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wmf" ContentType="image/x-wm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03.xml" ContentType="application/vnd.openxmlformats-officedocument.presentationml.notesSlide+xml"/>
  <Override PartName="/ppt/notesSlides/notesSlide204.xml" ContentType="application/vnd.openxmlformats-officedocument.presentationml.notesSlide+xml"/>
  <Override PartName="/ppt/notesSlides/notesSlide205.xml" ContentType="application/vnd.openxmlformats-officedocument.presentationml.notesSlide+xml"/>
  <Override PartName="/ppt/notesSlides/notesSlide206.xml" ContentType="application/vnd.openxmlformats-officedocument.presentationml.notesSlide+xml"/>
  <Override PartName="/ppt/notesSlides/notesSlide207.xml" ContentType="application/vnd.openxmlformats-officedocument.presentationml.notesSlide+xml"/>
  <Override PartName="/ppt/notesSlides/notesSlide208.xml" ContentType="application/vnd.openxmlformats-officedocument.presentationml.notesSlide+xml"/>
  <Override PartName="/ppt/notesSlides/notesSlide209.xml" ContentType="application/vnd.openxmlformats-officedocument.presentationml.notesSlide+xml"/>
  <Override PartName="/ppt/notesSlides/notesSlide210.xml" ContentType="application/vnd.openxmlformats-officedocument.presentationml.notesSlide+xml"/>
  <Override PartName="/ppt/notesSlides/notesSlide211.xml" ContentType="application/vnd.openxmlformats-officedocument.presentationml.notesSlide+xml"/>
  <Override PartName="/ppt/notesSlides/notesSlide212.xml" ContentType="application/vnd.openxmlformats-officedocument.presentationml.notesSlide+xml"/>
  <Override PartName="/ppt/notesSlides/notesSlide213.xml" ContentType="application/vnd.openxmlformats-officedocument.presentationml.notesSlide+xml"/>
  <Override PartName="/ppt/notesSlides/notesSlide214.xml" ContentType="application/vnd.openxmlformats-officedocument.presentationml.notesSlide+xml"/>
  <Override PartName="/ppt/notesSlides/notesSlide215.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17"/>
  </p:notesMasterIdLst>
  <p:handoutMasterIdLst>
    <p:handoutMasterId r:id="rId218"/>
  </p:handoutMasterIdLst>
  <p:sldIdLst>
    <p:sldId id="566" r:id="rId2"/>
    <p:sldId id="335" r:id="rId3"/>
    <p:sldId id="336" r:id="rId4"/>
    <p:sldId id="544" r:id="rId5"/>
    <p:sldId id="361" r:id="rId6"/>
    <p:sldId id="511" r:id="rId7"/>
    <p:sldId id="342" r:id="rId8"/>
    <p:sldId id="353" r:id="rId9"/>
    <p:sldId id="354" r:id="rId10"/>
    <p:sldId id="356" r:id="rId11"/>
    <p:sldId id="358" r:id="rId12"/>
    <p:sldId id="359" r:id="rId13"/>
    <p:sldId id="536" r:id="rId14"/>
    <p:sldId id="541" r:id="rId15"/>
    <p:sldId id="564" r:id="rId16"/>
    <p:sldId id="565" r:id="rId17"/>
    <p:sldId id="360" r:id="rId18"/>
    <p:sldId id="562" r:id="rId19"/>
    <p:sldId id="318" r:id="rId20"/>
    <p:sldId id="334" r:id="rId21"/>
    <p:sldId id="567" r:id="rId22"/>
    <p:sldId id="319" r:id="rId23"/>
    <p:sldId id="514" r:id="rId24"/>
    <p:sldId id="320" r:id="rId25"/>
    <p:sldId id="501" r:id="rId26"/>
    <p:sldId id="348" r:id="rId27"/>
    <p:sldId id="321" r:id="rId28"/>
    <p:sldId id="518" r:id="rId29"/>
    <p:sldId id="322" r:id="rId30"/>
    <p:sldId id="337" r:id="rId31"/>
    <p:sldId id="515" r:id="rId32"/>
    <p:sldId id="349" r:id="rId33"/>
    <p:sldId id="350" r:id="rId34"/>
    <p:sldId id="351" r:id="rId35"/>
    <p:sldId id="499" r:id="rId36"/>
    <p:sldId id="558" r:id="rId37"/>
    <p:sldId id="516" r:id="rId38"/>
    <p:sldId id="498" r:id="rId39"/>
    <p:sldId id="339" r:id="rId40"/>
    <p:sldId id="340" r:id="rId41"/>
    <p:sldId id="355" r:id="rId42"/>
    <p:sldId id="323" r:id="rId43"/>
    <p:sldId id="324" r:id="rId44"/>
    <p:sldId id="345" r:id="rId45"/>
    <p:sldId id="341" r:id="rId46"/>
    <p:sldId id="503" r:id="rId47"/>
    <p:sldId id="517" r:id="rId48"/>
    <p:sldId id="317" r:id="rId49"/>
    <p:sldId id="363" r:id="rId50"/>
    <p:sldId id="371" r:id="rId51"/>
    <p:sldId id="372" r:id="rId52"/>
    <p:sldId id="373" r:id="rId53"/>
    <p:sldId id="374" r:id="rId54"/>
    <p:sldId id="375" r:id="rId55"/>
    <p:sldId id="376" r:id="rId56"/>
    <p:sldId id="364" r:id="rId57"/>
    <p:sldId id="417" r:id="rId58"/>
    <p:sldId id="418" r:id="rId59"/>
    <p:sldId id="419" r:id="rId60"/>
    <p:sldId id="420" r:id="rId61"/>
    <p:sldId id="421" r:id="rId62"/>
    <p:sldId id="422" r:id="rId63"/>
    <p:sldId id="528" r:id="rId64"/>
    <p:sldId id="423" r:id="rId65"/>
    <p:sldId id="365" r:id="rId66"/>
    <p:sldId id="424" r:id="rId67"/>
    <p:sldId id="425" r:id="rId68"/>
    <p:sldId id="426" r:id="rId69"/>
    <p:sldId id="427" r:id="rId70"/>
    <p:sldId id="428" r:id="rId71"/>
    <p:sldId id="429" r:id="rId72"/>
    <p:sldId id="430" r:id="rId73"/>
    <p:sldId id="366" r:id="rId74"/>
    <p:sldId id="459" r:id="rId75"/>
    <p:sldId id="460" r:id="rId76"/>
    <p:sldId id="461" r:id="rId77"/>
    <p:sldId id="462" r:id="rId78"/>
    <p:sldId id="463" r:id="rId79"/>
    <p:sldId id="529" r:id="rId80"/>
    <p:sldId id="464" r:id="rId81"/>
    <p:sldId id="465" r:id="rId82"/>
    <p:sldId id="385" r:id="rId83"/>
    <p:sldId id="545" r:id="rId84"/>
    <p:sldId id="546" r:id="rId85"/>
    <p:sldId id="512" r:id="rId86"/>
    <p:sldId id="386" r:id="rId87"/>
    <p:sldId id="519" r:id="rId88"/>
    <p:sldId id="520" r:id="rId89"/>
    <p:sldId id="521" r:id="rId90"/>
    <p:sldId id="523" r:id="rId91"/>
    <p:sldId id="362" r:id="rId92"/>
    <p:sldId id="505" r:id="rId93"/>
    <p:sldId id="506" r:id="rId94"/>
    <p:sldId id="513" r:id="rId95"/>
    <p:sldId id="507" r:id="rId96"/>
    <p:sldId id="367" r:id="rId97"/>
    <p:sldId id="431" r:id="rId98"/>
    <p:sldId id="432" r:id="rId99"/>
    <p:sldId id="433" r:id="rId100"/>
    <p:sldId id="434" r:id="rId101"/>
    <p:sldId id="435" r:id="rId102"/>
    <p:sldId id="436" r:id="rId103"/>
    <p:sldId id="437" r:id="rId104"/>
    <p:sldId id="368" r:id="rId105"/>
    <p:sldId id="438" r:id="rId106"/>
    <p:sldId id="439" r:id="rId107"/>
    <p:sldId id="440" r:id="rId108"/>
    <p:sldId id="441" r:id="rId109"/>
    <p:sldId id="442" r:id="rId110"/>
    <p:sldId id="443" r:id="rId111"/>
    <p:sldId id="530" r:id="rId112"/>
    <p:sldId id="444" r:id="rId113"/>
    <p:sldId id="508" r:id="rId114"/>
    <p:sldId id="510" r:id="rId115"/>
    <p:sldId id="369" r:id="rId116"/>
    <p:sldId id="445" r:id="rId117"/>
    <p:sldId id="446" r:id="rId118"/>
    <p:sldId id="447" r:id="rId119"/>
    <p:sldId id="448" r:id="rId120"/>
    <p:sldId id="449" r:id="rId121"/>
    <p:sldId id="450" r:id="rId122"/>
    <p:sldId id="451" r:id="rId123"/>
    <p:sldId id="370" r:id="rId124"/>
    <p:sldId id="466" r:id="rId125"/>
    <p:sldId id="467" r:id="rId126"/>
    <p:sldId id="468" r:id="rId127"/>
    <p:sldId id="469" r:id="rId128"/>
    <p:sldId id="470" r:id="rId129"/>
    <p:sldId id="539" r:id="rId130"/>
    <p:sldId id="471" r:id="rId131"/>
    <p:sldId id="472" r:id="rId132"/>
    <p:sldId id="494" r:id="rId133"/>
    <p:sldId id="557" r:id="rId134"/>
    <p:sldId id="560" r:id="rId135"/>
    <p:sldId id="377" r:id="rId136"/>
    <p:sldId id="473" r:id="rId137"/>
    <p:sldId id="474" r:id="rId138"/>
    <p:sldId id="475" r:id="rId139"/>
    <p:sldId id="476" r:id="rId140"/>
    <p:sldId id="477" r:id="rId141"/>
    <p:sldId id="478" r:id="rId142"/>
    <p:sldId id="479" r:id="rId143"/>
    <p:sldId id="378" r:id="rId144"/>
    <p:sldId id="480" r:id="rId145"/>
    <p:sldId id="481" r:id="rId146"/>
    <p:sldId id="482" r:id="rId147"/>
    <p:sldId id="483" r:id="rId148"/>
    <p:sldId id="484" r:id="rId149"/>
    <p:sldId id="485" r:id="rId150"/>
    <p:sldId id="532" r:id="rId151"/>
    <p:sldId id="486" r:id="rId152"/>
    <p:sldId id="549" r:id="rId153"/>
    <p:sldId id="559" r:id="rId154"/>
    <p:sldId id="379" r:id="rId155"/>
    <p:sldId id="452" r:id="rId156"/>
    <p:sldId id="453" r:id="rId157"/>
    <p:sldId id="454" r:id="rId158"/>
    <p:sldId id="455" r:id="rId159"/>
    <p:sldId id="456" r:id="rId160"/>
    <p:sldId id="457" r:id="rId161"/>
    <p:sldId id="458" r:id="rId162"/>
    <p:sldId id="380" r:id="rId163"/>
    <p:sldId id="487" r:id="rId164"/>
    <p:sldId id="488" r:id="rId165"/>
    <p:sldId id="489" r:id="rId166"/>
    <p:sldId id="490" r:id="rId167"/>
    <p:sldId id="540" r:id="rId168"/>
    <p:sldId id="491" r:id="rId169"/>
    <p:sldId id="492" r:id="rId170"/>
    <p:sldId id="493" r:id="rId171"/>
    <p:sldId id="495" r:id="rId172"/>
    <p:sldId id="556" r:id="rId173"/>
    <p:sldId id="381" r:id="rId174"/>
    <p:sldId id="389" r:id="rId175"/>
    <p:sldId id="390" r:id="rId176"/>
    <p:sldId id="391" r:id="rId177"/>
    <p:sldId id="392" r:id="rId178"/>
    <p:sldId id="393" r:id="rId179"/>
    <p:sldId id="394" r:id="rId180"/>
    <p:sldId id="395" r:id="rId181"/>
    <p:sldId id="382" r:id="rId182"/>
    <p:sldId id="396" r:id="rId183"/>
    <p:sldId id="397" r:id="rId184"/>
    <p:sldId id="398" r:id="rId185"/>
    <p:sldId id="399" r:id="rId186"/>
    <p:sldId id="400" r:id="rId187"/>
    <p:sldId id="401" r:id="rId188"/>
    <p:sldId id="534" r:id="rId189"/>
    <p:sldId id="402" r:id="rId190"/>
    <p:sldId id="550" r:id="rId191"/>
    <p:sldId id="561" r:id="rId192"/>
    <p:sldId id="383" r:id="rId193"/>
    <p:sldId id="403" r:id="rId194"/>
    <p:sldId id="404" r:id="rId195"/>
    <p:sldId id="405" r:id="rId196"/>
    <p:sldId id="407" r:id="rId197"/>
    <p:sldId id="408" r:id="rId198"/>
    <p:sldId id="406" r:id="rId199"/>
    <p:sldId id="409" r:id="rId200"/>
    <p:sldId id="384" r:id="rId201"/>
    <p:sldId id="410" r:id="rId202"/>
    <p:sldId id="411" r:id="rId203"/>
    <p:sldId id="412" r:id="rId204"/>
    <p:sldId id="413" r:id="rId205"/>
    <p:sldId id="414" r:id="rId206"/>
    <p:sldId id="538" r:id="rId207"/>
    <p:sldId id="415" r:id="rId208"/>
    <p:sldId id="416" r:id="rId209"/>
    <p:sldId id="551" r:id="rId210"/>
    <p:sldId id="527" r:id="rId211"/>
    <p:sldId id="547" r:id="rId212"/>
    <p:sldId id="543" r:id="rId213"/>
    <p:sldId id="525" r:id="rId214"/>
    <p:sldId id="526" r:id="rId215"/>
    <p:sldId id="542" r:id="rId216"/>
  </p:sldIdLst>
  <p:sldSz cx="9144000" cy="6858000" type="screen4x3"/>
  <p:notesSz cx="6797675" cy="9926638"/>
  <p:defaultTextStyle>
    <a:defPPr>
      <a:defRPr lang="fr-FR"/>
    </a:defPPr>
    <a:lvl1pPr algn="ctr" rtl="0" fontAlgn="base">
      <a:spcBef>
        <a:spcPct val="0"/>
      </a:spcBef>
      <a:spcAft>
        <a:spcPct val="0"/>
      </a:spcAft>
      <a:defRPr sz="1300" kern="1200">
        <a:solidFill>
          <a:schemeClr val="tx1"/>
        </a:solidFill>
        <a:latin typeface="Arial" pitchFamily="34" charset="0"/>
        <a:ea typeface="+mn-ea"/>
        <a:cs typeface="+mn-cs"/>
      </a:defRPr>
    </a:lvl1pPr>
    <a:lvl2pPr marL="457200" algn="ctr" rtl="0" fontAlgn="base">
      <a:spcBef>
        <a:spcPct val="0"/>
      </a:spcBef>
      <a:spcAft>
        <a:spcPct val="0"/>
      </a:spcAft>
      <a:defRPr sz="1300" kern="1200">
        <a:solidFill>
          <a:schemeClr val="tx1"/>
        </a:solidFill>
        <a:latin typeface="Arial" pitchFamily="34" charset="0"/>
        <a:ea typeface="+mn-ea"/>
        <a:cs typeface="+mn-cs"/>
      </a:defRPr>
    </a:lvl2pPr>
    <a:lvl3pPr marL="914400" algn="ctr" rtl="0" fontAlgn="base">
      <a:spcBef>
        <a:spcPct val="0"/>
      </a:spcBef>
      <a:spcAft>
        <a:spcPct val="0"/>
      </a:spcAft>
      <a:defRPr sz="1300" kern="1200">
        <a:solidFill>
          <a:schemeClr val="tx1"/>
        </a:solidFill>
        <a:latin typeface="Arial" pitchFamily="34" charset="0"/>
        <a:ea typeface="+mn-ea"/>
        <a:cs typeface="+mn-cs"/>
      </a:defRPr>
    </a:lvl3pPr>
    <a:lvl4pPr marL="1371600" algn="ctr" rtl="0" fontAlgn="base">
      <a:spcBef>
        <a:spcPct val="0"/>
      </a:spcBef>
      <a:spcAft>
        <a:spcPct val="0"/>
      </a:spcAft>
      <a:defRPr sz="1300" kern="1200">
        <a:solidFill>
          <a:schemeClr val="tx1"/>
        </a:solidFill>
        <a:latin typeface="Arial" pitchFamily="34" charset="0"/>
        <a:ea typeface="+mn-ea"/>
        <a:cs typeface="+mn-cs"/>
      </a:defRPr>
    </a:lvl4pPr>
    <a:lvl5pPr marL="1828800" algn="ctr" rtl="0" fontAlgn="base">
      <a:spcBef>
        <a:spcPct val="0"/>
      </a:spcBef>
      <a:spcAft>
        <a:spcPct val="0"/>
      </a:spcAft>
      <a:defRPr sz="1300" kern="1200">
        <a:solidFill>
          <a:schemeClr val="tx1"/>
        </a:solidFill>
        <a:latin typeface="Arial" pitchFamily="34" charset="0"/>
        <a:ea typeface="+mn-ea"/>
        <a:cs typeface="+mn-cs"/>
      </a:defRPr>
    </a:lvl5pPr>
    <a:lvl6pPr marL="2286000" algn="l" defTabSz="914400" rtl="0" eaLnBrk="1" latinLnBrk="0" hangingPunct="1">
      <a:defRPr sz="1300" kern="1200">
        <a:solidFill>
          <a:schemeClr val="tx1"/>
        </a:solidFill>
        <a:latin typeface="Arial" pitchFamily="34" charset="0"/>
        <a:ea typeface="+mn-ea"/>
        <a:cs typeface="+mn-cs"/>
      </a:defRPr>
    </a:lvl6pPr>
    <a:lvl7pPr marL="2743200" algn="l" defTabSz="914400" rtl="0" eaLnBrk="1" latinLnBrk="0" hangingPunct="1">
      <a:defRPr sz="1300" kern="1200">
        <a:solidFill>
          <a:schemeClr val="tx1"/>
        </a:solidFill>
        <a:latin typeface="Arial" pitchFamily="34" charset="0"/>
        <a:ea typeface="+mn-ea"/>
        <a:cs typeface="+mn-cs"/>
      </a:defRPr>
    </a:lvl7pPr>
    <a:lvl8pPr marL="3200400" algn="l" defTabSz="914400" rtl="0" eaLnBrk="1" latinLnBrk="0" hangingPunct="1">
      <a:defRPr sz="1300" kern="1200">
        <a:solidFill>
          <a:schemeClr val="tx1"/>
        </a:solidFill>
        <a:latin typeface="Arial" pitchFamily="34" charset="0"/>
        <a:ea typeface="+mn-ea"/>
        <a:cs typeface="+mn-cs"/>
      </a:defRPr>
    </a:lvl8pPr>
    <a:lvl9pPr marL="3657600" algn="l" defTabSz="914400" rtl="0" eaLnBrk="1" latinLnBrk="0" hangingPunct="1">
      <a:defRPr sz="1300" kern="1200">
        <a:solidFill>
          <a:schemeClr val="tx1"/>
        </a:solidFill>
        <a:latin typeface="Arial" pitchFamily="34" charset="0"/>
        <a:ea typeface="+mn-ea"/>
        <a:cs typeface="+mn-cs"/>
      </a:defRPr>
    </a:lvl9pPr>
  </p:defaultTextStyle>
  <p:extLst>
    <p:ext uri="{EFAFB233-063F-42B5-8137-9DF3F51BA10A}">
      <p15:sldGuideLst xmlns:p15="http://schemas.microsoft.com/office/powerpoint/2012/main">
        <p15:guide id="1" orient="horz" pos="2096">
          <p15:clr>
            <a:srgbClr val="A4A3A4"/>
          </p15:clr>
        </p15:guide>
        <p15:guide id="2" orient="horz" pos="491">
          <p15:clr>
            <a:srgbClr val="A4A3A4"/>
          </p15:clr>
        </p15:guide>
        <p15:guide id="3" orient="horz" pos="813">
          <p15:clr>
            <a:srgbClr val="A4A3A4"/>
          </p15:clr>
        </p15:guide>
        <p15:guide id="4" pos="2371">
          <p15:clr>
            <a:srgbClr val="A4A3A4"/>
          </p15:clr>
        </p15:guide>
        <p15:guide id="5" pos="4512">
          <p15:clr>
            <a:srgbClr val="A4A3A4"/>
          </p15:clr>
        </p15:guide>
        <p15:guide id="6" pos="238">
          <p15:clr>
            <a:srgbClr val="A4A3A4"/>
          </p15:clr>
        </p15:guide>
      </p15:sldGuideLst>
    </p:ext>
    <p:ext uri="{2D200454-40CA-4A62-9FC3-DE9A4176ACB9}">
      <p15:notesGuideLst xmlns:p15="http://schemas.microsoft.com/office/powerpoint/2012/main">
        <p15:guide id="1" orient="horz" pos="2960">
          <p15:clr>
            <a:srgbClr val="A4A3A4"/>
          </p15:clr>
        </p15:guide>
        <p15:guide id="2" pos="2141">
          <p15:clr>
            <a:srgbClr val="A4A3A4"/>
          </p15:clr>
        </p15:guide>
        <p15:guide id="3" pos="341">
          <p15:clr>
            <a:srgbClr val="A4A3A4"/>
          </p15:clr>
        </p15:guide>
        <p15:guide id="4" pos="3942">
          <p15:clr>
            <a:srgbClr val="A4A3A4"/>
          </p15:clr>
        </p15:guide>
        <p15:guide id="5" pos="113">
          <p15:clr>
            <a:srgbClr val="A4A3A4"/>
          </p15:clr>
        </p15:guide>
        <p15:guide id="6" pos="4186">
          <p15:clr>
            <a:srgbClr val="A4A3A4"/>
          </p15:clr>
        </p15:guide>
      </p15:notes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27A8E0"/>
    <a:srgbClr val="E22B00"/>
    <a:srgbClr val="FF6D4B"/>
    <a:srgbClr val="FF6600"/>
    <a:srgbClr val="FC2C1C"/>
    <a:srgbClr val="FFFF00"/>
    <a:srgbClr val="00CC66"/>
    <a:srgbClr val="FFFF99"/>
    <a:srgbClr val="CCFF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029062AD-85DE-4E84-BD8B-A521E3D87C2C}" v="43" dt="2026-02-06T07:37:08.152"/>
  </p1510:revLst>
</p1510:revInfo>
</file>

<file path=ppt/tableStyles.xml><?xml version="1.0" encoding="utf-8"?>
<a:tblStyleLst xmlns:a="http://schemas.openxmlformats.org/drawingml/2006/main" def="{5C22544A-7EE6-4342-B048-85BDC9FD1C3A}">
  <a:tblStyle styleId="{5C22544A-7EE6-4342-B048-85BDC9FD1C3A}" styleName="Style moyen 2 - Accentuation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vertBarState="minimized" horzBarState="maximized">
    <p:restoredLeft sz="15620"/>
    <p:restoredTop sz="80440" autoAdjust="0"/>
  </p:normalViewPr>
  <p:slideViewPr>
    <p:cSldViewPr snapToGrid="0">
      <p:cViewPr>
        <p:scale>
          <a:sx n="100" d="100"/>
          <a:sy n="100" d="100"/>
        </p:scale>
        <p:origin x="2532" y="618"/>
      </p:cViewPr>
      <p:guideLst>
        <p:guide orient="horz" pos="2096"/>
        <p:guide orient="horz" pos="491"/>
        <p:guide orient="horz" pos="813"/>
        <p:guide pos="2371"/>
        <p:guide pos="4512"/>
        <p:guide pos="238"/>
      </p:guideLst>
    </p:cSldViewPr>
  </p:slideViewPr>
  <p:outlineViewPr>
    <p:cViewPr>
      <p:scale>
        <a:sx n="25" d="100"/>
        <a:sy n="25" d="100"/>
      </p:scale>
      <p:origin x="0" y="0"/>
    </p:cViewPr>
    <p:sldLst>
      <p:sld r:id="rId1" collapse="1"/>
      <p:sld r:id="rId2" collapse="1"/>
    </p:sldLst>
  </p:outlineViewPr>
  <p:notesTextViewPr>
    <p:cViewPr>
      <p:scale>
        <a:sx n="100" d="100"/>
        <a:sy n="100" d="100"/>
      </p:scale>
      <p:origin x="0" y="0"/>
    </p:cViewPr>
  </p:notesTextViewPr>
  <p:sorterViewPr>
    <p:cViewPr>
      <p:scale>
        <a:sx n="125" d="100"/>
        <a:sy n="125" d="100"/>
      </p:scale>
      <p:origin x="0" y="0"/>
    </p:cViewPr>
  </p:sorterViewPr>
  <p:notesViewPr>
    <p:cSldViewPr snapToGrid="0">
      <p:cViewPr varScale="1">
        <p:scale>
          <a:sx n="87" d="100"/>
          <a:sy n="87" d="100"/>
        </p:scale>
        <p:origin x="3858" y="96"/>
      </p:cViewPr>
      <p:guideLst>
        <p:guide orient="horz" pos="2960"/>
        <p:guide pos="2141"/>
        <p:guide pos="341"/>
        <p:guide pos="3942"/>
        <p:guide pos="113"/>
        <p:guide pos="4186"/>
      </p:guideLst>
    </p:cSldViewPr>
  </p:notesViewPr>
  <p:gridSpacing cx="72008" cy="72008"/>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21" Type="http://schemas.openxmlformats.org/officeDocument/2006/relationships/slide" Target="slides/slide20.xml"/><Relationship Id="rId42" Type="http://schemas.openxmlformats.org/officeDocument/2006/relationships/slide" Target="slides/slide41.xml"/><Relationship Id="rId63" Type="http://schemas.openxmlformats.org/officeDocument/2006/relationships/slide" Target="slides/slide62.xml"/><Relationship Id="rId84" Type="http://schemas.openxmlformats.org/officeDocument/2006/relationships/slide" Target="slides/slide83.xml"/><Relationship Id="rId138" Type="http://schemas.openxmlformats.org/officeDocument/2006/relationships/slide" Target="slides/slide137.xml"/><Relationship Id="rId159" Type="http://schemas.openxmlformats.org/officeDocument/2006/relationships/slide" Target="slides/slide158.xml"/><Relationship Id="rId170" Type="http://schemas.openxmlformats.org/officeDocument/2006/relationships/slide" Target="slides/slide169.xml"/><Relationship Id="rId191" Type="http://schemas.openxmlformats.org/officeDocument/2006/relationships/slide" Target="slides/slide190.xml"/><Relationship Id="rId205" Type="http://schemas.openxmlformats.org/officeDocument/2006/relationships/slide" Target="slides/slide204.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53" Type="http://schemas.openxmlformats.org/officeDocument/2006/relationships/slide" Target="slides/slide52.xml"/><Relationship Id="rId74" Type="http://schemas.openxmlformats.org/officeDocument/2006/relationships/slide" Target="slides/slide73.xml"/><Relationship Id="rId128" Type="http://schemas.openxmlformats.org/officeDocument/2006/relationships/slide" Target="slides/slide127.xml"/><Relationship Id="rId149" Type="http://schemas.openxmlformats.org/officeDocument/2006/relationships/slide" Target="slides/slide148.xml"/><Relationship Id="rId5" Type="http://schemas.openxmlformats.org/officeDocument/2006/relationships/slide" Target="slides/slide4.xml"/><Relationship Id="rId95" Type="http://schemas.openxmlformats.org/officeDocument/2006/relationships/slide" Target="slides/slide94.xml"/><Relationship Id="rId160" Type="http://schemas.openxmlformats.org/officeDocument/2006/relationships/slide" Target="slides/slide159.xml"/><Relationship Id="rId181" Type="http://schemas.openxmlformats.org/officeDocument/2006/relationships/slide" Target="slides/slide180.xml"/><Relationship Id="rId216" Type="http://schemas.openxmlformats.org/officeDocument/2006/relationships/slide" Target="slides/slide215.xml"/><Relationship Id="rId22" Type="http://schemas.openxmlformats.org/officeDocument/2006/relationships/slide" Target="slides/slide21.xml"/><Relationship Id="rId43" Type="http://schemas.openxmlformats.org/officeDocument/2006/relationships/slide" Target="slides/slide42.xml"/><Relationship Id="rId64" Type="http://schemas.openxmlformats.org/officeDocument/2006/relationships/slide" Target="slides/slide63.xml"/><Relationship Id="rId118" Type="http://schemas.openxmlformats.org/officeDocument/2006/relationships/slide" Target="slides/slide117.xml"/><Relationship Id="rId139" Type="http://schemas.openxmlformats.org/officeDocument/2006/relationships/slide" Target="slides/slide138.xml"/><Relationship Id="rId85" Type="http://schemas.openxmlformats.org/officeDocument/2006/relationships/slide" Target="slides/slide84.xml"/><Relationship Id="rId150" Type="http://schemas.openxmlformats.org/officeDocument/2006/relationships/slide" Target="slides/slide149.xml"/><Relationship Id="rId171" Type="http://schemas.openxmlformats.org/officeDocument/2006/relationships/slide" Target="slides/slide170.xml"/><Relationship Id="rId192" Type="http://schemas.openxmlformats.org/officeDocument/2006/relationships/slide" Target="slides/slide191.xml"/><Relationship Id="rId206" Type="http://schemas.openxmlformats.org/officeDocument/2006/relationships/slide" Target="slides/slide205.xml"/><Relationship Id="rId12" Type="http://schemas.openxmlformats.org/officeDocument/2006/relationships/slide" Target="slides/slide11.xml"/><Relationship Id="rId33" Type="http://schemas.openxmlformats.org/officeDocument/2006/relationships/slide" Target="slides/slide32.xml"/><Relationship Id="rId108" Type="http://schemas.openxmlformats.org/officeDocument/2006/relationships/slide" Target="slides/slide107.xml"/><Relationship Id="rId129" Type="http://schemas.openxmlformats.org/officeDocument/2006/relationships/slide" Target="slides/slide128.xml"/><Relationship Id="rId54" Type="http://schemas.openxmlformats.org/officeDocument/2006/relationships/slide" Target="slides/slide53.xml"/><Relationship Id="rId75" Type="http://schemas.openxmlformats.org/officeDocument/2006/relationships/slide" Target="slides/slide74.xml"/><Relationship Id="rId96" Type="http://schemas.openxmlformats.org/officeDocument/2006/relationships/slide" Target="slides/slide95.xml"/><Relationship Id="rId140" Type="http://schemas.openxmlformats.org/officeDocument/2006/relationships/slide" Target="slides/slide139.xml"/><Relationship Id="rId161" Type="http://schemas.openxmlformats.org/officeDocument/2006/relationships/slide" Target="slides/slide160.xml"/><Relationship Id="rId182" Type="http://schemas.openxmlformats.org/officeDocument/2006/relationships/slide" Target="slides/slide181.xml"/><Relationship Id="rId217" Type="http://schemas.openxmlformats.org/officeDocument/2006/relationships/notesMaster" Target="notesMasters/notesMaster1.xml"/><Relationship Id="rId6" Type="http://schemas.openxmlformats.org/officeDocument/2006/relationships/slide" Target="slides/slide5.xml"/><Relationship Id="rId23" Type="http://schemas.openxmlformats.org/officeDocument/2006/relationships/slide" Target="slides/slide22.xml"/><Relationship Id="rId119" Type="http://schemas.openxmlformats.org/officeDocument/2006/relationships/slide" Target="slides/slide118.xml"/><Relationship Id="rId44" Type="http://schemas.openxmlformats.org/officeDocument/2006/relationships/slide" Target="slides/slide43.xml"/><Relationship Id="rId65" Type="http://schemas.openxmlformats.org/officeDocument/2006/relationships/slide" Target="slides/slide64.xml"/><Relationship Id="rId86" Type="http://schemas.openxmlformats.org/officeDocument/2006/relationships/slide" Target="slides/slide85.xml"/><Relationship Id="rId130" Type="http://schemas.openxmlformats.org/officeDocument/2006/relationships/slide" Target="slides/slide129.xml"/><Relationship Id="rId151" Type="http://schemas.openxmlformats.org/officeDocument/2006/relationships/slide" Target="slides/slide150.xml"/><Relationship Id="rId172" Type="http://schemas.openxmlformats.org/officeDocument/2006/relationships/slide" Target="slides/slide171.xml"/><Relationship Id="rId193" Type="http://schemas.openxmlformats.org/officeDocument/2006/relationships/slide" Target="slides/slide192.xml"/><Relationship Id="rId207" Type="http://schemas.openxmlformats.org/officeDocument/2006/relationships/slide" Target="slides/slide206.xml"/><Relationship Id="rId13" Type="http://schemas.openxmlformats.org/officeDocument/2006/relationships/slide" Target="slides/slide12.xml"/><Relationship Id="rId109" Type="http://schemas.openxmlformats.org/officeDocument/2006/relationships/slide" Target="slides/slide108.xml"/><Relationship Id="rId34" Type="http://schemas.openxmlformats.org/officeDocument/2006/relationships/slide" Target="slides/slide33.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20" Type="http://schemas.openxmlformats.org/officeDocument/2006/relationships/slide" Target="slides/slide119.xml"/><Relationship Id="rId141" Type="http://schemas.openxmlformats.org/officeDocument/2006/relationships/slide" Target="slides/slide140.xml"/><Relationship Id="rId7" Type="http://schemas.openxmlformats.org/officeDocument/2006/relationships/slide" Target="slides/slide6.xml"/><Relationship Id="rId162" Type="http://schemas.openxmlformats.org/officeDocument/2006/relationships/slide" Target="slides/slide161.xml"/><Relationship Id="rId183" Type="http://schemas.openxmlformats.org/officeDocument/2006/relationships/slide" Target="slides/slide182.xml"/><Relationship Id="rId218" Type="http://schemas.openxmlformats.org/officeDocument/2006/relationships/handoutMaster" Target="handoutMasters/handoutMaster1.xml"/><Relationship Id="rId24" Type="http://schemas.openxmlformats.org/officeDocument/2006/relationships/slide" Target="slides/slide23.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31" Type="http://schemas.openxmlformats.org/officeDocument/2006/relationships/slide" Target="slides/slide130.xml"/><Relationship Id="rId152" Type="http://schemas.openxmlformats.org/officeDocument/2006/relationships/slide" Target="slides/slide151.xml"/><Relationship Id="rId173" Type="http://schemas.openxmlformats.org/officeDocument/2006/relationships/slide" Target="slides/slide172.xml"/><Relationship Id="rId194" Type="http://schemas.openxmlformats.org/officeDocument/2006/relationships/slide" Target="slides/slide193.xml"/><Relationship Id="rId208" Type="http://schemas.openxmlformats.org/officeDocument/2006/relationships/slide" Target="slides/slide207.xml"/><Relationship Id="rId14" Type="http://schemas.openxmlformats.org/officeDocument/2006/relationships/slide" Target="slides/slide13.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121" Type="http://schemas.openxmlformats.org/officeDocument/2006/relationships/slide" Target="slides/slide120.xml"/><Relationship Id="rId142" Type="http://schemas.openxmlformats.org/officeDocument/2006/relationships/slide" Target="slides/slide141.xml"/><Relationship Id="rId163" Type="http://schemas.openxmlformats.org/officeDocument/2006/relationships/slide" Target="slides/slide162.xml"/><Relationship Id="rId184" Type="http://schemas.openxmlformats.org/officeDocument/2006/relationships/slide" Target="slides/slide183.xml"/><Relationship Id="rId189" Type="http://schemas.openxmlformats.org/officeDocument/2006/relationships/slide" Target="slides/slide188.xml"/><Relationship Id="rId219" Type="http://schemas.openxmlformats.org/officeDocument/2006/relationships/presProps" Target="presProps.xml"/><Relationship Id="rId3" Type="http://schemas.openxmlformats.org/officeDocument/2006/relationships/slide" Target="slides/slide2.xml"/><Relationship Id="rId214" Type="http://schemas.openxmlformats.org/officeDocument/2006/relationships/slide" Target="slides/slide213.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116" Type="http://schemas.openxmlformats.org/officeDocument/2006/relationships/slide" Target="slides/slide115.xml"/><Relationship Id="rId137" Type="http://schemas.openxmlformats.org/officeDocument/2006/relationships/slide" Target="slides/slide136.xml"/><Relationship Id="rId158" Type="http://schemas.openxmlformats.org/officeDocument/2006/relationships/slide" Target="slides/slide157.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slide" Target="slides/slide110.xml"/><Relationship Id="rId132" Type="http://schemas.openxmlformats.org/officeDocument/2006/relationships/slide" Target="slides/slide131.xml"/><Relationship Id="rId153" Type="http://schemas.openxmlformats.org/officeDocument/2006/relationships/slide" Target="slides/slide152.xml"/><Relationship Id="rId174" Type="http://schemas.openxmlformats.org/officeDocument/2006/relationships/slide" Target="slides/slide173.xml"/><Relationship Id="rId179" Type="http://schemas.openxmlformats.org/officeDocument/2006/relationships/slide" Target="slides/slide178.xml"/><Relationship Id="rId195" Type="http://schemas.openxmlformats.org/officeDocument/2006/relationships/slide" Target="slides/slide194.xml"/><Relationship Id="rId209" Type="http://schemas.openxmlformats.org/officeDocument/2006/relationships/slide" Target="slides/slide208.xml"/><Relationship Id="rId190" Type="http://schemas.openxmlformats.org/officeDocument/2006/relationships/slide" Target="slides/slide189.xml"/><Relationship Id="rId204" Type="http://schemas.openxmlformats.org/officeDocument/2006/relationships/slide" Target="slides/slide203.xml"/><Relationship Id="rId220" Type="http://schemas.openxmlformats.org/officeDocument/2006/relationships/viewProps" Target="viewProps.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106" Type="http://schemas.openxmlformats.org/officeDocument/2006/relationships/slide" Target="slides/slide105.xml"/><Relationship Id="rId127" Type="http://schemas.openxmlformats.org/officeDocument/2006/relationships/slide" Target="slides/slide126.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78" Type="http://schemas.openxmlformats.org/officeDocument/2006/relationships/slide" Target="slides/slide77.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143" Type="http://schemas.openxmlformats.org/officeDocument/2006/relationships/slide" Target="slides/slide142.xml"/><Relationship Id="rId148" Type="http://schemas.openxmlformats.org/officeDocument/2006/relationships/slide" Target="slides/slide147.xml"/><Relationship Id="rId164" Type="http://schemas.openxmlformats.org/officeDocument/2006/relationships/slide" Target="slides/slide163.xml"/><Relationship Id="rId169" Type="http://schemas.openxmlformats.org/officeDocument/2006/relationships/slide" Target="slides/slide168.xml"/><Relationship Id="rId185" Type="http://schemas.openxmlformats.org/officeDocument/2006/relationships/slide" Target="slides/slide184.xml"/><Relationship Id="rId4" Type="http://schemas.openxmlformats.org/officeDocument/2006/relationships/slide" Target="slides/slide3.xml"/><Relationship Id="rId9" Type="http://schemas.openxmlformats.org/officeDocument/2006/relationships/slide" Target="slides/slide8.xml"/><Relationship Id="rId180" Type="http://schemas.openxmlformats.org/officeDocument/2006/relationships/slide" Target="slides/slide179.xml"/><Relationship Id="rId210" Type="http://schemas.openxmlformats.org/officeDocument/2006/relationships/slide" Target="slides/slide209.xml"/><Relationship Id="rId215" Type="http://schemas.openxmlformats.org/officeDocument/2006/relationships/slide" Target="slides/slide214.xml"/><Relationship Id="rId26" Type="http://schemas.openxmlformats.org/officeDocument/2006/relationships/slide" Target="slides/slide25.xml"/><Relationship Id="rId47" Type="http://schemas.openxmlformats.org/officeDocument/2006/relationships/slide" Target="slides/slide46.xml"/><Relationship Id="rId68" Type="http://schemas.openxmlformats.org/officeDocument/2006/relationships/slide" Target="slides/slide67.xml"/><Relationship Id="rId89" Type="http://schemas.openxmlformats.org/officeDocument/2006/relationships/slide" Target="slides/slide88.xml"/><Relationship Id="rId112" Type="http://schemas.openxmlformats.org/officeDocument/2006/relationships/slide" Target="slides/slide111.xml"/><Relationship Id="rId133" Type="http://schemas.openxmlformats.org/officeDocument/2006/relationships/slide" Target="slides/slide132.xml"/><Relationship Id="rId154" Type="http://schemas.openxmlformats.org/officeDocument/2006/relationships/slide" Target="slides/slide153.xml"/><Relationship Id="rId175" Type="http://schemas.openxmlformats.org/officeDocument/2006/relationships/slide" Target="slides/slide174.xml"/><Relationship Id="rId196" Type="http://schemas.openxmlformats.org/officeDocument/2006/relationships/slide" Target="slides/slide195.xml"/><Relationship Id="rId200" Type="http://schemas.openxmlformats.org/officeDocument/2006/relationships/slide" Target="slides/slide199.xml"/><Relationship Id="rId16" Type="http://schemas.openxmlformats.org/officeDocument/2006/relationships/slide" Target="slides/slide15.xml"/><Relationship Id="rId221" Type="http://schemas.openxmlformats.org/officeDocument/2006/relationships/theme" Target="theme/theme1.xml"/><Relationship Id="rId37" Type="http://schemas.openxmlformats.org/officeDocument/2006/relationships/slide" Target="slides/slide36.xml"/><Relationship Id="rId58" Type="http://schemas.openxmlformats.org/officeDocument/2006/relationships/slide" Target="slides/slide57.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slide" Target="slides/slide122.xml"/><Relationship Id="rId144" Type="http://schemas.openxmlformats.org/officeDocument/2006/relationships/slide" Target="slides/slide143.xml"/><Relationship Id="rId90" Type="http://schemas.openxmlformats.org/officeDocument/2006/relationships/slide" Target="slides/slide89.xml"/><Relationship Id="rId165" Type="http://schemas.openxmlformats.org/officeDocument/2006/relationships/slide" Target="slides/slide164.xml"/><Relationship Id="rId186" Type="http://schemas.openxmlformats.org/officeDocument/2006/relationships/slide" Target="slides/slide185.xml"/><Relationship Id="rId211" Type="http://schemas.openxmlformats.org/officeDocument/2006/relationships/slide" Target="slides/slide210.xml"/><Relationship Id="rId27" Type="http://schemas.openxmlformats.org/officeDocument/2006/relationships/slide" Target="slides/slide26.xml"/><Relationship Id="rId48" Type="http://schemas.openxmlformats.org/officeDocument/2006/relationships/slide" Target="slides/slide47.xml"/><Relationship Id="rId69" Type="http://schemas.openxmlformats.org/officeDocument/2006/relationships/slide" Target="slides/slide68.xml"/><Relationship Id="rId113" Type="http://schemas.openxmlformats.org/officeDocument/2006/relationships/slide" Target="slides/slide112.xml"/><Relationship Id="rId134" Type="http://schemas.openxmlformats.org/officeDocument/2006/relationships/slide" Target="slides/slide133.xml"/><Relationship Id="rId80" Type="http://schemas.openxmlformats.org/officeDocument/2006/relationships/slide" Target="slides/slide79.xml"/><Relationship Id="rId155" Type="http://schemas.openxmlformats.org/officeDocument/2006/relationships/slide" Target="slides/slide154.xml"/><Relationship Id="rId176" Type="http://schemas.openxmlformats.org/officeDocument/2006/relationships/slide" Target="slides/slide175.xml"/><Relationship Id="rId197" Type="http://schemas.openxmlformats.org/officeDocument/2006/relationships/slide" Target="slides/slide196.xml"/><Relationship Id="rId201" Type="http://schemas.openxmlformats.org/officeDocument/2006/relationships/slide" Target="slides/slide200.xml"/><Relationship Id="rId222" Type="http://schemas.openxmlformats.org/officeDocument/2006/relationships/tableStyles" Target="tableStyles.xml"/><Relationship Id="rId17" Type="http://schemas.openxmlformats.org/officeDocument/2006/relationships/slide" Target="slides/slide16.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24" Type="http://schemas.openxmlformats.org/officeDocument/2006/relationships/slide" Target="slides/slide123.xml"/><Relationship Id="rId70" Type="http://schemas.openxmlformats.org/officeDocument/2006/relationships/slide" Target="slides/slide69.xml"/><Relationship Id="rId91" Type="http://schemas.openxmlformats.org/officeDocument/2006/relationships/slide" Target="slides/slide90.xml"/><Relationship Id="rId145" Type="http://schemas.openxmlformats.org/officeDocument/2006/relationships/slide" Target="slides/slide144.xml"/><Relationship Id="rId166" Type="http://schemas.openxmlformats.org/officeDocument/2006/relationships/slide" Target="slides/slide165.xml"/><Relationship Id="rId187" Type="http://schemas.openxmlformats.org/officeDocument/2006/relationships/slide" Target="slides/slide186.xml"/><Relationship Id="rId1" Type="http://schemas.openxmlformats.org/officeDocument/2006/relationships/slideMaster" Target="slideMasters/slideMaster1.xml"/><Relationship Id="rId212" Type="http://schemas.openxmlformats.org/officeDocument/2006/relationships/slide" Target="slides/slide211.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60" Type="http://schemas.openxmlformats.org/officeDocument/2006/relationships/slide" Target="slides/slide59.xml"/><Relationship Id="rId81" Type="http://schemas.openxmlformats.org/officeDocument/2006/relationships/slide" Target="slides/slide80.xml"/><Relationship Id="rId135" Type="http://schemas.openxmlformats.org/officeDocument/2006/relationships/slide" Target="slides/slide134.xml"/><Relationship Id="rId156" Type="http://schemas.openxmlformats.org/officeDocument/2006/relationships/slide" Target="slides/slide155.xml"/><Relationship Id="rId177" Type="http://schemas.openxmlformats.org/officeDocument/2006/relationships/slide" Target="slides/slide176.xml"/><Relationship Id="rId198" Type="http://schemas.openxmlformats.org/officeDocument/2006/relationships/slide" Target="slides/slide197.xml"/><Relationship Id="rId202" Type="http://schemas.openxmlformats.org/officeDocument/2006/relationships/slide" Target="slides/slide201.xml"/><Relationship Id="rId223" Type="http://schemas.microsoft.com/office/2016/11/relationships/changesInfo" Target="changesInfos/changesInfo1.xml"/><Relationship Id="rId18" Type="http://schemas.openxmlformats.org/officeDocument/2006/relationships/slide" Target="slides/slide17.xml"/><Relationship Id="rId39" Type="http://schemas.openxmlformats.org/officeDocument/2006/relationships/slide" Target="slides/slide38.xml"/><Relationship Id="rId50" Type="http://schemas.openxmlformats.org/officeDocument/2006/relationships/slide" Target="slides/slide49.xml"/><Relationship Id="rId104" Type="http://schemas.openxmlformats.org/officeDocument/2006/relationships/slide" Target="slides/slide103.xml"/><Relationship Id="rId125" Type="http://schemas.openxmlformats.org/officeDocument/2006/relationships/slide" Target="slides/slide124.xml"/><Relationship Id="rId146" Type="http://schemas.openxmlformats.org/officeDocument/2006/relationships/slide" Target="slides/slide145.xml"/><Relationship Id="rId167" Type="http://schemas.openxmlformats.org/officeDocument/2006/relationships/slide" Target="slides/slide166.xml"/><Relationship Id="rId188" Type="http://schemas.openxmlformats.org/officeDocument/2006/relationships/slide" Target="slides/slide187.xml"/><Relationship Id="rId71" Type="http://schemas.openxmlformats.org/officeDocument/2006/relationships/slide" Target="slides/slide70.xml"/><Relationship Id="rId92" Type="http://schemas.openxmlformats.org/officeDocument/2006/relationships/slide" Target="slides/slide91.xml"/><Relationship Id="rId213" Type="http://schemas.openxmlformats.org/officeDocument/2006/relationships/slide" Target="slides/slide212.xml"/><Relationship Id="rId2" Type="http://schemas.openxmlformats.org/officeDocument/2006/relationships/slide" Target="slides/slide1.xml"/><Relationship Id="rId29" Type="http://schemas.openxmlformats.org/officeDocument/2006/relationships/slide" Target="slides/slide28.xml"/><Relationship Id="rId40" Type="http://schemas.openxmlformats.org/officeDocument/2006/relationships/slide" Target="slides/slide39.xml"/><Relationship Id="rId115" Type="http://schemas.openxmlformats.org/officeDocument/2006/relationships/slide" Target="slides/slide114.xml"/><Relationship Id="rId136" Type="http://schemas.openxmlformats.org/officeDocument/2006/relationships/slide" Target="slides/slide135.xml"/><Relationship Id="rId157" Type="http://schemas.openxmlformats.org/officeDocument/2006/relationships/slide" Target="slides/slide156.xml"/><Relationship Id="rId178" Type="http://schemas.openxmlformats.org/officeDocument/2006/relationships/slide" Target="slides/slide177.xml"/><Relationship Id="rId61" Type="http://schemas.openxmlformats.org/officeDocument/2006/relationships/slide" Target="slides/slide60.xml"/><Relationship Id="rId82" Type="http://schemas.openxmlformats.org/officeDocument/2006/relationships/slide" Target="slides/slide81.xml"/><Relationship Id="rId199" Type="http://schemas.openxmlformats.org/officeDocument/2006/relationships/slide" Target="slides/slide198.xml"/><Relationship Id="rId203" Type="http://schemas.openxmlformats.org/officeDocument/2006/relationships/slide" Target="slides/slide202.xml"/><Relationship Id="rId19" Type="http://schemas.openxmlformats.org/officeDocument/2006/relationships/slide" Target="slides/slide18.xml"/><Relationship Id="rId224" Type="http://schemas.microsoft.com/office/2015/10/relationships/revisionInfo" Target="revisionInfo.xml"/><Relationship Id="rId30" Type="http://schemas.openxmlformats.org/officeDocument/2006/relationships/slide" Target="slides/slide29.xml"/><Relationship Id="rId105" Type="http://schemas.openxmlformats.org/officeDocument/2006/relationships/slide" Target="slides/slide104.xml"/><Relationship Id="rId126" Type="http://schemas.openxmlformats.org/officeDocument/2006/relationships/slide" Target="slides/slide125.xml"/><Relationship Id="rId147" Type="http://schemas.openxmlformats.org/officeDocument/2006/relationships/slide" Target="slides/slide146.xml"/><Relationship Id="rId168" Type="http://schemas.openxmlformats.org/officeDocument/2006/relationships/slide" Target="slides/slide167.xml"/></Relationships>
</file>

<file path=ppt/_rels/viewProps.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slide" Target="slides/slide19.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Stéphane JAUBERT" userId="926aeaf5-0d8d-4569-9635-338e3b4850fc" providerId="ADAL" clId="{C777CAD2-2948-4130-A6C6-8CB11CD7CD00}"/>
    <pc:docChg chg="undo custSel modSld">
      <pc:chgData name="Stéphane JAUBERT" userId="926aeaf5-0d8d-4569-9635-338e3b4850fc" providerId="ADAL" clId="{C777CAD2-2948-4130-A6C6-8CB11CD7CD00}" dt="2026-02-06T07:37:11.393" v="81" actId="1076"/>
      <pc:docMkLst>
        <pc:docMk/>
      </pc:docMkLst>
      <pc:sldChg chg="addSp delSp modSp mod modAnim">
        <pc:chgData name="Stéphane JAUBERT" userId="926aeaf5-0d8d-4569-9635-338e3b4850fc" providerId="ADAL" clId="{C777CAD2-2948-4130-A6C6-8CB11CD7CD00}" dt="2026-02-06T07:10:22.186" v="37" actId="1076"/>
        <pc:sldMkLst>
          <pc:docMk/>
          <pc:sldMk cId="0" sldId="317"/>
        </pc:sldMkLst>
        <pc:spChg chg="add mod">
          <ac:chgData name="Stéphane JAUBERT" userId="926aeaf5-0d8d-4569-9635-338e3b4850fc" providerId="ADAL" clId="{C777CAD2-2948-4130-A6C6-8CB11CD7CD00}" dt="2026-02-06T07:10:21.039" v="23" actId="1076"/>
          <ac:spMkLst>
            <pc:docMk/>
            <pc:sldMk cId="0" sldId="317"/>
            <ac:spMk id="2" creationId="{C3624ED3-9B65-3F40-889A-CB9A110A0279}"/>
          </ac:spMkLst>
        </pc:spChg>
        <pc:spChg chg="mod">
          <ac:chgData name="Stéphane JAUBERT" userId="926aeaf5-0d8d-4569-9635-338e3b4850fc" providerId="ADAL" clId="{C777CAD2-2948-4130-A6C6-8CB11CD7CD00}" dt="2026-02-06T07:10:22.186" v="37" actId="1076"/>
          <ac:spMkLst>
            <pc:docMk/>
            <pc:sldMk cId="0" sldId="317"/>
            <ac:spMk id="4" creationId="{E8440D9A-2724-D78C-8C56-D972A524142D}"/>
          </ac:spMkLst>
        </pc:spChg>
        <pc:spChg chg="mod">
          <ac:chgData name="Stéphane JAUBERT" userId="926aeaf5-0d8d-4569-9635-338e3b4850fc" providerId="ADAL" clId="{C777CAD2-2948-4130-A6C6-8CB11CD7CD00}" dt="2026-02-06T07:10:22.186" v="37" actId="1076"/>
          <ac:spMkLst>
            <pc:docMk/>
            <pc:sldMk cId="0" sldId="317"/>
            <ac:spMk id="6" creationId="{8669F25A-2F3E-8B06-D6FB-FB0C16528FF7}"/>
          </ac:spMkLst>
        </pc:spChg>
        <pc:spChg chg="mod">
          <ac:chgData name="Stéphane JAUBERT" userId="926aeaf5-0d8d-4569-9635-338e3b4850fc" providerId="ADAL" clId="{C777CAD2-2948-4130-A6C6-8CB11CD7CD00}" dt="2026-02-06T07:10:22.186" v="37" actId="1076"/>
          <ac:spMkLst>
            <pc:docMk/>
            <pc:sldMk cId="0" sldId="317"/>
            <ac:spMk id="8" creationId="{C8AF4427-36A5-2E20-84D5-2FD330D9EA00}"/>
          </ac:spMkLst>
        </pc:spChg>
        <pc:spChg chg="mod">
          <ac:chgData name="Stéphane JAUBERT" userId="926aeaf5-0d8d-4569-9635-338e3b4850fc" providerId="ADAL" clId="{C777CAD2-2948-4130-A6C6-8CB11CD7CD00}" dt="2026-02-06T07:10:22.186" v="37" actId="1076"/>
          <ac:spMkLst>
            <pc:docMk/>
            <pc:sldMk cId="0" sldId="317"/>
            <ac:spMk id="9" creationId="{D7912FE9-39F8-3022-B13E-E31624B4BE6E}"/>
          </ac:spMkLst>
        </pc:spChg>
        <pc:spChg chg="mod">
          <ac:chgData name="Stéphane JAUBERT" userId="926aeaf5-0d8d-4569-9635-338e3b4850fc" providerId="ADAL" clId="{C777CAD2-2948-4130-A6C6-8CB11CD7CD00}" dt="2026-02-06T07:10:22.186" v="37" actId="1076"/>
          <ac:spMkLst>
            <pc:docMk/>
            <pc:sldMk cId="0" sldId="317"/>
            <ac:spMk id="10" creationId="{48AACC75-011E-47B6-8188-EB0EBE4A601E}"/>
          </ac:spMkLst>
        </pc:spChg>
        <pc:spChg chg="mod">
          <ac:chgData name="Stéphane JAUBERT" userId="926aeaf5-0d8d-4569-9635-338e3b4850fc" providerId="ADAL" clId="{C777CAD2-2948-4130-A6C6-8CB11CD7CD00}" dt="2026-02-06T07:10:22.186" v="37" actId="1076"/>
          <ac:spMkLst>
            <pc:docMk/>
            <pc:sldMk cId="0" sldId="317"/>
            <ac:spMk id="11" creationId="{F7990FD6-0E29-E011-057D-77FA65EAD587}"/>
          </ac:spMkLst>
        </pc:spChg>
        <pc:spChg chg="add del">
          <ac:chgData name="Stéphane JAUBERT" userId="926aeaf5-0d8d-4569-9635-338e3b4850fc" providerId="ADAL" clId="{C777CAD2-2948-4130-A6C6-8CB11CD7CD00}" dt="2026-02-06T07:10:22.057" v="33" actId="478"/>
          <ac:spMkLst>
            <pc:docMk/>
            <pc:sldMk cId="0" sldId="317"/>
            <ac:spMk id="50195" creationId="{00000000-0000-0000-0000-000000000000}"/>
          </ac:spMkLst>
        </pc:spChg>
        <pc:spChg chg="add">
          <ac:chgData name="Stéphane JAUBERT" userId="926aeaf5-0d8d-4569-9635-338e3b4850fc" providerId="ADAL" clId="{C777CAD2-2948-4130-A6C6-8CB11CD7CD00}" dt="2026-02-06T07:10:22.089" v="34" actId="478"/>
          <ac:spMkLst>
            <pc:docMk/>
            <pc:sldMk cId="0" sldId="317"/>
            <ac:spMk id="50196" creationId="{00000000-0000-0000-0000-000000000000}"/>
          </ac:spMkLst>
        </pc:spChg>
        <pc:spChg chg="add del mod">
          <ac:chgData name="Stéphane JAUBERT" userId="926aeaf5-0d8d-4569-9635-338e3b4850fc" providerId="ADAL" clId="{C777CAD2-2948-4130-A6C6-8CB11CD7CD00}" dt="2026-02-06T07:10:22.089" v="34" actId="478"/>
          <ac:spMkLst>
            <pc:docMk/>
            <pc:sldMk cId="0" sldId="317"/>
            <ac:spMk id="50197" creationId="{00000000-0000-0000-0000-000000000000}"/>
          </ac:spMkLst>
        </pc:spChg>
        <pc:spChg chg="add del">
          <ac:chgData name="Stéphane JAUBERT" userId="926aeaf5-0d8d-4569-9635-338e3b4850fc" providerId="ADAL" clId="{C777CAD2-2948-4130-A6C6-8CB11CD7CD00}" dt="2026-02-06T07:10:22.120" v="35" actId="478"/>
          <ac:spMkLst>
            <pc:docMk/>
            <pc:sldMk cId="0" sldId="317"/>
            <ac:spMk id="50198" creationId="{00000000-0000-0000-0000-000000000000}"/>
          </ac:spMkLst>
        </pc:spChg>
        <pc:spChg chg="add del">
          <ac:chgData name="Stéphane JAUBERT" userId="926aeaf5-0d8d-4569-9635-338e3b4850fc" providerId="ADAL" clId="{C777CAD2-2948-4130-A6C6-8CB11CD7CD00}" dt="2026-02-06T07:10:22.024" v="32" actId="478"/>
          <ac:spMkLst>
            <pc:docMk/>
            <pc:sldMk cId="0" sldId="317"/>
            <ac:spMk id="50199" creationId="{00000000-0000-0000-0000-000000000000}"/>
          </ac:spMkLst>
        </pc:spChg>
        <pc:spChg chg="add del mod">
          <ac:chgData name="Stéphane JAUBERT" userId="926aeaf5-0d8d-4569-9635-338e3b4850fc" providerId="ADAL" clId="{C777CAD2-2948-4130-A6C6-8CB11CD7CD00}" dt="2026-02-06T07:10:21.918" v="29" actId="478"/>
          <ac:spMkLst>
            <pc:docMk/>
            <pc:sldMk cId="0" sldId="317"/>
            <ac:spMk id="50200" creationId="{00000000-0000-0000-0000-000000000000}"/>
          </ac:spMkLst>
        </pc:spChg>
        <pc:spChg chg="add del">
          <ac:chgData name="Stéphane JAUBERT" userId="926aeaf5-0d8d-4569-9635-338e3b4850fc" providerId="ADAL" clId="{C777CAD2-2948-4130-A6C6-8CB11CD7CD00}" dt="2026-02-06T07:10:21.856" v="27" actId="478"/>
          <ac:spMkLst>
            <pc:docMk/>
            <pc:sldMk cId="0" sldId="317"/>
            <ac:spMk id="50201" creationId="{00000000-0000-0000-0000-000000000000}"/>
          </ac:spMkLst>
        </pc:spChg>
        <pc:spChg chg="mod">
          <ac:chgData name="Stéphane JAUBERT" userId="926aeaf5-0d8d-4569-9635-338e3b4850fc" providerId="ADAL" clId="{C777CAD2-2948-4130-A6C6-8CB11CD7CD00}" dt="2026-02-06T07:10:22.089" v="34" actId="478"/>
          <ac:spMkLst>
            <pc:docMk/>
            <pc:sldMk cId="0" sldId="317"/>
            <ac:spMk id="50203" creationId="{00000000-0000-0000-0000-000000000000}"/>
          </ac:spMkLst>
        </pc:spChg>
        <pc:spChg chg="add del">
          <ac:chgData name="Stéphane JAUBERT" userId="926aeaf5-0d8d-4569-9635-338e3b4850fc" providerId="ADAL" clId="{C777CAD2-2948-4130-A6C6-8CB11CD7CD00}" dt="2026-02-06T07:10:21.824" v="26" actId="478"/>
          <ac:spMkLst>
            <pc:docMk/>
            <pc:sldMk cId="0" sldId="317"/>
            <ac:spMk id="50204" creationId="{00000000-0000-0000-0000-000000000000}"/>
          </ac:spMkLst>
        </pc:spChg>
        <pc:spChg chg="add del">
          <ac:chgData name="Stéphane JAUBERT" userId="926aeaf5-0d8d-4569-9635-338e3b4850fc" providerId="ADAL" clId="{C777CAD2-2948-4130-A6C6-8CB11CD7CD00}" dt="2026-02-06T07:10:21.984" v="31" actId="478"/>
          <ac:spMkLst>
            <pc:docMk/>
            <pc:sldMk cId="0" sldId="317"/>
            <ac:spMk id="50205" creationId="{00000000-0000-0000-0000-000000000000}"/>
          </ac:spMkLst>
        </pc:spChg>
        <pc:spChg chg="add del mod">
          <ac:chgData name="Stéphane JAUBERT" userId="926aeaf5-0d8d-4569-9635-338e3b4850fc" providerId="ADAL" clId="{C777CAD2-2948-4130-A6C6-8CB11CD7CD00}" dt="2026-02-06T07:10:22.089" v="34" actId="478"/>
          <ac:spMkLst>
            <pc:docMk/>
            <pc:sldMk cId="0" sldId="317"/>
            <ac:spMk id="50206" creationId="{00000000-0000-0000-0000-000000000000}"/>
          </ac:spMkLst>
        </pc:spChg>
        <pc:spChg chg="mod">
          <ac:chgData name="Stéphane JAUBERT" userId="926aeaf5-0d8d-4569-9635-338e3b4850fc" providerId="ADAL" clId="{C777CAD2-2948-4130-A6C6-8CB11CD7CD00}" dt="2026-02-06T07:10:21.789" v="25" actId="1076"/>
          <ac:spMkLst>
            <pc:docMk/>
            <pc:sldMk cId="0" sldId="317"/>
            <ac:spMk id="50208" creationId="{00000000-0000-0000-0000-000000000000}"/>
          </ac:spMkLst>
        </pc:spChg>
        <pc:spChg chg="mod">
          <ac:chgData name="Stéphane JAUBERT" userId="926aeaf5-0d8d-4569-9635-338e3b4850fc" providerId="ADAL" clId="{C777CAD2-2948-4130-A6C6-8CB11CD7CD00}" dt="2026-02-06T07:10:22.089" v="34" actId="478"/>
          <ac:spMkLst>
            <pc:docMk/>
            <pc:sldMk cId="0" sldId="317"/>
            <ac:spMk id="50211" creationId="{00000000-0000-0000-0000-000000000000}"/>
          </ac:spMkLst>
        </pc:spChg>
        <pc:spChg chg="mod">
          <ac:chgData name="Stéphane JAUBERT" userId="926aeaf5-0d8d-4569-9635-338e3b4850fc" providerId="ADAL" clId="{C777CAD2-2948-4130-A6C6-8CB11CD7CD00}" dt="2026-02-06T07:10:22.089" v="34" actId="478"/>
          <ac:spMkLst>
            <pc:docMk/>
            <pc:sldMk cId="0" sldId="317"/>
            <ac:spMk id="50213" creationId="{00000000-0000-0000-0000-000000000000}"/>
          </ac:spMkLst>
        </pc:spChg>
        <pc:spChg chg="mod">
          <ac:chgData name="Stéphane JAUBERT" userId="926aeaf5-0d8d-4569-9635-338e3b4850fc" providerId="ADAL" clId="{C777CAD2-2948-4130-A6C6-8CB11CD7CD00}" dt="2026-02-06T07:10:22.089" v="34" actId="478"/>
          <ac:spMkLst>
            <pc:docMk/>
            <pc:sldMk cId="0" sldId="317"/>
            <ac:spMk id="50218" creationId="{00000000-0000-0000-0000-000000000000}"/>
          </ac:spMkLst>
        </pc:spChg>
        <pc:spChg chg="mod">
          <ac:chgData name="Stéphane JAUBERT" userId="926aeaf5-0d8d-4569-9635-338e3b4850fc" providerId="ADAL" clId="{C777CAD2-2948-4130-A6C6-8CB11CD7CD00}" dt="2026-02-06T07:10:22.089" v="34" actId="478"/>
          <ac:spMkLst>
            <pc:docMk/>
            <pc:sldMk cId="0" sldId="317"/>
            <ac:spMk id="50220" creationId="{00000000-0000-0000-0000-000000000000}"/>
          </ac:spMkLst>
        </pc:spChg>
        <pc:spChg chg="mod">
          <ac:chgData name="Stéphane JAUBERT" userId="926aeaf5-0d8d-4569-9635-338e3b4850fc" providerId="ADAL" clId="{C777CAD2-2948-4130-A6C6-8CB11CD7CD00}" dt="2026-02-06T07:10:21.789" v="25" actId="1076"/>
          <ac:spMkLst>
            <pc:docMk/>
            <pc:sldMk cId="0" sldId="317"/>
            <ac:spMk id="50221" creationId="{00000000-0000-0000-0000-000000000000}"/>
          </ac:spMkLst>
        </pc:spChg>
        <pc:spChg chg="mod">
          <ac:chgData name="Stéphane JAUBERT" userId="926aeaf5-0d8d-4569-9635-338e3b4850fc" providerId="ADAL" clId="{C777CAD2-2948-4130-A6C6-8CB11CD7CD00}" dt="2026-02-06T07:10:21.789" v="25" actId="1076"/>
          <ac:spMkLst>
            <pc:docMk/>
            <pc:sldMk cId="0" sldId="317"/>
            <ac:spMk id="50222" creationId="{00000000-0000-0000-0000-000000000000}"/>
          </ac:spMkLst>
        </pc:spChg>
        <pc:spChg chg="mod">
          <ac:chgData name="Stéphane JAUBERT" userId="926aeaf5-0d8d-4569-9635-338e3b4850fc" providerId="ADAL" clId="{C777CAD2-2948-4130-A6C6-8CB11CD7CD00}" dt="2026-02-06T07:10:22.089" v="34" actId="478"/>
          <ac:spMkLst>
            <pc:docMk/>
            <pc:sldMk cId="0" sldId="317"/>
            <ac:spMk id="50223" creationId="{00000000-0000-0000-0000-000000000000}"/>
          </ac:spMkLst>
        </pc:spChg>
        <pc:spChg chg="mod">
          <ac:chgData name="Stéphane JAUBERT" userId="926aeaf5-0d8d-4569-9635-338e3b4850fc" providerId="ADAL" clId="{C777CAD2-2948-4130-A6C6-8CB11CD7CD00}" dt="2026-02-06T07:10:22.089" v="34" actId="478"/>
          <ac:spMkLst>
            <pc:docMk/>
            <pc:sldMk cId="0" sldId="317"/>
            <ac:spMk id="50224" creationId="{00000000-0000-0000-0000-000000000000}"/>
          </ac:spMkLst>
        </pc:spChg>
        <pc:grpChg chg="add mod">
          <ac:chgData name="Stéphane JAUBERT" userId="926aeaf5-0d8d-4569-9635-338e3b4850fc" providerId="ADAL" clId="{C777CAD2-2948-4130-A6C6-8CB11CD7CD00}" dt="2026-02-06T07:10:22.186" v="37" actId="1076"/>
          <ac:grpSpMkLst>
            <pc:docMk/>
            <pc:sldMk cId="0" sldId="317"/>
            <ac:grpSpMk id="3" creationId="{FDA4FFDB-94A5-4C65-913D-B6F3283FEAAA}"/>
          </ac:grpSpMkLst>
        </pc:grpChg>
        <pc:grpChg chg="add del">
          <ac:chgData name="Stéphane JAUBERT" userId="926aeaf5-0d8d-4569-9635-338e3b4850fc" providerId="ADAL" clId="{C777CAD2-2948-4130-A6C6-8CB11CD7CD00}" dt="2026-02-06T07:09:30.138" v="10" actId="478"/>
          <ac:grpSpMkLst>
            <pc:docMk/>
            <pc:sldMk cId="0" sldId="317"/>
            <ac:grpSpMk id="7" creationId="{00000000-0000-0000-0000-000000000000}"/>
          </ac:grpSpMkLst>
        </pc:grpChg>
        <pc:grpChg chg="add del">
          <ac:chgData name="Stéphane JAUBERT" userId="926aeaf5-0d8d-4569-9635-338e3b4850fc" providerId="ADAL" clId="{C777CAD2-2948-4130-A6C6-8CB11CD7CD00}" dt="2026-02-06T07:10:21.918" v="29" actId="478"/>
          <ac:grpSpMkLst>
            <pc:docMk/>
            <pc:sldMk cId="0" sldId="317"/>
            <ac:grpSpMk id="50194" creationId="{00000000-0000-0000-0000-000000000000}"/>
          </ac:grpSpMkLst>
        </pc:grpChg>
      </pc:sldChg>
      <pc:sldChg chg="addSp modSp mod">
        <pc:chgData name="Stéphane JAUBERT" userId="926aeaf5-0d8d-4569-9635-338e3b4850fc" providerId="ADAL" clId="{C777CAD2-2948-4130-A6C6-8CB11CD7CD00}" dt="2026-02-06T07:10:29.076" v="39" actId="20577"/>
        <pc:sldMkLst>
          <pc:docMk/>
          <pc:sldMk cId="0" sldId="364"/>
        </pc:sldMkLst>
        <pc:spChg chg="mod">
          <ac:chgData name="Stéphane JAUBERT" userId="926aeaf5-0d8d-4569-9635-338e3b4850fc" providerId="ADAL" clId="{C777CAD2-2948-4130-A6C6-8CB11CD7CD00}" dt="2026-02-06T07:08:12.889" v="1" actId="1076"/>
          <ac:spMkLst>
            <pc:docMk/>
            <pc:sldMk cId="0" sldId="364"/>
            <ac:spMk id="3" creationId="{54897CF3-0BC7-A355-6516-6E3A147739B7}"/>
          </ac:spMkLst>
        </pc:spChg>
        <pc:spChg chg="mod">
          <ac:chgData name="Stéphane JAUBERT" userId="926aeaf5-0d8d-4569-9635-338e3b4850fc" providerId="ADAL" clId="{C777CAD2-2948-4130-A6C6-8CB11CD7CD00}" dt="2026-02-06T07:08:12.889" v="1" actId="1076"/>
          <ac:spMkLst>
            <pc:docMk/>
            <pc:sldMk cId="0" sldId="364"/>
            <ac:spMk id="4" creationId="{5D78901B-40FD-3200-7794-23A65A16C63B}"/>
          </ac:spMkLst>
        </pc:spChg>
        <pc:spChg chg="mod">
          <ac:chgData name="Stéphane JAUBERT" userId="926aeaf5-0d8d-4569-9635-338e3b4850fc" providerId="ADAL" clId="{C777CAD2-2948-4130-A6C6-8CB11CD7CD00}" dt="2026-02-06T07:08:12.889" v="1" actId="1076"/>
          <ac:spMkLst>
            <pc:docMk/>
            <pc:sldMk cId="0" sldId="364"/>
            <ac:spMk id="5" creationId="{7D9B8552-1257-08FD-7D17-A371F4F73611}"/>
          </ac:spMkLst>
        </pc:spChg>
        <pc:spChg chg="mod">
          <ac:chgData name="Stéphane JAUBERT" userId="926aeaf5-0d8d-4569-9635-338e3b4850fc" providerId="ADAL" clId="{C777CAD2-2948-4130-A6C6-8CB11CD7CD00}" dt="2026-02-06T07:08:12.889" v="1" actId="1076"/>
          <ac:spMkLst>
            <pc:docMk/>
            <pc:sldMk cId="0" sldId="364"/>
            <ac:spMk id="6" creationId="{DCC24045-2DC3-F241-2C3F-EE8831E7AA04}"/>
          </ac:spMkLst>
        </pc:spChg>
        <pc:spChg chg="mod">
          <ac:chgData name="Stéphane JAUBERT" userId="926aeaf5-0d8d-4569-9635-338e3b4850fc" providerId="ADAL" clId="{C777CAD2-2948-4130-A6C6-8CB11CD7CD00}" dt="2026-02-06T07:08:12.889" v="1" actId="1076"/>
          <ac:spMkLst>
            <pc:docMk/>
            <pc:sldMk cId="0" sldId="364"/>
            <ac:spMk id="7" creationId="{415F37A8-E076-FCBA-DF54-0CCB96F1075E}"/>
          </ac:spMkLst>
        </pc:spChg>
        <pc:spChg chg="mod">
          <ac:chgData name="Stéphane JAUBERT" userId="926aeaf5-0d8d-4569-9635-338e3b4850fc" providerId="ADAL" clId="{C777CAD2-2948-4130-A6C6-8CB11CD7CD00}" dt="2026-02-06T07:08:12.889" v="1" actId="1076"/>
          <ac:spMkLst>
            <pc:docMk/>
            <pc:sldMk cId="0" sldId="364"/>
            <ac:spMk id="8" creationId="{AEBDB115-4FCB-0460-F4C1-CAD07ED5FF66}"/>
          </ac:spMkLst>
        </pc:spChg>
        <pc:spChg chg="mod">
          <ac:chgData name="Stéphane JAUBERT" userId="926aeaf5-0d8d-4569-9635-338e3b4850fc" providerId="ADAL" clId="{C777CAD2-2948-4130-A6C6-8CB11CD7CD00}" dt="2026-02-06T07:10:29.076" v="39" actId="20577"/>
          <ac:spMkLst>
            <pc:docMk/>
            <pc:sldMk cId="0" sldId="364"/>
            <ac:spMk id="58393" creationId="{00000000-0000-0000-0000-000000000000}"/>
          </ac:spMkLst>
        </pc:spChg>
        <pc:grpChg chg="add mod">
          <ac:chgData name="Stéphane JAUBERT" userId="926aeaf5-0d8d-4569-9635-338e3b4850fc" providerId="ADAL" clId="{C777CAD2-2948-4130-A6C6-8CB11CD7CD00}" dt="2026-02-06T07:08:12.889" v="1" actId="1076"/>
          <ac:grpSpMkLst>
            <pc:docMk/>
            <pc:sldMk cId="0" sldId="364"/>
            <ac:grpSpMk id="2" creationId="{13AB7D1D-7C61-0C38-EB39-8599046F7EFC}"/>
          </ac:grpSpMkLst>
        </pc:grpChg>
      </pc:sldChg>
      <pc:sldChg chg="addSp modSp mod">
        <pc:chgData name="Stéphane JAUBERT" userId="926aeaf5-0d8d-4569-9635-338e3b4850fc" providerId="ADAL" clId="{C777CAD2-2948-4130-A6C6-8CB11CD7CD00}" dt="2026-02-06T07:11:06.843" v="45" actId="20577"/>
        <pc:sldMkLst>
          <pc:docMk/>
          <pc:sldMk cId="0" sldId="365"/>
        </pc:sldMkLst>
        <pc:spChg chg="mod">
          <ac:chgData name="Stéphane JAUBERT" userId="926aeaf5-0d8d-4569-9635-338e3b4850fc" providerId="ADAL" clId="{C777CAD2-2948-4130-A6C6-8CB11CD7CD00}" dt="2026-02-06T07:10:56.130" v="41" actId="1076"/>
          <ac:spMkLst>
            <pc:docMk/>
            <pc:sldMk cId="0" sldId="365"/>
            <ac:spMk id="3" creationId="{158BC408-4627-2F0A-2F01-D704EC042085}"/>
          </ac:spMkLst>
        </pc:spChg>
        <pc:spChg chg="mod">
          <ac:chgData name="Stéphane JAUBERT" userId="926aeaf5-0d8d-4569-9635-338e3b4850fc" providerId="ADAL" clId="{C777CAD2-2948-4130-A6C6-8CB11CD7CD00}" dt="2026-02-06T07:10:56.130" v="41" actId="1076"/>
          <ac:spMkLst>
            <pc:docMk/>
            <pc:sldMk cId="0" sldId="365"/>
            <ac:spMk id="4" creationId="{98A8D7FE-92C8-447C-A7BA-D98B6B461CD4}"/>
          </ac:spMkLst>
        </pc:spChg>
        <pc:spChg chg="mod">
          <ac:chgData name="Stéphane JAUBERT" userId="926aeaf5-0d8d-4569-9635-338e3b4850fc" providerId="ADAL" clId="{C777CAD2-2948-4130-A6C6-8CB11CD7CD00}" dt="2026-02-06T07:10:56.130" v="41" actId="1076"/>
          <ac:spMkLst>
            <pc:docMk/>
            <pc:sldMk cId="0" sldId="365"/>
            <ac:spMk id="5" creationId="{6A0D32AC-11D3-0AE8-F8F3-0841F5B20A74}"/>
          </ac:spMkLst>
        </pc:spChg>
        <pc:spChg chg="mod">
          <ac:chgData name="Stéphane JAUBERT" userId="926aeaf5-0d8d-4569-9635-338e3b4850fc" providerId="ADAL" clId="{C777CAD2-2948-4130-A6C6-8CB11CD7CD00}" dt="2026-02-06T07:10:56.130" v="41" actId="1076"/>
          <ac:spMkLst>
            <pc:docMk/>
            <pc:sldMk cId="0" sldId="365"/>
            <ac:spMk id="6" creationId="{A774F9EF-18B2-DF13-3072-861D6B1AAABD}"/>
          </ac:spMkLst>
        </pc:spChg>
        <pc:spChg chg="mod">
          <ac:chgData name="Stéphane JAUBERT" userId="926aeaf5-0d8d-4569-9635-338e3b4850fc" providerId="ADAL" clId="{C777CAD2-2948-4130-A6C6-8CB11CD7CD00}" dt="2026-02-06T07:10:56.130" v="41" actId="1076"/>
          <ac:spMkLst>
            <pc:docMk/>
            <pc:sldMk cId="0" sldId="365"/>
            <ac:spMk id="7" creationId="{AC40D5F4-0900-6E52-1646-B18126FCF2CE}"/>
          </ac:spMkLst>
        </pc:spChg>
        <pc:spChg chg="mod">
          <ac:chgData name="Stéphane JAUBERT" userId="926aeaf5-0d8d-4569-9635-338e3b4850fc" providerId="ADAL" clId="{C777CAD2-2948-4130-A6C6-8CB11CD7CD00}" dt="2026-02-06T07:10:56.130" v="41" actId="1076"/>
          <ac:spMkLst>
            <pc:docMk/>
            <pc:sldMk cId="0" sldId="365"/>
            <ac:spMk id="8" creationId="{E635E435-BA59-80E5-9279-E24E051F5684}"/>
          </ac:spMkLst>
        </pc:spChg>
        <pc:spChg chg="mod">
          <ac:chgData name="Stéphane JAUBERT" userId="926aeaf5-0d8d-4569-9635-338e3b4850fc" providerId="ADAL" clId="{C777CAD2-2948-4130-A6C6-8CB11CD7CD00}" dt="2026-02-06T07:11:04.318" v="44" actId="1076"/>
          <ac:spMkLst>
            <pc:docMk/>
            <pc:sldMk cId="0" sldId="365"/>
            <ac:spMk id="10" creationId="{047FD901-15BA-1396-1299-42032D8E4D68}"/>
          </ac:spMkLst>
        </pc:spChg>
        <pc:spChg chg="mod">
          <ac:chgData name="Stéphane JAUBERT" userId="926aeaf5-0d8d-4569-9635-338e3b4850fc" providerId="ADAL" clId="{C777CAD2-2948-4130-A6C6-8CB11CD7CD00}" dt="2026-02-06T07:11:04.318" v="44" actId="1076"/>
          <ac:spMkLst>
            <pc:docMk/>
            <pc:sldMk cId="0" sldId="365"/>
            <ac:spMk id="11" creationId="{3ADEC139-34D9-DCE9-9EE2-36B9273B54D2}"/>
          </ac:spMkLst>
        </pc:spChg>
        <pc:spChg chg="mod">
          <ac:chgData name="Stéphane JAUBERT" userId="926aeaf5-0d8d-4569-9635-338e3b4850fc" providerId="ADAL" clId="{C777CAD2-2948-4130-A6C6-8CB11CD7CD00}" dt="2026-02-06T07:11:04.318" v="44" actId="1076"/>
          <ac:spMkLst>
            <pc:docMk/>
            <pc:sldMk cId="0" sldId="365"/>
            <ac:spMk id="12" creationId="{94E4459C-068B-9909-65D4-F72EB0360960}"/>
          </ac:spMkLst>
        </pc:spChg>
        <pc:spChg chg="mod">
          <ac:chgData name="Stéphane JAUBERT" userId="926aeaf5-0d8d-4569-9635-338e3b4850fc" providerId="ADAL" clId="{C777CAD2-2948-4130-A6C6-8CB11CD7CD00}" dt="2026-02-06T07:11:04.318" v="44" actId="1076"/>
          <ac:spMkLst>
            <pc:docMk/>
            <pc:sldMk cId="0" sldId="365"/>
            <ac:spMk id="13" creationId="{C2287129-35B9-7441-3121-5E9A8A9447B5}"/>
          </ac:spMkLst>
        </pc:spChg>
        <pc:spChg chg="mod">
          <ac:chgData name="Stéphane JAUBERT" userId="926aeaf5-0d8d-4569-9635-338e3b4850fc" providerId="ADAL" clId="{C777CAD2-2948-4130-A6C6-8CB11CD7CD00}" dt="2026-02-06T07:11:04.318" v="44" actId="1076"/>
          <ac:spMkLst>
            <pc:docMk/>
            <pc:sldMk cId="0" sldId="365"/>
            <ac:spMk id="14" creationId="{DB01C3F7-E2F0-D2C4-2EEB-FC40A8C69533}"/>
          </ac:spMkLst>
        </pc:spChg>
        <pc:spChg chg="mod">
          <ac:chgData name="Stéphane JAUBERT" userId="926aeaf5-0d8d-4569-9635-338e3b4850fc" providerId="ADAL" clId="{C777CAD2-2948-4130-A6C6-8CB11CD7CD00}" dt="2026-02-06T07:11:04.318" v="44" actId="1076"/>
          <ac:spMkLst>
            <pc:docMk/>
            <pc:sldMk cId="0" sldId="365"/>
            <ac:spMk id="15" creationId="{75B96B53-B2E5-794B-11C9-B1F33645EC28}"/>
          </ac:spMkLst>
        </pc:spChg>
        <pc:spChg chg="mod">
          <ac:chgData name="Stéphane JAUBERT" userId="926aeaf5-0d8d-4569-9635-338e3b4850fc" providerId="ADAL" clId="{C777CAD2-2948-4130-A6C6-8CB11CD7CD00}" dt="2026-02-06T07:10:58.758" v="42" actId="20577"/>
          <ac:spMkLst>
            <pc:docMk/>
            <pc:sldMk cId="0" sldId="365"/>
            <ac:spMk id="67588" creationId="{00000000-0000-0000-0000-000000000000}"/>
          </ac:spMkLst>
        </pc:spChg>
        <pc:spChg chg="mod">
          <ac:chgData name="Stéphane JAUBERT" userId="926aeaf5-0d8d-4569-9635-338e3b4850fc" providerId="ADAL" clId="{C777CAD2-2948-4130-A6C6-8CB11CD7CD00}" dt="2026-02-06T07:11:06.843" v="45" actId="20577"/>
          <ac:spMkLst>
            <pc:docMk/>
            <pc:sldMk cId="0" sldId="365"/>
            <ac:spMk id="67607" creationId="{00000000-0000-0000-0000-000000000000}"/>
          </ac:spMkLst>
        </pc:spChg>
        <pc:grpChg chg="add mod">
          <ac:chgData name="Stéphane JAUBERT" userId="926aeaf5-0d8d-4569-9635-338e3b4850fc" providerId="ADAL" clId="{C777CAD2-2948-4130-A6C6-8CB11CD7CD00}" dt="2026-02-06T07:10:56.130" v="41" actId="1076"/>
          <ac:grpSpMkLst>
            <pc:docMk/>
            <pc:sldMk cId="0" sldId="365"/>
            <ac:grpSpMk id="2" creationId="{B2A24C3C-4616-AAAB-5714-636EDA5AD150}"/>
          </ac:grpSpMkLst>
        </pc:grpChg>
        <pc:grpChg chg="add mod">
          <ac:chgData name="Stéphane JAUBERT" userId="926aeaf5-0d8d-4569-9635-338e3b4850fc" providerId="ADAL" clId="{C777CAD2-2948-4130-A6C6-8CB11CD7CD00}" dt="2026-02-06T07:11:04.318" v="44" actId="1076"/>
          <ac:grpSpMkLst>
            <pc:docMk/>
            <pc:sldMk cId="0" sldId="365"/>
            <ac:grpSpMk id="9" creationId="{D2301F0F-67AB-53D1-A063-4B1FEA988728}"/>
          </ac:grpSpMkLst>
        </pc:grpChg>
      </pc:sldChg>
      <pc:sldChg chg="addSp delSp modSp mod">
        <pc:chgData name="Stéphane JAUBERT" userId="926aeaf5-0d8d-4569-9635-338e3b4850fc" providerId="ADAL" clId="{C777CAD2-2948-4130-A6C6-8CB11CD7CD00}" dt="2026-02-06T07:12:43.020" v="61" actId="20577"/>
        <pc:sldMkLst>
          <pc:docMk/>
          <pc:sldMk cId="0" sldId="366"/>
        </pc:sldMkLst>
        <pc:spChg chg="mod">
          <ac:chgData name="Stéphane JAUBERT" userId="926aeaf5-0d8d-4569-9635-338e3b4850fc" providerId="ADAL" clId="{C777CAD2-2948-4130-A6C6-8CB11CD7CD00}" dt="2026-02-06T07:11:23.120" v="47" actId="1076"/>
          <ac:spMkLst>
            <pc:docMk/>
            <pc:sldMk cId="0" sldId="366"/>
            <ac:spMk id="3" creationId="{8E493B45-86E3-A2D9-AAEC-D95D4DAAC922}"/>
          </ac:spMkLst>
        </pc:spChg>
        <pc:spChg chg="mod">
          <ac:chgData name="Stéphane JAUBERT" userId="926aeaf5-0d8d-4569-9635-338e3b4850fc" providerId="ADAL" clId="{C777CAD2-2948-4130-A6C6-8CB11CD7CD00}" dt="2026-02-06T07:11:23.120" v="47" actId="1076"/>
          <ac:spMkLst>
            <pc:docMk/>
            <pc:sldMk cId="0" sldId="366"/>
            <ac:spMk id="4" creationId="{02FDB9BC-EEE9-F5BA-964B-454238144585}"/>
          </ac:spMkLst>
        </pc:spChg>
        <pc:spChg chg="mod">
          <ac:chgData name="Stéphane JAUBERT" userId="926aeaf5-0d8d-4569-9635-338e3b4850fc" providerId="ADAL" clId="{C777CAD2-2948-4130-A6C6-8CB11CD7CD00}" dt="2026-02-06T07:11:23.120" v="47" actId="1076"/>
          <ac:spMkLst>
            <pc:docMk/>
            <pc:sldMk cId="0" sldId="366"/>
            <ac:spMk id="5" creationId="{FC55A682-E604-F10A-270A-3365F4623917}"/>
          </ac:spMkLst>
        </pc:spChg>
        <pc:spChg chg="mod">
          <ac:chgData name="Stéphane JAUBERT" userId="926aeaf5-0d8d-4569-9635-338e3b4850fc" providerId="ADAL" clId="{C777CAD2-2948-4130-A6C6-8CB11CD7CD00}" dt="2026-02-06T07:11:23.120" v="47" actId="1076"/>
          <ac:spMkLst>
            <pc:docMk/>
            <pc:sldMk cId="0" sldId="366"/>
            <ac:spMk id="6" creationId="{023240CD-315E-D881-A075-6C5EB9B313E8}"/>
          </ac:spMkLst>
        </pc:spChg>
        <pc:spChg chg="mod">
          <ac:chgData name="Stéphane JAUBERT" userId="926aeaf5-0d8d-4569-9635-338e3b4850fc" providerId="ADAL" clId="{C777CAD2-2948-4130-A6C6-8CB11CD7CD00}" dt="2026-02-06T07:11:23.120" v="47" actId="1076"/>
          <ac:spMkLst>
            <pc:docMk/>
            <pc:sldMk cId="0" sldId="366"/>
            <ac:spMk id="7" creationId="{26AC82C4-B5D1-42D0-1B2F-F2DD48B9AD89}"/>
          </ac:spMkLst>
        </pc:spChg>
        <pc:spChg chg="mod">
          <ac:chgData name="Stéphane JAUBERT" userId="926aeaf5-0d8d-4569-9635-338e3b4850fc" providerId="ADAL" clId="{C777CAD2-2948-4130-A6C6-8CB11CD7CD00}" dt="2026-02-06T07:11:23.120" v="47" actId="1076"/>
          <ac:spMkLst>
            <pc:docMk/>
            <pc:sldMk cId="0" sldId="366"/>
            <ac:spMk id="8" creationId="{2960BEAE-A770-C5B5-8D96-2524C0FAAD60}"/>
          </ac:spMkLst>
        </pc:spChg>
        <pc:spChg chg="add mod">
          <ac:chgData name="Stéphane JAUBERT" userId="926aeaf5-0d8d-4569-9635-338e3b4850fc" providerId="ADAL" clId="{C777CAD2-2948-4130-A6C6-8CB11CD7CD00}" dt="2026-02-06T07:12:00.192" v="55" actId="1076"/>
          <ac:spMkLst>
            <pc:docMk/>
            <pc:sldMk cId="0" sldId="366"/>
            <ac:spMk id="9" creationId="{91F7C559-CA5D-A46B-3848-1005A06F4E52}"/>
          </ac:spMkLst>
        </pc:spChg>
        <pc:spChg chg="add mod">
          <ac:chgData name="Stéphane JAUBERT" userId="926aeaf5-0d8d-4569-9635-338e3b4850fc" providerId="ADAL" clId="{C777CAD2-2948-4130-A6C6-8CB11CD7CD00}" dt="2026-02-06T07:11:56.069" v="54" actId="1076"/>
          <ac:spMkLst>
            <pc:docMk/>
            <pc:sldMk cId="0" sldId="366"/>
            <ac:spMk id="10" creationId="{62A4A1CD-66AC-C71A-8B13-2053E97F9248}"/>
          </ac:spMkLst>
        </pc:spChg>
        <pc:spChg chg="add mod">
          <ac:chgData name="Stéphane JAUBERT" userId="926aeaf5-0d8d-4569-9635-338e3b4850fc" providerId="ADAL" clId="{C777CAD2-2948-4130-A6C6-8CB11CD7CD00}" dt="2026-02-06T07:11:52.824" v="53" actId="1076"/>
          <ac:spMkLst>
            <pc:docMk/>
            <pc:sldMk cId="0" sldId="366"/>
            <ac:spMk id="11" creationId="{3FE3DBD7-8C48-12D7-557F-44EE4B34CCB2}"/>
          </ac:spMkLst>
        </pc:spChg>
        <pc:spChg chg="add del mod">
          <ac:chgData name="Stéphane JAUBERT" userId="926aeaf5-0d8d-4569-9635-338e3b4850fc" providerId="ADAL" clId="{C777CAD2-2948-4130-A6C6-8CB11CD7CD00}" dt="2026-02-06T07:11:50.867" v="52" actId="478"/>
          <ac:spMkLst>
            <pc:docMk/>
            <pc:sldMk cId="0" sldId="366"/>
            <ac:spMk id="12" creationId="{FA71DA1A-F48B-B7F3-4A34-90FFEE0DE7E1}"/>
          </ac:spMkLst>
        </pc:spChg>
        <pc:spChg chg="add mod">
          <ac:chgData name="Stéphane JAUBERT" userId="926aeaf5-0d8d-4569-9635-338e3b4850fc" providerId="ADAL" clId="{C777CAD2-2948-4130-A6C6-8CB11CD7CD00}" dt="2026-02-06T07:12:23.898" v="58" actId="20577"/>
          <ac:spMkLst>
            <pc:docMk/>
            <pc:sldMk cId="0" sldId="366"/>
            <ac:spMk id="13" creationId="{3D4C2D12-D846-7481-5E26-E49393A0B80A}"/>
          </ac:spMkLst>
        </pc:spChg>
        <pc:spChg chg="mod">
          <ac:chgData name="Stéphane JAUBERT" userId="926aeaf5-0d8d-4569-9635-338e3b4850fc" providerId="ADAL" clId="{C777CAD2-2948-4130-A6C6-8CB11CD7CD00}" dt="2026-02-06T07:12:40.575" v="60" actId="1076"/>
          <ac:spMkLst>
            <pc:docMk/>
            <pc:sldMk cId="0" sldId="366"/>
            <ac:spMk id="15" creationId="{1712AF5D-E7B6-3081-6707-12E6A5805D51}"/>
          </ac:spMkLst>
        </pc:spChg>
        <pc:spChg chg="mod">
          <ac:chgData name="Stéphane JAUBERT" userId="926aeaf5-0d8d-4569-9635-338e3b4850fc" providerId="ADAL" clId="{C777CAD2-2948-4130-A6C6-8CB11CD7CD00}" dt="2026-02-06T07:12:40.575" v="60" actId="1076"/>
          <ac:spMkLst>
            <pc:docMk/>
            <pc:sldMk cId="0" sldId="366"/>
            <ac:spMk id="16" creationId="{53AD599E-BE65-061A-339D-CD554F8118B1}"/>
          </ac:spMkLst>
        </pc:spChg>
        <pc:spChg chg="mod">
          <ac:chgData name="Stéphane JAUBERT" userId="926aeaf5-0d8d-4569-9635-338e3b4850fc" providerId="ADAL" clId="{C777CAD2-2948-4130-A6C6-8CB11CD7CD00}" dt="2026-02-06T07:12:40.575" v="60" actId="1076"/>
          <ac:spMkLst>
            <pc:docMk/>
            <pc:sldMk cId="0" sldId="366"/>
            <ac:spMk id="17" creationId="{E1C0217D-EACD-C7F9-7DC5-82F14F6C139B}"/>
          </ac:spMkLst>
        </pc:spChg>
        <pc:spChg chg="mod">
          <ac:chgData name="Stéphane JAUBERT" userId="926aeaf5-0d8d-4569-9635-338e3b4850fc" providerId="ADAL" clId="{C777CAD2-2948-4130-A6C6-8CB11CD7CD00}" dt="2026-02-06T07:12:40.575" v="60" actId="1076"/>
          <ac:spMkLst>
            <pc:docMk/>
            <pc:sldMk cId="0" sldId="366"/>
            <ac:spMk id="18" creationId="{1805379E-4CB0-4F99-B2B1-000AABD25D14}"/>
          </ac:spMkLst>
        </pc:spChg>
        <pc:spChg chg="mod">
          <ac:chgData name="Stéphane JAUBERT" userId="926aeaf5-0d8d-4569-9635-338e3b4850fc" providerId="ADAL" clId="{C777CAD2-2948-4130-A6C6-8CB11CD7CD00}" dt="2026-02-06T07:12:40.575" v="60" actId="1076"/>
          <ac:spMkLst>
            <pc:docMk/>
            <pc:sldMk cId="0" sldId="366"/>
            <ac:spMk id="19" creationId="{772CEDE3-FA14-98B0-108F-FADB5FF3AFF8}"/>
          </ac:spMkLst>
        </pc:spChg>
        <pc:spChg chg="mod">
          <ac:chgData name="Stéphane JAUBERT" userId="926aeaf5-0d8d-4569-9635-338e3b4850fc" providerId="ADAL" clId="{C777CAD2-2948-4130-A6C6-8CB11CD7CD00}" dt="2026-02-06T07:12:40.575" v="60" actId="1076"/>
          <ac:spMkLst>
            <pc:docMk/>
            <pc:sldMk cId="0" sldId="366"/>
            <ac:spMk id="20" creationId="{ACAC4798-E567-154C-4A01-7E1FAB218962}"/>
          </ac:spMkLst>
        </pc:spChg>
        <pc:spChg chg="mod">
          <ac:chgData name="Stéphane JAUBERT" userId="926aeaf5-0d8d-4569-9635-338e3b4850fc" providerId="ADAL" clId="{C777CAD2-2948-4130-A6C6-8CB11CD7CD00}" dt="2026-02-06T07:12:43.020" v="61" actId="20577"/>
          <ac:spMkLst>
            <pc:docMk/>
            <pc:sldMk cId="0" sldId="366"/>
            <ac:spMk id="75780" creationId="{00000000-0000-0000-0000-000000000000}"/>
          </ac:spMkLst>
        </pc:spChg>
        <pc:grpChg chg="add mod">
          <ac:chgData name="Stéphane JAUBERT" userId="926aeaf5-0d8d-4569-9635-338e3b4850fc" providerId="ADAL" clId="{C777CAD2-2948-4130-A6C6-8CB11CD7CD00}" dt="2026-02-06T07:11:23.120" v="47" actId="1076"/>
          <ac:grpSpMkLst>
            <pc:docMk/>
            <pc:sldMk cId="0" sldId="366"/>
            <ac:grpSpMk id="2" creationId="{0607B03A-BA5C-65F5-49C7-9277817AB008}"/>
          </ac:grpSpMkLst>
        </pc:grpChg>
        <pc:grpChg chg="add mod">
          <ac:chgData name="Stéphane JAUBERT" userId="926aeaf5-0d8d-4569-9635-338e3b4850fc" providerId="ADAL" clId="{C777CAD2-2948-4130-A6C6-8CB11CD7CD00}" dt="2026-02-06T07:12:40.575" v="60" actId="1076"/>
          <ac:grpSpMkLst>
            <pc:docMk/>
            <pc:sldMk cId="0" sldId="366"/>
            <ac:grpSpMk id="14" creationId="{727A790E-4579-913A-D3AF-F2243C25F1EB}"/>
          </ac:grpSpMkLst>
        </pc:grpChg>
      </pc:sldChg>
      <pc:sldChg chg="addSp modSp mod">
        <pc:chgData name="Stéphane JAUBERT" userId="926aeaf5-0d8d-4569-9635-338e3b4850fc" providerId="ADAL" clId="{C777CAD2-2948-4130-A6C6-8CB11CD7CD00}" dt="2026-02-06T07:15:02.540" v="70" actId="20577"/>
        <pc:sldMkLst>
          <pc:docMk/>
          <pc:sldMk cId="0" sldId="367"/>
        </pc:sldMkLst>
        <pc:spChg chg="add mod">
          <ac:chgData name="Stéphane JAUBERT" userId="926aeaf5-0d8d-4569-9635-338e3b4850fc" providerId="ADAL" clId="{C777CAD2-2948-4130-A6C6-8CB11CD7CD00}" dt="2026-02-06T07:14:50.432" v="66" actId="1076"/>
          <ac:spMkLst>
            <pc:docMk/>
            <pc:sldMk cId="0" sldId="367"/>
            <ac:spMk id="2" creationId="{7CCAF1D1-15B8-FEB4-7100-D3911D6A2531}"/>
          </ac:spMkLst>
        </pc:spChg>
        <pc:spChg chg="add mod">
          <ac:chgData name="Stéphane JAUBERT" userId="926aeaf5-0d8d-4569-9635-338e3b4850fc" providerId="ADAL" clId="{C777CAD2-2948-4130-A6C6-8CB11CD7CD00}" dt="2026-02-06T07:14:47.011" v="65" actId="1076"/>
          <ac:spMkLst>
            <pc:docMk/>
            <pc:sldMk cId="0" sldId="367"/>
            <ac:spMk id="3" creationId="{AA29A83C-12FE-8313-4637-55A1430D699A}"/>
          </ac:spMkLst>
        </pc:spChg>
        <pc:spChg chg="mod">
          <ac:chgData name="Stéphane JAUBERT" userId="926aeaf5-0d8d-4569-9635-338e3b4850fc" providerId="ADAL" clId="{C777CAD2-2948-4130-A6C6-8CB11CD7CD00}" dt="2026-02-06T07:14:59.698" v="69" actId="1076"/>
          <ac:spMkLst>
            <pc:docMk/>
            <pc:sldMk cId="0" sldId="367"/>
            <ac:spMk id="5" creationId="{FA5F2C4F-E42E-5664-E83B-D63B8AC12FC1}"/>
          </ac:spMkLst>
        </pc:spChg>
        <pc:spChg chg="mod">
          <ac:chgData name="Stéphane JAUBERT" userId="926aeaf5-0d8d-4569-9635-338e3b4850fc" providerId="ADAL" clId="{C777CAD2-2948-4130-A6C6-8CB11CD7CD00}" dt="2026-02-06T07:14:59.698" v="69" actId="1076"/>
          <ac:spMkLst>
            <pc:docMk/>
            <pc:sldMk cId="0" sldId="367"/>
            <ac:spMk id="6" creationId="{3A972940-42A2-7B65-397E-4D3BB201F89F}"/>
          </ac:spMkLst>
        </pc:spChg>
        <pc:spChg chg="mod">
          <ac:chgData name="Stéphane JAUBERT" userId="926aeaf5-0d8d-4569-9635-338e3b4850fc" providerId="ADAL" clId="{C777CAD2-2948-4130-A6C6-8CB11CD7CD00}" dt="2026-02-06T07:14:59.698" v="69" actId="1076"/>
          <ac:spMkLst>
            <pc:docMk/>
            <pc:sldMk cId="0" sldId="367"/>
            <ac:spMk id="7" creationId="{15F779F9-F2E2-A239-26F0-F45C0B8BF180}"/>
          </ac:spMkLst>
        </pc:spChg>
        <pc:spChg chg="mod">
          <ac:chgData name="Stéphane JAUBERT" userId="926aeaf5-0d8d-4569-9635-338e3b4850fc" providerId="ADAL" clId="{C777CAD2-2948-4130-A6C6-8CB11CD7CD00}" dt="2026-02-06T07:14:59.698" v="69" actId="1076"/>
          <ac:spMkLst>
            <pc:docMk/>
            <pc:sldMk cId="0" sldId="367"/>
            <ac:spMk id="8" creationId="{ACF92B91-D3BE-95BC-6191-0DC5E4B6B9E3}"/>
          </ac:spMkLst>
        </pc:spChg>
        <pc:spChg chg="mod">
          <ac:chgData name="Stéphane JAUBERT" userId="926aeaf5-0d8d-4569-9635-338e3b4850fc" providerId="ADAL" clId="{C777CAD2-2948-4130-A6C6-8CB11CD7CD00}" dt="2026-02-06T07:14:59.698" v="69" actId="1076"/>
          <ac:spMkLst>
            <pc:docMk/>
            <pc:sldMk cId="0" sldId="367"/>
            <ac:spMk id="9" creationId="{219E1A56-6BD2-9C93-F29D-D1B7E2C7E2E7}"/>
          </ac:spMkLst>
        </pc:spChg>
        <pc:spChg chg="mod">
          <ac:chgData name="Stéphane JAUBERT" userId="926aeaf5-0d8d-4569-9635-338e3b4850fc" providerId="ADAL" clId="{C777CAD2-2948-4130-A6C6-8CB11CD7CD00}" dt="2026-02-06T07:14:59.698" v="69" actId="1076"/>
          <ac:spMkLst>
            <pc:docMk/>
            <pc:sldMk cId="0" sldId="367"/>
            <ac:spMk id="10" creationId="{925F7E7D-C272-035A-9C1D-1857B509C8E5}"/>
          </ac:spMkLst>
        </pc:spChg>
        <pc:spChg chg="mod">
          <ac:chgData name="Stéphane JAUBERT" userId="926aeaf5-0d8d-4569-9635-338e3b4850fc" providerId="ADAL" clId="{C777CAD2-2948-4130-A6C6-8CB11CD7CD00}" dt="2026-02-06T07:15:02.540" v="70" actId="20577"/>
          <ac:spMkLst>
            <pc:docMk/>
            <pc:sldMk cId="0" sldId="367"/>
            <ac:spMk id="99332" creationId="{00000000-0000-0000-0000-000000000000}"/>
          </ac:spMkLst>
        </pc:spChg>
        <pc:spChg chg="mod">
          <ac:chgData name="Stéphane JAUBERT" userId="926aeaf5-0d8d-4569-9635-338e3b4850fc" providerId="ADAL" clId="{C777CAD2-2948-4130-A6C6-8CB11CD7CD00}" dt="2026-02-06T07:14:52.855" v="67" actId="20577"/>
          <ac:spMkLst>
            <pc:docMk/>
            <pc:sldMk cId="0" sldId="367"/>
            <ac:spMk id="99350" creationId="{00000000-0000-0000-0000-000000000000}"/>
          </ac:spMkLst>
        </pc:spChg>
        <pc:grpChg chg="add mod">
          <ac:chgData name="Stéphane JAUBERT" userId="926aeaf5-0d8d-4569-9635-338e3b4850fc" providerId="ADAL" clId="{C777CAD2-2948-4130-A6C6-8CB11CD7CD00}" dt="2026-02-06T07:14:59.698" v="69" actId="1076"/>
          <ac:grpSpMkLst>
            <pc:docMk/>
            <pc:sldMk cId="0" sldId="367"/>
            <ac:grpSpMk id="4" creationId="{C98B898F-B07D-37F2-8233-1257E31E0990}"/>
          </ac:grpSpMkLst>
        </pc:grpChg>
      </pc:sldChg>
      <pc:sldChg chg="addSp modSp mod">
        <pc:chgData name="Stéphane JAUBERT" userId="926aeaf5-0d8d-4569-9635-338e3b4850fc" providerId="ADAL" clId="{C777CAD2-2948-4130-A6C6-8CB11CD7CD00}" dt="2026-02-06T07:15:16.643" v="73" actId="20577"/>
        <pc:sldMkLst>
          <pc:docMk/>
          <pc:sldMk cId="0" sldId="368"/>
        </pc:sldMkLst>
        <pc:spChg chg="mod">
          <ac:chgData name="Stéphane JAUBERT" userId="926aeaf5-0d8d-4569-9635-338e3b4850fc" providerId="ADAL" clId="{C777CAD2-2948-4130-A6C6-8CB11CD7CD00}" dt="2026-02-06T07:15:14.615" v="72" actId="1076"/>
          <ac:spMkLst>
            <pc:docMk/>
            <pc:sldMk cId="0" sldId="368"/>
            <ac:spMk id="3" creationId="{43BC040A-4BB6-E13A-277B-5F1951284555}"/>
          </ac:spMkLst>
        </pc:spChg>
        <pc:spChg chg="mod">
          <ac:chgData name="Stéphane JAUBERT" userId="926aeaf5-0d8d-4569-9635-338e3b4850fc" providerId="ADAL" clId="{C777CAD2-2948-4130-A6C6-8CB11CD7CD00}" dt="2026-02-06T07:15:14.615" v="72" actId="1076"/>
          <ac:spMkLst>
            <pc:docMk/>
            <pc:sldMk cId="0" sldId="368"/>
            <ac:spMk id="4" creationId="{18A0A4C6-D101-DCB0-2379-C83CEB417476}"/>
          </ac:spMkLst>
        </pc:spChg>
        <pc:spChg chg="mod">
          <ac:chgData name="Stéphane JAUBERT" userId="926aeaf5-0d8d-4569-9635-338e3b4850fc" providerId="ADAL" clId="{C777CAD2-2948-4130-A6C6-8CB11CD7CD00}" dt="2026-02-06T07:15:14.615" v="72" actId="1076"/>
          <ac:spMkLst>
            <pc:docMk/>
            <pc:sldMk cId="0" sldId="368"/>
            <ac:spMk id="5" creationId="{7E4D3B79-D476-970D-743D-BBF8A88449FF}"/>
          </ac:spMkLst>
        </pc:spChg>
        <pc:spChg chg="mod">
          <ac:chgData name="Stéphane JAUBERT" userId="926aeaf5-0d8d-4569-9635-338e3b4850fc" providerId="ADAL" clId="{C777CAD2-2948-4130-A6C6-8CB11CD7CD00}" dt="2026-02-06T07:15:14.615" v="72" actId="1076"/>
          <ac:spMkLst>
            <pc:docMk/>
            <pc:sldMk cId="0" sldId="368"/>
            <ac:spMk id="6" creationId="{51CA8A10-FEB3-279A-25AE-EB3AA4319B76}"/>
          </ac:spMkLst>
        </pc:spChg>
        <pc:spChg chg="mod">
          <ac:chgData name="Stéphane JAUBERT" userId="926aeaf5-0d8d-4569-9635-338e3b4850fc" providerId="ADAL" clId="{C777CAD2-2948-4130-A6C6-8CB11CD7CD00}" dt="2026-02-06T07:15:14.615" v="72" actId="1076"/>
          <ac:spMkLst>
            <pc:docMk/>
            <pc:sldMk cId="0" sldId="368"/>
            <ac:spMk id="7" creationId="{41A9D885-53FA-0730-C150-890EF589D334}"/>
          </ac:spMkLst>
        </pc:spChg>
        <pc:spChg chg="mod">
          <ac:chgData name="Stéphane JAUBERT" userId="926aeaf5-0d8d-4569-9635-338e3b4850fc" providerId="ADAL" clId="{C777CAD2-2948-4130-A6C6-8CB11CD7CD00}" dt="2026-02-06T07:15:14.615" v="72" actId="1076"/>
          <ac:spMkLst>
            <pc:docMk/>
            <pc:sldMk cId="0" sldId="368"/>
            <ac:spMk id="8" creationId="{A34AA3BA-08FF-BAEE-B0E4-E3AA77BEFC1C}"/>
          </ac:spMkLst>
        </pc:spChg>
        <pc:spChg chg="mod">
          <ac:chgData name="Stéphane JAUBERT" userId="926aeaf5-0d8d-4569-9635-338e3b4850fc" providerId="ADAL" clId="{C777CAD2-2948-4130-A6C6-8CB11CD7CD00}" dt="2026-02-06T07:15:16.643" v="73" actId="20577"/>
          <ac:spMkLst>
            <pc:docMk/>
            <pc:sldMk cId="0" sldId="368"/>
            <ac:spMk id="107535" creationId="{00000000-0000-0000-0000-000000000000}"/>
          </ac:spMkLst>
        </pc:spChg>
        <pc:grpChg chg="add mod">
          <ac:chgData name="Stéphane JAUBERT" userId="926aeaf5-0d8d-4569-9635-338e3b4850fc" providerId="ADAL" clId="{C777CAD2-2948-4130-A6C6-8CB11CD7CD00}" dt="2026-02-06T07:15:14.615" v="72" actId="1076"/>
          <ac:grpSpMkLst>
            <pc:docMk/>
            <pc:sldMk cId="0" sldId="368"/>
            <ac:grpSpMk id="2" creationId="{4FE21549-07D6-5432-7610-37B333523635}"/>
          </ac:grpSpMkLst>
        </pc:grpChg>
      </pc:sldChg>
      <pc:sldChg chg="addSp modSp mod">
        <pc:chgData name="Stéphane JAUBERT" userId="926aeaf5-0d8d-4569-9635-338e3b4850fc" providerId="ADAL" clId="{C777CAD2-2948-4130-A6C6-8CB11CD7CD00}" dt="2026-02-06T07:37:11.393" v="81" actId="1076"/>
        <pc:sldMkLst>
          <pc:docMk/>
          <pc:sldMk cId="0" sldId="369"/>
        </pc:sldMkLst>
        <pc:spChg chg="mod">
          <ac:chgData name="Stéphane JAUBERT" userId="926aeaf5-0d8d-4569-9635-338e3b4850fc" providerId="ADAL" clId="{C777CAD2-2948-4130-A6C6-8CB11CD7CD00}" dt="2026-02-06T07:36:56.610" v="75"/>
          <ac:spMkLst>
            <pc:docMk/>
            <pc:sldMk cId="0" sldId="369"/>
            <ac:spMk id="3" creationId="{46EC8B51-A257-A573-8FA8-22CD70A9E61C}"/>
          </ac:spMkLst>
        </pc:spChg>
        <pc:spChg chg="mod">
          <ac:chgData name="Stéphane JAUBERT" userId="926aeaf5-0d8d-4569-9635-338e3b4850fc" providerId="ADAL" clId="{C777CAD2-2948-4130-A6C6-8CB11CD7CD00}" dt="2026-02-06T07:36:56.610" v="75"/>
          <ac:spMkLst>
            <pc:docMk/>
            <pc:sldMk cId="0" sldId="369"/>
            <ac:spMk id="4" creationId="{8B6B0812-7B6A-8643-1181-201402AE68D1}"/>
          </ac:spMkLst>
        </pc:spChg>
        <pc:spChg chg="mod">
          <ac:chgData name="Stéphane JAUBERT" userId="926aeaf5-0d8d-4569-9635-338e3b4850fc" providerId="ADAL" clId="{C777CAD2-2948-4130-A6C6-8CB11CD7CD00}" dt="2026-02-06T07:36:56.610" v="75"/>
          <ac:spMkLst>
            <pc:docMk/>
            <pc:sldMk cId="0" sldId="369"/>
            <ac:spMk id="5" creationId="{76D90186-BD74-DDC8-324C-A75CE83D9CA9}"/>
          </ac:spMkLst>
        </pc:spChg>
        <pc:spChg chg="mod">
          <ac:chgData name="Stéphane JAUBERT" userId="926aeaf5-0d8d-4569-9635-338e3b4850fc" providerId="ADAL" clId="{C777CAD2-2948-4130-A6C6-8CB11CD7CD00}" dt="2026-02-06T07:36:56.610" v="75"/>
          <ac:spMkLst>
            <pc:docMk/>
            <pc:sldMk cId="0" sldId="369"/>
            <ac:spMk id="6" creationId="{0F494580-1745-F24A-6A4F-A69F91F1FE8C}"/>
          </ac:spMkLst>
        </pc:spChg>
        <pc:spChg chg="mod">
          <ac:chgData name="Stéphane JAUBERT" userId="926aeaf5-0d8d-4569-9635-338e3b4850fc" providerId="ADAL" clId="{C777CAD2-2948-4130-A6C6-8CB11CD7CD00}" dt="2026-02-06T07:36:56.610" v="75"/>
          <ac:spMkLst>
            <pc:docMk/>
            <pc:sldMk cId="0" sldId="369"/>
            <ac:spMk id="7" creationId="{A88D4DF0-60FD-7823-D970-95D5DA553110}"/>
          </ac:spMkLst>
        </pc:spChg>
        <pc:spChg chg="mod">
          <ac:chgData name="Stéphane JAUBERT" userId="926aeaf5-0d8d-4569-9635-338e3b4850fc" providerId="ADAL" clId="{C777CAD2-2948-4130-A6C6-8CB11CD7CD00}" dt="2026-02-06T07:36:56.610" v="75"/>
          <ac:spMkLst>
            <pc:docMk/>
            <pc:sldMk cId="0" sldId="369"/>
            <ac:spMk id="8" creationId="{F04D3CC5-97A0-E08A-8F95-BD07D3F303A7}"/>
          </ac:spMkLst>
        </pc:spChg>
        <pc:spChg chg="mod">
          <ac:chgData name="Stéphane JAUBERT" userId="926aeaf5-0d8d-4569-9635-338e3b4850fc" providerId="ADAL" clId="{C777CAD2-2948-4130-A6C6-8CB11CD7CD00}" dt="2026-02-06T07:36:59.713" v="77" actId="1076"/>
          <ac:spMkLst>
            <pc:docMk/>
            <pc:sldMk cId="0" sldId="369"/>
            <ac:spMk id="10" creationId="{915F1266-8713-779C-57B5-C30F94910706}"/>
          </ac:spMkLst>
        </pc:spChg>
        <pc:spChg chg="mod">
          <ac:chgData name="Stéphane JAUBERT" userId="926aeaf5-0d8d-4569-9635-338e3b4850fc" providerId="ADAL" clId="{C777CAD2-2948-4130-A6C6-8CB11CD7CD00}" dt="2026-02-06T07:36:59.713" v="77" actId="1076"/>
          <ac:spMkLst>
            <pc:docMk/>
            <pc:sldMk cId="0" sldId="369"/>
            <ac:spMk id="11" creationId="{57CE78AE-93C1-E35C-43F8-1E5496749EA0}"/>
          </ac:spMkLst>
        </pc:spChg>
        <pc:spChg chg="mod">
          <ac:chgData name="Stéphane JAUBERT" userId="926aeaf5-0d8d-4569-9635-338e3b4850fc" providerId="ADAL" clId="{C777CAD2-2948-4130-A6C6-8CB11CD7CD00}" dt="2026-02-06T07:36:59.713" v="77" actId="1076"/>
          <ac:spMkLst>
            <pc:docMk/>
            <pc:sldMk cId="0" sldId="369"/>
            <ac:spMk id="12" creationId="{848403F1-C8D1-FFBF-8899-FBA17EB62EB2}"/>
          </ac:spMkLst>
        </pc:spChg>
        <pc:spChg chg="mod">
          <ac:chgData name="Stéphane JAUBERT" userId="926aeaf5-0d8d-4569-9635-338e3b4850fc" providerId="ADAL" clId="{C777CAD2-2948-4130-A6C6-8CB11CD7CD00}" dt="2026-02-06T07:36:59.713" v="77" actId="1076"/>
          <ac:spMkLst>
            <pc:docMk/>
            <pc:sldMk cId="0" sldId="369"/>
            <ac:spMk id="13" creationId="{6E1DECF6-DF9F-C1CE-9FB2-D358F90252AF}"/>
          </ac:spMkLst>
        </pc:spChg>
        <pc:spChg chg="mod">
          <ac:chgData name="Stéphane JAUBERT" userId="926aeaf5-0d8d-4569-9635-338e3b4850fc" providerId="ADAL" clId="{C777CAD2-2948-4130-A6C6-8CB11CD7CD00}" dt="2026-02-06T07:36:59.713" v="77" actId="1076"/>
          <ac:spMkLst>
            <pc:docMk/>
            <pc:sldMk cId="0" sldId="369"/>
            <ac:spMk id="14" creationId="{806AAE6D-C746-CAD1-D73C-0B299C8CC9D0}"/>
          </ac:spMkLst>
        </pc:spChg>
        <pc:spChg chg="mod">
          <ac:chgData name="Stéphane JAUBERT" userId="926aeaf5-0d8d-4569-9635-338e3b4850fc" providerId="ADAL" clId="{C777CAD2-2948-4130-A6C6-8CB11CD7CD00}" dt="2026-02-06T07:36:59.713" v="77" actId="1076"/>
          <ac:spMkLst>
            <pc:docMk/>
            <pc:sldMk cId="0" sldId="369"/>
            <ac:spMk id="15" creationId="{719C4D50-72F6-2429-0A0F-92F8EAF3E8A7}"/>
          </ac:spMkLst>
        </pc:spChg>
        <pc:spChg chg="add mod">
          <ac:chgData name="Stéphane JAUBERT" userId="926aeaf5-0d8d-4569-9635-338e3b4850fc" providerId="ADAL" clId="{C777CAD2-2948-4130-A6C6-8CB11CD7CD00}" dt="2026-02-06T07:37:07.708" v="79"/>
          <ac:spMkLst>
            <pc:docMk/>
            <pc:sldMk cId="0" sldId="369"/>
            <ac:spMk id="16" creationId="{AB28209C-0E37-B732-4B7E-F6D213DAFEC3}"/>
          </ac:spMkLst>
        </pc:spChg>
        <pc:spChg chg="add mod">
          <ac:chgData name="Stéphane JAUBERT" userId="926aeaf5-0d8d-4569-9635-338e3b4850fc" providerId="ADAL" clId="{C777CAD2-2948-4130-A6C6-8CB11CD7CD00}" dt="2026-02-06T07:37:11.393" v="81" actId="1076"/>
          <ac:spMkLst>
            <pc:docMk/>
            <pc:sldMk cId="0" sldId="369"/>
            <ac:spMk id="17" creationId="{080B853E-919A-C79E-468C-FAC41D36ABE4}"/>
          </ac:spMkLst>
        </pc:spChg>
        <pc:spChg chg="mod">
          <ac:chgData name="Stéphane JAUBERT" userId="926aeaf5-0d8d-4569-9635-338e3b4850fc" providerId="ADAL" clId="{C777CAD2-2948-4130-A6C6-8CB11CD7CD00}" dt="2026-02-06T07:37:02.322" v="78" actId="20577"/>
          <ac:spMkLst>
            <pc:docMk/>
            <pc:sldMk cId="0" sldId="369"/>
            <ac:spMk id="118788" creationId="{00000000-0000-0000-0000-000000000000}"/>
          </ac:spMkLst>
        </pc:spChg>
        <pc:grpChg chg="add mod">
          <ac:chgData name="Stéphane JAUBERT" userId="926aeaf5-0d8d-4569-9635-338e3b4850fc" providerId="ADAL" clId="{C777CAD2-2948-4130-A6C6-8CB11CD7CD00}" dt="2026-02-06T07:36:56.610" v="75"/>
          <ac:grpSpMkLst>
            <pc:docMk/>
            <pc:sldMk cId="0" sldId="369"/>
            <ac:grpSpMk id="2" creationId="{62C11FE2-F4EE-1F38-D10B-05EA6F76E29F}"/>
          </ac:grpSpMkLst>
        </pc:grpChg>
        <pc:grpChg chg="add mod">
          <ac:chgData name="Stéphane JAUBERT" userId="926aeaf5-0d8d-4569-9635-338e3b4850fc" providerId="ADAL" clId="{C777CAD2-2948-4130-A6C6-8CB11CD7CD00}" dt="2026-02-06T07:36:59.713" v="77" actId="1076"/>
          <ac:grpSpMkLst>
            <pc:docMk/>
            <pc:sldMk cId="0" sldId="369"/>
            <ac:grpSpMk id="9" creationId="{250A613D-97FD-FF03-8ECB-6B91629843F3}"/>
          </ac:grpSpMkLst>
        </pc:grpChg>
      </pc:sldChg>
      <pc:sldChg chg="mod modShow">
        <pc:chgData name="Stéphane JAUBERT" userId="926aeaf5-0d8d-4569-9635-338e3b4850fc" providerId="ADAL" clId="{C777CAD2-2948-4130-A6C6-8CB11CD7CD00}" dt="2026-02-06T07:36:40.950" v="74" actId="729"/>
        <pc:sldMkLst>
          <pc:docMk/>
          <pc:sldMk cId="0" sldId="530"/>
        </pc:sldMkLst>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83970" name="Rectangle 2"/>
          <p:cNvSpPr>
            <a:spLocks noGrp="1" noChangeArrowheads="1"/>
          </p:cNvSpPr>
          <p:nvPr>
            <p:ph type="hdr" sz="quarter"/>
          </p:nvPr>
        </p:nvSpPr>
        <p:spPr bwMode="auto">
          <a:xfrm>
            <a:off x="0" y="1"/>
            <a:ext cx="2946861" cy="496930"/>
          </a:xfrm>
          <a:prstGeom prst="rect">
            <a:avLst/>
          </a:prstGeom>
          <a:noFill/>
          <a:ln w="6350">
            <a:noFill/>
            <a:miter lim="800000"/>
            <a:headEnd/>
            <a:tailEnd/>
          </a:ln>
          <a:effectLst/>
        </p:spPr>
        <p:txBody>
          <a:bodyPr vert="horz" wrap="none" lIns="91422" tIns="45711" rIns="91422" bIns="45711" numCol="1" anchor="ctr" anchorCtr="0" compatLnSpc="1">
            <a:prstTxWarp prst="textNoShape">
              <a:avLst/>
            </a:prstTxWarp>
          </a:bodyPr>
          <a:lstStyle>
            <a:lvl1pPr algn="l">
              <a:defRPr sz="1200">
                <a:latin typeface="Times New Roman" pitchFamily="18" charset="0"/>
              </a:defRPr>
            </a:lvl1pPr>
          </a:lstStyle>
          <a:p>
            <a:pPr>
              <a:defRPr/>
            </a:pPr>
            <a:endParaRPr lang="fr-FR"/>
          </a:p>
        </p:txBody>
      </p:sp>
      <p:sp>
        <p:nvSpPr>
          <p:cNvPr id="83971" name="Rectangle 3"/>
          <p:cNvSpPr>
            <a:spLocks noGrp="1" noChangeArrowheads="1"/>
          </p:cNvSpPr>
          <p:nvPr>
            <p:ph type="dt" sz="quarter" idx="1"/>
          </p:nvPr>
        </p:nvSpPr>
        <p:spPr bwMode="auto">
          <a:xfrm>
            <a:off x="3850814" y="1"/>
            <a:ext cx="2946861" cy="496930"/>
          </a:xfrm>
          <a:prstGeom prst="rect">
            <a:avLst/>
          </a:prstGeom>
          <a:noFill/>
          <a:ln w="6350">
            <a:noFill/>
            <a:miter lim="800000"/>
            <a:headEnd/>
            <a:tailEnd/>
          </a:ln>
          <a:effectLst/>
        </p:spPr>
        <p:txBody>
          <a:bodyPr vert="horz" wrap="none" lIns="91422" tIns="45711" rIns="91422" bIns="45711" numCol="1" anchor="ctr" anchorCtr="0" compatLnSpc="1">
            <a:prstTxWarp prst="textNoShape">
              <a:avLst/>
            </a:prstTxWarp>
          </a:bodyPr>
          <a:lstStyle>
            <a:lvl1pPr algn="r">
              <a:defRPr sz="1200">
                <a:latin typeface="Times New Roman" pitchFamily="18" charset="0"/>
              </a:defRPr>
            </a:lvl1pPr>
          </a:lstStyle>
          <a:p>
            <a:pPr>
              <a:defRPr/>
            </a:pPr>
            <a:endParaRPr lang="fr-FR"/>
          </a:p>
        </p:txBody>
      </p:sp>
      <p:sp>
        <p:nvSpPr>
          <p:cNvPr id="83972" name="Rectangle 4"/>
          <p:cNvSpPr>
            <a:spLocks noGrp="1" noChangeArrowheads="1"/>
          </p:cNvSpPr>
          <p:nvPr>
            <p:ph type="ftr" sz="quarter" idx="2"/>
          </p:nvPr>
        </p:nvSpPr>
        <p:spPr bwMode="auto">
          <a:xfrm>
            <a:off x="0" y="9429708"/>
            <a:ext cx="2946861" cy="496930"/>
          </a:xfrm>
          <a:prstGeom prst="rect">
            <a:avLst/>
          </a:prstGeom>
          <a:noFill/>
          <a:ln w="6350">
            <a:noFill/>
            <a:miter lim="800000"/>
            <a:headEnd/>
            <a:tailEnd/>
          </a:ln>
          <a:effectLst/>
        </p:spPr>
        <p:txBody>
          <a:bodyPr vert="horz" wrap="none" lIns="91422" tIns="45711" rIns="91422" bIns="45711" numCol="1" anchor="b" anchorCtr="0" compatLnSpc="1">
            <a:prstTxWarp prst="textNoShape">
              <a:avLst/>
            </a:prstTxWarp>
          </a:bodyPr>
          <a:lstStyle>
            <a:lvl1pPr algn="l">
              <a:defRPr sz="1200">
                <a:latin typeface="Times New Roman" pitchFamily="18" charset="0"/>
              </a:defRPr>
            </a:lvl1pPr>
          </a:lstStyle>
          <a:p>
            <a:pPr>
              <a:defRPr/>
            </a:pPr>
            <a:endParaRPr lang="fr-FR"/>
          </a:p>
        </p:txBody>
      </p:sp>
      <p:sp>
        <p:nvSpPr>
          <p:cNvPr id="83973" name="Rectangle 5"/>
          <p:cNvSpPr>
            <a:spLocks noGrp="1" noChangeArrowheads="1"/>
          </p:cNvSpPr>
          <p:nvPr>
            <p:ph type="sldNum" sz="quarter" idx="3"/>
          </p:nvPr>
        </p:nvSpPr>
        <p:spPr bwMode="auto">
          <a:xfrm>
            <a:off x="3850814" y="9429708"/>
            <a:ext cx="2946861" cy="496930"/>
          </a:xfrm>
          <a:prstGeom prst="rect">
            <a:avLst/>
          </a:prstGeom>
          <a:noFill/>
          <a:ln w="6350">
            <a:noFill/>
            <a:miter lim="800000"/>
            <a:headEnd/>
            <a:tailEnd/>
          </a:ln>
          <a:effectLst/>
        </p:spPr>
        <p:txBody>
          <a:bodyPr vert="horz" wrap="none" lIns="91422" tIns="45711" rIns="91422" bIns="45711" numCol="1" anchor="b" anchorCtr="0" compatLnSpc="1">
            <a:prstTxWarp prst="textNoShape">
              <a:avLst/>
            </a:prstTxWarp>
          </a:bodyPr>
          <a:lstStyle>
            <a:lvl1pPr algn="r">
              <a:defRPr sz="1200">
                <a:latin typeface="Times New Roman" pitchFamily="18" charset="0"/>
              </a:defRPr>
            </a:lvl1pPr>
          </a:lstStyle>
          <a:p>
            <a:pPr>
              <a:defRPr/>
            </a:pPr>
            <a:fld id="{34C14E7A-280D-4049-B4D1-BE37DE6283A2}" type="slidenum">
              <a:rPr lang="fr-FR"/>
              <a:pPr>
                <a:defRPr/>
              </a:pPr>
              <a:t>‹N°›</a:t>
            </a:fld>
            <a:endParaRPr lang="fr-FR"/>
          </a:p>
        </p:txBody>
      </p:sp>
    </p:spTree>
    <p:extLst>
      <p:ext uri="{BB962C8B-B14F-4D97-AF65-F5344CB8AC3E}">
        <p14:creationId xmlns:p14="http://schemas.microsoft.com/office/powerpoint/2010/main" val="99007175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22210" name="Text Box 11"/>
          <p:cNvSpPr txBox="1">
            <a:spLocks noChangeArrowheads="1"/>
          </p:cNvSpPr>
          <p:nvPr/>
        </p:nvSpPr>
        <p:spPr bwMode="auto">
          <a:xfrm>
            <a:off x="5470726" y="9665365"/>
            <a:ext cx="1326949" cy="23692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lIns="82232" tIns="41116" rIns="82232" bIns="41116">
            <a:spAutoFit/>
          </a:bodyPr>
          <a:lstStyle>
            <a:lvl1pPr defTabSz="822325" eaLnBrk="0" hangingPunct="0">
              <a:defRPr sz="1300">
                <a:solidFill>
                  <a:schemeClr val="tx1"/>
                </a:solidFill>
                <a:latin typeface="Arial" pitchFamily="34" charset="0"/>
              </a:defRPr>
            </a:lvl1pPr>
            <a:lvl2pPr marL="742950" indent="-285750" defTabSz="822325" eaLnBrk="0" hangingPunct="0">
              <a:defRPr sz="1300">
                <a:solidFill>
                  <a:schemeClr val="tx1"/>
                </a:solidFill>
                <a:latin typeface="Arial" pitchFamily="34" charset="0"/>
              </a:defRPr>
            </a:lvl2pPr>
            <a:lvl3pPr marL="1143000" indent="-228600" defTabSz="822325" eaLnBrk="0" hangingPunct="0">
              <a:defRPr sz="1300">
                <a:solidFill>
                  <a:schemeClr val="tx1"/>
                </a:solidFill>
                <a:latin typeface="Arial" pitchFamily="34" charset="0"/>
              </a:defRPr>
            </a:lvl3pPr>
            <a:lvl4pPr marL="1600200" indent="-228600" defTabSz="822325" eaLnBrk="0" hangingPunct="0">
              <a:defRPr sz="1300">
                <a:solidFill>
                  <a:schemeClr val="tx1"/>
                </a:solidFill>
                <a:latin typeface="Arial" pitchFamily="34" charset="0"/>
              </a:defRPr>
            </a:lvl4pPr>
            <a:lvl5pPr marL="2057400" indent="-228600" defTabSz="822325" eaLnBrk="0" hangingPunct="0">
              <a:defRPr sz="1300">
                <a:solidFill>
                  <a:schemeClr val="tx1"/>
                </a:solidFill>
                <a:latin typeface="Arial" pitchFamily="34" charset="0"/>
              </a:defRPr>
            </a:lvl5pPr>
            <a:lvl6pPr marL="2514600" indent="-228600" algn="ctr" defTabSz="822325" eaLnBrk="0" fontAlgn="base" hangingPunct="0">
              <a:spcBef>
                <a:spcPct val="0"/>
              </a:spcBef>
              <a:spcAft>
                <a:spcPct val="0"/>
              </a:spcAft>
              <a:defRPr sz="1300">
                <a:solidFill>
                  <a:schemeClr val="tx1"/>
                </a:solidFill>
                <a:latin typeface="Arial" pitchFamily="34" charset="0"/>
              </a:defRPr>
            </a:lvl6pPr>
            <a:lvl7pPr marL="2971800" indent="-228600" algn="ctr" defTabSz="822325" eaLnBrk="0" fontAlgn="base" hangingPunct="0">
              <a:spcBef>
                <a:spcPct val="0"/>
              </a:spcBef>
              <a:spcAft>
                <a:spcPct val="0"/>
              </a:spcAft>
              <a:defRPr sz="1300">
                <a:solidFill>
                  <a:schemeClr val="tx1"/>
                </a:solidFill>
                <a:latin typeface="Arial" pitchFamily="34" charset="0"/>
              </a:defRPr>
            </a:lvl7pPr>
            <a:lvl8pPr marL="3429000" indent="-228600" algn="ctr" defTabSz="822325" eaLnBrk="0" fontAlgn="base" hangingPunct="0">
              <a:spcBef>
                <a:spcPct val="0"/>
              </a:spcBef>
              <a:spcAft>
                <a:spcPct val="0"/>
              </a:spcAft>
              <a:defRPr sz="1300">
                <a:solidFill>
                  <a:schemeClr val="tx1"/>
                </a:solidFill>
                <a:latin typeface="Arial" pitchFamily="34" charset="0"/>
              </a:defRPr>
            </a:lvl8pPr>
            <a:lvl9pPr marL="3886200" indent="-228600" algn="ctr" defTabSz="822325" eaLnBrk="0" fontAlgn="base" hangingPunct="0">
              <a:spcBef>
                <a:spcPct val="0"/>
              </a:spcBef>
              <a:spcAft>
                <a:spcPct val="0"/>
              </a:spcAft>
              <a:defRPr sz="1300">
                <a:solidFill>
                  <a:schemeClr val="tx1"/>
                </a:solidFill>
                <a:latin typeface="Arial" pitchFamily="34" charset="0"/>
              </a:defRPr>
            </a:lvl9pPr>
          </a:lstStyle>
          <a:p>
            <a:pPr algn="r">
              <a:defRPr/>
            </a:pPr>
            <a:r>
              <a:rPr lang="fr-FR" sz="1000" b="1">
                <a:solidFill>
                  <a:srgbClr val="474747"/>
                </a:solidFill>
              </a:rPr>
              <a:t>diapo </a:t>
            </a:r>
            <a:fld id="{D8A8FCF6-190F-467E-BD5E-7CA2B3EC2C83}" type="slidenum">
              <a:rPr lang="fr-FR" sz="1000" b="1" smtClean="0">
                <a:solidFill>
                  <a:srgbClr val="474747"/>
                </a:solidFill>
              </a:rPr>
              <a:pPr algn="r">
                <a:defRPr/>
              </a:pPr>
              <a:t>‹N°›</a:t>
            </a:fld>
            <a:endParaRPr lang="fr-FR" sz="1000" b="1">
              <a:solidFill>
                <a:srgbClr val="474747"/>
              </a:solidFill>
            </a:endParaRPr>
          </a:p>
        </p:txBody>
      </p:sp>
      <p:sp>
        <p:nvSpPr>
          <p:cNvPr id="124930" name="Rectangle 2"/>
          <p:cNvSpPr>
            <a:spLocks noGrp="1" noChangeArrowheads="1"/>
          </p:cNvSpPr>
          <p:nvPr>
            <p:ph type="hdr" sz="quarter"/>
          </p:nvPr>
        </p:nvSpPr>
        <p:spPr bwMode="auto">
          <a:xfrm>
            <a:off x="0" y="0"/>
            <a:ext cx="2946861" cy="464484"/>
          </a:xfrm>
          <a:prstGeom prst="rect">
            <a:avLst/>
          </a:prstGeom>
          <a:noFill/>
          <a:ln w="6350">
            <a:noFill/>
            <a:miter lim="800000"/>
            <a:headEnd/>
            <a:tailEnd/>
          </a:ln>
          <a:effectLst/>
        </p:spPr>
        <p:txBody>
          <a:bodyPr vert="horz" wrap="none" lIns="91422" tIns="45711" rIns="91422" bIns="45711" numCol="1" anchor="ctr" anchorCtr="0" compatLnSpc="1">
            <a:prstTxWarp prst="textNoShape">
              <a:avLst/>
            </a:prstTxWarp>
          </a:bodyPr>
          <a:lstStyle>
            <a:lvl1pPr algn="l">
              <a:defRPr sz="1200">
                <a:latin typeface="Times New Roman" pitchFamily="18" charset="0"/>
              </a:defRPr>
            </a:lvl1pPr>
          </a:lstStyle>
          <a:p>
            <a:pPr>
              <a:defRPr/>
            </a:pPr>
            <a:endParaRPr lang="fr-FR"/>
          </a:p>
        </p:txBody>
      </p:sp>
      <p:sp>
        <p:nvSpPr>
          <p:cNvPr id="124931" name="Rectangle 3"/>
          <p:cNvSpPr>
            <a:spLocks noGrp="1" noChangeArrowheads="1"/>
          </p:cNvSpPr>
          <p:nvPr>
            <p:ph type="dt" idx="1"/>
          </p:nvPr>
        </p:nvSpPr>
        <p:spPr bwMode="auto">
          <a:xfrm>
            <a:off x="3850814" y="0"/>
            <a:ext cx="2946861" cy="464484"/>
          </a:xfrm>
          <a:prstGeom prst="rect">
            <a:avLst/>
          </a:prstGeom>
          <a:noFill/>
          <a:ln w="6350">
            <a:noFill/>
            <a:miter lim="800000"/>
            <a:headEnd/>
            <a:tailEnd/>
          </a:ln>
          <a:effectLst/>
        </p:spPr>
        <p:txBody>
          <a:bodyPr vert="horz" wrap="none" lIns="91422" tIns="45711" rIns="91422" bIns="45711" numCol="1" anchor="ctr" anchorCtr="0" compatLnSpc="1">
            <a:prstTxWarp prst="textNoShape">
              <a:avLst/>
            </a:prstTxWarp>
          </a:bodyPr>
          <a:lstStyle>
            <a:lvl1pPr algn="r">
              <a:defRPr sz="1200">
                <a:latin typeface="Times New Roman" pitchFamily="18" charset="0"/>
              </a:defRPr>
            </a:lvl1pPr>
          </a:lstStyle>
          <a:p>
            <a:pPr>
              <a:defRPr/>
            </a:pPr>
            <a:endParaRPr lang="fr-FR"/>
          </a:p>
        </p:txBody>
      </p:sp>
      <p:sp>
        <p:nvSpPr>
          <p:cNvPr id="222213" name="Rectangle 4"/>
          <p:cNvSpPr>
            <a:spLocks noGrp="1" noRot="1" noChangeAspect="1" noChangeArrowheads="1" noTextEdit="1"/>
          </p:cNvSpPr>
          <p:nvPr>
            <p:ph type="sldImg" idx="2"/>
          </p:nvPr>
        </p:nvSpPr>
        <p:spPr bwMode="auto">
          <a:xfrm>
            <a:off x="290513" y="23813"/>
            <a:ext cx="6229350" cy="4672012"/>
          </a:xfrm>
          <a:prstGeom prst="rect">
            <a:avLst/>
          </a:prstGeom>
          <a:noFill/>
          <a:ln w="9525">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124933" name="Rectangle 5"/>
          <p:cNvSpPr>
            <a:spLocks noGrp="1" noChangeArrowheads="1"/>
          </p:cNvSpPr>
          <p:nvPr>
            <p:ph type="body" sz="quarter" idx="3"/>
          </p:nvPr>
        </p:nvSpPr>
        <p:spPr bwMode="auto">
          <a:xfrm>
            <a:off x="496628" y="4904404"/>
            <a:ext cx="5805988" cy="1237244"/>
          </a:xfrm>
          <a:prstGeom prst="rect">
            <a:avLst/>
          </a:prstGeom>
          <a:noFill/>
          <a:ln w="6350">
            <a:noFill/>
            <a:miter lim="800000"/>
            <a:headEnd/>
            <a:tailEnd/>
          </a:ln>
          <a:effectLst/>
        </p:spPr>
        <p:txBody>
          <a:bodyPr vert="horz" wrap="square" lIns="53989" tIns="45711" rIns="53989" bIns="45711" numCol="1" anchor="t" anchorCtr="0" compatLnSpc="1">
            <a:prstTxWarp prst="textNoShape">
              <a:avLst/>
            </a:prstTxWarp>
            <a:spAutoFit/>
          </a:bodyPr>
          <a:lstStyle/>
          <a:p>
            <a:pPr lvl="0"/>
            <a:r>
              <a:rPr lang="fr-FR" noProof="0"/>
              <a:t>Cliquez pour modifier les styles du texte du masque</a:t>
            </a:r>
          </a:p>
          <a:p>
            <a:pPr lvl="1"/>
            <a:r>
              <a:rPr lang="fr-FR" noProof="0"/>
              <a:t>Deuxième niveau</a:t>
            </a:r>
          </a:p>
          <a:p>
            <a:pPr lvl="2"/>
            <a:r>
              <a:rPr lang="fr-FR" noProof="0"/>
              <a:t>Troisième niveau</a:t>
            </a:r>
          </a:p>
          <a:p>
            <a:pPr lvl="3"/>
            <a:r>
              <a:rPr lang="fr-FR" noProof="0"/>
              <a:t>Quatrième niveau</a:t>
            </a:r>
          </a:p>
          <a:p>
            <a:pPr lvl="4"/>
            <a:r>
              <a:rPr lang="fr-FR" noProof="0"/>
              <a:t>Cinquième niveau</a:t>
            </a:r>
          </a:p>
        </p:txBody>
      </p:sp>
      <p:sp>
        <p:nvSpPr>
          <p:cNvPr id="124934" name="Rectangle 6"/>
          <p:cNvSpPr>
            <a:spLocks noGrp="1" noChangeArrowheads="1"/>
          </p:cNvSpPr>
          <p:nvPr>
            <p:ph type="ftr" sz="quarter" idx="4"/>
          </p:nvPr>
        </p:nvSpPr>
        <p:spPr bwMode="auto">
          <a:xfrm>
            <a:off x="0" y="9438247"/>
            <a:ext cx="2946861" cy="464484"/>
          </a:xfrm>
          <a:prstGeom prst="rect">
            <a:avLst/>
          </a:prstGeom>
          <a:noFill/>
          <a:ln w="6350">
            <a:noFill/>
            <a:miter lim="800000"/>
            <a:headEnd/>
            <a:tailEnd/>
          </a:ln>
          <a:effectLst/>
        </p:spPr>
        <p:txBody>
          <a:bodyPr vert="horz" wrap="none" lIns="91422" tIns="45711" rIns="91422" bIns="45711" numCol="1" anchor="b" anchorCtr="0" compatLnSpc="1">
            <a:prstTxWarp prst="textNoShape">
              <a:avLst/>
            </a:prstTxWarp>
          </a:bodyPr>
          <a:lstStyle>
            <a:lvl1pPr algn="l">
              <a:defRPr sz="1200">
                <a:latin typeface="Times New Roman" pitchFamily="18" charset="0"/>
              </a:defRPr>
            </a:lvl1pPr>
          </a:lstStyle>
          <a:p>
            <a:pPr>
              <a:defRPr/>
            </a:pPr>
            <a:endParaRPr lang="fr-FR"/>
          </a:p>
        </p:txBody>
      </p:sp>
      <p:sp>
        <p:nvSpPr>
          <p:cNvPr id="222216" name="Text Box 10"/>
          <p:cNvSpPr txBox="1">
            <a:spLocks noChangeArrowheads="1"/>
          </p:cNvSpPr>
          <p:nvPr/>
        </p:nvSpPr>
        <p:spPr bwMode="auto">
          <a:xfrm>
            <a:off x="0" y="9665366"/>
            <a:ext cx="2166610" cy="19075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82228" tIns="41114" rIns="82228" bIns="41114">
            <a:spAutoFit/>
          </a:bodyPr>
          <a:lstStyle>
            <a:lvl1pPr defTabSz="820738" eaLnBrk="0" hangingPunct="0">
              <a:defRPr sz="1300">
                <a:solidFill>
                  <a:schemeClr val="tx1"/>
                </a:solidFill>
                <a:latin typeface="Arial" pitchFamily="34" charset="0"/>
              </a:defRPr>
            </a:lvl1pPr>
            <a:lvl2pPr marL="742950" indent="-285750" defTabSz="820738" eaLnBrk="0" hangingPunct="0">
              <a:defRPr sz="1300">
                <a:solidFill>
                  <a:schemeClr val="tx1"/>
                </a:solidFill>
                <a:latin typeface="Arial" pitchFamily="34" charset="0"/>
              </a:defRPr>
            </a:lvl2pPr>
            <a:lvl3pPr marL="1143000" indent="-228600" defTabSz="820738" eaLnBrk="0" hangingPunct="0">
              <a:defRPr sz="1300">
                <a:solidFill>
                  <a:schemeClr val="tx1"/>
                </a:solidFill>
                <a:latin typeface="Arial" pitchFamily="34" charset="0"/>
              </a:defRPr>
            </a:lvl3pPr>
            <a:lvl4pPr marL="1600200" indent="-228600" defTabSz="820738" eaLnBrk="0" hangingPunct="0">
              <a:defRPr sz="1300">
                <a:solidFill>
                  <a:schemeClr val="tx1"/>
                </a:solidFill>
                <a:latin typeface="Arial" pitchFamily="34" charset="0"/>
              </a:defRPr>
            </a:lvl4pPr>
            <a:lvl5pPr marL="2057400" indent="-228600" defTabSz="820738" eaLnBrk="0" hangingPunct="0">
              <a:defRPr sz="1300">
                <a:solidFill>
                  <a:schemeClr val="tx1"/>
                </a:solidFill>
                <a:latin typeface="Arial" pitchFamily="34" charset="0"/>
              </a:defRPr>
            </a:lvl5pPr>
            <a:lvl6pPr marL="2514600" indent="-228600" algn="ctr" defTabSz="820738" eaLnBrk="0" fontAlgn="base" hangingPunct="0">
              <a:spcBef>
                <a:spcPct val="0"/>
              </a:spcBef>
              <a:spcAft>
                <a:spcPct val="0"/>
              </a:spcAft>
              <a:defRPr sz="1300">
                <a:solidFill>
                  <a:schemeClr val="tx1"/>
                </a:solidFill>
                <a:latin typeface="Arial" pitchFamily="34" charset="0"/>
              </a:defRPr>
            </a:lvl6pPr>
            <a:lvl7pPr marL="2971800" indent="-228600" algn="ctr" defTabSz="820738" eaLnBrk="0" fontAlgn="base" hangingPunct="0">
              <a:spcBef>
                <a:spcPct val="0"/>
              </a:spcBef>
              <a:spcAft>
                <a:spcPct val="0"/>
              </a:spcAft>
              <a:defRPr sz="1300">
                <a:solidFill>
                  <a:schemeClr val="tx1"/>
                </a:solidFill>
                <a:latin typeface="Arial" pitchFamily="34" charset="0"/>
              </a:defRPr>
            </a:lvl7pPr>
            <a:lvl8pPr marL="3429000" indent="-228600" algn="ctr" defTabSz="820738" eaLnBrk="0" fontAlgn="base" hangingPunct="0">
              <a:spcBef>
                <a:spcPct val="0"/>
              </a:spcBef>
              <a:spcAft>
                <a:spcPct val="0"/>
              </a:spcAft>
              <a:defRPr sz="1300">
                <a:solidFill>
                  <a:schemeClr val="tx1"/>
                </a:solidFill>
                <a:latin typeface="Arial" pitchFamily="34" charset="0"/>
              </a:defRPr>
            </a:lvl8pPr>
            <a:lvl9pPr marL="3886200" indent="-228600" algn="ctr" defTabSz="820738" eaLnBrk="0" fontAlgn="base" hangingPunct="0">
              <a:spcBef>
                <a:spcPct val="0"/>
              </a:spcBef>
              <a:spcAft>
                <a:spcPct val="0"/>
              </a:spcAft>
              <a:defRPr sz="1300">
                <a:solidFill>
                  <a:schemeClr val="tx1"/>
                </a:solidFill>
                <a:latin typeface="Arial" pitchFamily="34" charset="0"/>
              </a:defRPr>
            </a:lvl9pPr>
          </a:lstStyle>
          <a:p>
            <a:pPr algn="l">
              <a:defRPr/>
            </a:pPr>
            <a:r>
              <a:rPr lang="fr-FR" sz="700">
                <a:solidFill>
                  <a:srgbClr val="474747"/>
                </a:solidFill>
              </a:rPr>
              <a:t>Le Jeu du Kanban</a:t>
            </a:r>
            <a:r>
              <a:rPr lang="fr-FR" sz="700" baseline="30000">
                <a:solidFill>
                  <a:srgbClr val="474747"/>
                </a:solidFill>
                <a:cs typeface="Arial" pitchFamily="34" charset="0"/>
              </a:rPr>
              <a:t>©</a:t>
            </a:r>
            <a:r>
              <a:rPr lang="fr-FR" sz="700">
                <a:solidFill>
                  <a:srgbClr val="474747"/>
                </a:solidFill>
              </a:rPr>
              <a:t> - CIPE / Tous Droits Réservés</a:t>
            </a:r>
          </a:p>
        </p:txBody>
      </p:sp>
    </p:spTree>
    <p:extLst>
      <p:ext uri="{BB962C8B-B14F-4D97-AF65-F5344CB8AC3E}">
        <p14:creationId xmlns:p14="http://schemas.microsoft.com/office/powerpoint/2010/main" val="4134554942"/>
      </p:ext>
    </p:extLst>
  </p:cSld>
  <p:clrMap bg1="lt1" tx1="dk1" bg2="lt2" tx2="dk2" accent1="accent1" accent2="accent2" accent3="accent3" accent4="accent4" accent5="accent5" accent6="accent6" hlink="hlink" folHlink="folHlink"/>
  <p:notesStyle>
    <a:lvl1pPr algn="l" rtl="0" eaLnBrk="0" fontAlgn="base" hangingPunct="0">
      <a:spcBef>
        <a:spcPct val="30000"/>
      </a:spcBef>
      <a:spcAft>
        <a:spcPct val="0"/>
      </a:spcAft>
      <a:defRPr sz="1200" b="1" kern="1200">
        <a:solidFill>
          <a:schemeClr val="accent2"/>
        </a:solidFill>
        <a:latin typeface="Arial" pitchFamily="34" charset="0"/>
        <a:ea typeface="+mn-ea"/>
        <a:cs typeface="+mn-cs"/>
      </a:defRPr>
    </a:lvl1pPr>
    <a:lvl2pPr marL="190500" algn="l" rtl="0" eaLnBrk="0" fontAlgn="base" hangingPunct="0">
      <a:spcBef>
        <a:spcPct val="30000"/>
      </a:spcBef>
      <a:spcAft>
        <a:spcPct val="0"/>
      </a:spcAft>
      <a:defRPr sz="1200" kern="1200">
        <a:solidFill>
          <a:schemeClr val="tx1"/>
        </a:solidFill>
        <a:latin typeface="Arial" pitchFamily="34" charset="0"/>
        <a:ea typeface="+mn-ea"/>
        <a:cs typeface="+mn-cs"/>
      </a:defRPr>
    </a:lvl2pPr>
    <a:lvl3pPr marL="914400" algn="l" rtl="0" eaLnBrk="0" fontAlgn="base" hangingPunct="0">
      <a:spcBef>
        <a:spcPct val="30000"/>
      </a:spcBef>
      <a:spcAft>
        <a:spcPct val="0"/>
      </a:spcAft>
      <a:defRPr sz="1200" kern="1200">
        <a:solidFill>
          <a:schemeClr val="tx1"/>
        </a:solidFill>
        <a:latin typeface="Arial" pitchFamily="34" charset="0"/>
        <a:ea typeface="+mn-ea"/>
        <a:cs typeface="+mn-cs"/>
      </a:defRPr>
    </a:lvl3pPr>
    <a:lvl4pPr marL="1371600" algn="l" rtl="0" eaLnBrk="0" fontAlgn="base" hangingPunct="0">
      <a:spcBef>
        <a:spcPct val="30000"/>
      </a:spcBef>
      <a:spcAft>
        <a:spcPct val="0"/>
      </a:spcAft>
      <a:defRPr sz="1200" kern="1200">
        <a:solidFill>
          <a:schemeClr val="tx1"/>
        </a:solidFill>
        <a:latin typeface="Arial" pitchFamily="34" charset="0"/>
        <a:ea typeface="+mn-ea"/>
        <a:cs typeface="+mn-cs"/>
      </a:defRPr>
    </a:lvl4pPr>
    <a:lvl5pPr marL="1828800" algn="l" rtl="0" eaLnBrk="0" fontAlgn="base" hangingPunct="0">
      <a:spcBef>
        <a:spcPct val="30000"/>
      </a:spcBef>
      <a:spcAft>
        <a:spcPct val="0"/>
      </a:spcAft>
      <a:defRPr sz="1200" kern="1200">
        <a:solidFill>
          <a:schemeClr val="tx1"/>
        </a:solidFill>
        <a:latin typeface="Arial" pitchFamily="34" charset="0"/>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slide" Target="../slides/slide1.xml"/><Relationship Id="rId1" Type="http://schemas.openxmlformats.org/officeDocument/2006/relationships/notesMaster" Target="../notesMasters/notesMaster1.xml"/><Relationship Id="rId4" Type="http://schemas.openxmlformats.org/officeDocument/2006/relationships/image" Target="../media/image2.jpeg"/></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2" Type="http://schemas.openxmlformats.org/officeDocument/2006/relationships/slide" Target="../slides/slide89.xml"/><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Id2" Type="http://schemas.openxmlformats.org/officeDocument/2006/relationships/slide" Target="../slides/slide94.xml"/><Relationship Id="rId1" Type="http://schemas.openxmlformats.org/officeDocument/2006/relationships/notesMaster" Target="../notesMasters/notesMaster1.xml"/></Relationships>
</file>

<file path=ppt/notesSlides/_rels/notesSlide95.xml.rels><?xml version="1.0" encoding="UTF-8" standalone="yes"?>
<Relationships xmlns="http://schemas.openxmlformats.org/package/2006/relationships"><Relationship Id="rId2" Type="http://schemas.openxmlformats.org/officeDocument/2006/relationships/slide" Target="../slides/slide95.xml"/><Relationship Id="rId1" Type="http://schemas.openxmlformats.org/officeDocument/2006/relationships/notesMaster" Target="../notesMasters/notesMaster1.xml"/></Relationships>
</file>

<file path=ppt/notesSlides/_rels/notesSlide96.xml.rels><?xml version="1.0" encoding="UTF-8" standalone="yes"?>
<Relationships xmlns="http://schemas.openxmlformats.org/package/2006/relationships"><Relationship Id="rId2" Type="http://schemas.openxmlformats.org/officeDocument/2006/relationships/slide" Target="../slides/slide96.xml"/><Relationship Id="rId1" Type="http://schemas.openxmlformats.org/officeDocument/2006/relationships/notesMaster" Target="../notesMasters/notesMaster1.xml"/></Relationships>
</file>

<file path=ppt/notesSlides/_rels/notesSlide97.xml.rels><?xml version="1.0" encoding="UTF-8" standalone="yes"?>
<Relationships xmlns="http://schemas.openxmlformats.org/package/2006/relationships"><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_rels/notesSlide98.xml.rels><?xml version="1.0" encoding="UTF-8" standalone="yes"?>
<Relationships xmlns="http://schemas.openxmlformats.org/package/2006/relationships"><Relationship Id="rId2" Type="http://schemas.openxmlformats.org/officeDocument/2006/relationships/slide" Target="../slides/slide98.xml"/><Relationship Id="rId1" Type="http://schemas.openxmlformats.org/officeDocument/2006/relationships/notesMaster" Target="../notesMasters/notesMaster1.xml"/></Relationships>
</file>

<file path=ppt/notesSlides/_rels/notesSlide99.xml.rels><?xml version="1.0" encoding="UTF-8" standalone="yes"?>
<Relationships xmlns="http://schemas.openxmlformats.org/package/2006/relationships"><Relationship Id="rId2" Type="http://schemas.openxmlformats.org/officeDocument/2006/relationships/slide" Target="../slides/slide99.xml"/><Relationship Id="rId1" Type="http://schemas.openxmlformats.org/officeDocument/2006/relationships/notesMaster" Target="../notesMasters/notesMaster1.xml"/></Relationships>
</file>

<file path=ppt/notesSlides/_rels/notesSlide100.xml.rels><?xml version="1.0" encoding="UTF-8" standalone="yes"?>
<Relationships xmlns="http://schemas.openxmlformats.org/package/2006/relationships"><Relationship Id="rId2" Type="http://schemas.openxmlformats.org/officeDocument/2006/relationships/slide" Target="../slides/slide100.xml"/><Relationship Id="rId1" Type="http://schemas.openxmlformats.org/officeDocument/2006/relationships/notesMaster" Target="../notesMasters/notesMaster1.xml"/></Relationships>
</file>

<file path=ppt/notesSlides/_rels/notesSlide101.xml.rels><?xml version="1.0" encoding="UTF-8" standalone="yes"?>
<Relationships xmlns="http://schemas.openxmlformats.org/package/2006/relationships"><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_rels/notesSlide102.xml.rels><?xml version="1.0" encoding="UTF-8" standalone="yes"?>
<Relationships xmlns="http://schemas.openxmlformats.org/package/2006/relationships"><Relationship Id="rId2" Type="http://schemas.openxmlformats.org/officeDocument/2006/relationships/slide" Target="../slides/slide102.xml"/><Relationship Id="rId1" Type="http://schemas.openxmlformats.org/officeDocument/2006/relationships/notesMaster" Target="../notesMasters/notesMaster1.xml"/></Relationships>
</file>

<file path=ppt/notesSlides/_rels/notesSlide103.xml.rels><?xml version="1.0" encoding="UTF-8" standalone="yes"?>
<Relationships xmlns="http://schemas.openxmlformats.org/package/2006/relationships"><Relationship Id="rId2" Type="http://schemas.openxmlformats.org/officeDocument/2006/relationships/slide" Target="../slides/slide103.xml"/><Relationship Id="rId1" Type="http://schemas.openxmlformats.org/officeDocument/2006/relationships/notesMaster" Target="../notesMasters/notesMaster1.xml"/></Relationships>
</file>

<file path=ppt/notesSlides/_rels/notesSlide104.xml.rels><?xml version="1.0" encoding="UTF-8" standalone="yes"?>
<Relationships xmlns="http://schemas.openxmlformats.org/package/2006/relationships"><Relationship Id="rId2" Type="http://schemas.openxmlformats.org/officeDocument/2006/relationships/slide" Target="../slides/slide104.xml"/><Relationship Id="rId1" Type="http://schemas.openxmlformats.org/officeDocument/2006/relationships/notesMaster" Target="../notesMasters/notesMaster1.xml"/></Relationships>
</file>

<file path=ppt/notesSlides/_rels/notesSlide105.xml.rels><?xml version="1.0" encoding="UTF-8" standalone="yes"?>
<Relationships xmlns="http://schemas.openxmlformats.org/package/2006/relationships"><Relationship Id="rId2" Type="http://schemas.openxmlformats.org/officeDocument/2006/relationships/slide" Target="../slides/slide105.xml"/><Relationship Id="rId1" Type="http://schemas.openxmlformats.org/officeDocument/2006/relationships/notesMaster" Target="../notesMasters/notesMaster1.xml"/></Relationships>
</file>

<file path=ppt/notesSlides/_rels/notesSlide106.xml.rels><?xml version="1.0" encoding="UTF-8" standalone="yes"?>
<Relationships xmlns="http://schemas.openxmlformats.org/package/2006/relationships"><Relationship Id="rId2" Type="http://schemas.openxmlformats.org/officeDocument/2006/relationships/slide" Target="../slides/slide106.xml"/><Relationship Id="rId1" Type="http://schemas.openxmlformats.org/officeDocument/2006/relationships/notesMaster" Target="../notesMasters/notesMaster1.xml"/></Relationships>
</file>

<file path=ppt/notesSlides/_rels/notesSlide107.xml.rels><?xml version="1.0" encoding="UTF-8" standalone="yes"?>
<Relationships xmlns="http://schemas.openxmlformats.org/package/2006/relationships"><Relationship Id="rId2" Type="http://schemas.openxmlformats.org/officeDocument/2006/relationships/slide" Target="../slides/slide107.xml"/><Relationship Id="rId1" Type="http://schemas.openxmlformats.org/officeDocument/2006/relationships/notesMaster" Target="../notesMasters/notesMaster1.xml"/></Relationships>
</file>

<file path=ppt/notesSlides/_rels/notesSlide108.xml.rels><?xml version="1.0" encoding="UTF-8" standalone="yes"?>
<Relationships xmlns="http://schemas.openxmlformats.org/package/2006/relationships"><Relationship Id="rId2" Type="http://schemas.openxmlformats.org/officeDocument/2006/relationships/slide" Target="../slides/slide108.xml"/><Relationship Id="rId1" Type="http://schemas.openxmlformats.org/officeDocument/2006/relationships/notesMaster" Target="../notesMasters/notesMaster1.xml"/></Relationships>
</file>

<file path=ppt/notesSlides/_rels/notesSlide109.xml.rels><?xml version="1.0" encoding="UTF-8" standalone="yes"?>
<Relationships xmlns="http://schemas.openxmlformats.org/package/2006/relationships"><Relationship Id="rId2" Type="http://schemas.openxmlformats.org/officeDocument/2006/relationships/slide" Target="../slides/slide109.xml"/><Relationship Id="rId1" Type="http://schemas.openxmlformats.org/officeDocument/2006/relationships/notesMaster" Target="../notesMasters/notesMaster1.xml"/></Relationships>
</file>

<file path=ppt/notesSlides/_rels/notesSlide110.xml.rels><?xml version="1.0" encoding="UTF-8" standalone="yes"?>
<Relationships xmlns="http://schemas.openxmlformats.org/package/2006/relationships"><Relationship Id="rId2" Type="http://schemas.openxmlformats.org/officeDocument/2006/relationships/slide" Target="../slides/slide110.xml"/><Relationship Id="rId1" Type="http://schemas.openxmlformats.org/officeDocument/2006/relationships/notesMaster" Target="../notesMasters/notesMaster1.xml"/></Relationships>
</file>

<file path=ppt/notesSlides/_rels/notesSlide111.xml.rels><?xml version="1.0" encoding="UTF-8" standalone="yes"?>
<Relationships xmlns="http://schemas.openxmlformats.org/package/2006/relationships"><Relationship Id="rId2" Type="http://schemas.openxmlformats.org/officeDocument/2006/relationships/slide" Target="../slides/slide111.xml"/><Relationship Id="rId1" Type="http://schemas.openxmlformats.org/officeDocument/2006/relationships/notesMaster" Target="../notesMasters/notesMaster1.xml"/></Relationships>
</file>

<file path=ppt/notesSlides/_rels/notesSlide112.xml.rels><?xml version="1.0" encoding="UTF-8" standalone="yes"?>
<Relationships xmlns="http://schemas.openxmlformats.org/package/2006/relationships"><Relationship Id="rId2" Type="http://schemas.openxmlformats.org/officeDocument/2006/relationships/slide" Target="../slides/slide112.xml"/><Relationship Id="rId1" Type="http://schemas.openxmlformats.org/officeDocument/2006/relationships/notesMaster" Target="../notesMasters/notesMaster1.xml"/></Relationships>
</file>

<file path=ppt/notesSlides/_rels/notesSlide113.xml.rels><?xml version="1.0" encoding="UTF-8" standalone="yes"?>
<Relationships xmlns="http://schemas.openxmlformats.org/package/2006/relationships"><Relationship Id="rId2" Type="http://schemas.openxmlformats.org/officeDocument/2006/relationships/slide" Target="../slides/slide113.xml"/><Relationship Id="rId1" Type="http://schemas.openxmlformats.org/officeDocument/2006/relationships/notesMaster" Target="../notesMasters/notesMaster1.xml"/></Relationships>
</file>

<file path=ppt/notesSlides/_rels/notesSlide114.xml.rels><?xml version="1.0" encoding="UTF-8" standalone="yes"?>
<Relationships xmlns="http://schemas.openxmlformats.org/package/2006/relationships"><Relationship Id="rId2" Type="http://schemas.openxmlformats.org/officeDocument/2006/relationships/slide" Target="../slides/slide114.xml"/><Relationship Id="rId1" Type="http://schemas.openxmlformats.org/officeDocument/2006/relationships/notesMaster" Target="../notesMasters/notesMaster1.xml"/></Relationships>
</file>

<file path=ppt/notesSlides/_rels/notesSlide115.xml.rels><?xml version="1.0" encoding="UTF-8" standalone="yes"?>
<Relationships xmlns="http://schemas.openxmlformats.org/package/2006/relationships"><Relationship Id="rId2" Type="http://schemas.openxmlformats.org/officeDocument/2006/relationships/slide" Target="../slides/slide115.xml"/><Relationship Id="rId1" Type="http://schemas.openxmlformats.org/officeDocument/2006/relationships/notesMaster" Target="../notesMasters/notesMaster1.xml"/></Relationships>
</file>

<file path=ppt/notesSlides/_rels/notesSlide116.xml.rels><?xml version="1.0" encoding="UTF-8" standalone="yes"?>
<Relationships xmlns="http://schemas.openxmlformats.org/package/2006/relationships"><Relationship Id="rId2" Type="http://schemas.openxmlformats.org/officeDocument/2006/relationships/slide" Target="../slides/slide116.xml"/><Relationship Id="rId1" Type="http://schemas.openxmlformats.org/officeDocument/2006/relationships/notesMaster" Target="../notesMasters/notesMaster1.xml"/></Relationships>
</file>

<file path=ppt/notesSlides/_rels/notesSlide117.xml.rels><?xml version="1.0" encoding="UTF-8" standalone="yes"?>
<Relationships xmlns="http://schemas.openxmlformats.org/package/2006/relationships"><Relationship Id="rId2" Type="http://schemas.openxmlformats.org/officeDocument/2006/relationships/slide" Target="../slides/slide117.xml"/><Relationship Id="rId1" Type="http://schemas.openxmlformats.org/officeDocument/2006/relationships/notesMaster" Target="../notesMasters/notesMaster1.xml"/></Relationships>
</file>

<file path=ppt/notesSlides/_rels/notesSlide118.xml.rels><?xml version="1.0" encoding="UTF-8" standalone="yes"?>
<Relationships xmlns="http://schemas.openxmlformats.org/package/2006/relationships"><Relationship Id="rId2" Type="http://schemas.openxmlformats.org/officeDocument/2006/relationships/slide" Target="../slides/slide118.xml"/><Relationship Id="rId1" Type="http://schemas.openxmlformats.org/officeDocument/2006/relationships/notesMaster" Target="../notesMasters/notesMaster1.xml"/></Relationships>
</file>

<file path=ppt/notesSlides/_rels/notesSlide119.xml.rels><?xml version="1.0" encoding="UTF-8" standalone="yes"?>
<Relationships xmlns="http://schemas.openxmlformats.org/package/2006/relationships"><Relationship Id="rId2" Type="http://schemas.openxmlformats.org/officeDocument/2006/relationships/slide" Target="../slides/slide119.xml"/><Relationship Id="rId1" Type="http://schemas.openxmlformats.org/officeDocument/2006/relationships/notesMaster" Target="../notesMasters/notesMaster1.xml"/></Relationships>
</file>

<file path=ppt/notesSlides/_rels/notesSlide120.xml.rels><?xml version="1.0" encoding="UTF-8" standalone="yes"?>
<Relationships xmlns="http://schemas.openxmlformats.org/package/2006/relationships"><Relationship Id="rId2" Type="http://schemas.openxmlformats.org/officeDocument/2006/relationships/slide" Target="../slides/slide120.xml"/><Relationship Id="rId1" Type="http://schemas.openxmlformats.org/officeDocument/2006/relationships/notesMaster" Target="../notesMasters/notesMaster1.xml"/></Relationships>
</file>

<file path=ppt/notesSlides/_rels/notesSlide121.xml.rels><?xml version="1.0" encoding="UTF-8" standalone="yes"?>
<Relationships xmlns="http://schemas.openxmlformats.org/package/2006/relationships"><Relationship Id="rId2" Type="http://schemas.openxmlformats.org/officeDocument/2006/relationships/slide" Target="../slides/slide121.xml"/><Relationship Id="rId1" Type="http://schemas.openxmlformats.org/officeDocument/2006/relationships/notesMaster" Target="../notesMasters/notesMaster1.xml"/></Relationships>
</file>

<file path=ppt/notesSlides/_rels/notesSlide122.xml.rels><?xml version="1.0" encoding="UTF-8" standalone="yes"?>
<Relationships xmlns="http://schemas.openxmlformats.org/package/2006/relationships"><Relationship Id="rId2" Type="http://schemas.openxmlformats.org/officeDocument/2006/relationships/slide" Target="../slides/slide122.xml"/><Relationship Id="rId1" Type="http://schemas.openxmlformats.org/officeDocument/2006/relationships/notesMaster" Target="../notesMasters/notesMaster1.xml"/></Relationships>
</file>

<file path=ppt/notesSlides/_rels/notesSlide123.xml.rels><?xml version="1.0" encoding="UTF-8" standalone="yes"?>
<Relationships xmlns="http://schemas.openxmlformats.org/package/2006/relationships"><Relationship Id="rId2" Type="http://schemas.openxmlformats.org/officeDocument/2006/relationships/slide" Target="../slides/slide123.xml"/><Relationship Id="rId1" Type="http://schemas.openxmlformats.org/officeDocument/2006/relationships/notesMaster" Target="../notesMasters/notesMaster1.xml"/></Relationships>
</file>

<file path=ppt/notesSlides/_rels/notesSlide124.xml.rels><?xml version="1.0" encoding="UTF-8" standalone="yes"?>
<Relationships xmlns="http://schemas.openxmlformats.org/package/2006/relationships"><Relationship Id="rId2" Type="http://schemas.openxmlformats.org/officeDocument/2006/relationships/slide" Target="../slides/slide124.xml"/><Relationship Id="rId1" Type="http://schemas.openxmlformats.org/officeDocument/2006/relationships/notesMaster" Target="../notesMasters/notesMaster1.xml"/></Relationships>
</file>

<file path=ppt/notesSlides/_rels/notesSlide125.xml.rels><?xml version="1.0" encoding="UTF-8" standalone="yes"?>
<Relationships xmlns="http://schemas.openxmlformats.org/package/2006/relationships"><Relationship Id="rId2" Type="http://schemas.openxmlformats.org/officeDocument/2006/relationships/slide" Target="../slides/slide125.xml"/><Relationship Id="rId1" Type="http://schemas.openxmlformats.org/officeDocument/2006/relationships/notesMaster" Target="../notesMasters/notesMaster1.xml"/></Relationships>
</file>

<file path=ppt/notesSlides/_rels/notesSlide126.xml.rels><?xml version="1.0" encoding="UTF-8" standalone="yes"?>
<Relationships xmlns="http://schemas.openxmlformats.org/package/2006/relationships"><Relationship Id="rId2" Type="http://schemas.openxmlformats.org/officeDocument/2006/relationships/slide" Target="../slides/slide126.xml"/><Relationship Id="rId1" Type="http://schemas.openxmlformats.org/officeDocument/2006/relationships/notesMaster" Target="../notesMasters/notesMaster1.xml"/></Relationships>
</file>

<file path=ppt/notesSlides/_rels/notesSlide127.xml.rels><?xml version="1.0" encoding="UTF-8" standalone="yes"?>
<Relationships xmlns="http://schemas.openxmlformats.org/package/2006/relationships"><Relationship Id="rId2" Type="http://schemas.openxmlformats.org/officeDocument/2006/relationships/slide" Target="../slides/slide127.xml"/><Relationship Id="rId1" Type="http://schemas.openxmlformats.org/officeDocument/2006/relationships/notesMaster" Target="../notesMasters/notesMaster1.xml"/></Relationships>
</file>

<file path=ppt/notesSlides/_rels/notesSlide128.xml.rels><?xml version="1.0" encoding="UTF-8" standalone="yes"?>
<Relationships xmlns="http://schemas.openxmlformats.org/package/2006/relationships"><Relationship Id="rId2" Type="http://schemas.openxmlformats.org/officeDocument/2006/relationships/slide" Target="../slides/slide128.xml"/><Relationship Id="rId1" Type="http://schemas.openxmlformats.org/officeDocument/2006/relationships/notesMaster" Target="../notesMasters/notesMaster1.xml"/></Relationships>
</file>

<file path=ppt/notesSlides/_rels/notesSlide129.xml.rels><?xml version="1.0" encoding="UTF-8" standalone="yes"?>
<Relationships xmlns="http://schemas.openxmlformats.org/package/2006/relationships"><Relationship Id="rId2" Type="http://schemas.openxmlformats.org/officeDocument/2006/relationships/slide" Target="../slides/slide129.xml"/><Relationship Id="rId1" Type="http://schemas.openxmlformats.org/officeDocument/2006/relationships/notesMaster" Target="../notesMasters/notesMaster1.xml"/></Relationships>
</file>

<file path=ppt/notesSlides/_rels/notesSlide130.xml.rels><?xml version="1.0" encoding="UTF-8" standalone="yes"?>
<Relationships xmlns="http://schemas.openxmlformats.org/package/2006/relationships"><Relationship Id="rId2" Type="http://schemas.openxmlformats.org/officeDocument/2006/relationships/slide" Target="../slides/slide130.xml"/><Relationship Id="rId1" Type="http://schemas.openxmlformats.org/officeDocument/2006/relationships/notesMaster" Target="../notesMasters/notesMaster1.xml"/></Relationships>
</file>

<file path=ppt/notesSlides/_rels/notesSlide131.xml.rels><?xml version="1.0" encoding="UTF-8" standalone="yes"?>
<Relationships xmlns="http://schemas.openxmlformats.org/package/2006/relationships"><Relationship Id="rId2" Type="http://schemas.openxmlformats.org/officeDocument/2006/relationships/slide" Target="../slides/slide131.xml"/><Relationship Id="rId1" Type="http://schemas.openxmlformats.org/officeDocument/2006/relationships/notesMaster" Target="../notesMasters/notesMaster1.xml"/></Relationships>
</file>

<file path=ppt/notesSlides/_rels/notesSlide132.xml.rels><?xml version="1.0" encoding="UTF-8" standalone="yes"?>
<Relationships xmlns="http://schemas.openxmlformats.org/package/2006/relationships"><Relationship Id="rId2" Type="http://schemas.openxmlformats.org/officeDocument/2006/relationships/slide" Target="../slides/slide132.xml"/><Relationship Id="rId1" Type="http://schemas.openxmlformats.org/officeDocument/2006/relationships/notesMaster" Target="../notesMasters/notesMaster1.xml"/></Relationships>
</file>

<file path=ppt/notesSlides/_rels/notesSlide133.xml.rels><?xml version="1.0" encoding="UTF-8" standalone="yes"?>
<Relationships xmlns="http://schemas.openxmlformats.org/package/2006/relationships"><Relationship Id="rId2" Type="http://schemas.openxmlformats.org/officeDocument/2006/relationships/slide" Target="../slides/slide133.xml"/><Relationship Id="rId1" Type="http://schemas.openxmlformats.org/officeDocument/2006/relationships/notesMaster" Target="../notesMasters/notesMaster1.xml"/></Relationships>
</file>

<file path=ppt/notesSlides/_rels/notesSlide134.xml.rels><?xml version="1.0" encoding="UTF-8" standalone="yes"?>
<Relationships xmlns="http://schemas.openxmlformats.org/package/2006/relationships"><Relationship Id="rId2" Type="http://schemas.openxmlformats.org/officeDocument/2006/relationships/slide" Target="../slides/slide134.xml"/><Relationship Id="rId1" Type="http://schemas.openxmlformats.org/officeDocument/2006/relationships/notesMaster" Target="../notesMasters/notesMaster1.xml"/></Relationships>
</file>

<file path=ppt/notesSlides/_rels/notesSlide135.xml.rels><?xml version="1.0" encoding="UTF-8" standalone="yes"?>
<Relationships xmlns="http://schemas.openxmlformats.org/package/2006/relationships"><Relationship Id="rId2" Type="http://schemas.openxmlformats.org/officeDocument/2006/relationships/slide" Target="../slides/slide135.xml"/><Relationship Id="rId1" Type="http://schemas.openxmlformats.org/officeDocument/2006/relationships/notesMaster" Target="../notesMasters/notesMaster1.xml"/></Relationships>
</file>

<file path=ppt/notesSlides/_rels/notesSlide136.xml.rels><?xml version="1.0" encoding="UTF-8" standalone="yes"?>
<Relationships xmlns="http://schemas.openxmlformats.org/package/2006/relationships"><Relationship Id="rId2" Type="http://schemas.openxmlformats.org/officeDocument/2006/relationships/slide" Target="../slides/slide136.xml"/><Relationship Id="rId1" Type="http://schemas.openxmlformats.org/officeDocument/2006/relationships/notesMaster" Target="../notesMasters/notesMaster1.xml"/></Relationships>
</file>

<file path=ppt/notesSlides/_rels/notesSlide137.xml.rels><?xml version="1.0" encoding="UTF-8" standalone="yes"?>
<Relationships xmlns="http://schemas.openxmlformats.org/package/2006/relationships"><Relationship Id="rId2" Type="http://schemas.openxmlformats.org/officeDocument/2006/relationships/slide" Target="../slides/slide137.xml"/><Relationship Id="rId1" Type="http://schemas.openxmlformats.org/officeDocument/2006/relationships/notesMaster" Target="../notesMasters/notesMaster1.xml"/></Relationships>
</file>

<file path=ppt/notesSlides/_rels/notesSlide138.xml.rels><?xml version="1.0" encoding="UTF-8" standalone="yes"?>
<Relationships xmlns="http://schemas.openxmlformats.org/package/2006/relationships"><Relationship Id="rId2" Type="http://schemas.openxmlformats.org/officeDocument/2006/relationships/slide" Target="../slides/slide138.xml"/><Relationship Id="rId1" Type="http://schemas.openxmlformats.org/officeDocument/2006/relationships/notesMaster" Target="../notesMasters/notesMaster1.xml"/></Relationships>
</file>

<file path=ppt/notesSlides/_rels/notesSlide139.xml.rels><?xml version="1.0" encoding="UTF-8" standalone="yes"?>
<Relationships xmlns="http://schemas.openxmlformats.org/package/2006/relationships"><Relationship Id="rId2" Type="http://schemas.openxmlformats.org/officeDocument/2006/relationships/slide" Target="../slides/slide139.xml"/><Relationship Id="rId1" Type="http://schemas.openxmlformats.org/officeDocument/2006/relationships/notesMaster" Target="../notesMasters/notesMaster1.xml"/></Relationships>
</file>

<file path=ppt/notesSlides/_rels/notesSlide140.xml.rels><?xml version="1.0" encoding="UTF-8" standalone="yes"?>
<Relationships xmlns="http://schemas.openxmlformats.org/package/2006/relationships"><Relationship Id="rId2" Type="http://schemas.openxmlformats.org/officeDocument/2006/relationships/slide" Target="../slides/slide140.xml"/><Relationship Id="rId1" Type="http://schemas.openxmlformats.org/officeDocument/2006/relationships/notesMaster" Target="../notesMasters/notesMaster1.xml"/></Relationships>
</file>

<file path=ppt/notesSlides/_rels/notesSlide141.xml.rels><?xml version="1.0" encoding="UTF-8" standalone="yes"?>
<Relationships xmlns="http://schemas.openxmlformats.org/package/2006/relationships"><Relationship Id="rId2" Type="http://schemas.openxmlformats.org/officeDocument/2006/relationships/slide" Target="../slides/slide141.xml"/><Relationship Id="rId1" Type="http://schemas.openxmlformats.org/officeDocument/2006/relationships/notesMaster" Target="../notesMasters/notesMaster1.xml"/></Relationships>
</file>

<file path=ppt/notesSlides/_rels/notesSlide142.xml.rels><?xml version="1.0" encoding="UTF-8" standalone="yes"?>
<Relationships xmlns="http://schemas.openxmlformats.org/package/2006/relationships"><Relationship Id="rId2" Type="http://schemas.openxmlformats.org/officeDocument/2006/relationships/slide" Target="../slides/slide142.xml"/><Relationship Id="rId1" Type="http://schemas.openxmlformats.org/officeDocument/2006/relationships/notesMaster" Target="../notesMasters/notesMaster1.xml"/></Relationships>
</file>

<file path=ppt/notesSlides/_rels/notesSlide143.xml.rels><?xml version="1.0" encoding="UTF-8" standalone="yes"?>
<Relationships xmlns="http://schemas.openxmlformats.org/package/2006/relationships"><Relationship Id="rId2" Type="http://schemas.openxmlformats.org/officeDocument/2006/relationships/slide" Target="../slides/slide143.xml"/><Relationship Id="rId1" Type="http://schemas.openxmlformats.org/officeDocument/2006/relationships/notesMaster" Target="../notesMasters/notesMaster1.xml"/></Relationships>
</file>

<file path=ppt/notesSlides/_rels/notesSlide144.xml.rels><?xml version="1.0" encoding="UTF-8" standalone="yes"?>
<Relationships xmlns="http://schemas.openxmlformats.org/package/2006/relationships"><Relationship Id="rId2" Type="http://schemas.openxmlformats.org/officeDocument/2006/relationships/slide" Target="../slides/slide144.xml"/><Relationship Id="rId1" Type="http://schemas.openxmlformats.org/officeDocument/2006/relationships/notesMaster" Target="../notesMasters/notesMaster1.xml"/></Relationships>
</file>

<file path=ppt/notesSlides/_rels/notesSlide145.xml.rels><?xml version="1.0" encoding="UTF-8" standalone="yes"?>
<Relationships xmlns="http://schemas.openxmlformats.org/package/2006/relationships"><Relationship Id="rId2" Type="http://schemas.openxmlformats.org/officeDocument/2006/relationships/slide" Target="../slides/slide145.xml"/><Relationship Id="rId1" Type="http://schemas.openxmlformats.org/officeDocument/2006/relationships/notesMaster" Target="../notesMasters/notesMaster1.xml"/></Relationships>
</file>

<file path=ppt/notesSlides/_rels/notesSlide146.xml.rels><?xml version="1.0" encoding="UTF-8" standalone="yes"?>
<Relationships xmlns="http://schemas.openxmlformats.org/package/2006/relationships"><Relationship Id="rId2" Type="http://schemas.openxmlformats.org/officeDocument/2006/relationships/slide" Target="../slides/slide146.xml"/><Relationship Id="rId1" Type="http://schemas.openxmlformats.org/officeDocument/2006/relationships/notesMaster" Target="../notesMasters/notesMaster1.xml"/></Relationships>
</file>

<file path=ppt/notesSlides/_rels/notesSlide147.xml.rels><?xml version="1.0" encoding="UTF-8" standalone="yes"?>
<Relationships xmlns="http://schemas.openxmlformats.org/package/2006/relationships"><Relationship Id="rId2" Type="http://schemas.openxmlformats.org/officeDocument/2006/relationships/slide" Target="../slides/slide147.xml"/><Relationship Id="rId1" Type="http://schemas.openxmlformats.org/officeDocument/2006/relationships/notesMaster" Target="../notesMasters/notesMaster1.xml"/></Relationships>
</file>

<file path=ppt/notesSlides/_rels/notesSlide148.xml.rels><?xml version="1.0" encoding="UTF-8" standalone="yes"?>
<Relationships xmlns="http://schemas.openxmlformats.org/package/2006/relationships"><Relationship Id="rId2" Type="http://schemas.openxmlformats.org/officeDocument/2006/relationships/slide" Target="../slides/slide148.xml"/><Relationship Id="rId1" Type="http://schemas.openxmlformats.org/officeDocument/2006/relationships/notesMaster" Target="../notesMasters/notesMaster1.xml"/></Relationships>
</file>

<file path=ppt/notesSlides/_rels/notesSlide149.xml.rels><?xml version="1.0" encoding="UTF-8" standalone="yes"?>
<Relationships xmlns="http://schemas.openxmlformats.org/package/2006/relationships"><Relationship Id="rId2" Type="http://schemas.openxmlformats.org/officeDocument/2006/relationships/slide" Target="../slides/slide149.xml"/><Relationship Id="rId1" Type="http://schemas.openxmlformats.org/officeDocument/2006/relationships/notesMaster" Target="../notesMasters/notesMaster1.xml"/></Relationships>
</file>

<file path=ppt/notesSlides/_rels/notesSlide150.xml.rels><?xml version="1.0" encoding="UTF-8" standalone="yes"?>
<Relationships xmlns="http://schemas.openxmlformats.org/package/2006/relationships"><Relationship Id="rId2" Type="http://schemas.openxmlformats.org/officeDocument/2006/relationships/slide" Target="../slides/slide150.xml"/><Relationship Id="rId1" Type="http://schemas.openxmlformats.org/officeDocument/2006/relationships/notesMaster" Target="../notesMasters/notesMaster1.xml"/></Relationships>
</file>

<file path=ppt/notesSlides/_rels/notesSlide151.xml.rels><?xml version="1.0" encoding="UTF-8" standalone="yes"?>
<Relationships xmlns="http://schemas.openxmlformats.org/package/2006/relationships"><Relationship Id="rId2" Type="http://schemas.openxmlformats.org/officeDocument/2006/relationships/slide" Target="../slides/slide151.xml"/><Relationship Id="rId1" Type="http://schemas.openxmlformats.org/officeDocument/2006/relationships/notesMaster" Target="../notesMasters/notesMaster1.xml"/></Relationships>
</file>

<file path=ppt/notesSlides/_rels/notesSlide152.xml.rels><?xml version="1.0" encoding="UTF-8" standalone="yes"?>
<Relationships xmlns="http://schemas.openxmlformats.org/package/2006/relationships"><Relationship Id="rId2" Type="http://schemas.openxmlformats.org/officeDocument/2006/relationships/slide" Target="../slides/slide152.xml"/><Relationship Id="rId1" Type="http://schemas.openxmlformats.org/officeDocument/2006/relationships/notesMaster" Target="../notesMasters/notesMaster1.xml"/></Relationships>
</file>

<file path=ppt/notesSlides/_rels/notesSlide153.xml.rels><?xml version="1.0" encoding="UTF-8" standalone="yes"?>
<Relationships xmlns="http://schemas.openxmlformats.org/package/2006/relationships"><Relationship Id="rId2" Type="http://schemas.openxmlformats.org/officeDocument/2006/relationships/slide" Target="../slides/slide153.xml"/><Relationship Id="rId1" Type="http://schemas.openxmlformats.org/officeDocument/2006/relationships/notesMaster" Target="../notesMasters/notesMaster1.xml"/></Relationships>
</file>

<file path=ppt/notesSlides/_rels/notesSlide154.xml.rels><?xml version="1.0" encoding="UTF-8" standalone="yes"?>
<Relationships xmlns="http://schemas.openxmlformats.org/package/2006/relationships"><Relationship Id="rId2" Type="http://schemas.openxmlformats.org/officeDocument/2006/relationships/slide" Target="../slides/slide154.xml"/><Relationship Id="rId1" Type="http://schemas.openxmlformats.org/officeDocument/2006/relationships/notesMaster" Target="../notesMasters/notesMaster1.xml"/></Relationships>
</file>

<file path=ppt/notesSlides/_rels/notesSlide155.xml.rels><?xml version="1.0" encoding="UTF-8" standalone="yes"?>
<Relationships xmlns="http://schemas.openxmlformats.org/package/2006/relationships"><Relationship Id="rId2" Type="http://schemas.openxmlformats.org/officeDocument/2006/relationships/slide" Target="../slides/slide155.xml"/><Relationship Id="rId1" Type="http://schemas.openxmlformats.org/officeDocument/2006/relationships/notesMaster" Target="../notesMasters/notesMaster1.xml"/></Relationships>
</file>

<file path=ppt/notesSlides/_rels/notesSlide156.xml.rels><?xml version="1.0" encoding="UTF-8" standalone="yes"?>
<Relationships xmlns="http://schemas.openxmlformats.org/package/2006/relationships"><Relationship Id="rId2" Type="http://schemas.openxmlformats.org/officeDocument/2006/relationships/slide" Target="../slides/slide156.xml"/><Relationship Id="rId1" Type="http://schemas.openxmlformats.org/officeDocument/2006/relationships/notesMaster" Target="../notesMasters/notesMaster1.xml"/></Relationships>
</file>

<file path=ppt/notesSlides/_rels/notesSlide157.xml.rels><?xml version="1.0" encoding="UTF-8" standalone="yes"?>
<Relationships xmlns="http://schemas.openxmlformats.org/package/2006/relationships"><Relationship Id="rId2" Type="http://schemas.openxmlformats.org/officeDocument/2006/relationships/slide" Target="../slides/slide157.xml"/><Relationship Id="rId1" Type="http://schemas.openxmlformats.org/officeDocument/2006/relationships/notesMaster" Target="../notesMasters/notesMaster1.xml"/></Relationships>
</file>

<file path=ppt/notesSlides/_rels/notesSlide158.xml.rels><?xml version="1.0" encoding="UTF-8" standalone="yes"?>
<Relationships xmlns="http://schemas.openxmlformats.org/package/2006/relationships"><Relationship Id="rId2" Type="http://schemas.openxmlformats.org/officeDocument/2006/relationships/slide" Target="../slides/slide158.xml"/><Relationship Id="rId1" Type="http://schemas.openxmlformats.org/officeDocument/2006/relationships/notesMaster" Target="../notesMasters/notesMaster1.xml"/></Relationships>
</file>

<file path=ppt/notesSlides/_rels/notesSlide159.xml.rels><?xml version="1.0" encoding="UTF-8" standalone="yes"?>
<Relationships xmlns="http://schemas.openxmlformats.org/package/2006/relationships"><Relationship Id="rId2" Type="http://schemas.openxmlformats.org/officeDocument/2006/relationships/slide" Target="../slides/slide159.xml"/><Relationship Id="rId1" Type="http://schemas.openxmlformats.org/officeDocument/2006/relationships/notesMaster" Target="../notesMasters/notesMaster1.xml"/></Relationships>
</file>

<file path=ppt/notesSlides/_rels/notesSlide160.xml.rels><?xml version="1.0" encoding="UTF-8" standalone="yes"?>
<Relationships xmlns="http://schemas.openxmlformats.org/package/2006/relationships"><Relationship Id="rId2" Type="http://schemas.openxmlformats.org/officeDocument/2006/relationships/slide" Target="../slides/slide160.xml"/><Relationship Id="rId1" Type="http://schemas.openxmlformats.org/officeDocument/2006/relationships/notesMaster" Target="../notesMasters/notesMaster1.xml"/></Relationships>
</file>

<file path=ppt/notesSlides/_rels/notesSlide161.xml.rels><?xml version="1.0" encoding="UTF-8" standalone="yes"?>
<Relationships xmlns="http://schemas.openxmlformats.org/package/2006/relationships"><Relationship Id="rId2" Type="http://schemas.openxmlformats.org/officeDocument/2006/relationships/slide" Target="../slides/slide161.xml"/><Relationship Id="rId1" Type="http://schemas.openxmlformats.org/officeDocument/2006/relationships/notesMaster" Target="../notesMasters/notesMaster1.xml"/></Relationships>
</file>

<file path=ppt/notesSlides/_rels/notesSlide162.xml.rels><?xml version="1.0" encoding="UTF-8" standalone="yes"?>
<Relationships xmlns="http://schemas.openxmlformats.org/package/2006/relationships"><Relationship Id="rId2" Type="http://schemas.openxmlformats.org/officeDocument/2006/relationships/slide" Target="../slides/slide162.xml"/><Relationship Id="rId1" Type="http://schemas.openxmlformats.org/officeDocument/2006/relationships/notesMaster" Target="../notesMasters/notesMaster1.xml"/></Relationships>
</file>

<file path=ppt/notesSlides/_rels/notesSlide163.xml.rels><?xml version="1.0" encoding="UTF-8" standalone="yes"?>
<Relationships xmlns="http://schemas.openxmlformats.org/package/2006/relationships"><Relationship Id="rId2" Type="http://schemas.openxmlformats.org/officeDocument/2006/relationships/slide" Target="../slides/slide163.xml"/><Relationship Id="rId1" Type="http://schemas.openxmlformats.org/officeDocument/2006/relationships/notesMaster" Target="../notesMasters/notesMaster1.xml"/></Relationships>
</file>

<file path=ppt/notesSlides/_rels/notesSlide164.xml.rels><?xml version="1.0" encoding="UTF-8" standalone="yes"?>
<Relationships xmlns="http://schemas.openxmlformats.org/package/2006/relationships"><Relationship Id="rId2" Type="http://schemas.openxmlformats.org/officeDocument/2006/relationships/slide" Target="../slides/slide164.xml"/><Relationship Id="rId1" Type="http://schemas.openxmlformats.org/officeDocument/2006/relationships/notesMaster" Target="../notesMasters/notesMaster1.xml"/></Relationships>
</file>

<file path=ppt/notesSlides/_rels/notesSlide165.xml.rels><?xml version="1.0" encoding="UTF-8" standalone="yes"?>
<Relationships xmlns="http://schemas.openxmlformats.org/package/2006/relationships"><Relationship Id="rId2" Type="http://schemas.openxmlformats.org/officeDocument/2006/relationships/slide" Target="../slides/slide165.xml"/><Relationship Id="rId1" Type="http://schemas.openxmlformats.org/officeDocument/2006/relationships/notesMaster" Target="../notesMasters/notesMaster1.xml"/></Relationships>
</file>

<file path=ppt/notesSlides/_rels/notesSlide166.xml.rels><?xml version="1.0" encoding="UTF-8" standalone="yes"?>
<Relationships xmlns="http://schemas.openxmlformats.org/package/2006/relationships"><Relationship Id="rId2" Type="http://schemas.openxmlformats.org/officeDocument/2006/relationships/slide" Target="../slides/slide166.xml"/><Relationship Id="rId1" Type="http://schemas.openxmlformats.org/officeDocument/2006/relationships/notesMaster" Target="../notesMasters/notesMaster1.xml"/></Relationships>
</file>

<file path=ppt/notesSlides/_rels/notesSlide167.xml.rels><?xml version="1.0" encoding="UTF-8" standalone="yes"?>
<Relationships xmlns="http://schemas.openxmlformats.org/package/2006/relationships"><Relationship Id="rId2" Type="http://schemas.openxmlformats.org/officeDocument/2006/relationships/slide" Target="../slides/slide167.xml"/><Relationship Id="rId1" Type="http://schemas.openxmlformats.org/officeDocument/2006/relationships/notesMaster" Target="../notesMasters/notesMaster1.xml"/></Relationships>
</file>

<file path=ppt/notesSlides/_rels/notesSlide168.xml.rels><?xml version="1.0" encoding="UTF-8" standalone="yes"?>
<Relationships xmlns="http://schemas.openxmlformats.org/package/2006/relationships"><Relationship Id="rId2" Type="http://schemas.openxmlformats.org/officeDocument/2006/relationships/slide" Target="../slides/slide168.xml"/><Relationship Id="rId1" Type="http://schemas.openxmlformats.org/officeDocument/2006/relationships/notesMaster" Target="../notesMasters/notesMaster1.xml"/></Relationships>
</file>

<file path=ppt/notesSlides/_rels/notesSlide169.xml.rels><?xml version="1.0" encoding="UTF-8" standalone="yes"?>
<Relationships xmlns="http://schemas.openxmlformats.org/package/2006/relationships"><Relationship Id="rId2" Type="http://schemas.openxmlformats.org/officeDocument/2006/relationships/slide" Target="../slides/slide169.xml"/><Relationship Id="rId1" Type="http://schemas.openxmlformats.org/officeDocument/2006/relationships/notesMaster" Target="../notesMasters/notesMaster1.xml"/></Relationships>
</file>

<file path=ppt/notesSlides/_rels/notesSlide170.xml.rels><?xml version="1.0" encoding="UTF-8" standalone="yes"?>
<Relationships xmlns="http://schemas.openxmlformats.org/package/2006/relationships"><Relationship Id="rId2" Type="http://schemas.openxmlformats.org/officeDocument/2006/relationships/slide" Target="../slides/slide170.xml"/><Relationship Id="rId1" Type="http://schemas.openxmlformats.org/officeDocument/2006/relationships/notesMaster" Target="../notesMasters/notesMaster1.xml"/></Relationships>
</file>

<file path=ppt/notesSlides/_rels/notesSlide171.xml.rels><?xml version="1.0" encoding="UTF-8" standalone="yes"?>
<Relationships xmlns="http://schemas.openxmlformats.org/package/2006/relationships"><Relationship Id="rId2" Type="http://schemas.openxmlformats.org/officeDocument/2006/relationships/slide" Target="../slides/slide171.xml"/><Relationship Id="rId1" Type="http://schemas.openxmlformats.org/officeDocument/2006/relationships/notesMaster" Target="../notesMasters/notesMaster1.xml"/></Relationships>
</file>

<file path=ppt/notesSlides/_rels/notesSlide172.xml.rels><?xml version="1.0" encoding="UTF-8" standalone="yes"?>
<Relationships xmlns="http://schemas.openxmlformats.org/package/2006/relationships"><Relationship Id="rId2" Type="http://schemas.openxmlformats.org/officeDocument/2006/relationships/slide" Target="../slides/slide172.xml"/><Relationship Id="rId1" Type="http://schemas.openxmlformats.org/officeDocument/2006/relationships/notesMaster" Target="../notesMasters/notesMaster1.xml"/></Relationships>
</file>

<file path=ppt/notesSlides/_rels/notesSlide173.xml.rels><?xml version="1.0" encoding="UTF-8" standalone="yes"?>
<Relationships xmlns="http://schemas.openxmlformats.org/package/2006/relationships"><Relationship Id="rId2" Type="http://schemas.openxmlformats.org/officeDocument/2006/relationships/slide" Target="../slides/slide173.xml"/><Relationship Id="rId1" Type="http://schemas.openxmlformats.org/officeDocument/2006/relationships/notesMaster" Target="../notesMasters/notesMaster1.xml"/></Relationships>
</file>

<file path=ppt/notesSlides/_rels/notesSlide174.xml.rels><?xml version="1.0" encoding="UTF-8" standalone="yes"?>
<Relationships xmlns="http://schemas.openxmlformats.org/package/2006/relationships"><Relationship Id="rId2" Type="http://schemas.openxmlformats.org/officeDocument/2006/relationships/slide" Target="../slides/slide174.xml"/><Relationship Id="rId1" Type="http://schemas.openxmlformats.org/officeDocument/2006/relationships/notesMaster" Target="../notesMasters/notesMaster1.xml"/></Relationships>
</file>

<file path=ppt/notesSlides/_rels/notesSlide175.xml.rels><?xml version="1.0" encoding="UTF-8" standalone="yes"?>
<Relationships xmlns="http://schemas.openxmlformats.org/package/2006/relationships"><Relationship Id="rId2" Type="http://schemas.openxmlformats.org/officeDocument/2006/relationships/slide" Target="../slides/slide175.xml"/><Relationship Id="rId1" Type="http://schemas.openxmlformats.org/officeDocument/2006/relationships/notesMaster" Target="../notesMasters/notesMaster1.xml"/></Relationships>
</file>

<file path=ppt/notesSlides/_rels/notesSlide176.xml.rels><?xml version="1.0" encoding="UTF-8" standalone="yes"?>
<Relationships xmlns="http://schemas.openxmlformats.org/package/2006/relationships"><Relationship Id="rId2" Type="http://schemas.openxmlformats.org/officeDocument/2006/relationships/slide" Target="../slides/slide176.xml"/><Relationship Id="rId1" Type="http://schemas.openxmlformats.org/officeDocument/2006/relationships/notesMaster" Target="../notesMasters/notesMaster1.xml"/></Relationships>
</file>

<file path=ppt/notesSlides/_rels/notesSlide177.xml.rels><?xml version="1.0" encoding="UTF-8" standalone="yes"?>
<Relationships xmlns="http://schemas.openxmlformats.org/package/2006/relationships"><Relationship Id="rId2" Type="http://schemas.openxmlformats.org/officeDocument/2006/relationships/slide" Target="../slides/slide177.xml"/><Relationship Id="rId1" Type="http://schemas.openxmlformats.org/officeDocument/2006/relationships/notesMaster" Target="../notesMasters/notesMaster1.xml"/></Relationships>
</file>

<file path=ppt/notesSlides/_rels/notesSlide178.xml.rels><?xml version="1.0" encoding="UTF-8" standalone="yes"?>
<Relationships xmlns="http://schemas.openxmlformats.org/package/2006/relationships"><Relationship Id="rId2" Type="http://schemas.openxmlformats.org/officeDocument/2006/relationships/slide" Target="../slides/slide178.xml"/><Relationship Id="rId1" Type="http://schemas.openxmlformats.org/officeDocument/2006/relationships/notesMaster" Target="../notesMasters/notesMaster1.xml"/></Relationships>
</file>

<file path=ppt/notesSlides/_rels/notesSlide179.xml.rels><?xml version="1.0" encoding="UTF-8" standalone="yes"?>
<Relationships xmlns="http://schemas.openxmlformats.org/package/2006/relationships"><Relationship Id="rId2" Type="http://schemas.openxmlformats.org/officeDocument/2006/relationships/slide" Target="../slides/slide179.xml"/><Relationship Id="rId1" Type="http://schemas.openxmlformats.org/officeDocument/2006/relationships/notesMaster" Target="../notesMasters/notesMaster1.xml"/></Relationships>
</file>

<file path=ppt/notesSlides/_rels/notesSlide180.xml.rels><?xml version="1.0" encoding="UTF-8" standalone="yes"?>
<Relationships xmlns="http://schemas.openxmlformats.org/package/2006/relationships"><Relationship Id="rId2" Type="http://schemas.openxmlformats.org/officeDocument/2006/relationships/slide" Target="../slides/slide180.xml"/><Relationship Id="rId1" Type="http://schemas.openxmlformats.org/officeDocument/2006/relationships/notesMaster" Target="../notesMasters/notesMaster1.xml"/></Relationships>
</file>

<file path=ppt/notesSlides/_rels/notesSlide181.xml.rels><?xml version="1.0" encoding="UTF-8" standalone="yes"?>
<Relationships xmlns="http://schemas.openxmlformats.org/package/2006/relationships"><Relationship Id="rId2" Type="http://schemas.openxmlformats.org/officeDocument/2006/relationships/slide" Target="../slides/slide181.xml"/><Relationship Id="rId1" Type="http://schemas.openxmlformats.org/officeDocument/2006/relationships/notesMaster" Target="../notesMasters/notesMaster1.xml"/></Relationships>
</file>

<file path=ppt/notesSlides/_rels/notesSlide182.xml.rels><?xml version="1.0" encoding="UTF-8" standalone="yes"?>
<Relationships xmlns="http://schemas.openxmlformats.org/package/2006/relationships"><Relationship Id="rId2" Type="http://schemas.openxmlformats.org/officeDocument/2006/relationships/slide" Target="../slides/slide182.xml"/><Relationship Id="rId1" Type="http://schemas.openxmlformats.org/officeDocument/2006/relationships/notesMaster" Target="../notesMasters/notesMaster1.xml"/></Relationships>
</file>

<file path=ppt/notesSlides/_rels/notesSlide183.xml.rels><?xml version="1.0" encoding="UTF-8" standalone="yes"?>
<Relationships xmlns="http://schemas.openxmlformats.org/package/2006/relationships"><Relationship Id="rId2" Type="http://schemas.openxmlformats.org/officeDocument/2006/relationships/slide" Target="../slides/slide183.xml"/><Relationship Id="rId1" Type="http://schemas.openxmlformats.org/officeDocument/2006/relationships/notesMaster" Target="../notesMasters/notesMaster1.xml"/></Relationships>
</file>

<file path=ppt/notesSlides/_rels/notesSlide184.xml.rels><?xml version="1.0" encoding="UTF-8" standalone="yes"?>
<Relationships xmlns="http://schemas.openxmlformats.org/package/2006/relationships"><Relationship Id="rId2" Type="http://schemas.openxmlformats.org/officeDocument/2006/relationships/slide" Target="../slides/slide184.xml"/><Relationship Id="rId1" Type="http://schemas.openxmlformats.org/officeDocument/2006/relationships/notesMaster" Target="../notesMasters/notesMaster1.xml"/></Relationships>
</file>

<file path=ppt/notesSlides/_rels/notesSlide185.xml.rels><?xml version="1.0" encoding="UTF-8" standalone="yes"?>
<Relationships xmlns="http://schemas.openxmlformats.org/package/2006/relationships"><Relationship Id="rId2" Type="http://schemas.openxmlformats.org/officeDocument/2006/relationships/slide" Target="../slides/slide185.xml"/><Relationship Id="rId1" Type="http://schemas.openxmlformats.org/officeDocument/2006/relationships/notesMaster" Target="../notesMasters/notesMaster1.xml"/></Relationships>
</file>

<file path=ppt/notesSlides/_rels/notesSlide186.xml.rels><?xml version="1.0" encoding="UTF-8" standalone="yes"?>
<Relationships xmlns="http://schemas.openxmlformats.org/package/2006/relationships"><Relationship Id="rId2" Type="http://schemas.openxmlformats.org/officeDocument/2006/relationships/slide" Target="../slides/slide186.xml"/><Relationship Id="rId1" Type="http://schemas.openxmlformats.org/officeDocument/2006/relationships/notesMaster" Target="../notesMasters/notesMaster1.xml"/></Relationships>
</file>

<file path=ppt/notesSlides/_rels/notesSlide187.xml.rels><?xml version="1.0" encoding="UTF-8" standalone="yes"?>
<Relationships xmlns="http://schemas.openxmlformats.org/package/2006/relationships"><Relationship Id="rId2" Type="http://schemas.openxmlformats.org/officeDocument/2006/relationships/slide" Target="../slides/slide187.xml"/><Relationship Id="rId1" Type="http://schemas.openxmlformats.org/officeDocument/2006/relationships/notesMaster" Target="../notesMasters/notesMaster1.xml"/></Relationships>
</file>

<file path=ppt/notesSlides/_rels/notesSlide188.xml.rels><?xml version="1.0" encoding="UTF-8" standalone="yes"?>
<Relationships xmlns="http://schemas.openxmlformats.org/package/2006/relationships"><Relationship Id="rId2" Type="http://schemas.openxmlformats.org/officeDocument/2006/relationships/slide" Target="../slides/slide188.xml"/><Relationship Id="rId1" Type="http://schemas.openxmlformats.org/officeDocument/2006/relationships/notesMaster" Target="../notesMasters/notesMaster1.xml"/></Relationships>
</file>

<file path=ppt/notesSlides/_rels/notesSlide189.xml.rels><?xml version="1.0" encoding="UTF-8" standalone="yes"?>
<Relationships xmlns="http://schemas.openxmlformats.org/package/2006/relationships"><Relationship Id="rId2" Type="http://schemas.openxmlformats.org/officeDocument/2006/relationships/slide" Target="../slides/slide189.xml"/><Relationship Id="rId1" Type="http://schemas.openxmlformats.org/officeDocument/2006/relationships/notesMaster" Target="../notesMasters/notesMaster1.xml"/></Relationships>
</file>

<file path=ppt/notesSlides/_rels/notesSlide190.xml.rels><?xml version="1.0" encoding="UTF-8" standalone="yes"?>
<Relationships xmlns="http://schemas.openxmlformats.org/package/2006/relationships"><Relationship Id="rId2" Type="http://schemas.openxmlformats.org/officeDocument/2006/relationships/slide" Target="../slides/slide190.xml"/><Relationship Id="rId1" Type="http://schemas.openxmlformats.org/officeDocument/2006/relationships/notesMaster" Target="../notesMasters/notesMaster1.xml"/></Relationships>
</file>

<file path=ppt/notesSlides/_rels/notesSlide191.xml.rels><?xml version="1.0" encoding="UTF-8" standalone="yes"?>
<Relationships xmlns="http://schemas.openxmlformats.org/package/2006/relationships"><Relationship Id="rId2" Type="http://schemas.openxmlformats.org/officeDocument/2006/relationships/slide" Target="../slides/slide191.xml"/><Relationship Id="rId1" Type="http://schemas.openxmlformats.org/officeDocument/2006/relationships/notesMaster" Target="../notesMasters/notesMaster1.xml"/></Relationships>
</file>

<file path=ppt/notesSlides/_rels/notesSlide192.xml.rels><?xml version="1.0" encoding="UTF-8" standalone="yes"?>
<Relationships xmlns="http://schemas.openxmlformats.org/package/2006/relationships"><Relationship Id="rId2" Type="http://schemas.openxmlformats.org/officeDocument/2006/relationships/slide" Target="../slides/slide192.xml"/><Relationship Id="rId1" Type="http://schemas.openxmlformats.org/officeDocument/2006/relationships/notesMaster" Target="../notesMasters/notesMaster1.xml"/></Relationships>
</file>

<file path=ppt/notesSlides/_rels/notesSlide193.xml.rels><?xml version="1.0" encoding="UTF-8" standalone="yes"?>
<Relationships xmlns="http://schemas.openxmlformats.org/package/2006/relationships"><Relationship Id="rId2" Type="http://schemas.openxmlformats.org/officeDocument/2006/relationships/slide" Target="../slides/slide193.xml"/><Relationship Id="rId1" Type="http://schemas.openxmlformats.org/officeDocument/2006/relationships/notesMaster" Target="../notesMasters/notesMaster1.xml"/></Relationships>
</file>

<file path=ppt/notesSlides/_rels/notesSlide194.xml.rels><?xml version="1.0" encoding="UTF-8" standalone="yes"?>
<Relationships xmlns="http://schemas.openxmlformats.org/package/2006/relationships"><Relationship Id="rId2" Type="http://schemas.openxmlformats.org/officeDocument/2006/relationships/slide" Target="../slides/slide194.xml"/><Relationship Id="rId1" Type="http://schemas.openxmlformats.org/officeDocument/2006/relationships/notesMaster" Target="../notesMasters/notesMaster1.xml"/></Relationships>
</file>

<file path=ppt/notesSlides/_rels/notesSlide195.xml.rels><?xml version="1.0" encoding="UTF-8" standalone="yes"?>
<Relationships xmlns="http://schemas.openxmlformats.org/package/2006/relationships"><Relationship Id="rId2" Type="http://schemas.openxmlformats.org/officeDocument/2006/relationships/slide" Target="../slides/slide195.xml"/><Relationship Id="rId1" Type="http://schemas.openxmlformats.org/officeDocument/2006/relationships/notesMaster" Target="../notesMasters/notesMaster1.xml"/></Relationships>
</file>

<file path=ppt/notesSlides/_rels/notesSlide196.xml.rels><?xml version="1.0" encoding="UTF-8" standalone="yes"?>
<Relationships xmlns="http://schemas.openxmlformats.org/package/2006/relationships"><Relationship Id="rId2" Type="http://schemas.openxmlformats.org/officeDocument/2006/relationships/slide" Target="../slides/slide196.xml"/><Relationship Id="rId1" Type="http://schemas.openxmlformats.org/officeDocument/2006/relationships/notesMaster" Target="../notesMasters/notesMaster1.xml"/></Relationships>
</file>

<file path=ppt/notesSlides/_rels/notesSlide197.xml.rels><?xml version="1.0" encoding="UTF-8" standalone="yes"?>
<Relationships xmlns="http://schemas.openxmlformats.org/package/2006/relationships"><Relationship Id="rId2" Type="http://schemas.openxmlformats.org/officeDocument/2006/relationships/slide" Target="../slides/slide197.xml"/><Relationship Id="rId1" Type="http://schemas.openxmlformats.org/officeDocument/2006/relationships/notesMaster" Target="../notesMasters/notesMaster1.xml"/></Relationships>
</file>

<file path=ppt/notesSlides/_rels/notesSlide198.xml.rels><?xml version="1.0" encoding="UTF-8" standalone="yes"?>
<Relationships xmlns="http://schemas.openxmlformats.org/package/2006/relationships"><Relationship Id="rId2" Type="http://schemas.openxmlformats.org/officeDocument/2006/relationships/slide" Target="../slides/slide198.xml"/><Relationship Id="rId1" Type="http://schemas.openxmlformats.org/officeDocument/2006/relationships/notesMaster" Target="../notesMasters/notesMaster1.xml"/></Relationships>
</file>

<file path=ppt/notesSlides/_rels/notesSlide199.xml.rels><?xml version="1.0" encoding="UTF-8" standalone="yes"?>
<Relationships xmlns="http://schemas.openxmlformats.org/package/2006/relationships"><Relationship Id="rId2" Type="http://schemas.openxmlformats.org/officeDocument/2006/relationships/slide" Target="../slides/slide199.xml"/><Relationship Id="rId1" Type="http://schemas.openxmlformats.org/officeDocument/2006/relationships/notesMaster" Target="../notesMasters/notesMaster1.xml"/></Relationships>
</file>

<file path=ppt/notesSlides/_rels/notesSlide200.xml.rels><?xml version="1.0" encoding="UTF-8" standalone="yes"?>
<Relationships xmlns="http://schemas.openxmlformats.org/package/2006/relationships"><Relationship Id="rId2" Type="http://schemas.openxmlformats.org/officeDocument/2006/relationships/slide" Target="../slides/slide200.xml"/><Relationship Id="rId1" Type="http://schemas.openxmlformats.org/officeDocument/2006/relationships/notesMaster" Target="../notesMasters/notesMaster1.xml"/></Relationships>
</file>

<file path=ppt/notesSlides/_rels/notesSlide201.xml.rels><?xml version="1.0" encoding="UTF-8" standalone="yes"?>
<Relationships xmlns="http://schemas.openxmlformats.org/package/2006/relationships"><Relationship Id="rId2" Type="http://schemas.openxmlformats.org/officeDocument/2006/relationships/slide" Target="../slides/slide201.xml"/><Relationship Id="rId1" Type="http://schemas.openxmlformats.org/officeDocument/2006/relationships/notesMaster" Target="../notesMasters/notesMaster1.xml"/></Relationships>
</file>

<file path=ppt/notesSlides/_rels/notesSlide202.xml.rels><?xml version="1.0" encoding="UTF-8" standalone="yes"?>
<Relationships xmlns="http://schemas.openxmlformats.org/package/2006/relationships"><Relationship Id="rId2" Type="http://schemas.openxmlformats.org/officeDocument/2006/relationships/slide" Target="../slides/slide202.xml"/><Relationship Id="rId1" Type="http://schemas.openxmlformats.org/officeDocument/2006/relationships/notesMaster" Target="../notesMasters/notesMaster1.xml"/></Relationships>
</file>

<file path=ppt/notesSlides/_rels/notesSlide203.xml.rels><?xml version="1.0" encoding="UTF-8" standalone="yes"?>
<Relationships xmlns="http://schemas.openxmlformats.org/package/2006/relationships"><Relationship Id="rId2" Type="http://schemas.openxmlformats.org/officeDocument/2006/relationships/slide" Target="../slides/slide203.xml"/><Relationship Id="rId1" Type="http://schemas.openxmlformats.org/officeDocument/2006/relationships/notesMaster" Target="../notesMasters/notesMaster1.xml"/></Relationships>
</file>

<file path=ppt/notesSlides/_rels/notesSlide204.xml.rels><?xml version="1.0" encoding="UTF-8" standalone="yes"?>
<Relationships xmlns="http://schemas.openxmlformats.org/package/2006/relationships"><Relationship Id="rId2" Type="http://schemas.openxmlformats.org/officeDocument/2006/relationships/slide" Target="../slides/slide204.xml"/><Relationship Id="rId1" Type="http://schemas.openxmlformats.org/officeDocument/2006/relationships/notesMaster" Target="../notesMasters/notesMaster1.xml"/></Relationships>
</file>

<file path=ppt/notesSlides/_rels/notesSlide205.xml.rels><?xml version="1.0" encoding="UTF-8" standalone="yes"?>
<Relationships xmlns="http://schemas.openxmlformats.org/package/2006/relationships"><Relationship Id="rId2" Type="http://schemas.openxmlformats.org/officeDocument/2006/relationships/slide" Target="../slides/slide205.xml"/><Relationship Id="rId1" Type="http://schemas.openxmlformats.org/officeDocument/2006/relationships/notesMaster" Target="../notesMasters/notesMaster1.xml"/></Relationships>
</file>

<file path=ppt/notesSlides/_rels/notesSlide206.xml.rels><?xml version="1.0" encoding="UTF-8" standalone="yes"?>
<Relationships xmlns="http://schemas.openxmlformats.org/package/2006/relationships"><Relationship Id="rId2" Type="http://schemas.openxmlformats.org/officeDocument/2006/relationships/slide" Target="../slides/slide206.xml"/><Relationship Id="rId1" Type="http://schemas.openxmlformats.org/officeDocument/2006/relationships/notesMaster" Target="../notesMasters/notesMaster1.xml"/></Relationships>
</file>

<file path=ppt/notesSlides/_rels/notesSlide207.xml.rels><?xml version="1.0" encoding="UTF-8" standalone="yes"?>
<Relationships xmlns="http://schemas.openxmlformats.org/package/2006/relationships"><Relationship Id="rId2" Type="http://schemas.openxmlformats.org/officeDocument/2006/relationships/slide" Target="../slides/slide207.xml"/><Relationship Id="rId1" Type="http://schemas.openxmlformats.org/officeDocument/2006/relationships/notesMaster" Target="../notesMasters/notesMaster1.xml"/></Relationships>
</file>

<file path=ppt/notesSlides/_rels/notesSlide208.xml.rels><?xml version="1.0" encoding="UTF-8" standalone="yes"?>
<Relationships xmlns="http://schemas.openxmlformats.org/package/2006/relationships"><Relationship Id="rId2" Type="http://schemas.openxmlformats.org/officeDocument/2006/relationships/slide" Target="../slides/slide208.xml"/><Relationship Id="rId1" Type="http://schemas.openxmlformats.org/officeDocument/2006/relationships/notesMaster" Target="../notesMasters/notesMaster1.xml"/></Relationships>
</file>

<file path=ppt/notesSlides/_rels/notesSlide209.xml.rels><?xml version="1.0" encoding="UTF-8" standalone="yes"?>
<Relationships xmlns="http://schemas.openxmlformats.org/package/2006/relationships"><Relationship Id="rId2" Type="http://schemas.openxmlformats.org/officeDocument/2006/relationships/slide" Target="../slides/slide209.xml"/><Relationship Id="rId1" Type="http://schemas.openxmlformats.org/officeDocument/2006/relationships/notesMaster" Target="../notesMasters/notesMaster1.xml"/></Relationships>
</file>

<file path=ppt/notesSlides/_rels/notesSlide210.xml.rels><?xml version="1.0" encoding="UTF-8" standalone="yes"?>
<Relationships xmlns="http://schemas.openxmlformats.org/package/2006/relationships"><Relationship Id="rId2" Type="http://schemas.openxmlformats.org/officeDocument/2006/relationships/slide" Target="../slides/slide210.xml"/><Relationship Id="rId1" Type="http://schemas.openxmlformats.org/officeDocument/2006/relationships/notesMaster" Target="../notesMasters/notesMaster1.xml"/></Relationships>
</file>

<file path=ppt/notesSlides/_rels/notesSlide211.xml.rels><?xml version="1.0" encoding="UTF-8" standalone="yes"?>
<Relationships xmlns="http://schemas.openxmlformats.org/package/2006/relationships"><Relationship Id="rId2" Type="http://schemas.openxmlformats.org/officeDocument/2006/relationships/slide" Target="../slides/slide211.xml"/><Relationship Id="rId1" Type="http://schemas.openxmlformats.org/officeDocument/2006/relationships/notesMaster" Target="../notesMasters/notesMaster1.xml"/></Relationships>
</file>

<file path=ppt/notesSlides/_rels/notesSlide212.xml.rels><?xml version="1.0" encoding="UTF-8" standalone="yes"?>
<Relationships xmlns="http://schemas.openxmlformats.org/package/2006/relationships"><Relationship Id="rId2" Type="http://schemas.openxmlformats.org/officeDocument/2006/relationships/slide" Target="../slides/slide212.xml"/><Relationship Id="rId1" Type="http://schemas.openxmlformats.org/officeDocument/2006/relationships/notesMaster" Target="../notesMasters/notesMaster1.xml"/></Relationships>
</file>

<file path=ppt/notesSlides/_rels/notesSlide213.xml.rels><?xml version="1.0" encoding="UTF-8" standalone="yes"?>
<Relationships xmlns="http://schemas.openxmlformats.org/package/2006/relationships"><Relationship Id="rId2" Type="http://schemas.openxmlformats.org/officeDocument/2006/relationships/slide" Target="../slides/slide213.xml"/><Relationship Id="rId1" Type="http://schemas.openxmlformats.org/officeDocument/2006/relationships/notesMaster" Target="../notesMasters/notesMaster1.xml"/></Relationships>
</file>

<file path=ppt/notesSlides/_rels/notesSlide214.xml.rels><?xml version="1.0" encoding="UTF-8" standalone="yes"?>
<Relationships xmlns="http://schemas.openxmlformats.org/package/2006/relationships"><Relationship Id="rId2" Type="http://schemas.openxmlformats.org/officeDocument/2006/relationships/slide" Target="../slides/slide214.xml"/><Relationship Id="rId1" Type="http://schemas.openxmlformats.org/officeDocument/2006/relationships/notesMaster" Target="../notesMasters/notesMaster1.xml"/></Relationships>
</file>

<file path=ppt/notesSlides/_rels/notesSlide215.xml.rels><?xml version="1.0" encoding="UTF-8" standalone="yes"?>
<Relationships xmlns="http://schemas.openxmlformats.org/package/2006/relationships"><Relationship Id="rId2" Type="http://schemas.openxmlformats.org/officeDocument/2006/relationships/slide" Target="../slides/slide21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Espace réservé de l'image des diapositives 4"/>
          <p:cNvSpPr>
            <a:spLocks noGrp="1" noRot="1" noChangeAspect="1"/>
          </p:cNvSpPr>
          <p:nvPr>
            <p:ph type="sldImg"/>
          </p:nvPr>
        </p:nvSpPr>
        <p:spPr>
          <a:xfrm>
            <a:off x="714375" y="195263"/>
            <a:ext cx="5657850" cy="4243387"/>
          </a:xfrm>
        </p:spPr>
      </p:sp>
      <p:sp>
        <p:nvSpPr>
          <p:cNvPr id="2" name="Rectangle 1"/>
          <p:cNvSpPr/>
          <p:nvPr/>
        </p:nvSpPr>
        <p:spPr>
          <a:xfrm>
            <a:off x="2" y="3"/>
            <a:ext cx="6797675" cy="9926638"/>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lIns="90404" tIns="45201" rIns="90404" bIns="45201" rtlCol="0" anchor="ctr"/>
          <a:lstStyle/>
          <a:p>
            <a:pPr algn="ctr"/>
            <a:endParaRPr lang="fr-FR" dirty="0">
              <a:latin typeface="Calibri" pitchFamily="34" charset="0"/>
            </a:endParaRPr>
          </a:p>
        </p:txBody>
      </p:sp>
      <p:sp>
        <p:nvSpPr>
          <p:cNvPr id="15" name="Rectangle 14"/>
          <p:cNvSpPr/>
          <p:nvPr/>
        </p:nvSpPr>
        <p:spPr>
          <a:xfrm>
            <a:off x="559489" y="255218"/>
            <a:ext cx="5969212" cy="8988200"/>
          </a:xfrm>
          <a:prstGeom prst="rect">
            <a:avLst/>
          </a:prstGeom>
          <a:solidFill>
            <a:schemeClr val="bg1"/>
          </a:solidFill>
          <a:ln>
            <a:solidFill>
              <a:srgbClr val="27A8E0"/>
            </a:solidFill>
          </a:ln>
          <a:effectLst>
            <a:outerShdw blurRad="139700" dist="889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90404" tIns="45201" rIns="90404" bIns="45201" rtlCol="0" anchor="ctr"/>
          <a:lstStyle/>
          <a:p>
            <a:pPr algn="ctr"/>
            <a:endParaRPr lang="fr-FR" dirty="0">
              <a:latin typeface="Calibri" pitchFamily="34" charset="0"/>
            </a:endParaRPr>
          </a:p>
        </p:txBody>
      </p:sp>
      <p:sp>
        <p:nvSpPr>
          <p:cNvPr id="18" name="Rectangle 629"/>
          <p:cNvSpPr>
            <a:spLocks noChangeArrowheads="1"/>
          </p:cNvSpPr>
          <p:nvPr/>
        </p:nvSpPr>
        <p:spPr bwMode="auto">
          <a:xfrm>
            <a:off x="949731" y="9492269"/>
            <a:ext cx="5188731" cy="49140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0414" tIns="45208" rIns="90414" bIns="45208">
            <a:spAutoFit/>
          </a:bodyPr>
          <a:lstStyle/>
          <a:p>
            <a:pPr algn="ctr"/>
            <a:r>
              <a:rPr lang="fr-FR" dirty="0">
                <a:solidFill>
                  <a:schemeClr val="tx1">
                    <a:lumMod val="65000"/>
                    <a:lumOff val="35000"/>
                  </a:schemeClr>
                </a:solidFill>
                <a:latin typeface="Calibri" pitchFamily="34" charset="0"/>
                <a:cs typeface="Times New Roman" pitchFamily="18" charset="0"/>
              </a:rPr>
              <a:t>CIPE  –  Centre International de la Pédagogie d'Entreprise</a:t>
            </a:r>
          </a:p>
          <a:p>
            <a:pPr algn="ctr" eaLnBrk="0" hangingPunct="0"/>
            <a:r>
              <a:rPr lang="fr-FR" dirty="0">
                <a:solidFill>
                  <a:schemeClr val="tx1">
                    <a:lumMod val="65000"/>
                    <a:lumOff val="35000"/>
                  </a:schemeClr>
                </a:solidFill>
                <a:latin typeface="Calibri" pitchFamily="34" charset="0"/>
                <a:cs typeface="Times New Roman" pitchFamily="18" charset="0"/>
              </a:rPr>
              <a:t>40 bd Edgar Quinet 75014 PARIS   –   info@cipe.fr   –   www.cipe.fr</a:t>
            </a:r>
            <a:endParaRPr lang="fr-FR" dirty="0">
              <a:solidFill>
                <a:schemeClr val="tx1">
                  <a:lumMod val="65000"/>
                  <a:lumOff val="35000"/>
                </a:schemeClr>
              </a:solidFill>
              <a:latin typeface="Calibri" pitchFamily="34" charset="0"/>
            </a:endParaRPr>
          </a:p>
        </p:txBody>
      </p:sp>
      <p:pic>
        <p:nvPicPr>
          <p:cNvPr id="19" name="Picture 10" descr="C:\Users\bertrands\Dropbox\Marketing\Logo Cipe\Logo CIPE Baseline image Couleurs bureautique.jpg"/>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482486" y="8254596"/>
            <a:ext cx="2123221" cy="781799"/>
          </a:xfrm>
          <a:prstGeom prst="rect">
            <a:avLst/>
          </a:prstGeom>
          <a:noFill/>
          <a:extLst>
            <a:ext uri="{909E8E84-426E-40DD-AFC4-6F175D3DCCD1}">
              <a14:hiddenFill xmlns:a14="http://schemas.microsoft.com/office/drawing/2010/main">
                <a:solidFill>
                  <a:srgbClr val="FFFFFF"/>
                </a:solidFill>
              </a14:hiddenFill>
            </a:ext>
          </a:extLst>
        </p:spPr>
      </p:pic>
      <p:sp>
        <p:nvSpPr>
          <p:cNvPr id="9" name="Rectangle 3081"/>
          <p:cNvSpPr>
            <a:spLocks noChangeArrowheads="1"/>
          </p:cNvSpPr>
          <p:nvPr/>
        </p:nvSpPr>
        <p:spPr bwMode="auto">
          <a:xfrm>
            <a:off x="993147" y="5395164"/>
            <a:ext cx="5101896" cy="1081192"/>
          </a:xfrm>
          <a:prstGeom prst="rect">
            <a:avLst/>
          </a:prstGeom>
          <a:noFill/>
          <a:ln>
            <a:noFill/>
          </a:ln>
          <a:effectLst/>
          <a:extLst>
            <a:ext uri="{909E8E84-426E-40DD-AFC4-6F175D3DCCD1}">
              <a14:hiddenFill xmlns:a14="http://schemas.microsoft.com/office/drawing/2010/main">
                <a:solidFill>
                  <a:schemeClr val="folHlink"/>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2087" tIns="47688" rIns="92087" bIns="47688">
            <a:spAutoFit/>
          </a:bodyPr>
          <a:lstStyle/>
          <a:p>
            <a:pPr defTabSz="927453"/>
            <a:r>
              <a:rPr lang="fr-FR" sz="3200" b="1" dirty="0">
                <a:solidFill>
                  <a:srgbClr val="27A8E0"/>
                </a:solidFill>
                <a:latin typeface="Calibri" pitchFamily="34" charset="0"/>
              </a:rPr>
              <a:t>Guide</a:t>
            </a:r>
          </a:p>
          <a:p>
            <a:pPr defTabSz="927453"/>
            <a:r>
              <a:rPr lang="fr-FR" sz="3200" b="1" dirty="0">
                <a:solidFill>
                  <a:srgbClr val="27A8E0"/>
                </a:solidFill>
                <a:latin typeface="Calibri" pitchFamily="34" charset="0"/>
              </a:rPr>
              <a:t>de l'Animateur</a:t>
            </a:r>
          </a:p>
        </p:txBody>
      </p:sp>
      <p:pic>
        <p:nvPicPr>
          <p:cNvPr id="416770" name="Picture 2" descr="C:\Users\BertrandS\Dropbox\Marketing\logos Jeux\a logos 300 dpi\kanban_300dpi.jpg"/>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880477" y="1676613"/>
            <a:ext cx="3327239" cy="272760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86026558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commentaires 2"/>
          <p:cNvSpPr>
            <a:spLocks noGrp="1"/>
          </p:cNvSpPr>
          <p:nvPr>
            <p:ph type="body" idx="1"/>
          </p:nvPr>
        </p:nvSpPr>
        <p:spPr>
          <a:xfrm>
            <a:off x="496628" y="4904404"/>
            <a:ext cx="5805988" cy="276981"/>
          </a:xfrm>
        </p:spPr>
        <p:txBody>
          <a:bodyPr/>
          <a:lstStyle/>
          <a:p>
            <a:endParaRPr lang="fr-FR"/>
          </a:p>
        </p:txBody>
      </p:sp>
      <p:sp>
        <p:nvSpPr>
          <p:cNvPr id="4" name="ZoneTexte 3"/>
          <p:cNvSpPr txBox="1"/>
          <p:nvPr/>
        </p:nvSpPr>
        <p:spPr>
          <a:xfrm>
            <a:off x="892987" y="2328941"/>
            <a:ext cx="1494581" cy="292388"/>
          </a:xfrm>
          <a:prstGeom prst="rect">
            <a:avLst/>
          </a:prstGeom>
          <a:noFill/>
        </p:spPr>
        <p:txBody>
          <a:bodyPr wrap="square" rtlCol="0">
            <a:spAutoFit/>
          </a:bodyPr>
          <a:lstStyle/>
          <a:p>
            <a:r>
              <a:rPr lang="fr-FR" dirty="0"/>
              <a:t>Licence n</a:t>
            </a:r>
            <a:r>
              <a:rPr lang="fr-FR"/>
              <a:t>° 160</a:t>
            </a:r>
            <a:endParaRPr lang="fr-FR" dirty="0"/>
          </a:p>
        </p:txBody>
      </p:sp>
    </p:spTree>
    <p:extLst>
      <p:ext uri="{BB962C8B-B14F-4D97-AF65-F5344CB8AC3E}">
        <p14:creationId xmlns:p14="http://schemas.microsoft.com/office/powerpoint/2010/main" val="293691993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4258" name="Espace réservé de l'image des diapositives 1"/>
          <p:cNvSpPr>
            <a:spLocks noGrp="1" noRot="1" noChangeAspect="1" noTextEdit="1"/>
          </p:cNvSpPr>
          <p:nvPr>
            <p:ph type="sldImg"/>
          </p:nvPr>
        </p:nvSpPr>
        <p:spPr>
          <a:ln/>
        </p:spPr>
      </p:sp>
      <p:sp>
        <p:nvSpPr>
          <p:cNvPr id="224259" name="Espace réservé des commentaires 2"/>
          <p:cNvSpPr>
            <a:spLocks noGrp="1"/>
          </p:cNvSpPr>
          <p:nvPr>
            <p:ph type="body" idx="1"/>
          </p:nvPr>
        </p:nvSpPr>
        <p:spPr>
          <a:xfrm>
            <a:off x="496628" y="4904404"/>
            <a:ext cx="5805988" cy="276981"/>
          </a:xfrm>
          <a:noFill/>
          <a:ln w="9525"/>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a:lstStyle/>
          <a:p>
            <a:endParaRPr lang="fr-FR" altLang="fr-F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commentaires 2"/>
          <p:cNvSpPr>
            <a:spLocks noGrp="1"/>
          </p:cNvSpPr>
          <p:nvPr>
            <p:ph type="body" idx="1"/>
          </p:nvPr>
        </p:nvSpPr>
        <p:spPr>
          <a:xfrm>
            <a:off x="496628" y="4904404"/>
            <a:ext cx="5805988" cy="276981"/>
          </a:xfrm>
        </p:spPr>
        <p:txBody>
          <a:bodyPr/>
          <a:lstStyle/>
          <a:p>
            <a:endParaRPr lang="fr-FR"/>
          </a:p>
        </p:txBody>
      </p:sp>
    </p:spTree>
    <p:extLst>
      <p:ext uri="{BB962C8B-B14F-4D97-AF65-F5344CB8AC3E}">
        <p14:creationId xmlns:p14="http://schemas.microsoft.com/office/powerpoint/2010/main" val="73078325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commentaires 2"/>
          <p:cNvSpPr>
            <a:spLocks noGrp="1"/>
          </p:cNvSpPr>
          <p:nvPr>
            <p:ph type="body" idx="1"/>
          </p:nvPr>
        </p:nvSpPr>
        <p:spPr>
          <a:xfrm>
            <a:off x="496628" y="4904404"/>
            <a:ext cx="5805988" cy="276981"/>
          </a:xfrm>
        </p:spPr>
        <p:txBody>
          <a:bodyPr/>
          <a:lstStyle/>
          <a:p>
            <a:endParaRPr lang="fr-FR"/>
          </a:p>
        </p:txBody>
      </p:sp>
    </p:spTree>
    <p:extLst>
      <p:ext uri="{BB962C8B-B14F-4D97-AF65-F5344CB8AC3E}">
        <p14:creationId xmlns:p14="http://schemas.microsoft.com/office/powerpoint/2010/main" val="417941887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commentaires 2"/>
          <p:cNvSpPr>
            <a:spLocks noGrp="1"/>
          </p:cNvSpPr>
          <p:nvPr>
            <p:ph type="body" idx="1"/>
          </p:nvPr>
        </p:nvSpPr>
        <p:spPr>
          <a:xfrm>
            <a:off x="496628" y="4904404"/>
            <a:ext cx="5805988" cy="276981"/>
          </a:xfrm>
        </p:spPr>
        <p:txBody>
          <a:bodyPr/>
          <a:lstStyle/>
          <a:p>
            <a:endParaRPr lang="fr-FR"/>
          </a:p>
        </p:txBody>
      </p:sp>
    </p:spTree>
    <p:extLst>
      <p:ext uri="{BB962C8B-B14F-4D97-AF65-F5344CB8AC3E}">
        <p14:creationId xmlns:p14="http://schemas.microsoft.com/office/powerpoint/2010/main" val="40444913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commentaires 2"/>
          <p:cNvSpPr>
            <a:spLocks noGrp="1"/>
          </p:cNvSpPr>
          <p:nvPr>
            <p:ph type="body" idx="1"/>
          </p:nvPr>
        </p:nvSpPr>
        <p:spPr>
          <a:xfrm>
            <a:off x="496628" y="4904404"/>
            <a:ext cx="5805988" cy="276981"/>
          </a:xfrm>
        </p:spPr>
        <p:txBody>
          <a:bodyPr/>
          <a:lstStyle/>
          <a:p>
            <a:endParaRPr lang="fr-FR"/>
          </a:p>
        </p:txBody>
      </p:sp>
    </p:spTree>
    <p:extLst>
      <p:ext uri="{BB962C8B-B14F-4D97-AF65-F5344CB8AC3E}">
        <p14:creationId xmlns:p14="http://schemas.microsoft.com/office/powerpoint/2010/main" val="31344272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commentaires 2"/>
          <p:cNvSpPr>
            <a:spLocks noGrp="1"/>
          </p:cNvSpPr>
          <p:nvPr>
            <p:ph type="body" idx="1"/>
          </p:nvPr>
        </p:nvSpPr>
        <p:spPr>
          <a:xfrm>
            <a:off x="496628" y="4904404"/>
            <a:ext cx="5805988" cy="276981"/>
          </a:xfrm>
        </p:spPr>
        <p:txBody>
          <a:bodyPr/>
          <a:lstStyle/>
          <a:p>
            <a:endParaRPr lang="fr-FR"/>
          </a:p>
        </p:txBody>
      </p:sp>
    </p:spTree>
    <p:extLst>
      <p:ext uri="{BB962C8B-B14F-4D97-AF65-F5344CB8AC3E}">
        <p14:creationId xmlns:p14="http://schemas.microsoft.com/office/powerpoint/2010/main" val="144693047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commentaires 2"/>
          <p:cNvSpPr>
            <a:spLocks noGrp="1"/>
          </p:cNvSpPr>
          <p:nvPr>
            <p:ph type="body" idx="1"/>
          </p:nvPr>
        </p:nvSpPr>
        <p:spPr>
          <a:xfrm>
            <a:off x="496628" y="4904404"/>
            <a:ext cx="5805988" cy="276981"/>
          </a:xfrm>
        </p:spPr>
        <p:txBody>
          <a:bodyPr/>
          <a:lstStyle/>
          <a:p>
            <a:endParaRPr lang="fr-FR"/>
          </a:p>
        </p:txBody>
      </p:sp>
    </p:spTree>
    <p:extLst>
      <p:ext uri="{BB962C8B-B14F-4D97-AF65-F5344CB8AC3E}">
        <p14:creationId xmlns:p14="http://schemas.microsoft.com/office/powerpoint/2010/main" val="1859598369"/>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commentaires 2"/>
          <p:cNvSpPr>
            <a:spLocks noGrp="1"/>
          </p:cNvSpPr>
          <p:nvPr>
            <p:ph type="body" idx="1"/>
          </p:nvPr>
        </p:nvSpPr>
        <p:spPr>
          <a:xfrm>
            <a:off x="496628" y="4904404"/>
            <a:ext cx="5805988" cy="276981"/>
          </a:xfrm>
        </p:spPr>
        <p:txBody>
          <a:bodyPr/>
          <a:lstStyle/>
          <a:p>
            <a:endParaRPr lang="fr-FR"/>
          </a:p>
        </p:txBody>
      </p:sp>
    </p:spTree>
    <p:extLst>
      <p:ext uri="{BB962C8B-B14F-4D97-AF65-F5344CB8AC3E}">
        <p14:creationId xmlns:p14="http://schemas.microsoft.com/office/powerpoint/2010/main" val="390774758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commentaires 2"/>
          <p:cNvSpPr>
            <a:spLocks noGrp="1"/>
          </p:cNvSpPr>
          <p:nvPr>
            <p:ph type="body" idx="1"/>
          </p:nvPr>
        </p:nvSpPr>
        <p:spPr>
          <a:xfrm>
            <a:off x="496628" y="4904404"/>
            <a:ext cx="5805988" cy="276981"/>
          </a:xfrm>
        </p:spPr>
        <p:txBody>
          <a:bodyPr/>
          <a:lstStyle/>
          <a:p>
            <a:endParaRPr lang="fr-FR"/>
          </a:p>
        </p:txBody>
      </p:sp>
    </p:spTree>
    <p:extLst>
      <p:ext uri="{BB962C8B-B14F-4D97-AF65-F5344CB8AC3E}">
        <p14:creationId xmlns:p14="http://schemas.microsoft.com/office/powerpoint/2010/main" val="98871183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commentaires 2"/>
          <p:cNvSpPr>
            <a:spLocks noGrp="1"/>
          </p:cNvSpPr>
          <p:nvPr>
            <p:ph type="body" idx="1"/>
          </p:nvPr>
        </p:nvSpPr>
        <p:spPr>
          <a:xfrm>
            <a:off x="496628" y="4904404"/>
            <a:ext cx="5805988" cy="276981"/>
          </a:xfrm>
        </p:spPr>
        <p:txBody>
          <a:bodyPr/>
          <a:lstStyle/>
          <a:p>
            <a:endParaRPr lang="fr-FR"/>
          </a:p>
        </p:txBody>
      </p:sp>
    </p:spTree>
    <p:extLst>
      <p:ext uri="{BB962C8B-B14F-4D97-AF65-F5344CB8AC3E}">
        <p14:creationId xmlns:p14="http://schemas.microsoft.com/office/powerpoint/2010/main" val="172552395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commentaires 2"/>
          <p:cNvSpPr>
            <a:spLocks noGrp="1"/>
          </p:cNvSpPr>
          <p:nvPr>
            <p:ph type="body" idx="1"/>
          </p:nvPr>
        </p:nvSpPr>
        <p:spPr>
          <a:xfrm>
            <a:off x="496628" y="4904404"/>
            <a:ext cx="5805988" cy="276981"/>
          </a:xfrm>
        </p:spPr>
        <p:txBody>
          <a:bodyPr/>
          <a:lstStyle/>
          <a:p>
            <a:endParaRPr lang="fr-FR"/>
          </a:p>
        </p:txBody>
      </p:sp>
    </p:spTree>
    <p:extLst>
      <p:ext uri="{BB962C8B-B14F-4D97-AF65-F5344CB8AC3E}">
        <p14:creationId xmlns:p14="http://schemas.microsoft.com/office/powerpoint/2010/main" val="213502135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commentaires 2"/>
          <p:cNvSpPr>
            <a:spLocks noGrp="1"/>
          </p:cNvSpPr>
          <p:nvPr>
            <p:ph type="body" idx="1"/>
          </p:nvPr>
        </p:nvSpPr>
        <p:spPr>
          <a:xfrm>
            <a:off x="496628" y="4904404"/>
            <a:ext cx="5805988" cy="276981"/>
          </a:xfrm>
        </p:spPr>
        <p:txBody>
          <a:bodyPr/>
          <a:lstStyle/>
          <a:p>
            <a:endParaRPr lang="fr-FR"/>
          </a:p>
        </p:txBody>
      </p:sp>
    </p:spTree>
    <p:extLst>
      <p:ext uri="{BB962C8B-B14F-4D97-AF65-F5344CB8AC3E}">
        <p14:creationId xmlns:p14="http://schemas.microsoft.com/office/powerpoint/2010/main" val="595155532"/>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commentaires 2"/>
          <p:cNvSpPr>
            <a:spLocks noGrp="1"/>
          </p:cNvSpPr>
          <p:nvPr>
            <p:ph type="body" idx="1"/>
          </p:nvPr>
        </p:nvSpPr>
        <p:spPr>
          <a:xfrm>
            <a:off x="496628" y="4904404"/>
            <a:ext cx="5805988" cy="276981"/>
          </a:xfrm>
        </p:spPr>
        <p:txBody>
          <a:bodyPr/>
          <a:lstStyle/>
          <a:p>
            <a:endParaRPr lang="fr-FR"/>
          </a:p>
        </p:txBody>
      </p:sp>
    </p:spTree>
    <p:extLst>
      <p:ext uri="{BB962C8B-B14F-4D97-AF65-F5344CB8AC3E}">
        <p14:creationId xmlns:p14="http://schemas.microsoft.com/office/powerpoint/2010/main" val="668589018"/>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commentaires 2"/>
          <p:cNvSpPr>
            <a:spLocks noGrp="1"/>
          </p:cNvSpPr>
          <p:nvPr>
            <p:ph type="body" idx="1"/>
          </p:nvPr>
        </p:nvSpPr>
        <p:spPr>
          <a:xfrm>
            <a:off x="496628" y="4904404"/>
            <a:ext cx="5805988" cy="276981"/>
          </a:xfrm>
        </p:spPr>
        <p:txBody>
          <a:bodyPr/>
          <a:lstStyle/>
          <a:p>
            <a:endParaRPr lang="fr-FR"/>
          </a:p>
        </p:txBody>
      </p:sp>
    </p:spTree>
    <p:extLst>
      <p:ext uri="{BB962C8B-B14F-4D97-AF65-F5344CB8AC3E}">
        <p14:creationId xmlns:p14="http://schemas.microsoft.com/office/powerpoint/2010/main" val="3983014312"/>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commentaires 2"/>
          <p:cNvSpPr>
            <a:spLocks noGrp="1"/>
          </p:cNvSpPr>
          <p:nvPr>
            <p:ph type="body" idx="1"/>
          </p:nvPr>
        </p:nvSpPr>
        <p:spPr>
          <a:xfrm>
            <a:off x="496628" y="4904404"/>
            <a:ext cx="5805988" cy="276981"/>
          </a:xfrm>
        </p:spPr>
        <p:txBody>
          <a:bodyPr/>
          <a:lstStyle/>
          <a:p>
            <a:endParaRPr lang="fr-FR"/>
          </a:p>
        </p:txBody>
      </p:sp>
    </p:spTree>
    <p:extLst>
      <p:ext uri="{BB962C8B-B14F-4D97-AF65-F5344CB8AC3E}">
        <p14:creationId xmlns:p14="http://schemas.microsoft.com/office/powerpoint/2010/main" val="2066805044"/>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commentaires 2"/>
          <p:cNvSpPr>
            <a:spLocks noGrp="1"/>
          </p:cNvSpPr>
          <p:nvPr>
            <p:ph type="body" idx="1"/>
          </p:nvPr>
        </p:nvSpPr>
        <p:spPr>
          <a:xfrm>
            <a:off x="496628" y="4904404"/>
            <a:ext cx="5805988" cy="276981"/>
          </a:xfrm>
        </p:spPr>
        <p:txBody>
          <a:bodyPr/>
          <a:lstStyle/>
          <a:p>
            <a:endParaRPr lang="fr-FR"/>
          </a:p>
        </p:txBody>
      </p:sp>
    </p:spTree>
    <p:extLst>
      <p:ext uri="{BB962C8B-B14F-4D97-AF65-F5344CB8AC3E}">
        <p14:creationId xmlns:p14="http://schemas.microsoft.com/office/powerpoint/2010/main" val="1577019345"/>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commentaires 2"/>
          <p:cNvSpPr>
            <a:spLocks noGrp="1"/>
          </p:cNvSpPr>
          <p:nvPr>
            <p:ph type="body" idx="1"/>
          </p:nvPr>
        </p:nvSpPr>
        <p:spPr>
          <a:xfrm>
            <a:off x="496628" y="4904404"/>
            <a:ext cx="5805988" cy="276981"/>
          </a:xfrm>
        </p:spPr>
        <p:txBody>
          <a:bodyPr/>
          <a:lstStyle/>
          <a:p>
            <a:endParaRPr lang="fr-FR"/>
          </a:p>
        </p:txBody>
      </p:sp>
    </p:spTree>
    <p:extLst>
      <p:ext uri="{BB962C8B-B14F-4D97-AF65-F5344CB8AC3E}">
        <p14:creationId xmlns:p14="http://schemas.microsoft.com/office/powerpoint/2010/main" val="548451824"/>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5282" name="Rectangle 2"/>
          <p:cNvSpPr>
            <a:spLocks noGrp="1" noRot="1" noChangeAspect="1" noChangeArrowheads="1" noTextEdit="1"/>
          </p:cNvSpPr>
          <p:nvPr>
            <p:ph type="sldImg"/>
          </p:nvPr>
        </p:nvSpPr>
        <p:spPr>
          <a:ln/>
        </p:spPr>
      </p:sp>
      <p:sp>
        <p:nvSpPr>
          <p:cNvPr id="2" name="Espace réservé des commentaires 1"/>
          <p:cNvSpPr>
            <a:spLocks noGrp="1"/>
          </p:cNvSpPr>
          <p:nvPr>
            <p:ph type="body" sz="quarter" idx="10"/>
          </p:nvPr>
        </p:nvSpPr>
        <p:spPr>
          <a:xfrm>
            <a:off x="496628" y="4904404"/>
            <a:ext cx="5805988" cy="276981"/>
          </a:xfrm>
        </p:spPr>
        <p:txBody>
          <a:bodyPr/>
          <a:lstStyle/>
          <a:p>
            <a:endParaRPr lang="fr-F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5282" name="Rectangle 2"/>
          <p:cNvSpPr>
            <a:spLocks noGrp="1" noRot="1" noChangeAspect="1" noChangeArrowheads="1" noTextEdit="1"/>
          </p:cNvSpPr>
          <p:nvPr>
            <p:ph type="sldImg"/>
          </p:nvPr>
        </p:nvSpPr>
        <p:spPr>
          <a:ln/>
        </p:spPr>
      </p:sp>
      <p:sp>
        <p:nvSpPr>
          <p:cNvPr id="2" name="Espace réservé des commentaires 1"/>
          <p:cNvSpPr>
            <a:spLocks noGrp="1"/>
          </p:cNvSpPr>
          <p:nvPr>
            <p:ph type="body" sz="quarter" idx="10"/>
          </p:nvPr>
        </p:nvSpPr>
        <p:spPr>
          <a:xfrm>
            <a:off x="496628" y="4904404"/>
            <a:ext cx="5805988" cy="276981"/>
          </a:xfrm>
        </p:spPr>
        <p:txBody>
          <a:bodyPr/>
          <a:lstStyle/>
          <a:p>
            <a:endParaRPr lang="fr-F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commentaires 2"/>
          <p:cNvSpPr>
            <a:spLocks noGrp="1"/>
          </p:cNvSpPr>
          <p:nvPr>
            <p:ph type="body" idx="1"/>
          </p:nvPr>
        </p:nvSpPr>
        <p:spPr>
          <a:xfrm>
            <a:off x="496628" y="4904404"/>
            <a:ext cx="5805988" cy="276981"/>
          </a:xfrm>
        </p:spPr>
        <p:txBody>
          <a:bodyPr/>
          <a:lstStyle/>
          <a:p>
            <a:endParaRPr lang="fr-FR"/>
          </a:p>
        </p:txBody>
      </p:sp>
    </p:spTree>
    <p:extLst>
      <p:ext uri="{BB962C8B-B14F-4D97-AF65-F5344CB8AC3E}">
        <p14:creationId xmlns:p14="http://schemas.microsoft.com/office/powerpoint/2010/main" val="1091627856"/>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commentaires 2"/>
          <p:cNvSpPr>
            <a:spLocks noGrp="1"/>
          </p:cNvSpPr>
          <p:nvPr>
            <p:ph type="body" idx="1"/>
          </p:nvPr>
        </p:nvSpPr>
        <p:spPr>
          <a:xfrm>
            <a:off x="496628" y="4904404"/>
            <a:ext cx="5805988" cy="276981"/>
          </a:xfrm>
        </p:spPr>
        <p:txBody>
          <a:bodyPr/>
          <a:lstStyle/>
          <a:p>
            <a:endParaRPr lang="fr-FR"/>
          </a:p>
        </p:txBody>
      </p:sp>
    </p:spTree>
    <p:extLst>
      <p:ext uri="{BB962C8B-B14F-4D97-AF65-F5344CB8AC3E}">
        <p14:creationId xmlns:p14="http://schemas.microsoft.com/office/powerpoint/2010/main" val="3149914147"/>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6306" name="Rectangle 2"/>
          <p:cNvSpPr>
            <a:spLocks noGrp="1" noRot="1" noChangeAspect="1" noChangeArrowheads="1" noTextEdit="1"/>
          </p:cNvSpPr>
          <p:nvPr>
            <p:ph type="sldImg"/>
          </p:nvPr>
        </p:nvSpPr>
        <p:spPr>
          <a:ln/>
        </p:spPr>
      </p:sp>
      <p:sp>
        <p:nvSpPr>
          <p:cNvPr id="226307" name="Rectangle 3"/>
          <p:cNvSpPr>
            <a:spLocks noGrp="1" noChangeArrowheads="1"/>
          </p:cNvSpPr>
          <p:nvPr>
            <p:ph type="body" idx="1"/>
          </p:nvPr>
        </p:nvSpPr>
        <p:spPr>
          <a:xfrm>
            <a:off x="496628" y="4904405"/>
            <a:ext cx="5805988" cy="1311110"/>
          </a:xfrm>
          <a:noFill/>
          <a:ln w="9525"/>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a:lstStyle/>
          <a:p>
            <a:pPr eaLnBrk="1" hangingPunct="1"/>
            <a:r>
              <a:rPr lang="fr-FR" altLang="fr-FR" b="0"/>
              <a:t>Ces valeurs servent à donner une image plus précise de l’entreprise. Elles n’ont pas d’utilité pratique dans le jeu, sauf dans la variante financière.</a:t>
            </a:r>
          </a:p>
          <a:p>
            <a:pPr eaLnBrk="1" hangingPunct="1"/>
            <a:endParaRPr lang="fr-FR" altLang="fr-FR" b="0"/>
          </a:p>
          <a:p>
            <a:pPr eaLnBrk="1" hangingPunct="1"/>
            <a:r>
              <a:rPr lang="fr-FR" altLang="fr-FR" b="0"/>
              <a:t>L’animateur indiquera dès à présent que pour simplifier la simulation on simulera une version « réduite » de l’entreprise, qu’il s’agisse du nombre de postes de travail ou du nombre de produits finis et de la quantité de produits fabriqués.</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7330" name="Rectangle 2"/>
          <p:cNvSpPr>
            <a:spLocks noGrp="1" noRot="1" noChangeAspect="1" noChangeArrowheads="1" noTextEdit="1"/>
          </p:cNvSpPr>
          <p:nvPr>
            <p:ph type="sldImg"/>
          </p:nvPr>
        </p:nvSpPr>
        <p:spPr>
          <a:ln/>
        </p:spPr>
      </p:sp>
      <p:sp>
        <p:nvSpPr>
          <p:cNvPr id="227331" name="Rectangle 3"/>
          <p:cNvSpPr>
            <a:spLocks noGrp="1" noChangeArrowheads="1"/>
          </p:cNvSpPr>
          <p:nvPr>
            <p:ph type="body" idx="1"/>
          </p:nvPr>
        </p:nvSpPr>
        <p:spPr>
          <a:xfrm>
            <a:off x="496628" y="4904405"/>
            <a:ext cx="5805988" cy="701712"/>
          </a:xfrm>
          <a:noFill/>
          <a:ln w="9525"/>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a:lstStyle/>
          <a:p>
            <a:pPr eaLnBrk="1" hangingPunct="1"/>
            <a:r>
              <a:rPr lang="fr-FR" altLang="fr-FR" b="0"/>
              <a:t>L’animateur attribue à chaque équipe sa lettre. Cette désignation servira pour repérer les équipes, en particulier sur le tableau de bord Excel.</a:t>
            </a:r>
          </a:p>
          <a:p>
            <a:pPr eaLnBrk="1" hangingPunct="1"/>
            <a:endParaRPr lang="fr-FR" altLang="fr-FR" b="0"/>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8354" name="Rectangle 2"/>
          <p:cNvSpPr>
            <a:spLocks noGrp="1" noRot="1" noChangeAspect="1" noChangeArrowheads="1" noTextEdit="1"/>
          </p:cNvSpPr>
          <p:nvPr>
            <p:ph type="sldImg"/>
          </p:nvPr>
        </p:nvSpPr>
        <p:spPr>
          <a:ln/>
        </p:spPr>
      </p:sp>
      <p:sp>
        <p:nvSpPr>
          <p:cNvPr id="228355" name="Rectangle 3"/>
          <p:cNvSpPr>
            <a:spLocks noGrp="1" noChangeArrowheads="1"/>
          </p:cNvSpPr>
          <p:nvPr>
            <p:ph type="body" idx="1"/>
          </p:nvPr>
        </p:nvSpPr>
        <p:spPr>
          <a:xfrm>
            <a:off x="496628" y="4904405"/>
            <a:ext cx="5805988" cy="646313"/>
          </a:xfrm>
          <a:noFill/>
          <a:ln w="9525"/>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a:lstStyle/>
          <a:p>
            <a:pPr eaLnBrk="1" hangingPunct="1"/>
            <a:r>
              <a:rPr lang="fr-FR" altLang="fr-FR" b="0"/>
              <a:t>Les expéditions ont lieu chaque jour en début de journée. Cette information ne doit pas être donnée à ce moment. Les participants la découvriront à la lecture des cartes Prévisions des ventes.</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9378" name="Rectangle 2"/>
          <p:cNvSpPr>
            <a:spLocks noGrp="1" noRot="1" noChangeAspect="1" noChangeArrowheads="1" noTextEdit="1"/>
          </p:cNvSpPr>
          <p:nvPr>
            <p:ph type="sldImg"/>
          </p:nvPr>
        </p:nvSpPr>
        <p:spPr>
          <a:ln/>
        </p:spPr>
      </p:sp>
      <p:sp>
        <p:nvSpPr>
          <p:cNvPr id="229379" name="Rectangle 3"/>
          <p:cNvSpPr>
            <a:spLocks noGrp="1" noChangeArrowheads="1"/>
          </p:cNvSpPr>
          <p:nvPr>
            <p:ph type="body" idx="1"/>
          </p:nvPr>
        </p:nvSpPr>
        <p:spPr>
          <a:xfrm>
            <a:off x="496628" y="4904405"/>
            <a:ext cx="5805988" cy="1311110"/>
          </a:xfrm>
          <a:noFill/>
          <a:ln w="9525"/>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a:lstStyle/>
          <a:p>
            <a:pPr eaLnBrk="1" hangingPunct="1"/>
            <a:r>
              <a:rPr lang="fr-FR" altLang="fr-FR" b="0"/>
              <a:t>Expliquer que le produit fini comporte toujours 3 composants usinés (un engrenage, un carte et une couronne en phase B). Les couronnes en phase B sont elles-mêmes le résultat de la transformation d’une couronne en phase A</a:t>
            </a:r>
          </a:p>
          <a:p>
            <a:pPr eaLnBrk="1" hangingPunct="1"/>
            <a:endParaRPr lang="fr-FR" altLang="fr-FR" b="0"/>
          </a:p>
          <a:p>
            <a:pPr eaLnBrk="1" hangingPunct="1"/>
            <a:r>
              <a:rPr lang="fr-FR" altLang="fr-FR" b="0"/>
              <a:t>L’animateur distribue les fiches plastifiées Règles du jeu de façon à ce que chacun ait une copie des informations projetées.</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0402" name="Rectangle 2"/>
          <p:cNvSpPr>
            <a:spLocks noGrp="1" noRot="1" noChangeAspect="1" noChangeArrowheads="1" noTextEdit="1"/>
          </p:cNvSpPr>
          <p:nvPr>
            <p:ph type="sldImg"/>
          </p:nvPr>
        </p:nvSpPr>
        <p:spPr>
          <a:ln/>
        </p:spPr>
      </p:sp>
      <p:sp>
        <p:nvSpPr>
          <p:cNvPr id="230403" name="Rectangle 3"/>
          <p:cNvSpPr>
            <a:spLocks noGrp="1" noChangeArrowheads="1"/>
          </p:cNvSpPr>
          <p:nvPr>
            <p:ph type="body" idx="1"/>
          </p:nvPr>
        </p:nvSpPr>
        <p:spPr>
          <a:xfrm>
            <a:off x="496628" y="4904404"/>
            <a:ext cx="5805988" cy="276981"/>
          </a:xfrm>
          <a:noFill/>
          <a:ln w="9525"/>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a:lstStyle/>
          <a:p>
            <a:pPr eaLnBrk="1" hangingPunct="1"/>
            <a:r>
              <a:rPr lang="fr-FR" altLang="fr-FR" b="0"/>
              <a:t>L’animateur utilise cette diapo pour présenter la fabrication dans son ensemble.</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1426" name="Rectangle 2"/>
          <p:cNvSpPr>
            <a:spLocks noGrp="1" noRot="1" noChangeAspect="1" noChangeArrowheads="1" noTextEdit="1"/>
          </p:cNvSpPr>
          <p:nvPr>
            <p:ph type="sldImg"/>
          </p:nvPr>
        </p:nvSpPr>
        <p:spPr>
          <a:ln/>
        </p:spPr>
      </p:sp>
      <p:sp>
        <p:nvSpPr>
          <p:cNvPr id="231427" name="Rectangle 3"/>
          <p:cNvSpPr>
            <a:spLocks noGrp="1" noChangeArrowheads="1"/>
          </p:cNvSpPr>
          <p:nvPr>
            <p:ph type="body" idx="1"/>
          </p:nvPr>
        </p:nvSpPr>
        <p:spPr>
          <a:xfrm>
            <a:off x="166065" y="4822437"/>
            <a:ext cx="6467112" cy="3290113"/>
          </a:xfrm>
          <a:noFill/>
          <a:ln w="9525"/>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a:lstStyle/>
          <a:p>
            <a:pPr eaLnBrk="1" hangingPunct="1"/>
            <a:r>
              <a:rPr lang="fr-FR" altLang="fr-FR" sz="1100"/>
              <a:t>L’animateur se sert de cette diapo pour expliquer le flux des pièces</a:t>
            </a:r>
          </a:p>
          <a:p>
            <a:pPr lvl="1" eaLnBrk="1" hangingPunct="1"/>
            <a:r>
              <a:rPr lang="fr-FR" altLang="fr-FR"/>
              <a:t>Les postes Engrenages et Carters usinent des pièces qu’ils transfèrent ensuite dans la zone de stockage des Pièces. </a:t>
            </a:r>
          </a:p>
          <a:p>
            <a:pPr lvl="1" eaLnBrk="1" hangingPunct="1"/>
            <a:r>
              <a:rPr lang="fr-FR" altLang="fr-FR"/>
              <a:t>Le poste Couronnes (phase A) usine des pièces qu’il transfère dans la zone de stock Couronnes phase A.</a:t>
            </a:r>
          </a:p>
          <a:p>
            <a:pPr lvl="1" eaLnBrk="1" hangingPunct="1"/>
            <a:r>
              <a:rPr lang="fr-FR" altLang="fr-FR"/>
              <a:t>Le poste Couronnes (phase B) prend ces pièces pour les usiner et les transférer ensuite dans le Stock de Pièces. </a:t>
            </a:r>
          </a:p>
          <a:p>
            <a:pPr lvl="1" eaLnBrk="1" hangingPunct="1"/>
            <a:r>
              <a:rPr lang="fr-FR" altLang="fr-FR"/>
              <a:t>Le montage se sert dans le stock des Pièces pour assembler les pièces et les ranger dans le stock de Produit finis.</a:t>
            </a:r>
          </a:p>
          <a:p>
            <a:pPr lvl="1" eaLnBrk="1" hangingPunct="1"/>
            <a:endParaRPr lang="fr-FR" altLang="fr-FR"/>
          </a:p>
          <a:p>
            <a:pPr eaLnBrk="1" hangingPunct="1"/>
            <a:r>
              <a:rPr lang="fr-FR" altLang="fr-FR"/>
              <a:t>Important</a:t>
            </a:r>
          </a:p>
          <a:p>
            <a:pPr lvl="1" eaLnBrk="1" hangingPunct="1"/>
            <a:r>
              <a:rPr lang="fr-FR" altLang="fr-FR"/>
              <a:t>La société vend également des couronnes usinées en phase A, qui sont utilisées par les clients comme pièces de rechange. Seules les couronnes blanches sont vendues en pièces détachées.</a:t>
            </a:r>
          </a:p>
          <a:p>
            <a:pPr eaLnBrk="1" hangingPunct="1"/>
            <a:endParaRPr lang="fr-FR" altLang="fr-F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2450" name="Rectangle 2"/>
          <p:cNvSpPr>
            <a:spLocks noGrp="1" noRot="1" noChangeAspect="1" noChangeArrowheads="1" noTextEdit="1"/>
          </p:cNvSpPr>
          <p:nvPr>
            <p:ph type="sldImg"/>
          </p:nvPr>
        </p:nvSpPr>
        <p:spPr>
          <a:ln/>
        </p:spPr>
      </p:sp>
      <p:sp>
        <p:nvSpPr>
          <p:cNvPr id="232451" name="Rectangle 3"/>
          <p:cNvSpPr>
            <a:spLocks noGrp="1" noChangeArrowheads="1"/>
          </p:cNvSpPr>
          <p:nvPr>
            <p:ph type="body" idx="1"/>
          </p:nvPr>
        </p:nvSpPr>
        <p:spPr>
          <a:xfrm>
            <a:off x="553027" y="4740469"/>
            <a:ext cx="5805988" cy="4886617"/>
          </a:xfrm>
          <a:noFill/>
          <a:ln w="9525"/>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a:lstStyle/>
          <a:p>
            <a:pPr eaLnBrk="1" hangingPunct="1"/>
            <a:r>
              <a:rPr lang="fr-FR" altLang="fr-FR" dirty="0"/>
              <a:t>Les cadences</a:t>
            </a:r>
          </a:p>
          <a:p>
            <a:pPr algn="just">
              <a:spcBef>
                <a:spcPct val="0"/>
              </a:spcBef>
            </a:pPr>
            <a:r>
              <a:rPr lang="fr-FR" altLang="fr-FR" b="0" dirty="0">
                <a:solidFill>
                  <a:schemeClr val="tx1"/>
                </a:solidFill>
              </a:rPr>
              <a:t>Les cadences sont définies de telle façon qu’il y ait un équilibre entre la capacité de production de l’usine et les ventes.</a:t>
            </a:r>
          </a:p>
          <a:p>
            <a:pPr algn="just">
              <a:spcBef>
                <a:spcPct val="0"/>
              </a:spcBef>
            </a:pPr>
            <a:r>
              <a:rPr lang="fr-FR" altLang="fr-FR" b="0" dirty="0">
                <a:solidFill>
                  <a:schemeClr val="tx1"/>
                </a:solidFill>
              </a:rPr>
              <a:t>Toutefois, la cadence moyenne sur une période peut différer de la cadence instantanée. Il faut en effet tenir compte des changements de série, des pannes machines et des autres incidents susceptibles de ralentir la production. </a:t>
            </a:r>
          </a:p>
          <a:p>
            <a:pPr algn="just">
              <a:spcBef>
                <a:spcPct val="0"/>
              </a:spcBef>
            </a:pPr>
            <a:r>
              <a:rPr lang="fr-FR" altLang="fr-FR" b="0" dirty="0">
                <a:solidFill>
                  <a:schemeClr val="tx1"/>
                </a:solidFill>
              </a:rPr>
              <a:t>Une machine peut être dans trois états :</a:t>
            </a:r>
          </a:p>
          <a:p>
            <a:pPr lvl="1" eaLnBrk="1" hangingPunct="1"/>
            <a:r>
              <a:rPr lang="fr-FR" altLang="fr-FR" dirty="0"/>
              <a:t>- soit elle produit au rythme indiqué plus haut,</a:t>
            </a:r>
          </a:p>
          <a:p>
            <a:pPr lvl="1" eaLnBrk="1" hangingPunct="1"/>
            <a:r>
              <a:rPr lang="fr-FR" altLang="fr-FR" dirty="0"/>
              <a:t>- soit elle est arrêtée pour un incident (panne, etc...),</a:t>
            </a:r>
          </a:p>
          <a:p>
            <a:pPr lvl="1" eaLnBrk="1" hangingPunct="1"/>
            <a:r>
              <a:rPr lang="fr-FR" altLang="fr-FR" dirty="0"/>
              <a:t>- soit elle est arrêtée sur décision du joueur parce qu’il n’y a plus de travail planifié.</a:t>
            </a:r>
          </a:p>
          <a:p>
            <a:pPr algn="just">
              <a:spcBef>
                <a:spcPct val="0"/>
              </a:spcBef>
            </a:pPr>
            <a:endParaRPr lang="fr-FR" altLang="fr-FR" b="0" dirty="0">
              <a:solidFill>
                <a:schemeClr val="tx1"/>
              </a:solidFill>
            </a:endParaRPr>
          </a:p>
          <a:p>
            <a:pPr algn="just">
              <a:spcBef>
                <a:spcPct val="0"/>
              </a:spcBef>
            </a:pPr>
            <a:r>
              <a:rPr lang="fr-FR" altLang="fr-FR" b="0" dirty="0">
                <a:solidFill>
                  <a:schemeClr val="tx1"/>
                </a:solidFill>
              </a:rPr>
              <a:t>Il n’est pas nécessaire que l’animateur parle ici de cet aspect. La question des aléas sera abordée plus loin.</a:t>
            </a:r>
          </a:p>
          <a:p>
            <a:pPr eaLnBrk="1" hangingPunct="1"/>
            <a:r>
              <a:rPr lang="fr-FR" altLang="fr-FR" dirty="0"/>
              <a:t>La main d’œuvre de fabrication</a:t>
            </a:r>
          </a:p>
          <a:p>
            <a:pPr eaLnBrk="1" hangingPunct="1"/>
            <a:r>
              <a:rPr lang="fr-FR" altLang="fr-FR" b="0" dirty="0">
                <a:solidFill>
                  <a:schemeClr val="tx1"/>
                </a:solidFill>
              </a:rPr>
              <a:t>Il faut noter qu’au cours de la simulation le volume des effectifs n’est pas explicitement géré par les participants. C’est le planning des machines qui est pris en considération pour déterminer la cadence de production.</a:t>
            </a:r>
          </a:p>
          <a:p>
            <a:pPr eaLnBrk="1" hangingPunct="1"/>
            <a:r>
              <a:rPr lang="fr-FR" altLang="fr-FR" b="0" dirty="0">
                <a:solidFill>
                  <a:schemeClr val="tx1"/>
                </a:solidFill>
              </a:rPr>
              <a:t>Sauf incident signalé, on admet qu’il y a équilibre satisfaisant entre les effectifs présents et la production prévue de sorte que l’utilisation de la capacité main d’œuvre n’entre pas en ligne de compte dans les décisions des participants.</a:t>
            </a:r>
          </a:p>
          <a:p>
            <a:pPr eaLnBrk="1" hangingPunct="1"/>
            <a:r>
              <a:rPr lang="fr-FR" altLang="fr-FR" b="0" dirty="0">
                <a:solidFill>
                  <a:schemeClr val="tx1"/>
                </a:solidFill>
              </a:rPr>
              <a:t>Quand un joueur décide d’arrêter une machine pour des raisons de planning, il peut considérer que la main d’œuvre est ré- employée ailleurs.</a:t>
            </a: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3474" name="Rectangle 2"/>
          <p:cNvSpPr>
            <a:spLocks noGrp="1" noRot="1" noChangeAspect="1" noChangeArrowheads="1" noTextEdit="1"/>
          </p:cNvSpPr>
          <p:nvPr>
            <p:ph type="sldImg"/>
          </p:nvPr>
        </p:nvSpPr>
        <p:spPr>
          <a:ln/>
        </p:spPr>
      </p:sp>
      <p:sp>
        <p:nvSpPr>
          <p:cNvPr id="233475" name="Rectangle 3"/>
          <p:cNvSpPr>
            <a:spLocks noGrp="1" noChangeArrowheads="1"/>
          </p:cNvSpPr>
          <p:nvPr>
            <p:ph type="body" idx="1"/>
          </p:nvPr>
        </p:nvSpPr>
        <p:spPr>
          <a:xfrm>
            <a:off x="496628" y="4904405"/>
            <a:ext cx="5805988" cy="646313"/>
          </a:xfrm>
          <a:noFill/>
          <a:ln w="9525"/>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a:lstStyle/>
          <a:p>
            <a:pPr eaLnBrk="1" hangingPunct="1"/>
            <a:r>
              <a:rPr lang="fr-FR" altLang="fr-FR" b="0"/>
              <a:t>Les coûts servent pour le chiffrage des stocks. Les prix de vente servent à donner une idée de la rentabilité, mais en pratique ils sont uniquement utilisés dans la  « variante Finances ».</a:t>
            </a: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commentaires 2"/>
          <p:cNvSpPr>
            <a:spLocks noGrp="1"/>
          </p:cNvSpPr>
          <p:nvPr>
            <p:ph type="body" idx="1"/>
          </p:nvPr>
        </p:nvSpPr>
        <p:spPr>
          <a:xfrm>
            <a:off x="496628" y="4904404"/>
            <a:ext cx="5805988" cy="276981"/>
          </a:xfrm>
        </p:spPr>
        <p:txBody>
          <a:bodyPr/>
          <a:lstStyle/>
          <a:p>
            <a:endParaRPr lang="fr-FR"/>
          </a:p>
        </p:txBody>
      </p:sp>
    </p:spTree>
    <p:extLst>
      <p:ext uri="{BB962C8B-B14F-4D97-AF65-F5344CB8AC3E}">
        <p14:creationId xmlns:p14="http://schemas.microsoft.com/office/powerpoint/2010/main" val="382075415"/>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4498" name="Rectangle 2"/>
          <p:cNvSpPr>
            <a:spLocks noGrp="1" noRot="1" noChangeAspect="1" noChangeArrowheads="1" noTextEdit="1"/>
          </p:cNvSpPr>
          <p:nvPr>
            <p:ph type="sldImg"/>
          </p:nvPr>
        </p:nvSpPr>
        <p:spPr>
          <a:ln/>
        </p:spPr>
      </p:sp>
      <p:sp>
        <p:nvSpPr>
          <p:cNvPr id="234499" name="Rectangle 3"/>
          <p:cNvSpPr>
            <a:spLocks noGrp="1" noChangeArrowheads="1"/>
          </p:cNvSpPr>
          <p:nvPr>
            <p:ph type="body" idx="1"/>
          </p:nvPr>
        </p:nvSpPr>
        <p:spPr>
          <a:xfrm>
            <a:off x="496628" y="4904404"/>
            <a:ext cx="5805988" cy="276981"/>
          </a:xfrm>
          <a:noFill/>
          <a:ln w="9525"/>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a:lstStyle/>
          <a:p>
            <a:pPr eaLnBrk="1" hangingPunct="1"/>
            <a:r>
              <a:rPr lang="fr-FR" altLang="fr-FR" b="0" dirty="0"/>
              <a:t>L’animateur peut projeter une diapo Incident pour illustrer son propos.</a:t>
            </a: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commentaires 2"/>
          <p:cNvSpPr>
            <a:spLocks noGrp="1"/>
          </p:cNvSpPr>
          <p:nvPr>
            <p:ph type="body" idx="1"/>
          </p:nvPr>
        </p:nvSpPr>
        <p:spPr>
          <a:xfrm>
            <a:off x="496628" y="4904404"/>
            <a:ext cx="5805988" cy="276981"/>
          </a:xfrm>
        </p:spPr>
        <p:txBody>
          <a:bodyPr/>
          <a:lstStyle/>
          <a:p>
            <a:endParaRPr lang="fr-FR"/>
          </a:p>
        </p:txBody>
      </p:sp>
    </p:spTree>
    <p:extLst>
      <p:ext uri="{BB962C8B-B14F-4D97-AF65-F5344CB8AC3E}">
        <p14:creationId xmlns:p14="http://schemas.microsoft.com/office/powerpoint/2010/main" val="3668826613"/>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22" name="Rectangle 2"/>
          <p:cNvSpPr>
            <a:spLocks noGrp="1" noRot="1" noChangeAspect="1" noChangeArrowheads="1" noTextEdit="1"/>
          </p:cNvSpPr>
          <p:nvPr>
            <p:ph type="sldImg"/>
          </p:nvPr>
        </p:nvSpPr>
        <p:spPr>
          <a:ln/>
        </p:spPr>
      </p:sp>
      <p:sp>
        <p:nvSpPr>
          <p:cNvPr id="235523" name="Rectangle 3"/>
          <p:cNvSpPr>
            <a:spLocks noGrp="1" noChangeArrowheads="1"/>
          </p:cNvSpPr>
          <p:nvPr>
            <p:ph type="body" idx="1"/>
          </p:nvPr>
        </p:nvSpPr>
        <p:spPr>
          <a:xfrm>
            <a:off x="496628" y="4904404"/>
            <a:ext cx="5805988" cy="276981"/>
          </a:xfrm>
          <a:noFill/>
          <a:ln w="9525"/>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a:lstStyle/>
          <a:p>
            <a:pPr eaLnBrk="1" hangingPunct="1"/>
            <a:endParaRPr lang="fr-FR" altLang="fr-FR" b="0"/>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6546" name="Rectangle 2"/>
          <p:cNvSpPr>
            <a:spLocks noGrp="1" noRot="1" noChangeAspect="1" noChangeArrowheads="1" noTextEdit="1"/>
          </p:cNvSpPr>
          <p:nvPr>
            <p:ph type="sldImg"/>
          </p:nvPr>
        </p:nvSpPr>
        <p:spPr>
          <a:ln/>
        </p:spPr>
      </p:sp>
      <p:sp>
        <p:nvSpPr>
          <p:cNvPr id="236547" name="Rectangle 3"/>
          <p:cNvSpPr>
            <a:spLocks noGrp="1" noChangeArrowheads="1"/>
          </p:cNvSpPr>
          <p:nvPr>
            <p:ph type="body" idx="1"/>
          </p:nvPr>
        </p:nvSpPr>
        <p:spPr>
          <a:xfrm>
            <a:off x="534227" y="4729095"/>
            <a:ext cx="5805988" cy="4290387"/>
          </a:xfrm>
          <a:noFill/>
          <a:ln w="9525"/>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a:lstStyle/>
          <a:p>
            <a:pPr eaLnBrk="1" hangingPunct="1"/>
            <a:r>
              <a:rPr lang="fr-FR" altLang="fr-FR" sz="1100" b="0" dirty="0"/>
              <a:t>L’animateur distribue à chaque participant cette feuille. Il précise qu’il faut la remplir chaque semaine, et que les explications sont au verso. Il indique qu’elle servira à suivre la production et les livraisons, et à calculer en fin de semaine les indicateurs d’efficience et le taux de service. Il utilise la diapo animée pour faire comprendre le mode d’emploi.</a:t>
            </a:r>
          </a:p>
          <a:p>
            <a:pPr eaLnBrk="1" hangingPunct="1"/>
            <a:r>
              <a:rPr lang="fr-FR" altLang="fr-FR" sz="1100" b="0" dirty="0"/>
              <a:t>NB : les calculs de synthèse (en bas du document) étant faits en fin de semaine, ils seront expliqués aux participants en détail à ce moment-là.</a:t>
            </a:r>
          </a:p>
          <a:p>
            <a:pPr eaLnBrk="1" hangingPunct="1"/>
            <a:r>
              <a:rPr lang="fr-FR" altLang="fr-FR" sz="1100" b="0" u="sng" dirty="0"/>
              <a:t>Arrêts :</a:t>
            </a:r>
            <a:r>
              <a:rPr lang="fr-FR" altLang="fr-FR" sz="1100" b="0" dirty="0"/>
              <a:t> </a:t>
            </a:r>
          </a:p>
          <a:p>
            <a:pPr eaLnBrk="1" hangingPunct="1"/>
            <a:r>
              <a:rPr lang="fr-FR" altLang="fr-FR" sz="1100" b="0" dirty="0"/>
              <a:t>- La colonne incident est concernée soit quand une carte incident provoque un arrêt, soit quand il y a un arrêt du à un manque d’approvisionnement (cette dernière cause ne concerne le montage par rupture de stock de pièces usinées ou le poste couronnes phase B par rupture du stock de couronnes phase A).</a:t>
            </a:r>
          </a:p>
          <a:p>
            <a:pPr marL="171450" indent="-171450" eaLnBrk="1" hangingPunct="1">
              <a:buFontTx/>
              <a:buChar char="-"/>
            </a:pPr>
            <a:r>
              <a:rPr lang="fr-FR" altLang="fr-FR" sz="1100" b="0" dirty="0"/>
              <a:t>La colonne Planning correspond aux arrêts décidés par un poste quand il a fini le programme de la semaine (ou quand il n’est plus sollicité par le poste aval dans un fonctionnement en Kanban).</a:t>
            </a:r>
          </a:p>
          <a:p>
            <a:pPr marL="171450" indent="-171450" eaLnBrk="1" hangingPunct="1">
              <a:buFontTx/>
              <a:buChar char="-"/>
            </a:pPr>
            <a:r>
              <a:rPr lang="fr-FR" altLang="fr-FR" sz="1100" b="0" u="sng" dirty="0"/>
              <a:t>Rôles</a:t>
            </a:r>
            <a:endParaRPr lang="fr-FR" altLang="fr-FR" sz="1100" b="0" dirty="0"/>
          </a:p>
          <a:p>
            <a:pPr eaLnBrk="1" hangingPunct="1"/>
            <a:r>
              <a:rPr lang="fr-FR" altLang="fr-FR" sz="1100" b="0" dirty="0"/>
              <a:t>La même feuille sert à suivre la production de chaque poste et les livraisons. En réalité, seul un poste suivra les livraisons. Si c’est par exemple les Engrenages qui suivent les livraisons, la personne chargée de ce poste remplira à la fois la partie gauche et la partie droite. Les autres postes ne rempliront que la partie gauche. D’une façon générale, il est souhaitable de donner le rôle de suivi des livraisons au poste qui est occupé par 2 participants, s’il y en a au moins un poste dans ce cas. On donnera ce rôle au montage, si le poste est doublé (c’est lui qu’on double en priorité). Si aucun poste n’est doublé, il vaut mieux confier ce rôle aux couronnes (A ou B) car elles ont moins de travail que le montage.</a:t>
            </a: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commentaires 2"/>
          <p:cNvSpPr>
            <a:spLocks noGrp="1"/>
          </p:cNvSpPr>
          <p:nvPr>
            <p:ph type="body" idx="1"/>
          </p:nvPr>
        </p:nvSpPr>
        <p:spPr>
          <a:xfrm>
            <a:off x="496628" y="4904404"/>
            <a:ext cx="5805988" cy="276981"/>
          </a:xfrm>
        </p:spPr>
        <p:txBody>
          <a:bodyPr/>
          <a:lstStyle/>
          <a:p>
            <a:endParaRPr lang="fr-FR"/>
          </a:p>
        </p:txBody>
      </p:sp>
    </p:spTree>
    <p:extLst>
      <p:ext uri="{BB962C8B-B14F-4D97-AF65-F5344CB8AC3E}">
        <p14:creationId xmlns:p14="http://schemas.microsoft.com/office/powerpoint/2010/main" val="2558139282"/>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7570" name="Rectangle 2"/>
          <p:cNvSpPr>
            <a:spLocks noGrp="1" noRot="1" noChangeAspect="1" noChangeArrowheads="1" noTextEdit="1"/>
          </p:cNvSpPr>
          <p:nvPr>
            <p:ph type="sldImg"/>
          </p:nvPr>
        </p:nvSpPr>
        <p:spPr>
          <a:ln/>
        </p:spPr>
      </p:sp>
      <p:sp>
        <p:nvSpPr>
          <p:cNvPr id="237571" name="Rectangle 3"/>
          <p:cNvSpPr>
            <a:spLocks noGrp="1" noChangeArrowheads="1"/>
          </p:cNvSpPr>
          <p:nvPr>
            <p:ph type="body" idx="1"/>
          </p:nvPr>
        </p:nvSpPr>
        <p:spPr>
          <a:xfrm>
            <a:off x="496628" y="4904405"/>
            <a:ext cx="5805988" cy="2899237"/>
          </a:xfrm>
          <a:noFill/>
          <a:ln w="9525"/>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a:lstStyle/>
          <a:p>
            <a:pPr eaLnBrk="1" hangingPunct="1"/>
            <a:r>
              <a:rPr lang="fr-FR" altLang="fr-FR" b="0"/>
              <a:t>L’animateur demande aux participants de s’installer suivant ce schéma. S’il y a plus de 5 participants par table, l’animateur double les postes en commençant par le montage, puis les engrenages, les carters, les couronnes phase B. A partir de 10 personnes il est nettement préférable de constituer 2 tables (en réalité, il vaut mieux avoir 2 tables dès 8 personnes, quitte à confier à une même personne les 2 postes de couronnes (A, B).</a:t>
            </a:r>
          </a:p>
          <a:p>
            <a:pPr eaLnBrk="1" hangingPunct="1"/>
            <a:endParaRPr lang="fr-FR" altLang="fr-FR" b="0"/>
          </a:p>
          <a:p>
            <a:pPr eaLnBrk="1" hangingPunct="1"/>
            <a:r>
              <a:rPr lang="fr-FR" altLang="fr-FR" b="0"/>
              <a:t>On note que c’est le poste montage qui expédie les marchandises, puisque c’est lui qui contrôle le stock de produits finis (les couronnes phase A sont transmises en cas de commande vers l’expédition par le poste couronnes B). </a:t>
            </a:r>
          </a:p>
          <a:p>
            <a:pPr eaLnBrk="1" hangingPunct="1"/>
            <a:endParaRPr lang="fr-FR" altLang="fr-FR" b="0"/>
          </a:p>
          <a:p>
            <a:pPr eaLnBrk="1" hangingPunct="1"/>
            <a:r>
              <a:rPr lang="fr-FR" altLang="fr-FR" b="0"/>
              <a:t>En pratique, quand des conteneurs sont expédiés, ils sont posés à gauche du stock. Au bout d’un certain temps il faut recycler les boîtes et les jetons, c’est en général le montage qui s’en charge.</a:t>
            </a: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8594" name="Rectangle 2"/>
          <p:cNvSpPr>
            <a:spLocks noGrp="1" noRot="1" noChangeAspect="1" noChangeArrowheads="1" noTextEdit="1"/>
          </p:cNvSpPr>
          <p:nvPr>
            <p:ph type="sldImg"/>
          </p:nvPr>
        </p:nvSpPr>
        <p:spPr>
          <a:ln/>
        </p:spPr>
      </p:sp>
      <p:sp>
        <p:nvSpPr>
          <p:cNvPr id="238595" name="Rectangle 3"/>
          <p:cNvSpPr>
            <a:spLocks noGrp="1" noChangeArrowheads="1"/>
          </p:cNvSpPr>
          <p:nvPr>
            <p:ph type="body" idx="1"/>
          </p:nvPr>
        </p:nvSpPr>
        <p:spPr>
          <a:xfrm>
            <a:off x="496628" y="4904405"/>
            <a:ext cx="5805988" cy="1015644"/>
          </a:xfrm>
          <a:noFill/>
          <a:ln w="9525"/>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a:lstStyle/>
          <a:p>
            <a:pPr eaLnBrk="1" hangingPunct="1">
              <a:spcBef>
                <a:spcPct val="0"/>
              </a:spcBef>
            </a:pPr>
            <a:r>
              <a:rPr lang="fr-FR" altLang="fr-FR" b="0">
                <a:solidFill>
                  <a:schemeClr val="tx1"/>
                </a:solidFill>
              </a:rPr>
              <a:t>L’animateur explique brièvement la raison de cette règle : le montage, les engrenages et les carters travaillent un produit à l’heure, alors que les couronnes font 2 produits à l’heure. Donc avec ce rangement on a toujours un conteneur à transférer à l’heure, c’est-à-dire à chaque pas du jeu. En outre cette règle facilite les inventaires, ainsi que le fonctionnement en mode Kanban. </a:t>
            </a:r>
            <a:endParaRPr lang="fr-FR" altLang="fr-FR"/>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9618" name="Rectangle 2"/>
          <p:cNvSpPr>
            <a:spLocks noGrp="1" noRot="1" noChangeAspect="1" noChangeArrowheads="1" noTextEdit="1"/>
          </p:cNvSpPr>
          <p:nvPr>
            <p:ph type="sldImg"/>
          </p:nvPr>
        </p:nvSpPr>
        <p:spPr>
          <a:ln/>
        </p:spPr>
      </p:sp>
      <p:sp>
        <p:nvSpPr>
          <p:cNvPr id="239619" name="Rectangle 3"/>
          <p:cNvSpPr>
            <a:spLocks noGrp="1" noChangeArrowheads="1"/>
          </p:cNvSpPr>
          <p:nvPr>
            <p:ph type="body" idx="1"/>
          </p:nvPr>
        </p:nvSpPr>
        <p:spPr>
          <a:xfrm>
            <a:off x="496628" y="4904405"/>
            <a:ext cx="5805988" cy="1126444"/>
          </a:xfrm>
          <a:noFill/>
          <a:ln w="9525"/>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a:lstStyle/>
          <a:p>
            <a:pPr eaLnBrk="1" hangingPunct="1"/>
            <a:r>
              <a:rPr lang="fr-FR" altLang="fr-FR" b="0"/>
              <a:t>Dire aux participants qu’ils ont ces chiffres sur les Fiches règles du jeu distribuées précédemment. </a:t>
            </a:r>
          </a:p>
          <a:p>
            <a:pPr eaLnBrk="1" hangingPunct="1"/>
            <a:endParaRPr lang="fr-FR" altLang="fr-FR" b="0"/>
          </a:p>
          <a:p>
            <a:pPr eaLnBrk="1" hangingPunct="1"/>
            <a:r>
              <a:rPr lang="fr-FR" altLang="fr-FR" b="0"/>
              <a:t>A noter : les boîtes « vendues » sont recyclées, c’est-à-dire qu’une fois expédiées elles sont vidées de façon à alimenter à nouveau le stock de matières.</a:t>
            </a:r>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commentaires 2"/>
          <p:cNvSpPr>
            <a:spLocks noGrp="1"/>
          </p:cNvSpPr>
          <p:nvPr>
            <p:ph type="body" idx="1"/>
          </p:nvPr>
        </p:nvSpPr>
        <p:spPr>
          <a:xfrm>
            <a:off x="496628" y="4904404"/>
            <a:ext cx="5805988" cy="276981"/>
          </a:xfrm>
        </p:spPr>
        <p:txBody>
          <a:bodyPr/>
          <a:lstStyle/>
          <a:p>
            <a:endParaRPr lang="fr-FR"/>
          </a:p>
        </p:txBody>
      </p:sp>
    </p:spTree>
    <p:extLst>
      <p:ext uri="{BB962C8B-B14F-4D97-AF65-F5344CB8AC3E}">
        <p14:creationId xmlns:p14="http://schemas.microsoft.com/office/powerpoint/2010/main" val="2902359230"/>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0642" name="Rectangle 2"/>
          <p:cNvSpPr>
            <a:spLocks noGrp="1" noRot="1" noChangeAspect="1" noChangeArrowheads="1" noTextEdit="1"/>
          </p:cNvSpPr>
          <p:nvPr>
            <p:ph type="sldImg"/>
          </p:nvPr>
        </p:nvSpPr>
        <p:spPr>
          <a:ln/>
        </p:spPr>
      </p:sp>
      <p:sp>
        <p:nvSpPr>
          <p:cNvPr id="240643" name="Rectangle 3"/>
          <p:cNvSpPr>
            <a:spLocks noGrp="1" noChangeArrowheads="1"/>
          </p:cNvSpPr>
          <p:nvPr>
            <p:ph type="body" idx="1"/>
          </p:nvPr>
        </p:nvSpPr>
        <p:spPr>
          <a:xfrm>
            <a:off x="496628" y="4904405"/>
            <a:ext cx="5805988" cy="1311110"/>
          </a:xfrm>
          <a:noFill/>
          <a:ln w="9525"/>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a:lstStyle/>
          <a:p>
            <a:pPr eaLnBrk="1" hangingPunct="1"/>
            <a:r>
              <a:rPr lang="fr-FR" altLang="fr-FR" b="0"/>
              <a:t>Distribuer les documents à chaque table en expliquant son usage. Les diapos suivantes permettent d’expliquer plus en détail certains documents. La feuille de résultats ne servira qu’en fin de semaine 1.</a:t>
            </a:r>
          </a:p>
          <a:p>
            <a:pPr eaLnBrk="1" hangingPunct="1"/>
            <a:endParaRPr lang="fr-FR" altLang="fr-FR" b="0"/>
          </a:p>
          <a:p>
            <a:pPr eaLnBrk="1" hangingPunct="1"/>
            <a:r>
              <a:rPr lang="fr-FR" altLang="fr-FR" b="0"/>
              <a:t>La répartition des boîtes et des jetons se fait en donnant à chaque table le tiers de ce qui se trouve dans le kit (le kit permet d’animer trois tables).</a:t>
            </a:r>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1666" name="Rectangle 2"/>
          <p:cNvSpPr>
            <a:spLocks noGrp="1" noRot="1" noChangeAspect="1" noChangeArrowheads="1" noTextEdit="1"/>
          </p:cNvSpPr>
          <p:nvPr>
            <p:ph type="sldImg"/>
          </p:nvPr>
        </p:nvSpPr>
        <p:spPr>
          <a:ln/>
        </p:spPr>
      </p:sp>
      <p:sp>
        <p:nvSpPr>
          <p:cNvPr id="241667" name="Rectangle 3"/>
          <p:cNvSpPr>
            <a:spLocks noGrp="1" noChangeArrowheads="1"/>
          </p:cNvSpPr>
          <p:nvPr>
            <p:ph type="body" idx="1"/>
          </p:nvPr>
        </p:nvSpPr>
        <p:spPr>
          <a:xfrm>
            <a:off x="496628" y="4904405"/>
            <a:ext cx="5805988" cy="3637319"/>
          </a:xfrm>
          <a:noFill/>
          <a:ln w="9525"/>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a:lstStyle/>
          <a:p>
            <a:pPr eaLnBrk="1" hangingPunct="1">
              <a:lnSpc>
                <a:spcPct val="120000"/>
              </a:lnSpc>
            </a:pPr>
            <a:r>
              <a:rPr lang="fr-FR" altLang="fr-FR" b="0">
                <a:solidFill>
                  <a:schemeClr val="tx1"/>
                </a:solidFill>
              </a:rPr>
              <a:t>La raison pour laquelle il ne faut pas modifier le programme est la suivante : en semaine 1 on est dans une programmation de la production en flux poussé, en suivant un ordonnancement calculé d’après un plan directeur de production. Donc il faut suivre ce programme, sauf s’il y a une « crise », c’est-à-dire une rupture de stock. Dans ce cas, on part du principe que la production est alertée et doit réagir. </a:t>
            </a:r>
          </a:p>
          <a:p>
            <a:pPr eaLnBrk="1" hangingPunct="1">
              <a:lnSpc>
                <a:spcPct val="120000"/>
              </a:lnSpc>
            </a:pPr>
            <a:r>
              <a:rPr lang="fr-FR" altLang="fr-FR" b="0">
                <a:solidFill>
                  <a:schemeClr val="tx1"/>
                </a:solidFill>
              </a:rPr>
              <a:t>En semaine 2, la méthode Kanban introduira un nouveau principe, selon lequel la production de chaque poste peut à tout moment tenir compte de l’évolution à la baisse ou à la hausse du stock aval.</a:t>
            </a:r>
          </a:p>
          <a:p>
            <a:pPr eaLnBrk="1" hangingPunct="1">
              <a:lnSpc>
                <a:spcPct val="120000"/>
              </a:lnSpc>
            </a:pPr>
            <a:r>
              <a:rPr lang="fr-FR" altLang="fr-FR" b="0" u="sng">
                <a:solidFill>
                  <a:schemeClr val="tx1"/>
                </a:solidFill>
              </a:rPr>
              <a:t>Remarque</a:t>
            </a:r>
            <a:r>
              <a:rPr lang="fr-FR" altLang="fr-FR" b="0">
                <a:solidFill>
                  <a:schemeClr val="tx1"/>
                </a:solidFill>
              </a:rPr>
              <a:t> : quand les participants ont terminé leur production en fin de semaine 1, ils posent la question : « que doit-on faire ? faut-il s’arrêter ou continuer à produire ? »</a:t>
            </a:r>
          </a:p>
          <a:p>
            <a:pPr eaLnBrk="1" hangingPunct="1">
              <a:lnSpc>
                <a:spcPct val="120000"/>
              </a:lnSpc>
            </a:pPr>
            <a:r>
              <a:rPr lang="fr-FR" altLang="fr-FR" b="0">
                <a:solidFill>
                  <a:schemeClr val="tx1"/>
                </a:solidFill>
              </a:rPr>
              <a:t>L’animateur peut répondre: faîtes comme vous voulez. S’ils produisent ils prennent de l’avance pour la deuxième semaine, mais c’est au détriment du stock qui augmente.</a:t>
            </a:r>
          </a:p>
          <a:p>
            <a:pPr eaLnBrk="1" hangingPunct="1">
              <a:lnSpc>
                <a:spcPct val="120000"/>
              </a:lnSpc>
            </a:pPr>
            <a:endParaRPr lang="fr-FR" altLang="fr-FR" b="0">
              <a:solidFill>
                <a:schemeClr val="tx1"/>
              </a:solidFill>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2690" name="Rectangle 2"/>
          <p:cNvSpPr>
            <a:spLocks noGrp="1" noRot="1" noChangeAspect="1" noChangeArrowheads="1" noTextEdit="1"/>
          </p:cNvSpPr>
          <p:nvPr>
            <p:ph type="sldImg"/>
          </p:nvPr>
        </p:nvSpPr>
        <p:spPr>
          <a:ln/>
        </p:spPr>
      </p:sp>
      <p:sp>
        <p:nvSpPr>
          <p:cNvPr id="242691" name="Rectangle 3"/>
          <p:cNvSpPr>
            <a:spLocks noGrp="1" noChangeArrowheads="1"/>
          </p:cNvSpPr>
          <p:nvPr>
            <p:ph type="body" idx="1"/>
          </p:nvPr>
        </p:nvSpPr>
        <p:spPr>
          <a:xfrm>
            <a:off x="496628" y="4904405"/>
            <a:ext cx="5805988" cy="1865108"/>
          </a:xfrm>
          <a:noFill/>
          <a:ln w="9525"/>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a:lstStyle/>
          <a:p>
            <a:pPr eaLnBrk="1" hangingPunct="1"/>
            <a:r>
              <a:rPr lang="fr-FR" altLang="fr-FR" b="0"/>
              <a:t>L’animateur distribue la feuille à chaque participant. Il la commente en expliquant qu’elle permettra de savoir combien produire de pièces sur chacun des postes.</a:t>
            </a:r>
          </a:p>
          <a:p>
            <a:pPr eaLnBrk="1" hangingPunct="1"/>
            <a:endParaRPr lang="fr-FR" altLang="fr-FR" b="0"/>
          </a:p>
          <a:p>
            <a:pPr eaLnBrk="1" hangingPunct="1"/>
            <a:r>
              <a:rPr lang="fr-FR" altLang="fr-FR" b="0"/>
              <a:t>Remarque : le calcul nécessite de connaître le programme de production de produits finis. Généralement les participants le prendront égal aux prévisions de vente (qui leurs seront distribuées à leur demande). Le calcul peut être fait par chaque participant pour son propre poste, ou bien un des participants peut se charger de faire l’ensemble des calculs. L’animateur laissera l’équipe libre de s’organiser comme elle l’entend.</a:t>
            </a:r>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3714" name="Rectangle 2"/>
          <p:cNvSpPr>
            <a:spLocks noGrp="1" noRot="1" noChangeAspect="1" noChangeArrowheads="1" noTextEdit="1"/>
          </p:cNvSpPr>
          <p:nvPr>
            <p:ph type="sldImg"/>
          </p:nvPr>
        </p:nvSpPr>
        <p:spPr>
          <a:ln/>
        </p:spPr>
      </p:sp>
      <p:sp>
        <p:nvSpPr>
          <p:cNvPr id="243715" name="Rectangle 3"/>
          <p:cNvSpPr>
            <a:spLocks noGrp="1" noChangeArrowheads="1"/>
          </p:cNvSpPr>
          <p:nvPr>
            <p:ph type="body" idx="1"/>
          </p:nvPr>
        </p:nvSpPr>
        <p:spPr>
          <a:xfrm>
            <a:off x="567126" y="4877082"/>
            <a:ext cx="5690056" cy="2529905"/>
          </a:xfrm>
          <a:noFill/>
          <a:ln w="9525"/>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a:lstStyle/>
          <a:p>
            <a:pPr eaLnBrk="1" hangingPunct="1">
              <a:lnSpc>
                <a:spcPct val="120000"/>
              </a:lnSpc>
            </a:pPr>
            <a:r>
              <a:rPr lang="fr-FR" altLang="fr-FR" b="0">
                <a:solidFill>
                  <a:schemeClr val="tx1"/>
                </a:solidFill>
              </a:rPr>
              <a:t>L’animateur donne les informations uniquement si les participants précisent ce qu’ils veulent. </a:t>
            </a:r>
          </a:p>
          <a:p>
            <a:pPr eaLnBrk="1" hangingPunct="1">
              <a:lnSpc>
                <a:spcPct val="120000"/>
              </a:lnSpc>
            </a:pPr>
            <a:r>
              <a:rPr lang="fr-FR" altLang="fr-FR" b="0">
                <a:solidFill>
                  <a:schemeClr val="tx1"/>
                </a:solidFill>
              </a:rPr>
              <a:t>Bien sûr, s’il se rend compte que les informations telles que les prévisions de vente ne sont pas demandées, il doit « aider » les participants à faire leur demande. </a:t>
            </a:r>
          </a:p>
          <a:p>
            <a:pPr eaLnBrk="1" hangingPunct="1">
              <a:lnSpc>
                <a:spcPct val="120000"/>
              </a:lnSpc>
            </a:pPr>
            <a:endParaRPr lang="fr-FR" altLang="fr-FR" b="0">
              <a:solidFill>
                <a:schemeClr val="tx1"/>
              </a:solidFill>
            </a:endParaRPr>
          </a:p>
          <a:p>
            <a:pPr eaLnBrk="1" hangingPunct="1">
              <a:lnSpc>
                <a:spcPct val="120000"/>
              </a:lnSpc>
            </a:pPr>
            <a:r>
              <a:rPr lang="fr-FR" altLang="fr-FR" b="0">
                <a:solidFill>
                  <a:schemeClr val="tx1"/>
                </a:solidFill>
              </a:rPr>
              <a:t>Les informations sont données par le biais des petites fiches plastifiées : Prévision des ventes et Statistiques d’incidents.</a:t>
            </a:r>
          </a:p>
          <a:p>
            <a:pPr eaLnBrk="1" hangingPunct="1">
              <a:lnSpc>
                <a:spcPct val="120000"/>
              </a:lnSpc>
            </a:pPr>
            <a:r>
              <a:rPr lang="fr-FR" altLang="fr-FR" b="0">
                <a:solidFill>
                  <a:schemeClr val="tx1"/>
                </a:solidFill>
              </a:rPr>
              <a:t>Il n’y a qu’un seul jeu de 2 fiches par table, ce qui incite les participants à partager l’information.</a:t>
            </a:r>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commentaires 2"/>
          <p:cNvSpPr>
            <a:spLocks noGrp="1"/>
          </p:cNvSpPr>
          <p:nvPr>
            <p:ph type="body" idx="1"/>
          </p:nvPr>
        </p:nvSpPr>
        <p:spPr>
          <a:xfrm>
            <a:off x="496628" y="4904404"/>
            <a:ext cx="5805988" cy="276981"/>
          </a:xfrm>
        </p:spPr>
        <p:txBody>
          <a:bodyPr/>
          <a:lstStyle/>
          <a:p>
            <a:endParaRPr lang="fr-FR"/>
          </a:p>
        </p:txBody>
      </p:sp>
    </p:spTree>
    <p:extLst>
      <p:ext uri="{BB962C8B-B14F-4D97-AF65-F5344CB8AC3E}">
        <p14:creationId xmlns:p14="http://schemas.microsoft.com/office/powerpoint/2010/main" val="89484834"/>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commentaires 2"/>
          <p:cNvSpPr>
            <a:spLocks noGrp="1"/>
          </p:cNvSpPr>
          <p:nvPr>
            <p:ph type="body" idx="1"/>
          </p:nvPr>
        </p:nvSpPr>
        <p:spPr>
          <a:xfrm>
            <a:off x="496628" y="4904404"/>
            <a:ext cx="5805988" cy="276981"/>
          </a:xfrm>
        </p:spPr>
        <p:txBody>
          <a:bodyPr/>
          <a:lstStyle/>
          <a:p>
            <a:endParaRPr lang="fr-FR"/>
          </a:p>
        </p:txBody>
      </p:sp>
    </p:spTree>
    <p:extLst>
      <p:ext uri="{BB962C8B-B14F-4D97-AF65-F5344CB8AC3E}">
        <p14:creationId xmlns:p14="http://schemas.microsoft.com/office/powerpoint/2010/main" val="2446915107"/>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4738" name="Rectangle 2"/>
          <p:cNvSpPr>
            <a:spLocks noGrp="1" noRot="1" noChangeAspect="1" noChangeArrowheads="1" noTextEdit="1"/>
          </p:cNvSpPr>
          <p:nvPr>
            <p:ph type="sldImg"/>
          </p:nvPr>
        </p:nvSpPr>
        <p:spPr>
          <a:solidFill>
            <a:srgbClr val="FFFFFF"/>
          </a:solidFill>
          <a:ln/>
        </p:spPr>
      </p:sp>
      <p:sp>
        <p:nvSpPr>
          <p:cNvPr id="244739" name="Rectangle 3"/>
          <p:cNvSpPr>
            <a:spLocks noGrp="1" noChangeArrowheads="1"/>
          </p:cNvSpPr>
          <p:nvPr>
            <p:ph type="body" idx="1"/>
          </p:nvPr>
        </p:nvSpPr>
        <p:spPr>
          <a:xfrm>
            <a:off x="178598" y="4750715"/>
            <a:ext cx="6467112" cy="1015644"/>
          </a:xfrm>
          <a:solidFill>
            <a:srgbClr val="FFFFFF"/>
          </a:solidFill>
          <a:ln w="9525"/>
          <a:extLst>
            <a:ext uri="{91240B29-F687-4F45-9708-019B960494DF}">
              <a14:hiddenLine xmlns:a14="http://schemas.microsoft.com/office/drawing/2010/main" w="6350">
                <a:solidFill>
                  <a:srgbClr val="000000"/>
                </a:solidFill>
                <a:miter lim="800000"/>
                <a:headEnd/>
                <a:tailEnd/>
              </a14:hiddenLine>
            </a:ext>
          </a:extLst>
        </p:spPr>
        <p:txBody>
          <a:bodyPr/>
          <a:lstStyle/>
          <a:p>
            <a:pPr lvl="1" eaLnBrk="1" hangingPunct="1"/>
            <a:r>
              <a:rPr lang="fr-FR" altLang="fr-FR"/>
              <a:t>Les expéditions ont lieu en début de journée, c’est-à-dire ici en heure 1. Le poste de montage enlève les boîtes du stock, les place à la gauche du stock puis les recycle pour obtenir des matières premières qu’il redistribuera aux postes. On note qu’il n’y aura plus d’expéditions jusqu’à l’heure 9. Les participants disposaient de cette informations sur la fiche plastifiée Prévision des ventes.</a:t>
            </a:r>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5762" name="Rectangle 2"/>
          <p:cNvSpPr>
            <a:spLocks noGrp="1" noRot="1" noChangeAspect="1" noChangeArrowheads="1" noTextEdit="1"/>
          </p:cNvSpPr>
          <p:nvPr>
            <p:ph type="sldImg"/>
          </p:nvPr>
        </p:nvSpPr>
        <p:spPr>
          <a:solidFill>
            <a:srgbClr val="FFFFFF"/>
          </a:solidFill>
          <a:ln/>
        </p:spPr>
      </p:sp>
      <p:sp>
        <p:nvSpPr>
          <p:cNvPr id="245763" name="Rectangle 3"/>
          <p:cNvSpPr>
            <a:spLocks noGrp="1" noChangeArrowheads="1"/>
          </p:cNvSpPr>
          <p:nvPr>
            <p:ph type="body" idx="1"/>
          </p:nvPr>
        </p:nvSpPr>
        <p:spPr>
          <a:xfrm>
            <a:off x="178598" y="4750715"/>
            <a:ext cx="6467112" cy="276981"/>
          </a:xfrm>
          <a:solidFill>
            <a:srgbClr val="FFFFFF"/>
          </a:solidFill>
          <a:ln w="9525"/>
          <a:extLst>
            <a:ext uri="{91240B29-F687-4F45-9708-019B960494DF}">
              <a14:hiddenLine xmlns:a14="http://schemas.microsoft.com/office/drawing/2010/main" w="6350">
                <a:solidFill>
                  <a:srgbClr val="000000"/>
                </a:solidFill>
                <a:miter lim="800000"/>
                <a:headEnd/>
                <a:tailEnd/>
              </a14:hiddenLine>
            </a:ext>
          </a:extLst>
        </p:spPr>
        <p:txBody>
          <a:bodyPr/>
          <a:lstStyle/>
          <a:p>
            <a:pPr eaLnBrk="1" hangingPunct="1"/>
            <a:endParaRPr lang="fr-FR" altLang="fr-FR"/>
          </a:p>
        </p:txBody>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6786" name="Rectangle 2"/>
          <p:cNvSpPr>
            <a:spLocks noGrp="1" noRot="1" noChangeAspect="1" noChangeArrowheads="1" noTextEdit="1"/>
          </p:cNvSpPr>
          <p:nvPr>
            <p:ph type="sldImg"/>
          </p:nvPr>
        </p:nvSpPr>
        <p:spPr>
          <a:solidFill>
            <a:srgbClr val="FFFFFF"/>
          </a:solidFill>
          <a:ln/>
        </p:spPr>
      </p:sp>
      <p:sp>
        <p:nvSpPr>
          <p:cNvPr id="246787" name="Rectangle 3"/>
          <p:cNvSpPr>
            <a:spLocks noGrp="1" noChangeArrowheads="1"/>
          </p:cNvSpPr>
          <p:nvPr>
            <p:ph type="body" idx="1"/>
          </p:nvPr>
        </p:nvSpPr>
        <p:spPr>
          <a:xfrm>
            <a:off x="178598" y="4750715"/>
            <a:ext cx="6467112" cy="276981"/>
          </a:xfrm>
          <a:solidFill>
            <a:srgbClr val="FFFFFF"/>
          </a:solidFill>
          <a:ln w="9525"/>
          <a:extLst>
            <a:ext uri="{91240B29-F687-4F45-9708-019B960494DF}">
              <a14:hiddenLine xmlns:a14="http://schemas.microsoft.com/office/drawing/2010/main" w="6350">
                <a:solidFill>
                  <a:srgbClr val="000000"/>
                </a:solidFill>
                <a:miter lim="800000"/>
                <a:headEnd/>
                <a:tailEnd/>
              </a14:hiddenLine>
            </a:ext>
          </a:extLst>
        </p:spPr>
        <p:txBody>
          <a:bodyPr/>
          <a:lstStyle/>
          <a:p>
            <a:pPr eaLnBrk="1" hangingPunct="1"/>
            <a:endParaRPr lang="fr-FR" altLang="fr-FR"/>
          </a:p>
        </p:txBody>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7810" name="Rectangle 2"/>
          <p:cNvSpPr>
            <a:spLocks noGrp="1" noRot="1" noChangeAspect="1" noChangeArrowheads="1" noTextEdit="1"/>
          </p:cNvSpPr>
          <p:nvPr>
            <p:ph type="sldImg"/>
          </p:nvPr>
        </p:nvSpPr>
        <p:spPr>
          <a:solidFill>
            <a:srgbClr val="FFFFFF"/>
          </a:solidFill>
          <a:ln/>
        </p:spPr>
      </p:sp>
      <p:sp>
        <p:nvSpPr>
          <p:cNvPr id="247811" name="Rectangle 3"/>
          <p:cNvSpPr>
            <a:spLocks noGrp="1" noChangeArrowheads="1"/>
          </p:cNvSpPr>
          <p:nvPr>
            <p:ph type="body" idx="1"/>
          </p:nvPr>
        </p:nvSpPr>
        <p:spPr>
          <a:xfrm>
            <a:off x="178598" y="4750715"/>
            <a:ext cx="6467112" cy="276981"/>
          </a:xfrm>
          <a:solidFill>
            <a:srgbClr val="FFFFFF"/>
          </a:solidFill>
          <a:ln w="9525"/>
          <a:extLst>
            <a:ext uri="{91240B29-F687-4F45-9708-019B960494DF}">
              <a14:hiddenLine xmlns:a14="http://schemas.microsoft.com/office/drawing/2010/main" w="6350">
                <a:solidFill>
                  <a:srgbClr val="000000"/>
                </a:solidFill>
                <a:miter lim="800000"/>
                <a:headEnd/>
                <a:tailEnd/>
              </a14:hiddenLine>
            </a:ext>
          </a:extLst>
        </p:spPr>
        <p:txBody>
          <a:bodyPr/>
          <a:lstStyle/>
          <a:p>
            <a:pPr eaLnBrk="1" hangingPunct="1"/>
            <a:endParaRPr lang="fr-FR" altLang="fr-FR"/>
          </a:p>
        </p:txBody>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8834" name="Rectangle 2"/>
          <p:cNvSpPr>
            <a:spLocks noGrp="1" noRot="1" noChangeAspect="1" noChangeArrowheads="1" noTextEdit="1"/>
          </p:cNvSpPr>
          <p:nvPr>
            <p:ph type="sldImg"/>
          </p:nvPr>
        </p:nvSpPr>
        <p:spPr>
          <a:solidFill>
            <a:srgbClr val="FFFFFF"/>
          </a:solidFill>
          <a:ln/>
        </p:spPr>
      </p:sp>
      <p:sp>
        <p:nvSpPr>
          <p:cNvPr id="248835" name="Rectangle 3"/>
          <p:cNvSpPr>
            <a:spLocks noGrp="1" noChangeArrowheads="1"/>
          </p:cNvSpPr>
          <p:nvPr>
            <p:ph type="body" idx="1"/>
          </p:nvPr>
        </p:nvSpPr>
        <p:spPr>
          <a:xfrm>
            <a:off x="178598" y="4750715"/>
            <a:ext cx="6467112" cy="276981"/>
          </a:xfrm>
          <a:solidFill>
            <a:srgbClr val="FFFFFF"/>
          </a:solidFill>
          <a:ln w="9525"/>
          <a:extLst>
            <a:ext uri="{91240B29-F687-4F45-9708-019B960494DF}">
              <a14:hiddenLine xmlns:a14="http://schemas.microsoft.com/office/drawing/2010/main" w="6350">
                <a:solidFill>
                  <a:srgbClr val="000000"/>
                </a:solidFill>
                <a:miter lim="800000"/>
                <a:headEnd/>
                <a:tailEnd/>
              </a14:hiddenLine>
            </a:ext>
          </a:extLst>
        </p:spPr>
        <p:txBody>
          <a:bodyPr/>
          <a:lstStyle/>
          <a:p>
            <a:pPr eaLnBrk="1" hangingPunct="1"/>
            <a:endParaRPr lang="fr-FR" altLang="fr-FR"/>
          </a:p>
        </p:txBody>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9858" name="Rectangle 2"/>
          <p:cNvSpPr>
            <a:spLocks noGrp="1" noRot="1" noChangeAspect="1" noChangeArrowheads="1" noTextEdit="1"/>
          </p:cNvSpPr>
          <p:nvPr>
            <p:ph type="sldImg"/>
          </p:nvPr>
        </p:nvSpPr>
        <p:spPr>
          <a:solidFill>
            <a:srgbClr val="FFFFFF"/>
          </a:solidFill>
          <a:ln/>
        </p:spPr>
      </p:sp>
      <p:sp>
        <p:nvSpPr>
          <p:cNvPr id="249859" name="Rectangle 3"/>
          <p:cNvSpPr>
            <a:spLocks noGrp="1" noChangeArrowheads="1"/>
          </p:cNvSpPr>
          <p:nvPr>
            <p:ph type="body" idx="1"/>
          </p:nvPr>
        </p:nvSpPr>
        <p:spPr>
          <a:xfrm>
            <a:off x="178598" y="4750715"/>
            <a:ext cx="6467112" cy="276981"/>
          </a:xfrm>
          <a:solidFill>
            <a:srgbClr val="FFFFFF"/>
          </a:solidFill>
          <a:ln w="9525"/>
          <a:extLst>
            <a:ext uri="{91240B29-F687-4F45-9708-019B960494DF}">
              <a14:hiddenLine xmlns:a14="http://schemas.microsoft.com/office/drawing/2010/main" w="6350">
                <a:solidFill>
                  <a:srgbClr val="000000"/>
                </a:solidFill>
                <a:miter lim="800000"/>
                <a:headEnd/>
                <a:tailEnd/>
              </a14:hiddenLine>
            </a:ext>
          </a:extLst>
        </p:spPr>
        <p:txBody>
          <a:bodyPr/>
          <a:lstStyle/>
          <a:p>
            <a:pPr eaLnBrk="1" hangingPunct="1"/>
            <a:endParaRPr lang="fr-FR" altLang="fr-FR"/>
          </a:p>
        </p:txBody>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0882" name="Rectangle 2"/>
          <p:cNvSpPr>
            <a:spLocks noGrp="1" noRot="1" noChangeAspect="1" noChangeArrowheads="1" noTextEdit="1"/>
          </p:cNvSpPr>
          <p:nvPr>
            <p:ph type="sldImg"/>
          </p:nvPr>
        </p:nvSpPr>
        <p:spPr>
          <a:solidFill>
            <a:srgbClr val="FFFFFF"/>
          </a:solidFill>
          <a:ln/>
        </p:spPr>
      </p:sp>
      <p:sp>
        <p:nvSpPr>
          <p:cNvPr id="250883" name="Rectangle 3"/>
          <p:cNvSpPr>
            <a:spLocks noGrp="1" noChangeArrowheads="1"/>
          </p:cNvSpPr>
          <p:nvPr>
            <p:ph type="body" idx="1"/>
          </p:nvPr>
        </p:nvSpPr>
        <p:spPr>
          <a:xfrm>
            <a:off x="178598" y="4750715"/>
            <a:ext cx="6467112" cy="276981"/>
          </a:xfrm>
          <a:solidFill>
            <a:srgbClr val="FFFFFF"/>
          </a:solidFill>
          <a:ln w="9525"/>
          <a:extLst>
            <a:ext uri="{91240B29-F687-4F45-9708-019B960494DF}">
              <a14:hiddenLine xmlns:a14="http://schemas.microsoft.com/office/drawing/2010/main" w="6350">
                <a:solidFill>
                  <a:srgbClr val="000000"/>
                </a:solidFill>
                <a:miter lim="800000"/>
                <a:headEnd/>
                <a:tailEnd/>
              </a14:hiddenLine>
            </a:ext>
          </a:extLst>
        </p:spPr>
        <p:txBody>
          <a:bodyPr/>
          <a:lstStyle/>
          <a:p>
            <a:pPr eaLnBrk="1" hangingPunct="1"/>
            <a:endParaRPr lang="fr-FR" altLang="fr-FR"/>
          </a:p>
        </p:txBody>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1906" name="Rectangle 2"/>
          <p:cNvSpPr>
            <a:spLocks noGrp="1" noRot="1" noChangeAspect="1" noChangeArrowheads="1" noTextEdit="1"/>
          </p:cNvSpPr>
          <p:nvPr>
            <p:ph type="sldImg"/>
          </p:nvPr>
        </p:nvSpPr>
        <p:spPr>
          <a:solidFill>
            <a:srgbClr val="FFFFFF"/>
          </a:solidFill>
          <a:ln/>
        </p:spPr>
      </p:sp>
      <p:sp>
        <p:nvSpPr>
          <p:cNvPr id="251907" name="Rectangle 3"/>
          <p:cNvSpPr>
            <a:spLocks noGrp="1" noChangeArrowheads="1"/>
          </p:cNvSpPr>
          <p:nvPr>
            <p:ph type="body" idx="1"/>
          </p:nvPr>
        </p:nvSpPr>
        <p:spPr>
          <a:xfrm>
            <a:off x="178598" y="4750715"/>
            <a:ext cx="6467112" cy="276981"/>
          </a:xfrm>
          <a:solidFill>
            <a:srgbClr val="FFFFFF"/>
          </a:solidFill>
          <a:ln w="9525"/>
          <a:extLst>
            <a:ext uri="{91240B29-F687-4F45-9708-019B960494DF}">
              <a14:hiddenLine xmlns:a14="http://schemas.microsoft.com/office/drawing/2010/main" w="6350">
                <a:solidFill>
                  <a:srgbClr val="000000"/>
                </a:solidFill>
                <a:miter lim="800000"/>
                <a:headEnd/>
                <a:tailEnd/>
              </a14:hiddenLine>
            </a:ext>
          </a:extLst>
        </p:spPr>
        <p:txBody>
          <a:bodyPr/>
          <a:lstStyle/>
          <a:p>
            <a:pPr eaLnBrk="1" hangingPunct="1"/>
            <a:endParaRPr lang="fr-FR" altLang="fr-FR"/>
          </a:p>
        </p:txBody>
      </p:sp>
    </p:spTree>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2930" name="Rectangle 2"/>
          <p:cNvSpPr>
            <a:spLocks noGrp="1" noRot="1" noChangeAspect="1" noChangeArrowheads="1" noTextEdit="1"/>
          </p:cNvSpPr>
          <p:nvPr>
            <p:ph type="sldImg"/>
          </p:nvPr>
        </p:nvSpPr>
        <p:spPr>
          <a:solidFill>
            <a:srgbClr val="FFFFFF"/>
          </a:solidFill>
          <a:ln/>
        </p:spPr>
      </p:sp>
      <p:sp>
        <p:nvSpPr>
          <p:cNvPr id="252931" name="Rectangle 3"/>
          <p:cNvSpPr>
            <a:spLocks noGrp="1" noChangeArrowheads="1"/>
          </p:cNvSpPr>
          <p:nvPr>
            <p:ph type="body" idx="1"/>
          </p:nvPr>
        </p:nvSpPr>
        <p:spPr>
          <a:xfrm>
            <a:off x="178598" y="4750715"/>
            <a:ext cx="6467112" cy="276981"/>
          </a:xfrm>
          <a:solidFill>
            <a:srgbClr val="FFFFFF"/>
          </a:solidFill>
          <a:ln w="9525"/>
          <a:extLst>
            <a:ext uri="{91240B29-F687-4F45-9708-019B960494DF}">
              <a14:hiddenLine xmlns:a14="http://schemas.microsoft.com/office/drawing/2010/main" w="6350">
                <a:solidFill>
                  <a:srgbClr val="000000"/>
                </a:solidFill>
                <a:miter lim="800000"/>
                <a:headEnd/>
                <a:tailEnd/>
              </a14:hiddenLine>
            </a:ext>
          </a:extLst>
        </p:spPr>
        <p:txBody>
          <a:bodyPr/>
          <a:lstStyle/>
          <a:p>
            <a:pPr eaLnBrk="1" hangingPunct="1"/>
            <a:endParaRPr lang="fr-FR" altLang="fr-FR"/>
          </a:p>
        </p:txBody>
      </p:sp>
    </p:spTree>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3954" name="Rectangle 2"/>
          <p:cNvSpPr>
            <a:spLocks noGrp="1" noRot="1" noChangeAspect="1" noChangeArrowheads="1" noTextEdit="1"/>
          </p:cNvSpPr>
          <p:nvPr>
            <p:ph type="sldImg"/>
          </p:nvPr>
        </p:nvSpPr>
        <p:spPr>
          <a:solidFill>
            <a:srgbClr val="FFFFFF"/>
          </a:solidFill>
          <a:ln/>
        </p:spPr>
      </p:sp>
      <p:sp>
        <p:nvSpPr>
          <p:cNvPr id="253955" name="Rectangle 3"/>
          <p:cNvSpPr>
            <a:spLocks noGrp="1" noChangeArrowheads="1"/>
          </p:cNvSpPr>
          <p:nvPr>
            <p:ph type="body" idx="1"/>
          </p:nvPr>
        </p:nvSpPr>
        <p:spPr>
          <a:xfrm>
            <a:off x="178598" y="4750715"/>
            <a:ext cx="6467112" cy="276981"/>
          </a:xfrm>
          <a:solidFill>
            <a:srgbClr val="FFFFFF"/>
          </a:solidFill>
          <a:ln w="9525"/>
          <a:extLst>
            <a:ext uri="{91240B29-F687-4F45-9708-019B960494DF}">
              <a14:hiddenLine xmlns:a14="http://schemas.microsoft.com/office/drawing/2010/main" w="6350">
                <a:solidFill>
                  <a:srgbClr val="000000"/>
                </a:solidFill>
                <a:miter lim="800000"/>
                <a:headEnd/>
                <a:tailEnd/>
              </a14:hiddenLine>
            </a:ext>
          </a:extLst>
        </p:spPr>
        <p:txBody>
          <a:bodyPr/>
          <a:lstStyle/>
          <a:p>
            <a:pPr eaLnBrk="1" hangingPunct="1"/>
            <a:endParaRPr lang="fr-FR" altLang="fr-FR"/>
          </a:p>
        </p:txBody>
      </p:sp>
    </p:spTree>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4978" name="Rectangle 2"/>
          <p:cNvSpPr>
            <a:spLocks noGrp="1" noRot="1" noChangeAspect="1" noChangeArrowheads="1" noTextEdit="1"/>
          </p:cNvSpPr>
          <p:nvPr>
            <p:ph type="sldImg"/>
          </p:nvPr>
        </p:nvSpPr>
        <p:spPr>
          <a:solidFill>
            <a:srgbClr val="FFFFFF"/>
          </a:solidFill>
          <a:ln/>
        </p:spPr>
      </p:sp>
      <p:sp>
        <p:nvSpPr>
          <p:cNvPr id="254979" name="Rectangle 3"/>
          <p:cNvSpPr>
            <a:spLocks noGrp="1" noChangeArrowheads="1"/>
          </p:cNvSpPr>
          <p:nvPr>
            <p:ph type="body" idx="1"/>
          </p:nvPr>
        </p:nvSpPr>
        <p:spPr>
          <a:xfrm>
            <a:off x="178598" y="4750715"/>
            <a:ext cx="6467112" cy="276981"/>
          </a:xfrm>
          <a:solidFill>
            <a:srgbClr val="FFFFFF"/>
          </a:solidFill>
          <a:ln w="9525"/>
          <a:extLst>
            <a:ext uri="{91240B29-F687-4F45-9708-019B960494DF}">
              <a14:hiddenLine xmlns:a14="http://schemas.microsoft.com/office/drawing/2010/main" w="6350">
                <a:solidFill>
                  <a:srgbClr val="000000"/>
                </a:solidFill>
                <a:miter lim="800000"/>
                <a:headEnd/>
                <a:tailEnd/>
              </a14:hiddenLine>
            </a:ext>
          </a:extLst>
        </p:spPr>
        <p:txBody>
          <a:bodyPr/>
          <a:lstStyle/>
          <a:p>
            <a:pPr eaLnBrk="1" hangingPunct="1"/>
            <a:endParaRPr lang="fr-FR" altLang="fr-FR"/>
          </a:p>
        </p:txBody>
      </p:sp>
    </p:spTree>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6002" name="Rectangle 2"/>
          <p:cNvSpPr>
            <a:spLocks noGrp="1" noRot="1" noChangeAspect="1" noChangeArrowheads="1" noTextEdit="1"/>
          </p:cNvSpPr>
          <p:nvPr>
            <p:ph type="sldImg"/>
          </p:nvPr>
        </p:nvSpPr>
        <p:spPr>
          <a:solidFill>
            <a:srgbClr val="FFFFFF"/>
          </a:solidFill>
          <a:ln/>
        </p:spPr>
      </p:sp>
      <p:sp>
        <p:nvSpPr>
          <p:cNvPr id="256003" name="Rectangle 3"/>
          <p:cNvSpPr>
            <a:spLocks noGrp="1" noChangeArrowheads="1"/>
          </p:cNvSpPr>
          <p:nvPr>
            <p:ph type="body" idx="1"/>
          </p:nvPr>
        </p:nvSpPr>
        <p:spPr>
          <a:xfrm>
            <a:off x="178598" y="4750715"/>
            <a:ext cx="6467112" cy="276981"/>
          </a:xfrm>
          <a:solidFill>
            <a:srgbClr val="FFFFFF"/>
          </a:solidFill>
          <a:ln w="9525"/>
          <a:extLst>
            <a:ext uri="{91240B29-F687-4F45-9708-019B960494DF}">
              <a14:hiddenLine xmlns:a14="http://schemas.microsoft.com/office/drawing/2010/main" w="6350">
                <a:solidFill>
                  <a:srgbClr val="000000"/>
                </a:solidFill>
                <a:miter lim="800000"/>
                <a:headEnd/>
                <a:tailEnd/>
              </a14:hiddenLine>
            </a:ext>
          </a:extLst>
        </p:spPr>
        <p:txBody>
          <a:bodyPr/>
          <a:lstStyle/>
          <a:p>
            <a:pPr eaLnBrk="1" hangingPunct="1"/>
            <a:endParaRPr lang="fr-FR" altLang="fr-FR"/>
          </a:p>
        </p:txBody>
      </p:sp>
    </p:spTree>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7026" name="Rectangle 2"/>
          <p:cNvSpPr>
            <a:spLocks noGrp="1" noRot="1" noChangeAspect="1" noChangeArrowheads="1" noTextEdit="1"/>
          </p:cNvSpPr>
          <p:nvPr>
            <p:ph type="sldImg"/>
          </p:nvPr>
        </p:nvSpPr>
        <p:spPr>
          <a:solidFill>
            <a:srgbClr val="FFFFFF"/>
          </a:solidFill>
          <a:ln/>
        </p:spPr>
      </p:sp>
      <p:sp>
        <p:nvSpPr>
          <p:cNvPr id="257027" name="Rectangle 3"/>
          <p:cNvSpPr>
            <a:spLocks noGrp="1" noChangeArrowheads="1"/>
          </p:cNvSpPr>
          <p:nvPr>
            <p:ph type="body" idx="1"/>
          </p:nvPr>
        </p:nvSpPr>
        <p:spPr>
          <a:xfrm>
            <a:off x="178598" y="4750715"/>
            <a:ext cx="6467112" cy="276981"/>
          </a:xfrm>
          <a:solidFill>
            <a:srgbClr val="FFFFFF"/>
          </a:solidFill>
          <a:ln w="9525"/>
          <a:extLst>
            <a:ext uri="{91240B29-F687-4F45-9708-019B960494DF}">
              <a14:hiddenLine xmlns:a14="http://schemas.microsoft.com/office/drawing/2010/main" w="6350">
                <a:solidFill>
                  <a:srgbClr val="000000"/>
                </a:solidFill>
                <a:miter lim="800000"/>
                <a:headEnd/>
                <a:tailEnd/>
              </a14:hiddenLine>
            </a:ext>
          </a:extLst>
        </p:spPr>
        <p:txBody>
          <a:bodyPr/>
          <a:lstStyle/>
          <a:p>
            <a:pPr eaLnBrk="1" hangingPunct="1"/>
            <a:endParaRPr lang="fr-FR" altLang="fr-FR"/>
          </a:p>
        </p:txBody>
      </p:sp>
    </p:spTree>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8050" name="Rectangle 2"/>
          <p:cNvSpPr>
            <a:spLocks noGrp="1" noRot="1" noChangeAspect="1" noChangeArrowheads="1" noTextEdit="1"/>
          </p:cNvSpPr>
          <p:nvPr>
            <p:ph type="sldImg"/>
          </p:nvPr>
        </p:nvSpPr>
        <p:spPr>
          <a:solidFill>
            <a:srgbClr val="FFFFFF"/>
          </a:solidFill>
          <a:ln/>
        </p:spPr>
      </p:sp>
      <p:sp>
        <p:nvSpPr>
          <p:cNvPr id="258051" name="Rectangle 3"/>
          <p:cNvSpPr>
            <a:spLocks noGrp="1" noChangeArrowheads="1"/>
          </p:cNvSpPr>
          <p:nvPr>
            <p:ph type="body" idx="1"/>
          </p:nvPr>
        </p:nvSpPr>
        <p:spPr>
          <a:xfrm>
            <a:off x="178598" y="4750715"/>
            <a:ext cx="6467112" cy="276981"/>
          </a:xfrm>
          <a:solidFill>
            <a:srgbClr val="FFFFFF"/>
          </a:solidFill>
          <a:ln w="9525"/>
          <a:extLst>
            <a:ext uri="{91240B29-F687-4F45-9708-019B960494DF}">
              <a14:hiddenLine xmlns:a14="http://schemas.microsoft.com/office/drawing/2010/main" w="6350">
                <a:solidFill>
                  <a:srgbClr val="000000"/>
                </a:solidFill>
                <a:miter lim="800000"/>
                <a:headEnd/>
                <a:tailEnd/>
              </a14:hiddenLine>
            </a:ext>
          </a:extLst>
        </p:spPr>
        <p:txBody>
          <a:bodyPr/>
          <a:lstStyle/>
          <a:p>
            <a:pPr eaLnBrk="1" hangingPunct="1"/>
            <a:endParaRPr lang="fr-FR" altLang="fr-FR"/>
          </a:p>
        </p:txBody>
      </p:sp>
    </p:spTree>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9074" name="Rectangle 2"/>
          <p:cNvSpPr>
            <a:spLocks noGrp="1" noRot="1" noChangeAspect="1" noChangeArrowheads="1" noTextEdit="1"/>
          </p:cNvSpPr>
          <p:nvPr>
            <p:ph type="sldImg"/>
          </p:nvPr>
        </p:nvSpPr>
        <p:spPr>
          <a:solidFill>
            <a:srgbClr val="FFFFFF"/>
          </a:solidFill>
          <a:ln/>
        </p:spPr>
      </p:sp>
      <p:sp>
        <p:nvSpPr>
          <p:cNvPr id="259075" name="Rectangle 3"/>
          <p:cNvSpPr>
            <a:spLocks noGrp="1" noChangeArrowheads="1"/>
          </p:cNvSpPr>
          <p:nvPr>
            <p:ph type="body" idx="1"/>
          </p:nvPr>
        </p:nvSpPr>
        <p:spPr>
          <a:xfrm>
            <a:off x="178598" y="4750715"/>
            <a:ext cx="6467112" cy="276981"/>
          </a:xfrm>
          <a:solidFill>
            <a:srgbClr val="FFFFFF"/>
          </a:solidFill>
          <a:ln w="9525"/>
          <a:extLst>
            <a:ext uri="{91240B29-F687-4F45-9708-019B960494DF}">
              <a14:hiddenLine xmlns:a14="http://schemas.microsoft.com/office/drawing/2010/main" w="6350">
                <a:solidFill>
                  <a:srgbClr val="000000"/>
                </a:solidFill>
                <a:miter lim="800000"/>
                <a:headEnd/>
                <a:tailEnd/>
              </a14:hiddenLine>
            </a:ext>
          </a:extLst>
        </p:spPr>
        <p:txBody>
          <a:bodyPr/>
          <a:lstStyle/>
          <a:p>
            <a:pPr eaLnBrk="1" hangingPunct="1"/>
            <a:endParaRPr lang="fr-FR" altLang="fr-FR"/>
          </a:p>
        </p:txBody>
      </p:sp>
    </p:spTree>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0098" name="Rectangle 2"/>
          <p:cNvSpPr>
            <a:spLocks noGrp="1" noRot="1" noChangeAspect="1" noChangeArrowheads="1" noTextEdit="1"/>
          </p:cNvSpPr>
          <p:nvPr>
            <p:ph type="sldImg"/>
          </p:nvPr>
        </p:nvSpPr>
        <p:spPr>
          <a:ln/>
        </p:spPr>
      </p:sp>
      <p:sp>
        <p:nvSpPr>
          <p:cNvPr id="260099" name="Rectangle 3"/>
          <p:cNvSpPr>
            <a:spLocks noGrp="1" noChangeArrowheads="1"/>
          </p:cNvSpPr>
          <p:nvPr>
            <p:ph type="body" idx="1"/>
          </p:nvPr>
        </p:nvSpPr>
        <p:spPr>
          <a:xfrm>
            <a:off x="496628" y="4904405"/>
            <a:ext cx="5805988" cy="2123640"/>
          </a:xfrm>
          <a:noFill/>
          <a:ln w="9525"/>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a:lstStyle/>
          <a:p>
            <a:pPr eaLnBrk="1" hangingPunct="1"/>
            <a:r>
              <a:rPr lang="fr-FR" altLang="fr-FR" b="0"/>
              <a:t>Le délai qui sépare un changement technique à l'usinage des carters de sa mise en application commerciale est normalement égal à la durée d'écoulement du stock de carters usinés et du stock de produits finis. On mesurera ce stock, et on calculera sa durée d'écoulement en divisant par le flux moyen de production (24 carters par semaine de 32 h, soit environ 0,8 par heure). On pourra également noter l'heure sur un conteneur au moment où il est usiné (coller un post-it), et relever l'heure à laquelle il est vendu. Dans ce cas, on mesure la durée d'écoulement d'un carter particulier, qui peut différer de la moyenne évaluée par le biais du stock (notion de rotation par référence). A noter : dans cette méthode de suivi il faut que le conteneur portant le post-it soit géré en FIFO, c’est-à-dire qu’il aille sur le dessous de la pile au moment de sa mise en stock.</a:t>
            </a:r>
          </a:p>
        </p:txBody>
      </p:sp>
    </p:spTree>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1122" name="Rectangle 2"/>
          <p:cNvSpPr>
            <a:spLocks noGrp="1" noRot="1" noChangeAspect="1" noChangeArrowheads="1" noTextEdit="1"/>
          </p:cNvSpPr>
          <p:nvPr>
            <p:ph type="sldImg"/>
          </p:nvPr>
        </p:nvSpPr>
        <p:spPr>
          <a:solidFill>
            <a:srgbClr val="FFFFFF"/>
          </a:solidFill>
          <a:ln/>
        </p:spPr>
      </p:sp>
      <p:sp>
        <p:nvSpPr>
          <p:cNvPr id="261123" name="Rectangle 3"/>
          <p:cNvSpPr>
            <a:spLocks noGrp="1" noChangeArrowheads="1"/>
          </p:cNvSpPr>
          <p:nvPr>
            <p:ph type="body" idx="1"/>
          </p:nvPr>
        </p:nvSpPr>
        <p:spPr>
          <a:xfrm>
            <a:off x="178598" y="4750715"/>
            <a:ext cx="6467112" cy="276981"/>
          </a:xfrm>
          <a:solidFill>
            <a:srgbClr val="FFFFFF"/>
          </a:solidFill>
          <a:ln w="9525"/>
          <a:extLst>
            <a:ext uri="{91240B29-F687-4F45-9708-019B960494DF}">
              <a14:hiddenLine xmlns:a14="http://schemas.microsoft.com/office/drawing/2010/main" w="6350">
                <a:solidFill>
                  <a:srgbClr val="000000"/>
                </a:solidFill>
                <a:miter lim="800000"/>
                <a:headEnd/>
                <a:tailEnd/>
              </a14:hiddenLine>
            </a:ext>
          </a:extLst>
        </p:spPr>
        <p:txBody>
          <a:bodyPr/>
          <a:lstStyle/>
          <a:p>
            <a:pPr eaLnBrk="1" hangingPunct="1"/>
            <a:endParaRPr lang="fr-FR" altLang="fr-FR"/>
          </a:p>
        </p:txBody>
      </p:sp>
    </p:spTree>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2146" name="Rectangle 2"/>
          <p:cNvSpPr>
            <a:spLocks noGrp="1" noRot="1" noChangeAspect="1" noChangeArrowheads="1" noTextEdit="1"/>
          </p:cNvSpPr>
          <p:nvPr>
            <p:ph type="sldImg"/>
          </p:nvPr>
        </p:nvSpPr>
        <p:spPr>
          <a:solidFill>
            <a:srgbClr val="FFFFFF"/>
          </a:solidFill>
          <a:ln/>
        </p:spPr>
      </p:sp>
      <p:sp>
        <p:nvSpPr>
          <p:cNvPr id="262147" name="Rectangle 3"/>
          <p:cNvSpPr>
            <a:spLocks noGrp="1" noChangeArrowheads="1"/>
          </p:cNvSpPr>
          <p:nvPr>
            <p:ph type="body" idx="1"/>
          </p:nvPr>
        </p:nvSpPr>
        <p:spPr>
          <a:xfrm>
            <a:off x="178598" y="4750715"/>
            <a:ext cx="6467112" cy="276981"/>
          </a:xfrm>
          <a:solidFill>
            <a:srgbClr val="FFFFFF"/>
          </a:solidFill>
          <a:ln w="9525"/>
          <a:extLst>
            <a:ext uri="{91240B29-F687-4F45-9708-019B960494DF}">
              <a14:hiddenLine xmlns:a14="http://schemas.microsoft.com/office/drawing/2010/main" w="6350">
                <a:solidFill>
                  <a:srgbClr val="000000"/>
                </a:solidFill>
                <a:miter lim="800000"/>
                <a:headEnd/>
                <a:tailEnd/>
              </a14:hiddenLine>
            </a:ext>
          </a:extLst>
        </p:spPr>
        <p:txBody>
          <a:bodyPr/>
          <a:lstStyle/>
          <a:p>
            <a:pPr eaLnBrk="1" hangingPunct="1"/>
            <a:endParaRPr lang="fr-FR" altLang="fr-FR"/>
          </a:p>
        </p:txBody>
      </p:sp>
    </p:spTree>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3170" name="Rectangle 2"/>
          <p:cNvSpPr>
            <a:spLocks noGrp="1" noRot="1" noChangeAspect="1" noChangeArrowheads="1" noTextEdit="1"/>
          </p:cNvSpPr>
          <p:nvPr>
            <p:ph type="sldImg"/>
          </p:nvPr>
        </p:nvSpPr>
        <p:spPr>
          <a:solidFill>
            <a:srgbClr val="FFFFFF"/>
          </a:solidFill>
          <a:ln/>
        </p:spPr>
      </p:sp>
      <p:sp>
        <p:nvSpPr>
          <p:cNvPr id="263171" name="Rectangle 3"/>
          <p:cNvSpPr>
            <a:spLocks noGrp="1" noChangeArrowheads="1"/>
          </p:cNvSpPr>
          <p:nvPr>
            <p:ph type="body" idx="1"/>
          </p:nvPr>
        </p:nvSpPr>
        <p:spPr>
          <a:xfrm>
            <a:off x="178598" y="4750715"/>
            <a:ext cx="6467112" cy="276981"/>
          </a:xfrm>
          <a:solidFill>
            <a:srgbClr val="FFFFFF"/>
          </a:solidFill>
          <a:ln w="9525"/>
          <a:extLst>
            <a:ext uri="{91240B29-F687-4F45-9708-019B960494DF}">
              <a14:hiddenLine xmlns:a14="http://schemas.microsoft.com/office/drawing/2010/main" w="6350">
                <a:solidFill>
                  <a:srgbClr val="000000"/>
                </a:solidFill>
                <a:miter lim="800000"/>
                <a:headEnd/>
                <a:tailEnd/>
              </a14:hiddenLine>
            </a:ext>
          </a:extLst>
        </p:spPr>
        <p:txBody>
          <a:bodyPr/>
          <a:lstStyle/>
          <a:p>
            <a:pPr eaLnBrk="1" hangingPunct="1"/>
            <a:endParaRPr lang="fr-FR" altLang="fr-FR"/>
          </a:p>
        </p:txBody>
      </p:sp>
    </p:spTree>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4194" name="Rectangle 2"/>
          <p:cNvSpPr>
            <a:spLocks noGrp="1" noRot="1" noChangeAspect="1" noChangeArrowheads="1" noTextEdit="1"/>
          </p:cNvSpPr>
          <p:nvPr>
            <p:ph type="sldImg"/>
          </p:nvPr>
        </p:nvSpPr>
        <p:spPr>
          <a:solidFill>
            <a:srgbClr val="FFFFFF"/>
          </a:solidFill>
          <a:ln/>
        </p:spPr>
      </p:sp>
      <p:sp>
        <p:nvSpPr>
          <p:cNvPr id="264195" name="Rectangle 3"/>
          <p:cNvSpPr>
            <a:spLocks noGrp="1" noChangeArrowheads="1"/>
          </p:cNvSpPr>
          <p:nvPr>
            <p:ph type="body" idx="1"/>
          </p:nvPr>
        </p:nvSpPr>
        <p:spPr>
          <a:xfrm>
            <a:off x="178598" y="4750715"/>
            <a:ext cx="6467112" cy="276981"/>
          </a:xfrm>
          <a:solidFill>
            <a:srgbClr val="FFFFFF"/>
          </a:solidFill>
          <a:ln w="9525"/>
          <a:extLst>
            <a:ext uri="{91240B29-F687-4F45-9708-019B960494DF}">
              <a14:hiddenLine xmlns:a14="http://schemas.microsoft.com/office/drawing/2010/main" w="6350">
                <a:solidFill>
                  <a:srgbClr val="000000"/>
                </a:solidFill>
                <a:miter lim="800000"/>
                <a:headEnd/>
                <a:tailEnd/>
              </a14:hiddenLine>
            </a:ext>
          </a:extLst>
        </p:spPr>
        <p:txBody>
          <a:bodyPr/>
          <a:lstStyle/>
          <a:p>
            <a:pPr eaLnBrk="1" hangingPunct="1"/>
            <a:endParaRPr lang="fr-FR" altLang="fr-FR"/>
          </a:p>
        </p:txBody>
      </p:sp>
    </p:spTree>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5218" name="Rectangle 2"/>
          <p:cNvSpPr>
            <a:spLocks noGrp="1" noRot="1" noChangeAspect="1" noChangeArrowheads="1" noTextEdit="1"/>
          </p:cNvSpPr>
          <p:nvPr>
            <p:ph type="sldImg"/>
          </p:nvPr>
        </p:nvSpPr>
        <p:spPr>
          <a:solidFill>
            <a:srgbClr val="FFFFFF"/>
          </a:solidFill>
          <a:ln/>
        </p:spPr>
      </p:sp>
      <p:sp>
        <p:nvSpPr>
          <p:cNvPr id="265219" name="Rectangle 3"/>
          <p:cNvSpPr>
            <a:spLocks noGrp="1" noChangeArrowheads="1"/>
          </p:cNvSpPr>
          <p:nvPr>
            <p:ph type="body" idx="1"/>
          </p:nvPr>
        </p:nvSpPr>
        <p:spPr>
          <a:xfrm>
            <a:off x="178598" y="4750715"/>
            <a:ext cx="6467112" cy="276981"/>
          </a:xfrm>
          <a:solidFill>
            <a:srgbClr val="FFFFFF"/>
          </a:solidFill>
          <a:ln w="9525"/>
          <a:extLst>
            <a:ext uri="{91240B29-F687-4F45-9708-019B960494DF}">
              <a14:hiddenLine xmlns:a14="http://schemas.microsoft.com/office/drawing/2010/main" w="6350">
                <a:solidFill>
                  <a:srgbClr val="000000"/>
                </a:solidFill>
                <a:miter lim="800000"/>
                <a:headEnd/>
                <a:tailEnd/>
              </a14:hiddenLine>
            </a:ext>
          </a:extLst>
        </p:spPr>
        <p:txBody>
          <a:bodyPr/>
          <a:lstStyle/>
          <a:p>
            <a:pPr eaLnBrk="1" hangingPunct="1"/>
            <a:endParaRPr lang="fr-FR" altLang="fr-FR"/>
          </a:p>
        </p:txBody>
      </p:sp>
    </p:spTree>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6242" name="Rectangle 2"/>
          <p:cNvSpPr>
            <a:spLocks noGrp="1" noRot="1" noChangeAspect="1" noChangeArrowheads="1" noTextEdit="1"/>
          </p:cNvSpPr>
          <p:nvPr>
            <p:ph type="sldImg"/>
          </p:nvPr>
        </p:nvSpPr>
        <p:spPr>
          <a:solidFill>
            <a:srgbClr val="FFFFFF"/>
          </a:solidFill>
          <a:ln/>
        </p:spPr>
      </p:sp>
      <p:sp>
        <p:nvSpPr>
          <p:cNvPr id="266243" name="Rectangle 3"/>
          <p:cNvSpPr>
            <a:spLocks noGrp="1" noChangeArrowheads="1"/>
          </p:cNvSpPr>
          <p:nvPr>
            <p:ph type="body" idx="1"/>
          </p:nvPr>
        </p:nvSpPr>
        <p:spPr>
          <a:xfrm>
            <a:off x="178598" y="4750715"/>
            <a:ext cx="6467112" cy="276981"/>
          </a:xfrm>
          <a:solidFill>
            <a:srgbClr val="FFFFFF"/>
          </a:solidFill>
          <a:ln w="9525"/>
          <a:extLst>
            <a:ext uri="{91240B29-F687-4F45-9708-019B960494DF}">
              <a14:hiddenLine xmlns:a14="http://schemas.microsoft.com/office/drawing/2010/main" w="6350">
                <a:solidFill>
                  <a:srgbClr val="000000"/>
                </a:solidFill>
                <a:miter lim="800000"/>
                <a:headEnd/>
                <a:tailEnd/>
              </a14:hiddenLine>
            </a:ext>
          </a:extLst>
        </p:spPr>
        <p:txBody>
          <a:bodyPr/>
          <a:lstStyle/>
          <a:p>
            <a:pPr eaLnBrk="1" hangingPunct="1"/>
            <a:endParaRPr lang="fr-FR" altLang="fr-FR"/>
          </a:p>
        </p:txBody>
      </p:sp>
    </p:spTree>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7266" name="Rectangle 2"/>
          <p:cNvSpPr>
            <a:spLocks noGrp="1" noRot="1" noChangeAspect="1" noChangeArrowheads="1" noTextEdit="1"/>
          </p:cNvSpPr>
          <p:nvPr>
            <p:ph type="sldImg"/>
          </p:nvPr>
        </p:nvSpPr>
        <p:spPr>
          <a:solidFill>
            <a:srgbClr val="FFFFFF"/>
          </a:solidFill>
          <a:ln/>
        </p:spPr>
      </p:sp>
      <p:sp>
        <p:nvSpPr>
          <p:cNvPr id="267267" name="Rectangle 3"/>
          <p:cNvSpPr>
            <a:spLocks noGrp="1" noChangeArrowheads="1"/>
          </p:cNvSpPr>
          <p:nvPr>
            <p:ph type="body" idx="1"/>
          </p:nvPr>
        </p:nvSpPr>
        <p:spPr>
          <a:xfrm>
            <a:off x="178598" y="4750715"/>
            <a:ext cx="6467112" cy="276981"/>
          </a:xfrm>
          <a:solidFill>
            <a:srgbClr val="FFFFFF"/>
          </a:solidFill>
          <a:ln w="9525"/>
          <a:extLst>
            <a:ext uri="{91240B29-F687-4F45-9708-019B960494DF}">
              <a14:hiddenLine xmlns:a14="http://schemas.microsoft.com/office/drawing/2010/main" w="6350">
                <a:solidFill>
                  <a:srgbClr val="000000"/>
                </a:solidFill>
                <a:miter lim="800000"/>
                <a:headEnd/>
                <a:tailEnd/>
              </a14:hiddenLine>
            </a:ext>
          </a:extLst>
        </p:spPr>
        <p:txBody>
          <a:bodyPr/>
          <a:lstStyle/>
          <a:p>
            <a:pPr eaLnBrk="1" hangingPunct="1"/>
            <a:endParaRPr lang="fr-FR" altLang="fr-FR"/>
          </a:p>
        </p:txBody>
      </p:sp>
    </p:spTree>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8290" name="Rectangle 2"/>
          <p:cNvSpPr>
            <a:spLocks noGrp="1" noRot="1" noChangeAspect="1" noChangeArrowheads="1" noTextEdit="1"/>
          </p:cNvSpPr>
          <p:nvPr>
            <p:ph type="sldImg"/>
          </p:nvPr>
        </p:nvSpPr>
        <p:spPr>
          <a:solidFill>
            <a:srgbClr val="FFFFFF"/>
          </a:solidFill>
          <a:ln/>
        </p:spPr>
      </p:sp>
      <p:sp>
        <p:nvSpPr>
          <p:cNvPr id="268291" name="Rectangle 3"/>
          <p:cNvSpPr>
            <a:spLocks noGrp="1" noChangeArrowheads="1"/>
          </p:cNvSpPr>
          <p:nvPr>
            <p:ph type="body" idx="1"/>
          </p:nvPr>
        </p:nvSpPr>
        <p:spPr>
          <a:xfrm>
            <a:off x="178598" y="4750715"/>
            <a:ext cx="6467112" cy="276981"/>
          </a:xfrm>
          <a:solidFill>
            <a:srgbClr val="FFFFFF"/>
          </a:solidFill>
          <a:ln w="9525"/>
          <a:extLst>
            <a:ext uri="{91240B29-F687-4F45-9708-019B960494DF}">
              <a14:hiddenLine xmlns:a14="http://schemas.microsoft.com/office/drawing/2010/main" w="6350">
                <a:solidFill>
                  <a:srgbClr val="000000"/>
                </a:solidFill>
                <a:miter lim="800000"/>
                <a:headEnd/>
                <a:tailEnd/>
              </a14:hiddenLine>
            </a:ext>
          </a:extLst>
        </p:spPr>
        <p:txBody>
          <a:bodyPr/>
          <a:lstStyle/>
          <a:p>
            <a:pPr eaLnBrk="1" hangingPunct="1"/>
            <a:endParaRPr lang="fr-FR" altLang="fr-FR"/>
          </a:p>
        </p:txBody>
      </p:sp>
    </p:spTree>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9314" name="Rectangle 2"/>
          <p:cNvSpPr>
            <a:spLocks noGrp="1" noRot="1" noChangeAspect="1" noChangeArrowheads="1" noTextEdit="1"/>
          </p:cNvSpPr>
          <p:nvPr>
            <p:ph type="sldImg"/>
          </p:nvPr>
        </p:nvSpPr>
        <p:spPr>
          <a:solidFill>
            <a:srgbClr val="FFFFFF"/>
          </a:solidFill>
          <a:ln/>
        </p:spPr>
      </p:sp>
      <p:sp>
        <p:nvSpPr>
          <p:cNvPr id="269315" name="Rectangle 3"/>
          <p:cNvSpPr>
            <a:spLocks noGrp="1" noChangeArrowheads="1"/>
          </p:cNvSpPr>
          <p:nvPr>
            <p:ph type="body" idx="1"/>
          </p:nvPr>
        </p:nvSpPr>
        <p:spPr>
          <a:xfrm>
            <a:off x="178598" y="4750715"/>
            <a:ext cx="6467112" cy="276981"/>
          </a:xfrm>
          <a:solidFill>
            <a:srgbClr val="FFFFFF"/>
          </a:solidFill>
          <a:ln w="9525"/>
          <a:extLst>
            <a:ext uri="{91240B29-F687-4F45-9708-019B960494DF}">
              <a14:hiddenLine xmlns:a14="http://schemas.microsoft.com/office/drawing/2010/main" w="6350">
                <a:solidFill>
                  <a:srgbClr val="000000"/>
                </a:solidFill>
                <a:miter lim="800000"/>
                <a:headEnd/>
                <a:tailEnd/>
              </a14:hiddenLine>
            </a:ext>
          </a:extLst>
        </p:spPr>
        <p:txBody>
          <a:bodyPr/>
          <a:lstStyle/>
          <a:p>
            <a:pPr eaLnBrk="1" hangingPunct="1"/>
            <a:endParaRPr lang="fr-FR" altLang="fr-FR"/>
          </a:p>
        </p:txBody>
      </p:sp>
    </p:spTree>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0338" name="Rectangle 2"/>
          <p:cNvSpPr>
            <a:spLocks noGrp="1" noRot="1" noChangeAspect="1" noChangeArrowheads="1" noTextEdit="1"/>
          </p:cNvSpPr>
          <p:nvPr>
            <p:ph type="sldImg"/>
          </p:nvPr>
        </p:nvSpPr>
        <p:spPr>
          <a:solidFill>
            <a:srgbClr val="FFFFFF"/>
          </a:solidFill>
          <a:ln/>
        </p:spPr>
      </p:sp>
      <p:sp>
        <p:nvSpPr>
          <p:cNvPr id="270339" name="Rectangle 3"/>
          <p:cNvSpPr>
            <a:spLocks noGrp="1" noChangeArrowheads="1"/>
          </p:cNvSpPr>
          <p:nvPr>
            <p:ph type="body" idx="1"/>
          </p:nvPr>
        </p:nvSpPr>
        <p:spPr>
          <a:xfrm>
            <a:off x="178598" y="4750715"/>
            <a:ext cx="6467112" cy="276981"/>
          </a:xfrm>
          <a:solidFill>
            <a:srgbClr val="FFFFFF"/>
          </a:solidFill>
          <a:ln w="9525"/>
          <a:extLst>
            <a:ext uri="{91240B29-F687-4F45-9708-019B960494DF}">
              <a14:hiddenLine xmlns:a14="http://schemas.microsoft.com/office/drawing/2010/main" w="6350">
                <a:solidFill>
                  <a:srgbClr val="000000"/>
                </a:solidFill>
                <a:miter lim="800000"/>
                <a:headEnd/>
                <a:tailEnd/>
              </a14:hiddenLine>
            </a:ext>
          </a:extLst>
        </p:spPr>
        <p:txBody>
          <a:bodyPr/>
          <a:lstStyle/>
          <a:p>
            <a:pPr eaLnBrk="1" hangingPunct="1"/>
            <a:endParaRPr lang="fr-FR" altLang="fr-FR"/>
          </a:p>
        </p:txBody>
      </p:sp>
    </p:spTree>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1362" name="Rectangle 2"/>
          <p:cNvSpPr>
            <a:spLocks noGrp="1" noRot="1" noChangeAspect="1" noChangeArrowheads="1" noTextEdit="1"/>
          </p:cNvSpPr>
          <p:nvPr>
            <p:ph type="sldImg"/>
          </p:nvPr>
        </p:nvSpPr>
        <p:spPr>
          <a:solidFill>
            <a:srgbClr val="FFFFFF"/>
          </a:solidFill>
          <a:ln/>
        </p:spPr>
      </p:sp>
      <p:sp>
        <p:nvSpPr>
          <p:cNvPr id="271363" name="Rectangle 3"/>
          <p:cNvSpPr>
            <a:spLocks noGrp="1" noChangeArrowheads="1"/>
          </p:cNvSpPr>
          <p:nvPr>
            <p:ph type="body" idx="1"/>
          </p:nvPr>
        </p:nvSpPr>
        <p:spPr>
          <a:xfrm>
            <a:off x="178598" y="4750715"/>
            <a:ext cx="6467112" cy="276981"/>
          </a:xfrm>
          <a:solidFill>
            <a:srgbClr val="FFFFFF"/>
          </a:solidFill>
          <a:ln w="9525"/>
          <a:extLst>
            <a:ext uri="{91240B29-F687-4F45-9708-019B960494DF}">
              <a14:hiddenLine xmlns:a14="http://schemas.microsoft.com/office/drawing/2010/main" w="6350">
                <a:solidFill>
                  <a:srgbClr val="000000"/>
                </a:solidFill>
                <a:miter lim="800000"/>
                <a:headEnd/>
                <a:tailEnd/>
              </a14:hiddenLine>
            </a:ext>
          </a:extLst>
        </p:spPr>
        <p:txBody>
          <a:bodyPr/>
          <a:lstStyle/>
          <a:p>
            <a:pPr eaLnBrk="1" hangingPunct="1"/>
            <a:endParaRPr lang="fr-FR" altLang="fr-FR"/>
          </a:p>
        </p:txBody>
      </p:sp>
    </p:spTree>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2386" name="Rectangle 2"/>
          <p:cNvSpPr>
            <a:spLocks noGrp="1" noRot="1" noChangeAspect="1" noChangeArrowheads="1" noTextEdit="1"/>
          </p:cNvSpPr>
          <p:nvPr>
            <p:ph type="sldImg"/>
          </p:nvPr>
        </p:nvSpPr>
        <p:spPr>
          <a:solidFill>
            <a:srgbClr val="FFFFFF"/>
          </a:solidFill>
          <a:ln/>
        </p:spPr>
      </p:sp>
      <p:sp>
        <p:nvSpPr>
          <p:cNvPr id="272387" name="Rectangle 3"/>
          <p:cNvSpPr>
            <a:spLocks noGrp="1" noChangeArrowheads="1"/>
          </p:cNvSpPr>
          <p:nvPr>
            <p:ph type="body" idx="1"/>
          </p:nvPr>
        </p:nvSpPr>
        <p:spPr>
          <a:xfrm>
            <a:off x="178598" y="4750715"/>
            <a:ext cx="6467112" cy="276981"/>
          </a:xfrm>
          <a:solidFill>
            <a:srgbClr val="FFFFFF"/>
          </a:solidFill>
          <a:ln w="9525"/>
          <a:extLst>
            <a:ext uri="{91240B29-F687-4F45-9708-019B960494DF}">
              <a14:hiddenLine xmlns:a14="http://schemas.microsoft.com/office/drawing/2010/main" w="6350">
                <a:solidFill>
                  <a:srgbClr val="000000"/>
                </a:solidFill>
                <a:miter lim="800000"/>
                <a:headEnd/>
                <a:tailEnd/>
              </a14:hiddenLine>
            </a:ext>
          </a:extLst>
        </p:spPr>
        <p:txBody>
          <a:bodyPr/>
          <a:lstStyle/>
          <a:p>
            <a:pPr eaLnBrk="1" hangingPunct="1"/>
            <a:endParaRPr lang="fr-FR" altLang="fr-FR"/>
          </a:p>
        </p:txBody>
      </p:sp>
    </p:spTree>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3410" name="Rectangle 2"/>
          <p:cNvSpPr>
            <a:spLocks noGrp="1" noRot="1" noChangeAspect="1" noChangeArrowheads="1" noTextEdit="1"/>
          </p:cNvSpPr>
          <p:nvPr>
            <p:ph type="sldImg"/>
          </p:nvPr>
        </p:nvSpPr>
        <p:spPr>
          <a:solidFill>
            <a:srgbClr val="FFFFFF"/>
          </a:solidFill>
          <a:ln/>
        </p:spPr>
      </p:sp>
      <p:sp>
        <p:nvSpPr>
          <p:cNvPr id="273411" name="Rectangle 3"/>
          <p:cNvSpPr>
            <a:spLocks noGrp="1" noChangeArrowheads="1"/>
          </p:cNvSpPr>
          <p:nvPr>
            <p:ph type="body" idx="1"/>
          </p:nvPr>
        </p:nvSpPr>
        <p:spPr>
          <a:xfrm>
            <a:off x="178598" y="4750715"/>
            <a:ext cx="6467112" cy="276981"/>
          </a:xfrm>
          <a:solidFill>
            <a:srgbClr val="FFFFFF"/>
          </a:solidFill>
          <a:ln w="9525"/>
          <a:extLst>
            <a:ext uri="{91240B29-F687-4F45-9708-019B960494DF}">
              <a14:hiddenLine xmlns:a14="http://schemas.microsoft.com/office/drawing/2010/main" w="6350">
                <a:solidFill>
                  <a:srgbClr val="000000"/>
                </a:solidFill>
                <a:miter lim="800000"/>
                <a:headEnd/>
                <a:tailEnd/>
              </a14:hiddenLine>
            </a:ext>
          </a:extLst>
        </p:spPr>
        <p:txBody>
          <a:bodyPr/>
          <a:lstStyle/>
          <a:p>
            <a:pPr eaLnBrk="1" hangingPunct="1"/>
            <a:endParaRPr lang="fr-FR" altLang="fr-FR"/>
          </a:p>
        </p:txBody>
      </p:sp>
    </p:spTree>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4434" name="Rectangle 2"/>
          <p:cNvSpPr>
            <a:spLocks noGrp="1" noRot="1" noChangeAspect="1" noChangeArrowheads="1" noTextEdit="1"/>
          </p:cNvSpPr>
          <p:nvPr>
            <p:ph type="sldImg"/>
          </p:nvPr>
        </p:nvSpPr>
        <p:spPr>
          <a:solidFill>
            <a:srgbClr val="FFFFFF"/>
          </a:solidFill>
          <a:ln/>
        </p:spPr>
      </p:sp>
      <p:sp>
        <p:nvSpPr>
          <p:cNvPr id="274435" name="Rectangle 3"/>
          <p:cNvSpPr>
            <a:spLocks noGrp="1" noChangeArrowheads="1"/>
          </p:cNvSpPr>
          <p:nvPr>
            <p:ph type="body" idx="1"/>
          </p:nvPr>
        </p:nvSpPr>
        <p:spPr>
          <a:xfrm>
            <a:off x="178598" y="4750715"/>
            <a:ext cx="6467112" cy="276981"/>
          </a:xfrm>
          <a:solidFill>
            <a:srgbClr val="FFFFFF"/>
          </a:solidFill>
          <a:ln w="9525"/>
          <a:extLst>
            <a:ext uri="{91240B29-F687-4F45-9708-019B960494DF}">
              <a14:hiddenLine xmlns:a14="http://schemas.microsoft.com/office/drawing/2010/main" w="6350">
                <a:solidFill>
                  <a:srgbClr val="000000"/>
                </a:solidFill>
                <a:miter lim="800000"/>
                <a:headEnd/>
                <a:tailEnd/>
              </a14:hiddenLine>
            </a:ext>
          </a:extLst>
        </p:spPr>
        <p:txBody>
          <a:bodyPr/>
          <a:lstStyle/>
          <a:p>
            <a:pPr eaLnBrk="1" hangingPunct="1"/>
            <a:endParaRPr lang="fr-FR" altLang="fr-FR"/>
          </a:p>
        </p:txBody>
      </p:sp>
    </p:spTree>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5458" name="Rectangle 2"/>
          <p:cNvSpPr>
            <a:spLocks noGrp="1" noRot="1" noChangeAspect="1" noChangeArrowheads="1" noTextEdit="1"/>
          </p:cNvSpPr>
          <p:nvPr>
            <p:ph type="sldImg"/>
          </p:nvPr>
        </p:nvSpPr>
        <p:spPr>
          <a:solidFill>
            <a:srgbClr val="FFFFFF"/>
          </a:solidFill>
          <a:ln/>
        </p:spPr>
      </p:sp>
      <p:sp>
        <p:nvSpPr>
          <p:cNvPr id="275459" name="Rectangle 3"/>
          <p:cNvSpPr>
            <a:spLocks noGrp="1" noChangeArrowheads="1"/>
          </p:cNvSpPr>
          <p:nvPr>
            <p:ph type="body" idx="1"/>
          </p:nvPr>
        </p:nvSpPr>
        <p:spPr>
          <a:xfrm>
            <a:off x="178598" y="4750715"/>
            <a:ext cx="6467112" cy="276981"/>
          </a:xfrm>
          <a:solidFill>
            <a:srgbClr val="FFFFFF"/>
          </a:solidFill>
          <a:ln w="9525"/>
          <a:extLst>
            <a:ext uri="{91240B29-F687-4F45-9708-019B960494DF}">
              <a14:hiddenLine xmlns:a14="http://schemas.microsoft.com/office/drawing/2010/main" w="6350">
                <a:solidFill>
                  <a:srgbClr val="000000"/>
                </a:solidFill>
                <a:miter lim="800000"/>
                <a:headEnd/>
                <a:tailEnd/>
              </a14:hiddenLine>
            </a:ext>
          </a:extLst>
        </p:spPr>
        <p:txBody>
          <a:bodyPr/>
          <a:lstStyle/>
          <a:p>
            <a:pPr eaLnBrk="1" hangingPunct="1"/>
            <a:endParaRPr lang="fr-FR" altLang="fr-FR"/>
          </a:p>
        </p:txBody>
      </p:sp>
    </p:spTree>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6482" name="Rectangle 2"/>
          <p:cNvSpPr>
            <a:spLocks noGrp="1" noRot="1" noChangeAspect="1" noChangeArrowheads="1" noTextEdit="1"/>
          </p:cNvSpPr>
          <p:nvPr>
            <p:ph type="sldImg"/>
          </p:nvPr>
        </p:nvSpPr>
        <p:spPr>
          <a:ln/>
        </p:spPr>
      </p:sp>
      <p:sp>
        <p:nvSpPr>
          <p:cNvPr id="276483" name="Rectangle 3"/>
          <p:cNvSpPr>
            <a:spLocks noGrp="1" noChangeArrowheads="1"/>
          </p:cNvSpPr>
          <p:nvPr>
            <p:ph type="body" idx="1"/>
          </p:nvPr>
        </p:nvSpPr>
        <p:spPr>
          <a:xfrm>
            <a:off x="496628" y="4904405"/>
            <a:ext cx="5805988" cy="1384976"/>
          </a:xfrm>
          <a:noFill/>
          <a:ln w="9525"/>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a:lstStyle/>
          <a:p>
            <a:pPr eaLnBrk="1" hangingPunct="1"/>
            <a:r>
              <a:rPr lang="fr-FR" altLang="fr-FR" b="0"/>
              <a:t>L'analyse de la valeur permet de mieux adapter un produit à sa fonction. Mais ici, elle amène à envisager une modification qui crée deux références de plus : une en engrenage, une en carter. Le R2 ne pourra plus être fabriqué à partir de composants appartenant aussi aux autres produits finis, On risque à la fois d'accroître le stock de ces composants spéciaux, et d'être plus souvent en rupture. On notera cependant que les inconvénients évoqués ci-dessus sont fortement atténués dans un fonctionnement à flux tendu et à cycle court</a:t>
            </a:r>
          </a:p>
        </p:txBody>
      </p:sp>
    </p:spTree>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7506" name="Rectangle 2"/>
          <p:cNvSpPr>
            <a:spLocks noGrp="1" noRot="1" noChangeAspect="1" noChangeArrowheads="1" noTextEdit="1"/>
          </p:cNvSpPr>
          <p:nvPr>
            <p:ph type="sldImg"/>
          </p:nvPr>
        </p:nvSpPr>
        <p:spPr>
          <a:solidFill>
            <a:srgbClr val="FFFFFF"/>
          </a:solidFill>
          <a:ln/>
        </p:spPr>
      </p:sp>
      <p:sp>
        <p:nvSpPr>
          <p:cNvPr id="277507" name="Rectangle 3"/>
          <p:cNvSpPr>
            <a:spLocks noGrp="1" noChangeArrowheads="1"/>
          </p:cNvSpPr>
          <p:nvPr>
            <p:ph type="body" idx="1"/>
          </p:nvPr>
        </p:nvSpPr>
        <p:spPr>
          <a:xfrm>
            <a:off x="178598" y="4750715"/>
            <a:ext cx="6467112" cy="276981"/>
          </a:xfrm>
          <a:solidFill>
            <a:srgbClr val="FFFFFF"/>
          </a:solidFill>
          <a:ln w="9525"/>
          <a:extLst>
            <a:ext uri="{91240B29-F687-4F45-9708-019B960494DF}">
              <a14:hiddenLine xmlns:a14="http://schemas.microsoft.com/office/drawing/2010/main" w="6350">
                <a:solidFill>
                  <a:srgbClr val="000000"/>
                </a:solidFill>
                <a:miter lim="800000"/>
                <a:headEnd/>
                <a:tailEnd/>
              </a14:hiddenLine>
            </a:ext>
          </a:extLst>
        </p:spPr>
        <p:txBody>
          <a:bodyPr/>
          <a:lstStyle/>
          <a:p>
            <a:pPr eaLnBrk="1" hangingPunct="1"/>
            <a:endParaRPr lang="fr-FR" altLang="fr-FR"/>
          </a:p>
        </p:txBody>
      </p:sp>
    </p:spTree>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8530" name="Rectangle 2"/>
          <p:cNvSpPr>
            <a:spLocks noGrp="1" noRot="1" noChangeAspect="1" noChangeArrowheads="1" noTextEdit="1"/>
          </p:cNvSpPr>
          <p:nvPr>
            <p:ph type="sldImg"/>
          </p:nvPr>
        </p:nvSpPr>
        <p:spPr>
          <a:solidFill>
            <a:srgbClr val="FFFFFF"/>
          </a:solidFill>
          <a:ln/>
        </p:spPr>
      </p:sp>
      <p:sp>
        <p:nvSpPr>
          <p:cNvPr id="278531" name="Rectangle 3"/>
          <p:cNvSpPr>
            <a:spLocks noGrp="1" noChangeArrowheads="1"/>
          </p:cNvSpPr>
          <p:nvPr>
            <p:ph type="body" idx="1"/>
          </p:nvPr>
        </p:nvSpPr>
        <p:spPr>
          <a:xfrm>
            <a:off x="178598" y="4750715"/>
            <a:ext cx="6467112" cy="276981"/>
          </a:xfrm>
          <a:solidFill>
            <a:srgbClr val="FFFFFF"/>
          </a:solidFill>
          <a:ln w="9525"/>
          <a:extLst>
            <a:ext uri="{91240B29-F687-4F45-9708-019B960494DF}">
              <a14:hiddenLine xmlns:a14="http://schemas.microsoft.com/office/drawing/2010/main" w="6350">
                <a:solidFill>
                  <a:srgbClr val="000000"/>
                </a:solidFill>
                <a:miter lim="800000"/>
                <a:headEnd/>
                <a:tailEnd/>
              </a14:hiddenLine>
            </a:ext>
          </a:extLst>
        </p:spPr>
        <p:txBody>
          <a:bodyPr/>
          <a:lstStyle/>
          <a:p>
            <a:pPr eaLnBrk="1" hangingPunct="1"/>
            <a:endParaRPr lang="fr-FR" altLang="fr-FR"/>
          </a:p>
        </p:txBody>
      </p:sp>
    </p:spTree>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9554" name="Rectangle 2"/>
          <p:cNvSpPr>
            <a:spLocks noGrp="1" noRot="1" noChangeAspect="1" noChangeArrowheads="1" noTextEdit="1"/>
          </p:cNvSpPr>
          <p:nvPr>
            <p:ph type="sldImg"/>
          </p:nvPr>
        </p:nvSpPr>
        <p:spPr>
          <a:ln/>
        </p:spPr>
      </p:sp>
      <p:sp>
        <p:nvSpPr>
          <p:cNvPr id="279555" name="Rectangle 3"/>
          <p:cNvSpPr>
            <a:spLocks noGrp="1" noChangeArrowheads="1"/>
          </p:cNvSpPr>
          <p:nvPr>
            <p:ph type="body" idx="1"/>
          </p:nvPr>
        </p:nvSpPr>
        <p:spPr>
          <a:xfrm>
            <a:off x="496628" y="4904404"/>
            <a:ext cx="5805988" cy="1754308"/>
          </a:xfrm>
          <a:noFill/>
          <a:ln w="9525"/>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a:lstStyle/>
          <a:p>
            <a:pPr eaLnBrk="1" hangingPunct="1"/>
            <a:r>
              <a:rPr lang="fr-FR" altLang="fr-FR" b="0"/>
              <a:t>Ce graphique a deux fonctions : la première est d’indiquer aux participants le montant des ventes de la semaine, chiffre qu’ils utiliseront comme diviseur pour calculer le taux de service (ils auraient pu le calculer eux-mêmes en totalisant les commandes reçues, mais comme ils n’enregistrent pas ce chiffre sur la feuille de suivi il est souvent plus rapide de leur donner directement). La deuxième fonction est de montrer que les ventes ont été globalement égales aux prévisions, et que les différences ne portent que sur les ventes par référence. Ce constat souligne bien la difficulté qu’il y a à gérer un grand nombre de références (même si le chiffre de 6 est faible, on peut imaginer la difficulté quand il y a des milliers de références).</a:t>
            </a:r>
          </a:p>
        </p:txBody>
      </p:sp>
    </p:spTree>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0578" name="Rectangle 2"/>
          <p:cNvSpPr>
            <a:spLocks noGrp="1" noRot="1" noChangeAspect="1" noChangeArrowheads="1" noTextEdit="1"/>
          </p:cNvSpPr>
          <p:nvPr>
            <p:ph type="sldImg"/>
          </p:nvPr>
        </p:nvSpPr>
        <p:spPr>
          <a:ln/>
        </p:spPr>
      </p:sp>
      <p:sp>
        <p:nvSpPr>
          <p:cNvPr id="280579" name="Rectangle 3"/>
          <p:cNvSpPr>
            <a:spLocks noGrp="1" noChangeArrowheads="1"/>
          </p:cNvSpPr>
          <p:nvPr>
            <p:ph type="body" idx="1"/>
          </p:nvPr>
        </p:nvSpPr>
        <p:spPr>
          <a:xfrm>
            <a:off x="553027" y="4719978"/>
            <a:ext cx="5805988" cy="4621247"/>
          </a:xfrm>
          <a:noFill/>
          <a:ln w="9525"/>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a:lstStyle/>
          <a:p>
            <a:pPr eaLnBrk="1" hangingPunct="1"/>
            <a:r>
              <a:rPr lang="fr-FR" altLang="fr-FR" sz="900" b="0" u="sng" dirty="0"/>
              <a:t>Calcul de l’efficience</a:t>
            </a:r>
          </a:p>
          <a:p>
            <a:pPr eaLnBrk="1" hangingPunct="1"/>
            <a:r>
              <a:rPr lang="fr-FR" altLang="fr-FR" sz="900" b="0" dirty="0"/>
              <a:t>Le calcul de l’efficience tient compte de tous les arrêts, à l’exclusion des arrêts notés dans la colonne Planning. En semaine 1 (travail sur programme) de tels arrêts interviennent uniquement en fin de semaine. Quand on travaillera en Kanban (semaines 2 et suivantes), de tels arrêts pourront survenir à tout moment, s’il n’y a plus de Kanban au poste. Donc la règle générale est : les arrêts par manque de travail ne sont pas pris en compte dans les pertes d’efficience. </a:t>
            </a:r>
          </a:p>
          <a:p>
            <a:pPr eaLnBrk="1" hangingPunct="1"/>
            <a:r>
              <a:rPr lang="fr-FR" altLang="fr-FR" sz="900" b="0" dirty="0"/>
              <a:t>Les reprises et les rebuts ont été pris en compte de la façon suivante : on considère qu’un conteneur à reprendre ou à rebuter occasionnera une heure de travail à refaire sur le poste. C’est la raison pour laquelle on ajoute le nombre de conteneurs à refaire au nombre d’heures d’arrêt pour obtenir l’efficience du poste en terme de « pièces bonnes  ».</a:t>
            </a:r>
          </a:p>
          <a:p>
            <a:pPr eaLnBrk="1" hangingPunct="1"/>
            <a:r>
              <a:rPr lang="fr-FR" altLang="fr-FR" sz="900" b="0" dirty="0"/>
              <a:t>On considère qu’un produit fini rebuté ne pénalise que le poste de montage (c’est donc lui seul qui inscrit la croix dans sa feuille de suivi). Normalement, les autres postes devraient également subir une perte d’efficience (ils devront refaire le produit fabriqué). Mais cette règle simple permet de ne pas compliquer l’enregistrement des pertes.</a:t>
            </a:r>
          </a:p>
          <a:p>
            <a:pPr eaLnBrk="1" hangingPunct="1"/>
            <a:r>
              <a:rPr lang="fr-FR" altLang="fr-FR" sz="900" b="0" u="sng" dirty="0"/>
              <a:t>Calcul du taux de service</a:t>
            </a:r>
          </a:p>
          <a:p>
            <a:pPr eaLnBrk="1" hangingPunct="1"/>
            <a:r>
              <a:rPr lang="fr-FR" altLang="fr-FR" sz="900" b="0" dirty="0"/>
              <a:t>Cette façon de calculer un taux de service n’est certainement pas habituelle dans les entreprises ! Ici elle est justifiée par la volonté de simplifier les calculs. L’animateur pourra expliquer aux joueurs qu’il s’agit d’une simplification et que les entreprise procèdent autrement pour calculer un taux de service.</a:t>
            </a:r>
          </a:p>
          <a:p>
            <a:pPr eaLnBrk="1" hangingPunct="1"/>
            <a:r>
              <a:rPr lang="fr-FR" altLang="fr-FR" sz="900" b="0" dirty="0"/>
              <a:t>Pour éviter d’alourdir les calculs, on ne demande pas aux équipes de mesurer les quantités vendues. Elle sont pré- inscrites une fois pour toutes sur la feuille de suivi.</a:t>
            </a:r>
          </a:p>
          <a:p>
            <a:pPr eaLnBrk="1" hangingPunct="1"/>
            <a:r>
              <a:rPr lang="fr-FR" altLang="fr-FR" sz="900" b="0" dirty="0"/>
              <a:t>On notera que le chiffre 34 inclut les ventes de pièces détachées, ce qui est normal puisqu’elles peuvent également être en rupture.</a:t>
            </a:r>
          </a:p>
          <a:p>
            <a:pPr eaLnBrk="1" hangingPunct="1"/>
            <a:r>
              <a:rPr lang="fr-FR" altLang="fr-FR" sz="900" b="0" u="sng" dirty="0"/>
              <a:t>Rôles</a:t>
            </a:r>
            <a:endParaRPr lang="fr-FR" altLang="fr-FR" sz="900" b="0" dirty="0"/>
          </a:p>
          <a:p>
            <a:pPr eaLnBrk="1" hangingPunct="1"/>
            <a:r>
              <a:rPr lang="fr-FR" altLang="fr-FR" sz="900" b="0" dirty="0"/>
              <a:t>La même feuille sert à suivre la production de chaque poste et les livraisons. En réalité, seul un poste suivra les livraisons. Si c’est par exemple les Engrenages qui suivent les livraisons, la personne chargée de ce poste remplira à la fois la partie gauche et la partie droite. Les autres postes ne rempliront que la partie gauche. D’une façon générale, il est souhaitable de donner le rôle de suivi des livraisons au poste qui est occupé par 2 participants, s’il y en a au moins un poste dans ce cas. D’une façon générale, on donnera le rôle de suivre les livraisons au montage, si le poste est doublé (c’est lui qu’on double en priorité). Si aucun poste n’est doublé, il vaut mieux confier ce rôle aux couronnes (A ou B) car elles ont moins de travail que le montage.</a:t>
            </a:r>
          </a:p>
        </p:txBody>
      </p:sp>
    </p:spTree>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1602" name="Rectangle 2"/>
          <p:cNvSpPr>
            <a:spLocks noGrp="1" noRot="1" noChangeAspect="1" noChangeArrowheads="1" noTextEdit="1"/>
          </p:cNvSpPr>
          <p:nvPr>
            <p:ph type="sldImg"/>
          </p:nvPr>
        </p:nvSpPr>
        <p:spPr>
          <a:ln/>
        </p:spPr>
      </p:sp>
      <p:sp>
        <p:nvSpPr>
          <p:cNvPr id="281603" name="Rectangle 3"/>
          <p:cNvSpPr>
            <a:spLocks noGrp="1" noChangeArrowheads="1"/>
          </p:cNvSpPr>
          <p:nvPr>
            <p:ph type="body" idx="1"/>
          </p:nvPr>
        </p:nvSpPr>
        <p:spPr>
          <a:xfrm>
            <a:off x="496628" y="4904404"/>
            <a:ext cx="5805988" cy="2585305"/>
          </a:xfrm>
          <a:noFill/>
          <a:ln w="9525"/>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a:lstStyle/>
          <a:p>
            <a:pPr eaLnBrk="1" hangingPunct="1"/>
            <a:r>
              <a:rPr lang="fr-FR" altLang="fr-FR" b="0"/>
              <a:t>Distribuer la feuille de résultats aux participants. On peut en donner une à chaque participant, ou une à un membre de l’équipe désigné qui fait le calcul.</a:t>
            </a:r>
          </a:p>
          <a:p>
            <a:pPr eaLnBrk="1" hangingPunct="1"/>
            <a:r>
              <a:rPr lang="fr-FR" altLang="fr-FR" b="0"/>
              <a:t>Ne pas expliquer pour le moment la partie basse (actions de progrès) qui sera présentée un peu plus loin.</a:t>
            </a:r>
          </a:p>
          <a:p>
            <a:pPr eaLnBrk="1" hangingPunct="1"/>
            <a:endParaRPr lang="fr-FR" altLang="fr-FR" b="0"/>
          </a:p>
          <a:p>
            <a:pPr eaLnBrk="1" hangingPunct="1"/>
            <a:r>
              <a:rPr lang="fr-FR" altLang="fr-FR" b="0"/>
              <a:t>Ce document sert à récapituler les indicateurs de chaque équipe pour l’ensemble de la simulation. Il sera utilisé par l’animateur pour mettre à jour le Tableau de bord Excel.</a:t>
            </a:r>
          </a:p>
          <a:p>
            <a:pPr eaLnBrk="1" hangingPunct="1"/>
            <a:endParaRPr lang="fr-FR" altLang="fr-FR" b="0"/>
          </a:p>
          <a:p>
            <a:pPr eaLnBrk="1" hangingPunct="1"/>
            <a:r>
              <a:rPr lang="fr-FR" altLang="fr-FR" b="0"/>
              <a:t>Remarque : le stock sera calculé en milieu de semaine à partir de la semaine 2, l’inventaire étant réalisé après que les joueurs aient éventuellement diminué leurs stocks (voir plus loin la diapo Ajustement des stocks en heure 17 semaine 2)</a:t>
            </a:r>
          </a:p>
        </p:txBody>
      </p:sp>
    </p:spTree>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2626" name="Rectangle 2"/>
          <p:cNvSpPr>
            <a:spLocks noGrp="1" noRot="1" noChangeAspect="1" noChangeArrowheads="1" noTextEdit="1"/>
          </p:cNvSpPr>
          <p:nvPr>
            <p:ph type="sldImg"/>
          </p:nvPr>
        </p:nvSpPr>
        <p:spPr>
          <a:ln/>
        </p:spPr>
      </p:sp>
      <p:sp>
        <p:nvSpPr>
          <p:cNvPr id="282627" name="Rectangle 3"/>
          <p:cNvSpPr>
            <a:spLocks noGrp="1" noChangeArrowheads="1"/>
          </p:cNvSpPr>
          <p:nvPr>
            <p:ph type="body" idx="1"/>
          </p:nvPr>
        </p:nvSpPr>
        <p:spPr>
          <a:xfrm>
            <a:off x="496628" y="4904405"/>
            <a:ext cx="5805988" cy="3268569"/>
          </a:xfrm>
          <a:noFill/>
          <a:ln w="9525"/>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a:lstStyle/>
          <a:p>
            <a:pPr eaLnBrk="1" hangingPunct="1"/>
            <a:r>
              <a:rPr lang="fr-FR" altLang="fr-FR" b="0"/>
              <a:t>L’animateur demande à chaque équipe de lui indiquer ses valeurs de Taux de service, Efficience et Stocks. Il les rentre dans le fichier Tableau de bord (Excel, onglet : Données). Une fois les données rentrées, il projette le tableau de bord. Il demande aux équipes de réagir à ces résultats.</a:t>
            </a:r>
          </a:p>
          <a:p>
            <a:pPr eaLnBrk="1" hangingPunct="1"/>
            <a:r>
              <a:rPr lang="fr-FR" altLang="fr-FR" b="0"/>
              <a:t>Il peut faire remarquer que le taux de service est assez dégradé, alors que les ventes ont été globalement égales aux prévisions. En outre, le stock n’a pas vraiment baissé, il a même probablement augmenté par rapport à la valeur d’origine. Mais il est mal réparti : certaines références ont probablement trop de stocks, d’autres pas assez. Cela souligne les difficultés de coordination de la production et conduit à rechercher davantage de flexibilité, pour pouvoir passer plus rapidement d’une référence à une autre.</a:t>
            </a:r>
          </a:p>
          <a:p>
            <a:pPr eaLnBrk="1" hangingPunct="1"/>
            <a:r>
              <a:rPr lang="fr-FR" altLang="fr-FR" b="0"/>
              <a:t>C’est ce qui sera maintenant proposé aux équipes (possibilité de faire des progrès, voir plus loin).</a:t>
            </a:r>
          </a:p>
          <a:p>
            <a:pPr eaLnBrk="1" hangingPunct="1"/>
            <a:endParaRPr lang="fr-FR" altLang="fr-FR" b="0"/>
          </a:p>
          <a:p>
            <a:pPr eaLnBrk="1" hangingPunct="1"/>
            <a:r>
              <a:rPr lang="fr-FR" altLang="fr-FR" b="0" u="sng"/>
              <a:t>Autre solution</a:t>
            </a:r>
            <a:r>
              <a:rPr lang="fr-FR" altLang="fr-FR" b="0"/>
              <a:t> : si une affiche a été prévue, chaque équipe vient la mettre à jour elle-même.</a:t>
            </a:r>
          </a:p>
        </p:txBody>
      </p:sp>
    </p:spTree>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commentaires 2"/>
          <p:cNvSpPr>
            <a:spLocks noGrp="1"/>
          </p:cNvSpPr>
          <p:nvPr>
            <p:ph type="body" idx="1"/>
          </p:nvPr>
        </p:nvSpPr>
        <p:spPr>
          <a:xfrm>
            <a:off x="496628" y="4904404"/>
            <a:ext cx="5805988" cy="276981"/>
          </a:xfrm>
        </p:spPr>
        <p:txBody>
          <a:bodyPr/>
          <a:lstStyle/>
          <a:p>
            <a:endParaRPr lang="fr-FR"/>
          </a:p>
        </p:txBody>
      </p:sp>
    </p:spTree>
    <p:extLst>
      <p:ext uri="{BB962C8B-B14F-4D97-AF65-F5344CB8AC3E}">
        <p14:creationId xmlns:p14="http://schemas.microsoft.com/office/powerpoint/2010/main" val="3274949861"/>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3650" name="Rectangle 2"/>
          <p:cNvSpPr>
            <a:spLocks noGrp="1" noRot="1" noChangeAspect="1" noChangeArrowheads="1" noTextEdit="1"/>
          </p:cNvSpPr>
          <p:nvPr>
            <p:ph type="sldImg"/>
          </p:nvPr>
        </p:nvSpPr>
        <p:spPr>
          <a:ln/>
        </p:spPr>
      </p:sp>
      <p:sp>
        <p:nvSpPr>
          <p:cNvPr id="283651" name="Rectangle 3"/>
          <p:cNvSpPr>
            <a:spLocks noGrp="1" noChangeArrowheads="1"/>
          </p:cNvSpPr>
          <p:nvPr>
            <p:ph type="body" idx="1"/>
          </p:nvPr>
        </p:nvSpPr>
        <p:spPr>
          <a:xfrm>
            <a:off x="496628" y="4904405"/>
            <a:ext cx="5805988" cy="1754308"/>
          </a:xfrm>
          <a:noFill/>
          <a:ln w="9525"/>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a:lstStyle/>
          <a:p>
            <a:pPr eaLnBrk="1" hangingPunct="1"/>
            <a:r>
              <a:rPr lang="fr-FR" altLang="fr-FR" b="0"/>
              <a:t>L’animateur explique que le Poste Carters pourra dorénavant travailler à condition de disposer de tickets Kanban, qui serviront ainsi d’ordres de fabrication. Comme pendant la semaine 1, il place la matière première dans le conteneur, mais désormais il doit glisser le ticket dans la boîte (rainure prévue à cet effet). Il place ensuite la boîte équipée de son ticket dans le stock de pièces usinées. Le même principe s’applique aux autre postes. Pour le montage, il faut associer un engrenage, un carter et une couronne à un ticket kanban de montage. Attention : pour les couronnes, le ticket correspond à 2 pièces, c’est-à-dire à la quantité standard d’un conteneur.</a:t>
            </a:r>
          </a:p>
        </p:txBody>
      </p:sp>
    </p:spTree>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4674" name="Rectangle 2"/>
          <p:cNvSpPr>
            <a:spLocks noGrp="1" noRot="1" noChangeAspect="1" noChangeArrowheads="1" noTextEdit="1"/>
          </p:cNvSpPr>
          <p:nvPr>
            <p:ph type="sldImg"/>
          </p:nvPr>
        </p:nvSpPr>
        <p:spPr>
          <a:ln/>
        </p:spPr>
      </p:sp>
      <p:sp>
        <p:nvSpPr>
          <p:cNvPr id="284675" name="Rectangle 3"/>
          <p:cNvSpPr>
            <a:spLocks noGrp="1" noChangeArrowheads="1"/>
          </p:cNvSpPr>
          <p:nvPr>
            <p:ph type="body" idx="1"/>
          </p:nvPr>
        </p:nvSpPr>
        <p:spPr>
          <a:xfrm>
            <a:off x="496628" y="4904405"/>
            <a:ext cx="5805988" cy="646313"/>
          </a:xfrm>
          <a:noFill/>
          <a:ln w="9525"/>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a:lstStyle/>
          <a:p>
            <a:pPr eaLnBrk="1" hangingPunct="1"/>
            <a:r>
              <a:rPr lang="fr-FR" altLang="fr-FR" b="0"/>
              <a:t>Le montage travaille de la même façon. Il a besoin d’un ticket de la référence pour produire. Mais en outre il renvoie les tickets des conteneurs de pièces qu’il utilise. Ces tickets retournent aux postes d’usinage où ils servent d’ordre de fabrication.</a:t>
            </a:r>
          </a:p>
        </p:txBody>
      </p:sp>
    </p:spTree>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5698" name="Rectangle 2"/>
          <p:cNvSpPr>
            <a:spLocks noGrp="1" noRot="1" noChangeAspect="1" noChangeArrowheads="1" noTextEdit="1"/>
          </p:cNvSpPr>
          <p:nvPr>
            <p:ph type="sldImg"/>
          </p:nvPr>
        </p:nvSpPr>
        <p:spPr>
          <a:ln/>
        </p:spPr>
      </p:sp>
      <p:sp>
        <p:nvSpPr>
          <p:cNvPr id="285699" name="Rectangle 3"/>
          <p:cNvSpPr>
            <a:spLocks noGrp="1" noChangeArrowheads="1"/>
          </p:cNvSpPr>
          <p:nvPr>
            <p:ph type="body" idx="1"/>
          </p:nvPr>
        </p:nvSpPr>
        <p:spPr>
          <a:xfrm>
            <a:off x="496628" y="4904404"/>
            <a:ext cx="5805988" cy="461647"/>
          </a:xfrm>
          <a:noFill/>
          <a:ln w="9525"/>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a:lstStyle/>
          <a:p>
            <a:pPr eaLnBrk="1" hangingPunct="1"/>
            <a:r>
              <a:rPr lang="fr-FR" altLang="fr-FR" b="0"/>
              <a:t>Le montage reçoit ses tickets du stocks de produits finis. Quand une expédition a lieu, le conteneur « libère » le ticket qui retourne au montage.</a:t>
            </a:r>
          </a:p>
        </p:txBody>
      </p:sp>
    </p:spTree>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6722" name="Rectangle 2"/>
          <p:cNvSpPr>
            <a:spLocks noGrp="1" noRot="1" noChangeAspect="1" noChangeArrowheads="1" noTextEdit="1"/>
          </p:cNvSpPr>
          <p:nvPr>
            <p:ph type="sldImg"/>
          </p:nvPr>
        </p:nvSpPr>
        <p:spPr>
          <a:ln/>
        </p:spPr>
      </p:sp>
      <p:sp>
        <p:nvSpPr>
          <p:cNvPr id="286723" name="Rectangle 3"/>
          <p:cNvSpPr>
            <a:spLocks noGrp="1" noChangeArrowheads="1"/>
          </p:cNvSpPr>
          <p:nvPr>
            <p:ph type="body" idx="1"/>
          </p:nvPr>
        </p:nvSpPr>
        <p:spPr>
          <a:xfrm>
            <a:off x="496628" y="4904404"/>
            <a:ext cx="5805988" cy="461647"/>
          </a:xfrm>
          <a:noFill/>
          <a:ln w="9525"/>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a:lstStyle/>
          <a:p>
            <a:pPr eaLnBrk="1" hangingPunct="1"/>
            <a:r>
              <a:rPr lang="fr-FR" altLang="fr-FR" b="0"/>
              <a:t>La question du nombre de tickets kanban est abordée ici de façon simplifiée. L’animateur pourra y revenir en fin de partie. </a:t>
            </a:r>
          </a:p>
        </p:txBody>
      </p:sp>
    </p:spTree>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7746" name="Rectangle 2"/>
          <p:cNvSpPr>
            <a:spLocks noGrp="1" noRot="1" noChangeAspect="1" noChangeArrowheads="1" noTextEdit="1"/>
          </p:cNvSpPr>
          <p:nvPr>
            <p:ph type="sldImg"/>
          </p:nvPr>
        </p:nvSpPr>
        <p:spPr>
          <a:ln/>
        </p:spPr>
      </p:sp>
      <p:sp>
        <p:nvSpPr>
          <p:cNvPr id="287747" name="Rectangle 3"/>
          <p:cNvSpPr>
            <a:spLocks noGrp="1" noChangeArrowheads="1"/>
          </p:cNvSpPr>
          <p:nvPr>
            <p:ph type="body" idx="1"/>
          </p:nvPr>
        </p:nvSpPr>
        <p:spPr>
          <a:xfrm>
            <a:off x="496628" y="4904404"/>
            <a:ext cx="5805988" cy="461647"/>
          </a:xfrm>
          <a:noFill/>
          <a:ln w="9525"/>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a:lstStyle/>
          <a:p>
            <a:pPr eaLnBrk="1" hangingPunct="1"/>
            <a:r>
              <a:rPr lang="fr-FR" altLang="fr-FR" b="0"/>
              <a:t>L’animateur distribue des tickets à chaque table. Le nombre n’a pas d’importance : il donne à l’équipe ce qu’elle demande. </a:t>
            </a:r>
          </a:p>
        </p:txBody>
      </p:sp>
    </p:spTree>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8770" name="Rectangle 2"/>
          <p:cNvSpPr>
            <a:spLocks noGrp="1" noRot="1" noChangeAspect="1" noChangeArrowheads="1" noTextEdit="1"/>
          </p:cNvSpPr>
          <p:nvPr>
            <p:ph type="sldImg"/>
          </p:nvPr>
        </p:nvSpPr>
        <p:spPr>
          <a:ln/>
        </p:spPr>
      </p:sp>
      <p:sp>
        <p:nvSpPr>
          <p:cNvPr id="288771" name="Rectangle 3"/>
          <p:cNvSpPr>
            <a:spLocks noGrp="1" noChangeArrowheads="1"/>
          </p:cNvSpPr>
          <p:nvPr>
            <p:ph type="body" idx="1"/>
          </p:nvPr>
        </p:nvSpPr>
        <p:spPr>
          <a:xfrm>
            <a:off x="496628" y="4904405"/>
            <a:ext cx="5805988" cy="1311110"/>
          </a:xfrm>
          <a:noFill/>
          <a:ln w="9525"/>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a:lstStyle/>
          <a:p>
            <a:pPr eaLnBrk="1" hangingPunct="1"/>
            <a:r>
              <a:rPr lang="fr-FR" altLang="fr-FR" b="0"/>
              <a:t>L’animateur explique que les progrès coûtent un certain nombre de points. Il utilise l’animation pour expliquer ce que sont les niveaux 1 et 2 de progrès.</a:t>
            </a:r>
          </a:p>
          <a:p>
            <a:pPr eaLnBrk="1" hangingPunct="1"/>
            <a:endParaRPr lang="fr-FR" altLang="fr-FR" b="0"/>
          </a:p>
          <a:p>
            <a:pPr eaLnBrk="1" hangingPunct="1"/>
            <a:r>
              <a:rPr lang="fr-FR" altLang="fr-FR" b="0"/>
              <a:t>Le montage ayant déjà un temps de changement de série réduit à une heure, il ne peut que passer à moins de 10 minutes, soit 0 à l’échelle du jeu. Mais cela coûte 2 points.</a:t>
            </a:r>
          </a:p>
        </p:txBody>
      </p:sp>
    </p:spTree>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9794" name="Rectangle 2"/>
          <p:cNvSpPr>
            <a:spLocks noGrp="1" noRot="1" noChangeAspect="1" noChangeArrowheads="1" noTextEdit="1"/>
          </p:cNvSpPr>
          <p:nvPr>
            <p:ph type="sldImg"/>
          </p:nvPr>
        </p:nvSpPr>
        <p:spPr>
          <a:ln/>
        </p:spPr>
      </p:sp>
      <p:sp>
        <p:nvSpPr>
          <p:cNvPr id="289795" name="Rectangle 3"/>
          <p:cNvSpPr>
            <a:spLocks noGrp="1" noChangeArrowheads="1"/>
          </p:cNvSpPr>
          <p:nvPr>
            <p:ph type="body" idx="1"/>
          </p:nvPr>
        </p:nvSpPr>
        <p:spPr>
          <a:xfrm>
            <a:off x="496628" y="4904405"/>
            <a:ext cx="5805988" cy="1606575"/>
          </a:xfrm>
          <a:noFill/>
          <a:ln w="9525"/>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a:lstStyle/>
          <a:p>
            <a:pPr eaLnBrk="1" hangingPunct="1"/>
            <a:r>
              <a:rPr lang="fr-FR" altLang="fr-FR" b="0"/>
              <a:t>Utiliser cette diapo pour expliquer aux participants comment reporter leurs décisions de progrès sur leur feuille Résultats. Souligner le fait que le changement de série rapide au montage coûte 2 points, il n’est pas possible de miser un seul point.</a:t>
            </a:r>
          </a:p>
          <a:p>
            <a:pPr eaLnBrk="1" hangingPunct="1"/>
            <a:endParaRPr lang="fr-FR" altLang="fr-FR" b="0"/>
          </a:p>
          <a:p>
            <a:pPr eaLnBrk="1" hangingPunct="1"/>
            <a:r>
              <a:rPr lang="fr-FR" altLang="fr-FR" b="0" u="sng"/>
              <a:t>Si une affiche a été prévue</a:t>
            </a:r>
            <a:r>
              <a:rPr lang="fr-FR" altLang="fr-FR" b="0"/>
              <a:t>, chaque équipe la met à jour elle-même.</a:t>
            </a:r>
          </a:p>
          <a:p>
            <a:pPr eaLnBrk="1" hangingPunct="1"/>
            <a:endParaRPr lang="fr-FR" altLang="fr-FR" b="0"/>
          </a:p>
          <a:p>
            <a:pPr eaLnBrk="1" hangingPunct="1"/>
            <a:endParaRPr lang="fr-FR" altLang="fr-FR" b="0"/>
          </a:p>
        </p:txBody>
      </p:sp>
    </p:spTree>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0818" name="Rectangle 2"/>
          <p:cNvSpPr>
            <a:spLocks noGrp="1" noRot="1" noChangeAspect="1" noChangeArrowheads="1" noTextEdit="1"/>
          </p:cNvSpPr>
          <p:nvPr>
            <p:ph type="sldImg"/>
          </p:nvPr>
        </p:nvSpPr>
        <p:spPr>
          <a:ln/>
        </p:spPr>
      </p:sp>
      <p:sp>
        <p:nvSpPr>
          <p:cNvPr id="290819" name="Rectangle 3"/>
          <p:cNvSpPr>
            <a:spLocks noGrp="1" noChangeArrowheads="1"/>
          </p:cNvSpPr>
          <p:nvPr>
            <p:ph type="body" idx="1"/>
          </p:nvPr>
        </p:nvSpPr>
        <p:spPr>
          <a:xfrm>
            <a:off x="496628" y="4904404"/>
            <a:ext cx="5805988" cy="276981"/>
          </a:xfrm>
          <a:noFill/>
          <a:ln w="9525"/>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a:lstStyle/>
          <a:p>
            <a:pPr eaLnBrk="1" hangingPunct="1"/>
            <a:endParaRPr lang="fr-FR" altLang="fr-FR" b="0"/>
          </a:p>
        </p:txBody>
      </p:sp>
    </p:spTree>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1842" name="Rectangle 2"/>
          <p:cNvSpPr>
            <a:spLocks noGrp="1" noRot="1" noChangeAspect="1" noChangeArrowheads="1" noTextEdit="1"/>
          </p:cNvSpPr>
          <p:nvPr>
            <p:ph type="sldImg"/>
          </p:nvPr>
        </p:nvSpPr>
        <p:spPr>
          <a:ln/>
        </p:spPr>
      </p:sp>
      <p:sp>
        <p:nvSpPr>
          <p:cNvPr id="291843" name="Rectangle 3"/>
          <p:cNvSpPr>
            <a:spLocks noGrp="1" noChangeArrowheads="1"/>
          </p:cNvSpPr>
          <p:nvPr>
            <p:ph type="body" idx="1"/>
          </p:nvPr>
        </p:nvSpPr>
        <p:spPr>
          <a:xfrm>
            <a:off x="496628" y="4904404"/>
            <a:ext cx="5805988" cy="3804100"/>
          </a:xfrm>
          <a:noFill/>
          <a:ln w="9525"/>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a:lstStyle/>
          <a:p>
            <a:pPr eaLnBrk="1" hangingPunct="1"/>
            <a:r>
              <a:rPr lang="fr-FR" altLang="fr-FR"/>
              <a:t>Baisse du stock</a:t>
            </a:r>
          </a:p>
          <a:p>
            <a:pPr eaLnBrk="1" hangingPunct="1"/>
            <a:r>
              <a:rPr lang="fr-FR" altLang="fr-FR" b="0"/>
              <a:t>Cette baisse du stock (comme celles qui auront lieu par la suite) s’effectue de façon artificielle, en enlevant purement et simplement les conteneurs du stock. Dans une entreprise on ne procède évidemment pas comme cela, on diminue la production en amont jusqu’à ce que les stocks aient atteint le bon niveau. Mais dans le jeu, cette façon d’agir prendrait trop de temps, c’est pourquoi on effectue ce retrait en une seule fois.</a:t>
            </a:r>
          </a:p>
          <a:p>
            <a:pPr eaLnBrk="1" hangingPunct="1"/>
            <a:endParaRPr lang="fr-FR" altLang="fr-FR" b="0"/>
          </a:p>
          <a:p>
            <a:pPr eaLnBrk="1" hangingPunct="1"/>
            <a:r>
              <a:rPr lang="fr-FR" altLang="fr-FR"/>
              <a:t>Pourquoi faire l’inventaire en milieu de semaine ?</a:t>
            </a:r>
          </a:p>
          <a:p>
            <a:pPr eaLnBrk="1" hangingPunct="1"/>
            <a:r>
              <a:rPr lang="fr-FR" altLang="fr-FR" b="0"/>
              <a:t>Les équipes sont invitées à baisser leurs stocks 2 fois par semaine, après avoir pris des décisions de progrès qui permettent de « tendre le flux ». Si nous leur proposons de ne faire l’inventaire qu’une fois par semaine (en milieu de semaine) c’est pour gagner du temps et éviter trop de calculs. </a:t>
            </a:r>
          </a:p>
          <a:p>
            <a:pPr eaLnBrk="1" hangingPunct="1"/>
            <a:endParaRPr lang="fr-FR" altLang="fr-FR" b="0"/>
          </a:p>
          <a:p>
            <a:pPr eaLnBrk="1" hangingPunct="1"/>
            <a:r>
              <a:rPr lang="fr-FR" altLang="fr-FR"/>
              <a:t>Programme de production</a:t>
            </a:r>
          </a:p>
          <a:p>
            <a:pPr eaLnBrk="1" hangingPunct="1"/>
            <a:r>
              <a:rPr lang="fr-FR" altLang="fr-FR" b="0"/>
              <a:t>La méthode Kanban fonctionne sans programme de production, mais pas sans prévision des ventes. Si les joueurs demandent quelles sont les prévisions de vente, répondez qu’elles sont les mêmes que la semaine précédente.</a:t>
            </a:r>
          </a:p>
        </p:txBody>
      </p:sp>
    </p:spTree>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2866" name="Rectangle 2"/>
          <p:cNvSpPr>
            <a:spLocks noGrp="1" noRot="1" noChangeAspect="1" noChangeArrowheads="1" noTextEdit="1"/>
          </p:cNvSpPr>
          <p:nvPr>
            <p:ph type="sldImg"/>
          </p:nvPr>
        </p:nvSpPr>
        <p:spPr>
          <a:solidFill>
            <a:srgbClr val="FFFFFF"/>
          </a:solidFill>
          <a:ln/>
        </p:spPr>
      </p:sp>
      <p:sp>
        <p:nvSpPr>
          <p:cNvPr id="292867" name="Rectangle 3"/>
          <p:cNvSpPr>
            <a:spLocks noGrp="1" noChangeArrowheads="1"/>
          </p:cNvSpPr>
          <p:nvPr>
            <p:ph type="body" idx="1"/>
          </p:nvPr>
        </p:nvSpPr>
        <p:spPr>
          <a:xfrm>
            <a:off x="178598" y="4750715"/>
            <a:ext cx="6467112" cy="276981"/>
          </a:xfrm>
          <a:solidFill>
            <a:srgbClr val="FFFFFF"/>
          </a:solidFill>
          <a:ln w="9525"/>
          <a:extLst>
            <a:ext uri="{91240B29-F687-4F45-9708-019B960494DF}">
              <a14:hiddenLine xmlns:a14="http://schemas.microsoft.com/office/drawing/2010/main" w="6350">
                <a:solidFill>
                  <a:srgbClr val="000000"/>
                </a:solidFill>
                <a:miter lim="800000"/>
                <a:headEnd/>
                <a:tailEnd/>
              </a14:hiddenLine>
            </a:ext>
          </a:extLst>
        </p:spPr>
        <p:txBody>
          <a:bodyPr/>
          <a:lstStyle/>
          <a:p>
            <a:pPr eaLnBrk="1" hangingPunct="1"/>
            <a:r>
              <a:rPr lang="fr-FR" altLang="fr-FR" b="0"/>
              <a:t>L’animateur s’assure que les participants ont bien compris la façon dont les tickets circulent.</a:t>
            </a:r>
          </a:p>
        </p:txBody>
      </p:sp>
    </p:spTree>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3890" name="Rectangle 2"/>
          <p:cNvSpPr>
            <a:spLocks noGrp="1" noRot="1" noChangeAspect="1" noChangeArrowheads="1" noTextEdit="1"/>
          </p:cNvSpPr>
          <p:nvPr>
            <p:ph type="sldImg"/>
          </p:nvPr>
        </p:nvSpPr>
        <p:spPr>
          <a:ln/>
        </p:spPr>
      </p:sp>
      <p:sp>
        <p:nvSpPr>
          <p:cNvPr id="293891" name="Rectangle 3"/>
          <p:cNvSpPr>
            <a:spLocks noGrp="1" noChangeArrowheads="1"/>
          </p:cNvSpPr>
          <p:nvPr>
            <p:ph type="body" idx="1"/>
          </p:nvPr>
        </p:nvSpPr>
        <p:spPr>
          <a:xfrm>
            <a:off x="178598" y="4750715"/>
            <a:ext cx="6467112" cy="276981"/>
          </a:xfrm>
          <a:noFill/>
          <a:ln w="9525"/>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a:lstStyle/>
          <a:p>
            <a:pPr eaLnBrk="1" hangingPunct="1"/>
            <a:endParaRPr lang="fr-FR" altLang="fr-FR"/>
          </a:p>
        </p:txBody>
      </p:sp>
    </p:spTree>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4914" name="Rectangle 2"/>
          <p:cNvSpPr>
            <a:spLocks noGrp="1" noRot="1" noChangeAspect="1" noChangeArrowheads="1" noTextEdit="1"/>
          </p:cNvSpPr>
          <p:nvPr>
            <p:ph type="sldImg"/>
          </p:nvPr>
        </p:nvSpPr>
        <p:spPr>
          <a:ln/>
        </p:spPr>
      </p:sp>
      <p:sp>
        <p:nvSpPr>
          <p:cNvPr id="294915" name="Rectangle 3"/>
          <p:cNvSpPr>
            <a:spLocks noGrp="1" noChangeArrowheads="1"/>
          </p:cNvSpPr>
          <p:nvPr>
            <p:ph type="body" idx="1"/>
          </p:nvPr>
        </p:nvSpPr>
        <p:spPr>
          <a:xfrm>
            <a:off x="178598" y="4750715"/>
            <a:ext cx="6467112" cy="276981"/>
          </a:xfrm>
          <a:noFill/>
          <a:ln w="9525"/>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a:lstStyle/>
          <a:p>
            <a:pPr eaLnBrk="1" hangingPunct="1"/>
            <a:endParaRPr lang="fr-FR" altLang="fr-FR"/>
          </a:p>
        </p:txBody>
      </p:sp>
    </p:spTree>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5938" name="Rectangle 2"/>
          <p:cNvSpPr>
            <a:spLocks noGrp="1" noRot="1" noChangeAspect="1" noChangeArrowheads="1" noTextEdit="1"/>
          </p:cNvSpPr>
          <p:nvPr>
            <p:ph type="sldImg"/>
          </p:nvPr>
        </p:nvSpPr>
        <p:spPr>
          <a:ln/>
        </p:spPr>
      </p:sp>
      <p:sp>
        <p:nvSpPr>
          <p:cNvPr id="295939" name="Rectangle 3"/>
          <p:cNvSpPr>
            <a:spLocks noGrp="1" noChangeArrowheads="1"/>
          </p:cNvSpPr>
          <p:nvPr>
            <p:ph type="body" idx="1"/>
          </p:nvPr>
        </p:nvSpPr>
        <p:spPr>
          <a:xfrm>
            <a:off x="178598" y="4750715"/>
            <a:ext cx="6467112" cy="276981"/>
          </a:xfrm>
          <a:noFill/>
          <a:ln w="9525"/>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a:lstStyle/>
          <a:p>
            <a:pPr eaLnBrk="1" hangingPunct="1"/>
            <a:endParaRPr lang="fr-FR" altLang="fr-FR"/>
          </a:p>
        </p:txBody>
      </p:sp>
    </p:spTree>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6962" name="Rectangle 2"/>
          <p:cNvSpPr>
            <a:spLocks noGrp="1" noRot="1" noChangeAspect="1" noChangeArrowheads="1" noTextEdit="1"/>
          </p:cNvSpPr>
          <p:nvPr>
            <p:ph type="sldImg"/>
          </p:nvPr>
        </p:nvSpPr>
        <p:spPr>
          <a:ln/>
        </p:spPr>
      </p:sp>
      <p:sp>
        <p:nvSpPr>
          <p:cNvPr id="296963" name="Rectangle 3"/>
          <p:cNvSpPr>
            <a:spLocks noGrp="1" noChangeArrowheads="1"/>
          </p:cNvSpPr>
          <p:nvPr>
            <p:ph type="body" idx="1"/>
          </p:nvPr>
        </p:nvSpPr>
        <p:spPr>
          <a:xfrm>
            <a:off x="178598" y="4750715"/>
            <a:ext cx="6467112" cy="276981"/>
          </a:xfrm>
          <a:noFill/>
          <a:ln w="9525"/>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a:lstStyle/>
          <a:p>
            <a:pPr eaLnBrk="1" hangingPunct="1"/>
            <a:endParaRPr lang="fr-FR" altLang="fr-FR"/>
          </a:p>
        </p:txBody>
      </p:sp>
    </p:spTree>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7986" name="Rectangle 2"/>
          <p:cNvSpPr>
            <a:spLocks noGrp="1" noRot="1" noChangeAspect="1" noChangeArrowheads="1" noTextEdit="1"/>
          </p:cNvSpPr>
          <p:nvPr>
            <p:ph type="sldImg"/>
          </p:nvPr>
        </p:nvSpPr>
        <p:spPr>
          <a:ln/>
        </p:spPr>
      </p:sp>
      <p:sp>
        <p:nvSpPr>
          <p:cNvPr id="297987" name="Rectangle 3"/>
          <p:cNvSpPr>
            <a:spLocks noGrp="1" noChangeArrowheads="1"/>
          </p:cNvSpPr>
          <p:nvPr>
            <p:ph type="body" idx="1"/>
          </p:nvPr>
        </p:nvSpPr>
        <p:spPr>
          <a:xfrm>
            <a:off x="178598" y="4750715"/>
            <a:ext cx="6467112" cy="276981"/>
          </a:xfrm>
          <a:noFill/>
          <a:ln w="9525"/>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a:lstStyle/>
          <a:p>
            <a:pPr eaLnBrk="1" hangingPunct="1"/>
            <a:endParaRPr lang="fr-FR" altLang="fr-FR"/>
          </a:p>
        </p:txBody>
      </p:sp>
    </p:spTree>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9010" name="Rectangle 2"/>
          <p:cNvSpPr>
            <a:spLocks noGrp="1" noRot="1" noChangeAspect="1" noChangeArrowheads="1" noTextEdit="1"/>
          </p:cNvSpPr>
          <p:nvPr>
            <p:ph type="sldImg"/>
          </p:nvPr>
        </p:nvSpPr>
        <p:spPr>
          <a:ln/>
        </p:spPr>
      </p:sp>
      <p:sp>
        <p:nvSpPr>
          <p:cNvPr id="299011" name="Rectangle 3"/>
          <p:cNvSpPr>
            <a:spLocks noGrp="1" noChangeArrowheads="1"/>
          </p:cNvSpPr>
          <p:nvPr>
            <p:ph type="body" idx="1"/>
          </p:nvPr>
        </p:nvSpPr>
        <p:spPr>
          <a:xfrm>
            <a:off x="178598" y="4750715"/>
            <a:ext cx="6467112" cy="276981"/>
          </a:xfrm>
          <a:noFill/>
          <a:ln w="9525"/>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a:lstStyle/>
          <a:p>
            <a:pPr eaLnBrk="1" hangingPunct="1"/>
            <a:endParaRPr lang="fr-FR" altLang="fr-FR"/>
          </a:p>
        </p:txBody>
      </p:sp>
    </p:spTree>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0034" name="Rectangle 2"/>
          <p:cNvSpPr>
            <a:spLocks noGrp="1" noRot="1" noChangeAspect="1" noChangeArrowheads="1" noTextEdit="1"/>
          </p:cNvSpPr>
          <p:nvPr>
            <p:ph type="sldImg"/>
          </p:nvPr>
        </p:nvSpPr>
        <p:spPr>
          <a:ln/>
        </p:spPr>
      </p:sp>
      <p:sp>
        <p:nvSpPr>
          <p:cNvPr id="300035" name="Rectangle 3"/>
          <p:cNvSpPr>
            <a:spLocks noGrp="1" noChangeArrowheads="1"/>
          </p:cNvSpPr>
          <p:nvPr>
            <p:ph type="body" idx="1"/>
          </p:nvPr>
        </p:nvSpPr>
        <p:spPr>
          <a:xfrm>
            <a:off x="178598" y="4750715"/>
            <a:ext cx="6467112" cy="276981"/>
          </a:xfrm>
          <a:noFill/>
          <a:ln w="9525"/>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a:lstStyle/>
          <a:p>
            <a:pPr eaLnBrk="1" hangingPunct="1"/>
            <a:endParaRPr lang="fr-FR" altLang="fr-FR"/>
          </a:p>
        </p:txBody>
      </p:sp>
    </p:spTree>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1058" name="Rectangle 2"/>
          <p:cNvSpPr>
            <a:spLocks noGrp="1" noRot="1" noChangeAspect="1" noChangeArrowheads="1" noTextEdit="1"/>
          </p:cNvSpPr>
          <p:nvPr>
            <p:ph type="sldImg"/>
          </p:nvPr>
        </p:nvSpPr>
        <p:spPr>
          <a:solidFill>
            <a:srgbClr val="FFFFFF"/>
          </a:solidFill>
          <a:ln/>
        </p:spPr>
      </p:sp>
      <p:sp>
        <p:nvSpPr>
          <p:cNvPr id="301059" name="Rectangle 3"/>
          <p:cNvSpPr>
            <a:spLocks noGrp="1" noChangeArrowheads="1"/>
          </p:cNvSpPr>
          <p:nvPr>
            <p:ph type="body" idx="1"/>
          </p:nvPr>
        </p:nvSpPr>
        <p:spPr>
          <a:xfrm>
            <a:off x="178598" y="4750715"/>
            <a:ext cx="6467112" cy="276981"/>
          </a:xfrm>
          <a:solidFill>
            <a:srgbClr val="FFFFFF"/>
          </a:solidFill>
          <a:ln w="9525"/>
          <a:extLst>
            <a:ext uri="{91240B29-F687-4F45-9708-019B960494DF}">
              <a14:hiddenLine xmlns:a14="http://schemas.microsoft.com/office/drawing/2010/main" w="6350">
                <a:solidFill>
                  <a:srgbClr val="000000"/>
                </a:solidFill>
                <a:miter lim="800000"/>
                <a:headEnd/>
                <a:tailEnd/>
              </a14:hiddenLine>
            </a:ext>
          </a:extLst>
        </p:spPr>
        <p:txBody>
          <a:bodyPr/>
          <a:lstStyle/>
          <a:p>
            <a:pPr eaLnBrk="1" hangingPunct="1"/>
            <a:endParaRPr lang="fr-FR" altLang="fr-FR"/>
          </a:p>
        </p:txBody>
      </p:sp>
    </p:spTree>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2082" name="Rectangle 2"/>
          <p:cNvSpPr>
            <a:spLocks noGrp="1" noRot="1" noChangeAspect="1" noChangeArrowheads="1" noTextEdit="1"/>
          </p:cNvSpPr>
          <p:nvPr>
            <p:ph type="sldImg"/>
          </p:nvPr>
        </p:nvSpPr>
        <p:spPr>
          <a:ln/>
        </p:spPr>
      </p:sp>
      <p:sp>
        <p:nvSpPr>
          <p:cNvPr id="302083" name="Rectangle 3"/>
          <p:cNvSpPr>
            <a:spLocks noGrp="1" noChangeArrowheads="1"/>
          </p:cNvSpPr>
          <p:nvPr>
            <p:ph type="body" idx="1"/>
          </p:nvPr>
        </p:nvSpPr>
        <p:spPr>
          <a:xfrm>
            <a:off x="178598" y="4750715"/>
            <a:ext cx="6467112" cy="276981"/>
          </a:xfrm>
          <a:noFill/>
          <a:ln w="9525"/>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a:lstStyle/>
          <a:p>
            <a:pPr eaLnBrk="1" hangingPunct="1"/>
            <a:endParaRPr lang="fr-FR" altLang="fr-FR"/>
          </a:p>
        </p:txBody>
      </p:sp>
    </p:spTree>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3106" name="Rectangle 2"/>
          <p:cNvSpPr>
            <a:spLocks noGrp="1" noRot="1" noChangeAspect="1" noChangeArrowheads="1" noTextEdit="1"/>
          </p:cNvSpPr>
          <p:nvPr>
            <p:ph type="sldImg"/>
          </p:nvPr>
        </p:nvSpPr>
        <p:spPr>
          <a:ln/>
        </p:spPr>
      </p:sp>
      <p:sp>
        <p:nvSpPr>
          <p:cNvPr id="303107" name="Rectangle 3"/>
          <p:cNvSpPr>
            <a:spLocks noGrp="1" noChangeArrowheads="1"/>
          </p:cNvSpPr>
          <p:nvPr>
            <p:ph type="body" idx="1"/>
          </p:nvPr>
        </p:nvSpPr>
        <p:spPr>
          <a:xfrm>
            <a:off x="178598" y="4750715"/>
            <a:ext cx="6467112" cy="276981"/>
          </a:xfrm>
          <a:noFill/>
          <a:ln w="9525"/>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a:lstStyle/>
          <a:p>
            <a:pPr eaLnBrk="1" hangingPunct="1"/>
            <a:endParaRPr lang="fr-FR" altLang="fr-FR"/>
          </a:p>
        </p:txBody>
      </p:sp>
    </p:spTree>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4130" name="Rectangle 2"/>
          <p:cNvSpPr>
            <a:spLocks noGrp="1" noRot="1" noChangeAspect="1" noChangeArrowheads="1" noTextEdit="1"/>
          </p:cNvSpPr>
          <p:nvPr>
            <p:ph type="sldImg"/>
          </p:nvPr>
        </p:nvSpPr>
        <p:spPr>
          <a:ln/>
        </p:spPr>
      </p:sp>
      <p:sp>
        <p:nvSpPr>
          <p:cNvPr id="304131" name="Rectangle 3"/>
          <p:cNvSpPr>
            <a:spLocks noGrp="1" noChangeArrowheads="1"/>
          </p:cNvSpPr>
          <p:nvPr>
            <p:ph type="body" idx="1"/>
          </p:nvPr>
        </p:nvSpPr>
        <p:spPr>
          <a:xfrm>
            <a:off x="178598" y="4750715"/>
            <a:ext cx="6467112" cy="276981"/>
          </a:xfrm>
          <a:noFill/>
          <a:ln w="9525"/>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a:lstStyle/>
          <a:p>
            <a:pPr eaLnBrk="1" hangingPunct="1"/>
            <a:endParaRPr lang="fr-FR" altLang="fr-FR"/>
          </a:p>
        </p:txBody>
      </p:sp>
    </p:spTree>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5154" name="Rectangle 2"/>
          <p:cNvSpPr>
            <a:spLocks noGrp="1" noRot="1" noChangeAspect="1" noChangeArrowheads="1" noTextEdit="1"/>
          </p:cNvSpPr>
          <p:nvPr>
            <p:ph type="sldImg"/>
          </p:nvPr>
        </p:nvSpPr>
        <p:spPr>
          <a:ln/>
        </p:spPr>
      </p:sp>
      <p:sp>
        <p:nvSpPr>
          <p:cNvPr id="305155" name="Rectangle 3"/>
          <p:cNvSpPr>
            <a:spLocks noGrp="1" noChangeArrowheads="1"/>
          </p:cNvSpPr>
          <p:nvPr>
            <p:ph type="body" idx="1"/>
          </p:nvPr>
        </p:nvSpPr>
        <p:spPr>
          <a:xfrm>
            <a:off x="178598" y="4750715"/>
            <a:ext cx="6467112" cy="276981"/>
          </a:xfrm>
          <a:noFill/>
          <a:ln w="9525"/>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a:lstStyle/>
          <a:p>
            <a:pPr eaLnBrk="1" hangingPunct="1"/>
            <a:endParaRPr lang="fr-FR" altLang="fr-FR"/>
          </a:p>
        </p:txBody>
      </p:sp>
    </p:spTree>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6178" name="Rectangle 2"/>
          <p:cNvSpPr>
            <a:spLocks noGrp="1" noRot="1" noChangeAspect="1" noChangeArrowheads="1" noTextEdit="1"/>
          </p:cNvSpPr>
          <p:nvPr>
            <p:ph type="sldImg"/>
          </p:nvPr>
        </p:nvSpPr>
        <p:spPr>
          <a:ln/>
        </p:spPr>
      </p:sp>
      <p:sp>
        <p:nvSpPr>
          <p:cNvPr id="306179" name="Rectangle 3"/>
          <p:cNvSpPr>
            <a:spLocks noGrp="1" noChangeArrowheads="1"/>
          </p:cNvSpPr>
          <p:nvPr>
            <p:ph type="body" idx="1"/>
          </p:nvPr>
        </p:nvSpPr>
        <p:spPr>
          <a:xfrm>
            <a:off x="178598" y="4750715"/>
            <a:ext cx="6467112" cy="276981"/>
          </a:xfrm>
          <a:noFill/>
          <a:ln w="9525"/>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a:lstStyle/>
          <a:p>
            <a:pPr eaLnBrk="1" hangingPunct="1"/>
            <a:endParaRPr lang="fr-FR" altLang="fr-FR"/>
          </a:p>
        </p:txBody>
      </p:sp>
    </p:spTree>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202" name="Rectangle 2"/>
          <p:cNvSpPr>
            <a:spLocks noGrp="1" noRot="1" noChangeAspect="1" noChangeArrowheads="1" noTextEdit="1"/>
          </p:cNvSpPr>
          <p:nvPr>
            <p:ph type="sldImg"/>
          </p:nvPr>
        </p:nvSpPr>
        <p:spPr>
          <a:ln/>
        </p:spPr>
      </p:sp>
      <p:sp>
        <p:nvSpPr>
          <p:cNvPr id="307203" name="Rectangle 3"/>
          <p:cNvSpPr>
            <a:spLocks noGrp="1" noChangeArrowheads="1"/>
          </p:cNvSpPr>
          <p:nvPr>
            <p:ph type="body" idx="1"/>
          </p:nvPr>
        </p:nvSpPr>
        <p:spPr>
          <a:xfrm>
            <a:off x="178598" y="4750715"/>
            <a:ext cx="6467112" cy="276981"/>
          </a:xfrm>
          <a:noFill/>
          <a:ln w="9525"/>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a:lstStyle/>
          <a:p>
            <a:pPr eaLnBrk="1" hangingPunct="1"/>
            <a:endParaRPr lang="fr-FR" altLang="fr-FR"/>
          </a:p>
        </p:txBody>
      </p:sp>
    </p:spTree>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8226" name="Rectangle 2"/>
          <p:cNvSpPr>
            <a:spLocks noGrp="1" noRot="1" noChangeAspect="1" noChangeArrowheads="1" noTextEdit="1"/>
          </p:cNvSpPr>
          <p:nvPr>
            <p:ph type="sldImg"/>
          </p:nvPr>
        </p:nvSpPr>
        <p:spPr>
          <a:ln/>
        </p:spPr>
      </p:sp>
      <p:sp>
        <p:nvSpPr>
          <p:cNvPr id="308227" name="Rectangle 3"/>
          <p:cNvSpPr>
            <a:spLocks noGrp="1" noChangeArrowheads="1"/>
          </p:cNvSpPr>
          <p:nvPr>
            <p:ph type="body" idx="1"/>
          </p:nvPr>
        </p:nvSpPr>
        <p:spPr>
          <a:xfrm>
            <a:off x="496628" y="4904404"/>
            <a:ext cx="5805988" cy="1200310"/>
          </a:xfrm>
          <a:noFill/>
          <a:ln w="9525"/>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a:lstStyle/>
          <a:p>
            <a:pPr eaLnBrk="1" hangingPunct="1"/>
            <a:r>
              <a:rPr lang="fr-FR" altLang="fr-FR" b="0"/>
              <a:t>Toute création de variété dans une gamme de produits est susceptible de rendre plus difficile la gestion des stocks et la programmation, Cependant, si le choix existe, il est préférable de prendre une formule qui laisse le produit standard le plus loin possible dans son cycle d'élaboration (concept de différenciation retardée). Ainsi, on personnalise le produit le plus tard possible, ce qui permet de gérer la majeure partie de la production en standard. Ici, la solution du joint présente cet avantage.</a:t>
            </a:r>
          </a:p>
        </p:txBody>
      </p:sp>
    </p:spTree>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9250" name="Rectangle 2"/>
          <p:cNvSpPr>
            <a:spLocks noGrp="1" noRot="1" noChangeAspect="1" noChangeArrowheads="1" noTextEdit="1"/>
          </p:cNvSpPr>
          <p:nvPr>
            <p:ph type="sldImg"/>
          </p:nvPr>
        </p:nvSpPr>
        <p:spPr>
          <a:ln/>
        </p:spPr>
      </p:sp>
      <p:sp>
        <p:nvSpPr>
          <p:cNvPr id="309251" name="Rectangle 3"/>
          <p:cNvSpPr>
            <a:spLocks noGrp="1" noChangeArrowheads="1"/>
          </p:cNvSpPr>
          <p:nvPr>
            <p:ph type="body" idx="1"/>
          </p:nvPr>
        </p:nvSpPr>
        <p:spPr>
          <a:xfrm>
            <a:off x="178598" y="4750715"/>
            <a:ext cx="6467112" cy="276981"/>
          </a:xfrm>
          <a:noFill/>
          <a:ln w="9525"/>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a:lstStyle/>
          <a:p>
            <a:pPr eaLnBrk="1" hangingPunct="1"/>
            <a:endParaRPr lang="fr-FR" altLang="fr-FR"/>
          </a:p>
        </p:txBody>
      </p:sp>
    </p:spTree>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0274" name="Rectangle 2"/>
          <p:cNvSpPr>
            <a:spLocks noGrp="1" noRot="1" noChangeAspect="1" noChangeArrowheads="1" noTextEdit="1"/>
          </p:cNvSpPr>
          <p:nvPr>
            <p:ph type="sldImg"/>
          </p:nvPr>
        </p:nvSpPr>
        <p:spPr>
          <a:ln/>
        </p:spPr>
      </p:sp>
      <p:sp>
        <p:nvSpPr>
          <p:cNvPr id="310275" name="Rectangle 3"/>
          <p:cNvSpPr>
            <a:spLocks noGrp="1" noChangeArrowheads="1"/>
          </p:cNvSpPr>
          <p:nvPr>
            <p:ph type="body" idx="1"/>
          </p:nvPr>
        </p:nvSpPr>
        <p:spPr>
          <a:xfrm>
            <a:off x="496628" y="4904404"/>
            <a:ext cx="5805988" cy="461647"/>
          </a:xfrm>
          <a:noFill/>
          <a:ln w="9525"/>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a:lstStyle/>
          <a:p>
            <a:pPr eaLnBrk="1" hangingPunct="1"/>
            <a:r>
              <a:rPr lang="fr-FR" altLang="fr-FR" b="0"/>
              <a:t>L’animateur enregistre les décisions sur la feuille Relevé des progrès et met à jour la cartographie des progrès (fichier Analyse des progrès).</a:t>
            </a:r>
          </a:p>
        </p:txBody>
      </p:sp>
    </p:spTree>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1298" name="Rectangle 2"/>
          <p:cNvSpPr>
            <a:spLocks noGrp="1" noRot="1" noChangeAspect="1" noChangeArrowheads="1" noTextEdit="1"/>
          </p:cNvSpPr>
          <p:nvPr>
            <p:ph type="sldImg"/>
          </p:nvPr>
        </p:nvSpPr>
        <p:spPr>
          <a:ln/>
        </p:spPr>
      </p:sp>
      <p:sp>
        <p:nvSpPr>
          <p:cNvPr id="311299" name="Rectangle 3"/>
          <p:cNvSpPr>
            <a:spLocks noGrp="1" noChangeArrowheads="1"/>
          </p:cNvSpPr>
          <p:nvPr>
            <p:ph type="body" idx="1"/>
          </p:nvPr>
        </p:nvSpPr>
        <p:spPr>
          <a:xfrm>
            <a:off x="496628" y="4904404"/>
            <a:ext cx="5805988" cy="276981"/>
          </a:xfrm>
          <a:noFill/>
          <a:ln w="9525"/>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a:lstStyle/>
          <a:p>
            <a:pPr eaLnBrk="1" hangingPunct="1"/>
            <a:endParaRPr lang="fr-FR" altLang="fr-FR" b="0"/>
          </a:p>
        </p:txBody>
      </p:sp>
    </p:spTree>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2322" name="Rectangle 2"/>
          <p:cNvSpPr>
            <a:spLocks noGrp="1" noRot="1" noChangeAspect="1" noChangeArrowheads="1" noTextEdit="1"/>
          </p:cNvSpPr>
          <p:nvPr>
            <p:ph type="sldImg"/>
          </p:nvPr>
        </p:nvSpPr>
        <p:spPr>
          <a:solidFill>
            <a:srgbClr val="FFFFFF"/>
          </a:solidFill>
          <a:ln/>
        </p:spPr>
      </p:sp>
      <p:sp>
        <p:nvSpPr>
          <p:cNvPr id="312323" name="Rectangle 3"/>
          <p:cNvSpPr>
            <a:spLocks noGrp="1" noChangeArrowheads="1"/>
          </p:cNvSpPr>
          <p:nvPr>
            <p:ph type="body" idx="1"/>
          </p:nvPr>
        </p:nvSpPr>
        <p:spPr>
          <a:xfrm>
            <a:off x="178598" y="4750715"/>
            <a:ext cx="6467112" cy="276981"/>
          </a:xfrm>
          <a:solidFill>
            <a:srgbClr val="FFFFFF"/>
          </a:solidFill>
          <a:ln w="9525"/>
          <a:extLst>
            <a:ext uri="{91240B29-F687-4F45-9708-019B960494DF}">
              <a14:hiddenLine xmlns:a14="http://schemas.microsoft.com/office/drawing/2010/main" w="6350">
                <a:solidFill>
                  <a:srgbClr val="000000"/>
                </a:solidFill>
                <a:miter lim="800000"/>
                <a:headEnd/>
                <a:tailEnd/>
              </a14:hiddenLine>
            </a:ext>
          </a:extLst>
        </p:spPr>
        <p:txBody>
          <a:bodyPr/>
          <a:lstStyle/>
          <a:p>
            <a:pPr eaLnBrk="1" hangingPunct="1"/>
            <a:endParaRPr lang="fr-FR" altLang="fr-FR"/>
          </a:p>
        </p:txBody>
      </p:sp>
    </p:spTree>
  </p:cSld>
  <p:clrMapOvr>
    <a:masterClrMapping/>
  </p:clrMapOvr>
</p:notes>
</file>

<file path=ppt/notesSlides/notesSlide1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3346" name="Rectangle 2"/>
          <p:cNvSpPr>
            <a:spLocks noGrp="1" noRot="1" noChangeAspect="1" noChangeArrowheads="1" noTextEdit="1"/>
          </p:cNvSpPr>
          <p:nvPr>
            <p:ph type="sldImg"/>
          </p:nvPr>
        </p:nvSpPr>
        <p:spPr>
          <a:ln/>
        </p:spPr>
      </p:sp>
      <p:sp>
        <p:nvSpPr>
          <p:cNvPr id="313347" name="Rectangle 3"/>
          <p:cNvSpPr>
            <a:spLocks noGrp="1" noChangeArrowheads="1"/>
          </p:cNvSpPr>
          <p:nvPr>
            <p:ph type="body" idx="1"/>
          </p:nvPr>
        </p:nvSpPr>
        <p:spPr>
          <a:xfrm>
            <a:off x="178598" y="4750715"/>
            <a:ext cx="6467112" cy="276981"/>
          </a:xfrm>
          <a:noFill/>
          <a:ln w="9525"/>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a:lstStyle/>
          <a:p>
            <a:pPr eaLnBrk="1" hangingPunct="1"/>
            <a:endParaRPr lang="fr-FR" altLang="fr-FR"/>
          </a:p>
        </p:txBody>
      </p:sp>
    </p:spTree>
  </p:cSld>
  <p:clrMapOvr>
    <a:masterClrMapping/>
  </p:clrMapOvr>
</p:notes>
</file>

<file path=ppt/notesSlides/notesSlide1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4370" name="Rectangle 2"/>
          <p:cNvSpPr>
            <a:spLocks noGrp="1" noRot="1" noChangeAspect="1" noChangeArrowheads="1" noTextEdit="1"/>
          </p:cNvSpPr>
          <p:nvPr>
            <p:ph type="sldImg"/>
          </p:nvPr>
        </p:nvSpPr>
        <p:spPr>
          <a:ln/>
        </p:spPr>
      </p:sp>
      <p:sp>
        <p:nvSpPr>
          <p:cNvPr id="314371" name="Rectangle 3"/>
          <p:cNvSpPr>
            <a:spLocks noGrp="1" noChangeArrowheads="1"/>
          </p:cNvSpPr>
          <p:nvPr>
            <p:ph type="body" idx="1"/>
          </p:nvPr>
        </p:nvSpPr>
        <p:spPr>
          <a:xfrm>
            <a:off x="178598" y="4750715"/>
            <a:ext cx="6467112" cy="276981"/>
          </a:xfrm>
          <a:noFill/>
          <a:ln w="9525"/>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a:lstStyle/>
          <a:p>
            <a:pPr eaLnBrk="1" hangingPunct="1"/>
            <a:endParaRPr lang="fr-FR" altLang="fr-FR"/>
          </a:p>
        </p:txBody>
      </p:sp>
    </p:spTree>
  </p:cSld>
  <p:clrMapOvr>
    <a:masterClrMapping/>
  </p:clrMapOvr>
</p:notes>
</file>

<file path=ppt/notesSlides/notesSlide1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5394" name="Rectangle 2"/>
          <p:cNvSpPr>
            <a:spLocks noGrp="1" noRot="1" noChangeAspect="1" noChangeArrowheads="1" noTextEdit="1"/>
          </p:cNvSpPr>
          <p:nvPr>
            <p:ph type="sldImg"/>
          </p:nvPr>
        </p:nvSpPr>
        <p:spPr>
          <a:ln/>
        </p:spPr>
      </p:sp>
      <p:sp>
        <p:nvSpPr>
          <p:cNvPr id="315395" name="Rectangle 3"/>
          <p:cNvSpPr>
            <a:spLocks noGrp="1" noChangeArrowheads="1"/>
          </p:cNvSpPr>
          <p:nvPr>
            <p:ph type="body" idx="1"/>
          </p:nvPr>
        </p:nvSpPr>
        <p:spPr>
          <a:xfrm>
            <a:off x="178598" y="4750715"/>
            <a:ext cx="6467112" cy="276981"/>
          </a:xfrm>
          <a:noFill/>
          <a:ln w="9525"/>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a:lstStyle/>
          <a:p>
            <a:pPr eaLnBrk="1" hangingPunct="1"/>
            <a:endParaRPr lang="fr-FR" altLang="fr-FR"/>
          </a:p>
        </p:txBody>
      </p:sp>
    </p:spTree>
  </p:cSld>
  <p:clrMapOvr>
    <a:masterClrMapping/>
  </p:clrMapOvr>
</p:notes>
</file>

<file path=ppt/notesSlides/notesSlide1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6418" name="Rectangle 2"/>
          <p:cNvSpPr>
            <a:spLocks noGrp="1" noRot="1" noChangeAspect="1" noChangeArrowheads="1" noTextEdit="1"/>
          </p:cNvSpPr>
          <p:nvPr>
            <p:ph type="sldImg"/>
          </p:nvPr>
        </p:nvSpPr>
        <p:spPr>
          <a:ln/>
        </p:spPr>
      </p:sp>
      <p:sp>
        <p:nvSpPr>
          <p:cNvPr id="316419" name="Rectangle 3"/>
          <p:cNvSpPr>
            <a:spLocks noGrp="1" noChangeArrowheads="1"/>
          </p:cNvSpPr>
          <p:nvPr>
            <p:ph type="body" idx="1"/>
          </p:nvPr>
        </p:nvSpPr>
        <p:spPr>
          <a:xfrm>
            <a:off x="178598" y="4750715"/>
            <a:ext cx="6467112" cy="276981"/>
          </a:xfrm>
          <a:noFill/>
          <a:ln w="9525"/>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a:lstStyle/>
          <a:p>
            <a:pPr eaLnBrk="1" hangingPunct="1"/>
            <a:endParaRPr lang="fr-FR" altLang="fr-FR"/>
          </a:p>
        </p:txBody>
      </p:sp>
    </p:spTree>
  </p:cSld>
  <p:clrMapOvr>
    <a:masterClrMapping/>
  </p:clrMapOvr>
</p:notes>
</file>

<file path=ppt/notesSlides/notesSlide1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7442" name="Rectangle 2"/>
          <p:cNvSpPr>
            <a:spLocks noGrp="1" noRot="1" noChangeAspect="1" noChangeArrowheads="1" noTextEdit="1"/>
          </p:cNvSpPr>
          <p:nvPr>
            <p:ph type="sldImg"/>
          </p:nvPr>
        </p:nvSpPr>
        <p:spPr>
          <a:ln/>
        </p:spPr>
      </p:sp>
      <p:sp>
        <p:nvSpPr>
          <p:cNvPr id="317443" name="Rectangle 3"/>
          <p:cNvSpPr>
            <a:spLocks noGrp="1" noChangeArrowheads="1"/>
          </p:cNvSpPr>
          <p:nvPr>
            <p:ph type="body" idx="1"/>
          </p:nvPr>
        </p:nvSpPr>
        <p:spPr>
          <a:xfrm>
            <a:off x="178598" y="4750715"/>
            <a:ext cx="6467112" cy="276981"/>
          </a:xfrm>
          <a:noFill/>
          <a:ln w="9525"/>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a:lstStyle/>
          <a:p>
            <a:pPr eaLnBrk="1" hangingPunct="1"/>
            <a:endParaRPr lang="fr-FR" altLang="fr-FR"/>
          </a:p>
        </p:txBody>
      </p:sp>
    </p:spTree>
  </p:cSld>
  <p:clrMapOvr>
    <a:masterClrMapping/>
  </p:clrMapOvr>
</p:notes>
</file>

<file path=ppt/notesSlides/notesSlide1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8466" name="Rectangle 2"/>
          <p:cNvSpPr>
            <a:spLocks noGrp="1" noRot="1" noChangeAspect="1" noChangeArrowheads="1" noTextEdit="1"/>
          </p:cNvSpPr>
          <p:nvPr>
            <p:ph type="sldImg"/>
          </p:nvPr>
        </p:nvSpPr>
        <p:spPr>
          <a:ln/>
        </p:spPr>
      </p:sp>
      <p:sp>
        <p:nvSpPr>
          <p:cNvPr id="318467" name="Rectangle 3"/>
          <p:cNvSpPr>
            <a:spLocks noGrp="1" noChangeArrowheads="1"/>
          </p:cNvSpPr>
          <p:nvPr>
            <p:ph type="body" idx="1"/>
          </p:nvPr>
        </p:nvSpPr>
        <p:spPr>
          <a:xfrm>
            <a:off x="178598" y="4750715"/>
            <a:ext cx="6467112" cy="276981"/>
          </a:xfrm>
          <a:noFill/>
          <a:ln w="9525"/>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a:lstStyle/>
          <a:p>
            <a:pPr eaLnBrk="1" hangingPunct="1"/>
            <a:endParaRPr lang="fr-FR" altLang="fr-FR"/>
          </a:p>
        </p:txBody>
      </p:sp>
    </p:spTree>
  </p:cSld>
  <p:clrMapOvr>
    <a:masterClrMapping/>
  </p:clrMapOvr>
</p:notes>
</file>

<file path=ppt/notesSlides/notesSlide1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9490" name="Rectangle 2"/>
          <p:cNvSpPr>
            <a:spLocks noGrp="1" noRot="1" noChangeAspect="1" noChangeArrowheads="1" noTextEdit="1"/>
          </p:cNvSpPr>
          <p:nvPr>
            <p:ph type="sldImg"/>
          </p:nvPr>
        </p:nvSpPr>
        <p:spPr>
          <a:ln/>
        </p:spPr>
      </p:sp>
      <p:sp>
        <p:nvSpPr>
          <p:cNvPr id="319491" name="Rectangle 3"/>
          <p:cNvSpPr>
            <a:spLocks noGrp="1" noChangeArrowheads="1"/>
          </p:cNvSpPr>
          <p:nvPr>
            <p:ph type="body" idx="1"/>
          </p:nvPr>
        </p:nvSpPr>
        <p:spPr>
          <a:xfrm>
            <a:off x="178598" y="4750715"/>
            <a:ext cx="6467112" cy="276981"/>
          </a:xfrm>
          <a:noFill/>
          <a:ln w="9525"/>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a:lstStyle/>
          <a:p>
            <a:pPr eaLnBrk="1" hangingPunct="1"/>
            <a:endParaRPr lang="fr-FR" altLang="fr-FR"/>
          </a:p>
        </p:txBody>
      </p:sp>
    </p:spTree>
  </p:cSld>
  <p:clrMapOvr>
    <a:masterClrMapping/>
  </p:clrMapOvr>
</p:notes>
</file>

<file path=ppt/notesSlides/notesSlide1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0514" name="Rectangle 2"/>
          <p:cNvSpPr>
            <a:spLocks noGrp="1" noRot="1" noChangeAspect="1" noChangeArrowheads="1" noTextEdit="1"/>
          </p:cNvSpPr>
          <p:nvPr>
            <p:ph type="sldImg"/>
          </p:nvPr>
        </p:nvSpPr>
        <p:spPr>
          <a:solidFill>
            <a:srgbClr val="FFFFFF"/>
          </a:solidFill>
          <a:ln/>
        </p:spPr>
      </p:sp>
      <p:sp>
        <p:nvSpPr>
          <p:cNvPr id="320515" name="Rectangle 3"/>
          <p:cNvSpPr>
            <a:spLocks noGrp="1" noChangeArrowheads="1"/>
          </p:cNvSpPr>
          <p:nvPr>
            <p:ph type="body" idx="1"/>
          </p:nvPr>
        </p:nvSpPr>
        <p:spPr>
          <a:xfrm>
            <a:off x="178598" y="4750715"/>
            <a:ext cx="6467112" cy="276981"/>
          </a:xfrm>
          <a:solidFill>
            <a:srgbClr val="FFFFFF"/>
          </a:solidFill>
          <a:ln w="9525"/>
          <a:extLst>
            <a:ext uri="{91240B29-F687-4F45-9708-019B960494DF}">
              <a14:hiddenLine xmlns:a14="http://schemas.microsoft.com/office/drawing/2010/main" w="6350">
                <a:solidFill>
                  <a:srgbClr val="000000"/>
                </a:solidFill>
                <a:miter lim="800000"/>
                <a:headEnd/>
                <a:tailEnd/>
              </a14:hiddenLine>
            </a:ext>
          </a:extLst>
        </p:spPr>
        <p:txBody>
          <a:bodyPr/>
          <a:lstStyle/>
          <a:p>
            <a:pPr eaLnBrk="1" hangingPunct="1"/>
            <a:endParaRPr lang="fr-FR" altLang="fr-FR"/>
          </a:p>
        </p:txBody>
      </p:sp>
    </p:spTree>
  </p:cSld>
  <p:clrMapOvr>
    <a:masterClrMapping/>
  </p:clrMapOvr>
</p:notes>
</file>

<file path=ppt/notesSlides/notesSlide1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1538" name="Rectangle 2"/>
          <p:cNvSpPr>
            <a:spLocks noGrp="1" noRot="1" noChangeAspect="1" noChangeArrowheads="1" noTextEdit="1"/>
          </p:cNvSpPr>
          <p:nvPr>
            <p:ph type="sldImg"/>
          </p:nvPr>
        </p:nvSpPr>
        <p:spPr>
          <a:ln/>
        </p:spPr>
      </p:sp>
      <p:sp>
        <p:nvSpPr>
          <p:cNvPr id="321539" name="Rectangle 3"/>
          <p:cNvSpPr>
            <a:spLocks noGrp="1" noChangeArrowheads="1"/>
          </p:cNvSpPr>
          <p:nvPr>
            <p:ph type="body" idx="1"/>
          </p:nvPr>
        </p:nvSpPr>
        <p:spPr>
          <a:xfrm>
            <a:off x="178598" y="4750715"/>
            <a:ext cx="6467112" cy="276981"/>
          </a:xfrm>
          <a:noFill/>
          <a:ln w="9525"/>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a:lstStyle/>
          <a:p>
            <a:pPr eaLnBrk="1" hangingPunct="1"/>
            <a:endParaRPr lang="fr-FR" altLang="fr-FR"/>
          </a:p>
        </p:txBody>
      </p:sp>
    </p:spTree>
  </p:cSld>
  <p:clrMapOvr>
    <a:masterClrMapping/>
  </p:clrMapOvr>
</p:notes>
</file>

<file path=ppt/notesSlides/notesSlide1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2562" name="Rectangle 2"/>
          <p:cNvSpPr>
            <a:spLocks noGrp="1" noRot="1" noChangeAspect="1" noChangeArrowheads="1" noTextEdit="1"/>
          </p:cNvSpPr>
          <p:nvPr>
            <p:ph type="sldImg"/>
          </p:nvPr>
        </p:nvSpPr>
        <p:spPr>
          <a:ln/>
        </p:spPr>
      </p:sp>
      <p:sp>
        <p:nvSpPr>
          <p:cNvPr id="322563" name="Rectangle 3"/>
          <p:cNvSpPr>
            <a:spLocks noGrp="1" noChangeArrowheads="1"/>
          </p:cNvSpPr>
          <p:nvPr>
            <p:ph type="body" idx="1"/>
          </p:nvPr>
        </p:nvSpPr>
        <p:spPr>
          <a:xfrm>
            <a:off x="178598" y="4750715"/>
            <a:ext cx="6467112" cy="276981"/>
          </a:xfrm>
          <a:noFill/>
          <a:ln w="9525"/>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a:lstStyle/>
          <a:p>
            <a:pPr eaLnBrk="1" hangingPunct="1"/>
            <a:endParaRPr lang="fr-FR" altLang="fr-FR"/>
          </a:p>
        </p:txBody>
      </p:sp>
    </p:spTree>
  </p:cSld>
  <p:clrMapOvr>
    <a:masterClrMapping/>
  </p:clrMapOvr>
</p:notes>
</file>

<file path=ppt/notesSlides/notesSlide1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3586" name="Rectangle 2"/>
          <p:cNvSpPr>
            <a:spLocks noGrp="1" noRot="1" noChangeAspect="1" noChangeArrowheads="1" noTextEdit="1"/>
          </p:cNvSpPr>
          <p:nvPr>
            <p:ph type="sldImg"/>
          </p:nvPr>
        </p:nvSpPr>
        <p:spPr>
          <a:ln/>
        </p:spPr>
      </p:sp>
      <p:sp>
        <p:nvSpPr>
          <p:cNvPr id="323587" name="Rectangle 3"/>
          <p:cNvSpPr>
            <a:spLocks noGrp="1" noChangeArrowheads="1"/>
          </p:cNvSpPr>
          <p:nvPr>
            <p:ph type="body" idx="1"/>
          </p:nvPr>
        </p:nvSpPr>
        <p:spPr>
          <a:xfrm>
            <a:off x="178598" y="4750715"/>
            <a:ext cx="6467112" cy="276981"/>
          </a:xfrm>
          <a:noFill/>
          <a:ln w="9525"/>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a:lstStyle/>
          <a:p>
            <a:pPr eaLnBrk="1" hangingPunct="1"/>
            <a:endParaRPr lang="fr-FR" altLang="fr-FR"/>
          </a:p>
        </p:txBody>
      </p:sp>
    </p:spTree>
  </p:cSld>
  <p:clrMapOvr>
    <a:masterClrMapping/>
  </p:clrMapOvr>
</p:notes>
</file>

<file path=ppt/notesSlides/notesSlide1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4610" name="Rectangle 2"/>
          <p:cNvSpPr>
            <a:spLocks noGrp="1" noRot="1" noChangeAspect="1" noChangeArrowheads="1" noTextEdit="1"/>
          </p:cNvSpPr>
          <p:nvPr>
            <p:ph type="sldImg"/>
          </p:nvPr>
        </p:nvSpPr>
        <p:spPr>
          <a:ln/>
        </p:spPr>
      </p:sp>
      <p:sp>
        <p:nvSpPr>
          <p:cNvPr id="324611" name="Rectangle 3"/>
          <p:cNvSpPr>
            <a:spLocks noGrp="1" noChangeArrowheads="1"/>
          </p:cNvSpPr>
          <p:nvPr>
            <p:ph type="body" idx="1"/>
          </p:nvPr>
        </p:nvSpPr>
        <p:spPr>
          <a:xfrm>
            <a:off x="178598" y="4750715"/>
            <a:ext cx="6467112" cy="276981"/>
          </a:xfrm>
          <a:noFill/>
          <a:ln w="9525"/>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a:lstStyle/>
          <a:p>
            <a:pPr eaLnBrk="1" hangingPunct="1"/>
            <a:endParaRPr lang="fr-FR" altLang="fr-FR"/>
          </a:p>
        </p:txBody>
      </p:sp>
    </p:spTree>
  </p:cSld>
  <p:clrMapOvr>
    <a:masterClrMapping/>
  </p:clrMapOvr>
</p:notes>
</file>

<file path=ppt/notesSlides/notesSlide1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5634" name="Rectangle 2"/>
          <p:cNvSpPr>
            <a:spLocks noGrp="1" noRot="1" noChangeAspect="1" noChangeArrowheads="1" noTextEdit="1"/>
          </p:cNvSpPr>
          <p:nvPr>
            <p:ph type="sldImg"/>
          </p:nvPr>
        </p:nvSpPr>
        <p:spPr>
          <a:ln/>
        </p:spPr>
      </p:sp>
      <p:sp>
        <p:nvSpPr>
          <p:cNvPr id="325635" name="Rectangle 3"/>
          <p:cNvSpPr>
            <a:spLocks noGrp="1" noChangeArrowheads="1"/>
          </p:cNvSpPr>
          <p:nvPr>
            <p:ph type="body" idx="1"/>
          </p:nvPr>
        </p:nvSpPr>
        <p:spPr>
          <a:xfrm>
            <a:off x="178598" y="4750715"/>
            <a:ext cx="6467112" cy="276981"/>
          </a:xfrm>
          <a:noFill/>
          <a:ln w="9525"/>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a:lstStyle/>
          <a:p>
            <a:pPr eaLnBrk="1" hangingPunct="1"/>
            <a:endParaRPr lang="fr-FR" altLang="fr-FR"/>
          </a:p>
        </p:txBody>
      </p:sp>
    </p:spTree>
  </p:cSld>
  <p:clrMapOvr>
    <a:masterClrMapping/>
  </p:clrMapOvr>
</p:notes>
</file>

<file path=ppt/notesSlides/notesSlide1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6658" name="Rectangle 2"/>
          <p:cNvSpPr>
            <a:spLocks noGrp="1" noRot="1" noChangeAspect="1" noChangeArrowheads="1" noTextEdit="1"/>
          </p:cNvSpPr>
          <p:nvPr>
            <p:ph type="sldImg"/>
          </p:nvPr>
        </p:nvSpPr>
        <p:spPr>
          <a:ln/>
        </p:spPr>
      </p:sp>
      <p:sp>
        <p:nvSpPr>
          <p:cNvPr id="326659" name="Rectangle 3"/>
          <p:cNvSpPr>
            <a:spLocks noGrp="1" noChangeArrowheads="1"/>
          </p:cNvSpPr>
          <p:nvPr>
            <p:ph type="body" idx="1"/>
          </p:nvPr>
        </p:nvSpPr>
        <p:spPr>
          <a:xfrm>
            <a:off x="496628" y="4904405"/>
            <a:ext cx="5805988" cy="1569642"/>
          </a:xfrm>
          <a:noFill/>
          <a:ln w="9525"/>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a:lstStyle/>
          <a:p>
            <a:pPr eaLnBrk="1" hangingPunct="1"/>
            <a:r>
              <a:rPr lang="fr-FR" altLang="fr-FR" b="0"/>
              <a:t>Une chaîne logistique forme un tout inséparable. Ce que décide le client est ressenti par le fournisseur, et inversement. II n'est pas possible d'imposer au fournisseur les conditions de livraison en KANBAN si celui-ci n'est pas préparé. Cela suppose une étude préalable approfondie, qui va jusqu'à remettre en cause l'organisation même du fournisseur. Cette étude ne doit pas être menée par le Service Achats seul, mais implique en premier lieu les Services de Production de chaque partenaire. S'il n'y a pas une coopération entre le client et son fournisseur, le risque est effectivement que le fournisseur seul supporte le coût des stocks.</a:t>
            </a:r>
          </a:p>
        </p:txBody>
      </p:sp>
    </p:spTree>
  </p:cSld>
  <p:clrMapOvr>
    <a:masterClrMapping/>
  </p:clrMapOvr>
</p:notes>
</file>

<file path=ppt/notesSlides/notesSlide1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7682" name="Rectangle 2"/>
          <p:cNvSpPr>
            <a:spLocks noGrp="1" noRot="1" noChangeAspect="1" noChangeArrowheads="1" noTextEdit="1"/>
          </p:cNvSpPr>
          <p:nvPr>
            <p:ph type="sldImg"/>
          </p:nvPr>
        </p:nvSpPr>
        <p:spPr>
          <a:ln/>
        </p:spPr>
      </p:sp>
      <p:sp>
        <p:nvSpPr>
          <p:cNvPr id="327683" name="Rectangle 3"/>
          <p:cNvSpPr>
            <a:spLocks noGrp="1" noChangeArrowheads="1"/>
          </p:cNvSpPr>
          <p:nvPr>
            <p:ph type="body" idx="1"/>
          </p:nvPr>
        </p:nvSpPr>
        <p:spPr>
          <a:xfrm>
            <a:off x="178598" y="4750715"/>
            <a:ext cx="6467112" cy="276981"/>
          </a:xfrm>
          <a:noFill/>
          <a:ln w="9525"/>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a:lstStyle/>
          <a:p>
            <a:pPr eaLnBrk="1" hangingPunct="1"/>
            <a:endParaRPr lang="fr-FR" altLang="fr-FR"/>
          </a:p>
        </p:txBody>
      </p:sp>
    </p:spTree>
  </p:cSld>
  <p:clrMapOvr>
    <a:masterClrMapping/>
  </p:clrMapOvr>
</p:notes>
</file>

<file path=ppt/notesSlides/notesSlide1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8706" name="Rectangle 2"/>
          <p:cNvSpPr>
            <a:spLocks noGrp="1" noRot="1" noChangeAspect="1" noChangeArrowheads="1" noTextEdit="1"/>
          </p:cNvSpPr>
          <p:nvPr>
            <p:ph type="sldImg"/>
          </p:nvPr>
        </p:nvSpPr>
        <p:spPr>
          <a:ln/>
        </p:spPr>
      </p:sp>
      <p:sp>
        <p:nvSpPr>
          <p:cNvPr id="328707" name="Rectangle 3"/>
          <p:cNvSpPr>
            <a:spLocks noGrp="1" noChangeArrowheads="1"/>
          </p:cNvSpPr>
          <p:nvPr>
            <p:ph type="body" idx="1"/>
          </p:nvPr>
        </p:nvSpPr>
        <p:spPr>
          <a:xfrm>
            <a:off x="178598" y="4750715"/>
            <a:ext cx="6467112" cy="276981"/>
          </a:xfrm>
          <a:noFill/>
          <a:ln w="9525"/>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a:lstStyle/>
          <a:p>
            <a:pPr eaLnBrk="1" hangingPunct="1"/>
            <a:endParaRPr lang="fr-FR" altLang="fr-FR"/>
          </a:p>
        </p:txBody>
      </p:sp>
    </p:spTree>
  </p:cSld>
  <p:clrMapOvr>
    <a:masterClrMapping/>
  </p:clrMapOvr>
</p:notes>
</file>

<file path=ppt/notesSlides/notesSlide1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9730" name="Rectangle 2"/>
          <p:cNvSpPr>
            <a:spLocks noGrp="1" noRot="1" noChangeAspect="1" noChangeArrowheads="1" noTextEdit="1"/>
          </p:cNvSpPr>
          <p:nvPr>
            <p:ph type="sldImg"/>
          </p:nvPr>
        </p:nvSpPr>
        <p:spPr>
          <a:ln/>
        </p:spPr>
      </p:sp>
      <p:sp>
        <p:nvSpPr>
          <p:cNvPr id="329731" name="Rectangle 3"/>
          <p:cNvSpPr>
            <a:spLocks noGrp="1" noChangeArrowheads="1"/>
          </p:cNvSpPr>
          <p:nvPr>
            <p:ph type="body" idx="1"/>
          </p:nvPr>
        </p:nvSpPr>
        <p:spPr>
          <a:xfrm>
            <a:off x="496628" y="4904404"/>
            <a:ext cx="5805988" cy="461647"/>
          </a:xfrm>
          <a:noFill/>
          <a:ln w="9525"/>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a:lstStyle/>
          <a:p>
            <a:pPr eaLnBrk="1" hangingPunct="1"/>
            <a:r>
              <a:rPr lang="fr-FR" altLang="fr-FR" b="0"/>
              <a:t>L’animateur met à jour le tableau de bord, enregistre les décisions de progrès sur la feuille Relevé des progrès et met à jour la cartographie des progrès.</a:t>
            </a:r>
            <a:endParaRPr lang="fr-FR" altLang="fr-FR"/>
          </a:p>
        </p:txBody>
      </p:sp>
    </p:spTree>
  </p:cSld>
  <p:clrMapOvr>
    <a:masterClrMapping/>
  </p:clrMapOvr>
</p:notes>
</file>

<file path=ppt/notesSlides/notesSlide1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0754" name="Rectangle 2"/>
          <p:cNvSpPr>
            <a:spLocks noGrp="1" noRot="1" noChangeAspect="1" noChangeArrowheads="1" noTextEdit="1"/>
          </p:cNvSpPr>
          <p:nvPr>
            <p:ph type="sldImg"/>
          </p:nvPr>
        </p:nvSpPr>
        <p:spPr>
          <a:ln/>
        </p:spPr>
      </p:sp>
      <p:sp>
        <p:nvSpPr>
          <p:cNvPr id="330755" name="Rectangle 3"/>
          <p:cNvSpPr>
            <a:spLocks noGrp="1" noChangeArrowheads="1"/>
          </p:cNvSpPr>
          <p:nvPr>
            <p:ph type="body" idx="1"/>
          </p:nvPr>
        </p:nvSpPr>
        <p:spPr>
          <a:xfrm>
            <a:off x="496628" y="4904404"/>
            <a:ext cx="5805988" cy="276981"/>
          </a:xfrm>
          <a:noFill/>
          <a:ln w="9525"/>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a:lstStyle/>
          <a:p>
            <a:pPr eaLnBrk="1" hangingPunct="1"/>
            <a:endParaRPr lang="fr-FR" altLang="fr-FR" b="0"/>
          </a:p>
        </p:txBody>
      </p:sp>
    </p:spTree>
  </p:cSld>
  <p:clrMapOvr>
    <a:masterClrMapping/>
  </p:clrMapOvr>
</p:notes>
</file>

<file path=ppt/notesSlides/notesSlide1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1778" name="Rectangle 2"/>
          <p:cNvSpPr>
            <a:spLocks noGrp="1" noRot="1" noChangeAspect="1" noChangeArrowheads="1" noTextEdit="1"/>
          </p:cNvSpPr>
          <p:nvPr>
            <p:ph type="sldImg"/>
          </p:nvPr>
        </p:nvSpPr>
        <p:spPr>
          <a:ln/>
        </p:spPr>
      </p:sp>
      <p:sp>
        <p:nvSpPr>
          <p:cNvPr id="331779" name="Rectangle 3"/>
          <p:cNvSpPr>
            <a:spLocks noGrp="1" noChangeArrowheads="1"/>
          </p:cNvSpPr>
          <p:nvPr>
            <p:ph type="body" idx="1"/>
          </p:nvPr>
        </p:nvSpPr>
        <p:spPr>
          <a:xfrm>
            <a:off x="496628" y="4904404"/>
            <a:ext cx="5805988" cy="461647"/>
          </a:xfrm>
          <a:noFill/>
          <a:ln w="9525"/>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a:lstStyle/>
          <a:p>
            <a:pPr eaLnBrk="1" hangingPunct="1"/>
            <a:r>
              <a:rPr lang="fr-FR" altLang="fr-FR" b="0"/>
              <a:t>L’animateur enregistre les décisions sur la feuille Relevé des progrès et met à jour la cartographie des progrès (fichier Analyse des progrès).</a:t>
            </a:r>
          </a:p>
        </p:txBody>
      </p:sp>
    </p:spTree>
  </p:cSld>
  <p:clrMapOvr>
    <a:masterClrMapping/>
  </p:clrMapOvr>
</p:notes>
</file>

<file path=ppt/notesSlides/notesSlide1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2802" name="Rectangle 2"/>
          <p:cNvSpPr>
            <a:spLocks noGrp="1" noRot="1" noChangeAspect="1" noChangeArrowheads="1" noTextEdit="1"/>
          </p:cNvSpPr>
          <p:nvPr>
            <p:ph type="sldImg"/>
          </p:nvPr>
        </p:nvSpPr>
        <p:spPr>
          <a:solidFill>
            <a:srgbClr val="FFFFFF"/>
          </a:solidFill>
          <a:ln/>
        </p:spPr>
      </p:sp>
      <p:sp>
        <p:nvSpPr>
          <p:cNvPr id="332803" name="Rectangle 3"/>
          <p:cNvSpPr>
            <a:spLocks noGrp="1" noChangeArrowheads="1"/>
          </p:cNvSpPr>
          <p:nvPr>
            <p:ph type="body" idx="1"/>
          </p:nvPr>
        </p:nvSpPr>
        <p:spPr>
          <a:xfrm>
            <a:off x="178598" y="4750715"/>
            <a:ext cx="6467112" cy="2345239"/>
          </a:xfrm>
          <a:solidFill>
            <a:srgbClr val="FFFFFF"/>
          </a:solidFill>
          <a:ln w="9525"/>
          <a:extLst>
            <a:ext uri="{91240B29-F687-4F45-9708-019B960494DF}">
              <a14:hiddenLine xmlns:a14="http://schemas.microsoft.com/office/drawing/2010/main" w="6350">
                <a:solidFill>
                  <a:srgbClr val="000000"/>
                </a:solidFill>
                <a:miter lim="800000"/>
                <a:headEnd/>
                <a:tailEnd/>
              </a14:hiddenLine>
            </a:ext>
          </a:extLst>
        </p:spPr>
        <p:txBody>
          <a:bodyPr/>
          <a:lstStyle/>
          <a:p>
            <a:pPr eaLnBrk="1" hangingPunct="1"/>
            <a:r>
              <a:rPr lang="fr-FR" altLang="fr-FR"/>
              <a:t>Variante pour aller plus vite</a:t>
            </a:r>
          </a:p>
          <a:p>
            <a:pPr eaLnBrk="1" hangingPunct="1"/>
            <a:endParaRPr lang="fr-FR" altLang="fr-FR"/>
          </a:p>
          <a:p>
            <a:pPr eaLnBrk="1" hangingPunct="1"/>
            <a:r>
              <a:rPr lang="fr-FR" altLang="fr-FR" b="0"/>
              <a:t>Il est possible de ne pas simuler la semaine 3.</a:t>
            </a:r>
            <a:r>
              <a:rPr lang="fr-FR" altLang="fr-FR"/>
              <a:t> </a:t>
            </a:r>
            <a:r>
              <a:rPr lang="fr-FR" altLang="fr-FR" b="0"/>
              <a:t>Nous conseillons de sauter la semaine 3 plutôt que la semaine 4, car cette dernière comporte une particularité importante : les expéditions sont lissées, elles se font heure par heure et non jour par jour, ce qui permet de réduire sensiblement les stocks de produits finis.</a:t>
            </a:r>
          </a:p>
          <a:p>
            <a:pPr eaLnBrk="1" hangingPunct="1"/>
            <a:endParaRPr lang="fr-FR" altLang="fr-FR" b="0"/>
          </a:p>
          <a:p>
            <a:pPr eaLnBrk="1" hangingPunct="1"/>
            <a:r>
              <a:rPr lang="fr-FR" altLang="fr-FR" b="0"/>
              <a:t>Si l’animateur décide de sauter la semaine 3, il doit le signaler quand il présente le tableau des progrès. En effet, pour que les participants disposent du même nombre de progrès il faut que les points attribués pour la semaine 3 (soit 6 points) soient répartis sur la semaine 2 (2 points en plus) et sur la semaine 4 (4 points en plus).</a:t>
            </a:r>
          </a:p>
        </p:txBody>
      </p:sp>
    </p:spTree>
  </p:cSld>
  <p:clrMapOvr>
    <a:masterClrMapping/>
  </p:clrMapOvr>
</p:notes>
</file>

<file path=ppt/notesSlides/notesSlide1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3826" name="Rectangle 2"/>
          <p:cNvSpPr>
            <a:spLocks noGrp="1" noRot="1" noChangeAspect="1" noChangeArrowheads="1" noTextEdit="1"/>
          </p:cNvSpPr>
          <p:nvPr>
            <p:ph type="sldImg"/>
          </p:nvPr>
        </p:nvSpPr>
        <p:spPr>
          <a:ln/>
        </p:spPr>
      </p:sp>
      <p:sp>
        <p:nvSpPr>
          <p:cNvPr id="333827" name="Rectangle 3"/>
          <p:cNvSpPr>
            <a:spLocks noGrp="1" noChangeArrowheads="1"/>
          </p:cNvSpPr>
          <p:nvPr>
            <p:ph type="body" idx="1"/>
          </p:nvPr>
        </p:nvSpPr>
        <p:spPr>
          <a:xfrm>
            <a:off x="178598" y="4750715"/>
            <a:ext cx="6467112" cy="276981"/>
          </a:xfrm>
          <a:noFill/>
          <a:ln w="9525"/>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a:lstStyle/>
          <a:p>
            <a:pPr eaLnBrk="1" hangingPunct="1"/>
            <a:endParaRPr lang="fr-FR" altLang="fr-FR"/>
          </a:p>
        </p:txBody>
      </p:sp>
    </p:spTree>
  </p:cSld>
  <p:clrMapOvr>
    <a:masterClrMapping/>
  </p:clrMapOvr>
</p:notes>
</file>

<file path=ppt/notesSlides/notesSlide1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4850" name="Rectangle 2"/>
          <p:cNvSpPr>
            <a:spLocks noGrp="1" noRot="1" noChangeAspect="1" noChangeArrowheads="1" noTextEdit="1"/>
          </p:cNvSpPr>
          <p:nvPr>
            <p:ph type="sldImg"/>
          </p:nvPr>
        </p:nvSpPr>
        <p:spPr>
          <a:ln/>
        </p:spPr>
      </p:sp>
      <p:sp>
        <p:nvSpPr>
          <p:cNvPr id="334851" name="Rectangle 3"/>
          <p:cNvSpPr>
            <a:spLocks noGrp="1" noChangeArrowheads="1"/>
          </p:cNvSpPr>
          <p:nvPr>
            <p:ph type="body" idx="1"/>
          </p:nvPr>
        </p:nvSpPr>
        <p:spPr>
          <a:xfrm>
            <a:off x="178598" y="4750715"/>
            <a:ext cx="6467112" cy="276981"/>
          </a:xfrm>
          <a:noFill/>
          <a:ln w="9525"/>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a:lstStyle/>
          <a:p>
            <a:pPr eaLnBrk="1" hangingPunct="1"/>
            <a:endParaRPr lang="fr-FR" altLang="fr-FR"/>
          </a:p>
        </p:txBody>
      </p:sp>
    </p:spTree>
  </p:cSld>
  <p:clrMapOvr>
    <a:masterClrMapping/>
  </p:clrMapOvr>
</p:notes>
</file>

<file path=ppt/notesSlides/notesSlide1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5874" name="Rectangle 2"/>
          <p:cNvSpPr>
            <a:spLocks noGrp="1" noRot="1" noChangeAspect="1" noChangeArrowheads="1" noTextEdit="1"/>
          </p:cNvSpPr>
          <p:nvPr>
            <p:ph type="sldImg"/>
          </p:nvPr>
        </p:nvSpPr>
        <p:spPr>
          <a:ln/>
        </p:spPr>
      </p:sp>
      <p:sp>
        <p:nvSpPr>
          <p:cNvPr id="335875" name="Rectangle 3"/>
          <p:cNvSpPr>
            <a:spLocks noGrp="1" noChangeArrowheads="1"/>
          </p:cNvSpPr>
          <p:nvPr>
            <p:ph type="body" idx="1"/>
          </p:nvPr>
        </p:nvSpPr>
        <p:spPr>
          <a:xfrm>
            <a:off x="178598" y="4750715"/>
            <a:ext cx="6467112" cy="276981"/>
          </a:xfrm>
          <a:noFill/>
          <a:ln w="9525"/>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a:lstStyle/>
          <a:p>
            <a:pPr eaLnBrk="1" hangingPunct="1"/>
            <a:endParaRPr lang="fr-FR" altLang="fr-FR"/>
          </a:p>
        </p:txBody>
      </p:sp>
    </p:spTree>
  </p:cSld>
  <p:clrMapOvr>
    <a:masterClrMapping/>
  </p:clrMapOvr>
</p:notes>
</file>

<file path=ppt/notesSlides/notesSlide1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6898" name="Rectangle 2"/>
          <p:cNvSpPr>
            <a:spLocks noGrp="1" noRot="1" noChangeAspect="1" noChangeArrowheads="1" noTextEdit="1"/>
          </p:cNvSpPr>
          <p:nvPr>
            <p:ph type="sldImg"/>
          </p:nvPr>
        </p:nvSpPr>
        <p:spPr>
          <a:ln/>
        </p:spPr>
      </p:sp>
      <p:sp>
        <p:nvSpPr>
          <p:cNvPr id="336899" name="Rectangle 3"/>
          <p:cNvSpPr>
            <a:spLocks noGrp="1" noChangeArrowheads="1"/>
          </p:cNvSpPr>
          <p:nvPr>
            <p:ph type="body" idx="1"/>
          </p:nvPr>
        </p:nvSpPr>
        <p:spPr>
          <a:xfrm>
            <a:off x="178598" y="4750715"/>
            <a:ext cx="6467112" cy="276981"/>
          </a:xfrm>
          <a:noFill/>
          <a:ln w="9525"/>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a:lstStyle/>
          <a:p>
            <a:pPr eaLnBrk="1" hangingPunct="1"/>
            <a:endParaRPr lang="fr-FR" altLang="fr-FR"/>
          </a:p>
        </p:txBody>
      </p:sp>
    </p:spTree>
  </p:cSld>
  <p:clrMapOvr>
    <a:masterClrMapping/>
  </p:clrMapOvr>
</p:notes>
</file>

<file path=ppt/notesSlides/notesSlide1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7922" name="Rectangle 2"/>
          <p:cNvSpPr>
            <a:spLocks noGrp="1" noRot="1" noChangeAspect="1" noChangeArrowheads="1" noTextEdit="1"/>
          </p:cNvSpPr>
          <p:nvPr>
            <p:ph type="sldImg"/>
          </p:nvPr>
        </p:nvSpPr>
        <p:spPr>
          <a:ln/>
        </p:spPr>
      </p:sp>
      <p:sp>
        <p:nvSpPr>
          <p:cNvPr id="337923" name="Rectangle 3"/>
          <p:cNvSpPr>
            <a:spLocks noGrp="1" noChangeArrowheads="1"/>
          </p:cNvSpPr>
          <p:nvPr>
            <p:ph type="body" idx="1"/>
          </p:nvPr>
        </p:nvSpPr>
        <p:spPr>
          <a:xfrm>
            <a:off x="178598" y="4750715"/>
            <a:ext cx="6467112" cy="276981"/>
          </a:xfrm>
          <a:noFill/>
          <a:ln w="9525"/>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a:lstStyle/>
          <a:p>
            <a:pPr eaLnBrk="1" hangingPunct="1"/>
            <a:endParaRPr lang="fr-FR" altLang="fr-FR"/>
          </a:p>
        </p:txBody>
      </p:sp>
    </p:spTree>
  </p:cSld>
  <p:clrMapOvr>
    <a:masterClrMapping/>
  </p:clrMapOvr>
</p:notes>
</file>

<file path=ppt/notesSlides/notesSlide1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8946" name="Rectangle 2"/>
          <p:cNvSpPr>
            <a:spLocks noGrp="1" noRot="1" noChangeAspect="1" noChangeArrowheads="1" noTextEdit="1"/>
          </p:cNvSpPr>
          <p:nvPr>
            <p:ph type="sldImg"/>
          </p:nvPr>
        </p:nvSpPr>
        <p:spPr>
          <a:ln/>
        </p:spPr>
      </p:sp>
      <p:sp>
        <p:nvSpPr>
          <p:cNvPr id="338947" name="Rectangle 3"/>
          <p:cNvSpPr>
            <a:spLocks noGrp="1" noChangeArrowheads="1"/>
          </p:cNvSpPr>
          <p:nvPr>
            <p:ph type="body" idx="1"/>
          </p:nvPr>
        </p:nvSpPr>
        <p:spPr>
          <a:xfrm>
            <a:off x="178598" y="4750715"/>
            <a:ext cx="6467112" cy="276981"/>
          </a:xfrm>
          <a:noFill/>
          <a:ln w="9525"/>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a:lstStyle/>
          <a:p>
            <a:pPr eaLnBrk="1" hangingPunct="1"/>
            <a:endParaRPr lang="fr-FR" altLang="fr-FR"/>
          </a:p>
        </p:txBody>
      </p:sp>
    </p:spTree>
  </p:cSld>
  <p:clrMapOvr>
    <a:masterClrMapping/>
  </p:clrMapOvr>
</p:notes>
</file>

<file path=ppt/notesSlides/notesSlide1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9970" name="Rectangle 2"/>
          <p:cNvSpPr>
            <a:spLocks noGrp="1" noRot="1" noChangeAspect="1" noChangeArrowheads="1" noTextEdit="1"/>
          </p:cNvSpPr>
          <p:nvPr>
            <p:ph type="sldImg"/>
          </p:nvPr>
        </p:nvSpPr>
        <p:spPr>
          <a:ln/>
        </p:spPr>
      </p:sp>
      <p:sp>
        <p:nvSpPr>
          <p:cNvPr id="339971" name="Rectangle 3"/>
          <p:cNvSpPr>
            <a:spLocks noGrp="1" noChangeArrowheads="1"/>
          </p:cNvSpPr>
          <p:nvPr>
            <p:ph type="body" idx="1"/>
          </p:nvPr>
        </p:nvSpPr>
        <p:spPr>
          <a:xfrm>
            <a:off x="178598" y="4750715"/>
            <a:ext cx="6467112" cy="276981"/>
          </a:xfrm>
          <a:noFill/>
          <a:ln w="9525"/>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a:lstStyle/>
          <a:p>
            <a:pPr eaLnBrk="1" hangingPunct="1"/>
            <a:endParaRPr lang="fr-FR" altLang="fr-FR"/>
          </a:p>
        </p:txBody>
      </p:sp>
    </p:spTree>
  </p:cSld>
  <p:clrMapOvr>
    <a:masterClrMapping/>
  </p:clrMapOvr>
</p:notes>
</file>

<file path=ppt/notesSlides/notesSlide1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0994" name="Rectangle 2"/>
          <p:cNvSpPr>
            <a:spLocks noGrp="1" noRot="1" noChangeAspect="1" noChangeArrowheads="1" noTextEdit="1"/>
          </p:cNvSpPr>
          <p:nvPr>
            <p:ph type="sldImg"/>
          </p:nvPr>
        </p:nvSpPr>
        <p:spPr>
          <a:solidFill>
            <a:srgbClr val="FFFFFF"/>
          </a:solidFill>
          <a:ln/>
        </p:spPr>
      </p:sp>
      <p:sp>
        <p:nvSpPr>
          <p:cNvPr id="340995" name="Rectangle 3"/>
          <p:cNvSpPr>
            <a:spLocks noGrp="1" noChangeArrowheads="1"/>
          </p:cNvSpPr>
          <p:nvPr>
            <p:ph type="body" idx="1"/>
          </p:nvPr>
        </p:nvSpPr>
        <p:spPr>
          <a:xfrm>
            <a:off x="178598" y="4750715"/>
            <a:ext cx="6467112" cy="276981"/>
          </a:xfrm>
          <a:solidFill>
            <a:srgbClr val="FFFFFF"/>
          </a:solidFill>
          <a:ln w="9525"/>
          <a:extLst>
            <a:ext uri="{91240B29-F687-4F45-9708-019B960494DF}">
              <a14:hiddenLine xmlns:a14="http://schemas.microsoft.com/office/drawing/2010/main" w="6350">
                <a:solidFill>
                  <a:srgbClr val="000000"/>
                </a:solidFill>
                <a:miter lim="800000"/>
                <a:headEnd/>
                <a:tailEnd/>
              </a14:hiddenLine>
            </a:ext>
          </a:extLst>
        </p:spPr>
        <p:txBody>
          <a:bodyPr/>
          <a:lstStyle/>
          <a:p>
            <a:pPr eaLnBrk="1" hangingPunct="1"/>
            <a:endParaRPr lang="fr-FR" altLang="fr-FR"/>
          </a:p>
        </p:txBody>
      </p:sp>
    </p:spTree>
  </p:cSld>
  <p:clrMapOvr>
    <a:masterClrMapping/>
  </p:clrMapOvr>
</p:notes>
</file>

<file path=ppt/notesSlides/notesSlide1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2018" name="Rectangle 2"/>
          <p:cNvSpPr>
            <a:spLocks noGrp="1" noRot="1" noChangeAspect="1" noChangeArrowheads="1" noTextEdit="1"/>
          </p:cNvSpPr>
          <p:nvPr>
            <p:ph type="sldImg"/>
          </p:nvPr>
        </p:nvSpPr>
        <p:spPr>
          <a:ln/>
        </p:spPr>
      </p:sp>
      <p:sp>
        <p:nvSpPr>
          <p:cNvPr id="342019" name="Rectangle 3"/>
          <p:cNvSpPr>
            <a:spLocks noGrp="1" noChangeArrowheads="1"/>
          </p:cNvSpPr>
          <p:nvPr>
            <p:ph type="body" idx="1"/>
          </p:nvPr>
        </p:nvSpPr>
        <p:spPr>
          <a:xfrm>
            <a:off x="178598" y="4750715"/>
            <a:ext cx="6467112" cy="276981"/>
          </a:xfrm>
          <a:noFill/>
          <a:ln w="9525"/>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a:lstStyle/>
          <a:p>
            <a:pPr eaLnBrk="1" hangingPunct="1"/>
            <a:endParaRPr lang="fr-FR" altLang="fr-FR"/>
          </a:p>
        </p:txBody>
      </p:sp>
    </p:spTree>
  </p:cSld>
  <p:clrMapOvr>
    <a:masterClrMapping/>
  </p:clrMapOvr>
</p:notes>
</file>

<file path=ppt/notesSlides/notesSlide1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3042" name="Rectangle 2"/>
          <p:cNvSpPr>
            <a:spLocks noGrp="1" noRot="1" noChangeAspect="1" noChangeArrowheads="1" noTextEdit="1"/>
          </p:cNvSpPr>
          <p:nvPr>
            <p:ph type="sldImg"/>
          </p:nvPr>
        </p:nvSpPr>
        <p:spPr>
          <a:ln/>
        </p:spPr>
      </p:sp>
      <p:sp>
        <p:nvSpPr>
          <p:cNvPr id="343043" name="Rectangle 3"/>
          <p:cNvSpPr>
            <a:spLocks noGrp="1" noChangeArrowheads="1"/>
          </p:cNvSpPr>
          <p:nvPr>
            <p:ph type="body" idx="1"/>
          </p:nvPr>
        </p:nvSpPr>
        <p:spPr>
          <a:xfrm>
            <a:off x="178598" y="4750715"/>
            <a:ext cx="6467112" cy="276981"/>
          </a:xfrm>
          <a:noFill/>
          <a:ln w="9525"/>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a:lstStyle/>
          <a:p>
            <a:pPr eaLnBrk="1" hangingPunct="1"/>
            <a:endParaRPr lang="fr-FR" altLang="fr-FR"/>
          </a:p>
        </p:txBody>
      </p:sp>
    </p:spTree>
  </p:cSld>
  <p:clrMapOvr>
    <a:masterClrMapping/>
  </p:clrMapOvr>
</p:notes>
</file>

<file path=ppt/notesSlides/notesSlide1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4066" name="Rectangle 2"/>
          <p:cNvSpPr>
            <a:spLocks noGrp="1" noRot="1" noChangeAspect="1" noChangeArrowheads="1" noTextEdit="1"/>
          </p:cNvSpPr>
          <p:nvPr>
            <p:ph type="sldImg"/>
          </p:nvPr>
        </p:nvSpPr>
        <p:spPr>
          <a:ln/>
        </p:spPr>
      </p:sp>
      <p:sp>
        <p:nvSpPr>
          <p:cNvPr id="344067" name="Rectangle 3"/>
          <p:cNvSpPr>
            <a:spLocks noGrp="1" noChangeArrowheads="1"/>
          </p:cNvSpPr>
          <p:nvPr>
            <p:ph type="body" idx="1"/>
          </p:nvPr>
        </p:nvSpPr>
        <p:spPr>
          <a:xfrm>
            <a:off x="178598" y="4750715"/>
            <a:ext cx="6467112" cy="276981"/>
          </a:xfrm>
          <a:noFill/>
          <a:ln w="9525"/>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a:lstStyle/>
          <a:p>
            <a:pPr eaLnBrk="1" hangingPunct="1"/>
            <a:endParaRPr lang="fr-FR" altLang="fr-FR"/>
          </a:p>
        </p:txBody>
      </p:sp>
    </p:spTree>
  </p:cSld>
  <p:clrMapOvr>
    <a:masterClrMapping/>
  </p:clrMapOvr>
</p:notes>
</file>

<file path=ppt/notesSlides/notesSlide1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5090" name="Rectangle 2"/>
          <p:cNvSpPr>
            <a:spLocks noGrp="1" noRot="1" noChangeAspect="1" noChangeArrowheads="1" noTextEdit="1"/>
          </p:cNvSpPr>
          <p:nvPr>
            <p:ph type="sldImg"/>
          </p:nvPr>
        </p:nvSpPr>
        <p:spPr>
          <a:ln/>
        </p:spPr>
      </p:sp>
      <p:sp>
        <p:nvSpPr>
          <p:cNvPr id="345091" name="Rectangle 3"/>
          <p:cNvSpPr>
            <a:spLocks noGrp="1" noChangeArrowheads="1"/>
          </p:cNvSpPr>
          <p:nvPr>
            <p:ph type="body" idx="1"/>
          </p:nvPr>
        </p:nvSpPr>
        <p:spPr>
          <a:xfrm>
            <a:off x="178598" y="4750715"/>
            <a:ext cx="6467112" cy="276981"/>
          </a:xfrm>
          <a:noFill/>
          <a:ln w="9525"/>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a:lstStyle/>
          <a:p>
            <a:pPr eaLnBrk="1" hangingPunct="1"/>
            <a:endParaRPr lang="fr-FR" altLang="fr-FR"/>
          </a:p>
        </p:txBody>
      </p:sp>
    </p:spTree>
  </p:cSld>
  <p:clrMapOvr>
    <a:masterClrMapping/>
  </p:clrMapOvr>
</p:notes>
</file>

<file path=ppt/notesSlides/notesSlide1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6114" name="Rectangle 2"/>
          <p:cNvSpPr>
            <a:spLocks noGrp="1" noRot="1" noChangeAspect="1" noChangeArrowheads="1" noTextEdit="1"/>
          </p:cNvSpPr>
          <p:nvPr>
            <p:ph type="sldImg"/>
          </p:nvPr>
        </p:nvSpPr>
        <p:spPr>
          <a:ln/>
        </p:spPr>
      </p:sp>
      <p:sp>
        <p:nvSpPr>
          <p:cNvPr id="346115" name="Rectangle 3"/>
          <p:cNvSpPr>
            <a:spLocks noGrp="1" noChangeArrowheads="1"/>
          </p:cNvSpPr>
          <p:nvPr>
            <p:ph type="body" idx="1"/>
          </p:nvPr>
        </p:nvSpPr>
        <p:spPr>
          <a:xfrm>
            <a:off x="178598" y="4750715"/>
            <a:ext cx="6467112" cy="276981"/>
          </a:xfrm>
          <a:noFill/>
          <a:ln w="9525"/>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a:lstStyle/>
          <a:p>
            <a:pPr eaLnBrk="1" hangingPunct="1"/>
            <a:endParaRPr lang="fr-FR" altLang="fr-FR"/>
          </a:p>
        </p:txBody>
      </p:sp>
    </p:spTree>
  </p:cSld>
  <p:clrMapOvr>
    <a:masterClrMapping/>
  </p:clrMapOvr>
</p:notes>
</file>

<file path=ppt/notesSlides/notesSlide1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7138" name="Rectangle 2"/>
          <p:cNvSpPr>
            <a:spLocks noGrp="1" noRot="1" noChangeAspect="1" noChangeArrowheads="1" noTextEdit="1"/>
          </p:cNvSpPr>
          <p:nvPr>
            <p:ph type="sldImg"/>
          </p:nvPr>
        </p:nvSpPr>
        <p:spPr>
          <a:ln/>
        </p:spPr>
      </p:sp>
      <p:sp>
        <p:nvSpPr>
          <p:cNvPr id="347139" name="Rectangle 3"/>
          <p:cNvSpPr>
            <a:spLocks noGrp="1" noChangeArrowheads="1"/>
          </p:cNvSpPr>
          <p:nvPr>
            <p:ph type="body" idx="1"/>
          </p:nvPr>
        </p:nvSpPr>
        <p:spPr>
          <a:xfrm>
            <a:off x="178598" y="4750715"/>
            <a:ext cx="6467112" cy="276981"/>
          </a:xfrm>
          <a:noFill/>
          <a:ln w="9525"/>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a:lstStyle/>
          <a:p>
            <a:pPr eaLnBrk="1" hangingPunct="1"/>
            <a:endParaRPr lang="fr-FR" altLang="fr-FR"/>
          </a:p>
        </p:txBody>
      </p:sp>
    </p:spTree>
  </p:cSld>
  <p:clrMapOvr>
    <a:masterClrMapping/>
  </p:clrMapOvr>
</p:notes>
</file>

<file path=ppt/notesSlides/notesSlide1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8162" name="Rectangle 2"/>
          <p:cNvSpPr>
            <a:spLocks noGrp="1" noRot="1" noChangeAspect="1" noChangeArrowheads="1" noTextEdit="1"/>
          </p:cNvSpPr>
          <p:nvPr>
            <p:ph type="sldImg"/>
          </p:nvPr>
        </p:nvSpPr>
        <p:spPr>
          <a:ln/>
        </p:spPr>
      </p:sp>
      <p:sp>
        <p:nvSpPr>
          <p:cNvPr id="348163" name="Rectangle 3"/>
          <p:cNvSpPr>
            <a:spLocks noGrp="1" noChangeArrowheads="1"/>
          </p:cNvSpPr>
          <p:nvPr>
            <p:ph type="body" idx="1"/>
          </p:nvPr>
        </p:nvSpPr>
        <p:spPr>
          <a:xfrm>
            <a:off x="496628" y="4904404"/>
            <a:ext cx="5805988" cy="1200310"/>
          </a:xfrm>
          <a:noFill/>
          <a:ln w="9525"/>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a:lstStyle/>
          <a:p>
            <a:pPr eaLnBrk="1" hangingPunct="1"/>
            <a:r>
              <a:rPr lang="fr-FR" altLang="fr-FR" b="0"/>
              <a:t>La question de la taille des containers joue un rôle important dans la fluidité du processus de production. Cette carte permet de simuler cette influence directement dans le jeu. On constate qu'il y a un ralentissement de la rotation des pièces. Le nombre de KANBANS risque d'être insuffisant. Pour la réalisation pratique de groupage, on empilera les containers les uns sur les autres, avec les 3 tickets </a:t>
            </a:r>
            <a:r>
              <a:rPr lang="fr-FR" altLang="fr-FR" b="0" i="1"/>
              <a:t>KANBANS </a:t>
            </a:r>
            <a:r>
              <a:rPr lang="fr-FR" altLang="fr-FR" b="0"/>
              <a:t>groupés.</a:t>
            </a:r>
          </a:p>
        </p:txBody>
      </p:sp>
    </p:spTree>
  </p:cSld>
  <p:clrMapOvr>
    <a:masterClrMapping/>
  </p:clrMapOvr>
</p:notes>
</file>

<file path=ppt/notesSlides/notesSlide1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9186" name="Rectangle 2"/>
          <p:cNvSpPr>
            <a:spLocks noGrp="1" noRot="1" noChangeAspect="1" noChangeArrowheads="1" noTextEdit="1"/>
          </p:cNvSpPr>
          <p:nvPr>
            <p:ph type="sldImg"/>
          </p:nvPr>
        </p:nvSpPr>
        <p:spPr>
          <a:ln/>
        </p:spPr>
      </p:sp>
      <p:sp>
        <p:nvSpPr>
          <p:cNvPr id="349187" name="Rectangle 3"/>
          <p:cNvSpPr>
            <a:spLocks noGrp="1" noChangeArrowheads="1"/>
          </p:cNvSpPr>
          <p:nvPr>
            <p:ph type="body" idx="1"/>
          </p:nvPr>
        </p:nvSpPr>
        <p:spPr>
          <a:xfrm>
            <a:off x="178598" y="4750715"/>
            <a:ext cx="6467112" cy="276981"/>
          </a:xfrm>
          <a:noFill/>
          <a:ln w="9525"/>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a:lstStyle/>
          <a:p>
            <a:pPr eaLnBrk="1" hangingPunct="1"/>
            <a:endParaRPr lang="fr-FR" altLang="fr-FR"/>
          </a:p>
        </p:txBody>
      </p:sp>
    </p:spTree>
  </p:cSld>
  <p:clrMapOvr>
    <a:masterClrMapping/>
  </p:clrMapOvr>
</p:notes>
</file>

<file path=ppt/notesSlides/notesSlide1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0210" name="Rectangle 2"/>
          <p:cNvSpPr>
            <a:spLocks noGrp="1" noRot="1" noChangeAspect="1" noChangeArrowheads="1" noTextEdit="1"/>
          </p:cNvSpPr>
          <p:nvPr>
            <p:ph type="sldImg"/>
          </p:nvPr>
        </p:nvSpPr>
        <p:spPr>
          <a:ln/>
        </p:spPr>
      </p:sp>
      <p:sp>
        <p:nvSpPr>
          <p:cNvPr id="350211" name="Rectangle 3"/>
          <p:cNvSpPr>
            <a:spLocks noGrp="1" noChangeArrowheads="1"/>
          </p:cNvSpPr>
          <p:nvPr>
            <p:ph type="body" idx="1"/>
          </p:nvPr>
        </p:nvSpPr>
        <p:spPr>
          <a:xfrm>
            <a:off x="496628" y="4904404"/>
            <a:ext cx="5805988" cy="276981"/>
          </a:xfrm>
          <a:noFill/>
          <a:ln w="9525"/>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a:lstStyle/>
          <a:p>
            <a:pPr eaLnBrk="1" hangingPunct="1"/>
            <a:endParaRPr lang="fr-FR" altLang="fr-FR" b="0"/>
          </a:p>
        </p:txBody>
      </p:sp>
    </p:spTree>
  </p:cSld>
  <p:clrMapOvr>
    <a:masterClrMapping/>
  </p:clrMapOvr>
</p:notes>
</file>

<file path=ppt/notesSlides/notesSlide1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1234" name="Rectangle 2"/>
          <p:cNvSpPr>
            <a:spLocks noGrp="1" noRot="1" noChangeAspect="1" noChangeArrowheads="1" noTextEdit="1"/>
          </p:cNvSpPr>
          <p:nvPr>
            <p:ph type="sldImg"/>
          </p:nvPr>
        </p:nvSpPr>
        <p:spPr>
          <a:ln/>
        </p:spPr>
      </p:sp>
      <p:sp>
        <p:nvSpPr>
          <p:cNvPr id="351235" name="Rectangle 3"/>
          <p:cNvSpPr>
            <a:spLocks noGrp="1" noChangeArrowheads="1"/>
          </p:cNvSpPr>
          <p:nvPr>
            <p:ph type="body" idx="1"/>
          </p:nvPr>
        </p:nvSpPr>
        <p:spPr>
          <a:xfrm>
            <a:off x="496628" y="4904404"/>
            <a:ext cx="5805988" cy="461647"/>
          </a:xfrm>
          <a:noFill/>
          <a:ln w="9525"/>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a:lstStyle/>
          <a:p>
            <a:pPr eaLnBrk="1" hangingPunct="1"/>
            <a:r>
              <a:rPr lang="fr-FR" altLang="fr-FR" b="0"/>
              <a:t>L’animateur enregistre les décisions sur la feuille Relevé des progrès et met à jour la cartographie des progrès (fichier Analyse des progrès).</a:t>
            </a:r>
          </a:p>
        </p:txBody>
      </p:sp>
    </p:spTree>
  </p:cSld>
  <p:clrMapOvr>
    <a:masterClrMapping/>
  </p:clrMapOvr>
</p:notes>
</file>

<file path=ppt/notesSlides/notesSlide1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2258" name="Rectangle 2"/>
          <p:cNvSpPr>
            <a:spLocks noGrp="1" noRot="1" noChangeAspect="1" noChangeArrowheads="1" noTextEdit="1"/>
          </p:cNvSpPr>
          <p:nvPr>
            <p:ph type="sldImg"/>
          </p:nvPr>
        </p:nvSpPr>
        <p:spPr>
          <a:solidFill>
            <a:srgbClr val="FFFFFF"/>
          </a:solidFill>
          <a:ln/>
        </p:spPr>
      </p:sp>
      <p:sp>
        <p:nvSpPr>
          <p:cNvPr id="352259" name="Rectangle 3"/>
          <p:cNvSpPr>
            <a:spLocks noGrp="1" noChangeArrowheads="1"/>
          </p:cNvSpPr>
          <p:nvPr>
            <p:ph type="body" idx="1"/>
          </p:nvPr>
        </p:nvSpPr>
        <p:spPr>
          <a:xfrm>
            <a:off x="178598" y="4750715"/>
            <a:ext cx="6467112" cy="276981"/>
          </a:xfrm>
          <a:solidFill>
            <a:srgbClr val="FFFFFF"/>
          </a:solidFill>
          <a:ln w="9525"/>
          <a:extLst>
            <a:ext uri="{91240B29-F687-4F45-9708-019B960494DF}">
              <a14:hiddenLine xmlns:a14="http://schemas.microsoft.com/office/drawing/2010/main" w="6350">
                <a:solidFill>
                  <a:srgbClr val="000000"/>
                </a:solidFill>
                <a:miter lim="800000"/>
                <a:headEnd/>
                <a:tailEnd/>
              </a14:hiddenLine>
            </a:ext>
          </a:extLst>
        </p:spPr>
        <p:txBody>
          <a:bodyPr/>
          <a:lstStyle/>
          <a:p>
            <a:pPr eaLnBrk="1" hangingPunct="1"/>
            <a:endParaRPr lang="fr-FR" altLang="fr-FR"/>
          </a:p>
        </p:txBody>
      </p:sp>
    </p:spTree>
  </p:cSld>
  <p:clrMapOvr>
    <a:masterClrMapping/>
  </p:clrMapOvr>
</p:notes>
</file>

<file path=ppt/notesSlides/notesSlide1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3282" name="Rectangle 2"/>
          <p:cNvSpPr>
            <a:spLocks noGrp="1" noRot="1" noChangeAspect="1" noChangeArrowheads="1" noTextEdit="1"/>
          </p:cNvSpPr>
          <p:nvPr>
            <p:ph type="sldImg"/>
          </p:nvPr>
        </p:nvSpPr>
        <p:spPr>
          <a:ln/>
        </p:spPr>
      </p:sp>
      <p:sp>
        <p:nvSpPr>
          <p:cNvPr id="353283" name="Rectangle 3"/>
          <p:cNvSpPr>
            <a:spLocks noGrp="1" noChangeArrowheads="1"/>
          </p:cNvSpPr>
          <p:nvPr>
            <p:ph type="body" idx="1"/>
          </p:nvPr>
        </p:nvSpPr>
        <p:spPr>
          <a:xfrm>
            <a:off x="178598" y="4750715"/>
            <a:ext cx="6467112" cy="276981"/>
          </a:xfrm>
          <a:noFill/>
          <a:ln w="9525"/>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a:lstStyle/>
          <a:p>
            <a:pPr eaLnBrk="1" hangingPunct="1"/>
            <a:endParaRPr lang="fr-FR" altLang="fr-FR"/>
          </a:p>
        </p:txBody>
      </p:sp>
    </p:spTree>
  </p:cSld>
  <p:clrMapOvr>
    <a:masterClrMapping/>
  </p:clrMapOvr>
</p:notes>
</file>

<file path=ppt/notesSlides/notesSlide1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4306" name="Rectangle 2"/>
          <p:cNvSpPr>
            <a:spLocks noGrp="1" noRot="1" noChangeAspect="1" noChangeArrowheads="1" noTextEdit="1"/>
          </p:cNvSpPr>
          <p:nvPr>
            <p:ph type="sldImg"/>
          </p:nvPr>
        </p:nvSpPr>
        <p:spPr>
          <a:ln/>
        </p:spPr>
      </p:sp>
      <p:sp>
        <p:nvSpPr>
          <p:cNvPr id="354307" name="Rectangle 3"/>
          <p:cNvSpPr>
            <a:spLocks noGrp="1" noChangeArrowheads="1"/>
          </p:cNvSpPr>
          <p:nvPr>
            <p:ph type="body" idx="1"/>
          </p:nvPr>
        </p:nvSpPr>
        <p:spPr>
          <a:xfrm>
            <a:off x="178598" y="4750715"/>
            <a:ext cx="6467112" cy="276981"/>
          </a:xfrm>
          <a:noFill/>
          <a:ln w="9525"/>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a:lstStyle/>
          <a:p>
            <a:pPr eaLnBrk="1" hangingPunct="1"/>
            <a:endParaRPr lang="fr-FR" altLang="fr-FR"/>
          </a:p>
        </p:txBody>
      </p:sp>
    </p:spTree>
  </p:cSld>
  <p:clrMapOvr>
    <a:masterClrMapping/>
  </p:clrMapOvr>
</p:notes>
</file>

<file path=ppt/notesSlides/notesSlide1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5330" name="Rectangle 2"/>
          <p:cNvSpPr>
            <a:spLocks noGrp="1" noRot="1" noChangeAspect="1" noChangeArrowheads="1" noTextEdit="1"/>
          </p:cNvSpPr>
          <p:nvPr>
            <p:ph type="sldImg"/>
          </p:nvPr>
        </p:nvSpPr>
        <p:spPr>
          <a:ln/>
        </p:spPr>
      </p:sp>
      <p:sp>
        <p:nvSpPr>
          <p:cNvPr id="355331" name="Rectangle 3"/>
          <p:cNvSpPr>
            <a:spLocks noGrp="1" noChangeArrowheads="1"/>
          </p:cNvSpPr>
          <p:nvPr>
            <p:ph type="body" idx="1"/>
          </p:nvPr>
        </p:nvSpPr>
        <p:spPr>
          <a:xfrm>
            <a:off x="178598" y="4750715"/>
            <a:ext cx="6467112" cy="276981"/>
          </a:xfrm>
          <a:noFill/>
          <a:ln w="9525"/>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a:lstStyle/>
          <a:p>
            <a:pPr eaLnBrk="1" hangingPunct="1"/>
            <a:endParaRPr lang="fr-FR" altLang="fr-FR"/>
          </a:p>
        </p:txBody>
      </p:sp>
    </p:spTree>
  </p:cSld>
  <p:clrMapOvr>
    <a:masterClrMapping/>
  </p:clrMapOvr>
</p:notes>
</file>

<file path=ppt/notesSlides/notesSlide1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6354" name="Rectangle 2"/>
          <p:cNvSpPr>
            <a:spLocks noGrp="1" noRot="1" noChangeAspect="1" noChangeArrowheads="1" noTextEdit="1"/>
          </p:cNvSpPr>
          <p:nvPr>
            <p:ph type="sldImg"/>
          </p:nvPr>
        </p:nvSpPr>
        <p:spPr>
          <a:ln/>
        </p:spPr>
      </p:sp>
      <p:sp>
        <p:nvSpPr>
          <p:cNvPr id="356355" name="Rectangle 3"/>
          <p:cNvSpPr>
            <a:spLocks noGrp="1" noChangeArrowheads="1"/>
          </p:cNvSpPr>
          <p:nvPr>
            <p:ph type="body" idx="1"/>
          </p:nvPr>
        </p:nvSpPr>
        <p:spPr>
          <a:xfrm>
            <a:off x="178598" y="4750715"/>
            <a:ext cx="6467112" cy="276981"/>
          </a:xfrm>
          <a:noFill/>
          <a:ln w="9525"/>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a:lstStyle/>
          <a:p>
            <a:pPr eaLnBrk="1" hangingPunct="1"/>
            <a:endParaRPr lang="fr-FR" altLang="fr-FR"/>
          </a:p>
        </p:txBody>
      </p:sp>
    </p:spTree>
  </p:cSld>
  <p:clrMapOvr>
    <a:masterClrMapping/>
  </p:clrMapOvr>
</p:notes>
</file>

<file path=ppt/notesSlides/notesSlide1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7378" name="Rectangle 2"/>
          <p:cNvSpPr>
            <a:spLocks noGrp="1" noRot="1" noChangeAspect="1" noChangeArrowheads="1" noTextEdit="1"/>
          </p:cNvSpPr>
          <p:nvPr>
            <p:ph type="sldImg"/>
          </p:nvPr>
        </p:nvSpPr>
        <p:spPr>
          <a:ln/>
        </p:spPr>
      </p:sp>
      <p:sp>
        <p:nvSpPr>
          <p:cNvPr id="357379" name="Rectangle 3"/>
          <p:cNvSpPr>
            <a:spLocks noGrp="1" noChangeArrowheads="1"/>
          </p:cNvSpPr>
          <p:nvPr>
            <p:ph type="body" idx="1"/>
          </p:nvPr>
        </p:nvSpPr>
        <p:spPr>
          <a:xfrm>
            <a:off x="178598" y="4750715"/>
            <a:ext cx="6467112" cy="276981"/>
          </a:xfrm>
          <a:noFill/>
          <a:ln w="9525"/>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a:lstStyle/>
          <a:p>
            <a:pPr eaLnBrk="1" hangingPunct="1"/>
            <a:endParaRPr lang="fr-FR" altLang="fr-FR"/>
          </a:p>
        </p:txBody>
      </p:sp>
    </p:spTree>
  </p:cSld>
  <p:clrMapOvr>
    <a:masterClrMapping/>
  </p:clrMapOvr>
</p:notes>
</file>

<file path=ppt/notesSlides/notesSlide1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8402" name="Rectangle 2"/>
          <p:cNvSpPr>
            <a:spLocks noGrp="1" noRot="1" noChangeAspect="1" noChangeArrowheads="1" noTextEdit="1"/>
          </p:cNvSpPr>
          <p:nvPr>
            <p:ph type="sldImg"/>
          </p:nvPr>
        </p:nvSpPr>
        <p:spPr>
          <a:ln/>
        </p:spPr>
      </p:sp>
      <p:sp>
        <p:nvSpPr>
          <p:cNvPr id="358403" name="Rectangle 3"/>
          <p:cNvSpPr>
            <a:spLocks noGrp="1" noChangeArrowheads="1"/>
          </p:cNvSpPr>
          <p:nvPr>
            <p:ph type="body" idx="1"/>
          </p:nvPr>
        </p:nvSpPr>
        <p:spPr>
          <a:xfrm>
            <a:off x="178598" y="4750715"/>
            <a:ext cx="6467112" cy="276981"/>
          </a:xfrm>
          <a:noFill/>
          <a:ln w="9525"/>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a:lstStyle/>
          <a:p>
            <a:pPr eaLnBrk="1" hangingPunct="1"/>
            <a:endParaRPr lang="fr-FR" altLang="fr-FR"/>
          </a:p>
        </p:txBody>
      </p:sp>
    </p:spTree>
  </p:cSld>
  <p:clrMapOvr>
    <a:masterClrMapping/>
  </p:clrMapOvr>
</p:notes>
</file>

<file path=ppt/notesSlides/notesSlide1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9426" name="Rectangle 2"/>
          <p:cNvSpPr>
            <a:spLocks noGrp="1" noRot="1" noChangeAspect="1" noChangeArrowheads="1" noTextEdit="1"/>
          </p:cNvSpPr>
          <p:nvPr>
            <p:ph type="sldImg"/>
          </p:nvPr>
        </p:nvSpPr>
        <p:spPr>
          <a:ln/>
        </p:spPr>
      </p:sp>
      <p:sp>
        <p:nvSpPr>
          <p:cNvPr id="359427" name="Rectangle 3"/>
          <p:cNvSpPr>
            <a:spLocks noGrp="1" noChangeArrowheads="1"/>
          </p:cNvSpPr>
          <p:nvPr>
            <p:ph type="body" idx="1"/>
          </p:nvPr>
        </p:nvSpPr>
        <p:spPr>
          <a:xfrm>
            <a:off x="178598" y="4750715"/>
            <a:ext cx="6467112" cy="276981"/>
          </a:xfrm>
          <a:noFill/>
          <a:ln w="9525"/>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a:lstStyle/>
          <a:p>
            <a:pPr eaLnBrk="1" hangingPunct="1"/>
            <a:endParaRPr lang="fr-FR" altLang="fr-FR"/>
          </a:p>
        </p:txBody>
      </p:sp>
    </p:spTree>
  </p:cSld>
  <p:clrMapOvr>
    <a:masterClrMapping/>
  </p:clrMapOvr>
</p:notes>
</file>

<file path=ppt/notesSlides/notesSlide1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0450" name="Rectangle 2"/>
          <p:cNvSpPr>
            <a:spLocks noGrp="1" noRot="1" noChangeAspect="1" noChangeArrowheads="1" noTextEdit="1"/>
          </p:cNvSpPr>
          <p:nvPr>
            <p:ph type="sldImg"/>
          </p:nvPr>
        </p:nvSpPr>
        <p:spPr>
          <a:solidFill>
            <a:srgbClr val="FFFFFF"/>
          </a:solidFill>
          <a:ln/>
        </p:spPr>
      </p:sp>
      <p:sp>
        <p:nvSpPr>
          <p:cNvPr id="360451" name="Rectangle 3"/>
          <p:cNvSpPr>
            <a:spLocks noGrp="1" noChangeArrowheads="1"/>
          </p:cNvSpPr>
          <p:nvPr>
            <p:ph type="body" idx="1"/>
          </p:nvPr>
        </p:nvSpPr>
        <p:spPr>
          <a:xfrm>
            <a:off x="178598" y="4750715"/>
            <a:ext cx="6467112" cy="276981"/>
          </a:xfrm>
          <a:solidFill>
            <a:srgbClr val="FFFFFF"/>
          </a:solidFill>
          <a:ln w="9525"/>
          <a:extLst>
            <a:ext uri="{91240B29-F687-4F45-9708-019B960494DF}">
              <a14:hiddenLine xmlns:a14="http://schemas.microsoft.com/office/drawing/2010/main" w="6350">
                <a:solidFill>
                  <a:srgbClr val="000000"/>
                </a:solidFill>
                <a:miter lim="800000"/>
                <a:headEnd/>
                <a:tailEnd/>
              </a14:hiddenLine>
            </a:ext>
          </a:extLst>
        </p:spPr>
        <p:txBody>
          <a:bodyPr/>
          <a:lstStyle/>
          <a:p>
            <a:pPr eaLnBrk="1" hangingPunct="1"/>
            <a:endParaRPr lang="fr-FR" altLang="fr-FR"/>
          </a:p>
        </p:txBody>
      </p:sp>
    </p:spTree>
  </p:cSld>
  <p:clrMapOvr>
    <a:masterClrMapping/>
  </p:clrMapOvr>
</p:notes>
</file>

<file path=ppt/notesSlides/notesSlide1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1474" name="Rectangle 2"/>
          <p:cNvSpPr>
            <a:spLocks noGrp="1" noRot="1" noChangeAspect="1" noChangeArrowheads="1" noTextEdit="1"/>
          </p:cNvSpPr>
          <p:nvPr>
            <p:ph type="sldImg"/>
          </p:nvPr>
        </p:nvSpPr>
        <p:spPr>
          <a:ln/>
        </p:spPr>
      </p:sp>
      <p:sp>
        <p:nvSpPr>
          <p:cNvPr id="361475" name="Rectangle 3"/>
          <p:cNvSpPr>
            <a:spLocks noGrp="1" noChangeArrowheads="1"/>
          </p:cNvSpPr>
          <p:nvPr>
            <p:ph type="body" idx="1"/>
          </p:nvPr>
        </p:nvSpPr>
        <p:spPr>
          <a:xfrm>
            <a:off x="178598" y="4750715"/>
            <a:ext cx="6467112" cy="276981"/>
          </a:xfrm>
          <a:noFill/>
          <a:ln w="9525"/>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a:lstStyle/>
          <a:p>
            <a:pPr eaLnBrk="1" hangingPunct="1"/>
            <a:endParaRPr lang="fr-FR" altLang="fr-FR"/>
          </a:p>
        </p:txBody>
      </p:sp>
    </p:spTree>
  </p:cSld>
  <p:clrMapOvr>
    <a:masterClrMapping/>
  </p:clrMapOvr>
</p:notes>
</file>

<file path=ppt/notesSlides/notesSlide1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2498" name="Rectangle 2"/>
          <p:cNvSpPr>
            <a:spLocks noGrp="1" noRot="1" noChangeAspect="1" noChangeArrowheads="1" noTextEdit="1"/>
          </p:cNvSpPr>
          <p:nvPr>
            <p:ph type="sldImg"/>
          </p:nvPr>
        </p:nvSpPr>
        <p:spPr>
          <a:ln/>
        </p:spPr>
      </p:sp>
      <p:sp>
        <p:nvSpPr>
          <p:cNvPr id="362499" name="Rectangle 3"/>
          <p:cNvSpPr>
            <a:spLocks noGrp="1" noChangeArrowheads="1"/>
          </p:cNvSpPr>
          <p:nvPr>
            <p:ph type="body" idx="1"/>
          </p:nvPr>
        </p:nvSpPr>
        <p:spPr>
          <a:xfrm>
            <a:off x="178598" y="4750715"/>
            <a:ext cx="6467112" cy="276981"/>
          </a:xfrm>
          <a:noFill/>
          <a:ln w="9525"/>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a:lstStyle/>
          <a:p>
            <a:pPr eaLnBrk="1" hangingPunct="1"/>
            <a:endParaRPr lang="fr-FR" altLang="fr-FR"/>
          </a:p>
        </p:txBody>
      </p:sp>
    </p:spTree>
  </p:cSld>
  <p:clrMapOvr>
    <a:masterClrMapping/>
  </p:clrMapOvr>
</p:notes>
</file>

<file path=ppt/notesSlides/notesSlide1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3522" name="Rectangle 2"/>
          <p:cNvSpPr>
            <a:spLocks noGrp="1" noRot="1" noChangeAspect="1" noChangeArrowheads="1" noTextEdit="1"/>
          </p:cNvSpPr>
          <p:nvPr>
            <p:ph type="sldImg"/>
          </p:nvPr>
        </p:nvSpPr>
        <p:spPr>
          <a:ln/>
        </p:spPr>
      </p:sp>
      <p:sp>
        <p:nvSpPr>
          <p:cNvPr id="363523" name="Rectangle 3"/>
          <p:cNvSpPr>
            <a:spLocks noGrp="1" noChangeArrowheads="1"/>
          </p:cNvSpPr>
          <p:nvPr>
            <p:ph type="body" idx="1"/>
          </p:nvPr>
        </p:nvSpPr>
        <p:spPr>
          <a:xfrm>
            <a:off x="178598" y="4750715"/>
            <a:ext cx="6467112" cy="276981"/>
          </a:xfrm>
          <a:noFill/>
          <a:ln w="9525"/>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a:lstStyle/>
          <a:p>
            <a:pPr eaLnBrk="1" hangingPunct="1"/>
            <a:endParaRPr lang="fr-FR" altLang="fr-FR"/>
          </a:p>
        </p:txBody>
      </p:sp>
    </p:spTree>
  </p:cSld>
  <p:clrMapOvr>
    <a:masterClrMapping/>
  </p:clrMapOvr>
</p:notes>
</file>

<file path=ppt/notesSlides/notesSlide1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4546" name="Rectangle 2"/>
          <p:cNvSpPr>
            <a:spLocks noGrp="1" noRot="1" noChangeAspect="1" noChangeArrowheads="1" noTextEdit="1"/>
          </p:cNvSpPr>
          <p:nvPr>
            <p:ph type="sldImg"/>
          </p:nvPr>
        </p:nvSpPr>
        <p:spPr>
          <a:ln/>
        </p:spPr>
      </p:sp>
      <p:sp>
        <p:nvSpPr>
          <p:cNvPr id="364547" name="Rectangle 3"/>
          <p:cNvSpPr>
            <a:spLocks noGrp="1" noChangeArrowheads="1"/>
          </p:cNvSpPr>
          <p:nvPr>
            <p:ph type="body" idx="1"/>
          </p:nvPr>
        </p:nvSpPr>
        <p:spPr>
          <a:xfrm>
            <a:off x="178598" y="4750715"/>
            <a:ext cx="6467112" cy="276981"/>
          </a:xfrm>
          <a:noFill/>
          <a:ln w="9525"/>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a:lstStyle/>
          <a:p>
            <a:pPr eaLnBrk="1" hangingPunct="1"/>
            <a:endParaRPr lang="fr-FR" altLang="fr-FR"/>
          </a:p>
        </p:txBody>
      </p:sp>
    </p:spTree>
  </p:cSld>
  <p:clrMapOvr>
    <a:masterClrMapping/>
  </p:clrMapOvr>
</p:notes>
</file>

<file path=ppt/notesSlides/notesSlide1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5570" name="Rectangle 2"/>
          <p:cNvSpPr>
            <a:spLocks noGrp="1" noRot="1" noChangeAspect="1" noChangeArrowheads="1" noTextEdit="1"/>
          </p:cNvSpPr>
          <p:nvPr>
            <p:ph type="sldImg"/>
          </p:nvPr>
        </p:nvSpPr>
        <p:spPr>
          <a:ln/>
        </p:spPr>
      </p:sp>
      <p:sp>
        <p:nvSpPr>
          <p:cNvPr id="365571" name="Rectangle 3"/>
          <p:cNvSpPr>
            <a:spLocks noGrp="1" noChangeArrowheads="1"/>
          </p:cNvSpPr>
          <p:nvPr>
            <p:ph type="body" idx="1"/>
          </p:nvPr>
        </p:nvSpPr>
        <p:spPr>
          <a:xfrm>
            <a:off x="496628" y="4904405"/>
            <a:ext cx="5805988" cy="830979"/>
          </a:xfrm>
          <a:noFill/>
          <a:ln w="9525"/>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a:lstStyle/>
          <a:p>
            <a:pPr eaLnBrk="1" hangingPunct="1"/>
            <a:r>
              <a:rPr lang="fr-FR" altLang="fr-FR" b="0"/>
              <a:t>La question est identique à celle déjà évoquée par la Question Q1. La différence, c'est qu'ici le flux s'écoule beaucoup plus rapidement que précédemment. L'usine dont le cycle est court est plus souple pour répondre à des changements d'ordre technique ou à des modifications de programme.</a:t>
            </a:r>
          </a:p>
        </p:txBody>
      </p:sp>
    </p:spTree>
  </p:cSld>
  <p:clrMapOvr>
    <a:masterClrMapping/>
  </p:clrMapOvr>
</p:notes>
</file>

<file path=ppt/notesSlides/notesSlide1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6594" name="Rectangle 2"/>
          <p:cNvSpPr>
            <a:spLocks noGrp="1" noRot="1" noChangeAspect="1" noChangeArrowheads="1" noTextEdit="1"/>
          </p:cNvSpPr>
          <p:nvPr>
            <p:ph type="sldImg"/>
          </p:nvPr>
        </p:nvSpPr>
        <p:spPr>
          <a:ln/>
        </p:spPr>
      </p:sp>
      <p:sp>
        <p:nvSpPr>
          <p:cNvPr id="366595" name="Rectangle 3"/>
          <p:cNvSpPr>
            <a:spLocks noGrp="1" noChangeArrowheads="1"/>
          </p:cNvSpPr>
          <p:nvPr>
            <p:ph type="body" idx="1"/>
          </p:nvPr>
        </p:nvSpPr>
        <p:spPr>
          <a:xfrm>
            <a:off x="178598" y="4750715"/>
            <a:ext cx="6467112" cy="276981"/>
          </a:xfrm>
          <a:noFill/>
          <a:ln w="9525"/>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a:lstStyle/>
          <a:p>
            <a:pPr eaLnBrk="1" hangingPunct="1"/>
            <a:endParaRPr lang="fr-FR" altLang="fr-FR"/>
          </a:p>
        </p:txBody>
      </p:sp>
    </p:spTree>
  </p:cSld>
  <p:clrMapOvr>
    <a:masterClrMapping/>
  </p:clrMapOvr>
</p:notes>
</file>

<file path=ppt/notesSlides/notesSlide1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7618" name="Rectangle 2"/>
          <p:cNvSpPr>
            <a:spLocks noGrp="1" noRot="1" noChangeAspect="1" noChangeArrowheads="1" noTextEdit="1"/>
          </p:cNvSpPr>
          <p:nvPr>
            <p:ph type="sldImg"/>
          </p:nvPr>
        </p:nvSpPr>
        <p:spPr>
          <a:ln/>
        </p:spPr>
      </p:sp>
      <p:sp>
        <p:nvSpPr>
          <p:cNvPr id="367619" name="Rectangle 3"/>
          <p:cNvSpPr>
            <a:spLocks noGrp="1" noChangeArrowheads="1"/>
          </p:cNvSpPr>
          <p:nvPr>
            <p:ph type="body" idx="1"/>
          </p:nvPr>
        </p:nvSpPr>
        <p:spPr>
          <a:xfrm>
            <a:off x="178598" y="4750715"/>
            <a:ext cx="6467112" cy="276981"/>
          </a:xfrm>
          <a:noFill/>
          <a:ln w="9525"/>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a:lstStyle/>
          <a:p>
            <a:pPr eaLnBrk="1" hangingPunct="1"/>
            <a:endParaRPr lang="fr-FR" altLang="fr-FR"/>
          </a:p>
        </p:txBody>
      </p:sp>
    </p:spTree>
  </p:cSld>
  <p:clrMapOvr>
    <a:masterClrMapping/>
  </p:clrMapOvr>
</p:notes>
</file>

<file path=ppt/notesSlides/notesSlide1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8642" name="Rectangle 2"/>
          <p:cNvSpPr>
            <a:spLocks noGrp="1" noRot="1" noChangeAspect="1" noChangeArrowheads="1" noTextEdit="1"/>
          </p:cNvSpPr>
          <p:nvPr>
            <p:ph type="sldImg"/>
          </p:nvPr>
        </p:nvSpPr>
        <p:spPr>
          <a:ln/>
        </p:spPr>
      </p:sp>
      <p:sp>
        <p:nvSpPr>
          <p:cNvPr id="368643" name="Rectangle 3"/>
          <p:cNvSpPr>
            <a:spLocks noGrp="1" noChangeArrowheads="1"/>
          </p:cNvSpPr>
          <p:nvPr>
            <p:ph type="body" idx="1"/>
          </p:nvPr>
        </p:nvSpPr>
        <p:spPr>
          <a:xfrm>
            <a:off x="178598" y="4750715"/>
            <a:ext cx="6467112" cy="276981"/>
          </a:xfrm>
          <a:noFill/>
          <a:ln w="9525"/>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a:lstStyle/>
          <a:p>
            <a:pPr eaLnBrk="1" hangingPunct="1"/>
            <a:endParaRPr lang="fr-FR" altLang="fr-FR"/>
          </a:p>
        </p:txBody>
      </p:sp>
    </p:spTree>
  </p:cSld>
  <p:clrMapOvr>
    <a:masterClrMapping/>
  </p:clrMapOvr>
</p:notes>
</file>

<file path=ppt/notesSlides/notesSlide1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9666" name="Rectangle 2"/>
          <p:cNvSpPr>
            <a:spLocks noGrp="1" noRot="1" noChangeAspect="1" noChangeArrowheads="1" noTextEdit="1"/>
          </p:cNvSpPr>
          <p:nvPr>
            <p:ph type="sldImg"/>
          </p:nvPr>
        </p:nvSpPr>
        <p:spPr>
          <a:ln/>
        </p:spPr>
      </p:sp>
      <p:sp>
        <p:nvSpPr>
          <p:cNvPr id="369667" name="Rectangle 3"/>
          <p:cNvSpPr>
            <a:spLocks noGrp="1" noChangeArrowheads="1"/>
          </p:cNvSpPr>
          <p:nvPr>
            <p:ph type="body" idx="1"/>
          </p:nvPr>
        </p:nvSpPr>
        <p:spPr>
          <a:xfrm>
            <a:off x="496628" y="4904404"/>
            <a:ext cx="5805988" cy="276981"/>
          </a:xfrm>
          <a:noFill/>
          <a:ln w="9525"/>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a:lstStyle/>
          <a:p>
            <a:pPr eaLnBrk="1" hangingPunct="1"/>
            <a:r>
              <a:rPr lang="fr-FR" altLang="fr-FR" b="0"/>
              <a:t>L’animateur met à jour le tableau de bord Excel.</a:t>
            </a:r>
          </a:p>
        </p:txBody>
      </p:sp>
    </p:spTree>
  </p:cSld>
  <p:clrMapOvr>
    <a:masterClrMapping/>
  </p:clrMapOvr>
</p:notes>
</file>

<file path=ppt/notesSlides/notesSlide1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0690" name="Rectangle 2"/>
          <p:cNvSpPr>
            <a:spLocks noGrp="1" noRot="1" noChangeAspect="1" noChangeArrowheads="1" noTextEdit="1"/>
          </p:cNvSpPr>
          <p:nvPr>
            <p:ph type="sldImg"/>
          </p:nvPr>
        </p:nvSpPr>
        <p:spPr>
          <a:ln/>
        </p:spPr>
      </p:sp>
      <p:sp>
        <p:nvSpPr>
          <p:cNvPr id="370691" name="Rectangle 3"/>
          <p:cNvSpPr>
            <a:spLocks noGrp="1" noChangeArrowheads="1"/>
          </p:cNvSpPr>
          <p:nvPr>
            <p:ph type="body" idx="1"/>
          </p:nvPr>
        </p:nvSpPr>
        <p:spPr>
          <a:xfrm>
            <a:off x="496628" y="4904404"/>
            <a:ext cx="5805988" cy="276981"/>
          </a:xfrm>
          <a:noFill/>
          <a:ln w="9525"/>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a:lstStyle/>
          <a:p>
            <a:pPr eaLnBrk="1" hangingPunct="1"/>
            <a:r>
              <a:rPr lang="fr-FR" altLang="fr-FR" b="0"/>
              <a:t>L’animateur met à jour le Tableau de bord Excel.</a:t>
            </a:r>
          </a:p>
        </p:txBody>
      </p:sp>
    </p:spTree>
  </p:cSld>
  <p:clrMapOvr>
    <a:masterClrMapping/>
  </p:clrMapOvr>
</p:notes>
</file>

<file path=ppt/notesSlides/notesSlide1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1714" name="Rectangle 2"/>
          <p:cNvSpPr>
            <a:spLocks noGrp="1" noRot="1" noChangeAspect="1" noChangeArrowheads="1" noTextEdit="1"/>
          </p:cNvSpPr>
          <p:nvPr>
            <p:ph type="sldImg"/>
          </p:nvPr>
        </p:nvSpPr>
        <p:spPr>
          <a:solidFill>
            <a:srgbClr val="FFFFFF"/>
          </a:solidFill>
          <a:ln/>
        </p:spPr>
      </p:sp>
      <p:sp>
        <p:nvSpPr>
          <p:cNvPr id="371715" name="Rectangle 3"/>
          <p:cNvSpPr>
            <a:spLocks noGrp="1" noChangeArrowheads="1"/>
          </p:cNvSpPr>
          <p:nvPr>
            <p:ph type="body" idx="1"/>
          </p:nvPr>
        </p:nvSpPr>
        <p:spPr>
          <a:xfrm>
            <a:off x="178598" y="4750715"/>
            <a:ext cx="6467112" cy="646313"/>
          </a:xfrm>
          <a:solidFill>
            <a:srgbClr val="FFFFFF"/>
          </a:solidFill>
          <a:ln w="9525"/>
          <a:extLst>
            <a:ext uri="{91240B29-F687-4F45-9708-019B960494DF}">
              <a14:hiddenLine xmlns:a14="http://schemas.microsoft.com/office/drawing/2010/main" w="6350">
                <a:solidFill>
                  <a:srgbClr val="000000"/>
                </a:solidFill>
                <a:miter lim="800000"/>
                <a:headEnd/>
                <a:tailEnd/>
              </a14:hiddenLine>
            </a:ext>
          </a:extLst>
        </p:spPr>
        <p:txBody>
          <a:bodyPr/>
          <a:lstStyle/>
          <a:p>
            <a:pPr eaLnBrk="1" hangingPunct="1"/>
            <a:r>
              <a:rPr lang="fr-FR" altLang="fr-FR" b="0"/>
              <a:t>A partir de la semaine 4 les expéditions sont réparties tout au long de la semaine. Cette situation va</a:t>
            </a:r>
            <a:r>
              <a:rPr lang="fr-FR" altLang="fr-FR"/>
              <a:t> permettre aux joueurs de réduire leurs stocks de produits finis (en milieu de semaine), puisqu’il n’y aura plus de sortie importante concentrée dans le temps. </a:t>
            </a:r>
          </a:p>
        </p:txBody>
      </p:sp>
    </p:spTree>
  </p:cSld>
  <p:clrMapOvr>
    <a:masterClrMapping/>
  </p:clrMapOvr>
</p:notes>
</file>

<file path=ppt/notesSlides/notesSlide1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2738" name="Rectangle 2"/>
          <p:cNvSpPr>
            <a:spLocks noGrp="1" noRot="1" noChangeAspect="1" noChangeArrowheads="1" noTextEdit="1"/>
          </p:cNvSpPr>
          <p:nvPr>
            <p:ph type="sldImg"/>
          </p:nvPr>
        </p:nvSpPr>
        <p:spPr>
          <a:solidFill>
            <a:srgbClr val="FFFFFF"/>
          </a:solidFill>
          <a:ln/>
        </p:spPr>
      </p:sp>
      <p:sp>
        <p:nvSpPr>
          <p:cNvPr id="372739" name="Rectangle 3"/>
          <p:cNvSpPr>
            <a:spLocks noGrp="1" noChangeArrowheads="1"/>
          </p:cNvSpPr>
          <p:nvPr>
            <p:ph type="body" idx="1"/>
          </p:nvPr>
        </p:nvSpPr>
        <p:spPr>
          <a:xfrm>
            <a:off x="178598" y="4750715"/>
            <a:ext cx="6467112" cy="276981"/>
          </a:xfrm>
          <a:solidFill>
            <a:srgbClr val="FFFFFF"/>
          </a:solidFill>
          <a:ln w="9525"/>
          <a:extLst>
            <a:ext uri="{91240B29-F687-4F45-9708-019B960494DF}">
              <a14:hiddenLine xmlns:a14="http://schemas.microsoft.com/office/drawing/2010/main" w="6350">
                <a:solidFill>
                  <a:srgbClr val="000000"/>
                </a:solidFill>
                <a:miter lim="800000"/>
                <a:headEnd/>
                <a:tailEnd/>
              </a14:hiddenLine>
            </a:ext>
          </a:extLst>
        </p:spPr>
        <p:txBody>
          <a:bodyPr/>
          <a:lstStyle/>
          <a:p>
            <a:pPr eaLnBrk="1" hangingPunct="1"/>
            <a:endParaRPr lang="fr-FR" altLang="fr-FR"/>
          </a:p>
        </p:txBody>
      </p:sp>
    </p:spTree>
  </p:cSld>
  <p:clrMapOvr>
    <a:masterClrMapping/>
  </p:clrMapOvr>
</p:notes>
</file>

<file path=ppt/notesSlides/notesSlide1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3762" name="Rectangle 2"/>
          <p:cNvSpPr>
            <a:spLocks noGrp="1" noRot="1" noChangeAspect="1" noChangeArrowheads="1" noTextEdit="1"/>
          </p:cNvSpPr>
          <p:nvPr>
            <p:ph type="sldImg"/>
          </p:nvPr>
        </p:nvSpPr>
        <p:spPr>
          <a:solidFill>
            <a:srgbClr val="FFFFFF"/>
          </a:solidFill>
          <a:ln/>
        </p:spPr>
      </p:sp>
      <p:sp>
        <p:nvSpPr>
          <p:cNvPr id="373763" name="Rectangle 3"/>
          <p:cNvSpPr>
            <a:spLocks noGrp="1" noChangeArrowheads="1"/>
          </p:cNvSpPr>
          <p:nvPr>
            <p:ph type="body" idx="1"/>
          </p:nvPr>
        </p:nvSpPr>
        <p:spPr>
          <a:xfrm>
            <a:off x="178598" y="4750715"/>
            <a:ext cx="6467112" cy="276981"/>
          </a:xfrm>
          <a:solidFill>
            <a:srgbClr val="FFFFFF"/>
          </a:solidFill>
          <a:ln w="9525"/>
          <a:extLst>
            <a:ext uri="{91240B29-F687-4F45-9708-019B960494DF}">
              <a14:hiddenLine xmlns:a14="http://schemas.microsoft.com/office/drawing/2010/main" w="6350">
                <a:solidFill>
                  <a:srgbClr val="000000"/>
                </a:solidFill>
                <a:miter lim="800000"/>
                <a:headEnd/>
                <a:tailEnd/>
              </a14:hiddenLine>
            </a:ext>
          </a:extLst>
        </p:spPr>
        <p:txBody>
          <a:bodyPr/>
          <a:lstStyle/>
          <a:p>
            <a:pPr eaLnBrk="1" hangingPunct="1"/>
            <a:endParaRPr lang="fr-FR" altLang="fr-FR"/>
          </a:p>
        </p:txBody>
      </p:sp>
    </p:spTree>
  </p:cSld>
  <p:clrMapOvr>
    <a:masterClrMapping/>
  </p:clrMapOvr>
</p:notes>
</file>

<file path=ppt/notesSlides/notesSlide1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4786" name="Rectangle 2"/>
          <p:cNvSpPr>
            <a:spLocks noGrp="1" noRot="1" noChangeAspect="1" noChangeArrowheads="1" noTextEdit="1"/>
          </p:cNvSpPr>
          <p:nvPr>
            <p:ph type="sldImg"/>
          </p:nvPr>
        </p:nvSpPr>
        <p:spPr>
          <a:solidFill>
            <a:srgbClr val="FFFFFF"/>
          </a:solidFill>
          <a:ln/>
        </p:spPr>
      </p:sp>
      <p:sp>
        <p:nvSpPr>
          <p:cNvPr id="374787" name="Rectangle 3"/>
          <p:cNvSpPr>
            <a:spLocks noGrp="1" noChangeArrowheads="1"/>
          </p:cNvSpPr>
          <p:nvPr>
            <p:ph type="body" idx="1"/>
          </p:nvPr>
        </p:nvSpPr>
        <p:spPr>
          <a:xfrm>
            <a:off x="178598" y="4750715"/>
            <a:ext cx="6467112" cy="276981"/>
          </a:xfrm>
          <a:solidFill>
            <a:srgbClr val="FFFFFF"/>
          </a:solidFill>
          <a:ln w="9525"/>
          <a:extLst>
            <a:ext uri="{91240B29-F687-4F45-9708-019B960494DF}">
              <a14:hiddenLine xmlns:a14="http://schemas.microsoft.com/office/drawing/2010/main" w="6350">
                <a:solidFill>
                  <a:srgbClr val="000000"/>
                </a:solidFill>
                <a:miter lim="800000"/>
                <a:headEnd/>
                <a:tailEnd/>
              </a14:hiddenLine>
            </a:ext>
          </a:extLst>
        </p:spPr>
        <p:txBody>
          <a:bodyPr/>
          <a:lstStyle/>
          <a:p>
            <a:pPr eaLnBrk="1" hangingPunct="1"/>
            <a:endParaRPr lang="fr-FR" altLang="fr-FR"/>
          </a:p>
        </p:txBody>
      </p:sp>
    </p:spTree>
  </p:cSld>
  <p:clrMapOvr>
    <a:masterClrMapping/>
  </p:clrMapOvr>
</p:notes>
</file>

<file path=ppt/notesSlides/notesSlide1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5810" name="Rectangle 2"/>
          <p:cNvSpPr>
            <a:spLocks noGrp="1" noRot="1" noChangeAspect="1" noChangeArrowheads="1" noTextEdit="1"/>
          </p:cNvSpPr>
          <p:nvPr>
            <p:ph type="sldImg"/>
          </p:nvPr>
        </p:nvSpPr>
        <p:spPr>
          <a:solidFill>
            <a:srgbClr val="FFFFFF"/>
          </a:solidFill>
          <a:ln/>
        </p:spPr>
      </p:sp>
      <p:sp>
        <p:nvSpPr>
          <p:cNvPr id="375811" name="Rectangle 3"/>
          <p:cNvSpPr>
            <a:spLocks noGrp="1" noChangeArrowheads="1"/>
          </p:cNvSpPr>
          <p:nvPr>
            <p:ph type="body" idx="1"/>
          </p:nvPr>
        </p:nvSpPr>
        <p:spPr>
          <a:xfrm>
            <a:off x="178598" y="4750715"/>
            <a:ext cx="6467112" cy="276981"/>
          </a:xfrm>
          <a:solidFill>
            <a:srgbClr val="FFFFFF"/>
          </a:solidFill>
          <a:ln w="9525"/>
          <a:extLst>
            <a:ext uri="{91240B29-F687-4F45-9708-019B960494DF}">
              <a14:hiddenLine xmlns:a14="http://schemas.microsoft.com/office/drawing/2010/main" w="6350">
                <a:solidFill>
                  <a:srgbClr val="000000"/>
                </a:solidFill>
                <a:miter lim="800000"/>
                <a:headEnd/>
                <a:tailEnd/>
              </a14:hiddenLine>
            </a:ext>
          </a:extLst>
        </p:spPr>
        <p:txBody>
          <a:bodyPr/>
          <a:lstStyle/>
          <a:p>
            <a:pPr eaLnBrk="1" hangingPunct="1"/>
            <a:endParaRPr lang="fr-FR" altLang="fr-FR"/>
          </a:p>
        </p:txBody>
      </p:sp>
    </p:spTree>
  </p:cSld>
  <p:clrMapOvr>
    <a:masterClrMapping/>
  </p:clrMapOvr>
</p:notes>
</file>

<file path=ppt/notesSlides/notesSlide1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6834" name="Rectangle 2"/>
          <p:cNvSpPr>
            <a:spLocks noGrp="1" noRot="1" noChangeAspect="1" noChangeArrowheads="1" noTextEdit="1"/>
          </p:cNvSpPr>
          <p:nvPr>
            <p:ph type="sldImg"/>
          </p:nvPr>
        </p:nvSpPr>
        <p:spPr>
          <a:solidFill>
            <a:srgbClr val="FFFFFF"/>
          </a:solidFill>
          <a:ln/>
        </p:spPr>
      </p:sp>
      <p:sp>
        <p:nvSpPr>
          <p:cNvPr id="376835" name="Rectangle 3"/>
          <p:cNvSpPr>
            <a:spLocks noGrp="1" noChangeArrowheads="1"/>
          </p:cNvSpPr>
          <p:nvPr>
            <p:ph type="body" idx="1"/>
          </p:nvPr>
        </p:nvSpPr>
        <p:spPr>
          <a:xfrm>
            <a:off x="178598" y="4750715"/>
            <a:ext cx="6467112" cy="276981"/>
          </a:xfrm>
          <a:solidFill>
            <a:srgbClr val="FFFFFF"/>
          </a:solidFill>
          <a:ln w="9525"/>
          <a:extLst>
            <a:ext uri="{91240B29-F687-4F45-9708-019B960494DF}">
              <a14:hiddenLine xmlns:a14="http://schemas.microsoft.com/office/drawing/2010/main" w="6350">
                <a:solidFill>
                  <a:srgbClr val="000000"/>
                </a:solidFill>
                <a:miter lim="800000"/>
                <a:headEnd/>
                <a:tailEnd/>
              </a14:hiddenLine>
            </a:ext>
          </a:extLst>
        </p:spPr>
        <p:txBody>
          <a:bodyPr/>
          <a:lstStyle/>
          <a:p>
            <a:pPr eaLnBrk="1" hangingPunct="1"/>
            <a:endParaRPr lang="fr-FR" altLang="fr-FR"/>
          </a:p>
        </p:txBody>
      </p:sp>
    </p:spTree>
  </p:cSld>
  <p:clrMapOvr>
    <a:masterClrMapping/>
  </p:clrMapOvr>
</p:notes>
</file>

<file path=ppt/notesSlides/notesSlide1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7858" name="Rectangle 2"/>
          <p:cNvSpPr>
            <a:spLocks noGrp="1" noRot="1" noChangeAspect="1" noChangeArrowheads="1" noTextEdit="1"/>
          </p:cNvSpPr>
          <p:nvPr>
            <p:ph type="sldImg"/>
          </p:nvPr>
        </p:nvSpPr>
        <p:spPr>
          <a:solidFill>
            <a:srgbClr val="FFFFFF"/>
          </a:solidFill>
          <a:ln/>
        </p:spPr>
      </p:sp>
      <p:sp>
        <p:nvSpPr>
          <p:cNvPr id="377859" name="Rectangle 3"/>
          <p:cNvSpPr>
            <a:spLocks noGrp="1" noChangeArrowheads="1"/>
          </p:cNvSpPr>
          <p:nvPr>
            <p:ph type="body" idx="1"/>
          </p:nvPr>
        </p:nvSpPr>
        <p:spPr>
          <a:xfrm>
            <a:off x="178598" y="4750715"/>
            <a:ext cx="6467112" cy="276981"/>
          </a:xfrm>
          <a:solidFill>
            <a:srgbClr val="FFFFFF"/>
          </a:solidFill>
          <a:ln w="9525"/>
          <a:extLst>
            <a:ext uri="{91240B29-F687-4F45-9708-019B960494DF}">
              <a14:hiddenLine xmlns:a14="http://schemas.microsoft.com/office/drawing/2010/main" w="6350">
                <a:solidFill>
                  <a:srgbClr val="000000"/>
                </a:solidFill>
                <a:miter lim="800000"/>
                <a:headEnd/>
                <a:tailEnd/>
              </a14:hiddenLine>
            </a:ext>
          </a:extLst>
        </p:spPr>
        <p:txBody>
          <a:bodyPr/>
          <a:lstStyle/>
          <a:p>
            <a:pPr eaLnBrk="1" hangingPunct="1"/>
            <a:endParaRPr lang="fr-FR" altLang="fr-FR"/>
          </a:p>
        </p:txBody>
      </p:sp>
    </p:spTree>
  </p:cSld>
  <p:clrMapOvr>
    <a:masterClrMapping/>
  </p:clrMapOvr>
</p:notes>
</file>

<file path=ppt/notesSlides/notesSlide1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8882" name="Rectangle 2"/>
          <p:cNvSpPr>
            <a:spLocks noGrp="1" noRot="1" noChangeAspect="1" noChangeArrowheads="1" noTextEdit="1"/>
          </p:cNvSpPr>
          <p:nvPr>
            <p:ph type="sldImg"/>
          </p:nvPr>
        </p:nvSpPr>
        <p:spPr>
          <a:solidFill>
            <a:srgbClr val="FFFFFF"/>
          </a:solidFill>
          <a:ln/>
        </p:spPr>
      </p:sp>
      <p:sp>
        <p:nvSpPr>
          <p:cNvPr id="378883" name="Rectangle 3"/>
          <p:cNvSpPr>
            <a:spLocks noGrp="1" noChangeArrowheads="1"/>
          </p:cNvSpPr>
          <p:nvPr>
            <p:ph type="body" idx="1"/>
          </p:nvPr>
        </p:nvSpPr>
        <p:spPr>
          <a:xfrm>
            <a:off x="178598" y="4750715"/>
            <a:ext cx="6467112" cy="276981"/>
          </a:xfrm>
          <a:solidFill>
            <a:srgbClr val="FFFFFF"/>
          </a:solidFill>
          <a:ln w="9525"/>
          <a:extLst>
            <a:ext uri="{91240B29-F687-4F45-9708-019B960494DF}">
              <a14:hiddenLine xmlns:a14="http://schemas.microsoft.com/office/drawing/2010/main" w="6350">
                <a:solidFill>
                  <a:srgbClr val="000000"/>
                </a:solidFill>
                <a:miter lim="800000"/>
                <a:headEnd/>
                <a:tailEnd/>
              </a14:hiddenLine>
            </a:ext>
          </a:extLst>
        </p:spPr>
        <p:txBody>
          <a:bodyPr/>
          <a:lstStyle/>
          <a:p>
            <a:pPr eaLnBrk="1" hangingPunct="1"/>
            <a:endParaRPr lang="fr-FR" altLang="fr-FR"/>
          </a:p>
        </p:txBody>
      </p:sp>
    </p:spTree>
  </p:cSld>
  <p:clrMapOvr>
    <a:masterClrMapping/>
  </p:clrMapOvr>
</p:notes>
</file>

<file path=ppt/notesSlides/notesSlide1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9906" name="Rectangle 2"/>
          <p:cNvSpPr>
            <a:spLocks noGrp="1" noRot="1" noChangeAspect="1" noChangeArrowheads="1" noTextEdit="1"/>
          </p:cNvSpPr>
          <p:nvPr>
            <p:ph type="sldImg"/>
          </p:nvPr>
        </p:nvSpPr>
        <p:spPr>
          <a:solidFill>
            <a:srgbClr val="FFFFFF"/>
          </a:solidFill>
          <a:ln/>
        </p:spPr>
      </p:sp>
      <p:sp>
        <p:nvSpPr>
          <p:cNvPr id="379907" name="Rectangle 3"/>
          <p:cNvSpPr>
            <a:spLocks noGrp="1" noChangeArrowheads="1"/>
          </p:cNvSpPr>
          <p:nvPr>
            <p:ph type="body" idx="1"/>
          </p:nvPr>
        </p:nvSpPr>
        <p:spPr>
          <a:xfrm>
            <a:off x="178598" y="4750715"/>
            <a:ext cx="6467112" cy="276981"/>
          </a:xfrm>
          <a:solidFill>
            <a:srgbClr val="FFFFFF"/>
          </a:solidFill>
          <a:ln w="9525"/>
          <a:extLst>
            <a:ext uri="{91240B29-F687-4F45-9708-019B960494DF}">
              <a14:hiddenLine xmlns:a14="http://schemas.microsoft.com/office/drawing/2010/main" w="6350">
                <a:solidFill>
                  <a:srgbClr val="000000"/>
                </a:solidFill>
                <a:miter lim="800000"/>
                <a:headEnd/>
                <a:tailEnd/>
              </a14:hiddenLine>
            </a:ext>
          </a:extLst>
        </p:spPr>
        <p:txBody>
          <a:bodyPr/>
          <a:lstStyle/>
          <a:p>
            <a:pPr eaLnBrk="1" hangingPunct="1"/>
            <a:endParaRPr lang="fr-FR" altLang="fr-FR"/>
          </a:p>
        </p:txBody>
      </p:sp>
    </p:spTree>
  </p:cSld>
  <p:clrMapOvr>
    <a:masterClrMapping/>
  </p:clrMapOvr>
</p:notes>
</file>

<file path=ppt/notesSlides/notesSlide1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0930" name="Rectangle 2"/>
          <p:cNvSpPr>
            <a:spLocks noGrp="1" noRot="1" noChangeAspect="1" noChangeArrowheads="1" noTextEdit="1"/>
          </p:cNvSpPr>
          <p:nvPr>
            <p:ph type="sldImg"/>
          </p:nvPr>
        </p:nvSpPr>
        <p:spPr>
          <a:solidFill>
            <a:srgbClr val="FFFFFF"/>
          </a:solidFill>
          <a:ln/>
        </p:spPr>
      </p:sp>
      <p:sp>
        <p:nvSpPr>
          <p:cNvPr id="380931" name="Rectangle 3"/>
          <p:cNvSpPr>
            <a:spLocks noGrp="1" noChangeArrowheads="1"/>
          </p:cNvSpPr>
          <p:nvPr>
            <p:ph type="body" idx="1"/>
          </p:nvPr>
        </p:nvSpPr>
        <p:spPr>
          <a:xfrm>
            <a:off x="178598" y="4750715"/>
            <a:ext cx="6467112" cy="276981"/>
          </a:xfrm>
          <a:solidFill>
            <a:srgbClr val="FFFFFF"/>
          </a:solidFill>
          <a:ln w="9525"/>
          <a:extLst>
            <a:ext uri="{91240B29-F687-4F45-9708-019B960494DF}">
              <a14:hiddenLine xmlns:a14="http://schemas.microsoft.com/office/drawing/2010/main" w="6350">
                <a:solidFill>
                  <a:srgbClr val="000000"/>
                </a:solidFill>
                <a:miter lim="800000"/>
                <a:headEnd/>
                <a:tailEnd/>
              </a14:hiddenLine>
            </a:ext>
          </a:extLst>
        </p:spPr>
        <p:txBody>
          <a:bodyPr/>
          <a:lstStyle/>
          <a:p>
            <a:pPr eaLnBrk="1" hangingPunct="1"/>
            <a:endParaRPr lang="fr-FR" altLang="fr-FR"/>
          </a:p>
        </p:txBody>
      </p:sp>
    </p:spTree>
  </p:cSld>
  <p:clrMapOvr>
    <a:masterClrMapping/>
  </p:clrMapOvr>
</p:notes>
</file>

<file path=ppt/notesSlides/notesSlide1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1954" name="Rectangle 2"/>
          <p:cNvSpPr>
            <a:spLocks noGrp="1" noRot="1" noChangeAspect="1" noChangeArrowheads="1" noTextEdit="1"/>
          </p:cNvSpPr>
          <p:nvPr>
            <p:ph type="sldImg"/>
          </p:nvPr>
        </p:nvSpPr>
        <p:spPr>
          <a:solidFill>
            <a:srgbClr val="FFFFFF"/>
          </a:solidFill>
          <a:ln/>
        </p:spPr>
      </p:sp>
      <p:sp>
        <p:nvSpPr>
          <p:cNvPr id="381955" name="Rectangle 3"/>
          <p:cNvSpPr>
            <a:spLocks noGrp="1" noChangeArrowheads="1"/>
          </p:cNvSpPr>
          <p:nvPr>
            <p:ph type="body" idx="1"/>
          </p:nvPr>
        </p:nvSpPr>
        <p:spPr>
          <a:xfrm>
            <a:off x="178598" y="4750715"/>
            <a:ext cx="6467112" cy="276981"/>
          </a:xfrm>
          <a:solidFill>
            <a:srgbClr val="FFFFFF"/>
          </a:solidFill>
          <a:ln w="9525"/>
          <a:extLst>
            <a:ext uri="{91240B29-F687-4F45-9708-019B960494DF}">
              <a14:hiddenLine xmlns:a14="http://schemas.microsoft.com/office/drawing/2010/main" w="6350">
                <a:solidFill>
                  <a:srgbClr val="000000"/>
                </a:solidFill>
                <a:miter lim="800000"/>
                <a:headEnd/>
                <a:tailEnd/>
              </a14:hiddenLine>
            </a:ext>
          </a:extLst>
        </p:spPr>
        <p:txBody>
          <a:bodyPr/>
          <a:lstStyle/>
          <a:p>
            <a:pPr eaLnBrk="1" hangingPunct="1"/>
            <a:endParaRPr lang="fr-FR" altLang="fr-FR"/>
          </a:p>
        </p:txBody>
      </p:sp>
    </p:spTree>
  </p:cSld>
  <p:clrMapOvr>
    <a:masterClrMapping/>
  </p:clrMapOvr>
</p:notes>
</file>

<file path=ppt/notesSlides/notesSlide1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2978" name="Rectangle 2"/>
          <p:cNvSpPr>
            <a:spLocks noGrp="1" noRot="1" noChangeAspect="1" noChangeArrowheads="1" noTextEdit="1"/>
          </p:cNvSpPr>
          <p:nvPr>
            <p:ph type="sldImg"/>
          </p:nvPr>
        </p:nvSpPr>
        <p:spPr>
          <a:solidFill>
            <a:srgbClr val="FFFFFF"/>
          </a:solidFill>
          <a:ln/>
        </p:spPr>
      </p:sp>
      <p:sp>
        <p:nvSpPr>
          <p:cNvPr id="382979" name="Rectangle 3"/>
          <p:cNvSpPr>
            <a:spLocks noGrp="1" noChangeArrowheads="1"/>
          </p:cNvSpPr>
          <p:nvPr>
            <p:ph type="body" idx="1"/>
          </p:nvPr>
        </p:nvSpPr>
        <p:spPr>
          <a:xfrm>
            <a:off x="178598" y="4750715"/>
            <a:ext cx="6467112" cy="276981"/>
          </a:xfrm>
          <a:solidFill>
            <a:srgbClr val="FFFFFF"/>
          </a:solidFill>
          <a:ln w="9525"/>
          <a:extLst>
            <a:ext uri="{91240B29-F687-4F45-9708-019B960494DF}">
              <a14:hiddenLine xmlns:a14="http://schemas.microsoft.com/office/drawing/2010/main" w="6350">
                <a:solidFill>
                  <a:srgbClr val="000000"/>
                </a:solidFill>
                <a:miter lim="800000"/>
                <a:headEnd/>
                <a:tailEnd/>
              </a14:hiddenLine>
            </a:ext>
          </a:extLst>
        </p:spPr>
        <p:txBody>
          <a:bodyPr/>
          <a:lstStyle/>
          <a:p>
            <a:pPr eaLnBrk="1" hangingPunct="1"/>
            <a:endParaRPr lang="fr-FR" altLang="fr-FR"/>
          </a:p>
        </p:txBody>
      </p:sp>
    </p:spTree>
  </p:cSld>
  <p:clrMapOvr>
    <a:masterClrMapping/>
  </p:clrMapOvr>
</p:notes>
</file>

<file path=ppt/notesSlides/notesSlide1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4002" name="Rectangle 2"/>
          <p:cNvSpPr>
            <a:spLocks noGrp="1" noRot="1" noChangeAspect="1" noChangeArrowheads="1" noTextEdit="1"/>
          </p:cNvSpPr>
          <p:nvPr>
            <p:ph type="sldImg"/>
          </p:nvPr>
        </p:nvSpPr>
        <p:spPr>
          <a:solidFill>
            <a:srgbClr val="FFFFFF"/>
          </a:solidFill>
          <a:ln/>
        </p:spPr>
      </p:sp>
      <p:sp>
        <p:nvSpPr>
          <p:cNvPr id="384003" name="Rectangle 3"/>
          <p:cNvSpPr>
            <a:spLocks noGrp="1" noChangeArrowheads="1"/>
          </p:cNvSpPr>
          <p:nvPr>
            <p:ph type="body" idx="1"/>
          </p:nvPr>
        </p:nvSpPr>
        <p:spPr>
          <a:xfrm>
            <a:off x="178598" y="4750715"/>
            <a:ext cx="6467112" cy="276981"/>
          </a:xfrm>
          <a:solidFill>
            <a:srgbClr val="FFFFFF"/>
          </a:solidFill>
          <a:ln w="9525"/>
          <a:extLst>
            <a:ext uri="{91240B29-F687-4F45-9708-019B960494DF}">
              <a14:hiddenLine xmlns:a14="http://schemas.microsoft.com/office/drawing/2010/main" w="6350">
                <a:solidFill>
                  <a:srgbClr val="000000"/>
                </a:solidFill>
                <a:miter lim="800000"/>
                <a:headEnd/>
                <a:tailEnd/>
              </a14:hiddenLine>
            </a:ext>
          </a:extLst>
        </p:spPr>
        <p:txBody>
          <a:bodyPr/>
          <a:lstStyle/>
          <a:p>
            <a:pPr eaLnBrk="1" hangingPunct="1"/>
            <a:endParaRPr lang="fr-FR" altLang="fr-FR"/>
          </a:p>
        </p:txBody>
      </p:sp>
    </p:spTree>
  </p:cSld>
  <p:clrMapOvr>
    <a:masterClrMapping/>
  </p:clrMapOvr>
</p:notes>
</file>

<file path=ppt/notesSlides/notesSlide1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5026" name="Rectangle 2"/>
          <p:cNvSpPr>
            <a:spLocks noGrp="1" noRot="1" noChangeAspect="1" noChangeArrowheads="1" noTextEdit="1"/>
          </p:cNvSpPr>
          <p:nvPr>
            <p:ph type="sldImg"/>
          </p:nvPr>
        </p:nvSpPr>
        <p:spPr>
          <a:solidFill>
            <a:srgbClr val="FFFFFF"/>
          </a:solidFill>
          <a:ln/>
        </p:spPr>
      </p:sp>
      <p:sp>
        <p:nvSpPr>
          <p:cNvPr id="385027" name="Rectangle 3"/>
          <p:cNvSpPr>
            <a:spLocks noGrp="1" noChangeArrowheads="1"/>
          </p:cNvSpPr>
          <p:nvPr>
            <p:ph type="body" idx="1"/>
          </p:nvPr>
        </p:nvSpPr>
        <p:spPr>
          <a:xfrm>
            <a:off x="178598" y="4750715"/>
            <a:ext cx="6467112" cy="276981"/>
          </a:xfrm>
          <a:solidFill>
            <a:srgbClr val="FFFFFF"/>
          </a:solidFill>
          <a:ln w="9525"/>
          <a:extLst>
            <a:ext uri="{91240B29-F687-4F45-9708-019B960494DF}">
              <a14:hiddenLine xmlns:a14="http://schemas.microsoft.com/office/drawing/2010/main" w="6350">
                <a:solidFill>
                  <a:srgbClr val="000000"/>
                </a:solidFill>
                <a:miter lim="800000"/>
                <a:headEnd/>
                <a:tailEnd/>
              </a14:hiddenLine>
            </a:ext>
          </a:extLst>
        </p:spPr>
        <p:txBody>
          <a:bodyPr/>
          <a:lstStyle/>
          <a:p>
            <a:pPr eaLnBrk="1" hangingPunct="1"/>
            <a:endParaRPr lang="fr-FR" altLang="fr-FR"/>
          </a:p>
        </p:txBody>
      </p:sp>
    </p:spTree>
  </p:cSld>
  <p:clrMapOvr>
    <a:masterClrMapping/>
  </p:clrMapOvr>
</p:notes>
</file>

<file path=ppt/notesSlides/notesSlide1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6050" name="Rectangle 2"/>
          <p:cNvSpPr>
            <a:spLocks noGrp="1" noRot="1" noChangeAspect="1" noChangeArrowheads="1" noTextEdit="1"/>
          </p:cNvSpPr>
          <p:nvPr>
            <p:ph type="sldImg"/>
          </p:nvPr>
        </p:nvSpPr>
        <p:spPr>
          <a:solidFill>
            <a:srgbClr val="FFFFFF"/>
          </a:solidFill>
          <a:ln/>
        </p:spPr>
      </p:sp>
      <p:sp>
        <p:nvSpPr>
          <p:cNvPr id="386051" name="Rectangle 3"/>
          <p:cNvSpPr>
            <a:spLocks noGrp="1" noChangeArrowheads="1"/>
          </p:cNvSpPr>
          <p:nvPr>
            <p:ph type="body" idx="1"/>
          </p:nvPr>
        </p:nvSpPr>
        <p:spPr>
          <a:xfrm>
            <a:off x="178598" y="4750715"/>
            <a:ext cx="6467112" cy="276981"/>
          </a:xfrm>
          <a:solidFill>
            <a:srgbClr val="FFFFFF"/>
          </a:solidFill>
          <a:ln w="9525"/>
          <a:extLst>
            <a:ext uri="{91240B29-F687-4F45-9708-019B960494DF}">
              <a14:hiddenLine xmlns:a14="http://schemas.microsoft.com/office/drawing/2010/main" w="6350">
                <a:solidFill>
                  <a:srgbClr val="000000"/>
                </a:solidFill>
                <a:miter lim="800000"/>
                <a:headEnd/>
                <a:tailEnd/>
              </a14:hiddenLine>
            </a:ext>
          </a:extLst>
        </p:spPr>
        <p:txBody>
          <a:bodyPr/>
          <a:lstStyle/>
          <a:p>
            <a:pPr eaLnBrk="1" hangingPunct="1"/>
            <a:endParaRPr lang="fr-FR" altLang="fr-FR"/>
          </a:p>
        </p:txBody>
      </p:sp>
    </p:spTree>
  </p:cSld>
  <p:clrMapOvr>
    <a:masterClrMapping/>
  </p:clrMapOvr>
</p:notes>
</file>

<file path=ppt/notesSlides/notesSlide1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7074" name="Rectangle 2"/>
          <p:cNvSpPr>
            <a:spLocks noGrp="1" noRot="1" noChangeAspect="1" noChangeArrowheads="1" noTextEdit="1"/>
          </p:cNvSpPr>
          <p:nvPr>
            <p:ph type="sldImg"/>
          </p:nvPr>
        </p:nvSpPr>
        <p:spPr>
          <a:ln/>
        </p:spPr>
      </p:sp>
      <p:sp>
        <p:nvSpPr>
          <p:cNvPr id="387075" name="Rectangle 3"/>
          <p:cNvSpPr>
            <a:spLocks noGrp="1" noChangeArrowheads="1"/>
          </p:cNvSpPr>
          <p:nvPr>
            <p:ph type="body" idx="1"/>
          </p:nvPr>
        </p:nvSpPr>
        <p:spPr>
          <a:xfrm>
            <a:off x="496628" y="4904404"/>
            <a:ext cx="5805988" cy="461647"/>
          </a:xfrm>
          <a:noFill/>
          <a:ln w="9525"/>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a:lstStyle/>
          <a:p>
            <a:pPr eaLnBrk="1" hangingPunct="1"/>
            <a:r>
              <a:rPr lang="fr-FR" altLang="fr-FR" b="0"/>
              <a:t>Les retombées de la méthode KANBAN sont en général spectaculaires sur les besoins en palettes et containers, ainsi que sur les m² occupés au sol . </a:t>
            </a:r>
          </a:p>
        </p:txBody>
      </p:sp>
    </p:spTree>
  </p:cSld>
  <p:clrMapOvr>
    <a:masterClrMapping/>
  </p:clrMapOvr>
</p:notes>
</file>

<file path=ppt/notesSlides/notesSlide1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8098" name="Rectangle 2"/>
          <p:cNvSpPr>
            <a:spLocks noGrp="1" noRot="1" noChangeAspect="1" noChangeArrowheads="1" noTextEdit="1"/>
          </p:cNvSpPr>
          <p:nvPr>
            <p:ph type="sldImg"/>
          </p:nvPr>
        </p:nvSpPr>
        <p:spPr>
          <a:solidFill>
            <a:srgbClr val="FFFFFF"/>
          </a:solidFill>
          <a:ln/>
        </p:spPr>
      </p:sp>
      <p:sp>
        <p:nvSpPr>
          <p:cNvPr id="388099" name="Rectangle 3"/>
          <p:cNvSpPr>
            <a:spLocks noGrp="1" noChangeArrowheads="1"/>
          </p:cNvSpPr>
          <p:nvPr>
            <p:ph type="body" idx="1"/>
          </p:nvPr>
        </p:nvSpPr>
        <p:spPr>
          <a:xfrm>
            <a:off x="178598" y="4750715"/>
            <a:ext cx="6467112" cy="276981"/>
          </a:xfrm>
          <a:solidFill>
            <a:srgbClr val="FFFFFF"/>
          </a:solidFill>
          <a:ln w="9525"/>
          <a:extLst>
            <a:ext uri="{91240B29-F687-4F45-9708-019B960494DF}">
              <a14:hiddenLine xmlns:a14="http://schemas.microsoft.com/office/drawing/2010/main" w="6350">
                <a:solidFill>
                  <a:srgbClr val="000000"/>
                </a:solidFill>
                <a:miter lim="800000"/>
                <a:headEnd/>
                <a:tailEnd/>
              </a14:hiddenLine>
            </a:ext>
          </a:extLst>
        </p:spPr>
        <p:txBody>
          <a:bodyPr/>
          <a:lstStyle/>
          <a:p>
            <a:pPr eaLnBrk="1" hangingPunct="1"/>
            <a:endParaRPr lang="fr-FR" altLang="fr-FR"/>
          </a:p>
        </p:txBody>
      </p:sp>
    </p:spTree>
  </p:cSld>
  <p:clrMapOvr>
    <a:masterClrMapping/>
  </p:clrMapOvr>
</p:notes>
</file>

<file path=ppt/notesSlides/notesSlide1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9122" name="Rectangle 2"/>
          <p:cNvSpPr>
            <a:spLocks noGrp="1" noRot="1" noChangeAspect="1" noChangeArrowheads="1" noTextEdit="1"/>
          </p:cNvSpPr>
          <p:nvPr>
            <p:ph type="sldImg"/>
          </p:nvPr>
        </p:nvSpPr>
        <p:spPr>
          <a:ln/>
        </p:spPr>
      </p:sp>
      <p:sp>
        <p:nvSpPr>
          <p:cNvPr id="389123" name="Rectangle 3"/>
          <p:cNvSpPr>
            <a:spLocks noGrp="1" noChangeArrowheads="1"/>
          </p:cNvSpPr>
          <p:nvPr>
            <p:ph type="body" idx="1"/>
          </p:nvPr>
        </p:nvSpPr>
        <p:spPr>
          <a:xfrm>
            <a:off x="496628" y="4904404"/>
            <a:ext cx="5805988" cy="276981"/>
          </a:xfrm>
          <a:noFill/>
          <a:ln w="9525"/>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a:lstStyle/>
          <a:p>
            <a:pPr eaLnBrk="1" hangingPunct="1"/>
            <a:endParaRPr lang="fr-FR" altLang="fr-FR" b="0"/>
          </a:p>
        </p:txBody>
      </p:sp>
    </p:spTree>
  </p:cSld>
  <p:clrMapOvr>
    <a:masterClrMapping/>
  </p:clrMapOvr>
</p:notes>
</file>

<file path=ppt/notesSlides/notesSlide1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0146" name="Rectangle 2"/>
          <p:cNvSpPr>
            <a:spLocks noGrp="1" noRot="1" noChangeAspect="1" noChangeArrowheads="1" noTextEdit="1"/>
          </p:cNvSpPr>
          <p:nvPr>
            <p:ph type="sldImg"/>
          </p:nvPr>
        </p:nvSpPr>
        <p:spPr>
          <a:ln/>
        </p:spPr>
      </p:sp>
      <p:sp>
        <p:nvSpPr>
          <p:cNvPr id="390147" name="Rectangle 3"/>
          <p:cNvSpPr>
            <a:spLocks noGrp="1" noChangeArrowheads="1"/>
          </p:cNvSpPr>
          <p:nvPr>
            <p:ph type="body" idx="1"/>
          </p:nvPr>
        </p:nvSpPr>
        <p:spPr>
          <a:xfrm>
            <a:off x="496628" y="4904404"/>
            <a:ext cx="5805988" cy="461647"/>
          </a:xfrm>
          <a:noFill/>
          <a:ln w="9525"/>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a:lstStyle/>
          <a:p>
            <a:pPr eaLnBrk="1" hangingPunct="1"/>
            <a:r>
              <a:rPr lang="fr-FR" altLang="fr-FR" b="0"/>
              <a:t>L’animateur enregistre les décisions sur la feuille Relevé des progrès et met à jour la cartographie des progrès (fichier Analyse des progrès).</a:t>
            </a:r>
          </a:p>
        </p:txBody>
      </p:sp>
    </p:spTree>
  </p:cSld>
  <p:clrMapOvr>
    <a:masterClrMapping/>
  </p:clrMapOvr>
</p:notes>
</file>

<file path=ppt/notesSlides/notesSlide1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1170" name="Rectangle 2"/>
          <p:cNvSpPr>
            <a:spLocks noGrp="1" noRot="1" noChangeAspect="1" noChangeArrowheads="1" noTextEdit="1"/>
          </p:cNvSpPr>
          <p:nvPr>
            <p:ph type="sldImg"/>
          </p:nvPr>
        </p:nvSpPr>
        <p:spPr>
          <a:solidFill>
            <a:srgbClr val="FFFFFF"/>
          </a:solidFill>
          <a:ln/>
        </p:spPr>
      </p:sp>
      <p:sp>
        <p:nvSpPr>
          <p:cNvPr id="391171" name="Rectangle 3"/>
          <p:cNvSpPr>
            <a:spLocks noGrp="1" noChangeArrowheads="1"/>
          </p:cNvSpPr>
          <p:nvPr>
            <p:ph type="body" idx="1"/>
          </p:nvPr>
        </p:nvSpPr>
        <p:spPr>
          <a:xfrm>
            <a:off x="178598" y="4750715"/>
            <a:ext cx="6467112" cy="276981"/>
          </a:xfrm>
          <a:solidFill>
            <a:srgbClr val="FFFFFF"/>
          </a:solidFill>
          <a:ln w="9525"/>
          <a:extLst>
            <a:ext uri="{91240B29-F687-4F45-9708-019B960494DF}">
              <a14:hiddenLine xmlns:a14="http://schemas.microsoft.com/office/drawing/2010/main" w="6350">
                <a:solidFill>
                  <a:srgbClr val="000000"/>
                </a:solidFill>
                <a:miter lim="800000"/>
                <a:headEnd/>
                <a:tailEnd/>
              </a14:hiddenLine>
            </a:ext>
          </a:extLst>
        </p:spPr>
        <p:txBody>
          <a:bodyPr/>
          <a:lstStyle/>
          <a:p>
            <a:pPr eaLnBrk="1" hangingPunct="1"/>
            <a:endParaRPr lang="fr-FR" altLang="fr-FR"/>
          </a:p>
        </p:txBody>
      </p:sp>
    </p:spTree>
  </p:cSld>
  <p:clrMapOvr>
    <a:masterClrMapping/>
  </p:clrMapOvr>
</p:notes>
</file>

<file path=ppt/notesSlides/notesSlide1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2194" name="Rectangle 2"/>
          <p:cNvSpPr>
            <a:spLocks noGrp="1" noRot="1" noChangeAspect="1" noChangeArrowheads="1" noTextEdit="1"/>
          </p:cNvSpPr>
          <p:nvPr>
            <p:ph type="sldImg"/>
          </p:nvPr>
        </p:nvSpPr>
        <p:spPr>
          <a:solidFill>
            <a:srgbClr val="FFFFFF"/>
          </a:solidFill>
          <a:ln/>
        </p:spPr>
      </p:sp>
      <p:sp>
        <p:nvSpPr>
          <p:cNvPr id="392195" name="Rectangle 3"/>
          <p:cNvSpPr>
            <a:spLocks noGrp="1" noChangeArrowheads="1"/>
          </p:cNvSpPr>
          <p:nvPr>
            <p:ph type="body" idx="1"/>
          </p:nvPr>
        </p:nvSpPr>
        <p:spPr>
          <a:xfrm>
            <a:off x="178598" y="4750715"/>
            <a:ext cx="6467112" cy="276981"/>
          </a:xfrm>
          <a:solidFill>
            <a:srgbClr val="FFFFFF"/>
          </a:solidFill>
          <a:ln w="9525"/>
          <a:extLst>
            <a:ext uri="{91240B29-F687-4F45-9708-019B960494DF}">
              <a14:hiddenLine xmlns:a14="http://schemas.microsoft.com/office/drawing/2010/main" w="6350">
                <a:solidFill>
                  <a:srgbClr val="000000"/>
                </a:solidFill>
                <a:miter lim="800000"/>
                <a:headEnd/>
                <a:tailEnd/>
              </a14:hiddenLine>
            </a:ext>
          </a:extLst>
        </p:spPr>
        <p:txBody>
          <a:bodyPr/>
          <a:lstStyle/>
          <a:p>
            <a:pPr eaLnBrk="1" hangingPunct="1"/>
            <a:endParaRPr lang="fr-FR" altLang="fr-FR"/>
          </a:p>
        </p:txBody>
      </p:sp>
    </p:spTree>
  </p:cSld>
  <p:clrMapOvr>
    <a:masterClrMapping/>
  </p:clrMapOvr>
</p:notes>
</file>

<file path=ppt/notesSlides/notesSlide1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3218" name="Rectangle 2"/>
          <p:cNvSpPr>
            <a:spLocks noGrp="1" noRot="1" noChangeAspect="1" noChangeArrowheads="1" noTextEdit="1"/>
          </p:cNvSpPr>
          <p:nvPr>
            <p:ph type="sldImg"/>
          </p:nvPr>
        </p:nvSpPr>
        <p:spPr>
          <a:solidFill>
            <a:srgbClr val="FFFFFF"/>
          </a:solidFill>
          <a:ln/>
        </p:spPr>
      </p:sp>
      <p:sp>
        <p:nvSpPr>
          <p:cNvPr id="393219" name="Rectangle 3"/>
          <p:cNvSpPr>
            <a:spLocks noGrp="1" noChangeArrowheads="1"/>
          </p:cNvSpPr>
          <p:nvPr>
            <p:ph type="body" idx="1"/>
          </p:nvPr>
        </p:nvSpPr>
        <p:spPr>
          <a:xfrm>
            <a:off x="178598" y="4750715"/>
            <a:ext cx="6467112" cy="276981"/>
          </a:xfrm>
          <a:solidFill>
            <a:srgbClr val="FFFFFF"/>
          </a:solidFill>
          <a:ln w="9525"/>
          <a:extLst>
            <a:ext uri="{91240B29-F687-4F45-9708-019B960494DF}">
              <a14:hiddenLine xmlns:a14="http://schemas.microsoft.com/office/drawing/2010/main" w="6350">
                <a:solidFill>
                  <a:srgbClr val="000000"/>
                </a:solidFill>
                <a:miter lim="800000"/>
                <a:headEnd/>
                <a:tailEnd/>
              </a14:hiddenLine>
            </a:ext>
          </a:extLst>
        </p:spPr>
        <p:txBody>
          <a:bodyPr/>
          <a:lstStyle/>
          <a:p>
            <a:pPr eaLnBrk="1" hangingPunct="1"/>
            <a:endParaRPr lang="fr-FR" altLang="fr-FR"/>
          </a:p>
        </p:txBody>
      </p:sp>
    </p:spTree>
  </p:cSld>
  <p:clrMapOvr>
    <a:masterClrMapping/>
  </p:clrMapOvr>
</p:notes>
</file>

<file path=ppt/notesSlides/notesSlide1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4242" name="Rectangle 2"/>
          <p:cNvSpPr>
            <a:spLocks noGrp="1" noRot="1" noChangeAspect="1" noChangeArrowheads="1" noTextEdit="1"/>
          </p:cNvSpPr>
          <p:nvPr>
            <p:ph type="sldImg"/>
          </p:nvPr>
        </p:nvSpPr>
        <p:spPr>
          <a:solidFill>
            <a:srgbClr val="FFFFFF"/>
          </a:solidFill>
          <a:ln/>
        </p:spPr>
      </p:sp>
      <p:sp>
        <p:nvSpPr>
          <p:cNvPr id="394243" name="Rectangle 3"/>
          <p:cNvSpPr>
            <a:spLocks noGrp="1" noChangeArrowheads="1"/>
          </p:cNvSpPr>
          <p:nvPr>
            <p:ph type="body" idx="1"/>
          </p:nvPr>
        </p:nvSpPr>
        <p:spPr>
          <a:xfrm>
            <a:off x="178598" y="4750715"/>
            <a:ext cx="6467112" cy="276981"/>
          </a:xfrm>
          <a:solidFill>
            <a:srgbClr val="FFFFFF"/>
          </a:solidFill>
          <a:ln w="9525"/>
          <a:extLst>
            <a:ext uri="{91240B29-F687-4F45-9708-019B960494DF}">
              <a14:hiddenLine xmlns:a14="http://schemas.microsoft.com/office/drawing/2010/main" w="6350">
                <a:solidFill>
                  <a:srgbClr val="000000"/>
                </a:solidFill>
                <a:miter lim="800000"/>
                <a:headEnd/>
                <a:tailEnd/>
              </a14:hiddenLine>
            </a:ext>
          </a:extLst>
        </p:spPr>
        <p:txBody>
          <a:bodyPr/>
          <a:lstStyle/>
          <a:p>
            <a:pPr eaLnBrk="1" hangingPunct="1"/>
            <a:endParaRPr lang="fr-FR" altLang="fr-FR"/>
          </a:p>
        </p:txBody>
      </p:sp>
    </p:spTree>
  </p:cSld>
  <p:clrMapOvr>
    <a:masterClrMapping/>
  </p:clrMapOvr>
</p:notes>
</file>

<file path=ppt/notesSlides/notesSlide1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5266" name="Rectangle 2"/>
          <p:cNvSpPr>
            <a:spLocks noGrp="1" noRot="1" noChangeAspect="1" noChangeArrowheads="1" noTextEdit="1"/>
          </p:cNvSpPr>
          <p:nvPr>
            <p:ph type="sldImg"/>
          </p:nvPr>
        </p:nvSpPr>
        <p:spPr>
          <a:solidFill>
            <a:srgbClr val="FFFFFF"/>
          </a:solidFill>
          <a:ln/>
        </p:spPr>
      </p:sp>
      <p:sp>
        <p:nvSpPr>
          <p:cNvPr id="395267" name="Rectangle 3"/>
          <p:cNvSpPr>
            <a:spLocks noGrp="1" noChangeArrowheads="1"/>
          </p:cNvSpPr>
          <p:nvPr>
            <p:ph type="body" idx="1"/>
          </p:nvPr>
        </p:nvSpPr>
        <p:spPr>
          <a:xfrm>
            <a:off x="178598" y="4750715"/>
            <a:ext cx="6467112" cy="276981"/>
          </a:xfrm>
          <a:solidFill>
            <a:srgbClr val="FFFFFF"/>
          </a:solidFill>
          <a:ln w="9525"/>
          <a:extLst>
            <a:ext uri="{91240B29-F687-4F45-9708-019B960494DF}">
              <a14:hiddenLine xmlns:a14="http://schemas.microsoft.com/office/drawing/2010/main" w="6350">
                <a:solidFill>
                  <a:srgbClr val="000000"/>
                </a:solidFill>
                <a:miter lim="800000"/>
                <a:headEnd/>
                <a:tailEnd/>
              </a14:hiddenLine>
            </a:ext>
          </a:extLst>
        </p:spPr>
        <p:txBody>
          <a:bodyPr/>
          <a:lstStyle/>
          <a:p>
            <a:pPr eaLnBrk="1" hangingPunct="1"/>
            <a:endParaRPr lang="fr-FR" altLang="fr-FR"/>
          </a:p>
        </p:txBody>
      </p:sp>
    </p:spTree>
  </p:cSld>
  <p:clrMapOvr>
    <a:masterClrMapping/>
  </p:clrMapOvr>
</p:notes>
</file>

<file path=ppt/notesSlides/notesSlide1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6290" name="Rectangle 2"/>
          <p:cNvSpPr>
            <a:spLocks noGrp="1" noRot="1" noChangeAspect="1" noChangeArrowheads="1" noTextEdit="1"/>
          </p:cNvSpPr>
          <p:nvPr>
            <p:ph type="sldImg"/>
          </p:nvPr>
        </p:nvSpPr>
        <p:spPr>
          <a:solidFill>
            <a:srgbClr val="FFFFFF"/>
          </a:solidFill>
          <a:ln/>
        </p:spPr>
      </p:sp>
      <p:sp>
        <p:nvSpPr>
          <p:cNvPr id="396291" name="Rectangle 3"/>
          <p:cNvSpPr>
            <a:spLocks noGrp="1" noChangeArrowheads="1"/>
          </p:cNvSpPr>
          <p:nvPr>
            <p:ph type="body" idx="1"/>
          </p:nvPr>
        </p:nvSpPr>
        <p:spPr>
          <a:xfrm>
            <a:off x="178598" y="4750715"/>
            <a:ext cx="6467112" cy="276981"/>
          </a:xfrm>
          <a:solidFill>
            <a:srgbClr val="FFFFFF"/>
          </a:solidFill>
          <a:ln w="9525"/>
          <a:extLst>
            <a:ext uri="{91240B29-F687-4F45-9708-019B960494DF}">
              <a14:hiddenLine xmlns:a14="http://schemas.microsoft.com/office/drawing/2010/main" w="6350">
                <a:solidFill>
                  <a:srgbClr val="000000"/>
                </a:solidFill>
                <a:miter lim="800000"/>
                <a:headEnd/>
                <a:tailEnd/>
              </a14:hiddenLine>
            </a:ext>
          </a:extLst>
        </p:spPr>
        <p:txBody>
          <a:bodyPr/>
          <a:lstStyle/>
          <a:p>
            <a:pPr eaLnBrk="1" hangingPunct="1"/>
            <a:endParaRPr lang="fr-FR" altLang="fr-FR"/>
          </a:p>
        </p:txBody>
      </p:sp>
    </p:spTree>
  </p:cSld>
  <p:clrMapOvr>
    <a:masterClrMapping/>
  </p:clrMapOvr>
</p:notes>
</file>

<file path=ppt/notesSlides/notesSlide1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7314" name="Rectangle 2"/>
          <p:cNvSpPr>
            <a:spLocks noGrp="1" noRot="1" noChangeAspect="1" noChangeArrowheads="1" noTextEdit="1"/>
          </p:cNvSpPr>
          <p:nvPr>
            <p:ph type="sldImg"/>
          </p:nvPr>
        </p:nvSpPr>
        <p:spPr>
          <a:solidFill>
            <a:srgbClr val="FFFFFF"/>
          </a:solidFill>
          <a:ln/>
        </p:spPr>
      </p:sp>
      <p:sp>
        <p:nvSpPr>
          <p:cNvPr id="397315" name="Rectangle 3"/>
          <p:cNvSpPr>
            <a:spLocks noGrp="1" noChangeArrowheads="1"/>
          </p:cNvSpPr>
          <p:nvPr>
            <p:ph type="body" idx="1"/>
          </p:nvPr>
        </p:nvSpPr>
        <p:spPr>
          <a:xfrm>
            <a:off x="178598" y="4750715"/>
            <a:ext cx="6467112" cy="276981"/>
          </a:xfrm>
          <a:solidFill>
            <a:srgbClr val="FFFFFF"/>
          </a:solidFill>
          <a:ln w="9525"/>
          <a:extLst>
            <a:ext uri="{91240B29-F687-4F45-9708-019B960494DF}">
              <a14:hiddenLine xmlns:a14="http://schemas.microsoft.com/office/drawing/2010/main" w="6350">
                <a:solidFill>
                  <a:srgbClr val="000000"/>
                </a:solidFill>
                <a:miter lim="800000"/>
                <a:headEnd/>
                <a:tailEnd/>
              </a14:hiddenLine>
            </a:ext>
          </a:extLst>
        </p:spPr>
        <p:txBody>
          <a:bodyPr/>
          <a:lstStyle/>
          <a:p>
            <a:pPr eaLnBrk="1" hangingPunct="1"/>
            <a:endParaRPr lang="fr-FR" altLang="fr-FR"/>
          </a:p>
        </p:txBody>
      </p:sp>
    </p:spTree>
  </p:cSld>
  <p:clrMapOvr>
    <a:masterClrMapping/>
  </p:clrMapOvr>
</p:notes>
</file>

<file path=ppt/notesSlides/notesSlide1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8338" name="Rectangle 2"/>
          <p:cNvSpPr>
            <a:spLocks noGrp="1" noRot="1" noChangeAspect="1" noChangeArrowheads="1" noTextEdit="1"/>
          </p:cNvSpPr>
          <p:nvPr>
            <p:ph type="sldImg"/>
          </p:nvPr>
        </p:nvSpPr>
        <p:spPr>
          <a:solidFill>
            <a:srgbClr val="FFFFFF"/>
          </a:solidFill>
          <a:ln/>
        </p:spPr>
      </p:sp>
      <p:sp>
        <p:nvSpPr>
          <p:cNvPr id="398339" name="Rectangle 3"/>
          <p:cNvSpPr>
            <a:spLocks noGrp="1" noChangeArrowheads="1"/>
          </p:cNvSpPr>
          <p:nvPr>
            <p:ph type="body" idx="1"/>
          </p:nvPr>
        </p:nvSpPr>
        <p:spPr>
          <a:xfrm>
            <a:off x="178598" y="4750715"/>
            <a:ext cx="6467112" cy="276981"/>
          </a:xfrm>
          <a:solidFill>
            <a:srgbClr val="FFFFFF"/>
          </a:solidFill>
          <a:ln w="9525"/>
          <a:extLst>
            <a:ext uri="{91240B29-F687-4F45-9708-019B960494DF}">
              <a14:hiddenLine xmlns:a14="http://schemas.microsoft.com/office/drawing/2010/main" w="6350">
                <a:solidFill>
                  <a:srgbClr val="000000"/>
                </a:solidFill>
                <a:miter lim="800000"/>
                <a:headEnd/>
                <a:tailEnd/>
              </a14:hiddenLine>
            </a:ext>
          </a:extLst>
        </p:spPr>
        <p:txBody>
          <a:bodyPr/>
          <a:lstStyle/>
          <a:p>
            <a:pPr eaLnBrk="1" hangingPunct="1"/>
            <a:endParaRPr lang="fr-FR" altLang="fr-FR"/>
          </a:p>
        </p:txBody>
      </p:sp>
    </p:spTree>
  </p:cSld>
  <p:clrMapOvr>
    <a:masterClrMapping/>
  </p:clrMapOvr>
</p:notes>
</file>

<file path=ppt/notesSlides/notesSlide2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9362" name="Rectangle 2"/>
          <p:cNvSpPr>
            <a:spLocks noGrp="1" noRot="1" noChangeAspect="1" noChangeArrowheads="1" noTextEdit="1"/>
          </p:cNvSpPr>
          <p:nvPr>
            <p:ph type="sldImg"/>
          </p:nvPr>
        </p:nvSpPr>
        <p:spPr>
          <a:solidFill>
            <a:srgbClr val="FFFFFF"/>
          </a:solidFill>
          <a:ln/>
        </p:spPr>
      </p:sp>
      <p:sp>
        <p:nvSpPr>
          <p:cNvPr id="399363" name="Rectangle 3"/>
          <p:cNvSpPr>
            <a:spLocks noGrp="1" noChangeArrowheads="1"/>
          </p:cNvSpPr>
          <p:nvPr>
            <p:ph type="body" idx="1"/>
          </p:nvPr>
        </p:nvSpPr>
        <p:spPr>
          <a:xfrm>
            <a:off x="178598" y="4750715"/>
            <a:ext cx="6467112" cy="276981"/>
          </a:xfrm>
          <a:solidFill>
            <a:srgbClr val="FFFFFF"/>
          </a:solidFill>
          <a:ln w="9525"/>
          <a:extLst>
            <a:ext uri="{91240B29-F687-4F45-9708-019B960494DF}">
              <a14:hiddenLine xmlns:a14="http://schemas.microsoft.com/office/drawing/2010/main" w="6350">
                <a:solidFill>
                  <a:srgbClr val="000000"/>
                </a:solidFill>
                <a:miter lim="800000"/>
                <a:headEnd/>
                <a:tailEnd/>
              </a14:hiddenLine>
            </a:ext>
          </a:extLst>
        </p:spPr>
        <p:txBody>
          <a:bodyPr/>
          <a:lstStyle/>
          <a:p>
            <a:pPr eaLnBrk="1" hangingPunct="1"/>
            <a:endParaRPr lang="fr-FR" altLang="fr-FR"/>
          </a:p>
        </p:txBody>
      </p:sp>
    </p:spTree>
  </p:cSld>
  <p:clrMapOvr>
    <a:masterClrMapping/>
  </p:clrMapOvr>
</p:notes>
</file>

<file path=ppt/notesSlides/notesSlide2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0386" name="Rectangle 2"/>
          <p:cNvSpPr>
            <a:spLocks noGrp="1" noRot="1" noChangeAspect="1" noChangeArrowheads="1" noTextEdit="1"/>
          </p:cNvSpPr>
          <p:nvPr>
            <p:ph type="sldImg"/>
          </p:nvPr>
        </p:nvSpPr>
        <p:spPr>
          <a:solidFill>
            <a:srgbClr val="FFFFFF"/>
          </a:solidFill>
          <a:ln/>
        </p:spPr>
      </p:sp>
      <p:sp>
        <p:nvSpPr>
          <p:cNvPr id="400387" name="Rectangle 3"/>
          <p:cNvSpPr>
            <a:spLocks noGrp="1" noChangeArrowheads="1"/>
          </p:cNvSpPr>
          <p:nvPr>
            <p:ph type="body" idx="1"/>
          </p:nvPr>
        </p:nvSpPr>
        <p:spPr>
          <a:xfrm>
            <a:off x="178598" y="4750715"/>
            <a:ext cx="6467112" cy="276981"/>
          </a:xfrm>
          <a:solidFill>
            <a:srgbClr val="FFFFFF"/>
          </a:solidFill>
          <a:ln w="9525"/>
          <a:extLst>
            <a:ext uri="{91240B29-F687-4F45-9708-019B960494DF}">
              <a14:hiddenLine xmlns:a14="http://schemas.microsoft.com/office/drawing/2010/main" w="6350">
                <a:solidFill>
                  <a:srgbClr val="000000"/>
                </a:solidFill>
                <a:miter lim="800000"/>
                <a:headEnd/>
                <a:tailEnd/>
              </a14:hiddenLine>
            </a:ext>
          </a:extLst>
        </p:spPr>
        <p:txBody>
          <a:bodyPr/>
          <a:lstStyle/>
          <a:p>
            <a:pPr eaLnBrk="1" hangingPunct="1"/>
            <a:endParaRPr lang="fr-FR" altLang="fr-FR"/>
          </a:p>
        </p:txBody>
      </p:sp>
    </p:spTree>
  </p:cSld>
  <p:clrMapOvr>
    <a:masterClrMapping/>
  </p:clrMapOvr>
</p:notes>
</file>

<file path=ppt/notesSlides/notesSlide2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1410" name="Rectangle 2"/>
          <p:cNvSpPr>
            <a:spLocks noGrp="1" noRot="1" noChangeAspect="1" noChangeArrowheads="1" noTextEdit="1"/>
          </p:cNvSpPr>
          <p:nvPr>
            <p:ph type="sldImg"/>
          </p:nvPr>
        </p:nvSpPr>
        <p:spPr>
          <a:solidFill>
            <a:srgbClr val="FFFFFF"/>
          </a:solidFill>
          <a:ln/>
        </p:spPr>
      </p:sp>
      <p:sp>
        <p:nvSpPr>
          <p:cNvPr id="401411" name="Rectangle 3"/>
          <p:cNvSpPr>
            <a:spLocks noGrp="1" noChangeArrowheads="1"/>
          </p:cNvSpPr>
          <p:nvPr>
            <p:ph type="body" idx="1"/>
          </p:nvPr>
        </p:nvSpPr>
        <p:spPr>
          <a:xfrm>
            <a:off x="178598" y="4750715"/>
            <a:ext cx="6467112" cy="276981"/>
          </a:xfrm>
          <a:solidFill>
            <a:srgbClr val="FFFFFF"/>
          </a:solidFill>
          <a:ln w="9525"/>
          <a:extLst>
            <a:ext uri="{91240B29-F687-4F45-9708-019B960494DF}">
              <a14:hiddenLine xmlns:a14="http://schemas.microsoft.com/office/drawing/2010/main" w="6350">
                <a:solidFill>
                  <a:srgbClr val="000000"/>
                </a:solidFill>
                <a:miter lim="800000"/>
                <a:headEnd/>
                <a:tailEnd/>
              </a14:hiddenLine>
            </a:ext>
          </a:extLst>
        </p:spPr>
        <p:txBody>
          <a:bodyPr/>
          <a:lstStyle/>
          <a:p>
            <a:pPr eaLnBrk="1" hangingPunct="1"/>
            <a:endParaRPr lang="fr-FR" altLang="fr-FR"/>
          </a:p>
        </p:txBody>
      </p:sp>
    </p:spTree>
  </p:cSld>
  <p:clrMapOvr>
    <a:masterClrMapping/>
  </p:clrMapOvr>
</p:notes>
</file>

<file path=ppt/notesSlides/notesSlide2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2434" name="Rectangle 2"/>
          <p:cNvSpPr>
            <a:spLocks noGrp="1" noRot="1" noChangeAspect="1" noChangeArrowheads="1" noTextEdit="1"/>
          </p:cNvSpPr>
          <p:nvPr>
            <p:ph type="sldImg"/>
          </p:nvPr>
        </p:nvSpPr>
        <p:spPr>
          <a:solidFill>
            <a:srgbClr val="FFFFFF"/>
          </a:solidFill>
          <a:ln/>
        </p:spPr>
      </p:sp>
      <p:sp>
        <p:nvSpPr>
          <p:cNvPr id="402435" name="Rectangle 3"/>
          <p:cNvSpPr>
            <a:spLocks noGrp="1" noChangeArrowheads="1"/>
          </p:cNvSpPr>
          <p:nvPr>
            <p:ph type="body" idx="1"/>
          </p:nvPr>
        </p:nvSpPr>
        <p:spPr>
          <a:xfrm>
            <a:off x="178598" y="4750715"/>
            <a:ext cx="6467112" cy="276981"/>
          </a:xfrm>
          <a:solidFill>
            <a:srgbClr val="FFFFFF"/>
          </a:solidFill>
          <a:ln w="9525"/>
          <a:extLst>
            <a:ext uri="{91240B29-F687-4F45-9708-019B960494DF}">
              <a14:hiddenLine xmlns:a14="http://schemas.microsoft.com/office/drawing/2010/main" w="6350">
                <a:solidFill>
                  <a:srgbClr val="000000"/>
                </a:solidFill>
                <a:miter lim="800000"/>
                <a:headEnd/>
                <a:tailEnd/>
              </a14:hiddenLine>
            </a:ext>
          </a:extLst>
        </p:spPr>
        <p:txBody>
          <a:bodyPr/>
          <a:lstStyle/>
          <a:p>
            <a:pPr eaLnBrk="1" hangingPunct="1"/>
            <a:endParaRPr lang="fr-FR" altLang="fr-FR"/>
          </a:p>
        </p:txBody>
      </p:sp>
    </p:spTree>
  </p:cSld>
  <p:clrMapOvr>
    <a:masterClrMapping/>
  </p:clrMapOvr>
</p:notes>
</file>

<file path=ppt/notesSlides/notesSlide2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3458" name="Rectangle 2"/>
          <p:cNvSpPr>
            <a:spLocks noGrp="1" noRot="1" noChangeAspect="1" noChangeArrowheads="1" noTextEdit="1"/>
          </p:cNvSpPr>
          <p:nvPr>
            <p:ph type="sldImg"/>
          </p:nvPr>
        </p:nvSpPr>
        <p:spPr>
          <a:solidFill>
            <a:srgbClr val="FFFFFF"/>
          </a:solidFill>
          <a:ln/>
        </p:spPr>
      </p:sp>
      <p:sp>
        <p:nvSpPr>
          <p:cNvPr id="403459" name="Rectangle 3"/>
          <p:cNvSpPr>
            <a:spLocks noGrp="1" noChangeArrowheads="1"/>
          </p:cNvSpPr>
          <p:nvPr>
            <p:ph type="body" idx="1"/>
          </p:nvPr>
        </p:nvSpPr>
        <p:spPr>
          <a:xfrm>
            <a:off x="178598" y="4750715"/>
            <a:ext cx="6467112" cy="276981"/>
          </a:xfrm>
          <a:solidFill>
            <a:srgbClr val="FFFFFF"/>
          </a:solidFill>
          <a:ln w="9525"/>
          <a:extLst>
            <a:ext uri="{91240B29-F687-4F45-9708-019B960494DF}">
              <a14:hiddenLine xmlns:a14="http://schemas.microsoft.com/office/drawing/2010/main" w="6350">
                <a:solidFill>
                  <a:srgbClr val="000000"/>
                </a:solidFill>
                <a:miter lim="800000"/>
                <a:headEnd/>
                <a:tailEnd/>
              </a14:hiddenLine>
            </a:ext>
          </a:extLst>
        </p:spPr>
        <p:txBody>
          <a:bodyPr/>
          <a:lstStyle/>
          <a:p>
            <a:pPr eaLnBrk="1" hangingPunct="1"/>
            <a:endParaRPr lang="fr-FR" altLang="fr-FR"/>
          </a:p>
        </p:txBody>
      </p:sp>
    </p:spTree>
  </p:cSld>
  <p:clrMapOvr>
    <a:masterClrMapping/>
  </p:clrMapOvr>
</p:notes>
</file>

<file path=ppt/notesSlides/notesSlide2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4482" name="Rectangle 2"/>
          <p:cNvSpPr>
            <a:spLocks noGrp="1" noRot="1" noChangeAspect="1" noChangeArrowheads="1" noTextEdit="1"/>
          </p:cNvSpPr>
          <p:nvPr>
            <p:ph type="sldImg"/>
          </p:nvPr>
        </p:nvSpPr>
        <p:spPr>
          <a:solidFill>
            <a:srgbClr val="FFFFFF"/>
          </a:solidFill>
          <a:ln/>
        </p:spPr>
      </p:sp>
      <p:sp>
        <p:nvSpPr>
          <p:cNvPr id="404483" name="Rectangle 3"/>
          <p:cNvSpPr>
            <a:spLocks noGrp="1" noChangeArrowheads="1"/>
          </p:cNvSpPr>
          <p:nvPr>
            <p:ph type="body" idx="1"/>
          </p:nvPr>
        </p:nvSpPr>
        <p:spPr>
          <a:xfrm>
            <a:off x="178598" y="4750715"/>
            <a:ext cx="6467112" cy="276981"/>
          </a:xfrm>
          <a:solidFill>
            <a:srgbClr val="FFFFFF"/>
          </a:solidFill>
          <a:ln w="9525"/>
          <a:extLst>
            <a:ext uri="{91240B29-F687-4F45-9708-019B960494DF}">
              <a14:hiddenLine xmlns:a14="http://schemas.microsoft.com/office/drawing/2010/main" w="6350">
                <a:solidFill>
                  <a:srgbClr val="000000"/>
                </a:solidFill>
                <a:miter lim="800000"/>
                <a:headEnd/>
                <a:tailEnd/>
              </a14:hiddenLine>
            </a:ext>
          </a:extLst>
        </p:spPr>
        <p:txBody>
          <a:bodyPr/>
          <a:lstStyle/>
          <a:p>
            <a:pPr eaLnBrk="1" hangingPunct="1"/>
            <a:endParaRPr lang="fr-FR" altLang="fr-FR"/>
          </a:p>
        </p:txBody>
      </p:sp>
    </p:spTree>
  </p:cSld>
  <p:clrMapOvr>
    <a:masterClrMapping/>
  </p:clrMapOvr>
</p:notes>
</file>

<file path=ppt/notesSlides/notesSlide2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5506" name="Rectangle 2"/>
          <p:cNvSpPr>
            <a:spLocks noGrp="1" noRot="1" noChangeAspect="1" noChangeArrowheads="1" noTextEdit="1"/>
          </p:cNvSpPr>
          <p:nvPr>
            <p:ph type="sldImg"/>
          </p:nvPr>
        </p:nvSpPr>
        <p:spPr>
          <a:ln/>
        </p:spPr>
      </p:sp>
      <p:sp>
        <p:nvSpPr>
          <p:cNvPr id="405507" name="Rectangle 3"/>
          <p:cNvSpPr>
            <a:spLocks noGrp="1" noChangeArrowheads="1"/>
          </p:cNvSpPr>
          <p:nvPr>
            <p:ph type="body" idx="1"/>
          </p:nvPr>
        </p:nvSpPr>
        <p:spPr>
          <a:xfrm>
            <a:off x="496628" y="4904405"/>
            <a:ext cx="5805988" cy="2308306"/>
          </a:xfrm>
          <a:noFill/>
          <a:ln w="9525"/>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a:lstStyle/>
          <a:p>
            <a:pPr eaLnBrk="1" hangingPunct="1"/>
            <a:r>
              <a:rPr lang="fr-FR" altLang="fr-FR" b="0"/>
              <a:t>Grâce à la réduction de la taille des séries, il est désormais possible de programmer le montage en fabriquant chaque jour "de tout un peu". En connaissant le jour J les besoins des clients, il est possible de fabriquer le jour J + 1 et de livrer le jour J+2. Dès lors, on peut envisager la suppression pure et simple des stocks de produits finis, et faire du stock de composants un stock commercial. Encore faut-il que le traitement des commandes clients soit accéléré. Mais, puisque la production a accéléré ses flux, pourquoi les Services Administratifs n'en feraient-ils pas autant ? Ajoutons que pour être efficace, une organisation de montage à partir de modules doit disposer non seulement d'une flexibilité en terme de références (c'est le cas ici, grâce aux changements rapides d'outils), mais aussi d'une flexibilité en termes de capacité (pour éviter l'encombrement des postes de montage en cas de brusque accroissement de la demande)..</a:t>
            </a:r>
          </a:p>
        </p:txBody>
      </p:sp>
    </p:spTree>
  </p:cSld>
  <p:clrMapOvr>
    <a:masterClrMapping/>
  </p:clrMapOvr>
</p:notes>
</file>

<file path=ppt/notesSlides/notesSlide2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6530" name="Rectangle 2"/>
          <p:cNvSpPr>
            <a:spLocks noGrp="1" noRot="1" noChangeAspect="1" noChangeArrowheads="1" noTextEdit="1"/>
          </p:cNvSpPr>
          <p:nvPr>
            <p:ph type="sldImg"/>
          </p:nvPr>
        </p:nvSpPr>
        <p:spPr>
          <a:solidFill>
            <a:srgbClr val="FFFFFF"/>
          </a:solidFill>
          <a:ln/>
        </p:spPr>
      </p:sp>
      <p:sp>
        <p:nvSpPr>
          <p:cNvPr id="406531" name="Rectangle 3"/>
          <p:cNvSpPr>
            <a:spLocks noGrp="1" noChangeArrowheads="1"/>
          </p:cNvSpPr>
          <p:nvPr>
            <p:ph type="body" idx="1"/>
          </p:nvPr>
        </p:nvSpPr>
        <p:spPr>
          <a:xfrm>
            <a:off x="178598" y="4750715"/>
            <a:ext cx="6467112" cy="276981"/>
          </a:xfrm>
          <a:solidFill>
            <a:srgbClr val="FFFFFF"/>
          </a:solidFill>
          <a:ln w="9525"/>
          <a:extLst>
            <a:ext uri="{91240B29-F687-4F45-9708-019B960494DF}">
              <a14:hiddenLine xmlns:a14="http://schemas.microsoft.com/office/drawing/2010/main" w="6350">
                <a:solidFill>
                  <a:srgbClr val="000000"/>
                </a:solidFill>
                <a:miter lim="800000"/>
                <a:headEnd/>
                <a:tailEnd/>
              </a14:hiddenLine>
            </a:ext>
          </a:extLst>
        </p:spPr>
        <p:txBody>
          <a:bodyPr/>
          <a:lstStyle/>
          <a:p>
            <a:pPr eaLnBrk="1" hangingPunct="1"/>
            <a:endParaRPr lang="fr-FR" altLang="fr-FR"/>
          </a:p>
        </p:txBody>
      </p:sp>
    </p:spTree>
  </p:cSld>
  <p:clrMapOvr>
    <a:masterClrMapping/>
  </p:clrMapOvr>
</p:notes>
</file>

<file path=ppt/notesSlides/notesSlide2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7554" name="Rectangle 2"/>
          <p:cNvSpPr>
            <a:spLocks noGrp="1" noRot="1" noChangeAspect="1" noChangeArrowheads="1" noTextEdit="1"/>
          </p:cNvSpPr>
          <p:nvPr>
            <p:ph type="sldImg"/>
          </p:nvPr>
        </p:nvSpPr>
        <p:spPr>
          <a:solidFill>
            <a:srgbClr val="FFFFFF"/>
          </a:solidFill>
          <a:ln/>
        </p:spPr>
      </p:sp>
      <p:sp>
        <p:nvSpPr>
          <p:cNvPr id="407555" name="Rectangle 3"/>
          <p:cNvSpPr>
            <a:spLocks noGrp="1" noChangeArrowheads="1"/>
          </p:cNvSpPr>
          <p:nvPr>
            <p:ph type="body" idx="1"/>
          </p:nvPr>
        </p:nvSpPr>
        <p:spPr>
          <a:xfrm>
            <a:off x="178598" y="4750715"/>
            <a:ext cx="6467112" cy="276981"/>
          </a:xfrm>
          <a:solidFill>
            <a:srgbClr val="FFFFFF"/>
          </a:solidFill>
          <a:ln w="9525"/>
          <a:extLst>
            <a:ext uri="{91240B29-F687-4F45-9708-019B960494DF}">
              <a14:hiddenLine xmlns:a14="http://schemas.microsoft.com/office/drawing/2010/main" w="6350">
                <a:solidFill>
                  <a:srgbClr val="000000"/>
                </a:solidFill>
                <a:miter lim="800000"/>
                <a:headEnd/>
                <a:tailEnd/>
              </a14:hiddenLine>
            </a:ext>
          </a:extLst>
        </p:spPr>
        <p:txBody>
          <a:bodyPr/>
          <a:lstStyle/>
          <a:p>
            <a:pPr eaLnBrk="1" hangingPunct="1"/>
            <a:endParaRPr lang="fr-FR" altLang="fr-FR"/>
          </a:p>
        </p:txBody>
      </p:sp>
    </p:spTree>
  </p:cSld>
  <p:clrMapOvr>
    <a:masterClrMapping/>
  </p:clrMapOvr>
</p:notes>
</file>

<file path=ppt/notesSlides/notesSlide2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8578" name="Rectangle 2"/>
          <p:cNvSpPr>
            <a:spLocks noGrp="1" noRot="1" noChangeAspect="1" noChangeArrowheads="1" noTextEdit="1"/>
          </p:cNvSpPr>
          <p:nvPr>
            <p:ph type="sldImg"/>
          </p:nvPr>
        </p:nvSpPr>
        <p:spPr>
          <a:ln/>
        </p:spPr>
      </p:sp>
      <p:sp>
        <p:nvSpPr>
          <p:cNvPr id="408579" name="Rectangle 3"/>
          <p:cNvSpPr>
            <a:spLocks noGrp="1" noChangeArrowheads="1"/>
          </p:cNvSpPr>
          <p:nvPr>
            <p:ph type="body" idx="1"/>
          </p:nvPr>
        </p:nvSpPr>
        <p:spPr>
          <a:xfrm>
            <a:off x="496628" y="4904404"/>
            <a:ext cx="5805988" cy="276981"/>
          </a:xfrm>
          <a:noFill/>
          <a:ln w="9525"/>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a:lstStyle/>
          <a:p>
            <a:pPr eaLnBrk="1" hangingPunct="1"/>
            <a:r>
              <a:rPr lang="fr-FR" altLang="fr-FR" b="0"/>
              <a:t>L’animateur met à jour le tableau de bord Excel.</a:t>
            </a:r>
          </a:p>
        </p:txBody>
      </p:sp>
    </p:spTree>
  </p:cSld>
  <p:clrMapOvr>
    <a:masterClrMapping/>
  </p:clrMapOvr>
</p:notes>
</file>

<file path=ppt/notesSlides/notesSlide2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602" name="Espace réservé de l'image des diapositives 1"/>
          <p:cNvSpPr>
            <a:spLocks noGrp="1" noRot="1" noChangeAspect="1" noTextEdit="1"/>
          </p:cNvSpPr>
          <p:nvPr>
            <p:ph type="sldImg"/>
          </p:nvPr>
        </p:nvSpPr>
        <p:spPr>
          <a:ln/>
        </p:spPr>
      </p:sp>
      <p:sp>
        <p:nvSpPr>
          <p:cNvPr id="409603" name="Espace réservé des commentaires 2"/>
          <p:cNvSpPr>
            <a:spLocks noGrp="1"/>
          </p:cNvSpPr>
          <p:nvPr>
            <p:ph type="body" idx="1"/>
          </p:nvPr>
        </p:nvSpPr>
        <p:spPr>
          <a:xfrm>
            <a:off x="496628" y="4904404"/>
            <a:ext cx="5805988" cy="276981"/>
          </a:xfrm>
          <a:noFill/>
          <a:ln w="9525"/>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a:lstStyle/>
          <a:p>
            <a:endParaRPr lang="fr-FR" altLang="fr-FR"/>
          </a:p>
        </p:txBody>
      </p:sp>
    </p:spTree>
  </p:cSld>
  <p:clrMapOvr>
    <a:masterClrMapping/>
  </p:clrMapOvr>
</p:notes>
</file>

<file path=ppt/notesSlides/notesSlide2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0626" name="Rectangle 2"/>
          <p:cNvSpPr>
            <a:spLocks noGrp="1" noRot="1" noChangeAspect="1" noChangeArrowheads="1" noTextEdit="1"/>
          </p:cNvSpPr>
          <p:nvPr>
            <p:ph type="sldImg"/>
          </p:nvPr>
        </p:nvSpPr>
        <p:spPr>
          <a:ln/>
        </p:spPr>
      </p:sp>
      <p:sp>
        <p:nvSpPr>
          <p:cNvPr id="410627" name="Rectangle 3"/>
          <p:cNvSpPr>
            <a:spLocks noGrp="1" noChangeArrowheads="1"/>
          </p:cNvSpPr>
          <p:nvPr>
            <p:ph type="body" idx="1"/>
          </p:nvPr>
        </p:nvSpPr>
        <p:spPr>
          <a:xfrm>
            <a:off x="496628" y="4904405"/>
            <a:ext cx="5805988" cy="2696105"/>
          </a:xfrm>
          <a:noFill/>
          <a:ln w="9525"/>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a:lstStyle/>
          <a:p>
            <a:pPr eaLnBrk="1" hangingPunct="1"/>
            <a:r>
              <a:rPr lang="fr-FR" altLang="fr-FR" b="0"/>
              <a:t>L’animateur peut utiliser cette diapo en synthèse. Il souligne les différences de charge entre les postes de travail, les différences dans le coût de stocks, et le fait que le stock de produits finis joue un rôle particulier parce qu’une rupture se traduit immédiatement en une dégradation du taux de service.</a:t>
            </a:r>
          </a:p>
          <a:p>
            <a:pPr eaLnBrk="1" hangingPunct="1"/>
            <a:endParaRPr lang="fr-FR" altLang="fr-FR" b="0"/>
          </a:p>
          <a:p>
            <a:pPr eaLnBrk="1" hangingPunct="1"/>
            <a:r>
              <a:rPr lang="fr-FR" altLang="fr-FR" b="0"/>
              <a:t>Par conséquent, il semblait logique d’engager les actions dans l’ordre suivant :</a:t>
            </a:r>
          </a:p>
          <a:p>
            <a:pPr eaLnBrk="1" hangingPunct="1"/>
            <a:endParaRPr lang="fr-FR" altLang="fr-FR" b="0"/>
          </a:p>
          <a:p>
            <a:pPr eaLnBrk="1" hangingPunct="1"/>
            <a:r>
              <a:rPr lang="fr-FR" altLang="fr-FR" b="0"/>
              <a:t>1) Accroître la capacité et la flexibilité du montage (= réduire le temps de changement de série).</a:t>
            </a:r>
          </a:p>
          <a:p>
            <a:pPr eaLnBrk="1" hangingPunct="1"/>
            <a:r>
              <a:rPr lang="fr-FR" altLang="fr-FR" b="0"/>
              <a:t>2) Accroître la capacité et la flexibilité des carters, puis des engrenages.</a:t>
            </a:r>
          </a:p>
          <a:p>
            <a:pPr eaLnBrk="1" hangingPunct="1"/>
            <a:r>
              <a:rPr lang="fr-FR" altLang="fr-FR" b="0"/>
              <a:t>3) Améliorer la fiabilité du montage, puis des carters et des engrenages</a:t>
            </a:r>
          </a:p>
          <a:p>
            <a:pPr eaLnBrk="1" hangingPunct="1"/>
            <a:r>
              <a:rPr lang="fr-FR" altLang="fr-FR" b="0"/>
              <a:t>4) En dernier lieu, améliorer les postes Couronnes.</a:t>
            </a:r>
          </a:p>
        </p:txBody>
      </p:sp>
    </p:spTree>
  </p:cSld>
  <p:clrMapOvr>
    <a:masterClrMapping/>
  </p:clrMapOvr>
</p:notes>
</file>

<file path=ppt/notesSlides/notesSlide2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1650" name="Espace réservé de l'image des diapositives 1"/>
          <p:cNvSpPr>
            <a:spLocks noGrp="1" noRot="1" noChangeAspect="1" noTextEdit="1"/>
          </p:cNvSpPr>
          <p:nvPr>
            <p:ph type="sldImg"/>
          </p:nvPr>
        </p:nvSpPr>
        <p:spPr>
          <a:ln/>
        </p:spPr>
      </p:sp>
      <p:sp>
        <p:nvSpPr>
          <p:cNvPr id="411651" name="Espace réservé des commentaires 2"/>
          <p:cNvSpPr>
            <a:spLocks noGrp="1"/>
          </p:cNvSpPr>
          <p:nvPr>
            <p:ph type="body" idx="1"/>
          </p:nvPr>
        </p:nvSpPr>
        <p:spPr>
          <a:xfrm>
            <a:off x="496628" y="4904404"/>
            <a:ext cx="5805988" cy="276981"/>
          </a:xfrm>
          <a:noFill/>
          <a:ln w="9525"/>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a:lstStyle/>
          <a:p>
            <a:endParaRPr lang="fr-FR" altLang="fr-FR"/>
          </a:p>
        </p:txBody>
      </p:sp>
    </p:spTree>
  </p:cSld>
  <p:clrMapOvr>
    <a:masterClrMapping/>
  </p:clrMapOvr>
</p:notes>
</file>

<file path=ppt/notesSlides/notesSlide2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2674" name="Espace réservé de l'image des diapositives 1"/>
          <p:cNvSpPr>
            <a:spLocks noGrp="1" noRot="1" noChangeAspect="1" noTextEdit="1"/>
          </p:cNvSpPr>
          <p:nvPr>
            <p:ph type="sldImg"/>
          </p:nvPr>
        </p:nvSpPr>
        <p:spPr>
          <a:ln/>
        </p:spPr>
      </p:sp>
      <p:sp>
        <p:nvSpPr>
          <p:cNvPr id="412675" name="Espace réservé des commentaires 2"/>
          <p:cNvSpPr>
            <a:spLocks noGrp="1"/>
          </p:cNvSpPr>
          <p:nvPr>
            <p:ph type="body" idx="1"/>
          </p:nvPr>
        </p:nvSpPr>
        <p:spPr>
          <a:xfrm>
            <a:off x="496628" y="4904404"/>
            <a:ext cx="5805988" cy="276981"/>
          </a:xfrm>
          <a:noFill/>
          <a:ln w="9525"/>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a:lstStyle/>
          <a:p>
            <a:endParaRPr lang="fr-FR" altLang="fr-FR"/>
          </a:p>
        </p:txBody>
      </p:sp>
    </p:spTree>
  </p:cSld>
  <p:clrMapOvr>
    <a:masterClrMapping/>
  </p:clrMapOvr>
</p:notes>
</file>

<file path=ppt/notesSlides/notesSlide2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3698" name="Rectangle 2"/>
          <p:cNvSpPr>
            <a:spLocks noGrp="1" noRot="1" noChangeAspect="1" noChangeArrowheads="1" noTextEdit="1"/>
          </p:cNvSpPr>
          <p:nvPr>
            <p:ph type="sldImg"/>
          </p:nvPr>
        </p:nvSpPr>
        <p:spPr>
          <a:ln/>
        </p:spPr>
      </p:sp>
      <p:sp>
        <p:nvSpPr>
          <p:cNvPr id="413699" name="Rectangle 3"/>
          <p:cNvSpPr>
            <a:spLocks noGrp="1" noChangeArrowheads="1"/>
          </p:cNvSpPr>
          <p:nvPr>
            <p:ph type="body" idx="1"/>
          </p:nvPr>
        </p:nvSpPr>
        <p:spPr>
          <a:xfrm>
            <a:off x="496628" y="4904404"/>
            <a:ext cx="5805988" cy="4476592"/>
          </a:xfrm>
          <a:noFill/>
          <a:ln w="9525"/>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a:lstStyle/>
          <a:p>
            <a:pPr eaLnBrk="1" hangingPunct="1"/>
            <a:r>
              <a:rPr lang="fr-FR" altLang="fr-FR" sz="1100" b="0"/>
              <a:t>Expliquer à l’aide de cette diapo le mécanisme de calcul du bénéfice de l’entreprise à partir des performances obtenues durant la simulation.</a:t>
            </a:r>
            <a:r>
              <a:rPr lang="fr-FR" altLang="fr-FR" sz="1100"/>
              <a:t>  </a:t>
            </a:r>
            <a:r>
              <a:rPr lang="fr-FR" altLang="fr-FR" sz="1100" b="0"/>
              <a:t>La diapo suivante montre un exemple sur la feuille de calcul (code VF) que l’animateur distribue aux participants.</a:t>
            </a:r>
          </a:p>
          <a:p>
            <a:pPr eaLnBrk="1" hangingPunct="1"/>
            <a:r>
              <a:rPr lang="fr-FR" altLang="fr-FR" sz="1100" b="0"/>
              <a:t>Remarque 1 : le lien entre les performances logistiques et les gains financiers est très simplifié par rapport à la réalité comptable. On peut toutefois le justifier de la façon suivante : si l’on perd 1% de taux de service, on peut imaginer que l’on perd la moitié des commandes livrées en retard (dans le jeu, on les livre quand même, mais on peut penser que certains clients changeront ensuite de fournisseur). Quant aux pertes de production, on peut considérer que le coût de production est composé pour moitié de matières et pour moitié de valeur ajoutée. Et sur les 50% de valeur ajoutée, on peut admettre qu’environ 40% sont effectivement perdus quand les machines sont arrêtées (par exemple une partie seulement du personnel est réutilisable ailleurs). En ce qui concerne le coût des stocks, la convention d’un coût de détention égal à 20% est plus arbitraire : elle tient en particulier à la nécessité de corriger l’échelle de temps. Nous avons volontairement pris un taux élevé pour inciter les joueurs à réduire les stocks. </a:t>
            </a:r>
          </a:p>
          <a:p>
            <a:pPr eaLnBrk="1" hangingPunct="1"/>
            <a:r>
              <a:rPr lang="fr-FR" altLang="fr-FR" sz="1100" b="0"/>
              <a:t>On peut traduire les équivalences de façon plus concrète dans les coordonnées du jeu : 1 produit fini non livré pendant 1 jour équivaut à 3% de taux de service en moins, ce qui entraîne d’après la grille de calcul : 0,45 M€ de bénéfice en moins. De même, 1 heure d’arrêt intempestif sur une machine équivaut à 3% d’efficience en moins, ce qui entraîne 0,36 M€ de bénéfice en moins. Enfin, 1 produit fini de plus en stock (100 € pièce) entraîne un stock de 1 M€ soit 0,2 M€ de coût de stockage en plus. </a:t>
            </a:r>
          </a:p>
          <a:p>
            <a:pPr eaLnBrk="1" hangingPunct="1"/>
            <a:r>
              <a:rPr lang="fr-FR" altLang="fr-FR" sz="1100" b="0"/>
              <a:t>Remarque 2 : la notion de bénéfice est également très simplifiée : on admet que le bénéfice augmente d’une valeur égale aux économies réalisées. On néglige au passage les amortissements, les impôts, etc. Mais cela n’a pas une grande importance pour le but recherché dans le jeu.</a:t>
            </a:r>
          </a:p>
        </p:txBody>
      </p:sp>
    </p:spTree>
  </p:cSld>
  <p:clrMapOvr>
    <a:masterClrMapping/>
  </p:clrMapOvr>
</p:notes>
</file>

<file path=ppt/notesSlides/notesSlide2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4722" name="Rectangle 2"/>
          <p:cNvSpPr>
            <a:spLocks noGrp="1" noRot="1" noChangeAspect="1" noChangeArrowheads="1" noTextEdit="1"/>
          </p:cNvSpPr>
          <p:nvPr>
            <p:ph type="sldImg"/>
          </p:nvPr>
        </p:nvSpPr>
        <p:spPr>
          <a:ln/>
        </p:spPr>
      </p:sp>
      <p:sp>
        <p:nvSpPr>
          <p:cNvPr id="414723" name="Rectangle 3"/>
          <p:cNvSpPr>
            <a:spLocks noGrp="1" noChangeArrowheads="1"/>
          </p:cNvSpPr>
          <p:nvPr>
            <p:ph type="body" idx="1"/>
          </p:nvPr>
        </p:nvSpPr>
        <p:spPr>
          <a:xfrm>
            <a:off x="496628" y="4904405"/>
            <a:ext cx="5805988" cy="1735842"/>
          </a:xfrm>
          <a:noFill/>
          <a:ln w="9525"/>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a:lstStyle/>
          <a:p>
            <a:pPr eaLnBrk="1" hangingPunct="1"/>
            <a:r>
              <a:rPr lang="fr-FR" altLang="fr-FR" b="0"/>
              <a:t>Les valeurs indiquées dans la ligne « Avant » servent de référence pour mesurer les gains. On considère que ce sont les valeurs atteintes par l’entreprise avant que ne démarre la simulation.</a:t>
            </a:r>
          </a:p>
          <a:p>
            <a:pPr eaLnBrk="1" hangingPunct="1"/>
            <a:endParaRPr lang="fr-FR" altLang="fr-FR" b="0"/>
          </a:p>
          <a:p>
            <a:pPr eaLnBrk="1" hangingPunct="1"/>
            <a:r>
              <a:rPr lang="fr-FR" altLang="fr-FR" b="0"/>
              <a:t>La semaine 1 n’est pas prise en compte dans le calcul des moyennes. En effet, les joueurs ne disposent de possibilités d’action qu’à partir de la semaine 2. On fera donc la moyenne des semaines 2, 3 et 4.</a:t>
            </a:r>
          </a:p>
          <a:p>
            <a:pPr eaLnBrk="1" hangingPunct="1"/>
            <a:endParaRPr lang="fr-FR" altLang="fr-FR" b="0"/>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Diapositive de titre">
    <p:spTree>
      <p:nvGrpSpPr>
        <p:cNvPr id="1" name=""/>
        <p:cNvGrpSpPr/>
        <p:nvPr/>
      </p:nvGrpSpPr>
      <p:grpSpPr>
        <a:xfrm>
          <a:off x="0" y="0"/>
          <a:ext cx="0" cy="0"/>
          <a:chOff x="0" y="0"/>
          <a:chExt cx="0" cy="0"/>
        </a:xfrm>
      </p:grpSpPr>
    </p:spTree>
    <p:extLst>
      <p:ext uri="{BB962C8B-B14F-4D97-AF65-F5344CB8AC3E}">
        <p14:creationId xmlns:p14="http://schemas.microsoft.com/office/powerpoint/2010/main" val="257418222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re et contenu">
    <p:spTree>
      <p:nvGrpSpPr>
        <p:cNvPr id="1" name=""/>
        <p:cNvGrpSpPr/>
        <p:nvPr/>
      </p:nvGrpSpPr>
      <p:grpSpPr>
        <a:xfrm>
          <a:off x="0" y="0"/>
          <a:ext cx="0" cy="0"/>
          <a:chOff x="0" y="0"/>
          <a:chExt cx="0" cy="0"/>
        </a:xfrm>
      </p:grpSpPr>
      <p:sp>
        <p:nvSpPr>
          <p:cNvPr id="2" name="Titre 1"/>
          <p:cNvSpPr>
            <a:spLocks noGrp="1"/>
          </p:cNvSpPr>
          <p:nvPr>
            <p:ph type="title"/>
          </p:nvPr>
        </p:nvSpPr>
        <p:spPr>
          <a:xfrm>
            <a:off x="457200" y="0"/>
            <a:ext cx="8229600" cy="647700"/>
          </a:xfrm>
        </p:spPr>
        <p:txBody>
          <a:bodyPr/>
          <a:lstStyle>
            <a:lvl1pPr>
              <a:defRPr sz="2800" b="1">
                <a:solidFill>
                  <a:srgbClr val="27A8E0"/>
                </a:solidFill>
              </a:defRPr>
            </a:lvl1pPr>
          </a:lstStyle>
          <a:p>
            <a:r>
              <a:rPr lang="fr-FR" dirty="0"/>
              <a:t>Cliquez pour modifier le style du titre</a:t>
            </a:r>
          </a:p>
        </p:txBody>
      </p:sp>
      <p:sp>
        <p:nvSpPr>
          <p:cNvPr id="3" name="Espace réservé du contenu 2"/>
          <p:cNvSpPr>
            <a:spLocks noGrp="1"/>
          </p:cNvSpPr>
          <p:nvPr>
            <p:ph idx="1" hasCustomPrompt="1"/>
          </p:nvPr>
        </p:nvSpPr>
        <p:spPr/>
        <p:txBody>
          <a:bodyPr/>
          <a:lstStyle>
            <a:lvl1pPr marL="177800" indent="-177800">
              <a:buClr>
                <a:srgbClr val="FF3300"/>
              </a:buClr>
              <a:buFont typeface="Wingdings" panose="05000000000000000000" pitchFamily="2" charset="2"/>
              <a:buChar char="§"/>
              <a:defRPr>
                <a:solidFill>
                  <a:schemeClr val="tx1">
                    <a:lumMod val="65000"/>
                    <a:lumOff val="35000"/>
                  </a:schemeClr>
                </a:solidFill>
              </a:defRPr>
            </a:lvl1pPr>
            <a:lvl2pPr marL="354013" indent="-176213">
              <a:buClr>
                <a:srgbClr val="FF3300"/>
              </a:buClr>
              <a:defRPr>
                <a:solidFill>
                  <a:schemeClr val="tx1">
                    <a:lumMod val="65000"/>
                    <a:lumOff val="35000"/>
                  </a:schemeClr>
                </a:solidFill>
              </a:defRPr>
            </a:lvl2pPr>
            <a:lvl3pPr marL="541338" indent="-187325">
              <a:buClr>
                <a:srgbClr val="FF3300"/>
              </a:buClr>
              <a:defRPr>
                <a:solidFill>
                  <a:schemeClr val="tx1">
                    <a:lumMod val="65000"/>
                    <a:lumOff val="35000"/>
                  </a:schemeClr>
                </a:solidFill>
              </a:defRPr>
            </a:lvl3pPr>
            <a:lvl4pPr>
              <a:defRPr>
                <a:solidFill>
                  <a:schemeClr val="tx1">
                    <a:lumMod val="65000"/>
                    <a:lumOff val="35000"/>
                  </a:schemeClr>
                </a:solidFill>
              </a:defRPr>
            </a:lvl4pPr>
            <a:lvl5pPr>
              <a:defRPr>
                <a:solidFill>
                  <a:schemeClr val="tx1">
                    <a:lumMod val="65000"/>
                    <a:lumOff val="35000"/>
                  </a:schemeClr>
                </a:solidFill>
              </a:defRPr>
            </a:lvl5pPr>
          </a:lstStyle>
          <a:p>
            <a:pPr lvl="0"/>
            <a:r>
              <a:rPr lang="fr-FR" dirty="0"/>
              <a:t>Cliquez pour modifier les styles du texte du masque</a:t>
            </a:r>
          </a:p>
          <a:p>
            <a:pPr lvl="1"/>
            <a:r>
              <a:rPr lang="fr-FR" dirty="0"/>
              <a:t>Deuxième niveau</a:t>
            </a:r>
          </a:p>
          <a:p>
            <a:pPr lvl="2"/>
            <a:r>
              <a:rPr lang="fr-FR" dirty="0"/>
              <a:t>Troisième niveau</a:t>
            </a:r>
          </a:p>
        </p:txBody>
      </p:sp>
    </p:spTree>
    <p:extLst>
      <p:ext uri="{BB962C8B-B14F-4D97-AF65-F5344CB8AC3E}">
        <p14:creationId xmlns:p14="http://schemas.microsoft.com/office/powerpoint/2010/main" val="315570802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Titre de section">
    <p:spTree>
      <p:nvGrpSpPr>
        <p:cNvPr id="1" name=""/>
        <p:cNvGrpSpPr/>
        <p:nvPr/>
      </p:nvGrpSpPr>
      <p:grpSpPr>
        <a:xfrm>
          <a:off x="0" y="0"/>
          <a:ext cx="0" cy="0"/>
          <a:chOff x="0" y="0"/>
          <a:chExt cx="0" cy="0"/>
        </a:xfrm>
      </p:grpSpPr>
      <p:sp>
        <p:nvSpPr>
          <p:cNvPr id="2" name="Titre 1"/>
          <p:cNvSpPr>
            <a:spLocks noGrp="1"/>
          </p:cNvSpPr>
          <p:nvPr>
            <p:ph type="title"/>
          </p:nvPr>
        </p:nvSpPr>
        <p:spPr>
          <a:xfrm>
            <a:off x="722313" y="4406900"/>
            <a:ext cx="7772400" cy="1362075"/>
          </a:xfrm>
        </p:spPr>
        <p:txBody>
          <a:bodyPr anchor="t"/>
          <a:lstStyle>
            <a:lvl1pPr algn="l">
              <a:defRPr sz="4000" b="1" cap="all"/>
            </a:lvl1pPr>
          </a:lstStyle>
          <a:p>
            <a:r>
              <a:rPr lang="fr-FR"/>
              <a:t>Cliquez pour modifier le style du titre</a:t>
            </a:r>
          </a:p>
        </p:txBody>
      </p:sp>
      <p:sp>
        <p:nvSpPr>
          <p:cNvPr id="3" name="Espace réservé du texte 2"/>
          <p:cNvSpPr>
            <a:spLocks noGrp="1"/>
          </p:cNvSpPr>
          <p:nvPr>
            <p:ph type="body" idx="1"/>
          </p:nvPr>
        </p:nvSpPr>
        <p:spPr>
          <a:xfrm>
            <a:off x="722313" y="2906713"/>
            <a:ext cx="7772400" cy="1500187"/>
          </a:xfrm>
        </p:spPr>
        <p:txBody>
          <a:bodyPr anchor="b"/>
          <a:lstStyle>
            <a:lvl1pPr marL="0" indent="0">
              <a:buNone/>
              <a:defRPr sz="2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fr-FR"/>
              <a:t>Cliquez pour modifier les styles du texte du masque</a:t>
            </a:r>
          </a:p>
        </p:txBody>
      </p:sp>
    </p:spTree>
    <p:extLst>
      <p:ext uri="{BB962C8B-B14F-4D97-AF65-F5344CB8AC3E}">
        <p14:creationId xmlns:p14="http://schemas.microsoft.com/office/powerpoint/2010/main" val="397759650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eux contenus">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a:t>Cliquez pour modifier le style du titre</a:t>
            </a:r>
          </a:p>
        </p:txBody>
      </p:sp>
      <p:sp>
        <p:nvSpPr>
          <p:cNvPr id="3" name="Espace réservé du contenu 2"/>
          <p:cNvSpPr>
            <a:spLocks noGrp="1"/>
          </p:cNvSpPr>
          <p:nvPr>
            <p:ph sz="half" idx="1"/>
          </p:nvPr>
        </p:nvSpPr>
        <p:spPr>
          <a:xfrm>
            <a:off x="457200" y="1077913"/>
            <a:ext cx="4038600" cy="5048250"/>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u contenu 3"/>
          <p:cNvSpPr>
            <a:spLocks noGrp="1"/>
          </p:cNvSpPr>
          <p:nvPr>
            <p:ph sz="half" idx="2"/>
          </p:nvPr>
        </p:nvSpPr>
        <p:spPr>
          <a:xfrm>
            <a:off x="4648200" y="1077913"/>
            <a:ext cx="4038600" cy="5048250"/>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Tree>
    <p:extLst>
      <p:ext uri="{BB962C8B-B14F-4D97-AF65-F5344CB8AC3E}">
        <p14:creationId xmlns:p14="http://schemas.microsoft.com/office/powerpoint/2010/main" val="144505028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ison">
    <p:spTree>
      <p:nvGrpSpPr>
        <p:cNvPr id="1" name=""/>
        <p:cNvGrpSpPr/>
        <p:nvPr/>
      </p:nvGrpSpPr>
      <p:grpSpPr>
        <a:xfrm>
          <a:off x="0" y="0"/>
          <a:ext cx="0" cy="0"/>
          <a:chOff x="0" y="0"/>
          <a:chExt cx="0" cy="0"/>
        </a:xfrm>
      </p:grpSpPr>
      <p:sp>
        <p:nvSpPr>
          <p:cNvPr id="2" name="Titre 1"/>
          <p:cNvSpPr>
            <a:spLocks noGrp="1"/>
          </p:cNvSpPr>
          <p:nvPr>
            <p:ph type="title"/>
          </p:nvPr>
        </p:nvSpPr>
        <p:spPr>
          <a:xfrm>
            <a:off x="457200" y="274638"/>
            <a:ext cx="8229600" cy="1143000"/>
          </a:xfrm>
        </p:spPr>
        <p:txBody>
          <a:bodyPr/>
          <a:lstStyle>
            <a:lvl1pPr>
              <a:defRPr/>
            </a:lvl1pPr>
          </a:lstStyle>
          <a:p>
            <a:r>
              <a:rPr lang="fr-FR"/>
              <a:t>Cliquez pour modifier le style du titre</a:t>
            </a:r>
          </a:p>
        </p:txBody>
      </p:sp>
      <p:sp>
        <p:nvSpPr>
          <p:cNvPr id="3" name="Espace réservé du texte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Cliquez pour modifier les styles du texte du masque</a:t>
            </a:r>
          </a:p>
        </p:txBody>
      </p:sp>
      <p:sp>
        <p:nvSpPr>
          <p:cNvPr id="4" name="Espace réservé du contenu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5" name="Espace réservé du texte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Cliquez pour modifier les styles du texte du masque</a:t>
            </a:r>
          </a:p>
        </p:txBody>
      </p:sp>
      <p:sp>
        <p:nvSpPr>
          <p:cNvPr id="6" name="Espace réservé du contenu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Tree>
    <p:extLst>
      <p:ext uri="{BB962C8B-B14F-4D97-AF65-F5344CB8AC3E}">
        <p14:creationId xmlns:p14="http://schemas.microsoft.com/office/powerpoint/2010/main" val="74289197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re seul">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a:t>Cliquez pour modifier le style du titre</a:t>
            </a:r>
          </a:p>
        </p:txBody>
      </p:sp>
    </p:spTree>
    <p:extLst>
      <p:ext uri="{BB962C8B-B14F-4D97-AF65-F5344CB8AC3E}">
        <p14:creationId xmlns:p14="http://schemas.microsoft.com/office/powerpoint/2010/main" val="95260852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Vide">
    <p:spTree>
      <p:nvGrpSpPr>
        <p:cNvPr id="1" name=""/>
        <p:cNvGrpSpPr/>
        <p:nvPr/>
      </p:nvGrpSpPr>
      <p:grpSpPr>
        <a:xfrm>
          <a:off x="0" y="0"/>
          <a:ext cx="0" cy="0"/>
          <a:chOff x="0" y="0"/>
          <a:chExt cx="0" cy="0"/>
        </a:xfrm>
      </p:grpSpPr>
    </p:spTree>
    <p:extLst>
      <p:ext uri="{BB962C8B-B14F-4D97-AF65-F5344CB8AC3E}">
        <p14:creationId xmlns:p14="http://schemas.microsoft.com/office/powerpoint/2010/main" val="135611660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u avec légende">
    <p:spTree>
      <p:nvGrpSpPr>
        <p:cNvPr id="1" name=""/>
        <p:cNvGrpSpPr/>
        <p:nvPr/>
      </p:nvGrpSpPr>
      <p:grpSpPr>
        <a:xfrm>
          <a:off x="0" y="0"/>
          <a:ext cx="0" cy="0"/>
          <a:chOff x="0" y="0"/>
          <a:chExt cx="0" cy="0"/>
        </a:xfrm>
      </p:grpSpPr>
      <p:sp>
        <p:nvSpPr>
          <p:cNvPr id="2" name="Titre 1"/>
          <p:cNvSpPr>
            <a:spLocks noGrp="1"/>
          </p:cNvSpPr>
          <p:nvPr>
            <p:ph type="title"/>
          </p:nvPr>
        </p:nvSpPr>
        <p:spPr>
          <a:xfrm>
            <a:off x="457200" y="273050"/>
            <a:ext cx="3008313" cy="1162050"/>
          </a:xfrm>
        </p:spPr>
        <p:txBody>
          <a:bodyPr anchor="b"/>
          <a:lstStyle>
            <a:lvl1pPr algn="l">
              <a:defRPr sz="2000" b="1"/>
            </a:lvl1pPr>
          </a:lstStyle>
          <a:p>
            <a:r>
              <a:rPr lang="fr-FR"/>
              <a:t>Cliquez pour modifier le style du titre</a:t>
            </a:r>
          </a:p>
        </p:txBody>
      </p:sp>
      <p:sp>
        <p:nvSpPr>
          <p:cNvPr id="3" name="Espace réservé du contenu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u texte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fr-FR"/>
              <a:t>Cliquez pour modifier les styles du texte du masque</a:t>
            </a:r>
          </a:p>
        </p:txBody>
      </p:sp>
    </p:spTree>
    <p:extLst>
      <p:ext uri="{BB962C8B-B14F-4D97-AF65-F5344CB8AC3E}">
        <p14:creationId xmlns:p14="http://schemas.microsoft.com/office/powerpoint/2010/main" val="266219971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 avec légende">
    <p:spTree>
      <p:nvGrpSpPr>
        <p:cNvPr id="1" name=""/>
        <p:cNvGrpSpPr/>
        <p:nvPr/>
      </p:nvGrpSpPr>
      <p:grpSpPr>
        <a:xfrm>
          <a:off x="0" y="0"/>
          <a:ext cx="0" cy="0"/>
          <a:chOff x="0" y="0"/>
          <a:chExt cx="0" cy="0"/>
        </a:xfrm>
      </p:grpSpPr>
      <p:sp>
        <p:nvSpPr>
          <p:cNvPr id="2" name="Titre 1"/>
          <p:cNvSpPr>
            <a:spLocks noGrp="1"/>
          </p:cNvSpPr>
          <p:nvPr>
            <p:ph type="title"/>
          </p:nvPr>
        </p:nvSpPr>
        <p:spPr>
          <a:xfrm>
            <a:off x="1792288" y="4800600"/>
            <a:ext cx="5486400" cy="566738"/>
          </a:xfrm>
        </p:spPr>
        <p:txBody>
          <a:bodyPr anchor="b"/>
          <a:lstStyle>
            <a:lvl1pPr algn="l">
              <a:defRPr sz="2000" b="1"/>
            </a:lvl1pPr>
          </a:lstStyle>
          <a:p>
            <a:r>
              <a:rPr lang="fr-FR"/>
              <a:t>Cliquez pour modifier le style du titre</a:t>
            </a:r>
          </a:p>
        </p:txBody>
      </p:sp>
      <p:sp>
        <p:nvSpPr>
          <p:cNvPr id="3" name="Espace réservé pour une image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fr-FR" noProof="0"/>
          </a:p>
        </p:txBody>
      </p:sp>
      <p:sp>
        <p:nvSpPr>
          <p:cNvPr id="4" name="Espace réservé du texte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fr-FR"/>
              <a:t>Cliquez pour modifier les styles du texte du masque</a:t>
            </a:r>
          </a:p>
        </p:txBody>
      </p:sp>
    </p:spTree>
    <p:extLst>
      <p:ext uri="{BB962C8B-B14F-4D97-AF65-F5344CB8AC3E}">
        <p14:creationId xmlns:p14="http://schemas.microsoft.com/office/powerpoint/2010/main" val="67563195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re et texte vertical">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a:t>Cliquez pour modifier le style du titre</a:t>
            </a:r>
          </a:p>
        </p:txBody>
      </p:sp>
      <p:sp>
        <p:nvSpPr>
          <p:cNvPr id="3" name="Espace réservé du texte vertical 2"/>
          <p:cNvSpPr>
            <a:spLocks noGrp="1"/>
          </p:cNvSpPr>
          <p:nvPr>
            <p:ph type="body" orient="vert" idx="1"/>
          </p:nvPr>
        </p:nvSpPr>
        <p:spPr/>
        <p:txBody>
          <a:bodyPr vert="eaVert"/>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Tree>
    <p:extLst>
      <p:ext uri="{BB962C8B-B14F-4D97-AF65-F5344CB8AC3E}">
        <p14:creationId xmlns:p14="http://schemas.microsoft.com/office/powerpoint/2010/main" val="253448989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itre vertical et texte">
    <p:spTree>
      <p:nvGrpSpPr>
        <p:cNvPr id="1" name=""/>
        <p:cNvGrpSpPr/>
        <p:nvPr/>
      </p:nvGrpSpPr>
      <p:grpSpPr>
        <a:xfrm>
          <a:off x="0" y="0"/>
          <a:ext cx="0" cy="0"/>
          <a:chOff x="0" y="0"/>
          <a:chExt cx="0" cy="0"/>
        </a:xfrm>
      </p:grpSpPr>
      <p:sp>
        <p:nvSpPr>
          <p:cNvPr id="2" name="Titre vertical 1"/>
          <p:cNvSpPr>
            <a:spLocks noGrp="1"/>
          </p:cNvSpPr>
          <p:nvPr>
            <p:ph type="title" orient="vert"/>
          </p:nvPr>
        </p:nvSpPr>
        <p:spPr>
          <a:xfrm>
            <a:off x="6623050" y="152400"/>
            <a:ext cx="2063750" cy="5973763"/>
          </a:xfrm>
        </p:spPr>
        <p:txBody>
          <a:bodyPr vert="eaVert"/>
          <a:lstStyle/>
          <a:p>
            <a:r>
              <a:rPr lang="fr-FR"/>
              <a:t>Cliquez pour modifier le style du titre</a:t>
            </a:r>
          </a:p>
        </p:txBody>
      </p:sp>
      <p:sp>
        <p:nvSpPr>
          <p:cNvPr id="3" name="Espace réservé du texte vertical 2"/>
          <p:cNvSpPr>
            <a:spLocks noGrp="1"/>
          </p:cNvSpPr>
          <p:nvPr>
            <p:ph type="body" orient="vert" idx="1"/>
          </p:nvPr>
        </p:nvSpPr>
        <p:spPr>
          <a:xfrm>
            <a:off x="430213" y="152400"/>
            <a:ext cx="6040437" cy="5973763"/>
          </a:xfrm>
        </p:spPr>
        <p:txBody>
          <a:bodyPr vert="eaVert"/>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Tree>
    <p:extLst>
      <p:ext uri="{BB962C8B-B14F-4D97-AF65-F5344CB8AC3E}">
        <p14:creationId xmlns:p14="http://schemas.microsoft.com/office/powerpoint/2010/main" val="11252158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26" name="Text Box 258"/>
          <p:cNvSpPr txBox="1">
            <a:spLocks noChangeArrowheads="1"/>
          </p:cNvSpPr>
          <p:nvPr userDrawn="1"/>
        </p:nvSpPr>
        <p:spPr bwMode="auto">
          <a:xfrm>
            <a:off x="0" y="6669088"/>
            <a:ext cx="2135188" cy="1889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82232" tIns="41116" rIns="82232" bIns="41116">
            <a:spAutoFit/>
          </a:bodyPr>
          <a:lstStyle>
            <a:lvl1pPr defTabSz="822325" eaLnBrk="0" hangingPunct="0">
              <a:defRPr sz="1300">
                <a:solidFill>
                  <a:schemeClr val="tx1"/>
                </a:solidFill>
                <a:latin typeface="Arial" pitchFamily="34" charset="0"/>
              </a:defRPr>
            </a:lvl1pPr>
            <a:lvl2pPr marL="742950" indent="-285750" defTabSz="822325" eaLnBrk="0" hangingPunct="0">
              <a:defRPr sz="1300">
                <a:solidFill>
                  <a:schemeClr val="tx1"/>
                </a:solidFill>
                <a:latin typeface="Arial" pitchFamily="34" charset="0"/>
              </a:defRPr>
            </a:lvl2pPr>
            <a:lvl3pPr marL="1143000" indent="-228600" defTabSz="822325" eaLnBrk="0" hangingPunct="0">
              <a:defRPr sz="1300">
                <a:solidFill>
                  <a:schemeClr val="tx1"/>
                </a:solidFill>
                <a:latin typeface="Arial" pitchFamily="34" charset="0"/>
              </a:defRPr>
            </a:lvl3pPr>
            <a:lvl4pPr marL="1600200" indent="-228600" defTabSz="822325" eaLnBrk="0" hangingPunct="0">
              <a:defRPr sz="1300">
                <a:solidFill>
                  <a:schemeClr val="tx1"/>
                </a:solidFill>
                <a:latin typeface="Arial" pitchFamily="34" charset="0"/>
              </a:defRPr>
            </a:lvl4pPr>
            <a:lvl5pPr marL="2057400" indent="-228600" defTabSz="822325" eaLnBrk="0" hangingPunct="0">
              <a:defRPr sz="1300">
                <a:solidFill>
                  <a:schemeClr val="tx1"/>
                </a:solidFill>
                <a:latin typeface="Arial" pitchFamily="34" charset="0"/>
              </a:defRPr>
            </a:lvl5pPr>
            <a:lvl6pPr marL="2514600" indent="-228600" algn="ctr" defTabSz="822325" eaLnBrk="0" fontAlgn="base" hangingPunct="0">
              <a:spcBef>
                <a:spcPct val="0"/>
              </a:spcBef>
              <a:spcAft>
                <a:spcPct val="0"/>
              </a:spcAft>
              <a:defRPr sz="1300">
                <a:solidFill>
                  <a:schemeClr val="tx1"/>
                </a:solidFill>
                <a:latin typeface="Arial" pitchFamily="34" charset="0"/>
              </a:defRPr>
            </a:lvl6pPr>
            <a:lvl7pPr marL="2971800" indent="-228600" algn="ctr" defTabSz="822325" eaLnBrk="0" fontAlgn="base" hangingPunct="0">
              <a:spcBef>
                <a:spcPct val="0"/>
              </a:spcBef>
              <a:spcAft>
                <a:spcPct val="0"/>
              </a:spcAft>
              <a:defRPr sz="1300">
                <a:solidFill>
                  <a:schemeClr val="tx1"/>
                </a:solidFill>
                <a:latin typeface="Arial" pitchFamily="34" charset="0"/>
              </a:defRPr>
            </a:lvl7pPr>
            <a:lvl8pPr marL="3429000" indent="-228600" algn="ctr" defTabSz="822325" eaLnBrk="0" fontAlgn="base" hangingPunct="0">
              <a:spcBef>
                <a:spcPct val="0"/>
              </a:spcBef>
              <a:spcAft>
                <a:spcPct val="0"/>
              </a:spcAft>
              <a:defRPr sz="1300">
                <a:solidFill>
                  <a:schemeClr val="tx1"/>
                </a:solidFill>
                <a:latin typeface="Arial" pitchFamily="34" charset="0"/>
              </a:defRPr>
            </a:lvl8pPr>
            <a:lvl9pPr marL="3886200" indent="-228600" algn="ctr" defTabSz="822325" eaLnBrk="0" fontAlgn="base" hangingPunct="0">
              <a:spcBef>
                <a:spcPct val="0"/>
              </a:spcBef>
              <a:spcAft>
                <a:spcPct val="0"/>
              </a:spcAft>
              <a:defRPr sz="1300">
                <a:solidFill>
                  <a:schemeClr val="tx1"/>
                </a:solidFill>
                <a:latin typeface="Arial" pitchFamily="34" charset="0"/>
              </a:defRPr>
            </a:lvl9pPr>
          </a:lstStyle>
          <a:p>
            <a:pPr algn="l">
              <a:defRPr/>
            </a:pPr>
            <a:r>
              <a:rPr lang="fr-FR" sz="700">
                <a:solidFill>
                  <a:srgbClr val="474747"/>
                </a:solidFill>
              </a:rPr>
              <a:t>JEU DU KANBAN</a:t>
            </a:r>
            <a:r>
              <a:rPr lang="fr-FR" sz="700" baseline="30000">
                <a:solidFill>
                  <a:srgbClr val="474747"/>
                </a:solidFill>
                <a:cs typeface="Arial" pitchFamily="34" charset="0"/>
              </a:rPr>
              <a:t>®</a:t>
            </a:r>
            <a:r>
              <a:rPr lang="fr-FR" sz="700">
                <a:solidFill>
                  <a:srgbClr val="474747"/>
                </a:solidFill>
              </a:rPr>
              <a:t> - CIPE / Tous Droits Réservés</a:t>
            </a:r>
          </a:p>
        </p:txBody>
      </p:sp>
      <p:sp>
        <p:nvSpPr>
          <p:cNvPr id="1027" name="Text Box 259"/>
          <p:cNvSpPr txBox="1">
            <a:spLocks noChangeArrowheads="1"/>
          </p:cNvSpPr>
          <p:nvPr userDrawn="1"/>
        </p:nvSpPr>
        <p:spPr bwMode="auto">
          <a:xfrm>
            <a:off x="7791450" y="6602413"/>
            <a:ext cx="1344613" cy="2190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lIns="82232" tIns="41116" rIns="82232" bIns="41116">
            <a:spAutoFit/>
          </a:bodyPr>
          <a:lstStyle>
            <a:lvl1pPr defTabSz="822325" eaLnBrk="0" hangingPunct="0">
              <a:defRPr sz="1300">
                <a:solidFill>
                  <a:schemeClr val="tx1"/>
                </a:solidFill>
                <a:latin typeface="Arial" pitchFamily="34" charset="0"/>
              </a:defRPr>
            </a:lvl1pPr>
            <a:lvl2pPr marL="742950" indent="-285750" defTabSz="822325" eaLnBrk="0" hangingPunct="0">
              <a:defRPr sz="1300">
                <a:solidFill>
                  <a:schemeClr val="tx1"/>
                </a:solidFill>
                <a:latin typeface="Arial" pitchFamily="34" charset="0"/>
              </a:defRPr>
            </a:lvl2pPr>
            <a:lvl3pPr marL="1143000" indent="-228600" defTabSz="822325" eaLnBrk="0" hangingPunct="0">
              <a:defRPr sz="1300">
                <a:solidFill>
                  <a:schemeClr val="tx1"/>
                </a:solidFill>
                <a:latin typeface="Arial" pitchFamily="34" charset="0"/>
              </a:defRPr>
            </a:lvl3pPr>
            <a:lvl4pPr marL="1600200" indent="-228600" defTabSz="822325" eaLnBrk="0" hangingPunct="0">
              <a:defRPr sz="1300">
                <a:solidFill>
                  <a:schemeClr val="tx1"/>
                </a:solidFill>
                <a:latin typeface="Arial" pitchFamily="34" charset="0"/>
              </a:defRPr>
            </a:lvl4pPr>
            <a:lvl5pPr marL="2057400" indent="-228600" defTabSz="822325" eaLnBrk="0" hangingPunct="0">
              <a:defRPr sz="1300">
                <a:solidFill>
                  <a:schemeClr val="tx1"/>
                </a:solidFill>
                <a:latin typeface="Arial" pitchFamily="34" charset="0"/>
              </a:defRPr>
            </a:lvl5pPr>
            <a:lvl6pPr marL="2514600" indent="-228600" algn="ctr" defTabSz="822325" eaLnBrk="0" fontAlgn="base" hangingPunct="0">
              <a:spcBef>
                <a:spcPct val="0"/>
              </a:spcBef>
              <a:spcAft>
                <a:spcPct val="0"/>
              </a:spcAft>
              <a:defRPr sz="1300">
                <a:solidFill>
                  <a:schemeClr val="tx1"/>
                </a:solidFill>
                <a:latin typeface="Arial" pitchFamily="34" charset="0"/>
              </a:defRPr>
            </a:lvl6pPr>
            <a:lvl7pPr marL="2971800" indent="-228600" algn="ctr" defTabSz="822325" eaLnBrk="0" fontAlgn="base" hangingPunct="0">
              <a:spcBef>
                <a:spcPct val="0"/>
              </a:spcBef>
              <a:spcAft>
                <a:spcPct val="0"/>
              </a:spcAft>
              <a:defRPr sz="1300">
                <a:solidFill>
                  <a:schemeClr val="tx1"/>
                </a:solidFill>
                <a:latin typeface="Arial" pitchFamily="34" charset="0"/>
              </a:defRPr>
            </a:lvl7pPr>
            <a:lvl8pPr marL="3429000" indent="-228600" algn="ctr" defTabSz="822325" eaLnBrk="0" fontAlgn="base" hangingPunct="0">
              <a:spcBef>
                <a:spcPct val="0"/>
              </a:spcBef>
              <a:spcAft>
                <a:spcPct val="0"/>
              </a:spcAft>
              <a:defRPr sz="1300">
                <a:solidFill>
                  <a:schemeClr val="tx1"/>
                </a:solidFill>
                <a:latin typeface="Arial" pitchFamily="34" charset="0"/>
              </a:defRPr>
            </a:lvl8pPr>
            <a:lvl9pPr marL="3886200" indent="-228600" algn="ctr" defTabSz="822325" eaLnBrk="0" fontAlgn="base" hangingPunct="0">
              <a:spcBef>
                <a:spcPct val="0"/>
              </a:spcBef>
              <a:spcAft>
                <a:spcPct val="0"/>
              </a:spcAft>
              <a:defRPr sz="1300">
                <a:solidFill>
                  <a:schemeClr val="tx1"/>
                </a:solidFill>
                <a:latin typeface="Arial" pitchFamily="34" charset="0"/>
              </a:defRPr>
            </a:lvl9pPr>
          </a:lstStyle>
          <a:p>
            <a:pPr algn="r">
              <a:defRPr/>
            </a:pPr>
            <a:r>
              <a:rPr lang="fr-FR" sz="900" b="1">
                <a:solidFill>
                  <a:srgbClr val="474747"/>
                </a:solidFill>
              </a:rPr>
              <a:t>diapo </a:t>
            </a:r>
            <a:fld id="{D4E7355C-3250-45B2-B534-245309BFA70F}" type="slidenum">
              <a:rPr lang="fr-FR" sz="900" b="1" smtClean="0">
                <a:solidFill>
                  <a:srgbClr val="474747"/>
                </a:solidFill>
              </a:rPr>
              <a:pPr algn="r">
                <a:defRPr/>
              </a:pPr>
              <a:t>‹N°›</a:t>
            </a:fld>
            <a:endParaRPr lang="fr-FR" sz="900" b="1">
              <a:solidFill>
                <a:srgbClr val="474747"/>
              </a:solidFill>
            </a:endParaRPr>
          </a:p>
        </p:txBody>
      </p:sp>
      <p:sp>
        <p:nvSpPr>
          <p:cNvPr id="1028" name="Rectangle 262"/>
          <p:cNvSpPr>
            <a:spLocks noGrp="1" noChangeArrowheads="1"/>
          </p:cNvSpPr>
          <p:nvPr>
            <p:ph type="title"/>
          </p:nvPr>
        </p:nvSpPr>
        <p:spPr bwMode="auto">
          <a:xfrm>
            <a:off x="430213" y="152400"/>
            <a:ext cx="8229600" cy="6477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bodyPr>
          <a:lstStyle/>
          <a:p>
            <a:pPr lvl="0"/>
            <a:r>
              <a:rPr lang="fr-FR" altLang="fr-FR"/>
              <a:t>Cliquez pour modifier le style du titre</a:t>
            </a:r>
          </a:p>
        </p:txBody>
      </p:sp>
      <p:sp>
        <p:nvSpPr>
          <p:cNvPr id="1029" name="Rectangle 263"/>
          <p:cNvSpPr>
            <a:spLocks noGrp="1" noChangeArrowheads="1"/>
          </p:cNvSpPr>
          <p:nvPr>
            <p:ph type="body" idx="1"/>
          </p:nvPr>
        </p:nvSpPr>
        <p:spPr bwMode="auto">
          <a:xfrm>
            <a:off x="457200" y="1077913"/>
            <a:ext cx="8229600" cy="5048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lvl="0"/>
            <a:r>
              <a:rPr lang="fr-FR" altLang="fr-FR"/>
              <a:t>Cliquez pour modifier les styles du texte du masque</a:t>
            </a:r>
          </a:p>
          <a:p>
            <a:pPr lvl="1"/>
            <a:r>
              <a:rPr lang="fr-FR" altLang="fr-FR"/>
              <a:t>Deuxième niveau</a:t>
            </a:r>
          </a:p>
          <a:p>
            <a:pPr lvl="2"/>
            <a:r>
              <a:rPr lang="fr-FR" altLang="fr-FR"/>
              <a:t>Troisième niveau</a:t>
            </a:r>
          </a:p>
          <a:p>
            <a:pPr lvl="3"/>
            <a:r>
              <a:rPr lang="fr-FR" altLang="fr-FR"/>
              <a:t>Quatrième niveau</a:t>
            </a:r>
          </a:p>
          <a:p>
            <a:pPr lvl="4"/>
            <a:r>
              <a:rPr lang="fr-FR" altLang="fr-FR"/>
              <a:t>Cinquième niveau</a:t>
            </a:r>
          </a:p>
        </p:txBody>
      </p:sp>
    </p:spTree>
  </p:cSld>
  <p:clrMap bg1="lt1" tx1="dk1" bg2="lt2" tx2="dk2" accent1="accent1" accent2="accent2" accent3="accent3" accent4="accent4" accent5="accent5" accent6="accent6" hlink="hlink" folHlink="folHlink"/>
  <p:sldLayoutIdLst>
    <p:sldLayoutId id="2147483707" r:id="rId1"/>
    <p:sldLayoutId id="2147483697" r:id="rId2"/>
    <p:sldLayoutId id="2147483698" r:id="rId3"/>
    <p:sldLayoutId id="2147483699" r:id="rId4"/>
    <p:sldLayoutId id="2147483700" r:id="rId5"/>
    <p:sldLayoutId id="2147483701" r:id="rId6"/>
    <p:sldLayoutId id="2147483702" r:id="rId7"/>
    <p:sldLayoutId id="2147483703" r:id="rId8"/>
    <p:sldLayoutId id="2147483704" r:id="rId9"/>
    <p:sldLayoutId id="2147483705" r:id="rId10"/>
    <p:sldLayoutId id="2147483706" r:id="rId11"/>
  </p:sldLayoutIdLst>
  <p:txStyles>
    <p:titleStyle>
      <a:lvl1pPr algn="ctr" rtl="0" eaLnBrk="0" fontAlgn="base" hangingPunct="0">
        <a:spcBef>
          <a:spcPct val="0"/>
        </a:spcBef>
        <a:spcAft>
          <a:spcPct val="0"/>
        </a:spcAft>
        <a:defRPr sz="3000">
          <a:solidFill>
            <a:schemeClr val="accent2"/>
          </a:solidFill>
          <a:latin typeface="+mj-lt"/>
          <a:ea typeface="+mj-ea"/>
          <a:cs typeface="+mj-cs"/>
        </a:defRPr>
      </a:lvl1pPr>
      <a:lvl2pPr algn="ctr" rtl="0" eaLnBrk="0" fontAlgn="base" hangingPunct="0">
        <a:spcBef>
          <a:spcPct val="0"/>
        </a:spcBef>
        <a:spcAft>
          <a:spcPct val="0"/>
        </a:spcAft>
        <a:defRPr sz="3000">
          <a:solidFill>
            <a:schemeClr val="accent2"/>
          </a:solidFill>
          <a:latin typeface="Arial" pitchFamily="34" charset="0"/>
        </a:defRPr>
      </a:lvl2pPr>
      <a:lvl3pPr algn="ctr" rtl="0" eaLnBrk="0" fontAlgn="base" hangingPunct="0">
        <a:spcBef>
          <a:spcPct val="0"/>
        </a:spcBef>
        <a:spcAft>
          <a:spcPct val="0"/>
        </a:spcAft>
        <a:defRPr sz="3000">
          <a:solidFill>
            <a:schemeClr val="accent2"/>
          </a:solidFill>
          <a:latin typeface="Arial" pitchFamily="34" charset="0"/>
        </a:defRPr>
      </a:lvl3pPr>
      <a:lvl4pPr algn="ctr" rtl="0" eaLnBrk="0" fontAlgn="base" hangingPunct="0">
        <a:spcBef>
          <a:spcPct val="0"/>
        </a:spcBef>
        <a:spcAft>
          <a:spcPct val="0"/>
        </a:spcAft>
        <a:defRPr sz="3000">
          <a:solidFill>
            <a:schemeClr val="accent2"/>
          </a:solidFill>
          <a:latin typeface="Arial" pitchFamily="34" charset="0"/>
        </a:defRPr>
      </a:lvl4pPr>
      <a:lvl5pPr algn="ctr" rtl="0" eaLnBrk="0" fontAlgn="base" hangingPunct="0">
        <a:spcBef>
          <a:spcPct val="0"/>
        </a:spcBef>
        <a:spcAft>
          <a:spcPct val="0"/>
        </a:spcAft>
        <a:defRPr sz="3000">
          <a:solidFill>
            <a:schemeClr val="accent2"/>
          </a:solidFill>
          <a:latin typeface="Arial" pitchFamily="34" charset="0"/>
        </a:defRPr>
      </a:lvl5pPr>
      <a:lvl6pPr marL="457200" algn="ctr" rtl="0" fontAlgn="base">
        <a:spcBef>
          <a:spcPct val="0"/>
        </a:spcBef>
        <a:spcAft>
          <a:spcPct val="0"/>
        </a:spcAft>
        <a:defRPr sz="3000">
          <a:solidFill>
            <a:schemeClr val="accent2"/>
          </a:solidFill>
          <a:latin typeface="Arial" pitchFamily="34" charset="0"/>
        </a:defRPr>
      </a:lvl6pPr>
      <a:lvl7pPr marL="914400" algn="ctr" rtl="0" fontAlgn="base">
        <a:spcBef>
          <a:spcPct val="0"/>
        </a:spcBef>
        <a:spcAft>
          <a:spcPct val="0"/>
        </a:spcAft>
        <a:defRPr sz="3000">
          <a:solidFill>
            <a:schemeClr val="accent2"/>
          </a:solidFill>
          <a:latin typeface="Arial" pitchFamily="34" charset="0"/>
        </a:defRPr>
      </a:lvl7pPr>
      <a:lvl8pPr marL="1371600" algn="ctr" rtl="0" fontAlgn="base">
        <a:spcBef>
          <a:spcPct val="0"/>
        </a:spcBef>
        <a:spcAft>
          <a:spcPct val="0"/>
        </a:spcAft>
        <a:defRPr sz="3000">
          <a:solidFill>
            <a:schemeClr val="accent2"/>
          </a:solidFill>
          <a:latin typeface="Arial" pitchFamily="34" charset="0"/>
        </a:defRPr>
      </a:lvl8pPr>
      <a:lvl9pPr marL="1828800" algn="ctr" rtl="0" fontAlgn="base">
        <a:spcBef>
          <a:spcPct val="0"/>
        </a:spcBef>
        <a:spcAft>
          <a:spcPct val="0"/>
        </a:spcAft>
        <a:defRPr sz="3000">
          <a:solidFill>
            <a:schemeClr val="accent2"/>
          </a:solidFill>
          <a:latin typeface="Arial" pitchFamily="34" charset="0"/>
        </a:defRPr>
      </a:lvl9pPr>
    </p:titleStyle>
    <p:bodyStyle>
      <a:lvl1pPr marL="342900" indent="-342900" algn="l" rtl="0" eaLnBrk="0" fontAlgn="base" hangingPunct="0">
        <a:spcBef>
          <a:spcPct val="20000"/>
        </a:spcBef>
        <a:spcAft>
          <a:spcPct val="0"/>
        </a:spcAft>
        <a:buChar char="•"/>
        <a:defRPr sz="2000">
          <a:solidFill>
            <a:schemeClr val="accent2"/>
          </a:solidFill>
          <a:latin typeface="+mn-lt"/>
          <a:ea typeface="+mn-ea"/>
          <a:cs typeface="+mn-cs"/>
        </a:defRPr>
      </a:lvl1pPr>
      <a:lvl2pPr marL="742950" indent="-285750" algn="l" rtl="0" eaLnBrk="0" fontAlgn="base" hangingPunct="0">
        <a:spcBef>
          <a:spcPct val="20000"/>
        </a:spcBef>
        <a:spcAft>
          <a:spcPct val="0"/>
        </a:spcAft>
        <a:buChar char="–"/>
        <a:defRPr>
          <a:solidFill>
            <a:schemeClr val="accent2"/>
          </a:solidFill>
          <a:latin typeface="+mn-lt"/>
        </a:defRPr>
      </a:lvl2pPr>
      <a:lvl3pPr marL="1143000" indent="-228600" algn="l" rtl="0" eaLnBrk="0" fontAlgn="base" hangingPunct="0">
        <a:spcBef>
          <a:spcPct val="20000"/>
        </a:spcBef>
        <a:spcAft>
          <a:spcPct val="0"/>
        </a:spcAft>
        <a:buChar char="•"/>
        <a:defRPr sz="1600">
          <a:solidFill>
            <a:schemeClr val="accent2"/>
          </a:solidFill>
          <a:latin typeface="+mn-lt"/>
        </a:defRPr>
      </a:lvl3pPr>
      <a:lvl4pPr marL="1600200" indent="-228600" algn="l" rtl="0" eaLnBrk="0" fontAlgn="base" hangingPunct="0">
        <a:spcBef>
          <a:spcPct val="20000"/>
        </a:spcBef>
        <a:spcAft>
          <a:spcPct val="0"/>
        </a:spcAft>
        <a:buChar char="–"/>
        <a:defRPr sz="1600">
          <a:solidFill>
            <a:schemeClr val="accent2"/>
          </a:solidFill>
          <a:latin typeface="+mn-lt"/>
        </a:defRPr>
      </a:lvl4pPr>
      <a:lvl5pPr marL="2057400" indent="-228600" algn="l" rtl="0" eaLnBrk="0" fontAlgn="base" hangingPunct="0">
        <a:spcBef>
          <a:spcPct val="20000"/>
        </a:spcBef>
        <a:spcAft>
          <a:spcPct val="0"/>
        </a:spcAft>
        <a:buChar char="»"/>
        <a:defRPr sz="1600">
          <a:solidFill>
            <a:schemeClr val="accent2"/>
          </a:solidFill>
          <a:latin typeface="+mn-lt"/>
        </a:defRPr>
      </a:lvl5pPr>
      <a:lvl6pPr marL="2514600" indent="-228600" algn="l" rtl="0" fontAlgn="base">
        <a:spcBef>
          <a:spcPct val="20000"/>
        </a:spcBef>
        <a:spcAft>
          <a:spcPct val="0"/>
        </a:spcAft>
        <a:buChar char="»"/>
        <a:defRPr sz="1600">
          <a:solidFill>
            <a:schemeClr val="accent2"/>
          </a:solidFill>
          <a:latin typeface="+mn-lt"/>
        </a:defRPr>
      </a:lvl6pPr>
      <a:lvl7pPr marL="2971800" indent="-228600" algn="l" rtl="0" fontAlgn="base">
        <a:spcBef>
          <a:spcPct val="20000"/>
        </a:spcBef>
        <a:spcAft>
          <a:spcPct val="0"/>
        </a:spcAft>
        <a:buChar char="»"/>
        <a:defRPr sz="1600">
          <a:solidFill>
            <a:schemeClr val="accent2"/>
          </a:solidFill>
          <a:latin typeface="+mn-lt"/>
        </a:defRPr>
      </a:lvl7pPr>
      <a:lvl8pPr marL="3429000" indent="-228600" algn="l" rtl="0" fontAlgn="base">
        <a:spcBef>
          <a:spcPct val="20000"/>
        </a:spcBef>
        <a:spcAft>
          <a:spcPct val="0"/>
        </a:spcAft>
        <a:buChar char="»"/>
        <a:defRPr sz="1600">
          <a:solidFill>
            <a:schemeClr val="accent2"/>
          </a:solidFill>
          <a:latin typeface="+mn-lt"/>
        </a:defRPr>
      </a:lvl8pPr>
      <a:lvl9pPr marL="3886200" indent="-228600" algn="l" rtl="0" fontAlgn="base">
        <a:spcBef>
          <a:spcPct val="20000"/>
        </a:spcBef>
        <a:spcAft>
          <a:spcPct val="0"/>
        </a:spcAft>
        <a:buChar char="»"/>
        <a:defRPr sz="1600">
          <a:solidFill>
            <a:schemeClr val="accent2"/>
          </a:solidFill>
          <a:latin typeface="+mn-lt"/>
        </a:defRPr>
      </a:lvl9pPr>
    </p:bodyStyle>
    <p:other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7.xml"/><Relationship Id="rId4" Type="http://schemas.openxmlformats.org/officeDocument/2006/relationships/image" Target="../media/image2.jpeg"/></Relationships>
</file>

<file path=ppt/slides/_rels/slide2.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5.emf"/><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6.emf"/><Relationship Id="rId2" Type="http://schemas.openxmlformats.org/officeDocument/2006/relationships/notesSlide" Target="../notesSlides/notesSlide19.xml"/><Relationship Id="rId1" Type="http://schemas.openxmlformats.org/officeDocument/2006/relationships/slideLayout" Target="../slideLayouts/slideLayout2.xml"/><Relationship Id="rId4" Type="http://schemas.openxmlformats.org/officeDocument/2006/relationships/image" Target="../media/image4.jpeg"/></Relationships>
</file>

<file path=ppt/slides/_rels/slide20.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7.wmf"/><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9.jpeg"/><Relationship Id="rId2" Type="http://schemas.openxmlformats.org/officeDocument/2006/relationships/notesSlide" Target="../notesSlides/notesSlide25.xml"/><Relationship Id="rId1" Type="http://schemas.openxmlformats.org/officeDocument/2006/relationships/slideLayout" Target="../slideLayouts/slideLayout2.xml"/><Relationship Id="rId5" Type="http://schemas.openxmlformats.org/officeDocument/2006/relationships/image" Target="../media/image11.jpeg"/><Relationship Id="rId4" Type="http://schemas.openxmlformats.org/officeDocument/2006/relationships/image" Target="../media/image10.jpeg"/></Relationships>
</file>

<file path=ppt/slides/_rels/slide26.xml.rels><?xml version="1.0" encoding="UTF-8" standalone="yes"?>
<Relationships xmlns="http://schemas.openxmlformats.org/package/2006/relationships"><Relationship Id="rId3" Type="http://schemas.openxmlformats.org/officeDocument/2006/relationships/image" Target="../media/image7.wmf"/><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7.wmf"/><Relationship Id="rId2" Type="http://schemas.openxmlformats.org/officeDocument/2006/relationships/notesSlide" Target="../notesSlides/notesSlide27.xml"/><Relationship Id="rId1" Type="http://schemas.openxmlformats.org/officeDocument/2006/relationships/slideLayout" Target="../slideLayouts/slideLayout6.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6.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6.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6.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3" Type="http://schemas.openxmlformats.org/officeDocument/2006/relationships/image" Target="../media/image12.emf"/><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3" Type="http://schemas.openxmlformats.org/officeDocument/2006/relationships/image" Target="../media/image13.emf"/><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1.xml"/></Relationships>
</file>

<file path=ppt/slides/_rels/slide48.xml.rels><?xml version="1.0" encoding="UTF-8" standalone="yes"?>
<Relationships xmlns="http://schemas.openxmlformats.org/package/2006/relationships"><Relationship Id="rId3" Type="http://schemas.openxmlformats.org/officeDocument/2006/relationships/image" Target="../media/image14.wmf"/><Relationship Id="rId2" Type="http://schemas.openxmlformats.org/officeDocument/2006/relationships/notesSlide" Target="../notesSlides/notesSlide48.xml"/><Relationship Id="rId1" Type="http://schemas.openxmlformats.org/officeDocument/2006/relationships/slideLayout" Target="../slideLayouts/slideLayout6.xml"/></Relationships>
</file>

<file path=ppt/slides/_rels/slide49.xml.rels><?xml version="1.0" encoding="UTF-8" standalone="yes"?>
<Relationships xmlns="http://schemas.openxmlformats.org/package/2006/relationships"><Relationship Id="rId3" Type="http://schemas.openxmlformats.org/officeDocument/2006/relationships/image" Target="../media/image14.wmf"/><Relationship Id="rId2" Type="http://schemas.openxmlformats.org/officeDocument/2006/relationships/notesSlide" Target="../notesSlides/notesSlide49.xml"/><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3" Type="http://schemas.openxmlformats.org/officeDocument/2006/relationships/image" Target="../media/image14.wmf"/><Relationship Id="rId2" Type="http://schemas.openxmlformats.org/officeDocument/2006/relationships/notesSlide" Target="../notesSlides/notesSlide50.xml"/><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3" Type="http://schemas.openxmlformats.org/officeDocument/2006/relationships/image" Target="../media/image14.wmf"/><Relationship Id="rId2" Type="http://schemas.openxmlformats.org/officeDocument/2006/relationships/notesSlide" Target="../notesSlides/notesSlide51.xml"/><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3" Type="http://schemas.openxmlformats.org/officeDocument/2006/relationships/image" Target="../media/image14.wmf"/><Relationship Id="rId2" Type="http://schemas.openxmlformats.org/officeDocument/2006/relationships/notesSlide" Target="../notesSlides/notesSlide52.xml"/><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3" Type="http://schemas.openxmlformats.org/officeDocument/2006/relationships/image" Target="../media/image14.wmf"/><Relationship Id="rId2" Type="http://schemas.openxmlformats.org/officeDocument/2006/relationships/notesSlide" Target="../notesSlides/notesSlide53.xml"/><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3" Type="http://schemas.openxmlformats.org/officeDocument/2006/relationships/image" Target="../media/image14.wmf"/><Relationship Id="rId2" Type="http://schemas.openxmlformats.org/officeDocument/2006/relationships/notesSlide" Target="../notesSlides/notesSlide54.xml"/><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3" Type="http://schemas.openxmlformats.org/officeDocument/2006/relationships/image" Target="../media/image14.wmf"/><Relationship Id="rId2" Type="http://schemas.openxmlformats.org/officeDocument/2006/relationships/notesSlide" Target="../notesSlides/notesSlide55.xml"/><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3" Type="http://schemas.openxmlformats.org/officeDocument/2006/relationships/image" Target="../media/image14.wmf"/><Relationship Id="rId2" Type="http://schemas.openxmlformats.org/officeDocument/2006/relationships/notesSlide" Target="../notesSlides/notesSlide56.xml"/><Relationship Id="rId1" Type="http://schemas.openxmlformats.org/officeDocument/2006/relationships/slideLayout" Target="../slideLayouts/slideLayout6.xml"/></Relationships>
</file>

<file path=ppt/slides/_rels/slide57.xml.rels><?xml version="1.0" encoding="UTF-8" standalone="yes"?>
<Relationships xmlns="http://schemas.openxmlformats.org/package/2006/relationships"><Relationship Id="rId3" Type="http://schemas.openxmlformats.org/officeDocument/2006/relationships/image" Target="../media/image14.wmf"/><Relationship Id="rId2" Type="http://schemas.openxmlformats.org/officeDocument/2006/relationships/notesSlide" Target="../notesSlides/notesSlide57.xml"/><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3" Type="http://schemas.openxmlformats.org/officeDocument/2006/relationships/image" Target="../media/image14.wmf"/><Relationship Id="rId2" Type="http://schemas.openxmlformats.org/officeDocument/2006/relationships/notesSlide" Target="../notesSlides/notesSlide58.xml"/><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3" Type="http://schemas.openxmlformats.org/officeDocument/2006/relationships/image" Target="../media/image14.wmf"/><Relationship Id="rId2" Type="http://schemas.openxmlformats.org/officeDocument/2006/relationships/notesSlide" Target="../notesSlides/notesSlide59.xml"/><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3" Type="http://schemas.openxmlformats.org/officeDocument/2006/relationships/image" Target="../media/image14.wmf"/><Relationship Id="rId2" Type="http://schemas.openxmlformats.org/officeDocument/2006/relationships/notesSlide" Target="../notesSlides/notesSlide60.xml"/><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3" Type="http://schemas.openxmlformats.org/officeDocument/2006/relationships/image" Target="../media/image14.wmf"/><Relationship Id="rId2" Type="http://schemas.openxmlformats.org/officeDocument/2006/relationships/notesSlide" Target="../notesSlides/notesSlide61.xml"/><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3" Type="http://schemas.openxmlformats.org/officeDocument/2006/relationships/image" Target="../media/image14.wmf"/><Relationship Id="rId2" Type="http://schemas.openxmlformats.org/officeDocument/2006/relationships/notesSlide" Target="../notesSlides/notesSlide62.xml"/><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3" Type="http://schemas.openxmlformats.org/officeDocument/2006/relationships/image" Target="../media/image14.wmf"/><Relationship Id="rId2" Type="http://schemas.openxmlformats.org/officeDocument/2006/relationships/notesSlide" Target="../notesSlides/notesSlide64.xml"/><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3" Type="http://schemas.openxmlformats.org/officeDocument/2006/relationships/image" Target="../media/image14.wmf"/><Relationship Id="rId2" Type="http://schemas.openxmlformats.org/officeDocument/2006/relationships/notesSlide" Target="../notesSlides/notesSlide65.xml"/><Relationship Id="rId1" Type="http://schemas.openxmlformats.org/officeDocument/2006/relationships/slideLayout" Target="../slideLayouts/slideLayout6.xml"/></Relationships>
</file>

<file path=ppt/slides/_rels/slide66.xml.rels><?xml version="1.0" encoding="UTF-8" standalone="yes"?>
<Relationships xmlns="http://schemas.openxmlformats.org/package/2006/relationships"><Relationship Id="rId3" Type="http://schemas.openxmlformats.org/officeDocument/2006/relationships/image" Target="../media/image14.wmf"/><Relationship Id="rId2" Type="http://schemas.openxmlformats.org/officeDocument/2006/relationships/notesSlide" Target="../notesSlides/notesSlide66.xml"/><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3" Type="http://schemas.openxmlformats.org/officeDocument/2006/relationships/image" Target="../media/image14.wmf"/><Relationship Id="rId2" Type="http://schemas.openxmlformats.org/officeDocument/2006/relationships/notesSlide" Target="../notesSlides/notesSlide67.xml"/><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3" Type="http://schemas.openxmlformats.org/officeDocument/2006/relationships/image" Target="../media/image14.wmf"/><Relationship Id="rId2" Type="http://schemas.openxmlformats.org/officeDocument/2006/relationships/notesSlide" Target="../notesSlides/notesSlide68.xml"/><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3" Type="http://schemas.openxmlformats.org/officeDocument/2006/relationships/image" Target="../media/image14.wmf"/><Relationship Id="rId2" Type="http://schemas.openxmlformats.org/officeDocument/2006/relationships/notesSlide" Target="../notesSlides/notesSlide69.xml"/><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3" Type="http://schemas.openxmlformats.org/officeDocument/2006/relationships/image" Target="../media/image14.wmf"/><Relationship Id="rId2" Type="http://schemas.openxmlformats.org/officeDocument/2006/relationships/notesSlide" Target="../notesSlides/notesSlide70.xml"/><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3" Type="http://schemas.openxmlformats.org/officeDocument/2006/relationships/image" Target="../media/image14.wmf"/><Relationship Id="rId2" Type="http://schemas.openxmlformats.org/officeDocument/2006/relationships/notesSlide" Target="../notesSlides/notesSlide71.xml"/><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3" Type="http://schemas.openxmlformats.org/officeDocument/2006/relationships/image" Target="../media/image14.wmf"/><Relationship Id="rId2" Type="http://schemas.openxmlformats.org/officeDocument/2006/relationships/notesSlide" Target="../notesSlides/notesSlide72.xml"/><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3" Type="http://schemas.openxmlformats.org/officeDocument/2006/relationships/image" Target="../media/image14.wmf"/><Relationship Id="rId2" Type="http://schemas.openxmlformats.org/officeDocument/2006/relationships/notesSlide" Target="../notesSlides/notesSlide73.xml"/><Relationship Id="rId1" Type="http://schemas.openxmlformats.org/officeDocument/2006/relationships/slideLayout" Target="../slideLayouts/slideLayout6.xml"/></Relationships>
</file>

<file path=ppt/slides/_rels/slide74.xml.rels><?xml version="1.0" encoding="UTF-8" standalone="yes"?>
<Relationships xmlns="http://schemas.openxmlformats.org/package/2006/relationships"><Relationship Id="rId3" Type="http://schemas.openxmlformats.org/officeDocument/2006/relationships/image" Target="../media/image14.wmf"/><Relationship Id="rId2" Type="http://schemas.openxmlformats.org/officeDocument/2006/relationships/notesSlide" Target="../notesSlides/notesSlide74.xml"/><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3" Type="http://schemas.openxmlformats.org/officeDocument/2006/relationships/image" Target="../media/image14.wmf"/><Relationship Id="rId2" Type="http://schemas.openxmlformats.org/officeDocument/2006/relationships/notesSlide" Target="../notesSlides/notesSlide75.xml"/><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3" Type="http://schemas.openxmlformats.org/officeDocument/2006/relationships/image" Target="../media/image14.wmf"/><Relationship Id="rId2" Type="http://schemas.openxmlformats.org/officeDocument/2006/relationships/notesSlide" Target="../notesSlides/notesSlide76.xml"/><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3" Type="http://schemas.openxmlformats.org/officeDocument/2006/relationships/image" Target="../media/image14.wmf"/><Relationship Id="rId2" Type="http://schemas.openxmlformats.org/officeDocument/2006/relationships/notesSlide" Target="../notesSlides/notesSlide77.xml"/><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3" Type="http://schemas.openxmlformats.org/officeDocument/2006/relationships/image" Target="../media/image14.wmf"/><Relationship Id="rId2" Type="http://schemas.openxmlformats.org/officeDocument/2006/relationships/notesSlide" Target="../notesSlides/notesSlide78.xml"/><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2" Type="http://schemas.openxmlformats.org/officeDocument/2006/relationships/notesSlide" Target="../notesSlides/notesSlide79.xml"/><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3" Type="http://schemas.openxmlformats.org/officeDocument/2006/relationships/image" Target="../media/image14.wmf"/><Relationship Id="rId2" Type="http://schemas.openxmlformats.org/officeDocument/2006/relationships/notesSlide" Target="../notesSlides/notesSlide80.xml"/><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3" Type="http://schemas.openxmlformats.org/officeDocument/2006/relationships/image" Target="../media/image14.wmf"/><Relationship Id="rId2" Type="http://schemas.openxmlformats.org/officeDocument/2006/relationships/notesSlide" Target="../notesSlides/notesSlide81.xml"/><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3" Type="http://schemas.openxmlformats.org/officeDocument/2006/relationships/image" Target="../media/image15.emf"/><Relationship Id="rId2" Type="http://schemas.openxmlformats.org/officeDocument/2006/relationships/notesSlide" Target="../notesSlides/notesSlide82.xml"/><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3" Type="http://schemas.openxmlformats.org/officeDocument/2006/relationships/image" Target="../media/image16.emf"/><Relationship Id="rId2" Type="http://schemas.openxmlformats.org/officeDocument/2006/relationships/notesSlide" Target="../notesSlides/notesSlide83.xml"/><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3" Type="http://schemas.openxmlformats.org/officeDocument/2006/relationships/image" Target="../media/image17.emf"/><Relationship Id="rId2" Type="http://schemas.openxmlformats.org/officeDocument/2006/relationships/notesSlide" Target="../notesSlides/notesSlide84.xml"/><Relationship Id="rId1" Type="http://schemas.openxmlformats.org/officeDocument/2006/relationships/slideLayout" Target="../slideLayouts/slideLayout2.xml"/><Relationship Id="rId4" Type="http://schemas.openxmlformats.org/officeDocument/2006/relationships/image" Target="../media/image18.emf"/></Relationships>
</file>

<file path=ppt/slides/_rels/slide85.xml.rels><?xml version="1.0" encoding="UTF-8" standalone="yes"?>
<Relationships xmlns="http://schemas.openxmlformats.org/package/2006/relationships"><Relationship Id="rId2" Type="http://schemas.openxmlformats.org/officeDocument/2006/relationships/notesSlide" Target="../notesSlides/notesSlide85.xml"/><Relationship Id="rId1" Type="http://schemas.openxmlformats.org/officeDocument/2006/relationships/slideLayout" Target="../slideLayouts/slideLayout2.xml"/></Relationships>
</file>

<file path=ppt/slides/_rels/slide86.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notesSlide" Target="../notesSlides/notesSlide86.xml"/><Relationship Id="rId1" Type="http://schemas.openxmlformats.org/officeDocument/2006/relationships/slideLayout" Target="../slideLayouts/slideLayout2.xml"/></Relationships>
</file>

<file path=ppt/slides/_rels/slide87.xml.rels><?xml version="1.0" encoding="UTF-8" standalone="yes"?>
<Relationships xmlns="http://schemas.openxmlformats.org/package/2006/relationships"><Relationship Id="rId2" Type="http://schemas.openxmlformats.org/officeDocument/2006/relationships/notesSlide" Target="../notesSlides/notesSlide87.xml"/><Relationship Id="rId1" Type="http://schemas.openxmlformats.org/officeDocument/2006/relationships/slideLayout" Target="../slideLayouts/slideLayout2.xml"/></Relationships>
</file>

<file path=ppt/slides/_rels/slide88.xml.rels><?xml version="1.0" encoding="UTF-8" standalone="yes"?>
<Relationships xmlns="http://schemas.openxmlformats.org/package/2006/relationships"><Relationship Id="rId2" Type="http://schemas.openxmlformats.org/officeDocument/2006/relationships/notesSlide" Target="../notesSlides/notesSlide88.xml"/><Relationship Id="rId1" Type="http://schemas.openxmlformats.org/officeDocument/2006/relationships/slideLayout" Target="../slideLayouts/slideLayout2.xml"/></Relationships>
</file>

<file path=ppt/slides/_rels/slide89.xml.rels><?xml version="1.0" encoding="UTF-8" standalone="yes"?>
<Relationships xmlns="http://schemas.openxmlformats.org/package/2006/relationships"><Relationship Id="rId2" Type="http://schemas.openxmlformats.org/officeDocument/2006/relationships/notesSlide" Target="../notesSlides/notesSlide89.xml"/><Relationship Id="rId1" Type="http://schemas.openxmlformats.org/officeDocument/2006/relationships/slideLayout" Target="../slideLayouts/slideLayout2.xml"/></Relationships>
</file>

<file path=ppt/slides/_rels/slide90.xml.rels><?xml version="1.0" encoding="UTF-8" standalone="yes"?>
<Relationships xmlns="http://schemas.openxmlformats.org/package/2006/relationships"><Relationship Id="rId2" Type="http://schemas.openxmlformats.org/officeDocument/2006/relationships/notesSlide" Target="../notesSlides/notesSlide90.xml"/><Relationship Id="rId1" Type="http://schemas.openxmlformats.org/officeDocument/2006/relationships/slideLayout" Target="../slideLayouts/slideLayout2.xml"/></Relationships>
</file>

<file path=ppt/slides/_rels/slide91.xml.rels><?xml version="1.0" encoding="UTF-8" standalone="yes"?>
<Relationships xmlns="http://schemas.openxmlformats.org/package/2006/relationships"><Relationship Id="rId2" Type="http://schemas.openxmlformats.org/officeDocument/2006/relationships/notesSlide" Target="../notesSlides/notesSlide91.xml"/><Relationship Id="rId1" Type="http://schemas.openxmlformats.org/officeDocument/2006/relationships/slideLayout" Target="../slideLayouts/slideLayout2.xml"/></Relationships>
</file>

<file path=ppt/slides/_rels/slide92.xml.rels><?xml version="1.0" encoding="UTF-8" standalone="yes"?>
<Relationships xmlns="http://schemas.openxmlformats.org/package/2006/relationships"><Relationship Id="rId3" Type="http://schemas.openxmlformats.org/officeDocument/2006/relationships/image" Target="../media/image19.emf"/><Relationship Id="rId2" Type="http://schemas.openxmlformats.org/officeDocument/2006/relationships/notesSlide" Target="../notesSlides/notesSlide92.xml"/><Relationship Id="rId1" Type="http://schemas.openxmlformats.org/officeDocument/2006/relationships/slideLayout" Target="../slideLayouts/slideLayout2.xml"/><Relationship Id="rId4" Type="http://schemas.openxmlformats.org/officeDocument/2006/relationships/image" Target="../media/image20.emf"/></Relationships>
</file>

<file path=ppt/slides/_rels/slide93.xml.rels><?xml version="1.0" encoding="UTF-8" standalone="yes"?>
<Relationships xmlns="http://schemas.openxmlformats.org/package/2006/relationships"><Relationship Id="rId3" Type="http://schemas.openxmlformats.org/officeDocument/2006/relationships/image" Target="../media/image21.emf"/><Relationship Id="rId2" Type="http://schemas.openxmlformats.org/officeDocument/2006/relationships/notesSlide" Target="../notesSlides/notesSlide93.xml"/><Relationship Id="rId1" Type="http://schemas.openxmlformats.org/officeDocument/2006/relationships/slideLayout" Target="../slideLayouts/slideLayout2.xml"/></Relationships>
</file>

<file path=ppt/slides/_rels/slide94.xml.rels><?xml version="1.0" encoding="UTF-8" standalone="yes"?>
<Relationships xmlns="http://schemas.openxmlformats.org/package/2006/relationships"><Relationship Id="rId3" Type="http://schemas.openxmlformats.org/officeDocument/2006/relationships/image" Target="../media/image22.emf"/><Relationship Id="rId2" Type="http://schemas.openxmlformats.org/officeDocument/2006/relationships/notesSlide" Target="../notesSlides/notesSlide94.xml"/><Relationship Id="rId1" Type="http://schemas.openxmlformats.org/officeDocument/2006/relationships/slideLayout" Target="../slideLayouts/slideLayout2.xml"/><Relationship Id="rId4" Type="http://schemas.openxmlformats.org/officeDocument/2006/relationships/image" Target="../media/image4.jpeg"/></Relationships>
</file>

<file path=ppt/slides/_rels/slide95.xml.rels><?xml version="1.0" encoding="UTF-8" standalone="yes"?>
<Relationships xmlns="http://schemas.openxmlformats.org/package/2006/relationships"><Relationship Id="rId2" Type="http://schemas.openxmlformats.org/officeDocument/2006/relationships/notesSlide" Target="../notesSlides/notesSlide95.xml"/><Relationship Id="rId1" Type="http://schemas.openxmlformats.org/officeDocument/2006/relationships/slideLayout" Target="../slideLayouts/slideLayout2.xml"/></Relationships>
</file>

<file path=ppt/slides/_rels/slide96.xml.rels><?xml version="1.0" encoding="UTF-8" standalone="yes"?>
<Relationships xmlns="http://schemas.openxmlformats.org/package/2006/relationships"><Relationship Id="rId3" Type="http://schemas.openxmlformats.org/officeDocument/2006/relationships/image" Target="../media/image14.wmf"/><Relationship Id="rId2" Type="http://schemas.openxmlformats.org/officeDocument/2006/relationships/notesSlide" Target="../notesSlides/notesSlide96.xml"/><Relationship Id="rId1" Type="http://schemas.openxmlformats.org/officeDocument/2006/relationships/slideLayout" Target="../slideLayouts/slideLayout6.xml"/></Relationships>
</file>

<file path=ppt/slides/_rels/slide97.xml.rels><?xml version="1.0" encoding="UTF-8" standalone="yes"?>
<Relationships xmlns="http://schemas.openxmlformats.org/package/2006/relationships"><Relationship Id="rId3" Type="http://schemas.openxmlformats.org/officeDocument/2006/relationships/image" Target="../media/image14.wmf"/><Relationship Id="rId2" Type="http://schemas.openxmlformats.org/officeDocument/2006/relationships/notesSlide" Target="../notesSlides/notesSlide97.xml"/><Relationship Id="rId1" Type="http://schemas.openxmlformats.org/officeDocument/2006/relationships/slideLayout" Target="../slideLayouts/slideLayout7.xml"/></Relationships>
</file>

<file path=ppt/slides/_rels/slide98.xml.rels><?xml version="1.0" encoding="UTF-8" standalone="yes"?>
<Relationships xmlns="http://schemas.openxmlformats.org/package/2006/relationships"><Relationship Id="rId3" Type="http://schemas.openxmlformats.org/officeDocument/2006/relationships/image" Target="../media/image14.wmf"/><Relationship Id="rId2" Type="http://schemas.openxmlformats.org/officeDocument/2006/relationships/notesSlide" Target="../notesSlides/notesSlide98.xml"/><Relationship Id="rId1" Type="http://schemas.openxmlformats.org/officeDocument/2006/relationships/slideLayout" Target="../slideLayouts/slideLayout7.xml"/></Relationships>
</file>

<file path=ppt/slides/_rels/slide99.xml.rels><?xml version="1.0" encoding="UTF-8" standalone="yes"?>
<Relationships xmlns="http://schemas.openxmlformats.org/package/2006/relationships"><Relationship Id="rId3" Type="http://schemas.openxmlformats.org/officeDocument/2006/relationships/image" Target="../media/image14.wmf"/><Relationship Id="rId2" Type="http://schemas.openxmlformats.org/officeDocument/2006/relationships/notesSlide" Target="../notesSlides/notesSlide99.xml"/><Relationship Id="rId1" Type="http://schemas.openxmlformats.org/officeDocument/2006/relationships/slideLayout" Target="../slideLayouts/slideLayout7.xml"/></Relationships>
</file>

<file path=ppt/slides/_rels/slide100.xml.rels><?xml version="1.0" encoding="UTF-8" standalone="yes"?>
<Relationships xmlns="http://schemas.openxmlformats.org/package/2006/relationships"><Relationship Id="rId3" Type="http://schemas.openxmlformats.org/officeDocument/2006/relationships/image" Target="../media/image14.wmf"/><Relationship Id="rId2" Type="http://schemas.openxmlformats.org/officeDocument/2006/relationships/notesSlide" Target="../notesSlides/notesSlide100.xml"/><Relationship Id="rId1" Type="http://schemas.openxmlformats.org/officeDocument/2006/relationships/slideLayout" Target="../slideLayouts/slideLayout7.xml"/></Relationships>
</file>

<file path=ppt/slides/_rels/slide101.xml.rels><?xml version="1.0" encoding="UTF-8" standalone="yes"?>
<Relationships xmlns="http://schemas.openxmlformats.org/package/2006/relationships"><Relationship Id="rId3" Type="http://schemas.openxmlformats.org/officeDocument/2006/relationships/image" Target="../media/image14.wmf"/><Relationship Id="rId2" Type="http://schemas.openxmlformats.org/officeDocument/2006/relationships/notesSlide" Target="../notesSlides/notesSlide101.xml"/><Relationship Id="rId1" Type="http://schemas.openxmlformats.org/officeDocument/2006/relationships/slideLayout" Target="../slideLayouts/slideLayout7.xml"/></Relationships>
</file>

<file path=ppt/slides/_rels/slide102.xml.rels><?xml version="1.0" encoding="UTF-8" standalone="yes"?>
<Relationships xmlns="http://schemas.openxmlformats.org/package/2006/relationships"><Relationship Id="rId3" Type="http://schemas.openxmlformats.org/officeDocument/2006/relationships/image" Target="../media/image14.wmf"/><Relationship Id="rId2" Type="http://schemas.openxmlformats.org/officeDocument/2006/relationships/notesSlide" Target="../notesSlides/notesSlide102.xml"/><Relationship Id="rId1" Type="http://schemas.openxmlformats.org/officeDocument/2006/relationships/slideLayout" Target="../slideLayouts/slideLayout7.xml"/></Relationships>
</file>

<file path=ppt/slides/_rels/slide103.xml.rels><?xml version="1.0" encoding="UTF-8" standalone="yes"?>
<Relationships xmlns="http://schemas.openxmlformats.org/package/2006/relationships"><Relationship Id="rId3" Type="http://schemas.openxmlformats.org/officeDocument/2006/relationships/image" Target="../media/image14.wmf"/><Relationship Id="rId2" Type="http://schemas.openxmlformats.org/officeDocument/2006/relationships/notesSlide" Target="../notesSlides/notesSlide103.xml"/><Relationship Id="rId1" Type="http://schemas.openxmlformats.org/officeDocument/2006/relationships/slideLayout" Target="../slideLayouts/slideLayout7.xml"/></Relationships>
</file>

<file path=ppt/slides/_rels/slide104.xml.rels><?xml version="1.0" encoding="UTF-8" standalone="yes"?>
<Relationships xmlns="http://schemas.openxmlformats.org/package/2006/relationships"><Relationship Id="rId3" Type="http://schemas.openxmlformats.org/officeDocument/2006/relationships/image" Target="../media/image14.wmf"/><Relationship Id="rId2" Type="http://schemas.openxmlformats.org/officeDocument/2006/relationships/notesSlide" Target="../notesSlides/notesSlide104.xml"/><Relationship Id="rId1" Type="http://schemas.openxmlformats.org/officeDocument/2006/relationships/slideLayout" Target="../slideLayouts/slideLayout6.xml"/></Relationships>
</file>

<file path=ppt/slides/_rels/slide105.xml.rels><?xml version="1.0" encoding="UTF-8" standalone="yes"?>
<Relationships xmlns="http://schemas.openxmlformats.org/package/2006/relationships"><Relationship Id="rId3" Type="http://schemas.openxmlformats.org/officeDocument/2006/relationships/image" Target="../media/image14.wmf"/><Relationship Id="rId2" Type="http://schemas.openxmlformats.org/officeDocument/2006/relationships/notesSlide" Target="../notesSlides/notesSlide105.xml"/><Relationship Id="rId1" Type="http://schemas.openxmlformats.org/officeDocument/2006/relationships/slideLayout" Target="../slideLayouts/slideLayout7.xml"/></Relationships>
</file>

<file path=ppt/slides/_rels/slide106.xml.rels><?xml version="1.0" encoding="UTF-8" standalone="yes"?>
<Relationships xmlns="http://schemas.openxmlformats.org/package/2006/relationships"><Relationship Id="rId3" Type="http://schemas.openxmlformats.org/officeDocument/2006/relationships/image" Target="../media/image14.wmf"/><Relationship Id="rId2" Type="http://schemas.openxmlformats.org/officeDocument/2006/relationships/notesSlide" Target="../notesSlides/notesSlide106.xml"/><Relationship Id="rId1" Type="http://schemas.openxmlformats.org/officeDocument/2006/relationships/slideLayout" Target="../slideLayouts/slideLayout7.xml"/></Relationships>
</file>

<file path=ppt/slides/_rels/slide107.xml.rels><?xml version="1.0" encoding="UTF-8" standalone="yes"?>
<Relationships xmlns="http://schemas.openxmlformats.org/package/2006/relationships"><Relationship Id="rId3" Type="http://schemas.openxmlformats.org/officeDocument/2006/relationships/image" Target="../media/image14.wmf"/><Relationship Id="rId2" Type="http://schemas.openxmlformats.org/officeDocument/2006/relationships/notesSlide" Target="../notesSlides/notesSlide107.xml"/><Relationship Id="rId1" Type="http://schemas.openxmlformats.org/officeDocument/2006/relationships/slideLayout" Target="../slideLayouts/slideLayout7.xml"/></Relationships>
</file>

<file path=ppt/slides/_rels/slide108.xml.rels><?xml version="1.0" encoding="UTF-8" standalone="yes"?>
<Relationships xmlns="http://schemas.openxmlformats.org/package/2006/relationships"><Relationship Id="rId3" Type="http://schemas.openxmlformats.org/officeDocument/2006/relationships/image" Target="../media/image14.wmf"/><Relationship Id="rId2" Type="http://schemas.openxmlformats.org/officeDocument/2006/relationships/notesSlide" Target="../notesSlides/notesSlide108.xml"/><Relationship Id="rId1" Type="http://schemas.openxmlformats.org/officeDocument/2006/relationships/slideLayout" Target="../slideLayouts/slideLayout7.xml"/></Relationships>
</file>

<file path=ppt/slides/_rels/slide109.xml.rels><?xml version="1.0" encoding="UTF-8" standalone="yes"?>
<Relationships xmlns="http://schemas.openxmlformats.org/package/2006/relationships"><Relationship Id="rId3" Type="http://schemas.openxmlformats.org/officeDocument/2006/relationships/image" Target="../media/image14.wmf"/><Relationship Id="rId2" Type="http://schemas.openxmlformats.org/officeDocument/2006/relationships/notesSlide" Target="../notesSlides/notesSlide109.xml"/><Relationship Id="rId1" Type="http://schemas.openxmlformats.org/officeDocument/2006/relationships/slideLayout" Target="../slideLayouts/slideLayout7.xml"/></Relationships>
</file>

<file path=ppt/slides/_rels/slide110.xml.rels><?xml version="1.0" encoding="UTF-8" standalone="yes"?>
<Relationships xmlns="http://schemas.openxmlformats.org/package/2006/relationships"><Relationship Id="rId3" Type="http://schemas.openxmlformats.org/officeDocument/2006/relationships/image" Target="../media/image14.wmf"/><Relationship Id="rId2" Type="http://schemas.openxmlformats.org/officeDocument/2006/relationships/notesSlide" Target="../notesSlides/notesSlide110.xml"/><Relationship Id="rId1" Type="http://schemas.openxmlformats.org/officeDocument/2006/relationships/slideLayout" Target="../slideLayouts/slideLayout7.xml"/></Relationships>
</file>

<file path=ppt/slides/_rels/slide111.xml.rels><?xml version="1.0" encoding="UTF-8" standalone="yes"?>
<Relationships xmlns="http://schemas.openxmlformats.org/package/2006/relationships"><Relationship Id="rId2" Type="http://schemas.openxmlformats.org/officeDocument/2006/relationships/notesSlide" Target="../notesSlides/notesSlide111.xml"/><Relationship Id="rId1" Type="http://schemas.openxmlformats.org/officeDocument/2006/relationships/slideLayout" Target="../slideLayouts/slideLayout2.xml"/></Relationships>
</file>

<file path=ppt/slides/_rels/slide112.xml.rels><?xml version="1.0" encoding="UTF-8" standalone="yes"?>
<Relationships xmlns="http://schemas.openxmlformats.org/package/2006/relationships"><Relationship Id="rId3" Type="http://schemas.openxmlformats.org/officeDocument/2006/relationships/image" Target="../media/image14.wmf"/><Relationship Id="rId2" Type="http://schemas.openxmlformats.org/officeDocument/2006/relationships/notesSlide" Target="../notesSlides/notesSlide112.xml"/><Relationship Id="rId1" Type="http://schemas.openxmlformats.org/officeDocument/2006/relationships/slideLayout" Target="../slideLayouts/slideLayout7.xml"/></Relationships>
</file>

<file path=ppt/slides/_rels/slide113.xml.rels><?xml version="1.0" encoding="UTF-8" standalone="yes"?>
<Relationships xmlns="http://schemas.openxmlformats.org/package/2006/relationships"><Relationship Id="rId3" Type="http://schemas.openxmlformats.org/officeDocument/2006/relationships/image" Target="../media/image22.emf"/><Relationship Id="rId2" Type="http://schemas.openxmlformats.org/officeDocument/2006/relationships/notesSlide" Target="../notesSlides/notesSlide113.xml"/><Relationship Id="rId1" Type="http://schemas.openxmlformats.org/officeDocument/2006/relationships/slideLayout" Target="../slideLayouts/slideLayout2.xml"/></Relationships>
</file>

<file path=ppt/slides/_rels/slide114.xml.rels><?xml version="1.0" encoding="UTF-8" standalone="yes"?>
<Relationships xmlns="http://schemas.openxmlformats.org/package/2006/relationships"><Relationship Id="rId2" Type="http://schemas.openxmlformats.org/officeDocument/2006/relationships/notesSlide" Target="../notesSlides/notesSlide114.xml"/><Relationship Id="rId1" Type="http://schemas.openxmlformats.org/officeDocument/2006/relationships/slideLayout" Target="../slideLayouts/slideLayout2.xml"/></Relationships>
</file>

<file path=ppt/slides/_rels/slide115.xml.rels><?xml version="1.0" encoding="UTF-8" standalone="yes"?>
<Relationships xmlns="http://schemas.openxmlformats.org/package/2006/relationships"><Relationship Id="rId3" Type="http://schemas.openxmlformats.org/officeDocument/2006/relationships/image" Target="../media/image14.wmf"/><Relationship Id="rId2" Type="http://schemas.openxmlformats.org/officeDocument/2006/relationships/notesSlide" Target="../notesSlides/notesSlide115.xml"/><Relationship Id="rId1" Type="http://schemas.openxmlformats.org/officeDocument/2006/relationships/slideLayout" Target="../slideLayouts/slideLayout6.xml"/></Relationships>
</file>

<file path=ppt/slides/_rels/slide116.xml.rels><?xml version="1.0" encoding="UTF-8" standalone="yes"?>
<Relationships xmlns="http://schemas.openxmlformats.org/package/2006/relationships"><Relationship Id="rId3" Type="http://schemas.openxmlformats.org/officeDocument/2006/relationships/image" Target="../media/image14.wmf"/><Relationship Id="rId2" Type="http://schemas.openxmlformats.org/officeDocument/2006/relationships/notesSlide" Target="../notesSlides/notesSlide116.xml"/><Relationship Id="rId1" Type="http://schemas.openxmlformats.org/officeDocument/2006/relationships/slideLayout" Target="../slideLayouts/slideLayout7.xml"/></Relationships>
</file>

<file path=ppt/slides/_rels/slide117.xml.rels><?xml version="1.0" encoding="UTF-8" standalone="yes"?>
<Relationships xmlns="http://schemas.openxmlformats.org/package/2006/relationships"><Relationship Id="rId3" Type="http://schemas.openxmlformats.org/officeDocument/2006/relationships/image" Target="../media/image14.wmf"/><Relationship Id="rId2" Type="http://schemas.openxmlformats.org/officeDocument/2006/relationships/notesSlide" Target="../notesSlides/notesSlide117.xml"/><Relationship Id="rId1" Type="http://schemas.openxmlformats.org/officeDocument/2006/relationships/slideLayout" Target="../slideLayouts/slideLayout7.xml"/></Relationships>
</file>

<file path=ppt/slides/_rels/slide118.xml.rels><?xml version="1.0" encoding="UTF-8" standalone="yes"?>
<Relationships xmlns="http://schemas.openxmlformats.org/package/2006/relationships"><Relationship Id="rId3" Type="http://schemas.openxmlformats.org/officeDocument/2006/relationships/image" Target="../media/image14.wmf"/><Relationship Id="rId2" Type="http://schemas.openxmlformats.org/officeDocument/2006/relationships/notesSlide" Target="../notesSlides/notesSlide118.xml"/><Relationship Id="rId1" Type="http://schemas.openxmlformats.org/officeDocument/2006/relationships/slideLayout" Target="../slideLayouts/slideLayout7.xml"/></Relationships>
</file>

<file path=ppt/slides/_rels/slide119.xml.rels><?xml version="1.0" encoding="UTF-8" standalone="yes"?>
<Relationships xmlns="http://schemas.openxmlformats.org/package/2006/relationships"><Relationship Id="rId3" Type="http://schemas.openxmlformats.org/officeDocument/2006/relationships/image" Target="../media/image14.wmf"/><Relationship Id="rId2" Type="http://schemas.openxmlformats.org/officeDocument/2006/relationships/notesSlide" Target="../notesSlides/notesSlide119.xml"/><Relationship Id="rId1" Type="http://schemas.openxmlformats.org/officeDocument/2006/relationships/slideLayout" Target="../slideLayouts/slideLayout7.xml"/></Relationships>
</file>

<file path=ppt/slides/_rels/slide120.xml.rels><?xml version="1.0" encoding="UTF-8" standalone="yes"?>
<Relationships xmlns="http://schemas.openxmlformats.org/package/2006/relationships"><Relationship Id="rId3" Type="http://schemas.openxmlformats.org/officeDocument/2006/relationships/image" Target="../media/image14.wmf"/><Relationship Id="rId2" Type="http://schemas.openxmlformats.org/officeDocument/2006/relationships/notesSlide" Target="../notesSlides/notesSlide120.xml"/><Relationship Id="rId1" Type="http://schemas.openxmlformats.org/officeDocument/2006/relationships/slideLayout" Target="../slideLayouts/slideLayout7.xml"/></Relationships>
</file>

<file path=ppt/slides/_rels/slide121.xml.rels><?xml version="1.0" encoding="UTF-8" standalone="yes"?>
<Relationships xmlns="http://schemas.openxmlformats.org/package/2006/relationships"><Relationship Id="rId3" Type="http://schemas.openxmlformats.org/officeDocument/2006/relationships/image" Target="../media/image14.wmf"/><Relationship Id="rId2" Type="http://schemas.openxmlformats.org/officeDocument/2006/relationships/notesSlide" Target="../notesSlides/notesSlide121.xml"/><Relationship Id="rId1" Type="http://schemas.openxmlformats.org/officeDocument/2006/relationships/slideLayout" Target="../slideLayouts/slideLayout7.xml"/></Relationships>
</file>

<file path=ppt/slides/_rels/slide122.xml.rels><?xml version="1.0" encoding="UTF-8" standalone="yes"?>
<Relationships xmlns="http://schemas.openxmlformats.org/package/2006/relationships"><Relationship Id="rId3" Type="http://schemas.openxmlformats.org/officeDocument/2006/relationships/image" Target="../media/image14.wmf"/><Relationship Id="rId2" Type="http://schemas.openxmlformats.org/officeDocument/2006/relationships/notesSlide" Target="../notesSlides/notesSlide122.xml"/><Relationship Id="rId1" Type="http://schemas.openxmlformats.org/officeDocument/2006/relationships/slideLayout" Target="../slideLayouts/slideLayout7.xml"/></Relationships>
</file>

<file path=ppt/slides/_rels/slide123.xml.rels><?xml version="1.0" encoding="UTF-8" standalone="yes"?>
<Relationships xmlns="http://schemas.openxmlformats.org/package/2006/relationships"><Relationship Id="rId3" Type="http://schemas.openxmlformats.org/officeDocument/2006/relationships/image" Target="../media/image14.wmf"/><Relationship Id="rId2" Type="http://schemas.openxmlformats.org/officeDocument/2006/relationships/notesSlide" Target="../notesSlides/notesSlide123.xml"/><Relationship Id="rId1" Type="http://schemas.openxmlformats.org/officeDocument/2006/relationships/slideLayout" Target="../slideLayouts/slideLayout6.xml"/></Relationships>
</file>

<file path=ppt/slides/_rels/slide124.xml.rels><?xml version="1.0" encoding="UTF-8" standalone="yes"?>
<Relationships xmlns="http://schemas.openxmlformats.org/package/2006/relationships"><Relationship Id="rId3" Type="http://schemas.openxmlformats.org/officeDocument/2006/relationships/image" Target="../media/image14.wmf"/><Relationship Id="rId2" Type="http://schemas.openxmlformats.org/officeDocument/2006/relationships/notesSlide" Target="../notesSlides/notesSlide124.xml"/><Relationship Id="rId1" Type="http://schemas.openxmlformats.org/officeDocument/2006/relationships/slideLayout" Target="../slideLayouts/slideLayout7.xml"/></Relationships>
</file>

<file path=ppt/slides/_rels/slide125.xml.rels><?xml version="1.0" encoding="UTF-8" standalone="yes"?>
<Relationships xmlns="http://schemas.openxmlformats.org/package/2006/relationships"><Relationship Id="rId3" Type="http://schemas.openxmlformats.org/officeDocument/2006/relationships/image" Target="../media/image14.wmf"/><Relationship Id="rId2" Type="http://schemas.openxmlformats.org/officeDocument/2006/relationships/notesSlide" Target="../notesSlides/notesSlide125.xml"/><Relationship Id="rId1" Type="http://schemas.openxmlformats.org/officeDocument/2006/relationships/slideLayout" Target="../slideLayouts/slideLayout7.xml"/></Relationships>
</file>

<file path=ppt/slides/_rels/slide126.xml.rels><?xml version="1.0" encoding="UTF-8" standalone="yes"?>
<Relationships xmlns="http://schemas.openxmlformats.org/package/2006/relationships"><Relationship Id="rId3" Type="http://schemas.openxmlformats.org/officeDocument/2006/relationships/image" Target="../media/image14.wmf"/><Relationship Id="rId2" Type="http://schemas.openxmlformats.org/officeDocument/2006/relationships/notesSlide" Target="../notesSlides/notesSlide126.xml"/><Relationship Id="rId1" Type="http://schemas.openxmlformats.org/officeDocument/2006/relationships/slideLayout" Target="../slideLayouts/slideLayout7.xml"/></Relationships>
</file>

<file path=ppt/slides/_rels/slide127.xml.rels><?xml version="1.0" encoding="UTF-8" standalone="yes"?>
<Relationships xmlns="http://schemas.openxmlformats.org/package/2006/relationships"><Relationship Id="rId3" Type="http://schemas.openxmlformats.org/officeDocument/2006/relationships/image" Target="../media/image14.wmf"/><Relationship Id="rId2" Type="http://schemas.openxmlformats.org/officeDocument/2006/relationships/notesSlide" Target="../notesSlides/notesSlide127.xml"/><Relationship Id="rId1" Type="http://schemas.openxmlformats.org/officeDocument/2006/relationships/slideLayout" Target="../slideLayouts/slideLayout7.xml"/></Relationships>
</file>

<file path=ppt/slides/_rels/slide128.xml.rels><?xml version="1.0" encoding="UTF-8" standalone="yes"?>
<Relationships xmlns="http://schemas.openxmlformats.org/package/2006/relationships"><Relationship Id="rId3" Type="http://schemas.openxmlformats.org/officeDocument/2006/relationships/image" Target="../media/image14.wmf"/><Relationship Id="rId2" Type="http://schemas.openxmlformats.org/officeDocument/2006/relationships/notesSlide" Target="../notesSlides/notesSlide128.xml"/><Relationship Id="rId1" Type="http://schemas.openxmlformats.org/officeDocument/2006/relationships/slideLayout" Target="../slideLayouts/slideLayout7.xml"/></Relationships>
</file>

<file path=ppt/slides/_rels/slide129.xml.rels><?xml version="1.0" encoding="UTF-8" standalone="yes"?>
<Relationships xmlns="http://schemas.openxmlformats.org/package/2006/relationships"><Relationship Id="rId2" Type="http://schemas.openxmlformats.org/officeDocument/2006/relationships/notesSlide" Target="../notesSlides/notesSlide129.xml"/><Relationship Id="rId1" Type="http://schemas.openxmlformats.org/officeDocument/2006/relationships/slideLayout" Target="../slideLayouts/slideLayout2.xml"/></Relationships>
</file>

<file path=ppt/slides/_rels/slide130.xml.rels><?xml version="1.0" encoding="UTF-8" standalone="yes"?>
<Relationships xmlns="http://schemas.openxmlformats.org/package/2006/relationships"><Relationship Id="rId3" Type="http://schemas.openxmlformats.org/officeDocument/2006/relationships/image" Target="../media/image14.wmf"/><Relationship Id="rId2" Type="http://schemas.openxmlformats.org/officeDocument/2006/relationships/notesSlide" Target="../notesSlides/notesSlide130.xml"/><Relationship Id="rId1" Type="http://schemas.openxmlformats.org/officeDocument/2006/relationships/slideLayout" Target="../slideLayouts/slideLayout7.xml"/></Relationships>
</file>

<file path=ppt/slides/_rels/slide131.xml.rels><?xml version="1.0" encoding="UTF-8" standalone="yes"?>
<Relationships xmlns="http://schemas.openxmlformats.org/package/2006/relationships"><Relationship Id="rId3" Type="http://schemas.openxmlformats.org/officeDocument/2006/relationships/image" Target="../media/image14.wmf"/><Relationship Id="rId2" Type="http://schemas.openxmlformats.org/officeDocument/2006/relationships/notesSlide" Target="../notesSlides/notesSlide131.xml"/><Relationship Id="rId1" Type="http://schemas.openxmlformats.org/officeDocument/2006/relationships/slideLayout" Target="../slideLayouts/slideLayout7.xml"/></Relationships>
</file>

<file path=ppt/slides/_rels/slide132.xml.rels><?xml version="1.0" encoding="UTF-8" standalone="yes"?>
<Relationships xmlns="http://schemas.openxmlformats.org/package/2006/relationships"><Relationship Id="rId2" Type="http://schemas.openxmlformats.org/officeDocument/2006/relationships/notesSlide" Target="../notesSlides/notesSlide132.xml"/><Relationship Id="rId1" Type="http://schemas.openxmlformats.org/officeDocument/2006/relationships/slideLayout" Target="../slideLayouts/slideLayout2.xml"/></Relationships>
</file>

<file path=ppt/slides/_rels/slide133.xml.rels><?xml version="1.0" encoding="UTF-8" standalone="yes"?>
<Relationships xmlns="http://schemas.openxmlformats.org/package/2006/relationships"><Relationship Id="rId2" Type="http://schemas.openxmlformats.org/officeDocument/2006/relationships/notesSlide" Target="../notesSlides/notesSlide133.xml"/><Relationship Id="rId1" Type="http://schemas.openxmlformats.org/officeDocument/2006/relationships/slideLayout" Target="../slideLayouts/slideLayout2.xml"/></Relationships>
</file>

<file path=ppt/slides/_rels/slide134.xml.rels><?xml version="1.0" encoding="UTF-8" standalone="yes"?>
<Relationships xmlns="http://schemas.openxmlformats.org/package/2006/relationships"><Relationship Id="rId3" Type="http://schemas.openxmlformats.org/officeDocument/2006/relationships/image" Target="../media/image22.emf"/><Relationship Id="rId2" Type="http://schemas.openxmlformats.org/officeDocument/2006/relationships/notesSlide" Target="../notesSlides/notesSlide134.xml"/><Relationship Id="rId1" Type="http://schemas.openxmlformats.org/officeDocument/2006/relationships/slideLayout" Target="../slideLayouts/slideLayout2.xml"/></Relationships>
</file>

<file path=ppt/slides/_rels/slide135.xml.rels><?xml version="1.0" encoding="UTF-8" standalone="yes"?>
<Relationships xmlns="http://schemas.openxmlformats.org/package/2006/relationships"><Relationship Id="rId3" Type="http://schemas.openxmlformats.org/officeDocument/2006/relationships/image" Target="../media/image14.wmf"/><Relationship Id="rId2" Type="http://schemas.openxmlformats.org/officeDocument/2006/relationships/notesSlide" Target="../notesSlides/notesSlide135.xml"/><Relationship Id="rId1" Type="http://schemas.openxmlformats.org/officeDocument/2006/relationships/slideLayout" Target="../slideLayouts/slideLayout6.xml"/></Relationships>
</file>

<file path=ppt/slides/_rels/slide136.xml.rels><?xml version="1.0" encoding="UTF-8" standalone="yes"?>
<Relationships xmlns="http://schemas.openxmlformats.org/package/2006/relationships"><Relationship Id="rId3" Type="http://schemas.openxmlformats.org/officeDocument/2006/relationships/image" Target="../media/image14.wmf"/><Relationship Id="rId2" Type="http://schemas.openxmlformats.org/officeDocument/2006/relationships/notesSlide" Target="../notesSlides/notesSlide136.xml"/><Relationship Id="rId1" Type="http://schemas.openxmlformats.org/officeDocument/2006/relationships/slideLayout" Target="../slideLayouts/slideLayout7.xml"/></Relationships>
</file>

<file path=ppt/slides/_rels/slide137.xml.rels><?xml version="1.0" encoding="UTF-8" standalone="yes"?>
<Relationships xmlns="http://schemas.openxmlformats.org/package/2006/relationships"><Relationship Id="rId3" Type="http://schemas.openxmlformats.org/officeDocument/2006/relationships/image" Target="../media/image14.wmf"/><Relationship Id="rId2" Type="http://schemas.openxmlformats.org/officeDocument/2006/relationships/notesSlide" Target="../notesSlides/notesSlide137.xml"/><Relationship Id="rId1" Type="http://schemas.openxmlformats.org/officeDocument/2006/relationships/slideLayout" Target="../slideLayouts/slideLayout7.xml"/></Relationships>
</file>

<file path=ppt/slides/_rels/slide138.xml.rels><?xml version="1.0" encoding="UTF-8" standalone="yes"?>
<Relationships xmlns="http://schemas.openxmlformats.org/package/2006/relationships"><Relationship Id="rId3" Type="http://schemas.openxmlformats.org/officeDocument/2006/relationships/image" Target="../media/image14.wmf"/><Relationship Id="rId2" Type="http://schemas.openxmlformats.org/officeDocument/2006/relationships/notesSlide" Target="../notesSlides/notesSlide138.xml"/><Relationship Id="rId1" Type="http://schemas.openxmlformats.org/officeDocument/2006/relationships/slideLayout" Target="../slideLayouts/slideLayout7.xml"/></Relationships>
</file>

<file path=ppt/slides/_rels/slide139.xml.rels><?xml version="1.0" encoding="UTF-8" standalone="yes"?>
<Relationships xmlns="http://schemas.openxmlformats.org/package/2006/relationships"><Relationship Id="rId3" Type="http://schemas.openxmlformats.org/officeDocument/2006/relationships/image" Target="../media/image14.wmf"/><Relationship Id="rId2" Type="http://schemas.openxmlformats.org/officeDocument/2006/relationships/notesSlide" Target="../notesSlides/notesSlide139.xml"/><Relationship Id="rId1" Type="http://schemas.openxmlformats.org/officeDocument/2006/relationships/slideLayout" Target="../slideLayouts/slideLayout7.xml"/></Relationships>
</file>

<file path=ppt/slides/_rels/slide140.xml.rels><?xml version="1.0" encoding="UTF-8" standalone="yes"?>
<Relationships xmlns="http://schemas.openxmlformats.org/package/2006/relationships"><Relationship Id="rId3" Type="http://schemas.openxmlformats.org/officeDocument/2006/relationships/image" Target="../media/image14.wmf"/><Relationship Id="rId2" Type="http://schemas.openxmlformats.org/officeDocument/2006/relationships/notesSlide" Target="../notesSlides/notesSlide140.xml"/><Relationship Id="rId1" Type="http://schemas.openxmlformats.org/officeDocument/2006/relationships/slideLayout" Target="../slideLayouts/slideLayout7.xml"/></Relationships>
</file>

<file path=ppt/slides/_rels/slide141.xml.rels><?xml version="1.0" encoding="UTF-8" standalone="yes"?>
<Relationships xmlns="http://schemas.openxmlformats.org/package/2006/relationships"><Relationship Id="rId3" Type="http://schemas.openxmlformats.org/officeDocument/2006/relationships/image" Target="../media/image14.wmf"/><Relationship Id="rId2" Type="http://schemas.openxmlformats.org/officeDocument/2006/relationships/notesSlide" Target="../notesSlides/notesSlide141.xml"/><Relationship Id="rId1" Type="http://schemas.openxmlformats.org/officeDocument/2006/relationships/slideLayout" Target="../slideLayouts/slideLayout7.xml"/></Relationships>
</file>

<file path=ppt/slides/_rels/slide142.xml.rels><?xml version="1.0" encoding="UTF-8" standalone="yes"?>
<Relationships xmlns="http://schemas.openxmlformats.org/package/2006/relationships"><Relationship Id="rId3" Type="http://schemas.openxmlformats.org/officeDocument/2006/relationships/image" Target="../media/image14.wmf"/><Relationship Id="rId2" Type="http://schemas.openxmlformats.org/officeDocument/2006/relationships/notesSlide" Target="../notesSlides/notesSlide142.xml"/><Relationship Id="rId1" Type="http://schemas.openxmlformats.org/officeDocument/2006/relationships/slideLayout" Target="../slideLayouts/slideLayout7.xml"/></Relationships>
</file>

<file path=ppt/slides/_rels/slide143.xml.rels><?xml version="1.0" encoding="UTF-8" standalone="yes"?>
<Relationships xmlns="http://schemas.openxmlformats.org/package/2006/relationships"><Relationship Id="rId3" Type="http://schemas.openxmlformats.org/officeDocument/2006/relationships/image" Target="../media/image14.wmf"/><Relationship Id="rId2" Type="http://schemas.openxmlformats.org/officeDocument/2006/relationships/notesSlide" Target="../notesSlides/notesSlide143.xml"/><Relationship Id="rId1" Type="http://schemas.openxmlformats.org/officeDocument/2006/relationships/slideLayout" Target="../slideLayouts/slideLayout6.xml"/></Relationships>
</file>

<file path=ppt/slides/_rels/slide144.xml.rels><?xml version="1.0" encoding="UTF-8" standalone="yes"?>
<Relationships xmlns="http://schemas.openxmlformats.org/package/2006/relationships"><Relationship Id="rId3" Type="http://schemas.openxmlformats.org/officeDocument/2006/relationships/image" Target="../media/image14.wmf"/><Relationship Id="rId2" Type="http://schemas.openxmlformats.org/officeDocument/2006/relationships/notesSlide" Target="../notesSlides/notesSlide144.xml"/><Relationship Id="rId1" Type="http://schemas.openxmlformats.org/officeDocument/2006/relationships/slideLayout" Target="../slideLayouts/slideLayout7.xml"/></Relationships>
</file>

<file path=ppt/slides/_rels/slide145.xml.rels><?xml version="1.0" encoding="UTF-8" standalone="yes"?>
<Relationships xmlns="http://schemas.openxmlformats.org/package/2006/relationships"><Relationship Id="rId3" Type="http://schemas.openxmlformats.org/officeDocument/2006/relationships/image" Target="../media/image14.wmf"/><Relationship Id="rId2" Type="http://schemas.openxmlformats.org/officeDocument/2006/relationships/notesSlide" Target="../notesSlides/notesSlide145.xml"/><Relationship Id="rId1" Type="http://schemas.openxmlformats.org/officeDocument/2006/relationships/slideLayout" Target="../slideLayouts/slideLayout7.xml"/></Relationships>
</file>

<file path=ppt/slides/_rels/slide146.xml.rels><?xml version="1.0" encoding="UTF-8" standalone="yes"?>
<Relationships xmlns="http://schemas.openxmlformats.org/package/2006/relationships"><Relationship Id="rId3" Type="http://schemas.openxmlformats.org/officeDocument/2006/relationships/image" Target="../media/image14.wmf"/><Relationship Id="rId2" Type="http://schemas.openxmlformats.org/officeDocument/2006/relationships/notesSlide" Target="../notesSlides/notesSlide146.xml"/><Relationship Id="rId1" Type="http://schemas.openxmlformats.org/officeDocument/2006/relationships/slideLayout" Target="../slideLayouts/slideLayout7.xml"/></Relationships>
</file>

<file path=ppt/slides/_rels/slide147.xml.rels><?xml version="1.0" encoding="UTF-8" standalone="yes"?>
<Relationships xmlns="http://schemas.openxmlformats.org/package/2006/relationships"><Relationship Id="rId3" Type="http://schemas.openxmlformats.org/officeDocument/2006/relationships/image" Target="../media/image14.wmf"/><Relationship Id="rId2" Type="http://schemas.openxmlformats.org/officeDocument/2006/relationships/notesSlide" Target="../notesSlides/notesSlide147.xml"/><Relationship Id="rId1" Type="http://schemas.openxmlformats.org/officeDocument/2006/relationships/slideLayout" Target="../slideLayouts/slideLayout7.xml"/></Relationships>
</file>

<file path=ppt/slides/_rels/slide148.xml.rels><?xml version="1.0" encoding="UTF-8" standalone="yes"?>
<Relationships xmlns="http://schemas.openxmlformats.org/package/2006/relationships"><Relationship Id="rId3" Type="http://schemas.openxmlformats.org/officeDocument/2006/relationships/image" Target="../media/image14.wmf"/><Relationship Id="rId2" Type="http://schemas.openxmlformats.org/officeDocument/2006/relationships/notesSlide" Target="../notesSlides/notesSlide148.xml"/><Relationship Id="rId1" Type="http://schemas.openxmlformats.org/officeDocument/2006/relationships/slideLayout" Target="../slideLayouts/slideLayout7.xml"/></Relationships>
</file>

<file path=ppt/slides/_rels/slide149.xml.rels><?xml version="1.0" encoding="UTF-8" standalone="yes"?>
<Relationships xmlns="http://schemas.openxmlformats.org/package/2006/relationships"><Relationship Id="rId3" Type="http://schemas.openxmlformats.org/officeDocument/2006/relationships/image" Target="../media/image14.wmf"/><Relationship Id="rId2" Type="http://schemas.openxmlformats.org/officeDocument/2006/relationships/notesSlide" Target="../notesSlides/notesSlide149.xml"/><Relationship Id="rId1" Type="http://schemas.openxmlformats.org/officeDocument/2006/relationships/slideLayout" Target="../slideLayouts/slideLayout7.xml"/></Relationships>
</file>

<file path=ppt/slides/_rels/slide150.xml.rels><?xml version="1.0" encoding="UTF-8" standalone="yes"?>
<Relationships xmlns="http://schemas.openxmlformats.org/package/2006/relationships"><Relationship Id="rId2" Type="http://schemas.openxmlformats.org/officeDocument/2006/relationships/notesSlide" Target="../notesSlides/notesSlide150.xml"/><Relationship Id="rId1" Type="http://schemas.openxmlformats.org/officeDocument/2006/relationships/slideLayout" Target="../slideLayouts/slideLayout2.xml"/></Relationships>
</file>

<file path=ppt/slides/_rels/slide151.xml.rels><?xml version="1.0" encoding="UTF-8" standalone="yes"?>
<Relationships xmlns="http://schemas.openxmlformats.org/package/2006/relationships"><Relationship Id="rId3" Type="http://schemas.openxmlformats.org/officeDocument/2006/relationships/image" Target="../media/image14.wmf"/><Relationship Id="rId2" Type="http://schemas.openxmlformats.org/officeDocument/2006/relationships/notesSlide" Target="../notesSlides/notesSlide151.xml"/><Relationship Id="rId1" Type="http://schemas.openxmlformats.org/officeDocument/2006/relationships/slideLayout" Target="../slideLayouts/slideLayout7.xml"/></Relationships>
</file>

<file path=ppt/slides/_rels/slide152.xml.rels><?xml version="1.0" encoding="UTF-8" standalone="yes"?>
<Relationships xmlns="http://schemas.openxmlformats.org/package/2006/relationships"><Relationship Id="rId2" Type="http://schemas.openxmlformats.org/officeDocument/2006/relationships/notesSlide" Target="../notesSlides/notesSlide152.xml"/><Relationship Id="rId1" Type="http://schemas.openxmlformats.org/officeDocument/2006/relationships/slideLayout" Target="../slideLayouts/slideLayout2.xml"/></Relationships>
</file>

<file path=ppt/slides/_rels/slide153.xml.rels><?xml version="1.0" encoding="UTF-8" standalone="yes"?>
<Relationships xmlns="http://schemas.openxmlformats.org/package/2006/relationships"><Relationship Id="rId3" Type="http://schemas.openxmlformats.org/officeDocument/2006/relationships/image" Target="../media/image22.emf"/><Relationship Id="rId2" Type="http://schemas.openxmlformats.org/officeDocument/2006/relationships/notesSlide" Target="../notesSlides/notesSlide153.xml"/><Relationship Id="rId1" Type="http://schemas.openxmlformats.org/officeDocument/2006/relationships/slideLayout" Target="../slideLayouts/slideLayout2.xml"/></Relationships>
</file>

<file path=ppt/slides/_rels/slide154.xml.rels><?xml version="1.0" encoding="UTF-8" standalone="yes"?>
<Relationships xmlns="http://schemas.openxmlformats.org/package/2006/relationships"><Relationship Id="rId3" Type="http://schemas.openxmlformats.org/officeDocument/2006/relationships/image" Target="../media/image14.wmf"/><Relationship Id="rId2" Type="http://schemas.openxmlformats.org/officeDocument/2006/relationships/notesSlide" Target="../notesSlides/notesSlide154.xml"/><Relationship Id="rId1" Type="http://schemas.openxmlformats.org/officeDocument/2006/relationships/slideLayout" Target="../slideLayouts/slideLayout6.xml"/></Relationships>
</file>

<file path=ppt/slides/_rels/slide155.xml.rels><?xml version="1.0" encoding="UTF-8" standalone="yes"?>
<Relationships xmlns="http://schemas.openxmlformats.org/package/2006/relationships"><Relationship Id="rId3" Type="http://schemas.openxmlformats.org/officeDocument/2006/relationships/image" Target="../media/image14.wmf"/><Relationship Id="rId2" Type="http://schemas.openxmlformats.org/officeDocument/2006/relationships/notesSlide" Target="../notesSlides/notesSlide155.xml"/><Relationship Id="rId1" Type="http://schemas.openxmlformats.org/officeDocument/2006/relationships/slideLayout" Target="../slideLayouts/slideLayout7.xml"/></Relationships>
</file>

<file path=ppt/slides/_rels/slide156.xml.rels><?xml version="1.0" encoding="UTF-8" standalone="yes"?>
<Relationships xmlns="http://schemas.openxmlformats.org/package/2006/relationships"><Relationship Id="rId3" Type="http://schemas.openxmlformats.org/officeDocument/2006/relationships/image" Target="../media/image14.wmf"/><Relationship Id="rId2" Type="http://schemas.openxmlformats.org/officeDocument/2006/relationships/notesSlide" Target="../notesSlides/notesSlide156.xml"/><Relationship Id="rId1" Type="http://schemas.openxmlformats.org/officeDocument/2006/relationships/slideLayout" Target="../slideLayouts/slideLayout7.xml"/></Relationships>
</file>

<file path=ppt/slides/_rels/slide157.xml.rels><?xml version="1.0" encoding="UTF-8" standalone="yes"?>
<Relationships xmlns="http://schemas.openxmlformats.org/package/2006/relationships"><Relationship Id="rId3" Type="http://schemas.openxmlformats.org/officeDocument/2006/relationships/image" Target="../media/image14.wmf"/><Relationship Id="rId2" Type="http://schemas.openxmlformats.org/officeDocument/2006/relationships/notesSlide" Target="../notesSlides/notesSlide157.xml"/><Relationship Id="rId1" Type="http://schemas.openxmlformats.org/officeDocument/2006/relationships/slideLayout" Target="../slideLayouts/slideLayout7.xml"/></Relationships>
</file>

<file path=ppt/slides/_rels/slide158.xml.rels><?xml version="1.0" encoding="UTF-8" standalone="yes"?>
<Relationships xmlns="http://schemas.openxmlformats.org/package/2006/relationships"><Relationship Id="rId3" Type="http://schemas.openxmlformats.org/officeDocument/2006/relationships/image" Target="../media/image14.wmf"/><Relationship Id="rId2" Type="http://schemas.openxmlformats.org/officeDocument/2006/relationships/notesSlide" Target="../notesSlides/notesSlide158.xml"/><Relationship Id="rId1" Type="http://schemas.openxmlformats.org/officeDocument/2006/relationships/slideLayout" Target="../slideLayouts/slideLayout7.xml"/></Relationships>
</file>

<file path=ppt/slides/_rels/slide159.xml.rels><?xml version="1.0" encoding="UTF-8" standalone="yes"?>
<Relationships xmlns="http://schemas.openxmlformats.org/package/2006/relationships"><Relationship Id="rId3" Type="http://schemas.openxmlformats.org/officeDocument/2006/relationships/image" Target="../media/image14.wmf"/><Relationship Id="rId2" Type="http://schemas.openxmlformats.org/officeDocument/2006/relationships/notesSlide" Target="../notesSlides/notesSlide159.xml"/><Relationship Id="rId1" Type="http://schemas.openxmlformats.org/officeDocument/2006/relationships/slideLayout" Target="../slideLayouts/slideLayout7.xml"/></Relationships>
</file>

<file path=ppt/slides/_rels/slide160.xml.rels><?xml version="1.0" encoding="UTF-8" standalone="yes"?>
<Relationships xmlns="http://schemas.openxmlformats.org/package/2006/relationships"><Relationship Id="rId3" Type="http://schemas.openxmlformats.org/officeDocument/2006/relationships/image" Target="../media/image14.wmf"/><Relationship Id="rId2" Type="http://schemas.openxmlformats.org/officeDocument/2006/relationships/notesSlide" Target="../notesSlides/notesSlide160.xml"/><Relationship Id="rId1" Type="http://schemas.openxmlformats.org/officeDocument/2006/relationships/slideLayout" Target="../slideLayouts/slideLayout7.xml"/></Relationships>
</file>

<file path=ppt/slides/_rels/slide161.xml.rels><?xml version="1.0" encoding="UTF-8" standalone="yes"?>
<Relationships xmlns="http://schemas.openxmlformats.org/package/2006/relationships"><Relationship Id="rId3" Type="http://schemas.openxmlformats.org/officeDocument/2006/relationships/image" Target="../media/image14.wmf"/><Relationship Id="rId2" Type="http://schemas.openxmlformats.org/officeDocument/2006/relationships/notesSlide" Target="../notesSlides/notesSlide161.xml"/><Relationship Id="rId1" Type="http://schemas.openxmlformats.org/officeDocument/2006/relationships/slideLayout" Target="../slideLayouts/slideLayout7.xml"/></Relationships>
</file>

<file path=ppt/slides/_rels/slide162.xml.rels><?xml version="1.0" encoding="UTF-8" standalone="yes"?>
<Relationships xmlns="http://schemas.openxmlformats.org/package/2006/relationships"><Relationship Id="rId3" Type="http://schemas.openxmlformats.org/officeDocument/2006/relationships/image" Target="../media/image14.wmf"/><Relationship Id="rId2" Type="http://schemas.openxmlformats.org/officeDocument/2006/relationships/notesSlide" Target="../notesSlides/notesSlide162.xml"/><Relationship Id="rId1" Type="http://schemas.openxmlformats.org/officeDocument/2006/relationships/slideLayout" Target="../slideLayouts/slideLayout6.xml"/></Relationships>
</file>

<file path=ppt/slides/_rels/slide163.xml.rels><?xml version="1.0" encoding="UTF-8" standalone="yes"?>
<Relationships xmlns="http://schemas.openxmlformats.org/package/2006/relationships"><Relationship Id="rId3" Type="http://schemas.openxmlformats.org/officeDocument/2006/relationships/image" Target="../media/image14.wmf"/><Relationship Id="rId2" Type="http://schemas.openxmlformats.org/officeDocument/2006/relationships/notesSlide" Target="../notesSlides/notesSlide163.xml"/><Relationship Id="rId1" Type="http://schemas.openxmlformats.org/officeDocument/2006/relationships/slideLayout" Target="../slideLayouts/slideLayout7.xml"/></Relationships>
</file>

<file path=ppt/slides/_rels/slide164.xml.rels><?xml version="1.0" encoding="UTF-8" standalone="yes"?>
<Relationships xmlns="http://schemas.openxmlformats.org/package/2006/relationships"><Relationship Id="rId3" Type="http://schemas.openxmlformats.org/officeDocument/2006/relationships/image" Target="../media/image14.wmf"/><Relationship Id="rId2" Type="http://schemas.openxmlformats.org/officeDocument/2006/relationships/notesSlide" Target="../notesSlides/notesSlide164.xml"/><Relationship Id="rId1" Type="http://schemas.openxmlformats.org/officeDocument/2006/relationships/slideLayout" Target="../slideLayouts/slideLayout7.xml"/></Relationships>
</file>

<file path=ppt/slides/_rels/slide165.xml.rels><?xml version="1.0" encoding="UTF-8" standalone="yes"?>
<Relationships xmlns="http://schemas.openxmlformats.org/package/2006/relationships"><Relationship Id="rId3" Type="http://schemas.openxmlformats.org/officeDocument/2006/relationships/image" Target="../media/image14.wmf"/><Relationship Id="rId2" Type="http://schemas.openxmlformats.org/officeDocument/2006/relationships/notesSlide" Target="../notesSlides/notesSlide165.xml"/><Relationship Id="rId1" Type="http://schemas.openxmlformats.org/officeDocument/2006/relationships/slideLayout" Target="../slideLayouts/slideLayout7.xml"/></Relationships>
</file>

<file path=ppt/slides/_rels/slide166.xml.rels><?xml version="1.0" encoding="UTF-8" standalone="yes"?>
<Relationships xmlns="http://schemas.openxmlformats.org/package/2006/relationships"><Relationship Id="rId3" Type="http://schemas.openxmlformats.org/officeDocument/2006/relationships/image" Target="../media/image14.wmf"/><Relationship Id="rId2" Type="http://schemas.openxmlformats.org/officeDocument/2006/relationships/notesSlide" Target="../notesSlides/notesSlide166.xml"/><Relationship Id="rId1" Type="http://schemas.openxmlformats.org/officeDocument/2006/relationships/slideLayout" Target="../slideLayouts/slideLayout7.xml"/></Relationships>
</file>

<file path=ppt/slides/_rels/slide167.xml.rels><?xml version="1.0" encoding="UTF-8" standalone="yes"?>
<Relationships xmlns="http://schemas.openxmlformats.org/package/2006/relationships"><Relationship Id="rId2" Type="http://schemas.openxmlformats.org/officeDocument/2006/relationships/notesSlide" Target="../notesSlides/notesSlide167.xml"/><Relationship Id="rId1" Type="http://schemas.openxmlformats.org/officeDocument/2006/relationships/slideLayout" Target="../slideLayouts/slideLayout2.xml"/></Relationships>
</file>

<file path=ppt/slides/_rels/slide168.xml.rels><?xml version="1.0" encoding="UTF-8" standalone="yes"?>
<Relationships xmlns="http://schemas.openxmlformats.org/package/2006/relationships"><Relationship Id="rId3" Type="http://schemas.openxmlformats.org/officeDocument/2006/relationships/image" Target="../media/image14.wmf"/><Relationship Id="rId2" Type="http://schemas.openxmlformats.org/officeDocument/2006/relationships/notesSlide" Target="../notesSlides/notesSlide168.xml"/><Relationship Id="rId1" Type="http://schemas.openxmlformats.org/officeDocument/2006/relationships/slideLayout" Target="../slideLayouts/slideLayout7.xml"/></Relationships>
</file>

<file path=ppt/slides/_rels/slide169.xml.rels><?xml version="1.0" encoding="UTF-8" standalone="yes"?>
<Relationships xmlns="http://schemas.openxmlformats.org/package/2006/relationships"><Relationship Id="rId3" Type="http://schemas.openxmlformats.org/officeDocument/2006/relationships/image" Target="../media/image14.wmf"/><Relationship Id="rId2" Type="http://schemas.openxmlformats.org/officeDocument/2006/relationships/notesSlide" Target="../notesSlides/notesSlide169.xml"/><Relationship Id="rId1" Type="http://schemas.openxmlformats.org/officeDocument/2006/relationships/slideLayout" Target="../slideLayouts/slideLayout7.xml"/></Relationships>
</file>

<file path=ppt/slides/_rels/slide170.xml.rels><?xml version="1.0" encoding="UTF-8" standalone="yes"?>
<Relationships xmlns="http://schemas.openxmlformats.org/package/2006/relationships"><Relationship Id="rId3" Type="http://schemas.openxmlformats.org/officeDocument/2006/relationships/image" Target="../media/image14.wmf"/><Relationship Id="rId2" Type="http://schemas.openxmlformats.org/officeDocument/2006/relationships/notesSlide" Target="../notesSlides/notesSlide170.xml"/><Relationship Id="rId1" Type="http://schemas.openxmlformats.org/officeDocument/2006/relationships/slideLayout" Target="../slideLayouts/slideLayout7.xml"/></Relationships>
</file>

<file path=ppt/slides/_rels/slide171.xml.rels><?xml version="1.0" encoding="UTF-8" standalone="yes"?>
<Relationships xmlns="http://schemas.openxmlformats.org/package/2006/relationships"><Relationship Id="rId2" Type="http://schemas.openxmlformats.org/officeDocument/2006/relationships/notesSlide" Target="../notesSlides/notesSlide171.xml"/><Relationship Id="rId1" Type="http://schemas.openxmlformats.org/officeDocument/2006/relationships/slideLayout" Target="../slideLayouts/slideLayout2.xml"/></Relationships>
</file>

<file path=ppt/slides/_rels/slide172.xml.rels><?xml version="1.0" encoding="UTF-8" standalone="yes"?>
<Relationships xmlns="http://schemas.openxmlformats.org/package/2006/relationships"><Relationship Id="rId2" Type="http://schemas.openxmlformats.org/officeDocument/2006/relationships/notesSlide" Target="../notesSlides/notesSlide172.xml"/><Relationship Id="rId1" Type="http://schemas.openxmlformats.org/officeDocument/2006/relationships/slideLayout" Target="../slideLayouts/slideLayout2.xml"/></Relationships>
</file>

<file path=ppt/slides/_rels/slide173.xml.rels><?xml version="1.0" encoding="UTF-8" standalone="yes"?>
<Relationships xmlns="http://schemas.openxmlformats.org/package/2006/relationships"><Relationship Id="rId3" Type="http://schemas.openxmlformats.org/officeDocument/2006/relationships/image" Target="../media/image14.wmf"/><Relationship Id="rId2" Type="http://schemas.openxmlformats.org/officeDocument/2006/relationships/notesSlide" Target="../notesSlides/notesSlide173.xml"/><Relationship Id="rId1" Type="http://schemas.openxmlformats.org/officeDocument/2006/relationships/slideLayout" Target="../slideLayouts/slideLayout6.xml"/></Relationships>
</file>

<file path=ppt/slides/_rels/slide174.xml.rels><?xml version="1.0" encoding="UTF-8" standalone="yes"?>
<Relationships xmlns="http://schemas.openxmlformats.org/package/2006/relationships"><Relationship Id="rId3" Type="http://schemas.openxmlformats.org/officeDocument/2006/relationships/image" Target="../media/image14.wmf"/><Relationship Id="rId2" Type="http://schemas.openxmlformats.org/officeDocument/2006/relationships/notesSlide" Target="../notesSlides/notesSlide174.xml"/><Relationship Id="rId1" Type="http://schemas.openxmlformats.org/officeDocument/2006/relationships/slideLayout" Target="../slideLayouts/slideLayout6.xml"/></Relationships>
</file>

<file path=ppt/slides/_rels/slide175.xml.rels><?xml version="1.0" encoding="UTF-8" standalone="yes"?>
<Relationships xmlns="http://schemas.openxmlformats.org/package/2006/relationships"><Relationship Id="rId3" Type="http://schemas.openxmlformats.org/officeDocument/2006/relationships/image" Target="../media/image14.wmf"/><Relationship Id="rId2" Type="http://schemas.openxmlformats.org/officeDocument/2006/relationships/notesSlide" Target="../notesSlides/notesSlide175.xml"/><Relationship Id="rId1" Type="http://schemas.openxmlformats.org/officeDocument/2006/relationships/slideLayout" Target="../slideLayouts/slideLayout6.xml"/></Relationships>
</file>

<file path=ppt/slides/_rels/slide176.xml.rels><?xml version="1.0" encoding="UTF-8" standalone="yes"?>
<Relationships xmlns="http://schemas.openxmlformats.org/package/2006/relationships"><Relationship Id="rId3" Type="http://schemas.openxmlformats.org/officeDocument/2006/relationships/image" Target="../media/image14.wmf"/><Relationship Id="rId2" Type="http://schemas.openxmlformats.org/officeDocument/2006/relationships/notesSlide" Target="../notesSlides/notesSlide176.xml"/><Relationship Id="rId1" Type="http://schemas.openxmlformats.org/officeDocument/2006/relationships/slideLayout" Target="../slideLayouts/slideLayout6.xml"/></Relationships>
</file>

<file path=ppt/slides/_rels/slide177.xml.rels><?xml version="1.0" encoding="UTF-8" standalone="yes"?>
<Relationships xmlns="http://schemas.openxmlformats.org/package/2006/relationships"><Relationship Id="rId3" Type="http://schemas.openxmlformats.org/officeDocument/2006/relationships/image" Target="../media/image14.wmf"/><Relationship Id="rId2" Type="http://schemas.openxmlformats.org/officeDocument/2006/relationships/notesSlide" Target="../notesSlides/notesSlide177.xml"/><Relationship Id="rId1" Type="http://schemas.openxmlformats.org/officeDocument/2006/relationships/slideLayout" Target="../slideLayouts/slideLayout6.xml"/></Relationships>
</file>

<file path=ppt/slides/_rels/slide178.xml.rels><?xml version="1.0" encoding="UTF-8" standalone="yes"?>
<Relationships xmlns="http://schemas.openxmlformats.org/package/2006/relationships"><Relationship Id="rId3" Type="http://schemas.openxmlformats.org/officeDocument/2006/relationships/image" Target="../media/image14.wmf"/><Relationship Id="rId2" Type="http://schemas.openxmlformats.org/officeDocument/2006/relationships/notesSlide" Target="../notesSlides/notesSlide178.xml"/><Relationship Id="rId1" Type="http://schemas.openxmlformats.org/officeDocument/2006/relationships/slideLayout" Target="../slideLayouts/slideLayout6.xml"/></Relationships>
</file>

<file path=ppt/slides/_rels/slide179.xml.rels><?xml version="1.0" encoding="UTF-8" standalone="yes"?>
<Relationships xmlns="http://schemas.openxmlformats.org/package/2006/relationships"><Relationship Id="rId3" Type="http://schemas.openxmlformats.org/officeDocument/2006/relationships/image" Target="../media/image14.wmf"/><Relationship Id="rId2" Type="http://schemas.openxmlformats.org/officeDocument/2006/relationships/notesSlide" Target="../notesSlides/notesSlide179.xml"/><Relationship Id="rId1" Type="http://schemas.openxmlformats.org/officeDocument/2006/relationships/slideLayout" Target="../slideLayouts/slideLayout6.xml"/></Relationships>
</file>

<file path=ppt/slides/_rels/slide180.xml.rels><?xml version="1.0" encoding="UTF-8" standalone="yes"?>
<Relationships xmlns="http://schemas.openxmlformats.org/package/2006/relationships"><Relationship Id="rId3" Type="http://schemas.openxmlformats.org/officeDocument/2006/relationships/image" Target="../media/image14.wmf"/><Relationship Id="rId2" Type="http://schemas.openxmlformats.org/officeDocument/2006/relationships/notesSlide" Target="../notesSlides/notesSlide180.xml"/><Relationship Id="rId1" Type="http://schemas.openxmlformats.org/officeDocument/2006/relationships/slideLayout" Target="../slideLayouts/slideLayout6.xml"/></Relationships>
</file>

<file path=ppt/slides/_rels/slide181.xml.rels><?xml version="1.0" encoding="UTF-8" standalone="yes"?>
<Relationships xmlns="http://schemas.openxmlformats.org/package/2006/relationships"><Relationship Id="rId3" Type="http://schemas.openxmlformats.org/officeDocument/2006/relationships/image" Target="../media/image14.wmf"/><Relationship Id="rId2" Type="http://schemas.openxmlformats.org/officeDocument/2006/relationships/notesSlide" Target="../notesSlides/notesSlide181.xml"/><Relationship Id="rId1" Type="http://schemas.openxmlformats.org/officeDocument/2006/relationships/slideLayout" Target="../slideLayouts/slideLayout6.xml"/></Relationships>
</file>

<file path=ppt/slides/_rels/slide182.xml.rels><?xml version="1.0" encoding="UTF-8" standalone="yes"?>
<Relationships xmlns="http://schemas.openxmlformats.org/package/2006/relationships"><Relationship Id="rId3" Type="http://schemas.openxmlformats.org/officeDocument/2006/relationships/image" Target="../media/image14.wmf"/><Relationship Id="rId2" Type="http://schemas.openxmlformats.org/officeDocument/2006/relationships/notesSlide" Target="../notesSlides/notesSlide182.xml"/><Relationship Id="rId1" Type="http://schemas.openxmlformats.org/officeDocument/2006/relationships/slideLayout" Target="../slideLayouts/slideLayout6.xml"/></Relationships>
</file>

<file path=ppt/slides/_rels/slide183.xml.rels><?xml version="1.0" encoding="UTF-8" standalone="yes"?>
<Relationships xmlns="http://schemas.openxmlformats.org/package/2006/relationships"><Relationship Id="rId3" Type="http://schemas.openxmlformats.org/officeDocument/2006/relationships/image" Target="../media/image14.wmf"/><Relationship Id="rId2" Type="http://schemas.openxmlformats.org/officeDocument/2006/relationships/notesSlide" Target="../notesSlides/notesSlide183.xml"/><Relationship Id="rId1" Type="http://schemas.openxmlformats.org/officeDocument/2006/relationships/slideLayout" Target="../slideLayouts/slideLayout6.xml"/></Relationships>
</file>

<file path=ppt/slides/_rels/slide184.xml.rels><?xml version="1.0" encoding="UTF-8" standalone="yes"?>
<Relationships xmlns="http://schemas.openxmlformats.org/package/2006/relationships"><Relationship Id="rId3" Type="http://schemas.openxmlformats.org/officeDocument/2006/relationships/image" Target="../media/image14.wmf"/><Relationship Id="rId2" Type="http://schemas.openxmlformats.org/officeDocument/2006/relationships/notesSlide" Target="../notesSlides/notesSlide184.xml"/><Relationship Id="rId1" Type="http://schemas.openxmlformats.org/officeDocument/2006/relationships/slideLayout" Target="../slideLayouts/slideLayout6.xml"/></Relationships>
</file>

<file path=ppt/slides/_rels/slide185.xml.rels><?xml version="1.0" encoding="UTF-8" standalone="yes"?>
<Relationships xmlns="http://schemas.openxmlformats.org/package/2006/relationships"><Relationship Id="rId3" Type="http://schemas.openxmlformats.org/officeDocument/2006/relationships/image" Target="../media/image14.wmf"/><Relationship Id="rId2" Type="http://schemas.openxmlformats.org/officeDocument/2006/relationships/notesSlide" Target="../notesSlides/notesSlide185.xml"/><Relationship Id="rId1" Type="http://schemas.openxmlformats.org/officeDocument/2006/relationships/slideLayout" Target="../slideLayouts/slideLayout6.xml"/></Relationships>
</file>

<file path=ppt/slides/_rels/slide186.xml.rels><?xml version="1.0" encoding="UTF-8" standalone="yes"?>
<Relationships xmlns="http://schemas.openxmlformats.org/package/2006/relationships"><Relationship Id="rId3" Type="http://schemas.openxmlformats.org/officeDocument/2006/relationships/image" Target="../media/image14.wmf"/><Relationship Id="rId2" Type="http://schemas.openxmlformats.org/officeDocument/2006/relationships/notesSlide" Target="../notesSlides/notesSlide186.xml"/><Relationship Id="rId1" Type="http://schemas.openxmlformats.org/officeDocument/2006/relationships/slideLayout" Target="../slideLayouts/slideLayout6.xml"/></Relationships>
</file>

<file path=ppt/slides/_rels/slide187.xml.rels><?xml version="1.0" encoding="UTF-8" standalone="yes"?>
<Relationships xmlns="http://schemas.openxmlformats.org/package/2006/relationships"><Relationship Id="rId3" Type="http://schemas.openxmlformats.org/officeDocument/2006/relationships/image" Target="../media/image14.wmf"/><Relationship Id="rId2" Type="http://schemas.openxmlformats.org/officeDocument/2006/relationships/notesSlide" Target="../notesSlides/notesSlide187.xml"/><Relationship Id="rId1" Type="http://schemas.openxmlformats.org/officeDocument/2006/relationships/slideLayout" Target="../slideLayouts/slideLayout6.xml"/></Relationships>
</file>

<file path=ppt/slides/_rels/slide188.xml.rels><?xml version="1.0" encoding="UTF-8" standalone="yes"?>
<Relationships xmlns="http://schemas.openxmlformats.org/package/2006/relationships"><Relationship Id="rId2" Type="http://schemas.openxmlformats.org/officeDocument/2006/relationships/notesSlide" Target="../notesSlides/notesSlide188.xml"/><Relationship Id="rId1" Type="http://schemas.openxmlformats.org/officeDocument/2006/relationships/slideLayout" Target="../slideLayouts/slideLayout2.xml"/></Relationships>
</file>

<file path=ppt/slides/_rels/slide189.xml.rels><?xml version="1.0" encoding="UTF-8" standalone="yes"?>
<Relationships xmlns="http://schemas.openxmlformats.org/package/2006/relationships"><Relationship Id="rId3" Type="http://schemas.openxmlformats.org/officeDocument/2006/relationships/image" Target="../media/image14.wmf"/><Relationship Id="rId2" Type="http://schemas.openxmlformats.org/officeDocument/2006/relationships/notesSlide" Target="../notesSlides/notesSlide189.xml"/><Relationship Id="rId1" Type="http://schemas.openxmlformats.org/officeDocument/2006/relationships/slideLayout" Target="../slideLayouts/slideLayout6.xml"/></Relationships>
</file>

<file path=ppt/slides/_rels/slide190.xml.rels><?xml version="1.0" encoding="UTF-8" standalone="yes"?>
<Relationships xmlns="http://schemas.openxmlformats.org/package/2006/relationships"><Relationship Id="rId2" Type="http://schemas.openxmlformats.org/officeDocument/2006/relationships/notesSlide" Target="../notesSlides/notesSlide190.xml"/><Relationship Id="rId1" Type="http://schemas.openxmlformats.org/officeDocument/2006/relationships/slideLayout" Target="../slideLayouts/slideLayout2.xml"/></Relationships>
</file>

<file path=ppt/slides/_rels/slide191.xml.rels><?xml version="1.0" encoding="UTF-8" standalone="yes"?>
<Relationships xmlns="http://schemas.openxmlformats.org/package/2006/relationships"><Relationship Id="rId3" Type="http://schemas.openxmlformats.org/officeDocument/2006/relationships/image" Target="../media/image22.emf"/><Relationship Id="rId2" Type="http://schemas.openxmlformats.org/officeDocument/2006/relationships/notesSlide" Target="../notesSlides/notesSlide191.xml"/><Relationship Id="rId1" Type="http://schemas.openxmlformats.org/officeDocument/2006/relationships/slideLayout" Target="../slideLayouts/slideLayout2.xml"/></Relationships>
</file>

<file path=ppt/slides/_rels/slide192.xml.rels><?xml version="1.0" encoding="UTF-8" standalone="yes"?>
<Relationships xmlns="http://schemas.openxmlformats.org/package/2006/relationships"><Relationship Id="rId3" Type="http://schemas.openxmlformats.org/officeDocument/2006/relationships/image" Target="../media/image14.wmf"/><Relationship Id="rId2" Type="http://schemas.openxmlformats.org/officeDocument/2006/relationships/notesSlide" Target="../notesSlides/notesSlide192.xml"/><Relationship Id="rId1" Type="http://schemas.openxmlformats.org/officeDocument/2006/relationships/slideLayout" Target="../slideLayouts/slideLayout6.xml"/></Relationships>
</file>

<file path=ppt/slides/_rels/slide193.xml.rels><?xml version="1.0" encoding="UTF-8" standalone="yes"?>
<Relationships xmlns="http://schemas.openxmlformats.org/package/2006/relationships"><Relationship Id="rId3" Type="http://schemas.openxmlformats.org/officeDocument/2006/relationships/image" Target="../media/image14.wmf"/><Relationship Id="rId2" Type="http://schemas.openxmlformats.org/officeDocument/2006/relationships/notesSlide" Target="../notesSlides/notesSlide193.xml"/><Relationship Id="rId1" Type="http://schemas.openxmlformats.org/officeDocument/2006/relationships/slideLayout" Target="../slideLayouts/slideLayout6.xml"/></Relationships>
</file>

<file path=ppt/slides/_rels/slide194.xml.rels><?xml version="1.0" encoding="UTF-8" standalone="yes"?>
<Relationships xmlns="http://schemas.openxmlformats.org/package/2006/relationships"><Relationship Id="rId3" Type="http://schemas.openxmlformats.org/officeDocument/2006/relationships/image" Target="../media/image14.wmf"/><Relationship Id="rId2" Type="http://schemas.openxmlformats.org/officeDocument/2006/relationships/notesSlide" Target="../notesSlides/notesSlide194.xml"/><Relationship Id="rId1" Type="http://schemas.openxmlformats.org/officeDocument/2006/relationships/slideLayout" Target="../slideLayouts/slideLayout6.xml"/></Relationships>
</file>

<file path=ppt/slides/_rels/slide195.xml.rels><?xml version="1.0" encoding="UTF-8" standalone="yes"?>
<Relationships xmlns="http://schemas.openxmlformats.org/package/2006/relationships"><Relationship Id="rId3" Type="http://schemas.openxmlformats.org/officeDocument/2006/relationships/image" Target="../media/image14.wmf"/><Relationship Id="rId2" Type="http://schemas.openxmlformats.org/officeDocument/2006/relationships/notesSlide" Target="../notesSlides/notesSlide195.xml"/><Relationship Id="rId1" Type="http://schemas.openxmlformats.org/officeDocument/2006/relationships/slideLayout" Target="../slideLayouts/slideLayout6.xml"/></Relationships>
</file>

<file path=ppt/slides/_rels/slide196.xml.rels><?xml version="1.0" encoding="UTF-8" standalone="yes"?>
<Relationships xmlns="http://schemas.openxmlformats.org/package/2006/relationships"><Relationship Id="rId3" Type="http://schemas.openxmlformats.org/officeDocument/2006/relationships/image" Target="../media/image14.wmf"/><Relationship Id="rId2" Type="http://schemas.openxmlformats.org/officeDocument/2006/relationships/notesSlide" Target="../notesSlides/notesSlide196.xml"/><Relationship Id="rId1" Type="http://schemas.openxmlformats.org/officeDocument/2006/relationships/slideLayout" Target="../slideLayouts/slideLayout6.xml"/></Relationships>
</file>

<file path=ppt/slides/_rels/slide197.xml.rels><?xml version="1.0" encoding="UTF-8" standalone="yes"?>
<Relationships xmlns="http://schemas.openxmlformats.org/package/2006/relationships"><Relationship Id="rId3" Type="http://schemas.openxmlformats.org/officeDocument/2006/relationships/image" Target="../media/image14.wmf"/><Relationship Id="rId2" Type="http://schemas.openxmlformats.org/officeDocument/2006/relationships/notesSlide" Target="../notesSlides/notesSlide197.xml"/><Relationship Id="rId1" Type="http://schemas.openxmlformats.org/officeDocument/2006/relationships/slideLayout" Target="../slideLayouts/slideLayout6.xml"/></Relationships>
</file>

<file path=ppt/slides/_rels/slide198.xml.rels><?xml version="1.0" encoding="UTF-8" standalone="yes"?>
<Relationships xmlns="http://schemas.openxmlformats.org/package/2006/relationships"><Relationship Id="rId3" Type="http://schemas.openxmlformats.org/officeDocument/2006/relationships/image" Target="../media/image14.wmf"/><Relationship Id="rId2" Type="http://schemas.openxmlformats.org/officeDocument/2006/relationships/notesSlide" Target="../notesSlides/notesSlide198.xml"/><Relationship Id="rId1" Type="http://schemas.openxmlformats.org/officeDocument/2006/relationships/slideLayout" Target="../slideLayouts/slideLayout6.xml"/></Relationships>
</file>

<file path=ppt/slides/_rels/slide199.xml.rels><?xml version="1.0" encoding="UTF-8" standalone="yes"?>
<Relationships xmlns="http://schemas.openxmlformats.org/package/2006/relationships"><Relationship Id="rId3" Type="http://schemas.openxmlformats.org/officeDocument/2006/relationships/image" Target="../media/image14.wmf"/><Relationship Id="rId2" Type="http://schemas.openxmlformats.org/officeDocument/2006/relationships/notesSlide" Target="../notesSlides/notesSlide199.xml"/><Relationship Id="rId1" Type="http://schemas.openxmlformats.org/officeDocument/2006/relationships/slideLayout" Target="../slideLayouts/slideLayout6.xml"/></Relationships>
</file>

<file path=ppt/slides/_rels/slide200.xml.rels><?xml version="1.0" encoding="UTF-8" standalone="yes"?>
<Relationships xmlns="http://schemas.openxmlformats.org/package/2006/relationships"><Relationship Id="rId3" Type="http://schemas.openxmlformats.org/officeDocument/2006/relationships/image" Target="../media/image14.wmf"/><Relationship Id="rId2" Type="http://schemas.openxmlformats.org/officeDocument/2006/relationships/notesSlide" Target="../notesSlides/notesSlide200.xml"/><Relationship Id="rId1" Type="http://schemas.openxmlformats.org/officeDocument/2006/relationships/slideLayout" Target="../slideLayouts/slideLayout6.xml"/></Relationships>
</file>

<file path=ppt/slides/_rels/slide201.xml.rels><?xml version="1.0" encoding="UTF-8" standalone="yes"?>
<Relationships xmlns="http://schemas.openxmlformats.org/package/2006/relationships"><Relationship Id="rId3" Type="http://schemas.openxmlformats.org/officeDocument/2006/relationships/image" Target="../media/image14.wmf"/><Relationship Id="rId2" Type="http://schemas.openxmlformats.org/officeDocument/2006/relationships/notesSlide" Target="../notesSlides/notesSlide201.xml"/><Relationship Id="rId1" Type="http://schemas.openxmlformats.org/officeDocument/2006/relationships/slideLayout" Target="../slideLayouts/slideLayout6.xml"/></Relationships>
</file>

<file path=ppt/slides/_rels/slide202.xml.rels><?xml version="1.0" encoding="UTF-8" standalone="yes"?>
<Relationships xmlns="http://schemas.openxmlformats.org/package/2006/relationships"><Relationship Id="rId3" Type="http://schemas.openxmlformats.org/officeDocument/2006/relationships/image" Target="../media/image14.wmf"/><Relationship Id="rId2" Type="http://schemas.openxmlformats.org/officeDocument/2006/relationships/notesSlide" Target="../notesSlides/notesSlide202.xml"/><Relationship Id="rId1" Type="http://schemas.openxmlformats.org/officeDocument/2006/relationships/slideLayout" Target="../slideLayouts/slideLayout6.xml"/></Relationships>
</file>

<file path=ppt/slides/_rels/slide203.xml.rels><?xml version="1.0" encoding="UTF-8" standalone="yes"?>
<Relationships xmlns="http://schemas.openxmlformats.org/package/2006/relationships"><Relationship Id="rId3" Type="http://schemas.openxmlformats.org/officeDocument/2006/relationships/image" Target="../media/image14.wmf"/><Relationship Id="rId2" Type="http://schemas.openxmlformats.org/officeDocument/2006/relationships/notesSlide" Target="../notesSlides/notesSlide203.xml"/><Relationship Id="rId1" Type="http://schemas.openxmlformats.org/officeDocument/2006/relationships/slideLayout" Target="../slideLayouts/slideLayout6.xml"/></Relationships>
</file>

<file path=ppt/slides/_rels/slide204.xml.rels><?xml version="1.0" encoding="UTF-8" standalone="yes"?>
<Relationships xmlns="http://schemas.openxmlformats.org/package/2006/relationships"><Relationship Id="rId3" Type="http://schemas.openxmlformats.org/officeDocument/2006/relationships/image" Target="../media/image14.wmf"/><Relationship Id="rId2" Type="http://schemas.openxmlformats.org/officeDocument/2006/relationships/notesSlide" Target="../notesSlides/notesSlide204.xml"/><Relationship Id="rId1" Type="http://schemas.openxmlformats.org/officeDocument/2006/relationships/slideLayout" Target="../slideLayouts/slideLayout6.xml"/></Relationships>
</file>

<file path=ppt/slides/_rels/slide205.xml.rels><?xml version="1.0" encoding="UTF-8" standalone="yes"?>
<Relationships xmlns="http://schemas.openxmlformats.org/package/2006/relationships"><Relationship Id="rId3" Type="http://schemas.openxmlformats.org/officeDocument/2006/relationships/image" Target="../media/image14.wmf"/><Relationship Id="rId2" Type="http://schemas.openxmlformats.org/officeDocument/2006/relationships/notesSlide" Target="../notesSlides/notesSlide205.xml"/><Relationship Id="rId1" Type="http://schemas.openxmlformats.org/officeDocument/2006/relationships/slideLayout" Target="../slideLayouts/slideLayout6.xml"/></Relationships>
</file>

<file path=ppt/slides/_rels/slide206.xml.rels><?xml version="1.0" encoding="UTF-8" standalone="yes"?>
<Relationships xmlns="http://schemas.openxmlformats.org/package/2006/relationships"><Relationship Id="rId2" Type="http://schemas.openxmlformats.org/officeDocument/2006/relationships/notesSlide" Target="../notesSlides/notesSlide206.xml"/><Relationship Id="rId1" Type="http://schemas.openxmlformats.org/officeDocument/2006/relationships/slideLayout" Target="../slideLayouts/slideLayout2.xml"/></Relationships>
</file>

<file path=ppt/slides/_rels/slide207.xml.rels><?xml version="1.0" encoding="UTF-8" standalone="yes"?>
<Relationships xmlns="http://schemas.openxmlformats.org/package/2006/relationships"><Relationship Id="rId3" Type="http://schemas.openxmlformats.org/officeDocument/2006/relationships/image" Target="../media/image14.wmf"/><Relationship Id="rId2" Type="http://schemas.openxmlformats.org/officeDocument/2006/relationships/notesSlide" Target="../notesSlides/notesSlide207.xml"/><Relationship Id="rId1" Type="http://schemas.openxmlformats.org/officeDocument/2006/relationships/slideLayout" Target="../slideLayouts/slideLayout6.xml"/></Relationships>
</file>

<file path=ppt/slides/_rels/slide208.xml.rels><?xml version="1.0" encoding="UTF-8" standalone="yes"?>
<Relationships xmlns="http://schemas.openxmlformats.org/package/2006/relationships"><Relationship Id="rId3" Type="http://schemas.openxmlformats.org/officeDocument/2006/relationships/image" Target="../media/image14.wmf"/><Relationship Id="rId2" Type="http://schemas.openxmlformats.org/officeDocument/2006/relationships/notesSlide" Target="../notesSlides/notesSlide208.xml"/><Relationship Id="rId1" Type="http://schemas.openxmlformats.org/officeDocument/2006/relationships/slideLayout" Target="../slideLayouts/slideLayout6.xml"/></Relationships>
</file>

<file path=ppt/slides/_rels/slide209.xml.rels><?xml version="1.0" encoding="UTF-8" standalone="yes"?>
<Relationships xmlns="http://schemas.openxmlformats.org/package/2006/relationships"><Relationship Id="rId2" Type="http://schemas.openxmlformats.org/officeDocument/2006/relationships/notesSlide" Target="../notesSlides/notesSlide209.xml"/><Relationship Id="rId1" Type="http://schemas.openxmlformats.org/officeDocument/2006/relationships/slideLayout" Target="../slideLayouts/slideLayout2.xml"/></Relationships>
</file>

<file path=ppt/slides/_rels/slide210.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notesSlide" Target="../notesSlides/notesSlide210.xml"/><Relationship Id="rId1" Type="http://schemas.openxmlformats.org/officeDocument/2006/relationships/slideLayout" Target="../slideLayouts/slideLayout2.xml"/></Relationships>
</file>

<file path=ppt/slides/_rels/slide211.xml.rels><?xml version="1.0" encoding="UTF-8" standalone="yes"?>
<Relationships xmlns="http://schemas.openxmlformats.org/package/2006/relationships"><Relationship Id="rId2" Type="http://schemas.openxmlformats.org/officeDocument/2006/relationships/notesSlide" Target="../notesSlides/notesSlide211.xml"/><Relationship Id="rId1" Type="http://schemas.openxmlformats.org/officeDocument/2006/relationships/slideLayout" Target="../slideLayouts/slideLayout2.xml"/></Relationships>
</file>

<file path=ppt/slides/_rels/slide212.xml.rels><?xml version="1.0" encoding="UTF-8" standalone="yes"?>
<Relationships xmlns="http://schemas.openxmlformats.org/package/2006/relationships"><Relationship Id="rId2" Type="http://schemas.openxmlformats.org/officeDocument/2006/relationships/notesSlide" Target="../notesSlides/notesSlide212.xml"/><Relationship Id="rId1" Type="http://schemas.openxmlformats.org/officeDocument/2006/relationships/slideLayout" Target="../slideLayouts/slideLayout1.xml"/></Relationships>
</file>

<file path=ppt/slides/_rels/slide213.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notesSlide" Target="../notesSlides/notesSlide213.xml"/><Relationship Id="rId1" Type="http://schemas.openxmlformats.org/officeDocument/2006/relationships/slideLayout" Target="../slideLayouts/slideLayout2.xml"/></Relationships>
</file>

<file path=ppt/slides/_rels/slide214.xml.rels><?xml version="1.0" encoding="UTF-8" standalone="yes"?>
<Relationships xmlns="http://schemas.openxmlformats.org/package/2006/relationships"><Relationship Id="rId2" Type="http://schemas.openxmlformats.org/officeDocument/2006/relationships/notesSlide" Target="../notesSlides/notesSlide214.xml"/><Relationship Id="rId1" Type="http://schemas.openxmlformats.org/officeDocument/2006/relationships/slideLayout" Target="../slideLayouts/slideLayout2.xml"/></Relationships>
</file>

<file path=ppt/slides/_rels/slide215.xml.rels><?xml version="1.0" encoding="UTF-8" standalone="yes"?>
<Relationships xmlns="http://schemas.openxmlformats.org/package/2006/relationships"><Relationship Id="rId3" Type="http://schemas.openxmlformats.org/officeDocument/2006/relationships/image" Target="../media/image23.emf"/><Relationship Id="rId2" Type="http://schemas.openxmlformats.org/officeDocument/2006/relationships/notesSlide" Target="../notesSlides/notesSlide215.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2" descr="C:\Users\bertrands\Dropbox\PRODUCTION\2013 Illustrations Logo jeux\06-Logos jeux Validés\JPG rvb 240dpi A5\2012-LogoBL CIPE-72dpi-RVB.png"/>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506820" y="5805265"/>
            <a:ext cx="2130359" cy="844507"/>
          </a:xfrm>
          <a:prstGeom prst="rect">
            <a:avLst/>
          </a:prstGeom>
          <a:noFill/>
          <a:extLst>
            <a:ext uri="{909E8E84-426E-40DD-AFC4-6F175D3DCCD1}">
              <a14:hiddenFill xmlns:a14="http://schemas.microsoft.com/office/drawing/2010/main">
                <a:solidFill>
                  <a:srgbClr val="FFFFFF"/>
                </a:solidFill>
              </a14:hiddenFill>
            </a:ext>
          </a:extLst>
        </p:spPr>
      </p:pic>
      <p:pic>
        <p:nvPicPr>
          <p:cNvPr id="4" name="Picture 2" descr="C:\Users\BertrandS\Dropbox\Marketing\logos Jeux\a logos 300 dpi\kanban_300dpi.jpg"/>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2243587" y="884852"/>
            <a:ext cx="4656826" cy="350232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79413482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8" name="Rectangle 2"/>
          <p:cNvSpPr>
            <a:spLocks noGrp="1" noChangeArrowheads="1"/>
          </p:cNvSpPr>
          <p:nvPr>
            <p:ph type="title"/>
          </p:nvPr>
        </p:nvSpPr>
        <p:spPr/>
        <p:txBody>
          <a:bodyPr/>
          <a:lstStyle/>
          <a:p>
            <a:pPr eaLnBrk="1" hangingPunct="1"/>
            <a:r>
              <a:rPr lang="fr-FR" altLang="fr-FR" dirty="0"/>
              <a:t>Préambule</a:t>
            </a:r>
          </a:p>
        </p:txBody>
      </p:sp>
      <p:sp>
        <p:nvSpPr>
          <p:cNvPr id="4099" name="Rectangle 3"/>
          <p:cNvSpPr>
            <a:spLocks noGrp="1" noChangeArrowheads="1"/>
          </p:cNvSpPr>
          <p:nvPr>
            <p:ph type="body" idx="1"/>
          </p:nvPr>
        </p:nvSpPr>
        <p:spPr>
          <a:xfrm>
            <a:off x="598488" y="1349375"/>
            <a:ext cx="6837362" cy="3897313"/>
          </a:xfrm>
        </p:spPr>
        <p:txBody>
          <a:bodyPr/>
          <a:lstStyle/>
          <a:p>
            <a:pPr eaLnBrk="1" hangingPunct="1">
              <a:buFont typeface="Wingdings" pitchFamily="2" charset="2"/>
              <a:buChar char="Ø"/>
            </a:pPr>
            <a:r>
              <a:rPr lang="fr-FR" altLang="fr-FR" dirty="0"/>
              <a:t>Certaines des diapos du Guide sont destinées à l’animateur, d’autres aux participants. </a:t>
            </a:r>
          </a:p>
          <a:p>
            <a:pPr eaLnBrk="1" hangingPunct="1">
              <a:buFont typeface="Wingdings" pitchFamily="2" charset="2"/>
              <a:buChar char="Ø"/>
            </a:pPr>
            <a:endParaRPr lang="fr-FR" altLang="fr-FR" dirty="0"/>
          </a:p>
          <a:p>
            <a:pPr eaLnBrk="1" hangingPunct="1">
              <a:buFont typeface="Wingdings" pitchFamily="2" charset="2"/>
              <a:buChar char="Ø"/>
            </a:pPr>
            <a:r>
              <a:rPr lang="fr-FR" altLang="fr-FR" dirty="0"/>
              <a:t>Les diapos de l’animateur sont signalées par le logo ci-contre. Elles devront être masquées au moment de la projection.</a:t>
            </a:r>
          </a:p>
          <a:p>
            <a:pPr eaLnBrk="1" hangingPunct="1">
              <a:buFont typeface="Wingdings" pitchFamily="2" charset="2"/>
              <a:buChar char="Ø"/>
            </a:pPr>
            <a:endParaRPr lang="fr-FR" altLang="fr-FR" dirty="0"/>
          </a:p>
        </p:txBody>
      </p:sp>
      <p:pic>
        <p:nvPicPr>
          <p:cNvPr id="8" name="Picture 2" descr="C:\Users\BertrandS\Dropbox\Jeux\00. CONCEPTION DES JEUX\photos\Bureau Une Femme 29\iStock_000002139332_Medium ALLEGE.jpg"/>
          <p:cNvPicPr>
            <a:picLocks noChangeAspect="1" noChangeArrowheads="1"/>
          </p:cNvPicPr>
          <p:nvPr/>
        </p:nvPicPr>
        <p:blipFill rotWithShape="1">
          <a:blip r:embed="rId3" cstate="print">
            <a:clrChange>
              <a:clrFrom>
                <a:srgbClr val="FFFFFF"/>
              </a:clrFrom>
              <a:clrTo>
                <a:srgbClr val="FFFFFF">
                  <a:alpha val="0"/>
                </a:srgbClr>
              </a:clrTo>
            </a:clrChange>
            <a:extLst>
              <a:ext uri="{28A0092B-C50C-407E-A947-70E740481C1C}">
                <a14:useLocalDpi xmlns:a14="http://schemas.microsoft.com/office/drawing/2010/main" val="0"/>
              </a:ext>
            </a:extLst>
          </a:blip>
          <a:srcRect b="26675"/>
          <a:stretch/>
        </p:blipFill>
        <p:spPr bwMode="auto">
          <a:xfrm>
            <a:off x="7603032" y="2316598"/>
            <a:ext cx="815481" cy="947302"/>
          </a:xfrm>
          <a:prstGeom prst="rect">
            <a:avLst/>
          </a:prstGeom>
          <a:solidFill>
            <a:schemeClr val="bg1"/>
          </a:solidFill>
          <a:ln w="12700">
            <a:solidFill>
              <a:srgbClr val="27A8E0"/>
            </a:solidFill>
          </a:ln>
          <a:effectLst>
            <a:outerShdw blurRad="25400" dist="50800" dir="2700000" algn="ctr" rotWithShape="0">
              <a:srgbClr val="27A8E0"/>
            </a:outerShdw>
          </a:effectLst>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2" name="Rectangle 2"/>
          <p:cNvSpPr>
            <a:spLocks noGrp="1" noChangeArrowheads="1"/>
          </p:cNvSpPr>
          <p:nvPr>
            <p:ph type="title"/>
          </p:nvPr>
        </p:nvSpPr>
        <p:spPr/>
        <p:txBody>
          <a:bodyPr/>
          <a:lstStyle/>
          <a:p>
            <a:pPr eaLnBrk="1" hangingPunct="1"/>
            <a:r>
              <a:rPr lang="fr-FR" altLang="fr-FR" dirty="0"/>
              <a:t>Sommaire du diaporama</a:t>
            </a:r>
          </a:p>
        </p:txBody>
      </p:sp>
      <p:sp>
        <p:nvSpPr>
          <p:cNvPr id="5123" name="Rectangle 3"/>
          <p:cNvSpPr>
            <a:spLocks noGrp="1" noChangeArrowheads="1"/>
          </p:cNvSpPr>
          <p:nvPr>
            <p:ph type="body" idx="1"/>
          </p:nvPr>
        </p:nvSpPr>
        <p:spPr>
          <a:xfrm>
            <a:off x="1487487" y="981075"/>
            <a:ext cx="5856287" cy="4953000"/>
          </a:xfrm>
        </p:spPr>
        <p:txBody>
          <a:bodyPr/>
          <a:lstStyle/>
          <a:p>
            <a:pPr eaLnBrk="1" hangingPunct="1">
              <a:lnSpc>
                <a:spcPct val="110000"/>
              </a:lnSpc>
              <a:tabLst>
                <a:tab pos="5381625" algn="r"/>
              </a:tabLst>
            </a:pPr>
            <a:r>
              <a:rPr lang="fr-FR" altLang="fr-FR" sz="1800" b="1" dirty="0"/>
              <a:t>Règles du jeu pour l’animateur	4</a:t>
            </a:r>
          </a:p>
          <a:p>
            <a:pPr lvl="1" eaLnBrk="1" hangingPunct="1">
              <a:lnSpc>
                <a:spcPct val="110000"/>
              </a:lnSpc>
              <a:tabLst>
                <a:tab pos="5381625" algn="r"/>
              </a:tabLst>
            </a:pPr>
            <a:r>
              <a:rPr lang="fr-FR" altLang="fr-FR" sz="1600" dirty="0"/>
              <a:t>Objectif du Jeu	5</a:t>
            </a:r>
          </a:p>
          <a:p>
            <a:pPr lvl="1" eaLnBrk="1" hangingPunct="1">
              <a:lnSpc>
                <a:spcPct val="110000"/>
              </a:lnSpc>
              <a:tabLst>
                <a:tab pos="5381625" algn="r"/>
              </a:tabLst>
            </a:pPr>
            <a:r>
              <a:rPr lang="fr-FR" altLang="fr-FR" sz="1600" dirty="0"/>
              <a:t>Vue d’ensemble de la simulation	7</a:t>
            </a:r>
          </a:p>
          <a:p>
            <a:pPr lvl="1" eaLnBrk="1" hangingPunct="1">
              <a:lnSpc>
                <a:spcPct val="110000"/>
              </a:lnSpc>
              <a:tabLst>
                <a:tab pos="5381625" algn="r"/>
              </a:tabLst>
            </a:pPr>
            <a:r>
              <a:rPr lang="fr-FR" altLang="fr-FR" sz="1600" dirty="0"/>
              <a:t>Horaire	17</a:t>
            </a:r>
          </a:p>
          <a:p>
            <a:pPr lvl="1" eaLnBrk="1" hangingPunct="1">
              <a:lnSpc>
                <a:spcPct val="110000"/>
              </a:lnSpc>
              <a:tabLst>
                <a:tab pos="5381625" algn="r"/>
              </a:tabLst>
            </a:pPr>
            <a:r>
              <a:rPr lang="fr-FR" altLang="fr-FR" sz="1600" dirty="0"/>
              <a:t>Participants	19</a:t>
            </a:r>
          </a:p>
          <a:p>
            <a:pPr lvl="1" eaLnBrk="1" hangingPunct="1">
              <a:lnSpc>
                <a:spcPct val="110000"/>
              </a:lnSpc>
              <a:tabLst>
                <a:tab pos="5381625" algn="r"/>
              </a:tabLst>
            </a:pPr>
            <a:r>
              <a:rPr lang="fr-FR" altLang="fr-FR" sz="1600" dirty="0"/>
              <a:t>Check List du matériel	20</a:t>
            </a:r>
          </a:p>
          <a:p>
            <a:pPr lvl="1" eaLnBrk="1" hangingPunct="1">
              <a:lnSpc>
                <a:spcPct val="110000"/>
              </a:lnSpc>
              <a:tabLst>
                <a:tab pos="5381625" algn="r"/>
              </a:tabLst>
            </a:pPr>
            <a:r>
              <a:rPr lang="fr-FR" altLang="fr-FR" sz="1600" dirty="0"/>
              <a:t>Préparation de la salle	22</a:t>
            </a:r>
          </a:p>
          <a:p>
            <a:pPr eaLnBrk="1" hangingPunct="1">
              <a:lnSpc>
                <a:spcPct val="110000"/>
              </a:lnSpc>
              <a:tabLst>
                <a:tab pos="5381625" algn="r"/>
              </a:tabLst>
            </a:pPr>
            <a:r>
              <a:rPr lang="fr-FR" altLang="fr-FR" sz="1800" b="1" dirty="0"/>
              <a:t>Présentation du jeu aux participants	23</a:t>
            </a:r>
          </a:p>
          <a:p>
            <a:pPr eaLnBrk="1" hangingPunct="1">
              <a:lnSpc>
                <a:spcPct val="110000"/>
              </a:lnSpc>
              <a:tabLst>
                <a:tab pos="5381625" algn="r"/>
              </a:tabLst>
            </a:pPr>
            <a:r>
              <a:rPr lang="fr-FR" altLang="fr-FR" sz="1800" b="1" dirty="0"/>
              <a:t>Début de la simulation	47</a:t>
            </a:r>
          </a:p>
          <a:p>
            <a:pPr lvl="1" eaLnBrk="1" hangingPunct="1">
              <a:lnSpc>
                <a:spcPct val="110000"/>
              </a:lnSpc>
              <a:tabLst>
                <a:tab pos="5381625" algn="r"/>
              </a:tabLst>
            </a:pPr>
            <a:r>
              <a:rPr lang="fr-FR" altLang="fr-FR" sz="1600" dirty="0"/>
              <a:t>Semaine 1	48</a:t>
            </a:r>
          </a:p>
          <a:p>
            <a:pPr lvl="1" eaLnBrk="1" hangingPunct="1">
              <a:lnSpc>
                <a:spcPct val="110000"/>
              </a:lnSpc>
              <a:tabLst>
                <a:tab pos="5381625" algn="r"/>
              </a:tabLst>
            </a:pPr>
            <a:r>
              <a:rPr lang="fr-FR" altLang="fr-FR" sz="1600" dirty="0"/>
              <a:t>Semaine 2	86</a:t>
            </a:r>
          </a:p>
          <a:p>
            <a:pPr lvl="1" eaLnBrk="1" hangingPunct="1">
              <a:lnSpc>
                <a:spcPct val="110000"/>
              </a:lnSpc>
              <a:tabLst>
                <a:tab pos="5381625" algn="r"/>
              </a:tabLst>
            </a:pPr>
            <a:r>
              <a:rPr lang="fr-FR" altLang="fr-FR" sz="1600" dirty="0"/>
              <a:t>Semaine 3	134</a:t>
            </a:r>
          </a:p>
          <a:p>
            <a:pPr lvl="1" eaLnBrk="1" hangingPunct="1">
              <a:lnSpc>
                <a:spcPct val="110000"/>
              </a:lnSpc>
              <a:tabLst>
                <a:tab pos="5381625" algn="r"/>
              </a:tabLst>
            </a:pPr>
            <a:r>
              <a:rPr lang="fr-FR" altLang="fr-FR" sz="1600" dirty="0"/>
              <a:t>Semaine 4	173</a:t>
            </a:r>
          </a:p>
          <a:p>
            <a:pPr eaLnBrk="1" hangingPunct="1">
              <a:lnSpc>
                <a:spcPct val="110000"/>
              </a:lnSpc>
              <a:tabLst>
                <a:tab pos="5381625" algn="r"/>
              </a:tabLst>
            </a:pPr>
            <a:r>
              <a:rPr lang="fr-FR" altLang="fr-FR" sz="1800" b="1" dirty="0" err="1"/>
              <a:t>Debriefing</a:t>
            </a:r>
            <a:r>
              <a:rPr lang="fr-FR" altLang="fr-FR" sz="1800" b="1" dirty="0"/>
              <a:t>	210</a:t>
            </a:r>
          </a:p>
          <a:p>
            <a:pPr eaLnBrk="1" hangingPunct="1">
              <a:lnSpc>
                <a:spcPct val="110000"/>
              </a:lnSpc>
              <a:tabLst>
                <a:tab pos="5381625" algn="r"/>
              </a:tabLst>
            </a:pPr>
            <a:r>
              <a:rPr lang="fr-FR" altLang="fr-FR" sz="1800" b="1" dirty="0"/>
              <a:t>Variante financière	212</a:t>
            </a:r>
          </a:p>
        </p:txBody>
      </p:sp>
      <p:pic>
        <p:nvPicPr>
          <p:cNvPr id="30" name="Picture 2" descr="C:\Users\BertrandS\Dropbox\Jeux\00. CONCEPTION DES JEUX\photos\Bureau Une Femme 29\iStock_000002139332_Medium ALLEGE.jpg"/>
          <p:cNvPicPr>
            <a:picLocks noChangeAspect="1" noChangeArrowheads="1"/>
          </p:cNvPicPr>
          <p:nvPr/>
        </p:nvPicPr>
        <p:blipFill rotWithShape="1">
          <a:blip r:embed="rId3" cstate="print">
            <a:clrChange>
              <a:clrFrom>
                <a:srgbClr val="FFFFFF"/>
              </a:clrFrom>
              <a:clrTo>
                <a:srgbClr val="FFFFFF">
                  <a:alpha val="0"/>
                </a:srgbClr>
              </a:clrTo>
            </a:clrChange>
            <a:extLst>
              <a:ext uri="{28A0092B-C50C-407E-A947-70E740481C1C}">
                <a14:useLocalDpi xmlns:a14="http://schemas.microsoft.com/office/drawing/2010/main" val="0"/>
              </a:ext>
            </a:extLst>
          </a:blip>
          <a:srcRect b="26675"/>
          <a:stretch/>
        </p:blipFill>
        <p:spPr bwMode="auto">
          <a:xfrm>
            <a:off x="8248783" y="45838"/>
            <a:ext cx="815481" cy="947302"/>
          </a:xfrm>
          <a:prstGeom prst="rect">
            <a:avLst/>
          </a:prstGeom>
          <a:solidFill>
            <a:schemeClr val="bg1"/>
          </a:solidFill>
          <a:ln w="12700">
            <a:solidFill>
              <a:srgbClr val="27A8E0"/>
            </a:solidFill>
          </a:ln>
          <a:effectLst>
            <a:outerShdw blurRad="25400" dist="50800" dir="2700000" algn="ctr" rotWithShape="0">
              <a:srgbClr val="27A8E0"/>
            </a:outerShdw>
          </a:effectLst>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27A8E0"/>
        </a:solidFill>
        <a:effectLst/>
      </p:bgPr>
    </p:bg>
    <p:spTree>
      <p:nvGrpSpPr>
        <p:cNvPr id="1" name=""/>
        <p:cNvGrpSpPr/>
        <p:nvPr/>
      </p:nvGrpSpPr>
      <p:grpSpPr>
        <a:xfrm>
          <a:off x="0" y="0"/>
          <a:ext cx="0" cy="0"/>
          <a:chOff x="0" y="0"/>
          <a:chExt cx="0" cy="0"/>
        </a:xfrm>
      </p:grpSpPr>
      <p:sp>
        <p:nvSpPr>
          <p:cNvPr id="6146" name="Rectangle 2"/>
          <p:cNvSpPr>
            <a:spLocks noGrp="1" noChangeArrowheads="1"/>
          </p:cNvSpPr>
          <p:nvPr>
            <p:ph type="ctrTitle" idx="4294967295"/>
          </p:nvPr>
        </p:nvSpPr>
        <p:spPr>
          <a:xfrm>
            <a:off x="704850" y="1905000"/>
            <a:ext cx="7772400" cy="636588"/>
          </a:xfrm>
          <a:noFill/>
        </p:spPr>
        <p:txBody>
          <a:bodyPr/>
          <a:lstStyle/>
          <a:p>
            <a:pPr eaLnBrk="1" hangingPunct="1"/>
            <a:r>
              <a:rPr lang="fr-FR" altLang="fr-FR" b="1">
                <a:solidFill>
                  <a:schemeClr val="bg1"/>
                </a:solidFill>
              </a:rPr>
              <a:t>Règles du jeu pour l’animateur</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70" name="Rectangle 2"/>
          <p:cNvSpPr>
            <a:spLocks noGrp="1" noChangeArrowheads="1"/>
          </p:cNvSpPr>
          <p:nvPr>
            <p:ph type="title"/>
          </p:nvPr>
        </p:nvSpPr>
        <p:spPr/>
        <p:txBody>
          <a:bodyPr/>
          <a:lstStyle/>
          <a:p>
            <a:pPr eaLnBrk="1" hangingPunct="1"/>
            <a:r>
              <a:rPr lang="fr-FR" altLang="fr-FR" dirty="0"/>
              <a:t>Objectif du jeu</a:t>
            </a:r>
          </a:p>
        </p:txBody>
      </p:sp>
      <p:sp>
        <p:nvSpPr>
          <p:cNvPr id="7171" name="Rectangle 3"/>
          <p:cNvSpPr>
            <a:spLocks noGrp="1" noChangeArrowheads="1"/>
          </p:cNvSpPr>
          <p:nvPr>
            <p:ph type="body" idx="1"/>
          </p:nvPr>
        </p:nvSpPr>
        <p:spPr>
          <a:xfrm>
            <a:off x="317500" y="1344613"/>
            <a:ext cx="8531225" cy="4819650"/>
          </a:xfrm>
        </p:spPr>
        <p:txBody>
          <a:bodyPr/>
          <a:lstStyle/>
          <a:p>
            <a:pPr eaLnBrk="1" hangingPunct="1">
              <a:lnSpc>
                <a:spcPct val="130000"/>
              </a:lnSpc>
            </a:pPr>
            <a:r>
              <a:rPr lang="fr-FR" altLang="fr-FR"/>
              <a:t>Confier aux participants la responsabilité d’une unité de production.</a:t>
            </a:r>
          </a:p>
          <a:p>
            <a:pPr eaLnBrk="1" hangingPunct="1">
              <a:lnSpc>
                <a:spcPct val="130000"/>
              </a:lnSpc>
            </a:pPr>
            <a:r>
              <a:rPr lang="fr-FR" altLang="fr-FR"/>
              <a:t>Leur faire sentir qu’il est difficile de livrer les clients à temps.</a:t>
            </a:r>
          </a:p>
          <a:p>
            <a:pPr eaLnBrk="1" hangingPunct="1">
              <a:lnSpc>
                <a:spcPct val="130000"/>
              </a:lnSpc>
            </a:pPr>
            <a:r>
              <a:rPr lang="fr-FR" altLang="fr-FR"/>
              <a:t>Leur faire analyser les raisons de ces difficultés : manque de flexibilité de la production, impact des incidents.</a:t>
            </a:r>
          </a:p>
          <a:p>
            <a:pPr eaLnBrk="1" hangingPunct="1">
              <a:lnSpc>
                <a:spcPct val="130000"/>
              </a:lnSpc>
            </a:pPr>
            <a:r>
              <a:rPr lang="fr-FR" altLang="fr-FR"/>
              <a:t>Les conduire à :</a:t>
            </a:r>
          </a:p>
          <a:p>
            <a:pPr lvl="1" eaLnBrk="1" hangingPunct="1">
              <a:lnSpc>
                <a:spcPct val="130000"/>
              </a:lnSpc>
            </a:pPr>
            <a:r>
              <a:rPr lang="fr-FR" altLang="fr-FR" sz="1700"/>
              <a:t>changer de mode de programmation (du flux poussé au flux tiré) </a:t>
            </a:r>
          </a:p>
          <a:p>
            <a:pPr lvl="1" eaLnBrk="1" hangingPunct="1">
              <a:lnSpc>
                <a:spcPct val="130000"/>
              </a:lnSpc>
            </a:pPr>
            <a:r>
              <a:rPr lang="fr-FR" altLang="fr-FR" sz="1700"/>
              <a:t>mettre en œuvre une stratégie de progrès (SMED, qualité, maintenance …).</a:t>
            </a:r>
          </a:p>
          <a:p>
            <a:pPr eaLnBrk="1" hangingPunct="1">
              <a:lnSpc>
                <a:spcPct val="130000"/>
              </a:lnSpc>
            </a:pPr>
            <a:endParaRPr lang="fr-FR" altLang="fr-FR" sz="1700"/>
          </a:p>
        </p:txBody>
      </p:sp>
      <p:pic>
        <p:nvPicPr>
          <p:cNvPr id="6" name="Picture 2" descr="C:\Users\BertrandS\Dropbox\Jeux\00. CONCEPTION DES JEUX\photos\Bureau Une Femme 29\iStock_000002139332_Medium ALLEGE.jpg"/>
          <p:cNvPicPr>
            <a:picLocks noChangeAspect="1" noChangeArrowheads="1"/>
          </p:cNvPicPr>
          <p:nvPr/>
        </p:nvPicPr>
        <p:blipFill rotWithShape="1">
          <a:blip r:embed="rId3" cstate="print">
            <a:clrChange>
              <a:clrFrom>
                <a:srgbClr val="FFFFFF"/>
              </a:clrFrom>
              <a:clrTo>
                <a:srgbClr val="FFFFFF">
                  <a:alpha val="0"/>
                </a:srgbClr>
              </a:clrTo>
            </a:clrChange>
            <a:extLst>
              <a:ext uri="{28A0092B-C50C-407E-A947-70E740481C1C}">
                <a14:useLocalDpi xmlns:a14="http://schemas.microsoft.com/office/drawing/2010/main" val="0"/>
              </a:ext>
            </a:extLst>
          </a:blip>
          <a:srcRect b="26675"/>
          <a:stretch/>
        </p:blipFill>
        <p:spPr bwMode="auto">
          <a:xfrm>
            <a:off x="8248783" y="45838"/>
            <a:ext cx="815481" cy="947302"/>
          </a:xfrm>
          <a:prstGeom prst="rect">
            <a:avLst/>
          </a:prstGeom>
          <a:solidFill>
            <a:schemeClr val="bg1"/>
          </a:solidFill>
          <a:ln w="12700">
            <a:solidFill>
              <a:srgbClr val="27A8E0"/>
            </a:solidFill>
          </a:ln>
          <a:effectLst>
            <a:outerShdw blurRad="25400" dist="50800" dir="2700000" algn="ctr" rotWithShape="0">
              <a:srgbClr val="27A8E0"/>
            </a:outerShdw>
          </a:effectLst>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4" name="Rectangle 2"/>
          <p:cNvSpPr>
            <a:spLocks noGrp="1" noChangeArrowheads="1"/>
          </p:cNvSpPr>
          <p:nvPr>
            <p:ph type="title"/>
          </p:nvPr>
        </p:nvSpPr>
        <p:spPr/>
        <p:txBody>
          <a:bodyPr/>
          <a:lstStyle/>
          <a:p>
            <a:pPr eaLnBrk="1" hangingPunct="1"/>
            <a:r>
              <a:rPr lang="fr-FR" altLang="fr-FR"/>
              <a:t>Variante financière</a:t>
            </a:r>
          </a:p>
        </p:txBody>
      </p:sp>
      <p:sp>
        <p:nvSpPr>
          <p:cNvPr id="8195" name="Rectangle 3"/>
          <p:cNvSpPr>
            <a:spLocks noGrp="1" noChangeArrowheads="1"/>
          </p:cNvSpPr>
          <p:nvPr>
            <p:ph type="body" idx="1"/>
          </p:nvPr>
        </p:nvSpPr>
        <p:spPr>
          <a:xfrm>
            <a:off x="376238" y="1084263"/>
            <a:ext cx="8531225" cy="5311775"/>
          </a:xfrm>
        </p:spPr>
        <p:txBody>
          <a:bodyPr/>
          <a:lstStyle/>
          <a:p>
            <a:pPr eaLnBrk="1" hangingPunct="1"/>
            <a:r>
              <a:rPr lang="fr-FR" altLang="fr-FR"/>
              <a:t>Dans la version standard du jeu, nous donnons aux équipes trois objectifs indépendants : service client, efficience de la production, niveau des stocks. </a:t>
            </a:r>
          </a:p>
          <a:p>
            <a:pPr lvl="1" eaLnBrk="1" hangingPunct="1"/>
            <a:r>
              <a:rPr lang="fr-FR" altLang="fr-FR"/>
              <a:t>Une équipe aura par exemple des stocks faibles et un mauvais service client, une autre équipe aura l’inverse. Il n’est pas toujours possible de désigner une équipe gagnante.</a:t>
            </a:r>
          </a:p>
          <a:p>
            <a:pPr eaLnBrk="1" hangingPunct="1"/>
            <a:r>
              <a:rPr lang="fr-FR" altLang="fr-FR"/>
              <a:t>Si l’animateur le désire, il peut introduire une variante financière, dans laquelle tous les indicateurs sont transformés en €. Cette variante est introduite en début de semaine 2.</a:t>
            </a:r>
          </a:p>
          <a:p>
            <a:pPr lvl="1" eaLnBrk="1" hangingPunct="1"/>
            <a:r>
              <a:rPr lang="fr-FR" altLang="fr-FR"/>
              <a:t>Cela rend la partie plus stimulante, mais il faut prévoir environ ½ h de plus.</a:t>
            </a:r>
          </a:p>
          <a:p>
            <a:pPr lvl="1" eaLnBrk="1" hangingPunct="1"/>
            <a:r>
              <a:rPr lang="fr-FR" altLang="fr-FR"/>
              <a:t>Les diapos introduisant cette variante sont placées à la fin du diaporama. </a:t>
            </a:r>
          </a:p>
          <a:p>
            <a:pPr lvl="1" eaLnBrk="1" hangingPunct="1"/>
            <a:r>
              <a:rPr lang="fr-FR" altLang="fr-FR"/>
              <a:t>Un document est nécessaire : il s’appelle « variante financière » (voir CD Rom). </a:t>
            </a:r>
          </a:p>
          <a:p>
            <a:pPr lvl="2" eaLnBrk="1" hangingPunct="1"/>
            <a:r>
              <a:rPr lang="fr-FR" altLang="fr-FR"/>
              <a:t>Il doit être distribué à chaque table en trois exemplaires au moins (un ou deux pour la préparation de la stratégie, un pour les calculs en fin de partie).</a:t>
            </a:r>
          </a:p>
        </p:txBody>
      </p:sp>
      <p:pic>
        <p:nvPicPr>
          <p:cNvPr id="6" name="Picture 2" descr="C:\Users\BertrandS\Dropbox\Jeux\00. CONCEPTION DES JEUX\photos\Bureau Une Femme 29\iStock_000002139332_Medium ALLEGE.jpg"/>
          <p:cNvPicPr>
            <a:picLocks noChangeAspect="1" noChangeArrowheads="1"/>
          </p:cNvPicPr>
          <p:nvPr/>
        </p:nvPicPr>
        <p:blipFill rotWithShape="1">
          <a:blip r:embed="rId3" cstate="print">
            <a:clrChange>
              <a:clrFrom>
                <a:srgbClr val="FFFFFF"/>
              </a:clrFrom>
              <a:clrTo>
                <a:srgbClr val="FFFFFF">
                  <a:alpha val="0"/>
                </a:srgbClr>
              </a:clrTo>
            </a:clrChange>
            <a:extLst>
              <a:ext uri="{28A0092B-C50C-407E-A947-70E740481C1C}">
                <a14:useLocalDpi xmlns:a14="http://schemas.microsoft.com/office/drawing/2010/main" val="0"/>
              </a:ext>
            </a:extLst>
          </a:blip>
          <a:srcRect b="26675"/>
          <a:stretch/>
        </p:blipFill>
        <p:spPr bwMode="auto">
          <a:xfrm>
            <a:off x="8248783" y="45838"/>
            <a:ext cx="815481" cy="947302"/>
          </a:xfrm>
          <a:prstGeom prst="rect">
            <a:avLst/>
          </a:prstGeom>
          <a:solidFill>
            <a:schemeClr val="bg1"/>
          </a:solidFill>
          <a:ln w="12700">
            <a:solidFill>
              <a:srgbClr val="27A8E0"/>
            </a:solidFill>
          </a:ln>
          <a:effectLst>
            <a:outerShdw blurRad="25400" dist="50800" dir="2700000" algn="ctr" rotWithShape="0">
              <a:srgbClr val="27A8E0"/>
            </a:outerShdw>
          </a:effectLst>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218" name="AutoShape 29"/>
          <p:cNvSpPr>
            <a:spLocks noChangeArrowheads="1"/>
          </p:cNvSpPr>
          <p:nvPr/>
        </p:nvSpPr>
        <p:spPr bwMode="auto">
          <a:xfrm>
            <a:off x="1866900" y="1766888"/>
            <a:ext cx="484188" cy="4405312"/>
          </a:xfrm>
          <a:prstGeom prst="downArrow">
            <a:avLst>
              <a:gd name="adj1" fmla="val 46889"/>
              <a:gd name="adj2" fmla="val 55138"/>
            </a:avLst>
          </a:prstGeom>
          <a:solidFill>
            <a:srgbClr val="FFFF99"/>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9219" name="Rectangle 2"/>
          <p:cNvSpPr>
            <a:spLocks noGrp="1" noChangeArrowheads="1"/>
          </p:cNvSpPr>
          <p:nvPr>
            <p:ph type="title"/>
          </p:nvPr>
        </p:nvSpPr>
        <p:spPr/>
        <p:txBody>
          <a:bodyPr/>
          <a:lstStyle/>
          <a:p>
            <a:pPr eaLnBrk="1" hangingPunct="1"/>
            <a:r>
              <a:rPr lang="fr-FR" altLang="fr-FR"/>
              <a:t>Vue d’ensemble de la simulation</a:t>
            </a:r>
          </a:p>
        </p:txBody>
      </p:sp>
      <p:sp>
        <p:nvSpPr>
          <p:cNvPr id="9220" name="Rectangle 4"/>
          <p:cNvSpPr>
            <a:spLocks noChangeArrowheads="1"/>
          </p:cNvSpPr>
          <p:nvPr/>
        </p:nvSpPr>
        <p:spPr bwMode="auto">
          <a:xfrm>
            <a:off x="915988" y="1036638"/>
            <a:ext cx="2157412" cy="731837"/>
          </a:xfrm>
          <a:prstGeom prst="rect">
            <a:avLst/>
          </a:prstGeom>
          <a:solidFill>
            <a:schemeClr val="bg1"/>
          </a:solidFill>
          <a:ln w="6350" algn="ctr">
            <a:solidFill>
              <a:schemeClr val="tx2"/>
            </a:solidFill>
            <a:miter lim="800000"/>
            <a:headEnd/>
            <a:tailEnd/>
          </a:ln>
        </p:spPr>
        <p:txBody>
          <a:bodyPr anchor="ctr" anchorCtr="1"/>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1400">
                <a:solidFill>
                  <a:schemeClr val="tx1"/>
                </a:solidFill>
              </a:rPr>
              <a:t>1. Présentation du jeu + préparation du planning de production</a:t>
            </a:r>
          </a:p>
        </p:txBody>
      </p:sp>
      <p:sp>
        <p:nvSpPr>
          <p:cNvPr id="9221" name="Rectangle 5"/>
          <p:cNvSpPr>
            <a:spLocks noChangeArrowheads="1"/>
          </p:cNvSpPr>
          <p:nvPr/>
        </p:nvSpPr>
        <p:spPr bwMode="auto">
          <a:xfrm>
            <a:off x="911225" y="1962150"/>
            <a:ext cx="2166938" cy="407988"/>
          </a:xfrm>
          <a:prstGeom prst="rect">
            <a:avLst/>
          </a:prstGeom>
          <a:solidFill>
            <a:schemeClr val="bg1"/>
          </a:solidFill>
          <a:ln w="6350" algn="ctr">
            <a:solidFill>
              <a:schemeClr val="tx2"/>
            </a:solidFill>
            <a:miter lim="800000"/>
            <a:headEnd/>
            <a:tailEnd/>
          </a:ln>
        </p:spPr>
        <p:txBody>
          <a:bodyPr anchor="ctr" anchorCtr="1"/>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1400">
                <a:solidFill>
                  <a:schemeClr val="tx1"/>
                </a:solidFill>
              </a:rPr>
              <a:t>2. Simulation semaine 1</a:t>
            </a:r>
          </a:p>
        </p:txBody>
      </p:sp>
      <p:sp>
        <p:nvSpPr>
          <p:cNvPr id="9222" name="Rectangle 8"/>
          <p:cNvSpPr>
            <a:spLocks noChangeArrowheads="1"/>
          </p:cNvSpPr>
          <p:nvPr/>
        </p:nvSpPr>
        <p:spPr bwMode="auto">
          <a:xfrm>
            <a:off x="915988" y="3268663"/>
            <a:ext cx="2157412" cy="407987"/>
          </a:xfrm>
          <a:prstGeom prst="rect">
            <a:avLst/>
          </a:prstGeom>
          <a:solidFill>
            <a:schemeClr val="bg1"/>
          </a:solidFill>
          <a:ln w="6350" algn="ctr">
            <a:solidFill>
              <a:schemeClr val="tx2"/>
            </a:solidFill>
            <a:miter lim="800000"/>
            <a:headEnd/>
            <a:tailEnd/>
          </a:ln>
        </p:spPr>
        <p:txBody>
          <a:bodyPr anchor="ctr" anchorCtr="1"/>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1400">
                <a:solidFill>
                  <a:schemeClr val="tx1"/>
                </a:solidFill>
              </a:rPr>
              <a:t>4. Simulation semaine 2</a:t>
            </a:r>
          </a:p>
        </p:txBody>
      </p:sp>
      <p:sp>
        <p:nvSpPr>
          <p:cNvPr id="9223" name="Rectangle 9"/>
          <p:cNvSpPr>
            <a:spLocks noChangeArrowheads="1"/>
          </p:cNvSpPr>
          <p:nvPr/>
        </p:nvSpPr>
        <p:spPr bwMode="auto">
          <a:xfrm>
            <a:off x="915988" y="3922713"/>
            <a:ext cx="2157412" cy="407987"/>
          </a:xfrm>
          <a:prstGeom prst="rect">
            <a:avLst/>
          </a:prstGeom>
          <a:solidFill>
            <a:schemeClr val="bg1"/>
          </a:solidFill>
          <a:ln w="6350" algn="ctr">
            <a:solidFill>
              <a:schemeClr val="tx2"/>
            </a:solidFill>
            <a:miter lim="800000"/>
            <a:headEnd/>
            <a:tailEnd/>
          </a:ln>
        </p:spPr>
        <p:txBody>
          <a:bodyPr anchor="ctr" anchorCtr="1"/>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1400">
                <a:solidFill>
                  <a:schemeClr val="tx1"/>
                </a:solidFill>
              </a:rPr>
              <a:t>5. Simulation semaine 3</a:t>
            </a:r>
          </a:p>
        </p:txBody>
      </p:sp>
      <p:sp>
        <p:nvSpPr>
          <p:cNvPr id="9224" name="Rectangle 10"/>
          <p:cNvSpPr>
            <a:spLocks noChangeArrowheads="1"/>
          </p:cNvSpPr>
          <p:nvPr/>
        </p:nvSpPr>
        <p:spPr bwMode="auto">
          <a:xfrm>
            <a:off x="915988" y="2571750"/>
            <a:ext cx="2157412" cy="492125"/>
          </a:xfrm>
          <a:prstGeom prst="rect">
            <a:avLst/>
          </a:prstGeom>
          <a:solidFill>
            <a:schemeClr val="bg1"/>
          </a:solidFill>
          <a:ln w="6350" algn="ctr">
            <a:solidFill>
              <a:schemeClr val="tx2"/>
            </a:solidFill>
            <a:miter lim="800000"/>
            <a:headEnd/>
            <a:tailEnd/>
          </a:ln>
        </p:spPr>
        <p:txBody>
          <a:bodyPr anchor="ctr" anchorCtr="1"/>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1400">
                <a:solidFill>
                  <a:schemeClr val="tx1"/>
                </a:solidFill>
              </a:rPr>
              <a:t>3. Mise en place des tickets Kanban</a:t>
            </a:r>
          </a:p>
        </p:txBody>
      </p:sp>
      <p:sp>
        <p:nvSpPr>
          <p:cNvPr id="9225" name="Rectangle 12"/>
          <p:cNvSpPr>
            <a:spLocks noChangeArrowheads="1"/>
          </p:cNvSpPr>
          <p:nvPr/>
        </p:nvSpPr>
        <p:spPr bwMode="auto">
          <a:xfrm>
            <a:off x="3233738" y="1946275"/>
            <a:ext cx="2338387" cy="417513"/>
          </a:xfrm>
          <a:prstGeom prst="rect">
            <a:avLst/>
          </a:prstGeom>
          <a:solidFill>
            <a:srgbClr val="FFFF99"/>
          </a:solidFill>
          <a:ln w="6350" algn="ctr">
            <a:solidFill>
              <a:schemeClr val="tx2"/>
            </a:solidFill>
            <a:miter lim="800000"/>
            <a:headEnd/>
            <a:tailEnd/>
          </a:ln>
        </p:spPr>
        <p:txBody>
          <a:bodyPr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1300">
                <a:solidFill>
                  <a:schemeClr val="tx1"/>
                </a:solidFill>
              </a:rPr>
              <a:t>Production en flux poussé</a:t>
            </a:r>
          </a:p>
        </p:txBody>
      </p:sp>
      <p:sp>
        <p:nvSpPr>
          <p:cNvPr id="9226" name="Rectangle 13"/>
          <p:cNvSpPr>
            <a:spLocks noChangeArrowheads="1"/>
          </p:cNvSpPr>
          <p:nvPr/>
        </p:nvSpPr>
        <p:spPr bwMode="auto">
          <a:xfrm>
            <a:off x="3225800" y="3238500"/>
            <a:ext cx="2336800" cy="495300"/>
          </a:xfrm>
          <a:prstGeom prst="rect">
            <a:avLst/>
          </a:prstGeom>
          <a:solidFill>
            <a:srgbClr val="FFFF99"/>
          </a:solidFill>
          <a:ln w="6350" algn="ctr">
            <a:solidFill>
              <a:schemeClr val="tx2"/>
            </a:solidFill>
            <a:miter lim="800000"/>
            <a:headEnd/>
            <a:tailEnd/>
          </a:ln>
        </p:spPr>
        <p:txBody>
          <a:bodyPr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1300">
                <a:solidFill>
                  <a:schemeClr val="tx1"/>
                </a:solidFill>
              </a:rPr>
              <a:t>1</a:t>
            </a:r>
            <a:r>
              <a:rPr lang="fr-FR" altLang="fr-FR" sz="1300" baseline="30000">
                <a:solidFill>
                  <a:schemeClr val="tx1"/>
                </a:solidFill>
              </a:rPr>
              <a:t>ère</a:t>
            </a:r>
            <a:r>
              <a:rPr lang="fr-FR" altLang="fr-FR" sz="1300">
                <a:solidFill>
                  <a:schemeClr val="tx1"/>
                </a:solidFill>
              </a:rPr>
              <a:t> simulation Kanban avec un flux peu tendu</a:t>
            </a:r>
          </a:p>
        </p:txBody>
      </p:sp>
      <p:sp>
        <p:nvSpPr>
          <p:cNvPr id="9227" name="Rectangle 14"/>
          <p:cNvSpPr>
            <a:spLocks noChangeArrowheads="1"/>
          </p:cNvSpPr>
          <p:nvPr/>
        </p:nvSpPr>
        <p:spPr bwMode="auto">
          <a:xfrm>
            <a:off x="915988" y="4576763"/>
            <a:ext cx="2157412" cy="407987"/>
          </a:xfrm>
          <a:prstGeom prst="rect">
            <a:avLst/>
          </a:prstGeom>
          <a:solidFill>
            <a:schemeClr val="bg1"/>
          </a:solidFill>
          <a:ln w="6350" algn="ctr">
            <a:solidFill>
              <a:schemeClr val="tx2"/>
            </a:solidFill>
            <a:miter lim="800000"/>
            <a:headEnd/>
            <a:tailEnd/>
          </a:ln>
        </p:spPr>
        <p:txBody>
          <a:bodyPr anchor="ctr" anchorCtr="1"/>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1400">
                <a:solidFill>
                  <a:schemeClr val="tx1"/>
                </a:solidFill>
              </a:rPr>
              <a:t>6. Simulation semaine 4</a:t>
            </a:r>
          </a:p>
        </p:txBody>
      </p:sp>
      <p:sp>
        <p:nvSpPr>
          <p:cNvPr id="9228" name="Rectangle 16"/>
          <p:cNvSpPr>
            <a:spLocks noChangeArrowheads="1"/>
          </p:cNvSpPr>
          <p:nvPr/>
        </p:nvSpPr>
        <p:spPr bwMode="auto">
          <a:xfrm>
            <a:off x="3216275" y="3903663"/>
            <a:ext cx="2347913" cy="495300"/>
          </a:xfrm>
          <a:prstGeom prst="rect">
            <a:avLst/>
          </a:prstGeom>
          <a:solidFill>
            <a:srgbClr val="FFFF99"/>
          </a:solidFill>
          <a:ln w="6350" algn="ctr">
            <a:solidFill>
              <a:schemeClr val="tx2"/>
            </a:solidFill>
            <a:miter lim="800000"/>
            <a:headEnd/>
            <a:tailEnd/>
          </a:ln>
        </p:spPr>
        <p:txBody>
          <a:bodyPr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1300">
                <a:solidFill>
                  <a:schemeClr val="tx1"/>
                </a:solidFill>
              </a:rPr>
              <a:t>2</a:t>
            </a:r>
            <a:r>
              <a:rPr lang="fr-FR" altLang="fr-FR" sz="1300" baseline="30000">
                <a:solidFill>
                  <a:schemeClr val="tx1"/>
                </a:solidFill>
              </a:rPr>
              <a:t>ème</a:t>
            </a:r>
            <a:r>
              <a:rPr lang="fr-FR" altLang="fr-FR" sz="1300">
                <a:solidFill>
                  <a:schemeClr val="tx1"/>
                </a:solidFill>
              </a:rPr>
              <a:t> simulation Kanban avec un flux tendu</a:t>
            </a:r>
          </a:p>
        </p:txBody>
      </p:sp>
      <p:sp>
        <p:nvSpPr>
          <p:cNvPr id="9229" name="Rectangle 17"/>
          <p:cNvSpPr>
            <a:spLocks noChangeArrowheads="1"/>
          </p:cNvSpPr>
          <p:nvPr/>
        </p:nvSpPr>
        <p:spPr bwMode="auto">
          <a:xfrm>
            <a:off x="3216275" y="4538663"/>
            <a:ext cx="2339975" cy="522287"/>
          </a:xfrm>
          <a:prstGeom prst="rect">
            <a:avLst/>
          </a:prstGeom>
          <a:solidFill>
            <a:srgbClr val="FFFF99"/>
          </a:solidFill>
          <a:ln w="6350" algn="ctr">
            <a:solidFill>
              <a:schemeClr val="tx2"/>
            </a:solidFill>
            <a:miter lim="800000"/>
            <a:headEnd/>
            <a:tailEnd/>
          </a:ln>
        </p:spPr>
        <p:txBody>
          <a:bodyPr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1300">
                <a:solidFill>
                  <a:schemeClr val="tx1"/>
                </a:solidFill>
              </a:rPr>
              <a:t>3</a:t>
            </a:r>
            <a:r>
              <a:rPr lang="fr-FR" altLang="fr-FR" sz="1300" baseline="30000">
                <a:solidFill>
                  <a:schemeClr val="tx1"/>
                </a:solidFill>
              </a:rPr>
              <a:t>ème</a:t>
            </a:r>
            <a:r>
              <a:rPr lang="fr-FR" altLang="fr-FR" sz="1300">
                <a:solidFill>
                  <a:schemeClr val="tx1"/>
                </a:solidFill>
              </a:rPr>
              <a:t> simulation Kanban avec un stock très faible</a:t>
            </a:r>
          </a:p>
        </p:txBody>
      </p:sp>
      <p:sp>
        <p:nvSpPr>
          <p:cNvPr id="9230" name="AutoShape 20"/>
          <p:cNvSpPr>
            <a:spLocks noChangeArrowheads="1"/>
          </p:cNvSpPr>
          <p:nvPr/>
        </p:nvSpPr>
        <p:spPr bwMode="auto">
          <a:xfrm>
            <a:off x="5727700" y="2987675"/>
            <a:ext cx="2576513" cy="1079500"/>
          </a:xfrm>
          <a:prstGeom prst="leftArrowCallout">
            <a:avLst>
              <a:gd name="adj1" fmla="val 25000"/>
              <a:gd name="adj2" fmla="val 25000"/>
              <a:gd name="adj3" fmla="val 39779"/>
              <a:gd name="adj4" fmla="val 74185"/>
            </a:avLst>
          </a:prstGeom>
          <a:solidFill>
            <a:srgbClr val="FFFF99"/>
          </a:solidFill>
          <a:ln w="6350" algn="ctr">
            <a:solidFill>
              <a:schemeClr val="tx2"/>
            </a:solidFill>
            <a:miter lim="800000"/>
            <a:headEnd/>
            <a:tailEnd/>
          </a:ln>
        </p:spPr>
        <p:txBody>
          <a:bodyPr lIns="54000" rIns="54000" anchor="ctr" anchorCtr="1"/>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lnSpc>
                <a:spcPct val="120000"/>
              </a:lnSpc>
              <a:spcBef>
                <a:spcPct val="0"/>
              </a:spcBef>
              <a:buFontTx/>
              <a:buNone/>
            </a:pPr>
            <a:r>
              <a:rPr lang="fr-FR" altLang="fr-FR" sz="1300">
                <a:solidFill>
                  <a:schemeClr val="tx1"/>
                </a:solidFill>
              </a:rPr>
              <a:t>A partir de la semaine 2 des progrès sont décidés par les équipes (SMED, qualité, etc.)</a:t>
            </a:r>
          </a:p>
        </p:txBody>
      </p:sp>
      <p:sp>
        <p:nvSpPr>
          <p:cNvPr id="9231" name="Text Box 23"/>
          <p:cNvSpPr txBox="1">
            <a:spLocks noChangeArrowheads="1"/>
          </p:cNvSpPr>
          <p:nvPr/>
        </p:nvSpPr>
        <p:spPr bwMode="auto">
          <a:xfrm>
            <a:off x="361950" y="1243013"/>
            <a:ext cx="552450" cy="2905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r" eaLnBrk="1" hangingPunct="1">
              <a:spcBef>
                <a:spcPct val="0"/>
              </a:spcBef>
              <a:buFontTx/>
              <a:buNone/>
            </a:pPr>
            <a:r>
              <a:rPr lang="fr-FR" altLang="fr-FR" sz="1300">
                <a:solidFill>
                  <a:schemeClr val="tx1"/>
                </a:solidFill>
              </a:rPr>
              <a:t>1h30</a:t>
            </a:r>
          </a:p>
        </p:txBody>
      </p:sp>
      <p:sp>
        <p:nvSpPr>
          <p:cNvPr id="9232" name="Text Box 24"/>
          <p:cNvSpPr txBox="1">
            <a:spLocks noChangeArrowheads="1"/>
          </p:cNvSpPr>
          <p:nvPr/>
        </p:nvSpPr>
        <p:spPr bwMode="auto">
          <a:xfrm>
            <a:off x="225425" y="1992313"/>
            <a:ext cx="727075" cy="2905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r" eaLnBrk="1" hangingPunct="1">
              <a:spcBef>
                <a:spcPct val="0"/>
              </a:spcBef>
              <a:buFontTx/>
              <a:buNone/>
            </a:pPr>
            <a:r>
              <a:rPr lang="fr-FR" altLang="fr-FR" sz="1300">
                <a:solidFill>
                  <a:schemeClr val="tx1"/>
                </a:solidFill>
              </a:rPr>
              <a:t>45 min.</a:t>
            </a:r>
          </a:p>
        </p:txBody>
      </p:sp>
      <p:sp>
        <p:nvSpPr>
          <p:cNvPr id="9233" name="Text Box 25"/>
          <p:cNvSpPr txBox="1">
            <a:spLocks noChangeArrowheads="1"/>
          </p:cNvSpPr>
          <p:nvPr/>
        </p:nvSpPr>
        <p:spPr bwMode="auto">
          <a:xfrm>
            <a:off x="225425" y="2635250"/>
            <a:ext cx="727075" cy="2905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r" eaLnBrk="1" hangingPunct="1">
              <a:spcBef>
                <a:spcPct val="0"/>
              </a:spcBef>
              <a:buFontTx/>
              <a:buNone/>
            </a:pPr>
            <a:r>
              <a:rPr lang="fr-FR" altLang="fr-FR" sz="1300">
                <a:solidFill>
                  <a:schemeClr val="tx1"/>
                </a:solidFill>
              </a:rPr>
              <a:t>30 min.</a:t>
            </a:r>
          </a:p>
        </p:txBody>
      </p:sp>
      <p:sp>
        <p:nvSpPr>
          <p:cNvPr id="9234" name="Text Box 26"/>
          <p:cNvSpPr txBox="1">
            <a:spLocks noChangeArrowheads="1"/>
          </p:cNvSpPr>
          <p:nvPr/>
        </p:nvSpPr>
        <p:spPr bwMode="auto">
          <a:xfrm>
            <a:off x="225425" y="3309938"/>
            <a:ext cx="727075" cy="2905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r" eaLnBrk="1" hangingPunct="1">
              <a:spcBef>
                <a:spcPct val="0"/>
              </a:spcBef>
              <a:buFontTx/>
              <a:buNone/>
            </a:pPr>
            <a:r>
              <a:rPr lang="fr-FR" altLang="fr-FR" sz="1300">
                <a:solidFill>
                  <a:schemeClr val="tx1"/>
                </a:solidFill>
              </a:rPr>
              <a:t>45 min.</a:t>
            </a:r>
          </a:p>
        </p:txBody>
      </p:sp>
      <p:sp>
        <p:nvSpPr>
          <p:cNvPr id="9235" name="Text Box 27"/>
          <p:cNvSpPr txBox="1">
            <a:spLocks noChangeArrowheads="1"/>
          </p:cNvSpPr>
          <p:nvPr/>
        </p:nvSpPr>
        <p:spPr bwMode="auto">
          <a:xfrm>
            <a:off x="225425" y="3952875"/>
            <a:ext cx="727075" cy="2905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r" eaLnBrk="1" hangingPunct="1">
              <a:spcBef>
                <a:spcPct val="0"/>
              </a:spcBef>
              <a:buFontTx/>
              <a:buNone/>
            </a:pPr>
            <a:r>
              <a:rPr lang="fr-FR" altLang="fr-FR" sz="1300">
                <a:solidFill>
                  <a:schemeClr val="tx1"/>
                </a:solidFill>
              </a:rPr>
              <a:t>30 min.</a:t>
            </a:r>
          </a:p>
        </p:txBody>
      </p:sp>
      <p:sp>
        <p:nvSpPr>
          <p:cNvPr id="9236" name="Text Box 28"/>
          <p:cNvSpPr txBox="1">
            <a:spLocks noChangeArrowheads="1"/>
          </p:cNvSpPr>
          <p:nvPr/>
        </p:nvSpPr>
        <p:spPr bwMode="auto">
          <a:xfrm>
            <a:off x="225425" y="4648200"/>
            <a:ext cx="727075" cy="2905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r" eaLnBrk="1" hangingPunct="1">
              <a:spcBef>
                <a:spcPct val="0"/>
              </a:spcBef>
              <a:buFontTx/>
              <a:buNone/>
            </a:pPr>
            <a:r>
              <a:rPr lang="fr-FR" altLang="fr-FR" sz="1300">
                <a:solidFill>
                  <a:schemeClr val="tx1"/>
                </a:solidFill>
              </a:rPr>
              <a:t>30 min.</a:t>
            </a:r>
          </a:p>
        </p:txBody>
      </p:sp>
      <p:sp>
        <p:nvSpPr>
          <p:cNvPr id="9237" name="Text Box 30"/>
          <p:cNvSpPr txBox="1">
            <a:spLocks noChangeArrowheads="1"/>
          </p:cNvSpPr>
          <p:nvPr/>
        </p:nvSpPr>
        <p:spPr bwMode="auto">
          <a:xfrm>
            <a:off x="1427163" y="6175375"/>
            <a:ext cx="1296987" cy="304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1400">
                <a:solidFill>
                  <a:schemeClr val="tx1"/>
                </a:solidFill>
              </a:rPr>
              <a:t>fin de la partie</a:t>
            </a:r>
          </a:p>
        </p:txBody>
      </p:sp>
      <p:sp>
        <p:nvSpPr>
          <p:cNvPr id="9238" name="Rectangle 31"/>
          <p:cNvSpPr>
            <a:spLocks noChangeArrowheads="1"/>
          </p:cNvSpPr>
          <p:nvPr/>
        </p:nvSpPr>
        <p:spPr bwMode="auto">
          <a:xfrm>
            <a:off x="915988" y="5230813"/>
            <a:ext cx="2157412" cy="407987"/>
          </a:xfrm>
          <a:prstGeom prst="rect">
            <a:avLst/>
          </a:prstGeom>
          <a:solidFill>
            <a:schemeClr val="bg1"/>
          </a:solidFill>
          <a:ln w="6350" algn="ctr">
            <a:solidFill>
              <a:schemeClr val="tx2"/>
            </a:solidFill>
            <a:miter lim="800000"/>
            <a:headEnd/>
            <a:tailEnd/>
          </a:ln>
        </p:spPr>
        <p:txBody>
          <a:bodyPr anchor="ctr" anchorCtr="1"/>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1400">
                <a:solidFill>
                  <a:schemeClr val="tx1"/>
                </a:solidFill>
              </a:rPr>
              <a:t>7. Résultats - Synthèse</a:t>
            </a:r>
          </a:p>
        </p:txBody>
      </p:sp>
      <p:sp>
        <p:nvSpPr>
          <p:cNvPr id="9239" name="Text Box 32"/>
          <p:cNvSpPr txBox="1">
            <a:spLocks noChangeArrowheads="1"/>
          </p:cNvSpPr>
          <p:nvPr/>
        </p:nvSpPr>
        <p:spPr bwMode="auto">
          <a:xfrm>
            <a:off x="207963" y="5289550"/>
            <a:ext cx="727075" cy="2905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r" eaLnBrk="1" hangingPunct="1">
              <a:spcBef>
                <a:spcPct val="0"/>
              </a:spcBef>
              <a:buFontTx/>
              <a:buNone/>
            </a:pPr>
            <a:r>
              <a:rPr lang="fr-FR" altLang="fr-FR" sz="1300">
                <a:solidFill>
                  <a:schemeClr val="tx1"/>
                </a:solidFill>
              </a:rPr>
              <a:t>30 min.</a:t>
            </a:r>
          </a:p>
        </p:txBody>
      </p:sp>
      <p:sp>
        <p:nvSpPr>
          <p:cNvPr id="9240" name="Text Box 33"/>
          <p:cNvSpPr txBox="1">
            <a:spLocks noChangeArrowheads="1"/>
          </p:cNvSpPr>
          <p:nvPr/>
        </p:nvSpPr>
        <p:spPr bwMode="auto">
          <a:xfrm>
            <a:off x="295275" y="6176963"/>
            <a:ext cx="971550" cy="304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r" eaLnBrk="1" hangingPunct="1">
              <a:spcBef>
                <a:spcPct val="0"/>
              </a:spcBef>
              <a:buFontTx/>
              <a:buNone/>
            </a:pPr>
            <a:r>
              <a:rPr lang="fr-FR" altLang="fr-FR" sz="1400">
                <a:solidFill>
                  <a:schemeClr val="tx1"/>
                </a:solidFill>
              </a:rPr>
              <a:t>Total :  5h</a:t>
            </a:r>
          </a:p>
        </p:txBody>
      </p:sp>
      <p:pic>
        <p:nvPicPr>
          <p:cNvPr id="27" name="Picture 2" descr="C:\Users\BertrandS\Dropbox\Jeux\00. CONCEPTION DES JEUX\photos\Bureau Une Femme 29\iStock_000002139332_Medium ALLEGE.jpg"/>
          <p:cNvPicPr>
            <a:picLocks noChangeAspect="1" noChangeArrowheads="1"/>
          </p:cNvPicPr>
          <p:nvPr/>
        </p:nvPicPr>
        <p:blipFill rotWithShape="1">
          <a:blip r:embed="rId3" cstate="print">
            <a:clrChange>
              <a:clrFrom>
                <a:srgbClr val="FFFFFF"/>
              </a:clrFrom>
              <a:clrTo>
                <a:srgbClr val="FFFFFF">
                  <a:alpha val="0"/>
                </a:srgbClr>
              </a:clrTo>
            </a:clrChange>
            <a:extLst>
              <a:ext uri="{28A0092B-C50C-407E-A947-70E740481C1C}">
                <a14:useLocalDpi xmlns:a14="http://schemas.microsoft.com/office/drawing/2010/main" val="0"/>
              </a:ext>
            </a:extLst>
          </a:blip>
          <a:srcRect b="26675"/>
          <a:stretch/>
        </p:blipFill>
        <p:spPr bwMode="auto">
          <a:xfrm>
            <a:off x="8248783" y="45838"/>
            <a:ext cx="815481" cy="947302"/>
          </a:xfrm>
          <a:prstGeom prst="rect">
            <a:avLst/>
          </a:prstGeom>
          <a:solidFill>
            <a:schemeClr val="bg1"/>
          </a:solidFill>
          <a:ln w="12700">
            <a:solidFill>
              <a:srgbClr val="27A8E0"/>
            </a:solidFill>
          </a:ln>
          <a:effectLst>
            <a:outerShdw blurRad="25400" dist="50800" dir="2700000" algn="ctr" rotWithShape="0">
              <a:srgbClr val="27A8E0"/>
            </a:outerShdw>
          </a:effectLst>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242" name="AutoShape 2"/>
          <p:cNvSpPr>
            <a:spLocks noChangeArrowheads="1"/>
          </p:cNvSpPr>
          <p:nvPr/>
        </p:nvSpPr>
        <p:spPr bwMode="auto">
          <a:xfrm>
            <a:off x="1609725" y="1766888"/>
            <a:ext cx="484188" cy="4405312"/>
          </a:xfrm>
          <a:prstGeom prst="downArrow">
            <a:avLst>
              <a:gd name="adj1" fmla="val 46889"/>
              <a:gd name="adj2" fmla="val 55138"/>
            </a:avLst>
          </a:prstGeom>
          <a:solidFill>
            <a:srgbClr val="FFFF99"/>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10243" name="Rectangle 3"/>
          <p:cNvSpPr>
            <a:spLocks noGrp="1" noChangeArrowheads="1"/>
          </p:cNvSpPr>
          <p:nvPr>
            <p:ph type="title"/>
          </p:nvPr>
        </p:nvSpPr>
        <p:spPr/>
        <p:txBody>
          <a:bodyPr/>
          <a:lstStyle/>
          <a:p>
            <a:pPr eaLnBrk="1" hangingPunct="1"/>
            <a:r>
              <a:rPr lang="fr-FR" altLang="fr-FR"/>
              <a:t>Déroulement de la simulation</a:t>
            </a:r>
          </a:p>
        </p:txBody>
      </p:sp>
      <p:sp>
        <p:nvSpPr>
          <p:cNvPr id="10244" name="Rectangle 4"/>
          <p:cNvSpPr>
            <a:spLocks noChangeArrowheads="1"/>
          </p:cNvSpPr>
          <p:nvPr/>
        </p:nvSpPr>
        <p:spPr bwMode="auto">
          <a:xfrm>
            <a:off x="658813" y="1036638"/>
            <a:ext cx="2157412" cy="731837"/>
          </a:xfrm>
          <a:prstGeom prst="rect">
            <a:avLst/>
          </a:prstGeom>
          <a:solidFill>
            <a:schemeClr val="bg1"/>
          </a:solidFill>
          <a:ln w="6350" algn="ctr">
            <a:solidFill>
              <a:schemeClr val="tx2"/>
            </a:solidFill>
            <a:miter lim="800000"/>
            <a:headEnd/>
            <a:tailEnd/>
          </a:ln>
        </p:spPr>
        <p:txBody>
          <a:bodyPr anchor="ctr" anchorCtr="1"/>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1400">
                <a:solidFill>
                  <a:schemeClr val="tx1"/>
                </a:solidFill>
              </a:rPr>
              <a:t>1. Présentation du jeu + préparation du planning de production</a:t>
            </a:r>
          </a:p>
        </p:txBody>
      </p:sp>
      <p:sp>
        <p:nvSpPr>
          <p:cNvPr id="10245" name="Rectangle 5"/>
          <p:cNvSpPr>
            <a:spLocks noChangeArrowheads="1"/>
          </p:cNvSpPr>
          <p:nvPr/>
        </p:nvSpPr>
        <p:spPr bwMode="auto">
          <a:xfrm>
            <a:off x="654050" y="1962150"/>
            <a:ext cx="2166938" cy="407988"/>
          </a:xfrm>
          <a:prstGeom prst="rect">
            <a:avLst/>
          </a:prstGeom>
          <a:solidFill>
            <a:schemeClr val="bg1"/>
          </a:solidFill>
          <a:ln w="6350" algn="ctr">
            <a:solidFill>
              <a:schemeClr val="tx2"/>
            </a:solidFill>
            <a:miter lim="800000"/>
            <a:headEnd/>
            <a:tailEnd/>
          </a:ln>
        </p:spPr>
        <p:txBody>
          <a:bodyPr anchor="ctr" anchorCtr="1"/>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1400">
                <a:solidFill>
                  <a:schemeClr val="bg2"/>
                </a:solidFill>
              </a:rPr>
              <a:t>2. Simulation semaine 1</a:t>
            </a:r>
          </a:p>
        </p:txBody>
      </p:sp>
      <p:sp>
        <p:nvSpPr>
          <p:cNvPr id="10246" name="Rectangle 6"/>
          <p:cNvSpPr>
            <a:spLocks noChangeArrowheads="1"/>
          </p:cNvSpPr>
          <p:nvPr/>
        </p:nvSpPr>
        <p:spPr bwMode="auto">
          <a:xfrm>
            <a:off x="658813" y="3268663"/>
            <a:ext cx="2157412" cy="407987"/>
          </a:xfrm>
          <a:prstGeom prst="rect">
            <a:avLst/>
          </a:prstGeom>
          <a:solidFill>
            <a:schemeClr val="bg1"/>
          </a:solidFill>
          <a:ln w="6350" algn="ctr">
            <a:solidFill>
              <a:schemeClr val="tx2"/>
            </a:solidFill>
            <a:miter lim="800000"/>
            <a:headEnd/>
            <a:tailEnd/>
          </a:ln>
        </p:spPr>
        <p:txBody>
          <a:bodyPr anchor="ctr" anchorCtr="1"/>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1400">
                <a:solidFill>
                  <a:schemeClr val="bg2"/>
                </a:solidFill>
              </a:rPr>
              <a:t>4. Simulation semaine 2</a:t>
            </a:r>
          </a:p>
        </p:txBody>
      </p:sp>
      <p:sp>
        <p:nvSpPr>
          <p:cNvPr id="10247" name="Rectangle 7"/>
          <p:cNvSpPr>
            <a:spLocks noChangeArrowheads="1"/>
          </p:cNvSpPr>
          <p:nvPr/>
        </p:nvSpPr>
        <p:spPr bwMode="auto">
          <a:xfrm>
            <a:off x="658813" y="3922713"/>
            <a:ext cx="2157412" cy="407987"/>
          </a:xfrm>
          <a:prstGeom prst="rect">
            <a:avLst/>
          </a:prstGeom>
          <a:solidFill>
            <a:schemeClr val="bg1"/>
          </a:solidFill>
          <a:ln w="6350" algn="ctr">
            <a:solidFill>
              <a:schemeClr val="tx2"/>
            </a:solidFill>
            <a:miter lim="800000"/>
            <a:headEnd/>
            <a:tailEnd/>
          </a:ln>
        </p:spPr>
        <p:txBody>
          <a:bodyPr anchor="ctr" anchorCtr="1"/>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1400">
                <a:solidFill>
                  <a:schemeClr val="bg2"/>
                </a:solidFill>
              </a:rPr>
              <a:t>5. Simulation semaine 3</a:t>
            </a:r>
          </a:p>
        </p:txBody>
      </p:sp>
      <p:sp>
        <p:nvSpPr>
          <p:cNvPr id="10248" name="Rectangle 8"/>
          <p:cNvSpPr>
            <a:spLocks noChangeArrowheads="1"/>
          </p:cNvSpPr>
          <p:nvPr/>
        </p:nvSpPr>
        <p:spPr bwMode="auto">
          <a:xfrm>
            <a:off x="658813" y="2614613"/>
            <a:ext cx="2157412" cy="407987"/>
          </a:xfrm>
          <a:prstGeom prst="rect">
            <a:avLst/>
          </a:prstGeom>
          <a:solidFill>
            <a:schemeClr val="bg1"/>
          </a:solidFill>
          <a:ln w="6350" algn="ctr">
            <a:solidFill>
              <a:schemeClr val="tx2"/>
            </a:solidFill>
            <a:miter lim="800000"/>
            <a:headEnd/>
            <a:tailEnd/>
          </a:ln>
        </p:spPr>
        <p:txBody>
          <a:bodyPr anchor="ctr" anchorCtr="1"/>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1400">
                <a:solidFill>
                  <a:schemeClr val="bg2"/>
                </a:solidFill>
              </a:rPr>
              <a:t>3. Mise en place des tickets Kanban</a:t>
            </a:r>
          </a:p>
        </p:txBody>
      </p:sp>
      <p:sp>
        <p:nvSpPr>
          <p:cNvPr id="10249" name="Rectangle 11"/>
          <p:cNvSpPr>
            <a:spLocks noChangeArrowheads="1"/>
          </p:cNvSpPr>
          <p:nvPr/>
        </p:nvSpPr>
        <p:spPr bwMode="auto">
          <a:xfrm>
            <a:off x="658813" y="4576763"/>
            <a:ext cx="2157412" cy="407987"/>
          </a:xfrm>
          <a:prstGeom prst="rect">
            <a:avLst/>
          </a:prstGeom>
          <a:solidFill>
            <a:schemeClr val="bg1"/>
          </a:solidFill>
          <a:ln w="6350" algn="ctr">
            <a:solidFill>
              <a:schemeClr val="tx2"/>
            </a:solidFill>
            <a:miter lim="800000"/>
            <a:headEnd/>
            <a:tailEnd/>
          </a:ln>
        </p:spPr>
        <p:txBody>
          <a:bodyPr anchor="ctr" anchorCtr="1"/>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1400">
                <a:solidFill>
                  <a:schemeClr val="bg2"/>
                </a:solidFill>
              </a:rPr>
              <a:t>6. Simulation semaine 4</a:t>
            </a:r>
          </a:p>
        </p:txBody>
      </p:sp>
      <p:sp>
        <p:nvSpPr>
          <p:cNvPr id="10250" name="Text Box 15"/>
          <p:cNvSpPr txBox="1">
            <a:spLocks noChangeArrowheads="1"/>
          </p:cNvSpPr>
          <p:nvPr/>
        </p:nvSpPr>
        <p:spPr bwMode="auto">
          <a:xfrm>
            <a:off x="114300" y="1243013"/>
            <a:ext cx="552450" cy="2905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r" eaLnBrk="1" hangingPunct="1">
              <a:spcBef>
                <a:spcPct val="0"/>
              </a:spcBef>
              <a:buFontTx/>
              <a:buNone/>
            </a:pPr>
            <a:r>
              <a:rPr lang="fr-FR" altLang="fr-FR" sz="1300">
                <a:solidFill>
                  <a:schemeClr val="tx1"/>
                </a:solidFill>
              </a:rPr>
              <a:t>1h15</a:t>
            </a:r>
          </a:p>
        </p:txBody>
      </p:sp>
      <p:sp>
        <p:nvSpPr>
          <p:cNvPr id="10251" name="Text Box 21"/>
          <p:cNvSpPr txBox="1">
            <a:spLocks noChangeArrowheads="1"/>
          </p:cNvSpPr>
          <p:nvPr/>
        </p:nvSpPr>
        <p:spPr bwMode="auto">
          <a:xfrm>
            <a:off x="1169988" y="6175375"/>
            <a:ext cx="1296987" cy="304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1400">
                <a:solidFill>
                  <a:schemeClr val="bg2"/>
                </a:solidFill>
              </a:rPr>
              <a:t>fin de la partie</a:t>
            </a:r>
          </a:p>
        </p:txBody>
      </p:sp>
      <p:sp>
        <p:nvSpPr>
          <p:cNvPr id="10252" name="Rectangle 22"/>
          <p:cNvSpPr>
            <a:spLocks noChangeArrowheads="1"/>
          </p:cNvSpPr>
          <p:nvPr/>
        </p:nvSpPr>
        <p:spPr bwMode="auto">
          <a:xfrm>
            <a:off x="658813" y="5230813"/>
            <a:ext cx="2157412" cy="407987"/>
          </a:xfrm>
          <a:prstGeom prst="rect">
            <a:avLst/>
          </a:prstGeom>
          <a:solidFill>
            <a:schemeClr val="bg1"/>
          </a:solidFill>
          <a:ln w="6350" algn="ctr">
            <a:solidFill>
              <a:schemeClr val="tx2"/>
            </a:solidFill>
            <a:miter lim="800000"/>
            <a:headEnd/>
            <a:tailEnd/>
          </a:ln>
        </p:spPr>
        <p:txBody>
          <a:bodyPr anchor="ctr" anchorCtr="1"/>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1400">
                <a:solidFill>
                  <a:schemeClr val="bg2"/>
                </a:solidFill>
              </a:rPr>
              <a:t>7. Résultats - Synthèse</a:t>
            </a:r>
          </a:p>
        </p:txBody>
      </p:sp>
      <p:sp>
        <p:nvSpPr>
          <p:cNvPr id="10253" name="Text Box 23"/>
          <p:cNvSpPr txBox="1">
            <a:spLocks noChangeArrowheads="1"/>
          </p:cNvSpPr>
          <p:nvPr/>
        </p:nvSpPr>
        <p:spPr bwMode="auto">
          <a:xfrm>
            <a:off x="3182938" y="841375"/>
            <a:ext cx="5454650" cy="16795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eaLnBrk="1" hangingPunct="1">
              <a:spcBef>
                <a:spcPct val="0"/>
              </a:spcBef>
              <a:buFontTx/>
              <a:buNone/>
            </a:pPr>
            <a:r>
              <a:rPr lang="fr-FR" altLang="fr-FR" sz="1300" b="1">
                <a:solidFill>
                  <a:schemeClr val="tx1"/>
                </a:solidFill>
              </a:rPr>
              <a:t>1a.</a:t>
            </a:r>
            <a:r>
              <a:rPr lang="fr-FR" altLang="fr-FR" sz="1300">
                <a:solidFill>
                  <a:schemeClr val="tx1"/>
                </a:solidFill>
              </a:rPr>
              <a:t> L’animateur prépare la salle puis présente les règles du jeu aux participants à l’aide du diaporama. Il distribue du matériel à chaque équipe.</a:t>
            </a:r>
          </a:p>
          <a:p>
            <a:pPr eaLnBrk="1" hangingPunct="1">
              <a:spcBef>
                <a:spcPct val="0"/>
              </a:spcBef>
              <a:buFontTx/>
              <a:buNone/>
            </a:pPr>
            <a:endParaRPr lang="fr-FR" altLang="fr-FR" sz="1300">
              <a:solidFill>
                <a:schemeClr val="tx1"/>
              </a:solidFill>
            </a:endParaRPr>
          </a:p>
          <a:p>
            <a:pPr eaLnBrk="1" hangingPunct="1">
              <a:spcBef>
                <a:spcPct val="0"/>
              </a:spcBef>
              <a:buFontTx/>
              <a:buNone/>
            </a:pPr>
            <a:r>
              <a:rPr lang="fr-FR" altLang="fr-FR" sz="1300" b="1">
                <a:solidFill>
                  <a:schemeClr val="tx1"/>
                </a:solidFill>
              </a:rPr>
              <a:t>1b.</a:t>
            </a:r>
            <a:r>
              <a:rPr lang="fr-FR" altLang="fr-FR" sz="1300">
                <a:solidFill>
                  <a:schemeClr val="tx1"/>
                </a:solidFill>
              </a:rPr>
              <a:t> Chaque équipe doit « planifier sa production », c’est-à-dire décider combien elle veut produire pour la semaine sur chacun des postes de travail. </a:t>
            </a:r>
          </a:p>
          <a:p>
            <a:pPr eaLnBrk="1" hangingPunct="1">
              <a:spcBef>
                <a:spcPct val="0"/>
              </a:spcBef>
              <a:buFontTx/>
              <a:buNone/>
            </a:pPr>
            <a:endParaRPr lang="fr-FR" altLang="fr-FR" sz="1300">
              <a:solidFill>
                <a:schemeClr val="tx1"/>
              </a:solidFill>
            </a:endParaRPr>
          </a:p>
        </p:txBody>
      </p:sp>
      <p:pic>
        <p:nvPicPr>
          <p:cNvPr id="16" name="Picture 2" descr="C:\Users\BertrandS\Dropbox\Jeux\00. CONCEPTION DES JEUX\photos\Bureau Une Femme 29\iStock_000002139332_Medium ALLEGE.jpg"/>
          <p:cNvPicPr>
            <a:picLocks noChangeAspect="1" noChangeArrowheads="1"/>
          </p:cNvPicPr>
          <p:nvPr/>
        </p:nvPicPr>
        <p:blipFill rotWithShape="1">
          <a:blip r:embed="rId3" cstate="print">
            <a:clrChange>
              <a:clrFrom>
                <a:srgbClr val="FFFFFF"/>
              </a:clrFrom>
              <a:clrTo>
                <a:srgbClr val="FFFFFF">
                  <a:alpha val="0"/>
                </a:srgbClr>
              </a:clrTo>
            </a:clrChange>
            <a:extLst>
              <a:ext uri="{28A0092B-C50C-407E-A947-70E740481C1C}">
                <a14:useLocalDpi xmlns:a14="http://schemas.microsoft.com/office/drawing/2010/main" val="0"/>
              </a:ext>
            </a:extLst>
          </a:blip>
          <a:srcRect b="26675"/>
          <a:stretch/>
        </p:blipFill>
        <p:spPr bwMode="auto">
          <a:xfrm>
            <a:off x="8248783" y="45838"/>
            <a:ext cx="815481" cy="947302"/>
          </a:xfrm>
          <a:prstGeom prst="rect">
            <a:avLst/>
          </a:prstGeom>
          <a:solidFill>
            <a:schemeClr val="bg1"/>
          </a:solidFill>
          <a:ln w="12700">
            <a:solidFill>
              <a:srgbClr val="27A8E0"/>
            </a:solidFill>
          </a:ln>
          <a:effectLst>
            <a:outerShdw blurRad="25400" dist="50800" dir="2700000" algn="ctr" rotWithShape="0">
              <a:srgbClr val="27A8E0"/>
            </a:outerShdw>
          </a:effectLst>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66" name="AutoShape 2"/>
          <p:cNvSpPr>
            <a:spLocks noChangeArrowheads="1"/>
          </p:cNvSpPr>
          <p:nvPr/>
        </p:nvSpPr>
        <p:spPr bwMode="auto">
          <a:xfrm>
            <a:off x="1771650" y="1766888"/>
            <a:ext cx="484188" cy="4405312"/>
          </a:xfrm>
          <a:prstGeom prst="downArrow">
            <a:avLst>
              <a:gd name="adj1" fmla="val 46889"/>
              <a:gd name="adj2" fmla="val 55138"/>
            </a:avLst>
          </a:prstGeom>
          <a:solidFill>
            <a:srgbClr val="FFFF99"/>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11267" name="Rectangle 3"/>
          <p:cNvSpPr>
            <a:spLocks noGrp="1" noChangeArrowheads="1"/>
          </p:cNvSpPr>
          <p:nvPr>
            <p:ph type="title"/>
          </p:nvPr>
        </p:nvSpPr>
        <p:spPr/>
        <p:txBody>
          <a:bodyPr/>
          <a:lstStyle/>
          <a:p>
            <a:pPr eaLnBrk="1" hangingPunct="1"/>
            <a:r>
              <a:rPr lang="fr-FR" altLang="fr-FR"/>
              <a:t>Vue d’ensemble de la simulation</a:t>
            </a:r>
          </a:p>
        </p:txBody>
      </p:sp>
      <p:sp>
        <p:nvSpPr>
          <p:cNvPr id="11268" name="Rectangle 4"/>
          <p:cNvSpPr>
            <a:spLocks noChangeArrowheads="1"/>
          </p:cNvSpPr>
          <p:nvPr/>
        </p:nvSpPr>
        <p:spPr bwMode="auto">
          <a:xfrm>
            <a:off x="820738" y="1036638"/>
            <a:ext cx="2157412" cy="731837"/>
          </a:xfrm>
          <a:prstGeom prst="rect">
            <a:avLst/>
          </a:prstGeom>
          <a:noFill/>
          <a:ln w="6350" algn="ctr">
            <a:solidFill>
              <a:schemeClr val="tx2"/>
            </a:solidFill>
            <a:miter lim="800000"/>
            <a:headEnd/>
            <a:tailEnd/>
          </a:ln>
          <a:extLst>
            <a:ext uri="{909E8E84-426E-40DD-AFC4-6F175D3DCCD1}">
              <a14:hiddenFill xmlns:a14="http://schemas.microsoft.com/office/drawing/2010/main">
                <a:solidFill>
                  <a:srgbClr val="FFFFFF"/>
                </a:solidFill>
              </a14:hiddenFill>
            </a:ext>
          </a:extLst>
        </p:spPr>
        <p:txBody>
          <a:bodyPr anchor="ctr" anchorCtr="1"/>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1400">
                <a:solidFill>
                  <a:schemeClr val="bg2"/>
                </a:solidFill>
              </a:rPr>
              <a:t>1. Présentation du jeu + préparation du planning de production</a:t>
            </a:r>
          </a:p>
        </p:txBody>
      </p:sp>
      <p:sp>
        <p:nvSpPr>
          <p:cNvPr id="11269" name="Rectangle 5"/>
          <p:cNvSpPr>
            <a:spLocks noChangeArrowheads="1"/>
          </p:cNvSpPr>
          <p:nvPr/>
        </p:nvSpPr>
        <p:spPr bwMode="auto">
          <a:xfrm>
            <a:off x="815975" y="1962150"/>
            <a:ext cx="2166938" cy="407988"/>
          </a:xfrm>
          <a:prstGeom prst="rect">
            <a:avLst/>
          </a:prstGeom>
          <a:solidFill>
            <a:schemeClr val="bg1"/>
          </a:solidFill>
          <a:ln w="6350" algn="ctr">
            <a:solidFill>
              <a:schemeClr val="tx2"/>
            </a:solidFill>
            <a:miter lim="800000"/>
            <a:headEnd/>
            <a:tailEnd/>
          </a:ln>
        </p:spPr>
        <p:txBody>
          <a:bodyPr anchor="ctr" anchorCtr="1"/>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1400">
                <a:solidFill>
                  <a:schemeClr val="tx1"/>
                </a:solidFill>
              </a:rPr>
              <a:t>2. Simulation semaine 1</a:t>
            </a:r>
          </a:p>
        </p:txBody>
      </p:sp>
      <p:sp>
        <p:nvSpPr>
          <p:cNvPr id="11270" name="Rectangle 6"/>
          <p:cNvSpPr>
            <a:spLocks noChangeArrowheads="1"/>
          </p:cNvSpPr>
          <p:nvPr/>
        </p:nvSpPr>
        <p:spPr bwMode="auto">
          <a:xfrm>
            <a:off x="820738" y="3268663"/>
            <a:ext cx="2157412" cy="407987"/>
          </a:xfrm>
          <a:prstGeom prst="rect">
            <a:avLst/>
          </a:prstGeom>
          <a:solidFill>
            <a:schemeClr val="bg1"/>
          </a:solidFill>
          <a:ln w="6350" algn="ctr">
            <a:solidFill>
              <a:schemeClr val="tx2"/>
            </a:solidFill>
            <a:miter lim="800000"/>
            <a:headEnd/>
            <a:tailEnd/>
          </a:ln>
        </p:spPr>
        <p:txBody>
          <a:bodyPr anchor="ctr" anchorCtr="1"/>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1400">
                <a:solidFill>
                  <a:schemeClr val="bg2"/>
                </a:solidFill>
              </a:rPr>
              <a:t>4. Simulation semaine 2</a:t>
            </a:r>
          </a:p>
        </p:txBody>
      </p:sp>
      <p:sp>
        <p:nvSpPr>
          <p:cNvPr id="11271" name="Rectangle 7"/>
          <p:cNvSpPr>
            <a:spLocks noChangeArrowheads="1"/>
          </p:cNvSpPr>
          <p:nvPr/>
        </p:nvSpPr>
        <p:spPr bwMode="auto">
          <a:xfrm>
            <a:off x="820738" y="3922713"/>
            <a:ext cx="2157412" cy="407987"/>
          </a:xfrm>
          <a:prstGeom prst="rect">
            <a:avLst/>
          </a:prstGeom>
          <a:solidFill>
            <a:schemeClr val="bg1"/>
          </a:solidFill>
          <a:ln w="6350" algn="ctr">
            <a:solidFill>
              <a:schemeClr val="tx2"/>
            </a:solidFill>
            <a:miter lim="800000"/>
            <a:headEnd/>
            <a:tailEnd/>
          </a:ln>
        </p:spPr>
        <p:txBody>
          <a:bodyPr anchor="ctr" anchorCtr="1"/>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1400">
                <a:solidFill>
                  <a:schemeClr val="bg2"/>
                </a:solidFill>
              </a:rPr>
              <a:t>5. Simulation semaine 3</a:t>
            </a:r>
          </a:p>
        </p:txBody>
      </p:sp>
      <p:sp>
        <p:nvSpPr>
          <p:cNvPr id="11272" name="Rectangle 8"/>
          <p:cNvSpPr>
            <a:spLocks noChangeArrowheads="1"/>
          </p:cNvSpPr>
          <p:nvPr/>
        </p:nvSpPr>
        <p:spPr bwMode="auto">
          <a:xfrm>
            <a:off x="820738" y="2571750"/>
            <a:ext cx="2157412" cy="492125"/>
          </a:xfrm>
          <a:prstGeom prst="rect">
            <a:avLst/>
          </a:prstGeom>
          <a:solidFill>
            <a:schemeClr val="bg1"/>
          </a:solidFill>
          <a:ln w="6350" algn="ctr">
            <a:solidFill>
              <a:schemeClr val="tx2"/>
            </a:solidFill>
            <a:miter lim="800000"/>
            <a:headEnd/>
            <a:tailEnd/>
          </a:ln>
        </p:spPr>
        <p:txBody>
          <a:bodyPr anchor="ctr" anchorCtr="1"/>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1400">
                <a:solidFill>
                  <a:schemeClr val="bg2"/>
                </a:solidFill>
              </a:rPr>
              <a:t>3. Mise en place des tickets Kanban</a:t>
            </a:r>
          </a:p>
        </p:txBody>
      </p:sp>
      <p:sp>
        <p:nvSpPr>
          <p:cNvPr id="11273" name="Rectangle 11"/>
          <p:cNvSpPr>
            <a:spLocks noChangeArrowheads="1"/>
          </p:cNvSpPr>
          <p:nvPr/>
        </p:nvSpPr>
        <p:spPr bwMode="auto">
          <a:xfrm>
            <a:off x="820738" y="4576763"/>
            <a:ext cx="2157412" cy="407987"/>
          </a:xfrm>
          <a:prstGeom prst="rect">
            <a:avLst/>
          </a:prstGeom>
          <a:solidFill>
            <a:schemeClr val="bg1"/>
          </a:solidFill>
          <a:ln w="6350" algn="ctr">
            <a:solidFill>
              <a:schemeClr val="tx2"/>
            </a:solidFill>
            <a:miter lim="800000"/>
            <a:headEnd/>
            <a:tailEnd/>
          </a:ln>
        </p:spPr>
        <p:txBody>
          <a:bodyPr anchor="ctr" anchorCtr="1"/>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1400">
                <a:solidFill>
                  <a:schemeClr val="bg2"/>
                </a:solidFill>
              </a:rPr>
              <a:t>6. Simulation semaine 4</a:t>
            </a:r>
          </a:p>
        </p:txBody>
      </p:sp>
      <p:sp>
        <p:nvSpPr>
          <p:cNvPr id="11274" name="Text Box 16"/>
          <p:cNvSpPr txBox="1">
            <a:spLocks noChangeArrowheads="1"/>
          </p:cNvSpPr>
          <p:nvPr/>
        </p:nvSpPr>
        <p:spPr bwMode="auto">
          <a:xfrm>
            <a:off x="130175" y="1992313"/>
            <a:ext cx="727075" cy="2905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r" eaLnBrk="1" hangingPunct="1">
              <a:spcBef>
                <a:spcPct val="0"/>
              </a:spcBef>
              <a:buFontTx/>
              <a:buNone/>
            </a:pPr>
            <a:r>
              <a:rPr lang="fr-FR" altLang="fr-FR" sz="1300">
                <a:solidFill>
                  <a:schemeClr val="tx1"/>
                </a:solidFill>
              </a:rPr>
              <a:t>45 min.</a:t>
            </a:r>
          </a:p>
        </p:txBody>
      </p:sp>
      <p:sp>
        <p:nvSpPr>
          <p:cNvPr id="11275" name="Text Box 21"/>
          <p:cNvSpPr txBox="1">
            <a:spLocks noChangeArrowheads="1"/>
          </p:cNvSpPr>
          <p:nvPr/>
        </p:nvSpPr>
        <p:spPr bwMode="auto">
          <a:xfrm>
            <a:off x="1331913" y="6175375"/>
            <a:ext cx="1296987" cy="304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1400">
                <a:solidFill>
                  <a:schemeClr val="bg2"/>
                </a:solidFill>
              </a:rPr>
              <a:t>fin de la partie</a:t>
            </a:r>
          </a:p>
        </p:txBody>
      </p:sp>
      <p:sp>
        <p:nvSpPr>
          <p:cNvPr id="11276" name="Rectangle 22"/>
          <p:cNvSpPr>
            <a:spLocks noChangeArrowheads="1"/>
          </p:cNvSpPr>
          <p:nvPr/>
        </p:nvSpPr>
        <p:spPr bwMode="auto">
          <a:xfrm>
            <a:off x="820738" y="5230813"/>
            <a:ext cx="2157412" cy="407987"/>
          </a:xfrm>
          <a:prstGeom prst="rect">
            <a:avLst/>
          </a:prstGeom>
          <a:solidFill>
            <a:schemeClr val="bg1"/>
          </a:solidFill>
          <a:ln w="6350" algn="ctr">
            <a:solidFill>
              <a:schemeClr val="tx2"/>
            </a:solidFill>
            <a:miter lim="800000"/>
            <a:headEnd/>
            <a:tailEnd/>
          </a:ln>
        </p:spPr>
        <p:txBody>
          <a:bodyPr anchor="ctr" anchorCtr="1"/>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1400">
                <a:solidFill>
                  <a:schemeClr val="bg2"/>
                </a:solidFill>
              </a:rPr>
              <a:t>7. Résultats - Synthèse</a:t>
            </a:r>
          </a:p>
        </p:txBody>
      </p:sp>
      <p:sp>
        <p:nvSpPr>
          <p:cNvPr id="11277" name="Text Box 25"/>
          <p:cNvSpPr txBox="1">
            <a:spLocks noChangeArrowheads="1"/>
          </p:cNvSpPr>
          <p:nvPr/>
        </p:nvSpPr>
        <p:spPr bwMode="auto">
          <a:xfrm>
            <a:off x="3273425" y="1435100"/>
            <a:ext cx="5454650" cy="31591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a:spAutoFit/>
          </a:bodyPr>
          <a:lstStyle>
            <a:lvl1pPr marL="9525" indent="-9525" algn="l" eaLnBrk="0" hangingPunct="0">
              <a:spcBef>
                <a:spcPct val="20000"/>
              </a:spcBef>
              <a:buChar char="•"/>
              <a:tabLst>
                <a:tab pos="176213" algn="l"/>
              </a:tabLst>
              <a:defRPr sz="2000">
                <a:solidFill>
                  <a:schemeClr val="accent2"/>
                </a:solidFill>
                <a:latin typeface="Arial" pitchFamily="34" charset="0"/>
              </a:defRPr>
            </a:lvl1pPr>
            <a:lvl2pPr marL="742950" indent="-285750" algn="l" eaLnBrk="0" hangingPunct="0">
              <a:spcBef>
                <a:spcPct val="20000"/>
              </a:spcBef>
              <a:buChar char="–"/>
              <a:tabLst>
                <a:tab pos="176213" algn="l"/>
              </a:tabLst>
              <a:defRPr>
                <a:solidFill>
                  <a:schemeClr val="accent2"/>
                </a:solidFill>
                <a:latin typeface="Arial" pitchFamily="34" charset="0"/>
              </a:defRPr>
            </a:lvl2pPr>
            <a:lvl3pPr marL="1143000" indent="-228600" algn="l" eaLnBrk="0" hangingPunct="0">
              <a:spcBef>
                <a:spcPct val="20000"/>
              </a:spcBef>
              <a:buChar char="•"/>
              <a:tabLst>
                <a:tab pos="176213" algn="l"/>
              </a:tabLst>
              <a:defRPr sz="1600">
                <a:solidFill>
                  <a:schemeClr val="accent2"/>
                </a:solidFill>
                <a:latin typeface="Arial" pitchFamily="34" charset="0"/>
              </a:defRPr>
            </a:lvl3pPr>
            <a:lvl4pPr marL="1600200" indent="-228600" algn="l" eaLnBrk="0" hangingPunct="0">
              <a:spcBef>
                <a:spcPct val="20000"/>
              </a:spcBef>
              <a:buChar char="–"/>
              <a:tabLst>
                <a:tab pos="176213" algn="l"/>
              </a:tabLst>
              <a:defRPr sz="1600">
                <a:solidFill>
                  <a:schemeClr val="accent2"/>
                </a:solidFill>
                <a:latin typeface="Arial" pitchFamily="34" charset="0"/>
              </a:defRPr>
            </a:lvl4pPr>
            <a:lvl5pPr marL="2057400" indent="-228600" algn="l" eaLnBrk="0" hangingPunct="0">
              <a:spcBef>
                <a:spcPct val="20000"/>
              </a:spcBef>
              <a:buChar char="»"/>
              <a:tabLst>
                <a:tab pos="176213" algn="l"/>
              </a:tabLst>
              <a:defRPr sz="1600">
                <a:solidFill>
                  <a:schemeClr val="accent2"/>
                </a:solidFill>
                <a:latin typeface="Arial" pitchFamily="34" charset="0"/>
              </a:defRPr>
            </a:lvl5pPr>
            <a:lvl6pPr marL="2514600" indent="-228600" eaLnBrk="0" fontAlgn="base" hangingPunct="0">
              <a:spcBef>
                <a:spcPct val="20000"/>
              </a:spcBef>
              <a:spcAft>
                <a:spcPct val="0"/>
              </a:spcAft>
              <a:buChar char="»"/>
              <a:tabLst>
                <a:tab pos="176213" algn="l"/>
              </a:tabLst>
              <a:defRPr sz="1600">
                <a:solidFill>
                  <a:schemeClr val="accent2"/>
                </a:solidFill>
                <a:latin typeface="Arial" pitchFamily="34" charset="0"/>
              </a:defRPr>
            </a:lvl6pPr>
            <a:lvl7pPr marL="2971800" indent="-228600" eaLnBrk="0" fontAlgn="base" hangingPunct="0">
              <a:spcBef>
                <a:spcPct val="20000"/>
              </a:spcBef>
              <a:spcAft>
                <a:spcPct val="0"/>
              </a:spcAft>
              <a:buChar char="»"/>
              <a:tabLst>
                <a:tab pos="176213" algn="l"/>
              </a:tabLst>
              <a:defRPr sz="1600">
                <a:solidFill>
                  <a:schemeClr val="accent2"/>
                </a:solidFill>
                <a:latin typeface="Arial" pitchFamily="34" charset="0"/>
              </a:defRPr>
            </a:lvl7pPr>
            <a:lvl8pPr marL="3429000" indent="-228600" eaLnBrk="0" fontAlgn="base" hangingPunct="0">
              <a:spcBef>
                <a:spcPct val="20000"/>
              </a:spcBef>
              <a:spcAft>
                <a:spcPct val="0"/>
              </a:spcAft>
              <a:buChar char="»"/>
              <a:tabLst>
                <a:tab pos="176213" algn="l"/>
              </a:tabLst>
              <a:defRPr sz="1600">
                <a:solidFill>
                  <a:schemeClr val="accent2"/>
                </a:solidFill>
                <a:latin typeface="Arial" pitchFamily="34" charset="0"/>
              </a:defRPr>
            </a:lvl8pPr>
            <a:lvl9pPr marL="3886200" indent="-228600" eaLnBrk="0" fontAlgn="base" hangingPunct="0">
              <a:spcBef>
                <a:spcPct val="20000"/>
              </a:spcBef>
              <a:spcAft>
                <a:spcPct val="0"/>
              </a:spcAft>
              <a:buChar char="»"/>
              <a:tabLst>
                <a:tab pos="176213" algn="l"/>
              </a:tabLst>
              <a:defRPr sz="1600">
                <a:solidFill>
                  <a:schemeClr val="accent2"/>
                </a:solidFill>
                <a:latin typeface="Arial" pitchFamily="34" charset="0"/>
              </a:defRPr>
            </a:lvl9pPr>
          </a:lstStyle>
          <a:p>
            <a:pPr eaLnBrk="1" hangingPunct="1">
              <a:lnSpc>
                <a:spcPct val="110000"/>
              </a:lnSpc>
              <a:spcBef>
                <a:spcPct val="0"/>
              </a:spcBef>
              <a:buFontTx/>
              <a:buNone/>
            </a:pPr>
            <a:r>
              <a:rPr lang="fr-FR" altLang="fr-FR" sz="1300" b="1">
                <a:solidFill>
                  <a:schemeClr val="tx1"/>
                </a:solidFill>
              </a:rPr>
              <a:t>2.</a:t>
            </a:r>
            <a:r>
              <a:rPr lang="fr-FR" altLang="fr-FR" sz="1300">
                <a:solidFill>
                  <a:schemeClr val="tx1"/>
                </a:solidFill>
              </a:rPr>
              <a:t> Les joueurs simulent une semaine de 32 heures. La simulation est pilotée par l’animateur qui utilise les diapos comme calendrier (horaire).</a:t>
            </a:r>
          </a:p>
          <a:p>
            <a:pPr eaLnBrk="1" hangingPunct="1">
              <a:lnSpc>
                <a:spcPct val="110000"/>
              </a:lnSpc>
              <a:spcBef>
                <a:spcPct val="0"/>
              </a:spcBef>
              <a:buFontTx/>
              <a:buNone/>
            </a:pPr>
            <a:r>
              <a:rPr lang="fr-FR" altLang="fr-FR" sz="1300">
                <a:solidFill>
                  <a:schemeClr val="tx1"/>
                </a:solidFill>
              </a:rPr>
              <a:t>A chaque heure les événements suivants se succèdent :</a:t>
            </a:r>
          </a:p>
          <a:p>
            <a:pPr eaLnBrk="1" hangingPunct="1">
              <a:lnSpc>
                <a:spcPct val="110000"/>
              </a:lnSpc>
              <a:spcBef>
                <a:spcPct val="0"/>
              </a:spcBef>
              <a:buFontTx/>
              <a:buNone/>
            </a:pPr>
            <a:r>
              <a:rPr lang="fr-FR" altLang="fr-FR" sz="1300">
                <a:solidFill>
                  <a:schemeClr val="tx1"/>
                </a:solidFill>
              </a:rPr>
              <a:t>		1. L’animateur appelle à l’écran une nouvelle diapo</a:t>
            </a:r>
          </a:p>
          <a:p>
            <a:pPr eaLnBrk="1" hangingPunct="1">
              <a:lnSpc>
                <a:spcPct val="110000"/>
              </a:lnSpc>
              <a:spcBef>
                <a:spcPct val="0"/>
              </a:spcBef>
              <a:buFontTx/>
              <a:buNone/>
            </a:pPr>
            <a:r>
              <a:rPr lang="fr-FR" altLang="fr-FR" sz="1300">
                <a:solidFill>
                  <a:schemeClr val="tx1"/>
                </a:solidFill>
              </a:rPr>
              <a:t>		2. L’équipe tire au dé un incident et applique ses conséquences.</a:t>
            </a:r>
          </a:p>
          <a:p>
            <a:pPr eaLnBrk="1" hangingPunct="1">
              <a:lnSpc>
                <a:spcPct val="110000"/>
              </a:lnSpc>
              <a:spcBef>
                <a:spcPct val="0"/>
              </a:spcBef>
              <a:buFontTx/>
              <a:buNone/>
            </a:pPr>
            <a:r>
              <a:rPr lang="fr-FR" altLang="fr-FR" sz="1300">
                <a:solidFill>
                  <a:schemeClr val="tx1"/>
                </a:solidFill>
              </a:rPr>
              <a:t>		3. L’équipe livre les commandes.</a:t>
            </a:r>
          </a:p>
          <a:p>
            <a:pPr eaLnBrk="1" hangingPunct="1">
              <a:lnSpc>
                <a:spcPct val="110000"/>
              </a:lnSpc>
              <a:spcBef>
                <a:spcPct val="0"/>
              </a:spcBef>
              <a:buFontTx/>
              <a:buNone/>
            </a:pPr>
            <a:r>
              <a:rPr lang="fr-FR" altLang="fr-FR" sz="1300">
                <a:solidFill>
                  <a:schemeClr val="tx1"/>
                </a:solidFill>
              </a:rPr>
              <a:t>		4. Elle produit.</a:t>
            </a:r>
          </a:p>
          <a:p>
            <a:pPr eaLnBrk="1" hangingPunct="1">
              <a:lnSpc>
                <a:spcPct val="110000"/>
              </a:lnSpc>
              <a:spcBef>
                <a:spcPct val="0"/>
              </a:spcBef>
              <a:buFontTx/>
              <a:buNone/>
            </a:pPr>
            <a:r>
              <a:rPr lang="fr-FR" altLang="fr-FR" sz="1300">
                <a:solidFill>
                  <a:schemeClr val="tx1"/>
                </a:solidFill>
              </a:rPr>
              <a:t>En fin de semaine, les équipes font la synthèse de leurs performances (taux de service, efficience, stocks) et l’animateur met à jour le tableau de bord.</a:t>
            </a:r>
          </a:p>
          <a:p>
            <a:pPr eaLnBrk="1" hangingPunct="1">
              <a:lnSpc>
                <a:spcPct val="110000"/>
              </a:lnSpc>
              <a:spcBef>
                <a:spcPct val="0"/>
              </a:spcBef>
              <a:buFontTx/>
              <a:buNone/>
            </a:pPr>
            <a:r>
              <a:rPr lang="fr-FR" altLang="fr-FR" sz="1300">
                <a:solidFill>
                  <a:schemeClr val="tx1"/>
                </a:solidFill>
              </a:rPr>
              <a:t>Il commente les résultats.</a:t>
            </a:r>
          </a:p>
          <a:p>
            <a:pPr eaLnBrk="1" hangingPunct="1">
              <a:lnSpc>
                <a:spcPct val="110000"/>
              </a:lnSpc>
              <a:spcBef>
                <a:spcPct val="0"/>
              </a:spcBef>
              <a:buFontTx/>
              <a:buNone/>
            </a:pPr>
            <a:endParaRPr lang="fr-FR" altLang="fr-FR" sz="1300">
              <a:solidFill>
                <a:schemeClr val="tx1"/>
              </a:solidFill>
            </a:endParaRPr>
          </a:p>
          <a:p>
            <a:pPr eaLnBrk="1" hangingPunct="1">
              <a:lnSpc>
                <a:spcPct val="110000"/>
              </a:lnSpc>
              <a:spcBef>
                <a:spcPct val="0"/>
              </a:spcBef>
              <a:buFontTx/>
              <a:buNone/>
            </a:pPr>
            <a:endParaRPr lang="fr-FR" altLang="fr-FR" sz="1300">
              <a:solidFill>
                <a:schemeClr val="tx1"/>
              </a:solidFill>
            </a:endParaRPr>
          </a:p>
          <a:p>
            <a:pPr eaLnBrk="1" hangingPunct="1">
              <a:lnSpc>
                <a:spcPct val="110000"/>
              </a:lnSpc>
              <a:spcBef>
                <a:spcPct val="0"/>
              </a:spcBef>
              <a:buFontTx/>
              <a:buNone/>
            </a:pPr>
            <a:endParaRPr lang="fr-FR" altLang="fr-FR" sz="1300">
              <a:solidFill>
                <a:schemeClr val="tx1"/>
              </a:solidFill>
            </a:endParaRPr>
          </a:p>
        </p:txBody>
      </p:sp>
      <p:pic>
        <p:nvPicPr>
          <p:cNvPr id="16" name="Picture 2" descr="C:\Users\BertrandS\Dropbox\Jeux\00. CONCEPTION DES JEUX\photos\Bureau Une Femme 29\iStock_000002139332_Medium ALLEGE.jpg"/>
          <p:cNvPicPr>
            <a:picLocks noChangeAspect="1" noChangeArrowheads="1"/>
          </p:cNvPicPr>
          <p:nvPr/>
        </p:nvPicPr>
        <p:blipFill rotWithShape="1">
          <a:blip r:embed="rId3" cstate="print">
            <a:clrChange>
              <a:clrFrom>
                <a:srgbClr val="FFFFFF"/>
              </a:clrFrom>
              <a:clrTo>
                <a:srgbClr val="FFFFFF">
                  <a:alpha val="0"/>
                </a:srgbClr>
              </a:clrTo>
            </a:clrChange>
            <a:extLst>
              <a:ext uri="{28A0092B-C50C-407E-A947-70E740481C1C}">
                <a14:useLocalDpi xmlns:a14="http://schemas.microsoft.com/office/drawing/2010/main" val="0"/>
              </a:ext>
            </a:extLst>
          </a:blip>
          <a:srcRect b="26675"/>
          <a:stretch/>
        </p:blipFill>
        <p:spPr bwMode="auto">
          <a:xfrm>
            <a:off x="8248783" y="45838"/>
            <a:ext cx="815481" cy="947302"/>
          </a:xfrm>
          <a:prstGeom prst="rect">
            <a:avLst/>
          </a:prstGeom>
          <a:solidFill>
            <a:schemeClr val="bg1"/>
          </a:solidFill>
          <a:ln w="12700">
            <a:solidFill>
              <a:srgbClr val="27A8E0"/>
            </a:solidFill>
          </a:ln>
          <a:effectLst>
            <a:outerShdw blurRad="25400" dist="50800" dir="2700000" algn="ctr" rotWithShape="0">
              <a:srgbClr val="27A8E0"/>
            </a:outerShdw>
          </a:effectLst>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290" name="AutoShape 2"/>
          <p:cNvSpPr>
            <a:spLocks noChangeArrowheads="1"/>
          </p:cNvSpPr>
          <p:nvPr/>
        </p:nvSpPr>
        <p:spPr bwMode="auto">
          <a:xfrm>
            <a:off x="1809750" y="1766888"/>
            <a:ext cx="484188" cy="4405312"/>
          </a:xfrm>
          <a:prstGeom prst="downArrow">
            <a:avLst>
              <a:gd name="adj1" fmla="val 46889"/>
              <a:gd name="adj2" fmla="val 55138"/>
            </a:avLst>
          </a:prstGeom>
          <a:solidFill>
            <a:srgbClr val="FFFF99"/>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12291" name="Rectangle 3"/>
          <p:cNvSpPr>
            <a:spLocks noGrp="1" noChangeArrowheads="1"/>
          </p:cNvSpPr>
          <p:nvPr>
            <p:ph type="title"/>
          </p:nvPr>
        </p:nvSpPr>
        <p:spPr/>
        <p:txBody>
          <a:bodyPr/>
          <a:lstStyle/>
          <a:p>
            <a:pPr eaLnBrk="1" hangingPunct="1"/>
            <a:r>
              <a:rPr lang="fr-FR" altLang="fr-FR"/>
              <a:t>Vue d’ensemble de la simulation</a:t>
            </a:r>
          </a:p>
        </p:txBody>
      </p:sp>
      <p:sp>
        <p:nvSpPr>
          <p:cNvPr id="12292" name="Rectangle 4"/>
          <p:cNvSpPr>
            <a:spLocks noChangeArrowheads="1"/>
          </p:cNvSpPr>
          <p:nvPr/>
        </p:nvSpPr>
        <p:spPr bwMode="auto">
          <a:xfrm>
            <a:off x="858838" y="1036638"/>
            <a:ext cx="2157412" cy="731837"/>
          </a:xfrm>
          <a:prstGeom prst="rect">
            <a:avLst/>
          </a:prstGeom>
          <a:solidFill>
            <a:schemeClr val="bg1"/>
          </a:solidFill>
          <a:ln w="6350" algn="ctr">
            <a:solidFill>
              <a:schemeClr val="tx2"/>
            </a:solidFill>
            <a:miter lim="800000"/>
            <a:headEnd/>
            <a:tailEnd/>
          </a:ln>
        </p:spPr>
        <p:txBody>
          <a:bodyPr anchor="ctr" anchorCtr="1"/>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1400">
                <a:solidFill>
                  <a:schemeClr val="bg2"/>
                </a:solidFill>
              </a:rPr>
              <a:t>1. Présentation du jeu + préparation du planning de production</a:t>
            </a:r>
          </a:p>
        </p:txBody>
      </p:sp>
      <p:sp>
        <p:nvSpPr>
          <p:cNvPr id="12293" name="Rectangle 5"/>
          <p:cNvSpPr>
            <a:spLocks noChangeArrowheads="1"/>
          </p:cNvSpPr>
          <p:nvPr/>
        </p:nvSpPr>
        <p:spPr bwMode="auto">
          <a:xfrm>
            <a:off x="854075" y="1962150"/>
            <a:ext cx="2166938" cy="407988"/>
          </a:xfrm>
          <a:prstGeom prst="rect">
            <a:avLst/>
          </a:prstGeom>
          <a:solidFill>
            <a:schemeClr val="bg1"/>
          </a:solidFill>
          <a:ln w="6350" algn="ctr">
            <a:solidFill>
              <a:schemeClr val="tx2"/>
            </a:solidFill>
            <a:miter lim="800000"/>
            <a:headEnd/>
            <a:tailEnd/>
          </a:ln>
        </p:spPr>
        <p:txBody>
          <a:bodyPr anchor="ctr" anchorCtr="1"/>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1400">
                <a:solidFill>
                  <a:schemeClr val="bg2"/>
                </a:solidFill>
              </a:rPr>
              <a:t>2. Simulation semaine 1</a:t>
            </a:r>
          </a:p>
        </p:txBody>
      </p:sp>
      <p:sp>
        <p:nvSpPr>
          <p:cNvPr id="12294" name="Rectangle 6"/>
          <p:cNvSpPr>
            <a:spLocks noChangeArrowheads="1"/>
          </p:cNvSpPr>
          <p:nvPr/>
        </p:nvSpPr>
        <p:spPr bwMode="auto">
          <a:xfrm>
            <a:off x="858838" y="3268663"/>
            <a:ext cx="2157412" cy="407987"/>
          </a:xfrm>
          <a:prstGeom prst="rect">
            <a:avLst/>
          </a:prstGeom>
          <a:solidFill>
            <a:schemeClr val="bg1"/>
          </a:solidFill>
          <a:ln w="6350" algn="ctr">
            <a:solidFill>
              <a:schemeClr val="tx2"/>
            </a:solidFill>
            <a:miter lim="800000"/>
            <a:headEnd/>
            <a:tailEnd/>
          </a:ln>
        </p:spPr>
        <p:txBody>
          <a:bodyPr anchor="ctr" anchorCtr="1"/>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1400">
                <a:solidFill>
                  <a:schemeClr val="bg2"/>
                </a:solidFill>
              </a:rPr>
              <a:t>4. Simulation semaine 2</a:t>
            </a:r>
          </a:p>
        </p:txBody>
      </p:sp>
      <p:sp>
        <p:nvSpPr>
          <p:cNvPr id="12295" name="Rectangle 7"/>
          <p:cNvSpPr>
            <a:spLocks noChangeArrowheads="1"/>
          </p:cNvSpPr>
          <p:nvPr/>
        </p:nvSpPr>
        <p:spPr bwMode="auto">
          <a:xfrm>
            <a:off x="858838" y="3922713"/>
            <a:ext cx="2157412" cy="407987"/>
          </a:xfrm>
          <a:prstGeom prst="rect">
            <a:avLst/>
          </a:prstGeom>
          <a:solidFill>
            <a:schemeClr val="bg1"/>
          </a:solidFill>
          <a:ln w="6350" algn="ctr">
            <a:solidFill>
              <a:schemeClr val="tx2"/>
            </a:solidFill>
            <a:miter lim="800000"/>
            <a:headEnd/>
            <a:tailEnd/>
          </a:ln>
        </p:spPr>
        <p:txBody>
          <a:bodyPr anchor="ctr" anchorCtr="1"/>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1400">
                <a:solidFill>
                  <a:schemeClr val="bg2"/>
                </a:solidFill>
              </a:rPr>
              <a:t>5. Simulation semaine 3</a:t>
            </a:r>
          </a:p>
        </p:txBody>
      </p:sp>
      <p:sp>
        <p:nvSpPr>
          <p:cNvPr id="12296" name="Rectangle 8"/>
          <p:cNvSpPr>
            <a:spLocks noChangeArrowheads="1"/>
          </p:cNvSpPr>
          <p:nvPr/>
        </p:nvSpPr>
        <p:spPr bwMode="auto">
          <a:xfrm>
            <a:off x="858838" y="2571750"/>
            <a:ext cx="2157412" cy="492125"/>
          </a:xfrm>
          <a:prstGeom prst="rect">
            <a:avLst/>
          </a:prstGeom>
          <a:solidFill>
            <a:schemeClr val="bg1"/>
          </a:solidFill>
          <a:ln w="6350" algn="ctr">
            <a:solidFill>
              <a:schemeClr val="tx2"/>
            </a:solidFill>
            <a:miter lim="800000"/>
            <a:headEnd/>
            <a:tailEnd/>
          </a:ln>
        </p:spPr>
        <p:txBody>
          <a:bodyPr anchor="ctr" anchorCtr="1"/>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1400">
                <a:solidFill>
                  <a:schemeClr val="tx1"/>
                </a:solidFill>
              </a:rPr>
              <a:t>3. Mise en place des tickets Kanban</a:t>
            </a:r>
          </a:p>
        </p:txBody>
      </p:sp>
      <p:sp>
        <p:nvSpPr>
          <p:cNvPr id="12297" name="Rectangle 11"/>
          <p:cNvSpPr>
            <a:spLocks noChangeArrowheads="1"/>
          </p:cNvSpPr>
          <p:nvPr/>
        </p:nvSpPr>
        <p:spPr bwMode="auto">
          <a:xfrm>
            <a:off x="858838" y="4576763"/>
            <a:ext cx="2157412" cy="407987"/>
          </a:xfrm>
          <a:prstGeom prst="rect">
            <a:avLst/>
          </a:prstGeom>
          <a:solidFill>
            <a:schemeClr val="bg1"/>
          </a:solidFill>
          <a:ln w="6350" algn="ctr">
            <a:solidFill>
              <a:schemeClr val="tx2"/>
            </a:solidFill>
            <a:miter lim="800000"/>
            <a:headEnd/>
            <a:tailEnd/>
          </a:ln>
        </p:spPr>
        <p:txBody>
          <a:bodyPr anchor="ctr" anchorCtr="1"/>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1400">
                <a:solidFill>
                  <a:schemeClr val="bg2"/>
                </a:solidFill>
              </a:rPr>
              <a:t>6. Simulation semaine 4</a:t>
            </a:r>
          </a:p>
        </p:txBody>
      </p:sp>
      <p:sp>
        <p:nvSpPr>
          <p:cNvPr id="12298" name="Text Box 17"/>
          <p:cNvSpPr txBox="1">
            <a:spLocks noChangeArrowheads="1"/>
          </p:cNvSpPr>
          <p:nvPr/>
        </p:nvSpPr>
        <p:spPr bwMode="auto">
          <a:xfrm>
            <a:off x="168275" y="2635250"/>
            <a:ext cx="727075" cy="2905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r" eaLnBrk="1" hangingPunct="1">
              <a:spcBef>
                <a:spcPct val="0"/>
              </a:spcBef>
              <a:buFontTx/>
              <a:buNone/>
            </a:pPr>
            <a:r>
              <a:rPr lang="fr-FR" altLang="fr-FR" sz="1300">
                <a:solidFill>
                  <a:schemeClr val="tx1"/>
                </a:solidFill>
              </a:rPr>
              <a:t>30 min.</a:t>
            </a:r>
          </a:p>
        </p:txBody>
      </p:sp>
      <p:sp>
        <p:nvSpPr>
          <p:cNvPr id="12299" name="Text Box 21"/>
          <p:cNvSpPr txBox="1">
            <a:spLocks noChangeArrowheads="1"/>
          </p:cNvSpPr>
          <p:nvPr/>
        </p:nvSpPr>
        <p:spPr bwMode="auto">
          <a:xfrm>
            <a:off x="1370013" y="6175375"/>
            <a:ext cx="1296987" cy="304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1400">
                <a:solidFill>
                  <a:schemeClr val="bg2"/>
                </a:solidFill>
              </a:rPr>
              <a:t>fin de la partie</a:t>
            </a:r>
          </a:p>
        </p:txBody>
      </p:sp>
      <p:sp>
        <p:nvSpPr>
          <p:cNvPr id="12300" name="Rectangle 22"/>
          <p:cNvSpPr>
            <a:spLocks noChangeArrowheads="1"/>
          </p:cNvSpPr>
          <p:nvPr/>
        </p:nvSpPr>
        <p:spPr bwMode="auto">
          <a:xfrm>
            <a:off x="858838" y="5230813"/>
            <a:ext cx="2157412" cy="407987"/>
          </a:xfrm>
          <a:prstGeom prst="rect">
            <a:avLst/>
          </a:prstGeom>
          <a:solidFill>
            <a:schemeClr val="bg1"/>
          </a:solidFill>
          <a:ln w="6350" algn="ctr">
            <a:solidFill>
              <a:schemeClr val="tx2"/>
            </a:solidFill>
            <a:miter lim="800000"/>
            <a:headEnd/>
            <a:tailEnd/>
          </a:ln>
        </p:spPr>
        <p:txBody>
          <a:bodyPr anchor="ctr" anchorCtr="1"/>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1400">
                <a:solidFill>
                  <a:schemeClr val="bg2"/>
                </a:solidFill>
              </a:rPr>
              <a:t>7. Résultats - Synthèse</a:t>
            </a:r>
          </a:p>
        </p:txBody>
      </p:sp>
      <p:sp>
        <p:nvSpPr>
          <p:cNvPr id="12301" name="Text Box 25"/>
          <p:cNvSpPr txBox="1">
            <a:spLocks noChangeArrowheads="1"/>
          </p:cNvSpPr>
          <p:nvPr/>
        </p:nvSpPr>
        <p:spPr bwMode="auto">
          <a:xfrm>
            <a:off x="3294063" y="1630363"/>
            <a:ext cx="5454650" cy="30924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a:spAutoFit/>
          </a:bodyPr>
          <a:lstStyle>
            <a:lvl1pPr marL="9525" indent="-9525" algn="l" eaLnBrk="0" hangingPunct="0">
              <a:spcBef>
                <a:spcPct val="20000"/>
              </a:spcBef>
              <a:buChar char="•"/>
              <a:tabLst>
                <a:tab pos="176213" algn="l"/>
              </a:tabLst>
              <a:defRPr sz="2000">
                <a:solidFill>
                  <a:schemeClr val="accent2"/>
                </a:solidFill>
                <a:latin typeface="Arial" pitchFamily="34" charset="0"/>
              </a:defRPr>
            </a:lvl1pPr>
            <a:lvl2pPr marL="742950" indent="-285750" algn="l" eaLnBrk="0" hangingPunct="0">
              <a:spcBef>
                <a:spcPct val="20000"/>
              </a:spcBef>
              <a:buChar char="–"/>
              <a:tabLst>
                <a:tab pos="176213" algn="l"/>
              </a:tabLst>
              <a:defRPr>
                <a:solidFill>
                  <a:schemeClr val="accent2"/>
                </a:solidFill>
                <a:latin typeface="Arial" pitchFamily="34" charset="0"/>
              </a:defRPr>
            </a:lvl2pPr>
            <a:lvl3pPr marL="1143000" indent="-228600" algn="l" eaLnBrk="0" hangingPunct="0">
              <a:spcBef>
                <a:spcPct val="20000"/>
              </a:spcBef>
              <a:buChar char="•"/>
              <a:tabLst>
                <a:tab pos="176213" algn="l"/>
              </a:tabLst>
              <a:defRPr sz="1600">
                <a:solidFill>
                  <a:schemeClr val="accent2"/>
                </a:solidFill>
                <a:latin typeface="Arial" pitchFamily="34" charset="0"/>
              </a:defRPr>
            </a:lvl3pPr>
            <a:lvl4pPr marL="1600200" indent="-228600" algn="l" eaLnBrk="0" hangingPunct="0">
              <a:spcBef>
                <a:spcPct val="20000"/>
              </a:spcBef>
              <a:buChar char="–"/>
              <a:tabLst>
                <a:tab pos="176213" algn="l"/>
              </a:tabLst>
              <a:defRPr sz="1600">
                <a:solidFill>
                  <a:schemeClr val="accent2"/>
                </a:solidFill>
                <a:latin typeface="Arial" pitchFamily="34" charset="0"/>
              </a:defRPr>
            </a:lvl4pPr>
            <a:lvl5pPr marL="2057400" indent="-228600" algn="l" eaLnBrk="0" hangingPunct="0">
              <a:spcBef>
                <a:spcPct val="20000"/>
              </a:spcBef>
              <a:buChar char="»"/>
              <a:tabLst>
                <a:tab pos="176213" algn="l"/>
              </a:tabLst>
              <a:defRPr sz="1600">
                <a:solidFill>
                  <a:schemeClr val="accent2"/>
                </a:solidFill>
                <a:latin typeface="Arial" pitchFamily="34" charset="0"/>
              </a:defRPr>
            </a:lvl5pPr>
            <a:lvl6pPr marL="2514600" indent="-228600" eaLnBrk="0" fontAlgn="base" hangingPunct="0">
              <a:spcBef>
                <a:spcPct val="20000"/>
              </a:spcBef>
              <a:spcAft>
                <a:spcPct val="0"/>
              </a:spcAft>
              <a:buChar char="»"/>
              <a:tabLst>
                <a:tab pos="176213" algn="l"/>
              </a:tabLst>
              <a:defRPr sz="1600">
                <a:solidFill>
                  <a:schemeClr val="accent2"/>
                </a:solidFill>
                <a:latin typeface="Arial" pitchFamily="34" charset="0"/>
              </a:defRPr>
            </a:lvl6pPr>
            <a:lvl7pPr marL="2971800" indent="-228600" eaLnBrk="0" fontAlgn="base" hangingPunct="0">
              <a:spcBef>
                <a:spcPct val="20000"/>
              </a:spcBef>
              <a:spcAft>
                <a:spcPct val="0"/>
              </a:spcAft>
              <a:buChar char="»"/>
              <a:tabLst>
                <a:tab pos="176213" algn="l"/>
              </a:tabLst>
              <a:defRPr sz="1600">
                <a:solidFill>
                  <a:schemeClr val="accent2"/>
                </a:solidFill>
                <a:latin typeface="Arial" pitchFamily="34" charset="0"/>
              </a:defRPr>
            </a:lvl7pPr>
            <a:lvl8pPr marL="3429000" indent="-228600" eaLnBrk="0" fontAlgn="base" hangingPunct="0">
              <a:spcBef>
                <a:spcPct val="20000"/>
              </a:spcBef>
              <a:spcAft>
                <a:spcPct val="0"/>
              </a:spcAft>
              <a:buChar char="»"/>
              <a:tabLst>
                <a:tab pos="176213" algn="l"/>
              </a:tabLst>
              <a:defRPr sz="1600">
                <a:solidFill>
                  <a:schemeClr val="accent2"/>
                </a:solidFill>
                <a:latin typeface="Arial" pitchFamily="34" charset="0"/>
              </a:defRPr>
            </a:lvl8pPr>
            <a:lvl9pPr marL="3886200" indent="-228600" eaLnBrk="0" fontAlgn="base" hangingPunct="0">
              <a:spcBef>
                <a:spcPct val="20000"/>
              </a:spcBef>
              <a:spcAft>
                <a:spcPct val="0"/>
              </a:spcAft>
              <a:buChar char="»"/>
              <a:tabLst>
                <a:tab pos="176213" algn="l"/>
              </a:tabLst>
              <a:defRPr sz="1600">
                <a:solidFill>
                  <a:schemeClr val="accent2"/>
                </a:solidFill>
                <a:latin typeface="Arial" pitchFamily="34" charset="0"/>
              </a:defRPr>
            </a:lvl9pPr>
          </a:lstStyle>
          <a:p>
            <a:pPr eaLnBrk="1" hangingPunct="1">
              <a:lnSpc>
                <a:spcPct val="110000"/>
              </a:lnSpc>
              <a:spcBef>
                <a:spcPct val="0"/>
              </a:spcBef>
              <a:buFontTx/>
              <a:buNone/>
            </a:pPr>
            <a:r>
              <a:rPr lang="fr-FR" altLang="fr-FR" sz="1300" b="1">
                <a:solidFill>
                  <a:schemeClr val="tx1"/>
                </a:solidFill>
              </a:rPr>
              <a:t>3a.</a:t>
            </a:r>
            <a:r>
              <a:rPr lang="fr-FR" altLang="fr-FR" sz="1300">
                <a:solidFill>
                  <a:schemeClr val="tx1"/>
                </a:solidFill>
              </a:rPr>
              <a:t> L’animateur explique la méthode Kanban.</a:t>
            </a:r>
          </a:p>
          <a:p>
            <a:pPr eaLnBrk="1" hangingPunct="1">
              <a:lnSpc>
                <a:spcPct val="110000"/>
              </a:lnSpc>
              <a:spcBef>
                <a:spcPct val="0"/>
              </a:spcBef>
              <a:buFontTx/>
              <a:buNone/>
            </a:pPr>
            <a:r>
              <a:rPr lang="fr-FR" altLang="fr-FR" sz="1300">
                <a:solidFill>
                  <a:schemeClr val="tx1"/>
                </a:solidFill>
              </a:rPr>
              <a:t>Il distribue les tickets et les tableaux de rangement des tickets.</a:t>
            </a:r>
          </a:p>
          <a:p>
            <a:pPr eaLnBrk="1" hangingPunct="1">
              <a:lnSpc>
                <a:spcPct val="110000"/>
              </a:lnSpc>
              <a:spcBef>
                <a:spcPct val="0"/>
              </a:spcBef>
              <a:buFontTx/>
              <a:buNone/>
            </a:pPr>
            <a:r>
              <a:rPr lang="fr-FR" altLang="fr-FR" sz="1300">
                <a:solidFill>
                  <a:schemeClr val="tx1"/>
                </a:solidFill>
              </a:rPr>
              <a:t>Il n’est plus nécessaire de programmer la production à l’avance.</a:t>
            </a:r>
          </a:p>
          <a:p>
            <a:pPr eaLnBrk="1" hangingPunct="1">
              <a:lnSpc>
                <a:spcPct val="110000"/>
              </a:lnSpc>
              <a:spcBef>
                <a:spcPct val="0"/>
              </a:spcBef>
              <a:buFontTx/>
              <a:buNone/>
            </a:pPr>
            <a:r>
              <a:rPr lang="fr-FR" altLang="fr-FR" sz="1300">
                <a:solidFill>
                  <a:schemeClr val="tx1"/>
                </a:solidFill>
              </a:rPr>
              <a:t>La simulation de la semaine 2 peut commencer.</a:t>
            </a:r>
          </a:p>
          <a:p>
            <a:pPr eaLnBrk="1" hangingPunct="1">
              <a:lnSpc>
                <a:spcPct val="110000"/>
              </a:lnSpc>
              <a:spcBef>
                <a:spcPct val="0"/>
              </a:spcBef>
              <a:buFontTx/>
              <a:buNone/>
            </a:pPr>
            <a:endParaRPr lang="fr-FR" altLang="fr-FR" sz="1300">
              <a:solidFill>
                <a:schemeClr val="tx1"/>
              </a:solidFill>
            </a:endParaRPr>
          </a:p>
          <a:p>
            <a:pPr eaLnBrk="1" hangingPunct="1">
              <a:lnSpc>
                <a:spcPct val="120000"/>
              </a:lnSpc>
              <a:spcBef>
                <a:spcPct val="0"/>
              </a:spcBef>
              <a:buFontTx/>
              <a:buNone/>
            </a:pPr>
            <a:r>
              <a:rPr lang="fr-FR" altLang="fr-FR" sz="1300" b="1">
                <a:solidFill>
                  <a:schemeClr val="tx1"/>
                </a:solidFill>
              </a:rPr>
              <a:t>3b.</a:t>
            </a:r>
            <a:r>
              <a:rPr lang="fr-FR" altLang="fr-FR" sz="1300">
                <a:solidFill>
                  <a:schemeClr val="tx1"/>
                </a:solidFill>
              </a:rPr>
              <a:t> L’animateur propose aux équipes d’engager des progrès.</a:t>
            </a:r>
          </a:p>
          <a:p>
            <a:pPr eaLnBrk="1" hangingPunct="1">
              <a:lnSpc>
                <a:spcPct val="120000"/>
              </a:lnSpc>
              <a:spcBef>
                <a:spcPct val="0"/>
              </a:spcBef>
              <a:buFontTx/>
              <a:buNone/>
            </a:pPr>
            <a:r>
              <a:rPr lang="fr-FR" altLang="fr-FR" sz="1300">
                <a:solidFill>
                  <a:schemeClr val="tx1"/>
                </a:solidFill>
              </a:rPr>
              <a:t>Elles ont le choix parmi un ensemble de progrès.</a:t>
            </a:r>
          </a:p>
          <a:p>
            <a:pPr eaLnBrk="1" hangingPunct="1">
              <a:lnSpc>
                <a:spcPct val="120000"/>
              </a:lnSpc>
              <a:spcBef>
                <a:spcPct val="0"/>
              </a:spcBef>
              <a:buFontTx/>
              <a:buNone/>
            </a:pPr>
            <a:r>
              <a:rPr lang="fr-FR" altLang="fr-FR" sz="1300">
                <a:solidFill>
                  <a:schemeClr val="tx1"/>
                </a:solidFill>
              </a:rPr>
              <a:t>Les progrès permettent de « tendre les flux » c’est-à-dire de baisser les stocks.</a:t>
            </a:r>
          </a:p>
          <a:p>
            <a:pPr eaLnBrk="1" hangingPunct="1">
              <a:lnSpc>
                <a:spcPct val="120000"/>
              </a:lnSpc>
              <a:spcBef>
                <a:spcPct val="0"/>
              </a:spcBef>
              <a:buFontTx/>
              <a:buNone/>
            </a:pPr>
            <a:r>
              <a:rPr lang="fr-FR" altLang="fr-FR" sz="1300">
                <a:solidFill>
                  <a:schemeClr val="tx1"/>
                </a:solidFill>
              </a:rPr>
              <a:t>A partir de maintenant, et jusqu’à la fin de la simulation, les équipes pourront engager de nouveaux progrès, en début (heure 1) et en milieu de semaine (heure 17).</a:t>
            </a:r>
          </a:p>
          <a:p>
            <a:pPr eaLnBrk="1" hangingPunct="1">
              <a:lnSpc>
                <a:spcPct val="120000"/>
              </a:lnSpc>
              <a:spcBef>
                <a:spcPct val="0"/>
              </a:spcBef>
              <a:buFontTx/>
              <a:buNone/>
            </a:pPr>
            <a:endParaRPr lang="fr-FR" altLang="fr-FR" sz="1300">
              <a:solidFill>
                <a:schemeClr val="tx1"/>
              </a:solidFill>
            </a:endParaRPr>
          </a:p>
        </p:txBody>
      </p:sp>
      <p:pic>
        <p:nvPicPr>
          <p:cNvPr id="16" name="Picture 2" descr="C:\Users\BertrandS\Dropbox\Jeux\00. CONCEPTION DES JEUX\photos\Bureau Une Femme 29\iStock_000002139332_Medium ALLEGE.jpg"/>
          <p:cNvPicPr>
            <a:picLocks noChangeAspect="1" noChangeArrowheads="1"/>
          </p:cNvPicPr>
          <p:nvPr/>
        </p:nvPicPr>
        <p:blipFill rotWithShape="1">
          <a:blip r:embed="rId3" cstate="print">
            <a:clrChange>
              <a:clrFrom>
                <a:srgbClr val="FFFFFF"/>
              </a:clrFrom>
              <a:clrTo>
                <a:srgbClr val="FFFFFF">
                  <a:alpha val="0"/>
                </a:srgbClr>
              </a:clrTo>
            </a:clrChange>
            <a:extLst>
              <a:ext uri="{28A0092B-C50C-407E-A947-70E740481C1C}">
                <a14:useLocalDpi xmlns:a14="http://schemas.microsoft.com/office/drawing/2010/main" val="0"/>
              </a:ext>
            </a:extLst>
          </a:blip>
          <a:srcRect b="26675"/>
          <a:stretch/>
        </p:blipFill>
        <p:spPr bwMode="auto">
          <a:xfrm>
            <a:off x="8248783" y="45838"/>
            <a:ext cx="815481" cy="947302"/>
          </a:xfrm>
          <a:prstGeom prst="rect">
            <a:avLst/>
          </a:prstGeom>
          <a:solidFill>
            <a:schemeClr val="bg1"/>
          </a:solidFill>
          <a:ln w="12700">
            <a:solidFill>
              <a:srgbClr val="27A8E0"/>
            </a:solidFill>
          </a:ln>
          <a:effectLst>
            <a:outerShdw blurRad="25400" dist="50800" dir="2700000" algn="ctr" rotWithShape="0">
              <a:srgbClr val="27A8E0"/>
            </a:outerShdw>
          </a:effectLst>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314" name="AutoShape 2"/>
          <p:cNvSpPr>
            <a:spLocks noChangeArrowheads="1"/>
          </p:cNvSpPr>
          <p:nvPr/>
        </p:nvSpPr>
        <p:spPr bwMode="auto">
          <a:xfrm>
            <a:off x="1866900" y="1766888"/>
            <a:ext cx="484188" cy="4405312"/>
          </a:xfrm>
          <a:prstGeom prst="downArrow">
            <a:avLst>
              <a:gd name="adj1" fmla="val 46889"/>
              <a:gd name="adj2" fmla="val 55138"/>
            </a:avLst>
          </a:prstGeom>
          <a:solidFill>
            <a:srgbClr val="FFFF99"/>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13315" name="Rectangle 3"/>
          <p:cNvSpPr>
            <a:spLocks noGrp="1" noChangeArrowheads="1"/>
          </p:cNvSpPr>
          <p:nvPr>
            <p:ph type="title"/>
          </p:nvPr>
        </p:nvSpPr>
        <p:spPr/>
        <p:txBody>
          <a:bodyPr/>
          <a:lstStyle/>
          <a:p>
            <a:pPr eaLnBrk="1" hangingPunct="1"/>
            <a:r>
              <a:rPr lang="fr-FR" altLang="fr-FR"/>
              <a:t>Vue d’ensemble de la simulation</a:t>
            </a:r>
          </a:p>
        </p:txBody>
      </p:sp>
      <p:sp>
        <p:nvSpPr>
          <p:cNvPr id="13316" name="Rectangle 4"/>
          <p:cNvSpPr>
            <a:spLocks noChangeArrowheads="1"/>
          </p:cNvSpPr>
          <p:nvPr/>
        </p:nvSpPr>
        <p:spPr bwMode="auto">
          <a:xfrm>
            <a:off x="915988" y="1036638"/>
            <a:ext cx="2157412" cy="731837"/>
          </a:xfrm>
          <a:prstGeom prst="rect">
            <a:avLst/>
          </a:prstGeom>
          <a:solidFill>
            <a:schemeClr val="bg1"/>
          </a:solidFill>
          <a:ln w="6350" algn="ctr">
            <a:solidFill>
              <a:schemeClr val="tx2"/>
            </a:solidFill>
            <a:miter lim="800000"/>
            <a:headEnd/>
            <a:tailEnd/>
          </a:ln>
        </p:spPr>
        <p:txBody>
          <a:bodyPr anchor="ctr" anchorCtr="1"/>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1400">
                <a:solidFill>
                  <a:schemeClr val="bg2"/>
                </a:solidFill>
              </a:rPr>
              <a:t>1. Présentation du jeu + préparation du planning de production</a:t>
            </a:r>
          </a:p>
        </p:txBody>
      </p:sp>
      <p:sp>
        <p:nvSpPr>
          <p:cNvPr id="13317" name="Rectangle 5"/>
          <p:cNvSpPr>
            <a:spLocks noChangeArrowheads="1"/>
          </p:cNvSpPr>
          <p:nvPr/>
        </p:nvSpPr>
        <p:spPr bwMode="auto">
          <a:xfrm>
            <a:off x="911225" y="1962150"/>
            <a:ext cx="2166938" cy="407988"/>
          </a:xfrm>
          <a:prstGeom prst="rect">
            <a:avLst/>
          </a:prstGeom>
          <a:solidFill>
            <a:schemeClr val="bg1"/>
          </a:solidFill>
          <a:ln w="6350" algn="ctr">
            <a:solidFill>
              <a:schemeClr val="tx2"/>
            </a:solidFill>
            <a:miter lim="800000"/>
            <a:headEnd/>
            <a:tailEnd/>
          </a:ln>
        </p:spPr>
        <p:txBody>
          <a:bodyPr anchor="ctr" anchorCtr="1"/>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1400">
                <a:solidFill>
                  <a:schemeClr val="bg2"/>
                </a:solidFill>
              </a:rPr>
              <a:t>2. Simulation semaine 1</a:t>
            </a:r>
          </a:p>
        </p:txBody>
      </p:sp>
      <p:sp>
        <p:nvSpPr>
          <p:cNvPr id="13318" name="Rectangle 6"/>
          <p:cNvSpPr>
            <a:spLocks noChangeArrowheads="1"/>
          </p:cNvSpPr>
          <p:nvPr/>
        </p:nvSpPr>
        <p:spPr bwMode="auto">
          <a:xfrm>
            <a:off x="915988" y="3268663"/>
            <a:ext cx="2157412" cy="407987"/>
          </a:xfrm>
          <a:prstGeom prst="rect">
            <a:avLst/>
          </a:prstGeom>
          <a:solidFill>
            <a:schemeClr val="bg1"/>
          </a:solidFill>
          <a:ln w="6350" algn="ctr">
            <a:solidFill>
              <a:schemeClr val="tx2"/>
            </a:solidFill>
            <a:miter lim="800000"/>
            <a:headEnd/>
            <a:tailEnd/>
          </a:ln>
        </p:spPr>
        <p:txBody>
          <a:bodyPr anchor="ctr" anchorCtr="1"/>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1400">
                <a:solidFill>
                  <a:schemeClr val="tx1"/>
                </a:solidFill>
              </a:rPr>
              <a:t>4. Simulation semaine 2</a:t>
            </a:r>
          </a:p>
        </p:txBody>
      </p:sp>
      <p:sp>
        <p:nvSpPr>
          <p:cNvPr id="13319" name="Rectangle 7"/>
          <p:cNvSpPr>
            <a:spLocks noChangeArrowheads="1"/>
          </p:cNvSpPr>
          <p:nvPr/>
        </p:nvSpPr>
        <p:spPr bwMode="auto">
          <a:xfrm>
            <a:off x="915988" y="3922713"/>
            <a:ext cx="2157412" cy="407987"/>
          </a:xfrm>
          <a:prstGeom prst="rect">
            <a:avLst/>
          </a:prstGeom>
          <a:solidFill>
            <a:schemeClr val="bg1"/>
          </a:solidFill>
          <a:ln w="6350" algn="ctr">
            <a:solidFill>
              <a:schemeClr val="tx2"/>
            </a:solidFill>
            <a:miter lim="800000"/>
            <a:headEnd/>
            <a:tailEnd/>
          </a:ln>
        </p:spPr>
        <p:txBody>
          <a:bodyPr anchor="ctr" anchorCtr="1"/>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1400">
                <a:solidFill>
                  <a:schemeClr val="tx1"/>
                </a:solidFill>
              </a:rPr>
              <a:t>5. Simulation semaine 3</a:t>
            </a:r>
          </a:p>
        </p:txBody>
      </p:sp>
      <p:sp>
        <p:nvSpPr>
          <p:cNvPr id="13320" name="Rectangle 8"/>
          <p:cNvSpPr>
            <a:spLocks noChangeArrowheads="1"/>
          </p:cNvSpPr>
          <p:nvPr/>
        </p:nvSpPr>
        <p:spPr bwMode="auto">
          <a:xfrm>
            <a:off x="915988" y="2571750"/>
            <a:ext cx="2157412" cy="492125"/>
          </a:xfrm>
          <a:prstGeom prst="rect">
            <a:avLst/>
          </a:prstGeom>
          <a:solidFill>
            <a:schemeClr val="bg1"/>
          </a:solidFill>
          <a:ln w="6350" algn="ctr">
            <a:solidFill>
              <a:schemeClr val="tx2"/>
            </a:solidFill>
            <a:miter lim="800000"/>
            <a:headEnd/>
            <a:tailEnd/>
          </a:ln>
        </p:spPr>
        <p:txBody>
          <a:bodyPr anchor="ctr" anchorCtr="1"/>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1400">
                <a:solidFill>
                  <a:schemeClr val="bg2"/>
                </a:solidFill>
              </a:rPr>
              <a:t>3. Mise en place des tickets Kanban</a:t>
            </a:r>
          </a:p>
        </p:txBody>
      </p:sp>
      <p:sp>
        <p:nvSpPr>
          <p:cNvPr id="13321" name="Rectangle 11"/>
          <p:cNvSpPr>
            <a:spLocks noChangeArrowheads="1"/>
          </p:cNvSpPr>
          <p:nvPr/>
        </p:nvSpPr>
        <p:spPr bwMode="auto">
          <a:xfrm>
            <a:off x="915988" y="4576763"/>
            <a:ext cx="2157412" cy="407987"/>
          </a:xfrm>
          <a:prstGeom prst="rect">
            <a:avLst/>
          </a:prstGeom>
          <a:solidFill>
            <a:schemeClr val="bg1"/>
          </a:solidFill>
          <a:ln w="6350" algn="ctr">
            <a:solidFill>
              <a:schemeClr val="tx2"/>
            </a:solidFill>
            <a:miter lim="800000"/>
            <a:headEnd/>
            <a:tailEnd/>
          </a:ln>
        </p:spPr>
        <p:txBody>
          <a:bodyPr anchor="ctr" anchorCtr="1"/>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1400">
                <a:solidFill>
                  <a:schemeClr val="tx1"/>
                </a:solidFill>
              </a:rPr>
              <a:t>6. Simulation semaine 4</a:t>
            </a:r>
          </a:p>
        </p:txBody>
      </p:sp>
      <p:sp>
        <p:nvSpPr>
          <p:cNvPr id="13322" name="Text Box 18"/>
          <p:cNvSpPr txBox="1">
            <a:spLocks noChangeArrowheads="1"/>
          </p:cNvSpPr>
          <p:nvPr/>
        </p:nvSpPr>
        <p:spPr bwMode="auto">
          <a:xfrm>
            <a:off x="225425" y="3309938"/>
            <a:ext cx="727075" cy="2905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r" eaLnBrk="1" hangingPunct="1">
              <a:spcBef>
                <a:spcPct val="0"/>
              </a:spcBef>
              <a:buFontTx/>
              <a:buNone/>
            </a:pPr>
            <a:r>
              <a:rPr lang="fr-FR" altLang="fr-FR" sz="1300">
                <a:solidFill>
                  <a:schemeClr val="tx1"/>
                </a:solidFill>
              </a:rPr>
              <a:t>45 min.</a:t>
            </a:r>
          </a:p>
        </p:txBody>
      </p:sp>
      <p:sp>
        <p:nvSpPr>
          <p:cNvPr id="13323" name="Text Box 19"/>
          <p:cNvSpPr txBox="1">
            <a:spLocks noChangeArrowheads="1"/>
          </p:cNvSpPr>
          <p:nvPr/>
        </p:nvSpPr>
        <p:spPr bwMode="auto">
          <a:xfrm>
            <a:off x="225425" y="3952875"/>
            <a:ext cx="727075" cy="2905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r" eaLnBrk="1" hangingPunct="1">
              <a:spcBef>
                <a:spcPct val="0"/>
              </a:spcBef>
              <a:buFontTx/>
              <a:buNone/>
            </a:pPr>
            <a:r>
              <a:rPr lang="fr-FR" altLang="fr-FR" sz="1300">
                <a:solidFill>
                  <a:schemeClr val="tx1"/>
                </a:solidFill>
              </a:rPr>
              <a:t>30 min.</a:t>
            </a:r>
          </a:p>
        </p:txBody>
      </p:sp>
      <p:sp>
        <p:nvSpPr>
          <p:cNvPr id="13324" name="Text Box 20"/>
          <p:cNvSpPr txBox="1">
            <a:spLocks noChangeArrowheads="1"/>
          </p:cNvSpPr>
          <p:nvPr/>
        </p:nvSpPr>
        <p:spPr bwMode="auto">
          <a:xfrm>
            <a:off x="225425" y="4648200"/>
            <a:ext cx="727075" cy="2905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r" eaLnBrk="1" hangingPunct="1">
              <a:spcBef>
                <a:spcPct val="0"/>
              </a:spcBef>
              <a:buFontTx/>
              <a:buNone/>
            </a:pPr>
            <a:r>
              <a:rPr lang="fr-FR" altLang="fr-FR" sz="1300">
                <a:solidFill>
                  <a:schemeClr val="tx1"/>
                </a:solidFill>
              </a:rPr>
              <a:t>30 min.</a:t>
            </a:r>
          </a:p>
        </p:txBody>
      </p:sp>
      <p:sp>
        <p:nvSpPr>
          <p:cNvPr id="13325" name="Text Box 21"/>
          <p:cNvSpPr txBox="1">
            <a:spLocks noChangeArrowheads="1"/>
          </p:cNvSpPr>
          <p:nvPr/>
        </p:nvSpPr>
        <p:spPr bwMode="auto">
          <a:xfrm>
            <a:off x="1427163" y="6175375"/>
            <a:ext cx="1296987" cy="304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1400">
                <a:solidFill>
                  <a:schemeClr val="bg2"/>
                </a:solidFill>
              </a:rPr>
              <a:t>fin de la partie</a:t>
            </a:r>
          </a:p>
        </p:txBody>
      </p:sp>
      <p:sp>
        <p:nvSpPr>
          <p:cNvPr id="13326" name="Rectangle 22"/>
          <p:cNvSpPr>
            <a:spLocks noChangeArrowheads="1"/>
          </p:cNvSpPr>
          <p:nvPr/>
        </p:nvSpPr>
        <p:spPr bwMode="auto">
          <a:xfrm>
            <a:off x="915988" y="5230813"/>
            <a:ext cx="2157412" cy="407987"/>
          </a:xfrm>
          <a:prstGeom prst="rect">
            <a:avLst/>
          </a:prstGeom>
          <a:solidFill>
            <a:schemeClr val="bg1"/>
          </a:solidFill>
          <a:ln w="6350" algn="ctr">
            <a:solidFill>
              <a:schemeClr val="tx2"/>
            </a:solidFill>
            <a:miter lim="800000"/>
            <a:headEnd/>
            <a:tailEnd/>
          </a:ln>
        </p:spPr>
        <p:txBody>
          <a:bodyPr anchor="ctr" anchorCtr="1"/>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1400">
                <a:solidFill>
                  <a:schemeClr val="bg2"/>
                </a:solidFill>
              </a:rPr>
              <a:t>7. Résultats - Synthèse</a:t>
            </a:r>
          </a:p>
        </p:txBody>
      </p:sp>
      <p:sp>
        <p:nvSpPr>
          <p:cNvPr id="13327" name="Text Box 25"/>
          <p:cNvSpPr txBox="1">
            <a:spLocks noChangeArrowheads="1"/>
          </p:cNvSpPr>
          <p:nvPr/>
        </p:nvSpPr>
        <p:spPr bwMode="auto">
          <a:xfrm>
            <a:off x="3476625" y="3541713"/>
            <a:ext cx="5454650" cy="10445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a:spAutoFit/>
          </a:bodyPr>
          <a:lstStyle>
            <a:lvl1pPr marL="9525" indent="-9525" algn="l" eaLnBrk="0" hangingPunct="0">
              <a:spcBef>
                <a:spcPct val="20000"/>
              </a:spcBef>
              <a:buChar char="•"/>
              <a:tabLst>
                <a:tab pos="176213" algn="l"/>
              </a:tabLst>
              <a:defRPr sz="2000">
                <a:solidFill>
                  <a:schemeClr val="accent2"/>
                </a:solidFill>
                <a:latin typeface="Arial" pitchFamily="34" charset="0"/>
              </a:defRPr>
            </a:lvl1pPr>
            <a:lvl2pPr marL="742950" indent="-285750" algn="l" eaLnBrk="0" hangingPunct="0">
              <a:spcBef>
                <a:spcPct val="20000"/>
              </a:spcBef>
              <a:buChar char="–"/>
              <a:tabLst>
                <a:tab pos="176213" algn="l"/>
              </a:tabLst>
              <a:defRPr>
                <a:solidFill>
                  <a:schemeClr val="accent2"/>
                </a:solidFill>
                <a:latin typeface="Arial" pitchFamily="34" charset="0"/>
              </a:defRPr>
            </a:lvl2pPr>
            <a:lvl3pPr marL="1143000" indent="-228600" algn="l" eaLnBrk="0" hangingPunct="0">
              <a:spcBef>
                <a:spcPct val="20000"/>
              </a:spcBef>
              <a:buChar char="•"/>
              <a:tabLst>
                <a:tab pos="176213" algn="l"/>
              </a:tabLst>
              <a:defRPr sz="1600">
                <a:solidFill>
                  <a:schemeClr val="accent2"/>
                </a:solidFill>
                <a:latin typeface="Arial" pitchFamily="34" charset="0"/>
              </a:defRPr>
            </a:lvl3pPr>
            <a:lvl4pPr marL="1600200" indent="-228600" algn="l" eaLnBrk="0" hangingPunct="0">
              <a:spcBef>
                <a:spcPct val="20000"/>
              </a:spcBef>
              <a:buChar char="–"/>
              <a:tabLst>
                <a:tab pos="176213" algn="l"/>
              </a:tabLst>
              <a:defRPr sz="1600">
                <a:solidFill>
                  <a:schemeClr val="accent2"/>
                </a:solidFill>
                <a:latin typeface="Arial" pitchFamily="34" charset="0"/>
              </a:defRPr>
            </a:lvl4pPr>
            <a:lvl5pPr marL="2057400" indent="-228600" algn="l" eaLnBrk="0" hangingPunct="0">
              <a:spcBef>
                <a:spcPct val="20000"/>
              </a:spcBef>
              <a:buChar char="»"/>
              <a:tabLst>
                <a:tab pos="176213" algn="l"/>
              </a:tabLst>
              <a:defRPr sz="1600">
                <a:solidFill>
                  <a:schemeClr val="accent2"/>
                </a:solidFill>
                <a:latin typeface="Arial" pitchFamily="34" charset="0"/>
              </a:defRPr>
            </a:lvl5pPr>
            <a:lvl6pPr marL="2514600" indent="-228600" eaLnBrk="0" fontAlgn="base" hangingPunct="0">
              <a:spcBef>
                <a:spcPct val="20000"/>
              </a:spcBef>
              <a:spcAft>
                <a:spcPct val="0"/>
              </a:spcAft>
              <a:buChar char="»"/>
              <a:tabLst>
                <a:tab pos="176213" algn="l"/>
              </a:tabLst>
              <a:defRPr sz="1600">
                <a:solidFill>
                  <a:schemeClr val="accent2"/>
                </a:solidFill>
                <a:latin typeface="Arial" pitchFamily="34" charset="0"/>
              </a:defRPr>
            </a:lvl6pPr>
            <a:lvl7pPr marL="2971800" indent="-228600" eaLnBrk="0" fontAlgn="base" hangingPunct="0">
              <a:spcBef>
                <a:spcPct val="20000"/>
              </a:spcBef>
              <a:spcAft>
                <a:spcPct val="0"/>
              </a:spcAft>
              <a:buChar char="»"/>
              <a:tabLst>
                <a:tab pos="176213" algn="l"/>
              </a:tabLst>
              <a:defRPr sz="1600">
                <a:solidFill>
                  <a:schemeClr val="accent2"/>
                </a:solidFill>
                <a:latin typeface="Arial" pitchFamily="34" charset="0"/>
              </a:defRPr>
            </a:lvl7pPr>
            <a:lvl8pPr marL="3429000" indent="-228600" eaLnBrk="0" fontAlgn="base" hangingPunct="0">
              <a:spcBef>
                <a:spcPct val="20000"/>
              </a:spcBef>
              <a:spcAft>
                <a:spcPct val="0"/>
              </a:spcAft>
              <a:buChar char="»"/>
              <a:tabLst>
                <a:tab pos="176213" algn="l"/>
              </a:tabLst>
              <a:defRPr sz="1600">
                <a:solidFill>
                  <a:schemeClr val="accent2"/>
                </a:solidFill>
                <a:latin typeface="Arial" pitchFamily="34" charset="0"/>
              </a:defRPr>
            </a:lvl8pPr>
            <a:lvl9pPr marL="3886200" indent="-228600" eaLnBrk="0" fontAlgn="base" hangingPunct="0">
              <a:spcBef>
                <a:spcPct val="20000"/>
              </a:spcBef>
              <a:spcAft>
                <a:spcPct val="0"/>
              </a:spcAft>
              <a:buChar char="»"/>
              <a:tabLst>
                <a:tab pos="176213" algn="l"/>
              </a:tabLst>
              <a:defRPr sz="1600">
                <a:solidFill>
                  <a:schemeClr val="accent2"/>
                </a:solidFill>
                <a:latin typeface="Arial" pitchFamily="34" charset="0"/>
              </a:defRPr>
            </a:lvl9pPr>
          </a:lstStyle>
          <a:p>
            <a:pPr eaLnBrk="1" hangingPunct="1">
              <a:lnSpc>
                <a:spcPct val="120000"/>
              </a:lnSpc>
              <a:spcBef>
                <a:spcPct val="0"/>
              </a:spcBef>
              <a:buFontTx/>
              <a:buNone/>
            </a:pPr>
            <a:r>
              <a:rPr lang="fr-FR" altLang="fr-FR" sz="1300">
                <a:solidFill>
                  <a:schemeClr val="tx1"/>
                </a:solidFill>
              </a:rPr>
              <a:t>Les semaines suivantes se déroulent selon le même principe que la semaine 3. Les flux sont de plus en plus tendus, les stocks tendent vers zéro.</a:t>
            </a:r>
          </a:p>
          <a:p>
            <a:pPr eaLnBrk="1" hangingPunct="1">
              <a:lnSpc>
                <a:spcPct val="120000"/>
              </a:lnSpc>
              <a:spcBef>
                <a:spcPct val="0"/>
              </a:spcBef>
              <a:buFontTx/>
              <a:buNone/>
            </a:pPr>
            <a:r>
              <a:rPr lang="fr-FR" altLang="fr-FR" sz="1300">
                <a:solidFill>
                  <a:schemeClr val="tx1"/>
                </a:solidFill>
              </a:rPr>
              <a:t>En fin de semaine 4 la simulation est terminée.</a:t>
            </a:r>
          </a:p>
        </p:txBody>
      </p:sp>
      <p:sp>
        <p:nvSpPr>
          <p:cNvPr id="13328" name="AutoShape 26"/>
          <p:cNvSpPr>
            <a:spLocks/>
          </p:cNvSpPr>
          <p:nvPr/>
        </p:nvSpPr>
        <p:spPr bwMode="auto">
          <a:xfrm>
            <a:off x="3171825" y="3254375"/>
            <a:ext cx="220663" cy="1704975"/>
          </a:xfrm>
          <a:prstGeom prst="rightBrace">
            <a:avLst>
              <a:gd name="adj1" fmla="val 64388"/>
              <a:gd name="adj2" fmla="val 50000"/>
            </a:avLst>
          </a:prstGeom>
          <a:noFill/>
          <a:ln w="6350">
            <a:solidFill>
              <a:schemeClr val="tx2"/>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pic>
        <p:nvPicPr>
          <p:cNvPr id="19" name="Picture 2" descr="C:\Users\BertrandS\Dropbox\Jeux\00. CONCEPTION DES JEUX\photos\Bureau Une Femme 29\iStock_000002139332_Medium ALLEGE.jpg"/>
          <p:cNvPicPr>
            <a:picLocks noChangeAspect="1" noChangeArrowheads="1"/>
          </p:cNvPicPr>
          <p:nvPr/>
        </p:nvPicPr>
        <p:blipFill rotWithShape="1">
          <a:blip r:embed="rId3" cstate="print">
            <a:clrChange>
              <a:clrFrom>
                <a:srgbClr val="FFFFFF"/>
              </a:clrFrom>
              <a:clrTo>
                <a:srgbClr val="FFFFFF">
                  <a:alpha val="0"/>
                </a:srgbClr>
              </a:clrTo>
            </a:clrChange>
            <a:extLst>
              <a:ext uri="{28A0092B-C50C-407E-A947-70E740481C1C}">
                <a14:useLocalDpi xmlns:a14="http://schemas.microsoft.com/office/drawing/2010/main" val="0"/>
              </a:ext>
            </a:extLst>
          </a:blip>
          <a:srcRect b="26675"/>
          <a:stretch/>
        </p:blipFill>
        <p:spPr bwMode="auto">
          <a:xfrm>
            <a:off x="8248783" y="45838"/>
            <a:ext cx="815481" cy="947302"/>
          </a:xfrm>
          <a:prstGeom prst="rect">
            <a:avLst/>
          </a:prstGeom>
          <a:solidFill>
            <a:schemeClr val="bg1"/>
          </a:solidFill>
          <a:ln w="12700">
            <a:solidFill>
              <a:srgbClr val="27A8E0"/>
            </a:solidFill>
          </a:ln>
          <a:effectLst>
            <a:outerShdw blurRad="25400" dist="50800" dir="2700000" algn="ctr" rotWithShape="0">
              <a:srgbClr val="27A8E0"/>
            </a:outerShdw>
          </a:effectLst>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338" name="AutoShape 2"/>
          <p:cNvSpPr>
            <a:spLocks noChangeArrowheads="1"/>
          </p:cNvSpPr>
          <p:nvPr/>
        </p:nvSpPr>
        <p:spPr bwMode="auto">
          <a:xfrm>
            <a:off x="1866900" y="1766888"/>
            <a:ext cx="484188" cy="4405312"/>
          </a:xfrm>
          <a:prstGeom prst="downArrow">
            <a:avLst>
              <a:gd name="adj1" fmla="val 46889"/>
              <a:gd name="adj2" fmla="val 55138"/>
            </a:avLst>
          </a:prstGeom>
          <a:solidFill>
            <a:srgbClr val="FFFF99"/>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14339" name="Rectangle 3"/>
          <p:cNvSpPr>
            <a:spLocks noGrp="1" noChangeArrowheads="1"/>
          </p:cNvSpPr>
          <p:nvPr>
            <p:ph type="title"/>
          </p:nvPr>
        </p:nvSpPr>
        <p:spPr/>
        <p:txBody>
          <a:bodyPr/>
          <a:lstStyle/>
          <a:p>
            <a:pPr eaLnBrk="1" hangingPunct="1"/>
            <a:r>
              <a:rPr lang="fr-FR" altLang="fr-FR"/>
              <a:t>Vue d’ensemble de la simulation</a:t>
            </a:r>
          </a:p>
        </p:txBody>
      </p:sp>
      <p:sp>
        <p:nvSpPr>
          <p:cNvPr id="14340" name="Rectangle 4"/>
          <p:cNvSpPr>
            <a:spLocks noChangeArrowheads="1"/>
          </p:cNvSpPr>
          <p:nvPr/>
        </p:nvSpPr>
        <p:spPr bwMode="auto">
          <a:xfrm>
            <a:off x="915988" y="1036638"/>
            <a:ext cx="2157412" cy="731837"/>
          </a:xfrm>
          <a:prstGeom prst="rect">
            <a:avLst/>
          </a:prstGeom>
          <a:solidFill>
            <a:schemeClr val="bg1"/>
          </a:solidFill>
          <a:ln w="6350" algn="ctr">
            <a:solidFill>
              <a:schemeClr val="tx2"/>
            </a:solidFill>
            <a:miter lim="800000"/>
            <a:headEnd/>
            <a:tailEnd/>
          </a:ln>
        </p:spPr>
        <p:txBody>
          <a:bodyPr anchor="ctr" anchorCtr="1"/>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1400">
                <a:solidFill>
                  <a:schemeClr val="bg2"/>
                </a:solidFill>
              </a:rPr>
              <a:t>1. Présentation du jeu + préparation du planning de production</a:t>
            </a:r>
          </a:p>
        </p:txBody>
      </p:sp>
      <p:sp>
        <p:nvSpPr>
          <p:cNvPr id="14341" name="Rectangle 5"/>
          <p:cNvSpPr>
            <a:spLocks noChangeArrowheads="1"/>
          </p:cNvSpPr>
          <p:nvPr/>
        </p:nvSpPr>
        <p:spPr bwMode="auto">
          <a:xfrm>
            <a:off x="911225" y="1962150"/>
            <a:ext cx="2166938" cy="407988"/>
          </a:xfrm>
          <a:prstGeom prst="rect">
            <a:avLst/>
          </a:prstGeom>
          <a:solidFill>
            <a:schemeClr val="bg1"/>
          </a:solidFill>
          <a:ln w="6350" algn="ctr">
            <a:solidFill>
              <a:schemeClr val="tx2"/>
            </a:solidFill>
            <a:miter lim="800000"/>
            <a:headEnd/>
            <a:tailEnd/>
          </a:ln>
        </p:spPr>
        <p:txBody>
          <a:bodyPr anchor="ctr" anchorCtr="1"/>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1400">
                <a:solidFill>
                  <a:schemeClr val="bg2"/>
                </a:solidFill>
              </a:rPr>
              <a:t>2. Simulation semaine 1</a:t>
            </a:r>
          </a:p>
        </p:txBody>
      </p:sp>
      <p:sp>
        <p:nvSpPr>
          <p:cNvPr id="14342" name="Rectangle 6"/>
          <p:cNvSpPr>
            <a:spLocks noChangeArrowheads="1"/>
          </p:cNvSpPr>
          <p:nvPr/>
        </p:nvSpPr>
        <p:spPr bwMode="auto">
          <a:xfrm>
            <a:off x="915988" y="3268663"/>
            <a:ext cx="2157412" cy="407987"/>
          </a:xfrm>
          <a:prstGeom prst="rect">
            <a:avLst/>
          </a:prstGeom>
          <a:solidFill>
            <a:schemeClr val="bg1"/>
          </a:solidFill>
          <a:ln w="6350" algn="ctr">
            <a:solidFill>
              <a:schemeClr val="tx2"/>
            </a:solidFill>
            <a:miter lim="800000"/>
            <a:headEnd/>
            <a:tailEnd/>
          </a:ln>
        </p:spPr>
        <p:txBody>
          <a:bodyPr anchor="ctr" anchorCtr="1"/>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1400">
                <a:solidFill>
                  <a:schemeClr val="bg2"/>
                </a:solidFill>
              </a:rPr>
              <a:t>4. Simulation semaine 2</a:t>
            </a:r>
          </a:p>
        </p:txBody>
      </p:sp>
      <p:sp>
        <p:nvSpPr>
          <p:cNvPr id="14343" name="Rectangle 7"/>
          <p:cNvSpPr>
            <a:spLocks noChangeArrowheads="1"/>
          </p:cNvSpPr>
          <p:nvPr/>
        </p:nvSpPr>
        <p:spPr bwMode="auto">
          <a:xfrm>
            <a:off x="915988" y="3922713"/>
            <a:ext cx="2157412" cy="407987"/>
          </a:xfrm>
          <a:prstGeom prst="rect">
            <a:avLst/>
          </a:prstGeom>
          <a:solidFill>
            <a:schemeClr val="bg1"/>
          </a:solidFill>
          <a:ln w="6350" algn="ctr">
            <a:solidFill>
              <a:schemeClr val="tx2"/>
            </a:solidFill>
            <a:miter lim="800000"/>
            <a:headEnd/>
            <a:tailEnd/>
          </a:ln>
        </p:spPr>
        <p:txBody>
          <a:bodyPr anchor="ctr" anchorCtr="1"/>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1400">
                <a:solidFill>
                  <a:schemeClr val="bg2"/>
                </a:solidFill>
              </a:rPr>
              <a:t>5. Simulation semaine 3</a:t>
            </a:r>
          </a:p>
        </p:txBody>
      </p:sp>
      <p:sp>
        <p:nvSpPr>
          <p:cNvPr id="14344" name="Rectangle 8"/>
          <p:cNvSpPr>
            <a:spLocks noChangeArrowheads="1"/>
          </p:cNvSpPr>
          <p:nvPr/>
        </p:nvSpPr>
        <p:spPr bwMode="auto">
          <a:xfrm>
            <a:off x="915988" y="2571750"/>
            <a:ext cx="2157412" cy="492125"/>
          </a:xfrm>
          <a:prstGeom prst="rect">
            <a:avLst/>
          </a:prstGeom>
          <a:solidFill>
            <a:schemeClr val="bg1"/>
          </a:solidFill>
          <a:ln w="6350" algn="ctr">
            <a:solidFill>
              <a:schemeClr val="tx2"/>
            </a:solidFill>
            <a:miter lim="800000"/>
            <a:headEnd/>
            <a:tailEnd/>
          </a:ln>
        </p:spPr>
        <p:txBody>
          <a:bodyPr anchor="ctr" anchorCtr="1"/>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1400">
                <a:solidFill>
                  <a:schemeClr val="bg2"/>
                </a:solidFill>
              </a:rPr>
              <a:t>3. Mise en place des tickets Kanban</a:t>
            </a:r>
          </a:p>
        </p:txBody>
      </p:sp>
      <p:sp>
        <p:nvSpPr>
          <p:cNvPr id="14345" name="Rectangle 11"/>
          <p:cNvSpPr>
            <a:spLocks noChangeArrowheads="1"/>
          </p:cNvSpPr>
          <p:nvPr/>
        </p:nvSpPr>
        <p:spPr bwMode="auto">
          <a:xfrm>
            <a:off x="915988" y="4576763"/>
            <a:ext cx="2157412" cy="407987"/>
          </a:xfrm>
          <a:prstGeom prst="rect">
            <a:avLst/>
          </a:prstGeom>
          <a:solidFill>
            <a:schemeClr val="bg1"/>
          </a:solidFill>
          <a:ln w="6350" algn="ctr">
            <a:solidFill>
              <a:schemeClr val="tx2"/>
            </a:solidFill>
            <a:miter lim="800000"/>
            <a:headEnd/>
            <a:tailEnd/>
          </a:ln>
        </p:spPr>
        <p:txBody>
          <a:bodyPr anchor="ctr" anchorCtr="1"/>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1400">
                <a:solidFill>
                  <a:schemeClr val="bg2"/>
                </a:solidFill>
              </a:rPr>
              <a:t>6. Simulation semaine 4</a:t>
            </a:r>
          </a:p>
        </p:txBody>
      </p:sp>
      <p:sp>
        <p:nvSpPr>
          <p:cNvPr id="14346" name="Text Box 15"/>
          <p:cNvSpPr txBox="1">
            <a:spLocks noChangeArrowheads="1"/>
          </p:cNvSpPr>
          <p:nvPr/>
        </p:nvSpPr>
        <p:spPr bwMode="auto">
          <a:xfrm>
            <a:off x="400050" y="1243013"/>
            <a:ext cx="552450" cy="2905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r" eaLnBrk="1" hangingPunct="1">
              <a:spcBef>
                <a:spcPct val="0"/>
              </a:spcBef>
              <a:buFontTx/>
              <a:buNone/>
            </a:pPr>
            <a:r>
              <a:rPr lang="fr-FR" altLang="fr-FR" sz="1300">
                <a:solidFill>
                  <a:schemeClr val="tx1"/>
                </a:solidFill>
              </a:rPr>
              <a:t>1h30</a:t>
            </a:r>
          </a:p>
        </p:txBody>
      </p:sp>
      <p:sp>
        <p:nvSpPr>
          <p:cNvPr id="14347" name="Text Box 16"/>
          <p:cNvSpPr txBox="1">
            <a:spLocks noChangeArrowheads="1"/>
          </p:cNvSpPr>
          <p:nvPr/>
        </p:nvSpPr>
        <p:spPr bwMode="auto">
          <a:xfrm>
            <a:off x="225425" y="1992313"/>
            <a:ext cx="727075" cy="2905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r" eaLnBrk="1" hangingPunct="1">
              <a:spcBef>
                <a:spcPct val="0"/>
              </a:spcBef>
              <a:buFontTx/>
              <a:buNone/>
            </a:pPr>
            <a:r>
              <a:rPr lang="fr-FR" altLang="fr-FR" sz="1300">
                <a:solidFill>
                  <a:schemeClr val="tx1"/>
                </a:solidFill>
              </a:rPr>
              <a:t>45 min.</a:t>
            </a:r>
          </a:p>
        </p:txBody>
      </p:sp>
      <p:sp>
        <p:nvSpPr>
          <p:cNvPr id="14348" name="Text Box 17"/>
          <p:cNvSpPr txBox="1">
            <a:spLocks noChangeArrowheads="1"/>
          </p:cNvSpPr>
          <p:nvPr/>
        </p:nvSpPr>
        <p:spPr bwMode="auto">
          <a:xfrm>
            <a:off x="225425" y="2635250"/>
            <a:ext cx="727075" cy="2905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r" eaLnBrk="1" hangingPunct="1">
              <a:spcBef>
                <a:spcPct val="0"/>
              </a:spcBef>
              <a:buFontTx/>
              <a:buNone/>
            </a:pPr>
            <a:r>
              <a:rPr lang="fr-FR" altLang="fr-FR" sz="1300">
                <a:solidFill>
                  <a:schemeClr val="tx1"/>
                </a:solidFill>
              </a:rPr>
              <a:t>30 min.</a:t>
            </a:r>
          </a:p>
        </p:txBody>
      </p:sp>
      <p:sp>
        <p:nvSpPr>
          <p:cNvPr id="14349" name="Text Box 18"/>
          <p:cNvSpPr txBox="1">
            <a:spLocks noChangeArrowheads="1"/>
          </p:cNvSpPr>
          <p:nvPr/>
        </p:nvSpPr>
        <p:spPr bwMode="auto">
          <a:xfrm>
            <a:off x="225425" y="3309938"/>
            <a:ext cx="727075" cy="2905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r" eaLnBrk="1" hangingPunct="1">
              <a:spcBef>
                <a:spcPct val="0"/>
              </a:spcBef>
              <a:buFontTx/>
              <a:buNone/>
            </a:pPr>
            <a:r>
              <a:rPr lang="fr-FR" altLang="fr-FR" sz="1300">
                <a:solidFill>
                  <a:schemeClr val="tx1"/>
                </a:solidFill>
              </a:rPr>
              <a:t>45 min.</a:t>
            </a:r>
          </a:p>
        </p:txBody>
      </p:sp>
      <p:sp>
        <p:nvSpPr>
          <p:cNvPr id="14350" name="Text Box 19"/>
          <p:cNvSpPr txBox="1">
            <a:spLocks noChangeArrowheads="1"/>
          </p:cNvSpPr>
          <p:nvPr/>
        </p:nvSpPr>
        <p:spPr bwMode="auto">
          <a:xfrm>
            <a:off x="225425" y="3952875"/>
            <a:ext cx="727075" cy="2905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r" eaLnBrk="1" hangingPunct="1">
              <a:spcBef>
                <a:spcPct val="0"/>
              </a:spcBef>
              <a:buFontTx/>
              <a:buNone/>
            </a:pPr>
            <a:r>
              <a:rPr lang="fr-FR" altLang="fr-FR" sz="1300">
                <a:solidFill>
                  <a:schemeClr val="tx1"/>
                </a:solidFill>
              </a:rPr>
              <a:t>30 min.</a:t>
            </a:r>
          </a:p>
        </p:txBody>
      </p:sp>
      <p:sp>
        <p:nvSpPr>
          <p:cNvPr id="14351" name="Text Box 20"/>
          <p:cNvSpPr txBox="1">
            <a:spLocks noChangeArrowheads="1"/>
          </p:cNvSpPr>
          <p:nvPr/>
        </p:nvSpPr>
        <p:spPr bwMode="auto">
          <a:xfrm>
            <a:off x="225425" y="4648200"/>
            <a:ext cx="727075" cy="2905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r" eaLnBrk="1" hangingPunct="1">
              <a:spcBef>
                <a:spcPct val="0"/>
              </a:spcBef>
              <a:buFontTx/>
              <a:buNone/>
            </a:pPr>
            <a:r>
              <a:rPr lang="fr-FR" altLang="fr-FR" sz="1300">
                <a:solidFill>
                  <a:schemeClr val="tx1"/>
                </a:solidFill>
              </a:rPr>
              <a:t>30 min.</a:t>
            </a:r>
          </a:p>
        </p:txBody>
      </p:sp>
      <p:sp>
        <p:nvSpPr>
          <p:cNvPr id="14352" name="Text Box 21"/>
          <p:cNvSpPr txBox="1">
            <a:spLocks noChangeArrowheads="1"/>
          </p:cNvSpPr>
          <p:nvPr/>
        </p:nvSpPr>
        <p:spPr bwMode="auto">
          <a:xfrm>
            <a:off x="1427163" y="6175375"/>
            <a:ext cx="1296987" cy="304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1400">
                <a:solidFill>
                  <a:schemeClr val="tx2"/>
                </a:solidFill>
              </a:rPr>
              <a:t>fin de la partie</a:t>
            </a:r>
          </a:p>
        </p:txBody>
      </p:sp>
      <p:sp>
        <p:nvSpPr>
          <p:cNvPr id="14353" name="Rectangle 22"/>
          <p:cNvSpPr>
            <a:spLocks noChangeArrowheads="1"/>
          </p:cNvSpPr>
          <p:nvPr/>
        </p:nvSpPr>
        <p:spPr bwMode="auto">
          <a:xfrm>
            <a:off x="915988" y="5230813"/>
            <a:ext cx="2157412" cy="407987"/>
          </a:xfrm>
          <a:prstGeom prst="rect">
            <a:avLst/>
          </a:prstGeom>
          <a:solidFill>
            <a:schemeClr val="bg1"/>
          </a:solidFill>
          <a:ln w="6350" algn="ctr">
            <a:solidFill>
              <a:schemeClr val="tx2"/>
            </a:solidFill>
            <a:miter lim="800000"/>
            <a:headEnd/>
            <a:tailEnd/>
          </a:ln>
        </p:spPr>
        <p:txBody>
          <a:bodyPr anchor="ctr" anchorCtr="1"/>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1400">
                <a:solidFill>
                  <a:schemeClr val="tx1"/>
                </a:solidFill>
              </a:rPr>
              <a:t>7. Résultats - Synthèse</a:t>
            </a:r>
          </a:p>
        </p:txBody>
      </p:sp>
      <p:sp>
        <p:nvSpPr>
          <p:cNvPr id="14354" name="Text Box 23"/>
          <p:cNvSpPr txBox="1">
            <a:spLocks noChangeArrowheads="1"/>
          </p:cNvSpPr>
          <p:nvPr/>
        </p:nvSpPr>
        <p:spPr bwMode="auto">
          <a:xfrm>
            <a:off x="207963" y="5289550"/>
            <a:ext cx="727075" cy="2905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r" eaLnBrk="1" hangingPunct="1">
              <a:spcBef>
                <a:spcPct val="0"/>
              </a:spcBef>
              <a:buFontTx/>
              <a:buNone/>
            </a:pPr>
            <a:r>
              <a:rPr lang="fr-FR" altLang="fr-FR" sz="1300">
                <a:solidFill>
                  <a:schemeClr val="tx1"/>
                </a:solidFill>
              </a:rPr>
              <a:t>30 min.</a:t>
            </a:r>
          </a:p>
        </p:txBody>
      </p:sp>
      <p:sp>
        <p:nvSpPr>
          <p:cNvPr id="14355" name="Text Box 25"/>
          <p:cNvSpPr txBox="1">
            <a:spLocks noChangeArrowheads="1"/>
          </p:cNvSpPr>
          <p:nvPr/>
        </p:nvSpPr>
        <p:spPr bwMode="auto">
          <a:xfrm>
            <a:off x="3368675" y="4911725"/>
            <a:ext cx="5454650" cy="10445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a:spAutoFit/>
          </a:bodyPr>
          <a:lstStyle>
            <a:lvl1pPr marL="9525" indent="-9525" algn="l" eaLnBrk="0" hangingPunct="0">
              <a:spcBef>
                <a:spcPct val="20000"/>
              </a:spcBef>
              <a:buChar char="•"/>
              <a:tabLst>
                <a:tab pos="176213" algn="l"/>
              </a:tabLst>
              <a:defRPr sz="2000">
                <a:solidFill>
                  <a:schemeClr val="accent2"/>
                </a:solidFill>
                <a:latin typeface="Arial" pitchFamily="34" charset="0"/>
              </a:defRPr>
            </a:lvl1pPr>
            <a:lvl2pPr marL="742950" indent="-285750" algn="l" eaLnBrk="0" hangingPunct="0">
              <a:spcBef>
                <a:spcPct val="20000"/>
              </a:spcBef>
              <a:buChar char="–"/>
              <a:tabLst>
                <a:tab pos="176213" algn="l"/>
              </a:tabLst>
              <a:defRPr>
                <a:solidFill>
                  <a:schemeClr val="accent2"/>
                </a:solidFill>
                <a:latin typeface="Arial" pitchFamily="34" charset="0"/>
              </a:defRPr>
            </a:lvl2pPr>
            <a:lvl3pPr marL="1143000" indent="-228600" algn="l" eaLnBrk="0" hangingPunct="0">
              <a:spcBef>
                <a:spcPct val="20000"/>
              </a:spcBef>
              <a:buChar char="•"/>
              <a:tabLst>
                <a:tab pos="176213" algn="l"/>
              </a:tabLst>
              <a:defRPr sz="1600">
                <a:solidFill>
                  <a:schemeClr val="accent2"/>
                </a:solidFill>
                <a:latin typeface="Arial" pitchFamily="34" charset="0"/>
              </a:defRPr>
            </a:lvl3pPr>
            <a:lvl4pPr marL="1600200" indent="-228600" algn="l" eaLnBrk="0" hangingPunct="0">
              <a:spcBef>
                <a:spcPct val="20000"/>
              </a:spcBef>
              <a:buChar char="–"/>
              <a:tabLst>
                <a:tab pos="176213" algn="l"/>
              </a:tabLst>
              <a:defRPr sz="1600">
                <a:solidFill>
                  <a:schemeClr val="accent2"/>
                </a:solidFill>
                <a:latin typeface="Arial" pitchFamily="34" charset="0"/>
              </a:defRPr>
            </a:lvl4pPr>
            <a:lvl5pPr marL="2057400" indent="-228600" algn="l" eaLnBrk="0" hangingPunct="0">
              <a:spcBef>
                <a:spcPct val="20000"/>
              </a:spcBef>
              <a:buChar char="»"/>
              <a:tabLst>
                <a:tab pos="176213" algn="l"/>
              </a:tabLst>
              <a:defRPr sz="1600">
                <a:solidFill>
                  <a:schemeClr val="accent2"/>
                </a:solidFill>
                <a:latin typeface="Arial" pitchFamily="34" charset="0"/>
              </a:defRPr>
            </a:lvl5pPr>
            <a:lvl6pPr marL="2514600" indent="-228600" eaLnBrk="0" fontAlgn="base" hangingPunct="0">
              <a:spcBef>
                <a:spcPct val="20000"/>
              </a:spcBef>
              <a:spcAft>
                <a:spcPct val="0"/>
              </a:spcAft>
              <a:buChar char="»"/>
              <a:tabLst>
                <a:tab pos="176213" algn="l"/>
              </a:tabLst>
              <a:defRPr sz="1600">
                <a:solidFill>
                  <a:schemeClr val="accent2"/>
                </a:solidFill>
                <a:latin typeface="Arial" pitchFamily="34" charset="0"/>
              </a:defRPr>
            </a:lvl6pPr>
            <a:lvl7pPr marL="2971800" indent="-228600" eaLnBrk="0" fontAlgn="base" hangingPunct="0">
              <a:spcBef>
                <a:spcPct val="20000"/>
              </a:spcBef>
              <a:spcAft>
                <a:spcPct val="0"/>
              </a:spcAft>
              <a:buChar char="»"/>
              <a:tabLst>
                <a:tab pos="176213" algn="l"/>
              </a:tabLst>
              <a:defRPr sz="1600">
                <a:solidFill>
                  <a:schemeClr val="accent2"/>
                </a:solidFill>
                <a:latin typeface="Arial" pitchFamily="34" charset="0"/>
              </a:defRPr>
            </a:lvl7pPr>
            <a:lvl8pPr marL="3429000" indent="-228600" eaLnBrk="0" fontAlgn="base" hangingPunct="0">
              <a:spcBef>
                <a:spcPct val="20000"/>
              </a:spcBef>
              <a:spcAft>
                <a:spcPct val="0"/>
              </a:spcAft>
              <a:buChar char="»"/>
              <a:tabLst>
                <a:tab pos="176213" algn="l"/>
              </a:tabLst>
              <a:defRPr sz="1600">
                <a:solidFill>
                  <a:schemeClr val="accent2"/>
                </a:solidFill>
                <a:latin typeface="Arial" pitchFamily="34" charset="0"/>
              </a:defRPr>
            </a:lvl8pPr>
            <a:lvl9pPr marL="3886200" indent="-228600" eaLnBrk="0" fontAlgn="base" hangingPunct="0">
              <a:spcBef>
                <a:spcPct val="20000"/>
              </a:spcBef>
              <a:spcAft>
                <a:spcPct val="0"/>
              </a:spcAft>
              <a:buChar char="»"/>
              <a:tabLst>
                <a:tab pos="176213" algn="l"/>
              </a:tabLst>
              <a:defRPr sz="1600">
                <a:solidFill>
                  <a:schemeClr val="accent2"/>
                </a:solidFill>
                <a:latin typeface="Arial" pitchFamily="34" charset="0"/>
              </a:defRPr>
            </a:lvl9pPr>
          </a:lstStyle>
          <a:p>
            <a:pPr eaLnBrk="1" hangingPunct="1">
              <a:lnSpc>
                <a:spcPct val="120000"/>
              </a:lnSpc>
              <a:spcBef>
                <a:spcPct val="0"/>
              </a:spcBef>
              <a:buFontTx/>
              <a:buNone/>
            </a:pPr>
            <a:r>
              <a:rPr lang="fr-FR" altLang="fr-FR" sz="1300" b="1">
                <a:solidFill>
                  <a:schemeClr val="tx1"/>
                </a:solidFill>
              </a:rPr>
              <a:t>7.</a:t>
            </a:r>
            <a:r>
              <a:rPr lang="fr-FR" altLang="fr-FR" sz="1300">
                <a:solidFill>
                  <a:schemeClr val="tx1"/>
                </a:solidFill>
              </a:rPr>
              <a:t> L’animateur présente le tableau de bord final.</a:t>
            </a:r>
          </a:p>
          <a:p>
            <a:pPr eaLnBrk="1" hangingPunct="1">
              <a:lnSpc>
                <a:spcPct val="120000"/>
              </a:lnSpc>
              <a:spcBef>
                <a:spcPct val="0"/>
              </a:spcBef>
              <a:buFontTx/>
              <a:buNone/>
            </a:pPr>
            <a:r>
              <a:rPr lang="fr-FR" altLang="fr-FR" sz="1300">
                <a:solidFill>
                  <a:schemeClr val="tx1"/>
                </a:solidFill>
              </a:rPr>
              <a:t>Il demande à chaque équipe de commenter les décisions qu’elle a prises au cours du jeu.</a:t>
            </a:r>
          </a:p>
          <a:p>
            <a:pPr eaLnBrk="1" hangingPunct="1">
              <a:lnSpc>
                <a:spcPct val="120000"/>
              </a:lnSpc>
              <a:spcBef>
                <a:spcPct val="0"/>
              </a:spcBef>
              <a:buFontTx/>
              <a:buNone/>
            </a:pPr>
            <a:r>
              <a:rPr lang="fr-FR" altLang="fr-FR" sz="1300">
                <a:solidFill>
                  <a:schemeClr val="tx1"/>
                </a:solidFill>
              </a:rPr>
              <a:t>Il anime un débat général sur les thèmes abordés durant la simulation.</a:t>
            </a:r>
          </a:p>
        </p:txBody>
      </p:sp>
      <p:sp>
        <p:nvSpPr>
          <p:cNvPr id="14356" name="Text Box 26"/>
          <p:cNvSpPr txBox="1">
            <a:spLocks noChangeArrowheads="1"/>
          </p:cNvSpPr>
          <p:nvPr/>
        </p:nvSpPr>
        <p:spPr bwMode="auto">
          <a:xfrm>
            <a:off x="752475" y="6173788"/>
            <a:ext cx="430213" cy="304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r" eaLnBrk="1" hangingPunct="1">
              <a:spcBef>
                <a:spcPct val="0"/>
              </a:spcBef>
              <a:buFontTx/>
              <a:buNone/>
            </a:pPr>
            <a:r>
              <a:rPr lang="fr-FR" altLang="fr-FR" sz="1400">
                <a:solidFill>
                  <a:schemeClr val="tx2"/>
                </a:solidFill>
              </a:rPr>
              <a:t>5 h</a:t>
            </a:r>
          </a:p>
        </p:txBody>
      </p:sp>
      <p:pic>
        <p:nvPicPr>
          <p:cNvPr id="23" name="Picture 2" descr="C:\Users\BertrandS\Dropbox\Jeux\00. CONCEPTION DES JEUX\photos\Bureau Une Femme 29\iStock_000002139332_Medium ALLEGE.jpg"/>
          <p:cNvPicPr>
            <a:picLocks noChangeAspect="1" noChangeArrowheads="1"/>
          </p:cNvPicPr>
          <p:nvPr/>
        </p:nvPicPr>
        <p:blipFill rotWithShape="1">
          <a:blip r:embed="rId3" cstate="print">
            <a:clrChange>
              <a:clrFrom>
                <a:srgbClr val="FFFFFF"/>
              </a:clrFrom>
              <a:clrTo>
                <a:srgbClr val="FFFFFF">
                  <a:alpha val="0"/>
                </a:srgbClr>
              </a:clrTo>
            </a:clrChange>
            <a:extLst>
              <a:ext uri="{28A0092B-C50C-407E-A947-70E740481C1C}">
                <a14:useLocalDpi xmlns:a14="http://schemas.microsoft.com/office/drawing/2010/main" val="0"/>
              </a:ext>
            </a:extLst>
          </a:blip>
          <a:srcRect b="26675"/>
          <a:stretch/>
        </p:blipFill>
        <p:spPr bwMode="auto">
          <a:xfrm>
            <a:off x="8248783" y="45838"/>
            <a:ext cx="815481" cy="947302"/>
          </a:xfrm>
          <a:prstGeom prst="rect">
            <a:avLst/>
          </a:prstGeom>
          <a:solidFill>
            <a:schemeClr val="bg1"/>
          </a:solidFill>
          <a:ln w="12700">
            <a:solidFill>
              <a:srgbClr val="27A8E0"/>
            </a:solidFill>
          </a:ln>
          <a:effectLst>
            <a:outerShdw blurRad="25400" dist="50800" dir="2700000" algn="ctr" rotWithShape="0">
              <a:srgbClr val="27A8E0"/>
            </a:outerShdw>
          </a:effectLst>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362" name="Rectangle 2"/>
          <p:cNvSpPr>
            <a:spLocks noGrp="1" noChangeArrowheads="1"/>
          </p:cNvSpPr>
          <p:nvPr>
            <p:ph type="title"/>
          </p:nvPr>
        </p:nvSpPr>
        <p:spPr/>
        <p:txBody>
          <a:bodyPr/>
          <a:lstStyle/>
          <a:p>
            <a:pPr eaLnBrk="1" hangingPunct="1"/>
            <a:r>
              <a:rPr lang="fr-FR" altLang="fr-FR"/>
              <a:t>Diapos Incidents</a:t>
            </a:r>
          </a:p>
        </p:txBody>
      </p:sp>
      <p:sp>
        <p:nvSpPr>
          <p:cNvPr id="15363" name="Rectangle 3"/>
          <p:cNvSpPr>
            <a:spLocks noGrp="1" noChangeArrowheads="1"/>
          </p:cNvSpPr>
          <p:nvPr>
            <p:ph type="body" idx="1"/>
          </p:nvPr>
        </p:nvSpPr>
        <p:spPr>
          <a:xfrm>
            <a:off x="498475" y="1862138"/>
            <a:ext cx="8229600" cy="4143375"/>
          </a:xfrm>
        </p:spPr>
        <p:txBody>
          <a:bodyPr/>
          <a:lstStyle/>
          <a:p>
            <a:pPr eaLnBrk="1" hangingPunct="1"/>
            <a:r>
              <a:rPr lang="fr-FR" altLang="fr-FR"/>
              <a:t>Des incidents surviennent pendant la simulation (tirage du dé).</a:t>
            </a:r>
          </a:p>
          <a:p>
            <a:pPr eaLnBrk="1" hangingPunct="1"/>
            <a:r>
              <a:rPr lang="fr-FR" altLang="fr-FR"/>
              <a:t>Un dé qui tombe sur 1 ou 6 appelle un incident.</a:t>
            </a:r>
          </a:p>
          <a:p>
            <a:pPr lvl="1" eaLnBrk="1" hangingPunct="1">
              <a:lnSpc>
                <a:spcPct val="110000"/>
              </a:lnSpc>
            </a:pPr>
            <a:r>
              <a:rPr lang="fr-FR" altLang="fr-FR" u="sng"/>
              <a:t>Remarque</a:t>
            </a:r>
            <a:r>
              <a:rPr lang="fr-FR" altLang="fr-FR"/>
              <a:t> : le dé est tiré alternativement par chaque table mais son résultat est applicable à toutes les tables.</a:t>
            </a:r>
          </a:p>
          <a:p>
            <a:pPr eaLnBrk="1" hangingPunct="1"/>
            <a:r>
              <a:rPr lang="fr-FR" altLang="fr-FR"/>
              <a:t>En pratique, l’animateur utilisera le fichier Incidents présent sur le CD Rom.</a:t>
            </a:r>
          </a:p>
          <a:p>
            <a:pPr eaLnBrk="1" hangingPunct="1"/>
            <a:r>
              <a:rPr lang="fr-FR" altLang="fr-FR"/>
              <a:t>Il l’ouvrira en même temps que le fichier de la simulation, et passera d’un fichier à l’autre pour lire l’incident puis revenir à la simulation. </a:t>
            </a:r>
          </a:p>
          <a:p>
            <a:pPr eaLnBrk="1" hangingPunct="1"/>
            <a:endParaRPr lang="fr-FR" altLang="fr-FR"/>
          </a:p>
        </p:txBody>
      </p:sp>
      <p:grpSp>
        <p:nvGrpSpPr>
          <p:cNvPr id="15365" name="Group 6"/>
          <p:cNvGrpSpPr>
            <a:grpSpLocks/>
          </p:cNvGrpSpPr>
          <p:nvPr/>
        </p:nvGrpSpPr>
        <p:grpSpPr bwMode="auto">
          <a:xfrm>
            <a:off x="4132263" y="989013"/>
            <a:ext cx="446087" cy="534987"/>
            <a:chOff x="868" y="1439"/>
            <a:chExt cx="811" cy="972"/>
          </a:xfrm>
        </p:grpSpPr>
        <p:sp>
          <p:nvSpPr>
            <p:cNvPr id="15367" name="Freeform 7"/>
            <p:cNvSpPr>
              <a:spLocks/>
            </p:cNvSpPr>
            <p:nvPr/>
          </p:nvSpPr>
          <p:spPr bwMode="auto">
            <a:xfrm>
              <a:off x="1548" y="2014"/>
              <a:ext cx="123" cy="100"/>
            </a:xfrm>
            <a:custGeom>
              <a:avLst/>
              <a:gdLst>
                <a:gd name="T0" fmla="*/ 5 w 618"/>
                <a:gd name="T1" fmla="*/ 0 h 502"/>
                <a:gd name="T2" fmla="*/ 5 w 618"/>
                <a:gd name="T3" fmla="*/ 0 h 502"/>
                <a:gd name="T4" fmla="*/ 0 w 618"/>
                <a:gd name="T5" fmla="*/ 4 h 502"/>
                <a:gd name="T6" fmla="*/ 0 w 618"/>
                <a:gd name="T7" fmla="*/ 4 h 502"/>
                <a:gd name="T8" fmla="*/ 5 w 618"/>
                <a:gd name="T9" fmla="*/ 0 h 502"/>
                <a:gd name="T10" fmla="*/ 5 w 618"/>
                <a:gd name="T11" fmla="*/ 0 h 502"/>
                <a:gd name="T12" fmla="*/ 5 w 618"/>
                <a:gd name="T13" fmla="*/ 0 h 502"/>
                <a:gd name="T14" fmla="*/ 5 w 618"/>
                <a:gd name="T15" fmla="*/ 0 h 502"/>
                <a:gd name="T16" fmla="*/ 5 w 618"/>
                <a:gd name="T17" fmla="*/ 0 h 502"/>
                <a:gd name="T18" fmla="*/ 5 w 618"/>
                <a:gd name="T19" fmla="*/ 0 h 502"/>
                <a:gd name="T20" fmla="*/ 5 w 618"/>
                <a:gd name="T21" fmla="*/ 0 h 502"/>
                <a:gd name="T22" fmla="*/ 5 w 618"/>
                <a:gd name="T23" fmla="*/ 0 h 502"/>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618"/>
                <a:gd name="T37" fmla="*/ 0 h 502"/>
                <a:gd name="T38" fmla="*/ 618 w 618"/>
                <a:gd name="T39" fmla="*/ 502 h 502"/>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618" h="502">
                  <a:moveTo>
                    <a:pt x="611" y="0"/>
                  </a:moveTo>
                  <a:lnTo>
                    <a:pt x="606" y="2"/>
                  </a:lnTo>
                  <a:lnTo>
                    <a:pt x="0" y="490"/>
                  </a:lnTo>
                  <a:lnTo>
                    <a:pt x="10" y="502"/>
                  </a:lnTo>
                  <a:lnTo>
                    <a:pt x="616" y="14"/>
                  </a:lnTo>
                  <a:lnTo>
                    <a:pt x="611" y="16"/>
                  </a:lnTo>
                  <a:lnTo>
                    <a:pt x="616" y="14"/>
                  </a:lnTo>
                  <a:lnTo>
                    <a:pt x="618" y="9"/>
                  </a:lnTo>
                  <a:lnTo>
                    <a:pt x="617" y="3"/>
                  </a:lnTo>
                  <a:lnTo>
                    <a:pt x="612" y="1"/>
                  </a:lnTo>
                  <a:lnTo>
                    <a:pt x="606" y="2"/>
                  </a:lnTo>
                  <a:lnTo>
                    <a:pt x="611"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368" name="Freeform 8"/>
            <p:cNvSpPr>
              <a:spLocks/>
            </p:cNvSpPr>
            <p:nvPr/>
          </p:nvSpPr>
          <p:spPr bwMode="auto">
            <a:xfrm>
              <a:off x="876" y="1852"/>
              <a:ext cx="82" cy="373"/>
            </a:xfrm>
            <a:custGeom>
              <a:avLst/>
              <a:gdLst>
                <a:gd name="T0" fmla="*/ 3 w 413"/>
                <a:gd name="T1" fmla="*/ 15 h 1865"/>
                <a:gd name="T2" fmla="*/ 3 w 413"/>
                <a:gd name="T3" fmla="*/ 15 h 1865"/>
                <a:gd name="T4" fmla="*/ 0 w 413"/>
                <a:gd name="T5" fmla="*/ 0 h 1865"/>
                <a:gd name="T6" fmla="*/ 0 w 413"/>
                <a:gd name="T7" fmla="*/ 0 h 1865"/>
                <a:gd name="T8" fmla="*/ 3 w 413"/>
                <a:gd name="T9" fmla="*/ 15 h 1865"/>
                <a:gd name="T10" fmla="*/ 3 w 413"/>
                <a:gd name="T11" fmla="*/ 15 h 1865"/>
                <a:gd name="T12" fmla="*/ 3 w 413"/>
                <a:gd name="T13" fmla="*/ 15 h 1865"/>
                <a:gd name="T14" fmla="*/ 3 w 413"/>
                <a:gd name="T15" fmla="*/ 15 h 1865"/>
                <a:gd name="T16" fmla="*/ 3 w 413"/>
                <a:gd name="T17" fmla="*/ 15 h 1865"/>
                <a:gd name="T18" fmla="*/ 3 w 413"/>
                <a:gd name="T19" fmla="*/ 15 h 1865"/>
                <a:gd name="T20" fmla="*/ 3 w 413"/>
                <a:gd name="T21" fmla="*/ 15 h 1865"/>
                <a:gd name="T22" fmla="*/ 3 w 413"/>
                <a:gd name="T23" fmla="*/ 15 h 186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413"/>
                <a:gd name="T37" fmla="*/ 0 h 1865"/>
                <a:gd name="T38" fmla="*/ 413 w 413"/>
                <a:gd name="T39" fmla="*/ 1865 h 1865"/>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413" h="1865">
                  <a:moveTo>
                    <a:pt x="400" y="1864"/>
                  </a:moveTo>
                  <a:lnTo>
                    <a:pt x="413" y="1856"/>
                  </a:lnTo>
                  <a:lnTo>
                    <a:pt x="17" y="0"/>
                  </a:lnTo>
                  <a:lnTo>
                    <a:pt x="0" y="2"/>
                  </a:lnTo>
                  <a:lnTo>
                    <a:pt x="396" y="1858"/>
                  </a:lnTo>
                  <a:lnTo>
                    <a:pt x="409" y="1850"/>
                  </a:lnTo>
                  <a:lnTo>
                    <a:pt x="396" y="1858"/>
                  </a:lnTo>
                  <a:lnTo>
                    <a:pt x="400" y="1864"/>
                  </a:lnTo>
                  <a:lnTo>
                    <a:pt x="406" y="1865"/>
                  </a:lnTo>
                  <a:lnTo>
                    <a:pt x="410" y="1862"/>
                  </a:lnTo>
                  <a:lnTo>
                    <a:pt x="413" y="1856"/>
                  </a:lnTo>
                  <a:lnTo>
                    <a:pt x="400" y="186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369" name="Freeform 9"/>
            <p:cNvSpPr>
              <a:spLocks/>
            </p:cNvSpPr>
            <p:nvPr/>
          </p:nvSpPr>
          <p:spPr bwMode="auto">
            <a:xfrm>
              <a:off x="1282" y="1533"/>
              <a:ext cx="35" cy="161"/>
            </a:xfrm>
            <a:custGeom>
              <a:avLst/>
              <a:gdLst>
                <a:gd name="T0" fmla="*/ 1 w 175"/>
                <a:gd name="T1" fmla="*/ 6 h 807"/>
                <a:gd name="T2" fmla="*/ 1 w 175"/>
                <a:gd name="T3" fmla="*/ 6 h 807"/>
                <a:gd name="T4" fmla="*/ 1 w 175"/>
                <a:gd name="T5" fmla="*/ 6 h 807"/>
                <a:gd name="T6" fmla="*/ 1 w 175"/>
                <a:gd name="T7" fmla="*/ 5 h 807"/>
                <a:gd name="T8" fmla="*/ 1 w 175"/>
                <a:gd name="T9" fmla="*/ 5 h 807"/>
                <a:gd name="T10" fmla="*/ 1 w 175"/>
                <a:gd name="T11" fmla="*/ 5 h 807"/>
                <a:gd name="T12" fmla="*/ 1 w 175"/>
                <a:gd name="T13" fmla="*/ 4 h 807"/>
                <a:gd name="T14" fmla="*/ 1 w 175"/>
                <a:gd name="T15" fmla="*/ 4 h 807"/>
                <a:gd name="T16" fmla="*/ 1 w 175"/>
                <a:gd name="T17" fmla="*/ 3 h 807"/>
                <a:gd name="T18" fmla="*/ 1 w 175"/>
                <a:gd name="T19" fmla="*/ 3 h 807"/>
                <a:gd name="T20" fmla="*/ 1 w 175"/>
                <a:gd name="T21" fmla="*/ 3 h 807"/>
                <a:gd name="T22" fmla="*/ 1 w 175"/>
                <a:gd name="T23" fmla="*/ 2 h 807"/>
                <a:gd name="T24" fmla="*/ 1 w 175"/>
                <a:gd name="T25" fmla="*/ 2 h 807"/>
                <a:gd name="T26" fmla="*/ 1 w 175"/>
                <a:gd name="T27" fmla="*/ 2 h 807"/>
                <a:gd name="T28" fmla="*/ 1 w 175"/>
                <a:gd name="T29" fmla="*/ 1 h 807"/>
                <a:gd name="T30" fmla="*/ 1 w 175"/>
                <a:gd name="T31" fmla="*/ 1 h 807"/>
                <a:gd name="T32" fmla="*/ 1 w 175"/>
                <a:gd name="T33" fmla="*/ 1 h 807"/>
                <a:gd name="T34" fmla="*/ 1 w 175"/>
                <a:gd name="T35" fmla="*/ 0 h 807"/>
                <a:gd name="T36" fmla="*/ 1 w 175"/>
                <a:gd name="T37" fmla="*/ 0 h 807"/>
                <a:gd name="T38" fmla="*/ 1 w 175"/>
                <a:gd name="T39" fmla="*/ 0 h 807"/>
                <a:gd name="T40" fmla="*/ 0 w 175"/>
                <a:gd name="T41" fmla="*/ 1 h 807"/>
                <a:gd name="T42" fmla="*/ 0 w 175"/>
                <a:gd name="T43" fmla="*/ 1 h 807"/>
                <a:gd name="T44" fmla="*/ 0 w 175"/>
                <a:gd name="T45" fmla="*/ 1 h 807"/>
                <a:gd name="T46" fmla="*/ 0 w 175"/>
                <a:gd name="T47" fmla="*/ 2 h 807"/>
                <a:gd name="T48" fmla="*/ 0 w 175"/>
                <a:gd name="T49" fmla="*/ 2 h 807"/>
                <a:gd name="T50" fmla="*/ 0 w 175"/>
                <a:gd name="T51" fmla="*/ 3 h 807"/>
                <a:gd name="T52" fmla="*/ 0 w 175"/>
                <a:gd name="T53" fmla="*/ 3 h 807"/>
                <a:gd name="T54" fmla="*/ 0 w 175"/>
                <a:gd name="T55" fmla="*/ 3 h 807"/>
                <a:gd name="T56" fmla="*/ 0 w 175"/>
                <a:gd name="T57" fmla="*/ 4 h 807"/>
                <a:gd name="T58" fmla="*/ 0 w 175"/>
                <a:gd name="T59" fmla="*/ 4 h 807"/>
                <a:gd name="T60" fmla="*/ 0 w 175"/>
                <a:gd name="T61" fmla="*/ 5 h 807"/>
                <a:gd name="T62" fmla="*/ 0 w 175"/>
                <a:gd name="T63" fmla="*/ 5 h 807"/>
                <a:gd name="T64" fmla="*/ 0 w 175"/>
                <a:gd name="T65" fmla="*/ 5 h 807"/>
                <a:gd name="T66" fmla="*/ 1 w 175"/>
                <a:gd name="T67" fmla="*/ 6 h 807"/>
                <a:gd name="T68" fmla="*/ 1 w 175"/>
                <a:gd name="T69" fmla="*/ 6 h 807"/>
                <a:gd name="T70" fmla="*/ 1 w 175"/>
                <a:gd name="T71" fmla="*/ 6 h 807"/>
                <a:gd name="T72" fmla="*/ 1 w 175"/>
                <a:gd name="T73" fmla="*/ 6 h 807"/>
                <a:gd name="T74" fmla="*/ 1 w 175"/>
                <a:gd name="T75" fmla="*/ 6 h 807"/>
                <a:gd name="T76" fmla="*/ 1 w 175"/>
                <a:gd name="T77" fmla="*/ 6 h 807"/>
                <a:gd name="T78" fmla="*/ 1 w 175"/>
                <a:gd name="T79" fmla="*/ 6 h 807"/>
                <a:gd name="T80" fmla="*/ 1 w 175"/>
                <a:gd name="T81" fmla="*/ 6 h 807"/>
                <a:gd name="T82" fmla="*/ 1 w 175"/>
                <a:gd name="T83" fmla="*/ 6 h 807"/>
                <a:gd name="T84" fmla="*/ 1 w 175"/>
                <a:gd name="T85" fmla="*/ 6 h 807"/>
                <a:gd name="T86" fmla="*/ 1 w 175"/>
                <a:gd name="T87" fmla="*/ 6 h 807"/>
                <a:gd name="T88" fmla="*/ 1 w 175"/>
                <a:gd name="T89" fmla="*/ 6 h 807"/>
                <a:gd name="T90" fmla="*/ 1 w 175"/>
                <a:gd name="T91" fmla="*/ 6 h 80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175"/>
                <a:gd name="T139" fmla="*/ 0 h 807"/>
                <a:gd name="T140" fmla="*/ 175 w 175"/>
                <a:gd name="T141" fmla="*/ 807 h 80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175" h="807">
                  <a:moveTo>
                    <a:pt x="169" y="740"/>
                  </a:moveTo>
                  <a:lnTo>
                    <a:pt x="169" y="739"/>
                  </a:lnTo>
                  <a:lnTo>
                    <a:pt x="149" y="698"/>
                  </a:lnTo>
                  <a:lnTo>
                    <a:pt x="133" y="656"/>
                  </a:lnTo>
                  <a:lnTo>
                    <a:pt x="120" y="611"/>
                  </a:lnTo>
                  <a:lnTo>
                    <a:pt x="108" y="565"/>
                  </a:lnTo>
                  <a:lnTo>
                    <a:pt x="100" y="520"/>
                  </a:lnTo>
                  <a:lnTo>
                    <a:pt x="96" y="472"/>
                  </a:lnTo>
                  <a:lnTo>
                    <a:pt x="93" y="425"/>
                  </a:lnTo>
                  <a:lnTo>
                    <a:pt x="93" y="377"/>
                  </a:lnTo>
                  <a:lnTo>
                    <a:pt x="96" y="330"/>
                  </a:lnTo>
                  <a:lnTo>
                    <a:pt x="100" y="283"/>
                  </a:lnTo>
                  <a:lnTo>
                    <a:pt x="106" y="238"/>
                  </a:lnTo>
                  <a:lnTo>
                    <a:pt x="115" y="195"/>
                  </a:lnTo>
                  <a:lnTo>
                    <a:pt x="126" y="153"/>
                  </a:lnTo>
                  <a:lnTo>
                    <a:pt x="139" y="114"/>
                  </a:lnTo>
                  <a:lnTo>
                    <a:pt x="153" y="77"/>
                  </a:lnTo>
                  <a:lnTo>
                    <a:pt x="169" y="43"/>
                  </a:lnTo>
                  <a:lnTo>
                    <a:pt x="87" y="0"/>
                  </a:lnTo>
                  <a:lnTo>
                    <a:pt x="69" y="39"/>
                  </a:lnTo>
                  <a:lnTo>
                    <a:pt x="52" y="81"/>
                  </a:lnTo>
                  <a:lnTo>
                    <a:pt x="37" y="127"/>
                  </a:lnTo>
                  <a:lnTo>
                    <a:pt x="24" y="174"/>
                  </a:lnTo>
                  <a:lnTo>
                    <a:pt x="15" y="222"/>
                  </a:lnTo>
                  <a:lnTo>
                    <a:pt x="7" y="271"/>
                  </a:lnTo>
                  <a:lnTo>
                    <a:pt x="2" y="323"/>
                  </a:lnTo>
                  <a:lnTo>
                    <a:pt x="0" y="374"/>
                  </a:lnTo>
                  <a:lnTo>
                    <a:pt x="0" y="427"/>
                  </a:lnTo>
                  <a:lnTo>
                    <a:pt x="2" y="479"/>
                  </a:lnTo>
                  <a:lnTo>
                    <a:pt x="9" y="531"/>
                  </a:lnTo>
                  <a:lnTo>
                    <a:pt x="17" y="584"/>
                  </a:lnTo>
                  <a:lnTo>
                    <a:pt x="29" y="635"/>
                  </a:lnTo>
                  <a:lnTo>
                    <a:pt x="44" y="686"/>
                  </a:lnTo>
                  <a:lnTo>
                    <a:pt x="65" y="736"/>
                  </a:lnTo>
                  <a:lnTo>
                    <a:pt x="87" y="784"/>
                  </a:lnTo>
                  <a:lnTo>
                    <a:pt x="87" y="782"/>
                  </a:lnTo>
                  <a:lnTo>
                    <a:pt x="87" y="784"/>
                  </a:lnTo>
                  <a:lnTo>
                    <a:pt x="100" y="799"/>
                  </a:lnTo>
                  <a:lnTo>
                    <a:pt x="117" y="807"/>
                  </a:lnTo>
                  <a:lnTo>
                    <a:pt x="134" y="807"/>
                  </a:lnTo>
                  <a:lnTo>
                    <a:pt x="151" y="801"/>
                  </a:lnTo>
                  <a:lnTo>
                    <a:pt x="164" y="791"/>
                  </a:lnTo>
                  <a:lnTo>
                    <a:pt x="173" y="777"/>
                  </a:lnTo>
                  <a:lnTo>
                    <a:pt x="175" y="759"/>
                  </a:lnTo>
                  <a:lnTo>
                    <a:pt x="169" y="739"/>
                  </a:lnTo>
                  <a:lnTo>
                    <a:pt x="169" y="74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370" name="Freeform 10"/>
            <p:cNvSpPr>
              <a:spLocks/>
            </p:cNvSpPr>
            <p:nvPr/>
          </p:nvSpPr>
          <p:spPr bwMode="auto">
            <a:xfrm>
              <a:off x="1299" y="1681"/>
              <a:ext cx="157" cy="281"/>
            </a:xfrm>
            <a:custGeom>
              <a:avLst/>
              <a:gdLst>
                <a:gd name="T0" fmla="*/ 6 w 787"/>
                <a:gd name="T1" fmla="*/ 11 h 1404"/>
                <a:gd name="T2" fmla="*/ 6 w 787"/>
                <a:gd name="T3" fmla="*/ 11 h 1404"/>
                <a:gd name="T4" fmla="*/ 1 w 787"/>
                <a:gd name="T5" fmla="*/ 0 h 1404"/>
                <a:gd name="T6" fmla="*/ 0 w 787"/>
                <a:gd name="T7" fmla="*/ 0 h 1404"/>
                <a:gd name="T8" fmla="*/ 6 w 787"/>
                <a:gd name="T9" fmla="*/ 11 h 1404"/>
                <a:gd name="T10" fmla="*/ 6 w 787"/>
                <a:gd name="T11" fmla="*/ 11 h 1404"/>
                <a:gd name="T12" fmla="*/ 6 w 787"/>
                <a:gd name="T13" fmla="*/ 11 h 1404"/>
                <a:gd name="T14" fmla="*/ 6 w 787"/>
                <a:gd name="T15" fmla="*/ 11 h 1404"/>
                <a:gd name="T16" fmla="*/ 6 w 787"/>
                <a:gd name="T17" fmla="*/ 11 h 1404"/>
                <a:gd name="T18" fmla="*/ 6 w 787"/>
                <a:gd name="T19" fmla="*/ 11 h 1404"/>
                <a:gd name="T20" fmla="*/ 6 w 787"/>
                <a:gd name="T21" fmla="*/ 11 h 1404"/>
                <a:gd name="T22" fmla="*/ 6 w 787"/>
                <a:gd name="T23" fmla="*/ 11 h 1404"/>
                <a:gd name="T24" fmla="*/ 6 w 787"/>
                <a:gd name="T25" fmla="*/ 11 h 1404"/>
                <a:gd name="T26" fmla="*/ 6 w 787"/>
                <a:gd name="T27" fmla="*/ 11 h 1404"/>
                <a:gd name="T28" fmla="*/ 6 w 787"/>
                <a:gd name="T29" fmla="*/ 11 h 1404"/>
                <a:gd name="T30" fmla="*/ 6 w 787"/>
                <a:gd name="T31" fmla="*/ 11 h 1404"/>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787"/>
                <a:gd name="T49" fmla="*/ 0 h 1404"/>
                <a:gd name="T50" fmla="*/ 787 w 787"/>
                <a:gd name="T51" fmla="*/ 1404 h 1404"/>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787" h="1404">
                  <a:moveTo>
                    <a:pt x="781" y="1334"/>
                  </a:moveTo>
                  <a:lnTo>
                    <a:pt x="781" y="1337"/>
                  </a:lnTo>
                  <a:lnTo>
                    <a:pt x="82" y="0"/>
                  </a:lnTo>
                  <a:lnTo>
                    <a:pt x="0" y="42"/>
                  </a:lnTo>
                  <a:lnTo>
                    <a:pt x="699" y="1379"/>
                  </a:lnTo>
                  <a:lnTo>
                    <a:pt x="699" y="1381"/>
                  </a:lnTo>
                  <a:lnTo>
                    <a:pt x="699" y="1379"/>
                  </a:lnTo>
                  <a:lnTo>
                    <a:pt x="712" y="1395"/>
                  </a:lnTo>
                  <a:lnTo>
                    <a:pt x="727" y="1402"/>
                  </a:lnTo>
                  <a:lnTo>
                    <a:pt x="744" y="1404"/>
                  </a:lnTo>
                  <a:lnTo>
                    <a:pt x="761" y="1398"/>
                  </a:lnTo>
                  <a:lnTo>
                    <a:pt x="775" y="1388"/>
                  </a:lnTo>
                  <a:lnTo>
                    <a:pt x="784" y="1373"/>
                  </a:lnTo>
                  <a:lnTo>
                    <a:pt x="787" y="1357"/>
                  </a:lnTo>
                  <a:lnTo>
                    <a:pt x="781" y="1337"/>
                  </a:lnTo>
                  <a:lnTo>
                    <a:pt x="781" y="13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371" name="Freeform 11"/>
            <p:cNvSpPr>
              <a:spLocks/>
            </p:cNvSpPr>
            <p:nvPr/>
          </p:nvSpPr>
          <p:spPr bwMode="auto">
            <a:xfrm>
              <a:off x="1439" y="1948"/>
              <a:ext cx="125" cy="76"/>
            </a:xfrm>
            <a:custGeom>
              <a:avLst/>
              <a:gdLst>
                <a:gd name="T0" fmla="*/ 5 w 628"/>
                <a:gd name="T1" fmla="*/ 2 h 383"/>
                <a:gd name="T2" fmla="*/ 5 w 628"/>
                <a:gd name="T3" fmla="*/ 2 h 383"/>
                <a:gd name="T4" fmla="*/ 4 w 628"/>
                <a:gd name="T5" fmla="*/ 2 h 383"/>
                <a:gd name="T6" fmla="*/ 4 w 628"/>
                <a:gd name="T7" fmla="*/ 2 h 383"/>
                <a:gd name="T8" fmla="*/ 4 w 628"/>
                <a:gd name="T9" fmla="*/ 2 h 383"/>
                <a:gd name="T10" fmla="*/ 3 w 628"/>
                <a:gd name="T11" fmla="*/ 2 h 383"/>
                <a:gd name="T12" fmla="*/ 3 w 628"/>
                <a:gd name="T13" fmla="*/ 2 h 383"/>
                <a:gd name="T14" fmla="*/ 3 w 628"/>
                <a:gd name="T15" fmla="*/ 2 h 383"/>
                <a:gd name="T16" fmla="*/ 3 w 628"/>
                <a:gd name="T17" fmla="*/ 2 h 383"/>
                <a:gd name="T18" fmla="*/ 2 w 628"/>
                <a:gd name="T19" fmla="*/ 2 h 383"/>
                <a:gd name="T20" fmla="*/ 2 w 628"/>
                <a:gd name="T21" fmla="*/ 2 h 383"/>
                <a:gd name="T22" fmla="*/ 2 w 628"/>
                <a:gd name="T23" fmla="*/ 1 h 383"/>
                <a:gd name="T24" fmla="*/ 2 w 628"/>
                <a:gd name="T25" fmla="*/ 1 h 383"/>
                <a:gd name="T26" fmla="*/ 1 w 628"/>
                <a:gd name="T27" fmla="*/ 1 h 383"/>
                <a:gd name="T28" fmla="*/ 1 w 628"/>
                <a:gd name="T29" fmla="*/ 1 h 383"/>
                <a:gd name="T30" fmla="*/ 1 w 628"/>
                <a:gd name="T31" fmla="*/ 1 h 383"/>
                <a:gd name="T32" fmla="*/ 1 w 628"/>
                <a:gd name="T33" fmla="*/ 0 h 383"/>
                <a:gd name="T34" fmla="*/ 1 w 628"/>
                <a:gd name="T35" fmla="*/ 0 h 383"/>
                <a:gd name="T36" fmla="*/ 0 w 628"/>
                <a:gd name="T37" fmla="*/ 0 h 383"/>
                <a:gd name="T38" fmla="*/ 0 w 628"/>
                <a:gd name="T39" fmla="*/ 1 h 383"/>
                <a:gd name="T40" fmla="*/ 0 w 628"/>
                <a:gd name="T41" fmla="*/ 1 h 383"/>
                <a:gd name="T42" fmla="*/ 1 w 628"/>
                <a:gd name="T43" fmla="*/ 1 h 383"/>
                <a:gd name="T44" fmla="*/ 1 w 628"/>
                <a:gd name="T45" fmla="*/ 1 h 383"/>
                <a:gd name="T46" fmla="*/ 1 w 628"/>
                <a:gd name="T47" fmla="*/ 2 h 383"/>
                <a:gd name="T48" fmla="*/ 1 w 628"/>
                <a:gd name="T49" fmla="*/ 2 h 383"/>
                <a:gd name="T50" fmla="*/ 2 w 628"/>
                <a:gd name="T51" fmla="*/ 2 h 383"/>
                <a:gd name="T52" fmla="*/ 2 w 628"/>
                <a:gd name="T53" fmla="*/ 2 h 383"/>
                <a:gd name="T54" fmla="*/ 2 w 628"/>
                <a:gd name="T55" fmla="*/ 2 h 383"/>
                <a:gd name="T56" fmla="*/ 3 w 628"/>
                <a:gd name="T57" fmla="*/ 3 h 383"/>
                <a:gd name="T58" fmla="*/ 3 w 628"/>
                <a:gd name="T59" fmla="*/ 3 h 383"/>
                <a:gd name="T60" fmla="*/ 3 w 628"/>
                <a:gd name="T61" fmla="*/ 3 h 383"/>
                <a:gd name="T62" fmla="*/ 4 w 628"/>
                <a:gd name="T63" fmla="*/ 3 h 383"/>
                <a:gd name="T64" fmla="*/ 4 w 628"/>
                <a:gd name="T65" fmla="*/ 3 h 383"/>
                <a:gd name="T66" fmla="*/ 4 w 628"/>
                <a:gd name="T67" fmla="*/ 3 h 383"/>
                <a:gd name="T68" fmla="*/ 5 w 628"/>
                <a:gd name="T69" fmla="*/ 3 h 383"/>
                <a:gd name="T70" fmla="*/ 5 w 628"/>
                <a:gd name="T71" fmla="*/ 3 h 383"/>
                <a:gd name="T72" fmla="*/ 5 w 628"/>
                <a:gd name="T73" fmla="*/ 3 h 383"/>
                <a:gd name="T74" fmla="*/ 5 w 628"/>
                <a:gd name="T75" fmla="*/ 3 h 383"/>
                <a:gd name="T76" fmla="*/ 5 w 628"/>
                <a:gd name="T77" fmla="*/ 3 h 383"/>
                <a:gd name="T78" fmla="*/ 5 w 628"/>
                <a:gd name="T79" fmla="*/ 3 h 383"/>
                <a:gd name="T80" fmla="*/ 5 w 628"/>
                <a:gd name="T81" fmla="*/ 3 h 383"/>
                <a:gd name="T82" fmla="*/ 5 w 628"/>
                <a:gd name="T83" fmla="*/ 3 h 383"/>
                <a:gd name="T84" fmla="*/ 5 w 628"/>
                <a:gd name="T85" fmla="*/ 2 h 383"/>
                <a:gd name="T86" fmla="*/ 5 w 628"/>
                <a:gd name="T87" fmla="*/ 2 h 383"/>
                <a:gd name="T88" fmla="*/ 5 w 628"/>
                <a:gd name="T89" fmla="*/ 2 h 383"/>
                <a:gd name="T90" fmla="*/ 5 w 628"/>
                <a:gd name="T91" fmla="*/ 2 h 38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628"/>
                <a:gd name="T139" fmla="*/ 0 h 383"/>
                <a:gd name="T140" fmla="*/ 628 w 628"/>
                <a:gd name="T141" fmla="*/ 383 h 38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628" h="383">
                  <a:moveTo>
                    <a:pt x="581" y="289"/>
                  </a:moveTo>
                  <a:lnTo>
                    <a:pt x="582" y="289"/>
                  </a:lnTo>
                  <a:lnTo>
                    <a:pt x="541" y="287"/>
                  </a:lnTo>
                  <a:lnTo>
                    <a:pt x="500" y="283"/>
                  </a:lnTo>
                  <a:lnTo>
                    <a:pt x="462" y="276"/>
                  </a:lnTo>
                  <a:lnTo>
                    <a:pt x="424" y="268"/>
                  </a:lnTo>
                  <a:lnTo>
                    <a:pt x="389" y="255"/>
                  </a:lnTo>
                  <a:lnTo>
                    <a:pt x="352" y="242"/>
                  </a:lnTo>
                  <a:lnTo>
                    <a:pt x="320" y="227"/>
                  </a:lnTo>
                  <a:lnTo>
                    <a:pt x="287" y="209"/>
                  </a:lnTo>
                  <a:lnTo>
                    <a:pt x="255" y="189"/>
                  </a:lnTo>
                  <a:lnTo>
                    <a:pt x="226" y="168"/>
                  </a:lnTo>
                  <a:lnTo>
                    <a:pt x="198" y="145"/>
                  </a:lnTo>
                  <a:lnTo>
                    <a:pt x="172" y="119"/>
                  </a:lnTo>
                  <a:lnTo>
                    <a:pt x="146" y="92"/>
                  </a:lnTo>
                  <a:lnTo>
                    <a:pt x="122" y="64"/>
                  </a:lnTo>
                  <a:lnTo>
                    <a:pt x="100" y="33"/>
                  </a:lnTo>
                  <a:lnTo>
                    <a:pt x="82" y="0"/>
                  </a:lnTo>
                  <a:lnTo>
                    <a:pt x="0" y="47"/>
                  </a:lnTo>
                  <a:lnTo>
                    <a:pt x="23" y="85"/>
                  </a:lnTo>
                  <a:lnTo>
                    <a:pt x="49" y="120"/>
                  </a:lnTo>
                  <a:lnTo>
                    <a:pt x="76" y="153"/>
                  </a:lnTo>
                  <a:lnTo>
                    <a:pt x="104" y="185"/>
                  </a:lnTo>
                  <a:lnTo>
                    <a:pt x="137" y="215"/>
                  </a:lnTo>
                  <a:lnTo>
                    <a:pt x="170" y="241"/>
                  </a:lnTo>
                  <a:lnTo>
                    <a:pt x="204" y="267"/>
                  </a:lnTo>
                  <a:lnTo>
                    <a:pt x="240" y="289"/>
                  </a:lnTo>
                  <a:lnTo>
                    <a:pt x="277" y="309"/>
                  </a:lnTo>
                  <a:lnTo>
                    <a:pt x="317" y="329"/>
                  </a:lnTo>
                  <a:lnTo>
                    <a:pt x="358" y="344"/>
                  </a:lnTo>
                  <a:lnTo>
                    <a:pt x="400" y="357"/>
                  </a:lnTo>
                  <a:lnTo>
                    <a:pt x="444" y="367"/>
                  </a:lnTo>
                  <a:lnTo>
                    <a:pt x="488" y="374"/>
                  </a:lnTo>
                  <a:lnTo>
                    <a:pt x="534" y="380"/>
                  </a:lnTo>
                  <a:lnTo>
                    <a:pt x="580" y="383"/>
                  </a:lnTo>
                  <a:lnTo>
                    <a:pt x="581" y="383"/>
                  </a:lnTo>
                  <a:lnTo>
                    <a:pt x="580" y="383"/>
                  </a:lnTo>
                  <a:lnTo>
                    <a:pt x="600" y="379"/>
                  </a:lnTo>
                  <a:lnTo>
                    <a:pt x="615" y="369"/>
                  </a:lnTo>
                  <a:lnTo>
                    <a:pt x="624" y="353"/>
                  </a:lnTo>
                  <a:lnTo>
                    <a:pt x="628" y="337"/>
                  </a:lnTo>
                  <a:lnTo>
                    <a:pt x="625" y="319"/>
                  </a:lnTo>
                  <a:lnTo>
                    <a:pt x="617" y="304"/>
                  </a:lnTo>
                  <a:lnTo>
                    <a:pt x="602" y="294"/>
                  </a:lnTo>
                  <a:lnTo>
                    <a:pt x="582" y="289"/>
                  </a:lnTo>
                  <a:lnTo>
                    <a:pt x="581" y="28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372" name="Freeform 12"/>
            <p:cNvSpPr>
              <a:spLocks/>
            </p:cNvSpPr>
            <p:nvPr/>
          </p:nvSpPr>
          <p:spPr bwMode="auto">
            <a:xfrm>
              <a:off x="1587" y="1880"/>
              <a:ext cx="85" cy="49"/>
            </a:xfrm>
            <a:custGeom>
              <a:avLst/>
              <a:gdLst>
                <a:gd name="T0" fmla="*/ 3 w 426"/>
                <a:gd name="T1" fmla="*/ 0 h 245"/>
                <a:gd name="T2" fmla="*/ 3 w 426"/>
                <a:gd name="T3" fmla="*/ 0 h 245"/>
                <a:gd name="T4" fmla="*/ 3 w 426"/>
                <a:gd name="T5" fmla="*/ 0 h 245"/>
                <a:gd name="T6" fmla="*/ 3 w 426"/>
                <a:gd name="T7" fmla="*/ 0 h 245"/>
                <a:gd name="T8" fmla="*/ 2 w 426"/>
                <a:gd name="T9" fmla="*/ 0 h 245"/>
                <a:gd name="T10" fmla="*/ 2 w 426"/>
                <a:gd name="T11" fmla="*/ 0 h 245"/>
                <a:gd name="T12" fmla="*/ 2 w 426"/>
                <a:gd name="T13" fmla="*/ 0 h 245"/>
                <a:gd name="T14" fmla="*/ 2 w 426"/>
                <a:gd name="T15" fmla="*/ 0 h 245"/>
                <a:gd name="T16" fmla="*/ 1 w 426"/>
                <a:gd name="T17" fmla="*/ 0 h 245"/>
                <a:gd name="T18" fmla="*/ 1 w 426"/>
                <a:gd name="T19" fmla="*/ 1 h 245"/>
                <a:gd name="T20" fmla="*/ 1 w 426"/>
                <a:gd name="T21" fmla="*/ 1 h 245"/>
                <a:gd name="T22" fmla="*/ 1 w 426"/>
                <a:gd name="T23" fmla="*/ 1 h 245"/>
                <a:gd name="T24" fmla="*/ 0 w 426"/>
                <a:gd name="T25" fmla="*/ 1 h 245"/>
                <a:gd name="T26" fmla="*/ 0 w 426"/>
                <a:gd name="T27" fmla="*/ 1 h 245"/>
                <a:gd name="T28" fmla="*/ 0 w 426"/>
                <a:gd name="T29" fmla="*/ 1 h 245"/>
                <a:gd name="T30" fmla="*/ 0 w 426"/>
                <a:gd name="T31" fmla="*/ 2 h 245"/>
                <a:gd name="T32" fmla="*/ 0 w 426"/>
                <a:gd name="T33" fmla="*/ 2 h 245"/>
                <a:gd name="T34" fmla="*/ 0 w 426"/>
                <a:gd name="T35" fmla="*/ 2 h 245"/>
                <a:gd name="T36" fmla="*/ 0 w 426"/>
                <a:gd name="T37" fmla="*/ 2 h 245"/>
                <a:gd name="T38" fmla="*/ 0 w 426"/>
                <a:gd name="T39" fmla="*/ 2 h 245"/>
                <a:gd name="T40" fmla="*/ 0 w 426"/>
                <a:gd name="T41" fmla="*/ 2 h 245"/>
                <a:gd name="T42" fmla="*/ 0 w 426"/>
                <a:gd name="T43" fmla="*/ 1 h 245"/>
                <a:gd name="T44" fmla="*/ 0 w 426"/>
                <a:gd name="T45" fmla="*/ 1 h 245"/>
                <a:gd name="T46" fmla="*/ 0 w 426"/>
                <a:gd name="T47" fmla="*/ 1 h 245"/>
                <a:gd name="T48" fmla="*/ 1 w 426"/>
                <a:gd name="T49" fmla="*/ 1 h 245"/>
                <a:gd name="T50" fmla="*/ 1 w 426"/>
                <a:gd name="T51" fmla="*/ 1 h 245"/>
                <a:gd name="T52" fmla="*/ 1 w 426"/>
                <a:gd name="T53" fmla="*/ 1 h 245"/>
                <a:gd name="T54" fmla="*/ 1 w 426"/>
                <a:gd name="T55" fmla="*/ 1 h 245"/>
                <a:gd name="T56" fmla="*/ 2 w 426"/>
                <a:gd name="T57" fmla="*/ 0 h 245"/>
                <a:gd name="T58" fmla="*/ 2 w 426"/>
                <a:gd name="T59" fmla="*/ 0 h 245"/>
                <a:gd name="T60" fmla="*/ 2 w 426"/>
                <a:gd name="T61" fmla="*/ 0 h 245"/>
                <a:gd name="T62" fmla="*/ 2 w 426"/>
                <a:gd name="T63" fmla="*/ 0 h 245"/>
                <a:gd name="T64" fmla="*/ 3 w 426"/>
                <a:gd name="T65" fmla="*/ 0 h 245"/>
                <a:gd name="T66" fmla="*/ 3 w 426"/>
                <a:gd name="T67" fmla="*/ 0 h 245"/>
                <a:gd name="T68" fmla="*/ 3 w 426"/>
                <a:gd name="T69" fmla="*/ 0 h 245"/>
                <a:gd name="T70" fmla="*/ 3 w 426"/>
                <a:gd name="T71" fmla="*/ 0 h 245"/>
                <a:gd name="T72" fmla="*/ 3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426" y="0"/>
                  </a:moveTo>
                  <a:lnTo>
                    <a:pt x="426" y="0"/>
                  </a:lnTo>
                  <a:lnTo>
                    <a:pt x="384" y="1"/>
                  </a:lnTo>
                  <a:lnTo>
                    <a:pt x="340" y="4"/>
                  </a:lnTo>
                  <a:lnTo>
                    <a:pt x="300" y="10"/>
                  </a:lnTo>
                  <a:lnTo>
                    <a:pt x="262" y="18"/>
                  </a:lnTo>
                  <a:lnTo>
                    <a:pt x="224" y="29"/>
                  </a:lnTo>
                  <a:lnTo>
                    <a:pt x="189" y="41"/>
                  </a:lnTo>
                  <a:lnTo>
                    <a:pt x="157" y="55"/>
                  </a:lnTo>
                  <a:lnTo>
                    <a:pt x="126" y="70"/>
                  </a:lnTo>
                  <a:lnTo>
                    <a:pt x="99" y="89"/>
                  </a:lnTo>
                  <a:lnTo>
                    <a:pt x="74" y="106"/>
                  </a:lnTo>
                  <a:lnTo>
                    <a:pt x="52" y="126"/>
                  </a:lnTo>
                  <a:lnTo>
                    <a:pt x="34" y="148"/>
                  </a:lnTo>
                  <a:lnTo>
                    <a:pt x="19" y="171"/>
                  </a:lnTo>
                  <a:lnTo>
                    <a:pt x="9" y="194"/>
                  </a:lnTo>
                  <a:lnTo>
                    <a:pt x="3" y="219"/>
                  </a:lnTo>
                  <a:lnTo>
                    <a:pt x="0" y="245"/>
                  </a:lnTo>
                  <a:lnTo>
                    <a:pt x="12" y="245"/>
                  </a:lnTo>
                  <a:lnTo>
                    <a:pt x="15" y="221"/>
                  </a:lnTo>
                  <a:lnTo>
                    <a:pt x="20" y="199"/>
                  </a:lnTo>
                  <a:lnTo>
                    <a:pt x="31" y="178"/>
                  </a:lnTo>
                  <a:lnTo>
                    <a:pt x="44" y="156"/>
                  </a:lnTo>
                  <a:lnTo>
                    <a:pt x="61" y="136"/>
                  </a:lnTo>
                  <a:lnTo>
                    <a:pt x="81" y="116"/>
                  </a:lnTo>
                  <a:lnTo>
                    <a:pt x="106" y="98"/>
                  </a:lnTo>
                  <a:lnTo>
                    <a:pt x="133" y="82"/>
                  </a:lnTo>
                  <a:lnTo>
                    <a:pt x="162" y="66"/>
                  </a:lnTo>
                  <a:lnTo>
                    <a:pt x="194" y="52"/>
                  </a:lnTo>
                  <a:lnTo>
                    <a:pt x="229" y="41"/>
                  </a:lnTo>
                  <a:lnTo>
                    <a:pt x="264" y="30"/>
                  </a:lnTo>
                  <a:lnTo>
                    <a:pt x="303" y="22"/>
                  </a:lnTo>
                  <a:lnTo>
                    <a:pt x="343" y="16"/>
                  </a:lnTo>
                  <a:lnTo>
                    <a:pt x="384" y="12"/>
                  </a:lnTo>
                  <a:lnTo>
                    <a:pt x="426" y="11"/>
                  </a:lnTo>
                  <a:lnTo>
                    <a:pt x="42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373" name="Freeform 13"/>
            <p:cNvSpPr>
              <a:spLocks/>
            </p:cNvSpPr>
            <p:nvPr/>
          </p:nvSpPr>
          <p:spPr bwMode="auto">
            <a:xfrm>
              <a:off x="1587" y="1929"/>
              <a:ext cx="85" cy="49"/>
            </a:xfrm>
            <a:custGeom>
              <a:avLst/>
              <a:gdLst>
                <a:gd name="T0" fmla="*/ 0 w 426"/>
                <a:gd name="T1" fmla="*/ 0 h 245"/>
                <a:gd name="T2" fmla="*/ 0 w 426"/>
                <a:gd name="T3" fmla="*/ 0 h 245"/>
                <a:gd name="T4" fmla="*/ 0 w 426"/>
                <a:gd name="T5" fmla="*/ 0 h 245"/>
                <a:gd name="T6" fmla="*/ 0 w 426"/>
                <a:gd name="T7" fmla="*/ 0 h 245"/>
                <a:gd name="T8" fmla="*/ 0 w 426"/>
                <a:gd name="T9" fmla="*/ 1 h 245"/>
                <a:gd name="T10" fmla="*/ 0 w 426"/>
                <a:gd name="T11" fmla="*/ 1 h 245"/>
                <a:gd name="T12" fmla="*/ 0 w 426"/>
                <a:gd name="T13" fmla="*/ 1 h 245"/>
                <a:gd name="T14" fmla="*/ 1 w 426"/>
                <a:gd name="T15" fmla="*/ 1 h 245"/>
                <a:gd name="T16" fmla="*/ 1 w 426"/>
                <a:gd name="T17" fmla="*/ 1 h 245"/>
                <a:gd name="T18" fmla="*/ 1 w 426"/>
                <a:gd name="T19" fmla="*/ 1 h 245"/>
                <a:gd name="T20" fmla="*/ 1 w 426"/>
                <a:gd name="T21" fmla="*/ 2 h 245"/>
                <a:gd name="T22" fmla="*/ 2 w 426"/>
                <a:gd name="T23" fmla="*/ 2 h 245"/>
                <a:gd name="T24" fmla="*/ 2 w 426"/>
                <a:gd name="T25" fmla="*/ 2 h 245"/>
                <a:gd name="T26" fmla="*/ 2 w 426"/>
                <a:gd name="T27" fmla="*/ 2 h 245"/>
                <a:gd name="T28" fmla="*/ 2 w 426"/>
                <a:gd name="T29" fmla="*/ 2 h 245"/>
                <a:gd name="T30" fmla="*/ 3 w 426"/>
                <a:gd name="T31" fmla="*/ 2 h 245"/>
                <a:gd name="T32" fmla="*/ 3 w 426"/>
                <a:gd name="T33" fmla="*/ 2 h 245"/>
                <a:gd name="T34" fmla="*/ 3 w 426"/>
                <a:gd name="T35" fmla="*/ 2 h 245"/>
                <a:gd name="T36" fmla="*/ 3 w 426"/>
                <a:gd name="T37" fmla="*/ 2 h 245"/>
                <a:gd name="T38" fmla="*/ 3 w 426"/>
                <a:gd name="T39" fmla="*/ 2 h 245"/>
                <a:gd name="T40" fmla="*/ 3 w 426"/>
                <a:gd name="T41" fmla="*/ 2 h 245"/>
                <a:gd name="T42" fmla="*/ 2 w 426"/>
                <a:gd name="T43" fmla="*/ 2 h 245"/>
                <a:gd name="T44" fmla="*/ 2 w 426"/>
                <a:gd name="T45" fmla="*/ 2 h 245"/>
                <a:gd name="T46" fmla="*/ 2 w 426"/>
                <a:gd name="T47" fmla="*/ 2 h 245"/>
                <a:gd name="T48" fmla="*/ 2 w 426"/>
                <a:gd name="T49" fmla="*/ 2 h 245"/>
                <a:gd name="T50" fmla="*/ 1 w 426"/>
                <a:gd name="T51" fmla="*/ 1 h 245"/>
                <a:gd name="T52" fmla="*/ 1 w 426"/>
                <a:gd name="T53" fmla="*/ 1 h 245"/>
                <a:gd name="T54" fmla="*/ 1 w 426"/>
                <a:gd name="T55" fmla="*/ 1 h 245"/>
                <a:gd name="T56" fmla="*/ 1 w 426"/>
                <a:gd name="T57" fmla="*/ 1 h 245"/>
                <a:gd name="T58" fmla="*/ 0 w 426"/>
                <a:gd name="T59" fmla="*/ 1 h 245"/>
                <a:gd name="T60" fmla="*/ 0 w 426"/>
                <a:gd name="T61" fmla="*/ 1 h 245"/>
                <a:gd name="T62" fmla="*/ 0 w 426"/>
                <a:gd name="T63" fmla="*/ 1 h 245"/>
                <a:gd name="T64" fmla="*/ 0 w 426"/>
                <a:gd name="T65" fmla="*/ 0 h 245"/>
                <a:gd name="T66" fmla="*/ 0 w 426"/>
                <a:gd name="T67" fmla="*/ 0 h 245"/>
                <a:gd name="T68" fmla="*/ 0 w 426"/>
                <a:gd name="T69" fmla="*/ 0 h 245"/>
                <a:gd name="T70" fmla="*/ 0 w 426"/>
                <a:gd name="T71" fmla="*/ 0 h 245"/>
                <a:gd name="T72" fmla="*/ 0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0" y="0"/>
                  </a:moveTo>
                  <a:lnTo>
                    <a:pt x="0" y="0"/>
                  </a:lnTo>
                  <a:lnTo>
                    <a:pt x="3" y="25"/>
                  </a:lnTo>
                  <a:lnTo>
                    <a:pt x="9" y="50"/>
                  </a:lnTo>
                  <a:lnTo>
                    <a:pt x="19" y="73"/>
                  </a:lnTo>
                  <a:lnTo>
                    <a:pt x="34" y="96"/>
                  </a:lnTo>
                  <a:lnTo>
                    <a:pt x="52" y="118"/>
                  </a:lnTo>
                  <a:lnTo>
                    <a:pt x="74" y="138"/>
                  </a:lnTo>
                  <a:lnTo>
                    <a:pt x="99" y="156"/>
                  </a:lnTo>
                  <a:lnTo>
                    <a:pt x="126" y="174"/>
                  </a:lnTo>
                  <a:lnTo>
                    <a:pt x="157" y="190"/>
                  </a:lnTo>
                  <a:lnTo>
                    <a:pt x="189" y="204"/>
                  </a:lnTo>
                  <a:lnTo>
                    <a:pt x="224" y="215"/>
                  </a:lnTo>
                  <a:lnTo>
                    <a:pt x="262" y="226"/>
                  </a:lnTo>
                  <a:lnTo>
                    <a:pt x="300" y="234"/>
                  </a:lnTo>
                  <a:lnTo>
                    <a:pt x="340" y="240"/>
                  </a:lnTo>
                  <a:lnTo>
                    <a:pt x="384" y="244"/>
                  </a:lnTo>
                  <a:lnTo>
                    <a:pt x="426" y="245"/>
                  </a:lnTo>
                  <a:lnTo>
                    <a:pt x="426" y="233"/>
                  </a:lnTo>
                  <a:lnTo>
                    <a:pt x="384" y="232"/>
                  </a:lnTo>
                  <a:lnTo>
                    <a:pt x="343" y="228"/>
                  </a:lnTo>
                  <a:lnTo>
                    <a:pt x="303" y="222"/>
                  </a:lnTo>
                  <a:lnTo>
                    <a:pt x="264" y="214"/>
                  </a:lnTo>
                  <a:lnTo>
                    <a:pt x="229" y="204"/>
                  </a:lnTo>
                  <a:lnTo>
                    <a:pt x="194" y="192"/>
                  </a:lnTo>
                  <a:lnTo>
                    <a:pt x="162" y="178"/>
                  </a:lnTo>
                  <a:lnTo>
                    <a:pt x="133" y="163"/>
                  </a:lnTo>
                  <a:lnTo>
                    <a:pt x="106" y="146"/>
                  </a:lnTo>
                  <a:lnTo>
                    <a:pt x="81" y="129"/>
                  </a:lnTo>
                  <a:lnTo>
                    <a:pt x="61" y="109"/>
                  </a:lnTo>
                  <a:lnTo>
                    <a:pt x="44" y="89"/>
                  </a:lnTo>
                  <a:lnTo>
                    <a:pt x="31" y="66"/>
                  </a:lnTo>
                  <a:lnTo>
                    <a:pt x="20" y="45"/>
                  </a:lnTo>
                  <a:lnTo>
                    <a:pt x="15" y="2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374" name="Freeform 14"/>
            <p:cNvSpPr>
              <a:spLocks/>
            </p:cNvSpPr>
            <p:nvPr/>
          </p:nvSpPr>
          <p:spPr bwMode="auto">
            <a:xfrm>
              <a:off x="878" y="1448"/>
              <a:ext cx="792" cy="954"/>
            </a:xfrm>
            <a:custGeom>
              <a:avLst/>
              <a:gdLst>
                <a:gd name="T0" fmla="*/ 13 w 3960"/>
                <a:gd name="T1" fmla="*/ 38 h 4768"/>
                <a:gd name="T2" fmla="*/ 14 w 3960"/>
                <a:gd name="T3" fmla="*/ 38 h 4768"/>
                <a:gd name="T4" fmla="*/ 15 w 3960"/>
                <a:gd name="T5" fmla="*/ 38 h 4768"/>
                <a:gd name="T6" fmla="*/ 15 w 3960"/>
                <a:gd name="T7" fmla="*/ 38 h 4768"/>
                <a:gd name="T8" fmla="*/ 16 w 3960"/>
                <a:gd name="T9" fmla="*/ 38 h 4768"/>
                <a:gd name="T10" fmla="*/ 17 w 3960"/>
                <a:gd name="T11" fmla="*/ 38 h 4768"/>
                <a:gd name="T12" fmla="*/ 17 w 3960"/>
                <a:gd name="T13" fmla="*/ 38 h 4768"/>
                <a:gd name="T14" fmla="*/ 18 w 3960"/>
                <a:gd name="T15" fmla="*/ 38 h 4768"/>
                <a:gd name="T16" fmla="*/ 18 w 3960"/>
                <a:gd name="T17" fmla="*/ 38 h 4768"/>
                <a:gd name="T18" fmla="*/ 29 w 3960"/>
                <a:gd name="T19" fmla="*/ 30 h 4768"/>
                <a:gd name="T20" fmla="*/ 30 w 3960"/>
                <a:gd name="T21" fmla="*/ 30 h 4768"/>
                <a:gd name="T22" fmla="*/ 30 w 3960"/>
                <a:gd name="T23" fmla="*/ 29 h 4768"/>
                <a:gd name="T24" fmla="*/ 31 w 3960"/>
                <a:gd name="T25" fmla="*/ 28 h 4768"/>
                <a:gd name="T26" fmla="*/ 31 w 3960"/>
                <a:gd name="T27" fmla="*/ 28 h 4768"/>
                <a:gd name="T28" fmla="*/ 31 w 3960"/>
                <a:gd name="T29" fmla="*/ 27 h 4768"/>
                <a:gd name="T30" fmla="*/ 32 w 3960"/>
                <a:gd name="T31" fmla="*/ 26 h 4768"/>
                <a:gd name="T32" fmla="*/ 32 w 3960"/>
                <a:gd name="T33" fmla="*/ 25 h 4768"/>
                <a:gd name="T34" fmla="*/ 32 w 3960"/>
                <a:gd name="T35" fmla="*/ 11 h 4768"/>
                <a:gd name="T36" fmla="*/ 32 w 3960"/>
                <a:gd name="T37" fmla="*/ 10 h 4768"/>
                <a:gd name="T38" fmla="*/ 31 w 3960"/>
                <a:gd name="T39" fmla="*/ 9 h 4768"/>
                <a:gd name="T40" fmla="*/ 31 w 3960"/>
                <a:gd name="T41" fmla="*/ 9 h 4768"/>
                <a:gd name="T42" fmla="*/ 31 w 3960"/>
                <a:gd name="T43" fmla="*/ 8 h 4768"/>
                <a:gd name="T44" fmla="*/ 31 w 3960"/>
                <a:gd name="T45" fmla="*/ 8 h 4768"/>
                <a:gd name="T46" fmla="*/ 30 w 3960"/>
                <a:gd name="T47" fmla="*/ 7 h 4768"/>
                <a:gd name="T48" fmla="*/ 30 w 3960"/>
                <a:gd name="T49" fmla="*/ 7 h 4768"/>
                <a:gd name="T50" fmla="*/ 29 w 3960"/>
                <a:gd name="T51" fmla="*/ 6 h 4768"/>
                <a:gd name="T52" fmla="*/ 19 w 3960"/>
                <a:gd name="T53" fmla="*/ 1 h 4768"/>
                <a:gd name="T54" fmla="*/ 18 w 3960"/>
                <a:gd name="T55" fmla="*/ 0 h 4768"/>
                <a:gd name="T56" fmla="*/ 17 w 3960"/>
                <a:gd name="T57" fmla="*/ 0 h 4768"/>
                <a:gd name="T58" fmla="*/ 17 w 3960"/>
                <a:gd name="T59" fmla="*/ 0 h 4768"/>
                <a:gd name="T60" fmla="*/ 16 w 3960"/>
                <a:gd name="T61" fmla="*/ 0 h 4768"/>
                <a:gd name="T62" fmla="*/ 15 w 3960"/>
                <a:gd name="T63" fmla="*/ 0 h 4768"/>
                <a:gd name="T64" fmla="*/ 14 w 3960"/>
                <a:gd name="T65" fmla="*/ 0 h 4768"/>
                <a:gd name="T66" fmla="*/ 14 w 3960"/>
                <a:gd name="T67" fmla="*/ 0 h 4768"/>
                <a:gd name="T68" fmla="*/ 2 w 3960"/>
                <a:gd name="T69" fmla="*/ 6 h 4768"/>
                <a:gd name="T70" fmla="*/ 2 w 3960"/>
                <a:gd name="T71" fmla="*/ 7 h 4768"/>
                <a:gd name="T72" fmla="*/ 1 w 3960"/>
                <a:gd name="T73" fmla="*/ 7 h 4768"/>
                <a:gd name="T74" fmla="*/ 1 w 3960"/>
                <a:gd name="T75" fmla="*/ 8 h 4768"/>
                <a:gd name="T76" fmla="*/ 1 w 3960"/>
                <a:gd name="T77" fmla="*/ 8 h 4768"/>
                <a:gd name="T78" fmla="*/ 0 w 3960"/>
                <a:gd name="T79" fmla="*/ 9 h 4768"/>
                <a:gd name="T80" fmla="*/ 0 w 3960"/>
                <a:gd name="T81" fmla="*/ 9 h 4768"/>
                <a:gd name="T82" fmla="*/ 0 w 3960"/>
                <a:gd name="T83" fmla="*/ 10 h 4768"/>
                <a:gd name="T84" fmla="*/ 0 w 3960"/>
                <a:gd name="T85" fmla="*/ 11 h 4768"/>
                <a:gd name="T86" fmla="*/ 0 w 3960"/>
                <a:gd name="T87" fmla="*/ 25 h 4768"/>
                <a:gd name="T88" fmla="*/ 0 w 3960"/>
                <a:gd name="T89" fmla="*/ 26 h 4768"/>
                <a:gd name="T90" fmla="*/ 0 w 3960"/>
                <a:gd name="T91" fmla="*/ 27 h 4768"/>
                <a:gd name="T92" fmla="*/ 1 w 3960"/>
                <a:gd name="T93" fmla="*/ 28 h 4768"/>
                <a:gd name="T94" fmla="*/ 1 w 3960"/>
                <a:gd name="T95" fmla="*/ 29 h 4768"/>
                <a:gd name="T96" fmla="*/ 1 w 3960"/>
                <a:gd name="T97" fmla="*/ 29 h 4768"/>
                <a:gd name="T98" fmla="*/ 2 w 3960"/>
                <a:gd name="T99" fmla="*/ 30 h 4768"/>
                <a:gd name="T100" fmla="*/ 3 w 3960"/>
                <a:gd name="T101" fmla="*/ 31 h 4768"/>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w 3960"/>
                <a:gd name="T154" fmla="*/ 0 h 4768"/>
                <a:gd name="T155" fmla="*/ 3960 w 3960"/>
                <a:gd name="T156" fmla="*/ 4768 h 4768"/>
              </a:gdLst>
              <a:ahLst/>
              <a:cxnLst>
                <a:cxn ang="T102">
                  <a:pos x="T0" y="T1"/>
                </a:cxn>
                <a:cxn ang="T103">
                  <a:pos x="T2" y="T3"/>
                </a:cxn>
                <a:cxn ang="T104">
                  <a:pos x="T4" y="T5"/>
                </a:cxn>
                <a:cxn ang="T105">
                  <a:pos x="T6" y="T7"/>
                </a:cxn>
                <a:cxn ang="T106">
                  <a:pos x="T8" y="T9"/>
                </a:cxn>
                <a:cxn ang="T107">
                  <a:pos x="T10" y="T11"/>
                </a:cxn>
                <a:cxn ang="T108">
                  <a:pos x="T12" y="T13"/>
                </a:cxn>
                <a:cxn ang="T109">
                  <a:pos x="T14" y="T15"/>
                </a:cxn>
                <a:cxn ang="T110">
                  <a:pos x="T16" y="T17"/>
                </a:cxn>
                <a:cxn ang="T111">
                  <a:pos x="T18" y="T19"/>
                </a:cxn>
                <a:cxn ang="T112">
                  <a:pos x="T20" y="T21"/>
                </a:cxn>
                <a:cxn ang="T113">
                  <a:pos x="T22" y="T23"/>
                </a:cxn>
                <a:cxn ang="T114">
                  <a:pos x="T24" y="T25"/>
                </a:cxn>
                <a:cxn ang="T115">
                  <a:pos x="T26" y="T27"/>
                </a:cxn>
                <a:cxn ang="T116">
                  <a:pos x="T28" y="T29"/>
                </a:cxn>
                <a:cxn ang="T117">
                  <a:pos x="T30" y="T31"/>
                </a:cxn>
                <a:cxn ang="T118">
                  <a:pos x="T32" y="T33"/>
                </a:cxn>
                <a:cxn ang="T119">
                  <a:pos x="T34" y="T35"/>
                </a:cxn>
                <a:cxn ang="T120">
                  <a:pos x="T36" y="T37"/>
                </a:cxn>
                <a:cxn ang="T121">
                  <a:pos x="T38" y="T39"/>
                </a:cxn>
                <a:cxn ang="T122">
                  <a:pos x="T40" y="T41"/>
                </a:cxn>
                <a:cxn ang="T123">
                  <a:pos x="T42" y="T43"/>
                </a:cxn>
                <a:cxn ang="T124">
                  <a:pos x="T44" y="T45"/>
                </a:cxn>
                <a:cxn ang="T125">
                  <a:pos x="T46" y="T47"/>
                </a:cxn>
                <a:cxn ang="T126">
                  <a:pos x="T48" y="T49"/>
                </a:cxn>
                <a:cxn ang="T127">
                  <a:pos x="T50" y="T51"/>
                </a:cxn>
                <a:cxn ang="T128">
                  <a:pos x="T52" y="T53"/>
                </a:cxn>
                <a:cxn ang="T129">
                  <a:pos x="T54" y="T55"/>
                </a:cxn>
                <a:cxn ang="T130">
                  <a:pos x="T56" y="T57"/>
                </a:cxn>
                <a:cxn ang="T131">
                  <a:pos x="T58" y="T59"/>
                </a:cxn>
                <a:cxn ang="T132">
                  <a:pos x="T60" y="T61"/>
                </a:cxn>
                <a:cxn ang="T133">
                  <a:pos x="T62" y="T63"/>
                </a:cxn>
                <a:cxn ang="T134">
                  <a:pos x="T64" y="T65"/>
                </a:cxn>
                <a:cxn ang="T135">
                  <a:pos x="T66" y="T67"/>
                </a:cxn>
                <a:cxn ang="T136">
                  <a:pos x="T68" y="T69"/>
                </a:cxn>
                <a:cxn ang="T137">
                  <a:pos x="T70" y="T71"/>
                </a:cxn>
                <a:cxn ang="T138">
                  <a:pos x="T72" y="T73"/>
                </a:cxn>
                <a:cxn ang="T139">
                  <a:pos x="T74" y="T75"/>
                </a:cxn>
                <a:cxn ang="T140">
                  <a:pos x="T76" y="T77"/>
                </a:cxn>
                <a:cxn ang="T141">
                  <a:pos x="T78" y="T79"/>
                </a:cxn>
                <a:cxn ang="T142">
                  <a:pos x="T80" y="T81"/>
                </a:cxn>
                <a:cxn ang="T143">
                  <a:pos x="T82" y="T83"/>
                </a:cxn>
                <a:cxn ang="T144">
                  <a:pos x="T84" y="T85"/>
                </a:cxn>
                <a:cxn ang="T145">
                  <a:pos x="T86" y="T87"/>
                </a:cxn>
                <a:cxn ang="T146">
                  <a:pos x="T88" y="T89"/>
                </a:cxn>
                <a:cxn ang="T147">
                  <a:pos x="T90" y="T91"/>
                </a:cxn>
                <a:cxn ang="T148">
                  <a:pos x="T92" y="T93"/>
                </a:cxn>
                <a:cxn ang="T149">
                  <a:pos x="T94" y="T95"/>
                </a:cxn>
                <a:cxn ang="T150">
                  <a:pos x="T96" y="T97"/>
                </a:cxn>
                <a:cxn ang="T151">
                  <a:pos x="T98" y="T99"/>
                </a:cxn>
                <a:cxn ang="T152">
                  <a:pos x="T100" y="T101"/>
                </a:cxn>
              </a:cxnLst>
              <a:rect l="T153" t="T154" r="T155" b="T156"/>
              <a:pathLst>
                <a:path w="3960" h="4768">
                  <a:moveTo>
                    <a:pt x="353" y="3849"/>
                  </a:moveTo>
                  <a:lnTo>
                    <a:pt x="1661" y="4700"/>
                  </a:lnTo>
                  <a:lnTo>
                    <a:pt x="1697" y="4717"/>
                  </a:lnTo>
                  <a:lnTo>
                    <a:pt x="1736" y="4731"/>
                  </a:lnTo>
                  <a:lnTo>
                    <a:pt x="1776" y="4742"/>
                  </a:lnTo>
                  <a:lnTo>
                    <a:pt x="1818" y="4753"/>
                  </a:lnTo>
                  <a:lnTo>
                    <a:pt x="1860" y="4760"/>
                  </a:lnTo>
                  <a:lnTo>
                    <a:pt x="1902" y="4765"/>
                  </a:lnTo>
                  <a:lnTo>
                    <a:pt x="1946" y="4768"/>
                  </a:lnTo>
                  <a:lnTo>
                    <a:pt x="1988" y="4768"/>
                  </a:lnTo>
                  <a:lnTo>
                    <a:pt x="2031" y="4767"/>
                  </a:lnTo>
                  <a:lnTo>
                    <a:pt x="2073" y="4763"/>
                  </a:lnTo>
                  <a:lnTo>
                    <a:pt x="2114" y="4758"/>
                  </a:lnTo>
                  <a:lnTo>
                    <a:pt x="2154" y="4751"/>
                  </a:lnTo>
                  <a:lnTo>
                    <a:pt x="2193" y="4740"/>
                  </a:lnTo>
                  <a:lnTo>
                    <a:pt x="2230" y="4729"/>
                  </a:lnTo>
                  <a:lnTo>
                    <a:pt x="2264" y="4715"/>
                  </a:lnTo>
                  <a:lnTo>
                    <a:pt x="2297" y="4700"/>
                  </a:lnTo>
                  <a:lnTo>
                    <a:pt x="3639" y="3825"/>
                  </a:lnTo>
                  <a:lnTo>
                    <a:pt x="3673" y="3795"/>
                  </a:lnTo>
                  <a:lnTo>
                    <a:pt x="3707" y="3761"/>
                  </a:lnTo>
                  <a:lnTo>
                    <a:pt x="3738" y="3725"/>
                  </a:lnTo>
                  <a:lnTo>
                    <a:pt x="3768" y="3685"/>
                  </a:lnTo>
                  <a:lnTo>
                    <a:pt x="3796" y="3644"/>
                  </a:lnTo>
                  <a:lnTo>
                    <a:pt x="3821" y="3599"/>
                  </a:lnTo>
                  <a:lnTo>
                    <a:pt x="3846" y="3553"/>
                  </a:lnTo>
                  <a:lnTo>
                    <a:pt x="3868" y="3505"/>
                  </a:lnTo>
                  <a:lnTo>
                    <a:pt x="3888" y="3456"/>
                  </a:lnTo>
                  <a:lnTo>
                    <a:pt x="3907" y="3406"/>
                  </a:lnTo>
                  <a:lnTo>
                    <a:pt x="3922" y="3354"/>
                  </a:lnTo>
                  <a:lnTo>
                    <a:pt x="3935" y="3303"/>
                  </a:lnTo>
                  <a:lnTo>
                    <a:pt x="3946" y="3250"/>
                  </a:lnTo>
                  <a:lnTo>
                    <a:pt x="3953" y="3197"/>
                  </a:lnTo>
                  <a:lnTo>
                    <a:pt x="3957" y="3144"/>
                  </a:lnTo>
                  <a:lnTo>
                    <a:pt x="3960" y="3092"/>
                  </a:lnTo>
                  <a:lnTo>
                    <a:pt x="3959" y="1313"/>
                  </a:lnTo>
                  <a:lnTo>
                    <a:pt x="3955" y="1271"/>
                  </a:lnTo>
                  <a:lnTo>
                    <a:pt x="3949" y="1229"/>
                  </a:lnTo>
                  <a:lnTo>
                    <a:pt x="3941" y="1189"/>
                  </a:lnTo>
                  <a:lnTo>
                    <a:pt x="3930" y="1149"/>
                  </a:lnTo>
                  <a:lnTo>
                    <a:pt x="3918" y="1111"/>
                  </a:lnTo>
                  <a:lnTo>
                    <a:pt x="3902" y="1075"/>
                  </a:lnTo>
                  <a:lnTo>
                    <a:pt x="3886" y="1040"/>
                  </a:lnTo>
                  <a:lnTo>
                    <a:pt x="3867" y="1006"/>
                  </a:lnTo>
                  <a:lnTo>
                    <a:pt x="3846" y="973"/>
                  </a:lnTo>
                  <a:lnTo>
                    <a:pt x="3823" y="942"/>
                  </a:lnTo>
                  <a:lnTo>
                    <a:pt x="3798" y="913"/>
                  </a:lnTo>
                  <a:lnTo>
                    <a:pt x="3771" y="886"/>
                  </a:lnTo>
                  <a:lnTo>
                    <a:pt x="3743" y="860"/>
                  </a:lnTo>
                  <a:lnTo>
                    <a:pt x="3714" y="837"/>
                  </a:lnTo>
                  <a:lnTo>
                    <a:pt x="3682" y="816"/>
                  </a:lnTo>
                  <a:lnTo>
                    <a:pt x="3649" y="796"/>
                  </a:lnTo>
                  <a:lnTo>
                    <a:pt x="2386" y="83"/>
                  </a:lnTo>
                  <a:lnTo>
                    <a:pt x="2350" y="65"/>
                  </a:lnTo>
                  <a:lnTo>
                    <a:pt x="2310" y="50"/>
                  </a:lnTo>
                  <a:lnTo>
                    <a:pt x="2268" y="36"/>
                  </a:lnTo>
                  <a:lnTo>
                    <a:pt x="2223" y="24"/>
                  </a:lnTo>
                  <a:lnTo>
                    <a:pt x="2178" y="15"/>
                  </a:lnTo>
                  <a:lnTo>
                    <a:pt x="2131" y="8"/>
                  </a:lnTo>
                  <a:lnTo>
                    <a:pt x="2082" y="3"/>
                  </a:lnTo>
                  <a:lnTo>
                    <a:pt x="2032" y="0"/>
                  </a:lnTo>
                  <a:lnTo>
                    <a:pt x="1982" y="1"/>
                  </a:lnTo>
                  <a:lnTo>
                    <a:pt x="1933" y="3"/>
                  </a:lnTo>
                  <a:lnTo>
                    <a:pt x="1882" y="9"/>
                  </a:lnTo>
                  <a:lnTo>
                    <a:pt x="1833" y="17"/>
                  </a:lnTo>
                  <a:lnTo>
                    <a:pt x="1785" y="29"/>
                  </a:lnTo>
                  <a:lnTo>
                    <a:pt x="1737" y="43"/>
                  </a:lnTo>
                  <a:lnTo>
                    <a:pt x="1691" y="62"/>
                  </a:lnTo>
                  <a:lnTo>
                    <a:pt x="1647" y="83"/>
                  </a:lnTo>
                  <a:lnTo>
                    <a:pt x="311" y="782"/>
                  </a:lnTo>
                  <a:lnTo>
                    <a:pt x="276" y="803"/>
                  </a:lnTo>
                  <a:lnTo>
                    <a:pt x="243" y="826"/>
                  </a:lnTo>
                  <a:lnTo>
                    <a:pt x="213" y="852"/>
                  </a:lnTo>
                  <a:lnTo>
                    <a:pt x="184" y="879"/>
                  </a:lnTo>
                  <a:lnTo>
                    <a:pt x="155" y="908"/>
                  </a:lnTo>
                  <a:lnTo>
                    <a:pt x="131" y="939"/>
                  </a:lnTo>
                  <a:lnTo>
                    <a:pt x="107" y="971"/>
                  </a:lnTo>
                  <a:lnTo>
                    <a:pt x="86" y="1005"/>
                  </a:lnTo>
                  <a:lnTo>
                    <a:pt x="68" y="1040"/>
                  </a:lnTo>
                  <a:lnTo>
                    <a:pt x="50" y="1076"/>
                  </a:lnTo>
                  <a:lnTo>
                    <a:pt x="36" y="1115"/>
                  </a:lnTo>
                  <a:lnTo>
                    <a:pt x="23" y="1153"/>
                  </a:lnTo>
                  <a:lnTo>
                    <a:pt x="14" y="1195"/>
                  </a:lnTo>
                  <a:lnTo>
                    <a:pt x="7" y="1236"/>
                  </a:lnTo>
                  <a:lnTo>
                    <a:pt x="2" y="1279"/>
                  </a:lnTo>
                  <a:lnTo>
                    <a:pt x="0" y="1322"/>
                  </a:lnTo>
                  <a:lnTo>
                    <a:pt x="0" y="3093"/>
                  </a:lnTo>
                  <a:lnTo>
                    <a:pt x="2" y="3147"/>
                  </a:lnTo>
                  <a:lnTo>
                    <a:pt x="7" y="3202"/>
                  </a:lnTo>
                  <a:lnTo>
                    <a:pt x="15" y="3257"/>
                  </a:lnTo>
                  <a:lnTo>
                    <a:pt x="27" y="3312"/>
                  </a:lnTo>
                  <a:lnTo>
                    <a:pt x="42" y="3366"/>
                  </a:lnTo>
                  <a:lnTo>
                    <a:pt x="59" y="3420"/>
                  </a:lnTo>
                  <a:lnTo>
                    <a:pt x="79" y="3474"/>
                  </a:lnTo>
                  <a:lnTo>
                    <a:pt x="102" y="3525"/>
                  </a:lnTo>
                  <a:lnTo>
                    <a:pt x="127" y="3576"/>
                  </a:lnTo>
                  <a:lnTo>
                    <a:pt x="154" y="3624"/>
                  </a:lnTo>
                  <a:lnTo>
                    <a:pt x="184" y="3670"/>
                  </a:lnTo>
                  <a:lnTo>
                    <a:pt x="214" y="3712"/>
                  </a:lnTo>
                  <a:lnTo>
                    <a:pt x="247" y="3752"/>
                  </a:lnTo>
                  <a:lnTo>
                    <a:pt x="281" y="3788"/>
                  </a:lnTo>
                  <a:lnTo>
                    <a:pt x="317" y="3821"/>
                  </a:lnTo>
                  <a:lnTo>
                    <a:pt x="353" y="384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375" name="Freeform 15"/>
            <p:cNvSpPr>
              <a:spLocks/>
            </p:cNvSpPr>
            <p:nvPr/>
          </p:nvSpPr>
          <p:spPr bwMode="auto">
            <a:xfrm>
              <a:off x="943" y="2210"/>
              <a:ext cx="276" cy="187"/>
            </a:xfrm>
            <a:custGeom>
              <a:avLst/>
              <a:gdLst>
                <a:gd name="T0" fmla="*/ 11 w 1380"/>
                <a:gd name="T1" fmla="*/ 7 h 937"/>
                <a:gd name="T2" fmla="*/ 11 w 1380"/>
                <a:gd name="T3" fmla="*/ 7 h 937"/>
                <a:gd name="T4" fmla="*/ 0 w 1380"/>
                <a:gd name="T5" fmla="*/ 0 h 937"/>
                <a:gd name="T6" fmla="*/ 0 w 1380"/>
                <a:gd name="T7" fmla="*/ 1 h 937"/>
                <a:gd name="T8" fmla="*/ 10 w 1380"/>
                <a:gd name="T9" fmla="*/ 7 h 937"/>
                <a:gd name="T10" fmla="*/ 10 w 1380"/>
                <a:gd name="T11" fmla="*/ 7 h 937"/>
                <a:gd name="T12" fmla="*/ 10 w 1380"/>
                <a:gd name="T13" fmla="*/ 7 h 937"/>
                <a:gd name="T14" fmla="*/ 11 w 1380"/>
                <a:gd name="T15" fmla="*/ 7 h 937"/>
                <a:gd name="T16" fmla="*/ 11 w 1380"/>
                <a:gd name="T17" fmla="*/ 7 h 937"/>
                <a:gd name="T18" fmla="*/ 11 w 1380"/>
                <a:gd name="T19" fmla="*/ 7 h 937"/>
                <a:gd name="T20" fmla="*/ 11 w 1380"/>
                <a:gd name="T21" fmla="*/ 7 h 937"/>
                <a:gd name="T22" fmla="*/ 11 w 1380"/>
                <a:gd name="T23" fmla="*/ 7 h 937"/>
                <a:gd name="T24" fmla="*/ 11 w 1380"/>
                <a:gd name="T25" fmla="*/ 7 h 937"/>
                <a:gd name="T26" fmla="*/ 11 w 1380"/>
                <a:gd name="T27" fmla="*/ 7 h 937"/>
                <a:gd name="T28" fmla="*/ 11 w 1380"/>
                <a:gd name="T29" fmla="*/ 7 h 937"/>
                <a:gd name="T30" fmla="*/ 11 w 1380"/>
                <a:gd name="T31" fmla="*/ 7 h 93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80"/>
                <a:gd name="T49" fmla="*/ 0 h 937"/>
                <a:gd name="T50" fmla="*/ 1380 w 1380"/>
                <a:gd name="T51" fmla="*/ 937 h 93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80" h="937">
                  <a:moveTo>
                    <a:pt x="1354" y="848"/>
                  </a:moveTo>
                  <a:lnTo>
                    <a:pt x="1359" y="851"/>
                  </a:lnTo>
                  <a:lnTo>
                    <a:pt x="51" y="0"/>
                  </a:lnTo>
                  <a:lnTo>
                    <a:pt x="0" y="78"/>
                  </a:lnTo>
                  <a:lnTo>
                    <a:pt x="1307" y="929"/>
                  </a:lnTo>
                  <a:lnTo>
                    <a:pt x="1312" y="932"/>
                  </a:lnTo>
                  <a:lnTo>
                    <a:pt x="1307" y="929"/>
                  </a:lnTo>
                  <a:lnTo>
                    <a:pt x="1326" y="937"/>
                  </a:lnTo>
                  <a:lnTo>
                    <a:pt x="1345" y="936"/>
                  </a:lnTo>
                  <a:lnTo>
                    <a:pt x="1360" y="929"/>
                  </a:lnTo>
                  <a:lnTo>
                    <a:pt x="1372" y="916"/>
                  </a:lnTo>
                  <a:lnTo>
                    <a:pt x="1379" y="899"/>
                  </a:lnTo>
                  <a:lnTo>
                    <a:pt x="1380" y="883"/>
                  </a:lnTo>
                  <a:lnTo>
                    <a:pt x="1374" y="865"/>
                  </a:lnTo>
                  <a:lnTo>
                    <a:pt x="1359" y="851"/>
                  </a:lnTo>
                  <a:lnTo>
                    <a:pt x="1354" y="84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376" name="Freeform 16"/>
            <p:cNvSpPr>
              <a:spLocks/>
            </p:cNvSpPr>
            <p:nvPr/>
          </p:nvSpPr>
          <p:spPr bwMode="auto">
            <a:xfrm>
              <a:off x="1206" y="2379"/>
              <a:ext cx="140" cy="32"/>
            </a:xfrm>
            <a:custGeom>
              <a:avLst/>
              <a:gdLst>
                <a:gd name="T0" fmla="*/ 5 w 703"/>
                <a:gd name="T1" fmla="*/ 0 h 162"/>
                <a:gd name="T2" fmla="*/ 5 w 703"/>
                <a:gd name="T3" fmla="*/ 0 h 162"/>
                <a:gd name="T4" fmla="*/ 5 w 703"/>
                <a:gd name="T5" fmla="*/ 0 h 162"/>
                <a:gd name="T6" fmla="*/ 5 w 703"/>
                <a:gd name="T7" fmla="*/ 0 h 162"/>
                <a:gd name="T8" fmla="*/ 4 w 703"/>
                <a:gd name="T9" fmla="*/ 0 h 162"/>
                <a:gd name="T10" fmla="*/ 4 w 703"/>
                <a:gd name="T11" fmla="*/ 0 h 162"/>
                <a:gd name="T12" fmla="*/ 4 w 703"/>
                <a:gd name="T13" fmla="*/ 0 h 162"/>
                <a:gd name="T14" fmla="*/ 3 w 703"/>
                <a:gd name="T15" fmla="*/ 1 h 162"/>
                <a:gd name="T16" fmla="*/ 3 w 703"/>
                <a:gd name="T17" fmla="*/ 1 h 162"/>
                <a:gd name="T18" fmla="*/ 3 w 703"/>
                <a:gd name="T19" fmla="*/ 1 h 162"/>
                <a:gd name="T20" fmla="*/ 2 w 703"/>
                <a:gd name="T21" fmla="*/ 1 h 162"/>
                <a:gd name="T22" fmla="*/ 2 w 703"/>
                <a:gd name="T23" fmla="*/ 1 h 162"/>
                <a:gd name="T24" fmla="*/ 2 w 703"/>
                <a:gd name="T25" fmla="*/ 0 h 162"/>
                <a:gd name="T26" fmla="*/ 1 w 703"/>
                <a:gd name="T27" fmla="*/ 0 h 162"/>
                <a:gd name="T28" fmla="*/ 1 w 703"/>
                <a:gd name="T29" fmla="*/ 0 h 162"/>
                <a:gd name="T30" fmla="*/ 1 w 703"/>
                <a:gd name="T31" fmla="*/ 0 h 162"/>
                <a:gd name="T32" fmla="*/ 1 w 703"/>
                <a:gd name="T33" fmla="*/ 0 h 162"/>
                <a:gd name="T34" fmla="*/ 0 w 703"/>
                <a:gd name="T35" fmla="*/ 0 h 162"/>
                <a:gd name="T36" fmla="*/ 0 w 703"/>
                <a:gd name="T37" fmla="*/ 1 h 162"/>
                <a:gd name="T38" fmla="*/ 0 w 703"/>
                <a:gd name="T39" fmla="*/ 1 h 162"/>
                <a:gd name="T40" fmla="*/ 1 w 703"/>
                <a:gd name="T41" fmla="*/ 1 h 162"/>
                <a:gd name="T42" fmla="*/ 1 w 703"/>
                <a:gd name="T43" fmla="*/ 1 h 162"/>
                <a:gd name="T44" fmla="*/ 1 w 703"/>
                <a:gd name="T45" fmla="*/ 1 h 162"/>
                <a:gd name="T46" fmla="*/ 2 w 703"/>
                <a:gd name="T47" fmla="*/ 1 h 162"/>
                <a:gd name="T48" fmla="*/ 2 w 703"/>
                <a:gd name="T49" fmla="*/ 1 h 162"/>
                <a:gd name="T50" fmla="*/ 2 w 703"/>
                <a:gd name="T51" fmla="*/ 1 h 162"/>
                <a:gd name="T52" fmla="*/ 3 w 703"/>
                <a:gd name="T53" fmla="*/ 1 h 162"/>
                <a:gd name="T54" fmla="*/ 3 w 703"/>
                <a:gd name="T55" fmla="*/ 1 h 162"/>
                <a:gd name="T56" fmla="*/ 3 w 703"/>
                <a:gd name="T57" fmla="*/ 1 h 162"/>
                <a:gd name="T58" fmla="*/ 4 w 703"/>
                <a:gd name="T59" fmla="*/ 1 h 162"/>
                <a:gd name="T60" fmla="*/ 4 w 703"/>
                <a:gd name="T61" fmla="*/ 1 h 162"/>
                <a:gd name="T62" fmla="*/ 5 w 703"/>
                <a:gd name="T63" fmla="*/ 1 h 162"/>
                <a:gd name="T64" fmla="*/ 5 w 703"/>
                <a:gd name="T65" fmla="*/ 1 h 162"/>
                <a:gd name="T66" fmla="*/ 5 w 703"/>
                <a:gd name="T67" fmla="*/ 1 h 162"/>
                <a:gd name="T68" fmla="*/ 5 w 703"/>
                <a:gd name="T69" fmla="*/ 1 h 162"/>
                <a:gd name="T70" fmla="*/ 5 w 703"/>
                <a:gd name="T71" fmla="*/ 1 h 162"/>
                <a:gd name="T72" fmla="*/ 5 w 703"/>
                <a:gd name="T73" fmla="*/ 1 h 162"/>
                <a:gd name="T74" fmla="*/ 5 w 703"/>
                <a:gd name="T75" fmla="*/ 1 h 162"/>
                <a:gd name="T76" fmla="*/ 6 w 703"/>
                <a:gd name="T77" fmla="*/ 0 h 162"/>
                <a:gd name="T78" fmla="*/ 6 w 703"/>
                <a:gd name="T79" fmla="*/ 0 h 162"/>
                <a:gd name="T80" fmla="*/ 6 w 703"/>
                <a:gd name="T81" fmla="*/ 0 h 162"/>
                <a:gd name="T82" fmla="*/ 5 w 703"/>
                <a:gd name="T83" fmla="*/ 0 h 162"/>
                <a:gd name="T84" fmla="*/ 5 w 703"/>
                <a:gd name="T85" fmla="*/ 0 h 162"/>
                <a:gd name="T86" fmla="*/ 5 w 703"/>
                <a:gd name="T87" fmla="*/ 0 h 162"/>
                <a:gd name="T88" fmla="*/ 5 w 703"/>
                <a:gd name="T89" fmla="*/ 0 h 162"/>
                <a:gd name="T90" fmla="*/ 5 w 703"/>
                <a:gd name="T91" fmla="*/ 0 h 162"/>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703"/>
                <a:gd name="T139" fmla="*/ 0 h 162"/>
                <a:gd name="T140" fmla="*/ 703 w 703"/>
                <a:gd name="T141" fmla="*/ 162 h 162"/>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703" h="162">
                  <a:moveTo>
                    <a:pt x="631" y="8"/>
                  </a:moveTo>
                  <a:lnTo>
                    <a:pt x="636" y="6"/>
                  </a:lnTo>
                  <a:lnTo>
                    <a:pt x="606" y="20"/>
                  </a:lnTo>
                  <a:lnTo>
                    <a:pt x="575" y="32"/>
                  </a:lnTo>
                  <a:lnTo>
                    <a:pt x="540" y="42"/>
                  </a:lnTo>
                  <a:lnTo>
                    <a:pt x="504" y="52"/>
                  </a:lnTo>
                  <a:lnTo>
                    <a:pt x="467" y="59"/>
                  </a:lnTo>
                  <a:lnTo>
                    <a:pt x="428" y="64"/>
                  </a:lnTo>
                  <a:lnTo>
                    <a:pt x="389" y="67"/>
                  </a:lnTo>
                  <a:lnTo>
                    <a:pt x="348" y="68"/>
                  </a:lnTo>
                  <a:lnTo>
                    <a:pt x="308" y="68"/>
                  </a:lnTo>
                  <a:lnTo>
                    <a:pt x="267" y="65"/>
                  </a:lnTo>
                  <a:lnTo>
                    <a:pt x="226" y="61"/>
                  </a:lnTo>
                  <a:lnTo>
                    <a:pt x="187" y="54"/>
                  </a:lnTo>
                  <a:lnTo>
                    <a:pt x="148" y="44"/>
                  </a:lnTo>
                  <a:lnTo>
                    <a:pt x="110" y="33"/>
                  </a:lnTo>
                  <a:lnTo>
                    <a:pt x="75" y="20"/>
                  </a:lnTo>
                  <a:lnTo>
                    <a:pt x="42" y="5"/>
                  </a:lnTo>
                  <a:lnTo>
                    <a:pt x="0" y="89"/>
                  </a:lnTo>
                  <a:lnTo>
                    <a:pt x="40" y="107"/>
                  </a:lnTo>
                  <a:lnTo>
                    <a:pt x="82" y="122"/>
                  </a:lnTo>
                  <a:lnTo>
                    <a:pt x="124" y="135"/>
                  </a:lnTo>
                  <a:lnTo>
                    <a:pt x="169" y="146"/>
                  </a:lnTo>
                  <a:lnTo>
                    <a:pt x="214" y="153"/>
                  </a:lnTo>
                  <a:lnTo>
                    <a:pt x="258" y="158"/>
                  </a:lnTo>
                  <a:lnTo>
                    <a:pt x="303" y="162"/>
                  </a:lnTo>
                  <a:lnTo>
                    <a:pt x="348" y="162"/>
                  </a:lnTo>
                  <a:lnTo>
                    <a:pt x="394" y="161"/>
                  </a:lnTo>
                  <a:lnTo>
                    <a:pt x="439" y="157"/>
                  </a:lnTo>
                  <a:lnTo>
                    <a:pt x="481" y="150"/>
                  </a:lnTo>
                  <a:lnTo>
                    <a:pt x="525" y="143"/>
                  </a:lnTo>
                  <a:lnTo>
                    <a:pt x="566" y="132"/>
                  </a:lnTo>
                  <a:lnTo>
                    <a:pt x="606" y="121"/>
                  </a:lnTo>
                  <a:lnTo>
                    <a:pt x="643" y="105"/>
                  </a:lnTo>
                  <a:lnTo>
                    <a:pt x="678" y="88"/>
                  </a:lnTo>
                  <a:lnTo>
                    <a:pt x="683" y="86"/>
                  </a:lnTo>
                  <a:lnTo>
                    <a:pt x="678" y="88"/>
                  </a:lnTo>
                  <a:lnTo>
                    <a:pt x="695" y="75"/>
                  </a:lnTo>
                  <a:lnTo>
                    <a:pt x="702" y="60"/>
                  </a:lnTo>
                  <a:lnTo>
                    <a:pt x="703" y="42"/>
                  </a:lnTo>
                  <a:lnTo>
                    <a:pt x="698" y="26"/>
                  </a:lnTo>
                  <a:lnTo>
                    <a:pt x="688" y="12"/>
                  </a:lnTo>
                  <a:lnTo>
                    <a:pt x="674" y="3"/>
                  </a:lnTo>
                  <a:lnTo>
                    <a:pt x="656" y="0"/>
                  </a:lnTo>
                  <a:lnTo>
                    <a:pt x="636" y="6"/>
                  </a:lnTo>
                  <a:lnTo>
                    <a:pt x="631"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377" name="Freeform 17"/>
            <p:cNvSpPr>
              <a:spLocks/>
            </p:cNvSpPr>
            <p:nvPr/>
          </p:nvSpPr>
          <p:spPr bwMode="auto">
            <a:xfrm>
              <a:off x="1332" y="2204"/>
              <a:ext cx="283" cy="192"/>
            </a:xfrm>
            <a:custGeom>
              <a:avLst/>
              <a:gdLst>
                <a:gd name="T0" fmla="*/ 11 w 1415"/>
                <a:gd name="T1" fmla="*/ 0 h 960"/>
                <a:gd name="T2" fmla="*/ 11 w 1415"/>
                <a:gd name="T3" fmla="*/ 0 h 960"/>
                <a:gd name="T4" fmla="*/ 0 w 1415"/>
                <a:gd name="T5" fmla="*/ 7 h 960"/>
                <a:gd name="T6" fmla="*/ 0 w 1415"/>
                <a:gd name="T7" fmla="*/ 8 h 960"/>
                <a:gd name="T8" fmla="*/ 11 w 1415"/>
                <a:gd name="T9" fmla="*/ 1 h 960"/>
                <a:gd name="T10" fmla="*/ 11 w 1415"/>
                <a:gd name="T11" fmla="*/ 1 h 960"/>
                <a:gd name="T12" fmla="*/ 11 w 1415"/>
                <a:gd name="T13" fmla="*/ 1 h 960"/>
                <a:gd name="T14" fmla="*/ 11 w 1415"/>
                <a:gd name="T15" fmla="*/ 1 h 960"/>
                <a:gd name="T16" fmla="*/ 11 w 1415"/>
                <a:gd name="T17" fmla="*/ 0 h 960"/>
                <a:gd name="T18" fmla="*/ 11 w 1415"/>
                <a:gd name="T19" fmla="*/ 0 h 960"/>
                <a:gd name="T20" fmla="*/ 11 w 1415"/>
                <a:gd name="T21" fmla="*/ 0 h 960"/>
                <a:gd name="T22" fmla="*/ 11 w 1415"/>
                <a:gd name="T23" fmla="*/ 0 h 960"/>
                <a:gd name="T24" fmla="*/ 11 w 1415"/>
                <a:gd name="T25" fmla="*/ 0 h 960"/>
                <a:gd name="T26" fmla="*/ 11 w 1415"/>
                <a:gd name="T27" fmla="*/ 0 h 960"/>
                <a:gd name="T28" fmla="*/ 11 w 1415"/>
                <a:gd name="T29" fmla="*/ 0 h 960"/>
                <a:gd name="T30" fmla="*/ 11 w 1415"/>
                <a:gd name="T31" fmla="*/ 0 h 96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15"/>
                <a:gd name="T49" fmla="*/ 0 h 960"/>
                <a:gd name="T50" fmla="*/ 1415 w 1415"/>
                <a:gd name="T51" fmla="*/ 960 h 96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15" h="960">
                  <a:moveTo>
                    <a:pt x="1338" y="10"/>
                  </a:moveTo>
                  <a:lnTo>
                    <a:pt x="1342" y="8"/>
                  </a:lnTo>
                  <a:lnTo>
                    <a:pt x="0" y="882"/>
                  </a:lnTo>
                  <a:lnTo>
                    <a:pt x="52" y="960"/>
                  </a:lnTo>
                  <a:lnTo>
                    <a:pt x="1393" y="85"/>
                  </a:lnTo>
                  <a:lnTo>
                    <a:pt x="1397" y="83"/>
                  </a:lnTo>
                  <a:lnTo>
                    <a:pt x="1393" y="85"/>
                  </a:lnTo>
                  <a:lnTo>
                    <a:pt x="1409" y="71"/>
                  </a:lnTo>
                  <a:lnTo>
                    <a:pt x="1415" y="53"/>
                  </a:lnTo>
                  <a:lnTo>
                    <a:pt x="1413" y="37"/>
                  </a:lnTo>
                  <a:lnTo>
                    <a:pt x="1406" y="21"/>
                  </a:lnTo>
                  <a:lnTo>
                    <a:pt x="1395" y="8"/>
                  </a:lnTo>
                  <a:lnTo>
                    <a:pt x="1379" y="1"/>
                  </a:lnTo>
                  <a:lnTo>
                    <a:pt x="1361" y="0"/>
                  </a:lnTo>
                  <a:lnTo>
                    <a:pt x="1342" y="8"/>
                  </a:lnTo>
                  <a:lnTo>
                    <a:pt x="1338" y="1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378" name="Freeform 18"/>
            <p:cNvSpPr>
              <a:spLocks/>
            </p:cNvSpPr>
            <p:nvPr/>
          </p:nvSpPr>
          <p:spPr bwMode="auto">
            <a:xfrm>
              <a:off x="1599" y="2057"/>
              <a:ext cx="80" cy="163"/>
            </a:xfrm>
            <a:custGeom>
              <a:avLst/>
              <a:gdLst>
                <a:gd name="T0" fmla="*/ 2 w 398"/>
                <a:gd name="T1" fmla="*/ 0 h 817"/>
                <a:gd name="T2" fmla="*/ 2 w 398"/>
                <a:gd name="T3" fmla="*/ 0 h 817"/>
                <a:gd name="T4" fmla="*/ 2 w 398"/>
                <a:gd name="T5" fmla="*/ 1 h 817"/>
                <a:gd name="T6" fmla="*/ 2 w 398"/>
                <a:gd name="T7" fmla="*/ 1 h 817"/>
                <a:gd name="T8" fmla="*/ 2 w 398"/>
                <a:gd name="T9" fmla="*/ 2 h 817"/>
                <a:gd name="T10" fmla="*/ 2 w 398"/>
                <a:gd name="T11" fmla="*/ 2 h 817"/>
                <a:gd name="T12" fmla="*/ 2 w 398"/>
                <a:gd name="T13" fmla="*/ 2 h 817"/>
                <a:gd name="T14" fmla="*/ 2 w 398"/>
                <a:gd name="T15" fmla="*/ 3 h 817"/>
                <a:gd name="T16" fmla="*/ 2 w 398"/>
                <a:gd name="T17" fmla="*/ 3 h 817"/>
                <a:gd name="T18" fmla="*/ 2 w 398"/>
                <a:gd name="T19" fmla="*/ 4 h 817"/>
                <a:gd name="T20" fmla="*/ 2 w 398"/>
                <a:gd name="T21" fmla="*/ 4 h 817"/>
                <a:gd name="T22" fmla="*/ 1 w 398"/>
                <a:gd name="T23" fmla="*/ 4 h 817"/>
                <a:gd name="T24" fmla="*/ 1 w 398"/>
                <a:gd name="T25" fmla="*/ 5 h 817"/>
                <a:gd name="T26" fmla="*/ 1 w 398"/>
                <a:gd name="T27" fmla="*/ 5 h 817"/>
                <a:gd name="T28" fmla="*/ 1 w 398"/>
                <a:gd name="T29" fmla="*/ 5 h 817"/>
                <a:gd name="T30" fmla="*/ 1 w 398"/>
                <a:gd name="T31" fmla="*/ 5 h 817"/>
                <a:gd name="T32" fmla="*/ 0 w 398"/>
                <a:gd name="T33" fmla="*/ 6 h 817"/>
                <a:gd name="T34" fmla="*/ 0 w 398"/>
                <a:gd name="T35" fmla="*/ 6 h 817"/>
                <a:gd name="T36" fmla="*/ 0 w 398"/>
                <a:gd name="T37" fmla="*/ 7 h 817"/>
                <a:gd name="T38" fmla="*/ 1 w 398"/>
                <a:gd name="T39" fmla="*/ 6 h 817"/>
                <a:gd name="T40" fmla="*/ 1 w 398"/>
                <a:gd name="T41" fmla="*/ 6 h 817"/>
                <a:gd name="T42" fmla="*/ 1 w 398"/>
                <a:gd name="T43" fmla="*/ 6 h 817"/>
                <a:gd name="T44" fmla="*/ 2 w 398"/>
                <a:gd name="T45" fmla="*/ 5 h 817"/>
                <a:gd name="T46" fmla="*/ 2 w 398"/>
                <a:gd name="T47" fmla="*/ 5 h 817"/>
                <a:gd name="T48" fmla="*/ 2 w 398"/>
                <a:gd name="T49" fmla="*/ 5 h 817"/>
                <a:gd name="T50" fmla="*/ 2 w 398"/>
                <a:gd name="T51" fmla="*/ 4 h 817"/>
                <a:gd name="T52" fmla="*/ 2 w 398"/>
                <a:gd name="T53" fmla="*/ 4 h 817"/>
                <a:gd name="T54" fmla="*/ 3 w 398"/>
                <a:gd name="T55" fmla="*/ 3 h 817"/>
                <a:gd name="T56" fmla="*/ 3 w 398"/>
                <a:gd name="T57" fmla="*/ 3 h 817"/>
                <a:gd name="T58" fmla="*/ 3 w 398"/>
                <a:gd name="T59" fmla="*/ 3 h 817"/>
                <a:gd name="T60" fmla="*/ 3 w 398"/>
                <a:gd name="T61" fmla="*/ 2 h 817"/>
                <a:gd name="T62" fmla="*/ 3 w 398"/>
                <a:gd name="T63" fmla="*/ 2 h 817"/>
                <a:gd name="T64" fmla="*/ 3 w 398"/>
                <a:gd name="T65" fmla="*/ 1 h 817"/>
                <a:gd name="T66" fmla="*/ 3 w 398"/>
                <a:gd name="T67" fmla="*/ 1 h 817"/>
                <a:gd name="T68" fmla="*/ 3 w 398"/>
                <a:gd name="T69" fmla="*/ 0 h 817"/>
                <a:gd name="T70" fmla="*/ 3 w 398"/>
                <a:gd name="T71" fmla="*/ 0 h 817"/>
                <a:gd name="T72" fmla="*/ 3 w 398"/>
                <a:gd name="T73" fmla="*/ 0 h 817"/>
                <a:gd name="T74" fmla="*/ 3 w 398"/>
                <a:gd name="T75" fmla="*/ 0 h 817"/>
                <a:gd name="T76" fmla="*/ 3 w 398"/>
                <a:gd name="T77" fmla="*/ 0 h 817"/>
                <a:gd name="T78" fmla="*/ 3 w 398"/>
                <a:gd name="T79" fmla="*/ 0 h 817"/>
                <a:gd name="T80" fmla="*/ 3 w 398"/>
                <a:gd name="T81" fmla="*/ 0 h 817"/>
                <a:gd name="T82" fmla="*/ 3 w 398"/>
                <a:gd name="T83" fmla="*/ 0 h 817"/>
                <a:gd name="T84" fmla="*/ 3 w 398"/>
                <a:gd name="T85" fmla="*/ 0 h 817"/>
                <a:gd name="T86" fmla="*/ 2 w 398"/>
                <a:gd name="T87" fmla="*/ 0 h 817"/>
                <a:gd name="T88" fmla="*/ 2 w 398"/>
                <a:gd name="T89" fmla="*/ 0 h 817"/>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398"/>
                <a:gd name="T136" fmla="*/ 0 h 817"/>
                <a:gd name="T137" fmla="*/ 398 w 398"/>
                <a:gd name="T138" fmla="*/ 817 h 817"/>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398" h="817">
                  <a:moveTo>
                    <a:pt x="304" y="47"/>
                  </a:moveTo>
                  <a:lnTo>
                    <a:pt x="304" y="47"/>
                  </a:lnTo>
                  <a:lnTo>
                    <a:pt x="301" y="97"/>
                  </a:lnTo>
                  <a:lnTo>
                    <a:pt x="297" y="147"/>
                  </a:lnTo>
                  <a:lnTo>
                    <a:pt x="291" y="198"/>
                  </a:lnTo>
                  <a:lnTo>
                    <a:pt x="280" y="247"/>
                  </a:lnTo>
                  <a:lnTo>
                    <a:pt x="268" y="297"/>
                  </a:lnTo>
                  <a:lnTo>
                    <a:pt x="253" y="347"/>
                  </a:lnTo>
                  <a:lnTo>
                    <a:pt x="236" y="395"/>
                  </a:lnTo>
                  <a:lnTo>
                    <a:pt x="217" y="442"/>
                  </a:lnTo>
                  <a:lnTo>
                    <a:pt x="195" y="487"/>
                  </a:lnTo>
                  <a:lnTo>
                    <a:pt x="171" y="532"/>
                  </a:lnTo>
                  <a:lnTo>
                    <a:pt x="147" y="574"/>
                  </a:lnTo>
                  <a:lnTo>
                    <a:pt x="121" y="613"/>
                  </a:lnTo>
                  <a:lnTo>
                    <a:pt x="93" y="650"/>
                  </a:lnTo>
                  <a:lnTo>
                    <a:pt x="64" y="684"/>
                  </a:lnTo>
                  <a:lnTo>
                    <a:pt x="32" y="716"/>
                  </a:lnTo>
                  <a:lnTo>
                    <a:pt x="0" y="744"/>
                  </a:lnTo>
                  <a:lnTo>
                    <a:pt x="59" y="817"/>
                  </a:lnTo>
                  <a:lnTo>
                    <a:pt x="95" y="784"/>
                  </a:lnTo>
                  <a:lnTo>
                    <a:pt x="132" y="748"/>
                  </a:lnTo>
                  <a:lnTo>
                    <a:pt x="166" y="709"/>
                  </a:lnTo>
                  <a:lnTo>
                    <a:pt x="196" y="667"/>
                  </a:lnTo>
                  <a:lnTo>
                    <a:pt x="227" y="623"/>
                  </a:lnTo>
                  <a:lnTo>
                    <a:pt x="253" y="576"/>
                  </a:lnTo>
                  <a:lnTo>
                    <a:pt x="279" y="530"/>
                  </a:lnTo>
                  <a:lnTo>
                    <a:pt x="301" y="479"/>
                  </a:lnTo>
                  <a:lnTo>
                    <a:pt x="323" y="428"/>
                  </a:lnTo>
                  <a:lnTo>
                    <a:pt x="342" y="375"/>
                  </a:lnTo>
                  <a:lnTo>
                    <a:pt x="359" y="321"/>
                  </a:lnTo>
                  <a:lnTo>
                    <a:pt x="372" y="268"/>
                  </a:lnTo>
                  <a:lnTo>
                    <a:pt x="382" y="212"/>
                  </a:lnTo>
                  <a:lnTo>
                    <a:pt x="391" y="157"/>
                  </a:lnTo>
                  <a:lnTo>
                    <a:pt x="395" y="102"/>
                  </a:lnTo>
                  <a:lnTo>
                    <a:pt x="398" y="47"/>
                  </a:lnTo>
                  <a:lnTo>
                    <a:pt x="394" y="27"/>
                  </a:lnTo>
                  <a:lnTo>
                    <a:pt x="383" y="11"/>
                  </a:lnTo>
                  <a:lnTo>
                    <a:pt x="368" y="3"/>
                  </a:lnTo>
                  <a:lnTo>
                    <a:pt x="351" y="0"/>
                  </a:lnTo>
                  <a:lnTo>
                    <a:pt x="333" y="3"/>
                  </a:lnTo>
                  <a:lnTo>
                    <a:pt x="319" y="11"/>
                  </a:lnTo>
                  <a:lnTo>
                    <a:pt x="307" y="27"/>
                  </a:lnTo>
                  <a:lnTo>
                    <a:pt x="304" y="4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379" name="Freeform 19"/>
            <p:cNvSpPr>
              <a:spLocks/>
            </p:cNvSpPr>
            <p:nvPr/>
          </p:nvSpPr>
          <p:spPr bwMode="auto">
            <a:xfrm>
              <a:off x="1660" y="1701"/>
              <a:ext cx="19" cy="365"/>
            </a:xfrm>
            <a:custGeom>
              <a:avLst/>
              <a:gdLst>
                <a:gd name="T0" fmla="*/ 0 w 95"/>
                <a:gd name="T1" fmla="*/ 0 h 1826"/>
                <a:gd name="T2" fmla="*/ 0 w 95"/>
                <a:gd name="T3" fmla="*/ 0 h 1826"/>
                <a:gd name="T4" fmla="*/ 0 w 95"/>
                <a:gd name="T5" fmla="*/ 15 h 1826"/>
                <a:gd name="T6" fmla="*/ 1 w 95"/>
                <a:gd name="T7" fmla="*/ 15 h 1826"/>
                <a:gd name="T8" fmla="*/ 1 w 95"/>
                <a:gd name="T9" fmla="*/ 0 h 1826"/>
                <a:gd name="T10" fmla="*/ 1 w 95"/>
                <a:gd name="T11" fmla="*/ 0 h 1826"/>
                <a:gd name="T12" fmla="*/ 1 w 95"/>
                <a:gd name="T13" fmla="*/ 0 h 1826"/>
                <a:gd name="T14" fmla="*/ 1 w 95"/>
                <a:gd name="T15" fmla="*/ 0 h 1826"/>
                <a:gd name="T16" fmla="*/ 1 w 95"/>
                <a:gd name="T17" fmla="*/ 0 h 1826"/>
                <a:gd name="T18" fmla="*/ 1 w 95"/>
                <a:gd name="T19" fmla="*/ 0 h 1826"/>
                <a:gd name="T20" fmla="*/ 0 w 95"/>
                <a:gd name="T21" fmla="*/ 0 h 1826"/>
                <a:gd name="T22" fmla="*/ 0 w 95"/>
                <a:gd name="T23" fmla="*/ 0 h 1826"/>
                <a:gd name="T24" fmla="*/ 0 w 95"/>
                <a:gd name="T25" fmla="*/ 0 h 1826"/>
                <a:gd name="T26" fmla="*/ 0 w 95"/>
                <a:gd name="T27" fmla="*/ 0 h 1826"/>
                <a:gd name="T28" fmla="*/ 0 w 95"/>
                <a:gd name="T29" fmla="*/ 0 h 1826"/>
                <a:gd name="T30" fmla="*/ 0 w 95"/>
                <a:gd name="T31" fmla="*/ 0 h 182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95"/>
                <a:gd name="T49" fmla="*/ 0 h 1826"/>
                <a:gd name="T50" fmla="*/ 95 w 95"/>
                <a:gd name="T51" fmla="*/ 1826 h 182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95" h="1826">
                  <a:moveTo>
                    <a:pt x="0" y="49"/>
                  </a:moveTo>
                  <a:lnTo>
                    <a:pt x="0" y="47"/>
                  </a:lnTo>
                  <a:lnTo>
                    <a:pt x="1" y="1826"/>
                  </a:lnTo>
                  <a:lnTo>
                    <a:pt x="95" y="1826"/>
                  </a:lnTo>
                  <a:lnTo>
                    <a:pt x="93" y="47"/>
                  </a:lnTo>
                  <a:lnTo>
                    <a:pt x="93" y="45"/>
                  </a:lnTo>
                  <a:lnTo>
                    <a:pt x="93" y="47"/>
                  </a:lnTo>
                  <a:lnTo>
                    <a:pt x="90" y="27"/>
                  </a:lnTo>
                  <a:lnTo>
                    <a:pt x="79" y="12"/>
                  </a:lnTo>
                  <a:lnTo>
                    <a:pt x="64" y="4"/>
                  </a:lnTo>
                  <a:lnTo>
                    <a:pt x="47" y="0"/>
                  </a:lnTo>
                  <a:lnTo>
                    <a:pt x="29" y="4"/>
                  </a:lnTo>
                  <a:lnTo>
                    <a:pt x="15" y="12"/>
                  </a:lnTo>
                  <a:lnTo>
                    <a:pt x="3" y="27"/>
                  </a:lnTo>
                  <a:lnTo>
                    <a:pt x="0" y="47"/>
                  </a:lnTo>
                  <a:lnTo>
                    <a:pt x="0" y="4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380" name="Freeform 20"/>
            <p:cNvSpPr>
              <a:spLocks/>
            </p:cNvSpPr>
            <p:nvPr/>
          </p:nvSpPr>
          <p:spPr bwMode="auto">
            <a:xfrm>
              <a:off x="1598" y="1598"/>
              <a:ext cx="81" cy="113"/>
            </a:xfrm>
            <a:custGeom>
              <a:avLst/>
              <a:gdLst>
                <a:gd name="T0" fmla="*/ 0 w 401"/>
                <a:gd name="T1" fmla="*/ 1 h 566"/>
                <a:gd name="T2" fmla="*/ 0 w 401"/>
                <a:gd name="T3" fmla="*/ 1 h 566"/>
                <a:gd name="T4" fmla="*/ 0 w 401"/>
                <a:gd name="T5" fmla="*/ 1 h 566"/>
                <a:gd name="T6" fmla="*/ 1 w 401"/>
                <a:gd name="T7" fmla="*/ 1 h 566"/>
                <a:gd name="T8" fmla="*/ 1 w 401"/>
                <a:gd name="T9" fmla="*/ 1 h 566"/>
                <a:gd name="T10" fmla="*/ 1 w 401"/>
                <a:gd name="T11" fmla="*/ 1 h 566"/>
                <a:gd name="T12" fmla="*/ 1 w 401"/>
                <a:gd name="T13" fmla="*/ 2 h 566"/>
                <a:gd name="T14" fmla="*/ 1 w 401"/>
                <a:gd name="T15" fmla="*/ 2 h 566"/>
                <a:gd name="T16" fmla="*/ 2 w 401"/>
                <a:gd name="T17" fmla="*/ 2 h 566"/>
                <a:gd name="T18" fmla="*/ 2 w 401"/>
                <a:gd name="T19" fmla="*/ 2 h 566"/>
                <a:gd name="T20" fmla="*/ 2 w 401"/>
                <a:gd name="T21" fmla="*/ 2 h 566"/>
                <a:gd name="T22" fmla="*/ 2 w 401"/>
                <a:gd name="T23" fmla="*/ 3 h 566"/>
                <a:gd name="T24" fmla="*/ 2 w 401"/>
                <a:gd name="T25" fmla="*/ 3 h 566"/>
                <a:gd name="T26" fmla="*/ 2 w 401"/>
                <a:gd name="T27" fmla="*/ 3 h 566"/>
                <a:gd name="T28" fmla="*/ 2 w 401"/>
                <a:gd name="T29" fmla="*/ 4 h 566"/>
                <a:gd name="T30" fmla="*/ 2 w 401"/>
                <a:gd name="T31" fmla="*/ 4 h 566"/>
                <a:gd name="T32" fmla="*/ 2 w 401"/>
                <a:gd name="T33" fmla="*/ 4 h 566"/>
                <a:gd name="T34" fmla="*/ 3 w 401"/>
                <a:gd name="T35" fmla="*/ 5 h 566"/>
                <a:gd name="T36" fmla="*/ 3 w 401"/>
                <a:gd name="T37" fmla="*/ 4 h 566"/>
                <a:gd name="T38" fmla="*/ 3 w 401"/>
                <a:gd name="T39" fmla="*/ 4 h 566"/>
                <a:gd name="T40" fmla="*/ 3 w 401"/>
                <a:gd name="T41" fmla="*/ 4 h 566"/>
                <a:gd name="T42" fmla="*/ 3 w 401"/>
                <a:gd name="T43" fmla="*/ 3 h 566"/>
                <a:gd name="T44" fmla="*/ 3 w 401"/>
                <a:gd name="T45" fmla="*/ 3 h 566"/>
                <a:gd name="T46" fmla="*/ 3 w 401"/>
                <a:gd name="T47" fmla="*/ 3 h 566"/>
                <a:gd name="T48" fmla="*/ 3 w 401"/>
                <a:gd name="T49" fmla="*/ 2 h 566"/>
                <a:gd name="T50" fmla="*/ 3 w 401"/>
                <a:gd name="T51" fmla="*/ 2 h 566"/>
                <a:gd name="T52" fmla="*/ 2 w 401"/>
                <a:gd name="T53" fmla="*/ 2 h 566"/>
                <a:gd name="T54" fmla="*/ 2 w 401"/>
                <a:gd name="T55" fmla="*/ 2 h 566"/>
                <a:gd name="T56" fmla="*/ 2 w 401"/>
                <a:gd name="T57" fmla="*/ 1 h 566"/>
                <a:gd name="T58" fmla="*/ 2 w 401"/>
                <a:gd name="T59" fmla="*/ 1 h 566"/>
                <a:gd name="T60" fmla="*/ 2 w 401"/>
                <a:gd name="T61" fmla="*/ 1 h 566"/>
                <a:gd name="T62" fmla="*/ 1 w 401"/>
                <a:gd name="T63" fmla="*/ 1 h 566"/>
                <a:gd name="T64" fmla="*/ 1 w 401"/>
                <a:gd name="T65" fmla="*/ 0 h 566"/>
                <a:gd name="T66" fmla="*/ 1 w 401"/>
                <a:gd name="T67" fmla="*/ 0 h 566"/>
                <a:gd name="T68" fmla="*/ 1 w 401"/>
                <a:gd name="T69" fmla="*/ 0 h 566"/>
                <a:gd name="T70" fmla="*/ 1 w 401"/>
                <a:gd name="T71" fmla="*/ 0 h 566"/>
                <a:gd name="T72" fmla="*/ 1 w 401"/>
                <a:gd name="T73" fmla="*/ 0 h 566"/>
                <a:gd name="T74" fmla="*/ 0 w 401"/>
                <a:gd name="T75" fmla="*/ 0 h 566"/>
                <a:gd name="T76" fmla="*/ 0 w 401"/>
                <a:gd name="T77" fmla="*/ 0 h 566"/>
                <a:gd name="T78" fmla="*/ 0 w 401"/>
                <a:gd name="T79" fmla="*/ 0 h 566"/>
                <a:gd name="T80" fmla="*/ 0 w 401"/>
                <a:gd name="T81" fmla="*/ 0 h 566"/>
                <a:gd name="T82" fmla="*/ 0 w 401"/>
                <a:gd name="T83" fmla="*/ 0 h 566"/>
                <a:gd name="T84" fmla="*/ 0 w 401"/>
                <a:gd name="T85" fmla="*/ 0 h 566"/>
                <a:gd name="T86" fmla="*/ 0 w 401"/>
                <a:gd name="T87" fmla="*/ 1 h 566"/>
                <a:gd name="T88" fmla="*/ 0 w 401"/>
                <a:gd name="T89" fmla="*/ 1 h 56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401"/>
                <a:gd name="T136" fmla="*/ 0 h 566"/>
                <a:gd name="T137" fmla="*/ 401 w 401"/>
                <a:gd name="T138" fmla="*/ 566 h 566"/>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401" h="566">
                  <a:moveTo>
                    <a:pt x="23" y="88"/>
                  </a:moveTo>
                  <a:lnTo>
                    <a:pt x="23" y="88"/>
                  </a:lnTo>
                  <a:lnTo>
                    <a:pt x="53" y="107"/>
                  </a:lnTo>
                  <a:lnTo>
                    <a:pt x="83" y="125"/>
                  </a:lnTo>
                  <a:lnTo>
                    <a:pt x="108" y="147"/>
                  </a:lnTo>
                  <a:lnTo>
                    <a:pt x="135" y="171"/>
                  </a:lnTo>
                  <a:lnTo>
                    <a:pt x="160" y="196"/>
                  </a:lnTo>
                  <a:lnTo>
                    <a:pt x="182" y="223"/>
                  </a:lnTo>
                  <a:lnTo>
                    <a:pt x="205" y="251"/>
                  </a:lnTo>
                  <a:lnTo>
                    <a:pt x="223" y="281"/>
                  </a:lnTo>
                  <a:lnTo>
                    <a:pt x="240" y="312"/>
                  </a:lnTo>
                  <a:lnTo>
                    <a:pt x="256" y="345"/>
                  </a:lnTo>
                  <a:lnTo>
                    <a:pt x="270" y="379"/>
                  </a:lnTo>
                  <a:lnTo>
                    <a:pt x="282" y="414"/>
                  </a:lnTo>
                  <a:lnTo>
                    <a:pt x="291" y="450"/>
                  </a:lnTo>
                  <a:lnTo>
                    <a:pt x="299" y="488"/>
                  </a:lnTo>
                  <a:lnTo>
                    <a:pt x="304" y="526"/>
                  </a:lnTo>
                  <a:lnTo>
                    <a:pt x="308" y="566"/>
                  </a:lnTo>
                  <a:lnTo>
                    <a:pt x="401" y="562"/>
                  </a:lnTo>
                  <a:lnTo>
                    <a:pt x="398" y="517"/>
                  </a:lnTo>
                  <a:lnTo>
                    <a:pt x="391" y="471"/>
                  </a:lnTo>
                  <a:lnTo>
                    <a:pt x="383" y="429"/>
                  </a:lnTo>
                  <a:lnTo>
                    <a:pt x="371" y="386"/>
                  </a:lnTo>
                  <a:lnTo>
                    <a:pt x="357" y="346"/>
                  </a:lnTo>
                  <a:lnTo>
                    <a:pt x="340" y="307"/>
                  </a:lnTo>
                  <a:lnTo>
                    <a:pt x="324" y="270"/>
                  </a:lnTo>
                  <a:lnTo>
                    <a:pt x="303" y="232"/>
                  </a:lnTo>
                  <a:lnTo>
                    <a:pt x="280" y="197"/>
                  </a:lnTo>
                  <a:lnTo>
                    <a:pt x="255" y="164"/>
                  </a:lnTo>
                  <a:lnTo>
                    <a:pt x="228" y="132"/>
                  </a:lnTo>
                  <a:lnTo>
                    <a:pt x="199" y="103"/>
                  </a:lnTo>
                  <a:lnTo>
                    <a:pt x="169" y="76"/>
                  </a:lnTo>
                  <a:lnTo>
                    <a:pt x="137" y="50"/>
                  </a:lnTo>
                  <a:lnTo>
                    <a:pt x="103" y="27"/>
                  </a:lnTo>
                  <a:lnTo>
                    <a:pt x="67" y="6"/>
                  </a:lnTo>
                  <a:lnTo>
                    <a:pt x="48" y="0"/>
                  </a:lnTo>
                  <a:lnTo>
                    <a:pt x="30" y="2"/>
                  </a:lnTo>
                  <a:lnTo>
                    <a:pt x="16" y="12"/>
                  </a:lnTo>
                  <a:lnTo>
                    <a:pt x="5" y="25"/>
                  </a:lnTo>
                  <a:lnTo>
                    <a:pt x="0" y="41"/>
                  </a:lnTo>
                  <a:lnTo>
                    <a:pt x="0" y="59"/>
                  </a:lnTo>
                  <a:lnTo>
                    <a:pt x="8" y="75"/>
                  </a:lnTo>
                  <a:lnTo>
                    <a:pt x="23"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381" name="Freeform 21"/>
            <p:cNvSpPr>
              <a:spLocks/>
            </p:cNvSpPr>
            <p:nvPr/>
          </p:nvSpPr>
          <p:spPr bwMode="auto">
            <a:xfrm>
              <a:off x="1346" y="1455"/>
              <a:ext cx="266" cy="160"/>
            </a:xfrm>
            <a:custGeom>
              <a:avLst/>
              <a:gdLst>
                <a:gd name="T0" fmla="*/ 0 w 1330"/>
                <a:gd name="T1" fmla="*/ 1 h 801"/>
                <a:gd name="T2" fmla="*/ 0 w 1330"/>
                <a:gd name="T3" fmla="*/ 1 h 801"/>
                <a:gd name="T4" fmla="*/ 10 w 1330"/>
                <a:gd name="T5" fmla="*/ 6 h 801"/>
                <a:gd name="T6" fmla="*/ 11 w 1330"/>
                <a:gd name="T7" fmla="*/ 6 h 801"/>
                <a:gd name="T8" fmla="*/ 1 w 1330"/>
                <a:gd name="T9" fmla="*/ 0 h 801"/>
                <a:gd name="T10" fmla="*/ 1 w 1330"/>
                <a:gd name="T11" fmla="*/ 0 h 801"/>
                <a:gd name="T12" fmla="*/ 1 w 1330"/>
                <a:gd name="T13" fmla="*/ 0 h 801"/>
                <a:gd name="T14" fmla="*/ 0 w 1330"/>
                <a:gd name="T15" fmla="*/ 0 h 801"/>
                <a:gd name="T16" fmla="*/ 0 w 1330"/>
                <a:gd name="T17" fmla="*/ 0 h 801"/>
                <a:gd name="T18" fmla="*/ 0 w 1330"/>
                <a:gd name="T19" fmla="*/ 0 h 801"/>
                <a:gd name="T20" fmla="*/ 0 w 1330"/>
                <a:gd name="T21" fmla="*/ 0 h 801"/>
                <a:gd name="T22" fmla="*/ 0 w 1330"/>
                <a:gd name="T23" fmla="*/ 0 h 801"/>
                <a:gd name="T24" fmla="*/ 0 w 1330"/>
                <a:gd name="T25" fmla="*/ 0 h 801"/>
                <a:gd name="T26" fmla="*/ 0 w 1330"/>
                <a:gd name="T27" fmla="*/ 1 h 801"/>
                <a:gd name="T28" fmla="*/ 0 w 1330"/>
                <a:gd name="T29" fmla="*/ 1 h 801"/>
                <a:gd name="T30" fmla="*/ 0 w 1330"/>
                <a:gd name="T31" fmla="*/ 1 h 801"/>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30"/>
                <a:gd name="T49" fmla="*/ 0 h 801"/>
                <a:gd name="T50" fmla="*/ 1330 w 1330"/>
                <a:gd name="T51" fmla="*/ 801 h 801"/>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30" h="801">
                  <a:moveTo>
                    <a:pt x="24" y="88"/>
                  </a:moveTo>
                  <a:lnTo>
                    <a:pt x="23" y="88"/>
                  </a:lnTo>
                  <a:lnTo>
                    <a:pt x="1286" y="801"/>
                  </a:lnTo>
                  <a:lnTo>
                    <a:pt x="1330" y="719"/>
                  </a:lnTo>
                  <a:lnTo>
                    <a:pt x="67" y="6"/>
                  </a:lnTo>
                  <a:lnTo>
                    <a:pt x="66" y="6"/>
                  </a:lnTo>
                  <a:lnTo>
                    <a:pt x="67" y="6"/>
                  </a:lnTo>
                  <a:lnTo>
                    <a:pt x="48" y="0"/>
                  </a:lnTo>
                  <a:lnTo>
                    <a:pt x="30" y="2"/>
                  </a:lnTo>
                  <a:lnTo>
                    <a:pt x="16" y="12"/>
                  </a:lnTo>
                  <a:lnTo>
                    <a:pt x="5" y="25"/>
                  </a:lnTo>
                  <a:lnTo>
                    <a:pt x="0" y="41"/>
                  </a:lnTo>
                  <a:lnTo>
                    <a:pt x="0" y="59"/>
                  </a:lnTo>
                  <a:lnTo>
                    <a:pt x="8" y="75"/>
                  </a:lnTo>
                  <a:lnTo>
                    <a:pt x="23" y="88"/>
                  </a:lnTo>
                  <a:lnTo>
                    <a:pt x="24"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382" name="Freeform 22"/>
            <p:cNvSpPr>
              <a:spLocks/>
            </p:cNvSpPr>
            <p:nvPr/>
          </p:nvSpPr>
          <p:spPr bwMode="auto">
            <a:xfrm>
              <a:off x="1198" y="1439"/>
              <a:ext cx="161" cy="35"/>
            </a:xfrm>
            <a:custGeom>
              <a:avLst/>
              <a:gdLst>
                <a:gd name="T0" fmla="*/ 1 w 806"/>
                <a:gd name="T1" fmla="*/ 1 h 177"/>
                <a:gd name="T2" fmla="*/ 1 w 806"/>
                <a:gd name="T3" fmla="*/ 1 h 177"/>
                <a:gd name="T4" fmla="*/ 1 w 806"/>
                <a:gd name="T5" fmla="*/ 1 h 177"/>
                <a:gd name="T6" fmla="*/ 1 w 806"/>
                <a:gd name="T7" fmla="*/ 1 h 177"/>
                <a:gd name="T8" fmla="*/ 2 w 806"/>
                <a:gd name="T9" fmla="*/ 1 h 177"/>
                <a:gd name="T10" fmla="*/ 2 w 806"/>
                <a:gd name="T11" fmla="*/ 1 h 177"/>
                <a:gd name="T12" fmla="*/ 2 w 806"/>
                <a:gd name="T13" fmla="*/ 1 h 177"/>
                <a:gd name="T14" fmla="*/ 3 w 806"/>
                <a:gd name="T15" fmla="*/ 1 h 177"/>
                <a:gd name="T16" fmla="*/ 3 w 806"/>
                <a:gd name="T17" fmla="*/ 1 h 177"/>
                <a:gd name="T18" fmla="*/ 3 w 806"/>
                <a:gd name="T19" fmla="*/ 1 h 177"/>
                <a:gd name="T20" fmla="*/ 4 w 806"/>
                <a:gd name="T21" fmla="*/ 1 h 177"/>
                <a:gd name="T22" fmla="*/ 4 w 806"/>
                <a:gd name="T23" fmla="*/ 1 h 177"/>
                <a:gd name="T24" fmla="*/ 5 w 806"/>
                <a:gd name="T25" fmla="*/ 1 h 177"/>
                <a:gd name="T26" fmla="*/ 5 w 806"/>
                <a:gd name="T27" fmla="*/ 1 h 177"/>
                <a:gd name="T28" fmla="*/ 5 w 806"/>
                <a:gd name="T29" fmla="*/ 1 h 177"/>
                <a:gd name="T30" fmla="*/ 6 w 806"/>
                <a:gd name="T31" fmla="*/ 1 h 177"/>
                <a:gd name="T32" fmla="*/ 6 w 806"/>
                <a:gd name="T33" fmla="*/ 1 h 177"/>
                <a:gd name="T34" fmla="*/ 6 w 806"/>
                <a:gd name="T35" fmla="*/ 1 h 177"/>
                <a:gd name="T36" fmla="*/ 6 w 806"/>
                <a:gd name="T37" fmla="*/ 1 h 177"/>
                <a:gd name="T38" fmla="*/ 6 w 806"/>
                <a:gd name="T39" fmla="*/ 1 h 177"/>
                <a:gd name="T40" fmla="*/ 6 w 806"/>
                <a:gd name="T41" fmla="*/ 0 h 177"/>
                <a:gd name="T42" fmla="*/ 5 w 806"/>
                <a:gd name="T43" fmla="*/ 0 h 177"/>
                <a:gd name="T44" fmla="*/ 5 w 806"/>
                <a:gd name="T45" fmla="*/ 0 h 177"/>
                <a:gd name="T46" fmla="*/ 5 w 806"/>
                <a:gd name="T47" fmla="*/ 0 h 177"/>
                <a:gd name="T48" fmla="*/ 4 w 806"/>
                <a:gd name="T49" fmla="*/ 0 h 177"/>
                <a:gd name="T50" fmla="*/ 4 w 806"/>
                <a:gd name="T51" fmla="*/ 0 h 177"/>
                <a:gd name="T52" fmla="*/ 3 w 806"/>
                <a:gd name="T53" fmla="*/ 0 h 177"/>
                <a:gd name="T54" fmla="*/ 3 w 806"/>
                <a:gd name="T55" fmla="*/ 0 h 177"/>
                <a:gd name="T56" fmla="*/ 3 w 806"/>
                <a:gd name="T57" fmla="*/ 0 h 177"/>
                <a:gd name="T58" fmla="*/ 2 w 806"/>
                <a:gd name="T59" fmla="*/ 0 h 177"/>
                <a:gd name="T60" fmla="*/ 2 w 806"/>
                <a:gd name="T61" fmla="*/ 0 h 177"/>
                <a:gd name="T62" fmla="*/ 1 w 806"/>
                <a:gd name="T63" fmla="*/ 0 h 177"/>
                <a:gd name="T64" fmla="*/ 1 w 806"/>
                <a:gd name="T65" fmla="*/ 0 h 177"/>
                <a:gd name="T66" fmla="*/ 1 w 806"/>
                <a:gd name="T67" fmla="*/ 1 h 177"/>
                <a:gd name="T68" fmla="*/ 0 w 806"/>
                <a:gd name="T69" fmla="*/ 1 h 177"/>
                <a:gd name="T70" fmla="*/ 0 w 806"/>
                <a:gd name="T71" fmla="*/ 1 h 177"/>
                <a:gd name="T72" fmla="*/ 0 w 806"/>
                <a:gd name="T73" fmla="*/ 1 h 177"/>
                <a:gd name="T74" fmla="*/ 0 w 806"/>
                <a:gd name="T75" fmla="*/ 1 h 177"/>
                <a:gd name="T76" fmla="*/ 0 w 806"/>
                <a:gd name="T77" fmla="*/ 1 h 177"/>
                <a:gd name="T78" fmla="*/ 0 w 806"/>
                <a:gd name="T79" fmla="*/ 1 h 177"/>
                <a:gd name="T80" fmla="*/ 0 w 806"/>
                <a:gd name="T81" fmla="*/ 1 h 177"/>
                <a:gd name="T82" fmla="*/ 0 w 806"/>
                <a:gd name="T83" fmla="*/ 1 h 177"/>
                <a:gd name="T84" fmla="*/ 0 w 806"/>
                <a:gd name="T85" fmla="*/ 1 h 177"/>
                <a:gd name="T86" fmla="*/ 0 w 806"/>
                <a:gd name="T87" fmla="*/ 1 h 177"/>
                <a:gd name="T88" fmla="*/ 1 w 806"/>
                <a:gd name="T89" fmla="*/ 1 h 177"/>
                <a:gd name="T90" fmla="*/ 1 w 806"/>
                <a:gd name="T91" fmla="*/ 1 h 17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806"/>
                <a:gd name="T139" fmla="*/ 0 h 177"/>
                <a:gd name="T140" fmla="*/ 806 w 806"/>
                <a:gd name="T141" fmla="*/ 177 h 17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806" h="177">
                  <a:moveTo>
                    <a:pt x="67" y="171"/>
                  </a:moveTo>
                  <a:lnTo>
                    <a:pt x="68" y="171"/>
                  </a:lnTo>
                  <a:lnTo>
                    <a:pt x="109" y="151"/>
                  </a:lnTo>
                  <a:lnTo>
                    <a:pt x="151" y="135"/>
                  </a:lnTo>
                  <a:lnTo>
                    <a:pt x="196" y="122"/>
                  </a:lnTo>
                  <a:lnTo>
                    <a:pt x="242" y="110"/>
                  </a:lnTo>
                  <a:lnTo>
                    <a:pt x="287" y="102"/>
                  </a:lnTo>
                  <a:lnTo>
                    <a:pt x="335" y="97"/>
                  </a:lnTo>
                  <a:lnTo>
                    <a:pt x="382" y="95"/>
                  </a:lnTo>
                  <a:lnTo>
                    <a:pt x="430" y="94"/>
                  </a:lnTo>
                  <a:lnTo>
                    <a:pt x="477" y="97"/>
                  </a:lnTo>
                  <a:lnTo>
                    <a:pt x="524" y="102"/>
                  </a:lnTo>
                  <a:lnTo>
                    <a:pt x="568" y="108"/>
                  </a:lnTo>
                  <a:lnTo>
                    <a:pt x="612" y="117"/>
                  </a:lnTo>
                  <a:lnTo>
                    <a:pt x="654" y="128"/>
                  </a:lnTo>
                  <a:lnTo>
                    <a:pt x="693" y="141"/>
                  </a:lnTo>
                  <a:lnTo>
                    <a:pt x="730" y="155"/>
                  </a:lnTo>
                  <a:lnTo>
                    <a:pt x="764" y="171"/>
                  </a:lnTo>
                  <a:lnTo>
                    <a:pt x="806" y="89"/>
                  </a:lnTo>
                  <a:lnTo>
                    <a:pt x="768" y="70"/>
                  </a:lnTo>
                  <a:lnTo>
                    <a:pt x="725" y="54"/>
                  </a:lnTo>
                  <a:lnTo>
                    <a:pt x="680" y="39"/>
                  </a:lnTo>
                  <a:lnTo>
                    <a:pt x="633" y="26"/>
                  </a:lnTo>
                  <a:lnTo>
                    <a:pt x="585" y="16"/>
                  </a:lnTo>
                  <a:lnTo>
                    <a:pt x="536" y="8"/>
                  </a:lnTo>
                  <a:lnTo>
                    <a:pt x="484" y="3"/>
                  </a:lnTo>
                  <a:lnTo>
                    <a:pt x="433" y="0"/>
                  </a:lnTo>
                  <a:lnTo>
                    <a:pt x="380" y="1"/>
                  </a:lnTo>
                  <a:lnTo>
                    <a:pt x="328" y="3"/>
                  </a:lnTo>
                  <a:lnTo>
                    <a:pt x="276" y="10"/>
                  </a:lnTo>
                  <a:lnTo>
                    <a:pt x="223" y="19"/>
                  </a:lnTo>
                  <a:lnTo>
                    <a:pt x="172" y="30"/>
                  </a:lnTo>
                  <a:lnTo>
                    <a:pt x="121" y="46"/>
                  </a:lnTo>
                  <a:lnTo>
                    <a:pt x="72" y="67"/>
                  </a:lnTo>
                  <a:lnTo>
                    <a:pt x="24" y="89"/>
                  </a:lnTo>
                  <a:lnTo>
                    <a:pt x="25" y="89"/>
                  </a:lnTo>
                  <a:lnTo>
                    <a:pt x="24" y="89"/>
                  </a:lnTo>
                  <a:lnTo>
                    <a:pt x="8" y="102"/>
                  </a:lnTo>
                  <a:lnTo>
                    <a:pt x="0" y="118"/>
                  </a:lnTo>
                  <a:lnTo>
                    <a:pt x="0" y="136"/>
                  </a:lnTo>
                  <a:lnTo>
                    <a:pt x="6" y="152"/>
                  </a:lnTo>
                  <a:lnTo>
                    <a:pt x="17" y="165"/>
                  </a:lnTo>
                  <a:lnTo>
                    <a:pt x="31" y="175"/>
                  </a:lnTo>
                  <a:lnTo>
                    <a:pt x="48" y="177"/>
                  </a:lnTo>
                  <a:lnTo>
                    <a:pt x="68" y="171"/>
                  </a:lnTo>
                  <a:lnTo>
                    <a:pt x="67" y="1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383" name="Freeform 23"/>
            <p:cNvSpPr>
              <a:spLocks/>
            </p:cNvSpPr>
            <p:nvPr/>
          </p:nvSpPr>
          <p:spPr bwMode="auto">
            <a:xfrm>
              <a:off x="931" y="1456"/>
              <a:ext cx="280" cy="158"/>
            </a:xfrm>
            <a:custGeom>
              <a:avLst/>
              <a:gdLst>
                <a:gd name="T0" fmla="*/ 1 w 1402"/>
                <a:gd name="T1" fmla="*/ 6 h 787"/>
                <a:gd name="T2" fmla="*/ 1 w 1402"/>
                <a:gd name="T3" fmla="*/ 6 h 787"/>
                <a:gd name="T4" fmla="*/ 11 w 1402"/>
                <a:gd name="T5" fmla="*/ 1 h 787"/>
                <a:gd name="T6" fmla="*/ 11 w 1402"/>
                <a:gd name="T7" fmla="*/ 0 h 787"/>
                <a:gd name="T8" fmla="*/ 0 w 1402"/>
                <a:gd name="T9" fmla="*/ 6 h 787"/>
                <a:gd name="T10" fmla="*/ 0 w 1402"/>
                <a:gd name="T11" fmla="*/ 6 h 787"/>
                <a:gd name="T12" fmla="*/ 0 w 1402"/>
                <a:gd name="T13" fmla="*/ 6 h 787"/>
                <a:gd name="T14" fmla="*/ 0 w 1402"/>
                <a:gd name="T15" fmla="*/ 6 h 787"/>
                <a:gd name="T16" fmla="*/ 0 w 1402"/>
                <a:gd name="T17" fmla="*/ 6 h 787"/>
                <a:gd name="T18" fmla="*/ 0 w 1402"/>
                <a:gd name="T19" fmla="*/ 6 h 787"/>
                <a:gd name="T20" fmla="*/ 0 w 1402"/>
                <a:gd name="T21" fmla="*/ 6 h 787"/>
                <a:gd name="T22" fmla="*/ 0 w 1402"/>
                <a:gd name="T23" fmla="*/ 6 h 787"/>
                <a:gd name="T24" fmla="*/ 0 w 1402"/>
                <a:gd name="T25" fmla="*/ 6 h 787"/>
                <a:gd name="T26" fmla="*/ 0 w 1402"/>
                <a:gd name="T27" fmla="*/ 6 h 787"/>
                <a:gd name="T28" fmla="*/ 1 w 1402"/>
                <a:gd name="T29" fmla="*/ 6 h 787"/>
                <a:gd name="T30" fmla="*/ 1 w 1402"/>
                <a:gd name="T31" fmla="*/ 6 h 78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02"/>
                <a:gd name="T49" fmla="*/ 0 h 787"/>
                <a:gd name="T50" fmla="*/ 1402 w 1402"/>
                <a:gd name="T51" fmla="*/ 787 h 78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02" h="787">
                  <a:moveTo>
                    <a:pt x="69" y="781"/>
                  </a:moveTo>
                  <a:lnTo>
                    <a:pt x="66" y="781"/>
                  </a:lnTo>
                  <a:lnTo>
                    <a:pt x="1402" y="82"/>
                  </a:lnTo>
                  <a:lnTo>
                    <a:pt x="1360" y="0"/>
                  </a:lnTo>
                  <a:lnTo>
                    <a:pt x="24" y="699"/>
                  </a:lnTo>
                  <a:lnTo>
                    <a:pt x="22" y="699"/>
                  </a:lnTo>
                  <a:lnTo>
                    <a:pt x="24" y="699"/>
                  </a:lnTo>
                  <a:lnTo>
                    <a:pt x="8" y="712"/>
                  </a:lnTo>
                  <a:lnTo>
                    <a:pt x="1" y="727"/>
                  </a:lnTo>
                  <a:lnTo>
                    <a:pt x="0" y="744"/>
                  </a:lnTo>
                  <a:lnTo>
                    <a:pt x="5" y="761"/>
                  </a:lnTo>
                  <a:lnTo>
                    <a:pt x="15" y="775"/>
                  </a:lnTo>
                  <a:lnTo>
                    <a:pt x="30" y="784"/>
                  </a:lnTo>
                  <a:lnTo>
                    <a:pt x="46" y="787"/>
                  </a:lnTo>
                  <a:lnTo>
                    <a:pt x="66" y="781"/>
                  </a:lnTo>
                  <a:lnTo>
                    <a:pt x="69" y="7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384" name="Freeform 24"/>
            <p:cNvSpPr>
              <a:spLocks/>
            </p:cNvSpPr>
            <p:nvPr/>
          </p:nvSpPr>
          <p:spPr bwMode="auto">
            <a:xfrm>
              <a:off x="868" y="1596"/>
              <a:ext cx="77" cy="126"/>
            </a:xfrm>
            <a:custGeom>
              <a:avLst/>
              <a:gdLst>
                <a:gd name="T0" fmla="*/ 1 w 382"/>
                <a:gd name="T1" fmla="*/ 5 h 628"/>
                <a:gd name="T2" fmla="*/ 1 w 382"/>
                <a:gd name="T3" fmla="*/ 5 h 628"/>
                <a:gd name="T4" fmla="*/ 1 w 382"/>
                <a:gd name="T5" fmla="*/ 4 h 628"/>
                <a:gd name="T6" fmla="*/ 1 w 382"/>
                <a:gd name="T7" fmla="*/ 4 h 628"/>
                <a:gd name="T8" fmla="*/ 1 w 382"/>
                <a:gd name="T9" fmla="*/ 4 h 628"/>
                <a:gd name="T10" fmla="*/ 1 w 382"/>
                <a:gd name="T11" fmla="*/ 3 h 628"/>
                <a:gd name="T12" fmla="*/ 1 w 382"/>
                <a:gd name="T13" fmla="*/ 3 h 628"/>
                <a:gd name="T14" fmla="*/ 1 w 382"/>
                <a:gd name="T15" fmla="*/ 3 h 628"/>
                <a:gd name="T16" fmla="*/ 1 w 382"/>
                <a:gd name="T17" fmla="*/ 3 h 628"/>
                <a:gd name="T18" fmla="*/ 1 w 382"/>
                <a:gd name="T19" fmla="*/ 2 h 628"/>
                <a:gd name="T20" fmla="*/ 2 w 382"/>
                <a:gd name="T21" fmla="*/ 2 h 628"/>
                <a:gd name="T22" fmla="*/ 2 w 382"/>
                <a:gd name="T23" fmla="*/ 2 h 628"/>
                <a:gd name="T24" fmla="*/ 2 w 382"/>
                <a:gd name="T25" fmla="*/ 2 h 628"/>
                <a:gd name="T26" fmla="*/ 2 w 382"/>
                <a:gd name="T27" fmla="*/ 1 h 628"/>
                <a:gd name="T28" fmla="*/ 2 w 382"/>
                <a:gd name="T29" fmla="*/ 1 h 628"/>
                <a:gd name="T30" fmla="*/ 3 w 382"/>
                <a:gd name="T31" fmla="*/ 1 h 628"/>
                <a:gd name="T32" fmla="*/ 3 w 382"/>
                <a:gd name="T33" fmla="*/ 1 h 628"/>
                <a:gd name="T34" fmla="*/ 3 w 382"/>
                <a:gd name="T35" fmla="*/ 1 h 628"/>
                <a:gd name="T36" fmla="*/ 3 w 382"/>
                <a:gd name="T37" fmla="*/ 0 h 628"/>
                <a:gd name="T38" fmla="*/ 2 w 382"/>
                <a:gd name="T39" fmla="*/ 0 h 628"/>
                <a:gd name="T40" fmla="*/ 2 w 382"/>
                <a:gd name="T41" fmla="*/ 0 h 628"/>
                <a:gd name="T42" fmla="*/ 2 w 382"/>
                <a:gd name="T43" fmla="*/ 1 h 628"/>
                <a:gd name="T44" fmla="*/ 2 w 382"/>
                <a:gd name="T45" fmla="*/ 1 h 628"/>
                <a:gd name="T46" fmla="*/ 1 w 382"/>
                <a:gd name="T47" fmla="*/ 1 h 628"/>
                <a:gd name="T48" fmla="*/ 1 w 382"/>
                <a:gd name="T49" fmla="*/ 1 h 628"/>
                <a:gd name="T50" fmla="*/ 1 w 382"/>
                <a:gd name="T51" fmla="*/ 2 h 628"/>
                <a:gd name="T52" fmla="*/ 1 w 382"/>
                <a:gd name="T53" fmla="*/ 2 h 628"/>
                <a:gd name="T54" fmla="*/ 1 w 382"/>
                <a:gd name="T55" fmla="*/ 2 h 628"/>
                <a:gd name="T56" fmla="*/ 0 w 382"/>
                <a:gd name="T57" fmla="*/ 3 h 628"/>
                <a:gd name="T58" fmla="*/ 0 w 382"/>
                <a:gd name="T59" fmla="*/ 3 h 628"/>
                <a:gd name="T60" fmla="*/ 0 w 382"/>
                <a:gd name="T61" fmla="*/ 3 h 628"/>
                <a:gd name="T62" fmla="*/ 0 w 382"/>
                <a:gd name="T63" fmla="*/ 4 h 628"/>
                <a:gd name="T64" fmla="*/ 0 w 382"/>
                <a:gd name="T65" fmla="*/ 4 h 628"/>
                <a:gd name="T66" fmla="*/ 0 w 382"/>
                <a:gd name="T67" fmla="*/ 4 h 628"/>
                <a:gd name="T68" fmla="*/ 0 w 382"/>
                <a:gd name="T69" fmla="*/ 5 h 628"/>
                <a:gd name="T70" fmla="*/ 0 w 382"/>
                <a:gd name="T71" fmla="*/ 5 h 628"/>
                <a:gd name="T72" fmla="*/ 0 w 382"/>
                <a:gd name="T73" fmla="*/ 5 h 628"/>
                <a:gd name="T74" fmla="*/ 0 w 382"/>
                <a:gd name="T75" fmla="*/ 5 h 628"/>
                <a:gd name="T76" fmla="*/ 0 w 382"/>
                <a:gd name="T77" fmla="*/ 5 h 628"/>
                <a:gd name="T78" fmla="*/ 0 w 382"/>
                <a:gd name="T79" fmla="*/ 5 h 628"/>
                <a:gd name="T80" fmla="*/ 0 w 382"/>
                <a:gd name="T81" fmla="*/ 5 h 628"/>
                <a:gd name="T82" fmla="*/ 1 w 382"/>
                <a:gd name="T83" fmla="*/ 5 h 628"/>
                <a:gd name="T84" fmla="*/ 1 w 382"/>
                <a:gd name="T85" fmla="*/ 5 h 628"/>
                <a:gd name="T86" fmla="*/ 1 w 382"/>
                <a:gd name="T87" fmla="*/ 5 h 628"/>
                <a:gd name="T88" fmla="*/ 1 w 382"/>
                <a:gd name="T89" fmla="*/ 5 h 628"/>
                <a:gd name="T90" fmla="*/ 1 w 382"/>
                <a:gd name="T91" fmla="*/ 5 h 628"/>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382"/>
                <a:gd name="T139" fmla="*/ 0 h 628"/>
                <a:gd name="T140" fmla="*/ 382 w 382"/>
                <a:gd name="T141" fmla="*/ 628 h 628"/>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382" h="628">
                  <a:moveTo>
                    <a:pt x="94" y="581"/>
                  </a:moveTo>
                  <a:lnTo>
                    <a:pt x="94" y="582"/>
                  </a:lnTo>
                  <a:lnTo>
                    <a:pt x="96" y="541"/>
                  </a:lnTo>
                  <a:lnTo>
                    <a:pt x="99" y="500"/>
                  </a:lnTo>
                  <a:lnTo>
                    <a:pt x="106" y="463"/>
                  </a:lnTo>
                  <a:lnTo>
                    <a:pt x="115" y="424"/>
                  </a:lnTo>
                  <a:lnTo>
                    <a:pt x="127" y="389"/>
                  </a:lnTo>
                  <a:lnTo>
                    <a:pt x="140" y="353"/>
                  </a:lnTo>
                  <a:lnTo>
                    <a:pt x="156" y="320"/>
                  </a:lnTo>
                  <a:lnTo>
                    <a:pt x="173" y="287"/>
                  </a:lnTo>
                  <a:lnTo>
                    <a:pt x="193" y="255"/>
                  </a:lnTo>
                  <a:lnTo>
                    <a:pt x="214" y="226"/>
                  </a:lnTo>
                  <a:lnTo>
                    <a:pt x="238" y="198"/>
                  </a:lnTo>
                  <a:lnTo>
                    <a:pt x="263" y="172"/>
                  </a:lnTo>
                  <a:lnTo>
                    <a:pt x="290" y="146"/>
                  </a:lnTo>
                  <a:lnTo>
                    <a:pt x="318" y="122"/>
                  </a:lnTo>
                  <a:lnTo>
                    <a:pt x="349" y="101"/>
                  </a:lnTo>
                  <a:lnTo>
                    <a:pt x="382" y="82"/>
                  </a:lnTo>
                  <a:lnTo>
                    <a:pt x="335" y="0"/>
                  </a:lnTo>
                  <a:lnTo>
                    <a:pt x="297" y="23"/>
                  </a:lnTo>
                  <a:lnTo>
                    <a:pt x="262" y="49"/>
                  </a:lnTo>
                  <a:lnTo>
                    <a:pt x="229" y="76"/>
                  </a:lnTo>
                  <a:lnTo>
                    <a:pt x="198" y="104"/>
                  </a:lnTo>
                  <a:lnTo>
                    <a:pt x="167" y="137"/>
                  </a:lnTo>
                  <a:lnTo>
                    <a:pt x="142" y="170"/>
                  </a:lnTo>
                  <a:lnTo>
                    <a:pt x="116" y="204"/>
                  </a:lnTo>
                  <a:lnTo>
                    <a:pt x="94" y="240"/>
                  </a:lnTo>
                  <a:lnTo>
                    <a:pt x="74" y="278"/>
                  </a:lnTo>
                  <a:lnTo>
                    <a:pt x="54" y="317"/>
                  </a:lnTo>
                  <a:lnTo>
                    <a:pt x="38" y="359"/>
                  </a:lnTo>
                  <a:lnTo>
                    <a:pt x="26" y="401"/>
                  </a:lnTo>
                  <a:lnTo>
                    <a:pt x="15" y="444"/>
                  </a:lnTo>
                  <a:lnTo>
                    <a:pt x="8" y="489"/>
                  </a:lnTo>
                  <a:lnTo>
                    <a:pt x="2" y="534"/>
                  </a:lnTo>
                  <a:lnTo>
                    <a:pt x="0" y="580"/>
                  </a:lnTo>
                  <a:lnTo>
                    <a:pt x="0" y="581"/>
                  </a:lnTo>
                  <a:lnTo>
                    <a:pt x="0" y="580"/>
                  </a:lnTo>
                  <a:lnTo>
                    <a:pt x="3" y="600"/>
                  </a:lnTo>
                  <a:lnTo>
                    <a:pt x="14" y="615"/>
                  </a:lnTo>
                  <a:lnTo>
                    <a:pt x="29" y="625"/>
                  </a:lnTo>
                  <a:lnTo>
                    <a:pt x="45" y="628"/>
                  </a:lnTo>
                  <a:lnTo>
                    <a:pt x="63" y="626"/>
                  </a:lnTo>
                  <a:lnTo>
                    <a:pt x="78" y="616"/>
                  </a:lnTo>
                  <a:lnTo>
                    <a:pt x="89" y="602"/>
                  </a:lnTo>
                  <a:lnTo>
                    <a:pt x="94" y="582"/>
                  </a:lnTo>
                  <a:lnTo>
                    <a:pt x="94" y="5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385" name="Freeform 25"/>
            <p:cNvSpPr>
              <a:spLocks/>
            </p:cNvSpPr>
            <p:nvPr/>
          </p:nvSpPr>
          <p:spPr bwMode="auto">
            <a:xfrm>
              <a:off x="868" y="1712"/>
              <a:ext cx="19" cy="364"/>
            </a:xfrm>
            <a:custGeom>
              <a:avLst/>
              <a:gdLst>
                <a:gd name="T0" fmla="*/ 1 w 94"/>
                <a:gd name="T1" fmla="*/ 14 h 1818"/>
                <a:gd name="T2" fmla="*/ 1 w 94"/>
                <a:gd name="T3" fmla="*/ 14 h 1818"/>
                <a:gd name="T4" fmla="*/ 1 w 94"/>
                <a:gd name="T5" fmla="*/ 0 h 1818"/>
                <a:gd name="T6" fmla="*/ 0 w 94"/>
                <a:gd name="T7" fmla="*/ 0 h 1818"/>
                <a:gd name="T8" fmla="*/ 0 w 94"/>
                <a:gd name="T9" fmla="*/ 14 h 1818"/>
                <a:gd name="T10" fmla="*/ 0 w 94"/>
                <a:gd name="T11" fmla="*/ 14 h 1818"/>
                <a:gd name="T12" fmla="*/ 0 w 94"/>
                <a:gd name="T13" fmla="*/ 14 h 1818"/>
                <a:gd name="T14" fmla="*/ 0 w 94"/>
                <a:gd name="T15" fmla="*/ 14 h 1818"/>
                <a:gd name="T16" fmla="*/ 0 w 94"/>
                <a:gd name="T17" fmla="*/ 14 h 1818"/>
                <a:gd name="T18" fmla="*/ 0 w 94"/>
                <a:gd name="T19" fmla="*/ 15 h 1818"/>
                <a:gd name="T20" fmla="*/ 0 w 94"/>
                <a:gd name="T21" fmla="*/ 15 h 1818"/>
                <a:gd name="T22" fmla="*/ 1 w 94"/>
                <a:gd name="T23" fmla="*/ 15 h 1818"/>
                <a:gd name="T24" fmla="*/ 1 w 94"/>
                <a:gd name="T25" fmla="*/ 14 h 1818"/>
                <a:gd name="T26" fmla="*/ 1 w 94"/>
                <a:gd name="T27" fmla="*/ 14 h 1818"/>
                <a:gd name="T28" fmla="*/ 1 w 94"/>
                <a:gd name="T29" fmla="*/ 14 h 1818"/>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94"/>
                <a:gd name="T46" fmla="*/ 0 h 1818"/>
                <a:gd name="T47" fmla="*/ 94 w 94"/>
                <a:gd name="T48" fmla="*/ 1818 h 1818"/>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94" h="1818">
                  <a:moveTo>
                    <a:pt x="94" y="1771"/>
                  </a:moveTo>
                  <a:lnTo>
                    <a:pt x="94" y="1771"/>
                  </a:lnTo>
                  <a:lnTo>
                    <a:pt x="94" y="0"/>
                  </a:lnTo>
                  <a:lnTo>
                    <a:pt x="0" y="0"/>
                  </a:lnTo>
                  <a:lnTo>
                    <a:pt x="0" y="1771"/>
                  </a:lnTo>
                  <a:lnTo>
                    <a:pt x="3" y="1791"/>
                  </a:lnTo>
                  <a:lnTo>
                    <a:pt x="15" y="1806"/>
                  </a:lnTo>
                  <a:lnTo>
                    <a:pt x="29" y="1814"/>
                  </a:lnTo>
                  <a:lnTo>
                    <a:pt x="47" y="1818"/>
                  </a:lnTo>
                  <a:lnTo>
                    <a:pt x="64" y="1814"/>
                  </a:lnTo>
                  <a:lnTo>
                    <a:pt x="79" y="1806"/>
                  </a:lnTo>
                  <a:lnTo>
                    <a:pt x="90" y="1791"/>
                  </a:lnTo>
                  <a:lnTo>
                    <a:pt x="94" y="17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386" name="Freeform 26"/>
            <p:cNvSpPr>
              <a:spLocks/>
            </p:cNvSpPr>
            <p:nvPr/>
          </p:nvSpPr>
          <p:spPr bwMode="auto">
            <a:xfrm>
              <a:off x="868" y="2067"/>
              <a:ext cx="90" cy="160"/>
            </a:xfrm>
            <a:custGeom>
              <a:avLst/>
              <a:gdLst>
                <a:gd name="T0" fmla="*/ 3 w 449"/>
                <a:gd name="T1" fmla="*/ 6 h 803"/>
                <a:gd name="T2" fmla="*/ 3 w 449"/>
                <a:gd name="T3" fmla="*/ 6 h 803"/>
                <a:gd name="T4" fmla="*/ 3 w 449"/>
                <a:gd name="T5" fmla="*/ 5 h 803"/>
                <a:gd name="T6" fmla="*/ 3 w 449"/>
                <a:gd name="T7" fmla="*/ 5 h 803"/>
                <a:gd name="T8" fmla="*/ 3 w 449"/>
                <a:gd name="T9" fmla="*/ 5 h 803"/>
                <a:gd name="T10" fmla="*/ 2 w 449"/>
                <a:gd name="T11" fmla="*/ 5 h 803"/>
                <a:gd name="T12" fmla="*/ 2 w 449"/>
                <a:gd name="T13" fmla="*/ 4 h 803"/>
                <a:gd name="T14" fmla="*/ 2 w 449"/>
                <a:gd name="T15" fmla="*/ 4 h 803"/>
                <a:gd name="T16" fmla="*/ 2 w 449"/>
                <a:gd name="T17" fmla="*/ 4 h 803"/>
                <a:gd name="T18" fmla="*/ 2 w 449"/>
                <a:gd name="T19" fmla="*/ 3 h 803"/>
                <a:gd name="T20" fmla="*/ 1 w 449"/>
                <a:gd name="T21" fmla="*/ 3 h 803"/>
                <a:gd name="T22" fmla="*/ 1 w 449"/>
                <a:gd name="T23" fmla="*/ 2 h 803"/>
                <a:gd name="T24" fmla="*/ 1 w 449"/>
                <a:gd name="T25" fmla="*/ 2 h 803"/>
                <a:gd name="T26" fmla="*/ 1 w 449"/>
                <a:gd name="T27" fmla="*/ 2 h 803"/>
                <a:gd name="T28" fmla="*/ 1 w 449"/>
                <a:gd name="T29" fmla="*/ 1 h 803"/>
                <a:gd name="T30" fmla="*/ 1 w 449"/>
                <a:gd name="T31" fmla="*/ 1 h 803"/>
                <a:gd name="T32" fmla="*/ 1 w 449"/>
                <a:gd name="T33" fmla="*/ 0 h 803"/>
                <a:gd name="T34" fmla="*/ 1 w 449"/>
                <a:gd name="T35" fmla="*/ 0 h 803"/>
                <a:gd name="T36" fmla="*/ 0 w 449"/>
                <a:gd name="T37" fmla="*/ 0 h 803"/>
                <a:gd name="T38" fmla="*/ 0 w 449"/>
                <a:gd name="T39" fmla="*/ 0 h 803"/>
                <a:gd name="T40" fmla="*/ 0 w 449"/>
                <a:gd name="T41" fmla="*/ 1 h 803"/>
                <a:gd name="T42" fmla="*/ 0 w 449"/>
                <a:gd name="T43" fmla="*/ 1 h 803"/>
                <a:gd name="T44" fmla="*/ 0 w 449"/>
                <a:gd name="T45" fmla="*/ 2 h 803"/>
                <a:gd name="T46" fmla="*/ 0 w 449"/>
                <a:gd name="T47" fmla="*/ 2 h 803"/>
                <a:gd name="T48" fmla="*/ 0 w 449"/>
                <a:gd name="T49" fmla="*/ 3 h 803"/>
                <a:gd name="T50" fmla="*/ 1 w 449"/>
                <a:gd name="T51" fmla="*/ 3 h 803"/>
                <a:gd name="T52" fmla="*/ 1 w 449"/>
                <a:gd name="T53" fmla="*/ 4 h 803"/>
                <a:gd name="T54" fmla="*/ 1 w 449"/>
                <a:gd name="T55" fmla="*/ 4 h 803"/>
                <a:gd name="T56" fmla="*/ 1 w 449"/>
                <a:gd name="T57" fmla="*/ 4 h 803"/>
                <a:gd name="T58" fmla="*/ 2 w 449"/>
                <a:gd name="T59" fmla="*/ 5 h 803"/>
                <a:gd name="T60" fmla="*/ 2 w 449"/>
                <a:gd name="T61" fmla="*/ 5 h 803"/>
                <a:gd name="T62" fmla="*/ 2 w 449"/>
                <a:gd name="T63" fmla="*/ 5 h 803"/>
                <a:gd name="T64" fmla="*/ 2 w 449"/>
                <a:gd name="T65" fmla="*/ 6 h 803"/>
                <a:gd name="T66" fmla="*/ 3 w 449"/>
                <a:gd name="T67" fmla="*/ 6 h 803"/>
                <a:gd name="T68" fmla="*/ 3 w 449"/>
                <a:gd name="T69" fmla="*/ 6 h 803"/>
                <a:gd name="T70" fmla="*/ 3 w 449"/>
                <a:gd name="T71" fmla="*/ 6 h 803"/>
                <a:gd name="T72" fmla="*/ 3 w 449"/>
                <a:gd name="T73" fmla="*/ 6 h 803"/>
                <a:gd name="T74" fmla="*/ 3 w 449"/>
                <a:gd name="T75" fmla="*/ 6 h 803"/>
                <a:gd name="T76" fmla="*/ 3 w 449"/>
                <a:gd name="T77" fmla="*/ 6 h 803"/>
                <a:gd name="T78" fmla="*/ 3 w 449"/>
                <a:gd name="T79" fmla="*/ 6 h 803"/>
                <a:gd name="T80" fmla="*/ 4 w 449"/>
                <a:gd name="T81" fmla="*/ 6 h 803"/>
                <a:gd name="T82" fmla="*/ 4 w 449"/>
                <a:gd name="T83" fmla="*/ 6 h 803"/>
                <a:gd name="T84" fmla="*/ 4 w 449"/>
                <a:gd name="T85" fmla="*/ 6 h 803"/>
                <a:gd name="T86" fmla="*/ 4 w 449"/>
                <a:gd name="T87" fmla="*/ 6 h 803"/>
                <a:gd name="T88" fmla="*/ 3 w 449"/>
                <a:gd name="T89" fmla="*/ 6 h 803"/>
                <a:gd name="T90" fmla="*/ 3 w 449"/>
                <a:gd name="T91" fmla="*/ 6 h 80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449"/>
                <a:gd name="T139" fmla="*/ 0 h 803"/>
                <a:gd name="T140" fmla="*/ 449 w 449"/>
                <a:gd name="T141" fmla="*/ 803 h 80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449" h="803">
                  <a:moveTo>
                    <a:pt x="426" y="717"/>
                  </a:moveTo>
                  <a:lnTo>
                    <a:pt x="427" y="717"/>
                  </a:lnTo>
                  <a:lnTo>
                    <a:pt x="395" y="693"/>
                  </a:lnTo>
                  <a:lnTo>
                    <a:pt x="361" y="662"/>
                  </a:lnTo>
                  <a:lnTo>
                    <a:pt x="329" y="628"/>
                  </a:lnTo>
                  <a:lnTo>
                    <a:pt x="299" y="591"/>
                  </a:lnTo>
                  <a:lnTo>
                    <a:pt x="269" y="551"/>
                  </a:lnTo>
                  <a:lnTo>
                    <a:pt x="241" y="507"/>
                  </a:lnTo>
                  <a:lnTo>
                    <a:pt x="215" y="460"/>
                  </a:lnTo>
                  <a:lnTo>
                    <a:pt x="191" y="412"/>
                  </a:lnTo>
                  <a:lnTo>
                    <a:pt x="170" y="363"/>
                  </a:lnTo>
                  <a:lnTo>
                    <a:pt x="151" y="312"/>
                  </a:lnTo>
                  <a:lnTo>
                    <a:pt x="133" y="259"/>
                  </a:lnTo>
                  <a:lnTo>
                    <a:pt x="119" y="207"/>
                  </a:lnTo>
                  <a:lnTo>
                    <a:pt x="108" y="156"/>
                  </a:lnTo>
                  <a:lnTo>
                    <a:pt x="101" y="103"/>
                  </a:lnTo>
                  <a:lnTo>
                    <a:pt x="96" y="51"/>
                  </a:lnTo>
                  <a:lnTo>
                    <a:pt x="94" y="0"/>
                  </a:lnTo>
                  <a:lnTo>
                    <a:pt x="0" y="0"/>
                  </a:lnTo>
                  <a:lnTo>
                    <a:pt x="2" y="56"/>
                  </a:lnTo>
                  <a:lnTo>
                    <a:pt x="7" y="115"/>
                  </a:lnTo>
                  <a:lnTo>
                    <a:pt x="16" y="172"/>
                  </a:lnTo>
                  <a:lnTo>
                    <a:pt x="28" y="231"/>
                  </a:lnTo>
                  <a:lnTo>
                    <a:pt x="44" y="287"/>
                  </a:lnTo>
                  <a:lnTo>
                    <a:pt x="62" y="342"/>
                  </a:lnTo>
                  <a:lnTo>
                    <a:pt x="83" y="398"/>
                  </a:lnTo>
                  <a:lnTo>
                    <a:pt x="106" y="452"/>
                  </a:lnTo>
                  <a:lnTo>
                    <a:pt x="133" y="505"/>
                  </a:lnTo>
                  <a:lnTo>
                    <a:pt x="161" y="554"/>
                  </a:lnTo>
                  <a:lnTo>
                    <a:pt x="192" y="602"/>
                  </a:lnTo>
                  <a:lnTo>
                    <a:pt x="224" y="647"/>
                  </a:lnTo>
                  <a:lnTo>
                    <a:pt x="259" y="689"/>
                  </a:lnTo>
                  <a:lnTo>
                    <a:pt x="295" y="728"/>
                  </a:lnTo>
                  <a:lnTo>
                    <a:pt x="334" y="763"/>
                  </a:lnTo>
                  <a:lnTo>
                    <a:pt x="374" y="795"/>
                  </a:lnTo>
                  <a:lnTo>
                    <a:pt x="375" y="795"/>
                  </a:lnTo>
                  <a:lnTo>
                    <a:pt x="374" y="795"/>
                  </a:lnTo>
                  <a:lnTo>
                    <a:pt x="392" y="803"/>
                  </a:lnTo>
                  <a:lnTo>
                    <a:pt x="411" y="803"/>
                  </a:lnTo>
                  <a:lnTo>
                    <a:pt x="426" y="795"/>
                  </a:lnTo>
                  <a:lnTo>
                    <a:pt x="439" y="782"/>
                  </a:lnTo>
                  <a:lnTo>
                    <a:pt x="446" y="766"/>
                  </a:lnTo>
                  <a:lnTo>
                    <a:pt x="449" y="749"/>
                  </a:lnTo>
                  <a:lnTo>
                    <a:pt x="441" y="732"/>
                  </a:lnTo>
                  <a:lnTo>
                    <a:pt x="427" y="717"/>
                  </a:lnTo>
                  <a:lnTo>
                    <a:pt x="426" y="71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387" name="Freeform 27"/>
            <p:cNvSpPr>
              <a:spLocks/>
            </p:cNvSpPr>
            <p:nvPr/>
          </p:nvSpPr>
          <p:spPr bwMode="auto">
            <a:xfrm>
              <a:off x="883" y="1673"/>
              <a:ext cx="379" cy="690"/>
            </a:xfrm>
            <a:custGeom>
              <a:avLst/>
              <a:gdLst>
                <a:gd name="T0" fmla="*/ 12 w 1897"/>
                <a:gd name="T1" fmla="*/ 6 h 3450"/>
                <a:gd name="T2" fmla="*/ 13 w 1897"/>
                <a:gd name="T3" fmla="*/ 7 h 3450"/>
                <a:gd name="T4" fmla="*/ 13 w 1897"/>
                <a:gd name="T5" fmla="*/ 7 h 3450"/>
                <a:gd name="T6" fmla="*/ 14 w 1897"/>
                <a:gd name="T7" fmla="*/ 8 h 3450"/>
                <a:gd name="T8" fmla="*/ 14 w 1897"/>
                <a:gd name="T9" fmla="*/ 9 h 3450"/>
                <a:gd name="T10" fmla="*/ 15 w 1897"/>
                <a:gd name="T11" fmla="*/ 10 h 3450"/>
                <a:gd name="T12" fmla="*/ 15 w 1897"/>
                <a:gd name="T13" fmla="*/ 11 h 3450"/>
                <a:gd name="T14" fmla="*/ 15 w 1897"/>
                <a:gd name="T15" fmla="*/ 11 h 3450"/>
                <a:gd name="T16" fmla="*/ 15 w 1897"/>
                <a:gd name="T17" fmla="*/ 12 h 3450"/>
                <a:gd name="T18" fmla="*/ 15 w 1897"/>
                <a:gd name="T19" fmla="*/ 26 h 3450"/>
                <a:gd name="T20" fmla="*/ 15 w 1897"/>
                <a:gd name="T21" fmla="*/ 26 h 3450"/>
                <a:gd name="T22" fmla="*/ 15 w 1897"/>
                <a:gd name="T23" fmla="*/ 27 h 3450"/>
                <a:gd name="T24" fmla="*/ 15 w 1897"/>
                <a:gd name="T25" fmla="*/ 27 h 3450"/>
                <a:gd name="T26" fmla="*/ 14 w 1897"/>
                <a:gd name="T27" fmla="*/ 27 h 3450"/>
                <a:gd name="T28" fmla="*/ 14 w 1897"/>
                <a:gd name="T29" fmla="*/ 28 h 3450"/>
                <a:gd name="T30" fmla="*/ 13 w 1897"/>
                <a:gd name="T31" fmla="*/ 28 h 3450"/>
                <a:gd name="T32" fmla="*/ 13 w 1897"/>
                <a:gd name="T33" fmla="*/ 27 h 3450"/>
                <a:gd name="T34" fmla="*/ 3 w 1897"/>
                <a:gd name="T35" fmla="*/ 21 h 3450"/>
                <a:gd name="T36" fmla="*/ 2 w 1897"/>
                <a:gd name="T37" fmla="*/ 21 h 3450"/>
                <a:gd name="T38" fmla="*/ 2 w 1897"/>
                <a:gd name="T39" fmla="*/ 20 h 3450"/>
                <a:gd name="T40" fmla="*/ 1 w 1897"/>
                <a:gd name="T41" fmla="*/ 19 h 3450"/>
                <a:gd name="T42" fmla="*/ 1 w 1897"/>
                <a:gd name="T43" fmla="*/ 19 h 3450"/>
                <a:gd name="T44" fmla="*/ 0 w 1897"/>
                <a:gd name="T45" fmla="*/ 18 h 3450"/>
                <a:gd name="T46" fmla="*/ 0 w 1897"/>
                <a:gd name="T47" fmla="*/ 17 h 3450"/>
                <a:gd name="T48" fmla="*/ 0 w 1897"/>
                <a:gd name="T49" fmla="*/ 16 h 3450"/>
                <a:gd name="T50" fmla="*/ 0 w 1897"/>
                <a:gd name="T51" fmla="*/ 15 h 3450"/>
                <a:gd name="T52" fmla="*/ 0 w 1897"/>
                <a:gd name="T53" fmla="*/ 2 h 3450"/>
                <a:gd name="T54" fmla="*/ 0 w 1897"/>
                <a:gd name="T55" fmla="*/ 1 h 3450"/>
                <a:gd name="T56" fmla="*/ 0 w 1897"/>
                <a:gd name="T57" fmla="*/ 1 h 3450"/>
                <a:gd name="T58" fmla="*/ 1 w 1897"/>
                <a:gd name="T59" fmla="*/ 0 h 3450"/>
                <a:gd name="T60" fmla="*/ 1 w 1897"/>
                <a:gd name="T61" fmla="*/ 0 h 3450"/>
                <a:gd name="T62" fmla="*/ 1 w 1897"/>
                <a:gd name="T63" fmla="*/ 0 h 3450"/>
                <a:gd name="T64" fmla="*/ 2 w 1897"/>
                <a:gd name="T65" fmla="*/ 0 h 3450"/>
                <a:gd name="T66" fmla="*/ 3 w 1897"/>
                <a:gd name="T67" fmla="*/ 0 h 3450"/>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897"/>
                <a:gd name="T103" fmla="*/ 0 h 3450"/>
                <a:gd name="T104" fmla="*/ 1897 w 1897"/>
                <a:gd name="T105" fmla="*/ 3450 h 3450"/>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897" h="3450">
                  <a:moveTo>
                    <a:pt x="357" y="49"/>
                  </a:moveTo>
                  <a:lnTo>
                    <a:pt x="1542" y="806"/>
                  </a:lnTo>
                  <a:lnTo>
                    <a:pt x="1579" y="832"/>
                  </a:lnTo>
                  <a:lnTo>
                    <a:pt x="1614" y="861"/>
                  </a:lnTo>
                  <a:lnTo>
                    <a:pt x="1648" y="895"/>
                  </a:lnTo>
                  <a:lnTo>
                    <a:pt x="1681" y="933"/>
                  </a:lnTo>
                  <a:lnTo>
                    <a:pt x="1711" y="973"/>
                  </a:lnTo>
                  <a:lnTo>
                    <a:pt x="1740" y="1016"/>
                  </a:lnTo>
                  <a:lnTo>
                    <a:pt x="1768" y="1062"/>
                  </a:lnTo>
                  <a:lnTo>
                    <a:pt x="1793" y="1109"/>
                  </a:lnTo>
                  <a:lnTo>
                    <a:pt x="1816" y="1158"/>
                  </a:lnTo>
                  <a:lnTo>
                    <a:pt x="1836" y="1208"/>
                  </a:lnTo>
                  <a:lnTo>
                    <a:pt x="1854" y="1260"/>
                  </a:lnTo>
                  <a:lnTo>
                    <a:pt x="1869" y="1313"/>
                  </a:lnTo>
                  <a:lnTo>
                    <a:pt x="1881" y="1364"/>
                  </a:lnTo>
                  <a:lnTo>
                    <a:pt x="1890" y="1417"/>
                  </a:lnTo>
                  <a:lnTo>
                    <a:pt x="1895" y="1469"/>
                  </a:lnTo>
                  <a:lnTo>
                    <a:pt x="1897" y="1519"/>
                  </a:lnTo>
                  <a:lnTo>
                    <a:pt x="1897" y="3142"/>
                  </a:lnTo>
                  <a:lnTo>
                    <a:pt x="1895" y="3190"/>
                  </a:lnTo>
                  <a:lnTo>
                    <a:pt x="1890" y="3235"/>
                  </a:lnTo>
                  <a:lnTo>
                    <a:pt x="1881" y="3276"/>
                  </a:lnTo>
                  <a:lnTo>
                    <a:pt x="1869" y="3313"/>
                  </a:lnTo>
                  <a:lnTo>
                    <a:pt x="1854" y="3346"/>
                  </a:lnTo>
                  <a:lnTo>
                    <a:pt x="1836" y="3375"/>
                  </a:lnTo>
                  <a:lnTo>
                    <a:pt x="1816" y="3398"/>
                  </a:lnTo>
                  <a:lnTo>
                    <a:pt x="1793" y="3418"/>
                  </a:lnTo>
                  <a:lnTo>
                    <a:pt x="1768" y="3434"/>
                  </a:lnTo>
                  <a:lnTo>
                    <a:pt x="1740" y="3444"/>
                  </a:lnTo>
                  <a:lnTo>
                    <a:pt x="1711" y="3450"/>
                  </a:lnTo>
                  <a:lnTo>
                    <a:pt x="1681" y="3450"/>
                  </a:lnTo>
                  <a:lnTo>
                    <a:pt x="1648" y="3445"/>
                  </a:lnTo>
                  <a:lnTo>
                    <a:pt x="1614" y="3436"/>
                  </a:lnTo>
                  <a:lnTo>
                    <a:pt x="1579" y="3421"/>
                  </a:lnTo>
                  <a:lnTo>
                    <a:pt x="1542" y="3400"/>
                  </a:lnTo>
                  <a:lnTo>
                    <a:pt x="357" y="2643"/>
                  </a:lnTo>
                  <a:lnTo>
                    <a:pt x="320" y="2618"/>
                  </a:lnTo>
                  <a:lnTo>
                    <a:pt x="285" y="2588"/>
                  </a:lnTo>
                  <a:lnTo>
                    <a:pt x="251" y="2554"/>
                  </a:lnTo>
                  <a:lnTo>
                    <a:pt x="218" y="2517"/>
                  </a:lnTo>
                  <a:lnTo>
                    <a:pt x="187" y="2477"/>
                  </a:lnTo>
                  <a:lnTo>
                    <a:pt x="157" y="2433"/>
                  </a:lnTo>
                  <a:lnTo>
                    <a:pt x="130" y="2388"/>
                  </a:lnTo>
                  <a:lnTo>
                    <a:pt x="105" y="2341"/>
                  </a:lnTo>
                  <a:lnTo>
                    <a:pt x="81" y="2292"/>
                  </a:lnTo>
                  <a:lnTo>
                    <a:pt x="61" y="2241"/>
                  </a:lnTo>
                  <a:lnTo>
                    <a:pt x="44" y="2190"/>
                  </a:lnTo>
                  <a:lnTo>
                    <a:pt x="29" y="2138"/>
                  </a:lnTo>
                  <a:lnTo>
                    <a:pt x="17" y="2085"/>
                  </a:lnTo>
                  <a:lnTo>
                    <a:pt x="7" y="2033"/>
                  </a:lnTo>
                  <a:lnTo>
                    <a:pt x="3" y="1981"/>
                  </a:lnTo>
                  <a:lnTo>
                    <a:pt x="0" y="1931"/>
                  </a:lnTo>
                  <a:lnTo>
                    <a:pt x="0" y="308"/>
                  </a:lnTo>
                  <a:lnTo>
                    <a:pt x="3" y="260"/>
                  </a:lnTo>
                  <a:lnTo>
                    <a:pt x="7" y="215"/>
                  </a:lnTo>
                  <a:lnTo>
                    <a:pt x="17" y="174"/>
                  </a:lnTo>
                  <a:lnTo>
                    <a:pt x="29" y="137"/>
                  </a:lnTo>
                  <a:lnTo>
                    <a:pt x="44" y="104"/>
                  </a:lnTo>
                  <a:lnTo>
                    <a:pt x="61" y="76"/>
                  </a:lnTo>
                  <a:lnTo>
                    <a:pt x="81" y="51"/>
                  </a:lnTo>
                  <a:lnTo>
                    <a:pt x="105" y="31"/>
                  </a:lnTo>
                  <a:lnTo>
                    <a:pt x="130" y="16"/>
                  </a:lnTo>
                  <a:lnTo>
                    <a:pt x="157" y="5"/>
                  </a:lnTo>
                  <a:lnTo>
                    <a:pt x="187" y="0"/>
                  </a:lnTo>
                  <a:lnTo>
                    <a:pt x="218" y="0"/>
                  </a:lnTo>
                  <a:lnTo>
                    <a:pt x="251" y="3"/>
                  </a:lnTo>
                  <a:lnTo>
                    <a:pt x="285" y="14"/>
                  </a:lnTo>
                  <a:lnTo>
                    <a:pt x="320" y="29"/>
                  </a:lnTo>
                  <a:lnTo>
                    <a:pt x="357" y="49"/>
                  </a:lnTo>
                  <a:close/>
                </a:path>
              </a:pathLst>
            </a:custGeom>
            <a:solidFill>
              <a:srgbClr val="BFBFB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388" name="Freeform 28"/>
            <p:cNvSpPr>
              <a:spLocks/>
            </p:cNvSpPr>
            <p:nvPr/>
          </p:nvSpPr>
          <p:spPr bwMode="auto">
            <a:xfrm>
              <a:off x="1268" y="1663"/>
              <a:ext cx="393" cy="711"/>
            </a:xfrm>
            <a:custGeom>
              <a:avLst/>
              <a:gdLst>
                <a:gd name="T0" fmla="*/ 3 w 1962"/>
                <a:gd name="T1" fmla="*/ 7 h 3555"/>
                <a:gd name="T2" fmla="*/ 2 w 1962"/>
                <a:gd name="T3" fmla="*/ 7 h 3555"/>
                <a:gd name="T4" fmla="*/ 2 w 1962"/>
                <a:gd name="T5" fmla="*/ 8 h 3555"/>
                <a:gd name="T6" fmla="*/ 1 w 1962"/>
                <a:gd name="T7" fmla="*/ 8 h 3555"/>
                <a:gd name="T8" fmla="*/ 1 w 1962"/>
                <a:gd name="T9" fmla="*/ 9 h 3555"/>
                <a:gd name="T10" fmla="*/ 1 w 1962"/>
                <a:gd name="T11" fmla="*/ 10 h 3555"/>
                <a:gd name="T12" fmla="*/ 0 w 1962"/>
                <a:gd name="T13" fmla="*/ 11 h 3555"/>
                <a:gd name="T14" fmla="*/ 0 w 1962"/>
                <a:gd name="T15" fmla="*/ 12 h 3555"/>
                <a:gd name="T16" fmla="*/ 0 w 1962"/>
                <a:gd name="T17" fmla="*/ 13 h 3555"/>
                <a:gd name="T18" fmla="*/ 0 w 1962"/>
                <a:gd name="T19" fmla="*/ 26 h 3555"/>
                <a:gd name="T20" fmla="*/ 0 w 1962"/>
                <a:gd name="T21" fmla="*/ 27 h 3555"/>
                <a:gd name="T22" fmla="*/ 0 w 1962"/>
                <a:gd name="T23" fmla="*/ 28 h 3555"/>
                <a:gd name="T24" fmla="*/ 1 w 1962"/>
                <a:gd name="T25" fmla="*/ 28 h 3555"/>
                <a:gd name="T26" fmla="*/ 1 w 1962"/>
                <a:gd name="T27" fmla="*/ 28 h 3555"/>
                <a:gd name="T28" fmla="*/ 2 w 1962"/>
                <a:gd name="T29" fmla="*/ 28 h 3555"/>
                <a:gd name="T30" fmla="*/ 2 w 1962"/>
                <a:gd name="T31" fmla="*/ 28 h 3555"/>
                <a:gd name="T32" fmla="*/ 3 w 1962"/>
                <a:gd name="T33" fmla="*/ 28 h 3555"/>
                <a:gd name="T34" fmla="*/ 13 w 1962"/>
                <a:gd name="T35" fmla="*/ 22 h 3555"/>
                <a:gd name="T36" fmla="*/ 13 w 1962"/>
                <a:gd name="T37" fmla="*/ 21 h 3555"/>
                <a:gd name="T38" fmla="*/ 14 w 1962"/>
                <a:gd name="T39" fmla="*/ 21 h 3555"/>
                <a:gd name="T40" fmla="*/ 14 w 1962"/>
                <a:gd name="T41" fmla="*/ 20 h 3555"/>
                <a:gd name="T42" fmla="*/ 15 w 1962"/>
                <a:gd name="T43" fmla="*/ 19 h 3555"/>
                <a:gd name="T44" fmla="*/ 15 w 1962"/>
                <a:gd name="T45" fmla="*/ 18 h 3555"/>
                <a:gd name="T46" fmla="*/ 16 w 1962"/>
                <a:gd name="T47" fmla="*/ 18 h 3555"/>
                <a:gd name="T48" fmla="*/ 16 w 1962"/>
                <a:gd name="T49" fmla="*/ 17 h 3555"/>
                <a:gd name="T50" fmla="*/ 16 w 1962"/>
                <a:gd name="T51" fmla="*/ 16 h 3555"/>
                <a:gd name="T52" fmla="*/ 16 w 1962"/>
                <a:gd name="T53" fmla="*/ 2 h 3555"/>
                <a:gd name="T54" fmla="*/ 16 w 1962"/>
                <a:gd name="T55" fmla="*/ 1 h 3555"/>
                <a:gd name="T56" fmla="*/ 15 w 1962"/>
                <a:gd name="T57" fmla="*/ 1 h 3555"/>
                <a:gd name="T58" fmla="*/ 15 w 1962"/>
                <a:gd name="T59" fmla="*/ 0 h 3555"/>
                <a:gd name="T60" fmla="*/ 15 w 1962"/>
                <a:gd name="T61" fmla="*/ 0 h 3555"/>
                <a:gd name="T62" fmla="*/ 14 w 1962"/>
                <a:gd name="T63" fmla="*/ 0 h 3555"/>
                <a:gd name="T64" fmla="*/ 14 w 1962"/>
                <a:gd name="T65" fmla="*/ 0 h 3555"/>
                <a:gd name="T66" fmla="*/ 13 w 1962"/>
                <a:gd name="T67" fmla="*/ 0 h 3555"/>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962"/>
                <a:gd name="T103" fmla="*/ 0 h 3555"/>
                <a:gd name="T104" fmla="*/ 1962 w 1962"/>
                <a:gd name="T105" fmla="*/ 3555 h 3555"/>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962" h="3555">
                  <a:moveTo>
                    <a:pt x="1594" y="50"/>
                  </a:moveTo>
                  <a:lnTo>
                    <a:pt x="368" y="831"/>
                  </a:lnTo>
                  <a:lnTo>
                    <a:pt x="330" y="858"/>
                  </a:lnTo>
                  <a:lnTo>
                    <a:pt x="294" y="888"/>
                  </a:lnTo>
                  <a:lnTo>
                    <a:pt x="259" y="922"/>
                  </a:lnTo>
                  <a:lnTo>
                    <a:pt x="225" y="961"/>
                  </a:lnTo>
                  <a:lnTo>
                    <a:pt x="193" y="1003"/>
                  </a:lnTo>
                  <a:lnTo>
                    <a:pt x="163" y="1047"/>
                  </a:lnTo>
                  <a:lnTo>
                    <a:pt x="133" y="1094"/>
                  </a:lnTo>
                  <a:lnTo>
                    <a:pt x="108" y="1143"/>
                  </a:lnTo>
                  <a:lnTo>
                    <a:pt x="84" y="1193"/>
                  </a:lnTo>
                  <a:lnTo>
                    <a:pt x="63" y="1246"/>
                  </a:lnTo>
                  <a:lnTo>
                    <a:pt x="44" y="1299"/>
                  </a:lnTo>
                  <a:lnTo>
                    <a:pt x="29" y="1353"/>
                  </a:lnTo>
                  <a:lnTo>
                    <a:pt x="16" y="1405"/>
                  </a:lnTo>
                  <a:lnTo>
                    <a:pt x="7" y="1459"/>
                  </a:lnTo>
                  <a:lnTo>
                    <a:pt x="2" y="1512"/>
                  </a:lnTo>
                  <a:lnTo>
                    <a:pt x="0" y="1565"/>
                  </a:lnTo>
                  <a:lnTo>
                    <a:pt x="0" y="3237"/>
                  </a:lnTo>
                  <a:lnTo>
                    <a:pt x="2" y="3287"/>
                  </a:lnTo>
                  <a:lnTo>
                    <a:pt x="7" y="3333"/>
                  </a:lnTo>
                  <a:lnTo>
                    <a:pt x="16" y="3375"/>
                  </a:lnTo>
                  <a:lnTo>
                    <a:pt x="29" y="3413"/>
                  </a:lnTo>
                  <a:lnTo>
                    <a:pt x="44" y="3447"/>
                  </a:lnTo>
                  <a:lnTo>
                    <a:pt x="63" y="3477"/>
                  </a:lnTo>
                  <a:lnTo>
                    <a:pt x="84" y="3502"/>
                  </a:lnTo>
                  <a:lnTo>
                    <a:pt x="108" y="3522"/>
                  </a:lnTo>
                  <a:lnTo>
                    <a:pt x="133" y="3538"/>
                  </a:lnTo>
                  <a:lnTo>
                    <a:pt x="163" y="3549"/>
                  </a:lnTo>
                  <a:lnTo>
                    <a:pt x="193" y="3555"/>
                  </a:lnTo>
                  <a:lnTo>
                    <a:pt x="225" y="3555"/>
                  </a:lnTo>
                  <a:lnTo>
                    <a:pt x="259" y="3550"/>
                  </a:lnTo>
                  <a:lnTo>
                    <a:pt x="294" y="3541"/>
                  </a:lnTo>
                  <a:lnTo>
                    <a:pt x="330" y="3524"/>
                  </a:lnTo>
                  <a:lnTo>
                    <a:pt x="368" y="3503"/>
                  </a:lnTo>
                  <a:lnTo>
                    <a:pt x="1594" y="2722"/>
                  </a:lnTo>
                  <a:lnTo>
                    <a:pt x="1632" y="2696"/>
                  </a:lnTo>
                  <a:lnTo>
                    <a:pt x="1668" y="2665"/>
                  </a:lnTo>
                  <a:lnTo>
                    <a:pt x="1703" y="2631"/>
                  </a:lnTo>
                  <a:lnTo>
                    <a:pt x="1737" y="2592"/>
                  </a:lnTo>
                  <a:lnTo>
                    <a:pt x="1769" y="2551"/>
                  </a:lnTo>
                  <a:lnTo>
                    <a:pt x="1799" y="2506"/>
                  </a:lnTo>
                  <a:lnTo>
                    <a:pt x="1829" y="2460"/>
                  </a:lnTo>
                  <a:lnTo>
                    <a:pt x="1854" y="2411"/>
                  </a:lnTo>
                  <a:lnTo>
                    <a:pt x="1878" y="2361"/>
                  </a:lnTo>
                  <a:lnTo>
                    <a:pt x="1899" y="2308"/>
                  </a:lnTo>
                  <a:lnTo>
                    <a:pt x="1918" y="2256"/>
                  </a:lnTo>
                  <a:lnTo>
                    <a:pt x="1933" y="2202"/>
                  </a:lnTo>
                  <a:lnTo>
                    <a:pt x="1946" y="2149"/>
                  </a:lnTo>
                  <a:lnTo>
                    <a:pt x="1955" y="2095"/>
                  </a:lnTo>
                  <a:lnTo>
                    <a:pt x="1960" y="2042"/>
                  </a:lnTo>
                  <a:lnTo>
                    <a:pt x="1962" y="1989"/>
                  </a:lnTo>
                  <a:lnTo>
                    <a:pt x="1962" y="319"/>
                  </a:lnTo>
                  <a:lnTo>
                    <a:pt x="1960" y="269"/>
                  </a:lnTo>
                  <a:lnTo>
                    <a:pt x="1955" y="223"/>
                  </a:lnTo>
                  <a:lnTo>
                    <a:pt x="1946" y="180"/>
                  </a:lnTo>
                  <a:lnTo>
                    <a:pt x="1933" y="143"/>
                  </a:lnTo>
                  <a:lnTo>
                    <a:pt x="1918" y="109"/>
                  </a:lnTo>
                  <a:lnTo>
                    <a:pt x="1899" y="79"/>
                  </a:lnTo>
                  <a:lnTo>
                    <a:pt x="1878" y="54"/>
                  </a:lnTo>
                  <a:lnTo>
                    <a:pt x="1854" y="33"/>
                  </a:lnTo>
                  <a:lnTo>
                    <a:pt x="1829" y="17"/>
                  </a:lnTo>
                  <a:lnTo>
                    <a:pt x="1799" y="7"/>
                  </a:lnTo>
                  <a:lnTo>
                    <a:pt x="1769" y="0"/>
                  </a:lnTo>
                  <a:lnTo>
                    <a:pt x="1737" y="0"/>
                  </a:lnTo>
                  <a:lnTo>
                    <a:pt x="1703" y="4"/>
                  </a:lnTo>
                  <a:lnTo>
                    <a:pt x="1668" y="14"/>
                  </a:lnTo>
                  <a:lnTo>
                    <a:pt x="1632" y="29"/>
                  </a:lnTo>
                  <a:lnTo>
                    <a:pt x="1594" y="50"/>
                  </a:lnTo>
                  <a:close/>
                </a:path>
              </a:pathLst>
            </a:custGeom>
            <a:solidFill>
              <a:srgbClr val="E5E5E5"/>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389" name="Freeform 29"/>
            <p:cNvSpPr>
              <a:spLocks noEditPoints="1"/>
            </p:cNvSpPr>
            <p:nvPr/>
          </p:nvSpPr>
          <p:spPr bwMode="auto">
            <a:xfrm>
              <a:off x="916" y="1589"/>
              <a:ext cx="697" cy="698"/>
            </a:xfrm>
            <a:custGeom>
              <a:avLst/>
              <a:gdLst>
                <a:gd name="T0" fmla="*/ 16 w 3485"/>
                <a:gd name="T1" fmla="*/ 0 h 3490"/>
                <a:gd name="T2" fmla="*/ 17 w 3485"/>
                <a:gd name="T3" fmla="*/ 2 h 3490"/>
                <a:gd name="T4" fmla="*/ 17 w 3485"/>
                <a:gd name="T5" fmla="*/ 3 h 3490"/>
                <a:gd name="T6" fmla="*/ 14 w 3485"/>
                <a:gd name="T7" fmla="*/ 4 h 3490"/>
                <a:gd name="T8" fmla="*/ 12 w 3485"/>
                <a:gd name="T9" fmla="*/ 4 h 3490"/>
                <a:gd name="T10" fmla="*/ 11 w 3485"/>
                <a:gd name="T11" fmla="*/ 2 h 3490"/>
                <a:gd name="T12" fmla="*/ 11 w 3485"/>
                <a:gd name="T13" fmla="*/ 1 h 3490"/>
                <a:gd name="T14" fmla="*/ 14 w 3485"/>
                <a:gd name="T15" fmla="*/ 0 h 3490"/>
                <a:gd name="T16" fmla="*/ 3 w 3485"/>
                <a:gd name="T17" fmla="*/ 7 h 3490"/>
                <a:gd name="T18" fmla="*/ 4 w 3485"/>
                <a:gd name="T19" fmla="*/ 9 h 3490"/>
                <a:gd name="T20" fmla="*/ 3 w 3485"/>
                <a:gd name="T21" fmla="*/ 12 h 3490"/>
                <a:gd name="T22" fmla="*/ 2 w 3485"/>
                <a:gd name="T23" fmla="*/ 13 h 3490"/>
                <a:gd name="T24" fmla="*/ 1 w 3485"/>
                <a:gd name="T25" fmla="*/ 12 h 3490"/>
                <a:gd name="T26" fmla="*/ 0 w 3485"/>
                <a:gd name="T27" fmla="*/ 10 h 3490"/>
                <a:gd name="T28" fmla="*/ 0 w 3485"/>
                <a:gd name="T29" fmla="*/ 8 h 3490"/>
                <a:gd name="T30" fmla="*/ 2 w 3485"/>
                <a:gd name="T31" fmla="*/ 6 h 3490"/>
                <a:gd name="T32" fmla="*/ 10 w 3485"/>
                <a:gd name="T33" fmla="*/ 20 h 3490"/>
                <a:gd name="T34" fmla="*/ 11 w 3485"/>
                <a:gd name="T35" fmla="*/ 22 h 3490"/>
                <a:gd name="T36" fmla="*/ 11 w 3485"/>
                <a:gd name="T37" fmla="*/ 25 h 3490"/>
                <a:gd name="T38" fmla="*/ 10 w 3485"/>
                <a:gd name="T39" fmla="*/ 27 h 3490"/>
                <a:gd name="T40" fmla="*/ 8 w 3485"/>
                <a:gd name="T41" fmla="*/ 26 h 3490"/>
                <a:gd name="T42" fmla="*/ 7 w 3485"/>
                <a:gd name="T43" fmla="*/ 24 h 3490"/>
                <a:gd name="T44" fmla="*/ 7 w 3485"/>
                <a:gd name="T45" fmla="*/ 22 h 3490"/>
                <a:gd name="T46" fmla="*/ 8 w 3485"/>
                <a:gd name="T47" fmla="*/ 20 h 3490"/>
                <a:gd name="T48" fmla="*/ 20 w 3485"/>
                <a:gd name="T49" fmla="*/ 21 h 3490"/>
                <a:gd name="T50" fmla="*/ 21 w 3485"/>
                <a:gd name="T51" fmla="*/ 23 h 3490"/>
                <a:gd name="T52" fmla="*/ 21 w 3485"/>
                <a:gd name="T53" fmla="*/ 26 h 3490"/>
                <a:gd name="T54" fmla="*/ 20 w 3485"/>
                <a:gd name="T55" fmla="*/ 28 h 3490"/>
                <a:gd name="T56" fmla="*/ 18 w 3485"/>
                <a:gd name="T57" fmla="*/ 28 h 3490"/>
                <a:gd name="T58" fmla="*/ 17 w 3485"/>
                <a:gd name="T59" fmla="*/ 26 h 3490"/>
                <a:gd name="T60" fmla="*/ 17 w 3485"/>
                <a:gd name="T61" fmla="*/ 23 h 3490"/>
                <a:gd name="T62" fmla="*/ 18 w 3485"/>
                <a:gd name="T63" fmla="*/ 21 h 3490"/>
                <a:gd name="T64" fmla="*/ 19 w 3485"/>
                <a:gd name="T65" fmla="*/ 11 h 3490"/>
                <a:gd name="T66" fmla="*/ 20 w 3485"/>
                <a:gd name="T67" fmla="*/ 13 h 3490"/>
                <a:gd name="T68" fmla="*/ 21 w 3485"/>
                <a:gd name="T69" fmla="*/ 15 h 3490"/>
                <a:gd name="T70" fmla="*/ 20 w 3485"/>
                <a:gd name="T71" fmla="*/ 17 h 3490"/>
                <a:gd name="T72" fmla="*/ 18 w 3485"/>
                <a:gd name="T73" fmla="*/ 17 h 3490"/>
                <a:gd name="T74" fmla="*/ 17 w 3485"/>
                <a:gd name="T75" fmla="*/ 16 h 3490"/>
                <a:gd name="T76" fmla="*/ 17 w 3485"/>
                <a:gd name="T77" fmla="*/ 13 h 3490"/>
                <a:gd name="T78" fmla="*/ 18 w 3485"/>
                <a:gd name="T79" fmla="*/ 11 h 3490"/>
                <a:gd name="T80" fmla="*/ 26 w 3485"/>
                <a:gd name="T81" fmla="*/ 7 h 3490"/>
                <a:gd name="T82" fmla="*/ 27 w 3485"/>
                <a:gd name="T83" fmla="*/ 8 h 3490"/>
                <a:gd name="T84" fmla="*/ 27 w 3485"/>
                <a:gd name="T85" fmla="*/ 11 h 3490"/>
                <a:gd name="T86" fmla="*/ 26 w 3485"/>
                <a:gd name="T87" fmla="*/ 13 h 3490"/>
                <a:gd name="T88" fmla="*/ 25 w 3485"/>
                <a:gd name="T89" fmla="*/ 13 h 3490"/>
                <a:gd name="T90" fmla="*/ 24 w 3485"/>
                <a:gd name="T91" fmla="*/ 12 h 3490"/>
                <a:gd name="T92" fmla="*/ 24 w 3485"/>
                <a:gd name="T93" fmla="*/ 9 h 3490"/>
                <a:gd name="T94" fmla="*/ 24 w 3485"/>
                <a:gd name="T95" fmla="*/ 7 h 3490"/>
                <a:gd name="T96" fmla="*/ 26 w 3485"/>
                <a:gd name="T97" fmla="*/ 17 h 3490"/>
                <a:gd name="T98" fmla="*/ 27 w 3485"/>
                <a:gd name="T99" fmla="*/ 18 h 3490"/>
                <a:gd name="T100" fmla="*/ 28 w 3485"/>
                <a:gd name="T101" fmla="*/ 21 h 3490"/>
                <a:gd name="T102" fmla="*/ 27 w 3485"/>
                <a:gd name="T103" fmla="*/ 23 h 3490"/>
                <a:gd name="T104" fmla="*/ 26 w 3485"/>
                <a:gd name="T105" fmla="*/ 24 h 3490"/>
                <a:gd name="T106" fmla="*/ 24 w 3485"/>
                <a:gd name="T107" fmla="*/ 23 h 3490"/>
                <a:gd name="T108" fmla="*/ 24 w 3485"/>
                <a:gd name="T109" fmla="*/ 20 h 3490"/>
                <a:gd name="T110" fmla="*/ 25 w 3485"/>
                <a:gd name="T111" fmla="*/ 18 h 3490"/>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w 3485"/>
                <a:gd name="T169" fmla="*/ 0 h 3490"/>
                <a:gd name="T170" fmla="*/ 3485 w 3485"/>
                <a:gd name="T171" fmla="*/ 3490 h 3490"/>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T168" t="T169" r="T170" b="T171"/>
              <a:pathLst>
                <a:path w="3485" h="3490">
                  <a:moveTo>
                    <a:pt x="1754" y="0"/>
                  </a:moveTo>
                  <a:lnTo>
                    <a:pt x="1797" y="2"/>
                  </a:lnTo>
                  <a:lnTo>
                    <a:pt x="1840" y="5"/>
                  </a:lnTo>
                  <a:lnTo>
                    <a:pt x="1881" y="12"/>
                  </a:lnTo>
                  <a:lnTo>
                    <a:pt x="1921" y="20"/>
                  </a:lnTo>
                  <a:lnTo>
                    <a:pt x="1959" y="31"/>
                  </a:lnTo>
                  <a:lnTo>
                    <a:pt x="1994" y="44"/>
                  </a:lnTo>
                  <a:lnTo>
                    <a:pt x="2028" y="59"/>
                  </a:lnTo>
                  <a:lnTo>
                    <a:pt x="2058" y="74"/>
                  </a:lnTo>
                  <a:lnTo>
                    <a:pt x="2086" y="93"/>
                  </a:lnTo>
                  <a:lnTo>
                    <a:pt x="2111" y="113"/>
                  </a:lnTo>
                  <a:lnTo>
                    <a:pt x="2132" y="133"/>
                  </a:lnTo>
                  <a:lnTo>
                    <a:pt x="2151" y="155"/>
                  </a:lnTo>
                  <a:lnTo>
                    <a:pt x="2165" y="179"/>
                  </a:lnTo>
                  <a:lnTo>
                    <a:pt x="2175" y="203"/>
                  </a:lnTo>
                  <a:lnTo>
                    <a:pt x="2182" y="229"/>
                  </a:lnTo>
                  <a:lnTo>
                    <a:pt x="2185" y="255"/>
                  </a:lnTo>
                  <a:lnTo>
                    <a:pt x="2182" y="281"/>
                  </a:lnTo>
                  <a:lnTo>
                    <a:pt x="2175" y="305"/>
                  </a:lnTo>
                  <a:lnTo>
                    <a:pt x="2165" y="330"/>
                  </a:lnTo>
                  <a:lnTo>
                    <a:pt x="2151" y="353"/>
                  </a:lnTo>
                  <a:lnTo>
                    <a:pt x="2132" y="376"/>
                  </a:lnTo>
                  <a:lnTo>
                    <a:pt x="2111" y="397"/>
                  </a:lnTo>
                  <a:lnTo>
                    <a:pt x="2086" y="417"/>
                  </a:lnTo>
                  <a:lnTo>
                    <a:pt x="2058" y="434"/>
                  </a:lnTo>
                  <a:lnTo>
                    <a:pt x="2028" y="451"/>
                  </a:lnTo>
                  <a:lnTo>
                    <a:pt x="1994" y="466"/>
                  </a:lnTo>
                  <a:lnTo>
                    <a:pt x="1959" y="479"/>
                  </a:lnTo>
                  <a:lnTo>
                    <a:pt x="1921" y="489"/>
                  </a:lnTo>
                  <a:lnTo>
                    <a:pt x="1881" y="498"/>
                  </a:lnTo>
                  <a:lnTo>
                    <a:pt x="1840" y="505"/>
                  </a:lnTo>
                  <a:lnTo>
                    <a:pt x="1797" y="508"/>
                  </a:lnTo>
                  <a:lnTo>
                    <a:pt x="1754" y="509"/>
                  </a:lnTo>
                  <a:lnTo>
                    <a:pt x="1710" y="508"/>
                  </a:lnTo>
                  <a:lnTo>
                    <a:pt x="1667" y="505"/>
                  </a:lnTo>
                  <a:lnTo>
                    <a:pt x="1626" y="498"/>
                  </a:lnTo>
                  <a:lnTo>
                    <a:pt x="1586" y="489"/>
                  </a:lnTo>
                  <a:lnTo>
                    <a:pt x="1548" y="479"/>
                  </a:lnTo>
                  <a:lnTo>
                    <a:pt x="1512" y="466"/>
                  </a:lnTo>
                  <a:lnTo>
                    <a:pt x="1479" y="451"/>
                  </a:lnTo>
                  <a:lnTo>
                    <a:pt x="1449" y="434"/>
                  </a:lnTo>
                  <a:lnTo>
                    <a:pt x="1421" y="417"/>
                  </a:lnTo>
                  <a:lnTo>
                    <a:pt x="1395" y="397"/>
                  </a:lnTo>
                  <a:lnTo>
                    <a:pt x="1374" y="376"/>
                  </a:lnTo>
                  <a:lnTo>
                    <a:pt x="1355" y="353"/>
                  </a:lnTo>
                  <a:lnTo>
                    <a:pt x="1341" y="330"/>
                  </a:lnTo>
                  <a:lnTo>
                    <a:pt x="1331" y="305"/>
                  </a:lnTo>
                  <a:lnTo>
                    <a:pt x="1324" y="281"/>
                  </a:lnTo>
                  <a:lnTo>
                    <a:pt x="1321" y="255"/>
                  </a:lnTo>
                  <a:lnTo>
                    <a:pt x="1324" y="229"/>
                  </a:lnTo>
                  <a:lnTo>
                    <a:pt x="1331" y="203"/>
                  </a:lnTo>
                  <a:lnTo>
                    <a:pt x="1341" y="179"/>
                  </a:lnTo>
                  <a:lnTo>
                    <a:pt x="1355" y="155"/>
                  </a:lnTo>
                  <a:lnTo>
                    <a:pt x="1374" y="133"/>
                  </a:lnTo>
                  <a:lnTo>
                    <a:pt x="1395" y="113"/>
                  </a:lnTo>
                  <a:lnTo>
                    <a:pt x="1421" y="93"/>
                  </a:lnTo>
                  <a:lnTo>
                    <a:pt x="1449" y="74"/>
                  </a:lnTo>
                  <a:lnTo>
                    <a:pt x="1479" y="59"/>
                  </a:lnTo>
                  <a:lnTo>
                    <a:pt x="1512" y="44"/>
                  </a:lnTo>
                  <a:lnTo>
                    <a:pt x="1548" y="31"/>
                  </a:lnTo>
                  <a:lnTo>
                    <a:pt x="1586" y="20"/>
                  </a:lnTo>
                  <a:lnTo>
                    <a:pt x="1626" y="12"/>
                  </a:lnTo>
                  <a:lnTo>
                    <a:pt x="1667" y="5"/>
                  </a:lnTo>
                  <a:lnTo>
                    <a:pt x="1710" y="2"/>
                  </a:lnTo>
                  <a:lnTo>
                    <a:pt x="1754" y="0"/>
                  </a:lnTo>
                  <a:close/>
                  <a:moveTo>
                    <a:pt x="239" y="786"/>
                  </a:moveTo>
                  <a:lnTo>
                    <a:pt x="263" y="788"/>
                  </a:lnTo>
                  <a:lnTo>
                    <a:pt x="287" y="794"/>
                  </a:lnTo>
                  <a:lnTo>
                    <a:pt x="309" y="805"/>
                  </a:lnTo>
                  <a:lnTo>
                    <a:pt x="331" y="819"/>
                  </a:lnTo>
                  <a:lnTo>
                    <a:pt x="352" y="836"/>
                  </a:lnTo>
                  <a:lnTo>
                    <a:pt x="372" y="857"/>
                  </a:lnTo>
                  <a:lnTo>
                    <a:pt x="390" y="882"/>
                  </a:lnTo>
                  <a:lnTo>
                    <a:pt x="407" y="909"/>
                  </a:lnTo>
                  <a:lnTo>
                    <a:pt x="423" y="940"/>
                  </a:lnTo>
                  <a:lnTo>
                    <a:pt x="437" y="971"/>
                  </a:lnTo>
                  <a:lnTo>
                    <a:pt x="448" y="1006"/>
                  </a:lnTo>
                  <a:lnTo>
                    <a:pt x="459" y="1043"/>
                  </a:lnTo>
                  <a:lnTo>
                    <a:pt x="467" y="1081"/>
                  </a:lnTo>
                  <a:lnTo>
                    <a:pt x="473" y="1121"/>
                  </a:lnTo>
                  <a:lnTo>
                    <a:pt x="476" y="1163"/>
                  </a:lnTo>
                  <a:lnTo>
                    <a:pt x="478" y="1206"/>
                  </a:lnTo>
                  <a:lnTo>
                    <a:pt x="476" y="1248"/>
                  </a:lnTo>
                  <a:lnTo>
                    <a:pt x="473" y="1290"/>
                  </a:lnTo>
                  <a:lnTo>
                    <a:pt x="467" y="1330"/>
                  </a:lnTo>
                  <a:lnTo>
                    <a:pt x="459" y="1367"/>
                  </a:lnTo>
                  <a:lnTo>
                    <a:pt x="448" y="1405"/>
                  </a:lnTo>
                  <a:lnTo>
                    <a:pt x="437" y="1439"/>
                  </a:lnTo>
                  <a:lnTo>
                    <a:pt x="423" y="1472"/>
                  </a:lnTo>
                  <a:lnTo>
                    <a:pt x="407" y="1501"/>
                  </a:lnTo>
                  <a:lnTo>
                    <a:pt x="390" y="1528"/>
                  </a:lnTo>
                  <a:lnTo>
                    <a:pt x="372" y="1553"/>
                  </a:lnTo>
                  <a:lnTo>
                    <a:pt x="352" y="1574"/>
                  </a:lnTo>
                  <a:lnTo>
                    <a:pt x="331" y="1591"/>
                  </a:lnTo>
                  <a:lnTo>
                    <a:pt x="309" y="1605"/>
                  </a:lnTo>
                  <a:lnTo>
                    <a:pt x="287" y="1616"/>
                  </a:lnTo>
                  <a:lnTo>
                    <a:pt x="263" y="1622"/>
                  </a:lnTo>
                  <a:lnTo>
                    <a:pt x="239" y="1624"/>
                  </a:lnTo>
                  <a:lnTo>
                    <a:pt x="214" y="1622"/>
                  </a:lnTo>
                  <a:lnTo>
                    <a:pt x="191" y="1616"/>
                  </a:lnTo>
                  <a:lnTo>
                    <a:pt x="168" y="1605"/>
                  </a:lnTo>
                  <a:lnTo>
                    <a:pt x="146" y="1591"/>
                  </a:lnTo>
                  <a:lnTo>
                    <a:pt x="125" y="1574"/>
                  </a:lnTo>
                  <a:lnTo>
                    <a:pt x="105" y="1553"/>
                  </a:lnTo>
                  <a:lnTo>
                    <a:pt x="87" y="1528"/>
                  </a:lnTo>
                  <a:lnTo>
                    <a:pt x="70" y="1501"/>
                  </a:lnTo>
                  <a:lnTo>
                    <a:pt x="55" y="1472"/>
                  </a:lnTo>
                  <a:lnTo>
                    <a:pt x="41" y="1439"/>
                  </a:lnTo>
                  <a:lnTo>
                    <a:pt x="29" y="1405"/>
                  </a:lnTo>
                  <a:lnTo>
                    <a:pt x="18" y="1367"/>
                  </a:lnTo>
                  <a:lnTo>
                    <a:pt x="10" y="1330"/>
                  </a:lnTo>
                  <a:lnTo>
                    <a:pt x="4" y="1290"/>
                  </a:lnTo>
                  <a:lnTo>
                    <a:pt x="1" y="1248"/>
                  </a:lnTo>
                  <a:lnTo>
                    <a:pt x="0" y="1206"/>
                  </a:lnTo>
                  <a:lnTo>
                    <a:pt x="1" y="1163"/>
                  </a:lnTo>
                  <a:lnTo>
                    <a:pt x="4" y="1121"/>
                  </a:lnTo>
                  <a:lnTo>
                    <a:pt x="10" y="1081"/>
                  </a:lnTo>
                  <a:lnTo>
                    <a:pt x="18" y="1043"/>
                  </a:lnTo>
                  <a:lnTo>
                    <a:pt x="29" y="1006"/>
                  </a:lnTo>
                  <a:lnTo>
                    <a:pt x="41" y="971"/>
                  </a:lnTo>
                  <a:lnTo>
                    <a:pt x="55" y="940"/>
                  </a:lnTo>
                  <a:lnTo>
                    <a:pt x="70" y="909"/>
                  </a:lnTo>
                  <a:lnTo>
                    <a:pt x="87" y="882"/>
                  </a:lnTo>
                  <a:lnTo>
                    <a:pt x="105" y="857"/>
                  </a:lnTo>
                  <a:lnTo>
                    <a:pt x="125" y="836"/>
                  </a:lnTo>
                  <a:lnTo>
                    <a:pt x="146" y="819"/>
                  </a:lnTo>
                  <a:lnTo>
                    <a:pt x="168" y="805"/>
                  </a:lnTo>
                  <a:lnTo>
                    <a:pt x="191" y="794"/>
                  </a:lnTo>
                  <a:lnTo>
                    <a:pt x="214" y="788"/>
                  </a:lnTo>
                  <a:lnTo>
                    <a:pt x="239" y="786"/>
                  </a:lnTo>
                  <a:close/>
                  <a:moveTo>
                    <a:pt x="1119" y="2495"/>
                  </a:moveTo>
                  <a:lnTo>
                    <a:pt x="1143" y="2498"/>
                  </a:lnTo>
                  <a:lnTo>
                    <a:pt x="1167" y="2504"/>
                  </a:lnTo>
                  <a:lnTo>
                    <a:pt x="1190" y="2514"/>
                  </a:lnTo>
                  <a:lnTo>
                    <a:pt x="1211" y="2528"/>
                  </a:lnTo>
                  <a:lnTo>
                    <a:pt x="1232" y="2546"/>
                  </a:lnTo>
                  <a:lnTo>
                    <a:pt x="1252" y="2567"/>
                  </a:lnTo>
                  <a:lnTo>
                    <a:pt x="1271" y="2592"/>
                  </a:lnTo>
                  <a:lnTo>
                    <a:pt x="1288" y="2618"/>
                  </a:lnTo>
                  <a:lnTo>
                    <a:pt x="1304" y="2648"/>
                  </a:lnTo>
                  <a:lnTo>
                    <a:pt x="1318" y="2681"/>
                  </a:lnTo>
                  <a:lnTo>
                    <a:pt x="1329" y="2715"/>
                  </a:lnTo>
                  <a:lnTo>
                    <a:pt x="1340" y="2752"/>
                  </a:lnTo>
                  <a:lnTo>
                    <a:pt x="1348" y="2790"/>
                  </a:lnTo>
                  <a:lnTo>
                    <a:pt x="1354" y="2830"/>
                  </a:lnTo>
                  <a:lnTo>
                    <a:pt x="1358" y="2872"/>
                  </a:lnTo>
                  <a:lnTo>
                    <a:pt x="1359" y="2914"/>
                  </a:lnTo>
                  <a:lnTo>
                    <a:pt x="1358" y="2956"/>
                  </a:lnTo>
                  <a:lnTo>
                    <a:pt x="1354" y="2998"/>
                  </a:lnTo>
                  <a:lnTo>
                    <a:pt x="1348" y="3038"/>
                  </a:lnTo>
                  <a:lnTo>
                    <a:pt x="1340" y="3077"/>
                  </a:lnTo>
                  <a:lnTo>
                    <a:pt x="1329" y="3113"/>
                  </a:lnTo>
                  <a:lnTo>
                    <a:pt x="1318" y="3147"/>
                  </a:lnTo>
                  <a:lnTo>
                    <a:pt x="1304" y="3180"/>
                  </a:lnTo>
                  <a:lnTo>
                    <a:pt x="1288" y="3209"/>
                  </a:lnTo>
                  <a:lnTo>
                    <a:pt x="1271" y="3238"/>
                  </a:lnTo>
                  <a:lnTo>
                    <a:pt x="1252" y="3261"/>
                  </a:lnTo>
                  <a:lnTo>
                    <a:pt x="1232" y="3282"/>
                  </a:lnTo>
                  <a:lnTo>
                    <a:pt x="1211" y="3301"/>
                  </a:lnTo>
                  <a:lnTo>
                    <a:pt x="1190" y="3315"/>
                  </a:lnTo>
                  <a:lnTo>
                    <a:pt x="1167" y="3325"/>
                  </a:lnTo>
                  <a:lnTo>
                    <a:pt x="1143" y="3331"/>
                  </a:lnTo>
                  <a:lnTo>
                    <a:pt x="1119" y="3334"/>
                  </a:lnTo>
                  <a:lnTo>
                    <a:pt x="1094" y="3331"/>
                  </a:lnTo>
                  <a:lnTo>
                    <a:pt x="1070" y="3325"/>
                  </a:lnTo>
                  <a:lnTo>
                    <a:pt x="1048" y="3315"/>
                  </a:lnTo>
                  <a:lnTo>
                    <a:pt x="1026" y="3301"/>
                  </a:lnTo>
                  <a:lnTo>
                    <a:pt x="1005" y="3282"/>
                  </a:lnTo>
                  <a:lnTo>
                    <a:pt x="985" y="3261"/>
                  </a:lnTo>
                  <a:lnTo>
                    <a:pt x="967" y="3238"/>
                  </a:lnTo>
                  <a:lnTo>
                    <a:pt x="950" y="3209"/>
                  </a:lnTo>
                  <a:lnTo>
                    <a:pt x="935" y="3180"/>
                  </a:lnTo>
                  <a:lnTo>
                    <a:pt x="921" y="3147"/>
                  </a:lnTo>
                  <a:lnTo>
                    <a:pt x="909" y="3113"/>
                  </a:lnTo>
                  <a:lnTo>
                    <a:pt x="898" y="3077"/>
                  </a:lnTo>
                  <a:lnTo>
                    <a:pt x="890" y="3038"/>
                  </a:lnTo>
                  <a:lnTo>
                    <a:pt x="884" y="2998"/>
                  </a:lnTo>
                  <a:lnTo>
                    <a:pt x="881" y="2956"/>
                  </a:lnTo>
                  <a:lnTo>
                    <a:pt x="880" y="2914"/>
                  </a:lnTo>
                  <a:lnTo>
                    <a:pt x="881" y="2872"/>
                  </a:lnTo>
                  <a:lnTo>
                    <a:pt x="884" y="2830"/>
                  </a:lnTo>
                  <a:lnTo>
                    <a:pt x="890" y="2790"/>
                  </a:lnTo>
                  <a:lnTo>
                    <a:pt x="898" y="2752"/>
                  </a:lnTo>
                  <a:lnTo>
                    <a:pt x="909" y="2715"/>
                  </a:lnTo>
                  <a:lnTo>
                    <a:pt x="921" y="2681"/>
                  </a:lnTo>
                  <a:lnTo>
                    <a:pt x="935" y="2648"/>
                  </a:lnTo>
                  <a:lnTo>
                    <a:pt x="950" y="2618"/>
                  </a:lnTo>
                  <a:lnTo>
                    <a:pt x="967" y="2592"/>
                  </a:lnTo>
                  <a:lnTo>
                    <a:pt x="985" y="2567"/>
                  </a:lnTo>
                  <a:lnTo>
                    <a:pt x="1005" y="2546"/>
                  </a:lnTo>
                  <a:lnTo>
                    <a:pt x="1026" y="2528"/>
                  </a:lnTo>
                  <a:lnTo>
                    <a:pt x="1048" y="2514"/>
                  </a:lnTo>
                  <a:lnTo>
                    <a:pt x="1070" y="2504"/>
                  </a:lnTo>
                  <a:lnTo>
                    <a:pt x="1094" y="2498"/>
                  </a:lnTo>
                  <a:lnTo>
                    <a:pt x="1119" y="2495"/>
                  </a:lnTo>
                  <a:close/>
                  <a:moveTo>
                    <a:pt x="2380" y="2651"/>
                  </a:moveTo>
                  <a:lnTo>
                    <a:pt x="2405" y="2654"/>
                  </a:lnTo>
                  <a:lnTo>
                    <a:pt x="2428" y="2660"/>
                  </a:lnTo>
                  <a:lnTo>
                    <a:pt x="2452" y="2670"/>
                  </a:lnTo>
                  <a:lnTo>
                    <a:pt x="2473" y="2684"/>
                  </a:lnTo>
                  <a:lnTo>
                    <a:pt x="2494" y="2703"/>
                  </a:lnTo>
                  <a:lnTo>
                    <a:pt x="2514" y="2724"/>
                  </a:lnTo>
                  <a:lnTo>
                    <a:pt x="2533" y="2747"/>
                  </a:lnTo>
                  <a:lnTo>
                    <a:pt x="2550" y="2774"/>
                  </a:lnTo>
                  <a:lnTo>
                    <a:pt x="2565" y="2805"/>
                  </a:lnTo>
                  <a:lnTo>
                    <a:pt x="2580" y="2838"/>
                  </a:lnTo>
                  <a:lnTo>
                    <a:pt x="2591" y="2872"/>
                  </a:lnTo>
                  <a:lnTo>
                    <a:pt x="2602" y="2908"/>
                  </a:lnTo>
                  <a:lnTo>
                    <a:pt x="2610" y="2947"/>
                  </a:lnTo>
                  <a:lnTo>
                    <a:pt x="2616" y="2987"/>
                  </a:lnTo>
                  <a:lnTo>
                    <a:pt x="2619" y="3029"/>
                  </a:lnTo>
                  <a:lnTo>
                    <a:pt x="2621" y="3071"/>
                  </a:lnTo>
                  <a:lnTo>
                    <a:pt x="2619" y="3113"/>
                  </a:lnTo>
                  <a:lnTo>
                    <a:pt x="2616" y="3155"/>
                  </a:lnTo>
                  <a:lnTo>
                    <a:pt x="2610" y="3195"/>
                  </a:lnTo>
                  <a:lnTo>
                    <a:pt x="2602" y="3233"/>
                  </a:lnTo>
                  <a:lnTo>
                    <a:pt x="2591" y="3270"/>
                  </a:lnTo>
                  <a:lnTo>
                    <a:pt x="2580" y="3304"/>
                  </a:lnTo>
                  <a:lnTo>
                    <a:pt x="2565" y="3337"/>
                  </a:lnTo>
                  <a:lnTo>
                    <a:pt x="2550" y="3367"/>
                  </a:lnTo>
                  <a:lnTo>
                    <a:pt x="2533" y="3393"/>
                  </a:lnTo>
                  <a:lnTo>
                    <a:pt x="2514" y="3418"/>
                  </a:lnTo>
                  <a:lnTo>
                    <a:pt x="2494" y="3439"/>
                  </a:lnTo>
                  <a:lnTo>
                    <a:pt x="2473" y="3457"/>
                  </a:lnTo>
                  <a:lnTo>
                    <a:pt x="2452" y="3471"/>
                  </a:lnTo>
                  <a:lnTo>
                    <a:pt x="2428" y="3481"/>
                  </a:lnTo>
                  <a:lnTo>
                    <a:pt x="2405" y="3487"/>
                  </a:lnTo>
                  <a:lnTo>
                    <a:pt x="2380" y="3490"/>
                  </a:lnTo>
                  <a:lnTo>
                    <a:pt x="2356" y="3487"/>
                  </a:lnTo>
                  <a:lnTo>
                    <a:pt x="2332" y="3481"/>
                  </a:lnTo>
                  <a:lnTo>
                    <a:pt x="2310" y="3471"/>
                  </a:lnTo>
                  <a:lnTo>
                    <a:pt x="2288" y="3457"/>
                  </a:lnTo>
                  <a:lnTo>
                    <a:pt x="2267" y="3439"/>
                  </a:lnTo>
                  <a:lnTo>
                    <a:pt x="2248" y="3418"/>
                  </a:lnTo>
                  <a:lnTo>
                    <a:pt x="2229" y="3393"/>
                  </a:lnTo>
                  <a:lnTo>
                    <a:pt x="2212" y="3367"/>
                  </a:lnTo>
                  <a:lnTo>
                    <a:pt x="2196" y="3337"/>
                  </a:lnTo>
                  <a:lnTo>
                    <a:pt x="2182" y="3304"/>
                  </a:lnTo>
                  <a:lnTo>
                    <a:pt x="2171" y="3270"/>
                  </a:lnTo>
                  <a:lnTo>
                    <a:pt x="2160" y="3233"/>
                  </a:lnTo>
                  <a:lnTo>
                    <a:pt x="2152" y="3195"/>
                  </a:lnTo>
                  <a:lnTo>
                    <a:pt x="2146" y="3155"/>
                  </a:lnTo>
                  <a:lnTo>
                    <a:pt x="2142" y="3113"/>
                  </a:lnTo>
                  <a:lnTo>
                    <a:pt x="2141" y="3071"/>
                  </a:lnTo>
                  <a:lnTo>
                    <a:pt x="2142" y="3029"/>
                  </a:lnTo>
                  <a:lnTo>
                    <a:pt x="2146" y="2987"/>
                  </a:lnTo>
                  <a:lnTo>
                    <a:pt x="2152" y="2947"/>
                  </a:lnTo>
                  <a:lnTo>
                    <a:pt x="2160" y="2908"/>
                  </a:lnTo>
                  <a:lnTo>
                    <a:pt x="2171" y="2872"/>
                  </a:lnTo>
                  <a:lnTo>
                    <a:pt x="2182" y="2838"/>
                  </a:lnTo>
                  <a:lnTo>
                    <a:pt x="2196" y="2805"/>
                  </a:lnTo>
                  <a:lnTo>
                    <a:pt x="2212" y="2774"/>
                  </a:lnTo>
                  <a:lnTo>
                    <a:pt x="2229" y="2747"/>
                  </a:lnTo>
                  <a:lnTo>
                    <a:pt x="2248" y="2724"/>
                  </a:lnTo>
                  <a:lnTo>
                    <a:pt x="2267" y="2703"/>
                  </a:lnTo>
                  <a:lnTo>
                    <a:pt x="2288" y="2684"/>
                  </a:lnTo>
                  <a:lnTo>
                    <a:pt x="2310" y="2670"/>
                  </a:lnTo>
                  <a:lnTo>
                    <a:pt x="2332" y="2660"/>
                  </a:lnTo>
                  <a:lnTo>
                    <a:pt x="2356" y="2654"/>
                  </a:lnTo>
                  <a:lnTo>
                    <a:pt x="2380" y="2651"/>
                  </a:lnTo>
                  <a:close/>
                  <a:moveTo>
                    <a:pt x="2342" y="1355"/>
                  </a:moveTo>
                  <a:lnTo>
                    <a:pt x="2366" y="1357"/>
                  </a:lnTo>
                  <a:lnTo>
                    <a:pt x="2390" y="1363"/>
                  </a:lnTo>
                  <a:lnTo>
                    <a:pt x="2412" y="1373"/>
                  </a:lnTo>
                  <a:lnTo>
                    <a:pt x="2434" y="1387"/>
                  </a:lnTo>
                  <a:lnTo>
                    <a:pt x="2455" y="1405"/>
                  </a:lnTo>
                  <a:lnTo>
                    <a:pt x="2475" y="1426"/>
                  </a:lnTo>
                  <a:lnTo>
                    <a:pt x="2493" y="1451"/>
                  </a:lnTo>
                  <a:lnTo>
                    <a:pt x="2510" y="1478"/>
                  </a:lnTo>
                  <a:lnTo>
                    <a:pt x="2526" y="1507"/>
                  </a:lnTo>
                  <a:lnTo>
                    <a:pt x="2540" y="1540"/>
                  </a:lnTo>
                  <a:lnTo>
                    <a:pt x="2551" y="1574"/>
                  </a:lnTo>
                  <a:lnTo>
                    <a:pt x="2562" y="1611"/>
                  </a:lnTo>
                  <a:lnTo>
                    <a:pt x="2570" y="1649"/>
                  </a:lnTo>
                  <a:lnTo>
                    <a:pt x="2576" y="1689"/>
                  </a:lnTo>
                  <a:lnTo>
                    <a:pt x="2580" y="1731"/>
                  </a:lnTo>
                  <a:lnTo>
                    <a:pt x="2581" y="1773"/>
                  </a:lnTo>
                  <a:lnTo>
                    <a:pt x="2580" y="1815"/>
                  </a:lnTo>
                  <a:lnTo>
                    <a:pt x="2576" y="1858"/>
                  </a:lnTo>
                  <a:lnTo>
                    <a:pt x="2570" y="1897"/>
                  </a:lnTo>
                  <a:lnTo>
                    <a:pt x="2562" y="1936"/>
                  </a:lnTo>
                  <a:lnTo>
                    <a:pt x="2551" y="1972"/>
                  </a:lnTo>
                  <a:lnTo>
                    <a:pt x="2540" y="2008"/>
                  </a:lnTo>
                  <a:lnTo>
                    <a:pt x="2526" y="2039"/>
                  </a:lnTo>
                  <a:lnTo>
                    <a:pt x="2510" y="2070"/>
                  </a:lnTo>
                  <a:lnTo>
                    <a:pt x="2493" y="2097"/>
                  </a:lnTo>
                  <a:lnTo>
                    <a:pt x="2475" y="2121"/>
                  </a:lnTo>
                  <a:lnTo>
                    <a:pt x="2455" y="2142"/>
                  </a:lnTo>
                  <a:lnTo>
                    <a:pt x="2434" y="2160"/>
                  </a:lnTo>
                  <a:lnTo>
                    <a:pt x="2412" y="2174"/>
                  </a:lnTo>
                  <a:lnTo>
                    <a:pt x="2390" y="2185"/>
                  </a:lnTo>
                  <a:lnTo>
                    <a:pt x="2366" y="2191"/>
                  </a:lnTo>
                  <a:lnTo>
                    <a:pt x="2342" y="2193"/>
                  </a:lnTo>
                  <a:lnTo>
                    <a:pt x="2317" y="2191"/>
                  </a:lnTo>
                  <a:lnTo>
                    <a:pt x="2294" y="2185"/>
                  </a:lnTo>
                  <a:lnTo>
                    <a:pt x="2270" y="2174"/>
                  </a:lnTo>
                  <a:lnTo>
                    <a:pt x="2249" y="2160"/>
                  </a:lnTo>
                  <a:lnTo>
                    <a:pt x="2228" y="2142"/>
                  </a:lnTo>
                  <a:lnTo>
                    <a:pt x="2208" y="2121"/>
                  </a:lnTo>
                  <a:lnTo>
                    <a:pt x="2189" y="2097"/>
                  </a:lnTo>
                  <a:lnTo>
                    <a:pt x="2173" y="2070"/>
                  </a:lnTo>
                  <a:lnTo>
                    <a:pt x="2157" y="2039"/>
                  </a:lnTo>
                  <a:lnTo>
                    <a:pt x="2142" y="2008"/>
                  </a:lnTo>
                  <a:lnTo>
                    <a:pt x="2131" y="1972"/>
                  </a:lnTo>
                  <a:lnTo>
                    <a:pt x="2120" y="1936"/>
                  </a:lnTo>
                  <a:lnTo>
                    <a:pt x="2112" y="1897"/>
                  </a:lnTo>
                  <a:lnTo>
                    <a:pt x="2106" y="1858"/>
                  </a:lnTo>
                  <a:lnTo>
                    <a:pt x="2103" y="1815"/>
                  </a:lnTo>
                  <a:lnTo>
                    <a:pt x="2101" y="1773"/>
                  </a:lnTo>
                  <a:lnTo>
                    <a:pt x="2103" y="1731"/>
                  </a:lnTo>
                  <a:lnTo>
                    <a:pt x="2106" y="1689"/>
                  </a:lnTo>
                  <a:lnTo>
                    <a:pt x="2112" y="1649"/>
                  </a:lnTo>
                  <a:lnTo>
                    <a:pt x="2120" y="1611"/>
                  </a:lnTo>
                  <a:lnTo>
                    <a:pt x="2131" y="1574"/>
                  </a:lnTo>
                  <a:lnTo>
                    <a:pt x="2142" y="1540"/>
                  </a:lnTo>
                  <a:lnTo>
                    <a:pt x="2157" y="1507"/>
                  </a:lnTo>
                  <a:lnTo>
                    <a:pt x="2173" y="1478"/>
                  </a:lnTo>
                  <a:lnTo>
                    <a:pt x="2189" y="1451"/>
                  </a:lnTo>
                  <a:lnTo>
                    <a:pt x="2208" y="1426"/>
                  </a:lnTo>
                  <a:lnTo>
                    <a:pt x="2228" y="1405"/>
                  </a:lnTo>
                  <a:lnTo>
                    <a:pt x="2249" y="1387"/>
                  </a:lnTo>
                  <a:lnTo>
                    <a:pt x="2270" y="1373"/>
                  </a:lnTo>
                  <a:lnTo>
                    <a:pt x="2294" y="1363"/>
                  </a:lnTo>
                  <a:lnTo>
                    <a:pt x="2317" y="1357"/>
                  </a:lnTo>
                  <a:lnTo>
                    <a:pt x="2342" y="1355"/>
                  </a:lnTo>
                  <a:close/>
                  <a:moveTo>
                    <a:pt x="3179" y="819"/>
                  </a:moveTo>
                  <a:lnTo>
                    <a:pt x="3204" y="821"/>
                  </a:lnTo>
                  <a:lnTo>
                    <a:pt x="3227" y="827"/>
                  </a:lnTo>
                  <a:lnTo>
                    <a:pt x="3250" y="838"/>
                  </a:lnTo>
                  <a:lnTo>
                    <a:pt x="3272" y="852"/>
                  </a:lnTo>
                  <a:lnTo>
                    <a:pt x="3293" y="869"/>
                  </a:lnTo>
                  <a:lnTo>
                    <a:pt x="3312" y="890"/>
                  </a:lnTo>
                  <a:lnTo>
                    <a:pt x="3331" y="915"/>
                  </a:lnTo>
                  <a:lnTo>
                    <a:pt x="3348" y="942"/>
                  </a:lnTo>
                  <a:lnTo>
                    <a:pt x="3363" y="971"/>
                  </a:lnTo>
                  <a:lnTo>
                    <a:pt x="3377" y="1004"/>
                  </a:lnTo>
                  <a:lnTo>
                    <a:pt x="3389" y="1038"/>
                  </a:lnTo>
                  <a:lnTo>
                    <a:pt x="3400" y="1076"/>
                  </a:lnTo>
                  <a:lnTo>
                    <a:pt x="3408" y="1113"/>
                  </a:lnTo>
                  <a:lnTo>
                    <a:pt x="3414" y="1153"/>
                  </a:lnTo>
                  <a:lnTo>
                    <a:pt x="3417" y="1195"/>
                  </a:lnTo>
                  <a:lnTo>
                    <a:pt x="3418" y="1237"/>
                  </a:lnTo>
                  <a:lnTo>
                    <a:pt x="3417" y="1280"/>
                  </a:lnTo>
                  <a:lnTo>
                    <a:pt x="3414" y="1322"/>
                  </a:lnTo>
                  <a:lnTo>
                    <a:pt x="3408" y="1362"/>
                  </a:lnTo>
                  <a:lnTo>
                    <a:pt x="3400" y="1399"/>
                  </a:lnTo>
                  <a:lnTo>
                    <a:pt x="3389" y="1437"/>
                  </a:lnTo>
                  <a:lnTo>
                    <a:pt x="3377" y="1471"/>
                  </a:lnTo>
                  <a:lnTo>
                    <a:pt x="3363" y="1503"/>
                  </a:lnTo>
                  <a:lnTo>
                    <a:pt x="3348" y="1533"/>
                  </a:lnTo>
                  <a:lnTo>
                    <a:pt x="3331" y="1560"/>
                  </a:lnTo>
                  <a:lnTo>
                    <a:pt x="3312" y="1584"/>
                  </a:lnTo>
                  <a:lnTo>
                    <a:pt x="3293" y="1605"/>
                  </a:lnTo>
                  <a:lnTo>
                    <a:pt x="3272" y="1623"/>
                  </a:lnTo>
                  <a:lnTo>
                    <a:pt x="3250" y="1637"/>
                  </a:lnTo>
                  <a:lnTo>
                    <a:pt x="3227" y="1648"/>
                  </a:lnTo>
                  <a:lnTo>
                    <a:pt x="3204" y="1654"/>
                  </a:lnTo>
                  <a:lnTo>
                    <a:pt x="3179" y="1656"/>
                  </a:lnTo>
                  <a:lnTo>
                    <a:pt x="3155" y="1654"/>
                  </a:lnTo>
                  <a:lnTo>
                    <a:pt x="3131" y="1648"/>
                  </a:lnTo>
                  <a:lnTo>
                    <a:pt x="3108" y="1637"/>
                  </a:lnTo>
                  <a:lnTo>
                    <a:pt x="3087" y="1623"/>
                  </a:lnTo>
                  <a:lnTo>
                    <a:pt x="3066" y="1605"/>
                  </a:lnTo>
                  <a:lnTo>
                    <a:pt x="3046" y="1584"/>
                  </a:lnTo>
                  <a:lnTo>
                    <a:pt x="3027" y="1560"/>
                  </a:lnTo>
                  <a:lnTo>
                    <a:pt x="3011" y="1533"/>
                  </a:lnTo>
                  <a:lnTo>
                    <a:pt x="2994" y="1503"/>
                  </a:lnTo>
                  <a:lnTo>
                    <a:pt x="2980" y="1471"/>
                  </a:lnTo>
                  <a:lnTo>
                    <a:pt x="2968" y="1437"/>
                  </a:lnTo>
                  <a:lnTo>
                    <a:pt x="2958" y="1399"/>
                  </a:lnTo>
                  <a:lnTo>
                    <a:pt x="2950" y="1362"/>
                  </a:lnTo>
                  <a:lnTo>
                    <a:pt x="2944" y="1322"/>
                  </a:lnTo>
                  <a:lnTo>
                    <a:pt x="2940" y="1280"/>
                  </a:lnTo>
                  <a:lnTo>
                    <a:pt x="2939" y="1237"/>
                  </a:lnTo>
                  <a:lnTo>
                    <a:pt x="2940" y="1195"/>
                  </a:lnTo>
                  <a:lnTo>
                    <a:pt x="2944" y="1153"/>
                  </a:lnTo>
                  <a:lnTo>
                    <a:pt x="2950" y="1113"/>
                  </a:lnTo>
                  <a:lnTo>
                    <a:pt x="2958" y="1076"/>
                  </a:lnTo>
                  <a:lnTo>
                    <a:pt x="2968" y="1038"/>
                  </a:lnTo>
                  <a:lnTo>
                    <a:pt x="2980" y="1004"/>
                  </a:lnTo>
                  <a:lnTo>
                    <a:pt x="2994" y="971"/>
                  </a:lnTo>
                  <a:lnTo>
                    <a:pt x="3011" y="942"/>
                  </a:lnTo>
                  <a:lnTo>
                    <a:pt x="3027" y="915"/>
                  </a:lnTo>
                  <a:lnTo>
                    <a:pt x="3046" y="890"/>
                  </a:lnTo>
                  <a:lnTo>
                    <a:pt x="3066" y="869"/>
                  </a:lnTo>
                  <a:lnTo>
                    <a:pt x="3087" y="852"/>
                  </a:lnTo>
                  <a:lnTo>
                    <a:pt x="3108" y="838"/>
                  </a:lnTo>
                  <a:lnTo>
                    <a:pt x="3131" y="827"/>
                  </a:lnTo>
                  <a:lnTo>
                    <a:pt x="3155" y="821"/>
                  </a:lnTo>
                  <a:lnTo>
                    <a:pt x="3179" y="819"/>
                  </a:lnTo>
                  <a:close/>
                  <a:moveTo>
                    <a:pt x="3246" y="2144"/>
                  </a:moveTo>
                  <a:lnTo>
                    <a:pt x="3271" y="2146"/>
                  </a:lnTo>
                  <a:lnTo>
                    <a:pt x="3294" y="2152"/>
                  </a:lnTo>
                  <a:lnTo>
                    <a:pt x="3316" y="2162"/>
                  </a:lnTo>
                  <a:lnTo>
                    <a:pt x="3339" y="2176"/>
                  </a:lnTo>
                  <a:lnTo>
                    <a:pt x="3360" y="2194"/>
                  </a:lnTo>
                  <a:lnTo>
                    <a:pt x="3380" y="2215"/>
                  </a:lnTo>
                  <a:lnTo>
                    <a:pt x="3397" y="2240"/>
                  </a:lnTo>
                  <a:lnTo>
                    <a:pt x="3415" y="2267"/>
                  </a:lnTo>
                  <a:lnTo>
                    <a:pt x="3430" y="2296"/>
                  </a:lnTo>
                  <a:lnTo>
                    <a:pt x="3444" y="2329"/>
                  </a:lnTo>
                  <a:lnTo>
                    <a:pt x="3456" y="2363"/>
                  </a:lnTo>
                  <a:lnTo>
                    <a:pt x="3466" y="2400"/>
                  </a:lnTo>
                  <a:lnTo>
                    <a:pt x="3475" y="2438"/>
                  </a:lnTo>
                  <a:lnTo>
                    <a:pt x="3480" y="2478"/>
                  </a:lnTo>
                  <a:lnTo>
                    <a:pt x="3484" y="2520"/>
                  </a:lnTo>
                  <a:lnTo>
                    <a:pt x="3485" y="2562"/>
                  </a:lnTo>
                  <a:lnTo>
                    <a:pt x="3484" y="2604"/>
                  </a:lnTo>
                  <a:lnTo>
                    <a:pt x="3480" y="2647"/>
                  </a:lnTo>
                  <a:lnTo>
                    <a:pt x="3475" y="2686"/>
                  </a:lnTo>
                  <a:lnTo>
                    <a:pt x="3466" y="2725"/>
                  </a:lnTo>
                  <a:lnTo>
                    <a:pt x="3456" y="2762"/>
                  </a:lnTo>
                  <a:lnTo>
                    <a:pt x="3444" y="2796"/>
                  </a:lnTo>
                  <a:lnTo>
                    <a:pt x="3430" y="2828"/>
                  </a:lnTo>
                  <a:lnTo>
                    <a:pt x="3415" y="2858"/>
                  </a:lnTo>
                  <a:lnTo>
                    <a:pt x="3397" y="2886"/>
                  </a:lnTo>
                  <a:lnTo>
                    <a:pt x="3380" y="2909"/>
                  </a:lnTo>
                  <a:lnTo>
                    <a:pt x="3360" y="2930"/>
                  </a:lnTo>
                  <a:lnTo>
                    <a:pt x="3339" y="2949"/>
                  </a:lnTo>
                  <a:lnTo>
                    <a:pt x="3316" y="2963"/>
                  </a:lnTo>
                  <a:lnTo>
                    <a:pt x="3294" y="2974"/>
                  </a:lnTo>
                  <a:lnTo>
                    <a:pt x="3271" y="2980"/>
                  </a:lnTo>
                  <a:lnTo>
                    <a:pt x="3246" y="2982"/>
                  </a:lnTo>
                  <a:lnTo>
                    <a:pt x="3222" y="2980"/>
                  </a:lnTo>
                  <a:lnTo>
                    <a:pt x="3198" y="2974"/>
                  </a:lnTo>
                  <a:lnTo>
                    <a:pt x="3176" y="2963"/>
                  </a:lnTo>
                  <a:lnTo>
                    <a:pt x="3154" y="2949"/>
                  </a:lnTo>
                  <a:lnTo>
                    <a:pt x="3133" y="2930"/>
                  </a:lnTo>
                  <a:lnTo>
                    <a:pt x="3113" y="2909"/>
                  </a:lnTo>
                  <a:lnTo>
                    <a:pt x="3095" y="2886"/>
                  </a:lnTo>
                  <a:lnTo>
                    <a:pt x="3077" y="2858"/>
                  </a:lnTo>
                  <a:lnTo>
                    <a:pt x="3062" y="2828"/>
                  </a:lnTo>
                  <a:lnTo>
                    <a:pt x="3048" y="2796"/>
                  </a:lnTo>
                  <a:lnTo>
                    <a:pt x="3036" y="2762"/>
                  </a:lnTo>
                  <a:lnTo>
                    <a:pt x="3026" y="2725"/>
                  </a:lnTo>
                  <a:lnTo>
                    <a:pt x="3018" y="2686"/>
                  </a:lnTo>
                  <a:lnTo>
                    <a:pt x="3012" y="2647"/>
                  </a:lnTo>
                  <a:lnTo>
                    <a:pt x="3008" y="2604"/>
                  </a:lnTo>
                  <a:lnTo>
                    <a:pt x="3007" y="2562"/>
                  </a:lnTo>
                  <a:lnTo>
                    <a:pt x="3008" y="2520"/>
                  </a:lnTo>
                  <a:lnTo>
                    <a:pt x="3012" y="2478"/>
                  </a:lnTo>
                  <a:lnTo>
                    <a:pt x="3018" y="2438"/>
                  </a:lnTo>
                  <a:lnTo>
                    <a:pt x="3026" y="2400"/>
                  </a:lnTo>
                  <a:lnTo>
                    <a:pt x="3036" y="2363"/>
                  </a:lnTo>
                  <a:lnTo>
                    <a:pt x="3048" y="2329"/>
                  </a:lnTo>
                  <a:lnTo>
                    <a:pt x="3062" y="2296"/>
                  </a:lnTo>
                  <a:lnTo>
                    <a:pt x="3077" y="2267"/>
                  </a:lnTo>
                  <a:lnTo>
                    <a:pt x="3095" y="2240"/>
                  </a:lnTo>
                  <a:lnTo>
                    <a:pt x="3113" y="2215"/>
                  </a:lnTo>
                  <a:lnTo>
                    <a:pt x="3133" y="2194"/>
                  </a:lnTo>
                  <a:lnTo>
                    <a:pt x="3154" y="2176"/>
                  </a:lnTo>
                  <a:lnTo>
                    <a:pt x="3176" y="2162"/>
                  </a:lnTo>
                  <a:lnTo>
                    <a:pt x="3198" y="2152"/>
                  </a:lnTo>
                  <a:lnTo>
                    <a:pt x="3222" y="2146"/>
                  </a:lnTo>
                  <a:lnTo>
                    <a:pt x="3246" y="214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390" name="Freeform 30"/>
            <p:cNvSpPr>
              <a:spLocks/>
            </p:cNvSpPr>
            <p:nvPr/>
          </p:nvSpPr>
          <p:spPr bwMode="auto">
            <a:xfrm>
              <a:off x="1267" y="1588"/>
              <a:ext cx="87" cy="52"/>
            </a:xfrm>
            <a:custGeom>
              <a:avLst/>
              <a:gdLst>
                <a:gd name="T0" fmla="*/ 3 w 437"/>
                <a:gd name="T1" fmla="*/ 2 h 260"/>
                <a:gd name="T2" fmla="*/ 3 w 437"/>
                <a:gd name="T3" fmla="*/ 2 h 260"/>
                <a:gd name="T4" fmla="*/ 3 w 437"/>
                <a:gd name="T5" fmla="*/ 2 h 260"/>
                <a:gd name="T6" fmla="*/ 3 w 437"/>
                <a:gd name="T7" fmla="*/ 2 h 260"/>
                <a:gd name="T8" fmla="*/ 3 w 437"/>
                <a:gd name="T9" fmla="*/ 1 h 260"/>
                <a:gd name="T10" fmla="*/ 3 w 437"/>
                <a:gd name="T11" fmla="*/ 1 h 260"/>
                <a:gd name="T12" fmla="*/ 3 w 437"/>
                <a:gd name="T13" fmla="*/ 1 h 260"/>
                <a:gd name="T14" fmla="*/ 3 w 437"/>
                <a:gd name="T15" fmla="*/ 1 h 260"/>
                <a:gd name="T16" fmla="*/ 3 w 437"/>
                <a:gd name="T17" fmla="*/ 1 h 260"/>
                <a:gd name="T18" fmla="*/ 2 w 437"/>
                <a:gd name="T19" fmla="*/ 1 h 260"/>
                <a:gd name="T20" fmla="*/ 2 w 437"/>
                <a:gd name="T21" fmla="*/ 0 h 260"/>
                <a:gd name="T22" fmla="*/ 2 w 437"/>
                <a:gd name="T23" fmla="*/ 0 h 260"/>
                <a:gd name="T24" fmla="*/ 2 w 437"/>
                <a:gd name="T25" fmla="*/ 0 h 260"/>
                <a:gd name="T26" fmla="*/ 1 w 437"/>
                <a:gd name="T27" fmla="*/ 0 h 260"/>
                <a:gd name="T28" fmla="*/ 1 w 437"/>
                <a:gd name="T29" fmla="*/ 0 h 260"/>
                <a:gd name="T30" fmla="*/ 1 w 437"/>
                <a:gd name="T31" fmla="*/ 0 h 260"/>
                <a:gd name="T32" fmla="*/ 0 w 437"/>
                <a:gd name="T33" fmla="*/ 0 h 260"/>
                <a:gd name="T34" fmla="*/ 0 w 437"/>
                <a:gd name="T35" fmla="*/ 0 h 260"/>
                <a:gd name="T36" fmla="*/ 0 w 437"/>
                <a:gd name="T37" fmla="*/ 0 h 260"/>
                <a:gd name="T38" fmla="*/ 0 w 437"/>
                <a:gd name="T39" fmla="*/ 0 h 260"/>
                <a:gd name="T40" fmla="*/ 1 w 437"/>
                <a:gd name="T41" fmla="*/ 0 h 260"/>
                <a:gd name="T42" fmla="*/ 1 w 437"/>
                <a:gd name="T43" fmla="*/ 0 h 260"/>
                <a:gd name="T44" fmla="*/ 1 w 437"/>
                <a:gd name="T45" fmla="*/ 0 h 260"/>
                <a:gd name="T46" fmla="*/ 2 w 437"/>
                <a:gd name="T47" fmla="*/ 0 h 260"/>
                <a:gd name="T48" fmla="*/ 2 w 437"/>
                <a:gd name="T49" fmla="*/ 0 h 260"/>
                <a:gd name="T50" fmla="*/ 2 w 437"/>
                <a:gd name="T51" fmla="*/ 1 h 260"/>
                <a:gd name="T52" fmla="*/ 2 w 437"/>
                <a:gd name="T53" fmla="*/ 1 h 260"/>
                <a:gd name="T54" fmla="*/ 3 w 437"/>
                <a:gd name="T55" fmla="*/ 1 h 260"/>
                <a:gd name="T56" fmla="*/ 3 w 437"/>
                <a:gd name="T57" fmla="*/ 1 h 260"/>
                <a:gd name="T58" fmla="*/ 3 w 437"/>
                <a:gd name="T59" fmla="*/ 1 h 260"/>
                <a:gd name="T60" fmla="*/ 3 w 437"/>
                <a:gd name="T61" fmla="*/ 1 h 260"/>
                <a:gd name="T62" fmla="*/ 3 w 437"/>
                <a:gd name="T63" fmla="*/ 1 h 260"/>
                <a:gd name="T64" fmla="*/ 3 w 437"/>
                <a:gd name="T65" fmla="*/ 2 h 260"/>
                <a:gd name="T66" fmla="*/ 3 w 437"/>
                <a:gd name="T67" fmla="*/ 2 h 260"/>
                <a:gd name="T68" fmla="*/ 3 w 437"/>
                <a:gd name="T69" fmla="*/ 2 h 260"/>
                <a:gd name="T70" fmla="*/ 3 w 437"/>
                <a:gd name="T71" fmla="*/ 2 h 260"/>
                <a:gd name="T72" fmla="*/ 3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437" y="260"/>
                  </a:moveTo>
                  <a:lnTo>
                    <a:pt x="437" y="260"/>
                  </a:lnTo>
                  <a:lnTo>
                    <a:pt x="434" y="233"/>
                  </a:lnTo>
                  <a:lnTo>
                    <a:pt x="427" y="206"/>
                  </a:lnTo>
                  <a:lnTo>
                    <a:pt x="417" y="181"/>
                  </a:lnTo>
                  <a:lnTo>
                    <a:pt x="401" y="157"/>
                  </a:lnTo>
                  <a:lnTo>
                    <a:pt x="383" y="133"/>
                  </a:lnTo>
                  <a:lnTo>
                    <a:pt x="360" y="113"/>
                  </a:lnTo>
                  <a:lnTo>
                    <a:pt x="336" y="93"/>
                  </a:lnTo>
                  <a:lnTo>
                    <a:pt x="308" y="73"/>
                  </a:lnTo>
                  <a:lnTo>
                    <a:pt x="276" y="58"/>
                  </a:lnTo>
                  <a:lnTo>
                    <a:pt x="242" y="43"/>
                  </a:lnTo>
                  <a:lnTo>
                    <a:pt x="207" y="30"/>
                  </a:lnTo>
                  <a:lnTo>
                    <a:pt x="168" y="19"/>
                  </a:lnTo>
                  <a:lnTo>
                    <a:pt x="128" y="11"/>
                  </a:lnTo>
                  <a:lnTo>
                    <a:pt x="87" y="4"/>
                  </a:lnTo>
                  <a:lnTo>
                    <a:pt x="43" y="1"/>
                  </a:lnTo>
                  <a:lnTo>
                    <a:pt x="0" y="0"/>
                  </a:lnTo>
                  <a:lnTo>
                    <a:pt x="0" y="11"/>
                  </a:lnTo>
                  <a:lnTo>
                    <a:pt x="43" y="12"/>
                  </a:lnTo>
                  <a:lnTo>
                    <a:pt x="85" y="16"/>
                  </a:lnTo>
                  <a:lnTo>
                    <a:pt x="126" y="23"/>
                  </a:lnTo>
                  <a:lnTo>
                    <a:pt x="166" y="31"/>
                  </a:lnTo>
                  <a:lnTo>
                    <a:pt x="202" y="42"/>
                  </a:lnTo>
                  <a:lnTo>
                    <a:pt x="237" y="55"/>
                  </a:lnTo>
                  <a:lnTo>
                    <a:pt x="271" y="70"/>
                  </a:lnTo>
                  <a:lnTo>
                    <a:pt x="301" y="85"/>
                  </a:lnTo>
                  <a:lnTo>
                    <a:pt x="329" y="103"/>
                  </a:lnTo>
                  <a:lnTo>
                    <a:pt x="353" y="123"/>
                  </a:lnTo>
                  <a:lnTo>
                    <a:pt x="373" y="143"/>
                  </a:lnTo>
                  <a:lnTo>
                    <a:pt x="392" y="164"/>
                  </a:lnTo>
                  <a:lnTo>
                    <a:pt x="405" y="186"/>
                  </a:lnTo>
                  <a:lnTo>
                    <a:pt x="415" y="211"/>
                  </a:lnTo>
                  <a:lnTo>
                    <a:pt x="422" y="235"/>
                  </a:lnTo>
                  <a:lnTo>
                    <a:pt x="425" y="260"/>
                  </a:lnTo>
                  <a:lnTo>
                    <a:pt x="437"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391" name="Freeform 31"/>
            <p:cNvSpPr>
              <a:spLocks/>
            </p:cNvSpPr>
            <p:nvPr/>
          </p:nvSpPr>
          <p:spPr bwMode="auto">
            <a:xfrm>
              <a:off x="1267" y="1640"/>
              <a:ext cx="87" cy="52"/>
            </a:xfrm>
            <a:custGeom>
              <a:avLst/>
              <a:gdLst>
                <a:gd name="T0" fmla="*/ 0 w 437"/>
                <a:gd name="T1" fmla="*/ 2 h 260"/>
                <a:gd name="T2" fmla="*/ 0 w 437"/>
                <a:gd name="T3" fmla="*/ 2 h 260"/>
                <a:gd name="T4" fmla="*/ 0 w 437"/>
                <a:gd name="T5" fmla="*/ 2 h 260"/>
                <a:gd name="T6" fmla="*/ 1 w 437"/>
                <a:gd name="T7" fmla="*/ 2 h 260"/>
                <a:gd name="T8" fmla="*/ 1 w 437"/>
                <a:gd name="T9" fmla="*/ 2 h 260"/>
                <a:gd name="T10" fmla="*/ 1 w 437"/>
                <a:gd name="T11" fmla="*/ 2 h 260"/>
                <a:gd name="T12" fmla="*/ 2 w 437"/>
                <a:gd name="T13" fmla="*/ 2 h 260"/>
                <a:gd name="T14" fmla="*/ 2 w 437"/>
                <a:gd name="T15" fmla="*/ 2 h 260"/>
                <a:gd name="T16" fmla="*/ 2 w 437"/>
                <a:gd name="T17" fmla="*/ 2 h 260"/>
                <a:gd name="T18" fmla="*/ 2 w 437"/>
                <a:gd name="T19" fmla="*/ 1 h 260"/>
                <a:gd name="T20" fmla="*/ 3 w 437"/>
                <a:gd name="T21" fmla="*/ 1 h 260"/>
                <a:gd name="T22" fmla="*/ 3 w 437"/>
                <a:gd name="T23" fmla="*/ 1 h 260"/>
                <a:gd name="T24" fmla="*/ 3 w 437"/>
                <a:gd name="T25" fmla="*/ 1 h 260"/>
                <a:gd name="T26" fmla="*/ 3 w 437"/>
                <a:gd name="T27" fmla="*/ 1 h 260"/>
                <a:gd name="T28" fmla="*/ 3 w 437"/>
                <a:gd name="T29" fmla="*/ 1 h 260"/>
                <a:gd name="T30" fmla="*/ 3 w 437"/>
                <a:gd name="T31" fmla="*/ 0 h 260"/>
                <a:gd name="T32" fmla="*/ 3 w 437"/>
                <a:gd name="T33" fmla="*/ 0 h 260"/>
                <a:gd name="T34" fmla="*/ 3 w 437"/>
                <a:gd name="T35" fmla="*/ 0 h 260"/>
                <a:gd name="T36" fmla="*/ 3 w 437"/>
                <a:gd name="T37" fmla="*/ 0 h 260"/>
                <a:gd name="T38" fmla="*/ 3 w 437"/>
                <a:gd name="T39" fmla="*/ 0 h 260"/>
                <a:gd name="T40" fmla="*/ 3 w 437"/>
                <a:gd name="T41" fmla="*/ 0 h 260"/>
                <a:gd name="T42" fmla="*/ 3 w 437"/>
                <a:gd name="T43" fmla="*/ 1 h 260"/>
                <a:gd name="T44" fmla="*/ 3 w 437"/>
                <a:gd name="T45" fmla="*/ 1 h 260"/>
                <a:gd name="T46" fmla="*/ 3 w 437"/>
                <a:gd name="T47" fmla="*/ 1 h 260"/>
                <a:gd name="T48" fmla="*/ 3 w 437"/>
                <a:gd name="T49" fmla="*/ 1 h 260"/>
                <a:gd name="T50" fmla="*/ 3 w 437"/>
                <a:gd name="T51" fmla="*/ 1 h 260"/>
                <a:gd name="T52" fmla="*/ 2 w 437"/>
                <a:gd name="T53" fmla="*/ 1 h 260"/>
                <a:gd name="T54" fmla="*/ 2 w 437"/>
                <a:gd name="T55" fmla="*/ 2 h 260"/>
                <a:gd name="T56" fmla="*/ 2 w 437"/>
                <a:gd name="T57" fmla="*/ 2 h 260"/>
                <a:gd name="T58" fmla="*/ 2 w 437"/>
                <a:gd name="T59" fmla="*/ 2 h 260"/>
                <a:gd name="T60" fmla="*/ 1 w 437"/>
                <a:gd name="T61" fmla="*/ 2 h 260"/>
                <a:gd name="T62" fmla="*/ 1 w 437"/>
                <a:gd name="T63" fmla="*/ 2 h 260"/>
                <a:gd name="T64" fmla="*/ 1 w 437"/>
                <a:gd name="T65" fmla="*/ 2 h 260"/>
                <a:gd name="T66" fmla="*/ 0 w 437"/>
                <a:gd name="T67" fmla="*/ 2 h 260"/>
                <a:gd name="T68" fmla="*/ 0 w 437"/>
                <a:gd name="T69" fmla="*/ 2 h 260"/>
                <a:gd name="T70" fmla="*/ 0 w 437"/>
                <a:gd name="T71" fmla="*/ 2 h 260"/>
                <a:gd name="T72" fmla="*/ 0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0" y="260"/>
                  </a:moveTo>
                  <a:lnTo>
                    <a:pt x="0" y="260"/>
                  </a:lnTo>
                  <a:lnTo>
                    <a:pt x="43" y="259"/>
                  </a:lnTo>
                  <a:lnTo>
                    <a:pt x="87" y="255"/>
                  </a:lnTo>
                  <a:lnTo>
                    <a:pt x="128" y="248"/>
                  </a:lnTo>
                  <a:lnTo>
                    <a:pt x="168" y="240"/>
                  </a:lnTo>
                  <a:lnTo>
                    <a:pt x="207" y="230"/>
                  </a:lnTo>
                  <a:lnTo>
                    <a:pt x="242" y="217"/>
                  </a:lnTo>
                  <a:lnTo>
                    <a:pt x="276" y="202"/>
                  </a:lnTo>
                  <a:lnTo>
                    <a:pt x="308" y="185"/>
                  </a:lnTo>
                  <a:lnTo>
                    <a:pt x="336" y="166"/>
                  </a:lnTo>
                  <a:lnTo>
                    <a:pt x="360" y="146"/>
                  </a:lnTo>
                  <a:lnTo>
                    <a:pt x="383" y="125"/>
                  </a:lnTo>
                  <a:lnTo>
                    <a:pt x="401" y="102"/>
                  </a:lnTo>
                  <a:lnTo>
                    <a:pt x="417" y="77"/>
                  </a:lnTo>
                  <a:lnTo>
                    <a:pt x="427" y="53"/>
                  </a:lnTo>
                  <a:lnTo>
                    <a:pt x="434" y="27"/>
                  </a:lnTo>
                  <a:lnTo>
                    <a:pt x="437" y="0"/>
                  </a:lnTo>
                  <a:lnTo>
                    <a:pt x="425" y="0"/>
                  </a:lnTo>
                  <a:lnTo>
                    <a:pt x="422" y="24"/>
                  </a:lnTo>
                  <a:lnTo>
                    <a:pt x="415" y="48"/>
                  </a:lnTo>
                  <a:lnTo>
                    <a:pt x="405" y="73"/>
                  </a:lnTo>
                  <a:lnTo>
                    <a:pt x="392" y="95"/>
                  </a:lnTo>
                  <a:lnTo>
                    <a:pt x="373" y="116"/>
                  </a:lnTo>
                  <a:lnTo>
                    <a:pt x="353" y="137"/>
                  </a:lnTo>
                  <a:lnTo>
                    <a:pt x="329" y="157"/>
                  </a:lnTo>
                  <a:lnTo>
                    <a:pt x="301" y="173"/>
                  </a:lnTo>
                  <a:lnTo>
                    <a:pt x="271" y="190"/>
                  </a:lnTo>
                  <a:lnTo>
                    <a:pt x="237" y="205"/>
                  </a:lnTo>
                  <a:lnTo>
                    <a:pt x="202" y="218"/>
                  </a:lnTo>
                  <a:lnTo>
                    <a:pt x="166" y="228"/>
                  </a:lnTo>
                  <a:lnTo>
                    <a:pt x="126" y="237"/>
                  </a:lnTo>
                  <a:lnTo>
                    <a:pt x="85" y="244"/>
                  </a:lnTo>
                  <a:lnTo>
                    <a:pt x="43" y="247"/>
                  </a:lnTo>
                  <a:lnTo>
                    <a:pt x="0" y="248"/>
                  </a:lnTo>
                  <a:lnTo>
                    <a:pt x="0"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392" name="Freeform 32"/>
            <p:cNvSpPr>
              <a:spLocks/>
            </p:cNvSpPr>
            <p:nvPr/>
          </p:nvSpPr>
          <p:spPr bwMode="auto">
            <a:xfrm>
              <a:off x="1179" y="1640"/>
              <a:ext cx="88" cy="52"/>
            </a:xfrm>
            <a:custGeom>
              <a:avLst/>
              <a:gdLst>
                <a:gd name="T0" fmla="*/ 0 w 439"/>
                <a:gd name="T1" fmla="*/ 0 h 260"/>
                <a:gd name="T2" fmla="*/ 0 w 439"/>
                <a:gd name="T3" fmla="*/ 0 h 260"/>
                <a:gd name="T4" fmla="*/ 0 w 439"/>
                <a:gd name="T5" fmla="*/ 0 h 260"/>
                <a:gd name="T6" fmla="*/ 0 w 439"/>
                <a:gd name="T7" fmla="*/ 0 h 260"/>
                <a:gd name="T8" fmla="*/ 0 w 439"/>
                <a:gd name="T9" fmla="*/ 1 h 260"/>
                <a:gd name="T10" fmla="*/ 0 w 439"/>
                <a:gd name="T11" fmla="*/ 1 h 260"/>
                <a:gd name="T12" fmla="*/ 0 w 439"/>
                <a:gd name="T13" fmla="*/ 1 h 260"/>
                <a:gd name="T14" fmla="*/ 1 w 439"/>
                <a:gd name="T15" fmla="*/ 1 h 260"/>
                <a:gd name="T16" fmla="*/ 1 w 439"/>
                <a:gd name="T17" fmla="*/ 1 h 260"/>
                <a:gd name="T18" fmla="*/ 1 w 439"/>
                <a:gd name="T19" fmla="*/ 1 h 260"/>
                <a:gd name="T20" fmla="*/ 1 w 439"/>
                <a:gd name="T21" fmla="*/ 2 h 260"/>
                <a:gd name="T22" fmla="*/ 2 w 439"/>
                <a:gd name="T23" fmla="*/ 2 h 260"/>
                <a:gd name="T24" fmla="*/ 2 w 439"/>
                <a:gd name="T25" fmla="*/ 2 h 260"/>
                <a:gd name="T26" fmla="*/ 2 w 439"/>
                <a:gd name="T27" fmla="*/ 2 h 260"/>
                <a:gd name="T28" fmla="*/ 2 w 439"/>
                <a:gd name="T29" fmla="*/ 2 h 260"/>
                <a:gd name="T30" fmla="*/ 3 w 439"/>
                <a:gd name="T31" fmla="*/ 2 h 260"/>
                <a:gd name="T32" fmla="*/ 3 w 439"/>
                <a:gd name="T33" fmla="*/ 2 h 260"/>
                <a:gd name="T34" fmla="*/ 4 w 439"/>
                <a:gd name="T35" fmla="*/ 2 h 260"/>
                <a:gd name="T36" fmla="*/ 4 w 439"/>
                <a:gd name="T37" fmla="*/ 2 h 260"/>
                <a:gd name="T38" fmla="*/ 3 w 439"/>
                <a:gd name="T39" fmla="*/ 2 h 260"/>
                <a:gd name="T40" fmla="*/ 3 w 439"/>
                <a:gd name="T41" fmla="*/ 2 h 260"/>
                <a:gd name="T42" fmla="*/ 3 w 439"/>
                <a:gd name="T43" fmla="*/ 2 h 260"/>
                <a:gd name="T44" fmla="*/ 2 w 439"/>
                <a:gd name="T45" fmla="*/ 2 h 260"/>
                <a:gd name="T46" fmla="*/ 2 w 439"/>
                <a:gd name="T47" fmla="*/ 2 h 260"/>
                <a:gd name="T48" fmla="*/ 2 w 439"/>
                <a:gd name="T49" fmla="*/ 2 h 260"/>
                <a:gd name="T50" fmla="*/ 1 w 439"/>
                <a:gd name="T51" fmla="*/ 2 h 260"/>
                <a:gd name="T52" fmla="*/ 1 w 439"/>
                <a:gd name="T53" fmla="*/ 1 h 260"/>
                <a:gd name="T54" fmla="*/ 1 w 439"/>
                <a:gd name="T55" fmla="*/ 1 h 260"/>
                <a:gd name="T56" fmla="*/ 1 w 439"/>
                <a:gd name="T57" fmla="*/ 1 h 260"/>
                <a:gd name="T58" fmla="*/ 1 w 439"/>
                <a:gd name="T59" fmla="*/ 1 h 260"/>
                <a:gd name="T60" fmla="*/ 0 w 439"/>
                <a:gd name="T61" fmla="*/ 1 h 260"/>
                <a:gd name="T62" fmla="*/ 0 w 439"/>
                <a:gd name="T63" fmla="*/ 1 h 260"/>
                <a:gd name="T64" fmla="*/ 0 w 439"/>
                <a:gd name="T65" fmla="*/ 0 h 260"/>
                <a:gd name="T66" fmla="*/ 0 w 439"/>
                <a:gd name="T67" fmla="*/ 0 h 260"/>
                <a:gd name="T68" fmla="*/ 0 w 439"/>
                <a:gd name="T69" fmla="*/ 0 h 260"/>
                <a:gd name="T70" fmla="*/ 0 w 439"/>
                <a:gd name="T71" fmla="*/ 0 h 260"/>
                <a:gd name="T72" fmla="*/ 0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0" y="0"/>
                  </a:moveTo>
                  <a:lnTo>
                    <a:pt x="0" y="0"/>
                  </a:lnTo>
                  <a:lnTo>
                    <a:pt x="3" y="27"/>
                  </a:lnTo>
                  <a:lnTo>
                    <a:pt x="10" y="53"/>
                  </a:lnTo>
                  <a:lnTo>
                    <a:pt x="20" y="77"/>
                  </a:lnTo>
                  <a:lnTo>
                    <a:pt x="35" y="102"/>
                  </a:lnTo>
                  <a:lnTo>
                    <a:pt x="54" y="125"/>
                  </a:lnTo>
                  <a:lnTo>
                    <a:pt x="76" y="146"/>
                  </a:lnTo>
                  <a:lnTo>
                    <a:pt x="102" y="166"/>
                  </a:lnTo>
                  <a:lnTo>
                    <a:pt x="130" y="185"/>
                  </a:lnTo>
                  <a:lnTo>
                    <a:pt x="162" y="202"/>
                  </a:lnTo>
                  <a:lnTo>
                    <a:pt x="195" y="217"/>
                  </a:lnTo>
                  <a:lnTo>
                    <a:pt x="231" y="230"/>
                  </a:lnTo>
                  <a:lnTo>
                    <a:pt x="270" y="240"/>
                  </a:lnTo>
                  <a:lnTo>
                    <a:pt x="310" y="248"/>
                  </a:lnTo>
                  <a:lnTo>
                    <a:pt x="351" y="255"/>
                  </a:lnTo>
                  <a:lnTo>
                    <a:pt x="395" y="259"/>
                  </a:lnTo>
                  <a:lnTo>
                    <a:pt x="439" y="260"/>
                  </a:lnTo>
                  <a:lnTo>
                    <a:pt x="439" y="248"/>
                  </a:lnTo>
                  <a:lnTo>
                    <a:pt x="395" y="247"/>
                  </a:lnTo>
                  <a:lnTo>
                    <a:pt x="353" y="244"/>
                  </a:lnTo>
                  <a:lnTo>
                    <a:pt x="312" y="237"/>
                  </a:lnTo>
                  <a:lnTo>
                    <a:pt x="272" y="228"/>
                  </a:lnTo>
                  <a:lnTo>
                    <a:pt x="236" y="218"/>
                  </a:lnTo>
                  <a:lnTo>
                    <a:pt x="200" y="205"/>
                  </a:lnTo>
                  <a:lnTo>
                    <a:pt x="167" y="190"/>
                  </a:lnTo>
                  <a:lnTo>
                    <a:pt x="137" y="173"/>
                  </a:lnTo>
                  <a:lnTo>
                    <a:pt x="109" y="157"/>
                  </a:lnTo>
                  <a:lnTo>
                    <a:pt x="84" y="137"/>
                  </a:lnTo>
                  <a:lnTo>
                    <a:pt x="64" y="116"/>
                  </a:lnTo>
                  <a:lnTo>
                    <a:pt x="45" y="95"/>
                  </a:lnTo>
                  <a:lnTo>
                    <a:pt x="32" y="73"/>
                  </a:lnTo>
                  <a:lnTo>
                    <a:pt x="21" y="48"/>
                  </a:lnTo>
                  <a:lnTo>
                    <a:pt x="14" y="24"/>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393" name="Freeform 33"/>
            <p:cNvSpPr>
              <a:spLocks/>
            </p:cNvSpPr>
            <p:nvPr/>
          </p:nvSpPr>
          <p:spPr bwMode="auto">
            <a:xfrm>
              <a:off x="1179" y="1588"/>
              <a:ext cx="88" cy="52"/>
            </a:xfrm>
            <a:custGeom>
              <a:avLst/>
              <a:gdLst>
                <a:gd name="T0" fmla="*/ 4 w 439"/>
                <a:gd name="T1" fmla="*/ 0 h 260"/>
                <a:gd name="T2" fmla="*/ 4 w 439"/>
                <a:gd name="T3" fmla="*/ 0 h 260"/>
                <a:gd name="T4" fmla="*/ 3 w 439"/>
                <a:gd name="T5" fmla="*/ 0 h 260"/>
                <a:gd name="T6" fmla="*/ 3 w 439"/>
                <a:gd name="T7" fmla="*/ 0 h 260"/>
                <a:gd name="T8" fmla="*/ 2 w 439"/>
                <a:gd name="T9" fmla="*/ 0 h 260"/>
                <a:gd name="T10" fmla="*/ 2 w 439"/>
                <a:gd name="T11" fmla="*/ 0 h 260"/>
                <a:gd name="T12" fmla="*/ 2 w 439"/>
                <a:gd name="T13" fmla="*/ 0 h 260"/>
                <a:gd name="T14" fmla="*/ 2 w 439"/>
                <a:gd name="T15" fmla="*/ 0 h 260"/>
                <a:gd name="T16" fmla="*/ 1 w 439"/>
                <a:gd name="T17" fmla="*/ 0 h 260"/>
                <a:gd name="T18" fmla="*/ 1 w 439"/>
                <a:gd name="T19" fmla="*/ 1 h 260"/>
                <a:gd name="T20" fmla="*/ 1 w 439"/>
                <a:gd name="T21" fmla="*/ 1 h 260"/>
                <a:gd name="T22" fmla="*/ 1 w 439"/>
                <a:gd name="T23" fmla="*/ 1 h 260"/>
                <a:gd name="T24" fmla="*/ 0 w 439"/>
                <a:gd name="T25" fmla="*/ 1 h 260"/>
                <a:gd name="T26" fmla="*/ 0 w 439"/>
                <a:gd name="T27" fmla="*/ 1 h 260"/>
                <a:gd name="T28" fmla="*/ 0 w 439"/>
                <a:gd name="T29" fmla="*/ 1 h 260"/>
                <a:gd name="T30" fmla="*/ 0 w 439"/>
                <a:gd name="T31" fmla="*/ 2 h 260"/>
                <a:gd name="T32" fmla="*/ 0 w 439"/>
                <a:gd name="T33" fmla="*/ 2 h 260"/>
                <a:gd name="T34" fmla="*/ 0 w 439"/>
                <a:gd name="T35" fmla="*/ 2 h 260"/>
                <a:gd name="T36" fmla="*/ 0 w 439"/>
                <a:gd name="T37" fmla="*/ 2 h 260"/>
                <a:gd name="T38" fmla="*/ 0 w 439"/>
                <a:gd name="T39" fmla="*/ 2 h 260"/>
                <a:gd name="T40" fmla="*/ 0 w 439"/>
                <a:gd name="T41" fmla="*/ 2 h 260"/>
                <a:gd name="T42" fmla="*/ 0 w 439"/>
                <a:gd name="T43" fmla="*/ 1 h 260"/>
                <a:gd name="T44" fmla="*/ 0 w 439"/>
                <a:gd name="T45" fmla="*/ 1 h 260"/>
                <a:gd name="T46" fmla="*/ 1 w 439"/>
                <a:gd name="T47" fmla="*/ 1 h 260"/>
                <a:gd name="T48" fmla="*/ 1 w 439"/>
                <a:gd name="T49" fmla="*/ 1 h 260"/>
                <a:gd name="T50" fmla="*/ 1 w 439"/>
                <a:gd name="T51" fmla="*/ 1 h 260"/>
                <a:gd name="T52" fmla="*/ 1 w 439"/>
                <a:gd name="T53" fmla="*/ 1 h 260"/>
                <a:gd name="T54" fmla="*/ 1 w 439"/>
                <a:gd name="T55" fmla="*/ 1 h 260"/>
                <a:gd name="T56" fmla="*/ 2 w 439"/>
                <a:gd name="T57" fmla="*/ 0 h 260"/>
                <a:gd name="T58" fmla="*/ 2 w 439"/>
                <a:gd name="T59" fmla="*/ 0 h 260"/>
                <a:gd name="T60" fmla="*/ 2 w 439"/>
                <a:gd name="T61" fmla="*/ 0 h 260"/>
                <a:gd name="T62" fmla="*/ 3 w 439"/>
                <a:gd name="T63" fmla="*/ 0 h 260"/>
                <a:gd name="T64" fmla="*/ 3 w 439"/>
                <a:gd name="T65" fmla="*/ 0 h 260"/>
                <a:gd name="T66" fmla="*/ 3 w 439"/>
                <a:gd name="T67" fmla="*/ 0 h 260"/>
                <a:gd name="T68" fmla="*/ 4 w 439"/>
                <a:gd name="T69" fmla="*/ 0 h 260"/>
                <a:gd name="T70" fmla="*/ 4 w 439"/>
                <a:gd name="T71" fmla="*/ 0 h 260"/>
                <a:gd name="T72" fmla="*/ 4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439" y="0"/>
                  </a:moveTo>
                  <a:lnTo>
                    <a:pt x="439" y="0"/>
                  </a:lnTo>
                  <a:lnTo>
                    <a:pt x="395" y="1"/>
                  </a:lnTo>
                  <a:lnTo>
                    <a:pt x="351" y="4"/>
                  </a:lnTo>
                  <a:lnTo>
                    <a:pt x="310" y="11"/>
                  </a:lnTo>
                  <a:lnTo>
                    <a:pt x="270" y="19"/>
                  </a:lnTo>
                  <a:lnTo>
                    <a:pt x="231" y="30"/>
                  </a:lnTo>
                  <a:lnTo>
                    <a:pt x="195" y="43"/>
                  </a:lnTo>
                  <a:lnTo>
                    <a:pt x="162" y="58"/>
                  </a:lnTo>
                  <a:lnTo>
                    <a:pt x="130" y="73"/>
                  </a:lnTo>
                  <a:lnTo>
                    <a:pt x="102" y="93"/>
                  </a:lnTo>
                  <a:lnTo>
                    <a:pt x="76" y="113"/>
                  </a:lnTo>
                  <a:lnTo>
                    <a:pt x="54" y="133"/>
                  </a:lnTo>
                  <a:lnTo>
                    <a:pt x="35" y="157"/>
                  </a:lnTo>
                  <a:lnTo>
                    <a:pt x="20" y="181"/>
                  </a:lnTo>
                  <a:lnTo>
                    <a:pt x="10" y="206"/>
                  </a:lnTo>
                  <a:lnTo>
                    <a:pt x="3" y="233"/>
                  </a:lnTo>
                  <a:lnTo>
                    <a:pt x="0" y="260"/>
                  </a:lnTo>
                  <a:lnTo>
                    <a:pt x="12" y="260"/>
                  </a:lnTo>
                  <a:lnTo>
                    <a:pt x="14" y="235"/>
                  </a:lnTo>
                  <a:lnTo>
                    <a:pt x="21" y="211"/>
                  </a:lnTo>
                  <a:lnTo>
                    <a:pt x="32" y="186"/>
                  </a:lnTo>
                  <a:lnTo>
                    <a:pt x="45" y="164"/>
                  </a:lnTo>
                  <a:lnTo>
                    <a:pt x="64" y="143"/>
                  </a:lnTo>
                  <a:lnTo>
                    <a:pt x="84" y="123"/>
                  </a:lnTo>
                  <a:lnTo>
                    <a:pt x="109" y="103"/>
                  </a:lnTo>
                  <a:lnTo>
                    <a:pt x="137" y="85"/>
                  </a:lnTo>
                  <a:lnTo>
                    <a:pt x="167" y="70"/>
                  </a:lnTo>
                  <a:lnTo>
                    <a:pt x="200" y="55"/>
                  </a:lnTo>
                  <a:lnTo>
                    <a:pt x="236" y="42"/>
                  </a:lnTo>
                  <a:lnTo>
                    <a:pt x="272" y="31"/>
                  </a:lnTo>
                  <a:lnTo>
                    <a:pt x="312" y="23"/>
                  </a:lnTo>
                  <a:lnTo>
                    <a:pt x="353" y="16"/>
                  </a:lnTo>
                  <a:lnTo>
                    <a:pt x="395" y="12"/>
                  </a:lnTo>
                  <a:lnTo>
                    <a:pt x="439" y="11"/>
                  </a:lnTo>
                  <a:lnTo>
                    <a:pt x="439"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394" name="Freeform 34"/>
            <p:cNvSpPr>
              <a:spLocks/>
            </p:cNvSpPr>
            <p:nvPr/>
          </p:nvSpPr>
          <p:spPr bwMode="auto">
            <a:xfrm>
              <a:off x="964" y="1745"/>
              <a:ext cx="48" cy="85"/>
            </a:xfrm>
            <a:custGeom>
              <a:avLst/>
              <a:gdLst>
                <a:gd name="T0" fmla="*/ 2 w 244"/>
                <a:gd name="T1" fmla="*/ 3 h 426"/>
                <a:gd name="T2" fmla="*/ 2 w 244"/>
                <a:gd name="T3" fmla="*/ 3 h 426"/>
                <a:gd name="T4" fmla="*/ 2 w 244"/>
                <a:gd name="T5" fmla="*/ 3 h 426"/>
                <a:gd name="T6" fmla="*/ 2 w 244"/>
                <a:gd name="T7" fmla="*/ 3 h 426"/>
                <a:gd name="T8" fmla="*/ 2 w 244"/>
                <a:gd name="T9" fmla="*/ 2 h 426"/>
                <a:gd name="T10" fmla="*/ 2 w 244"/>
                <a:gd name="T11" fmla="*/ 2 h 426"/>
                <a:gd name="T12" fmla="*/ 2 w 244"/>
                <a:gd name="T13" fmla="*/ 2 h 426"/>
                <a:gd name="T14" fmla="*/ 2 w 244"/>
                <a:gd name="T15" fmla="*/ 2 h 426"/>
                <a:gd name="T16" fmla="*/ 1 w 244"/>
                <a:gd name="T17" fmla="*/ 1 h 426"/>
                <a:gd name="T18" fmla="*/ 1 w 244"/>
                <a:gd name="T19" fmla="*/ 1 h 426"/>
                <a:gd name="T20" fmla="*/ 1 w 244"/>
                <a:gd name="T21" fmla="*/ 1 h 426"/>
                <a:gd name="T22" fmla="*/ 1 w 244"/>
                <a:gd name="T23" fmla="*/ 1 h 426"/>
                <a:gd name="T24" fmla="*/ 1 w 244"/>
                <a:gd name="T25" fmla="*/ 0 h 426"/>
                <a:gd name="T26" fmla="*/ 1 w 244"/>
                <a:gd name="T27" fmla="*/ 0 h 426"/>
                <a:gd name="T28" fmla="*/ 1 w 244"/>
                <a:gd name="T29" fmla="*/ 0 h 426"/>
                <a:gd name="T30" fmla="*/ 0 w 244"/>
                <a:gd name="T31" fmla="*/ 0 h 426"/>
                <a:gd name="T32" fmla="*/ 0 w 244"/>
                <a:gd name="T33" fmla="*/ 0 h 426"/>
                <a:gd name="T34" fmla="*/ 0 w 244"/>
                <a:gd name="T35" fmla="*/ 0 h 426"/>
                <a:gd name="T36" fmla="*/ 0 w 244"/>
                <a:gd name="T37" fmla="*/ 0 h 426"/>
                <a:gd name="T38" fmla="*/ 0 w 244"/>
                <a:gd name="T39" fmla="*/ 0 h 426"/>
                <a:gd name="T40" fmla="*/ 0 w 244"/>
                <a:gd name="T41" fmla="*/ 0 h 426"/>
                <a:gd name="T42" fmla="*/ 1 w 244"/>
                <a:gd name="T43" fmla="*/ 0 h 426"/>
                <a:gd name="T44" fmla="*/ 1 w 244"/>
                <a:gd name="T45" fmla="*/ 0 h 426"/>
                <a:gd name="T46" fmla="*/ 1 w 244"/>
                <a:gd name="T47" fmla="*/ 0 h 426"/>
                <a:gd name="T48" fmla="*/ 1 w 244"/>
                <a:gd name="T49" fmla="*/ 1 h 426"/>
                <a:gd name="T50" fmla="*/ 1 w 244"/>
                <a:gd name="T51" fmla="*/ 1 h 426"/>
                <a:gd name="T52" fmla="*/ 1 w 244"/>
                <a:gd name="T53" fmla="*/ 1 h 426"/>
                <a:gd name="T54" fmla="*/ 1 w 244"/>
                <a:gd name="T55" fmla="*/ 1 h 426"/>
                <a:gd name="T56" fmla="*/ 1 w 244"/>
                <a:gd name="T57" fmla="*/ 2 h 426"/>
                <a:gd name="T58" fmla="*/ 2 w 244"/>
                <a:gd name="T59" fmla="*/ 2 h 426"/>
                <a:gd name="T60" fmla="*/ 2 w 244"/>
                <a:gd name="T61" fmla="*/ 2 h 426"/>
                <a:gd name="T62" fmla="*/ 2 w 244"/>
                <a:gd name="T63" fmla="*/ 2 h 426"/>
                <a:gd name="T64" fmla="*/ 2 w 244"/>
                <a:gd name="T65" fmla="*/ 3 h 426"/>
                <a:gd name="T66" fmla="*/ 2 w 244"/>
                <a:gd name="T67" fmla="*/ 3 h 426"/>
                <a:gd name="T68" fmla="*/ 2 w 244"/>
                <a:gd name="T69" fmla="*/ 3 h 426"/>
                <a:gd name="T70" fmla="*/ 2 w 244"/>
                <a:gd name="T71" fmla="*/ 3 h 426"/>
                <a:gd name="T72" fmla="*/ 2 w 244"/>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6"/>
                <a:gd name="T113" fmla="*/ 244 w 244"/>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6">
                  <a:moveTo>
                    <a:pt x="244" y="426"/>
                  </a:moveTo>
                  <a:lnTo>
                    <a:pt x="244" y="426"/>
                  </a:lnTo>
                  <a:lnTo>
                    <a:pt x="243" y="383"/>
                  </a:lnTo>
                  <a:lnTo>
                    <a:pt x="240" y="340"/>
                  </a:lnTo>
                  <a:lnTo>
                    <a:pt x="234" y="300"/>
                  </a:lnTo>
                  <a:lnTo>
                    <a:pt x="226" y="262"/>
                  </a:lnTo>
                  <a:lnTo>
                    <a:pt x="215" y="224"/>
                  </a:lnTo>
                  <a:lnTo>
                    <a:pt x="203" y="189"/>
                  </a:lnTo>
                  <a:lnTo>
                    <a:pt x="189" y="157"/>
                  </a:lnTo>
                  <a:lnTo>
                    <a:pt x="174" y="126"/>
                  </a:lnTo>
                  <a:lnTo>
                    <a:pt x="155" y="99"/>
                  </a:lnTo>
                  <a:lnTo>
                    <a:pt x="138" y="74"/>
                  </a:lnTo>
                  <a:lnTo>
                    <a:pt x="118" y="52"/>
                  </a:lnTo>
                  <a:lnTo>
                    <a:pt x="96" y="34"/>
                  </a:lnTo>
                  <a:lnTo>
                    <a:pt x="73" y="19"/>
                  </a:lnTo>
                  <a:lnTo>
                    <a:pt x="50" y="8"/>
                  </a:lnTo>
                  <a:lnTo>
                    <a:pt x="25" y="2"/>
                  </a:lnTo>
                  <a:lnTo>
                    <a:pt x="0" y="0"/>
                  </a:lnTo>
                  <a:lnTo>
                    <a:pt x="0" y="12"/>
                  </a:lnTo>
                  <a:lnTo>
                    <a:pt x="23" y="14"/>
                  </a:lnTo>
                  <a:lnTo>
                    <a:pt x="45" y="20"/>
                  </a:lnTo>
                  <a:lnTo>
                    <a:pt x="66" y="31"/>
                  </a:lnTo>
                  <a:lnTo>
                    <a:pt x="89" y="43"/>
                  </a:lnTo>
                  <a:lnTo>
                    <a:pt x="109" y="61"/>
                  </a:lnTo>
                  <a:lnTo>
                    <a:pt x="129" y="81"/>
                  </a:lnTo>
                  <a:lnTo>
                    <a:pt x="146" y="106"/>
                  </a:lnTo>
                  <a:lnTo>
                    <a:pt x="162" y="133"/>
                  </a:lnTo>
                  <a:lnTo>
                    <a:pt x="178" y="162"/>
                  </a:lnTo>
                  <a:lnTo>
                    <a:pt x="192" y="194"/>
                  </a:lnTo>
                  <a:lnTo>
                    <a:pt x="203" y="229"/>
                  </a:lnTo>
                  <a:lnTo>
                    <a:pt x="214" y="264"/>
                  </a:lnTo>
                  <a:lnTo>
                    <a:pt x="222" y="303"/>
                  </a:lnTo>
                  <a:lnTo>
                    <a:pt x="228" y="342"/>
                  </a:lnTo>
                  <a:lnTo>
                    <a:pt x="232" y="383"/>
                  </a:lnTo>
                  <a:lnTo>
                    <a:pt x="233" y="426"/>
                  </a:lnTo>
                  <a:lnTo>
                    <a:pt x="244"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395" name="Freeform 35"/>
            <p:cNvSpPr>
              <a:spLocks/>
            </p:cNvSpPr>
            <p:nvPr/>
          </p:nvSpPr>
          <p:spPr bwMode="auto">
            <a:xfrm>
              <a:off x="964" y="1830"/>
              <a:ext cx="48" cy="85"/>
            </a:xfrm>
            <a:custGeom>
              <a:avLst/>
              <a:gdLst>
                <a:gd name="T0" fmla="*/ 0 w 244"/>
                <a:gd name="T1" fmla="*/ 3 h 424"/>
                <a:gd name="T2" fmla="*/ 0 w 244"/>
                <a:gd name="T3" fmla="*/ 3 h 424"/>
                <a:gd name="T4" fmla="*/ 0 w 244"/>
                <a:gd name="T5" fmla="*/ 3 h 424"/>
                <a:gd name="T6" fmla="*/ 0 w 244"/>
                <a:gd name="T7" fmla="*/ 3 h 424"/>
                <a:gd name="T8" fmla="*/ 1 w 244"/>
                <a:gd name="T9" fmla="*/ 3 h 424"/>
                <a:gd name="T10" fmla="*/ 1 w 244"/>
                <a:gd name="T11" fmla="*/ 3 h 424"/>
                <a:gd name="T12" fmla="*/ 1 w 244"/>
                <a:gd name="T13" fmla="*/ 3 h 424"/>
                <a:gd name="T14" fmla="*/ 1 w 244"/>
                <a:gd name="T15" fmla="*/ 3 h 424"/>
                <a:gd name="T16" fmla="*/ 1 w 244"/>
                <a:gd name="T17" fmla="*/ 3 h 424"/>
                <a:gd name="T18" fmla="*/ 1 w 244"/>
                <a:gd name="T19" fmla="*/ 2 h 424"/>
                <a:gd name="T20" fmla="*/ 1 w 244"/>
                <a:gd name="T21" fmla="*/ 2 h 424"/>
                <a:gd name="T22" fmla="*/ 2 w 244"/>
                <a:gd name="T23" fmla="*/ 2 h 424"/>
                <a:gd name="T24" fmla="*/ 2 w 244"/>
                <a:gd name="T25" fmla="*/ 2 h 424"/>
                <a:gd name="T26" fmla="*/ 2 w 244"/>
                <a:gd name="T27" fmla="*/ 1 h 424"/>
                <a:gd name="T28" fmla="*/ 2 w 244"/>
                <a:gd name="T29" fmla="*/ 1 h 424"/>
                <a:gd name="T30" fmla="*/ 2 w 244"/>
                <a:gd name="T31" fmla="*/ 1 h 424"/>
                <a:gd name="T32" fmla="*/ 2 w 244"/>
                <a:gd name="T33" fmla="*/ 0 h 424"/>
                <a:gd name="T34" fmla="*/ 2 w 244"/>
                <a:gd name="T35" fmla="*/ 0 h 424"/>
                <a:gd name="T36" fmla="*/ 2 w 244"/>
                <a:gd name="T37" fmla="*/ 0 h 424"/>
                <a:gd name="T38" fmla="*/ 2 w 244"/>
                <a:gd name="T39" fmla="*/ 0 h 424"/>
                <a:gd name="T40" fmla="*/ 2 w 244"/>
                <a:gd name="T41" fmla="*/ 1 h 424"/>
                <a:gd name="T42" fmla="*/ 2 w 244"/>
                <a:gd name="T43" fmla="*/ 1 h 424"/>
                <a:gd name="T44" fmla="*/ 2 w 244"/>
                <a:gd name="T45" fmla="*/ 1 h 424"/>
                <a:gd name="T46" fmla="*/ 2 w 244"/>
                <a:gd name="T47" fmla="*/ 2 h 424"/>
                <a:gd name="T48" fmla="*/ 1 w 244"/>
                <a:gd name="T49" fmla="*/ 2 h 424"/>
                <a:gd name="T50" fmla="*/ 1 w 244"/>
                <a:gd name="T51" fmla="*/ 2 h 424"/>
                <a:gd name="T52" fmla="*/ 1 w 244"/>
                <a:gd name="T53" fmla="*/ 2 h 424"/>
                <a:gd name="T54" fmla="*/ 1 w 244"/>
                <a:gd name="T55" fmla="*/ 3 h 424"/>
                <a:gd name="T56" fmla="*/ 1 w 244"/>
                <a:gd name="T57" fmla="*/ 3 h 424"/>
                <a:gd name="T58" fmla="*/ 1 w 244"/>
                <a:gd name="T59" fmla="*/ 3 h 424"/>
                <a:gd name="T60" fmla="*/ 1 w 244"/>
                <a:gd name="T61" fmla="*/ 3 h 424"/>
                <a:gd name="T62" fmla="*/ 1 w 244"/>
                <a:gd name="T63" fmla="*/ 3 h 424"/>
                <a:gd name="T64" fmla="*/ 0 w 244"/>
                <a:gd name="T65" fmla="*/ 3 h 424"/>
                <a:gd name="T66" fmla="*/ 0 w 244"/>
                <a:gd name="T67" fmla="*/ 3 h 424"/>
                <a:gd name="T68" fmla="*/ 0 w 244"/>
                <a:gd name="T69" fmla="*/ 3 h 424"/>
                <a:gd name="T70" fmla="*/ 0 w 244"/>
                <a:gd name="T71" fmla="*/ 3 h 424"/>
                <a:gd name="T72" fmla="*/ 0 w 244"/>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4"/>
                <a:gd name="T113" fmla="*/ 244 w 244"/>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4">
                  <a:moveTo>
                    <a:pt x="0" y="424"/>
                  </a:moveTo>
                  <a:lnTo>
                    <a:pt x="0" y="424"/>
                  </a:lnTo>
                  <a:lnTo>
                    <a:pt x="25" y="422"/>
                  </a:lnTo>
                  <a:lnTo>
                    <a:pt x="50" y="416"/>
                  </a:lnTo>
                  <a:lnTo>
                    <a:pt x="73" y="405"/>
                  </a:lnTo>
                  <a:lnTo>
                    <a:pt x="96" y="390"/>
                  </a:lnTo>
                  <a:lnTo>
                    <a:pt x="118" y="373"/>
                  </a:lnTo>
                  <a:lnTo>
                    <a:pt x="138" y="350"/>
                  </a:lnTo>
                  <a:lnTo>
                    <a:pt x="155" y="326"/>
                  </a:lnTo>
                  <a:lnTo>
                    <a:pt x="173" y="299"/>
                  </a:lnTo>
                  <a:lnTo>
                    <a:pt x="189" y="268"/>
                  </a:lnTo>
                  <a:lnTo>
                    <a:pt x="203" y="235"/>
                  </a:lnTo>
                  <a:lnTo>
                    <a:pt x="215" y="201"/>
                  </a:lnTo>
                  <a:lnTo>
                    <a:pt x="226" y="163"/>
                  </a:lnTo>
                  <a:lnTo>
                    <a:pt x="234" y="125"/>
                  </a:lnTo>
                  <a:lnTo>
                    <a:pt x="240" y="85"/>
                  </a:lnTo>
                  <a:lnTo>
                    <a:pt x="243" y="42"/>
                  </a:lnTo>
                  <a:lnTo>
                    <a:pt x="244" y="0"/>
                  </a:lnTo>
                  <a:lnTo>
                    <a:pt x="233" y="0"/>
                  </a:lnTo>
                  <a:lnTo>
                    <a:pt x="232" y="42"/>
                  </a:lnTo>
                  <a:lnTo>
                    <a:pt x="228" y="83"/>
                  </a:lnTo>
                  <a:lnTo>
                    <a:pt x="222" y="123"/>
                  </a:lnTo>
                  <a:lnTo>
                    <a:pt x="214" y="160"/>
                  </a:lnTo>
                  <a:lnTo>
                    <a:pt x="203" y="197"/>
                  </a:lnTo>
                  <a:lnTo>
                    <a:pt x="192" y="231"/>
                  </a:lnTo>
                  <a:lnTo>
                    <a:pt x="178" y="263"/>
                  </a:lnTo>
                  <a:lnTo>
                    <a:pt x="164" y="292"/>
                  </a:lnTo>
                  <a:lnTo>
                    <a:pt x="146" y="319"/>
                  </a:lnTo>
                  <a:lnTo>
                    <a:pt x="129" y="343"/>
                  </a:lnTo>
                  <a:lnTo>
                    <a:pt x="109" y="363"/>
                  </a:lnTo>
                  <a:lnTo>
                    <a:pt x="89" y="381"/>
                  </a:lnTo>
                  <a:lnTo>
                    <a:pt x="66" y="394"/>
                  </a:lnTo>
                  <a:lnTo>
                    <a:pt x="45" y="404"/>
                  </a:lnTo>
                  <a:lnTo>
                    <a:pt x="23" y="410"/>
                  </a:lnTo>
                  <a:lnTo>
                    <a:pt x="0" y="412"/>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396" name="Freeform 36"/>
            <p:cNvSpPr>
              <a:spLocks/>
            </p:cNvSpPr>
            <p:nvPr/>
          </p:nvSpPr>
          <p:spPr bwMode="auto">
            <a:xfrm>
              <a:off x="915" y="1830"/>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1" y="42"/>
                  </a:lnTo>
                  <a:lnTo>
                    <a:pt x="4" y="85"/>
                  </a:lnTo>
                  <a:lnTo>
                    <a:pt x="10" y="125"/>
                  </a:lnTo>
                  <a:lnTo>
                    <a:pt x="19" y="163"/>
                  </a:lnTo>
                  <a:lnTo>
                    <a:pt x="29" y="201"/>
                  </a:lnTo>
                  <a:lnTo>
                    <a:pt x="41" y="235"/>
                  </a:lnTo>
                  <a:lnTo>
                    <a:pt x="55" y="268"/>
                  </a:lnTo>
                  <a:lnTo>
                    <a:pt x="71" y="299"/>
                  </a:lnTo>
                  <a:lnTo>
                    <a:pt x="89" y="326"/>
                  </a:lnTo>
                  <a:lnTo>
                    <a:pt x="106" y="350"/>
                  </a:lnTo>
                  <a:lnTo>
                    <a:pt x="126" y="373"/>
                  </a:lnTo>
                  <a:lnTo>
                    <a:pt x="149" y="390"/>
                  </a:lnTo>
                  <a:lnTo>
                    <a:pt x="171" y="405"/>
                  </a:lnTo>
                  <a:lnTo>
                    <a:pt x="194" y="416"/>
                  </a:lnTo>
                  <a:lnTo>
                    <a:pt x="219" y="422"/>
                  </a:lnTo>
                  <a:lnTo>
                    <a:pt x="245" y="424"/>
                  </a:lnTo>
                  <a:lnTo>
                    <a:pt x="245" y="412"/>
                  </a:lnTo>
                  <a:lnTo>
                    <a:pt x="221" y="410"/>
                  </a:lnTo>
                  <a:lnTo>
                    <a:pt x="199" y="404"/>
                  </a:lnTo>
                  <a:lnTo>
                    <a:pt x="178" y="394"/>
                  </a:lnTo>
                  <a:lnTo>
                    <a:pt x="156" y="381"/>
                  </a:lnTo>
                  <a:lnTo>
                    <a:pt x="136" y="363"/>
                  </a:lnTo>
                  <a:lnTo>
                    <a:pt x="116" y="343"/>
                  </a:lnTo>
                  <a:lnTo>
                    <a:pt x="98" y="319"/>
                  </a:lnTo>
                  <a:lnTo>
                    <a:pt x="81" y="292"/>
                  </a:lnTo>
                  <a:lnTo>
                    <a:pt x="67" y="263"/>
                  </a:lnTo>
                  <a:lnTo>
                    <a:pt x="52" y="231"/>
                  </a:lnTo>
                  <a:lnTo>
                    <a:pt x="41" y="197"/>
                  </a:lnTo>
                  <a:lnTo>
                    <a:pt x="30" y="160"/>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397" name="Freeform 37"/>
            <p:cNvSpPr>
              <a:spLocks/>
            </p:cNvSpPr>
            <p:nvPr/>
          </p:nvSpPr>
          <p:spPr bwMode="auto">
            <a:xfrm>
              <a:off x="915" y="1745"/>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0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19" y="2"/>
                  </a:lnTo>
                  <a:lnTo>
                    <a:pt x="194" y="8"/>
                  </a:lnTo>
                  <a:lnTo>
                    <a:pt x="171" y="19"/>
                  </a:lnTo>
                  <a:lnTo>
                    <a:pt x="149" y="34"/>
                  </a:lnTo>
                  <a:lnTo>
                    <a:pt x="126" y="52"/>
                  </a:lnTo>
                  <a:lnTo>
                    <a:pt x="106" y="74"/>
                  </a:lnTo>
                  <a:lnTo>
                    <a:pt x="89" y="99"/>
                  </a:lnTo>
                  <a:lnTo>
                    <a:pt x="70" y="126"/>
                  </a:lnTo>
                  <a:lnTo>
                    <a:pt x="55" y="157"/>
                  </a:lnTo>
                  <a:lnTo>
                    <a:pt x="41" y="189"/>
                  </a:lnTo>
                  <a:lnTo>
                    <a:pt x="29" y="224"/>
                  </a:lnTo>
                  <a:lnTo>
                    <a:pt x="19" y="262"/>
                  </a:lnTo>
                  <a:lnTo>
                    <a:pt x="10" y="300"/>
                  </a:lnTo>
                  <a:lnTo>
                    <a:pt x="4" y="340"/>
                  </a:lnTo>
                  <a:lnTo>
                    <a:pt x="1" y="383"/>
                  </a:lnTo>
                  <a:lnTo>
                    <a:pt x="0" y="426"/>
                  </a:lnTo>
                  <a:lnTo>
                    <a:pt x="11" y="426"/>
                  </a:lnTo>
                  <a:lnTo>
                    <a:pt x="13" y="383"/>
                  </a:lnTo>
                  <a:lnTo>
                    <a:pt x="16" y="342"/>
                  </a:lnTo>
                  <a:lnTo>
                    <a:pt x="22" y="303"/>
                  </a:lnTo>
                  <a:lnTo>
                    <a:pt x="30" y="264"/>
                  </a:lnTo>
                  <a:lnTo>
                    <a:pt x="41" y="229"/>
                  </a:lnTo>
                  <a:lnTo>
                    <a:pt x="52" y="194"/>
                  </a:lnTo>
                  <a:lnTo>
                    <a:pt x="67" y="162"/>
                  </a:lnTo>
                  <a:lnTo>
                    <a:pt x="82" y="133"/>
                  </a:lnTo>
                  <a:lnTo>
                    <a:pt x="98" y="106"/>
                  </a:lnTo>
                  <a:lnTo>
                    <a:pt x="116" y="81"/>
                  </a:lnTo>
                  <a:lnTo>
                    <a:pt x="136" y="61"/>
                  </a:lnTo>
                  <a:lnTo>
                    <a:pt x="156" y="43"/>
                  </a:lnTo>
                  <a:lnTo>
                    <a:pt x="178" y="31"/>
                  </a:lnTo>
                  <a:lnTo>
                    <a:pt x="199" y="20"/>
                  </a:lnTo>
                  <a:lnTo>
                    <a:pt x="221"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398" name="Freeform 38"/>
            <p:cNvSpPr>
              <a:spLocks/>
            </p:cNvSpPr>
            <p:nvPr/>
          </p:nvSpPr>
          <p:spPr bwMode="auto">
            <a:xfrm>
              <a:off x="1140" y="2087"/>
              <a:ext cx="49" cy="85"/>
            </a:xfrm>
            <a:custGeom>
              <a:avLst/>
              <a:gdLst>
                <a:gd name="T0" fmla="*/ 2 w 246"/>
                <a:gd name="T1" fmla="*/ 3 h 424"/>
                <a:gd name="T2" fmla="*/ 2 w 246"/>
                <a:gd name="T3" fmla="*/ 3 h 424"/>
                <a:gd name="T4" fmla="*/ 2 w 246"/>
                <a:gd name="T5" fmla="*/ 3 h 424"/>
                <a:gd name="T6" fmla="*/ 2 w 246"/>
                <a:gd name="T7" fmla="*/ 3 h 424"/>
                <a:gd name="T8" fmla="*/ 2 w 246"/>
                <a:gd name="T9" fmla="*/ 2 h 424"/>
                <a:gd name="T10" fmla="*/ 2 w 246"/>
                <a:gd name="T11" fmla="*/ 2 h 424"/>
                <a:gd name="T12" fmla="*/ 2 w 246"/>
                <a:gd name="T13" fmla="*/ 2 h 424"/>
                <a:gd name="T14" fmla="*/ 2 w 246"/>
                <a:gd name="T15" fmla="*/ 2 h 424"/>
                <a:gd name="T16" fmla="*/ 2 w 246"/>
                <a:gd name="T17" fmla="*/ 1 h 424"/>
                <a:gd name="T18" fmla="*/ 1 w 246"/>
                <a:gd name="T19" fmla="*/ 1 h 424"/>
                <a:gd name="T20" fmla="*/ 1 w 246"/>
                <a:gd name="T21" fmla="*/ 1 h 424"/>
                <a:gd name="T22" fmla="*/ 1 w 246"/>
                <a:gd name="T23" fmla="*/ 1 h 424"/>
                <a:gd name="T24" fmla="*/ 1 w 246"/>
                <a:gd name="T25" fmla="*/ 0 h 424"/>
                <a:gd name="T26" fmla="*/ 1 w 246"/>
                <a:gd name="T27" fmla="*/ 0 h 424"/>
                <a:gd name="T28" fmla="*/ 1 w 246"/>
                <a:gd name="T29" fmla="*/ 0 h 424"/>
                <a:gd name="T30" fmla="*/ 0 w 246"/>
                <a:gd name="T31" fmla="*/ 0 h 424"/>
                <a:gd name="T32" fmla="*/ 0 w 246"/>
                <a:gd name="T33" fmla="*/ 0 h 424"/>
                <a:gd name="T34" fmla="*/ 0 w 246"/>
                <a:gd name="T35" fmla="*/ 0 h 424"/>
                <a:gd name="T36" fmla="*/ 0 w 246"/>
                <a:gd name="T37" fmla="*/ 0 h 424"/>
                <a:gd name="T38" fmla="*/ 0 w 246"/>
                <a:gd name="T39" fmla="*/ 0 h 424"/>
                <a:gd name="T40" fmla="*/ 0 w 246"/>
                <a:gd name="T41" fmla="*/ 0 h 424"/>
                <a:gd name="T42" fmla="*/ 1 w 246"/>
                <a:gd name="T43" fmla="*/ 0 h 424"/>
                <a:gd name="T44" fmla="*/ 1 w 246"/>
                <a:gd name="T45" fmla="*/ 0 h 424"/>
                <a:gd name="T46" fmla="*/ 1 w 246"/>
                <a:gd name="T47" fmla="*/ 0 h 424"/>
                <a:gd name="T48" fmla="*/ 1 w 246"/>
                <a:gd name="T49" fmla="*/ 1 h 424"/>
                <a:gd name="T50" fmla="*/ 1 w 246"/>
                <a:gd name="T51" fmla="*/ 1 h 424"/>
                <a:gd name="T52" fmla="*/ 1 w 246"/>
                <a:gd name="T53" fmla="*/ 1 h 424"/>
                <a:gd name="T54" fmla="*/ 1 w 246"/>
                <a:gd name="T55" fmla="*/ 1 h 424"/>
                <a:gd name="T56" fmla="*/ 2 w 246"/>
                <a:gd name="T57" fmla="*/ 2 h 424"/>
                <a:gd name="T58" fmla="*/ 2 w 246"/>
                <a:gd name="T59" fmla="*/ 2 h 424"/>
                <a:gd name="T60" fmla="*/ 2 w 246"/>
                <a:gd name="T61" fmla="*/ 2 h 424"/>
                <a:gd name="T62" fmla="*/ 2 w 246"/>
                <a:gd name="T63" fmla="*/ 2 h 424"/>
                <a:gd name="T64" fmla="*/ 2 w 246"/>
                <a:gd name="T65" fmla="*/ 3 h 424"/>
                <a:gd name="T66" fmla="*/ 2 w 246"/>
                <a:gd name="T67" fmla="*/ 3 h 424"/>
                <a:gd name="T68" fmla="*/ 2 w 246"/>
                <a:gd name="T69" fmla="*/ 3 h 424"/>
                <a:gd name="T70" fmla="*/ 2 w 246"/>
                <a:gd name="T71" fmla="*/ 3 h 424"/>
                <a:gd name="T72" fmla="*/ 2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424"/>
                  </a:moveTo>
                  <a:lnTo>
                    <a:pt x="246" y="424"/>
                  </a:lnTo>
                  <a:lnTo>
                    <a:pt x="244" y="382"/>
                  </a:lnTo>
                  <a:lnTo>
                    <a:pt x="241" y="338"/>
                  </a:lnTo>
                  <a:lnTo>
                    <a:pt x="235" y="298"/>
                  </a:lnTo>
                  <a:lnTo>
                    <a:pt x="227" y="261"/>
                  </a:lnTo>
                  <a:lnTo>
                    <a:pt x="216" y="222"/>
                  </a:lnTo>
                  <a:lnTo>
                    <a:pt x="205" y="188"/>
                  </a:lnTo>
                  <a:lnTo>
                    <a:pt x="190" y="155"/>
                  </a:lnTo>
                  <a:lnTo>
                    <a:pt x="174" y="125"/>
                  </a:lnTo>
                  <a:lnTo>
                    <a:pt x="157" y="98"/>
                  </a:lnTo>
                  <a:lnTo>
                    <a:pt x="138" y="73"/>
                  </a:lnTo>
                  <a:lnTo>
                    <a:pt x="118" y="51"/>
                  </a:lnTo>
                  <a:lnTo>
                    <a:pt x="96" y="34"/>
                  </a:lnTo>
                  <a:lnTo>
                    <a:pt x="74" y="18"/>
                  </a:lnTo>
                  <a:lnTo>
                    <a:pt x="50" y="8"/>
                  </a:lnTo>
                  <a:lnTo>
                    <a:pt x="25" y="2"/>
                  </a:lnTo>
                  <a:lnTo>
                    <a:pt x="0" y="0"/>
                  </a:lnTo>
                  <a:lnTo>
                    <a:pt x="0" y="11"/>
                  </a:lnTo>
                  <a:lnTo>
                    <a:pt x="23" y="14"/>
                  </a:lnTo>
                  <a:lnTo>
                    <a:pt x="45" y="19"/>
                  </a:lnTo>
                  <a:lnTo>
                    <a:pt x="67" y="30"/>
                  </a:lnTo>
                  <a:lnTo>
                    <a:pt x="89" y="43"/>
                  </a:lnTo>
                  <a:lnTo>
                    <a:pt x="108" y="60"/>
                  </a:lnTo>
                  <a:lnTo>
                    <a:pt x="128" y="80"/>
                  </a:lnTo>
                  <a:lnTo>
                    <a:pt x="147" y="105"/>
                  </a:lnTo>
                  <a:lnTo>
                    <a:pt x="165" y="132"/>
                  </a:lnTo>
                  <a:lnTo>
                    <a:pt x="179" y="160"/>
                  </a:lnTo>
                  <a:lnTo>
                    <a:pt x="193" y="193"/>
                  </a:lnTo>
                  <a:lnTo>
                    <a:pt x="205" y="227"/>
                  </a:lnTo>
                  <a:lnTo>
                    <a:pt x="215" y="263"/>
                  </a:lnTo>
                  <a:lnTo>
                    <a:pt x="223" y="301"/>
                  </a:lnTo>
                  <a:lnTo>
                    <a:pt x="229" y="341"/>
                  </a:lnTo>
                  <a:lnTo>
                    <a:pt x="233" y="382"/>
                  </a:lnTo>
                  <a:lnTo>
                    <a:pt x="234" y="424"/>
                  </a:lnTo>
                  <a:lnTo>
                    <a:pt x="246"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399" name="Freeform 39"/>
            <p:cNvSpPr>
              <a:spLocks/>
            </p:cNvSpPr>
            <p:nvPr/>
          </p:nvSpPr>
          <p:spPr bwMode="auto">
            <a:xfrm>
              <a:off x="1140" y="2172"/>
              <a:ext cx="49" cy="85"/>
            </a:xfrm>
            <a:custGeom>
              <a:avLst/>
              <a:gdLst>
                <a:gd name="T0" fmla="*/ 0 w 246"/>
                <a:gd name="T1" fmla="*/ 3 h 426"/>
                <a:gd name="T2" fmla="*/ 0 w 246"/>
                <a:gd name="T3" fmla="*/ 3 h 426"/>
                <a:gd name="T4" fmla="*/ 0 w 246"/>
                <a:gd name="T5" fmla="*/ 3 h 426"/>
                <a:gd name="T6" fmla="*/ 0 w 246"/>
                <a:gd name="T7" fmla="*/ 3 h 426"/>
                <a:gd name="T8" fmla="*/ 1 w 246"/>
                <a:gd name="T9" fmla="*/ 3 h 426"/>
                <a:gd name="T10" fmla="*/ 1 w 246"/>
                <a:gd name="T11" fmla="*/ 3 h 426"/>
                <a:gd name="T12" fmla="*/ 1 w 246"/>
                <a:gd name="T13" fmla="*/ 3 h 426"/>
                <a:gd name="T14" fmla="*/ 1 w 246"/>
                <a:gd name="T15" fmla="*/ 3 h 426"/>
                <a:gd name="T16" fmla="*/ 1 w 246"/>
                <a:gd name="T17" fmla="*/ 3 h 426"/>
                <a:gd name="T18" fmla="*/ 1 w 246"/>
                <a:gd name="T19" fmla="*/ 2 h 426"/>
                <a:gd name="T20" fmla="*/ 2 w 246"/>
                <a:gd name="T21" fmla="*/ 2 h 426"/>
                <a:gd name="T22" fmla="*/ 2 w 246"/>
                <a:gd name="T23" fmla="*/ 2 h 426"/>
                <a:gd name="T24" fmla="*/ 2 w 246"/>
                <a:gd name="T25" fmla="*/ 2 h 426"/>
                <a:gd name="T26" fmla="*/ 2 w 246"/>
                <a:gd name="T27" fmla="*/ 1 h 426"/>
                <a:gd name="T28" fmla="*/ 2 w 246"/>
                <a:gd name="T29" fmla="*/ 1 h 426"/>
                <a:gd name="T30" fmla="*/ 2 w 246"/>
                <a:gd name="T31" fmla="*/ 1 h 426"/>
                <a:gd name="T32" fmla="*/ 2 w 246"/>
                <a:gd name="T33" fmla="*/ 0 h 426"/>
                <a:gd name="T34" fmla="*/ 2 w 246"/>
                <a:gd name="T35" fmla="*/ 0 h 426"/>
                <a:gd name="T36" fmla="*/ 2 w 246"/>
                <a:gd name="T37" fmla="*/ 0 h 426"/>
                <a:gd name="T38" fmla="*/ 2 w 246"/>
                <a:gd name="T39" fmla="*/ 0 h 426"/>
                <a:gd name="T40" fmla="*/ 2 w 246"/>
                <a:gd name="T41" fmla="*/ 1 h 426"/>
                <a:gd name="T42" fmla="*/ 2 w 246"/>
                <a:gd name="T43" fmla="*/ 1 h 426"/>
                <a:gd name="T44" fmla="*/ 2 w 246"/>
                <a:gd name="T45" fmla="*/ 1 h 426"/>
                <a:gd name="T46" fmla="*/ 2 w 246"/>
                <a:gd name="T47" fmla="*/ 2 h 426"/>
                <a:gd name="T48" fmla="*/ 2 w 246"/>
                <a:gd name="T49" fmla="*/ 2 h 426"/>
                <a:gd name="T50" fmla="*/ 1 w 246"/>
                <a:gd name="T51" fmla="*/ 2 h 426"/>
                <a:gd name="T52" fmla="*/ 1 w 246"/>
                <a:gd name="T53" fmla="*/ 2 h 426"/>
                <a:gd name="T54" fmla="*/ 1 w 246"/>
                <a:gd name="T55" fmla="*/ 3 h 426"/>
                <a:gd name="T56" fmla="*/ 1 w 246"/>
                <a:gd name="T57" fmla="*/ 3 h 426"/>
                <a:gd name="T58" fmla="*/ 1 w 246"/>
                <a:gd name="T59" fmla="*/ 3 h 426"/>
                <a:gd name="T60" fmla="*/ 1 w 246"/>
                <a:gd name="T61" fmla="*/ 3 h 426"/>
                <a:gd name="T62" fmla="*/ 1 w 246"/>
                <a:gd name="T63" fmla="*/ 3 h 426"/>
                <a:gd name="T64" fmla="*/ 0 w 246"/>
                <a:gd name="T65" fmla="*/ 3 h 426"/>
                <a:gd name="T66" fmla="*/ 0 w 246"/>
                <a:gd name="T67" fmla="*/ 3 h 426"/>
                <a:gd name="T68" fmla="*/ 0 w 246"/>
                <a:gd name="T69" fmla="*/ 3 h 426"/>
                <a:gd name="T70" fmla="*/ 0 w 246"/>
                <a:gd name="T71" fmla="*/ 3 h 426"/>
                <a:gd name="T72" fmla="*/ 0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426"/>
                  </a:moveTo>
                  <a:lnTo>
                    <a:pt x="0" y="426"/>
                  </a:lnTo>
                  <a:lnTo>
                    <a:pt x="25" y="423"/>
                  </a:lnTo>
                  <a:lnTo>
                    <a:pt x="50" y="417"/>
                  </a:lnTo>
                  <a:lnTo>
                    <a:pt x="74" y="407"/>
                  </a:lnTo>
                  <a:lnTo>
                    <a:pt x="96" y="392"/>
                  </a:lnTo>
                  <a:lnTo>
                    <a:pt x="118" y="373"/>
                  </a:lnTo>
                  <a:lnTo>
                    <a:pt x="138" y="350"/>
                  </a:lnTo>
                  <a:lnTo>
                    <a:pt x="157" y="327"/>
                  </a:lnTo>
                  <a:lnTo>
                    <a:pt x="175" y="299"/>
                  </a:lnTo>
                  <a:lnTo>
                    <a:pt x="190" y="268"/>
                  </a:lnTo>
                  <a:lnTo>
                    <a:pt x="205" y="236"/>
                  </a:lnTo>
                  <a:lnTo>
                    <a:pt x="216" y="202"/>
                  </a:lnTo>
                  <a:lnTo>
                    <a:pt x="227" y="164"/>
                  </a:lnTo>
                  <a:lnTo>
                    <a:pt x="235" y="125"/>
                  </a:lnTo>
                  <a:lnTo>
                    <a:pt x="241" y="86"/>
                  </a:lnTo>
                  <a:lnTo>
                    <a:pt x="244" y="42"/>
                  </a:lnTo>
                  <a:lnTo>
                    <a:pt x="246" y="0"/>
                  </a:lnTo>
                  <a:lnTo>
                    <a:pt x="234" y="0"/>
                  </a:lnTo>
                  <a:lnTo>
                    <a:pt x="233" y="42"/>
                  </a:lnTo>
                  <a:lnTo>
                    <a:pt x="229" y="83"/>
                  </a:lnTo>
                  <a:lnTo>
                    <a:pt x="223" y="123"/>
                  </a:lnTo>
                  <a:lnTo>
                    <a:pt x="215" y="162"/>
                  </a:lnTo>
                  <a:lnTo>
                    <a:pt x="205" y="197"/>
                  </a:lnTo>
                  <a:lnTo>
                    <a:pt x="193" y="231"/>
                  </a:lnTo>
                  <a:lnTo>
                    <a:pt x="179" y="264"/>
                  </a:lnTo>
                  <a:lnTo>
                    <a:pt x="164" y="292"/>
                  </a:lnTo>
                  <a:lnTo>
                    <a:pt x="147" y="320"/>
                  </a:lnTo>
                  <a:lnTo>
                    <a:pt x="128" y="343"/>
                  </a:lnTo>
                  <a:lnTo>
                    <a:pt x="108" y="363"/>
                  </a:lnTo>
                  <a:lnTo>
                    <a:pt x="89" y="382"/>
                  </a:lnTo>
                  <a:lnTo>
                    <a:pt x="67" y="395"/>
                  </a:lnTo>
                  <a:lnTo>
                    <a:pt x="45" y="406"/>
                  </a:lnTo>
                  <a:lnTo>
                    <a:pt x="23" y="411"/>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400" name="Freeform 40"/>
            <p:cNvSpPr>
              <a:spLocks/>
            </p:cNvSpPr>
            <p:nvPr/>
          </p:nvSpPr>
          <p:spPr bwMode="auto">
            <a:xfrm>
              <a:off x="1091" y="2172"/>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4" y="86"/>
                  </a:lnTo>
                  <a:lnTo>
                    <a:pt x="10" y="125"/>
                  </a:lnTo>
                  <a:lnTo>
                    <a:pt x="18" y="164"/>
                  </a:lnTo>
                  <a:lnTo>
                    <a:pt x="29" y="202"/>
                  </a:lnTo>
                  <a:lnTo>
                    <a:pt x="41" y="236"/>
                  </a:lnTo>
                  <a:lnTo>
                    <a:pt x="55" y="268"/>
                  </a:lnTo>
                  <a:lnTo>
                    <a:pt x="70" y="299"/>
                  </a:lnTo>
                  <a:lnTo>
                    <a:pt x="89" y="327"/>
                  </a:lnTo>
                  <a:lnTo>
                    <a:pt x="106" y="350"/>
                  </a:lnTo>
                  <a:lnTo>
                    <a:pt x="126" y="373"/>
                  </a:lnTo>
                  <a:lnTo>
                    <a:pt x="148" y="392"/>
                  </a:lnTo>
                  <a:lnTo>
                    <a:pt x="171" y="407"/>
                  </a:lnTo>
                  <a:lnTo>
                    <a:pt x="194" y="417"/>
                  </a:lnTo>
                  <a:lnTo>
                    <a:pt x="219" y="423"/>
                  </a:lnTo>
                  <a:lnTo>
                    <a:pt x="245" y="426"/>
                  </a:lnTo>
                  <a:lnTo>
                    <a:pt x="245" y="414"/>
                  </a:lnTo>
                  <a:lnTo>
                    <a:pt x="221" y="411"/>
                  </a:lnTo>
                  <a:lnTo>
                    <a:pt x="199" y="406"/>
                  </a:lnTo>
                  <a:lnTo>
                    <a:pt x="178" y="395"/>
                  </a:lnTo>
                  <a:lnTo>
                    <a:pt x="155" y="382"/>
                  </a:lnTo>
                  <a:lnTo>
                    <a:pt x="136" y="363"/>
                  </a:lnTo>
                  <a:lnTo>
                    <a:pt x="116" y="343"/>
                  </a:lnTo>
                  <a:lnTo>
                    <a:pt x="98" y="320"/>
                  </a:lnTo>
                  <a:lnTo>
                    <a:pt x="82" y="292"/>
                  </a:lnTo>
                  <a:lnTo>
                    <a:pt x="66" y="264"/>
                  </a:lnTo>
                  <a:lnTo>
                    <a:pt x="52" y="231"/>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401" name="Freeform 41"/>
            <p:cNvSpPr>
              <a:spLocks/>
            </p:cNvSpPr>
            <p:nvPr/>
          </p:nvSpPr>
          <p:spPr bwMode="auto">
            <a:xfrm>
              <a:off x="1091" y="2087"/>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4" y="8"/>
                  </a:lnTo>
                  <a:lnTo>
                    <a:pt x="171" y="18"/>
                  </a:lnTo>
                  <a:lnTo>
                    <a:pt x="148" y="34"/>
                  </a:lnTo>
                  <a:lnTo>
                    <a:pt x="126" y="51"/>
                  </a:lnTo>
                  <a:lnTo>
                    <a:pt x="106" y="73"/>
                  </a:lnTo>
                  <a:lnTo>
                    <a:pt x="89" y="98"/>
                  </a:lnTo>
                  <a:lnTo>
                    <a:pt x="71" y="125"/>
                  </a:lnTo>
                  <a:lnTo>
                    <a:pt x="55" y="155"/>
                  </a:lnTo>
                  <a:lnTo>
                    <a:pt x="41" y="188"/>
                  </a:lnTo>
                  <a:lnTo>
                    <a:pt x="29" y="222"/>
                  </a:lnTo>
                  <a:lnTo>
                    <a:pt x="18" y="261"/>
                  </a:lnTo>
                  <a:lnTo>
                    <a:pt x="10" y="298"/>
                  </a:lnTo>
                  <a:lnTo>
                    <a:pt x="4" y="338"/>
                  </a:lnTo>
                  <a:lnTo>
                    <a:pt x="1" y="382"/>
                  </a:lnTo>
                  <a:lnTo>
                    <a:pt x="0" y="424"/>
                  </a:lnTo>
                  <a:lnTo>
                    <a:pt x="11" y="424"/>
                  </a:lnTo>
                  <a:lnTo>
                    <a:pt x="13" y="382"/>
                  </a:lnTo>
                  <a:lnTo>
                    <a:pt x="16" y="341"/>
                  </a:lnTo>
                  <a:lnTo>
                    <a:pt x="22" y="301"/>
                  </a:lnTo>
                  <a:lnTo>
                    <a:pt x="30" y="263"/>
                  </a:lnTo>
                  <a:lnTo>
                    <a:pt x="41" y="227"/>
                  </a:lnTo>
                  <a:lnTo>
                    <a:pt x="52" y="193"/>
                  </a:lnTo>
                  <a:lnTo>
                    <a:pt x="66" y="160"/>
                  </a:lnTo>
                  <a:lnTo>
                    <a:pt x="80" y="132"/>
                  </a:lnTo>
                  <a:lnTo>
                    <a:pt x="98" y="105"/>
                  </a:lnTo>
                  <a:lnTo>
                    <a:pt x="116" y="80"/>
                  </a:lnTo>
                  <a:lnTo>
                    <a:pt x="136" y="60"/>
                  </a:lnTo>
                  <a:lnTo>
                    <a:pt x="155" y="43"/>
                  </a:lnTo>
                  <a:lnTo>
                    <a:pt x="178" y="30"/>
                  </a:lnTo>
                  <a:lnTo>
                    <a:pt x="199" y="19"/>
                  </a:lnTo>
                  <a:lnTo>
                    <a:pt x="221" y="14"/>
                  </a:lnTo>
                  <a:lnTo>
                    <a:pt x="245" y="11"/>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402" name="Freeform 42"/>
            <p:cNvSpPr>
              <a:spLocks/>
            </p:cNvSpPr>
            <p:nvPr/>
          </p:nvSpPr>
          <p:spPr bwMode="auto">
            <a:xfrm>
              <a:off x="1392" y="2118"/>
              <a:ext cx="49" cy="85"/>
            </a:xfrm>
            <a:custGeom>
              <a:avLst/>
              <a:gdLst>
                <a:gd name="T0" fmla="*/ 2 w 246"/>
                <a:gd name="T1" fmla="*/ 3 h 426"/>
                <a:gd name="T2" fmla="*/ 2 w 246"/>
                <a:gd name="T3" fmla="*/ 3 h 426"/>
                <a:gd name="T4" fmla="*/ 2 w 246"/>
                <a:gd name="T5" fmla="*/ 3 h 426"/>
                <a:gd name="T6" fmla="*/ 2 w 246"/>
                <a:gd name="T7" fmla="*/ 3 h 426"/>
                <a:gd name="T8" fmla="*/ 2 w 246"/>
                <a:gd name="T9" fmla="*/ 2 h 426"/>
                <a:gd name="T10" fmla="*/ 2 w 246"/>
                <a:gd name="T11" fmla="*/ 2 h 426"/>
                <a:gd name="T12" fmla="*/ 2 w 246"/>
                <a:gd name="T13" fmla="*/ 2 h 426"/>
                <a:gd name="T14" fmla="*/ 2 w 246"/>
                <a:gd name="T15" fmla="*/ 2 h 426"/>
                <a:gd name="T16" fmla="*/ 2 w 246"/>
                <a:gd name="T17" fmla="*/ 1 h 426"/>
                <a:gd name="T18" fmla="*/ 1 w 246"/>
                <a:gd name="T19" fmla="*/ 1 h 426"/>
                <a:gd name="T20" fmla="*/ 1 w 246"/>
                <a:gd name="T21" fmla="*/ 1 h 426"/>
                <a:gd name="T22" fmla="*/ 1 w 246"/>
                <a:gd name="T23" fmla="*/ 1 h 426"/>
                <a:gd name="T24" fmla="*/ 1 w 246"/>
                <a:gd name="T25" fmla="*/ 0 h 426"/>
                <a:gd name="T26" fmla="*/ 1 w 246"/>
                <a:gd name="T27" fmla="*/ 0 h 426"/>
                <a:gd name="T28" fmla="*/ 1 w 246"/>
                <a:gd name="T29" fmla="*/ 0 h 426"/>
                <a:gd name="T30" fmla="*/ 0 w 246"/>
                <a:gd name="T31" fmla="*/ 0 h 426"/>
                <a:gd name="T32" fmla="*/ 0 w 246"/>
                <a:gd name="T33" fmla="*/ 0 h 426"/>
                <a:gd name="T34" fmla="*/ 0 w 246"/>
                <a:gd name="T35" fmla="*/ 0 h 426"/>
                <a:gd name="T36" fmla="*/ 0 w 246"/>
                <a:gd name="T37" fmla="*/ 0 h 426"/>
                <a:gd name="T38" fmla="*/ 0 w 246"/>
                <a:gd name="T39" fmla="*/ 0 h 426"/>
                <a:gd name="T40" fmla="*/ 0 w 246"/>
                <a:gd name="T41" fmla="*/ 0 h 426"/>
                <a:gd name="T42" fmla="*/ 1 w 246"/>
                <a:gd name="T43" fmla="*/ 0 h 426"/>
                <a:gd name="T44" fmla="*/ 1 w 246"/>
                <a:gd name="T45" fmla="*/ 0 h 426"/>
                <a:gd name="T46" fmla="*/ 1 w 246"/>
                <a:gd name="T47" fmla="*/ 1 h 426"/>
                <a:gd name="T48" fmla="*/ 1 w 246"/>
                <a:gd name="T49" fmla="*/ 1 h 426"/>
                <a:gd name="T50" fmla="*/ 1 w 246"/>
                <a:gd name="T51" fmla="*/ 1 h 426"/>
                <a:gd name="T52" fmla="*/ 1 w 246"/>
                <a:gd name="T53" fmla="*/ 1 h 426"/>
                <a:gd name="T54" fmla="*/ 1 w 246"/>
                <a:gd name="T55" fmla="*/ 1 h 426"/>
                <a:gd name="T56" fmla="*/ 2 w 246"/>
                <a:gd name="T57" fmla="*/ 2 h 426"/>
                <a:gd name="T58" fmla="*/ 2 w 246"/>
                <a:gd name="T59" fmla="*/ 2 h 426"/>
                <a:gd name="T60" fmla="*/ 2 w 246"/>
                <a:gd name="T61" fmla="*/ 2 h 426"/>
                <a:gd name="T62" fmla="*/ 2 w 246"/>
                <a:gd name="T63" fmla="*/ 2 h 426"/>
                <a:gd name="T64" fmla="*/ 2 w 246"/>
                <a:gd name="T65" fmla="*/ 3 h 426"/>
                <a:gd name="T66" fmla="*/ 2 w 246"/>
                <a:gd name="T67" fmla="*/ 3 h 426"/>
                <a:gd name="T68" fmla="*/ 2 w 246"/>
                <a:gd name="T69" fmla="*/ 3 h 426"/>
                <a:gd name="T70" fmla="*/ 2 w 246"/>
                <a:gd name="T71" fmla="*/ 3 h 426"/>
                <a:gd name="T72" fmla="*/ 2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246" y="426"/>
                  </a:moveTo>
                  <a:lnTo>
                    <a:pt x="246" y="426"/>
                  </a:lnTo>
                  <a:lnTo>
                    <a:pt x="245" y="384"/>
                  </a:lnTo>
                  <a:lnTo>
                    <a:pt x="242" y="340"/>
                  </a:lnTo>
                  <a:lnTo>
                    <a:pt x="236" y="301"/>
                  </a:lnTo>
                  <a:lnTo>
                    <a:pt x="228" y="262"/>
                  </a:lnTo>
                  <a:lnTo>
                    <a:pt x="217" y="224"/>
                  </a:lnTo>
                  <a:lnTo>
                    <a:pt x="205" y="190"/>
                  </a:lnTo>
                  <a:lnTo>
                    <a:pt x="191" y="158"/>
                  </a:lnTo>
                  <a:lnTo>
                    <a:pt x="176" y="126"/>
                  </a:lnTo>
                  <a:lnTo>
                    <a:pt x="157" y="99"/>
                  </a:lnTo>
                  <a:lnTo>
                    <a:pt x="139" y="75"/>
                  </a:lnTo>
                  <a:lnTo>
                    <a:pt x="119" y="53"/>
                  </a:lnTo>
                  <a:lnTo>
                    <a:pt x="96" y="34"/>
                  </a:lnTo>
                  <a:lnTo>
                    <a:pt x="75" y="19"/>
                  </a:lnTo>
                  <a:lnTo>
                    <a:pt x="51" y="9"/>
                  </a:lnTo>
                  <a:lnTo>
                    <a:pt x="26" y="3"/>
                  </a:lnTo>
                  <a:lnTo>
                    <a:pt x="0" y="0"/>
                  </a:lnTo>
                  <a:lnTo>
                    <a:pt x="0" y="12"/>
                  </a:lnTo>
                  <a:lnTo>
                    <a:pt x="24" y="15"/>
                  </a:lnTo>
                  <a:lnTo>
                    <a:pt x="46" y="20"/>
                  </a:lnTo>
                  <a:lnTo>
                    <a:pt x="68" y="31"/>
                  </a:lnTo>
                  <a:lnTo>
                    <a:pt x="89" y="44"/>
                  </a:lnTo>
                  <a:lnTo>
                    <a:pt x="109" y="63"/>
                  </a:lnTo>
                  <a:lnTo>
                    <a:pt x="129" y="83"/>
                  </a:lnTo>
                  <a:lnTo>
                    <a:pt x="148" y="106"/>
                  </a:lnTo>
                  <a:lnTo>
                    <a:pt x="164" y="133"/>
                  </a:lnTo>
                  <a:lnTo>
                    <a:pt x="180" y="162"/>
                  </a:lnTo>
                  <a:lnTo>
                    <a:pt x="194" y="195"/>
                  </a:lnTo>
                  <a:lnTo>
                    <a:pt x="205" y="229"/>
                  </a:lnTo>
                  <a:lnTo>
                    <a:pt x="216" y="264"/>
                  </a:lnTo>
                  <a:lnTo>
                    <a:pt x="224" y="303"/>
                  </a:lnTo>
                  <a:lnTo>
                    <a:pt x="230" y="343"/>
                  </a:lnTo>
                  <a:lnTo>
                    <a:pt x="233" y="384"/>
                  </a:lnTo>
                  <a:lnTo>
                    <a:pt x="235" y="426"/>
                  </a:lnTo>
                  <a:lnTo>
                    <a:pt x="246"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403" name="Freeform 43"/>
            <p:cNvSpPr>
              <a:spLocks/>
            </p:cNvSpPr>
            <p:nvPr/>
          </p:nvSpPr>
          <p:spPr bwMode="auto">
            <a:xfrm>
              <a:off x="1392" y="2203"/>
              <a:ext cx="49" cy="85"/>
            </a:xfrm>
            <a:custGeom>
              <a:avLst/>
              <a:gdLst>
                <a:gd name="T0" fmla="*/ 0 w 246"/>
                <a:gd name="T1" fmla="*/ 3 h 424"/>
                <a:gd name="T2" fmla="*/ 0 w 246"/>
                <a:gd name="T3" fmla="*/ 3 h 424"/>
                <a:gd name="T4" fmla="*/ 0 w 246"/>
                <a:gd name="T5" fmla="*/ 3 h 424"/>
                <a:gd name="T6" fmla="*/ 0 w 246"/>
                <a:gd name="T7" fmla="*/ 3 h 424"/>
                <a:gd name="T8" fmla="*/ 1 w 246"/>
                <a:gd name="T9" fmla="*/ 3 h 424"/>
                <a:gd name="T10" fmla="*/ 1 w 246"/>
                <a:gd name="T11" fmla="*/ 3 h 424"/>
                <a:gd name="T12" fmla="*/ 1 w 246"/>
                <a:gd name="T13" fmla="*/ 3 h 424"/>
                <a:gd name="T14" fmla="*/ 1 w 246"/>
                <a:gd name="T15" fmla="*/ 3 h 424"/>
                <a:gd name="T16" fmla="*/ 1 w 246"/>
                <a:gd name="T17" fmla="*/ 3 h 424"/>
                <a:gd name="T18" fmla="*/ 1 w 246"/>
                <a:gd name="T19" fmla="*/ 2 h 424"/>
                <a:gd name="T20" fmla="*/ 2 w 246"/>
                <a:gd name="T21" fmla="*/ 2 h 424"/>
                <a:gd name="T22" fmla="*/ 2 w 246"/>
                <a:gd name="T23" fmla="*/ 2 h 424"/>
                <a:gd name="T24" fmla="*/ 2 w 246"/>
                <a:gd name="T25" fmla="*/ 2 h 424"/>
                <a:gd name="T26" fmla="*/ 2 w 246"/>
                <a:gd name="T27" fmla="*/ 1 h 424"/>
                <a:gd name="T28" fmla="*/ 2 w 246"/>
                <a:gd name="T29" fmla="*/ 1 h 424"/>
                <a:gd name="T30" fmla="*/ 2 w 246"/>
                <a:gd name="T31" fmla="*/ 1 h 424"/>
                <a:gd name="T32" fmla="*/ 2 w 246"/>
                <a:gd name="T33" fmla="*/ 0 h 424"/>
                <a:gd name="T34" fmla="*/ 2 w 246"/>
                <a:gd name="T35" fmla="*/ 0 h 424"/>
                <a:gd name="T36" fmla="*/ 2 w 246"/>
                <a:gd name="T37" fmla="*/ 0 h 424"/>
                <a:gd name="T38" fmla="*/ 2 w 246"/>
                <a:gd name="T39" fmla="*/ 0 h 424"/>
                <a:gd name="T40" fmla="*/ 2 w 246"/>
                <a:gd name="T41" fmla="*/ 1 h 424"/>
                <a:gd name="T42" fmla="*/ 2 w 246"/>
                <a:gd name="T43" fmla="*/ 1 h 424"/>
                <a:gd name="T44" fmla="*/ 2 w 246"/>
                <a:gd name="T45" fmla="*/ 1 h 424"/>
                <a:gd name="T46" fmla="*/ 2 w 246"/>
                <a:gd name="T47" fmla="*/ 2 h 424"/>
                <a:gd name="T48" fmla="*/ 2 w 246"/>
                <a:gd name="T49" fmla="*/ 2 h 424"/>
                <a:gd name="T50" fmla="*/ 1 w 246"/>
                <a:gd name="T51" fmla="*/ 2 h 424"/>
                <a:gd name="T52" fmla="*/ 1 w 246"/>
                <a:gd name="T53" fmla="*/ 2 h 424"/>
                <a:gd name="T54" fmla="*/ 1 w 246"/>
                <a:gd name="T55" fmla="*/ 3 h 424"/>
                <a:gd name="T56" fmla="*/ 1 w 246"/>
                <a:gd name="T57" fmla="*/ 3 h 424"/>
                <a:gd name="T58" fmla="*/ 1 w 246"/>
                <a:gd name="T59" fmla="*/ 3 h 424"/>
                <a:gd name="T60" fmla="*/ 1 w 246"/>
                <a:gd name="T61" fmla="*/ 3 h 424"/>
                <a:gd name="T62" fmla="*/ 1 w 246"/>
                <a:gd name="T63" fmla="*/ 3 h 424"/>
                <a:gd name="T64" fmla="*/ 0 w 246"/>
                <a:gd name="T65" fmla="*/ 3 h 424"/>
                <a:gd name="T66" fmla="*/ 0 w 246"/>
                <a:gd name="T67" fmla="*/ 3 h 424"/>
                <a:gd name="T68" fmla="*/ 0 w 246"/>
                <a:gd name="T69" fmla="*/ 3 h 424"/>
                <a:gd name="T70" fmla="*/ 0 w 246"/>
                <a:gd name="T71" fmla="*/ 3 h 424"/>
                <a:gd name="T72" fmla="*/ 0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0" y="424"/>
                  </a:moveTo>
                  <a:lnTo>
                    <a:pt x="0" y="424"/>
                  </a:lnTo>
                  <a:lnTo>
                    <a:pt x="26" y="422"/>
                  </a:lnTo>
                  <a:lnTo>
                    <a:pt x="51" y="416"/>
                  </a:lnTo>
                  <a:lnTo>
                    <a:pt x="75" y="406"/>
                  </a:lnTo>
                  <a:lnTo>
                    <a:pt x="96" y="390"/>
                  </a:lnTo>
                  <a:lnTo>
                    <a:pt x="119" y="373"/>
                  </a:lnTo>
                  <a:lnTo>
                    <a:pt x="139" y="351"/>
                  </a:lnTo>
                  <a:lnTo>
                    <a:pt x="157" y="326"/>
                  </a:lnTo>
                  <a:lnTo>
                    <a:pt x="175" y="299"/>
                  </a:lnTo>
                  <a:lnTo>
                    <a:pt x="191" y="269"/>
                  </a:lnTo>
                  <a:lnTo>
                    <a:pt x="205" y="236"/>
                  </a:lnTo>
                  <a:lnTo>
                    <a:pt x="217" y="202"/>
                  </a:lnTo>
                  <a:lnTo>
                    <a:pt x="228" y="163"/>
                  </a:lnTo>
                  <a:lnTo>
                    <a:pt x="236" y="125"/>
                  </a:lnTo>
                  <a:lnTo>
                    <a:pt x="242" y="86"/>
                  </a:lnTo>
                  <a:lnTo>
                    <a:pt x="245" y="42"/>
                  </a:lnTo>
                  <a:lnTo>
                    <a:pt x="246" y="0"/>
                  </a:lnTo>
                  <a:lnTo>
                    <a:pt x="235" y="0"/>
                  </a:lnTo>
                  <a:lnTo>
                    <a:pt x="233" y="42"/>
                  </a:lnTo>
                  <a:lnTo>
                    <a:pt x="230" y="83"/>
                  </a:lnTo>
                  <a:lnTo>
                    <a:pt x="224" y="123"/>
                  </a:lnTo>
                  <a:lnTo>
                    <a:pt x="216" y="161"/>
                  </a:lnTo>
                  <a:lnTo>
                    <a:pt x="205" y="197"/>
                  </a:lnTo>
                  <a:lnTo>
                    <a:pt x="194" y="231"/>
                  </a:lnTo>
                  <a:lnTo>
                    <a:pt x="180" y="264"/>
                  </a:lnTo>
                  <a:lnTo>
                    <a:pt x="166" y="292"/>
                  </a:lnTo>
                  <a:lnTo>
                    <a:pt x="148" y="319"/>
                  </a:lnTo>
                  <a:lnTo>
                    <a:pt x="129" y="344"/>
                  </a:lnTo>
                  <a:lnTo>
                    <a:pt x="109" y="364"/>
                  </a:lnTo>
                  <a:lnTo>
                    <a:pt x="89" y="381"/>
                  </a:lnTo>
                  <a:lnTo>
                    <a:pt x="68" y="394"/>
                  </a:lnTo>
                  <a:lnTo>
                    <a:pt x="46" y="405"/>
                  </a:lnTo>
                  <a:lnTo>
                    <a:pt x="24" y="410"/>
                  </a:lnTo>
                  <a:lnTo>
                    <a:pt x="0" y="413"/>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404" name="Freeform 44"/>
            <p:cNvSpPr>
              <a:spLocks/>
            </p:cNvSpPr>
            <p:nvPr/>
          </p:nvSpPr>
          <p:spPr bwMode="auto">
            <a:xfrm>
              <a:off x="1343" y="2203"/>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2" y="42"/>
                  </a:lnTo>
                  <a:lnTo>
                    <a:pt x="5" y="86"/>
                  </a:lnTo>
                  <a:lnTo>
                    <a:pt x="11" y="125"/>
                  </a:lnTo>
                  <a:lnTo>
                    <a:pt x="19" y="163"/>
                  </a:lnTo>
                  <a:lnTo>
                    <a:pt x="30" y="202"/>
                  </a:lnTo>
                  <a:lnTo>
                    <a:pt x="41" y="236"/>
                  </a:lnTo>
                  <a:lnTo>
                    <a:pt x="56" y="269"/>
                  </a:lnTo>
                  <a:lnTo>
                    <a:pt x="72" y="299"/>
                  </a:lnTo>
                  <a:lnTo>
                    <a:pt x="90" y="326"/>
                  </a:lnTo>
                  <a:lnTo>
                    <a:pt x="108" y="351"/>
                  </a:lnTo>
                  <a:lnTo>
                    <a:pt x="127" y="373"/>
                  </a:lnTo>
                  <a:lnTo>
                    <a:pt x="149" y="390"/>
                  </a:lnTo>
                  <a:lnTo>
                    <a:pt x="172" y="406"/>
                  </a:lnTo>
                  <a:lnTo>
                    <a:pt x="195" y="416"/>
                  </a:lnTo>
                  <a:lnTo>
                    <a:pt x="220" y="422"/>
                  </a:lnTo>
                  <a:lnTo>
                    <a:pt x="245" y="424"/>
                  </a:lnTo>
                  <a:lnTo>
                    <a:pt x="245" y="413"/>
                  </a:lnTo>
                  <a:lnTo>
                    <a:pt x="222" y="410"/>
                  </a:lnTo>
                  <a:lnTo>
                    <a:pt x="200" y="405"/>
                  </a:lnTo>
                  <a:lnTo>
                    <a:pt x="179" y="394"/>
                  </a:lnTo>
                  <a:lnTo>
                    <a:pt x="156" y="381"/>
                  </a:lnTo>
                  <a:lnTo>
                    <a:pt x="136" y="364"/>
                  </a:lnTo>
                  <a:lnTo>
                    <a:pt x="118" y="344"/>
                  </a:lnTo>
                  <a:lnTo>
                    <a:pt x="99" y="319"/>
                  </a:lnTo>
                  <a:lnTo>
                    <a:pt x="81" y="292"/>
                  </a:lnTo>
                  <a:lnTo>
                    <a:pt x="67" y="264"/>
                  </a:lnTo>
                  <a:lnTo>
                    <a:pt x="53" y="231"/>
                  </a:lnTo>
                  <a:lnTo>
                    <a:pt x="41" y="197"/>
                  </a:lnTo>
                  <a:lnTo>
                    <a:pt x="31" y="161"/>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405" name="Freeform 45"/>
            <p:cNvSpPr>
              <a:spLocks/>
            </p:cNvSpPr>
            <p:nvPr/>
          </p:nvSpPr>
          <p:spPr bwMode="auto">
            <a:xfrm>
              <a:off x="1343" y="2118"/>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1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20" y="3"/>
                  </a:lnTo>
                  <a:lnTo>
                    <a:pt x="195" y="9"/>
                  </a:lnTo>
                  <a:lnTo>
                    <a:pt x="172" y="19"/>
                  </a:lnTo>
                  <a:lnTo>
                    <a:pt x="149" y="34"/>
                  </a:lnTo>
                  <a:lnTo>
                    <a:pt x="127" y="53"/>
                  </a:lnTo>
                  <a:lnTo>
                    <a:pt x="108" y="75"/>
                  </a:lnTo>
                  <a:lnTo>
                    <a:pt x="90" y="99"/>
                  </a:lnTo>
                  <a:lnTo>
                    <a:pt x="71" y="126"/>
                  </a:lnTo>
                  <a:lnTo>
                    <a:pt x="56" y="158"/>
                  </a:lnTo>
                  <a:lnTo>
                    <a:pt x="41" y="190"/>
                  </a:lnTo>
                  <a:lnTo>
                    <a:pt x="30" y="224"/>
                  </a:lnTo>
                  <a:lnTo>
                    <a:pt x="19" y="262"/>
                  </a:lnTo>
                  <a:lnTo>
                    <a:pt x="11" y="301"/>
                  </a:lnTo>
                  <a:lnTo>
                    <a:pt x="5" y="340"/>
                  </a:lnTo>
                  <a:lnTo>
                    <a:pt x="2" y="384"/>
                  </a:lnTo>
                  <a:lnTo>
                    <a:pt x="0" y="426"/>
                  </a:lnTo>
                  <a:lnTo>
                    <a:pt x="12" y="426"/>
                  </a:lnTo>
                  <a:lnTo>
                    <a:pt x="13" y="384"/>
                  </a:lnTo>
                  <a:lnTo>
                    <a:pt x="17" y="343"/>
                  </a:lnTo>
                  <a:lnTo>
                    <a:pt x="23" y="303"/>
                  </a:lnTo>
                  <a:lnTo>
                    <a:pt x="31" y="264"/>
                  </a:lnTo>
                  <a:lnTo>
                    <a:pt x="41" y="229"/>
                  </a:lnTo>
                  <a:lnTo>
                    <a:pt x="53" y="195"/>
                  </a:lnTo>
                  <a:lnTo>
                    <a:pt x="67" y="162"/>
                  </a:lnTo>
                  <a:lnTo>
                    <a:pt x="82" y="133"/>
                  </a:lnTo>
                  <a:lnTo>
                    <a:pt x="99" y="106"/>
                  </a:lnTo>
                  <a:lnTo>
                    <a:pt x="118" y="83"/>
                  </a:lnTo>
                  <a:lnTo>
                    <a:pt x="136" y="63"/>
                  </a:lnTo>
                  <a:lnTo>
                    <a:pt x="156" y="44"/>
                  </a:lnTo>
                  <a:lnTo>
                    <a:pt x="179" y="31"/>
                  </a:lnTo>
                  <a:lnTo>
                    <a:pt x="200" y="20"/>
                  </a:lnTo>
                  <a:lnTo>
                    <a:pt x="222" y="15"/>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406" name="Freeform 46"/>
            <p:cNvSpPr>
              <a:spLocks/>
            </p:cNvSpPr>
            <p:nvPr/>
          </p:nvSpPr>
          <p:spPr bwMode="auto">
            <a:xfrm>
              <a:off x="1384" y="1859"/>
              <a:ext cx="49" cy="84"/>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1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3" y="382"/>
                  </a:lnTo>
                  <a:lnTo>
                    <a:pt x="240" y="339"/>
                  </a:lnTo>
                  <a:lnTo>
                    <a:pt x="234" y="299"/>
                  </a:lnTo>
                  <a:lnTo>
                    <a:pt x="226" y="261"/>
                  </a:lnTo>
                  <a:lnTo>
                    <a:pt x="215" y="222"/>
                  </a:lnTo>
                  <a:lnTo>
                    <a:pt x="204" y="188"/>
                  </a:lnTo>
                  <a:lnTo>
                    <a:pt x="189" y="156"/>
                  </a:lnTo>
                  <a:lnTo>
                    <a:pt x="173" y="125"/>
                  </a:lnTo>
                  <a:lnTo>
                    <a:pt x="155" y="98"/>
                  </a:lnTo>
                  <a:lnTo>
                    <a:pt x="138" y="74"/>
                  </a:lnTo>
                  <a:lnTo>
                    <a:pt x="118" y="51"/>
                  </a:lnTo>
                  <a:lnTo>
                    <a:pt x="96" y="34"/>
                  </a:lnTo>
                  <a:lnTo>
                    <a:pt x="73" y="18"/>
                  </a:lnTo>
                  <a:lnTo>
                    <a:pt x="50" y="8"/>
                  </a:lnTo>
                  <a:lnTo>
                    <a:pt x="25" y="2"/>
                  </a:lnTo>
                  <a:lnTo>
                    <a:pt x="0" y="0"/>
                  </a:lnTo>
                  <a:lnTo>
                    <a:pt x="0" y="11"/>
                  </a:lnTo>
                  <a:lnTo>
                    <a:pt x="23" y="14"/>
                  </a:lnTo>
                  <a:lnTo>
                    <a:pt x="45" y="20"/>
                  </a:lnTo>
                  <a:lnTo>
                    <a:pt x="66" y="30"/>
                  </a:lnTo>
                  <a:lnTo>
                    <a:pt x="89" y="43"/>
                  </a:lnTo>
                  <a:lnTo>
                    <a:pt x="109" y="61"/>
                  </a:lnTo>
                  <a:lnTo>
                    <a:pt x="129" y="81"/>
                  </a:lnTo>
                  <a:lnTo>
                    <a:pt x="146" y="105"/>
                  </a:lnTo>
                  <a:lnTo>
                    <a:pt x="164" y="132"/>
                  </a:lnTo>
                  <a:lnTo>
                    <a:pt x="178" y="160"/>
                  </a:lnTo>
                  <a:lnTo>
                    <a:pt x="192" y="193"/>
                  </a:lnTo>
                  <a:lnTo>
                    <a:pt x="204" y="227"/>
                  </a:lnTo>
                  <a:lnTo>
                    <a:pt x="214" y="264"/>
                  </a:lnTo>
                  <a:lnTo>
                    <a:pt x="222" y="301"/>
                  </a:lnTo>
                  <a:lnTo>
                    <a:pt x="228"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407" name="Freeform 47"/>
            <p:cNvSpPr>
              <a:spLocks/>
            </p:cNvSpPr>
            <p:nvPr/>
          </p:nvSpPr>
          <p:spPr bwMode="auto">
            <a:xfrm>
              <a:off x="1384" y="1943"/>
              <a:ext cx="49" cy="86"/>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5" y="423"/>
                  </a:lnTo>
                  <a:lnTo>
                    <a:pt x="50" y="418"/>
                  </a:lnTo>
                  <a:lnTo>
                    <a:pt x="73" y="407"/>
                  </a:lnTo>
                  <a:lnTo>
                    <a:pt x="96" y="392"/>
                  </a:lnTo>
                  <a:lnTo>
                    <a:pt x="118" y="374"/>
                  </a:lnTo>
                  <a:lnTo>
                    <a:pt x="138" y="352"/>
                  </a:lnTo>
                  <a:lnTo>
                    <a:pt x="155" y="327"/>
                  </a:lnTo>
                  <a:lnTo>
                    <a:pt x="174" y="300"/>
                  </a:lnTo>
                  <a:lnTo>
                    <a:pt x="189" y="269"/>
                  </a:lnTo>
                  <a:lnTo>
                    <a:pt x="204" y="237"/>
                  </a:lnTo>
                  <a:lnTo>
                    <a:pt x="215" y="202"/>
                  </a:lnTo>
                  <a:lnTo>
                    <a:pt x="226" y="164"/>
                  </a:lnTo>
                  <a:lnTo>
                    <a:pt x="234" y="126"/>
                  </a:lnTo>
                  <a:lnTo>
                    <a:pt x="240" y="86"/>
                  </a:lnTo>
                  <a:lnTo>
                    <a:pt x="243" y="42"/>
                  </a:lnTo>
                  <a:lnTo>
                    <a:pt x="245" y="0"/>
                  </a:lnTo>
                  <a:lnTo>
                    <a:pt x="233" y="0"/>
                  </a:lnTo>
                  <a:lnTo>
                    <a:pt x="232" y="42"/>
                  </a:lnTo>
                  <a:lnTo>
                    <a:pt x="228" y="83"/>
                  </a:lnTo>
                  <a:lnTo>
                    <a:pt x="222" y="123"/>
                  </a:lnTo>
                  <a:lnTo>
                    <a:pt x="214" y="162"/>
                  </a:lnTo>
                  <a:lnTo>
                    <a:pt x="204" y="197"/>
                  </a:lnTo>
                  <a:lnTo>
                    <a:pt x="192" y="232"/>
                  </a:lnTo>
                  <a:lnTo>
                    <a:pt x="178" y="264"/>
                  </a:lnTo>
                  <a:lnTo>
                    <a:pt x="163" y="293"/>
                  </a:lnTo>
                  <a:lnTo>
                    <a:pt x="146" y="320"/>
                  </a:lnTo>
                  <a:lnTo>
                    <a:pt x="129" y="345"/>
                  </a:lnTo>
                  <a:lnTo>
                    <a:pt x="109" y="365"/>
                  </a:lnTo>
                  <a:lnTo>
                    <a:pt x="89" y="382"/>
                  </a:lnTo>
                  <a:lnTo>
                    <a:pt x="66" y="395"/>
                  </a:lnTo>
                  <a:lnTo>
                    <a:pt x="45" y="406"/>
                  </a:lnTo>
                  <a:lnTo>
                    <a:pt x="23"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408" name="Freeform 48"/>
            <p:cNvSpPr>
              <a:spLocks/>
            </p:cNvSpPr>
            <p:nvPr/>
          </p:nvSpPr>
          <p:spPr bwMode="auto">
            <a:xfrm>
              <a:off x="1335" y="1943"/>
              <a:ext cx="49" cy="86"/>
            </a:xfrm>
            <a:custGeom>
              <a:avLst/>
              <a:gdLst>
                <a:gd name="T0" fmla="*/ 0 w 246"/>
                <a:gd name="T1" fmla="*/ 0 h 426"/>
                <a:gd name="T2" fmla="*/ 0 w 246"/>
                <a:gd name="T3" fmla="*/ 0 h 426"/>
                <a:gd name="T4" fmla="*/ 0 w 246"/>
                <a:gd name="T5" fmla="*/ 0 h 426"/>
                <a:gd name="T6" fmla="*/ 0 w 246"/>
                <a:gd name="T7" fmla="*/ 1 h 426"/>
                <a:gd name="T8" fmla="*/ 0 w 246"/>
                <a:gd name="T9" fmla="*/ 1 h 426"/>
                <a:gd name="T10" fmla="*/ 0 w 246"/>
                <a:gd name="T11" fmla="*/ 1 h 426"/>
                <a:gd name="T12" fmla="*/ 0 w 246"/>
                <a:gd name="T13" fmla="*/ 2 h 426"/>
                <a:gd name="T14" fmla="*/ 0 w 246"/>
                <a:gd name="T15" fmla="*/ 2 h 426"/>
                <a:gd name="T16" fmla="*/ 0 w 246"/>
                <a:gd name="T17" fmla="*/ 2 h 426"/>
                <a:gd name="T18" fmla="*/ 1 w 246"/>
                <a:gd name="T19" fmla="*/ 2 h 426"/>
                <a:gd name="T20" fmla="*/ 1 w 246"/>
                <a:gd name="T21" fmla="*/ 3 h 426"/>
                <a:gd name="T22" fmla="*/ 1 w 246"/>
                <a:gd name="T23" fmla="*/ 3 h 426"/>
                <a:gd name="T24" fmla="*/ 1 w 246"/>
                <a:gd name="T25" fmla="*/ 3 h 426"/>
                <a:gd name="T26" fmla="*/ 1 w 246"/>
                <a:gd name="T27" fmla="*/ 3 h 426"/>
                <a:gd name="T28" fmla="*/ 1 w 246"/>
                <a:gd name="T29" fmla="*/ 3 h 426"/>
                <a:gd name="T30" fmla="*/ 2 w 246"/>
                <a:gd name="T31" fmla="*/ 3 h 426"/>
                <a:gd name="T32" fmla="*/ 2 w 246"/>
                <a:gd name="T33" fmla="*/ 3 h 426"/>
                <a:gd name="T34" fmla="*/ 2 w 246"/>
                <a:gd name="T35" fmla="*/ 3 h 426"/>
                <a:gd name="T36" fmla="*/ 2 w 246"/>
                <a:gd name="T37" fmla="*/ 3 h 426"/>
                <a:gd name="T38" fmla="*/ 2 w 246"/>
                <a:gd name="T39" fmla="*/ 3 h 426"/>
                <a:gd name="T40" fmla="*/ 2 w 246"/>
                <a:gd name="T41" fmla="*/ 3 h 426"/>
                <a:gd name="T42" fmla="*/ 1 w 246"/>
                <a:gd name="T43" fmla="*/ 3 h 426"/>
                <a:gd name="T44" fmla="*/ 1 w 246"/>
                <a:gd name="T45" fmla="*/ 3 h 426"/>
                <a:gd name="T46" fmla="*/ 1 w 246"/>
                <a:gd name="T47" fmla="*/ 3 h 426"/>
                <a:gd name="T48" fmla="*/ 1 w 246"/>
                <a:gd name="T49" fmla="*/ 3 h 426"/>
                <a:gd name="T50" fmla="*/ 1 w 246"/>
                <a:gd name="T51" fmla="*/ 3 h 426"/>
                <a:gd name="T52" fmla="*/ 1 w 246"/>
                <a:gd name="T53" fmla="*/ 2 h 426"/>
                <a:gd name="T54" fmla="*/ 1 w 246"/>
                <a:gd name="T55" fmla="*/ 2 h 426"/>
                <a:gd name="T56" fmla="*/ 0 w 246"/>
                <a:gd name="T57" fmla="*/ 2 h 426"/>
                <a:gd name="T58" fmla="*/ 0 w 246"/>
                <a:gd name="T59" fmla="*/ 2 h 426"/>
                <a:gd name="T60" fmla="*/ 0 w 246"/>
                <a:gd name="T61" fmla="*/ 1 h 426"/>
                <a:gd name="T62" fmla="*/ 0 w 246"/>
                <a:gd name="T63" fmla="*/ 1 h 426"/>
                <a:gd name="T64" fmla="*/ 0 w 246"/>
                <a:gd name="T65" fmla="*/ 1 h 426"/>
                <a:gd name="T66" fmla="*/ 0 w 246"/>
                <a:gd name="T67" fmla="*/ 0 h 426"/>
                <a:gd name="T68" fmla="*/ 0 w 246"/>
                <a:gd name="T69" fmla="*/ 0 h 426"/>
                <a:gd name="T70" fmla="*/ 0 w 246"/>
                <a:gd name="T71" fmla="*/ 0 h 426"/>
                <a:gd name="T72" fmla="*/ 0 w 246"/>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0"/>
                  </a:moveTo>
                  <a:lnTo>
                    <a:pt x="0" y="0"/>
                  </a:lnTo>
                  <a:lnTo>
                    <a:pt x="1" y="42"/>
                  </a:lnTo>
                  <a:lnTo>
                    <a:pt x="4" y="86"/>
                  </a:lnTo>
                  <a:lnTo>
                    <a:pt x="10" y="126"/>
                  </a:lnTo>
                  <a:lnTo>
                    <a:pt x="18" y="164"/>
                  </a:lnTo>
                  <a:lnTo>
                    <a:pt x="29" y="202"/>
                  </a:lnTo>
                  <a:lnTo>
                    <a:pt x="41" y="237"/>
                  </a:lnTo>
                  <a:lnTo>
                    <a:pt x="55" y="269"/>
                  </a:lnTo>
                  <a:lnTo>
                    <a:pt x="71" y="300"/>
                  </a:lnTo>
                  <a:lnTo>
                    <a:pt x="89" y="327"/>
                  </a:lnTo>
                  <a:lnTo>
                    <a:pt x="107" y="352"/>
                  </a:lnTo>
                  <a:lnTo>
                    <a:pt x="127" y="374"/>
                  </a:lnTo>
                  <a:lnTo>
                    <a:pt x="150" y="392"/>
                  </a:lnTo>
                  <a:lnTo>
                    <a:pt x="171" y="407"/>
                  </a:lnTo>
                  <a:lnTo>
                    <a:pt x="195" y="418"/>
                  </a:lnTo>
                  <a:lnTo>
                    <a:pt x="220" y="423"/>
                  </a:lnTo>
                  <a:lnTo>
                    <a:pt x="246" y="426"/>
                  </a:lnTo>
                  <a:lnTo>
                    <a:pt x="246" y="414"/>
                  </a:lnTo>
                  <a:lnTo>
                    <a:pt x="222" y="412"/>
                  </a:lnTo>
                  <a:lnTo>
                    <a:pt x="200" y="406"/>
                  </a:lnTo>
                  <a:lnTo>
                    <a:pt x="178" y="395"/>
                  </a:lnTo>
                  <a:lnTo>
                    <a:pt x="157" y="382"/>
                  </a:lnTo>
                  <a:lnTo>
                    <a:pt x="137" y="365"/>
                  </a:lnTo>
                  <a:lnTo>
                    <a:pt x="117" y="345"/>
                  </a:lnTo>
                  <a:lnTo>
                    <a:pt x="98" y="320"/>
                  </a:lnTo>
                  <a:lnTo>
                    <a:pt x="83" y="293"/>
                  </a:lnTo>
                  <a:lnTo>
                    <a:pt x="66" y="264"/>
                  </a:lnTo>
                  <a:lnTo>
                    <a:pt x="52" y="232"/>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409" name="Freeform 49"/>
            <p:cNvSpPr>
              <a:spLocks/>
            </p:cNvSpPr>
            <p:nvPr/>
          </p:nvSpPr>
          <p:spPr bwMode="auto">
            <a:xfrm>
              <a:off x="1335" y="1859"/>
              <a:ext cx="49" cy="84"/>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1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0" y="2"/>
                  </a:lnTo>
                  <a:lnTo>
                    <a:pt x="195" y="8"/>
                  </a:lnTo>
                  <a:lnTo>
                    <a:pt x="171" y="18"/>
                  </a:lnTo>
                  <a:lnTo>
                    <a:pt x="150" y="34"/>
                  </a:lnTo>
                  <a:lnTo>
                    <a:pt x="127" y="51"/>
                  </a:lnTo>
                  <a:lnTo>
                    <a:pt x="107" y="74"/>
                  </a:lnTo>
                  <a:lnTo>
                    <a:pt x="89" y="98"/>
                  </a:lnTo>
                  <a:lnTo>
                    <a:pt x="72" y="125"/>
                  </a:lnTo>
                  <a:lnTo>
                    <a:pt x="55" y="156"/>
                  </a:lnTo>
                  <a:lnTo>
                    <a:pt x="41" y="188"/>
                  </a:lnTo>
                  <a:lnTo>
                    <a:pt x="29" y="222"/>
                  </a:lnTo>
                  <a:lnTo>
                    <a:pt x="18" y="261"/>
                  </a:lnTo>
                  <a:lnTo>
                    <a:pt x="10" y="299"/>
                  </a:lnTo>
                  <a:lnTo>
                    <a:pt x="4" y="339"/>
                  </a:lnTo>
                  <a:lnTo>
                    <a:pt x="1" y="382"/>
                  </a:lnTo>
                  <a:lnTo>
                    <a:pt x="0" y="424"/>
                  </a:lnTo>
                  <a:lnTo>
                    <a:pt x="11" y="424"/>
                  </a:lnTo>
                  <a:lnTo>
                    <a:pt x="13" y="382"/>
                  </a:lnTo>
                  <a:lnTo>
                    <a:pt x="16" y="341"/>
                  </a:lnTo>
                  <a:lnTo>
                    <a:pt x="22" y="301"/>
                  </a:lnTo>
                  <a:lnTo>
                    <a:pt x="30" y="264"/>
                  </a:lnTo>
                  <a:lnTo>
                    <a:pt x="41" y="227"/>
                  </a:lnTo>
                  <a:lnTo>
                    <a:pt x="52" y="193"/>
                  </a:lnTo>
                  <a:lnTo>
                    <a:pt x="66" y="160"/>
                  </a:lnTo>
                  <a:lnTo>
                    <a:pt x="82" y="132"/>
                  </a:lnTo>
                  <a:lnTo>
                    <a:pt x="98" y="105"/>
                  </a:lnTo>
                  <a:lnTo>
                    <a:pt x="117" y="81"/>
                  </a:lnTo>
                  <a:lnTo>
                    <a:pt x="137" y="61"/>
                  </a:lnTo>
                  <a:lnTo>
                    <a:pt x="157" y="43"/>
                  </a:lnTo>
                  <a:lnTo>
                    <a:pt x="178" y="30"/>
                  </a:lnTo>
                  <a:lnTo>
                    <a:pt x="200" y="20"/>
                  </a:lnTo>
                  <a:lnTo>
                    <a:pt x="222" y="14"/>
                  </a:lnTo>
                  <a:lnTo>
                    <a:pt x="246" y="11"/>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410" name="Freeform 50"/>
            <p:cNvSpPr>
              <a:spLocks/>
            </p:cNvSpPr>
            <p:nvPr/>
          </p:nvSpPr>
          <p:spPr bwMode="auto">
            <a:xfrm>
              <a:off x="1552" y="1751"/>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1" y="339"/>
                  </a:lnTo>
                  <a:lnTo>
                    <a:pt x="235" y="299"/>
                  </a:lnTo>
                  <a:lnTo>
                    <a:pt x="226" y="261"/>
                  </a:lnTo>
                  <a:lnTo>
                    <a:pt x="216" y="223"/>
                  </a:lnTo>
                  <a:lnTo>
                    <a:pt x="204" y="189"/>
                  </a:lnTo>
                  <a:lnTo>
                    <a:pt x="190" y="156"/>
                  </a:lnTo>
                  <a:lnTo>
                    <a:pt x="174" y="125"/>
                  </a:lnTo>
                  <a:lnTo>
                    <a:pt x="156" y="98"/>
                  </a:lnTo>
                  <a:lnTo>
                    <a:pt x="137" y="74"/>
                  </a:lnTo>
                  <a:lnTo>
                    <a:pt x="119" y="52"/>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8" y="81"/>
                  </a:lnTo>
                  <a:lnTo>
                    <a:pt x="147" y="105"/>
                  </a:lnTo>
                  <a:lnTo>
                    <a:pt x="164" y="132"/>
                  </a:lnTo>
                  <a:lnTo>
                    <a:pt x="178" y="161"/>
                  </a:lnTo>
                  <a:lnTo>
                    <a:pt x="193" y="193"/>
                  </a:lnTo>
                  <a:lnTo>
                    <a:pt x="204" y="227"/>
                  </a:lnTo>
                  <a:lnTo>
                    <a:pt x="215" y="264"/>
                  </a:lnTo>
                  <a:lnTo>
                    <a:pt x="223" y="301"/>
                  </a:lnTo>
                  <a:lnTo>
                    <a:pt x="229" y="341"/>
                  </a:lnTo>
                  <a:lnTo>
                    <a:pt x="232" y="382"/>
                  </a:lnTo>
                  <a:lnTo>
                    <a:pt x="234"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411" name="Freeform 51"/>
            <p:cNvSpPr>
              <a:spLocks/>
            </p:cNvSpPr>
            <p:nvPr/>
          </p:nvSpPr>
          <p:spPr bwMode="auto">
            <a:xfrm>
              <a:off x="1552" y="1836"/>
              <a:ext cx="49" cy="85"/>
            </a:xfrm>
            <a:custGeom>
              <a:avLst/>
              <a:gdLst>
                <a:gd name="T0" fmla="*/ 0 w 245"/>
                <a:gd name="T1" fmla="*/ 3 h 425"/>
                <a:gd name="T2" fmla="*/ 0 w 245"/>
                <a:gd name="T3" fmla="*/ 3 h 425"/>
                <a:gd name="T4" fmla="*/ 0 w 245"/>
                <a:gd name="T5" fmla="*/ 3 h 425"/>
                <a:gd name="T6" fmla="*/ 0 w 245"/>
                <a:gd name="T7" fmla="*/ 3 h 425"/>
                <a:gd name="T8" fmla="*/ 1 w 245"/>
                <a:gd name="T9" fmla="*/ 3 h 425"/>
                <a:gd name="T10" fmla="*/ 1 w 245"/>
                <a:gd name="T11" fmla="*/ 3 h 425"/>
                <a:gd name="T12" fmla="*/ 1 w 245"/>
                <a:gd name="T13" fmla="*/ 3 h 425"/>
                <a:gd name="T14" fmla="*/ 1 w 245"/>
                <a:gd name="T15" fmla="*/ 3 h 425"/>
                <a:gd name="T16" fmla="*/ 1 w 245"/>
                <a:gd name="T17" fmla="*/ 3 h 425"/>
                <a:gd name="T18" fmla="*/ 1 w 245"/>
                <a:gd name="T19" fmla="*/ 2 h 425"/>
                <a:gd name="T20" fmla="*/ 2 w 245"/>
                <a:gd name="T21" fmla="*/ 2 h 425"/>
                <a:gd name="T22" fmla="*/ 2 w 245"/>
                <a:gd name="T23" fmla="*/ 2 h 425"/>
                <a:gd name="T24" fmla="*/ 2 w 245"/>
                <a:gd name="T25" fmla="*/ 2 h 425"/>
                <a:gd name="T26" fmla="*/ 2 w 245"/>
                <a:gd name="T27" fmla="*/ 1 h 425"/>
                <a:gd name="T28" fmla="*/ 2 w 245"/>
                <a:gd name="T29" fmla="*/ 1 h 425"/>
                <a:gd name="T30" fmla="*/ 2 w 245"/>
                <a:gd name="T31" fmla="*/ 1 h 425"/>
                <a:gd name="T32" fmla="*/ 2 w 245"/>
                <a:gd name="T33" fmla="*/ 0 h 425"/>
                <a:gd name="T34" fmla="*/ 2 w 245"/>
                <a:gd name="T35" fmla="*/ 0 h 425"/>
                <a:gd name="T36" fmla="*/ 2 w 245"/>
                <a:gd name="T37" fmla="*/ 0 h 425"/>
                <a:gd name="T38" fmla="*/ 2 w 245"/>
                <a:gd name="T39" fmla="*/ 0 h 425"/>
                <a:gd name="T40" fmla="*/ 2 w 245"/>
                <a:gd name="T41" fmla="*/ 1 h 425"/>
                <a:gd name="T42" fmla="*/ 2 w 245"/>
                <a:gd name="T43" fmla="*/ 1 h 425"/>
                <a:gd name="T44" fmla="*/ 2 w 245"/>
                <a:gd name="T45" fmla="*/ 1 h 425"/>
                <a:gd name="T46" fmla="*/ 2 w 245"/>
                <a:gd name="T47" fmla="*/ 2 h 425"/>
                <a:gd name="T48" fmla="*/ 2 w 245"/>
                <a:gd name="T49" fmla="*/ 2 h 425"/>
                <a:gd name="T50" fmla="*/ 1 w 245"/>
                <a:gd name="T51" fmla="*/ 2 h 425"/>
                <a:gd name="T52" fmla="*/ 1 w 245"/>
                <a:gd name="T53" fmla="*/ 2 h 425"/>
                <a:gd name="T54" fmla="*/ 1 w 245"/>
                <a:gd name="T55" fmla="*/ 3 h 425"/>
                <a:gd name="T56" fmla="*/ 1 w 245"/>
                <a:gd name="T57" fmla="*/ 3 h 425"/>
                <a:gd name="T58" fmla="*/ 1 w 245"/>
                <a:gd name="T59" fmla="*/ 3 h 425"/>
                <a:gd name="T60" fmla="*/ 1 w 245"/>
                <a:gd name="T61" fmla="*/ 3 h 425"/>
                <a:gd name="T62" fmla="*/ 1 w 245"/>
                <a:gd name="T63" fmla="*/ 3 h 425"/>
                <a:gd name="T64" fmla="*/ 0 w 245"/>
                <a:gd name="T65" fmla="*/ 3 h 425"/>
                <a:gd name="T66" fmla="*/ 0 w 245"/>
                <a:gd name="T67" fmla="*/ 3 h 425"/>
                <a:gd name="T68" fmla="*/ 0 w 245"/>
                <a:gd name="T69" fmla="*/ 3 h 425"/>
                <a:gd name="T70" fmla="*/ 0 w 245"/>
                <a:gd name="T71" fmla="*/ 3 h 425"/>
                <a:gd name="T72" fmla="*/ 0 w 245"/>
                <a:gd name="T73" fmla="*/ 3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5"/>
                <a:gd name="T113" fmla="*/ 245 w 245"/>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5">
                  <a:moveTo>
                    <a:pt x="0" y="425"/>
                  </a:moveTo>
                  <a:lnTo>
                    <a:pt x="0" y="425"/>
                  </a:lnTo>
                  <a:lnTo>
                    <a:pt x="26" y="422"/>
                  </a:lnTo>
                  <a:lnTo>
                    <a:pt x="51" y="417"/>
                  </a:lnTo>
                  <a:lnTo>
                    <a:pt x="74" y="406"/>
                  </a:lnTo>
                  <a:lnTo>
                    <a:pt x="96" y="391"/>
                  </a:lnTo>
                  <a:lnTo>
                    <a:pt x="119" y="373"/>
                  </a:lnTo>
                  <a:lnTo>
                    <a:pt x="137" y="351"/>
                  </a:lnTo>
                  <a:lnTo>
                    <a:pt x="156" y="326"/>
                  </a:lnTo>
                  <a:lnTo>
                    <a:pt x="174" y="299"/>
                  </a:lnTo>
                  <a:lnTo>
                    <a:pt x="190" y="269"/>
                  </a:lnTo>
                  <a:lnTo>
                    <a:pt x="204" y="236"/>
                  </a:lnTo>
                  <a:lnTo>
                    <a:pt x="216" y="202"/>
                  </a:lnTo>
                  <a:lnTo>
                    <a:pt x="226" y="163"/>
                  </a:lnTo>
                  <a:lnTo>
                    <a:pt x="235" y="126"/>
                  </a:lnTo>
                  <a:lnTo>
                    <a:pt x="241" y="86"/>
                  </a:lnTo>
                  <a:lnTo>
                    <a:pt x="244" y="43"/>
                  </a:lnTo>
                  <a:lnTo>
                    <a:pt x="245" y="0"/>
                  </a:lnTo>
                  <a:lnTo>
                    <a:pt x="234" y="0"/>
                  </a:lnTo>
                  <a:lnTo>
                    <a:pt x="232" y="43"/>
                  </a:lnTo>
                  <a:lnTo>
                    <a:pt x="229" y="84"/>
                  </a:lnTo>
                  <a:lnTo>
                    <a:pt x="223" y="123"/>
                  </a:lnTo>
                  <a:lnTo>
                    <a:pt x="215" y="161"/>
                  </a:lnTo>
                  <a:lnTo>
                    <a:pt x="204" y="197"/>
                  </a:lnTo>
                  <a:lnTo>
                    <a:pt x="193" y="231"/>
                  </a:lnTo>
                  <a:lnTo>
                    <a:pt x="178" y="264"/>
                  </a:lnTo>
                  <a:lnTo>
                    <a:pt x="164" y="292"/>
                  </a:lnTo>
                  <a:lnTo>
                    <a:pt x="147" y="319"/>
                  </a:lnTo>
                  <a:lnTo>
                    <a:pt x="128" y="344"/>
                  </a:lnTo>
                  <a:lnTo>
                    <a:pt x="109" y="364"/>
                  </a:lnTo>
                  <a:lnTo>
                    <a:pt x="89" y="381"/>
                  </a:lnTo>
                  <a:lnTo>
                    <a:pt x="67" y="394"/>
                  </a:lnTo>
                  <a:lnTo>
                    <a:pt x="46" y="405"/>
                  </a:lnTo>
                  <a:lnTo>
                    <a:pt x="24" y="411"/>
                  </a:lnTo>
                  <a:lnTo>
                    <a:pt x="0" y="413"/>
                  </a:lnTo>
                  <a:lnTo>
                    <a:pt x="0" y="425"/>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412" name="Freeform 52"/>
            <p:cNvSpPr>
              <a:spLocks/>
            </p:cNvSpPr>
            <p:nvPr/>
          </p:nvSpPr>
          <p:spPr bwMode="auto">
            <a:xfrm>
              <a:off x="1502" y="1836"/>
              <a:ext cx="50" cy="85"/>
            </a:xfrm>
            <a:custGeom>
              <a:avLst/>
              <a:gdLst>
                <a:gd name="T0" fmla="*/ 0 w 246"/>
                <a:gd name="T1" fmla="*/ 0 h 425"/>
                <a:gd name="T2" fmla="*/ 0 w 246"/>
                <a:gd name="T3" fmla="*/ 0 h 425"/>
                <a:gd name="T4" fmla="*/ 0 w 246"/>
                <a:gd name="T5" fmla="*/ 0 h 425"/>
                <a:gd name="T6" fmla="*/ 0 w 246"/>
                <a:gd name="T7" fmla="*/ 1 h 425"/>
                <a:gd name="T8" fmla="*/ 0 w 246"/>
                <a:gd name="T9" fmla="*/ 1 h 425"/>
                <a:gd name="T10" fmla="*/ 0 w 246"/>
                <a:gd name="T11" fmla="*/ 1 h 425"/>
                <a:gd name="T12" fmla="*/ 0 w 246"/>
                <a:gd name="T13" fmla="*/ 2 h 425"/>
                <a:gd name="T14" fmla="*/ 0 w 246"/>
                <a:gd name="T15" fmla="*/ 2 h 425"/>
                <a:gd name="T16" fmla="*/ 0 w 246"/>
                <a:gd name="T17" fmla="*/ 2 h 425"/>
                <a:gd name="T18" fmla="*/ 1 w 246"/>
                <a:gd name="T19" fmla="*/ 2 h 425"/>
                <a:gd name="T20" fmla="*/ 1 w 246"/>
                <a:gd name="T21" fmla="*/ 3 h 425"/>
                <a:gd name="T22" fmla="*/ 1 w 246"/>
                <a:gd name="T23" fmla="*/ 3 h 425"/>
                <a:gd name="T24" fmla="*/ 1 w 246"/>
                <a:gd name="T25" fmla="*/ 3 h 425"/>
                <a:gd name="T26" fmla="*/ 1 w 246"/>
                <a:gd name="T27" fmla="*/ 3 h 425"/>
                <a:gd name="T28" fmla="*/ 1 w 246"/>
                <a:gd name="T29" fmla="*/ 3 h 425"/>
                <a:gd name="T30" fmla="*/ 2 w 246"/>
                <a:gd name="T31" fmla="*/ 3 h 425"/>
                <a:gd name="T32" fmla="*/ 2 w 246"/>
                <a:gd name="T33" fmla="*/ 3 h 425"/>
                <a:gd name="T34" fmla="*/ 2 w 246"/>
                <a:gd name="T35" fmla="*/ 3 h 425"/>
                <a:gd name="T36" fmla="*/ 2 w 246"/>
                <a:gd name="T37" fmla="*/ 3 h 425"/>
                <a:gd name="T38" fmla="*/ 2 w 246"/>
                <a:gd name="T39" fmla="*/ 3 h 425"/>
                <a:gd name="T40" fmla="*/ 2 w 246"/>
                <a:gd name="T41" fmla="*/ 3 h 425"/>
                <a:gd name="T42" fmla="*/ 1 w 246"/>
                <a:gd name="T43" fmla="*/ 3 h 425"/>
                <a:gd name="T44" fmla="*/ 1 w 246"/>
                <a:gd name="T45" fmla="*/ 3 h 425"/>
                <a:gd name="T46" fmla="*/ 1 w 246"/>
                <a:gd name="T47" fmla="*/ 3 h 425"/>
                <a:gd name="T48" fmla="*/ 1 w 246"/>
                <a:gd name="T49" fmla="*/ 3 h 425"/>
                <a:gd name="T50" fmla="*/ 1 w 246"/>
                <a:gd name="T51" fmla="*/ 3 h 425"/>
                <a:gd name="T52" fmla="*/ 1 w 246"/>
                <a:gd name="T53" fmla="*/ 2 h 425"/>
                <a:gd name="T54" fmla="*/ 1 w 246"/>
                <a:gd name="T55" fmla="*/ 2 h 425"/>
                <a:gd name="T56" fmla="*/ 0 w 246"/>
                <a:gd name="T57" fmla="*/ 2 h 425"/>
                <a:gd name="T58" fmla="*/ 0 w 246"/>
                <a:gd name="T59" fmla="*/ 2 h 425"/>
                <a:gd name="T60" fmla="*/ 0 w 246"/>
                <a:gd name="T61" fmla="*/ 1 h 425"/>
                <a:gd name="T62" fmla="*/ 0 w 246"/>
                <a:gd name="T63" fmla="*/ 1 h 425"/>
                <a:gd name="T64" fmla="*/ 0 w 246"/>
                <a:gd name="T65" fmla="*/ 1 h 425"/>
                <a:gd name="T66" fmla="*/ 0 w 246"/>
                <a:gd name="T67" fmla="*/ 0 h 425"/>
                <a:gd name="T68" fmla="*/ 0 w 246"/>
                <a:gd name="T69" fmla="*/ 0 h 425"/>
                <a:gd name="T70" fmla="*/ 0 w 246"/>
                <a:gd name="T71" fmla="*/ 0 h 425"/>
                <a:gd name="T72" fmla="*/ 0 w 246"/>
                <a:gd name="T73" fmla="*/ 0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5"/>
                <a:gd name="T113" fmla="*/ 246 w 246"/>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5">
                  <a:moveTo>
                    <a:pt x="0" y="0"/>
                  </a:moveTo>
                  <a:lnTo>
                    <a:pt x="0" y="0"/>
                  </a:lnTo>
                  <a:lnTo>
                    <a:pt x="2" y="43"/>
                  </a:lnTo>
                  <a:lnTo>
                    <a:pt x="5" y="86"/>
                  </a:lnTo>
                  <a:lnTo>
                    <a:pt x="11" y="126"/>
                  </a:lnTo>
                  <a:lnTo>
                    <a:pt x="19" y="163"/>
                  </a:lnTo>
                  <a:lnTo>
                    <a:pt x="30" y="202"/>
                  </a:lnTo>
                  <a:lnTo>
                    <a:pt x="41" y="236"/>
                  </a:lnTo>
                  <a:lnTo>
                    <a:pt x="55" y="269"/>
                  </a:lnTo>
                  <a:lnTo>
                    <a:pt x="73" y="299"/>
                  </a:lnTo>
                  <a:lnTo>
                    <a:pt x="89" y="326"/>
                  </a:lnTo>
                  <a:lnTo>
                    <a:pt x="108" y="351"/>
                  </a:lnTo>
                  <a:lnTo>
                    <a:pt x="128" y="373"/>
                  </a:lnTo>
                  <a:lnTo>
                    <a:pt x="150" y="391"/>
                  </a:lnTo>
                  <a:lnTo>
                    <a:pt x="171" y="406"/>
                  </a:lnTo>
                  <a:lnTo>
                    <a:pt x="196" y="417"/>
                  </a:lnTo>
                  <a:lnTo>
                    <a:pt x="221" y="422"/>
                  </a:lnTo>
                  <a:lnTo>
                    <a:pt x="246" y="425"/>
                  </a:lnTo>
                  <a:lnTo>
                    <a:pt x="246" y="413"/>
                  </a:lnTo>
                  <a:lnTo>
                    <a:pt x="223" y="411"/>
                  </a:lnTo>
                  <a:lnTo>
                    <a:pt x="201" y="405"/>
                  </a:lnTo>
                  <a:lnTo>
                    <a:pt x="178" y="394"/>
                  </a:lnTo>
                  <a:lnTo>
                    <a:pt x="157" y="381"/>
                  </a:lnTo>
                  <a:lnTo>
                    <a:pt x="137" y="364"/>
                  </a:lnTo>
                  <a:lnTo>
                    <a:pt x="117" y="344"/>
                  </a:lnTo>
                  <a:lnTo>
                    <a:pt x="99" y="319"/>
                  </a:lnTo>
                  <a:lnTo>
                    <a:pt x="82" y="292"/>
                  </a:lnTo>
                  <a:lnTo>
                    <a:pt x="67" y="264"/>
                  </a:lnTo>
                  <a:lnTo>
                    <a:pt x="53" y="231"/>
                  </a:lnTo>
                  <a:lnTo>
                    <a:pt x="41" y="197"/>
                  </a:lnTo>
                  <a:lnTo>
                    <a:pt x="31" y="161"/>
                  </a:lnTo>
                  <a:lnTo>
                    <a:pt x="23" y="123"/>
                  </a:lnTo>
                  <a:lnTo>
                    <a:pt x="17" y="84"/>
                  </a:lnTo>
                  <a:lnTo>
                    <a:pt x="13" y="4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413" name="Freeform 53"/>
            <p:cNvSpPr>
              <a:spLocks/>
            </p:cNvSpPr>
            <p:nvPr/>
          </p:nvSpPr>
          <p:spPr bwMode="auto">
            <a:xfrm>
              <a:off x="1502" y="1751"/>
              <a:ext cx="50" cy="85"/>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2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1" y="2"/>
                  </a:lnTo>
                  <a:lnTo>
                    <a:pt x="196" y="8"/>
                  </a:lnTo>
                  <a:lnTo>
                    <a:pt x="171" y="19"/>
                  </a:lnTo>
                  <a:lnTo>
                    <a:pt x="150" y="34"/>
                  </a:lnTo>
                  <a:lnTo>
                    <a:pt x="128" y="52"/>
                  </a:lnTo>
                  <a:lnTo>
                    <a:pt x="108" y="74"/>
                  </a:lnTo>
                  <a:lnTo>
                    <a:pt x="89" y="98"/>
                  </a:lnTo>
                  <a:lnTo>
                    <a:pt x="73" y="125"/>
                  </a:lnTo>
                  <a:lnTo>
                    <a:pt x="55" y="156"/>
                  </a:lnTo>
                  <a:lnTo>
                    <a:pt x="41" y="189"/>
                  </a:lnTo>
                  <a:lnTo>
                    <a:pt x="30" y="223"/>
                  </a:lnTo>
                  <a:lnTo>
                    <a:pt x="19" y="261"/>
                  </a:lnTo>
                  <a:lnTo>
                    <a:pt x="11" y="299"/>
                  </a:lnTo>
                  <a:lnTo>
                    <a:pt x="5" y="339"/>
                  </a:lnTo>
                  <a:lnTo>
                    <a:pt x="2" y="382"/>
                  </a:lnTo>
                  <a:lnTo>
                    <a:pt x="0" y="424"/>
                  </a:lnTo>
                  <a:lnTo>
                    <a:pt x="12" y="424"/>
                  </a:lnTo>
                  <a:lnTo>
                    <a:pt x="13" y="382"/>
                  </a:lnTo>
                  <a:lnTo>
                    <a:pt x="17" y="341"/>
                  </a:lnTo>
                  <a:lnTo>
                    <a:pt x="23" y="301"/>
                  </a:lnTo>
                  <a:lnTo>
                    <a:pt x="31" y="264"/>
                  </a:lnTo>
                  <a:lnTo>
                    <a:pt x="41" y="227"/>
                  </a:lnTo>
                  <a:lnTo>
                    <a:pt x="53" y="193"/>
                  </a:lnTo>
                  <a:lnTo>
                    <a:pt x="67" y="161"/>
                  </a:lnTo>
                  <a:lnTo>
                    <a:pt x="82" y="132"/>
                  </a:lnTo>
                  <a:lnTo>
                    <a:pt x="99" y="105"/>
                  </a:lnTo>
                  <a:lnTo>
                    <a:pt x="117" y="81"/>
                  </a:lnTo>
                  <a:lnTo>
                    <a:pt x="137" y="61"/>
                  </a:lnTo>
                  <a:lnTo>
                    <a:pt x="157" y="43"/>
                  </a:lnTo>
                  <a:lnTo>
                    <a:pt x="178" y="30"/>
                  </a:lnTo>
                  <a:lnTo>
                    <a:pt x="201" y="20"/>
                  </a:lnTo>
                  <a:lnTo>
                    <a:pt x="223" y="14"/>
                  </a:lnTo>
                  <a:lnTo>
                    <a:pt x="246" y="12"/>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414" name="Freeform 54"/>
            <p:cNvSpPr>
              <a:spLocks/>
            </p:cNvSpPr>
            <p:nvPr/>
          </p:nvSpPr>
          <p:spPr bwMode="auto">
            <a:xfrm>
              <a:off x="1565" y="2016"/>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0" y="339"/>
                  </a:lnTo>
                  <a:lnTo>
                    <a:pt x="234" y="299"/>
                  </a:lnTo>
                  <a:lnTo>
                    <a:pt x="226" y="261"/>
                  </a:lnTo>
                  <a:lnTo>
                    <a:pt x="216" y="223"/>
                  </a:lnTo>
                  <a:lnTo>
                    <a:pt x="204" y="189"/>
                  </a:lnTo>
                  <a:lnTo>
                    <a:pt x="190" y="156"/>
                  </a:lnTo>
                  <a:lnTo>
                    <a:pt x="174" y="125"/>
                  </a:lnTo>
                  <a:lnTo>
                    <a:pt x="156" y="98"/>
                  </a:lnTo>
                  <a:lnTo>
                    <a:pt x="138" y="74"/>
                  </a:lnTo>
                  <a:lnTo>
                    <a:pt x="118" y="51"/>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9" y="81"/>
                  </a:lnTo>
                  <a:lnTo>
                    <a:pt x="147" y="105"/>
                  </a:lnTo>
                  <a:lnTo>
                    <a:pt x="164" y="132"/>
                  </a:lnTo>
                  <a:lnTo>
                    <a:pt x="178" y="160"/>
                  </a:lnTo>
                  <a:lnTo>
                    <a:pt x="192" y="193"/>
                  </a:lnTo>
                  <a:lnTo>
                    <a:pt x="204" y="227"/>
                  </a:lnTo>
                  <a:lnTo>
                    <a:pt x="215" y="264"/>
                  </a:lnTo>
                  <a:lnTo>
                    <a:pt x="223" y="301"/>
                  </a:lnTo>
                  <a:lnTo>
                    <a:pt x="229"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415" name="Freeform 55"/>
            <p:cNvSpPr>
              <a:spLocks/>
            </p:cNvSpPr>
            <p:nvPr/>
          </p:nvSpPr>
          <p:spPr bwMode="auto">
            <a:xfrm>
              <a:off x="1565" y="2101"/>
              <a:ext cx="49" cy="85"/>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6" y="423"/>
                  </a:lnTo>
                  <a:lnTo>
                    <a:pt x="51" y="418"/>
                  </a:lnTo>
                  <a:lnTo>
                    <a:pt x="74" y="407"/>
                  </a:lnTo>
                  <a:lnTo>
                    <a:pt x="96" y="392"/>
                  </a:lnTo>
                  <a:lnTo>
                    <a:pt x="118" y="373"/>
                  </a:lnTo>
                  <a:lnTo>
                    <a:pt x="138" y="351"/>
                  </a:lnTo>
                  <a:lnTo>
                    <a:pt x="156" y="327"/>
                  </a:lnTo>
                  <a:lnTo>
                    <a:pt x="175" y="299"/>
                  </a:lnTo>
                  <a:lnTo>
                    <a:pt x="190" y="269"/>
                  </a:lnTo>
                  <a:lnTo>
                    <a:pt x="204" y="236"/>
                  </a:lnTo>
                  <a:lnTo>
                    <a:pt x="216" y="202"/>
                  </a:lnTo>
                  <a:lnTo>
                    <a:pt x="226" y="164"/>
                  </a:lnTo>
                  <a:lnTo>
                    <a:pt x="234" y="126"/>
                  </a:lnTo>
                  <a:lnTo>
                    <a:pt x="240" y="86"/>
                  </a:lnTo>
                  <a:lnTo>
                    <a:pt x="244" y="42"/>
                  </a:lnTo>
                  <a:lnTo>
                    <a:pt x="245" y="0"/>
                  </a:lnTo>
                  <a:lnTo>
                    <a:pt x="233" y="0"/>
                  </a:lnTo>
                  <a:lnTo>
                    <a:pt x="232" y="42"/>
                  </a:lnTo>
                  <a:lnTo>
                    <a:pt x="229" y="83"/>
                  </a:lnTo>
                  <a:lnTo>
                    <a:pt x="223" y="123"/>
                  </a:lnTo>
                  <a:lnTo>
                    <a:pt x="215" y="162"/>
                  </a:lnTo>
                  <a:lnTo>
                    <a:pt x="204" y="197"/>
                  </a:lnTo>
                  <a:lnTo>
                    <a:pt x="192" y="231"/>
                  </a:lnTo>
                  <a:lnTo>
                    <a:pt x="178" y="264"/>
                  </a:lnTo>
                  <a:lnTo>
                    <a:pt x="163" y="292"/>
                  </a:lnTo>
                  <a:lnTo>
                    <a:pt x="147" y="320"/>
                  </a:lnTo>
                  <a:lnTo>
                    <a:pt x="129" y="344"/>
                  </a:lnTo>
                  <a:lnTo>
                    <a:pt x="109" y="364"/>
                  </a:lnTo>
                  <a:lnTo>
                    <a:pt x="89" y="382"/>
                  </a:lnTo>
                  <a:lnTo>
                    <a:pt x="67" y="395"/>
                  </a:lnTo>
                  <a:lnTo>
                    <a:pt x="46" y="406"/>
                  </a:lnTo>
                  <a:lnTo>
                    <a:pt x="24"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416" name="Freeform 56"/>
            <p:cNvSpPr>
              <a:spLocks/>
            </p:cNvSpPr>
            <p:nvPr/>
          </p:nvSpPr>
          <p:spPr bwMode="auto">
            <a:xfrm>
              <a:off x="1516" y="2101"/>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5" y="86"/>
                  </a:lnTo>
                  <a:lnTo>
                    <a:pt x="11" y="126"/>
                  </a:lnTo>
                  <a:lnTo>
                    <a:pt x="19" y="164"/>
                  </a:lnTo>
                  <a:lnTo>
                    <a:pt x="30" y="202"/>
                  </a:lnTo>
                  <a:lnTo>
                    <a:pt x="41" y="236"/>
                  </a:lnTo>
                  <a:lnTo>
                    <a:pt x="55" y="269"/>
                  </a:lnTo>
                  <a:lnTo>
                    <a:pt x="71" y="299"/>
                  </a:lnTo>
                  <a:lnTo>
                    <a:pt x="89" y="327"/>
                  </a:lnTo>
                  <a:lnTo>
                    <a:pt x="107" y="351"/>
                  </a:lnTo>
                  <a:lnTo>
                    <a:pt x="127" y="373"/>
                  </a:lnTo>
                  <a:lnTo>
                    <a:pt x="149" y="392"/>
                  </a:lnTo>
                  <a:lnTo>
                    <a:pt x="171" y="407"/>
                  </a:lnTo>
                  <a:lnTo>
                    <a:pt x="195" y="418"/>
                  </a:lnTo>
                  <a:lnTo>
                    <a:pt x="219" y="423"/>
                  </a:lnTo>
                  <a:lnTo>
                    <a:pt x="245" y="426"/>
                  </a:lnTo>
                  <a:lnTo>
                    <a:pt x="245" y="414"/>
                  </a:lnTo>
                  <a:lnTo>
                    <a:pt x="222" y="412"/>
                  </a:lnTo>
                  <a:lnTo>
                    <a:pt x="199" y="406"/>
                  </a:lnTo>
                  <a:lnTo>
                    <a:pt x="178" y="395"/>
                  </a:lnTo>
                  <a:lnTo>
                    <a:pt x="156" y="382"/>
                  </a:lnTo>
                  <a:lnTo>
                    <a:pt x="136" y="364"/>
                  </a:lnTo>
                  <a:lnTo>
                    <a:pt x="116" y="344"/>
                  </a:lnTo>
                  <a:lnTo>
                    <a:pt x="99" y="320"/>
                  </a:lnTo>
                  <a:lnTo>
                    <a:pt x="82" y="292"/>
                  </a:lnTo>
                  <a:lnTo>
                    <a:pt x="67" y="264"/>
                  </a:lnTo>
                  <a:lnTo>
                    <a:pt x="53" y="231"/>
                  </a:lnTo>
                  <a:lnTo>
                    <a:pt x="41" y="197"/>
                  </a:lnTo>
                  <a:lnTo>
                    <a:pt x="31" y="162"/>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417" name="Freeform 57"/>
            <p:cNvSpPr>
              <a:spLocks/>
            </p:cNvSpPr>
            <p:nvPr/>
          </p:nvSpPr>
          <p:spPr bwMode="auto">
            <a:xfrm>
              <a:off x="1516" y="2016"/>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5" y="8"/>
                  </a:lnTo>
                  <a:lnTo>
                    <a:pt x="171" y="19"/>
                  </a:lnTo>
                  <a:lnTo>
                    <a:pt x="149" y="34"/>
                  </a:lnTo>
                  <a:lnTo>
                    <a:pt x="127" y="51"/>
                  </a:lnTo>
                  <a:lnTo>
                    <a:pt x="107" y="74"/>
                  </a:lnTo>
                  <a:lnTo>
                    <a:pt x="89" y="98"/>
                  </a:lnTo>
                  <a:lnTo>
                    <a:pt x="72" y="125"/>
                  </a:lnTo>
                  <a:lnTo>
                    <a:pt x="55" y="156"/>
                  </a:lnTo>
                  <a:lnTo>
                    <a:pt x="41" y="189"/>
                  </a:lnTo>
                  <a:lnTo>
                    <a:pt x="30" y="223"/>
                  </a:lnTo>
                  <a:lnTo>
                    <a:pt x="19" y="261"/>
                  </a:lnTo>
                  <a:lnTo>
                    <a:pt x="11" y="299"/>
                  </a:lnTo>
                  <a:lnTo>
                    <a:pt x="5" y="339"/>
                  </a:lnTo>
                  <a:lnTo>
                    <a:pt x="1" y="382"/>
                  </a:lnTo>
                  <a:lnTo>
                    <a:pt x="0" y="424"/>
                  </a:lnTo>
                  <a:lnTo>
                    <a:pt x="12" y="424"/>
                  </a:lnTo>
                  <a:lnTo>
                    <a:pt x="13" y="382"/>
                  </a:lnTo>
                  <a:lnTo>
                    <a:pt x="17" y="341"/>
                  </a:lnTo>
                  <a:lnTo>
                    <a:pt x="23" y="301"/>
                  </a:lnTo>
                  <a:lnTo>
                    <a:pt x="31" y="264"/>
                  </a:lnTo>
                  <a:lnTo>
                    <a:pt x="41" y="227"/>
                  </a:lnTo>
                  <a:lnTo>
                    <a:pt x="53" y="193"/>
                  </a:lnTo>
                  <a:lnTo>
                    <a:pt x="67" y="160"/>
                  </a:lnTo>
                  <a:lnTo>
                    <a:pt x="81" y="132"/>
                  </a:lnTo>
                  <a:lnTo>
                    <a:pt x="99" y="105"/>
                  </a:lnTo>
                  <a:lnTo>
                    <a:pt x="116" y="81"/>
                  </a:lnTo>
                  <a:lnTo>
                    <a:pt x="136" y="61"/>
                  </a:lnTo>
                  <a:lnTo>
                    <a:pt x="156" y="43"/>
                  </a:lnTo>
                  <a:lnTo>
                    <a:pt x="178" y="30"/>
                  </a:lnTo>
                  <a:lnTo>
                    <a:pt x="199" y="20"/>
                  </a:lnTo>
                  <a:lnTo>
                    <a:pt x="222"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pic>
        <p:nvPicPr>
          <p:cNvPr id="59" name="Picture 2" descr="C:\Users\BertrandS\Dropbox\Jeux\00. CONCEPTION DES JEUX\photos\Bureau Une Femme 29\iStock_000002139332_Medium ALLEGE.jpg"/>
          <p:cNvPicPr>
            <a:picLocks noChangeAspect="1" noChangeArrowheads="1"/>
          </p:cNvPicPr>
          <p:nvPr/>
        </p:nvPicPr>
        <p:blipFill rotWithShape="1">
          <a:blip r:embed="rId3" cstate="print">
            <a:clrChange>
              <a:clrFrom>
                <a:srgbClr val="FFFFFF"/>
              </a:clrFrom>
              <a:clrTo>
                <a:srgbClr val="FFFFFF">
                  <a:alpha val="0"/>
                </a:srgbClr>
              </a:clrTo>
            </a:clrChange>
            <a:extLst>
              <a:ext uri="{28A0092B-C50C-407E-A947-70E740481C1C}">
                <a14:useLocalDpi xmlns:a14="http://schemas.microsoft.com/office/drawing/2010/main" val="0"/>
              </a:ext>
            </a:extLst>
          </a:blip>
          <a:srcRect b="26675"/>
          <a:stretch/>
        </p:blipFill>
        <p:spPr bwMode="auto">
          <a:xfrm>
            <a:off x="8248783" y="45838"/>
            <a:ext cx="815481" cy="947302"/>
          </a:xfrm>
          <a:prstGeom prst="rect">
            <a:avLst/>
          </a:prstGeom>
          <a:solidFill>
            <a:schemeClr val="bg1"/>
          </a:solidFill>
          <a:ln w="12700">
            <a:solidFill>
              <a:srgbClr val="27A8E0"/>
            </a:solidFill>
          </a:ln>
          <a:effectLst>
            <a:outerShdw blurRad="25400" dist="50800" dir="2700000" algn="ctr" rotWithShape="0">
              <a:srgbClr val="27A8E0"/>
            </a:outerShdw>
          </a:effectLst>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386" name="Rectangle 2"/>
          <p:cNvSpPr>
            <a:spLocks noGrp="1" noChangeArrowheads="1"/>
          </p:cNvSpPr>
          <p:nvPr>
            <p:ph type="title"/>
          </p:nvPr>
        </p:nvSpPr>
        <p:spPr/>
        <p:txBody>
          <a:bodyPr/>
          <a:lstStyle/>
          <a:p>
            <a:pPr eaLnBrk="1" hangingPunct="1"/>
            <a:r>
              <a:rPr lang="fr-FR" altLang="fr-FR"/>
              <a:t>Diapos Questions</a:t>
            </a:r>
          </a:p>
        </p:txBody>
      </p:sp>
      <p:sp>
        <p:nvSpPr>
          <p:cNvPr id="16387" name="Rectangle 3"/>
          <p:cNvSpPr>
            <a:spLocks noGrp="1" noChangeArrowheads="1"/>
          </p:cNvSpPr>
          <p:nvPr>
            <p:ph type="body" idx="1"/>
          </p:nvPr>
        </p:nvSpPr>
        <p:spPr>
          <a:xfrm>
            <a:off x="498475" y="1720850"/>
            <a:ext cx="8229600" cy="4284663"/>
          </a:xfrm>
        </p:spPr>
        <p:txBody>
          <a:bodyPr/>
          <a:lstStyle/>
          <a:p>
            <a:pPr eaLnBrk="1" hangingPunct="1"/>
            <a:r>
              <a:rPr lang="fr-FR" altLang="fr-FR"/>
              <a:t>Nous avons prévu à différents moments du jeu (chaque semaine aux heures 15 et 30) des Questions pour les participants.</a:t>
            </a:r>
          </a:p>
          <a:p>
            <a:pPr eaLnBrk="1" hangingPunct="1"/>
            <a:r>
              <a:rPr lang="fr-FR" altLang="fr-FR"/>
              <a:t>Leur but est de susciter une réflexion pédagogique.</a:t>
            </a:r>
          </a:p>
          <a:p>
            <a:pPr eaLnBrk="1" hangingPunct="1"/>
            <a:r>
              <a:rPr lang="fr-FR" altLang="fr-FR"/>
              <a:t>Mais il faut savoir que chaque question nécessite un minimum de temps (au moins 5 minutes). C’est pourquoi nous invitons l’animateur à sélectionner celles qui l’intéressent au moment de la préparation du diaporama. Il suffira de masquer celles qui ne doivent pas être traitées.</a:t>
            </a:r>
          </a:p>
          <a:p>
            <a:pPr eaLnBrk="1" hangingPunct="1"/>
            <a:r>
              <a:rPr lang="fr-FR" altLang="fr-FR"/>
              <a:t>Ces diapos peuvent également être facilement déplacées, si l’animateur préfère les traiter à un autre moment que celui prévu.</a:t>
            </a:r>
          </a:p>
        </p:txBody>
      </p:sp>
      <p:pic>
        <p:nvPicPr>
          <p:cNvPr id="6" name="Picture 2" descr="C:\Users\BertrandS\Dropbox\Jeux\00. CONCEPTION DES JEUX\photos\Bureau Une Femme 29\iStock_000002139332_Medium ALLEGE.jpg"/>
          <p:cNvPicPr>
            <a:picLocks noChangeAspect="1" noChangeArrowheads="1"/>
          </p:cNvPicPr>
          <p:nvPr/>
        </p:nvPicPr>
        <p:blipFill rotWithShape="1">
          <a:blip r:embed="rId3" cstate="print">
            <a:clrChange>
              <a:clrFrom>
                <a:srgbClr val="FFFFFF"/>
              </a:clrFrom>
              <a:clrTo>
                <a:srgbClr val="FFFFFF">
                  <a:alpha val="0"/>
                </a:srgbClr>
              </a:clrTo>
            </a:clrChange>
            <a:extLst>
              <a:ext uri="{28A0092B-C50C-407E-A947-70E740481C1C}">
                <a14:useLocalDpi xmlns:a14="http://schemas.microsoft.com/office/drawing/2010/main" val="0"/>
              </a:ext>
            </a:extLst>
          </a:blip>
          <a:srcRect b="26675"/>
          <a:stretch/>
        </p:blipFill>
        <p:spPr bwMode="auto">
          <a:xfrm>
            <a:off x="8248783" y="45838"/>
            <a:ext cx="815481" cy="947302"/>
          </a:xfrm>
          <a:prstGeom prst="rect">
            <a:avLst/>
          </a:prstGeom>
          <a:solidFill>
            <a:schemeClr val="bg1"/>
          </a:solidFill>
          <a:ln w="12700">
            <a:solidFill>
              <a:srgbClr val="27A8E0"/>
            </a:solidFill>
          </a:ln>
          <a:effectLst>
            <a:outerShdw blurRad="25400" dist="50800" dir="2700000" algn="ctr" rotWithShape="0">
              <a:srgbClr val="27A8E0"/>
            </a:outerShdw>
          </a:effectLst>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410" name="Rectangle 2"/>
          <p:cNvSpPr>
            <a:spLocks noGrp="1" noChangeArrowheads="1"/>
          </p:cNvSpPr>
          <p:nvPr>
            <p:ph type="title"/>
          </p:nvPr>
        </p:nvSpPr>
        <p:spPr/>
        <p:txBody>
          <a:bodyPr/>
          <a:lstStyle/>
          <a:p>
            <a:pPr eaLnBrk="1" hangingPunct="1"/>
            <a:r>
              <a:rPr lang="fr-FR" altLang="fr-FR"/>
              <a:t>Tableau de bord</a:t>
            </a:r>
          </a:p>
        </p:txBody>
      </p:sp>
      <p:sp>
        <p:nvSpPr>
          <p:cNvPr id="17411" name="Rectangle 3"/>
          <p:cNvSpPr>
            <a:spLocks noGrp="1" noChangeArrowheads="1"/>
          </p:cNvSpPr>
          <p:nvPr>
            <p:ph type="body" idx="1"/>
          </p:nvPr>
        </p:nvSpPr>
        <p:spPr>
          <a:xfrm>
            <a:off x="509588" y="1446213"/>
            <a:ext cx="8229600" cy="4284662"/>
          </a:xfrm>
        </p:spPr>
        <p:txBody>
          <a:bodyPr/>
          <a:lstStyle/>
          <a:p>
            <a:pPr eaLnBrk="1" hangingPunct="1">
              <a:buFontTx/>
              <a:buNone/>
            </a:pPr>
            <a:r>
              <a:rPr lang="fr-FR" altLang="fr-FR"/>
              <a:t>Pour la présentation des résultats nous avons prévu :</a:t>
            </a:r>
          </a:p>
          <a:p>
            <a:pPr eaLnBrk="1" hangingPunct="1"/>
            <a:r>
              <a:rPr lang="fr-FR" altLang="fr-FR" sz="1800"/>
              <a:t>De projeter en fin de chaque semaine un tableau de bord réalisé sur Excel (fichier « Tableau de bord »), </a:t>
            </a:r>
          </a:p>
          <a:p>
            <a:pPr eaLnBrk="1" hangingPunct="1"/>
            <a:r>
              <a:rPr lang="fr-FR" altLang="fr-FR" sz="1800"/>
              <a:t>De commenter les choix de progrès des équipes par le biais d’une diapo Powerpoint animée (fichier « Analyse des progrès »).</a:t>
            </a:r>
          </a:p>
          <a:p>
            <a:pPr eaLnBrk="1" hangingPunct="1">
              <a:buFontTx/>
              <a:buNone/>
            </a:pPr>
            <a:r>
              <a:rPr lang="fr-FR" altLang="fr-FR"/>
              <a:t>Pour les animateurs qui préfèrent une « solution affichée » : </a:t>
            </a:r>
          </a:p>
          <a:p>
            <a:pPr eaLnBrk="1" hangingPunct="1"/>
            <a:r>
              <a:rPr lang="fr-FR" altLang="fr-FR" sz="1800"/>
              <a:t>Nous l’invitons à réaliser une affiche en format A1 ou A0 à partir de la diapo située ci-après.</a:t>
            </a:r>
          </a:p>
          <a:p>
            <a:pPr eaLnBrk="1" hangingPunct="1"/>
            <a:r>
              <a:rPr lang="fr-FR" altLang="fr-FR" sz="1800"/>
              <a:t>L’animateur affiche le tableau de bord, et chaque équipe met à jour le tableau de bord à l’aide d’un feutre de la couleur qui lui a été attribuée :</a:t>
            </a:r>
          </a:p>
          <a:p>
            <a:pPr lvl="1" eaLnBrk="1" hangingPunct="1"/>
            <a:r>
              <a:rPr lang="fr-FR" altLang="fr-FR"/>
              <a:t>Bleu pour l’équipe A</a:t>
            </a:r>
          </a:p>
          <a:p>
            <a:pPr lvl="1" eaLnBrk="1" hangingPunct="1"/>
            <a:r>
              <a:rPr lang="fr-FR" altLang="fr-FR"/>
              <a:t>Rouge pour l’équipe B</a:t>
            </a:r>
          </a:p>
          <a:p>
            <a:pPr lvl="1" eaLnBrk="1" hangingPunct="1"/>
            <a:r>
              <a:rPr lang="fr-FR" altLang="fr-FR"/>
              <a:t>Vert pour l’équipe C</a:t>
            </a:r>
          </a:p>
          <a:p>
            <a:pPr eaLnBrk="1" hangingPunct="1"/>
            <a:r>
              <a:rPr lang="fr-FR" altLang="fr-FR" sz="1800"/>
              <a:t>Pour enregistrer les progrès, les équipes peuvent inscrire dans le rond le N° de la semaine d’acquisition.</a:t>
            </a:r>
            <a:endParaRPr lang="fr-FR" altLang="fr-FR"/>
          </a:p>
          <a:p>
            <a:pPr eaLnBrk="1" hangingPunct="1">
              <a:buFontTx/>
              <a:buNone/>
            </a:pPr>
            <a:endParaRPr lang="fr-FR" altLang="fr-FR"/>
          </a:p>
        </p:txBody>
      </p:sp>
      <p:pic>
        <p:nvPicPr>
          <p:cNvPr id="6" name="Picture 2" descr="C:\Users\BertrandS\Dropbox\Jeux\00. CONCEPTION DES JEUX\photos\Bureau Une Femme 29\iStock_000002139332_Medium ALLEGE.jpg"/>
          <p:cNvPicPr>
            <a:picLocks noChangeAspect="1" noChangeArrowheads="1"/>
          </p:cNvPicPr>
          <p:nvPr/>
        </p:nvPicPr>
        <p:blipFill rotWithShape="1">
          <a:blip r:embed="rId3" cstate="print">
            <a:clrChange>
              <a:clrFrom>
                <a:srgbClr val="FFFFFF"/>
              </a:clrFrom>
              <a:clrTo>
                <a:srgbClr val="FFFFFF">
                  <a:alpha val="0"/>
                </a:srgbClr>
              </a:clrTo>
            </a:clrChange>
            <a:extLst>
              <a:ext uri="{28A0092B-C50C-407E-A947-70E740481C1C}">
                <a14:useLocalDpi xmlns:a14="http://schemas.microsoft.com/office/drawing/2010/main" val="0"/>
              </a:ext>
            </a:extLst>
          </a:blip>
          <a:srcRect b="26675"/>
          <a:stretch/>
        </p:blipFill>
        <p:spPr bwMode="auto">
          <a:xfrm>
            <a:off x="8248783" y="45838"/>
            <a:ext cx="815481" cy="947302"/>
          </a:xfrm>
          <a:prstGeom prst="rect">
            <a:avLst/>
          </a:prstGeom>
          <a:solidFill>
            <a:schemeClr val="bg1"/>
          </a:solidFill>
          <a:ln w="12700">
            <a:solidFill>
              <a:srgbClr val="27A8E0"/>
            </a:solidFill>
          </a:ln>
          <a:effectLst>
            <a:outerShdw blurRad="25400" dist="50800" dir="2700000" algn="ctr" rotWithShape="0">
              <a:srgbClr val="27A8E0"/>
            </a:outerShdw>
          </a:effectLst>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8434" name="Rectangle 2"/>
          <p:cNvSpPr>
            <a:spLocks noGrp="1" noChangeArrowheads="1"/>
          </p:cNvSpPr>
          <p:nvPr>
            <p:ph type="title"/>
          </p:nvPr>
        </p:nvSpPr>
        <p:spPr>
          <a:xfrm>
            <a:off x="57150" y="117475"/>
            <a:ext cx="1168400" cy="385763"/>
          </a:xfrm>
        </p:spPr>
        <p:txBody>
          <a:bodyPr/>
          <a:lstStyle/>
          <a:p>
            <a:pPr eaLnBrk="1" hangingPunct="1">
              <a:lnSpc>
                <a:spcPct val="130000"/>
              </a:lnSpc>
            </a:pPr>
            <a:r>
              <a:rPr lang="fr-FR" altLang="fr-FR" sz="1000" dirty="0">
                <a:solidFill>
                  <a:schemeClr val="tx1"/>
                </a:solidFill>
              </a:rPr>
              <a:t>Affiche</a:t>
            </a:r>
            <a:br>
              <a:rPr lang="fr-FR" altLang="fr-FR" sz="1000" dirty="0">
                <a:solidFill>
                  <a:schemeClr val="tx1"/>
                </a:solidFill>
              </a:rPr>
            </a:br>
            <a:r>
              <a:rPr lang="fr-FR" altLang="fr-FR" sz="1000" dirty="0">
                <a:solidFill>
                  <a:schemeClr val="tx1"/>
                </a:solidFill>
              </a:rPr>
              <a:t>Tableau de bord</a:t>
            </a:r>
          </a:p>
        </p:txBody>
      </p:sp>
      <p:sp>
        <p:nvSpPr>
          <p:cNvPr id="18435" name="Rectangle 24"/>
          <p:cNvSpPr>
            <a:spLocks noChangeArrowheads="1"/>
          </p:cNvSpPr>
          <p:nvPr/>
        </p:nvSpPr>
        <p:spPr bwMode="auto">
          <a:xfrm flipV="1">
            <a:off x="4794250" y="4060825"/>
            <a:ext cx="534988" cy="109538"/>
          </a:xfrm>
          <a:prstGeom prst="rect">
            <a:avLst/>
          </a:prstGeom>
          <a:solidFill>
            <a:schemeClr val="bg1"/>
          </a:solidFill>
          <a:ln>
            <a:noFill/>
          </a:ln>
          <a:extLst>
            <a:ext uri="{91240B29-F687-4F45-9708-019B960494DF}">
              <a14:hiddenLine xmlns:a14="http://schemas.microsoft.com/office/drawing/2010/main" w="38100" algn="ctr">
                <a:solidFill>
                  <a:srgbClr val="000000"/>
                </a:solidFill>
                <a:miter lim="800000"/>
                <a:headEnd/>
                <a:tailEnd/>
              </a14:hiddenLine>
            </a:ext>
          </a:extLst>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18436" name="Rectangle 28"/>
          <p:cNvSpPr>
            <a:spLocks noChangeArrowheads="1"/>
          </p:cNvSpPr>
          <p:nvPr/>
        </p:nvSpPr>
        <p:spPr bwMode="auto">
          <a:xfrm flipV="1">
            <a:off x="2844800" y="4106863"/>
            <a:ext cx="533400" cy="109537"/>
          </a:xfrm>
          <a:prstGeom prst="rect">
            <a:avLst/>
          </a:prstGeom>
          <a:solidFill>
            <a:schemeClr val="bg1"/>
          </a:solidFill>
          <a:ln>
            <a:noFill/>
          </a:ln>
          <a:extLst>
            <a:ext uri="{91240B29-F687-4F45-9708-019B960494DF}">
              <a14:hiddenLine xmlns:a14="http://schemas.microsoft.com/office/drawing/2010/main" w="38100" algn="ctr">
                <a:solidFill>
                  <a:srgbClr val="000000"/>
                </a:solidFill>
                <a:miter lim="800000"/>
                <a:headEnd/>
                <a:tailEnd/>
              </a14:hiddenLine>
            </a:ext>
          </a:extLst>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pic>
        <p:nvPicPr>
          <p:cNvPr id="18437" name="Picture 208"/>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211263" y="206375"/>
            <a:ext cx="6892925" cy="40624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pic>
      <p:sp>
        <p:nvSpPr>
          <p:cNvPr id="18438" name="Text Box 209"/>
          <p:cNvSpPr txBox="1">
            <a:spLocks noChangeArrowheads="1"/>
          </p:cNvSpPr>
          <p:nvPr/>
        </p:nvSpPr>
        <p:spPr bwMode="auto">
          <a:xfrm>
            <a:off x="-9525" y="6702425"/>
            <a:ext cx="1568450" cy="158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82232" tIns="41116" rIns="82232" bIns="41116">
            <a:spAutoFit/>
          </a:bodyPr>
          <a:lstStyle>
            <a:lvl1pPr algn="l" defTabSz="822325" eaLnBrk="0" hangingPunct="0">
              <a:spcBef>
                <a:spcPct val="20000"/>
              </a:spcBef>
              <a:buChar char="•"/>
              <a:defRPr sz="2000">
                <a:solidFill>
                  <a:schemeClr val="accent2"/>
                </a:solidFill>
                <a:latin typeface="Arial" pitchFamily="34" charset="0"/>
              </a:defRPr>
            </a:lvl1pPr>
            <a:lvl2pPr marL="742950" indent="-285750" algn="l" defTabSz="822325" eaLnBrk="0" hangingPunct="0">
              <a:spcBef>
                <a:spcPct val="20000"/>
              </a:spcBef>
              <a:buChar char="–"/>
              <a:defRPr>
                <a:solidFill>
                  <a:schemeClr val="accent2"/>
                </a:solidFill>
                <a:latin typeface="Arial" pitchFamily="34" charset="0"/>
              </a:defRPr>
            </a:lvl2pPr>
            <a:lvl3pPr marL="1143000" indent="-228600" algn="l" defTabSz="822325" eaLnBrk="0" hangingPunct="0">
              <a:spcBef>
                <a:spcPct val="20000"/>
              </a:spcBef>
              <a:buChar char="•"/>
              <a:defRPr sz="1600">
                <a:solidFill>
                  <a:schemeClr val="accent2"/>
                </a:solidFill>
                <a:latin typeface="Arial" pitchFamily="34" charset="0"/>
              </a:defRPr>
            </a:lvl3pPr>
            <a:lvl4pPr marL="1600200" indent="-228600" algn="l" defTabSz="822325" eaLnBrk="0" hangingPunct="0">
              <a:spcBef>
                <a:spcPct val="20000"/>
              </a:spcBef>
              <a:buChar char="–"/>
              <a:defRPr sz="1600">
                <a:solidFill>
                  <a:schemeClr val="accent2"/>
                </a:solidFill>
                <a:latin typeface="Arial" pitchFamily="34" charset="0"/>
              </a:defRPr>
            </a:lvl4pPr>
            <a:lvl5pPr marL="2057400" indent="-228600" algn="l" defTabSz="822325" eaLnBrk="0" hangingPunct="0">
              <a:spcBef>
                <a:spcPct val="20000"/>
              </a:spcBef>
              <a:buChar char="»"/>
              <a:defRPr sz="1600">
                <a:solidFill>
                  <a:schemeClr val="accent2"/>
                </a:solidFill>
                <a:latin typeface="Arial" pitchFamily="34" charset="0"/>
              </a:defRPr>
            </a:lvl5pPr>
            <a:lvl6pPr marL="2514600" indent="-228600" defTabSz="822325" eaLnBrk="0" fontAlgn="base" hangingPunct="0">
              <a:spcBef>
                <a:spcPct val="20000"/>
              </a:spcBef>
              <a:spcAft>
                <a:spcPct val="0"/>
              </a:spcAft>
              <a:buChar char="»"/>
              <a:defRPr sz="1600">
                <a:solidFill>
                  <a:schemeClr val="accent2"/>
                </a:solidFill>
                <a:latin typeface="Arial" pitchFamily="34" charset="0"/>
              </a:defRPr>
            </a:lvl6pPr>
            <a:lvl7pPr marL="2971800" indent="-228600" defTabSz="822325" eaLnBrk="0" fontAlgn="base" hangingPunct="0">
              <a:spcBef>
                <a:spcPct val="20000"/>
              </a:spcBef>
              <a:spcAft>
                <a:spcPct val="0"/>
              </a:spcAft>
              <a:buChar char="»"/>
              <a:defRPr sz="1600">
                <a:solidFill>
                  <a:schemeClr val="accent2"/>
                </a:solidFill>
                <a:latin typeface="Arial" pitchFamily="34" charset="0"/>
              </a:defRPr>
            </a:lvl7pPr>
            <a:lvl8pPr marL="3429000" indent="-228600" defTabSz="822325" eaLnBrk="0" fontAlgn="base" hangingPunct="0">
              <a:spcBef>
                <a:spcPct val="20000"/>
              </a:spcBef>
              <a:spcAft>
                <a:spcPct val="0"/>
              </a:spcAft>
              <a:buChar char="»"/>
              <a:defRPr sz="1600">
                <a:solidFill>
                  <a:schemeClr val="accent2"/>
                </a:solidFill>
                <a:latin typeface="Arial" pitchFamily="34" charset="0"/>
              </a:defRPr>
            </a:lvl8pPr>
            <a:lvl9pPr marL="3886200" indent="-228600" defTabSz="822325" eaLnBrk="0" fontAlgn="base" hangingPunct="0">
              <a:spcBef>
                <a:spcPct val="20000"/>
              </a:spcBef>
              <a:spcAft>
                <a:spcPct val="0"/>
              </a:spcAft>
              <a:buChar char="»"/>
              <a:defRPr sz="1600">
                <a:solidFill>
                  <a:schemeClr val="accent2"/>
                </a:solidFill>
                <a:latin typeface="Arial" pitchFamily="34" charset="0"/>
              </a:defRPr>
            </a:lvl9pPr>
          </a:lstStyle>
          <a:p>
            <a:pPr>
              <a:spcBef>
                <a:spcPct val="0"/>
              </a:spcBef>
              <a:buFontTx/>
              <a:buNone/>
            </a:pPr>
            <a:r>
              <a:rPr lang="fr-FR" altLang="fr-FR" sz="500">
                <a:solidFill>
                  <a:srgbClr val="474747"/>
                </a:solidFill>
              </a:rPr>
              <a:t>JEU DU KANBAN</a:t>
            </a:r>
            <a:r>
              <a:rPr lang="fr-FR" altLang="fr-FR" sz="500" baseline="30000">
                <a:solidFill>
                  <a:srgbClr val="474747"/>
                </a:solidFill>
                <a:cs typeface="Arial" pitchFamily="34" charset="0"/>
              </a:rPr>
              <a:t>®</a:t>
            </a:r>
            <a:r>
              <a:rPr lang="fr-FR" altLang="fr-FR" sz="500">
                <a:solidFill>
                  <a:srgbClr val="474747"/>
                </a:solidFill>
              </a:rPr>
              <a:t> - CIPE / Tous Droits Réservés</a:t>
            </a:r>
          </a:p>
        </p:txBody>
      </p:sp>
      <p:grpSp>
        <p:nvGrpSpPr>
          <p:cNvPr id="18439" name="Group 240"/>
          <p:cNvGrpSpPr>
            <a:grpSpLocks/>
          </p:cNvGrpSpPr>
          <p:nvPr/>
        </p:nvGrpSpPr>
        <p:grpSpPr bwMode="auto">
          <a:xfrm>
            <a:off x="2014538" y="4535488"/>
            <a:ext cx="5594350" cy="2108200"/>
            <a:chOff x="1191" y="2797"/>
            <a:chExt cx="3524" cy="1328"/>
          </a:xfrm>
        </p:grpSpPr>
        <p:sp>
          <p:nvSpPr>
            <p:cNvPr id="18440" name="Text Box 5"/>
            <p:cNvSpPr txBox="1">
              <a:spLocks noChangeArrowheads="1"/>
            </p:cNvSpPr>
            <p:nvPr/>
          </p:nvSpPr>
          <p:spPr bwMode="auto">
            <a:xfrm>
              <a:off x="1353" y="2821"/>
              <a:ext cx="1122" cy="138"/>
            </a:xfrm>
            <a:prstGeom prst="rect">
              <a:avLst/>
            </a:prstGeom>
            <a:solidFill>
              <a:schemeClr val="bg1"/>
            </a:solidFill>
            <a:ln w="9525">
              <a:solidFill>
                <a:schemeClr val="tx1"/>
              </a:solidFill>
              <a:miter lim="800000"/>
              <a:headEnd/>
              <a:tailEnd/>
            </a:ln>
            <a:effectLst>
              <a:outerShdw dist="63500" dir="2212194" algn="ctr" rotWithShape="0">
                <a:srgbClr val="336699"/>
              </a:outerShdw>
            </a:effectLst>
          </p:spPr>
          <p:txBody>
            <a:bodyPr anchor="ctr" anchorCtr="1"/>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a:spcBef>
                  <a:spcPct val="0"/>
                </a:spcBef>
                <a:buFontTx/>
                <a:buNone/>
              </a:pPr>
              <a:r>
                <a:rPr lang="fr-FR" altLang="fr-FR" sz="1000">
                  <a:solidFill>
                    <a:schemeClr val="tx1"/>
                  </a:solidFill>
                </a:rPr>
                <a:t>Engrenages</a:t>
              </a:r>
            </a:p>
          </p:txBody>
        </p:sp>
        <p:sp>
          <p:nvSpPr>
            <p:cNvPr id="18441" name="Text Box 6"/>
            <p:cNvSpPr txBox="1">
              <a:spLocks noChangeArrowheads="1"/>
            </p:cNvSpPr>
            <p:nvPr/>
          </p:nvSpPr>
          <p:spPr bwMode="auto">
            <a:xfrm>
              <a:off x="2724" y="2832"/>
              <a:ext cx="1132" cy="138"/>
            </a:xfrm>
            <a:prstGeom prst="rect">
              <a:avLst/>
            </a:prstGeom>
            <a:solidFill>
              <a:schemeClr val="bg1"/>
            </a:solidFill>
            <a:ln w="9525">
              <a:solidFill>
                <a:schemeClr val="tx1"/>
              </a:solidFill>
              <a:miter lim="800000"/>
              <a:headEnd/>
              <a:tailEnd/>
            </a:ln>
            <a:effectLst>
              <a:outerShdw dist="63500" dir="2212194" algn="ctr" rotWithShape="0">
                <a:srgbClr val="336699"/>
              </a:outerShdw>
            </a:effectLst>
          </p:spPr>
          <p:txBody>
            <a:bodyPr anchor="ctr" anchorCtr="1"/>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a:spcBef>
                  <a:spcPct val="0"/>
                </a:spcBef>
                <a:buFontTx/>
                <a:buNone/>
              </a:pPr>
              <a:r>
                <a:rPr lang="fr-FR" altLang="fr-FR" sz="1000">
                  <a:solidFill>
                    <a:schemeClr val="tx1"/>
                  </a:solidFill>
                </a:rPr>
                <a:t>Carters</a:t>
              </a:r>
            </a:p>
          </p:txBody>
        </p:sp>
        <p:sp>
          <p:nvSpPr>
            <p:cNvPr id="18442" name="Text Box 7"/>
            <p:cNvSpPr txBox="1">
              <a:spLocks noChangeArrowheads="1"/>
            </p:cNvSpPr>
            <p:nvPr/>
          </p:nvSpPr>
          <p:spPr bwMode="auto">
            <a:xfrm>
              <a:off x="4080" y="2950"/>
              <a:ext cx="546" cy="256"/>
            </a:xfrm>
            <a:prstGeom prst="rect">
              <a:avLst/>
            </a:prstGeom>
            <a:solidFill>
              <a:schemeClr val="bg1"/>
            </a:solidFill>
            <a:ln w="9525">
              <a:solidFill>
                <a:schemeClr val="tx1"/>
              </a:solidFill>
              <a:miter lim="800000"/>
              <a:headEnd/>
              <a:tailEnd/>
            </a:ln>
            <a:effectLst>
              <a:outerShdw dist="63500" dir="2212194" algn="ctr" rotWithShape="0">
                <a:srgbClr val="336699"/>
              </a:outerShdw>
            </a:effectLst>
          </p:spPr>
          <p:txBody>
            <a:bodyPr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a:spcBef>
                  <a:spcPct val="0"/>
                </a:spcBef>
                <a:buFontTx/>
                <a:buNone/>
              </a:pPr>
              <a:r>
                <a:rPr lang="fr-FR" altLang="fr-FR" sz="1000">
                  <a:solidFill>
                    <a:schemeClr val="tx1"/>
                  </a:solidFill>
                </a:rPr>
                <a:t>Couronnes</a:t>
              </a:r>
            </a:p>
            <a:p>
              <a:pPr algn="ctr">
                <a:spcBef>
                  <a:spcPct val="0"/>
                </a:spcBef>
                <a:buFontTx/>
                <a:buNone/>
              </a:pPr>
              <a:r>
                <a:rPr lang="fr-FR" altLang="fr-FR" sz="1000">
                  <a:solidFill>
                    <a:schemeClr val="tx1"/>
                  </a:solidFill>
                </a:rPr>
                <a:t>(ph. A)</a:t>
              </a:r>
            </a:p>
          </p:txBody>
        </p:sp>
        <p:sp>
          <p:nvSpPr>
            <p:cNvPr id="18443" name="Text Box 8"/>
            <p:cNvSpPr txBox="1">
              <a:spLocks noChangeArrowheads="1"/>
            </p:cNvSpPr>
            <p:nvPr/>
          </p:nvSpPr>
          <p:spPr bwMode="auto">
            <a:xfrm>
              <a:off x="2745" y="3931"/>
              <a:ext cx="1103" cy="138"/>
            </a:xfrm>
            <a:prstGeom prst="rect">
              <a:avLst/>
            </a:prstGeom>
            <a:solidFill>
              <a:schemeClr val="bg1"/>
            </a:solidFill>
            <a:ln w="9525">
              <a:solidFill>
                <a:schemeClr val="tx1"/>
              </a:solidFill>
              <a:miter lim="800000"/>
              <a:headEnd/>
              <a:tailEnd/>
            </a:ln>
            <a:effectLst>
              <a:outerShdw dist="63500" dir="2212194" algn="ctr" rotWithShape="0">
                <a:srgbClr val="336699"/>
              </a:outerShdw>
            </a:effectLst>
          </p:spPr>
          <p:txBody>
            <a:bodyPr anchor="ctr" anchorCtr="1"/>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a:spcBef>
                  <a:spcPct val="0"/>
                </a:spcBef>
                <a:buFontTx/>
                <a:buNone/>
              </a:pPr>
              <a:r>
                <a:rPr lang="fr-FR" altLang="fr-FR" sz="1000">
                  <a:solidFill>
                    <a:schemeClr val="tx1"/>
                  </a:solidFill>
                </a:rPr>
                <a:t>Couronnes (ph. B)</a:t>
              </a:r>
            </a:p>
          </p:txBody>
        </p:sp>
        <p:sp>
          <p:nvSpPr>
            <p:cNvPr id="18444" name="Text Box 9"/>
            <p:cNvSpPr txBox="1">
              <a:spLocks noChangeArrowheads="1"/>
            </p:cNvSpPr>
            <p:nvPr/>
          </p:nvSpPr>
          <p:spPr bwMode="auto">
            <a:xfrm>
              <a:off x="1375" y="3938"/>
              <a:ext cx="1115" cy="126"/>
            </a:xfrm>
            <a:prstGeom prst="rect">
              <a:avLst/>
            </a:prstGeom>
            <a:solidFill>
              <a:schemeClr val="bg1"/>
            </a:solidFill>
            <a:ln w="9525">
              <a:solidFill>
                <a:schemeClr val="tx1"/>
              </a:solidFill>
              <a:miter lim="800000"/>
              <a:headEnd/>
              <a:tailEnd/>
            </a:ln>
            <a:effectLst>
              <a:outerShdw dist="63500" dir="2212194" algn="ctr" rotWithShape="0">
                <a:srgbClr val="336699"/>
              </a:outerShdw>
            </a:effectLst>
          </p:spPr>
          <p:txBody>
            <a:bodyPr anchor="ctr" anchorCtr="1"/>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a:lnSpc>
                  <a:spcPct val="85000"/>
                </a:lnSpc>
                <a:spcBef>
                  <a:spcPct val="0"/>
                </a:spcBef>
                <a:buFontTx/>
                <a:buNone/>
              </a:pPr>
              <a:r>
                <a:rPr lang="fr-FR" altLang="fr-FR" sz="1000">
                  <a:solidFill>
                    <a:schemeClr val="tx1"/>
                  </a:solidFill>
                </a:rPr>
                <a:t>Montage</a:t>
              </a:r>
            </a:p>
          </p:txBody>
        </p:sp>
        <p:sp>
          <p:nvSpPr>
            <p:cNvPr id="18445" name="Rectangle 30"/>
            <p:cNvSpPr>
              <a:spLocks noChangeArrowheads="1"/>
            </p:cNvSpPr>
            <p:nvPr/>
          </p:nvSpPr>
          <p:spPr bwMode="auto">
            <a:xfrm>
              <a:off x="1191" y="2797"/>
              <a:ext cx="3524" cy="1328"/>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18446" name="Rectangle 32"/>
            <p:cNvSpPr>
              <a:spLocks noChangeArrowheads="1"/>
            </p:cNvSpPr>
            <p:nvPr/>
          </p:nvSpPr>
          <p:spPr bwMode="auto">
            <a:xfrm>
              <a:off x="1375" y="3004"/>
              <a:ext cx="541" cy="369"/>
            </a:xfrm>
            <a:prstGeom prst="rect">
              <a:avLst/>
            </a:prstGeom>
            <a:noFill/>
            <a:ln w="6350" algn="ctr">
              <a:solidFill>
                <a:schemeClr val="tx2"/>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18447" name="Text Box 33"/>
            <p:cNvSpPr txBox="1">
              <a:spLocks noChangeArrowheads="1"/>
            </p:cNvSpPr>
            <p:nvPr/>
          </p:nvSpPr>
          <p:spPr bwMode="auto">
            <a:xfrm>
              <a:off x="1417" y="3242"/>
              <a:ext cx="449" cy="1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1000">
                  <a:solidFill>
                    <a:schemeClr val="tx1"/>
                  </a:solidFill>
                </a:rPr>
                <a:t>Flexibilité</a:t>
              </a:r>
            </a:p>
          </p:txBody>
        </p:sp>
        <p:sp>
          <p:nvSpPr>
            <p:cNvPr id="18448" name="Text Box 34"/>
            <p:cNvSpPr txBox="1">
              <a:spLocks noChangeArrowheads="1"/>
            </p:cNvSpPr>
            <p:nvPr/>
          </p:nvSpPr>
          <p:spPr bwMode="auto">
            <a:xfrm>
              <a:off x="1339" y="3142"/>
              <a:ext cx="228" cy="1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900">
                  <a:solidFill>
                    <a:schemeClr val="tx1"/>
                  </a:solidFill>
                </a:rPr>
                <a:t>N 1</a:t>
              </a:r>
            </a:p>
          </p:txBody>
        </p:sp>
        <p:sp>
          <p:nvSpPr>
            <p:cNvPr id="18449" name="Text Box 35"/>
            <p:cNvSpPr txBox="1">
              <a:spLocks noChangeArrowheads="1"/>
            </p:cNvSpPr>
            <p:nvPr/>
          </p:nvSpPr>
          <p:spPr bwMode="auto">
            <a:xfrm>
              <a:off x="1337" y="3007"/>
              <a:ext cx="228" cy="1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900">
                  <a:solidFill>
                    <a:schemeClr val="tx1"/>
                  </a:solidFill>
                </a:rPr>
                <a:t>N 2</a:t>
              </a:r>
            </a:p>
          </p:txBody>
        </p:sp>
        <p:sp>
          <p:nvSpPr>
            <p:cNvPr id="18450" name="Line 36"/>
            <p:cNvSpPr>
              <a:spLocks noChangeShapeType="1"/>
            </p:cNvSpPr>
            <p:nvPr/>
          </p:nvSpPr>
          <p:spPr bwMode="auto">
            <a:xfrm>
              <a:off x="1377" y="3128"/>
              <a:ext cx="543" cy="0"/>
            </a:xfrm>
            <a:prstGeom prst="line">
              <a:avLst/>
            </a:prstGeom>
            <a:noFill/>
            <a:ln w="6350">
              <a:solidFill>
                <a:schemeClr val="tx2"/>
              </a:solidFill>
              <a:round/>
              <a:headEnd/>
              <a:tailEnd/>
            </a:ln>
            <a:extLst>
              <a:ext uri="{909E8E84-426E-40DD-AFC4-6F175D3DCCD1}">
                <a14:hiddenFill xmlns:a14="http://schemas.microsoft.com/office/drawing/2010/main">
                  <a:noFill/>
                </a14:hiddenFill>
              </a:ext>
            </a:extLst>
          </p:spPr>
          <p:txBody>
            <a:bodyPr wrap="none" anchor="ctr"/>
            <a:lstStyle/>
            <a:p>
              <a:endParaRPr lang="fr-FR"/>
            </a:p>
          </p:txBody>
        </p:sp>
        <p:sp>
          <p:nvSpPr>
            <p:cNvPr id="18451" name="Line 37"/>
            <p:cNvSpPr>
              <a:spLocks noChangeShapeType="1"/>
            </p:cNvSpPr>
            <p:nvPr/>
          </p:nvSpPr>
          <p:spPr bwMode="auto">
            <a:xfrm>
              <a:off x="1373" y="3253"/>
              <a:ext cx="547" cy="0"/>
            </a:xfrm>
            <a:prstGeom prst="line">
              <a:avLst/>
            </a:prstGeom>
            <a:noFill/>
            <a:ln w="6350">
              <a:solidFill>
                <a:schemeClr val="tx2"/>
              </a:solidFill>
              <a:round/>
              <a:headEnd/>
              <a:tailEnd/>
            </a:ln>
            <a:extLst>
              <a:ext uri="{909E8E84-426E-40DD-AFC4-6F175D3DCCD1}">
                <a14:hiddenFill xmlns:a14="http://schemas.microsoft.com/office/drawing/2010/main">
                  <a:noFill/>
                </a14:hiddenFill>
              </a:ext>
            </a:extLst>
          </p:spPr>
          <p:txBody>
            <a:bodyPr wrap="none" anchor="ctr"/>
            <a:lstStyle/>
            <a:p>
              <a:endParaRPr lang="fr-FR"/>
            </a:p>
          </p:txBody>
        </p:sp>
        <p:sp>
          <p:nvSpPr>
            <p:cNvPr id="18452" name="Line 38"/>
            <p:cNvSpPr>
              <a:spLocks noChangeShapeType="1"/>
            </p:cNvSpPr>
            <p:nvPr/>
          </p:nvSpPr>
          <p:spPr bwMode="auto">
            <a:xfrm flipV="1">
              <a:off x="1521" y="3005"/>
              <a:ext cx="0" cy="247"/>
            </a:xfrm>
            <a:prstGeom prst="line">
              <a:avLst/>
            </a:prstGeom>
            <a:noFill/>
            <a:ln w="6350">
              <a:solidFill>
                <a:schemeClr val="tx2"/>
              </a:solidFill>
              <a:round/>
              <a:headEnd/>
              <a:tailEnd/>
            </a:ln>
            <a:extLst>
              <a:ext uri="{909E8E84-426E-40DD-AFC4-6F175D3DCCD1}">
                <a14:hiddenFill xmlns:a14="http://schemas.microsoft.com/office/drawing/2010/main">
                  <a:noFill/>
                </a14:hiddenFill>
              </a:ext>
            </a:extLst>
          </p:spPr>
          <p:txBody>
            <a:bodyPr wrap="none" anchor="ctr"/>
            <a:lstStyle/>
            <a:p>
              <a:endParaRPr lang="fr-FR"/>
            </a:p>
          </p:txBody>
        </p:sp>
        <p:sp>
          <p:nvSpPr>
            <p:cNvPr id="18453" name="Oval 40"/>
            <p:cNvSpPr>
              <a:spLocks noChangeArrowheads="1"/>
            </p:cNvSpPr>
            <p:nvPr/>
          </p:nvSpPr>
          <p:spPr bwMode="auto">
            <a:xfrm>
              <a:off x="1552" y="3025"/>
              <a:ext cx="79" cy="79"/>
            </a:xfrm>
            <a:prstGeom prst="ellipse">
              <a:avLst/>
            </a:prstGeom>
            <a:noFill/>
            <a:ln w="12700" algn="ctr">
              <a:solidFill>
                <a:schemeClr val="accent2"/>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900" b="1">
                <a:solidFill>
                  <a:schemeClr val="bg1"/>
                </a:solidFill>
              </a:endParaRPr>
            </a:p>
          </p:txBody>
        </p:sp>
        <p:sp>
          <p:nvSpPr>
            <p:cNvPr id="18454" name="Oval 41"/>
            <p:cNvSpPr>
              <a:spLocks noChangeArrowheads="1"/>
            </p:cNvSpPr>
            <p:nvPr/>
          </p:nvSpPr>
          <p:spPr bwMode="auto">
            <a:xfrm>
              <a:off x="1553" y="3155"/>
              <a:ext cx="79" cy="79"/>
            </a:xfrm>
            <a:prstGeom prst="ellipse">
              <a:avLst/>
            </a:prstGeom>
            <a:noFill/>
            <a:ln w="12700" algn="ctr">
              <a:solidFill>
                <a:schemeClr val="accent2"/>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900" b="1">
                <a:solidFill>
                  <a:schemeClr val="bg1"/>
                </a:solidFill>
              </a:endParaRPr>
            </a:p>
          </p:txBody>
        </p:sp>
        <p:sp>
          <p:nvSpPr>
            <p:cNvPr id="18455" name="Oval 43"/>
            <p:cNvSpPr>
              <a:spLocks noChangeArrowheads="1"/>
            </p:cNvSpPr>
            <p:nvPr/>
          </p:nvSpPr>
          <p:spPr bwMode="auto">
            <a:xfrm>
              <a:off x="1673" y="3025"/>
              <a:ext cx="79" cy="79"/>
            </a:xfrm>
            <a:prstGeom prst="ellipse">
              <a:avLst/>
            </a:prstGeom>
            <a:solidFill>
              <a:schemeClr val="bg1"/>
            </a:solidFill>
            <a:ln w="12700" algn="ctr">
              <a:solidFill>
                <a:srgbClr val="FC2C1C"/>
              </a:solidFill>
              <a:round/>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000" b="1">
                <a:solidFill>
                  <a:schemeClr val="bg1"/>
                </a:solidFill>
              </a:endParaRPr>
            </a:p>
          </p:txBody>
        </p:sp>
        <p:sp>
          <p:nvSpPr>
            <p:cNvPr id="18456" name="Oval 44"/>
            <p:cNvSpPr>
              <a:spLocks noChangeArrowheads="1"/>
            </p:cNvSpPr>
            <p:nvPr/>
          </p:nvSpPr>
          <p:spPr bwMode="auto">
            <a:xfrm>
              <a:off x="1674" y="3155"/>
              <a:ext cx="79" cy="79"/>
            </a:xfrm>
            <a:prstGeom prst="ellipse">
              <a:avLst/>
            </a:prstGeom>
            <a:solidFill>
              <a:schemeClr val="bg1"/>
            </a:solidFill>
            <a:ln w="12700" algn="ctr">
              <a:solidFill>
                <a:srgbClr val="FC2C1C"/>
              </a:solidFill>
              <a:round/>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000" b="1">
                <a:solidFill>
                  <a:schemeClr val="bg1"/>
                </a:solidFill>
              </a:endParaRPr>
            </a:p>
          </p:txBody>
        </p:sp>
        <p:sp>
          <p:nvSpPr>
            <p:cNvPr id="18457" name="Oval 46"/>
            <p:cNvSpPr>
              <a:spLocks noChangeArrowheads="1"/>
            </p:cNvSpPr>
            <p:nvPr/>
          </p:nvSpPr>
          <p:spPr bwMode="auto">
            <a:xfrm>
              <a:off x="1795" y="3025"/>
              <a:ext cx="79" cy="79"/>
            </a:xfrm>
            <a:prstGeom prst="ellipse">
              <a:avLst/>
            </a:prstGeom>
            <a:solidFill>
              <a:schemeClr val="bg1"/>
            </a:solidFill>
            <a:ln w="12700" algn="ctr">
              <a:solidFill>
                <a:srgbClr val="00CC66"/>
              </a:solidFill>
              <a:round/>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000" b="1">
                <a:solidFill>
                  <a:schemeClr val="bg1"/>
                </a:solidFill>
              </a:endParaRPr>
            </a:p>
          </p:txBody>
        </p:sp>
        <p:sp>
          <p:nvSpPr>
            <p:cNvPr id="18458" name="Oval 47"/>
            <p:cNvSpPr>
              <a:spLocks noChangeArrowheads="1"/>
            </p:cNvSpPr>
            <p:nvPr/>
          </p:nvSpPr>
          <p:spPr bwMode="auto">
            <a:xfrm>
              <a:off x="1796" y="3155"/>
              <a:ext cx="79" cy="79"/>
            </a:xfrm>
            <a:prstGeom prst="ellipse">
              <a:avLst/>
            </a:prstGeom>
            <a:solidFill>
              <a:schemeClr val="bg1"/>
            </a:solidFill>
            <a:ln w="12700" algn="ctr">
              <a:solidFill>
                <a:srgbClr val="00CC66"/>
              </a:solidFill>
              <a:round/>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000" b="1">
                <a:solidFill>
                  <a:schemeClr val="bg1"/>
                </a:solidFill>
              </a:endParaRPr>
            </a:p>
          </p:txBody>
        </p:sp>
        <p:sp>
          <p:nvSpPr>
            <p:cNvPr id="18459" name="Rectangle 50"/>
            <p:cNvSpPr>
              <a:spLocks noChangeArrowheads="1"/>
            </p:cNvSpPr>
            <p:nvPr/>
          </p:nvSpPr>
          <p:spPr bwMode="auto">
            <a:xfrm>
              <a:off x="1968" y="3004"/>
              <a:ext cx="540" cy="369"/>
            </a:xfrm>
            <a:prstGeom prst="rect">
              <a:avLst/>
            </a:prstGeom>
            <a:noFill/>
            <a:ln w="6350" algn="ctr">
              <a:solidFill>
                <a:schemeClr val="tx2"/>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18460" name="Text Box 51"/>
            <p:cNvSpPr txBox="1">
              <a:spLocks noChangeArrowheads="1"/>
            </p:cNvSpPr>
            <p:nvPr/>
          </p:nvSpPr>
          <p:spPr bwMode="auto">
            <a:xfrm>
              <a:off x="2041" y="3242"/>
              <a:ext cx="391" cy="1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1000">
                  <a:solidFill>
                    <a:schemeClr val="tx1"/>
                  </a:solidFill>
                </a:rPr>
                <a:t>Fiabilité</a:t>
              </a:r>
            </a:p>
          </p:txBody>
        </p:sp>
        <p:sp>
          <p:nvSpPr>
            <p:cNvPr id="18461" name="Text Box 52"/>
            <p:cNvSpPr txBox="1">
              <a:spLocks noChangeArrowheads="1"/>
            </p:cNvSpPr>
            <p:nvPr/>
          </p:nvSpPr>
          <p:spPr bwMode="auto">
            <a:xfrm>
              <a:off x="1926" y="3134"/>
              <a:ext cx="240" cy="1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1000">
                  <a:solidFill>
                    <a:schemeClr val="tx1"/>
                  </a:solidFill>
                </a:rPr>
                <a:t>N 1</a:t>
              </a:r>
            </a:p>
          </p:txBody>
        </p:sp>
        <p:sp>
          <p:nvSpPr>
            <p:cNvPr id="18462" name="Text Box 53"/>
            <p:cNvSpPr txBox="1">
              <a:spLocks noChangeArrowheads="1"/>
            </p:cNvSpPr>
            <p:nvPr/>
          </p:nvSpPr>
          <p:spPr bwMode="auto">
            <a:xfrm>
              <a:off x="1924" y="2999"/>
              <a:ext cx="240" cy="1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1000">
                  <a:solidFill>
                    <a:schemeClr val="tx1"/>
                  </a:solidFill>
                </a:rPr>
                <a:t>N 2</a:t>
              </a:r>
            </a:p>
          </p:txBody>
        </p:sp>
        <p:sp>
          <p:nvSpPr>
            <p:cNvPr id="18463" name="Line 54"/>
            <p:cNvSpPr>
              <a:spLocks noChangeShapeType="1"/>
            </p:cNvSpPr>
            <p:nvPr/>
          </p:nvSpPr>
          <p:spPr bwMode="auto">
            <a:xfrm>
              <a:off x="1970" y="3128"/>
              <a:ext cx="542" cy="0"/>
            </a:xfrm>
            <a:prstGeom prst="line">
              <a:avLst/>
            </a:prstGeom>
            <a:noFill/>
            <a:ln w="6350">
              <a:solidFill>
                <a:schemeClr val="tx2"/>
              </a:solidFill>
              <a:round/>
              <a:headEnd/>
              <a:tailEnd/>
            </a:ln>
            <a:extLst>
              <a:ext uri="{909E8E84-426E-40DD-AFC4-6F175D3DCCD1}">
                <a14:hiddenFill xmlns:a14="http://schemas.microsoft.com/office/drawing/2010/main">
                  <a:noFill/>
                </a14:hiddenFill>
              </a:ext>
            </a:extLst>
          </p:spPr>
          <p:txBody>
            <a:bodyPr wrap="none" anchor="ctr"/>
            <a:lstStyle/>
            <a:p>
              <a:endParaRPr lang="fr-FR"/>
            </a:p>
          </p:txBody>
        </p:sp>
        <p:sp>
          <p:nvSpPr>
            <p:cNvPr id="18464" name="Line 55"/>
            <p:cNvSpPr>
              <a:spLocks noChangeShapeType="1"/>
            </p:cNvSpPr>
            <p:nvPr/>
          </p:nvSpPr>
          <p:spPr bwMode="auto">
            <a:xfrm>
              <a:off x="1966" y="3253"/>
              <a:ext cx="546" cy="0"/>
            </a:xfrm>
            <a:prstGeom prst="line">
              <a:avLst/>
            </a:prstGeom>
            <a:noFill/>
            <a:ln w="6350">
              <a:solidFill>
                <a:schemeClr val="tx2"/>
              </a:solidFill>
              <a:round/>
              <a:headEnd/>
              <a:tailEnd/>
            </a:ln>
            <a:extLst>
              <a:ext uri="{909E8E84-426E-40DD-AFC4-6F175D3DCCD1}">
                <a14:hiddenFill xmlns:a14="http://schemas.microsoft.com/office/drawing/2010/main">
                  <a:noFill/>
                </a14:hiddenFill>
              </a:ext>
            </a:extLst>
          </p:spPr>
          <p:txBody>
            <a:bodyPr wrap="none" anchor="ctr"/>
            <a:lstStyle/>
            <a:p>
              <a:endParaRPr lang="fr-FR"/>
            </a:p>
          </p:txBody>
        </p:sp>
        <p:sp>
          <p:nvSpPr>
            <p:cNvPr id="18465" name="Line 56"/>
            <p:cNvSpPr>
              <a:spLocks noChangeShapeType="1"/>
            </p:cNvSpPr>
            <p:nvPr/>
          </p:nvSpPr>
          <p:spPr bwMode="auto">
            <a:xfrm flipV="1">
              <a:off x="2114" y="3005"/>
              <a:ext cx="0" cy="247"/>
            </a:xfrm>
            <a:prstGeom prst="line">
              <a:avLst/>
            </a:prstGeom>
            <a:noFill/>
            <a:ln w="6350">
              <a:solidFill>
                <a:schemeClr val="tx2"/>
              </a:solidFill>
              <a:round/>
              <a:headEnd/>
              <a:tailEnd/>
            </a:ln>
            <a:extLst>
              <a:ext uri="{909E8E84-426E-40DD-AFC4-6F175D3DCCD1}">
                <a14:hiddenFill xmlns:a14="http://schemas.microsoft.com/office/drawing/2010/main">
                  <a:noFill/>
                </a14:hiddenFill>
              </a:ext>
            </a:extLst>
          </p:spPr>
          <p:txBody>
            <a:bodyPr wrap="none" anchor="ctr"/>
            <a:lstStyle/>
            <a:p>
              <a:endParaRPr lang="fr-FR"/>
            </a:p>
          </p:txBody>
        </p:sp>
        <p:sp>
          <p:nvSpPr>
            <p:cNvPr id="18466" name="Oval 58"/>
            <p:cNvSpPr>
              <a:spLocks noChangeArrowheads="1"/>
            </p:cNvSpPr>
            <p:nvPr/>
          </p:nvSpPr>
          <p:spPr bwMode="auto">
            <a:xfrm>
              <a:off x="2145" y="3025"/>
              <a:ext cx="78" cy="79"/>
            </a:xfrm>
            <a:prstGeom prst="ellipse">
              <a:avLst/>
            </a:prstGeom>
            <a:noFill/>
            <a:ln w="12700" algn="ctr">
              <a:solidFill>
                <a:schemeClr val="accent2"/>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000" b="1">
                <a:solidFill>
                  <a:schemeClr val="bg1"/>
                </a:solidFill>
              </a:endParaRPr>
            </a:p>
          </p:txBody>
        </p:sp>
        <p:sp>
          <p:nvSpPr>
            <p:cNvPr id="18467" name="Oval 59"/>
            <p:cNvSpPr>
              <a:spLocks noChangeArrowheads="1"/>
            </p:cNvSpPr>
            <p:nvPr/>
          </p:nvSpPr>
          <p:spPr bwMode="auto">
            <a:xfrm>
              <a:off x="2146" y="3155"/>
              <a:ext cx="78" cy="79"/>
            </a:xfrm>
            <a:prstGeom prst="ellipse">
              <a:avLst/>
            </a:prstGeom>
            <a:noFill/>
            <a:ln w="12700" algn="ctr">
              <a:solidFill>
                <a:schemeClr val="accent2"/>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000" b="1">
                <a:solidFill>
                  <a:schemeClr val="bg1"/>
                </a:solidFill>
              </a:endParaRPr>
            </a:p>
          </p:txBody>
        </p:sp>
        <p:sp>
          <p:nvSpPr>
            <p:cNvPr id="18468" name="Oval 61"/>
            <p:cNvSpPr>
              <a:spLocks noChangeArrowheads="1"/>
            </p:cNvSpPr>
            <p:nvPr/>
          </p:nvSpPr>
          <p:spPr bwMode="auto">
            <a:xfrm>
              <a:off x="2266" y="3025"/>
              <a:ext cx="78" cy="79"/>
            </a:xfrm>
            <a:prstGeom prst="ellipse">
              <a:avLst/>
            </a:prstGeom>
            <a:solidFill>
              <a:schemeClr val="bg1"/>
            </a:solidFill>
            <a:ln w="12700" algn="ctr">
              <a:solidFill>
                <a:srgbClr val="FC2C1C"/>
              </a:solidFill>
              <a:round/>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000" b="1">
                <a:solidFill>
                  <a:schemeClr val="bg1"/>
                </a:solidFill>
              </a:endParaRPr>
            </a:p>
          </p:txBody>
        </p:sp>
        <p:sp>
          <p:nvSpPr>
            <p:cNvPr id="18469" name="Oval 62"/>
            <p:cNvSpPr>
              <a:spLocks noChangeArrowheads="1"/>
            </p:cNvSpPr>
            <p:nvPr/>
          </p:nvSpPr>
          <p:spPr bwMode="auto">
            <a:xfrm>
              <a:off x="2267" y="3155"/>
              <a:ext cx="78" cy="79"/>
            </a:xfrm>
            <a:prstGeom prst="ellipse">
              <a:avLst/>
            </a:prstGeom>
            <a:solidFill>
              <a:schemeClr val="bg1"/>
            </a:solidFill>
            <a:ln w="12700" algn="ctr">
              <a:solidFill>
                <a:srgbClr val="FC2C1C"/>
              </a:solidFill>
              <a:round/>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000" b="1">
                <a:solidFill>
                  <a:schemeClr val="bg1"/>
                </a:solidFill>
              </a:endParaRPr>
            </a:p>
          </p:txBody>
        </p:sp>
        <p:sp>
          <p:nvSpPr>
            <p:cNvPr id="18470" name="Oval 64"/>
            <p:cNvSpPr>
              <a:spLocks noChangeArrowheads="1"/>
            </p:cNvSpPr>
            <p:nvPr/>
          </p:nvSpPr>
          <p:spPr bwMode="auto">
            <a:xfrm>
              <a:off x="2388" y="3025"/>
              <a:ext cx="78" cy="79"/>
            </a:xfrm>
            <a:prstGeom prst="ellipse">
              <a:avLst/>
            </a:prstGeom>
            <a:solidFill>
              <a:schemeClr val="bg1"/>
            </a:solidFill>
            <a:ln w="12700" algn="ctr">
              <a:solidFill>
                <a:srgbClr val="00CC66"/>
              </a:solidFill>
              <a:round/>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000" b="1">
                <a:solidFill>
                  <a:schemeClr val="bg1"/>
                </a:solidFill>
              </a:endParaRPr>
            </a:p>
          </p:txBody>
        </p:sp>
        <p:sp>
          <p:nvSpPr>
            <p:cNvPr id="18471" name="Oval 65"/>
            <p:cNvSpPr>
              <a:spLocks noChangeArrowheads="1"/>
            </p:cNvSpPr>
            <p:nvPr/>
          </p:nvSpPr>
          <p:spPr bwMode="auto">
            <a:xfrm>
              <a:off x="2389" y="3155"/>
              <a:ext cx="78" cy="79"/>
            </a:xfrm>
            <a:prstGeom prst="ellipse">
              <a:avLst/>
            </a:prstGeom>
            <a:solidFill>
              <a:schemeClr val="bg1"/>
            </a:solidFill>
            <a:ln w="12700" algn="ctr">
              <a:solidFill>
                <a:srgbClr val="00CC66"/>
              </a:solidFill>
              <a:round/>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000" b="1">
                <a:solidFill>
                  <a:schemeClr val="bg1"/>
                </a:solidFill>
              </a:endParaRPr>
            </a:p>
          </p:txBody>
        </p:sp>
        <p:sp>
          <p:nvSpPr>
            <p:cNvPr id="18472" name="Rectangle 67"/>
            <p:cNvSpPr>
              <a:spLocks noChangeArrowheads="1"/>
            </p:cNvSpPr>
            <p:nvPr/>
          </p:nvSpPr>
          <p:spPr bwMode="auto">
            <a:xfrm>
              <a:off x="2736" y="3009"/>
              <a:ext cx="541" cy="368"/>
            </a:xfrm>
            <a:prstGeom prst="rect">
              <a:avLst/>
            </a:prstGeom>
            <a:noFill/>
            <a:ln w="6350" algn="ctr">
              <a:solidFill>
                <a:schemeClr val="tx2"/>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18473" name="Text Box 68"/>
            <p:cNvSpPr txBox="1">
              <a:spLocks noChangeArrowheads="1"/>
            </p:cNvSpPr>
            <p:nvPr/>
          </p:nvSpPr>
          <p:spPr bwMode="auto">
            <a:xfrm>
              <a:off x="2779" y="3248"/>
              <a:ext cx="449" cy="1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1000">
                  <a:solidFill>
                    <a:schemeClr val="tx1"/>
                  </a:solidFill>
                </a:rPr>
                <a:t>Flexibilité</a:t>
              </a:r>
            </a:p>
          </p:txBody>
        </p:sp>
        <p:sp>
          <p:nvSpPr>
            <p:cNvPr id="18474" name="Text Box 69"/>
            <p:cNvSpPr txBox="1">
              <a:spLocks noChangeArrowheads="1"/>
            </p:cNvSpPr>
            <p:nvPr/>
          </p:nvSpPr>
          <p:spPr bwMode="auto">
            <a:xfrm>
              <a:off x="2700" y="3147"/>
              <a:ext cx="228" cy="1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900">
                  <a:solidFill>
                    <a:schemeClr val="tx1"/>
                  </a:solidFill>
                </a:rPr>
                <a:t>N 1</a:t>
              </a:r>
            </a:p>
          </p:txBody>
        </p:sp>
        <p:sp>
          <p:nvSpPr>
            <p:cNvPr id="18475" name="Text Box 70"/>
            <p:cNvSpPr txBox="1">
              <a:spLocks noChangeArrowheads="1"/>
            </p:cNvSpPr>
            <p:nvPr/>
          </p:nvSpPr>
          <p:spPr bwMode="auto">
            <a:xfrm>
              <a:off x="2698" y="3012"/>
              <a:ext cx="228" cy="1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900">
                  <a:solidFill>
                    <a:schemeClr val="tx1"/>
                  </a:solidFill>
                </a:rPr>
                <a:t>N 2</a:t>
              </a:r>
            </a:p>
          </p:txBody>
        </p:sp>
        <p:sp>
          <p:nvSpPr>
            <p:cNvPr id="18476" name="Line 71"/>
            <p:cNvSpPr>
              <a:spLocks noChangeShapeType="1"/>
            </p:cNvSpPr>
            <p:nvPr/>
          </p:nvSpPr>
          <p:spPr bwMode="auto">
            <a:xfrm>
              <a:off x="2738" y="3133"/>
              <a:ext cx="543" cy="0"/>
            </a:xfrm>
            <a:prstGeom prst="line">
              <a:avLst/>
            </a:prstGeom>
            <a:noFill/>
            <a:ln w="6350">
              <a:solidFill>
                <a:schemeClr val="tx2"/>
              </a:solidFill>
              <a:round/>
              <a:headEnd/>
              <a:tailEnd/>
            </a:ln>
            <a:extLst>
              <a:ext uri="{909E8E84-426E-40DD-AFC4-6F175D3DCCD1}">
                <a14:hiddenFill xmlns:a14="http://schemas.microsoft.com/office/drawing/2010/main">
                  <a:noFill/>
                </a14:hiddenFill>
              </a:ext>
            </a:extLst>
          </p:spPr>
          <p:txBody>
            <a:bodyPr wrap="none" anchor="ctr"/>
            <a:lstStyle/>
            <a:p>
              <a:endParaRPr lang="fr-FR"/>
            </a:p>
          </p:txBody>
        </p:sp>
        <p:sp>
          <p:nvSpPr>
            <p:cNvPr id="18477" name="Line 72"/>
            <p:cNvSpPr>
              <a:spLocks noChangeShapeType="1"/>
            </p:cNvSpPr>
            <p:nvPr/>
          </p:nvSpPr>
          <p:spPr bwMode="auto">
            <a:xfrm>
              <a:off x="2734" y="3257"/>
              <a:ext cx="547" cy="0"/>
            </a:xfrm>
            <a:prstGeom prst="line">
              <a:avLst/>
            </a:prstGeom>
            <a:noFill/>
            <a:ln w="6350">
              <a:solidFill>
                <a:schemeClr val="tx2"/>
              </a:solidFill>
              <a:round/>
              <a:headEnd/>
              <a:tailEnd/>
            </a:ln>
            <a:extLst>
              <a:ext uri="{909E8E84-426E-40DD-AFC4-6F175D3DCCD1}">
                <a14:hiddenFill xmlns:a14="http://schemas.microsoft.com/office/drawing/2010/main">
                  <a:noFill/>
                </a14:hiddenFill>
              </a:ext>
            </a:extLst>
          </p:spPr>
          <p:txBody>
            <a:bodyPr wrap="none" anchor="ctr"/>
            <a:lstStyle/>
            <a:p>
              <a:endParaRPr lang="fr-FR"/>
            </a:p>
          </p:txBody>
        </p:sp>
        <p:sp>
          <p:nvSpPr>
            <p:cNvPr id="18478" name="Line 73"/>
            <p:cNvSpPr>
              <a:spLocks noChangeShapeType="1"/>
            </p:cNvSpPr>
            <p:nvPr/>
          </p:nvSpPr>
          <p:spPr bwMode="auto">
            <a:xfrm flipV="1">
              <a:off x="2882" y="3010"/>
              <a:ext cx="0" cy="246"/>
            </a:xfrm>
            <a:prstGeom prst="line">
              <a:avLst/>
            </a:prstGeom>
            <a:noFill/>
            <a:ln w="6350">
              <a:solidFill>
                <a:schemeClr val="tx2"/>
              </a:solidFill>
              <a:round/>
              <a:headEnd/>
              <a:tailEnd/>
            </a:ln>
            <a:extLst>
              <a:ext uri="{909E8E84-426E-40DD-AFC4-6F175D3DCCD1}">
                <a14:hiddenFill xmlns:a14="http://schemas.microsoft.com/office/drawing/2010/main">
                  <a:noFill/>
                </a14:hiddenFill>
              </a:ext>
            </a:extLst>
          </p:spPr>
          <p:txBody>
            <a:bodyPr wrap="none" anchor="ctr"/>
            <a:lstStyle/>
            <a:p>
              <a:endParaRPr lang="fr-FR"/>
            </a:p>
          </p:txBody>
        </p:sp>
        <p:sp>
          <p:nvSpPr>
            <p:cNvPr id="18479" name="Oval 75"/>
            <p:cNvSpPr>
              <a:spLocks noChangeArrowheads="1"/>
            </p:cNvSpPr>
            <p:nvPr/>
          </p:nvSpPr>
          <p:spPr bwMode="auto">
            <a:xfrm>
              <a:off x="2913" y="3030"/>
              <a:ext cx="79" cy="78"/>
            </a:xfrm>
            <a:prstGeom prst="ellipse">
              <a:avLst/>
            </a:prstGeom>
            <a:noFill/>
            <a:ln w="12700" algn="ctr">
              <a:solidFill>
                <a:schemeClr val="accent2"/>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000" b="1">
                <a:solidFill>
                  <a:schemeClr val="bg1"/>
                </a:solidFill>
              </a:endParaRPr>
            </a:p>
          </p:txBody>
        </p:sp>
        <p:sp>
          <p:nvSpPr>
            <p:cNvPr id="18480" name="Oval 76"/>
            <p:cNvSpPr>
              <a:spLocks noChangeArrowheads="1"/>
            </p:cNvSpPr>
            <p:nvPr/>
          </p:nvSpPr>
          <p:spPr bwMode="auto">
            <a:xfrm>
              <a:off x="2914" y="3160"/>
              <a:ext cx="79" cy="78"/>
            </a:xfrm>
            <a:prstGeom prst="ellipse">
              <a:avLst/>
            </a:prstGeom>
            <a:noFill/>
            <a:ln w="12700" algn="ctr">
              <a:solidFill>
                <a:schemeClr val="accent2"/>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000" b="1">
                <a:solidFill>
                  <a:schemeClr val="bg1"/>
                </a:solidFill>
              </a:endParaRPr>
            </a:p>
          </p:txBody>
        </p:sp>
        <p:sp>
          <p:nvSpPr>
            <p:cNvPr id="18481" name="Oval 78"/>
            <p:cNvSpPr>
              <a:spLocks noChangeArrowheads="1"/>
            </p:cNvSpPr>
            <p:nvPr/>
          </p:nvSpPr>
          <p:spPr bwMode="auto">
            <a:xfrm>
              <a:off x="3034" y="3030"/>
              <a:ext cx="79" cy="78"/>
            </a:xfrm>
            <a:prstGeom prst="ellipse">
              <a:avLst/>
            </a:prstGeom>
            <a:solidFill>
              <a:schemeClr val="bg1"/>
            </a:solidFill>
            <a:ln w="12700" algn="ctr">
              <a:solidFill>
                <a:srgbClr val="FC2C1C"/>
              </a:solidFill>
              <a:round/>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000" b="1">
                <a:solidFill>
                  <a:schemeClr val="bg1"/>
                </a:solidFill>
              </a:endParaRPr>
            </a:p>
          </p:txBody>
        </p:sp>
        <p:sp>
          <p:nvSpPr>
            <p:cNvPr id="18482" name="Oval 79"/>
            <p:cNvSpPr>
              <a:spLocks noChangeArrowheads="1"/>
            </p:cNvSpPr>
            <p:nvPr/>
          </p:nvSpPr>
          <p:spPr bwMode="auto">
            <a:xfrm>
              <a:off x="3035" y="3160"/>
              <a:ext cx="79" cy="78"/>
            </a:xfrm>
            <a:prstGeom prst="ellipse">
              <a:avLst/>
            </a:prstGeom>
            <a:solidFill>
              <a:schemeClr val="bg1"/>
            </a:solidFill>
            <a:ln w="12700" algn="ctr">
              <a:solidFill>
                <a:srgbClr val="FC2C1C"/>
              </a:solidFill>
              <a:round/>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000" b="1">
                <a:solidFill>
                  <a:schemeClr val="bg1"/>
                </a:solidFill>
              </a:endParaRPr>
            </a:p>
          </p:txBody>
        </p:sp>
        <p:sp>
          <p:nvSpPr>
            <p:cNvPr id="18483" name="Oval 81"/>
            <p:cNvSpPr>
              <a:spLocks noChangeArrowheads="1"/>
            </p:cNvSpPr>
            <p:nvPr/>
          </p:nvSpPr>
          <p:spPr bwMode="auto">
            <a:xfrm>
              <a:off x="3156" y="3030"/>
              <a:ext cx="79" cy="78"/>
            </a:xfrm>
            <a:prstGeom prst="ellipse">
              <a:avLst/>
            </a:prstGeom>
            <a:solidFill>
              <a:schemeClr val="bg1"/>
            </a:solidFill>
            <a:ln w="12700" algn="ctr">
              <a:solidFill>
                <a:srgbClr val="00CC66"/>
              </a:solidFill>
              <a:round/>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000" b="1">
                <a:solidFill>
                  <a:schemeClr val="bg1"/>
                </a:solidFill>
              </a:endParaRPr>
            </a:p>
          </p:txBody>
        </p:sp>
        <p:sp>
          <p:nvSpPr>
            <p:cNvPr id="18484" name="Oval 82"/>
            <p:cNvSpPr>
              <a:spLocks noChangeArrowheads="1"/>
            </p:cNvSpPr>
            <p:nvPr/>
          </p:nvSpPr>
          <p:spPr bwMode="auto">
            <a:xfrm>
              <a:off x="3157" y="3160"/>
              <a:ext cx="79" cy="78"/>
            </a:xfrm>
            <a:prstGeom prst="ellipse">
              <a:avLst/>
            </a:prstGeom>
            <a:solidFill>
              <a:schemeClr val="bg1"/>
            </a:solidFill>
            <a:ln w="12700" algn="ctr">
              <a:solidFill>
                <a:srgbClr val="00CC66"/>
              </a:solidFill>
              <a:round/>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000" b="1">
                <a:solidFill>
                  <a:schemeClr val="bg1"/>
                </a:solidFill>
              </a:endParaRPr>
            </a:p>
          </p:txBody>
        </p:sp>
        <p:sp>
          <p:nvSpPr>
            <p:cNvPr id="18485" name="Rectangle 85"/>
            <p:cNvSpPr>
              <a:spLocks noChangeArrowheads="1"/>
            </p:cNvSpPr>
            <p:nvPr/>
          </p:nvSpPr>
          <p:spPr bwMode="auto">
            <a:xfrm>
              <a:off x="3328" y="3009"/>
              <a:ext cx="540" cy="368"/>
            </a:xfrm>
            <a:prstGeom prst="rect">
              <a:avLst/>
            </a:prstGeom>
            <a:noFill/>
            <a:ln w="6350" algn="ctr">
              <a:solidFill>
                <a:schemeClr val="tx2"/>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18486" name="Text Box 86"/>
            <p:cNvSpPr txBox="1">
              <a:spLocks noChangeArrowheads="1"/>
            </p:cNvSpPr>
            <p:nvPr/>
          </p:nvSpPr>
          <p:spPr bwMode="auto">
            <a:xfrm>
              <a:off x="3401" y="3248"/>
              <a:ext cx="391" cy="1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1000">
                  <a:solidFill>
                    <a:schemeClr val="tx1"/>
                  </a:solidFill>
                </a:rPr>
                <a:t>Fiabilité</a:t>
              </a:r>
            </a:p>
          </p:txBody>
        </p:sp>
        <p:sp>
          <p:nvSpPr>
            <p:cNvPr id="18487" name="Text Box 87"/>
            <p:cNvSpPr txBox="1">
              <a:spLocks noChangeArrowheads="1"/>
            </p:cNvSpPr>
            <p:nvPr/>
          </p:nvSpPr>
          <p:spPr bwMode="auto">
            <a:xfrm>
              <a:off x="3286" y="3139"/>
              <a:ext cx="240" cy="1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1000">
                  <a:solidFill>
                    <a:schemeClr val="tx1"/>
                  </a:solidFill>
                </a:rPr>
                <a:t>N 1</a:t>
              </a:r>
            </a:p>
          </p:txBody>
        </p:sp>
        <p:sp>
          <p:nvSpPr>
            <p:cNvPr id="18488" name="Text Box 88"/>
            <p:cNvSpPr txBox="1">
              <a:spLocks noChangeArrowheads="1"/>
            </p:cNvSpPr>
            <p:nvPr/>
          </p:nvSpPr>
          <p:spPr bwMode="auto">
            <a:xfrm>
              <a:off x="3284" y="3004"/>
              <a:ext cx="240" cy="1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1000">
                  <a:solidFill>
                    <a:schemeClr val="tx1"/>
                  </a:solidFill>
                </a:rPr>
                <a:t>N 2</a:t>
              </a:r>
            </a:p>
          </p:txBody>
        </p:sp>
        <p:sp>
          <p:nvSpPr>
            <p:cNvPr id="18489" name="Line 89"/>
            <p:cNvSpPr>
              <a:spLocks noChangeShapeType="1"/>
            </p:cNvSpPr>
            <p:nvPr/>
          </p:nvSpPr>
          <p:spPr bwMode="auto">
            <a:xfrm>
              <a:off x="3330" y="3133"/>
              <a:ext cx="542" cy="0"/>
            </a:xfrm>
            <a:prstGeom prst="line">
              <a:avLst/>
            </a:prstGeom>
            <a:noFill/>
            <a:ln w="6350">
              <a:solidFill>
                <a:schemeClr val="tx2"/>
              </a:solidFill>
              <a:round/>
              <a:headEnd/>
              <a:tailEnd/>
            </a:ln>
            <a:extLst>
              <a:ext uri="{909E8E84-426E-40DD-AFC4-6F175D3DCCD1}">
                <a14:hiddenFill xmlns:a14="http://schemas.microsoft.com/office/drawing/2010/main">
                  <a:noFill/>
                </a14:hiddenFill>
              </a:ext>
            </a:extLst>
          </p:spPr>
          <p:txBody>
            <a:bodyPr wrap="none" anchor="ctr"/>
            <a:lstStyle/>
            <a:p>
              <a:endParaRPr lang="fr-FR"/>
            </a:p>
          </p:txBody>
        </p:sp>
        <p:sp>
          <p:nvSpPr>
            <p:cNvPr id="18490" name="Line 90"/>
            <p:cNvSpPr>
              <a:spLocks noChangeShapeType="1"/>
            </p:cNvSpPr>
            <p:nvPr/>
          </p:nvSpPr>
          <p:spPr bwMode="auto">
            <a:xfrm>
              <a:off x="3326" y="3257"/>
              <a:ext cx="546" cy="0"/>
            </a:xfrm>
            <a:prstGeom prst="line">
              <a:avLst/>
            </a:prstGeom>
            <a:noFill/>
            <a:ln w="6350">
              <a:solidFill>
                <a:schemeClr val="tx2"/>
              </a:solidFill>
              <a:round/>
              <a:headEnd/>
              <a:tailEnd/>
            </a:ln>
            <a:extLst>
              <a:ext uri="{909E8E84-426E-40DD-AFC4-6F175D3DCCD1}">
                <a14:hiddenFill xmlns:a14="http://schemas.microsoft.com/office/drawing/2010/main">
                  <a:noFill/>
                </a14:hiddenFill>
              </a:ext>
            </a:extLst>
          </p:spPr>
          <p:txBody>
            <a:bodyPr wrap="none" anchor="ctr"/>
            <a:lstStyle/>
            <a:p>
              <a:endParaRPr lang="fr-FR"/>
            </a:p>
          </p:txBody>
        </p:sp>
        <p:sp>
          <p:nvSpPr>
            <p:cNvPr id="18491" name="Line 91"/>
            <p:cNvSpPr>
              <a:spLocks noChangeShapeType="1"/>
            </p:cNvSpPr>
            <p:nvPr/>
          </p:nvSpPr>
          <p:spPr bwMode="auto">
            <a:xfrm flipV="1">
              <a:off x="3474" y="3010"/>
              <a:ext cx="0" cy="246"/>
            </a:xfrm>
            <a:prstGeom prst="line">
              <a:avLst/>
            </a:prstGeom>
            <a:noFill/>
            <a:ln w="6350">
              <a:solidFill>
                <a:schemeClr val="tx2"/>
              </a:solidFill>
              <a:round/>
              <a:headEnd/>
              <a:tailEnd/>
            </a:ln>
            <a:extLst>
              <a:ext uri="{909E8E84-426E-40DD-AFC4-6F175D3DCCD1}">
                <a14:hiddenFill xmlns:a14="http://schemas.microsoft.com/office/drawing/2010/main">
                  <a:noFill/>
                </a14:hiddenFill>
              </a:ext>
            </a:extLst>
          </p:spPr>
          <p:txBody>
            <a:bodyPr wrap="none" anchor="ctr"/>
            <a:lstStyle/>
            <a:p>
              <a:endParaRPr lang="fr-FR"/>
            </a:p>
          </p:txBody>
        </p:sp>
        <p:sp>
          <p:nvSpPr>
            <p:cNvPr id="18492" name="Oval 93"/>
            <p:cNvSpPr>
              <a:spLocks noChangeArrowheads="1"/>
            </p:cNvSpPr>
            <p:nvPr/>
          </p:nvSpPr>
          <p:spPr bwMode="auto">
            <a:xfrm>
              <a:off x="3505" y="3030"/>
              <a:ext cx="78" cy="78"/>
            </a:xfrm>
            <a:prstGeom prst="ellipse">
              <a:avLst/>
            </a:prstGeom>
            <a:noFill/>
            <a:ln w="12700" algn="ctr">
              <a:solidFill>
                <a:schemeClr val="accent2"/>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000" b="1">
                <a:solidFill>
                  <a:schemeClr val="bg1"/>
                </a:solidFill>
              </a:endParaRPr>
            </a:p>
          </p:txBody>
        </p:sp>
        <p:sp>
          <p:nvSpPr>
            <p:cNvPr id="18493" name="Oval 94"/>
            <p:cNvSpPr>
              <a:spLocks noChangeArrowheads="1"/>
            </p:cNvSpPr>
            <p:nvPr/>
          </p:nvSpPr>
          <p:spPr bwMode="auto">
            <a:xfrm>
              <a:off x="3506" y="3160"/>
              <a:ext cx="78" cy="78"/>
            </a:xfrm>
            <a:prstGeom prst="ellipse">
              <a:avLst/>
            </a:prstGeom>
            <a:noFill/>
            <a:ln w="12700" algn="ctr">
              <a:solidFill>
                <a:schemeClr val="accent2"/>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000" b="1">
                <a:solidFill>
                  <a:schemeClr val="bg1"/>
                </a:solidFill>
              </a:endParaRPr>
            </a:p>
          </p:txBody>
        </p:sp>
        <p:sp>
          <p:nvSpPr>
            <p:cNvPr id="18494" name="Oval 96"/>
            <p:cNvSpPr>
              <a:spLocks noChangeArrowheads="1"/>
            </p:cNvSpPr>
            <p:nvPr/>
          </p:nvSpPr>
          <p:spPr bwMode="auto">
            <a:xfrm>
              <a:off x="3626" y="3030"/>
              <a:ext cx="78" cy="78"/>
            </a:xfrm>
            <a:prstGeom prst="ellipse">
              <a:avLst/>
            </a:prstGeom>
            <a:solidFill>
              <a:schemeClr val="bg1"/>
            </a:solidFill>
            <a:ln w="12700" algn="ctr">
              <a:solidFill>
                <a:srgbClr val="FC2C1C"/>
              </a:solidFill>
              <a:round/>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000" b="1">
                <a:solidFill>
                  <a:schemeClr val="bg1"/>
                </a:solidFill>
              </a:endParaRPr>
            </a:p>
          </p:txBody>
        </p:sp>
        <p:sp>
          <p:nvSpPr>
            <p:cNvPr id="18495" name="Oval 97"/>
            <p:cNvSpPr>
              <a:spLocks noChangeArrowheads="1"/>
            </p:cNvSpPr>
            <p:nvPr/>
          </p:nvSpPr>
          <p:spPr bwMode="auto">
            <a:xfrm>
              <a:off x="3627" y="3160"/>
              <a:ext cx="78" cy="78"/>
            </a:xfrm>
            <a:prstGeom prst="ellipse">
              <a:avLst/>
            </a:prstGeom>
            <a:solidFill>
              <a:schemeClr val="bg1"/>
            </a:solidFill>
            <a:ln w="12700" algn="ctr">
              <a:solidFill>
                <a:srgbClr val="FC2C1C"/>
              </a:solidFill>
              <a:round/>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000" b="1">
                <a:solidFill>
                  <a:schemeClr val="bg1"/>
                </a:solidFill>
              </a:endParaRPr>
            </a:p>
          </p:txBody>
        </p:sp>
        <p:sp>
          <p:nvSpPr>
            <p:cNvPr id="18496" name="Oval 99"/>
            <p:cNvSpPr>
              <a:spLocks noChangeArrowheads="1"/>
            </p:cNvSpPr>
            <p:nvPr/>
          </p:nvSpPr>
          <p:spPr bwMode="auto">
            <a:xfrm>
              <a:off x="3748" y="3030"/>
              <a:ext cx="78" cy="78"/>
            </a:xfrm>
            <a:prstGeom prst="ellipse">
              <a:avLst/>
            </a:prstGeom>
            <a:solidFill>
              <a:schemeClr val="bg1"/>
            </a:solidFill>
            <a:ln w="12700" algn="ctr">
              <a:solidFill>
                <a:srgbClr val="00CC66"/>
              </a:solidFill>
              <a:round/>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000" b="1">
                <a:solidFill>
                  <a:schemeClr val="bg1"/>
                </a:solidFill>
              </a:endParaRPr>
            </a:p>
          </p:txBody>
        </p:sp>
        <p:sp>
          <p:nvSpPr>
            <p:cNvPr id="18497" name="Oval 100"/>
            <p:cNvSpPr>
              <a:spLocks noChangeArrowheads="1"/>
            </p:cNvSpPr>
            <p:nvPr/>
          </p:nvSpPr>
          <p:spPr bwMode="auto">
            <a:xfrm>
              <a:off x="3749" y="3160"/>
              <a:ext cx="78" cy="78"/>
            </a:xfrm>
            <a:prstGeom prst="ellipse">
              <a:avLst/>
            </a:prstGeom>
            <a:solidFill>
              <a:schemeClr val="bg1"/>
            </a:solidFill>
            <a:ln w="12700" algn="ctr">
              <a:solidFill>
                <a:srgbClr val="00CC66"/>
              </a:solidFill>
              <a:round/>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000" b="1">
                <a:solidFill>
                  <a:schemeClr val="bg1"/>
                </a:solidFill>
              </a:endParaRPr>
            </a:p>
          </p:txBody>
        </p:sp>
        <p:sp>
          <p:nvSpPr>
            <p:cNvPr id="18498" name="Rectangle 102"/>
            <p:cNvSpPr>
              <a:spLocks noChangeArrowheads="1"/>
            </p:cNvSpPr>
            <p:nvPr/>
          </p:nvSpPr>
          <p:spPr bwMode="auto">
            <a:xfrm>
              <a:off x="2733" y="3534"/>
              <a:ext cx="540" cy="369"/>
            </a:xfrm>
            <a:prstGeom prst="rect">
              <a:avLst/>
            </a:prstGeom>
            <a:noFill/>
            <a:ln w="6350" algn="ctr">
              <a:solidFill>
                <a:schemeClr val="tx2"/>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18499" name="Text Box 103"/>
            <p:cNvSpPr txBox="1">
              <a:spLocks noChangeArrowheads="1"/>
            </p:cNvSpPr>
            <p:nvPr/>
          </p:nvSpPr>
          <p:spPr bwMode="auto">
            <a:xfrm>
              <a:off x="2775" y="3778"/>
              <a:ext cx="449" cy="1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1000">
                  <a:solidFill>
                    <a:schemeClr val="tx1"/>
                  </a:solidFill>
                </a:rPr>
                <a:t>Flexibilité</a:t>
              </a:r>
            </a:p>
          </p:txBody>
        </p:sp>
        <p:sp>
          <p:nvSpPr>
            <p:cNvPr id="18500" name="Text Box 104"/>
            <p:cNvSpPr txBox="1">
              <a:spLocks noChangeArrowheads="1"/>
            </p:cNvSpPr>
            <p:nvPr/>
          </p:nvSpPr>
          <p:spPr bwMode="auto">
            <a:xfrm>
              <a:off x="2697" y="3672"/>
              <a:ext cx="228" cy="1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900">
                  <a:solidFill>
                    <a:schemeClr val="tx1"/>
                  </a:solidFill>
                </a:rPr>
                <a:t>N 1</a:t>
              </a:r>
            </a:p>
          </p:txBody>
        </p:sp>
        <p:sp>
          <p:nvSpPr>
            <p:cNvPr id="18501" name="Text Box 105"/>
            <p:cNvSpPr txBox="1">
              <a:spLocks noChangeArrowheads="1"/>
            </p:cNvSpPr>
            <p:nvPr/>
          </p:nvSpPr>
          <p:spPr bwMode="auto">
            <a:xfrm>
              <a:off x="2695" y="3537"/>
              <a:ext cx="228" cy="1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900">
                  <a:solidFill>
                    <a:schemeClr val="tx1"/>
                  </a:solidFill>
                </a:rPr>
                <a:t>N 2</a:t>
              </a:r>
            </a:p>
          </p:txBody>
        </p:sp>
        <p:sp>
          <p:nvSpPr>
            <p:cNvPr id="18502" name="Line 106"/>
            <p:cNvSpPr>
              <a:spLocks noChangeShapeType="1"/>
            </p:cNvSpPr>
            <p:nvPr/>
          </p:nvSpPr>
          <p:spPr bwMode="auto">
            <a:xfrm>
              <a:off x="2735" y="3658"/>
              <a:ext cx="542" cy="0"/>
            </a:xfrm>
            <a:prstGeom prst="line">
              <a:avLst/>
            </a:prstGeom>
            <a:noFill/>
            <a:ln w="6350">
              <a:solidFill>
                <a:schemeClr val="tx2"/>
              </a:solidFill>
              <a:round/>
              <a:headEnd/>
              <a:tailEnd/>
            </a:ln>
            <a:extLst>
              <a:ext uri="{909E8E84-426E-40DD-AFC4-6F175D3DCCD1}">
                <a14:hiddenFill xmlns:a14="http://schemas.microsoft.com/office/drawing/2010/main">
                  <a:noFill/>
                </a14:hiddenFill>
              </a:ext>
            </a:extLst>
          </p:spPr>
          <p:txBody>
            <a:bodyPr wrap="none" anchor="ctr"/>
            <a:lstStyle/>
            <a:p>
              <a:endParaRPr lang="fr-FR"/>
            </a:p>
          </p:txBody>
        </p:sp>
        <p:sp>
          <p:nvSpPr>
            <p:cNvPr id="18503" name="Line 107"/>
            <p:cNvSpPr>
              <a:spLocks noChangeShapeType="1"/>
            </p:cNvSpPr>
            <p:nvPr/>
          </p:nvSpPr>
          <p:spPr bwMode="auto">
            <a:xfrm>
              <a:off x="2731" y="3783"/>
              <a:ext cx="546" cy="0"/>
            </a:xfrm>
            <a:prstGeom prst="line">
              <a:avLst/>
            </a:prstGeom>
            <a:noFill/>
            <a:ln w="6350">
              <a:solidFill>
                <a:schemeClr val="tx2"/>
              </a:solidFill>
              <a:round/>
              <a:headEnd/>
              <a:tailEnd/>
            </a:ln>
            <a:extLst>
              <a:ext uri="{909E8E84-426E-40DD-AFC4-6F175D3DCCD1}">
                <a14:hiddenFill xmlns:a14="http://schemas.microsoft.com/office/drawing/2010/main">
                  <a:noFill/>
                </a14:hiddenFill>
              </a:ext>
            </a:extLst>
          </p:spPr>
          <p:txBody>
            <a:bodyPr wrap="none" anchor="ctr"/>
            <a:lstStyle/>
            <a:p>
              <a:endParaRPr lang="fr-FR"/>
            </a:p>
          </p:txBody>
        </p:sp>
        <p:sp>
          <p:nvSpPr>
            <p:cNvPr id="18504" name="Line 108"/>
            <p:cNvSpPr>
              <a:spLocks noChangeShapeType="1"/>
            </p:cNvSpPr>
            <p:nvPr/>
          </p:nvSpPr>
          <p:spPr bwMode="auto">
            <a:xfrm flipV="1">
              <a:off x="2879" y="3535"/>
              <a:ext cx="0" cy="247"/>
            </a:xfrm>
            <a:prstGeom prst="line">
              <a:avLst/>
            </a:prstGeom>
            <a:noFill/>
            <a:ln w="6350">
              <a:solidFill>
                <a:schemeClr val="tx2"/>
              </a:solidFill>
              <a:round/>
              <a:headEnd/>
              <a:tailEnd/>
            </a:ln>
            <a:extLst>
              <a:ext uri="{909E8E84-426E-40DD-AFC4-6F175D3DCCD1}">
                <a14:hiddenFill xmlns:a14="http://schemas.microsoft.com/office/drawing/2010/main">
                  <a:noFill/>
                </a14:hiddenFill>
              </a:ext>
            </a:extLst>
          </p:spPr>
          <p:txBody>
            <a:bodyPr wrap="none" anchor="ctr"/>
            <a:lstStyle/>
            <a:p>
              <a:endParaRPr lang="fr-FR"/>
            </a:p>
          </p:txBody>
        </p:sp>
        <p:sp>
          <p:nvSpPr>
            <p:cNvPr id="18505" name="Oval 110"/>
            <p:cNvSpPr>
              <a:spLocks noChangeArrowheads="1"/>
            </p:cNvSpPr>
            <p:nvPr/>
          </p:nvSpPr>
          <p:spPr bwMode="auto">
            <a:xfrm>
              <a:off x="2910" y="3555"/>
              <a:ext cx="78" cy="79"/>
            </a:xfrm>
            <a:prstGeom prst="ellipse">
              <a:avLst/>
            </a:prstGeom>
            <a:noFill/>
            <a:ln w="12700" algn="ctr">
              <a:solidFill>
                <a:schemeClr val="accent2"/>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000" b="1">
                <a:solidFill>
                  <a:schemeClr val="bg1"/>
                </a:solidFill>
              </a:endParaRPr>
            </a:p>
          </p:txBody>
        </p:sp>
        <p:sp>
          <p:nvSpPr>
            <p:cNvPr id="18506" name="Oval 111"/>
            <p:cNvSpPr>
              <a:spLocks noChangeArrowheads="1"/>
            </p:cNvSpPr>
            <p:nvPr/>
          </p:nvSpPr>
          <p:spPr bwMode="auto">
            <a:xfrm>
              <a:off x="2911" y="3685"/>
              <a:ext cx="78" cy="79"/>
            </a:xfrm>
            <a:prstGeom prst="ellipse">
              <a:avLst/>
            </a:prstGeom>
            <a:noFill/>
            <a:ln w="12700" algn="ctr">
              <a:solidFill>
                <a:schemeClr val="accent2"/>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000" b="1">
                <a:solidFill>
                  <a:schemeClr val="bg1"/>
                </a:solidFill>
              </a:endParaRPr>
            </a:p>
          </p:txBody>
        </p:sp>
        <p:sp>
          <p:nvSpPr>
            <p:cNvPr id="18507" name="Oval 113"/>
            <p:cNvSpPr>
              <a:spLocks noChangeArrowheads="1"/>
            </p:cNvSpPr>
            <p:nvPr/>
          </p:nvSpPr>
          <p:spPr bwMode="auto">
            <a:xfrm>
              <a:off x="3031" y="3555"/>
              <a:ext cx="78" cy="79"/>
            </a:xfrm>
            <a:prstGeom prst="ellipse">
              <a:avLst/>
            </a:prstGeom>
            <a:solidFill>
              <a:schemeClr val="bg1"/>
            </a:solidFill>
            <a:ln w="12700" algn="ctr">
              <a:solidFill>
                <a:srgbClr val="FC2C1C"/>
              </a:solidFill>
              <a:round/>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000" b="1">
                <a:solidFill>
                  <a:schemeClr val="bg1"/>
                </a:solidFill>
              </a:endParaRPr>
            </a:p>
          </p:txBody>
        </p:sp>
        <p:sp>
          <p:nvSpPr>
            <p:cNvPr id="18508" name="Oval 114"/>
            <p:cNvSpPr>
              <a:spLocks noChangeArrowheads="1"/>
            </p:cNvSpPr>
            <p:nvPr/>
          </p:nvSpPr>
          <p:spPr bwMode="auto">
            <a:xfrm>
              <a:off x="3032" y="3685"/>
              <a:ext cx="78" cy="79"/>
            </a:xfrm>
            <a:prstGeom prst="ellipse">
              <a:avLst/>
            </a:prstGeom>
            <a:solidFill>
              <a:schemeClr val="bg1"/>
            </a:solidFill>
            <a:ln w="12700" algn="ctr">
              <a:solidFill>
                <a:srgbClr val="FC2C1C"/>
              </a:solidFill>
              <a:round/>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000" b="1">
                <a:solidFill>
                  <a:schemeClr val="bg1"/>
                </a:solidFill>
              </a:endParaRPr>
            </a:p>
          </p:txBody>
        </p:sp>
        <p:sp>
          <p:nvSpPr>
            <p:cNvPr id="18509" name="Oval 116"/>
            <p:cNvSpPr>
              <a:spLocks noChangeArrowheads="1"/>
            </p:cNvSpPr>
            <p:nvPr/>
          </p:nvSpPr>
          <p:spPr bwMode="auto">
            <a:xfrm>
              <a:off x="3153" y="3555"/>
              <a:ext cx="78" cy="79"/>
            </a:xfrm>
            <a:prstGeom prst="ellipse">
              <a:avLst/>
            </a:prstGeom>
            <a:solidFill>
              <a:schemeClr val="bg1"/>
            </a:solidFill>
            <a:ln w="12700" algn="ctr">
              <a:solidFill>
                <a:srgbClr val="00CC66"/>
              </a:solidFill>
              <a:round/>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000" b="1">
                <a:solidFill>
                  <a:schemeClr val="bg1"/>
                </a:solidFill>
              </a:endParaRPr>
            </a:p>
          </p:txBody>
        </p:sp>
        <p:sp>
          <p:nvSpPr>
            <p:cNvPr id="18510" name="Oval 117"/>
            <p:cNvSpPr>
              <a:spLocks noChangeArrowheads="1"/>
            </p:cNvSpPr>
            <p:nvPr/>
          </p:nvSpPr>
          <p:spPr bwMode="auto">
            <a:xfrm>
              <a:off x="3154" y="3685"/>
              <a:ext cx="78" cy="79"/>
            </a:xfrm>
            <a:prstGeom prst="ellipse">
              <a:avLst/>
            </a:prstGeom>
            <a:solidFill>
              <a:schemeClr val="bg1"/>
            </a:solidFill>
            <a:ln w="12700" algn="ctr">
              <a:solidFill>
                <a:srgbClr val="00CC66"/>
              </a:solidFill>
              <a:round/>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000" b="1">
                <a:solidFill>
                  <a:schemeClr val="bg1"/>
                </a:solidFill>
              </a:endParaRPr>
            </a:p>
          </p:txBody>
        </p:sp>
        <p:sp>
          <p:nvSpPr>
            <p:cNvPr id="18511" name="Rectangle 120"/>
            <p:cNvSpPr>
              <a:spLocks noChangeArrowheads="1"/>
            </p:cNvSpPr>
            <p:nvPr/>
          </p:nvSpPr>
          <p:spPr bwMode="auto">
            <a:xfrm>
              <a:off x="3325" y="3534"/>
              <a:ext cx="540" cy="369"/>
            </a:xfrm>
            <a:prstGeom prst="rect">
              <a:avLst/>
            </a:prstGeom>
            <a:noFill/>
            <a:ln w="6350" algn="ctr">
              <a:solidFill>
                <a:schemeClr val="tx2"/>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18512" name="Text Box 121"/>
            <p:cNvSpPr txBox="1">
              <a:spLocks noChangeArrowheads="1"/>
            </p:cNvSpPr>
            <p:nvPr/>
          </p:nvSpPr>
          <p:spPr bwMode="auto">
            <a:xfrm>
              <a:off x="3398" y="3778"/>
              <a:ext cx="391" cy="1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1000">
                  <a:solidFill>
                    <a:schemeClr val="tx1"/>
                  </a:solidFill>
                </a:rPr>
                <a:t>Fiabilité</a:t>
              </a:r>
            </a:p>
          </p:txBody>
        </p:sp>
        <p:sp>
          <p:nvSpPr>
            <p:cNvPr id="18513" name="Text Box 122"/>
            <p:cNvSpPr txBox="1">
              <a:spLocks noChangeArrowheads="1"/>
            </p:cNvSpPr>
            <p:nvPr/>
          </p:nvSpPr>
          <p:spPr bwMode="auto">
            <a:xfrm>
              <a:off x="3283" y="3664"/>
              <a:ext cx="240" cy="1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1000">
                  <a:solidFill>
                    <a:schemeClr val="tx1"/>
                  </a:solidFill>
                </a:rPr>
                <a:t>N 1</a:t>
              </a:r>
            </a:p>
          </p:txBody>
        </p:sp>
        <p:sp>
          <p:nvSpPr>
            <p:cNvPr id="18514" name="Text Box 123"/>
            <p:cNvSpPr txBox="1">
              <a:spLocks noChangeArrowheads="1"/>
            </p:cNvSpPr>
            <p:nvPr/>
          </p:nvSpPr>
          <p:spPr bwMode="auto">
            <a:xfrm>
              <a:off x="3281" y="3529"/>
              <a:ext cx="240" cy="1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1000">
                  <a:solidFill>
                    <a:schemeClr val="tx1"/>
                  </a:solidFill>
                </a:rPr>
                <a:t>N 2</a:t>
              </a:r>
            </a:p>
          </p:txBody>
        </p:sp>
        <p:sp>
          <p:nvSpPr>
            <p:cNvPr id="18515" name="Line 124"/>
            <p:cNvSpPr>
              <a:spLocks noChangeShapeType="1"/>
            </p:cNvSpPr>
            <p:nvPr/>
          </p:nvSpPr>
          <p:spPr bwMode="auto">
            <a:xfrm>
              <a:off x="3327" y="3658"/>
              <a:ext cx="542" cy="0"/>
            </a:xfrm>
            <a:prstGeom prst="line">
              <a:avLst/>
            </a:prstGeom>
            <a:noFill/>
            <a:ln w="6350">
              <a:solidFill>
                <a:schemeClr val="tx2"/>
              </a:solidFill>
              <a:round/>
              <a:headEnd/>
              <a:tailEnd/>
            </a:ln>
            <a:extLst>
              <a:ext uri="{909E8E84-426E-40DD-AFC4-6F175D3DCCD1}">
                <a14:hiddenFill xmlns:a14="http://schemas.microsoft.com/office/drawing/2010/main">
                  <a:noFill/>
                </a14:hiddenFill>
              </a:ext>
            </a:extLst>
          </p:spPr>
          <p:txBody>
            <a:bodyPr wrap="none" anchor="ctr"/>
            <a:lstStyle/>
            <a:p>
              <a:endParaRPr lang="fr-FR"/>
            </a:p>
          </p:txBody>
        </p:sp>
        <p:sp>
          <p:nvSpPr>
            <p:cNvPr id="18516" name="Line 125"/>
            <p:cNvSpPr>
              <a:spLocks noChangeShapeType="1"/>
            </p:cNvSpPr>
            <p:nvPr/>
          </p:nvSpPr>
          <p:spPr bwMode="auto">
            <a:xfrm>
              <a:off x="3323" y="3783"/>
              <a:ext cx="546" cy="0"/>
            </a:xfrm>
            <a:prstGeom prst="line">
              <a:avLst/>
            </a:prstGeom>
            <a:noFill/>
            <a:ln w="6350">
              <a:solidFill>
                <a:schemeClr val="tx2"/>
              </a:solidFill>
              <a:round/>
              <a:headEnd/>
              <a:tailEnd/>
            </a:ln>
            <a:extLst>
              <a:ext uri="{909E8E84-426E-40DD-AFC4-6F175D3DCCD1}">
                <a14:hiddenFill xmlns:a14="http://schemas.microsoft.com/office/drawing/2010/main">
                  <a:noFill/>
                </a14:hiddenFill>
              </a:ext>
            </a:extLst>
          </p:spPr>
          <p:txBody>
            <a:bodyPr wrap="none" anchor="ctr"/>
            <a:lstStyle/>
            <a:p>
              <a:endParaRPr lang="fr-FR"/>
            </a:p>
          </p:txBody>
        </p:sp>
        <p:sp>
          <p:nvSpPr>
            <p:cNvPr id="18517" name="Line 126"/>
            <p:cNvSpPr>
              <a:spLocks noChangeShapeType="1"/>
            </p:cNvSpPr>
            <p:nvPr/>
          </p:nvSpPr>
          <p:spPr bwMode="auto">
            <a:xfrm flipV="1">
              <a:off x="3471" y="3535"/>
              <a:ext cx="0" cy="247"/>
            </a:xfrm>
            <a:prstGeom prst="line">
              <a:avLst/>
            </a:prstGeom>
            <a:noFill/>
            <a:ln w="6350">
              <a:solidFill>
                <a:schemeClr val="tx2"/>
              </a:solidFill>
              <a:round/>
              <a:headEnd/>
              <a:tailEnd/>
            </a:ln>
            <a:extLst>
              <a:ext uri="{909E8E84-426E-40DD-AFC4-6F175D3DCCD1}">
                <a14:hiddenFill xmlns:a14="http://schemas.microsoft.com/office/drawing/2010/main">
                  <a:noFill/>
                </a14:hiddenFill>
              </a:ext>
            </a:extLst>
          </p:spPr>
          <p:txBody>
            <a:bodyPr wrap="none" anchor="ctr"/>
            <a:lstStyle/>
            <a:p>
              <a:endParaRPr lang="fr-FR"/>
            </a:p>
          </p:txBody>
        </p:sp>
        <p:sp>
          <p:nvSpPr>
            <p:cNvPr id="18518" name="Oval 128"/>
            <p:cNvSpPr>
              <a:spLocks noChangeArrowheads="1"/>
            </p:cNvSpPr>
            <p:nvPr/>
          </p:nvSpPr>
          <p:spPr bwMode="auto">
            <a:xfrm>
              <a:off x="3502" y="3555"/>
              <a:ext cx="78" cy="79"/>
            </a:xfrm>
            <a:prstGeom prst="ellipse">
              <a:avLst/>
            </a:prstGeom>
            <a:noFill/>
            <a:ln w="12700" algn="ctr">
              <a:solidFill>
                <a:schemeClr val="accent2"/>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000" b="1">
                <a:solidFill>
                  <a:schemeClr val="bg1"/>
                </a:solidFill>
              </a:endParaRPr>
            </a:p>
          </p:txBody>
        </p:sp>
        <p:sp>
          <p:nvSpPr>
            <p:cNvPr id="18519" name="Oval 129"/>
            <p:cNvSpPr>
              <a:spLocks noChangeArrowheads="1"/>
            </p:cNvSpPr>
            <p:nvPr/>
          </p:nvSpPr>
          <p:spPr bwMode="auto">
            <a:xfrm>
              <a:off x="3503" y="3685"/>
              <a:ext cx="78" cy="79"/>
            </a:xfrm>
            <a:prstGeom prst="ellipse">
              <a:avLst/>
            </a:prstGeom>
            <a:noFill/>
            <a:ln w="12700" algn="ctr">
              <a:solidFill>
                <a:schemeClr val="accent2"/>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000" b="1">
                <a:solidFill>
                  <a:schemeClr val="bg1"/>
                </a:solidFill>
              </a:endParaRPr>
            </a:p>
          </p:txBody>
        </p:sp>
        <p:sp>
          <p:nvSpPr>
            <p:cNvPr id="18520" name="Oval 131"/>
            <p:cNvSpPr>
              <a:spLocks noChangeArrowheads="1"/>
            </p:cNvSpPr>
            <p:nvPr/>
          </p:nvSpPr>
          <p:spPr bwMode="auto">
            <a:xfrm>
              <a:off x="3623" y="3555"/>
              <a:ext cx="78" cy="79"/>
            </a:xfrm>
            <a:prstGeom prst="ellipse">
              <a:avLst/>
            </a:prstGeom>
            <a:solidFill>
              <a:schemeClr val="bg1"/>
            </a:solidFill>
            <a:ln w="12700" algn="ctr">
              <a:solidFill>
                <a:srgbClr val="FC2C1C"/>
              </a:solidFill>
              <a:round/>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000" b="1">
                <a:solidFill>
                  <a:schemeClr val="bg1"/>
                </a:solidFill>
              </a:endParaRPr>
            </a:p>
          </p:txBody>
        </p:sp>
        <p:sp>
          <p:nvSpPr>
            <p:cNvPr id="18521" name="Oval 132"/>
            <p:cNvSpPr>
              <a:spLocks noChangeArrowheads="1"/>
            </p:cNvSpPr>
            <p:nvPr/>
          </p:nvSpPr>
          <p:spPr bwMode="auto">
            <a:xfrm>
              <a:off x="3624" y="3685"/>
              <a:ext cx="78" cy="79"/>
            </a:xfrm>
            <a:prstGeom prst="ellipse">
              <a:avLst/>
            </a:prstGeom>
            <a:solidFill>
              <a:schemeClr val="bg1"/>
            </a:solidFill>
            <a:ln w="12700" algn="ctr">
              <a:solidFill>
                <a:srgbClr val="FC2C1C"/>
              </a:solidFill>
              <a:round/>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000" b="1">
                <a:solidFill>
                  <a:schemeClr val="bg1"/>
                </a:solidFill>
              </a:endParaRPr>
            </a:p>
          </p:txBody>
        </p:sp>
        <p:sp>
          <p:nvSpPr>
            <p:cNvPr id="18522" name="Oval 134"/>
            <p:cNvSpPr>
              <a:spLocks noChangeArrowheads="1"/>
            </p:cNvSpPr>
            <p:nvPr/>
          </p:nvSpPr>
          <p:spPr bwMode="auto">
            <a:xfrm>
              <a:off x="3745" y="3555"/>
              <a:ext cx="78" cy="79"/>
            </a:xfrm>
            <a:prstGeom prst="ellipse">
              <a:avLst/>
            </a:prstGeom>
            <a:solidFill>
              <a:schemeClr val="bg1"/>
            </a:solidFill>
            <a:ln w="12700" algn="ctr">
              <a:solidFill>
                <a:srgbClr val="00CC66"/>
              </a:solidFill>
              <a:round/>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000" b="1">
                <a:solidFill>
                  <a:schemeClr val="bg1"/>
                </a:solidFill>
              </a:endParaRPr>
            </a:p>
          </p:txBody>
        </p:sp>
        <p:sp>
          <p:nvSpPr>
            <p:cNvPr id="18523" name="Oval 135"/>
            <p:cNvSpPr>
              <a:spLocks noChangeArrowheads="1"/>
            </p:cNvSpPr>
            <p:nvPr/>
          </p:nvSpPr>
          <p:spPr bwMode="auto">
            <a:xfrm>
              <a:off x="3746" y="3685"/>
              <a:ext cx="78" cy="79"/>
            </a:xfrm>
            <a:prstGeom prst="ellipse">
              <a:avLst/>
            </a:prstGeom>
            <a:solidFill>
              <a:schemeClr val="bg1"/>
            </a:solidFill>
            <a:ln w="12700" algn="ctr">
              <a:solidFill>
                <a:srgbClr val="00CC66"/>
              </a:solidFill>
              <a:round/>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000" b="1">
                <a:solidFill>
                  <a:schemeClr val="bg1"/>
                </a:solidFill>
              </a:endParaRPr>
            </a:p>
          </p:txBody>
        </p:sp>
        <p:sp>
          <p:nvSpPr>
            <p:cNvPr id="18524" name="Rectangle 138"/>
            <p:cNvSpPr>
              <a:spLocks noChangeArrowheads="1"/>
            </p:cNvSpPr>
            <p:nvPr/>
          </p:nvSpPr>
          <p:spPr bwMode="auto">
            <a:xfrm>
              <a:off x="1986" y="3541"/>
              <a:ext cx="541" cy="369"/>
            </a:xfrm>
            <a:prstGeom prst="rect">
              <a:avLst/>
            </a:prstGeom>
            <a:noFill/>
            <a:ln w="6350" algn="ctr">
              <a:solidFill>
                <a:schemeClr val="tx2"/>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18525" name="Text Box 139"/>
            <p:cNvSpPr txBox="1">
              <a:spLocks noChangeArrowheads="1"/>
            </p:cNvSpPr>
            <p:nvPr/>
          </p:nvSpPr>
          <p:spPr bwMode="auto">
            <a:xfrm>
              <a:off x="2059" y="3785"/>
              <a:ext cx="391" cy="1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1000">
                  <a:solidFill>
                    <a:schemeClr val="tx1"/>
                  </a:solidFill>
                </a:rPr>
                <a:t>Fiabilité</a:t>
              </a:r>
            </a:p>
          </p:txBody>
        </p:sp>
        <p:sp>
          <p:nvSpPr>
            <p:cNvPr id="18526" name="Text Box 140"/>
            <p:cNvSpPr txBox="1">
              <a:spLocks noChangeArrowheads="1"/>
            </p:cNvSpPr>
            <p:nvPr/>
          </p:nvSpPr>
          <p:spPr bwMode="auto">
            <a:xfrm>
              <a:off x="1944" y="3671"/>
              <a:ext cx="240" cy="1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1000">
                  <a:solidFill>
                    <a:schemeClr val="tx1"/>
                  </a:solidFill>
                </a:rPr>
                <a:t>N 1</a:t>
              </a:r>
            </a:p>
          </p:txBody>
        </p:sp>
        <p:sp>
          <p:nvSpPr>
            <p:cNvPr id="18527" name="Text Box 141"/>
            <p:cNvSpPr txBox="1">
              <a:spLocks noChangeArrowheads="1"/>
            </p:cNvSpPr>
            <p:nvPr/>
          </p:nvSpPr>
          <p:spPr bwMode="auto">
            <a:xfrm>
              <a:off x="1942" y="3536"/>
              <a:ext cx="240" cy="1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1000">
                  <a:solidFill>
                    <a:schemeClr val="tx1"/>
                  </a:solidFill>
                </a:rPr>
                <a:t>N 2</a:t>
              </a:r>
            </a:p>
          </p:txBody>
        </p:sp>
        <p:sp>
          <p:nvSpPr>
            <p:cNvPr id="18528" name="Line 142"/>
            <p:cNvSpPr>
              <a:spLocks noChangeShapeType="1"/>
            </p:cNvSpPr>
            <p:nvPr/>
          </p:nvSpPr>
          <p:spPr bwMode="auto">
            <a:xfrm>
              <a:off x="1988" y="3665"/>
              <a:ext cx="543" cy="0"/>
            </a:xfrm>
            <a:prstGeom prst="line">
              <a:avLst/>
            </a:prstGeom>
            <a:noFill/>
            <a:ln w="6350">
              <a:solidFill>
                <a:schemeClr val="tx2"/>
              </a:solidFill>
              <a:round/>
              <a:headEnd/>
              <a:tailEnd/>
            </a:ln>
            <a:extLst>
              <a:ext uri="{909E8E84-426E-40DD-AFC4-6F175D3DCCD1}">
                <a14:hiddenFill xmlns:a14="http://schemas.microsoft.com/office/drawing/2010/main">
                  <a:noFill/>
                </a14:hiddenFill>
              </a:ext>
            </a:extLst>
          </p:spPr>
          <p:txBody>
            <a:bodyPr wrap="none" anchor="ctr"/>
            <a:lstStyle/>
            <a:p>
              <a:endParaRPr lang="fr-FR"/>
            </a:p>
          </p:txBody>
        </p:sp>
        <p:sp>
          <p:nvSpPr>
            <p:cNvPr id="18529" name="Line 143"/>
            <p:cNvSpPr>
              <a:spLocks noChangeShapeType="1"/>
            </p:cNvSpPr>
            <p:nvPr/>
          </p:nvSpPr>
          <p:spPr bwMode="auto">
            <a:xfrm>
              <a:off x="1984" y="3790"/>
              <a:ext cx="547" cy="0"/>
            </a:xfrm>
            <a:prstGeom prst="line">
              <a:avLst/>
            </a:prstGeom>
            <a:noFill/>
            <a:ln w="6350">
              <a:solidFill>
                <a:schemeClr val="tx2"/>
              </a:solidFill>
              <a:round/>
              <a:headEnd/>
              <a:tailEnd/>
            </a:ln>
            <a:extLst>
              <a:ext uri="{909E8E84-426E-40DD-AFC4-6F175D3DCCD1}">
                <a14:hiddenFill xmlns:a14="http://schemas.microsoft.com/office/drawing/2010/main">
                  <a:noFill/>
                </a14:hiddenFill>
              </a:ext>
            </a:extLst>
          </p:spPr>
          <p:txBody>
            <a:bodyPr wrap="none" anchor="ctr"/>
            <a:lstStyle/>
            <a:p>
              <a:endParaRPr lang="fr-FR"/>
            </a:p>
          </p:txBody>
        </p:sp>
        <p:sp>
          <p:nvSpPr>
            <p:cNvPr id="18530" name="Line 144"/>
            <p:cNvSpPr>
              <a:spLocks noChangeShapeType="1"/>
            </p:cNvSpPr>
            <p:nvPr/>
          </p:nvSpPr>
          <p:spPr bwMode="auto">
            <a:xfrm flipV="1">
              <a:off x="2132" y="3542"/>
              <a:ext cx="0" cy="247"/>
            </a:xfrm>
            <a:prstGeom prst="line">
              <a:avLst/>
            </a:prstGeom>
            <a:noFill/>
            <a:ln w="6350">
              <a:solidFill>
                <a:schemeClr val="tx2"/>
              </a:solidFill>
              <a:round/>
              <a:headEnd/>
              <a:tailEnd/>
            </a:ln>
            <a:extLst>
              <a:ext uri="{909E8E84-426E-40DD-AFC4-6F175D3DCCD1}">
                <a14:hiddenFill xmlns:a14="http://schemas.microsoft.com/office/drawing/2010/main">
                  <a:noFill/>
                </a14:hiddenFill>
              </a:ext>
            </a:extLst>
          </p:spPr>
          <p:txBody>
            <a:bodyPr wrap="none" anchor="ctr"/>
            <a:lstStyle/>
            <a:p>
              <a:endParaRPr lang="fr-FR"/>
            </a:p>
          </p:txBody>
        </p:sp>
        <p:sp>
          <p:nvSpPr>
            <p:cNvPr id="18531" name="Oval 146"/>
            <p:cNvSpPr>
              <a:spLocks noChangeArrowheads="1"/>
            </p:cNvSpPr>
            <p:nvPr/>
          </p:nvSpPr>
          <p:spPr bwMode="auto">
            <a:xfrm>
              <a:off x="2163" y="3562"/>
              <a:ext cx="79" cy="79"/>
            </a:xfrm>
            <a:prstGeom prst="ellipse">
              <a:avLst/>
            </a:prstGeom>
            <a:noFill/>
            <a:ln w="12700" algn="ctr">
              <a:solidFill>
                <a:schemeClr val="accent2"/>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000" b="1">
                <a:solidFill>
                  <a:schemeClr val="bg1"/>
                </a:solidFill>
              </a:endParaRPr>
            </a:p>
          </p:txBody>
        </p:sp>
        <p:sp>
          <p:nvSpPr>
            <p:cNvPr id="18532" name="Oval 147"/>
            <p:cNvSpPr>
              <a:spLocks noChangeArrowheads="1"/>
            </p:cNvSpPr>
            <p:nvPr/>
          </p:nvSpPr>
          <p:spPr bwMode="auto">
            <a:xfrm>
              <a:off x="2164" y="3692"/>
              <a:ext cx="79" cy="79"/>
            </a:xfrm>
            <a:prstGeom prst="ellipse">
              <a:avLst/>
            </a:prstGeom>
            <a:noFill/>
            <a:ln w="12700" algn="ctr">
              <a:solidFill>
                <a:schemeClr val="accent2"/>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000" b="1">
                <a:solidFill>
                  <a:schemeClr val="bg1"/>
                </a:solidFill>
              </a:endParaRPr>
            </a:p>
          </p:txBody>
        </p:sp>
        <p:sp>
          <p:nvSpPr>
            <p:cNvPr id="18533" name="Oval 149"/>
            <p:cNvSpPr>
              <a:spLocks noChangeArrowheads="1"/>
            </p:cNvSpPr>
            <p:nvPr/>
          </p:nvSpPr>
          <p:spPr bwMode="auto">
            <a:xfrm>
              <a:off x="2284" y="3562"/>
              <a:ext cx="79" cy="79"/>
            </a:xfrm>
            <a:prstGeom prst="ellipse">
              <a:avLst/>
            </a:prstGeom>
            <a:solidFill>
              <a:schemeClr val="bg1"/>
            </a:solidFill>
            <a:ln w="12700" algn="ctr">
              <a:solidFill>
                <a:srgbClr val="FC2C1C"/>
              </a:solidFill>
              <a:round/>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000" b="1">
                <a:solidFill>
                  <a:schemeClr val="bg1"/>
                </a:solidFill>
              </a:endParaRPr>
            </a:p>
          </p:txBody>
        </p:sp>
        <p:sp>
          <p:nvSpPr>
            <p:cNvPr id="18534" name="Oval 150"/>
            <p:cNvSpPr>
              <a:spLocks noChangeArrowheads="1"/>
            </p:cNvSpPr>
            <p:nvPr/>
          </p:nvSpPr>
          <p:spPr bwMode="auto">
            <a:xfrm>
              <a:off x="2285" y="3692"/>
              <a:ext cx="79" cy="79"/>
            </a:xfrm>
            <a:prstGeom prst="ellipse">
              <a:avLst/>
            </a:prstGeom>
            <a:solidFill>
              <a:schemeClr val="bg1"/>
            </a:solidFill>
            <a:ln w="12700" algn="ctr">
              <a:solidFill>
                <a:srgbClr val="FC2C1C"/>
              </a:solidFill>
              <a:round/>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000" b="1">
                <a:solidFill>
                  <a:schemeClr val="bg1"/>
                </a:solidFill>
              </a:endParaRPr>
            </a:p>
          </p:txBody>
        </p:sp>
        <p:sp>
          <p:nvSpPr>
            <p:cNvPr id="18535" name="Oval 152"/>
            <p:cNvSpPr>
              <a:spLocks noChangeArrowheads="1"/>
            </p:cNvSpPr>
            <p:nvPr/>
          </p:nvSpPr>
          <p:spPr bwMode="auto">
            <a:xfrm>
              <a:off x="2406" y="3562"/>
              <a:ext cx="79" cy="79"/>
            </a:xfrm>
            <a:prstGeom prst="ellipse">
              <a:avLst/>
            </a:prstGeom>
            <a:solidFill>
              <a:schemeClr val="bg1"/>
            </a:solidFill>
            <a:ln w="12700" algn="ctr">
              <a:solidFill>
                <a:srgbClr val="00CC66"/>
              </a:solidFill>
              <a:round/>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000" b="1">
                <a:solidFill>
                  <a:schemeClr val="bg1"/>
                </a:solidFill>
              </a:endParaRPr>
            </a:p>
          </p:txBody>
        </p:sp>
        <p:sp>
          <p:nvSpPr>
            <p:cNvPr id="18536" name="Oval 153"/>
            <p:cNvSpPr>
              <a:spLocks noChangeArrowheads="1"/>
            </p:cNvSpPr>
            <p:nvPr/>
          </p:nvSpPr>
          <p:spPr bwMode="auto">
            <a:xfrm>
              <a:off x="2407" y="3692"/>
              <a:ext cx="79" cy="79"/>
            </a:xfrm>
            <a:prstGeom prst="ellipse">
              <a:avLst/>
            </a:prstGeom>
            <a:solidFill>
              <a:schemeClr val="bg1"/>
            </a:solidFill>
            <a:ln w="12700" algn="ctr">
              <a:solidFill>
                <a:srgbClr val="00CC66"/>
              </a:solidFill>
              <a:round/>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000" b="1">
                <a:solidFill>
                  <a:schemeClr val="bg1"/>
                </a:solidFill>
              </a:endParaRPr>
            </a:p>
          </p:txBody>
        </p:sp>
        <p:sp>
          <p:nvSpPr>
            <p:cNvPr id="18537" name="Rectangle 154"/>
            <p:cNvSpPr>
              <a:spLocks noChangeArrowheads="1"/>
            </p:cNvSpPr>
            <p:nvPr/>
          </p:nvSpPr>
          <p:spPr bwMode="auto">
            <a:xfrm>
              <a:off x="1392" y="3536"/>
              <a:ext cx="540" cy="368"/>
            </a:xfrm>
            <a:prstGeom prst="rect">
              <a:avLst/>
            </a:prstGeom>
            <a:noFill/>
            <a:ln w="6350" algn="ctr">
              <a:solidFill>
                <a:schemeClr val="tx2"/>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18538" name="Text Box 155"/>
            <p:cNvSpPr txBox="1">
              <a:spLocks noChangeArrowheads="1"/>
            </p:cNvSpPr>
            <p:nvPr/>
          </p:nvSpPr>
          <p:spPr bwMode="auto">
            <a:xfrm>
              <a:off x="1433" y="3780"/>
              <a:ext cx="449" cy="1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1000">
                  <a:solidFill>
                    <a:schemeClr val="tx1"/>
                  </a:solidFill>
                </a:rPr>
                <a:t>Flexibilité</a:t>
              </a:r>
            </a:p>
          </p:txBody>
        </p:sp>
        <p:sp>
          <p:nvSpPr>
            <p:cNvPr id="18539" name="Text Box 156"/>
            <p:cNvSpPr txBox="1">
              <a:spLocks noChangeArrowheads="1"/>
            </p:cNvSpPr>
            <p:nvPr/>
          </p:nvSpPr>
          <p:spPr bwMode="auto">
            <a:xfrm>
              <a:off x="1349" y="3607"/>
              <a:ext cx="228" cy="1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900">
                  <a:solidFill>
                    <a:schemeClr val="tx1"/>
                  </a:solidFill>
                </a:rPr>
                <a:t>N 2</a:t>
              </a:r>
            </a:p>
          </p:txBody>
        </p:sp>
        <p:sp>
          <p:nvSpPr>
            <p:cNvPr id="18540" name="Line 157"/>
            <p:cNvSpPr>
              <a:spLocks noChangeShapeType="1"/>
            </p:cNvSpPr>
            <p:nvPr/>
          </p:nvSpPr>
          <p:spPr bwMode="auto">
            <a:xfrm>
              <a:off x="1390" y="3788"/>
              <a:ext cx="546" cy="0"/>
            </a:xfrm>
            <a:prstGeom prst="line">
              <a:avLst/>
            </a:prstGeom>
            <a:noFill/>
            <a:ln w="6350">
              <a:solidFill>
                <a:schemeClr val="tx2"/>
              </a:solidFill>
              <a:round/>
              <a:headEnd/>
              <a:tailEnd/>
            </a:ln>
            <a:extLst>
              <a:ext uri="{909E8E84-426E-40DD-AFC4-6F175D3DCCD1}">
                <a14:hiddenFill xmlns:a14="http://schemas.microsoft.com/office/drawing/2010/main">
                  <a:noFill/>
                </a14:hiddenFill>
              </a:ext>
            </a:extLst>
          </p:spPr>
          <p:txBody>
            <a:bodyPr wrap="none" anchor="ctr"/>
            <a:lstStyle/>
            <a:p>
              <a:endParaRPr lang="fr-FR"/>
            </a:p>
          </p:txBody>
        </p:sp>
        <p:sp>
          <p:nvSpPr>
            <p:cNvPr id="18541" name="Line 158"/>
            <p:cNvSpPr>
              <a:spLocks noChangeShapeType="1"/>
            </p:cNvSpPr>
            <p:nvPr/>
          </p:nvSpPr>
          <p:spPr bwMode="auto">
            <a:xfrm flipV="1">
              <a:off x="1538" y="3537"/>
              <a:ext cx="0" cy="247"/>
            </a:xfrm>
            <a:prstGeom prst="line">
              <a:avLst/>
            </a:prstGeom>
            <a:noFill/>
            <a:ln w="6350">
              <a:solidFill>
                <a:schemeClr val="tx2"/>
              </a:solidFill>
              <a:round/>
              <a:headEnd/>
              <a:tailEnd/>
            </a:ln>
            <a:extLst>
              <a:ext uri="{909E8E84-426E-40DD-AFC4-6F175D3DCCD1}">
                <a14:hiddenFill xmlns:a14="http://schemas.microsoft.com/office/drawing/2010/main">
                  <a:noFill/>
                </a14:hiddenFill>
              </a:ext>
            </a:extLst>
          </p:spPr>
          <p:txBody>
            <a:bodyPr wrap="none" anchor="ctr"/>
            <a:lstStyle/>
            <a:p>
              <a:endParaRPr lang="fr-FR"/>
            </a:p>
          </p:txBody>
        </p:sp>
        <p:sp>
          <p:nvSpPr>
            <p:cNvPr id="18542" name="Rectangle 160"/>
            <p:cNvSpPr>
              <a:spLocks noChangeArrowheads="1"/>
            </p:cNvSpPr>
            <p:nvPr/>
          </p:nvSpPr>
          <p:spPr bwMode="auto">
            <a:xfrm>
              <a:off x="4095" y="3257"/>
              <a:ext cx="541" cy="368"/>
            </a:xfrm>
            <a:prstGeom prst="rect">
              <a:avLst/>
            </a:prstGeom>
            <a:noFill/>
            <a:ln w="6350" algn="ctr">
              <a:solidFill>
                <a:schemeClr val="tx2"/>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18543" name="Text Box 161"/>
            <p:cNvSpPr txBox="1">
              <a:spLocks noChangeArrowheads="1"/>
            </p:cNvSpPr>
            <p:nvPr/>
          </p:nvSpPr>
          <p:spPr bwMode="auto">
            <a:xfrm>
              <a:off x="4138" y="3494"/>
              <a:ext cx="449" cy="1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1000">
                  <a:solidFill>
                    <a:schemeClr val="tx1"/>
                  </a:solidFill>
                </a:rPr>
                <a:t>Flexibilité</a:t>
              </a:r>
            </a:p>
          </p:txBody>
        </p:sp>
        <p:sp>
          <p:nvSpPr>
            <p:cNvPr id="18544" name="Text Box 162"/>
            <p:cNvSpPr txBox="1">
              <a:spLocks noChangeArrowheads="1"/>
            </p:cNvSpPr>
            <p:nvPr/>
          </p:nvSpPr>
          <p:spPr bwMode="auto">
            <a:xfrm>
              <a:off x="4059" y="3395"/>
              <a:ext cx="228" cy="1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900">
                  <a:solidFill>
                    <a:schemeClr val="tx1"/>
                  </a:solidFill>
                </a:rPr>
                <a:t>N 1</a:t>
              </a:r>
            </a:p>
          </p:txBody>
        </p:sp>
        <p:sp>
          <p:nvSpPr>
            <p:cNvPr id="18545" name="Text Box 163"/>
            <p:cNvSpPr txBox="1">
              <a:spLocks noChangeArrowheads="1"/>
            </p:cNvSpPr>
            <p:nvPr/>
          </p:nvSpPr>
          <p:spPr bwMode="auto">
            <a:xfrm>
              <a:off x="4057" y="3260"/>
              <a:ext cx="228" cy="1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900">
                  <a:solidFill>
                    <a:schemeClr val="tx1"/>
                  </a:solidFill>
                </a:rPr>
                <a:t>N 2</a:t>
              </a:r>
            </a:p>
          </p:txBody>
        </p:sp>
        <p:sp>
          <p:nvSpPr>
            <p:cNvPr id="18546" name="Line 164"/>
            <p:cNvSpPr>
              <a:spLocks noChangeShapeType="1"/>
            </p:cNvSpPr>
            <p:nvPr/>
          </p:nvSpPr>
          <p:spPr bwMode="auto">
            <a:xfrm>
              <a:off x="4097" y="3381"/>
              <a:ext cx="543" cy="0"/>
            </a:xfrm>
            <a:prstGeom prst="line">
              <a:avLst/>
            </a:prstGeom>
            <a:noFill/>
            <a:ln w="6350">
              <a:solidFill>
                <a:schemeClr val="tx2"/>
              </a:solidFill>
              <a:round/>
              <a:headEnd/>
              <a:tailEnd/>
            </a:ln>
            <a:extLst>
              <a:ext uri="{909E8E84-426E-40DD-AFC4-6F175D3DCCD1}">
                <a14:hiddenFill xmlns:a14="http://schemas.microsoft.com/office/drawing/2010/main">
                  <a:noFill/>
                </a14:hiddenFill>
              </a:ext>
            </a:extLst>
          </p:spPr>
          <p:txBody>
            <a:bodyPr wrap="none" anchor="ctr"/>
            <a:lstStyle/>
            <a:p>
              <a:endParaRPr lang="fr-FR"/>
            </a:p>
          </p:txBody>
        </p:sp>
        <p:sp>
          <p:nvSpPr>
            <p:cNvPr id="18547" name="Line 165"/>
            <p:cNvSpPr>
              <a:spLocks noChangeShapeType="1"/>
            </p:cNvSpPr>
            <p:nvPr/>
          </p:nvSpPr>
          <p:spPr bwMode="auto">
            <a:xfrm>
              <a:off x="4093" y="3505"/>
              <a:ext cx="547" cy="0"/>
            </a:xfrm>
            <a:prstGeom prst="line">
              <a:avLst/>
            </a:prstGeom>
            <a:noFill/>
            <a:ln w="6350">
              <a:solidFill>
                <a:schemeClr val="tx2"/>
              </a:solidFill>
              <a:round/>
              <a:headEnd/>
              <a:tailEnd/>
            </a:ln>
            <a:extLst>
              <a:ext uri="{909E8E84-426E-40DD-AFC4-6F175D3DCCD1}">
                <a14:hiddenFill xmlns:a14="http://schemas.microsoft.com/office/drawing/2010/main">
                  <a:noFill/>
                </a14:hiddenFill>
              </a:ext>
            </a:extLst>
          </p:spPr>
          <p:txBody>
            <a:bodyPr wrap="none" anchor="ctr"/>
            <a:lstStyle/>
            <a:p>
              <a:endParaRPr lang="fr-FR"/>
            </a:p>
          </p:txBody>
        </p:sp>
        <p:sp>
          <p:nvSpPr>
            <p:cNvPr id="18548" name="Line 166"/>
            <p:cNvSpPr>
              <a:spLocks noChangeShapeType="1"/>
            </p:cNvSpPr>
            <p:nvPr/>
          </p:nvSpPr>
          <p:spPr bwMode="auto">
            <a:xfrm flipV="1">
              <a:off x="4241" y="3258"/>
              <a:ext cx="0" cy="246"/>
            </a:xfrm>
            <a:prstGeom prst="line">
              <a:avLst/>
            </a:prstGeom>
            <a:noFill/>
            <a:ln w="6350">
              <a:solidFill>
                <a:schemeClr val="tx2"/>
              </a:solidFill>
              <a:round/>
              <a:headEnd/>
              <a:tailEnd/>
            </a:ln>
            <a:extLst>
              <a:ext uri="{909E8E84-426E-40DD-AFC4-6F175D3DCCD1}">
                <a14:hiddenFill xmlns:a14="http://schemas.microsoft.com/office/drawing/2010/main">
                  <a:noFill/>
                </a14:hiddenFill>
              </a:ext>
            </a:extLst>
          </p:spPr>
          <p:txBody>
            <a:bodyPr wrap="none" anchor="ctr"/>
            <a:lstStyle/>
            <a:p>
              <a:endParaRPr lang="fr-FR"/>
            </a:p>
          </p:txBody>
        </p:sp>
        <p:sp>
          <p:nvSpPr>
            <p:cNvPr id="18549" name="Oval 168"/>
            <p:cNvSpPr>
              <a:spLocks noChangeArrowheads="1"/>
            </p:cNvSpPr>
            <p:nvPr/>
          </p:nvSpPr>
          <p:spPr bwMode="auto">
            <a:xfrm>
              <a:off x="4272" y="3278"/>
              <a:ext cx="79" cy="78"/>
            </a:xfrm>
            <a:prstGeom prst="ellipse">
              <a:avLst/>
            </a:prstGeom>
            <a:noFill/>
            <a:ln w="12700" algn="ctr">
              <a:solidFill>
                <a:schemeClr val="accent2"/>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000" b="1">
                <a:solidFill>
                  <a:schemeClr val="bg1"/>
                </a:solidFill>
              </a:endParaRPr>
            </a:p>
          </p:txBody>
        </p:sp>
        <p:sp>
          <p:nvSpPr>
            <p:cNvPr id="18550" name="Oval 169"/>
            <p:cNvSpPr>
              <a:spLocks noChangeArrowheads="1"/>
            </p:cNvSpPr>
            <p:nvPr/>
          </p:nvSpPr>
          <p:spPr bwMode="auto">
            <a:xfrm>
              <a:off x="4273" y="3408"/>
              <a:ext cx="79" cy="78"/>
            </a:xfrm>
            <a:prstGeom prst="ellipse">
              <a:avLst/>
            </a:prstGeom>
            <a:noFill/>
            <a:ln w="12700" algn="ctr">
              <a:solidFill>
                <a:schemeClr val="accent2"/>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000" b="1">
                <a:solidFill>
                  <a:schemeClr val="bg1"/>
                </a:solidFill>
              </a:endParaRPr>
            </a:p>
          </p:txBody>
        </p:sp>
        <p:sp>
          <p:nvSpPr>
            <p:cNvPr id="18551" name="Oval 171"/>
            <p:cNvSpPr>
              <a:spLocks noChangeArrowheads="1"/>
            </p:cNvSpPr>
            <p:nvPr/>
          </p:nvSpPr>
          <p:spPr bwMode="auto">
            <a:xfrm>
              <a:off x="4393" y="3278"/>
              <a:ext cx="79" cy="78"/>
            </a:xfrm>
            <a:prstGeom prst="ellipse">
              <a:avLst/>
            </a:prstGeom>
            <a:solidFill>
              <a:schemeClr val="bg1"/>
            </a:solidFill>
            <a:ln w="12700" algn="ctr">
              <a:solidFill>
                <a:srgbClr val="FC2C1C"/>
              </a:solidFill>
              <a:round/>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000" b="1">
                <a:solidFill>
                  <a:schemeClr val="bg1"/>
                </a:solidFill>
              </a:endParaRPr>
            </a:p>
          </p:txBody>
        </p:sp>
        <p:sp>
          <p:nvSpPr>
            <p:cNvPr id="18552" name="Oval 172"/>
            <p:cNvSpPr>
              <a:spLocks noChangeArrowheads="1"/>
            </p:cNvSpPr>
            <p:nvPr/>
          </p:nvSpPr>
          <p:spPr bwMode="auto">
            <a:xfrm>
              <a:off x="4394" y="3408"/>
              <a:ext cx="79" cy="78"/>
            </a:xfrm>
            <a:prstGeom prst="ellipse">
              <a:avLst/>
            </a:prstGeom>
            <a:solidFill>
              <a:schemeClr val="bg1"/>
            </a:solidFill>
            <a:ln w="12700" algn="ctr">
              <a:solidFill>
                <a:srgbClr val="FC2C1C"/>
              </a:solidFill>
              <a:round/>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000" b="1">
                <a:solidFill>
                  <a:schemeClr val="bg1"/>
                </a:solidFill>
              </a:endParaRPr>
            </a:p>
          </p:txBody>
        </p:sp>
        <p:sp>
          <p:nvSpPr>
            <p:cNvPr id="18553" name="Oval 174"/>
            <p:cNvSpPr>
              <a:spLocks noChangeArrowheads="1"/>
            </p:cNvSpPr>
            <p:nvPr/>
          </p:nvSpPr>
          <p:spPr bwMode="auto">
            <a:xfrm>
              <a:off x="4515" y="3278"/>
              <a:ext cx="79" cy="78"/>
            </a:xfrm>
            <a:prstGeom prst="ellipse">
              <a:avLst/>
            </a:prstGeom>
            <a:solidFill>
              <a:schemeClr val="bg1"/>
            </a:solidFill>
            <a:ln w="12700" algn="ctr">
              <a:solidFill>
                <a:srgbClr val="00CC66"/>
              </a:solidFill>
              <a:round/>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000" b="1">
                <a:solidFill>
                  <a:schemeClr val="bg1"/>
                </a:solidFill>
              </a:endParaRPr>
            </a:p>
          </p:txBody>
        </p:sp>
        <p:sp>
          <p:nvSpPr>
            <p:cNvPr id="18554" name="Oval 175"/>
            <p:cNvSpPr>
              <a:spLocks noChangeArrowheads="1"/>
            </p:cNvSpPr>
            <p:nvPr/>
          </p:nvSpPr>
          <p:spPr bwMode="auto">
            <a:xfrm>
              <a:off x="4516" y="3408"/>
              <a:ext cx="79" cy="78"/>
            </a:xfrm>
            <a:prstGeom prst="ellipse">
              <a:avLst/>
            </a:prstGeom>
            <a:solidFill>
              <a:schemeClr val="bg1"/>
            </a:solidFill>
            <a:ln w="12700" algn="ctr">
              <a:solidFill>
                <a:srgbClr val="00CC66"/>
              </a:solidFill>
              <a:round/>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000" b="1">
                <a:solidFill>
                  <a:schemeClr val="bg1"/>
                </a:solidFill>
              </a:endParaRPr>
            </a:p>
          </p:txBody>
        </p:sp>
        <p:sp>
          <p:nvSpPr>
            <p:cNvPr id="18555" name="Rectangle 178"/>
            <p:cNvSpPr>
              <a:spLocks noChangeArrowheads="1"/>
            </p:cNvSpPr>
            <p:nvPr/>
          </p:nvSpPr>
          <p:spPr bwMode="auto">
            <a:xfrm>
              <a:off x="4100" y="3657"/>
              <a:ext cx="540" cy="368"/>
            </a:xfrm>
            <a:prstGeom prst="rect">
              <a:avLst/>
            </a:prstGeom>
            <a:noFill/>
            <a:ln w="6350" algn="ctr">
              <a:solidFill>
                <a:schemeClr val="tx2"/>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18556" name="Text Box 179"/>
            <p:cNvSpPr txBox="1">
              <a:spLocks noChangeArrowheads="1"/>
            </p:cNvSpPr>
            <p:nvPr/>
          </p:nvSpPr>
          <p:spPr bwMode="auto">
            <a:xfrm>
              <a:off x="4173" y="3894"/>
              <a:ext cx="391" cy="1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1000">
                  <a:solidFill>
                    <a:schemeClr val="tx1"/>
                  </a:solidFill>
                </a:rPr>
                <a:t>Fiabilité</a:t>
              </a:r>
            </a:p>
          </p:txBody>
        </p:sp>
        <p:sp>
          <p:nvSpPr>
            <p:cNvPr id="18557" name="Text Box 180"/>
            <p:cNvSpPr txBox="1">
              <a:spLocks noChangeArrowheads="1"/>
            </p:cNvSpPr>
            <p:nvPr/>
          </p:nvSpPr>
          <p:spPr bwMode="auto">
            <a:xfrm>
              <a:off x="4064" y="3795"/>
              <a:ext cx="228" cy="1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900">
                  <a:solidFill>
                    <a:schemeClr val="tx1"/>
                  </a:solidFill>
                </a:rPr>
                <a:t>N 1</a:t>
              </a:r>
            </a:p>
          </p:txBody>
        </p:sp>
        <p:sp>
          <p:nvSpPr>
            <p:cNvPr id="18558" name="Text Box 181"/>
            <p:cNvSpPr txBox="1">
              <a:spLocks noChangeArrowheads="1"/>
            </p:cNvSpPr>
            <p:nvPr/>
          </p:nvSpPr>
          <p:spPr bwMode="auto">
            <a:xfrm>
              <a:off x="4062" y="3660"/>
              <a:ext cx="228" cy="1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900">
                  <a:solidFill>
                    <a:schemeClr val="tx1"/>
                  </a:solidFill>
                </a:rPr>
                <a:t>N 2</a:t>
              </a:r>
            </a:p>
          </p:txBody>
        </p:sp>
        <p:sp>
          <p:nvSpPr>
            <p:cNvPr id="18559" name="Line 182"/>
            <p:cNvSpPr>
              <a:spLocks noChangeShapeType="1"/>
            </p:cNvSpPr>
            <p:nvPr/>
          </p:nvSpPr>
          <p:spPr bwMode="auto">
            <a:xfrm>
              <a:off x="4102" y="3781"/>
              <a:ext cx="542" cy="0"/>
            </a:xfrm>
            <a:prstGeom prst="line">
              <a:avLst/>
            </a:prstGeom>
            <a:noFill/>
            <a:ln w="6350">
              <a:solidFill>
                <a:schemeClr val="tx2"/>
              </a:solidFill>
              <a:round/>
              <a:headEnd/>
              <a:tailEnd/>
            </a:ln>
            <a:extLst>
              <a:ext uri="{909E8E84-426E-40DD-AFC4-6F175D3DCCD1}">
                <a14:hiddenFill xmlns:a14="http://schemas.microsoft.com/office/drawing/2010/main">
                  <a:noFill/>
                </a14:hiddenFill>
              </a:ext>
            </a:extLst>
          </p:spPr>
          <p:txBody>
            <a:bodyPr wrap="none" anchor="ctr"/>
            <a:lstStyle/>
            <a:p>
              <a:endParaRPr lang="fr-FR"/>
            </a:p>
          </p:txBody>
        </p:sp>
        <p:sp>
          <p:nvSpPr>
            <p:cNvPr id="18560" name="Line 183"/>
            <p:cNvSpPr>
              <a:spLocks noChangeShapeType="1"/>
            </p:cNvSpPr>
            <p:nvPr/>
          </p:nvSpPr>
          <p:spPr bwMode="auto">
            <a:xfrm>
              <a:off x="4098" y="3905"/>
              <a:ext cx="546" cy="0"/>
            </a:xfrm>
            <a:prstGeom prst="line">
              <a:avLst/>
            </a:prstGeom>
            <a:noFill/>
            <a:ln w="6350">
              <a:solidFill>
                <a:schemeClr val="tx2"/>
              </a:solidFill>
              <a:round/>
              <a:headEnd/>
              <a:tailEnd/>
            </a:ln>
            <a:extLst>
              <a:ext uri="{909E8E84-426E-40DD-AFC4-6F175D3DCCD1}">
                <a14:hiddenFill xmlns:a14="http://schemas.microsoft.com/office/drawing/2010/main">
                  <a:noFill/>
                </a14:hiddenFill>
              </a:ext>
            </a:extLst>
          </p:spPr>
          <p:txBody>
            <a:bodyPr wrap="none" anchor="ctr"/>
            <a:lstStyle/>
            <a:p>
              <a:endParaRPr lang="fr-FR"/>
            </a:p>
          </p:txBody>
        </p:sp>
        <p:sp>
          <p:nvSpPr>
            <p:cNvPr id="18561" name="Line 184"/>
            <p:cNvSpPr>
              <a:spLocks noChangeShapeType="1"/>
            </p:cNvSpPr>
            <p:nvPr/>
          </p:nvSpPr>
          <p:spPr bwMode="auto">
            <a:xfrm flipV="1">
              <a:off x="4246" y="3659"/>
              <a:ext cx="0" cy="245"/>
            </a:xfrm>
            <a:prstGeom prst="line">
              <a:avLst/>
            </a:prstGeom>
            <a:noFill/>
            <a:ln w="6350">
              <a:solidFill>
                <a:schemeClr val="tx2"/>
              </a:solidFill>
              <a:round/>
              <a:headEnd/>
              <a:tailEnd/>
            </a:ln>
            <a:extLst>
              <a:ext uri="{909E8E84-426E-40DD-AFC4-6F175D3DCCD1}">
                <a14:hiddenFill xmlns:a14="http://schemas.microsoft.com/office/drawing/2010/main">
                  <a:noFill/>
                </a14:hiddenFill>
              </a:ext>
            </a:extLst>
          </p:spPr>
          <p:txBody>
            <a:bodyPr wrap="none" anchor="ctr"/>
            <a:lstStyle/>
            <a:p>
              <a:endParaRPr lang="fr-FR"/>
            </a:p>
          </p:txBody>
        </p:sp>
        <p:sp>
          <p:nvSpPr>
            <p:cNvPr id="18562" name="Oval 186"/>
            <p:cNvSpPr>
              <a:spLocks noChangeArrowheads="1"/>
            </p:cNvSpPr>
            <p:nvPr/>
          </p:nvSpPr>
          <p:spPr bwMode="auto">
            <a:xfrm>
              <a:off x="4277" y="3678"/>
              <a:ext cx="78" cy="78"/>
            </a:xfrm>
            <a:prstGeom prst="ellipse">
              <a:avLst/>
            </a:prstGeom>
            <a:noFill/>
            <a:ln w="12700" algn="ctr">
              <a:solidFill>
                <a:schemeClr val="accent2"/>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900" b="1">
                <a:solidFill>
                  <a:schemeClr val="bg1"/>
                </a:solidFill>
              </a:endParaRPr>
            </a:p>
          </p:txBody>
        </p:sp>
        <p:sp>
          <p:nvSpPr>
            <p:cNvPr id="18563" name="Oval 187"/>
            <p:cNvSpPr>
              <a:spLocks noChangeArrowheads="1"/>
            </p:cNvSpPr>
            <p:nvPr/>
          </p:nvSpPr>
          <p:spPr bwMode="auto">
            <a:xfrm>
              <a:off x="4278" y="3808"/>
              <a:ext cx="78" cy="78"/>
            </a:xfrm>
            <a:prstGeom prst="ellipse">
              <a:avLst/>
            </a:prstGeom>
            <a:noFill/>
            <a:ln w="12700" algn="ctr">
              <a:solidFill>
                <a:schemeClr val="accent2"/>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900" b="1">
                <a:solidFill>
                  <a:schemeClr val="bg1"/>
                </a:solidFill>
              </a:endParaRPr>
            </a:p>
          </p:txBody>
        </p:sp>
        <p:sp>
          <p:nvSpPr>
            <p:cNvPr id="18564" name="Oval 189"/>
            <p:cNvSpPr>
              <a:spLocks noChangeArrowheads="1"/>
            </p:cNvSpPr>
            <p:nvPr/>
          </p:nvSpPr>
          <p:spPr bwMode="auto">
            <a:xfrm>
              <a:off x="4398" y="3678"/>
              <a:ext cx="78" cy="78"/>
            </a:xfrm>
            <a:prstGeom prst="ellipse">
              <a:avLst/>
            </a:prstGeom>
            <a:solidFill>
              <a:schemeClr val="bg1"/>
            </a:solidFill>
            <a:ln w="12700" algn="ctr">
              <a:solidFill>
                <a:srgbClr val="FC2C1C"/>
              </a:solidFill>
              <a:round/>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000" b="1">
                <a:solidFill>
                  <a:schemeClr val="bg1"/>
                </a:solidFill>
              </a:endParaRPr>
            </a:p>
          </p:txBody>
        </p:sp>
        <p:sp>
          <p:nvSpPr>
            <p:cNvPr id="18565" name="Oval 190"/>
            <p:cNvSpPr>
              <a:spLocks noChangeArrowheads="1"/>
            </p:cNvSpPr>
            <p:nvPr/>
          </p:nvSpPr>
          <p:spPr bwMode="auto">
            <a:xfrm>
              <a:off x="4399" y="3808"/>
              <a:ext cx="78" cy="78"/>
            </a:xfrm>
            <a:prstGeom prst="ellipse">
              <a:avLst/>
            </a:prstGeom>
            <a:solidFill>
              <a:schemeClr val="bg1"/>
            </a:solidFill>
            <a:ln w="12700" algn="ctr">
              <a:solidFill>
                <a:srgbClr val="FC2C1C"/>
              </a:solidFill>
              <a:round/>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000" b="1">
                <a:solidFill>
                  <a:schemeClr val="bg1"/>
                </a:solidFill>
              </a:endParaRPr>
            </a:p>
          </p:txBody>
        </p:sp>
        <p:sp>
          <p:nvSpPr>
            <p:cNvPr id="18566" name="Oval 192"/>
            <p:cNvSpPr>
              <a:spLocks noChangeArrowheads="1"/>
            </p:cNvSpPr>
            <p:nvPr/>
          </p:nvSpPr>
          <p:spPr bwMode="auto">
            <a:xfrm>
              <a:off x="4520" y="3678"/>
              <a:ext cx="78" cy="78"/>
            </a:xfrm>
            <a:prstGeom prst="ellipse">
              <a:avLst/>
            </a:prstGeom>
            <a:solidFill>
              <a:schemeClr val="bg1"/>
            </a:solidFill>
            <a:ln w="12700" algn="ctr">
              <a:solidFill>
                <a:srgbClr val="00CC66"/>
              </a:solidFill>
              <a:round/>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000" b="1">
                <a:solidFill>
                  <a:schemeClr val="bg1"/>
                </a:solidFill>
              </a:endParaRPr>
            </a:p>
          </p:txBody>
        </p:sp>
        <p:sp>
          <p:nvSpPr>
            <p:cNvPr id="18567" name="Oval 193"/>
            <p:cNvSpPr>
              <a:spLocks noChangeArrowheads="1"/>
            </p:cNvSpPr>
            <p:nvPr/>
          </p:nvSpPr>
          <p:spPr bwMode="auto">
            <a:xfrm>
              <a:off x="4521" y="3808"/>
              <a:ext cx="78" cy="78"/>
            </a:xfrm>
            <a:prstGeom prst="ellipse">
              <a:avLst/>
            </a:prstGeom>
            <a:solidFill>
              <a:schemeClr val="bg1"/>
            </a:solidFill>
            <a:ln w="12700" algn="ctr">
              <a:solidFill>
                <a:srgbClr val="00CC66"/>
              </a:solidFill>
              <a:round/>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000" b="1">
                <a:solidFill>
                  <a:schemeClr val="bg1"/>
                </a:solidFill>
              </a:endParaRPr>
            </a:p>
          </p:txBody>
        </p:sp>
        <p:sp>
          <p:nvSpPr>
            <p:cNvPr id="18568" name="Oval 195"/>
            <p:cNvSpPr>
              <a:spLocks noChangeArrowheads="1"/>
            </p:cNvSpPr>
            <p:nvPr/>
          </p:nvSpPr>
          <p:spPr bwMode="auto">
            <a:xfrm>
              <a:off x="1693" y="3572"/>
              <a:ext cx="78" cy="78"/>
            </a:xfrm>
            <a:prstGeom prst="ellipse">
              <a:avLst/>
            </a:prstGeom>
            <a:noFill/>
            <a:ln w="9525" algn="ctr">
              <a:solidFill>
                <a:schemeClr val="folHlink"/>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000" b="1">
                <a:solidFill>
                  <a:schemeClr val="bg1"/>
                </a:solidFill>
              </a:endParaRPr>
            </a:p>
          </p:txBody>
        </p:sp>
        <p:sp>
          <p:nvSpPr>
            <p:cNvPr id="18569" name="Oval 196"/>
            <p:cNvSpPr>
              <a:spLocks noChangeArrowheads="1"/>
            </p:cNvSpPr>
            <p:nvPr/>
          </p:nvSpPr>
          <p:spPr bwMode="auto">
            <a:xfrm>
              <a:off x="1693" y="3683"/>
              <a:ext cx="78" cy="79"/>
            </a:xfrm>
            <a:prstGeom prst="ellipse">
              <a:avLst/>
            </a:prstGeom>
            <a:noFill/>
            <a:ln w="9525" algn="ctr">
              <a:solidFill>
                <a:schemeClr val="folHlink"/>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000" b="1">
                <a:solidFill>
                  <a:schemeClr val="bg1"/>
                </a:solidFill>
              </a:endParaRPr>
            </a:p>
          </p:txBody>
        </p:sp>
        <p:sp>
          <p:nvSpPr>
            <p:cNvPr id="18570" name="AutoShape 197"/>
            <p:cNvSpPr>
              <a:spLocks noChangeArrowheads="1"/>
            </p:cNvSpPr>
            <p:nvPr/>
          </p:nvSpPr>
          <p:spPr bwMode="auto">
            <a:xfrm>
              <a:off x="1692" y="3571"/>
              <a:ext cx="82" cy="192"/>
            </a:xfrm>
            <a:prstGeom prst="roundRect">
              <a:avLst>
                <a:gd name="adj" fmla="val 41440"/>
              </a:avLst>
            </a:prstGeom>
            <a:noFill/>
            <a:ln w="12700" algn="ctr">
              <a:solidFill>
                <a:srgbClr val="FC2C1C"/>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18571" name="Oval 199"/>
            <p:cNvSpPr>
              <a:spLocks noChangeArrowheads="1"/>
            </p:cNvSpPr>
            <p:nvPr/>
          </p:nvSpPr>
          <p:spPr bwMode="auto">
            <a:xfrm>
              <a:off x="1563" y="3572"/>
              <a:ext cx="79" cy="78"/>
            </a:xfrm>
            <a:prstGeom prst="ellipse">
              <a:avLst/>
            </a:prstGeom>
            <a:noFill/>
            <a:ln w="9525" algn="ctr">
              <a:solidFill>
                <a:schemeClr val="folHlink"/>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900" b="1">
                <a:solidFill>
                  <a:schemeClr val="bg1"/>
                </a:solidFill>
              </a:endParaRPr>
            </a:p>
          </p:txBody>
        </p:sp>
        <p:sp>
          <p:nvSpPr>
            <p:cNvPr id="18572" name="Oval 200"/>
            <p:cNvSpPr>
              <a:spLocks noChangeArrowheads="1"/>
            </p:cNvSpPr>
            <p:nvPr/>
          </p:nvSpPr>
          <p:spPr bwMode="auto">
            <a:xfrm>
              <a:off x="1563" y="3683"/>
              <a:ext cx="79" cy="79"/>
            </a:xfrm>
            <a:prstGeom prst="ellipse">
              <a:avLst/>
            </a:prstGeom>
            <a:noFill/>
            <a:ln w="9525" algn="ctr">
              <a:solidFill>
                <a:schemeClr val="folHlink"/>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900" b="1">
                <a:solidFill>
                  <a:schemeClr val="bg1"/>
                </a:solidFill>
              </a:endParaRPr>
            </a:p>
          </p:txBody>
        </p:sp>
        <p:sp>
          <p:nvSpPr>
            <p:cNvPr id="18573" name="AutoShape 201"/>
            <p:cNvSpPr>
              <a:spLocks noChangeArrowheads="1"/>
            </p:cNvSpPr>
            <p:nvPr/>
          </p:nvSpPr>
          <p:spPr bwMode="auto">
            <a:xfrm>
              <a:off x="1562" y="3571"/>
              <a:ext cx="83" cy="192"/>
            </a:xfrm>
            <a:prstGeom prst="roundRect">
              <a:avLst>
                <a:gd name="adj" fmla="val 41440"/>
              </a:avLst>
            </a:prstGeom>
            <a:noFill/>
            <a:ln w="12700" algn="ctr">
              <a:solidFill>
                <a:schemeClr val="accent2"/>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18574" name="Oval 203"/>
            <p:cNvSpPr>
              <a:spLocks noChangeArrowheads="1"/>
            </p:cNvSpPr>
            <p:nvPr/>
          </p:nvSpPr>
          <p:spPr bwMode="auto">
            <a:xfrm>
              <a:off x="1816" y="3574"/>
              <a:ext cx="78" cy="78"/>
            </a:xfrm>
            <a:prstGeom prst="ellipse">
              <a:avLst/>
            </a:prstGeom>
            <a:noFill/>
            <a:ln w="9525" algn="ctr">
              <a:solidFill>
                <a:schemeClr val="folHlink"/>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000" b="1">
                <a:solidFill>
                  <a:schemeClr val="bg1"/>
                </a:solidFill>
              </a:endParaRPr>
            </a:p>
          </p:txBody>
        </p:sp>
        <p:sp>
          <p:nvSpPr>
            <p:cNvPr id="18575" name="Oval 204"/>
            <p:cNvSpPr>
              <a:spLocks noChangeArrowheads="1"/>
            </p:cNvSpPr>
            <p:nvPr/>
          </p:nvSpPr>
          <p:spPr bwMode="auto">
            <a:xfrm>
              <a:off x="1816" y="3686"/>
              <a:ext cx="78" cy="79"/>
            </a:xfrm>
            <a:prstGeom prst="ellipse">
              <a:avLst/>
            </a:prstGeom>
            <a:noFill/>
            <a:ln w="9525" algn="ctr">
              <a:solidFill>
                <a:schemeClr val="folHlink"/>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000" b="1">
                <a:solidFill>
                  <a:schemeClr val="bg1"/>
                </a:solidFill>
              </a:endParaRPr>
            </a:p>
          </p:txBody>
        </p:sp>
        <p:sp>
          <p:nvSpPr>
            <p:cNvPr id="18576" name="AutoShape 205"/>
            <p:cNvSpPr>
              <a:spLocks noChangeArrowheads="1"/>
            </p:cNvSpPr>
            <p:nvPr/>
          </p:nvSpPr>
          <p:spPr bwMode="auto">
            <a:xfrm>
              <a:off x="1815" y="3573"/>
              <a:ext cx="82" cy="193"/>
            </a:xfrm>
            <a:prstGeom prst="roundRect">
              <a:avLst>
                <a:gd name="adj" fmla="val 41440"/>
              </a:avLst>
            </a:prstGeom>
            <a:noFill/>
            <a:ln w="12700" algn="ctr">
              <a:solidFill>
                <a:srgbClr val="00CC66"/>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nvGrpSpPr>
            <p:cNvPr id="18577" name="Group 212"/>
            <p:cNvGrpSpPr>
              <a:grpSpLocks/>
            </p:cNvGrpSpPr>
            <p:nvPr/>
          </p:nvGrpSpPr>
          <p:grpSpPr bwMode="auto">
            <a:xfrm>
              <a:off x="1522" y="3016"/>
              <a:ext cx="389" cy="228"/>
              <a:chOff x="1522" y="3016"/>
              <a:chExt cx="389" cy="228"/>
            </a:xfrm>
          </p:grpSpPr>
          <p:sp>
            <p:nvSpPr>
              <p:cNvPr id="18605" name="Text Box 210"/>
              <p:cNvSpPr txBox="1">
                <a:spLocks noChangeArrowheads="1"/>
              </p:cNvSpPr>
              <p:nvPr/>
            </p:nvSpPr>
            <p:spPr bwMode="auto">
              <a:xfrm>
                <a:off x="1522" y="3016"/>
                <a:ext cx="386" cy="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400">
                    <a:solidFill>
                      <a:schemeClr val="tx1"/>
                    </a:solidFill>
                  </a:rPr>
                  <a:t>b            r            v </a:t>
                </a:r>
              </a:p>
            </p:txBody>
          </p:sp>
          <p:sp>
            <p:nvSpPr>
              <p:cNvPr id="18606" name="Text Box 211"/>
              <p:cNvSpPr txBox="1">
                <a:spLocks noChangeArrowheads="1"/>
              </p:cNvSpPr>
              <p:nvPr/>
            </p:nvSpPr>
            <p:spPr bwMode="auto">
              <a:xfrm>
                <a:off x="1525" y="3148"/>
                <a:ext cx="386" cy="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400">
                    <a:solidFill>
                      <a:schemeClr val="tx1"/>
                    </a:solidFill>
                  </a:rPr>
                  <a:t>b            r            v </a:t>
                </a:r>
              </a:p>
            </p:txBody>
          </p:sp>
        </p:grpSp>
        <p:grpSp>
          <p:nvGrpSpPr>
            <p:cNvPr id="18578" name="Group 213"/>
            <p:cNvGrpSpPr>
              <a:grpSpLocks/>
            </p:cNvGrpSpPr>
            <p:nvPr/>
          </p:nvGrpSpPr>
          <p:grpSpPr bwMode="auto">
            <a:xfrm>
              <a:off x="2113" y="3016"/>
              <a:ext cx="389" cy="228"/>
              <a:chOff x="1522" y="3016"/>
              <a:chExt cx="389" cy="228"/>
            </a:xfrm>
          </p:grpSpPr>
          <p:sp>
            <p:nvSpPr>
              <p:cNvPr id="18603" name="Text Box 214"/>
              <p:cNvSpPr txBox="1">
                <a:spLocks noChangeArrowheads="1"/>
              </p:cNvSpPr>
              <p:nvPr/>
            </p:nvSpPr>
            <p:spPr bwMode="auto">
              <a:xfrm>
                <a:off x="1522" y="3016"/>
                <a:ext cx="386" cy="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400">
                    <a:solidFill>
                      <a:schemeClr val="tx1"/>
                    </a:solidFill>
                  </a:rPr>
                  <a:t>b            r            v </a:t>
                </a:r>
              </a:p>
            </p:txBody>
          </p:sp>
          <p:sp>
            <p:nvSpPr>
              <p:cNvPr id="18604" name="Text Box 215"/>
              <p:cNvSpPr txBox="1">
                <a:spLocks noChangeArrowheads="1"/>
              </p:cNvSpPr>
              <p:nvPr/>
            </p:nvSpPr>
            <p:spPr bwMode="auto">
              <a:xfrm>
                <a:off x="1525" y="3148"/>
                <a:ext cx="386" cy="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400">
                    <a:solidFill>
                      <a:schemeClr val="tx1"/>
                    </a:solidFill>
                  </a:rPr>
                  <a:t>b            r            v </a:t>
                </a:r>
              </a:p>
            </p:txBody>
          </p:sp>
        </p:grpSp>
        <p:grpSp>
          <p:nvGrpSpPr>
            <p:cNvPr id="18579" name="Group 216"/>
            <p:cNvGrpSpPr>
              <a:grpSpLocks/>
            </p:cNvGrpSpPr>
            <p:nvPr/>
          </p:nvGrpSpPr>
          <p:grpSpPr bwMode="auto">
            <a:xfrm>
              <a:off x="1537" y="3556"/>
              <a:ext cx="389" cy="228"/>
              <a:chOff x="1522" y="3016"/>
              <a:chExt cx="389" cy="228"/>
            </a:xfrm>
          </p:grpSpPr>
          <p:sp>
            <p:nvSpPr>
              <p:cNvPr id="18601" name="Text Box 217"/>
              <p:cNvSpPr txBox="1">
                <a:spLocks noChangeArrowheads="1"/>
              </p:cNvSpPr>
              <p:nvPr/>
            </p:nvSpPr>
            <p:spPr bwMode="auto">
              <a:xfrm>
                <a:off x="1522" y="3016"/>
                <a:ext cx="386" cy="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400">
                    <a:solidFill>
                      <a:schemeClr val="tx1"/>
                    </a:solidFill>
                  </a:rPr>
                  <a:t>b            r            v </a:t>
                </a:r>
              </a:p>
            </p:txBody>
          </p:sp>
          <p:sp>
            <p:nvSpPr>
              <p:cNvPr id="18602" name="Text Box 218"/>
              <p:cNvSpPr txBox="1">
                <a:spLocks noChangeArrowheads="1"/>
              </p:cNvSpPr>
              <p:nvPr/>
            </p:nvSpPr>
            <p:spPr bwMode="auto">
              <a:xfrm>
                <a:off x="1525" y="3148"/>
                <a:ext cx="386" cy="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400">
                    <a:solidFill>
                      <a:schemeClr val="tx1"/>
                    </a:solidFill>
                  </a:rPr>
                  <a:t>b            r            v </a:t>
                </a:r>
              </a:p>
            </p:txBody>
          </p:sp>
        </p:grpSp>
        <p:grpSp>
          <p:nvGrpSpPr>
            <p:cNvPr id="18580" name="Group 219"/>
            <p:cNvGrpSpPr>
              <a:grpSpLocks/>
            </p:cNvGrpSpPr>
            <p:nvPr/>
          </p:nvGrpSpPr>
          <p:grpSpPr bwMode="auto">
            <a:xfrm>
              <a:off x="2134" y="3553"/>
              <a:ext cx="389" cy="228"/>
              <a:chOff x="1522" y="3016"/>
              <a:chExt cx="389" cy="228"/>
            </a:xfrm>
          </p:grpSpPr>
          <p:sp>
            <p:nvSpPr>
              <p:cNvPr id="18599" name="Text Box 220"/>
              <p:cNvSpPr txBox="1">
                <a:spLocks noChangeArrowheads="1"/>
              </p:cNvSpPr>
              <p:nvPr/>
            </p:nvSpPr>
            <p:spPr bwMode="auto">
              <a:xfrm>
                <a:off x="1522" y="3016"/>
                <a:ext cx="386" cy="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400">
                    <a:solidFill>
                      <a:schemeClr val="tx1"/>
                    </a:solidFill>
                  </a:rPr>
                  <a:t>b            r            v </a:t>
                </a:r>
              </a:p>
            </p:txBody>
          </p:sp>
          <p:sp>
            <p:nvSpPr>
              <p:cNvPr id="18600" name="Text Box 221"/>
              <p:cNvSpPr txBox="1">
                <a:spLocks noChangeArrowheads="1"/>
              </p:cNvSpPr>
              <p:nvPr/>
            </p:nvSpPr>
            <p:spPr bwMode="auto">
              <a:xfrm>
                <a:off x="1525" y="3148"/>
                <a:ext cx="386" cy="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400">
                    <a:solidFill>
                      <a:schemeClr val="tx1"/>
                    </a:solidFill>
                  </a:rPr>
                  <a:t>b            r            v </a:t>
                </a:r>
              </a:p>
            </p:txBody>
          </p:sp>
        </p:grpSp>
        <p:grpSp>
          <p:nvGrpSpPr>
            <p:cNvPr id="18581" name="Group 222"/>
            <p:cNvGrpSpPr>
              <a:grpSpLocks/>
            </p:cNvGrpSpPr>
            <p:nvPr/>
          </p:nvGrpSpPr>
          <p:grpSpPr bwMode="auto">
            <a:xfrm>
              <a:off x="2887" y="3022"/>
              <a:ext cx="389" cy="228"/>
              <a:chOff x="1522" y="3016"/>
              <a:chExt cx="389" cy="228"/>
            </a:xfrm>
          </p:grpSpPr>
          <p:sp>
            <p:nvSpPr>
              <p:cNvPr id="18597" name="Text Box 223"/>
              <p:cNvSpPr txBox="1">
                <a:spLocks noChangeArrowheads="1"/>
              </p:cNvSpPr>
              <p:nvPr/>
            </p:nvSpPr>
            <p:spPr bwMode="auto">
              <a:xfrm>
                <a:off x="1522" y="3016"/>
                <a:ext cx="386" cy="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400">
                    <a:solidFill>
                      <a:schemeClr val="tx1"/>
                    </a:solidFill>
                  </a:rPr>
                  <a:t>b            r            v </a:t>
                </a:r>
              </a:p>
            </p:txBody>
          </p:sp>
          <p:sp>
            <p:nvSpPr>
              <p:cNvPr id="18598" name="Text Box 224"/>
              <p:cNvSpPr txBox="1">
                <a:spLocks noChangeArrowheads="1"/>
              </p:cNvSpPr>
              <p:nvPr/>
            </p:nvSpPr>
            <p:spPr bwMode="auto">
              <a:xfrm>
                <a:off x="1525" y="3148"/>
                <a:ext cx="386" cy="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400">
                    <a:solidFill>
                      <a:schemeClr val="tx1"/>
                    </a:solidFill>
                  </a:rPr>
                  <a:t>b            r            v </a:t>
                </a:r>
              </a:p>
            </p:txBody>
          </p:sp>
        </p:grpSp>
        <p:grpSp>
          <p:nvGrpSpPr>
            <p:cNvPr id="18582" name="Group 225"/>
            <p:cNvGrpSpPr>
              <a:grpSpLocks/>
            </p:cNvGrpSpPr>
            <p:nvPr/>
          </p:nvGrpSpPr>
          <p:grpSpPr bwMode="auto">
            <a:xfrm>
              <a:off x="3478" y="3022"/>
              <a:ext cx="389" cy="228"/>
              <a:chOff x="1522" y="3016"/>
              <a:chExt cx="389" cy="228"/>
            </a:xfrm>
          </p:grpSpPr>
          <p:sp>
            <p:nvSpPr>
              <p:cNvPr id="18595" name="Text Box 226"/>
              <p:cNvSpPr txBox="1">
                <a:spLocks noChangeArrowheads="1"/>
              </p:cNvSpPr>
              <p:nvPr/>
            </p:nvSpPr>
            <p:spPr bwMode="auto">
              <a:xfrm>
                <a:off x="1522" y="3016"/>
                <a:ext cx="386" cy="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400">
                    <a:solidFill>
                      <a:schemeClr val="tx1"/>
                    </a:solidFill>
                  </a:rPr>
                  <a:t>b            r            v </a:t>
                </a:r>
              </a:p>
            </p:txBody>
          </p:sp>
          <p:sp>
            <p:nvSpPr>
              <p:cNvPr id="18596" name="Text Box 227"/>
              <p:cNvSpPr txBox="1">
                <a:spLocks noChangeArrowheads="1"/>
              </p:cNvSpPr>
              <p:nvPr/>
            </p:nvSpPr>
            <p:spPr bwMode="auto">
              <a:xfrm>
                <a:off x="1525" y="3148"/>
                <a:ext cx="386" cy="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400">
                    <a:solidFill>
                      <a:schemeClr val="tx1"/>
                    </a:solidFill>
                  </a:rPr>
                  <a:t>b            r            v </a:t>
                </a:r>
              </a:p>
            </p:txBody>
          </p:sp>
        </p:grpSp>
        <p:grpSp>
          <p:nvGrpSpPr>
            <p:cNvPr id="18583" name="Group 228"/>
            <p:cNvGrpSpPr>
              <a:grpSpLocks/>
            </p:cNvGrpSpPr>
            <p:nvPr/>
          </p:nvGrpSpPr>
          <p:grpSpPr bwMode="auto">
            <a:xfrm>
              <a:off x="2884" y="3544"/>
              <a:ext cx="389" cy="228"/>
              <a:chOff x="1522" y="3016"/>
              <a:chExt cx="389" cy="228"/>
            </a:xfrm>
          </p:grpSpPr>
          <p:sp>
            <p:nvSpPr>
              <p:cNvPr id="18593" name="Text Box 229"/>
              <p:cNvSpPr txBox="1">
                <a:spLocks noChangeArrowheads="1"/>
              </p:cNvSpPr>
              <p:nvPr/>
            </p:nvSpPr>
            <p:spPr bwMode="auto">
              <a:xfrm>
                <a:off x="1522" y="3016"/>
                <a:ext cx="386" cy="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400">
                    <a:solidFill>
                      <a:schemeClr val="tx1"/>
                    </a:solidFill>
                  </a:rPr>
                  <a:t>b            r            v </a:t>
                </a:r>
              </a:p>
            </p:txBody>
          </p:sp>
          <p:sp>
            <p:nvSpPr>
              <p:cNvPr id="18594" name="Text Box 230"/>
              <p:cNvSpPr txBox="1">
                <a:spLocks noChangeArrowheads="1"/>
              </p:cNvSpPr>
              <p:nvPr/>
            </p:nvSpPr>
            <p:spPr bwMode="auto">
              <a:xfrm>
                <a:off x="1525" y="3148"/>
                <a:ext cx="386" cy="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400">
                    <a:solidFill>
                      <a:schemeClr val="tx1"/>
                    </a:solidFill>
                  </a:rPr>
                  <a:t>b            r            v </a:t>
                </a:r>
              </a:p>
            </p:txBody>
          </p:sp>
        </p:grpSp>
        <p:grpSp>
          <p:nvGrpSpPr>
            <p:cNvPr id="18584" name="Group 231"/>
            <p:cNvGrpSpPr>
              <a:grpSpLocks/>
            </p:cNvGrpSpPr>
            <p:nvPr/>
          </p:nvGrpSpPr>
          <p:grpSpPr bwMode="auto">
            <a:xfrm>
              <a:off x="3475" y="3544"/>
              <a:ext cx="389" cy="228"/>
              <a:chOff x="1522" y="3016"/>
              <a:chExt cx="389" cy="228"/>
            </a:xfrm>
          </p:grpSpPr>
          <p:sp>
            <p:nvSpPr>
              <p:cNvPr id="18591" name="Text Box 232"/>
              <p:cNvSpPr txBox="1">
                <a:spLocks noChangeArrowheads="1"/>
              </p:cNvSpPr>
              <p:nvPr/>
            </p:nvSpPr>
            <p:spPr bwMode="auto">
              <a:xfrm>
                <a:off x="1522" y="3016"/>
                <a:ext cx="386" cy="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400">
                    <a:solidFill>
                      <a:schemeClr val="tx1"/>
                    </a:solidFill>
                  </a:rPr>
                  <a:t>b            r            v </a:t>
                </a:r>
              </a:p>
            </p:txBody>
          </p:sp>
          <p:sp>
            <p:nvSpPr>
              <p:cNvPr id="18592" name="Text Box 233"/>
              <p:cNvSpPr txBox="1">
                <a:spLocks noChangeArrowheads="1"/>
              </p:cNvSpPr>
              <p:nvPr/>
            </p:nvSpPr>
            <p:spPr bwMode="auto">
              <a:xfrm>
                <a:off x="1525" y="3148"/>
                <a:ext cx="386" cy="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400">
                    <a:solidFill>
                      <a:schemeClr val="tx1"/>
                    </a:solidFill>
                  </a:rPr>
                  <a:t>b            r            v </a:t>
                </a:r>
              </a:p>
            </p:txBody>
          </p:sp>
        </p:grpSp>
        <p:grpSp>
          <p:nvGrpSpPr>
            <p:cNvPr id="18585" name="Group 234"/>
            <p:cNvGrpSpPr>
              <a:grpSpLocks/>
            </p:cNvGrpSpPr>
            <p:nvPr/>
          </p:nvGrpSpPr>
          <p:grpSpPr bwMode="auto">
            <a:xfrm>
              <a:off x="4237" y="3265"/>
              <a:ext cx="389" cy="228"/>
              <a:chOff x="1522" y="3016"/>
              <a:chExt cx="389" cy="228"/>
            </a:xfrm>
          </p:grpSpPr>
          <p:sp>
            <p:nvSpPr>
              <p:cNvPr id="18589" name="Text Box 235"/>
              <p:cNvSpPr txBox="1">
                <a:spLocks noChangeArrowheads="1"/>
              </p:cNvSpPr>
              <p:nvPr/>
            </p:nvSpPr>
            <p:spPr bwMode="auto">
              <a:xfrm>
                <a:off x="1522" y="3016"/>
                <a:ext cx="386" cy="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400">
                    <a:solidFill>
                      <a:schemeClr val="tx1"/>
                    </a:solidFill>
                  </a:rPr>
                  <a:t>b            r            v </a:t>
                </a:r>
              </a:p>
            </p:txBody>
          </p:sp>
          <p:sp>
            <p:nvSpPr>
              <p:cNvPr id="18590" name="Text Box 236"/>
              <p:cNvSpPr txBox="1">
                <a:spLocks noChangeArrowheads="1"/>
              </p:cNvSpPr>
              <p:nvPr/>
            </p:nvSpPr>
            <p:spPr bwMode="auto">
              <a:xfrm>
                <a:off x="1525" y="3148"/>
                <a:ext cx="386" cy="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400">
                    <a:solidFill>
                      <a:schemeClr val="tx1"/>
                    </a:solidFill>
                  </a:rPr>
                  <a:t>b            r            v </a:t>
                </a:r>
              </a:p>
            </p:txBody>
          </p:sp>
        </p:grpSp>
        <p:grpSp>
          <p:nvGrpSpPr>
            <p:cNvPr id="18586" name="Group 237"/>
            <p:cNvGrpSpPr>
              <a:grpSpLocks/>
            </p:cNvGrpSpPr>
            <p:nvPr/>
          </p:nvGrpSpPr>
          <p:grpSpPr bwMode="auto">
            <a:xfrm>
              <a:off x="4243" y="3667"/>
              <a:ext cx="389" cy="228"/>
              <a:chOff x="1522" y="3016"/>
              <a:chExt cx="389" cy="228"/>
            </a:xfrm>
          </p:grpSpPr>
          <p:sp>
            <p:nvSpPr>
              <p:cNvPr id="18587" name="Text Box 238"/>
              <p:cNvSpPr txBox="1">
                <a:spLocks noChangeArrowheads="1"/>
              </p:cNvSpPr>
              <p:nvPr/>
            </p:nvSpPr>
            <p:spPr bwMode="auto">
              <a:xfrm>
                <a:off x="1522" y="3016"/>
                <a:ext cx="386" cy="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400">
                    <a:solidFill>
                      <a:schemeClr val="tx1"/>
                    </a:solidFill>
                  </a:rPr>
                  <a:t>b            r            v </a:t>
                </a:r>
              </a:p>
            </p:txBody>
          </p:sp>
          <p:sp>
            <p:nvSpPr>
              <p:cNvPr id="18588" name="Text Box 239"/>
              <p:cNvSpPr txBox="1">
                <a:spLocks noChangeArrowheads="1"/>
              </p:cNvSpPr>
              <p:nvPr/>
            </p:nvSpPr>
            <p:spPr bwMode="auto">
              <a:xfrm>
                <a:off x="1525" y="3148"/>
                <a:ext cx="386" cy="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400">
                    <a:solidFill>
                      <a:schemeClr val="tx1"/>
                    </a:solidFill>
                  </a:rPr>
                  <a:t>b            r            v </a:t>
                </a:r>
              </a:p>
            </p:txBody>
          </p:sp>
        </p:grpSp>
      </p:gr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8" name="Rectangle 2"/>
          <p:cNvSpPr>
            <a:spLocks noGrp="1" noChangeArrowheads="1"/>
          </p:cNvSpPr>
          <p:nvPr>
            <p:ph type="title"/>
          </p:nvPr>
        </p:nvSpPr>
        <p:spPr>
          <a:xfrm>
            <a:off x="457200" y="0"/>
            <a:ext cx="8229600" cy="647700"/>
          </a:xfrm>
        </p:spPr>
        <p:txBody>
          <a:bodyPr/>
          <a:lstStyle/>
          <a:p>
            <a:pPr eaLnBrk="1" hangingPunct="1"/>
            <a:r>
              <a:rPr lang="fr-FR" altLang="fr-FR" dirty="0"/>
              <a:t>Horaire</a:t>
            </a:r>
          </a:p>
        </p:txBody>
      </p:sp>
      <p:sp>
        <p:nvSpPr>
          <p:cNvPr id="19459" name="Rectangle 3"/>
          <p:cNvSpPr>
            <a:spLocks noGrp="1" noChangeArrowheads="1"/>
          </p:cNvSpPr>
          <p:nvPr>
            <p:ph type="body" idx="1"/>
          </p:nvPr>
        </p:nvSpPr>
        <p:spPr>
          <a:xfrm>
            <a:off x="447675" y="968375"/>
            <a:ext cx="8229600" cy="4953000"/>
          </a:xfrm>
        </p:spPr>
        <p:txBody>
          <a:bodyPr/>
          <a:lstStyle/>
          <a:p>
            <a:pPr eaLnBrk="1" hangingPunct="1">
              <a:lnSpc>
                <a:spcPct val="120000"/>
              </a:lnSpc>
            </a:pPr>
            <a:r>
              <a:rPr lang="fr-FR" altLang="fr-FR" sz="1800"/>
              <a:t>La simulation que nous venons de décrire nécessite normalement 5h.</a:t>
            </a:r>
          </a:p>
          <a:p>
            <a:pPr eaLnBrk="1" hangingPunct="1">
              <a:lnSpc>
                <a:spcPct val="120000"/>
              </a:lnSpc>
            </a:pPr>
            <a:r>
              <a:rPr lang="fr-FR" altLang="fr-FR" sz="1800"/>
              <a:t>Il est possible d’aller plus vite ou moins vite. </a:t>
            </a:r>
          </a:p>
          <a:p>
            <a:pPr eaLnBrk="1" hangingPunct="1">
              <a:lnSpc>
                <a:spcPct val="120000"/>
              </a:lnSpc>
            </a:pPr>
            <a:r>
              <a:rPr lang="fr-FR" altLang="fr-FR" sz="1800"/>
              <a:t>Aller plus vite, en 4h :</a:t>
            </a:r>
          </a:p>
          <a:p>
            <a:pPr lvl="1" eaLnBrk="1" hangingPunct="1">
              <a:lnSpc>
                <a:spcPct val="120000"/>
              </a:lnSpc>
            </a:pPr>
            <a:r>
              <a:rPr lang="fr-FR" altLang="fr-FR" sz="1600"/>
              <a:t>en ne simulant pas la semaine 3 ; pour des précisions sur cette variante, voir la diapo située en début de semaine 3 (zone de commentaires).</a:t>
            </a:r>
          </a:p>
          <a:p>
            <a:pPr lvl="1" eaLnBrk="1" hangingPunct="1">
              <a:lnSpc>
                <a:spcPct val="120000"/>
              </a:lnSpc>
            </a:pPr>
            <a:r>
              <a:rPr lang="fr-FR" altLang="fr-FR" sz="1600"/>
              <a:t>en ne mettant pas en jeu les Diapos Questions.</a:t>
            </a:r>
          </a:p>
          <a:p>
            <a:pPr lvl="1" eaLnBrk="1" hangingPunct="1">
              <a:lnSpc>
                <a:spcPct val="120000"/>
              </a:lnSpc>
            </a:pPr>
            <a:r>
              <a:rPr lang="fr-FR" altLang="fr-FR" sz="1600"/>
              <a:t>en ne commentant pas les Incidents</a:t>
            </a:r>
          </a:p>
          <a:p>
            <a:pPr eaLnBrk="1" hangingPunct="1">
              <a:lnSpc>
                <a:spcPct val="120000"/>
              </a:lnSpc>
            </a:pPr>
            <a:r>
              <a:rPr lang="fr-FR" altLang="fr-FR" sz="1800"/>
              <a:t>Aller moins vite, en 6h à 8h </a:t>
            </a:r>
          </a:p>
          <a:p>
            <a:pPr lvl="1" eaLnBrk="1" hangingPunct="1">
              <a:lnSpc>
                <a:spcPct val="120000"/>
              </a:lnSpc>
            </a:pPr>
            <a:r>
              <a:rPr lang="fr-FR" altLang="fr-FR" sz="1600"/>
              <a:t>en conservant plusieurs Diapos Questions.</a:t>
            </a:r>
          </a:p>
          <a:p>
            <a:pPr lvl="1" eaLnBrk="1" hangingPunct="1">
              <a:lnSpc>
                <a:spcPct val="120000"/>
              </a:lnSpc>
            </a:pPr>
            <a:r>
              <a:rPr lang="fr-FR" altLang="fr-FR" sz="1600"/>
              <a:t>en commentant les Incidents.</a:t>
            </a:r>
          </a:p>
          <a:p>
            <a:pPr lvl="1" eaLnBrk="1" hangingPunct="1">
              <a:lnSpc>
                <a:spcPct val="120000"/>
              </a:lnSpc>
            </a:pPr>
            <a:r>
              <a:rPr lang="fr-FR" altLang="fr-FR" sz="1600"/>
              <a:t>en passant plus de temps à commenter les indicateurs en fin de semaine.</a:t>
            </a:r>
          </a:p>
          <a:p>
            <a:pPr lvl="1" eaLnBrk="1" hangingPunct="1">
              <a:lnSpc>
                <a:spcPct val="120000"/>
              </a:lnSpc>
            </a:pPr>
            <a:r>
              <a:rPr lang="fr-FR" altLang="fr-FR" sz="1600"/>
              <a:t>en animant un débat (soit chaque fin de semaine, soit en fin de simulation) sur les situations apparues au cours de partie (avantages du kanban, nécessité des changements rapides d’outil, etc.).</a:t>
            </a:r>
          </a:p>
        </p:txBody>
      </p:sp>
      <p:pic>
        <p:nvPicPr>
          <p:cNvPr id="6" name="Picture 2" descr="C:\Users\BertrandS\Dropbox\Jeux\00. CONCEPTION DES JEUX\photos\Bureau Une Femme 29\iStock_000002139332_Medium ALLEGE.jpg"/>
          <p:cNvPicPr>
            <a:picLocks noChangeAspect="1" noChangeArrowheads="1"/>
          </p:cNvPicPr>
          <p:nvPr/>
        </p:nvPicPr>
        <p:blipFill rotWithShape="1">
          <a:blip r:embed="rId3" cstate="print">
            <a:clrChange>
              <a:clrFrom>
                <a:srgbClr val="FFFFFF"/>
              </a:clrFrom>
              <a:clrTo>
                <a:srgbClr val="FFFFFF">
                  <a:alpha val="0"/>
                </a:srgbClr>
              </a:clrTo>
            </a:clrChange>
            <a:extLst>
              <a:ext uri="{28A0092B-C50C-407E-A947-70E740481C1C}">
                <a14:useLocalDpi xmlns:a14="http://schemas.microsoft.com/office/drawing/2010/main" val="0"/>
              </a:ext>
            </a:extLst>
          </a:blip>
          <a:srcRect b="26675"/>
          <a:stretch/>
        </p:blipFill>
        <p:spPr bwMode="auto">
          <a:xfrm>
            <a:off x="8248783" y="45838"/>
            <a:ext cx="815481" cy="947302"/>
          </a:xfrm>
          <a:prstGeom prst="rect">
            <a:avLst/>
          </a:prstGeom>
          <a:solidFill>
            <a:schemeClr val="bg1"/>
          </a:solidFill>
          <a:ln w="12700">
            <a:solidFill>
              <a:srgbClr val="27A8E0"/>
            </a:solidFill>
          </a:ln>
          <a:effectLst>
            <a:outerShdw blurRad="25400" dist="50800" dir="2700000" algn="ctr" rotWithShape="0">
              <a:srgbClr val="27A8E0"/>
            </a:outerShdw>
          </a:effectLst>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Rectangle 2"/>
          <p:cNvSpPr>
            <a:spLocks noGrp="1" noChangeArrowheads="1"/>
          </p:cNvSpPr>
          <p:nvPr>
            <p:ph type="title"/>
          </p:nvPr>
        </p:nvSpPr>
        <p:spPr>
          <a:xfrm>
            <a:off x="457200" y="0"/>
            <a:ext cx="8229600" cy="647700"/>
          </a:xfrm>
        </p:spPr>
        <p:txBody>
          <a:bodyPr/>
          <a:lstStyle/>
          <a:p>
            <a:pPr eaLnBrk="1" hangingPunct="1"/>
            <a:r>
              <a:rPr lang="fr-FR" altLang="fr-FR" dirty="0"/>
              <a:t>Variante sans ticket Kanban</a:t>
            </a:r>
          </a:p>
        </p:txBody>
      </p:sp>
      <p:sp>
        <p:nvSpPr>
          <p:cNvPr id="20483" name="Rectangle 3"/>
          <p:cNvSpPr>
            <a:spLocks noGrp="1" noChangeArrowheads="1"/>
          </p:cNvSpPr>
          <p:nvPr>
            <p:ph type="body" idx="1"/>
          </p:nvPr>
        </p:nvSpPr>
        <p:spPr>
          <a:xfrm>
            <a:off x="447675" y="1257300"/>
            <a:ext cx="8374063" cy="4664075"/>
          </a:xfrm>
        </p:spPr>
        <p:txBody>
          <a:bodyPr/>
          <a:lstStyle/>
          <a:p>
            <a:pPr eaLnBrk="1" hangingPunct="1">
              <a:lnSpc>
                <a:spcPct val="120000"/>
              </a:lnSpc>
            </a:pPr>
            <a:r>
              <a:rPr lang="fr-FR" altLang="fr-FR" sz="1800"/>
              <a:t>Il est possible pour l’animateur qui le souhaite de ne pas utiliser les tickets Kanban (début de semaine 2).</a:t>
            </a:r>
          </a:p>
          <a:p>
            <a:pPr eaLnBrk="1" hangingPunct="1">
              <a:lnSpc>
                <a:spcPct val="120000"/>
              </a:lnSpc>
            </a:pPr>
            <a:r>
              <a:rPr lang="fr-FR" altLang="fr-FR" sz="1800"/>
              <a:t>Dans ce cas, il suffit de dire aux joueurs de décider leur production « à vue », c’est-à-dire en surveillant le stock aval. </a:t>
            </a:r>
          </a:p>
        </p:txBody>
      </p:sp>
      <p:pic>
        <p:nvPicPr>
          <p:cNvPr id="6" name="Picture 2" descr="C:\Users\BertrandS\Dropbox\Jeux\00. CONCEPTION DES JEUX\photos\Bureau Une Femme 29\iStock_000002139332_Medium ALLEGE.jpg"/>
          <p:cNvPicPr>
            <a:picLocks noChangeAspect="1" noChangeArrowheads="1"/>
          </p:cNvPicPr>
          <p:nvPr/>
        </p:nvPicPr>
        <p:blipFill rotWithShape="1">
          <a:blip r:embed="rId3" cstate="print">
            <a:clrChange>
              <a:clrFrom>
                <a:srgbClr val="FFFFFF"/>
              </a:clrFrom>
              <a:clrTo>
                <a:srgbClr val="FFFFFF">
                  <a:alpha val="0"/>
                </a:srgbClr>
              </a:clrTo>
            </a:clrChange>
            <a:extLst>
              <a:ext uri="{28A0092B-C50C-407E-A947-70E740481C1C}">
                <a14:useLocalDpi xmlns:a14="http://schemas.microsoft.com/office/drawing/2010/main" val="0"/>
              </a:ext>
            </a:extLst>
          </a:blip>
          <a:srcRect b="26675"/>
          <a:stretch/>
        </p:blipFill>
        <p:spPr bwMode="auto">
          <a:xfrm>
            <a:off x="8248783" y="45838"/>
            <a:ext cx="815481" cy="947302"/>
          </a:xfrm>
          <a:prstGeom prst="rect">
            <a:avLst/>
          </a:prstGeom>
          <a:solidFill>
            <a:schemeClr val="bg1"/>
          </a:solidFill>
          <a:ln w="12700">
            <a:solidFill>
              <a:srgbClr val="27A8E0"/>
            </a:solidFill>
          </a:ln>
          <a:effectLst>
            <a:outerShdw blurRad="25400" dist="50800" dir="2700000" algn="ctr" rotWithShape="0">
              <a:srgbClr val="27A8E0"/>
            </a:outerShdw>
          </a:effectLst>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1506" name="Rectangle 8"/>
          <p:cNvSpPr>
            <a:spLocks noGrp="1" noChangeArrowheads="1"/>
          </p:cNvSpPr>
          <p:nvPr>
            <p:ph type="title"/>
          </p:nvPr>
        </p:nvSpPr>
        <p:spPr>
          <a:xfrm>
            <a:off x="606425" y="0"/>
            <a:ext cx="8229600" cy="647700"/>
          </a:xfrm>
        </p:spPr>
        <p:txBody>
          <a:bodyPr/>
          <a:lstStyle/>
          <a:p>
            <a:pPr eaLnBrk="1" hangingPunct="1"/>
            <a:r>
              <a:rPr lang="fr-FR" altLang="fr-FR" dirty="0"/>
              <a:t>Participants</a:t>
            </a:r>
          </a:p>
        </p:txBody>
      </p:sp>
      <p:sp>
        <p:nvSpPr>
          <p:cNvPr id="21507" name="Rectangle 10"/>
          <p:cNvSpPr>
            <a:spLocks noGrp="1" noChangeArrowheads="1"/>
          </p:cNvSpPr>
          <p:nvPr>
            <p:ph type="body" idx="1"/>
          </p:nvPr>
        </p:nvSpPr>
        <p:spPr>
          <a:xfrm>
            <a:off x="571500" y="1300163"/>
            <a:ext cx="8229600" cy="3482975"/>
          </a:xfrm>
          <a:solidFill>
            <a:schemeClr val="bg1"/>
          </a:solidFill>
        </p:spPr>
        <p:txBody>
          <a:bodyPr/>
          <a:lstStyle/>
          <a:p>
            <a:pPr eaLnBrk="1" hangingPunct="1"/>
            <a:r>
              <a:rPr kumimoji="1" lang="fr-FR" altLang="fr-FR"/>
              <a:t>Par table : entre 5 et 10 personnes.</a:t>
            </a:r>
          </a:p>
          <a:p>
            <a:pPr lvl="2" eaLnBrk="1" hangingPunct="1"/>
            <a:r>
              <a:rPr kumimoji="1" lang="fr-FR" altLang="fr-FR"/>
              <a:t>5 personnes   :  1 personne par poste de travail</a:t>
            </a:r>
          </a:p>
          <a:p>
            <a:pPr lvl="2" eaLnBrk="1" hangingPunct="1"/>
            <a:r>
              <a:rPr kumimoji="1" lang="fr-FR" altLang="fr-FR"/>
              <a:t>6 personnes   :  2 personnes au montage</a:t>
            </a:r>
          </a:p>
          <a:p>
            <a:pPr lvl="2" eaLnBrk="1" hangingPunct="1"/>
            <a:r>
              <a:rPr kumimoji="1" lang="fr-FR" altLang="fr-FR"/>
              <a:t>7 personnes   :  idem + 2 aux engrenages.</a:t>
            </a:r>
          </a:p>
          <a:p>
            <a:pPr lvl="2" eaLnBrk="1" hangingPunct="1">
              <a:lnSpc>
                <a:spcPct val="140000"/>
              </a:lnSpc>
            </a:pPr>
            <a:r>
              <a:rPr kumimoji="1" lang="fr-FR" altLang="fr-FR" sz="1400" i="1"/>
              <a:t>8 personnes   :  idem + 2 aux carters.</a:t>
            </a:r>
          </a:p>
          <a:p>
            <a:pPr lvl="2" eaLnBrk="1" hangingPunct="1"/>
            <a:r>
              <a:rPr kumimoji="1" lang="fr-FR" altLang="fr-FR" sz="1400" i="1"/>
              <a:t>9 et 10 personnes   :  idem + 2 aux couronnes phase B puis 2 aux couronnes phase A</a:t>
            </a:r>
          </a:p>
          <a:p>
            <a:pPr lvl="1" eaLnBrk="1" hangingPunct="1"/>
            <a:r>
              <a:rPr kumimoji="1" lang="fr-FR" altLang="fr-FR"/>
              <a:t>Remarque : à partir de 8 personnes il vaut mieux constituer deux tables. </a:t>
            </a:r>
          </a:p>
          <a:p>
            <a:pPr lvl="2" eaLnBrk="1" hangingPunct="1"/>
            <a:r>
              <a:rPr kumimoji="1" lang="fr-FR" altLang="fr-FR" sz="1500"/>
              <a:t>En effet, un groupe est beaucoup plus efficace et participatif s’il reste de petite taille. S’il y a 8 personnes on forme deux équipes de 4 en demandant à une même personne de tenir les 2 postes des couronnes (phase A et phase B)</a:t>
            </a:r>
          </a:p>
          <a:p>
            <a:pPr eaLnBrk="1" hangingPunct="1">
              <a:lnSpc>
                <a:spcPct val="130000"/>
              </a:lnSpc>
            </a:pPr>
            <a:r>
              <a:rPr kumimoji="1" lang="fr-FR" altLang="fr-FR" sz="1900"/>
              <a:t>Le matériel contenu dans le kit est prévu pour animer trois tables</a:t>
            </a:r>
          </a:p>
        </p:txBody>
      </p:sp>
      <p:pic>
        <p:nvPicPr>
          <p:cNvPr id="21510" name="Picture 17"/>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65113" y="5314950"/>
            <a:ext cx="8294687" cy="11414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pic>
      <p:pic>
        <p:nvPicPr>
          <p:cNvPr id="7" name="Picture 2" descr="C:\Users\BertrandS\Dropbox\Jeux\00. CONCEPTION DES JEUX\photos\Bureau Une Femme 29\iStock_000002139332_Medium ALLEGE.jpg"/>
          <p:cNvPicPr>
            <a:picLocks noChangeAspect="1" noChangeArrowheads="1"/>
          </p:cNvPicPr>
          <p:nvPr/>
        </p:nvPicPr>
        <p:blipFill rotWithShape="1">
          <a:blip r:embed="rId4" cstate="print">
            <a:clrChange>
              <a:clrFrom>
                <a:srgbClr val="FFFFFF"/>
              </a:clrFrom>
              <a:clrTo>
                <a:srgbClr val="FFFFFF">
                  <a:alpha val="0"/>
                </a:srgbClr>
              </a:clrTo>
            </a:clrChange>
            <a:extLst>
              <a:ext uri="{28A0092B-C50C-407E-A947-70E740481C1C}">
                <a14:useLocalDpi xmlns:a14="http://schemas.microsoft.com/office/drawing/2010/main" val="0"/>
              </a:ext>
            </a:extLst>
          </a:blip>
          <a:srcRect b="26675"/>
          <a:stretch/>
        </p:blipFill>
        <p:spPr bwMode="auto">
          <a:xfrm>
            <a:off x="8248783" y="45838"/>
            <a:ext cx="815481" cy="947302"/>
          </a:xfrm>
          <a:prstGeom prst="rect">
            <a:avLst/>
          </a:prstGeom>
          <a:solidFill>
            <a:schemeClr val="bg1"/>
          </a:solidFill>
          <a:ln w="12700">
            <a:solidFill>
              <a:srgbClr val="27A8E0"/>
            </a:solidFill>
          </a:ln>
          <a:effectLst>
            <a:outerShdw blurRad="25400" dist="50800" dir="2700000" algn="ctr" rotWithShape="0">
              <a:srgbClr val="27A8E0"/>
            </a:outerShdw>
          </a:effectLst>
        </p:spPr>
      </p:pic>
    </p:spTree>
  </p:cSld>
  <p:clrMapOvr>
    <a:masterClrMapping/>
  </p:clrMapOvr>
  <p:transition/>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530" name="Rectangle 2"/>
          <p:cNvSpPr>
            <a:spLocks noGrp="1" noChangeArrowheads="1"/>
          </p:cNvSpPr>
          <p:nvPr>
            <p:ph type="title"/>
          </p:nvPr>
        </p:nvSpPr>
        <p:spPr/>
        <p:txBody>
          <a:bodyPr/>
          <a:lstStyle/>
          <a:p>
            <a:pPr eaLnBrk="1" hangingPunct="1"/>
            <a:r>
              <a:rPr lang="fr-FR" altLang="fr-FR" dirty="0"/>
              <a:t>Check List du matériel</a:t>
            </a:r>
          </a:p>
        </p:txBody>
      </p:sp>
      <p:pic>
        <p:nvPicPr>
          <p:cNvPr id="10" name="Picture 2" descr="C:\Users\BertrandS\Dropbox\Jeux\00. CONCEPTION DES JEUX\photos\Bureau Une Femme 29\iStock_000002139332_Medium ALLEGE.jpg"/>
          <p:cNvPicPr>
            <a:picLocks noChangeAspect="1" noChangeArrowheads="1"/>
          </p:cNvPicPr>
          <p:nvPr/>
        </p:nvPicPr>
        <p:blipFill rotWithShape="1">
          <a:blip r:embed="rId3" cstate="print">
            <a:clrChange>
              <a:clrFrom>
                <a:srgbClr val="FFFFFF"/>
              </a:clrFrom>
              <a:clrTo>
                <a:srgbClr val="FFFFFF">
                  <a:alpha val="0"/>
                </a:srgbClr>
              </a:clrTo>
            </a:clrChange>
            <a:extLst>
              <a:ext uri="{28A0092B-C50C-407E-A947-70E740481C1C}">
                <a14:useLocalDpi xmlns:a14="http://schemas.microsoft.com/office/drawing/2010/main" val="0"/>
              </a:ext>
            </a:extLst>
          </a:blip>
          <a:srcRect b="26675"/>
          <a:stretch/>
        </p:blipFill>
        <p:spPr bwMode="auto">
          <a:xfrm>
            <a:off x="8248783" y="45838"/>
            <a:ext cx="815481" cy="947302"/>
          </a:xfrm>
          <a:prstGeom prst="rect">
            <a:avLst/>
          </a:prstGeom>
          <a:solidFill>
            <a:schemeClr val="bg1"/>
          </a:solidFill>
          <a:ln w="12700">
            <a:solidFill>
              <a:srgbClr val="27A8E0"/>
            </a:solidFill>
          </a:ln>
          <a:effectLst>
            <a:outerShdw blurRad="25400" dist="50800" dir="2700000" algn="ctr" rotWithShape="0">
              <a:srgbClr val="27A8E0"/>
            </a:outerShdw>
          </a:effectLst>
        </p:spPr>
      </p:pic>
      <p:graphicFrame>
        <p:nvGraphicFramePr>
          <p:cNvPr id="12" name="Tableau 11"/>
          <p:cNvGraphicFramePr>
            <a:graphicFrameLocks noGrp="1"/>
          </p:cNvGraphicFramePr>
          <p:nvPr>
            <p:extLst>
              <p:ext uri="{D42A27DB-BD31-4B8C-83A1-F6EECF244321}">
                <p14:modId xmlns:p14="http://schemas.microsoft.com/office/powerpoint/2010/main" val="1858953618"/>
              </p:ext>
            </p:extLst>
          </p:nvPr>
        </p:nvGraphicFramePr>
        <p:xfrm>
          <a:off x="155939" y="1107478"/>
          <a:ext cx="5446208" cy="4501583"/>
        </p:xfrm>
        <a:graphic>
          <a:graphicData uri="http://schemas.openxmlformats.org/drawingml/2006/table">
            <a:tbl>
              <a:tblPr>
                <a:tableStyleId>{5C22544A-7EE6-4342-B048-85BDC9FD1C3A}</a:tableStyleId>
              </a:tblPr>
              <a:tblGrid>
                <a:gridCol w="2621822">
                  <a:extLst>
                    <a:ext uri="{9D8B030D-6E8A-4147-A177-3AD203B41FA5}">
                      <a16:colId xmlns:a16="http://schemas.microsoft.com/office/drawing/2014/main" val="20000"/>
                    </a:ext>
                  </a:extLst>
                </a:gridCol>
                <a:gridCol w="421250">
                  <a:extLst>
                    <a:ext uri="{9D8B030D-6E8A-4147-A177-3AD203B41FA5}">
                      <a16:colId xmlns:a16="http://schemas.microsoft.com/office/drawing/2014/main" val="20001"/>
                    </a:ext>
                  </a:extLst>
                </a:gridCol>
                <a:gridCol w="2403136">
                  <a:extLst>
                    <a:ext uri="{9D8B030D-6E8A-4147-A177-3AD203B41FA5}">
                      <a16:colId xmlns:a16="http://schemas.microsoft.com/office/drawing/2014/main" val="20002"/>
                    </a:ext>
                  </a:extLst>
                </a:gridCol>
              </a:tblGrid>
              <a:tr h="294678">
                <a:tc>
                  <a:txBody>
                    <a:bodyPr/>
                    <a:lstStyle/>
                    <a:p>
                      <a:pPr algn="l" fontAlgn="ctr"/>
                      <a:r>
                        <a:rPr lang="fr-FR" sz="1400" b="1" i="0" u="none" strike="noStrike" dirty="0">
                          <a:solidFill>
                            <a:schemeClr val="tx1">
                              <a:lumMod val="65000"/>
                              <a:lumOff val="35000"/>
                            </a:schemeClr>
                          </a:solidFill>
                          <a:effectLst/>
                          <a:latin typeface="Calibri" panose="020F0502020204030204" pitchFamily="34" charset="0"/>
                        </a:rPr>
                        <a:t>DOCUMENTS  &amp;  MATÉRIELS</a:t>
                      </a:r>
                      <a:endParaRPr lang="fr-FR" sz="1200" b="1" i="0" u="none" strike="noStrike" dirty="0">
                        <a:solidFill>
                          <a:schemeClr val="tx1">
                            <a:lumMod val="65000"/>
                            <a:lumOff val="35000"/>
                          </a:schemeClr>
                        </a:solidFill>
                        <a:effectLst/>
                        <a:latin typeface="Calibri" panose="020F0502020204030204" pitchFamily="34" charset="0"/>
                      </a:endParaRPr>
                    </a:p>
                  </a:txBody>
                  <a:tcPr marL="36000" marR="36000" marT="36000" marB="36000" anchor="ctr">
                    <a:lnL w="12700" cap="flat" cmpd="sng" algn="ctr">
                      <a:no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noFill/>
                  </a:tcPr>
                </a:tc>
                <a:tc>
                  <a:txBody>
                    <a:bodyPr/>
                    <a:lstStyle/>
                    <a:p>
                      <a:pPr algn="ctr" fontAlgn="ctr"/>
                      <a:r>
                        <a:rPr lang="fr-FR" sz="1100" u="none" strike="noStrike" dirty="0" err="1">
                          <a:solidFill>
                            <a:schemeClr val="tx1">
                              <a:lumMod val="65000"/>
                              <a:lumOff val="35000"/>
                            </a:schemeClr>
                          </a:solidFill>
                          <a:effectLst/>
                          <a:latin typeface="Calibri" panose="020F0502020204030204" pitchFamily="34" charset="0"/>
                        </a:rPr>
                        <a:t>Nbre</a:t>
                      </a:r>
                      <a:r>
                        <a:rPr lang="fr-FR" sz="1100" u="none" strike="noStrike" dirty="0">
                          <a:solidFill>
                            <a:schemeClr val="tx1">
                              <a:lumMod val="65000"/>
                              <a:lumOff val="35000"/>
                            </a:schemeClr>
                          </a:solidFill>
                          <a:effectLst/>
                          <a:latin typeface="Calibri" panose="020F0502020204030204" pitchFamily="34" charset="0"/>
                        </a:rPr>
                        <a:t>.</a:t>
                      </a:r>
                      <a:endParaRPr lang="fr-FR" sz="1100" b="0" i="0" u="none" strike="noStrike" dirty="0">
                        <a:solidFill>
                          <a:schemeClr val="tx1">
                            <a:lumMod val="65000"/>
                            <a:lumOff val="35000"/>
                          </a:schemeClr>
                        </a:solidFill>
                        <a:effectLst/>
                        <a:latin typeface="Calibri" panose="020F0502020204030204" pitchFamily="34" charset="0"/>
                      </a:endParaRPr>
                    </a:p>
                  </a:txBody>
                  <a:tcPr marL="36000" marR="36000" marT="36000" marB="36000" anchor="ct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solidFill>
                      <a:schemeClr val="bg1"/>
                    </a:solidFill>
                  </a:tcPr>
                </a:tc>
                <a:tc>
                  <a:txBody>
                    <a:bodyPr/>
                    <a:lstStyle/>
                    <a:p>
                      <a:pPr algn="ctr" fontAlgn="ctr"/>
                      <a:r>
                        <a:rPr lang="fr-FR" sz="1100" u="none" strike="noStrike" dirty="0">
                          <a:solidFill>
                            <a:schemeClr val="tx1">
                              <a:lumMod val="65000"/>
                              <a:lumOff val="35000"/>
                            </a:schemeClr>
                          </a:solidFill>
                          <a:effectLst/>
                          <a:latin typeface="Calibri" panose="020F0502020204030204" pitchFamily="34" charset="0"/>
                        </a:rPr>
                        <a:t>Emplacement sur la clé USB</a:t>
                      </a:r>
                      <a:endParaRPr lang="fr-FR" sz="1100" b="0" i="0" u="none" strike="noStrike" dirty="0">
                        <a:solidFill>
                          <a:schemeClr val="tx1">
                            <a:lumMod val="65000"/>
                            <a:lumOff val="35000"/>
                          </a:schemeClr>
                        </a:solidFill>
                        <a:effectLst/>
                        <a:latin typeface="Calibri" panose="020F0502020204030204" pitchFamily="34" charset="0"/>
                      </a:endParaRPr>
                    </a:p>
                  </a:txBody>
                  <a:tcPr marL="36000" marR="36000" marT="36000" marB="36000" anchor="ct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solidFill>
                      <a:schemeClr val="bg1"/>
                    </a:solidFill>
                  </a:tcPr>
                </a:tc>
                <a:extLst>
                  <a:ext uri="{0D108BD9-81ED-4DB2-BD59-A6C34878D82A}">
                    <a16:rowId xmlns:a16="http://schemas.microsoft.com/office/drawing/2014/main" val="10000"/>
                  </a:ext>
                </a:extLst>
              </a:tr>
              <a:tr h="247465">
                <a:tc gridSpan="3">
                  <a:txBody>
                    <a:bodyPr/>
                    <a:lstStyle/>
                    <a:p>
                      <a:pPr algn="l" fontAlgn="ctr"/>
                      <a:r>
                        <a:rPr lang="fr-FR" sz="1100" b="1" i="0" u="none" strike="noStrike" dirty="0">
                          <a:solidFill>
                            <a:schemeClr val="bg1"/>
                          </a:solidFill>
                          <a:effectLst/>
                          <a:latin typeface="Calibri" panose="020F0502020204030204" pitchFamily="34" charset="0"/>
                        </a:rPr>
                        <a:t>Pochette </a:t>
                      </a:r>
                      <a:r>
                        <a:rPr lang="fr-FR" sz="1100" b="1" i="0" u="none" strike="noStrike" baseline="0" dirty="0">
                          <a:solidFill>
                            <a:schemeClr val="bg1"/>
                          </a:solidFill>
                          <a:effectLst/>
                          <a:latin typeface="Calibri" panose="020F0502020204030204" pitchFamily="34" charset="0"/>
                        </a:rPr>
                        <a:t>N° 1</a:t>
                      </a:r>
                      <a:endParaRPr lang="fr-FR" sz="1100" b="1" i="0" u="none" strike="noStrike" dirty="0">
                        <a:solidFill>
                          <a:schemeClr val="bg1"/>
                        </a:solidFill>
                        <a:effectLst/>
                        <a:latin typeface="Calibri" panose="020F0502020204030204" pitchFamily="34" charset="0"/>
                      </a:endParaRPr>
                    </a:p>
                  </a:txBody>
                  <a:tcPr marL="36000" marR="36000" marT="36000" marB="36000" anchor="ct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solidFill>
                      <a:srgbClr val="27A8E0"/>
                    </a:solidFill>
                  </a:tcPr>
                </a:tc>
                <a:tc hMerge="1">
                  <a:txBody>
                    <a:bodyPr/>
                    <a:lstStyle/>
                    <a:p>
                      <a:endParaRPr lang="fr-FR"/>
                    </a:p>
                  </a:txBody>
                  <a:tcPr/>
                </a:tc>
                <a:tc hMerge="1">
                  <a:txBody>
                    <a:bodyPr/>
                    <a:lstStyle/>
                    <a:p>
                      <a:endParaRPr lang="fr-FR" sz="1100" dirty="0">
                        <a:latin typeface="Calibri" panose="020F0502020204030204" pitchFamily="34" charset="0"/>
                      </a:endParaRPr>
                    </a:p>
                  </a:txBody>
                  <a:tcPr marL="36000" marR="36000" marT="36000" marB="36000" anchor="ct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solidFill>
                      <a:srgbClr val="27A8E0"/>
                    </a:solidFill>
                  </a:tcPr>
                </a:tc>
                <a:extLst>
                  <a:ext uri="{0D108BD9-81ED-4DB2-BD59-A6C34878D82A}">
                    <a16:rowId xmlns:a16="http://schemas.microsoft.com/office/drawing/2014/main" val="10001"/>
                  </a:ext>
                </a:extLst>
              </a:tr>
              <a:tr h="247465">
                <a:tc>
                  <a:txBody>
                    <a:bodyPr/>
                    <a:lstStyle/>
                    <a:p>
                      <a:pPr algn="l" fontAlgn="ctr"/>
                      <a:r>
                        <a:rPr lang="fr-FR" sz="1100" u="none" strike="noStrike" dirty="0">
                          <a:solidFill>
                            <a:schemeClr val="tx1">
                              <a:lumMod val="65000"/>
                              <a:lumOff val="35000"/>
                            </a:schemeClr>
                          </a:solidFill>
                          <a:effectLst/>
                          <a:latin typeface="Calibri" panose="020F0502020204030204" pitchFamily="34" charset="0"/>
                        </a:rPr>
                        <a:t>Guide d'animation 1 - Préparation</a:t>
                      </a:r>
                      <a:endParaRPr lang="fr-FR" sz="1100" b="0" i="0" u="none" strike="noStrike" dirty="0">
                        <a:solidFill>
                          <a:schemeClr val="tx1">
                            <a:lumMod val="65000"/>
                            <a:lumOff val="35000"/>
                          </a:schemeClr>
                        </a:solidFill>
                        <a:effectLst/>
                        <a:latin typeface="Calibri" panose="020F0502020204030204" pitchFamily="34" charset="0"/>
                      </a:endParaRPr>
                    </a:p>
                  </a:txBody>
                  <a:tcPr marL="36000" marR="36000" marT="36000" marB="36000" anchor="ct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solidFill>
                      <a:schemeClr val="bg1"/>
                    </a:solidFill>
                  </a:tcPr>
                </a:tc>
                <a:tc>
                  <a:txBody>
                    <a:bodyPr/>
                    <a:lstStyle/>
                    <a:p>
                      <a:pPr algn="ctr" fontAlgn="ctr"/>
                      <a:r>
                        <a:rPr lang="fr-FR" sz="1100" u="none" strike="noStrike" dirty="0">
                          <a:solidFill>
                            <a:schemeClr val="tx1">
                              <a:lumMod val="65000"/>
                              <a:lumOff val="35000"/>
                            </a:schemeClr>
                          </a:solidFill>
                          <a:effectLst/>
                          <a:latin typeface="Calibri" panose="020F0502020204030204" pitchFamily="34" charset="0"/>
                        </a:rPr>
                        <a:t>1</a:t>
                      </a:r>
                      <a:endParaRPr lang="fr-FR" sz="1100" b="0" i="0" u="none" strike="noStrike" dirty="0">
                        <a:solidFill>
                          <a:schemeClr val="tx1">
                            <a:lumMod val="65000"/>
                            <a:lumOff val="35000"/>
                          </a:schemeClr>
                        </a:solidFill>
                        <a:effectLst/>
                        <a:latin typeface="Calibri" panose="020F0502020204030204" pitchFamily="34" charset="0"/>
                      </a:endParaRPr>
                    </a:p>
                  </a:txBody>
                  <a:tcPr marL="36000" marR="36000" marT="36000" marB="36000" anchor="ct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solidFill>
                      <a:schemeClr val="bg1"/>
                    </a:solidFill>
                  </a:tcPr>
                </a:tc>
                <a:tc>
                  <a:txBody>
                    <a:bodyPr/>
                    <a:lstStyle/>
                    <a:p>
                      <a:pPr algn="l" fontAlgn="ctr"/>
                      <a:r>
                        <a:rPr lang="fr-FR" sz="1100" u="none" strike="noStrike" dirty="0">
                          <a:solidFill>
                            <a:schemeClr val="tx1">
                              <a:lumMod val="65000"/>
                              <a:lumOff val="35000"/>
                            </a:schemeClr>
                          </a:solidFill>
                          <a:effectLst/>
                          <a:latin typeface="Calibri" panose="020F0502020204030204" pitchFamily="34" charset="0"/>
                        </a:rPr>
                        <a:t>Répertoire "Animation"</a:t>
                      </a:r>
                      <a:endParaRPr lang="fr-FR" sz="1100" b="0" i="0" u="none" strike="noStrike" dirty="0">
                        <a:solidFill>
                          <a:schemeClr val="tx1">
                            <a:lumMod val="65000"/>
                            <a:lumOff val="35000"/>
                          </a:schemeClr>
                        </a:solidFill>
                        <a:effectLst/>
                        <a:latin typeface="Calibri" panose="020F0502020204030204" pitchFamily="34" charset="0"/>
                      </a:endParaRPr>
                    </a:p>
                  </a:txBody>
                  <a:tcPr marL="36000" marR="36000" marT="36000" marB="36000" anchor="ct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solidFill>
                      <a:schemeClr val="bg1"/>
                    </a:solidFill>
                  </a:tcPr>
                </a:tc>
                <a:extLst>
                  <a:ext uri="{0D108BD9-81ED-4DB2-BD59-A6C34878D82A}">
                    <a16:rowId xmlns:a16="http://schemas.microsoft.com/office/drawing/2014/main" val="10002"/>
                  </a:ext>
                </a:extLst>
              </a:tr>
              <a:tr h="247465">
                <a:tc gridSpan="3">
                  <a:txBody>
                    <a:bodyPr/>
                    <a:lstStyle/>
                    <a:p>
                      <a:pPr algn="l" fontAlgn="ctr"/>
                      <a:r>
                        <a:rPr lang="fr-FR" sz="1100" b="1" i="0" u="none" strike="noStrike" dirty="0">
                          <a:solidFill>
                            <a:schemeClr val="bg1"/>
                          </a:solidFill>
                          <a:effectLst/>
                          <a:latin typeface="Calibri" panose="020F0502020204030204" pitchFamily="34" charset="0"/>
                        </a:rPr>
                        <a:t>Boite</a:t>
                      </a:r>
                      <a:r>
                        <a:rPr lang="fr-FR" sz="1100" b="1" i="0" u="none" strike="noStrike" baseline="0" dirty="0">
                          <a:solidFill>
                            <a:schemeClr val="bg1"/>
                          </a:solidFill>
                          <a:effectLst/>
                          <a:latin typeface="Calibri" panose="020F0502020204030204" pitchFamily="34" charset="0"/>
                        </a:rPr>
                        <a:t> N° 2 (format A4)</a:t>
                      </a:r>
                      <a:endParaRPr lang="fr-FR" sz="1100" b="1" i="0" u="none" strike="noStrike" dirty="0">
                        <a:solidFill>
                          <a:schemeClr val="bg1"/>
                        </a:solidFill>
                        <a:effectLst/>
                        <a:latin typeface="Calibri" panose="020F0502020204030204" pitchFamily="34" charset="0"/>
                      </a:endParaRPr>
                    </a:p>
                  </a:txBody>
                  <a:tcPr marL="36000" marR="36000" marT="36000" marB="36000" anchor="ct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solidFill>
                      <a:srgbClr val="27A8E0"/>
                    </a:solidFill>
                  </a:tcPr>
                </a:tc>
                <a:tc hMerge="1">
                  <a:txBody>
                    <a:bodyPr/>
                    <a:lstStyle/>
                    <a:p>
                      <a:endParaRPr lang="fr-FR"/>
                    </a:p>
                  </a:txBody>
                  <a:tcP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solidFill>
                      <a:schemeClr val="bg1"/>
                    </a:solidFill>
                  </a:tcPr>
                </a:tc>
                <a:tc hMerge="1">
                  <a:txBody>
                    <a:bodyPr/>
                    <a:lstStyle/>
                    <a:p>
                      <a:endParaRPr lang="fr-FR" sz="1100" dirty="0">
                        <a:latin typeface="Calibri" panose="020F0502020204030204" pitchFamily="34" charset="0"/>
                      </a:endParaRPr>
                    </a:p>
                  </a:txBody>
                  <a:tcPr marL="36000" marR="36000" marT="36000" marB="36000" anchor="ct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solidFill>
                      <a:schemeClr val="bg1"/>
                    </a:solidFill>
                  </a:tcPr>
                </a:tc>
                <a:extLst>
                  <a:ext uri="{0D108BD9-81ED-4DB2-BD59-A6C34878D82A}">
                    <a16:rowId xmlns:a16="http://schemas.microsoft.com/office/drawing/2014/main" val="10003"/>
                  </a:ext>
                </a:extLst>
              </a:tr>
              <a:tr h="247465">
                <a:tc>
                  <a:txBody>
                    <a:bodyPr/>
                    <a:lstStyle/>
                    <a:p>
                      <a:pPr marL="0" algn="l" defTabSz="914400" rtl="0" eaLnBrk="1" fontAlgn="ctr" latinLnBrk="0" hangingPunct="1"/>
                      <a:r>
                        <a:rPr lang="fr-FR" sz="1100" u="none" strike="noStrike" kern="1200" dirty="0">
                          <a:solidFill>
                            <a:schemeClr val="tx1">
                              <a:lumMod val="65000"/>
                              <a:lumOff val="35000"/>
                            </a:schemeClr>
                          </a:solidFill>
                          <a:effectLst/>
                          <a:latin typeface="Calibri" panose="020F0502020204030204" pitchFamily="34" charset="0"/>
                          <a:ea typeface="+mn-ea"/>
                          <a:cs typeface="+mn-cs"/>
                        </a:rPr>
                        <a:t>Feuilles de suivi (FS) - A4 papier</a:t>
                      </a:r>
                    </a:p>
                  </a:txBody>
                  <a:tcPr marL="5192" marR="5192" marT="5192" marB="0" anchor="ct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solidFill>
                      <a:schemeClr val="bg1"/>
                    </a:solidFill>
                  </a:tcPr>
                </a:tc>
                <a:tc>
                  <a:txBody>
                    <a:bodyPr/>
                    <a:lstStyle/>
                    <a:p>
                      <a:pPr algn="ctr" fontAlgn="ctr"/>
                      <a:r>
                        <a:rPr lang="fr-FR" sz="1100" b="0" i="0" u="none" strike="noStrike" dirty="0">
                          <a:solidFill>
                            <a:schemeClr val="tx1">
                              <a:lumMod val="65000"/>
                              <a:lumOff val="35000"/>
                            </a:schemeClr>
                          </a:solidFill>
                          <a:effectLst/>
                          <a:latin typeface="Calibri" panose="020F0502020204030204" pitchFamily="34" charset="0"/>
                        </a:rPr>
                        <a:t>60</a:t>
                      </a:r>
                    </a:p>
                  </a:txBody>
                  <a:tcPr marL="36000" marR="36000" marT="36000" marB="36000" anchor="ct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solidFill>
                      <a:schemeClr val="bg1"/>
                    </a:solidFill>
                  </a:tcPr>
                </a:tc>
                <a:tc rowSpan="5">
                  <a:txBody>
                    <a:bodyPr/>
                    <a:lstStyle/>
                    <a:p>
                      <a:pPr algn="l" fontAlgn="ctr"/>
                      <a:r>
                        <a:rPr lang="fr-FR" sz="1100" u="none" strike="noStrike" dirty="0">
                          <a:solidFill>
                            <a:schemeClr val="tx1">
                              <a:lumMod val="65000"/>
                              <a:lumOff val="35000"/>
                            </a:schemeClr>
                          </a:solidFill>
                          <a:effectLst/>
                          <a:latin typeface="Calibri" panose="020F0502020204030204" pitchFamily="34" charset="0"/>
                        </a:rPr>
                        <a:t>Tous</a:t>
                      </a:r>
                      <a:r>
                        <a:rPr lang="fr-FR" sz="1100" u="none" strike="noStrike" baseline="0" dirty="0">
                          <a:solidFill>
                            <a:schemeClr val="tx1">
                              <a:lumMod val="65000"/>
                              <a:lumOff val="35000"/>
                            </a:schemeClr>
                          </a:solidFill>
                          <a:effectLst/>
                          <a:latin typeface="Calibri" panose="020F0502020204030204" pitchFamily="34" charset="0"/>
                        </a:rPr>
                        <a:t> ces éléments se trouvent dans le </a:t>
                      </a:r>
                      <a:r>
                        <a:rPr lang="fr-FR" sz="1100" u="none" strike="noStrike" dirty="0">
                          <a:solidFill>
                            <a:schemeClr val="tx1">
                              <a:lumMod val="65000"/>
                              <a:lumOff val="35000"/>
                            </a:schemeClr>
                          </a:solidFill>
                          <a:effectLst/>
                          <a:latin typeface="Calibri" panose="020F0502020204030204" pitchFamily="34" charset="0"/>
                        </a:rPr>
                        <a:t>Répertoire "Consommables"</a:t>
                      </a:r>
                      <a:r>
                        <a:rPr lang="fr-FR" sz="1100" u="none" strike="noStrike" baseline="0" dirty="0">
                          <a:solidFill>
                            <a:schemeClr val="tx1">
                              <a:lumMod val="65000"/>
                              <a:lumOff val="35000"/>
                            </a:schemeClr>
                          </a:solidFill>
                          <a:effectLst/>
                          <a:latin typeface="Calibri" panose="020F0502020204030204" pitchFamily="34" charset="0"/>
                        </a:rPr>
                        <a:t> dans le </a:t>
                      </a:r>
                      <a:r>
                        <a:rPr lang="fr-FR" sz="1100" b="0" i="0" u="none" strike="noStrike" dirty="0">
                          <a:solidFill>
                            <a:schemeClr val="tx1">
                              <a:lumMod val="65000"/>
                              <a:lumOff val="35000"/>
                            </a:schemeClr>
                          </a:solidFill>
                          <a:effectLst/>
                          <a:latin typeface="Calibri" panose="020F0502020204030204" pitchFamily="34" charset="0"/>
                        </a:rPr>
                        <a:t>Fichier dénommé</a:t>
                      </a:r>
                      <a:r>
                        <a:rPr lang="fr-FR" sz="1100" b="0" i="0" u="none" strike="noStrike" baseline="0" dirty="0">
                          <a:solidFill>
                            <a:schemeClr val="tx1">
                              <a:lumMod val="65000"/>
                              <a:lumOff val="35000"/>
                            </a:schemeClr>
                          </a:solidFill>
                          <a:effectLst/>
                          <a:latin typeface="Calibri" panose="020F0502020204030204" pitchFamily="34" charset="0"/>
                        </a:rPr>
                        <a:t> </a:t>
                      </a:r>
                      <a:r>
                        <a:rPr lang="fr-FR" sz="1100" b="0" i="0" u="none" strike="noStrike" dirty="0">
                          <a:solidFill>
                            <a:schemeClr val="tx1">
                              <a:lumMod val="65000"/>
                              <a:lumOff val="35000"/>
                            </a:schemeClr>
                          </a:solidFill>
                          <a:effectLst/>
                          <a:latin typeface="Calibri" panose="020F0502020204030204" pitchFamily="34" charset="0"/>
                        </a:rPr>
                        <a:t>"Documents.xls" ; chaque document est un onglet</a:t>
                      </a:r>
                      <a:r>
                        <a:rPr lang="fr-FR" sz="1100" b="0" i="0" u="none" strike="noStrike" baseline="0" dirty="0">
                          <a:solidFill>
                            <a:schemeClr val="tx1">
                              <a:lumMod val="65000"/>
                              <a:lumOff val="35000"/>
                            </a:schemeClr>
                          </a:solidFill>
                          <a:effectLst/>
                          <a:latin typeface="Calibri" panose="020F0502020204030204" pitchFamily="34" charset="0"/>
                        </a:rPr>
                        <a:t> différent</a:t>
                      </a:r>
                      <a:endParaRPr lang="fr-FR" sz="1100" b="0" i="0" u="none" strike="noStrike" dirty="0">
                        <a:solidFill>
                          <a:schemeClr val="tx1">
                            <a:lumMod val="65000"/>
                            <a:lumOff val="35000"/>
                          </a:schemeClr>
                        </a:solidFill>
                        <a:effectLst/>
                        <a:latin typeface="Calibri" panose="020F0502020204030204" pitchFamily="34" charset="0"/>
                      </a:endParaRPr>
                    </a:p>
                  </a:txBody>
                  <a:tcPr marL="36000" marR="36000" marT="36000" marB="36000" anchor="ct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solidFill>
                      <a:schemeClr val="bg1"/>
                    </a:solidFill>
                  </a:tcPr>
                </a:tc>
                <a:extLst>
                  <a:ext uri="{0D108BD9-81ED-4DB2-BD59-A6C34878D82A}">
                    <a16:rowId xmlns:a16="http://schemas.microsoft.com/office/drawing/2014/main" val="10004"/>
                  </a:ext>
                </a:extLst>
              </a:tr>
              <a:tr h="247465">
                <a:tc>
                  <a:txBody>
                    <a:bodyPr/>
                    <a:lstStyle/>
                    <a:p>
                      <a:pPr marL="0" marR="0" indent="0" algn="l" defTabSz="914400" rtl="0" eaLnBrk="1" fontAlgn="ctr" latinLnBrk="0" hangingPunct="1">
                        <a:lnSpc>
                          <a:spcPct val="100000"/>
                        </a:lnSpc>
                        <a:spcBef>
                          <a:spcPts val="0"/>
                        </a:spcBef>
                        <a:spcAft>
                          <a:spcPts val="0"/>
                        </a:spcAft>
                        <a:buClrTx/>
                        <a:buSzTx/>
                        <a:buFontTx/>
                        <a:buNone/>
                        <a:tabLst/>
                        <a:defRPr/>
                      </a:pPr>
                      <a:r>
                        <a:rPr lang="fr-FR" sz="1100" u="none" strike="noStrike" kern="1200" dirty="0">
                          <a:solidFill>
                            <a:schemeClr val="tx1">
                              <a:lumMod val="65000"/>
                              <a:lumOff val="35000"/>
                            </a:schemeClr>
                          </a:solidFill>
                          <a:effectLst/>
                          <a:latin typeface="Calibri" panose="020F0502020204030204" pitchFamily="34" charset="0"/>
                          <a:ea typeface="+mn-ea"/>
                          <a:cs typeface="+mn-cs"/>
                        </a:rPr>
                        <a:t>Calcul des besoins (CB) - A4 papier</a:t>
                      </a:r>
                    </a:p>
                  </a:txBody>
                  <a:tcPr marL="5192" marR="5192" marT="5192" marB="0" anchor="ct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solidFill>
                      <a:schemeClr val="bg1"/>
                    </a:solidFill>
                  </a:tcPr>
                </a:tc>
                <a:tc>
                  <a:txBody>
                    <a:bodyPr/>
                    <a:lstStyle/>
                    <a:p>
                      <a:pPr algn="ctr" fontAlgn="ctr"/>
                      <a:r>
                        <a:rPr lang="fr-FR" sz="1100" b="0" i="0" u="none" strike="noStrike" dirty="0">
                          <a:solidFill>
                            <a:schemeClr val="tx1">
                              <a:lumMod val="65000"/>
                              <a:lumOff val="35000"/>
                            </a:schemeClr>
                          </a:solidFill>
                          <a:effectLst/>
                          <a:latin typeface="Calibri" panose="020F0502020204030204" pitchFamily="34" charset="0"/>
                        </a:rPr>
                        <a:t>15</a:t>
                      </a:r>
                    </a:p>
                  </a:txBody>
                  <a:tcPr marL="36000" marR="36000" marT="36000" marB="36000" anchor="ct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solidFill>
                      <a:schemeClr val="bg1"/>
                    </a:solidFill>
                  </a:tcPr>
                </a:tc>
                <a:tc vMerge="1">
                  <a:txBody>
                    <a:bodyPr/>
                    <a:lstStyle/>
                    <a:p>
                      <a:pPr algn="l" fontAlgn="ctr"/>
                      <a:endParaRPr lang="fr-FR" sz="1100" b="0" i="0" u="none" strike="noStrike" dirty="0">
                        <a:solidFill>
                          <a:schemeClr val="tx1">
                            <a:lumMod val="65000"/>
                            <a:lumOff val="35000"/>
                          </a:schemeClr>
                        </a:solidFill>
                        <a:effectLst/>
                        <a:latin typeface="Calibri" panose="020F0502020204030204" pitchFamily="34" charset="0"/>
                      </a:endParaRPr>
                    </a:p>
                  </a:txBody>
                  <a:tcPr marL="36000" marR="36000" marT="36000" marB="36000" anchor="ct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solidFill>
                      <a:schemeClr val="bg1"/>
                    </a:solidFill>
                  </a:tcPr>
                </a:tc>
                <a:extLst>
                  <a:ext uri="{0D108BD9-81ED-4DB2-BD59-A6C34878D82A}">
                    <a16:rowId xmlns:a16="http://schemas.microsoft.com/office/drawing/2014/main" val="10005"/>
                  </a:ext>
                </a:extLst>
              </a:tr>
              <a:tr h="247465">
                <a:tc>
                  <a:txBody>
                    <a:bodyPr/>
                    <a:lstStyle/>
                    <a:p>
                      <a:pPr marL="0" marR="0" indent="0" algn="l" defTabSz="914400" rtl="0" eaLnBrk="1" fontAlgn="ctr" latinLnBrk="0" hangingPunct="1">
                        <a:lnSpc>
                          <a:spcPct val="100000"/>
                        </a:lnSpc>
                        <a:spcBef>
                          <a:spcPts val="0"/>
                        </a:spcBef>
                        <a:spcAft>
                          <a:spcPts val="0"/>
                        </a:spcAft>
                        <a:buClrTx/>
                        <a:buSzTx/>
                        <a:buFontTx/>
                        <a:buNone/>
                        <a:tabLst/>
                        <a:defRPr/>
                      </a:pPr>
                      <a:r>
                        <a:rPr lang="fr-FR" sz="1100" u="none" strike="noStrike" kern="1200" dirty="0">
                          <a:solidFill>
                            <a:schemeClr val="tx1">
                              <a:lumMod val="65000"/>
                              <a:lumOff val="35000"/>
                            </a:schemeClr>
                          </a:solidFill>
                          <a:effectLst/>
                          <a:latin typeface="Calibri" panose="020F0502020204030204" pitchFamily="34" charset="0"/>
                          <a:ea typeface="+mn-ea"/>
                          <a:cs typeface="+mn-cs"/>
                        </a:rPr>
                        <a:t>Résultats d'équipe (RES) - A4 papier</a:t>
                      </a:r>
                    </a:p>
                  </a:txBody>
                  <a:tcPr marL="5192" marR="5192" marT="5192" marB="0" anchor="ct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solidFill>
                      <a:schemeClr val="bg1"/>
                    </a:solidFill>
                  </a:tcPr>
                </a:tc>
                <a:tc>
                  <a:txBody>
                    <a:bodyPr/>
                    <a:lstStyle/>
                    <a:p>
                      <a:pPr algn="ctr" fontAlgn="ctr"/>
                      <a:r>
                        <a:rPr lang="fr-FR" sz="1100" b="0" i="0" u="none" strike="noStrike" dirty="0">
                          <a:solidFill>
                            <a:schemeClr val="tx1">
                              <a:lumMod val="65000"/>
                              <a:lumOff val="35000"/>
                            </a:schemeClr>
                          </a:solidFill>
                          <a:effectLst/>
                          <a:latin typeface="Calibri" panose="020F0502020204030204" pitchFamily="34" charset="0"/>
                        </a:rPr>
                        <a:t>3</a:t>
                      </a:r>
                    </a:p>
                  </a:txBody>
                  <a:tcPr marL="36000" marR="36000" marT="36000" marB="36000" anchor="ct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solidFill>
                      <a:schemeClr val="bg1"/>
                    </a:solidFill>
                  </a:tcPr>
                </a:tc>
                <a:tc vMerge="1">
                  <a:txBody>
                    <a:bodyPr/>
                    <a:lstStyle/>
                    <a:p>
                      <a:pPr algn="l" fontAlgn="ctr"/>
                      <a:endParaRPr lang="fr-FR" sz="1100" b="0" i="0" u="none" strike="noStrike" dirty="0">
                        <a:solidFill>
                          <a:schemeClr val="tx1">
                            <a:lumMod val="65000"/>
                            <a:lumOff val="35000"/>
                          </a:schemeClr>
                        </a:solidFill>
                        <a:effectLst/>
                        <a:latin typeface="Calibri" panose="020F0502020204030204" pitchFamily="34" charset="0"/>
                      </a:endParaRPr>
                    </a:p>
                  </a:txBody>
                  <a:tcPr marL="36000" marR="36000" marT="36000" marB="36000" anchor="ct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solidFill>
                      <a:schemeClr val="bg1"/>
                    </a:solidFill>
                  </a:tcPr>
                </a:tc>
                <a:extLst>
                  <a:ext uri="{0D108BD9-81ED-4DB2-BD59-A6C34878D82A}">
                    <a16:rowId xmlns:a16="http://schemas.microsoft.com/office/drawing/2014/main" val="10006"/>
                  </a:ext>
                </a:extLst>
              </a:tr>
              <a:tr h="247465">
                <a:tc>
                  <a:txBody>
                    <a:bodyPr/>
                    <a:lstStyle/>
                    <a:p>
                      <a:pPr marL="0" marR="0" indent="0" algn="l" defTabSz="914400" rtl="0" eaLnBrk="1" fontAlgn="ctr" latinLnBrk="0" hangingPunct="1">
                        <a:lnSpc>
                          <a:spcPct val="100000"/>
                        </a:lnSpc>
                        <a:spcBef>
                          <a:spcPts val="0"/>
                        </a:spcBef>
                        <a:spcAft>
                          <a:spcPts val="0"/>
                        </a:spcAft>
                        <a:buClrTx/>
                        <a:buSzTx/>
                        <a:buFontTx/>
                        <a:buNone/>
                        <a:tabLst/>
                        <a:defRPr/>
                      </a:pPr>
                      <a:r>
                        <a:rPr lang="fr-FR" sz="1100" u="none" strike="noStrike" kern="1200" dirty="0">
                          <a:solidFill>
                            <a:schemeClr val="tx1">
                              <a:lumMod val="65000"/>
                              <a:lumOff val="35000"/>
                            </a:schemeClr>
                          </a:solidFill>
                          <a:effectLst/>
                          <a:latin typeface="Calibri" panose="020F0502020204030204" pitchFamily="34" charset="0"/>
                          <a:ea typeface="+mn-ea"/>
                          <a:cs typeface="+mn-cs"/>
                        </a:rPr>
                        <a:t>Relevé des progrès (RP) - A4 papier</a:t>
                      </a:r>
                    </a:p>
                  </a:txBody>
                  <a:tcPr marL="5192" marR="5192" marT="5192" marB="0" anchor="ct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solidFill>
                      <a:schemeClr val="bg1"/>
                    </a:solidFill>
                  </a:tcPr>
                </a:tc>
                <a:tc>
                  <a:txBody>
                    <a:bodyPr/>
                    <a:lstStyle/>
                    <a:p>
                      <a:pPr algn="ctr" fontAlgn="ctr"/>
                      <a:r>
                        <a:rPr lang="fr-FR" sz="1100" b="0" i="0" u="none" strike="noStrike" dirty="0">
                          <a:solidFill>
                            <a:schemeClr val="tx1">
                              <a:lumMod val="65000"/>
                              <a:lumOff val="35000"/>
                            </a:schemeClr>
                          </a:solidFill>
                          <a:effectLst/>
                          <a:latin typeface="Calibri" panose="020F0502020204030204" pitchFamily="34" charset="0"/>
                        </a:rPr>
                        <a:t>3</a:t>
                      </a:r>
                    </a:p>
                  </a:txBody>
                  <a:tcPr marL="36000" marR="36000" marT="36000" marB="36000" anchor="ct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solidFill>
                      <a:schemeClr val="bg1"/>
                    </a:solidFill>
                  </a:tcPr>
                </a:tc>
                <a:tc vMerge="1">
                  <a:txBody>
                    <a:bodyPr/>
                    <a:lstStyle/>
                    <a:p>
                      <a:pPr algn="l" fontAlgn="ctr"/>
                      <a:endParaRPr lang="fr-FR" sz="1100" b="0" i="0" u="none" strike="noStrike" dirty="0">
                        <a:solidFill>
                          <a:schemeClr val="tx1">
                            <a:lumMod val="65000"/>
                            <a:lumOff val="35000"/>
                          </a:schemeClr>
                        </a:solidFill>
                        <a:effectLst/>
                        <a:latin typeface="Calibri" panose="020F0502020204030204" pitchFamily="34" charset="0"/>
                      </a:endParaRPr>
                    </a:p>
                  </a:txBody>
                  <a:tcPr marL="36000" marR="36000" marT="36000" marB="36000" anchor="ct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solidFill>
                      <a:schemeClr val="bg1"/>
                    </a:solidFill>
                  </a:tcPr>
                </a:tc>
                <a:extLst>
                  <a:ext uri="{0D108BD9-81ED-4DB2-BD59-A6C34878D82A}">
                    <a16:rowId xmlns:a16="http://schemas.microsoft.com/office/drawing/2014/main" val="10007"/>
                  </a:ext>
                </a:extLst>
              </a:tr>
              <a:tr h="247465">
                <a:tc>
                  <a:txBody>
                    <a:bodyPr/>
                    <a:lstStyle/>
                    <a:p>
                      <a:pPr marL="0" marR="0" indent="0" algn="l" defTabSz="914400" rtl="0" eaLnBrk="1" fontAlgn="ctr" latinLnBrk="0" hangingPunct="1">
                        <a:lnSpc>
                          <a:spcPct val="100000"/>
                        </a:lnSpc>
                        <a:spcBef>
                          <a:spcPts val="0"/>
                        </a:spcBef>
                        <a:spcAft>
                          <a:spcPts val="0"/>
                        </a:spcAft>
                        <a:buClrTx/>
                        <a:buSzTx/>
                        <a:buFontTx/>
                        <a:buNone/>
                        <a:tabLst/>
                        <a:defRPr/>
                      </a:pPr>
                      <a:r>
                        <a:rPr lang="fr-FR" sz="1100" u="none" strike="noStrike" kern="1200" dirty="0">
                          <a:solidFill>
                            <a:schemeClr val="tx1">
                              <a:lumMod val="65000"/>
                              <a:lumOff val="35000"/>
                            </a:schemeClr>
                          </a:solidFill>
                          <a:effectLst/>
                          <a:latin typeface="Calibri" panose="020F0502020204030204" pitchFamily="34" charset="0"/>
                          <a:ea typeface="+mn-ea"/>
                          <a:cs typeface="+mn-cs"/>
                        </a:rPr>
                        <a:t>Variante financière (VF) - A4 papier</a:t>
                      </a:r>
                    </a:p>
                  </a:txBody>
                  <a:tcPr marL="5192" marR="5192" marT="5192" marB="0" anchor="ct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solidFill>
                      <a:schemeClr val="bg1"/>
                    </a:solidFill>
                  </a:tcPr>
                </a:tc>
                <a:tc>
                  <a:txBody>
                    <a:bodyPr/>
                    <a:lstStyle/>
                    <a:p>
                      <a:pPr algn="ctr" fontAlgn="ctr"/>
                      <a:r>
                        <a:rPr lang="fr-FR" sz="1100" b="0" i="0" u="none" strike="noStrike" dirty="0">
                          <a:solidFill>
                            <a:schemeClr val="tx1">
                              <a:lumMod val="65000"/>
                              <a:lumOff val="35000"/>
                            </a:schemeClr>
                          </a:solidFill>
                          <a:effectLst/>
                          <a:latin typeface="Calibri" panose="020F0502020204030204" pitchFamily="34" charset="0"/>
                        </a:rPr>
                        <a:t>10</a:t>
                      </a:r>
                    </a:p>
                  </a:txBody>
                  <a:tcPr marL="36000" marR="36000" marT="36000" marB="36000" anchor="ct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solidFill>
                      <a:schemeClr val="bg1"/>
                    </a:solidFill>
                  </a:tcPr>
                </a:tc>
                <a:tc vMerge="1">
                  <a:txBody>
                    <a:bodyPr/>
                    <a:lstStyle/>
                    <a:p>
                      <a:pPr algn="l" fontAlgn="ctr"/>
                      <a:endParaRPr lang="fr-FR" sz="1100" b="0" i="0" u="none" strike="noStrike" dirty="0">
                        <a:solidFill>
                          <a:schemeClr val="tx1">
                            <a:lumMod val="65000"/>
                            <a:lumOff val="35000"/>
                          </a:schemeClr>
                        </a:solidFill>
                        <a:effectLst/>
                        <a:latin typeface="Calibri" panose="020F0502020204030204" pitchFamily="34" charset="0"/>
                      </a:endParaRPr>
                    </a:p>
                  </a:txBody>
                  <a:tcPr marL="36000" marR="36000" marT="36000" marB="36000" anchor="ct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solidFill>
                      <a:schemeClr val="bg1"/>
                    </a:solidFill>
                  </a:tcPr>
                </a:tc>
                <a:extLst>
                  <a:ext uri="{0D108BD9-81ED-4DB2-BD59-A6C34878D82A}">
                    <a16:rowId xmlns:a16="http://schemas.microsoft.com/office/drawing/2014/main" val="10008"/>
                  </a:ext>
                </a:extLst>
              </a:tr>
              <a:tr h="247465">
                <a:tc>
                  <a:txBody>
                    <a:bodyPr/>
                    <a:lstStyle/>
                    <a:p>
                      <a:pPr marL="0" algn="l" defTabSz="914400" rtl="0" eaLnBrk="1" fontAlgn="ctr" latinLnBrk="0" hangingPunct="1"/>
                      <a:r>
                        <a:rPr lang="fr-FR" sz="1100" u="none" strike="noStrike" kern="1200" dirty="0">
                          <a:solidFill>
                            <a:schemeClr val="tx1">
                              <a:lumMod val="65000"/>
                              <a:lumOff val="35000"/>
                            </a:schemeClr>
                          </a:solidFill>
                          <a:effectLst/>
                          <a:latin typeface="Calibri" panose="020F0502020204030204" pitchFamily="34" charset="0"/>
                          <a:ea typeface="+mn-ea"/>
                          <a:cs typeface="+mn-cs"/>
                        </a:rPr>
                        <a:t>Règles du jeu - A6 plastifié</a:t>
                      </a:r>
                    </a:p>
                  </a:txBody>
                  <a:tcPr marL="5192" marR="5192" marT="5192" marB="0" anchor="ct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solidFill>
                      <a:schemeClr val="bg1"/>
                    </a:solidFill>
                  </a:tcPr>
                </a:tc>
                <a:tc>
                  <a:txBody>
                    <a:bodyPr/>
                    <a:lstStyle/>
                    <a:p>
                      <a:pPr algn="ctr" fontAlgn="ctr"/>
                      <a:r>
                        <a:rPr lang="fr-FR" sz="1100" b="0" i="0" u="none" strike="noStrike" dirty="0">
                          <a:solidFill>
                            <a:schemeClr val="tx1">
                              <a:lumMod val="65000"/>
                              <a:lumOff val="35000"/>
                            </a:schemeClr>
                          </a:solidFill>
                          <a:effectLst/>
                          <a:latin typeface="Calibri" panose="020F0502020204030204" pitchFamily="34" charset="0"/>
                        </a:rPr>
                        <a:t>15</a:t>
                      </a:r>
                    </a:p>
                  </a:txBody>
                  <a:tcPr marL="36000" marR="36000" marT="36000" marB="36000" anchor="ct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solidFill>
                      <a:schemeClr val="bg1"/>
                    </a:solidFill>
                  </a:tcPr>
                </a:tc>
                <a:tc>
                  <a:txBody>
                    <a:bodyPr/>
                    <a:lstStyle/>
                    <a:p>
                      <a:pPr algn="l" fontAlgn="ctr"/>
                      <a:endParaRPr lang="fr-FR" sz="1100" b="0" i="1" u="none" strike="noStrike" dirty="0">
                        <a:solidFill>
                          <a:schemeClr val="tx1">
                            <a:lumMod val="65000"/>
                            <a:lumOff val="35000"/>
                          </a:schemeClr>
                        </a:solidFill>
                        <a:effectLst/>
                        <a:latin typeface="Calibri" panose="020F0502020204030204" pitchFamily="34" charset="0"/>
                      </a:endParaRPr>
                    </a:p>
                  </a:txBody>
                  <a:tcPr marL="36000" marR="36000" marT="36000" marB="36000" anchor="ct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solidFill>
                      <a:schemeClr val="bg1"/>
                    </a:solidFill>
                  </a:tcPr>
                </a:tc>
                <a:extLst>
                  <a:ext uri="{0D108BD9-81ED-4DB2-BD59-A6C34878D82A}">
                    <a16:rowId xmlns:a16="http://schemas.microsoft.com/office/drawing/2014/main" val="10009"/>
                  </a:ext>
                </a:extLst>
              </a:tr>
              <a:tr h="247465">
                <a:tc>
                  <a:txBody>
                    <a:bodyPr/>
                    <a:lstStyle/>
                    <a:p>
                      <a:pPr marL="0" algn="l" defTabSz="914400" rtl="0" eaLnBrk="1" fontAlgn="ctr" latinLnBrk="0" hangingPunct="1"/>
                      <a:r>
                        <a:rPr lang="fr-FR" sz="1100" u="none" strike="noStrike" kern="1200" dirty="0">
                          <a:solidFill>
                            <a:schemeClr val="tx1">
                              <a:lumMod val="65000"/>
                              <a:lumOff val="35000"/>
                            </a:schemeClr>
                          </a:solidFill>
                          <a:effectLst/>
                          <a:latin typeface="Calibri" panose="020F0502020204030204" pitchFamily="34" charset="0"/>
                          <a:ea typeface="+mn-ea"/>
                          <a:cs typeface="+mn-cs"/>
                        </a:rPr>
                        <a:t>Prévision des ventes - A6 plastifié</a:t>
                      </a:r>
                    </a:p>
                  </a:txBody>
                  <a:tcPr marL="5192" marR="5192" marT="5192" marB="0" anchor="ct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solidFill>
                      <a:schemeClr val="bg1"/>
                    </a:solidFill>
                  </a:tcPr>
                </a:tc>
                <a:tc>
                  <a:txBody>
                    <a:bodyPr/>
                    <a:lstStyle/>
                    <a:p>
                      <a:pPr algn="ctr" fontAlgn="ctr"/>
                      <a:r>
                        <a:rPr lang="fr-FR" sz="1100" b="0" i="0" u="none" strike="noStrike" dirty="0">
                          <a:solidFill>
                            <a:schemeClr val="tx1">
                              <a:lumMod val="65000"/>
                              <a:lumOff val="35000"/>
                            </a:schemeClr>
                          </a:solidFill>
                          <a:effectLst/>
                          <a:latin typeface="Calibri" panose="020F0502020204030204" pitchFamily="34" charset="0"/>
                        </a:rPr>
                        <a:t>3</a:t>
                      </a:r>
                    </a:p>
                  </a:txBody>
                  <a:tcPr marL="36000" marR="36000" marT="36000" marB="36000" anchor="ct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solidFill>
                      <a:schemeClr val="bg1"/>
                    </a:solidFill>
                  </a:tcPr>
                </a:tc>
                <a:tc>
                  <a:txBody>
                    <a:bodyPr/>
                    <a:lstStyle/>
                    <a:p>
                      <a:pPr algn="l" fontAlgn="ctr"/>
                      <a:endParaRPr lang="fr-FR" sz="1100" b="0" i="0" u="none" strike="noStrike" dirty="0">
                        <a:solidFill>
                          <a:schemeClr val="tx1">
                            <a:lumMod val="65000"/>
                            <a:lumOff val="35000"/>
                          </a:schemeClr>
                        </a:solidFill>
                        <a:effectLst/>
                        <a:latin typeface="Calibri" panose="020F0502020204030204" pitchFamily="34" charset="0"/>
                      </a:endParaRPr>
                    </a:p>
                  </a:txBody>
                  <a:tcPr marL="36000" marR="36000" marT="36000" marB="36000" anchor="ct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solidFill>
                      <a:schemeClr val="bg1"/>
                    </a:solidFill>
                  </a:tcPr>
                </a:tc>
                <a:extLst>
                  <a:ext uri="{0D108BD9-81ED-4DB2-BD59-A6C34878D82A}">
                    <a16:rowId xmlns:a16="http://schemas.microsoft.com/office/drawing/2014/main" val="10010"/>
                  </a:ext>
                </a:extLst>
              </a:tr>
              <a:tr h="247465">
                <a:tc>
                  <a:txBody>
                    <a:bodyPr/>
                    <a:lstStyle/>
                    <a:p>
                      <a:pPr marL="0" algn="l" defTabSz="914400" rtl="0" eaLnBrk="1" fontAlgn="ctr" latinLnBrk="0" hangingPunct="1"/>
                      <a:r>
                        <a:rPr lang="fr-FR" sz="1100" u="none" strike="noStrike" kern="1200" dirty="0">
                          <a:solidFill>
                            <a:schemeClr val="tx1">
                              <a:lumMod val="65000"/>
                              <a:lumOff val="35000"/>
                            </a:schemeClr>
                          </a:solidFill>
                          <a:effectLst/>
                          <a:latin typeface="Calibri" panose="020F0502020204030204" pitchFamily="34" charset="0"/>
                          <a:ea typeface="+mn-ea"/>
                          <a:cs typeface="+mn-cs"/>
                        </a:rPr>
                        <a:t>Statistiques d'incidents - A6 plastifié</a:t>
                      </a:r>
                    </a:p>
                  </a:txBody>
                  <a:tcPr marL="5192" marR="5192" marT="5192" marB="0" anchor="ct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solidFill>
                      <a:schemeClr val="bg1"/>
                    </a:solidFill>
                  </a:tcPr>
                </a:tc>
                <a:tc>
                  <a:txBody>
                    <a:bodyPr/>
                    <a:lstStyle/>
                    <a:p>
                      <a:pPr algn="ctr" fontAlgn="ctr"/>
                      <a:r>
                        <a:rPr lang="fr-FR" sz="1100" b="0" i="0" u="none" strike="noStrike" dirty="0">
                          <a:solidFill>
                            <a:schemeClr val="tx1">
                              <a:lumMod val="65000"/>
                              <a:lumOff val="35000"/>
                            </a:schemeClr>
                          </a:solidFill>
                          <a:effectLst/>
                          <a:latin typeface="Calibri" panose="020F0502020204030204" pitchFamily="34" charset="0"/>
                        </a:rPr>
                        <a:t>3</a:t>
                      </a:r>
                    </a:p>
                  </a:txBody>
                  <a:tcPr marL="36000" marR="36000" marT="36000" marB="36000" anchor="ct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solidFill>
                      <a:schemeClr val="bg1"/>
                    </a:solidFill>
                  </a:tcPr>
                </a:tc>
                <a:tc>
                  <a:txBody>
                    <a:bodyPr/>
                    <a:lstStyle/>
                    <a:p>
                      <a:pPr algn="l" fontAlgn="ctr"/>
                      <a:endParaRPr lang="fr-FR" sz="1100" b="0" i="0" u="none" strike="noStrike" dirty="0">
                        <a:solidFill>
                          <a:schemeClr val="tx1">
                            <a:lumMod val="65000"/>
                            <a:lumOff val="35000"/>
                          </a:schemeClr>
                        </a:solidFill>
                        <a:effectLst/>
                        <a:latin typeface="Calibri" panose="020F0502020204030204" pitchFamily="34" charset="0"/>
                      </a:endParaRPr>
                    </a:p>
                  </a:txBody>
                  <a:tcPr marL="36000" marR="36000" marT="36000" marB="36000" anchor="ct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solidFill>
                      <a:schemeClr val="bg1"/>
                    </a:solidFill>
                  </a:tcPr>
                </a:tc>
                <a:extLst>
                  <a:ext uri="{0D108BD9-81ED-4DB2-BD59-A6C34878D82A}">
                    <a16:rowId xmlns:a16="http://schemas.microsoft.com/office/drawing/2014/main" val="10011"/>
                  </a:ext>
                </a:extLst>
              </a:tr>
              <a:tr h="247465">
                <a:tc>
                  <a:txBody>
                    <a:bodyPr/>
                    <a:lstStyle/>
                    <a:p>
                      <a:pPr marL="0" algn="l" defTabSz="914400" rtl="0" eaLnBrk="1" fontAlgn="ctr" latinLnBrk="0" hangingPunct="1"/>
                      <a:r>
                        <a:rPr lang="fr-FR" sz="1100" u="none" strike="noStrike" kern="1200" dirty="0">
                          <a:solidFill>
                            <a:schemeClr val="tx1">
                              <a:lumMod val="65000"/>
                              <a:lumOff val="35000"/>
                            </a:schemeClr>
                          </a:solidFill>
                          <a:effectLst/>
                          <a:latin typeface="Calibri" panose="020F0502020204030204" pitchFamily="34" charset="0"/>
                          <a:ea typeface="+mn-ea"/>
                          <a:cs typeface="+mn-cs"/>
                        </a:rPr>
                        <a:t>Jeux de 3 Zones de stockage (ZS) - A4 plastifié</a:t>
                      </a:r>
                    </a:p>
                  </a:txBody>
                  <a:tcPr marL="5192" marR="5192" marT="5192" marB="0" anchor="ct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solidFill>
                      <a:schemeClr val="bg1"/>
                    </a:solidFill>
                  </a:tcPr>
                </a:tc>
                <a:tc>
                  <a:txBody>
                    <a:bodyPr/>
                    <a:lstStyle/>
                    <a:p>
                      <a:pPr algn="ctr" fontAlgn="ctr"/>
                      <a:r>
                        <a:rPr lang="fr-FR" sz="1100" b="0" i="0" u="none" strike="noStrike" dirty="0">
                          <a:solidFill>
                            <a:schemeClr val="tx1">
                              <a:lumMod val="65000"/>
                              <a:lumOff val="35000"/>
                            </a:schemeClr>
                          </a:solidFill>
                          <a:effectLst/>
                          <a:latin typeface="Calibri" panose="020F0502020204030204" pitchFamily="34" charset="0"/>
                        </a:rPr>
                        <a:t>3</a:t>
                      </a:r>
                    </a:p>
                  </a:txBody>
                  <a:tcPr marL="36000" marR="36000" marT="36000" marB="36000" anchor="ct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solidFill>
                      <a:schemeClr val="bg1"/>
                    </a:solidFill>
                  </a:tcPr>
                </a:tc>
                <a:tc>
                  <a:txBody>
                    <a:bodyPr/>
                    <a:lstStyle/>
                    <a:p>
                      <a:pPr algn="l" fontAlgn="ctr"/>
                      <a:endParaRPr lang="fr-FR" sz="1100" b="0" i="0" u="none" strike="noStrike" dirty="0">
                        <a:solidFill>
                          <a:schemeClr val="tx1">
                            <a:lumMod val="65000"/>
                            <a:lumOff val="35000"/>
                          </a:schemeClr>
                        </a:solidFill>
                        <a:effectLst/>
                        <a:latin typeface="Calibri" panose="020F0502020204030204" pitchFamily="34" charset="0"/>
                      </a:endParaRPr>
                    </a:p>
                  </a:txBody>
                  <a:tcPr marL="36000" marR="36000" marT="36000" marB="36000" anchor="ct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solidFill>
                      <a:schemeClr val="bg1"/>
                    </a:solidFill>
                  </a:tcPr>
                </a:tc>
                <a:extLst>
                  <a:ext uri="{0D108BD9-81ED-4DB2-BD59-A6C34878D82A}">
                    <a16:rowId xmlns:a16="http://schemas.microsoft.com/office/drawing/2014/main" val="10012"/>
                  </a:ext>
                </a:extLst>
              </a:tr>
              <a:tr h="247465">
                <a:tc>
                  <a:txBody>
                    <a:bodyPr/>
                    <a:lstStyle/>
                    <a:p>
                      <a:pPr marL="0" algn="l" defTabSz="914400" rtl="0" eaLnBrk="1" fontAlgn="ctr" latinLnBrk="0" hangingPunct="1"/>
                      <a:r>
                        <a:rPr lang="fr-FR" sz="1100" u="none" strike="noStrike" kern="1200" dirty="0">
                          <a:solidFill>
                            <a:schemeClr val="tx1">
                              <a:lumMod val="65000"/>
                              <a:lumOff val="35000"/>
                            </a:schemeClr>
                          </a:solidFill>
                          <a:effectLst/>
                          <a:latin typeface="Calibri" panose="020F0502020204030204" pitchFamily="34" charset="0"/>
                          <a:ea typeface="+mn-ea"/>
                          <a:cs typeface="+mn-cs"/>
                        </a:rPr>
                        <a:t>Jeux de 5 tableaux Kanban (KB) - A4 plastifié</a:t>
                      </a:r>
                    </a:p>
                  </a:txBody>
                  <a:tcPr marL="5192" marR="5192" marT="5192" marB="0" anchor="ct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solidFill>
                      <a:schemeClr val="bg1"/>
                    </a:solidFill>
                  </a:tcPr>
                </a:tc>
                <a:tc>
                  <a:txBody>
                    <a:bodyPr/>
                    <a:lstStyle/>
                    <a:p>
                      <a:pPr algn="ctr" fontAlgn="ctr"/>
                      <a:r>
                        <a:rPr lang="fr-FR" sz="1100" b="0" i="0" u="none" strike="noStrike" dirty="0">
                          <a:solidFill>
                            <a:schemeClr val="tx1">
                              <a:lumMod val="65000"/>
                              <a:lumOff val="35000"/>
                            </a:schemeClr>
                          </a:solidFill>
                          <a:effectLst/>
                          <a:latin typeface="Calibri" panose="020F0502020204030204" pitchFamily="34" charset="0"/>
                        </a:rPr>
                        <a:t>3</a:t>
                      </a:r>
                    </a:p>
                  </a:txBody>
                  <a:tcPr marL="36000" marR="36000" marT="36000" marB="36000" anchor="ct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solidFill>
                      <a:schemeClr val="bg1"/>
                    </a:solidFill>
                  </a:tcPr>
                </a:tc>
                <a:tc>
                  <a:txBody>
                    <a:bodyPr/>
                    <a:lstStyle/>
                    <a:p>
                      <a:pPr algn="l" fontAlgn="ctr"/>
                      <a:endParaRPr lang="fr-FR" sz="1100" b="0" i="0" u="none" strike="noStrike" dirty="0">
                        <a:solidFill>
                          <a:schemeClr val="tx1">
                            <a:lumMod val="65000"/>
                            <a:lumOff val="35000"/>
                          </a:schemeClr>
                        </a:solidFill>
                        <a:effectLst/>
                        <a:latin typeface="Calibri" panose="020F0502020204030204" pitchFamily="34" charset="0"/>
                      </a:endParaRPr>
                    </a:p>
                  </a:txBody>
                  <a:tcPr marL="36000" marR="36000" marT="36000" marB="36000" anchor="ct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solidFill>
                      <a:schemeClr val="bg1"/>
                    </a:solidFill>
                  </a:tcPr>
                </a:tc>
                <a:extLst>
                  <a:ext uri="{0D108BD9-81ED-4DB2-BD59-A6C34878D82A}">
                    <a16:rowId xmlns:a16="http://schemas.microsoft.com/office/drawing/2014/main" val="10013"/>
                  </a:ext>
                </a:extLst>
              </a:tr>
              <a:tr h="247465">
                <a:tc gridSpan="3">
                  <a:txBody>
                    <a:bodyPr/>
                    <a:lstStyle/>
                    <a:p>
                      <a:pPr algn="l" fontAlgn="ctr"/>
                      <a:r>
                        <a:rPr lang="fr-FR" sz="1100" b="1" i="0" u="none" strike="noStrike" dirty="0">
                          <a:solidFill>
                            <a:schemeClr val="bg1"/>
                          </a:solidFill>
                          <a:effectLst/>
                          <a:latin typeface="Calibri" panose="020F0502020204030204" pitchFamily="34" charset="0"/>
                        </a:rPr>
                        <a:t>Boite</a:t>
                      </a:r>
                      <a:r>
                        <a:rPr lang="fr-FR" sz="1100" b="1" i="0" u="none" strike="noStrike" baseline="0" dirty="0">
                          <a:solidFill>
                            <a:schemeClr val="bg1"/>
                          </a:solidFill>
                          <a:effectLst/>
                          <a:latin typeface="Calibri" panose="020F0502020204030204" pitchFamily="34" charset="0"/>
                        </a:rPr>
                        <a:t> bleue N° 3</a:t>
                      </a:r>
                      <a:endParaRPr lang="fr-FR" sz="1100" b="1" i="0" u="none" strike="noStrike" dirty="0">
                        <a:solidFill>
                          <a:schemeClr val="bg1"/>
                        </a:solidFill>
                        <a:effectLst/>
                        <a:latin typeface="Calibri" panose="020F0502020204030204" pitchFamily="34" charset="0"/>
                      </a:endParaRPr>
                    </a:p>
                  </a:txBody>
                  <a:tcPr marL="36000" marR="36000" marT="36000" marB="36000" anchor="ct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solidFill>
                      <a:srgbClr val="27A8E0"/>
                    </a:solidFill>
                  </a:tcPr>
                </a:tc>
                <a:tc hMerge="1">
                  <a:txBody>
                    <a:bodyPr/>
                    <a:lstStyle/>
                    <a:p>
                      <a:endParaRPr lang="fr-FR"/>
                    </a:p>
                  </a:txBody>
                  <a:tcP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solidFill>
                      <a:schemeClr val="bg1"/>
                    </a:solidFill>
                  </a:tcPr>
                </a:tc>
                <a:tc hMerge="1">
                  <a:txBody>
                    <a:bodyPr/>
                    <a:lstStyle/>
                    <a:p>
                      <a:endParaRPr lang="fr-FR" sz="1100" dirty="0">
                        <a:latin typeface="Calibri" panose="020F0502020204030204" pitchFamily="34" charset="0"/>
                      </a:endParaRPr>
                    </a:p>
                  </a:txBody>
                  <a:tcPr marL="36000" marR="36000" marT="36000" marB="36000" anchor="ct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solidFill>
                      <a:schemeClr val="bg1"/>
                    </a:solidFill>
                  </a:tcPr>
                </a:tc>
                <a:extLst>
                  <a:ext uri="{0D108BD9-81ED-4DB2-BD59-A6C34878D82A}">
                    <a16:rowId xmlns:a16="http://schemas.microsoft.com/office/drawing/2014/main" val="10014"/>
                  </a:ext>
                </a:extLst>
              </a:tr>
              <a:tr h="247465">
                <a:tc>
                  <a:txBody>
                    <a:bodyPr/>
                    <a:lstStyle/>
                    <a:p>
                      <a:pPr marL="0" algn="l" defTabSz="914400" rtl="0" eaLnBrk="1" fontAlgn="ctr" latinLnBrk="0" hangingPunct="1"/>
                      <a:r>
                        <a:rPr lang="fr-FR" sz="1100" u="none" strike="noStrike" kern="1200" dirty="0">
                          <a:solidFill>
                            <a:schemeClr val="tx1">
                              <a:lumMod val="65000"/>
                              <a:lumOff val="35000"/>
                            </a:schemeClr>
                          </a:solidFill>
                          <a:effectLst/>
                          <a:latin typeface="Calibri" panose="020F0502020204030204" pitchFamily="34" charset="0"/>
                          <a:ea typeface="+mn-ea"/>
                          <a:cs typeface="+mn-cs"/>
                        </a:rPr>
                        <a:t>Clé USB</a:t>
                      </a:r>
                    </a:p>
                  </a:txBody>
                  <a:tcPr marL="36000" marR="36000" marT="36000" marB="36000" anchor="ct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solidFill>
                      <a:schemeClr val="bg1"/>
                    </a:solidFill>
                  </a:tcPr>
                </a:tc>
                <a:tc>
                  <a:txBody>
                    <a:bodyPr/>
                    <a:lstStyle/>
                    <a:p>
                      <a:pPr marL="0" algn="ctr" defTabSz="914400" rtl="0" eaLnBrk="1" fontAlgn="ctr" latinLnBrk="0" hangingPunct="1"/>
                      <a:r>
                        <a:rPr lang="fr-FR" sz="1100" b="0" i="0" u="none" strike="noStrike" kern="1200" dirty="0">
                          <a:solidFill>
                            <a:schemeClr val="tx1">
                              <a:lumMod val="65000"/>
                              <a:lumOff val="35000"/>
                            </a:schemeClr>
                          </a:solidFill>
                          <a:effectLst/>
                          <a:latin typeface="Calibri" panose="020F0502020204030204" pitchFamily="34" charset="0"/>
                          <a:ea typeface="+mn-ea"/>
                          <a:cs typeface="+mn-cs"/>
                        </a:rPr>
                        <a:t>1</a:t>
                      </a:r>
                    </a:p>
                  </a:txBody>
                  <a:tcPr marL="36000" marR="36000" marT="36000" marB="36000" anchor="ct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solidFill>
                      <a:schemeClr val="bg1"/>
                    </a:solidFill>
                  </a:tcPr>
                </a:tc>
                <a:tc>
                  <a:txBody>
                    <a:bodyPr/>
                    <a:lstStyle/>
                    <a:p>
                      <a:pPr algn="l" fontAlgn="ctr"/>
                      <a:r>
                        <a:rPr lang="fr-FR" sz="1100" b="0" i="0" u="none" strike="noStrike" dirty="0">
                          <a:solidFill>
                            <a:schemeClr val="tx1">
                              <a:lumMod val="65000"/>
                              <a:lumOff val="35000"/>
                            </a:schemeClr>
                          </a:solidFill>
                          <a:effectLst/>
                          <a:latin typeface="Calibri" panose="020F0502020204030204" pitchFamily="34" charset="0"/>
                        </a:rPr>
                        <a:t>Voir contenu page suivante</a:t>
                      </a:r>
                    </a:p>
                  </a:txBody>
                  <a:tcPr marL="36000" marR="36000" marT="36000" marB="36000" anchor="ct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solidFill>
                      <a:schemeClr val="bg1"/>
                    </a:solidFill>
                  </a:tcPr>
                </a:tc>
                <a:extLst>
                  <a:ext uri="{0D108BD9-81ED-4DB2-BD59-A6C34878D82A}">
                    <a16:rowId xmlns:a16="http://schemas.microsoft.com/office/drawing/2014/main" val="10015"/>
                  </a:ext>
                </a:extLst>
              </a:tr>
              <a:tr h="247465">
                <a:tc>
                  <a:txBody>
                    <a:bodyPr/>
                    <a:lstStyle/>
                    <a:p>
                      <a:pPr marL="0" algn="l" defTabSz="914400" rtl="0" eaLnBrk="1" fontAlgn="ctr" latinLnBrk="0" hangingPunct="1"/>
                      <a:r>
                        <a:rPr lang="fr-FR" sz="1100" u="none" strike="noStrike" kern="1200" dirty="0">
                          <a:solidFill>
                            <a:schemeClr val="tx1">
                              <a:lumMod val="65000"/>
                              <a:lumOff val="35000"/>
                            </a:schemeClr>
                          </a:solidFill>
                          <a:effectLst/>
                          <a:latin typeface="Calibri" panose="020F0502020204030204" pitchFamily="34" charset="0"/>
                          <a:ea typeface="+mn-ea"/>
                          <a:cs typeface="+mn-cs"/>
                        </a:rPr>
                        <a:t>Jeux complets de Tickets Kanban</a:t>
                      </a:r>
                    </a:p>
                  </a:txBody>
                  <a:tcPr marL="36000" marR="36000" marT="36000" marB="36000" anchor="ct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solidFill>
                      <a:schemeClr val="bg1"/>
                    </a:solidFill>
                  </a:tcPr>
                </a:tc>
                <a:tc>
                  <a:txBody>
                    <a:bodyPr/>
                    <a:lstStyle/>
                    <a:p>
                      <a:pPr marL="0" algn="ctr" defTabSz="914400" rtl="0" eaLnBrk="1" fontAlgn="ctr" latinLnBrk="0" hangingPunct="1"/>
                      <a:r>
                        <a:rPr lang="fr-FR" sz="1100" b="0" i="0" u="none" strike="noStrike" kern="1200" dirty="0">
                          <a:solidFill>
                            <a:schemeClr val="tx1">
                              <a:lumMod val="65000"/>
                              <a:lumOff val="35000"/>
                            </a:schemeClr>
                          </a:solidFill>
                          <a:effectLst/>
                          <a:latin typeface="Calibri" panose="020F0502020204030204" pitchFamily="34" charset="0"/>
                          <a:ea typeface="+mn-ea"/>
                          <a:cs typeface="+mn-cs"/>
                        </a:rPr>
                        <a:t>3</a:t>
                      </a:r>
                    </a:p>
                  </a:txBody>
                  <a:tcPr marL="36000" marR="36000" marT="36000" marB="36000" anchor="ct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solidFill>
                      <a:schemeClr val="bg1"/>
                    </a:solidFill>
                  </a:tcPr>
                </a:tc>
                <a:tc>
                  <a:txBody>
                    <a:bodyPr/>
                    <a:lstStyle/>
                    <a:p>
                      <a:pPr algn="l" fontAlgn="ctr"/>
                      <a:endParaRPr lang="fr-FR" sz="1100" b="0" i="0" u="none" strike="noStrike" dirty="0">
                        <a:solidFill>
                          <a:schemeClr val="tx1">
                            <a:lumMod val="65000"/>
                            <a:lumOff val="35000"/>
                          </a:schemeClr>
                        </a:solidFill>
                        <a:effectLst/>
                        <a:latin typeface="Calibri" panose="020F0502020204030204" pitchFamily="34" charset="0"/>
                      </a:endParaRPr>
                    </a:p>
                  </a:txBody>
                  <a:tcPr marL="36000" marR="36000" marT="36000" marB="36000" anchor="ct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solidFill>
                      <a:schemeClr val="bg1"/>
                    </a:solidFill>
                  </a:tcPr>
                </a:tc>
                <a:extLst>
                  <a:ext uri="{0D108BD9-81ED-4DB2-BD59-A6C34878D82A}">
                    <a16:rowId xmlns:a16="http://schemas.microsoft.com/office/drawing/2014/main" val="10016"/>
                  </a:ext>
                </a:extLst>
              </a:tr>
              <a:tr h="247465">
                <a:tc>
                  <a:txBody>
                    <a:bodyPr/>
                    <a:lstStyle/>
                    <a:p>
                      <a:pPr marL="0" algn="l" defTabSz="914400" rtl="0" eaLnBrk="1" fontAlgn="ctr" latinLnBrk="0" hangingPunct="1"/>
                      <a:r>
                        <a:rPr lang="en-US" sz="1100" u="none" strike="noStrike" kern="1200" dirty="0">
                          <a:solidFill>
                            <a:schemeClr val="tx1">
                              <a:lumMod val="65000"/>
                              <a:lumOff val="35000"/>
                            </a:schemeClr>
                          </a:solidFill>
                          <a:effectLst/>
                          <a:latin typeface="Calibri" panose="020F0502020204030204" pitchFamily="34" charset="0"/>
                          <a:ea typeface="+mn-ea"/>
                          <a:cs typeface="+mn-cs"/>
                        </a:rPr>
                        <a:t>Blocs de Post-it (format 5,1 x 3,6 cm)</a:t>
                      </a:r>
                    </a:p>
                  </a:txBody>
                  <a:tcPr marL="36000" marR="36000" marT="36000" marB="36000" anchor="ct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solidFill>
                      <a:schemeClr val="bg1"/>
                    </a:solidFill>
                  </a:tcPr>
                </a:tc>
                <a:tc>
                  <a:txBody>
                    <a:bodyPr/>
                    <a:lstStyle/>
                    <a:p>
                      <a:pPr marL="0" algn="ctr" defTabSz="914400" rtl="0" eaLnBrk="1" fontAlgn="ctr" latinLnBrk="0" hangingPunct="1"/>
                      <a:r>
                        <a:rPr lang="fr-FR" sz="1100" b="0" i="0" u="none" strike="noStrike" kern="1200" dirty="0">
                          <a:solidFill>
                            <a:schemeClr val="tx1">
                              <a:lumMod val="65000"/>
                              <a:lumOff val="35000"/>
                            </a:schemeClr>
                          </a:solidFill>
                          <a:effectLst/>
                          <a:latin typeface="Calibri" panose="020F0502020204030204" pitchFamily="34" charset="0"/>
                          <a:ea typeface="+mn-ea"/>
                          <a:cs typeface="+mn-cs"/>
                        </a:rPr>
                        <a:t>3</a:t>
                      </a:r>
                    </a:p>
                  </a:txBody>
                  <a:tcPr marL="36000" marR="36000" marT="36000" marB="36000" anchor="ct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solidFill>
                      <a:schemeClr val="bg1"/>
                    </a:solidFill>
                  </a:tcPr>
                </a:tc>
                <a:tc>
                  <a:txBody>
                    <a:bodyPr/>
                    <a:lstStyle/>
                    <a:p>
                      <a:pPr algn="l" fontAlgn="ctr"/>
                      <a:endParaRPr lang="fr-FR" sz="1100" b="0" i="0" u="none" strike="noStrike" dirty="0">
                        <a:solidFill>
                          <a:schemeClr val="tx1">
                            <a:lumMod val="65000"/>
                            <a:lumOff val="35000"/>
                          </a:schemeClr>
                        </a:solidFill>
                        <a:effectLst/>
                        <a:latin typeface="Calibri" panose="020F0502020204030204" pitchFamily="34" charset="0"/>
                      </a:endParaRPr>
                    </a:p>
                  </a:txBody>
                  <a:tcPr marL="36000" marR="36000" marT="36000" marB="36000" anchor="ct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solidFill>
                      <a:schemeClr val="bg1"/>
                    </a:solidFill>
                  </a:tcPr>
                </a:tc>
                <a:extLst>
                  <a:ext uri="{0D108BD9-81ED-4DB2-BD59-A6C34878D82A}">
                    <a16:rowId xmlns:a16="http://schemas.microsoft.com/office/drawing/2014/main" val="10017"/>
                  </a:ext>
                </a:extLst>
              </a:tr>
            </a:tbl>
          </a:graphicData>
        </a:graphic>
      </p:graphicFrame>
      <p:graphicFrame>
        <p:nvGraphicFramePr>
          <p:cNvPr id="8" name="Tableau 7"/>
          <p:cNvGraphicFramePr>
            <a:graphicFrameLocks noGrp="1"/>
          </p:cNvGraphicFramePr>
          <p:nvPr>
            <p:extLst>
              <p:ext uri="{D42A27DB-BD31-4B8C-83A1-F6EECF244321}">
                <p14:modId xmlns:p14="http://schemas.microsoft.com/office/powerpoint/2010/main" val="877352498"/>
              </p:ext>
            </p:extLst>
          </p:nvPr>
        </p:nvGraphicFramePr>
        <p:xfrm>
          <a:off x="5861679" y="2344803"/>
          <a:ext cx="3043072" cy="3511723"/>
        </p:xfrm>
        <a:graphic>
          <a:graphicData uri="http://schemas.openxmlformats.org/drawingml/2006/table">
            <a:tbl>
              <a:tblPr>
                <a:tableStyleId>{5C22544A-7EE6-4342-B048-85BDC9FD1C3A}</a:tableStyleId>
              </a:tblPr>
              <a:tblGrid>
                <a:gridCol w="2621822">
                  <a:extLst>
                    <a:ext uri="{9D8B030D-6E8A-4147-A177-3AD203B41FA5}">
                      <a16:colId xmlns:a16="http://schemas.microsoft.com/office/drawing/2014/main" val="20000"/>
                    </a:ext>
                  </a:extLst>
                </a:gridCol>
                <a:gridCol w="421250">
                  <a:extLst>
                    <a:ext uri="{9D8B030D-6E8A-4147-A177-3AD203B41FA5}">
                      <a16:colId xmlns:a16="http://schemas.microsoft.com/office/drawing/2014/main" val="20001"/>
                    </a:ext>
                  </a:extLst>
                </a:gridCol>
              </a:tblGrid>
              <a:tr h="294678">
                <a:tc>
                  <a:txBody>
                    <a:bodyPr/>
                    <a:lstStyle/>
                    <a:p>
                      <a:pPr algn="l" fontAlgn="ctr"/>
                      <a:r>
                        <a:rPr lang="fr-FR" sz="1400" b="1" i="0" u="none" strike="noStrike" dirty="0">
                          <a:solidFill>
                            <a:schemeClr val="tx1">
                              <a:lumMod val="65000"/>
                              <a:lumOff val="35000"/>
                            </a:schemeClr>
                          </a:solidFill>
                          <a:effectLst/>
                          <a:latin typeface="Calibri" panose="020F0502020204030204" pitchFamily="34" charset="0"/>
                        </a:rPr>
                        <a:t>DOCUMENTS  &amp;  MATÉRIELS</a:t>
                      </a:r>
                      <a:endParaRPr lang="fr-FR" sz="1200" b="1" i="0" u="none" strike="noStrike" dirty="0">
                        <a:solidFill>
                          <a:schemeClr val="tx1">
                            <a:lumMod val="65000"/>
                            <a:lumOff val="35000"/>
                          </a:schemeClr>
                        </a:solidFill>
                        <a:effectLst/>
                        <a:latin typeface="Calibri" panose="020F0502020204030204" pitchFamily="34" charset="0"/>
                      </a:endParaRPr>
                    </a:p>
                  </a:txBody>
                  <a:tcPr marL="36000" marR="36000" marT="36000" marB="36000" anchor="ctr">
                    <a:lnL w="12700" cap="flat" cmpd="sng" algn="ctr">
                      <a:no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noFill/>
                  </a:tcPr>
                </a:tc>
                <a:tc>
                  <a:txBody>
                    <a:bodyPr/>
                    <a:lstStyle/>
                    <a:p>
                      <a:pPr algn="ctr" fontAlgn="ctr"/>
                      <a:r>
                        <a:rPr lang="fr-FR" sz="1100" u="none" strike="noStrike" dirty="0" err="1">
                          <a:solidFill>
                            <a:schemeClr val="tx1">
                              <a:lumMod val="65000"/>
                              <a:lumOff val="35000"/>
                            </a:schemeClr>
                          </a:solidFill>
                          <a:effectLst/>
                          <a:latin typeface="Calibri" panose="020F0502020204030204" pitchFamily="34" charset="0"/>
                        </a:rPr>
                        <a:t>Nbre</a:t>
                      </a:r>
                      <a:r>
                        <a:rPr lang="fr-FR" sz="1100" u="none" strike="noStrike" dirty="0">
                          <a:solidFill>
                            <a:schemeClr val="tx1">
                              <a:lumMod val="65000"/>
                              <a:lumOff val="35000"/>
                            </a:schemeClr>
                          </a:solidFill>
                          <a:effectLst/>
                          <a:latin typeface="Calibri" panose="020F0502020204030204" pitchFamily="34" charset="0"/>
                        </a:rPr>
                        <a:t>.</a:t>
                      </a:r>
                      <a:endParaRPr lang="fr-FR" sz="1100" b="0" i="0" u="none" strike="noStrike" dirty="0">
                        <a:solidFill>
                          <a:schemeClr val="tx1">
                            <a:lumMod val="65000"/>
                            <a:lumOff val="35000"/>
                          </a:schemeClr>
                        </a:solidFill>
                        <a:effectLst/>
                        <a:latin typeface="Calibri" panose="020F0502020204030204" pitchFamily="34" charset="0"/>
                      </a:endParaRPr>
                    </a:p>
                  </a:txBody>
                  <a:tcPr marL="36000" marR="36000" marT="36000" marB="36000" anchor="ct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solidFill>
                      <a:schemeClr val="bg1"/>
                    </a:solidFill>
                  </a:tcPr>
                </a:tc>
                <a:extLst>
                  <a:ext uri="{0D108BD9-81ED-4DB2-BD59-A6C34878D82A}">
                    <a16:rowId xmlns:a16="http://schemas.microsoft.com/office/drawing/2014/main" val="10000"/>
                  </a:ext>
                </a:extLst>
              </a:tr>
              <a:tr h="247465">
                <a:tc gridSpan="2">
                  <a:txBody>
                    <a:bodyPr/>
                    <a:lstStyle/>
                    <a:p>
                      <a:pPr algn="l" fontAlgn="ctr"/>
                      <a:r>
                        <a:rPr lang="fr-FR" sz="1100" b="1" i="0" u="none" strike="noStrike" dirty="0">
                          <a:solidFill>
                            <a:schemeClr val="bg1"/>
                          </a:solidFill>
                          <a:effectLst/>
                          <a:latin typeface="Calibri" panose="020F0502020204030204" pitchFamily="34" charset="0"/>
                        </a:rPr>
                        <a:t>Sachet de jetons</a:t>
                      </a:r>
                    </a:p>
                  </a:txBody>
                  <a:tcPr marL="36000" marR="36000" marT="36000" marB="36000" anchor="ct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solidFill>
                      <a:srgbClr val="27A8E0"/>
                    </a:solidFill>
                  </a:tcPr>
                </a:tc>
                <a:tc hMerge="1">
                  <a:txBody>
                    <a:bodyPr/>
                    <a:lstStyle/>
                    <a:p>
                      <a:endParaRPr lang="fr-FR"/>
                    </a:p>
                  </a:txBody>
                  <a:tcP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solidFill>
                      <a:schemeClr val="bg1"/>
                    </a:solidFill>
                  </a:tcPr>
                </a:tc>
                <a:extLst>
                  <a:ext uri="{0D108BD9-81ED-4DB2-BD59-A6C34878D82A}">
                    <a16:rowId xmlns:a16="http://schemas.microsoft.com/office/drawing/2014/main" val="10001"/>
                  </a:ext>
                </a:extLst>
              </a:tr>
              <a:tr h="247465">
                <a:tc>
                  <a:txBody>
                    <a:bodyPr/>
                    <a:lstStyle/>
                    <a:p>
                      <a:pPr marL="0" algn="l" defTabSz="914400" rtl="0" eaLnBrk="1" fontAlgn="ctr" latinLnBrk="0" hangingPunct="1"/>
                      <a:r>
                        <a:rPr lang="fr-FR" sz="1100" u="none" strike="noStrike" kern="1200" dirty="0">
                          <a:solidFill>
                            <a:schemeClr val="tx1">
                              <a:lumMod val="65000"/>
                              <a:lumOff val="35000"/>
                            </a:schemeClr>
                          </a:solidFill>
                          <a:effectLst/>
                          <a:latin typeface="Calibri" panose="020F0502020204030204" pitchFamily="34" charset="0"/>
                          <a:ea typeface="+mn-ea"/>
                          <a:cs typeface="+mn-cs"/>
                        </a:rPr>
                        <a:t>Petits rectangles blancs</a:t>
                      </a:r>
                    </a:p>
                  </a:txBody>
                  <a:tcPr marL="36000" marR="36000" marT="36000" marB="36000" anchor="ct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solidFill>
                      <a:schemeClr val="bg1"/>
                    </a:solidFill>
                  </a:tcPr>
                </a:tc>
                <a:tc>
                  <a:txBody>
                    <a:bodyPr/>
                    <a:lstStyle/>
                    <a:p>
                      <a:pPr marL="0" algn="ctr" defTabSz="914400" rtl="0" eaLnBrk="1" fontAlgn="ctr" latinLnBrk="0" hangingPunct="1"/>
                      <a:r>
                        <a:rPr lang="fr-FR" sz="1100" b="0" i="0" u="none" strike="noStrike" kern="1200" dirty="0">
                          <a:solidFill>
                            <a:schemeClr val="tx1">
                              <a:lumMod val="65000"/>
                              <a:lumOff val="35000"/>
                            </a:schemeClr>
                          </a:solidFill>
                          <a:effectLst/>
                          <a:latin typeface="Calibri" panose="020F0502020204030204" pitchFamily="34" charset="0"/>
                          <a:ea typeface="+mn-ea"/>
                          <a:cs typeface="+mn-cs"/>
                        </a:rPr>
                        <a:t>60</a:t>
                      </a:r>
                    </a:p>
                  </a:txBody>
                  <a:tcPr marL="36000" marR="36000" marT="36000" marB="36000" anchor="ct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solidFill>
                      <a:schemeClr val="bg1"/>
                    </a:solidFill>
                  </a:tcPr>
                </a:tc>
                <a:extLst>
                  <a:ext uri="{0D108BD9-81ED-4DB2-BD59-A6C34878D82A}">
                    <a16:rowId xmlns:a16="http://schemas.microsoft.com/office/drawing/2014/main" val="10002"/>
                  </a:ext>
                </a:extLst>
              </a:tr>
              <a:tr h="247465">
                <a:tc>
                  <a:txBody>
                    <a:bodyPr/>
                    <a:lstStyle/>
                    <a:p>
                      <a:pPr marL="0" algn="l" defTabSz="914400" rtl="0" eaLnBrk="1" fontAlgn="ctr" latinLnBrk="0" hangingPunct="1"/>
                      <a:r>
                        <a:rPr lang="fr-FR" sz="1100" u="none" strike="noStrike" kern="1200" dirty="0">
                          <a:solidFill>
                            <a:schemeClr val="tx1">
                              <a:lumMod val="65000"/>
                              <a:lumOff val="35000"/>
                            </a:schemeClr>
                          </a:solidFill>
                          <a:effectLst/>
                          <a:latin typeface="Calibri" panose="020F0502020204030204" pitchFamily="34" charset="0"/>
                          <a:ea typeface="+mn-ea"/>
                          <a:cs typeface="+mn-cs"/>
                        </a:rPr>
                        <a:t>Petits rectangles jaunes</a:t>
                      </a:r>
                    </a:p>
                  </a:txBody>
                  <a:tcPr marL="36000" marR="36000" marT="36000" marB="36000" anchor="ct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solidFill>
                      <a:schemeClr val="bg1"/>
                    </a:solidFill>
                  </a:tcPr>
                </a:tc>
                <a:tc>
                  <a:txBody>
                    <a:bodyPr/>
                    <a:lstStyle/>
                    <a:p>
                      <a:pPr marL="0" algn="ctr" defTabSz="914400" rtl="0" eaLnBrk="1" fontAlgn="ctr" latinLnBrk="0" hangingPunct="1"/>
                      <a:r>
                        <a:rPr lang="fr-FR" sz="1100" b="0" i="0" u="none" strike="noStrike" kern="1200" dirty="0">
                          <a:solidFill>
                            <a:schemeClr val="tx1">
                              <a:lumMod val="65000"/>
                              <a:lumOff val="35000"/>
                            </a:schemeClr>
                          </a:solidFill>
                          <a:effectLst/>
                          <a:latin typeface="Calibri" panose="020F0502020204030204" pitchFamily="34" charset="0"/>
                          <a:ea typeface="+mn-ea"/>
                          <a:cs typeface="+mn-cs"/>
                        </a:rPr>
                        <a:t>60</a:t>
                      </a:r>
                    </a:p>
                  </a:txBody>
                  <a:tcPr marL="36000" marR="36000" marT="36000" marB="36000" anchor="ct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solidFill>
                      <a:schemeClr val="bg1"/>
                    </a:solidFill>
                  </a:tcPr>
                </a:tc>
                <a:extLst>
                  <a:ext uri="{0D108BD9-81ED-4DB2-BD59-A6C34878D82A}">
                    <a16:rowId xmlns:a16="http://schemas.microsoft.com/office/drawing/2014/main" val="10003"/>
                  </a:ext>
                </a:extLst>
              </a:tr>
              <a:tr h="247465">
                <a:tc gridSpan="2">
                  <a:txBody>
                    <a:bodyPr/>
                    <a:lstStyle/>
                    <a:p>
                      <a:pPr algn="l" fontAlgn="ctr"/>
                      <a:r>
                        <a:rPr lang="fr-FR" sz="1100" b="1" i="0" u="none" strike="noStrike" dirty="0">
                          <a:solidFill>
                            <a:schemeClr val="bg1"/>
                          </a:solidFill>
                          <a:effectLst/>
                          <a:latin typeface="Calibri" panose="020F0502020204030204" pitchFamily="34" charset="0"/>
                        </a:rPr>
                        <a:t>Sachet de jetons</a:t>
                      </a:r>
                    </a:p>
                  </a:txBody>
                  <a:tcPr marL="36000" marR="36000" marT="36000" marB="36000" anchor="ct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solidFill>
                      <a:srgbClr val="27A8E0"/>
                    </a:solidFill>
                  </a:tcPr>
                </a:tc>
                <a:tc hMerge="1">
                  <a:txBody>
                    <a:bodyPr/>
                    <a:lstStyle/>
                    <a:p>
                      <a:endParaRPr lang="fr-FR"/>
                    </a:p>
                  </a:txBody>
                  <a:tcP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solidFill>
                      <a:schemeClr val="bg1"/>
                    </a:solidFill>
                  </a:tcPr>
                </a:tc>
                <a:extLst>
                  <a:ext uri="{0D108BD9-81ED-4DB2-BD59-A6C34878D82A}">
                    <a16:rowId xmlns:a16="http://schemas.microsoft.com/office/drawing/2014/main" val="10004"/>
                  </a:ext>
                </a:extLst>
              </a:tr>
              <a:tr h="247465">
                <a:tc>
                  <a:txBody>
                    <a:bodyPr/>
                    <a:lstStyle/>
                    <a:p>
                      <a:pPr marL="0" algn="l" defTabSz="914400" rtl="0" eaLnBrk="1" fontAlgn="ctr" latinLnBrk="0" hangingPunct="1"/>
                      <a:r>
                        <a:rPr lang="fr-FR" sz="1100" u="none" strike="noStrike" kern="1200" dirty="0">
                          <a:solidFill>
                            <a:schemeClr val="tx1">
                              <a:lumMod val="65000"/>
                              <a:lumOff val="35000"/>
                            </a:schemeClr>
                          </a:solidFill>
                          <a:effectLst/>
                          <a:latin typeface="Calibri" panose="020F0502020204030204" pitchFamily="34" charset="0"/>
                          <a:ea typeface="+mn-ea"/>
                          <a:cs typeface="+mn-cs"/>
                        </a:rPr>
                        <a:t>Grands rectangles rouges</a:t>
                      </a:r>
                    </a:p>
                  </a:txBody>
                  <a:tcPr marL="36000" marR="36000" marT="36000" marB="36000" anchor="ct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solidFill>
                      <a:schemeClr val="bg1"/>
                    </a:solidFill>
                  </a:tcPr>
                </a:tc>
                <a:tc>
                  <a:txBody>
                    <a:bodyPr/>
                    <a:lstStyle/>
                    <a:p>
                      <a:pPr marL="0" algn="ctr" defTabSz="914400" rtl="0" eaLnBrk="1" fontAlgn="ctr" latinLnBrk="0" hangingPunct="1"/>
                      <a:r>
                        <a:rPr lang="fr-FR" sz="1100" b="0" i="0" u="none" strike="noStrike" kern="1200" dirty="0">
                          <a:solidFill>
                            <a:schemeClr val="tx1">
                              <a:lumMod val="65000"/>
                              <a:lumOff val="35000"/>
                            </a:schemeClr>
                          </a:solidFill>
                          <a:effectLst/>
                          <a:latin typeface="Calibri" panose="020F0502020204030204" pitchFamily="34" charset="0"/>
                          <a:ea typeface="+mn-ea"/>
                          <a:cs typeface="+mn-cs"/>
                        </a:rPr>
                        <a:t>60</a:t>
                      </a:r>
                    </a:p>
                  </a:txBody>
                  <a:tcPr marL="36000" marR="36000" marT="36000" marB="36000" anchor="ct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solidFill>
                      <a:schemeClr val="bg1"/>
                    </a:solidFill>
                  </a:tcPr>
                </a:tc>
                <a:extLst>
                  <a:ext uri="{0D108BD9-81ED-4DB2-BD59-A6C34878D82A}">
                    <a16:rowId xmlns:a16="http://schemas.microsoft.com/office/drawing/2014/main" val="10005"/>
                  </a:ext>
                </a:extLst>
              </a:tr>
              <a:tr h="247465">
                <a:tc>
                  <a:txBody>
                    <a:bodyPr/>
                    <a:lstStyle/>
                    <a:p>
                      <a:pPr marL="0" algn="l" defTabSz="914400" rtl="0" eaLnBrk="1" fontAlgn="ctr" latinLnBrk="0" hangingPunct="1"/>
                      <a:r>
                        <a:rPr lang="fr-FR" sz="1100" u="none" strike="noStrike" kern="1200" dirty="0">
                          <a:solidFill>
                            <a:schemeClr val="tx1">
                              <a:lumMod val="65000"/>
                              <a:lumOff val="35000"/>
                            </a:schemeClr>
                          </a:solidFill>
                          <a:effectLst/>
                          <a:latin typeface="Calibri" panose="020F0502020204030204" pitchFamily="34" charset="0"/>
                          <a:ea typeface="+mn-ea"/>
                          <a:cs typeface="+mn-cs"/>
                        </a:rPr>
                        <a:t>Grands rectangles bleus</a:t>
                      </a:r>
                    </a:p>
                  </a:txBody>
                  <a:tcPr marL="36000" marR="36000" marT="36000" marB="36000" anchor="ct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solidFill>
                      <a:schemeClr val="bg1"/>
                    </a:solidFill>
                  </a:tcPr>
                </a:tc>
                <a:tc>
                  <a:txBody>
                    <a:bodyPr/>
                    <a:lstStyle/>
                    <a:p>
                      <a:pPr marL="0" algn="ctr" defTabSz="914400" rtl="0" eaLnBrk="1" fontAlgn="ctr" latinLnBrk="0" hangingPunct="1"/>
                      <a:r>
                        <a:rPr lang="fr-FR" sz="1100" b="0" i="0" u="none" strike="noStrike" kern="1200" dirty="0">
                          <a:solidFill>
                            <a:schemeClr val="tx1">
                              <a:lumMod val="65000"/>
                              <a:lumOff val="35000"/>
                            </a:schemeClr>
                          </a:solidFill>
                          <a:effectLst/>
                          <a:latin typeface="Calibri" panose="020F0502020204030204" pitchFamily="34" charset="0"/>
                          <a:ea typeface="+mn-ea"/>
                          <a:cs typeface="+mn-cs"/>
                        </a:rPr>
                        <a:t>60</a:t>
                      </a:r>
                    </a:p>
                  </a:txBody>
                  <a:tcPr marL="36000" marR="36000" marT="36000" marB="36000" anchor="ct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solidFill>
                      <a:schemeClr val="bg1"/>
                    </a:solidFill>
                  </a:tcPr>
                </a:tc>
                <a:extLst>
                  <a:ext uri="{0D108BD9-81ED-4DB2-BD59-A6C34878D82A}">
                    <a16:rowId xmlns:a16="http://schemas.microsoft.com/office/drawing/2014/main" val="10006"/>
                  </a:ext>
                </a:extLst>
              </a:tr>
              <a:tr h="247465">
                <a:tc gridSpan="2">
                  <a:txBody>
                    <a:bodyPr/>
                    <a:lstStyle/>
                    <a:p>
                      <a:pPr algn="l" fontAlgn="ctr"/>
                      <a:r>
                        <a:rPr lang="fr-FR" sz="1100" b="1" i="0" u="none" strike="noStrike" dirty="0">
                          <a:solidFill>
                            <a:schemeClr val="bg1"/>
                          </a:solidFill>
                          <a:effectLst/>
                          <a:latin typeface="Calibri" panose="020F0502020204030204" pitchFamily="34" charset="0"/>
                        </a:rPr>
                        <a:t>Sachet de jetons</a:t>
                      </a:r>
                    </a:p>
                  </a:txBody>
                  <a:tcPr marL="36000" marR="36000" marT="36000" marB="36000" anchor="ct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solidFill>
                      <a:srgbClr val="27A8E0"/>
                    </a:solidFill>
                  </a:tcPr>
                </a:tc>
                <a:tc hMerge="1">
                  <a:txBody>
                    <a:bodyPr/>
                    <a:lstStyle/>
                    <a:p>
                      <a:endParaRPr lang="fr-FR"/>
                    </a:p>
                  </a:txBody>
                  <a:tcP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solidFill>
                      <a:schemeClr val="bg1"/>
                    </a:solidFill>
                  </a:tcPr>
                </a:tc>
                <a:extLst>
                  <a:ext uri="{0D108BD9-81ED-4DB2-BD59-A6C34878D82A}">
                    <a16:rowId xmlns:a16="http://schemas.microsoft.com/office/drawing/2014/main" val="10007"/>
                  </a:ext>
                </a:extLst>
              </a:tr>
              <a:tr h="247465">
                <a:tc>
                  <a:txBody>
                    <a:bodyPr/>
                    <a:lstStyle/>
                    <a:p>
                      <a:pPr marL="0" algn="l" defTabSz="914400" rtl="0" eaLnBrk="1" fontAlgn="ctr" latinLnBrk="0" hangingPunct="1"/>
                      <a:r>
                        <a:rPr lang="fr-FR" sz="1100" u="none" strike="noStrike" kern="1200" dirty="0">
                          <a:solidFill>
                            <a:schemeClr val="tx1">
                              <a:lumMod val="65000"/>
                              <a:lumOff val="35000"/>
                            </a:schemeClr>
                          </a:solidFill>
                          <a:effectLst/>
                          <a:latin typeface="Calibri" panose="020F0502020204030204" pitchFamily="34" charset="0"/>
                          <a:ea typeface="+mn-ea"/>
                          <a:cs typeface="+mn-cs"/>
                        </a:rPr>
                        <a:t>Ronds blancs</a:t>
                      </a:r>
                    </a:p>
                  </a:txBody>
                  <a:tcPr marL="36000" marR="36000" marT="36000" marB="36000" anchor="ct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solidFill>
                      <a:schemeClr val="bg1"/>
                    </a:solidFill>
                  </a:tcPr>
                </a:tc>
                <a:tc>
                  <a:txBody>
                    <a:bodyPr/>
                    <a:lstStyle/>
                    <a:p>
                      <a:pPr marL="0" algn="ctr" defTabSz="914400" rtl="0" eaLnBrk="1" fontAlgn="ctr" latinLnBrk="0" hangingPunct="1"/>
                      <a:r>
                        <a:rPr lang="fr-FR" sz="1100" b="0" i="0" u="none" strike="noStrike" kern="1200" dirty="0">
                          <a:solidFill>
                            <a:schemeClr val="tx1">
                              <a:lumMod val="65000"/>
                              <a:lumOff val="35000"/>
                            </a:schemeClr>
                          </a:solidFill>
                          <a:effectLst/>
                          <a:latin typeface="Calibri" panose="020F0502020204030204" pitchFamily="34" charset="0"/>
                          <a:ea typeface="+mn-ea"/>
                          <a:cs typeface="+mn-cs"/>
                        </a:rPr>
                        <a:t>120</a:t>
                      </a:r>
                    </a:p>
                  </a:txBody>
                  <a:tcPr marL="36000" marR="36000" marT="36000" marB="36000" anchor="ct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solidFill>
                      <a:schemeClr val="bg1"/>
                    </a:solidFill>
                  </a:tcPr>
                </a:tc>
                <a:extLst>
                  <a:ext uri="{0D108BD9-81ED-4DB2-BD59-A6C34878D82A}">
                    <a16:rowId xmlns:a16="http://schemas.microsoft.com/office/drawing/2014/main" val="10008"/>
                  </a:ext>
                </a:extLst>
              </a:tr>
              <a:tr h="247465">
                <a:tc>
                  <a:txBody>
                    <a:bodyPr/>
                    <a:lstStyle/>
                    <a:p>
                      <a:pPr marL="0" algn="l" defTabSz="914400" rtl="0" eaLnBrk="1" fontAlgn="ctr" latinLnBrk="0" hangingPunct="1"/>
                      <a:r>
                        <a:rPr lang="fr-FR" sz="1100" u="none" strike="noStrike" kern="1200" dirty="0">
                          <a:solidFill>
                            <a:schemeClr val="tx1">
                              <a:lumMod val="65000"/>
                              <a:lumOff val="35000"/>
                            </a:schemeClr>
                          </a:solidFill>
                          <a:effectLst/>
                          <a:latin typeface="Calibri" panose="020F0502020204030204" pitchFamily="34" charset="0"/>
                          <a:ea typeface="+mn-ea"/>
                          <a:cs typeface="+mn-cs"/>
                        </a:rPr>
                        <a:t>Ronds rouges</a:t>
                      </a:r>
                    </a:p>
                  </a:txBody>
                  <a:tcPr marL="36000" marR="36000" marT="36000" marB="36000" anchor="ct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solidFill>
                      <a:schemeClr val="bg1"/>
                    </a:solidFill>
                  </a:tcPr>
                </a:tc>
                <a:tc>
                  <a:txBody>
                    <a:bodyPr/>
                    <a:lstStyle/>
                    <a:p>
                      <a:pPr marL="0" algn="ctr" defTabSz="914400" rtl="0" eaLnBrk="1" fontAlgn="ctr" latinLnBrk="0" hangingPunct="1"/>
                      <a:r>
                        <a:rPr lang="fr-FR" sz="1100" b="0" i="0" u="none" strike="noStrike" kern="1200" dirty="0">
                          <a:solidFill>
                            <a:schemeClr val="tx1">
                              <a:lumMod val="65000"/>
                              <a:lumOff val="35000"/>
                            </a:schemeClr>
                          </a:solidFill>
                          <a:effectLst/>
                          <a:latin typeface="Calibri" panose="020F0502020204030204" pitchFamily="34" charset="0"/>
                          <a:ea typeface="+mn-ea"/>
                          <a:cs typeface="+mn-cs"/>
                        </a:rPr>
                        <a:t>45</a:t>
                      </a:r>
                    </a:p>
                  </a:txBody>
                  <a:tcPr marL="36000" marR="36000" marT="36000" marB="36000" anchor="ct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solidFill>
                      <a:schemeClr val="bg1"/>
                    </a:solidFill>
                  </a:tcPr>
                </a:tc>
                <a:extLst>
                  <a:ext uri="{0D108BD9-81ED-4DB2-BD59-A6C34878D82A}">
                    <a16:rowId xmlns:a16="http://schemas.microsoft.com/office/drawing/2014/main" val="10009"/>
                  </a:ext>
                </a:extLst>
              </a:tr>
              <a:tr h="247465">
                <a:tc>
                  <a:txBody>
                    <a:bodyPr/>
                    <a:lstStyle/>
                    <a:p>
                      <a:pPr marL="0" algn="l" defTabSz="914400" rtl="0" eaLnBrk="1" fontAlgn="ctr" latinLnBrk="0" hangingPunct="1"/>
                      <a:r>
                        <a:rPr lang="fr-FR" sz="1100" u="none" strike="noStrike" kern="1200" dirty="0">
                          <a:solidFill>
                            <a:schemeClr val="tx1">
                              <a:lumMod val="65000"/>
                              <a:lumOff val="35000"/>
                            </a:schemeClr>
                          </a:solidFill>
                          <a:effectLst/>
                          <a:latin typeface="Calibri" panose="020F0502020204030204" pitchFamily="34" charset="0"/>
                          <a:ea typeface="+mn-ea"/>
                          <a:cs typeface="+mn-cs"/>
                        </a:rPr>
                        <a:t>Ronds verts</a:t>
                      </a:r>
                    </a:p>
                  </a:txBody>
                  <a:tcPr marL="36000" marR="36000" marT="36000" marB="36000" anchor="ct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solidFill>
                      <a:schemeClr val="bg1"/>
                    </a:solidFill>
                  </a:tcPr>
                </a:tc>
                <a:tc>
                  <a:txBody>
                    <a:bodyPr/>
                    <a:lstStyle/>
                    <a:p>
                      <a:pPr marL="0" algn="ctr" defTabSz="914400" rtl="0" eaLnBrk="1" fontAlgn="ctr" latinLnBrk="0" hangingPunct="1"/>
                      <a:r>
                        <a:rPr lang="fr-FR" sz="1100" b="0" i="0" u="none" strike="noStrike" kern="1200" dirty="0">
                          <a:solidFill>
                            <a:schemeClr val="tx1">
                              <a:lumMod val="65000"/>
                              <a:lumOff val="35000"/>
                            </a:schemeClr>
                          </a:solidFill>
                          <a:effectLst/>
                          <a:latin typeface="Calibri" panose="020F0502020204030204" pitchFamily="34" charset="0"/>
                          <a:ea typeface="+mn-ea"/>
                          <a:cs typeface="+mn-cs"/>
                        </a:rPr>
                        <a:t>55</a:t>
                      </a:r>
                    </a:p>
                  </a:txBody>
                  <a:tcPr marL="36000" marR="36000" marT="36000" marB="36000" anchor="ct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solidFill>
                      <a:schemeClr val="bg1"/>
                    </a:solidFill>
                  </a:tcPr>
                </a:tc>
                <a:extLst>
                  <a:ext uri="{0D108BD9-81ED-4DB2-BD59-A6C34878D82A}">
                    <a16:rowId xmlns:a16="http://schemas.microsoft.com/office/drawing/2014/main" val="10010"/>
                  </a:ext>
                </a:extLst>
              </a:tr>
              <a:tr h="247465">
                <a:tc>
                  <a:txBody>
                    <a:bodyPr/>
                    <a:lstStyle/>
                    <a:p>
                      <a:pPr marL="0" algn="l" defTabSz="914400" rtl="0" eaLnBrk="1" fontAlgn="ctr" latinLnBrk="0" hangingPunct="1"/>
                      <a:r>
                        <a:rPr lang="fr-FR" sz="1100" u="none" strike="noStrike" kern="1200" dirty="0">
                          <a:solidFill>
                            <a:schemeClr val="tx1">
                              <a:lumMod val="65000"/>
                              <a:lumOff val="35000"/>
                            </a:schemeClr>
                          </a:solidFill>
                          <a:effectLst/>
                          <a:latin typeface="Calibri" panose="020F0502020204030204" pitchFamily="34" charset="0"/>
                          <a:ea typeface="+mn-ea"/>
                          <a:cs typeface="+mn-cs"/>
                        </a:rPr>
                        <a:t>Dé</a:t>
                      </a:r>
                    </a:p>
                  </a:txBody>
                  <a:tcPr marL="36000" marR="36000" marT="36000" marB="36000" anchor="ct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solidFill>
                      <a:schemeClr val="bg1"/>
                    </a:solidFill>
                  </a:tcPr>
                </a:tc>
                <a:tc>
                  <a:txBody>
                    <a:bodyPr/>
                    <a:lstStyle/>
                    <a:p>
                      <a:pPr marL="0" algn="ctr" defTabSz="914400" rtl="0" eaLnBrk="1" fontAlgn="ctr" latinLnBrk="0" hangingPunct="1"/>
                      <a:r>
                        <a:rPr lang="fr-FR" sz="1100" b="0" i="0" u="none" strike="noStrike" kern="1200">
                          <a:solidFill>
                            <a:schemeClr val="tx1">
                              <a:lumMod val="65000"/>
                              <a:lumOff val="35000"/>
                            </a:schemeClr>
                          </a:solidFill>
                          <a:effectLst/>
                          <a:latin typeface="Calibri" panose="020F0502020204030204" pitchFamily="34" charset="0"/>
                          <a:ea typeface="+mn-ea"/>
                          <a:cs typeface="+mn-cs"/>
                        </a:rPr>
                        <a:t>3</a:t>
                      </a:r>
                      <a:endParaRPr lang="fr-FR" sz="1100" b="0" i="0" u="none" strike="noStrike" kern="1200" dirty="0">
                        <a:solidFill>
                          <a:schemeClr val="tx1">
                            <a:lumMod val="65000"/>
                            <a:lumOff val="35000"/>
                          </a:schemeClr>
                        </a:solidFill>
                        <a:effectLst/>
                        <a:latin typeface="Calibri" panose="020F0502020204030204" pitchFamily="34" charset="0"/>
                        <a:ea typeface="+mn-ea"/>
                        <a:cs typeface="+mn-cs"/>
                      </a:endParaRPr>
                    </a:p>
                  </a:txBody>
                  <a:tcPr marL="36000" marR="36000" marT="36000" marB="36000" anchor="ct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solidFill>
                      <a:schemeClr val="bg1"/>
                    </a:solidFill>
                  </a:tcPr>
                </a:tc>
                <a:extLst>
                  <a:ext uri="{0D108BD9-81ED-4DB2-BD59-A6C34878D82A}">
                    <a16:rowId xmlns:a16="http://schemas.microsoft.com/office/drawing/2014/main" val="10011"/>
                  </a:ext>
                </a:extLst>
              </a:tr>
              <a:tr h="247465">
                <a:tc gridSpan="2">
                  <a:txBody>
                    <a:bodyPr/>
                    <a:lstStyle/>
                    <a:p>
                      <a:pPr algn="l" fontAlgn="ctr"/>
                      <a:r>
                        <a:rPr lang="fr-FR" sz="1100" b="1" i="0" u="none" strike="noStrike" dirty="0">
                          <a:solidFill>
                            <a:schemeClr val="bg1"/>
                          </a:solidFill>
                          <a:effectLst/>
                          <a:latin typeface="Calibri" panose="020F0502020204030204" pitchFamily="34" charset="0"/>
                        </a:rPr>
                        <a:t>Autre matériel</a:t>
                      </a:r>
                    </a:p>
                  </a:txBody>
                  <a:tcPr marL="36000" marR="36000" marT="36000" marB="36000" anchor="ct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solidFill>
                      <a:srgbClr val="27A8E0"/>
                    </a:solidFill>
                  </a:tcPr>
                </a:tc>
                <a:tc hMerge="1">
                  <a:txBody>
                    <a:bodyPr/>
                    <a:lstStyle/>
                    <a:p>
                      <a:endParaRPr lang="fr-FR"/>
                    </a:p>
                  </a:txBody>
                  <a:tcP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solidFill>
                      <a:schemeClr val="bg1"/>
                    </a:solidFill>
                  </a:tcPr>
                </a:tc>
                <a:extLst>
                  <a:ext uri="{0D108BD9-81ED-4DB2-BD59-A6C34878D82A}">
                    <a16:rowId xmlns:a16="http://schemas.microsoft.com/office/drawing/2014/main" val="10012"/>
                  </a:ext>
                </a:extLst>
              </a:tr>
              <a:tr h="247465">
                <a:tc>
                  <a:txBody>
                    <a:bodyPr/>
                    <a:lstStyle/>
                    <a:p>
                      <a:pPr marL="0" algn="l" defTabSz="914400" rtl="0" eaLnBrk="1" fontAlgn="ctr" latinLnBrk="0" hangingPunct="1"/>
                      <a:r>
                        <a:rPr lang="fr-FR" sz="1100" u="none" strike="noStrike" kern="1200" dirty="0">
                          <a:solidFill>
                            <a:schemeClr val="tx1">
                              <a:lumMod val="65000"/>
                              <a:lumOff val="35000"/>
                            </a:schemeClr>
                          </a:solidFill>
                          <a:effectLst/>
                          <a:latin typeface="Calibri" panose="020F0502020204030204" pitchFamily="34" charset="0"/>
                          <a:ea typeface="+mn-ea"/>
                          <a:cs typeface="+mn-cs"/>
                        </a:rPr>
                        <a:t>Boites rouges</a:t>
                      </a:r>
                    </a:p>
                  </a:txBody>
                  <a:tcPr marL="36000" marR="36000" marT="36000" marB="36000" anchor="ct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solidFill>
                      <a:schemeClr val="bg1"/>
                    </a:solidFill>
                  </a:tcPr>
                </a:tc>
                <a:tc>
                  <a:txBody>
                    <a:bodyPr/>
                    <a:lstStyle/>
                    <a:p>
                      <a:pPr marL="0" algn="ctr" defTabSz="914400" rtl="0" eaLnBrk="1" fontAlgn="ctr" latinLnBrk="0" hangingPunct="1"/>
                      <a:r>
                        <a:rPr lang="fr-FR" sz="1100" b="0" i="0" u="none" strike="noStrike" kern="1200" dirty="0">
                          <a:solidFill>
                            <a:schemeClr val="tx1">
                              <a:lumMod val="65000"/>
                              <a:lumOff val="35000"/>
                            </a:schemeClr>
                          </a:solidFill>
                          <a:effectLst/>
                          <a:latin typeface="Calibri" panose="020F0502020204030204" pitchFamily="34" charset="0"/>
                          <a:ea typeface="+mn-ea"/>
                          <a:cs typeface="+mn-cs"/>
                        </a:rPr>
                        <a:t>180</a:t>
                      </a:r>
                    </a:p>
                  </a:txBody>
                  <a:tcPr marL="36000" marR="36000" marT="36000" marB="36000" anchor="ct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solidFill>
                      <a:schemeClr val="bg1"/>
                    </a:solidFill>
                  </a:tcPr>
                </a:tc>
                <a:extLst>
                  <a:ext uri="{0D108BD9-81ED-4DB2-BD59-A6C34878D82A}">
                    <a16:rowId xmlns:a16="http://schemas.microsoft.com/office/drawing/2014/main" val="10013"/>
                  </a:ext>
                </a:extLst>
              </a:tr>
            </a:tbl>
          </a:graphicData>
        </a:graphic>
      </p:graphicFrame>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530" name="Rectangle 2"/>
          <p:cNvSpPr>
            <a:spLocks noGrp="1" noChangeArrowheads="1"/>
          </p:cNvSpPr>
          <p:nvPr>
            <p:ph type="title"/>
          </p:nvPr>
        </p:nvSpPr>
        <p:spPr/>
        <p:txBody>
          <a:bodyPr/>
          <a:lstStyle/>
          <a:p>
            <a:pPr eaLnBrk="1" hangingPunct="1"/>
            <a:r>
              <a:rPr lang="fr-FR" altLang="fr-FR" dirty="0"/>
              <a:t>Check List du matériel</a:t>
            </a:r>
          </a:p>
        </p:txBody>
      </p:sp>
      <p:pic>
        <p:nvPicPr>
          <p:cNvPr id="10" name="Picture 2" descr="C:\Users\BertrandS\Dropbox\Jeux\00. CONCEPTION DES JEUX\photos\Bureau Une Femme 29\iStock_000002139332_Medium ALLEGE.jpg"/>
          <p:cNvPicPr>
            <a:picLocks noChangeAspect="1" noChangeArrowheads="1"/>
          </p:cNvPicPr>
          <p:nvPr/>
        </p:nvPicPr>
        <p:blipFill rotWithShape="1">
          <a:blip r:embed="rId3" cstate="print">
            <a:clrChange>
              <a:clrFrom>
                <a:srgbClr val="FFFFFF"/>
              </a:clrFrom>
              <a:clrTo>
                <a:srgbClr val="FFFFFF">
                  <a:alpha val="0"/>
                </a:srgbClr>
              </a:clrTo>
            </a:clrChange>
            <a:extLst>
              <a:ext uri="{28A0092B-C50C-407E-A947-70E740481C1C}">
                <a14:useLocalDpi xmlns:a14="http://schemas.microsoft.com/office/drawing/2010/main" val="0"/>
              </a:ext>
            </a:extLst>
          </a:blip>
          <a:srcRect b="26675"/>
          <a:stretch/>
        </p:blipFill>
        <p:spPr bwMode="auto">
          <a:xfrm>
            <a:off x="8248783" y="45838"/>
            <a:ext cx="815481" cy="947302"/>
          </a:xfrm>
          <a:prstGeom prst="rect">
            <a:avLst/>
          </a:prstGeom>
          <a:solidFill>
            <a:schemeClr val="bg1"/>
          </a:solidFill>
          <a:ln w="12700">
            <a:solidFill>
              <a:srgbClr val="27A8E0"/>
            </a:solidFill>
          </a:ln>
          <a:effectLst>
            <a:outerShdw blurRad="25400" dist="50800" dir="2700000" algn="ctr" rotWithShape="0">
              <a:srgbClr val="27A8E0"/>
            </a:outerShdw>
          </a:effectLst>
        </p:spPr>
      </p:pic>
      <p:graphicFrame>
        <p:nvGraphicFramePr>
          <p:cNvPr id="13" name="Tableau 12"/>
          <p:cNvGraphicFramePr>
            <a:graphicFrameLocks noGrp="1"/>
          </p:cNvGraphicFramePr>
          <p:nvPr>
            <p:extLst>
              <p:ext uri="{D42A27DB-BD31-4B8C-83A1-F6EECF244321}">
                <p14:modId xmlns:p14="http://schemas.microsoft.com/office/powerpoint/2010/main" val="4125724420"/>
              </p:ext>
            </p:extLst>
          </p:nvPr>
        </p:nvGraphicFramePr>
        <p:xfrm>
          <a:off x="732452" y="1909565"/>
          <a:ext cx="6993513" cy="2202480"/>
        </p:xfrm>
        <a:graphic>
          <a:graphicData uri="http://schemas.openxmlformats.org/drawingml/2006/table">
            <a:tbl>
              <a:tblPr>
                <a:tableStyleId>{5C22544A-7EE6-4342-B048-85BDC9FD1C3A}</a:tableStyleId>
              </a:tblPr>
              <a:tblGrid>
                <a:gridCol w="2949588">
                  <a:extLst>
                    <a:ext uri="{9D8B030D-6E8A-4147-A177-3AD203B41FA5}">
                      <a16:colId xmlns:a16="http://schemas.microsoft.com/office/drawing/2014/main" val="20000"/>
                    </a:ext>
                  </a:extLst>
                </a:gridCol>
                <a:gridCol w="4043925">
                  <a:extLst>
                    <a:ext uri="{9D8B030D-6E8A-4147-A177-3AD203B41FA5}">
                      <a16:colId xmlns:a16="http://schemas.microsoft.com/office/drawing/2014/main" val="20001"/>
                    </a:ext>
                  </a:extLst>
                </a:gridCol>
              </a:tblGrid>
              <a:tr h="231305">
                <a:tc>
                  <a:txBody>
                    <a:bodyPr/>
                    <a:lstStyle/>
                    <a:p>
                      <a:pPr algn="l" fontAlgn="ctr"/>
                      <a:r>
                        <a:rPr lang="fr-FR" sz="1400" b="1" u="none" strike="noStrike" dirty="0">
                          <a:solidFill>
                            <a:schemeClr val="tx1">
                              <a:lumMod val="65000"/>
                              <a:lumOff val="35000"/>
                            </a:schemeClr>
                          </a:solidFill>
                          <a:effectLst/>
                          <a:latin typeface="Calibri" panose="020F0502020204030204" pitchFamily="34" charset="0"/>
                        </a:rPr>
                        <a:t>Contenu de la CLÉ</a:t>
                      </a:r>
                      <a:r>
                        <a:rPr lang="fr-FR" sz="1400" b="1" u="none" strike="noStrike" baseline="0" dirty="0">
                          <a:solidFill>
                            <a:schemeClr val="tx1">
                              <a:lumMod val="65000"/>
                              <a:lumOff val="35000"/>
                            </a:schemeClr>
                          </a:solidFill>
                          <a:effectLst/>
                          <a:latin typeface="Calibri" panose="020F0502020204030204" pitchFamily="34" charset="0"/>
                        </a:rPr>
                        <a:t> </a:t>
                      </a:r>
                      <a:r>
                        <a:rPr lang="fr-FR" sz="1400" b="1" u="none" strike="noStrike" dirty="0">
                          <a:solidFill>
                            <a:schemeClr val="tx1">
                              <a:lumMod val="65000"/>
                              <a:lumOff val="35000"/>
                            </a:schemeClr>
                          </a:solidFill>
                          <a:effectLst/>
                          <a:latin typeface="Calibri" panose="020F0502020204030204" pitchFamily="34" charset="0"/>
                        </a:rPr>
                        <a:t>USB</a:t>
                      </a:r>
                      <a:endParaRPr lang="fr-FR" sz="1400" b="1" i="0" u="none" strike="noStrike" dirty="0">
                        <a:solidFill>
                          <a:schemeClr val="tx1">
                            <a:lumMod val="65000"/>
                            <a:lumOff val="35000"/>
                          </a:schemeClr>
                        </a:solidFill>
                        <a:effectLst/>
                        <a:latin typeface="Calibri" panose="020F0502020204030204" pitchFamily="34" charset="0"/>
                      </a:endParaRPr>
                    </a:p>
                  </a:txBody>
                  <a:tcPr marL="36000" marR="36000" marT="36000" marB="36000" anchor="ctr">
                    <a:lnL w="12700" cap="flat" cmpd="sng" algn="ctr">
                      <a:no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solidFill>
                      <a:schemeClr val="bg1"/>
                    </a:solidFill>
                  </a:tcPr>
                </a:tc>
                <a:tc>
                  <a:txBody>
                    <a:bodyPr/>
                    <a:lstStyle/>
                    <a:p>
                      <a:r>
                        <a:rPr lang="fr-FR" sz="1100" dirty="0">
                          <a:solidFill>
                            <a:schemeClr val="tx1">
                              <a:lumMod val="65000"/>
                              <a:lumOff val="35000"/>
                            </a:schemeClr>
                          </a:solidFill>
                          <a:latin typeface="Calibri" panose="020F0502020204030204" pitchFamily="34" charset="0"/>
                        </a:rPr>
                        <a:t>Commentaires</a:t>
                      </a:r>
                    </a:p>
                  </a:txBody>
                  <a:tcPr marL="36000" marR="36000" marT="36000" marB="36000" anchor="ct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solidFill>
                      <a:schemeClr val="bg1"/>
                    </a:solidFill>
                  </a:tcPr>
                </a:tc>
                <a:extLst>
                  <a:ext uri="{0D108BD9-81ED-4DB2-BD59-A6C34878D82A}">
                    <a16:rowId xmlns:a16="http://schemas.microsoft.com/office/drawing/2014/main" val="10000"/>
                  </a:ext>
                </a:extLst>
              </a:tr>
              <a:tr h="231305">
                <a:tc>
                  <a:txBody>
                    <a:bodyPr/>
                    <a:lstStyle/>
                    <a:p>
                      <a:pPr algn="l" fontAlgn="ctr"/>
                      <a:r>
                        <a:rPr lang="fr-FR" sz="1100" b="1" i="0" u="none" strike="noStrike" dirty="0">
                          <a:solidFill>
                            <a:schemeClr val="bg1"/>
                          </a:solidFill>
                          <a:effectLst/>
                          <a:latin typeface="Calibri" panose="020F0502020204030204" pitchFamily="34" charset="0"/>
                        </a:rPr>
                        <a:t>Répertoire "Animation"</a:t>
                      </a:r>
                    </a:p>
                  </a:txBody>
                  <a:tcPr marL="36000" marR="36000" marT="36000" marB="36000" anchor="ct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solidFill>
                      <a:srgbClr val="27A8E0"/>
                    </a:solidFill>
                  </a:tcPr>
                </a:tc>
                <a:tc>
                  <a:txBody>
                    <a:bodyPr/>
                    <a:lstStyle/>
                    <a:p>
                      <a:pPr algn="l" fontAlgn="ctr"/>
                      <a:endParaRPr lang="fr-FR" sz="1100" b="1" i="0" u="none" strike="noStrike" dirty="0">
                        <a:solidFill>
                          <a:schemeClr val="bg1"/>
                        </a:solidFill>
                        <a:effectLst/>
                        <a:latin typeface="Calibri" panose="020F0502020204030204" pitchFamily="34" charset="0"/>
                      </a:endParaRPr>
                    </a:p>
                  </a:txBody>
                  <a:tcPr marL="36000" marR="36000" marT="36000" marB="36000" anchor="ct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solidFill>
                      <a:srgbClr val="27A8E0"/>
                    </a:solidFill>
                  </a:tcPr>
                </a:tc>
                <a:extLst>
                  <a:ext uri="{0D108BD9-81ED-4DB2-BD59-A6C34878D82A}">
                    <a16:rowId xmlns:a16="http://schemas.microsoft.com/office/drawing/2014/main" val="10001"/>
                  </a:ext>
                </a:extLst>
              </a:tr>
              <a:tr h="231305">
                <a:tc>
                  <a:txBody>
                    <a:bodyPr/>
                    <a:lstStyle/>
                    <a:p>
                      <a:pPr algn="l" fontAlgn="ctr"/>
                      <a:r>
                        <a:rPr lang="fr-FR" sz="1100" b="0" i="0" u="none" strike="noStrike" dirty="0">
                          <a:solidFill>
                            <a:schemeClr val="tx1">
                              <a:lumMod val="65000"/>
                              <a:lumOff val="35000"/>
                            </a:schemeClr>
                          </a:solidFill>
                          <a:effectLst/>
                          <a:latin typeface="Calibri" panose="020F0502020204030204" pitchFamily="34" charset="0"/>
                        </a:rPr>
                        <a:t>Cartes Incident</a:t>
                      </a:r>
                    </a:p>
                  </a:txBody>
                  <a:tcPr marL="36000" marR="36000" marT="36000" marB="36000" anchor="ct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solidFill>
                      <a:schemeClr val="bg1"/>
                    </a:solidFill>
                  </a:tcPr>
                </a:tc>
                <a:tc>
                  <a:txBody>
                    <a:bodyPr/>
                    <a:lstStyle/>
                    <a:p>
                      <a:pPr algn="l" fontAlgn="ctr"/>
                      <a:r>
                        <a:rPr lang="fr-FR" sz="1100" b="0" i="0" u="none" strike="noStrike" dirty="0">
                          <a:solidFill>
                            <a:schemeClr val="tx1">
                              <a:lumMod val="65000"/>
                              <a:lumOff val="35000"/>
                            </a:schemeClr>
                          </a:solidFill>
                          <a:effectLst/>
                          <a:latin typeface="Calibri" panose="020F0502020204030204" pitchFamily="34" charset="0"/>
                        </a:rPr>
                        <a:t>Permet</a:t>
                      </a:r>
                      <a:r>
                        <a:rPr lang="fr-FR" sz="1100" b="0" i="0" u="none" strike="noStrike" baseline="0" dirty="0">
                          <a:solidFill>
                            <a:schemeClr val="tx1">
                              <a:lumMod val="65000"/>
                              <a:lumOff val="35000"/>
                            </a:schemeClr>
                          </a:solidFill>
                          <a:effectLst/>
                          <a:latin typeface="Calibri" panose="020F0502020204030204" pitchFamily="34" charset="0"/>
                        </a:rPr>
                        <a:t> d'afficher les incidents durant le déroulement du jeu</a:t>
                      </a:r>
                      <a:endParaRPr lang="fr-FR" sz="1100" b="0" i="0" u="none" strike="noStrike" dirty="0">
                        <a:solidFill>
                          <a:schemeClr val="tx1">
                            <a:lumMod val="65000"/>
                            <a:lumOff val="35000"/>
                          </a:schemeClr>
                        </a:solidFill>
                        <a:effectLst/>
                        <a:latin typeface="Calibri" panose="020F0502020204030204" pitchFamily="34" charset="0"/>
                      </a:endParaRPr>
                    </a:p>
                  </a:txBody>
                  <a:tcPr marL="36000" marR="36000" marT="36000" marB="36000" anchor="ct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solidFill>
                      <a:schemeClr val="bg1"/>
                    </a:solidFill>
                  </a:tcPr>
                </a:tc>
                <a:extLst>
                  <a:ext uri="{0D108BD9-81ED-4DB2-BD59-A6C34878D82A}">
                    <a16:rowId xmlns:a16="http://schemas.microsoft.com/office/drawing/2014/main" val="10002"/>
                  </a:ext>
                </a:extLst>
              </a:tr>
              <a:tr h="231305">
                <a:tc>
                  <a:txBody>
                    <a:bodyPr/>
                    <a:lstStyle/>
                    <a:p>
                      <a:pPr algn="l" fontAlgn="ctr"/>
                      <a:r>
                        <a:rPr lang="fr-FR" sz="1100" u="none" strike="noStrike" dirty="0">
                          <a:solidFill>
                            <a:schemeClr val="tx1">
                              <a:lumMod val="65000"/>
                              <a:lumOff val="35000"/>
                            </a:schemeClr>
                          </a:solidFill>
                          <a:effectLst/>
                          <a:latin typeface="Calibri" panose="020F0502020204030204" pitchFamily="34" charset="0"/>
                        </a:rPr>
                        <a:t>Guide d'animation</a:t>
                      </a:r>
                      <a:endParaRPr lang="fr-FR" sz="1100" b="0" i="0" u="none" strike="noStrike" dirty="0">
                        <a:solidFill>
                          <a:schemeClr val="tx1">
                            <a:lumMod val="65000"/>
                            <a:lumOff val="35000"/>
                          </a:schemeClr>
                        </a:solidFill>
                        <a:effectLst/>
                        <a:latin typeface="Calibri" panose="020F0502020204030204" pitchFamily="34" charset="0"/>
                      </a:endParaRPr>
                    </a:p>
                  </a:txBody>
                  <a:tcPr marL="36000" marR="36000" marT="36000" marB="36000" anchor="ct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solidFill>
                      <a:schemeClr val="bg1"/>
                    </a:solidFill>
                  </a:tcPr>
                </a:tc>
                <a:tc>
                  <a:txBody>
                    <a:bodyPr/>
                    <a:lstStyle/>
                    <a:p>
                      <a:pPr marL="0" marR="0" indent="0" algn="l" defTabSz="914400" rtl="0" eaLnBrk="1" fontAlgn="ctr" latinLnBrk="0" hangingPunct="1">
                        <a:lnSpc>
                          <a:spcPct val="100000"/>
                        </a:lnSpc>
                        <a:spcBef>
                          <a:spcPts val="0"/>
                        </a:spcBef>
                        <a:spcAft>
                          <a:spcPts val="0"/>
                        </a:spcAft>
                        <a:buClrTx/>
                        <a:buSzTx/>
                        <a:buFontTx/>
                        <a:buNone/>
                        <a:tabLst/>
                        <a:defRPr/>
                      </a:pPr>
                      <a:r>
                        <a:rPr lang="fr-FR" sz="1100" b="0" i="0" u="none" strike="noStrike" dirty="0">
                          <a:solidFill>
                            <a:schemeClr val="tx1">
                              <a:lumMod val="65000"/>
                              <a:lumOff val="35000"/>
                            </a:schemeClr>
                          </a:solidFill>
                          <a:effectLst/>
                          <a:latin typeface="Calibri" panose="020F0502020204030204" pitchFamily="34" charset="0"/>
                        </a:rPr>
                        <a:t>Permet d'animer le jeu</a:t>
                      </a:r>
                    </a:p>
                  </a:txBody>
                  <a:tcPr marL="36000" marR="36000" marT="36000" marB="36000" anchor="ct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solidFill>
                      <a:schemeClr val="bg1"/>
                    </a:solidFill>
                  </a:tcPr>
                </a:tc>
                <a:extLst>
                  <a:ext uri="{0D108BD9-81ED-4DB2-BD59-A6C34878D82A}">
                    <a16:rowId xmlns:a16="http://schemas.microsoft.com/office/drawing/2014/main" val="10003"/>
                  </a:ext>
                </a:extLst>
              </a:tr>
              <a:tr h="231305">
                <a:tc>
                  <a:txBody>
                    <a:bodyPr/>
                    <a:lstStyle/>
                    <a:p>
                      <a:pPr algn="l" fontAlgn="ctr"/>
                      <a:r>
                        <a:rPr lang="fr-FR" sz="1100" u="none" strike="noStrike" dirty="0">
                          <a:solidFill>
                            <a:schemeClr val="tx1">
                              <a:lumMod val="65000"/>
                              <a:lumOff val="35000"/>
                            </a:schemeClr>
                          </a:solidFill>
                          <a:effectLst/>
                          <a:latin typeface="Calibri" panose="020F0502020204030204" pitchFamily="34" charset="0"/>
                        </a:rPr>
                        <a:t>Tableau</a:t>
                      </a:r>
                      <a:r>
                        <a:rPr lang="fr-FR" sz="1100" u="none" strike="noStrike" baseline="0" dirty="0">
                          <a:solidFill>
                            <a:schemeClr val="tx1">
                              <a:lumMod val="65000"/>
                              <a:lumOff val="35000"/>
                            </a:schemeClr>
                          </a:solidFill>
                          <a:effectLst/>
                          <a:latin typeface="Calibri" panose="020F0502020204030204" pitchFamily="34" charset="0"/>
                        </a:rPr>
                        <a:t> de Bord</a:t>
                      </a:r>
                      <a:endParaRPr lang="fr-FR" sz="1100" b="0" i="0" u="none" strike="noStrike" dirty="0">
                        <a:solidFill>
                          <a:schemeClr val="tx1">
                            <a:lumMod val="65000"/>
                            <a:lumOff val="35000"/>
                          </a:schemeClr>
                        </a:solidFill>
                        <a:effectLst/>
                        <a:latin typeface="Calibri" panose="020F0502020204030204" pitchFamily="34" charset="0"/>
                      </a:endParaRPr>
                    </a:p>
                  </a:txBody>
                  <a:tcPr marL="36000" marR="36000" marT="36000" marB="36000" anchor="ct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solidFill>
                      <a:schemeClr val="bg1"/>
                    </a:solidFill>
                  </a:tcPr>
                </a:tc>
                <a:tc>
                  <a:txBody>
                    <a:bodyPr/>
                    <a:lstStyle/>
                    <a:p>
                      <a:pPr marL="0" marR="0" indent="0" algn="l" defTabSz="914400" rtl="0" eaLnBrk="1" fontAlgn="ctr" latinLnBrk="0" hangingPunct="1">
                        <a:lnSpc>
                          <a:spcPct val="100000"/>
                        </a:lnSpc>
                        <a:spcBef>
                          <a:spcPts val="0"/>
                        </a:spcBef>
                        <a:spcAft>
                          <a:spcPts val="0"/>
                        </a:spcAft>
                        <a:buClrTx/>
                        <a:buSzTx/>
                        <a:buFontTx/>
                        <a:buNone/>
                        <a:tabLst/>
                        <a:defRPr/>
                      </a:pPr>
                      <a:r>
                        <a:rPr lang="fr-FR" sz="1100" b="0" i="0" u="none" strike="noStrike" dirty="0">
                          <a:solidFill>
                            <a:schemeClr val="tx1">
                              <a:lumMod val="65000"/>
                              <a:lumOff val="35000"/>
                            </a:schemeClr>
                          </a:solidFill>
                          <a:effectLst/>
                          <a:latin typeface="Calibri" panose="020F0502020204030204" pitchFamily="34" charset="0"/>
                        </a:rPr>
                        <a:t>Permet d'afficher les</a:t>
                      </a:r>
                      <a:r>
                        <a:rPr lang="fr-FR" sz="1100" b="0" i="0" u="none" strike="noStrike" baseline="0" dirty="0">
                          <a:solidFill>
                            <a:schemeClr val="tx1">
                              <a:lumMod val="65000"/>
                              <a:lumOff val="35000"/>
                            </a:schemeClr>
                          </a:solidFill>
                          <a:effectLst/>
                          <a:latin typeface="Calibri" panose="020F0502020204030204" pitchFamily="34" charset="0"/>
                        </a:rPr>
                        <a:t> résultats des équipes</a:t>
                      </a:r>
                      <a:endParaRPr lang="fr-FR" sz="1100" b="0" i="0" u="none" strike="noStrike" dirty="0">
                        <a:solidFill>
                          <a:schemeClr val="tx1">
                            <a:lumMod val="65000"/>
                            <a:lumOff val="35000"/>
                          </a:schemeClr>
                        </a:solidFill>
                        <a:effectLst/>
                        <a:latin typeface="Calibri" panose="020F0502020204030204" pitchFamily="34" charset="0"/>
                      </a:endParaRPr>
                    </a:p>
                  </a:txBody>
                  <a:tcPr marL="36000" marR="36000" marT="36000" marB="36000" anchor="ct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solidFill>
                      <a:schemeClr val="bg1"/>
                    </a:solidFill>
                  </a:tcPr>
                </a:tc>
                <a:extLst>
                  <a:ext uri="{0D108BD9-81ED-4DB2-BD59-A6C34878D82A}">
                    <a16:rowId xmlns:a16="http://schemas.microsoft.com/office/drawing/2014/main" val="10004"/>
                  </a:ext>
                </a:extLst>
              </a:tr>
              <a:tr h="231305">
                <a:tc>
                  <a:txBody>
                    <a:bodyPr/>
                    <a:lstStyle/>
                    <a:p>
                      <a:pPr algn="l" fontAlgn="ctr"/>
                      <a:r>
                        <a:rPr lang="fr-FR" sz="1100" b="1" i="0" u="none" strike="noStrike" dirty="0">
                          <a:solidFill>
                            <a:schemeClr val="bg1"/>
                          </a:solidFill>
                          <a:effectLst/>
                          <a:latin typeface="Calibri" panose="020F0502020204030204" pitchFamily="34" charset="0"/>
                        </a:rPr>
                        <a:t>Répertoire "Consommables"</a:t>
                      </a:r>
                    </a:p>
                  </a:txBody>
                  <a:tcPr marL="36000" marR="36000" marT="36000" marB="36000" anchor="ct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solidFill>
                      <a:srgbClr val="27A8E0"/>
                    </a:solidFill>
                  </a:tcPr>
                </a:tc>
                <a:tc>
                  <a:txBody>
                    <a:bodyPr/>
                    <a:lstStyle/>
                    <a:p>
                      <a:pPr algn="l" fontAlgn="ctr"/>
                      <a:endParaRPr lang="fr-FR" sz="1100" b="1" i="0" u="none" strike="noStrike" dirty="0">
                        <a:solidFill>
                          <a:schemeClr val="bg1"/>
                        </a:solidFill>
                        <a:effectLst/>
                        <a:latin typeface="Calibri" panose="020F0502020204030204" pitchFamily="34" charset="0"/>
                      </a:endParaRPr>
                    </a:p>
                  </a:txBody>
                  <a:tcPr marL="36000" marR="36000" marT="36000" marB="36000" anchor="ct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solidFill>
                      <a:srgbClr val="27A8E0"/>
                    </a:solidFill>
                  </a:tcPr>
                </a:tc>
                <a:extLst>
                  <a:ext uri="{0D108BD9-81ED-4DB2-BD59-A6C34878D82A}">
                    <a16:rowId xmlns:a16="http://schemas.microsoft.com/office/drawing/2014/main" val="10005"/>
                  </a:ext>
                </a:extLst>
              </a:tr>
              <a:tr h="231305">
                <a:tc>
                  <a:txBody>
                    <a:bodyPr/>
                    <a:lstStyle/>
                    <a:p>
                      <a:pPr algn="l" fontAlgn="ctr"/>
                      <a:r>
                        <a:rPr lang="fr-FR" sz="1100" u="none" strike="noStrike" dirty="0">
                          <a:solidFill>
                            <a:schemeClr val="tx1">
                              <a:lumMod val="65000"/>
                              <a:lumOff val="35000"/>
                            </a:schemeClr>
                          </a:solidFill>
                          <a:effectLst/>
                          <a:latin typeface="Calibri" panose="020F0502020204030204" pitchFamily="34" charset="0"/>
                        </a:rPr>
                        <a:t>Analyse des progrès</a:t>
                      </a:r>
                      <a:endParaRPr lang="fr-FR" sz="1100" b="0" i="0" u="none" strike="noStrike" dirty="0">
                        <a:solidFill>
                          <a:schemeClr val="tx1">
                            <a:lumMod val="65000"/>
                            <a:lumOff val="35000"/>
                          </a:schemeClr>
                        </a:solidFill>
                        <a:effectLst/>
                        <a:latin typeface="Calibri" panose="020F0502020204030204" pitchFamily="34" charset="0"/>
                      </a:endParaRPr>
                    </a:p>
                  </a:txBody>
                  <a:tcPr marL="36000" marR="36000" marT="36000" marB="36000" anchor="ct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solidFill>
                      <a:schemeClr val="bg1"/>
                    </a:solidFill>
                  </a:tcPr>
                </a:tc>
                <a:tc>
                  <a:txBody>
                    <a:bodyPr/>
                    <a:lstStyle/>
                    <a:p>
                      <a:pPr algn="l" fontAlgn="ctr"/>
                      <a:r>
                        <a:rPr lang="fr-FR" sz="1100" b="0" i="0" u="none" strike="noStrike" dirty="0">
                          <a:solidFill>
                            <a:schemeClr val="tx1">
                              <a:lumMod val="65000"/>
                              <a:lumOff val="35000"/>
                            </a:schemeClr>
                          </a:solidFill>
                          <a:effectLst/>
                          <a:latin typeface="Calibri" panose="020F0502020204030204" pitchFamily="34" charset="0"/>
                        </a:rPr>
                        <a:t>À imprimer</a:t>
                      </a:r>
                      <a:r>
                        <a:rPr lang="fr-FR" sz="1100" b="0" i="0" u="none" strike="noStrike" baseline="0" dirty="0">
                          <a:solidFill>
                            <a:schemeClr val="tx1">
                              <a:lumMod val="65000"/>
                              <a:lumOff val="35000"/>
                            </a:schemeClr>
                          </a:solidFill>
                          <a:effectLst/>
                          <a:latin typeface="Calibri" panose="020F0502020204030204" pitchFamily="34" charset="0"/>
                        </a:rPr>
                        <a:t> sur feuille A4</a:t>
                      </a:r>
                      <a:endParaRPr lang="fr-FR" sz="1100" b="0" i="0" u="none" strike="noStrike" dirty="0">
                        <a:solidFill>
                          <a:schemeClr val="tx1">
                            <a:lumMod val="65000"/>
                            <a:lumOff val="35000"/>
                          </a:schemeClr>
                        </a:solidFill>
                        <a:effectLst/>
                        <a:latin typeface="Calibri" panose="020F0502020204030204" pitchFamily="34" charset="0"/>
                      </a:endParaRPr>
                    </a:p>
                  </a:txBody>
                  <a:tcPr marL="36000" marR="36000" marT="36000" marB="36000" anchor="ct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solidFill>
                      <a:schemeClr val="bg1"/>
                    </a:solidFill>
                  </a:tcPr>
                </a:tc>
                <a:extLst>
                  <a:ext uri="{0D108BD9-81ED-4DB2-BD59-A6C34878D82A}">
                    <a16:rowId xmlns:a16="http://schemas.microsoft.com/office/drawing/2014/main" val="10006"/>
                  </a:ext>
                </a:extLst>
              </a:tr>
              <a:tr h="231305">
                <a:tc>
                  <a:txBody>
                    <a:bodyPr/>
                    <a:lstStyle/>
                    <a:p>
                      <a:pPr algn="l" fontAlgn="ctr"/>
                      <a:r>
                        <a:rPr lang="fr-FR" sz="1100" u="none" strike="noStrike" dirty="0">
                          <a:solidFill>
                            <a:schemeClr val="tx1">
                              <a:lumMod val="65000"/>
                              <a:lumOff val="35000"/>
                            </a:schemeClr>
                          </a:solidFill>
                          <a:effectLst/>
                          <a:latin typeface="Calibri" panose="020F0502020204030204" pitchFamily="34" charset="0"/>
                        </a:rPr>
                        <a:t>Documents</a:t>
                      </a:r>
                      <a:endParaRPr lang="fr-FR" sz="1100" b="0" i="0" u="none" strike="noStrike" dirty="0">
                        <a:solidFill>
                          <a:schemeClr val="tx1">
                            <a:lumMod val="65000"/>
                            <a:lumOff val="35000"/>
                          </a:schemeClr>
                        </a:solidFill>
                        <a:effectLst/>
                        <a:latin typeface="Calibri" panose="020F0502020204030204" pitchFamily="34" charset="0"/>
                      </a:endParaRPr>
                    </a:p>
                  </a:txBody>
                  <a:tcPr marL="36000" marR="36000" marT="36000" marB="36000" anchor="ct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solidFill>
                      <a:schemeClr val="bg1"/>
                    </a:solidFill>
                  </a:tcPr>
                </a:tc>
                <a:tc>
                  <a:txBody>
                    <a:bodyPr/>
                    <a:lstStyle/>
                    <a:p>
                      <a:pPr algn="l" fontAlgn="ctr"/>
                      <a:r>
                        <a:rPr lang="fr-FR" sz="1100" b="0" i="0" u="none" strike="noStrike" dirty="0">
                          <a:solidFill>
                            <a:schemeClr val="tx1">
                              <a:lumMod val="65000"/>
                              <a:lumOff val="35000"/>
                            </a:schemeClr>
                          </a:solidFill>
                          <a:effectLst/>
                          <a:latin typeface="Calibri" panose="020F0502020204030204" pitchFamily="34" charset="0"/>
                        </a:rPr>
                        <a:t>À imprimer</a:t>
                      </a:r>
                      <a:r>
                        <a:rPr lang="fr-FR" sz="1100" b="0" i="0" u="none" strike="noStrike" baseline="0" dirty="0">
                          <a:solidFill>
                            <a:schemeClr val="tx1">
                              <a:lumMod val="65000"/>
                              <a:lumOff val="35000"/>
                            </a:schemeClr>
                          </a:solidFill>
                          <a:effectLst/>
                          <a:latin typeface="Calibri" panose="020F0502020204030204" pitchFamily="34" charset="0"/>
                        </a:rPr>
                        <a:t> sur feuille A4</a:t>
                      </a:r>
                      <a:endParaRPr lang="fr-FR" sz="1100" b="0" i="0" u="none" strike="noStrike" dirty="0">
                        <a:solidFill>
                          <a:schemeClr val="tx1">
                            <a:lumMod val="65000"/>
                            <a:lumOff val="35000"/>
                          </a:schemeClr>
                        </a:solidFill>
                        <a:effectLst/>
                        <a:latin typeface="Calibri" panose="020F0502020204030204" pitchFamily="34" charset="0"/>
                      </a:endParaRPr>
                    </a:p>
                  </a:txBody>
                  <a:tcPr marL="36000" marR="36000" marT="36000" marB="36000" anchor="ct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solidFill>
                      <a:schemeClr val="bg1"/>
                    </a:solidFill>
                  </a:tcPr>
                </a:tc>
                <a:extLst>
                  <a:ext uri="{0D108BD9-81ED-4DB2-BD59-A6C34878D82A}">
                    <a16:rowId xmlns:a16="http://schemas.microsoft.com/office/drawing/2014/main" val="10007"/>
                  </a:ext>
                </a:extLst>
              </a:tr>
              <a:tr h="231305">
                <a:tc>
                  <a:txBody>
                    <a:bodyPr/>
                    <a:lstStyle/>
                    <a:p>
                      <a:pPr algn="l" fontAlgn="ctr"/>
                      <a:r>
                        <a:rPr lang="fr-FR" sz="1100" u="none" strike="noStrike" dirty="0">
                          <a:solidFill>
                            <a:schemeClr val="tx1">
                              <a:lumMod val="65000"/>
                              <a:lumOff val="35000"/>
                            </a:schemeClr>
                          </a:solidFill>
                          <a:effectLst/>
                          <a:latin typeface="Calibri" panose="020F0502020204030204" pitchFamily="34" charset="0"/>
                        </a:rPr>
                        <a:t>Tickets kanban</a:t>
                      </a:r>
                    </a:p>
                  </a:txBody>
                  <a:tcPr marL="36000" marR="36000" marT="36000" marB="36000" anchor="ct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solidFill>
                      <a:schemeClr val="bg1"/>
                    </a:solidFill>
                  </a:tcPr>
                </a:tc>
                <a:tc>
                  <a:txBody>
                    <a:bodyPr/>
                    <a:lstStyle/>
                    <a:p>
                      <a:pPr algn="l" fontAlgn="ctr"/>
                      <a:r>
                        <a:rPr lang="fr-FR" sz="1100" b="0" i="0" u="none" strike="noStrike" dirty="0">
                          <a:solidFill>
                            <a:schemeClr val="tx1">
                              <a:lumMod val="65000"/>
                              <a:lumOff val="35000"/>
                            </a:schemeClr>
                          </a:solidFill>
                          <a:effectLst/>
                          <a:latin typeface="Calibri" panose="020F0502020204030204" pitchFamily="34" charset="0"/>
                        </a:rPr>
                        <a:t>À imprimer</a:t>
                      </a:r>
                      <a:r>
                        <a:rPr lang="fr-FR" sz="1100" b="0" i="0" u="none" strike="noStrike" baseline="0" dirty="0">
                          <a:solidFill>
                            <a:schemeClr val="tx1">
                              <a:lumMod val="65000"/>
                              <a:lumOff val="35000"/>
                            </a:schemeClr>
                          </a:solidFill>
                          <a:effectLst/>
                          <a:latin typeface="Calibri" panose="020F0502020204030204" pitchFamily="34" charset="0"/>
                        </a:rPr>
                        <a:t> sur feuille A4, en cas de perte de tickets fournis à l'origine</a:t>
                      </a:r>
                      <a:endParaRPr lang="fr-FR" sz="1100" b="0" i="0" u="none" strike="noStrike" dirty="0">
                        <a:solidFill>
                          <a:schemeClr val="tx1">
                            <a:lumMod val="65000"/>
                            <a:lumOff val="35000"/>
                          </a:schemeClr>
                        </a:solidFill>
                        <a:effectLst/>
                        <a:latin typeface="Calibri" panose="020F0502020204030204" pitchFamily="34" charset="0"/>
                      </a:endParaRPr>
                    </a:p>
                  </a:txBody>
                  <a:tcPr marL="36000" marR="36000" marT="36000" marB="36000" anchor="ct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solidFill>
                      <a:schemeClr val="bg1"/>
                    </a:solidFill>
                  </a:tcPr>
                </a:tc>
                <a:extLst>
                  <a:ext uri="{0D108BD9-81ED-4DB2-BD59-A6C34878D82A}">
                    <a16:rowId xmlns:a16="http://schemas.microsoft.com/office/drawing/2014/main" val="10008"/>
                  </a:ext>
                </a:extLst>
              </a:tr>
            </a:tbl>
          </a:graphicData>
        </a:graphic>
      </p:graphicFrame>
    </p:spTree>
    <p:extLst>
      <p:ext uri="{BB962C8B-B14F-4D97-AF65-F5344CB8AC3E}">
        <p14:creationId xmlns:p14="http://schemas.microsoft.com/office/powerpoint/2010/main" val="360815684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3554" name="Rectangle 2"/>
          <p:cNvSpPr>
            <a:spLocks noGrp="1" noChangeArrowheads="1"/>
          </p:cNvSpPr>
          <p:nvPr>
            <p:ph type="title"/>
          </p:nvPr>
        </p:nvSpPr>
        <p:spPr/>
        <p:txBody>
          <a:bodyPr/>
          <a:lstStyle/>
          <a:p>
            <a:pPr eaLnBrk="1" hangingPunct="1"/>
            <a:r>
              <a:rPr lang="fr-FR" altLang="fr-FR"/>
              <a:t>Préparation de la salle</a:t>
            </a:r>
          </a:p>
        </p:txBody>
      </p:sp>
      <p:sp>
        <p:nvSpPr>
          <p:cNvPr id="23555" name="Rectangle 3"/>
          <p:cNvSpPr>
            <a:spLocks noGrp="1" noChangeArrowheads="1"/>
          </p:cNvSpPr>
          <p:nvPr>
            <p:ph type="body" idx="1"/>
          </p:nvPr>
        </p:nvSpPr>
        <p:spPr>
          <a:xfrm>
            <a:off x="1112838" y="744538"/>
            <a:ext cx="7834312" cy="1803400"/>
          </a:xfrm>
        </p:spPr>
        <p:txBody>
          <a:bodyPr/>
          <a:lstStyle/>
          <a:p>
            <a:pPr eaLnBrk="1" hangingPunct="1">
              <a:lnSpc>
                <a:spcPct val="120000"/>
              </a:lnSpc>
            </a:pPr>
            <a:r>
              <a:rPr lang="fr-FR" altLang="fr-FR" sz="1800"/>
              <a:t>En début de séance l’animateur place les participants en U autour de chaque table.</a:t>
            </a:r>
          </a:p>
          <a:p>
            <a:pPr eaLnBrk="1" hangingPunct="1">
              <a:lnSpc>
                <a:spcPct val="120000"/>
              </a:lnSpc>
            </a:pPr>
            <a:r>
              <a:rPr lang="fr-FR" altLang="fr-FR" sz="1800"/>
              <a:t>Il désigne chaque table par une lettre et une couleur (A, </a:t>
            </a:r>
            <a:r>
              <a:rPr lang="fr-FR" altLang="fr-FR" sz="1800">
                <a:solidFill>
                  <a:srgbClr val="FF3300"/>
                </a:solidFill>
              </a:rPr>
              <a:t>B</a:t>
            </a:r>
            <a:r>
              <a:rPr lang="fr-FR" altLang="fr-FR" sz="1800"/>
              <a:t>, </a:t>
            </a:r>
            <a:r>
              <a:rPr lang="fr-FR" altLang="fr-FR" sz="1800">
                <a:solidFill>
                  <a:srgbClr val="00CC66"/>
                </a:solidFill>
              </a:rPr>
              <a:t>C</a:t>
            </a:r>
            <a:r>
              <a:rPr lang="fr-FR" altLang="fr-FR" sz="1800"/>
              <a:t>) en partant de la gauche et en suivant le sens des aiguilles d’une montre</a:t>
            </a:r>
            <a:br>
              <a:rPr lang="fr-FR" altLang="fr-FR" sz="1800"/>
            </a:br>
            <a:r>
              <a:rPr lang="fr-FR" altLang="fr-FR" sz="1400"/>
              <a:t>(cette désignation servira à identifier les entreprises sur le tableau de bord).</a:t>
            </a:r>
          </a:p>
          <a:p>
            <a:pPr eaLnBrk="1" hangingPunct="1">
              <a:lnSpc>
                <a:spcPct val="120000"/>
              </a:lnSpc>
            </a:pPr>
            <a:endParaRPr lang="fr-FR" altLang="fr-FR" sz="1400"/>
          </a:p>
        </p:txBody>
      </p:sp>
      <p:sp>
        <p:nvSpPr>
          <p:cNvPr id="23557" name="Rectangle 7"/>
          <p:cNvSpPr>
            <a:spLocks noChangeArrowheads="1"/>
          </p:cNvSpPr>
          <p:nvPr/>
        </p:nvSpPr>
        <p:spPr bwMode="auto">
          <a:xfrm rot="-5400000">
            <a:off x="5291137" y="4362451"/>
            <a:ext cx="1096963" cy="639762"/>
          </a:xfrm>
          <a:prstGeom prst="rect">
            <a:avLst/>
          </a:prstGeom>
          <a:solidFill>
            <a:srgbClr val="FFFFFF"/>
          </a:solidFill>
          <a:ln w="9525">
            <a:solidFill>
              <a:srgbClr val="000000"/>
            </a:solidFill>
            <a:miter lim="800000"/>
            <a:headEnd/>
            <a:tailEnd/>
          </a:ln>
        </p:spPr>
        <p:txBody>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nvGrpSpPr>
          <p:cNvPr id="23558" name="Group 8"/>
          <p:cNvGrpSpPr>
            <a:grpSpLocks/>
          </p:cNvGrpSpPr>
          <p:nvPr/>
        </p:nvGrpSpPr>
        <p:grpSpPr bwMode="auto">
          <a:xfrm rot="-5400000">
            <a:off x="5284788" y="4383088"/>
            <a:ext cx="2336800" cy="1441450"/>
            <a:chOff x="6048" y="7520"/>
            <a:chExt cx="3680" cy="2272"/>
          </a:xfrm>
        </p:grpSpPr>
        <p:sp>
          <p:nvSpPr>
            <p:cNvPr id="23586" name="Rectangle 9"/>
            <p:cNvSpPr>
              <a:spLocks noChangeArrowheads="1"/>
            </p:cNvSpPr>
            <p:nvPr/>
          </p:nvSpPr>
          <p:spPr bwMode="auto">
            <a:xfrm>
              <a:off x="7796" y="7520"/>
              <a:ext cx="504" cy="504"/>
            </a:xfrm>
            <a:prstGeom prst="rect">
              <a:avLst/>
            </a:prstGeom>
            <a:solidFill>
              <a:srgbClr val="FFFFFF"/>
            </a:solidFill>
            <a:ln w="19050">
              <a:solidFill>
                <a:srgbClr val="000000"/>
              </a:solidFill>
              <a:miter lim="800000"/>
              <a:headEnd/>
              <a:tailEnd/>
            </a:ln>
          </p:spPr>
          <p:txBody>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23587" name="Rectangle 10"/>
            <p:cNvSpPr>
              <a:spLocks noChangeArrowheads="1"/>
            </p:cNvSpPr>
            <p:nvPr/>
          </p:nvSpPr>
          <p:spPr bwMode="auto">
            <a:xfrm>
              <a:off x="7744" y="7780"/>
              <a:ext cx="296" cy="296"/>
            </a:xfrm>
            <a:prstGeom prst="rect">
              <a:avLst/>
            </a:prstGeom>
            <a:solidFill>
              <a:srgbClr val="C0C0C0"/>
            </a:solidFill>
            <a:ln w="9525">
              <a:solidFill>
                <a:srgbClr val="000000"/>
              </a:solidFill>
              <a:miter lim="800000"/>
              <a:headEnd/>
              <a:tailEnd/>
            </a:ln>
          </p:spPr>
          <p:txBody>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23588" name="Line 11"/>
            <p:cNvSpPr>
              <a:spLocks noChangeShapeType="1"/>
            </p:cNvSpPr>
            <p:nvPr/>
          </p:nvSpPr>
          <p:spPr bwMode="auto">
            <a:xfrm flipH="1">
              <a:off x="6048" y="8064"/>
              <a:ext cx="1728" cy="1728"/>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fr-FR"/>
            </a:p>
          </p:txBody>
        </p:sp>
        <p:sp>
          <p:nvSpPr>
            <p:cNvPr id="23589" name="Line 12"/>
            <p:cNvSpPr>
              <a:spLocks noChangeShapeType="1"/>
            </p:cNvSpPr>
            <p:nvPr/>
          </p:nvSpPr>
          <p:spPr bwMode="auto">
            <a:xfrm>
              <a:off x="8000" y="8064"/>
              <a:ext cx="1728" cy="1728"/>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fr-FR"/>
            </a:p>
          </p:txBody>
        </p:sp>
      </p:grpSp>
      <p:grpSp>
        <p:nvGrpSpPr>
          <p:cNvPr id="23559" name="Group 13"/>
          <p:cNvGrpSpPr>
            <a:grpSpLocks/>
          </p:cNvGrpSpPr>
          <p:nvPr/>
        </p:nvGrpSpPr>
        <p:grpSpPr bwMode="auto">
          <a:xfrm rot="5400000">
            <a:off x="5143500" y="5735638"/>
            <a:ext cx="457200" cy="457200"/>
            <a:chOff x="13968" y="5616"/>
            <a:chExt cx="720" cy="720"/>
          </a:xfrm>
        </p:grpSpPr>
        <p:sp>
          <p:nvSpPr>
            <p:cNvPr id="23584" name="AutoShape 14"/>
            <p:cNvSpPr>
              <a:spLocks noChangeArrowheads="1"/>
            </p:cNvSpPr>
            <p:nvPr/>
          </p:nvSpPr>
          <p:spPr bwMode="auto">
            <a:xfrm rot="10800000">
              <a:off x="14088" y="5736"/>
              <a:ext cx="480" cy="480"/>
            </a:xfrm>
            <a:prstGeom prst="rtTriangle">
              <a:avLst/>
            </a:prstGeom>
            <a:solidFill>
              <a:srgbClr val="FFFFFF"/>
            </a:solidFill>
            <a:ln w="9525">
              <a:solidFill>
                <a:srgbClr val="000000"/>
              </a:solidFill>
              <a:miter lim="800000"/>
              <a:headEnd/>
              <a:tailEnd/>
            </a:ln>
          </p:spPr>
          <p:txBody>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23585" name="Line 15"/>
            <p:cNvSpPr>
              <a:spLocks noChangeShapeType="1"/>
            </p:cNvSpPr>
            <p:nvPr/>
          </p:nvSpPr>
          <p:spPr bwMode="auto">
            <a:xfrm rot="10800000">
              <a:off x="13968" y="5616"/>
              <a:ext cx="720" cy="720"/>
            </a:xfrm>
            <a:prstGeom prst="line">
              <a:avLst/>
            </a:prstGeom>
            <a:noFill/>
            <a:ln w="28575">
              <a:solidFill>
                <a:srgbClr val="000000"/>
              </a:solidFill>
              <a:round/>
              <a:headEnd/>
              <a:tailEnd/>
            </a:ln>
            <a:extLst>
              <a:ext uri="{909E8E84-426E-40DD-AFC4-6F175D3DCCD1}">
                <a14:hiddenFill xmlns:a14="http://schemas.microsoft.com/office/drawing/2010/main">
                  <a:noFill/>
                </a14:hiddenFill>
              </a:ext>
            </a:extLst>
          </p:spPr>
          <p:txBody>
            <a:bodyPr/>
            <a:lstStyle/>
            <a:p>
              <a:endParaRPr lang="fr-FR"/>
            </a:p>
          </p:txBody>
        </p:sp>
      </p:grpSp>
      <p:sp>
        <p:nvSpPr>
          <p:cNvPr id="23560" name="AutoShape 16"/>
          <p:cNvSpPr>
            <a:spLocks noChangeArrowheads="1"/>
          </p:cNvSpPr>
          <p:nvPr/>
        </p:nvSpPr>
        <p:spPr bwMode="auto">
          <a:xfrm rot="-5403611">
            <a:off x="3059113" y="3433763"/>
            <a:ext cx="274637" cy="274637"/>
          </a:xfrm>
          <a:prstGeom prst="hexagon">
            <a:avLst>
              <a:gd name="adj" fmla="val 25000"/>
              <a:gd name="vf" fmla="val 115470"/>
            </a:avLst>
          </a:prstGeom>
          <a:solidFill>
            <a:srgbClr val="FFFFCC"/>
          </a:solidFill>
          <a:ln w="9525">
            <a:solidFill>
              <a:srgbClr val="000000"/>
            </a:solidFill>
            <a:miter lim="800000"/>
            <a:headEnd/>
            <a:tailEnd/>
          </a:ln>
        </p:spPr>
        <p:txBody>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23561" name="Line 21"/>
          <p:cNvSpPr>
            <a:spLocks noChangeShapeType="1"/>
          </p:cNvSpPr>
          <p:nvPr/>
        </p:nvSpPr>
        <p:spPr bwMode="auto">
          <a:xfrm>
            <a:off x="5175250" y="3033713"/>
            <a:ext cx="1463675" cy="0"/>
          </a:xfrm>
          <a:prstGeom prst="line">
            <a:avLst/>
          </a:prstGeom>
          <a:noFill/>
          <a:ln w="38100" cmpd="dbl">
            <a:solidFill>
              <a:srgbClr val="000000"/>
            </a:solidFill>
            <a:round/>
            <a:headEnd/>
            <a:tailEnd/>
          </a:ln>
          <a:extLst>
            <a:ext uri="{909E8E84-426E-40DD-AFC4-6F175D3DCCD1}">
              <a14:hiddenFill xmlns:a14="http://schemas.microsoft.com/office/drawing/2010/main">
                <a:noFill/>
              </a14:hiddenFill>
            </a:ext>
          </a:extLst>
        </p:spPr>
        <p:txBody>
          <a:bodyPr/>
          <a:lstStyle/>
          <a:p>
            <a:endParaRPr lang="fr-FR"/>
          </a:p>
        </p:txBody>
      </p:sp>
      <p:sp>
        <p:nvSpPr>
          <p:cNvPr id="23562" name="Text Box 22"/>
          <p:cNvSpPr txBox="1">
            <a:spLocks noChangeArrowheads="1"/>
          </p:cNvSpPr>
          <p:nvPr/>
        </p:nvSpPr>
        <p:spPr bwMode="auto">
          <a:xfrm>
            <a:off x="5410200" y="3057525"/>
            <a:ext cx="1004888"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1200" i="1">
                <a:solidFill>
                  <a:schemeClr val="tx1"/>
                </a:solidFill>
                <a:latin typeface="Palatino" charset="0"/>
              </a:rPr>
              <a:t>affichage</a:t>
            </a:r>
            <a:endParaRPr lang="fr-FR" altLang="fr-FR" sz="3200">
              <a:solidFill>
                <a:schemeClr val="tx1"/>
              </a:solidFill>
            </a:endParaRPr>
          </a:p>
        </p:txBody>
      </p:sp>
      <p:sp>
        <p:nvSpPr>
          <p:cNvPr id="23563" name="Rectangle 28"/>
          <p:cNvSpPr>
            <a:spLocks noChangeArrowheads="1"/>
          </p:cNvSpPr>
          <p:nvPr/>
        </p:nvSpPr>
        <p:spPr bwMode="auto">
          <a:xfrm>
            <a:off x="2030413" y="3770313"/>
            <a:ext cx="1533525" cy="541337"/>
          </a:xfrm>
          <a:prstGeom prst="rect">
            <a:avLst/>
          </a:prstGeom>
          <a:noFill/>
          <a:ln w="6350" algn="ctr">
            <a:solidFill>
              <a:schemeClr val="tx2"/>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23564" name="Rectangle 29"/>
          <p:cNvSpPr>
            <a:spLocks noChangeArrowheads="1"/>
          </p:cNvSpPr>
          <p:nvPr/>
        </p:nvSpPr>
        <p:spPr bwMode="auto">
          <a:xfrm>
            <a:off x="1463675" y="3770313"/>
            <a:ext cx="563563" cy="1054100"/>
          </a:xfrm>
          <a:prstGeom prst="rect">
            <a:avLst/>
          </a:prstGeom>
          <a:noFill/>
          <a:ln w="6350" algn="ctr">
            <a:solidFill>
              <a:schemeClr val="tx2"/>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23565" name="Rectangle 30"/>
          <p:cNvSpPr>
            <a:spLocks noChangeArrowheads="1"/>
          </p:cNvSpPr>
          <p:nvPr/>
        </p:nvSpPr>
        <p:spPr bwMode="auto">
          <a:xfrm>
            <a:off x="2030413" y="4321175"/>
            <a:ext cx="1533525" cy="503238"/>
          </a:xfrm>
          <a:prstGeom prst="rect">
            <a:avLst/>
          </a:prstGeom>
          <a:noFill/>
          <a:ln w="6350" algn="ctr">
            <a:solidFill>
              <a:schemeClr val="tx2"/>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23566" name="AutoShape 32"/>
          <p:cNvSpPr>
            <a:spLocks noChangeArrowheads="1"/>
          </p:cNvSpPr>
          <p:nvPr/>
        </p:nvSpPr>
        <p:spPr bwMode="auto">
          <a:xfrm rot="-5403611">
            <a:off x="2073275" y="3427413"/>
            <a:ext cx="274637" cy="274638"/>
          </a:xfrm>
          <a:prstGeom prst="hexagon">
            <a:avLst>
              <a:gd name="adj" fmla="val 25000"/>
              <a:gd name="vf" fmla="val 115470"/>
            </a:avLst>
          </a:prstGeom>
          <a:solidFill>
            <a:srgbClr val="FFFFCC"/>
          </a:solidFill>
          <a:ln w="9525">
            <a:solidFill>
              <a:srgbClr val="000000"/>
            </a:solidFill>
            <a:miter lim="800000"/>
            <a:headEnd/>
            <a:tailEnd/>
          </a:ln>
        </p:spPr>
        <p:txBody>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23567" name="Text Box 33"/>
          <p:cNvSpPr txBox="1">
            <a:spLocks noChangeArrowheads="1"/>
          </p:cNvSpPr>
          <p:nvPr/>
        </p:nvSpPr>
        <p:spPr bwMode="auto">
          <a:xfrm>
            <a:off x="2773363" y="3143250"/>
            <a:ext cx="873125" cy="304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1400">
                <a:solidFill>
                  <a:schemeClr val="tx1"/>
                </a:solidFill>
              </a:rPr>
              <a:t>montage</a:t>
            </a:r>
          </a:p>
        </p:txBody>
      </p:sp>
      <p:sp>
        <p:nvSpPr>
          <p:cNvPr id="23568" name="Text Box 34"/>
          <p:cNvSpPr txBox="1">
            <a:spLocks noChangeArrowheads="1"/>
          </p:cNvSpPr>
          <p:nvPr/>
        </p:nvSpPr>
        <p:spPr bwMode="auto">
          <a:xfrm>
            <a:off x="950913" y="3219450"/>
            <a:ext cx="1143000" cy="5175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1400">
                <a:solidFill>
                  <a:schemeClr val="tx1"/>
                </a:solidFill>
              </a:rPr>
              <a:t>couronnes phase B</a:t>
            </a:r>
          </a:p>
        </p:txBody>
      </p:sp>
      <p:sp>
        <p:nvSpPr>
          <p:cNvPr id="23569" name="AutoShape 35"/>
          <p:cNvSpPr>
            <a:spLocks noChangeArrowheads="1"/>
          </p:cNvSpPr>
          <p:nvPr/>
        </p:nvSpPr>
        <p:spPr bwMode="auto">
          <a:xfrm rot="-5403611">
            <a:off x="1069975" y="4200525"/>
            <a:ext cx="274638" cy="274638"/>
          </a:xfrm>
          <a:prstGeom prst="hexagon">
            <a:avLst>
              <a:gd name="adj" fmla="val 25000"/>
              <a:gd name="vf" fmla="val 115470"/>
            </a:avLst>
          </a:prstGeom>
          <a:solidFill>
            <a:srgbClr val="FFFFCC"/>
          </a:solidFill>
          <a:ln w="9525">
            <a:solidFill>
              <a:srgbClr val="000000"/>
            </a:solidFill>
            <a:miter lim="800000"/>
            <a:headEnd/>
            <a:tailEnd/>
          </a:ln>
        </p:spPr>
        <p:txBody>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23570" name="Text Box 36"/>
          <p:cNvSpPr txBox="1">
            <a:spLocks noChangeArrowheads="1"/>
          </p:cNvSpPr>
          <p:nvPr/>
        </p:nvSpPr>
        <p:spPr bwMode="auto">
          <a:xfrm>
            <a:off x="142875" y="3833813"/>
            <a:ext cx="1143000" cy="5175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1400">
                <a:solidFill>
                  <a:schemeClr val="tx1"/>
                </a:solidFill>
              </a:rPr>
              <a:t>couronnes phase A</a:t>
            </a:r>
          </a:p>
        </p:txBody>
      </p:sp>
      <p:sp>
        <p:nvSpPr>
          <p:cNvPr id="23571" name="AutoShape 37"/>
          <p:cNvSpPr>
            <a:spLocks noChangeArrowheads="1"/>
          </p:cNvSpPr>
          <p:nvPr/>
        </p:nvSpPr>
        <p:spPr bwMode="auto">
          <a:xfrm rot="-5403611">
            <a:off x="2019300" y="4903788"/>
            <a:ext cx="274637" cy="274638"/>
          </a:xfrm>
          <a:prstGeom prst="hexagon">
            <a:avLst>
              <a:gd name="adj" fmla="val 25000"/>
              <a:gd name="vf" fmla="val 115470"/>
            </a:avLst>
          </a:prstGeom>
          <a:solidFill>
            <a:srgbClr val="FFFFCC"/>
          </a:solidFill>
          <a:ln w="9525">
            <a:solidFill>
              <a:srgbClr val="000000"/>
            </a:solidFill>
            <a:miter lim="800000"/>
            <a:headEnd/>
            <a:tailEnd/>
          </a:ln>
        </p:spPr>
        <p:txBody>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23572" name="Text Box 38"/>
          <p:cNvSpPr txBox="1">
            <a:spLocks noChangeArrowheads="1"/>
          </p:cNvSpPr>
          <p:nvPr/>
        </p:nvSpPr>
        <p:spPr bwMode="auto">
          <a:xfrm>
            <a:off x="1528763" y="5164138"/>
            <a:ext cx="1143000" cy="304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1400">
                <a:solidFill>
                  <a:schemeClr val="tx1"/>
                </a:solidFill>
              </a:rPr>
              <a:t>carters</a:t>
            </a:r>
          </a:p>
        </p:txBody>
      </p:sp>
      <p:sp>
        <p:nvSpPr>
          <p:cNvPr id="23573" name="Text Box 39"/>
          <p:cNvSpPr txBox="1">
            <a:spLocks noChangeArrowheads="1"/>
          </p:cNvSpPr>
          <p:nvPr/>
        </p:nvSpPr>
        <p:spPr bwMode="auto">
          <a:xfrm>
            <a:off x="2498725" y="5151438"/>
            <a:ext cx="1381125" cy="304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1400">
                <a:solidFill>
                  <a:schemeClr val="tx1"/>
                </a:solidFill>
              </a:rPr>
              <a:t>engrenages</a:t>
            </a:r>
          </a:p>
        </p:txBody>
      </p:sp>
      <p:sp>
        <p:nvSpPr>
          <p:cNvPr id="23574" name="AutoShape 40"/>
          <p:cNvSpPr>
            <a:spLocks noChangeArrowheads="1"/>
          </p:cNvSpPr>
          <p:nvPr/>
        </p:nvSpPr>
        <p:spPr bwMode="auto">
          <a:xfrm rot="-5403611">
            <a:off x="2989263" y="4903788"/>
            <a:ext cx="274637" cy="274637"/>
          </a:xfrm>
          <a:prstGeom prst="hexagon">
            <a:avLst>
              <a:gd name="adj" fmla="val 25000"/>
              <a:gd name="vf" fmla="val 115470"/>
            </a:avLst>
          </a:prstGeom>
          <a:solidFill>
            <a:srgbClr val="FFFFCC"/>
          </a:solidFill>
          <a:ln w="9525">
            <a:solidFill>
              <a:srgbClr val="000000"/>
            </a:solidFill>
            <a:miter lim="800000"/>
            <a:headEnd/>
            <a:tailEnd/>
          </a:ln>
        </p:spPr>
        <p:txBody>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23575" name="AutoShape 41"/>
          <p:cNvSpPr>
            <a:spLocks noChangeArrowheads="1"/>
          </p:cNvSpPr>
          <p:nvPr/>
        </p:nvSpPr>
        <p:spPr bwMode="auto">
          <a:xfrm rot="-5403611">
            <a:off x="4787106" y="4782344"/>
            <a:ext cx="301625" cy="274638"/>
          </a:xfrm>
          <a:prstGeom prst="hexagon">
            <a:avLst>
              <a:gd name="adj" fmla="val 27457"/>
              <a:gd name="vf" fmla="val 115470"/>
            </a:avLst>
          </a:prstGeom>
          <a:solidFill>
            <a:srgbClr val="E22B00"/>
          </a:solidFill>
          <a:ln w="9525">
            <a:solidFill>
              <a:srgbClr val="000000"/>
            </a:solidFill>
            <a:miter lim="800000"/>
            <a:headEnd/>
            <a:tailEnd/>
          </a:ln>
        </p:spPr>
        <p:txBody>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23576" name="AutoShape 42"/>
          <p:cNvSpPr>
            <a:spLocks/>
          </p:cNvSpPr>
          <p:nvPr/>
        </p:nvSpPr>
        <p:spPr bwMode="auto">
          <a:xfrm>
            <a:off x="7385050" y="2703513"/>
            <a:ext cx="1495425" cy="890587"/>
          </a:xfrm>
          <a:prstGeom prst="borderCallout2">
            <a:avLst>
              <a:gd name="adj1" fmla="val 12833"/>
              <a:gd name="adj2" fmla="val -5097"/>
              <a:gd name="adj3" fmla="val 12833"/>
              <a:gd name="adj4" fmla="val -24204"/>
              <a:gd name="adj5" fmla="val 32796"/>
              <a:gd name="adj6" fmla="val -43949"/>
            </a:avLst>
          </a:prstGeom>
          <a:solidFill>
            <a:srgbClr val="FFFF99"/>
          </a:solidFill>
          <a:ln w="6350" algn="ctr">
            <a:solidFill>
              <a:schemeClr val="tx2"/>
            </a:solidFill>
            <a:miter lim="800000"/>
            <a:headEnd/>
            <a:tailEnd type="triangle" w="med" len="med"/>
          </a:ln>
        </p:spPr>
        <p:txBody>
          <a:bodyPr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1300">
                <a:solidFill>
                  <a:schemeClr val="tx1"/>
                </a:solidFill>
              </a:rPr>
              <a:t>L’affichage peut également être placé sur le mur côté projection</a:t>
            </a:r>
          </a:p>
        </p:txBody>
      </p:sp>
      <p:sp>
        <p:nvSpPr>
          <p:cNvPr id="23577" name="Text Box 44"/>
          <p:cNvSpPr txBox="1">
            <a:spLocks noChangeArrowheads="1"/>
          </p:cNvSpPr>
          <p:nvPr/>
        </p:nvSpPr>
        <p:spPr bwMode="auto">
          <a:xfrm>
            <a:off x="4419600" y="5103813"/>
            <a:ext cx="1004888" cy="2746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1200" i="1">
                <a:solidFill>
                  <a:schemeClr val="tx1"/>
                </a:solidFill>
                <a:latin typeface="Palatino" charset="0"/>
              </a:rPr>
              <a:t>animateur</a:t>
            </a:r>
            <a:endParaRPr lang="fr-FR" altLang="fr-FR" sz="3200">
              <a:solidFill>
                <a:schemeClr val="tx1"/>
              </a:solidFill>
            </a:endParaRPr>
          </a:p>
        </p:txBody>
      </p:sp>
      <p:sp>
        <p:nvSpPr>
          <p:cNvPr id="23578" name="Text Box 46"/>
          <p:cNvSpPr txBox="1">
            <a:spLocks noChangeArrowheads="1"/>
          </p:cNvSpPr>
          <p:nvPr/>
        </p:nvSpPr>
        <p:spPr bwMode="auto">
          <a:xfrm>
            <a:off x="4664075" y="6215063"/>
            <a:ext cx="1497013" cy="2746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1200" i="1">
                <a:solidFill>
                  <a:schemeClr val="tx1"/>
                </a:solidFill>
                <a:latin typeface="Palatino" charset="0"/>
              </a:rPr>
              <a:t>tableau de papier</a:t>
            </a:r>
            <a:endParaRPr lang="fr-FR" altLang="fr-FR" sz="3200">
              <a:solidFill>
                <a:schemeClr val="tx1"/>
              </a:solidFill>
            </a:endParaRPr>
          </a:p>
        </p:txBody>
      </p:sp>
      <p:sp>
        <p:nvSpPr>
          <p:cNvPr id="23579" name="Text Box 47"/>
          <p:cNvSpPr txBox="1">
            <a:spLocks noChangeArrowheads="1"/>
          </p:cNvSpPr>
          <p:nvPr/>
        </p:nvSpPr>
        <p:spPr bwMode="auto">
          <a:xfrm>
            <a:off x="6483350" y="4854575"/>
            <a:ext cx="1497013"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1200" i="1">
                <a:solidFill>
                  <a:schemeClr val="tx1"/>
                </a:solidFill>
                <a:latin typeface="Palatino" charset="0"/>
              </a:rPr>
              <a:t>vidéo-projection</a:t>
            </a:r>
            <a:endParaRPr lang="fr-FR" altLang="fr-FR" sz="3200">
              <a:solidFill>
                <a:schemeClr val="tx1"/>
              </a:solidFill>
            </a:endParaRPr>
          </a:p>
        </p:txBody>
      </p:sp>
      <p:sp>
        <p:nvSpPr>
          <p:cNvPr id="23580" name="Text Box 48"/>
          <p:cNvSpPr txBox="1">
            <a:spLocks noChangeArrowheads="1"/>
          </p:cNvSpPr>
          <p:nvPr/>
        </p:nvSpPr>
        <p:spPr bwMode="auto">
          <a:xfrm>
            <a:off x="3621088" y="4119563"/>
            <a:ext cx="774700" cy="304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1400">
                <a:solidFill>
                  <a:schemeClr val="tx1"/>
                </a:solidFill>
              </a:rPr>
              <a:t>Table 1</a:t>
            </a:r>
          </a:p>
        </p:txBody>
      </p:sp>
      <p:sp>
        <p:nvSpPr>
          <p:cNvPr id="23581" name="AutoShape 50"/>
          <p:cNvSpPr>
            <a:spLocks/>
          </p:cNvSpPr>
          <p:nvPr/>
        </p:nvSpPr>
        <p:spPr bwMode="auto">
          <a:xfrm>
            <a:off x="203200" y="2662238"/>
            <a:ext cx="1536700" cy="503237"/>
          </a:xfrm>
          <a:prstGeom prst="borderCallout2">
            <a:avLst>
              <a:gd name="adj1" fmla="val 22713"/>
              <a:gd name="adj2" fmla="val 104958"/>
              <a:gd name="adj3" fmla="val 22713"/>
              <a:gd name="adj4" fmla="val 128514"/>
              <a:gd name="adj5" fmla="val 141639"/>
              <a:gd name="adj6" fmla="val 152787"/>
            </a:avLst>
          </a:prstGeom>
          <a:solidFill>
            <a:srgbClr val="FFFF99"/>
          </a:solidFill>
          <a:ln w="6350" algn="ctr">
            <a:solidFill>
              <a:schemeClr val="tx2"/>
            </a:solidFill>
            <a:miter lim="800000"/>
            <a:headEnd/>
            <a:tailEnd type="triangle" w="med" len="med"/>
          </a:ln>
        </p:spPr>
        <p:txBody>
          <a:bodyPr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1300">
                <a:solidFill>
                  <a:schemeClr val="tx1"/>
                </a:solidFill>
              </a:rPr>
              <a:t>1 ou 2 personnes</a:t>
            </a:r>
            <a:br>
              <a:rPr lang="fr-FR" altLang="fr-FR" sz="1300">
                <a:solidFill>
                  <a:schemeClr val="tx1"/>
                </a:solidFill>
              </a:rPr>
            </a:br>
            <a:r>
              <a:rPr lang="fr-FR" altLang="fr-FR" sz="1300">
                <a:solidFill>
                  <a:schemeClr val="tx1"/>
                </a:solidFill>
              </a:rPr>
              <a:t>par poste</a:t>
            </a:r>
          </a:p>
        </p:txBody>
      </p:sp>
      <p:sp>
        <p:nvSpPr>
          <p:cNvPr id="23583" name="Rectangle 53"/>
          <p:cNvSpPr>
            <a:spLocks noChangeArrowheads="1"/>
          </p:cNvSpPr>
          <p:nvPr/>
        </p:nvSpPr>
        <p:spPr bwMode="auto">
          <a:xfrm>
            <a:off x="649288" y="5697538"/>
            <a:ext cx="3133725" cy="611187"/>
          </a:xfrm>
          <a:prstGeom prst="rect">
            <a:avLst/>
          </a:prstGeom>
          <a:solidFill>
            <a:srgbClr val="FFFF99"/>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1800">
                <a:solidFill>
                  <a:schemeClr val="tx1"/>
                </a:solidFill>
              </a:rPr>
              <a:t>2</a:t>
            </a:r>
            <a:r>
              <a:rPr lang="fr-FR" altLang="fr-FR" sz="1800" baseline="30000">
                <a:solidFill>
                  <a:schemeClr val="tx1"/>
                </a:solidFill>
              </a:rPr>
              <a:t>ème</a:t>
            </a:r>
            <a:r>
              <a:rPr lang="fr-FR" altLang="fr-FR" sz="1800">
                <a:solidFill>
                  <a:schemeClr val="tx1"/>
                </a:solidFill>
              </a:rPr>
              <a:t> et 3</a:t>
            </a:r>
            <a:r>
              <a:rPr lang="fr-FR" altLang="fr-FR" sz="1800" baseline="30000">
                <a:solidFill>
                  <a:schemeClr val="tx1"/>
                </a:solidFill>
              </a:rPr>
              <a:t>ème </a:t>
            </a:r>
            <a:r>
              <a:rPr lang="fr-FR" altLang="fr-FR" sz="1800">
                <a:solidFill>
                  <a:schemeClr val="tx1"/>
                </a:solidFill>
              </a:rPr>
              <a:t> tables identiques</a:t>
            </a:r>
          </a:p>
        </p:txBody>
      </p:sp>
      <p:pic>
        <p:nvPicPr>
          <p:cNvPr id="38" name="Picture 2" descr="C:\Users\BertrandS\Dropbox\Jeux\00. CONCEPTION DES JEUX\photos\Bureau Une Femme 29\iStock_000002139332_Medium ALLEGE.jpg"/>
          <p:cNvPicPr>
            <a:picLocks noChangeAspect="1" noChangeArrowheads="1"/>
          </p:cNvPicPr>
          <p:nvPr/>
        </p:nvPicPr>
        <p:blipFill rotWithShape="1">
          <a:blip r:embed="rId3" cstate="print">
            <a:clrChange>
              <a:clrFrom>
                <a:srgbClr val="FFFFFF"/>
              </a:clrFrom>
              <a:clrTo>
                <a:srgbClr val="FFFFFF">
                  <a:alpha val="0"/>
                </a:srgbClr>
              </a:clrTo>
            </a:clrChange>
            <a:extLst>
              <a:ext uri="{28A0092B-C50C-407E-A947-70E740481C1C}">
                <a14:useLocalDpi xmlns:a14="http://schemas.microsoft.com/office/drawing/2010/main" val="0"/>
              </a:ext>
            </a:extLst>
          </a:blip>
          <a:srcRect b="26675"/>
          <a:stretch/>
        </p:blipFill>
        <p:spPr bwMode="auto">
          <a:xfrm>
            <a:off x="8248783" y="45838"/>
            <a:ext cx="815481" cy="947302"/>
          </a:xfrm>
          <a:prstGeom prst="rect">
            <a:avLst/>
          </a:prstGeom>
          <a:solidFill>
            <a:schemeClr val="bg1"/>
          </a:solidFill>
          <a:ln w="12700">
            <a:solidFill>
              <a:srgbClr val="27A8E0"/>
            </a:solidFill>
          </a:ln>
          <a:effectLst>
            <a:outerShdw blurRad="25400" dist="50800" dir="2700000" algn="ctr" rotWithShape="0">
              <a:srgbClr val="27A8E0"/>
            </a:outerShdw>
          </a:effectLst>
        </p:spPr>
      </p:pic>
    </p:spTree>
  </p:cSld>
  <p:clrMapOvr>
    <a:masterClrMapping/>
  </p:clrMapOvr>
  <p:transition/>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27A8E0"/>
        </a:solidFill>
        <a:effectLst/>
      </p:bgPr>
    </p:bg>
    <p:spTree>
      <p:nvGrpSpPr>
        <p:cNvPr id="1" name=""/>
        <p:cNvGrpSpPr/>
        <p:nvPr/>
      </p:nvGrpSpPr>
      <p:grpSpPr>
        <a:xfrm>
          <a:off x="0" y="0"/>
          <a:ext cx="0" cy="0"/>
          <a:chOff x="0" y="0"/>
          <a:chExt cx="0" cy="0"/>
        </a:xfrm>
      </p:grpSpPr>
      <p:sp>
        <p:nvSpPr>
          <p:cNvPr id="24578" name="Rectangle 4"/>
          <p:cNvSpPr>
            <a:spLocks noGrp="1" noChangeArrowheads="1"/>
          </p:cNvSpPr>
          <p:nvPr>
            <p:ph type="ctrTitle" idx="4294967295"/>
          </p:nvPr>
        </p:nvSpPr>
        <p:spPr>
          <a:xfrm>
            <a:off x="704850" y="1905000"/>
            <a:ext cx="7772400" cy="636588"/>
          </a:xfrm>
          <a:noFill/>
        </p:spPr>
        <p:txBody>
          <a:bodyPr/>
          <a:lstStyle/>
          <a:p>
            <a:pPr eaLnBrk="1" hangingPunct="1"/>
            <a:r>
              <a:rPr lang="fr-FR" altLang="fr-FR" b="1">
                <a:solidFill>
                  <a:schemeClr val="bg1"/>
                </a:solidFill>
              </a:rPr>
              <a:t>Présentation de l’entreprise</a:t>
            </a:r>
          </a:p>
        </p:txBody>
      </p:sp>
      <p:pic>
        <p:nvPicPr>
          <p:cNvPr id="24579" name="Picture 6"/>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379913" y="3040063"/>
            <a:ext cx="544512" cy="10001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603" name="Rectangle 3"/>
          <p:cNvSpPr>
            <a:spLocks noGrp="1" noChangeArrowheads="1"/>
          </p:cNvSpPr>
          <p:nvPr>
            <p:ph type="body" idx="1"/>
          </p:nvPr>
        </p:nvSpPr>
        <p:spPr>
          <a:xfrm>
            <a:off x="304800" y="1104900"/>
            <a:ext cx="5980113" cy="3297238"/>
          </a:xfrm>
        </p:spPr>
        <p:txBody>
          <a:bodyPr/>
          <a:lstStyle/>
          <a:p>
            <a:pPr eaLnBrk="1" hangingPunct="1">
              <a:lnSpc>
                <a:spcPct val="130000"/>
              </a:lnSpc>
            </a:pPr>
            <a:r>
              <a:rPr lang="fr-FR" altLang="fr-FR"/>
              <a:t>REDIX fabrique des </a:t>
            </a:r>
            <a:r>
              <a:rPr lang="fr-FR" altLang="fr-FR">
                <a:solidFill>
                  <a:srgbClr val="FF3300"/>
                </a:solidFill>
              </a:rPr>
              <a:t>réducteurs à engrenages</a:t>
            </a:r>
            <a:br>
              <a:rPr lang="fr-FR" altLang="fr-FR">
                <a:solidFill>
                  <a:srgbClr val="FF3300"/>
                </a:solidFill>
              </a:rPr>
            </a:br>
            <a:r>
              <a:rPr lang="fr-FR" altLang="fr-FR"/>
              <a:t>pour le marché des escaliers roulants.</a:t>
            </a:r>
          </a:p>
          <a:p>
            <a:pPr eaLnBrk="1" hangingPunct="1">
              <a:lnSpc>
                <a:spcPct val="130000"/>
              </a:lnSpc>
            </a:pPr>
            <a:r>
              <a:rPr lang="fr-FR" altLang="fr-FR"/>
              <a:t>Vente annuelles : </a:t>
            </a:r>
            <a:r>
              <a:rPr lang="fr-FR" altLang="fr-FR">
                <a:solidFill>
                  <a:srgbClr val="FF3300"/>
                </a:solidFill>
              </a:rPr>
              <a:t>80 000 000 €</a:t>
            </a:r>
          </a:p>
          <a:p>
            <a:pPr eaLnBrk="1" hangingPunct="1">
              <a:lnSpc>
                <a:spcPct val="130000"/>
              </a:lnSpc>
            </a:pPr>
            <a:r>
              <a:rPr lang="fr-FR" altLang="fr-FR"/>
              <a:t>Bénéfices : </a:t>
            </a:r>
            <a:r>
              <a:rPr lang="fr-FR" altLang="fr-FR">
                <a:solidFill>
                  <a:srgbClr val="FC2C1C"/>
                </a:solidFill>
              </a:rPr>
              <a:t>800 000 €</a:t>
            </a:r>
          </a:p>
          <a:p>
            <a:pPr eaLnBrk="1" hangingPunct="1">
              <a:lnSpc>
                <a:spcPct val="130000"/>
              </a:lnSpc>
            </a:pPr>
            <a:r>
              <a:rPr lang="fr-FR" altLang="fr-FR"/>
              <a:t>Stocks moyens : </a:t>
            </a:r>
            <a:r>
              <a:rPr lang="fr-FR" altLang="fr-FR">
                <a:solidFill>
                  <a:srgbClr val="FC2C1C"/>
                </a:solidFill>
              </a:rPr>
              <a:t>20 000 000 €</a:t>
            </a:r>
          </a:p>
          <a:p>
            <a:pPr eaLnBrk="1" hangingPunct="1">
              <a:lnSpc>
                <a:spcPct val="130000"/>
              </a:lnSpc>
            </a:pPr>
            <a:r>
              <a:rPr lang="fr-FR" altLang="fr-FR"/>
              <a:t>Effectifs : </a:t>
            </a:r>
            <a:r>
              <a:rPr lang="fr-FR" altLang="fr-FR">
                <a:solidFill>
                  <a:srgbClr val="FF3300"/>
                </a:solidFill>
              </a:rPr>
              <a:t>480</a:t>
            </a:r>
            <a:r>
              <a:rPr lang="fr-FR" altLang="fr-FR"/>
              <a:t> personnes.</a:t>
            </a:r>
          </a:p>
          <a:p>
            <a:pPr eaLnBrk="1" hangingPunct="1">
              <a:lnSpc>
                <a:spcPct val="130000"/>
              </a:lnSpc>
            </a:pPr>
            <a:r>
              <a:rPr lang="fr-FR" altLang="fr-FR"/>
              <a:t>L’usine est située dans le </a:t>
            </a:r>
            <a:r>
              <a:rPr lang="fr-FR" altLang="fr-FR">
                <a:solidFill>
                  <a:srgbClr val="FF3300"/>
                </a:solidFill>
              </a:rPr>
              <a:t>Puy de Dôme</a:t>
            </a:r>
            <a:r>
              <a:rPr lang="fr-FR" altLang="fr-FR"/>
              <a:t>.</a:t>
            </a:r>
          </a:p>
        </p:txBody>
      </p:sp>
      <p:pic>
        <p:nvPicPr>
          <p:cNvPr id="25604" name="Picture 5"/>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737350" y="1223963"/>
            <a:ext cx="1231900" cy="2320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9" name="Rectangle 2"/>
          <p:cNvSpPr txBox="1">
            <a:spLocks noChangeArrowheads="1"/>
          </p:cNvSpPr>
          <p:nvPr/>
        </p:nvSpPr>
        <p:spPr bwMode="auto">
          <a:xfrm>
            <a:off x="457200" y="0"/>
            <a:ext cx="8229600" cy="6477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bodyPr>
          <a:lstStyle>
            <a:lvl1pPr algn="ctr" rtl="0" eaLnBrk="0" fontAlgn="base" hangingPunct="0">
              <a:spcBef>
                <a:spcPct val="0"/>
              </a:spcBef>
              <a:spcAft>
                <a:spcPct val="0"/>
              </a:spcAft>
              <a:defRPr sz="2800" b="1">
                <a:solidFill>
                  <a:srgbClr val="27A8E0"/>
                </a:solidFill>
                <a:latin typeface="+mj-lt"/>
                <a:ea typeface="+mj-ea"/>
                <a:cs typeface="+mj-cs"/>
              </a:defRPr>
            </a:lvl1pPr>
            <a:lvl2pPr algn="ctr" rtl="0" eaLnBrk="0" fontAlgn="base" hangingPunct="0">
              <a:spcBef>
                <a:spcPct val="0"/>
              </a:spcBef>
              <a:spcAft>
                <a:spcPct val="0"/>
              </a:spcAft>
              <a:defRPr sz="3000">
                <a:solidFill>
                  <a:schemeClr val="accent2"/>
                </a:solidFill>
                <a:latin typeface="Arial" pitchFamily="34" charset="0"/>
              </a:defRPr>
            </a:lvl2pPr>
            <a:lvl3pPr algn="ctr" rtl="0" eaLnBrk="0" fontAlgn="base" hangingPunct="0">
              <a:spcBef>
                <a:spcPct val="0"/>
              </a:spcBef>
              <a:spcAft>
                <a:spcPct val="0"/>
              </a:spcAft>
              <a:defRPr sz="3000">
                <a:solidFill>
                  <a:schemeClr val="accent2"/>
                </a:solidFill>
                <a:latin typeface="Arial" pitchFamily="34" charset="0"/>
              </a:defRPr>
            </a:lvl3pPr>
            <a:lvl4pPr algn="ctr" rtl="0" eaLnBrk="0" fontAlgn="base" hangingPunct="0">
              <a:spcBef>
                <a:spcPct val="0"/>
              </a:spcBef>
              <a:spcAft>
                <a:spcPct val="0"/>
              </a:spcAft>
              <a:defRPr sz="3000">
                <a:solidFill>
                  <a:schemeClr val="accent2"/>
                </a:solidFill>
                <a:latin typeface="Arial" pitchFamily="34" charset="0"/>
              </a:defRPr>
            </a:lvl4pPr>
            <a:lvl5pPr algn="ctr" rtl="0" eaLnBrk="0" fontAlgn="base" hangingPunct="0">
              <a:spcBef>
                <a:spcPct val="0"/>
              </a:spcBef>
              <a:spcAft>
                <a:spcPct val="0"/>
              </a:spcAft>
              <a:defRPr sz="3000">
                <a:solidFill>
                  <a:schemeClr val="accent2"/>
                </a:solidFill>
                <a:latin typeface="Arial" pitchFamily="34" charset="0"/>
              </a:defRPr>
            </a:lvl5pPr>
            <a:lvl6pPr marL="457200" algn="ctr" rtl="0" fontAlgn="base">
              <a:spcBef>
                <a:spcPct val="0"/>
              </a:spcBef>
              <a:spcAft>
                <a:spcPct val="0"/>
              </a:spcAft>
              <a:defRPr sz="3000">
                <a:solidFill>
                  <a:schemeClr val="accent2"/>
                </a:solidFill>
                <a:latin typeface="Arial" pitchFamily="34" charset="0"/>
              </a:defRPr>
            </a:lvl6pPr>
            <a:lvl7pPr marL="914400" algn="ctr" rtl="0" fontAlgn="base">
              <a:spcBef>
                <a:spcPct val="0"/>
              </a:spcBef>
              <a:spcAft>
                <a:spcPct val="0"/>
              </a:spcAft>
              <a:defRPr sz="3000">
                <a:solidFill>
                  <a:schemeClr val="accent2"/>
                </a:solidFill>
                <a:latin typeface="Arial" pitchFamily="34" charset="0"/>
              </a:defRPr>
            </a:lvl7pPr>
            <a:lvl8pPr marL="1371600" algn="ctr" rtl="0" fontAlgn="base">
              <a:spcBef>
                <a:spcPct val="0"/>
              </a:spcBef>
              <a:spcAft>
                <a:spcPct val="0"/>
              </a:spcAft>
              <a:defRPr sz="3000">
                <a:solidFill>
                  <a:schemeClr val="accent2"/>
                </a:solidFill>
                <a:latin typeface="Arial" pitchFamily="34" charset="0"/>
              </a:defRPr>
            </a:lvl8pPr>
            <a:lvl9pPr marL="1828800" algn="ctr" rtl="0" fontAlgn="base">
              <a:spcBef>
                <a:spcPct val="0"/>
              </a:spcBef>
              <a:spcAft>
                <a:spcPct val="0"/>
              </a:spcAft>
              <a:defRPr sz="3000">
                <a:solidFill>
                  <a:schemeClr val="accent2"/>
                </a:solidFill>
                <a:latin typeface="Arial" pitchFamily="34" charset="0"/>
              </a:defRPr>
            </a:lvl9pPr>
          </a:lstStyle>
          <a:p>
            <a:pPr eaLnBrk="1" hangingPunct="1"/>
            <a:r>
              <a:rPr lang="fr-FR" altLang="fr-FR" dirty="0"/>
              <a:t>L’entreprise REDIX</a:t>
            </a:r>
            <a:endParaRPr lang="fr-FR" altLang="fr-FR" kern="0" dirty="0"/>
          </a:p>
        </p:txBody>
      </p:sp>
    </p:spTree>
  </p:cSld>
  <p:clrMapOvr>
    <a:masterClrMapping/>
  </p:clrMapOvr>
  <p:transition/>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6697" name="Picture 73" descr="C:\Users\BertrandS\Dropbox\Jeux\00. CONCEPTION DES JEUX\photos\Logistique\iStock_000008043090_Medium.jpg"/>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63648" y="3090862"/>
            <a:ext cx="2609775" cy="1738313"/>
          </a:xfrm>
          <a:prstGeom prst="rect">
            <a:avLst/>
          </a:prstGeom>
          <a:noFill/>
          <a:extLst>
            <a:ext uri="{909E8E84-426E-40DD-AFC4-6F175D3DCCD1}">
              <a14:hiddenFill xmlns:a14="http://schemas.microsoft.com/office/drawing/2010/main">
                <a:solidFill>
                  <a:srgbClr val="FFFFFF"/>
                </a:solidFill>
              </a14:hiddenFill>
            </a:ext>
          </a:extLst>
        </p:spPr>
      </p:pic>
      <p:sp>
        <p:nvSpPr>
          <p:cNvPr id="26626" name="Rectangle 2"/>
          <p:cNvSpPr>
            <a:spLocks noGrp="1" noChangeArrowheads="1"/>
          </p:cNvSpPr>
          <p:nvPr>
            <p:ph type="title"/>
          </p:nvPr>
        </p:nvSpPr>
        <p:spPr>
          <a:xfrm>
            <a:off x="312738" y="179388"/>
            <a:ext cx="8505825" cy="530225"/>
          </a:xfrm>
        </p:spPr>
        <p:txBody>
          <a:bodyPr/>
          <a:lstStyle/>
          <a:p>
            <a:pPr eaLnBrk="1" hangingPunct="1"/>
            <a:r>
              <a:rPr lang="fr-FR" altLang="fr-FR" sz="2600"/>
              <a:t>Votre mission : améliorer les performances de l’usine</a:t>
            </a:r>
          </a:p>
        </p:txBody>
      </p:sp>
      <p:sp>
        <p:nvSpPr>
          <p:cNvPr id="26627" name="Rectangle 3"/>
          <p:cNvSpPr>
            <a:spLocks noGrp="1" noChangeArrowheads="1"/>
          </p:cNvSpPr>
          <p:nvPr>
            <p:ph type="body" idx="1"/>
          </p:nvPr>
        </p:nvSpPr>
        <p:spPr>
          <a:xfrm>
            <a:off x="1811338" y="889000"/>
            <a:ext cx="5437187" cy="436563"/>
          </a:xfrm>
        </p:spPr>
        <p:txBody>
          <a:bodyPr/>
          <a:lstStyle/>
          <a:p>
            <a:pPr marL="381000" indent="-381000" algn="ctr" eaLnBrk="1" hangingPunct="1">
              <a:buFontTx/>
              <a:buNone/>
            </a:pPr>
            <a:r>
              <a:rPr lang="fr-FR" altLang="fr-FR" sz="2600"/>
              <a:t>Vous serez jugé sur 3 indicateurs</a:t>
            </a:r>
          </a:p>
        </p:txBody>
      </p:sp>
      <p:sp>
        <p:nvSpPr>
          <p:cNvPr id="26628" name="Text Box 5"/>
          <p:cNvSpPr txBox="1">
            <a:spLocks noChangeArrowheads="1"/>
          </p:cNvSpPr>
          <p:nvPr/>
        </p:nvSpPr>
        <p:spPr bwMode="auto">
          <a:xfrm>
            <a:off x="2900363" y="5883275"/>
            <a:ext cx="3267075"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1800">
                <a:solidFill>
                  <a:schemeClr val="tx1"/>
                </a:solidFill>
              </a:rPr>
              <a:t>Votre équipe est</a:t>
            </a:r>
            <a:r>
              <a:rPr lang="fr-FR" altLang="fr-FR" sz="2400">
                <a:solidFill>
                  <a:schemeClr val="tx1"/>
                </a:solidFill>
              </a:rPr>
              <a:t> :</a:t>
            </a:r>
            <a:r>
              <a:rPr lang="fr-FR" altLang="fr-FR" sz="2400"/>
              <a:t> </a:t>
            </a:r>
            <a:r>
              <a:rPr lang="fr-FR" altLang="fr-FR" sz="2400">
                <a:solidFill>
                  <a:srgbClr val="FC2C1C"/>
                </a:solidFill>
              </a:rPr>
              <a:t>A</a:t>
            </a:r>
            <a:r>
              <a:rPr lang="fr-FR" altLang="fr-FR" sz="2400"/>
              <a:t> - B - </a:t>
            </a:r>
            <a:r>
              <a:rPr lang="fr-FR" altLang="fr-FR" sz="2400">
                <a:solidFill>
                  <a:srgbClr val="00CC66"/>
                </a:solidFill>
              </a:rPr>
              <a:t>C</a:t>
            </a:r>
          </a:p>
        </p:txBody>
      </p:sp>
      <p:sp>
        <p:nvSpPr>
          <p:cNvPr id="26630" name="AutoShape 7"/>
          <p:cNvSpPr>
            <a:spLocks noChangeArrowheads="1"/>
          </p:cNvSpPr>
          <p:nvPr/>
        </p:nvSpPr>
        <p:spPr bwMode="auto">
          <a:xfrm>
            <a:off x="3879850" y="3155950"/>
            <a:ext cx="1219200" cy="1054100"/>
          </a:xfrm>
          <a:prstGeom prst="triangle">
            <a:avLst>
              <a:gd name="adj" fmla="val 50000"/>
            </a:avLst>
          </a:prstGeom>
          <a:noFill/>
          <a:ln w="9525">
            <a:solidFill>
              <a:schemeClr val="bg2"/>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26631" name="Text Box 8"/>
          <p:cNvSpPr txBox="1">
            <a:spLocks noChangeArrowheads="1"/>
          </p:cNvSpPr>
          <p:nvPr/>
        </p:nvSpPr>
        <p:spPr bwMode="auto">
          <a:xfrm>
            <a:off x="5324475" y="2130425"/>
            <a:ext cx="2447925" cy="4984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anchor="ctr" anchorCtr="1"/>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a:spcBef>
                <a:spcPct val="50000"/>
              </a:spcBef>
              <a:buFontTx/>
              <a:buNone/>
            </a:pPr>
            <a:r>
              <a:rPr lang="fr-FR" altLang="fr-FR" sz="1700" dirty="0">
                <a:solidFill>
                  <a:schemeClr val="tx2"/>
                </a:solidFill>
              </a:rPr>
              <a:t>Service aux clients</a:t>
            </a:r>
          </a:p>
        </p:txBody>
      </p:sp>
      <p:sp>
        <p:nvSpPr>
          <p:cNvPr id="26632" name="Text Box 9"/>
          <p:cNvSpPr txBox="1">
            <a:spLocks noChangeArrowheads="1"/>
          </p:cNvSpPr>
          <p:nvPr/>
        </p:nvSpPr>
        <p:spPr bwMode="auto">
          <a:xfrm>
            <a:off x="1390650" y="4894263"/>
            <a:ext cx="2295525" cy="3714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anchor="ctr" anchorCtr="1"/>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a:spcBef>
                <a:spcPct val="50000"/>
              </a:spcBef>
              <a:buFontTx/>
              <a:buNone/>
            </a:pPr>
            <a:r>
              <a:rPr lang="fr-FR" altLang="fr-FR" sz="1700">
                <a:solidFill>
                  <a:schemeClr val="tx2"/>
                </a:solidFill>
              </a:rPr>
              <a:t>Niveau des stocks</a:t>
            </a:r>
          </a:p>
        </p:txBody>
      </p:sp>
      <p:sp>
        <p:nvSpPr>
          <p:cNvPr id="26633" name="Text Box 10"/>
          <p:cNvSpPr txBox="1">
            <a:spLocks noChangeArrowheads="1"/>
          </p:cNvSpPr>
          <p:nvPr/>
        </p:nvSpPr>
        <p:spPr bwMode="auto">
          <a:xfrm>
            <a:off x="5051425" y="4829175"/>
            <a:ext cx="2903538" cy="4365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anchor="ctr" anchorCtr="1"/>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a:spcBef>
                <a:spcPct val="50000"/>
              </a:spcBef>
              <a:buFontTx/>
              <a:buNone/>
            </a:pPr>
            <a:r>
              <a:rPr lang="fr-FR" altLang="fr-FR" sz="1700">
                <a:solidFill>
                  <a:schemeClr val="tx2"/>
                </a:solidFill>
              </a:rPr>
              <a:t>Efficience de la production</a:t>
            </a:r>
          </a:p>
        </p:txBody>
      </p:sp>
      <p:pic>
        <p:nvPicPr>
          <p:cNvPr id="26696" name="Picture 72" descr="C:\Users\BertrandS\Dropbox\Jeux\00. CONCEPTION DES JEUX\photos\Industrie\iStock_000032929530_Medium.jpg"/>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5461317" y="3289816"/>
            <a:ext cx="2311083" cy="1539360"/>
          </a:xfrm>
          <a:prstGeom prst="rect">
            <a:avLst/>
          </a:prstGeom>
          <a:noFill/>
          <a:extLst>
            <a:ext uri="{909E8E84-426E-40DD-AFC4-6F175D3DCCD1}">
              <a14:hiddenFill xmlns:a14="http://schemas.microsoft.com/office/drawing/2010/main">
                <a:solidFill>
                  <a:srgbClr val="FFFFFF"/>
                </a:solidFill>
              </a14:hiddenFill>
            </a:ext>
          </a:extLst>
        </p:spPr>
      </p:pic>
      <p:pic>
        <p:nvPicPr>
          <p:cNvPr id="26698" name="Picture 74" descr="C:\Users\BertrandS\Dropbox\Jeux\00. CONCEPTION DES JEUX\photos\Logistique\iStock_000002931277_Medium.jpg"/>
          <p:cNvPicPr>
            <a:picLocks noChangeAspect="1" noChangeArrowheads="1"/>
          </p:cNvPicPr>
          <p:nvPr/>
        </p:nvPicPr>
        <p:blipFill rotWithShape="1">
          <a:blip r:embed="rId5" cstate="print">
            <a:extLst>
              <a:ext uri="{28A0092B-C50C-407E-A947-70E740481C1C}">
                <a14:useLocalDpi xmlns:a14="http://schemas.microsoft.com/office/drawing/2010/main" val="0"/>
              </a:ext>
            </a:extLst>
          </a:blip>
          <a:srcRect t="27237" r="22322" b="-1846"/>
          <a:stretch/>
        </p:blipFill>
        <p:spPr bwMode="auto">
          <a:xfrm>
            <a:off x="3255010" y="1645060"/>
            <a:ext cx="2198687" cy="1407702"/>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650" name="Line 36"/>
          <p:cNvSpPr>
            <a:spLocks noChangeShapeType="1"/>
          </p:cNvSpPr>
          <p:nvPr/>
        </p:nvSpPr>
        <p:spPr bwMode="auto">
          <a:xfrm>
            <a:off x="6594475" y="3549650"/>
            <a:ext cx="1441450" cy="0"/>
          </a:xfrm>
          <a:prstGeom prst="line">
            <a:avLst/>
          </a:prstGeom>
          <a:noFill/>
          <a:ln w="6350">
            <a:solidFill>
              <a:schemeClr val="tx2"/>
            </a:solidFill>
            <a:round/>
            <a:headEnd type="triangle" w="med" len="med"/>
            <a:tailEnd type="triangle" w="med" len="med"/>
          </a:ln>
          <a:extLst>
            <a:ext uri="{909E8E84-426E-40DD-AFC4-6F175D3DCCD1}">
              <a14:hiddenFill xmlns:a14="http://schemas.microsoft.com/office/drawing/2010/main">
                <a:noFill/>
              </a14:hiddenFill>
            </a:ext>
          </a:extLst>
        </p:spPr>
        <p:txBody>
          <a:bodyPr wrap="none" anchor="ctr"/>
          <a:lstStyle/>
          <a:p>
            <a:endParaRPr lang="fr-FR"/>
          </a:p>
        </p:txBody>
      </p:sp>
      <p:sp>
        <p:nvSpPr>
          <p:cNvPr id="27651" name="Line 30"/>
          <p:cNvSpPr>
            <a:spLocks noChangeShapeType="1"/>
          </p:cNvSpPr>
          <p:nvPr/>
        </p:nvSpPr>
        <p:spPr bwMode="auto">
          <a:xfrm>
            <a:off x="2430463" y="3540125"/>
            <a:ext cx="3533775" cy="0"/>
          </a:xfrm>
          <a:prstGeom prst="line">
            <a:avLst/>
          </a:prstGeom>
          <a:noFill/>
          <a:ln w="6350">
            <a:solidFill>
              <a:schemeClr val="tx2"/>
            </a:solidFill>
            <a:round/>
            <a:headEnd type="triangle" w="med" len="med"/>
            <a:tailEnd type="triangle" w="med" len="med"/>
          </a:ln>
          <a:extLst>
            <a:ext uri="{909E8E84-426E-40DD-AFC4-6F175D3DCCD1}">
              <a14:hiddenFill xmlns:a14="http://schemas.microsoft.com/office/drawing/2010/main">
                <a:noFill/>
              </a14:hiddenFill>
            </a:ext>
          </a:extLst>
        </p:spPr>
        <p:txBody>
          <a:bodyPr wrap="none" anchor="ctr"/>
          <a:lstStyle/>
          <a:p>
            <a:endParaRPr lang="fr-FR"/>
          </a:p>
        </p:txBody>
      </p:sp>
      <p:sp>
        <p:nvSpPr>
          <p:cNvPr id="27652" name="Rectangle 2"/>
          <p:cNvSpPr>
            <a:spLocks noGrp="1" noChangeArrowheads="1"/>
          </p:cNvSpPr>
          <p:nvPr>
            <p:ph type="title"/>
          </p:nvPr>
        </p:nvSpPr>
        <p:spPr/>
        <p:txBody>
          <a:bodyPr/>
          <a:lstStyle/>
          <a:p>
            <a:pPr eaLnBrk="1" hangingPunct="1"/>
            <a:r>
              <a:rPr lang="fr-FR" altLang="fr-FR" dirty="0"/>
              <a:t>Les ventes</a:t>
            </a:r>
          </a:p>
        </p:txBody>
      </p:sp>
      <p:sp>
        <p:nvSpPr>
          <p:cNvPr id="27653" name="Rectangle 3"/>
          <p:cNvSpPr>
            <a:spLocks noGrp="1" noChangeArrowheads="1"/>
          </p:cNvSpPr>
          <p:nvPr>
            <p:ph type="body" idx="1"/>
          </p:nvPr>
        </p:nvSpPr>
        <p:spPr>
          <a:xfrm>
            <a:off x="330200" y="1143000"/>
            <a:ext cx="8664575" cy="1525588"/>
          </a:xfrm>
        </p:spPr>
        <p:txBody>
          <a:bodyPr/>
          <a:lstStyle/>
          <a:p>
            <a:pPr eaLnBrk="1" hangingPunct="1">
              <a:lnSpc>
                <a:spcPct val="110000"/>
              </a:lnSpc>
            </a:pPr>
            <a:r>
              <a:rPr lang="fr-FR" altLang="fr-FR" sz="1900"/>
              <a:t>L’entreprise vend six produits finis et une référence de pièce détachée.</a:t>
            </a:r>
          </a:p>
          <a:p>
            <a:pPr eaLnBrk="1" hangingPunct="1">
              <a:lnSpc>
                <a:spcPct val="110000"/>
              </a:lnSpc>
            </a:pPr>
            <a:r>
              <a:rPr lang="fr-FR" altLang="fr-FR" sz="1900"/>
              <a:t>Elle livre « à lettre lue » c’est-à-dire que l’expédition doit se faire sans délai.</a:t>
            </a:r>
          </a:p>
          <a:p>
            <a:pPr eaLnBrk="1" hangingPunct="1">
              <a:lnSpc>
                <a:spcPct val="110000"/>
              </a:lnSpc>
            </a:pPr>
            <a:r>
              <a:rPr lang="fr-FR" altLang="fr-FR" sz="1900"/>
              <a:t>Les commandes en retard doivent être livrées le plus tôt possible.</a:t>
            </a:r>
          </a:p>
        </p:txBody>
      </p:sp>
      <p:pic>
        <p:nvPicPr>
          <p:cNvPr id="27654" name="Picture 4"/>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487488" y="3189288"/>
            <a:ext cx="587375" cy="10810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7655" name="Text Box 5"/>
          <p:cNvSpPr txBox="1">
            <a:spLocks noChangeArrowheads="1"/>
          </p:cNvSpPr>
          <p:nvPr/>
        </p:nvSpPr>
        <p:spPr bwMode="auto">
          <a:xfrm>
            <a:off x="2366963" y="3844925"/>
            <a:ext cx="476250" cy="366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a:spcBef>
                <a:spcPct val="0"/>
              </a:spcBef>
              <a:buFontTx/>
              <a:buNone/>
            </a:pPr>
            <a:r>
              <a:rPr lang="fr-FR" altLang="fr-FR" sz="1800">
                <a:solidFill>
                  <a:schemeClr val="tx1"/>
                </a:solidFill>
              </a:rPr>
              <a:t>R1</a:t>
            </a:r>
          </a:p>
        </p:txBody>
      </p:sp>
      <p:sp>
        <p:nvSpPr>
          <p:cNvPr id="27656" name="Text Box 6"/>
          <p:cNvSpPr txBox="1">
            <a:spLocks noChangeArrowheads="1"/>
          </p:cNvSpPr>
          <p:nvPr/>
        </p:nvSpPr>
        <p:spPr bwMode="auto">
          <a:xfrm>
            <a:off x="3114675" y="3844925"/>
            <a:ext cx="476250" cy="366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a:spcBef>
                <a:spcPct val="0"/>
              </a:spcBef>
              <a:buFontTx/>
              <a:buNone/>
            </a:pPr>
            <a:r>
              <a:rPr lang="fr-FR" altLang="fr-FR" sz="1800">
                <a:solidFill>
                  <a:schemeClr val="tx1"/>
                </a:solidFill>
              </a:rPr>
              <a:t>R2</a:t>
            </a:r>
          </a:p>
        </p:txBody>
      </p:sp>
      <p:sp>
        <p:nvSpPr>
          <p:cNvPr id="27657" name="Text Box 7"/>
          <p:cNvSpPr txBox="1">
            <a:spLocks noChangeArrowheads="1"/>
          </p:cNvSpPr>
          <p:nvPr/>
        </p:nvSpPr>
        <p:spPr bwMode="auto">
          <a:xfrm>
            <a:off x="3846513" y="3844925"/>
            <a:ext cx="476250" cy="366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a:spcBef>
                <a:spcPct val="0"/>
              </a:spcBef>
              <a:buFontTx/>
              <a:buNone/>
            </a:pPr>
            <a:r>
              <a:rPr lang="fr-FR" altLang="fr-FR" sz="1800">
                <a:solidFill>
                  <a:schemeClr val="tx1"/>
                </a:solidFill>
              </a:rPr>
              <a:t>R3</a:t>
            </a:r>
          </a:p>
        </p:txBody>
      </p:sp>
      <p:sp>
        <p:nvSpPr>
          <p:cNvPr id="27658" name="Text Box 8"/>
          <p:cNvSpPr txBox="1">
            <a:spLocks noChangeArrowheads="1"/>
          </p:cNvSpPr>
          <p:nvPr/>
        </p:nvSpPr>
        <p:spPr bwMode="auto">
          <a:xfrm>
            <a:off x="4468813" y="3844925"/>
            <a:ext cx="476250" cy="366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a:spcBef>
                <a:spcPct val="0"/>
              </a:spcBef>
              <a:buFontTx/>
              <a:buNone/>
            </a:pPr>
            <a:r>
              <a:rPr lang="fr-FR" altLang="fr-FR" sz="1800">
                <a:solidFill>
                  <a:schemeClr val="tx1"/>
                </a:solidFill>
              </a:rPr>
              <a:t>R4</a:t>
            </a:r>
          </a:p>
        </p:txBody>
      </p:sp>
      <p:sp>
        <p:nvSpPr>
          <p:cNvPr id="27659" name="Text Box 9"/>
          <p:cNvSpPr txBox="1">
            <a:spLocks noChangeArrowheads="1"/>
          </p:cNvSpPr>
          <p:nvPr/>
        </p:nvSpPr>
        <p:spPr bwMode="auto">
          <a:xfrm>
            <a:off x="5133975" y="3844925"/>
            <a:ext cx="476250" cy="366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a:spcBef>
                <a:spcPct val="0"/>
              </a:spcBef>
              <a:buFontTx/>
              <a:buNone/>
            </a:pPr>
            <a:r>
              <a:rPr lang="fr-FR" altLang="fr-FR" sz="1800">
                <a:solidFill>
                  <a:schemeClr val="tx1"/>
                </a:solidFill>
              </a:rPr>
              <a:t>R5</a:t>
            </a:r>
          </a:p>
        </p:txBody>
      </p:sp>
      <p:sp>
        <p:nvSpPr>
          <p:cNvPr id="27660" name="Text Box 10"/>
          <p:cNvSpPr txBox="1">
            <a:spLocks noChangeArrowheads="1"/>
          </p:cNvSpPr>
          <p:nvPr/>
        </p:nvSpPr>
        <p:spPr bwMode="auto">
          <a:xfrm>
            <a:off x="5815013" y="3844925"/>
            <a:ext cx="476250" cy="366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a:spcBef>
                <a:spcPct val="0"/>
              </a:spcBef>
              <a:buFontTx/>
              <a:buNone/>
            </a:pPr>
            <a:r>
              <a:rPr lang="fr-FR" altLang="fr-FR" sz="1800">
                <a:solidFill>
                  <a:schemeClr val="tx1"/>
                </a:solidFill>
              </a:rPr>
              <a:t>R6</a:t>
            </a:r>
          </a:p>
        </p:txBody>
      </p:sp>
      <p:sp>
        <p:nvSpPr>
          <p:cNvPr id="27661" name="Text Box 29"/>
          <p:cNvSpPr txBox="1">
            <a:spLocks noChangeArrowheads="1"/>
          </p:cNvSpPr>
          <p:nvPr/>
        </p:nvSpPr>
        <p:spPr bwMode="auto">
          <a:xfrm>
            <a:off x="3076575" y="3260725"/>
            <a:ext cx="2151063" cy="457200"/>
          </a:xfrm>
          <a:prstGeom prst="rect">
            <a:avLst/>
          </a:prstGeom>
          <a:solidFill>
            <a:schemeClr val="bg1"/>
          </a:solidFill>
          <a:ln>
            <a:noFill/>
          </a:ln>
          <a:extLs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6 produits finis</a:t>
            </a:r>
          </a:p>
        </p:txBody>
      </p:sp>
      <p:sp>
        <p:nvSpPr>
          <p:cNvPr id="27663" name="Text Box 34"/>
          <p:cNvSpPr txBox="1">
            <a:spLocks noChangeArrowheads="1"/>
          </p:cNvSpPr>
          <p:nvPr/>
        </p:nvSpPr>
        <p:spPr bwMode="auto">
          <a:xfrm>
            <a:off x="6834188" y="3209925"/>
            <a:ext cx="1035050" cy="581025"/>
          </a:xfrm>
          <a:prstGeom prst="rect">
            <a:avLst/>
          </a:prstGeom>
          <a:solidFill>
            <a:schemeClr val="bg1"/>
          </a:solidFill>
          <a:ln>
            <a:noFill/>
          </a:ln>
          <a:extLst>
            <a:ext uri="{91240B29-F687-4F45-9708-019B960494DF}">
              <a14:hiddenLine xmlns:a14="http://schemas.microsoft.com/office/drawing/2010/main" w="6350" algn="ctr">
                <a:solidFill>
                  <a:srgbClr val="000000"/>
                </a:solidFill>
                <a:miter lim="800000"/>
                <a:headEnd/>
                <a:tailEnd/>
              </a14:hiddenLine>
            </a:ext>
          </a:extLst>
        </p:spPr>
        <p:txBody>
          <a:bodyP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1600"/>
              <a:t>Pièce détachée</a:t>
            </a:r>
          </a:p>
        </p:txBody>
      </p:sp>
      <p:sp>
        <p:nvSpPr>
          <p:cNvPr id="27664" name="Text Box 35"/>
          <p:cNvSpPr txBox="1">
            <a:spLocks noChangeArrowheads="1"/>
          </p:cNvSpPr>
          <p:nvPr/>
        </p:nvSpPr>
        <p:spPr bwMode="auto">
          <a:xfrm>
            <a:off x="6497638" y="3790950"/>
            <a:ext cx="1733550" cy="5492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a:spcBef>
                <a:spcPct val="0"/>
              </a:spcBef>
              <a:buFontTx/>
              <a:buNone/>
            </a:pPr>
            <a:r>
              <a:rPr lang="fr-FR" altLang="fr-FR" sz="1500">
                <a:solidFill>
                  <a:schemeClr val="tx1"/>
                </a:solidFill>
              </a:rPr>
              <a:t>Couronne</a:t>
            </a:r>
            <a:br>
              <a:rPr lang="fr-FR" altLang="fr-FR" sz="1500">
                <a:solidFill>
                  <a:schemeClr val="tx1"/>
                </a:solidFill>
              </a:rPr>
            </a:br>
            <a:r>
              <a:rPr lang="fr-FR" altLang="fr-FR" sz="1500">
                <a:solidFill>
                  <a:schemeClr val="tx1"/>
                </a:solidFill>
              </a:rPr>
              <a:t>(phase A blanche)</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674" name="Rectangle 2"/>
          <p:cNvSpPr>
            <a:spLocks noGrp="1" noChangeArrowheads="1"/>
          </p:cNvSpPr>
          <p:nvPr>
            <p:ph type="title"/>
          </p:nvPr>
        </p:nvSpPr>
        <p:spPr>
          <a:xfrm>
            <a:off x="457200" y="0"/>
            <a:ext cx="8229600" cy="647700"/>
          </a:xfr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bodyPr>
          <a:lstStyle/>
          <a:p>
            <a:pPr eaLnBrk="1" hangingPunct="1"/>
            <a:r>
              <a:rPr lang="fr-FR" altLang="fr-FR" sz="2800" b="1" dirty="0">
                <a:solidFill>
                  <a:srgbClr val="27A8E0"/>
                </a:solidFill>
              </a:rPr>
              <a:t>La composition des produits</a:t>
            </a:r>
          </a:p>
        </p:txBody>
      </p:sp>
      <p:pic>
        <p:nvPicPr>
          <p:cNvPr id="28675" name="Picture 3"/>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518400" y="193675"/>
            <a:ext cx="485775" cy="8953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8676" name="Text Box 4"/>
          <p:cNvSpPr txBox="1">
            <a:spLocks noChangeArrowheads="1"/>
          </p:cNvSpPr>
          <p:nvPr/>
        </p:nvSpPr>
        <p:spPr bwMode="auto">
          <a:xfrm>
            <a:off x="2370138" y="2446338"/>
            <a:ext cx="476250" cy="3667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a:spcBef>
                <a:spcPct val="0"/>
              </a:spcBef>
              <a:buFontTx/>
              <a:buNone/>
            </a:pPr>
            <a:r>
              <a:rPr lang="fr-FR" altLang="fr-FR" sz="1800">
                <a:solidFill>
                  <a:schemeClr val="tx1"/>
                </a:solidFill>
              </a:rPr>
              <a:t>R1</a:t>
            </a:r>
          </a:p>
        </p:txBody>
      </p:sp>
      <p:sp>
        <p:nvSpPr>
          <p:cNvPr id="28677" name="Text Box 5"/>
          <p:cNvSpPr txBox="1">
            <a:spLocks noChangeArrowheads="1"/>
          </p:cNvSpPr>
          <p:nvPr/>
        </p:nvSpPr>
        <p:spPr bwMode="auto">
          <a:xfrm>
            <a:off x="3117850" y="2446338"/>
            <a:ext cx="476250" cy="3667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a:spcBef>
                <a:spcPct val="0"/>
              </a:spcBef>
              <a:buFontTx/>
              <a:buNone/>
            </a:pPr>
            <a:r>
              <a:rPr lang="fr-FR" altLang="fr-FR" sz="1800">
                <a:solidFill>
                  <a:schemeClr val="tx1"/>
                </a:solidFill>
              </a:rPr>
              <a:t>R2</a:t>
            </a:r>
          </a:p>
        </p:txBody>
      </p:sp>
      <p:sp>
        <p:nvSpPr>
          <p:cNvPr id="28678" name="Text Box 6"/>
          <p:cNvSpPr txBox="1">
            <a:spLocks noChangeArrowheads="1"/>
          </p:cNvSpPr>
          <p:nvPr/>
        </p:nvSpPr>
        <p:spPr bwMode="auto">
          <a:xfrm>
            <a:off x="3849688" y="2446338"/>
            <a:ext cx="476250" cy="3667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a:spcBef>
                <a:spcPct val="0"/>
              </a:spcBef>
              <a:buFontTx/>
              <a:buNone/>
            </a:pPr>
            <a:r>
              <a:rPr lang="fr-FR" altLang="fr-FR" sz="1800">
                <a:solidFill>
                  <a:schemeClr val="tx1"/>
                </a:solidFill>
              </a:rPr>
              <a:t>R3</a:t>
            </a:r>
          </a:p>
        </p:txBody>
      </p:sp>
      <p:sp>
        <p:nvSpPr>
          <p:cNvPr id="28679" name="Text Box 7"/>
          <p:cNvSpPr txBox="1">
            <a:spLocks noChangeArrowheads="1"/>
          </p:cNvSpPr>
          <p:nvPr/>
        </p:nvSpPr>
        <p:spPr bwMode="auto">
          <a:xfrm>
            <a:off x="4471988" y="2446338"/>
            <a:ext cx="476250" cy="3667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a:spcBef>
                <a:spcPct val="0"/>
              </a:spcBef>
              <a:buFontTx/>
              <a:buNone/>
            </a:pPr>
            <a:r>
              <a:rPr lang="fr-FR" altLang="fr-FR" sz="1800">
                <a:solidFill>
                  <a:schemeClr val="tx1"/>
                </a:solidFill>
              </a:rPr>
              <a:t>R4</a:t>
            </a:r>
          </a:p>
        </p:txBody>
      </p:sp>
      <p:sp>
        <p:nvSpPr>
          <p:cNvPr id="28680" name="Text Box 8"/>
          <p:cNvSpPr txBox="1">
            <a:spLocks noChangeArrowheads="1"/>
          </p:cNvSpPr>
          <p:nvPr/>
        </p:nvSpPr>
        <p:spPr bwMode="auto">
          <a:xfrm>
            <a:off x="5137150" y="2446338"/>
            <a:ext cx="476250" cy="3667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a:spcBef>
                <a:spcPct val="0"/>
              </a:spcBef>
              <a:buFontTx/>
              <a:buNone/>
            </a:pPr>
            <a:r>
              <a:rPr lang="fr-FR" altLang="fr-FR" sz="1800">
                <a:solidFill>
                  <a:schemeClr val="tx1"/>
                </a:solidFill>
              </a:rPr>
              <a:t>R5</a:t>
            </a:r>
          </a:p>
        </p:txBody>
      </p:sp>
      <p:sp>
        <p:nvSpPr>
          <p:cNvPr id="28681" name="Text Box 9"/>
          <p:cNvSpPr txBox="1">
            <a:spLocks noChangeArrowheads="1"/>
          </p:cNvSpPr>
          <p:nvPr/>
        </p:nvSpPr>
        <p:spPr bwMode="auto">
          <a:xfrm>
            <a:off x="5818188" y="2446338"/>
            <a:ext cx="476250" cy="3667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a:spcBef>
                <a:spcPct val="0"/>
              </a:spcBef>
              <a:buFontTx/>
              <a:buNone/>
            </a:pPr>
            <a:r>
              <a:rPr lang="fr-FR" altLang="fr-FR" sz="1800">
                <a:solidFill>
                  <a:schemeClr val="tx1"/>
                </a:solidFill>
              </a:rPr>
              <a:t>R6</a:t>
            </a:r>
          </a:p>
        </p:txBody>
      </p:sp>
      <p:sp>
        <p:nvSpPr>
          <p:cNvPr id="28682" name="Oval 10"/>
          <p:cNvSpPr>
            <a:spLocks noChangeArrowheads="1"/>
          </p:cNvSpPr>
          <p:nvPr/>
        </p:nvSpPr>
        <p:spPr bwMode="auto">
          <a:xfrm rot="-5400000">
            <a:off x="2453482" y="3940969"/>
            <a:ext cx="334962" cy="311150"/>
          </a:xfrm>
          <a:prstGeom prst="ellipse">
            <a:avLst/>
          </a:prstGeom>
          <a:solidFill>
            <a:schemeClr val="bg1"/>
          </a:solidFill>
          <a:ln w="9525">
            <a:solidFill>
              <a:schemeClr val="tx1"/>
            </a:solidFill>
            <a:round/>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28683" name="Rectangle 11"/>
          <p:cNvSpPr>
            <a:spLocks noChangeArrowheads="1"/>
          </p:cNvSpPr>
          <p:nvPr/>
        </p:nvSpPr>
        <p:spPr bwMode="auto">
          <a:xfrm rot="-5400000">
            <a:off x="2526507" y="3329781"/>
            <a:ext cx="209550" cy="427037"/>
          </a:xfrm>
          <a:prstGeom prst="rect">
            <a:avLst/>
          </a:prstGeom>
          <a:solidFill>
            <a:srgbClr val="FF0000"/>
          </a:solidFill>
          <a:ln w="9525">
            <a:solidFill>
              <a:schemeClr val="tx1"/>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28684" name="Rectangle 12"/>
          <p:cNvSpPr>
            <a:spLocks noChangeArrowheads="1"/>
          </p:cNvSpPr>
          <p:nvPr/>
        </p:nvSpPr>
        <p:spPr bwMode="auto">
          <a:xfrm rot="-5400000">
            <a:off x="2524919" y="2910682"/>
            <a:ext cx="209550" cy="271462"/>
          </a:xfrm>
          <a:prstGeom prst="rect">
            <a:avLst/>
          </a:prstGeom>
          <a:solidFill>
            <a:srgbClr val="FFFF00"/>
          </a:solidFill>
          <a:ln w="9525">
            <a:solidFill>
              <a:schemeClr val="tx1"/>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28685" name="Rectangle 13"/>
          <p:cNvSpPr>
            <a:spLocks noChangeArrowheads="1"/>
          </p:cNvSpPr>
          <p:nvPr/>
        </p:nvSpPr>
        <p:spPr bwMode="auto">
          <a:xfrm rot="-5400000">
            <a:off x="3259138" y="3328987"/>
            <a:ext cx="209550" cy="428625"/>
          </a:xfrm>
          <a:prstGeom prst="rect">
            <a:avLst/>
          </a:prstGeom>
          <a:solidFill>
            <a:srgbClr val="FF0000"/>
          </a:solidFill>
          <a:ln w="9525">
            <a:solidFill>
              <a:schemeClr val="tx1"/>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28686" name="Rectangle 14"/>
          <p:cNvSpPr>
            <a:spLocks noChangeArrowheads="1"/>
          </p:cNvSpPr>
          <p:nvPr/>
        </p:nvSpPr>
        <p:spPr bwMode="auto">
          <a:xfrm rot="-5400000">
            <a:off x="3259138" y="2911475"/>
            <a:ext cx="209550" cy="269875"/>
          </a:xfrm>
          <a:prstGeom prst="rect">
            <a:avLst/>
          </a:prstGeom>
          <a:solidFill>
            <a:srgbClr val="FFFF00"/>
          </a:solidFill>
          <a:ln w="9525">
            <a:solidFill>
              <a:schemeClr val="tx1"/>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28687" name="Oval 15"/>
          <p:cNvSpPr>
            <a:spLocks noChangeArrowheads="1"/>
          </p:cNvSpPr>
          <p:nvPr/>
        </p:nvSpPr>
        <p:spPr bwMode="auto">
          <a:xfrm rot="-5400000">
            <a:off x="3186113" y="3941763"/>
            <a:ext cx="338137" cy="312737"/>
          </a:xfrm>
          <a:prstGeom prst="ellipse">
            <a:avLst/>
          </a:prstGeom>
          <a:solidFill>
            <a:srgbClr val="00FF00"/>
          </a:solidFill>
          <a:ln w="9525">
            <a:solidFill>
              <a:schemeClr val="tx1"/>
            </a:solidFill>
            <a:round/>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28688" name="Rectangle 16"/>
          <p:cNvSpPr>
            <a:spLocks noChangeArrowheads="1"/>
          </p:cNvSpPr>
          <p:nvPr/>
        </p:nvSpPr>
        <p:spPr bwMode="auto">
          <a:xfrm rot="-5400000">
            <a:off x="3953669" y="3329781"/>
            <a:ext cx="209550" cy="427038"/>
          </a:xfrm>
          <a:prstGeom prst="rect">
            <a:avLst/>
          </a:prstGeom>
          <a:solidFill>
            <a:srgbClr val="FF0000"/>
          </a:solidFill>
          <a:ln w="9525">
            <a:solidFill>
              <a:schemeClr val="tx1"/>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28689" name="Rectangle 17"/>
          <p:cNvSpPr>
            <a:spLocks noChangeArrowheads="1"/>
          </p:cNvSpPr>
          <p:nvPr/>
        </p:nvSpPr>
        <p:spPr bwMode="auto">
          <a:xfrm rot="-5400000">
            <a:off x="3952082" y="2910681"/>
            <a:ext cx="209550" cy="271463"/>
          </a:xfrm>
          <a:prstGeom prst="rect">
            <a:avLst/>
          </a:prstGeom>
          <a:solidFill>
            <a:srgbClr val="FFFF00"/>
          </a:solidFill>
          <a:ln w="9525">
            <a:solidFill>
              <a:schemeClr val="tx1"/>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28690" name="Oval 18"/>
          <p:cNvSpPr>
            <a:spLocks noChangeArrowheads="1"/>
          </p:cNvSpPr>
          <p:nvPr/>
        </p:nvSpPr>
        <p:spPr bwMode="auto">
          <a:xfrm rot="-5400000">
            <a:off x="3879056" y="3942557"/>
            <a:ext cx="338137" cy="311150"/>
          </a:xfrm>
          <a:prstGeom prst="ellipse">
            <a:avLst/>
          </a:prstGeom>
          <a:solidFill>
            <a:srgbClr val="FF0000"/>
          </a:solidFill>
          <a:ln w="9525">
            <a:solidFill>
              <a:schemeClr val="tx1"/>
            </a:solidFill>
            <a:round/>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28691" name="Rectangle 19"/>
          <p:cNvSpPr>
            <a:spLocks noChangeArrowheads="1"/>
          </p:cNvSpPr>
          <p:nvPr/>
        </p:nvSpPr>
        <p:spPr bwMode="auto">
          <a:xfrm rot="-5400000">
            <a:off x="4646613" y="3328987"/>
            <a:ext cx="209550" cy="428625"/>
          </a:xfrm>
          <a:prstGeom prst="rect">
            <a:avLst/>
          </a:prstGeom>
          <a:solidFill>
            <a:srgbClr val="FF0000"/>
          </a:solidFill>
          <a:ln w="9525">
            <a:solidFill>
              <a:schemeClr val="tx1"/>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28692" name="Rectangle 20"/>
          <p:cNvSpPr>
            <a:spLocks noChangeArrowheads="1"/>
          </p:cNvSpPr>
          <p:nvPr/>
        </p:nvSpPr>
        <p:spPr bwMode="auto">
          <a:xfrm rot="-5400000">
            <a:off x="4645025" y="2909888"/>
            <a:ext cx="209550" cy="273050"/>
          </a:xfrm>
          <a:prstGeom prst="rect">
            <a:avLst/>
          </a:prstGeom>
          <a:solidFill>
            <a:schemeClr val="bg1"/>
          </a:solidFill>
          <a:ln w="9525">
            <a:solidFill>
              <a:schemeClr val="tx1"/>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28693" name="Oval 21"/>
          <p:cNvSpPr>
            <a:spLocks noChangeArrowheads="1"/>
          </p:cNvSpPr>
          <p:nvPr/>
        </p:nvSpPr>
        <p:spPr bwMode="auto">
          <a:xfrm rot="-5400000">
            <a:off x="4572794" y="3942556"/>
            <a:ext cx="336550" cy="312738"/>
          </a:xfrm>
          <a:prstGeom prst="ellipse">
            <a:avLst/>
          </a:prstGeom>
          <a:solidFill>
            <a:schemeClr val="bg1"/>
          </a:solidFill>
          <a:ln w="9525">
            <a:solidFill>
              <a:schemeClr val="tx1"/>
            </a:solidFill>
            <a:round/>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28694" name="Rectangle 22"/>
          <p:cNvSpPr>
            <a:spLocks noChangeArrowheads="1"/>
          </p:cNvSpPr>
          <p:nvPr/>
        </p:nvSpPr>
        <p:spPr bwMode="auto">
          <a:xfrm rot="-5400000">
            <a:off x="5295901" y="3328987"/>
            <a:ext cx="209550" cy="428625"/>
          </a:xfrm>
          <a:prstGeom prst="rect">
            <a:avLst/>
          </a:prstGeom>
          <a:solidFill>
            <a:srgbClr val="0033CC"/>
          </a:solidFill>
          <a:ln w="9525">
            <a:solidFill>
              <a:schemeClr val="tx1"/>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28695" name="Rectangle 23"/>
          <p:cNvSpPr>
            <a:spLocks noChangeArrowheads="1"/>
          </p:cNvSpPr>
          <p:nvPr/>
        </p:nvSpPr>
        <p:spPr bwMode="auto">
          <a:xfrm rot="-5400000">
            <a:off x="5294313" y="2909888"/>
            <a:ext cx="209550" cy="273050"/>
          </a:xfrm>
          <a:prstGeom prst="rect">
            <a:avLst/>
          </a:prstGeom>
          <a:solidFill>
            <a:schemeClr val="bg1"/>
          </a:solidFill>
          <a:ln w="9525">
            <a:solidFill>
              <a:schemeClr val="tx1"/>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28696" name="Oval 24"/>
          <p:cNvSpPr>
            <a:spLocks noChangeArrowheads="1"/>
          </p:cNvSpPr>
          <p:nvPr/>
        </p:nvSpPr>
        <p:spPr bwMode="auto">
          <a:xfrm rot="-5400000">
            <a:off x="5220494" y="3942557"/>
            <a:ext cx="338137" cy="311150"/>
          </a:xfrm>
          <a:prstGeom prst="ellipse">
            <a:avLst/>
          </a:prstGeom>
          <a:solidFill>
            <a:srgbClr val="00FF00"/>
          </a:solidFill>
          <a:ln w="9525">
            <a:solidFill>
              <a:schemeClr val="tx1"/>
            </a:solidFill>
            <a:round/>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28697" name="Rectangle 25"/>
          <p:cNvSpPr>
            <a:spLocks noChangeArrowheads="1"/>
          </p:cNvSpPr>
          <p:nvPr/>
        </p:nvSpPr>
        <p:spPr bwMode="auto">
          <a:xfrm rot="-5400000">
            <a:off x="5942013" y="3328987"/>
            <a:ext cx="209550" cy="428625"/>
          </a:xfrm>
          <a:prstGeom prst="rect">
            <a:avLst/>
          </a:prstGeom>
          <a:solidFill>
            <a:srgbClr val="0033CC"/>
          </a:solidFill>
          <a:ln w="9525">
            <a:solidFill>
              <a:schemeClr val="tx1"/>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28698" name="Rectangle 26"/>
          <p:cNvSpPr>
            <a:spLocks noChangeArrowheads="1"/>
          </p:cNvSpPr>
          <p:nvPr/>
        </p:nvSpPr>
        <p:spPr bwMode="auto">
          <a:xfrm rot="-5400000">
            <a:off x="5940425" y="2909888"/>
            <a:ext cx="209550" cy="273050"/>
          </a:xfrm>
          <a:prstGeom prst="rect">
            <a:avLst/>
          </a:prstGeom>
          <a:solidFill>
            <a:schemeClr val="bg1"/>
          </a:solidFill>
          <a:ln w="9525">
            <a:solidFill>
              <a:schemeClr val="tx1"/>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28699" name="Oval 27"/>
          <p:cNvSpPr>
            <a:spLocks noChangeArrowheads="1"/>
          </p:cNvSpPr>
          <p:nvPr/>
        </p:nvSpPr>
        <p:spPr bwMode="auto">
          <a:xfrm rot="-5400000">
            <a:off x="5865813" y="3941763"/>
            <a:ext cx="338137" cy="312737"/>
          </a:xfrm>
          <a:prstGeom prst="ellipse">
            <a:avLst/>
          </a:prstGeom>
          <a:solidFill>
            <a:srgbClr val="FF0000"/>
          </a:solidFill>
          <a:ln w="9525">
            <a:solidFill>
              <a:schemeClr val="tx1"/>
            </a:solidFill>
            <a:round/>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28700" name="Text Box 28"/>
          <p:cNvSpPr txBox="1">
            <a:spLocks noChangeArrowheads="1"/>
          </p:cNvSpPr>
          <p:nvPr/>
        </p:nvSpPr>
        <p:spPr bwMode="auto">
          <a:xfrm>
            <a:off x="3459163" y="1227138"/>
            <a:ext cx="1795462" cy="376237"/>
          </a:xfrm>
          <a:prstGeom prst="rect">
            <a:avLst/>
          </a:prstGeom>
          <a:solidFill>
            <a:srgbClr val="FFFF99"/>
          </a:solidFill>
          <a:ln w="9525">
            <a:solidFill>
              <a:schemeClr val="bg2"/>
            </a:solidFill>
            <a:miter lim="800000"/>
            <a:headEnd/>
            <a:tailEnd/>
          </a:ln>
        </p:spPr>
        <p:txBody>
          <a:bodyPr anchor="b">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a:spcBef>
                <a:spcPct val="0"/>
              </a:spcBef>
              <a:buFontTx/>
              <a:buNone/>
            </a:pPr>
            <a:r>
              <a:rPr kumimoji="1" lang="fr-FR" altLang="fr-FR" sz="1800">
                <a:solidFill>
                  <a:schemeClr val="tx1"/>
                </a:solidFill>
              </a:rPr>
              <a:t>6 produits finis</a:t>
            </a:r>
          </a:p>
        </p:txBody>
      </p:sp>
      <p:sp>
        <p:nvSpPr>
          <p:cNvPr id="28701" name="Text Box 29"/>
          <p:cNvSpPr txBox="1">
            <a:spLocks noChangeArrowheads="1"/>
          </p:cNvSpPr>
          <p:nvPr/>
        </p:nvSpPr>
        <p:spPr bwMode="auto">
          <a:xfrm>
            <a:off x="6927850" y="3376613"/>
            <a:ext cx="882650" cy="3667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b">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a:spcBef>
                <a:spcPct val="0"/>
              </a:spcBef>
              <a:buFontTx/>
              <a:buNone/>
            </a:pPr>
            <a:r>
              <a:rPr kumimoji="1" lang="fr-FR" altLang="fr-FR" sz="1800">
                <a:solidFill>
                  <a:srgbClr val="003399"/>
                </a:solidFill>
              </a:rPr>
              <a:t>carters</a:t>
            </a:r>
          </a:p>
        </p:txBody>
      </p:sp>
      <p:sp>
        <p:nvSpPr>
          <p:cNvPr id="28702" name="Text Box 30"/>
          <p:cNvSpPr txBox="1">
            <a:spLocks noChangeArrowheads="1"/>
          </p:cNvSpPr>
          <p:nvPr/>
        </p:nvSpPr>
        <p:spPr bwMode="auto">
          <a:xfrm>
            <a:off x="6896100" y="2868613"/>
            <a:ext cx="1390650" cy="3667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b">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a:spcBef>
                <a:spcPct val="0"/>
              </a:spcBef>
              <a:buFontTx/>
              <a:buNone/>
            </a:pPr>
            <a:r>
              <a:rPr kumimoji="1" lang="fr-FR" altLang="fr-FR" sz="1800">
                <a:solidFill>
                  <a:srgbClr val="003399"/>
                </a:solidFill>
              </a:rPr>
              <a:t>engrenages</a:t>
            </a:r>
          </a:p>
        </p:txBody>
      </p:sp>
      <p:sp>
        <p:nvSpPr>
          <p:cNvPr id="28703" name="Text Box 31"/>
          <p:cNvSpPr txBox="1">
            <a:spLocks noChangeArrowheads="1"/>
          </p:cNvSpPr>
          <p:nvPr/>
        </p:nvSpPr>
        <p:spPr bwMode="auto">
          <a:xfrm>
            <a:off x="6921500" y="3860800"/>
            <a:ext cx="1131888" cy="5048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b">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nSpc>
                <a:spcPct val="90000"/>
              </a:lnSpc>
              <a:spcBef>
                <a:spcPct val="0"/>
              </a:spcBef>
              <a:buFontTx/>
              <a:buNone/>
            </a:pPr>
            <a:r>
              <a:rPr kumimoji="1" lang="fr-FR" altLang="fr-FR" sz="1600">
                <a:solidFill>
                  <a:srgbClr val="003399"/>
                </a:solidFill>
              </a:rPr>
              <a:t>couronnes</a:t>
            </a:r>
          </a:p>
          <a:p>
            <a:pPr>
              <a:lnSpc>
                <a:spcPct val="90000"/>
              </a:lnSpc>
              <a:spcBef>
                <a:spcPct val="0"/>
              </a:spcBef>
              <a:buFontTx/>
              <a:buNone/>
            </a:pPr>
            <a:r>
              <a:rPr kumimoji="1" lang="fr-FR" altLang="fr-FR" sz="1400">
                <a:solidFill>
                  <a:schemeClr val="tx1"/>
                </a:solidFill>
              </a:rPr>
              <a:t>(phase B)</a:t>
            </a:r>
          </a:p>
        </p:txBody>
      </p:sp>
      <p:sp>
        <p:nvSpPr>
          <p:cNvPr id="28704" name="AutoShape 32"/>
          <p:cNvSpPr>
            <a:spLocks/>
          </p:cNvSpPr>
          <p:nvPr/>
        </p:nvSpPr>
        <p:spPr bwMode="auto">
          <a:xfrm rot="5400000">
            <a:off x="4051301" y="147637"/>
            <a:ext cx="609600" cy="3914775"/>
          </a:xfrm>
          <a:prstGeom prst="leftBrace">
            <a:avLst>
              <a:gd name="adj1" fmla="val 53516"/>
              <a:gd name="adj2" fmla="val 50000"/>
            </a:avLst>
          </a:prstGeom>
          <a:noFill/>
          <a:ln w="9525">
            <a:solidFill>
              <a:schemeClr val="tx1"/>
            </a:solidFill>
            <a:round/>
            <a:headEnd/>
            <a:tailEnd/>
          </a:ln>
          <a:extLst>
            <a:ext uri="{909E8E84-426E-40DD-AFC4-6F175D3DCCD1}">
              <a14:hiddenFill xmlns:a14="http://schemas.microsoft.com/office/drawing/2010/main">
                <a:solidFill>
                  <a:srgbClr val="FFFFFF"/>
                </a:solidFill>
              </a14:hiddenFill>
            </a:ext>
          </a:extLst>
        </p:spPr>
        <p:txBody>
          <a:bodyPr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28705" name="AutoShape 33"/>
          <p:cNvSpPr>
            <a:spLocks noChangeArrowheads="1"/>
          </p:cNvSpPr>
          <p:nvPr/>
        </p:nvSpPr>
        <p:spPr bwMode="auto">
          <a:xfrm>
            <a:off x="6621463" y="4006850"/>
            <a:ext cx="246062" cy="165100"/>
          </a:xfrm>
          <a:prstGeom prst="leftArrow">
            <a:avLst>
              <a:gd name="adj1" fmla="val 50000"/>
              <a:gd name="adj2" fmla="val 37260"/>
            </a:avLst>
          </a:prstGeom>
          <a:solidFill>
            <a:schemeClr val="bg1"/>
          </a:solidFill>
          <a:ln w="9525">
            <a:solidFill>
              <a:schemeClr val="tx1"/>
            </a:solidFill>
            <a:miter lim="800000"/>
            <a:headEnd/>
            <a:tailEnd/>
          </a:ln>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28706" name="AutoShape 34"/>
          <p:cNvSpPr>
            <a:spLocks noChangeArrowheads="1"/>
          </p:cNvSpPr>
          <p:nvPr/>
        </p:nvSpPr>
        <p:spPr bwMode="auto">
          <a:xfrm>
            <a:off x="6653213" y="2984500"/>
            <a:ext cx="246062" cy="165100"/>
          </a:xfrm>
          <a:prstGeom prst="leftArrow">
            <a:avLst>
              <a:gd name="adj1" fmla="val 50000"/>
              <a:gd name="adj2" fmla="val 37260"/>
            </a:avLst>
          </a:prstGeom>
          <a:solidFill>
            <a:schemeClr val="bg1"/>
          </a:solidFill>
          <a:ln w="9525">
            <a:solidFill>
              <a:schemeClr val="tx1"/>
            </a:solidFill>
            <a:miter lim="800000"/>
            <a:headEnd/>
            <a:tailEnd/>
          </a:ln>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28707" name="AutoShape 35"/>
          <p:cNvSpPr>
            <a:spLocks noChangeArrowheads="1"/>
          </p:cNvSpPr>
          <p:nvPr/>
        </p:nvSpPr>
        <p:spPr bwMode="auto">
          <a:xfrm>
            <a:off x="6665913" y="3467100"/>
            <a:ext cx="246062" cy="165100"/>
          </a:xfrm>
          <a:prstGeom prst="leftArrow">
            <a:avLst>
              <a:gd name="adj1" fmla="val 50000"/>
              <a:gd name="adj2" fmla="val 37260"/>
            </a:avLst>
          </a:prstGeom>
          <a:solidFill>
            <a:schemeClr val="bg1"/>
          </a:solidFill>
          <a:ln w="9525">
            <a:solidFill>
              <a:schemeClr val="tx1"/>
            </a:solidFill>
            <a:miter lim="800000"/>
            <a:headEnd/>
            <a:tailEnd/>
          </a:ln>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221256" name="AutoShape 72"/>
          <p:cNvSpPr>
            <a:spLocks noChangeArrowheads="1"/>
          </p:cNvSpPr>
          <p:nvPr/>
        </p:nvSpPr>
        <p:spPr bwMode="auto">
          <a:xfrm>
            <a:off x="3613150" y="4911725"/>
            <a:ext cx="1860550" cy="1089025"/>
          </a:xfrm>
          <a:prstGeom prst="octagon">
            <a:avLst>
              <a:gd name="adj" fmla="val 29287"/>
            </a:avLst>
          </a:prstGeom>
          <a:solidFill>
            <a:srgbClr val="FFFF00"/>
          </a:solidFill>
          <a:ln w="6350" algn="ctr">
            <a:solidFill>
              <a:schemeClr val="tx2"/>
            </a:solidFill>
            <a:miter lim="800000"/>
            <a:headEnd/>
            <a:tailEnd/>
          </a:ln>
        </p:spPr>
        <p:txBody>
          <a:bodyPr lIns="54000" rIns="54000" anchor="ctr" anchorCtr="1"/>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lnSpc>
                <a:spcPct val="110000"/>
              </a:lnSpc>
              <a:spcBef>
                <a:spcPct val="0"/>
              </a:spcBef>
              <a:buFontTx/>
              <a:buNone/>
            </a:pPr>
            <a:r>
              <a:rPr lang="fr-FR" altLang="fr-FR" sz="1800">
                <a:solidFill>
                  <a:schemeClr val="tx1"/>
                </a:solidFill>
              </a:rPr>
              <a:t>Recevez les fiches Règles du Jeu</a:t>
            </a:r>
          </a:p>
        </p:txBody>
      </p:sp>
    </p:spTree>
  </p:cSld>
  <p:clrMapOvr>
    <a:masterClrMapping/>
  </p:clrMapOvr>
  <p:transition/>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4" presetClass="entr" presetSubtype="16" fill="hold" grpId="0" nodeType="clickEffect">
                                  <p:stCondLst>
                                    <p:cond delay="0"/>
                                  </p:stCondLst>
                                  <p:childTnLst>
                                    <p:set>
                                      <p:cBhvr>
                                        <p:cTn id="6" dur="1" fill="hold">
                                          <p:stCondLst>
                                            <p:cond delay="0"/>
                                          </p:stCondLst>
                                        </p:cTn>
                                        <p:tgtEl>
                                          <p:spTgt spid="221256"/>
                                        </p:tgtEl>
                                        <p:attrNameLst>
                                          <p:attrName>style.visibility</p:attrName>
                                        </p:attrNameLst>
                                      </p:cBhvr>
                                      <p:to>
                                        <p:strVal val="visible"/>
                                      </p:to>
                                    </p:set>
                                    <p:animEffect transition="in" filter="box(in)">
                                      <p:cBhvr>
                                        <p:cTn id="7" dur="500"/>
                                        <p:tgtEl>
                                          <p:spTgt spid="22125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1256" grpId="0" animBg="1"/>
    </p:bld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698" name="Rectangle 2"/>
          <p:cNvSpPr>
            <a:spLocks noGrp="1" noChangeArrowheads="1"/>
          </p:cNvSpPr>
          <p:nvPr>
            <p:ph type="title"/>
          </p:nvPr>
        </p:nvSpPr>
        <p:spPr>
          <a:xfrm>
            <a:off x="441325" y="0"/>
            <a:ext cx="8229600" cy="561975"/>
          </a:xfrm>
        </p:spPr>
        <p:txBody>
          <a:bodyPr/>
          <a:lstStyle/>
          <a:p>
            <a:pPr eaLnBrk="1" hangingPunct="1"/>
            <a:r>
              <a:rPr lang="fr-FR" altLang="fr-FR" dirty="0"/>
              <a:t>La fabrication</a:t>
            </a:r>
          </a:p>
        </p:txBody>
      </p:sp>
      <p:sp>
        <p:nvSpPr>
          <p:cNvPr id="29699" name="Text Box 12"/>
          <p:cNvSpPr txBox="1">
            <a:spLocks noChangeArrowheads="1"/>
          </p:cNvSpPr>
          <p:nvPr/>
        </p:nvSpPr>
        <p:spPr bwMode="auto">
          <a:xfrm>
            <a:off x="3371850" y="1733550"/>
            <a:ext cx="1304925"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Usinage</a:t>
            </a:r>
          </a:p>
        </p:txBody>
      </p:sp>
      <p:sp>
        <p:nvSpPr>
          <p:cNvPr id="29700" name="Text Box 13"/>
          <p:cNvSpPr txBox="1">
            <a:spLocks noChangeArrowheads="1"/>
          </p:cNvSpPr>
          <p:nvPr/>
        </p:nvSpPr>
        <p:spPr bwMode="auto">
          <a:xfrm>
            <a:off x="5646738" y="1731963"/>
            <a:ext cx="13716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Montage</a:t>
            </a:r>
          </a:p>
        </p:txBody>
      </p:sp>
      <p:sp>
        <p:nvSpPr>
          <p:cNvPr id="29701" name="Text Box 14"/>
          <p:cNvSpPr txBox="1">
            <a:spLocks noChangeArrowheads="1"/>
          </p:cNvSpPr>
          <p:nvPr/>
        </p:nvSpPr>
        <p:spPr bwMode="auto">
          <a:xfrm>
            <a:off x="7383463" y="1731963"/>
            <a:ext cx="1609725"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Expédition</a:t>
            </a:r>
          </a:p>
        </p:txBody>
      </p:sp>
      <p:sp>
        <p:nvSpPr>
          <p:cNvPr id="29702" name="Text Box 15"/>
          <p:cNvSpPr txBox="1">
            <a:spLocks noChangeArrowheads="1"/>
          </p:cNvSpPr>
          <p:nvPr/>
        </p:nvSpPr>
        <p:spPr bwMode="auto">
          <a:xfrm rot="-5400000">
            <a:off x="1962150" y="3221038"/>
            <a:ext cx="1508125" cy="523875"/>
          </a:xfrm>
          <a:prstGeom prst="rect">
            <a:avLst/>
          </a:prstGeom>
          <a:solidFill>
            <a:srgbClr val="FFFF99"/>
          </a:solidFill>
          <a:ln w="6350" algn="ctr">
            <a:solidFill>
              <a:schemeClr val="bg2"/>
            </a:solidFill>
            <a:miter lim="800000"/>
            <a:headEnd/>
            <a:tailEnd/>
          </a:ln>
        </p:spPr>
        <p:txBody>
          <a:bodyP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1400">
                <a:solidFill>
                  <a:schemeClr val="tx1"/>
                </a:solidFill>
              </a:rPr>
              <a:t>Stock matières premières</a:t>
            </a:r>
          </a:p>
        </p:txBody>
      </p:sp>
      <p:sp>
        <p:nvSpPr>
          <p:cNvPr id="29703" name="Text Box 63"/>
          <p:cNvSpPr txBox="1">
            <a:spLocks noChangeArrowheads="1"/>
          </p:cNvSpPr>
          <p:nvPr/>
        </p:nvSpPr>
        <p:spPr bwMode="auto">
          <a:xfrm rot="-5400000">
            <a:off x="4641850" y="3205163"/>
            <a:ext cx="1533525" cy="523875"/>
          </a:xfrm>
          <a:prstGeom prst="rect">
            <a:avLst/>
          </a:prstGeom>
          <a:solidFill>
            <a:srgbClr val="FFFF99"/>
          </a:solidFill>
          <a:ln w="6350" algn="ctr">
            <a:solidFill>
              <a:schemeClr val="bg2"/>
            </a:solidFill>
            <a:miter lim="800000"/>
            <a:headEnd/>
            <a:tailEnd/>
          </a:ln>
        </p:spPr>
        <p:txBody>
          <a:bodyP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1400">
                <a:solidFill>
                  <a:schemeClr val="tx1"/>
                </a:solidFill>
              </a:rPr>
              <a:t>Stock pièces usinées</a:t>
            </a:r>
          </a:p>
        </p:txBody>
      </p:sp>
      <p:sp>
        <p:nvSpPr>
          <p:cNvPr id="29704" name="Text Box 67"/>
          <p:cNvSpPr txBox="1">
            <a:spLocks noChangeArrowheads="1"/>
          </p:cNvSpPr>
          <p:nvPr/>
        </p:nvSpPr>
        <p:spPr bwMode="auto">
          <a:xfrm rot="-5400000">
            <a:off x="6623844" y="3213894"/>
            <a:ext cx="1481137" cy="523875"/>
          </a:xfrm>
          <a:prstGeom prst="rect">
            <a:avLst/>
          </a:prstGeom>
          <a:solidFill>
            <a:srgbClr val="FFFF99"/>
          </a:solidFill>
          <a:ln w="6350" algn="ctr">
            <a:solidFill>
              <a:schemeClr val="bg2"/>
            </a:solidFill>
            <a:miter lim="800000"/>
            <a:headEnd/>
            <a:tailEnd/>
          </a:ln>
        </p:spPr>
        <p:txBody>
          <a:bodyP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1400">
                <a:solidFill>
                  <a:schemeClr val="tx1"/>
                </a:solidFill>
              </a:rPr>
              <a:t>Stock produits finis</a:t>
            </a:r>
          </a:p>
        </p:txBody>
      </p:sp>
      <p:sp>
        <p:nvSpPr>
          <p:cNvPr id="29705" name="Text Box 96"/>
          <p:cNvSpPr txBox="1">
            <a:spLocks noChangeArrowheads="1"/>
          </p:cNvSpPr>
          <p:nvPr/>
        </p:nvSpPr>
        <p:spPr bwMode="auto">
          <a:xfrm>
            <a:off x="1217613" y="1733550"/>
            <a:ext cx="1235075"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Appros.</a:t>
            </a:r>
          </a:p>
        </p:txBody>
      </p:sp>
      <p:grpSp>
        <p:nvGrpSpPr>
          <p:cNvPr id="2" name="Group 133"/>
          <p:cNvGrpSpPr>
            <a:grpSpLocks/>
          </p:cNvGrpSpPr>
          <p:nvPr/>
        </p:nvGrpSpPr>
        <p:grpSpPr bwMode="auto">
          <a:xfrm>
            <a:off x="7624763" y="3271838"/>
            <a:ext cx="1366837" cy="420687"/>
            <a:chOff x="4803" y="2061"/>
            <a:chExt cx="861" cy="265"/>
          </a:xfrm>
        </p:grpSpPr>
        <p:grpSp>
          <p:nvGrpSpPr>
            <p:cNvPr id="29778" name="Group 17"/>
            <p:cNvGrpSpPr>
              <a:grpSpLocks/>
            </p:cNvGrpSpPr>
            <p:nvPr/>
          </p:nvGrpSpPr>
          <p:grpSpPr bwMode="auto">
            <a:xfrm>
              <a:off x="5028" y="2061"/>
              <a:ext cx="636" cy="265"/>
              <a:chOff x="804" y="1453"/>
              <a:chExt cx="4245" cy="1534"/>
            </a:xfrm>
          </p:grpSpPr>
          <p:sp>
            <p:nvSpPr>
              <p:cNvPr id="29780" name="Freeform 18"/>
              <p:cNvSpPr>
                <a:spLocks/>
              </p:cNvSpPr>
              <p:nvPr/>
            </p:nvSpPr>
            <p:spPr bwMode="auto">
              <a:xfrm>
                <a:off x="3940" y="1832"/>
                <a:ext cx="1031" cy="981"/>
              </a:xfrm>
              <a:custGeom>
                <a:avLst/>
                <a:gdLst>
                  <a:gd name="T0" fmla="*/ 143 w 1031"/>
                  <a:gd name="T1" fmla="*/ 15 h 981"/>
                  <a:gd name="T2" fmla="*/ 841 w 1031"/>
                  <a:gd name="T3" fmla="*/ 0 h 981"/>
                  <a:gd name="T4" fmla="*/ 856 w 1031"/>
                  <a:gd name="T5" fmla="*/ 1 h 981"/>
                  <a:gd name="T6" fmla="*/ 869 w 1031"/>
                  <a:gd name="T7" fmla="*/ 4 h 981"/>
                  <a:gd name="T8" fmla="*/ 878 w 1031"/>
                  <a:gd name="T9" fmla="*/ 8 h 981"/>
                  <a:gd name="T10" fmla="*/ 889 w 1031"/>
                  <a:gd name="T11" fmla="*/ 15 h 981"/>
                  <a:gd name="T12" fmla="*/ 897 w 1031"/>
                  <a:gd name="T13" fmla="*/ 24 h 981"/>
                  <a:gd name="T14" fmla="*/ 904 w 1031"/>
                  <a:gd name="T15" fmla="*/ 36 h 981"/>
                  <a:gd name="T16" fmla="*/ 989 w 1031"/>
                  <a:gd name="T17" fmla="*/ 419 h 981"/>
                  <a:gd name="T18" fmla="*/ 1030 w 1031"/>
                  <a:gd name="T19" fmla="*/ 430 h 981"/>
                  <a:gd name="T20" fmla="*/ 1030 w 1031"/>
                  <a:gd name="T21" fmla="*/ 553 h 981"/>
                  <a:gd name="T22" fmla="*/ 1009 w 1031"/>
                  <a:gd name="T23" fmla="*/ 565 h 981"/>
                  <a:gd name="T24" fmla="*/ 1009 w 1031"/>
                  <a:gd name="T25" fmla="*/ 666 h 981"/>
                  <a:gd name="T26" fmla="*/ 1027 w 1031"/>
                  <a:gd name="T27" fmla="*/ 684 h 981"/>
                  <a:gd name="T28" fmla="*/ 1012 w 1031"/>
                  <a:gd name="T29" fmla="*/ 723 h 981"/>
                  <a:gd name="T30" fmla="*/ 1012 w 1031"/>
                  <a:gd name="T31" fmla="*/ 980 h 981"/>
                  <a:gd name="T32" fmla="*/ 632 w 1031"/>
                  <a:gd name="T33" fmla="*/ 980 h 981"/>
                  <a:gd name="T34" fmla="*/ 632 w 1031"/>
                  <a:gd name="T35" fmla="*/ 968 h 981"/>
                  <a:gd name="T36" fmla="*/ 506 w 1031"/>
                  <a:gd name="T37" fmla="*/ 929 h 981"/>
                  <a:gd name="T38" fmla="*/ 86 w 1031"/>
                  <a:gd name="T39" fmla="*/ 929 h 981"/>
                  <a:gd name="T40" fmla="*/ 32 w 1031"/>
                  <a:gd name="T41" fmla="*/ 929 h 981"/>
                  <a:gd name="T42" fmla="*/ 32 w 1031"/>
                  <a:gd name="T43" fmla="*/ 798 h 981"/>
                  <a:gd name="T44" fmla="*/ 0 w 1031"/>
                  <a:gd name="T45" fmla="*/ 792 h 981"/>
                  <a:gd name="T46" fmla="*/ 0 w 1031"/>
                  <a:gd name="T47" fmla="*/ 374 h 981"/>
                  <a:gd name="T48" fmla="*/ 38 w 1031"/>
                  <a:gd name="T49" fmla="*/ 329 h 981"/>
                  <a:gd name="T50" fmla="*/ 104 w 1031"/>
                  <a:gd name="T51" fmla="*/ 69 h 981"/>
                  <a:gd name="T52" fmla="*/ 108 w 1031"/>
                  <a:gd name="T53" fmla="*/ 51 h 981"/>
                  <a:gd name="T54" fmla="*/ 111 w 1031"/>
                  <a:gd name="T55" fmla="*/ 40 h 981"/>
                  <a:gd name="T56" fmla="*/ 119 w 1031"/>
                  <a:gd name="T57" fmla="*/ 27 h 981"/>
                  <a:gd name="T58" fmla="*/ 130 w 1031"/>
                  <a:gd name="T59" fmla="*/ 19 h 981"/>
                  <a:gd name="T60" fmla="*/ 143 w 1031"/>
                  <a:gd name="T61" fmla="*/ 15 h 981"/>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w 1031"/>
                  <a:gd name="T94" fmla="*/ 0 h 981"/>
                  <a:gd name="T95" fmla="*/ 1031 w 1031"/>
                  <a:gd name="T96" fmla="*/ 981 h 981"/>
                </a:gdLst>
                <a:ahLst/>
                <a:cxnLst>
                  <a:cxn ang="T62">
                    <a:pos x="T0" y="T1"/>
                  </a:cxn>
                  <a:cxn ang="T63">
                    <a:pos x="T2" y="T3"/>
                  </a:cxn>
                  <a:cxn ang="T64">
                    <a:pos x="T4" y="T5"/>
                  </a:cxn>
                  <a:cxn ang="T65">
                    <a:pos x="T6" y="T7"/>
                  </a:cxn>
                  <a:cxn ang="T66">
                    <a:pos x="T8" y="T9"/>
                  </a:cxn>
                  <a:cxn ang="T67">
                    <a:pos x="T10" y="T11"/>
                  </a:cxn>
                  <a:cxn ang="T68">
                    <a:pos x="T12" y="T13"/>
                  </a:cxn>
                  <a:cxn ang="T69">
                    <a:pos x="T14" y="T15"/>
                  </a:cxn>
                  <a:cxn ang="T70">
                    <a:pos x="T16" y="T17"/>
                  </a:cxn>
                  <a:cxn ang="T71">
                    <a:pos x="T18" y="T19"/>
                  </a:cxn>
                  <a:cxn ang="T72">
                    <a:pos x="T20" y="T21"/>
                  </a:cxn>
                  <a:cxn ang="T73">
                    <a:pos x="T22" y="T23"/>
                  </a:cxn>
                  <a:cxn ang="T74">
                    <a:pos x="T24" y="T25"/>
                  </a:cxn>
                  <a:cxn ang="T75">
                    <a:pos x="T26" y="T27"/>
                  </a:cxn>
                  <a:cxn ang="T76">
                    <a:pos x="T28" y="T29"/>
                  </a:cxn>
                  <a:cxn ang="T77">
                    <a:pos x="T30" y="T31"/>
                  </a:cxn>
                  <a:cxn ang="T78">
                    <a:pos x="T32" y="T33"/>
                  </a:cxn>
                  <a:cxn ang="T79">
                    <a:pos x="T34" y="T35"/>
                  </a:cxn>
                  <a:cxn ang="T80">
                    <a:pos x="T36" y="T37"/>
                  </a:cxn>
                  <a:cxn ang="T81">
                    <a:pos x="T38" y="T39"/>
                  </a:cxn>
                  <a:cxn ang="T82">
                    <a:pos x="T40" y="T41"/>
                  </a:cxn>
                  <a:cxn ang="T83">
                    <a:pos x="T42" y="T43"/>
                  </a:cxn>
                  <a:cxn ang="T84">
                    <a:pos x="T44" y="T45"/>
                  </a:cxn>
                  <a:cxn ang="T85">
                    <a:pos x="T46" y="T47"/>
                  </a:cxn>
                  <a:cxn ang="T86">
                    <a:pos x="T48" y="T49"/>
                  </a:cxn>
                  <a:cxn ang="T87">
                    <a:pos x="T50" y="T51"/>
                  </a:cxn>
                  <a:cxn ang="T88">
                    <a:pos x="T52" y="T53"/>
                  </a:cxn>
                  <a:cxn ang="T89">
                    <a:pos x="T54" y="T55"/>
                  </a:cxn>
                  <a:cxn ang="T90">
                    <a:pos x="T56" y="T57"/>
                  </a:cxn>
                  <a:cxn ang="T91">
                    <a:pos x="T58" y="T59"/>
                  </a:cxn>
                  <a:cxn ang="T92">
                    <a:pos x="T60" y="T61"/>
                  </a:cxn>
                </a:cxnLst>
                <a:rect l="T93" t="T94" r="T95" b="T96"/>
                <a:pathLst>
                  <a:path w="1031" h="981">
                    <a:moveTo>
                      <a:pt x="143" y="15"/>
                    </a:moveTo>
                    <a:lnTo>
                      <a:pt x="841" y="0"/>
                    </a:lnTo>
                    <a:lnTo>
                      <a:pt x="856" y="1"/>
                    </a:lnTo>
                    <a:lnTo>
                      <a:pt x="869" y="4"/>
                    </a:lnTo>
                    <a:lnTo>
                      <a:pt x="878" y="8"/>
                    </a:lnTo>
                    <a:lnTo>
                      <a:pt x="889" y="15"/>
                    </a:lnTo>
                    <a:lnTo>
                      <a:pt x="897" y="24"/>
                    </a:lnTo>
                    <a:lnTo>
                      <a:pt x="904" y="36"/>
                    </a:lnTo>
                    <a:lnTo>
                      <a:pt x="989" y="419"/>
                    </a:lnTo>
                    <a:lnTo>
                      <a:pt x="1030" y="430"/>
                    </a:lnTo>
                    <a:lnTo>
                      <a:pt x="1030" y="553"/>
                    </a:lnTo>
                    <a:lnTo>
                      <a:pt x="1009" y="565"/>
                    </a:lnTo>
                    <a:lnTo>
                      <a:pt x="1009" y="666"/>
                    </a:lnTo>
                    <a:lnTo>
                      <a:pt x="1027" y="684"/>
                    </a:lnTo>
                    <a:lnTo>
                      <a:pt x="1012" y="723"/>
                    </a:lnTo>
                    <a:lnTo>
                      <a:pt x="1012" y="980"/>
                    </a:lnTo>
                    <a:lnTo>
                      <a:pt x="632" y="980"/>
                    </a:lnTo>
                    <a:lnTo>
                      <a:pt x="632" y="968"/>
                    </a:lnTo>
                    <a:lnTo>
                      <a:pt x="506" y="929"/>
                    </a:lnTo>
                    <a:lnTo>
                      <a:pt x="86" y="929"/>
                    </a:lnTo>
                    <a:lnTo>
                      <a:pt x="32" y="929"/>
                    </a:lnTo>
                    <a:lnTo>
                      <a:pt x="32" y="798"/>
                    </a:lnTo>
                    <a:lnTo>
                      <a:pt x="0" y="792"/>
                    </a:lnTo>
                    <a:lnTo>
                      <a:pt x="0" y="374"/>
                    </a:lnTo>
                    <a:lnTo>
                      <a:pt x="38" y="329"/>
                    </a:lnTo>
                    <a:lnTo>
                      <a:pt x="104" y="69"/>
                    </a:lnTo>
                    <a:lnTo>
                      <a:pt x="108" y="51"/>
                    </a:lnTo>
                    <a:lnTo>
                      <a:pt x="111" y="40"/>
                    </a:lnTo>
                    <a:lnTo>
                      <a:pt x="119" y="27"/>
                    </a:lnTo>
                    <a:lnTo>
                      <a:pt x="130" y="19"/>
                    </a:lnTo>
                    <a:lnTo>
                      <a:pt x="143" y="15"/>
                    </a:lnTo>
                  </a:path>
                </a:pathLst>
              </a:custGeom>
              <a:solidFill>
                <a:srgbClr val="FF0000"/>
              </a:solidFill>
              <a:ln w="12700" cap="rnd" cmpd="sng">
                <a:solidFill>
                  <a:srgbClr val="000000"/>
                </a:solidFill>
                <a:prstDash val="solid"/>
                <a:round/>
                <a:headEnd type="none" w="med" len="med"/>
                <a:tailEnd type="none" w="med" len="med"/>
              </a:ln>
            </p:spPr>
            <p:txBody>
              <a:bodyPr/>
              <a:lstStyle/>
              <a:p>
                <a:endParaRPr lang="fr-FR"/>
              </a:p>
            </p:txBody>
          </p:sp>
          <p:grpSp>
            <p:nvGrpSpPr>
              <p:cNvPr id="29781" name="Group 19"/>
              <p:cNvGrpSpPr>
                <a:grpSpLocks/>
              </p:cNvGrpSpPr>
              <p:nvPr/>
            </p:nvGrpSpPr>
            <p:grpSpPr bwMode="auto">
              <a:xfrm>
                <a:off x="4919" y="2400"/>
                <a:ext cx="130" cy="414"/>
                <a:chOff x="4919" y="2400"/>
                <a:chExt cx="130" cy="414"/>
              </a:xfrm>
            </p:grpSpPr>
            <p:sp>
              <p:nvSpPr>
                <p:cNvPr id="29805" name="Arc 20"/>
                <p:cNvSpPr>
                  <a:spLocks/>
                </p:cNvSpPr>
                <p:nvPr/>
              </p:nvSpPr>
              <p:spPr bwMode="auto">
                <a:xfrm>
                  <a:off x="4919" y="2400"/>
                  <a:ext cx="72" cy="89"/>
                </a:xfrm>
                <a:custGeom>
                  <a:avLst/>
                  <a:gdLst>
                    <a:gd name="T0" fmla="*/ 0 w 27155"/>
                    <a:gd name="T1" fmla="*/ 0 h 43200"/>
                    <a:gd name="T2" fmla="*/ 0 w 27155"/>
                    <a:gd name="T3" fmla="*/ 0 h 43200"/>
                    <a:gd name="T4" fmla="*/ 0 w 27155"/>
                    <a:gd name="T5" fmla="*/ 0 h 43200"/>
                    <a:gd name="T6" fmla="*/ 0 60000 65536"/>
                    <a:gd name="T7" fmla="*/ 0 60000 65536"/>
                    <a:gd name="T8" fmla="*/ 0 60000 65536"/>
                    <a:gd name="T9" fmla="*/ 0 w 27155"/>
                    <a:gd name="T10" fmla="*/ 0 h 43200"/>
                    <a:gd name="T11" fmla="*/ 27155 w 27155"/>
                    <a:gd name="T12" fmla="*/ 43200 h 43200"/>
                  </a:gdLst>
                  <a:ahLst/>
                  <a:cxnLst>
                    <a:cxn ang="T6">
                      <a:pos x="T0" y="T1"/>
                    </a:cxn>
                    <a:cxn ang="T7">
                      <a:pos x="T2" y="T3"/>
                    </a:cxn>
                    <a:cxn ang="T8">
                      <a:pos x="T4" y="T5"/>
                    </a:cxn>
                  </a:cxnLst>
                  <a:rect l="T9" t="T10" r="T11" b="T12"/>
                  <a:pathLst>
                    <a:path w="27155" h="43200" fill="none" extrusionOk="0">
                      <a:moveTo>
                        <a:pt x="-1" y="726"/>
                      </a:moveTo>
                      <a:cubicBezTo>
                        <a:pt x="1812" y="244"/>
                        <a:pt x="3679" y="-1"/>
                        <a:pt x="5555" y="0"/>
                      </a:cubicBezTo>
                      <a:cubicBezTo>
                        <a:pt x="17484" y="0"/>
                        <a:pt x="27155" y="9670"/>
                        <a:pt x="27155" y="21600"/>
                      </a:cubicBezTo>
                      <a:cubicBezTo>
                        <a:pt x="27155" y="33529"/>
                        <a:pt x="17484" y="43200"/>
                        <a:pt x="5555" y="43200"/>
                      </a:cubicBezTo>
                      <a:cubicBezTo>
                        <a:pt x="4134" y="43200"/>
                        <a:pt x="2717" y="43059"/>
                        <a:pt x="1325" y="42781"/>
                      </a:cubicBezTo>
                    </a:path>
                    <a:path w="27155" h="43200" stroke="0" extrusionOk="0">
                      <a:moveTo>
                        <a:pt x="-1" y="726"/>
                      </a:moveTo>
                      <a:cubicBezTo>
                        <a:pt x="1812" y="244"/>
                        <a:pt x="3679" y="-1"/>
                        <a:pt x="5555" y="0"/>
                      </a:cubicBezTo>
                      <a:cubicBezTo>
                        <a:pt x="17484" y="0"/>
                        <a:pt x="27155" y="9670"/>
                        <a:pt x="27155" y="21600"/>
                      </a:cubicBezTo>
                      <a:cubicBezTo>
                        <a:pt x="27155" y="33529"/>
                        <a:pt x="17484" y="43200"/>
                        <a:pt x="5555" y="43200"/>
                      </a:cubicBezTo>
                      <a:cubicBezTo>
                        <a:pt x="4134" y="43200"/>
                        <a:pt x="2717" y="43059"/>
                        <a:pt x="1325" y="42781"/>
                      </a:cubicBezTo>
                      <a:lnTo>
                        <a:pt x="5555" y="21600"/>
                      </a:lnTo>
                      <a:lnTo>
                        <a:pt x="-1" y="726"/>
                      </a:lnTo>
                      <a:close/>
                    </a:path>
                  </a:pathLst>
                </a:custGeom>
                <a:solidFill>
                  <a:srgbClr val="FF0000"/>
                </a:solidFill>
                <a:ln w="12700" cap="rnd">
                  <a:solidFill>
                    <a:srgbClr val="000000"/>
                  </a:solidFill>
                  <a:round/>
                  <a:headEnd/>
                  <a:tailEnd/>
                </a:ln>
              </p:spPr>
              <p:txBody>
                <a:bodyPr wrap="none" anchor="ctr"/>
                <a:lstStyle/>
                <a:p>
                  <a:endParaRPr lang="fr-FR"/>
                </a:p>
              </p:txBody>
            </p:sp>
            <p:sp>
              <p:nvSpPr>
                <p:cNvPr id="29806" name="Freeform 21"/>
                <p:cNvSpPr>
                  <a:spLocks/>
                </p:cNvSpPr>
                <p:nvPr/>
              </p:nvSpPr>
              <p:spPr bwMode="auto">
                <a:xfrm>
                  <a:off x="4950" y="2706"/>
                  <a:ext cx="99" cy="108"/>
                </a:xfrm>
                <a:custGeom>
                  <a:avLst/>
                  <a:gdLst>
                    <a:gd name="T0" fmla="*/ 0 w 99"/>
                    <a:gd name="T1" fmla="*/ 0 h 108"/>
                    <a:gd name="T2" fmla="*/ 58 w 99"/>
                    <a:gd name="T3" fmla="*/ 0 h 108"/>
                    <a:gd name="T4" fmla="*/ 74 w 99"/>
                    <a:gd name="T5" fmla="*/ 3 h 108"/>
                    <a:gd name="T6" fmla="*/ 90 w 99"/>
                    <a:gd name="T7" fmla="*/ 17 h 108"/>
                    <a:gd name="T8" fmla="*/ 73 w 99"/>
                    <a:gd name="T9" fmla="*/ 28 h 108"/>
                    <a:gd name="T10" fmla="*/ 73 w 99"/>
                    <a:gd name="T11" fmla="*/ 78 h 108"/>
                    <a:gd name="T12" fmla="*/ 80 w 99"/>
                    <a:gd name="T13" fmla="*/ 99 h 108"/>
                    <a:gd name="T14" fmla="*/ 98 w 99"/>
                    <a:gd name="T15" fmla="*/ 107 h 108"/>
                    <a:gd name="T16" fmla="*/ 0 w 99"/>
                    <a:gd name="T17" fmla="*/ 107 h 108"/>
                    <a:gd name="T18" fmla="*/ 0 w 99"/>
                    <a:gd name="T19" fmla="*/ 0 h 108"/>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 name="T30" fmla="*/ 0 w 99"/>
                    <a:gd name="T31" fmla="*/ 0 h 108"/>
                    <a:gd name="T32" fmla="*/ 99 w 99"/>
                    <a:gd name="T33" fmla="*/ 108 h 108"/>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T30" t="T31" r="T32" b="T33"/>
                  <a:pathLst>
                    <a:path w="99" h="108">
                      <a:moveTo>
                        <a:pt x="0" y="0"/>
                      </a:moveTo>
                      <a:lnTo>
                        <a:pt x="58" y="0"/>
                      </a:lnTo>
                      <a:lnTo>
                        <a:pt x="74" y="3"/>
                      </a:lnTo>
                      <a:lnTo>
                        <a:pt x="90" y="17"/>
                      </a:lnTo>
                      <a:lnTo>
                        <a:pt x="73" y="28"/>
                      </a:lnTo>
                      <a:lnTo>
                        <a:pt x="73" y="78"/>
                      </a:lnTo>
                      <a:lnTo>
                        <a:pt x="80" y="99"/>
                      </a:lnTo>
                      <a:lnTo>
                        <a:pt x="98" y="107"/>
                      </a:lnTo>
                      <a:lnTo>
                        <a:pt x="0" y="107"/>
                      </a:lnTo>
                      <a:lnTo>
                        <a:pt x="0" y="0"/>
                      </a:lnTo>
                    </a:path>
                  </a:pathLst>
                </a:custGeom>
                <a:solidFill>
                  <a:srgbClr val="808080"/>
                </a:solidFill>
                <a:ln w="12700" cap="rnd" cmpd="sng">
                  <a:solidFill>
                    <a:srgbClr val="000000"/>
                  </a:solidFill>
                  <a:prstDash val="solid"/>
                  <a:round/>
                  <a:headEnd type="none" w="med" len="med"/>
                  <a:tailEnd type="none" w="med" len="med"/>
                </a:ln>
              </p:spPr>
              <p:txBody>
                <a:bodyPr/>
                <a:lstStyle/>
                <a:p>
                  <a:endParaRPr lang="fr-FR"/>
                </a:p>
              </p:txBody>
            </p:sp>
          </p:grpSp>
          <p:grpSp>
            <p:nvGrpSpPr>
              <p:cNvPr id="29782" name="Group 22"/>
              <p:cNvGrpSpPr>
                <a:grpSpLocks/>
              </p:cNvGrpSpPr>
              <p:nvPr/>
            </p:nvGrpSpPr>
            <p:grpSpPr bwMode="auto">
              <a:xfrm>
                <a:off x="4286" y="1917"/>
                <a:ext cx="537" cy="849"/>
                <a:chOff x="4286" y="1917"/>
                <a:chExt cx="537" cy="849"/>
              </a:xfrm>
            </p:grpSpPr>
            <p:sp>
              <p:nvSpPr>
                <p:cNvPr id="29803" name="Freeform 23"/>
                <p:cNvSpPr>
                  <a:spLocks/>
                </p:cNvSpPr>
                <p:nvPr/>
              </p:nvSpPr>
              <p:spPr bwMode="auto">
                <a:xfrm>
                  <a:off x="4286" y="1917"/>
                  <a:ext cx="462" cy="341"/>
                </a:xfrm>
                <a:custGeom>
                  <a:avLst/>
                  <a:gdLst>
                    <a:gd name="T0" fmla="*/ 0 w 462"/>
                    <a:gd name="T1" fmla="*/ 0 h 341"/>
                    <a:gd name="T2" fmla="*/ 461 w 462"/>
                    <a:gd name="T3" fmla="*/ 0 h 341"/>
                    <a:gd name="T4" fmla="*/ 461 w 462"/>
                    <a:gd name="T5" fmla="*/ 340 h 341"/>
                    <a:gd name="T6" fmla="*/ 1 w 462"/>
                    <a:gd name="T7" fmla="*/ 340 h 341"/>
                    <a:gd name="T8" fmla="*/ 0 w 462"/>
                    <a:gd name="T9" fmla="*/ 0 h 341"/>
                    <a:gd name="T10" fmla="*/ 0 60000 65536"/>
                    <a:gd name="T11" fmla="*/ 0 60000 65536"/>
                    <a:gd name="T12" fmla="*/ 0 60000 65536"/>
                    <a:gd name="T13" fmla="*/ 0 60000 65536"/>
                    <a:gd name="T14" fmla="*/ 0 60000 65536"/>
                    <a:gd name="T15" fmla="*/ 0 w 462"/>
                    <a:gd name="T16" fmla="*/ 0 h 341"/>
                    <a:gd name="T17" fmla="*/ 462 w 462"/>
                    <a:gd name="T18" fmla="*/ 341 h 341"/>
                  </a:gdLst>
                  <a:ahLst/>
                  <a:cxnLst>
                    <a:cxn ang="T10">
                      <a:pos x="T0" y="T1"/>
                    </a:cxn>
                    <a:cxn ang="T11">
                      <a:pos x="T2" y="T3"/>
                    </a:cxn>
                    <a:cxn ang="T12">
                      <a:pos x="T4" y="T5"/>
                    </a:cxn>
                    <a:cxn ang="T13">
                      <a:pos x="T6" y="T7"/>
                    </a:cxn>
                    <a:cxn ang="T14">
                      <a:pos x="T8" y="T9"/>
                    </a:cxn>
                  </a:cxnLst>
                  <a:rect l="T15" t="T16" r="T17" b="T18"/>
                  <a:pathLst>
                    <a:path w="462" h="341">
                      <a:moveTo>
                        <a:pt x="0" y="0"/>
                      </a:moveTo>
                      <a:lnTo>
                        <a:pt x="461" y="0"/>
                      </a:lnTo>
                      <a:lnTo>
                        <a:pt x="461" y="340"/>
                      </a:lnTo>
                      <a:lnTo>
                        <a:pt x="1" y="340"/>
                      </a:lnTo>
                      <a:lnTo>
                        <a:pt x="0" y="0"/>
                      </a:lnTo>
                    </a:path>
                  </a:pathLst>
                </a:custGeom>
                <a:noFill/>
                <a:ln w="12700" cap="rnd" cmpd="sng">
                  <a:solidFill>
                    <a:srgbClr val="000000"/>
                  </a:solidFill>
                  <a:prstDash val="solid"/>
                  <a:round/>
                  <a:headEnd type="none" w="med" len="med"/>
                  <a:tailEnd type="none" w="med" len="med"/>
                </a:ln>
                <a:extLst>
                  <a:ext uri="{909E8E84-426E-40DD-AFC4-6F175D3DCCD1}">
                    <a14:hiddenFill xmlns:a14="http://schemas.microsoft.com/office/drawing/2010/main">
                      <a:solidFill>
                        <a:srgbClr val="FFFFFF"/>
                      </a:solidFill>
                    </a14:hiddenFill>
                  </a:ext>
                </a:extLst>
              </p:spPr>
              <p:txBody>
                <a:bodyPr/>
                <a:lstStyle/>
                <a:p>
                  <a:endParaRPr lang="fr-FR"/>
                </a:p>
              </p:txBody>
            </p:sp>
            <p:sp>
              <p:nvSpPr>
                <p:cNvPr id="29804" name="Freeform 24"/>
                <p:cNvSpPr>
                  <a:spLocks/>
                </p:cNvSpPr>
                <p:nvPr/>
              </p:nvSpPr>
              <p:spPr bwMode="auto">
                <a:xfrm>
                  <a:off x="4287" y="2257"/>
                  <a:ext cx="536" cy="509"/>
                </a:xfrm>
                <a:custGeom>
                  <a:avLst/>
                  <a:gdLst>
                    <a:gd name="T0" fmla="*/ 0 w 536"/>
                    <a:gd name="T1" fmla="*/ 0 h 509"/>
                    <a:gd name="T2" fmla="*/ 535 w 536"/>
                    <a:gd name="T3" fmla="*/ 0 h 509"/>
                    <a:gd name="T4" fmla="*/ 535 w 536"/>
                    <a:gd name="T5" fmla="*/ 508 h 509"/>
                    <a:gd name="T6" fmla="*/ 260 w 536"/>
                    <a:gd name="T7" fmla="*/ 508 h 509"/>
                    <a:gd name="T8" fmla="*/ 257 w 536"/>
                    <a:gd name="T9" fmla="*/ 472 h 509"/>
                    <a:gd name="T10" fmla="*/ 254 w 536"/>
                    <a:gd name="T11" fmla="*/ 430 h 509"/>
                    <a:gd name="T12" fmla="*/ 252 w 536"/>
                    <a:gd name="T13" fmla="*/ 407 h 509"/>
                    <a:gd name="T14" fmla="*/ 244 w 536"/>
                    <a:gd name="T15" fmla="*/ 368 h 509"/>
                    <a:gd name="T16" fmla="*/ 236 w 536"/>
                    <a:gd name="T17" fmla="*/ 332 h 509"/>
                    <a:gd name="T18" fmla="*/ 222 w 536"/>
                    <a:gd name="T19" fmla="*/ 299 h 509"/>
                    <a:gd name="T20" fmla="*/ 206 w 536"/>
                    <a:gd name="T21" fmla="*/ 272 h 509"/>
                    <a:gd name="T22" fmla="*/ 185 w 536"/>
                    <a:gd name="T23" fmla="*/ 243 h 509"/>
                    <a:gd name="T24" fmla="*/ 162 w 536"/>
                    <a:gd name="T25" fmla="*/ 222 h 509"/>
                    <a:gd name="T26" fmla="*/ 134 w 536"/>
                    <a:gd name="T27" fmla="*/ 204 h 509"/>
                    <a:gd name="T28" fmla="*/ 110 w 536"/>
                    <a:gd name="T29" fmla="*/ 193 h 509"/>
                    <a:gd name="T30" fmla="*/ 84 w 536"/>
                    <a:gd name="T31" fmla="*/ 183 h 509"/>
                    <a:gd name="T32" fmla="*/ 51 w 536"/>
                    <a:gd name="T33" fmla="*/ 175 h 509"/>
                    <a:gd name="T34" fmla="*/ 23 w 536"/>
                    <a:gd name="T35" fmla="*/ 171 h 509"/>
                    <a:gd name="T36" fmla="*/ 0 w 536"/>
                    <a:gd name="T37" fmla="*/ 169 h 509"/>
                    <a:gd name="T38" fmla="*/ 0 w 536"/>
                    <a:gd name="T39" fmla="*/ 0 h 509"/>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w 536"/>
                    <a:gd name="T61" fmla="*/ 0 h 509"/>
                    <a:gd name="T62" fmla="*/ 536 w 536"/>
                    <a:gd name="T63" fmla="*/ 509 h 509"/>
                  </a:gdLst>
                  <a:ahLst/>
                  <a:cxnLst>
                    <a:cxn ang="T40">
                      <a:pos x="T0" y="T1"/>
                    </a:cxn>
                    <a:cxn ang="T41">
                      <a:pos x="T2" y="T3"/>
                    </a:cxn>
                    <a:cxn ang="T42">
                      <a:pos x="T4" y="T5"/>
                    </a:cxn>
                    <a:cxn ang="T43">
                      <a:pos x="T6" y="T7"/>
                    </a:cxn>
                    <a:cxn ang="T44">
                      <a:pos x="T8" y="T9"/>
                    </a:cxn>
                    <a:cxn ang="T45">
                      <a:pos x="T10" y="T11"/>
                    </a:cxn>
                    <a:cxn ang="T46">
                      <a:pos x="T12" y="T13"/>
                    </a:cxn>
                    <a:cxn ang="T47">
                      <a:pos x="T14" y="T15"/>
                    </a:cxn>
                    <a:cxn ang="T48">
                      <a:pos x="T16" y="T17"/>
                    </a:cxn>
                    <a:cxn ang="T49">
                      <a:pos x="T18" y="T19"/>
                    </a:cxn>
                    <a:cxn ang="T50">
                      <a:pos x="T20" y="T21"/>
                    </a:cxn>
                    <a:cxn ang="T51">
                      <a:pos x="T22" y="T23"/>
                    </a:cxn>
                    <a:cxn ang="T52">
                      <a:pos x="T24" y="T25"/>
                    </a:cxn>
                    <a:cxn ang="T53">
                      <a:pos x="T26" y="T27"/>
                    </a:cxn>
                    <a:cxn ang="T54">
                      <a:pos x="T28" y="T29"/>
                    </a:cxn>
                    <a:cxn ang="T55">
                      <a:pos x="T30" y="T31"/>
                    </a:cxn>
                    <a:cxn ang="T56">
                      <a:pos x="T32" y="T33"/>
                    </a:cxn>
                    <a:cxn ang="T57">
                      <a:pos x="T34" y="T35"/>
                    </a:cxn>
                    <a:cxn ang="T58">
                      <a:pos x="T36" y="T37"/>
                    </a:cxn>
                    <a:cxn ang="T59">
                      <a:pos x="T38" y="T39"/>
                    </a:cxn>
                  </a:cxnLst>
                  <a:rect l="T60" t="T61" r="T62" b="T63"/>
                  <a:pathLst>
                    <a:path w="536" h="509">
                      <a:moveTo>
                        <a:pt x="0" y="0"/>
                      </a:moveTo>
                      <a:lnTo>
                        <a:pt x="535" y="0"/>
                      </a:lnTo>
                      <a:lnTo>
                        <a:pt x="535" y="508"/>
                      </a:lnTo>
                      <a:lnTo>
                        <a:pt x="260" y="508"/>
                      </a:lnTo>
                      <a:lnTo>
                        <a:pt x="257" y="472"/>
                      </a:lnTo>
                      <a:lnTo>
                        <a:pt x="254" y="430"/>
                      </a:lnTo>
                      <a:lnTo>
                        <a:pt x="252" y="407"/>
                      </a:lnTo>
                      <a:lnTo>
                        <a:pt x="244" y="368"/>
                      </a:lnTo>
                      <a:lnTo>
                        <a:pt x="236" y="332"/>
                      </a:lnTo>
                      <a:lnTo>
                        <a:pt x="222" y="299"/>
                      </a:lnTo>
                      <a:lnTo>
                        <a:pt x="206" y="272"/>
                      </a:lnTo>
                      <a:lnTo>
                        <a:pt x="185" y="243"/>
                      </a:lnTo>
                      <a:lnTo>
                        <a:pt x="162" y="222"/>
                      </a:lnTo>
                      <a:lnTo>
                        <a:pt x="134" y="204"/>
                      </a:lnTo>
                      <a:lnTo>
                        <a:pt x="110" y="193"/>
                      </a:lnTo>
                      <a:lnTo>
                        <a:pt x="84" y="183"/>
                      </a:lnTo>
                      <a:lnTo>
                        <a:pt x="51" y="175"/>
                      </a:lnTo>
                      <a:lnTo>
                        <a:pt x="23" y="171"/>
                      </a:lnTo>
                      <a:lnTo>
                        <a:pt x="0" y="169"/>
                      </a:lnTo>
                      <a:lnTo>
                        <a:pt x="0" y="0"/>
                      </a:lnTo>
                    </a:path>
                  </a:pathLst>
                </a:custGeom>
                <a:noFill/>
                <a:ln w="12700" cap="rnd" cmpd="sng">
                  <a:solidFill>
                    <a:srgbClr val="000000"/>
                  </a:solidFill>
                  <a:prstDash val="solid"/>
                  <a:round/>
                  <a:headEnd type="none" w="med" len="med"/>
                  <a:tailEnd type="none" w="med" len="med"/>
                </a:ln>
                <a:extLst>
                  <a:ext uri="{909E8E84-426E-40DD-AFC4-6F175D3DCCD1}">
                    <a14:hiddenFill xmlns:a14="http://schemas.microsoft.com/office/drawing/2010/main">
                      <a:solidFill>
                        <a:srgbClr val="FFFFFF"/>
                      </a:solidFill>
                    </a14:hiddenFill>
                  </a:ext>
                </a:extLst>
              </p:spPr>
              <p:txBody>
                <a:bodyPr/>
                <a:lstStyle/>
                <a:p>
                  <a:endParaRPr lang="fr-FR"/>
                </a:p>
              </p:txBody>
            </p:sp>
          </p:grpSp>
          <p:sp>
            <p:nvSpPr>
              <p:cNvPr id="29783" name="Oval 25"/>
              <p:cNvSpPr>
                <a:spLocks noChangeArrowheads="1"/>
              </p:cNvSpPr>
              <p:nvPr/>
            </p:nvSpPr>
            <p:spPr bwMode="auto">
              <a:xfrm>
                <a:off x="3992" y="2453"/>
                <a:ext cx="488" cy="491"/>
              </a:xfrm>
              <a:prstGeom prst="ellipse">
                <a:avLst/>
              </a:prstGeom>
              <a:solidFill>
                <a:srgbClr val="808080"/>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29784" name="Oval 26"/>
              <p:cNvSpPr>
                <a:spLocks noChangeArrowheads="1"/>
              </p:cNvSpPr>
              <p:nvPr/>
            </p:nvSpPr>
            <p:spPr bwMode="auto">
              <a:xfrm>
                <a:off x="4007" y="2524"/>
                <a:ext cx="458" cy="456"/>
              </a:xfrm>
              <a:prstGeom prst="ellipse">
                <a:avLst/>
              </a:prstGeom>
              <a:solidFill>
                <a:srgbClr val="000000"/>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29785" name="Oval 27"/>
              <p:cNvSpPr>
                <a:spLocks noChangeArrowheads="1"/>
              </p:cNvSpPr>
              <p:nvPr/>
            </p:nvSpPr>
            <p:spPr bwMode="auto">
              <a:xfrm>
                <a:off x="4143" y="2660"/>
                <a:ext cx="184" cy="183"/>
              </a:xfrm>
              <a:prstGeom prst="ellipse">
                <a:avLst/>
              </a:prstGeom>
              <a:solidFill>
                <a:srgbClr val="C0C0C0"/>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nvGrpSpPr>
              <p:cNvPr id="29786" name="Group 28"/>
              <p:cNvGrpSpPr>
                <a:grpSpLocks/>
              </p:cNvGrpSpPr>
              <p:nvPr/>
            </p:nvGrpSpPr>
            <p:grpSpPr bwMode="auto">
              <a:xfrm>
                <a:off x="4058" y="1880"/>
                <a:ext cx="854" cy="349"/>
                <a:chOff x="4058" y="1880"/>
                <a:chExt cx="854" cy="349"/>
              </a:xfrm>
            </p:grpSpPr>
            <p:sp>
              <p:nvSpPr>
                <p:cNvPr id="29799" name="Freeform 29"/>
                <p:cNvSpPr>
                  <a:spLocks/>
                </p:cNvSpPr>
                <p:nvPr/>
              </p:nvSpPr>
              <p:spPr bwMode="auto">
                <a:xfrm>
                  <a:off x="4329" y="1946"/>
                  <a:ext cx="379" cy="276"/>
                </a:xfrm>
                <a:custGeom>
                  <a:avLst/>
                  <a:gdLst>
                    <a:gd name="T0" fmla="*/ 1 w 379"/>
                    <a:gd name="T1" fmla="*/ 42 h 276"/>
                    <a:gd name="T2" fmla="*/ 89 w 379"/>
                    <a:gd name="T3" fmla="*/ 0 h 276"/>
                    <a:gd name="T4" fmla="*/ 378 w 379"/>
                    <a:gd name="T5" fmla="*/ 0 h 276"/>
                    <a:gd name="T6" fmla="*/ 378 w 379"/>
                    <a:gd name="T7" fmla="*/ 275 h 276"/>
                    <a:gd name="T8" fmla="*/ 317 w 379"/>
                    <a:gd name="T9" fmla="*/ 275 h 276"/>
                    <a:gd name="T10" fmla="*/ 286 w 379"/>
                    <a:gd name="T11" fmla="*/ 242 h 276"/>
                    <a:gd name="T12" fmla="*/ 26 w 379"/>
                    <a:gd name="T13" fmla="*/ 242 h 276"/>
                    <a:gd name="T14" fmla="*/ 0 w 379"/>
                    <a:gd name="T15" fmla="*/ 223 h 276"/>
                    <a:gd name="T16" fmla="*/ 1 w 379"/>
                    <a:gd name="T17" fmla="*/ 42 h 276"/>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379"/>
                    <a:gd name="T28" fmla="*/ 0 h 276"/>
                    <a:gd name="T29" fmla="*/ 379 w 379"/>
                    <a:gd name="T30" fmla="*/ 276 h 27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379" h="276">
                      <a:moveTo>
                        <a:pt x="1" y="42"/>
                      </a:moveTo>
                      <a:lnTo>
                        <a:pt x="89" y="0"/>
                      </a:lnTo>
                      <a:lnTo>
                        <a:pt x="378" y="0"/>
                      </a:lnTo>
                      <a:lnTo>
                        <a:pt x="378" y="275"/>
                      </a:lnTo>
                      <a:lnTo>
                        <a:pt x="317" y="275"/>
                      </a:lnTo>
                      <a:lnTo>
                        <a:pt x="286" y="242"/>
                      </a:lnTo>
                      <a:lnTo>
                        <a:pt x="26" y="242"/>
                      </a:lnTo>
                      <a:lnTo>
                        <a:pt x="0" y="223"/>
                      </a:lnTo>
                      <a:lnTo>
                        <a:pt x="1" y="42"/>
                      </a:lnTo>
                    </a:path>
                  </a:pathLst>
                </a:custGeom>
                <a:solidFill>
                  <a:srgbClr val="C0C0C0"/>
                </a:solidFill>
                <a:ln w="12700" cap="rnd" cmpd="sng">
                  <a:solidFill>
                    <a:srgbClr val="000000"/>
                  </a:solidFill>
                  <a:prstDash val="solid"/>
                  <a:round/>
                  <a:headEnd type="none" w="med" len="med"/>
                  <a:tailEnd type="none" w="med" len="med"/>
                </a:ln>
              </p:spPr>
              <p:txBody>
                <a:bodyPr/>
                <a:lstStyle/>
                <a:p>
                  <a:endParaRPr lang="fr-FR"/>
                </a:p>
              </p:txBody>
            </p:sp>
            <p:sp>
              <p:nvSpPr>
                <p:cNvPr id="29800" name="Freeform 30"/>
                <p:cNvSpPr>
                  <a:spLocks/>
                </p:cNvSpPr>
                <p:nvPr/>
              </p:nvSpPr>
              <p:spPr bwMode="auto">
                <a:xfrm>
                  <a:off x="4785" y="1880"/>
                  <a:ext cx="127" cy="349"/>
                </a:xfrm>
                <a:custGeom>
                  <a:avLst/>
                  <a:gdLst>
                    <a:gd name="T0" fmla="*/ 49 w 127"/>
                    <a:gd name="T1" fmla="*/ 0 h 349"/>
                    <a:gd name="T2" fmla="*/ 126 w 127"/>
                    <a:gd name="T3" fmla="*/ 348 h 349"/>
                    <a:gd name="T4" fmla="*/ 33 w 127"/>
                    <a:gd name="T5" fmla="*/ 348 h 349"/>
                    <a:gd name="T6" fmla="*/ 0 w 127"/>
                    <a:gd name="T7" fmla="*/ 342 h 349"/>
                    <a:gd name="T8" fmla="*/ 0 w 127"/>
                    <a:gd name="T9" fmla="*/ 64 h 349"/>
                    <a:gd name="T10" fmla="*/ 2 w 127"/>
                    <a:gd name="T11" fmla="*/ 44 h 349"/>
                    <a:gd name="T12" fmla="*/ 7 w 127"/>
                    <a:gd name="T13" fmla="*/ 31 h 349"/>
                    <a:gd name="T14" fmla="*/ 17 w 127"/>
                    <a:gd name="T15" fmla="*/ 19 h 349"/>
                    <a:gd name="T16" fmla="*/ 30 w 127"/>
                    <a:gd name="T17" fmla="*/ 10 h 349"/>
                    <a:gd name="T18" fmla="*/ 49 w 127"/>
                    <a:gd name="T19" fmla="*/ 0 h 349"/>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 name="T30" fmla="*/ 0 w 127"/>
                    <a:gd name="T31" fmla="*/ 0 h 349"/>
                    <a:gd name="T32" fmla="*/ 127 w 127"/>
                    <a:gd name="T33" fmla="*/ 349 h 349"/>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T30" t="T31" r="T32" b="T33"/>
                  <a:pathLst>
                    <a:path w="127" h="349">
                      <a:moveTo>
                        <a:pt x="49" y="0"/>
                      </a:moveTo>
                      <a:lnTo>
                        <a:pt x="126" y="348"/>
                      </a:lnTo>
                      <a:lnTo>
                        <a:pt x="33" y="348"/>
                      </a:lnTo>
                      <a:lnTo>
                        <a:pt x="0" y="342"/>
                      </a:lnTo>
                      <a:lnTo>
                        <a:pt x="0" y="64"/>
                      </a:lnTo>
                      <a:lnTo>
                        <a:pt x="2" y="44"/>
                      </a:lnTo>
                      <a:lnTo>
                        <a:pt x="7" y="31"/>
                      </a:lnTo>
                      <a:lnTo>
                        <a:pt x="17" y="19"/>
                      </a:lnTo>
                      <a:lnTo>
                        <a:pt x="30" y="10"/>
                      </a:lnTo>
                      <a:lnTo>
                        <a:pt x="49" y="0"/>
                      </a:lnTo>
                    </a:path>
                  </a:pathLst>
                </a:custGeom>
                <a:solidFill>
                  <a:srgbClr val="C0C0C0"/>
                </a:solidFill>
                <a:ln w="12700" cap="rnd" cmpd="sng">
                  <a:solidFill>
                    <a:srgbClr val="000000"/>
                  </a:solidFill>
                  <a:prstDash val="solid"/>
                  <a:round/>
                  <a:headEnd type="none" w="med" len="med"/>
                  <a:tailEnd type="none" w="med" len="med"/>
                </a:ln>
              </p:spPr>
              <p:txBody>
                <a:bodyPr/>
                <a:lstStyle/>
                <a:p>
                  <a:endParaRPr lang="fr-FR"/>
                </a:p>
              </p:txBody>
            </p:sp>
            <p:sp>
              <p:nvSpPr>
                <p:cNvPr id="29801" name="Freeform 31"/>
                <p:cNvSpPr>
                  <a:spLocks/>
                </p:cNvSpPr>
                <p:nvPr/>
              </p:nvSpPr>
              <p:spPr bwMode="auto">
                <a:xfrm>
                  <a:off x="4058" y="1958"/>
                  <a:ext cx="190" cy="199"/>
                </a:xfrm>
                <a:custGeom>
                  <a:avLst/>
                  <a:gdLst>
                    <a:gd name="T0" fmla="*/ 42 w 190"/>
                    <a:gd name="T1" fmla="*/ 0 h 199"/>
                    <a:gd name="T2" fmla="*/ 189 w 190"/>
                    <a:gd name="T3" fmla="*/ 0 h 199"/>
                    <a:gd name="T4" fmla="*/ 189 w 190"/>
                    <a:gd name="T5" fmla="*/ 198 h 199"/>
                    <a:gd name="T6" fmla="*/ 6 w 190"/>
                    <a:gd name="T7" fmla="*/ 198 h 199"/>
                    <a:gd name="T8" fmla="*/ 0 w 190"/>
                    <a:gd name="T9" fmla="*/ 158 h 199"/>
                    <a:gd name="T10" fmla="*/ 42 w 190"/>
                    <a:gd name="T11" fmla="*/ 0 h 199"/>
                    <a:gd name="T12" fmla="*/ 0 60000 65536"/>
                    <a:gd name="T13" fmla="*/ 0 60000 65536"/>
                    <a:gd name="T14" fmla="*/ 0 60000 65536"/>
                    <a:gd name="T15" fmla="*/ 0 60000 65536"/>
                    <a:gd name="T16" fmla="*/ 0 60000 65536"/>
                    <a:gd name="T17" fmla="*/ 0 60000 65536"/>
                    <a:gd name="T18" fmla="*/ 0 w 190"/>
                    <a:gd name="T19" fmla="*/ 0 h 199"/>
                    <a:gd name="T20" fmla="*/ 190 w 190"/>
                    <a:gd name="T21" fmla="*/ 199 h 199"/>
                  </a:gdLst>
                  <a:ahLst/>
                  <a:cxnLst>
                    <a:cxn ang="T12">
                      <a:pos x="T0" y="T1"/>
                    </a:cxn>
                    <a:cxn ang="T13">
                      <a:pos x="T2" y="T3"/>
                    </a:cxn>
                    <a:cxn ang="T14">
                      <a:pos x="T4" y="T5"/>
                    </a:cxn>
                    <a:cxn ang="T15">
                      <a:pos x="T6" y="T7"/>
                    </a:cxn>
                    <a:cxn ang="T16">
                      <a:pos x="T8" y="T9"/>
                    </a:cxn>
                    <a:cxn ang="T17">
                      <a:pos x="T10" y="T11"/>
                    </a:cxn>
                  </a:cxnLst>
                  <a:rect l="T18" t="T19" r="T20" b="T21"/>
                  <a:pathLst>
                    <a:path w="190" h="199">
                      <a:moveTo>
                        <a:pt x="42" y="0"/>
                      </a:moveTo>
                      <a:lnTo>
                        <a:pt x="189" y="0"/>
                      </a:lnTo>
                      <a:lnTo>
                        <a:pt x="189" y="198"/>
                      </a:lnTo>
                      <a:lnTo>
                        <a:pt x="6" y="198"/>
                      </a:lnTo>
                      <a:lnTo>
                        <a:pt x="0" y="158"/>
                      </a:lnTo>
                      <a:lnTo>
                        <a:pt x="42" y="0"/>
                      </a:lnTo>
                    </a:path>
                  </a:pathLst>
                </a:custGeom>
                <a:solidFill>
                  <a:srgbClr val="C0C0C0"/>
                </a:solidFill>
                <a:ln w="12700" cap="rnd" cmpd="sng">
                  <a:solidFill>
                    <a:srgbClr val="000000"/>
                  </a:solidFill>
                  <a:prstDash val="solid"/>
                  <a:round/>
                  <a:headEnd type="none" w="med" len="med"/>
                  <a:tailEnd type="none" w="med" len="med"/>
                </a:ln>
              </p:spPr>
              <p:txBody>
                <a:bodyPr/>
                <a:lstStyle/>
                <a:p>
                  <a:endParaRPr lang="fr-FR"/>
                </a:p>
              </p:txBody>
            </p:sp>
            <p:sp>
              <p:nvSpPr>
                <p:cNvPr id="29802" name="Line 32"/>
                <p:cNvSpPr>
                  <a:spLocks noChangeShapeType="1"/>
                </p:cNvSpPr>
                <p:nvPr/>
              </p:nvSpPr>
              <p:spPr bwMode="auto">
                <a:xfrm flipV="1">
                  <a:off x="4614" y="1947"/>
                  <a:ext cx="0" cy="247"/>
                </a:xfrm>
                <a:prstGeom prst="line">
                  <a:avLst/>
                </a:prstGeom>
                <a:noFill/>
                <a:ln w="12700">
                  <a:solidFill>
                    <a:srgbClr val="000000"/>
                  </a:solidFill>
                  <a:round/>
                  <a:headEnd/>
                  <a:tailEnd/>
                </a:ln>
                <a:extLst>
                  <a:ext uri="{909E8E84-426E-40DD-AFC4-6F175D3DCCD1}">
                    <a14:hiddenFill xmlns:a14="http://schemas.microsoft.com/office/drawing/2010/main">
                      <a:noFill/>
                    </a14:hiddenFill>
                  </a:ext>
                </a:extLst>
              </p:spPr>
              <p:txBody>
                <a:bodyPr wrap="none" anchor="ctr"/>
                <a:lstStyle/>
                <a:p>
                  <a:endParaRPr lang="fr-FR"/>
                </a:p>
              </p:txBody>
            </p:sp>
          </p:grpSp>
          <p:sp>
            <p:nvSpPr>
              <p:cNvPr id="29787" name="Freeform 33"/>
              <p:cNvSpPr>
                <a:spLocks/>
              </p:cNvSpPr>
              <p:nvPr/>
            </p:nvSpPr>
            <p:spPr bwMode="auto">
              <a:xfrm>
                <a:off x="3939" y="2624"/>
                <a:ext cx="34" cy="136"/>
              </a:xfrm>
              <a:custGeom>
                <a:avLst/>
                <a:gdLst>
                  <a:gd name="T0" fmla="*/ 0 w 34"/>
                  <a:gd name="T1" fmla="*/ 0 h 136"/>
                  <a:gd name="T2" fmla="*/ 33 w 34"/>
                  <a:gd name="T3" fmla="*/ 6 h 136"/>
                  <a:gd name="T4" fmla="*/ 33 w 34"/>
                  <a:gd name="T5" fmla="*/ 135 h 136"/>
                  <a:gd name="T6" fmla="*/ 0 w 34"/>
                  <a:gd name="T7" fmla="*/ 135 h 136"/>
                  <a:gd name="T8" fmla="*/ 0 w 34"/>
                  <a:gd name="T9" fmla="*/ 0 h 136"/>
                  <a:gd name="T10" fmla="*/ 0 60000 65536"/>
                  <a:gd name="T11" fmla="*/ 0 60000 65536"/>
                  <a:gd name="T12" fmla="*/ 0 60000 65536"/>
                  <a:gd name="T13" fmla="*/ 0 60000 65536"/>
                  <a:gd name="T14" fmla="*/ 0 60000 65536"/>
                  <a:gd name="T15" fmla="*/ 0 w 34"/>
                  <a:gd name="T16" fmla="*/ 0 h 136"/>
                  <a:gd name="T17" fmla="*/ 34 w 34"/>
                  <a:gd name="T18" fmla="*/ 136 h 136"/>
                </a:gdLst>
                <a:ahLst/>
                <a:cxnLst>
                  <a:cxn ang="T10">
                    <a:pos x="T0" y="T1"/>
                  </a:cxn>
                  <a:cxn ang="T11">
                    <a:pos x="T2" y="T3"/>
                  </a:cxn>
                  <a:cxn ang="T12">
                    <a:pos x="T4" y="T5"/>
                  </a:cxn>
                  <a:cxn ang="T13">
                    <a:pos x="T6" y="T7"/>
                  </a:cxn>
                  <a:cxn ang="T14">
                    <a:pos x="T8" y="T9"/>
                  </a:cxn>
                </a:cxnLst>
                <a:rect l="T15" t="T16" r="T17" b="T18"/>
                <a:pathLst>
                  <a:path w="34" h="136">
                    <a:moveTo>
                      <a:pt x="0" y="0"/>
                    </a:moveTo>
                    <a:lnTo>
                      <a:pt x="33" y="6"/>
                    </a:lnTo>
                    <a:lnTo>
                      <a:pt x="33" y="135"/>
                    </a:lnTo>
                    <a:lnTo>
                      <a:pt x="0" y="135"/>
                    </a:lnTo>
                    <a:lnTo>
                      <a:pt x="0" y="0"/>
                    </a:lnTo>
                  </a:path>
                </a:pathLst>
              </a:custGeom>
              <a:solidFill>
                <a:srgbClr val="C0C0C0"/>
              </a:solidFill>
              <a:ln w="12700" cap="rnd" cmpd="sng">
                <a:solidFill>
                  <a:srgbClr val="000000"/>
                </a:solidFill>
                <a:prstDash val="solid"/>
                <a:round/>
                <a:headEnd type="none" w="med" len="med"/>
                <a:tailEnd type="none" w="med" len="med"/>
              </a:ln>
            </p:spPr>
            <p:txBody>
              <a:bodyPr/>
              <a:lstStyle/>
              <a:p>
                <a:endParaRPr lang="fr-FR"/>
              </a:p>
            </p:txBody>
          </p:sp>
          <p:sp>
            <p:nvSpPr>
              <p:cNvPr id="29788" name="Freeform 34"/>
              <p:cNvSpPr>
                <a:spLocks/>
              </p:cNvSpPr>
              <p:nvPr/>
            </p:nvSpPr>
            <p:spPr bwMode="auto">
              <a:xfrm>
                <a:off x="4312" y="2202"/>
                <a:ext cx="89" cy="24"/>
              </a:xfrm>
              <a:custGeom>
                <a:avLst/>
                <a:gdLst>
                  <a:gd name="T0" fmla="*/ 0 w 89"/>
                  <a:gd name="T1" fmla="*/ 0 h 24"/>
                  <a:gd name="T2" fmla="*/ 0 w 89"/>
                  <a:gd name="T3" fmla="*/ 23 h 24"/>
                  <a:gd name="T4" fmla="*/ 23 w 89"/>
                  <a:gd name="T5" fmla="*/ 15 h 24"/>
                  <a:gd name="T6" fmla="*/ 88 w 89"/>
                  <a:gd name="T7" fmla="*/ 15 h 24"/>
                  <a:gd name="T8" fmla="*/ 88 w 89"/>
                  <a:gd name="T9" fmla="*/ 7 h 24"/>
                  <a:gd name="T10" fmla="*/ 23 w 89"/>
                  <a:gd name="T11" fmla="*/ 7 h 24"/>
                  <a:gd name="T12" fmla="*/ 16 w 89"/>
                  <a:gd name="T13" fmla="*/ 0 h 24"/>
                  <a:gd name="T14" fmla="*/ 0 w 89"/>
                  <a:gd name="T15" fmla="*/ 0 h 24"/>
                  <a:gd name="T16" fmla="*/ 0 60000 65536"/>
                  <a:gd name="T17" fmla="*/ 0 60000 65536"/>
                  <a:gd name="T18" fmla="*/ 0 60000 65536"/>
                  <a:gd name="T19" fmla="*/ 0 60000 65536"/>
                  <a:gd name="T20" fmla="*/ 0 60000 65536"/>
                  <a:gd name="T21" fmla="*/ 0 60000 65536"/>
                  <a:gd name="T22" fmla="*/ 0 60000 65536"/>
                  <a:gd name="T23" fmla="*/ 0 60000 65536"/>
                  <a:gd name="T24" fmla="*/ 0 w 89"/>
                  <a:gd name="T25" fmla="*/ 0 h 24"/>
                  <a:gd name="T26" fmla="*/ 89 w 89"/>
                  <a:gd name="T27" fmla="*/ 24 h 24"/>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89" h="24">
                    <a:moveTo>
                      <a:pt x="0" y="0"/>
                    </a:moveTo>
                    <a:lnTo>
                      <a:pt x="0" y="23"/>
                    </a:lnTo>
                    <a:lnTo>
                      <a:pt x="23" y="15"/>
                    </a:lnTo>
                    <a:lnTo>
                      <a:pt x="88" y="15"/>
                    </a:lnTo>
                    <a:lnTo>
                      <a:pt x="88" y="7"/>
                    </a:lnTo>
                    <a:lnTo>
                      <a:pt x="23" y="7"/>
                    </a:lnTo>
                    <a:lnTo>
                      <a:pt x="16" y="0"/>
                    </a:lnTo>
                    <a:lnTo>
                      <a:pt x="0" y="0"/>
                    </a:lnTo>
                  </a:path>
                </a:pathLst>
              </a:custGeom>
              <a:solidFill>
                <a:srgbClr val="C0C0C0"/>
              </a:solidFill>
              <a:ln>
                <a:noFill/>
              </a:ln>
              <a:extLst>
                <a:ext uri="{91240B29-F687-4F45-9708-019B960494DF}">
                  <a14:hiddenLine xmlns:a14="http://schemas.microsoft.com/office/drawing/2010/main" w="12700" cap="rnd" cmpd="sng">
                    <a:solidFill>
                      <a:srgbClr val="000000"/>
                    </a:solidFill>
                    <a:prstDash val="solid"/>
                    <a:round/>
                    <a:headEnd type="none" w="med" len="med"/>
                    <a:tailEnd type="none" w="med" len="med"/>
                  </a14:hiddenLine>
                </a:ext>
              </a:extLst>
            </p:spPr>
            <p:txBody>
              <a:bodyPr/>
              <a:lstStyle/>
              <a:p>
                <a:endParaRPr lang="fr-FR"/>
              </a:p>
            </p:txBody>
          </p:sp>
          <p:sp>
            <p:nvSpPr>
              <p:cNvPr id="29789" name="Freeform 35"/>
              <p:cNvSpPr>
                <a:spLocks/>
              </p:cNvSpPr>
              <p:nvPr/>
            </p:nvSpPr>
            <p:spPr bwMode="auto">
              <a:xfrm>
                <a:off x="878" y="1453"/>
                <a:ext cx="3044" cy="1245"/>
              </a:xfrm>
              <a:custGeom>
                <a:avLst/>
                <a:gdLst>
                  <a:gd name="T0" fmla="*/ 0 w 3044"/>
                  <a:gd name="T1" fmla="*/ 0 h 1245"/>
                  <a:gd name="T2" fmla="*/ 0 w 3044"/>
                  <a:gd name="T3" fmla="*/ 1244 h 1245"/>
                  <a:gd name="T4" fmla="*/ 3043 w 3044"/>
                  <a:gd name="T5" fmla="*/ 1244 h 1245"/>
                  <a:gd name="T6" fmla="*/ 3043 w 3044"/>
                  <a:gd name="T7" fmla="*/ 0 h 1245"/>
                  <a:gd name="T8" fmla="*/ 0 w 3044"/>
                  <a:gd name="T9" fmla="*/ 0 h 1245"/>
                  <a:gd name="T10" fmla="*/ 0 60000 65536"/>
                  <a:gd name="T11" fmla="*/ 0 60000 65536"/>
                  <a:gd name="T12" fmla="*/ 0 60000 65536"/>
                  <a:gd name="T13" fmla="*/ 0 60000 65536"/>
                  <a:gd name="T14" fmla="*/ 0 60000 65536"/>
                  <a:gd name="T15" fmla="*/ 0 w 3044"/>
                  <a:gd name="T16" fmla="*/ 0 h 1245"/>
                  <a:gd name="T17" fmla="*/ 3044 w 3044"/>
                  <a:gd name="T18" fmla="*/ 1245 h 1245"/>
                </a:gdLst>
                <a:ahLst/>
                <a:cxnLst>
                  <a:cxn ang="T10">
                    <a:pos x="T0" y="T1"/>
                  </a:cxn>
                  <a:cxn ang="T11">
                    <a:pos x="T2" y="T3"/>
                  </a:cxn>
                  <a:cxn ang="T12">
                    <a:pos x="T4" y="T5"/>
                  </a:cxn>
                  <a:cxn ang="T13">
                    <a:pos x="T6" y="T7"/>
                  </a:cxn>
                  <a:cxn ang="T14">
                    <a:pos x="T8" y="T9"/>
                  </a:cxn>
                </a:cxnLst>
                <a:rect l="T15" t="T16" r="T17" b="T18"/>
                <a:pathLst>
                  <a:path w="3044" h="1245">
                    <a:moveTo>
                      <a:pt x="0" y="0"/>
                    </a:moveTo>
                    <a:lnTo>
                      <a:pt x="0" y="1244"/>
                    </a:lnTo>
                    <a:lnTo>
                      <a:pt x="3043" y="1244"/>
                    </a:lnTo>
                    <a:lnTo>
                      <a:pt x="3043" y="0"/>
                    </a:lnTo>
                    <a:lnTo>
                      <a:pt x="0" y="0"/>
                    </a:lnTo>
                  </a:path>
                </a:pathLst>
              </a:custGeom>
              <a:solidFill>
                <a:schemeClr val="folHlink"/>
              </a:solidFill>
              <a:ln w="12700" cap="rnd" cmpd="sng">
                <a:solidFill>
                  <a:srgbClr val="000000"/>
                </a:solidFill>
                <a:prstDash val="solid"/>
                <a:round/>
                <a:headEnd type="none" w="med" len="med"/>
                <a:tailEnd type="none" w="med" len="med"/>
              </a:ln>
            </p:spPr>
            <p:txBody>
              <a:bodyPr/>
              <a:lstStyle/>
              <a:p>
                <a:endParaRPr lang="fr-FR"/>
              </a:p>
            </p:txBody>
          </p:sp>
          <p:sp>
            <p:nvSpPr>
              <p:cNvPr id="29790" name="Freeform 36"/>
              <p:cNvSpPr>
                <a:spLocks/>
              </p:cNvSpPr>
              <p:nvPr/>
            </p:nvSpPr>
            <p:spPr bwMode="auto">
              <a:xfrm>
                <a:off x="804" y="2672"/>
                <a:ext cx="3164" cy="102"/>
              </a:xfrm>
              <a:custGeom>
                <a:avLst/>
                <a:gdLst>
                  <a:gd name="T0" fmla="*/ 0 w 3164"/>
                  <a:gd name="T1" fmla="*/ 0 h 102"/>
                  <a:gd name="T2" fmla="*/ 3163 w 3164"/>
                  <a:gd name="T3" fmla="*/ 0 h 102"/>
                  <a:gd name="T4" fmla="*/ 3163 w 3164"/>
                  <a:gd name="T5" fmla="*/ 101 h 102"/>
                  <a:gd name="T6" fmla="*/ 0 w 3164"/>
                  <a:gd name="T7" fmla="*/ 101 h 102"/>
                  <a:gd name="T8" fmla="*/ 0 w 3164"/>
                  <a:gd name="T9" fmla="*/ 0 h 102"/>
                  <a:gd name="T10" fmla="*/ 0 60000 65536"/>
                  <a:gd name="T11" fmla="*/ 0 60000 65536"/>
                  <a:gd name="T12" fmla="*/ 0 60000 65536"/>
                  <a:gd name="T13" fmla="*/ 0 60000 65536"/>
                  <a:gd name="T14" fmla="*/ 0 60000 65536"/>
                  <a:gd name="T15" fmla="*/ 0 w 3164"/>
                  <a:gd name="T16" fmla="*/ 0 h 102"/>
                  <a:gd name="T17" fmla="*/ 3164 w 3164"/>
                  <a:gd name="T18" fmla="*/ 102 h 102"/>
                </a:gdLst>
                <a:ahLst/>
                <a:cxnLst>
                  <a:cxn ang="T10">
                    <a:pos x="T0" y="T1"/>
                  </a:cxn>
                  <a:cxn ang="T11">
                    <a:pos x="T2" y="T3"/>
                  </a:cxn>
                  <a:cxn ang="T12">
                    <a:pos x="T4" y="T5"/>
                  </a:cxn>
                  <a:cxn ang="T13">
                    <a:pos x="T6" y="T7"/>
                  </a:cxn>
                  <a:cxn ang="T14">
                    <a:pos x="T8" y="T9"/>
                  </a:cxn>
                </a:cxnLst>
                <a:rect l="T15" t="T16" r="T17" b="T18"/>
                <a:pathLst>
                  <a:path w="3164" h="102">
                    <a:moveTo>
                      <a:pt x="0" y="0"/>
                    </a:moveTo>
                    <a:lnTo>
                      <a:pt x="3163" y="0"/>
                    </a:lnTo>
                    <a:lnTo>
                      <a:pt x="3163" y="101"/>
                    </a:lnTo>
                    <a:lnTo>
                      <a:pt x="0" y="101"/>
                    </a:lnTo>
                    <a:lnTo>
                      <a:pt x="0" y="0"/>
                    </a:lnTo>
                  </a:path>
                </a:pathLst>
              </a:custGeom>
              <a:solidFill>
                <a:schemeClr val="folHlink"/>
              </a:solidFill>
              <a:ln w="12700" cap="rnd" cmpd="sng">
                <a:solidFill>
                  <a:srgbClr val="000000"/>
                </a:solidFill>
                <a:prstDash val="solid"/>
                <a:round/>
                <a:headEnd type="none" w="med" len="med"/>
                <a:tailEnd type="none" w="med" len="med"/>
              </a:ln>
            </p:spPr>
            <p:txBody>
              <a:bodyPr/>
              <a:lstStyle/>
              <a:p>
                <a:endParaRPr lang="fr-FR"/>
              </a:p>
            </p:txBody>
          </p:sp>
          <p:grpSp>
            <p:nvGrpSpPr>
              <p:cNvPr id="29791" name="Group 37"/>
              <p:cNvGrpSpPr>
                <a:grpSpLocks/>
              </p:cNvGrpSpPr>
              <p:nvPr/>
            </p:nvGrpSpPr>
            <p:grpSpPr bwMode="auto">
              <a:xfrm>
                <a:off x="1859" y="2458"/>
                <a:ext cx="488" cy="529"/>
                <a:chOff x="1859" y="2458"/>
                <a:chExt cx="488" cy="529"/>
              </a:xfrm>
            </p:grpSpPr>
            <p:sp>
              <p:nvSpPr>
                <p:cNvPr id="29795" name="Oval 38"/>
                <p:cNvSpPr>
                  <a:spLocks noChangeArrowheads="1"/>
                </p:cNvSpPr>
                <p:nvPr/>
              </p:nvSpPr>
              <p:spPr bwMode="auto">
                <a:xfrm>
                  <a:off x="1859" y="2458"/>
                  <a:ext cx="488" cy="492"/>
                </a:xfrm>
                <a:prstGeom prst="ellipse">
                  <a:avLst/>
                </a:prstGeom>
                <a:solidFill>
                  <a:schemeClr val="tx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nvGrpSpPr>
                <p:cNvPr id="29796" name="Group 39"/>
                <p:cNvGrpSpPr>
                  <a:grpSpLocks/>
                </p:cNvGrpSpPr>
                <p:nvPr/>
              </p:nvGrpSpPr>
              <p:grpSpPr bwMode="auto">
                <a:xfrm>
                  <a:off x="1874" y="2530"/>
                  <a:ext cx="458" cy="457"/>
                  <a:chOff x="1874" y="2530"/>
                  <a:chExt cx="458" cy="457"/>
                </a:xfrm>
              </p:grpSpPr>
              <p:sp>
                <p:nvSpPr>
                  <p:cNvPr id="29797" name="Oval 40"/>
                  <p:cNvSpPr>
                    <a:spLocks noChangeArrowheads="1"/>
                  </p:cNvSpPr>
                  <p:nvPr/>
                </p:nvSpPr>
                <p:spPr bwMode="auto">
                  <a:xfrm>
                    <a:off x="1874" y="2530"/>
                    <a:ext cx="458" cy="457"/>
                  </a:xfrm>
                  <a:prstGeom prst="ellipse">
                    <a:avLst/>
                  </a:prstGeom>
                  <a:solidFill>
                    <a:schemeClr val="tx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29798" name="Oval 41"/>
                  <p:cNvSpPr>
                    <a:spLocks noChangeArrowheads="1"/>
                  </p:cNvSpPr>
                  <p:nvPr/>
                </p:nvSpPr>
                <p:spPr bwMode="auto">
                  <a:xfrm>
                    <a:off x="2010" y="2666"/>
                    <a:ext cx="184" cy="183"/>
                  </a:xfrm>
                  <a:prstGeom prst="ellipse">
                    <a:avLst/>
                  </a:prstGeom>
                  <a:solidFill>
                    <a:schemeClr val="tx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grpSp>
          <p:sp>
            <p:nvSpPr>
              <p:cNvPr id="29792" name="Rectangle 42"/>
              <p:cNvSpPr>
                <a:spLocks noChangeArrowheads="1"/>
              </p:cNvSpPr>
              <p:nvPr/>
            </p:nvSpPr>
            <p:spPr bwMode="auto">
              <a:xfrm>
                <a:off x="1088" y="2011"/>
                <a:ext cx="2614" cy="101"/>
              </a:xfrm>
              <a:prstGeom prst="rect">
                <a:avLst/>
              </a:prstGeom>
              <a:solidFill>
                <a:schemeClr val="bg2"/>
              </a:solidFill>
              <a:ln w="12700">
                <a:solidFill>
                  <a:srgbClr val="000000"/>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29793" name="Line 43"/>
              <p:cNvSpPr>
                <a:spLocks noChangeShapeType="1"/>
              </p:cNvSpPr>
              <p:nvPr/>
            </p:nvSpPr>
            <p:spPr bwMode="auto">
              <a:xfrm>
                <a:off x="882" y="2180"/>
                <a:ext cx="3007" cy="0"/>
              </a:xfrm>
              <a:prstGeom prst="line">
                <a:avLst/>
              </a:prstGeom>
              <a:noFill/>
              <a:ln w="12700">
                <a:solidFill>
                  <a:srgbClr val="000000"/>
                </a:solidFill>
                <a:round/>
                <a:headEnd/>
                <a:tailEnd/>
              </a:ln>
              <a:extLst>
                <a:ext uri="{909E8E84-426E-40DD-AFC4-6F175D3DCCD1}">
                  <a14:hiddenFill xmlns:a14="http://schemas.microsoft.com/office/drawing/2010/main">
                    <a:noFill/>
                  </a14:hiddenFill>
                </a:ext>
              </a:extLst>
            </p:spPr>
            <p:txBody>
              <a:bodyPr wrap="none" anchor="ctr"/>
              <a:lstStyle/>
              <a:p>
                <a:endParaRPr lang="fr-FR"/>
              </a:p>
            </p:txBody>
          </p:sp>
          <p:sp>
            <p:nvSpPr>
              <p:cNvPr id="29794" name="Oval 44"/>
              <p:cNvSpPr>
                <a:spLocks noChangeArrowheads="1"/>
              </p:cNvSpPr>
              <p:nvPr/>
            </p:nvSpPr>
            <p:spPr bwMode="auto">
              <a:xfrm>
                <a:off x="2007" y="2648"/>
                <a:ext cx="184" cy="183"/>
              </a:xfrm>
              <a:prstGeom prst="ellipse">
                <a:avLst/>
              </a:prstGeom>
              <a:solidFill>
                <a:srgbClr val="C0C0C0"/>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sp>
          <p:nvSpPr>
            <p:cNvPr id="29779" name="Line 111"/>
            <p:cNvSpPr>
              <a:spLocks noChangeShapeType="1"/>
            </p:cNvSpPr>
            <p:nvPr/>
          </p:nvSpPr>
          <p:spPr bwMode="auto">
            <a:xfrm>
              <a:off x="4803" y="2183"/>
              <a:ext cx="196" cy="0"/>
            </a:xfrm>
            <a:prstGeom prst="line">
              <a:avLst/>
            </a:prstGeom>
            <a:noFill/>
            <a:ln w="6350">
              <a:solidFill>
                <a:schemeClr val="tx2"/>
              </a:solidFill>
              <a:round/>
              <a:headEnd/>
              <a:tailEnd type="triangle" w="med" len="med"/>
            </a:ln>
            <a:extLst>
              <a:ext uri="{909E8E84-426E-40DD-AFC4-6F175D3DCCD1}">
                <a14:hiddenFill xmlns:a14="http://schemas.microsoft.com/office/drawing/2010/main">
                  <a:noFill/>
                </a14:hiddenFill>
              </a:ext>
            </a:extLst>
          </p:spPr>
          <p:txBody>
            <a:bodyPr wrap="none" anchor="ctr"/>
            <a:lstStyle/>
            <a:p>
              <a:endParaRPr lang="fr-FR"/>
            </a:p>
          </p:txBody>
        </p:sp>
      </p:grpSp>
      <p:grpSp>
        <p:nvGrpSpPr>
          <p:cNvPr id="9" name="Group 130"/>
          <p:cNvGrpSpPr>
            <a:grpSpLocks/>
          </p:cNvGrpSpPr>
          <p:nvPr/>
        </p:nvGrpSpPr>
        <p:grpSpPr bwMode="auto">
          <a:xfrm>
            <a:off x="82550" y="1743075"/>
            <a:ext cx="2292350" cy="2809875"/>
            <a:chOff x="52" y="1098"/>
            <a:chExt cx="1444" cy="1770"/>
          </a:xfrm>
        </p:grpSpPr>
        <p:sp>
          <p:nvSpPr>
            <p:cNvPr id="29737" name="Rectangle 113"/>
            <p:cNvSpPr>
              <a:spLocks noChangeArrowheads="1"/>
            </p:cNvSpPr>
            <p:nvPr/>
          </p:nvSpPr>
          <p:spPr bwMode="auto">
            <a:xfrm rot="-5400000">
              <a:off x="1047" y="1555"/>
              <a:ext cx="189" cy="245"/>
            </a:xfrm>
            <a:prstGeom prst="rect">
              <a:avLst/>
            </a:prstGeom>
            <a:solidFill>
              <a:schemeClr val="bg1"/>
            </a:solidFill>
            <a:ln w="9525">
              <a:solidFill>
                <a:schemeClr val="tx1"/>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29738" name="Rectangle 6"/>
            <p:cNvSpPr>
              <a:spLocks noChangeArrowheads="1"/>
            </p:cNvSpPr>
            <p:nvPr/>
          </p:nvSpPr>
          <p:spPr bwMode="auto">
            <a:xfrm rot="-5400000">
              <a:off x="1004" y="1598"/>
              <a:ext cx="189" cy="245"/>
            </a:xfrm>
            <a:prstGeom prst="rect">
              <a:avLst/>
            </a:prstGeom>
            <a:solidFill>
              <a:srgbClr val="FFFF00"/>
            </a:solidFill>
            <a:ln w="9525">
              <a:solidFill>
                <a:schemeClr val="tx1"/>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29739" name="Rectangle 54"/>
            <p:cNvSpPr>
              <a:spLocks noChangeArrowheads="1"/>
            </p:cNvSpPr>
            <p:nvPr/>
          </p:nvSpPr>
          <p:spPr bwMode="auto">
            <a:xfrm rot="-5400000">
              <a:off x="1058" y="1994"/>
              <a:ext cx="132" cy="342"/>
            </a:xfrm>
            <a:prstGeom prst="rect">
              <a:avLst/>
            </a:prstGeom>
            <a:solidFill>
              <a:srgbClr val="FF0000"/>
            </a:solidFill>
            <a:ln w="9525" algn="ctr">
              <a:solidFill>
                <a:schemeClr val="tx1"/>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29740" name="Oval 55"/>
            <p:cNvSpPr>
              <a:spLocks noChangeArrowheads="1"/>
            </p:cNvSpPr>
            <p:nvPr/>
          </p:nvSpPr>
          <p:spPr bwMode="auto">
            <a:xfrm rot="-5400000">
              <a:off x="1009" y="2572"/>
              <a:ext cx="213" cy="196"/>
            </a:xfrm>
            <a:prstGeom prst="ellipse">
              <a:avLst/>
            </a:prstGeom>
            <a:solidFill>
              <a:schemeClr val="bg1"/>
            </a:solidFill>
            <a:ln w="9525">
              <a:solidFill>
                <a:schemeClr val="tx1"/>
              </a:solidFill>
              <a:round/>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29741" name="Text Box 58"/>
            <p:cNvSpPr txBox="1">
              <a:spLocks noChangeArrowheads="1"/>
            </p:cNvSpPr>
            <p:nvPr/>
          </p:nvSpPr>
          <p:spPr bwMode="auto">
            <a:xfrm>
              <a:off x="428" y="2094"/>
              <a:ext cx="483" cy="20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b">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a:spcBef>
                  <a:spcPct val="0"/>
                </a:spcBef>
                <a:buFontTx/>
                <a:buNone/>
              </a:pPr>
              <a:r>
                <a:rPr kumimoji="1" lang="fr-FR" altLang="fr-FR" sz="1500">
                  <a:solidFill>
                    <a:schemeClr val="tx2"/>
                  </a:solidFill>
                </a:rPr>
                <a:t>carters</a:t>
              </a:r>
            </a:p>
          </p:txBody>
        </p:sp>
        <p:sp>
          <p:nvSpPr>
            <p:cNvPr id="29742" name="Text Box 59"/>
            <p:cNvSpPr txBox="1">
              <a:spLocks noChangeArrowheads="1"/>
            </p:cNvSpPr>
            <p:nvPr/>
          </p:nvSpPr>
          <p:spPr bwMode="auto">
            <a:xfrm>
              <a:off x="214" y="1607"/>
              <a:ext cx="752" cy="20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b">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a:spcBef>
                  <a:spcPct val="0"/>
                </a:spcBef>
                <a:buFontTx/>
                <a:buNone/>
              </a:pPr>
              <a:r>
                <a:rPr kumimoji="1" lang="fr-FR" altLang="fr-FR" sz="1500">
                  <a:solidFill>
                    <a:schemeClr val="tx2"/>
                  </a:solidFill>
                </a:rPr>
                <a:t>engrenages</a:t>
              </a:r>
            </a:p>
          </p:txBody>
        </p:sp>
        <p:sp>
          <p:nvSpPr>
            <p:cNvPr id="29743" name="Text Box 60"/>
            <p:cNvSpPr txBox="1">
              <a:spLocks noChangeArrowheads="1"/>
            </p:cNvSpPr>
            <p:nvPr/>
          </p:nvSpPr>
          <p:spPr bwMode="auto">
            <a:xfrm>
              <a:off x="312" y="2612"/>
              <a:ext cx="678" cy="1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b">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nSpc>
                  <a:spcPct val="90000"/>
                </a:lnSpc>
                <a:spcBef>
                  <a:spcPct val="0"/>
                </a:spcBef>
                <a:buFontTx/>
                <a:buNone/>
              </a:pPr>
              <a:r>
                <a:rPr kumimoji="1" lang="fr-FR" altLang="fr-FR" sz="1500">
                  <a:solidFill>
                    <a:schemeClr val="tx2"/>
                  </a:solidFill>
                </a:rPr>
                <a:t>couronnes</a:t>
              </a:r>
            </a:p>
          </p:txBody>
        </p:sp>
        <p:grpSp>
          <p:nvGrpSpPr>
            <p:cNvPr id="29744" name="Group 68"/>
            <p:cNvGrpSpPr>
              <a:grpSpLocks/>
            </p:cNvGrpSpPr>
            <p:nvPr/>
          </p:nvGrpSpPr>
          <p:grpSpPr bwMode="auto">
            <a:xfrm>
              <a:off x="52" y="1098"/>
              <a:ext cx="636" cy="265"/>
              <a:chOff x="804" y="1453"/>
              <a:chExt cx="4245" cy="1534"/>
            </a:xfrm>
          </p:grpSpPr>
          <p:sp>
            <p:nvSpPr>
              <p:cNvPr id="29751" name="Freeform 69"/>
              <p:cNvSpPr>
                <a:spLocks/>
              </p:cNvSpPr>
              <p:nvPr/>
            </p:nvSpPr>
            <p:spPr bwMode="auto">
              <a:xfrm>
                <a:off x="3940" y="1832"/>
                <a:ext cx="1031" cy="981"/>
              </a:xfrm>
              <a:custGeom>
                <a:avLst/>
                <a:gdLst>
                  <a:gd name="T0" fmla="*/ 143 w 1031"/>
                  <a:gd name="T1" fmla="*/ 15 h 981"/>
                  <a:gd name="T2" fmla="*/ 841 w 1031"/>
                  <a:gd name="T3" fmla="*/ 0 h 981"/>
                  <a:gd name="T4" fmla="*/ 856 w 1031"/>
                  <a:gd name="T5" fmla="*/ 1 h 981"/>
                  <a:gd name="T6" fmla="*/ 869 w 1031"/>
                  <a:gd name="T7" fmla="*/ 4 h 981"/>
                  <a:gd name="T8" fmla="*/ 878 w 1031"/>
                  <a:gd name="T9" fmla="*/ 8 h 981"/>
                  <a:gd name="T10" fmla="*/ 889 w 1031"/>
                  <a:gd name="T11" fmla="*/ 15 h 981"/>
                  <a:gd name="T12" fmla="*/ 897 w 1031"/>
                  <a:gd name="T13" fmla="*/ 24 h 981"/>
                  <a:gd name="T14" fmla="*/ 904 w 1031"/>
                  <a:gd name="T15" fmla="*/ 36 h 981"/>
                  <a:gd name="T16" fmla="*/ 989 w 1031"/>
                  <a:gd name="T17" fmla="*/ 419 h 981"/>
                  <a:gd name="T18" fmla="*/ 1030 w 1031"/>
                  <a:gd name="T19" fmla="*/ 430 h 981"/>
                  <a:gd name="T20" fmla="*/ 1030 w 1031"/>
                  <a:gd name="T21" fmla="*/ 553 h 981"/>
                  <a:gd name="T22" fmla="*/ 1009 w 1031"/>
                  <a:gd name="T23" fmla="*/ 565 h 981"/>
                  <a:gd name="T24" fmla="*/ 1009 w 1031"/>
                  <a:gd name="T25" fmla="*/ 666 h 981"/>
                  <a:gd name="T26" fmla="*/ 1027 w 1031"/>
                  <a:gd name="T27" fmla="*/ 684 h 981"/>
                  <a:gd name="T28" fmla="*/ 1012 w 1031"/>
                  <a:gd name="T29" fmla="*/ 723 h 981"/>
                  <a:gd name="T30" fmla="*/ 1012 w 1031"/>
                  <a:gd name="T31" fmla="*/ 980 h 981"/>
                  <a:gd name="T32" fmla="*/ 632 w 1031"/>
                  <a:gd name="T33" fmla="*/ 980 h 981"/>
                  <a:gd name="T34" fmla="*/ 632 w 1031"/>
                  <a:gd name="T35" fmla="*/ 968 h 981"/>
                  <a:gd name="T36" fmla="*/ 506 w 1031"/>
                  <a:gd name="T37" fmla="*/ 929 h 981"/>
                  <a:gd name="T38" fmla="*/ 86 w 1031"/>
                  <a:gd name="T39" fmla="*/ 929 h 981"/>
                  <a:gd name="T40" fmla="*/ 32 w 1031"/>
                  <a:gd name="T41" fmla="*/ 929 h 981"/>
                  <a:gd name="T42" fmla="*/ 32 w 1031"/>
                  <a:gd name="T43" fmla="*/ 798 h 981"/>
                  <a:gd name="T44" fmla="*/ 0 w 1031"/>
                  <a:gd name="T45" fmla="*/ 792 h 981"/>
                  <a:gd name="T46" fmla="*/ 0 w 1031"/>
                  <a:gd name="T47" fmla="*/ 374 h 981"/>
                  <a:gd name="T48" fmla="*/ 38 w 1031"/>
                  <a:gd name="T49" fmla="*/ 329 h 981"/>
                  <a:gd name="T50" fmla="*/ 104 w 1031"/>
                  <a:gd name="T51" fmla="*/ 69 h 981"/>
                  <a:gd name="T52" fmla="*/ 108 w 1031"/>
                  <a:gd name="T53" fmla="*/ 51 h 981"/>
                  <a:gd name="T54" fmla="*/ 111 w 1031"/>
                  <a:gd name="T55" fmla="*/ 40 h 981"/>
                  <a:gd name="T56" fmla="*/ 119 w 1031"/>
                  <a:gd name="T57" fmla="*/ 27 h 981"/>
                  <a:gd name="T58" fmla="*/ 130 w 1031"/>
                  <a:gd name="T59" fmla="*/ 19 h 981"/>
                  <a:gd name="T60" fmla="*/ 143 w 1031"/>
                  <a:gd name="T61" fmla="*/ 15 h 981"/>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w 1031"/>
                  <a:gd name="T94" fmla="*/ 0 h 981"/>
                  <a:gd name="T95" fmla="*/ 1031 w 1031"/>
                  <a:gd name="T96" fmla="*/ 981 h 981"/>
                </a:gdLst>
                <a:ahLst/>
                <a:cxnLst>
                  <a:cxn ang="T62">
                    <a:pos x="T0" y="T1"/>
                  </a:cxn>
                  <a:cxn ang="T63">
                    <a:pos x="T2" y="T3"/>
                  </a:cxn>
                  <a:cxn ang="T64">
                    <a:pos x="T4" y="T5"/>
                  </a:cxn>
                  <a:cxn ang="T65">
                    <a:pos x="T6" y="T7"/>
                  </a:cxn>
                  <a:cxn ang="T66">
                    <a:pos x="T8" y="T9"/>
                  </a:cxn>
                  <a:cxn ang="T67">
                    <a:pos x="T10" y="T11"/>
                  </a:cxn>
                  <a:cxn ang="T68">
                    <a:pos x="T12" y="T13"/>
                  </a:cxn>
                  <a:cxn ang="T69">
                    <a:pos x="T14" y="T15"/>
                  </a:cxn>
                  <a:cxn ang="T70">
                    <a:pos x="T16" y="T17"/>
                  </a:cxn>
                  <a:cxn ang="T71">
                    <a:pos x="T18" y="T19"/>
                  </a:cxn>
                  <a:cxn ang="T72">
                    <a:pos x="T20" y="T21"/>
                  </a:cxn>
                  <a:cxn ang="T73">
                    <a:pos x="T22" y="T23"/>
                  </a:cxn>
                  <a:cxn ang="T74">
                    <a:pos x="T24" y="T25"/>
                  </a:cxn>
                  <a:cxn ang="T75">
                    <a:pos x="T26" y="T27"/>
                  </a:cxn>
                  <a:cxn ang="T76">
                    <a:pos x="T28" y="T29"/>
                  </a:cxn>
                  <a:cxn ang="T77">
                    <a:pos x="T30" y="T31"/>
                  </a:cxn>
                  <a:cxn ang="T78">
                    <a:pos x="T32" y="T33"/>
                  </a:cxn>
                  <a:cxn ang="T79">
                    <a:pos x="T34" y="T35"/>
                  </a:cxn>
                  <a:cxn ang="T80">
                    <a:pos x="T36" y="T37"/>
                  </a:cxn>
                  <a:cxn ang="T81">
                    <a:pos x="T38" y="T39"/>
                  </a:cxn>
                  <a:cxn ang="T82">
                    <a:pos x="T40" y="T41"/>
                  </a:cxn>
                  <a:cxn ang="T83">
                    <a:pos x="T42" y="T43"/>
                  </a:cxn>
                  <a:cxn ang="T84">
                    <a:pos x="T44" y="T45"/>
                  </a:cxn>
                  <a:cxn ang="T85">
                    <a:pos x="T46" y="T47"/>
                  </a:cxn>
                  <a:cxn ang="T86">
                    <a:pos x="T48" y="T49"/>
                  </a:cxn>
                  <a:cxn ang="T87">
                    <a:pos x="T50" y="T51"/>
                  </a:cxn>
                  <a:cxn ang="T88">
                    <a:pos x="T52" y="T53"/>
                  </a:cxn>
                  <a:cxn ang="T89">
                    <a:pos x="T54" y="T55"/>
                  </a:cxn>
                  <a:cxn ang="T90">
                    <a:pos x="T56" y="T57"/>
                  </a:cxn>
                  <a:cxn ang="T91">
                    <a:pos x="T58" y="T59"/>
                  </a:cxn>
                  <a:cxn ang="T92">
                    <a:pos x="T60" y="T61"/>
                  </a:cxn>
                </a:cxnLst>
                <a:rect l="T93" t="T94" r="T95" b="T96"/>
                <a:pathLst>
                  <a:path w="1031" h="981">
                    <a:moveTo>
                      <a:pt x="143" y="15"/>
                    </a:moveTo>
                    <a:lnTo>
                      <a:pt x="841" y="0"/>
                    </a:lnTo>
                    <a:lnTo>
                      <a:pt x="856" y="1"/>
                    </a:lnTo>
                    <a:lnTo>
                      <a:pt x="869" y="4"/>
                    </a:lnTo>
                    <a:lnTo>
                      <a:pt x="878" y="8"/>
                    </a:lnTo>
                    <a:lnTo>
                      <a:pt x="889" y="15"/>
                    </a:lnTo>
                    <a:lnTo>
                      <a:pt x="897" y="24"/>
                    </a:lnTo>
                    <a:lnTo>
                      <a:pt x="904" y="36"/>
                    </a:lnTo>
                    <a:lnTo>
                      <a:pt x="989" y="419"/>
                    </a:lnTo>
                    <a:lnTo>
                      <a:pt x="1030" y="430"/>
                    </a:lnTo>
                    <a:lnTo>
                      <a:pt x="1030" y="553"/>
                    </a:lnTo>
                    <a:lnTo>
                      <a:pt x="1009" y="565"/>
                    </a:lnTo>
                    <a:lnTo>
                      <a:pt x="1009" y="666"/>
                    </a:lnTo>
                    <a:lnTo>
                      <a:pt x="1027" y="684"/>
                    </a:lnTo>
                    <a:lnTo>
                      <a:pt x="1012" y="723"/>
                    </a:lnTo>
                    <a:lnTo>
                      <a:pt x="1012" y="980"/>
                    </a:lnTo>
                    <a:lnTo>
                      <a:pt x="632" y="980"/>
                    </a:lnTo>
                    <a:lnTo>
                      <a:pt x="632" y="968"/>
                    </a:lnTo>
                    <a:lnTo>
                      <a:pt x="506" y="929"/>
                    </a:lnTo>
                    <a:lnTo>
                      <a:pt x="86" y="929"/>
                    </a:lnTo>
                    <a:lnTo>
                      <a:pt x="32" y="929"/>
                    </a:lnTo>
                    <a:lnTo>
                      <a:pt x="32" y="798"/>
                    </a:lnTo>
                    <a:lnTo>
                      <a:pt x="0" y="792"/>
                    </a:lnTo>
                    <a:lnTo>
                      <a:pt x="0" y="374"/>
                    </a:lnTo>
                    <a:lnTo>
                      <a:pt x="38" y="329"/>
                    </a:lnTo>
                    <a:lnTo>
                      <a:pt x="104" y="69"/>
                    </a:lnTo>
                    <a:lnTo>
                      <a:pt x="108" y="51"/>
                    </a:lnTo>
                    <a:lnTo>
                      <a:pt x="111" y="40"/>
                    </a:lnTo>
                    <a:lnTo>
                      <a:pt x="119" y="27"/>
                    </a:lnTo>
                    <a:lnTo>
                      <a:pt x="130" y="19"/>
                    </a:lnTo>
                    <a:lnTo>
                      <a:pt x="143" y="15"/>
                    </a:lnTo>
                  </a:path>
                </a:pathLst>
              </a:custGeom>
              <a:solidFill>
                <a:srgbClr val="FF0000"/>
              </a:solidFill>
              <a:ln w="12700" cap="rnd" cmpd="sng">
                <a:solidFill>
                  <a:srgbClr val="000000"/>
                </a:solidFill>
                <a:prstDash val="solid"/>
                <a:round/>
                <a:headEnd type="none" w="med" len="med"/>
                <a:tailEnd type="none" w="med" len="med"/>
              </a:ln>
            </p:spPr>
            <p:txBody>
              <a:bodyPr/>
              <a:lstStyle/>
              <a:p>
                <a:endParaRPr lang="fr-FR"/>
              </a:p>
            </p:txBody>
          </p:sp>
          <p:grpSp>
            <p:nvGrpSpPr>
              <p:cNvPr id="29752" name="Group 70"/>
              <p:cNvGrpSpPr>
                <a:grpSpLocks/>
              </p:cNvGrpSpPr>
              <p:nvPr/>
            </p:nvGrpSpPr>
            <p:grpSpPr bwMode="auto">
              <a:xfrm>
                <a:off x="4919" y="2400"/>
                <a:ext cx="130" cy="414"/>
                <a:chOff x="4919" y="2400"/>
                <a:chExt cx="130" cy="414"/>
              </a:xfrm>
            </p:grpSpPr>
            <p:sp>
              <p:nvSpPr>
                <p:cNvPr id="29776" name="Arc 71"/>
                <p:cNvSpPr>
                  <a:spLocks/>
                </p:cNvSpPr>
                <p:nvPr/>
              </p:nvSpPr>
              <p:spPr bwMode="auto">
                <a:xfrm>
                  <a:off x="4919" y="2400"/>
                  <a:ext cx="72" cy="89"/>
                </a:xfrm>
                <a:custGeom>
                  <a:avLst/>
                  <a:gdLst>
                    <a:gd name="T0" fmla="*/ 0 w 27155"/>
                    <a:gd name="T1" fmla="*/ 0 h 43200"/>
                    <a:gd name="T2" fmla="*/ 0 w 27155"/>
                    <a:gd name="T3" fmla="*/ 0 h 43200"/>
                    <a:gd name="T4" fmla="*/ 0 w 27155"/>
                    <a:gd name="T5" fmla="*/ 0 h 43200"/>
                    <a:gd name="T6" fmla="*/ 0 60000 65536"/>
                    <a:gd name="T7" fmla="*/ 0 60000 65536"/>
                    <a:gd name="T8" fmla="*/ 0 60000 65536"/>
                    <a:gd name="T9" fmla="*/ 0 w 27155"/>
                    <a:gd name="T10" fmla="*/ 0 h 43200"/>
                    <a:gd name="T11" fmla="*/ 27155 w 27155"/>
                    <a:gd name="T12" fmla="*/ 43200 h 43200"/>
                  </a:gdLst>
                  <a:ahLst/>
                  <a:cxnLst>
                    <a:cxn ang="T6">
                      <a:pos x="T0" y="T1"/>
                    </a:cxn>
                    <a:cxn ang="T7">
                      <a:pos x="T2" y="T3"/>
                    </a:cxn>
                    <a:cxn ang="T8">
                      <a:pos x="T4" y="T5"/>
                    </a:cxn>
                  </a:cxnLst>
                  <a:rect l="T9" t="T10" r="T11" b="T12"/>
                  <a:pathLst>
                    <a:path w="27155" h="43200" fill="none" extrusionOk="0">
                      <a:moveTo>
                        <a:pt x="-1" y="726"/>
                      </a:moveTo>
                      <a:cubicBezTo>
                        <a:pt x="1812" y="244"/>
                        <a:pt x="3679" y="-1"/>
                        <a:pt x="5555" y="0"/>
                      </a:cubicBezTo>
                      <a:cubicBezTo>
                        <a:pt x="17484" y="0"/>
                        <a:pt x="27155" y="9670"/>
                        <a:pt x="27155" y="21600"/>
                      </a:cubicBezTo>
                      <a:cubicBezTo>
                        <a:pt x="27155" y="33529"/>
                        <a:pt x="17484" y="43200"/>
                        <a:pt x="5555" y="43200"/>
                      </a:cubicBezTo>
                      <a:cubicBezTo>
                        <a:pt x="4134" y="43200"/>
                        <a:pt x="2717" y="43059"/>
                        <a:pt x="1325" y="42781"/>
                      </a:cubicBezTo>
                    </a:path>
                    <a:path w="27155" h="43200" stroke="0" extrusionOk="0">
                      <a:moveTo>
                        <a:pt x="-1" y="726"/>
                      </a:moveTo>
                      <a:cubicBezTo>
                        <a:pt x="1812" y="244"/>
                        <a:pt x="3679" y="-1"/>
                        <a:pt x="5555" y="0"/>
                      </a:cubicBezTo>
                      <a:cubicBezTo>
                        <a:pt x="17484" y="0"/>
                        <a:pt x="27155" y="9670"/>
                        <a:pt x="27155" y="21600"/>
                      </a:cubicBezTo>
                      <a:cubicBezTo>
                        <a:pt x="27155" y="33529"/>
                        <a:pt x="17484" y="43200"/>
                        <a:pt x="5555" y="43200"/>
                      </a:cubicBezTo>
                      <a:cubicBezTo>
                        <a:pt x="4134" y="43200"/>
                        <a:pt x="2717" y="43059"/>
                        <a:pt x="1325" y="42781"/>
                      </a:cubicBezTo>
                      <a:lnTo>
                        <a:pt x="5555" y="21600"/>
                      </a:lnTo>
                      <a:lnTo>
                        <a:pt x="-1" y="726"/>
                      </a:lnTo>
                      <a:close/>
                    </a:path>
                  </a:pathLst>
                </a:custGeom>
                <a:solidFill>
                  <a:srgbClr val="FF0000"/>
                </a:solidFill>
                <a:ln w="12700" cap="rnd">
                  <a:solidFill>
                    <a:srgbClr val="000000"/>
                  </a:solidFill>
                  <a:round/>
                  <a:headEnd/>
                  <a:tailEnd/>
                </a:ln>
              </p:spPr>
              <p:txBody>
                <a:bodyPr wrap="none" anchor="ctr"/>
                <a:lstStyle/>
                <a:p>
                  <a:endParaRPr lang="fr-FR"/>
                </a:p>
              </p:txBody>
            </p:sp>
            <p:sp>
              <p:nvSpPr>
                <p:cNvPr id="29777" name="Freeform 72"/>
                <p:cNvSpPr>
                  <a:spLocks/>
                </p:cNvSpPr>
                <p:nvPr/>
              </p:nvSpPr>
              <p:spPr bwMode="auto">
                <a:xfrm>
                  <a:off x="4950" y="2706"/>
                  <a:ext cx="99" cy="108"/>
                </a:xfrm>
                <a:custGeom>
                  <a:avLst/>
                  <a:gdLst>
                    <a:gd name="T0" fmla="*/ 0 w 99"/>
                    <a:gd name="T1" fmla="*/ 0 h 108"/>
                    <a:gd name="T2" fmla="*/ 58 w 99"/>
                    <a:gd name="T3" fmla="*/ 0 h 108"/>
                    <a:gd name="T4" fmla="*/ 74 w 99"/>
                    <a:gd name="T5" fmla="*/ 3 h 108"/>
                    <a:gd name="T6" fmla="*/ 90 w 99"/>
                    <a:gd name="T7" fmla="*/ 17 h 108"/>
                    <a:gd name="T8" fmla="*/ 73 w 99"/>
                    <a:gd name="T9" fmla="*/ 28 h 108"/>
                    <a:gd name="T10" fmla="*/ 73 w 99"/>
                    <a:gd name="T11" fmla="*/ 78 h 108"/>
                    <a:gd name="T12" fmla="*/ 80 w 99"/>
                    <a:gd name="T13" fmla="*/ 99 h 108"/>
                    <a:gd name="T14" fmla="*/ 98 w 99"/>
                    <a:gd name="T15" fmla="*/ 107 h 108"/>
                    <a:gd name="T16" fmla="*/ 0 w 99"/>
                    <a:gd name="T17" fmla="*/ 107 h 108"/>
                    <a:gd name="T18" fmla="*/ 0 w 99"/>
                    <a:gd name="T19" fmla="*/ 0 h 108"/>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 name="T30" fmla="*/ 0 w 99"/>
                    <a:gd name="T31" fmla="*/ 0 h 108"/>
                    <a:gd name="T32" fmla="*/ 99 w 99"/>
                    <a:gd name="T33" fmla="*/ 108 h 108"/>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T30" t="T31" r="T32" b="T33"/>
                  <a:pathLst>
                    <a:path w="99" h="108">
                      <a:moveTo>
                        <a:pt x="0" y="0"/>
                      </a:moveTo>
                      <a:lnTo>
                        <a:pt x="58" y="0"/>
                      </a:lnTo>
                      <a:lnTo>
                        <a:pt x="74" y="3"/>
                      </a:lnTo>
                      <a:lnTo>
                        <a:pt x="90" y="17"/>
                      </a:lnTo>
                      <a:lnTo>
                        <a:pt x="73" y="28"/>
                      </a:lnTo>
                      <a:lnTo>
                        <a:pt x="73" y="78"/>
                      </a:lnTo>
                      <a:lnTo>
                        <a:pt x="80" y="99"/>
                      </a:lnTo>
                      <a:lnTo>
                        <a:pt x="98" y="107"/>
                      </a:lnTo>
                      <a:lnTo>
                        <a:pt x="0" y="107"/>
                      </a:lnTo>
                      <a:lnTo>
                        <a:pt x="0" y="0"/>
                      </a:lnTo>
                    </a:path>
                  </a:pathLst>
                </a:custGeom>
                <a:solidFill>
                  <a:srgbClr val="808080"/>
                </a:solidFill>
                <a:ln w="12700" cap="rnd" cmpd="sng">
                  <a:solidFill>
                    <a:srgbClr val="000000"/>
                  </a:solidFill>
                  <a:prstDash val="solid"/>
                  <a:round/>
                  <a:headEnd type="none" w="med" len="med"/>
                  <a:tailEnd type="none" w="med" len="med"/>
                </a:ln>
              </p:spPr>
              <p:txBody>
                <a:bodyPr/>
                <a:lstStyle/>
                <a:p>
                  <a:endParaRPr lang="fr-FR"/>
                </a:p>
              </p:txBody>
            </p:sp>
          </p:grpSp>
          <p:grpSp>
            <p:nvGrpSpPr>
              <p:cNvPr id="29753" name="Group 73"/>
              <p:cNvGrpSpPr>
                <a:grpSpLocks/>
              </p:cNvGrpSpPr>
              <p:nvPr/>
            </p:nvGrpSpPr>
            <p:grpSpPr bwMode="auto">
              <a:xfrm>
                <a:off x="4286" y="1917"/>
                <a:ext cx="537" cy="849"/>
                <a:chOff x="4286" y="1917"/>
                <a:chExt cx="537" cy="849"/>
              </a:xfrm>
            </p:grpSpPr>
            <p:sp>
              <p:nvSpPr>
                <p:cNvPr id="29774" name="Freeform 74"/>
                <p:cNvSpPr>
                  <a:spLocks/>
                </p:cNvSpPr>
                <p:nvPr/>
              </p:nvSpPr>
              <p:spPr bwMode="auto">
                <a:xfrm>
                  <a:off x="4286" y="1917"/>
                  <a:ext cx="462" cy="341"/>
                </a:xfrm>
                <a:custGeom>
                  <a:avLst/>
                  <a:gdLst>
                    <a:gd name="T0" fmla="*/ 0 w 462"/>
                    <a:gd name="T1" fmla="*/ 0 h 341"/>
                    <a:gd name="T2" fmla="*/ 461 w 462"/>
                    <a:gd name="T3" fmla="*/ 0 h 341"/>
                    <a:gd name="T4" fmla="*/ 461 w 462"/>
                    <a:gd name="T5" fmla="*/ 340 h 341"/>
                    <a:gd name="T6" fmla="*/ 1 w 462"/>
                    <a:gd name="T7" fmla="*/ 340 h 341"/>
                    <a:gd name="T8" fmla="*/ 0 w 462"/>
                    <a:gd name="T9" fmla="*/ 0 h 341"/>
                    <a:gd name="T10" fmla="*/ 0 60000 65536"/>
                    <a:gd name="T11" fmla="*/ 0 60000 65536"/>
                    <a:gd name="T12" fmla="*/ 0 60000 65536"/>
                    <a:gd name="T13" fmla="*/ 0 60000 65536"/>
                    <a:gd name="T14" fmla="*/ 0 60000 65536"/>
                    <a:gd name="T15" fmla="*/ 0 w 462"/>
                    <a:gd name="T16" fmla="*/ 0 h 341"/>
                    <a:gd name="T17" fmla="*/ 462 w 462"/>
                    <a:gd name="T18" fmla="*/ 341 h 341"/>
                  </a:gdLst>
                  <a:ahLst/>
                  <a:cxnLst>
                    <a:cxn ang="T10">
                      <a:pos x="T0" y="T1"/>
                    </a:cxn>
                    <a:cxn ang="T11">
                      <a:pos x="T2" y="T3"/>
                    </a:cxn>
                    <a:cxn ang="T12">
                      <a:pos x="T4" y="T5"/>
                    </a:cxn>
                    <a:cxn ang="T13">
                      <a:pos x="T6" y="T7"/>
                    </a:cxn>
                    <a:cxn ang="T14">
                      <a:pos x="T8" y="T9"/>
                    </a:cxn>
                  </a:cxnLst>
                  <a:rect l="T15" t="T16" r="T17" b="T18"/>
                  <a:pathLst>
                    <a:path w="462" h="341">
                      <a:moveTo>
                        <a:pt x="0" y="0"/>
                      </a:moveTo>
                      <a:lnTo>
                        <a:pt x="461" y="0"/>
                      </a:lnTo>
                      <a:lnTo>
                        <a:pt x="461" y="340"/>
                      </a:lnTo>
                      <a:lnTo>
                        <a:pt x="1" y="340"/>
                      </a:lnTo>
                      <a:lnTo>
                        <a:pt x="0" y="0"/>
                      </a:lnTo>
                    </a:path>
                  </a:pathLst>
                </a:custGeom>
                <a:noFill/>
                <a:ln w="12700" cap="rnd" cmpd="sng">
                  <a:solidFill>
                    <a:srgbClr val="000000"/>
                  </a:solidFill>
                  <a:prstDash val="solid"/>
                  <a:round/>
                  <a:headEnd type="none" w="med" len="med"/>
                  <a:tailEnd type="none" w="med" len="med"/>
                </a:ln>
                <a:extLst>
                  <a:ext uri="{909E8E84-426E-40DD-AFC4-6F175D3DCCD1}">
                    <a14:hiddenFill xmlns:a14="http://schemas.microsoft.com/office/drawing/2010/main">
                      <a:solidFill>
                        <a:srgbClr val="FFFFFF"/>
                      </a:solidFill>
                    </a14:hiddenFill>
                  </a:ext>
                </a:extLst>
              </p:spPr>
              <p:txBody>
                <a:bodyPr/>
                <a:lstStyle/>
                <a:p>
                  <a:endParaRPr lang="fr-FR"/>
                </a:p>
              </p:txBody>
            </p:sp>
            <p:sp>
              <p:nvSpPr>
                <p:cNvPr id="29775" name="Freeform 75"/>
                <p:cNvSpPr>
                  <a:spLocks/>
                </p:cNvSpPr>
                <p:nvPr/>
              </p:nvSpPr>
              <p:spPr bwMode="auto">
                <a:xfrm>
                  <a:off x="4287" y="2257"/>
                  <a:ext cx="536" cy="509"/>
                </a:xfrm>
                <a:custGeom>
                  <a:avLst/>
                  <a:gdLst>
                    <a:gd name="T0" fmla="*/ 0 w 536"/>
                    <a:gd name="T1" fmla="*/ 0 h 509"/>
                    <a:gd name="T2" fmla="*/ 535 w 536"/>
                    <a:gd name="T3" fmla="*/ 0 h 509"/>
                    <a:gd name="T4" fmla="*/ 535 w 536"/>
                    <a:gd name="T5" fmla="*/ 508 h 509"/>
                    <a:gd name="T6" fmla="*/ 260 w 536"/>
                    <a:gd name="T7" fmla="*/ 508 h 509"/>
                    <a:gd name="T8" fmla="*/ 257 w 536"/>
                    <a:gd name="T9" fmla="*/ 472 h 509"/>
                    <a:gd name="T10" fmla="*/ 254 w 536"/>
                    <a:gd name="T11" fmla="*/ 430 h 509"/>
                    <a:gd name="T12" fmla="*/ 252 w 536"/>
                    <a:gd name="T13" fmla="*/ 407 h 509"/>
                    <a:gd name="T14" fmla="*/ 244 w 536"/>
                    <a:gd name="T15" fmla="*/ 368 h 509"/>
                    <a:gd name="T16" fmla="*/ 236 w 536"/>
                    <a:gd name="T17" fmla="*/ 332 h 509"/>
                    <a:gd name="T18" fmla="*/ 222 w 536"/>
                    <a:gd name="T19" fmla="*/ 299 h 509"/>
                    <a:gd name="T20" fmla="*/ 206 w 536"/>
                    <a:gd name="T21" fmla="*/ 272 h 509"/>
                    <a:gd name="T22" fmla="*/ 185 w 536"/>
                    <a:gd name="T23" fmla="*/ 243 h 509"/>
                    <a:gd name="T24" fmla="*/ 162 w 536"/>
                    <a:gd name="T25" fmla="*/ 222 h 509"/>
                    <a:gd name="T26" fmla="*/ 134 w 536"/>
                    <a:gd name="T27" fmla="*/ 204 h 509"/>
                    <a:gd name="T28" fmla="*/ 110 w 536"/>
                    <a:gd name="T29" fmla="*/ 193 h 509"/>
                    <a:gd name="T30" fmla="*/ 84 w 536"/>
                    <a:gd name="T31" fmla="*/ 183 h 509"/>
                    <a:gd name="T32" fmla="*/ 51 w 536"/>
                    <a:gd name="T33" fmla="*/ 175 h 509"/>
                    <a:gd name="T34" fmla="*/ 23 w 536"/>
                    <a:gd name="T35" fmla="*/ 171 h 509"/>
                    <a:gd name="T36" fmla="*/ 0 w 536"/>
                    <a:gd name="T37" fmla="*/ 169 h 509"/>
                    <a:gd name="T38" fmla="*/ 0 w 536"/>
                    <a:gd name="T39" fmla="*/ 0 h 509"/>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w 536"/>
                    <a:gd name="T61" fmla="*/ 0 h 509"/>
                    <a:gd name="T62" fmla="*/ 536 w 536"/>
                    <a:gd name="T63" fmla="*/ 509 h 509"/>
                  </a:gdLst>
                  <a:ahLst/>
                  <a:cxnLst>
                    <a:cxn ang="T40">
                      <a:pos x="T0" y="T1"/>
                    </a:cxn>
                    <a:cxn ang="T41">
                      <a:pos x="T2" y="T3"/>
                    </a:cxn>
                    <a:cxn ang="T42">
                      <a:pos x="T4" y="T5"/>
                    </a:cxn>
                    <a:cxn ang="T43">
                      <a:pos x="T6" y="T7"/>
                    </a:cxn>
                    <a:cxn ang="T44">
                      <a:pos x="T8" y="T9"/>
                    </a:cxn>
                    <a:cxn ang="T45">
                      <a:pos x="T10" y="T11"/>
                    </a:cxn>
                    <a:cxn ang="T46">
                      <a:pos x="T12" y="T13"/>
                    </a:cxn>
                    <a:cxn ang="T47">
                      <a:pos x="T14" y="T15"/>
                    </a:cxn>
                    <a:cxn ang="T48">
                      <a:pos x="T16" y="T17"/>
                    </a:cxn>
                    <a:cxn ang="T49">
                      <a:pos x="T18" y="T19"/>
                    </a:cxn>
                    <a:cxn ang="T50">
                      <a:pos x="T20" y="T21"/>
                    </a:cxn>
                    <a:cxn ang="T51">
                      <a:pos x="T22" y="T23"/>
                    </a:cxn>
                    <a:cxn ang="T52">
                      <a:pos x="T24" y="T25"/>
                    </a:cxn>
                    <a:cxn ang="T53">
                      <a:pos x="T26" y="T27"/>
                    </a:cxn>
                    <a:cxn ang="T54">
                      <a:pos x="T28" y="T29"/>
                    </a:cxn>
                    <a:cxn ang="T55">
                      <a:pos x="T30" y="T31"/>
                    </a:cxn>
                    <a:cxn ang="T56">
                      <a:pos x="T32" y="T33"/>
                    </a:cxn>
                    <a:cxn ang="T57">
                      <a:pos x="T34" y="T35"/>
                    </a:cxn>
                    <a:cxn ang="T58">
                      <a:pos x="T36" y="T37"/>
                    </a:cxn>
                    <a:cxn ang="T59">
                      <a:pos x="T38" y="T39"/>
                    </a:cxn>
                  </a:cxnLst>
                  <a:rect l="T60" t="T61" r="T62" b="T63"/>
                  <a:pathLst>
                    <a:path w="536" h="509">
                      <a:moveTo>
                        <a:pt x="0" y="0"/>
                      </a:moveTo>
                      <a:lnTo>
                        <a:pt x="535" y="0"/>
                      </a:lnTo>
                      <a:lnTo>
                        <a:pt x="535" y="508"/>
                      </a:lnTo>
                      <a:lnTo>
                        <a:pt x="260" y="508"/>
                      </a:lnTo>
                      <a:lnTo>
                        <a:pt x="257" y="472"/>
                      </a:lnTo>
                      <a:lnTo>
                        <a:pt x="254" y="430"/>
                      </a:lnTo>
                      <a:lnTo>
                        <a:pt x="252" y="407"/>
                      </a:lnTo>
                      <a:lnTo>
                        <a:pt x="244" y="368"/>
                      </a:lnTo>
                      <a:lnTo>
                        <a:pt x="236" y="332"/>
                      </a:lnTo>
                      <a:lnTo>
                        <a:pt x="222" y="299"/>
                      </a:lnTo>
                      <a:lnTo>
                        <a:pt x="206" y="272"/>
                      </a:lnTo>
                      <a:lnTo>
                        <a:pt x="185" y="243"/>
                      </a:lnTo>
                      <a:lnTo>
                        <a:pt x="162" y="222"/>
                      </a:lnTo>
                      <a:lnTo>
                        <a:pt x="134" y="204"/>
                      </a:lnTo>
                      <a:lnTo>
                        <a:pt x="110" y="193"/>
                      </a:lnTo>
                      <a:lnTo>
                        <a:pt x="84" y="183"/>
                      </a:lnTo>
                      <a:lnTo>
                        <a:pt x="51" y="175"/>
                      </a:lnTo>
                      <a:lnTo>
                        <a:pt x="23" y="171"/>
                      </a:lnTo>
                      <a:lnTo>
                        <a:pt x="0" y="169"/>
                      </a:lnTo>
                      <a:lnTo>
                        <a:pt x="0" y="0"/>
                      </a:lnTo>
                    </a:path>
                  </a:pathLst>
                </a:custGeom>
                <a:noFill/>
                <a:ln w="12700" cap="rnd" cmpd="sng">
                  <a:solidFill>
                    <a:srgbClr val="000000"/>
                  </a:solidFill>
                  <a:prstDash val="solid"/>
                  <a:round/>
                  <a:headEnd type="none" w="med" len="med"/>
                  <a:tailEnd type="none" w="med" len="med"/>
                </a:ln>
                <a:extLst>
                  <a:ext uri="{909E8E84-426E-40DD-AFC4-6F175D3DCCD1}">
                    <a14:hiddenFill xmlns:a14="http://schemas.microsoft.com/office/drawing/2010/main">
                      <a:solidFill>
                        <a:srgbClr val="FFFFFF"/>
                      </a:solidFill>
                    </a14:hiddenFill>
                  </a:ext>
                </a:extLst>
              </p:spPr>
              <p:txBody>
                <a:bodyPr/>
                <a:lstStyle/>
                <a:p>
                  <a:endParaRPr lang="fr-FR"/>
                </a:p>
              </p:txBody>
            </p:sp>
          </p:grpSp>
          <p:sp>
            <p:nvSpPr>
              <p:cNvPr id="29754" name="Oval 76"/>
              <p:cNvSpPr>
                <a:spLocks noChangeArrowheads="1"/>
              </p:cNvSpPr>
              <p:nvPr/>
            </p:nvSpPr>
            <p:spPr bwMode="auto">
              <a:xfrm>
                <a:off x="3992" y="2453"/>
                <a:ext cx="488" cy="491"/>
              </a:xfrm>
              <a:prstGeom prst="ellipse">
                <a:avLst/>
              </a:prstGeom>
              <a:solidFill>
                <a:srgbClr val="808080"/>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29755" name="Oval 77"/>
              <p:cNvSpPr>
                <a:spLocks noChangeArrowheads="1"/>
              </p:cNvSpPr>
              <p:nvPr/>
            </p:nvSpPr>
            <p:spPr bwMode="auto">
              <a:xfrm>
                <a:off x="4007" y="2524"/>
                <a:ext cx="458" cy="456"/>
              </a:xfrm>
              <a:prstGeom prst="ellipse">
                <a:avLst/>
              </a:prstGeom>
              <a:solidFill>
                <a:srgbClr val="000000"/>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29756" name="Oval 78"/>
              <p:cNvSpPr>
                <a:spLocks noChangeArrowheads="1"/>
              </p:cNvSpPr>
              <p:nvPr/>
            </p:nvSpPr>
            <p:spPr bwMode="auto">
              <a:xfrm>
                <a:off x="4143" y="2660"/>
                <a:ext cx="184" cy="183"/>
              </a:xfrm>
              <a:prstGeom prst="ellipse">
                <a:avLst/>
              </a:prstGeom>
              <a:solidFill>
                <a:srgbClr val="C0C0C0"/>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nvGrpSpPr>
              <p:cNvPr id="29757" name="Group 79"/>
              <p:cNvGrpSpPr>
                <a:grpSpLocks/>
              </p:cNvGrpSpPr>
              <p:nvPr/>
            </p:nvGrpSpPr>
            <p:grpSpPr bwMode="auto">
              <a:xfrm>
                <a:off x="4058" y="1880"/>
                <a:ext cx="854" cy="349"/>
                <a:chOff x="4058" y="1880"/>
                <a:chExt cx="854" cy="349"/>
              </a:xfrm>
            </p:grpSpPr>
            <p:sp>
              <p:nvSpPr>
                <p:cNvPr id="29770" name="Freeform 80"/>
                <p:cNvSpPr>
                  <a:spLocks/>
                </p:cNvSpPr>
                <p:nvPr/>
              </p:nvSpPr>
              <p:spPr bwMode="auto">
                <a:xfrm>
                  <a:off x="4329" y="1946"/>
                  <a:ext cx="379" cy="276"/>
                </a:xfrm>
                <a:custGeom>
                  <a:avLst/>
                  <a:gdLst>
                    <a:gd name="T0" fmla="*/ 1 w 379"/>
                    <a:gd name="T1" fmla="*/ 42 h 276"/>
                    <a:gd name="T2" fmla="*/ 89 w 379"/>
                    <a:gd name="T3" fmla="*/ 0 h 276"/>
                    <a:gd name="T4" fmla="*/ 378 w 379"/>
                    <a:gd name="T5" fmla="*/ 0 h 276"/>
                    <a:gd name="T6" fmla="*/ 378 w 379"/>
                    <a:gd name="T7" fmla="*/ 275 h 276"/>
                    <a:gd name="T8" fmla="*/ 317 w 379"/>
                    <a:gd name="T9" fmla="*/ 275 h 276"/>
                    <a:gd name="T10" fmla="*/ 286 w 379"/>
                    <a:gd name="T11" fmla="*/ 242 h 276"/>
                    <a:gd name="T12" fmla="*/ 26 w 379"/>
                    <a:gd name="T13" fmla="*/ 242 h 276"/>
                    <a:gd name="T14" fmla="*/ 0 w 379"/>
                    <a:gd name="T15" fmla="*/ 223 h 276"/>
                    <a:gd name="T16" fmla="*/ 1 w 379"/>
                    <a:gd name="T17" fmla="*/ 42 h 276"/>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379"/>
                    <a:gd name="T28" fmla="*/ 0 h 276"/>
                    <a:gd name="T29" fmla="*/ 379 w 379"/>
                    <a:gd name="T30" fmla="*/ 276 h 27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379" h="276">
                      <a:moveTo>
                        <a:pt x="1" y="42"/>
                      </a:moveTo>
                      <a:lnTo>
                        <a:pt x="89" y="0"/>
                      </a:lnTo>
                      <a:lnTo>
                        <a:pt x="378" y="0"/>
                      </a:lnTo>
                      <a:lnTo>
                        <a:pt x="378" y="275"/>
                      </a:lnTo>
                      <a:lnTo>
                        <a:pt x="317" y="275"/>
                      </a:lnTo>
                      <a:lnTo>
                        <a:pt x="286" y="242"/>
                      </a:lnTo>
                      <a:lnTo>
                        <a:pt x="26" y="242"/>
                      </a:lnTo>
                      <a:lnTo>
                        <a:pt x="0" y="223"/>
                      </a:lnTo>
                      <a:lnTo>
                        <a:pt x="1" y="42"/>
                      </a:lnTo>
                    </a:path>
                  </a:pathLst>
                </a:custGeom>
                <a:solidFill>
                  <a:srgbClr val="C0C0C0"/>
                </a:solidFill>
                <a:ln w="12700" cap="rnd" cmpd="sng">
                  <a:solidFill>
                    <a:srgbClr val="000000"/>
                  </a:solidFill>
                  <a:prstDash val="solid"/>
                  <a:round/>
                  <a:headEnd type="none" w="med" len="med"/>
                  <a:tailEnd type="none" w="med" len="med"/>
                </a:ln>
              </p:spPr>
              <p:txBody>
                <a:bodyPr/>
                <a:lstStyle/>
                <a:p>
                  <a:endParaRPr lang="fr-FR"/>
                </a:p>
              </p:txBody>
            </p:sp>
            <p:sp>
              <p:nvSpPr>
                <p:cNvPr id="29771" name="Freeform 81"/>
                <p:cNvSpPr>
                  <a:spLocks/>
                </p:cNvSpPr>
                <p:nvPr/>
              </p:nvSpPr>
              <p:spPr bwMode="auto">
                <a:xfrm>
                  <a:off x="4785" y="1880"/>
                  <a:ext cx="127" cy="349"/>
                </a:xfrm>
                <a:custGeom>
                  <a:avLst/>
                  <a:gdLst>
                    <a:gd name="T0" fmla="*/ 49 w 127"/>
                    <a:gd name="T1" fmla="*/ 0 h 349"/>
                    <a:gd name="T2" fmla="*/ 126 w 127"/>
                    <a:gd name="T3" fmla="*/ 348 h 349"/>
                    <a:gd name="T4" fmla="*/ 33 w 127"/>
                    <a:gd name="T5" fmla="*/ 348 h 349"/>
                    <a:gd name="T6" fmla="*/ 0 w 127"/>
                    <a:gd name="T7" fmla="*/ 342 h 349"/>
                    <a:gd name="T8" fmla="*/ 0 w 127"/>
                    <a:gd name="T9" fmla="*/ 64 h 349"/>
                    <a:gd name="T10" fmla="*/ 2 w 127"/>
                    <a:gd name="T11" fmla="*/ 44 h 349"/>
                    <a:gd name="T12" fmla="*/ 7 w 127"/>
                    <a:gd name="T13" fmla="*/ 31 h 349"/>
                    <a:gd name="T14" fmla="*/ 17 w 127"/>
                    <a:gd name="T15" fmla="*/ 19 h 349"/>
                    <a:gd name="T16" fmla="*/ 30 w 127"/>
                    <a:gd name="T17" fmla="*/ 10 h 349"/>
                    <a:gd name="T18" fmla="*/ 49 w 127"/>
                    <a:gd name="T19" fmla="*/ 0 h 349"/>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 name="T30" fmla="*/ 0 w 127"/>
                    <a:gd name="T31" fmla="*/ 0 h 349"/>
                    <a:gd name="T32" fmla="*/ 127 w 127"/>
                    <a:gd name="T33" fmla="*/ 349 h 349"/>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T30" t="T31" r="T32" b="T33"/>
                  <a:pathLst>
                    <a:path w="127" h="349">
                      <a:moveTo>
                        <a:pt x="49" y="0"/>
                      </a:moveTo>
                      <a:lnTo>
                        <a:pt x="126" y="348"/>
                      </a:lnTo>
                      <a:lnTo>
                        <a:pt x="33" y="348"/>
                      </a:lnTo>
                      <a:lnTo>
                        <a:pt x="0" y="342"/>
                      </a:lnTo>
                      <a:lnTo>
                        <a:pt x="0" y="64"/>
                      </a:lnTo>
                      <a:lnTo>
                        <a:pt x="2" y="44"/>
                      </a:lnTo>
                      <a:lnTo>
                        <a:pt x="7" y="31"/>
                      </a:lnTo>
                      <a:lnTo>
                        <a:pt x="17" y="19"/>
                      </a:lnTo>
                      <a:lnTo>
                        <a:pt x="30" y="10"/>
                      </a:lnTo>
                      <a:lnTo>
                        <a:pt x="49" y="0"/>
                      </a:lnTo>
                    </a:path>
                  </a:pathLst>
                </a:custGeom>
                <a:solidFill>
                  <a:srgbClr val="C0C0C0"/>
                </a:solidFill>
                <a:ln w="12700" cap="rnd" cmpd="sng">
                  <a:solidFill>
                    <a:srgbClr val="000000"/>
                  </a:solidFill>
                  <a:prstDash val="solid"/>
                  <a:round/>
                  <a:headEnd type="none" w="med" len="med"/>
                  <a:tailEnd type="none" w="med" len="med"/>
                </a:ln>
              </p:spPr>
              <p:txBody>
                <a:bodyPr/>
                <a:lstStyle/>
                <a:p>
                  <a:endParaRPr lang="fr-FR"/>
                </a:p>
              </p:txBody>
            </p:sp>
            <p:sp>
              <p:nvSpPr>
                <p:cNvPr id="29772" name="Freeform 82"/>
                <p:cNvSpPr>
                  <a:spLocks/>
                </p:cNvSpPr>
                <p:nvPr/>
              </p:nvSpPr>
              <p:spPr bwMode="auto">
                <a:xfrm>
                  <a:off x="4058" y="1958"/>
                  <a:ext cx="190" cy="199"/>
                </a:xfrm>
                <a:custGeom>
                  <a:avLst/>
                  <a:gdLst>
                    <a:gd name="T0" fmla="*/ 42 w 190"/>
                    <a:gd name="T1" fmla="*/ 0 h 199"/>
                    <a:gd name="T2" fmla="*/ 189 w 190"/>
                    <a:gd name="T3" fmla="*/ 0 h 199"/>
                    <a:gd name="T4" fmla="*/ 189 w 190"/>
                    <a:gd name="T5" fmla="*/ 198 h 199"/>
                    <a:gd name="T6" fmla="*/ 6 w 190"/>
                    <a:gd name="T7" fmla="*/ 198 h 199"/>
                    <a:gd name="T8" fmla="*/ 0 w 190"/>
                    <a:gd name="T9" fmla="*/ 158 h 199"/>
                    <a:gd name="T10" fmla="*/ 42 w 190"/>
                    <a:gd name="T11" fmla="*/ 0 h 199"/>
                    <a:gd name="T12" fmla="*/ 0 60000 65536"/>
                    <a:gd name="T13" fmla="*/ 0 60000 65536"/>
                    <a:gd name="T14" fmla="*/ 0 60000 65536"/>
                    <a:gd name="T15" fmla="*/ 0 60000 65536"/>
                    <a:gd name="T16" fmla="*/ 0 60000 65536"/>
                    <a:gd name="T17" fmla="*/ 0 60000 65536"/>
                    <a:gd name="T18" fmla="*/ 0 w 190"/>
                    <a:gd name="T19" fmla="*/ 0 h 199"/>
                    <a:gd name="T20" fmla="*/ 190 w 190"/>
                    <a:gd name="T21" fmla="*/ 199 h 199"/>
                  </a:gdLst>
                  <a:ahLst/>
                  <a:cxnLst>
                    <a:cxn ang="T12">
                      <a:pos x="T0" y="T1"/>
                    </a:cxn>
                    <a:cxn ang="T13">
                      <a:pos x="T2" y="T3"/>
                    </a:cxn>
                    <a:cxn ang="T14">
                      <a:pos x="T4" y="T5"/>
                    </a:cxn>
                    <a:cxn ang="T15">
                      <a:pos x="T6" y="T7"/>
                    </a:cxn>
                    <a:cxn ang="T16">
                      <a:pos x="T8" y="T9"/>
                    </a:cxn>
                    <a:cxn ang="T17">
                      <a:pos x="T10" y="T11"/>
                    </a:cxn>
                  </a:cxnLst>
                  <a:rect l="T18" t="T19" r="T20" b="T21"/>
                  <a:pathLst>
                    <a:path w="190" h="199">
                      <a:moveTo>
                        <a:pt x="42" y="0"/>
                      </a:moveTo>
                      <a:lnTo>
                        <a:pt x="189" y="0"/>
                      </a:lnTo>
                      <a:lnTo>
                        <a:pt x="189" y="198"/>
                      </a:lnTo>
                      <a:lnTo>
                        <a:pt x="6" y="198"/>
                      </a:lnTo>
                      <a:lnTo>
                        <a:pt x="0" y="158"/>
                      </a:lnTo>
                      <a:lnTo>
                        <a:pt x="42" y="0"/>
                      </a:lnTo>
                    </a:path>
                  </a:pathLst>
                </a:custGeom>
                <a:solidFill>
                  <a:srgbClr val="C0C0C0"/>
                </a:solidFill>
                <a:ln w="12700" cap="rnd" cmpd="sng">
                  <a:solidFill>
                    <a:srgbClr val="000000"/>
                  </a:solidFill>
                  <a:prstDash val="solid"/>
                  <a:round/>
                  <a:headEnd type="none" w="med" len="med"/>
                  <a:tailEnd type="none" w="med" len="med"/>
                </a:ln>
              </p:spPr>
              <p:txBody>
                <a:bodyPr/>
                <a:lstStyle/>
                <a:p>
                  <a:endParaRPr lang="fr-FR"/>
                </a:p>
              </p:txBody>
            </p:sp>
            <p:sp>
              <p:nvSpPr>
                <p:cNvPr id="29773" name="Line 83"/>
                <p:cNvSpPr>
                  <a:spLocks noChangeShapeType="1"/>
                </p:cNvSpPr>
                <p:nvPr/>
              </p:nvSpPr>
              <p:spPr bwMode="auto">
                <a:xfrm flipV="1">
                  <a:off x="4614" y="1947"/>
                  <a:ext cx="0" cy="247"/>
                </a:xfrm>
                <a:prstGeom prst="line">
                  <a:avLst/>
                </a:prstGeom>
                <a:noFill/>
                <a:ln w="12700">
                  <a:solidFill>
                    <a:srgbClr val="000000"/>
                  </a:solidFill>
                  <a:round/>
                  <a:headEnd/>
                  <a:tailEnd/>
                </a:ln>
                <a:extLst>
                  <a:ext uri="{909E8E84-426E-40DD-AFC4-6F175D3DCCD1}">
                    <a14:hiddenFill xmlns:a14="http://schemas.microsoft.com/office/drawing/2010/main">
                      <a:noFill/>
                    </a14:hiddenFill>
                  </a:ext>
                </a:extLst>
              </p:spPr>
              <p:txBody>
                <a:bodyPr wrap="none" anchor="ctr"/>
                <a:lstStyle/>
                <a:p>
                  <a:endParaRPr lang="fr-FR"/>
                </a:p>
              </p:txBody>
            </p:sp>
          </p:grpSp>
          <p:sp>
            <p:nvSpPr>
              <p:cNvPr id="29758" name="Freeform 84"/>
              <p:cNvSpPr>
                <a:spLocks/>
              </p:cNvSpPr>
              <p:nvPr/>
            </p:nvSpPr>
            <p:spPr bwMode="auto">
              <a:xfrm>
                <a:off x="3939" y="2624"/>
                <a:ext cx="34" cy="136"/>
              </a:xfrm>
              <a:custGeom>
                <a:avLst/>
                <a:gdLst>
                  <a:gd name="T0" fmla="*/ 0 w 34"/>
                  <a:gd name="T1" fmla="*/ 0 h 136"/>
                  <a:gd name="T2" fmla="*/ 33 w 34"/>
                  <a:gd name="T3" fmla="*/ 6 h 136"/>
                  <a:gd name="T4" fmla="*/ 33 w 34"/>
                  <a:gd name="T5" fmla="*/ 135 h 136"/>
                  <a:gd name="T6" fmla="*/ 0 w 34"/>
                  <a:gd name="T7" fmla="*/ 135 h 136"/>
                  <a:gd name="T8" fmla="*/ 0 w 34"/>
                  <a:gd name="T9" fmla="*/ 0 h 136"/>
                  <a:gd name="T10" fmla="*/ 0 60000 65536"/>
                  <a:gd name="T11" fmla="*/ 0 60000 65536"/>
                  <a:gd name="T12" fmla="*/ 0 60000 65536"/>
                  <a:gd name="T13" fmla="*/ 0 60000 65536"/>
                  <a:gd name="T14" fmla="*/ 0 60000 65536"/>
                  <a:gd name="T15" fmla="*/ 0 w 34"/>
                  <a:gd name="T16" fmla="*/ 0 h 136"/>
                  <a:gd name="T17" fmla="*/ 34 w 34"/>
                  <a:gd name="T18" fmla="*/ 136 h 136"/>
                </a:gdLst>
                <a:ahLst/>
                <a:cxnLst>
                  <a:cxn ang="T10">
                    <a:pos x="T0" y="T1"/>
                  </a:cxn>
                  <a:cxn ang="T11">
                    <a:pos x="T2" y="T3"/>
                  </a:cxn>
                  <a:cxn ang="T12">
                    <a:pos x="T4" y="T5"/>
                  </a:cxn>
                  <a:cxn ang="T13">
                    <a:pos x="T6" y="T7"/>
                  </a:cxn>
                  <a:cxn ang="T14">
                    <a:pos x="T8" y="T9"/>
                  </a:cxn>
                </a:cxnLst>
                <a:rect l="T15" t="T16" r="T17" b="T18"/>
                <a:pathLst>
                  <a:path w="34" h="136">
                    <a:moveTo>
                      <a:pt x="0" y="0"/>
                    </a:moveTo>
                    <a:lnTo>
                      <a:pt x="33" y="6"/>
                    </a:lnTo>
                    <a:lnTo>
                      <a:pt x="33" y="135"/>
                    </a:lnTo>
                    <a:lnTo>
                      <a:pt x="0" y="135"/>
                    </a:lnTo>
                    <a:lnTo>
                      <a:pt x="0" y="0"/>
                    </a:lnTo>
                  </a:path>
                </a:pathLst>
              </a:custGeom>
              <a:solidFill>
                <a:srgbClr val="C0C0C0"/>
              </a:solidFill>
              <a:ln w="12700" cap="rnd" cmpd="sng">
                <a:solidFill>
                  <a:srgbClr val="000000"/>
                </a:solidFill>
                <a:prstDash val="solid"/>
                <a:round/>
                <a:headEnd type="none" w="med" len="med"/>
                <a:tailEnd type="none" w="med" len="med"/>
              </a:ln>
            </p:spPr>
            <p:txBody>
              <a:bodyPr/>
              <a:lstStyle/>
              <a:p>
                <a:endParaRPr lang="fr-FR"/>
              </a:p>
            </p:txBody>
          </p:sp>
          <p:sp>
            <p:nvSpPr>
              <p:cNvPr id="29759" name="Freeform 85"/>
              <p:cNvSpPr>
                <a:spLocks/>
              </p:cNvSpPr>
              <p:nvPr/>
            </p:nvSpPr>
            <p:spPr bwMode="auto">
              <a:xfrm>
                <a:off x="4312" y="2202"/>
                <a:ext cx="89" cy="24"/>
              </a:xfrm>
              <a:custGeom>
                <a:avLst/>
                <a:gdLst>
                  <a:gd name="T0" fmla="*/ 0 w 89"/>
                  <a:gd name="T1" fmla="*/ 0 h 24"/>
                  <a:gd name="T2" fmla="*/ 0 w 89"/>
                  <a:gd name="T3" fmla="*/ 23 h 24"/>
                  <a:gd name="T4" fmla="*/ 23 w 89"/>
                  <a:gd name="T5" fmla="*/ 15 h 24"/>
                  <a:gd name="T6" fmla="*/ 88 w 89"/>
                  <a:gd name="T7" fmla="*/ 15 h 24"/>
                  <a:gd name="T8" fmla="*/ 88 w 89"/>
                  <a:gd name="T9" fmla="*/ 7 h 24"/>
                  <a:gd name="T10" fmla="*/ 23 w 89"/>
                  <a:gd name="T11" fmla="*/ 7 h 24"/>
                  <a:gd name="T12" fmla="*/ 16 w 89"/>
                  <a:gd name="T13" fmla="*/ 0 h 24"/>
                  <a:gd name="T14" fmla="*/ 0 w 89"/>
                  <a:gd name="T15" fmla="*/ 0 h 24"/>
                  <a:gd name="T16" fmla="*/ 0 60000 65536"/>
                  <a:gd name="T17" fmla="*/ 0 60000 65536"/>
                  <a:gd name="T18" fmla="*/ 0 60000 65536"/>
                  <a:gd name="T19" fmla="*/ 0 60000 65536"/>
                  <a:gd name="T20" fmla="*/ 0 60000 65536"/>
                  <a:gd name="T21" fmla="*/ 0 60000 65536"/>
                  <a:gd name="T22" fmla="*/ 0 60000 65536"/>
                  <a:gd name="T23" fmla="*/ 0 60000 65536"/>
                  <a:gd name="T24" fmla="*/ 0 w 89"/>
                  <a:gd name="T25" fmla="*/ 0 h 24"/>
                  <a:gd name="T26" fmla="*/ 89 w 89"/>
                  <a:gd name="T27" fmla="*/ 24 h 24"/>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89" h="24">
                    <a:moveTo>
                      <a:pt x="0" y="0"/>
                    </a:moveTo>
                    <a:lnTo>
                      <a:pt x="0" y="23"/>
                    </a:lnTo>
                    <a:lnTo>
                      <a:pt x="23" y="15"/>
                    </a:lnTo>
                    <a:lnTo>
                      <a:pt x="88" y="15"/>
                    </a:lnTo>
                    <a:lnTo>
                      <a:pt x="88" y="7"/>
                    </a:lnTo>
                    <a:lnTo>
                      <a:pt x="23" y="7"/>
                    </a:lnTo>
                    <a:lnTo>
                      <a:pt x="16" y="0"/>
                    </a:lnTo>
                    <a:lnTo>
                      <a:pt x="0" y="0"/>
                    </a:lnTo>
                  </a:path>
                </a:pathLst>
              </a:custGeom>
              <a:solidFill>
                <a:srgbClr val="C0C0C0"/>
              </a:solidFill>
              <a:ln>
                <a:noFill/>
              </a:ln>
              <a:extLst>
                <a:ext uri="{91240B29-F687-4F45-9708-019B960494DF}">
                  <a14:hiddenLine xmlns:a14="http://schemas.microsoft.com/office/drawing/2010/main" w="12700" cap="rnd" cmpd="sng">
                    <a:solidFill>
                      <a:srgbClr val="000000"/>
                    </a:solidFill>
                    <a:prstDash val="solid"/>
                    <a:round/>
                    <a:headEnd type="none" w="med" len="med"/>
                    <a:tailEnd type="none" w="med" len="med"/>
                  </a14:hiddenLine>
                </a:ext>
              </a:extLst>
            </p:spPr>
            <p:txBody>
              <a:bodyPr/>
              <a:lstStyle/>
              <a:p>
                <a:endParaRPr lang="fr-FR"/>
              </a:p>
            </p:txBody>
          </p:sp>
          <p:sp>
            <p:nvSpPr>
              <p:cNvPr id="29760" name="Freeform 86"/>
              <p:cNvSpPr>
                <a:spLocks/>
              </p:cNvSpPr>
              <p:nvPr/>
            </p:nvSpPr>
            <p:spPr bwMode="auto">
              <a:xfrm>
                <a:off x="878" y="1453"/>
                <a:ext cx="3044" cy="1245"/>
              </a:xfrm>
              <a:custGeom>
                <a:avLst/>
                <a:gdLst>
                  <a:gd name="T0" fmla="*/ 0 w 3044"/>
                  <a:gd name="T1" fmla="*/ 0 h 1245"/>
                  <a:gd name="T2" fmla="*/ 0 w 3044"/>
                  <a:gd name="T3" fmla="*/ 1244 h 1245"/>
                  <a:gd name="T4" fmla="*/ 3043 w 3044"/>
                  <a:gd name="T5" fmla="*/ 1244 h 1245"/>
                  <a:gd name="T6" fmla="*/ 3043 w 3044"/>
                  <a:gd name="T7" fmla="*/ 0 h 1245"/>
                  <a:gd name="T8" fmla="*/ 0 w 3044"/>
                  <a:gd name="T9" fmla="*/ 0 h 1245"/>
                  <a:gd name="T10" fmla="*/ 0 60000 65536"/>
                  <a:gd name="T11" fmla="*/ 0 60000 65536"/>
                  <a:gd name="T12" fmla="*/ 0 60000 65536"/>
                  <a:gd name="T13" fmla="*/ 0 60000 65536"/>
                  <a:gd name="T14" fmla="*/ 0 60000 65536"/>
                  <a:gd name="T15" fmla="*/ 0 w 3044"/>
                  <a:gd name="T16" fmla="*/ 0 h 1245"/>
                  <a:gd name="T17" fmla="*/ 3044 w 3044"/>
                  <a:gd name="T18" fmla="*/ 1245 h 1245"/>
                </a:gdLst>
                <a:ahLst/>
                <a:cxnLst>
                  <a:cxn ang="T10">
                    <a:pos x="T0" y="T1"/>
                  </a:cxn>
                  <a:cxn ang="T11">
                    <a:pos x="T2" y="T3"/>
                  </a:cxn>
                  <a:cxn ang="T12">
                    <a:pos x="T4" y="T5"/>
                  </a:cxn>
                  <a:cxn ang="T13">
                    <a:pos x="T6" y="T7"/>
                  </a:cxn>
                  <a:cxn ang="T14">
                    <a:pos x="T8" y="T9"/>
                  </a:cxn>
                </a:cxnLst>
                <a:rect l="T15" t="T16" r="T17" b="T18"/>
                <a:pathLst>
                  <a:path w="3044" h="1245">
                    <a:moveTo>
                      <a:pt x="0" y="0"/>
                    </a:moveTo>
                    <a:lnTo>
                      <a:pt x="0" y="1244"/>
                    </a:lnTo>
                    <a:lnTo>
                      <a:pt x="3043" y="1244"/>
                    </a:lnTo>
                    <a:lnTo>
                      <a:pt x="3043" y="0"/>
                    </a:lnTo>
                    <a:lnTo>
                      <a:pt x="0" y="0"/>
                    </a:lnTo>
                  </a:path>
                </a:pathLst>
              </a:custGeom>
              <a:solidFill>
                <a:schemeClr val="folHlink"/>
              </a:solidFill>
              <a:ln w="12700" cap="rnd" cmpd="sng">
                <a:solidFill>
                  <a:srgbClr val="000000"/>
                </a:solidFill>
                <a:prstDash val="solid"/>
                <a:round/>
                <a:headEnd type="none" w="med" len="med"/>
                <a:tailEnd type="none" w="med" len="med"/>
              </a:ln>
            </p:spPr>
            <p:txBody>
              <a:bodyPr/>
              <a:lstStyle/>
              <a:p>
                <a:endParaRPr lang="fr-FR"/>
              </a:p>
            </p:txBody>
          </p:sp>
          <p:sp>
            <p:nvSpPr>
              <p:cNvPr id="29761" name="Freeform 87"/>
              <p:cNvSpPr>
                <a:spLocks/>
              </p:cNvSpPr>
              <p:nvPr/>
            </p:nvSpPr>
            <p:spPr bwMode="auto">
              <a:xfrm>
                <a:off x="804" y="2672"/>
                <a:ext cx="3164" cy="102"/>
              </a:xfrm>
              <a:custGeom>
                <a:avLst/>
                <a:gdLst>
                  <a:gd name="T0" fmla="*/ 0 w 3164"/>
                  <a:gd name="T1" fmla="*/ 0 h 102"/>
                  <a:gd name="T2" fmla="*/ 3163 w 3164"/>
                  <a:gd name="T3" fmla="*/ 0 h 102"/>
                  <a:gd name="T4" fmla="*/ 3163 w 3164"/>
                  <a:gd name="T5" fmla="*/ 101 h 102"/>
                  <a:gd name="T6" fmla="*/ 0 w 3164"/>
                  <a:gd name="T7" fmla="*/ 101 h 102"/>
                  <a:gd name="T8" fmla="*/ 0 w 3164"/>
                  <a:gd name="T9" fmla="*/ 0 h 102"/>
                  <a:gd name="T10" fmla="*/ 0 60000 65536"/>
                  <a:gd name="T11" fmla="*/ 0 60000 65536"/>
                  <a:gd name="T12" fmla="*/ 0 60000 65536"/>
                  <a:gd name="T13" fmla="*/ 0 60000 65536"/>
                  <a:gd name="T14" fmla="*/ 0 60000 65536"/>
                  <a:gd name="T15" fmla="*/ 0 w 3164"/>
                  <a:gd name="T16" fmla="*/ 0 h 102"/>
                  <a:gd name="T17" fmla="*/ 3164 w 3164"/>
                  <a:gd name="T18" fmla="*/ 102 h 102"/>
                </a:gdLst>
                <a:ahLst/>
                <a:cxnLst>
                  <a:cxn ang="T10">
                    <a:pos x="T0" y="T1"/>
                  </a:cxn>
                  <a:cxn ang="T11">
                    <a:pos x="T2" y="T3"/>
                  </a:cxn>
                  <a:cxn ang="T12">
                    <a:pos x="T4" y="T5"/>
                  </a:cxn>
                  <a:cxn ang="T13">
                    <a:pos x="T6" y="T7"/>
                  </a:cxn>
                  <a:cxn ang="T14">
                    <a:pos x="T8" y="T9"/>
                  </a:cxn>
                </a:cxnLst>
                <a:rect l="T15" t="T16" r="T17" b="T18"/>
                <a:pathLst>
                  <a:path w="3164" h="102">
                    <a:moveTo>
                      <a:pt x="0" y="0"/>
                    </a:moveTo>
                    <a:lnTo>
                      <a:pt x="3163" y="0"/>
                    </a:lnTo>
                    <a:lnTo>
                      <a:pt x="3163" y="101"/>
                    </a:lnTo>
                    <a:lnTo>
                      <a:pt x="0" y="101"/>
                    </a:lnTo>
                    <a:lnTo>
                      <a:pt x="0" y="0"/>
                    </a:lnTo>
                  </a:path>
                </a:pathLst>
              </a:custGeom>
              <a:solidFill>
                <a:schemeClr val="folHlink"/>
              </a:solidFill>
              <a:ln w="12700" cap="rnd" cmpd="sng">
                <a:solidFill>
                  <a:srgbClr val="000000"/>
                </a:solidFill>
                <a:prstDash val="solid"/>
                <a:round/>
                <a:headEnd type="none" w="med" len="med"/>
                <a:tailEnd type="none" w="med" len="med"/>
              </a:ln>
            </p:spPr>
            <p:txBody>
              <a:bodyPr/>
              <a:lstStyle/>
              <a:p>
                <a:endParaRPr lang="fr-FR"/>
              </a:p>
            </p:txBody>
          </p:sp>
          <p:grpSp>
            <p:nvGrpSpPr>
              <p:cNvPr id="29762" name="Group 88"/>
              <p:cNvGrpSpPr>
                <a:grpSpLocks/>
              </p:cNvGrpSpPr>
              <p:nvPr/>
            </p:nvGrpSpPr>
            <p:grpSpPr bwMode="auto">
              <a:xfrm>
                <a:off x="1859" y="2458"/>
                <a:ext cx="488" cy="529"/>
                <a:chOff x="1859" y="2458"/>
                <a:chExt cx="488" cy="529"/>
              </a:xfrm>
            </p:grpSpPr>
            <p:sp>
              <p:nvSpPr>
                <p:cNvPr id="29766" name="Oval 89"/>
                <p:cNvSpPr>
                  <a:spLocks noChangeArrowheads="1"/>
                </p:cNvSpPr>
                <p:nvPr/>
              </p:nvSpPr>
              <p:spPr bwMode="auto">
                <a:xfrm>
                  <a:off x="1859" y="2458"/>
                  <a:ext cx="488" cy="492"/>
                </a:xfrm>
                <a:prstGeom prst="ellipse">
                  <a:avLst/>
                </a:prstGeom>
                <a:solidFill>
                  <a:schemeClr val="tx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nvGrpSpPr>
                <p:cNvPr id="29767" name="Group 90"/>
                <p:cNvGrpSpPr>
                  <a:grpSpLocks/>
                </p:cNvGrpSpPr>
                <p:nvPr/>
              </p:nvGrpSpPr>
              <p:grpSpPr bwMode="auto">
                <a:xfrm>
                  <a:off x="1874" y="2530"/>
                  <a:ext cx="458" cy="457"/>
                  <a:chOff x="1874" y="2530"/>
                  <a:chExt cx="458" cy="457"/>
                </a:xfrm>
              </p:grpSpPr>
              <p:sp>
                <p:nvSpPr>
                  <p:cNvPr id="29768" name="Oval 91"/>
                  <p:cNvSpPr>
                    <a:spLocks noChangeArrowheads="1"/>
                  </p:cNvSpPr>
                  <p:nvPr/>
                </p:nvSpPr>
                <p:spPr bwMode="auto">
                  <a:xfrm>
                    <a:off x="1874" y="2530"/>
                    <a:ext cx="458" cy="457"/>
                  </a:xfrm>
                  <a:prstGeom prst="ellipse">
                    <a:avLst/>
                  </a:prstGeom>
                  <a:solidFill>
                    <a:schemeClr val="tx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29769" name="Oval 92"/>
                  <p:cNvSpPr>
                    <a:spLocks noChangeArrowheads="1"/>
                  </p:cNvSpPr>
                  <p:nvPr/>
                </p:nvSpPr>
                <p:spPr bwMode="auto">
                  <a:xfrm>
                    <a:off x="2010" y="2666"/>
                    <a:ext cx="184" cy="183"/>
                  </a:xfrm>
                  <a:prstGeom prst="ellipse">
                    <a:avLst/>
                  </a:prstGeom>
                  <a:solidFill>
                    <a:schemeClr val="tx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grpSp>
          <p:sp>
            <p:nvSpPr>
              <p:cNvPr id="29763" name="Rectangle 93"/>
              <p:cNvSpPr>
                <a:spLocks noChangeArrowheads="1"/>
              </p:cNvSpPr>
              <p:nvPr/>
            </p:nvSpPr>
            <p:spPr bwMode="auto">
              <a:xfrm>
                <a:off x="1088" y="2011"/>
                <a:ext cx="2614" cy="101"/>
              </a:xfrm>
              <a:prstGeom prst="rect">
                <a:avLst/>
              </a:prstGeom>
              <a:solidFill>
                <a:schemeClr val="bg2"/>
              </a:solidFill>
              <a:ln w="12700">
                <a:solidFill>
                  <a:srgbClr val="000000"/>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29764" name="Line 94"/>
              <p:cNvSpPr>
                <a:spLocks noChangeShapeType="1"/>
              </p:cNvSpPr>
              <p:nvPr/>
            </p:nvSpPr>
            <p:spPr bwMode="auto">
              <a:xfrm>
                <a:off x="882" y="2180"/>
                <a:ext cx="3007" cy="0"/>
              </a:xfrm>
              <a:prstGeom prst="line">
                <a:avLst/>
              </a:prstGeom>
              <a:noFill/>
              <a:ln w="12700">
                <a:solidFill>
                  <a:srgbClr val="000000"/>
                </a:solidFill>
                <a:round/>
                <a:headEnd/>
                <a:tailEnd/>
              </a:ln>
              <a:extLst>
                <a:ext uri="{909E8E84-426E-40DD-AFC4-6F175D3DCCD1}">
                  <a14:hiddenFill xmlns:a14="http://schemas.microsoft.com/office/drawing/2010/main">
                    <a:noFill/>
                  </a14:hiddenFill>
                </a:ext>
              </a:extLst>
            </p:spPr>
            <p:txBody>
              <a:bodyPr wrap="none" anchor="ctr"/>
              <a:lstStyle/>
              <a:p>
                <a:endParaRPr lang="fr-FR"/>
              </a:p>
            </p:txBody>
          </p:sp>
          <p:sp>
            <p:nvSpPr>
              <p:cNvPr id="29765" name="Oval 95"/>
              <p:cNvSpPr>
                <a:spLocks noChangeArrowheads="1"/>
              </p:cNvSpPr>
              <p:nvPr/>
            </p:nvSpPr>
            <p:spPr bwMode="auto">
              <a:xfrm>
                <a:off x="2007" y="2648"/>
                <a:ext cx="184" cy="183"/>
              </a:xfrm>
              <a:prstGeom prst="ellipse">
                <a:avLst/>
              </a:prstGeom>
              <a:solidFill>
                <a:srgbClr val="C0C0C0"/>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sp>
          <p:nvSpPr>
            <p:cNvPr id="29745" name="Line 99"/>
            <p:cNvSpPr>
              <a:spLocks noChangeShapeType="1"/>
            </p:cNvSpPr>
            <p:nvPr/>
          </p:nvSpPr>
          <p:spPr bwMode="auto">
            <a:xfrm>
              <a:off x="1245" y="1707"/>
              <a:ext cx="233" cy="319"/>
            </a:xfrm>
            <a:prstGeom prst="line">
              <a:avLst/>
            </a:prstGeom>
            <a:noFill/>
            <a:ln w="6350">
              <a:solidFill>
                <a:schemeClr val="tx2"/>
              </a:solidFill>
              <a:round/>
              <a:headEnd/>
              <a:tailEnd type="triangle" w="med" len="med"/>
            </a:ln>
            <a:extLst>
              <a:ext uri="{909E8E84-426E-40DD-AFC4-6F175D3DCCD1}">
                <a14:hiddenFill xmlns:a14="http://schemas.microsoft.com/office/drawing/2010/main">
                  <a:noFill/>
                </a14:hiddenFill>
              </a:ext>
            </a:extLst>
          </p:spPr>
          <p:txBody>
            <a:bodyPr wrap="none" anchor="ctr"/>
            <a:lstStyle/>
            <a:p>
              <a:endParaRPr lang="fr-FR"/>
            </a:p>
          </p:txBody>
        </p:sp>
        <p:sp>
          <p:nvSpPr>
            <p:cNvPr id="29746" name="Line 100"/>
            <p:cNvSpPr>
              <a:spLocks noChangeShapeType="1"/>
            </p:cNvSpPr>
            <p:nvPr/>
          </p:nvSpPr>
          <p:spPr bwMode="auto">
            <a:xfrm>
              <a:off x="1325" y="2195"/>
              <a:ext cx="171" cy="0"/>
            </a:xfrm>
            <a:prstGeom prst="line">
              <a:avLst/>
            </a:prstGeom>
            <a:noFill/>
            <a:ln w="6350">
              <a:solidFill>
                <a:schemeClr val="tx2"/>
              </a:solidFill>
              <a:round/>
              <a:headEnd/>
              <a:tailEnd type="triangle" w="med" len="med"/>
            </a:ln>
            <a:extLst>
              <a:ext uri="{909E8E84-426E-40DD-AFC4-6F175D3DCCD1}">
                <a14:hiddenFill xmlns:a14="http://schemas.microsoft.com/office/drawing/2010/main">
                  <a:noFill/>
                </a14:hiddenFill>
              </a:ext>
            </a:extLst>
          </p:spPr>
          <p:txBody>
            <a:bodyPr wrap="none" anchor="ctr"/>
            <a:lstStyle/>
            <a:p>
              <a:endParaRPr lang="fr-FR"/>
            </a:p>
          </p:txBody>
        </p:sp>
        <p:sp>
          <p:nvSpPr>
            <p:cNvPr id="29747" name="Line 101"/>
            <p:cNvSpPr>
              <a:spLocks noChangeShapeType="1"/>
            </p:cNvSpPr>
            <p:nvPr/>
          </p:nvSpPr>
          <p:spPr bwMode="auto">
            <a:xfrm flipV="1">
              <a:off x="1281" y="2405"/>
              <a:ext cx="203" cy="270"/>
            </a:xfrm>
            <a:prstGeom prst="line">
              <a:avLst/>
            </a:prstGeom>
            <a:noFill/>
            <a:ln w="6350">
              <a:solidFill>
                <a:schemeClr val="tx2"/>
              </a:solidFill>
              <a:round/>
              <a:headEnd/>
              <a:tailEnd type="triangle" w="med" len="med"/>
            </a:ln>
            <a:extLst>
              <a:ext uri="{909E8E84-426E-40DD-AFC4-6F175D3DCCD1}">
                <a14:hiddenFill xmlns:a14="http://schemas.microsoft.com/office/drawing/2010/main">
                  <a:noFill/>
                </a14:hiddenFill>
              </a:ext>
            </a:extLst>
          </p:spPr>
          <p:txBody>
            <a:bodyPr wrap="none" anchor="ctr"/>
            <a:lstStyle/>
            <a:p>
              <a:endParaRPr lang="fr-FR"/>
            </a:p>
          </p:txBody>
        </p:sp>
        <p:sp>
          <p:nvSpPr>
            <p:cNvPr id="29748" name="Rectangle 114"/>
            <p:cNvSpPr>
              <a:spLocks noChangeArrowheads="1"/>
            </p:cNvSpPr>
            <p:nvPr/>
          </p:nvSpPr>
          <p:spPr bwMode="auto">
            <a:xfrm rot="-5400000">
              <a:off x="1022" y="2024"/>
              <a:ext cx="132" cy="342"/>
            </a:xfrm>
            <a:prstGeom prst="rect">
              <a:avLst/>
            </a:prstGeom>
            <a:solidFill>
              <a:schemeClr val="accent2"/>
            </a:solidFill>
            <a:ln w="9525" algn="ctr">
              <a:solidFill>
                <a:schemeClr val="tx1"/>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29749" name="Oval 115"/>
            <p:cNvSpPr>
              <a:spLocks noChangeArrowheads="1"/>
            </p:cNvSpPr>
            <p:nvPr/>
          </p:nvSpPr>
          <p:spPr bwMode="auto">
            <a:xfrm rot="-5400000">
              <a:off x="979" y="2615"/>
              <a:ext cx="213" cy="196"/>
            </a:xfrm>
            <a:prstGeom prst="ellipse">
              <a:avLst/>
            </a:prstGeom>
            <a:solidFill>
              <a:srgbClr val="FC2C1C"/>
            </a:solidFill>
            <a:ln w="9525">
              <a:solidFill>
                <a:schemeClr val="tx1"/>
              </a:solidFill>
              <a:round/>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29750" name="Oval 116"/>
            <p:cNvSpPr>
              <a:spLocks noChangeArrowheads="1"/>
            </p:cNvSpPr>
            <p:nvPr/>
          </p:nvSpPr>
          <p:spPr bwMode="auto">
            <a:xfrm rot="-5400000">
              <a:off x="948" y="2664"/>
              <a:ext cx="213" cy="196"/>
            </a:xfrm>
            <a:prstGeom prst="ellipse">
              <a:avLst/>
            </a:prstGeom>
            <a:solidFill>
              <a:srgbClr val="00CC66"/>
            </a:solidFill>
            <a:ln w="9525">
              <a:solidFill>
                <a:schemeClr val="tx1"/>
              </a:solidFill>
              <a:round/>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grpSp>
        <p:nvGrpSpPr>
          <p:cNvPr id="16" name="Group 131"/>
          <p:cNvGrpSpPr>
            <a:grpSpLocks/>
          </p:cNvGrpSpPr>
          <p:nvPr/>
        </p:nvGrpSpPr>
        <p:grpSpPr bwMode="auto">
          <a:xfrm>
            <a:off x="2889250" y="2592388"/>
            <a:ext cx="2463800" cy="2449512"/>
            <a:chOff x="1820" y="1633"/>
            <a:chExt cx="1552" cy="1543"/>
          </a:xfrm>
        </p:grpSpPr>
        <p:sp>
          <p:nvSpPr>
            <p:cNvPr id="29719" name="Rectangle 11"/>
            <p:cNvSpPr>
              <a:spLocks noChangeArrowheads="1"/>
            </p:cNvSpPr>
            <p:nvPr/>
          </p:nvSpPr>
          <p:spPr bwMode="auto">
            <a:xfrm rot="-5400000">
              <a:off x="2469" y="1605"/>
              <a:ext cx="189" cy="245"/>
            </a:xfrm>
            <a:prstGeom prst="rect">
              <a:avLst/>
            </a:prstGeom>
            <a:solidFill>
              <a:srgbClr val="FFFF00"/>
            </a:solidFill>
            <a:ln w="9525">
              <a:solidFill>
                <a:schemeClr val="tx1"/>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29720" name="Text Box 61"/>
            <p:cNvSpPr txBox="1">
              <a:spLocks noChangeArrowheads="1"/>
            </p:cNvSpPr>
            <p:nvPr/>
          </p:nvSpPr>
          <p:spPr bwMode="auto">
            <a:xfrm>
              <a:off x="1820" y="2858"/>
              <a:ext cx="713" cy="3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b">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a:lnSpc>
                  <a:spcPct val="90000"/>
                </a:lnSpc>
                <a:spcBef>
                  <a:spcPct val="0"/>
                </a:spcBef>
                <a:buFontTx/>
                <a:buNone/>
              </a:pPr>
              <a:r>
                <a:rPr kumimoji="1" lang="fr-FR" altLang="fr-FR" sz="1600">
                  <a:solidFill>
                    <a:srgbClr val="003399"/>
                  </a:solidFill>
                </a:rPr>
                <a:t>couronnes</a:t>
              </a:r>
            </a:p>
            <a:p>
              <a:pPr algn="ctr">
                <a:lnSpc>
                  <a:spcPct val="90000"/>
                </a:lnSpc>
                <a:spcBef>
                  <a:spcPct val="0"/>
                </a:spcBef>
                <a:buFontTx/>
                <a:buNone/>
              </a:pPr>
              <a:r>
                <a:rPr kumimoji="1" lang="fr-FR" altLang="fr-FR" sz="1400">
                  <a:solidFill>
                    <a:schemeClr val="tx1"/>
                  </a:solidFill>
                </a:rPr>
                <a:t>(phase A)</a:t>
              </a:r>
            </a:p>
          </p:txBody>
        </p:sp>
        <p:sp>
          <p:nvSpPr>
            <p:cNvPr id="29721" name="Text Box 62"/>
            <p:cNvSpPr txBox="1">
              <a:spLocks noChangeArrowheads="1"/>
            </p:cNvSpPr>
            <p:nvPr/>
          </p:nvSpPr>
          <p:spPr bwMode="auto">
            <a:xfrm>
              <a:off x="2659" y="2850"/>
              <a:ext cx="713" cy="3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b">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a:lnSpc>
                  <a:spcPct val="90000"/>
                </a:lnSpc>
                <a:spcBef>
                  <a:spcPct val="0"/>
                </a:spcBef>
                <a:buFontTx/>
                <a:buNone/>
              </a:pPr>
              <a:r>
                <a:rPr kumimoji="1" lang="fr-FR" altLang="fr-FR" sz="1600">
                  <a:solidFill>
                    <a:srgbClr val="003399"/>
                  </a:solidFill>
                </a:rPr>
                <a:t>couronnes</a:t>
              </a:r>
            </a:p>
            <a:p>
              <a:pPr algn="ctr">
                <a:lnSpc>
                  <a:spcPct val="90000"/>
                </a:lnSpc>
                <a:spcBef>
                  <a:spcPct val="0"/>
                </a:spcBef>
                <a:buFontTx/>
                <a:buNone/>
              </a:pPr>
              <a:r>
                <a:rPr kumimoji="1" lang="fr-FR" altLang="fr-FR" sz="1400">
                  <a:solidFill>
                    <a:schemeClr val="tx1"/>
                  </a:solidFill>
                </a:rPr>
                <a:t>(phase B)</a:t>
              </a:r>
            </a:p>
          </p:txBody>
        </p:sp>
        <p:sp>
          <p:nvSpPr>
            <p:cNvPr id="29722" name="Rectangle 97"/>
            <p:cNvSpPr>
              <a:spLocks noChangeArrowheads="1"/>
            </p:cNvSpPr>
            <p:nvPr/>
          </p:nvSpPr>
          <p:spPr bwMode="auto">
            <a:xfrm rot="-5400000">
              <a:off x="2502" y="1980"/>
              <a:ext cx="132" cy="368"/>
            </a:xfrm>
            <a:prstGeom prst="rect">
              <a:avLst/>
            </a:prstGeom>
            <a:solidFill>
              <a:srgbClr val="FF0000"/>
            </a:solidFill>
            <a:ln w="9525" algn="ctr">
              <a:solidFill>
                <a:schemeClr val="tx1"/>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29723" name="Line 102"/>
            <p:cNvSpPr>
              <a:spLocks noChangeShapeType="1"/>
            </p:cNvSpPr>
            <p:nvPr/>
          </p:nvSpPr>
          <p:spPr bwMode="auto">
            <a:xfrm flipV="1">
              <a:off x="1954" y="1779"/>
              <a:ext cx="337" cy="387"/>
            </a:xfrm>
            <a:prstGeom prst="line">
              <a:avLst/>
            </a:prstGeom>
            <a:noFill/>
            <a:ln w="6350">
              <a:solidFill>
                <a:schemeClr val="tx2"/>
              </a:solidFill>
              <a:round/>
              <a:headEnd/>
              <a:tailEnd type="triangle" w="med" len="med"/>
            </a:ln>
            <a:extLst>
              <a:ext uri="{909E8E84-426E-40DD-AFC4-6F175D3DCCD1}">
                <a14:hiddenFill xmlns:a14="http://schemas.microsoft.com/office/drawing/2010/main">
                  <a:noFill/>
                </a14:hiddenFill>
              </a:ext>
            </a:extLst>
          </p:spPr>
          <p:txBody>
            <a:bodyPr wrap="none" anchor="ctr"/>
            <a:lstStyle/>
            <a:p>
              <a:endParaRPr lang="fr-FR"/>
            </a:p>
          </p:txBody>
        </p:sp>
        <p:sp>
          <p:nvSpPr>
            <p:cNvPr id="29724" name="Line 103"/>
            <p:cNvSpPr>
              <a:spLocks noChangeShapeType="1"/>
            </p:cNvSpPr>
            <p:nvPr/>
          </p:nvSpPr>
          <p:spPr bwMode="auto">
            <a:xfrm>
              <a:off x="1943" y="2195"/>
              <a:ext cx="300" cy="0"/>
            </a:xfrm>
            <a:prstGeom prst="line">
              <a:avLst/>
            </a:prstGeom>
            <a:noFill/>
            <a:ln w="6350">
              <a:solidFill>
                <a:schemeClr val="tx2"/>
              </a:solidFill>
              <a:round/>
              <a:headEnd/>
              <a:tailEnd type="triangle" w="med" len="med"/>
            </a:ln>
            <a:extLst>
              <a:ext uri="{909E8E84-426E-40DD-AFC4-6F175D3DCCD1}">
                <a14:hiddenFill xmlns:a14="http://schemas.microsoft.com/office/drawing/2010/main">
                  <a:noFill/>
                </a14:hiddenFill>
              </a:ext>
            </a:extLst>
          </p:spPr>
          <p:txBody>
            <a:bodyPr wrap="none" anchor="ctr"/>
            <a:lstStyle/>
            <a:p>
              <a:endParaRPr lang="fr-FR"/>
            </a:p>
          </p:txBody>
        </p:sp>
        <p:sp>
          <p:nvSpPr>
            <p:cNvPr id="29725" name="Line 104"/>
            <p:cNvSpPr>
              <a:spLocks noChangeShapeType="1"/>
            </p:cNvSpPr>
            <p:nvPr/>
          </p:nvSpPr>
          <p:spPr bwMode="auto">
            <a:xfrm>
              <a:off x="1961" y="2277"/>
              <a:ext cx="239" cy="270"/>
            </a:xfrm>
            <a:prstGeom prst="line">
              <a:avLst/>
            </a:prstGeom>
            <a:noFill/>
            <a:ln w="6350">
              <a:solidFill>
                <a:schemeClr val="tx2"/>
              </a:solidFill>
              <a:round/>
              <a:headEnd/>
              <a:tailEnd type="triangle" w="med" len="med"/>
            </a:ln>
            <a:extLst>
              <a:ext uri="{909E8E84-426E-40DD-AFC4-6F175D3DCCD1}">
                <a14:hiddenFill xmlns:a14="http://schemas.microsoft.com/office/drawing/2010/main">
                  <a:noFill/>
                </a14:hiddenFill>
              </a:ext>
            </a:extLst>
          </p:spPr>
          <p:txBody>
            <a:bodyPr wrap="none" anchor="ctr"/>
            <a:lstStyle/>
            <a:p>
              <a:endParaRPr lang="fr-FR"/>
            </a:p>
          </p:txBody>
        </p:sp>
        <p:sp>
          <p:nvSpPr>
            <p:cNvPr id="29726" name="Line 105"/>
            <p:cNvSpPr>
              <a:spLocks noChangeShapeType="1"/>
            </p:cNvSpPr>
            <p:nvPr/>
          </p:nvSpPr>
          <p:spPr bwMode="auto">
            <a:xfrm>
              <a:off x="2463" y="2644"/>
              <a:ext cx="300" cy="0"/>
            </a:xfrm>
            <a:prstGeom prst="line">
              <a:avLst/>
            </a:prstGeom>
            <a:noFill/>
            <a:ln w="6350">
              <a:solidFill>
                <a:schemeClr val="tx2"/>
              </a:solidFill>
              <a:round/>
              <a:headEnd/>
              <a:tailEnd type="triangle" w="med" len="med"/>
            </a:ln>
            <a:extLst>
              <a:ext uri="{909E8E84-426E-40DD-AFC4-6F175D3DCCD1}">
                <a14:hiddenFill xmlns:a14="http://schemas.microsoft.com/office/drawing/2010/main">
                  <a:noFill/>
                </a14:hiddenFill>
              </a:ext>
            </a:extLst>
          </p:spPr>
          <p:txBody>
            <a:bodyPr wrap="none" anchor="ctr"/>
            <a:lstStyle/>
            <a:p>
              <a:endParaRPr lang="fr-FR"/>
            </a:p>
          </p:txBody>
        </p:sp>
        <p:sp>
          <p:nvSpPr>
            <p:cNvPr id="29727" name="Line 106"/>
            <p:cNvSpPr>
              <a:spLocks noChangeShapeType="1"/>
            </p:cNvSpPr>
            <p:nvPr/>
          </p:nvSpPr>
          <p:spPr bwMode="auto">
            <a:xfrm>
              <a:off x="2850" y="2195"/>
              <a:ext cx="300" cy="0"/>
            </a:xfrm>
            <a:prstGeom prst="line">
              <a:avLst/>
            </a:prstGeom>
            <a:noFill/>
            <a:ln w="6350">
              <a:solidFill>
                <a:schemeClr val="tx2"/>
              </a:solidFill>
              <a:round/>
              <a:headEnd/>
              <a:tailEnd type="triangle" w="med" len="med"/>
            </a:ln>
            <a:extLst>
              <a:ext uri="{909E8E84-426E-40DD-AFC4-6F175D3DCCD1}">
                <a14:hiddenFill xmlns:a14="http://schemas.microsoft.com/office/drawing/2010/main">
                  <a:noFill/>
                </a14:hiddenFill>
              </a:ext>
            </a:extLst>
          </p:spPr>
          <p:txBody>
            <a:bodyPr wrap="none" anchor="ctr"/>
            <a:lstStyle/>
            <a:p>
              <a:endParaRPr lang="fr-FR"/>
            </a:p>
          </p:txBody>
        </p:sp>
        <p:sp>
          <p:nvSpPr>
            <p:cNvPr id="29728" name="Line 107"/>
            <p:cNvSpPr>
              <a:spLocks noChangeShapeType="1"/>
            </p:cNvSpPr>
            <p:nvPr/>
          </p:nvSpPr>
          <p:spPr bwMode="auto">
            <a:xfrm>
              <a:off x="2831" y="1800"/>
              <a:ext cx="239" cy="270"/>
            </a:xfrm>
            <a:prstGeom prst="line">
              <a:avLst/>
            </a:prstGeom>
            <a:noFill/>
            <a:ln w="6350">
              <a:solidFill>
                <a:schemeClr val="tx2"/>
              </a:solidFill>
              <a:round/>
              <a:headEnd/>
              <a:tailEnd type="triangle" w="med" len="med"/>
            </a:ln>
            <a:extLst>
              <a:ext uri="{909E8E84-426E-40DD-AFC4-6F175D3DCCD1}">
                <a14:hiddenFill xmlns:a14="http://schemas.microsoft.com/office/drawing/2010/main">
                  <a:noFill/>
                </a14:hiddenFill>
              </a:ext>
            </a:extLst>
          </p:spPr>
          <p:txBody>
            <a:bodyPr wrap="none" anchor="ctr"/>
            <a:lstStyle/>
            <a:p>
              <a:endParaRPr lang="fr-FR"/>
            </a:p>
          </p:txBody>
        </p:sp>
        <p:sp>
          <p:nvSpPr>
            <p:cNvPr id="29729" name="Line 108"/>
            <p:cNvSpPr>
              <a:spLocks noChangeShapeType="1"/>
            </p:cNvSpPr>
            <p:nvPr/>
          </p:nvSpPr>
          <p:spPr bwMode="auto">
            <a:xfrm flipV="1">
              <a:off x="2947" y="2294"/>
              <a:ext cx="190" cy="264"/>
            </a:xfrm>
            <a:prstGeom prst="line">
              <a:avLst/>
            </a:prstGeom>
            <a:noFill/>
            <a:ln w="6350">
              <a:solidFill>
                <a:schemeClr val="tx2"/>
              </a:solidFill>
              <a:round/>
              <a:headEnd/>
              <a:tailEnd type="triangle" w="med" len="med"/>
            </a:ln>
            <a:extLst>
              <a:ext uri="{909E8E84-426E-40DD-AFC4-6F175D3DCCD1}">
                <a14:hiddenFill xmlns:a14="http://schemas.microsoft.com/office/drawing/2010/main">
                  <a:noFill/>
                </a14:hiddenFill>
              </a:ext>
            </a:extLst>
          </p:spPr>
          <p:txBody>
            <a:bodyPr wrap="none" anchor="ctr"/>
            <a:lstStyle/>
            <a:p>
              <a:endParaRPr lang="fr-FR"/>
            </a:p>
          </p:txBody>
        </p:sp>
        <p:sp>
          <p:nvSpPr>
            <p:cNvPr id="29730" name="Rectangle 117"/>
            <p:cNvSpPr>
              <a:spLocks noChangeArrowheads="1"/>
            </p:cNvSpPr>
            <p:nvPr/>
          </p:nvSpPr>
          <p:spPr bwMode="auto">
            <a:xfrm rot="-5400000">
              <a:off x="2474" y="2030"/>
              <a:ext cx="132" cy="342"/>
            </a:xfrm>
            <a:prstGeom prst="rect">
              <a:avLst/>
            </a:prstGeom>
            <a:solidFill>
              <a:schemeClr val="accent2"/>
            </a:solidFill>
            <a:ln w="9525" algn="ctr">
              <a:solidFill>
                <a:schemeClr val="tx1"/>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29731" name="Oval 118"/>
            <p:cNvSpPr>
              <a:spLocks noChangeArrowheads="1"/>
            </p:cNvSpPr>
            <p:nvPr/>
          </p:nvSpPr>
          <p:spPr bwMode="auto">
            <a:xfrm rot="-5400000">
              <a:off x="2216" y="2523"/>
              <a:ext cx="213" cy="196"/>
            </a:xfrm>
            <a:prstGeom prst="ellipse">
              <a:avLst/>
            </a:prstGeom>
            <a:solidFill>
              <a:schemeClr val="bg1"/>
            </a:solidFill>
            <a:ln w="9525">
              <a:solidFill>
                <a:schemeClr val="tx1"/>
              </a:solidFill>
              <a:round/>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29732" name="Oval 119"/>
            <p:cNvSpPr>
              <a:spLocks noChangeArrowheads="1"/>
            </p:cNvSpPr>
            <p:nvPr/>
          </p:nvSpPr>
          <p:spPr bwMode="auto">
            <a:xfrm rot="-5400000">
              <a:off x="2186" y="2566"/>
              <a:ext cx="213" cy="196"/>
            </a:xfrm>
            <a:prstGeom prst="ellipse">
              <a:avLst/>
            </a:prstGeom>
            <a:solidFill>
              <a:srgbClr val="FC2C1C"/>
            </a:solidFill>
            <a:ln w="9525">
              <a:solidFill>
                <a:schemeClr val="tx1"/>
              </a:solidFill>
              <a:round/>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29733" name="Oval 120"/>
            <p:cNvSpPr>
              <a:spLocks noChangeArrowheads="1"/>
            </p:cNvSpPr>
            <p:nvPr/>
          </p:nvSpPr>
          <p:spPr bwMode="auto">
            <a:xfrm rot="-5400000">
              <a:off x="2155" y="2615"/>
              <a:ext cx="213" cy="196"/>
            </a:xfrm>
            <a:prstGeom prst="ellipse">
              <a:avLst/>
            </a:prstGeom>
            <a:solidFill>
              <a:srgbClr val="00CC66"/>
            </a:solidFill>
            <a:ln w="9525">
              <a:solidFill>
                <a:schemeClr val="tx1"/>
              </a:solidFill>
              <a:round/>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29734" name="Oval 121"/>
            <p:cNvSpPr>
              <a:spLocks noChangeArrowheads="1"/>
            </p:cNvSpPr>
            <p:nvPr/>
          </p:nvSpPr>
          <p:spPr bwMode="auto">
            <a:xfrm rot="-5400000">
              <a:off x="2786" y="2516"/>
              <a:ext cx="213" cy="196"/>
            </a:xfrm>
            <a:prstGeom prst="ellipse">
              <a:avLst/>
            </a:prstGeom>
            <a:solidFill>
              <a:schemeClr val="bg1"/>
            </a:solidFill>
            <a:ln w="9525">
              <a:solidFill>
                <a:schemeClr val="tx1"/>
              </a:solidFill>
              <a:round/>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29735" name="Oval 122"/>
            <p:cNvSpPr>
              <a:spLocks noChangeArrowheads="1"/>
            </p:cNvSpPr>
            <p:nvPr/>
          </p:nvSpPr>
          <p:spPr bwMode="auto">
            <a:xfrm rot="-5400000">
              <a:off x="2756" y="2559"/>
              <a:ext cx="213" cy="196"/>
            </a:xfrm>
            <a:prstGeom prst="ellipse">
              <a:avLst/>
            </a:prstGeom>
            <a:solidFill>
              <a:srgbClr val="FC2C1C"/>
            </a:solidFill>
            <a:ln w="9525">
              <a:solidFill>
                <a:schemeClr val="tx1"/>
              </a:solidFill>
              <a:round/>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29736" name="Oval 123"/>
            <p:cNvSpPr>
              <a:spLocks noChangeArrowheads="1"/>
            </p:cNvSpPr>
            <p:nvPr/>
          </p:nvSpPr>
          <p:spPr bwMode="auto">
            <a:xfrm rot="-5400000">
              <a:off x="2725" y="2608"/>
              <a:ext cx="213" cy="196"/>
            </a:xfrm>
            <a:prstGeom prst="ellipse">
              <a:avLst/>
            </a:prstGeom>
            <a:solidFill>
              <a:srgbClr val="00CC66"/>
            </a:solidFill>
            <a:ln w="9525">
              <a:solidFill>
                <a:schemeClr val="tx1"/>
              </a:solidFill>
              <a:round/>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grpSp>
        <p:nvGrpSpPr>
          <p:cNvPr id="17" name="Group 132"/>
          <p:cNvGrpSpPr>
            <a:grpSpLocks/>
          </p:cNvGrpSpPr>
          <p:nvPr/>
        </p:nvGrpSpPr>
        <p:grpSpPr bwMode="auto">
          <a:xfrm>
            <a:off x="5729288" y="2476500"/>
            <a:ext cx="1295400" cy="1544638"/>
            <a:chOff x="3609" y="1560"/>
            <a:chExt cx="816" cy="973"/>
          </a:xfrm>
        </p:grpSpPr>
        <p:sp>
          <p:nvSpPr>
            <p:cNvPr id="29712" name="Text Box 57"/>
            <p:cNvSpPr txBox="1">
              <a:spLocks noChangeArrowheads="1"/>
            </p:cNvSpPr>
            <p:nvPr/>
          </p:nvSpPr>
          <p:spPr bwMode="auto">
            <a:xfrm>
              <a:off x="3776" y="1560"/>
              <a:ext cx="526" cy="1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a:spcBef>
                  <a:spcPct val="0"/>
                </a:spcBef>
                <a:buFontTx/>
                <a:buNone/>
              </a:pPr>
              <a:r>
                <a:rPr lang="fr-FR" altLang="fr-FR" sz="1400">
                  <a:solidFill>
                    <a:schemeClr val="tx1"/>
                  </a:solidFill>
                </a:rPr>
                <a:t>R1 à R6</a:t>
              </a:r>
            </a:p>
          </p:txBody>
        </p:sp>
        <p:sp>
          <p:nvSpPr>
            <p:cNvPr id="29713" name="Line 109"/>
            <p:cNvSpPr>
              <a:spLocks noChangeShapeType="1"/>
            </p:cNvSpPr>
            <p:nvPr/>
          </p:nvSpPr>
          <p:spPr bwMode="auto">
            <a:xfrm>
              <a:off x="3609" y="2195"/>
              <a:ext cx="196" cy="0"/>
            </a:xfrm>
            <a:prstGeom prst="line">
              <a:avLst/>
            </a:prstGeom>
            <a:noFill/>
            <a:ln w="6350">
              <a:solidFill>
                <a:schemeClr val="tx2"/>
              </a:solidFill>
              <a:round/>
              <a:headEnd/>
              <a:tailEnd type="triangle" w="med" len="med"/>
            </a:ln>
            <a:extLst>
              <a:ext uri="{909E8E84-426E-40DD-AFC4-6F175D3DCCD1}">
                <a14:hiddenFill xmlns:a14="http://schemas.microsoft.com/office/drawing/2010/main">
                  <a:noFill/>
                </a14:hiddenFill>
              </a:ext>
            </a:extLst>
          </p:spPr>
          <p:txBody>
            <a:bodyPr wrap="none" anchor="ctr"/>
            <a:lstStyle/>
            <a:p>
              <a:endParaRPr lang="fr-FR"/>
            </a:p>
          </p:txBody>
        </p:sp>
        <p:sp>
          <p:nvSpPr>
            <p:cNvPr id="29714" name="Line 110"/>
            <p:cNvSpPr>
              <a:spLocks noChangeShapeType="1"/>
            </p:cNvSpPr>
            <p:nvPr/>
          </p:nvSpPr>
          <p:spPr bwMode="auto">
            <a:xfrm>
              <a:off x="4229" y="2196"/>
              <a:ext cx="196" cy="0"/>
            </a:xfrm>
            <a:prstGeom prst="line">
              <a:avLst/>
            </a:prstGeom>
            <a:noFill/>
            <a:ln w="6350">
              <a:solidFill>
                <a:schemeClr val="tx2"/>
              </a:solidFill>
              <a:round/>
              <a:headEnd/>
              <a:tailEnd type="triangle" w="med" len="med"/>
            </a:ln>
            <a:extLst>
              <a:ext uri="{909E8E84-426E-40DD-AFC4-6F175D3DCCD1}">
                <a14:hiddenFill xmlns:a14="http://schemas.microsoft.com/office/drawing/2010/main">
                  <a:noFill/>
                </a14:hiddenFill>
              </a:ext>
            </a:extLst>
          </p:spPr>
          <p:txBody>
            <a:bodyPr wrap="none" anchor="ctr"/>
            <a:lstStyle/>
            <a:p>
              <a:endParaRPr lang="fr-FR"/>
            </a:p>
          </p:txBody>
        </p:sp>
        <p:sp>
          <p:nvSpPr>
            <p:cNvPr id="29715" name="Rectangle 66"/>
            <p:cNvSpPr>
              <a:spLocks noChangeArrowheads="1"/>
            </p:cNvSpPr>
            <p:nvPr/>
          </p:nvSpPr>
          <p:spPr bwMode="auto">
            <a:xfrm>
              <a:off x="3826" y="1816"/>
              <a:ext cx="423" cy="717"/>
            </a:xfrm>
            <a:prstGeom prst="rect">
              <a:avLst/>
            </a:prstGeom>
            <a:solidFill>
              <a:schemeClr val="bg1"/>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3200">
                  <a:solidFill>
                    <a:schemeClr val="tx1"/>
                  </a:solidFill>
                </a:rPr>
                <a:t>=</a:t>
              </a:r>
            </a:p>
          </p:txBody>
        </p:sp>
        <p:sp>
          <p:nvSpPr>
            <p:cNvPr id="29716" name="Rectangle 10"/>
            <p:cNvSpPr>
              <a:spLocks noChangeArrowheads="1"/>
            </p:cNvSpPr>
            <p:nvPr/>
          </p:nvSpPr>
          <p:spPr bwMode="auto">
            <a:xfrm rot="-5400000">
              <a:off x="3969" y="2019"/>
              <a:ext cx="132" cy="332"/>
            </a:xfrm>
            <a:prstGeom prst="rect">
              <a:avLst/>
            </a:prstGeom>
            <a:solidFill>
              <a:srgbClr val="FF0000"/>
            </a:solidFill>
            <a:ln w="9525" algn="ctr">
              <a:solidFill>
                <a:schemeClr val="tx1"/>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29717" name="Rectangle 51"/>
            <p:cNvSpPr>
              <a:spLocks noChangeArrowheads="1"/>
            </p:cNvSpPr>
            <p:nvPr/>
          </p:nvSpPr>
          <p:spPr bwMode="auto">
            <a:xfrm rot="-5400000">
              <a:off x="3945" y="1875"/>
              <a:ext cx="159" cy="208"/>
            </a:xfrm>
            <a:prstGeom prst="rect">
              <a:avLst/>
            </a:prstGeom>
            <a:solidFill>
              <a:srgbClr val="FFFF00"/>
            </a:solidFill>
            <a:ln w="9525">
              <a:solidFill>
                <a:schemeClr val="tx1"/>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29718" name="Oval 52"/>
            <p:cNvSpPr>
              <a:spLocks noChangeArrowheads="1"/>
            </p:cNvSpPr>
            <p:nvPr/>
          </p:nvSpPr>
          <p:spPr bwMode="auto">
            <a:xfrm rot="-5400000">
              <a:off x="3942" y="2288"/>
              <a:ext cx="188" cy="173"/>
            </a:xfrm>
            <a:prstGeom prst="ellipse">
              <a:avLst/>
            </a:prstGeom>
            <a:solidFill>
              <a:schemeClr val="bg1"/>
            </a:solidFill>
            <a:ln w="9525">
              <a:solidFill>
                <a:schemeClr val="tx1"/>
              </a:solidFill>
              <a:round/>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4" presetClass="entr" presetSubtype="16" fill="hold"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box(in)">
                                      <p:cBhvr>
                                        <p:cTn id="7" dur="500"/>
                                        <p:tgtEl>
                                          <p:spTgt spid="9"/>
                                        </p:tgtEl>
                                      </p:cBhvr>
                                    </p:animEffect>
                                  </p:childTnLst>
                                </p:cTn>
                              </p:par>
                            </p:childTnLst>
                          </p:cTn>
                        </p:par>
                      </p:childTnLst>
                    </p:cTn>
                  </p:par>
                  <p:par>
                    <p:cTn id="8" fill="hold" nodeType="clickPar">
                      <p:stCondLst>
                        <p:cond delay="indefinite"/>
                      </p:stCondLst>
                      <p:childTnLst>
                        <p:par>
                          <p:cTn id="9" fill="hold" nodeType="withGroup">
                            <p:stCondLst>
                              <p:cond delay="0"/>
                            </p:stCondLst>
                            <p:childTnLst>
                              <p:par>
                                <p:cTn id="10" presetID="4" presetClass="entr" presetSubtype="16" fill="hold" nodeType="clickEffect">
                                  <p:stCondLst>
                                    <p:cond delay="0"/>
                                  </p:stCondLst>
                                  <p:childTnLst>
                                    <p:set>
                                      <p:cBhvr>
                                        <p:cTn id="11" dur="1" fill="hold">
                                          <p:stCondLst>
                                            <p:cond delay="0"/>
                                          </p:stCondLst>
                                        </p:cTn>
                                        <p:tgtEl>
                                          <p:spTgt spid="16"/>
                                        </p:tgtEl>
                                        <p:attrNameLst>
                                          <p:attrName>style.visibility</p:attrName>
                                        </p:attrNameLst>
                                      </p:cBhvr>
                                      <p:to>
                                        <p:strVal val="visible"/>
                                      </p:to>
                                    </p:set>
                                    <p:animEffect transition="in" filter="box(in)">
                                      <p:cBhvr>
                                        <p:cTn id="12" dur="500"/>
                                        <p:tgtEl>
                                          <p:spTgt spid="16"/>
                                        </p:tgtEl>
                                      </p:cBhvr>
                                    </p:animEffect>
                                  </p:childTnLst>
                                </p:cTn>
                              </p:par>
                            </p:childTnLst>
                          </p:cTn>
                        </p:par>
                      </p:childTnLst>
                    </p:cTn>
                  </p:par>
                  <p:par>
                    <p:cTn id="13" fill="hold" nodeType="clickPar">
                      <p:stCondLst>
                        <p:cond delay="indefinite"/>
                      </p:stCondLst>
                      <p:childTnLst>
                        <p:par>
                          <p:cTn id="14" fill="hold" nodeType="withGroup">
                            <p:stCondLst>
                              <p:cond delay="0"/>
                            </p:stCondLst>
                            <p:childTnLst>
                              <p:par>
                                <p:cTn id="15" presetID="4" presetClass="entr" presetSubtype="16" fill="hold" nodeType="clickEffect">
                                  <p:stCondLst>
                                    <p:cond delay="0"/>
                                  </p:stCondLst>
                                  <p:childTnLst>
                                    <p:set>
                                      <p:cBhvr>
                                        <p:cTn id="16" dur="1" fill="hold">
                                          <p:stCondLst>
                                            <p:cond delay="0"/>
                                          </p:stCondLst>
                                        </p:cTn>
                                        <p:tgtEl>
                                          <p:spTgt spid="17"/>
                                        </p:tgtEl>
                                        <p:attrNameLst>
                                          <p:attrName>style.visibility</p:attrName>
                                        </p:attrNameLst>
                                      </p:cBhvr>
                                      <p:to>
                                        <p:strVal val="visible"/>
                                      </p:to>
                                    </p:set>
                                    <p:animEffect transition="in" filter="box(in)">
                                      <p:cBhvr>
                                        <p:cTn id="17" dur="500"/>
                                        <p:tgtEl>
                                          <p:spTgt spid="17"/>
                                        </p:tgtEl>
                                      </p:cBhvr>
                                    </p:animEffect>
                                  </p:childTnLst>
                                </p:cTn>
                              </p:par>
                            </p:childTnLst>
                          </p:cTn>
                        </p:par>
                      </p:childTnLst>
                    </p:cTn>
                  </p:par>
                  <p:par>
                    <p:cTn id="18" fill="hold" nodeType="clickPar">
                      <p:stCondLst>
                        <p:cond delay="indefinite"/>
                      </p:stCondLst>
                      <p:childTnLst>
                        <p:par>
                          <p:cTn id="19" fill="hold" nodeType="withGroup">
                            <p:stCondLst>
                              <p:cond delay="0"/>
                            </p:stCondLst>
                            <p:childTnLst>
                              <p:par>
                                <p:cTn id="20" presetID="4" presetClass="entr" presetSubtype="16" fill="hold" nodeType="clickEffect">
                                  <p:stCondLst>
                                    <p:cond delay="0"/>
                                  </p:stCondLst>
                                  <p:childTnLst>
                                    <p:set>
                                      <p:cBhvr>
                                        <p:cTn id="21" dur="1" fill="hold">
                                          <p:stCondLst>
                                            <p:cond delay="0"/>
                                          </p:stCondLst>
                                        </p:cTn>
                                        <p:tgtEl>
                                          <p:spTgt spid="2"/>
                                        </p:tgtEl>
                                        <p:attrNameLst>
                                          <p:attrName>style.visibility</p:attrName>
                                        </p:attrNameLst>
                                      </p:cBhvr>
                                      <p:to>
                                        <p:strVal val="visible"/>
                                      </p:to>
                                    </p:set>
                                    <p:animEffect transition="in" filter="box(in)">
                                      <p:cBhvr>
                                        <p:cTn id="22"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22" name="Rectangle 2"/>
          <p:cNvSpPr>
            <a:spLocks noGrp="1" noChangeArrowheads="1"/>
          </p:cNvSpPr>
          <p:nvPr>
            <p:ph type="title"/>
          </p:nvPr>
        </p:nvSpPr>
        <p:spPr>
          <a:xfrm>
            <a:off x="2034382" y="0"/>
            <a:ext cx="5075237" cy="558800"/>
          </a:xfr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bodyPr>
          <a:lstStyle/>
          <a:p>
            <a:pPr eaLnBrk="1" hangingPunct="1"/>
            <a:r>
              <a:rPr lang="fr-FR" altLang="fr-FR" sz="2800" b="1" dirty="0">
                <a:solidFill>
                  <a:srgbClr val="27A8E0"/>
                </a:solidFill>
              </a:rPr>
              <a:t>Les flux de fabrication</a:t>
            </a:r>
          </a:p>
        </p:txBody>
      </p:sp>
      <p:sp>
        <p:nvSpPr>
          <p:cNvPr id="30723" name="Rectangle 3"/>
          <p:cNvSpPr>
            <a:spLocks noChangeArrowheads="1"/>
          </p:cNvSpPr>
          <p:nvPr/>
        </p:nvSpPr>
        <p:spPr bwMode="auto">
          <a:xfrm>
            <a:off x="598488" y="779463"/>
            <a:ext cx="7856537" cy="5119687"/>
          </a:xfrm>
          <a:prstGeom prst="rect">
            <a:avLst/>
          </a:prstGeom>
          <a:solidFill>
            <a:schemeClr val="bg1"/>
          </a:solidFill>
          <a:ln w="9525">
            <a:solidFill>
              <a:schemeClr val="tx1"/>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30724" name="Text Box 10"/>
          <p:cNvSpPr txBox="1">
            <a:spLocks noChangeArrowheads="1"/>
          </p:cNvSpPr>
          <p:nvPr/>
        </p:nvSpPr>
        <p:spPr bwMode="auto">
          <a:xfrm>
            <a:off x="7667625" y="3829050"/>
            <a:ext cx="1335088" cy="635000"/>
          </a:xfrm>
          <a:prstGeom prst="rect">
            <a:avLst/>
          </a:prstGeom>
          <a:solidFill>
            <a:schemeClr val="bg1"/>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a:lnSpc>
                <a:spcPct val="85000"/>
              </a:lnSpc>
              <a:spcBef>
                <a:spcPct val="0"/>
              </a:spcBef>
              <a:buFontTx/>
              <a:buNone/>
            </a:pPr>
            <a:r>
              <a:rPr lang="fr-FR" altLang="fr-FR" sz="1400" i="1">
                <a:solidFill>
                  <a:schemeClr val="tx1"/>
                </a:solidFill>
              </a:rPr>
              <a:t>Ventes couronnes blanches</a:t>
            </a:r>
          </a:p>
        </p:txBody>
      </p:sp>
      <p:grpSp>
        <p:nvGrpSpPr>
          <p:cNvPr id="30725" name="Group 11"/>
          <p:cNvGrpSpPr>
            <a:grpSpLocks/>
          </p:cNvGrpSpPr>
          <p:nvPr/>
        </p:nvGrpSpPr>
        <p:grpSpPr bwMode="auto">
          <a:xfrm>
            <a:off x="7862888" y="3378200"/>
            <a:ext cx="1009650" cy="420688"/>
            <a:chOff x="5096" y="2085"/>
            <a:chExt cx="720" cy="277"/>
          </a:xfrm>
        </p:grpSpPr>
        <p:grpSp>
          <p:nvGrpSpPr>
            <p:cNvPr id="30758" name="Group 12"/>
            <p:cNvGrpSpPr>
              <a:grpSpLocks/>
            </p:cNvGrpSpPr>
            <p:nvPr/>
          </p:nvGrpSpPr>
          <p:grpSpPr bwMode="auto">
            <a:xfrm>
              <a:off x="5096" y="2085"/>
              <a:ext cx="720" cy="277"/>
              <a:chOff x="804" y="1453"/>
              <a:chExt cx="4245" cy="1534"/>
            </a:xfrm>
          </p:grpSpPr>
          <p:sp>
            <p:nvSpPr>
              <p:cNvPr id="30763" name="Freeform 13"/>
              <p:cNvSpPr>
                <a:spLocks/>
              </p:cNvSpPr>
              <p:nvPr/>
            </p:nvSpPr>
            <p:spPr bwMode="auto">
              <a:xfrm>
                <a:off x="3940" y="1832"/>
                <a:ext cx="1031" cy="981"/>
              </a:xfrm>
              <a:custGeom>
                <a:avLst/>
                <a:gdLst>
                  <a:gd name="T0" fmla="*/ 143 w 1031"/>
                  <a:gd name="T1" fmla="*/ 15 h 981"/>
                  <a:gd name="T2" fmla="*/ 841 w 1031"/>
                  <a:gd name="T3" fmla="*/ 0 h 981"/>
                  <a:gd name="T4" fmla="*/ 856 w 1031"/>
                  <a:gd name="T5" fmla="*/ 1 h 981"/>
                  <a:gd name="T6" fmla="*/ 869 w 1031"/>
                  <a:gd name="T7" fmla="*/ 4 h 981"/>
                  <a:gd name="T8" fmla="*/ 878 w 1031"/>
                  <a:gd name="T9" fmla="*/ 8 h 981"/>
                  <a:gd name="T10" fmla="*/ 889 w 1031"/>
                  <a:gd name="T11" fmla="*/ 15 h 981"/>
                  <a:gd name="T12" fmla="*/ 897 w 1031"/>
                  <a:gd name="T13" fmla="*/ 24 h 981"/>
                  <a:gd name="T14" fmla="*/ 904 w 1031"/>
                  <a:gd name="T15" fmla="*/ 36 h 981"/>
                  <a:gd name="T16" fmla="*/ 989 w 1031"/>
                  <a:gd name="T17" fmla="*/ 419 h 981"/>
                  <a:gd name="T18" fmla="*/ 1030 w 1031"/>
                  <a:gd name="T19" fmla="*/ 430 h 981"/>
                  <a:gd name="T20" fmla="*/ 1030 w 1031"/>
                  <a:gd name="T21" fmla="*/ 553 h 981"/>
                  <a:gd name="T22" fmla="*/ 1009 w 1031"/>
                  <a:gd name="T23" fmla="*/ 565 h 981"/>
                  <a:gd name="T24" fmla="*/ 1009 w 1031"/>
                  <a:gd name="T25" fmla="*/ 666 h 981"/>
                  <a:gd name="T26" fmla="*/ 1027 w 1031"/>
                  <a:gd name="T27" fmla="*/ 684 h 981"/>
                  <a:gd name="T28" fmla="*/ 1012 w 1031"/>
                  <a:gd name="T29" fmla="*/ 723 h 981"/>
                  <a:gd name="T30" fmla="*/ 1012 w 1031"/>
                  <a:gd name="T31" fmla="*/ 980 h 981"/>
                  <a:gd name="T32" fmla="*/ 632 w 1031"/>
                  <a:gd name="T33" fmla="*/ 980 h 981"/>
                  <a:gd name="T34" fmla="*/ 632 w 1031"/>
                  <a:gd name="T35" fmla="*/ 968 h 981"/>
                  <a:gd name="T36" fmla="*/ 506 w 1031"/>
                  <a:gd name="T37" fmla="*/ 929 h 981"/>
                  <a:gd name="T38" fmla="*/ 86 w 1031"/>
                  <a:gd name="T39" fmla="*/ 929 h 981"/>
                  <a:gd name="T40" fmla="*/ 32 w 1031"/>
                  <a:gd name="T41" fmla="*/ 929 h 981"/>
                  <a:gd name="T42" fmla="*/ 32 w 1031"/>
                  <a:gd name="T43" fmla="*/ 798 h 981"/>
                  <a:gd name="T44" fmla="*/ 0 w 1031"/>
                  <a:gd name="T45" fmla="*/ 792 h 981"/>
                  <a:gd name="T46" fmla="*/ 0 w 1031"/>
                  <a:gd name="T47" fmla="*/ 374 h 981"/>
                  <a:gd name="T48" fmla="*/ 38 w 1031"/>
                  <a:gd name="T49" fmla="*/ 329 h 981"/>
                  <a:gd name="T50" fmla="*/ 104 w 1031"/>
                  <a:gd name="T51" fmla="*/ 69 h 981"/>
                  <a:gd name="T52" fmla="*/ 108 w 1031"/>
                  <a:gd name="T53" fmla="*/ 51 h 981"/>
                  <a:gd name="T54" fmla="*/ 111 w 1031"/>
                  <a:gd name="T55" fmla="*/ 40 h 981"/>
                  <a:gd name="T56" fmla="*/ 119 w 1031"/>
                  <a:gd name="T57" fmla="*/ 27 h 981"/>
                  <a:gd name="T58" fmla="*/ 130 w 1031"/>
                  <a:gd name="T59" fmla="*/ 19 h 981"/>
                  <a:gd name="T60" fmla="*/ 143 w 1031"/>
                  <a:gd name="T61" fmla="*/ 15 h 981"/>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w 1031"/>
                  <a:gd name="T94" fmla="*/ 0 h 981"/>
                  <a:gd name="T95" fmla="*/ 1031 w 1031"/>
                  <a:gd name="T96" fmla="*/ 981 h 981"/>
                </a:gdLst>
                <a:ahLst/>
                <a:cxnLst>
                  <a:cxn ang="T62">
                    <a:pos x="T0" y="T1"/>
                  </a:cxn>
                  <a:cxn ang="T63">
                    <a:pos x="T2" y="T3"/>
                  </a:cxn>
                  <a:cxn ang="T64">
                    <a:pos x="T4" y="T5"/>
                  </a:cxn>
                  <a:cxn ang="T65">
                    <a:pos x="T6" y="T7"/>
                  </a:cxn>
                  <a:cxn ang="T66">
                    <a:pos x="T8" y="T9"/>
                  </a:cxn>
                  <a:cxn ang="T67">
                    <a:pos x="T10" y="T11"/>
                  </a:cxn>
                  <a:cxn ang="T68">
                    <a:pos x="T12" y="T13"/>
                  </a:cxn>
                  <a:cxn ang="T69">
                    <a:pos x="T14" y="T15"/>
                  </a:cxn>
                  <a:cxn ang="T70">
                    <a:pos x="T16" y="T17"/>
                  </a:cxn>
                  <a:cxn ang="T71">
                    <a:pos x="T18" y="T19"/>
                  </a:cxn>
                  <a:cxn ang="T72">
                    <a:pos x="T20" y="T21"/>
                  </a:cxn>
                  <a:cxn ang="T73">
                    <a:pos x="T22" y="T23"/>
                  </a:cxn>
                  <a:cxn ang="T74">
                    <a:pos x="T24" y="T25"/>
                  </a:cxn>
                  <a:cxn ang="T75">
                    <a:pos x="T26" y="T27"/>
                  </a:cxn>
                  <a:cxn ang="T76">
                    <a:pos x="T28" y="T29"/>
                  </a:cxn>
                  <a:cxn ang="T77">
                    <a:pos x="T30" y="T31"/>
                  </a:cxn>
                  <a:cxn ang="T78">
                    <a:pos x="T32" y="T33"/>
                  </a:cxn>
                  <a:cxn ang="T79">
                    <a:pos x="T34" y="T35"/>
                  </a:cxn>
                  <a:cxn ang="T80">
                    <a:pos x="T36" y="T37"/>
                  </a:cxn>
                  <a:cxn ang="T81">
                    <a:pos x="T38" y="T39"/>
                  </a:cxn>
                  <a:cxn ang="T82">
                    <a:pos x="T40" y="T41"/>
                  </a:cxn>
                  <a:cxn ang="T83">
                    <a:pos x="T42" y="T43"/>
                  </a:cxn>
                  <a:cxn ang="T84">
                    <a:pos x="T44" y="T45"/>
                  </a:cxn>
                  <a:cxn ang="T85">
                    <a:pos x="T46" y="T47"/>
                  </a:cxn>
                  <a:cxn ang="T86">
                    <a:pos x="T48" y="T49"/>
                  </a:cxn>
                  <a:cxn ang="T87">
                    <a:pos x="T50" y="T51"/>
                  </a:cxn>
                  <a:cxn ang="T88">
                    <a:pos x="T52" y="T53"/>
                  </a:cxn>
                  <a:cxn ang="T89">
                    <a:pos x="T54" y="T55"/>
                  </a:cxn>
                  <a:cxn ang="T90">
                    <a:pos x="T56" y="T57"/>
                  </a:cxn>
                  <a:cxn ang="T91">
                    <a:pos x="T58" y="T59"/>
                  </a:cxn>
                  <a:cxn ang="T92">
                    <a:pos x="T60" y="T61"/>
                  </a:cxn>
                </a:cxnLst>
                <a:rect l="T93" t="T94" r="T95" b="T96"/>
                <a:pathLst>
                  <a:path w="1031" h="981">
                    <a:moveTo>
                      <a:pt x="143" y="15"/>
                    </a:moveTo>
                    <a:lnTo>
                      <a:pt x="841" y="0"/>
                    </a:lnTo>
                    <a:lnTo>
                      <a:pt x="856" y="1"/>
                    </a:lnTo>
                    <a:lnTo>
                      <a:pt x="869" y="4"/>
                    </a:lnTo>
                    <a:lnTo>
                      <a:pt x="878" y="8"/>
                    </a:lnTo>
                    <a:lnTo>
                      <a:pt x="889" y="15"/>
                    </a:lnTo>
                    <a:lnTo>
                      <a:pt x="897" y="24"/>
                    </a:lnTo>
                    <a:lnTo>
                      <a:pt x="904" y="36"/>
                    </a:lnTo>
                    <a:lnTo>
                      <a:pt x="989" y="419"/>
                    </a:lnTo>
                    <a:lnTo>
                      <a:pt x="1030" y="430"/>
                    </a:lnTo>
                    <a:lnTo>
                      <a:pt x="1030" y="553"/>
                    </a:lnTo>
                    <a:lnTo>
                      <a:pt x="1009" y="565"/>
                    </a:lnTo>
                    <a:lnTo>
                      <a:pt x="1009" y="666"/>
                    </a:lnTo>
                    <a:lnTo>
                      <a:pt x="1027" y="684"/>
                    </a:lnTo>
                    <a:lnTo>
                      <a:pt x="1012" y="723"/>
                    </a:lnTo>
                    <a:lnTo>
                      <a:pt x="1012" y="980"/>
                    </a:lnTo>
                    <a:lnTo>
                      <a:pt x="632" y="980"/>
                    </a:lnTo>
                    <a:lnTo>
                      <a:pt x="632" y="968"/>
                    </a:lnTo>
                    <a:lnTo>
                      <a:pt x="506" y="929"/>
                    </a:lnTo>
                    <a:lnTo>
                      <a:pt x="86" y="929"/>
                    </a:lnTo>
                    <a:lnTo>
                      <a:pt x="32" y="929"/>
                    </a:lnTo>
                    <a:lnTo>
                      <a:pt x="32" y="798"/>
                    </a:lnTo>
                    <a:lnTo>
                      <a:pt x="0" y="792"/>
                    </a:lnTo>
                    <a:lnTo>
                      <a:pt x="0" y="374"/>
                    </a:lnTo>
                    <a:lnTo>
                      <a:pt x="38" y="329"/>
                    </a:lnTo>
                    <a:lnTo>
                      <a:pt x="104" y="69"/>
                    </a:lnTo>
                    <a:lnTo>
                      <a:pt x="108" y="51"/>
                    </a:lnTo>
                    <a:lnTo>
                      <a:pt x="111" y="40"/>
                    </a:lnTo>
                    <a:lnTo>
                      <a:pt x="119" y="27"/>
                    </a:lnTo>
                    <a:lnTo>
                      <a:pt x="130" y="19"/>
                    </a:lnTo>
                    <a:lnTo>
                      <a:pt x="143" y="15"/>
                    </a:lnTo>
                  </a:path>
                </a:pathLst>
              </a:custGeom>
              <a:solidFill>
                <a:srgbClr val="FF0000"/>
              </a:solidFill>
              <a:ln w="12700" cap="rnd" cmpd="sng">
                <a:solidFill>
                  <a:srgbClr val="000000"/>
                </a:solidFill>
                <a:prstDash val="solid"/>
                <a:round/>
                <a:headEnd type="none" w="med" len="med"/>
                <a:tailEnd type="none" w="med" len="med"/>
              </a:ln>
            </p:spPr>
            <p:txBody>
              <a:bodyPr/>
              <a:lstStyle/>
              <a:p>
                <a:endParaRPr lang="fr-FR"/>
              </a:p>
            </p:txBody>
          </p:sp>
          <p:grpSp>
            <p:nvGrpSpPr>
              <p:cNvPr id="30764" name="Group 14"/>
              <p:cNvGrpSpPr>
                <a:grpSpLocks/>
              </p:cNvGrpSpPr>
              <p:nvPr/>
            </p:nvGrpSpPr>
            <p:grpSpPr bwMode="auto">
              <a:xfrm>
                <a:off x="4919" y="2400"/>
                <a:ext cx="130" cy="414"/>
                <a:chOff x="4919" y="2400"/>
                <a:chExt cx="130" cy="414"/>
              </a:xfrm>
            </p:grpSpPr>
            <p:sp>
              <p:nvSpPr>
                <p:cNvPr id="30788" name="Arc 15"/>
                <p:cNvSpPr>
                  <a:spLocks/>
                </p:cNvSpPr>
                <p:nvPr/>
              </p:nvSpPr>
              <p:spPr bwMode="auto">
                <a:xfrm>
                  <a:off x="4919" y="2400"/>
                  <a:ext cx="72" cy="89"/>
                </a:xfrm>
                <a:custGeom>
                  <a:avLst/>
                  <a:gdLst>
                    <a:gd name="T0" fmla="*/ 0 w 27155"/>
                    <a:gd name="T1" fmla="*/ 0 h 43200"/>
                    <a:gd name="T2" fmla="*/ 0 w 27155"/>
                    <a:gd name="T3" fmla="*/ 0 h 43200"/>
                    <a:gd name="T4" fmla="*/ 0 w 27155"/>
                    <a:gd name="T5" fmla="*/ 0 h 43200"/>
                    <a:gd name="T6" fmla="*/ 0 60000 65536"/>
                    <a:gd name="T7" fmla="*/ 0 60000 65536"/>
                    <a:gd name="T8" fmla="*/ 0 60000 65536"/>
                    <a:gd name="T9" fmla="*/ 0 w 27155"/>
                    <a:gd name="T10" fmla="*/ 0 h 43200"/>
                    <a:gd name="T11" fmla="*/ 27155 w 27155"/>
                    <a:gd name="T12" fmla="*/ 43200 h 43200"/>
                  </a:gdLst>
                  <a:ahLst/>
                  <a:cxnLst>
                    <a:cxn ang="T6">
                      <a:pos x="T0" y="T1"/>
                    </a:cxn>
                    <a:cxn ang="T7">
                      <a:pos x="T2" y="T3"/>
                    </a:cxn>
                    <a:cxn ang="T8">
                      <a:pos x="T4" y="T5"/>
                    </a:cxn>
                  </a:cxnLst>
                  <a:rect l="T9" t="T10" r="T11" b="T12"/>
                  <a:pathLst>
                    <a:path w="27155" h="43200" fill="none" extrusionOk="0">
                      <a:moveTo>
                        <a:pt x="-1" y="726"/>
                      </a:moveTo>
                      <a:cubicBezTo>
                        <a:pt x="1812" y="244"/>
                        <a:pt x="3679" y="-1"/>
                        <a:pt x="5555" y="0"/>
                      </a:cubicBezTo>
                      <a:cubicBezTo>
                        <a:pt x="17484" y="0"/>
                        <a:pt x="27155" y="9670"/>
                        <a:pt x="27155" y="21600"/>
                      </a:cubicBezTo>
                      <a:cubicBezTo>
                        <a:pt x="27155" y="33529"/>
                        <a:pt x="17484" y="43200"/>
                        <a:pt x="5555" y="43200"/>
                      </a:cubicBezTo>
                      <a:cubicBezTo>
                        <a:pt x="4134" y="43200"/>
                        <a:pt x="2717" y="43059"/>
                        <a:pt x="1325" y="42781"/>
                      </a:cubicBezTo>
                    </a:path>
                    <a:path w="27155" h="43200" stroke="0" extrusionOk="0">
                      <a:moveTo>
                        <a:pt x="-1" y="726"/>
                      </a:moveTo>
                      <a:cubicBezTo>
                        <a:pt x="1812" y="244"/>
                        <a:pt x="3679" y="-1"/>
                        <a:pt x="5555" y="0"/>
                      </a:cubicBezTo>
                      <a:cubicBezTo>
                        <a:pt x="17484" y="0"/>
                        <a:pt x="27155" y="9670"/>
                        <a:pt x="27155" y="21600"/>
                      </a:cubicBezTo>
                      <a:cubicBezTo>
                        <a:pt x="27155" y="33529"/>
                        <a:pt x="17484" y="43200"/>
                        <a:pt x="5555" y="43200"/>
                      </a:cubicBezTo>
                      <a:cubicBezTo>
                        <a:pt x="4134" y="43200"/>
                        <a:pt x="2717" y="43059"/>
                        <a:pt x="1325" y="42781"/>
                      </a:cubicBezTo>
                      <a:lnTo>
                        <a:pt x="5555" y="21600"/>
                      </a:lnTo>
                      <a:lnTo>
                        <a:pt x="-1" y="726"/>
                      </a:lnTo>
                      <a:close/>
                    </a:path>
                  </a:pathLst>
                </a:custGeom>
                <a:solidFill>
                  <a:srgbClr val="FF0000"/>
                </a:solidFill>
                <a:ln w="12700" cap="rnd">
                  <a:solidFill>
                    <a:srgbClr val="000000"/>
                  </a:solidFill>
                  <a:round/>
                  <a:headEnd/>
                  <a:tailEnd/>
                </a:ln>
              </p:spPr>
              <p:txBody>
                <a:bodyPr wrap="none" anchor="ctr"/>
                <a:lstStyle/>
                <a:p>
                  <a:endParaRPr lang="fr-FR"/>
                </a:p>
              </p:txBody>
            </p:sp>
            <p:sp>
              <p:nvSpPr>
                <p:cNvPr id="30789" name="Freeform 16"/>
                <p:cNvSpPr>
                  <a:spLocks/>
                </p:cNvSpPr>
                <p:nvPr/>
              </p:nvSpPr>
              <p:spPr bwMode="auto">
                <a:xfrm>
                  <a:off x="4950" y="2706"/>
                  <a:ext cx="99" cy="108"/>
                </a:xfrm>
                <a:custGeom>
                  <a:avLst/>
                  <a:gdLst>
                    <a:gd name="T0" fmla="*/ 0 w 99"/>
                    <a:gd name="T1" fmla="*/ 0 h 108"/>
                    <a:gd name="T2" fmla="*/ 58 w 99"/>
                    <a:gd name="T3" fmla="*/ 0 h 108"/>
                    <a:gd name="T4" fmla="*/ 74 w 99"/>
                    <a:gd name="T5" fmla="*/ 3 h 108"/>
                    <a:gd name="T6" fmla="*/ 90 w 99"/>
                    <a:gd name="T7" fmla="*/ 17 h 108"/>
                    <a:gd name="T8" fmla="*/ 73 w 99"/>
                    <a:gd name="T9" fmla="*/ 28 h 108"/>
                    <a:gd name="T10" fmla="*/ 73 w 99"/>
                    <a:gd name="T11" fmla="*/ 78 h 108"/>
                    <a:gd name="T12" fmla="*/ 80 w 99"/>
                    <a:gd name="T13" fmla="*/ 99 h 108"/>
                    <a:gd name="T14" fmla="*/ 98 w 99"/>
                    <a:gd name="T15" fmla="*/ 107 h 108"/>
                    <a:gd name="T16" fmla="*/ 0 w 99"/>
                    <a:gd name="T17" fmla="*/ 107 h 108"/>
                    <a:gd name="T18" fmla="*/ 0 w 99"/>
                    <a:gd name="T19" fmla="*/ 0 h 108"/>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 name="T30" fmla="*/ 0 w 99"/>
                    <a:gd name="T31" fmla="*/ 0 h 108"/>
                    <a:gd name="T32" fmla="*/ 99 w 99"/>
                    <a:gd name="T33" fmla="*/ 108 h 108"/>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T30" t="T31" r="T32" b="T33"/>
                  <a:pathLst>
                    <a:path w="99" h="108">
                      <a:moveTo>
                        <a:pt x="0" y="0"/>
                      </a:moveTo>
                      <a:lnTo>
                        <a:pt x="58" y="0"/>
                      </a:lnTo>
                      <a:lnTo>
                        <a:pt x="74" y="3"/>
                      </a:lnTo>
                      <a:lnTo>
                        <a:pt x="90" y="17"/>
                      </a:lnTo>
                      <a:lnTo>
                        <a:pt x="73" y="28"/>
                      </a:lnTo>
                      <a:lnTo>
                        <a:pt x="73" y="78"/>
                      </a:lnTo>
                      <a:lnTo>
                        <a:pt x="80" y="99"/>
                      </a:lnTo>
                      <a:lnTo>
                        <a:pt x="98" y="107"/>
                      </a:lnTo>
                      <a:lnTo>
                        <a:pt x="0" y="107"/>
                      </a:lnTo>
                      <a:lnTo>
                        <a:pt x="0" y="0"/>
                      </a:lnTo>
                    </a:path>
                  </a:pathLst>
                </a:custGeom>
                <a:solidFill>
                  <a:srgbClr val="808080"/>
                </a:solidFill>
                <a:ln w="12700" cap="rnd" cmpd="sng">
                  <a:solidFill>
                    <a:srgbClr val="000000"/>
                  </a:solidFill>
                  <a:prstDash val="solid"/>
                  <a:round/>
                  <a:headEnd type="none" w="med" len="med"/>
                  <a:tailEnd type="none" w="med" len="med"/>
                </a:ln>
              </p:spPr>
              <p:txBody>
                <a:bodyPr/>
                <a:lstStyle/>
                <a:p>
                  <a:endParaRPr lang="fr-FR"/>
                </a:p>
              </p:txBody>
            </p:sp>
          </p:grpSp>
          <p:grpSp>
            <p:nvGrpSpPr>
              <p:cNvPr id="30765" name="Group 17"/>
              <p:cNvGrpSpPr>
                <a:grpSpLocks/>
              </p:cNvGrpSpPr>
              <p:nvPr/>
            </p:nvGrpSpPr>
            <p:grpSpPr bwMode="auto">
              <a:xfrm>
                <a:off x="4286" y="1917"/>
                <a:ext cx="537" cy="849"/>
                <a:chOff x="4286" y="1917"/>
                <a:chExt cx="537" cy="849"/>
              </a:xfrm>
            </p:grpSpPr>
            <p:sp>
              <p:nvSpPr>
                <p:cNvPr id="30786" name="Freeform 18"/>
                <p:cNvSpPr>
                  <a:spLocks/>
                </p:cNvSpPr>
                <p:nvPr/>
              </p:nvSpPr>
              <p:spPr bwMode="auto">
                <a:xfrm>
                  <a:off x="4286" y="1917"/>
                  <a:ext cx="462" cy="341"/>
                </a:xfrm>
                <a:custGeom>
                  <a:avLst/>
                  <a:gdLst>
                    <a:gd name="T0" fmla="*/ 0 w 462"/>
                    <a:gd name="T1" fmla="*/ 0 h 341"/>
                    <a:gd name="T2" fmla="*/ 461 w 462"/>
                    <a:gd name="T3" fmla="*/ 0 h 341"/>
                    <a:gd name="T4" fmla="*/ 461 w 462"/>
                    <a:gd name="T5" fmla="*/ 340 h 341"/>
                    <a:gd name="T6" fmla="*/ 1 w 462"/>
                    <a:gd name="T7" fmla="*/ 340 h 341"/>
                    <a:gd name="T8" fmla="*/ 0 w 462"/>
                    <a:gd name="T9" fmla="*/ 0 h 341"/>
                    <a:gd name="T10" fmla="*/ 0 60000 65536"/>
                    <a:gd name="T11" fmla="*/ 0 60000 65536"/>
                    <a:gd name="T12" fmla="*/ 0 60000 65536"/>
                    <a:gd name="T13" fmla="*/ 0 60000 65536"/>
                    <a:gd name="T14" fmla="*/ 0 60000 65536"/>
                    <a:gd name="T15" fmla="*/ 0 w 462"/>
                    <a:gd name="T16" fmla="*/ 0 h 341"/>
                    <a:gd name="T17" fmla="*/ 462 w 462"/>
                    <a:gd name="T18" fmla="*/ 341 h 341"/>
                  </a:gdLst>
                  <a:ahLst/>
                  <a:cxnLst>
                    <a:cxn ang="T10">
                      <a:pos x="T0" y="T1"/>
                    </a:cxn>
                    <a:cxn ang="T11">
                      <a:pos x="T2" y="T3"/>
                    </a:cxn>
                    <a:cxn ang="T12">
                      <a:pos x="T4" y="T5"/>
                    </a:cxn>
                    <a:cxn ang="T13">
                      <a:pos x="T6" y="T7"/>
                    </a:cxn>
                    <a:cxn ang="T14">
                      <a:pos x="T8" y="T9"/>
                    </a:cxn>
                  </a:cxnLst>
                  <a:rect l="T15" t="T16" r="T17" b="T18"/>
                  <a:pathLst>
                    <a:path w="462" h="341">
                      <a:moveTo>
                        <a:pt x="0" y="0"/>
                      </a:moveTo>
                      <a:lnTo>
                        <a:pt x="461" y="0"/>
                      </a:lnTo>
                      <a:lnTo>
                        <a:pt x="461" y="340"/>
                      </a:lnTo>
                      <a:lnTo>
                        <a:pt x="1" y="340"/>
                      </a:lnTo>
                      <a:lnTo>
                        <a:pt x="0" y="0"/>
                      </a:lnTo>
                    </a:path>
                  </a:pathLst>
                </a:custGeom>
                <a:noFill/>
                <a:ln w="12700" cap="rnd" cmpd="sng">
                  <a:solidFill>
                    <a:srgbClr val="000000"/>
                  </a:solidFill>
                  <a:prstDash val="solid"/>
                  <a:round/>
                  <a:headEnd type="none" w="med" len="med"/>
                  <a:tailEnd type="none" w="med" len="med"/>
                </a:ln>
                <a:extLst>
                  <a:ext uri="{909E8E84-426E-40DD-AFC4-6F175D3DCCD1}">
                    <a14:hiddenFill xmlns:a14="http://schemas.microsoft.com/office/drawing/2010/main">
                      <a:solidFill>
                        <a:srgbClr val="FFFFFF"/>
                      </a:solidFill>
                    </a14:hiddenFill>
                  </a:ext>
                </a:extLst>
              </p:spPr>
              <p:txBody>
                <a:bodyPr/>
                <a:lstStyle/>
                <a:p>
                  <a:endParaRPr lang="fr-FR"/>
                </a:p>
              </p:txBody>
            </p:sp>
            <p:sp>
              <p:nvSpPr>
                <p:cNvPr id="30787" name="Freeform 19"/>
                <p:cNvSpPr>
                  <a:spLocks/>
                </p:cNvSpPr>
                <p:nvPr/>
              </p:nvSpPr>
              <p:spPr bwMode="auto">
                <a:xfrm>
                  <a:off x="4287" y="2257"/>
                  <a:ext cx="536" cy="509"/>
                </a:xfrm>
                <a:custGeom>
                  <a:avLst/>
                  <a:gdLst>
                    <a:gd name="T0" fmla="*/ 0 w 536"/>
                    <a:gd name="T1" fmla="*/ 0 h 509"/>
                    <a:gd name="T2" fmla="*/ 535 w 536"/>
                    <a:gd name="T3" fmla="*/ 0 h 509"/>
                    <a:gd name="T4" fmla="*/ 535 w 536"/>
                    <a:gd name="T5" fmla="*/ 508 h 509"/>
                    <a:gd name="T6" fmla="*/ 260 w 536"/>
                    <a:gd name="T7" fmla="*/ 508 h 509"/>
                    <a:gd name="T8" fmla="*/ 257 w 536"/>
                    <a:gd name="T9" fmla="*/ 472 h 509"/>
                    <a:gd name="T10" fmla="*/ 254 w 536"/>
                    <a:gd name="T11" fmla="*/ 430 h 509"/>
                    <a:gd name="T12" fmla="*/ 252 w 536"/>
                    <a:gd name="T13" fmla="*/ 407 h 509"/>
                    <a:gd name="T14" fmla="*/ 244 w 536"/>
                    <a:gd name="T15" fmla="*/ 368 h 509"/>
                    <a:gd name="T16" fmla="*/ 236 w 536"/>
                    <a:gd name="T17" fmla="*/ 332 h 509"/>
                    <a:gd name="T18" fmla="*/ 222 w 536"/>
                    <a:gd name="T19" fmla="*/ 299 h 509"/>
                    <a:gd name="T20" fmla="*/ 206 w 536"/>
                    <a:gd name="T21" fmla="*/ 272 h 509"/>
                    <a:gd name="T22" fmla="*/ 185 w 536"/>
                    <a:gd name="T23" fmla="*/ 243 h 509"/>
                    <a:gd name="T24" fmla="*/ 162 w 536"/>
                    <a:gd name="T25" fmla="*/ 222 h 509"/>
                    <a:gd name="T26" fmla="*/ 134 w 536"/>
                    <a:gd name="T27" fmla="*/ 204 h 509"/>
                    <a:gd name="T28" fmla="*/ 110 w 536"/>
                    <a:gd name="T29" fmla="*/ 193 h 509"/>
                    <a:gd name="T30" fmla="*/ 84 w 536"/>
                    <a:gd name="T31" fmla="*/ 183 h 509"/>
                    <a:gd name="T32" fmla="*/ 51 w 536"/>
                    <a:gd name="T33" fmla="*/ 175 h 509"/>
                    <a:gd name="T34" fmla="*/ 23 w 536"/>
                    <a:gd name="T35" fmla="*/ 171 h 509"/>
                    <a:gd name="T36" fmla="*/ 0 w 536"/>
                    <a:gd name="T37" fmla="*/ 169 h 509"/>
                    <a:gd name="T38" fmla="*/ 0 w 536"/>
                    <a:gd name="T39" fmla="*/ 0 h 509"/>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w 536"/>
                    <a:gd name="T61" fmla="*/ 0 h 509"/>
                    <a:gd name="T62" fmla="*/ 536 w 536"/>
                    <a:gd name="T63" fmla="*/ 509 h 509"/>
                  </a:gdLst>
                  <a:ahLst/>
                  <a:cxnLst>
                    <a:cxn ang="T40">
                      <a:pos x="T0" y="T1"/>
                    </a:cxn>
                    <a:cxn ang="T41">
                      <a:pos x="T2" y="T3"/>
                    </a:cxn>
                    <a:cxn ang="T42">
                      <a:pos x="T4" y="T5"/>
                    </a:cxn>
                    <a:cxn ang="T43">
                      <a:pos x="T6" y="T7"/>
                    </a:cxn>
                    <a:cxn ang="T44">
                      <a:pos x="T8" y="T9"/>
                    </a:cxn>
                    <a:cxn ang="T45">
                      <a:pos x="T10" y="T11"/>
                    </a:cxn>
                    <a:cxn ang="T46">
                      <a:pos x="T12" y="T13"/>
                    </a:cxn>
                    <a:cxn ang="T47">
                      <a:pos x="T14" y="T15"/>
                    </a:cxn>
                    <a:cxn ang="T48">
                      <a:pos x="T16" y="T17"/>
                    </a:cxn>
                    <a:cxn ang="T49">
                      <a:pos x="T18" y="T19"/>
                    </a:cxn>
                    <a:cxn ang="T50">
                      <a:pos x="T20" y="T21"/>
                    </a:cxn>
                    <a:cxn ang="T51">
                      <a:pos x="T22" y="T23"/>
                    </a:cxn>
                    <a:cxn ang="T52">
                      <a:pos x="T24" y="T25"/>
                    </a:cxn>
                    <a:cxn ang="T53">
                      <a:pos x="T26" y="T27"/>
                    </a:cxn>
                    <a:cxn ang="T54">
                      <a:pos x="T28" y="T29"/>
                    </a:cxn>
                    <a:cxn ang="T55">
                      <a:pos x="T30" y="T31"/>
                    </a:cxn>
                    <a:cxn ang="T56">
                      <a:pos x="T32" y="T33"/>
                    </a:cxn>
                    <a:cxn ang="T57">
                      <a:pos x="T34" y="T35"/>
                    </a:cxn>
                    <a:cxn ang="T58">
                      <a:pos x="T36" y="T37"/>
                    </a:cxn>
                    <a:cxn ang="T59">
                      <a:pos x="T38" y="T39"/>
                    </a:cxn>
                  </a:cxnLst>
                  <a:rect l="T60" t="T61" r="T62" b="T63"/>
                  <a:pathLst>
                    <a:path w="536" h="509">
                      <a:moveTo>
                        <a:pt x="0" y="0"/>
                      </a:moveTo>
                      <a:lnTo>
                        <a:pt x="535" y="0"/>
                      </a:lnTo>
                      <a:lnTo>
                        <a:pt x="535" y="508"/>
                      </a:lnTo>
                      <a:lnTo>
                        <a:pt x="260" y="508"/>
                      </a:lnTo>
                      <a:lnTo>
                        <a:pt x="257" y="472"/>
                      </a:lnTo>
                      <a:lnTo>
                        <a:pt x="254" y="430"/>
                      </a:lnTo>
                      <a:lnTo>
                        <a:pt x="252" y="407"/>
                      </a:lnTo>
                      <a:lnTo>
                        <a:pt x="244" y="368"/>
                      </a:lnTo>
                      <a:lnTo>
                        <a:pt x="236" y="332"/>
                      </a:lnTo>
                      <a:lnTo>
                        <a:pt x="222" y="299"/>
                      </a:lnTo>
                      <a:lnTo>
                        <a:pt x="206" y="272"/>
                      </a:lnTo>
                      <a:lnTo>
                        <a:pt x="185" y="243"/>
                      </a:lnTo>
                      <a:lnTo>
                        <a:pt x="162" y="222"/>
                      </a:lnTo>
                      <a:lnTo>
                        <a:pt x="134" y="204"/>
                      </a:lnTo>
                      <a:lnTo>
                        <a:pt x="110" y="193"/>
                      </a:lnTo>
                      <a:lnTo>
                        <a:pt x="84" y="183"/>
                      </a:lnTo>
                      <a:lnTo>
                        <a:pt x="51" y="175"/>
                      </a:lnTo>
                      <a:lnTo>
                        <a:pt x="23" y="171"/>
                      </a:lnTo>
                      <a:lnTo>
                        <a:pt x="0" y="169"/>
                      </a:lnTo>
                      <a:lnTo>
                        <a:pt x="0" y="0"/>
                      </a:lnTo>
                    </a:path>
                  </a:pathLst>
                </a:custGeom>
                <a:noFill/>
                <a:ln w="12700" cap="rnd" cmpd="sng">
                  <a:solidFill>
                    <a:srgbClr val="000000"/>
                  </a:solidFill>
                  <a:prstDash val="solid"/>
                  <a:round/>
                  <a:headEnd type="none" w="med" len="med"/>
                  <a:tailEnd type="none" w="med" len="med"/>
                </a:ln>
                <a:extLst>
                  <a:ext uri="{909E8E84-426E-40DD-AFC4-6F175D3DCCD1}">
                    <a14:hiddenFill xmlns:a14="http://schemas.microsoft.com/office/drawing/2010/main">
                      <a:solidFill>
                        <a:srgbClr val="FFFFFF"/>
                      </a:solidFill>
                    </a14:hiddenFill>
                  </a:ext>
                </a:extLst>
              </p:spPr>
              <p:txBody>
                <a:bodyPr/>
                <a:lstStyle/>
                <a:p>
                  <a:endParaRPr lang="fr-FR"/>
                </a:p>
              </p:txBody>
            </p:sp>
          </p:grpSp>
          <p:sp>
            <p:nvSpPr>
              <p:cNvPr id="30766" name="Oval 20"/>
              <p:cNvSpPr>
                <a:spLocks noChangeArrowheads="1"/>
              </p:cNvSpPr>
              <p:nvPr/>
            </p:nvSpPr>
            <p:spPr bwMode="auto">
              <a:xfrm>
                <a:off x="3992" y="2453"/>
                <a:ext cx="488" cy="491"/>
              </a:xfrm>
              <a:prstGeom prst="ellipse">
                <a:avLst/>
              </a:prstGeom>
              <a:solidFill>
                <a:srgbClr val="808080"/>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30767" name="Oval 21"/>
              <p:cNvSpPr>
                <a:spLocks noChangeArrowheads="1"/>
              </p:cNvSpPr>
              <p:nvPr/>
            </p:nvSpPr>
            <p:spPr bwMode="auto">
              <a:xfrm>
                <a:off x="4007" y="2524"/>
                <a:ext cx="458" cy="456"/>
              </a:xfrm>
              <a:prstGeom prst="ellipse">
                <a:avLst/>
              </a:prstGeom>
              <a:solidFill>
                <a:srgbClr val="000000"/>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30768" name="Oval 22"/>
              <p:cNvSpPr>
                <a:spLocks noChangeArrowheads="1"/>
              </p:cNvSpPr>
              <p:nvPr/>
            </p:nvSpPr>
            <p:spPr bwMode="auto">
              <a:xfrm>
                <a:off x="4143" y="2660"/>
                <a:ext cx="184" cy="183"/>
              </a:xfrm>
              <a:prstGeom prst="ellipse">
                <a:avLst/>
              </a:prstGeom>
              <a:solidFill>
                <a:srgbClr val="C0C0C0"/>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nvGrpSpPr>
              <p:cNvPr id="30769" name="Group 23"/>
              <p:cNvGrpSpPr>
                <a:grpSpLocks/>
              </p:cNvGrpSpPr>
              <p:nvPr/>
            </p:nvGrpSpPr>
            <p:grpSpPr bwMode="auto">
              <a:xfrm>
                <a:off x="4058" y="1880"/>
                <a:ext cx="854" cy="349"/>
                <a:chOff x="4058" y="1880"/>
                <a:chExt cx="854" cy="349"/>
              </a:xfrm>
            </p:grpSpPr>
            <p:sp>
              <p:nvSpPr>
                <p:cNvPr id="30782" name="Freeform 24"/>
                <p:cNvSpPr>
                  <a:spLocks/>
                </p:cNvSpPr>
                <p:nvPr/>
              </p:nvSpPr>
              <p:spPr bwMode="auto">
                <a:xfrm>
                  <a:off x="4329" y="1946"/>
                  <a:ext cx="379" cy="276"/>
                </a:xfrm>
                <a:custGeom>
                  <a:avLst/>
                  <a:gdLst>
                    <a:gd name="T0" fmla="*/ 1 w 379"/>
                    <a:gd name="T1" fmla="*/ 42 h 276"/>
                    <a:gd name="T2" fmla="*/ 89 w 379"/>
                    <a:gd name="T3" fmla="*/ 0 h 276"/>
                    <a:gd name="T4" fmla="*/ 378 w 379"/>
                    <a:gd name="T5" fmla="*/ 0 h 276"/>
                    <a:gd name="T6" fmla="*/ 378 w 379"/>
                    <a:gd name="T7" fmla="*/ 275 h 276"/>
                    <a:gd name="T8" fmla="*/ 317 w 379"/>
                    <a:gd name="T9" fmla="*/ 275 h 276"/>
                    <a:gd name="T10" fmla="*/ 286 w 379"/>
                    <a:gd name="T11" fmla="*/ 242 h 276"/>
                    <a:gd name="T12" fmla="*/ 26 w 379"/>
                    <a:gd name="T13" fmla="*/ 242 h 276"/>
                    <a:gd name="T14" fmla="*/ 0 w 379"/>
                    <a:gd name="T15" fmla="*/ 223 h 276"/>
                    <a:gd name="T16" fmla="*/ 1 w 379"/>
                    <a:gd name="T17" fmla="*/ 42 h 276"/>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379"/>
                    <a:gd name="T28" fmla="*/ 0 h 276"/>
                    <a:gd name="T29" fmla="*/ 379 w 379"/>
                    <a:gd name="T30" fmla="*/ 276 h 27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379" h="276">
                      <a:moveTo>
                        <a:pt x="1" y="42"/>
                      </a:moveTo>
                      <a:lnTo>
                        <a:pt x="89" y="0"/>
                      </a:lnTo>
                      <a:lnTo>
                        <a:pt x="378" y="0"/>
                      </a:lnTo>
                      <a:lnTo>
                        <a:pt x="378" y="275"/>
                      </a:lnTo>
                      <a:lnTo>
                        <a:pt x="317" y="275"/>
                      </a:lnTo>
                      <a:lnTo>
                        <a:pt x="286" y="242"/>
                      </a:lnTo>
                      <a:lnTo>
                        <a:pt x="26" y="242"/>
                      </a:lnTo>
                      <a:lnTo>
                        <a:pt x="0" y="223"/>
                      </a:lnTo>
                      <a:lnTo>
                        <a:pt x="1" y="42"/>
                      </a:lnTo>
                    </a:path>
                  </a:pathLst>
                </a:custGeom>
                <a:solidFill>
                  <a:srgbClr val="C0C0C0"/>
                </a:solidFill>
                <a:ln w="12700" cap="rnd" cmpd="sng">
                  <a:solidFill>
                    <a:srgbClr val="000000"/>
                  </a:solidFill>
                  <a:prstDash val="solid"/>
                  <a:round/>
                  <a:headEnd type="none" w="med" len="med"/>
                  <a:tailEnd type="none" w="med" len="med"/>
                </a:ln>
              </p:spPr>
              <p:txBody>
                <a:bodyPr/>
                <a:lstStyle/>
                <a:p>
                  <a:endParaRPr lang="fr-FR"/>
                </a:p>
              </p:txBody>
            </p:sp>
            <p:sp>
              <p:nvSpPr>
                <p:cNvPr id="30783" name="Freeform 25"/>
                <p:cNvSpPr>
                  <a:spLocks/>
                </p:cNvSpPr>
                <p:nvPr/>
              </p:nvSpPr>
              <p:spPr bwMode="auto">
                <a:xfrm>
                  <a:off x="4785" y="1880"/>
                  <a:ext cx="127" cy="349"/>
                </a:xfrm>
                <a:custGeom>
                  <a:avLst/>
                  <a:gdLst>
                    <a:gd name="T0" fmla="*/ 49 w 127"/>
                    <a:gd name="T1" fmla="*/ 0 h 349"/>
                    <a:gd name="T2" fmla="*/ 126 w 127"/>
                    <a:gd name="T3" fmla="*/ 348 h 349"/>
                    <a:gd name="T4" fmla="*/ 33 w 127"/>
                    <a:gd name="T5" fmla="*/ 348 h 349"/>
                    <a:gd name="T6" fmla="*/ 0 w 127"/>
                    <a:gd name="T7" fmla="*/ 342 h 349"/>
                    <a:gd name="T8" fmla="*/ 0 w 127"/>
                    <a:gd name="T9" fmla="*/ 64 h 349"/>
                    <a:gd name="T10" fmla="*/ 2 w 127"/>
                    <a:gd name="T11" fmla="*/ 44 h 349"/>
                    <a:gd name="T12" fmla="*/ 7 w 127"/>
                    <a:gd name="T13" fmla="*/ 31 h 349"/>
                    <a:gd name="T14" fmla="*/ 17 w 127"/>
                    <a:gd name="T15" fmla="*/ 19 h 349"/>
                    <a:gd name="T16" fmla="*/ 30 w 127"/>
                    <a:gd name="T17" fmla="*/ 10 h 349"/>
                    <a:gd name="T18" fmla="*/ 49 w 127"/>
                    <a:gd name="T19" fmla="*/ 0 h 349"/>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 name="T30" fmla="*/ 0 w 127"/>
                    <a:gd name="T31" fmla="*/ 0 h 349"/>
                    <a:gd name="T32" fmla="*/ 127 w 127"/>
                    <a:gd name="T33" fmla="*/ 349 h 349"/>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T30" t="T31" r="T32" b="T33"/>
                  <a:pathLst>
                    <a:path w="127" h="349">
                      <a:moveTo>
                        <a:pt x="49" y="0"/>
                      </a:moveTo>
                      <a:lnTo>
                        <a:pt x="126" y="348"/>
                      </a:lnTo>
                      <a:lnTo>
                        <a:pt x="33" y="348"/>
                      </a:lnTo>
                      <a:lnTo>
                        <a:pt x="0" y="342"/>
                      </a:lnTo>
                      <a:lnTo>
                        <a:pt x="0" y="64"/>
                      </a:lnTo>
                      <a:lnTo>
                        <a:pt x="2" y="44"/>
                      </a:lnTo>
                      <a:lnTo>
                        <a:pt x="7" y="31"/>
                      </a:lnTo>
                      <a:lnTo>
                        <a:pt x="17" y="19"/>
                      </a:lnTo>
                      <a:lnTo>
                        <a:pt x="30" y="10"/>
                      </a:lnTo>
                      <a:lnTo>
                        <a:pt x="49" y="0"/>
                      </a:lnTo>
                    </a:path>
                  </a:pathLst>
                </a:custGeom>
                <a:solidFill>
                  <a:srgbClr val="C0C0C0"/>
                </a:solidFill>
                <a:ln w="12700" cap="rnd" cmpd="sng">
                  <a:solidFill>
                    <a:srgbClr val="000000"/>
                  </a:solidFill>
                  <a:prstDash val="solid"/>
                  <a:round/>
                  <a:headEnd type="none" w="med" len="med"/>
                  <a:tailEnd type="none" w="med" len="med"/>
                </a:ln>
              </p:spPr>
              <p:txBody>
                <a:bodyPr/>
                <a:lstStyle/>
                <a:p>
                  <a:endParaRPr lang="fr-FR"/>
                </a:p>
              </p:txBody>
            </p:sp>
            <p:sp>
              <p:nvSpPr>
                <p:cNvPr id="30784" name="Freeform 26"/>
                <p:cNvSpPr>
                  <a:spLocks/>
                </p:cNvSpPr>
                <p:nvPr/>
              </p:nvSpPr>
              <p:spPr bwMode="auto">
                <a:xfrm>
                  <a:off x="4058" y="1958"/>
                  <a:ext cx="190" cy="199"/>
                </a:xfrm>
                <a:custGeom>
                  <a:avLst/>
                  <a:gdLst>
                    <a:gd name="T0" fmla="*/ 42 w 190"/>
                    <a:gd name="T1" fmla="*/ 0 h 199"/>
                    <a:gd name="T2" fmla="*/ 189 w 190"/>
                    <a:gd name="T3" fmla="*/ 0 h 199"/>
                    <a:gd name="T4" fmla="*/ 189 w 190"/>
                    <a:gd name="T5" fmla="*/ 198 h 199"/>
                    <a:gd name="T6" fmla="*/ 6 w 190"/>
                    <a:gd name="T7" fmla="*/ 198 h 199"/>
                    <a:gd name="T8" fmla="*/ 0 w 190"/>
                    <a:gd name="T9" fmla="*/ 158 h 199"/>
                    <a:gd name="T10" fmla="*/ 42 w 190"/>
                    <a:gd name="T11" fmla="*/ 0 h 199"/>
                    <a:gd name="T12" fmla="*/ 0 60000 65536"/>
                    <a:gd name="T13" fmla="*/ 0 60000 65536"/>
                    <a:gd name="T14" fmla="*/ 0 60000 65536"/>
                    <a:gd name="T15" fmla="*/ 0 60000 65536"/>
                    <a:gd name="T16" fmla="*/ 0 60000 65536"/>
                    <a:gd name="T17" fmla="*/ 0 60000 65536"/>
                    <a:gd name="T18" fmla="*/ 0 w 190"/>
                    <a:gd name="T19" fmla="*/ 0 h 199"/>
                    <a:gd name="T20" fmla="*/ 190 w 190"/>
                    <a:gd name="T21" fmla="*/ 199 h 199"/>
                  </a:gdLst>
                  <a:ahLst/>
                  <a:cxnLst>
                    <a:cxn ang="T12">
                      <a:pos x="T0" y="T1"/>
                    </a:cxn>
                    <a:cxn ang="T13">
                      <a:pos x="T2" y="T3"/>
                    </a:cxn>
                    <a:cxn ang="T14">
                      <a:pos x="T4" y="T5"/>
                    </a:cxn>
                    <a:cxn ang="T15">
                      <a:pos x="T6" y="T7"/>
                    </a:cxn>
                    <a:cxn ang="T16">
                      <a:pos x="T8" y="T9"/>
                    </a:cxn>
                    <a:cxn ang="T17">
                      <a:pos x="T10" y="T11"/>
                    </a:cxn>
                  </a:cxnLst>
                  <a:rect l="T18" t="T19" r="T20" b="T21"/>
                  <a:pathLst>
                    <a:path w="190" h="199">
                      <a:moveTo>
                        <a:pt x="42" y="0"/>
                      </a:moveTo>
                      <a:lnTo>
                        <a:pt x="189" y="0"/>
                      </a:lnTo>
                      <a:lnTo>
                        <a:pt x="189" y="198"/>
                      </a:lnTo>
                      <a:lnTo>
                        <a:pt x="6" y="198"/>
                      </a:lnTo>
                      <a:lnTo>
                        <a:pt x="0" y="158"/>
                      </a:lnTo>
                      <a:lnTo>
                        <a:pt x="42" y="0"/>
                      </a:lnTo>
                    </a:path>
                  </a:pathLst>
                </a:custGeom>
                <a:solidFill>
                  <a:srgbClr val="C0C0C0"/>
                </a:solidFill>
                <a:ln w="12700" cap="rnd" cmpd="sng">
                  <a:solidFill>
                    <a:srgbClr val="000000"/>
                  </a:solidFill>
                  <a:prstDash val="solid"/>
                  <a:round/>
                  <a:headEnd type="none" w="med" len="med"/>
                  <a:tailEnd type="none" w="med" len="med"/>
                </a:ln>
              </p:spPr>
              <p:txBody>
                <a:bodyPr/>
                <a:lstStyle/>
                <a:p>
                  <a:endParaRPr lang="fr-FR"/>
                </a:p>
              </p:txBody>
            </p:sp>
            <p:sp>
              <p:nvSpPr>
                <p:cNvPr id="30785" name="Line 27"/>
                <p:cNvSpPr>
                  <a:spLocks noChangeShapeType="1"/>
                </p:cNvSpPr>
                <p:nvPr/>
              </p:nvSpPr>
              <p:spPr bwMode="auto">
                <a:xfrm flipV="1">
                  <a:off x="4614" y="1947"/>
                  <a:ext cx="0" cy="247"/>
                </a:xfrm>
                <a:prstGeom prst="line">
                  <a:avLst/>
                </a:prstGeom>
                <a:noFill/>
                <a:ln w="12700">
                  <a:solidFill>
                    <a:srgbClr val="000000"/>
                  </a:solidFill>
                  <a:round/>
                  <a:headEnd/>
                  <a:tailEnd/>
                </a:ln>
                <a:extLst>
                  <a:ext uri="{909E8E84-426E-40DD-AFC4-6F175D3DCCD1}">
                    <a14:hiddenFill xmlns:a14="http://schemas.microsoft.com/office/drawing/2010/main">
                      <a:noFill/>
                    </a14:hiddenFill>
                  </a:ext>
                </a:extLst>
              </p:spPr>
              <p:txBody>
                <a:bodyPr wrap="none" anchor="ctr"/>
                <a:lstStyle/>
                <a:p>
                  <a:endParaRPr lang="fr-FR"/>
                </a:p>
              </p:txBody>
            </p:sp>
          </p:grpSp>
          <p:sp>
            <p:nvSpPr>
              <p:cNvPr id="30770" name="Freeform 28"/>
              <p:cNvSpPr>
                <a:spLocks/>
              </p:cNvSpPr>
              <p:nvPr/>
            </p:nvSpPr>
            <p:spPr bwMode="auto">
              <a:xfrm>
                <a:off x="3939" y="2624"/>
                <a:ext cx="34" cy="136"/>
              </a:xfrm>
              <a:custGeom>
                <a:avLst/>
                <a:gdLst>
                  <a:gd name="T0" fmla="*/ 0 w 34"/>
                  <a:gd name="T1" fmla="*/ 0 h 136"/>
                  <a:gd name="T2" fmla="*/ 33 w 34"/>
                  <a:gd name="T3" fmla="*/ 6 h 136"/>
                  <a:gd name="T4" fmla="*/ 33 w 34"/>
                  <a:gd name="T5" fmla="*/ 135 h 136"/>
                  <a:gd name="T6" fmla="*/ 0 w 34"/>
                  <a:gd name="T7" fmla="*/ 135 h 136"/>
                  <a:gd name="T8" fmla="*/ 0 w 34"/>
                  <a:gd name="T9" fmla="*/ 0 h 136"/>
                  <a:gd name="T10" fmla="*/ 0 60000 65536"/>
                  <a:gd name="T11" fmla="*/ 0 60000 65536"/>
                  <a:gd name="T12" fmla="*/ 0 60000 65536"/>
                  <a:gd name="T13" fmla="*/ 0 60000 65536"/>
                  <a:gd name="T14" fmla="*/ 0 60000 65536"/>
                  <a:gd name="T15" fmla="*/ 0 w 34"/>
                  <a:gd name="T16" fmla="*/ 0 h 136"/>
                  <a:gd name="T17" fmla="*/ 34 w 34"/>
                  <a:gd name="T18" fmla="*/ 136 h 136"/>
                </a:gdLst>
                <a:ahLst/>
                <a:cxnLst>
                  <a:cxn ang="T10">
                    <a:pos x="T0" y="T1"/>
                  </a:cxn>
                  <a:cxn ang="T11">
                    <a:pos x="T2" y="T3"/>
                  </a:cxn>
                  <a:cxn ang="T12">
                    <a:pos x="T4" y="T5"/>
                  </a:cxn>
                  <a:cxn ang="T13">
                    <a:pos x="T6" y="T7"/>
                  </a:cxn>
                  <a:cxn ang="T14">
                    <a:pos x="T8" y="T9"/>
                  </a:cxn>
                </a:cxnLst>
                <a:rect l="T15" t="T16" r="T17" b="T18"/>
                <a:pathLst>
                  <a:path w="34" h="136">
                    <a:moveTo>
                      <a:pt x="0" y="0"/>
                    </a:moveTo>
                    <a:lnTo>
                      <a:pt x="33" y="6"/>
                    </a:lnTo>
                    <a:lnTo>
                      <a:pt x="33" y="135"/>
                    </a:lnTo>
                    <a:lnTo>
                      <a:pt x="0" y="135"/>
                    </a:lnTo>
                    <a:lnTo>
                      <a:pt x="0" y="0"/>
                    </a:lnTo>
                  </a:path>
                </a:pathLst>
              </a:custGeom>
              <a:solidFill>
                <a:srgbClr val="C0C0C0"/>
              </a:solidFill>
              <a:ln w="12700" cap="rnd" cmpd="sng">
                <a:solidFill>
                  <a:srgbClr val="000000"/>
                </a:solidFill>
                <a:prstDash val="solid"/>
                <a:round/>
                <a:headEnd type="none" w="med" len="med"/>
                <a:tailEnd type="none" w="med" len="med"/>
              </a:ln>
            </p:spPr>
            <p:txBody>
              <a:bodyPr/>
              <a:lstStyle/>
              <a:p>
                <a:endParaRPr lang="fr-FR"/>
              </a:p>
            </p:txBody>
          </p:sp>
          <p:sp>
            <p:nvSpPr>
              <p:cNvPr id="30771" name="Freeform 29"/>
              <p:cNvSpPr>
                <a:spLocks/>
              </p:cNvSpPr>
              <p:nvPr/>
            </p:nvSpPr>
            <p:spPr bwMode="auto">
              <a:xfrm>
                <a:off x="4312" y="2202"/>
                <a:ext cx="89" cy="24"/>
              </a:xfrm>
              <a:custGeom>
                <a:avLst/>
                <a:gdLst>
                  <a:gd name="T0" fmla="*/ 0 w 89"/>
                  <a:gd name="T1" fmla="*/ 0 h 24"/>
                  <a:gd name="T2" fmla="*/ 0 w 89"/>
                  <a:gd name="T3" fmla="*/ 23 h 24"/>
                  <a:gd name="T4" fmla="*/ 23 w 89"/>
                  <a:gd name="T5" fmla="*/ 15 h 24"/>
                  <a:gd name="T6" fmla="*/ 88 w 89"/>
                  <a:gd name="T7" fmla="*/ 15 h 24"/>
                  <a:gd name="T8" fmla="*/ 88 w 89"/>
                  <a:gd name="T9" fmla="*/ 7 h 24"/>
                  <a:gd name="T10" fmla="*/ 23 w 89"/>
                  <a:gd name="T11" fmla="*/ 7 h 24"/>
                  <a:gd name="T12" fmla="*/ 16 w 89"/>
                  <a:gd name="T13" fmla="*/ 0 h 24"/>
                  <a:gd name="T14" fmla="*/ 0 w 89"/>
                  <a:gd name="T15" fmla="*/ 0 h 24"/>
                  <a:gd name="T16" fmla="*/ 0 60000 65536"/>
                  <a:gd name="T17" fmla="*/ 0 60000 65536"/>
                  <a:gd name="T18" fmla="*/ 0 60000 65536"/>
                  <a:gd name="T19" fmla="*/ 0 60000 65536"/>
                  <a:gd name="T20" fmla="*/ 0 60000 65536"/>
                  <a:gd name="T21" fmla="*/ 0 60000 65536"/>
                  <a:gd name="T22" fmla="*/ 0 60000 65536"/>
                  <a:gd name="T23" fmla="*/ 0 60000 65536"/>
                  <a:gd name="T24" fmla="*/ 0 w 89"/>
                  <a:gd name="T25" fmla="*/ 0 h 24"/>
                  <a:gd name="T26" fmla="*/ 89 w 89"/>
                  <a:gd name="T27" fmla="*/ 24 h 24"/>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89" h="24">
                    <a:moveTo>
                      <a:pt x="0" y="0"/>
                    </a:moveTo>
                    <a:lnTo>
                      <a:pt x="0" y="23"/>
                    </a:lnTo>
                    <a:lnTo>
                      <a:pt x="23" y="15"/>
                    </a:lnTo>
                    <a:lnTo>
                      <a:pt x="88" y="15"/>
                    </a:lnTo>
                    <a:lnTo>
                      <a:pt x="88" y="7"/>
                    </a:lnTo>
                    <a:lnTo>
                      <a:pt x="23" y="7"/>
                    </a:lnTo>
                    <a:lnTo>
                      <a:pt x="16" y="0"/>
                    </a:lnTo>
                    <a:lnTo>
                      <a:pt x="0" y="0"/>
                    </a:lnTo>
                  </a:path>
                </a:pathLst>
              </a:custGeom>
              <a:solidFill>
                <a:srgbClr val="C0C0C0"/>
              </a:solidFill>
              <a:ln>
                <a:noFill/>
              </a:ln>
              <a:extLst>
                <a:ext uri="{91240B29-F687-4F45-9708-019B960494DF}">
                  <a14:hiddenLine xmlns:a14="http://schemas.microsoft.com/office/drawing/2010/main" w="12700" cap="rnd" cmpd="sng">
                    <a:solidFill>
                      <a:srgbClr val="000000"/>
                    </a:solidFill>
                    <a:prstDash val="solid"/>
                    <a:round/>
                    <a:headEnd type="none" w="med" len="med"/>
                    <a:tailEnd type="none" w="med" len="med"/>
                  </a14:hiddenLine>
                </a:ext>
              </a:extLst>
            </p:spPr>
            <p:txBody>
              <a:bodyPr/>
              <a:lstStyle/>
              <a:p>
                <a:endParaRPr lang="fr-FR"/>
              </a:p>
            </p:txBody>
          </p:sp>
          <p:sp>
            <p:nvSpPr>
              <p:cNvPr id="30772" name="Freeform 30"/>
              <p:cNvSpPr>
                <a:spLocks/>
              </p:cNvSpPr>
              <p:nvPr/>
            </p:nvSpPr>
            <p:spPr bwMode="auto">
              <a:xfrm>
                <a:off x="878" y="1453"/>
                <a:ext cx="3044" cy="1245"/>
              </a:xfrm>
              <a:custGeom>
                <a:avLst/>
                <a:gdLst>
                  <a:gd name="T0" fmla="*/ 0 w 3044"/>
                  <a:gd name="T1" fmla="*/ 0 h 1245"/>
                  <a:gd name="T2" fmla="*/ 0 w 3044"/>
                  <a:gd name="T3" fmla="*/ 1244 h 1245"/>
                  <a:gd name="T4" fmla="*/ 3043 w 3044"/>
                  <a:gd name="T5" fmla="*/ 1244 h 1245"/>
                  <a:gd name="T6" fmla="*/ 3043 w 3044"/>
                  <a:gd name="T7" fmla="*/ 0 h 1245"/>
                  <a:gd name="T8" fmla="*/ 0 w 3044"/>
                  <a:gd name="T9" fmla="*/ 0 h 1245"/>
                  <a:gd name="T10" fmla="*/ 0 60000 65536"/>
                  <a:gd name="T11" fmla="*/ 0 60000 65536"/>
                  <a:gd name="T12" fmla="*/ 0 60000 65536"/>
                  <a:gd name="T13" fmla="*/ 0 60000 65536"/>
                  <a:gd name="T14" fmla="*/ 0 60000 65536"/>
                  <a:gd name="T15" fmla="*/ 0 w 3044"/>
                  <a:gd name="T16" fmla="*/ 0 h 1245"/>
                  <a:gd name="T17" fmla="*/ 3044 w 3044"/>
                  <a:gd name="T18" fmla="*/ 1245 h 1245"/>
                </a:gdLst>
                <a:ahLst/>
                <a:cxnLst>
                  <a:cxn ang="T10">
                    <a:pos x="T0" y="T1"/>
                  </a:cxn>
                  <a:cxn ang="T11">
                    <a:pos x="T2" y="T3"/>
                  </a:cxn>
                  <a:cxn ang="T12">
                    <a:pos x="T4" y="T5"/>
                  </a:cxn>
                  <a:cxn ang="T13">
                    <a:pos x="T6" y="T7"/>
                  </a:cxn>
                  <a:cxn ang="T14">
                    <a:pos x="T8" y="T9"/>
                  </a:cxn>
                </a:cxnLst>
                <a:rect l="T15" t="T16" r="T17" b="T18"/>
                <a:pathLst>
                  <a:path w="3044" h="1245">
                    <a:moveTo>
                      <a:pt x="0" y="0"/>
                    </a:moveTo>
                    <a:lnTo>
                      <a:pt x="0" y="1244"/>
                    </a:lnTo>
                    <a:lnTo>
                      <a:pt x="3043" y="1244"/>
                    </a:lnTo>
                    <a:lnTo>
                      <a:pt x="3043" y="0"/>
                    </a:lnTo>
                    <a:lnTo>
                      <a:pt x="0" y="0"/>
                    </a:lnTo>
                  </a:path>
                </a:pathLst>
              </a:custGeom>
              <a:solidFill>
                <a:schemeClr val="folHlink"/>
              </a:solidFill>
              <a:ln w="12700" cap="rnd" cmpd="sng">
                <a:solidFill>
                  <a:srgbClr val="000000"/>
                </a:solidFill>
                <a:prstDash val="solid"/>
                <a:round/>
                <a:headEnd type="none" w="med" len="med"/>
                <a:tailEnd type="none" w="med" len="med"/>
              </a:ln>
            </p:spPr>
            <p:txBody>
              <a:bodyPr/>
              <a:lstStyle/>
              <a:p>
                <a:endParaRPr lang="fr-FR"/>
              </a:p>
            </p:txBody>
          </p:sp>
          <p:sp>
            <p:nvSpPr>
              <p:cNvPr id="30773" name="Freeform 31"/>
              <p:cNvSpPr>
                <a:spLocks/>
              </p:cNvSpPr>
              <p:nvPr/>
            </p:nvSpPr>
            <p:spPr bwMode="auto">
              <a:xfrm>
                <a:off x="804" y="2672"/>
                <a:ext cx="3164" cy="102"/>
              </a:xfrm>
              <a:custGeom>
                <a:avLst/>
                <a:gdLst>
                  <a:gd name="T0" fmla="*/ 0 w 3164"/>
                  <a:gd name="T1" fmla="*/ 0 h 102"/>
                  <a:gd name="T2" fmla="*/ 3163 w 3164"/>
                  <a:gd name="T3" fmla="*/ 0 h 102"/>
                  <a:gd name="T4" fmla="*/ 3163 w 3164"/>
                  <a:gd name="T5" fmla="*/ 101 h 102"/>
                  <a:gd name="T6" fmla="*/ 0 w 3164"/>
                  <a:gd name="T7" fmla="*/ 101 h 102"/>
                  <a:gd name="T8" fmla="*/ 0 w 3164"/>
                  <a:gd name="T9" fmla="*/ 0 h 102"/>
                  <a:gd name="T10" fmla="*/ 0 60000 65536"/>
                  <a:gd name="T11" fmla="*/ 0 60000 65536"/>
                  <a:gd name="T12" fmla="*/ 0 60000 65536"/>
                  <a:gd name="T13" fmla="*/ 0 60000 65536"/>
                  <a:gd name="T14" fmla="*/ 0 60000 65536"/>
                  <a:gd name="T15" fmla="*/ 0 w 3164"/>
                  <a:gd name="T16" fmla="*/ 0 h 102"/>
                  <a:gd name="T17" fmla="*/ 3164 w 3164"/>
                  <a:gd name="T18" fmla="*/ 102 h 102"/>
                </a:gdLst>
                <a:ahLst/>
                <a:cxnLst>
                  <a:cxn ang="T10">
                    <a:pos x="T0" y="T1"/>
                  </a:cxn>
                  <a:cxn ang="T11">
                    <a:pos x="T2" y="T3"/>
                  </a:cxn>
                  <a:cxn ang="T12">
                    <a:pos x="T4" y="T5"/>
                  </a:cxn>
                  <a:cxn ang="T13">
                    <a:pos x="T6" y="T7"/>
                  </a:cxn>
                  <a:cxn ang="T14">
                    <a:pos x="T8" y="T9"/>
                  </a:cxn>
                </a:cxnLst>
                <a:rect l="T15" t="T16" r="T17" b="T18"/>
                <a:pathLst>
                  <a:path w="3164" h="102">
                    <a:moveTo>
                      <a:pt x="0" y="0"/>
                    </a:moveTo>
                    <a:lnTo>
                      <a:pt x="3163" y="0"/>
                    </a:lnTo>
                    <a:lnTo>
                      <a:pt x="3163" y="101"/>
                    </a:lnTo>
                    <a:lnTo>
                      <a:pt x="0" y="101"/>
                    </a:lnTo>
                    <a:lnTo>
                      <a:pt x="0" y="0"/>
                    </a:lnTo>
                  </a:path>
                </a:pathLst>
              </a:custGeom>
              <a:solidFill>
                <a:schemeClr val="folHlink"/>
              </a:solidFill>
              <a:ln w="12700" cap="rnd" cmpd="sng">
                <a:solidFill>
                  <a:srgbClr val="000000"/>
                </a:solidFill>
                <a:prstDash val="solid"/>
                <a:round/>
                <a:headEnd type="none" w="med" len="med"/>
                <a:tailEnd type="none" w="med" len="med"/>
              </a:ln>
            </p:spPr>
            <p:txBody>
              <a:bodyPr/>
              <a:lstStyle/>
              <a:p>
                <a:endParaRPr lang="fr-FR"/>
              </a:p>
            </p:txBody>
          </p:sp>
          <p:grpSp>
            <p:nvGrpSpPr>
              <p:cNvPr id="30774" name="Group 32"/>
              <p:cNvGrpSpPr>
                <a:grpSpLocks/>
              </p:cNvGrpSpPr>
              <p:nvPr/>
            </p:nvGrpSpPr>
            <p:grpSpPr bwMode="auto">
              <a:xfrm>
                <a:off x="1859" y="2458"/>
                <a:ext cx="488" cy="529"/>
                <a:chOff x="1859" y="2458"/>
                <a:chExt cx="488" cy="529"/>
              </a:xfrm>
            </p:grpSpPr>
            <p:sp>
              <p:nvSpPr>
                <p:cNvPr id="30778" name="Oval 33"/>
                <p:cNvSpPr>
                  <a:spLocks noChangeArrowheads="1"/>
                </p:cNvSpPr>
                <p:nvPr/>
              </p:nvSpPr>
              <p:spPr bwMode="auto">
                <a:xfrm>
                  <a:off x="1859" y="2458"/>
                  <a:ext cx="488" cy="492"/>
                </a:xfrm>
                <a:prstGeom prst="ellipse">
                  <a:avLst/>
                </a:prstGeom>
                <a:solidFill>
                  <a:schemeClr val="tx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nvGrpSpPr>
                <p:cNvPr id="30779" name="Group 34"/>
                <p:cNvGrpSpPr>
                  <a:grpSpLocks/>
                </p:cNvGrpSpPr>
                <p:nvPr/>
              </p:nvGrpSpPr>
              <p:grpSpPr bwMode="auto">
                <a:xfrm>
                  <a:off x="1874" y="2530"/>
                  <a:ext cx="458" cy="457"/>
                  <a:chOff x="1874" y="2530"/>
                  <a:chExt cx="458" cy="457"/>
                </a:xfrm>
              </p:grpSpPr>
              <p:sp>
                <p:nvSpPr>
                  <p:cNvPr id="30780" name="Oval 35"/>
                  <p:cNvSpPr>
                    <a:spLocks noChangeArrowheads="1"/>
                  </p:cNvSpPr>
                  <p:nvPr/>
                </p:nvSpPr>
                <p:spPr bwMode="auto">
                  <a:xfrm>
                    <a:off x="1874" y="2530"/>
                    <a:ext cx="458" cy="457"/>
                  </a:xfrm>
                  <a:prstGeom prst="ellipse">
                    <a:avLst/>
                  </a:prstGeom>
                  <a:solidFill>
                    <a:schemeClr val="tx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30781" name="Oval 36"/>
                  <p:cNvSpPr>
                    <a:spLocks noChangeArrowheads="1"/>
                  </p:cNvSpPr>
                  <p:nvPr/>
                </p:nvSpPr>
                <p:spPr bwMode="auto">
                  <a:xfrm>
                    <a:off x="2010" y="2666"/>
                    <a:ext cx="184" cy="183"/>
                  </a:xfrm>
                  <a:prstGeom prst="ellipse">
                    <a:avLst/>
                  </a:prstGeom>
                  <a:solidFill>
                    <a:schemeClr val="tx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grpSp>
          <p:sp>
            <p:nvSpPr>
              <p:cNvPr id="30775" name="Rectangle 37"/>
              <p:cNvSpPr>
                <a:spLocks noChangeArrowheads="1"/>
              </p:cNvSpPr>
              <p:nvPr/>
            </p:nvSpPr>
            <p:spPr bwMode="auto">
              <a:xfrm>
                <a:off x="1088" y="2011"/>
                <a:ext cx="2614" cy="101"/>
              </a:xfrm>
              <a:prstGeom prst="rect">
                <a:avLst/>
              </a:prstGeom>
              <a:solidFill>
                <a:schemeClr val="bg2"/>
              </a:solidFill>
              <a:ln w="12700">
                <a:solidFill>
                  <a:srgbClr val="000000"/>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30776" name="Line 38"/>
              <p:cNvSpPr>
                <a:spLocks noChangeShapeType="1"/>
              </p:cNvSpPr>
              <p:nvPr/>
            </p:nvSpPr>
            <p:spPr bwMode="auto">
              <a:xfrm>
                <a:off x="882" y="2180"/>
                <a:ext cx="3007" cy="0"/>
              </a:xfrm>
              <a:prstGeom prst="line">
                <a:avLst/>
              </a:prstGeom>
              <a:noFill/>
              <a:ln w="12700">
                <a:solidFill>
                  <a:srgbClr val="000000"/>
                </a:solidFill>
                <a:round/>
                <a:headEnd/>
                <a:tailEnd/>
              </a:ln>
              <a:extLst>
                <a:ext uri="{909E8E84-426E-40DD-AFC4-6F175D3DCCD1}">
                  <a14:hiddenFill xmlns:a14="http://schemas.microsoft.com/office/drawing/2010/main">
                    <a:noFill/>
                  </a14:hiddenFill>
                </a:ext>
              </a:extLst>
            </p:spPr>
            <p:txBody>
              <a:bodyPr wrap="none" anchor="ctr"/>
              <a:lstStyle/>
              <a:p>
                <a:endParaRPr lang="fr-FR"/>
              </a:p>
            </p:txBody>
          </p:sp>
          <p:sp>
            <p:nvSpPr>
              <p:cNvPr id="30777" name="Oval 39"/>
              <p:cNvSpPr>
                <a:spLocks noChangeArrowheads="1"/>
              </p:cNvSpPr>
              <p:nvPr/>
            </p:nvSpPr>
            <p:spPr bwMode="auto">
              <a:xfrm>
                <a:off x="2007" y="2648"/>
                <a:ext cx="184" cy="183"/>
              </a:xfrm>
              <a:prstGeom prst="ellipse">
                <a:avLst/>
              </a:prstGeom>
              <a:solidFill>
                <a:srgbClr val="C0C0C0"/>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grpSp>
          <p:nvGrpSpPr>
            <p:cNvPr id="30759" name="Group 40"/>
            <p:cNvGrpSpPr>
              <a:grpSpLocks/>
            </p:cNvGrpSpPr>
            <p:nvPr/>
          </p:nvGrpSpPr>
          <p:grpSpPr bwMode="auto">
            <a:xfrm>
              <a:off x="5159" y="2117"/>
              <a:ext cx="367" cy="116"/>
              <a:chOff x="3631" y="4140"/>
              <a:chExt cx="461" cy="146"/>
            </a:xfrm>
          </p:grpSpPr>
          <p:sp>
            <p:nvSpPr>
              <p:cNvPr id="30760" name="Oval 41"/>
              <p:cNvSpPr>
                <a:spLocks noChangeArrowheads="1"/>
              </p:cNvSpPr>
              <p:nvPr/>
            </p:nvSpPr>
            <p:spPr bwMode="auto">
              <a:xfrm>
                <a:off x="3631" y="4140"/>
                <a:ext cx="145" cy="145"/>
              </a:xfrm>
              <a:prstGeom prst="ellipse">
                <a:avLst/>
              </a:prstGeom>
              <a:solidFill>
                <a:schemeClr val="bg1"/>
              </a:solidFill>
              <a:ln w="9525">
                <a:solidFill>
                  <a:schemeClr val="tx1"/>
                </a:solidFill>
                <a:round/>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30761" name="Oval 42"/>
              <p:cNvSpPr>
                <a:spLocks noChangeArrowheads="1"/>
              </p:cNvSpPr>
              <p:nvPr/>
            </p:nvSpPr>
            <p:spPr bwMode="auto">
              <a:xfrm>
                <a:off x="3787" y="4140"/>
                <a:ext cx="145" cy="145"/>
              </a:xfrm>
              <a:prstGeom prst="ellipse">
                <a:avLst/>
              </a:prstGeom>
              <a:solidFill>
                <a:schemeClr val="bg1"/>
              </a:solidFill>
              <a:ln w="9525">
                <a:solidFill>
                  <a:schemeClr val="tx1"/>
                </a:solidFill>
                <a:round/>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30762" name="Oval 43"/>
              <p:cNvSpPr>
                <a:spLocks noChangeArrowheads="1"/>
              </p:cNvSpPr>
              <p:nvPr/>
            </p:nvSpPr>
            <p:spPr bwMode="auto">
              <a:xfrm>
                <a:off x="3947" y="4141"/>
                <a:ext cx="145" cy="145"/>
              </a:xfrm>
              <a:prstGeom prst="ellipse">
                <a:avLst/>
              </a:prstGeom>
              <a:solidFill>
                <a:schemeClr val="bg1"/>
              </a:solidFill>
              <a:ln w="9525">
                <a:solidFill>
                  <a:schemeClr val="tx1"/>
                </a:solidFill>
                <a:round/>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grpSp>
      <p:sp>
        <p:nvSpPr>
          <p:cNvPr id="30726" name="Rectangle 46"/>
          <p:cNvSpPr>
            <a:spLocks noChangeArrowheads="1"/>
          </p:cNvSpPr>
          <p:nvPr/>
        </p:nvSpPr>
        <p:spPr bwMode="auto">
          <a:xfrm>
            <a:off x="2852738" y="1481138"/>
            <a:ext cx="336550" cy="509587"/>
          </a:xfrm>
          <a:prstGeom prst="rect">
            <a:avLst/>
          </a:prstGeom>
          <a:solidFill>
            <a:schemeClr val="bg1"/>
          </a:solidFill>
          <a:ln w="9525">
            <a:solidFill>
              <a:schemeClr val="tx1"/>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30727" name="Rectangle 47"/>
          <p:cNvSpPr>
            <a:spLocks noChangeArrowheads="1"/>
          </p:cNvSpPr>
          <p:nvPr/>
        </p:nvSpPr>
        <p:spPr bwMode="auto">
          <a:xfrm>
            <a:off x="2728913" y="1663700"/>
            <a:ext cx="336550" cy="509588"/>
          </a:xfrm>
          <a:prstGeom prst="rect">
            <a:avLst/>
          </a:prstGeom>
          <a:solidFill>
            <a:srgbClr val="FFFF00"/>
          </a:solidFill>
          <a:ln w="9525">
            <a:solidFill>
              <a:schemeClr val="bg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30728" name="Text Box 48"/>
          <p:cNvSpPr txBox="1">
            <a:spLocks noChangeArrowheads="1"/>
          </p:cNvSpPr>
          <p:nvPr/>
        </p:nvSpPr>
        <p:spPr bwMode="auto">
          <a:xfrm>
            <a:off x="1631950" y="993775"/>
            <a:ext cx="1514475" cy="346075"/>
          </a:xfrm>
          <a:prstGeom prst="rect">
            <a:avLst/>
          </a:prstGeom>
          <a:solidFill>
            <a:schemeClr val="bg1"/>
          </a:solidFill>
          <a:ln w="9525">
            <a:solidFill>
              <a:schemeClr val="tx1"/>
            </a:solidFill>
            <a:miter lim="800000"/>
            <a:headEnd/>
            <a:tailEnd/>
          </a:ln>
          <a:effectLst>
            <a:outerShdw dist="63500" dir="2212194" algn="ctr" rotWithShape="0">
              <a:srgbClr val="336699"/>
            </a:outerShdw>
          </a:effec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a:spcBef>
                <a:spcPct val="0"/>
              </a:spcBef>
              <a:buFontTx/>
              <a:buNone/>
            </a:pPr>
            <a:r>
              <a:rPr lang="fr-FR" altLang="fr-FR" sz="1600">
                <a:solidFill>
                  <a:schemeClr val="tx1"/>
                </a:solidFill>
              </a:rPr>
              <a:t>1. Engrenages</a:t>
            </a:r>
          </a:p>
        </p:txBody>
      </p:sp>
      <p:sp>
        <p:nvSpPr>
          <p:cNvPr id="30729" name="AutoShape 49"/>
          <p:cNvSpPr>
            <a:spLocks noChangeArrowheads="1"/>
          </p:cNvSpPr>
          <p:nvPr/>
        </p:nvSpPr>
        <p:spPr bwMode="auto">
          <a:xfrm rot="3693423">
            <a:off x="2960688" y="3003550"/>
            <a:ext cx="1646237" cy="303213"/>
          </a:xfrm>
          <a:prstGeom prst="rightArrow">
            <a:avLst>
              <a:gd name="adj1" fmla="val 50000"/>
              <a:gd name="adj2" fmla="val 135733"/>
            </a:avLst>
          </a:prstGeom>
          <a:solidFill>
            <a:schemeClr val="bg1"/>
          </a:solidFill>
          <a:ln w="9525">
            <a:solidFill>
              <a:schemeClr val="tx1"/>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30730" name="Rectangle 52"/>
          <p:cNvSpPr>
            <a:spLocks noChangeArrowheads="1"/>
          </p:cNvSpPr>
          <p:nvPr/>
        </p:nvSpPr>
        <p:spPr bwMode="auto">
          <a:xfrm>
            <a:off x="5561013" y="1490663"/>
            <a:ext cx="268287" cy="644525"/>
          </a:xfrm>
          <a:prstGeom prst="rect">
            <a:avLst/>
          </a:prstGeom>
          <a:solidFill>
            <a:srgbClr val="FF0000"/>
          </a:solidFill>
          <a:ln w="9525">
            <a:solidFill>
              <a:schemeClr val="tx1"/>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30731" name="Rectangle 53"/>
          <p:cNvSpPr>
            <a:spLocks noChangeArrowheads="1"/>
          </p:cNvSpPr>
          <p:nvPr/>
        </p:nvSpPr>
        <p:spPr bwMode="auto">
          <a:xfrm>
            <a:off x="5419725" y="1647825"/>
            <a:ext cx="268288" cy="644525"/>
          </a:xfrm>
          <a:prstGeom prst="rect">
            <a:avLst/>
          </a:prstGeom>
          <a:solidFill>
            <a:srgbClr val="0066FF"/>
          </a:solidFill>
          <a:ln w="9525">
            <a:solidFill>
              <a:schemeClr val="tx1"/>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30732" name="Text Box 54"/>
          <p:cNvSpPr txBox="1">
            <a:spLocks noChangeArrowheads="1"/>
          </p:cNvSpPr>
          <p:nvPr/>
        </p:nvSpPr>
        <p:spPr bwMode="auto">
          <a:xfrm>
            <a:off x="5146675" y="989013"/>
            <a:ext cx="1087438" cy="346075"/>
          </a:xfrm>
          <a:prstGeom prst="rect">
            <a:avLst/>
          </a:prstGeom>
          <a:solidFill>
            <a:schemeClr val="bg1"/>
          </a:solidFill>
          <a:ln w="9525">
            <a:solidFill>
              <a:schemeClr val="tx1"/>
            </a:solidFill>
            <a:miter lim="800000"/>
            <a:headEnd/>
            <a:tailEnd/>
          </a:ln>
          <a:effectLst>
            <a:outerShdw dist="63500" dir="2212194" algn="ctr" rotWithShape="0">
              <a:srgbClr val="336699"/>
            </a:outerShdw>
          </a:effec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a:spcBef>
                <a:spcPct val="0"/>
              </a:spcBef>
              <a:buFontTx/>
              <a:buNone/>
            </a:pPr>
            <a:r>
              <a:rPr lang="fr-FR" altLang="fr-FR" sz="1600">
                <a:solidFill>
                  <a:schemeClr val="tx1"/>
                </a:solidFill>
              </a:rPr>
              <a:t>2. Carters</a:t>
            </a:r>
          </a:p>
        </p:txBody>
      </p:sp>
      <p:sp>
        <p:nvSpPr>
          <p:cNvPr id="30733" name="AutoShape 55"/>
          <p:cNvSpPr>
            <a:spLocks noChangeArrowheads="1"/>
          </p:cNvSpPr>
          <p:nvPr/>
        </p:nvSpPr>
        <p:spPr bwMode="auto">
          <a:xfrm rot="6261432">
            <a:off x="4237038" y="3033713"/>
            <a:ext cx="1484312" cy="303212"/>
          </a:xfrm>
          <a:prstGeom prst="rightArrow">
            <a:avLst>
              <a:gd name="adj1" fmla="val 50000"/>
              <a:gd name="adj2" fmla="val 122382"/>
            </a:avLst>
          </a:prstGeom>
          <a:solidFill>
            <a:schemeClr val="bg1"/>
          </a:solidFill>
          <a:ln w="9525">
            <a:solidFill>
              <a:schemeClr val="tx1"/>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30734" name="Text Box 57"/>
          <p:cNvSpPr txBox="1">
            <a:spLocks noChangeArrowheads="1"/>
          </p:cNvSpPr>
          <p:nvPr/>
        </p:nvSpPr>
        <p:spPr bwMode="auto">
          <a:xfrm>
            <a:off x="7197725" y="2305050"/>
            <a:ext cx="1412875" cy="590550"/>
          </a:xfrm>
          <a:prstGeom prst="rect">
            <a:avLst/>
          </a:prstGeom>
          <a:solidFill>
            <a:schemeClr val="bg1"/>
          </a:solidFill>
          <a:ln w="9525">
            <a:solidFill>
              <a:schemeClr val="tx1"/>
            </a:solidFill>
            <a:miter lim="800000"/>
            <a:headEnd/>
            <a:tailEnd/>
          </a:ln>
          <a:effectLst>
            <a:outerShdw dist="63500" dir="2212194" algn="ctr" rotWithShape="0">
              <a:srgbClr val="336699"/>
            </a:outerShdw>
          </a:effec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a:spcBef>
                <a:spcPct val="0"/>
              </a:spcBef>
              <a:buFontTx/>
              <a:buNone/>
            </a:pPr>
            <a:r>
              <a:rPr lang="fr-FR" altLang="fr-FR" sz="1600">
                <a:solidFill>
                  <a:schemeClr val="tx1"/>
                </a:solidFill>
              </a:rPr>
              <a:t>3. Couronnes</a:t>
            </a:r>
          </a:p>
          <a:p>
            <a:pPr algn="ctr">
              <a:spcBef>
                <a:spcPct val="0"/>
              </a:spcBef>
              <a:buFontTx/>
              <a:buNone/>
            </a:pPr>
            <a:r>
              <a:rPr lang="fr-FR" altLang="fr-FR" sz="1600">
                <a:solidFill>
                  <a:schemeClr val="tx1"/>
                </a:solidFill>
              </a:rPr>
              <a:t>(ph. A)</a:t>
            </a:r>
          </a:p>
        </p:txBody>
      </p:sp>
      <p:grpSp>
        <p:nvGrpSpPr>
          <p:cNvPr id="30735" name="Group 59"/>
          <p:cNvGrpSpPr>
            <a:grpSpLocks/>
          </p:cNvGrpSpPr>
          <p:nvPr/>
        </p:nvGrpSpPr>
        <p:grpSpPr bwMode="auto">
          <a:xfrm>
            <a:off x="6630988" y="2352675"/>
            <a:ext cx="644525" cy="584200"/>
            <a:chOff x="1008" y="3932"/>
            <a:chExt cx="576" cy="480"/>
          </a:xfrm>
        </p:grpSpPr>
        <p:sp>
          <p:nvSpPr>
            <p:cNvPr id="30755" name="Oval 60"/>
            <p:cNvSpPr>
              <a:spLocks noChangeArrowheads="1"/>
            </p:cNvSpPr>
            <p:nvPr/>
          </p:nvSpPr>
          <p:spPr bwMode="auto">
            <a:xfrm>
              <a:off x="1200" y="3932"/>
              <a:ext cx="384" cy="384"/>
            </a:xfrm>
            <a:prstGeom prst="ellipse">
              <a:avLst/>
            </a:prstGeom>
            <a:solidFill>
              <a:srgbClr val="FF0000"/>
            </a:solidFill>
            <a:ln w="9525">
              <a:solidFill>
                <a:schemeClr val="tx1"/>
              </a:solidFill>
              <a:round/>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30756" name="Oval 61"/>
            <p:cNvSpPr>
              <a:spLocks noChangeArrowheads="1"/>
            </p:cNvSpPr>
            <p:nvPr/>
          </p:nvSpPr>
          <p:spPr bwMode="auto">
            <a:xfrm>
              <a:off x="1104" y="3980"/>
              <a:ext cx="384" cy="384"/>
            </a:xfrm>
            <a:prstGeom prst="ellipse">
              <a:avLst/>
            </a:prstGeom>
            <a:solidFill>
              <a:srgbClr val="00FF00"/>
            </a:solidFill>
            <a:ln w="9525">
              <a:solidFill>
                <a:schemeClr val="tx1"/>
              </a:solidFill>
              <a:round/>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30757" name="Oval 62"/>
            <p:cNvSpPr>
              <a:spLocks noChangeArrowheads="1"/>
            </p:cNvSpPr>
            <p:nvPr/>
          </p:nvSpPr>
          <p:spPr bwMode="auto">
            <a:xfrm>
              <a:off x="1008" y="4028"/>
              <a:ext cx="384" cy="384"/>
            </a:xfrm>
            <a:prstGeom prst="ellipse">
              <a:avLst/>
            </a:prstGeom>
            <a:solidFill>
              <a:schemeClr val="bg1"/>
            </a:solidFill>
            <a:ln w="9525">
              <a:solidFill>
                <a:schemeClr val="tx1"/>
              </a:solidFill>
              <a:round/>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sp>
        <p:nvSpPr>
          <p:cNvPr id="30736" name="AutoShape 63"/>
          <p:cNvSpPr>
            <a:spLocks noChangeArrowheads="1"/>
          </p:cNvSpPr>
          <p:nvPr/>
        </p:nvSpPr>
        <p:spPr bwMode="auto">
          <a:xfrm>
            <a:off x="6254750" y="3563938"/>
            <a:ext cx="1079500" cy="785812"/>
          </a:xfrm>
          <a:prstGeom prst="cube">
            <a:avLst>
              <a:gd name="adj" fmla="val 15958"/>
            </a:avLst>
          </a:prstGeom>
          <a:solidFill>
            <a:srgbClr val="FFCC99"/>
          </a:solidFill>
          <a:ln w="9525">
            <a:solidFill>
              <a:schemeClr val="tx1"/>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a:spcBef>
                <a:spcPct val="0"/>
              </a:spcBef>
              <a:buFontTx/>
              <a:buNone/>
            </a:pPr>
            <a:r>
              <a:rPr lang="fr-FR" altLang="fr-FR" sz="1400" b="1">
                <a:solidFill>
                  <a:schemeClr val="tx1"/>
                </a:solidFill>
              </a:rPr>
              <a:t>Stock</a:t>
            </a:r>
          </a:p>
          <a:p>
            <a:pPr algn="ctr">
              <a:spcBef>
                <a:spcPct val="0"/>
              </a:spcBef>
              <a:buFontTx/>
              <a:buNone/>
            </a:pPr>
            <a:r>
              <a:rPr lang="fr-FR" altLang="fr-FR" sz="1300" b="1">
                <a:solidFill>
                  <a:schemeClr val="tx1"/>
                </a:solidFill>
              </a:rPr>
              <a:t>Couronnes</a:t>
            </a:r>
            <a:br>
              <a:rPr lang="fr-FR" altLang="fr-FR" sz="1300" b="1">
                <a:solidFill>
                  <a:schemeClr val="tx1"/>
                </a:solidFill>
              </a:rPr>
            </a:br>
            <a:r>
              <a:rPr lang="fr-FR" altLang="fr-FR" sz="1300" b="1">
                <a:solidFill>
                  <a:schemeClr val="tx1"/>
                </a:solidFill>
              </a:rPr>
              <a:t>phase A</a:t>
            </a:r>
            <a:endParaRPr lang="fr-FR" altLang="fr-FR" sz="1300" b="1">
              <a:solidFill>
                <a:schemeClr val="tx1"/>
              </a:solidFill>
              <a:latin typeface="Times New Roman" pitchFamily="18" charset="0"/>
            </a:endParaRPr>
          </a:p>
        </p:txBody>
      </p:sp>
      <p:sp>
        <p:nvSpPr>
          <p:cNvPr id="30737" name="AutoShape 64"/>
          <p:cNvSpPr>
            <a:spLocks noChangeArrowheads="1"/>
          </p:cNvSpPr>
          <p:nvPr/>
        </p:nvSpPr>
        <p:spPr bwMode="auto">
          <a:xfrm>
            <a:off x="6665913" y="3048000"/>
            <a:ext cx="312737" cy="377825"/>
          </a:xfrm>
          <a:prstGeom prst="downArrow">
            <a:avLst>
              <a:gd name="adj1" fmla="val 50000"/>
              <a:gd name="adj2" fmla="val 30203"/>
            </a:avLst>
          </a:prstGeom>
          <a:solidFill>
            <a:schemeClr val="hlink"/>
          </a:solidFill>
          <a:ln w="9525">
            <a:solidFill>
              <a:schemeClr val="tx1"/>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30738" name="AutoShape 65"/>
          <p:cNvSpPr>
            <a:spLocks noChangeArrowheads="1"/>
          </p:cNvSpPr>
          <p:nvPr/>
        </p:nvSpPr>
        <p:spPr bwMode="auto">
          <a:xfrm>
            <a:off x="6665913" y="4543425"/>
            <a:ext cx="312737" cy="498475"/>
          </a:xfrm>
          <a:prstGeom prst="downArrow">
            <a:avLst>
              <a:gd name="adj1" fmla="val 50000"/>
              <a:gd name="adj2" fmla="val 39848"/>
            </a:avLst>
          </a:prstGeom>
          <a:solidFill>
            <a:schemeClr val="hlink"/>
          </a:solidFill>
          <a:ln w="9525">
            <a:solidFill>
              <a:schemeClr val="tx1"/>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30739" name="Text Box 67"/>
          <p:cNvSpPr txBox="1">
            <a:spLocks noChangeArrowheads="1"/>
          </p:cNvSpPr>
          <p:nvPr/>
        </p:nvSpPr>
        <p:spPr bwMode="auto">
          <a:xfrm>
            <a:off x="6249988" y="5076825"/>
            <a:ext cx="1412875" cy="590550"/>
          </a:xfrm>
          <a:prstGeom prst="rect">
            <a:avLst/>
          </a:prstGeom>
          <a:solidFill>
            <a:schemeClr val="bg1"/>
          </a:solidFill>
          <a:ln w="9525">
            <a:solidFill>
              <a:schemeClr val="tx1"/>
            </a:solidFill>
            <a:miter lim="800000"/>
            <a:headEnd/>
            <a:tailEnd/>
          </a:ln>
          <a:effectLst>
            <a:outerShdw dist="63500" dir="2212194" algn="ctr" rotWithShape="0">
              <a:srgbClr val="336699"/>
            </a:outerShdw>
          </a:effec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a:spcBef>
                <a:spcPct val="0"/>
              </a:spcBef>
              <a:buFontTx/>
              <a:buNone/>
            </a:pPr>
            <a:r>
              <a:rPr lang="fr-FR" altLang="fr-FR" sz="1600">
                <a:solidFill>
                  <a:schemeClr val="tx1"/>
                </a:solidFill>
              </a:rPr>
              <a:t>4. Couronnes</a:t>
            </a:r>
          </a:p>
          <a:p>
            <a:pPr algn="ctr">
              <a:spcBef>
                <a:spcPct val="0"/>
              </a:spcBef>
              <a:buFontTx/>
              <a:buNone/>
            </a:pPr>
            <a:r>
              <a:rPr lang="fr-FR" altLang="fr-FR" sz="1600">
                <a:solidFill>
                  <a:schemeClr val="tx1"/>
                </a:solidFill>
              </a:rPr>
              <a:t>(ph. B)</a:t>
            </a:r>
          </a:p>
        </p:txBody>
      </p:sp>
      <p:grpSp>
        <p:nvGrpSpPr>
          <p:cNvPr id="30740" name="Group 68"/>
          <p:cNvGrpSpPr>
            <a:grpSpLocks/>
          </p:cNvGrpSpPr>
          <p:nvPr/>
        </p:nvGrpSpPr>
        <p:grpSpPr bwMode="auto">
          <a:xfrm>
            <a:off x="5340350" y="5138738"/>
            <a:ext cx="646113" cy="585787"/>
            <a:chOff x="1008" y="3932"/>
            <a:chExt cx="576" cy="480"/>
          </a:xfrm>
        </p:grpSpPr>
        <p:sp>
          <p:nvSpPr>
            <p:cNvPr id="30752" name="Oval 69"/>
            <p:cNvSpPr>
              <a:spLocks noChangeArrowheads="1"/>
            </p:cNvSpPr>
            <p:nvPr/>
          </p:nvSpPr>
          <p:spPr bwMode="auto">
            <a:xfrm>
              <a:off x="1200" y="3932"/>
              <a:ext cx="384" cy="384"/>
            </a:xfrm>
            <a:prstGeom prst="ellipse">
              <a:avLst/>
            </a:prstGeom>
            <a:solidFill>
              <a:srgbClr val="FF0000"/>
            </a:solidFill>
            <a:ln w="9525">
              <a:solidFill>
                <a:schemeClr val="tx1"/>
              </a:solidFill>
              <a:round/>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30753" name="Oval 70"/>
            <p:cNvSpPr>
              <a:spLocks noChangeArrowheads="1"/>
            </p:cNvSpPr>
            <p:nvPr/>
          </p:nvSpPr>
          <p:spPr bwMode="auto">
            <a:xfrm>
              <a:off x="1104" y="3980"/>
              <a:ext cx="384" cy="384"/>
            </a:xfrm>
            <a:prstGeom prst="ellipse">
              <a:avLst/>
            </a:prstGeom>
            <a:solidFill>
              <a:srgbClr val="00FF00"/>
            </a:solidFill>
            <a:ln w="9525">
              <a:solidFill>
                <a:schemeClr val="tx1"/>
              </a:solidFill>
              <a:round/>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30754" name="Oval 71"/>
            <p:cNvSpPr>
              <a:spLocks noChangeArrowheads="1"/>
            </p:cNvSpPr>
            <p:nvPr/>
          </p:nvSpPr>
          <p:spPr bwMode="auto">
            <a:xfrm>
              <a:off x="1008" y="4028"/>
              <a:ext cx="384" cy="384"/>
            </a:xfrm>
            <a:prstGeom prst="ellipse">
              <a:avLst/>
            </a:prstGeom>
            <a:solidFill>
              <a:schemeClr val="bg1"/>
            </a:solidFill>
            <a:ln w="9525">
              <a:solidFill>
                <a:schemeClr val="tx1"/>
              </a:solidFill>
              <a:round/>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sp>
        <p:nvSpPr>
          <p:cNvPr id="30741" name="AutoShape 72"/>
          <p:cNvSpPr>
            <a:spLocks noChangeArrowheads="1"/>
          </p:cNvSpPr>
          <p:nvPr/>
        </p:nvSpPr>
        <p:spPr bwMode="auto">
          <a:xfrm rot="2042913">
            <a:off x="4872038" y="5014913"/>
            <a:ext cx="447675" cy="279400"/>
          </a:xfrm>
          <a:prstGeom prst="leftArrow">
            <a:avLst>
              <a:gd name="adj1" fmla="val 50000"/>
              <a:gd name="adj2" fmla="val 40057"/>
            </a:avLst>
          </a:prstGeom>
          <a:solidFill>
            <a:schemeClr val="bg1"/>
          </a:solidFill>
          <a:ln w="9525">
            <a:solidFill>
              <a:schemeClr val="tx1"/>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30742" name="AutoShape 74"/>
          <p:cNvSpPr>
            <a:spLocks noChangeArrowheads="1"/>
          </p:cNvSpPr>
          <p:nvPr/>
        </p:nvSpPr>
        <p:spPr bwMode="auto">
          <a:xfrm>
            <a:off x="4002088" y="4064000"/>
            <a:ext cx="1109662" cy="709613"/>
          </a:xfrm>
          <a:prstGeom prst="cube">
            <a:avLst>
              <a:gd name="adj" fmla="val 16870"/>
            </a:avLst>
          </a:prstGeom>
          <a:solidFill>
            <a:srgbClr val="FFCC99"/>
          </a:solidFill>
          <a:ln w="9525">
            <a:solidFill>
              <a:schemeClr val="tx1"/>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a:spcBef>
                <a:spcPct val="0"/>
              </a:spcBef>
              <a:buFontTx/>
              <a:buNone/>
            </a:pPr>
            <a:r>
              <a:rPr lang="fr-FR" altLang="fr-FR" sz="1500" b="1">
                <a:solidFill>
                  <a:schemeClr val="tx1"/>
                </a:solidFill>
              </a:rPr>
              <a:t>Stock</a:t>
            </a:r>
          </a:p>
          <a:p>
            <a:pPr algn="ctr">
              <a:spcBef>
                <a:spcPct val="0"/>
              </a:spcBef>
              <a:buFontTx/>
              <a:buNone/>
            </a:pPr>
            <a:r>
              <a:rPr lang="fr-FR" altLang="fr-FR" sz="1500" b="1">
                <a:solidFill>
                  <a:schemeClr val="tx1"/>
                </a:solidFill>
              </a:rPr>
              <a:t>Pièces</a:t>
            </a:r>
            <a:endParaRPr lang="fr-FR" altLang="fr-FR" sz="1500" b="1">
              <a:solidFill>
                <a:schemeClr val="tx1"/>
              </a:solidFill>
              <a:latin typeface="Times New Roman" pitchFamily="18" charset="0"/>
            </a:endParaRPr>
          </a:p>
        </p:txBody>
      </p:sp>
      <p:sp>
        <p:nvSpPr>
          <p:cNvPr id="30743" name="Text Box 76"/>
          <p:cNvSpPr txBox="1">
            <a:spLocks noChangeArrowheads="1"/>
          </p:cNvSpPr>
          <p:nvPr/>
        </p:nvSpPr>
        <p:spPr bwMode="auto">
          <a:xfrm>
            <a:off x="2239963" y="5114925"/>
            <a:ext cx="1320800" cy="309563"/>
          </a:xfrm>
          <a:prstGeom prst="rect">
            <a:avLst/>
          </a:prstGeom>
          <a:solidFill>
            <a:schemeClr val="bg1"/>
          </a:solidFill>
          <a:ln w="9525">
            <a:solidFill>
              <a:schemeClr val="tx1"/>
            </a:solidFill>
            <a:miter lim="800000"/>
            <a:headEnd/>
            <a:tailEnd/>
          </a:ln>
          <a:effectLst>
            <a:outerShdw dist="63500" dir="2212194" algn="ctr" rotWithShape="0">
              <a:srgbClr val="336699"/>
            </a:outerShdw>
          </a:effectLst>
        </p:spPr>
        <p:txBody>
          <a:bodyPr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a:lnSpc>
                <a:spcPct val="85000"/>
              </a:lnSpc>
              <a:spcBef>
                <a:spcPct val="0"/>
              </a:spcBef>
              <a:buFontTx/>
              <a:buNone/>
            </a:pPr>
            <a:r>
              <a:rPr lang="fr-FR" altLang="fr-FR" sz="1600">
                <a:solidFill>
                  <a:schemeClr val="tx1"/>
                </a:solidFill>
              </a:rPr>
              <a:t>5. Montage</a:t>
            </a:r>
          </a:p>
        </p:txBody>
      </p:sp>
      <p:sp>
        <p:nvSpPr>
          <p:cNvPr id="30744" name="AutoShape 77"/>
          <p:cNvSpPr>
            <a:spLocks noChangeArrowheads="1"/>
          </p:cNvSpPr>
          <p:nvPr/>
        </p:nvSpPr>
        <p:spPr bwMode="auto">
          <a:xfrm>
            <a:off x="134938" y="4964113"/>
            <a:ext cx="830262" cy="595312"/>
          </a:xfrm>
          <a:prstGeom prst="leftArrow">
            <a:avLst>
              <a:gd name="adj1" fmla="val 44444"/>
              <a:gd name="adj2" fmla="val 24762"/>
            </a:avLst>
          </a:prstGeom>
          <a:solidFill>
            <a:srgbClr val="FFFF66"/>
          </a:solidFill>
          <a:ln w="9525">
            <a:solidFill>
              <a:schemeClr val="tx1"/>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a:spcBef>
                <a:spcPct val="0"/>
              </a:spcBef>
              <a:buFontTx/>
              <a:buNone/>
            </a:pPr>
            <a:r>
              <a:rPr lang="fr-FR" altLang="fr-FR" sz="1600" b="1">
                <a:solidFill>
                  <a:schemeClr val="tx1"/>
                </a:solidFill>
              </a:rPr>
              <a:t>Ventes</a:t>
            </a:r>
          </a:p>
        </p:txBody>
      </p:sp>
      <p:sp>
        <p:nvSpPr>
          <p:cNvPr id="30745" name="AutoShape 78"/>
          <p:cNvSpPr>
            <a:spLocks noChangeArrowheads="1"/>
          </p:cNvSpPr>
          <p:nvPr/>
        </p:nvSpPr>
        <p:spPr bwMode="auto">
          <a:xfrm>
            <a:off x="1016000" y="4864100"/>
            <a:ext cx="1127125" cy="723900"/>
          </a:xfrm>
          <a:prstGeom prst="cube">
            <a:avLst>
              <a:gd name="adj" fmla="val 18421"/>
            </a:avLst>
          </a:prstGeom>
          <a:solidFill>
            <a:srgbClr val="FFCC99"/>
          </a:solidFill>
          <a:ln w="9525">
            <a:solidFill>
              <a:schemeClr val="tx1"/>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a:spcBef>
                <a:spcPct val="0"/>
              </a:spcBef>
              <a:buFontTx/>
              <a:buNone/>
            </a:pPr>
            <a:r>
              <a:rPr lang="fr-FR" altLang="fr-FR" sz="1500" b="1">
                <a:solidFill>
                  <a:schemeClr val="tx1"/>
                </a:solidFill>
              </a:rPr>
              <a:t>Stock</a:t>
            </a:r>
          </a:p>
          <a:p>
            <a:pPr algn="ctr">
              <a:spcBef>
                <a:spcPct val="0"/>
              </a:spcBef>
              <a:buFontTx/>
              <a:buNone/>
            </a:pPr>
            <a:r>
              <a:rPr lang="fr-FR" altLang="fr-FR" sz="1500" b="1">
                <a:solidFill>
                  <a:schemeClr val="tx1"/>
                </a:solidFill>
              </a:rPr>
              <a:t>Produits</a:t>
            </a:r>
            <a:endParaRPr lang="fr-FR" altLang="fr-FR" sz="1500" b="1">
              <a:solidFill>
                <a:schemeClr val="tx1"/>
              </a:solidFill>
              <a:latin typeface="Times New Roman" pitchFamily="18" charset="0"/>
            </a:endParaRPr>
          </a:p>
        </p:txBody>
      </p:sp>
      <p:sp>
        <p:nvSpPr>
          <p:cNvPr id="30746" name="AutoShape 105"/>
          <p:cNvSpPr>
            <a:spLocks noChangeArrowheads="1"/>
          </p:cNvSpPr>
          <p:nvPr/>
        </p:nvSpPr>
        <p:spPr bwMode="auto">
          <a:xfrm rot="-2615797">
            <a:off x="3648075" y="5033963"/>
            <a:ext cx="488950" cy="296862"/>
          </a:xfrm>
          <a:prstGeom prst="leftArrow">
            <a:avLst>
              <a:gd name="adj1" fmla="val 50000"/>
              <a:gd name="adj2" fmla="val 41177"/>
            </a:avLst>
          </a:prstGeom>
          <a:solidFill>
            <a:srgbClr val="FFFF66"/>
          </a:solidFill>
          <a:ln w="9525">
            <a:solidFill>
              <a:schemeClr val="tx1"/>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30749" name="AutoShape 113"/>
          <p:cNvSpPr>
            <a:spLocks noChangeArrowheads="1"/>
          </p:cNvSpPr>
          <p:nvPr/>
        </p:nvSpPr>
        <p:spPr bwMode="auto">
          <a:xfrm rot="-5400000">
            <a:off x="7458075" y="3768726"/>
            <a:ext cx="312737" cy="347662"/>
          </a:xfrm>
          <a:prstGeom prst="downArrow">
            <a:avLst>
              <a:gd name="adj1" fmla="val 50000"/>
              <a:gd name="adj2" fmla="val 27792"/>
            </a:avLst>
          </a:prstGeom>
          <a:solidFill>
            <a:schemeClr val="hlink"/>
          </a:solidFill>
          <a:ln w="9525">
            <a:solidFill>
              <a:schemeClr val="tx1"/>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30750" name="Text Box 115"/>
          <p:cNvSpPr txBox="1">
            <a:spLocks noChangeArrowheads="1"/>
          </p:cNvSpPr>
          <p:nvPr/>
        </p:nvSpPr>
        <p:spPr bwMode="auto">
          <a:xfrm>
            <a:off x="1066800" y="4476750"/>
            <a:ext cx="928688" cy="3365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a:spcBef>
                <a:spcPct val="0"/>
              </a:spcBef>
              <a:buFontTx/>
              <a:buNone/>
            </a:pPr>
            <a:r>
              <a:rPr lang="fr-FR" altLang="fr-FR" sz="1600">
                <a:solidFill>
                  <a:schemeClr val="tx1"/>
                </a:solidFill>
              </a:rPr>
              <a:t>R1 à R6</a:t>
            </a:r>
          </a:p>
        </p:txBody>
      </p:sp>
      <p:sp>
        <p:nvSpPr>
          <p:cNvPr id="222331" name="AutoShape 123"/>
          <p:cNvSpPr>
            <a:spLocks/>
          </p:cNvSpPr>
          <p:nvPr/>
        </p:nvSpPr>
        <p:spPr bwMode="auto">
          <a:xfrm>
            <a:off x="6167438" y="4768850"/>
            <a:ext cx="1808162" cy="879475"/>
          </a:xfrm>
          <a:prstGeom prst="borderCallout2">
            <a:avLst>
              <a:gd name="adj1" fmla="val 12995"/>
              <a:gd name="adj2" fmla="val 104213"/>
              <a:gd name="adj3" fmla="val 12995"/>
              <a:gd name="adj4" fmla="val 110713"/>
              <a:gd name="adj5" fmla="val -35019"/>
              <a:gd name="adj6" fmla="val 117384"/>
            </a:avLst>
          </a:prstGeom>
          <a:solidFill>
            <a:srgbClr val="FFFF99"/>
          </a:solidFill>
          <a:ln w="9525">
            <a:solidFill>
              <a:srgbClr val="000000"/>
            </a:solidFill>
            <a:miter lim="800000"/>
            <a:headEnd/>
            <a:tailEnd type="triangle" w="med" len="med"/>
          </a:ln>
        </p:spPr>
        <p:txBody>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1300">
                <a:solidFill>
                  <a:schemeClr val="tx1"/>
                </a:solidFill>
              </a:rPr>
              <a:t>Attention : seules les couronnes blanches sont vendues en pièces détachées</a:t>
            </a:r>
          </a:p>
        </p:txBody>
      </p:sp>
    </p:spTree>
  </p:cSld>
  <p:clrMapOvr>
    <a:masterClrMapping/>
  </p:clrMapOvr>
  <p:transition/>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2233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2331" grpId="0" animBg="1"/>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746" name="Rectangle 2"/>
          <p:cNvSpPr>
            <a:spLocks noGrp="1" noChangeArrowheads="1"/>
          </p:cNvSpPr>
          <p:nvPr>
            <p:ph type="title"/>
          </p:nvPr>
        </p:nvSpPr>
        <p:spPr>
          <a:xfrm>
            <a:off x="2034382" y="0"/>
            <a:ext cx="5075237" cy="558800"/>
          </a:xfr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bodyPr>
          <a:lstStyle/>
          <a:p>
            <a:pPr eaLnBrk="1" hangingPunct="1"/>
            <a:r>
              <a:rPr lang="fr-FR" altLang="fr-FR" sz="2800" b="1" dirty="0">
                <a:solidFill>
                  <a:srgbClr val="27A8E0"/>
                </a:solidFill>
              </a:rPr>
              <a:t>Les cadences de fabrication</a:t>
            </a:r>
          </a:p>
        </p:txBody>
      </p:sp>
      <p:sp>
        <p:nvSpPr>
          <p:cNvPr id="31747" name="Rectangle 3"/>
          <p:cNvSpPr>
            <a:spLocks noChangeArrowheads="1"/>
          </p:cNvSpPr>
          <p:nvPr/>
        </p:nvSpPr>
        <p:spPr bwMode="auto">
          <a:xfrm>
            <a:off x="923925" y="1389063"/>
            <a:ext cx="7110413" cy="3579812"/>
          </a:xfrm>
          <a:prstGeom prst="rect">
            <a:avLst/>
          </a:prstGeom>
          <a:solidFill>
            <a:schemeClr val="bg1"/>
          </a:solidFill>
          <a:ln w="9525">
            <a:solidFill>
              <a:schemeClr val="tx1"/>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31748" name="Text Box 4"/>
          <p:cNvSpPr txBox="1">
            <a:spLocks noChangeArrowheads="1"/>
          </p:cNvSpPr>
          <p:nvPr/>
        </p:nvSpPr>
        <p:spPr bwMode="auto">
          <a:xfrm>
            <a:off x="2840038" y="1466850"/>
            <a:ext cx="1563687" cy="6794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a:lnSpc>
                <a:spcPct val="120000"/>
              </a:lnSpc>
              <a:spcBef>
                <a:spcPct val="0"/>
              </a:spcBef>
              <a:buFontTx/>
              <a:buNone/>
            </a:pPr>
            <a:r>
              <a:rPr lang="fr-FR" altLang="fr-FR" sz="1600">
                <a:solidFill>
                  <a:srgbClr val="FC2C1C"/>
                </a:solidFill>
              </a:rPr>
              <a:t>1</a:t>
            </a:r>
            <a:r>
              <a:rPr lang="fr-FR" altLang="fr-FR" sz="1600">
                <a:solidFill>
                  <a:schemeClr val="tx1"/>
                </a:solidFill>
              </a:rPr>
              <a:t> jeton / h.</a:t>
            </a:r>
          </a:p>
          <a:p>
            <a:pPr algn="ctr">
              <a:lnSpc>
                <a:spcPct val="120000"/>
              </a:lnSpc>
              <a:spcBef>
                <a:spcPct val="0"/>
              </a:spcBef>
              <a:buFontTx/>
              <a:buNone/>
            </a:pPr>
            <a:r>
              <a:rPr lang="fr-FR" altLang="fr-FR" sz="1600" i="1">
                <a:solidFill>
                  <a:schemeClr val="tx1"/>
                </a:solidFill>
              </a:rPr>
              <a:t>Chgt. série </a:t>
            </a:r>
            <a:r>
              <a:rPr lang="fr-FR" altLang="fr-FR" sz="1600">
                <a:solidFill>
                  <a:srgbClr val="FC2C1C"/>
                </a:solidFill>
              </a:rPr>
              <a:t>3</a:t>
            </a:r>
            <a:r>
              <a:rPr lang="fr-FR" altLang="fr-FR" sz="1600" i="1">
                <a:solidFill>
                  <a:schemeClr val="tx1"/>
                </a:solidFill>
              </a:rPr>
              <a:t> </a:t>
            </a:r>
            <a:r>
              <a:rPr lang="fr-FR" altLang="fr-FR" sz="1600">
                <a:solidFill>
                  <a:srgbClr val="FC2C1C"/>
                </a:solidFill>
              </a:rPr>
              <a:t>h.</a:t>
            </a:r>
          </a:p>
        </p:txBody>
      </p:sp>
      <p:sp>
        <p:nvSpPr>
          <p:cNvPr id="31749" name="Text Box 5"/>
          <p:cNvSpPr txBox="1">
            <a:spLocks noChangeArrowheads="1"/>
          </p:cNvSpPr>
          <p:nvPr/>
        </p:nvSpPr>
        <p:spPr bwMode="auto">
          <a:xfrm>
            <a:off x="6148388" y="1530350"/>
            <a:ext cx="1563687" cy="6794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a:lnSpc>
                <a:spcPct val="120000"/>
              </a:lnSpc>
              <a:spcBef>
                <a:spcPct val="0"/>
              </a:spcBef>
              <a:buFontTx/>
              <a:buNone/>
            </a:pPr>
            <a:r>
              <a:rPr lang="fr-FR" altLang="fr-FR" sz="1600">
                <a:solidFill>
                  <a:srgbClr val="FC2C1C"/>
                </a:solidFill>
              </a:rPr>
              <a:t>1</a:t>
            </a:r>
            <a:r>
              <a:rPr lang="fr-FR" altLang="fr-FR" sz="1600">
                <a:solidFill>
                  <a:schemeClr val="tx1"/>
                </a:solidFill>
              </a:rPr>
              <a:t> jeton / h.</a:t>
            </a:r>
          </a:p>
          <a:p>
            <a:pPr algn="ctr">
              <a:lnSpc>
                <a:spcPct val="120000"/>
              </a:lnSpc>
              <a:spcBef>
                <a:spcPct val="0"/>
              </a:spcBef>
              <a:buFontTx/>
              <a:buNone/>
            </a:pPr>
            <a:r>
              <a:rPr lang="fr-FR" altLang="fr-FR" sz="1600" i="1">
                <a:solidFill>
                  <a:schemeClr val="tx1"/>
                </a:solidFill>
              </a:rPr>
              <a:t>Chgt. série </a:t>
            </a:r>
            <a:r>
              <a:rPr lang="fr-FR" altLang="fr-FR" sz="1600">
                <a:solidFill>
                  <a:srgbClr val="FC2C1C"/>
                </a:solidFill>
              </a:rPr>
              <a:t>2</a:t>
            </a:r>
            <a:r>
              <a:rPr lang="fr-FR" altLang="fr-FR" sz="1600" i="1">
                <a:solidFill>
                  <a:schemeClr val="tx1"/>
                </a:solidFill>
              </a:rPr>
              <a:t> </a:t>
            </a:r>
            <a:r>
              <a:rPr lang="fr-FR" altLang="fr-FR" sz="1600">
                <a:solidFill>
                  <a:srgbClr val="FC2C1C"/>
                </a:solidFill>
              </a:rPr>
              <a:t>h.</a:t>
            </a:r>
          </a:p>
        </p:txBody>
      </p:sp>
      <p:sp>
        <p:nvSpPr>
          <p:cNvPr id="31750" name="Text Box 6"/>
          <p:cNvSpPr txBox="1">
            <a:spLocks noChangeArrowheads="1"/>
          </p:cNvSpPr>
          <p:nvPr/>
        </p:nvSpPr>
        <p:spPr bwMode="auto">
          <a:xfrm>
            <a:off x="4868863" y="2697163"/>
            <a:ext cx="1563687" cy="6794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a:lnSpc>
                <a:spcPct val="120000"/>
              </a:lnSpc>
              <a:spcBef>
                <a:spcPct val="0"/>
              </a:spcBef>
              <a:buFontTx/>
              <a:buNone/>
            </a:pPr>
            <a:r>
              <a:rPr lang="fr-FR" altLang="fr-FR" sz="1600">
                <a:solidFill>
                  <a:srgbClr val="FC2C1C"/>
                </a:solidFill>
              </a:rPr>
              <a:t>2</a:t>
            </a:r>
            <a:r>
              <a:rPr lang="fr-FR" altLang="fr-FR" sz="1600">
                <a:solidFill>
                  <a:schemeClr val="tx1"/>
                </a:solidFill>
              </a:rPr>
              <a:t> jetons / h.</a:t>
            </a:r>
          </a:p>
          <a:p>
            <a:pPr algn="ctr">
              <a:lnSpc>
                <a:spcPct val="120000"/>
              </a:lnSpc>
              <a:spcBef>
                <a:spcPct val="0"/>
              </a:spcBef>
              <a:buFontTx/>
              <a:buNone/>
            </a:pPr>
            <a:r>
              <a:rPr lang="fr-FR" altLang="fr-FR" sz="1600" i="1">
                <a:solidFill>
                  <a:schemeClr val="tx1"/>
                </a:solidFill>
              </a:rPr>
              <a:t>Chgt. série </a:t>
            </a:r>
            <a:r>
              <a:rPr lang="fr-FR" altLang="fr-FR" sz="1600">
                <a:solidFill>
                  <a:srgbClr val="FC2C1C"/>
                </a:solidFill>
              </a:rPr>
              <a:t>2</a:t>
            </a:r>
            <a:r>
              <a:rPr lang="fr-FR" altLang="fr-FR" sz="1600" i="1">
                <a:solidFill>
                  <a:schemeClr val="tx1"/>
                </a:solidFill>
              </a:rPr>
              <a:t> </a:t>
            </a:r>
            <a:r>
              <a:rPr lang="fr-FR" altLang="fr-FR" sz="1600">
                <a:solidFill>
                  <a:srgbClr val="FC2C1C"/>
                </a:solidFill>
              </a:rPr>
              <a:t>h.</a:t>
            </a:r>
          </a:p>
        </p:txBody>
      </p:sp>
      <p:sp>
        <p:nvSpPr>
          <p:cNvPr id="31751" name="Text Box 7"/>
          <p:cNvSpPr txBox="1">
            <a:spLocks noChangeArrowheads="1"/>
          </p:cNvSpPr>
          <p:nvPr/>
        </p:nvSpPr>
        <p:spPr bwMode="auto">
          <a:xfrm>
            <a:off x="6376988" y="4117975"/>
            <a:ext cx="1666875" cy="6794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a:lnSpc>
                <a:spcPct val="120000"/>
              </a:lnSpc>
              <a:spcBef>
                <a:spcPct val="0"/>
              </a:spcBef>
              <a:buFontTx/>
              <a:buNone/>
            </a:pPr>
            <a:r>
              <a:rPr lang="fr-FR" altLang="fr-FR" sz="1600">
                <a:solidFill>
                  <a:srgbClr val="FC2C1C"/>
                </a:solidFill>
              </a:rPr>
              <a:t>2</a:t>
            </a:r>
            <a:r>
              <a:rPr lang="fr-FR" altLang="fr-FR" sz="1600">
                <a:solidFill>
                  <a:schemeClr val="tx1"/>
                </a:solidFill>
              </a:rPr>
              <a:t> jetons / h. </a:t>
            </a:r>
            <a:r>
              <a:rPr lang="fr-FR" altLang="fr-FR" sz="1600" i="1">
                <a:solidFill>
                  <a:schemeClr val="tx1"/>
                </a:solidFill>
              </a:rPr>
              <a:t>Chgt. série </a:t>
            </a:r>
            <a:r>
              <a:rPr lang="fr-FR" altLang="fr-FR" sz="1600">
                <a:solidFill>
                  <a:srgbClr val="FC2C1C"/>
                </a:solidFill>
              </a:rPr>
              <a:t>4</a:t>
            </a:r>
            <a:r>
              <a:rPr lang="fr-FR" altLang="fr-FR" sz="1600" i="1">
                <a:solidFill>
                  <a:schemeClr val="tx1"/>
                </a:solidFill>
              </a:rPr>
              <a:t> </a:t>
            </a:r>
            <a:r>
              <a:rPr lang="fr-FR" altLang="fr-FR" sz="1600">
                <a:solidFill>
                  <a:srgbClr val="FC2C1C"/>
                </a:solidFill>
              </a:rPr>
              <a:t>h.</a:t>
            </a:r>
          </a:p>
        </p:txBody>
      </p:sp>
      <p:sp>
        <p:nvSpPr>
          <p:cNvPr id="31752" name="Text Box 8"/>
          <p:cNvSpPr txBox="1">
            <a:spLocks noChangeArrowheads="1"/>
          </p:cNvSpPr>
          <p:nvPr/>
        </p:nvSpPr>
        <p:spPr bwMode="auto">
          <a:xfrm>
            <a:off x="2770188" y="4083050"/>
            <a:ext cx="1563687" cy="6794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a:lnSpc>
                <a:spcPct val="120000"/>
              </a:lnSpc>
              <a:spcBef>
                <a:spcPct val="0"/>
              </a:spcBef>
              <a:buFontTx/>
              <a:buNone/>
            </a:pPr>
            <a:r>
              <a:rPr lang="fr-FR" altLang="fr-FR" sz="1600">
                <a:solidFill>
                  <a:srgbClr val="FC2C1C"/>
                </a:solidFill>
              </a:rPr>
              <a:t>1</a:t>
            </a:r>
            <a:r>
              <a:rPr lang="fr-FR" altLang="fr-FR" sz="1600">
                <a:solidFill>
                  <a:schemeClr val="tx1"/>
                </a:solidFill>
              </a:rPr>
              <a:t> produit / h.</a:t>
            </a:r>
          </a:p>
          <a:p>
            <a:pPr algn="ctr">
              <a:lnSpc>
                <a:spcPct val="120000"/>
              </a:lnSpc>
              <a:spcBef>
                <a:spcPct val="0"/>
              </a:spcBef>
              <a:buFontTx/>
              <a:buNone/>
            </a:pPr>
            <a:r>
              <a:rPr lang="fr-FR" altLang="fr-FR" sz="1600" i="1">
                <a:solidFill>
                  <a:schemeClr val="tx1"/>
                </a:solidFill>
              </a:rPr>
              <a:t>Chgt. série </a:t>
            </a:r>
            <a:r>
              <a:rPr lang="fr-FR" altLang="fr-FR" sz="1600">
                <a:solidFill>
                  <a:srgbClr val="FC2C1C"/>
                </a:solidFill>
              </a:rPr>
              <a:t>1</a:t>
            </a:r>
            <a:r>
              <a:rPr lang="fr-FR" altLang="fr-FR" sz="1600" i="1">
                <a:solidFill>
                  <a:schemeClr val="tx1"/>
                </a:solidFill>
              </a:rPr>
              <a:t> </a:t>
            </a:r>
            <a:r>
              <a:rPr lang="fr-FR" altLang="fr-FR" sz="1600">
                <a:solidFill>
                  <a:srgbClr val="FC2C1C"/>
                </a:solidFill>
              </a:rPr>
              <a:t>h.</a:t>
            </a:r>
          </a:p>
        </p:txBody>
      </p:sp>
      <p:sp>
        <p:nvSpPr>
          <p:cNvPr id="31753" name="Text Box 45"/>
          <p:cNvSpPr txBox="1">
            <a:spLocks noChangeArrowheads="1"/>
          </p:cNvSpPr>
          <p:nvPr/>
        </p:nvSpPr>
        <p:spPr bwMode="auto">
          <a:xfrm>
            <a:off x="1233488" y="1614488"/>
            <a:ext cx="1514475" cy="346075"/>
          </a:xfrm>
          <a:prstGeom prst="rect">
            <a:avLst/>
          </a:prstGeom>
          <a:solidFill>
            <a:schemeClr val="bg1"/>
          </a:solidFill>
          <a:ln w="9525">
            <a:solidFill>
              <a:schemeClr val="tx1"/>
            </a:solidFill>
            <a:miter lim="800000"/>
            <a:headEnd/>
            <a:tailEnd/>
          </a:ln>
          <a:effectLst>
            <a:outerShdw dist="63500" dir="2212194" algn="ctr" rotWithShape="0">
              <a:srgbClr val="336699"/>
            </a:outerShdw>
          </a:effec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a:spcBef>
                <a:spcPct val="0"/>
              </a:spcBef>
              <a:buFontTx/>
              <a:buNone/>
            </a:pPr>
            <a:r>
              <a:rPr lang="fr-FR" altLang="fr-FR" sz="1600">
                <a:solidFill>
                  <a:schemeClr val="tx1"/>
                </a:solidFill>
              </a:rPr>
              <a:t>1. Engrenages</a:t>
            </a:r>
          </a:p>
        </p:txBody>
      </p:sp>
      <p:sp>
        <p:nvSpPr>
          <p:cNvPr id="31754" name="Text Box 49"/>
          <p:cNvSpPr txBox="1">
            <a:spLocks noChangeArrowheads="1"/>
          </p:cNvSpPr>
          <p:nvPr/>
        </p:nvSpPr>
        <p:spPr bwMode="auto">
          <a:xfrm>
            <a:off x="4910138" y="1654175"/>
            <a:ext cx="1087437" cy="346075"/>
          </a:xfrm>
          <a:prstGeom prst="rect">
            <a:avLst/>
          </a:prstGeom>
          <a:solidFill>
            <a:schemeClr val="bg1"/>
          </a:solidFill>
          <a:ln w="9525">
            <a:solidFill>
              <a:schemeClr val="tx1"/>
            </a:solidFill>
            <a:miter lim="800000"/>
            <a:headEnd/>
            <a:tailEnd/>
          </a:ln>
          <a:effectLst>
            <a:outerShdw dist="63500" dir="2212194" algn="ctr" rotWithShape="0">
              <a:srgbClr val="336699"/>
            </a:outerShdw>
          </a:effec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a:spcBef>
                <a:spcPct val="0"/>
              </a:spcBef>
              <a:buFontTx/>
              <a:buNone/>
            </a:pPr>
            <a:r>
              <a:rPr lang="fr-FR" altLang="fr-FR" sz="1600">
                <a:solidFill>
                  <a:schemeClr val="tx1"/>
                </a:solidFill>
              </a:rPr>
              <a:t>2. Carters</a:t>
            </a:r>
          </a:p>
        </p:txBody>
      </p:sp>
      <p:sp>
        <p:nvSpPr>
          <p:cNvPr id="31755" name="Text Box 51"/>
          <p:cNvSpPr txBox="1">
            <a:spLocks noChangeArrowheads="1"/>
          </p:cNvSpPr>
          <p:nvPr/>
        </p:nvSpPr>
        <p:spPr bwMode="auto">
          <a:xfrm>
            <a:off x="6453188" y="2743200"/>
            <a:ext cx="1412875" cy="590550"/>
          </a:xfrm>
          <a:prstGeom prst="rect">
            <a:avLst/>
          </a:prstGeom>
          <a:solidFill>
            <a:schemeClr val="bg1"/>
          </a:solidFill>
          <a:ln w="9525">
            <a:solidFill>
              <a:schemeClr val="tx1"/>
            </a:solidFill>
            <a:miter lim="800000"/>
            <a:headEnd/>
            <a:tailEnd/>
          </a:ln>
          <a:effectLst>
            <a:outerShdw dist="63500" dir="2212194" algn="ctr" rotWithShape="0">
              <a:srgbClr val="336699"/>
            </a:outerShdw>
          </a:effec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a:spcBef>
                <a:spcPct val="0"/>
              </a:spcBef>
              <a:buFontTx/>
              <a:buNone/>
            </a:pPr>
            <a:r>
              <a:rPr lang="fr-FR" altLang="fr-FR" sz="1600">
                <a:solidFill>
                  <a:schemeClr val="tx1"/>
                </a:solidFill>
              </a:rPr>
              <a:t>3. Couronnes</a:t>
            </a:r>
          </a:p>
          <a:p>
            <a:pPr algn="ctr">
              <a:spcBef>
                <a:spcPct val="0"/>
              </a:spcBef>
              <a:buFontTx/>
              <a:buNone/>
            </a:pPr>
            <a:r>
              <a:rPr lang="fr-FR" altLang="fr-FR" sz="1600">
                <a:solidFill>
                  <a:schemeClr val="tx1"/>
                </a:solidFill>
              </a:rPr>
              <a:t>(ph. A)</a:t>
            </a:r>
          </a:p>
        </p:txBody>
      </p:sp>
      <p:sp>
        <p:nvSpPr>
          <p:cNvPr id="31756" name="Text Box 60"/>
          <p:cNvSpPr txBox="1">
            <a:spLocks noChangeArrowheads="1"/>
          </p:cNvSpPr>
          <p:nvPr/>
        </p:nvSpPr>
        <p:spPr bwMode="auto">
          <a:xfrm>
            <a:off x="4945063" y="4138613"/>
            <a:ext cx="1412875" cy="590550"/>
          </a:xfrm>
          <a:prstGeom prst="rect">
            <a:avLst/>
          </a:prstGeom>
          <a:solidFill>
            <a:schemeClr val="bg1"/>
          </a:solidFill>
          <a:ln w="9525">
            <a:solidFill>
              <a:schemeClr val="tx1"/>
            </a:solidFill>
            <a:miter lim="800000"/>
            <a:headEnd/>
            <a:tailEnd/>
          </a:ln>
          <a:effectLst>
            <a:outerShdw dist="63500" dir="2212194" algn="ctr" rotWithShape="0">
              <a:srgbClr val="336699"/>
            </a:outerShdw>
          </a:effec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a:spcBef>
                <a:spcPct val="0"/>
              </a:spcBef>
              <a:buFontTx/>
              <a:buNone/>
            </a:pPr>
            <a:r>
              <a:rPr lang="fr-FR" altLang="fr-FR" sz="1600">
                <a:solidFill>
                  <a:schemeClr val="tx1"/>
                </a:solidFill>
              </a:rPr>
              <a:t>4. Couronnes</a:t>
            </a:r>
          </a:p>
          <a:p>
            <a:pPr algn="ctr">
              <a:spcBef>
                <a:spcPct val="0"/>
              </a:spcBef>
              <a:buFontTx/>
              <a:buNone/>
            </a:pPr>
            <a:r>
              <a:rPr lang="fr-FR" altLang="fr-FR" sz="1600">
                <a:solidFill>
                  <a:schemeClr val="tx1"/>
                </a:solidFill>
              </a:rPr>
              <a:t>(ph. B)</a:t>
            </a:r>
          </a:p>
        </p:txBody>
      </p:sp>
      <p:sp>
        <p:nvSpPr>
          <p:cNvPr id="31757" name="Text Box 67"/>
          <p:cNvSpPr txBox="1">
            <a:spLocks noChangeArrowheads="1"/>
          </p:cNvSpPr>
          <p:nvPr/>
        </p:nvSpPr>
        <p:spPr bwMode="auto">
          <a:xfrm>
            <a:off x="1319213" y="4297363"/>
            <a:ext cx="1320800" cy="309562"/>
          </a:xfrm>
          <a:prstGeom prst="rect">
            <a:avLst/>
          </a:prstGeom>
          <a:solidFill>
            <a:schemeClr val="bg1"/>
          </a:solidFill>
          <a:ln w="9525">
            <a:solidFill>
              <a:schemeClr val="tx1"/>
            </a:solidFill>
            <a:miter lim="800000"/>
            <a:headEnd/>
            <a:tailEnd/>
          </a:ln>
          <a:effectLst>
            <a:outerShdw dist="63500" dir="2212194" algn="ctr" rotWithShape="0">
              <a:srgbClr val="336699"/>
            </a:outerShdw>
          </a:effectLst>
        </p:spPr>
        <p:txBody>
          <a:bodyPr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a:lnSpc>
                <a:spcPct val="85000"/>
              </a:lnSpc>
              <a:spcBef>
                <a:spcPct val="0"/>
              </a:spcBef>
              <a:buFontTx/>
              <a:buNone/>
            </a:pPr>
            <a:r>
              <a:rPr lang="fr-FR" altLang="fr-FR" sz="1600">
                <a:solidFill>
                  <a:schemeClr val="tx1"/>
                </a:solidFill>
              </a:rPr>
              <a:t>5. Montage</a:t>
            </a:r>
          </a:p>
        </p:txBody>
      </p:sp>
    </p:spTree>
  </p:cSld>
  <p:clrMapOvr>
    <a:masterClrMapping/>
  </p:clrMapOvr>
  <p:transition/>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770" name="Rectangle 2"/>
          <p:cNvSpPr>
            <a:spLocks noGrp="1" noChangeArrowheads="1"/>
          </p:cNvSpPr>
          <p:nvPr>
            <p:ph type="title"/>
          </p:nvPr>
        </p:nvSpPr>
        <p:spPr>
          <a:xfrm>
            <a:off x="849313" y="0"/>
            <a:ext cx="7173912" cy="536575"/>
          </a:xfr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bodyPr>
          <a:lstStyle/>
          <a:p>
            <a:pPr eaLnBrk="1" hangingPunct="1"/>
            <a:r>
              <a:rPr lang="fr-FR" altLang="fr-FR" sz="2800" b="1" dirty="0">
                <a:solidFill>
                  <a:srgbClr val="27A8E0"/>
                </a:solidFill>
              </a:rPr>
              <a:t>Les prix et les coûts</a:t>
            </a:r>
          </a:p>
        </p:txBody>
      </p:sp>
      <p:sp>
        <p:nvSpPr>
          <p:cNvPr id="32771" name="Rectangle 17"/>
          <p:cNvSpPr>
            <a:spLocks noChangeArrowheads="1"/>
          </p:cNvSpPr>
          <p:nvPr/>
        </p:nvSpPr>
        <p:spPr bwMode="auto">
          <a:xfrm rot="-5400000">
            <a:off x="3631407" y="3977481"/>
            <a:ext cx="209550" cy="271463"/>
          </a:xfrm>
          <a:prstGeom prst="rect">
            <a:avLst/>
          </a:prstGeom>
          <a:solidFill>
            <a:srgbClr val="FFFF00"/>
          </a:solidFill>
          <a:ln w="9525">
            <a:solidFill>
              <a:schemeClr val="tx1"/>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32772" name="Oval 18"/>
          <p:cNvSpPr>
            <a:spLocks noChangeArrowheads="1"/>
          </p:cNvSpPr>
          <p:nvPr/>
        </p:nvSpPr>
        <p:spPr bwMode="auto">
          <a:xfrm rot="-5400000">
            <a:off x="3563144" y="5076032"/>
            <a:ext cx="338137" cy="311150"/>
          </a:xfrm>
          <a:prstGeom prst="ellipse">
            <a:avLst/>
          </a:prstGeom>
          <a:solidFill>
            <a:srgbClr val="FF0000"/>
          </a:solidFill>
          <a:ln w="9525">
            <a:solidFill>
              <a:schemeClr val="tx1"/>
            </a:solidFill>
            <a:round/>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32773" name="Rectangle 19"/>
          <p:cNvSpPr>
            <a:spLocks noChangeArrowheads="1"/>
          </p:cNvSpPr>
          <p:nvPr/>
        </p:nvSpPr>
        <p:spPr bwMode="auto">
          <a:xfrm rot="-5400000">
            <a:off x="3033713" y="4462462"/>
            <a:ext cx="209550" cy="428625"/>
          </a:xfrm>
          <a:prstGeom prst="rect">
            <a:avLst/>
          </a:prstGeom>
          <a:solidFill>
            <a:srgbClr val="FF0000"/>
          </a:solidFill>
          <a:ln w="9525">
            <a:solidFill>
              <a:schemeClr val="tx1"/>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32774" name="Rectangle 20"/>
          <p:cNvSpPr>
            <a:spLocks noChangeArrowheads="1"/>
          </p:cNvSpPr>
          <p:nvPr/>
        </p:nvSpPr>
        <p:spPr bwMode="auto">
          <a:xfrm rot="-5400000">
            <a:off x="3127375" y="3976688"/>
            <a:ext cx="209550" cy="273050"/>
          </a:xfrm>
          <a:prstGeom prst="rect">
            <a:avLst/>
          </a:prstGeom>
          <a:solidFill>
            <a:schemeClr val="bg1"/>
          </a:solidFill>
          <a:ln w="9525">
            <a:solidFill>
              <a:schemeClr val="tx1"/>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32775" name="Oval 21"/>
          <p:cNvSpPr>
            <a:spLocks noChangeArrowheads="1"/>
          </p:cNvSpPr>
          <p:nvPr/>
        </p:nvSpPr>
        <p:spPr bwMode="auto">
          <a:xfrm rot="-5400000">
            <a:off x="2340769" y="5076031"/>
            <a:ext cx="336550" cy="312738"/>
          </a:xfrm>
          <a:prstGeom prst="ellipse">
            <a:avLst/>
          </a:prstGeom>
          <a:solidFill>
            <a:schemeClr val="bg1"/>
          </a:solidFill>
          <a:ln w="9525">
            <a:solidFill>
              <a:schemeClr val="tx1"/>
            </a:solidFill>
            <a:round/>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32776" name="Rectangle 22"/>
          <p:cNvSpPr>
            <a:spLocks noChangeArrowheads="1"/>
          </p:cNvSpPr>
          <p:nvPr/>
        </p:nvSpPr>
        <p:spPr bwMode="auto">
          <a:xfrm rot="-5400000">
            <a:off x="3556001" y="4452937"/>
            <a:ext cx="209550" cy="428625"/>
          </a:xfrm>
          <a:prstGeom prst="rect">
            <a:avLst/>
          </a:prstGeom>
          <a:solidFill>
            <a:srgbClr val="0033CC"/>
          </a:solidFill>
          <a:ln w="9525">
            <a:solidFill>
              <a:schemeClr val="tx1"/>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32777" name="Oval 24"/>
          <p:cNvSpPr>
            <a:spLocks noChangeArrowheads="1"/>
          </p:cNvSpPr>
          <p:nvPr/>
        </p:nvSpPr>
        <p:spPr bwMode="auto">
          <a:xfrm rot="-5400000">
            <a:off x="2988469" y="5077619"/>
            <a:ext cx="338138" cy="311150"/>
          </a:xfrm>
          <a:prstGeom prst="ellipse">
            <a:avLst/>
          </a:prstGeom>
          <a:solidFill>
            <a:srgbClr val="00FF00"/>
          </a:solidFill>
          <a:ln w="9525">
            <a:solidFill>
              <a:schemeClr val="tx1"/>
            </a:solidFill>
            <a:round/>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32778" name="Text Box 29"/>
          <p:cNvSpPr txBox="1">
            <a:spLocks noChangeArrowheads="1"/>
          </p:cNvSpPr>
          <p:nvPr/>
        </p:nvSpPr>
        <p:spPr bwMode="auto">
          <a:xfrm>
            <a:off x="4151313" y="4510088"/>
            <a:ext cx="933450" cy="3667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b">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a:spcBef>
                <a:spcPct val="0"/>
              </a:spcBef>
              <a:buFontTx/>
              <a:buNone/>
            </a:pPr>
            <a:r>
              <a:rPr kumimoji="1" lang="fr-FR" altLang="fr-FR" sz="1800">
                <a:solidFill>
                  <a:srgbClr val="003399"/>
                </a:solidFill>
              </a:rPr>
              <a:t>Carters</a:t>
            </a:r>
          </a:p>
        </p:txBody>
      </p:sp>
      <p:sp>
        <p:nvSpPr>
          <p:cNvPr id="32779" name="Text Box 30"/>
          <p:cNvSpPr txBox="1">
            <a:spLocks noChangeArrowheads="1"/>
          </p:cNvSpPr>
          <p:nvPr/>
        </p:nvSpPr>
        <p:spPr bwMode="auto">
          <a:xfrm>
            <a:off x="4151313" y="3935413"/>
            <a:ext cx="1416050" cy="3667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b">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a:spcBef>
                <a:spcPct val="0"/>
              </a:spcBef>
              <a:buFontTx/>
              <a:buNone/>
            </a:pPr>
            <a:r>
              <a:rPr kumimoji="1" lang="fr-FR" altLang="fr-FR" sz="1800">
                <a:solidFill>
                  <a:srgbClr val="003399"/>
                </a:solidFill>
              </a:rPr>
              <a:t>Engrenages</a:t>
            </a:r>
          </a:p>
        </p:txBody>
      </p:sp>
      <p:sp>
        <p:nvSpPr>
          <p:cNvPr id="32780" name="Text Box 31"/>
          <p:cNvSpPr txBox="1">
            <a:spLocks noChangeArrowheads="1"/>
          </p:cNvSpPr>
          <p:nvPr/>
        </p:nvSpPr>
        <p:spPr bwMode="auto">
          <a:xfrm>
            <a:off x="4151313" y="5003800"/>
            <a:ext cx="1176337" cy="5048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b">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nSpc>
                <a:spcPct val="90000"/>
              </a:lnSpc>
              <a:spcBef>
                <a:spcPct val="0"/>
              </a:spcBef>
              <a:buFontTx/>
              <a:buNone/>
            </a:pPr>
            <a:r>
              <a:rPr kumimoji="1" lang="fr-FR" altLang="fr-FR" sz="1600">
                <a:solidFill>
                  <a:srgbClr val="003399"/>
                </a:solidFill>
              </a:rPr>
              <a:t>Couronnes</a:t>
            </a:r>
          </a:p>
          <a:p>
            <a:pPr>
              <a:lnSpc>
                <a:spcPct val="90000"/>
              </a:lnSpc>
              <a:spcBef>
                <a:spcPct val="0"/>
              </a:spcBef>
              <a:buFontTx/>
              <a:buNone/>
            </a:pPr>
            <a:r>
              <a:rPr kumimoji="1" lang="fr-FR" altLang="fr-FR" sz="1400">
                <a:solidFill>
                  <a:schemeClr val="tx1"/>
                </a:solidFill>
              </a:rPr>
              <a:t>(phase B)</a:t>
            </a:r>
          </a:p>
        </p:txBody>
      </p:sp>
      <p:sp>
        <p:nvSpPr>
          <p:cNvPr id="32781" name="Rectangle 36"/>
          <p:cNvSpPr>
            <a:spLocks noChangeArrowheads="1"/>
          </p:cNvSpPr>
          <p:nvPr/>
        </p:nvSpPr>
        <p:spPr bwMode="auto">
          <a:xfrm>
            <a:off x="5699125" y="3963988"/>
            <a:ext cx="831850" cy="3556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nchorCtr="1"/>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a:spcBef>
                <a:spcPct val="0"/>
              </a:spcBef>
              <a:buFontTx/>
              <a:buNone/>
            </a:pPr>
            <a:r>
              <a:rPr kumimoji="1" lang="fr-FR" altLang="fr-FR" sz="1800">
                <a:solidFill>
                  <a:schemeClr val="tx1"/>
                </a:solidFill>
              </a:rPr>
              <a:t>25 €</a:t>
            </a:r>
          </a:p>
        </p:txBody>
      </p:sp>
      <p:sp>
        <p:nvSpPr>
          <p:cNvPr id="32782" name="Rectangle 37"/>
          <p:cNvSpPr>
            <a:spLocks noChangeArrowheads="1"/>
          </p:cNvSpPr>
          <p:nvPr/>
        </p:nvSpPr>
        <p:spPr bwMode="auto">
          <a:xfrm>
            <a:off x="5699125" y="4549775"/>
            <a:ext cx="831850" cy="3556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nchorCtr="1"/>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a:spcBef>
                <a:spcPct val="0"/>
              </a:spcBef>
              <a:buFontTx/>
              <a:buNone/>
            </a:pPr>
            <a:r>
              <a:rPr kumimoji="1" lang="fr-FR" altLang="fr-FR" sz="1800">
                <a:solidFill>
                  <a:schemeClr val="tx1"/>
                </a:solidFill>
              </a:rPr>
              <a:t>55 €</a:t>
            </a:r>
          </a:p>
        </p:txBody>
      </p:sp>
      <p:sp>
        <p:nvSpPr>
          <p:cNvPr id="32783" name="Rectangle 38"/>
          <p:cNvSpPr>
            <a:spLocks noChangeArrowheads="1"/>
          </p:cNvSpPr>
          <p:nvPr/>
        </p:nvSpPr>
        <p:spPr bwMode="auto">
          <a:xfrm>
            <a:off x="5699125" y="5135563"/>
            <a:ext cx="831850" cy="3556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nchorCtr="1"/>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a:spcBef>
                <a:spcPct val="0"/>
              </a:spcBef>
              <a:buFontTx/>
              <a:buNone/>
            </a:pPr>
            <a:r>
              <a:rPr kumimoji="1" lang="fr-FR" altLang="fr-FR" sz="1800">
                <a:solidFill>
                  <a:schemeClr val="tx1"/>
                </a:solidFill>
              </a:rPr>
              <a:t>10 €</a:t>
            </a:r>
          </a:p>
        </p:txBody>
      </p:sp>
      <p:sp>
        <p:nvSpPr>
          <p:cNvPr id="32784" name="Rectangle 39"/>
          <p:cNvSpPr>
            <a:spLocks noChangeArrowheads="1"/>
          </p:cNvSpPr>
          <p:nvPr/>
        </p:nvSpPr>
        <p:spPr bwMode="auto">
          <a:xfrm>
            <a:off x="5699125" y="3408363"/>
            <a:ext cx="833438" cy="3556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nchorCtr="1"/>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a:spcBef>
                <a:spcPct val="0"/>
              </a:spcBef>
              <a:buFontTx/>
              <a:buNone/>
            </a:pPr>
            <a:r>
              <a:rPr kumimoji="1" lang="fr-FR" altLang="fr-FR" sz="1800">
                <a:solidFill>
                  <a:schemeClr val="tx1"/>
                </a:solidFill>
              </a:rPr>
              <a:t>100 €</a:t>
            </a:r>
          </a:p>
        </p:txBody>
      </p:sp>
      <p:sp>
        <p:nvSpPr>
          <p:cNvPr id="32785" name="Rectangle 41"/>
          <p:cNvSpPr>
            <a:spLocks noChangeArrowheads="1"/>
          </p:cNvSpPr>
          <p:nvPr/>
        </p:nvSpPr>
        <p:spPr bwMode="auto">
          <a:xfrm>
            <a:off x="3552825" y="1624013"/>
            <a:ext cx="831850" cy="3556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nchorCtr="1"/>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a:spcBef>
                <a:spcPct val="0"/>
              </a:spcBef>
              <a:buFontTx/>
              <a:buNone/>
            </a:pPr>
            <a:r>
              <a:rPr kumimoji="1" lang="fr-FR" altLang="fr-FR" sz="1800">
                <a:solidFill>
                  <a:schemeClr val="tx1"/>
                </a:solidFill>
              </a:rPr>
              <a:t>150 €</a:t>
            </a:r>
          </a:p>
        </p:txBody>
      </p:sp>
      <p:sp>
        <p:nvSpPr>
          <p:cNvPr id="32786" name="Text Box 42"/>
          <p:cNvSpPr txBox="1">
            <a:spLocks noChangeArrowheads="1"/>
          </p:cNvSpPr>
          <p:nvPr/>
        </p:nvSpPr>
        <p:spPr bwMode="auto">
          <a:xfrm>
            <a:off x="3543300" y="852488"/>
            <a:ext cx="1674813" cy="406400"/>
          </a:xfrm>
          <a:prstGeom prst="rect">
            <a:avLst/>
          </a:prstGeom>
          <a:solidFill>
            <a:srgbClr val="CCFFFF"/>
          </a:solidFill>
          <a:ln w="9525">
            <a:solidFill>
              <a:schemeClr val="bg2"/>
            </a:solidFill>
            <a:miter lim="800000"/>
            <a:headEnd/>
            <a:tailEnd/>
          </a:ln>
        </p:spPr>
        <p:txBody>
          <a:bodyPr wrap="none" anchor="b">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a:spcBef>
                <a:spcPct val="0"/>
              </a:spcBef>
              <a:buFontTx/>
              <a:buNone/>
            </a:pPr>
            <a:r>
              <a:rPr kumimoji="1" lang="fr-FR" altLang="fr-FR">
                <a:solidFill>
                  <a:schemeClr val="tx2"/>
                </a:solidFill>
              </a:rPr>
              <a:t>Prix de vente</a:t>
            </a:r>
          </a:p>
        </p:txBody>
      </p:sp>
      <p:sp>
        <p:nvSpPr>
          <p:cNvPr id="32788" name="Rectangle 44"/>
          <p:cNvSpPr>
            <a:spLocks noChangeArrowheads="1"/>
          </p:cNvSpPr>
          <p:nvPr/>
        </p:nvSpPr>
        <p:spPr bwMode="auto">
          <a:xfrm>
            <a:off x="5699125" y="5721350"/>
            <a:ext cx="815975" cy="3397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nchorCtr="1"/>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a:spcBef>
                <a:spcPct val="0"/>
              </a:spcBef>
              <a:buFontTx/>
              <a:buNone/>
            </a:pPr>
            <a:r>
              <a:rPr kumimoji="1" lang="fr-FR" altLang="fr-FR" sz="1800">
                <a:solidFill>
                  <a:schemeClr val="tx1"/>
                </a:solidFill>
              </a:rPr>
              <a:t>9 €</a:t>
            </a:r>
          </a:p>
        </p:txBody>
      </p:sp>
      <p:sp>
        <p:nvSpPr>
          <p:cNvPr id="32790" name="Oval 48"/>
          <p:cNvSpPr>
            <a:spLocks noChangeArrowheads="1"/>
          </p:cNvSpPr>
          <p:nvPr/>
        </p:nvSpPr>
        <p:spPr bwMode="auto">
          <a:xfrm rot="-5400000">
            <a:off x="3594894" y="5752307"/>
            <a:ext cx="338137" cy="311150"/>
          </a:xfrm>
          <a:prstGeom prst="ellipse">
            <a:avLst/>
          </a:prstGeom>
          <a:solidFill>
            <a:srgbClr val="FF0000"/>
          </a:solidFill>
          <a:ln w="9525">
            <a:solidFill>
              <a:schemeClr val="tx1"/>
            </a:solidFill>
            <a:round/>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32791" name="Oval 49"/>
          <p:cNvSpPr>
            <a:spLocks noChangeArrowheads="1"/>
          </p:cNvSpPr>
          <p:nvPr/>
        </p:nvSpPr>
        <p:spPr bwMode="auto">
          <a:xfrm rot="-5400000">
            <a:off x="2391569" y="5750719"/>
            <a:ext cx="336550" cy="312738"/>
          </a:xfrm>
          <a:prstGeom prst="ellipse">
            <a:avLst/>
          </a:prstGeom>
          <a:solidFill>
            <a:schemeClr val="bg1"/>
          </a:solidFill>
          <a:ln w="9525">
            <a:solidFill>
              <a:schemeClr val="tx1"/>
            </a:solidFill>
            <a:round/>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32792" name="Oval 50"/>
          <p:cNvSpPr>
            <a:spLocks noChangeArrowheads="1"/>
          </p:cNvSpPr>
          <p:nvPr/>
        </p:nvSpPr>
        <p:spPr bwMode="auto">
          <a:xfrm rot="-5400000">
            <a:off x="3039269" y="5752307"/>
            <a:ext cx="338137" cy="311150"/>
          </a:xfrm>
          <a:prstGeom prst="ellipse">
            <a:avLst/>
          </a:prstGeom>
          <a:solidFill>
            <a:srgbClr val="00FF00"/>
          </a:solidFill>
          <a:ln w="9525">
            <a:solidFill>
              <a:schemeClr val="tx1"/>
            </a:solidFill>
            <a:round/>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32793" name="Text Box 58"/>
          <p:cNvSpPr txBox="1">
            <a:spLocks noChangeArrowheads="1"/>
          </p:cNvSpPr>
          <p:nvPr/>
        </p:nvSpPr>
        <p:spPr bwMode="auto">
          <a:xfrm>
            <a:off x="4151313" y="5627688"/>
            <a:ext cx="1176337" cy="5048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b">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nSpc>
                <a:spcPct val="90000"/>
              </a:lnSpc>
              <a:spcBef>
                <a:spcPct val="0"/>
              </a:spcBef>
              <a:buFontTx/>
              <a:buNone/>
            </a:pPr>
            <a:r>
              <a:rPr kumimoji="1" lang="fr-FR" altLang="fr-FR" sz="1600">
                <a:solidFill>
                  <a:srgbClr val="003399"/>
                </a:solidFill>
              </a:rPr>
              <a:t>Couronnes</a:t>
            </a:r>
          </a:p>
          <a:p>
            <a:pPr>
              <a:lnSpc>
                <a:spcPct val="90000"/>
              </a:lnSpc>
              <a:spcBef>
                <a:spcPct val="0"/>
              </a:spcBef>
              <a:buFontTx/>
              <a:buNone/>
            </a:pPr>
            <a:r>
              <a:rPr kumimoji="1" lang="fr-FR" altLang="fr-FR" sz="1400">
                <a:solidFill>
                  <a:schemeClr val="tx1"/>
                </a:solidFill>
              </a:rPr>
              <a:t>(phase A)</a:t>
            </a:r>
          </a:p>
        </p:txBody>
      </p:sp>
      <p:sp>
        <p:nvSpPr>
          <p:cNvPr id="32794" name="Rectangle 60"/>
          <p:cNvSpPr>
            <a:spLocks noChangeArrowheads="1"/>
          </p:cNvSpPr>
          <p:nvPr/>
        </p:nvSpPr>
        <p:spPr bwMode="auto">
          <a:xfrm>
            <a:off x="5794375" y="1617663"/>
            <a:ext cx="635000" cy="3444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nchorCtr="1"/>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a:spcBef>
                <a:spcPct val="0"/>
              </a:spcBef>
              <a:buFontTx/>
              <a:buNone/>
            </a:pPr>
            <a:r>
              <a:rPr kumimoji="1" lang="fr-FR" altLang="fr-FR" sz="1800">
                <a:solidFill>
                  <a:schemeClr val="tx1"/>
                </a:solidFill>
              </a:rPr>
              <a:t>30 €</a:t>
            </a:r>
          </a:p>
        </p:txBody>
      </p:sp>
      <p:sp>
        <p:nvSpPr>
          <p:cNvPr id="32795" name="Oval 61"/>
          <p:cNvSpPr>
            <a:spLocks noChangeArrowheads="1"/>
          </p:cNvSpPr>
          <p:nvPr/>
        </p:nvSpPr>
        <p:spPr bwMode="auto">
          <a:xfrm rot="-5400000">
            <a:off x="5153819" y="1640681"/>
            <a:ext cx="336550" cy="312738"/>
          </a:xfrm>
          <a:prstGeom prst="ellipse">
            <a:avLst/>
          </a:prstGeom>
          <a:solidFill>
            <a:schemeClr val="bg1"/>
          </a:solidFill>
          <a:ln w="9525">
            <a:solidFill>
              <a:schemeClr val="tx1"/>
            </a:solidFill>
            <a:round/>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32796" name="Text Box 62"/>
          <p:cNvSpPr txBox="1">
            <a:spLocks noChangeArrowheads="1"/>
          </p:cNvSpPr>
          <p:nvPr/>
        </p:nvSpPr>
        <p:spPr bwMode="auto">
          <a:xfrm>
            <a:off x="4679950" y="2022475"/>
            <a:ext cx="1635125" cy="5175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1400">
                <a:solidFill>
                  <a:schemeClr val="tx1"/>
                </a:solidFill>
              </a:rPr>
              <a:t>couronne phase A blanche</a:t>
            </a:r>
          </a:p>
        </p:txBody>
      </p:sp>
      <p:sp>
        <p:nvSpPr>
          <p:cNvPr id="32797" name="Text Box 64"/>
          <p:cNvSpPr txBox="1">
            <a:spLocks noChangeArrowheads="1"/>
          </p:cNvSpPr>
          <p:nvPr/>
        </p:nvSpPr>
        <p:spPr bwMode="auto">
          <a:xfrm>
            <a:off x="3538538" y="2924175"/>
            <a:ext cx="1662112" cy="360363"/>
          </a:xfrm>
          <a:prstGeom prst="rect">
            <a:avLst/>
          </a:prstGeom>
          <a:solidFill>
            <a:srgbClr val="FFFF99"/>
          </a:solidFill>
          <a:ln w="9525" algn="ctr">
            <a:solidFill>
              <a:schemeClr val="bg2"/>
            </a:solidFill>
            <a:miter lim="800000"/>
            <a:headEnd/>
            <a:tailEnd/>
          </a:ln>
        </p:spPr>
        <p:txBody>
          <a:bodyPr wrap="none" anchor="b">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a:spcBef>
                <a:spcPct val="0"/>
              </a:spcBef>
              <a:buFontTx/>
              <a:buNone/>
            </a:pPr>
            <a:r>
              <a:rPr kumimoji="1" lang="fr-FR" altLang="fr-FR" sz="1700">
                <a:solidFill>
                  <a:schemeClr val="tx2"/>
                </a:solidFill>
              </a:rPr>
              <a:t>Coût de revient</a:t>
            </a:r>
          </a:p>
        </p:txBody>
      </p:sp>
      <p:sp>
        <p:nvSpPr>
          <p:cNvPr id="32798" name="Text Box 65"/>
          <p:cNvSpPr txBox="1">
            <a:spLocks noChangeArrowheads="1"/>
          </p:cNvSpPr>
          <p:nvPr/>
        </p:nvSpPr>
        <p:spPr bwMode="auto">
          <a:xfrm>
            <a:off x="4151313" y="3379788"/>
            <a:ext cx="1263650" cy="3667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b">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a:spcBef>
                <a:spcPct val="0"/>
              </a:spcBef>
              <a:buFontTx/>
              <a:buNone/>
            </a:pPr>
            <a:r>
              <a:rPr kumimoji="1" lang="fr-FR" altLang="fr-FR" sz="1800">
                <a:solidFill>
                  <a:srgbClr val="003399"/>
                </a:solidFill>
              </a:rPr>
              <a:t>Produit fini</a:t>
            </a:r>
          </a:p>
        </p:txBody>
      </p:sp>
      <p:sp>
        <p:nvSpPr>
          <p:cNvPr id="32799" name="Text Box 67"/>
          <p:cNvSpPr txBox="1">
            <a:spLocks noChangeArrowheads="1"/>
          </p:cNvSpPr>
          <p:nvPr/>
        </p:nvSpPr>
        <p:spPr bwMode="auto">
          <a:xfrm>
            <a:off x="1435100" y="3398838"/>
            <a:ext cx="476250" cy="3667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a:spcBef>
                <a:spcPct val="0"/>
              </a:spcBef>
              <a:buFontTx/>
              <a:buNone/>
            </a:pPr>
            <a:r>
              <a:rPr lang="fr-FR" altLang="fr-FR" sz="1800">
                <a:solidFill>
                  <a:schemeClr val="tx1"/>
                </a:solidFill>
              </a:rPr>
              <a:t>R1</a:t>
            </a:r>
          </a:p>
        </p:txBody>
      </p:sp>
      <p:sp>
        <p:nvSpPr>
          <p:cNvPr id="32800" name="Text Box 68"/>
          <p:cNvSpPr txBox="1">
            <a:spLocks noChangeArrowheads="1"/>
          </p:cNvSpPr>
          <p:nvPr/>
        </p:nvSpPr>
        <p:spPr bwMode="auto">
          <a:xfrm>
            <a:off x="1839913" y="3397250"/>
            <a:ext cx="476250" cy="366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a:spcBef>
                <a:spcPct val="0"/>
              </a:spcBef>
              <a:buFontTx/>
              <a:buNone/>
            </a:pPr>
            <a:r>
              <a:rPr lang="fr-FR" altLang="fr-FR" sz="1800">
                <a:solidFill>
                  <a:schemeClr val="tx1"/>
                </a:solidFill>
              </a:rPr>
              <a:t>R2</a:t>
            </a:r>
          </a:p>
        </p:txBody>
      </p:sp>
      <p:sp>
        <p:nvSpPr>
          <p:cNvPr id="32801" name="Text Box 69"/>
          <p:cNvSpPr txBox="1">
            <a:spLocks noChangeArrowheads="1"/>
          </p:cNvSpPr>
          <p:nvPr/>
        </p:nvSpPr>
        <p:spPr bwMode="auto">
          <a:xfrm>
            <a:off x="2257425" y="3397250"/>
            <a:ext cx="476250" cy="366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a:spcBef>
                <a:spcPct val="0"/>
              </a:spcBef>
              <a:buFontTx/>
              <a:buNone/>
            </a:pPr>
            <a:r>
              <a:rPr lang="fr-FR" altLang="fr-FR" sz="1800">
                <a:solidFill>
                  <a:schemeClr val="tx1"/>
                </a:solidFill>
              </a:rPr>
              <a:t>R3</a:t>
            </a:r>
          </a:p>
        </p:txBody>
      </p:sp>
      <p:sp>
        <p:nvSpPr>
          <p:cNvPr id="32802" name="Text Box 70"/>
          <p:cNvSpPr txBox="1">
            <a:spLocks noChangeArrowheads="1"/>
          </p:cNvSpPr>
          <p:nvPr/>
        </p:nvSpPr>
        <p:spPr bwMode="auto">
          <a:xfrm>
            <a:off x="2670175" y="3397250"/>
            <a:ext cx="476250" cy="366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a:spcBef>
                <a:spcPct val="0"/>
              </a:spcBef>
              <a:buFontTx/>
              <a:buNone/>
            </a:pPr>
            <a:r>
              <a:rPr lang="fr-FR" altLang="fr-FR" sz="1800">
                <a:solidFill>
                  <a:schemeClr val="tx1"/>
                </a:solidFill>
              </a:rPr>
              <a:t>R4</a:t>
            </a:r>
          </a:p>
        </p:txBody>
      </p:sp>
      <p:sp>
        <p:nvSpPr>
          <p:cNvPr id="32803" name="Text Box 71"/>
          <p:cNvSpPr txBox="1">
            <a:spLocks noChangeArrowheads="1"/>
          </p:cNvSpPr>
          <p:nvPr/>
        </p:nvSpPr>
        <p:spPr bwMode="auto">
          <a:xfrm>
            <a:off x="3087688" y="3397250"/>
            <a:ext cx="476250" cy="366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a:spcBef>
                <a:spcPct val="0"/>
              </a:spcBef>
              <a:buFontTx/>
              <a:buNone/>
            </a:pPr>
            <a:r>
              <a:rPr lang="fr-FR" altLang="fr-FR" sz="1800">
                <a:solidFill>
                  <a:schemeClr val="tx1"/>
                </a:solidFill>
              </a:rPr>
              <a:t>R5</a:t>
            </a:r>
          </a:p>
        </p:txBody>
      </p:sp>
      <p:sp>
        <p:nvSpPr>
          <p:cNvPr id="32804" name="Text Box 72"/>
          <p:cNvSpPr txBox="1">
            <a:spLocks noChangeArrowheads="1"/>
          </p:cNvSpPr>
          <p:nvPr/>
        </p:nvSpPr>
        <p:spPr bwMode="auto">
          <a:xfrm>
            <a:off x="3511550" y="3397250"/>
            <a:ext cx="476250" cy="366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a:spcBef>
                <a:spcPct val="0"/>
              </a:spcBef>
              <a:buFontTx/>
              <a:buNone/>
            </a:pPr>
            <a:r>
              <a:rPr lang="fr-FR" altLang="fr-FR" sz="1800">
                <a:solidFill>
                  <a:schemeClr val="tx1"/>
                </a:solidFill>
              </a:rPr>
              <a:t>R6</a:t>
            </a:r>
          </a:p>
        </p:txBody>
      </p:sp>
      <p:sp>
        <p:nvSpPr>
          <p:cNvPr id="32805" name="Text Box 73"/>
          <p:cNvSpPr txBox="1">
            <a:spLocks noChangeArrowheads="1"/>
          </p:cNvSpPr>
          <p:nvPr/>
        </p:nvSpPr>
        <p:spPr bwMode="auto">
          <a:xfrm>
            <a:off x="2073275" y="2120900"/>
            <a:ext cx="1281113" cy="304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1400">
                <a:solidFill>
                  <a:schemeClr val="tx1"/>
                </a:solidFill>
              </a:rPr>
              <a:t>Produit fini</a:t>
            </a:r>
          </a:p>
        </p:txBody>
      </p:sp>
      <p:sp>
        <p:nvSpPr>
          <p:cNvPr id="32806" name="Text Box 77"/>
          <p:cNvSpPr txBox="1">
            <a:spLocks noChangeArrowheads="1"/>
          </p:cNvSpPr>
          <p:nvPr/>
        </p:nvSpPr>
        <p:spPr bwMode="auto">
          <a:xfrm>
            <a:off x="2135188" y="1471613"/>
            <a:ext cx="442912" cy="3365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a:spcBef>
                <a:spcPct val="0"/>
              </a:spcBef>
              <a:buFontTx/>
              <a:buNone/>
            </a:pPr>
            <a:r>
              <a:rPr lang="fr-FR" altLang="fr-FR" sz="1600">
                <a:solidFill>
                  <a:schemeClr val="tx1"/>
                </a:solidFill>
              </a:rPr>
              <a:t>R1</a:t>
            </a:r>
          </a:p>
        </p:txBody>
      </p:sp>
      <p:sp>
        <p:nvSpPr>
          <p:cNvPr id="32807" name="Text Box 78"/>
          <p:cNvSpPr txBox="1">
            <a:spLocks noChangeArrowheads="1"/>
          </p:cNvSpPr>
          <p:nvPr/>
        </p:nvSpPr>
        <p:spPr bwMode="auto">
          <a:xfrm>
            <a:off x="2473325" y="1479550"/>
            <a:ext cx="442913" cy="3365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a:spcBef>
                <a:spcPct val="0"/>
              </a:spcBef>
              <a:buFontTx/>
              <a:buNone/>
            </a:pPr>
            <a:r>
              <a:rPr lang="fr-FR" altLang="fr-FR" sz="1600">
                <a:solidFill>
                  <a:schemeClr val="tx1"/>
                </a:solidFill>
              </a:rPr>
              <a:t>R2</a:t>
            </a:r>
          </a:p>
        </p:txBody>
      </p:sp>
      <p:sp>
        <p:nvSpPr>
          <p:cNvPr id="32808" name="Text Box 79"/>
          <p:cNvSpPr txBox="1">
            <a:spLocks noChangeArrowheads="1"/>
          </p:cNvSpPr>
          <p:nvPr/>
        </p:nvSpPr>
        <p:spPr bwMode="auto">
          <a:xfrm>
            <a:off x="2843213" y="1479550"/>
            <a:ext cx="442912" cy="3365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a:spcBef>
                <a:spcPct val="0"/>
              </a:spcBef>
              <a:buFontTx/>
              <a:buNone/>
            </a:pPr>
            <a:r>
              <a:rPr lang="fr-FR" altLang="fr-FR" sz="1600">
                <a:solidFill>
                  <a:schemeClr val="tx1"/>
                </a:solidFill>
              </a:rPr>
              <a:t>R3</a:t>
            </a:r>
          </a:p>
        </p:txBody>
      </p:sp>
      <p:sp>
        <p:nvSpPr>
          <p:cNvPr id="32809" name="Text Box 80"/>
          <p:cNvSpPr txBox="1">
            <a:spLocks noChangeArrowheads="1"/>
          </p:cNvSpPr>
          <p:nvPr/>
        </p:nvSpPr>
        <p:spPr bwMode="auto">
          <a:xfrm>
            <a:off x="2122488" y="1778000"/>
            <a:ext cx="442912" cy="3365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a:spcBef>
                <a:spcPct val="0"/>
              </a:spcBef>
              <a:buFontTx/>
              <a:buNone/>
            </a:pPr>
            <a:r>
              <a:rPr lang="fr-FR" altLang="fr-FR" sz="1600">
                <a:solidFill>
                  <a:schemeClr val="tx1"/>
                </a:solidFill>
              </a:rPr>
              <a:t>R4</a:t>
            </a:r>
          </a:p>
        </p:txBody>
      </p:sp>
      <p:sp>
        <p:nvSpPr>
          <p:cNvPr id="32810" name="Text Box 81"/>
          <p:cNvSpPr txBox="1">
            <a:spLocks noChangeArrowheads="1"/>
          </p:cNvSpPr>
          <p:nvPr/>
        </p:nvSpPr>
        <p:spPr bwMode="auto">
          <a:xfrm>
            <a:off x="2473325" y="1778000"/>
            <a:ext cx="442913" cy="3365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a:spcBef>
                <a:spcPct val="0"/>
              </a:spcBef>
              <a:buFontTx/>
              <a:buNone/>
            </a:pPr>
            <a:r>
              <a:rPr lang="fr-FR" altLang="fr-FR" sz="1600">
                <a:solidFill>
                  <a:schemeClr val="tx1"/>
                </a:solidFill>
              </a:rPr>
              <a:t>R5</a:t>
            </a:r>
          </a:p>
        </p:txBody>
      </p:sp>
      <p:sp>
        <p:nvSpPr>
          <p:cNvPr id="32811" name="Text Box 82"/>
          <p:cNvSpPr txBox="1">
            <a:spLocks noChangeArrowheads="1"/>
          </p:cNvSpPr>
          <p:nvPr/>
        </p:nvSpPr>
        <p:spPr bwMode="auto">
          <a:xfrm>
            <a:off x="2849563" y="1787525"/>
            <a:ext cx="442912" cy="3365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a:spcBef>
                <a:spcPct val="0"/>
              </a:spcBef>
              <a:buFontTx/>
              <a:buNone/>
            </a:pPr>
            <a:r>
              <a:rPr lang="fr-FR" altLang="fr-FR" sz="1600">
                <a:solidFill>
                  <a:schemeClr val="tx1"/>
                </a:solidFill>
              </a:rPr>
              <a:t>R6</a:t>
            </a:r>
          </a:p>
        </p:txBody>
      </p:sp>
      <p:sp>
        <p:nvSpPr>
          <p:cNvPr id="32812" name="Line 83"/>
          <p:cNvSpPr>
            <a:spLocks noChangeShapeType="1"/>
          </p:cNvSpPr>
          <p:nvPr/>
        </p:nvSpPr>
        <p:spPr bwMode="auto">
          <a:xfrm>
            <a:off x="3349625" y="1828800"/>
            <a:ext cx="257175" cy="0"/>
          </a:xfrm>
          <a:prstGeom prst="line">
            <a:avLst/>
          </a:prstGeom>
          <a:noFill/>
          <a:ln w="6350">
            <a:solidFill>
              <a:schemeClr val="tx2"/>
            </a:solidFill>
            <a:round/>
            <a:headEnd/>
            <a:tailEnd type="triangle" w="med" len="med"/>
          </a:ln>
          <a:extLst>
            <a:ext uri="{909E8E84-426E-40DD-AFC4-6F175D3DCCD1}">
              <a14:hiddenFill xmlns:a14="http://schemas.microsoft.com/office/drawing/2010/main">
                <a:noFill/>
              </a14:hiddenFill>
            </a:ext>
          </a:extLst>
        </p:spPr>
        <p:txBody>
          <a:bodyPr wrap="none" anchor="ctr"/>
          <a:lstStyle/>
          <a:p>
            <a:endParaRPr lang="fr-FR"/>
          </a:p>
        </p:txBody>
      </p:sp>
      <p:sp>
        <p:nvSpPr>
          <p:cNvPr id="32813" name="Line 84"/>
          <p:cNvSpPr>
            <a:spLocks noChangeShapeType="1"/>
          </p:cNvSpPr>
          <p:nvPr/>
        </p:nvSpPr>
        <p:spPr bwMode="auto">
          <a:xfrm>
            <a:off x="5568950" y="1808163"/>
            <a:ext cx="257175" cy="0"/>
          </a:xfrm>
          <a:prstGeom prst="line">
            <a:avLst/>
          </a:prstGeom>
          <a:noFill/>
          <a:ln w="6350">
            <a:solidFill>
              <a:schemeClr val="tx2"/>
            </a:solidFill>
            <a:round/>
            <a:headEnd/>
            <a:tailEnd type="triangle" w="med" len="med"/>
          </a:ln>
          <a:extLst>
            <a:ext uri="{909E8E84-426E-40DD-AFC4-6F175D3DCCD1}">
              <a14:hiddenFill xmlns:a14="http://schemas.microsoft.com/office/drawing/2010/main">
                <a:noFill/>
              </a14:hiddenFill>
            </a:ext>
          </a:extLst>
        </p:spPr>
        <p:txBody>
          <a:bodyPr wrap="none" anchor="ctr"/>
          <a:lstStyle/>
          <a:p>
            <a:endParaRPr lang="fr-FR"/>
          </a:p>
        </p:txBody>
      </p:sp>
    </p:spTree>
  </p:cSld>
  <p:clrMapOvr>
    <a:masterClrMapping/>
  </p:clrMapOvr>
  <p:transition/>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794" name="Rectangle 2"/>
          <p:cNvSpPr>
            <a:spLocks noGrp="1" noChangeArrowheads="1"/>
          </p:cNvSpPr>
          <p:nvPr>
            <p:ph type="title"/>
          </p:nvPr>
        </p:nvSpPr>
        <p:spPr/>
        <p:txBody>
          <a:bodyPr/>
          <a:lstStyle/>
          <a:p>
            <a:pPr eaLnBrk="1" hangingPunct="1"/>
            <a:r>
              <a:rPr lang="fr-FR" altLang="fr-FR"/>
              <a:t>Les approvisionnements</a:t>
            </a:r>
          </a:p>
        </p:txBody>
      </p:sp>
      <p:sp>
        <p:nvSpPr>
          <p:cNvPr id="33795" name="Rectangle 3"/>
          <p:cNvSpPr>
            <a:spLocks noGrp="1" noChangeArrowheads="1"/>
          </p:cNvSpPr>
          <p:nvPr>
            <p:ph type="body" idx="1"/>
          </p:nvPr>
        </p:nvSpPr>
        <p:spPr>
          <a:xfrm>
            <a:off x="320675" y="1133475"/>
            <a:ext cx="8485188" cy="3843338"/>
          </a:xfrm>
        </p:spPr>
        <p:txBody>
          <a:bodyPr/>
          <a:lstStyle/>
          <a:p>
            <a:pPr eaLnBrk="1" hangingPunct="1">
              <a:lnSpc>
                <a:spcPct val="110000"/>
              </a:lnSpc>
            </a:pPr>
            <a:r>
              <a:rPr lang="fr-FR" altLang="fr-FR"/>
              <a:t>Vous devez servir au mieux les clients, mais vous n’avez pas à vous préoccuper des matières approvisionnées par les Achats.</a:t>
            </a:r>
          </a:p>
          <a:p>
            <a:pPr eaLnBrk="1" hangingPunct="1">
              <a:lnSpc>
                <a:spcPct val="110000"/>
              </a:lnSpc>
            </a:pPr>
            <a:endParaRPr lang="fr-FR" altLang="fr-FR"/>
          </a:p>
          <a:p>
            <a:pPr eaLnBrk="1" hangingPunct="1">
              <a:lnSpc>
                <a:spcPct val="110000"/>
              </a:lnSpc>
            </a:pPr>
            <a:r>
              <a:rPr lang="fr-FR" altLang="fr-FR"/>
              <a:t>Sauf incident, vous disposerez de matière en quantité suffisante.</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818" name="Rectangle 2"/>
          <p:cNvSpPr>
            <a:spLocks noGrp="1" noChangeArrowheads="1"/>
          </p:cNvSpPr>
          <p:nvPr>
            <p:ph type="title"/>
          </p:nvPr>
        </p:nvSpPr>
        <p:spPr/>
        <p:txBody>
          <a:bodyPr/>
          <a:lstStyle/>
          <a:p>
            <a:pPr eaLnBrk="1" hangingPunct="1"/>
            <a:r>
              <a:rPr lang="fr-FR" altLang="fr-FR"/>
              <a:t>Les problèmes</a:t>
            </a:r>
          </a:p>
        </p:txBody>
      </p:sp>
      <p:sp>
        <p:nvSpPr>
          <p:cNvPr id="34819" name="Rectangle 3"/>
          <p:cNvSpPr>
            <a:spLocks noGrp="1" noChangeArrowheads="1"/>
          </p:cNvSpPr>
          <p:nvPr>
            <p:ph type="body" idx="1"/>
          </p:nvPr>
        </p:nvSpPr>
        <p:spPr>
          <a:xfrm>
            <a:off x="250825" y="1398588"/>
            <a:ext cx="8710613" cy="2033587"/>
          </a:xfrm>
        </p:spPr>
        <p:txBody>
          <a:bodyPr/>
          <a:lstStyle/>
          <a:p>
            <a:pPr eaLnBrk="1" hangingPunct="1">
              <a:lnSpc>
                <a:spcPct val="110000"/>
              </a:lnSpc>
            </a:pPr>
            <a:r>
              <a:rPr lang="fr-FR" altLang="fr-FR"/>
              <a:t>Comme toute organisation, l’usine Redix rencontre quelques problèmes.</a:t>
            </a:r>
          </a:p>
          <a:p>
            <a:pPr eaLnBrk="1" hangingPunct="1">
              <a:lnSpc>
                <a:spcPct val="110000"/>
              </a:lnSpc>
            </a:pPr>
            <a:r>
              <a:rPr lang="fr-FR" altLang="fr-FR"/>
              <a:t>C’est le tirage du dé qui les déclenche (le 1 et le 6 sont fatidiques).</a:t>
            </a:r>
          </a:p>
          <a:p>
            <a:pPr eaLnBrk="1" hangingPunct="1">
              <a:lnSpc>
                <a:spcPct val="110000"/>
              </a:lnSpc>
            </a:pPr>
            <a:r>
              <a:rPr lang="fr-FR" altLang="fr-FR"/>
              <a:t>Le dé est tiré alternativement par chaque table mais son résultat est applicable à toutes les tables</a:t>
            </a:r>
          </a:p>
        </p:txBody>
      </p:sp>
      <p:grpSp>
        <p:nvGrpSpPr>
          <p:cNvPr id="34820" name="Group 4"/>
          <p:cNvGrpSpPr>
            <a:grpSpLocks/>
          </p:cNvGrpSpPr>
          <p:nvPr/>
        </p:nvGrpSpPr>
        <p:grpSpPr bwMode="auto">
          <a:xfrm>
            <a:off x="4211638" y="3675063"/>
            <a:ext cx="525462" cy="630237"/>
            <a:chOff x="868" y="1439"/>
            <a:chExt cx="811" cy="972"/>
          </a:xfrm>
        </p:grpSpPr>
        <p:sp>
          <p:nvSpPr>
            <p:cNvPr id="34822" name="Freeform 5"/>
            <p:cNvSpPr>
              <a:spLocks/>
            </p:cNvSpPr>
            <p:nvPr/>
          </p:nvSpPr>
          <p:spPr bwMode="auto">
            <a:xfrm>
              <a:off x="1548" y="2014"/>
              <a:ext cx="123" cy="100"/>
            </a:xfrm>
            <a:custGeom>
              <a:avLst/>
              <a:gdLst>
                <a:gd name="T0" fmla="*/ 5 w 618"/>
                <a:gd name="T1" fmla="*/ 0 h 502"/>
                <a:gd name="T2" fmla="*/ 5 w 618"/>
                <a:gd name="T3" fmla="*/ 0 h 502"/>
                <a:gd name="T4" fmla="*/ 0 w 618"/>
                <a:gd name="T5" fmla="*/ 4 h 502"/>
                <a:gd name="T6" fmla="*/ 0 w 618"/>
                <a:gd name="T7" fmla="*/ 4 h 502"/>
                <a:gd name="T8" fmla="*/ 5 w 618"/>
                <a:gd name="T9" fmla="*/ 0 h 502"/>
                <a:gd name="T10" fmla="*/ 5 w 618"/>
                <a:gd name="T11" fmla="*/ 0 h 502"/>
                <a:gd name="T12" fmla="*/ 5 w 618"/>
                <a:gd name="T13" fmla="*/ 0 h 502"/>
                <a:gd name="T14" fmla="*/ 5 w 618"/>
                <a:gd name="T15" fmla="*/ 0 h 502"/>
                <a:gd name="T16" fmla="*/ 5 w 618"/>
                <a:gd name="T17" fmla="*/ 0 h 502"/>
                <a:gd name="T18" fmla="*/ 5 w 618"/>
                <a:gd name="T19" fmla="*/ 0 h 502"/>
                <a:gd name="T20" fmla="*/ 5 w 618"/>
                <a:gd name="T21" fmla="*/ 0 h 502"/>
                <a:gd name="T22" fmla="*/ 5 w 618"/>
                <a:gd name="T23" fmla="*/ 0 h 502"/>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618"/>
                <a:gd name="T37" fmla="*/ 0 h 502"/>
                <a:gd name="T38" fmla="*/ 618 w 618"/>
                <a:gd name="T39" fmla="*/ 502 h 502"/>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618" h="502">
                  <a:moveTo>
                    <a:pt x="611" y="0"/>
                  </a:moveTo>
                  <a:lnTo>
                    <a:pt x="606" y="2"/>
                  </a:lnTo>
                  <a:lnTo>
                    <a:pt x="0" y="490"/>
                  </a:lnTo>
                  <a:lnTo>
                    <a:pt x="10" y="502"/>
                  </a:lnTo>
                  <a:lnTo>
                    <a:pt x="616" y="14"/>
                  </a:lnTo>
                  <a:lnTo>
                    <a:pt x="611" y="16"/>
                  </a:lnTo>
                  <a:lnTo>
                    <a:pt x="616" y="14"/>
                  </a:lnTo>
                  <a:lnTo>
                    <a:pt x="618" y="9"/>
                  </a:lnTo>
                  <a:lnTo>
                    <a:pt x="617" y="3"/>
                  </a:lnTo>
                  <a:lnTo>
                    <a:pt x="612" y="1"/>
                  </a:lnTo>
                  <a:lnTo>
                    <a:pt x="606" y="2"/>
                  </a:lnTo>
                  <a:lnTo>
                    <a:pt x="611"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34823" name="Freeform 6"/>
            <p:cNvSpPr>
              <a:spLocks/>
            </p:cNvSpPr>
            <p:nvPr/>
          </p:nvSpPr>
          <p:spPr bwMode="auto">
            <a:xfrm>
              <a:off x="876" y="1852"/>
              <a:ext cx="82" cy="373"/>
            </a:xfrm>
            <a:custGeom>
              <a:avLst/>
              <a:gdLst>
                <a:gd name="T0" fmla="*/ 3 w 413"/>
                <a:gd name="T1" fmla="*/ 15 h 1865"/>
                <a:gd name="T2" fmla="*/ 3 w 413"/>
                <a:gd name="T3" fmla="*/ 15 h 1865"/>
                <a:gd name="T4" fmla="*/ 0 w 413"/>
                <a:gd name="T5" fmla="*/ 0 h 1865"/>
                <a:gd name="T6" fmla="*/ 0 w 413"/>
                <a:gd name="T7" fmla="*/ 0 h 1865"/>
                <a:gd name="T8" fmla="*/ 3 w 413"/>
                <a:gd name="T9" fmla="*/ 15 h 1865"/>
                <a:gd name="T10" fmla="*/ 3 w 413"/>
                <a:gd name="T11" fmla="*/ 15 h 1865"/>
                <a:gd name="T12" fmla="*/ 3 w 413"/>
                <a:gd name="T13" fmla="*/ 15 h 1865"/>
                <a:gd name="T14" fmla="*/ 3 w 413"/>
                <a:gd name="T15" fmla="*/ 15 h 1865"/>
                <a:gd name="T16" fmla="*/ 3 w 413"/>
                <a:gd name="T17" fmla="*/ 15 h 1865"/>
                <a:gd name="T18" fmla="*/ 3 w 413"/>
                <a:gd name="T19" fmla="*/ 15 h 1865"/>
                <a:gd name="T20" fmla="*/ 3 w 413"/>
                <a:gd name="T21" fmla="*/ 15 h 1865"/>
                <a:gd name="T22" fmla="*/ 3 w 413"/>
                <a:gd name="T23" fmla="*/ 15 h 186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413"/>
                <a:gd name="T37" fmla="*/ 0 h 1865"/>
                <a:gd name="T38" fmla="*/ 413 w 413"/>
                <a:gd name="T39" fmla="*/ 1865 h 1865"/>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413" h="1865">
                  <a:moveTo>
                    <a:pt x="400" y="1864"/>
                  </a:moveTo>
                  <a:lnTo>
                    <a:pt x="413" y="1856"/>
                  </a:lnTo>
                  <a:lnTo>
                    <a:pt x="17" y="0"/>
                  </a:lnTo>
                  <a:lnTo>
                    <a:pt x="0" y="2"/>
                  </a:lnTo>
                  <a:lnTo>
                    <a:pt x="396" y="1858"/>
                  </a:lnTo>
                  <a:lnTo>
                    <a:pt x="409" y="1850"/>
                  </a:lnTo>
                  <a:lnTo>
                    <a:pt x="396" y="1858"/>
                  </a:lnTo>
                  <a:lnTo>
                    <a:pt x="400" y="1864"/>
                  </a:lnTo>
                  <a:lnTo>
                    <a:pt x="406" y="1865"/>
                  </a:lnTo>
                  <a:lnTo>
                    <a:pt x="410" y="1862"/>
                  </a:lnTo>
                  <a:lnTo>
                    <a:pt x="413" y="1856"/>
                  </a:lnTo>
                  <a:lnTo>
                    <a:pt x="400" y="186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34824" name="Freeform 7"/>
            <p:cNvSpPr>
              <a:spLocks/>
            </p:cNvSpPr>
            <p:nvPr/>
          </p:nvSpPr>
          <p:spPr bwMode="auto">
            <a:xfrm>
              <a:off x="1282" y="1533"/>
              <a:ext cx="35" cy="161"/>
            </a:xfrm>
            <a:custGeom>
              <a:avLst/>
              <a:gdLst>
                <a:gd name="T0" fmla="*/ 1 w 175"/>
                <a:gd name="T1" fmla="*/ 6 h 807"/>
                <a:gd name="T2" fmla="*/ 1 w 175"/>
                <a:gd name="T3" fmla="*/ 6 h 807"/>
                <a:gd name="T4" fmla="*/ 1 w 175"/>
                <a:gd name="T5" fmla="*/ 6 h 807"/>
                <a:gd name="T6" fmla="*/ 1 w 175"/>
                <a:gd name="T7" fmla="*/ 5 h 807"/>
                <a:gd name="T8" fmla="*/ 1 w 175"/>
                <a:gd name="T9" fmla="*/ 5 h 807"/>
                <a:gd name="T10" fmla="*/ 1 w 175"/>
                <a:gd name="T11" fmla="*/ 5 h 807"/>
                <a:gd name="T12" fmla="*/ 1 w 175"/>
                <a:gd name="T13" fmla="*/ 4 h 807"/>
                <a:gd name="T14" fmla="*/ 1 w 175"/>
                <a:gd name="T15" fmla="*/ 4 h 807"/>
                <a:gd name="T16" fmla="*/ 1 w 175"/>
                <a:gd name="T17" fmla="*/ 3 h 807"/>
                <a:gd name="T18" fmla="*/ 1 w 175"/>
                <a:gd name="T19" fmla="*/ 3 h 807"/>
                <a:gd name="T20" fmla="*/ 1 w 175"/>
                <a:gd name="T21" fmla="*/ 3 h 807"/>
                <a:gd name="T22" fmla="*/ 1 w 175"/>
                <a:gd name="T23" fmla="*/ 2 h 807"/>
                <a:gd name="T24" fmla="*/ 1 w 175"/>
                <a:gd name="T25" fmla="*/ 2 h 807"/>
                <a:gd name="T26" fmla="*/ 1 w 175"/>
                <a:gd name="T27" fmla="*/ 2 h 807"/>
                <a:gd name="T28" fmla="*/ 1 w 175"/>
                <a:gd name="T29" fmla="*/ 1 h 807"/>
                <a:gd name="T30" fmla="*/ 1 w 175"/>
                <a:gd name="T31" fmla="*/ 1 h 807"/>
                <a:gd name="T32" fmla="*/ 1 w 175"/>
                <a:gd name="T33" fmla="*/ 1 h 807"/>
                <a:gd name="T34" fmla="*/ 1 w 175"/>
                <a:gd name="T35" fmla="*/ 0 h 807"/>
                <a:gd name="T36" fmla="*/ 1 w 175"/>
                <a:gd name="T37" fmla="*/ 0 h 807"/>
                <a:gd name="T38" fmla="*/ 1 w 175"/>
                <a:gd name="T39" fmla="*/ 0 h 807"/>
                <a:gd name="T40" fmla="*/ 0 w 175"/>
                <a:gd name="T41" fmla="*/ 1 h 807"/>
                <a:gd name="T42" fmla="*/ 0 w 175"/>
                <a:gd name="T43" fmla="*/ 1 h 807"/>
                <a:gd name="T44" fmla="*/ 0 w 175"/>
                <a:gd name="T45" fmla="*/ 1 h 807"/>
                <a:gd name="T46" fmla="*/ 0 w 175"/>
                <a:gd name="T47" fmla="*/ 2 h 807"/>
                <a:gd name="T48" fmla="*/ 0 w 175"/>
                <a:gd name="T49" fmla="*/ 2 h 807"/>
                <a:gd name="T50" fmla="*/ 0 w 175"/>
                <a:gd name="T51" fmla="*/ 3 h 807"/>
                <a:gd name="T52" fmla="*/ 0 w 175"/>
                <a:gd name="T53" fmla="*/ 3 h 807"/>
                <a:gd name="T54" fmla="*/ 0 w 175"/>
                <a:gd name="T55" fmla="*/ 3 h 807"/>
                <a:gd name="T56" fmla="*/ 0 w 175"/>
                <a:gd name="T57" fmla="*/ 4 h 807"/>
                <a:gd name="T58" fmla="*/ 0 w 175"/>
                <a:gd name="T59" fmla="*/ 4 h 807"/>
                <a:gd name="T60" fmla="*/ 0 w 175"/>
                <a:gd name="T61" fmla="*/ 5 h 807"/>
                <a:gd name="T62" fmla="*/ 0 w 175"/>
                <a:gd name="T63" fmla="*/ 5 h 807"/>
                <a:gd name="T64" fmla="*/ 0 w 175"/>
                <a:gd name="T65" fmla="*/ 5 h 807"/>
                <a:gd name="T66" fmla="*/ 1 w 175"/>
                <a:gd name="T67" fmla="*/ 6 h 807"/>
                <a:gd name="T68" fmla="*/ 1 w 175"/>
                <a:gd name="T69" fmla="*/ 6 h 807"/>
                <a:gd name="T70" fmla="*/ 1 w 175"/>
                <a:gd name="T71" fmla="*/ 6 h 807"/>
                <a:gd name="T72" fmla="*/ 1 w 175"/>
                <a:gd name="T73" fmla="*/ 6 h 807"/>
                <a:gd name="T74" fmla="*/ 1 w 175"/>
                <a:gd name="T75" fmla="*/ 6 h 807"/>
                <a:gd name="T76" fmla="*/ 1 w 175"/>
                <a:gd name="T77" fmla="*/ 6 h 807"/>
                <a:gd name="T78" fmla="*/ 1 w 175"/>
                <a:gd name="T79" fmla="*/ 6 h 807"/>
                <a:gd name="T80" fmla="*/ 1 w 175"/>
                <a:gd name="T81" fmla="*/ 6 h 807"/>
                <a:gd name="T82" fmla="*/ 1 w 175"/>
                <a:gd name="T83" fmla="*/ 6 h 807"/>
                <a:gd name="T84" fmla="*/ 1 w 175"/>
                <a:gd name="T85" fmla="*/ 6 h 807"/>
                <a:gd name="T86" fmla="*/ 1 w 175"/>
                <a:gd name="T87" fmla="*/ 6 h 807"/>
                <a:gd name="T88" fmla="*/ 1 w 175"/>
                <a:gd name="T89" fmla="*/ 6 h 807"/>
                <a:gd name="T90" fmla="*/ 1 w 175"/>
                <a:gd name="T91" fmla="*/ 6 h 80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175"/>
                <a:gd name="T139" fmla="*/ 0 h 807"/>
                <a:gd name="T140" fmla="*/ 175 w 175"/>
                <a:gd name="T141" fmla="*/ 807 h 80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175" h="807">
                  <a:moveTo>
                    <a:pt x="169" y="740"/>
                  </a:moveTo>
                  <a:lnTo>
                    <a:pt x="169" y="739"/>
                  </a:lnTo>
                  <a:lnTo>
                    <a:pt x="149" y="698"/>
                  </a:lnTo>
                  <a:lnTo>
                    <a:pt x="133" y="656"/>
                  </a:lnTo>
                  <a:lnTo>
                    <a:pt x="120" y="611"/>
                  </a:lnTo>
                  <a:lnTo>
                    <a:pt x="108" y="565"/>
                  </a:lnTo>
                  <a:lnTo>
                    <a:pt x="100" y="520"/>
                  </a:lnTo>
                  <a:lnTo>
                    <a:pt x="96" y="472"/>
                  </a:lnTo>
                  <a:lnTo>
                    <a:pt x="93" y="425"/>
                  </a:lnTo>
                  <a:lnTo>
                    <a:pt x="93" y="377"/>
                  </a:lnTo>
                  <a:lnTo>
                    <a:pt x="96" y="330"/>
                  </a:lnTo>
                  <a:lnTo>
                    <a:pt x="100" y="283"/>
                  </a:lnTo>
                  <a:lnTo>
                    <a:pt x="106" y="238"/>
                  </a:lnTo>
                  <a:lnTo>
                    <a:pt x="115" y="195"/>
                  </a:lnTo>
                  <a:lnTo>
                    <a:pt x="126" y="153"/>
                  </a:lnTo>
                  <a:lnTo>
                    <a:pt x="139" y="114"/>
                  </a:lnTo>
                  <a:lnTo>
                    <a:pt x="153" y="77"/>
                  </a:lnTo>
                  <a:lnTo>
                    <a:pt x="169" y="43"/>
                  </a:lnTo>
                  <a:lnTo>
                    <a:pt x="87" y="0"/>
                  </a:lnTo>
                  <a:lnTo>
                    <a:pt x="69" y="39"/>
                  </a:lnTo>
                  <a:lnTo>
                    <a:pt x="52" y="81"/>
                  </a:lnTo>
                  <a:lnTo>
                    <a:pt x="37" y="127"/>
                  </a:lnTo>
                  <a:lnTo>
                    <a:pt x="24" y="174"/>
                  </a:lnTo>
                  <a:lnTo>
                    <a:pt x="15" y="222"/>
                  </a:lnTo>
                  <a:lnTo>
                    <a:pt x="7" y="271"/>
                  </a:lnTo>
                  <a:lnTo>
                    <a:pt x="2" y="323"/>
                  </a:lnTo>
                  <a:lnTo>
                    <a:pt x="0" y="374"/>
                  </a:lnTo>
                  <a:lnTo>
                    <a:pt x="0" y="427"/>
                  </a:lnTo>
                  <a:lnTo>
                    <a:pt x="2" y="479"/>
                  </a:lnTo>
                  <a:lnTo>
                    <a:pt x="9" y="531"/>
                  </a:lnTo>
                  <a:lnTo>
                    <a:pt x="17" y="584"/>
                  </a:lnTo>
                  <a:lnTo>
                    <a:pt x="29" y="635"/>
                  </a:lnTo>
                  <a:lnTo>
                    <a:pt x="44" y="686"/>
                  </a:lnTo>
                  <a:lnTo>
                    <a:pt x="65" y="736"/>
                  </a:lnTo>
                  <a:lnTo>
                    <a:pt x="87" y="784"/>
                  </a:lnTo>
                  <a:lnTo>
                    <a:pt x="87" y="782"/>
                  </a:lnTo>
                  <a:lnTo>
                    <a:pt x="87" y="784"/>
                  </a:lnTo>
                  <a:lnTo>
                    <a:pt x="100" y="799"/>
                  </a:lnTo>
                  <a:lnTo>
                    <a:pt x="117" y="807"/>
                  </a:lnTo>
                  <a:lnTo>
                    <a:pt x="134" y="807"/>
                  </a:lnTo>
                  <a:lnTo>
                    <a:pt x="151" y="801"/>
                  </a:lnTo>
                  <a:lnTo>
                    <a:pt x="164" y="791"/>
                  </a:lnTo>
                  <a:lnTo>
                    <a:pt x="173" y="777"/>
                  </a:lnTo>
                  <a:lnTo>
                    <a:pt x="175" y="759"/>
                  </a:lnTo>
                  <a:lnTo>
                    <a:pt x="169" y="739"/>
                  </a:lnTo>
                  <a:lnTo>
                    <a:pt x="169" y="74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34825" name="Freeform 8"/>
            <p:cNvSpPr>
              <a:spLocks/>
            </p:cNvSpPr>
            <p:nvPr/>
          </p:nvSpPr>
          <p:spPr bwMode="auto">
            <a:xfrm>
              <a:off x="1299" y="1681"/>
              <a:ext cx="157" cy="281"/>
            </a:xfrm>
            <a:custGeom>
              <a:avLst/>
              <a:gdLst>
                <a:gd name="T0" fmla="*/ 6 w 787"/>
                <a:gd name="T1" fmla="*/ 11 h 1404"/>
                <a:gd name="T2" fmla="*/ 6 w 787"/>
                <a:gd name="T3" fmla="*/ 11 h 1404"/>
                <a:gd name="T4" fmla="*/ 1 w 787"/>
                <a:gd name="T5" fmla="*/ 0 h 1404"/>
                <a:gd name="T6" fmla="*/ 0 w 787"/>
                <a:gd name="T7" fmla="*/ 0 h 1404"/>
                <a:gd name="T8" fmla="*/ 6 w 787"/>
                <a:gd name="T9" fmla="*/ 11 h 1404"/>
                <a:gd name="T10" fmla="*/ 6 w 787"/>
                <a:gd name="T11" fmla="*/ 11 h 1404"/>
                <a:gd name="T12" fmla="*/ 6 w 787"/>
                <a:gd name="T13" fmla="*/ 11 h 1404"/>
                <a:gd name="T14" fmla="*/ 6 w 787"/>
                <a:gd name="T15" fmla="*/ 11 h 1404"/>
                <a:gd name="T16" fmla="*/ 6 w 787"/>
                <a:gd name="T17" fmla="*/ 11 h 1404"/>
                <a:gd name="T18" fmla="*/ 6 w 787"/>
                <a:gd name="T19" fmla="*/ 11 h 1404"/>
                <a:gd name="T20" fmla="*/ 6 w 787"/>
                <a:gd name="T21" fmla="*/ 11 h 1404"/>
                <a:gd name="T22" fmla="*/ 6 w 787"/>
                <a:gd name="T23" fmla="*/ 11 h 1404"/>
                <a:gd name="T24" fmla="*/ 6 w 787"/>
                <a:gd name="T25" fmla="*/ 11 h 1404"/>
                <a:gd name="T26" fmla="*/ 6 w 787"/>
                <a:gd name="T27" fmla="*/ 11 h 1404"/>
                <a:gd name="T28" fmla="*/ 6 w 787"/>
                <a:gd name="T29" fmla="*/ 11 h 1404"/>
                <a:gd name="T30" fmla="*/ 6 w 787"/>
                <a:gd name="T31" fmla="*/ 11 h 1404"/>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787"/>
                <a:gd name="T49" fmla="*/ 0 h 1404"/>
                <a:gd name="T50" fmla="*/ 787 w 787"/>
                <a:gd name="T51" fmla="*/ 1404 h 1404"/>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787" h="1404">
                  <a:moveTo>
                    <a:pt x="781" y="1334"/>
                  </a:moveTo>
                  <a:lnTo>
                    <a:pt x="781" y="1337"/>
                  </a:lnTo>
                  <a:lnTo>
                    <a:pt x="82" y="0"/>
                  </a:lnTo>
                  <a:lnTo>
                    <a:pt x="0" y="42"/>
                  </a:lnTo>
                  <a:lnTo>
                    <a:pt x="699" y="1379"/>
                  </a:lnTo>
                  <a:lnTo>
                    <a:pt x="699" y="1381"/>
                  </a:lnTo>
                  <a:lnTo>
                    <a:pt x="699" y="1379"/>
                  </a:lnTo>
                  <a:lnTo>
                    <a:pt x="712" y="1395"/>
                  </a:lnTo>
                  <a:lnTo>
                    <a:pt x="727" y="1402"/>
                  </a:lnTo>
                  <a:lnTo>
                    <a:pt x="744" y="1404"/>
                  </a:lnTo>
                  <a:lnTo>
                    <a:pt x="761" y="1398"/>
                  </a:lnTo>
                  <a:lnTo>
                    <a:pt x="775" y="1388"/>
                  </a:lnTo>
                  <a:lnTo>
                    <a:pt x="784" y="1373"/>
                  </a:lnTo>
                  <a:lnTo>
                    <a:pt x="787" y="1357"/>
                  </a:lnTo>
                  <a:lnTo>
                    <a:pt x="781" y="1337"/>
                  </a:lnTo>
                  <a:lnTo>
                    <a:pt x="781" y="13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34826" name="Freeform 9"/>
            <p:cNvSpPr>
              <a:spLocks/>
            </p:cNvSpPr>
            <p:nvPr/>
          </p:nvSpPr>
          <p:spPr bwMode="auto">
            <a:xfrm>
              <a:off x="1439" y="1948"/>
              <a:ext cx="125" cy="76"/>
            </a:xfrm>
            <a:custGeom>
              <a:avLst/>
              <a:gdLst>
                <a:gd name="T0" fmla="*/ 5 w 628"/>
                <a:gd name="T1" fmla="*/ 2 h 383"/>
                <a:gd name="T2" fmla="*/ 5 w 628"/>
                <a:gd name="T3" fmla="*/ 2 h 383"/>
                <a:gd name="T4" fmla="*/ 4 w 628"/>
                <a:gd name="T5" fmla="*/ 2 h 383"/>
                <a:gd name="T6" fmla="*/ 4 w 628"/>
                <a:gd name="T7" fmla="*/ 2 h 383"/>
                <a:gd name="T8" fmla="*/ 4 w 628"/>
                <a:gd name="T9" fmla="*/ 2 h 383"/>
                <a:gd name="T10" fmla="*/ 3 w 628"/>
                <a:gd name="T11" fmla="*/ 2 h 383"/>
                <a:gd name="T12" fmla="*/ 3 w 628"/>
                <a:gd name="T13" fmla="*/ 2 h 383"/>
                <a:gd name="T14" fmla="*/ 3 w 628"/>
                <a:gd name="T15" fmla="*/ 2 h 383"/>
                <a:gd name="T16" fmla="*/ 3 w 628"/>
                <a:gd name="T17" fmla="*/ 2 h 383"/>
                <a:gd name="T18" fmla="*/ 2 w 628"/>
                <a:gd name="T19" fmla="*/ 2 h 383"/>
                <a:gd name="T20" fmla="*/ 2 w 628"/>
                <a:gd name="T21" fmla="*/ 2 h 383"/>
                <a:gd name="T22" fmla="*/ 2 w 628"/>
                <a:gd name="T23" fmla="*/ 1 h 383"/>
                <a:gd name="T24" fmla="*/ 2 w 628"/>
                <a:gd name="T25" fmla="*/ 1 h 383"/>
                <a:gd name="T26" fmla="*/ 1 w 628"/>
                <a:gd name="T27" fmla="*/ 1 h 383"/>
                <a:gd name="T28" fmla="*/ 1 w 628"/>
                <a:gd name="T29" fmla="*/ 1 h 383"/>
                <a:gd name="T30" fmla="*/ 1 w 628"/>
                <a:gd name="T31" fmla="*/ 1 h 383"/>
                <a:gd name="T32" fmla="*/ 1 w 628"/>
                <a:gd name="T33" fmla="*/ 0 h 383"/>
                <a:gd name="T34" fmla="*/ 1 w 628"/>
                <a:gd name="T35" fmla="*/ 0 h 383"/>
                <a:gd name="T36" fmla="*/ 0 w 628"/>
                <a:gd name="T37" fmla="*/ 0 h 383"/>
                <a:gd name="T38" fmla="*/ 0 w 628"/>
                <a:gd name="T39" fmla="*/ 1 h 383"/>
                <a:gd name="T40" fmla="*/ 0 w 628"/>
                <a:gd name="T41" fmla="*/ 1 h 383"/>
                <a:gd name="T42" fmla="*/ 1 w 628"/>
                <a:gd name="T43" fmla="*/ 1 h 383"/>
                <a:gd name="T44" fmla="*/ 1 w 628"/>
                <a:gd name="T45" fmla="*/ 1 h 383"/>
                <a:gd name="T46" fmla="*/ 1 w 628"/>
                <a:gd name="T47" fmla="*/ 2 h 383"/>
                <a:gd name="T48" fmla="*/ 1 w 628"/>
                <a:gd name="T49" fmla="*/ 2 h 383"/>
                <a:gd name="T50" fmla="*/ 2 w 628"/>
                <a:gd name="T51" fmla="*/ 2 h 383"/>
                <a:gd name="T52" fmla="*/ 2 w 628"/>
                <a:gd name="T53" fmla="*/ 2 h 383"/>
                <a:gd name="T54" fmla="*/ 2 w 628"/>
                <a:gd name="T55" fmla="*/ 2 h 383"/>
                <a:gd name="T56" fmla="*/ 3 w 628"/>
                <a:gd name="T57" fmla="*/ 3 h 383"/>
                <a:gd name="T58" fmla="*/ 3 w 628"/>
                <a:gd name="T59" fmla="*/ 3 h 383"/>
                <a:gd name="T60" fmla="*/ 3 w 628"/>
                <a:gd name="T61" fmla="*/ 3 h 383"/>
                <a:gd name="T62" fmla="*/ 4 w 628"/>
                <a:gd name="T63" fmla="*/ 3 h 383"/>
                <a:gd name="T64" fmla="*/ 4 w 628"/>
                <a:gd name="T65" fmla="*/ 3 h 383"/>
                <a:gd name="T66" fmla="*/ 4 w 628"/>
                <a:gd name="T67" fmla="*/ 3 h 383"/>
                <a:gd name="T68" fmla="*/ 5 w 628"/>
                <a:gd name="T69" fmla="*/ 3 h 383"/>
                <a:gd name="T70" fmla="*/ 5 w 628"/>
                <a:gd name="T71" fmla="*/ 3 h 383"/>
                <a:gd name="T72" fmla="*/ 5 w 628"/>
                <a:gd name="T73" fmla="*/ 3 h 383"/>
                <a:gd name="T74" fmla="*/ 5 w 628"/>
                <a:gd name="T75" fmla="*/ 3 h 383"/>
                <a:gd name="T76" fmla="*/ 5 w 628"/>
                <a:gd name="T77" fmla="*/ 3 h 383"/>
                <a:gd name="T78" fmla="*/ 5 w 628"/>
                <a:gd name="T79" fmla="*/ 3 h 383"/>
                <a:gd name="T80" fmla="*/ 5 w 628"/>
                <a:gd name="T81" fmla="*/ 3 h 383"/>
                <a:gd name="T82" fmla="*/ 5 w 628"/>
                <a:gd name="T83" fmla="*/ 3 h 383"/>
                <a:gd name="T84" fmla="*/ 5 w 628"/>
                <a:gd name="T85" fmla="*/ 2 h 383"/>
                <a:gd name="T86" fmla="*/ 5 w 628"/>
                <a:gd name="T87" fmla="*/ 2 h 383"/>
                <a:gd name="T88" fmla="*/ 5 w 628"/>
                <a:gd name="T89" fmla="*/ 2 h 383"/>
                <a:gd name="T90" fmla="*/ 5 w 628"/>
                <a:gd name="T91" fmla="*/ 2 h 38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628"/>
                <a:gd name="T139" fmla="*/ 0 h 383"/>
                <a:gd name="T140" fmla="*/ 628 w 628"/>
                <a:gd name="T141" fmla="*/ 383 h 38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628" h="383">
                  <a:moveTo>
                    <a:pt x="581" y="289"/>
                  </a:moveTo>
                  <a:lnTo>
                    <a:pt x="582" y="289"/>
                  </a:lnTo>
                  <a:lnTo>
                    <a:pt x="541" y="287"/>
                  </a:lnTo>
                  <a:lnTo>
                    <a:pt x="500" y="283"/>
                  </a:lnTo>
                  <a:lnTo>
                    <a:pt x="462" y="276"/>
                  </a:lnTo>
                  <a:lnTo>
                    <a:pt x="424" y="268"/>
                  </a:lnTo>
                  <a:lnTo>
                    <a:pt x="389" y="255"/>
                  </a:lnTo>
                  <a:lnTo>
                    <a:pt x="352" y="242"/>
                  </a:lnTo>
                  <a:lnTo>
                    <a:pt x="320" y="227"/>
                  </a:lnTo>
                  <a:lnTo>
                    <a:pt x="287" y="209"/>
                  </a:lnTo>
                  <a:lnTo>
                    <a:pt x="255" y="189"/>
                  </a:lnTo>
                  <a:lnTo>
                    <a:pt x="226" y="168"/>
                  </a:lnTo>
                  <a:lnTo>
                    <a:pt x="198" y="145"/>
                  </a:lnTo>
                  <a:lnTo>
                    <a:pt x="172" y="119"/>
                  </a:lnTo>
                  <a:lnTo>
                    <a:pt x="146" y="92"/>
                  </a:lnTo>
                  <a:lnTo>
                    <a:pt x="122" y="64"/>
                  </a:lnTo>
                  <a:lnTo>
                    <a:pt x="100" y="33"/>
                  </a:lnTo>
                  <a:lnTo>
                    <a:pt x="82" y="0"/>
                  </a:lnTo>
                  <a:lnTo>
                    <a:pt x="0" y="47"/>
                  </a:lnTo>
                  <a:lnTo>
                    <a:pt x="23" y="85"/>
                  </a:lnTo>
                  <a:lnTo>
                    <a:pt x="49" y="120"/>
                  </a:lnTo>
                  <a:lnTo>
                    <a:pt x="76" y="153"/>
                  </a:lnTo>
                  <a:lnTo>
                    <a:pt x="104" y="185"/>
                  </a:lnTo>
                  <a:lnTo>
                    <a:pt x="137" y="215"/>
                  </a:lnTo>
                  <a:lnTo>
                    <a:pt x="170" y="241"/>
                  </a:lnTo>
                  <a:lnTo>
                    <a:pt x="204" y="267"/>
                  </a:lnTo>
                  <a:lnTo>
                    <a:pt x="240" y="289"/>
                  </a:lnTo>
                  <a:lnTo>
                    <a:pt x="277" y="309"/>
                  </a:lnTo>
                  <a:lnTo>
                    <a:pt x="317" y="329"/>
                  </a:lnTo>
                  <a:lnTo>
                    <a:pt x="358" y="344"/>
                  </a:lnTo>
                  <a:lnTo>
                    <a:pt x="400" y="357"/>
                  </a:lnTo>
                  <a:lnTo>
                    <a:pt x="444" y="367"/>
                  </a:lnTo>
                  <a:lnTo>
                    <a:pt x="488" y="374"/>
                  </a:lnTo>
                  <a:lnTo>
                    <a:pt x="534" y="380"/>
                  </a:lnTo>
                  <a:lnTo>
                    <a:pt x="580" y="383"/>
                  </a:lnTo>
                  <a:lnTo>
                    <a:pt x="581" y="383"/>
                  </a:lnTo>
                  <a:lnTo>
                    <a:pt x="580" y="383"/>
                  </a:lnTo>
                  <a:lnTo>
                    <a:pt x="600" y="379"/>
                  </a:lnTo>
                  <a:lnTo>
                    <a:pt x="615" y="369"/>
                  </a:lnTo>
                  <a:lnTo>
                    <a:pt x="624" y="353"/>
                  </a:lnTo>
                  <a:lnTo>
                    <a:pt x="628" y="337"/>
                  </a:lnTo>
                  <a:lnTo>
                    <a:pt x="625" y="319"/>
                  </a:lnTo>
                  <a:lnTo>
                    <a:pt x="617" y="304"/>
                  </a:lnTo>
                  <a:lnTo>
                    <a:pt x="602" y="294"/>
                  </a:lnTo>
                  <a:lnTo>
                    <a:pt x="582" y="289"/>
                  </a:lnTo>
                  <a:lnTo>
                    <a:pt x="581" y="28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34827" name="Freeform 10"/>
            <p:cNvSpPr>
              <a:spLocks/>
            </p:cNvSpPr>
            <p:nvPr/>
          </p:nvSpPr>
          <p:spPr bwMode="auto">
            <a:xfrm>
              <a:off x="1587" y="1880"/>
              <a:ext cx="85" cy="49"/>
            </a:xfrm>
            <a:custGeom>
              <a:avLst/>
              <a:gdLst>
                <a:gd name="T0" fmla="*/ 3 w 426"/>
                <a:gd name="T1" fmla="*/ 0 h 245"/>
                <a:gd name="T2" fmla="*/ 3 w 426"/>
                <a:gd name="T3" fmla="*/ 0 h 245"/>
                <a:gd name="T4" fmla="*/ 3 w 426"/>
                <a:gd name="T5" fmla="*/ 0 h 245"/>
                <a:gd name="T6" fmla="*/ 3 w 426"/>
                <a:gd name="T7" fmla="*/ 0 h 245"/>
                <a:gd name="T8" fmla="*/ 2 w 426"/>
                <a:gd name="T9" fmla="*/ 0 h 245"/>
                <a:gd name="T10" fmla="*/ 2 w 426"/>
                <a:gd name="T11" fmla="*/ 0 h 245"/>
                <a:gd name="T12" fmla="*/ 2 w 426"/>
                <a:gd name="T13" fmla="*/ 0 h 245"/>
                <a:gd name="T14" fmla="*/ 2 w 426"/>
                <a:gd name="T15" fmla="*/ 0 h 245"/>
                <a:gd name="T16" fmla="*/ 1 w 426"/>
                <a:gd name="T17" fmla="*/ 0 h 245"/>
                <a:gd name="T18" fmla="*/ 1 w 426"/>
                <a:gd name="T19" fmla="*/ 1 h 245"/>
                <a:gd name="T20" fmla="*/ 1 w 426"/>
                <a:gd name="T21" fmla="*/ 1 h 245"/>
                <a:gd name="T22" fmla="*/ 1 w 426"/>
                <a:gd name="T23" fmla="*/ 1 h 245"/>
                <a:gd name="T24" fmla="*/ 0 w 426"/>
                <a:gd name="T25" fmla="*/ 1 h 245"/>
                <a:gd name="T26" fmla="*/ 0 w 426"/>
                <a:gd name="T27" fmla="*/ 1 h 245"/>
                <a:gd name="T28" fmla="*/ 0 w 426"/>
                <a:gd name="T29" fmla="*/ 1 h 245"/>
                <a:gd name="T30" fmla="*/ 0 w 426"/>
                <a:gd name="T31" fmla="*/ 2 h 245"/>
                <a:gd name="T32" fmla="*/ 0 w 426"/>
                <a:gd name="T33" fmla="*/ 2 h 245"/>
                <a:gd name="T34" fmla="*/ 0 w 426"/>
                <a:gd name="T35" fmla="*/ 2 h 245"/>
                <a:gd name="T36" fmla="*/ 0 w 426"/>
                <a:gd name="T37" fmla="*/ 2 h 245"/>
                <a:gd name="T38" fmla="*/ 0 w 426"/>
                <a:gd name="T39" fmla="*/ 2 h 245"/>
                <a:gd name="T40" fmla="*/ 0 w 426"/>
                <a:gd name="T41" fmla="*/ 2 h 245"/>
                <a:gd name="T42" fmla="*/ 0 w 426"/>
                <a:gd name="T43" fmla="*/ 1 h 245"/>
                <a:gd name="T44" fmla="*/ 0 w 426"/>
                <a:gd name="T45" fmla="*/ 1 h 245"/>
                <a:gd name="T46" fmla="*/ 0 w 426"/>
                <a:gd name="T47" fmla="*/ 1 h 245"/>
                <a:gd name="T48" fmla="*/ 1 w 426"/>
                <a:gd name="T49" fmla="*/ 1 h 245"/>
                <a:gd name="T50" fmla="*/ 1 w 426"/>
                <a:gd name="T51" fmla="*/ 1 h 245"/>
                <a:gd name="T52" fmla="*/ 1 w 426"/>
                <a:gd name="T53" fmla="*/ 1 h 245"/>
                <a:gd name="T54" fmla="*/ 1 w 426"/>
                <a:gd name="T55" fmla="*/ 1 h 245"/>
                <a:gd name="T56" fmla="*/ 2 w 426"/>
                <a:gd name="T57" fmla="*/ 0 h 245"/>
                <a:gd name="T58" fmla="*/ 2 w 426"/>
                <a:gd name="T59" fmla="*/ 0 h 245"/>
                <a:gd name="T60" fmla="*/ 2 w 426"/>
                <a:gd name="T61" fmla="*/ 0 h 245"/>
                <a:gd name="T62" fmla="*/ 2 w 426"/>
                <a:gd name="T63" fmla="*/ 0 h 245"/>
                <a:gd name="T64" fmla="*/ 3 w 426"/>
                <a:gd name="T65" fmla="*/ 0 h 245"/>
                <a:gd name="T66" fmla="*/ 3 w 426"/>
                <a:gd name="T67" fmla="*/ 0 h 245"/>
                <a:gd name="T68" fmla="*/ 3 w 426"/>
                <a:gd name="T69" fmla="*/ 0 h 245"/>
                <a:gd name="T70" fmla="*/ 3 w 426"/>
                <a:gd name="T71" fmla="*/ 0 h 245"/>
                <a:gd name="T72" fmla="*/ 3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426" y="0"/>
                  </a:moveTo>
                  <a:lnTo>
                    <a:pt x="426" y="0"/>
                  </a:lnTo>
                  <a:lnTo>
                    <a:pt x="384" y="1"/>
                  </a:lnTo>
                  <a:lnTo>
                    <a:pt x="340" y="4"/>
                  </a:lnTo>
                  <a:lnTo>
                    <a:pt x="300" y="10"/>
                  </a:lnTo>
                  <a:lnTo>
                    <a:pt x="262" y="18"/>
                  </a:lnTo>
                  <a:lnTo>
                    <a:pt x="224" y="29"/>
                  </a:lnTo>
                  <a:lnTo>
                    <a:pt x="189" y="41"/>
                  </a:lnTo>
                  <a:lnTo>
                    <a:pt x="157" y="55"/>
                  </a:lnTo>
                  <a:lnTo>
                    <a:pt x="126" y="70"/>
                  </a:lnTo>
                  <a:lnTo>
                    <a:pt x="99" y="89"/>
                  </a:lnTo>
                  <a:lnTo>
                    <a:pt x="74" y="106"/>
                  </a:lnTo>
                  <a:lnTo>
                    <a:pt x="52" y="126"/>
                  </a:lnTo>
                  <a:lnTo>
                    <a:pt x="34" y="148"/>
                  </a:lnTo>
                  <a:lnTo>
                    <a:pt x="19" y="171"/>
                  </a:lnTo>
                  <a:lnTo>
                    <a:pt x="9" y="194"/>
                  </a:lnTo>
                  <a:lnTo>
                    <a:pt x="3" y="219"/>
                  </a:lnTo>
                  <a:lnTo>
                    <a:pt x="0" y="245"/>
                  </a:lnTo>
                  <a:lnTo>
                    <a:pt x="12" y="245"/>
                  </a:lnTo>
                  <a:lnTo>
                    <a:pt x="15" y="221"/>
                  </a:lnTo>
                  <a:lnTo>
                    <a:pt x="20" y="199"/>
                  </a:lnTo>
                  <a:lnTo>
                    <a:pt x="31" y="178"/>
                  </a:lnTo>
                  <a:lnTo>
                    <a:pt x="44" y="156"/>
                  </a:lnTo>
                  <a:lnTo>
                    <a:pt x="61" y="136"/>
                  </a:lnTo>
                  <a:lnTo>
                    <a:pt x="81" y="116"/>
                  </a:lnTo>
                  <a:lnTo>
                    <a:pt x="106" y="98"/>
                  </a:lnTo>
                  <a:lnTo>
                    <a:pt x="133" y="82"/>
                  </a:lnTo>
                  <a:lnTo>
                    <a:pt x="162" y="66"/>
                  </a:lnTo>
                  <a:lnTo>
                    <a:pt x="194" y="52"/>
                  </a:lnTo>
                  <a:lnTo>
                    <a:pt x="229" y="41"/>
                  </a:lnTo>
                  <a:lnTo>
                    <a:pt x="264" y="30"/>
                  </a:lnTo>
                  <a:lnTo>
                    <a:pt x="303" y="22"/>
                  </a:lnTo>
                  <a:lnTo>
                    <a:pt x="343" y="16"/>
                  </a:lnTo>
                  <a:lnTo>
                    <a:pt x="384" y="12"/>
                  </a:lnTo>
                  <a:lnTo>
                    <a:pt x="426" y="11"/>
                  </a:lnTo>
                  <a:lnTo>
                    <a:pt x="42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34828" name="Freeform 11"/>
            <p:cNvSpPr>
              <a:spLocks/>
            </p:cNvSpPr>
            <p:nvPr/>
          </p:nvSpPr>
          <p:spPr bwMode="auto">
            <a:xfrm>
              <a:off x="1587" y="1929"/>
              <a:ext cx="85" cy="49"/>
            </a:xfrm>
            <a:custGeom>
              <a:avLst/>
              <a:gdLst>
                <a:gd name="T0" fmla="*/ 0 w 426"/>
                <a:gd name="T1" fmla="*/ 0 h 245"/>
                <a:gd name="T2" fmla="*/ 0 w 426"/>
                <a:gd name="T3" fmla="*/ 0 h 245"/>
                <a:gd name="T4" fmla="*/ 0 w 426"/>
                <a:gd name="T5" fmla="*/ 0 h 245"/>
                <a:gd name="T6" fmla="*/ 0 w 426"/>
                <a:gd name="T7" fmla="*/ 0 h 245"/>
                <a:gd name="T8" fmla="*/ 0 w 426"/>
                <a:gd name="T9" fmla="*/ 1 h 245"/>
                <a:gd name="T10" fmla="*/ 0 w 426"/>
                <a:gd name="T11" fmla="*/ 1 h 245"/>
                <a:gd name="T12" fmla="*/ 0 w 426"/>
                <a:gd name="T13" fmla="*/ 1 h 245"/>
                <a:gd name="T14" fmla="*/ 1 w 426"/>
                <a:gd name="T15" fmla="*/ 1 h 245"/>
                <a:gd name="T16" fmla="*/ 1 w 426"/>
                <a:gd name="T17" fmla="*/ 1 h 245"/>
                <a:gd name="T18" fmla="*/ 1 w 426"/>
                <a:gd name="T19" fmla="*/ 1 h 245"/>
                <a:gd name="T20" fmla="*/ 1 w 426"/>
                <a:gd name="T21" fmla="*/ 2 h 245"/>
                <a:gd name="T22" fmla="*/ 2 w 426"/>
                <a:gd name="T23" fmla="*/ 2 h 245"/>
                <a:gd name="T24" fmla="*/ 2 w 426"/>
                <a:gd name="T25" fmla="*/ 2 h 245"/>
                <a:gd name="T26" fmla="*/ 2 w 426"/>
                <a:gd name="T27" fmla="*/ 2 h 245"/>
                <a:gd name="T28" fmla="*/ 2 w 426"/>
                <a:gd name="T29" fmla="*/ 2 h 245"/>
                <a:gd name="T30" fmla="*/ 3 w 426"/>
                <a:gd name="T31" fmla="*/ 2 h 245"/>
                <a:gd name="T32" fmla="*/ 3 w 426"/>
                <a:gd name="T33" fmla="*/ 2 h 245"/>
                <a:gd name="T34" fmla="*/ 3 w 426"/>
                <a:gd name="T35" fmla="*/ 2 h 245"/>
                <a:gd name="T36" fmla="*/ 3 w 426"/>
                <a:gd name="T37" fmla="*/ 2 h 245"/>
                <a:gd name="T38" fmla="*/ 3 w 426"/>
                <a:gd name="T39" fmla="*/ 2 h 245"/>
                <a:gd name="T40" fmla="*/ 3 w 426"/>
                <a:gd name="T41" fmla="*/ 2 h 245"/>
                <a:gd name="T42" fmla="*/ 2 w 426"/>
                <a:gd name="T43" fmla="*/ 2 h 245"/>
                <a:gd name="T44" fmla="*/ 2 w 426"/>
                <a:gd name="T45" fmla="*/ 2 h 245"/>
                <a:gd name="T46" fmla="*/ 2 w 426"/>
                <a:gd name="T47" fmla="*/ 2 h 245"/>
                <a:gd name="T48" fmla="*/ 2 w 426"/>
                <a:gd name="T49" fmla="*/ 2 h 245"/>
                <a:gd name="T50" fmla="*/ 1 w 426"/>
                <a:gd name="T51" fmla="*/ 1 h 245"/>
                <a:gd name="T52" fmla="*/ 1 w 426"/>
                <a:gd name="T53" fmla="*/ 1 h 245"/>
                <a:gd name="T54" fmla="*/ 1 w 426"/>
                <a:gd name="T55" fmla="*/ 1 h 245"/>
                <a:gd name="T56" fmla="*/ 1 w 426"/>
                <a:gd name="T57" fmla="*/ 1 h 245"/>
                <a:gd name="T58" fmla="*/ 0 w 426"/>
                <a:gd name="T59" fmla="*/ 1 h 245"/>
                <a:gd name="T60" fmla="*/ 0 w 426"/>
                <a:gd name="T61" fmla="*/ 1 h 245"/>
                <a:gd name="T62" fmla="*/ 0 w 426"/>
                <a:gd name="T63" fmla="*/ 1 h 245"/>
                <a:gd name="T64" fmla="*/ 0 w 426"/>
                <a:gd name="T65" fmla="*/ 0 h 245"/>
                <a:gd name="T66" fmla="*/ 0 w 426"/>
                <a:gd name="T67" fmla="*/ 0 h 245"/>
                <a:gd name="T68" fmla="*/ 0 w 426"/>
                <a:gd name="T69" fmla="*/ 0 h 245"/>
                <a:gd name="T70" fmla="*/ 0 w 426"/>
                <a:gd name="T71" fmla="*/ 0 h 245"/>
                <a:gd name="T72" fmla="*/ 0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0" y="0"/>
                  </a:moveTo>
                  <a:lnTo>
                    <a:pt x="0" y="0"/>
                  </a:lnTo>
                  <a:lnTo>
                    <a:pt x="3" y="25"/>
                  </a:lnTo>
                  <a:lnTo>
                    <a:pt x="9" y="50"/>
                  </a:lnTo>
                  <a:lnTo>
                    <a:pt x="19" y="73"/>
                  </a:lnTo>
                  <a:lnTo>
                    <a:pt x="34" y="96"/>
                  </a:lnTo>
                  <a:lnTo>
                    <a:pt x="52" y="118"/>
                  </a:lnTo>
                  <a:lnTo>
                    <a:pt x="74" y="138"/>
                  </a:lnTo>
                  <a:lnTo>
                    <a:pt x="99" y="156"/>
                  </a:lnTo>
                  <a:lnTo>
                    <a:pt x="126" y="174"/>
                  </a:lnTo>
                  <a:lnTo>
                    <a:pt x="157" y="190"/>
                  </a:lnTo>
                  <a:lnTo>
                    <a:pt x="189" y="204"/>
                  </a:lnTo>
                  <a:lnTo>
                    <a:pt x="224" y="215"/>
                  </a:lnTo>
                  <a:lnTo>
                    <a:pt x="262" y="226"/>
                  </a:lnTo>
                  <a:lnTo>
                    <a:pt x="300" y="234"/>
                  </a:lnTo>
                  <a:lnTo>
                    <a:pt x="340" y="240"/>
                  </a:lnTo>
                  <a:lnTo>
                    <a:pt x="384" y="244"/>
                  </a:lnTo>
                  <a:lnTo>
                    <a:pt x="426" y="245"/>
                  </a:lnTo>
                  <a:lnTo>
                    <a:pt x="426" y="233"/>
                  </a:lnTo>
                  <a:lnTo>
                    <a:pt x="384" y="232"/>
                  </a:lnTo>
                  <a:lnTo>
                    <a:pt x="343" y="228"/>
                  </a:lnTo>
                  <a:lnTo>
                    <a:pt x="303" y="222"/>
                  </a:lnTo>
                  <a:lnTo>
                    <a:pt x="264" y="214"/>
                  </a:lnTo>
                  <a:lnTo>
                    <a:pt x="229" y="204"/>
                  </a:lnTo>
                  <a:lnTo>
                    <a:pt x="194" y="192"/>
                  </a:lnTo>
                  <a:lnTo>
                    <a:pt x="162" y="178"/>
                  </a:lnTo>
                  <a:lnTo>
                    <a:pt x="133" y="163"/>
                  </a:lnTo>
                  <a:lnTo>
                    <a:pt x="106" y="146"/>
                  </a:lnTo>
                  <a:lnTo>
                    <a:pt x="81" y="129"/>
                  </a:lnTo>
                  <a:lnTo>
                    <a:pt x="61" y="109"/>
                  </a:lnTo>
                  <a:lnTo>
                    <a:pt x="44" y="89"/>
                  </a:lnTo>
                  <a:lnTo>
                    <a:pt x="31" y="66"/>
                  </a:lnTo>
                  <a:lnTo>
                    <a:pt x="20" y="45"/>
                  </a:lnTo>
                  <a:lnTo>
                    <a:pt x="15" y="2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34829" name="Freeform 12"/>
            <p:cNvSpPr>
              <a:spLocks/>
            </p:cNvSpPr>
            <p:nvPr/>
          </p:nvSpPr>
          <p:spPr bwMode="auto">
            <a:xfrm>
              <a:off x="878" y="1448"/>
              <a:ext cx="792" cy="954"/>
            </a:xfrm>
            <a:custGeom>
              <a:avLst/>
              <a:gdLst>
                <a:gd name="T0" fmla="*/ 13 w 3960"/>
                <a:gd name="T1" fmla="*/ 38 h 4768"/>
                <a:gd name="T2" fmla="*/ 14 w 3960"/>
                <a:gd name="T3" fmla="*/ 38 h 4768"/>
                <a:gd name="T4" fmla="*/ 15 w 3960"/>
                <a:gd name="T5" fmla="*/ 38 h 4768"/>
                <a:gd name="T6" fmla="*/ 15 w 3960"/>
                <a:gd name="T7" fmla="*/ 38 h 4768"/>
                <a:gd name="T8" fmla="*/ 16 w 3960"/>
                <a:gd name="T9" fmla="*/ 38 h 4768"/>
                <a:gd name="T10" fmla="*/ 17 w 3960"/>
                <a:gd name="T11" fmla="*/ 38 h 4768"/>
                <a:gd name="T12" fmla="*/ 17 w 3960"/>
                <a:gd name="T13" fmla="*/ 38 h 4768"/>
                <a:gd name="T14" fmla="*/ 18 w 3960"/>
                <a:gd name="T15" fmla="*/ 38 h 4768"/>
                <a:gd name="T16" fmla="*/ 18 w 3960"/>
                <a:gd name="T17" fmla="*/ 38 h 4768"/>
                <a:gd name="T18" fmla="*/ 29 w 3960"/>
                <a:gd name="T19" fmla="*/ 30 h 4768"/>
                <a:gd name="T20" fmla="*/ 30 w 3960"/>
                <a:gd name="T21" fmla="*/ 30 h 4768"/>
                <a:gd name="T22" fmla="*/ 30 w 3960"/>
                <a:gd name="T23" fmla="*/ 29 h 4768"/>
                <a:gd name="T24" fmla="*/ 31 w 3960"/>
                <a:gd name="T25" fmla="*/ 28 h 4768"/>
                <a:gd name="T26" fmla="*/ 31 w 3960"/>
                <a:gd name="T27" fmla="*/ 28 h 4768"/>
                <a:gd name="T28" fmla="*/ 31 w 3960"/>
                <a:gd name="T29" fmla="*/ 27 h 4768"/>
                <a:gd name="T30" fmla="*/ 32 w 3960"/>
                <a:gd name="T31" fmla="*/ 26 h 4768"/>
                <a:gd name="T32" fmla="*/ 32 w 3960"/>
                <a:gd name="T33" fmla="*/ 25 h 4768"/>
                <a:gd name="T34" fmla="*/ 32 w 3960"/>
                <a:gd name="T35" fmla="*/ 11 h 4768"/>
                <a:gd name="T36" fmla="*/ 32 w 3960"/>
                <a:gd name="T37" fmla="*/ 10 h 4768"/>
                <a:gd name="T38" fmla="*/ 31 w 3960"/>
                <a:gd name="T39" fmla="*/ 9 h 4768"/>
                <a:gd name="T40" fmla="*/ 31 w 3960"/>
                <a:gd name="T41" fmla="*/ 9 h 4768"/>
                <a:gd name="T42" fmla="*/ 31 w 3960"/>
                <a:gd name="T43" fmla="*/ 8 h 4768"/>
                <a:gd name="T44" fmla="*/ 31 w 3960"/>
                <a:gd name="T45" fmla="*/ 8 h 4768"/>
                <a:gd name="T46" fmla="*/ 30 w 3960"/>
                <a:gd name="T47" fmla="*/ 7 h 4768"/>
                <a:gd name="T48" fmla="*/ 30 w 3960"/>
                <a:gd name="T49" fmla="*/ 7 h 4768"/>
                <a:gd name="T50" fmla="*/ 29 w 3960"/>
                <a:gd name="T51" fmla="*/ 6 h 4768"/>
                <a:gd name="T52" fmla="*/ 19 w 3960"/>
                <a:gd name="T53" fmla="*/ 1 h 4768"/>
                <a:gd name="T54" fmla="*/ 18 w 3960"/>
                <a:gd name="T55" fmla="*/ 0 h 4768"/>
                <a:gd name="T56" fmla="*/ 17 w 3960"/>
                <a:gd name="T57" fmla="*/ 0 h 4768"/>
                <a:gd name="T58" fmla="*/ 17 w 3960"/>
                <a:gd name="T59" fmla="*/ 0 h 4768"/>
                <a:gd name="T60" fmla="*/ 16 w 3960"/>
                <a:gd name="T61" fmla="*/ 0 h 4768"/>
                <a:gd name="T62" fmla="*/ 15 w 3960"/>
                <a:gd name="T63" fmla="*/ 0 h 4768"/>
                <a:gd name="T64" fmla="*/ 14 w 3960"/>
                <a:gd name="T65" fmla="*/ 0 h 4768"/>
                <a:gd name="T66" fmla="*/ 14 w 3960"/>
                <a:gd name="T67" fmla="*/ 0 h 4768"/>
                <a:gd name="T68" fmla="*/ 2 w 3960"/>
                <a:gd name="T69" fmla="*/ 6 h 4768"/>
                <a:gd name="T70" fmla="*/ 2 w 3960"/>
                <a:gd name="T71" fmla="*/ 7 h 4768"/>
                <a:gd name="T72" fmla="*/ 1 w 3960"/>
                <a:gd name="T73" fmla="*/ 7 h 4768"/>
                <a:gd name="T74" fmla="*/ 1 w 3960"/>
                <a:gd name="T75" fmla="*/ 8 h 4768"/>
                <a:gd name="T76" fmla="*/ 1 w 3960"/>
                <a:gd name="T77" fmla="*/ 8 h 4768"/>
                <a:gd name="T78" fmla="*/ 0 w 3960"/>
                <a:gd name="T79" fmla="*/ 9 h 4768"/>
                <a:gd name="T80" fmla="*/ 0 w 3960"/>
                <a:gd name="T81" fmla="*/ 9 h 4768"/>
                <a:gd name="T82" fmla="*/ 0 w 3960"/>
                <a:gd name="T83" fmla="*/ 10 h 4768"/>
                <a:gd name="T84" fmla="*/ 0 w 3960"/>
                <a:gd name="T85" fmla="*/ 11 h 4768"/>
                <a:gd name="T86" fmla="*/ 0 w 3960"/>
                <a:gd name="T87" fmla="*/ 25 h 4768"/>
                <a:gd name="T88" fmla="*/ 0 w 3960"/>
                <a:gd name="T89" fmla="*/ 26 h 4768"/>
                <a:gd name="T90" fmla="*/ 0 w 3960"/>
                <a:gd name="T91" fmla="*/ 27 h 4768"/>
                <a:gd name="T92" fmla="*/ 1 w 3960"/>
                <a:gd name="T93" fmla="*/ 28 h 4768"/>
                <a:gd name="T94" fmla="*/ 1 w 3960"/>
                <a:gd name="T95" fmla="*/ 29 h 4768"/>
                <a:gd name="T96" fmla="*/ 1 w 3960"/>
                <a:gd name="T97" fmla="*/ 29 h 4768"/>
                <a:gd name="T98" fmla="*/ 2 w 3960"/>
                <a:gd name="T99" fmla="*/ 30 h 4768"/>
                <a:gd name="T100" fmla="*/ 3 w 3960"/>
                <a:gd name="T101" fmla="*/ 31 h 4768"/>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w 3960"/>
                <a:gd name="T154" fmla="*/ 0 h 4768"/>
                <a:gd name="T155" fmla="*/ 3960 w 3960"/>
                <a:gd name="T156" fmla="*/ 4768 h 4768"/>
              </a:gdLst>
              <a:ahLst/>
              <a:cxnLst>
                <a:cxn ang="T102">
                  <a:pos x="T0" y="T1"/>
                </a:cxn>
                <a:cxn ang="T103">
                  <a:pos x="T2" y="T3"/>
                </a:cxn>
                <a:cxn ang="T104">
                  <a:pos x="T4" y="T5"/>
                </a:cxn>
                <a:cxn ang="T105">
                  <a:pos x="T6" y="T7"/>
                </a:cxn>
                <a:cxn ang="T106">
                  <a:pos x="T8" y="T9"/>
                </a:cxn>
                <a:cxn ang="T107">
                  <a:pos x="T10" y="T11"/>
                </a:cxn>
                <a:cxn ang="T108">
                  <a:pos x="T12" y="T13"/>
                </a:cxn>
                <a:cxn ang="T109">
                  <a:pos x="T14" y="T15"/>
                </a:cxn>
                <a:cxn ang="T110">
                  <a:pos x="T16" y="T17"/>
                </a:cxn>
                <a:cxn ang="T111">
                  <a:pos x="T18" y="T19"/>
                </a:cxn>
                <a:cxn ang="T112">
                  <a:pos x="T20" y="T21"/>
                </a:cxn>
                <a:cxn ang="T113">
                  <a:pos x="T22" y="T23"/>
                </a:cxn>
                <a:cxn ang="T114">
                  <a:pos x="T24" y="T25"/>
                </a:cxn>
                <a:cxn ang="T115">
                  <a:pos x="T26" y="T27"/>
                </a:cxn>
                <a:cxn ang="T116">
                  <a:pos x="T28" y="T29"/>
                </a:cxn>
                <a:cxn ang="T117">
                  <a:pos x="T30" y="T31"/>
                </a:cxn>
                <a:cxn ang="T118">
                  <a:pos x="T32" y="T33"/>
                </a:cxn>
                <a:cxn ang="T119">
                  <a:pos x="T34" y="T35"/>
                </a:cxn>
                <a:cxn ang="T120">
                  <a:pos x="T36" y="T37"/>
                </a:cxn>
                <a:cxn ang="T121">
                  <a:pos x="T38" y="T39"/>
                </a:cxn>
                <a:cxn ang="T122">
                  <a:pos x="T40" y="T41"/>
                </a:cxn>
                <a:cxn ang="T123">
                  <a:pos x="T42" y="T43"/>
                </a:cxn>
                <a:cxn ang="T124">
                  <a:pos x="T44" y="T45"/>
                </a:cxn>
                <a:cxn ang="T125">
                  <a:pos x="T46" y="T47"/>
                </a:cxn>
                <a:cxn ang="T126">
                  <a:pos x="T48" y="T49"/>
                </a:cxn>
                <a:cxn ang="T127">
                  <a:pos x="T50" y="T51"/>
                </a:cxn>
                <a:cxn ang="T128">
                  <a:pos x="T52" y="T53"/>
                </a:cxn>
                <a:cxn ang="T129">
                  <a:pos x="T54" y="T55"/>
                </a:cxn>
                <a:cxn ang="T130">
                  <a:pos x="T56" y="T57"/>
                </a:cxn>
                <a:cxn ang="T131">
                  <a:pos x="T58" y="T59"/>
                </a:cxn>
                <a:cxn ang="T132">
                  <a:pos x="T60" y="T61"/>
                </a:cxn>
                <a:cxn ang="T133">
                  <a:pos x="T62" y="T63"/>
                </a:cxn>
                <a:cxn ang="T134">
                  <a:pos x="T64" y="T65"/>
                </a:cxn>
                <a:cxn ang="T135">
                  <a:pos x="T66" y="T67"/>
                </a:cxn>
                <a:cxn ang="T136">
                  <a:pos x="T68" y="T69"/>
                </a:cxn>
                <a:cxn ang="T137">
                  <a:pos x="T70" y="T71"/>
                </a:cxn>
                <a:cxn ang="T138">
                  <a:pos x="T72" y="T73"/>
                </a:cxn>
                <a:cxn ang="T139">
                  <a:pos x="T74" y="T75"/>
                </a:cxn>
                <a:cxn ang="T140">
                  <a:pos x="T76" y="T77"/>
                </a:cxn>
                <a:cxn ang="T141">
                  <a:pos x="T78" y="T79"/>
                </a:cxn>
                <a:cxn ang="T142">
                  <a:pos x="T80" y="T81"/>
                </a:cxn>
                <a:cxn ang="T143">
                  <a:pos x="T82" y="T83"/>
                </a:cxn>
                <a:cxn ang="T144">
                  <a:pos x="T84" y="T85"/>
                </a:cxn>
                <a:cxn ang="T145">
                  <a:pos x="T86" y="T87"/>
                </a:cxn>
                <a:cxn ang="T146">
                  <a:pos x="T88" y="T89"/>
                </a:cxn>
                <a:cxn ang="T147">
                  <a:pos x="T90" y="T91"/>
                </a:cxn>
                <a:cxn ang="T148">
                  <a:pos x="T92" y="T93"/>
                </a:cxn>
                <a:cxn ang="T149">
                  <a:pos x="T94" y="T95"/>
                </a:cxn>
                <a:cxn ang="T150">
                  <a:pos x="T96" y="T97"/>
                </a:cxn>
                <a:cxn ang="T151">
                  <a:pos x="T98" y="T99"/>
                </a:cxn>
                <a:cxn ang="T152">
                  <a:pos x="T100" y="T101"/>
                </a:cxn>
              </a:cxnLst>
              <a:rect l="T153" t="T154" r="T155" b="T156"/>
              <a:pathLst>
                <a:path w="3960" h="4768">
                  <a:moveTo>
                    <a:pt x="353" y="3849"/>
                  </a:moveTo>
                  <a:lnTo>
                    <a:pt x="1661" y="4700"/>
                  </a:lnTo>
                  <a:lnTo>
                    <a:pt x="1697" y="4717"/>
                  </a:lnTo>
                  <a:lnTo>
                    <a:pt x="1736" y="4731"/>
                  </a:lnTo>
                  <a:lnTo>
                    <a:pt x="1776" y="4742"/>
                  </a:lnTo>
                  <a:lnTo>
                    <a:pt x="1818" y="4753"/>
                  </a:lnTo>
                  <a:lnTo>
                    <a:pt x="1860" y="4760"/>
                  </a:lnTo>
                  <a:lnTo>
                    <a:pt x="1902" y="4765"/>
                  </a:lnTo>
                  <a:lnTo>
                    <a:pt x="1946" y="4768"/>
                  </a:lnTo>
                  <a:lnTo>
                    <a:pt x="1988" y="4768"/>
                  </a:lnTo>
                  <a:lnTo>
                    <a:pt x="2031" y="4767"/>
                  </a:lnTo>
                  <a:lnTo>
                    <a:pt x="2073" y="4763"/>
                  </a:lnTo>
                  <a:lnTo>
                    <a:pt x="2114" y="4758"/>
                  </a:lnTo>
                  <a:lnTo>
                    <a:pt x="2154" y="4751"/>
                  </a:lnTo>
                  <a:lnTo>
                    <a:pt x="2193" y="4740"/>
                  </a:lnTo>
                  <a:lnTo>
                    <a:pt x="2230" y="4729"/>
                  </a:lnTo>
                  <a:lnTo>
                    <a:pt x="2264" y="4715"/>
                  </a:lnTo>
                  <a:lnTo>
                    <a:pt x="2297" y="4700"/>
                  </a:lnTo>
                  <a:lnTo>
                    <a:pt x="3639" y="3825"/>
                  </a:lnTo>
                  <a:lnTo>
                    <a:pt x="3673" y="3795"/>
                  </a:lnTo>
                  <a:lnTo>
                    <a:pt x="3707" y="3761"/>
                  </a:lnTo>
                  <a:lnTo>
                    <a:pt x="3738" y="3725"/>
                  </a:lnTo>
                  <a:lnTo>
                    <a:pt x="3768" y="3685"/>
                  </a:lnTo>
                  <a:lnTo>
                    <a:pt x="3796" y="3644"/>
                  </a:lnTo>
                  <a:lnTo>
                    <a:pt x="3821" y="3599"/>
                  </a:lnTo>
                  <a:lnTo>
                    <a:pt x="3846" y="3553"/>
                  </a:lnTo>
                  <a:lnTo>
                    <a:pt x="3868" y="3505"/>
                  </a:lnTo>
                  <a:lnTo>
                    <a:pt x="3888" y="3456"/>
                  </a:lnTo>
                  <a:lnTo>
                    <a:pt x="3907" y="3406"/>
                  </a:lnTo>
                  <a:lnTo>
                    <a:pt x="3922" y="3354"/>
                  </a:lnTo>
                  <a:lnTo>
                    <a:pt x="3935" y="3303"/>
                  </a:lnTo>
                  <a:lnTo>
                    <a:pt x="3946" y="3250"/>
                  </a:lnTo>
                  <a:lnTo>
                    <a:pt x="3953" y="3197"/>
                  </a:lnTo>
                  <a:lnTo>
                    <a:pt x="3957" y="3144"/>
                  </a:lnTo>
                  <a:lnTo>
                    <a:pt x="3960" y="3092"/>
                  </a:lnTo>
                  <a:lnTo>
                    <a:pt x="3959" y="1313"/>
                  </a:lnTo>
                  <a:lnTo>
                    <a:pt x="3955" y="1271"/>
                  </a:lnTo>
                  <a:lnTo>
                    <a:pt x="3949" y="1229"/>
                  </a:lnTo>
                  <a:lnTo>
                    <a:pt x="3941" y="1189"/>
                  </a:lnTo>
                  <a:lnTo>
                    <a:pt x="3930" y="1149"/>
                  </a:lnTo>
                  <a:lnTo>
                    <a:pt x="3918" y="1111"/>
                  </a:lnTo>
                  <a:lnTo>
                    <a:pt x="3902" y="1075"/>
                  </a:lnTo>
                  <a:lnTo>
                    <a:pt x="3886" y="1040"/>
                  </a:lnTo>
                  <a:lnTo>
                    <a:pt x="3867" y="1006"/>
                  </a:lnTo>
                  <a:lnTo>
                    <a:pt x="3846" y="973"/>
                  </a:lnTo>
                  <a:lnTo>
                    <a:pt x="3823" y="942"/>
                  </a:lnTo>
                  <a:lnTo>
                    <a:pt x="3798" y="913"/>
                  </a:lnTo>
                  <a:lnTo>
                    <a:pt x="3771" y="886"/>
                  </a:lnTo>
                  <a:lnTo>
                    <a:pt x="3743" y="860"/>
                  </a:lnTo>
                  <a:lnTo>
                    <a:pt x="3714" y="837"/>
                  </a:lnTo>
                  <a:lnTo>
                    <a:pt x="3682" y="816"/>
                  </a:lnTo>
                  <a:lnTo>
                    <a:pt x="3649" y="796"/>
                  </a:lnTo>
                  <a:lnTo>
                    <a:pt x="2386" y="83"/>
                  </a:lnTo>
                  <a:lnTo>
                    <a:pt x="2350" y="65"/>
                  </a:lnTo>
                  <a:lnTo>
                    <a:pt x="2310" y="50"/>
                  </a:lnTo>
                  <a:lnTo>
                    <a:pt x="2268" y="36"/>
                  </a:lnTo>
                  <a:lnTo>
                    <a:pt x="2223" y="24"/>
                  </a:lnTo>
                  <a:lnTo>
                    <a:pt x="2178" y="15"/>
                  </a:lnTo>
                  <a:lnTo>
                    <a:pt x="2131" y="8"/>
                  </a:lnTo>
                  <a:lnTo>
                    <a:pt x="2082" y="3"/>
                  </a:lnTo>
                  <a:lnTo>
                    <a:pt x="2032" y="0"/>
                  </a:lnTo>
                  <a:lnTo>
                    <a:pt x="1982" y="1"/>
                  </a:lnTo>
                  <a:lnTo>
                    <a:pt x="1933" y="3"/>
                  </a:lnTo>
                  <a:lnTo>
                    <a:pt x="1882" y="9"/>
                  </a:lnTo>
                  <a:lnTo>
                    <a:pt x="1833" y="17"/>
                  </a:lnTo>
                  <a:lnTo>
                    <a:pt x="1785" y="29"/>
                  </a:lnTo>
                  <a:lnTo>
                    <a:pt x="1737" y="43"/>
                  </a:lnTo>
                  <a:lnTo>
                    <a:pt x="1691" y="62"/>
                  </a:lnTo>
                  <a:lnTo>
                    <a:pt x="1647" y="83"/>
                  </a:lnTo>
                  <a:lnTo>
                    <a:pt x="311" y="782"/>
                  </a:lnTo>
                  <a:lnTo>
                    <a:pt x="276" y="803"/>
                  </a:lnTo>
                  <a:lnTo>
                    <a:pt x="243" y="826"/>
                  </a:lnTo>
                  <a:lnTo>
                    <a:pt x="213" y="852"/>
                  </a:lnTo>
                  <a:lnTo>
                    <a:pt x="184" y="879"/>
                  </a:lnTo>
                  <a:lnTo>
                    <a:pt x="155" y="908"/>
                  </a:lnTo>
                  <a:lnTo>
                    <a:pt x="131" y="939"/>
                  </a:lnTo>
                  <a:lnTo>
                    <a:pt x="107" y="971"/>
                  </a:lnTo>
                  <a:lnTo>
                    <a:pt x="86" y="1005"/>
                  </a:lnTo>
                  <a:lnTo>
                    <a:pt x="68" y="1040"/>
                  </a:lnTo>
                  <a:lnTo>
                    <a:pt x="50" y="1076"/>
                  </a:lnTo>
                  <a:lnTo>
                    <a:pt x="36" y="1115"/>
                  </a:lnTo>
                  <a:lnTo>
                    <a:pt x="23" y="1153"/>
                  </a:lnTo>
                  <a:lnTo>
                    <a:pt x="14" y="1195"/>
                  </a:lnTo>
                  <a:lnTo>
                    <a:pt x="7" y="1236"/>
                  </a:lnTo>
                  <a:lnTo>
                    <a:pt x="2" y="1279"/>
                  </a:lnTo>
                  <a:lnTo>
                    <a:pt x="0" y="1322"/>
                  </a:lnTo>
                  <a:lnTo>
                    <a:pt x="0" y="3093"/>
                  </a:lnTo>
                  <a:lnTo>
                    <a:pt x="2" y="3147"/>
                  </a:lnTo>
                  <a:lnTo>
                    <a:pt x="7" y="3202"/>
                  </a:lnTo>
                  <a:lnTo>
                    <a:pt x="15" y="3257"/>
                  </a:lnTo>
                  <a:lnTo>
                    <a:pt x="27" y="3312"/>
                  </a:lnTo>
                  <a:lnTo>
                    <a:pt x="42" y="3366"/>
                  </a:lnTo>
                  <a:lnTo>
                    <a:pt x="59" y="3420"/>
                  </a:lnTo>
                  <a:lnTo>
                    <a:pt x="79" y="3474"/>
                  </a:lnTo>
                  <a:lnTo>
                    <a:pt x="102" y="3525"/>
                  </a:lnTo>
                  <a:lnTo>
                    <a:pt x="127" y="3576"/>
                  </a:lnTo>
                  <a:lnTo>
                    <a:pt x="154" y="3624"/>
                  </a:lnTo>
                  <a:lnTo>
                    <a:pt x="184" y="3670"/>
                  </a:lnTo>
                  <a:lnTo>
                    <a:pt x="214" y="3712"/>
                  </a:lnTo>
                  <a:lnTo>
                    <a:pt x="247" y="3752"/>
                  </a:lnTo>
                  <a:lnTo>
                    <a:pt x="281" y="3788"/>
                  </a:lnTo>
                  <a:lnTo>
                    <a:pt x="317" y="3821"/>
                  </a:lnTo>
                  <a:lnTo>
                    <a:pt x="353" y="384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34830" name="Freeform 13"/>
            <p:cNvSpPr>
              <a:spLocks/>
            </p:cNvSpPr>
            <p:nvPr/>
          </p:nvSpPr>
          <p:spPr bwMode="auto">
            <a:xfrm>
              <a:off x="943" y="2210"/>
              <a:ext cx="276" cy="187"/>
            </a:xfrm>
            <a:custGeom>
              <a:avLst/>
              <a:gdLst>
                <a:gd name="T0" fmla="*/ 11 w 1380"/>
                <a:gd name="T1" fmla="*/ 7 h 937"/>
                <a:gd name="T2" fmla="*/ 11 w 1380"/>
                <a:gd name="T3" fmla="*/ 7 h 937"/>
                <a:gd name="T4" fmla="*/ 0 w 1380"/>
                <a:gd name="T5" fmla="*/ 0 h 937"/>
                <a:gd name="T6" fmla="*/ 0 w 1380"/>
                <a:gd name="T7" fmla="*/ 1 h 937"/>
                <a:gd name="T8" fmla="*/ 10 w 1380"/>
                <a:gd name="T9" fmla="*/ 7 h 937"/>
                <a:gd name="T10" fmla="*/ 10 w 1380"/>
                <a:gd name="T11" fmla="*/ 7 h 937"/>
                <a:gd name="T12" fmla="*/ 10 w 1380"/>
                <a:gd name="T13" fmla="*/ 7 h 937"/>
                <a:gd name="T14" fmla="*/ 11 w 1380"/>
                <a:gd name="T15" fmla="*/ 7 h 937"/>
                <a:gd name="T16" fmla="*/ 11 w 1380"/>
                <a:gd name="T17" fmla="*/ 7 h 937"/>
                <a:gd name="T18" fmla="*/ 11 w 1380"/>
                <a:gd name="T19" fmla="*/ 7 h 937"/>
                <a:gd name="T20" fmla="*/ 11 w 1380"/>
                <a:gd name="T21" fmla="*/ 7 h 937"/>
                <a:gd name="T22" fmla="*/ 11 w 1380"/>
                <a:gd name="T23" fmla="*/ 7 h 937"/>
                <a:gd name="T24" fmla="*/ 11 w 1380"/>
                <a:gd name="T25" fmla="*/ 7 h 937"/>
                <a:gd name="T26" fmla="*/ 11 w 1380"/>
                <a:gd name="T27" fmla="*/ 7 h 937"/>
                <a:gd name="T28" fmla="*/ 11 w 1380"/>
                <a:gd name="T29" fmla="*/ 7 h 937"/>
                <a:gd name="T30" fmla="*/ 11 w 1380"/>
                <a:gd name="T31" fmla="*/ 7 h 93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80"/>
                <a:gd name="T49" fmla="*/ 0 h 937"/>
                <a:gd name="T50" fmla="*/ 1380 w 1380"/>
                <a:gd name="T51" fmla="*/ 937 h 93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80" h="937">
                  <a:moveTo>
                    <a:pt x="1354" y="848"/>
                  </a:moveTo>
                  <a:lnTo>
                    <a:pt x="1359" y="851"/>
                  </a:lnTo>
                  <a:lnTo>
                    <a:pt x="51" y="0"/>
                  </a:lnTo>
                  <a:lnTo>
                    <a:pt x="0" y="78"/>
                  </a:lnTo>
                  <a:lnTo>
                    <a:pt x="1307" y="929"/>
                  </a:lnTo>
                  <a:lnTo>
                    <a:pt x="1312" y="932"/>
                  </a:lnTo>
                  <a:lnTo>
                    <a:pt x="1307" y="929"/>
                  </a:lnTo>
                  <a:lnTo>
                    <a:pt x="1326" y="937"/>
                  </a:lnTo>
                  <a:lnTo>
                    <a:pt x="1345" y="936"/>
                  </a:lnTo>
                  <a:lnTo>
                    <a:pt x="1360" y="929"/>
                  </a:lnTo>
                  <a:lnTo>
                    <a:pt x="1372" y="916"/>
                  </a:lnTo>
                  <a:lnTo>
                    <a:pt x="1379" y="899"/>
                  </a:lnTo>
                  <a:lnTo>
                    <a:pt x="1380" y="883"/>
                  </a:lnTo>
                  <a:lnTo>
                    <a:pt x="1374" y="865"/>
                  </a:lnTo>
                  <a:lnTo>
                    <a:pt x="1359" y="851"/>
                  </a:lnTo>
                  <a:lnTo>
                    <a:pt x="1354" y="84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34831" name="Freeform 14"/>
            <p:cNvSpPr>
              <a:spLocks/>
            </p:cNvSpPr>
            <p:nvPr/>
          </p:nvSpPr>
          <p:spPr bwMode="auto">
            <a:xfrm>
              <a:off x="1206" y="2379"/>
              <a:ext cx="140" cy="32"/>
            </a:xfrm>
            <a:custGeom>
              <a:avLst/>
              <a:gdLst>
                <a:gd name="T0" fmla="*/ 5 w 703"/>
                <a:gd name="T1" fmla="*/ 0 h 162"/>
                <a:gd name="T2" fmla="*/ 5 w 703"/>
                <a:gd name="T3" fmla="*/ 0 h 162"/>
                <a:gd name="T4" fmla="*/ 5 w 703"/>
                <a:gd name="T5" fmla="*/ 0 h 162"/>
                <a:gd name="T6" fmla="*/ 5 w 703"/>
                <a:gd name="T7" fmla="*/ 0 h 162"/>
                <a:gd name="T8" fmla="*/ 4 w 703"/>
                <a:gd name="T9" fmla="*/ 0 h 162"/>
                <a:gd name="T10" fmla="*/ 4 w 703"/>
                <a:gd name="T11" fmla="*/ 0 h 162"/>
                <a:gd name="T12" fmla="*/ 4 w 703"/>
                <a:gd name="T13" fmla="*/ 0 h 162"/>
                <a:gd name="T14" fmla="*/ 3 w 703"/>
                <a:gd name="T15" fmla="*/ 1 h 162"/>
                <a:gd name="T16" fmla="*/ 3 w 703"/>
                <a:gd name="T17" fmla="*/ 1 h 162"/>
                <a:gd name="T18" fmla="*/ 3 w 703"/>
                <a:gd name="T19" fmla="*/ 1 h 162"/>
                <a:gd name="T20" fmla="*/ 2 w 703"/>
                <a:gd name="T21" fmla="*/ 1 h 162"/>
                <a:gd name="T22" fmla="*/ 2 w 703"/>
                <a:gd name="T23" fmla="*/ 1 h 162"/>
                <a:gd name="T24" fmla="*/ 2 w 703"/>
                <a:gd name="T25" fmla="*/ 0 h 162"/>
                <a:gd name="T26" fmla="*/ 1 w 703"/>
                <a:gd name="T27" fmla="*/ 0 h 162"/>
                <a:gd name="T28" fmla="*/ 1 w 703"/>
                <a:gd name="T29" fmla="*/ 0 h 162"/>
                <a:gd name="T30" fmla="*/ 1 w 703"/>
                <a:gd name="T31" fmla="*/ 0 h 162"/>
                <a:gd name="T32" fmla="*/ 1 w 703"/>
                <a:gd name="T33" fmla="*/ 0 h 162"/>
                <a:gd name="T34" fmla="*/ 0 w 703"/>
                <a:gd name="T35" fmla="*/ 0 h 162"/>
                <a:gd name="T36" fmla="*/ 0 w 703"/>
                <a:gd name="T37" fmla="*/ 1 h 162"/>
                <a:gd name="T38" fmla="*/ 0 w 703"/>
                <a:gd name="T39" fmla="*/ 1 h 162"/>
                <a:gd name="T40" fmla="*/ 1 w 703"/>
                <a:gd name="T41" fmla="*/ 1 h 162"/>
                <a:gd name="T42" fmla="*/ 1 w 703"/>
                <a:gd name="T43" fmla="*/ 1 h 162"/>
                <a:gd name="T44" fmla="*/ 1 w 703"/>
                <a:gd name="T45" fmla="*/ 1 h 162"/>
                <a:gd name="T46" fmla="*/ 2 w 703"/>
                <a:gd name="T47" fmla="*/ 1 h 162"/>
                <a:gd name="T48" fmla="*/ 2 w 703"/>
                <a:gd name="T49" fmla="*/ 1 h 162"/>
                <a:gd name="T50" fmla="*/ 2 w 703"/>
                <a:gd name="T51" fmla="*/ 1 h 162"/>
                <a:gd name="T52" fmla="*/ 3 w 703"/>
                <a:gd name="T53" fmla="*/ 1 h 162"/>
                <a:gd name="T54" fmla="*/ 3 w 703"/>
                <a:gd name="T55" fmla="*/ 1 h 162"/>
                <a:gd name="T56" fmla="*/ 3 w 703"/>
                <a:gd name="T57" fmla="*/ 1 h 162"/>
                <a:gd name="T58" fmla="*/ 4 w 703"/>
                <a:gd name="T59" fmla="*/ 1 h 162"/>
                <a:gd name="T60" fmla="*/ 4 w 703"/>
                <a:gd name="T61" fmla="*/ 1 h 162"/>
                <a:gd name="T62" fmla="*/ 5 w 703"/>
                <a:gd name="T63" fmla="*/ 1 h 162"/>
                <a:gd name="T64" fmla="*/ 5 w 703"/>
                <a:gd name="T65" fmla="*/ 1 h 162"/>
                <a:gd name="T66" fmla="*/ 5 w 703"/>
                <a:gd name="T67" fmla="*/ 1 h 162"/>
                <a:gd name="T68" fmla="*/ 5 w 703"/>
                <a:gd name="T69" fmla="*/ 1 h 162"/>
                <a:gd name="T70" fmla="*/ 5 w 703"/>
                <a:gd name="T71" fmla="*/ 1 h 162"/>
                <a:gd name="T72" fmla="*/ 5 w 703"/>
                <a:gd name="T73" fmla="*/ 1 h 162"/>
                <a:gd name="T74" fmla="*/ 5 w 703"/>
                <a:gd name="T75" fmla="*/ 1 h 162"/>
                <a:gd name="T76" fmla="*/ 6 w 703"/>
                <a:gd name="T77" fmla="*/ 0 h 162"/>
                <a:gd name="T78" fmla="*/ 6 w 703"/>
                <a:gd name="T79" fmla="*/ 0 h 162"/>
                <a:gd name="T80" fmla="*/ 6 w 703"/>
                <a:gd name="T81" fmla="*/ 0 h 162"/>
                <a:gd name="T82" fmla="*/ 5 w 703"/>
                <a:gd name="T83" fmla="*/ 0 h 162"/>
                <a:gd name="T84" fmla="*/ 5 w 703"/>
                <a:gd name="T85" fmla="*/ 0 h 162"/>
                <a:gd name="T86" fmla="*/ 5 w 703"/>
                <a:gd name="T87" fmla="*/ 0 h 162"/>
                <a:gd name="T88" fmla="*/ 5 w 703"/>
                <a:gd name="T89" fmla="*/ 0 h 162"/>
                <a:gd name="T90" fmla="*/ 5 w 703"/>
                <a:gd name="T91" fmla="*/ 0 h 162"/>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703"/>
                <a:gd name="T139" fmla="*/ 0 h 162"/>
                <a:gd name="T140" fmla="*/ 703 w 703"/>
                <a:gd name="T141" fmla="*/ 162 h 162"/>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703" h="162">
                  <a:moveTo>
                    <a:pt x="631" y="8"/>
                  </a:moveTo>
                  <a:lnTo>
                    <a:pt x="636" y="6"/>
                  </a:lnTo>
                  <a:lnTo>
                    <a:pt x="606" y="20"/>
                  </a:lnTo>
                  <a:lnTo>
                    <a:pt x="575" y="32"/>
                  </a:lnTo>
                  <a:lnTo>
                    <a:pt x="540" y="42"/>
                  </a:lnTo>
                  <a:lnTo>
                    <a:pt x="504" y="52"/>
                  </a:lnTo>
                  <a:lnTo>
                    <a:pt x="467" y="59"/>
                  </a:lnTo>
                  <a:lnTo>
                    <a:pt x="428" y="64"/>
                  </a:lnTo>
                  <a:lnTo>
                    <a:pt x="389" y="67"/>
                  </a:lnTo>
                  <a:lnTo>
                    <a:pt x="348" y="68"/>
                  </a:lnTo>
                  <a:lnTo>
                    <a:pt x="308" y="68"/>
                  </a:lnTo>
                  <a:lnTo>
                    <a:pt x="267" y="65"/>
                  </a:lnTo>
                  <a:lnTo>
                    <a:pt x="226" y="61"/>
                  </a:lnTo>
                  <a:lnTo>
                    <a:pt x="187" y="54"/>
                  </a:lnTo>
                  <a:lnTo>
                    <a:pt x="148" y="44"/>
                  </a:lnTo>
                  <a:lnTo>
                    <a:pt x="110" y="33"/>
                  </a:lnTo>
                  <a:lnTo>
                    <a:pt x="75" y="20"/>
                  </a:lnTo>
                  <a:lnTo>
                    <a:pt x="42" y="5"/>
                  </a:lnTo>
                  <a:lnTo>
                    <a:pt x="0" y="89"/>
                  </a:lnTo>
                  <a:lnTo>
                    <a:pt x="40" y="107"/>
                  </a:lnTo>
                  <a:lnTo>
                    <a:pt x="82" y="122"/>
                  </a:lnTo>
                  <a:lnTo>
                    <a:pt x="124" y="135"/>
                  </a:lnTo>
                  <a:lnTo>
                    <a:pt x="169" y="146"/>
                  </a:lnTo>
                  <a:lnTo>
                    <a:pt x="214" y="153"/>
                  </a:lnTo>
                  <a:lnTo>
                    <a:pt x="258" y="158"/>
                  </a:lnTo>
                  <a:lnTo>
                    <a:pt x="303" y="162"/>
                  </a:lnTo>
                  <a:lnTo>
                    <a:pt x="348" y="162"/>
                  </a:lnTo>
                  <a:lnTo>
                    <a:pt x="394" y="161"/>
                  </a:lnTo>
                  <a:lnTo>
                    <a:pt x="439" y="157"/>
                  </a:lnTo>
                  <a:lnTo>
                    <a:pt x="481" y="150"/>
                  </a:lnTo>
                  <a:lnTo>
                    <a:pt x="525" y="143"/>
                  </a:lnTo>
                  <a:lnTo>
                    <a:pt x="566" y="132"/>
                  </a:lnTo>
                  <a:lnTo>
                    <a:pt x="606" y="121"/>
                  </a:lnTo>
                  <a:lnTo>
                    <a:pt x="643" y="105"/>
                  </a:lnTo>
                  <a:lnTo>
                    <a:pt x="678" y="88"/>
                  </a:lnTo>
                  <a:lnTo>
                    <a:pt x="683" y="86"/>
                  </a:lnTo>
                  <a:lnTo>
                    <a:pt x="678" y="88"/>
                  </a:lnTo>
                  <a:lnTo>
                    <a:pt x="695" y="75"/>
                  </a:lnTo>
                  <a:lnTo>
                    <a:pt x="702" y="60"/>
                  </a:lnTo>
                  <a:lnTo>
                    <a:pt x="703" y="42"/>
                  </a:lnTo>
                  <a:lnTo>
                    <a:pt x="698" y="26"/>
                  </a:lnTo>
                  <a:lnTo>
                    <a:pt x="688" y="12"/>
                  </a:lnTo>
                  <a:lnTo>
                    <a:pt x="674" y="3"/>
                  </a:lnTo>
                  <a:lnTo>
                    <a:pt x="656" y="0"/>
                  </a:lnTo>
                  <a:lnTo>
                    <a:pt x="636" y="6"/>
                  </a:lnTo>
                  <a:lnTo>
                    <a:pt x="631"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34832" name="Freeform 15"/>
            <p:cNvSpPr>
              <a:spLocks/>
            </p:cNvSpPr>
            <p:nvPr/>
          </p:nvSpPr>
          <p:spPr bwMode="auto">
            <a:xfrm>
              <a:off x="1332" y="2204"/>
              <a:ext cx="283" cy="192"/>
            </a:xfrm>
            <a:custGeom>
              <a:avLst/>
              <a:gdLst>
                <a:gd name="T0" fmla="*/ 11 w 1415"/>
                <a:gd name="T1" fmla="*/ 0 h 960"/>
                <a:gd name="T2" fmla="*/ 11 w 1415"/>
                <a:gd name="T3" fmla="*/ 0 h 960"/>
                <a:gd name="T4" fmla="*/ 0 w 1415"/>
                <a:gd name="T5" fmla="*/ 7 h 960"/>
                <a:gd name="T6" fmla="*/ 0 w 1415"/>
                <a:gd name="T7" fmla="*/ 8 h 960"/>
                <a:gd name="T8" fmla="*/ 11 w 1415"/>
                <a:gd name="T9" fmla="*/ 1 h 960"/>
                <a:gd name="T10" fmla="*/ 11 w 1415"/>
                <a:gd name="T11" fmla="*/ 1 h 960"/>
                <a:gd name="T12" fmla="*/ 11 w 1415"/>
                <a:gd name="T13" fmla="*/ 1 h 960"/>
                <a:gd name="T14" fmla="*/ 11 w 1415"/>
                <a:gd name="T15" fmla="*/ 1 h 960"/>
                <a:gd name="T16" fmla="*/ 11 w 1415"/>
                <a:gd name="T17" fmla="*/ 0 h 960"/>
                <a:gd name="T18" fmla="*/ 11 w 1415"/>
                <a:gd name="T19" fmla="*/ 0 h 960"/>
                <a:gd name="T20" fmla="*/ 11 w 1415"/>
                <a:gd name="T21" fmla="*/ 0 h 960"/>
                <a:gd name="T22" fmla="*/ 11 w 1415"/>
                <a:gd name="T23" fmla="*/ 0 h 960"/>
                <a:gd name="T24" fmla="*/ 11 w 1415"/>
                <a:gd name="T25" fmla="*/ 0 h 960"/>
                <a:gd name="T26" fmla="*/ 11 w 1415"/>
                <a:gd name="T27" fmla="*/ 0 h 960"/>
                <a:gd name="T28" fmla="*/ 11 w 1415"/>
                <a:gd name="T29" fmla="*/ 0 h 960"/>
                <a:gd name="T30" fmla="*/ 11 w 1415"/>
                <a:gd name="T31" fmla="*/ 0 h 96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15"/>
                <a:gd name="T49" fmla="*/ 0 h 960"/>
                <a:gd name="T50" fmla="*/ 1415 w 1415"/>
                <a:gd name="T51" fmla="*/ 960 h 96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15" h="960">
                  <a:moveTo>
                    <a:pt x="1338" y="10"/>
                  </a:moveTo>
                  <a:lnTo>
                    <a:pt x="1342" y="8"/>
                  </a:lnTo>
                  <a:lnTo>
                    <a:pt x="0" y="882"/>
                  </a:lnTo>
                  <a:lnTo>
                    <a:pt x="52" y="960"/>
                  </a:lnTo>
                  <a:lnTo>
                    <a:pt x="1393" y="85"/>
                  </a:lnTo>
                  <a:lnTo>
                    <a:pt x="1397" y="83"/>
                  </a:lnTo>
                  <a:lnTo>
                    <a:pt x="1393" y="85"/>
                  </a:lnTo>
                  <a:lnTo>
                    <a:pt x="1409" y="71"/>
                  </a:lnTo>
                  <a:lnTo>
                    <a:pt x="1415" y="53"/>
                  </a:lnTo>
                  <a:lnTo>
                    <a:pt x="1413" y="37"/>
                  </a:lnTo>
                  <a:lnTo>
                    <a:pt x="1406" y="21"/>
                  </a:lnTo>
                  <a:lnTo>
                    <a:pt x="1395" y="8"/>
                  </a:lnTo>
                  <a:lnTo>
                    <a:pt x="1379" y="1"/>
                  </a:lnTo>
                  <a:lnTo>
                    <a:pt x="1361" y="0"/>
                  </a:lnTo>
                  <a:lnTo>
                    <a:pt x="1342" y="8"/>
                  </a:lnTo>
                  <a:lnTo>
                    <a:pt x="1338" y="1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34833" name="Freeform 16"/>
            <p:cNvSpPr>
              <a:spLocks/>
            </p:cNvSpPr>
            <p:nvPr/>
          </p:nvSpPr>
          <p:spPr bwMode="auto">
            <a:xfrm>
              <a:off x="1599" y="2057"/>
              <a:ext cx="80" cy="163"/>
            </a:xfrm>
            <a:custGeom>
              <a:avLst/>
              <a:gdLst>
                <a:gd name="T0" fmla="*/ 2 w 398"/>
                <a:gd name="T1" fmla="*/ 0 h 817"/>
                <a:gd name="T2" fmla="*/ 2 w 398"/>
                <a:gd name="T3" fmla="*/ 0 h 817"/>
                <a:gd name="T4" fmla="*/ 2 w 398"/>
                <a:gd name="T5" fmla="*/ 1 h 817"/>
                <a:gd name="T6" fmla="*/ 2 w 398"/>
                <a:gd name="T7" fmla="*/ 1 h 817"/>
                <a:gd name="T8" fmla="*/ 2 w 398"/>
                <a:gd name="T9" fmla="*/ 2 h 817"/>
                <a:gd name="T10" fmla="*/ 2 w 398"/>
                <a:gd name="T11" fmla="*/ 2 h 817"/>
                <a:gd name="T12" fmla="*/ 2 w 398"/>
                <a:gd name="T13" fmla="*/ 2 h 817"/>
                <a:gd name="T14" fmla="*/ 2 w 398"/>
                <a:gd name="T15" fmla="*/ 3 h 817"/>
                <a:gd name="T16" fmla="*/ 2 w 398"/>
                <a:gd name="T17" fmla="*/ 3 h 817"/>
                <a:gd name="T18" fmla="*/ 2 w 398"/>
                <a:gd name="T19" fmla="*/ 4 h 817"/>
                <a:gd name="T20" fmla="*/ 2 w 398"/>
                <a:gd name="T21" fmla="*/ 4 h 817"/>
                <a:gd name="T22" fmla="*/ 1 w 398"/>
                <a:gd name="T23" fmla="*/ 4 h 817"/>
                <a:gd name="T24" fmla="*/ 1 w 398"/>
                <a:gd name="T25" fmla="*/ 5 h 817"/>
                <a:gd name="T26" fmla="*/ 1 w 398"/>
                <a:gd name="T27" fmla="*/ 5 h 817"/>
                <a:gd name="T28" fmla="*/ 1 w 398"/>
                <a:gd name="T29" fmla="*/ 5 h 817"/>
                <a:gd name="T30" fmla="*/ 1 w 398"/>
                <a:gd name="T31" fmla="*/ 5 h 817"/>
                <a:gd name="T32" fmla="*/ 0 w 398"/>
                <a:gd name="T33" fmla="*/ 6 h 817"/>
                <a:gd name="T34" fmla="*/ 0 w 398"/>
                <a:gd name="T35" fmla="*/ 6 h 817"/>
                <a:gd name="T36" fmla="*/ 0 w 398"/>
                <a:gd name="T37" fmla="*/ 7 h 817"/>
                <a:gd name="T38" fmla="*/ 1 w 398"/>
                <a:gd name="T39" fmla="*/ 6 h 817"/>
                <a:gd name="T40" fmla="*/ 1 w 398"/>
                <a:gd name="T41" fmla="*/ 6 h 817"/>
                <a:gd name="T42" fmla="*/ 1 w 398"/>
                <a:gd name="T43" fmla="*/ 6 h 817"/>
                <a:gd name="T44" fmla="*/ 2 w 398"/>
                <a:gd name="T45" fmla="*/ 5 h 817"/>
                <a:gd name="T46" fmla="*/ 2 w 398"/>
                <a:gd name="T47" fmla="*/ 5 h 817"/>
                <a:gd name="T48" fmla="*/ 2 w 398"/>
                <a:gd name="T49" fmla="*/ 5 h 817"/>
                <a:gd name="T50" fmla="*/ 2 w 398"/>
                <a:gd name="T51" fmla="*/ 4 h 817"/>
                <a:gd name="T52" fmla="*/ 2 w 398"/>
                <a:gd name="T53" fmla="*/ 4 h 817"/>
                <a:gd name="T54" fmla="*/ 3 w 398"/>
                <a:gd name="T55" fmla="*/ 3 h 817"/>
                <a:gd name="T56" fmla="*/ 3 w 398"/>
                <a:gd name="T57" fmla="*/ 3 h 817"/>
                <a:gd name="T58" fmla="*/ 3 w 398"/>
                <a:gd name="T59" fmla="*/ 3 h 817"/>
                <a:gd name="T60" fmla="*/ 3 w 398"/>
                <a:gd name="T61" fmla="*/ 2 h 817"/>
                <a:gd name="T62" fmla="*/ 3 w 398"/>
                <a:gd name="T63" fmla="*/ 2 h 817"/>
                <a:gd name="T64" fmla="*/ 3 w 398"/>
                <a:gd name="T65" fmla="*/ 1 h 817"/>
                <a:gd name="T66" fmla="*/ 3 w 398"/>
                <a:gd name="T67" fmla="*/ 1 h 817"/>
                <a:gd name="T68" fmla="*/ 3 w 398"/>
                <a:gd name="T69" fmla="*/ 0 h 817"/>
                <a:gd name="T70" fmla="*/ 3 w 398"/>
                <a:gd name="T71" fmla="*/ 0 h 817"/>
                <a:gd name="T72" fmla="*/ 3 w 398"/>
                <a:gd name="T73" fmla="*/ 0 h 817"/>
                <a:gd name="T74" fmla="*/ 3 w 398"/>
                <a:gd name="T75" fmla="*/ 0 h 817"/>
                <a:gd name="T76" fmla="*/ 3 w 398"/>
                <a:gd name="T77" fmla="*/ 0 h 817"/>
                <a:gd name="T78" fmla="*/ 3 w 398"/>
                <a:gd name="T79" fmla="*/ 0 h 817"/>
                <a:gd name="T80" fmla="*/ 3 w 398"/>
                <a:gd name="T81" fmla="*/ 0 h 817"/>
                <a:gd name="T82" fmla="*/ 3 w 398"/>
                <a:gd name="T83" fmla="*/ 0 h 817"/>
                <a:gd name="T84" fmla="*/ 3 w 398"/>
                <a:gd name="T85" fmla="*/ 0 h 817"/>
                <a:gd name="T86" fmla="*/ 2 w 398"/>
                <a:gd name="T87" fmla="*/ 0 h 817"/>
                <a:gd name="T88" fmla="*/ 2 w 398"/>
                <a:gd name="T89" fmla="*/ 0 h 817"/>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398"/>
                <a:gd name="T136" fmla="*/ 0 h 817"/>
                <a:gd name="T137" fmla="*/ 398 w 398"/>
                <a:gd name="T138" fmla="*/ 817 h 817"/>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398" h="817">
                  <a:moveTo>
                    <a:pt x="304" y="47"/>
                  </a:moveTo>
                  <a:lnTo>
                    <a:pt x="304" y="47"/>
                  </a:lnTo>
                  <a:lnTo>
                    <a:pt x="301" y="97"/>
                  </a:lnTo>
                  <a:lnTo>
                    <a:pt x="297" y="147"/>
                  </a:lnTo>
                  <a:lnTo>
                    <a:pt x="291" y="198"/>
                  </a:lnTo>
                  <a:lnTo>
                    <a:pt x="280" y="247"/>
                  </a:lnTo>
                  <a:lnTo>
                    <a:pt x="268" y="297"/>
                  </a:lnTo>
                  <a:lnTo>
                    <a:pt x="253" y="347"/>
                  </a:lnTo>
                  <a:lnTo>
                    <a:pt x="236" y="395"/>
                  </a:lnTo>
                  <a:lnTo>
                    <a:pt x="217" y="442"/>
                  </a:lnTo>
                  <a:lnTo>
                    <a:pt x="195" y="487"/>
                  </a:lnTo>
                  <a:lnTo>
                    <a:pt x="171" y="532"/>
                  </a:lnTo>
                  <a:lnTo>
                    <a:pt x="147" y="574"/>
                  </a:lnTo>
                  <a:lnTo>
                    <a:pt x="121" y="613"/>
                  </a:lnTo>
                  <a:lnTo>
                    <a:pt x="93" y="650"/>
                  </a:lnTo>
                  <a:lnTo>
                    <a:pt x="64" y="684"/>
                  </a:lnTo>
                  <a:lnTo>
                    <a:pt x="32" y="716"/>
                  </a:lnTo>
                  <a:lnTo>
                    <a:pt x="0" y="744"/>
                  </a:lnTo>
                  <a:lnTo>
                    <a:pt x="59" y="817"/>
                  </a:lnTo>
                  <a:lnTo>
                    <a:pt x="95" y="784"/>
                  </a:lnTo>
                  <a:lnTo>
                    <a:pt x="132" y="748"/>
                  </a:lnTo>
                  <a:lnTo>
                    <a:pt x="166" y="709"/>
                  </a:lnTo>
                  <a:lnTo>
                    <a:pt x="196" y="667"/>
                  </a:lnTo>
                  <a:lnTo>
                    <a:pt x="227" y="623"/>
                  </a:lnTo>
                  <a:lnTo>
                    <a:pt x="253" y="576"/>
                  </a:lnTo>
                  <a:lnTo>
                    <a:pt x="279" y="530"/>
                  </a:lnTo>
                  <a:lnTo>
                    <a:pt x="301" y="479"/>
                  </a:lnTo>
                  <a:lnTo>
                    <a:pt x="323" y="428"/>
                  </a:lnTo>
                  <a:lnTo>
                    <a:pt x="342" y="375"/>
                  </a:lnTo>
                  <a:lnTo>
                    <a:pt x="359" y="321"/>
                  </a:lnTo>
                  <a:lnTo>
                    <a:pt x="372" y="268"/>
                  </a:lnTo>
                  <a:lnTo>
                    <a:pt x="382" y="212"/>
                  </a:lnTo>
                  <a:lnTo>
                    <a:pt x="391" y="157"/>
                  </a:lnTo>
                  <a:lnTo>
                    <a:pt x="395" y="102"/>
                  </a:lnTo>
                  <a:lnTo>
                    <a:pt x="398" y="47"/>
                  </a:lnTo>
                  <a:lnTo>
                    <a:pt x="394" y="27"/>
                  </a:lnTo>
                  <a:lnTo>
                    <a:pt x="383" y="11"/>
                  </a:lnTo>
                  <a:lnTo>
                    <a:pt x="368" y="3"/>
                  </a:lnTo>
                  <a:lnTo>
                    <a:pt x="351" y="0"/>
                  </a:lnTo>
                  <a:lnTo>
                    <a:pt x="333" y="3"/>
                  </a:lnTo>
                  <a:lnTo>
                    <a:pt x="319" y="11"/>
                  </a:lnTo>
                  <a:lnTo>
                    <a:pt x="307" y="27"/>
                  </a:lnTo>
                  <a:lnTo>
                    <a:pt x="304" y="4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34834" name="Freeform 17"/>
            <p:cNvSpPr>
              <a:spLocks/>
            </p:cNvSpPr>
            <p:nvPr/>
          </p:nvSpPr>
          <p:spPr bwMode="auto">
            <a:xfrm>
              <a:off x="1660" y="1701"/>
              <a:ext cx="19" cy="365"/>
            </a:xfrm>
            <a:custGeom>
              <a:avLst/>
              <a:gdLst>
                <a:gd name="T0" fmla="*/ 0 w 95"/>
                <a:gd name="T1" fmla="*/ 0 h 1826"/>
                <a:gd name="T2" fmla="*/ 0 w 95"/>
                <a:gd name="T3" fmla="*/ 0 h 1826"/>
                <a:gd name="T4" fmla="*/ 0 w 95"/>
                <a:gd name="T5" fmla="*/ 15 h 1826"/>
                <a:gd name="T6" fmla="*/ 1 w 95"/>
                <a:gd name="T7" fmla="*/ 15 h 1826"/>
                <a:gd name="T8" fmla="*/ 1 w 95"/>
                <a:gd name="T9" fmla="*/ 0 h 1826"/>
                <a:gd name="T10" fmla="*/ 1 w 95"/>
                <a:gd name="T11" fmla="*/ 0 h 1826"/>
                <a:gd name="T12" fmla="*/ 1 w 95"/>
                <a:gd name="T13" fmla="*/ 0 h 1826"/>
                <a:gd name="T14" fmla="*/ 1 w 95"/>
                <a:gd name="T15" fmla="*/ 0 h 1826"/>
                <a:gd name="T16" fmla="*/ 1 w 95"/>
                <a:gd name="T17" fmla="*/ 0 h 1826"/>
                <a:gd name="T18" fmla="*/ 1 w 95"/>
                <a:gd name="T19" fmla="*/ 0 h 1826"/>
                <a:gd name="T20" fmla="*/ 0 w 95"/>
                <a:gd name="T21" fmla="*/ 0 h 1826"/>
                <a:gd name="T22" fmla="*/ 0 w 95"/>
                <a:gd name="T23" fmla="*/ 0 h 1826"/>
                <a:gd name="T24" fmla="*/ 0 w 95"/>
                <a:gd name="T25" fmla="*/ 0 h 1826"/>
                <a:gd name="T26" fmla="*/ 0 w 95"/>
                <a:gd name="T27" fmla="*/ 0 h 1826"/>
                <a:gd name="T28" fmla="*/ 0 w 95"/>
                <a:gd name="T29" fmla="*/ 0 h 1826"/>
                <a:gd name="T30" fmla="*/ 0 w 95"/>
                <a:gd name="T31" fmla="*/ 0 h 182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95"/>
                <a:gd name="T49" fmla="*/ 0 h 1826"/>
                <a:gd name="T50" fmla="*/ 95 w 95"/>
                <a:gd name="T51" fmla="*/ 1826 h 182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95" h="1826">
                  <a:moveTo>
                    <a:pt x="0" y="49"/>
                  </a:moveTo>
                  <a:lnTo>
                    <a:pt x="0" y="47"/>
                  </a:lnTo>
                  <a:lnTo>
                    <a:pt x="1" y="1826"/>
                  </a:lnTo>
                  <a:lnTo>
                    <a:pt x="95" y="1826"/>
                  </a:lnTo>
                  <a:lnTo>
                    <a:pt x="93" y="47"/>
                  </a:lnTo>
                  <a:lnTo>
                    <a:pt x="93" y="45"/>
                  </a:lnTo>
                  <a:lnTo>
                    <a:pt x="93" y="47"/>
                  </a:lnTo>
                  <a:lnTo>
                    <a:pt x="90" y="27"/>
                  </a:lnTo>
                  <a:lnTo>
                    <a:pt x="79" y="12"/>
                  </a:lnTo>
                  <a:lnTo>
                    <a:pt x="64" y="4"/>
                  </a:lnTo>
                  <a:lnTo>
                    <a:pt x="47" y="0"/>
                  </a:lnTo>
                  <a:lnTo>
                    <a:pt x="29" y="4"/>
                  </a:lnTo>
                  <a:lnTo>
                    <a:pt x="15" y="12"/>
                  </a:lnTo>
                  <a:lnTo>
                    <a:pt x="3" y="27"/>
                  </a:lnTo>
                  <a:lnTo>
                    <a:pt x="0" y="47"/>
                  </a:lnTo>
                  <a:lnTo>
                    <a:pt x="0" y="4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34835" name="Freeform 18"/>
            <p:cNvSpPr>
              <a:spLocks/>
            </p:cNvSpPr>
            <p:nvPr/>
          </p:nvSpPr>
          <p:spPr bwMode="auto">
            <a:xfrm>
              <a:off x="1598" y="1598"/>
              <a:ext cx="81" cy="113"/>
            </a:xfrm>
            <a:custGeom>
              <a:avLst/>
              <a:gdLst>
                <a:gd name="T0" fmla="*/ 0 w 401"/>
                <a:gd name="T1" fmla="*/ 1 h 566"/>
                <a:gd name="T2" fmla="*/ 0 w 401"/>
                <a:gd name="T3" fmla="*/ 1 h 566"/>
                <a:gd name="T4" fmla="*/ 0 w 401"/>
                <a:gd name="T5" fmla="*/ 1 h 566"/>
                <a:gd name="T6" fmla="*/ 1 w 401"/>
                <a:gd name="T7" fmla="*/ 1 h 566"/>
                <a:gd name="T8" fmla="*/ 1 w 401"/>
                <a:gd name="T9" fmla="*/ 1 h 566"/>
                <a:gd name="T10" fmla="*/ 1 w 401"/>
                <a:gd name="T11" fmla="*/ 1 h 566"/>
                <a:gd name="T12" fmla="*/ 1 w 401"/>
                <a:gd name="T13" fmla="*/ 2 h 566"/>
                <a:gd name="T14" fmla="*/ 1 w 401"/>
                <a:gd name="T15" fmla="*/ 2 h 566"/>
                <a:gd name="T16" fmla="*/ 2 w 401"/>
                <a:gd name="T17" fmla="*/ 2 h 566"/>
                <a:gd name="T18" fmla="*/ 2 w 401"/>
                <a:gd name="T19" fmla="*/ 2 h 566"/>
                <a:gd name="T20" fmla="*/ 2 w 401"/>
                <a:gd name="T21" fmla="*/ 2 h 566"/>
                <a:gd name="T22" fmla="*/ 2 w 401"/>
                <a:gd name="T23" fmla="*/ 3 h 566"/>
                <a:gd name="T24" fmla="*/ 2 w 401"/>
                <a:gd name="T25" fmla="*/ 3 h 566"/>
                <a:gd name="T26" fmla="*/ 2 w 401"/>
                <a:gd name="T27" fmla="*/ 3 h 566"/>
                <a:gd name="T28" fmla="*/ 2 w 401"/>
                <a:gd name="T29" fmla="*/ 4 h 566"/>
                <a:gd name="T30" fmla="*/ 2 w 401"/>
                <a:gd name="T31" fmla="*/ 4 h 566"/>
                <a:gd name="T32" fmla="*/ 2 w 401"/>
                <a:gd name="T33" fmla="*/ 4 h 566"/>
                <a:gd name="T34" fmla="*/ 3 w 401"/>
                <a:gd name="T35" fmla="*/ 5 h 566"/>
                <a:gd name="T36" fmla="*/ 3 w 401"/>
                <a:gd name="T37" fmla="*/ 4 h 566"/>
                <a:gd name="T38" fmla="*/ 3 w 401"/>
                <a:gd name="T39" fmla="*/ 4 h 566"/>
                <a:gd name="T40" fmla="*/ 3 w 401"/>
                <a:gd name="T41" fmla="*/ 4 h 566"/>
                <a:gd name="T42" fmla="*/ 3 w 401"/>
                <a:gd name="T43" fmla="*/ 3 h 566"/>
                <a:gd name="T44" fmla="*/ 3 w 401"/>
                <a:gd name="T45" fmla="*/ 3 h 566"/>
                <a:gd name="T46" fmla="*/ 3 w 401"/>
                <a:gd name="T47" fmla="*/ 3 h 566"/>
                <a:gd name="T48" fmla="*/ 3 w 401"/>
                <a:gd name="T49" fmla="*/ 2 h 566"/>
                <a:gd name="T50" fmla="*/ 3 w 401"/>
                <a:gd name="T51" fmla="*/ 2 h 566"/>
                <a:gd name="T52" fmla="*/ 2 w 401"/>
                <a:gd name="T53" fmla="*/ 2 h 566"/>
                <a:gd name="T54" fmla="*/ 2 w 401"/>
                <a:gd name="T55" fmla="*/ 2 h 566"/>
                <a:gd name="T56" fmla="*/ 2 w 401"/>
                <a:gd name="T57" fmla="*/ 1 h 566"/>
                <a:gd name="T58" fmla="*/ 2 w 401"/>
                <a:gd name="T59" fmla="*/ 1 h 566"/>
                <a:gd name="T60" fmla="*/ 2 w 401"/>
                <a:gd name="T61" fmla="*/ 1 h 566"/>
                <a:gd name="T62" fmla="*/ 1 w 401"/>
                <a:gd name="T63" fmla="*/ 1 h 566"/>
                <a:gd name="T64" fmla="*/ 1 w 401"/>
                <a:gd name="T65" fmla="*/ 0 h 566"/>
                <a:gd name="T66" fmla="*/ 1 w 401"/>
                <a:gd name="T67" fmla="*/ 0 h 566"/>
                <a:gd name="T68" fmla="*/ 1 w 401"/>
                <a:gd name="T69" fmla="*/ 0 h 566"/>
                <a:gd name="T70" fmla="*/ 1 w 401"/>
                <a:gd name="T71" fmla="*/ 0 h 566"/>
                <a:gd name="T72" fmla="*/ 1 w 401"/>
                <a:gd name="T73" fmla="*/ 0 h 566"/>
                <a:gd name="T74" fmla="*/ 0 w 401"/>
                <a:gd name="T75" fmla="*/ 0 h 566"/>
                <a:gd name="T76" fmla="*/ 0 w 401"/>
                <a:gd name="T77" fmla="*/ 0 h 566"/>
                <a:gd name="T78" fmla="*/ 0 w 401"/>
                <a:gd name="T79" fmla="*/ 0 h 566"/>
                <a:gd name="T80" fmla="*/ 0 w 401"/>
                <a:gd name="T81" fmla="*/ 0 h 566"/>
                <a:gd name="T82" fmla="*/ 0 w 401"/>
                <a:gd name="T83" fmla="*/ 0 h 566"/>
                <a:gd name="T84" fmla="*/ 0 w 401"/>
                <a:gd name="T85" fmla="*/ 0 h 566"/>
                <a:gd name="T86" fmla="*/ 0 w 401"/>
                <a:gd name="T87" fmla="*/ 1 h 566"/>
                <a:gd name="T88" fmla="*/ 0 w 401"/>
                <a:gd name="T89" fmla="*/ 1 h 56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401"/>
                <a:gd name="T136" fmla="*/ 0 h 566"/>
                <a:gd name="T137" fmla="*/ 401 w 401"/>
                <a:gd name="T138" fmla="*/ 566 h 566"/>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401" h="566">
                  <a:moveTo>
                    <a:pt x="23" y="88"/>
                  </a:moveTo>
                  <a:lnTo>
                    <a:pt x="23" y="88"/>
                  </a:lnTo>
                  <a:lnTo>
                    <a:pt x="53" y="107"/>
                  </a:lnTo>
                  <a:lnTo>
                    <a:pt x="83" y="125"/>
                  </a:lnTo>
                  <a:lnTo>
                    <a:pt x="108" y="147"/>
                  </a:lnTo>
                  <a:lnTo>
                    <a:pt x="135" y="171"/>
                  </a:lnTo>
                  <a:lnTo>
                    <a:pt x="160" y="196"/>
                  </a:lnTo>
                  <a:lnTo>
                    <a:pt x="182" y="223"/>
                  </a:lnTo>
                  <a:lnTo>
                    <a:pt x="205" y="251"/>
                  </a:lnTo>
                  <a:lnTo>
                    <a:pt x="223" y="281"/>
                  </a:lnTo>
                  <a:lnTo>
                    <a:pt x="240" y="312"/>
                  </a:lnTo>
                  <a:lnTo>
                    <a:pt x="256" y="345"/>
                  </a:lnTo>
                  <a:lnTo>
                    <a:pt x="270" y="379"/>
                  </a:lnTo>
                  <a:lnTo>
                    <a:pt x="282" y="414"/>
                  </a:lnTo>
                  <a:lnTo>
                    <a:pt x="291" y="450"/>
                  </a:lnTo>
                  <a:lnTo>
                    <a:pt x="299" y="488"/>
                  </a:lnTo>
                  <a:lnTo>
                    <a:pt x="304" y="526"/>
                  </a:lnTo>
                  <a:lnTo>
                    <a:pt x="308" y="566"/>
                  </a:lnTo>
                  <a:lnTo>
                    <a:pt x="401" y="562"/>
                  </a:lnTo>
                  <a:lnTo>
                    <a:pt x="398" y="517"/>
                  </a:lnTo>
                  <a:lnTo>
                    <a:pt x="391" y="471"/>
                  </a:lnTo>
                  <a:lnTo>
                    <a:pt x="383" y="429"/>
                  </a:lnTo>
                  <a:lnTo>
                    <a:pt x="371" y="386"/>
                  </a:lnTo>
                  <a:lnTo>
                    <a:pt x="357" y="346"/>
                  </a:lnTo>
                  <a:lnTo>
                    <a:pt x="340" y="307"/>
                  </a:lnTo>
                  <a:lnTo>
                    <a:pt x="324" y="270"/>
                  </a:lnTo>
                  <a:lnTo>
                    <a:pt x="303" y="232"/>
                  </a:lnTo>
                  <a:lnTo>
                    <a:pt x="280" y="197"/>
                  </a:lnTo>
                  <a:lnTo>
                    <a:pt x="255" y="164"/>
                  </a:lnTo>
                  <a:lnTo>
                    <a:pt x="228" y="132"/>
                  </a:lnTo>
                  <a:lnTo>
                    <a:pt x="199" y="103"/>
                  </a:lnTo>
                  <a:lnTo>
                    <a:pt x="169" y="76"/>
                  </a:lnTo>
                  <a:lnTo>
                    <a:pt x="137" y="50"/>
                  </a:lnTo>
                  <a:lnTo>
                    <a:pt x="103" y="27"/>
                  </a:lnTo>
                  <a:lnTo>
                    <a:pt x="67" y="6"/>
                  </a:lnTo>
                  <a:lnTo>
                    <a:pt x="48" y="0"/>
                  </a:lnTo>
                  <a:lnTo>
                    <a:pt x="30" y="2"/>
                  </a:lnTo>
                  <a:lnTo>
                    <a:pt x="16" y="12"/>
                  </a:lnTo>
                  <a:lnTo>
                    <a:pt x="5" y="25"/>
                  </a:lnTo>
                  <a:lnTo>
                    <a:pt x="0" y="41"/>
                  </a:lnTo>
                  <a:lnTo>
                    <a:pt x="0" y="59"/>
                  </a:lnTo>
                  <a:lnTo>
                    <a:pt x="8" y="75"/>
                  </a:lnTo>
                  <a:lnTo>
                    <a:pt x="23"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34836" name="Freeform 19"/>
            <p:cNvSpPr>
              <a:spLocks/>
            </p:cNvSpPr>
            <p:nvPr/>
          </p:nvSpPr>
          <p:spPr bwMode="auto">
            <a:xfrm>
              <a:off x="1346" y="1455"/>
              <a:ext cx="266" cy="160"/>
            </a:xfrm>
            <a:custGeom>
              <a:avLst/>
              <a:gdLst>
                <a:gd name="T0" fmla="*/ 0 w 1330"/>
                <a:gd name="T1" fmla="*/ 1 h 801"/>
                <a:gd name="T2" fmla="*/ 0 w 1330"/>
                <a:gd name="T3" fmla="*/ 1 h 801"/>
                <a:gd name="T4" fmla="*/ 10 w 1330"/>
                <a:gd name="T5" fmla="*/ 6 h 801"/>
                <a:gd name="T6" fmla="*/ 11 w 1330"/>
                <a:gd name="T7" fmla="*/ 6 h 801"/>
                <a:gd name="T8" fmla="*/ 1 w 1330"/>
                <a:gd name="T9" fmla="*/ 0 h 801"/>
                <a:gd name="T10" fmla="*/ 1 w 1330"/>
                <a:gd name="T11" fmla="*/ 0 h 801"/>
                <a:gd name="T12" fmla="*/ 1 w 1330"/>
                <a:gd name="T13" fmla="*/ 0 h 801"/>
                <a:gd name="T14" fmla="*/ 0 w 1330"/>
                <a:gd name="T15" fmla="*/ 0 h 801"/>
                <a:gd name="T16" fmla="*/ 0 w 1330"/>
                <a:gd name="T17" fmla="*/ 0 h 801"/>
                <a:gd name="T18" fmla="*/ 0 w 1330"/>
                <a:gd name="T19" fmla="*/ 0 h 801"/>
                <a:gd name="T20" fmla="*/ 0 w 1330"/>
                <a:gd name="T21" fmla="*/ 0 h 801"/>
                <a:gd name="T22" fmla="*/ 0 w 1330"/>
                <a:gd name="T23" fmla="*/ 0 h 801"/>
                <a:gd name="T24" fmla="*/ 0 w 1330"/>
                <a:gd name="T25" fmla="*/ 0 h 801"/>
                <a:gd name="T26" fmla="*/ 0 w 1330"/>
                <a:gd name="T27" fmla="*/ 1 h 801"/>
                <a:gd name="T28" fmla="*/ 0 w 1330"/>
                <a:gd name="T29" fmla="*/ 1 h 801"/>
                <a:gd name="T30" fmla="*/ 0 w 1330"/>
                <a:gd name="T31" fmla="*/ 1 h 801"/>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30"/>
                <a:gd name="T49" fmla="*/ 0 h 801"/>
                <a:gd name="T50" fmla="*/ 1330 w 1330"/>
                <a:gd name="T51" fmla="*/ 801 h 801"/>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30" h="801">
                  <a:moveTo>
                    <a:pt x="24" y="88"/>
                  </a:moveTo>
                  <a:lnTo>
                    <a:pt x="23" y="88"/>
                  </a:lnTo>
                  <a:lnTo>
                    <a:pt x="1286" y="801"/>
                  </a:lnTo>
                  <a:lnTo>
                    <a:pt x="1330" y="719"/>
                  </a:lnTo>
                  <a:lnTo>
                    <a:pt x="67" y="6"/>
                  </a:lnTo>
                  <a:lnTo>
                    <a:pt x="66" y="6"/>
                  </a:lnTo>
                  <a:lnTo>
                    <a:pt x="67" y="6"/>
                  </a:lnTo>
                  <a:lnTo>
                    <a:pt x="48" y="0"/>
                  </a:lnTo>
                  <a:lnTo>
                    <a:pt x="30" y="2"/>
                  </a:lnTo>
                  <a:lnTo>
                    <a:pt x="16" y="12"/>
                  </a:lnTo>
                  <a:lnTo>
                    <a:pt x="5" y="25"/>
                  </a:lnTo>
                  <a:lnTo>
                    <a:pt x="0" y="41"/>
                  </a:lnTo>
                  <a:lnTo>
                    <a:pt x="0" y="59"/>
                  </a:lnTo>
                  <a:lnTo>
                    <a:pt x="8" y="75"/>
                  </a:lnTo>
                  <a:lnTo>
                    <a:pt x="23" y="88"/>
                  </a:lnTo>
                  <a:lnTo>
                    <a:pt x="24"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34837" name="Freeform 20"/>
            <p:cNvSpPr>
              <a:spLocks/>
            </p:cNvSpPr>
            <p:nvPr/>
          </p:nvSpPr>
          <p:spPr bwMode="auto">
            <a:xfrm>
              <a:off x="1198" y="1439"/>
              <a:ext cx="161" cy="35"/>
            </a:xfrm>
            <a:custGeom>
              <a:avLst/>
              <a:gdLst>
                <a:gd name="T0" fmla="*/ 1 w 806"/>
                <a:gd name="T1" fmla="*/ 1 h 177"/>
                <a:gd name="T2" fmla="*/ 1 w 806"/>
                <a:gd name="T3" fmla="*/ 1 h 177"/>
                <a:gd name="T4" fmla="*/ 1 w 806"/>
                <a:gd name="T5" fmla="*/ 1 h 177"/>
                <a:gd name="T6" fmla="*/ 1 w 806"/>
                <a:gd name="T7" fmla="*/ 1 h 177"/>
                <a:gd name="T8" fmla="*/ 2 w 806"/>
                <a:gd name="T9" fmla="*/ 1 h 177"/>
                <a:gd name="T10" fmla="*/ 2 w 806"/>
                <a:gd name="T11" fmla="*/ 1 h 177"/>
                <a:gd name="T12" fmla="*/ 2 w 806"/>
                <a:gd name="T13" fmla="*/ 1 h 177"/>
                <a:gd name="T14" fmla="*/ 3 w 806"/>
                <a:gd name="T15" fmla="*/ 1 h 177"/>
                <a:gd name="T16" fmla="*/ 3 w 806"/>
                <a:gd name="T17" fmla="*/ 1 h 177"/>
                <a:gd name="T18" fmla="*/ 3 w 806"/>
                <a:gd name="T19" fmla="*/ 1 h 177"/>
                <a:gd name="T20" fmla="*/ 4 w 806"/>
                <a:gd name="T21" fmla="*/ 1 h 177"/>
                <a:gd name="T22" fmla="*/ 4 w 806"/>
                <a:gd name="T23" fmla="*/ 1 h 177"/>
                <a:gd name="T24" fmla="*/ 5 w 806"/>
                <a:gd name="T25" fmla="*/ 1 h 177"/>
                <a:gd name="T26" fmla="*/ 5 w 806"/>
                <a:gd name="T27" fmla="*/ 1 h 177"/>
                <a:gd name="T28" fmla="*/ 5 w 806"/>
                <a:gd name="T29" fmla="*/ 1 h 177"/>
                <a:gd name="T30" fmla="*/ 6 w 806"/>
                <a:gd name="T31" fmla="*/ 1 h 177"/>
                <a:gd name="T32" fmla="*/ 6 w 806"/>
                <a:gd name="T33" fmla="*/ 1 h 177"/>
                <a:gd name="T34" fmla="*/ 6 w 806"/>
                <a:gd name="T35" fmla="*/ 1 h 177"/>
                <a:gd name="T36" fmla="*/ 6 w 806"/>
                <a:gd name="T37" fmla="*/ 1 h 177"/>
                <a:gd name="T38" fmla="*/ 6 w 806"/>
                <a:gd name="T39" fmla="*/ 1 h 177"/>
                <a:gd name="T40" fmla="*/ 6 w 806"/>
                <a:gd name="T41" fmla="*/ 0 h 177"/>
                <a:gd name="T42" fmla="*/ 5 w 806"/>
                <a:gd name="T43" fmla="*/ 0 h 177"/>
                <a:gd name="T44" fmla="*/ 5 w 806"/>
                <a:gd name="T45" fmla="*/ 0 h 177"/>
                <a:gd name="T46" fmla="*/ 5 w 806"/>
                <a:gd name="T47" fmla="*/ 0 h 177"/>
                <a:gd name="T48" fmla="*/ 4 w 806"/>
                <a:gd name="T49" fmla="*/ 0 h 177"/>
                <a:gd name="T50" fmla="*/ 4 w 806"/>
                <a:gd name="T51" fmla="*/ 0 h 177"/>
                <a:gd name="T52" fmla="*/ 3 w 806"/>
                <a:gd name="T53" fmla="*/ 0 h 177"/>
                <a:gd name="T54" fmla="*/ 3 w 806"/>
                <a:gd name="T55" fmla="*/ 0 h 177"/>
                <a:gd name="T56" fmla="*/ 3 w 806"/>
                <a:gd name="T57" fmla="*/ 0 h 177"/>
                <a:gd name="T58" fmla="*/ 2 w 806"/>
                <a:gd name="T59" fmla="*/ 0 h 177"/>
                <a:gd name="T60" fmla="*/ 2 w 806"/>
                <a:gd name="T61" fmla="*/ 0 h 177"/>
                <a:gd name="T62" fmla="*/ 1 w 806"/>
                <a:gd name="T63" fmla="*/ 0 h 177"/>
                <a:gd name="T64" fmla="*/ 1 w 806"/>
                <a:gd name="T65" fmla="*/ 0 h 177"/>
                <a:gd name="T66" fmla="*/ 1 w 806"/>
                <a:gd name="T67" fmla="*/ 1 h 177"/>
                <a:gd name="T68" fmla="*/ 0 w 806"/>
                <a:gd name="T69" fmla="*/ 1 h 177"/>
                <a:gd name="T70" fmla="*/ 0 w 806"/>
                <a:gd name="T71" fmla="*/ 1 h 177"/>
                <a:gd name="T72" fmla="*/ 0 w 806"/>
                <a:gd name="T73" fmla="*/ 1 h 177"/>
                <a:gd name="T74" fmla="*/ 0 w 806"/>
                <a:gd name="T75" fmla="*/ 1 h 177"/>
                <a:gd name="T76" fmla="*/ 0 w 806"/>
                <a:gd name="T77" fmla="*/ 1 h 177"/>
                <a:gd name="T78" fmla="*/ 0 w 806"/>
                <a:gd name="T79" fmla="*/ 1 h 177"/>
                <a:gd name="T80" fmla="*/ 0 w 806"/>
                <a:gd name="T81" fmla="*/ 1 h 177"/>
                <a:gd name="T82" fmla="*/ 0 w 806"/>
                <a:gd name="T83" fmla="*/ 1 h 177"/>
                <a:gd name="T84" fmla="*/ 0 w 806"/>
                <a:gd name="T85" fmla="*/ 1 h 177"/>
                <a:gd name="T86" fmla="*/ 0 w 806"/>
                <a:gd name="T87" fmla="*/ 1 h 177"/>
                <a:gd name="T88" fmla="*/ 1 w 806"/>
                <a:gd name="T89" fmla="*/ 1 h 177"/>
                <a:gd name="T90" fmla="*/ 1 w 806"/>
                <a:gd name="T91" fmla="*/ 1 h 17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806"/>
                <a:gd name="T139" fmla="*/ 0 h 177"/>
                <a:gd name="T140" fmla="*/ 806 w 806"/>
                <a:gd name="T141" fmla="*/ 177 h 17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806" h="177">
                  <a:moveTo>
                    <a:pt x="67" y="171"/>
                  </a:moveTo>
                  <a:lnTo>
                    <a:pt x="68" y="171"/>
                  </a:lnTo>
                  <a:lnTo>
                    <a:pt x="109" y="151"/>
                  </a:lnTo>
                  <a:lnTo>
                    <a:pt x="151" y="135"/>
                  </a:lnTo>
                  <a:lnTo>
                    <a:pt x="196" y="122"/>
                  </a:lnTo>
                  <a:lnTo>
                    <a:pt x="242" y="110"/>
                  </a:lnTo>
                  <a:lnTo>
                    <a:pt x="287" y="102"/>
                  </a:lnTo>
                  <a:lnTo>
                    <a:pt x="335" y="97"/>
                  </a:lnTo>
                  <a:lnTo>
                    <a:pt x="382" y="95"/>
                  </a:lnTo>
                  <a:lnTo>
                    <a:pt x="430" y="94"/>
                  </a:lnTo>
                  <a:lnTo>
                    <a:pt x="477" y="97"/>
                  </a:lnTo>
                  <a:lnTo>
                    <a:pt x="524" y="102"/>
                  </a:lnTo>
                  <a:lnTo>
                    <a:pt x="568" y="108"/>
                  </a:lnTo>
                  <a:lnTo>
                    <a:pt x="612" y="117"/>
                  </a:lnTo>
                  <a:lnTo>
                    <a:pt x="654" y="128"/>
                  </a:lnTo>
                  <a:lnTo>
                    <a:pt x="693" y="141"/>
                  </a:lnTo>
                  <a:lnTo>
                    <a:pt x="730" y="155"/>
                  </a:lnTo>
                  <a:lnTo>
                    <a:pt x="764" y="171"/>
                  </a:lnTo>
                  <a:lnTo>
                    <a:pt x="806" y="89"/>
                  </a:lnTo>
                  <a:lnTo>
                    <a:pt x="768" y="70"/>
                  </a:lnTo>
                  <a:lnTo>
                    <a:pt x="725" y="54"/>
                  </a:lnTo>
                  <a:lnTo>
                    <a:pt x="680" y="39"/>
                  </a:lnTo>
                  <a:lnTo>
                    <a:pt x="633" y="26"/>
                  </a:lnTo>
                  <a:lnTo>
                    <a:pt x="585" y="16"/>
                  </a:lnTo>
                  <a:lnTo>
                    <a:pt x="536" y="8"/>
                  </a:lnTo>
                  <a:lnTo>
                    <a:pt x="484" y="3"/>
                  </a:lnTo>
                  <a:lnTo>
                    <a:pt x="433" y="0"/>
                  </a:lnTo>
                  <a:lnTo>
                    <a:pt x="380" y="1"/>
                  </a:lnTo>
                  <a:lnTo>
                    <a:pt x="328" y="3"/>
                  </a:lnTo>
                  <a:lnTo>
                    <a:pt x="276" y="10"/>
                  </a:lnTo>
                  <a:lnTo>
                    <a:pt x="223" y="19"/>
                  </a:lnTo>
                  <a:lnTo>
                    <a:pt x="172" y="30"/>
                  </a:lnTo>
                  <a:lnTo>
                    <a:pt x="121" y="46"/>
                  </a:lnTo>
                  <a:lnTo>
                    <a:pt x="72" y="67"/>
                  </a:lnTo>
                  <a:lnTo>
                    <a:pt x="24" y="89"/>
                  </a:lnTo>
                  <a:lnTo>
                    <a:pt x="25" y="89"/>
                  </a:lnTo>
                  <a:lnTo>
                    <a:pt x="24" y="89"/>
                  </a:lnTo>
                  <a:lnTo>
                    <a:pt x="8" y="102"/>
                  </a:lnTo>
                  <a:lnTo>
                    <a:pt x="0" y="118"/>
                  </a:lnTo>
                  <a:lnTo>
                    <a:pt x="0" y="136"/>
                  </a:lnTo>
                  <a:lnTo>
                    <a:pt x="6" y="152"/>
                  </a:lnTo>
                  <a:lnTo>
                    <a:pt x="17" y="165"/>
                  </a:lnTo>
                  <a:lnTo>
                    <a:pt x="31" y="175"/>
                  </a:lnTo>
                  <a:lnTo>
                    <a:pt x="48" y="177"/>
                  </a:lnTo>
                  <a:lnTo>
                    <a:pt x="68" y="171"/>
                  </a:lnTo>
                  <a:lnTo>
                    <a:pt x="67" y="1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34838" name="Freeform 21"/>
            <p:cNvSpPr>
              <a:spLocks/>
            </p:cNvSpPr>
            <p:nvPr/>
          </p:nvSpPr>
          <p:spPr bwMode="auto">
            <a:xfrm>
              <a:off x="931" y="1456"/>
              <a:ext cx="280" cy="158"/>
            </a:xfrm>
            <a:custGeom>
              <a:avLst/>
              <a:gdLst>
                <a:gd name="T0" fmla="*/ 1 w 1402"/>
                <a:gd name="T1" fmla="*/ 6 h 787"/>
                <a:gd name="T2" fmla="*/ 1 w 1402"/>
                <a:gd name="T3" fmla="*/ 6 h 787"/>
                <a:gd name="T4" fmla="*/ 11 w 1402"/>
                <a:gd name="T5" fmla="*/ 1 h 787"/>
                <a:gd name="T6" fmla="*/ 11 w 1402"/>
                <a:gd name="T7" fmla="*/ 0 h 787"/>
                <a:gd name="T8" fmla="*/ 0 w 1402"/>
                <a:gd name="T9" fmla="*/ 6 h 787"/>
                <a:gd name="T10" fmla="*/ 0 w 1402"/>
                <a:gd name="T11" fmla="*/ 6 h 787"/>
                <a:gd name="T12" fmla="*/ 0 w 1402"/>
                <a:gd name="T13" fmla="*/ 6 h 787"/>
                <a:gd name="T14" fmla="*/ 0 w 1402"/>
                <a:gd name="T15" fmla="*/ 6 h 787"/>
                <a:gd name="T16" fmla="*/ 0 w 1402"/>
                <a:gd name="T17" fmla="*/ 6 h 787"/>
                <a:gd name="T18" fmla="*/ 0 w 1402"/>
                <a:gd name="T19" fmla="*/ 6 h 787"/>
                <a:gd name="T20" fmla="*/ 0 w 1402"/>
                <a:gd name="T21" fmla="*/ 6 h 787"/>
                <a:gd name="T22" fmla="*/ 0 w 1402"/>
                <a:gd name="T23" fmla="*/ 6 h 787"/>
                <a:gd name="T24" fmla="*/ 0 w 1402"/>
                <a:gd name="T25" fmla="*/ 6 h 787"/>
                <a:gd name="T26" fmla="*/ 0 w 1402"/>
                <a:gd name="T27" fmla="*/ 6 h 787"/>
                <a:gd name="T28" fmla="*/ 1 w 1402"/>
                <a:gd name="T29" fmla="*/ 6 h 787"/>
                <a:gd name="T30" fmla="*/ 1 w 1402"/>
                <a:gd name="T31" fmla="*/ 6 h 78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02"/>
                <a:gd name="T49" fmla="*/ 0 h 787"/>
                <a:gd name="T50" fmla="*/ 1402 w 1402"/>
                <a:gd name="T51" fmla="*/ 787 h 78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02" h="787">
                  <a:moveTo>
                    <a:pt x="69" y="781"/>
                  </a:moveTo>
                  <a:lnTo>
                    <a:pt x="66" y="781"/>
                  </a:lnTo>
                  <a:lnTo>
                    <a:pt x="1402" y="82"/>
                  </a:lnTo>
                  <a:lnTo>
                    <a:pt x="1360" y="0"/>
                  </a:lnTo>
                  <a:lnTo>
                    <a:pt x="24" y="699"/>
                  </a:lnTo>
                  <a:lnTo>
                    <a:pt x="22" y="699"/>
                  </a:lnTo>
                  <a:lnTo>
                    <a:pt x="24" y="699"/>
                  </a:lnTo>
                  <a:lnTo>
                    <a:pt x="8" y="712"/>
                  </a:lnTo>
                  <a:lnTo>
                    <a:pt x="1" y="727"/>
                  </a:lnTo>
                  <a:lnTo>
                    <a:pt x="0" y="744"/>
                  </a:lnTo>
                  <a:lnTo>
                    <a:pt x="5" y="761"/>
                  </a:lnTo>
                  <a:lnTo>
                    <a:pt x="15" y="775"/>
                  </a:lnTo>
                  <a:lnTo>
                    <a:pt x="30" y="784"/>
                  </a:lnTo>
                  <a:lnTo>
                    <a:pt x="46" y="787"/>
                  </a:lnTo>
                  <a:lnTo>
                    <a:pt x="66" y="781"/>
                  </a:lnTo>
                  <a:lnTo>
                    <a:pt x="69" y="7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34839" name="Freeform 22"/>
            <p:cNvSpPr>
              <a:spLocks/>
            </p:cNvSpPr>
            <p:nvPr/>
          </p:nvSpPr>
          <p:spPr bwMode="auto">
            <a:xfrm>
              <a:off x="868" y="1596"/>
              <a:ext cx="77" cy="126"/>
            </a:xfrm>
            <a:custGeom>
              <a:avLst/>
              <a:gdLst>
                <a:gd name="T0" fmla="*/ 1 w 382"/>
                <a:gd name="T1" fmla="*/ 5 h 628"/>
                <a:gd name="T2" fmla="*/ 1 w 382"/>
                <a:gd name="T3" fmla="*/ 5 h 628"/>
                <a:gd name="T4" fmla="*/ 1 w 382"/>
                <a:gd name="T5" fmla="*/ 4 h 628"/>
                <a:gd name="T6" fmla="*/ 1 w 382"/>
                <a:gd name="T7" fmla="*/ 4 h 628"/>
                <a:gd name="T8" fmla="*/ 1 w 382"/>
                <a:gd name="T9" fmla="*/ 4 h 628"/>
                <a:gd name="T10" fmla="*/ 1 w 382"/>
                <a:gd name="T11" fmla="*/ 3 h 628"/>
                <a:gd name="T12" fmla="*/ 1 w 382"/>
                <a:gd name="T13" fmla="*/ 3 h 628"/>
                <a:gd name="T14" fmla="*/ 1 w 382"/>
                <a:gd name="T15" fmla="*/ 3 h 628"/>
                <a:gd name="T16" fmla="*/ 1 w 382"/>
                <a:gd name="T17" fmla="*/ 3 h 628"/>
                <a:gd name="T18" fmla="*/ 1 w 382"/>
                <a:gd name="T19" fmla="*/ 2 h 628"/>
                <a:gd name="T20" fmla="*/ 2 w 382"/>
                <a:gd name="T21" fmla="*/ 2 h 628"/>
                <a:gd name="T22" fmla="*/ 2 w 382"/>
                <a:gd name="T23" fmla="*/ 2 h 628"/>
                <a:gd name="T24" fmla="*/ 2 w 382"/>
                <a:gd name="T25" fmla="*/ 2 h 628"/>
                <a:gd name="T26" fmla="*/ 2 w 382"/>
                <a:gd name="T27" fmla="*/ 1 h 628"/>
                <a:gd name="T28" fmla="*/ 2 w 382"/>
                <a:gd name="T29" fmla="*/ 1 h 628"/>
                <a:gd name="T30" fmla="*/ 3 w 382"/>
                <a:gd name="T31" fmla="*/ 1 h 628"/>
                <a:gd name="T32" fmla="*/ 3 w 382"/>
                <a:gd name="T33" fmla="*/ 1 h 628"/>
                <a:gd name="T34" fmla="*/ 3 w 382"/>
                <a:gd name="T35" fmla="*/ 1 h 628"/>
                <a:gd name="T36" fmla="*/ 3 w 382"/>
                <a:gd name="T37" fmla="*/ 0 h 628"/>
                <a:gd name="T38" fmla="*/ 2 w 382"/>
                <a:gd name="T39" fmla="*/ 0 h 628"/>
                <a:gd name="T40" fmla="*/ 2 w 382"/>
                <a:gd name="T41" fmla="*/ 0 h 628"/>
                <a:gd name="T42" fmla="*/ 2 w 382"/>
                <a:gd name="T43" fmla="*/ 1 h 628"/>
                <a:gd name="T44" fmla="*/ 2 w 382"/>
                <a:gd name="T45" fmla="*/ 1 h 628"/>
                <a:gd name="T46" fmla="*/ 1 w 382"/>
                <a:gd name="T47" fmla="*/ 1 h 628"/>
                <a:gd name="T48" fmla="*/ 1 w 382"/>
                <a:gd name="T49" fmla="*/ 1 h 628"/>
                <a:gd name="T50" fmla="*/ 1 w 382"/>
                <a:gd name="T51" fmla="*/ 2 h 628"/>
                <a:gd name="T52" fmla="*/ 1 w 382"/>
                <a:gd name="T53" fmla="*/ 2 h 628"/>
                <a:gd name="T54" fmla="*/ 1 w 382"/>
                <a:gd name="T55" fmla="*/ 2 h 628"/>
                <a:gd name="T56" fmla="*/ 0 w 382"/>
                <a:gd name="T57" fmla="*/ 3 h 628"/>
                <a:gd name="T58" fmla="*/ 0 w 382"/>
                <a:gd name="T59" fmla="*/ 3 h 628"/>
                <a:gd name="T60" fmla="*/ 0 w 382"/>
                <a:gd name="T61" fmla="*/ 3 h 628"/>
                <a:gd name="T62" fmla="*/ 0 w 382"/>
                <a:gd name="T63" fmla="*/ 4 h 628"/>
                <a:gd name="T64" fmla="*/ 0 w 382"/>
                <a:gd name="T65" fmla="*/ 4 h 628"/>
                <a:gd name="T66" fmla="*/ 0 w 382"/>
                <a:gd name="T67" fmla="*/ 4 h 628"/>
                <a:gd name="T68" fmla="*/ 0 w 382"/>
                <a:gd name="T69" fmla="*/ 5 h 628"/>
                <a:gd name="T70" fmla="*/ 0 w 382"/>
                <a:gd name="T71" fmla="*/ 5 h 628"/>
                <a:gd name="T72" fmla="*/ 0 w 382"/>
                <a:gd name="T73" fmla="*/ 5 h 628"/>
                <a:gd name="T74" fmla="*/ 0 w 382"/>
                <a:gd name="T75" fmla="*/ 5 h 628"/>
                <a:gd name="T76" fmla="*/ 0 w 382"/>
                <a:gd name="T77" fmla="*/ 5 h 628"/>
                <a:gd name="T78" fmla="*/ 0 w 382"/>
                <a:gd name="T79" fmla="*/ 5 h 628"/>
                <a:gd name="T80" fmla="*/ 0 w 382"/>
                <a:gd name="T81" fmla="*/ 5 h 628"/>
                <a:gd name="T82" fmla="*/ 1 w 382"/>
                <a:gd name="T83" fmla="*/ 5 h 628"/>
                <a:gd name="T84" fmla="*/ 1 w 382"/>
                <a:gd name="T85" fmla="*/ 5 h 628"/>
                <a:gd name="T86" fmla="*/ 1 w 382"/>
                <a:gd name="T87" fmla="*/ 5 h 628"/>
                <a:gd name="T88" fmla="*/ 1 w 382"/>
                <a:gd name="T89" fmla="*/ 5 h 628"/>
                <a:gd name="T90" fmla="*/ 1 w 382"/>
                <a:gd name="T91" fmla="*/ 5 h 628"/>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382"/>
                <a:gd name="T139" fmla="*/ 0 h 628"/>
                <a:gd name="T140" fmla="*/ 382 w 382"/>
                <a:gd name="T141" fmla="*/ 628 h 628"/>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382" h="628">
                  <a:moveTo>
                    <a:pt x="94" y="581"/>
                  </a:moveTo>
                  <a:lnTo>
                    <a:pt x="94" y="582"/>
                  </a:lnTo>
                  <a:lnTo>
                    <a:pt x="96" y="541"/>
                  </a:lnTo>
                  <a:lnTo>
                    <a:pt x="99" y="500"/>
                  </a:lnTo>
                  <a:lnTo>
                    <a:pt x="106" y="463"/>
                  </a:lnTo>
                  <a:lnTo>
                    <a:pt x="115" y="424"/>
                  </a:lnTo>
                  <a:lnTo>
                    <a:pt x="127" y="389"/>
                  </a:lnTo>
                  <a:lnTo>
                    <a:pt x="140" y="353"/>
                  </a:lnTo>
                  <a:lnTo>
                    <a:pt x="156" y="320"/>
                  </a:lnTo>
                  <a:lnTo>
                    <a:pt x="173" y="287"/>
                  </a:lnTo>
                  <a:lnTo>
                    <a:pt x="193" y="255"/>
                  </a:lnTo>
                  <a:lnTo>
                    <a:pt x="214" y="226"/>
                  </a:lnTo>
                  <a:lnTo>
                    <a:pt x="238" y="198"/>
                  </a:lnTo>
                  <a:lnTo>
                    <a:pt x="263" y="172"/>
                  </a:lnTo>
                  <a:lnTo>
                    <a:pt x="290" y="146"/>
                  </a:lnTo>
                  <a:lnTo>
                    <a:pt x="318" y="122"/>
                  </a:lnTo>
                  <a:lnTo>
                    <a:pt x="349" y="101"/>
                  </a:lnTo>
                  <a:lnTo>
                    <a:pt x="382" y="82"/>
                  </a:lnTo>
                  <a:lnTo>
                    <a:pt x="335" y="0"/>
                  </a:lnTo>
                  <a:lnTo>
                    <a:pt x="297" y="23"/>
                  </a:lnTo>
                  <a:lnTo>
                    <a:pt x="262" y="49"/>
                  </a:lnTo>
                  <a:lnTo>
                    <a:pt x="229" y="76"/>
                  </a:lnTo>
                  <a:lnTo>
                    <a:pt x="198" y="104"/>
                  </a:lnTo>
                  <a:lnTo>
                    <a:pt x="167" y="137"/>
                  </a:lnTo>
                  <a:lnTo>
                    <a:pt x="142" y="170"/>
                  </a:lnTo>
                  <a:lnTo>
                    <a:pt x="116" y="204"/>
                  </a:lnTo>
                  <a:lnTo>
                    <a:pt x="94" y="240"/>
                  </a:lnTo>
                  <a:lnTo>
                    <a:pt x="74" y="278"/>
                  </a:lnTo>
                  <a:lnTo>
                    <a:pt x="54" y="317"/>
                  </a:lnTo>
                  <a:lnTo>
                    <a:pt x="38" y="359"/>
                  </a:lnTo>
                  <a:lnTo>
                    <a:pt x="26" y="401"/>
                  </a:lnTo>
                  <a:lnTo>
                    <a:pt x="15" y="444"/>
                  </a:lnTo>
                  <a:lnTo>
                    <a:pt x="8" y="489"/>
                  </a:lnTo>
                  <a:lnTo>
                    <a:pt x="2" y="534"/>
                  </a:lnTo>
                  <a:lnTo>
                    <a:pt x="0" y="580"/>
                  </a:lnTo>
                  <a:lnTo>
                    <a:pt x="0" y="581"/>
                  </a:lnTo>
                  <a:lnTo>
                    <a:pt x="0" y="580"/>
                  </a:lnTo>
                  <a:lnTo>
                    <a:pt x="3" y="600"/>
                  </a:lnTo>
                  <a:lnTo>
                    <a:pt x="14" y="615"/>
                  </a:lnTo>
                  <a:lnTo>
                    <a:pt x="29" y="625"/>
                  </a:lnTo>
                  <a:lnTo>
                    <a:pt x="45" y="628"/>
                  </a:lnTo>
                  <a:lnTo>
                    <a:pt x="63" y="626"/>
                  </a:lnTo>
                  <a:lnTo>
                    <a:pt x="78" y="616"/>
                  </a:lnTo>
                  <a:lnTo>
                    <a:pt x="89" y="602"/>
                  </a:lnTo>
                  <a:lnTo>
                    <a:pt x="94" y="582"/>
                  </a:lnTo>
                  <a:lnTo>
                    <a:pt x="94" y="5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34840" name="Freeform 23"/>
            <p:cNvSpPr>
              <a:spLocks/>
            </p:cNvSpPr>
            <p:nvPr/>
          </p:nvSpPr>
          <p:spPr bwMode="auto">
            <a:xfrm>
              <a:off x="868" y="1712"/>
              <a:ext cx="19" cy="364"/>
            </a:xfrm>
            <a:custGeom>
              <a:avLst/>
              <a:gdLst>
                <a:gd name="T0" fmla="*/ 1 w 94"/>
                <a:gd name="T1" fmla="*/ 14 h 1818"/>
                <a:gd name="T2" fmla="*/ 1 w 94"/>
                <a:gd name="T3" fmla="*/ 14 h 1818"/>
                <a:gd name="T4" fmla="*/ 1 w 94"/>
                <a:gd name="T5" fmla="*/ 0 h 1818"/>
                <a:gd name="T6" fmla="*/ 0 w 94"/>
                <a:gd name="T7" fmla="*/ 0 h 1818"/>
                <a:gd name="T8" fmla="*/ 0 w 94"/>
                <a:gd name="T9" fmla="*/ 14 h 1818"/>
                <a:gd name="T10" fmla="*/ 0 w 94"/>
                <a:gd name="T11" fmla="*/ 14 h 1818"/>
                <a:gd name="T12" fmla="*/ 0 w 94"/>
                <a:gd name="T13" fmla="*/ 14 h 1818"/>
                <a:gd name="T14" fmla="*/ 0 w 94"/>
                <a:gd name="T15" fmla="*/ 14 h 1818"/>
                <a:gd name="T16" fmla="*/ 0 w 94"/>
                <a:gd name="T17" fmla="*/ 14 h 1818"/>
                <a:gd name="T18" fmla="*/ 0 w 94"/>
                <a:gd name="T19" fmla="*/ 15 h 1818"/>
                <a:gd name="T20" fmla="*/ 0 w 94"/>
                <a:gd name="T21" fmla="*/ 15 h 1818"/>
                <a:gd name="T22" fmla="*/ 1 w 94"/>
                <a:gd name="T23" fmla="*/ 15 h 1818"/>
                <a:gd name="T24" fmla="*/ 1 w 94"/>
                <a:gd name="T25" fmla="*/ 14 h 1818"/>
                <a:gd name="T26" fmla="*/ 1 w 94"/>
                <a:gd name="T27" fmla="*/ 14 h 1818"/>
                <a:gd name="T28" fmla="*/ 1 w 94"/>
                <a:gd name="T29" fmla="*/ 14 h 1818"/>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94"/>
                <a:gd name="T46" fmla="*/ 0 h 1818"/>
                <a:gd name="T47" fmla="*/ 94 w 94"/>
                <a:gd name="T48" fmla="*/ 1818 h 1818"/>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94" h="1818">
                  <a:moveTo>
                    <a:pt x="94" y="1771"/>
                  </a:moveTo>
                  <a:lnTo>
                    <a:pt x="94" y="1771"/>
                  </a:lnTo>
                  <a:lnTo>
                    <a:pt x="94" y="0"/>
                  </a:lnTo>
                  <a:lnTo>
                    <a:pt x="0" y="0"/>
                  </a:lnTo>
                  <a:lnTo>
                    <a:pt x="0" y="1771"/>
                  </a:lnTo>
                  <a:lnTo>
                    <a:pt x="3" y="1791"/>
                  </a:lnTo>
                  <a:lnTo>
                    <a:pt x="15" y="1806"/>
                  </a:lnTo>
                  <a:lnTo>
                    <a:pt x="29" y="1814"/>
                  </a:lnTo>
                  <a:lnTo>
                    <a:pt x="47" y="1818"/>
                  </a:lnTo>
                  <a:lnTo>
                    <a:pt x="64" y="1814"/>
                  </a:lnTo>
                  <a:lnTo>
                    <a:pt x="79" y="1806"/>
                  </a:lnTo>
                  <a:lnTo>
                    <a:pt x="90" y="1791"/>
                  </a:lnTo>
                  <a:lnTo>
                    <a:pt x="94" y="17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34841" name="Freeform 24"/>
            <p:cNvSpPr>
              <a:spLocks/>
            </p:cNvSpPr>
            <p:nvPr/>
          </p:nvSpPr>
          <p:spPr bwMode="auto">
            <a:xfrm>
              <a:off x="868" y="2067"/>
              <a:ext cx="90" cy="160"/>
            </a:xfrm>
            <a:custGeom>
              <a:avLst/>
              <a:gdLst>
                <a:gd name="T0" fmla="*/ 3 w 449"/>
                <a:gd name="T1" fmla="*/ 6 h 803"/>
                <a:gd name="T2" fmla="*/ 3 w 449"/>
                <a:gd name="T3" fmla="*/ 6 h 803"/>
                <a:gd name="T4" fmla="*/ 3 w 449"/>
                <a:gd name="T5" fmla="*/ 5 h 803"/>
                <a:gd name="T6" fmla="*/ 3 w 449"/>
                <a:gd name="T7" fmla="*/ 5 h 803"/>
                <a:gd name="T8" fmla="*/ 3 w 449"/>
                <a:gd name="T9" fmla="*/ 5 h 803"/>
                <a:gd name="T10" fmla="*/ 2 w 449"/>
                <a:gd name="T11" fmla="*/ 5 h 803"/>
                <a:gd name="T12" fmla="*/ 2 w 449"/>
                <a:gd name="T13" fmla="*/ 4 h 803"/>
                <a:gd name="T14" fmla="*/ 2 w 449"/>
                <a:gd name="T15" fmla="*/ 4 h 803"/>
                <a:gd name="T16" fmla="*/ 2 w 449"/>
                <a:gd name="T17" fmla="*/ 4 h 803"/>
                <a:gd name="T18" fmla="*/ 2 w 449"/>
                <a:gd name="T19" fmla="*/ 3 h 803"/>
                <a:gd name="T20" fmla="*/ 1 w 449"/>
                <a:gd name="T21" fmla="*/ 3 h 803"/>
                <a:gd name="T22" fmla="*/ 1 w 449"/>
                <a:gd name="T23" fmla="*/ 2 h 803"/>
                <a:gd name="T24" fmla="*/ 1 w 449"/>
                <a:gd name="T25" fmla="*/ 2 h 803"/>
                <a:gd name="T26" fmla="*/ 1 w 449"/>
                <a:gd name="T27" fmla="*/ 2 h 803"/>
                <a:gd name="T28" fmla="*/ 1 w 449"/>
                <a:gd name="T29" fmla="*/ 1 h 803"/>
                <a:gd name="T30" fmla="*/ 1 w 449"/>
                <a:gd name="T31" fmla="*/ 1 h 803"/>
                <a:gd name="T32" fmla="*/ 1 w 449"/>
                <a:gd name="T33" fmla="*/ 0 h 803"/>
                <a:gd name="T34" fmla="*/ 1 w 449"/>
                <a:gd name="T35" fmla="*/ 0 h 803"/>
                <a:gd name="T36" fmla="*/ 0 w 449"/>
                <a:gd name="T37" fmla="*/ 0 h 803"/>
                <a:gd name="T38" fmla="*/ 0 w 449"/>
                <a:gd name="T39" fmla="*/ 0 h 803"/>
                <a:gd name="T40" fmla="*/ 0 w 449"/>
                <a:gd name="T41" fmla="*/ 1 h 803"/>
                <a:gd name="T42" fmla="*/ 0 w 449"/>
                <a:gd name="T43" fmla="*/ 1 h 803"/>
                <a:gd name="T44" fmla="*/ 0 w 449"/>
                <a:gd name="T45" fmla="*/ 2 h 803"/>
                <a:gd name="T46" fmla="*/ 0 w 449"/>
                <a:gd name="T47" fmla="*/ 2 h 803"/>
                <a:gd name="T48" fmla="*/ 0 w 449"/>
                <a:gd name="T49" fmla="*/ 3 h 803"/>
                <a:gd name="T50" fmla="*/ 1 w 449"/>
                <a:gd name="T51" fmla="*/ 3 h 803"/>
                <a:gd name="T52" fmla="*/ 1 w 449"/>
                <a:gd name="T53" fmla="*/ 4 h 803"/>
                <a:gd name="T54" fmla="*/ 1 w 449"/>
                <a:gd name="T55" fmla="*/ 4 h 803"/>
                <a:gd name="T56" fmla="*/ 1 w 449"/>
                <a:gd name="T57" fmla="*/ 4 h 803"/>
                <a:gd name="T58" fmla="*/ 2 w 449"/>
                <a:gd name="T59" fmla="*/ 5 h 803"/>
                <a:gd name="T60" fmla="*/ 2 w 449"/>
                <a:gd name="T61" fmla="*/ 5 h 803"/>
                <a:gd name="T62" fmla="*/ 2 w 449"/>
                <a:gd name="T63" fmla="*/ 5 h 803"/>
                <a:gd name="T64" fmla="*/ 2 w 449"/>
                <a:gd name="T65" fmla="*/ 6 h 803"/>
                <a:gd name="T66" fmla="*/ 3 w 449"/>
                <a:gd name="T67" fmla="*/ 6 h 803"/>
                <a:gd name="T68" fmla="*/ 3 w 449"/>
                <a:gd name="T69" fmla="*/ 6 h 803"/>
                <a:gd name="T70" fmla="*/ 3 w 449"/>
                <a:gd name="T71" fmla="*/ 6 h 803"/>
                <a:gd name="T72" fmla="*/ 3 w 449"/>
                <a:gd name="T73" fmla="*/ 6 h 803"/>
                <a:gd name="T74" fmla="*/ 3 w 449"/>
                <a:gd name="T75" fmla="*/ 6 h 803"/>
                <a:gd name="T76" fmla="*/ 3 w 449"/>
                <a:gd name="T77" fmla="*/ 6 h 803"/>
                <a:gd name="T78" fmla="*/ 3 w 449"/>
                <a:gd name="T79" fmla="*/ 6 h 803"/>
                <a:gd name="T80" fmla="*/ 4 w 449"/>
                <a:gd name="T81" fmla="*/ 6 h 803"/>
                <a:gd name="T82" fmla="*/ 4 w 449"/>
                <a:gd name="T83" fmla="*/ 6 h 803"/>
                <a:gd name="T84" fmla="*/ 4 w 449"/>
                <a:gd name="T85" fmla="*/ 6 h 803"/>
                <a:gd name="T86" fmla="*/ 4 w 449"/>
                <a:gd name="T87" fmla="*/ 6 h 803"/>
                <a:gd name="T88" fmla="*/ 3 w 449"/>
                <a:gd name="T89" fmla="*/ 6 h 803"/>
                <a:gd name="T90" fmla="*/ 3 w 449"/>
                <a:gd name="T91" fmla="*/ 6 h 80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449"/>
                <a:gd name="T139" fmla="*/ 0 h 803"/>
                <a:gd name="T140" fmla="*/ 449 w 449"/>
                <a:gd name="T141" fmla="*/ 803 h 80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449" h="803">
                  <a:moveTo>
                    <a:pt x="426" y="717"/>
                  </a:moveTo>
                  <a:lnTo>
                    <a:pt x="427" y="717"/>
                  </a:lnTo>
                  <a:lnTo>
                    <a:pt x="395" y="693"/>
                  </a:lnTo>
                  <a:lnTo>
                    <a:pt x="361" y="662"/>
                  </a:lnTo>
                  <a:lnTo>
                    <a:pt x="329" y="628"/>
                  </a:lnTo>
                  <a:lnTo>
                    <a:pt x="299" y="591"/>
                  </a:lnTo>
                  <a:lnTo>
                    <a:pt x="269" y="551"/>
                  </a:lnTo>
                  <a:lnTo>
                    <a:pt x="241" y="507"/>
                  </a:lnTo>
                  <a:lnTo>
                    <a:pt x="215" y="460"/>
                  </a:lnTo>
                  <a:lnTo>
                    <a:pt x="191" y="412"/>
                  </a:lnTo>
                  <a:lnTo>
                    <a:pt x="170" y="363"/>
                  </a:lnTo>
                  <a:lnTo>
                    <a:pt x="151" y="312"/>
                  </a:lnTo>
                  <a:lnTo>
                    <a:pt x="133" y="259"/>
                  </a:lnTo>
                  <a:lnTo>
                    <a:pt x="119" y="207"/>
                  </a:lnTo>
                  <a:lnTo>
                    <a:pt x="108" y="156"/>
                  </a:lnTo>
                  <a:lnTo>
                    <a:pt x="101" y="103"/>
                  </a:lnTo>
                  <a:lnTo>
                    <a:pt x="96" y="51"/>
                  </a:lnTo>
                  <a:lnTo>
                    <a:pt x="94" y="0"/>
                  </a:lnTo>
                  <a:lnTo>
                    <a:pt x="0" y="0"/>
                  </a:lnTo>
                  <a:lnTo>
                    <a:pt x="2" y="56"/>
                  </a:lnTo>
                  <a:lnTo>
                    <a:pt x="7" y="115"/>
                  </a:lnTo>
                  <a:lnTo>
                    <a:pt x="16" y="172"/>
                  </a:lnTo>
                  <a:lnTo>
                    <a:pt x="28" y="231"/>
                  </a:lnTo>
                  <a:lnTo>
                    <a:pt x="44" y="287"/>
                  </a:lnTo>
                  <a:lnTo>
                    <a:pt x="62" y="342"/>
                  </a:lnTo>
                  <a:lnTo>
                    <a:pt x="83" y="398"/>
                  </a:lnTo>
                  <a:lnTo>
                    <a:pt x="106" y="452"/>
                  </a:lnTo>
                  <a:lnTo>
                    <a:pt x="133" y="505"/>
                  </a:lnTo>
                  <a:lnTo>
                    <a:pt x="161" y="554"/>
                  </a:lnTo>
                  <a:lnTo>
                    <a:pt x="192" y="602"/>
                  </a:lnTo>
                  <a:lnTo>
                    <a:pt x="224" y="647"/>
                  </a:lnTo>
                  <a:lnTo>
                    <a:pt x="259" y="689"/>
                  </a:lnTo>
                  <a:lnTo>
                    <a:pt x="295" y="728"/>
                  </a:lnTo>
                  <a:lnTo>
                    <a:pt x="334" y="763"/>
                  </a:lnTo>
                  <a:lnTo>
                    <a:pt x="374" y="795"/>
                  </a:lnTo>
                  <a:lnTo>
                    <a:pt x="375" y="795"/>
                  </a:lnTo>
                  <a:lnTo>
                    <a:pt x="374" y="795"/>
                  </a:lnTo>
                  <a:lnTo>
                    <a:pt x="392" y="803"/>
                  </a:lnTo>
                  <a:lnTo>
                    <a:pt x="411" y="803"/>
                  </a:lnTo>
                  <a:lnTo>
                    <a:pt x="426" y="795"/>
                  </a:lnTo>
                  <a:lnTo>
                    <a:pt x="439" y="782"/>
                  </a:lnTo>
                  <a:lnTo>
                    <a:pt x="446" y="766"/>
                  </a:lnTo>
                  <a:lnTo>
                    <a:pt x="449" y="749"/>
                  </a:lnTo>
                  <a:lnTo>
                    <a:pt x="441" y="732"/>
                  </a:lnTo>
                  <a:lnTo>
                    <a:pt x="427" y="717"/>
                  </a:lnTo>
                  <a:lnTo>
                    <a:pt x="426" y="71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34842" name="Freeform 25"/>
            <p:cNvSpPr>
              <a:spLocks/>
            </p:cNvSpPr>
            <p:nvPr/>
          </p:nvSpPr>
          <p:spPr bwMode="auto">
            <a:xfrm>
              <a:off x="883" y="1673"/>
              <a:ext cx="379" cy="690"/>
            </a:xfrm>
            <a:custGeom>
              <a:avLst/>
              <a:gdLst>
                <a:gd name="T0" fmla="*/ 12 w 1897"/>
                <a:gd name="T1" fmla="*/ 6 h 3450"/>
                <a:gd name="T2" fmla="*/ 13 w 1897"/>
                <a:gd name="T3" fmla="*/ 7 h 3450"/>
                <a:gd name="T4" fmla="*/ 13 w 1897"/>
                <a:gd name="T5" fmla="*/ 7 h 3450"/>
                <a:gd name="T6" fmla="*/ 14 w 1897"/>
                <a:gd name="T7" fmla="*/ 8 h 3450"/>
                <a:gd name="T8" fmla="*/ 14 w 1897"/>
                <a:gd name="T9" fmla="*/ 9 h 3450"/>
                <a:gd name="T10" fmla="*/ 15 w 1897"/>
                <a:gd name="T11" fmla="*/ 10 h 3450"/>
                <a:gd name="T12" fmla="*/ 15 w 1897"/>
                <a:gd name="T13" fmla="*/ 11 h 3450"/>
                <a:gd name="T14" fmla="*/ 15 w 1897"/>
                <a:gd name="T15" fmla="*/ 11 h 3450"/>
                <a:gd name="T16" fmla="*/ 15 w 1897"/>
                <a:gd name="T17" fmla="*/ 12 h 3450"/>
                <a:gd name="T18" fmla="*/ 15 w 1897"/>
                <a:gd name="T19" fmla="*/ 26 h 3450"/>
                <a:gd name="T20" fmla="*/ 15 w 1897"/>
                <a:gd name="T21" fmla="*/ 26 h 3450"/>
                <a:gd name="T22" fmla="*/ 15 w 1897"/>
                <a:gd name="T23" fmla="*/ 27 h 3450"/>
                <a:gd name="T24" fmla="*/ 15 w 1897"/>
                <a:gd name="T25" fmla="*/ 27 h 3450"/>
                <a:gd name="T26" fmla="*/ 14 w 1897"/>
                <a:gd name="T27" fmla="*/ 27 h 3450"/>
                <a:gd name="T28" fmla="*/ 14 w 1897"/>
                <a:gd name="T29" fmla="*/ 28 h 3450"/>
                <a:gd name="T30" fmla="*/ 13 w 1897"/>
                <a:gd name="T31" fmla="*/ 28 h 3450"/>
                <a:gd name="T32" fmla="*/ 13 w 1897"/>
                <a:gd name="T33" fmla="*/ 27 h 3450"/>
                <a:gd name="T34" fmla="*/ 3 w 1897"/>
                <a:gd name="T35" fmla="*/ 21 h 3450"/>
                <a:gd name="T36" fmla="*/ 2 w 1897"/>
                <a:gd name="T37" fmla="*/ 21 h 3450"/>
                <a:gd name="T38" fmla="*/ 2 w 1897"/>
                <a:gd name="T39" fmla="*/ 20 h 3450"/>
                <a:gd name="T40" fmla="*/ 1 w 1897"/>
                <a:gd name="T41" fmla="*/ 19 h 3450"/>
                <a:gd name="T42" fmla="*/ 1 w 1897"/>
                <a:gd name="T43" fmla="*/ 19 h 3450"/>
                <a:gd name="T44" fmla="*/ 0 w 1897"/>
                <a:gd name="T45" fmla="*/ 18 h 3450"/>
                <a:gd name="T46" fmla="*/ 0 w 1897"/>
                <a:gd name="T47" fmla="*/ 17 h 3450"/>
                <a:gd name="T48" fmla="*/ 0 w 1897"/>
                <a:gd name="T49" fmla="*/ 16 h 3450"/>
                <a:gd name="T50" fmla="*/ 0 w 1897"/>
                <a:gd name="T51" fmla="*/ 15 h 3450"/>
                <a:gd name="T52" fmla="*/ 0 w 1897"/>
                <a:gd name="T53" fmla="*/ 2 h 3450"/>
                <a:gd name="T54" fmla="*/ 0 w 1897"/>
                <a:gd name="T55" fmla="*/ 1 h 3450"/>
                <a:gd name="T56" fmla="*/ 0 w 1897"/>
                <a:gd name="T57" fmla="*/ 1 h 3450"/>
                <a:gd name="T58" fmla="*/ 1 w 1897"/>
                <a:gd name="T59" fmla="*/ 0 h 3450"/>
                <a:gd name="T60" fmla="*/ 1 w 1897"/>
                <a:gd name="T61" fmla="*/ 0 h 3450"/>
                <a:gd name="T62" fmla="*/ 1 w 1897"/>
                <a:gd name="T63" fmla="*/ 0 h 3450"/>
                <a:gd name="T64" fmla="*/ 2 w 1897"/>
                <a:gd name="T65" fmla="*/ 0 h 3450"/>
                <a:gd name="T66" fmla="*/ 3 w 1897"/>
                <a:gd name="T67" fmla="*/ 0 h 3450"/>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897"/>
                <a:gd name="T103" fmla="*/ 0 h 3450"/>
                <a:gd name="T104" fmla="*/ 1897 w 1897"/>
                <a:gd name="T105" fmla="*/ 3450 h 3450"/>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897" h="3450">
                  <a:moveTo>
                    <a:pt x="357" y="49"/>
                  </a:moveTo>
                  <a:lnTo>
                    <a:pt x="1542" y="806"/>
                  </a:lnTo>
                  <a:lnTo>
                    <a:pt x="1579" y="832"/>
                  </a:lnTo>
                  <a:lnTo>
                    <a:pt x="1614" y="861"/>
                  </a:lnTo>
                  <a:lnTo>
                    <a:pt x="1648" y="895"/>
                  </a:lnTo>
                  <a:lnTo>
                    <a:pt x="1681" y="933"/>
                  </a:lnTo>
                  <a:lnTo>
                    <a:pt x="1711" y="973"/>
                  </a:lnTo>
                  <a:lnTo>
                    <a:pt x="1740" y="1016"/>
                  </a:lnTo>
                  <a:lnTo>
                    <a:pt x="1768" y="1062"/>
                  </a:lnTo>
                  <a:lnTo>
                    <a:pt x="1793" y="1109"/>
                  </a:lnTo>
                  <a:lnTo>
                    <a:pt x="1816" y="1158"/>
                  </a:lnTo>
                  <a:lnTo>
                    <a:pt x="1836" y="1208"/>
                  </a:lnTo>
                  <a:lnTo>
                    <a:pt x="1854" y="1260"/>
                  </a:lnTo>
                  <a:lnTo>
                    <a:pt x="1869" y="1313"/>
                  </a:lnTo>
                  <a:lnTo>
                    <a:pt x="1881" y="1364"/>
                  </a:lnTo>
                  <a:lnTo>
                    <a:pt x="1890" y="1417"/>
                  </a:lnTo>
                  <a:lnTo>
                    <a:pt x="1895" y="1469"/>
                  </a:lnTo>
                  <a:lnTo>
                    <a:pt x="1897" y="1519"/>
                  </a:lnTo>
                  <a:lnTo>
                    <a:pt x="1897" y="3142"/>
                  </a:lnTo>
                  <a:lnTo>
                    <a:pt x="1895" y="3190"/>
                  </a:lnTo>
                  <a:lnTo>
                    <a:pt x="1890" y="3235"/>
                  </a:lnTo>
                  <a:lnTo>
                    <a:pt x="1881" y="3276"/>
                  </a:lnTo>
                  <a:lnTo>
                    <a:pt x="1869" y="3313"/>
                  </a:lnTo>
                  <a:lnTo>
                    <a:pt x="1854" y="3346"/>
                  </a:lnTo>
                  <a:lnTo>
                    <a:pt x="1836" y="3375"/>
                  </a:lnTo>
                  <a:lnTo>
                    <a:pt x="1816" y="3398"/>
                  </a:lnTo>
                  <a:lnTo>
                    <a:pt x="1793" y="3418"/>
                  </a:lnTo>
                  <a:lnTo>
                    <a:pt x="1768" y="3434"/>
                  </a:lnTo>
                  <a:lnTo>
                    <a:pt x="1740" y="3444"/>
                  </a:lnTo>
                  <a:lnTo>
                    <a:pt x="1711" y="3450"/>
                  </a:lnTo>
                  <a:lnTo>
                    <a:pt x="1681" y="3450"/>
                  </a:lnTo>
                  <a:lnTo>
                    <a:pt x="1648" y="3445"/>
                  </a:lnTo>
                  <a:lnTo>
                    <a:pt x="1614" y="3436"/>
                  </a:lnTo>
                  <a:lnTo>
                    <a:pt x="1579" y="3421"/>
                  </a:lnTo>
                  <a:lnTo>
                    <a:pt x="1542" y="3400"/>
                  </a:lnTo>
                  <a:lnTo>
                    <a:pt x="357" y="2643"/>
                  </a:lnTo>
                  <a:lnTo>
                    <a:pt x="320" y="2618"/>
                  </a:lnTo>
                  <a:lnTo>
                    <a:pt x="285" y="2588"/>
                  </a:lnTo>
                  <a:lnTo>
                    <a:pt x="251" y="2554"/>
                  </a:lnTo>
                  <a:lnTo>
                    <a:pt x="218" y="2517"/>
                  </a:lnTo>
                  <a:lnTo>
                    <a:pt x="187" y="2477"/>
                  </a:lnTo>
                  <a:lnTo>
                    <a:pt x="157" y="2433"/>
                  </a:lnTo>
                  <a:lnTo>
                    <a:pt x="130" y="2388"/>
                  </a:lnTo>
                  <a:lnTo>
                    <a:pt x="105" y="2341"/>
                  </a:lnTo>
                  <a:lnTo>
                    <a:pt x="81" y="2292"/>
                  </a:lnTo>
                  <a:lnTo>
                    <a:pt x="61" y="2241"/>
                  </a:lnTo>
                  <a:lnTo>
                    <a:pt x="44" y="2190"/>
                  </a:lnTo>
                  <a:lnTo>
                    <a:pt x="29" y="2138"/>
                  </a:lnTo>
                  <a:lnTo>
                    <a:pt x="17" y="2085"/>
                  </a:lnTo>
                  <a:lnTo>
                    <a:pt x="7" y="2033"/>
                  </a:lnTo>
                  <a:lnTo>
                    <a:pt x="3" y="1981"/>
                  </a:lnTo>
                  <a:lnTo>
                    <a:pt x="0" y="1931"/>
                  </a:lnTo>
                  <a:lnTo>
                    <a:pt x="0" y="308"/>
                  </a:lnTo>
                  <a:lnTo>
                    <a:pt x="3" y="260"/>
                  </a:lnTo>
                  <a:lnTo>
                    <a:pt x="7" y="215"/>
                  </a:lnTo>
                  <a:lnTo>
                    <a:pt x="17" y="174"/>
                  </a:lnTo>
                  <a:lnTo>
                    <a:pt x="29" y="137"/>
                  </a:lnTo>
                  <a:lnTo>
                    <a:pt x="44" y="104"/>
                  </a:lnTo>
                  <a:lnTo>
                    <a:pt x="61" y="76"/>
                  </a:lnTo>
                  <a:lnTo>
                    <a:pt x="81" y="51"/>
                  </a:lnTo>
                  <a:lnTo>
                    <a:pt x="105" y="31"/>
                  </a:lnTo>
                  <a:lnTo>
                    <a:pt x="130" y="16"/>
                  </a:lnTo>
                  <a:lnTo>
                    <a:pt x="157" y="5"/>
                  </a:lnTo>
                  <a:lnTo>
                    <a:pt x="187" y="0"/>
                  </a:lnTo>
                  <a:lnTo>
                    <a:pt x="218" y="0"/>
                  </a:lnTo>
                  <a:lnTo>
                    <a:pt x="251" y="3"/>
                  </a:lnTo>
                  <a:lnTo>
                    <a:pt x="285" y="14"/>
                  </a:lnTo>
                  <a:lnTo>
                    <a:pt x="320" y="29"/>
                  </a:lnTo>
                  <a:lnTo>
                    <a:pt x="357" y="49"/>
                  </a:lnTo>
                  <a:close/>
                </a:path>
              </a:pathLst>
            </a:custGeom>
            <a:solidFill>
              <a:srgbClr val="BFBFB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34843" name="Freeform 26"/>
            <p:cNvSpPr>
              <a:spLocks/>
            </p:cNvSpPr>
            <p:nvPr/>
          </p:nvSpPr>
          <p:spPr bwMode="auto">
            <a:xfrm>
              <a:off x="1268" y="1663"/>
              <a:ext cx="393" cy="711"/>
            </a:xfrm>
            <a:custGeom>
              <a:avLst/>
              <a:gdLst>
                <a:gd name="T0" fmla="*/ 3 w 1962"/>
                <a:gd name="T1" fmla="*/ 7 h 3555"/>
                <a:gd name="T2" fmla="*/ 2 w 1962"/>
                <a:gd name="T3" fmla="*/ 7 h 3555"/>
                <a:gd name="T4" fmla="*/ 2 w 1962"/>
                <a:gd name="T5" fmla="*/ 8 h 3555"/>
                <a:gd name="T6" fmla="*/ 1 w 1962"/>
                <a:gd name="T7" fmla="*/ 8 h 3555"/>
                <a:gd name="T8" fmla="*/ 1 w 1962"/>
                <a:gd name="T9" fmla="*/ 9 h 3555"/>
                <a:gd name="T10" fmla="*/ 1 w 1962"/>
                <a:gd name="T11" fmla="*/ 10 h 3555"/>
                <a:gd name="T12" fmla="*/ 0 w 1962"/>
                <a:gd name="T13" fmla="*/ 11 h 3555"/>
                <a:gd name="T14" fmla="*/ 0 w 1962"/>
                <a:gd name="T15" fmla="*/ 12 h 3555"/>
                <a:gd name="T16" fmla="*/ 0 w 1962"/>
                <a:gd name="T17" fmla="*/ 13 h 3555"/>
                <a:gd name="T18" fmla="*/ 0 w 1962"/>
                <a:gd name="T19" fmla="*/ 26 h 3555"/>
                <a:gd name="T20" fmla="*/ 0 w 1962"/>
                <a:gd name="T21" fmla="*/ 27 h 3555"/>
                <a:gd name="T22" fmla="*/ 0 w 1962"/>
                <a:gd name="T23" fmla="*/ 28 h 3555"/>
                <a:gd name="T24" fmla="*/ 1 w 1962"/>
                <a:gd name="T25" fmla="*/ 28 h 3555"/>
                <a:gd name="T26" fmla="*/ 1 w 1962"/>
                <a:gd name="T27" fmla="*/ 28 h 3555"/>
                <a:gd name="T28" fmla="*/ 2 w 1962"/>
                <a:gd name="T29" fmla="*/ 28 h 3555"/>
                <a:gd name="T30" fmla="*/ 2 w 1962"/>
                <a:gd name="T31" fmla="*/ 28 h 3555"/>
                <a:gd name="T32" fmla="*/ 3 w 1962"/>
                <a:gd name="T33" fmla="*/ 28 h 3555"/>
                <a:gd name="T34" fmla="*/ 13 w 1962"/>
                <a:gd name="T35" fmla="*/ 22 h 3555"/>
                <a:gd name="T36" fmla="*/ 13 w 1962"/>
                <a:gd name="T37" fmla="*/ 21 h 3555"/>
                <a:gd name="T38" fmla="*/ 14 w 1962"/>
                <a:gd name="T39" fmla="*/ 21 h 3555"/>
                <a:gd name="T40" fmla="*/ 14 w 1962"/>
                <a:gd name="T41" fmla="*/ 20 h 3555"/>
                <a:gd name="T42" fmla="*/ 15 w 1962"/>
                <a:gd name="T43" fmla="*/ 19 h 3555"/>
                <a:gd name="T44" fmla="*/ 15 w 1962"/>
                <a:gd name="T45" fmla="*/ 18 h 3555"/>
                <a:gd name="T46" fmla="*/ 16 w 1962"/>
                <a:gd name="T47" fmla="*/ 18 h 3555"/>
                <a:gd name="T48" fmla="*/ 16 w 1962"/>
                <a:gd name="T49" fmla="*/ 17 h 3555"/>
                <a:gd name="T50" fmla="*/ 16 w 1962"/>
                <a:gd name="T51" fmla="*/ 16 h 3555"/>
                <a:gd name="T52" fmla="*/ 16 w 1962"/>
                <a:gd name="T53" fmla="*/ 2 h 3555"/>
                <a:gd name="T54" fmla="*/ 16 w 1962"/>
                <a:gd name="T55" fmla="*/ 1 h 3555"/>
                <a:gd name="T56" fmla="*/ 15 w 1962"/>
                <a:gd name="T57" fmla="*/ 1 h 3555"/>
                <a:gd name="T58" fmla="*/ 15 w 1962"/>
                <a:gd name="T59" fmla="*/ 0 h 3555"/>
                <a:gd name="T60" fmla="*/ 15 w 1962"/>
                <a:gd name="T61" fmla="*/ 0 h 3555"/>
                <a:gd name="T62" fmla="*/ 14 w 1962"/>
                <a:gd name="T63" fmla="*/ 0 h 3555"/>
                <a:gd name="T64" fmla="*/ 14 w 1962"/>
                <a:gd name="T65" fmla="*/ 0 h 3555"/>
                <a:gd name="T66" fmla="*/ 13 w 1962"/>
                <a:gd name="T67" fmla="*/ 0 h 3555"/>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962"/>
                <a:gd name="T103" fmla="*/ 0 h 3555"/>
                <a:gd name="T104" fmla="*/ 1962 w 1962"/>
                <a:gd name="T105" fmla="*/ 3555 h 3555"/>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962" h="3555">
                  <a:moveTo>
                    <a:pt x="1594" y="50"/>
                  </a:moveTo>
                  <a:lnTo>
                    <a:pt x="368" y="831"/>
                  </a:lnTo>
                  <a:lnTo>
                    <a:pt x="330" y="858"/>
                  </a:lnTo>
                  <a:lnTo>
                    <a:pt x="294" y="888"/>
                  </a:lnTo>
                  <a:lnTo>
                    <a:pt x="259" y="922"/>
                  </a:lnTo>
                  <a:lnTo>
                    <a:pt x="225" y="961"/>
                  </a:lnTo>
                  <a:lnTo>
                    <a:pt x="193" y="1003"/>
                  </a:lnTo>
                  <a:lnTo>
                    <a:pt x="163" y="1047"/>
                  </a:lnTo>
                  <a:lnTo>
                    <a:pt x="133" y="1094"/>
                  </a:lnTo>
                  <a:lnTo>
                    <a:pt x="108" y="1143"/>
                  </a:lnTo>
                  <a:lnTo>
                    <a:pt x="84" y="1193"/>
                  </a:lnTo>
                  <a:lnTo>
                    <a:pt x="63" y="1246"/>
                  </a:lnTo>
                  <a:lnTo>
                    <a:pt x="44" y="1299"/>
                  </a:lnTo>
                  <a:lnTo>
                    <a:pt x="29" y="1353"/>
                  </a:lnTo>
                  <a:lnTo>
                    <a:pt x="16" y="1405"/>
                  </a:lnTo>
                  <a:lnTo>
                    <a:pt x="7" y="1459"/>
                  </a:lnTo>
                  <a:lnTo>
                    <a:pt x="2" y="1512"/>
                  </a:lnTo>
                  <a:lnTo>
                    <a:pt x="0" y="1565"/>
                  </a:lnTo>
                  <a:lnTo>
                    <a:pt x="0" y="3237"/>
                  </a:lnTo>
                  <a:lnTo>
                    <a:pt x="2" y="3287"/>
                  </a:lnTo>
                  <a:lnTo>
                    <a:pt x="7" y="3333"/>
                  </a:lnTo>
                  <a:lnTo>
                    <a:pt x="16" y="3375"/>
                  </a:lnTo>
                  <a:lnTo>
                    <a:pt x="29" y="3413"/>
                  </a:lnTo>
                  <a:lnTo>
                    <a:pt x="44" y="3447"/>
                  </a:lnTo>
                  <a:lnTo>
                    <a:pt x="63" y="3477"/>
                  </a:lnTo>
                  <a:lnTo>
                    <a:pt x="84" y="3502"/>
                  </a:lnTo>
                  <a:lnTo>
                    <a:pt x="108" y="3522"/>
                  </a:lnTo>
                  <a:lnTo>
                    <a:pt x="133" y="3538"/>
                  </a:lnTo>
                  <a:lnTo>
                    <a:pt x="163" y="3549"/>
                  </a:lnTo>
                  <a:lnTo>
                    <a:pt x="193" y="3555"/>
                  </a:lnTo>
                  <a:lnTo>
                    <a:pt x="225" y="3555"/>
                  </a:lnTo>
                  <a:lnTo>
                    <a:pt x="259" y="3550"/>
                  </a:lnTo>
                  <a:lnTo>
                    <a:pt x="294" y="3541"/>
                  </a:lnTo>
                  <a:lnTo>
                    <a:pt x="330" y="3524"/>
                  </a:lnTo>
                  <a:lnTo>
                    <a:pt x="368" y="3503"/>
                  </a:lnTo>
                  <a:lnTo>
                    <a:pt x="1594" y="2722"/>
                  </a:lnTo>
                  <a:lnTo>
                    <a:pt x="1632" y="2696"/>
                  </a:lnTo>
                  <a:lnTo>
                    <a:pt x="1668" y="2665"/>
                  </a:lnTo>
                  <a:lnTo>
                    <a:pt x="1703" y="2631"/>
                  </a:lnTo>
                  <a:lnTo>
                    <a:pt x="1737" y="2592"/>
                  </a:lnTo>
                  <a:lnTo>
                    <a:pt x="1769" y="2551"/>
                  </a:lnTo>
                  <a:lnTo>
                    <a:pt x="1799" y="2506"/>
                  </a:lnTo>
                  <a:lnTo>
                    <a:pt x="1829" y="2460"/>
                  </a:lnTo>
                  <a:lnTo>
                    <a:pt x="1854" y="2411"/>
                  </a:lnTo>
                  <a:lnTo>
                    <a:pt x="1878" y="2361"/>
                  </a:lnTo>
                  <a:lnTo>
                    <a:pt x="1899" y="2308"/>
                  </a:lnTo>
                  <a:lnTo>
                    <a:pt x="1918" y="2256"/>
                  </a:lnTo>
                  <a:lnTo>
                    <a:pt x="1933" y="2202"/>
                  </a:lnTo>
                  <a:lnTo>
                    <a:pt x="1946" y="2149"/>
                  </a:lnTo>
                  <a:lnTo>
                    <a:pt x="1955" y="2095"/>
                  </a:lnTo>
                  <a:lnTo>
                    <a:pt x="1960" y="2042"/>
                  </a:lnTo>
                  <a:lnTo>
                    <a:pt x="1962" y="1989"/>
                  </a:lnTo>
                  <a:lnTo>
                    <a:pt x="1962" y="319"/>
                  </a:lnTo>
                  <a:lnTo>
                    <a:pt x="1960" y="269"/>
                  </a:lnTo>
                  <a:lnTo>
                    <a:pt x="1955" y="223"/>
                  </a:lnTo>
                  <a:lnTo>
                    <a:pt x="1946" y="180"/>
                  </a:lnTo>
                  <a:lnTo>
                    <a:pt x="1933" y="143"/>
                  </a:lnTo>
                  <a:lnTo>
                    <a:pt x="1918" y="109"/>
                  </a:lnTo>
                  <a:lnTo>
                    <a:pt x="1899" y="79"/>
                  </a:lnTo>
                  <a:lnTo>
                    <a:pt x="1878" y="54"/>
                  </a:lnTo>
                  <a:lnTo>
                    <a:pt x="1854" y="33"/>
                  </a:lnTo>
                  <a:lnTo>
                    <a:pt x="1829" y="17"/>
                  </a:lnTo>
                  <a:lnTo>
                    <a:pt x="1799" y="7"/>
                  </a:lnTo>
                  <a:lnTo>
                    <a:pt x="1769" y="0"/>
                  </a:lnTo>
                  <a:lnTo>
                    <a:pt x="1737" y="0"/>
                  </a:lnTo>
                  <a:lnTo>
                    <a:pt x="1703" y="4"/>
                  </a:lnTo>
                  <a:lnTo>
                    <a:pt x="1668" y="14"/>
                  </a:lnTo>
                  <a:lnTo>
                    <a:pt x="1632" y="29"/>
                  </a:lnTo>
                  <a:lnTo>
                    <a:pt x="1594" y="50"/>
                  </a:lnTo>
                  <a:close/>
                </a:path>
              </a:pathLst>
            </a:custGeom>
            <a:solidFill>
              <a:srgbClr val="E5E5E5"/>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34844" name="Freeform 27"/>
            <p:cNvSpPr>
              <a:spLocks noEditPoints="1"/>
            </p:cNvSpPr>
            <p:nvPr/>
          </p:nvSpPr>
          <p:spPr bwMode="auto">
            <a:xfrm>
              <a:off x="916" y="1589"/>
              <a:ext cx="697" cy="698"/>
            </a:xfrm>
            <a:custGeom>
              <a:avLst/>
              <a:gdLst>
                <a:gd name="T0" fmla="*/ 16 w 3485"/>
                <a:gd name="T1" fmla="*/ 0 h 3490"/>
                <a:gd name="T2" fmla="*/ 17 w 3485"/>
                <a:gd name="T3" fmla="*/ 2 h 3490"/>
                <a:gd name="T4" fmla="*/ 17 w 3485"/>
                <a:gd name="T5" fmla="*/ 3 h 3490"/>
                <a:gd name="T6" fmla="*/ 14 w 3485"/>
                <a:gd name="T7" fmla="*/ 4 h 3490"/>
                <a:gd name="T8" fmla="*/ 12 w 3485"/>
                <a:gd name="T9" fmla="*/ 4 h 3490"/>
                <a:gd name="T10" fmla="*/ 11 w 3485"/>
                <a:gd name="T11" fmla="*/ 2 h 3490"/>
                <a:gd name="T12" fmla="*/ 11 w 3485"/>
                <a:gd name="T13" fmla="*/ 1 h 3490"/>
                <a:gd name="T14" fmla="*/ 14 w 3485"/>
                <a:gd name="T15" fmla="*/ 0 h 3490"/>
                <a:gd name="T16" fmla="*/ 3 w 3485"/>
                <a:gd name="T17" fmla="*/ 7 h 3490"/>
                <a:gd name="T18" fmla="*/ 4 w 3485"/>
                <a:gd name="T19" fmla="*/ 9 h 3490"/>
                <a:gd name="T20" fmla="*/ 3 w 3485"/>
                <a:gd name="T21" fmla="*/ 12 h 3490"/>
                <a:gd name="T22" fmla="*/ 2 w 3485"/>
                <a:gd name="T23" fmla="*/ 13 h 3490"/>
                <a:gd name="T24" fmla="*/ 1 w 3485"/>
                <a:gd name="T25" fmla="*/ 12 h 3490"/>
                <a:gd name="T26" fmla="*/ 0 w 3485"/>
                <a:gd name="T27" fmla="*/ 10 h 3490"/>
                <a:gd name="T28" fmla="*/ 0 w 3485"/>
                <a:gd name="T29" fmla="*/ 8 h 3490"/>
                <a:gd name="T30" fmla="*/ 2 w 3485"/>
                <a:gd name="T31" fmla="*/ 6 h 3490"/>
                <a:gd name="T32" fmla="*/ 10 w 3485"/>
                <a:gd name="T33" fmla="*/ 20 h 3490"/>
                <a:gd name="T34" fmla="*/ 11 w 3485"/>
                <a:gd name="T35" fmla="*/ 22 h 3490"/>
                <a:gd name="T36" fmla="*/ 11 w 3485"/>
                <a:gd name="T37" fmla="*/ 25 h 3490"/>
                <a:gd name="T38" fmla="*/ 10 w 3485"/>
                <a:gd name="T39" fmla="*/ 27 h 3490"/>
                <a:gd name="T40" fmla="*/ 8 w 3485"/>
                <a:gd name="T41" fmla="*/ 26 h 3490"/>
                <a:gd name="T42" fmla="*/ 7 w 3485"/>
                <a:gd name="T43" fmla="*/ 24 h 3490"/>
                <a:gd name="T44" fmla="*/ 7 w 3485"/>
                <a:gd name="T45" fmla="*/ 22 h 3490"/>
                <a:gd name="T46" fmla="*/ 8 w 3485"/>
                <a:gd name="T47" fmla="*/ 20 h 3490"/>
                <a:gd name="T48" fmla="*/ 20 w 3485"/>
                <a:gd name="T49" fmla="*/ 21 h 3490"/>
                <a:gd name="T50" fmla="*/ 21 w 3485"/>
                <a:gd name="T51" fmla="*/ 23 h 3490"/>
                <a:gd name="T52" fmla="*/ 21 w 3485"/>
                <a:gd name="T53" fmla="*/ 26 h 3490"/>
                <a:gd name="T54" fmla="*/ 20 w 3485"/>
                <a:gd name="T55" fmla="*/ 28 h 3490"/>
                <a:gd name="T56" fmla="*/ 18 w 3485"/>
                <a:gd name="T57" fmla="*/ 28 h 3490"/>
                <a:gd name="T58" fmla="*/ 17 w 3485"/>
                <a:gd name="T59" fmla="*/ 26 h 3490"/>
                <a:gd name="T60" fmla="*/ 17 w 3485"/>
                <a:gd name="T61" fmla="*/ 23 h 3490"/>
                <a:gd name="T62" fmla="*/ 18 w 3485"/>
                <a:gd name="T63" fmla="*/ 21 h 3490"/>
                <a:gd name="T64" fmla="*/ 19 w 3485"/>
                <a:gd name="T65" fmla="*/ 11 h 3490"/>
                <a:gd name="T66" fmla="*/ 20 w 3485"/>
                <a:gd name="T67" fmla="*/ 13 h 3490"/>
                <a:gd name="T68" fmla="*/ 21 w 3485"/>
                <a:gd name="T69" fmla="*/ 15 h 3490"/>
                <a:gd name="T70" fmla="*/ 20 w 3485"/>
                <a:gd name="T71" fmla="*/ 17 h 3490"/>
                <a:gd name="T72" fmla="*/ 18 w 3485"/>
                <a:gd name="T73" fmla="*/ 17 h 3490"/>
                <a:gd name="T74" fmla="*/ 17 w 3485"/>
                <a:gd name="T75" fmla="*/ 16 h 3490"/>
                <a:gd name="T76" fmla="*/ 17 w 3485"/>
                <a:gd name="T77" fmla="*/ 13 h 3490"/>
                <a:gd name="T78" fmla="*/ 18 w 3485"/>
                <a:gd name="T79" fmla="*/ 11 h 3490"/>
                <a:gd name="T80" fmla="*/ 26 w 3485"/>
                <a:gd name="T81" fmla="*/ 7 h 3490"/>
                <a:gd name="T82" fmla="*/ 27 w 3485"/>
                <a:gd name="T83" fmla="*/ 8 h 3490"/>
                <a:gd name="T84" fmla="*/ 27 w 3485"/>
                <a:gd name="T85" fmla="*/ 11 h 3490"/>
                <a:gd name="T86" fmla="*/ 26 w 3485"/>
                <a:gd name="T87" fmla="*/ 13 h 3490"/>
                <a:gd name="T88" fmla="*/ 25 w 3485"/>
                <a:gd name="T89" fmla="*/ 13 h 3490"/>
                <a:gd name="T90" fmla="*/ 24 w 3485"/>
                <a:gd name="T91" fmla="*/ 12 h 3490"/>
                <a:gd name="T92" fmla="*/ 24 w 3485"/>
                <a:gd name="T93" fmla="*/ 9 h 3490"/>
                <a:gd name="T94" fmla="*/ 24 w 3485"/>
                <a:gd name="T95" fmla="*/ 7 h 3490"/>
                <a:gd name="T96" fmla="*/ 26 w 3485"/>
                <a:gd name="T97" fmla="*/ 17 h 3490"/>
                <a:gd name="T98" fmla="*/ 27 w 3485"/>
                <a:gd name="T99" fmla="*/ 18 h 3490"/>
                <a:gd name="T100" fmla="*/ 28 w 3485"/>
                <a:gd name="T101" fmla="*/ 21 h 3490"/>
                <a:gd name="T102" fmla="*/ 27 w 3485"/>
                <a:gd name="T103" fmla="*/ 23 h 3490"/>
                <a:gd name="T104" fmla="*/ 26 w 3485"/>
                <a:gd name="T105" fmla="*/ 24 h 3490"/>
                <a:gd name="T106" fmla="*/ 24 w 3485"/>
                <a:gd name="T107" fmla="*/ 23 h 3490"/>
                <a:gd name="T108" fmla="*/ 24 w 3485"/>
                <a:gd name="T109" fmla="*/ 20 h 3490"/>
                <a:gd name="T110" fmla="*/ 25 w 3485"/>
                <a:gd name="T111" fmla="*/ 18 h 3490"/>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w 3485"/>
                <a:gd name="T169" fmla="*/ 0 h 3490"/>
                <a:gd name="T170" fmla="*/ 3485 w 3485"/>
                <a:gd name="T171" fmla="*/ 3490 h 3490"/>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T168" t="T169" r="T170" b="T171"/>
              <a:pathLst>
                <a:path w="3485" h="3490">
                  <a:moveTo>
                    <a:pt x="1754" y="0"/>
                  </a:moveTo>
                  <a:lnTo>
                    <a:pt x="1797" y="2"/>
                  </a:lnTo>
                  <a:lnTo>
                    <a:pt x="1840" y="5"/>
                  </a:lnTo>
                  <a:lnTo>
                    <a:pt x="1881" y="12"/>
                  </a:lnTo>
                  <a:lnTo>
                    <a:pt x="1921" y="20"/>
                  </a:lnTo>
                  <a:lnTo>
                    <a:pt x="1959" y="31"/>
                  </a:lnTo>
                  <a:lnTo>
                    <a:pt x="1994" y="44"/>
                  </a:lnTo>
                  <a:lnTo>
                    <a:pt x="2028" y="59"/>
                  </a:lnTo>
                  <a:lnTo>
                    <a:pt x="2058" y="74"/>
                  </a:lnTo>
                  <a:lnTo>
                    <a:pt x="2086" y="93"/>
                  </a:lnTo>
                  <a:lnTo>
                    <a:pt x="2111" y="113"/>
                  </a:lnTo>
                  <a:lnTo>
                    <a:pt x="2132" y="133"/>
                  </a:lnTo>
                  <a:lnTo>
                    <a:pt x="2151" y="155"/>
                  </a:lnTo>
                  <a:lnTo>
                    <a:pt x="2165" y="179"/>
                  </a:lnTo>
                  <a:lnTo>
                    <a:pt x="2175" y="203"/>
                  </a:lnTo>
                  <a:lnTo>
                    <a:pt x="2182" y="229"/>
                  </a:lnTo>
                  <a:lnTo>
                    <a:pt x="2185" y="255"/>
                  </a:lnTo>
                  <a:lnTo>
                    <a:pt x="2182" y="281"/>
                  </a:lnTo>
                  <a:lnTo>
                    <a:pt x="2175" y="305"/>
                  </a:lnTo>
                  <a:lnTo>
                    <a:pt x="2165" y="330"/>
                  </a:lnTo>
                  <a:lnTo>
                    <a:pt x="2151" y="353"/>
                  </a:lnTo>
                  <a:lnTo>
                    <a:pt x="2132" y="376"/>
                  </a:lnTo>
                  <a:lnTo>
                    <a:pt x="2111" y="397"/>
                  </a:lnTo>
                  <a:lnTo>
                    <a:pt x="2086" y="417"/>
                  </a:lnTo>
                  <a:lnTo>
                    <a:pt x="2058" y="434"/>
                  </a:lnTo>
                  <a:lnTo>
                    <a:pt x="2028" y="451"/>
                  </a:lnTo>
                  <a:lnTo>
                    <a:pt x="1994" y="466"/>
                  </a:lnTo>
                  <a:lnTo>
                    <a:pt x="1959" y="479"/>
                  </a:lnTo>
                  <a:lnTo>
                    <a:pt x="1921" y="489"/>
                  </a:lnTo>
                  <a:lnTo>
                    <a:pt x="1881" y="498"/>
                  </a:lnTo>
                  <a:lnTo>
                    <a:pt x="1840" y="505"/>
                  </a:lnTo>
                  <a:lnTo>
                    <a:pt x="1797" y="508"/>
                  </a:lnTo>
                  <a:lnTo>
                    <a:pt x="1754" y="509"/>
                  </a:lnTo>
                  <a:lnTo>
                    <a:pt x="1710" y="508"/>
                  </a:lnTo>
                  <a:lnTo>
                    <a:pt x="1667" y="505"/>
                  </a:lnTo>
                  <a:lnTo>
                    <a:pt x="1626" y="498"/>
                  </a:lnTo>
                  <a:lnTo>
                    <a:pt x="1586" y="489"/>
                  </a:lnTo>
                  <a:lnTo>
                    <a:pt x="1548" y="479"/>
                  </a:lnTo>
                  <a:lnTo>
                    <a:pt x="1512" y="466"/>
                  </a:lnTo>
                  <a:lnTo>
                    <a:pt x="1479" y="451"/>
                  </a:lnTo>
                  <a:lnTo>
                    <a:pt x="1449" y="434"/>
                  </a:lnTo>
                  <a:lnTo>
                    <a:pt x="1421" y="417"/>
                  </a:lnTo>
                  <a:lnTo>
                    <a:pt x="1395" y="397"/>
                  </a:lnTo>
                  <a:lnTo>
                    <a:pt x="1374" y="376"/>
                  </a:lnTo>
                  <a:lnTo>
                    <a:pt x="1355" y="353"/>
                  </a:lnTo>
                  <a:lnTo>
                    <a:pt x="1341" y="330"/>
                  </a:lnTo>
                  <a:lnTo>
                    <a:pt x="1331" y="305"/>
                  </a:lnTo>
                  <a:lnTo>
                    <a:pt x="1324" y="281"/>
                  </a:lnTo>
                  <a:lnTo>
                    <a:pt x="1321" y="255"/>
                  </a:lnTo>
                  <a:lnTo>
                    <a:pt x="1324" y="229"/>
                  </a:lnTo>
                  <a:lnTo>
                    <a:pt x="1331" y="203"/>
                  </a:lnTo>
                  <a:lnTo>
                    <a:pt x="1341" y="179"/>
                  </a:lnTo>
                  <a:lnTo>
                    <a:pt x="1355" y="155"/>
                  </a:lnTo>
                  <a:lnTo>
                    <a:pt x="1374" y="133"/>
                  </a:lnTo>
                  <a:lnTo>
                    <a:pt x="1395" y="113"/>
                  </a:lnTo>
                  <a:lnTo>
                    <a:pt x="1421" y="93"/>
                  </a:lnTo>
                  <a:lnTo>
                    <a:pt x="1449" y="74"/>
                  </a:lnTo>
                  <a:lnTo>
                    <a:pt x="1479" y="59"/>
                  </a:lnTo>
                  <a:lnTo>
                    <a:pt x="1512" y="44"/>
                  </a:lnTo>
                  <a:lnTo>
                    <a:pt x="1548" y="31"/>
                  </a:lnTo>
                  <a:lnTo>
                    <a:pt x="1586" y="20"/>
                  </a:lnTo>
                  <a:lnTo>
                    <a:pt x="1626" y="12"/>
                  </a:lnTo>
                  <a:lnTo>
                    <a:pt x="1667" y="5"/>
                  </a:lnTo>
                  <a:lnTo>
                    <a:pt x="1710" y="2"/>
                  </a:lnTo>
                  <a:lnTo>
                    <a:pt x="1754" y="0"/>
                  </a:lnTo>
                  <a:close/>
                  <a:moveTo>
                    <a:pt x="239" y="786"/>
                  </a:moveTo>
                  <a:lnTo>
                    <a:pt x="263" y="788"/>
                  </a:lnTo>
                  <a:lnTo>
                    <a:pt x="287" y="794"/>
                  </a:lnTo>
                  <a:lnTo>
                    <a:pt x="309" y="805"/>
                  </a:lnTo>
                  <a:lnTo>
                    <a:pt x="331" y="819"/>
                  </a:lnTo>
                  <a:lnTo>
                    <a:pt x="352" y="836"/>
                  </a:lnTo>
                  <a:lnTo>
                    <a:pt x="372" y="857"/>
                  </a:lnTo>
                  <a:lnTo>
                    <a:pt x="390" y="882"/>
                  </a:lnTo>
                  <a:lnTo>
                    <a:pt x="407" y="909"/>
                  </a:lnTo>
                  <a:lnTo>
                    <a:pt x="423" y="940"/>
                  </a:lnTo>
                  <a:lnTo>
                    <a:pt x="437" y="971"/>
                  </a:lnTo>
                  <a:lnTo>
                    <a:pt x="448" y="1006"/>
                  </a:lnTo>
                  <a:lnTo>
                    <a:pt x="459" y="1043"/>
                  </a:lnTo>
                  <a:lnTo>
                    <a:pt x="467" y="1081"/>
                  </a:lnTo>
                  <a:lnTo>
                    <a:pt x="473" y="1121"/>
                  </a:lnTo>
                  <a:lnTo>
                    <a:pt x="476" y="1163"/>
                  </a:lnTo>
                  <a:lnTo>
                    <a:pt x="478" y="1206"/>
                  </a:lnTo>
                  <a:lnTo>
                    <a:pt x="476" y="1248"/>
                  </a:lnTo>
                  <a:lnTo>
                    <a:pt x="473" y="1290"/>
                  </a:lnTo>
                  <a:lnTo>
                    <a:pt x="467" y="1330"/>
                  </a:lnTo>
                  <a:lnTo>
                    <a:pt x="459" y="1367"/>
                  </a:lnTo>
                  <a:lnTo>
                    <a:pt x="448" y="1405"/>
                  </a:lnTo>
                  <a:lnTo>
                    <a:pt x="437" y="1439"/>
                  </a:lnTo>
                  <a:lnTo>
                    <a:pt x="423" y="1472"/>
                  </a:lnTo>
                  <a:lnTo>
                    <a:pt x="407" y="1501"/>
                  </a:lnTo>
                  <a:lnTo>
                    <a:pt x="390" y="1528"/>
                  </a:lnTo>
                  <a:lnTo>
                    <a:pt x="372" y="1553"/>
                  </a:lnTo>
                  <a:lnTo>
                    <a:pt x="352" y="1574"/>
                  </a:lnTo>
                  <a:lnTo>
                    <a:pt x="331" y="1591"/>
                  </a:lnTo>
                  <a:lnTo>
                    <a:pt x="309" y="1605"/>
                  </a:lnTo>
                  <a:lnTo>
                    <a:pt x="287" y="1616"/>
                  </a:lnTo>
                  <a:lnTo>
                    <a:pt x="263" y="1622"/>
                  </a:lnTo>
                  <a:lnTo>
                    <a:pt x="239" y="1624"/>
                  </a:lnTo>
                  <a:lnTo>
                    <a:pt x="214" y="1622"/>
                  </a:lnTo>
                  <a:lnTo>
                    <a:pt x="191" y="1616"/>
                  </a:lnTo>
                  <a:lnTo>
                    <a:pt x="168" y="1605"/>
                  </a:lnTo>
                  <a:lnTo>
                    <a:pt x="146" y="1591"/>
                  </a:lnTo>
                  <a:lnTo>
                    <a:pt x="125" y="1574"/>
                  </a:lnTo>
                  <a:lnTo>
                    <a:pt x="105" y="1553"/>
                  </a:lnTo>
                  <a:lnTo>
                    <a:pt x="87" y="1528"/>
                  </a:lnTo>
                  <a:lnTo>
                    <a:pt x="70" y="1501"/>
                  </a:lnTo>
                  <a:lnTo>
                    <a:pt x="55" y="1472"/>
                  </a:lnTo>
                  <a:lnTo>
                    <a:pt x="41" y="1439"/>
                  </a:lnTo>
                  <a:lnTo>
                    <a:pt x="29" y="1405"/>
                  </a:lnTo>
                  <a:lnTo>
                    <a:pt x="18" y="1367"/>
                  </a:lnTo>
                  <a:lnTo>
                    <a:pt x="10" y="1330"/>
                  </a:lnTo>
                  <a:lnTo>
                    <a:pt x="4" y="1290"/>
                  </a:lnTo>
                  <a:lnTo>
                    <a:pt x="1" y="1248"/>
                  </a:lnTo>
                  <a:lnTo>
                    <a:pt x="0" y="1206"/>
                  </a:lnTo>
                  <a:lnTo>
                    <a:pt x="1" y="1163"/>
                  </a:lnTo>
                  <a:lnTo>
                    <a:pt x="4" y="1121"/>
                  </a:lnTo>
                  <a:lnTo>
                    <a:pt x="10" y="1081"/>
                  </a:lnTo>
                  <a:lnTo>
                    <a:pt x="18" y="1043"/>
                  </a:lnTo>
                  <a:lnTo>
                    <a:pt x="29" y="1006"/>
                  </a:lnTo>
                  <a:lnTo>
                    <a:pt x="41" y="971"/>
                  </a:lnTo>
                  <a:lnTo>
                    <a:pt x="55" y="940"/>
                  </a:lnTo>
                  <a:lnTo>
                    <a:pt x="70" y="909"/>
                  </a:lnTo>
                  <a:lnTo>
                    <a:pt x="87" y="882"/>
                  </a:lnTo>
                  <a:lnTo>
                    <a:pt x="105" y="857"/>
                  </a:lnTo>
                  <a:lnTo>
                    <a:pt x="125" y="836"/>
                  </a:lnTo>
                  <a:lnTo>
                    <a:pt x="146" y="819"/>
                  </a:lnTo>
                  <a:lnTo>
                    <a:pt x="168" y="805"/>
                  </a:lnTo>
                  <a:lnTo>
                    <a:pt x="191" y="794"/>
                  </a:lnTo>
                  <a:lnTo>
                    <a:pt x="214" y="788"/>
                  </a:lnTo>
                  <a:lnTo>
                    <a:pt x="239" y="786"/>
                  </a:lnTo>
                  <a:close/>
                  <a:moveTo>
                    <a:pt x="1119" y="2495"/>
                  </a:moveTo>
                  <a:lnTo>
                    <a:pt x="1143" y="2498"/>
                  </a:lnTo>
                  <a:lnTo>
                    <a:pt x="1167" y="2504"/>
                  </a:lnTo>
                  <a:lnTo>
                    <a:pt x="1190" y="2514"/>
                  </a:lnTo>
                  <a:lnTo>
                    <a:pt x="1211" y="2528"/>
                  </a:lnTo>
                  <a:lnTo>
                    <a:pt x="1232" y="2546"/>
                  </a:lnTo>
                  <a:lnTo>
                    <a:pt x="1252" y="2567"/>
                  </a:lnTo>
                  <a:lnTo>
                    <a:pt x="1271" y="2592"/>
                  </a:lnTo>
                  <a:lnTo>
                    <a:pt x="1288" y="2618"/>
                  </a:lnTo>
                  <a:lnTo>
                    <a:pt x="1304" y="2648"/>
                  </a:lnTo>
                  <a:lnTo>
                    <a:pt x="1318" y="2681"/>
                  </a:lnTo>
                  <a:lnTo>
                    <a:pt x="1329" y="2715"/>
                  </a:lnTo>
                  <a:lnTo>
                    <a:pt x="1340" y="2752"/>
                  </a:lnTo>
                  <a:lnTo>
                    <a:pt x="1348" y="2790"/>
                  </a:lnTo>
                  <a:lnTo>
                    <a:pt x="1354" y="2830"/>
                  </a:lnTo>
                  <a:lnTo>
                    <a:pt x="1358" y="2872"/>
                  </a:lnTo>
                  <a:lnTo>
                    <a:pt x="1359" y="2914"/>
                  </a:lnTo>
                  <a:lnTo>
                    <a:pt x="1358" y="2956"/>
                  </a:lnTo>
                  <a:lnTo>
                    <a:pt x="1354" y="2998"/>
                  </a:lnTo>
                  <a:lnTo>
                    <a:pt x="1348" y="3038"/>
                  </a:lnTo>
                  <a:lnTo>
                    <a:pt x="1340" y="3077"/>
                  </a:lnTo>
                  <a:lnTo>
                    <a:pt x="1329" y="3113"/>
                  </a:lnTo>
                  <a:lnTo>
                    <a:pt x="1318" y="3147"/>
                  </a:lnTo>
                  <a:lnTo>
                    <a:pt x="1304" y="3180"/>
                  </a:lnTo>
                  <a:lnTo>
                    <a:pt x="1288" y="3209"/>
                  </a:lnTo>
                  <a:lnTo>
                    <a:pt x="1271" y="3238"/>
                  </a:lnTo>
                  <a:lnTo>
                    <a:pt x="1252" y="3261"/>
                  </a:lnTo>
                  <a:lnTo>
                    <a:pt x="1232" y="3282"/>
                  </a:lnTo>
                  <a:lnTo>
                    <a:pt x="1211" y="3301"/>
                  </a:lnTo>
                  <a:lnTo>
                    <a:pt x="1190" y="3315"/>
                  </a:lnTo>
                  <a:lnTo>
                    <a:pt x="1167" y="3325"/>
                  </a:lnTo>
                  <a:lnTo>
                    <a:pt x="1143" y="3331"/>
                  </a:lnTo>
                  <a:lnTo>
                    <a:pt x="1119" y="3334"/>
                  </a:lnTo>
                  <a:lnTo>
                    <a:pt x="1094" y="3331"/>
                  </a:lnTo>
                  <a:lnTo>
                    <a:pt x="1070" y="3325"/>
                  </a:lnTo>
                  <a:lnTo>
                    <a:pt x="1048" y="3315"/>
                  </a:lnTo>
                  <a:lnTo>
                    <a:pt x="1026" y="3301"/>
                  </a:lnTo>
                  <a:lnTo>
                    <a:pt x="1005" y="3282"/>
                  </a:lnTo>
                  <a:lnTo>
                    <a:pt x="985" y="3261"/>
                  </a:lnTo>
                  <a:lnTo>
                    <a:pt x="967" y="3238"/>
                  </a:lnTo>
                  <a:lnTo>
                    <a:pt x="950" y="3209"/>
                  </a:lnTo>
                  <a:lnTo>
                    <a:pt x="935" y="3180"/>
                  </a:lnTo>
                  <a:lnTo>
                    <a:pt x="921" y="3147"/>
                  </a:lnTo>
                  <a:lnTo>
                    <a:pt x="909" y="3113"/>
                  </a:lnTo>
                  <a:lnTo>
                    <a:pt x="898" y="3077"/>
                  </a:lnTo>
                  <a:lnTo>
                    <a:pt x="890" y="3038"/>
                  </a:lnTo>
                  <a:lnTo>
                    <a:pt x="884" y="2998"/>
                  </a:lnTo>
                  <a:lnTo>
                    <a:pt x="881" y="2956"/>
                  </a:lnTo>
                  <a:lnTo>
                    <a:pt x="880" y="2914"/>
                  </a:lnTo>
                  <a:lnTo>
                    <a:pt x="881" y="2872"/>
                  </a:lnTo>
                  <a:lnTo>
                    <a:pt x="884" y="2830"/>
                  </a:lnTo>
                  <a:lnTo>
                    <a:pt x="890" y="2790"/>
                  </a:lnTo>
                  <a:lnTo>
                    <a:pt x="898" y="2752"/>
                  </a:lnTo>
                  <a:lnTo>
                    <a:pt x="909" y="2715"/>
                  </a:lnTo>
                  <a:lnTo>
                    <a:pt x="921" y="2681"/>
                  </a:lnTo>
                  <a:lnTo>
                    <a:pt x="935" y="2648"/>
                  </a:lnTo>
                  <a:lnTo>
                    <a:pt x="950" y="2618"/>
                  </a:lnTo>
                  <a:lnTo>
                    <a:pt x="967" y="2592"/>
                  </a:lnTo>
                  <a:lnTo>
                    <a:pt x="985" y="2567"/>
                  </a:lnTo>
                  <a:lnTo>
                    <a:pt x="1005" y="2546"/>
                  </a:lnTo>
                  <a:lnTo>
                    <a:pt x="1026" y="2528"/>
                  </a:lnTo>
                  <a:lnTo>
                    <a:pt x="1048" y="2514"/>
                  </a:lnTo>
                  <a:lnTo>
                    <a:pt x="1070" y="2504"/>
                  </a:lnTo>
                  <a:lnTo>
                    <a:pt x="1094" y="2498"/>
                  </a:lnTo>
                  <a:lnTo>
                    <a:pt x="1119" y="2495"/>
                  </a:lnTo>
                  <a:close/>
                  <a:moveTo>
                    <a:pt x="2380" y="2651"/>
                  </a:moveTo>
                  <a:lnTo>
                    <a:pt x="2405" y="2654"/>
                  </a:lnTo>
                  <a:lnTo>
                    <a:pt x="2428" y="2660"/>
                  </a:lnTo>
                  <a:lnTo>
                    <a:pt x="2452" y="2670"/>
                  </a:lnTo>
                  <a:lnTo>
                    <a:pt x="2473" y="2684"/>
                  </a:lnTo>
                  <a:lnTo>
                    <a:pt x="2494" y="2703"/>
                  </a:lnTo>
                  <a:lnTo>
                    <a:pt x="2514" y="2724"/>
                  </a:lnTo>
                  <a:lnTo>
                    <a:pt x="2533" y="2747"/>
                  </a:lnTo>
                  <a:lnTo>
                    <a:pt x="2550" y="2774"/>
                  </a:lnTo>
                  <a:lnTo>
                    <a:pt x="2565" y="2805"/>
                  </a:lnTo>
                  <a:lnTo>
                    <a:pt x="2580" y="2838"/>
                  </a:lnTo>
                  <a:lnTo>
                    <a:pt x="2591" y="2872"/>
                  </a:lnTo>
                  <a:lnTo>
                    <a:pt x="2602" y="2908"/>
                  </a:lnTo>
                  <a:lnTo>
                    <a:pt x="2610" y="2947"/>
                  </a:lnTo>
                  <a:lnTo>
                    <a:pt x="2616" y="2987"/>
                  </a:lnTo>
                  <a:lnTo>
                    <a:pt x="2619" y="3029"/>
                  </a:lnTo>
                  <a:lnTo>
                    <a:pt x="2621" y="3071"/>
                  </a:lnTo>
                  <a:lnTo>
                    <a:pt x="2619" y="3113"/>
                  </a:lnTo>
                  <a:lnTo>
                    <a:pt x="2616" y="3155"/>
                  </a:lnTo>
                  <a:lnTo>
                    <a:pt x="2610" y="3195"/>
                  </a:lnTo>
                  <a:lnTo>
                    <a:pt x="2602" y="3233"/>
                  </a:lnTo>
                  <a:lnTo>
                    <a:pt x="2591" y="3270"/>
                  </a:lnTo>
                  <a:lnTo>
                    <a:pt x="2580" y="3304"/>
                  </a:lnTo>
                  <a:lnTo>
                    <a:pt x="2565" y="3337"/>
                  </a:lnTo>
                  <a:lnTo>
                    <a:pt x="2550" y="3367"/>
                  </a:lnTo>
                  <a:lnTo>
                    <a:pt x="2533" y="3393"/>
                  </a:lnTo>
                  <a:lnTo>
                    <a:pt x="2514" y="3418"/>
                  </a:lnTo>
                  <a:lnTo>
                    <a:pt x="2494" y="3439"/>
                  </a:lnTo>
                  <a:lnTo>
                    <a:pt x="2473" y="3457"/>
                  </a:lnTo>
                  <a:lnTo>
                    <a:pt x="2452" y="3471"/>
                  </a:lnTo>
                  <a:lnTo>
                    <a:pt x="2428" y="3481"/>
                  </a:lnTo>
                  <a:lnTo>
                    <a:pt x="2405" y="3487"/>
                  </a:lnTo>
                  <a:lnTo>
                    <a:pt x="2380" y="3490"/>
                  </a:lnTo>
                  <a:lnTo>
                    <a:pt x="2356" y="3487"/>
                  </a:lnTo>
                  <a:lnTo>
                    <a:pt x="2332" y="3481"/>
                  </a:lnTo>
                  <a:lnTo>
                    <a:pt x="2310" y="3471"/>
                  </a:lnTo>
                  <a:lnTo>
                    <a:pt x="2288" y="3457"/>
                  </a:lnTo>
                  <a:lnTo>
                    <a:pt x="2267" y="3439"/>
                  </a:lnTo>
                  <a:lnTo>
                    <a:pt x="2248" y="3418"/>
                  </a:lnTo>
                  <a:lnTo>
                    <a:pt x="2229" y="3393"/>
                  </a:lnTo>
                  <a:lnTo>
                    <a:pt x="2212" y="3367"/>
                  </a:lnTo>
                  <a:lnTo>
                    <a:pt x="2196" y="3337"/>
                  </a:lnTo>
                  <a:lnTo>
                    <a:pt x="2182" y="3304"/>
                  </a:lnTo>
                  <a:lnTo>
                    <a:pt x="2171" y="3270"/>
                  </a:lnTo>
                  <a:lnTo>
                    <a:pt x="2160" y="3233"/>
                  </a:lnTo>
                  <a:lnTo>
                    <a:pt x="2152" y="3195"/>
                  </a:lnTo>
                  <a:lnTo>
                    <a:pt x="2146" y="3155"/>
                  </a:lnTo>
                  <a:lnTo>
                    <a:pt x="2142" y="3113"/>
                  </a:lnTo>
                  <a:lnTo>
                    <a:pt x="2141" y="3071"/>
                  </a:lnTo>
                  <a:lnTo>
                    <a:pt x="2142" y="3029"/>
                  </a:lnTo>
                  <a:lnTo>
                    <a:pt x="2146" y="2987"/>
                  </a:lnTo>
                  <a:lnTo>
                    <a:pt x="2152" y="2947"/>
                  </a:lnTo>
                  <a:lnTo>
                    <a:pt x="2160" y="2908"/>
                  </a:lnTo>
                  <a:lnTo>
                    <a:pt x="2171" y="2872"/>
                  </a:lnTo>
                  <a:lnTo>
                    <a:pt x="2182" y="2838"/>
                  </a:lnTo>
                  <a:lnTo>
                    <a:pt x="2196" y="2805"/>
                  </a:lnTo>
                  <a:lnTo>
                    <a:pt x="2212" y="2774"/>
                  </a:lnTo>
                  <a:lnTo>
                    <a:pt x="2229" y="2747"/>
                  </a:lnTo>
                  <a:lnTo>
                    <a:pt x="2248" y="2724"/>
                  </a:lnTo>
                  <a:lnTo>
                    <a:pt x="2267" y="2703"/>
                  </a:lnTo>
                  <a:lnTo>
                    <a:pt x="2288" y="2684"/>
                  </a:lnTo>
                  <a:lnTo>
                    <a:pt x="2310" y="2670"/>
                  </a:lnTo>
                  <a:lnTo>
                    <a:pt x="2332" y="2660"/>
                  </a:lnTo>
                  <a:lnTo>
                    <a:pt x="2356" y="2654"/>
                  </a:lnTo>
                  <a:lnTo>
                    <a:pt x="2380" y="2651"/>
                  </a:lnTo>
                  <a:close/>
                  <a:moveTo>
                    <a:pt x="2342" y="1355"/>
                  </a:moveTo>
                  <a:lnTo>
                    <a:pt x="2366" y="1357"/>
                  </a:lnTo>
                  <a:lnTo>
                    <a:pt x="2390" y="1363"/>
                  </a:lnTo>
                  <a:lnTo>
                    <a:pt x="2412" y="1373"/>
                  </a:lnTo>
                  <a:lnTo>
                    <a:pt x="2434" y="1387"/>
                  </a:lnTo>
                  <a:lnTo>
                    <a:pt x="2455" y="1405"/>
                  </a:lnTo>
                  <a:lnTo>
                    <a:pt x="2475" y="1426"/>
                  </a:lnTo>
                  <a:lnTo>
                    <a:pt x="2493" y="1451"/>
                  </a:lnTo>
                  <a:lnTo>
                    <a:pt x="2510" y="1478"/>
                  </a:lnTo>
                  <a:lnTo>
                    <a:pt x="2526" y="1507"/>
                  </a:lnTo>
                  <a:lnTo>
                    <a:pt x="2540" y="1540"/>
                  </a:lnTo>
                  <a:lnTo>
                    <a:pt x="2551" y="1574"/>
                  </a:lnTo>
                  <a:lnTo>
                    <a:pt x="2562" y="1611"/>
                  </a:lnTo>
                  <a:lnTo>
                    <a:pt x="2570" y="1649"/>
                  </a:lnTo>
                  <a:lnTo>
                    <a:pt x="2576" y="1689"/>
                  </a:lnTo>
                  <a:lnTo>
                    <a:pt x="2580" y="1731"/>
                  </a:lnTo>
                  <a:lnTo>
                    <a:pt x="2581" y="1773"/>
                  </a:lnTo>
                  <a:lnTo>
                    <a:pt x="2580" y="1815"/>
                  </a:lnTo>
                  <a:lnTo>
                    <a:pt x="2576" y="1858"/>
                  </a:lnTo>
                  <a:lnTo>
                    <a:pt x="2570" y="1897"/>
                  </a:lnTo>
                  <a:lnTo>
                    <a:pt x="2562" y="1936"/>
                  </a:lnTo>
                  <a:lnTo>
                    <a:pt x="2551" y="1972"/>
                  </a:lnTo>
                  <a:lnTo>
                    <a:pt x="2540" y="2008"/>
                  </a:lnTo>
                  <a:lnTo>
                    <a:pt x="2526" y="2039"/>
                  </a:lnTo>
                  <a:lnTo>
                    <a:pt x="2510" y="2070"/>
                  </a:lnTo>
                  <a:lnTo>
                    <a:pt x="2493" y="2097"/>
                  </a:lnTo>
                  <a:lnTo>
                    <a:pt x="2475" y="2121"/>
                  </a:lnTo>
                  <a:lnTo>
                    <a:pt x="2455" y="2142"/>
                  </a:lnTo>
                  <a:lnTo>
                    <a:pt x="2434" y="2160"/>
                  </a:lnTo>
                  <a:lnTo>
                    <a:pt x="2412" y="2174"/>
                  </a:lnTo>
                  <a:lnTo>
                    <a:pt x="2390" y="2185"/>
                  </a:lnTo>
                  <a:lnTo>
                    <a:pt x="2366" y="2191"/>
                  </a:lnTo>
                  <a:lnTo>
                    <a:pt x="2342" y="2193"/>
                  </a:lnTo>
                  <a:lnTo>
                    <a:pt x="2317" y="2191"/>
                  </a:lnTo>
                  <a:lnTo>
                    <a:pt x="2294" y="2185"/>
                  </a:lnTo>
                  <a:lnTo>
                    <a:pt x="2270" y="2174"/>
                  </a:lnTo>
                  <a:lnTo>
                    <a:pt x="2249" y="2160"/>
                  </a:lnTo>
                  <a:lnTo>
                    <a:pt x="2228" y="2142"/>
                  </a:lnTo>
                  <a:lnTo>
                    <a:pt x="2208" y="2121"/>
                  </a:lnTo>
                  <a:lnTo>
                    <a:pt x="2189" y="2097"/>
                  </a:lnTo>
                  <a:lnTo>
                    <a:pt x="2173" y="2070"/>
                  </a:lnTo>
                  <a:lnTo>
                    <a:pt x="2157" y="2039"/>
                  </a:lnTo>
                  <a:lnTo>
                    <a:pt x="2142" y="2008"/>
                  </a:lnTo>
                  <a:lnTo>
                    <a:pt x="2131" y="1972"/>
                  </a:lnTo>
                  <a:lnTo>
                    <a:pt x="2120" y="1936"/>
                  </a:lnTo>
                  <a:lnTo>
                    <a:pt x="2112" y="1897"/>
                  </a:lnTo>
                  <a:lnTo>
                    <a:pt x="2106" y="1858"/>
                  </a:lnTo>
                  <a:lnTo>
                    <a:pt x="2103" y="1815"/>
                  </a:lnTo>
                  <a:lnTo>
                    <a:pt x="2101" y="1773"/>
                  </a:lnTo>
                  <a:lnTo>
                    <a:pt x="2103" y="1731"/>
                  </a:lnTo>
                  <a:lnTo>
                    <a:pt x="2106" y="1689"/>
                  </a:lnTo>
                  <a:lnTo>
                    <a:pt x="2112" y="1649"/>
                  </a:lnTo>
                  <a:lnTo>
                    <a:pt x="2120" y="1611"/>
                  </a:lnTo>
                  <a:lnTo>
                    <a:pt x="2131" y="1574"/>
                  </a:lnTo>
                  <a:lnTo>
                    <a:pt x="2142" y="1540"/>
                  </a:lnTo>
                  <a:lnTo>
                    <a:pt x="2157" y="1507"/>
                  </a:lnTo>
                  <a:lnTo>
                    <a:pt x="2173" y="1478"/>
                  </a:lnTo>
                  <a:lnTo>
                    <a:pt x="2189" y="1451"/>
                  </a:lnTo>
                  <a:lnTo>
                    <a:pt x="2208" y="1426"/>
                  </a:lnTo>
                  <a:lnTo>
                    <a:pt x="2228" y="1405"/>
                  </a:lnTo>
                  <a:lnTo>
                    <a:pt x="2249" y="1387"/>
                  </a:lnTo>
                  <a:lnTo>
                    <a:pt x="2270" y="1373"/>
                  </a:lnTo>
                  <a:lnTo>
                    <a:pt x="2294" y="1363"/>
                  </a:lnTo>
                  <a:lnTo>
                    <a:pt x="2317" y="1357"/>
                  </a:lnTo>
                  <a:lnTo>
                    <a:pt x="2342" y="1355"/>
                  </a:lnTo>
                  <a:close/>
                  <a:moveTo>
                    <a:pt x="3179" y="819"/>
                  </a:moveTo>
                  <a:lnTo>
                    <a:pt x="3204" y="821"/>
                  </a:lnTo>
                  <a:lnTo>
                    <a:pt x="3227" y="827"/>
                  </a:lnTo>
                  <a:lnTo>
                    <a:pt x="3250" y="838"/>
                  </a:lnTo>
                  <a:lnTo>
                    <a:pt x="3272" y="852"/>
                  </a:lnTo>
                  <a:lnTo>
                    <a:pt x="3293" y="869"/>
                  </a:lnTo>
                  <a:lnTo>
                    <a:pt x="3312" y="890"/>
                  </a:lnTo>
                  <a:lnTo>
                    <a:pt x="3331" y="915"/>
                  </a:lnTo>
                  <a:lnTo>
                    <a:pt x="3348" y="942"/>
                  </a:lnTo>
                  <a:lnTo>
                    <a:pt x="3363" y="971"/>
                  </a:lnTo>
                  <a:lnTo>
                    <a:pt x="3377" y="1004"/>
                  </a:lnTo>
                  <a:lnTo>
                    <a:pt x="3389" y="1038"/>
                  </a:lnTo>
                  <a:lnTo>
                    <a:pt x="3400" y="1076"/>
                  </a:lnTo>
                  <a:lnTo>
                    <a:pt x="3408" y="1113"/>
                  </a:lnTo>
                  <a:lnTo>
                    <a:pt x="3414" y="1153"/>
                  </a:lnTo>
                  <a:lnTo>
                    <a:pt x="3417" y="1195"/>
                  </a:lnTo>
                  <a:lnTo>
                    <a:pt x="3418" y="1237"/>
                  </a:lnTo>
                  <a:lnTo>
                    <a:pt x="3417" y="1280"/>
                  </a:lnTo>
                  <a:lnTo>
                    <a:pt x="3414" y="1322"/>
                  </a:lnTo>
                  <a:lnTo>
                    <a:pt x="3408" y="1362"/>
                  </a:lnTo>
                  <a:lnTo>
                    <a:pt x="3400" y="1399"/>
                  </a:lnTo>
                  <a:lnTo>
                    <a:pt x="3389" y="1437"/>
                  </a:lnTo>
                  <a:lnTo>
                    <a:pt x="3377" y="1471"/>
                  </a:lnTo>
                  <a:lnTo>
                    <a:pt x="3363" y="1503"/>
                  </a:lnTo>
                  <a:lnTo>
                    <a:pt x="3348" y="1533"/>
                  </a:lnTo>
                  <a:lnTo>
                    <a:pt x="3331" y="1560"/>
                  </a:lnTo>
                  <a:lnTo>
                    <a:pt x="3312" y="1584"/>
                  </a:lnTo>
                  <a:lnTo>
                    <a:pt x="3293" y="1605"/>
                  </a:lnTo>
                  <a:lnTo>
                    <a:pt x="3272" y="1623"/>
                  </a:lnTo>
                  <a:lnTo>
                    <a:pt x="3250" y="1637"/>
                  </a:lnTo>
                  <a:lnTo>
                    <a:pt x="3227" y="1648"/>
                  </a:lnTo>
                  <a:lnTo>
                    <a:pt x="3204" y="1654"/>
                  </a:lnTo>
                  <a:lnTo>
                    <a:pt x="3179" y="1656"/>
                  </a:lnTo>
                  <a:lnTo>
                    <a:pt x="3155" y="1654"/>
                  </a:lnTo>
                  <a:lnTo>
                    <a:pt x="3131" y="1648"/>
                  </a:lnTo>
                  <a:lnTo>
                    <a:pt x="3108" y="1637"/>
                  </a:lnTo>
                  <a:lnTo>
                    <a:pt x="3087" y="1623"/>
                  </a:lnTo>
                  <a:lnTo>
                    <a:pt x="3066" y="1605"/>
                  </a:lnTo>
                  <a:lnTo>
                    <a:pt x="3046" y="1584"/>
                  </a:lnTo>
                  <a:lnTo>
                    <a:pt x="3027" y="1560"/>
                  </a:lnTo>
                  <a:lnTo>
                    <a:pt x="3011" y="1533"/>
                  </a:lnTo>
                  <a:lnTo>
                    <a:pt x="2994" y="1503"/>
                  </a:lnTo>
                  <a:lnTo>
                    <a:pt x="2980" y="1471"/>
                  </a:lnTo>
                  <a:lnTo>
                    <a:pt x="2968" y="1437"/>
                  </a:lnTo>
                  <a:lnTo>
                    <a:pt x="2958" y="1399"/>
                  </a:lnTo>
                  <a:lnTo>
                    <a:pt x="2950" y="1362"/>
                  </a:lnTo>
                  <a:lnTo>
                    <a:pt x="2944" y="1322"/>
                  </a:lnTo>
                  <a:lnTo>
                    <a:pt x="2940" y="1280"/>
                  </a:lnTo>
                  <a:lnTo>
                    <a:pt x="2939" y="1237"/>
                  </a:lnTo>
                  <a:lnTo>
                    <a:pt x="2940" y="1195"/>
                  </a:lnTo>
                  <a:lnTo>
                    <a:pt x="2944" y="1153"/>
                  </a:lnTo>
                  <a:lnTo>
                    <a:pt x="2950" y="1113"/>
                  </a:lnTo>
                  <a:lnTo>
                    <a:pt x="2958" y="1076"/>
                  </a:lnTo>
                  <a:lnTo>
                    <a:pt x="2968" y="1038"/>
                  </a:lnTo>
                  <a:lnTo>
                    <a:pt x="2980" y="1004"/>
                  </a:lnTo>
                  <a:lnTo>
                    <a:pt x="2994" y="971"/>
                  </a:lnTo>
                  <a:lnTo>
                    <a:pt x="3011" y="942"/>
                  </a:lnTo>
                  <a:lnTo>
                    <a:pt x="3027" y="915"/>
                  </a:lnTo>
                  <a:lnTo>
                    <a:pt x="3046" y="890"/>
                  </a:lnTo>
                  <a:lnTo>
                    <a:pt x="3066" y="869"/>
                  </a:lnTo>
                  <a:lnTo>
                    <a:pt x="3087" y="852"/>
                  </a:lnTo>
                  <a:lnTo>
                    <a:pt x="3108" y="838"/>
                  </a:lnTo>
                  <a:lnTo>
                    <a:pt x="3131" y="827"/>
                  </a:lnTo>
                  <a:lnTo>
                    <a:pt x="3155" y="821"/>
                  </a:lnTo>
                  <a:lnTo>
                    <a:pt x="3179" y="819"/>
                  </a:lnTo>
                  <a:close/>
                  <a:moveTo>
                    <a:pt x="3246" y="2144"/>
                  </a:moveTo>
                  <a:lnTo>
                    <a:pt x="3271" y="2146"/>
                  </a:lnTo>
                  <a:lnTo>
                    <a:pt x="3294" y="2152"/>
                  </a:lnTo>
                  <a:lnTo>
                    <a:pt x="3316" y="2162"/>
                  </a:lnTo>
                  <a:lnTo>
                    <a:pt x="3339" y="2176"/>
                  </a:lnTo>
                  <a:lnTo>
                    <a:pt x="3360" y="2194"/>
                  </a:lnTo>
                  <a:lnTo>
                    <a:pt x="3380" y="2215"/>
                  </a:lnTo>
                  <a:lnTo>
                    <a:pt x="3397" y="2240"/>
                  </a:lnTo>
                  <a:lnTo>
                    <a:pt x="3415" y="2267"/>
                  </a:lnTo>
                  <a:lnTo>
                    <a:pt x="3430" y="2296"/>
                  </a:lnTo>
                  <a:lnTo>
                    <a:pt x="3444" y="2329"/>
                  </a:lnTo>
                  <a:lnTo>
                    <a:pt x="3456" y="2363"/>
                  </a:lnTo>
                  <a:lnTo>
                    <a:pt x="3466" y="2400"/>
                  </a:lnTo>
                  <a:lnTo>
                    <a:pt x="3475" y="2438"/>
                  </a:lnTo>
                  <a:lnTo>
                    <a:pt x="3480" y="2478"/>
                  </a:lnTo>
                  <a:lnTo>
                    <a:pt x="3484" y="2520"/>
                  </a:lnTo>
                  <a:lnTo>
                    <a:pt x="3485" y="2562"/>
                  </a:lnTo>
                  <a:lnTo>
                    <a:pt x="3484" y="2604"/>
                  </a:lnTo>
                  <a:lnTo>
                    <a:pt x="3480" y="2647"/>
                  </a:lnTo>
                  <a:lnTo>
                    <a:pt x="3475" y="2686"/>
                  </a:lnTo>
                  <a:lnTo>
                    <a:pt x="3466" y="2725"/>
                  </a:lnTo>
                  <a:lnTo>
                    <a:pt x="3456" y="2762"/>
                  </a:lnTo>
                  <a:lnTo>
                    <a:pt x="3444" y="2796"/>
                  </a:lnTo>
                  <a:lnTo>
                    <a:pt x="3430" y="2828"/>
                  </a:lnTo>
                  <a:lnTo>
                    <a:pt x="3415" y="2858"/>
                  </a:lnTo>
                  <a:lnTo>
                    <a:pt x="3397" y="2886"/>
                  </a:lnTo>
                  <a:lnTo>
                    <a:pt x="3380" y="2909"/>
                  </a:lnTo>
                  <a:lnTo>
                    <a:pt x="3360" y="2930"/>
                  </a:lnTo>
                  <a:lnTo>
                    <a:pt x="3339" y="2949"/>
                  </a:lnTo>
                  <a:lnTo>
                    <a:pt x="3316" y="2963"/>
                  </a:lnTo>
                  <a:lnTo>
                    <a:pt x="3294" y="2974"/>
                  </a:lnTo>
                  <a:lnTo>
                    <a:pt x="3271" y="2980"/>
                  </a:lnTo>
                  <a:lnTo>
                    <a:pt x="3246" y="2982"/>
                  </a:lnTo>
                  <a:lnTo>
                    <a:pt x="3222" y="2980"/>
                  </a:lnTo>
                  <a:lnTo>
                    <a:pt x="3198" y="2974"/>
                  </a:lnTo>
                  <a:lnTo>
                    <a:pt x="3176" y="2963"/>
                  </a:lnTo>
                  <a:lnTo>
                    <a:pt x="3154" y="2949"/>
                  </a:lnTo>
                  <a:lnTo>
                    <a:pt x="3133" y="2930"/>
                  </a:lnTo>
                  <a:lnTo>
                    <a:pt x="3113" y="2909"/>
                  </a:lnTo>
                  <a:lnTo>
                    <a:pt x="3095" y="2886"/>
                  </a:lnTo>
                  <a:lnTo>
                    <a:pt x="3077" y="2858"/>
                  </a:lnTo>
                  <a:lnTo>
                    <a:pt x="3062" y="2828"/>
                  </a:lnTo>
                  <a:lnTo>
                    <a:pt x="3048" y="2796"/>
                  </a:lnTo>
                  <a:lnTo>
                    <a:pt x="3036" y="2762"/>
                  </a:lnTo>
                  <a:lnTo>
                    <a:pt x="3026" y="2725"/>
                  </a:lnTo>
                  <a:lnTo>
                    <a:pt x="3018" y="2686"/>
                  </a:lnTo>
                  <a:lnTo>
                    <a:pt x="3012" y="2647"/>
                  </a:lnTo>
                  <a:lnTo>
                    <a:pt x="3008" y="2604"/>
                  </a:lnTo>
                  <a:lnTo>
                    <a:pt x="3007" y="2562"/>
                  </a:lnTo>
                  <a:lnTo>
                    <a:pt x="3008" y="2520"/>
                  </a:lnTo>
                  <a:lnTo>
                    <a:pt x="3012" y="2478"/>
                  </a:lnTo>
                  <a:lnTo>
                    <a:pt x="3018" y="2438"/>
                  </a:lnTo>
                  <a:lnTo>
                    <a:pt x="3026" y="2400"/>
                  </a:lnTo>
                  <a:lnTo>
                    <a:pt x="3036" y="2363"/>
                  </a:lnTo>
                  <a:lnTo>
                    <a:pt x="3048" y="2329"/>
                  </a:lnTo>
                  <a:lnTo>
                    <a:pt x="3062" y="2296"/>
                  </a:lnTo>
                  <a:lnTo>
                    <a:pt x="3077" y="2267"/>
                  </a:lnTo>
                  <a:lnTo>
                    <a:pt x="3095" y="2240"/>
                  </a:lnTo>
                  <a:lnTo>
                    <a:pt x="3113" y="2215"/>
                  </a:lnTo>
                  <a:lnTo>
                    <a:pt x="3133" y="2194"/>
                  </a:lnTo>
                  <a:lnTo>
                    <a:pt x="3154" y="2176"/>
                  </a:lnTo>
                  <a:lnTo>
                    <a:pt x="3176" y="2162"/>
                  </a:lnTo>
                  <a:lnTo>
                    <a:pt x="3198" y="2152"/>
                  </a:lnTo>
                  <a:lnTo>
                    <a:pt x="3222" y="2146"/>
                  </a:lnTo>
                  <a:lnTo>
                    <a:pt x="3246" y="214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34845" name="Freeform 28"/>
            <p:cNvSpPr>
              <a:spLocks/>
            </p:cNvSpPr>
            <p:nvPr/>
          </p:nvSpPr>
          <p:spPr bwMode="auto">
            <a:xfrm>
              <a:off x="1267" y="1588"/>
              <a:ext cx="87" cy="52"/>
            </a:xfrm>
            <a:custGeom>
              <a:avLst/>
              <a:gdLst>
                <a:gd name="T0" fmla="*/ 3 w 437"/>
                <a:gd name="T1" fmla="*/ 2 h 260"/>
                <a:gd name="T2" fmla="*/ 3 w 437"/>
                <a:gd name="T3" fmla="*/ 2 h 260"/>
                <a:gd name="T4" fmla="*/ 3 w 437"/>
                <a:gd name="T5" fmla="*/ 2 h 260"/>
                <a:gd name="T6" fmla="*/ 3 w 437"/>
                <a:gd name="T7" fmla="*/ 2 h 260"/>
                <a:gd name="T8" fmla="*/ 3 w 437"/>
                <a:gd name="T9" fmla="*/ 1 h 260"/>
                <a:gd name="T10" fmla="*/ 3 w 437"/>
                <a:gd name="T11" fmla="*/ 1 h 260"/>
                <a:gd name="T12" fmla="*/ 3 w 437"/>
                <a:gd name="T13" fmla="*/ 1 h 260"/>
                <a:gd name="T14" fmla="*/ 3 w 437"/>
                <a:gd name="T15" fmla="*/ 1 h 260"/>
                <a:gd name="T16" fmla="*/ 3 w 437"/>
                <a:gd name="T17" fmla="*/ 1 h 260"/>
                <a:gd name="T18" fmla="*/ 2 w 437"/>
                <a:gd name="T19" fmla="*/ 1 h 260"/>
                <a:gd name="T20" fmla="*/ 2 w 437"/>
                <a:gd name="T21" fmla="*/ 0 h 260"/>
                <a:gd name="T22" fmla="*/ 2 w 437"/>
                <a:gd name="T23" fmla="*/ 0 h 260"/>
                <a:gd name="T24" fmla="*/ 2 w 437"/>
                <a:gd name="T25" fmla="*/ 0 h 260"/>
                <a:gd name="T26" fmla="*/ 1 w 437"/>
                <a:gd name="T27" fmla="*/ 0 h 260"/>
                <a:gd name="T28" fmla="*/ 1 w 437"/>
                <a:gd name="T29" fmla="*/ 0 h 260"/>
                <a:gd name="T30" fmla="*/ 1 w 437"/>
                <a:gd name="T31" fmla="*/ 0 h 260"/>
                <a:gd name="T32" fmla="*/ 0 w 437"/>
                <a:gd name="T33" fmla="*/ 0 h 260"/>
                <a:gd name="T34" fmla="*/ 0 w 437"/>
                <a:gd name="T35" fmla="*/ 0 h 260"/>
                <a:gd name="T36" fmla="*/ 0 w 437"/>
                <a:gd name="T37" fmla="*/ 0 h 260"/>
                <a:gd name="T38" fmla="*/ 0 w 437"/>
                <a:gd name="T39" fmla="*/ 0 h 260"/>
                <a:gd name="T40" fmla="*/ 1 w 437"/>
                <a:gd name="T41" fmla="*/ 0 h 260"/>
                <a:gd name="T42" fmla="*/ 1 w 437"/>
                <a:gd name="T43" fmla="*/ 0 h 260"/>
                <a:gd name="T44" fmla="*/ 1 w 437"/>
                <a:gd name="T45" fmla="*/ 0 h 260"/>
                <a:gd name="T46" fmla="*/ 2 w 437"/>
                <a:gd name="T47" fmla="*/ 0 h 260"/>
                <a:gd name="T48" fmla="*/ 2 w 437"/>
                <a:gd name="T49" fmla="*/ 0 h 260"/>
                <a:gd name="T50" fmla="*/ 2 w 437"/>
                <a:gd name="T51" fmla="*/ 1 h 260"/>
                <a:gd name="T52" fmla="*/ 2 w 437"/>
                <a:gd name="T53" fmla="*/ 1 h 260"/>
                <a:gd name="T54" fmla="*/ 3 w 437"/>
                <a:gd name="T55" fmla="*/ 1 h 260"/>
                <a:gd name="T56" fmla="*/ 3 w 437"/>
                <a:gd name="T57" fmla="*/ 1 h 260"/>
                <a:gd name="T58" fmla="*/ 3 w 437"/>
                <a:gd name="T59" fmla="*/ 1 h 260"/>
                <a:gd name="T60" fmla="*/ 3 w 437"/>
                <a:gd name="T61" fmla="*/ 1 h 260"/>
                <a:gd name="T62" fmla="*/ 3 w 437"/>
                <a:gd name="T63" fmla="*/ 1 h 260"/>
                <a:gd name="T64" fmla="*/ 3 w 437"/>
                <a:gd name="T65" fmla="*/ 2 h 260"/>
                <a:gd name="T66" fmla="*/ 3 w 437"/>
                <a:gd name="T67" fmla="*/ 2 h 260"/>
                <a:gd name="T68" fmla="*/ 3 w 437"/>
                <a:gd name="T69" fmla="*/ 2 h 260"/>
                <a:gd name="T70" fmla="*/ 3 w 437"/>
                <a:gd name="T71" fmla="*/ 2 h 260"/>
                <a:gd name="T72" fmla="*/ 3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437" y="260"/>
                  </a:moveTo>
                  <a:lnTo>
                    <a:pt x="437" y="260"/>
                  </a:lnTo>
                  <a:lnTo>
                    <a:pt x="434" y="233"/>
                  </a:lnTo>
                  <a:lnTo>
                    <a:pt x="427" y="206"/>
                  </a:lnTo>
                  <a:lnTo>
                    <a:pt x="417" y="181"/>
                  </a:lnTo>
                  <a:lnTo>
                    <a:pt x="401" y="157"/>
                  </a:lnTo>
                  <a:lnTo>
                    <a:pt x="383" y="133"/>
                  </a:lnTo>
                  <a:lnTo>
                    <a:pt x="360" y="113"/>
                  </a:lnTo>
                  <a:lnTo>
                    <a:pt x="336" y="93"/>
                  </a:lnTo>
                  <a:lnTo>
                    <a:pt x="308" y="73"/>
                  </a:lnTo>
                  <a:lnTo>
                    <a:pt x="276" y="58"/>
                  </a:lnTo>
                  <a:lnTo>
                    <a:pt x="242" y="43"/>
                  </a:lnTo>
                  <a:lnTo>
                    <a:pt x="207" y="30"/>
                  </a:lnTo>
                  <a:lnTo>
                    <a:pt x="168" y="19"/>
                  </a:lnTo>
                  <a:lnTo>
                    <a:pt x="128" y="11"/>
                  </a:lnTo>
                  <a:lnTo>
                    <a:pt x="87" y="4"/>
                  </a:lnTo>
                  <a:lnTo>
                    <a:pt x="43" y="1"/>
                  </a:lnTo>
                  <a:lnTo>
                    <a:pt x="0" y="0"/>
                  </a:lnTo>
                  <a:lnTo>
                    <a:pt x="0" y="11"/>
                  </a:lnTo>
                  <a:lnTo>
                    <a:pt x="43" y="12"/>
                  </a:lnTo>
                  <a:lnTo>
                    <a:pt x="85" y="16"/>
                  </a:lnTo>
                  <a:lnTo>
                    <a:pt x="126" y="23"/>
                  </a:lnTo>
                  <a:lnTo>
                    <a:pt x="166" y="31"/>
                  </a:lnTo>
                  <a:lnTo>
                    <a:pt x="202" y="42"/>
                  </a:lnTo>
                  <a:lnTo>
                    <a:pt x="237" y="55"/>
                  </a:lnTo>
                  <a:lnTo>
                    <a:pt x="271" y="70"/>
                  </a:lnTo>
                  <a:lnTo>
                    <a:pt x="301" y="85"/>
                  </a:lnTo>
                  <a:lnTo>
                    <a:pt x="329" y="103"/>
                  </a:lnTo>
                  <a:lnTo>
                    <a:pt x="353" y="123"/>
                  </a:lnTo>
                  <a:lnTo>
                    <a:pt x="373" y="143"/>
                  </a:lnTo>
                  <a:lnTo>
                    <a:pt x="392" y="164"/>
                  </a:lnTo>
                  <a:lnTo>
                    <a:pt x="405" y="186"/>
                  </a:lnTo>
                  <a:lnTo>
                    <a:pt x="415" y="211"/>
                  </a:lnTo>
                  <a:lnTo>
                    <a:pt x="422" y="235"/>
                  </a:lnTo>
                  <a:lnTo>
                    <a:pt x="425" y="260"/>
                  </a:lnTo>
                  <a:lnTo>
                    <a:pt x="437"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34846" name="Freeform 29"/>
            <p:cNvSpPr>
              <a:spLocks/>
            </p:cNvSpPr>
            <p:nvPr/>
          </p:nvSpPr>
          <p:spPr bwMode="auto">
            <a:xfrm>
              <a:off x="1267" y="1640"/>
              <a:ext cx="87" cy="52"/>
            </a:xfrm>
            <a:custGeom>
              <a:avLst/>
              <a:gdLst>
                <a:gd name="T0" fmla="*/ 0 w 437"/>
                <a:gd name="T1" fmla="*/ 2 h 260"/>
                <a:gd name="T2" fmla="*/ 0 w 437"/>
                <a:gd name="T3" fmla="*/ 2 h 260"/>
                <a:gd name="T4" fmla="*/ 0 w 437"/>
                <a:gd name="T5" fmla="*/ 2 h 260"/>
                <a:gd name="T6" fmla="*/ 1 w 437"/>
                <a:gd name="T7" fmla="*/ 2 h 260"/>
                <a:gd name="T8" fmla="*/ 1 w 437"/>
                <a:gd name="T9" fmla="*/ 2 h 260"/>
                <a:gd name="T10" fmla="*/ 1 w 437"/>
                <a:gd name="T11" fmla="*/ 2 h 260"/>
                <a:gd name="T12" fmla="*/ 2 w 437"/>
                <a:gd name="T13" fmla="*/ 2 h 260"/>
                <a:gd name="T14" fmla="*/ 2 w 437"/>
                <a:gd name="T15" fmla="*/ 2 h 260"/>
                <a:gd name="T16" fmla="*/ 2 w 437"/>
                <a:gd name="T17" fmla="*/ 2 h 260"/>
                <a:gd name="T18" fmla="*/ 2 w 437"/>
                <a:gd name="T19" fmla="*/ 1 h 260"/>
                <a:gd name="T20" fmla="*/ 3 w 437"/>
                <a:gd name="T21" fmla="*/ 1 h 260"/>
                <a:gd name="T22" fmla="*/ 3 w 437"/>
                <a:gd name="T23" fmla="*/ 1 h 260"/>
                <a:gd name="T24" fmla="*/ 3 w 437"/>
                <a:gd name="T25" fmla="*/ 1 h 260"/>
                <a:gd name="T26" fmla="*/ 3 w 437"/>
                <a:gd name="T27" fmla="*/ 1 h 260"/>
                <a:gd name="T28" fmla="*/ 3 w 437"/>
                <a:gd name="T29" fmla="*/ 1 h 260"/>
                <a:gd name="T30" fmla="*/ 3 w 437"/>
                <a:gd name="T31" fmla="*/ 0 h 260"/>
                <a:gd name="T32" fmla="*/ 3 w 437"/>
                <a:gd name="T33" fmla="*/ 0 h 260"/>
                <a:gd name="T34" fmla="*/ 3 w 437"/>
                <a:gd name="T35" fmla="*/ 0 h 260"/>
                <a:gd name="T36" fmla="*/ 3 w 437"/>
                <a:gd name="T37" fmla="*/ 0 h 260"/>
                <a:gd name="T38" fmla="*/ 3 w 437"/>
                <a:gd name="T39" fmla="*/ 0 h 260"/>
                <a:gd name="T40" fmla="*/ 3 w 437"/>
                <a:gd name="T41" fmla="*/ 0 h 260"/>
                <a:gd name="T42" fmla="*/ 3 w 437"/>
                <a:gd name="T43" fmla="*/ 1 h 260"/>
                <a:gd name="T44" fmla="*/ 3 w 437"/>
                <a:gd name="T45" fmla="*/ 1 h 260"/>
                <a:gd name="T46" fmla="*/ 3 w 437"/>
                <a:gd name="T47" fmla="*/ 1 h 260"/>
                <a:gd name="T48" fmla="*/ 3 w 437"/>
                <a:gd name="T49" fmla="*/ 1 h 260"/>
                <a:gd name="T50" fmla="*/ 3 w 437"/>
                <a:gd name="T51" fmla="*/ 1 h 260"/>
                <a:gd name="T52" fmla="*/ 2 w 437"/>
                <a:gd name="T53" fmla="*/ 1 h 260"/>
                <a:gd name="T54" fmla="*/ 2 w 437"/>
                <a:gd name="T55" fmla="*/ 2 h 260"/>
                <a:gd name="T56" fmla="*/ 2 w 437"/>
                <a:gd name="T57" fmla="*/ 2 h 260"/>
                <a:gd name="T58" fmla="*/ 2 w 437"/>
                <a:gd name="T59" fmla="*/ 2 h 260"/>
                <a:gd name="T60" fmla="*/ 1 w 437"/>
                <a:gd name="T61" fmla="*/ 2 h 260"/>
                <a:gd name="T62" fmla="*/ 1 w 437"/>
                <a:gd name="T63" fmla="*/ 2 h 260"/>
                <a:gd name="T64" fmla="*/ 1 w 437"/>
                <a:gd name="T65" fmla="*/ 2 h 260"/>
                <a:gd name="T66" fmla="*/ 0 w 437"/>
                <a:gd name="T67" fmla="*/ 2 h 260"/>
                <a:gd name="T68" fmla="*/ 0 w 437"/>
                <a:gd name="T69" fmla="*/ 2 h 260"/>
                <a:gd name="T70" fmla="*/ 0 w 437"/>
                <a:gd name="T71" fmla="*/ 2 h 260"/>
                <a:gd name="T72" fmla="*/ 0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0" y="260"/>
                  </a:moveTo>
                  <a:lnTo>
                    <a:pt x="0" y="260"/>
                  </a:lnTo>
                  <a:lnTo>
                    <a:pt x="43" y="259"/>
                  </a:lnTo>
                  <a:lnTo>
                    <a:pt x="87" y="255"/>
                  </a:lnTo>
                  <a:lnTo>
                    <a:pt x="128" y="248"/>
                  </a:lnTo>
                  <a:lnTo>
                    <a:pt x="168" y="240"/>
                  </a:lnTo>
                  <a:lnTo>
                    <a:pt x="207" y="230"/>
                  </a:lnTo>
                  <a:lnTo>
                    <a:pt x="242" y="217"/>
                  </a:lnTo>
                  <a:lnTo>
                    <a:pt x="276" y="202"/>
                  </a:lnTo>
                  <a:lnTo>
                    <a:pt x="308" y="185"/>
                  </a:lnTo>
                  <a:lnTo>
                    <a:pt x="336" y="166"/>
                  </a:lnTo>
                  <a:lnTo>
                    <a:pt x="360" y="146"/>
                  </a:lnTo>
                  <a:lnTo>
                    <a:pt x="383" y="125"/>
                  </a:lnTo>
                  <a:lnTo>
                    <a:pt x="401" y="102"/>
                  </a:lnTo>
                  <a:lnTo>
                    <a:pt x="417" y="77"/>
                  </a:lnTo>
                  <a:lnTo>
                    <a:pt x="427" y="53"/>
                  </a:lnTo>
                  <a:lnTo>
                    <a:pt x="434" y="27"/>
                  </a:lnTo>
                  <a:lnTo>
                    <a:pt x="437" y="0"/>
                  </a:lnTo>
                  <a:lnTo>
                    <a:pt x="425" y="0"/>
                  </a:lnTo>
                  <a:lnTo>
                    <a:pt x="422" y="24"/>
                  </a:lnTo>
                  <a:lnTo>
                    <a:pt x="415" y="48"/>
                  </a:lnTo>
                  <a:lnTo>
                    <a:pt x="405" y="73"/>
                  </a:lnTo>
                  <a:lnTo>
                    <a:pt x="392" y="95"/>
                  </a:lnTo>
                  <a:lnTo>
                    <a:pt x="373" y="116"/>
                  </a:lnTo>
                  <a:lnTo>
                    <a:pt x="353" y="137"/>
                  </a:lnTo>
                  <a:lnTo>
                    <a:pt x="329" y="157"/>
                  </a:lnTo>
                  <a:lnTo>
                    <a:pt x="301" y="173"/>
                  </a:lnTo>
                  <a:lnTo>
                    <a:pt x="271" y="190"/>
                  </a:lnTo>
                  <a:lnTo>
                    <a:pt x="237" y="205"/>
                  </a:lnTo>
                  <a:lnTo>
                    <a:pt x="202" y="218"/>
                  </a:lnTo>
                  <a:lnTo>
                    <a:pt x="166" y="228"/>
                  </a:lnTo>
                  <a:lnTo>
                    <a:pt x="126" y="237"/>
                  </a:lnTo>
                  <a:lnTo>
                    <a:pt x="85" y="244"/>
                  </a:lnTo>
                  <a:lnTo>
                    <a:pt x="43" y="247"/>
                  </a:lnTo>
                  <a:lnTo>
                    <a:pt x="0" y="248"/>
                  </a:lnTo>
                  <a:lnTo>
                    <a:pt x="0"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34847" name="Freeform 30"/>
            <p:cNvSpPr>
              <a:spLocks/>
            </p:cNvSpPr>
            <p:nvPr/>
          </p:nvSpPr>
          <p:spPr bwMode="auto">
            <a:xfrm>
              <a:off x="1179" y="1640"/>
              <a:ext cx="88" cy="52"/>
            </a:xfrm>
            <a:custGeom>
              <a:avLst/>
              <a:gdLst>
                <a:gd name="T0" fmla="*/ 0 w 439"/>
                <a:gd name="T1" fmla="*/ 0 h 260"/>
                <a:gd name="T2" fmla="*/ 0 w 439"/>
                <a:gd name="T3" fmla="*/ 0 h 260"/>
                <a:gd name="T4" fmla="*/ 0 w 439"/>
                <a:gd name="T5" fmla="*/ 0 h 260"/>
                <a:gd name="T6" fmla="*/ 0 w 439"/>
                <a:gd name="T7" fmla="*/ 0 h 260"/>
                <a:gd name="T8" fmla="*/ 0 w 439"/>
                <a:gd name="T9" fmla="*/ 1 h 260"/>
                <a:gd name="T10" fmla="*/ 0 w 439"/>
                <a:gd name="T11" fmla="*/ 1 h 260"/>
                <a:gd name="T12" fmla="*/ 0 w 439"/>
                <a:gd name="T13" fmla="*/ 1 h 260"/>
                <a:gd name="T14" fmla="*/ 1 w 439"/>
                <a:gd name="T15" fmla="*/ 1 h 260"/>
                <a:gd name="T16" fmla="*/ 1 w 439"/>
                <a:gd name="T17" fmla="*/ 1 h 260"/>
                <a:gd name="T18" fmla="*/ 1 w 439"/>
                <a:gd name="T19" fmla="*/ 1 h 260"/>
                <a:gd name="T20" fmla="*/ 1 w 439"/>
                <a:gd name="T21" fmla="*/ 2 h 260"/>
                <a:gd name="T22" fmla="*/ 2 w 439"/>
                <a:gd name="T23" fmla="*/ 2 h 260"/>
                <a:gd name="T24" fmla="*/ 2 w 439"/>
                <a:gd name="T25" fmla="*/ 2 h 260"/>
                <a:gd name="T26" fmla="*/ 2 w 439"/>
                <a:gd name="T27" fmla="*/ 2 h 260"/>
                <a:gd name="T28" fmla="*/ 2 w 439"/>
                <a:gd name="T29" fmla="*/ 2 h 260"/>
                <a:gd name="T30" fmla="*/ 3 w 439"/>
                <a:gd name="T31" fmla="*/ 2 h 260"/>
                <a:gd name="T32" fmla="*/ 3 w 439"/>
                <a:gd name="T33" fmla="*/ 2 h 260"/>
                <a:gd name="T34" fmla="*/ 4 w 439"/>
                <a:gd name="T35" fmla="*/ 2 h 260"/>
                <a:gd name="T36" fmla="*/ 4 w 439"/>
                <a:gd name="T37" fmla="*/ 2 h 260"/>
                <a:gd name="T38" fmla="*/ 3 w 439"/>
                <a:gd name="T39" fmla="*/ 2 h 260"/>
                <a:gd name="T40" fmla="*/ 3 w 439"/>
                <a:gd name="T41" fmla="*/ 2 h 260"/>
                <a:gd name="T42" fmla="*/ 3 w 439"/>
                <a:gd name="T43" fmla="*/ 2 h 260"/>
                <a:gd name="T44" fmla="*/ 2 w 439"/>
                <a:gd name="T45" fmla="*/ 2 h 260"/>
                <a:gd name="T46" fmla="*/ 2 w 439"/>
                <a:gd name="T47" fmla="*/ 2 h 260"/>
                <a:gd name="T48" fmla="*/ 2 w 439"/>
                <a:gd name="T49" fmla="*/ 2 h 260"/>
                <a:gd name="T50" fmla="*/ 1 w 439"/>
                <a:gd name="T51" fmla="*/ 2 h 260"/>
                <a:gd name="T52" fmla="*/ 1 w 439"/>
                <a:gd name="T53" fmla="*/ 1 h 260"/>
                <a:gd name="T54" fmla="*/ 1 w 439"/>
                <a:gd name="T55" fmla="*/ 1 h 260"/>
                <a:gd name="T56" fmla="*/ 1 w 439"/>
                <a:gd name="T57" fmla="*/ 1 h 260"/>
                <a:gd name="T58" fmla="*/ 1 w 439"/>
                <a:gd name="T59" fmla="*/ 1 h 260"/>
                <a:gd name="T60" fmla="*/ 0 w 439"/>
                <a:gd name="T61" fmla="*/ 1 h 260"/>
                <a:gd name="T62" fmla="*/ 0 w 439"/>
                <a:gd name="T63" fmla="*/ 1 h 260"/>
                <a:gd name="T64" fmla="*/ 0 w 439"/>
                <a:gd name="T65" fmla="*/ 0 h 260"/>
                <a:gd name="T66" fmla="*/ 0 w 439"/>
                <a:gd name="T67" fmla="*/ 0 h 260"/>
                <a:gd name="T68" fmla="*/ 0 w 439"/>
                <a:gd name="T69" fmla="*/ 0 h 260"/>
                <a:gd name="T70" fmla="*/ 0 w 439"/>
                <a:gd name="T71" fmla="*/ 0 h 260"/>
                <a:gd name="T72" fmla="*/ 0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0" y="0"/>
                  </a:moveTo>
                  <a:lnTo>
                    <a:pt x="0" y="0"/>
                  </a:lnTo>
                  <a:lnTo>
                    <a:pt x="3" y="27"/>
                  </a:lnTo>
                  <a:lnTo>
                    <a:pt x="10" y="53"/>
                  </a:lnTo>
                  <a:lnTo>
                    <a:pt x="20" y="77"/>
                  </a:lnTo>
                  <a:lnTo>
                    <a:pt x="35" y="102"/>
                  </a:lnTo>
                  <a:lnTo>
                    <a:pt x="54" y="125"/>
                  </a:lnTo>
                  <a:lnTo>
                    <a:pt x="76" y="146"/>
                  </a:lnTo>
                  <a:lnTo>
                    <a:pt x="102" y="166"/>
                  </a:lnTo>
                  <a:lnTo>
                    <a:pt x="130" y="185"/>
                  </a:lnTo>
                  <a:lnTo>
                    <a:pt x="162" y="202"/>
                  </a:lnTo>
                  <a:lnTo>
                    <a:pt x="195" y="217"/>
                  </a:lnTo>
                  <a:lnTo>
                    <a:pt x="231" y="230"/>
                  </a:lnTo>
                  <a:lnTo>
                    <a:pt x="270" y="240"/>
                  </a:lnTo>
                  <a:lnTo>
                    <a:pt x="310" y="248"/>
                  </a:lnTo>
                  <a:lnTo>
                    <a:pt x="351" y="255"/>
                  </a:lnTo>
                  <a:lnTo>
                    <a:pt x="395" y="259"/>
                  </a:lnTo>
                  <a:lnTo>
                    <a:pt x="439" y="260"/>
                  </a:lnTo>
                  <a:lnTo>
                    <a:pt x="439" y="248"/>
                  </a:lnTo>
                  <a:lnTo>
                    <a:pt x="395" y="247"/>
                  </a:lnTo>
                  <a:lnTo>
                    <a:pt x="353" y="244"/>
                  </a:lnTo>
                  <a:lnTo>
                    <a:pt x="312" y="237"/>
                  </a:lnTo>
                  <a:lnTo>
                    <a:pt x="272" y="228"/>
                  </a:lnTo>
                  <a:lnTo>
                    <a:pt x="236" y="218"/>
                  </a:lnTo>
                  <a:lnTo>
                    <a:pt x="200" y="205"/>
                  </a:lnTo>
                  <a:lnTo>
                    <a:pt x="167" y="190"/>
                  </a:lnTo>
                  <a:lnTo>
                    <a:pt x="137" y="173"/>
                  </a:lnTo>
                  <a:lnTo>
                    <a:pt x="109" y="157"/>
                  </a:lnTo>
                  <a:lnTo>
                    <a:pt x="84" y="137"/>
                  </a:lnTo>
                  <a:lnTo>
                    <a:pt x="64" y="116"/>
                  </a:lnTo>
                  <a:lnTo>
                    <a:pt x="45" y="95"/>
                  </a:lnTo>
                  <a:lnTo>
                    <a:pt x="32" y="73"/>
                  </a:lnTo>
                  <a:lnTo>
                    <a:pt x="21" y="48"/>
                  </a:lnTo>
                  <a:lnTo>
                    <a:pt x="14" y="24"/>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34848" name="Freeform 31"/>
            <p:cNvSpPr>
              <a:spLocks/>
            </p:cNvSpPr>
            <p:nvPr/>
          </p:nvSpPr>
          <p:spPr bwMode="auto">
            <a:xfrm>
              <a:off x="1179" y="1588"/>
              <a:ext cx="88" cy="52"/>
            </a:xfrm>
            <a:custGeom>
              <a:avLst/>
              <a:gdLst>
                <a:gd name="T0" fmla="*/ 4 w 439"/>
                <a:gd name="T1" fmla="*/ 0 h 260"/>
                <a:gd name="T2" fmla="*/ 4 w 439"/>
                <a:gd name="T3" fmla="*/ 0 h 260"/>
                <a:gd name="T4" fmla="*/ 3 w 439"/>
                <a:gd name="T5" fmla="*/ 0 h 260"/>
                <a:gd name="T6" fmla="*/ 3 w 439"/>
                <a:gd name="T7" fmla="*/ 0 h 260"/>
                <a:gd name="T8" fmla="*/ 2 w 439"/>
                <a:gd name="T9" fmla="*/ 0 h 260"/>
                <a:gd name="T10" fmla="*/ 2 w 439"/>
                <a:gd name="T11" fmla="*/ 0 h 260"/>
                <a:gd name="T12" fmla="*/ 2 w 439"/>
                <a:gd name="T13" fmla="*/ 0 h 260"/>
                <a:gd name="T14" fmla="*/ 2 w 439"/>
                <a:gd name="T15" fmla="*/ 0 h 260"/>
                <a:gd name="T16" fmla="*/ 1 w 439"/>
                <a:gd name="T17" fmla="*/ 0 h 260"/>
                <a:gd name="T18" fmla="*/ 1 w 439"/>
                <a:gd name="T19" fmla="*/ 1 h 260"/>
                <a:gd name="T20" fmla="*/ 1 w 439"/>
                <a:gd name="T21" fmla="*/ 1 h 260"/>
                <a:gd name="T22" fmla="*/ 1 w 439"/>
                <a:gd name="T23" fmla="*/ 1 h 260"/>
                <a:gd name="T24" fmla="*/ 0 w 439"/>
                <a:gd name="T25" fmla="*/ 1 h 260"/>
                <a:gd name="T26" fmla="*/ 0 w 439"/>
                <a:gd name="T27" fmla="*/ 1 h 260"/>
                <a:gd name="T28" fmla="*/ 0 w 439"/>
                <a:gd name="T29" fmla="*/ 1 h 260"/>
                <a:gd name="T30" fmla="*/ 0 w 439"/>
                <a:gd name="T31" fmla="*/ 2 h 260"/>
                <a:gd name="T32" fmla="*/ 0 w 439"/>
                <a:gd name="T33" fmla="*/ 2 h 260"/>
                <a:gd name="T34" fmla="*/ 0 w 439"/>
                <a:gd name="T35" fmla="*/ 2 h 260"/>
                <a:gd name="T36" fmla="*/ 0 w 439"/>
                <a:gd name="T37" fmla="*/ 2 h 260"/>
                <a:gd name="T38" fmla="*/ 0 w 439"/>
                <a:gd name="T39" fmla="*/ 2 h 260"/>
                <a:gd name="T40" fmla="*/ 0 w 439"/>
                <a:gd name="T41" fmla="*/ 2 h 260"/>
                <a:gd name="T42" fmla="*/ 0 w 439"/>
                <a:gd name="T43" fmla="*/ 1 h 260"/>
                <a:gd name="T44" fmla="*/ 0 w 439"/>
                <a:gd name="T45" fmla="*/ 1 h 260"/>
                <a:gd name="T46" fmla="*/ 1 w 439"/>
                <a:gd name="T47" fmla="*/ 1 h 260"/>
                <a:gd name="T48" fmla="*/ 1 w 439"/>
                <a:gd name="T49" fmla="*/ 1 h 260"/>
                <a:gd name="T50" fmla="*/ 1 w 439"/>
                <a:gd name="T51" fmla="*/ 1 h 260"/>
                <a:gd name="T52" fmla="*/ 1 w 439"/>
                <a:gd name="T53" fmla="*/ 1 h 260"/>
                <a:gd name="T54" fmla="*/ 1 w 439"/>
                <a:gd name="T55" fmla="*/ 1 h 260"/>
                <a:gd name="T56" fmla="*/ 2 w 439"/>
                <a:gd name="T57" fmla="*/ 0 h 260"/>
                <a:gd name="T58" fmla="*/ 2 w 439"/>
                <a:gd name="T59" fmla="*/ 0 h 260"/>
                <a:gd name="T60" fmla="*/ 2 w 439"/>
                <a:gd name="T61" fmla="*/ 0 h 260"/>
                <a:gd name="T62" fmla="*/ 3 w 439"/>
                <a:gd name="T63" fmla="*/ 0 h 260"/>
                <a:gd name="T64" fmla="*/ 3 w 439"/>
                <a:gd name="T65" fmla="*/ 0 h 260"/>
                <a:gd name="T66" fmla="*/ 3 w 439"/>
                <a:gd name="T67" fmla="*/ 0 h 260"/>
                <a:gd name="T68" fmla="*/ 4 w 439"/>
                <a:gd name="T69" fmla="*/ 0 h 260"/>
                <a:gd name="T70" fmla="*/ 4 w 439"/>
                <a:gd name="T71" fmla="*/ 0 h 260"/>
                <a:gd name="T72" fmla="*/ 4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439" y="0"/>
                  </a:moveTo>
                  <a:lnTo>
                    <a:pt x="439" y="0"/>
                  </a:lnTo>
                  <a:lnTo>
                    <a:pt x="395" y="1"/>
                  </a:lnTo>
                  <a:lnTo>
                    <a:pt x="351" y="4"/>
                  </a:lnTo>
                  <a:lnTo>
                    <a:pt x="310" y="11"/>
                  </a:lnTo>
                  <a:lnTo>
                    <a:pt x="270" y="19"/>
                  </a:lnTo>
                  <a:lnTo>
                    <a:pt x="231" y="30"/>
                  </a:lnTo>
                  <a:lnTo>
                    <a:pt x="195" y="43"/>
                  </a:lnTo>
                  <a:lnTo>
                    <a:pt x="162" y="58"/>
                  </a:lnTo>
                  <a:lnTo>
                    <a:pt x="130" y="73"/>
                  </a:lnTo>
                  <a:lnTo>
                    <a:pt x="102" y="93"/>
                  </a:lnTo>
                  <a:lnTo>
                    <a:pt x="76" y="113"/>
                  </a:lnTo>
                  <a:lnTo>
                    <a:pt x="54" y="133"/>
                  </a:lnTo>
                  <a:lnTo>
                    <a:pt x="35" y="157"/>
                  </a:lnTo>
                  <a:lnTo>
                    <a:pt x="20" y="181"/>
                  </a:lnTo>
                  <a:lnTo>
                    <a:pt x="10" y="206"/>
                  </a:lnTo>
                  <a:lnTo>
                    <a:pt x="3" y="233"/>
                  </a:lnTo>
                  <a:lnTo>
                    <a:pt x="0" y="260"/>
                  </a:lnTo>
                  <a:lnTo>
                    <a:pt x="12" y="260"/>
                  </a:lnTo>
                  <a:lnTo>
                    <a:pt x="14" y="235"/>
                  </a:lnTo>
                  <a:lnTo>
                    <a:pt x="21" y="211"/>
                  </a:lnTo>
                  <a:lnTo>
                    <a:pt x="32" y="186"/>
                  </a:lnTo>
                  <a:lnTo>
                    <a:pt x="45" y="164"/>
                  </a:lnTo>
                  <a:lnTo>
                    <a:pt x="64" y="143"/>
                  </a:lnTo>
                  <a:lnTo>
                    <a:pt x="84" y="123"/>
                  </a:lnTo>
                  <a:lnTo>
                    <a:pt x="109" y="103"/>
                  </a:lnTo>
                  <a:lnTo>
                    <a:pt x="137" y="85"/>
                  </a:lnTo>
                  <a:lnTo>
                    <a:pt x="167" y="70"/>
                  </a:lnTo>
                  <a:lnTo>
                    <a:pt x="200" y="55"/>
                  </a:lnTo>
                  <a:lnTo>
                    <a:pt x="236" y="42"/>
                  </a:lnTo>
                  <a:lnTo>
                    <a:pt x="272" y="31"/>
                  </a:lnTo>
                  <a:lnTo>
                    <a:pt x="312" y="23"/>
                  </a:lnTo>
                  <a:lnTo>
                    <a:pt x="353" y="16"/>
                  </a:lnTo>
                  <a:lnTo>
                    <a:pt x="395" y="12"/>
                  </a:lnTo>
                  <a:lnTo>
                    <a:pt x="439" y="11"/>
                  </a:lnTo>
                  <a:lnTo>
                    <a:pt x="439"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34849" name="Freeform 32"/>
            <p:cNvSpPr>
              <a:spLocks/>
            </p:cNvSpPr>
            <p:nvPr/>
          </p:nvSpPr>
          <p:spPr bwMode="auto">
            <a:xfrm>
              <a:off x="964" y="1745"/>
              <a:ext cx="48" cy="85"/>
            </a:xfrm>
            <a:custGeom>
              <a:avLst/>
              <a:gdLst>
                <a:gd name="T0" fmla="*/ 2 w 244"/>
                <a:gd name="T1" fmla="*/ 3 h 426"/>
                <a:gd name="T2" fmla="*/ 2 w 244"/>
                <a:gd name="T3" fmla="*/ 3 h 426"/>
                <a:gd name="T4" fmla="*/ 2 w 244"/>
                <a:gd name="T5" fmla="*/ 3 h 426"/>
                <a:gd name="T6" fmla="*/ 2 w 244"/>
                <a:gd name="T7" fmla="*/ 3 h 426"/>
                <a:gd name="T8" fmla="*/ 2 w 244"/>
                <a:gd name="T9" fmla="*/ 2 h 426"/>
                <a:gd name="T10" fmla="*/ 2 w 244"/>
                <a:gd name="T11" fmla="*/ 2 h 426"/>
                <a:gd name="T12" fmla="*/ 2 w 244"/>
                <a:gd name="T13" fmla="*/ 2 h 426"/>
                <a:gd name="T14" fmla="*/ 2 w 244"/>
                <a:gd name="T15" fmla="*/ 2 h 426"/>
                <a:gd name="T16" fmla="*/ 1 w 244"/>
                <a:gd name="T17" fmla="*/ 1 h 426"/>
                <a:gd name="T18" fmla="*/ 1 w 244"/>
                <a:gd name="T19" fmla="*/ 1 h 426"/>
                <a:gd name="T20" fmla="*/ 1 w 244"/>
                <a:gd name="T21" fmla="*/ 1 h 426"/>
                <a:gd name="T22" fmla="*/ 1 w 244"/>
                <a:gd name="T23" fmla="*/ 1 h 426"/>
                <a:gd name="T24" fmla="*/ 1 w 244"/>
                <a:gd name="T25" fmla="*/ 0 h 426"/>
                <a:gd name="T26" fmla="*/ 1 w 244"/>
                <a:gd name="T27" fmla="*/ 0 h 426"/>
                <a:gd name="T28" fmla="*/ 1 w 244"/>
                <a:gd name="T29" fmla="*/ 0 h 426"/>
                <a:gd name="T30" fmla="*/ 0 w 244"/>
                <a:gd name="T31" fmla="*/ 0 h 426"/>
                <a:gd name="T32" fmla="*/ 0 w 244"/>
                <a:gd name="T33" fmla="*/ 0 h 426"/>
                <a:gd name="T34" fmla="*/ 0 w 244"/>
                <a:gd name="T35" fmla="*/ 0 h 426"/>
                <a:gd name="T36" fmla="*/ 0 w 244"/>
                <a:gd name="T37" fmla="*/ 0 h 426"/>
                <a:gd name="T38" fmla="*/ 0 w 244"/>
                <a:gd name="T39" fmla="*/ 0 h 426"/>
                <a:gd name="T40" fmla="*/ 0 w 244"/>
                <a:gd name="T41" fmla="*/ 0 h 426"/>
                <a:gd name="T42" fmla="*/ 1 w 244"/>
                <a:gd name="T43" fmla="*/ 0 h 426"/>
                <a:gd name="T44" fmla="*/ 1 w 244"/>
                <a:gd name="T45" fmla="*/ 0 h 426"/>
                <a:gd name="T46" fmla="*/ 1 w 244"/>
                <a:gd name="T47" fmla="*/ 0 h 426"/>
                <a:gd name="T48" fmla="*/ 1 w 244"/>
                <a:gd name="T49" fmla="*/ 1 h 426"/>
                <a:gd name="T50" fmla="*/ 1 w 244"/>
                <a:gd name="T51" fmla="*/ 1 h 426"/>
                <a:gd name="T52" fmla="*/ 1 w 244"/>
                <a:gd name="T53" fmla="*/ 1 h 426"/>
                <a:gd name="T54" fmla="*/ 1 w 244"/>
                <a:gd name="T55" fmla="*/ 1 h 426"/>
                <a:gd name="T56" fmla="*/ 1 w 244"/>
                <a:gd name="T57" fmla="*/ 2 h 426"/>
                <a:gd name="T58" fmla="*/ 2 w 244"/>
                <a:gd name="T59" fmla="*/ 2 h 426"/>
                <a:gd name="T60" fmla="*/ 2 w 244"/>
                <a:gd name="T61" fmla="*/ 2 h 426"/>
                <a:gd name="T62" fmla="*/ 2 w 244"/>
                <a:gd name="T63" fmla="*/ 2 h 426"/>
                <a:gd name="T64" fmla="*/ 2 w 244"/>
                <a:gd name="T65" fmla="*/ 3 h 426"/>
                <a:gd name="T66" fmla="*/ 2 w 244"/>
                <a:gd name="T67" fmla="*/ 3 h 426"/>
                <a:gd name="T68" fmla="*/ 2 w 244"/>
                <a:gd name="T69" fmla="*/ 3 h 426"/>
                <a:gd name="T70" fmla="*/ 2 w 244"/>
                <a:gd name="T71" fmla="*/ 3 h 426"/>
                <a:gd name="T72" fmla="*/ 2 w 244"/>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6"/>
                <a:gd name="T113" fmla="*/ 244 w 244"/>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6">
                  <a:moveTo>
                    <a:pt x="244" y="426"/>
                  </a:moveTo>
                  <a:lnTo>
                    <a:pt x="244" y="426"/>
                  </a:lnTo>
                  <a:lnTo>
                    <a:pt x="243" y="383"/>
                  </a:lnTo>
                  <a:lnTo>
                    <a:pt x="240" y="340"/>
                  </a:lnTo>
                  <a:lnTo>
                    <a:pt x="234" y="300"/>
                  </a:lnTo>
                  <a:lnTo>
                    <a:pt x="226" y="262"/>
                  </a:lnTo>
                  <a:lnTo>
                    <a:pt x="215" y="224"/>
                  </a:lnTo>
                  <a:lnTo>
                    <a:pt x="203" y="189"/>
                  </a:lnTo>
                  <a:lnTo>
                    <a:pt x="189" y="157"/>
                  </a:lnTo>
                  <a:lnTo>
                    <a:pt x="174" y="126"/>
                  </a:lnTo>
                  <a:lnTo>
                    <a:pt x="155" y="99"/>
                  </a:lnTo>
                  <a:lnTo>
                    <a:pt x="138" y="74"/>
                  </a:lnTo>
                  <a:lnTo>
                    <a:pt x="118" y="52"/>
                  </a:lnTo>
                  <a:lnTo>
                    <a:pt x="96" y="34"/>
                  </a:lnTo>
                  <a:lnTo>
                    <a:pt x="73" y="19"/>
                  </a:lnTo>
                  <a:lnTo>
                    <a:pt x="50" y="8"/>
                  </a:lnTo>
                  <a:lnTo>
                    <a:pt x="25" y="2"/>
                  </a:lnTo>
                  <a:lnTo>
                    <a:pt x="0" y="0"/>
                  </a:lnTo>
                  <a:lnTo>
                    <a:pt x="0" y="12"/>
                  </a:lnTo>
                  <a:lnTo>
                    <a:pt x="23" y="14"/>
                  </a:lnTo>
                  <a:lnTo>
                    <a:pt x="45" y="20"/>
                  </a:lnTo>
                  <a:lnTo>
                    <a:pt x="66" y="31"/>
                  </a:lnTo>
                  <a:lnTo>
                    <a:pt x="89" y="43"/>
                  </a:lnTo>
                  <a:lnTo>
                    <a:pt x="109" y="61"/>
                  </a:lnTo>
                  <a:lnTo>
                    <a:pt x="129" y="81"/>
                  </a:lnTo>
                  <a:lnTo>
                    <a:pt x="146" y="106"/>
                  </a:lnTo>
                  <a:lnTo>
                    <a:pt x="162" y="133"/>
                  </a:lnTo>
                  <a:lnTo>
                    <a:pt x="178" y="162"/>
                  </a:lnTo>
                  <a:lnTo>
                    <a:pt x="192" y="194"/>
                  </a:lnTo>
                  <a:lnTo>
                    <a:pt x="203" y="229"/>
                  </a:lnTo>
                  <a:lnTo>
                    <a:pt x="214" y="264"/>
                  </a:lnTo>
                  <a:lnTo>
                    <a:pt x="222" y="303"/>
                  </a:lnTo>
                  <a:lnTo>
                    <a:pt x="228" y="342"/>
                  </a:lnTo>
                  <a:lnTo>
                    <a:pt x="232" y="383"/>
                  </a:lnTo>
                  <a:lnTo>
                    <a:pt x="233" y="426"/>
                  </a:lnTo>
                  <a:lnTo>
                    <a:pt x="244"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34850" name="Freeform 33"/>
            <p:cNvSpPr>
              <a:spLocks/>
            </p:cNvSpPr>
            <p:nvPr/>
          </p:nvSpPr>
          <p:spPr bwMode="auto">
            <a:xfrm>
              <a:off x="964" y="1830"/>
              <a:ext cx="48" cy="85"/>
            </a:xfrm>
            <a:custGeom>
              <a:avLst/>
              <a:gdLst>
                <a:gd name="T0" fmla="*/ 0 w 244"/>
                <a:gd name="T1" fmla="*/ 3 h 424"/>
                <a:gd name="T2" fmla="*/ 0 w 244"/>
                <a:gd name="T3" fmla="*/ 3 h 424"/>
                <a:gd name="T4" fmla="*/ 0 w 244"/>
                <a:gd name="T5" fmla="*/ 3 h 424"/>
                <a:gd name="T6" fmla="*/ 0 w 244"/>
                <a:gd name="T7" fmla="*/ 3 h 424"/>
                <a:gd name="T8" fmla="*/ 1 w 244"/>
                <a:gd name="T9" fmla="*/ 3 h 424"/>
                <a:gd name="T10" fmla="*/ 1 w 244"/>
                <a:gd name="T11" fmla="*/ 3 h 424"/>
                <a:gd name="T12" fmla="*/ 1 w 244"/>
                <a:gd name="T13" fmla="*/ 3 h 424"/>
                <a:gd name="T14" fmla="*/ 1 w 244"/>
                <a:gd name="T15" fmla="*/ 3 h 424"/>
                <a:gd name="T16" fmla="*/ 1 w 244"/>
                <a:gd name="T17" fmla="*/ 3 h 424"/>
                <a:gd name="T18" fmla="*/ 1 w 244"/>
                <a:gd name="T19" fmla="*/ 2 h 424"/>
                <a:gd name="T20" fmla="*/ 1 w 244"/>
                <a:gd name="T21" fmla="*/ 2 h 424"/>
                <a:gd name="T22" fmla="*/ 2 w 244"/>
                <a:gd name="T23" fmla="*/ 2 h 424"/>
                <a:gd name="T24" fmla="*/ 2 w 244"/>
                <a:gd name="T25" fmla="*/ 2 h 424"/>
                <a:gd name="T26" fmla="*/ 2 w 244"/>
                <a:gd name="T27" fmla="*/ 1 h 424"/>
                <a:gd name="T28" fmla="*/ 2 w 244"/>
                <a:gd name="T29" fmla="*/ 1 h 424"/>
                <a:gd name="T30" fmla="*/ 2 w 244"/>
                <a:gd name="T31" fmla="*/ 1 h 424"/>
                <a:gd name="T32" fmla="*/ 2 w 244"/>
                <a:gd name="T33" fmla="*/ 0 h 424"/>
                <a:gd name="T34" fmla="*/ 2 w 244"/>
                <a:gd name="T35" fmla="*/ 0 h 424"/>
                <a:gd name="T36" fmla="*/ 2 w 244"/>
                <a:gd name="T37" fmla="*/ 0 h 424"/>
                <a:gd name="T38" fmla="*/ 2 w 244"/>
                <a:gd name="T39" fmla="*/ 0 h 424"/>
                <a:gd name="T40" fmla="*/ 2 w 244"/>
                <a:gd name="T41" fmla="*/ 1 h 424"/>
                <a:gd name="T42" fmla="*/ 2 w 244"/>
                <a:gd name="T43" fmla="*/ 1 h 424"/>
                <a:gd name="T44" fmla="*/ 2 w 244"/>
                <a:gd name="T45" fmla="*/ 1 h 424"/>
                <a:gd name="T46" fmla="*/ 2 w 244"/>
                <a:gd name="T47" fmla="*/ 2 h 424"/>
                <a:gd name="T48" fmla="*/ 1 w 244"/>
                <a:gd name="T49" fmla="*/ 2 h 424"/>
                <a:gd name="T50" fmla="*/ 1 w 244"/>
                <a:gd name="T51" fmla="*/ 2 h 424"/>
                <a:gd name="T52" fmla="*/ 1 w 244"/>
                <a:gd name="T53" fmla="*/ 2 h 424"/>
                <a:gd name="T54" fmla="*/ 1 w 244"/>
                <a:gd name="T55" fmla="*/ 3 h 424"/>
                <a:gd name="T56" fmla="*/ 1 w 244"/>
                <a:gd name="T57" fmla="*/ 3 h 424"/>
                <a:gd name="T58" fmla="*/ 1 w 244"/>
                <a:gd name="T59" fmla="*/ 3 h 424"/>
                <a:gd name="T60" fmla="*/ 1 w 244"/>
                <a:gd name="T61" fmla="*/ 3 h 424"/>
                <a:gd name="T62" fmla="*/ 1 w 244"/>
                <a:gd name="T63" fmla="*/ 3 h 424"/>
                <a:gd name="T64" fmla="*/ 0 w 244"/>
                <a:gd name="T65" fmla="*/ 3 h 424"/>
                <a:gd name="T66" fmla="*/ 0 w 244"/>
                <a:gd name="T67" fmla="*/ 3 h 424"/>
                <a:gd name="T68" fmla="*/ 0 w 244"/>
                <a:gd name="T69" fmla="*/ 3 h 424"/>
                <a:gd name="T70" fmla="*/ 0 w 244"/>
                <a:gd name="T71" fmla="*/ 3 h 424"/>
                <a:gd name="T72" fmla="*/ 0 w 244"/>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4"/>
                <a:gd name="T113" fmla="*/ 244 w 244"/>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4">
                  <a:moveTo>
                    <a:pt x="0" y="424"/>
                  </a:moveTo>
                  <a:lnTo>
                    <a:pt x="0" y="424"/>
                  </a:lnTo>
                  <a:lnTo>
                    <a:pt x="25" y="422"/>
                  </a:lnTo>
                  <a:lnTo>
                    <a:pt x="50" y="416"/>
                  </a:lnTo>
                  <a:lnTo>
                    <a:pt x="73" y="405"/>
                  </a:lnTo>
                  <a:lnTo>
                    <a:pt x="96" y="390"/>
                  </a:lnTo>
                  <a:lnTo>
                    <a:pt x="118" y="373"/>
                  </a:lnTo>
                  <a:lnTo>
                    <a:pt x="138" y="350"/>
                  </a:lnTo>
                  <a:lnTo>
                    <a:pt x="155" y="326"/>
                  </a:lnTo>
                  <a:lnTo>
                    <a:pt x="173" y="299"/>
                  </a:lnTo>
                  <a:lnTo>
                    <a:pt x="189" y="268"/>
                  </a:lnTo>
                  <a:lnTo>
                    <a:pt x="203" y="235"/>
                  </a:lnTo>
                  <a:lnTo>
                    <a:pt x="215" y="201"/>
                  </a:lnTo>
                  <a:lnTo>
                    <a:pt x="226" y="163"/>
                  </a:lnTo>
                  <a:lnTo>
                    <a:pt x="234" y="125"/>
                  </a:lnTo>
                  <a:lnTo>
                    <a:pt x="240" y="85"/>
                  </a:lnTo>
                  <a:lnTo>
                    <a:pt x="243" y="42"/>
                  </a:lnTo>
                  <a:lnTo>
                    <a:pt x="244" y="0"/>
                  </a:lnTo>
                  <a:lnTo>
                    <a:pt x="233" y="0"/>
                  </a:lnTo>
                  <a:lnTo>
                    <a:pt x="232" y="42"/>
                  </a:lnTo>
                  <a:lnTo>
                    <a:pt x="228" y="83"/>
                  </a:lnTo>
                  <a:lnTo>
                    <a:pt x="222" y="123"/>
                  </a:lnTo>
                  <a:lnTo>
                    <a:pt x="214" y="160"/>
                  </a:lnTo>
                  <a:lnTo>
                    <a:pt x="203" y="197"/>
                  </a:lnTo>
                  <a:lnTo>
                    <a:pt x="192" y="231"/>
                  </a:lnTo>
                  <a:lnTo>
                    <a:pt x="178" y="263"/>
                  </a:lnTo>
                  <a:lnTo>
                    <a:pt x="164" y="292"/>
                  </a:lnTo>
                  <a:lnTo>
                    <a:pt x="146" y="319"/>
                  </a:lnTo>
                  <a:lnTo>
                    <a:pt x="129" y="343"/>
                  </a:lnTo>
                  <a:lnTo>
                    <a:pt x="109" y="363"/>
                  </a:lnTo>
                  <a:lnTo>
                    <a:pt x="89" y="381"/>
                  </a:lnTo>
                  <a:lnTo>
                    <a:pt x="66" y="394"/>
                  </a:lnTo>
                  <a:lnTo>
                    <a:pt x="45" y="404"/>
                  </a:lnTo>
                  <a:lnTo>
                    <a:pt x="23" y="410"/>
                  </a:lnTo>
                  <a:lnTo>
                    <a:pt x="0" y="412"/>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34851" name="Freeform 34"/>
            <p:cNvSpPr>
              <a:spLocks/>
            </p:cNvSpPr>
            <p:nvPr/>
          </p:nvSpPr>
          <p:spPr bwMode="auto">
            <a:xfrm>
              <a:off x="915" y="1830"/>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1" y="42"/>
                  </a:lnTo>
                  <a:lnTo>
                    <a:pt x="4" y="85"/>
                  </a:lnTo>
                  <a:lnTo>
                    <a:pt x="10" y="125"/>
                  </a:lnTo>
                  <a:lnTo>
                    <a:pt x="19" y="163"/>
                  </a:lnTo>
                  <a:lnTo>
                    <a:pt x="29" y="201"/>
                  </a:lnTo>
                  <a:lnTo>
                    <a:pt x="41" y="235"/>
                  </a:lnTo>
                  <a:lnTo>
                    <a:pt x="55" y="268"/>
                  </a:lnTo>
                  <a:lnTo>
                    <a:pt x="71" y="299"/>
                  </a:lnTo>
                  <a:lnTo>
                    <a:pt x="89" y="326"/>
                  </a:lnTo>
                  <a:lnTo>
                    <a:pt x="106" y="350"/>
                  </a:lnTo>
                  <a:lnTo>
                    <a:pt x="126" y="373"/>
                  </a:lnTo>
                  <a:lnTo>
                    <a:pt x="149" y="390"/>
                  </a:lnTo>
                  <a:lnTo>
                    <a:pt x="171" y="405"/>
                  </a:lnTo>
                  <a:lnTo>
                    <a:pt x="194" y="416"/>
                  </a:lnTo>
                  <a:lnTo>
                    <a:pt x="219" y="422"/>
                  </a:lnTo>
                  <a:lnTo>
                    <a:pt x="245" y="424"/>
                  </a:lnTo>
                  <a:lnTo>
                    <a:pt x="245" y="412"/>
                  </a:lnTo>
                  <a:lnTo>
                    <a:pt x="221" y="410"/>
                  </a:lnTo>
                  <a:lnTo>
                    <a:pt x="199" y="404"/>
                  </a:lnTo>
                  <a:lnTo>
                    <a:pt x="178" y="394"/>
                  </a:lnTo>
                  <a:lnTo>
                    <a:pt x="156" y="381"/>
                  </a:lnTo>
                  <a:lnTo>
                    <a:pt x="136" y="363"/>
                  </a:lnTo>
                  <a:lnTo>
                    <a:pt x="116" y="343"/>
                  </a:lnTo>
                  <a:lnTo>
                    <a:pt x="98" y="319"/>
                  </a:lnTo>
                  <a:lnTo>
                    <a:pt x="81" y="292"/>
                  </a:lnTo>
                  <a:lnTo>
                    <a:pt x="67" y="263"/>
                  </a:lnTo>
                  <a:lnTo>
                    <a:pt x="52" y="231"/>
                  </a:lnTo>
                  <a:lnTo>
                    <a:pt x="41" y="197"/>
                  </a:lnTo>
                  <a:lnTo>
                    <a:pt x="30" y="160"/>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34852" name="Freeform 35"/>
            <p:cNvSpPr>
              <a:spLocks/>
            </p:cNvSpPr>
            <p:nvPr/>
          </p:nvSpPr>
          <p:spPr bwMode="auto">
            <a:xfrm>
              <a:off x="915" y="1745"/>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0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19" y="2"/>
                  </a:lnTo>
                  <a:lnTo>
                    <a:pt x="194" y="8"/>
                  </a:lnTo>
                  <a:lnTo>
                    <a:pt x="171" y="19"/>
                  </a:lnTo>
                  <a:lnTo>
                    <a:pt x="149" y="34"/>
                  </a:lnTo>
                  <a:lnTo>
                    <a:pt x="126" y="52"/>
                  </a:lnTo>
                  <a:lnTo>
                    <a:pt x="106" y="74"/>
                  </a:lnTo>
                  <a:lnTo>
                    <a:pt x="89" y="99"/>
                  </a:lnTo>
                  <a:lnTo>
                    <a:pt x="70" y="126"/>
                  </a:lnTo>
                  <a:lnTo>
                    <a:pt x="55" y="157"/>
                  </a:lnTo>
                  <a:lnTo>
                    <a:pt x="41" y="189"/>
                  </a:lnTo>
                  <a:lnTo>
                    <a:pt x="29" y="224"/>
                  </a:lnTo>
                  <a:lnTo>
                    <a:pt x="19" y="262"/>
                  </a:lnTo>
                  <a:lnTo>
                    <a:pt x="10" y="300"/>
                  </a:lnTo>
                  <a:lnTo>
                    <a:pt x="4" y="340"/>
                  </a:lnTo>
                  <a:lnTo>
                    <a:pt x="1" y="383"/>
                  </a:lnTo>
                  <a:lnTo>
                    <a:pt x="0" y="426"/>
                  </a:lnTo>
                  <a:lnTo>
                    <a:pt x="11" y="426"/>
                  </a:lnTo>
                  <a:lnTo>
                    <a:pt x="13" y="383"/>
                  </a:lnTo>
                  <a:lnTo>
                    <a:pt x="16" y="342"/>
                  </a:lnTo>
                  <a:lnTo>
                    <a:pt x="22" y="303"/>
                  </a:lnTo>
                  <a:lnTo>
                    <a:pt x="30" y="264"/>
                  </a:lnTo>
                  <a:lnTo>
                    <a:pt x="41" y="229"/>
                  </a:lnTo>
                  <a:lnTo>
                    <a:pt x="52" y="194"/>
                  </a:lnTo>
                  <a:lnTo>
                    <a:pt x="67" y="162"/>
                  </a:lnTo>
                  <a:lnTo>
                    <a:pt x="82" y="133"/>
                  </a:lnTo>
                  <a:lnTo>
                    <a:pt x="98" y="106"/>
                  </a:lnTo>
                  <a:lnTo>
                    <a:pt x="116" y="81"/>
                  </a:lnTo>
                  <a:lnTo>
                    <a:pt x="136" y="61"/>
                  </a:lnTo>
                  <a:lnTo>
                    <a:pt x="156" y="43"/>
                  </a:lnTo>
                  <a:lnTo>
                    <a:pt x="178" y="31"/>
                  </a:lnTo>
                  <a:lnTo>
                    <a:pt x="199" y="20"/>
                  </a:lnTo>
                  <a:lnTo>
                    <a:pt x="221"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34853" name="Freeform 36"/>
            <p:cNvSpPr>
              <a:spLocks/>
            </p:cNvSpPr>
            <p:nvPr/>
          </p:nvSpPr>
          <p:spPr bwMode="auto">
            <a:xfrm>
              <a:off x="1140" y="2087"/>
              <a:ext cx="49" cy="85"/>
            </a:xfrm>
            <a:custGeom>
              <a:avLst/>
              <a:gdLst>
                <a:gd name="T0" fmla="*/ 2 w 246"/>
                <a:gd name="T1" fmla="*/ 3 h 424"/>
                <a:gd name="T2" fmla="*/ 2 w 246"/>
                <a:gd name="T3" fmla="*/ 3 h 424"/>
                <a:gd name="T4" fmla="*/ 2 w 246"/>
                <a:gd name="T5" fmla="*/ 3 h 424"/>
                <a:gd name="T6" fmla="*/ 2 w 246"/>
                <a:gd name="T7" fmla="*/ 3 h 424"/>
                <a:gd name="T8" fmla="*/ 2 w 246"/>
                <a:gd name="T9" fmla="*/ 2 h 424"/>
                <a:gd name="T10" fmla="*/ 2 w 246"/>
                <a:gd name="T11" fmla="*/ 2 h 424"/>
                <a:gd name="T12" fmla="*/ 2 w 246"/>
                <a:gd name="T13" fmla="*/ 2 h 424"/>
                <a:gd name="T14" fmla="*/ 2 w 246"/>
                <a:gd name="T15" fmla="*/ 2 h 424"/>
                <a:gd name="T16" fmla="*/ 2 w 246"/>
                <a:gd name="T17" fmla="*/ 1 h 424"/>
                <a:gd name="T18" fmla="*/ 1 w 246"/>
                <a:gd name="T19" fmla="*/ 1 h 424"/>
                <a:gd name="T20" fmla="*/ 1 w 246"/>
                <a:gd name="T21" fmla="*/ 1 h 424"/>
                <a:gd name="T22" fmla="*/ 1 w 246"/>
                <a:gd name="T23" fmla="*/ 1 h 424"/>
                <a:gd name="T24" fmla="*/ 1 w 246"/>
                <a:gd name="T25" fmla="*/ 0 h 424"/>
                <a:gd name="T26" fmla="*/ 1 w 246"/>
                <a:gd name="T27" fmla="*/ 0 h 424"/>
                <a:gd name="T28" fmla="*/ 1 w 246"/>
                <a:gd name="T29" fmla="*/ 0 h 424"/>
                <a:gd name="T30" fmla="*/ 0 w 246"/>
                <a:gd name="T31" fmla="*/ 0 h 424"/>
                <a:gd name="T32" fmla="*/ 0 w 246"/>
                <a:gd name="T33" fmla="*/ 0 h 424"/>
                <a:gd name="T34" fmla="*/ 0 w 246"/>
                <a:gd name="T35" fmla="*/ 0 h 424"/>
                <a:gd name="T36" fmla="*/ 0 w 246"/>
                <a:gd name="T37" fmla="*/ 0 h 424"/>
                <a:gd name="T38" fmla="*/ 0 w 246"/>
                <a:gd name="T39" fmla="*/ 0 h 424"/>
                <a:gd name="T40" fmla="*/ 0 w 246"/>
                <a:gd name="T41" fmla="*/ 0 h 424"/>
                <a:gd name="T42" fmla="*/ 1 w 246"/>
                <a:gd name="T43" fmla="*/ 0 h 424"/>
                <a:gd name="T44" fmla="*/ 1 w 246"/>
                <a:gd name="T45" fmla="*/ 0 h 424"/>
                <a:gd name="T46" fmla="*/ 1 w 246"/>
                <a:gd name="T47" fmla="*/ 0 h 424"/>
                <a:gd name="T48" fmla="*/ 1 w 246"/>
                <a:gd name="T49" fmla="*/ 1 h 424"/>
                <a:gd name="T50" fmla="*/ 1 w 246"/>
                <a:gd name="T51" fmla="*/ 1 h 424"/>
                <a:gd name="T52" fmla="*/ 1 w 246"/>
                <a:gd name="T53" fmla="*/ 1 h 424"/>
                <a:gd name="T54" fmla="*/ 1 w 246"/>
                <a:gd name="T55" fmla="*/ 1 h 424"/>
                <a:gd name="T56" fmla="*/ 2 w 246"/>
                <a:gd name="T57" fmla="*/ 2 h 424"/>
                <a:gd name="T58" fmla="*/ 2 w 246"/>
                <a:gd name="T59" fmla="*/ 2 h 424"/>
                <a:gd name="T60" fmla="*/ 2 w 246"/>
                <a:gd name="T61" fmla="*/ 2 h 424"/>
                <a:gd name="T62" fmla="*/ 2 w 246"/>
                <a:gd name="T63" fmla="*/ 2 h 424"/>
                <a:gd name="T64" fmla="*/ 2 w 246"/>
                <a:gd name="T65" fmla="*/ 3 h 424"/>
                <a:gd name="T66" fmla="*/ 2 w 246"/>
                <a:gd name="T67" fmla="*/ 3 h 424"/>
                <a:gd name="T68" fmla="*/ 2 w 246"/>
                <a:gd name="T69" fmla="*/ 3 h 424"/>
                <a:gd name="T70" fmla="*/ 2 w 246"/>
                <a:gd name="T71" fmla="*/ 3 h 424"/>
                <a:gd name="T72" fmla="*/ 2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424"/>
                  </a:moveTo>
                  <a:lnTo>
                    <a:pt x="246" y="424"/>
                  </a:lnTo>
                  <a:lnTo>
                    <a:pt x="244" y="382"/>
                  </a:lnTo>
                  <a:lnTo>
                    <a:pt x="241" y="338"/>
                  </a:lnTo>
                  <a:lnTo>
                    <a:pt x="235" y="298"/>
                  </a:lnTo>
                  <a:lnTo>
                    <a:pt x="227" y="261"/>
                  </a:lnTo>
                  <a:lnTo>
                    <a:pt x="216" y="222"/>
                  </a:lnTo>
                  <a:lnTo>
                    <a:pt x="205" y="188"/>
                  </a:lnTo>
                  <a:lnTo>
                    <a:pt x="190" y="155"/>
                  </a:lnTo>
                  <a:lnTo>
                    <a:pt x="174" y="125"/>
                  </a:lnTo>
                  <a:lnTo>
                    <a:pt x="157" y="98"/>
                  </a:lnTo>
                  <a:lnTo>
                    <a:pt x="138" y="73"/>
                  </a:lnTo>
                  <a:lnTo>
                    <a:pt x="118" y="51"/>
                  </a:lnTo>
                  <a:lnTo>
                    <a:pt x="96" y="34"/>
                  </a:lnTo>
                  <a:lnTo>
                    <a:pt x="74" y="18"/>
                  </a:lnTo>
                  <a:lnTo>
                    <a:pt x="50" y="8"/>
                  </a:lnTo>
                  <a:lnTo>
                    <a:pt x="25" y="2"/>
                  </a:lnTo>
                  <a:lnTo>
                    <a:pt x="0" y="0"/>
                  </a:lnTo>
                  <a:lnTo>
                    <a:pt x="0" y="11"/>
                  </a:lnTo>
                  <a:lnTo>
                    <a:pt x="23" y="14"/>
                  </a:lnTo>
                  <a:lnTo>
                    <a:pt x="45" y="19"/>
                  </a:lnTo>
                  <a:lnTo>
                    <a:pt x="67" y="30"/>
                  </a:lnTo>
                  <a:lnTo>
                    <a:pt x="89" y="43"/>
                  </a:lnTo>
                  <a:lnTo>
                    <a:pt x="108" y="60"/>
                  </a:lnTo>
                  <a:lnTo>
                    <a:pt x="128" y="80"/>
                  </a:lnTo>
                  <a:lnTo>
                    <a:pt x="147" y="105"/>
                  </a:lnTo>
                  <a:lnTo>
                    <a:pt x="165" y="132"/>
                  </a:lnTo>
                  <a:lnTo>
                    <a:pt x="179" y="160"/>
                  </a:lnTo>
                  <a:lnTo>
                    <a:pt x="193" y="193"/>
                  </a:lnTo>
                  <a:lnTo>
                    <a:pt x="205" y="227"/>
                  </a:lnTo>
                  <a:lnTo>
                    <a:pt x="215" y="263"/>
                  </a:lnTo>
                  <a:lnTo>
                    <a:pt x="223" y="301"/>
                  </a:lnTo>
                  <a:lnTo>
                    <a:pt x="229" y="341"/>
                  </a:lnTo>
                  <a:lnTo>
                    <a:pt x="233" y="382"/>
                  </a:lnTo>
                  <a:lnTo>
                    <a:pt x="234" y="424"/>
                  </a:lnTo>
                  <a:lnTo>
                    <a:pt x="246"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34854" name="Freeform 37"/>
            <p:cNvSpPr>
              <a:spLocks/>
            </p:cNvSpPr>
            <p:nvPr/>
          </p:nvSpPr>
          <p:spPr bwMode="auto">
            <a:xfrm>
              <a:off x="1140" y="2172"/>
              <a:ext cx="49" cy="85"/>
            </a:xfrm>
            <a:custGeom>
              <a:avLst/>
              <a:gdLst>
                <a:gd name="T0" fmla="*/ 0 w 246"/>
                <a:gd name="T1" fmla="*/ 3 h 426"/>
                <a:gd name="T2" fmla="*/ 0 w 246"/>
                <a:gd name="T3" fmla="*/ 3 h 426"/>
                <a:gd name="T4" fmla="*/ 0 w 246"/>
                <a:gd name="T5" fmla="*/ 3 h 426"/>
                <a:gd name="T6" fmla="*/ 0 w 246"/>
                <a:gd name="T7" fmla="*/ 3 h 426"/>
                <a:gd name="T8" fmla="*/ 1 w 246"/>
                <a:gd name="T9" fmla="*/ 3 h 426"/>
                <a:gd name="T10" fmla="*/ 1 w 246"/>
                <a:gd name="T11" fmla="*/ 3 h 426"/>
                <a:gd name="T12" fmla="*/ 1 w 246"/>
                <a:gd name="T13" fmla="*/ 3 h 426"/>
                <a:gd name="T14" fmla="*/ 1 w 246"/>
                <a:gd name="T15" fmla="*/ 3 h 426"/>
                <a:gd name="T16" fmla="*/ 1 w 246"/>
                <a:gd name="T17" fmla="*/ 3 h 426"/>
                <a:gd name="T18" fmla="*/ 1 w 246"/>
                <a:gd name="T19" fmla="*/ 2 h 426"/>
                <a:gd name="T20" fmla="*/ 2 w 246"/>
                <a:gd name="T21" fmla="*/ 2 h 426"/>
                <a:gd name="T22" fmla="*/ 2 w 246"/>
                <a:gd name="T23" fmla="*/ 2 h 426"/>
                <a:gd name="T24" fmla="*/ 2 w 246"/>
                <a:gd name="T25" fmla="*/ 2 h 426"/>
                <a:gd name="T26" fmla="*/ 2 w 246"/>
                <a:gd name="T27" fmla="*/ 1 h 426"/>
                <a:gd name="T28" fmla="*/ 2 w 246"/>
                <a:gd name="T29" fmla="*/ 1 h 426"/>
                <a:gd name="T30" fmla="*/ 2 w 246"/>
                <a:gd name="T31" fmla="*/ 1 h 426"/>
                <a:gd name="T32" fmla="*/ 2 w 246"/>
                <a:gd name="T33" fmla="*/ 0 h 426"/>
                <a:gd name="T34" fmla="*/ 2 w 246"/>
                <a:gd name="T35" fmla="*/ 0 h 426"/>
                <a:gd name="T36" fmla="*/ 2 w 246"/>
                <a:gd name="T37" fmla="*/ 0 h 426"/>
                <a:gd name="T38" fmla="*/ 2 w 246"/>
                <a:gd name="T39" fmla="*/ 0 h 426"/>
                <a:gd name="T40" fmla="*/ 2 w 246"/>
                <a:gd name="T41" fmla="*/ 1 h 426"/>
                <a:gd name="T42" fmla="*/ 2 w 246"/>
                <a:gd name="T43" fmla="*/ 1 h 426"/>
                <a:gd name="T44" fmla="*/ 2 w 246"/>
                <a:gd name="T45" fmla="*/ 1 h 426"/>
                <a:gd name="T46" fmla="*/ 2 w 246"/>
                <a:gd name="T47" fmla="*/ 2 h 426"/>
                <a:gd name="T48" fmla="*/ 2 w 246"/>
                <a:gd name="T49" fmla="*/ 2 h 426"/>
                <a:gd name="T50" fmla="*/ 1 w 246"/>
                <a:gd name="T51" fmla="*/ 2 h 426"/>
                <a:gd name="T52" fmla="*/ 1 w 246"/>
                <a:gd name="T53" fmla="*/ 2 h 426"/>
                <a:gd name="T54" fmla="*/ 1 w 246"/>
                <a:gd name="T55" fmla="*/ 3 h 426"/>
                <a:gd name="T56" fmla="*/ 1 w 246"/>
                <a:gd name="T57" fmla="*/ 3 h 426"/>
                <a:gd name="T58" fmla="*/ 1 w 246"/>
                <a:gd name="T59" fmla="*/ 3 h 426"/>
                <a:gd name="T60" fmla="*/ 1 w 246"/>
                <a:gd name="T61" fmla="*/ 3 h 426"/>
                <a:gd name="T62" fmla="*/ 1 w 246"/>
                <a:gd name="T63" fmla="*/ 3 h 426"/>
                <a:gd name="T64" fmla="*/ 0 w 246"/>
                <a:gd name="T65" fmla="*/ 3 h 426"/>
                <a:gd name="T66" fmla="*/ 0 w 246"/>
                <a:gd name="T67" fmla="*/ 3 h 426"/>
                <a:gd name="T68" fmla="*/ 0 w 246"/>
                <a:gd name="T69" fmla="*/ 3 h 426"/>
                <a:gd name="T70" fmla="*/ 0 w 246"/>
                <a:gd name="T71" fmla="*/ 3 h 426"/>
                <a:gd name="T72" fmla="*/ 0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426"/>
                  </a:moveTo>
                  <a:lnTo>
                    <a:pt x="0" y="426"/>
                  </a:lnTo>
                  <a:lnTo>
                    <a:pt x="25" y="423"/>
                  </a:lnTo>
                  <a:lnTo>
                    <a:pt x="50" y="417"/>
                  </a:lnTo>
                  <a:lnTo>
                    <a:pt x="74" y="407"/>
                  </a:lnTo>
                  <a:lnTo>
                    <a:pt x="96" y="392"/>
                  </a:lnTo>
                  <a:lnTo>
                    <a:pt x="118" y="373"/>
                  </a:lnTo>
                  <a:lnTo>
                    <a:pt x="138" y="350"/>
                  </a:lnTo>
                  <a:lnTo>
                    <a:pt x="157" y="327"/>
                  </a:lnTo>
                  <a:lnTo>
                    <a:pt x="175" y="299"/>
                  </a:lnTo>
                  <a:lnTo>
                    <a:pt x="190" y="268"/>
                  </a:lnTo>
                  <a:lnTo>
                    <a:pt x="205" y="236"/>
                  </a:lnTo>
                  <a:lnTo>
                    <a:pt x="216" y="202"/>
                  </a:lnTo>
                  <a:lnTo>
                    <a:pt x="227" y="164"/>
                  </a:lnTo>
                  <a:lnTo>
                    <a:pt x="235" y="125"/>
                  </a:lnTo>
                  <a:lnTo>
                    <a:pt x="241" y="86"/>
                  </a:lnTo>
                  <a:lnTo>
                    <a:pt x="244" y="42"/>
                  </a:lnTo>
                  <a:lnTo>
                    <a:pt x="246" y="0"/>
                  </a:lnTo>
                  <a:lnTo>
                    <a:pt x="234" y="0"/>
                  </a:lnTo>
                  <a:lnTo>
                    <a:pt x="233" y="42"/>
                  </a:lnTo>
                  <a:lnTo>
                    <a:pt x="229" y="83"/>
                  </a:lnTo>
                  <a:lnTo>
                    <a:pt x="223" y="123"/>
                  </a:lnTo>
                  <a:lnTo>
                    <a:pt x="215" y="162"/>
                  </a:lnTo>
                  <a:lnTo>
                    <a:pt x="205" y="197"/>
                  </a:lnTo>
                  <a:lnTo>
                    <a:pt x="193" y="231"/>
                  </a:lnTo>
                  <a:lnTo>
                    <a:pt x="179" y="264"/>
                  </a:lnTo>
                  <a:lnTo>
                    <a:pt x="164" y="292"/>
                  </a:lnTo>
                  <a:lnTo>
                    <a:pt x="147" y="320"/>
                  </a:lnTo>
                  <a:lnTo>
                    <a:pt x="128" y="343"/>
                  </a:lnTo>
                  <a:lnTo>
                    <a:pt x="108" y="363"/>
                  </a:lnTo>
                  <a:lnTo>
                    <a:pt x="89" y="382"/>
                  </a:lnTo>
                  <a:lnTo>
                    <a:pt x="67" y="395"/>
                  </a:lnTo>
                  <a:lnTo>
                    <a:pt x="45" y="406"/>
                  </a:lnTo>
                  <a:lnTo>
                    <a:pt x="23" y="411"/>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34855" name="Freeform 38"/>
            <p:cNvSpPr>
              <a:spLocks/>
            </p:cNvSpPr>
            <p:nvPr/>
          </p:nvSpPr>
          <p:spPr bwMode="auto">
            <a:xfrm>
              <a:off x="1091" y="2172"/>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4" y="86"/>
                  </a:lnTo>
                  <a:lnTo>
                    <a:pt x="10" y="125"/>
                  </a:lnTo>
                  <a:lnTo>
                    <a:pt x="18" y="164"/>
                  </a:lnTo>
                  <a:lnTo>
                    <a:pt x="29" y="202"/>
                  </a:lnTo>
                  <a:lnTo>
                    <a:pt x="41" y="236"/>
                  </a:lnTo>
                  <a:lnTo>
                    <a:pt x="55" y="268"/>
                  </a:lnTo>
                  <a:lnTo>
                    <a:pt x="70" y="299"/>
                  </a:lnTo>
                  <a:lnTo>
                    <a:pt x="89" y="327"/>
                  </a:lnTo>
                  <a:lnTo>
                    <a:pt x="106" y="350"/>
                  </a:lnTo>
                  <a:lnTo>
                    <a:pt x="126" y="373"/>
                  </a:lnTo>
                  <a:lnTo>
                    <a:pt x="148" y="392"/>
                  </a:lnTo>
                  <a:lnTo>
                    <a:pt x="171" y="407"/>
                  </a:lnTo>
                  <a:lnTo>
                    <a:pt x="194" y="417"/>
                  </a:lnTo>
                  <a:lnTo>
                    <a:pt x="219" y="423"/>
                  </a:lnTo>
                  <a:lnTo>
                    <a:pt x="245" y="426"/>
                  </a:lnTo>
                  <a:lnTo>
                    <a:pt x="245" y="414"/>
                  </a:lnTo>
                  <a:lnTo>
                    <a:pt x="221" y="411"/>
                  </a:lnTo>
                  <a:lnTo>
                    <a:pt x="199" y="406"/>
                  </a:lnTo>
                  <a:lnTo>
                    <a:pt x="178" y="395"/>
                  </a:lnTo>
                  <a:lnTo>
                    <a:pt x="155" y="382"/>
                  </a:lnTo>
                  <a:lnTo>
                    <a:pt x="136" y="363"/>
                  </a:lnTo>
                  <a:lnTo>
                    <a:pt x="116" y="343"/>
                  </a:lnTo>
                  <a:lnTo>
                    <a:pt x="98" y="320"/>
                  </a:lnTo>
                  <a:lnTo>
                    <a:pt x="82" y="292"/>
                  </a:lnTo>
                  <a:lnTo>
                    <a:pt x="66" y="264"/>
                  </a:lnTo>
                  <a:lnTo>
                    <a:pt x="52" y="231"/>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34856" name="Freeform 39"/>
            <p:cNvSpPr>
              <a:spLocks/>
            </p:cNvSpPr>
            <p:nvPr/>
          </p:nvSpPr>
          <p:spPr bwMode="auto">
            <a:xfrm>
              <a:off x="1091" y="2087"/>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4" y="8"/>
                  </a:lnTo>
                  <a:lnTo>
                    <a:pt x="171" y="18"/>
                  </a:lnTo>
                  <a:lnTo>
                    <a:pt x="148" y="34"/>
                  </a:lnTo>
                  <a:lnTo>
                    <a:pt x="126" y="51"/>
                  </a:lnTo>
                  <a:lnTo>
                    <a:pt x="106" y="73"/>
                  </a:lnTo>
                  <a:lnTo>
                    <a:pt x="89" y="98"/>
                  </a:lnTo>
                  <a:lnTo>
                    <a:pt x="71" y="125"/>
                  </a:lnTo>
                  <a:lnTo>
                    <a:pt x="55" y="155"/>
                  </a:lnTo>
                  <a:lnTo>
                    <a:pt x="41" y="188"/>
                  </a:lnTo>
                  <a:lnTo>
                    <a:pt x="29" y="222"/>
                  </a:lnTo>
                  <a:lnTo>
                    <a:pt x="18" y="261"/>
                  </a:lnTo>
                  <a:lnTo>
                    <a:pt x="10" y="298"/>
                  </a:lnTo>
                  <a:lnTo>
                    <a:pt x="4" y="338"/>
                  </a:lnTo>
                  <a:lnTo>
                    <a:pt x="1" y="382"/>
                  </a:lnTo>
                  <a:lnTo>
                    <a:pt x="0" y="424"/>
                  </a:lnTo>
                  <a:lnTo>
                    <a:pt x="11" y="424"/>
                  </a:lnTo>
                  <a:lnTo>
                    <a:pt x="13" y="382"/>
                  </a:lnTo>
                  <a:lnTo>
                    <a:pt x="16" y="341"/>
                  </a:lnTo>
                  <a:lnTo>
                    <a:pt x="22" y="301"/>
                  </a:lnTo>
                  <a:lnTo>
                    <a:pt x="30" y="263"/>
                  </a:lnTo>
                  <a:lnTo>
                    <a:pt x="41" y="227"/>
                  </a:lnTo>
                  <a:lnTo>
                    <a:pt x="52" y="193"/>
                  </a:lnTo>
                  <a:lnTo>
                    <a:pt x="66" y="160"/>
                  </a:lnTo>
                  <a:lnTo>
                    <a:pt x="80" y="132"/>
                  </a:lnTo>
                  <a:lnTo>
                    <a:pt x="98" y="105"/>
                  </a:lnTo>
                  <a:lnTo>
                    <a:pt x="116" y="80"/>
                  </a:lnTo>
                  <a:lnTo>
                    <a:pt x="136" y="60"/>
                  </a:lnTo>
                  <a:lnTo>
                    <a:pt x="155" y="43"/>
                  </a:lnTo>
                  <a:lnTo>
                    <a:pt x="178" y="30"/>
                  </a:lnTo>
                  <a:lnTo>
                    <a:pt x="199" y="19"/>
                  </a:lnTo>
                  <a:lnTo>
                    <a:pt x="221" y="14"/>
                  </a:lnTo>
                  <a:lnTo>
                    <a:pt x="245" y="11"/>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34857" name="Freeform 40"/>
            <p:cNvSpPr>
              <a:spLocks/>
            </p:cNvSpPr>
            <p:nvPr/>
          </p:nvSpPr>
          <p:spPr bwMode="auto">
            <a:xfrm>
              <a:off x="1392" y="2118"/>
              <a:ext cx="49" cy="85"/>
            </a:xfrm>
            <a:custGeom>
              <a:avLst/>
              <a:gdLst>
                <a:gd name="T0" fmla="*/ 2 w 246"/>
                <a:gd name="T1" fmla="*/ 3 h 426"/>
                <a:gd name="T2" fmla="*/ 2 w 246"/>
                <a:gd name="T3" fmla="*/ 3 h 426"/>
                <a:gd name="T4" fmla="*/ 2 w 246"/>
                <a:gd name="T5" fmla="*/ 3 h 426"/>
                <a:gd name="T6" fmla="*/ 2 w 246"/>
                <a:gd name="T7" fmla="*/ 3 h 426"/>
                <a:gd name="T8" fmla="*/ 2 w 246"/>
                <a:gd name="T9" fmla="*/ 2 h 426"/>
                <a:gd name="T10" fmla="*/ 2 w 246"/>
                <a:gd name="T11" fmla="*/ 2 h 426"/>
                <a:gd name="T12" fmla="*/ 2 w 246"/>
                <a:gd name="T13" fmla="*/ 2 h 426"/>
                <a:gd name="T14" fmla="*/ 2 w 246"/>
                <a:gd name="T15" fmla="*/ 2 h 426"/>
                <a:gd name="T16" fmla="*/ 2 w 246"/>
                <a:gd name="T17" fmla="*/ 1 h 426"/>
                <a:gd name="T18" fmla="*/ 1 w 246"/>
                <a:gd name="T19" fmla="*/ 1 h 426"/>
                <a:gd name="T20" fmla="*/ 1 w 246"/>
                <a:gd name="T21" fmla="*/ 1 h 426"/>
                <a:gd name="T22" fmla="*/ 1 w 246"/>
                <a:gd name="T23" fmla="*/ 1 h 426"/>
                <a:gd name="T24" fmla="*/ 1 w 246"/>
                <a:gd name="T25" fmla="*/ 0 h 426"/>
                <a:gd name="T26" fmla="*/ 1 w 246"/>
                <a:gd name="T27" fmla="*/ 0 h 426"/>
                <a:gd name="T28" fmla="*/ 1 w 246"/>
                <a:gd name="T29" fmla="*/ 0 h 426"/>
                <a:gd name="T30" fmla="*/ 0 w 246"/>
                <a:gd name="T31" fmla="*/ 0 h 426"/>
                <a:gd name="T32" fmla="*/ 0 w 246"/>
                <a:gd name="T33" fmla="*/ 0 h 426"/>
                <a:gd name="T34" fmla="*/ 0 w 246"/>
                <a:gd name="T35" fmla="*/ 0 h 426"/>
                <a:gd name="T36" fmla="*/ 0 w 246"/>
                <a:gd name="T37" fmla="*/ 0 h 426"/>
                <a:gd name="T38" fmla="*/ 0 w 246"/>
                <a:gd name="T39" fmla="*/ 0 h 426"/>
                <a:gd name="T40" fmla="*/ 0 w 246"/>
                <a:gd name="T41" fmla="*/ 0 h 426"/>
                <a:gd name="T42" fmla="*/ 1 w 246"/>
                <a:gd name="T43" fmla="*/ 0 h 426"/>
                <a:gd name="T44" fmla="*/ 1 w 246"/>
                <a:gd name="T45" fmla="*/ 0 h 426"/>
                <a:gd name="T46" fmla="*/ 1 w 246"/>
                <a:gd name="T47" fmla="*/ 1 h 426"/>
                <a:gd name="T48" fmla="*/ 1 w 246"/>
                <a:gd name="T49" fmla="*/ 1 h 426"/>
                <a:gd name="T50" fmla="*/ 1 w 246"/>
                <a:gd name="T51" fmla="*/ 1 h 426"/>
                <a:gd name="T52" fmla="*/ 1 w 246"/>
                <a:gd name="T53" fmla="*/ 1 h 426"/>
                <a:gd name="T54" fmla="*/ 1 w 246"/>
                <a:gd name="T55" fmla="*/ 1 h 426"/>
                <a:gd name="T56" fmla="*/ 2 w 246"/>
                <a:gd name="T57" fmla="*/ 2 h 426"/>
                <a:gd name="T58" fmla="*/ 2 w 246"/>
                <a:gd name="T59" fmla="*/ 2 h 426"/>
                <a:gd name="T60" fmla="*/ 2 w 246"/>
                <a:gd name="T61" fmla="*/ 2 h 426"/>
                <a:gd name="T62" fmla="*/ 2 w 246"/>
                <a:gd name="T63" fmla="*/ 2 h 426"/>
                <a:gd name="T64" fmla="*/ 2 w 246"/>
                <a:gd name="T65" fmla="*/ 3 h 426"/>
                <a:gd name="T66" fmla="*/ 2 w 246"/>
                <a:gd name="T67" fmla="*/ 3 h 426"/>
                <a:gd name="T68" fmla="*/ 2 w 246"/>
                <a:gd name="T69" fmla="*/ 3 h 426"/>
                <a:gd name="T70" fmla="*/ 2 w 246"/>
                <a:gd name="T71" fmla="*/ 3 h 426"/>
                <a:gd name="T72" fmla="*/ 2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246" y="426"/>
                  </a:moveTo>
                  <a:lnTo>
                    <a:pt x="246" y="426"/>
                  </a:lnTo>
                  <a:lnTo>
                    <a:pt x="245" y="384"/>
                  </a:lnTo>
                  <a:lnTo>
                    <a:pt x="242" y="340"/>
                  </a:lnTo>
                  <a:lnTo>
                    <a:pt x="236" y="301"/>
                  </a:lnTo>
                  <a:lnTo>
                    <a:pt x="228" y="262"/>
                  </a:lnTo>
                  <a:lnTo>
                    <a:pt x="217" y="224"/>
                  </a:lnTo>
                  <a:lnTo>
                    <a:pt x="205" y="190"/>
                  </a:lnTo>
                  <a:lnTo>
                    <a:pt x="191" y="158"/>
                  </a:lnTo>
                  <a:lnTo>
                    <a:pt x="176" y="126"/>
                  </a:lnTo>
                  <a:lnTo>
                    <a:pt x="157" y="99"/>
                  </a:lnTo>
                  <a:lnTo>
                    <a:pt x="139" y="75"/>
                  </a:lnTo>
                  <a:lnTo>
                    <a:pt x="119" y="53"/>
                  </a:lnTo>
                  <a:lnTo>
                    <a:pt x="96" y="34"/>
                  </a:lnTo>
                  <a:lnTo>
                    <a:pt x="75" y="19"/>
                  </a:lnTo>
                  <a:lnTo>
                    <a:pt x="51" y="9"/>
                  </a:lnTo>
                  <a:lnTo>
                    <a:pt x="26" y="3"/>
                  </a:lnTo>
                  <a:lnTo>
                    <a:pt x="0" y="0"/>
                  </a:lnTo>
                  <a:lnTo>
                    <a:pt x="0" y="12"/>
                  </a:lnTo>
                  <a:lnTo>
                    <a:pt x="24" y="15"/>
                  </a:lnTo>
                  <a:lnTo>
                    <a:pt x="46" y="20"/>
                  </a:lnTo>
                  <a:lnTo>
                    <a:pt x="68" y="31"/>
                  </a:lnTo>
                  <a:lnTo>
                    <a:pt x="89" y="44"/>
                  </a:lnTo>
                  <a:lnTo>
                    <a:pt x="109" y="63"/>
                  </a:lnTo>
                  <a:lnTo>
                    <a:pt x="129" y="83"/>
                  </a:lnTo>
                  <a:lnTo>
                    <a:pt x="148" y="106"/>
                  </a:lnTo>
                  <a:lnTo>
                    <a:pt x="164" y="133"/>
                  </a:lnTo>
                  <a:lnTo>
                    <a:pt x="180" y="162"/>
                  </a:lnTo>
                  <a:lnTo>
                    <a:pt x="194" y="195"/>
                  </a:lnTo>
                  <a:lnTo>
                    <a:pt x="205" y="229"/>
                  </a:lnTo>
                  <a:lnTo>
                    <a:pt x="216" y="264"/>
                  </a:lnTo>
                  <a:lnTo>
                    <a:pt x="224" y="303"/>
                  </a:lnTo>
                  <a:lnTo>
                    <a:pt x="230" y="343"/>
                  </a:lnTo>
                  <a:lnTo>
                    <a:pt x="233" y="384"/>
                  </a:lnTo>
                  <a:lnTo>
                    <a:pt x="235" y="426"/>
                  </a:lnTo>
                  <a:lnTo>
                    <a:pt x="246"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34858" name="Freeform 41"/>
            <p:cNvSpPr>
              <a:spLocks/>
            </p:cNvSpPr>
            <p:nvPr/>
          </p:nvSpPr>
          <p:spPr bwMode="auto">
            <a:xfrm>
              <a:off x="1392" y="2203"/>
              <a:ext cx="49" cy="85"/>
            </a:xfrm>
            <a:custGeom>
              <a:avLst/>
              <a:gdLst>
                <a:gd name="T0" fmla="*/ 0 w 246"/>
                <a:gd name="T1" fmla="*/ 3 h 424"/>
                <a:gd name="T2" fmla="*/ 0 w 246"/>
                <a:gd name="T3" fmla="*/ 3 h 424"/>
                <a:gd name="T4" fmla="*/ 0 w 246"/>
                <a:gd name="T5" fmla="*/ 3 h 424"/>
                <a:gd name="T6" fmla="*/ 0 w 246"/>
                <a:gd name="T7" fmla="*/ 3 h 424"/>
                <a:gd name="T8" fmla="*/ 1 w 246"/>
                <a:gd name="T9" fmla="*/ 3 h 424"/>
                <a:gd name="T10" fmla="*/ 1 w 246"/>
                <a:gd name="T11" fmla="*/ 3 h 424"/>
                <a:gd name="T12" fmla="*/ 1 w 246"/>
                <a:gd name="T13" fmla="*/ 3 h 424"/>
                <a:gd name="T14" fmla="*/ 1 w 246"/>
                <a:gd name="T15" fmla="*/ 3 h 424"/>
                <a:gd name="T16" fmla="*/ 1 w 246"/>
                <a:gd name="T17" fmla="*/ 3 h 424"/>
                <a:gd name="T18" fmla="*/ 1 w 246"/>
                <a:gd name="T19" fmla="*/ 2 h 424"/>
                <a:gd name="T20" fmla="*/ 2 w 246"/>
                <a:gd name="T21" fmla="*/ 2 h 424"/>
                <a:gd name="T22" fmla="*/ 2 w 246"/>
                <a:gd name="T23" fmla="*/ 2 h 424"/>
                <a:gd name="T24" fmla="*/ 2 w 246"/>
                <a:gd name="T25" fmla="*/ 2 h 424"/>
                <a:gd name="T26" fmla="*/ 2 w 246"/>
                <a:gd name="T27" fmla="*/ 1 h 424"/>
                <a:gd name="T28" fmla="*/ 2 w 246"/>
                <a:gd name="T29" fmla="*/ 1 h 424"/>
                <a:gd name="T30" fmla="*/ 2 w 246"/>
                <a:gd name="T31" fmla="*/ 1 h 424"/>
                <a:gd name="T32" fmla="*/ 2 w 246"/>
                <a:gd name="T33" fmla="*/ 0 h 424"/>
                <a:gd name="T34" fmla="*/ 2 w 246"/>
                <a:gd name="T35" fmla="*/ 0 h 424"/>
                <a:gd name="T36" fmla="*/ 2 w 246"/>
                <a:gd name="T37" fmla="*/ 0 h 424"/>
                <a:gd name="T38" fmla="*/ 2 w 246"/>
                <a:gd name="T39" fmla="*/ 0 h 424"/>
                <a:gd name="T40" fmla="*/ 2 w 246"/>
                <a:gd name="T41" fmla="*/ 1 h 424"/>
                <a:gd name="T42" fmla="*/ 2 w 246"/>
                <a:gd name="T43" fmla="*/ 1 h 424"/>
                <a:gd name="T44" fmla="*/ 2 w 246"/>
                <a:gd name="T45" fmla="*/ 1 h 424"/>
                <a:gd name="T46" fmla="*/ 2 w 246"/>
                <a:gd name="T47" fmla="*/ 2 h 424"/>
                <a:gd name="T48" fmla="*/ 2 w 246"/>
                <a:gd name="T49" fmla="*/ 2 h 424"/>
                <a:gd name="T50" fmla="*/ 1 w 246"/>
                <a:gd name="T51" fmla="*/ 2 h 424"/>
                <a:gd name="T52" fmla="*/ 1 w 246"/>
                <a:gd name="T53" fmla="*/ 2 h 424"/>
                <a:gd name="T54" fmla="*/ 1 w 246"/>
                <a:gd name="T55" fmla="*/ 3 h 424"/>
                <a:gd name="T56" fmla="*/ 1 w 246"/>
                <a:gd name="T57" fmla="*/ 3 h 424"/>
                <a:gd name="T58" fmla="*/ 1 w 246"/>
                <a:gd name="T59" fmla="*/ 3 h 424"/>
                <a:gd name="T60" fmla="*/ 1 w 246"/>
                <a:gd name="T61" fmla="*/ 3 h 424"/>
                <a:gd name="T62" fmla="*/ 1 w 246"/>
                <a:gd name="T63" fmla="*/ 3 h 424"/>
                <a:gd name="T64" fmla="*/ 0 w 246"/>
                <a:gd name="T65" fmla="*/ 3 h 424"/>
                <a:gd name="T66" fmla="*/ 0 w 246"/>
                <a:gd name="T67" fmla="*/ 3 h 424"/>
                <a:gd name="T68" fmla="*/ 0 w 246"/>
                <a:gd name="T69" fmla="*/ 3 h 424"/>
                <a:gd name="T70" fmla="*/ 0 w 246"/>
                <a:gd name="T71" fmla="*/ 3 h 424"/>
                <a:gd name="T72" fmla="*/ 0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0" y="424"/>
                  </a:moveTo>
                  <a:lnTo>
                    <a:pt x="0" y="424"/>
                  </a:lnTo>
                  <a:lnTo>
                    <a:pt x="26" y="422"/>
                  </a:lnTo>
                  <a:lnTo>
                    <a:pt x="51" y="416"/>
                  </a:lnTo>
                  <a:lnTo>
                    <a:pt x="75" y="406"/>
                  </a:lnTo>
                  <a:lnTo>
                    <a:pt x="96" y="390"/>
                  </a:lnTo>
                  <a:lnTo>
                    <a:pt x="119" y="373"/>
                  </a:lnTo>
                  <a:lnTo>
                    <a:pt x="139" y="351"/>
                  </a:lnTo>
                  <a:lnTo>
                    <a:pt x="157" y="326"/>
                  </a:lnTo>
                  <a:lnTo>
                    <a:pt x="175" y="299"/>
                  </a:lnTo>
                  <a:lnTo>
                    <a:pt x="191" y="269"/>
                  </a:lnTo>
                  <a:lnTo>
                    <a:pt x="205" y="236"/>
                  </a:lnTo>
                  <a:lnTo>
                    <a:pt x="217" y="202"/>
                  </a:lnTo>
                  <a:lnTo>
                    <a:pt x="228" y="163"/>
                  </a:lnTo>
                  <a:lnTo>
                    <a:pt x="236" y="125"/>
                  </a:lnTo>
                  <a:lnTo>
                    <a:pt x="242" y="86"/>
                  </a:lnTo>
                  <a:lnTo>
                    <a:pt x="245" y="42"/>
                  </a:lnTo>
                  <a:lnTo>
                    <a:pt x="246" y="0"/>
                  </a:lnTo>
                  <a:lnTo>
                    <a:pt x="235" y="0"/>
                  </a:lnTo>
                  <a:lnTo>
                    <a:pt x="233" y="42"/>
                  </a:lnTo>
                  <a:lnTo>
                    <a:pt x="230" y="83"/>
                  </a:lnTo>
                  <a:lnTo>
                    <a:pt x="224" y="123"/>
                  </a:lnTo>
                  <a:lnTo>
                    <a:pt x="216" y="161"/>
                  </a:lnTo>
                  <a:lnTo>
                    <a:pt x="205" y="197"/>
                  </a:lnTo>
                  <a:lnTo>
                    <a:pt x="194" y="231"/>
                  </a:lnTo>
                  <a:lnTo>
                    <a:pt x="180" y="264"/>
                  </a:lnTo>
                  <a:lnTo>
                    <a:pt x="166" y="292"/>
                  </a:lnTo>
                  <a:lnTo>
                    <a:pt x="148" y="319"/>
                  </a:lnTo>
                  <a:lnTo>
                    <a:pt x="129" y="344"/>
                  </a:lnTo>
                  <a:lnTo>
                    <a:pt x="109" y="364"/>
                  </a:lnTo>
                  <a:lnTo>
                    <a:pt x="89" y="381"/>
                  </a:lnTo>
                  <a:lnTo>
                    <a:pt x="68" y="394"/>
                  </a:lnTo>
                  <a:lnTo>
                    <a:pt x="46" y="405"/>
                  </a:lnTo>
                  <a:lnTo>
                    <a:pt x="24" y="410"/>
                  </a:lnTo>
                  <a:lnTo>
                    <a:pt x="0" y="413"/>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34859" name="Freeform 42"/>
            <p:cNvSpPr>
              <a:spLocks/>
            </p:cNvSpPr>
            <p:nvPr/>
          </p:nvSpPr>
          <p:spPr bwMode="auto">
            <a:xfrm>
              <a:off x="1343" y="2203"/>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2" y="42"/>
                  </a:lnTo>
                  <a:lnTo>
                    <a:pt x="5" y="86"/>
                  </a:lnTo>
                  <a:lnTo>
                    <a:pt x="11" y="125"/>
                  </a:lnTo>
                  <a:lnTo>
                    <a:pt x="19" y="163"/>
                  </a:lnTo>
                  <a:lnTo>
                    <a:pt x="30" y="202"/>
                  </a:lnTo>
                  <a:lnTo>
                    <a:pt x="41" y="236"/>
                  </a:lnTo>
                  <a:lnTo>
                    <a:pt x="56" y="269"/>
                  </a:lnTo>
                  <a:lnTo>
                    <a:pt x="72" y="299"/>
                  </a:lnTo>
                  <a:lnTo>
                    <a:pt x="90" y="326"/>
                  </a:lnTo>
                  <a:lnTo>
                    <a:pt x="108" y="351"/>
                  </a:lnTo>
                  <a:lnTo>
                    <a:pt x="127" y="373"/>
                  </a:lnTo>
                  <a:lnTo>
                    <a:pt x="149" y="390"/>
                  </a:lnTo>
                  <a:lnTo>
                    <a:pt x="172" y="406"/>
                  </a:lnTo>
                  <a:lnTo>
                    <a:pt x="195" y="416"/>
                  </a:lnTo>
                  <a:lnTo>
                    <a:pt x="220" y="422"/>
                  </a:lnTo>
                  <a:lnTo>
                    <a:pt x="245" y="424"/>
                  </a:lnTo>
                  <a:lnTo>
                    <a:pt x="245" y="413"/>
                  </a:lnTo>
                  <a:lnTo>
                    <a:pt x="222" y="410"/>
                  </a:lnTo>
                  <a:lnTo>
                    <a:pt x="200" y="405"/>
                  </a:lnTo>
                  <a:lnTo>
                    <a:pt x="179" y="394"/>
                  </a:lnTo>
                  <a:lnTo>
                    <a:pt x="156" y="381"/>
                  </a:lnTo>
                  <a:lnTo>
                    <a:pt x="136" y="364"/>
                  </a:lnTo>
                  <a:lnTo>
                    <a:pt x="118" y="344"/>
                  </a:lnTo>
                  <a:lnTo>
                    <a:pt x="99" y="319"/>
                  </a:lnTo>
                  <a:lnTo>
                    <a:pt x="81" y="292"/>
                  </a:lnTo>
                  <a:lnTo>
                    <a:pt x="67" y="264"/>
                  </a:lnTo>
                  <a:lnTo>
                    <a:pt x="53" y="231"/>
                  </a:lnTo>
                  <a:lnTo>
                    <a:pt x="41" y="197"/>
                  </a:lnTo>
                  <a:lnTo>
                    <a:pt x="31" y="161"/>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34860" name="Freeform 43"/>
            <p:cNvSpPr>
              <a:spLocks/>
            </p:cNvSpPr>
            <p:nvPr/>
          </p:nvSpPr>
          <p:spPr bwMode="auto">
            <a:xfrm>
              <a:off x="1343" y="2118"/>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1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20" y="3"/>
                  </a:lnTo>
                  <a:lnTo>
                    <a:pt x="195" y="9"/>
                  </a:lnTo>
                  <a:lnTo>
                    <a:pt x="172" y="19"/>
                  </a:lnTo>
                  <a:lnTo>
                    <a:pt x="149" y="34"/>
                  </a:lnTo>
                  <a:lnTo>
                    <a:pt x="127" y="53"/>
                  </a:lnTo>
                  <a:lnTo>
                    <a:pt x="108" y="75"/>
                  </a:lnTo>
                  <a:lnTo>
                    <a:pt x="90" y="99"/>
                  </a:lnTo>
                  <a:lnTo>
                    <a:pt x="71" y="126"/>
                  </a:lnTo>
                  <a:lnTo>
                    <a:pt x="56" y="158"/>
                  </a:lnTo>
                  <a:lnTo>
                    <a:pt x="41" y="190"/>
                  </a:lnTo>
                  <a:lnTo>
                    <a:pt x="30" y="224"/>
                  </a:lnTo>
                  <a:lnTo>
                    <a:pt x="19" y="262"/>
                  </a:lnTo>
                  <a:lnTo>
                    <a:pt x="11" y="301"/>
                  </a:lnTo>
                  <a:lnTo>
                    <a:pt x="5" y="340"/>
                  </a:lnTo>
                  <a:lnTo>
                    <a:pt x="2" y="384"/>
                  </a:lnTo>
                  <a:lnTo>
                    <a:pt x="0" y="426"/>
                  </a:lnTo>
                  <a:lnTo>
                    <a:pt x="12" y="426"/>
                  </a:lnTo>
                  <a:lnTo>
                    <a:pt x="13" y="384"/>
                  </a:lnTo>
                  <a:lnTo>
                    <a:pt x="17" y="343"/>
                  </a:lnTo>
                  <a:lnTo>
                    <a:pt x="23" y="303"/>
                  </a:lnTo>
                  <a:lnTo>
                    <a:pt x="31" y="264"/>
                  </a:lnTo>
                  <a:lnTo>
                    <a:pt x="41" y="229"/>
                  </a:lnTo>
                  <a:lnTo>
                    <a:pt x="53" y="195"/>
                  </a:lnTo>
                  <a:lnTo>
                    <a:pt x="67" y="162"/>
                  </a:lnTo>
                  <a:lnTo>
                    <a:pt x="82" y="133"/>
                  </a:lnTo>
                  <a:lnTo>
                    <a:pt x="99" y="106"/>
                  </a:lnTo>
                  <a:lnTo>
                    <a:pt x="118" y="83"/>
                  </a:lnTo>
                  <a:lnTo>
                    <a:pt x="136" y="63"/>
                  </a:lnTo>
                  <a:lnTo>
                    <a:pt x="156" y="44"/>
                  </a:lnTo>
                  <a:lnTo>
                    <a:pt x="179" y="31"/>
                  </a:lnTo>
                  <a:lnTo>
                    <a:pt x="200" y="20"/>
                  </a:lnTo>
                  <a:lnTo>
                    <a:pt x="222" y="15"/>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34861" name="Freeform 44"/>
            <p:cNvSpPr>
              <a:spLocks/>
            </p:cNvSpPr>
            <p:nvPr/>
          </p:nvSpPr>
          <p:spPr bwMode="auto">
            <a:xfrm>
              <a:off x="1384" y="1859"/>
              <a:ext cx="49" cy="84"/>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1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3" y="382"/>
                  </a:lnTo>
                  <a:lnTo>
                    <a:pt x="240" y="339"/>
                  </a:lnTo>
                  <a:lnTo>
                    <a:pt x="234" y="299"/>
                  </a:lnTo>
                  <a:lnTo>
                    <a:pt x="226" y="261"/>
                  </a:lnTo>
                  <a:lnTo>
                    <a:pt x="215" y="222"/>
                  </a:lnTo>
                  <a:lnTo>
                    <a:pt x="204" y="188"/>
                  </a:lnTo>
                  <a:lnTo>
                    <a:pt x="189" y="156"/>
                  </a:lnTo>
                  <a:lnTo>
                    <a:pt x="173" y="125"/>
                  </a:lnTo>
                  <a:lnTo>
                    <a:pt x="155" y="98"/>
                  </a:lnTo>
                  <a:lnTo>
                    <a:pt x="138" y="74"/>
                  </a:lnTo>
                  <a:lnTo>
                    <a:pt x="118" y="51"/>
                  </a:lnTo>
                  <a:lnTo>
                    <a:pt x="96" y="34"/>
                  </a:lnTo>
                  <a:lnTo>
                    <a:pt x="73" y="18"/>
                  </a:lnTo>
                  <a:lnTo>
                    <a:pt x="50" y="8"/>
                  </a:lnTo>
                  <a:lnTo>
                    <a:pt x="25" y="2"/>
                  </a:lnTo>
                  <a:lnTo>
                    <a:pt x="0" y="0"/>
                  </a:lnTo>
                  <a:lnTo>
                    <a:pt x="0" y="11"/>
                  </a:lnTo>
                  <a:lnTo>
                    <a:pt x="23" y="14"/>
                  </a:lnTo>
                  <a:lnTo>
                    <a:pt x="45" y="20"/>
                  </a:lnTo>
                  <a:lnTo>
                    <a:pt x="66" y="30"/>
                  </a:lnTo>
                  <a:lnTo>
                    <a:pt x="89" y="43"/>
                  </a:lnTo>
                  <a:lnTo>
                    <a:pt x="109" y="61"/>
                  </a:lnTo>
                  <a:lnTo>
                    <a:pt x="129" y="81"/>
                  </a:lnTo>
                  <a:lnTo>
                    <a:pt x="146" y="105"/>
                  </a:lnTo>
                  <a:lnTo>
                    <a:pt x="164" y="132"/>
                  </a:lnTo>
                  <a:lnTo>
                    <a:pt x="178" y="160"/>
                  </a:lnTo>
                  <a:lnTo>
                    <a:pt x="192" y="193"/>
                  </a:lnTo>
                  <a:lnTo>
                    <a:pt x="204" y="227"/>
                  </a:lnTo>
                  <a:lnTo>
                    <a:pt x="214" y="264"/>
                  </a:lnTo>
                  <a:lnTo>
                    <a:pt x="222" y="301"/>
                  </a:lnTo>
                  <a:lnTo>
                    <a:pt x="228"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34862" name="Freeform 45"/>
            <p:cNvSpPr>
              <a:spLocks/>
            </p:cNvSpPr>
            <p:nvPr/>
          </p:nvSpPr>
          <p:spPr bwMode="auto">
            <a:xfrm>
              <a:off x="1384" y="1943"/>
              <a:ext cx="49" cy="86"/>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5" y="423"/>
                  </a:lnTo>
                  <a:lnTo>
                    <a:pt x="50" y="418"/>
                  </a:lnTo>
                  <a:lnTo>
                    <a:pt x="73" y="407"/>
                  </a:lnTo>
                  <a:lnTo>
                    <a:pt x="96" y="392"/>
                  </a:lnTo>
                  <a:lnTo>
                    <a:pt x="118" y="374"/>
                  </a:lnTo>
                  <a:lnTo>
                    <a:pt x="138" y="352"/>
                  </a:lnTo>
                  <a:lnTo>
                    <a:pt x="155" y="327"/>
                  </a:lnTo>
                  <a:lnTo>
                    <a:pt x="174" y="300"/>
                  </a:lnTo>
                  <a:lnTo>
                    <a:pt x="189" y="269"/>
                  </a:lnTo>
                  <a:lnTo>
                    <a:pt x="204" y="237"/>
                  </a:lnTo>
                  <a:lnTo>
                    <a:pt x="215" y="202"/>
                  </a:lnTo>
                  <a:lnTo>
                    <a:pt x="226" y="164"/>
                  </a:lnTo>
                  <a:lnTo>
                    <a:pt x="234" y="126"/>
                  </a:lnTo>
                  <a:lnTo>
                    <a:pt x="240" y="86"/>
                  </a:lnTo>
                  <a:lnTo>
                    <a:pt x="243" y="42"/>
                  </a:lnTo>
                  <a:lnTo>
                    <a:pt x="245" y="0"/>
                  </a:lnTo>
                  <a:lnTo>
                    <a:pt x="233" y="0"/>
                  </a:lnTo>
                  <a:lnTo>
                    <a:pt x="232" y="42"/>
                  </a:lnTo>
                  <a:lnTo>
                    <a:pt x="228" y="83"/>
                  </a:lnTo>
                  <a:lnTo>
                    <a:pt x="222" y="123"/>
                  </a:lnTo>
                  <a:lnTo>
                    <a:pt x="214" y="162"/>
                  </a:lnTo>
                  <a:lnTo>
                    <a:pt x="204" y="197"/>
                  </a:lnTo>
                  <a:lnTo>
                    <a:pt x="192" y="232"/>
                  </a:lnTo>
                  <a:lnTo>
                    <a:pt x="178" y="264"/>
                  </a:lnTo>
                  <a:lnTo>
                    <a:pt x="163" y="293"/>
                  </a:lnTo>
                  <a:lnTo>
                    <a:pt x="146" y="320"/>
                  </a:lnTo>
                  <a:lnTo>
                    <a:pt x="129" y="345"/>
                  </a:lnTo>
                  <a:lnTo>
                    <a:pt x="109" y="365"/>
                  </a:lnTo>
                  <a:lnTo>
                    <a:pt x="89" y="382"/>
                  </a:lnTo>
                  <a:lnTo>
                    <a:pt x="66" y="395"/>
                  </a:lnTo>
                  <a:lnTo>
                    <a:pt x="45" y="406"/>
                  </a:lnTo>
                  <a:lnTo>
                    <a:pt x="23"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34863" name="Freeform 46"/>
            <p:cNvSpPr>
              <a:spLocks/>
            </p:cNvSpPr>
            <p:nvPr/>
          </p:nvSpPr>
          <p:spPr bwMode="auto">
            <a:xfrm>
              <a:off x="1335" y="1943"/>
              <a:ext cx="49" cy="86"/>
            </a:xfrm>
            <a:custGeom>
              <a:avLst/>
              <a:gdLst>
                <a:gd name="T0" fmla="*/ 0 w 246"/>
                <a:gd name="T1" fmla="*/ 0 h 426"/>
                <a:gd name="T2" fmla="*/ 0 w 246"/>
                <a:gd name="T3" fmla="*/ 0 h 426"/>
                <a:gd name="T4" fmla="*/ 0 w 246"/>
                <a:gd name="T5" fmla="*/ 0 h 426"/>
                <a:gd name="T6" fmla="*/ 0 w 246"/>
                <a:gd name="T7" fmla="*/ 1 h 426"/>
                <a:gd name="T8" fmla="*/ 0 w 246"/>
                <a:gd name="T9" fmla="*/ 1 h 426"/>
                <a:gd name="T10" fmla="*/ 0 w 246"/>
                <a:gd name="T11" fmla="*/ 1 h 426"/>
                <a:gd name="T12" fmla="*/ 0 w 246"/>
                <a:gd name="T13" fmla="*/ 2 h 426"/>
                <a:gd name="T14" fmla="*/ 0 w 246"/>
                <a:gd name="T15" fmla="*/ 2 h 426"/>
                <a:gd name="T16" fmla="*/ 0 w 246"/>
                <a:gd name="T17" fmla="*/ 2 h 426"/>
                <a:gd name="T18" fmla="*/ 1 w 246"/>
                <a:gd name="T19" fmla="*/ 2 h 426"/>
                <a:gd name="T20" fmla="*/ 1 w 246"/>
                <a:gd name="T21" fmla="*/ 3 h 426"/>
                <a:gd name="T22" fmla="*/ 1 w 246"/>
                <a:gd name="T23" fmla="*/ 3 h 426"/>
                <a:gd name="T24" fmla="*/ 1 w 246"/>
                <a:gd name="T25" fmla="*/ 3 h 426"/>
                <a:gd name="T26" fmla="*/ 1 w 246"/>
                <a:gd name="T27" fmla="*/ 3 h 426"/>
                <a:gd name="T28" fmla="*/ 1 w 246"/>
                <a:gd name="T29" fmla="*/ 3 h 426"/>
                <a:gd name="T30" fmla="*/ 2 w 246"/>
                <a:gd name="T31" fmla="*/ 3 h 426"/>
                <a:gd name="T32" fmla="*/ 2 w 246"/>
                <a:gd name="T33" fmla="*/ 3 h 426"/>
                <a:gd name="T34" fmla="*/ 2 w 246"/>
                <a:gd name="T35" fmla="*/ 3 h 426"/>
                <a:gd name="T36" fmla="*/ 2 w 246"/>
                <a:gd name="T37" fmla="*/ 3 h 426"/>
                <a:gd name="T38" fmla="*/ 2 w 246"/>
                <a:gd name="T39" fmla="*/ 3 h 426"/>
                <a:gd name="T40" fmla="*/ 2 w 246"/>
                <a:gd name="T41" fmla="*/ 3 h 426"/>
                <a:gd name="T42" fmla="*/ 1 w 246"/>
                <a:gd name="T43" fmla="*/ 3 h 426"/>
                <a:gd name="T44" fmla="*/ 1 w 246"/>
                <a:gd name="T45" fmla="*/ 3 h 426"/>
                <a:gd name="T46" fmla="*/ 1 w 246"/>
                <a:gd name="T47" fmla="*/ 3 h 426"/>
                <a:gd name="T48" fmla="*/ 1 w 246"/>
                <a:gd name="T49" fmla="*/ 3 h 426"/>
                <a:gd name="T50" fmla="*/ 1 w 246"/>
                <a:gd name="T51" fmla="*/ 3 h 426"/>
                <a:gd name="T52" fmla="*/ 1 w 246"/>
                <a:gd name="T53" fmla="*/ 2 h 426"/>
                <a:gd name="T54" fmla="*/ 1 w 246"/>
                <a:gd name="T55" fmla="*/ 2 h 426"/>
                <a:gd name="T56" fmla="*/ 0 w 246"/>
                <a:gd name="T57" fmla="*/ 2 h 426"/>
                <a:gd name="T58" fmla="*/ 0 w 246"/>
                <a:gd name="T59" fmla="*/ 2 h 426"/>
                <a:gd name="T60" fmla="*/ 0 w 246"/>
                <a:gd name="T61" fmla="*/ 1 h 426"/>
                <a:gd name="T62" fmla="*/ 0 w 246"/>
                <a:gd name="T63" fmla="*/ 1 h 426"/>
                <a:gd name="T64" fmla="*/ 0 w 246"/>
                <a:gd name="T65" fmla="*/ 1 h 426"/>
                <a:gd name="T66" fmla="*/ 0 w 246"/>
                <a:gd name="T67" fmla="*/ 0 h 426"/>
                <a:gd name="T68" fmla="*/ 0 w 246"/>
                <a:gd name="T69" fmla="*/ 0 h 426"/>
                <a:gd name="T70" fmla="*/ 0 w 246"/>
                <a:gd name="T71" fmla="*/ 0 h 426"/>
                <a:gd name="T72" fmla="*/ 0 w 246"/>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0"/>
                  </a:moveTo>
                  <a:lnTo>
                    <a:pt x="0" y="0"/>
                  </a:lnTo>
                  <a:lnTo>
                    <a:pt x="1" y="42"/>
                  </a:lnTo>
                  <a:lnTo>
                    <a:pt x="4" y="86"/>
                  </a:lnTo>
                  <a:lnTo>
                    <a:pt x="10" y="126"/>
                  </a:lnTo>
                  <a:lnTo>
                    <a:pt x="18" y="164"/>
                  </a:lnTo>
                  <a:lnTo>
                    <a:pt x="29" y="202"/>
                  </a:lnTo>
                  <a:lnTo>
                    <a:pt x="41" y="237"/>
                  </a:lnTo>
                  <a:lnTo>
                    <a:pt x="55" y="269"/>
                  </a:lnTo>
                  <a:lnTo>
                    <a:pt x="71" y="300"/>
                  </a:lnTo>
                  <a:lnTo>
                    <a:pt x="89" y="327"/>
                  </a:lnTo>
                  <a:lnTo>
                    <a:pt x="107" y="352"/>
                  </a:lnTo>
                  <a:lnTo>
                    <a:pt x="127" y="374"/>
                  </a:lnTo>
                  <a:lnTo>
                    <a:pt x="150" y="392"/>
                  </a:lnTo>
                  <a:lnTo>
                    <a:pt x="171" y="407"/>
                  </a:lnTo>
                  <a:lnTo>
                    <a:pt x="195" y="418"/>
                  </a:lnTo>
                  <a:lnTo>
                    <a:pt x="220" y="423"/>
                  </a:lnTo>
                  <a:lnTo>
                    <a:pt x="246" y="426"/>
                  </a:lnTo>
                  <a:lnTo>
                    <a:pt x="246" y="414"/>
                  </a:lnTo>
                  <a:lnTo>
                    <a:pt x="222" y="412"/>
                  </a:lnTo>
                  <a:lnTo>
                    <a:pt x="200" y="406"/>
                  </a:lnTo>
                  <a:lnTo>
                    <a:pt x="178" y="395"/>
                  </a:lnTo>
                  <a:lnTo>
                    <a:pt x="157" y="382"/>
                  </a:lnTo>
                  <a:lnTo>
                    <a:pt x="137" y="365"/>
                  </a:lnTo>
                  <a:lnTo>
                    <a:pt x="117" y="345"/>
                  </a:lnTo>
                  <a:lnTo>
                    <a:pt x="98" y="320"/>
                  </a:lnTo>
                  <a:lnTo>
                    <a:pt x="83" y="293"/>
                  </a:lnTo>
                  <a:lnTo>
                    <a:pt x="66" y="264"/>
                  </a:lnTo>
                  <a:lnTo>
                    <a:pt x="52" y="232"/>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34864" name="Freeform 47"/>
            <p:cNvSpPr>
              <a:spLocks/>
            </p:cNvSpPr>
            <p:nvPr/>
          </p:nvSpPr>
          <p:spPr bwMode="auto">
            <a:xfrm>
              <a:off x="1335" y="1859"/>
              <a:ext cx="49" cy="84"/>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1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0" y="2"/>
                  </a:lnTo>
                  <a:lnTo>
                    <a:pt x="195" y="8"/>
                  </a:lnTo>
                  <a:lnTo>
                    <a:pt x="171" y="18"/>
                  </a:lnTo>
                  <a:lnTo>
                    <a:pt x="150" y="34"/>
                  </a:lnTo>
                  <a:lnTo>
                    <a:pt x="127" y="51"/>
                  </a:lnTo>
                  <a:lnTo>
                    <a:pt x="107" y="74"/>
                  </a:lnTo>
                  <a:lnTo>
                    <a:pt x="89" y="98"/>
                  </a:lnTo>
                  <a:lnTo>
                    <a:pt x="72" y="125"/>
                  </a:lnTo>
                  <a:lnTo>
                    <a:pt x="55" y="156"/>
                  </a:lnTo>
                  <a:lnTo>
                    <a:pt x="41" y="188"/>
                  </a:lnTo>
                  <a:lnTo>
                    <a:pt x="29" y="222"/>
                  </a:lnTo>
                  <a:lnTo>
                    <a:pt x="18" y="261"/>
                  </a:lnTo>
                  <a:lnTo>
                    <a:pt x="10" y="299"/>
                  </a:lnTo>
                  <a:lnTo>
                    <a:pt x="4" y="339"/>
                  </a:lnTo>
                  <a:lnTo>
                    <a:pt x="1" y="382"/>
                  </a:lnTo>
                  <a:lnTo>
                    <a:pt x="0" y="424"/>
                  </a:lnTo>
                  <a:lnTo>
                    <a:pt x="11" y="424"/>
                  </a:lnTo>
                  <a:lnTo>
                    <a:pt x="13" y="382"/>
                  </a:lnTo>
                  <a:lnTo>
                    <a:pt x="16" y="341"/>
                  </a:lnTo>
                  <a:lnTo>
                    <a:pt x="22" y="301"/>
                  </a:lnTo>
                  <a:lnTo>
                    <a:pt x="30" y="264"/>
                  </a:lnTo>
                  <a:lnTo>
                    <a:pt x="41" y="227"/>
                  </a:lnTo>
                  <a:lnTo>
                    <a:pt x="52" y="193"/>
                  </a:lnTo>
                  <a:lnTo>
                    <a:pt x="66" y="160"/>
                  </a:lnTo>
                  <a:lnTo>
                    <a:pt x="82" y="132"/>
                  </a:lnTo>
                  <a:lnTo>
                    <a:pt x="98" y="105"/>
                  </a:lnTo>
                  <a:lnTo>
                    <a:pt x="117" y="81"/>
                  </a:lnTo>
                  <a:lnTo>
                    <a:pt x="137" y="61"/>
                  </a:lnTo>
                  <a:lnTo>
                    <a:pt x="157" y="43"/>
                  </a:lnTo>
                  <a:lnTo>
                    <a:pt x="178" y="30"/>
                  </a:lnTo>
                  <a:lnTo>
                    <a:pt x="200" y="20"/>
                  </a:lnTo>
                  <a:lnTo>
                    <a:pt x="222" y="14"/>
                  </a:lnTo>
                  <a:lnTo>
                    <a:pt x="246" y="11"/>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34865" name="Freeform 48"/>
            <p:cNvSpPr>
              <a:spLocks/>
            </p:cNvSpPr>
            <p:nvPr/>
          </p:nvSpPr>
          <p:spPr bwMode="auto">
            <a:xfrm>
              <a:off x="1552" y="1751"/>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1" y="339"/>
                  </a:lnTo>
                  <a:lnTo>
                    <a:pt x="235" y="299"/>
                  </a:lnTo>
                  <a:lnTo>
                    <a:pt x="226" y="261"/>
                  </a:lnTo>
                  <a:lnTo>
                    <a:pt x="216" y="223"/>
                  </a:lnTo>
                  <a:lnTo>
                    <a:pt x="204" y="189"/>
                  </a:lnTo>
                  <a:lnTo>
                    <a:pt x="190" y="156"/>
                  </a:lnTo>
                  <a:lnTo>
                    <a:pt x="174" y="125"/>
                  </a:lnTo>
                  <a:lnTo>
                    <a:pt x="156" y="98"/>
                  </a:lnTo>
                  <a:lnTo>
                    <a:pt x="137" y="74"/>
                  </a:lnTo>
                  <a:lnTo>
                    <a:pt x="119" y="52"/>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8" y="81"/>
                  </a:lnTo>
                  <a:lnTo>
                    <a:pt x="147" y="105"/>
                  </a:lnTo>
                  <a:lnTo>
                    <a:pt x="164" y="132"/>
                  </a:lnTo>
                  <a:lnTo>
                    <a:pt x="178" y="161"/>
                  </a:lnTo>
                  <a:lnTo>
                    <a:pt x="193" y="193"/>
                  </a:lnTo>
                  <a:lnTo>
                    <a:pt x="204" y="227"/>
                  </a:lnTo>
                  <a:lnTo>
                    <a:pt x="215" y="264"/>
                  </a:lnTo>
                  <a:lnTo>
                    <a:pt x="223" y="301"/>
                  </a:lnTo>
                  <a:lnTo>
                    <a:pt x="229" y="341"/>
                  </a:lnTo>
                  <a:lnTo>
                    <a:pt x="232" y="382"/>
                  </a:lnTo>
                  <a:lnTo>
                    <a:pt x="234"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34866" name="Freeform 49"/>
            <p:cNvSpPr>
              <a:spLocks/>
            </p:cNvSpPr>
            <p:nvPr/>
          </p:nvSpPr>
          <p:spPr bwMode="auto">
            <a:xfrm>
              <a:off x="1552" y="1836"/>
              <a:ext cx="49" cy="85"/>
            </a:xfrm>
            <a:custGeom>
              <a:avLst/>
              <a:gdLst>
                <a:gd name="T0" fmla="*/ 0 w 245"/>
                <a:gd name="T1" fmla="*/ 3 h 425"/>
                <a:gd name="T2" fmla="*/ 0 w 245"/>
                <a:gd name="T3" fmla="*/ 3 h 425"/>
                <a:gd name="T4" fmla="*/ 0 w 245"/>
                <a:gd name="T5" fmla="*/ 3 h 425"/>
                <a:gd name="T6" fmla="*/ 0 w 245"/>
                <a:gd name="T7" fmla="*/ 3 h 425"/>
                <a:gd name="T8" fmla="*/ 1 w 245"/>
                <a:gd name="T9" fmla="*/ 3 h 425"/>
                <a:gd name="T10" fmla="*/ 1 w 245"/>
                <a:gd name="T11" fmla="*/ 3 h 425"/>
                <a:gd name="T12" fmla="*/ 1 w 245"/>
                <a:gd name="T13" fmla="*/ 3 h 425"/>
                <a:gd name="T14" fmla="*/ 1 w 245"/>
                <a:gd name="T15" fmla="*/ 3 h 425"/>
                <a:gd name="T16" fmla="*/ 1 w 245"/>
                <a:gd name="T17" fmla="*/ 3 h 425"/>
                <a:gd name="T18" fmla="*/ 1 w 245"/>
                <a:gd name="T19" fmla="*/ 2 h 425"/>
                <a:gd name="T20" fmla="*/ 2 w 245"/>
                <a:gd name="T21" fmla="*/ 2 h 425"/>
                <a:gd name="T22" fmla="*/ 2 w 245"/>
                <a:gd name="T23" fmla="*/ 2 h 425"/>
                <a:gd name="T24" fmla="*/ 2 w 245"/>
                <a:gd name="T25" fmla="*/ 2 h 425"/>
                <a:gd name="T26" fmla="*/ 2 w 245"/>
                <a:gd name="T27" fmla="*/ 1 h 425"/>
                <a:gd name="T28" fmla="*/ 2 w 245"/>
                <a:gd name="T29" fmla="*/ 1 h 425"/>
                <a:gd name="T30" fmla="*/ 2 w 245"/>
                <a:gd name="T31" fmla="*/ 1 h 425"/>
                <a:gd name="T32" fmla="*/ 2 w 245"/>
                <a:gd name="T33" fmla="*/ 0 h 425"/>
                <a:gd name="T34" fmla="*/ 2 w 245"/>
                <a:gd name="T35" fmla="*/ 0 h 425"/>
                <a:gd name="T36" fmla="*/ 2 w 245"/>
                <a:gd name="T37" fmla="*/ 0 h 425"/>
                <a:gd name="T38" fmla="*/ 2 w 245"/>
                <a:gd name="T39" fmla="*/ 0 h 425"/>
                <a:gd name="T40" fmla="*/ 2 w 245"/>
                <a:gd name="T41" fmla="*/ 1 h 425"/>
                <a:gd name="T42" fmla="*/ 2 w 245"/>
                <a:gd name="T43" fmla="*/ 1 h 425"/>
                <a:gd name="T44" fmla="*/ 2 w 245"/>
                <a:gd name="T45" fmla="*/ 1 h 425"/>
                <a:gd name="T46" fmla="*/ 2 w 245"/>
                <a:gd name="T47" fmla="*/ 2 h 425"/>
                <a:gd name="T48" fmla="*/ 2 w 245"/>
                <a:gd name="T49" fmla="*/ 2 h 425"/>
                <a:gd name="T50" fmla="*/ 1 w 245"/>
                <a:gd name="T51" fmla="*/ 2 h 425"/>
                <a:gd name="T52" fmla="*/ 1 w 245"/>
                <a:gd name="T53" fmla="*/ 2 h 425"/>
                <a:gd name="T54" fmla="*/ 1 w 245"/>
                <a:gd name="T55" fmla="*/ 3 h 425"/>
                <a:gd name="T56" fmla="*/ 1 w 245"/>
                <a:gd name="T57" fmla="*/ 3 h 425"/>
                <a:gd name="T58" fmla="*/ 1 w 245"/>
                <a:gd name="T59" fmla="*/ 3 h 425"/>
                <a:gd name="T60" fmla="*/ 1 w 245"/>
                <a:gd name="T61" fmla="*/ 3 h 425"/>
                <a:gd name="T62" fmla="*/ 1 w 245"/>
                <a:gd name="T63" fmla="*/ 3 h 425"/>
                <a:gd name="T64" fmla="*/ 0 w 245"/>
                <a:gd name="T65" fmla="*/ 3 h 425"/>
                <a:gd name="T66" fmla="*/ 0 w 245"/>
                <a:gd name="T67" fmla="*/ 3 h 425"/>
                <a:gd name="T68" fmla="*/ 0 w 245"/>
                <a:gd name="T69" fmla="*/ 3 h 425"/>
                <a:gd name="T70" fmla="*/ 0 w 245"/>
                <a:gd name="T71" fmla="*/ 3 h 425"/>
                <a:gd name="T72" fmla="*/ 0 w 245"/>
                <a:gd name="T73" fmla="*/ 3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5"/>
                <a:gd name="T113" fmla="*/ 245 w 245"/>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5">
                  <a:moveTo>
                    <a:pt x="0" y="425"/>
                  </a:moveTo>
                  <a:lnTo>
                    <a:pt x="0" y="425"/>
                  </a:lnTo>
                  <a:lnTo>
                    <a:pt x="26" y="422"/>
                  </a:lnTo>
                  <a:lnTo>
                    <a:pt x="51" y="417"/>
                  </a:lnTo>
                  <a:lnTo>
                    <a:pt x="74" y="406"/>
                  </a:lnTo>
                  <a:lnTo>
                    <a:pt x="96" y="391"/>
                  </a:lnTo>
                  <a:lnTo>
                    <a:pt x="119" y="373"/>
                  </a:lnTo>
                  <a:lnTo>
                    <a:pt x="137" y="351"/>
                  </a:lnTo>
                  <a:lnTo>
                    <a:pt x="156" y="326"/>
                  </a:lnTo>
                  <a:lnTo>
                    <a:pt x="174" y="299"/>
                  </a:lnTo>
                  <a:lnTo>
                    <a:pt x="190" y="269"/>
                  </a:lnTo>
                  <a:lnTo>
                    <a:pt x="204" y="236"/>
                  </a:lnTo>
                  <a:lnTo>
                    <a:pt x="216" y="202"/>
                  </a:lnTo>
                  <a:lnTo>
                    <a:pt x="226" y="163"/>
                  </a:lnTo>
                  <a:lnTo>
                    <a:pt x="235" y="126"/>
                  </a:lnTo>
                  <a:lnTo>
                    <a:pt x="241" y="86"/>
                  </a:lnTo>
                  <a:lnTo>
                    <a:pt x="244" y="43"/>
                  </a:lnTo>
                  <a:lnTo>
                    <a:pt x="245" y="0"/>
                  </a:lnTo>
                  <a:lnTo>
                    <a:pt x="234" y="0"/>
                  </a:lnTo>
                  <a:lnTo>
                    <a:pt x="232" y="43"/>
                  </a:lnTo>
                  <a:lnTo>
                    <a:pt x="229" y="84"/>
                  </a:lnTo>
                  <a:lnTo>
                    <a:pt x="223" y="123"/>
                  </a:lnTo>
                  <a:lnTo>
                    <a:pt x="215" y="161"/>
                  </a:lnTo>
                  <a:lnTo>
                    <a:pt x="204" y="197"/>
                  </a:lnTo>
                  <a:lnTo>
                    <a:pt x="193" y="231"/>
                  </a:lnTo>
                  <a:lnTo>
                    <a:pt x="178" y="264"/>
                  </a:lnTo>
                  <a:lnTo>
                    <a:pt x="164" y="292"/>
                  </a:lnTo>
                  <a:lnTo>
                    <a:pt x="147" y="319"/>
                  </a:lnTo>
                  <a:lnTo>
                    <a:pt x="128" y="344"/>
                  </a:lnTo>
                  <a:lnTo>
                    <a:pt x="109" y="364"/>
                  </a:lnTo>
                  <a:lnTo>
                    <a:pt x="89" y="381"/>
                  </a:lnTo>
                  <a:lnTo>
                    <a:pt x="67" y="394"/>
                  </a:lnTo>
                  <a:lnTo>
                    <a:pt x="46" y="405"/>
                  </a:lnTo>
                  <a:lnTo>
                    <a:pt x="24" y="411"/>
                  </a:lnTo>
                  <a:lnTo>
                    <a:pt x="0" y="413"/>
                  </a:lnTo>
                  <a:lnTo>
                    <a:pt x="0" y="425"/>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34867" name="Freeform 50"/>
            <p:cNvSpPr>
              <a:spLocks/>
            </p:cNvSpPr>
            <p:nvPr/>
          </p:nvSpPr>
          <p:spPr bwMode="auto">
            <a:xfrm>
              <a:off x="1502" y="1836"/>
              <a:ext cx="50" cy="85"/>
            </a:xfrm>
            <a:custGeom>
              <a:avLst/>
              <a:gdLst>
                <a:gd name="T0" fmla="*/ 0 w 246"/>
                <a:gd name="T1" fmla="*/ 0 h 425"/>
                <a:gd name="T2" fmla="*/ 0 w 246"/>
                <a:gd name="T3" fmla="*/ 0 h 425"/>
                <a:gd name="T4" fmla="*/ 0 w 246"/>
                <a:gd name="T5" fmla="*/ 0 h 425"/>
                <a:gd name="T6" fmla="*/ 0 w 246"/>
                <a:gd name="T7" fmla="*/ 1 h 425"/>
                <a:gd name="T8" fmla="*/ 0 w 246"/>
                <a:gd name="T9" fmla="*/ 1 h 425"/>
                <a:gd name="T10" fmla="*/ 0 w 246"/>
                <a:gd name="T11" fmla="*/ 1 h 425"/>
                <a:gd name="T12" fmla="*/ 0 w 246"/>
                <a:gd name="T13" fmla="*/ 2 h 425"/>
                <a:gd name="T14" fmla="*/ 0 w 246"/>
                <a:gd name="T15" fmla="*/ 2 h 425"/>
                <a:gd name="T16" fmla="*/ 0 w 246"/>
                <a:gd name="T17" fmla="*/ 2 h 425"/>
                <a:gd name="T18" fmla="*/ 1 w 246"/>
                <a:gd name="T19" fmla="*/ 2 h 425"/>
                <a:gd name="T20" fmla="*/ 1 w 246"/>
                <a:gd name="T21" fmla="*/ 3 h 425"/>
                <a:gd name="T22" fmla="*/ 1 w 246"/>
                <a:gd name="T23" fmla="*/ 3 h 425"/>
                <a:gd name="T24" fmla="*/ 1 w 246"/>
                <a:gd name="T25" fmla="*/ 3 h 425"/>
                <a:gd name="T26" fmla="*/ 1 w 246"/>
                <a:gd name="T27" fmla="*/ 3 h 425"/>
                <a:gd name="T28" fmla="*/ 1 w 246"/>
                <a:gd name="T29" fmla="*/ 3 h 425"/>
                <a:gd name="T30" fmla="*/ 2 w 246"/>
                <a:gd name="T31" fmla="*/ 3 h 425"/>
                <a:gd name="T32" fmla="*/ 2 w 246"/>
                <a:gd name="T33" fmla="*/ 3 h 425"/>
                <a:gd name="T34" fmla="*/ 2 w 246"/>
                <a:gd name="T35" fmla="*/ 3 h 425"/>
                <a:gd name="T36" fmla="*/ 2 w 246"/>
                <a:gd name="T37" fmla="*/ 3 h 425"/>
                <a:gd name="T38" fmla="*/ 2 w 246"/>
                <a:gd name="T39" fmla="*/ 3 h 425"/>
                <a:gd name="T40" fmla="*/ 2 w 246"/>
                <a:gd name="T41" fmla="*/ 3 h 425"/>
                <a:gd name="T42" fmla="*/ 1 w 246"/>
                <a:gd name="T43" fmla="*/ 3 h 425"/>
                <a:gd name="T44" fmla="*/ 1 w 246"/>
                <a:gd name="T45" fmla="*/ 3 h 425"/>
                <a:gd name="T46" fmla="*/ 1 w 246"/>
                <a:gd name="T47" fmla="*/ 3 h 425"/>
                <a:gd name="T48" fmla="*/ 1 w 246"/>
                <a:gd name="T49" fmla="*/ 3 h 425"/>
                <a:gd name="T50" fmla="*/ 1 w 246"/>
                <a:gd name="T51" fmla="*/ 3 h 425"/>
                <a:gd name="T52" fmla="*/ 1 w 246"/>
                <a:gd name="T53" fmla="*/ 2 h 425"/>
                <a:gd name="T54" fmla="*/ 1 w 246"/>
                <a:gd name="T55" fmla="*/ 2 h 425"/>
                <a:gd name="T56" fmla="*/ 0 w 246"/>
                <a:gd name="T57" fmla="*/ 2 h 425"/>
                <a:gd name="T58" fmla="*/ 0 w 246"/>
                <a:gd name="T59" fmla="*/ 2 h 425"/>
                <a:gd name="T60" fmla="*/ 0 w 246"/>
                <a:gd name="T61" fmla="*/ 1 h 425"/>
                <a:gd name="T62" fmla="*/ 0 w 246"/>
                <a:gd name="T63" fmla="*/ 1 h 425"/>
                <a:gd name="T64" fmla="*/ 0 w 246"/>
                <a:gd name="T65" fmla="*/ 1 h 425"/>
                <a:gd name="T66" fmla="*/ 0 w 246"/>
                <a:gd name="T67" fmla="*/ 0 h 425"/>
                <a:gd name="T68" fmla="*/ 0 w 246"/>
                <a:gd name="T69" fmla="*/ 0 h 425"/>
                <a:gd name="T70" fmla="*/ 0 w 246"/>
                <a:gd name="T71" fmla="*/ 0 h 425"/>
                <a:gd name="T72" fmla="*/ 0 w 246"/>
                <a:gd name="T73" fmla="*/ 0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5"/>
                <a:gd name="T113" fmla="*/ 246 w 246"/>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5">
                  <a:moveTo>
                    <a:pt x="0" y="0"/>
                  </a:moveTo>
                  <a:lnTo>
                    <a:pt x="0" y="0"/>
                  </a:lnTo>
                  <a:lnTo>
                    <a:pt x="2" y="43"/>
                  </a:lnTo>
                  <a:lnTo>
                    <a:pt x="5" y="86"/>
                  </a:lnTo>
                  <a:lnTo>
                    <a:pt x="11" y="126"/>
                  </a:lnTo>
                  <a:lnTo>
                    <a:pt x="19" y="163"/>
                  </a:lnTo>
                  <a:lnTo>
                    <a:pt x="30" y="202"/>
                  </a:lnTo>
                  <a:lnTo>
                    <a:pt x="41" y="236"/>
                  </a:lnTo>
                  <a:lnTo>
                    <a:pt x="55" y="269"/>
                  </a:lnTo>
                  <a:lnTo>
                    <a:pt x="73" y="299"/>
                  </a:lnTo>
                  <a:lnTo>
                    <a:pt x="89" y="326"/>
                  </a:lnTo>
                  <a:lnTo>
                    <a:pt x="108" y="351"/>
                  </a:lnTo>
                  <a:lnTo>
                    <a:pt x="128" y="373"/>
                  </a:lnTo>
                  <a:lnTo>
                    <a:pt x="150" y="391"/>
                  </a:lnTo>
                  <a:lnTo>
                    <a:pt x="171" y="406"/>
                  </a:lnTo>
                  <a:lnTo>
                    <a:pt x="196" y="417"/>
                  </a:lnTo>
                  <a:lnTo>
                    <a:pt x="221" y="422"/>
                  </a:lnTo>
                  <a:lnTo>
                    <a:pt x="246" y="425"/>
                  </a:lnTo>
                  <a:lnTo>
                    <a:pt x="246" y="413"/>
                  </a:lnTo>
                  <a:lnTo>
                    <a:pt x="223" y="411"/>
                  </a:lnTo>
                  <a:lnTo>
                    <a:pt x="201" y="405"/>
                  </a:lnTo>
                  <a:lnTo>
                    <a:pt x="178" y="394"/>
                  </a:lnTo>
                  <a:lnTo>
                    <a:pt x="157" y="381"/>
                  </a:lnTo>
                  <a:lnTo>
                    <a:pt x="137" y="364"/>
                  </a:lnTo>
                  <a:lnTo>
                    <a:pt x="117" y="344"/>
                  </a:lnTo>
                  <a:lnTo>
                    <a:pt x="99" y="319"/>
                  </a:lnTo>
                  <a:lnTo>
                    <a:pt x="82" y="292"/>
                  </a:lnTo>
                  <a:lnTo>
                    <a:pt x="67" y="264"/>
                  </a:lnTo>
                  <a:lnTo>
                    <a:pt x="53" y="231"/>
                  </a:lnTo>
                  <a:lnTo>
                    <a:pt x="41" y="197"/>
                  </a:lnTo>
                  <a:lnTo>
                    <a:pt x="31" y="161"/>
                  </a:lnTo>
                  <a:lnTo>
                    <a:pt x="23" y="123"/>
                  </a:lnTo>
                  <a:lnTo>
                    <a:pt x="17" y="84"/>
                  </a:lnTo>
                  <a:lnTo>
                    <a:pt x="13" y="4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34868" name="Freeform 51"/>
            <p:cNvSpPr>
              <a:spLocks/>
            </p:cNvSpPr>
            <p:nvPr/>
          </p:nvSpPr>
          <p:spPr bwMode="auto">
            <a:xfrm>
              <a:off x="1502" y="1751"/>
              <a:ext cx="50" cy="85"/>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2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1" y="2"/>
                  </a:lnTo>
                  <a:lnTo>
                    <a:pt x="196" y="8"/>
                  </a:lnTo>
                  <a:lnTo>
                    <a:pt x="171" y="19"/>
                  </a:lnTo>
                  <a:lnTo>
                    <a:pt x="150" y="34"/>
                  </a:lnTo>
                  <a:lnTo>
                    <a:pt x="128" y="52"/>
                  </a:lnTo>
                  <a:lnTo>
                    <a:pt x="108" y="74"/>
                  </a:lnTo>
                  <a:lnTo>
                    <a:pt x="89" y="98"/>
                  </a:lnTo>
                  <a:lnTo>
                    <a:pt x="73" y="125"/>
                  </a:lnTo>
                  <a:lnTo>
                    <a:pt x="55" y="156"/>
                  </a:lnTo>
                  <a:lnTo>
                    <a:pt x="41" y="189"/>
                  </a:lnTo>
                  <a:lnTo>
                    <a:pt x="30" y="223"/>
                  </a:lnTo>
                  <a:lnTo>
                    <a:pt x="19" y="261"/>
                  </a:lnTo>
                  <a:lnTo>
                    <a:pt x="11" y="299"/>
                  </a:lnTo>
                  <a:lnTo>
                    <a:pt x="5" y="339"/>
                  </a:lnTo>
                  <a:lnTo>
                    <a:pt x="2" y="382"/>
                  </a:lnTo>
                  <a:lnTo>
                    <a:pt x="0" y="424"/>
                  </a:lnTo>
                  <a:lnTo>
                    <a:pt x="12" y="424"/>
                  </a:lnTo>
                  <a:lnTo>
                    <a:pt x="13" y="382"/>
                  </a:lnTo>
                  <a:lnTo>
                    <a:pt x="17" y="341"/>
                  </a:lnTo>
                  <a:lnTo>
                    <a:pt x="23" y="301"/>
                  </a:lnTo>
                  <a:lnTo>
                    <a:pt x="31" y="264"/>
                  </a:lnTo>
                  <a:lnTo>
                    <a:pt x="41" y="227"/>
                  </a:lnTo>
                  <a:lnTo>
                    <a:pt x="53" y="193"/>
                  </a:lnTo>
                  <a:lnTo>
                    <a:pt x="67" y="161"/>
                  </a:lnTo>
                  <a:lnTo>
                    <a:pt x="82" y="132"/>
                  </a:lnTo>
                  <a:lnTo>
                    <a:pt x="99" y="105"/>
                  </a:lnTo>
                  <a:lnTo>
                    <a:pt x="117" y="81"/>
                  </a:lnTo>
                  <a:lnTo>
                    <a:pt x="137" y="61"/>
                  </a:lnTo>
                  <a:lnTo>
                    <a:pt x="157" y="43"/>
                  </a:lnTo>
                  <a:lnTo>
                    <a:pt x="178" y="30"/>
                  </a:lnTo>
                  <a:lnTo>
                    <a:pt x="201" y="20"/>
                  </a:lnTo>
                  <a:lnTo>
                    <a:pt x="223" y="14"/>
                  </a:lnTo>
                  <a:lnTo>
                    <a:pt x="246" y="12"/>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34869" name="Freeform 52"/>
            <p:cNvSpPr>
              <a:spLocks/>
            </p:cNvSpPr>
            <p:nvPr/>
          </p:nvSpPr>
          <p:spPr bwMode="auto">
            <a:xfrm>
              <a:off x="1565" y="2016"/>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0" y="339"/>
                  </a:lnTo>
                  <a:lnTo>
                    <a:pt x="234" y="299"/>
                  </a:lnTo>
                  <a:lnTo>
                    <a:pt x="226" y="261"/>
                  </a:lnTo>
                  <a:lnTo>
                    <a:pt x="216" y="223"/>
                  </a:lnTo>
                  <a:lnTo>
                    <a:pt x="204" y="189"/>
                  </a:lnTo>
                  <a:lnTo>
                    <a:pt x="190" y="156"/>
                  </a:lnTo>
                  <a:lnTo>
                    <a:pt x="174" y="125"/>
                  </a:lnTo>
                  <a:lnTo>
                    <a:pt x="156" y="98"/>
                  </a:lnTo>
                  <a:lnTo>
                    <a:pt x="138" y="74"/>
                  </a:lnTo>
                  <a:lnTo>
                    <a:pt x="118" y="51"/>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9" y="81"/>
                  </a:lnTo>
                  <a:lnTo>
                    <a:pt x="147" y="105"/>
                  </a:lnTo>
                  <a:lnTo>
                    <a:pt x="164" y="132"/>
                  </a:lnTo>
                  <a:lnTo>
                    <a:pt x="178" y="160"/>
                  </a:lnTo>
                  <a:lnTo>
                    <a:pt x="192" y="193"/>
                  </a:lnTo>
                  <a:lnTo>
                    <a:pt x="204" y="227"/>
                  </a:lnTo>
                  <a:lnTo>
                    <a:pt x="215" y="264"/>
                  </a:lnTo>
                  <a:lnTo>
                    <a:pt x="223" y="301"/>
                  </a:lnTo>
                  <a:lnTo>
                    <a:pt x="229"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34870" name="Freeform 53"/>
            <p:cNvSpPr>
              <a:spLocks/>
            </p:cNvSpPr>
            <p:nvPr/>
          </p:nvSpPr>
          <p:spPr bwMode="auto">
            <a:xfrm>
              <a:off x="1565" y="2101"/>
              <a:ext cx="49" cy="85"/>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6" y="423"/>
                  </a:lnTo>
                  <a:lnTo>
                    <a:pt x="51" y="418"/>
                  </a:lnTo>
                  <a:lnTo>
                    <a:pt x="74" y="407"/>
                  </a:lnTo>
                  <a:lnTo>
                    <a:pt x="96" y="392"/>
                  </a:lnTo>
                  <a:lnTo>
                    <a:pt x="118" y="373"/>
                  </a:lnTo>
                  <a:lnTo>
                    <a:pt x="138" y="351"/>
                  </a:lnTo>
                  <a:lnTo>
                    <a:pt x="156" y="327"/>
                  </a:lnTo>
                  <a:lnTo>
                    <a:pt x="175" y="299"/>
                  </a:lnTo>
                  <a:lnTo>
                    <a:pt x="190" y="269"/>
                  </a:lnTo>
                  <a:lnTo>
                    <a:pt x="204" y="236"/>
                  </a:lnTo>
                  <a:lnTo>
                    <a:pt x="216" y="202"/>
                  </a:lnTo>
                  <a:lnTo>
                    <a:pt x="226" y="164"/>
                  </a:lnTo>
                  <a:lnTo>
                    <a:pt x="234" y="126"/>
                  </a:lnTo>
                  <a:lnTo>
                    <a:pt x="240" y="86"/>
                  </a:lnTo>
                  <a:lnTo>
                    <a:pt x="244" y="42"/>
                  </a:lnTo>
                  <a:lnTo>
                    <a:pt x="245" y="0"/>
                  </a:lnTo>
                  <a:lnTo>
                    <a:pt x="233" y="0"/>
                  </a:lnTo>
                  <a:lnTo>
                    <a:pt x="232" y="42"/>
                  </a:lnTo>
                  <a:lnTo>
                    <a:pt x="229" y="83"/>
                  </a:lnTo>
                  <a:lnTo>
                    <a:pt x="223" y="123"/>
                  </a:lnTo>
                  <a:lnTo>
                    <a:pt x="215" y="162"/>
                  </a:lnTo>
                  <a:lnTo>
                    <a:pt x="204" y="197"/>
                  </a:lnTo>
                  <a:lnTo>
                    <a:pt x="192" y="231"/>
                  </a:lnTo>
                  <a:lnTo>
                    <a:pt x="178" y="264"/>
                  </a:lnTo>
                  <a:lnTo>
                    <a:pt x="163" y="292"/>
                  </a:lnTo>
                  <a:lnTo>
                    <a:pt x="147" y="320"/>
                  </a:lnTo>
                  <a:lnTo>
                    <a:pt x="129" y="344"/>
                  </a:lnTo>
                  <a:lnTo>
                    <a:pt x="109" y="364"/>
                  </a:lnTo>
                  <a:lnTo>
                    <a:pt x="89" y="382"/>
                  </a:lnTo>
                  <a:lnTo>
                    <a:pt x="67" y="395"/>
                  </a:lnTo>
                  <a:lnTo>
                    <a:pt x="46" y="406"/>
                  </a:lnTo>
                  <a:lnTo>
                    <a:pt x="24"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34871" name="Freeform 54"/>
            <p:cNvSpPr>
              <a:spLocks/>
            </p:cNvSpPr>
            <p:nvPr/>
          </p:nvSpPr>
          <p:spPr bwMode="auto">
            <a:xfrm>
              <a:off x="1516" y="2101"/>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5" y="86"/>
                  </a:lnTo>
                  <a:lnTo>
                    <a:pt x="11" y="126"/>
                  </a:lnTo>
                  <a:lnTo>
                    <a:pt x="19" y="164"/>
                  </a:lnTo>
                  <a:lnTo>
                    <a:pt x="30" y="202"/>
                  </a:lnTo>
                  <a:lnTo>
                    <a:pt x="41" y="236"/>
                  </a:lnTo>
                  <a:lnTo>
                    <a:pt x="55" y="269"/>
                  </a:lnTo>
                  <a:lnTo>
                    <a:pt x="71" y="299"/>
                  </a:lnTo>
                  <a:lnTo>
                    <a:pt x="89" y="327"/>
                  </a:lnTo>
                  <a:lnTo>
                    <a:pt x="107" y="351"/>
                  </a:lnTo>
                  <a:lnTo>
                    <a:pt x="127" y="373"/>
                  </a:lnTo>
                  <a:lnTo>
                    <a:pt x="149" y="392"/>
                  </a:lnTo>
                  <a:lnTo>
                    <a:pt x="171" y="407"/>
                  </a:lnTo>
                  <a:lnTo>
                    <a:pt x="195" y="418"/>
                  </a:lnTo>
                  <a:lnTo>
                    <a:pt x="219" y="423"/>
                  </a:lnTo>
                  <a:lnTo>
                    <a:pt x="245" y="426"/>
                  </a:lnTo>
                  <a:lnTo>
                    <a:pt x="245" y="414"/>
                  </a:lnTo>
                  <a:lnTo>
                    <a:pt x="222" y="412"/>
                  </a:lnTo>
                  <a:lnTo>
                    <a:pt x="199" y="406"/>
                  </a:lnTo>
                  <a:lnTo>
                    <a:pt x="178" y="395"/>
                  </a:lnTo>
                  <a:lnTo>
                    <a:pt x="156" y="382"/>
                  </a:lnTo>
                  <a:lnTo>
                    <a:pt x="136" y="364"/>
                  </a:lnTo>
                  <a:lnTo>
                    <a:pt x="116" y="344"/>
                  </a:lnTo>
                  <a:lnTo>
                    <a:pt x="99" y="320"/>
                  </a:lnTo>
                  <a:lnTo>
                    <a:pt x="82" y="292"/>
                  </a:lnTo>
                  <a:lnTo>
                    <a:pt x="67" y="264"/>
                  </a:lnTo>
                  <a:lnTo>
                    <a:pt x="53" y="231"/>
                  </a:lnTo>
                  <a:lnTo>
                    <a:pt x="41" y="197"/>
                  </a:lnTo>
                  <a:lnTo>
                    <a:pt x="31" y="162"/>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34872" name="Freeform 55"/>
            <p:cNvSpPr>
              <a:spLocks/>
            </p:cNvSpPr>
            <p:nvPr/>
          </p:nvSpPr>
          <p:spPr bwMode="auto">
            <a:xfrm>
              <a:off x="1516" y="2016"/>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5" y="8"/>
                  </a:lnTo>
                  <a:lnTo>
                    <a:pt x="171" y="19"/>
                  </a:lnTo>
                  <a:lnTo>
                    <a:pt x="149" y="34"/>
                  </a:lnTo>
                  <a:lnTo>
                    <a:pt x="127" y="51"/>
                  </a:lnTo>
                  <a:lnTo>
                    <a:pt x="107" y="74"/>
                  </a:lnTo>
                  <a:lnTo>
                    <a:pt x="89" y="98"/>
                  </a:lnTo>
                  <a:lnTo>
                    <a:pt x="72" y="125"/>
                  </a:lnTo>
                  <a:lnTo>
                    <a:pt x="55" y="156"/>
                  </a:lnTo>
                  <a:lnTo>
                    <a:pt x="41" y="189"/>
                  </a:lnTo>
                  <a:lnTo>
                    <a:pt x="30" y="223"/>
                  </a:lnTo>
                  <a:lnTo>
                    <a:pt x="19" y="261"/>
                  </a:lnTo>
                  <a:lnTo>
                    <a:pt x="11" y="299"/>
                  </a:lnTo>
                  <a:lnTo>
                    <a:pt x="5" y="339"/>
                  </a:lnTo>
                  <a:lnTo>
                    <a:pt x="1" y="382"/>
                  </a:lnTo>
                  <a:lnTo>
                    <a:pt x="0" y="424"/>
                  </a:lnTo>
                  <a:lnTo>
                    <a:pt x="12" y="424"/>
                  </a:lnTo>
                  <a:lnTo>
                    <a:pt x="13" y="382"/>
                  </a:lnTo>
                  <a:lnTo>
                    <a:pt x="17" y="341"/>
                  </a:lnTo>
                  <a:lnTo>
                    <a:pt x="23" y="301"/>
                  </a:lnTo>
                  <a:lnTo>
                    <a:pt x="31" y="264"/>
                  </a:lnTo>
                  <a:lnTo>
                    <a:pt x="41" y="227"/>
                  </a:lnTo>
                  <a:lnTo>
                    <a:pt x="53" y="193"/>
                  </a:lnTo>
                  <a:lnTo>
                    <a:pt x="67" y="160"/>
                  </a:lnTo>
                  <a:lnTo>
                    <a:pt x="81" y="132"/>
                  </a:lnTo>
                  <a:lnTo>
                    <a:pt x="99" y="105"/>
                  </a:lnTo>
                  <a:lnTo>
                    <a:pt x="116" y="81"/>
                  </a:lnTo>
                  <a:lnTo>
                    <a:pt x="136" y="61"/>
                  </a:lnTo>
                  <a:lnTo>
                    <a:pt x="156" y="43"/>
                  </a:lnTo>
                  <a:lnTo>
                    <a:pt x="178" y="30"/>
                  </a:lnTo>
                  <a:lnTo>
                    <a:pt x="199" y="20"/>
                  </a:lnTo>
                  <a:lnTo>
                    <a:pt x="222"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842" name="Rectangle 2"/>
          <p:cNvSpPr>
            <a:spLocks noGrp="1" noChangeArrowheads="1"/>
          </p:cNvSpPr>
          <p:nvPr>
            <p:ph type="title"/>
          </p:nvPr>
        </p:nvSpPr>
        <p:spPr/>
        <p:txBody>
          <a:bodyPr/>
          <a:lstStyle/>
          <a:p>
            <a:pPr eaLnBrk="1" hangingPunct="1"/>
            <a:r>
              <a:rPr lang="fr-FR" altLang="fr-FR"/>
              <a:t>Les réglages en début de partie</a:t>
            </a:r>
          </a:p>
        </p:txBody>
      </p:sp>
      <p:sp>
        <p:nvSpPr>
          <p:cNvPr id="35843" name="Rectangle 3"/>
          <p:cNvSpPr>
            <a:spLocks noGrp="1" noChangeArrowheads="1"/>
          </p:cNvSpPr>
          <p:nvPr>
            <p:ph type="body" idx="1"/>
          </p:nvPr>
        </p:nvSpPr>
        <p:spPr/>
        <p:txBody>
          <a:bodyPr/>
          <a:lstStyle/>
          <a:p>
            <a:pPr eaLnBrk="1" hangingPunct="1"/>
            <a:r>
              <a:rPr lang="fr-FR" altLang="fr-FR"/>
              <a:t>Vos machines sont prêtes pour la référence que vous décidez de travailler en premier.</a:t>
            </a:r>
          </a:p>
          <a:p>
            <a:pPr eaLnBrk="1" hangingPunct="1"/>
            <a:r>
              <a:rPr lang="fr-FR" altLang="fr-FR"/>
              <a:t>Il n’y a pas lieu de prévoir un temps de réglage supplémentaire.</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866" name="Rectangle 2"/>
          <p:cNvSpPr>
            <a:spLocks noGrp="1" noChangeArrowheads="1"/>
          </p:cNvSpPr>
          <p:nvPr>
            <p:ph type="title"/>
          </p:nvPr>
        </p:nvSpPr>
        <p:spPr>
          <a:xfrm>
            <a:off x="600075" y="0"/>
            <a:ext cx="7943850" cy="560387"/>
          </a:xfrm>
        </p:spPr>
        <p:txBody>
          <a:bodyPr/>
          <a:lstStyle/>
          <a:p>
            <a:pPr eaLnBrk="1" hangingPunct="1"/>
            <a:r>
              <a:rPr lang="fr-FR" altLang="fr-FR" dirty="0"/>
              <a:t>La mesure des performances</a:t>
            </a:r>
          </a:p>
        </p:txBody>
      </p:sp>
      <p:sp>
        <p:nvSpPr>
          <p:cNvPr id="36867" name="Rectangle 81"/>
          <p:cNvSpPr>
            <a:spLocks noGrp="1" noChangeArrowheads="1"/>
          </p:cNvSpPr>
          <p:nvPr>
            <p:ph type="body" idx="1"/>
          </p:nvPr>
        </p:nvSpPr>
        <p:spPr>
          <a:xfrm>
            <a:off x="503238" y="1165225"/>
            <a:ext cx="8229600" cy="4846638"/>
          </a:xfrm>
        </p:spPr>
        <p:txBody>
          <a:bodyPr/>
          <a:lstStyle/>
          <a:p>
            <a:pPr marL="381000" indent="-381000" eaLnBrk="1" hangingPunct="1">
              <a:buFontTx/>
              <a:buNone/>
            </a:pPr>
            <a:r>
              <a:rPr lang="fr-FR" altLang="fr-FR"/>
              <a:t>Votre équipe est jugée sur trois résultats :</a:t>
            </a:r>
          </a:p>
          <a:p>
            <a:pPr marL="800100" lvl="1" indent="-342900" eaLnBrk="1" hangingPunct="1">
              <a:buFontTx/>
              <a:buAutoNum type="arabicPeriod"/>
            </a:pPr>
            <a:r>
              <a:rPr lang="fr-FR" altLang="fr-FR"/>
              <a:t>Le service aux clients.</a:t>
            </a:r>
          </a:p>
          <a:p>
            <a:pPr marL="800100" lvl="1" indent="-342900" eaLnBrk="1" hangingPunct="1">
              <a:buFontTx/>
              <a:buAutoNum type="arabicPeriod"/>
            </a:pPr>
            <a:r>
              <a:rPr lang="fr-FR" altLang="fr-FR"/>
              <a:t>L’efficience de la production.</a:t>
            </a:r>
          </a:p>
          <a:p>
            <a:pPr marL="800100" lvl="1" indent="-342900" eaLnBrk="1" hangingPunct="1">
              <a:buFontTx/>
              <a:buAutoNum type="arabicPeriod"/>
            </a:pPr>
            <a:r>
              <a:rPr lang="fr-FR" altLang="fr-FR"/>
              <a:t>Le niveau des stocks.</a:t>
            </a:r>
          </a:p>
          <a:p>
            <a:pPr marL="800100" lvl="1" indent="-342900" eaLnBrk="1" hangingPunct="1">
              <a:buFontTx/>
              <a:buAutoNum type="arabicPeriod"/>
            </a:pPr>
            <a:endParaRPr lang="fr-FR" altLang="fr-FR"/>
          </a:p>
          <a:p>
            <a:pPr marL="381000" indent="-381000" eaLnBrk="1" hangingPunct="1">
              <a:buFont typeface="Wingdings" pitchFamily="2" charset="2"/>
              <a:buChar char="Ø"/>
            </a:pPr>
            <a:r>
              <a:rPr lang="fr-FR" altLang="fr-FR"/>
              <a:t>Les diapos qui suivent vous expliquent comment suivre ces valeurs.</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890" name="Rectangle 3"/>
          <p:cNvSpPr>
            <a:spLocks noGrp="1" noChangeArrowheads="1"/>
          </p:cNvSpPr>
          <p:nvPr>
            <p:ph type="title"/>
          </p:nvPr>
        </p:nvSpPr>
        <p:spPr>
          <a:xfrm>
            <a:off x="144463" y="874713"/>
            <a:ext cx="1866900" cy="814387"/>
          </a:xfrm>
        </p:spPr>
        <p:txBody>
          <a:bodyPr/>
          <a:lstStyle/>
          <a:p>
            <a:pPr eaLnBrk="1" hangingPunct="1"/>
            <a:r>
              <a:rPr lang="fr-FR" altLang="fr-FR" sz="1800"/>
              <a:t>Suivi de la production</a:t>
            </a:r>
            <a:br>
              <a:rPr lang="fr-FR" altLang="fr-FR" sz="1800"/>
            </a:br>
            <a:r>
              <a:rPr lang="fr-FR" altLang="fr-FR" sz="1800"/>
              <a:t>et des livraisons</a:t>
            </a:r>
          </a:p>
        </p:txBody>
      </p:sp>
      <p:pic>
        <p:nvPicPr>
          <p:cNvPr id="37893" name="Picture 3"/>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685925" y="261938"/>
            <a:ext cx="6732588" cy="63738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pic>
      <p:grpSp>
        <p:nvGrpSpPr>
          <p:cNvPr id="2" name="Group 3215"/>
          <p:cNvGrpSpPr>
            <a:grpSpLocks/>
          </p:cNvGrpSpPr>
          <p:nvPr/>
        </p:nvGrpSpPr>
        <p:grpSpPr bwMode="auto">
          <a:xfrm>
            <a:off x="6978650" y="549275"/>
            <a:ext cx="1633538" cy="1423988"/>
            <a:chOff x="4396" y="346"/>
            <a:chExt cx="1029" cy="897"/>
          </a:xfrm>
        </p:grpSpPr>
        <p:sp>
          <p:nvSpPr>
            <p:cNvPr id="37918" name="Rectangle 3191"/>
            <p:cNvSpPr>
              <a:spLocks noChangeArrowheads="1"/>
            </p:cNvSpPr>
            <p:nvPr/>
          </p:nvSpPr>
          <p:spPr bwMode="auto">
            <a:xfrm>
              <a:off x="4421" y="793"/>
              <a:ext cx="1004" cy="450"/>
            </a:xfrm>
            <a:prstGeom prst="rect">
              <a:avLst/>
            </a:prstGeom>
            <a:solidFill>
              <a:srgbClr val="FFFF99"/>
            </a:solidFill>
            <a:ln w="9525">
              <a:solidFill>
                <a:srgbClr val="000000"/>
              </a:solidFill>
              <a:miter lim="800000"/>
              <a:headEnd/>
              <a:tailEnd/>
            </a:ln>
          </p:spPr>
          <p:txBody>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1300">
                  <a:solidFill>
                    <a:schemeClr val="tx1"/>
                  </a:solidFill>
                </a:rPr>
                <a:t>Notez ici vos ordres de fabrication (OF)</a:t>
              </a:r>
            </a:p>
          </p:txBody>
        </p:sp>
        <p:sp>
          <p:nvSpPr>
            <p:cNvPr id="37919" name="Oval 3192"/>
            <p:cNvSpPr>
              <a:spLocks noChangeArrowheads="1"/>
            </p:cNvSpPr>
            <p:nvPr/>
          </p:nvSpPr>
          <p:spPr bwMode="auto">
            <a:xfrm>
              <a:off x="4396" y="346"/>
              <a:ext cx="168" cy="156"/>
            </a:xfrm>
            <a:prstGeom prst="ellipse">
              <a:avLst/>
            </a:prstGeom>
            <a:noFill/>
            <a:ln w="9525">
              <a:solidFill>
                <a:srgbClr val="FF0000"/>
              </a:solidFill>
              <a:round/>
              <a:headEnd/>
              <a:tailEnd/>
            </a:ln>
            <a:extLst>
              <a:ext uri="{909E8E84-426E-40DD-AFC4-6F175D3DCCD1}">
                <a14:hiddenFill xmlns:a14="http://schemas.microsoft.com/office/drawing/2010/main">
                  <a:solidFill>
                    <a:srgbClr val="FFFFFF"/>
                  </a:solidFill>
                </a14:hiddenFill>
              </a:ext>
            </a:extLst>
          </p:spPr>
          <p:txBody>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sp>
        <p:nvSpPr>
          <p:cNvPr id="38" name="Oval 3193"/>
          <p:cNvSpPr>
            <a:spLocks noChangeArrowheads="1"/>
          </p:cNvSpPr>
          <p:nvPr/>
        </p:nvSpPr>
        <p:spPr bwMode="auto">
          <a:xfrm>
            <a:off x="2325688" y="276225"/>
            <a:ext cx="971550" cy="257175"/>
          </a:xfrm>
          <a:prstGeom prst="ellipse">
            <a:avLst/>
          </a:prstGeom>
          <a:noFill/>
          <a:ln w="9525">
            <a:solidFill>
              <a:srgbClr val="FF0000"/>
            </a:solidFill>
            <a:round/>
            <a:headEnd/>
            <a:tailEnd/>
          </a:ln>
          <a:extLst>
            <a:ext uri="{909E8E84-426E-40DD-AFC4-6F175D3DCCD1}">
              <a14:hiddenFill xmlns:a14="http://schemas.microsoft.com/office/drawing/2010/main">
                <a:solidFill>
                  <a:srgbClr val="FFFFFF"/>
                </a:solidFill>
              </a14:hiddenFill>
            </a:ext>
          </a:extLst>
        </p:spPr>
        <p:txBody>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39" name="Oval 3194"/>
          <p:cNvSpPr>
            <a:spLocks noChangeArrowheads="1"/>
          </p:cNvSpPr>
          <p:nvPr/>
        </p:nvSpPr>
        <p:spPr bwMode="auto">
          <a:xfrm>
            <a:off x="4256088" y="266700"/>
            <a:ext cx="361950" cy="257175"/>
          </a:xfrm>
          <a:prstGeom prst="ellipse">
            <a:avLst/>
          </a:prstGeom>
          <a:noFill/>
          <a:ln w="9525">
            <a:solidFill>
              <a:srgbClr val="FF0000"/>
            </a:solidFill>
            <a:round/>
            <a:headEnd/>
            <a:tailEnd/>
          </a:ln>
          <a:extLst>
            <a:ext uri="{909E8E84-426E-40DD-AFC4-6F175D3DCCD1}">
              <a14:hiddenFill xmlns:a14="http://schemas.microsoft.com/office/drawing/2010/main">
                <a:solidFill>
                  <a:srgbClr val="FFFFFF"/>
                </a:solidFill>
              </a14:hiddenFill>
            </a:ext>
          </a:extLst>
        </p:spPr>
        <p:txBody>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nvGrpSpPr>
          <p:cNvPr id="3" name="Group 3214"/>
          <p:cNvGrpSpPr>
            <a:grpSpLocks/>
          </p:cNvGrpSpPr>
          <p:nvPr/>
        </p:nvGrpSpPr>
        <p:grpSpPr bwMode="auto">
          <a:xfrm>
            <a:off x="4313238" y="269875"/>
            <a:ext cx="1900237" cy="1098550"/>
            <a:chOff x="2762" y="170"/>
            <a:chExt cx="1197" cy="692"/>
          </a:xfrm>
        </p:grpSpPr>
        <p:sp>
          <p:nvSpPr>
            <p:cNvPr id="37916" name="Oval 3195"/>
            <p:cNvSpPr>
              <a:spLocks noChangeArrowheads="1"/>
            </p:cNvSpPr>
            <p:nvPr/>
          </p:nvSpPr>
          <p:spPr bwMode="auto">
            <a:xfrm>
              <a:off x="3701" y="170"/>
              <a:ext cx="258" cy="162"/>
            </a:xfrm>
            <a:prstGeom prst="ellipse">
              <a:avLst/>
            </a:prstGeom>
            <a:noFill/>
            <a:ln w="9525">
              <a:solidFill>
                <a:srgbClr val="FF0000"/>
              </a:solidFill>
              <a:round/>
              <a:headEnd/>
              <a:tailEnd/>
            </a:ln>
            <a:extLst>
              <a:ext uri="{909E8E84-426E-40DD-AFC4-6F175D3DCCD1}">
                <a14:hiddenFill xmlns:a14="http://schemas.microsoft.com/office/drawing/2010/main">
                  <a:solidFill>
                    <a:srgbClr val="FFFFFF"/>
                  </a:solidFill>
                </a14:hiddenFill>
              </a:ext>
            </a:extLst>
          </p:spPr>
          <p:txBody>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37917" name="AutoShape 3197"/>
            <p:cNvSpPr>
              <a:spLocks/>
            </p:cNvSpPr>
            <p:nvPr/>
          </p:nvSpPr>
          <p:spPr bwMode="auto">
            <a:xfrm>
              <a:off x="2762" y="433"/>
              <a:ext cx="848" cy="429"/>
            </a:xfrm>
            <a:prstGeom prst="borderCallout2">
              <a:avLst>
                <a:gd name="adj1" fmla="val 16782"/>
                <a:gd name="adj2" fmla="val 105662"/>
                <a:gd name="adj3" fmla="val 16782"/>
                <a:gd name="adj4" fmla="val 105662"/>
                <a:gd name="adj5" fmla="val -16083"/>
                <a:gd name="adj6" fmla="val 118042"/>
              </a:avLst>
            </a:prstGeom>
            <a:solidFill>
              <a:srgbClr val="FFFF99"/>
            </a:solidFill>
            <a:ln w="9525">
              <a:solidFill>
                <a:srgbClr val="000000"/>
              </a:solidFill>
              <a:miter lim="800000"/>
              <a:headEnd/>
              <a:tailEnd type="triangle" w="med" len="med"/>
            </a:ln>
          </p:spPr>
          <p:txBody>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1300">
                  <a:solidFill>
                    <a:schemeClr val="tx1"/>
                  </a:solidFill>
                </a:rPr>
                <a:t>Temps de changement de série</a:t>
              </a:r>
            </a:p>
          </p:txBody>
        </p:sp>
      </p:grpSp>
      <p:grpSp>
        <p:nvGrpSpPr>
          <p:cNvPr id="4" name="Group 3213"/>
          <p:cNvGrpSpPr>
            <a:grpSpLocks/>
          </p:cNvGrpSpPr>
          <p:nvPr/>
        </p:nvGrpSpPr>
        <p:grpSpPr bwMode="auto">
          <a:xfrm>
            <a:off x="1885950" y="1385888"/>
            <a:ext cx="2154238" cy="1276350"/>
            <a:chOff x="1161" y="747"/>
            <a:chExt cx="1357" cy="804"/>
          </a:xfrm>
        </p:grpSpPr>
        <p:sp>
          <p:nvSpPr>
            <p:cNvPr id="37914" name="AutoShape 3200"/>
            <p:cNvSpPr>
              <a:spLocks/>
            </p:cNvSpPr>
            <p:nvPr/>
          </p:nvSpPr>
          <p:spPr bwMode="auto">
            <a:xfrm>
              <a:off x="1727" y="747"/>
              <a:ext cx="791" cy="506"/>
            </a:xfrm>
            <a:prstGeom prst="borderCallout2">
              <a:avLst>
                <a:gd name="adj1" fmla="val 14231"/>
                <a:gd name="adj2" fmla="val -6069"/>
                <a:gd name="adj3" fmla="val 14231"/>
                <a:gd name="adj4" fmla="val -6069"/>
                <a:gd name="adj5" fmla="val 119958"/>
                <a:gd name="adj6" fmla="val -47282"/>
              </a:avLst>
            </a:prstGeom>
            <a:solidFill>
              <a:srgbClr val="FFFF99"/>
            </a:solidFill>
            <a:ln w="9525">
              <a:solidFill>
                <a:srgbClr val="000000"/>
              </a:solidFill>
              <a:miter lim="800000"/>
              <a:headEnd/>
              <a:tailEnd type="triangle" w="med" len="med"/>
            </a:ln>
          </p:spPr>
          <p:txBody>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lnSpc>
                  <a:spcPct val="90000"/>
                </a:lnSpc>
                <a:spcBef>
                  <a:spcPct val="0"/>
                </a:spcBef>
                <a:buFontTx/>
                <a:buNone/>
              </a:pPr>
              <a:r>
                <a:rPr lang="fr-FR" altLang="fr-FR" sz="1300">
                  <a:solidFill>
                    <a:schemeClr val="tx1"/>
                  </a:solidFill>
                </a:rPr>
                <a:t>Notez les références travaillées sur votre poste</a:t>
              </a:r>
            </a:p>
          </p:txBody>
        </p:sp>
        <p:sp>
          <p:nvSpPr>
            <p:cNvPr id="37915" name="Oval 3202"/>
            <p:cNvSpPr>
              <a:spLocks noChangeArrowheads="1"/>
            </p:cNvSpPr>
            <p:nvPr/>
          </p:nvSpPr>
          <p:spPr bwMode="auto">
            <a:xfrm>
              <a:off x="1161" y="1389"/>
              <a:ext cx="505" cy="162"/>
            </a:xfrm>
            <a:prstGeom prst="ellipse">
              <a:avLst/>
            </a:prstGeom>
            <a:noFill/>
            <a:ln w="9525">
              <a:solidFill>
                <a:srgbClr val="FF0000"/>
              </a:solidFill>
              <a:round/>
              <a:headEnd/>
              <a:tailEnd/>
            </a:ln>
            <a:extLst>
              <a:ext uri="{909E8E84-426E-40DD-AFC4-6F175D3DCCD1}">
                <a14:hiddenFill xmlns:a14="http://schemas.microsoft.com/office/drawing/2010/main">
                  <a:solidFill>
                    <a:srgbClr val="FFFFFF"/>
                  </a:solidFill>
                </a14:hiddenFill>
              </a:ext>
            </a:extLst>
          </p:spPr>
          <p:txBody>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grpSp>
        <p:nvGrpSpPr>
          <p:cNvPr id="5" name="Group 3216"/>
          <p:cNvGrpSpPr>
            <a:grpSpLocks/>
          </p:cNvGrpSpPr>
          <p:nvPr/>
        </p:nvGrpSpPr>
        <p:grpSpPr bwMode="auto">
          <a:xfrm>
            <a:off x="2374900" y="2735263"/>
            <a:ext cx="2185988" cy="509587"/>
            <a:chOff x="1172" y="1723"/>
            <a:chExt cx="1377" cy="321"/>
          </a:xfrm>
        </p:grpSpPr>
        <p:sp>
          <p:nvSpPr>
            <p:cNvPr id="37912" name="AutoShape 3201"/>
            <p:cNvSpPr>
              <a:spLocks/>
            </p:cNvSpPr>
            <p:nvPr/>
          </p:nvSpPr>
          <p:spPr bwMode="auto">
            <a:xfrm>
              <a:off x="1553" y="1723"/>
              <a:ext cx="996" cy="290"/>
            </a:xfrm>
            <a:prstGeom prst="borderCallout2">
              <a:avLst>
                <a:gd name="adj1" fmla="val 24829"/>
                <a:gd name="adj2" fmla="val -4819"/>
                <a:gd name="adj3" fmla="val 24829"/>
                <a:gd name="adj4" fmla="val -4819"/>
                <a:gd name="adj5" fmla="val 68968"/>
                <a:gd name="adj6" fmla="val -16866"/>
              </a:avLst>
            </a:prstGeom>
            <a:solidFill>
              <a:srgbClr val="FFFF99"/>
            </a:solidFill>
            <a:ln w="9525">
              <a:solidFill>
                <a:srgbClr val="000000"/>
              </a:solidFill>
              <a:miter lim="800000"/>
              <a:headEnd/>
              <a:tailEnd type="triangle" w="med" len="med"/>
            </a:ln>
          </p:spPr>
          <p:txBody>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1300">
                  <a:solidFill>
                    <a:schemeClr val="tx1"/>
                  </a:solidFill>
                </a:rPr>
                <a:t>Notez la référence travaillée </a:t>
              </a:r>
            </a:p>
          </p:txBody>
        </p:sp>
        <p:sp>
          <p:nvSpPr>
            <p:cNvPr id="37913" name="Oval 3203"/>
            <p:cNvSpPr>
              <a:spLocks noChangeArrowheads="1"/>
            </p:cNvSpPr>
            <p:nvPr/>
          </p:nvSpPr>
          <p:spPr bwMode="auto">
            <a:xfrm>
              <a:off x="1172" y="1889"/>
              <a:ext cx="224" cy="155"/>
            </a:xfrm>
            <a:prstGeom prst="ellipse">
              <a:avLst/>
            </a:prstGeom>
            <a:noFill/>
            <a:ln w="9525">
              <a:solidFill>
                <a:srgbClr val="FF0000"/>
              </a:solidFill>
              <a:round/>
              <a:headEnd/>
              <a:tailEnd/>
            </a:ln>
            <a:extLst>
              <a:ext uri="{909E8E84-426E-40DD-AFC4-6F175D3DCCD1}">
                <a14:hiddenFill xmlns:a14="http://schemas.microsoft.com/office/drawing/2010/main">
                  <a:solidFill>
                    <a:srgbClr val="FFFFFF"/>
                  </a:solidFill>
                </a14:hiddenFill>
              </a:ext>
            </a:extLst>
          </p:spPr>
          <p:txBody>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grpSp>
        <p:nvGrpSpPr>
          <p:cNvPr id="6" name="Group 3217"/>
          <p:cNvGrpSpPr>
            <a:grpSpLocks/>
          </p:cNvGrpSpPr>
          <p:nvPr/>
        </p:nvGrpSpPr>
        <p:grpSpPr bwMode="auto">
          <a:xfrm>
            <a:off x="2311400" y="3960813"/>
            <a:ext cx="2244725" cy="788987"/>
            <a:chOff x="1465" y="2342"/>
            <a:chExt cx="1414" cy="497"/>
          </a:xfrm>
        </p:grpSpPr>
        <p:sp>
          <p:nvSpPr>
            <p:cNvPr id="37910" name="AutoShape 3198"/>
            <p:cNvSpPr>
              <a:spLocks/>
            </p:cNvSpPr>
            <p:nvPr/>
          </p:nvSpPr>
          <p:spPr bwMode="auto">
            <a:xfrm>
              <a:off x="1465" y="2371"/>
              <a:ext cx="870" cy="468"/>
            </a:xfrm>
            <a:prstGeom prst="borderCallout2">
              <a:avLst>
                <a:gd name="adj1" fmla="val 15384"/>
                <a:gd name="adj2" fmla="val 105519"/>
                <a:gd name="adj3" fmla="val 15384"/>
                <a:gd name="adj4" fmla="val 105519"/>
                <a:gd name="adj5" fmla="val 29273"/>
                <a:gd name="adj6" fmla="val 137241"/>
              </a:avLst>
            </a:prstGeom>
            <a:solidFill>
              <a:srgbClr val="FFFF99"/>
            </a:solidFill>
            <a:ln w="9525">
              <a:solidFill>
                <a:srgbClr val="000000"/>
              </a:solidFill>
              <a:miter lim="800000"/>
              <a:headEnd/>
              <a:tailEnd type="triangle" w="med" len="med"/>
            </a:ln>
          </p:spPr>
          <p:txBody>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1300">
                  <a:solidFill>
                    <a:schemeClr val="tx1"/>
                  </a:solidFill>
                </a:rPr>
                <a:t>Notez les arrêts suivant leur cause</a:t>
              </a:r>
            </a:p>
          </p:txBody>
        </p:sp>
        <p:sp>
          <p:nvSpPr>
            <p:cNvPr id="37911" name="Oval 3204"/>
            <p:cNvSpPr>
              <a:spLocks noChangeArrowheads="1"/>
            </p:cNvSpPr>
            <p:nvPr/>
          </p:nvSpPr>
          <p:spPr bwMode="auto">
            <a:xfrm>
              <a:off x="2711" y="2342"/>
              <a:ext cx="168" cy="402"/>
            </a:xfrm>
            <a:prstGeom prst="ellipse">
              <a:avLst/>
            </a:prstGeom>
            <a:noFill/>
            <a:ln w="9525">
              <a:solidFill>
                <a:srgbClr val="FF0000"/>
              </a:solidFill>
              <a:round/>
              <a:headEnd/>
              <a:tailEnd/>
            </a:ln>
            <a:extLst>
              <a:ext uri="{909E8E84-426E-40DD-AFC4-6F175D3DCCD1}">
                <a14:hiddenFill xmlns:a14="http://schemas.microsoft.com/office/drawing/2010/main">
                  <a:solidFill>
                    <a:srgbClr val="FFFFFF"/>
                  </a:solidFill>
                </a14:hiddenFill>
              </a:ext>
            </a:extLst>
          </p:spPr>
          <p:txBody>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grpSp>
        <p:nvGrpSpPr>
          <p:cNvPr id="7" name="Group 3218"/>
          <p:cNvGrpSpPr>
            <a:grpSpLocks/>
          </p:cNvGrpSpPr>
          <p:nvPr/>
        </p:nvGrpSpPr>
        <p:grpSpPr bwMode="auto">
          <a:xfrm>
            <a:off x="3003550" y="4795838"/>
            <a:ext cx="2297113" cy="719137"/>
            <a:chOff x="1892" y="3021"/>
            <a:chExt cx="1447" cy="453"/>
          </a:xfrm>
        </p:grpSpPr>
        <p:sp>
          <p:nvSpPr>
            <p:cNvPr id="37908" name="AutoShape 3199"/>
            <p:cNvSpPr>
              <a:spLocks/>
            </p:cNvSpPr>
            <p:nvPr/>
          </p:nvSpPr>
          <p:spPr bwMode="auto">
            <a:xfrm>
              <a:off x="1892" y="3021"/>
              <a:ext cx="929" cy="453"/>
            </a:xfrm>
            <a:prstGeom prst="borderCallout2">
              <a:avLst>
                <a:gd name="adj1" fmla="val 15894"/>
                <a:gd name="adj2" fmla="val 105167"/>
                <a:gd name="adj3" fmla="val 15894"/>
                <a:gd name="adj4" fmla="val 105167"/>
                <a:gd name="adj5" fmla="val 64329"/>
                <a:gd name="adj6" fmla="val 137523"/>
              </a:avLst>
            </a:prstGeom>
            <a:solidFill>
              <a:srgbClr val="FFFF99"/>
            </a:solidFill>
            <a:ln w="9525">
              <a:solidFill>
                <a:srgbClr val="000000"/>
              </a:solidFill>
              <a:miter lim="800000"/>
              <a:headEnd/>
              <a:tailEnd type="triangle" w="med" len="med"/>
            </a:ln>
          </p:spPr>
          <p:txBody>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1300">
                  <a:solidFill>
                    <a:schemeClr val="tx1"/>
                  </a:solidFill>
                </a:rPr>
                <a:t>Notez le nombre de conteneurs repris ou rebutés</a:t>
              </a:r>
            </a:p>
          </p:txBody>
        </p:sp>
        <p:sp>
          <p:nvSpPr>
            <p:cNvPr id="37909" name="Oval 3205"/>
            <p:cNvSpPr>
              <a:spLocks noChangeArrowheads="1"/>
            </p:cNvSpPr>
            <p:nvPr/>
          </p:nvSpPr>
          <p:spPr bwMode="auto">
            <a:xfrm>
              <a:off x="3147" y="3312"/>
              <a:ext cx="192" cy="114"/>
            </a:xfrm>
            <a:prstGeom prst="ellipse">
              <a:avLst/>
            </a:prstGeom>
            <a:noFill/>
            <a:ln w="9525">
              <a:solidFill>
                <a:srgbClr val="FF0000"/>
              </a:solidFill>
              <a:round/>
              <a:headEnd/>
              <a:tailEnd/>
            </a:ln>
            <a:extLst>
              <a:ext uri="{909E8E84-426E-40DD-AFC4-6F175D3DCCD1}">
                <a14:hiddenFill xmlns:a14="http://schemas.microsoft.com/office/drawing/2010/main">
                  <a:solidFill>
                    <a:srgbClr val="FFFFFF"/>
                  </a:solidFill>
                </a14:hiddenFill>
              </a:ext>
            </a:extLst>
          </p:spPr>
          <p:txBody>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400">
                <a:solidFill>
                  <a:schemeClr val="tx1"/>
                </a:solidFill>
              </a:endParaRPr>
            </a:p>
          </p:txBody>
        </p:sp>
      </p:grpSp>
      <p:grpSp>
        <p:nvGrpSpPr>
          <p:cNvPr id="8" name="Group 3220"/>
          <p:cNvGrpSpPr>
            <a:grpSpLocks/>
          </p:cNvGrpSpPr>
          <p:nvPr/>
        </p:nvGrpSpPr>
        <p:grpSpPr bwMode="auto">
          <a:xfrm>
            <a:off x="5511800" y="3359150"/>
            <a:ext cx="2508250" cy="1290638"/>
            <a:chOff x="3571" y="1927"/>
            <a:chExt cx="1580" cy="813"/>
          </a:xfrm>
        </p:grpSpPr>
        <p:sp>
          <p:nvSpPr>
            <p:cNvPr id="37906" name="AutoShape 3196"/>
            <p:cNvSpPr>
              <a:spLocks/>
            </p:cNvSpPr>
            <p:nvPr/>
          </p:nvSpPr>
          <p:spPr bwMode="auto">
            <a:xfrm>
              <a:off x="3571" y="1927"/>
              <a:ext cx="1152" cy="556"/>
            </a:xfrm>
            <a:prstGeom prst="borderCallout2">
              <a:avLst>
                <a:gd name="adj1" fmla="val 12949"/>
                <a:gd name="adj2" fmla="val 104167"/>
                <a:gd name="adj3" fmla="val 12949"/>
                <a:gd name="adj4" fmla="val 104167"/>
                <a:gd name="adj5" fmla="val 97481"/>
                <a:gd name="adj6" fmla="val 120486"/>
              </a:avLst>
            </a:prstGeom>
            <a:solidFill>
              <a:srgbClr val="FFFF99"/>
            </a:solidFill>
            <a:ln w="9525">
              <a:solidFill>
                <a:srgbClr val="000000"/>
              </a:solidFill>
              <a:miter lim="800000"/>
              <a:headEnd/>
              <a:tailEnd type="triangle" w="med" len="med"/>
            </a:ln>
          </p:spPr>
          <p:txBody>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1300">
                  <a:solidFill>
                    <a:schemeClr val="tx1"/>
                  </a:solidFill>
                </a:rPr>
                <a:t>Notez ici le nombre de produits en retard :  1 R6 en retard  pendant 2 heures</a:t>
              </a:r>
            </a:p>
          </p:txBody>
        </p:sp>
        <p:sp>
          <p:nvSpPr>
            <p:cNvPr id="37907" name="Oval 3206"/>
            <p:cNvSpPr>
              <a:spLocks noChangeArrowheads="1"/>
            </p:cNvSpPr>
            <p:nvPr/>
          </p:nvSpPr>
          <p:spPr bwMode="auto">
            <a:xfrm>
              <a:off x="4989" y="2467"/>
              <a:ext cx="162" cy="273"/>
            </a:xfrm>
            <a:prstGeom prst="ellipse">
              <a:avLst/>
            </a:prstGeom>
            <a:noFill/>
            <a:ln w="9525">
              <a:solidFill>
                <a:srgbClr val="FF0000"/>
              </a:solidFill>
              <a:round/>
              <a:headEnd/>
              <a:tailEnd/>
            </a:ln>
            <a:extLst>
              <a:ext uri="{909E8E84-426E-40DD-AFC4-6F175D3DCCD1}">
                <a14:hiddenFill xmlns:a14="http://schemas.microsoft.com/office/drawing/2010/main">
                  <a:solidFill>
                    <a:srgbClr val="FFFFFF"/>
                  </a:solidFill>
                </a14:hiddenFill>
              </a:ext>
            </a:extLst>
          </p:spPr>
          <p:txBody>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grpSp>
        <p:nvGrpSpPr>
          <p:cNvPr id="9" name="Group 3219"/>
          <p:cNvGrpSpPr>
            <a:grpSpLocks/>
          </p:cNvGrpSpPr>
          <p:nvPr/>
        </p:nvGrpSpPr>
        <p:grpSpPr bwMode="auto">
          <a:xfrm>
            <a:off x="2844800" y="5951538"/>
            <a:ext cx="2843213" cy="692150"/>
            <a:chOff x="1792" y="3749"/>
            <a:chExt cx="1791" cy="436"/>
          </a:xfrm>
        </p:grpSpPr>
        <p:sp>
          <p:nvSpPr>
            <p:cNvPr id="37904" name="AutoShape 3207"/>
            <p:cNvSpPr>
              <a:spLocks/>
            </p:cNvSpPr>
            <p:nvPr/>
          </p:nvSpPr>
          <p:spPr bwMode="auto">
            <a:xfrm>
              <a:off x="1792" y="3749"/>
              <a:ext cx="964" cy="436"/>
            </a:xfrm>
            <a:prstGeom prst="borderCallout2">
              <a:avLst>
                <a:gd name="adj1" fmla="val 16514"/>
                <a:gd name="adj2" fmla="val 104981"/>
                <a:gd name="adj3" fmla="val 16514"/>
                <a:gd name="adj4" fmla="val 104981"/>
                <a:gd name="adj5" fmla="val 44269"/>
                <a:gd name="adj6" fmla="val 167532"/>
              </a:avLst>
            </a:prstGeom>
            <a:solidFill>
              <a:srgbClr val="FFFF99"/>
            </a:solidFill>
            <a:ln w="9525">
              <a:solidFill>
                <a:srgbClr val="000000"/>
              </a:solidFill>
              <a:miter lim="800000"/>
              <a:headEnd/>
              <a:tailEnd type="triangle" w="med" len="med"/>
            </a:ln>
          </p:spPr>
          <p:txBody>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1300">
                  <a:solidFill>
                    <a:schemeClr val="tx1"/>
                  </a:solidFill>
                </a:rPr>
                <a:t>Notez ici quand vous n'avez plus rien à produire</a:t>
              </a:r>
            </a:p>
          </p:txBody>
        </p:sp>
        <p:sp>
          <p:nvSpPr>
            <p:cNvPr id="37905" name="Oval 3208"/>
            <p:cNvSpPr>
              <a:spLocks noChangeArrowheads="1"/>
            </p:cNvSpPr>
            <p:nvPr/>
          </p:nvSpPr>
          <p:spPr bwMode="auto">
            <a:xfrm>
              <a:off x="3391" y="3762"/>
              <a:ext cx="192" cy="413"/>
            </a:xfrm>
            <a:prstGeom prst="ellipse">
              <a:avLst/>
            </a:prstGeom>
            <a:noFill/>
            <a:ln w="9525">
              <a:solidFill>
                <a:srgbClr val="FF0000"/>
              </a:solidFill>
              <a:round/>
              <a:headEnd/>
              <a:tailEnd/>
            </a:ln>
            <a:extLst>
              <a:ext uri="{909E8E84-426E-40DD-AFC4-6F175D3DCCD1}">
                <a14:hiddenFill xmlns:a14="http://schemas.microsoft.com/office/drawing/2010/main">
                  <a:solidFill>
                    <a:srgbClr val="FFFFFF"/>
                  </a:solidFill>
                </a14:hiddenFill>
              </a:ext>
            </a:extLst>
          </p:spPr>
          <p:txBody>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8"/>
                                        </p:tgtEl>
                                        <p:attrNameLst>
                                          <p:attrName>style.visibility</p:attrName>
                                        </p:attrNameLst>
                                      </p:cBhvr>
                                      <p:to>
                                        <p:strVal val="visible"/>
                                      </p:to>
                                    </p:set>
                                  </p:childTnLst>
                                </p:cTn>
                              </p:par>
                            </p:childTnLst>
                          </p:cTn>
                        </p:par>
                      </p:childTnLst>
                    </p:cTn>
                  </p:par>
                  <p:par>
                    <p:cTn id="7" fill="hold" nodeType="clickPar">
                      <p:stCondLst>
                        <p:cond delay="indefinite"/>
                      </p:stCondLst>
                      <p:childTnLst>
                        <p:par>
                          <p:cTn id="8" fill="hold" nodeType="withGroup">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9"/>
                                        </p:tgtEl>
                                        <p:attrNameLst>
                                          <p:attrName>style.visibility</p:attrName>
                                        </p:attrNameLst>
                                      </p:cBhvr>
                                      <p:to>
                                        <p:strVal val="visible"/>
                                      </p:to>
                                    </p:set>
                                  </p:childTnLst>
                                </p:cTn>
                              </p:par>
                            </p:childTnLst>
                          </p:cTn>
                        </p:par>
                      </p:childTnLst>
                    </p:cTn>
                  </p:par>
                  <p:par>
                    <p:cTn id="11" fill="hold" nodeType="clickPar">
                      <p:stCondLst>
                        <p:cond delay="indefinite"/>
                      </p:stCondLst>
                      <p:childTnLst>
                        <p:par>
                          <p:cTn id="12" fill="hold" nodeType="withGroup">
                            <p:stCondLst>
                              <p:cond delay="0"/>
                            </p:stCondLst>
                            <p:childTnLst>
                              <p:par>
                                <p:cTn id="13" presetID="1" presetClass="entr" presetSubtype="0" fill="hold" nodeType="clickEffect">
                                  <p:stCondLst>
                                    <p:cond delay="0"/>
                                  </p:stCondLst>
                                  <p:childTnLst>
                                    <p:set>
                                      <p:cBhvr>
                                        <p:cTn id="14" dur="1" fill="hold">
                                          <p:stCondLst>
                                            <p:cond delay="0"/>
                                          </p:stCondLst>
                                        </p:cTn>
                                        <p:tgtEl>
                                          <p:spTgt spid="3"/>
                                        </p:tgtEl>
                                        <p:attrNameLst>
                                          <p:attrName>style.visibility</p:attrName>
                                        </p:attrNameLst>
                                      </p:cBhvr>
                                      <p:to>
                                        <p:strVal val="visible"/>
                                      </p:to>
                                    </p:set>
                                  </p:childTnLst>
                                </p:cTn>
                              </p:par>
                            </p:childTnLst>
                          </p:cTn>
                        </p:par>
                      </p:childTnLst>
                    </p:cTn>
                  </p:par>
                  <p:par>
                    <p:cTn id="15" fill="hold" nodeType="clickPar">
                      <p:stCondLst>
                        <p:cond delay="indefinite"/>
                      </p:stCondLst>
                      <p:childTnLst>
                        <p:par>
                          <p:cTn id="16" fill="hold" nodeType="withGroup">
                            <p:stCondLst>
                              <p:cond delay="0"/>
                            </p:stCondLst>
                            <p:childTnLst>
                              <p:par>
                                <p:cTn id="17" presetID="1" presetClass="entr" presetSubtype="0" fill="hold" nodeType="clickEffect">
                                  <p:stCondLst>
                                    <p:cond delay="0"/>
                                  </p:stCondLst>
                                  <p:childTnLst>
                                    <p:set>
                                      <p:cBhvr>
                                        <p:cTn id="18" dur="1" fill="hold">
                                          <p:stCondLst>
                                            <p:cond delay="0"/>
                                          </p:stCondLst>
                                        </p:cTn>
                                        <p:tgtEl>
                                          <p:spTgt spid="2"/>
                                        </p:tgtEl>
                                        <p:attrNameLst>
                                          <p:attrName>style.visibility</p:attrName>
                                        </p:attrNameLst>
                                      </p:cBhvr>
                                      <p:to>
                                        <p:strVal val="visible"/>
                                      </p:to>
                                    </p:set>
                                  </p:childTnLst>
                                </p:cTn>
                              </p:par>
                            </p:childTnLst>
                          </p:cTn>
                        </p:par>
                      </p:childTnLst>
                    </p:cTn>
                  </p:par>
                  <p:par>
                    <p:cTn id="19" fill="hold" nodeType="clickPar">
                      <p:stCondLst>
                        <p:cond delay="indefinite"/>
                      </p:stCondLst>
                      <p:childTnLst>
                        <p:par>
                          <p:cTn id="20" fill="hold" nodeType="withGroup">
                            <p:stCondLst>
                              <p:cond delay="0"/>
                            </p:stCondLst>
                            <p:childTnLst>
                              <p:par>
                                <p:cTn id="21" presetID="1" presetClass="entr" presetSubtype="0" fill="hold" nodeType="clickEffect">
                                  <p:stCondLst>
                                    <p:cond delay="0"/>
                                  </p:stCondLst>
                                  <p:childTnLst>
                                    <p:set>
                                      <p:cBhvr>
                                        <p:cTn id="22" dur="1" fill="hold">
                                          <p:stCondLst>
                                            <p:cond delay="0"/>
                                          </p:stCondLst>
                                        </p:cTn>
                                        <p:tgtEl>
                                          <p:spTgt spid="4"/>
                                        </p:tgtEl>
                                        <p:attrNameLst>
                                          <p:attrName>style.visibility</p:attrName>
                                        </p:attrNameLst>
                                      </p:cBhvr>
                                      <p:to>
                                        <p:strVal val="visible"/>
                                      </p:to>
                                    </p:set>
                                  </p:childTnLst>
                                </p:cTn>
                              </p:par>
                            </p:childTnLst>
                          </p:cTn>
                        </p:par>
                      </p:childTnLst>
                    </p:cTn>
                  </p:par>
                  <p:par>
                    <p:cTn id="23" fill="hold" nodeType="clickPar">
                      <p:stCondLst>
                        <p:cond delay="indefinite"/>
                      </p:stCondLst>
                      <p:childTnLst>
                        <p:par>
                          <p:cTn id="24" fill="hold" nodeType="withGroup">
                            <p:stCondLst>
                              <p:cond delay="0"/>
                            </p:stCondLst>
                            <p:childTnLst>
                              <p:par>
                                <p:cTn id="25" presetID="1" presetClass="entr" presetSubtype="0" fill="hold" nodeType="clickEffect">
                                  <p:stCondLst>
                                    <p:cond delay="0"/>
                                  </p:stCondLst>
                                  <p:childTnLst>
                                    <p:set>
                                      <p:cBhvr>
                                        <p:cTn id="26" dur="1" fill="hold">
                                          <p:stCondLst>
                                            <p:cond delay="0"/>
                                          </p:stCondLst>
                                        </p:cTn>
                                        <p:tgtEl>
                                          <p:spTgt spid="5"/>
                                        </p:tgtEl>
                                        <p:attrNameLst>
                                          <p:attrName>style.visibility</p:attrName>
                                        </p:attrNameLst>
                                      </p:cBhvr>
                                      <p:to>
                                        <p:strVal val="visible"/>
                                      </p:to>
                                    </p:set>
                                  </p:childTnLst>
                                </p:cTn>
                              </p:par>
                            </p:childTnLst>
                          </p:cTn>
                        </p:par>
                      </p:childTnLst>
                    </p:cTn>
                  </p:par>
                  <p:par>
                    <p:cTn id="27" fill="hold" nodeType="clickPar">
                      <p:stCondLst>
                        <p:cond delay="indefinite"/>
                      </p:stCondLst>
                      <p:childTnLst>
                        <p:par>
                          <p:cTn id="28" fill="hold" nodeType="withGroup">
                            <p:stCondLst>
                              <p:cond delay="0"/>
                            </p:stCondLst>
                            <p:childTnLst>
                              <p:par>
                                <p:cTn id="29" presetID="1" presetClass="entr" presetSubtype="0" fill="hold" nodeType="clickEffect">
                                  <p:stCondLst>
                                    <p:cond delay="0"/>
                                  </p:stCondLst>
                                  <p:childTnLst>
                                    <p:set>
                                      <p:cBhvr>
                                        <p:cTn id="30" dur="1" fill="hold">
                                          <p:stCondLst>
                                            <p:cond delay="0"/>
                                          </p:stCondLst>
                                        </p:cTn>
                                        <p:tgtEl>
                                          <p:spTgt spid="6"/>
                                        </p:tgtEl>
                                        <p:attrNameLst>
                                          <p:attrName>style.visibility</p:attrName>
                                        </p:attrNameLst>
                                      </p:cBhvr>
                                      <p:to>
                                        <p:strVal val="visible"/>
                                      </p:to>
                                    </p:set>
                                  </p:childTnLst>
                                </p:cTn>
                              </p:par>
                            </p:childTnLst>
                          </p:cTn>
                        </p:par>
                      </p:childTnLst>
                    </p:cTn>
                  </p:par>
                  <p:par>
                    <p:cTn id="31" fill="hold" nodeType="clickPar">
                      <p:stCondLst>
                        <p:cond delay="indefinite"/>
                      </p:stCondLst>
                      <p:childTnLst>
                        <p:par>
                          <p:cTn id="32" fill="hold" nodeType="withGroup">
                            <p:stCondLst>
                              <p:cond delay="0"/>
                            </p:stCondLst>
                            <p:childTnLst>
                              <p:par>
                                <p:cTn id="33" presetID="1" presetClass="entr" presetSubtype="0" fill="hold" nodeType="clickEffect">
                                  <p:stCondLst>
                                    <p:cond delay="0"/>
                                  </p:stCondLst>
                                  <p:childTnLst>
                                    <p:set>
                                      <p:cBhvr>
                                        <p:cTn id="34" dur="1" fill="hold">
                                          <p:stCondLst>
                                            <p:cond delay="0"/>
                                          </p:stCondLst>
                                        </p:cTn>
                                        <p:tgtEl>
                                          <p:spTgt spid="7"/>
                                        </p:tgtEl>
                                        <p:attrNameLst>
                                          <p:attrName>style.visibility</p:attrName>
                                        </p:attrNameLst>
                                      </p:cBhvr>
                                      <p:to>
                                        <p:strVal val="visible"/>
                                      </p:to>
                                    </p:set>
                                  </p:childTnLst>
                                </p:cTn>
                              </p:par>
                            </p:childTnLst>
                          </p:cTn>
                        </p:par>
                      </p:childTnLst>
                    </p:cTn>
                  </p:par>
                  <p:par>
                    <p:cTn id="35" fill="hold" nodeType="clickPar">
                      <p:stCondLst>
                        <p:cond delay="indefinite"/>
                      </p:stCondLst>
                      <p:childTnLst>
                        <p:par>
                          <p:cTn id="36" fill="hold" nodeType="withGroup">
                            <p:stCondLst>
                              <p:cond delay="0"/>
                            </p:stCondLst>
                            <p:childTnLst>
                              <p:par>
                                <p:cTn id="37" presetID="1" presetClass="entr" presetSubtype="0" fill="hold" nodeType="clickEffect">
                                  <p:stCondLst>
                                    <p:cond delay="0"/>
                                  </p:stCondLst>
                                  <p:childTnLst>
                                    <p:set>
                                      <p:cBhvr>
                                        <p:cTn id="38" dur="1" fill="hold">
                                          <p:stCondLst>
                                            <p:cond delay="0"/>
                                          </p:stCondLst>
                                        </p:cTn>
                                        <p:tgtEl>
                                          <p:spTgt spid="9"/>
                                        </p:tgtEl>
                                        <p:attrNameLst>
                                          <p:attrName>style.visibility</p:attrName>
                                        </p:attrNameLst>
                                      </p:cBhvr>
                                      <p:to>
                                        <p:strVal val="visible"/>
                                      </p:to>
                                    </p:set>
                                  </p:childTnLst>
                                </p:cTn>
                              </p:par>
                            </p:childTnLst>
                          </p:cTn>
                        </p:par>
                      </p:childTnLst>
                    </p:cTn>
                  </p:par>
                  <p:par>
                    <p:cTn id="39" fill="hold" nodeType="clickPar">
                      <p:stCondLst>
                        <p:cond delay="indefinite"/>
                      </p:stCondLst>
                      <p:childTnLst>
                        <p:par>
                          <p:cTn id="40" fill="hold" nodeType="withGroup">
                            <p:stCondLst>
                              <p:cond delay="0"/>
                            </p:stCondLst>
                            <p:childTnLst>
                              <p:par>
                                <p:cTn id="41" presetID="1" presetClass="entr" presetSubtype="0" fill="hold" nodeType="clickEffect">
                                  <p:stCondLst>
                                    <p:cond delay="0"/>
                                  </p:stCondLst>
                                  <p:childTnLst>
                                    <p:set>
                                      <p:cBhvr>
                                        <p:cTn id="42"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8" grpId="0" animBg="1"/>
      <p:bldP spid="39" grpId="0" animBg="1"/>
    </p:bld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914" name="Rectangle 4"/>
          <p:cNvSpPr>
            <a:spLocks noGrp="1" noChangeArrowheads="1"/>
          </p:cNvSpPr>
          <p:nvPr>
            <p:ph type="ctrTitle" idx="4294967295"/>
          </p:nvPr>
        </p:nvSpPr>
        <p:spPr>
          <a:xfrm>
            <a:off x="346075" y="3152775"/>
            <a:ext cx="7772400" cy="1470025"/>
          </a:xfrm>
          <a:noFill/>
        </p:spPr>
        <p:txBody>
          <a:bodyPr/>
          <a:lstStyle/>
          <a:p>
            <a:pPr eaLnBrk="1" hangingPunct="1"/>
            <a:r>
              <a:rPr lang="fr-FR" altLang="fr-FR" sz="3600"/>
              <a:t>Questions pratiques</a:t>
            </a:r>
          </a:p>
        </p:txBody>
      </p:sp>
      <p:grpSp>
        <p:nvGrpSpPr>
          <p:cNvPr id="38915" name="Group 20"/>
          <p:cNvGrpSpPr>
            <a:grpSpLocks/>
          </p:cNvGrpSpPr>
          <p:nvPr/>
        </p:nvGrpSpPr>
        <p:grpSpPr bwMode="auto">
          <a:xfrm rot="-223274">
            <a:off x="3843338" y="1701800"/>
            <a:ext cx="1058862" cy="1042988"/>
            <a:chOff x="2757" y="1666"/>
            <a:chExt cx="812" cy="800"/>
          </a:xfrm>
        </p:grpSpPr>
        <p:sp>
          <p:nvSpPr>
            <p:cNvPr id="38934" name="Freeform 21"/>
            <p:cNvSpPr>
              <a:spLocks/>
            </p:cNvSpPr>
            <p:nvPr/>
          </p:nvSpPr>
          <p:spPr bwMode="auto">
            <a:xfrm>
              <a:off x="2762" y="1667"/>
              <a:ext cx="807" cy="584"/>
            </a:xfrm>
            <a:custGeom>
              <a:avLst/>
              <a:gdLst>
                <a:gd name="T0" fmla="*/ 497 w 807"/>
                <a:gd name="T1" fmla="*/ 583 h 584"/>
                <a:gd name="T2" fmla="*/ 0 w 807"/>
                <a:gd name="T3" fmla="*/ 452 h 584"/>
                <a:gd name="T4" fmla="*/ 337 w 807"/>
                <a:gd name="T5" fmla="*/ 0 h 584"/>
                <a:gd name="T6" fmla="*/ 806 w 807"/>
                <a:gd name="T7" fmla="*/ 98 h 584"/>
                <a:gd name="T8" fmla="*/ 497 w 807"/>
                <a:gd name="T9" fmla="*/ 583 h 584"/>
                <a:gd name="T10" fmla="*/ 0 60000 65536"/>
                <a:gd name="T11" fmla="*/ 0 60000 65536"/>
                <a:gd name="T12" fmla="*/ 0 60000 65536"/>
                <a:gd name="T13" fmla="*/ 0 60000 65536"/>
                <a:gd name="T14" fmla="*/ 0 60000 65536"/>
                <a:gd name="T15" fmla="*/ 0 w 807"/>
                <a:gd name="T16" fmla="*/ 0 h 584"/>
                <a:gd name="T17" fmla="*/ 807 w 807"/>
                <a:gd name="T18" fmla="*/ 584 h 584"/>
              </a:gdLst>
              <a:ahLst/>
              <a:cxnLst>
                <a:cxn ang="T10">
                  <a:pos x="T0" y="T1"/>
                </a:cxn>
                <a:cxn ang="T11">
                  <a:pos x="T2" y="T3"/>
                </a:cxn>
                <a:cxn ang="T12">
                  <a:pos x="T4" y="T5"/>
                </a:cxn>
                <a:cxn ang="T13">
                  <a:pos x="T6" y="T7"/>
                </a:cxn>
                <a:cxn ang="T14">
                  <a:pos x="T8" y="T9"/>
                </a:cxn>
              </a:cxnLst>
              <a:rect l="T15" t="T16" r="T17" b="T18"/>
              <a:pathLst>
                <a:path w="807" h="584">
                  <a:moveTo>
                    <a:pt x="497" y="583"/>
                  </a:moveTo>
                  <a:lnTo>
                    <a:pt x="0" y="452"/>
                  </a:lnTo>
                  <a:lnTo>
                    <a:pt x="337" y="0"/>
                  </a:lnTo>
                  <a:lnTo>
                    <a:pt x="806" y="98"/>
                  </a:lnTo>
                  <a:lnTo>
                    <a:pt x="497" y="583"/>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38935" name="Freeform 22"/>
            <p:cNvSpPr>
              <a:spLocks/>
            </p:cNvSpPr>
            <p:nvPr/>
          </p:nvSpPr>
          <p:spPr bwMode="auto">
            <a:xfrm>
              <a:off x="2882" y="1861"/>
              <a:ext cx="578" cy="384"/>
            </a:xfrm>
            <a:custGeom>
              <a:avLst/>
              <a:gdLst>
                <a:gd name="T0" fmla="*/ 377 w 578"/>
                <a:gd name="T1" fmla="*/ 383 h 384"/>
                <a:gd name="T2" fmla="*/ 0 w 578"/>
                <a:gd name="T3" fmla="*/ 291 h 384"/>
                <a:gd name="T4" fmla="*/ 217 w 578"/>
                <a:gd name="T5" fmla="*/ 0 h 384"/>
                <a:gd name="T6" fmla="*/ 577 w 578"/>
                <a:gd name="T7" fmla="*/ 74 h 384"/>
                <a:gd name="T8" fmla="*/ 377 w 578"/>
                <a:gd name="T9" fmla="*/ 383 h 384"/>
                <a:gd name="T10" fmla="*/ 0 60000 65536"/>
                <a:gd name="T11" fmla="*/ 0 60000 65536"/>
                <a:gd name="T12" fmla="*/ 0 60000 65536"/>
                <a:gd name="T13" fmla="*/ 0 60000 65536"/>
                <a:gd name="T14" fmla="*/ 0 60000 65536"/>
                <a:gd name="T15" fmla="*/ 0 w 578"/>
                <a:gd name="T16" fmla="*/ 0 h 384"/>
                <a:gd name="T17" fmla="*/ 578 w 578"/>
                <a:gd name="T18" fmla="*/ 384 h 384"/>
              </a:gdLst>
              <a:ahLst/>
              <a:cxnLst>
                <a:cxn ang="T10">
                  <a:pos x="T0" y="T1"/>
                </a:cxn>
                <a:cxn ang="T11">
                  <a:pos x="T2" y="T3"/>
                </a:cxn>
                <a:cxn ang="T12">
                  <a:pos x="T4" y="T5"/>
                </a:cxn>
                <a:cxn ang="T13">
                  <a:pos x="T6" y="T7"/>
                </a:cxn>
                <a:cxn ang="T14">
                  <a:pos x="T8" y="T9"/>
                </a:cxn>
              </a:cxnLst>
              <a:rect l="T15" t="T16" r="T17" b="T18"/>
              <a:pathLst>
                <a:path w="578" h="384">
                  <a:moveTo>
                    <a:pt x="377" y="383"/>
                  </a:moveTo>
                  <a:lnTo>
                    <a:pt x="0" y="291"/>
                  </a:lnTo>
                  <a:lnTo>
                    <a:pt x="217" y="0"/>
                  </a:lnTo>
                  <a:lnTo>
                    <a:pt x="577" y="74"/>
                  </a:lnTo>
                  <a:lnTo>
                    <a:pt x="377" y="383"/>
                  </a:lnTo>
                </a:path>
              </a:pathLst>
            </a:custGeom>
            <a:solidFill>
              <a:srgbClr val="E22B00"/>
            </a:solidFill>
            <a:ln>
              <a:noFill/>
            </a:ln>
            <a:extLst>
              <a:ext uri="{91240B29-F687-4F45-9708-019B960494DF}">
                <a14:hiddenLine xmlns:a14="http://schemas.microsoft.com/office/drawing/2010/main" w="12700" cap="rnd" cmpd="sng">
                  <a:solidFill>
                    <a:srgbClr val="000000"/>
                  </a:solidFill>
                  <a:prstDash val="solid"/>
                  <a:round/>
                  <a:headEnd type="none" w="med" len="med"/>
                  <a:tailEnd type="none" w="med" len="med"/>
                </a14:hiddenLine>
              </a:ext>
            </a:extLst>
          </p:spPr>
          <p:txBody>
            <a:bodyPr/>
            <a:lstStyle/>
            <a:p>
              <a:endParaRPr lang="fr-FR"/>
            </a:p>
          </p:txBody>
        </p:sp>
        <p:sp>
          <p:nvSpPr>
            <p:cNvPr id="38936" name="Line 23"/>
            <p:cNvSpPr>
              <a:spLocks noChangeShapeType="1"/>
            </p:cNvSpPr>
            <p:nvPr/>
          </p:nvSpPr>
          <p:spPr bwMode="auto">
            <a:xfrm>
              <a:off x="3102" y="1862"/>
              <a:ext cx="352" cy="7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fr-FR"/>
            </a:p>
          </p:txBody>
        </p:sp>
        <p:sp>
          <p:nvSpPr>
            <p:cNvPr id="38937" name="Freeform 24"/>
            <p:cNvSpPr>
              <a:spLocks/>
            </p:cNvSpPr>
            <p:nvPr/>
          </p:nvSpPr>
          <p:spPr bwMode="auto">
            <a:xfrm>
              <a:off x="2762" y="1666"/>
              <a:ext cx="337" cy="485"/>
            </a:xfrm>
            <a:custGeom>
              <a:avLst/>
              <a:gdLst>
                <a:gd name="T0" fmla="*/ 336 w 337"/>
                <a:gd name="T1" fmla="*/ 194 h 485"/>
                <a:gd name="T2" fmla="*/ 118 w 337"/>
                <a:gd name="T3" fmla="*/ 484 h 485"/>
                <a:gd name="T4" fmla="*/ 0 w 337"/>
                <a:gd name="T5" fmla="*/ 452 h 485"/>
                <a:gd name="T6" fmla="*/ 336 w 337"/>
                <a:gd name="T7" fmla="*/ 0 h 485"/>
                <a:gd name="T8" fmla="*/ 336 w 337"/>
                <a:gd name="T9" fmla="*/ 152 h 485"/>
                <a:gd name="T10" fmla="*/ 336 w 337"/>
                <a:gd name="T11" fmla="*/ 194 h 485"/>
                <a:gd name="T12" fmla="*/ 0 60000 65536"/>
                <a:gd name="T13" fmla="*/ 0 60000 65536"/>
                <a:gd name="T14" fmla="*/ 0 60000 65536"/>
                <a:gd name="T15" fmla="*/ 0 60000 65536"/>
                <a:gd name="T16" fmla="*/ 0 60000 65536"/>
                <a:gd name="T17" fmla="*/ 0 60000 65536"/>
                <a:gd name="T18" fmla="*/ 0 w 337"/>
                <a:gd name="T19" fmla="*/ 0 h 485"/>
                <a:gd name="T20" fmla="*/ 337 w 337"/>
                <a:gd name="T21" fmla="*/ 485 h 485"/>
              </a:gdLst>
              <a:ahLst/>
              <a:cxnLst>
                <a:cxn ang="T12">
                  <a:pos x="T0" y="T1"/>
                </a:cxn>
                <a:cxn ang="T13">
                  <a:pos x="T2" y="T3"/>
                </a:cxn>
                <a:cxn ang="T14">
                  <a:pos x="T4" y="T5"/>
                </a:cxn>
                <a:cxn ang="T15">
                  <a:pos x="T6" y="T7"/>
                </a:cxn>
                <a:cxn ang="T16">
                  <a:pos x="T8" y="T9"/>
                </a:cxn>
                <a:cxn ang="T17">
                  <a:pos x="T10" y="T11"/>
                </a:cxn>
              </a:cxnLst>
              <a:rect l="T18" t="T19" r="T20" b="T21"/>
              <a:pathLst>
                <a:path w="337" h="485">
                  <a:moveTo>
                    <a:pt x="336" y="194"/>
                  </a:moveTo>
                  <a:lnTo>
                    <a:pt x="118" y="484"/>
                  </a:lnTo>
                  <a:lnTo>
                    <a:pt x="0" y="452"/>
                  </a:lnTo>
                  <a:lnTo>
                    <a:pt x="336" y="0"/>
                  </a:lnTo>
                  <a:lnTo>
                    <a:pt x="336" y="152"/>
                  </a:lnTo>
                  <a:lnTo>
                    <a:pt x="336" y="194"/>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38938" name="Freeform 25"/>
            <p:cNvSpPr>
              <a:spLocks/>
            </p:cNvSpPr>
            <p:nvPr/>
          </p:nvSpPr>
          <p:spPr bwMode="auto">
            <a:xfrm>
              <a:off x="2757" y="2124"/>
              <a:ext cx="509" cy="339"/>
            </a:xfrm>
            <a:custGeom>
              <a:avLst/>
              <a:gdLst>
                <a:gd name="T0" fmla="*/ 0 w 506"/>
                <a:gd name="T1" fmla="*/ 0 h 345"/>
                <a:gd name="T2" fmla="*/ 1 w 506"/>
                <a:gd name="T3" fmla="*/ 198 h 345"/>
                <a:gd name="T4" fmla="*/ 514 w 506"/>
                <a:gd name="T5" fmla="*/ 326 h 345"/>
                <a:gd name="T6" fmla="*/ 513 w 506"/>
                <a:gd name="T7" fmla="*/ 124 h 345"/>
                <a:gd name="T8" fmla="*/ 0 60000 65536"/>
                <a:gd name="T9" fmla="*/ 0 60000 65536"/>
                <a:gd name="T10" fmla="*/ 0 60000 65536"/>
                <a:gd name="T11" fmla="*/ 0 60000 65536"/>
                <a:gd name="T12" fmla="*/ 0 w 506"/>
                <a:gd name="T13" fmla="*/ 0 h 345"/>
                <a:gd name="T14" fmla="*/ 506 w 506"/>
                <a:gd name="T15" fmla="*/ 345 h 345"/>
              </a:gdLst>
              <a:ahLst/>
              <a:cxnLst>
                <a:cxn ang="T8">
                  <a:pos x="T0" y="T1"/>
                </a:cxn>
                <a:cxn ang="T9">
                  <a:pos x="T2" y="T3"/>
                </a:cxn>
                <a:cxn ang="T10">
                  <a:pos x="T4" y="T5"/>
                </a:cxn>
                <a:cxn ang="T11">
                  <a:pos x="T6" y="T7"/>
                </a:cxn>
              </a:cxnLst>
              <a:rect l="T12" t="T13" r="T14" b="T15"/>
              <a:pathLst>
                <a:path w="506" h="345">
                  <a:moveTo>
                    <a:pt x="0" y="0"/>
                  </a:moveTo>
                  <a:lnTo>
                    <a:pt x="1" y="209"/>
                  </a:lnTo>
                  <a:lnTo>
                    <a:pt x="505" y="344"/>
                  </a:lnTo>
                  <a:lnTo>
                    <a:pt x="504" y="130"/>
                  </a:lnTo>
                </a:path>
              </a:pathLst>
            </a:custGeom>
            <a:solidFill>
              <a:srgbClr val="FC2C1C"/>
            </a:solidFill>
            <a:ln w="12700" cap="rnd" cmpd="sng">
              <a:solidFill>
                <a:schemeClr val="bg2"/>
              </a:solidFill>
              <a:prstDash val="solid"/>
              <a:round/>
              <a:headEnd type="none" w="med" len="med"/>
              <a:tailEnd type="none" w="med" len="med"/>
            </a:ln>
          </p:spPr>
          <p:txBody>
            <a:bodyPr/>
            <a:lstStyle/>
            <a:p>
              <a:endParaRPr lang="fr-FR"/>
            </a:p>
          </p:txBody>
        </p:sp>
        <p:sp>
          <p:nvSpPr>
            <p:cNvPr id="38939" name="AutoShape 26"/>
            <p:cNvSpPr>
              <a:spLocks noChangeArrowheads="1"/>
            </p:cNvSpPr>
            <p:nvPr/>
          </p:nvSpPr>
          <p:spPr bwMode="auto">
            <a:xfrm rot="16200000" flipH="1">
              <a:off x="3067" y="1967"/>
              <a:ext cx="693" cy="306"/>
            </a:xfrm>
            <a:prstGeom prst="parallelogram">
              <a:avLst>
                <a:gd name="adj" fmla="val 156202"/>
              </a:avLst>
            </a:prstGeom>
            <a:solidFill>
              <a:srgbClr val="FC2C1C"/>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grpSp>
        <p:nvGrpSpPr>
          <p:cNvPr id="38916" name="Group 27"/>
          <p:cNvGrpSpPr>
            <a:grpSpLocks/>
          </p:cNvGrpSpPr>
          <p:nvPr/>
        </p:nvGrpSpPr>
        <p:grpSpPr bwMode="auto">
          <a:xfrm rot="-223274">
            <a:off x="3825875" y="1392238"/>
            <a:ext cx="1058863" cy="1042987"/>
            <a:chOff x="2757" y="1666"/>
            <a:chExt cx="812" cy="800"/>
          </a:xfrm>
        </p:grpSpPr>
        <p:sp>
          <p:nvSpPr>
            <p:cNvPr id="38928" name="Freeform 28"/>
            <p:cNvSpPr>
              <a:spLocks/>
            </p:cNvSpPr>
            <p:nvPr/>
          </p:nvSpPr>
          <p:spPr bwMode="auto">
            <a:xfrm>
              <a:off x="2762" y="1667"/>
              <a:ext cx="807" cy="584"/>
            </a:xfrm>
            <a:custGeom>
              <a:avLst/>
              <a:gdLst>
                <a:gd name="T0" fmla="*/ 497 w 807"/>
                <a:gd name="T1" fmla="*/ 583 h 584"/>
                <a:gd name="T2" fmla="*/ 0 w 807"/>
                <a:gd name="T3" fmla="*/ 452 h 584"/>
                <a:gd name="T4" fmla="*/ 337 w 807"/>
                <a:gd name="T5" fmla="*/ 0 h 584"/>
                <a:gd name="T6" fmla="*/ 806 w 807"/>
                <a:gd name="T7" fmla="*/ 98 h 584"/>
                <a:gd name="T8" fmla="*/ 497 w 807"/>
                <a:gd name="T9" fmla="*/ 583 h 584"/>
                <a:gd name="T10" fmla="*/ 0 60000 65536"/>
                <a:gd name="T11" fmla="*/ 0 60000 65536"/>
                <a:gd name="T12" fmla="*/ 0 60000 65536"/>
                <a:gd name="T13" fmla="*/ 0 60000 65536"/>
                <a:gd name="T14" fmla="*/ 0 60000 65536"/>
                <a:gd name="T15" fmla="*/ 0 w 807"/>
                <a:gd name="T16" fmla="*/ 0 h 584"/>
                <a:gd name="T17" fmla="*/ 807 w 807"/>
                <a:gd name="T18" fmla="*/ 584 h 584"/>
              </a:gdLst>
              <a:ahLst/>
              <a:cxnLst>
                <a:cxn ang="T10">
                  <a:pos x="T0" y="T1"/>
                </a:cxn>
                <a:cxn ang="T11">
                  <a:pos x="T2" y="T3"/>
                </a:cxn>
                <a:cxn ang="T12">
                  <a:pos x="T4" y="T5"/>
                </a:cxn>
                <a:cxn ang="T13">
                  <a:pos x="T6" y="T7"/>
                </a:cxn>
                <a:cxn ang="T14">
                  <a:pos x="T8" y="T9"/>
                </a:cxn>
              </a:cxnLst>
              <a:rect l="T15" t="T16" r="T17" b="T18"/>
              <a:pathLst>
                <a:path w="807" h="584">
                  <a:moveTo>
                    <a:pt x="497" y="583"/>
                  </a:moveTo>
                  <a:lnTo>
                    <a:pt x="0" y="452"/>
                  </a:lnTo>
                  <a:lnTo>
                    <a:pt x="337" y="0"/>
                  </a:lnTo>
                  <a:lnTo>
                    <a:pt x="806" y="98"/>
                  </a:lnTo>
                  <a:lnTo>
                    <a:pt x="497" y="583"/>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38929" name="Freeform 29"/>
            <p:cNvSpPr>
              <a:spLocks/>
            </p:cNvSpPr>
            <p:nvPr/>
          </p:nvSpPr>
          <p:spPr bwMode="auto">
            <a:xfrm>
              <a:off x="2882" y="1861"/>
              <a:ext cx="578" cy="384"/>
            </a:xfrm>
            <a:custGeom>
              <a:avLst/>
              <a:gdLst>
                <a:gd name="T0" fmla="*/ 377 w 578"/>
                <a:gd name="T1" fmla="*/ 383 h 384"/>
                <a:gd name="T2" fmla="*/ 0 w 578"/>
                <a:gd name="T3" fmla="*/ 291 h 384"/>
                <a:gd name="T4" fmla="*/ 217 w 578"/>
                <a:gd name="T5" fmla="*/ 0 h 384"/>
                <a:gd name="T6" fmla="*/ 577 w 578"/>
                <a:gd name="T7" fmla="*/ 74 h 384"/>
                <a:gd name="T8" fmla="*/ 377 w 578"/>
                <a:gd name="T9" fmla="*/ 383 h 384"/>
                <a:gd name="T10" fmla="*/ 0 60000 65536"/>
                <a:gd name="T11" fmla="*/ 0 60000 65536"/>
                <a:gd name="T12" fmla="*/ 0 60000 65536"/>
                <a:gd name="T13" fmla="*/ 0 60000 65536"/>
                <a:gd name="T14" fmla="*/ 0 60000 65536"/>
                <a:gd name="T15" fmla="*/ 0 w 578"/>
                <a:gd name="T16" fmla="*/ 0 h 384"/>
                <a:gd name="T17" fmla="*/ 578 w 578"/>
                <a:gd name="T18" fmla="*/ 384 h 384"/>
              </a:gdLst>
              <a:ahLst/>
              <a:cxnLst>
                <a:cxn ang="T10">
                  <a:pos x="T0" y="T1"/>
                </a:cxn>
                <a:cxn ang="T11">
                  <a:pos x="T2" y="T3"/>
                </a:cxn>
                <a:cxn ang="T12">
                  <a:pos x="T4" y="T5"/>
                </a:cxn>
                <a:cxn ang="T13">
                  <a:pos x="T6" y="T7"/>
                </a:cxn>
                <a:cxn ang="T14">
                  <a:pos x="T8" y="T9"/>
                </a:cxn>
              </a:cxnLst>
              <a:rect l="T15" t="T16" r="T17" b="T18"/>
              <a:pathLst>
                <a:path w="578" h="384">
                  <a:moveTo>
                    <a:pt x="377" y="383"/>
                  </a:moveTo>
                  <a:lnTo>
                    <a:pt x="0" y="291"/>
                  </a:lnTo>
                  <a:lnTo>
                    <a:pt x="217" y="0"/>
                  </a:lnTo>
                  <a:lnTo>
                    <a:pt x="577" y="74"/>
                  </a:lnTo>
                  <a:lnTo>
                    <a:pt x="377" y="383"/>
                  </a:lnTo>
                </a:path>
              </a:pathLst>
            </a:custGeom>
            <a:solidFill>
              <a:srgbClr val="E22B00"/>
            </a:solidFill>
            <a:ln>
              <a:noFill/>
            </a:ln>
            <a:extLst>
              <a:ext uri="{91240B29-F687-4F45-9708-019B960494DF}">
                <a14:hiddenLine xmlns:a14="http://schemas.microsoft.com/office/drawing/2010/main" w="12700" cap="rnd" cmpd="sng">
                  <a:solidFill>
                    <a:srgbClr val="000000"/>
                  </a:solidFill>
                  <a:prstDash val="solid"/>
                  <a:round/>
                  <a:headEnd type="none" w="med" len="med"/>
                  <a:tailEnd type="none" w="med" len="med"/>
                </a14:hiddenLine>
              </a:ext>
            </a:extLst>
          </p:spPr>
          <p:txBody>
            <a:bodyPr/>
            <a:lstStyle/>
            <a:p>
              <a:endParaRPr lang="fr-FR"/>
            </a:p>
          </p:txBody>
        </p:sp>
        <p:sp>
          <p:nvSpPr>
            <p:cNvPr id="38930" name="Line 30"/>
            <p:cNvSpPr>
              <a:spLocks noChangeShapeType="1"/>
            </p:cNvSpPr>
            <p:nvPr/>
          </p:nvSpPr>
          <p:spPr bwMode="auto">
            <a:xfrm>
              <a:off x="3102" y="1862"/>
              <a:ext cx="352" cy="7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fr-FR"/>
            </a:p>
          </p:txBody>
        </p:sp>
        <p:sp>
          <p:nvSpPr>
            <p:cNvPr id="38931" name="Freeform 31"/>
            <p:cNvSpPr>
              <a:spLocks/>
            </p:cNvSpPr>
            <p:nvPr/>
          </p:nvSpPr>
          <p:spPr bwMode="auto">
            <a:xfrm>
              <a:off x="2762" y="1666"/>
              <a:ext cx="337" cy="485"/>
            </a:xfrm>
            <a:custGeom>
              <a:avLst/>
              <a:gdLst>
                <a:gd name="T0" fmla="*/ 336 w 337"/>
                <a:gd name="T1" fmla="*/ 194 h 485"/>
                <a:gd name="T2" fmla="*/ 118 w 337"/>
                <a:gd name="T3" fmla="*/ 484 h 485"/>
                <a:gd name="T4" fmla="*/ 0 w 337"/>
                <a:gd name="T5" fmla="*/ 452 h 485"/>
                <a:gd name="T6" fmla="*/ 336 w 337"/>
                <a:gd name="T7" fmla="*/ 0 h 485"/>
                <a:gd name="T8" fmla="*/ 336 w 337"/>
                <a:gd name="T9" fmla="*/ 152 h 485"/>
                <a:gd name="T10" fmla="*/ 336 w 337"/>
                <a:gd name="T11" fmla="*/ 194 h 485"/>
                <a:gd name="T12" fmla="*/ 0 60000 65536"/>
                <a:gd name="T13" fmla="*/ 0 60000 65536"/>
                <a:gd name="T14" fmla="*/ 0 60000 65536"/>
                <a:gd name="T15" fmla="*/ 0 60000 65536"/>
                <a:gd name="T16" fmla="*/ 0 60000 65536"/>
                <a:gd name="T17" fmla="*/ 0 60000 65536"/>
                <a:gd name="T18" fmla="*/ 0 w 337"/>
                <a:gd name="T19" fmla="*/ 0 h 485"/>
                <a:gd name="T20" fmla="*/ 337 w 337"/>
                <a:gd name="T21" fmla="*/ 485 h 485"/>
              </a:gdLst>
              <a:ahLst/>
              <a:cxnLst>
                <a:cxn ang="T12">
                  <a:pos x="T0" y="T1"/>
                </a:cxn>
                <a:cxn ang="T13">
                  <a:pos x="T2" y="T3"/>
                </a:cxn>
                <a:cxn ang="T14">
                  <a:pos x="T4" y="T5"/>
                </a:cxn>
                <a:cxn ang="T15">
                  <a:pos x="T6" y="T7"/>
                </a:cxn>
                <a:cxn ang="T16">
                  <a:pos x="T8" y="T9"/>
                </a:cxn>
                <a:cxn ang="T17">
                  <a:pos x="T10" y="T11"/>
                </a:cxn>
              </a:cxnLst>
              <a:rect l="T18" t="T19" r="T20" b="T21"/>
              <a:pathLst>
                <a:path w="337" h="485">
                  <a:moveTo>
                    <a:pt x="336" y="194"/>
                  </a:moveTo>
                  <a:lnTo>
                    <a:pt x="118" y="484"/>
                  </a:lnTo>
                  <a:lnTo>
                    <a:pt x="0" y="452"/>
                  </a:lnTo>
                  <a:lnTo>
                    <a:pt x="336" y="0"/>
                  </a:lnTo>
                  <a:lnTo>
                    <a:pt x="336" y="152"/>
                  </a:lnTo>
                  <a:lnTo>
                    <a:pt x="336" y="194"/>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38932" name="Freeform 32"/>
            <p:cNvSpPr>
              <a:spLocks/>
            </p:cNvSpPr>
            <p:nvPr/>
          </p:nvSpPr>
          <p:spPr bwMode="auto">
            <a:xfrm>
              <a:off x="2757" y="2124"/>
              <a:ext cx="509" cy="339"/>
            </a:xfrm>
            <a:custGeom>
              <a:avLst/>
              <a:gdLst>
                <a:gd name="T0" fmla="*/ 0 w 506"/>
                <a:gd name="T1" fmla="*/ 0 h 345"/>
                <a:gd name="T2" fmla="*/ 1 w 506"/>
                <a:gd name="T3" fmla="*/ 198 h 345"/>
                <a:gd name="T4" fmla="*/ 514 w 506"/>
                <a:gd name="T5" fmla="*/ 326 h 345"/>
                <a:gd name="T6" fmla="*/ 513 w 506"/>
                <a:gd name="T7" fmla="*/ 124 h 345"/>
                <a:gd name="T8" fmla="*/ 0 60000 65536"/>
                <a:gd name="T9" fmla="*/ 0 60000 65536"/>
                <a:gd name="T10" fmla="*/ 0 60000 65536"/>
                <a:gd name="T11" fmla="*/ 0 60000 65536"/>
                <a:gd name="T12" fmla="*/ 0 w 506"/>
                <a:gd name="T13" fmla="*/ 0 h 345"/>
                <a:gd name="T14" fmla="*/ 506 w 506"/>
                <a:gd name="T15" fmla="*/ 345 h 345"/>
              </a:gdLst>
              <a:ahLst/>
              <a:cxnLst>
                <a:cxn ang="T8">
                  <a:pos x="T0" y="T1"/>
                </a:cxn>
                <a:cxn ang="T9">
                  <a:pos x="T2" y="T3"/>
                </a:cxn>
                <a:cxn ang="T10">
                  <a:pos x="T4" y="T5"/>
                </a:cxn>
                <a:cxn ang="T11">
                  <a:pos x="T6" y="T7"/>
                </a:cxn>
              </a:cxnLst>
              <a:rect l="T12" t="T13" r="T14" b="T15"/>
              <a:pathLst>
                <a:path w="506" h="345">
                  <a:moveTo>
                    <a:pt x="0" y="0"/>
                  </a:moveTo>
                  <a:lnTo>
                    <a:pt x="1" y="209"/>
                  </a:lnTo>
                  <a:lnTo>
                    <a:pt x="505" y="344"/>
                  </a:lnTo>
                  <a:lnTo>
                    <a:pt x="504" y="130"/>
                  </a:lnTo>
                </a:path>
              </a:pathLst>
            </a:custGeom>
            <a:solidFill>
              <a:srgbClr val="FC2C1C"/>
            </a:solidFill>
            <a:ln w="12700" cap="rnd" cmpd="sng">
              <a:solidFill>
                <a:schemeClr val="bg2"/>
              </a:solidFill>
              <a:prstDash val="solid"/>
              <a:round/>
              <a:headEnd type="none" w="med" len="med"/>
              <a:tailEnd type="none" w="med" len="med"/>
            </a:ln>
          </p:spPr>
          <p:txBody>
            <a:bodyPr/>
            <a:lstStyle/>
            <a:p>
              <a:endParaRPr lang="fr-FR"/>
            </a:p>
          </p:txBody>
        </p:sp>
        <p:sp>
          <p:nvSpPr>
            <p:cNvPr id="38933" name="AutoShape 33"/>
            <p:cNvSpPr>
              <a:spLocks noChangeArrowheads="1"/>
            </p:cNvSpPr>
            <p:nvPr/>
          </p:nvSpPr>
          <p:spPr bwMode="auto">
            <a:xfrm rot="16200000" flipH="1">
              <a:off x="3067" y="1967"/>
              <a:ext cx="693" cy="306"/>
            </a:xfrm>
            <a:prstGeom prst="parallelogram">
              <a:avLst>
                <a:gd name="adj" fmla="val 156202"/>
              </a:avLst>
            </a:prstGeom>
            <a:solidFill>
              <a:srgbClr val="FC2C1C"/>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grpSp>
        <p:nvGrpSpPr>
          <p:cNvPr id="38917" name="Group 34"/>
          <p:cNvGrpSpPr>
            <a:grpSpLocks/>
          </p:cNvGrpSpPr>
          <p:nvPr/>
        </p:nvGrpSpPr>
        <p:grpSpPr bwMode="auto">
          <a:xfrm rot="-223274">
            <a:off x="3792538" y="1089025"/>
            <a:ext cx="1058862" cy="1042988"/>
            <a:chOff x="2757" y="1666"/>
            <a:chExt cx="812" cy="800"/>
          </a:xfrm>
        </p:grpSpPr>
        <p:sp>
          <p:nvSpPr>
            <p:cNvPr id="38922" name="Freeform 35"/>
            <p:cNvSpPr>
              <a:spLocks/>
            </p:cNvSpPr>
            <p:nvPr/>
          </p:nvSpPr>
          <p:spPr bwMode="auto">
            <a:xfrm>
              <a:off x="2762" y="1667"/>
              <a:ext cx="807" cy="584"/>
            </a:xfrm>
            <a:custGeom>
              <a:avLst/>
              <a:gdLst>
                <a:gd name="T0" fmla="*/ 497 w 807"/>
                <a:gd name="T1" fmla="*/ 583 h 584"/>
                <a:gd name="T2" fmla="*/ 0 w 807"/>
                <a:gd name="T3" fmla="*/ 452 h 584"/>
                <a:gd name="T4" fmla="*/ 337 w 807"/>
                <a:gd name="T5" fmla="*/ 0 h 584"/>
                <a:gd name="T6" fmla="*/ 806 w 807"/>
                <a:gd name="T7" fmla="*/ 98 h 584"/>
                <a:gd name="T8" fmla="*/ 497 w 807"/>
                <a:gd name="T9" fmla="*/ 583 h 584"/>
                <a:gd name="T10" fmla="*/ 0 60000 65536"/>
                <a:gd name="T11" fmla="*/ 0 60000 65536"/>
                <a:gd name="T12" fmla="*/ 0 60000 65536"/>
                <a:gd name="T13" fmla="*/ 0 60000 65536"/>
                <a:gd name="T14" fmla="*/ 0 60000 65536"/>
                <a:gd name="T15" fmla="*/ 0 w 807"/>
                <a:gd name="T16" fmla="*/ 0 h 584"/>
                <a:gd name="T17" fmla="*/ 807 w 807"/>
                <a:gd name="T18" fmla="*/ 584 h 584"/>
              </a:gdLst>
              <a:ahLst/>
              <a:cxnLst>
                <a:cxn ang="T10">
                  <a:pos x="T0" y="T1"/>
                </a:cxn>
                <a:cxn ang="T11">
                  <a:pos x="T2" y="T3"/>
                </a:cxn>
                <a:cxn ang="T12">
                  <a:pos x="T4" y="T5"/>
                </a:cxn>
                <a:cxn ang="T13">
                  <a:pos x="T6" y="T7"/>
                </a:cxn>
                <a:cxn ang="T14">
                  <a:pos x="T8" y="T9"/>
                </a:cxn>
              </a:cxnLst>
              <a:rect l="T15" t="T16" r="T17" b="T18"/>
              <a:pathLst>
                <a:path w="807" h="584">
                  <a:moveTo>
                    <a:pt x="497" y="583"/>
                  </a:moveTo>
                  <a:lnTo>
                    <a:pt x="0" y="452"/>
                  </a:lnTo>
                  <a:lnTo>
                    <a:pt x="337" y="0"/>
                  </a:lnTo>
                  <a:lnTo>
                    <a:pt x="806" y="98"/>
                  </a:lnTo>
                  <a:lnTo>
                    <a:pt x="497" y="583"/>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38923" name="Freeform 36"/>
            <p:cNvSpPr>
              <a:spLocks/>
            </p:cNvSpPr>
            <p:nvPr/>
          </p:nvSpPr>
          <p:spPr bwMode="auto">
            <a:xfrm>
              <a:off x="2882" y="1861"/>
              <a:ext cx="578" cy="384"/>
            </a:xfrm>
            <a:custGeom>
              <a:avLst/>
              <a:gdLst>
                <a:gd name="T0" fmla="*/ 377 w 578"/>
                <a:gd name="T1" fmla="*/ 383 h 384"/>
                <a:gd name="T2" fmla="*/ 0 w 578"/>
                <a:gd name="T3" fmla="*/ 291 h 384"/>
                <a:gd name="T4" fmla="*/ 217 w 578"/>
                <a:gd name="T5" fmla="*/ 0 h 384"/>
                <a:gd name="T6" fmla="*/ 577 w 578"/>
                <a:gd name="T7" fmla="*/ 74 h 384"/>
                <a:gd name="T8" fmla="*/ 377 w 578"/>
                <a:gd name="T9" fmla="*/ 383 h 384"/>
                <a:gd name="T10" fmla="*/ 0 60000 65536"/>
                <a:gd name="T11" fmla="*/ 0 60000 65536"/>
                <a:gd name="T12" fmla="*/ 0 60000 65536"/>
                <a:gd name="T13" fmla="*/ 0 60000 65536"/>
                <a:gd name="T14" fmla="*/ 0 60000 65536"/>
                <a:gd name="T15" fmla="*/ 0 w 578"/>
                <a:gd name="T16" fmla="*/ 0 h 384"/>
                <a:gd name="T17" fmla="*/ 578 w 578"/>
                <a:gd name="T18" fmla="*/ 384 h 384"/>
              </a:gdLst>
              <a:ahLst/>
              <a:cxnLst>
                <a:cxn ang="T10">
                  <a:pos x="T0" y="T1"/>
                </a:cxn>
                <a:cxn ang="T11">
                  <a:pos x="T2" y="T3"/>
                </a:cxn>
                <a:cxn ang="T12">
                  <a:pos x="T4" y="T5"/>
                </a:cxn>
                <a:cxn ang="T13">
                  <a:pos x="T6" y="T7"/>
                </a:cxn>
                <a:cxn ang="T14">
                  <a:pos x="T8" y="T9"/>
                </a:cxn>
              </a:cxnLst>
              <a:rect l="T15" t="T16" r="T17" b="T18"/>
              <a:pathLst>
                <a:path w="578" h="384">
                  <a:moveTo>
                    <a:pt x="377" y="383"/>
                  </a:moveTo>
                  <a:lnTo>
                    <a:pt x="0" y="291"/>
                  </a:lnTo>
                  <a:lnTo>
                    <a:pt x="217" y="0"/>
                  </a:lnTo>
                  <a:lnTo>
                    <a:pt x="577" y="74"/>
                  </a:lnTo>
                  <a:lnTo>
                    <a:pt x="377" y="383"/>
                  </a:lnTo>
                </a:path>
              </a:pathLst>
            </a:custGeom>
            <a:solidFill>
              <a:srgbClr val="E22B00"/>
            </a:solidFill>
            <a:ln>
              <a:noFill/>
            </a:ln>
            <a:extLst>
              <a:ext uri="{91240B29-F687-4F45-9708-019B960494DF}">
                <a14:hiddenLine xmlns:a14="http://schemas.microsoft.com/office/drawing/2010/main" w="12700" cap="rnd" cmpd="sng">
                  <a:solidFill>
                    <a:srgbClr val="000000"/>
                  </a:solidFill>
                  <a:prstDash val="solid"/>
                  <a:round/>
                  <a:headEnd type="none" w="med" len="med"/>
                  <a:tailEnd type="none" w="med" len="med"/>
                </a14:hiddenLine>
              </a:ext>
            </a:extLst>
          </p:spPr>
          <p:txBody>
            <a:bodyPr/>
            <a:lstStyle/>
            <a:p>
              <a:endParaRPr lang="fr-FR"/>
            </a:p>
          </p:txBody>
        </p:sp>
        <p:sp>
          <p:nvSpPr>
            <p:cNvPr id="38924" name="Line 37"/>
            <p:cNvSpPr>
              <a:spLocks noChangeShapeType="1"/>
            </p:cNvSpPr>
            <p:nvPr/>
          </p:nvSpPr>
          <p:spPr bwMode="auto">
            <a:xfrm>
              <a:off x="3102" y="1862"/>
              <a:ext cx="352" cy="7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fr-FR"/>
            </a:p>
          </p:txBody>
        </p:sp>
        <p:sp>
          <p:nvSpPr>
            <p:cNvPr id="38925" name="Freeform 38"/>
            <p:cNvSpPr>
              <a:spLocks/>
            </p:cNvSpPr>
            <p:nvPr/>
          </p:nvSpPr>
          <p:spPr bwMode="auto">
            <a:xfrm>
              <a:off x="2762" y="1666"/>
              <a:ext cx="337" cy="485"/>
            </a:xfrm>
            <a:custGeom>
              <a:avLst/>
              <a:gdLst>
                <a:gd name="T0" fmla="*/ 336 w 337"/>
                <a:gd name="T1" fmla="*/ 194 h 485"/>
                <a:gd name="T2" fmla="*/ 118 w 337"/>
                <a:gd name="T3" fmla="*/ 484 h 485"/>
                <a:gd name="T4" fmla="*/ 0 w 337"/>
                <a:gd name="T5" fmla="*/ 452 h 485"/>
                <a:gd name="T6" fmla="*/ 336 w 337"/>
                <a:gd name="T7" fmla="*/ 0 h 485"/>
                <a:gd name="T8" fmla="*/ 336 w 337"/>
                <a:gd name="T9" fmla="*/ 152 h 485"/>
                <a:gd name="T10" fmla="*/ 336 w 337"/>
                <a:gd name="T11" fmla="*/ 194 h 485"/>
                <a:gd name="T12" fmla="*/ 0 60000 65536"/>
                <a:gd name="T13" fmla="*/ 0 60000 65536"/>
                <a:gd name="T14" fmla="*/ 0 60000 65536"/>
                <a:gd name="T15" fmla="*/ 0 60000 65536"/>
                <a:gd name="T16" fmla="*/ 0 60000 65536"/>
                <a:gd name="T17" fmla="*/ 0 60000 65536"/>
                <a:gd name="T18" fmla="*/ 0 w 337"/>
                <a:gd name="T19" fmla="*/ 0 h 485"/>
                <a:gd name="T20" fmla="*/ 337 w 337"/>
                <a:gd name="T21" fmla="*/ 485 h 485"/>
              </a:gdLst>
              <a:ahLst/>
              <a:cxnLst>
                <a:cxn ang="T12">
                  <a:pos x="T0" y="T1"/>
                </a:cxn>
                <a:cxn ang="T13">
                  <a:pos x="T2" y="T3"/>
                </a:cxn>
                <a:cxn ang="T14">
                  <a:pos x="T4" y="T5"/>
                </a:cxn>
                <a:cxn ang="T15">
                  <a:pos x="T6" y="T7"/>
                </a:cxn>
                <a:cxn ang="T16">
                  <a:pos x="T8" y="T9"/>
                </a:cxn>
                <a:cxn ang="T17">
                  <a:pos x="T10" y="T11"/>
                </a:cxn>
              </a:cxnLst>
              <a:rect l="T18" t="T19" r="T20" b="T21"/>
              <a:pathLst>
                <a:path w="337" h="485">
                  <a:moveTo>
                    <a:pt x="336" y="194"/>
                  </a:moveTo>
                  <a:lnTo>
                    <a:pt x="118" y="484"/>
                  </a:lnTo>
                  <a:lnTo>
                    <a:pt x="0" y="452"/>
                  </a:lnTo>
                  <a:lnTo>
                    <a:pt x="336" y="0"/>
                  </a:lnTo>
                  <a:lnTo>
                    <a:pt x="336" y="152"/>
                  </a:lnTo>
                  <a:lnTo>
                    <a:pt x="336" y="194"/>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38926" name="Freeform 39"/>
            <p:cNvSpPr>
              <a:spLocks/>
            </p:cNvSpPr>
            <p:nvPr/>
          </p:nvSpPr>
          <p:spPr bwMode="auto">
            <a:xfrm>
              <a:off x="2757" y="2124"/>
              <a:ext cx="509" cy="339"/>
            </a:xfrm>
            <a:custGeom>
              <a:avLst/>
              <a:gdLst>
                <a:gd name="T0" fmla="*/ 0 w 506"/>
                <a:gd name="T1" fmla="*/ 0 h 345"/>
                <a:gd name="T2" fmla="*/ 1 w 506"/>
                <a:gd name="T3" fmla="*/ 198 h 345"/>
                <a:gd name="T4" fmla="*/ 514 w 506"/>
                <a:gd name="T5" fmla="*/ 326 h 345"/>
                <a:gd name="T6" fmla="*/ 513 w 506"/>
                <a:gd name="T7" fmla="*/ 124 h 345"/>
                <a:gd name="T8" fmla="*/ 0 60000 65536"/>
                <a:gd name="T9" fmla="*/ 0 60000 65536"/>
                <a:gd name="T10" fmla="*/ 0 60000 65536"/>
                <a:gd name="T11" fmla="*/ 0 60000 65536"/>
                <a:gd name="T12" fmla="*/ 0 w 506"/>
                <a:gd name="T13" fmla="*/ 0 h 345"/>
                <a:gd name="T14" fmla="*/ 506 w 506"/>
                <a:gd name="T15" fmla="*/ 345 h 345"/>
              </a:gdLst>
              <a:ahLst/>
              <a:cxnLst>
                <a:cxn ang="T8">
                  <a:pos x="T0" y="T1"/>
                </a:cxn>
                <a:cxn ang="T9">
                  <a:pos x="T2" y="T3"/>
                </a:cxn>
                <a:cxn ang="T10">
                  <a:pos x="T4" y="T5"/>
                </a:cxn>
                <a:cxn ang="T11">
                  <a:pos x="T6" y="T7"/>
                </a:cxn>
              </a:cxnLst>
              <a:rect l="T12" t="T13" r="T14" b="T15"/>
              <a:pathLst>
                <a:path w="506" h="345">
                  <a:moveTo>
                    <a:pt x="0" y="0"/>
                  </a:moveTo>
                  <a:lnTo>
                    <a:pt x="1" y="209"/>
                  </a:lnTo>
                  <a:lnTo>
                    <a:pt x="505" y="344"/>
                  </a:lnTo>
                  <a:lnTo>
                    <a:pt x="504" y="130"/>
                  </a:lnTo>
                </a:path>
              </a:pathLst>
            </a:custGeom>
            <a:solidFill>
              <a:srgbClr val="FC2C1C"/>
            </a:solidFill>
            <a:ln w="12700" cap="rnd" cmpd="sng">
              <a:solidFill>
                <a:schemeClr val="bg2"/>
              </a:solidFill>
              <a:prstDash val="solid"/>
              <a:round/>
              <a:headEnd type="none" w="med" len="med"/>
              <a:tailEnd type="none" w="med" len="med"/>
            </a:ln>
          </p:spPr>
          <p:txBody>
            <a:bodyPr/>
            <a:lstStyle/>
            <a:p>
              <a:endParaRPr lang="fr-FR"/>
            </a:p>
          </p:txBody>
        </p:sp>
        <p:sp>
          <p:nvSpPr>
            <p:cNvPr id="38927" name="AutoShape 40"/>
            <p:cNvSpPr>
              <a:spLocks noChangeArrowheads="1"/>
            </p:cNvSpPr>
            <p:nvPr/>
          </p:nvSpPr>
          <p:spPr bwMode="auto">
            <a:xfrm rot="16200000" flipH="1">
              <a:off x="3067" y="1967"/>
              <a:ext cx="693" cy="306"/>
            </a:xfrm>
            <a:prstGeom prst="parallelogram">
              <a:avLst>
                <a:gd name="adj" fmla="val 156202"/>
              </a:avLst>
            </a:prstGeom>
            <a:solidFill>
              <a:srgbClr val="FC2C1C"/>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sp>
        <p:nvSpPr>
          <p:cNvPr id="38918" name="AutoShape 41"/>
          <p:cNvSpPr>
            <a:spLocks noChangeArrowheads="1"/>
          </p:cNvSpPr>
          <p:nvPr/>
        </p:nvSpPr>
        <p:spPr bwMode="auto">
          <a:xfrm rot="669280">
            <a:off x="4033838" y="1466850"/>
            <a:ext cx="307975" cy="228600"/>
          </a:xfrm>
          <a:prstGeom prst="parallelogram">
            <a:avLst>
              <a:gd name="adj" fmla="val 33681"/>
            </a:avLst>
          </a:prstGeom>
          <a:solidFill>
            <a:srgbClr val="FFFF00"/>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38919" name="AutoShape 42"/>
          <p:cNvSpPr>
            <a:spLocks noChangeArrowheads="1"/>
          </p:cNvSpPr>
          <p:nvPr/>
        </p:nvSpPr>
        <p:spPr bwMode="auto">
          <a:xfrm rot="2337505">
            <a:off x="4229100" y="1368425"/>
            <a:ext cx="280988" cy="422275"/>
          </a:xfrm>
          <a:prstGeom prst="parallelogram">
            <a:avLst>
              <a:gd name="adj" fmla="val 25000"/>
            </a:avLst>
          </a:prstGeom>
          <a:solidFill>
            <a:schemeClr val="accent2"/>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38920" name="Oval 43"/>
          <p:cNvSpPr>
            <a:spLocks noChangeArrowheads="1"/>
          </p:cNvSpPr>
          <p:nvPr/>
        </p:nvSpPr>
        <p:spPr bwMode="auto">
          <a:xfrm rot="575549">
            <a:off x="4267200" y="1555750"/>
            <a:ext cx="260350" cy="246063"/>
          </a:xfrm>
          <a:prstGeom prst="ellipse">
            <a:avLst/>
          </a:prstGeom>
          <a:solidFill>
            <a:srgbClr val="00FF00"/>
          </a:solidFill>
          <a:ln w="9525" algn="ctr">
            <a:solidFill>
              <a:schemeClr val="tx1"/>
            </a:solidFill>
            <a:round/>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938" name="Rectangle 2"/>
          <p:cNvSpPr>
            <a:spLocks noGrp="1" noChangeArrowheads="1"/>
          </p:cNvSpPr>
          <p:nvPr>
            <p:ph type="title"/>
          </p:nvPr>
        </p:nvSpPr>
        <p:spPr>
          <a:xfrm>
            <a:off x="600075" y="0"/>
            <a:ext cx="7943850" cy="588962"/>
          </a:xfrm>
        </p:spPr>
        <p:txBody>
          <a:bodyPr/>
          <a:lstStyle/>
          <a:p>
            <a:pPr eaLnBrk="1" hangingPunct="1"/>
            <a:r>
              <a:rPr lang="fr-FR" altLang="fr-FR"/>
              <a:t>Implantation de la table</a:t>
            </a:r>
          </a:p>
        </p:txBody>
      </p:sp>
      <p:grpSp>
        <p:nvGrpSpPr>
          <p:cNvPr id="39940" name="Group 156"/>
          <p:cNvGrpSpPr>
            <a:grpSpLocks/>
          </p:cNvGrpSpPr>
          <p:nvPr/>
        </p:nvGrpSpPr>
        <p:grpSpPr bwMode="auto">
          <a:xfrm>
            <a:off x="128588" y="1293813"/>
            <a:ext cx="8801100" cy="4213225"/>
            <a:chOff x="81" y="815"/>
            <a:chExt cx="5544" cy="2654"/>
          </a:xfrm>
        </p:grpSpPr>
        <p:sp>
          <p:nvSpPr>
            <p:cNvPr id="39942" name="Rectangle 46"/>
            <p:cNvSpPr>
              <a:spLocks noChangeArrowheads="1"/>
            </p:cNvSpPr>
            <p:nvPr/>
          </p:nvSpPr>
          <p:spPr bwMode="auto">
            <a:xfrm>
              <a:off x="651" y="1112"/>
              <a:ext cx="4701" cy="2083"/>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39943" name="Text Box 52"/>
            <p:cNvSpPr txBox="1">
              <a:spLocks noChangeArrowheads="1"/>
            </p:cNvSpPr>
            <p:nvPr/>
          </p:nvSpPr>
          <p:spPr bwMode="auto">
            <a:xfrm>
              <a:off x="1538" y="1217"/>
              <a:ext cx="811" cy="218"/>
            </a:xfrm>
            <a:prstGeom prst="rect">
              <a:avLst/>
            </a:prstGeom>
            <a:solidFill>
              <a:schemeClr val="bg1"/>
            </a:solidFill>
            <a:ln w="9525">
              <a:solidFill>
                <a:schemeClr val="tx1"/>
              </a:solidFill>
              <a:miter lim="800000"/>
              <a:headEnd/>
              <a:tailEnd/>
            </a:ln>
            <a:effectLst>
              <a:outerShdw dist="63500" dir="2212194" algn="ctr" rotWithShape="0">
                <a:srgbClr val="336699"/>
              </a:outerShdw>
            </a:effec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a:spcBef>
                  <a:spcPct val="0"/>
                </a:spcBef>
                <a:buFontTx/>
                <a:buNone/>
              </a:pPr>
              <a:r>
                <a:rPr lang="fr-FR" altLang="fr-FR" sz="1600">
                  <a:solidFill>
                    <a:schemeClr val="tx1"/>
                  </a:solidFill>
                </a:rPr>
                <a:t>Engrenages</a:t>
              </a:r>
            </a:p>
          </p:txBody>
        </p:sp>
        <p:sp>
          <p:nvSpPr>
            <p:cNvPr id="39944" name="Text Box 53"/>
            <p:cNvSpPr txBox="1">
              <a:spLocks noChangeArrowheads="1"/>
            </p:cNvSpPr>
            <p:nvPr/>
          </p:nvSpPr>
          <p:spPr bwMode="auto">
            <a:xfrm>
              <a:off x="3480" y="1198"/>
              <a:ext cx="542" cy="218"/>
            </a:xfrm>
            <a:prstGeom prst="rect">
              <a:avLst/>
            </a:prstGeom>
            <a:solidFill>
              <a:schemeClr val="bg1"/>
            </a:solidFill>
            <a:ln w="9525">
              <a:solidFill>
                <a:schemeClr val="tx1"/>
              </a:solidFill>
              <a:miter lim="800000"/>
              <a:headEnd/>
              <a:tailEnd/>
            </a:ln>
            <a:effectLst>
              <a:outerShdw dist="63500" dir="2212194" algn="ctr" rotWithShape="0">
                <a:srgbClr val="336699"/>
              </a:outerShdw>
            </a:effec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a:spcBef>
                  <a:spcPct val="0"/>
                </a:spcBef>
                <a:buFontTx/>
                <a:buNone/>
              </a:pPr>
              <a:r>
                <a:rPr lang="fr-FR" altLang="fr-FR" sz="1600">
                  <a:solidFill>
                    <a:schemeClr val="tx1"/>
                  </a:solidFill>
                </a:rPr>
                <a:t>Carters</a:t>
              </a:r>
            </a:p>
          </p:txBody>
        </p:sp>
        <p:sp>
          <p:nvSpPr>
            <p:cNvPr id="39945" name="Text Box 54"/>
            <p:cNvSpPr txBox="1">
              <a:spLocks noChangeArrowheads="1"/>
            </p:cNvSpPr>
            <p:nvPr/>
          </p:nvSpPr>
          <p:spPr bwMode="auto">
            <a:xfrm>
              <a:off x="4413" y="1752"/>
              <a:ext cx="747" cy="372"/>
            </a:xfrm>
            <a:prstGeom prst="rect">
              <a:avLst/>
            </a:prstGeom>
            <a:solidFill>
              <a:schemeClr val="bg1"/>
            </a:solidFill>
            <a:ln w="9525">
              <a:solidFill>
                <a:schemeClr val="tx1"/>
              </a:solidFill>
              <a:miter lim="800000"/>
              <a:headEnd/>
              <a:tailEnd/>
            </a:ln>
            <a:effectLst>
              <a:outerShdw dist="63500" dir="2212194" algn="ctr" rotWithShape="0">
                <a:srgbClr val="336699"/>
              </a:outerShdw>
            </a:effec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a:spcBef>
                  <a:spcPct val="0"/>
                </a:spcBef>
                <a:buFontTx/>
                <a:buNone/>
              </a:pPr>
              <a:r>
                <a:rPr lang="fr-FR" altLang="fr-FR" sz="1600">
                  <a:solidFill>
                    <a:schemeClr val="tx1"/>
                  </a:solidFill>
                </a:rPr>
                <a:t>Couronnes</a:t>
              </a:r>
            </a:p>
            <a:p>
              <a:pPr algn="ctr">
                <a:spcBef>
                  <a:spcPct val="0"/>
                </a:spcBef>
                <a:buFontTx/>
                <a:buNone/>
              </a:pPr>
              <a:r>
                <a:rPr lang="fr-FR" altLang="fr-FR" sz="1600">
                  <a:solidFill>
                    <a:schemeClr val="tx1"/>
                  </a:solidFill>
                </a:rPr>
                <a:t>(ph. A)</a:t>
              </a:r>
            </a:p>
          </p:txBody>
        </p:sp>
        <p:sp>
          <p:nvSpPr>
            <p:cNvPr id="39946" name="Text Box 55"/>
            <p:cNvSpPr txBox="1">
              <a:spLocks noChangeArrowheads="1"/>
            </p:cNvSpPr>
            <p:nvPr/>
          </p:nvSpPr>
          <p:spPr bwMode="auto">
            <a:xfrm>
              <a:off x="3437" y="2693"/>
              <a:ext cx="747" cy="372"/>
            </a:xfrm>
            <a:prstGeom prst="rect">
              <a:avLst/>
            </a:prstGeom>
            <a:solidFill>
              <a:schemeClr val="bg1"/>
            </a:solidFill>
            <a:ln w="9525">
              <a:solidFill>
                <a:schemeClr val="tx1"/>
              </a:solidFill>
              <a:miter lim="800000"/>
              <a:headEnd/>
              <a:tailEnd/>
            </a:ln>
            <a:effectLst>
              <a:outerShdw dist="63500" dir="2212194" algn="ctr" rotWithShape="0">
                <a:srgbClr val="336699"/>
              </a:outerShdw>
            </a:effec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a:spcBef>
                  <a:spcPct val="0"/>
                </a:spcBef>
                <a:buFontTx/>
                <a:buNone/>
              </a:pPr>
              <a:r>
                <a:rPr lang="fr-FR" altLang="fr-FR" sz="1600">
                  <a:solidFill>
                    <a:schemeClr val="tx1"/>
                  </a:solidFill>
                </a:rPr>
                <a:t>Couronnes</a:t>
              </a:r>
            </a:p>
            <a:p>
              <a:pPr algn="ctr">
                <a:spcBef>
                  <a:spcPct val="0"/>
                </a:spcBef>
                <a:buFontTx/>
                <a:buNone/>
              </a:pPr>
              <a:r>
                <a:rPr lang="fr-FR" altLang="fr-FR" sz="1600">
                  <a:solidFill>
                    <a:schemeClr val="tx1"/>
                  </a:solidFill>
                </a:rPr>
                <a:t>(ph. B)</a:t>
              </a:r>
            </a:p>
          </p:txBody>
        </p:sp>
        <p:sp>
          <p:nvSpPr>
            <p:cNvPr id="39947" name="Text Box 56"/>
            <p:cNvSpPr txBox="1">
              <a:spLocks noChangeArrowheads="1"/>
            </p:cNvSpPr>
            <p:nvPr/>
          </p:nvSpPr>
          <p:spPr bwMode="auto">
            <a:xfrm>
              <a:off x="1603" y="2778"/>
              <a:ext cx="832" cy="195"/>
            </a:xfrm>
            <a:prstGeom prst="rect">
              <a:avLst/>
            </a:prstGeom>
            <a:solidFill>
              <a:schemeClr val="bg1"/>
            </a:solidFill>
            <a:ln w="9525">
              <a:solidFill>
                <a:schemeClr val="tx1"/>
              </a:solidFill>
              <a:miter lim="800000"/>
              <a:headEnd/>
              <a:tailEnd/>
            </a:ln>
            <a:effectLst>
              <a:outerShdw dist="63500" dir="2212194" algn="ctr" rotWithShape="0">
                <a:srgbClr val="336699"/>
              </a:outerShdw>
            </a:effectLst>
          </p:spPr>
          <p:txBody>
            <a:bodyPr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a:lnSpc>
                  <a:spcPct val="85000"/>
                </a:lnSpc>
                <a:spcBef>
                  <a:spcPct val="0"/>
                </a:spcBef>
                <a:buFontTx/>
                <a:buNone/>
              </a:pPr>
              <a:r>
                <a:rPr lang="fr-FR" altLang="fr-FR" sz="1600">
                  <a:solidFill>
                    <a:schemeClr val="tx1"/>
                  </a:solidFill>
                </a:rPr>
                <a:t>Montage</a:t>
              </a:r>
            </a:p>
          </p:txBody>
        </p:sp>
        <p:grpSp>
          <p:nvGrpSpPr>
            <p:cNvPr id="39948" name="Group 57"/>
            <p:cNvGrpSpPr>
              <a:grpSpLocks/>
            </p:cNvGrpSpPr>
            <p:nvPr/>
          </p:nvGrpSpPr>
          <p:grpSpPr bwMode="auto">
            <a:xfrm>
              <a:off x="1739" y="3154"/>
              <a:ext cx="517" cy="315"/>
              <a:chOff x="2102" y="1800"/>
              <a:chExt cx="787" cy="480"/>
            </a:xfrm>
          </p:grpSpPr>
          <p:sp>
            <p:nvSpPr>
              <p:cNvPr id="40025" name="Oval 58"/>
              <p:cNvSpPr>
                <a:spLocks noChangeArrowheads="1"/>
              </p:cNvSpPr>
              <p:nvPr/>
            </p:nvSpPr>
            <p:spPr bwMode="auto">
              <a:xfrm>
                <a:off x="2135" y="1833"/>
                <a:ext cx="701" cy="320"/>
              </a:xfrm>
              <a:prstGeom prst="ellipse">
                <a:avLst/>
              </a:prstGeom>
              <a:noFill/>
              <a:ln w="38100" algn="ctr">
                <a:solidFill>
                  <a:schemeClr val="tx2"/>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40026" name="Rectangle 59"/>
              <p:cNvSpPr>
                <a:spLocks noChangeArrowheads="1"/>
              </p:cNvSpPr>
              <p:nvPr/>
            </p:nvSpPr>
            <p:spPr bwMode="auto">
              <a:xfrm>
                <a:off x="2102" y="1800"/>
                <a:ext cx="787" cy="159"/>
              </a:xfrm>
              <a:prstGeom prst="rect">
                <a:avLst/>
              </a:prstGeom>
              <a:solidFill>
                <a:schemeClr val="bg1"/>
              </a:solidFill>
              <a:ln>
                <a:noFill/>
              </a:ln>
              <a:extLst>
                <a:ext uri="{91240B29-F687-4F45-9708-019B960494DF}">
                  <a14:hiddenLine xmlns:a14="http://schemas.microsoft.com/office/drawing/2010/main" w="38100" algn="ctr">
                    <a:solidFill>
                      <a:srgbClr val="000000"/>
                    </a:solidFill>
                    <a:miter lim="800000"/>
                    <a:headEnd/>
                    <a:tailEnd/>
                  </a14:hiddenLine>
                </a:ext>
              </a:extLst>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40027" name="Oval 60"/>
              <p:cNvSpPr>
                <a:spLocks noChangeArrowheads="1"/>
              </p:cNvSpPr>
              <p:nvPr/>
            </p:nvSpPr>
            <p:spPr bwMode="auto">
              <a:xfrm>
                <a:off x="2338" y="1987"/>
                <a:ext cx="293" cy="293"/>
              </a:xfrm>
              <a:prstGeom prst="ellipse">
                <a:avLst/>
              </a:prstGeom>
              <a:solidFill>
                <a:srgbClr val="4D4D4D"/>
              </a:solidFill>
              <a:ln w="6350" algn="ctr">
                <a:solidFill>
                  <a:schemeClr val="tx2"/>
                </a:solidFill>
                <a:round/>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grpSp>
          <p:nvGrpSpPr>
            <p:cNvPr id="39949" name="Group 61"/>
            <p:cNvGrpSpPr>
              <a:grpSpLocks/>
            </p:cNvGrpSpPr>
            <p:nvPr/>
          </p:nvGrpSpPr>
          <p:grpSpPr bwMode="auto">
            <a:xfrm>
              <a:off x="3588" y="3142"/>
              <a:ext cx="517" cy="315"/>
              <a:chOff x="2102" y="1800"/>
              <a:chExt cx="787" cy="480"/>
            </a:xfrm>
          </p:grpSpPr>
          <p:sp>
            <p:nvSpPr>
              <p:cNvPr id="40022" name="Oval 62"/>
              <p:cNvSpPr>
                <a:spLocks noChangeArrowheads="1"/>
              </p:cNvSpPr>
              <p:nvPr/>
            </p:nvSpPr>
            <p:spPr bwMode="auto">
              <a:xfrm>
                <a:off x="2135" y="1833"/>
                <a:ext cx="701" cy="320"/>
              </a:xfrm>
              <a:prstGeom prst="ellipse">
                <a:avLst/>
              </a:prstGeom>
              <a:noFill/>
              <a:ln w="38100" algn="ctr">
                <a:solidFill>
                  <a:schemeClr val="tx2"/>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40023" name="Rectangle 63"/>
              <p:cNvSpPr>
                <a:spLocks noChangeArrowheads="1"/>
              </p:cNvSpPr>
              <p:nvPr/>
            </p:nvSpPr>
            <p:spPr bwMode="auto">
              <a:xfrm>
                <a:off x="2102" y="1800"/>
                <a:ext cx="787" cy="159"/>
              </a:xfrm>
              <a:prstGeom prst="rect">
                <a:avLst/>
              </a:prstGeom>
              <a:solidFill>
                <a:schemeClr val="bg1"/>
              </a:solidFill>
              <a:ln>
                <a:noFill/>
              </a:ln>
              <a:extLst>
                <a:ext uri="{91240B29-F687-4F45-9708-019B960494DF}">
                  <a14:hiddenLine xmlns:a14="http://schemas.microsoft.com/office/drawing/2010/main" w="38100" algn="ctr">
                    <a:solidFill>
                      <a:srgbClr val="000000"/>
                    </a:solidFill>
                    <a:miter lim="800000"/>
                    <a:headEnd/>
                    <a:tailEnd/>
                  </a14:hiddenLine>
                </a:ext>
              </a:extLst>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40024" name="Oval 64"/>
              <p:cNvSpPr>
                <a:spLocks noChangeArrowheads="1"/>
              </p:cNvSpPr>
              <p:nvPr/>
            </p:nvSpPr>
            <p:spPr bwMode="auto">
              <a:xfrm>
                <a:off x="2338" y="1987"/>
                <a:ext cx="293" cy="293"/>
              </a:xfrm>
              <a:prstGeom prst="ellipse">
                <a:avLst/>
              </a:prstGeom>
              <a:solidFill>
                <a:srgbClr val="4D4D4D"/>
              </a:solidFill>
              <a:ln w="6350" algn="ctr">
                <a:solidFill>
                  <a:schemeClr val="tx2"/>
                </a:solidFill>
                <a:round/>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grpSp>
          <p:nvGrpSpPr>
            <p:cNvPr id="39950" name="Group 65"/>
            <p:cNvGrpSpPr>
              <a:grpSpLocks/>
            </p:cNvGrpSpPr>
            <p:nvPr/>
          </p:nvGrpSpPr>
          <p:grpSpPr bwMode="auto">
            <a:xfrm rot="-5400000">
              <a:off x="5209" y="1767"/>
              <a:ext cx="517" cy="315"/>
              <a:chOff x="2102" y="1800"/>
              <a:chExt cx="787" cy="480"/>
            </a:xfrm>
          </p:grpSpPr>
          <p:sp>
            <p:nvSpPr>
              <p:cNvPr id="40019" name="Oval 66"/>
              <p:cNvSpPr>
                <a:spLocks noChangeArrowheads="1"/>
              </p:cNvSpPr>
              <p:nvPr/>
            </p:nvSpPr>
            <p:spPr bwMode="auto">
              <a:xfrm>
                <a:off x="2135" y="1833"/>
                <a:ext cx="701" cy="320"/>
              </a:xfrm>
              <a:prstGeom prst="ellipse">
                <a:avLst/>
              </a:prstGeom>
              <a:noFill/>
              <a:ln w="38100" algn="ctr">
                <a:solidFill>
                  <a:schemeClr val="tx2"/>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40020" name="Rectangle 67"/>
              <p:cNvSpPr>
                <a:spLocks noChangeArrowheads="1"/>
              </p:cNvSpPr>
              <p:nvPr/>
            </p:nvSpPr>
            <p:spPr bwMode="auto">
              <a:xfrm>
                <a:off x="2102" y="1800"/>
                <a:ext cx="787" cy="159"/>
              </a:xfrm>
              <a:prstGeom prst="rect">
                <a:avLst/>
              </a:prstGeom>
              <a:solidFill>
                <a:schemeClr val="bg1"/>
              </a:solidFill>
              <a:ln>
                <a:noFill/>
              </a:ln>
              <a:extLst>
                <a:ext uri="{91240B29-F687-4F45-9708-019B960494DF}">
                  <a14:hiddenLine xmlns:a14="http://schemas.microsoft.com/office/drawing/2010/main" w="38100" algn="ctr">
                    <a:solidFill>
                      <a:srgbClr val="000000"/>
                    </a:solidFill>
                    <a:miter lim="800000"/>
                    <a:headEnd/>
                    <a:tailEnd/>
                  </a14:hiddenLine>
                </a:ext>
              </a:extLst>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40021" name="Oval 68"/>
              <p:cNvSpPr>
                <a:spLocks noChangeArrowheads="1"/>
              </p:cNvSpPr>
              <p:nvPr/>
            </p:nvSpPr>
            <p:spPr bwMode="auto">
              <a:xfrm>
                <a:off x="2338" y="1987"/>
                <a:ext cx="293" cy="293"/>
              </a:xfrm>
              <a:prstGeom prst="ellipse">
                <a:avLst/>
              </a:prstGeom>
              <a:solidFill>
                <a:srgbClr val="4D4D4D"/>
              </a:solidFill>
              <a:ln w="6350" algn="ctr">
                <a:solidFill>
                  <a:schemeClr val="tx2"/>
                </a:solidFill>
                <a:round/>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grpSp>
          <p:nvGrpSpPr>
            <p:cNvPr id="39951" name="Group 69"/>
            <p:cNvGrpSpPr>
              <a:grpSpLocks/>
            </p:cNvGrpSpPr>
            <p:nvPr/>
          </p:nvGrpSpPr>
          <p:grpSpPr bwMode="auto">
            <a:xfrm flipV="1">
              <a:off x="3481" y="815"/>
              <a:ext cx="517" cy="315"/>
              <a:chOff x="2102" y="1800"/>
              <a:chExt cx="787" cy="480"/>
            </a:xfrm>
          </p:grpSpPr>
          <p:sp>
            <p:nvSpPr>
              <p:cNvPr id="40016" name="Oval 70"/>
              <p:cNvSpPr>
                <a:spLocks noChangeArrowheads="1"/>
              </p:cNvSpPr>
              <p:nvPr/>
            </p:nvSpPr>
            <p:spPr bwMode="auto">
              <a:xfrm>
                <a:off x="2135" y="1833"/>
                <a:ext cx="701" cy="320"/>
              </a:xfrm>
              <a:prstGeom prst="ellipse">
                <a:avLst/>
              </a:prstGeom>
              <a:noFill/>
              <a:ln w="38100" algn="ctr">
                <a:solidFill>
                  <a:schemeClr val="tx2"/>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40017" name="Rectangle 71"/>
              <p:cNvSpPr>
                <a:spLocks noChangeArrowheads="1"/>
              </p:cNvSpPr>
              <p:nvPr/>
            </p:nvSpPr>
            <p:spPr bwMode="auto">
              <a:xfrm>
                <a:off x="2102" y="1800"/>
                <a:ext cx="787" cy="159"/>
              </a:xfrm>
              <a:prstGeom prst="rect">
                <a:avLst/>
              </a:prstGeom>
              <a:solidFill>
                <a:schemeClr val="bg1"/>
              </a:solidFill>
              <a:ln>
                <a:noFill/>
              </a:ln>
              <a:extLst>
                <a:ext uri="{91240B29-F687-4F45-9708-019B960494DF}">
                  <a14:hiddenLine xmlns:a14="http://schemas.microsoft.com/office/drawing/2010/main" w="38100" algn="ctr">
                    <a:solidFill>
                      <a:srgbClr val="000000"/>
                    </a:solidFill>
                    <a:miter lim="800000"/>
                    <a:headEnd/>
                    <a:tailEnd/>
                  </a14:hiddenLine>
                </a:ext>
              </a:extLst>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40018" name="Oval 72"/>
              <p:cNvSpPr>
                <a:spLocks noChangeArrowheads="1"/>
              </p:cNvSpPr>
              <p:nvPr/>
            </p:nvSpPr>
            <p:spPr bwMode="auto">
              <a:xfrm>
                <a:off x="2338" y="1987"/>
                <a:ext cx="293" cy="293"/>
              </a:xfrm>
              <a:prstGeom prst="ellipse">
                <a:avLst/>
              </a:prstGeom>
              <a:solidFill>
                <a:srgbClr val="4D4D4D"/>
              </a:solidFill>
              <a:ln w="6350" algn="ctr">
                <a:solidFill>
                  <a:schemeClr val="tx2"/>
                </a:solidFill>
                <a:round/>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grpSp>
          <p:nvGrpSpPr>
            <p:cNvPr id="39952" name="Group 73"/>
            <p:cNvGrpSpPr>
              <a:grpSpLocks/>
            </p:cNvGrpSpPr>
            <p:nvPr/>
          </p:nvGrpSpPr>
          <p:grpSpPr bwMode="auto">
            <a:xfrm flipV="1">
              <a:off x="1651" y="859"/>
              <a:ext cx="517" cy="315"/>
              <a:chOff x="2102" y="1800"/>
              <a:chExt cx="787" cy="480"/>
            </a:xfrm>
          </p:grpSpPr>
          <p:sp>
            <p:nvSpPr>
              <p:cNvPr id="40013" name="Oval 74"/>
              <p:cNvSpPr>
                <a:spLocks noChangeArrowheads="1"/>
              </p:cNvSpPr>
              <p:nvPr/>
            </p:nvSpPr>
            <p:spPr bwMode="auto">
              <a:xfrm>
                <a:off x="2135" y="1833"/>
                <a:ext cx="701" cy="320"/>
              </a:xfrm>
              <a:prstGeom prst="ellipse">
                <a:avLst/>
              </a:prstGeom>
              <a:noFill/>
              <a:ln w="38100" algn="ctr">
                <a:solidFill>
                  <a:schemeClr val="tx2"/>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40014" name="Rectangle 75"/>
              <p:cNvSpPr>
                <a:spLocks noChangeArrowheads="1"/>
              </p:cNvSpPr>
              <p:nvPr/>
            </p:nvSpPr>
            <p:spPr bwMode="auto">
              <a:xfrm>
                <a:off x="2102" y="1800"/>
                <a:ext cx="787" cy="159"/>
              </a:xfrm>
              <a:prstGeom prst="rect">
                <a:avLst/>
              </a:prstGeom>
              <a:solidFill>
                <a:schemeClr val="bg1"/>
              </a:solidFill>
              <a:ln>
                <a:noFill/>
              </a:ln>
              <a:extLst>
                <a:ext uri="{91240B29-F687-4F45-9708-019B960494DF}">
                  <a14:hiddenLine xmlns:a14="http://schemas.microsoft.com/office/drawing/2010/main" w="38100" algn="ctr">
                    <a:solidFill>
                      <a:srgbClr val="000000"/>
                    </a:solidFill>
                    <a:miter lim="800000"/>
                    <a:headEnd/>
                    <a:tailEnd/>
                  </a14:hiddenLine>
                </a:ext>
              </a:extLst>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40015" name="Oval 76"/>
              <p:cNvSpPr>
                <a:spLocks noChangeArrowheads="1"/>
              </p:cNvSpPr>
              <p:nvPr/>
            </p:nvSpPr>
            <p:spPr bwMode="auto">
              <a:xfrm>
                <a:off x="2338" y="1987"/>
                <a:ext cx="293" cy="293"/>
              </a:xfrm>
              <a:prstGeom prst="ellipse">
                <a:avLst/>
              </a:prstGeom>
              <a:solidFill>
                <a:srgbClr val="4D4D4D"/>
              </a:solidFill>
              <a:ln w="6350" algn="ctr">
                <a:solidFill>
                  <a:schemeClr val="tx2"/>
                </a:solidFill>
                <a:round/>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grpSp>
          <p:nvGrpSpPr>
            <p:cNvPr id="39953" name="Group 145"/>
            <p:cNvGrpSpPr>
              <a:grpSpLocks/>
            </p:cNvGrpSpPr>
            <p:nvPr/>
          </p:nvGrpSpPr>
          <p:grpSpPr bwMode="auto">
            <a:xfrm>
              <a:off x="2513" y="2105"/>
              <a:ext cx="805" cy="579"/>
              <a:chOff x="2086" y="1632"/>
              <a:chExt cx="805" cy="579"/>
            </a:xfrm>
          </p:grpSpPr>
          <p:sp>
            <p:nvSpPr>
              <p:cNvPr id="39995" name="Rectangle 80"/>
              <p:cNvSpPr>
                <a:spLocks noChangeArrowheads="1"/>
              </p:cNvSpPr>
              <p:nvPr/>
            </p:nvSpPr>
            <p:spPr bwMode="auto">
              <a:xfrm>
                <a:off x="2086" y="1632"/>
                <a:ext cx="805" cy="579"/>
              </a:xfrm>
              <a:prstGeom prst="rect">
                <a:avLst/>
              </a:prstGeom>
              <a:noFill/>
              <a:ln w="28575">
                <a:solidFill>
                  <a:srgbClr val="0000CC"/>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39996" name="Line 82"/>
              <p:cNvSpPr>
                <a:spLocks noChangeShapeType="1"/>
              </p:cNvSpPr>
              <p:nvPr/>
            </p:nvSpPr>
            <p:spPr bwMode="auto">
              <a:xfrm rot="5400000">
                <a:off x="2027" y="1921"/>
                <a:ext cx="578" cy="0"/>
              </a:xfrm>
              <a:prstGeom prst="line">
                <a:avLst/>
              </a:prstGeom>
              <a:noFill/>
              <a:ln w="19050">
                <a:solidFill>
                  <a:srgbClr val="0000CC"/>
                </a:solidFill>
                <a:round/>
                <a:headEnd/>
                <a:tailEnd/>
              </a:ln>
              <a:extLst>
                <a:ext uri="{909E8E84-426E-40DD-AFC4-6F175D3DCCD1}">
                  <a14:hiddenFill xmlns:a14="http://schemas.microsoft.com/office/drawing/2010/main">
                    <a:noFill/>
                  </a14:hiddenFill>
                </a:ext>
              </a:extLst>
            </p:spPr>
            <p:txBody>
              <a:bodyPr/>
              <a:lstStyle/>
              <a:p>
                <a:endParaRPr lang="fr-FR"/>
              </a:p>
            </p:txBody>
          </p:sp>
          <p:sp>
            <p:nvSpPr>
              <p:cNvPr id="39997" name="Line 83"/>
              <p:cNvSpPr>
                <a:spLocks noChangeShapeType="1"/>
              </p:cNvSpPr>
              <p:nvPr/>
            </p:nvSpPr>
            <p:spPr bwMode="auto">
              <a:xfrm rot="5400000">
                <a:off x="2141" y="1921"/>
                <a:ext cx="578" cy="0"/>
              </a:xfrm>
              <a:prstGeom prst="line">
                <a:avLst/>
              </a:prstGeom>
              <a:noFill/>
              <a:ln w="19050">
                <a:solidFill>
                  <a:srgbClr val="0000CC"/>
                </a:solidFill>
                <a:round/>
                <a:headEnd/>
                <a:tailEnd/>
              </a:ln>
              <a:extLst>
                <a:ext uri="{909E8E84-426E-40DD-AFC4-6F175D3DCCD1}">
                  <a14:hiddenFill xmlns:a14="http://schemas.microsoft.com/office/drawing/2010/main">
                    <a:noFill/>
                  </a14:hiddenFill>
                </a:ext>
              </a:extLst>
            </p:spPr>
            <p:txBody>
              <a:bodyPr/>
              <a:lstStyle/>
              <a:p>
                <a:endParaRPr lang="fr-FR"/>
              </a:p>
            </p:txBody>
          </p:sp>
          <p:sp>
            <p:nvSpPr>
              <p:cNvPr id="39998" name="Line 84"/>
              <p:cNvSpPr>
                <a:spLocks noChangeShapeType="1"/>
              </p:cNvSpPr>
              <p:nvPr/>
            </p:nvSpPr>
            <p:spPr bwMode="auto">
              <a:xfrm rot="5400000">
                <a:off x="1797" y="1921"/>
                <a:ext cx="578" cy="0"/>
              </a:xfrm>
              <a:prstGeom prst="line">
                <a:avLst/>
              </a:prstGeom>
              <a:noFill/>
              <a:ln w="19050">
                <a:solidFill>
                  <a:srgbClr val="0000CC"/>
                </a:solidFill>
                <a:round/>
                <a:headEnd/>
                <a:tailEnd/>
              </a:ln>
              <a:extLst>
                <a:ext uri="{909E8E84-426E-40DD-AFC4-6F175D3DCCD1}">
                  <a14:hiddenFill xmlns:a14="http://schemas.microsoft.com/office/drawing/2010/main">
                    <a:noFill/>
                  </a14:hiddenFill>
                </a:ext>
              </a:extLst>
            </p:spPr>
            <p:txBody>
              <a:bodyPr/>
              <a:lstStyle/>
              <a:p>
                <a:endParaRPr lang="fr-FR"/>
              </a:p>
            </p:txBody>
          </p:sp>
          <p:sp>
            <p:nvSpPr>
              <p:cNvPr id="39999" name="Line 85"/>
              <p:cNvSpPr>
                <a:spLocks noChangeShapeType="1"/>
              </p:cNvSpPr>
              <p:nvPr/>
            </p:nvSpPr>
            <p:spPr bwMode="auto">
              <a:xfrm rot="5400000">
                <a:off x="1912" y="1921"/>
                <a:ext cx="578" cy="0"/>
              </a:xfrm>
              <a:prstGeom prst="line">
                <a:avLst/>
              </a:prstGeom>
              <a:noFill/>
              <a:ln w="19050">
                <a:solidFill>
                  <a:srgbClr val="0000CC"/>
                </a:solidFill>
                <a:round/>
                <a:headEnd/>
                <a:tailEnd/>
              </a:ln>
              <a:extLst>
                <a:ext uri="{909E8E84-426E-40DD-AFC4-6F175D3DCCD1}">
                  <a14:hiddenFill xmlns:a14="http://schemas.microsoft.com/office/drawing/2010/main">
                    <a:noFill/>
                  </a14:hiddenFill>
                </a:ext>
              </a:extLst>
            </p:spPr>
            <p:txBody>
              <a:bodyPr/>
              <a:lstStyle/>
              <a:p>
                <a:endParaRPr lang="fr-FR"/>
              </a:p>
            </p:txBody>
          </p:sp>
          <p:sp>
            <p:nvSpPr>
              <p:cNvPr id="40000" name="Line 86"/>
              <p:cNvSpPr>
                <a:spLocks noChangeShapeType="1"/>
              </p:cNvSpPr>
              <p:nvPr/>
            </p:nvSpPr>
            <p:spPr bwMode="auto">
              <a:xfrm rot="5400000">
                <a:off x="2256" y="1921"/>
                <a:ext cx="578" cy="0"/>
              </a:xfrm>
              <a:prstGeom prst="line">
                <a:avLst/>
              </a:prstGeom>
              <a:noFill/>
              <a:ln w="19050">
                <a:solidFill>
                  <a:srgbClr val="0000CC"/>
                </a:solidFill>
                <a:round/>
                <a:headEnd/>
                <a:tailEnd/>
              </a:ln>
              <a:extLst>
                <a:ext uri="{909E8E84-426E-40DD-AFC4-6F175D3DCCD1}">
                  <a14:hiddenFill xmlns:a14="http://schemas.microsoft.com/office/drawing/2010/main">
                    <a:noFill/>
                  </a14:hiddenFill>
                </a:ext>
              </a:extLst>
            </p:spPr>
            <p:txBody>
              <a:bodyPr/>
              <a:lstStyle/>
              <a:p>
                <a:endParaRPr lang="fr-FR"/>
              </a:p>
            </p:txBody>
          </p:sp>
          <p:sp>
            <p:nvSpPr>
              <p:cNvPr id="40001" name="Line 87"/>
              <p:cNvSpPr>
                <a:spLocks noChangeShapeType="1"/>
              </p:cNvSpPr>
              <p:nvPr/>
            </p:nvSpPr>
            <p:spPr bwMode="auto">
              <a:xfrm rot="5400000">
                <a:off x="2371" y="1921"/>
                <a:ext cx="578" cy="0"/>
              </a:xfrm>
              <a:prstGeom prst="line">
                <a:avLst/>
              </a:prstGeom>
              <a:noFill/>
              <a:ln w="19050">
                <a:solidFill>
                  <a:srgbClr val="0000CC"/>
                </a:solidFill>
                <a:round/>
                <a:headEnd/>
                <a:tailEnd/>
              </a:ln>
              <a:extLst>
                <a:ext uri="{909E8E84-426E-40DD-AFC4-6F175D3DCCD1}">
                  <a14:hiddenFill xmlns:a14="http://schemas.microsoft.com/office/drawing/2010/main">
                    <a:noFill/>
                  </a14:hiddenFill>
                </a:ext>
              </a:extLst>
            </p:spPr>
            <p:txBody>
              <a:bodyPr/>
              <a:lstStyle/>
              <a:p>
                <a:endParaRPr lang="fr-FR"/>
              </a:p>
            </p:txBody>
          </p:sp>
          <p:sp>
            <p:nvSpPr>
              <p:cNvPr id="40002" name="Line 88"/>
              <p:cNvSpPr>
                <a:spLocks noChangeShapeType="1"/>
              </p:cNvSpPr>
              <p:nvPr/>
            </p:nvSpPr>
            <p:spPr bwMode="auto">
              <a:xfrm rot="5400000">
                <a:off x="2486" y="1921"/>
                <a:ext cx="578" cy="0"/>
              </a:xfrm>
              <a:prstGeom prst="line">
                <a:avLst/>
              </a:prstGeom>
              <a:noFill/>
              <a:ln w="19050">
                <a:solidFill>
                  <a:srgbClr val="0000CC"/>
                </a:solidFill>
                <a:round/>
                <a:headEnd/>
                <a:tailEnd/>
              </a:ln>
              <a:extLst>
                <a:ext uri="{909E8E84-426E-40DD-AFC4-6F175D3DCCD1}">
                  <a14:hiddenFill xmlns:a14="http://schemas.microsoft.com/office/drawing/2010/main">
                    <a:noFill/>
                  </a14:hiddenFill>
                </a:ext>
              </a:extLst>
            </p:spPr>
            <p:txBody>
              <a:bodyPr/>
              <a:lstStyle/>
              <a:p>
                <a:endParaRPr lang="fr-FR"/>
              </a:p>
            </p:txBody>
          </p:sp>
          <p:sp>
            <p:nvSpPr>
              <p:cNvPr id="40003" name="Line 89"/>
              <p:cNvSpPr>
                <a:spLocks noChangeShapeType="1"/>
              </p:cNvSpPr>
              <p:nvPr/>
            </p:nvSpPr>
            <p:spPr bwMode="auto">
              <a:xfrm rot="5400000">
                <a:off x="2601" y="1921"/>
                <a:ext cx="578" cy="0"/>
              </a:xfrm>
              <a:prstGeom prst="line">
                <a:avLst/>
              </a:prstGeom>
              <a:noFill/>
              <a:ln w="19050">
                <a:solidFill>
                  <a:srgbClr val="0000CC"/>
                </a:solidFill>
                <a:round/>
                <a:headEnd/>
                <a:tailEnd/>
              </a:ln>
              <a:extLst>
                <a:ext uri="{909E8E84-426E-40DD-AFC4-6F175D3DCCD1}">
                  <a14:hiddenFill xmlns:a14="http://schemas.microsoft.com/office/drawing/2010/main">
                    <a:noFill/>
                  </a14:hiddenFill>
                </a:ext>
              </a:extLst>
            </p:spPr>
            <p:txBody>
              <a:bodyPr/>
              <a:lstStyle/>
              <a:p>
                <a:endParaRPr lang="fr-FR"/>
              </a:p>
            </p:txBody>
          </p:sp>
          <p:sp>
            <p:nvSpPr>
              <p:cNvPr id="40004" name="Line 90"/>
              <p:cNvSpPr>
                <a:spLocks noChangeShapeType="1"/>
              </p:cNvSpPr>
              <p:nvPr/>
            </p:nvSpPr>
            <p:spPr bwMode="auto">
              <a:xfrm>
                <a:off x="2086" y="1727"/>
                <a:ext cx="805" cy="0"/>
              </a:xfrm>
              <a:prstGeom prst="line">
                <a:avLst/>
              </a:prstGeom>
              <a:noFill/>
              <a:ln w="19050">
                <a:solidFill>
                  <a:srgbClr val="0000CC"/>
                </a:solidFill>
                <a:round/>
                <a:headEnd/>
                <a:tailEnd/>
              </a:ln>
              <a:extLst>
                <a:ext uri="{909E8E84-426E-40DD-AFC4-6F175D3DCCD1}">
                  <a14:hiddenFill xmlns:a14="http://schemas.microsoft.com/office/drawing/2010/main">
                    <a:noFill/>
                  </a14:hiddenFill>
                </a:ext>
              </a:extLst>
            </p:spPr>
            <p:txBody>
              <a:bodyPr/>
              <a:lstStyle/>
              <a:p>
                <a:endParaRPr lang="fr-FR"/>
              </a:p>
            </p:txBody>
          </p:sp>
          <p:sp>
            <p:nvSpPr>
              <p:cNvPr id="40005" name="Rectangle 91"/>
              <p:cNvSpPr>
                <a:spLocks noChangeAspect="1" noChangeArrowheads="1"/>
              </p:cNvSpPr>
              <p:nvPr/>
            </p:nvSpPr>
            <p:spPr bwMode="auto">
              <a:xfrm>
                <a:off x="2450" y="1668"/>
                <a:ext cx="76" cy="24"/>
              </a:xfrm>
              <a:prstGeom prst="rect">
                <a:avLst/>
              </a:prstGeom>
              <a:solidFill>
                <a:srgbClr val="0099FF"/>
              </a:solidFill>
              <a:ln w="12700">
                <a:solidFill>
                  <a:schemeClr val="tx1"/>
                </a:solidFill>
                <a:miter lim="800000"/>
                <a:headEnd/>
                <a:tailEnd/>
              </a:ln>
            </p:spPr>
            <p:txBody>
              <a:bodyPr wrap="none" lIns="147392" tIns="73696" rIns="147392" bIns="73696">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40006" name="Rectangle 92"/>
              <p:cNvSpPr>
                <a:spLocks noChangeAspect="1" noChangeArrowheads="1"/>
              </p:cNvSpPr>
              <p:nvPr/>
            </p:nvSpPr>
            <p:spPr bwMode="auto">
              <a:xfrm>
                <a:off x="2335" y="1668"/>
                <a:ext cx="76" cy="24"/>
              </a:xfrm>
              <a:prstGeom prst="rect">
                <a:avLst/>
              </a:prstGeom>
              <a:solidFill>
                <a:srgbClr val="FF0000"/>
              </a:solidFill>
              <a:ln w="12700">
                <a:solidFill>
                  <a:schemeClr val="tx1"/>
                </a:solidFill>
                <a:miter lim="800000"/>
                <a:headEnd/>
                <a:tailEnd/>
              </a:ln>
            </p:spPr>
            <p:txBody>
              <a:bodyPr wrap="none" lIns="147392" tIns="73696" rIns="147392" bIns="73696">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40007" name="Rectangle 93"/>
              <p:cNvSpPr>
                <a:spLocks noChangeAspect="1" noChangeArrowheads="1"/>
              </p:cNvSpPr>
              <p:nvPr/>
            </p:nvSpPr>
            <p:spPr bwMode="auto">
              <a:xfrm>
                <a:off x="2122" y="1666"/>
                <a:ext cx="42" cy="27"/>
              </a:xfrm>
              <a:prstGeom prst="rect">
                <a:avLst/>
              </a:prstGeom>
              <a:solidFill>
                <a:srgbClr val="FFFF00"/>
              </a:solidFill>
              <a:ln w="12700">
                <a:solidFill>
                  <a:schemeClr val="tx1"/>
                </a:solidFill>
                <a:miter lim="800000"/>
                <a:headEnd/>
                <a:tailEnd/>
              </a:ln>
            </p:spPr>
            <p:txBody>
              <a:bodyPr wrap="none" lIns="147392" tIns="73696" rIns="147392" bIns="73696">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40008" name="Rectangle 94"/>
              <p:cNvSpPr>
                <a:spLocks noChangeAspect="1" noChangeArrowheads="1"/>
              </p:cNvSpPr>
              <p:nvPr/>
            </p:nvSpPr>
            <p:spPr bwMode="auto">
              <a:xfrm>
                <a:off x="2237" y="1666"/>
                <a:ext cx="42" cy="27"/>
              </a:xfrm>
              <a:prstGeom prst="rect">
                <a:avLst/>
              </a:prstGeom>
              <a:solidFill>
                <a:schemeClr val="bg1"/>
              </a:solidFill>
              <a:ln w="12700">
                <a:solidFill>
                  <a:schemeClr val="tx1"/>
                </a:solidFill>
                <a:miter lim="800000"/>
                <a:headEnd/>
                <a:tailEnd/>
              </a:ln>
            </p:spPr>
            <p:txBody>
              <a:bodyPr wrap="none" lIns="147392" tIns="73696" rIns="147392" bIns="73696">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40009" name="Oval 95"/>
              <p:cNvSpPr>
                <a:spLocks noChangeAspect="1" noChangeArrowheads="1"/>
              </p:cNvSpPr>
              <p:nvPr/>
            </p:nvSpPr>
            <p:spPr bwMode="auto">
              <a:xfrm>
                <a:off x="2582" y="1659"/>
                <a:ext cx="41" cy="42"/>
              </a:xfrm>
              <a:prstGeom prst="ellipse">
                <a:avLst/>
              </a:prstGeom>
              <a:solidFill>
                <a:schemeClr val="bg1"/>
              </a:solidFill>
              <a:ln w="12700">
                <a:solidFill>
                  <a:schemeClr val="tx1"/>
                </a:solidFill>
                <a:round/>
                <a:headEnd/>
                <a:tailEnd/>
              </a:ln>
            </p:spPr>
            <p:txBody>
              <a:bodyPr wrap="none" lIns="147392" tIns="73696" rIns="147392" bIns="73696">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40010" name="Oval 96"/>
              <p:cNvSpPr>
                <a:spLocks noChangeAspect="1" noChangeArrowheads="1"/>
              </p:cNvSpPr>
              <p:nvPr/>
            </p:nvSpPr>
            <p:spPr bwMode="auto">
              <a:xfrm>
                <a:off x="2811" y="1659"/>
                <a:ext cx="42" cy="42"/>
              </a:xfrm>
              <a:prstGeom prst="ellipse">
                <a:avLst/>
              </a:prstGeom>
              <a:solidFill>
                <a:srgbClr val="FF0000"/>
              </a:solidFill>
              <a:ln w="12700">
                <a:solidFill>
                  <a:schemeClr val="tx1"/>
                </a:solidFill>
                <a:round/>
                <a:headEnd/>
                <a:tailEnd/>
              </a:ln>
            </p:spPr>
            <p:txBody>
              <a:bodyPr wrap="none" lIns="147392" tIns="73696" rIns="147392" bIns="73696">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40011" name="Oval 97"/>
              <p:cNvSpPr>
                <a:spLocks noChangeAspect="1" noChangeArrowheads="1"/>
              </p:cNvSpPr>
              <p:nvPr/>
            </p:nvSpPr>
            <p:spPr bwMode="auto">
              <a:xfrm>
                <a:off x="2696" y="1659"/>
                <a:ext cx="42" cy="42"/>
              </a:xfrm>
              <a:prstGeom prst="ellipse">
                <a:avLst/>
              </a:prstGeom>
              <a:solidFill>
                <a:srgbClr val="33CC33"/>
              </a:solidFill>
              <a:ln w="12700">
                <a:solidFill>
                  <a:schemeClr val="tx1"/>
                </a:solidFill>
                <a:round/>
                <a:headEnd/>
                <a:tailEnd/>
              </a:ln>
            </p:spPr>
            <p:txBody>
              <a:bodyPr wrap="none" lIns="147392" tIns="73696" rIns="147392" bIns="73696">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40012" name="WordArt 98"/>
              <p:cNvSpPr>
                <a:spLocks noChangeArrowheads="1" noChangeShapeType="1" noTextEdit="1"/>
              </p:cNvSpPr>
              <p:nvPr/>
            </p:nvSpPr>
            <p:spPr bwMode="auto">
              <a:xfrm>
                <a:off x="2104" y="1815"/>
                <a:ext cx="760" cy="279"/>
              </a:xfrm>
              <a:prstGeom prst="rect">
                <a:avLst/>
              </a:prstGeom>
            </p:spPr>
            <p:txBody>
              <a:bodyPr wrap="none" fromWordArt="1">
                <a:prstTxWarp prst="textPlain">
                  <a:avLst>
                    <a:gd name="adj" fmla="val 49315"/>
                  </a:avLst>
                </a:prstTxWarp>
              </a:bodyPr>
              <a:lstStyle/>
              <a:p>
                <a:r>
                  <a:rPr lang="fr-FR" sz="3600" kern="10">
                    <a:ln w="12700">
                      <a:solidFill>
                        <a:schemeClr val="tx1"/>
                      </a:solidFill>
                      <a:round/>
                      <a:headEnd/>
                      <a:tailEnd/>
                    </a:ln>
                    <a:solidFill>
                      <a:srgbClr val="FF0000">
                        <a:alpha val="81960"/>
                      </a:srgbClr>
                    </a:solidFill>
                    <a:effectLst>
                      <a:outerShdw dist="45791" dir="2021404" algn="ctr" rotWithShape="0">
                        <a:srgbClr val="9999FF"/>
                      </a:outerShdw>
                    </a:effectLst>
                    <a:latin typeface="Arial Black"/>
                  </a:rPr>
                  <a:t>Pièces</a:t>
                </a:r>
              </a:p>
              <a:p>
                <a:r>
                  <a:rPr lang="fr-FR" sz="3600" kern="10">
                    <a:ln w="12700">
                      <a:solidFill>
                        <a:schemeClr val="tx1"/>
                      </a:solidFill>
                      <a:round/>
                      <a:headEnd/>
                      <a:tailEnd/>
                    </a:ln>
                    <a:solidFill>
                      <a:srgbClr val="FF0000">
                        <a:alpha val="81960"/>
                      </a:srgbClr>
                    </a:solidFill>
                    <a:effectLst>
                      <a:outerShdw dist="45791" dir="2021404" algn="ctr" rotWithShape="0">
                        <a:srgbClr val="9999FF"/>
                      </a:outerShdw>
                    </a:effectLst>
                    <a:latin typeface="Arial Black"/>
                  </a:rPr>
                  <a:t>usinées</a:t>
                </a:r>
              </a:p>
            </p:txBody>
          </p:sp>
        </p:grpSp>
        <p:grpSp>
          <p:nvGrpSpPr>
            <p:cNvPr id="39954" name="Group 143"/>
            <p:cNvGrpSpPr>
              <a:grpSpLocks/>
            </p:cNvGrpSpPr>
            <p:nvPr/>
          </p:nvGrpSpPr>
          <p:grpSpPr bwMode="auto">
            <a:xfrm>
              <a:off x="4418" y="2392"/>
              <a:ext cx="805" cy="579"/>
              <a:chOff x="2269" y="2347"/>
              <a:chExt cx="805" cy="579"/>
            </a:xfrm>
          </p:grpSpPr>
          <p:sp>
            <p:nvSpPr>
              <p:cNvPr id="39981" name="Rectangle 99"/>
              <p:cNvSpPr>
                <a:spLocks noChangeArrowheads="1"/>
              </p:cNvSpPr>
              <p:nvPr/>
            </p:nvSpPr>
            <p:spPr bwMode="auto">
              <a:xfrm>
                <a:off x="2269" y="2347"/>
                <a:ext cx="805" cy="579"/>
              </a:xfrm>
              <a:prstGeom prst="rect">
                <a:avLst/>
              </a:prstGeom>
              <a:noFill/>
              <a:ln w="28575">
                <a:solidFill>
                  <a:srgbClr val="0000CC"/>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39982" name="Line 100"/>
              <p:cNvSpPr>
                <a:spLocks noChangeShapeType="1"/>
              </p:cNvSpPr>
              <p:nvPr/>
            </p:nvSpPr>
            <p:spPr bwMode="auto">
              <a:xfrm rot="5400000">
                <a:off x="2210" y="2636"/>
                <a:ext cx="578" cy="0"/>
              </a:xfrm>
              <a:prstGeom prst="line">
                <a:avLst/>
              </a:prstGeom>
              <a:noFill/>
              <a:ln w="19050">
                <a:solidFill>
                  <a:srgbClr val="0000CC"/>
                </a:solidFill>
                <a:round/>
                <a:headEnd/>
                <a:tailEnd/>
              </a:ln>
              <a:extLst>
                <a:ext uri="{909E8E84-426E-40DD-AFC4-6F175D3DCCD1}">
                  <a14:hiddenFill xmlns:a14="http://schemas.microsoft.com/office/drawing/2010/main">
                    <a:noFill/>
                  </a14:hiddenFill>
                </a:ext>
              </a:extLst>
            </p:spPr>
            <p:txBody>
              <a:bodyPr/>
              <a:lstStyle/>
              <a:p>
                <a:endParaRPr lang="fr-FR"/>
              </a:p>
            </p:txBody>
          </p:sp>
          <p:sp>
            <p:nvSpPr>
              <p:cNvPr id="39983" name="Line 101"/>
              <p:cNvSpPr>
                <a:spLocks noChangeShapeType="1"/>
              </p:cNvSpPr>
              <p:nvPr/>
            </p:nvSpPr>
            <p:spPr bwMode="auto">
              <a:xfrm rot="5400000">
                <a:off x="2324" y="2636"/>
                <a:ext cx="578" cy="0"/>
              </a:xfrm>
              <a:prstGeom prst="line">
                <a:avLst/>
              </a:prstGeom>
              <a:noFill/>
              <a:ln w="19050">
                <a:solidFill>
                  <a:srgbClr val="0000CC"/>
                </a:solidFill>
                <a:round/>
                <a:headEnd/>
                <a:tailEnd/>
              </a:ln>
              <a:extLst>
                <a:ext uri="{909E8E84-426E-40DD-AFC4-6F175D3DCCD1}">
                  <a14:hiddenFill xmlns:a14="http://schemas.microsoft.com/office/drawing/2010/main">
                    <a:noFill/>
                  </a14:hiddenFill>
                </a:ext>
              </a:extLst>
            </p:spPr>
            <p:txBody>
              <a:bodyPr/>
              <a:lstStyle/>
              <a:p>
                <a:endParaRPr lang="fr-FR"/>
              </a:p>
            </p:txBody>
          </p:sp>
          <p:sp>
            <p:nvSpPr>
              <p:cNvPr id="39984" name="Line 102"/>
              <p:cNvSpPr>
                <a:spLocks noChangeShapeType="1"/>
              </p:cNvSpPr>
              <p:nvPr/>
            </p:nvSpPr>
            <p:spPr bwMode="auto">
              <a:xfrm rot="5400000">
                <a:off x="1980" y="2636"/>
                <a:ext cx="578" cy="0"/>
              </a:xfrm>
              <a:prstGeom prst="line">
                <a:avLst/>
              </a:prstGeom>
              <a:noFill/>
              <a:ln w="19050">
                <a:solidFill>
                  <a:srgbClr val="0000CC"/>
                </a:solidFill>
                <a:round/>
                <a:headEnd/>
                <a:tailEnd/>
              </a:ln>
              <a:extLst>
                <a:ext uri="{909E8E84-426E-40DD-AFC4-6F175D3DCCD1}">
                  <a14:hiddenFill xmlns:a14="http://schemas.microsoft.com/office/drawing/2010/main">
                    <a:noFill/>
                  </a14:hiddenFill>
                </a:ext>
              </a:extLst>
            </p:spPr>
            <p:txBody>
              <a:bodyPr/>
              <a:lstStyle/>
              <a:p>
                <a:endParaRPr lang="fr-FR"/>
              </a:p>
            </p:txBody>
          </p:sp>
          <p:sp>
            <p:nvSpPr>
              <p:cNvPr id="39985" name="Line 103"/>
              <p:cNvSpPr>
                <a:spLocks noChangeShapeType="1"/>
              </p:cNvSpPr>
              <p:nvPr/>
            </p:nvSpPr>
            <p:spPr bwMode="auto">
              <a:xfrm rot="5400000">
                <a:off x="2095" y="2636"/>
                <a:ext cx="578" cy="0"/>
              </a:xfrm>
              <a:prstGeom prst="line">
                <a:avLst/>
              </a:prstGeom>
              <a:noFill/>
              <a:ln w="19050">
                <a:solidFill>
                  <a:srgbClr val="0000CC"/>
                </a:solidFill>
                <a:round/>
                <a:headEnd/>
                <a:tailEnd/>
              </a:ln>
              <a:extLst>
                <a:ext uri="{909E8E84-426E-40DD-AFC4-6F175D3DCCD1}">
                  <a14:hiddenFill xmlns:a14="http://schemas.microsoft.com/office/drawing/2010/main">
                    <a:noFill/>
                  </a14:hiddenFill>
                </a:ext>
              </a:extLst>
            </p:spPr>
            <p:txBody>
              <a:bodyPr/>
              <a:lstStyle/>
              <a:p>
                <a:endParaRPr lang="fr-FR"/>
              </a:p>
            </p:txBody>
          </p:sp>
          <p:sp>
            <p:nvSpPr>
              <p:cNvPr id="39986" name="Line 104"/>
              <p:cNvSpPr>
                <a:spLocks noChangeShapeType="1"/>
              </p:cNvSpPr>
              <p:nvPr/>
            </p:nvSpPr>
            <p:spPr bwMode="auto">
              <a:xfrm rot="5400000">
                <a:off x="2439" y="2636"/>
                <a:ext cx="578" cy="0"/>
              </a:xfrm>
              <a:prstGeom prst="line">
                <a:avLst/>
              </a:prstGeom>
              <a:noFill/>
              <a:ln w="19050">
                <a:solidFill>
                  <a:srgbClr val="0000CC"/>
                </a:solidFill>
                <a:round/>
                <a:headEnd/>
                <a:tailEnd/>
              </a:ln>
              <a:extLst>
                <a:ext uri="{909E8E84-426E-40DD-AFC4-6F175D3DCCD1}">
                  <a14:hiddenFill xmlns:a14="http://schemas.microsoft.com/office/drawing/2010/main">
                    <a:noFill/>
                  </a14:hiddenFill>
                </a:ext>
              </a:extLst>
            </p:spPr>
            <p:txBody>
              <a:bodyPr/>
              <a:lstStyle/>
              <a:p>
                <a:endParaRPr lang="fr-FR"/>
              </a:p>
            </p:txBody>
          </p:sp>
          <p:sp>
            <p:nvSpPr>
              <p:cNvPr id="39987" name="Line 105"/>
              <p:cNvSpPr>
                <a:spLocks noChangeShapeType="1"/>
              </p:cNvSpPr>
              <p:nvPr/>
            </p:nvSpPr>
            <p:spPr bwMode="auto">
              <a:xfrm rot="5400000">
                <a:off x="2554" y="2636"/>
                <a:ext cx="578" cy="0"/>
              </a:xfrm>
              <a:prstGeom prst="line">
                <a:avLst/>
              </a:prstGeom>
              <a:noFill/>
              <a:ln w="19050">
                <a:solidFill>
                  <a:srgbClr val="0000CC"/>
                </a:solidFill>
                <a:round/>
                <a:headEnd/>
                <a:tailEnd/>
              </a:ln>
              <a:extLst>
                <a:ext uri="{909E8E84-426E-40DD-AFC4-6F175D3DCCD1}">
                  <a14:hiddenFill xmlns:a14="http://schemas.microsoft.com/office/drawing/2010/main">
                    <a:noFill/>
                  </a14:hiddenFill>
                </a:ext>
              </a:extLst>
            </p:spPr>
            <p:txBody>
              <a:bodyPr/>
              <a:lstStyle/>
              <a:p>
                <a:endParaRPr lang="fr-FR"/>
              </a:p>
            </p:txBody>
          </p:sp>
          <p:sp>
            <p:nvSpPr>
              <p:cNvPr id="39988" name="Line 106"/>
              <p:cNvSpPr>
                <a:spLocks noChangeShapeType="1"/>
              </p:cNvSpPr>
              <p:nvPr/>
            </p:nvSpPr>
            <p:spPr bwMode="auto">
              <a:xfrm rot="5400000">
                <a:off x="2669" y="2636"/>
                <a:ext cx="578" cy="0"/>
              </a:xfrm>
              <a:prstGeom prst="line">
                <a:avLst/>
              </a:prstGeom>
              <a:noFill/>
              <a:ln w="19050">
                <a:solidFill>
                  <a:srgbClr val="0000CC"/>
                </a:solidFill>
                <a:round/>
                <a:headEnd/>
                <a:tailEnd/>
              </a:ln>
              <a:extLst>
                <a:ext uri="{909E8E84-426E-40DD-AFC4-6F175D3DCCD1}">
                  <a14:hiddenFill xmlns:a14="http://schemas.microsoft.com/office/drawing/2010/main">
                    <a:noFill/>
                  </a14:hiddenFill>
                </a:ext>
              </a:extLst>
            </p:spPr>
            <p:txBody>
              <a:bodyPr/>
              <a:lstStyle/>
              <a:p>
                <a:endParaRPr lang="fr-FR"/>
              </a:p>
            </p:txBody>
          </p:sp>
          <p:sp>
            <p:nvSpPr>
              <p:cNvPr id="39989" name="Line 107"/>
              <p:cNvSpPr>
                <a:spLocks noChangeShapeType="1"/>
              </p:cNvSpPr>
              <p:nvPr/>
            </p:nvSpPr>
            <p:spPr bwMode="auto">
              <a:xfrm rot="5400000">
                <a:off x="2784" y="2636"/>
                <a:ext cx="578" cy="0"/>
              </a:xfrm>
              <a:prstGeom prst="line">
                <a:avLst/>
              </a:prstGeom>
              <a:noFill/>
              <a:ln w="19050">
                <a:solidFill>
                  <a:srgbClr val="0000CC"/>
                </a:solidFill>
                <a:round/>
                <a:headEnd/>
                <a:tailEnd/>
              </a:ln>
              <a:extLst>
                <a:ext uri="{909E8E84-426E-40DD-AFC4-6F175D3DCCD1}">
                  <a14:hiddenFill xmlns:a14="http://schemas.microsoft.com/office/drawing/2010/main">
                    <a:noFill/>
                  </a14:hiddenFill>
                </a:ext>
              </a:extLst>
            </p:spPr>
            <p:txBody>
              <a:bodyPr/>
              <a:lstStyle/>
              <a:p>
                <a:endParaRPr lang="fr-FR"/>
              </a:p>
            </p:txBody>
          </p:sp>
          <p:sp>
            <p:nvSpPr>
              <p:cNvPr id="39990" name="Line 108"/>
              <p:cNvSpPr>
                <a:spLocks noChangeShapeType="1"/>
              </p:cNvSpPr>
              <p:nvPr/>
            </p:nvSpPr>
            <p:spPr bwMode="auto">
              <a:xfrm>
                <a:off x="2269" y="2442"/>
                <a:ext cx="805" cy="0"/>
              </a:xfrm>
              <a:prstGeom prst="line">
                <a:avLst/>
              </a:prstGeom>
              <a:noFill/>
              <a:ln w="19050">
                <a:solidFill>
                  <a:srgbClr val="0000CC"/>
                </a:solidFill>
                <a:round/>
                <a:headEnd/>
                <a:tailEnd/>
              </a:ln>
              <a:extLst>
                <a:ext uri="{909E8E84-426E-40DD-AFC4-6F175D3DCCD1}">
                  <a14:hiddenFill xmlns:a14="http://schemas.microsoft.com/office/drawing/2010/main">
                    <a:noFill/>
                  </a14:hiddenFill>
                </a:ext>
              </a:extLst>
            </p:spPr>
            <p:txBody>
              <a:bodyPr/>
              <a:lstStyle/>
              <a:p>
                <a:endParaRPr lang="fr-FR"/>
              </a:p>
            </p:txBody>
          </p:sp>
          <p:sp>
            <p:nvSpPr>
              <p:cNvPr id="39991" name="Oval 113"/>
              <p:cNvSpPr>
                <a:spLocks noChangeAspect="1" noChangeArrowheads="1"/>
              </p:cNvSpPr>
              <p:nvPr/>
            </p:nvSpPr>
            <p:spPr bwMode="auto">
              <a:xfrm>
                <a:off x="2303" y="2374"/>
                <a:ext cx="41" cy="42"/>
              </a:xfrm>
              <a:prstGeom prst="ellipse">
                <a:avLst/>
              </a:prstGeom>
              <a:solidFill>
                <a:schemeClr val="bg1"/>
              </a:solidFill>
              <a:ln w="12700">
                <a:solidFill>
                  <a:schemeClr val="tx1"/>
                </a:solidFill>
                <a:round/>
                <a:headEnd/>
                <a:tailEnd/>
              </a:ln>
            </p:spPr>
            <p:txBody>
              <a:bodyPr wrap="none" lIns="147392" tIns="73696" rIns="147392" bIns="73696">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39992" name="Oval 114"/>
              <p:cNvSpPr>
                <a:spLocks noChangeAspect="1" noChangeArrowheads="1"/>
              </p:cNvSpPr>
              <p:nvPr/>
            </p:nvSpPr>
            <p:spPr bwMode="auto">
              <a:xfrm>
                <a:off x="2532" y="2374"/>
                <a:ext cx="42" cy="42"/>
              </a:xfrm>
              <a:prstGeom prst="ellipse">
                <a:avLst/>
              </a:prstGeom>
              <a:solidFill>
                <a:srgbClr val="FF0000"/>
              </a:solidFill>
              <a:ln w="12700">
                <a:solidFill>
                  <a:schemeClr val="tx1"/>
                </a:solidFill>
                <a:round/>
                <a:headEnd/>
                <a:tailEnd/>
              </a:ln>
            </p:spPr>
            <p:txBody>
              <a:bodyPr wrap="none" lIns="147392" tIns="73696" rIns="147392" bIns="73696">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39993" name="Oval 115"/>
              <p:cNvSpPr>
                <a:spLocks noChangeAspect="1" noChangeArrowheads="1"/>
              </p:cNvSpPr>
              <p:nvPr/>
            </p:nvSpPr>
            <p:spPr bwMode="auto">
              <a:xfrm>
                <a:off x="2417" y="2374"/>
                <a:ext cx="42" cy="42"/>
              </a:xfrm>
              <a:prstGeom prst="ellipse">
                <a:avLst/>
              </a:prstGeom>
              <a:solidFill>
                <a:srgbClr val="33CC33"/>
              </a:solidFill>
              <a:ln w="12700">
                <a:solidFill>
                  <a:schemeClr val="tx1"/>
                </a:solidFill>
                <a:round/>
                <a:headEnd/>
                <a:tailEnd/>
              </a:ln>
            </p:spPr>
            <p:txBody>
              <a:bodyPr wrap="none" lIns="147392" tIns="73696" rIns="147392" bIns="73696">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39994" name="WordArt 116"/>
              <p:cNvSpPr>
                <a:spLocks noChangeArrowheads="1" noChangeShapeType="1" noTextEdit="1"/>
              </p:cNvSpPr>
              <p:nvPr/>
            </p:nvSpPr>
            <p:spPr bwMode="auto">
              <a:xfrm>
                <a:off x="2287" y="2530"/>
                <a:ext cx="760" cy="279"/>
              </a:xfrm>
              <a:prstGeom prst="rect">
                <a:avLst/>
              </a:prstGeom>
            </p:spPr>
            <p:txBody>
              <a:bodyPr wrap="none" fromWordArt="1">
                <a:prstTxWarp prst="textPlain">
                  <a:avLst>
                    <a:gd name="adj" fmla="val 49315"/>
                  </a:avLst>
                </a:prstTxWarp>
              </a:bodyPr>
              <a:lstStyle/>
              <a:p>
                <a:r>
                  <a:rPr lang="fr-FR" sz="3600" kern="10">
                    <a:ln w="12700">
                      <a:solidFill>
                        <a:schemeClr val="tx1"/>
                      </a:solidFill>
                      <a:round/>
                      <a:headEnd/>
                      <a:tailEnd/>
                    </a:ln>
                    <a:solidFill>
                      <a:srgbClr val="FF0000">
                        <a:alpha val="81960"/>
                      </a:srgbClr>
                    </a:solidFill>
                    <a:effectLst>
                      <a:outerShdw dist="45791" dir="2021404" algn="ctr" rotWithShape="0">
                        <a:srgbClr val="9999FF"/>
                      </a:outerShdw>
                    </a:effectLst>
                    <a:latin typeface="Arial Black"/>
                  </a:rPr>
                  <a:t>Couronnes</a:t>
                </a:r>
              </a:p>
              <a:p>
                <a:r>
                  <a:rPr lang="fr-FR" sz="3600" kern="10">
                    <a:ln w="12700">
                      <a:solidFill>
                        <a:schemeClr val="tx1"/>
                      </a:solidFill>
                      <a:round/>
                      <a:headEnd/>
                      <a:tailEnd/>
                    </a:ln>
                    <a:solidFill>
                      <a:srgbClr val="FF0000">
                        <a:alpha val="81960"/>
                      </a:srgbClr>
                    </a:solidFill>
                    <a:effectLst>
                      <a:outerShdw dist="45791" dir="2021404" algn="ctr" rotWithShape="0">
                        <a:srgbClr val="9999FF"/>
                      </a:outerShdw>
                    </a:effectLst>
                    <a:latin typeface="Arial Black"/>
                  </a:rPr>
                  <a:t>phase A</a:t>
                </a:r>
              </a:p>
            </p:txBody>
          </p:sp>
        </p:grpSp>
        <p:grpSp>
          <p:nvGrpSpPr>
            <p:cNvPr id="39955" name="Group 144"/>
            <p:cNvGrpSpPr>
              <a:grpSpLocks/>
            </p:cNvGrpSpPr>
            <p:nvPr/>
          </p:nvGrpSpPr>
          <p:grpSpPr bwMode="auto">
            <a:xfrm>
              <a:off x="742" y="2435"/>
              <a:ext cx="813" cy="588"/>
              <a:chOff x="288" y="2319"/>
              <a:chExt cx="813" cy="588"/>
            </a:xfrm>
          </p:grpSpPr>
          <p:sp>
            <p:nvSpPr>
              <p:cNvPr id="39965" name="Rectangle 117"/>
              <p:cNvSpPr>
                <a:spLocks noChangeArrowheads="1"/>
              </p:cNvSpPr>
              <p:nvPr/>
            </p:nvSpPr>
            <p:spPr bwMode="auto">
              <a:xfrm>
                <a:off x="296" y="2328"/>
                <a:ext cx="805" cy="579"/>
              </a:xfrm>
              <a:prstGeom prst="rect">
                <a:avLst/>
              </a:prstGeom>
              <a:noFill/>
              <a:ln w="28575">
                <a:solidFill>
                  <a:srgbClr val="0000CC"/>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39966" name="Line 118"/>
              <p:cNvSpPr>
                <a:spLocks noChangeShapeType="1"/>
              </p:cNvSpPr>
              <p:nvPr/>
            </p:nvSpPr>
            <p:spPr bwMode="auto">
              <a:xfrm rot="5400000">
                <a:off x="255" y="2617"/>
                <a:ext cx="578" cy="0"/>
              </a:xfrm>
              <a:prstGeom prst="line">
                <a:avLst/>
              </a:prstGeom>
              <a:noFill/>
              <a:ln w="19050">
                <a:solidFill>
                  <a:srgbClr val="0000CC"/>
                </a:solidFill>
                <a:round/>
                <a:headEnd/>
                <a:tailEnd/>
              </a:ln>
              <a:extLst>
                <a:ext uri="{909E8E84-426E-40DD-AFC4-6F175D3DCCD1}">
                  <a14:hiddenFill xmlns:a14="http://schemas.microsoft.com/office/drawing/2010/main">
                    <a:noFill/>
                  </a14:hiddenFill>
                </a:ext>
              </a:extLst>
            </p:spPr>
            <p:txBody>
              <a:bodyPr/>
              <a:lstStyle/>
              <a:p>
                <a:endParaRPr lang="fr-FR"/>
              </a:p>
            </p:txBody>
          </p:sp>
          <p:sp>
            <p:nvSpPr>
              <p:cNvPr id="39967" name="Line 119"/>
              <p:cNvSpPr>
                <a:spLocks noChangeShapeType="1"/>
              </p:cNvSpPr>
              <p:nvPr/>
            </p:nvSpPr>
            <p:spPr bwMode="auto">
              <a:xfrm rot="5400000">
                <a:off x="381" y="2617"/>
                <a:ext cx="578" cy="0"/>
              </a:xfrm>
              <a:prstGeom prst="line">
                <a:avLst/>
              </a:prstGeom>
              <a:noFill/>
              <a:ln w="19050">
                <a:solidFill>
                  <a:srgbClr val="0000CC"/>
                </a:solidFill>
                <a:round/>
                <a:headEnd/>
                <a:tailEnd/>
              </a:ln>
              <a:extLst>
                <a:ext uri="{909E8E84-426E-40DD-AFC4-6F175D3DCCD1}">
                  <a14:hiddenFill xmlns:a14="http://schemas.microsoft.com/office/drawing/2010/main">
                    <a:noFill/>
                  </a14:hiddenFill>
                </a:ext>
              </a:extLst>
            </p:spPr>
            <p:txBody>
              <a:bodyPr/>
              <a:lstStyle/>
              <a:p>
                <a:endParaRPr lang="fr-FR"/>
              </a:p>
            </p:txBody>
          </p:sp>
          <p:sp>
            <p:nvSpPr>
              <p:cNvPr id="39968" name="Line 120"/>
              <p:cNvSpPr>
                <a:spLocks noChangeShapeType="1"/>
              </p:cNvSpPr>
              <p:nvPr/>
            </p:nvSpPr>
            <p:spPr bwMode="auto">
              <a:xfrm rot="5400000">
                <a:off x="7" y="2617"/>
                <a:ext cx="578" cy="0"/>
              </a:xfrm>
              <a:prstGeom prst="line">
                <a:avLst/>
              </a:prstGeom>
              <a:noFill/>
              <a:ln w="19050">
                <a:solidFill>
                  <a:srgbClr val="0000CC"/>
                </a:solidFill>
                <a:round/>
                <a:headEnd/>
                <a:tailEnd/>
              </a:ln>
              <a:extLst>
                <a:ext uri="{909E8E84-426E-40DD-AFC4-6F175D3DCCD1}">
                  <a14:hiddenFill xmlns:a14="http://schemas.microsoft.com/office/drawing/2010/main">
                    <a:noFill/>
                  </a14:hiddenFill>
                </a:ext>
              </a:extLst>
            </p:spPr>
            <p:txBody>
              <a:bodyPr/>
              <a:lstStyle/>
              <a:p>
                <a:endParaRPr lang="fr-FR"/>
              </a:p>
            </p:txBody>
          </p:sp>
          <p:sp>
            <p:nvSpPr>
              <p:cNvPr id="39969" name="Line 121"/>
              <p:cNvSpPr>
                <a:spLocks noChangeShapeType="1"/>
              </p:cNvSpPr>
              <p:nvPr/>
            </p:nvSpPr>
            <p:spPr bwMode="auto">
              <a:xfrm rot="5400000">
                <a:off x="131" y="2617"/>
                <a:ext cx="578" cy="0"/>
              </a:xfrm>
              <a:prstGeom prst="line">
                <a:avLst/>
              </a:prstGeom>
              <a:noFill/>
              <a:ln w="19050">
                <a:solidFill>
                  <a:srgbClr val="0000CC"/>
                </a:solidFill>
                <a:round/>
                <a:headEnd/>
                <a:tailEnd/>
              </a:ln>
              <a:extLst>
                <a:ext uri="{909E8E84-426E-40DD-AFC4-6F175D3DCCD1}">
                  <a14:hiddenFill xmlns:a14="http://schemas.microsoft.com/office/drawing/2010/main">
                    <a:noFill/>
                  </a14:hiddenFill>
                </a:ext>
              </a:extLst>
            </p:spPr>
            <p:txBody>
              <a:bodyPr/>
              <a:lstStyle/>
              <a:p>
                <a:endParaRPr lang="fr-FR"/>
              </a:p>
            </p:txBody>
          </p:sp>
          <p:sp>
            <p:nvSpPr>
              <p:cNvPr id="39970" name="Line 122"/>
              <p:cNvSpPr>
                <a:spLocks noChangeShapeType="1"/>
              </p:cNvSpPr>
              <p:nvPr/>
            </p:nvSpPr>
            <p:spPr bwMode="auto">
              <a:xfrm rot="5400000">
                <a:off x="529" y="2617"/>
                <a:ext cx="578" cy="0"/>
              </a:xfrm>
              <a:prstGeom prst="line">
                <a:avLst/>
              </a:prstGeom>
              <a:noFill/>
              <a:ln w="19050">
                <a:solidFill>
                  <a:srgbClr val="0000CC"/>
                </a:solidFill>
                <a:round/>
                <a:headEnd/>
                <a:tailEnd/>
              </a:ln>
              <a:extLst>
                <a:ext uri="{909E8E84-426E-40DD-AFC4-6F175D3DCCD1}">
                  <a14:hiddenFill xmlns:a14="http://schemas.microsoft.com/office/drawing/2010/main">
                    <a:noFill/>
                  </a14:hiddenFill>
                </a:ext>
              </a:extLst>
            </p:spPr>
            <p:txBody>
              <a:bodyPr/>
              <a:lstStyle/>
              <a:p>
                <a:endParaRPr lang="fr-FR"/>
              </a:p>
            </p:txBody>
          </p:sp>
          <p:sp>
            <p:nvSpPr>
              <p:cNvPr id="39971" name="Line 123"/>
              <p:cNvSpPr>
                <a:spLocks noChangeShapeType="1"/>
              </p:cNvSpPr>
              <p:nvPr/>
            </p:nvSpPr>
            <p:spPr bwMode="auto">
              <a:xfrm rot="5400000">
                <a:off x="659" y="2617"/>
                <a:ext cx="578" cy="0"/>
              </a:xfrm>
              <a:prstGeom prst="line">
                <a:avLst/>
              </a:prstGeom>
              <a:noFill/>
              <a:ln w="19050">
                <a:solidFill>
                  <a:srgbClr val="0000CC"/>
                </a:solidFill>
                <a:round/>
                <a:headEnd/>
                <a:tailEnd/>
              </a:ln>
              <a:extLst>
                <a:ext uri="{909E8E84-426E-40DD-AFC4-6F175D3DCCD1}">
                  <a14:hiddenFill xmlns:a14="http://schemas.microsoft.com/office/drawing/2010/main">
                    <a:noFill/>
                  </a14:hiddenFill>
                </a:ext>
              </a:extLst>
            </p:spPr>
            <p:txBody>
              <a:bodyPr/>
              <a:lstStyle/>
              <a:p>
                <a:endParaRPr lang="fr-FR"/>
              </a:p>
            </p:txBody>
          </p:sp>
          <p:sp>
            <p:nvSpPr>
              <p:cNvPr id="39972" name="Line 125"/>
              <p:cNvSpPr>
                <a:spLocks noChangeShapeType="1"/>
              </p:cNvSpPr>
              <p:nvPr/>
            </p:nvSpPr>
            <p:spPr bwMode="auto">
              <a:xfrm rot="5400000">
                <a:off x="811" y="2617"/>
                <a:ext cx="578" cy="0"/>
              </a:xfrm>
              <a:prstGeom prst="line">
                <a:avLst/>
              </a:prstGeom>
              <a:noFill/>
              <a:ln w="19050">
                <a:solidFill>
                  <a:srgbClr val="0000CC"/>
                </a:solidFill>
                <a:round/>
                <a:headEnd/>
                <a:tailEnd/>
              </a:ln>
              <a:extLst>
                <a:ext uri="{909E8E84-426E-40DD-AFC4-6F175D3DCCD1}">
                  <a14:hiddenFill xmlns:a14="http://schemas.microsoft.com/office/drawing/2010/main">
                    <a:noFill/>
                  </a14:hiddenFill>
                </a:ext>
              </a:extLst>
            </p:spPr>
            <p:txBody>
              <a:bodyPr/>
              <a:lstStyle/>
              <a:p>
                <a:endParaRPr lang="fr-FR"/>
              </a:p>
            </p:txBody>
          </p:sp>
          <p:sp>
            <p:nvSpPr>
              <p:cNvPr id="39973" name="WordArt 134"/>
              <p:cNvSpPr>
                <a:spLocks noChangeArrowheads="1" noChangeShapeType="1" noTextEdit="1"/>
              </p:cNvSpPr>
              <p:nvPr/>
            </p:nvSpPr>
            <p:spPr bwMode="auto">
              <a:xfrm>
                <a:off x="314" y="2511"/>
                <a:ext cx="760" cy="279"/>
              </a:xfrm>
              <a:prstGeom prst="rect">
                <a:avLst/>
              </a:prstGeom>
            </p:spPr>
            <p:txBody>
              <a:bodyPr wrap="none" fromWordArt="1">
                <a:prstTxWarp prst="textPlain">
                  <a:avLst>
                    <a:gd name="adj" fmla="val 49315"/>
                  </a:avLst>
                </a:prstTxWarp>
              </a:bodyPr>
              <a:lstStyle/>
              <a:p>
                <a:r>
                  <a:rPr lang="fr-FR" sz="3600" kern="10">
                    <a:ln w="12700">
                      <a:solidFill>
                        <a:schemeClr val="tx1"/>
                      </a:solidFill>
                      <a:round/>
                      <a:headEnd/>
                      <a:tailEnd/>
                    </a:ln>
                    <a:solidFill>
                      <a:srgbClr val="FF0000">
                        <a:alpha val="81960"/>
                      </a:srgbClr>
                    </a:solidFill>
                    <a:effectLst>
                      <a:outerShdw dist="45791" dir="2021404" algn="ctr" rotWithShape="0">
                        <a:srgbClr val="9999FF"/>
                      </a:outerShdw>
                    </a:effectLst>
                    <a:latin typeface="Arial Black"/>
                  </a:rPr>
                  <a:t>Produits</a:t>
                </a:r>
              </a:p>
              <a:p>
                <a:r>
                  <a:rPr lang="fr-FR" sz="3600" kern="10">
                    <a:ln w="12700">
                      <a:solidFill>
                        <a:schemeClr val="tx1"/>
                      </a:solidFill>
                      <a:round/>
                      <a:headEnd/>
                      <a:tailEnd/>
                    </a:ln>
                    <a:solidFill>
                      <a:srgbClr val="FF0000">
                        <a:alpha val="81960"/>
                      </a:srgbClr>
                    </a:solidFill>
                    <a:effectLst>
                      <a:outerShdw dist="45791" dir="2021404" algn="ctr" rotWithShape="0">
                        <a:srgbClr val="9999FF"/>
                      </a:outerShdw>
                    </a:effectLst>
                    <a:latin typeface="Arial Black"/>
                  </a:rPr>
                  <a:t>finis</a:t>
                </a:r>
              </a:p>
            </p:txBody>
          </p:sp>
          <p:sp>
            <p:nvSpPr>
              <p:cNvPr id="39974" name="Text Box 135"/>
              <p:cNvSpPr txBox="1">
                <a:spLocks noChangeArrowheads="1"/>
              </p:cNvSpPr>
              <p:nvPr/>
            </p:nvSpPr>
            <p:spPr bwMode="auto">
              <a:xfrm>
                <a:off x="295" y="2319"/>
                <a:ext cx="136" cy="1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lIns="18000" rIns="18000">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900">
                    <a:solidFill>
                      <a:schemeClr val="tx1"/>
                    </a:solidFill>
                  </a:rPr>
                  <a:t>R1</a:t>
                </a:r>
              </a:p>
            </p:txBody>
          </p:sp>
          <p:sp>
            <p:nvSpPr>
              <p:cNvPr id="39975" name="Text Box 137"/>
              <p:cNvSpPr txBox="1">
                <a:spLocks noChangeArrowheads="1"/>
              </p:cNvSpPr>
              <p:nvPr/>
            </p:nvSpPr>
            <p:spPr bwMode="auto">
              <a:xfrm>
                <a:off x="412" y="2319"/>
                <a:ext cx="136" cy="1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lIns="18000" rIns="18000">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900">
                    <a:solidFill>
                      <a:schemeClr val="tx1"/>
                    </a:solidFill>
                  </a:rPr>
                  <a:t>R2</a:t>
                </a:r>
              </a:p>
            </p:txBody>
          </p:sp>
          <p:sp>
            <p:nvSpPr>
              <p:cNvPr id="39976" name="Text Box 138"/>
              <p:cNvSpPr txBox="1">
                <a:spLocks noChangeArrowheads="1"/>
              </p:cNvSpPr>
              <p:nvPr/>
            </p:nvSpPr>
            <p:spPr bwMode="auto">
              <a:xfrm>
                <a:off x="532" y="2319"/>
                <a:ext cx="136" cy="1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lIns="18000" rIns="18000">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900">
                    <a:solidFill>
                      <a:schemeClr val="tx1"/>
                    </a:solidFill>
                  </a:rPr>
                  <a:t>R3</a:t>
                </a:r>
              </a:p>
            </p:txBody>
          </p:sp>
          <p:sp>
            <p:nvSpPr>
              <p:cNvPr id="39977" name="Text Box 139"/>
              <p:cNvSpPr txBox="1">
                <a:spLocks noChangeArrowheads="1"/>
              </p:cNvSpPr>
              <p:nvPr/>
            </p:nvSpPr>
            <p:spPr bwMode="auto">
              <a:xfrm>
                <a:off x="661" y="2319"/>
                <a:ext cx="136" cy="1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lIns="18000" rIns="18000">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900">
                    <a:solidFill>
                      <a:schemeClr val="tx1"/>
                    </a:solidFill>
                  </a:rPr>
                  <a:t>R4</a:t>
                </a:r>
              </a:p>
            </p:txBody>
          </p:sp>
          <p:sp>
            <p:nvSpPr>
              <p:cNvPr id="39978" name="Text Box 140"/>
              <p:cNvSpPr txBox="1">
                <a:spLocks noChangeArrowheads="1"/>
              </p:cNvSpPr>
              <p:nvPr/>
            </p:nvSpPr>
            <p:spPr bwMode="auto">
              <a:xfrm>
                <a:off x="808" y="2319"/>
                <a:ext cx="136" cy="1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lIns="18000" rIns="18000">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900">
                    <a:solidFill>
                      <a:schemeClr val="tx1"/>
                    </a:solidFill>
                  </a:rPr>
                  <a:t>R5</a:t>
                </a:r>
              </a:p>
            </p:txBody>
          </p:sp>
          <p:sp>
            <p:nvSpPr>
              <p:cNvPr id="39979" name="Text Box 141"/>
              <p:cNvSpPr txBox="1">
                <a:spLocks noChangeArrowheads="1"/>
              </p:cNvSpPr>
              <p:nvPr/>
            </p:nvSpPr>
            <p:spPr bwMode="auto">
              <a:xfrm>
                <a:off x="934" y="2319"/>
                <a:ext cx="136" cy="1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lIns="18000" rIns="18000">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900">
                    <a:solidFill>
                      <a:schemeClr val="tx1"/>
                    </a:solidFill>
                  </a:rPr>
                  <a:t>R6</a:t>
                </a:r>
              </a:p>
            </p:txBody>
          </p:sp>
          <p:sp>
            <p:nvSpPr>
              <p:cNvPr id="39980" name="Line 142"/>
              <p:cNvSpPr>
                <a:spLocks noChangeShapeType="1"/>
              </p:cNvSpPr>
              <p:nvPr/>
            </p:nvSpPr>
            <p:spPr bwMode="auto">
              <a:xfrm>
                <a:off x="288" y="2439"/>
                <a:ext cx="807" cy="0"/>
              </a:xfrm>
              <a:prstGeom prst="line">
                <a:avLst/>
              </a:prstGeom>
              <a:noFill/>
              <a:ln w="28575">
                <a:solidFill>
                  <a:schemeClr val="accent2"/>
                </a:solidFill>
                <a:round/>
                <a:headEnd/>
                <a:tailEnd/>
              </a:ln>
              <a:extLst>
                <a:ext uri="{909E8E84-426E-40DD-AFC4-6F175D3DCCD1}">
                  <a14:hiddenFill xmlns:a14="http://schemas.microsoft.com/office/drawing/2010/main">
                    <a:noFill/>
                  </a14:hiddenFill>
                </a:ext>
              </a:extLst>
            </p:spPr>
            <p:txBody>
              <a:bodyPr wrap="none" anchor="ctr"/>
              <a:lstStyle/>
              <a:p>
                <a:endParaRPr lang="fr-FR"/>
              </a:p>
            </p:txBody>
          </p:sp>
        </p:grpSp>
        <p:sp>
          <p:nvSpPr>
            <p:cNvPr id="39956" name="AutoShape 146"/>
            <p:cNvSpPr>
              <a:spLocks noChangeArrowheads="1"/>
            </p:cNvSpPr>
            <p:nvPr/>
          </p:nvSpPr>
          <p:spPr bwMode="auto">
            <a:xfrm>
              <a:off x="149" y="2408"/>
              <a:ext cx="443" cy="222"/>
            </a:xfrm>
            <a:prstGeom prst="leftArrow">
              <a:avLst>
                <a:gd name="adj1" fmla="val 50000"/>
                <a:gd name="adj2" fmla="val 49887"/>
              </a:avLst>
            </a:prstGeom>
            <a:solidFill>
              <a:srgbClr val="FFFF00"/>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39957" name="Text Box 147"/>
            <p:cNvSpPr txBox="1">
              <a:spLocks noChangeArrowheads="1"/>
            </p:cNvSpPr>
            <p:nvPr/>
          </p:nvSpPr>
          <p:spPr bwMode="auto">
            <a:xfrm>
              <a:off x="81" y="2119"/>
              <a:ext cx="860" cy="231"/>
            </a:xfrm>
            <a:prstGeom prst="rect">
              <a:avLst/>
            </a:prstGeom>
            <a:solidFill>
              <a:schemeClr val="bg1"/>
            </a:solidFill>
            <a:ln>
              <a:noFill/>
            </a:ln>
            <a:extLs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1800">
                  <a:solidFill>
                    <a:schemeClr val="tx1"/>
                  </a:solidFill>
                </a:rPr>
                <a:t>Expéditions</a:t>
              </a:r>
            </a:p>
          </p:txBody>
        </p:sp>
        <p:sp>
          <p:nvSpPr>
            <p:cNvPr id="39958" name="Line 148"/>
            <p:cNvSpPr>
              <a:spLocks noChangeShapeType="1"/>
            </p:cNvSpPr>
            <p:nvPr/>
          </p:nvSpPr>
          <p:spPr bwMode="auto">
            <a:xfrm>
              <a:off x="2177" y="1506"/>
              <a:ext cx="630" cy="515"/>
            </a:xfrm>
            <a:prstGeom prst="line">
              <a:avLst/>
            </a:prstGeom>
            <a:noFill/>
            <a:ln w="6350">
              <a:solidFill>
                <a:schemeClr val="tx2"/>
              </a:solidFill>
              <a:prstDash val="dash"/>
              <a:round/>
              <a:headEnd/>
              <a:tailEnd type="triangle" w="med" len="med"/>
            </a:ln>
            <a:extLst>
              <a:ext uri="{909E8E84-426E-40DD-AFC4-6F175D3DCCD1}">
                <a14:hiddenFill xmlns:a14="http://schemas.microsoft.com/office/drawing/2010/main">
                  <a:noFill/>
                </a14:hiddenFill>
              </a:ext>
            </a:extLst>
          </p:spPr>
          <p:txBody>
            <a:bodyPr wrap="none" anchor="ctr"/>
            <a:lstStyle/>
            <a:p>
              <a:endParaRPr lang="fr-FR"/>
            </a:p>
          </p:txBody>
        </p:sp>
        <p:sp>
          <p:nvSpPr>
            <p:cNvPr id="39959" name="Line 149"/>
            <p:cNvSpPr>
              <a:spLocks noChangeShapeType="1"/>
            </p:cNvSpPr>
            <p:nvPr/>
          </p:nvSpPr>
          <p:spPr bwMode="auto">
            <a:xfrm flipH="1">
              <a:off x="3046" y="1506"/>
              <a:ext cx="526" cy="516"/>
            </a:xfrm>
            <a:prstGeom prst="line">
              <a:avLst/>
            </a:prstGeom>
            <a:noFill/>
            <a:ln w="6350">
              <a:solidFill>
                <a:schemeClr val="tx2"/>
              </a:solidFill>
              <a:prstDash val="dash"/>
              <a:round/>
              <a:headEnd/>
              <a:tailEnd type="triangle" w="med" len="med"/>
            </a:ln>
            <a:extLst>
              <a:ext uri="{909E8E84-426E-40DD-AFC4-6F175D3DCCD1}">
                <a14:hiddenFill xmlns:a14="http://schemas.microsoft.com/office/drawing/2010/main">
                  <a:noFill/>
                </a14:hiddenFill>
              </a:ext>
            </a:extLst>
          </p:spPr>
          <p:txBody>
            <a:bodyPr wrap="none" anchor="ctr"/>
            <a:lstStyle/>
            <a:p>
              <a:endParaRPr lang="fr-FR"/>
            </a:p>
          </p:txBody>
        </p:sp>
        <p:sp>
          <p:nvSpPr>
            <p:cNvPr id="39960" name="Line 150"/>
            <p:cNvSpPr>
              <a:spLocks noChangeShapeType="1"/>
            </p:cNvSpPr>
            <p:nvPr/>
          </p:nvSpPr>
          <p:spPr bwMode="auto">
            <a:xfrm>
              <a:off x="4807" y="2166"/>
              <a:ext cx="0" cy="199"/>
            </a:xfrm>
            <a:prstGeom prst="line">
              <a:avLst/>
            </a:prstGeom>
            <a:noFill/>
            <a:ln w="6350">
              <a:solidFill>
                <a:schemeClr val="tx2"/>
              </a:solidFill>
              <a:round/>
              <a:headEnd/>
              <a:tailEnd type="triangle" w="med" len="med"/>
            </a:ln>
            <a:extLst>
              <a:ext uri="{909E8E84-426E-40DD-AFC4-6F175D3DCCD1}">
                <a14:hiddenFill xmlns:a14="http://schemas.microsoft.com/office/drawing/2010/main">
                  <a:noFill/>
                </a14:hiddenFill>
              </a:ext>
            </a:extLst>
          </p:spPr>
          <p:txBody>
            <a:bodyPr wrap="none" anchor="ctr"/>
            <a:lstStyle/>
            <a:p>
              <a:endParaRPr lang="fr-FR"/>
            </a:p>
          </p:txBody>
        </p:sp>
        <p:sp>
          <p:nvSpPr>
            <p:cNvPr id="39961" name="Line 151"/>
            <p:cNvSpPr>
              <a:spLocks noChangeShapeType="1"/>
            </p:cNvSpPr>
            <p:nvPr/>
          </p:nvSpPr>
          <p:spPr bwMode="auto">
            <a:xfrm flipH="1">
              <a:off x="4234" y="2730"/>
              <a:ext cx="221" cy="128"/>
            </a:xfrm>
            <a:prstGeom prst="line">
              <a:avLst/>
            </a:prstGeom>
            <a:noFill/>
            <a:ln w="6350">
              <a:solidFill>
                <a:schemeClr val="tx2"/>
              </a:solidFill>
              <a:prstDash val="dash"/>
              <a:round/>
              <a:headEnd/>
              <a:tailEnd type="triangle" w="med" len="med"/>
            </a:ln>
            <a:extLst>
              <a:ext uri="{909E8E84-426E-40DD-AFC4-6F175D3DCCD1}">
                <a14:hiddenFill xmlns:a14="http://schemas.microsoft.com/office/drawing/2010/main">
                  <a:noFill/>
                </a14:hiddenFill>
              </a:ext>
            </a:extLst>
          </p:spPr>
          <p:txBody>
            <a:bodyPr wrap="none" anchor="ctr"/>
            <a:lstStyle/>
            <a:p>
              <a:endParaRPr lang="fr-FR"/>
            </a:p>
          </p:txBody>
        </p:sp>
        <p:sp>
          <p:nvSpPr>
            <p:cNvPr id="39962" name="Line 152"/>
            <p:cNvSpPr>
              <a:spLocks noChangeShapeType="1"/>
            </p:cNvSpPr>
            <p:nvPr/>
          </p:nvSpPr>
          <p:spPr bwMode="auto">
            <a:xfrm flipH="1" flipV="1">
              <a:off x="3136" y="2714"/>
              <a:ext cx="260" cy="166"/>
            </a:xfrm>
            <a:prstGeom prst="line">
              <a:avLst/>
            </a:prstGeom>
            <a:noFill/>
            <a:ln w="6350">
              <a:solidFill>
                <a:schemeClr val="tx2"/>
              </a:solidFill>
              <a:prstDash val="dash"/>
              <a:round/>
              <a:headEnd/>
              <a:tailEnd type="triangle" w="med" len="med"/>
            </a:ln>
            <a:extLst>
              <a:ext uri="{909E8E84-426E-40DD-AFC4-6F175D3DCCD1}">
                <a14:hiddenFill xmlns:a14="http://schemas.microsoft.com/office/drawing/2010/main">
                  <a:noFill/>
                </a14:hiddenFill>
              </a:ext>
            </a:extLst>
          </p:spPr>
          <p:txBody>
            <a:bodyPr wrap="none" anchor="ctr"/>
            <a:lstStyle/>
            <a:p>
              <a:endParaRPr lang="fr-FR"/>
            </a:p>
          </p:txBody>
        </p:sp>
        <p:sp>
          <p:nvSpPr>
            <p:cNvPr id="39963" name="Line 153"/>
            <p:cNvSpPr>
              <a:spLocks noChangeShapeType="1"/>
            </p:cNvSpPr>
            <p:nvPr/>
          </p:nvSpPr>
          <p:spPr bwMode="auto">
            <a:xfrm flipH="1">
              <a:off x="2097" y="2487"/>
              <a:ext cx="355" cy="249"/>
            </a:xfrm>
            <a:prstGeom prst="line">
              <a:avLst/>
            </a:prstGeom>
            <a:noFill/>
            <a:ln w="6350">
              <a:solidFill>
                <a:schemeClr val="tx2"/>
              </a:solidFill>
              <a:prstDash val="dash"/>
              <a:round/>
              <a:headEnd/>
              <a:tailEnd type="triangle" w="med" len="med"/>
            </a:ln>
            <a:extLst>
              <a:ext uri="{909E8E84-426E-40DD-AFC4-6F175D3DCCD1}">
                <a14:hiddenFill xmlns:a14="http://schemas.microsoft.com/office/drawing/2010/main">
                  <a:noFill/>
                </a14:hiddenFill>
              </a:ext>
            </a:extLst>
          </p:spPr>
          <p:txBody>
            <a:bodyPr wrap="none" anchor="ctr"/>
            <a:lstStyle/>
            <a:p>
              <a:endParaRPr lang="fr-FR"/>
            </a:p>
          </p:txBody>
        </p:sp>
        <p:sp>
          <p:nvSpPr>
            <p:cNvPr id="39964" name="Line 154"/>
            <p:cNvSpPr>
              <a:spLocks noChangeShapeType="1"/>
            </p:cNvSpPr>
            <p:nvPr/>
          </p:nvSpPr>
          <p:spPr bwMode="auto">
            <a:xfrm flipH="1" flipV="1">
              <a:off x="1578" y="2642"/>
              <a:ext cx="322" cy="100"/>
            </a:xfrm>
            <a:prstGeom prst="line">
              <a:avLst/>
            </a:prstGeom>
            <a:noFill/>
            <a:ln w="6350">
              <a:solidFill>
                <a:schemeClr val="tx2"/>
              </a:solidFill>
              <a:prstDash val="dash"/>
              <a:round/>
              <a:headEnd/>
              <a:tailEnd type="triangle" w="med" len="med"/>
            </a:ln>
            <a:extLst>
              <a:ext uri="{909E8E84-426E-40DD-AFC4-6F175D3DCCD1}">
                <a14:hiddenFill xmlns:a14="http://schemas.microsoft.com/office/drawing/2010/main">
                  <a:noFill/>
                </a14:hiddenFill>
              </a:ext>
            </a:extLst>
          </p:spPr>
          <p:txBody>
            <a:bodyPr wrap="none" anchor="ctr"/>
            <a:lstStyle/>
            <a:p>
              <a:endParaRPr lang="fr-FR"/>
            </a:p>
          </p:txBody>
        </p:sp>
      </p:gr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62" name="Rectangle 2"/>
          <p:cNvSpPr>
            <a:spLocks noGrp="1" noChangeArrowheads="1"/>
          </p:cNvSpPr>
          <p:nvPr>
            <p:ph type="title"/>
          </p:nvPr>
        </p:nvSpPr>
        <p:spPr>
          <a:xfrm>
            <a:off x="457200" y="0"/>
            <a:ext cx="8229600" cy="647700"/>
          </a:xfrm>
        </p:spPr>
        <p:txBody>
          <a:bodyPr/>
          <a:lstStyle/>
          <a:p>
            <a:pPr eaLnBrk="1" hangingPunct="1"/>
            <a:r>
              <a:rPr lang="fr-FR" altLang="fr-FR" dirty="0"/>
              <a:t>Rangement des pièces dans les conteneurs</a:t>
            </a:r>
          </a:p>
        </p:txBody>
      </p:sp>
      <p:grpSp>
        <p:nvGrpSpPr>
          <p:cNvPr id="40963" name="Group 180"/>
          <p:cNvGrpSpPr>
            <a:grpSpLocks/>
          </p:cNvGrpSpPr>
          <p:nvPr/>
        </p:nvGrpSpPr>
        <p:grpSpPr bwMode="auto">
          <a:xfrm>
            <a:off x="4819650" y="860425"/>
            <a:ext cx="4141788" cy="5557838"/>
            <a:chOff x="182" y="604"/>
            <a:chExt cx="2609" cy="3501"/>
          </a:xfrm>
        </p:grpSpPr>
        <p:grpSp>
          <p:nvGrpSpPr>
            <p:cNvPr id="41017" name="Group 53"/>
            <p:cNvGrpSpPr>
              <a:grpSpLocks/>
            </p:cNvGrpSpPr>
            <p:nvPr/>
          </p:nvGrpSpPr>
          <p:grpSpPr bwMode="auto">
            <a:xfrm rot="-223274">
              <a:off x="1200" y="3375"/>
              <a:ext cx="667" cy="657"/>
              <a:chOff x="2757" y="1666"/>
              <a:chExt cx="812" cy="800"/>
            </a:xfrm>
          </p:grpSpPr>
          <p:sp>
            <p:nvSpPr>
              <p:cNvPr id="41048" name="Freeform 54"/>
              <p:cNvSpPr>
                <a:spLocks/>
              </p:cNvSpPr>
              <p:nvPr/>
            </p:nvSpPr>
            <p:spPr bwMode="auto">
              <a:xfrm>
                <a:off x="2762" y="1667"/>
                <a:ext cx="807" cy="584"/>
              </a:xfrm>
              <a:custGeom>
                <a:avLst/>
                <a:gdLst>
                  <a:gd name="T0" fmla="*/ 497 w 807"/>
                  <a:gd name="T1" fmla="*/ 583 h 584"/>
                  <a:gd name="T2" fmla="*/ 0 w 807"/>
                  <a:gd name="T3" fmla="*/ 452 h 584"/>
                  <a:gd name="T4" fmla="*/ 337 w 807"/>
                  <a:gd name="T5" fmla="*/ 0 h 584"/>
                  <a:gd name="T6" fmla="*/ 806 w 807"/>
                  <a:gd name="T7" fmla="*/ 98 h 584"/>
                  <a:gd name="T8" fmla="*/ 497 w 807"/>
                  <a:gd name="T9" fmla="*/ 583 h 584"/>
                  <a:gd name="T10" fmla="*/ 0 60000 65536"/>
                  <a:gd name="T11" fmla="*/ 0 60000 65536"/>
                  <a:gd name="T12" fmla="*/ 0 60000 65536"/>
                  <a:gd name="T13" fmla="*/ 0 60000 65536"/>
                  <a:gd name="T14" fmla="*/ 0 60000 65536"/>
                  <a:gd name="T15" fmla="*/ 0 w 807"/>
                  <a:gd name="T16" fmla="*/ 0 h 584"/>
                  <a:gd name="T17" fmla="*/ 807 w 807"/>
                  <a:gd name="T18" fmla="*/ 584 h 584"/>
                </a:gdLst>
                <a:ahLst/>
                <a:cxnLst>
                  <a:cxn ang="T10">
                    <a:pos x="T0" y="T1"/>
                  </a:cxn>
                  <a:cxn ang="T11">
                    <a:pos x="T2" y="T3"/>
                  </a:cxn>
                  <a:cxn ang="T12">
                    <a:pos x="T4" y="T5"/>
                  </a:cxn>
                  <a:cxn ang="T13">
                    <a:pos x="T6" y="T7"/>
                  </a:cxn>
                  <a:cxn ang="T14">
                    <a:pos x="T8" y="T9"/>
                  </a:cxn>
                </a:cxnLst>
                <a:rect l="T15" t="T16" r="T17" b="T18"/>
                <a:pathLst>
                  <a:path w="807" h="584">
                    <a:moveTo>
                      <a:pt x="497" y="583"/>
                    </a:moveTo>
                    <a:lnTo>
                      <a:pt x="0" y="452"/>
                    </a:lnTo>
                    <a:lnTo>
                      <a:pt x="337" y="0"/>
                    </a:lnTo>
                    <a:lnTo>
                      <a:pt x="806" y="98"/>
                    </a:lnTo>
                    <a:lnTo>
                      <a:pt x="497" y="583"/>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41049" name="Freeform 55"/>
              <p:cNvSpPr>
                <a:spLocks/>
              </p:cNvSpPr>
              <p:nvPr/>
            </p:nvSpPr>
            <p:spPr bwMode="auto">
              <a:xfrm>
                <a:off x="2882" y="1861"/>
                <a:ext cx="578" cy="384"/>
              </a:xfrm>
              <a:custGeom>
                <a:avLst/>
                <a:gdLst>
                  <a:gd name="T0" fmla="*/ 377 w 578"/>
                  <a:gd name="T1" fmla="*/ 383 h 384"/>
                  <a:gd name="T2" fmla="*/ 0 w 578"/>
                  <a:gd name="T3" fmla="*/ 291 h 384"/>
                  <a:gd name="T4" fmla="*/ 217 w 578"/>
                  <a:gd name="T5" fmla="*/ 0 h 384"/>
                  <a:gd name="T6" fmla="*/ 577 w 578"/>
                  <a:gd name="T7" fmla="*/ 74 h 384"/>
                  <a:gd name="T8" fmla="*/ 377 w 578"/>
                  <a:gd name="T9" fmla="*/ 383 h 384"/>
                  <a:gd name="T10" fmla="*/ 0 60000 65536"/>
                  <a:gd name="T11" fmla="*/ 0 60000 65536"/>
                  <a:gd name="T12" fmla="*/ 0 60000 65536"/>
                  <a:gd name="T13" fmla="*/ 0 60000 65536"/>
                  <a:gd name="T14" fmla="*/ 0 60000 65536"/>
                  <a:gd name="T15" fmla="*/ 0 w 578"/>
                  <a:gd name="T16" fmla="*/ 0 h 384"/>
                  <a:gd name="T17" fmla="*/ 578 w 578"/>
                  <a:gd name="T18" fmla="*/ 384 h 384"/>
                </a:gdLst>
                <a:ahLst/>
                <a:cxnLst>
                  <a:cxn ang="T10">
                    <a:pos x="T0" y="T1"/>
                  </a:cxn>
                  <a:cxn ang="T11">
                    <a:pos x="T2" y="T3"/>
                  </a:cxn>
                  <a:cxn ang="T12">
                    <a:pos x="T4" y="T5"/>
                  </a:cxn>
                  <a:cxn ang="T13">
                    <a:pos x="T6" y="T7"/>
                  </a:cxn>
                  <a:cxn ang="T14">
                    <a:pos x="T8" y="T9"/>
                  </a:cxn>
                </a:cxnLst>
                <a:rect l="T15" t="T16" r="T17" b="T18"/>
                <a:pathLst>
                  <a:path w="578" h="384">
                    <a:moveTo>
                      <a:pt x="377" y="383"/>
                    </a:moveTo>
                    <a:lnTo>
                      <a:pt x="0" y="291"/>
                    </a:lnTo>
                    <a:lnTo>
                      <a:pt x="217" y="0"/>
                    </a:lnTo>
                    <a:lnTo>
                      <a:pt x="577" y="74"/>
                    </a:lnTo>
                    <a:lnTo>
                      <a:pt x="377" y="383"/>
                    </a:lnTo>
                  </a:path>
                </a:pathLst>
              </a:custGeom>
              <a:solidFill>
                <a:srgbClr val="E22B00"/>
              </a:solidFill>
              <a:ln>
                <a:noFill/>
              </a:ln>
              <a:extLst>
                <a:ext uri="{91240B29-F687-4F45-9708-019B960494DF}">
                  <a14:hiddenLine xmlns:a14="http://schemas.microsoft.com/office/drawing/2010/main" w="12700" cap="rnd" cmpd="sng">
                    <a:solidFill>
                      <a:srgbClr val="000000"/>
                    </a:solidFill>
                    <a:prstDash val="solid"/>
                    <a:round/>
                    <a:headEnd type="none" w="med" len="med"/>
                    <a:tailEnd type="none" w="med" len="med"/>
                  </a14:hiddenLine>
                </a:ext>
              </a:extLst>
            </p:spPr>
            <p:txBody>
              <a:bodyPr/>
              <a:lstStyle/>
              <a:p>
                <a:endParaRPr lang="fr-FR"/>
              </a:p>
            </p:txBody>
          </p:sp>
          <p:sp>
            <p:nvSpPr>
              <p:cNvPr id="41050" name="Line 56"/>
              <p:cNvSpPr>
                <a:spLocks noChangeShapeType="1"/>
              </p:cNvSpPr>
              <p:nvPr/>
            </p:nvSpPr>
            <p:spPr bwMode="auto">
              <a:xfrm>
                <a:off x="3102" y="1862"/>
                <a:ext cx="352" cy="7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fr-FR"/>
              </a:p>
            </p:txBody>
          </p:sp>
          <p:sp>
            <p:nvSpPr>
              <p:cNvPr id="41051" name="Freeform 57"/>
              <p:cNvSpPr>
                <a:spLocks/>
              </p:cNvSpPr>
              <p:nvPr/>
            </p:nvSpPr>
            <p:spPr bwMode="auto">
              <a:xfrm>
                <a:off x="2762" y="1666"/>
                <a:ext cx="337" cy="485"/>
              </a:xfrm>
              <a:custGeom>
                <a:avLst/>
                <a:gdLst>
                  <a:gd name="T0" fmla="*/ 336 w 337"/>
                  <a:gd name="T1" fmla="*/ 194 h 485"/>
                  <a:gd name="T2" fmla="*/ 118 w 337"/>
                  <a:gd name="T3" fmla="*/ 484 h 485"/>
                  <a:gd name="T4" fmla="*/ 0 w 337"/>
                  <a:gd name="T5" fmla="*/ 452 h 485"/>
                  <a:gd name="T6" fmla="*/ 336 w 337"/>
                  <a:gd name="T7" fmla="*/ 0 h 485"/>
                  <a:gd name="T8" fmla="*/ 336 w 337"/>
                  <a:gd name="T9" fmla="*/ 152 h 485"/>
                  <a:gd name="T10" fmla="*/ 336 w 337"/>
                  <a:gd name="T11" fmla="*/ 194 h 485"/>
                  <a:gd name="T12" fmla="*/ 0 60000 65536"/>
                  <a:gd name="T13" fmla="*/ 0 60000 65536"/>
                  <a:gd name="T14" fmla="*/ 0 60000 65536"/>
                  <a:gd name="T15" fmla="*/ 0 60000 65536"/>
                  <a:gd name="T16" fmla="*/ 0 60000 65536"/>
                  <a:gd name="T17" fmla="*/ 0 60000 65536"/>
                  <a:gd name="T18" fmla="*/ 0 w 337"/>
                  <a:gd name="T19" fmla="*/ 0 h 485"/>
                  <a:gd name="T20" fmla="*/ 337 w 337"/>
                  <a:gd name="T21" fmla="*/ 485 h 485"/>
                </a:gdLst>
                <a:ahLst/>
                <a:cxnLst>
                  <a:cxn ang="T12">
                    <a:pos x="T0" y="T1"/>
                  </a:cxn>
                  <a:cxn ang="T13">
                    <a:pos x="T2" y="T3"/>
                  </a:cxn>
                  <a:cxn ang="T14">
                    <a:pos x="T4" y="T5"/>
                  </a:cxn>
                  <a:cxn ang="T15">
                    <a:pos x="T6" y="T7"/>
                  </a:cxn>
                  <a:cxn ang="T16">
                    <a:pos x="T8" y="T9"/>
                  </a:cxn>
                  <a:cxn ang="T17">
                    <a:pos x="T10" y="T11"/>
                  </a:cxn>
                </a:cxnLst>
                <a:rect l="T18" t="T19" r="T20" b="T21"/>
                <a:pathLst>
                  <a:path w="337" h="485">
                    <a:moveTo>
                      <a:pt x="336" y="194"/>
                    </a:moveTo>
                    <a:lnTo>
                      <a:pt x="118" y="484"/>
                    </a:lnTo>
                    <a:lnTo>
                      <a:pt x="0" y="452"/>
                    </a:lnTo>
                    <a:lnTo>
                      <a:pt x="336" y="0"/>
                    </a:lnTo>
                    <a:lnTo>
                      <a:pt x="336" y="152"/>
                    </a:lnTo>
                    <a:lnTo>
                      <a:pt x="336" y="194"/>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41052" name="Freeform 58"/>
              <p:cNvSpPr>
                <a:spLocks/>
              </p:cNvSpPr>
              <p:nvPr/>
            </p:nvSpPr>
            <p:spPr bwMode="auto">
              <a:xfrm>
                <a:off x="2757" y="2124"/>
                <a:ext cx="509" cy="339"/>
              </a:xfrm>
              <a:custGeom>
                <a:avLst/>
                <a:gdLst>
                  <a:gd name="T0" fmla="*/ 0 w 506"/>
                  <a:gd name="T1" fmla="*/ 0 h 345"/>
                  <a:gd name="T2" fmla="*/ 1 w 506"/>
                  <a:gd name="T3" fmla="*/ 198 h 345"/>
                  <a:gd name="T4" fmla="*/ 514 w 506"/>
                  <a:gd name="T5" fmla="*/ 326 h 345"/>
                  <a:gd name="T6" fmla="*/ 513 w 506"/>
                  <a:gd name="T7" fmla="*/ 124 h 345"/>
                  <a:gd name="T8" fmla="*/ 0 60000 65536"/>
                  <a:gd name="T9" fmla="*/ 0 60000 65536"/>
                  <a:gd name="T10" fmla="*/ 0 60000 65536"/>
                  <a:gd name="T11" fmla="*/ 0 60000 65536"/>
                  <a:gd name="T12" fmla="*/ 0 w 506"/>
                  <a:gd name="T13" fmla="*/ 0 h 345"/>
                  <a:gd name="T14" fmla="*/ 506 w 506"/>
                  <a:gd name="T15" fmla="*/ 345 h 345"/>
                </a:gdLst>
                <a:ahLst/>
                <a:cxnLst>
                  <a:cxn ang="T8">
                    <a:pos x="T0" y="T1"/>
                  </a:cxn>
                  <a:cxn ang="T9">
                    <a:pos x="T2" y="T3"/>
                  </a:cxn>
                  <a:cxn ang="T10">
                    <a:pos x="T4" y="T5"/>
                  </a:cxn>
                  <a:cxn ang="T11">
                    <a:pos x="T6" y="T7"/>
                  </a:cxn>
                </a:cxnLst>
                <a:rect l="T12" t="T13" r="T14" b="T15"/>
                <a:pathLst>
                  <a:path w="506" h="345">
                    <a:moveTo>
                      <a:pt x="0" y="0"/>
                    </a:moveTo>
                    <a:lnTo>
                      <a:pt x="1" y="209"/>
                    </a:lnTo>
                    <a:lnTo>
                      <a:pt x="505" y="344"/>
                    </a:lnTo>
                    <a:lnTo>
                      <a:pt x="504" y="130"/>
                    </a:lnTo>
                  </a:path>
                </a:pathLst>
              </a:custGeom>
              <a:solidFill>
                <a:srgbClr val="FC2C1C"/>
              </a:solidFill>
              <a:ln w="12700" cap="rnd" cmpd="sng">
                <a:solidFill>
                  <a:schemeClr val="bg2"/>
                </a:solidFill>
                <a:prstDash val="solid"/>
                <a:round/>
                <a:headEnd type="none" w="med" len="med"/>
                <a:tailEnd type="none" w="med" len="med"/>
              </a:ln>
            </p:spPr>
            <p:txBody>
              <a:bodyPr/>
              <a:lstStyle/>
              <a:p>
                <a:endParaRPr lang="fr-FR"/>
              </a:p>
            </p:txBody>
          </p:sp>
          <p:sp>
            <p:nvSpPr>
              <p:cNvPr id="41053" name="AutoShape 59"/>
              <p:cNvSpPr>
                <a:spLocks noChangeArrowheads="1"/>
              </p:cNvSpPr>
              <p:nvPr/>
            </p:nvSpPr>
            <p:spPr bwMode="auto">
              <a:xfrm rot="16200000" flipH="1">
                <a:off x="3067" y="1967"/>
                <a:ext cx="693" cy="306"/>
              </a:xfrm>
              <a:prstGeom prst="parallelogram">
                <a:avLst>
                  <a:gd name="adj" fmla="val 156202"/>
                </a:avLst>
              </a:prstGeom>
              <a:solidFill>
                <a:srgbClr val="FC2C1C"/>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grpSp>
          <p:nvGrpSpPr>
            <p:cNvPr id="41018" name="Group 46"/>
            <p:cNvGrpSpPr>
              <a:grpSpLocks/>
            </p:cNvGrpSpPr>
            <p:nvPr/>
          </p:nvGrpSpPr>
          <p:grpSpPr bwMode="auto">
            <a:xfrm rot="-223274">
              <a:off x="1189" y="3180"/>
              <a:ext cx="667" cy="657"/>
              <a:chOff x="2757" y="1666"/>
              <a:chExt cx="812" cy="800"/>
            </a:xfrm>
          </p:grpSpPr>
          <p:sp>
            <p:nvSpPr>
              <p:cNvPr id="41042" name="Freeform 47"/>
              <p:cNvSpPr>
                <a:spLocks/>
              </p:cNvSpPr>
              <p:nvPr/>
            </p:nvSpPr>
            <p:spPr bwMode="auto">
              <a:xfrm>
                <a:off x="2762" y="1667"/>
                <a:ext cx="807" cy="584"/>
              </a:xfrm>
              <a:custGeom>
                <a:avLst/>
                <a:gdLst>
                  <a:gd name="T0" fmla="*/ 497 w 807"/>
                  <a:gd name="T1" fmla="*/ 583 h 584"/>
                  <a:gd name="T2" fmla="*/ 0 w 807"/>
                  <a:gd name="T3" fmla="*/ 452 h 584"/>
                  <a:gd name="T4" fmla="*/ 337 w 807"/>
                  <a:gd name="T5" fmla="*/ 0 h 584"/>
                  <a:gd name="T6" fmla="*/ 806 w 807"/>
                  <a:gd name="T7" fmla="*/ 98 h 584"/>
                  <a:gd name="T8" fmla="*/ 497 w 807"/>
                  <a:gd name="T9" fmla="*/ 583 h 584"/>
                  <a:gd name="T10" fmla="*/ 0 60000 65536"/>
                  <a:gd name="T11" fmla="*/ 0 60000 65536"/>
                  <a:gd name="T12" fmla="*/ 0 60000 65536"/>
                  <a:gd name="T13" fmla="*/ 0 60000 65536"/>
                  <a:gd name="T14" fmla="*/ 0 60000 65536"/>
                  <a:gd name="T15" fmla="*/ 0 w 807"/>
                  <a:gd name="T16" fmla="*/ 0 h 584"/>
                  <a:gd name="T17" fmla="*/ 807 w 807"/>
                  <a:gd name="T18" fmla="*/ 584 h 584"/>
                </a:gdLst>
                <a:ahLst/>
                <a:cxnLst>
                  <a:cxn ang="T10">
                    <a:pos x="T0" y="T1"/>
                  </a:cxn>
                  <a:cxn ang="T11">
                    <a:pos x="T2" y="T3"/>
                  </a:cxn>
                  <a:cxn ang="T12">
                    <a:pos x="T4" y="T5"/>
                  </a:cxn>
                  <a:cxn ang="T13">
                    <a:pos x="T6" y="T7"/>
                  </a:cxn>
                  <a:cxn ang="T14">
                    <a:pos x="T8" y="T9"/>
                  </a:cxn>
                </a:cxnLst>
                <a:rect l="T15" t="T16" r="T17" b="T18"/>
                <a:pathLst>
                  <a:path w="807" h="584">
                    <a:moveTo>
                      <a:pt x="497" y="583"/>
                    </a:moveTo>
                    <a:lnTo>
                      <a:pt x="0" y="452"/>
                    </a:lnTo>
                    <a:lnTo>
                      <a:pt x="337" y="0"/>
                    </a:lnTo>
                    <a:lnTo>
                      <a:pt x="806" y="98"/>
                    </a:lnTo>
                    <a:lnTo>
                      <a:pt x="497" y="583"/>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41043" name="Freeform 48"/>
              <p:cNvSpPr>
                <a:spLocks/>
              </p:cNvSpPr>
              <p:nvPr/>
            </p:nvSpPr>
            <p:spPr bwMode="auto">
              <a:xfrm>
                <a:off x="2882" y="1861"/>
                <a:ext cx="578" cy="384"/>
              </a:xfrm>
              <a:custGeom>
                <a:avLst/>
                <a:gdLst>
                  <a:gd name="T0" fmla="*/ 377 w 578"/>
                  <a:gd name="T1" fmla="*/ 383 h 384"/>
                  <a:gd name="T2" fmla="*/ 0 w 578"/>
                  <a:gd name="T3" fmla="*/ 291 h 384"/>
                  <a:gd name="T4" fmla="*/ 217 w 578"/>
                  <a:gd name="T5" fmla="*/ 0 h 384"/>
                  <a:gd name="T6" fmla="*/ 577 w 578"/>
                  <a:gd name="T7" fmla="*/ 74 h 384"/>
                  <a:gd name="T8" fmla="*/ 377 w 578"/>
                  <a:gd name="T9" fmla="*/ 383 h 384"/>
                  <a:gd name="T10" fmla="*/ 0 60000 65536"/>
                  <a:gd name="T11" fmla="*/ 0 60000 65536"/>
                  <a:gd name="T12" fmla="*/ 0 60000 65536"/>
                  <a:gd name="T13" fmla="*/ 0 60000 65536"/>
                  <a:gd name="T14" fmla="*/ 0 60000 65536"/>
                  <a:gd name="T15" fmla="*/ 0 w 578"/>
                  <a:gd name="T16" fmla="*/ 0 h 384"/>
                  <a:gd name="T17" fmla="*/ 578 w 578"/>
                  <a:gd name="T18" fmla="*/ 384 h 384"/>
                </a:gdLst>
                <a:ahLst/>
                <a:cxnLst>
                  <a:cxn ang="T10">
                    <a:pos x="T0" y="T1"/>
                  </a:cxn>
                  <a:cxn ang="T11">
                    <a:pos x="T2" y="T3"/>
                  </a:cxn>
                  <a:cxn ang="T12">
                    <a:pos x="T4" y="T5"/>
                  </a:cxn>
                  <a:cxn ang="T13">
                    <a:pos x="T6" y="T7"/>
                  </a:cxn>
                  <a:cxn ang="T14">
                    <a:pos x="T8" y="T9"/>
                  </a:cxn>
                </a:cxnLst>
                <a:rect l="T15" t="T16" r="T17" b="T18"/>
                <a:pathLst>
                  <a:path w="578" h="384">
                    <a:moveTo>
                      <a:pt x="377" y="383"/>
                    </a:moveTo>
                    <a:lnTo>
                      <a:pt x="0" y="291"/>
                    </a:lnTo>
                    <a:lnTo>
                      <a:pt x="217" y="0"/>
                    </a:lnTo>
                    <a:lnTo>
                      <a:pt x="577" y="74"/>
                    </a:lnTo>
                    <a:lnTo>
                      <a:pt x="377" y="383"/>
                    </a:lnTo>
                  </a:path>
                </a:pathLst>
              </a:custGeom>
              <a:solidFill>
                <a:srgbClr val="E22B00"/>
              </a:solidFill>
              <a:ln>
                <a:noFill/>
              </a:ln>
              <a:extLst>
                <a:ext uri="{91240B29-F687-4F45-9708-019B960494DF}">
                  <a14:hiddenLine xmlns:a14="http://schemas.microsoft.com/office/drawing/2010/main" w="12700" cap="rnd" cmpd="sng">
                    <a:solidFill>
                      <a:srgbClr val="000000"/>
                    </a:solidFill>
                    <a:prstDash val="solid"/>
                    <a:round/>
                    <a:headEnd type="none" w="med" len="med"/>
                    <a:tailEnd type="none" w="med" len="med"/>
                  </a14:hiddenLine>
                </a:ext>
              </a:extLst>
            </p:spPr>
            <p:txBody>
              <a:bodyPr/>
              <a:lstStyle/>
              <a:p>
                <a:endParaRPr lang="fr-FR"/>
              </a:p>
            </p:txBody>
          </p:sp>
          <p:sp>
            <p:nvSpPr>
              <p:cNvPr id="41044" name="Line 49"/>
              <p:cNvSpPr>
                <a:spLocks noChangeShapeType="1"/>
              </p:cNvSpPr>
              <p:nvPr/>
            </p:nvSpPr>
            <p:spPr bwMode="auto">
              <a:xfrm>
                <a:off x="3102" y="1862"/>
                <a:ext cx="352" cy="7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fr-FR"/>
              </a:p>
            </p:txBody>
          </p:sp>
          <p:sp>
            <p:nvSpPr>
              <p:cNvPr id="41045" name="Freeform 50"/>
              <p:cNvSpPr>
                <a:spLocks/>
              </p:cNvSpPr>
              <p:nvPr/>
            </p:nvSpPr>
            <p:spPr bwMode="auto">
              <a:xfrm>
                <a:off x="2762" y="1666"/>
                <a:ext cx="337" cy="485"/>
              </a:xfrm>
              <a:custGeom>
                <a:avLst/>
                <a:gdLst>
                  <a:gd name="T0" fmla="*/ 336 w 337"/>
                  <a:gd name="T1" fmla="*/ 194 h 485"/>
                  <a:gd name="T2" fmla="*/ 118 w 337"/>
                  <a:gd name="T3" fmla="*/ 484 h 485"/>
                  <a:gd name="T4" fmla="*/ 0 w 337"/>
                  <a:gd name="T5" fmla="*/ 452 h 485"/>
                  <a:gd name="T6" fmla="*/ 336 w 337"/>
                  <a:gd name="T7" fmla="*/ 0 h 485"/>
                  <a:gd name="T8" fmla="*/ 336 w 337"/>
                  <a:gd name="T9" fmla="*/ 152 h 485"/>
                  <a:gd name="T10" fmla="*/ 336 w 337"/>
                  <a:gd name="T11" fmla="*/ 194 h 485"/>
                  <a:gd name="T12" fmla="*/ 0 60000 65536"/>
                  <a:gd name="T13" fmla="*/ 0 60000 65536"/>
                  <a:gd name="T14" fmla="*/ 0 60000 65536"/>
                  <a:gd name="T15" fmla="*/ 0 60000 65536"/>
                  <a:gd name="T16" fmla="*/ 0 60000 65536"/>
                  <a:gd name="T17" fmla="*/ 0 60000 65536"/>
                  <a:gd name="T18" fmla="*/ 0 w 337"/>
                  <a:gd name="T19" fmla="*/ 0 h 485"/>
                  <a:gd name="T20" fmla="*/ 337 w 337"/>
                  <a:gd name="T21" fmla="*/ 485 h 485"/>
                </a:gdLst>
                <a:ahLst/>
                <a:cxnLst>
                  <a:cxn ang="T12">
                    <a:pos x="T0" y="T1"/>
                  </a:cxn>
                  <a:cxn ang="T13">
                    <a:pos x="T2" y="T3"/>
                  </a:cxn>
                  <a:cxn ang="T14">
                    <a:pos x="T4" y="T5"/>
                  </a:cxn>
                  <a:cxn ang="T15">
                    <a:pos x="T6" y="T7"/>
                  </a:cxn>
                  <a:cxn ang="T16">
                    <a:pos x="T8" y="T9"/>
                  </a:cxn>
                  <a:cxn ang="T17">
                    <a:pos x="T10" y="T11"/>
                  </a:cxn>
                </a:cxnLst>
                <a:rect l="T18" t="T19" r="T20" b="T21"/>
                <a:pathLst>
                  <a:path w="337" h="485">
                    <a:moveTo>
                      <a:pt x="336" y="194"/>
                    </a:moveTo>
                    <a:lnTo>
                      <a:pt x="118" y="484"/>
                    </a:lnTo>
                    <a:lnTo>
                      <a:pt x="0" y="452"/>
                    </a:lnTo>
                    <a:lnTo>
                      <a:pt x="336" y="0"/>
                    </a:lnTo>
                    <a:lnTo>
                      <a:pt x="336" y="152"/>
                    </a:lnTo>
                    <a:lnTo>
                      <a:pt x="336" y="194"/>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41046" name="Freeform 51"/>
              <p:cNvSpPr>
                <a:spLocks/>
              </p:cNvSpPr>
              <p:nvPr/>
            </p:nvSpPr>
            <p:spPr bwMode="auto">
              <a:xfrm>
                <a:off x="2757" y="2124"/>
                <a:ext cx="509" cy="339"/>
              </a:xfrm>
              <a:custGeom>
                <a:avLst/>
                <a:gdLst>
                  <a:gd name="T0" fmla="*/ 0 w 506"/>
                  <a:gd name="T1" fmla="*/ 0 h 345"/>
                  <a:gd name="T2" fmla="*/ 1 w 506"/>
                  <a:gd name="T3" fmla="*/ 198 h 345"/>
                  <a:gd name="T4" fmla="*/ 514 w 506"/>
                  <a:gd name="T5" fmla="*/ 326 h 345"/>
                  <a:gd name="T6" fmla="*/ 513 w 506"/>
                  <a:gd name="T7" fmla="*/ 124 h 345"/>
                  <a:gd name="T8" fmla="*/ 0 60000 65536"/>
                  <a:gd name="T9" fmla="*/ 0 60000 65536"/>
                  <a:gd name="T10" fmla="*/ 0 60000 65536"/>
                  <a:gd name="T11" fmla="*/ 0 60000 65536"/>
                  <a:gd name="T12" fmla="*/ 0 w 506"/>
                  <a:gd name="T13" fmla="*/ 0 h 345"/>
                  <a:gd name="T14" fmla="*/ 506 w 506"/>
                  <a:gd name="T15" fmla="*/ 345 h 345"/>
                </a:gdLst>
                <a:ahLst/>
                <a:cxnLst>
                  <a:cxn ang="T8">
                    <a:pos x="T0" y="T1"/>
                  </a:cxn>
                  <a:cxn ang="T9">
                    <a:pos x="T2" y="T3"/>
                  </a:cxn>
                  <a:cxn ang="T10">
                    <a:pos x="T4" y="T5"/>
                  </a:cxn>
                  <a:cxn ang="T11">
                    <a:pos x="T6" y="T7"/>
                  </a:cxn>
                </a:cxnLst>
                <a:rect l="T12" t="T13" r="T14" b="T15"/>
                <a:pathLst>
                  <a:path w="506" h="345">
                    <a:moveTo>
                      <a:pt x="0" y="0"/>
                    </a:moveTo>
                    <a:lnTo>
                      <a:pt x="1" y="209"/>
                    </a:lnTo>
                    <a:lnTo>
                      <a:pt x="505" y="344"/>
                    </a:lnTo>
                    <a:lnTo>
                      <a:pt x="504" y="130"/>
                    </a:lnTo>
                  </a:path>
                </a:pathLst>
              </a:custGeom>
              <a:solidFill>
                <a:srgbClr val="FC2C1C"/>
              </a:solidFill>
              <a:ln w="12700" cap="rnd" cmpd="sng">
                <a:solidFill>
                  <a:schemeClr val="bg2"/>
                </a:solidFill>
                <a:prstDash val="solid"/>
                <a:round/>
                <a:headEnd type="none" w="med" len="med"/>
                <a:tailEnd type="none" w="med" len="med"/>
              </a:ln>
            </p:spPr>
            <p:txBody>
              <a:bodyPr/>
              <a:lstStyle/>
              <a:p>
                <a:endParaRPr lang="fr-FR"/>
              </a:p>
            </p:txBody>
          </p:sp>
          <p:sp>
            <p:nvSpPr>
              <p:cNvPr id="41047" name="AutoShape 52"/>
              <p:cNvSpPr>
                <a:spLocks noChangeArrowheads="1"/>
              </p:cNvSpPr>
              <p:nvPr/>
            </p:nvSpPr>
            <p:spPr bwMode="auto">
              <a:xfrm rot="16200000" flipH="1">
                <a:off x="3067" y="1967"/>
                <a:ext cx="693" cy="306"/>
              </a:xfrm>
              <a:prstGeom prst="parallelogram">
                <a:avLst>
                  <a:gd name="adj" fmla="val 156202"/>
                </a:avLst>
              </a:prstGeom>
              <a:solidFill>
                <a:srgbClr val="FC2C1C"/>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grpSp>
          <p:nvGrpSpPr>
            <p:cNvPr id="41019" name="Group 23"/>
            <p:cNvGrpSpPr>
              <a:grpSpLocks/>
            </p:cNvGrpSpPr>
            <p:nvPr/>
          </p:nvGrpSpPr>
          <p:grpSpPr bwMode="auto">
            <a:xfrm rot="-223274">
              <a:off x="1168" y="2989"/>
              <a:ext cx="667" cy="657"/>
              <a:chOff x="2757" y="1666"/>
              <a:chExt cx="812" cy="800"/>
            </a:xfrm>
          </p:grpSpPr>
          <p:sp>
            <p:nvSpPr>
              <p:cNvPr id="41036" name="Freeform 11"/>
              <p:cNvSpPr>
                <a:spLocks/>
              </p:cNvSpPr>
              <p:nvPr/>
            </p:nvSpPr>
            <p:spPr bwMode="auto">
              <a:xfrm>
                <a:off x="2762" y="1667"/>
                <a:ext cx="807" cy="584"/>
              </a:xfrm>
              <a:custGeom>
                <a:avLst/>
                <a:gdLst>
                  <a:gd name="T0" fmla="*/ 497 w 807"/>
                  <a:gd name="T1" fmla="*/ 583 h 584"/>
                  <a:gd name="T2" fmla="*/ 0 w 807"/>
                  <a:gd name="T3" fmla="*/ 452 h 584"/>
                  <a:gd name="T4" fmla="*/ 337 w 807"/>
                  <a:gd name="T5" fmla="*/ 0 h 584"/>
                  <a:gd name="T6" fmla="*/ 806 w 807"/>
                  <a:gd name="T7" fmla="*/ 98 h 584"/>
                  <a:gd name="T8" fmla="*/ 497 w 807"/>
                  <a:gd name="T9" fmla="*/ 583 h 584"/>
                  <a:gd name="T10" fmla="*/ 0 60000 65536"/>
                  <a:gd name="T11" fmla="*/ 0 60000 65536"/>
                  <a:gd name="T12" fmla="*/ 0 60000 65536"/>
                  <a:gd name="T13" fmla="*/ 0 60000 65536"/>
                  <a:gd name="T14" fmla="*/ 0 60000 65536"/>
                  <a:gd name="T15" fmla="*/ 0 w 807"/>
                  <a:gd name="T16" fmla="*/ 0 h 584"/>
                  <a:gd name="T17" fmla="*/ 807 w 807"/>
                  <a:gd name="T18" fmla="*/ 584 h 584"/>
                </a:gdLst>
                <a:ahLst/>
                <a:cxnLst>
                  <a:cxn ang="T10">
                    <a:pos x="T0" y="T1"/>
                  </a:cxn>
                  <a:cxn ang="T11">
                    <a:pos x="T2" y="T3"/>
                  </a:cxn>
                  <a:cxn ang="T12">
                    <a:pos x="T4" y="T5"/>
                  </a:cxn>
                  <a:cxn ang="T13">
                    <a:pos x="T6" y="T7"/>
                  </a:cxn>
                  <a:cxn ang="T14">
                    <a:pos x="T8" y="T9"/>
                  </a:cxn>
                </a:cxnLst>
                <a:rect l="T15" t="T16" r="T17" b="T18"/>
                <a:pathLst>
                  <a:path w="807" h="584">
                    <a:moveTo>
                      <a:pt x="497" y="583"/>
                    </a:moveTo>
                    <a:lnTo>
                      <a:pt x="0" y="452"/>
                    </a:lnTo>
                    <a:lnTo>
                      <a:pt x="337" y="0"/>
                    </a:lnTo>
                    <a:lnTo>
                      <a:pt x="806" y="98"/>
                    </a:lnTo>
                    <a:lnTo>
                      <a:pt x="497" y="583"/>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41037" name="Freeform 5"/>
              <p:cNvSpPr>
                <a:spLocks/>
              </p:cNvSpPr>
              <p:nvPr/>
            </p:nvSpPr>
            <p:spPr bwMode="auto">
              <a:xfrm>
                <a:off x="2882" y="1861"/>
                <a:ext cx="578" cy="384"/>
              </a:xfrm>
              <a:custGeom>
                <a:avLst/>
                <a:gdLst>
                  <a:gd name="T0" fmla="*/ 377 w 578"/>
                  <a:gd name="T1" fmla="*/ 383 h 384"/>
                  <a:gd name="T2" fmla="*/ 0 w 578"/>
                  <a:gd name="T3" fmla="*/ 291 h 384"/>
                  <a:gd name="T4" fmla="*/ 217 w 578"/>
                  <a:gd name="T5" fmla="*/ 0 h 384"/>
                  <a:gd name="T6" fmla="*/ 577 w 578"/>
                  <a:gd name="T7" fmla="*/ 74 h 384"/>
                  <a:gd name="T8" fmla="*/ 377 w 578"/>
                  <a:gd name="T9" fmla="*/ 383 h 384"/>
                  <a:gd name="T10" fmla="*/ 0 60000 65536"/>
                  <a:gd name="T11" fmla="*/ 0 60000 65536"/>
                  <a:gd name="T12" fmla="*/ 0 60000 65536"/>
                  <a:gd name="T13" fmla="*/ 0 60000 65536"/>
                  <a:gd name="T14" fmla="*/ 0 60000 65536"/>
                  <a:gd name="T15" fmla="*/ 0 w 578"/>
                  <a:gd name="T16" fmla="*/ 0 h 384"/>
                  <a:gd name="T17" fmla="*/ 578 w 578"/>
                  <a:gd name="T18" fmla="*/ 384 h 384"/>
                </a:gdLst>
                <a:ahLst/>
                <a:cxnLst>
                  <a:cxn ang="T10">
                    <a:pos x="T0" y="T1"/>
                  </a:cxn>
                  <a:cxn ang="T11">
                    <a:pos x="T2" y="T3"/>
                  </a:cxn>
                  <a:cxn ang="T12">
                    <a:pos x="T4" y="T5"/>
                  </a:cxn>
                  <a:cxn ang="T13">
                    <a:pos x="T6" y="T7"/>
                  </a:cxn>
                  <a:cxn ang="T14">
                    <a:pos x="T8" y="T9"/>
                  </a:cxn>
                </a:cxnLst>
                <a:rect l="T15" t="T16" r="T17" b="T18"/>
                <a:pathLst>
                  <a:path w="578" h="384">
                    <a:moveTo>
                      <a:pt x="377" y="383"/>
                    </a:moveTo>
                    <a:lnTo>
                      <a:pt x="0" y="291"/>
                    </a:lnTo>
                    <a:lnTo>
                      <a:pt x="217" y="0"/>
                    </a:lnTo>
                    <a:lnTo>
                      <a:pt x="577" y="74"/>
                    </a:lnTo>
                    <a:lnTo>
                      <a:pt x="377" y="383"/>
                    </a:lnTo>
                  </a:path>
                </a:pathLst>
              </a:custGeom>
              <a:solidFill>
                <a:srgbClr val="E22B00"/>
              </a:solidFill>
              <a:ln>
                <a:noFill/>
              </a:ln>
              <a:extLst>
                <a:ext uri="{91240B29-F687-4F45-9708-019B960494DF}">
                  <a14:hiddenLine xmlns:a14="http://schemas.microsoft.com/office/drawing/2010/main" w="12700" cap="rnd" cmpd="sng">
                    <a:solidFill>
                      <a:srgbClr val="000000"/>
                    </a:solidFill>
                    <a:prstDash val="solid"/>
                    <a:round/>
                    <a:headEnd type="none" w="med" len="med"/>
                    <a:tailEnd type="none" w="med" len="med"/>
                  </a14:hiddenLine>
                </a:ext>
              </a:extLst>
            </p:spPr>
            <p:txBody>
              <a:bodyPr/>
              <a:lstStyle/>
              <a:p>
                <a:endParaRPr lang="fr-FR"/>
              </a:p>
            </p:txBody>
          </p:sp>
          <p:sp>
            <p:nvSpPr>
              <p:cNvPr id="41038" name="Line 8"/>
              <p:cNvSpPr>
                <a:spLocks noChangeShapeType="1"/>
              </p:cNvSpPr>
              <p:nvPr/>
            </p:nvSpPr>
            <p:spPr bwMode="auto">
              <a:xfrm>
                <a:off x="3102" y="1862"/>
                <a:ext cx="352" cy="7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fr-FR"/>
              </a:p>
            </p:txBody>
          </p:sp>
          <p:sp>
            <p:nvSpPr>
              <p:cNvPr id="41039" name="Freeform 12"/>
              <p:cNvSpPr>
                <a:spLocks/>
              </p:cNvSpPr>
              <p:nvPr/>
            </p:nvSpPr>
            <p:spPr bwMode="auto">
              <a:xfrm>
                <a:off x="2762" y="1666"/>
                <a:ext cx="337" cy="485"/>
              </a:xfrm>
              <a:custGeom>
                <a:avLst/>
                <a:gdLst>
                  <a:gd name="T0" fmla="*/ 336 w 337"/>
                  <a:gd name="T1" fmla="*/ 194 h 485"/>
                  <a:gd name="T2" fmla="*/ 118 w 337"/>
                  <a:gd name="T3" fmla="*/ 484 h 485"/>
                  <a:gd name="T4" fmla="*/ 0 w 337"/>
                  <a:gd name="T5" fmla="*/ 452 h 485"/>
                  <a:gd name="T6" fmla="*/ 336 w 337"/>
                  <a:gd name="T7" fmla="*/ 0 h 485"/>
                  <a:gd name="T8" fmla="*/ 336 w 337"/>
                  <a:gd name="T9" fmla="*/ 152 h 485"/>
                  <a:gd name="T10" fmla="*/ 336 w 337"/>
                  <a:gd name="T11" fmla="*/ 194 h 485"/>
                  <a:gd name="T12" fmla="*/ 0 60000 65536"/>
                  <a:gd name="T13" fmla="*/ 0 60000 65536"/>
                  <a:gd name="T14" fmla="*/ 0 60000 65536"/>
                  <a:gd name="T15" fmla="*/ 0 60000 65536"/>
                  <a:gd name="T16" fmla="*/ 0 60000 65536"/>
                  <a:gd name="T17" fmla="*/ 0 60000 65536"/>
                  <a:gd name="T18" fmla="*/ 0 w 337"/>
                  <a:gd name="T19" fmla="*/ 0 h 485"/>
                  <a:gd name="T20" fmla="*/ 337 w 337"/>
                  <a:gd name="T21" fmla="*/ 485 h 485"/>
                </a:gdLst>
                <a:ahLst/>
                <a:cxnLst>
                  <a:cxn ang="T12">
                    <a:pos x="T0" y="T1"/>
                  </a:cxn>
                  <a:cxn ang="T13">
                    <a:pos x="T2" y="T3"/>
                  </a:cxn>
                  <a:cxn ang="T14">
                    <a:pos x="T4" y="T5"/>
                  </a:cxn>
                  <a:cxn ang="T15">
                    <a:pos x="T6" y="T7"/>
                  </a:cxn>
                  <a:cxn ang="T16">
                    <a:pos x="T8" y="T9"/>
                  </a:cxn>
                  <a:cxn ang="T17">
                    <a:pos x="T10" y="T11"/>
                  </a:cxn>
                </a:cxnLst>
                <a:rect l="T18" t="T19" r="T20" b="T21"/>
                <a:pathLst>
                  <a:path w="337" h="485">
                    <a:moveTo>
                      <a:pt x="336" y="194"/>
                    </a:moveTo>
                    <a:lnTo>
                      <a:pt x="118" y="484"/>
                    </a:lnTo>
                    <a:lnTo>
                      <a:pt x="0" y="452"/>
                    </a:lnTo>
                    <a:lnTo>
                      <a:pt x="336" y="0"/>
                    </a:lnTo>
                    <a:lnTo>
                      <a:pt x="336" y="152"/>
                    </a:lnTo>
                    <a:lnTo>
                      <a:pt x="336" y="194"/>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41040" name="Freeform 6"/>
              <p:cNvSpPr>
                <a:spLocks/>
              </p:cNvSpPr>
              <p:nvPr/>
            </p:nvSpPr>
            <p:spPr bwMode="auto">
              <a:xfrm>
                <a:off x="2757" y="2124"/>
                <a:ext cx="509" cy="339"/>
              </a:xfrm>
              <a:custGeom>
                <a:avLst/>
                <a:gdLst>
                  <a:gd name="T0" fmla="*/ 0 w 506"/>
                  <a:gd name="T1" fmla="*/ 0 h 345"/>
                  <a:gd name="T2" fmla="*/ 1 w 506"/>
                  <a:gd name="T3" fmla="*/ 198 h 345"/>
                  <a:gd name="T4" fmla="*/ 514 w 506"/>
                  <a:gd name="T5" fmla="*/ 326 h 345"/>
                  <a:gd name="T6" fmla="*/ 513 w 506"/>
                  <a:gd name="T7" fmla="*/ 124 h 345"/>
                  <a:gd name="T8" fmla="*/ 0 60000 65536"/>
                  <a:gd name="T9" fmla="*/ 0 60000 65536"/>
                  <a:gd name="T10" fmla="*/ 0 60000 65536"/>
                  <a:gd name="T11" fmla="*/ 0 60000 65536"/>
                  <a:gd name="T12" fmla="*/ 0 w 506"/>
                  <a:gd name="T13" fmla="*/ 0 h 345"/>
                  <a:gd name="T14" fmla="*/ 506 w 506"/>
                  <a:gd name="T15" fmla="*/ 345 h 345"/>
                </a:gdLst>
                <a:ahLst/>
                <a:cxnLst>
                  <a:cxn ang="T8">
                    <a:pos x="T0" y="T1"/>
                  </a:cxn>
                  <a:cxn ang="T9">
                    <a:pos x="T2" y="T3"/>
                  </a:cxn>
                  <a:cxn ang="T10">
                    <a:pos x="T4" y="T5"/>
                  </a:cxn>
                  <a:cxn ang="T11">
                    <a:pos x="T6" y="T7"/>
                  </a:cxn>
                </a:cxnLst>
                <a:rect l="T12" t="T13" r="T14" b="T15"/>
                <a:pathLst>
                  <a:path w="506" h="345">
                    <a:moveTo>
                      <a:pt x="0" y="0"/>
                    </a:moveTo>
                    <a:lnTo>
                      <a:pt x="1" y="209"/>
                    </a:lnTo>
                    <a:lnTo>
                      <a:pt x="505" y="344"/>
                    </a:lnTo>
                    <a:lnTo>
                      <a:pt x="504" y="130"/>
                    </a:lnTo>
                  </a:path>
                </a:pathLst>
              </a:custGeom>
              <a:solidFill>
                <a:srgbClr val="FC2C1C"/>
              </a:solidFill>
              <a:ln w="12700" cap="rnd" cmpd="sng">
                <a:solidFill>
                  <a:schemeClr val="bg2"/>
                </a:solidFill>
                <a:prstDash val="solid"/>
                <a:round/>
                <a:headEnd type="none" w="med" len="med"/>
                <a:tailEnd type="none" w="med" len="med"/>
              </a:ln>
            </p:spPr>
            <p:txBody>
              <a:bodyPr/>
              <a:lstStyle/>
              <a:p>
                <a:endParaRPr lang="fr-FR"/>
              </a:p>
            </p:txBody>
          </p:sp>
          <p:sp>
            <p:nvSpPr>
              <p:cNvPr id="41041" name="AutoShape 22"/>
              <p:cNvSpPr>
                <a:spLocks noChangeArrowheads="1"/>
              </p:cNvSpPr>
              <p:nvPr/>
            </p:nvSpPr>
            <p:spPr bwMode="auto">
              <a:xfrm rot="16200000" flipH="1">
                <a:off x="3067" y="1967"/>
                <a:ext cx="693" cy="306"/>
              </a:xfrm>
              <a:prstGeom prst="parallelogram">
                <a:avLst>
                  <a:gd name="adj" fmla="val 156202"/>
                </a:avLst>
              </a:prstGeom>
              <a:solidFill>
                <a:srgbClr val="FC2C1C"/>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sp>
          <p:nvSpPr>
            <p:cNvPr id="41020" name="Rectangle 24"/>
            <p:cNvSpPr>
              <a:spLocks noChangeArrowheads="1"/>
            </p:cNvSpPr>
            <p:nvPr/>
          </p:nvSpPr>
          <p:spPr bwMode="auto">
            <a:xfrm>
              <a:off x="852" y="2384"/>
              <a:ext cx="212" cy="321"/>
            </a:xfrm>
            <a:prstGeom prst="rect">
              <a:avLst/>
            </a:prstGeom>
            <a:solidFill>
              <a:srgbClr val="FFFF00"/>
            </a:solidFill>
            <a:ln w="9525">
              <a:solidFill>
                <a:schemeClr val="bg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41021" name="Rectangle 25"/>
            <p:cNvSpPr>
              <a:spLocks noChangeArrowheads="1"/>
            </p:cNvSpPr>
            <p:nvPr/>
          </p:nvSpPr>
          <p:spPr bwMode="auto">
            <a:xfrm>
              <a:off x="1431" y="2172"/>
              <a:ext cx="169" cy="406"/>
            </a:xfrm>
            <a:prstGeom prst="rect">
              <a:avLst/>
            </a:prstGeom>
            <a:solidFill>
              <a:srgbClr val="0066FF"/>
            </a:solidFill>
            <a:ln w="9525">
              <a:solidFill>
                <a:schemeClr val="tx1"/>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41022" name="Oval 28"/>
            <p:cNvSpPr>
              <a:spLocks noChangeArrowheads="1"/>
            </p:cNvSpPr>
            <p:nvPr/>
          </p:nvSpPr>
          <p:spPr bwMode="auto">
            <a:xfrm>
              <a:off x="1934" y="2370"/>
              <a:ext cx="271" cy="295"/>
            </a:xfrm>
            <a:prstGeom prst="ellipse">
              <a:avLst/>
            </a:prstGeom>
            <a:solidFill>
              <a:srgbClr val="00FF00"/>
            </a:solidFill>
            <a:ln w="9525">
              <a:solidFill>
                <a:schemeClr val="tx1"/>
              </a:solidFill>
              <a:round/>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41023" name="Text Box 30"/>
            <p:cNvSpPr txBox="1">
              <a:spLocks noChangeArrowheads="1"/>
            </p:cNvSpPr>
            <p:nvPr/>
          </p:nvSpPr>
          <p:spPr bwMode="auto">
            <a:xfrm>
              <a:off x="1313" y="1932"/>
              <a:ext cx="494" cy="1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b">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a:spcBef>
                  <a:spcPct val="0"/>
                </a:spcBef>
                <a:buFontTx/>
                <a:buNone/>
              </a:pPr>
              <a:r>
                <a:rPr kumimoji="1" lang="fr-FR" altLang="fr-FR" sz="1400">
                  <a:solidFill>
                    <a:schemeClr val="tx2"/>
                  </a:solidFill>
                </a:rPr>
                <a:t>1 carter</a:t>
              </a:r>
            </a:p>
          </p:txBody>
        </p:sp>
        <p:sp>
          <p:nvSpPr>
            <p:cNvPr id="41024" name="Text Box 31"/>
            <p:cNvSpPr txBox="1">
              <a:spLocks noChangeArrowheads="1"/>
            </p:cNvSpPr>
            <p:nvPr/>
          </p:nvSpPr>
          <p:spPr bwMode="auto">
            <a:xfrm>
              <a:off x="469" y="2110"/>
              <a:ext cx="742" cy="1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b">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a:spcBef>
                  <a:spcPct val="0"/>
                </a:spcBef>
                <a:buFontTx/>
                <a:buNone/>
              </a:pPr>
              <a:r>
                <a:rPr kumimoji="1" lang="fr-FR" altLang="fr-FR" sz="1400">
                  <a:solidFill>
                    <a:schemeClr val="tx2"/>
                  </a:solidFill>
                </a:rPr>
                <a:t>1 engrenage</a:t>
              </a:r>
            </a:p>
          </p:txBody>
        </p:sp>
        <p:sp>
          <p:nvSpPr>
            <p:cNvPr id="41025" name="Text Box 32"/>
            <p:cNvSpPr txBox="1">
              <a:spLocks noChangeArrowheads="1"/>
            </p:cNvSpPr>
            <p:nvPr/>
          </p:nvSpPr>
          <p:spPr bwMode="auto">
            <a:xfrm>
              <a:off x="1948" y="2014"/>
              <a:ext cx="674" cy="3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b">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a:spcBef>
                  <a:spcPct val="0"/>
                </a:spcBef>
                <a:buFontTx/>
                <a:buNone/>
              </a:pPr>
              <a:r>
                <a:rPr kumimoji="1" lang="fr-FR" altLang="fr-FR" sz="1400">
                  <a:solidFill>
                    <a:schemeClr val="tx2"/>
                  </a:solidFill>
                </a:rPr>
                <a:t>1 couronne</a:t>
              </a:r>
              <a:br>
                <a:rPr kumimoji="1" lang="fr-FR" altLang="fr-FR" sz="1400">
                  <a:solidFill>
                    <a:schemeClr val="tx2"/>
                  </a:solidFill>
                </a:rPr>
              </a:br>
              <a:r>
                <a:rPr kumimoji="1" lang="fr-FR" altLang="fr-FR" sz="1400">
                  <a:solidFill>
                    <a:schemeClr val="tx2"/>
                  </a:solidFill>
                </a:rPr>
                <a:t>(ph. B)</a:t>
              </a:r>
            </a:p>
          </p:txBody>
        </p:sp>
        <p:sp>
          <p:nvSpPr>
            <p:cNvPr id="41026" name="Line 33"/>
            <p:cNvSpPr>
              <a:spLocks noChangeShapeType="1"/>
            </p:cNvSpPr>
            <p:nvPr/>
          </p:nvSpPr>
          <p:spPr bwMode="auto">
            <a:xfrm>
              <a:off x="1157" y="2704"/>
              <a:ext cx="221" cy="221"/>
            </a:xfrm>
            <a:prstGeom prst="line">
              <a:avLst/>
            </a:prstGeom>
            <a:noFill/>
            <a:ln w="6350">
              <a:solidFill>
                <a:schemeClr val="tx2"/>
              </a:solidFill>
              <a:round/>
              <a:headEnd/>
              <a:tailEnd type="triangle" w="med" len="med"/>
            </a:ln>
            <a:extLst>
              <a:ext uri="{909E8E84-426E-40DD-AFC4-6F175D3DCCD1}">
                <a14:hiddenFill xmlns:a14="http://schemas.microsoft.com/office/drawing/2010/main">
                  <a:noFill/>
                </a14:hiddenFill>
              </a:ext>
            </a:extLst>
          </p:spPr>
          <p:txBody>
            <a:bodyPr wrap="none" anchor="ctr"/>
            <a:lstStyle/>
            <a:p>
              <a:endParaRPr lang="fr-FR"/>
            </a:p>
          </p:txBody>
        </p:sp>
        <p:sp>
          <p:nvSpPr>
            <p:cNvPr id="41027" name="Line 34"/>
            <p:cNvSpPr>
              <a:spLocks noChangeShapeType="1"/>
            </p:cNvSpPr>
            <p:nvPr/>
          </p:nvSpPr>
          <p:spPr bwMode="auto">
            <a:xfrm>
              <a:off x="1517" y="2604"/>
              <a:ext cx="0" cy="322"/>
            </a:xfrm>
            <a:prstGeom prst="line">
              <a:avLst/>
            </a:prstGeom>
            <a:noFill/>
            <a:ln w="6350">
              <a:solidFill>
                <a:schemeClr val="tx2"/>
              </a:solidFill>
              <a:round/>
              <a:headEnd/>
              <a:tailEnd type="triangle" w="med" len="med"/>
            </a:ln>
            <a:extLst>
              <a:ext uri="{909E8E84-426E-40DD-AFC4-6F175D3DCCD1}">
                <a14:hiddenFill xmlns:a14="http://schemas.microsoft.com/office/drawing/2010/main">
                  <a:noFill/>
                </a14:hiddenFill>
              </a:ext>
            </a:extLst>
          </p:spPr>
          <p:txBody>
            <a:bodyPr wrap="none" anchor="ctr"/>
            <a:lstStyle/>
            <a:p>
              <a:endParaRPr lang="fr-FR"/>
            </a:p>
          </p:txBody>
        </p:sp>
        <p:sp>
          <p:nvSpPr>
            <p:cNvPr id="41028" name="Line 35"/>
            <p:cNvSpPr>
              <a:spLocks noChangeShapeType="1"/>
            </p:cNvSpPr>
            <p:nvPr/>
          </p:nvSpPr>
          <p:spPr bwMode="auto">
            <a:xfrm flipH="1">
              <a:off x="1639" y="2698"/>
              <a:ext cx="260" cy="238"/>
            </a:xfrm>
            <a:prstGeom prst="line">
              <a:avLst/>
            </a:prstGeom>
            <a:noFill/>
            <a:ln w="6350">
              <a:solidFill>
                <a:schemeClr val="tx2"/>
              </a:solidFill>
              <a:round/>
              <a:headEnd/>
              <a:tailEnd type="triangle" w="med" len="med"/>
            </a:ln>
            <a:extLst>
              <a:ext uri="{909E8E84-426E-40DD-AFC4-6F175D3DCCD1}">
                <a14:hiddenFill xmlns:a14="http://schemas.microsoft.com/office/drawing/2010/main">
                  <a:noFill/>
                </a14:hiddenFill>
              </a:ext>
            </a:extLst>
          </p:spPr>
          <p:txBody>
            <a:bodyPr wrap="none" anchor="ctr"/>
            <a:lstStyle/>
            <a:p>
              <a:endParaRPr lang="fr-FR"/>
            </a:p>
          </p:txBody>
        </p:sp>
        <p:sp>
          <p:nvSpPr>
            <p:cNvPr id="41029" name="Text Box 36"/>
            <p:cNvSpPr txBox="1">
              <a:spLocks noChangeArrowheads="1"/>
            </p:cNvSpPr>
            <p:nvPr/>
          </p:nvSpPr>
          <p:spPr bwMode="auto">
            <a:xfrm>
              <a:off x="599" y="1486"/>
              <a:ext cx="1647" cy="36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1600"/>
                <a:t>On ne range </a:t>
              </a:r>
              <a:r>
                <a:rPr lang="fr-FR" altLang="fr-FR" sz="1600">
                  <a:solidFill>
                    <a:srgbClr val="FC2C1C"/>
                  </a:solidFill>
                </a:rPr>
                <a:t>qu’un seul produit fini</a:t>
              </a:r>
              <a:r>
                <a:rPr lang="fr-FR" altLang="fr-FR" sz="1600"/>
                <a:t> par conteneur</a:t>
              </a:r>
            </a:p>
          </p:txBody>
        </p:sp>
        <p:sp>
          <p:nvSpPr>
            <p:cNvPr id="41030" name="AutoShape 61"/>
            <p:cNvSpPr>
              <a:spLocks noChangeArrowheads="1"/>
            </p:cNvSpPr>
            <p:nvPr/>
          </p:nvSpPr>
          <p:spPr bwMode="auto">
            <a:xfrm rot="669280">
              <a:off x="1320" y="3227"/>
              <a:ext cx="194" cy="144"/>
            </a:xfrm>
            <a:prstGeom prst="parallelogram">
              <a:avLst>
                <a:gd name="adj" fmla="val 33681"/>
              </a:avLst>
            </a:prstGeom>
            <a:solidFill>
              <a:srgbClr val="FFFF00"/>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41031" name="AutoShape 62"/>
            <p:cNvSpPr>
              <a:spLocks noChangeArrowheads="1"/>
            </p:cNvSpPr>
            <p:nvPr/>
          </p:nvSpPr>
          <p:spPr bwMode="auto">
            <a:xfrm rot="2337505">
              <a:off x="1443" y="3165"/>
              <a:ext cx="177" cy="266"/>
            </a:xfrm>
            <a:prstGeom prst="parallelogram">
              <a:avLst>
                <a:gd name="adj" fmla="val 25000"/>
              </a:avLst>
            </a:prstGeom>
            <a:solidFill>
              <a:schemeClr val="accent2"/>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41032" name="Oval 63"/>
            <p:cNvSpPr>
              <a:spLocks noChangeArrowheads="1"/>
            </p:cNvSpPr>
            <p:nvPr/>
          </p:nvSpPr>
          <p:spPr bwMode="auto">
            <a:xfrm rot="575549">
              <a:off x="1467" y="3283"/>
              <a:ext cx="164" cy="155"/>
            </a:xfrm>
            <a:prstGeom prst="ellipse">
              <a:avLst/>
            </a:prstGeom>
            <a:solidFill>
              <a:srgbClr val="00FF00"/>
            </a:solidFill>
            <a:ln w="9525" algn="ctr">
              <a:solidFill>
                <a:schemeClr val="tx1"/>
              </a:solidFill>
              <a:round/>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41033" name="Text Box 64"/>
            <p:cNvSpPr txBox="1">
              <a:spLocks noChangeArrowheads="1"/>
            </p:cNvSpPr>
            <p:nvPr/>
          </p:nvSpPr>
          <p:spPr bwMode="auto">
            <a:xfrm>
              <a:off x="766" y="728"/>
              <a:ext cx="1439" cy="44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squar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dirty="0">
                  <a:solidFill>
                    <a:schemeClr val="tx2"/>
                  </a:solidFill>
                </a:rPr>
                <a:t>Stock de</a:t>
              </a:r>
              <a:br>
                <a:rPr lang="fr-FR" altLang="fr-FR" dirty="0">
                  <a:solidFill>
                    <a:schemeClr val="tx2"/>
                  </a:solidFill>
                </a:rPr>
              </a:br>
              <a:r>
                <a:rPr lang="fr-FR" altLang="fr-FR" dirty="0">
                  <a:solidFill>
                    <a:srgbClr val="FC2C1C"/>
                  </a:solidFill>
                </a:rPr>
                <a:t>produits finis</a:t>
              </a:r>
            </a:p>
          </p:txBody>
        </p:sp>
        <p:sp>
          <p:nvSpPr>
            <p:cNvPr id="41035" name="Rectangle 131"/>
            <p:cNvSpPr>
              <a:spLocks noChangeArrowheads="1"/>
            </p:cNvSpPr>
            <p:nvPr/>
          </p:nvSpPr>
          <p:spPr bwMode="auto">
            <a:xfrm>
              <a:off x="182" y="604"/>
              <a:ext cx="2609" cy="3501"/>
            </a:xfrm>
            <a:prstGeom prst="rect">
              <a:avLst/>
            </a:prstGeom>
            <a:noFill/>
            <a:ln w="6350" algn="ctr">
              <a:solidFill>
                <a:schemeClr val="tx2"/>
              </a:solidFill>
              <a:prstDash val="lgDash"/>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grpSp>
        <p:nvGrpSpPr>
          <p:cNvPr id="40964" name="Group 181"/>
          <p:cNvGrpSpPr>
            <a:grpSpLocks/>
          </p:cNvGrpSpPr>
          <p:nvPr/>
        </p:nvGrpSpPr>
        <p:grpSpPr bwMode="auto">
          <a:xfrm>
            <a:off x="288925" y="850900"/>
            <a:ext cx="4237038" cy="5557838"/>
            <a:chOff x="3009" y="598"/>
            <a:chExt cx="2669" cy="3501"/>
          </a:xfrm>
        </p:grpSpPr>
        <p:grpSp>
          <p:nvGrpSpPr>
            <p:cNvPr id="40967" name="Group 116"/>
            <p:cNvGrpSpPr>
              <a:grpSpLocks/>
            </p:cNvGrpSpPr>
            <p:nvPr/>
          </p:nvGrpSpPr>
          <p:grpSpPr bwMode="auto">
            <a:xfrm rot="-223274">
              <a:off x="4687" y="3288"/>
              <a:ext cx="667" cy="657"/>
              <a:chOff x="2757" y="1666"/>
              <a:chExt cx="812" cy="800"/>
            </a:xfrm>
          </p:grpSpPr>
          <p:sp>
            <p:nvSpPr>
              <p:cNvPr id="41011" name="Freeform 117"/>
              <p:cNvSpPr>
                <a:spLocks/>
              </p:cNvSpPr>
              <p:nvPr/>
            </p:nvSpPr>
            <p:spPr bwMode="auto">
              <a:xfrm>
                <a:off x="2762" y="1667"/>
                <a:ext cx="807" cy="584"/>
              </a:xfrm>
              <a:custGeom>
                <a:avLst/>
                <a:gdLst>
                  <a:gd name="T0" fmla="*/ 497 w 807"/>
                  <a:gd name="T1" fmla="*/ 583 h 584"/>
                  <a:gd name="T2" fmla="*/ 0 w 807"/>
                  <a:gd name="T3" fmla="*/ 452 h 584"/>
                  <a:gd name="T4" fmla="*/ 337 w 807"/>
                  <a:gd name="T5" fmla="*/ 0 h 584"/>
                  <a:gd name="T6" fmla="*/ 806 w 807"/>
                  <a:gd name="T7" fmla="*/ 98 h 584"/>
                  <a:gd name="T8" fmla="*/ 497 w 807"/>
                  <a:gd name="T9" fmla="*/ 583 h 584"/>
                  <a:gd name="T10" fmla="*/ 0 60000 65536"/>
                  <a:gd name="T11" fmla="*/ 0 60000 65536"/>
                  <a:gd name="T12" fmla="*/ 0 60000 65536"/>
                  <a:gd name="T13" fmla="*/ 0 60000 65536"/>
                  <a:gd name="T14" fmla="*/ 0 60000 65536"/>
                  <a:gd name="T15" fmla="*/ 0 w 807"/>
                  <a:gd name="T16" fmla="*/ 0 h 584"/>
                  <a:gd name="T17" fmla="*/ 807 w 807"/>
                  <a:gd name="T18" fmla="*/ 584 h 584"/>
                </a:gdLst>
                <a:ahLst/>
                <a:cxnLst>
                  <a:cxn ang="T10">
                    <a:pos x="T0" y="T1"/>
                  </a:cxn>
                  <a:cxn ang="T11">
                    <a:pos x="T2" y="T3"/>
                  </a:cxn>
                  <a:cxn ang="T12">
                    <a:pos x="T4" y="T5"/>
                  </a:cxn>
                  <a:cxn ang="T13">
                    <a:pos x="T6" y="T7"/>
                  </a:cxn>
                  <a:cxn ang="T14">
                    <a:pos x="T8" y="T9"/>
                  </a:cxn>
                </a:cxnLst>
                <a:rect l="T15" t="T16" r="T17" b="T18"/>
                <a:pathLst>
                  <a:path w="807" h="584">
                    <a:moveTo>
                      <a:pt x="497" y="583"/>
                    </a:moveTo>
                    <a:lnTo>
                      <a:pt x="0" y="452"/>
                    </a:lnTo>
                    <a:lnTo>
                      <a:pt x="337" y="0"/>
                    </a:lnTo>
                    <a:lnTo>
                      <a:pt x="806" y="98"/>
                    </a:lnTo>
                    <a:lnTo>
                      <a:pt x="497" y="583"/>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41012" name="Freeform 118"/>
              <p:cNvSpPr>
                <a:spLocks/>
              </p:cNvSpPr>
              <p:nvPr/>
            </p:nvSpPr>
            <p:spPr bwMode="auto">
              <a:xfrm>
                <a:off x="2882" y="1861"/>
                <a:ext cx="578" cy="384"/>
              </a:xfrm>
              <a:custGeom>
                <a:avLst/>
                <a:gdLst>
                  <a:gd name="T0" fmla="*/ 377 w 578"/>
                  <a:gd name="T1" fmla="*/ 383 h 384"/>
                  <a:gd name="T2" fmla="*/ 0 w 578"/>
                  <a:gd name="T3" fmla="*/ 291 h 384"/>
                  <a:gd name="T4" fmla="*/ 217 w 578"/>
                  <a:gd name="T5" fmla="*/ 0 h 384"/>
                  <a:gd name="T6" fmla="*/ 577 w 578"/>
                  <a:gd name="T7" fmla="*/ 74 h 384"/>
                  <a:gd name="T8" fmla="*/ 377 w 578"/>
                  <a:gd name="T9" fmla="*/ 383 h 384"/>
                  <a:gd name="T10" fmla="*/ 0 60000 65536"/>
                  <a:gd name="T11" fmla="*/ 0 60000 65536"/>
                  <a:gd name="T12" fmla="*/ 0 60000 65536"/>
                  <a:gd name="T13" fmla="*/ 0 60000 65536"/>
                  <a:gd name="T14" fmla="*/ 0 60000 65536"/>
                  <a:gd name="T15" fmla="*/ 0 w 578"/>
                  <a:gd name="T16" fmla="*/ 0 h 384"/>
                  <a:gd name="T17" fmla="*/ 578 w 578"/>
                  <a:gd name="T18" fmla="*/ 384 h 384"/>
                </a:gdLst>
                <a:ahLst/>
                <a:cxnLst>
                  <a:cxn ang="T10">
                    <a:pos x="T0" y="T1"/>
                  </a:cxn>
                  <a:cxn ang="T11">
                    <a:pos x="T2" y="T3"/>
                  </a:cxn>
                  <a:cxn ang="T12">
                    <a:pos x="T4" y="T5"/>
                  </a:cxn>
                  <a:cxn ang="T13">
                    <a:pos x="T6" y="T7"/>
                  </a:cxn>
                  <a:cxn ang="T14">
                    <a:pos x="T8" y="T9"/>
                  </a:cxn>
                </a:cxnLst>
                <a:rect l="T15" t="T16" r="T17" b="T18"/>
                <a:pathLst>
                  <a:path w="578" h="384">
                    <a:moveTo>
                      <a:pt x="377" y="383"/>
                    </a:moveTo>
                    <a:lnTo>
                      <a:pt x="0" y="291"/>
                    </a:lnTo>
                    <a:lnTo>
                      <a:pt x="217" y="0"/>
                    </a:lnTo>
                    <a:lnTo>
                      <a:pt x="577" y="74"/>
                    </a:lnTo>
                    <a:lnTo>
                      <a:pt x="377" y="383"/>
                    </a:lnTo>
                  </a:path>
                </a:pathLst>
              </a:custGeom>
              <a:solidFill>
                <a:srgbClr val="E22B00"/>
              </a:solidFill>
              <a:ln>
                <a:noFill/>
              </a:ln>
              <a:extLst>
                <a:ext uri="{91240B29-F687-4F45-9708-019B960494DF}">
                  <a14:hiddenLine xmlns:a14="http://schemas.microsoft.com/office/drawing/2010/main" w="12700" cap="rnd" cmpd="sng">
                    <a:solidFill>
                      <a:srgbClr val="000000"/>
                    </a:solidFill>
                    <a:prstDash val="solid"/>
                    <a:round/>
                    <a:headEnd type="none" w="med" len="med"/>
                    <a:tailEnd type="none" w="med" len="med"/>
                  </a14:hiddenLine>
                </a:ext>
              </a:extLst>
            </p:spPr>
            <p:txBody>
              <a:bodyPr/>
              <a:lstStyle/>
              <a:p>
                <a:endParaRPr lang="fr-FR"/>
              </a:p>
            </p:txBody>
          </p:sp>
          <p:sp>
            <p:nvSpPr>
              <p:cNvPr id="41013" name="Line 119"/>
              <p:cNvSpPr>
                <a:spLocks noChangeShapeType="1"/>
              </p:cNvSpPr>
              <p:nvPr/>
            </p:nvSpPr>
            <p:spPr bwMode="auto">
              <a:xfrm>
                <a:off x="3102" y="1862"/>
                <a:ext cx="352" cy="7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fr-FR"/>
              </a:p>
            </p:txBody>
          </p:sp>
          <p:sp>
            <p:nvSpPr>
              <p:cNvPr id="41014" name="Freeform 120"/>
              <p:cNvSpPr>
                <a:spLocks/>
              </p:cNvSpPr>
              <p:nvPr/>
            </p:nvSpPr>
            <p:spPr bwMode="auto">
              <a:xfrm>
                <a:off x="2762" y="1666"/>
                <a:ext cx="337" cy="485"/>
              </a:xfrm>
              <a:custGeom>
                <a:avLst/>
                <a:gdLst>
                  <a:gd name="T0" fmla="*/ 336 w 337"/>
                  <a:gd name="T1" fmla="*/ 194 h 485"/>
                  <a:gd name="T2" fmla="*/ 118 w 337"/>
                  <a:gd name="T3" fmla="*/ 484 h 485"/>
                  <a:gd name="T4" fmla="*/ 0 w 337"/>
                  <a:gd name="T5" fmla="*/ 452 h 485"/>
                  <a:gd name="T6" fmla="*/ 336 w 337"/>
                  <a:gd name="T7" fmla="*/ 0 h 485"/>
                  <a:gd name="T8" fmla="*/ 336 w 337"/>
                  <a:gd name="T9" fmla="*/ 152 h 485"/>
                  <a:gd name="T10" fmla="*/ 336 w 337"/>
                  <a:gd name="T11" fmla="*/ 194 h 485"/>
                  <a:gd name="T12" fmla="*/ 0 60000 65536"/>
                  <a:gd name="T13" fmla="*/ 0 60000 65536"/>
                  <a:gd name="T14" fmla="*/ 0 60000 65536"/>
                  <a:gd name="T15" fmla="*/ 0 60000 65536"/>
                  <a:gd name="T16" fmla="*/ 0 60000 65536"/>
                  <a:gd name="T17" fmla="*/ 0 60000 65536"/>
                  <a:gd name="T18" fmla="*/ 0 w 337"/>
                  <a:gd name="T19" fmla="*/ 0 h 485"/>
                  <a:gd name="T20" fmla="*/ 337 w 337"/>
                  <a:gd name="T21" fmla="*/ 485 h 485"/>
                </a:gdLst>
                <a:ahLst/>
                <a:cxnLst>
                  <a:cxn ang="T12">
                    <a:pos x="T0" y="T1"/>
                  </a:cxn>
                  <a:cxn ang="T13">
                    <a:pos x="T2" y="T3"/>
                  </a:cxn>
                  <a:cxn ang="T14">
                    <a:pos x="T4" y="T5"/>
                  </a:cxn>
                  <a:cxn ang="T15">
                    <a:pos x="T6" y="T7"/>
                  </a:cxn>
                  <a:cxn ang="T16">
                    <a:pos x="T8" y="T9"/>
                  </a:cxn>
                  <a:cxn ang="T17">
                    <a:pos x="T10" y="T11"/>
                  </a:cxn>
                </a:cxnLst>
                <a:rect l="T18" t="T19" r="T20" b="T21"/>
                <a:pathLst>
                  <a:path w="337" h="485">
                    <a:moveTo>
                      <a:pt x="336" y="194"/>
                    </a:moveTo>
                    <a:lnTo>
                      <a:pt x="118" y="484"/>
                    </a:lnTo>
                    <a:lnTo>
                      <a:pt x="0" y="452"/>
                    </a:lnTo>
                    <a:lnTo>
                      <a:pt x="336" y="0"/>
                    </a:lnTo>
                    <a:lnTo>
                      <a:pt x="336" y="152"/>
                    </a:lnTo>
                    <a:lnTo>
                      <a:pt x="336" y="194"/>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41015" name="Freeform 121"/>
              <p:cNvSpPr>
                <a:spLocks/>
              </p:cNvSpPr>
              <p:nvPr/>
            </p:nvSpPr>
            <p:spPr bwMode="auto">
              <a:xfrm>
                <a:off x="2757" y="2124"/>
                <a:ext cx="509" cy="339"/>
              </a:xfrm>
              <a:custGeom>
                <a:avLst/>
                <a:gdLst>
                  <a:gd name="T0" fmla="*/ 0 w 506"/>
                  <a:gd name="T1" fmla="*/ 0 h 345"/>
                  <a:gd name="T2" fmla="*/ 1 w 506"/>
                  <a:gd name="T3" fmla="*/ 198 h 345"/>
                  <a:gd name="T4" fmla="*/ 514 w 506"/>
                  <a:gd name="T5" fmla="*/ 326 h 345"/>
                  <a:gd name="T6" fmla="*/ 513 w 506"/>
                  <a:gd name="T7" fmla="*/ 124 h 345"/>
                  <a:gd name="T8" fmla="*/ 0 60000 65536"/>
                  <a:gd name="T9" fmla="*/ 0 60000 65536"/>
                  <a:gd name="T10" fmla="*/ 0 60000 65536"/>
                  <a:gd name="T11" fmla="*/ 0 60000 65536"/>
                  <a:gd name="T12" fmla="*/ 0 w 506"/>
                  <a:gd name="T13" fmla="*/ 0 h 345"/>
                  <a:gd name="T14" fmla="*/ 506 w 506"/>
                  <a:gd name="T15" fmla="*/ 345 h 345"/>
                </a:gdLst>
                <a:ahLst/>
                <a:cxnLst>
                  <a:cxn ang="T8">
                    <a:pos x="T0" y="T1"/>
                  </a:cxn>
                  <a:cxn ang="T9">
                    <a:pos x="T2" y="T3"/>
                  </a:cxn>
                  <a:cxn ang="T10">
                    <a:pos x="T4" y="T5"/>
                  </a:cxn>
                  <a:cxn ang="T11">
                    <a:pos x="T6" y="T7"/>
                  </a:cxn>
                </a:cxnLst>
                <a:rect l="T12" t="T13" r="T14" b="T15"/>
                <a:pathLst>
                  <a:path w="506" h="345">
                    <a:moveTo>
                      <a:pt x="0" y="0"/>
                    </a:moveTo>
                    <a:lnTo>
                      <a:pt x="1" y="209"/>
                    </a:lnTo>
                    <a:lnTo>
                      <a:pt x="505" y="344"/>
                    </a:lnTo>
                    <a:lnTo>
                      <a:pt x="504" y="130"/>
                    </a:lnTo>
                  </a:path>
                </a:pathLst>
              </a:custGeom>
              <a:solidFill>
                <a:srgbClr val="FC2C1C"/>
              </a:solidFill>
              <a:ln w="12700" cap="rnd" cmpd="sng">
                <a:solidFill>
                  <a:schemeClr val="bg2"/>
                </a:solidFill>
                <a:prstDash val="solid"/>
                <a:round/>
                <a:headEnd type="none" w="med" len="med"/>
                <a:tailEnd type="none" w="med" len="med"/>
              </a:ln>
            </p:spPr>
            <p:txBody>
              <a:bodyPr/>
              <a:lstStyle/>
              <a:p>
                <a:endParaRPr lang="fr-FR"/>
              </a:p>
            </p:txBody>
          </p:sp>
          <p:sp>
            <p:nvSpPr>
              <p:cNvPr id="41016" name="AutoShape 122"/>
              <p:cNvSpPr>
                <a:spLocks noChangeArrowheads="1"/>
              </p:cNvSpPr>
              <p:nvPr/>
            </p:nvSpPr>
            <p:spPr bwMode="auto">
              <a:xfrm rot="16200000" flipH="1">
                <a:off x="3067" y="1967"/>
                <a:ext cx="693" cy="306"/>
              </a:xfrm>
              <a:prstGeom prst="parallelogram">
                <a:avLst>
                  <a:gd name="adj" fmla="val 156202"/>
                </a:avLst>
              </a:prstGeom>
              <a:solidFill>
                <a:srgbClr val="FC2C1C"/>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sp>
          <p:nvSpPr>
            <p:cNvPr id="40968" name="Rectangle 44"/>
            <p:cNvSpPr>
              <a:spLocks noChangeArrowheads="1"/>
            </p:cNvSpPr>
            <p:nvPr/>
          </p:nvSpPr>
          <p:spPr bwMode="auto">
            <a:xfrm>
              <a:off x="3605" y="2299"/>
              <a:ext cx="212" cy="321"/>
            </a:xfrm>
            <a:prstGeom prst="rect">
              <a:avLst/>
            </a:prstGeom>
            <a:solidFill>
              <a:srgbClr val="FFFF00"/>
            </a:solidFill>
            <a:ln w="9525">
              <a:solidFill>
                <a:schemeClr val="bg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40969" name="Text Box 45"/>
            <p:cNvSpPr txBox="1">
              <a:spLocks noChangeArrowheads="1"/>
            </p:cNvSpPr>
            <p:nvPr/>
          </p:nvSpPr>
          <p:spPr bwMode="auto">
            <a:xfrm>
              <a:off x="3363" y="2048"/>
              <a:ext cx="742" cy="1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b">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a:spcBef>
                  <a:spcPct val="0"/>
                </a:spcBef>
                <a:buFontTx/>
                <a:buNone/>
              </a:pPr>
              <a:r>
                <a:rPr kumimoji="1" lang="fr-FR" altLang="fr-FR" sz="1400">
                  <a:solidFill>
                    <a:schemeClr val="tx2"/>
                  </a:solidFill>
                </a:rPr>
                <a:t>1 engrenage</a:t>
              </a:r>
            </a:p>
          </p:txBody>
        </p:sp>
        <p:grpSp>
          <p:nvGrpSpPr>
            <p:cNvPr id="40970" name="Group 65"/>
            <p:cNvGrpSpPr>
              <a:grpSpLocks/>
            </p:cNvGrpSpPr>
            <p:nvPr/>
          </p:nvGrpSpPr>
          <p:grpSpPr bwMode="auto">
            <a:xfrm rot="-223274">
              <a:off x="3433" y="3367"/>
              <a:ext cx="667" cy="657"/>
              <a:chOff x="2757" y="1666"/>
              <a:chExt cx="812" cy="800"/>
            </a:xfrm>
          </p:grpSpPr>
          <p:sp>
            <p:nvSpPr>
              <p:cNvPr id="41005" name="Freeform 66"/>
              <p:cNvSpPr>
                <a:spLocks/>
              </p:cNvSpPr>
              <p:nvPr/>
            </p:nvSpPr>
            <p:spPr bwMode="auto">
              <a:xfrm>
                <a:off x="2762" y="1667"/>
                <a:ext cx="807" cy="584"/>
              </a:xfrm>
              <a:custGeom>
                <a:avLst/>
                <a:gdLst>
                  <a:gd name="T0" fmla="*/ 497 w 807"/>
                  <a:gd name="T1" fmla="*/ 583 h 584"/>
                  <a:gd name="T2" fmla="*/ 0 w 807"/>
                  <a:gd name="T3" fmla="*/ 452 h 584"/>
                  <a:gd name="T4" fmla="*/ 337 w 807"/>
                  <a:gd name="T5" fmla="*/ 0 h 584"/>
                  <a:gd name="T6" fmla="*/ 806 w 807"/>
                  <a:gd name="T7" fmla="*/ 98 h 584"/>
                  <a:gd name="T8" fmla="*/ 497 w 807"/>
                  <a:gd name="T9" fmla="*/ 583 h 584"/>
                  <a:gd name="T10" fmla="*/ 0 60000 65536"/>
                  <a:gd name="T11" fmla="*/ 0 60000 65536"/>
                  <a:gd name="T12" fmla="*/ 0 60000 65536"/>
                  <a:gd name="T13" fmla="*/ 0 60000 65536"/>
                  <a:gd name="T14" fmla="*/ 0 60000 65536"/>
                  <a:gd name="T15" fmla="*/ 0 w 807"/>
                  <a:gd name="T16" fmla="*/ 0 h 584"/>
                  <a:gd name="T17" fmla="*/ 807 w 807"/>
                  <a:gd name="T18" fmla="*/ 584 h 584"/>
                </a:gdLst>
                <a:ahLst/>
                <a:cxnLst>
                  <a:cxn ang="T10">
                    <a:pos x="T0" y="T1"/>
                  </a:cxn>
                  <a:cxn ang="T11">
                    <a:pos x="T2" y="T3"/>
                  </a:cxn>
                  <a:cxn ang="T12">
                    <a:pos x="T4" y="T5"/>
                  </a:cxn>
                  <a:cxn ang="T13">
                    <a:pos x="T6" y="T7"/>
                  </a:cxn>
                  <a:cxn ang="T14">
                    <a:pos x="T8" y="T9"/>
                  </a:cxn>
                </a:cxnLst>
                <a:rect l="T15" t="T16" r="T17" b="T18"/>
                <a:pathLst>
                  <a:path w="807" h="584">
                    <a:moveTo>
                      <a:pt x="497" y="583"/>
                    </a:moveTo>
                    <a:lnTo>
                      <a:pt x="0" y="452"/>
                    </a:lnTo>
                    <a:lnTo>
                      <a:pt x="337" y="0"/>
                    </a:lnTo>
                    <a:lnTo>
                      <a:pt x="806" y="98"/>
                    </a:lnTo>
                    <a:lnTo>
                      <a:pt x="497" y="583"/>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41006" name="Freeform 67"/>
              <p:cNvSpPr>
                <a:spLocks/>
              </p:cNvSpPr>
              <p:nvPr/>
            </p:nvSpPr>
            <p:spPr bwMode="auto">
              <a:xfrm>
                <a:off x="2882" y="1861"/>
                <a:ext cx="578" cy="384"/>
              </a:xfrm>
              <a:custGeom>
                <a:avLst/>
                <a:gdLst>
                  <a:gd name="T0" fmla="*/ 377 w 578"/>
                  <a:gd name="T1" fmla="*/ 383 h 384"/>
                  <a:gd name="T2" fmla="*/ 0 w 578"/>
                  <a:gd name="T3" fmla="*/ 291 h 384"/>
                  <a:gd name="T4" fmla="*/ 217 w 578"/>
                  <a:gd name="T5" fmla="*/ 0 h 384"/>
                  <a:gd name="T6" fmla="*/ 577 w 578"/>
                  <a:gd name="T7" fmla="*/ 74 h 384"/>
                  <a:gd name="T8" fmla="*/ 377 w 578"/>
                  <a:gd name="T9" fmla="*/ 383 h 384"/>
                  <a:gd name="T10" fmla="*/ 0 60000 65536"/>
                  <a:gd name="T11" fmla="*/ 0 60000 65536"/>
                  <a:gd name="T12" fmla="*/ 0 60000 65536"/>
                  <a:gd name="T13" fmla="*/ 0 60000 65536"/>
                  <a:gd name="T14" fmla="*/ 0 60000 65536"/>
                  <a:gd name="T15" fmla="*/ 0 w 578"/>
                  <a:gd name="T16" fmla="*/ 0 h 384"/>
                  <a:gd name="T17" fmla="*/ 578 w 578"/>
                  <a:gd name="T18" fmla="*/ 384 h 384"/>
                </a:gdLst>
                <a:ahLst/>
                <a:cxnLst>
                  <a:cxn ang="T10">
                    <a:pos x="T0" y="T1"/>
                  </a:cxn>
                  <a:cxn ang="T11">
                    <a:pos x="T2" y="T3"/>
                  </a:cxn>
                  <a:cxn ang="T12">
                    <a:pos x="T4" y="T5"/>
                  </a:cxn>
                  <a:cxn ang="T13">
                    <a:pos x="T6" y="T7"/>
                  </a:cxn>
                  <a:cxn ang="T14">
                    <a:pos x="T8" y="T9"/>
                  </a:cxn>
                </a:cxnLst>
                <a:rect l="T15" t="T16" r="T17" b="T18"/>
                <a:pathLst>
                  <a:path w="578" h="384">
                    <a:moveTo>
                      <a:pt x="377" y="383"/>
                    </a:moveTo>
                    <a:lnTo>
                      <a:pt x="0" y="291"/>
                    </a:lnTo>
                    <a:lnTo>
                      <a:pt x="217" y="0"/>
                    </a:lnTo>
                    <a:lnTo>
                      <a:pt x="577" y="74"/>
                    </a:lnTo>
                    <a:lnTo>
                      <a:pt x="377" y="383"/>
                    </a:lnTo>
                  </a:path>
                </a:pathLst>
              </a:custGeom>
              <a:solidFill>
                <a:srgbClr val="E22B00"/>
              </a:solidFill>
              <a:ln>
                <a:noFill/>
              </a:ln>
              <a:extLst>
                <a:ext uri="{91240B29-F687-4F45-9708-019B960494DF}">
                  <a14:hiddenLine xmlns:a14="http://schemas.microsoft.com/office/drawing/2010/main" w="12700" cap="rnd" cmpd="sng">
                    <a:solidFill>
                      <a:srgbClr val="000000"/>
                    </a:solidFill>
                    <a:prstDash val="solid"/>
                    <a:round/>
                    <a:headEnd type="none" w="med" len="med"/>
                    <a:tailEnd type="none" w="med" len="med"/>
                  </a14:hiddenLine>
                </a:ext>
              </a:extLst>
            </p:spPr>
            <p:txBody>
              <a:bodyPr/>
              <a:lstStyle/>
              <a:p>
                <a:endParaRPr lang="fr-FR"/>
              </a:p>
            </p:txBody>
          </p:sp>
          <p:sp>
            <p:nvSpPr>
              <p:cNvPr id="41007" name="Line 68"/>
              <p:cNvSpPr>
                <a:spLocks noChangeShapeType="1"/>
              </p:cNvSpPr>
              <p:nvPr/>
            </p:nvSpPr>
            <p:spPr bwMode="auto">
              <a:xfrm>
                <a:off x="3102" y="1862"/>
                <a:ext cx="352" cy="7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fr-FR"/>
              </a:p>
            </p:txBody>
          </p:sp>
          <p:sp>
            <p:nvSpPr>
              <p:cNvPr id="41008" name="Freeform 69"/>
              <p:cNvSpPr>
                <a:spLocks/>
              </p:cNvSpPr>
              <p:nvPr/>
            </p:nvSpPr>
            <p:spPr bwMode="auto">
              <a:xfrm>
                <a:off x="2762" y="1666"/>
                <a:ext cx="337" cy="485"/>
              </a:xfrm>
              <a:custGeom>
                <a:avLst/>
                <a:gdLst>
                  <a:gd name="T0" fmla="*/ 336 w 337"/>
                  <a:gd name="T1" fmla="*/ 194 h 485"/>
                  <a:gd name="T2" fmla="*/ 118 w 337"/>
                  <a:gd name="T3" fmla="*/ 484 h 485"/>
                  <a:gd name="T4" fmla="*/ 0 w 337"/>
                  <a:gd name="T5" fmla="*/ 452 h 485"/>
                  <a:gd name="T6" fmla="*/ 336 w 337"/>
                  <a:gd name="T7" fmla="*/ 0 h 485"/>
                  <a:gd name="T8" fmla="*/ 336 w 337"/>
                  <a:gd name="T9" fmla="*/ 152 h 485"/>
                  <a:gd name="T10" fmla="*/ 336 w 337"/>
                  <a:gd name="T11" fmla="*/ 194 h 485"/>
                  <a:gd name="T12" fmla="*/ 0 60000 65536"/>
                  <a:gd name="T13" fmla="*/ 0 60000 65536"/>
                  <a:gd name="T14" fmla="*/ 0 60000 65536"/>
                  <a:gd name="T15" fmla="*/ 0 60000 65536"/>
                  <a:gd name="T16" fmla="*/ 0 60000 65536"/>
                  <a:gd name="T17" fmla="*/ 0 60000 65536"/>
                  <a:gd name="T18" fmla="*/ 0 w 337"/>
                  <a:gd name="T19" fmla="*/ 0 h 485"/>
                  <a:gd name="T20" fmla="*/ 337 w 337"/>
                  <a:gd name="T21" fmla="*/ 485 h 485"/>
                </a:gdLst>
                <a:ahLst/>
                <a:cxnLst>
                  <a:cxn ang="T12">
                    <a:pos x="T0" y="T1"/>
                  </a:cxn>
                  <a:cxn ang="T13">
                    <a:pos x="T2" y="T3"/>
                  </a:cxn>
                  <a:cxn ang="T14">
                    <a:pos x="T4" y="T5"/>
                  </a:cxn>
                  <a:cxn ang="T15">
                    <a:pos x="T6" y="T7"/>
                  </a:cxn>
                  <a:cxn ang="T16">
                    <a:pos x="T8" y="T9"/>
                  </a:cxn>
                  <a:cxn ang="T17">
                    <a:pos x="T10" y="T11"/>
                  </a:cxn>
                </a:cxnLst>
                <a:rect l="T18" t="T19" r="T20" b="T21"/>
                <a:pathLst>
                  <a:path w="337" h="485">
                    <a:moveTo>
                      <a:pt x="336" y="194"/>
                    </a:moveTo>
                    <a:lnTo>
                      <a:pt x="118" y="484"/>
                    </a:lnTo>
                    <a:lnTo>
                      <a:pt x="0" y="452"/>
                    </a:lnTo>
                    <a:lnTo>
                      <a:pt x="336" y="0"/>
                    </a:lnTo>
                    <a:lnTo>
                      <a:pt x="336" y="152"/>
                    </a:lnTo>
                    <a:lnTo>
                      <a:pt x="336" y="194"/>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41009" name="Freeform 70"/>
              <p:cNvSpPr>
                <a:spLocks/>
              </p:cNvSpPr>
              <p:nvPr/>
            </p:nvSpPr>
            <p:spPr bwMode="auto">
              <a:xfrm>
                <a:off x="2757" y="2124"/>
                <a:ext cx="509" cy="339"/>
              </a:xfrm>
              <a:custGeom>
                <a:avLst/>
                <a:gdLst>
                  <a:gd name="T0" fmla="*/ 0 w 506"/>
                  <a:gd name="T1" fmla="*/ 0 h 345"/>
                  <a:gd name="T2" fmla="*/ 1 w 506"/>
                  <a:gd name="T3" fmla="*/ 198 h 345"/>
                  <a:gd name="T4" fmla="*/ 514 w 506"/>
                  <a:gd name="T5" fmla="*/ 326 h 345"/>
                  <a:gd name="T6" fmla="*/ 513 w 506"/>
                  <a:gd name="T7" fmla="*/ 124 h 345"/>
                  <a:gd name="T8" fmla="*/ 0 60000 65536"/>
                  <a:gd name="T9" fmla="*/ 0 60000 65536"/>
                  <a:gd name="T10" fmla="*/ 0 60000 65536"/>
                  <a:gd name="T11" fmla="*/ 0 60000 65536"/>
                  <a:gd name="T12" fmla="*/ 0 w 506"/>
                  <a:gd name="T13" fmla="*/ 0 h 345"/>
                  <a:gd name="T14" fmla="*/ 506 w 506"/>
                  <a:gd name="T15" fmla="*/ 345 h 345"/>
                </a:gdLst>
                <a:ahLst/>
                <a:cxnLst>
                  <a:cxn ang="T8">
                    <a:pos x="T0" y="T1"/>
                  </a:cxn>
                  <a:cxn ang="T9">
                    <a:pos x="T2" y="T3"/>
                  </a:cxn>
                  <a:cxn ang="T10">
                    <a:pos x="T4" y="T5"/>
                  </a:cxn>
                  <a:cxn ang="T11">
                    <a:pos x="T6" y="T7"/>
                  </a:cxn>
                </a:cxnLst>
                <a:rect l="T12" t="T13" r="T14" b="T15"/>
                <a:pathLst>
                  <a:path w="506" h="345">
                    <a:moveTo>
                      <a:pt x="0" y="0"/>
                    </a:moveTo>
                    <a:lnTo>
                      <a:pt x="1" y="209"/>
                    </a:lnTo>
                    <a:lnTo>
                      <a:pt x="505" y="344"/>
                    </a:lnTo>
                    <a:lnTo>
                      <a:pt x="504" y="130"/>
                    </a:lnTo>
                  </a:path>
                </a:pathLst>
              </a:custGeom>
              <a:solidFill>
                <a:srgbClr val="FC2C1C"/>
              </a:solidFill>
              <a:ln w="12700" cap="rnd" cmpd="sng">
                <a:solidFill>
                  <a:schemeClr val="bg2"/>
                </a:solidFill>
                <a:prstDash val="solid"/>
                <a:round/>
                <a:headEnd type="none" w="med" len="med"/>
                <a:tailEnd type="none" w="med" len="med"/>
              </a:ln>
            </p:spPr>
            <p:txBody>
              <a:bodyPr/>
              <a:lstStyle/>
              <a:p>
                <a:endParaRPr lang="fr-FR"/>
              </a:p>
            </p:txBody>
          </p:sp>
          <p:sp>
            <p:nvSpPr>
              <p:cNvPr id="41010" name="AutoShape 71"/>
              <p:cNvSpPr>
                <a:spLocks noChangeArrowheads="1"/>
              </p:cNvSpPr>
              <p:nvPr/>
            </p:nvSpPr>
            <p:spPr bwMode="auto">
              <a:xfrm rot="16200000" flipH="1">
                <a:off x="3067" y="1967"/>
                <a:ext cx="693" cy="306"/>
              </a:xfrm>
              <a:prstGeom prst="parallelogram">
                <a:avLst>
                  <a:gd name="adj" fmla="val 156202"/>
                </a:avLst>
              </a:prstGeom>
              <a:solidFill>
                <a:srgbClr val="FC2C1C"/>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grpSp>
          <p:nvGrpSpPr>
            <p:cNvPr id="40971" name="Group 72"/>
            <p:cNvGrpSpPr>
              <a:grpSpLocks/>
            </p:cNvGrpSpPr>
            <p:nvPr/>
          </p:nvGrpSpPr>
          <p:grpSpPr bwMode="auto">
            <a:xfrm rot="-223274">
              <a:off x="3422" y="3178"/>
              <a:ext cx="667" cy="657"/>
              <a:chOff x="2757" y="1666"/>
              <a:chExt cx="812" cy="800"/>
            </a:xfrm>
          </p:grpSpPr>
          <p:sp>
            <p:nvSpPr>
              <p:cNvPr id="40999" name="Freeform 73"/>
              <p:cNvSpPr>
                <a:spLocks/>
              </p:cNvSpPr>
              <p:nvPr/>
            </p:nvSpPr>
            <p:spPr bwMode="auto">
              <a:xfrm>
                <a:off x="2762" y="1667"/>
                <a:ext cx="807" cy="584"/>
              </a:xfrm>
              <a:custGeom>
                <a:avLst/>
                <a:gdLst>
                  <a:gd name="T0" fmla="*/ 497 w 807"/>
                  <a:gd name="T1" fmla="*/ 583 h 584"/>
                  <a:gd name="T2" fmla="*/ 0 w 807"/>
                  <a:gd name="T3" fmla="*/ 452 h 584"/>
                  <a:gd name="T4" fmla="*/ 337 w 807"/>
                  <a:gd name="T5" fmla="*/ 0 h 584"/>
                  <a:gd name="T6" fmla="*/ 806 w 807"/>
                  <a:gd name="T7" fmla="*/ 98 h 584"/>
                  <a:gd name="T8" fmla="*/ 497 w 807"/>
                  <a:gd name="T9" fmla="*/ 583 h 584"/>
                  <a:gd name="T10" fmla="*/ 0 60000 65536"/>
                  <a:gd name="T11" fmla="*/ 0 60000 65536"/>
                  <a:gd name="T12" fmla="*/ 0 60000 65536"/>
                  <a:gd name="T13" fmla="*/ 0 60000 65536"/>
                  <a:gd name="T14" fmla="*/ 0 60000 65536"/>
                  <a:gd name="T15" fmla="*/ 0 w 807"/>
                  <a:gd name="T16" fmla="*/ 0 h 584"/>
                  <a:gd name="T17" fmla="*/ 807 w 807"/>
                  <a:gd name="T18" fmla="*/ 584 h 584"/>
                </a:gdLst>
                <a:ahLst/>
                <a:cxnLst>
                  <a:cxn ang="T10">
                    <a:pos x="T0" y="T1"/>
                  </a:cxn>
                  <a:cxn ang="T11">
                    <a:pos x="T2" y="T3"/>
                  </a:cxn>
                  <a:cxn ang="T12">
                    <a:pos x="T4" y="T5"/>
                  </a:cxn>
                  <a:cxn ang="T13">
                    <a:pos x="T6" y="T7"/>
                  </a:cxn>
                  <a:cxn ang="T14">
                    <a:pos x="T8" y="T9"/>
                  </a:cxn>
                </a:cxnLst>
                <a:rect l="T15" t="T16" r="T17" b="T18"/>
                <a:pathLst>
                  <a:path w="807" h="584">
                    <a:moveTo>
                      <a:pt x="497" y="583"/>
                    </a:moveTo>
                    <a:lnTo>
                      <a:pt x="0" y="452"/>
                    </a:lnTo>
                    <a:lnTo>
                      <a:pt x="337" y="0"/>
                    </a:lnTo>
                    <a:lnTo>
                      <a:pt x="806" y="98"/>
                    </a:lnTo>
                    <a:lnTo>
                      <a:pt x="497" y="583"/>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41000" name="Freeform 74"/>
              <p:cNvSpPr>
                <a:spLocks/>
              </p:cNvSpPr>
              <p:nvPr/>
            </p:nvSpPr>
            <p:spPr bwMode="auto">
              <a:xfrm>
                <a:off x="2882" y="1861"/>
                <a:ext cx="578" cy="384"/>
              </a:xfrm>
              <a:custGeom>
                <a:avLst/>
                <a:gdLst>
                  <a:gd name="T0" fmla="*/ 377 w 578"/>
                  <a:gd name="T1" fmla="*/ 383 h 384"/>
                  <a:gd name="T2" fmla="*/ 0 w 578"/>
                  <a:gd name="T3" fmla="*/ 291 h 384"/>
                  <a:gd name="T4" fmla="*/ 217 w 578"/>
                  <a:gd name="T5" fmla="*/ 0 h 384"/>
                  <a:gd name="T6" fmla="*/ 577 w 578"/>
                  <a:gd name="T7" fmla="*/ 74 h 384"/>
                  <a:gd name="T8" fmla="*/ 377 w 578"/>
                  <a:gd name="T9" fmla="*/ 383 h 384"/>
                  <a:gd name="T10" fmla="*/ 0 60000 65536"/>
                  <a:gd name="T11" fmla="*/ 0 60000 65536"/>
                  <a:gd name="T12" fmla="*/ 0 60000 65536"/>
                  <a:gd name="T13" fmla="*/ 0 60000 65536"/>
                  <a:gd name="T14" fmla="*/ 0 60000 65536"/>
                  <a:gd name="T15" fmla="*/ 0 w 578"/>
                  <a:gd name="T16" fmla="*/ 0 h 384"/>
                  <a:gd name="T17" fmla="*/ 578 w 578"/>
                  <a:gd name="T18" fmla="*/ 384 h 384"/>
                </a:gdLst>
                <a:ahLst/>
                <a:cxnLst>
                  <a:cxn ang="T10">
                    <a:pos x="T0" y="T1"/>
                  </a:cxn>
                  <a:cxn ang="T11">
                    <a:pos x="T2" y="T3"/>
                  </a:cxn>
                  <a:cxn ang="T12">
                    <a:pos x="T4" y="T5"/>
                  </a:cxn>
                  <a:cxn ang="T13">
                    <a:pos x="T6" y="T7"/>
                  </a:cxn>
                  <a:cxn ang="T14">
                    <a:pos x="T8" y="T9"/>
                  </a:cxn>
                </a:cxnLst>
                <a:rect l="T15" t="T16" r="T17" b="T18"/>
                <a:pathLst>
                  <a:path w="578" h="384">
                    <a:moveTo>
                      <a:pt x="377" y="383"/>
                    </a:moveTo>
                    <a:lnTo>
                      <a:pt x="0" y="291"/>
                    </a:lnTo>
                    <a:lnTo>
                      <a:pt x="217" y="0"/>
                    </a:lnTo>
                    <a:lnTo>
                      <a:pt x="577" y="74"/>
                    </a:lnTo>
                    <a:lnTo>
                      <a:pt x="377" y="383"/>
                    </a:lnTo>
                  </a:path>
                </a:pathLst>
              </a:custGeom>
              <a:solidFill>
                <a:srgbClr val="E22B00"/>
              </a:solidFill>
              <a:ln>
                <a:noFill/>
              </a:ln>
              <a:extLst>
                <a:ext uri="{91240B29-F687-4F45-9708-019B960494DF}">
                  <a14:hiddenLine xmlns:a14="http://schemas.microsoft.com/office/drawing/2010/main" w="12700" cap="rnd" cmpd="sng">
                    <a:solidFill>
                      <a:srgbClr val="000000"/>
                    </a:solidFill>
                    <a:prstDash val="solid"/>
                    <a:round/>
                    <a:headEnd type="none" w="med" len="med"/>
                    <a:tailEnd type="none" w="med" len="med"/>
                  </a14:hiddenLine>
                </a:ext>
              </a:extLst>
            </p:spPr>
            <p:txBody>
              <a:bodyPr/>
              <a:lstStyle/>
              <a:p>
                <a:endParaRPr lang="fr-FR"/>
              </a:p>
            </p:txBody>
          </p:sp>
          <p:sp>
            <p:nvSpPr>
              <p:cNvPr id="41001" name="Line 75"/>
              <p:cNvSpPr>
                <a:spLocks noChangeShapeType="1"/>
              </p:cNvSpPr>
              <p:nvPr/>
            </p:nvSpPr>
            <p:spPr bwMode="auto">
              <a:xfrm>
                <a:off x="3102" y="1862"/>
                <a:ext cx="352" cy="7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fr-FR"/>
              </a:p>
            </p:txBody>
          </p:sp>
          <p:sp>
            <p:nvSpPr>
              <p:cNvPr id="41002" name="Freeform 76"/>
              <p:cNvSpPr>
                <a:spLocks/>
              </p:cNvSpPr>
              <p:nvPr/>
            </p:nvSpPr>
            <p:spPr bwMode="auto">
              <a:xfrm>
                <a:off x="2762" y="1666"/>
                <a:ext cx="337" cy="485"/>
              </a:xfrm>
              <a:custGeom>
                <a:avLst/>
                <a:gdLst>
                  <a:gd name="T0" fmla="*/ 336 w 337"/>
                  <a:gd name="T1" fmla="*/ 194 h 485"/>
                  <a:gd name="T2" fmla="*/ 118 w 337"/>
                  <a:gd name="T3" fmla="*/ 484 h 485"/>
                  <a:gd name="T4" fmla="*/ 0 w 337"/>
                  <a:gd name="T5" fmla="*/ 452 h 485"/>
                  <a:gd name="T6" fmla="*/ 336 w 337"/>
                  <a:gd name="T7" fmla="*/ 0 h 485"/>
                  <a:gd name="T8" fmla="*/ 336 w 337"/>
                  <a:gd name="T9" fmla="*/ 152 h 485"/>
                  <a:gd name="T10" fmla="*/ 336 w 337"/>
                  <a:gd name="T11" fmla="*/ 194 h 485"/>
                  <a:gd name="T12" fmla="*/ 0 60000 65536"/>
                  <a:gd name="T13" fmla="*/ 0 60000 65536"/>
                  <a:gd name="T14" fmla="*/ 0 60000 65536"/>
                  <a:gd name="T15" fmla="*/ 0 60000 65536"/>
                  <a:gd name="T16" fmla="*/ 0 60000 65536"/>
                  <a:gd name="T17" fmla="*/ 0 60000 65536"/>
                  <a:gd name="T18" fmla="*/ 0 w 337"/>
                  <a:gd name="T19" fmla="*/ 0 h 485"/>
                  <a:gd name="T20" fmla="*/ 337 w 337"/>
                  <a:gd name="T21" fmla="*/ 485 h 485"/>
                </a:gdLst>
                <a:ahLst/>
                <a:cxnLst>
                  <a:cxn ang="T12">
                    <a:pos x="T0" y="T1"/>
                  </a:cxn>
                  <a:cxn ang="T13">
                    <a:pos x="T2" y="T3"/>
                  </a:cxn>
                  <a:cxn ang="T14">
                    <a:pos x="T4" y="T5"/>
                  </a:cxn>
                  <a:cxn ang="T15">
                    <a:pos x="T6" y="T7"/>
                  </a:cxn>
                  <a:cxn ang="T16">
                    <a:pos x="T8" y="T9"/>
                  </a:cxn>
                  <a:cxn ang="T17">
                    <a:pos x="T10" y="T11"/>
                  </a:cxn>
                </a:cxnLst>
                <a:rect l="T18" t="T19" r="T20" b="T21"/>
                <a:pathLst>
                  <a:path w="337" h="485">
                    <a:moveTo>
                      <a:pt x="336" y="194"/>
                    </a:moveTo>
                    <a:lnTo>
                      <a:pt x="118" y="484"/>
                    </a:lnTo>
                    <a:lnTo>
                      <a:pt x="0" y="452"/>
                    </a:lnTo>
                    <a:lnTo>
                      <a:pt x="336" y="0"/>
                    </a:lnTo>
                    <a:lnTo>
                      <a:pt x="336" y="152"/>
                    </a:lnTo>
                    <a:lnTo>
                      <a:pt x="336" y="194"/>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41003" name="Freeform 77"/>
              <p:cNvSpPr>
                <a:spLocks/>
              </p:cNvSpPr>
              <p:nvPr/>
            </p:nvSpPr>
            <p:spPr bwMode="auto">
              <a:xfrm>
                <a:off x="2757" y="2124"/>
                <a:ext cx="509" cy="339"/>
              </a:xfrm>
              <a:custGeom>
                <a:avLst/>
                <a:gdLst>
                  <a:gd name="T0" fmla="*/ 0 w 506"/>
                  <a:gd name="T1" fmla="*/ 0 h 345"/>
                  <a:gd name="T2" fmla="*/ 1 w 506"/>
                  <a:gd name="T3" fmla="*/ 198 h 345"/>
                  <a:gd name="T4" fmla="*/ 514 w 506"/>
                  <a:gd name="T5" fmla="*/ 326 h 345"/>
                  <a:gd name="T6" fmla="*/ 513 w 506"/>
                  <a:gd name="T7" fmla="*/ 124 h 345"/>
                  <a:gd name="T8" fmla="*/ 0 60000 65536"/>
                  <a:gd name="T9" fmla="*/ 0 60000 65536"/>
                  <a:gd name="T10" fmla="*/ 0 60000 65536"/>
                  <a:gd name="T11" fmla="*/ 0 60000 65536"/>
                  <a:gd name="T12" fmla="*/ 0 w 506"/>
                  <a:gd name="T13" fmla="*/ 0 h 345"/>
                  <a:gd name="T14" fmla="*/ 506 w 506"/>
                  <a:gd name="T15" fmla="*/ 345 h 345"/>
                </a:gdLst>
                <a:ahLst/>
                <a:cxnLst>
                  <a:cxn ang="T8">
                    <a:pos x="T0" y="T1"/>
                  </a:cxn>
                  <a:cxn ang="T9">
                    <a:pos x="T2" y="T3"/>
                  </a:cxn>
                  <a:cxn ang="T10">
                    <a:pos x="T4" y="T5"/>
                  </a:cxn>
                  <a:cxn ang="T11">
                    <a:pos x="T6" y="T7"/>
                  </a:cxn>
                </a:cxnLst>
                <a:rect l="T12" t="T13" r="T14" b="T15"/>
                <a:pathLst>
                  <a:path w="506" h="345">
                    <a:moveTo>
                      <a:pt x="0" y="0"/>
                    </a:moveTo>
                    <a:lnTo>
                      <a:pt x="1" y="209"/>
                    </a:lnTo>
                    <a:lnTo>
                      <a:pt x="505" y="344"/>
                    </a:lnTo>
                    <a:lnTo>
                      <a:pt x="504" y="130"/>
                    </a:lnTo>
                  </a:path>
                </a:pathLst>
              </a:custGeom>
              <a:solidFill>
                <a:srgbClr val="FC2C1C"/>
              </a:solidFill>
              <a:ln w="12700" cap="rnd" cmpd="sng">
                <a:solidFill>
                  <a:schemeClr val="bg2"/>
                </a:solidFill>
                <a:prstDash val="solid"/>
                <a:round/>
                <a:headEnd type="none" w="med" len="med"/>
                <a:tailEnd type="none" w="med" len="med"/>
              </a:ln>
            </p:spPr>
            <p:txBody>
              <a:bodyPr/>
              <a:lstStyle/>
              <a:p>
                <a:endParaRPr lang="fr-FR"/>
              </a:p>
            </p:txBody>
          </p:sp>
          <p:sp>
            <p:nvSpPr>
              <p:cNvPr id="41004" name="AutoShape 78"/>
              <p:cNvSpPr>
                <a:spLocks noChangeArrowheads="1"/>
              </p:cNvSpPr>
              <p:nvPr/>
            </p:nvSpPr>
            <p:spPr bwMode="auto">
              <a:xfrm rot="16200000" flipH="1">
                <a:off x="3067" y="1967"/>
                <a:ext cx="693" cy="306"/>
              </a:xfrm>
              <a:prstGeom prst="parallelogram">
                <a:avLst>
                  <a:gd name="adj" fmla="val 156202"/>
                </a:avLst>
              </a:prstGeom>
              <a:solidFill>
                <a:srgbClr val="FC2C1C"/>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grpSp>
          <p:nvGrpSpPr>
            <p:cNvPr id="40972" name="Group 79"/>
            <p:cNvGrpSpPr>
              <a:grpSpLocks/>
            </p:cNvGrpSpPr>
            <p:nvPr/>
          </p:nvGrpSpPr>
          <p:grpSpPr bwMode="auto">
            <a:xfrm rot="-223274">
              <a:off x="3401" y="2993"/>
              <a:ext cx="667" cy="657"/>
              <a:chOff x="2757" y="1666"/>
              <a:chExt cx="812" cy="800"/>
            </a:xfrm>
          </p:grpSpPr>
          <p:sp>
            <p:nvSpPr>
              <p:cNvPr id="40993" name="Freeform 80"/>
              <p:cNvSpPr>
                <a:spLocks/>
              </p:cNvSpPr>
              <p:nvPr/>
            </p:nvSpPr>
            <p:spPr bwMode="auto">
              <a:xfrm>
                <a:off x="2762" y="1667"/>
                <a:ext cx="807" cy="584"/>
              </a:xfrm>
              <a:custGeom>
                <a:avLst/>
                <a:gdLst>
                  <a:gd name="T0" fmla="*/ 497 w 807"/>
                  <a:gd name="T1" fmla="*/ 583 h 584"/>
                  <a:gd name="T2" fmla="*/ 0 w 807"/>
                  <a:gd name="T3" fmla="*/ 452 h 584"/>
                  <a:gd name="T4" fmla="*/ 337 w 807"/>
                  <a:gd name="T5" fmla="*/ 0 h 584"/>
                  <a:gd name="T6" fmla="*/ 806 w 807"/>
                  <a:gd name="T7" fmla="*/ 98 h 584"/>
                  <a:gd name="T8" fmla="*/ 497 w 807"/>
                  <a:gd name="T9" fmla="*/ 583 h 584"/>
                  <a:gd name="T10" fmla="*/ 0 60000 65536"/>
                  <a:gd name="T11" fmla="*/ 0 60000 65536"/>
                  <a:gd name="T12" fmla="*/ 0 60000 65536"/>
                  <a:gd name="T13" fmla="*/ 0 60000 65536"/>
                  <a:gd name="T14" fmla="*/ 0 60000 65536"/>
                  <a:gd name="T15" fmla="*/ 0 w 807"/>
                  <a:gd name="T16" fmla="*/ 0 h 584"/>
                  <a:gd name="T17" fmla="*/ 807 w 807"/>
                  <a:gd name="T18" fmla="*/ 584 h 584"/>
                </a:gdLst>
                <a:ahLst/>
                <a:cxnLst>
                  <a:cxn ang="T10">
                    <a:pos x="T0" y="T1"/>
                  </a:cxn>
                  <a:cxn ang="T11">
                    <a:pos x="T2" y="T3"/>
                  </a:cxn>
                  <a:cxn ang="T12">
                    <a:pos x="T4" y="T5"/>
                  </a:cxn>
                  <a:cxn ang="T13">
                    <a:pos x="T6" y="T7"/>
                  </a:cxn>
                  <a:cxn ang="T14">
                    <a:pos x="T8" y="T9"/>
                  </a:cxn>
                </a:cxnLst>
                <a:rect l="T15" t="T16" r="T17" b="T18"/>
                <a:pathLst>
                  <a:path w="807" h="584">
                    <a:moveTo>
                      <a:pt x="497" y="583"/>
                    </a:moveTo>
                    <a:lnTo>
                      <a:pt x="0" y="452"/>
                    </a:lnTo>
                    <a:lnTo>
                      <a:pt x="337" y="0"/>
                    </a:lnTo>
                    <a:lnTo>
                      <a:pt x="806" y="98"/>
                    </a:lnTo>
                    <a:lnTo>
                      <a:pt x="497" y="583"/>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40994" name="Freeform 81"/>
              <p:cNvSpPr>
                <a:spLocks/>
              </p:cNvSpPr>
              <p:nvPr/>
            </p:nvSpPr>
            <p:spPr bwMode="auto">
              <a:xfrm>
                <a:off x="2882" y="1861"/>
                <a:ext cx="578" cy="384"/>
              </a:xfrm>
              <a:custGeom>
                <a:avLst/>
                <a:gdLst>
                  <a:gd name="T0" fmla="*/ 377 w 578"/>
                  <a:gd name="T1" fmla="*/ 383 h 384"/>
                  <a:gd name="T2" fmla="*/ 0 w 578"/>
                  <a:gd name="T3" fmla="*/ 291 h 384"/>
                  <a:gd name="T4" fmla="*/ 217 w 578"/>
                  <a:gd name="T5" fmla="*/ 0 h 384"/>
                  <a:gd name="T6" fmla="*/ 577 w 578"/>
                  <a:gd name="T7" fmla="*/ 74 h 384"/>
                  <a:gd name="T8" fmla="*/ 377 w 578"/>
                  <a:gd name="T9" fmla="*/ 383 h 384"/>
                  <a:gd name="T10" fmla="*/ 0 60000 65536"/>
                  <a:gd name="T11" fmla="*/ 0 60000 65536"/>
                  <a:gd name="T12" fmla="*/ 0 60000 65536"/>
                  <a:gd name="T13" fmla="*/ 0 60000 65536"/>
                  <a:gd name="T14" fmla="*/ 0 60000 65536"/>
                  <a:gd name="T15" fmla="*/ 0 w 578"/>
                  <a:gd name="T16" fmla="*/ 0 h 384"/>
                  <a:gd name="T17" fmla="*/ 578 w 578"/>
                  <a:gd name="T18" fmla="*/ 384 h 384"/>
                </a:gdLst>
                <a:ahLst/>
                <a:cxnLst>
                  <a:cxn ang="T10">
                    <a:pos x="T0" y="T1"/>
                  </a:cxn>
                  <a:cxn ang="T11">
                    <a:pos x="T2" y="T3"/>
                  </a:cxn>
                  <a:cxn ang="T12">
                    <a:pos x="T4" y="T5"/>
                  </a:cxn>
                  <a:cxn ang="T13">
                    <a:pos x="T6" y="T7"/>
                  </a:cxn>
                  <a:cxn ang="T14">
                    <a:pos x="T8" y="T9"/>
                  </a:cxn>
                </a:cxnLst>
                <a:rect l="T15" t="T16" r="T17" b="T18"/>
                <a:pathLst>
                  <a:path w="578" h="384">
                    <a:moveTo>
                      <a:pt x="377" y="383"/>
                    </a:moveTo>
                    <a:lnTo>
                      <a:pt x="0" y="291"/>
                    </a:lnTo>
                    <a:lnTo>
                      <a:pt x="217" y="0"/>
                    </a:lnTo>
                    <a:lnTo>
                      <a:pt x="577" y="74"/>
                    </a:lnTo>
                    <a:lnTo>
                      <a:pt x="377" y="383"/>
                    </a:lnTo>
                  </a:path>
                </a:pathLst>
              </a:custGeom>
              <a:solidFill>
                <a:srgbClr val="E22B00"/>
              </a:solidFill>
              <a:ln>
                <a:noFill/>
              </a:ln>
              <a:extLst>
                <a:ext uri="{91240B29-F687-4F45-9708-019B960494DF}">
                  <a14:hiddenLine xmlns:a14="http://schemas.microsoft.com/office/drawing/2010/main" w="12700" cap="rnd" cmpd="sng">
                    <a:solidFill>
                      <a:srgbClr val="000000"/>
                    </a:solidFill>
                    <a:prstDash val="solid"/>
                    <a:round/>
                    <a:headEnd type="none" w="med" len="med"/>
                    <a:tailEnd type="none" w="med" len="med"/>
                  </a14:hiddenLine>
                </a:ext>
              </a:extLst>
            </p:spPr>
            <p:txBody>
              <a:bodyPr/>
              <a:lstStyle/>
              <a:p>
                <a:endParaRPr lang="fr-FR"/>
              </a:p>
            </p:txBody>
          </p:sp>
          <p:sp>
            <p:nvSpPr>
              <p:cNvPr id="40995" name="Line 82"/>
              <p:cNvSpPr>
                <a:spLocks noChangeShapeType="1"/>
              </p:cNvSpPr>
              <p:nvPr/>
            </p:nvSpPr>
            <p:spPr bwMode="auto">
              <a:xfrm>
                <a:off x="3102" y="1862"/>
                <a:ext cx="352" cy="7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fr-FR"/>
              </a:p>
            </p:txBody>
          </p:sp>
          <p:sp>
            <p:nvSpPr>
              <p:cNvPr id="40996" name="Freeform 83"/>
              <p:cNvSpPr>
                <a:spLocks/>
              </p:cNvSpPr>
              <p:nvPr/>
            </p:nvSpPr>
            <p:spPr bwMode="auto">
              <a:xfrm>
                <a:off x="2762" y="1666"/>
                <a:ext cx="337" cy="485"/>
              </a:xfrm>
              <a:custGeom>
                <a:avLst/>
                <a:gdLst>
                  <a:gd name="T0" fmla="*/ 336 w 337"/>
                  <a:gd name="T1" fmla="*/ 194 h 485"/>
                  <a:gd name="T2" fmla="*/ 118 w 337"/>
                  <a:gd name="T3" fmla="*/ 484 h 485"/>
                  <a:gd name="T4" fmla="*/ 0 w 337"/>
                  <a:gd name="T5" fmla="*/ 452 h 485"/>
                  <a:gd name="T6" fmla="*/ 336 w 337"/>
                  <a:gd name="T7" fmla="*/ 0 h 485"/>
                  <a:gd name="T8" fmla="*/ 336 w 337"/>
                  <a:gd name="T9" fmla="*/ 152 h 485"/>
                  <a:gd name="T10" fmla="*/ 336 w 337"/>
                  <a:gd name="T11" fmla="*/ 194 h 485"/>
                  <a:gd name="T12" fmla="*/ 0 60000 65536"/>
                  <a:gd name="T13" fmla="*/ 0 60000 65536"/>
                  <a:gd name="T14" fmla="*/ 0 60000 65536"/>
                  <a:gd name="T15" fmla="*/ 0 60000 65536"/>
                  <a:gd name="T16" fmla="*/ 0 60000 65536"/>
                  <a:gd name="T17" fmla="*/ 0 60000 65536"/>
                  <a:gd name="T18" fmla="*/ 0 w 337"/>
                  <a:gd name="T19" fmla="*/ 0 h 485"/>
                  <a:gd name="T20" fmla="*/ 337 w 337"/>
                  <a:gd name="T21" fmla="*/ 485 h 485"/>
                </a:gdLst>
                <a:ahLst/>
                <a:cxnLst>
                  <a:cxn ang="T12">
                    <a:pos x="T0" y="T1"/>
                  </a:cxn>
                  <a:cxn ang="T13">
                    <a:pos x="T2" y="T3"/>
                  </a:cxn>
                  <a:cxn ang="T14">
                    <a:pos x="T4" y="T5"/>
                  </a:cxn>
                  <a:cxn ang="T15">
                    <a:pos x="T6" y="T7"/>
                  </a:cxn>
                  <a:cxn ang="T16">
                    <a:pos x="T8" y="T9"/>
                  </a:cxn>
                  <a:cxn ang="T17">
                    <a:pos x="T10" y="T11"/>
                  </a:cxn>
                </a:cxnLst>
                <a:rect l="T18" t="T19" r="T20" b="T21"/>
                <a:pathLst>
                  <a:path w="337" h="485">
                    <a:moveTo>
                      <a:pt x="336" y="194"/>
                    </a:moveTo>
                    <a:lnTo>
                      <a:pt x="118" y="484"/>
                    </a:lnTo>
                    <a:lnTo>
                      <a:pt x="0" y="452"/>
                    </a:lnTo>
                    <a:lnTo>
                      <a:pt x="336" y="0"/>
                    </a:lnTo>
                    <a:lnTo>
                      <a:pt x="336" y="152"/>
                    </a:lnTo>
                    <a:lnTo>
                      <a:pt x="336" y="194"/>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40997" name="Freeform 84"/>
              <p:cNvSpPr>
                <a:spLocks/>
              </p:cNvSpPr>
              <p:nvPr/>
            </p:nvSpPr>
            <p:spPr bwMode="auto">
              <a:xfrm>
                <a:off x="2757" y="2124"/>
                <a:ext cx="509" cy="339"/>
              </a:xfrm>
              <a:custGeom>
                <a:avLst/>
                <a:gdLst>
                  <a:gd name="T0" fmla="*/ 0 w 506"/>
                  <a:gd name="T1" fmla="*/ 0 h 345"/>
                  <a:gd name="T2" fmla="*/ 1 w 506"/>
                  <a:gd name="T3" fmla="*/ 198 h 345"/>
                  <a:gd name="T4" fmla="*/ 514 w 506"/>
                  <a:gd name="T5" fmla="*/ 326 h 345"/>
                  <a:gd name="T6" fmla="*/ 513 w 506"/>
                  <a:gd name="T7" fmla="*/ 124 h 345"/>
                  <a:gd name="T8" fmla="*/ 0 60000 65536"/>
                  <a:gd name="T9" fmla="*/ 0 60000 65536"/>
                  <a:gd name="T10" fmla="*/ 0 60000 65536"/>
                  <a:gd name="T11" fmla="*/ 0 60000 65536"/>
                  <a:gd name="T12" fmla="*/ 0 w 506"/>
                  <a:gd name="T13" fmla="*/ 0 h 345"/>
                  <a:gd name="T14" fmla="*/ 506 w 506"/>
                  <a:gd name="T15" fmla="*/ 345 h 345"/>
                </a:gdLst>
                <a:ahLst/>
                <a:cxnLst>
                  <a:cxn ang="T8">
                    <a:pos x="T0" y="T1"/>
                  </a:cxn>
                  <a:cxn ang="T9">
                    <a:pos x="T2" y="T3"/>
                  </a:cxn>
                  <a:cxn ang="T10">
                    <a:pos x="T4" y="T5"/>
                  </a:cxn>
                  <a:cxn ang="T11">
                    <a:pos x="T6" y="T7"/>
                  </a:cxn>
                </a:cxnLst>
                <a:rect l="T12" t="T13" r="T14" b="T15"/>
                <a:pathLst>
                  <a:path w="506" h="345">
                    <a:moveTo>
                      <a:pt x="0" y="0"/>
                    </a:moveTo>
                    <a:lnTo>
                      <a:pt x="1" y="209"/>
                    </a:lnTo>
                    <a:lnTo>
                      <a:pt x="505" y="344"/>
                    </a:lnTo>
                    <a:lnTo>
                      <a:pt x="504" y="130"/>
                    </a:lnTo>
                  </a:path>
                </a:pathLst>
              </a:custGeom>
              <a:solidFill>
                <a:srgbClr val="FC2C1C"/>
              </a:solidFill>
              <a:ln w="12700" cap="rnd" cmpd="sng">
                <a:solidFill>
                  <a:schemeClr val="bg2"/>
                </a:solidFill>
                <a:prstDash val="solid"/>
                <a:round/>
                <a:headEnd type="none" w="med" len="med"/>
                <a:tailEnd type="none" w="med" len="med"/>
              </a:ln>
            </p:spPr>
            <p:txBody>
              <a:bodyPr/>
              <a:lstStyle/>
              <a:p>
                <a:endParaRPr lang="fr-FR"/>
              </a:p>
            </p:txBody>
          </p:sp>
          <p:sp>
            <p:nvSpPr>
              <p:cNvPr id="40998" name="AutoShape 85"/>
              <p:cNvSpPr>
                <a:spLocks noChangeArrowheads="1"/>
              </p:cNvSpPr>
              <p:nvPr/>
            </p:nvSpPr>
            <p:spPr bwMode="auto">
              <a:xfrm rot="16200000" flipH="1">
                <a:off x="3067" y="1967"/>
                <a:ext cx="693" cy="306"/>
              </a:xfrm>
              <a:prstGeom prst="parallelogram">
                <a:avLst>
                  <a:gd name="adj" fmla="val 156202"/>
                </a:avLst>
              </a:prstGeom>
              <a:solidFill>
                <a:srgbClr val="FC2C1C"/>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sp>
          <p:nvSpPr>
            <p:cNvPr id="40973" name="AutoShape 86"/>
            <p:cNvSpPr>
              <a:spLocks noChangeArrowheads="1"/>
            </p:cNvSpPr>
            <p:nvPr/>
          </p:nvSpPr>
          <p:spPr bwMode="auto">
            <a:xfrm rot="1092751">
              <a:off x="3621" y="3188"/>
              <a:ext cx="194" cy="209"/>
            </a:xfrm>
            <a:prstGeom prst="parallelogram">
              <a:avLst>
                <a:gd name="adj" fmla="val 25000"/>
              </a:avLst>
            </a:prstGeom>
            <a:solidFill>
              <a:srgbClr val="FFFF00"/>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40974" name="Text Box 89"/>
            <p:cNvSpPr txBox="1">
              <a:spLocks noChangeArrowheads="1"/>
            </p:cNvSpPr>
            <p:nvPr/>
          </p:nvSpPr>
          <p:spPr bwMode="auto">
            <a:xfrm>
              <a:off x="3110" y="1437"/>
              <a:ext cx="1232" cy="5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1600"/>
                <a:t>On ne range </a:t>
              </a:r>
              <a:r>
                <a:rPr lang="fr-FR" altLang="fr-FR" sz="1600">
                  <a:solidFill>
                    <a:srgbClr val="FC2C1C"/>
                  </a:solidFill>
                </a:rPr>
                <a:t>qu’une seule pièce</a:t>
              </a:r>
              <a:r>
                <a:rPr lang="fr-FR" altLang="fr-FR" sz="1600"/>
                <a:t> par conteneur</a:t>
              </a:r>
            </a:p>
          </p:txBody>
        </p:sp>
        <p:sp>
          <p:nvSpPr>
            <p:cNvPr id="40975" name="Line 90"/>
            <p:cNvSpPr>
              <a:spLocks noChangeShapeType="1"/>
            </p:cNvSpPr>
            <p:nvPr/>
          </p:nvSpPr>
          <p:spPr bwMode="auto">
            <a:xfrm>
              <a:off x="3721" y="2674"/>
              <a:ext cx="6" cy="255"/>
            </a:xfrm>
            <a:prstGeom prst="line">
              <a:avLst/>
            </a:prstGeom>
            <a:noFill/>
            <a:ln w="6350">
              <a:solidFill>
                <a:schemeClr val="tx2"/>
              </a:solidFill>
              <a:round/>
              <a:headEnd/>
              <a:tailEnd type="triangle" w="med" len="med"/>
            </a:ln>
            <a:extLst>
              <a:ext uri="{909E8E84-426E-40DD-AFC4-6F175D3DCCD1}">
                <a14:hiddenFill xmlns:a14="http://schemas.microsoft.com/office/drawing/2010/main">
                  <a:noFill/>
                </a14:hiddenFill>
              </a:ext>
            </a:extLst>
          </p:spPr>
          <p:txBody>
            <a:bodyPr wrap="none" anchor="ctr"/>
            <a:lstStyle/>
            <a:p>
              <a:endParaRPr lang="fr-FR"/>
            </a:p>
          </p:txBody>
        </p:sp>
        <p:sp>
          <p:nvSpPr>
            <p:cNvPr id="40976" name="Text Box 91"/>
            <p:cNvSpPr txBox="1">
              <a:spLocks noChangeArrowheads="1"/>
            </p:cNvSpPr>
            <p:nvPr/>
          </p:nvSpPr>
          <p:spPr bwMode="auto">
            <a:xfrm>
              <a:off x="4452" y="1431"/>
              <a:ext cx="1226" cy="5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1600"/>
                <a:t>Sauf les couronnes qui vont </a:t>
              </a:r>
              <a:r>
                <a:rPr lang="fr-FR" altLang="fr-FR" sz="1600">
                  <a:solidFill>
                    <a:srgbClr val="FC2C1C"/>
                  </a:solidFill>
                </a:rPr>
                <a:t>toujours par 2 !</a:t>
              </a:r>
            </a:p>
          </p:txBody>
        </p:sp>
        <p:grpSp>
          <p:nvGrpSpPr>
            <p:cNvPr id="40977" name="Group 106"/>
            <p:cNvGrpSpPr>
              <a:grpSpLocks/>
            </p:cNvGrpSpPr>
            <p:nvPr/>
          </p:nvGrpSpPr>
          <p:grpSpPr bwMode="auto">
            <a:xfrm rot="-223274">
              <a:off x="4682" y="3102"/>
              <a:ext cx="667" cy="657"/>
              <a:chOff x="2757" y="1666"/>
              <a:chExt cx="812" cy="800"/>
            </a:xfrm>
          </p:grpSpPr>
          <p:sp>
            <p:nvSpPr>
              <p:cNvPr id="40987" name="Freeform 107"/>
              <p:cNvSpPr>
                <a:spLocks/>
              </p:cNvSpPr>
              <p:nvPr/>
            </p:nvSpPr>
            <p:spPr bwMode="auto">
              <a:xfrm>
                <a:off x="2762" y="1667"/>
                <a:ext cx="807" cy="584"/>
              </a:xfrm>
              <a:custGeom>
                <a:avLst/>
                <a:gdLst>
                  <a:gd name="T0" fmla="*/ 497 w 807"/>
                  <a:gd name="T1" fmla="*/ 583 h 584"/>
                  <a:gd name="T2" fmla="*/ 0 w 807"/>
                  <a:gd name="T3" fmla="*/ 452 h 584"/>
                  <a:gd name="T4" fmla="*/ 337 w 807"/>
                  <a:gd name="T5" fmla="*/ 0 h 584"/>
                  <a:gd name="T6" fmla="*/ 806 w 807"/>
                  <a:gd name="T7" fmla="*/ 98 h 584"/>
                  <a:gd name="T8" fmla="*/ 497 w 807"/>
                  <a:gd name="T9" fmla="*/ 583 h 584"/>
                  <a:gd name="T10" fmla="*/ 0 60000 65536"/>
                  <a:gd name="T11" fmla="*/ 0 60000 65536"/>
                  <a:gd name="T12" fmla="*/ 0 60000 65536"/>
                  <a:gd name="T13" fmla="*/ 0 60000 65536"/>
                  <a:gd name="T14" fmla="*/ 0 60000 65536"/>
                  <a:gd name="T15" fmla="*/ 0 w 807"/>
                  <a:gd name="T16" fmla="*/ 0 h 584"/>
                  <a:gd name="T17" fmla="*/ 807 w 807"/>
                  <a:gd name="T18" fmla="*/ 584 h 584"/>
                </a:gdLst>
                <a:ahLst/>
                <a:cxnLst>
                  <a:cxn ang="T10">
                    <a:pos x="T0" y="T1"/>
                  </a:cxn>
                  <a:cxn ang="T11">
                    <a:pos x="T2" y="T3"/>
                  </a:cxn>
                  <a:cxn ang="T12">
                    <a:pos x="T4" y="T5"/>
                  </a:cxn>
                  <a:cxn ang="T13">
                    <a:pos x="T6" y="T7"/>
                  </a:cxn>
                  <a:cxn ang="T14">
                    <a:pos x="T8" y="T9"/>
                  </a:cxn>
                </a:cxnLst>
                <a:rect l="T15" t="T16" r="T17" b="T18"/>
                <a:pathLst>
                  <a:path w="807" h="584">
                    <a:moveTo>
                      <a:pt x="497" y="583"/>
                    </a:moveTo>
                    <a:lnTo>
                      <a:pt x="0" y="452"/>
                    </a:lnTo>
                    <a:lnTo>
                      <a:pt x="337" y="0"/>
                    </a:lnTo>
                    <a:lnTo>
                      <a:pt x="806" y="98"/>
                    </a:lnTo>
                    <a:lnTo>
                      <a:pt x="497" y="583"/>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40988" name="Freeform 108"/>
              <p:cNvSpPr>
                <a:spLocks/>
              </p:cNvSpPr>
              <p:nvPr/>
            </p:nvSpPr>
            <p:spPr bwMode="auto">
              <a:xfrm>
                <a:off x="2882" y="1861"/>
                <a:ext cx="578" cy="384"/>
              </a:xfrm>
              <a:custGeom>
                <a:avLst/>
                <a:gdLst>
                  <a:gd name="T0" fmla="*/ 377 w 578"/>
                  <a:gd name="T1" fmla="*/ 383 h 384"/>
                  <a:gd name="T2" fmla="*/ 0 w 578"/>
                  <a:gd name="T3" fmla="*/ 291 h 384"/>
                  <a:gd name="T4" fmla="*/ 217 w 578"/>
                  <a:gd name="T5" fmla="*/ 0 h 384"/>
                  <a:gd name="T6" fmla="*/ 577 w 578"/>
                  <a:gd name="T7" fmla="*/ 74 h 384"/>
                  <a:gd name="T8" fmla="*/ 377 w 578"/>
                  <a:gd name="T9" fmla="*/ 383 h 384"/>
                  <a:gd name="T10" fmla="*/ 0 60000 65536"/>
                  <a:gd name="T11" fmla="*/ 0 60000 65536"/>
                  <a:gd name="T12" fmla="*/ 0 60000 65536"/>
                  <a:gd name="T13" fmla="*/ 0 60000 65536"/>
                  <a:gd name="T14" fmla="*/ 0 60000 65536"/>
                  <a:gd name="T15" fmla="*/ 0 w 578"/>
                  <a:gd name="T16" fmla="*/ 0 h 384"/>
                  <a:gd name="T17" fmla="*/ 578 w 578"/>
                  <a:gd name="T18" fmla="*/ 384 h 384"/>
                </a:gdLst>
                <a:ahLst/>
                <a:cxnLst>
                  <a:cxn ang="T10">
                    <a:pos x="T0" y="T1"/>
                  </a:cxn>
                  <a:cxn ang="T11">
                    <a:pos x="T2" y="T3"/>
                  </a:cxn>
                  <a:cxn ang="T12">
                    <a:pos x="T4" y="T5"/>
                  </a:cxn>
                  <a:cxn ang="T13">
                    <a:pos x="T6" y="T7"/>
                  </a:cxn>
                  <a:cxn ang="T14">
                    <a:pos x="T8" y="T9"/>
                  </a:cxn>
                </a:cxnLst>
                <a:rect l="T15" t="T16" r="T17" b="T18"/>
                <a:pathLst>
                  <a:path w="578" h="384">
                    <a:moveTo>
                      <a:pt x="377" y="383"/>
                    </a:moveTo>
                    <a:lnTo>
                      <a:pt x="0" y="291"/>
                    </a:lnTo>
                    <a:lnTo>
                      <a:pt x="217" y="0"/>
                    </a:lnTo>
                    <a:lnTo>
                      <a:pt x="577" y="74"/>
                    </a:lnTo>
                    <a:lnTo>
                      <a:pt x="377" y="383"/>
                    </a:lnTo>
                  </a:path>
                </a:pathLst>
              </a:custGeom>
              <a:solidFill>
                <a:srgbClr val="E22B00"/>
              </a:solidFill>
              <a:ln>
                <a:noFill/>
              </a:ln>
              <a:extLst>
                <a:ext uri="{91240B29-F687-4F45-9708-019B960494DF}">
                  <a14:hiddenLine xmlns:a14="http://schemas.microsoft.com/office/drawing/2010/main" w="12700" cap="rnd" cmpd="sng">
                    <a:solidFill>
                      <a:srgbClr val="000000"/>
                    </a:solidFill>
                    <a:prstDash val="solid"/>
                    <a:round/>
                    <a:headEnd type="none" w="med" len="med"/>
                    <a:tailEnd type="none" w="med" len="med"/>
                  </a14:hiddenLine>
                </a:ext>
              </a:extLst>
            </p:spPr>
            <p:txBody>
              <a:bodyPr/>
              <a:lstStyle/>
              <a:p>
                <a:endParaRPr lang="fr-FR"/>
              </a:p>
            </p:txBody>
          </p:sp>
          <p:sp>
            <p:nvSpPr>
              <p:cNvPr id="40989" name="Line 109"/>
              <p:cNvSpPr>
                <a:spLocks noChangeShapeType="1"/>
              </p:cNvSpPr>
              <p:nvPr/>
            </p:nvSpPr>
            <p:spPr bwMode="auto">
              <a:xfrm>
                <a:off x="3102" y="1862"/>
                <a:ext cx="352" cy="7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fr-FR"/>
              </a:p>
            </p:txBody>
          </p:sp>
          <p:sp>
            <p:nvSpPr>
              <p:cNvPr id="40990" name="Freeform 110"/>
              <p:cNvSpPr>
                <a:spLocks/>
              </p:cNvSpPr>
              <p:nvPr/>
            </p:nvSpPr>
            <p:spPr bwMode="auto">
              <a:xfrm>
                <a:off x="2762" y="1666"/>
                <a:ext cx="337" cy="485"/>
              </a:xfrm>
              <a:custGeom>
                <a:avLst/>
                <a:gdLst>
                  <a:gd name="T0" fmla="*/ 336 w 337"/>
                  <a:gd name="T1" fmla="*/ 194 h 485"/>
                  <a:gd name="T2" fmla="*/ 118 w 337"/>
                  <a:gd name="T3" fmla="*/ 484 h 485"/>
                  <a:gd name="T4" fmla="*/ 0 w 337"/>
                  <a:gd name="T5" fmla="*/ 452 h 485"/>
                  <a:gd name="T6" fmla="*/ 336 w 337"/>
                  <a:gd name="T7" fmla="*/ 0 h 485"/>
                  <a:gd name="T8" fmla="*/ 336 w 337"/>
                  <a:gd name="T9" fmla="*/ 152 h 485"/>
                  <a:gd name="T10" fmla="*/ 336 w 337"/>
                  <a:gd name="T11" fmla="*/ 194 h 485"/>
                  <a:gd name="T12" fmla="*/ 0 60000 65536"/>
                  <a:gd name="T13" fmla="*/ 0 60000 65536"/>
                  <a:gd name="T14" fmla="*/ 0 60000 65536"/>
                  <a:gd name="T15" fmla="*/ 0 60000 65536"/>
                  <a:gd name="T16" fmla="*/ 0 60000 65536"/>
                  <a:gd name="T17" fmla="*/ 0 60000 65536"/>
                  <a:gd name="T18" fmla="*/ 0 w 337"/>
                  <a:gd name="T19" fmla="*/ 0 h 485"/>
                  <a:gd name="T20" fmla="*/ 337 w 337"/>
                  <a:gd name="T21" fmla="*/ 485 h 485"/>
                </a:gdLst>
                <a:ahLst/>
                <a:cxnLst>
                  <a:cxn ang="T12">
                    <a:pos x="T0" y="T1"/>
                  </a:cxn>
                  <a:cxn ang="T13">
                    <a:pos x="T2" y="T3"/>
                  </a:cxn>
                  <a:cxn ang="T14">
                    <a:pos x="T4" y="T5"/>
                  </a:cxn>
                  <a:cxn ang="T15">
                    <a:pos x="T6" y="T7"/>
                  </a:cxn>
                  <a:cxn ang="T16">
                    <a:pos x="T8" y="T9"/>
                  </a:cxn>
                  <a:cxn ang="T17">
                    <a:pos x="T10" y="T11"/>
                  </a:cxn>
                </a:cxnLst>
                <a:rect l="T18" t="T19" r="T20" b="T21"/>
                <a:pathLst>
                  <a:path w="337" h="485">
                    <a:moveTo>
                      <a:pt x="336" y="194"/>
                    </a:moveTo>
                    <a:lnTo>
                      <a:pt x="118" y="484"/>
                    </a:lnTo>
                    <a:lnTo>
                      <a:pt x="0" y="452"/>
                    </a:lnTo>
                    <a:lnTo>
                      <a:pt x="336" y="0"/>
                    </a:lnTo>
                    <a:lnTo>
                      <a:pt x="336" y="152"/>
                    </a:lnTo>
                    <a:lnTo>
                      <a:pt x="336" y="194"/>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40991" name="Freeform 111"/>
              <p:cNvSpPr>
                <a:spLocks/>
              </p:cNvSpPr>
              <p:nvPr/>
            </p:nvSpPr>
            <p:spPr bwMode="auto">
              <a:xfrm>
                <a:off x="2757" y="2124"/>
                <a:ext cx="509" cy="339"/>
              </a:xfrm>
              <a:custGeom>
                <a:avLst/>
                <a:gdLst>
                  <a:gd name="T0" fmla="*/ 0 w 506"/>
                  <a:gd name="T1" fmla="*/ 0 h 345"/>
                  <a:gd name="T2" fmla="*/ 1 w 506"/>
                  <a:gd name="T3" fmla="*/ 198 h 345"/>
                  <a:gd name="T4" fmla="*/ 514 w 506"/>
                  <a:gd name="T5" fmla="*/ 326 h 345"/>
                  <a:gd name="T6" fmla="*/ 513 w 506"/>
                  <a:gd name="T7" fmla="*/ 124 h 345"/>
                  <a:gd name="T8" fmla="*/ 0 60000 65536"/>
                  <a:gd name="T9" fmla="*/ 0 60000 65536"/>
                  <a:gd name="T10" fmla="*/ 0 60000 65536"/>
                  <a:gd name="T11" fmla="*/ 0 60000 65536"/>
                  <a:gd name="T12" fmla="*/ 0 w 506"/>
                  <a:gd name="T13" fmla="*/ 0 h 345"/>
                  <a:gd name="T14" fmla="*/ 506 w 506"/>
                  <a:gd name="T15" fmla="*/ 345 h 345"/>
                </a:gdLst>
                <a:ahLst/>
                <a:cxnLst>
                  <a:cxn ang="T8">
                    <a:pos x="T0" y="T1"/>
                  </a:cxn>
                  <a:cxn ang="T9">
                    <a:pos x="T2" y="T3"/>
                  </a:cxn>
                  <a:cxn ang="T10">
                    <a:pos x="T4" y="T5"/>
                  </a:cxn>
                  <a:cxn ang="T11">
                    <a:pos x="T6" y="T7"/>
                  </a:cxn>
                </a:cxnLst>
                <a:rect l="T12" t="T13" r="T14" b="T15"/>
                <a:pathLst>
                  <a:path w="506" h="345">
                    <a:moveTo>
                      <a:pt x="0" y="0"/>
                    </a:moveTo>
                    <a:lnTo>
                      <a:pt x="1" y="209"/>
                    </a:lnTo>
                    <a:lnTo>
                      <a:pt x="505" y="344"/>
                    </a:lnTo>
                    <a:lnTo>
                      <a:pt x="504" y="130"/>
                    </a:lnTo>
                  </a:path>
                </a:pathLst>
              </a:custGeom>
              <a:solidFill>
                <a:srgbClr val="FC2C1C"/>
              </a:solidFill>
              <a:ln w="12700" cap="rnd" cmpd="sng">
                <a:solidFill>
                  <a:schemeClr val="bg2"/>
                </a:solidFill>
                <a:prstDash val="solid"/>
                <a:round/>
                <a:headEnd type="none" w="med" len="med"/>
                <a:tailEnd type="none" w="med" len="med"/>
              </a:ln>
            </p:spPr>
            <p:txBody>
              <a:bodyPr/>
              <a:lstStyle/>
              <a:p>
                <a:endParaRPr lang="fr-FR"/>
              </a:p>
            </p:txBody>
          </p:sp>
          <p:sp>
            <p:nvSpPr>
              <p:cNvPr id="40992" name="AutoShape 112"/>
              <p:cNvSpPr>
                <a:spLocks noChangeArrowheads="1"/>
              </p:cNvSpPr>
              <p:nvPr/>
            </p:nvSpPr>
            <p:spPr bwMode="auto">
              <a:xfrm rot="16200000" flipH="1">
                <a:off x="3067" y="1967"/>
                <a:ext cx="693" cy="306"/>
              </a:xfrm>
              <a:prstGeom prst="parallelogram">
                <a:avLst>
                  <a:gd name="adj" fmla="val 156202"/>
                </a:avLst>
              </a:prstGeom>
              <a:solidFill>
                <a:srgbClr val="FC2C1C"/>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sp>
          <p:nvSpPr>
            <p:cNvPr id="40978" name="Oval 114"/>
            <p:cNvSpPr>
              <a:spLocks noChangeArrowheads="1"/>
            </p:cNvSpPr>
            <p:nvPr/>
          </p:nvSpPr>
          <p:spPr bwMode="auto">
            <a:xfrm rot="555066">
              <a:off x="4917" y="3288"/>
              <a:ext cx="176" cy="155"/>
            </a:xfrm>
            <a:prstGeom prst="ellipse">
              <a:avLst/>
            </a:prstGeom>
            <a:solidFill>
              <a:srgbClr val="00FF00"/>
            </a:solidFill>
            <a:ln w="9525">
              <a:solidFill>
                <a:schemeClr val="tx1"/>
              </a:solidFill>
              <a:round/>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40979" name="Oval 115"/>
            <p:cNvSpPr>
              <a:spLocks noChangeArrowheads="1"/>
            </p:cNvSpPr>
            <p:nvPr/>
          </p:nvSpPr>
          <p:spPr bwMode="auto">
            <a:xfrm rot="555066">
              <a:off x="4977" y="3392"/>
              <a:ext cx="176" cy="155"/>
            </a:xfrm>
            <a:prstGeom prst="ellipse">
              <a:avLst/>
            </a:prstGeom>
            <a:solidFill>
              <a:srgbClr val="00FF00"/>
            </a:solidFill>
            <a:ln w="9525">
              <a:solidFill>
                <a:schemeClr val="tx1"/>
              </a:solidFill>
              <a:round/>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40980" name="Oval 123"/>
            <p:cNvSpPr>
              <a:spLocks noChangeArrowheads="1"/>
            </p:cNvSpPr>
            <p:nvPr/>
          </p:nvSpPr>
          <p:spPr bwMode="auto">
            <a:xfrm>
              <a:off x="4771" y="2406"/>
              <a:ext cx="271" cy="295"/>
            </a:xfrm>
            <a:prstGeom prst="ellipse">
              <a:avLst/>
            </a:prstGeom>
            <a:solidFill>
              <a:srgbClr val="00FF00"/>
            </a:solidFill>
            <a:ln w="9525">
              <a:solidFill>
                <a:schemeClr val="tx1"/>
              </a:solidFill>
              <a:round/>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40981" name="Line 124"/>
            <p:cNvSpPr>
              <a:spLocks noChangeShapeType="1"/>
            </p:cNvSpPr>
            <p:nvPr/>
          </p:nvSpPr>
          <p:spPr bwMode="auto">
            <a:xfrm>
              <a:off x="5083" y="2784"/>
              <a:ext cx="6" cy="255"/>
            </a:xfrm>
            <a:prstGeom prst="line">
              <a:avLst/>
            </a:prstGeom>
            <a:noFill/>
            <a:ln w="6350">
              <a:solidFill>
                <a:schemeClr val="tx2"/>
              </a:solidFill>
              <a:round/>
              <a:headEnd/>
              <a:tailEnd type="triangle" w="med" len="med"/>
            </a:ln>
            <a:extLst>
              <a:ext uri="{909E8E84-426E-40DD-AFC4-6F175D3DCCD1}">
                <a14:hiddenFill xmlns:a14="http://schemas.microsoft.com/office/drawing/2010/main">
                  <a:noFill/>
                </a14:hiddenFill>
              </a:ext>
            </a:extLst>
          </p:spPr>
          <p:txBody>
            <a:bodyPr wrap="none" anchor="ctr"/>
            <a:lstStyle/>
            <a:p>
              <a:endParaRPr lang="fr-FR"/>
            </a:p>
          </p:txBody>
        </p:sp>
        <p:sp>
          <p:nvSpPr>
            <p:cNvPr id="40982" name="Oval 125"/>
            <p:cNvSpPr>
              <a:spLocks noChangeArrowheads="1"/>
            </p:cNvSpPr>
            <p:nvPr/>
          </p:nvSpPr>
          <p:spPr bwMode="auto">
            <a:xfrm>
              <a:off x="5103" y="2406"/>
              <a:ext cx="271" cy="295"/>
            </a:xfrm>
            <a:prstGeom prst="ellipse">
              <a:avLst/>
            </a:prstGeom>
            <a:solidFill>
              <a:srgbClr val="00FF00"/>
            </a:solidFill>
            <a:ln w="9525">
              <a:solidFill>
                <a:schemeClr val="tx1"/>
              </a:solidFill>
              <a:round/>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40983" name="Text Box 126"/>
            <p:cNvSpPr txBox="1">
              <a:spLocks noChangeArrowheads="1"/>
            </p:cNvSpPr>
            <p:nvPr/>
          </p:nvSpPr>
          <p:spPr bwMode="auto">
            <a:xfrm>
              <a:off x="4634" y="2051"/>
              <a:ext cx="861" cy="3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b">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a:spcBef>
                  <a:spcPct val="0"/>
                </a:spcBef>
                <a:buFontTx/>
                <a:buNone/>
              </a:pPr>
              <a:r>
                <a:rPr kumimoji="1" lang="fr-FR" altLang="fr-FR" sz="1400">
                  <a:solidFill>
                    <a:schemeClr val="tx2"/>
                  </a:solidFill>
                </a:rPr>
                <a:t>2 couronnes</a:t>
              </a:r>
              <a:br>
                <a:rPr kumimoji="1" lang="fr-FR" altLang="fr-FR" sz="1400">
                  <a:solidFill>
                    <a:schemeClr val="tx2"/>
                  </a:solidFill>
                </a:rPr>
              </a:br>
              <a:r>
                <a:rPr kumimoji="1" lang="fr-FR" altLang="fr-FR" sz="1400">
                  <a:solidFill>
                    <a:schemeClr val="tx2"/>
                  </a:solidFill>
                </a:rPr>
                <a:t>(phase A ou B)</a:t>
              </a:r>
            </a:p>
          </p:txBody>
        </p:sp>
        <p:sp>
          <p:nvSpPr>
            <p:cNvPr id="40984" name="Text Box 129"/>
            <p:cNvSpPr txBox="1">
              <a:spLocks noChangeArrowheads="1"/>
            </p:cNvSpPr>
            <p:nvPr/>
          </p:nvSpPr>
          <p:spPr bwMode="auto">
            <a:xfrm>
              <a:off x="3935" y="679"/>
              <a:ext cx="738" cy="44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dirty="0">
                  <a:solidFill>
                    <a:schemeClr val="tx2"/>
                  </a:solidFill>
                </a:rPr>
                <a:t>Stock de</a:t>
              </a:r>
              <a:br>
                <a:rPr lang="fr-FR" altLang="fr-FR" dirty="0">
                  <a:solidFill>
                    <a:schemeClr val="tx2"/>
                  </a:solidFill>
                </a:rPr>
              </a:br>
              <a:r>
                <a:rPr lang="fr-FR" altLang="fr-FR" dirty="0">
                  <a:solidFill>
                    <a:srgbClr val="FC2C1C"/>
                  </a:solidFill>
                </a:rPr>
                <a:t>pièces</a:t>
              </a:r>
            </a:p>
          </p:txBody>
        </p:sp>
        <p:sp>
          <p:nvSpPr>
            <p:cNvPr id="40986" name="Rectangle 132"/>
            <p:cNvSpPr>
              <a:spLocks noChangeArrowheads="1"/>
            </p:cNvSpPr>
            <p:nvPr/>
          </p:nvSpPr>
          <p:spPr bwMode="auto">
            <a:xfrm>
              <a:off x="3009" y="598"/>
              <a:ext cx="2621" cy="3501"/>
            </a:xfrm>
            <a:prstGeom prst="rect">
              <a:avLst/>
            </a:prstGeom>
            <a:noFill/>
            <a:ln w="6350" algn="ctr">
              <a:solidFill>
                <a:schemeClr val="tx2"/>
              </a:solidFill>
              <a:prstDash val="lgDash"/>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986" name="Rectangle 2"/>
          <p:cNvSpPr>
            <a:spLocks noGrp="1" noChangeArrowheads="1"/>
          </p:cNvSpPr>
          <p:nvPr>
            <p:ph type="title"/>
          </p:nvPr>
        </p:nvSpPr>
        <p:spPr>
          <a:xfrm>
            <a:off x="430213" y="0"/>
            <a:ext cx="8229600" cy="647700"/>
          </a:xfrm>
        </p:spPr>
        <p:txBody>
          <a:bodyPr/>
          <a:lstStyle/>
          <a:p>
            <a:pPr eaLnBrk="1" hangingPunct="1"/>
            <a:r>
              <a:rPr lang="fr-FR" altLang="fr-FR"/>
              <a:t>Les stocks en début de partie</a:t>
            </a:r>
            <a:endParaRPr lang="fr-FR" altLang="fr-FR" sz="1200"/>
          </a:p>
        </p:txBody>
      </p:sp>
      <p:grpSp>
        <p:nvGrpSpPr>
          <p:cNvPr id="2" name="Group 188"/>
          <p:cNvGrpSpPr>
            <a:grpSpLocks/>
          </p:cNvGrpSpPr>
          <p:nvPr/>
        </p:nvGrpSpPr>
        <p:grpSpPr bwMode="auto">
          <a:xfrm>
            <a:off x="985837" y="750888"/>
            <a:ext cx="6924675" cy="1906587"/>
            <a:chOff x="621" y="473"/>
            <a:chExt cx="4362" cy="1201"/>
          </a:xfrm>
        </p:grpSpPr>
        <p:sp>
          <p:nvSpPr>
            <p:cNvPr id="42045" name="Rectangle 8"/>
            <p:cNvSpPr>
              <a:spLocks noChangeArrowheads="1"/>
            </p:cNvSpPr>
            <p:nvPr/>
          </p:nvSpPr>
          <p:spPr bwMode="auto">
            <a:xfrm>
              <a:off x="1613" y="1340"/>
              <a:ext cx="444" cy="122"/>
            </a:xfrm>
            <a:prstGeom prst="rect">
              <a:avLst/>
            </a:prstGeom>
            <a:solidFill>
              <a:srgbClr val="E22B00"/>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42046" name="Rectangle 9"/>
            <p:cNvSpPr>
              <a:spLocks noChangeArrowheads="1"/>
            </p:cNvSpPr>
            <p:nvPr/>
          </p:nvSpPr>
          <p:spPr bwMode="auto">
            <a:xfrm>
              <a:off x="1608" y="1205"/>
              <a:ext cx="444" cy="122"/>
            </a:xfrm>
            <a:prstGeom prst="rect">
              <a:avLst/>
            </a:prstGeom>
            <a:solidFill>
              <a:srgbClr val="E22B00"/>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42047" name="Rectangle 11"/>
            <p:cNvSpPr>
              <a:spLocks noChangeArrowheads="1"/>
            </p:cNvSpPr>
            <p:nvPr/>
          </p:nvSpPr>
          <p:spPr bwMode="auto">
            <a:xfrm>
              <a:off x="2203" y="1351"/>
              <a:ext cx="444" cy="122"/>
            </a:xfrm>
            <a:prstGeom prst="rect">
              <a:avLst/>
            </a:prstGeom>
            <a:solidFill>
              <a:srgbClr val="E22B00"/>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42048" name="Rectangle 14"/>
            <p:cNvSpPr>
              <a:spLocks noChangeArrowheads="1"/>
            </p:cNvSpPr>
            <p:nvPr/>
          </p:nvSpPr>
          <p:spPr bwMode="auto">
            <a:xfrm>
              <a:off x="2787" y="1340"/>
              <a:ext cx="444" cy="122"/>
            </a:xfrm>
            <a:prstGeom prst="rect">
              <a:avLst/>
            </a:prstGeom>
            <a:solidFill>
              <a:srgbClr val="E22B00"/>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42049" name="Rectangle 15"/>
            <p:cNvSpPr>
              <a:spLocks noChangeArrowheads="1"/>
            </p:cNvSpPr>
            <p:nvPr/>
          </p:nvSpPr>
          <p:spPr bwMode="auto">
            <a:xfrm>
              <a:off x="2782" y="1205"/>
              <a:ext cx="444" cy="122"/>
            </a:xfrm>
            <a:prstGeom prst="rect">
              <a:avLst/>
            </a:prstGeom>
            <a:solidFill>
              <a:srgbClr val="E22B00"/>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42050" name="Rectangle 17"/>
            <p:cNvSpPr>
              <a:spLocks noChangeArrowheads="1"/>
            </p:cNvSpPr>
            <p:nvPr/>
          </p:nvSpPr>
          <p:spPr bwMode="auto">
            <a:xfrm>
              <a:off x="3331" y="1329"/>
              <a:ext cx="444" cy="122"/>
            </a:xfrm>
            <a:prstGeom prst="rect">
              <a:avLst/>
            </a:prstGeom>
            <a:solidFill>
              <a:srgbClr val="E22B00"/>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42051" name="Rectangle 18"/>
            <p:cNvSpPr>
              <a:spLocks noChangeArrowheads="1"/>
            </p:cNvSpPr>
            <p:nvPr/>
          </p:nvSpPr>
          <p:spPr bwMode="auto">
            <a:xfrm>
              <a:off x="3331" y="1194"/>
              <a:ext cx="444" cy="122"/>
            </a:xfrm>
            <a:prstGeom prst="rect">
              <a:avLst/>
            </a:prstGeom>
            <a:solidFill>
              <a:srgbClr val="E22B00"/>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42052" name="Rectangle 19"/>
            <p:cNvSpPr>
              <a:spLocks noChangeArrowheads="1"/>
            </p:cNvSpPr>
            <p:nvPr/>
          </p:nvSpPr>
          <p:spPr bwMode="auto">
            <a:xfrm>
              <a:off x="3330" y="1058"/>
              <a:ext cx="444" cy="122"/>
            </a:xfrm>
            <a:prstGeom prst="rect">
              <a:avLst/>
            </a:prstGeom>
            <a:solidFill>
              <a:srgbClr val="E22B00"/>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42053" name="Rectangle 20"/>
            <p:cNvSpPr>
              <a:spLocks noChangeArrowheads="1"/>
            </p:cNvSpPr>
            <p:nvPr/>
          </p:nvSpPr>
          <p:spPr bwMode="auto">
            <a:xfrm>
              <a:off x="3931" y="1340"/>
              <a:ext cx="444" cy="122"/>
            </a:xfrm>
            <a:prstGeom prst="rect">
              <a:avLst/>
            </a:prstGeom>
            <a:solidFill>
              <a:srgbClr val="E22B00"/>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42054" name="Rectangle 21"/>
            <p:cNvSpPr>
              <a:spLocks noChangeArrowheads="1"/>
            </p:cNvSpPr>
            <p:nvPr/>
          </p:nvSpPr>
          <p:spPr bwMode="auto">
            <a:xfrm>
              <a:off x="3932" y="1199"/>
              <a:ext cx="444" cy="122"/>
            </a:xfrm>
            <a:prstGeom prst="rect">
              <a:avLst/>
            </a:prstGeom>
            <a:solidFill>
              <a:srgbClr val="E22B00"/>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42055" name="Rectangle 23"/>
            <p:cNvSpPr>
              <a:spLocks noChangeArrowheads="1"/>
            </p:cNvSpPr>
            <p:nvPr/>
          </p:nvSpPr>
          <p:spPr bwMode="auto">
            <a:xfrm>
              <a:off x="4539" y="1329"/>
              <a:ext cx="444" cy="122"/>
            </a:xfrm>
            <a:prstGeom prst="rect">
              <a:avLst/>
            </a:prstGeom>
            <a:solidFill>
              <a:srgbClr val="E22B00"/>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42056" name="Text Box 26"/>
            <p:cNvSpPr txBox="1">
              <a:spLocks noChangeArrowheads="1"/>
            </p:cNvSpPr>
            <p:nvPr/>
          </p:nvSpPr>
          <p:spPr bwMode="auto">
            <a:xfrm>
              <a:off x="1662" y="1457"/>
              <a:ext cx="279" cy="2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1600">
                  <a:solidFill>
                    <a:schemeClr val="tx1"/>
                  </a:solidFill>
                </a:rPr>
                <a:t>R1</a:t>
              </a:r>
            </a:p>
          </p:txBody>
        </p:sp>
        <p:sp>
          <p:nvSpPr>
            <p:cNvPr id="42057" name="Text Box 27"/>
            <p:cNvSpPr txBox="1">
              <a:spLocks noChangeArrowheads="1"/>
            </p:cNvSpPr>
            <p:nvPr/>
          </p:nvSpPr>
          <p:spPr bwMode="auto">
            <a:xfrm>
              <a:off x="2312" y="1446"/>
              <a:ext cx="279" cy="2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1600">
                  <a:solidFill>
                    <a:schemeClr val="tx1"/>
                  </a:solidFill>
                </a:rPr>
                <a:t>R2</a:t>
              </a:r>
            </a:p>
          </p:txBody>
        </p:sp>
        <p:sp>
          <p:nvSpPr>
            <p:cNvPr id="42058" name="Text Box 28"/>
            <p:cNvSpPr txBox="1">
              <a:spLocks noChangeArrowheads="1"/>
            </p:cNvSpPr>
            <p:nvPr/>
          </p:nvSpPr>
          <p:spPr bwMode="auto">
            <a:xfrm>
              <a:off x="2884" y="1451"/>
              <a:ext cx="279" cy="2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1600">
                  <a:solidFill>
                    <a:schemeClr val="tx1"/>
                  </a:solidFill>
                </a:rPr>
                <a:t>R3</a:t>
              </a:r>
            </a:p>
          </p:txBody>
        </p:sp>
        <p:sp>
          <p:nvSpPr>
            <p:cNvPr id="42059" name="Text Box 29"/>
            <p:cNvSpPr txBox="1">
              <a:spLocks noChangeArrowheads="1"/>
            </p:cNvSpPr>
            <p:nvPr/>
          </p:nvSpPr>
          <p:spPr bwMode="auto">
            <a:xfrm>
              <a:off x="3422" y="1451"/>
              <a:ext cx="279" cy="2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1600">
                  <a:solidFill>
                    <a:schemeClr val="tx1"/>
                  </a:solidFill>
                </a:rPr>
                <a:t>R4</a:t>
              </a:r>
            </a:p>
          </p:txBody>
        </p:sp>
        <p:sp>
          <p:nvSpPr>
            <p:cNvPr id="42060" name="Text Box 30"/>
            <p:cNvSpPr txBox="1">
              <a:spLocks noChangeArrowheads="1"/>
            </p:cNvSpPr>
            <p:nvPr/>
          </p:nvSpPr>
          <p:spPr bwMode="auto">
            <a:xfrm>
              <a:off x="4039" y="1462"/>
              <a:ext cx="279" cy="2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1600">
                  <a:solidFill>
                    <a:schemeClr val="tx1"/>
                  </a:solidFill>
                </a:rPr>
                <a:t>R5</a:t>
              </a:r>
            </a:p>
          </p:txBody>
        </p:sp>
        <p:sp>
          <p:nvSpPr>
            <p:cNvPr id="42061" name="Text Box 31"/>
            <p:cNvSpPr txBox="1">
              <a:spLocks noChangeArrowheads="1"/>
            </p:cNvSpPr>
            <p:nvPr/>
          </p:nvSpPr>
          <p:spPr bwMode="auto">
            <a:xfrm>
              <a:off x="4635" y="1451"/>
              <a:ext cx="279" cy="2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1600">
                  <a:solidFill>
                    <a:schemeClr val="tx1"/>
                  </a:solidFill>
                </a:rPr>
                <a:t>R6</a:t>
              </a:r>
            </a:p>
          </p:txBody>
        </p:sp>
        <p:sp>
          <p:nvSpPr>
            <p:cNvPr id="42062" name="Text Box 53"/>
            <p:cNvSpPr txBox="1">
              <a:spLocks noChangeArrowheads="1"/>
            </p:cNvSpPr>
            <p:nvPr/>
          </p:nvSpPr>
          <p:spPr bwMode="auto">
            <a:xfrm>
              <a:off x="621" y="1119"/>
              <a:ext cx="898" cy="34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eaLnBrk="1" hangingPunct="1">
                <a:spcBef>
                  <a:spcPct val="0"/>
                </a:spcBef>
                <a:buFontTx/>
                <a:buNone/>
              </a:pPr>
              <a:r>
                <a:rPr lang="fr-FR" altLang="fr-FR" sz="1500" dirty="0">
                  <a:solidFill>
                    <a:schemeClr val="tx1"/>
                  </a:solidFill>
                </a:rPr>
                <a:t>PRODUITS</a:t>
              </a:r>
              <a:br>
                <a:rPr lang="fr-FR" altLang="fr-FR" sz="1500" dirty="0">
                  <a:solidFill>
                    <a:schemeClr val="tx1"/>
                  </a:solidFill>
                </a:rPr>
              </a:br>
              <a:r>
                <a:rPr lang="fr-FR" altLang="fr-FR" sz="1500" dirty="0">
                  <a:solidFill>
                    <a:schemeClr val="tx1"/>
                  </a:solidFill>
                </a:rPr>
                <a:t>FINIS</a:t>
              </a:r>
            </a:p>
          </p:txBody>
        </p:sp>
        <p:sp>
          <p:nvSpPr>
            <p:cNvPr id="42064" name="Rectangle 142"/>
            <p:cNvSpPr>
              <a:spLocks noChangeArrowheads="1"/>
            </p:cNvSpPr>
            <p:nvPr/>
          </p:nvSpPr>
          <p:spPr bwMode="auto">
            <a:xfrm>
              <a:off x="3331" y="920"/>
              <a:ext cx="444" cy="122"/>
            </a:xfrm>
            <a:prstGeom prst="rect">
              <a:avLst/>
            </a:prstGeom>
            <a:solidFill>
              <a:srgbClr val="E22B00"/>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42065" name="Rectangle 143"/>
            <p:cNvSpPr>
              <a:spLocks noChangeArrowheads="1"/>
            </p:cNvSpPr>
            <p:nvPr/>
          </p:nvSpPr>
          <p:spPr bwMode="auto">
            <a:xfrm>
              <a:off x="3330" y="785"/>
              <a:ext cx="444" cy="122"/>
            </a:xfrm>
            <a:prstGeom prst="rect">
              <a:avLst/>
            </a:prstGeom>
            <a:solidFill>
              <a:srgbClr val="E22B00"/>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42066" name="Rectangle 144"/>
            <p:cNvSpPr>
              <a:spLocks noChangeArrowheads="1"/>
            </p:cNvSpPr>
            <p:nvPr/>
          </p:nvSpPr>
          <p:spPr bwMode="auto">
            <a:xfrm>
              <a:off x="3330" y="655"/>
              <a:ext cx="444" cy="122"/>
            </a:xfrm>
            <a:prstGeom prst="rect">
              <a:avLst/>
            </a:prstGeom>
            <a:solidFill>
              <a:srgbClr val="E22B00"/>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42067" name="Text Box 169"/>
            <p:cNvSpPr txBox="1">
              <a:spLocks noChangeArrowheads="1"/>
            </p:cNvSpPr>
            <p:nvPr/>
          </p:nvSpPr>
          <p:spPr bwMode="auto">
            <a:xfrm>
              <a:off x="1750" y="985"/>
              <a:ext cx="148" cy="168"/>
            </a:xfrm>
            <a:prstGeom prst="rect">
              <a:avLst/>
            </a:prstGeom>
            <a:noFill/>
            <a:ln w="6350" algn="ctr">
              <a:solidFill>
                <a:schemeClr val="bg2"/>
              </a:solidFill>
              <a:miter lim="800000"/>
              <a:headEnd/>
              <a:tailEnd/>
            </a:ln>
            <a:extLst>
              <a:ext uri="{909E8E84-426E-40DD-AFC4-6F175D3DCCD1}">
                <a14:hiddenFill xmlns:a14="http://schemas.microsoft.com/office/drawing/2010/main">
                  <a:solidFill>
                    <a:srgbClr val="FFFFFF"/>
                  </a:solidFill>
                </a14:hiddenFill>
              </a:ext>
            </a:extLst>
          </p:spPr>
          <p:txBody>
            <a:bodyPr wrap="none" anchor="ctr" anchorCtr="1"/>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1400">
                  <a:solidFill>
                    <a:schemeClr val="tx1"/>
                  </a:solidFill>
                </a:rPr>
                <a:t>2</a:t>
              </a:r>
            </a:p>
          </p:txBody>
        </p:sp>
        <p:sp>
          <p:nvSpPr>
            <p:cNvPr id="42068" name="Text Box 170"/>
            <p:cNvSpPr txBox="1">
              <a:spLocks noChangeArrowheads="1"/>
            </p:cNvSpPr>
            <p:nvPr/>
          </p:nvSpPr>
          <p:spPr bwMode="auto">
            <a:xfrm>
              <a:off x="2304" y="1135"/>
              <a:ext cx="148" cy="168"/>
            </a:xfrm>
            <a:prstGeom prst="rect">
              <a:avLst/>
            </a:prstGeom>
            <a:noFill/>
            <a:ln w="6350" algn="ctr">
              <a:solidFill>
                <a:schemeClr val="bg2"/>
              </a:solidFill>
              <a:miter lim="800000"/>
              <a:headEnd/>
              <a:tailEnd/>
            </a:ln>
            <a:extLst>
              <a:ext uri="{909E8E84-426E-40DD-AFC4-6F175D3DCCD1}">
                <a14:hiddenFill xmlns:a14="http://schemas.microsoft.com/office/drawing/2010/main">
                  <a:solidFill>
                    <a:srgbClr val="FFFFFF"/>
                  </a:solidFill>
                </a14:hiddenFill>
              </a:ext>
            </a:extLst>
          </p:spPr>
          <p:txBody>
            <a:bodyPr wrap="none" anchor="ctr" anchorCtr="1"/>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1400">
                  <a:solidFill>
                    <a:schemeClr val="tx1"/>
                  </a:solidFill>
                </a:rPr>
                <a:t>1</a:t>
              </a:r>
            </a:p>
          </p:txBody>
        </p:sp>
        <p:sp>
          <p:nvSpPr>
            <p:cNvPr id="42069" name="Text Box 171"/>
            <p:cNvSpPr txBox="1">
              <a:spLocks noChangeArrowheads="1"/>
            </p:cNvSpPr>
            <p:nvPr/>
          </p:nvSpPr>
          <p:spPr bwMode="auto">
            <a:xfrm>
              <a:off x="2918" y="1002"/>
              <a:ext cx="148" cy="168"/>
            </a:xfrm>
            <a:prstGeom prst="rect">
              <a:avLst/>
            </a:prstGeom>
            <a:noFill/>
            <a:ln w="6350" algn="ctr">
              <a:solidFill>
                <a:schemeClr val="bg2"/>
              </a:solidFill>
              <a:miter lim="800000"/>
              <a:headEnd/>
              <a:tailEnd/>
            </a:ln>
            <a:extLst>
              <a:ext uri="{909E8E84-426E-40DD-AFC4-6F175D3DCCD1}">
                <a14:hiddenFill xmlns:a14="http://schemas.microsoft.com/office/drawing/2010/main">
                  <a:solidFill>
                    <a:srgbClr val="FFFFFF"/>
                  </a:solidFill>
                </a14:hiddenFill>
              </a:ext>
            </a:extLst>
          </p:spPr>
          <p:txBody>
            <a:bodyPr wrap="none" anchor="ctr" anchorCtr="1"/>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1400">
                  <a:solidFill>
                    <a:schemeClr val="tx1"/>
                  </a:solidFill>
                </a:rPr>
                <a:t>2</a:t>
              </a:r>
            </a:p>
          </p:txBody>
        </p:sp>
        <p:sp>
          <p:nvSpPr>
            <p:cNvPr id="42070" name="Text Box 172"/>
            <p:cNvSpPr txBox="1">
              <a:spLocks noChangeArrowheads="1"/>
            </p:cNvSpPr>
            <p:nvPr/>
          </p:nvSpPr>
          <p:spPr bwMode="auto">
            <a:xfrm>
              <a:off x="3450" y="473"/>
              <a:ext cx="148" cy="168"/>
            </a:xfrm>
            <a:prstGeom prst="rect">
              <a:avLst/>
            </a:prstGeom>
            <a:noFill/>
            <a:ln w="6350" algn="ctr">
              <a:solidFill>
                <a:schemeClr val="bg2"/>
              </a:solidFill>
              <a:miter lim="800000"/>
              <a:headEnd/>
              <a:tailEnd/>
            </a:ln>
            <a:extLst>
              <a:ext uri="{909E8E84-426E-40DD-AFC4-6F175D3DCCD1}">
                <a14:hiddenFill xmlns:a14="http://schemas.microsoft.com/office/drawing/2010/main">
                  <a:solidFill>
                    <a:srgbClr val="FFFFFF"/>
                  </a:solidFill>
                </a14:hiddenFill>
              </a:ext>
            </a:extLst>
          </p:spPr>
          <p:txBody>
            <a:bodyPr wrap="none" anchor="ctr" anchorCtr="1"/>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1400">
                  <a:solidFill>
                    <a:schemeClr val="tx1"/>
                  </a:solidFill>
                </a:rPr>
                <a:t>6</a:t>
              </a:r>
            </a:p>
          </p:txBody>
        </p:sp>
        <p:sp>
          <p:nvSpPr>
            <p:cNvPr id="42071" name="Text Box 173"/>
            <p:cNvSpPr txBox="1">
              <a:spLocks noChangeArrowheads="1"/>
            </p:cNvSpPr>
            <p:nvPr/>
          </p:nvSpPr>
          <p:spPr bwMode="auto">
            <a:xfrm>
              <a:off x="4043" y="996"/>
              <a:ext cx="148" cy="168"/>
            </a:xfrm>
            <a:prstGeom prst="rect">
              <a:avLst/>
            </a:prstGeom>
            <a:noFill/>
            <a:ln w="6350" algn="ctr">
              <a:solidFill>
                <a:schemeClr val="bg2"/>
              </a:solidFill>
              <a:miter lim="800000"/>
              <a:headEnd/>
              <a:tailEnd/>
            </a:ln>
            <a:extLst>
              <a:ext uri="{909E8E84-426E-40DD-AFC4-6F175D3DCCD1}">
                <a14:hiddenFill xmlns:a14="http://schemas.microsoft.com/office/drawing/2010/main">
                  <a:solidFill>
                    <a:srgbClr val="FFFFFF"/>
                  </a:solidFill>
                </a14:hiddenFill>
              </a:ext>
            </a:extLst>
          </p:spPr>
          <p:txBody>
            <a:bodyPr wrap="none" anchor="ctr" anchorCtr="1"/>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1400">
                  <a:solidFill>
                    <a:schemeClr val="tx1"/>
                  </a:solidFill>
                </a:rPr>
                <a:t>2</a:t>
              </a:r>
            </a:p>
          </p:txBody>
        </p:sp>
        <p:sp>
          <p:nvSpPr>
            <p:cNvPr id="42072" name="Text Box 174"/>
            <p:cNvSpPr txBox="1">
              <a:spLocks noChangeArrowheads="1"/>
            </p:cNvSpPr>
            <p:nvPr/>
          </p:nvSpPr>
          <p:spPr bwMode="auto">
            <a:xfrm>
              <a:off x="4647" y="1118"/>
              <a:ext cx="148" cy="168"/>
            </a:xfrm>
            <a:prstGeom prst="rect">
              <a:avLst/>
            </a:prstGeom>
            <a:noFill/>
            <a:ln w="6350" algn="ctr">
              <a:solidFill>
                <a:schemeClr val="bg2"/>
              </a:solidFill>
              <a:miter lim="800000"/>
              <a:headEnd/>
              <a:tailEnd/>
            </a:ln>
            <a:extLst>
              <a:ext uri="{909E8E84-426E-40DD-AFC4-6F175D3DCCD1}">
                <a14:hiddenFill xmlns:a14="http://schemas.microsoft.com/office/drawing/2010/main">
                  <a:solidFill>
                    <a:srgbClr val="FFFFFF"/>
                  </a:solidFill>
                </a14:hiddenFill>
              </a:ext>
            </a:extLst>
          </p:spPr>
          <p:txBody>
            <a:bodyPr wrap="none" anchor="ctr" anchorCtr="1"/>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1400">
                  <a:solidFill>
                    <a:schemeClr val="tx1"/>
                  </a:solidFill>
                </a:rPr>
                <a:t>1</a:t>
              </a:r>
            </a:p>
          </p:txBody>
        </p:sp>
      </p:grpSp>
      <p:grpSp>
        <p:nvGrpSpPr>
          <p:cNvPr id="3" name="Group 190"/>
          <p:cNvGrpSpPr>
            <a:grpSpLocks/>
          </p:cNvGrpSpPr>
          <p:nvPr/>
        </p:nvGrpSpPr>
        <p:grpSpPr bwMode="auto">
          <a:xfrm>
            <a:off x="1006475" y="5111753"/>
            <a:ext cx="5348288" cy="1592263"/>
            <a:chOff x="634" y="3220"/>
            <a:chExt cx="3369" cy="1003"/>
          </a:xfrm>
        </p:grpSpPr>
        <p:sp>
          <p:nvSpPr>
            <p:cNvPr id="42027" name="Text Box 55"/>
            <p:cNvSpPr txBox="1">
              <a:spLocks noChangeArrowheads="1"/>
            </p:cNvSpPr>
            <p:nvPr/>
          </p:nvSpPr>
          <p:spPr bwMode="auto">
            <a:xfrm>
              <a:off x="634" y="3465"/>
              <a:ext cx="1042" cy="34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eaLnBrk="1" hangingPunct="1">
                <a:spcBef>
                  <a:spcPct val="0"/>
                </a:spcBef>
                <a:buFontTx/>
                <a:buNone/>
              </a:pPr>
              <a:r>
                <a:rPr lang="fr-FR" altLang="fr-FR" sz="1500" dirty="0">
                  <a:solidFill>
                    <a:schemeClr val="tx1"/>
                  </a:solidFill>
                </a:rPr>
                <a:t>COURONNES PHASE A</a:t>
              </a:r>
            </a:p>
          </p:txBody>
        </p:sp>
        <p:sp>
          <p:nvSpPr>
            <p:cNvPr id="42028" name="Rectangle 56"/>
            <p:cNvSpPr>
              <a:spLocks noChangeArrowheads="1"/>
            </p:cNvSpPr>
            <p:nvPr/>
          </p:nvSpPr>
          <p:spPr bwMode="auto">
            <a:xfrm>
              <a:off x="1600" y="3692"/>
              <a:ext cx="444" cy="122"/>
            </a:xfrm>
            <a:prstGeom prst="rect">
              <a:avLst/>
            </a:prstGeom>
            <a:solidFill>
              <a:srgbClr val="E22B00"/>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42029" name="Rectangle 57"/>
            <p:cNvSpPr>
              <a:spLocks noChangeArrowheads="1"/>
            </p:cNvSpPr>
            <p:nvPr/>
          </p:nvSpPr>
          <p:spPr bwMode="auto">
            <a:xfrm>
              <a:off x="1600" y="3551"/>
              <a:ext cx="444" cy="122"/>
            </a:xfrm>
            <a:prstGeom prst="rect">
              <a:avLst/>
            </a:prstGeom>
            <a:solidFill>
              <a:srgbClr val="E22B00"/>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42030" name="Rectangle 58"/>
            <p:cNvSpPr>
              <a:spLocks noChangeArrowheads="1"/>
            </p:cNvSpPr>
            <p:nvPr/>
          </p:nvSpPr>
          <p:spPr bwMode="auto">
            <a:xfrm>
              <a:off x="1600" y="3409"/>
              <a:ext cx="444" cy="122"/>
            </a:xfrm>
            <a:prstGeom prst="rect">
              <a:avLst/>
            </a:prstGeom>
            <a:solidFill>
              <a:srgbClr val="E22B00"/>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42031" name="Rectangle 59"/>
            <p:cNvSpPr>
              <a:spLocks noChangeArrowheads="1"/>
            </p:cNvSpPr>
            <p:nvPr/>
          </p:nvSpPr>
          <p:spPr bwMode="auto">
            <a:xfrm>
              <a:off x="2090" y="3692"/>
              <a:ext cx="444" cy="122"/>
            </a:xfrm>
            <a:prstGeom prst="rect">
              <a:avLst/>
            </a:prstGeom>
            <a:solidFill>
              <a:srgbClr val="E22B00"/>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42032" name="Rectangle 60"/>
            <p:cNvSpPr>
              <a:spLocks noChangeArrowheads="1"/>
            </p:cNvSpPr>
            <p:nvPr/>
          </p:nvSpPr>
          <p:spPr bwMode="auto">
            <a:xfrm>
              <a:off x="2091" y="3551"/>
              <a:ext cx="444" cy="122"/>
            </a:xfrm>
            <a:prstGeom prst="rect">
              <a:avLst/>
            </a:prstGeom>
            <a:solidFill>
              <a:srgbClr val="E22B00"/>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42033" name="Rectangle 62"/>
            <p:cNvSpPr>
              <a:spLocks noChangeArrowheads="1"/>
            </p:cNvSpPr>
            <p:nvPr/>
          </p:nvSpPr>
          <p:spPr bwMode="auto">
            <a:xfrm>
              <a:off x="2572" y="3686"/>
              <a:ext cx="444" cy="122"/>
            </a:xfrm>
            <a:prstGeom prst="rect">
              <a:avLst/>
            </a:prstGeom>
            <a:solidFill>
              <a:srgbClr val="E22B00"/>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42034" name="Rectangle 63"/>
            <p:cNvSpPr>
              <a:spLocks noChangeArrowheads="1"/>
            </p:cNvSpPr>
            <p:nvPr/>
          </p:nvSpPr>
          <p:spPr bwMode="auto">
            <a:xfrm>
              <a:off x="2567" y="3545"/>
              <a:ext cx="444" cy="122"/>
            </a:xfrm>
            <a:prstGeom prst="rect">
              <a:avLst/>
            </a:prstGeom>
            <a:solidFill>
              <a:srgbClr val="E22B00"/>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42035" name="Oval 69"/>
            <p:cNvSpPr>
              <a:spLocks noChangeArrowheads="1"/>
            </p:cNvSpPr>
            <p:nvPr/>
          </p:nvSpPr>
          <p:spPr bwMode="auto">
            <a:xfrm>
              <a:off x="1758" y="3873"/>
              <a:ext cx="177" cy="177"/>
            </a:xfrm>
            <a:prstGeom prst="ellipse">
              <a:avLst/>
            </a:prstGeom>
            <a:noFill/>
            <a:ln w="6350" algn="ctr">
              <a:solidFill>
                <a:schemeClr val="tx2"/>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42036" name="Oval 70"/>
            <p:cNvSpPr>
              <a:spLocks noChangeArrowheads="1"/>
            </p:cNvSpPr>
            <p:nvPr/>
          </p:nvSpPr>
          <p:spPr bwMode="auto">
            <a:xfrm>
              <a:off x="2196" y="3867"/>
              <a:ext cx="177" cy="177"/>
            </a:xfrm>
            <a:prstGeom prst="ellipse">
              <a:avLst/>
            </a:prstGeom>
            <a:solidFill>
              <a:srgbClr val="E22B00"/>
            </a:solidFill>
            <a:ln w="6350" algn="ctr">
              <a:solidFill>
                <a:schemeClr val="tx2"/>
              </a:solidFill>
              <a:round/>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42037" name="Oval 71"/>
            <p:cNvSpPr>
              <a:spLocks noChangeArrowheads="1"/>
            </p:cNvSpPr>
            <p:nvPr/>
          </p:nvSpPr>
          <p:spPr bwMode="auto">
            <a:xfrm>
              <a:off x="2683" y="3851"/>
              <a:ext cx="177" cy="177"/>
            </a:xfrm>
            <a:prstGeom prst="ellipse">
              <a:avLst/>
            </a:prstGeom>
            <a:solidFill>
              <a:srgbClr val="00CC66"/>
            </a:solidFill>
            <a:ln w="6350" algn="ctr">
              <a:solidFill>
                <a:schemeClr val="tx2"/>
              </a:solidFill>
              <a:round/>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42038" name="Text Box 79"/>
            <p:cNvSpPr txBox="1">
              <a:spLocks noChangeArrowheads="1"/>
            </p:cNvSpPr>
            <p:nvPr/>
          </p:nvSpPr>
          <p:spPr bwMode="auto">
            <a:xfrm>
              <a:off x="1623" y="4011"/>
              <a:ext cx="1391" cy="2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1600">
                  <a:solidFill>
                    <a:schemeClr val="tx1"/>
                  </a:solidFill>
                </a:rPr>
                <a:t>Couronnes Ph. A</a:t>
              </a:r>
            </a:p>
          </p:txBody>
        </p:sp>
        <p:sp>
          <p:nvSpPr>
            <p:cNvPr id="42040" name="Rectangle 160"/>
            <p:cNvSpPr>
              <a:spLocks noChangeArrowheads="1"/>
            </p:cNvSpPr>
            <p:nvPr/>
          </p:nvSpPr>
          <p:spPr bwMode="auto">
            <a:xfrm>
              <a:off x="3223" y="3352"/>
              <a:ext cx="780" cy="433"/>
            </a:xfrm>
            <a:prstGeom prst="rect">
              <a:avLst/>
            </a:prstGeom>
            <a:solidFill>
              <a:srgbClr val="FFFF99"/>
            </a:solidFill>
            <a:ln w="6350" algn="ctr">
              <a:solidFill>
                <a:schemeClr val="tx2"/>
              </a:solidFill>
              <a:miter lim="800000"/>
              <a:headEnd/>
              <a:tailEnd/>
            </a:ln>
          </p:spPr>
          <p:txBody>
            <a:bodyPr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1300">
                  <a:solidFill>
                    <a:schemeClr val="tx1"/>
                  </a:solidFill>
                </a:rPr>
                <a:t>Attention :</a:t>
              </a:r>
              <a:br>
                <a:rPr lang="fr-FR" altLang="fr-FR" sz="1300">
                  <a:solidFill>
                    <a:schemeClr val="tx1"/>
                  </a:solidFill>
                </a:rPr>
              </a:br>
              <a:r>
                <a:rPr lang="fr-FR" altLang="fr-FR" sz="1300">
                  <a:solidFill>
                    <a:schemeClr val="tx1"/>
                  </a:solidFill>
                </a:rPr>
                <a:t>1 conteneur =</a:t>
              </a:r>
              <a:br>
                <a:rPr lang="fr-FR" altLang="fr-FR" sz="1300">
                  <a:solidFill>
                    <a:schemeClr val="tx1"/>
                  </a:solidFill>
                </a:rPr>
              </a:br>
              <a:r>
                <a:rPr lang="fr-FR" altLang="fr-FR" sz="1300">
                  <a:solidFill>
                    <a:schemeClr val="tx1"/>
                  </a:solidFill>
                </a:rPr>
                <a:t>2 couronnes !</a:t>
              </a:r>
            </a:p>
          </p:txBody>
        </p:sp>
        <p:sp>
          <p:nvSpPr>
            <p:cNvPr id="42042" name="Text Box 182"/>
            <p:cNvSpPr txBox="1">
              <a:spLocks noChangeArrowheads="1"/>
            </p:cNvSpPr>
            <p:nvPr/>
          </p:nvSpPr>
          <p:spPr bwMode="auto">
            <a:xfrm>
              <a:off x="1740" y="3220"/>
              <a:ext cx="148" cy="168"/>
            </a:xfrm>
            <a:prstGeom prst="rect">
              <a:avLst/>
            </a:prstGeom>
            <a:noFill/>
            <a:ln w="6350" algn="ctr">
              <a:solidFill>
                <a:schemeClr val="bg2"/>
              </a:solidFill>
              <a:miter lim="800000"/>
              <a:headEnd/>
              <a:tailEnd/>
            </a:ln>
            <a:extLst>
              <a:ext uri="{909E8E84-426E-40DD-AFC4-6F175D3DCCD1}">
                <a14:hiddenFill xmlns:a14="http://schemas.microsoft.com/office/drawing/2010/main">
                  <a:solidFill>
                    <a:srgbClr val="FFFFFF"/>
                  </a:solidFill>
                </a14:hiddenFill>
              </a:ext>
            </a:extLst>
          </p:spPr>
          <p:txBody>
            <a:bodyPr wrap="none" anchor="ctr" anchorCtr="1"/>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1400">
                  <a:solidFill>
                    <a:schemeClr val="tx1"/>
                  </a:solidFill>
                </a:rPr>
                <a:t>3</a:t>
              </a:r>
            </a:p>
          </p:txBody>
        </p:sp>
        <p:sp>
          <p:nvSpPr>
            <p:cNvPr id="42043" name="Text Box 183"/>
            <p:cNvSpPr txBox="1">
              <a:spLocks noChangeArrowheads="1"/>
            </p:cNvSpPr>
            <p:nvPr/>
          </p:nvSpPr>
          <p:spPr bwMode="auto">
            <a:xfrm>
              <a:off x="2239" y="3358"/>
              <a:ext cx="148" cy="168"/>
            </a:xfrm>
            <a:prstGeom prst="rect">
              <a:avLst/>
            </a:prstGeom>
            <a:noFill/>
            <a:ln w="6350" algn="ctr">
              <a:solidFill>
                <a:schemeClr val="bg2"/>
              </a:solidFill>
              <a:miter lim="800000"/>
              <a:headEnd/>
              <a:tailEnd/>
            </a:ln>
            <a:extLst>
              <a:ext uri="{909E8E84-426E-40DD-AFC4-6F175D3DCCD1}">
                <a14:hiddenFill xmlns:a14="http://schemas.microsoft.com/office/drawing/2010/main">
                  <a:solidFill>
                    <a:srgbClr val="FFFFFF"/>
                  </a:solidFill>
                </a14:hiddenFill>
              </a:ext>
            </a:extLst>
          </p:spPr>
          <p:txBody>
            <a:bodyPr wrap="none" anchor="ctr" anchorCtr="1"/>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1400">
                  <a:solidFill>
                    <a:schemeClr val="tx1"/>
                  </a:solidFill>
                </a:rPr>
                <a:t>2</a:t>
              </a:r>
            </a:p>
          </p:txBody>
        </p:sp>
        <p:sp>
          <p:nvSpPr>
            <p:cNvPr id="42044" name="Text Box 184"/>
            <p:cNvSpPr txBox="1">
              <a:spLocks noChangeArrowheads="1"/>
            </p:cNvSpPr>
            <p:nvPr/>
          </p:nvSpPr>
          <p:spPr bwMode="auto">
            <a:xfrm>
              <a:off x="2710" y="3358"/>
              <a:ext cx="148" cy="168"/>
            </a:xfrm>
            <a:prstGeom prst="rect">
              <a:avLst/>
            </a:prstGeom>
            <a:noFill/>
            <a:ln w="6350" algn="ctr">
              <a:solidFill>
                <a:schemeClr val="bg2"/>
              </a:solidFill>
              <a:miter lim="800000"/>
              <a:headEnd/>
              <a:tailEnd/>
            </a:ln>
            <a:extLst>
              <a:ext uri="{909E8E84-426E-40DD-AFC4-6F175D3DCCD1}">
                <a14:hiddenFill xmlns:a14="http://schemas.microsoft.com/office/drawing/2010/main">
                  <a:solidFill>
                    <a:srgbClr val="FFFFFF"/>
                  </a:solidFill>
                </a14:hiddenFill>
              </a:ext>
            </a:extLst>
          </p:spPr>
          <p:txBody>
            <a:bodyPr wrap="none" anchor="ctr" anchorCtr="1"/>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1400">
                  <a:solidFill>
                    <a:schemeClr val="tx1"/>
                  </a:solidFill>
                </a:rPr>
                <a:t>2</a:t>
              </a:r>
            </a:p>
          </p:txBody>
        </p:sp>
      </p:grpSp>
      <p:grpSp>
        <p:nvGrpSpPr>
          <p:cNvPr id="4" name="Group 189"/>
          <p:cNvGrpSpPr>
            <a:grpSpLocks/>
          </p:cNvGrpSpPr>
          <p:nvPr/>
        </p:nvGrpSpPr>
        <p:grpSpPr bwMode="auto">
          <a:xfrm>
            <a:off x="1111250" y="2909888"/>
            <a:ext cx="7937500" cy="2000250"/>
            <a:chOff x="700" y="1833"/>
            <a:chExt cx="5000" cy="1260"/>
          </a:xfrm>
        </p:grpSpPr>
        <p:sp>
          <p:nvSpPr>
            <p:cNvPr id="41991" name="Rectangle 32"/>
            <p:cNvSpPr>
              <a:spLocks noChangeArrowheads="1"/>
            </p:cNvSpPr>
            <p:nvPr/>
          </p:nvSpPr>
          <p:spPr bwMode="auto">
            <a:xfrm>
              <a:off x="1583" y="2529"/>
              <a:ext cx="444" cy="128"/>
            </a:xfrm>
            <a:prstGeom prst="rect">
              <a:avLst/>
            </a:prstGeom>
            <a:solidFill>
              <a:srgbClr val="E22B00"/>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41992" name="Rectangle 33"/>
            <p:cNvSpPr>
              <a:spLocks noChangeArrowheads="1"/>
            </p:cNvSpPr>
            <p:nvPr/>
          </p:nvSpPr>
          <p:spPr bwMode="auto">
            <a:xfrm>
              <a:off x="1583" y="2388"/>
              <a:ext cx="444" cy="128"/>
            </a:xfrm>
            <a:prstGeom prst="rect">
              <a:avLst/>
            </a:prstGeom>
            <a:solidFill>
              <a:srgbClr val="E22B00"/>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41993" name="Rectangle 34"/>
            <p:cNvSpPr>
              <a:spLocks noChangeArrowheads="1"/>
            </p:cNvSpPr>
            <p:nvPr/>
          </p:nvSpPr>
          <p:spPr bwMode="auto">
            <a:xfrm>
              <a:off x="1582" y="2246"/>
              <a:ext cx="444" cy="128"/>
            </a:xfrm>
            <a:prstGeom prst="rect">
              <a:avLst/>
            </a:prstGeom>
            <a:solidFill>
              <a:srgbClr val="E22B00"/>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41994" name="Rectangle 35"/>
            <p:cNvSpPr>
              <a:spLocks noChangeArrowheads="1"/>
            </p:cNvSpPr>
            <p:nvPr/>
          </p:nvSpPr>
          <p:spPr bwMode="auto">
            <a:xfrm>
              <a:off x="2067" y="2529"/>
              <a:ext cx="444" cy="128"/>
            </a:xfrm>
            <a:prstGeom prst="rect">
              <a:avLst/>
            </a:prstGeom>
            <a:solidFill>
              <a:srgbClr val="E22B00"/>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41995" name="Rectangle 36"/>
            <p:cNvSpPr>
              <a:spLocks noChangeArrowheads="1"/>
            </p:cNvSpPr>
            <p:nvPr/>
          </p:nvSpPr>
          <p:spPr bwMode="auto">
            <a:xfrm>
              <a:off x="2067" y="2388"/>
              <a:ext cx="444" cy="128"/>
            </a:xfrm>
            <a:prstGeom prst="rect">
              <a:avLst/>
            </a:prstGeom>
            <a:solidFill>
              <a:srgbClr val="E22B00"/>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41996" name="Rectangle 37"/>
            <p:cNvSpPr>
              <a:spLocks noChangeArrowheads="1"/>
            </p:cNvSpPr>
            <p:nvPr/>
          </p:nvSpPr>
          <p:spPr bwMode="auto">
            <a:xfrm>
              <a:off x="2067" y="2246"/>
              <a:ext cx="444" cy="128"/>
            </a:xfrm>
            <a:prstGeom prst="rect">
              <a:avLst/>
            </a:prstGeom>
            <a:solidFill>
              <a:srgbClr val="E22B00"/>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41997" name="Rectangle 38"/>
            <p:cNvSpPr>
              <a:spLocks noChangeArrowheads="1"/>
            </p:cNvSpPr>
            <p:nvPr/>
          </p:nvSpPr>
          <p:spPr bwMode="auto">
            <a:xfrm>
              <a:off x="2982" y="2512"/>
              <a:ext cx="444" cy="128"/>
            </a:xfrm>
            <a:prstGeom prst="rect">
              <a:avLst/>
            </a:prstGeom>
            <a:solidFill>
              <a:srgbClr val="E22B00"/>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41998" name="Rectangle 41"/>
            <p:cNvSpPr>
              <a:spLocks noChangeArrowheads="1"/>
            </p:cNvSpPr>
            <p:nvPr/>
          </p:nvSpPr>
          <p:spPr bwMode="auto">
            <a:xfrm>
              <a:off x="3464" y="2512"/>
              <a:ext cx="444" cy="128"/>
            </a:xfrm>
            <a:prstGeom prst="rect">
              <a:avLst/>
            </a:prstGeom>
            <a:solidFill>
              <a:srgbClr val="E22B00"/>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41999" name="Rectangle 42"/>
            <p:cNvSpPr>
              <a:spLocks noChangeArrowheads="1"/>
            </p:cNvSpPr>
            <p:nvPr/>
          </p:nvSpPr>
          <p:spPr bwMode="auto">
            <a:xfrm>
              <a:off x="3464" y="2365"/>
              <a:ext cx="444" cy="128"/>
            </a:xfrm>
            <a:prstGeom prst="rect">
              <a:avLst/>
            </a:prstGeom>
            <a:solidFill>
              <a:srgbClr val="E22B00"/>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42000" name="Rectangle 43"/>
            <p:cNvSpPr>
              <a:spLocks noChangeArrowheads="1"/>
            </p:cNvSpPr>
            <p:nvPr/>
          </p:nvSpPr>
          <p:spPr bwMode="auto">
            <a:xfrm>
              <a:off x="3463" y="2223"/>
              <a:ext cx="444" cy="128"/>
            </a:xfrm>
            <a:prstGeom prst="rect">
              <a:avLst/>
            </a:prstGeom>
            <a:solidFill>
              <a:srgbClr val="E22B00"/>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42001" name="Rectangle 44"/>
            <p:cNvSpPr>
              <a:spLocks noChangeArrowheads="1"/>
            </p:cNvSpPr>
            <p:nvPr/>
          </p:nvSpPr>
          <p:spPr bwMode="auto">
            <a:xfrm>
              <a:off x="4255" y="2354"/>
              <a:ext cx="444" cy="128"/>
            </a:xfrm>
            <a:prstGeom prst="rect">
              <a:avLst/>
            </a:prstGeom>
            <a:solidFill>
              <a:srgbClr val="E22B00"/>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42002" name="Rectangle 45"/>
            <p:cNvSpPr>
              <a:spLocks noChangeArrowheads="1"/>
            </p:cNvSpPr>
            <p:nvPr/>
          </p:nvSpPr>
          <p:spPr bwMode="auto">
            <a:xfrm>
              <a:off x="4254" y="2196"/>
              <a:ext cx="444" cy="128"/>
            </a:xfrm>
            <a:prstGeom prst="rect">
              <a:avLst/>
            </a:prstGeom>
            <a:solidFill>
              <a:srgbClr val="E22B00"/>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42003" name="Rectangle 47"/>
            <p:cNvSpPr>
              <a:spLocks noChangeArrowheads="1"/>
            </p:cNvSpPr>
            <p:nvPr/>
          </p:nvSpPr>
          <p:spPr bwMode="auto">
            <a:xfrm>
              <a:off x="4768" y="2495"/>
              <a:ext cx="444" cy="128"/>
            </a:xfrm>
            <a:prstGeom prst="rect">
              <a:avLst/>
            </a:prstGeom>
            <a:solidFill>
              <a:srgbClr val="E22B00"/>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42004" name="Rectangle 50"/>
            <p:cNvSpPr>
              <a:spLocks noChangeArrowheads="1"/>
            </p:cNvSpPr>
            <p:nvPr/>
          </p:nvSpPr>
          <p:spPr bwMode="auto">
            <a:xfrm>
              <a:off x="5256" y="2489"/>
              <a:ext cx="444" cy="128"/>
            </a:xfrm>
            <a:prstGeom prst="rect">
              <a:avLst/>
            </a:prstGeom>
            <a:solidFill>
              <a:srgbClr val="E22B00"/>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42005" name="Text Box 54"/>
            <p:cNvSpPr txBox="1">
              <a:spLocks noChangeArrowheads="1"/>
            </p:cNvSpPr>
            <p:nvPr/>
          </p:nvSpPr>
          <p:spPr bwMode="auto">
            <a:xfrm>
              <a:off x="700" y="2476"/>
              <a:ext cx="699" cy="20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eaLnBrk="1" hangingPunct="1">
                <a:spcBef>
                  <a:spcPct val="0"/>
                </a:spcBef>
                <a:buFontTx/>
                <a:buNone/>
              </a:pPr>
              <a:r>
                <a:rPr lang="fr-FR" altLang="fr-FR" sz="1500" dirty="0">
                  <a:solidFill>
                    <a:schemeClr val="tx1"/>
                  </a:solidFill>
                </a:rPr>
                <a:t>PIÈCES</a:t>
              </a:r>
            </a:p>
          </p:txBody>
        </p:sp>
        <p:sp>
          <p:nvSpPr>
            <p:cNvPr id="42006" name="Text Box 65"/>
            <p:cNvSpPr txBox="1">
              <a:spLocks noChangeArrowheads="1"/>
            </p:cNvSpPr>
            <p:nvPr/>
          </p:nvSpPr>
          <p:spPr bwMode="auto">
            <a:xfrm>
              <a:off x="1437" y="2881"/>
              <a:ext cx="1175" cy="2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1600">
                  <a:solidFill>
                    <a:schemeClr val="tx1"/>
                  </a:solidFill>
                </a:rPr>
                <a:t>Engrenages</a:t>
              </a:r>
            </a:p>
          </p:txBody>
        </p:sp>
        <p:sp>
          <p:nvSpPr>
            <p:cNvPr id="42007" name="Text Box 66"/>
            <p:cNvSpPr txBox="1">
              <a:spLocks noChangeArrowheads="1"/>
            </p:cNvSpPr>
            <p:nvPr/>
          </p:nvSpPr>
          <p:spPr bwMode="auto">
            <a:xfrm>
              <a:off x="2896" y="2871"/>
              <a:ext cx="1175" cy="2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1600">
                  <a:solidFill>
                    <a:schemeClr val="tx1"/>
                  </a:solidFill>
                </a:rPr>
                <a:t>Carters</a:t>
              </a:r>
            </a:p>
          </p:txBody>
        </p:sp>
        <p:sp>
          <p:nvSpPr>
            <p:cNvPr id="42008" name="Text Box 67"/>
            <p:cNvSpPr txBox="1">
              <a:spLocks noChangeArrowheads="1"/>
            </p:cNvSpPr>
            <p:nvPr/>
          </p:nvSpPr>
          <p:spPr bwMode="auto">
            <a:xfrm>
              <a:off x="4272" y="2864"/>
              <a:ext cx="1391" cy="2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1600">
                  <a:solidFill>
                    <a:schemeClr val="tx1"/>
                  </a:solidFill>
                </a:rPr>
                <a:t>Couronnes Ph. B</a:t>
              </a:r>
            </a:p>
          </p:txBody>
        </p:sp>
        <p:sp>
          <p:nvSpPr>
            <p:cNvPr id="42009" name="Rectangle 72"/>
            <p:cNvSpPr>
              <a:spLocks noChangeArrowheads="1"/>
            </p:cNvSpPr>
            <p:nvPr/>
          </p:nvSpPr>
          <p:spPr bwMode="auto">
            <a:xfrm>
              <a:off x="1626" y="2693"/>
              <a:ext cx="261" cy="178"/>
            </a:xfrm>
            <a:prstGeom prst="rect">
              <a:avLst/>
            </a:prstGeom>
            <a:solidFill>
              <a:schemeClr val="bg1"/>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42010" name="Rectangle 73"/>
            <p:cNvSpPr>
              <a:spLocks noChangeArrowheads="1"/>
            </p:cNvSpPr>
            <p:nvPr/>
          </p:nvSpPr>
          <p:spPr bwMode="auto">
            <a:xfrm>
              <a:off x="2114" y="2694"/>
              <a:ext cx="261" cy="178"/>
            </a:xfrm>
            <a:prstGeom prst="rect">
              <a:avLst/>
            </a:prstGeom>
            <a:solidFill>
              <a:srgbClr val="FFFF00"/>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42011" name="Rectangle 74"/>
            <p:cNvSpPr>
              <a:spLocks noChangeArrowheads="1"/>
            </p:cNvSpPr>
            <p:nvPr/>
          </p:nvSpPr>
          <p:spPr bwMode="auto">
            <a:xfrm>
              <a:off x="3015" y="2707"/>
              <a:ext cx="379" cy="156"/>
            </a:xfrm>
            <a:prstGeom prst="rect">
              <a:avLst/>
            </a:prstGeom>
            <a:solidFill>
              <a:srgbClr val="FC2C1C"/>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42012" name="Rectangle 75"/>
            <p:cNvSpPr>
              <a:spLocks noChangeArrowheads="1"/>
            </p:cNvSpPr>
            <p:nvPr/>
          </p:nvSpPr>
          <p:spPr bwMode="auto">
            <a:xfrm>
              <a:off x="3511" y="2707"/>
              <a:ext cx="367" cy="151"/>
            </a:xfrm>
            <a:prstGeom prst="rect">
              <a:avLst/>
            </a:prstGeom>
            <a:solidFill>
              <a:schemeClr val="accent2"/>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42013" name="Oval 76"/>
            <p:cNvSpPr>
              <a:spLocks noChangeArrowheads="1"/>
            </p:cNvSpPr>
            <p:nvPr/>
          </p:nvSpPr>
          <p:spPr bwMode="auto">
            <a:xfrm>
              <a:off x="4391" y="2684"/>
              <a:ext cx="177" cy="177"/>
            </a:xfrm>
            <a:prstGeom prst="ellipse">
              <a:avLst/>
            </a:prstGeom>
            <a:noFill/>
            <a:ln w="6350" algn="ctr">
              <a:solidFill>
                <a:schemeClr val="tx2"/>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42014" name="Oval 77"/>
            <p:cNvSpPr>
              <a:spLocks noChangeArrowheads="1"/>
            </p:cNvSpPr>
            <p:nvPr/>
          </p:nvSpPr>
          <p:spPr bwMode="auto">
            <a:xfrm>
              <a:off x="4829" y="2678"/>
              <a:ext cx="177" cy="177"/>
            </a:xfrm>
            <a:prstGeom prst="ellipse">
              <a:avLst/>
            </a:prstGeom>
            <a:solidFill>
              <a:srgbClr val="E22B00"/>
            </a:solidFill>
            <a:ln w="6350" algn="ctr">
              <a:solidFill>
                <a:schemeClr val="tx2"/>
              </a:solidFill>
              <a:round/>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42015" name="Oval 78"/>
            <p:cNvSpPr>
              <a:spLocks noChangeArrowheads="1"/>
            </p:cNvSpPr>
            <p:nvPr/>
          </p:nvSpPr>
          <p:spPr bwMode="auto">
            <a:xfrm>
              <a:off x="5316" y="2662"/>
              <a:ext cx="177" cy="177"/>
            </a:xfrm>
            <a:prstGeom prst="ellipse">
              <a:avLst/>
            </a:prstGeom>
            <a:solidFill>
              <a:srgbClr val="00CC66"/>
            </a:solidFill>
            <a:ln w="6350" algn="ctr">
              <a:solidFill>
                <a:schemeClr val="tx2"/>
              </a:solidFill>
              <a:round/>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42017" name="Rectangle 85"/>
            <p:cNvSpPr>
              <a:spLocks noChangeArrowheads="1"/>
            </p:cNvSpPr>
            <p:nvPr/>
          </p:nvSpPr>
          <p:spPr bwMode="auto">
            <a:xfrm>
              <a:off x="4866" y="1833"/>
              <a:ext cx="781" cy="433"/>
            </a:xfrm>
            <a:prstGeom prst="rect">
              <a:avLst/>
            </a:prstGeom>
            <a:solidFill>
              <a:srgbClr val="FFFF99"/>
            </a:solidFill>
            <a:ln w="6350" algn="ctr">
              <a:solidFill>
                <a:schemeClr val="tx2"/>
              </a:solidFill>
              <a:miter lim="800000"/>
              <a:headEnd/>
              <a:tailEnd/>
            </a:ln>
          </p:spPr>
          <p:txBody>
            <a:bodyPr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1300">
                  <a:solidFill>
                    <a:schemeClr val="tx1"/>
                  </a:solidFill>
                </a:rPr>
                <a:t>Attention :</a:t>
              </a:r>
              <a:br>
                <a:rPr lang="fr-FR" altLang="fr-FR" sz="1300">
                  <a:solidFill>
                    <a:schemeClr val="tx1"/>
                  </a:solidFill>
                </a:rPr>
              </a:br>
              <a:r>
                <a:rPr lang="fr-FR" altLang="fr-FR" sz="1300">
                  <a:solidFill>
                    <a:schemeClr val="tx1"/>
                  </a:solidFill>
                </a:rPr>
                <a:t>1 conteneur =</a:t>
              </a:r>
              <a:br>
                <a:rPr lang="fr-FR" altLang="fr-FR" sz="1300">
                  <a:solidFill>
                    <a:schemeClr val="tx1"/>
                  </a:solidFill>
                </a:rPr>
              </a:br>
              <a:r>
                <a:rPr lang="fr-FR" altLang="fr-FR" sz="1300">
                  <a:solidFill>
                    <a:schemeClr val="tx1"/>
                  </a:solidFill>
                </a:rPr>
                <a:t>2 couronnes !</a:t>
              </a:r>
            </a:p>
          </p:txBody>
        </p:sp>
        <p:sp>
          <p:nvSpPr>
            <p:cNvPr id="42018" name="Rectangle 153"/>
            <p:cNvSpPr>
              <a:spLocks noChangeArrowheads="1"/>
            </p:cNvSpPr>
            <p:nvPr/>
          </p:nvSpPr>
          <p:spPr bwMode="auto">
            <a:xfrm>
              <a:off x="4255" y="2501"/>
              <a:ext cx="444" cy="128"/>
            </a:xfrm>
            <a:prstGeom prst="rect">
              <a:avLst/>
            </a:prstGeom>
            <a:solidFill>
              <a:srgbClr val="E22B00"/>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42019" name="Text Box 175"/>
            <p:cNvSpPr txBox="1">
              <a:spLocks noChangeArrowheads="1"/>
            </p:cNvSpPr>
            <p:nvPr/>
          </p:nvSpPr>
          <p:spPr bwMode="auto">
            <a:xfrm>
              <a:off x="1734" y="2016"/>
              <a:ext cx="148" cy="168"/>
            </a:xfrm>
            <a:prstGeom prst="rect">
              <a:avLst/>
            </a:prstGeom>
            <a:noFill/>
            <a:ln w="6350" algn="ctr">
              <a:solidFill>
                <a:schemeClr val="bg2"/>
              </a:solidFill>
              <a:miter lim="800000"/>
              <a:headEnd/>
              <a:tailEnd/>
            </a:ln>
            <a:extLst>
              <a:ext uri="{909E8E84-426E-40DD-AFC4-6F175D3DCCD1}">
                <a14:hiddenFill xmlns:a14="http://schemas.microsoft.com/office/drawing/2010/main">
                  <a:solidFill>
                    <a:srgbClr val="FFFFFF"/>
                  </a:solidFill>
                </a14:hiddenFill>
              </a:ext>
            </a:extLst>
          </p:spPr>
          <p:txBody>
            <a:bodyPr wrap="none" anchor="ctr" anchorCtr="1"/>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1400">
                  <a:solidFill>
                    <a:schemeClr val="tx1"/>
                  </a:solidFill>
                </a:rPr>
                <a:t>3</a:t>
              </a:r>
            </a:p>
          </p:txBody>
        </p:sp>
        <p:sp>
          <p:nvSpPr>
            <p:cNvPr id="42020" name="Text Box 177"/>
            <p:cNvSpPr txBox="1">
              <a:spLocks noChangeArrowheads="1"/>
            </p:cNvSpPr>
            <p:nvPr/>
          </p:nvSpPr>
          <p:spPr bwMode="auto">
            <a:xfrm>
              <a:off x="3096" y="2283"/>
              <a:ext cx="148" cy="168"/>
            </a:xfrm>
            <a:prstGeom prst="rect">
              <a:avLst/>
            </a:prstGeom>
            <a:noFill/>
            <a:ln w="6350" algn="ctr">
              <a:solidFill>
                <a:schemeClr val="bg2"/>
              </a:solidFill>
              <a:miter lim="800000"/>
              <a:headEnd/>
              <a:tailEnd/>
            </a:ln>
            <a:extLst>
              <a:ext uri="{909E8E84-426E-40DD-AFC4-6F175D3DCCD1}">
                <a14:hiddenFill xmlns:a14="http://schemas.microsoft.com/office/drawing/2010/main">
                  <a:solidFill>
                    <a:srgbClr val="FFFFFF"/>
                  </a:solidFill>
                </a14:hiddenFill>
              </a:ext>
            </a:extLst>
          </p:spPr>
          <p:txBody>
            <a:bodyPr wrap="none" anchor="ctr" anchorCtr="1"/>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1400">
                  <a:solidFill>
                    <a:schemeClr val="tx1"/>
                  </a:solidFill>
                </a:rPr>
                <a:t>1</a:t>
              </a:r>
            </a:p>
          </p:txBody>
        </p:sp>
        <p:sp>
          <p:nvSpPr>
            <p:cNvPr id="42021" name="Text Box 178"/>
            <p:cNvSpPr txBox="1">
              <a:spLocks noChangeArrowheads="1"/>
            </p:cNvSpPr>
            <p:nvPr/>
          </p:nvSpPr>
          <p:spPr bwMode="auto">
            <a:xfrm>
              <a:off x="3609" y="1878"/>
              <a:ext cx="148" cy="168"/>
            </a:xfrm>
            <a:prstGeom prst="rect">
              <a:avLst/>
            </a:prstGeom>
            <a:noFill/>
            <a:ln w="6350" algn="ctr">
              <a:solidFill>
                <a:schemeClr val="bg2"/>
              </a:solidFill>
              <a:miter lim="800000"/>
              <a:headEnd/>
              <a:tailEnd/>
            </a:ln>
            <a:extLst>
              <a:ext uri="{909E8E84-426E-40DD-AFC4-6F175D3DCCD1}">
                <a14:hiddenFill xmlns:a14="http://schemas.microsoft.com/office/drawing/2010/main">
                  <a:solidFill>
                    <a:srgbClr val="FFFFFF"/>
                  </a:solidFill>
                </a14:hiddenFill>
              </a:ext>
            </a:extLst>
          </p:spPr>
          <p:txBody>
            <a:bodyPr wrap="none" anchor="ctr" anchorCtr="1"/>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1400">
                  <a:solidFill>
                    <a:schemeClr val="tx1"/>
                  </a:solidFill>
                </a:rPr>
                <a:t>4</a:t>
              </a:r>
            </a:p>
          </p:txBody>
        </p:sp>
        <p:sp>
          <p:nvSpPr>
            <p:cNvPr id="42022" name="Text Box 179"/>
            <p:cNvSpPr txBox="1">
              <a:spLocks noChangeArrowheads="1"/>
            </p:cNvSpPr>
            <p:nvPr/>
          </p:nvSpPr>
          <p:spPr bwMode="auto">
            <a:xfrm>
              <a:off x="4365" y="1990"/>
              <a:ext cx="148" cy="168"/>
            </a:xfrm>
            <a:prstGeom prst="rect">
              <a:avLst/>
            </a:prstGeom>
            <a:noFill/>
            <a:ln w="6350" algn="ctr">
              <a:solidFill>
                <a:schemeClr val="bg2"/>
              </a:solidFill>
              <a:miter lim="800000"/>
              <a:headEnd/>
              <a:tailEnd/>
            </a:ln>
            <a:extLst>
              <a:ext uri="{909E8E84-426E-40DD-AFC4-6F175D3DCCD1}">
                <a14:hiddenFill xmlns:a14="http://schemas.microsoft.com/office/drawing/2010/main">
                  <a:solidFill>
                    <a:srgbClr val="FFFFFF"/>
                  </a:solidFill>
                </a14:hiddenFill>
              </a:ext>
            </a:extLst>
          </p:spPr>
          <p:txBody>
            <a:bodyPr wrap="none" anchor="ctr" anchorCtr="1"/>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1400">
                  <a:solidFill>
                    <a:schemeClr val="tx1"/>
                  </a:solidFill>
                </a:rPr>
                <a:t>3</a:t>
              </a:r>
            </a:p>
          </p:txBody>
        </p:sp>
        <p:sp>
          <p:nvSpPr>
            <p:cNvPr id="42023" name="Text Box 180"/>
            <p:cNvSpPr txBox="1">
              <a:spLocks noChangeArrowheads="1"/>
            </p:cNvSpPr>
            <p:nvPr/>
          </p:nvSpPr>
          <p:spPr bwMode="auto">
            <a:xfrm>
              <a:off x="4897" y="2306"/>
              <a:ext cx="148" cy="168"/>
            </a:xfrm>
            <a:prstGeom prst="rect">
              <a:avLst/>
            </a:prstGeom>
            <a:noFill/>
            <a:ln w="6350" algn="ctr">
              <a:solidFill>
                <a:schemeClr val="bg2"/>
              </a:solidFill>
              <a:miter lim="800000"/>
              <a:headEnd/>
              <a:tailEnd/>
            </a:ln>
            <a:extLst>
              <a:ext uri="{909E8E84-426E-40DD-AFC4-6F175D3DCCD1}">
                <a14:hiddenFill xmlns:a14="http://schemas.microsoft.com/office/drawing/2010/main">
                  <a:solidFill>
                    <a:srgbClr val="FFFFFF"/>
                  </a:solidFill>
                </a14:hiddenFill>
              </a:ext>
            </a:extLst>
          </p:spPr>
          <p:txBody>
            <a:bodyPr wrap="none" anchor="ctr" anchorCtr="1"/>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1400">
                  <a:solidFill>
                    <a:schemeClr val="tx1"/>
                  </a:solidFill>
                </a:rPr>
                <a:t>1</a:t>
              </a:r>
            </a:p>
          </p:txBody>
        </p:sp>
        <p:sp>
          <p:nvSpPr>
            <p:cNvPr id="42024" name="Text Box 181"/>
            <p:cNvSpPr txBox="1">
              <a:spLocks noChangeArrowheads="1"/>
            </p:cNvSpPr>
            <p:nvPr/>
          </p:nvSpPr>
          <p:spPr bwMode="auto">
            <a:xfrm>
              <a:off x="5335" y="2300"/>
              <a:ext cx="148" cy="168"/>
            </a:xfrm>
            <a:prstGeom prst="rect">
              <a:avLst/>
            </a:prstGeom>
            <a:noFill/>
            <a:ln w="6350" algn="ctr">
              <a:solidFill>
                <a:schemeClr val="bg2"/>
              </a:solidFill>
              <a:miter lim="800000"/>
              <a:headEnd/>
              <a:tailEnd/>
            </a:ln>
            <a:extLst>
              <a:ext uri="{909E8E84-426E-40DD-AFC4-6F175D3DCCD1}">
                <a14:hiddenFill xmlns:a14="http://schemas.microsoft.com/office/drawing/2010/main">
                  <a:solidFill>
                    <a:srgbClr val="FFFFFF"/>
                  </a:solidFill>
                </a14:hiddenFill>
              </a:ext>
            </a:extLst>
          </p:spPr>
          <p:txBody>
            <a:bodyPr wrap="none" anchor="ctr" anchorCtr="1"/>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1400">
                  <a:solidFill>
                    <a:schemeClr val="tx1"/>
                  </a:solidFill>
                </a:rPr>
                <a:t>1</a:t>
              </a:r>
            </a:p>
          </p:txBody>
        </p:sp>
        <p:sp>
          <p:nvSpPr>
            <p:cNvPr id="42025" name="Text Box 186"/>
            <p:cNvSpPr txBox="1">
              <a:spLocks noChangeArrowheads="1"/>
            </p:cNvSpPr>
            <p:nvPr/>
          </p:nvSpPr>
          <p:spPr bwMode="auto">
            <a:xfrm>
              <a:off x="2164" y="2016"/>
              <a:ext cx="148" cy="168"/>
            </a:xfrm>
            <a:prstGeom prst="rect">
              <a:avLst/>
            </a:prstGeom>
            <a:noFill/>
            <a:ln w="6350" algn="ctr">
              <a:solidFill>
                <a:schemeClr val="bg2"/>
              </a:solidFill>
              <a:miter lim="800000"/>
              <a:headEnd/>
              <a:tailEnd/>
            </a:ln>
            <a:extLst>
              <a:ext uri="{909E8E84-426E-40DD-AFC4-6F175D3DCCD1}">
                <a14:hiddenFill xmlns:a14="http://schemas.microsoft.com/office/drawing/2010/main">
                  <a:solidFill>
                    <a:srgbClr val="FFFFFF"/>
                  </a:solidFill>
                </a14:hiddenFill>
              </a:ext>
            </a:extLst>
          </p:spPr>
          <p:txBody>
            <a:bodyPr wrap="none" anchor="ctr" anchorCtr="1"/>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1400">
                  <a:solidFill>
                    <a:schemeClr val="tx1"/>
                  </a:solidFill>
                </a:rPr>
                <a:t>3</a:t>
              </a:r>
            </a:p>
          </p:txBody>
        </p:sp>
        <p:sp>
          <p:nvSpPr>
            <p:cNvPr id="42026" name="Rectangle 187"/>
            <p:cNvSpPr>
              <a:spLocks noChangeArrowheads="1"/>
            </p:cNvSpPr>
            <p:nvPr/>
          </p:nvSpPr>
          <p:spPr bwMode="auto">
            <a:xfrm>
              <a:off x="3463" y="2077"/>
              <a:ext cx="444" cy="128"/>
            </a:xfrm>
            <a:prstGeom prst="rect">
              <a:avLst/>
            </a:prstGeom>
            <a:solidFill>
              <a:srgbClr val="E22B00"/>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4" presetClass="entr" presetSubtype="16" fill="hold"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box(in)">
                                      <p:cBhvr>
                                        <p:cTn id="7" dur="500"/>
                                        <p:tgtEl>
                                          <p:spTgt spid="2"/>
                                        </p:tgtEl>
                                      </p:cBhvr>
                                    </p:animEffect>
                                  </p:childTnLst>
                                </p:cTn>
                              </p:par>
                            </p:childTnLst>
                          </p:cTn>
                        </p:par>
                      </p:childTnLst>
                    </p:cTn>
                  </p:par>
                  <p:par>
                    <p:cTn id="8" fill="hold" nodeType="clickPar">
                      <p:stCondLst>
                        <p:cond delay="indefinite"/>
                      </p:stCondLst>
                      <p:childTnLst>
                        <p:par>
                          <p:cTn id="9" fill="hold" nodeType="withGroup">
                            <p:stCondLst>
                              <p:cond delay="0"/>
                            </p:stCondLst>
                            <p:childTnLst>
                              <p:par>
                                <p:cTn id="10" presetID="4" presetClass="entr" presetSubtype="16" fill="hold"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box(in)">
                                      <p:cBhvr>
                                        <p:cTn id="12" dur="500"/>
                                        <p:tgtEl>
                                          <p:spTgt spid="4"/>
                                        </p:tgtEl>
                                      </p:cBhvr>
                                    </p:animEffect>
                                  </p:childTnLst>
                                </p:cTn>
                              </p:par>
                            </p:childTnLst>
                          </p:cTn>
                        </p:par>
                      </p:childTnLst>
                    </p:cTn>
                  </p:par>
                  <p:par>
                    <p:cTn id="13" fill="hold" nodeType="clickPar">
                      <p:stCondLst>
                        <p:cond delay="indefinite"/>
                      </p:stCondLst>
                      <p:childTnLst>
                        <p:par>
                          <p:cTn id="14" fill="hold" nodeType="withGroup">
                            <p:stCondLst>
                              <p:cond delay="0"/>
                            </p:stCondLst>
                            <p:childTnLst>
                              <p:par>
                                <p:cTn id="15" presetID="4" presetClass="entr" presetSubtype="16" fill="hold" nodeType="clickEffect">
                                  <p:stCondLst>
                                    <p:cond delay="0"/>
                                  </p:stCondLst>
                                  <p:childTnLst>
                                    <p:set>
                                      <p:cBhvr>
                                        <p:cTn id="16" dur="1" fill="hold">
                                          <p:stCondLst>
                                            <p:cond delay="0"/>
                                          </p:stCondLst>
                                        </p:cTn>
                                        <p:tgtEl>
                                          <p:spTgt spid="3"/>
                                        </p:tgtEl>
                                        <p:attrNameLst>
                                          <p:attrName>style.visibility</p:attrName>
                                        </p:attrNameLst>
                                      </p:cBhvr>
                                      <p:to>
                                        <p:strVal val="visible"/>
                                      </p:to>
                                    </p:set>
                                    <p:animEffect transition="in" filter="box(in)">
                                      <p:cBhvr>
                                        <p:cTn id="17"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3010" name="Rectangle 2"/>
          <p:cNvSpPr>
            <a:spLocks noGrp="1" noChangeArrowheads="1"/>
          </p:cNvSpPr>
          <p:nvPr>
            <p:ph type="title"/>
          </p:nvPr>
        </p:nvSpPr>
        <p:spPr>
          <a:xfrm>
            <a:off x="365125" y="0"/>
            <a:ext cx="8229600" cy="552450"/>
          </a:xfrm>
        </p:spPr>
        <p:txBody>
          <a:bodyPr/>
          <a:lstStyle/>
          <a:p>
            <a:pPr eaLnBrk="1" hangingPunct="1"/>
            <a:r>
              <a:rPr lang="fr-FR" altLang="fr-FR" dirty="0"/>
              <a:t>Produire</a:t>
            </a:r>
          </a:p>
        </p:txBody>
      </p:sp>
      <p:sp>
        <p:nvSpPr>
          <p:cNvPr id="43011" name="Rectangle 4"/>
          <p:cNvSpPr>
            <a:spLocks noChangeArrowheads="1"/>
          </p:cNvSpPr>
          <p:nvPr/>
        </p:nvSpPr>
        <p:spPr bwMode="auto">
          <a:xfrm>
            <a:off x="2028825" y="950913"/>
            <a:ext cx="336550" cy="509587"/>
          </a:xfrm>
          <a:prstGeom prst="rect">
            <a:avLst/>
          </a:prstGeom>
          <a:solidFill>
            <a:srgbClr val="FFFF00"/>
          </a:solidFill>
          <a:ln w="9525">
            <a:solidFill>
              <a:schemeClr val="bg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nvGrpSpPr>
          <p:cNvPr id="43012" name="Group 19"/>
          <p:cNvGrpSpPr>
            <a:grpSpLocks/>
          </p:cNvGrpSpPr>
          <p:nvPr/>
        </p:nvGrpSpPr>
        <p:grpSpPr bwMode="auto">
          <a:xfrm>
            <a:off x="3038475" y="1190625"/>
            <a:ext cx="820738" cy="500063"/>
            <a:chOff x="2102" y="1800"/>
            <a:chExt cx="787" cy="480"/>
          </a:xfrm>
        </p:grpSpPr>
        <p:sp>
          <p:nvSpPr>
            <p:cNvPr id="43127" name="Oval 16"/>
            <p:cNvSpPr>
              <a:spLocks noChangeArrowheads="1"/>
            </p:cNvSpPr>
            <p:nvPr/>
          </p:nvSpPr>
          <p:spPr bwMode="auto">
            <a:xfrm>
              <a:off x="2135" y="1833"/>
              <a:ext cx="701" cy="320"/>
            </a:xfrm>
            <a:prstGeom prst="ellipse">
              <a:avLst/>
            </a:prstGeom>
            <a:noFill/>
            <a:ln w="38100" algn="ctr">
              <a:solidFill>
                <a:schemeClr val="tx2"/>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43128" name="Rectangle 17"/>
            <p:cNvSpPr>
              <a:spLocks noChangeArrowheads="1"/>
            </p:cNvSpPr>
            <p:nvPr/>
          </p:nvSpPr>
          <p:spPr bwMode="auto">
            <a:xfrm>
              <a:off x="2102" y="1800"/>
              <a:ext cx="787" cy="159"/>
            </a:xfrm>
            <a:prstGeom prst="rect">
              <a:avLst/>
            </a:prstGeom>
            <a:solidFill>
              <a:schemeClr val="bg1"/>
            </a:solidFill>
            <a:ln>
              <a:noFill/>
            </a:ln>
            <a:extLst>
              <a:ext uri="{91240B29-F687-4F45-9708-019B960494DF}">
                <a14:hiddenLine xmlns:a14="http://schemas.microsoft.com/office/drawing/2010/main" w="38100" algn="ctr">
                  <a:solidFill>
                    <a:srgbClr val="000000"/>
                  </a:solidFill>
                  <a:miter lim="800000"/>
                  <a:headEnd/>
                  <a:tailEnd/>
                </a14:hiddenLine>
              </a:ext>
            </a:extLst>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43129" name="Oval 15"/>
            <p:cNvSpPr>
              <a:spLocks noChangeArrowheads="1"/>
            </p:cNvSpPr>
            <p:nvPr/>
          </p:nvSpPr>
          <p:spPr bwMode="auto">
            <a:xfrm>
              <a:off x="2338" y="1987"/>
              <a:ext cx="293" cy="293"/>
            </a:xfrm>
            <a:prstGeom prst="ellipse">
              <a:avLst/>
            </a:prstGeom>
            <a:solidFill>
              <a:srgbClr val="4D4D4D"/>
            </a:solidFill>
            <a:ln w="6350" algn="ctr">
              <a:solidFill>
                <a:schemeClr val="tx2"/>
              </a:solidFill>
              <a:round/>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sp>
        <p:nvSpPr>
          <p:cNvPr id="43013" name="Line 20"/>
          <p:cNvSpPr>
            <a:spLocks noChangeShapeType="1"/>
          </p:cNvSpPr>
          <p:nvPr/>
        </p:nvSpPr>
        <p:spPr bwMode="auto">
          <a:xfrm>
            <a:off x="2619375" y="1238250"/>
            <a:ext cx="1628775" cy="0"/>
          </a:xfrm>
          <a:prstGeom prst="line">
            <a:avLst/>
          </a:prstGeom>
          <a:noFill/>
          <a:ln w="6350">
            <a:solidFill>
              <a:schemeClr val="tx2"/>
            </a:solidFill>
            <a:round/>
            <a:headEnd/>
            <a:tailEnd type="triangle" w="med" len="med"/>
          </a:ln>
          <a:extLst>
            <a:ext uri="{909E8E84-426E-40DD-AFC4-6F175D3DCCD1}">
              <a14:hiddenFill xmlns:a14="http://schemas.microsoft.com/office/drawing/2010/main">
                <a:noFill/>
              </a14:hiddenFill>
            </a:ext>
          </a:extLst>
        </p:spPr>
        <p:txBody>
          <a:bodyPr wrap="none" anchor="ctr"/>
          <a:lstStyle/>
          <a:p>
            <a:endParaRPr lang="fr-FR"/>
          </a:p>
        </p:txBody>
      </p:sp>
      <p:sp>
        <p:nvSpPr>
          <p:cNvPr id="43014" name="Text Box 22"/>
          <p:cNvSpPr txBox="1">
            <a:spLocks noChangeArrowheads="1"/>
          </p:cNvSpPr>
          <p:nvPr/>
        </p:nvSpPr>
        <p:spPr bwMode="auto">
          <a:xfrm>
            <a:off x="333375" y="1041400"/>
            <a:ext cx="1263650" cy="5492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1500"/>
              <a:t>Engrenages et Carters</a:t>
            </a:r>
          </a:p>
        </p:txBody>
      </p:sp>
      <p:sp>
        <p:nvSpPr>
          <p:cNvPr id="43015" name="Rectangle 127"/>
          <p:cNvSpPr>
            <a:spLocks noChangeArrowheads="1"/>
          </p:cNvSpPr>
          <p:nvPr/>
        </p:nvSpPr>
        <p:spPr bwMode="auto">
          <a:xfrm>
            <a:off x="265113" y="714375"/>
            <a:ext cx="8707437" cy="1190625"/>
          </a:xfrm>
          <a:prstGeom prst="rect">
            <a:avLst/>
          </a:prstGeom>
          <a:noFill/>
          <a:ln w="6350" algn="ctr">
            <a:solidFill>
              <a:schemeClr val="tx2"/>
            </a:solidFill>
            <a:prstDash val="lgDash"/>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nvGrpSpPr>
          <p:cNvPr id="3" name="Group 155"/>
          <p:cNvGrpSpPr>
            <a:grpSpLocks/>
          </p:cNvGrpSpPr>
          <p:nvPr/>
        </p:nvGrpSpPr>
        <p:grpSpPr bwMode="auto">
          <a:xfrm>
            <a:off x="4260850" y="893763"/>
            <a:ext cx="4716463" cy="1030287"/>
            <a:chOff x="2684" y="563"/>
            <a:chExt cx="2944" cy="649"/>
          </a:xfrm>
        </p:grpSpPr>
        <p:grpSp>
          <p:nvGrpSpPr>
            <p:cNvPr id="43117" name="Group 5"/>
            <p:cNvGrpSpPr>
              <a:grpSpLocks/>
            </p:cNvGrpSpPr>
            <p:nvPr/>
          </p:nvGrpSpPr>
          <p:grpSpPr bwMode="auto">
            <a:xfrm rot="-223274">
              <a:off x="2745" y="563"/>
              <a:ext cx="533" cy="525"/>
              <a:chOff x="2757" y="1666"/>
              <a:chExt cx="812" cy="800"/>
            </a:xfrm>
          </p:grpSpPr>
          <p:sp>
            <p:nvSpPr>
              <p:cNvPr id="43121" name="Freeform 6"/>
              <p:cNvSpPr>
                <a:spLocks/>
              </p:cNvSpPr>
              <p:nvPr/>
            </p:nvSpPr>
            <p:spPr bwMode="auto">
              <a:xfrm>
                <a:off x="2762" y="1667"/>
                <a:ext cx="807" cy="584"/>
              </a:xfrm>
              <a:custGeom>
                <a:avLst/>
                <a:gdLst>
                  <a:gd name="T0" fmla="*/ 497 w 807"/>
                  <a:gd name="T1" fmla="*/ 583 h 584"/>
                  <a:gd name="T2" fmla="*/ 0 w 807"/>
                  <a:gd name="T3" fmla="*/ 452 h 584"/>
                  <a:gd name="T4" fmla="*/ 337 w 807"/>
                  <a:gd name="T5" fmla="*/ 0 h 584"/>
                  <a:gd name="T6" fmla="*/ 806 w 807"/>
                  <a:gd name="T7" fmla="*/ 98 h 584"/>
                  <a:gd name="T8" fmla="*/ 497 w 807"/>
                  <a:gd name="T9" fmla="*/ 583 h 584"/>
                  <a:gd name="T10" fmla="*/ 0 60000 65536"/>
                  <a:gd name="T11" fmla="*/ 0 60000 65536"/>
                  <a:gd name="T12" fmla="*/ 0 60000 65536"/>
                  <a:gd name="T13" fmla="*/ 0 60000 65536"/>
                  <a:gd name="T14" fmla="*/ 0 60000 65536"/>
                  <a:gd name="T15" fmla="*/ 0 w 807"/>
                  <a:gd name="T16" fmla="*/ 0 h 584"/>
                  <a:gd name="T17" fmla="*/ 807 w 807"/>
                  <a:gd name="T18" fmla="*/ 584 h 584"/>
                </a:gdLst>
                <a:ahLst/>
                <a:cxnLst>
                  <a:cxn ang="T10">
                    <a:pos x="T0" y="T1"/>
                  </a:cxn>
                  <a:cxn ang="T11">
                    <a:pos x="T2" y="T3"/>
                  </a:cxn>
                  <a:cxn ang="T12">
                    <a:pos x="T4" y="T5"/>
                  </a:cxn>
                  <a:cxn ang="T13">
                    <a:pos x="T6" y="T7"/>
                  </a:cxn>
                  <a:cxn ang="T14">
                    <a:pos x="T8" y="T9"/>
                  </a:cxn>
                </a:cxnLst>
                <a:rect l="T15" t="T16" r="T17" b="T18"/>
                <a:pathLst>
                  <a:path w="807" h="584">
                    <a:moveTo>
                      <a:pt x="497" y="583"/>
                    </a:moveTo>
                    <a:lnTo>
                      <a:pt x="0" y="452"/>
                    </a:lnTo>
                    <a:lnTo>
                      <a:pt x="337" y="0"/>
                    </a:lnTo>
                    <a:lnTo>
                      <a:pt x="806" y="98"/>
                    </a:lnTo>
                    <a:lnTo>
                      <a:pt x="497" y="583"/>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43122" name="Freeform 7"/>
              <p:cNvSpPr>
                <a:spLocks/>
              </p:cNvSpPr>
              <p:nvPr/>
            </p:nvSpPr>
            <p:spPr bwMode="auto">
              <a:xfrm>
                <a:off x="2882" y="1861"/>
                <a:ext cx="578" cy="384"/>
              </a:xfrm>
              <a:custGeom>
                <a:avLst/>
                <a:gdLst>
                  <a:gd name="T0" fmla="*/ 377 w 578"/>
                  <a:gd name="T1" fmla="*/ 383 h 384"/>
                  <a:gd name="T2" fmla="*/ 0 w 578"/>
                  <a:gd name="T3" fmla="*/ 291 h 384"/>
                  <a:gd name="T4" fmla="*/ 217 w 578"/>
                  <a:gd name="T5" fmla="*/ 0 h 384"/>
                  <a:gd name="T6" fmla="*/ 577 w 578"/>
                  <a:gd name="T7" fmla="*/ 74 h 384"/>
                  <a:gd name="T8" fmla="*/ 377 w 578"/>
                  <a:gd name="T9" fmla="*/ 383 h 384"/>
                  <a:gd name="T10" fmla="*/ 0 60000 65536"/>
                  <a:gd name="T11" fmla="*/ 0 60000 65536"/>
                  <a:gd name="T12" fmla="*/ 0 60000 65536"/>
                  <a:gd name="T13" fmla="*/ 0 60000 65536"/>
                  <a:gd name="T14" fmla="*/ 0 60000 65536"/>
                  <a:gd name="T15" fmla="*/ 0 w 578"/>
                  <a:gd name="T16" fmla="*/ 0 h 384"/>
                  <a:gd name="T17" fmla="*/ 578 w 578"/>
                  <a:gd name="T18" fmla="*/ 384 h 384"/>
                </a:gdLst>
                <a:ahLst/>
                <a:cxnLst>
                  <a:cxn ang="T10">
                    <a:pos x="T0" y="T1"/>
                  </a:cxn>
                  <a:cxn ang="T11">
                    <a:pos x="T2" y="T3"/>
                  </a:cxn>
                  <a:cxn ang="T12">
                    <a:pos x="T4" y="T5"/>
                  </a:cxn>
                  <a:cxn ang="T13">
                    <a:pos x="T6" y="T7"/>
                  </a:cxn>
                  <a:cxn ang="T14">
                    <a:pos x="T8" y="T9"/>
                  </a:cxn>
                </a:cxnLst>
                <a:rect l="T15" t="T16" r="T17" b="T18"/>
                <a:pathLst>
                  <a:path w="578" h="384">
                    <a:moveTo>
                      <a:pt x="377" y="383"/>
                    </a:moveTo>
                    <a:lnTo>
                      <a:pt x="0" y="291"/>
                    </a:lnTo>
                    <a:lnTo>
                      <a:pt x="217" y="0"/>
                    </a:lnTo>
                    <a:lnTo>
                      <a:pt x="577" y="74"/>
                    </a:lnTo>
                    <a:lnTo>
                      <a:pt x="377" y="383"/>
                    </a:lnTo>
                  </a:path>
                </a:pathLst>
              </a:custGeom>
              <a:solidFill>
                <a:srgbClr val="E22B00"/>
              </a:solidFill>
              <a:ln>
                <a:noFill/>
              </a:ln>
              <a:extLst>
                <a:ext uri="{91240B29-F687-4F45-9708-019B960494DF}">
                  <a14:hiddenLine xmlns:a14="http://schemas.microsoft.com/office/drawing/2010/main" w="12700" cap="rnd" cmpd="sng">
                    <a:solidFill>
                      <a:srgbClr val="000000"/>
                    </a:solidFill>
                    <a:prstDash val="solid"/>
                    <a:round/>
                    <a:headEnd type="none" w="med" len="med"/>
                    <a:tailEnd type="none" w="med" len="med"/>
                  </a14:hiddenLine>
                </a:ext>
              </a:extLst>
            </p:spPr>
            <p:txBody>
              <a:bodyPr/>
              <a:lstStyle/>
              <a:p>
                <a:endParaRPr lang="fr-FR"/>
              </a:p>
            </p:txBody>
          </p:sp>
          <p:sp>
            <p:nvSpPr>
              <p:cNvPr id="43123" name="Line 8"/>
              <p:cNvSpPr>
                <a:spLocks noChangeShapeType="1"/>
              </p:cNvSpPr>
              <p:nvPr/>
            </p:nvSpPr>
            <p:spPr bwMode="auto">
              <a:xfrm>
                <a:off x="3102" y="1862"/>
                <a:ext cx="352" cy="7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fr-FR"/>
              </a:p>
            </p:txBody>
          </p:sp>
          <p:sp>
            <p:nvSpPr>
              <p:cNvPr id="43124" name="Freeform 9"/>
              <p:cNvSpPr>
                <a:spLocks/>
              </p:cNvSpPr>
              <p:nvPr/>
            </p:nvSpPr>
            <p:spPr bwMode="auto">
              <a:xfrm>
                <a:off x="2762" y="1666"/>
                <a:ext cx="337" cy="485"/>
              </a:xfrm>
              <a:custGeom>
                <a:avLst/>
                <a:gdLst>
                  <a:gd name="T0" fmla="*/ 336 w 337"/>
                  <a:gd name="T1" fmla="*/ 194 h 485"/>
                  <a:gd name="T2" fmla="*/ 118 w 337"/>
                  <a:gd name="T3" fmla="*/ 484 h 485"/>
                  <a:gd name="T4" fmla="*/ 0 w 337"/>
                  <a:gd name="T5" fmla="*/ 452 h 485"/>
                  <a:gd name="T6" fmla="*/ 336 w 337"/>
                  <a:gd name="T7" fmla="*/ 0 h 485"/>
                  <a:gd name="T8" fmla="*/ 336 w 337"/>
                  <a:gd name="T9" fmla="*/ 152 h 485"/>
                  <a:gd name="T10" fmla="*/ 336 w 337"/>
                  <a:gd name="T11" fmla="*/ 194 h 485"/>
                  <a:gd name="T12" fmla="*/ 0 60000 65536"/>
                  <a:gd name="T13" fmla="*/ 0 60000 65536"/>
                  <a:gd name="T14" fmla="*/ 0 60000 65536"/>
                  <a:gd name="T15" fmla="*/ 0 60000 65536"/>
                  <a:gd name="T16" fmla="*/ 0 60000 65536"/>
                  <a:gd name="T17" fmla="*/ 0 60000 65536"/>
                  <a:gd name="T18" fmla="*/ 0 w 337"/>
                  <a:gd name="T19" fmla="*/ 0 h 485"/>
                  <a:gd name="T20" fmla="*/ 337 w 337"/>
                  <a:gd name="T21" fmla="*/ 485 h 485"/>
                </a:gdLst>
                <a:ahLst/>
                <a:cxnLst>
                  <a:cxn ang="T12">
                    <a:pos x="T0" y="T1"/>
                  </a:cxn>
                  <a:cxn ang="T13">
                    <a:pos x="T2" y="T3"/>
                  </a:cxn>
                  <a:cxn ang="T14">
                    <a:pos x="T4" y="T5"/>
                  </a:cxn>
                  <a:cxn ang="T15">
                    <a:pos x="T6" y="T7"/>
                  </a:cxn>
                  <a:cxn ang="T16">
                    <a:pos x="T8" y="T9"/>
                  </a:cxn>
                  <a:cxn ang="T17">
                    <a:pos x="T10" y="T11"/>
                  </a:cxn>
                </a:cxnLst>
                <a:rect l="T18" t="T19" r="T20" b="T21"/>
                <a:pathLst>
                  <a:path w="337" h="485">
                    <a:moveTo>
                      <a:pt x="336" y="194"/>
                    </a:moveTo>
                    <a:lnTo>
                      <a:pt x="118" y="484"/>
                    </a:lnTo>
                    <a:lnTo>
                      <a:pt x="0" y="452"/>
                    </a:lnTo>
                    <a:lnTo>
                      <a:pt x="336" y="0"/>
                    </a:lnTo>
                    <a:lnTo>
                      <a:pt x="336" y="152"/>
                    </a:lnTo>
                    <a:lnTo>
                      <a:pt x="336" y="194"/>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43125" name="Freeform 10"/>
              <p:cNvSpPr>
                <a:spLocks/>
              </p:cNvSpPr>
              <p:nvPr/>
            </p:nvSpPr>
            <p:spPr bwMode="auto">
              <a:xfrm>
                <a:off x="2757" y="2124"/>
                <a:ext cx="509" cy="339"/>
              </a:xfrm>
              <a:custGeom>
                <a:avLst/>
                <a:gdLst>
                  <a:gd name="T0" fmla="*/ 0 w 506"/>
                  <a:gd name="T1" fmla="*/ 0 h 345"/>
                  <a:gd name="T2" fmla="*/ 1 w 506"/>
                  <a:gd name="T3" fmla="*/ 198 h 345"/>
                  <a:gd name="T4" fmla="*/ 514 w 506"/>
                  <a:gd name="T5" fmla="*/ 326 h 345"/>
                  <a:gd name="T6" fmla="*/ 513 w 506"/>
                  <a:gd name="T7" fmla="*/ 124 h 345"/>
                  <a:gd name="T8" fmla="*/ 0 60000 65536"/>
                  <a:gd name="T9" fmla="*/ 0 60000 65536"/>
                  <a:gd name="T10" fmla="*/ 0 60000 65536"/>
                  <a:gd name="T11" fmla="*/ 0 60000 65536"/>
                  <a:gd name="T12" fmla="*/ 0 w 506"/>
                  <a:gd name="T13" fmla="*/ 0 h 345"/>
                  <a:gd name="T14" fmla="*/ 506 w 506"/>
                  <a:gd name="T15" fmla="*/ 345 h 345"/>
                </a:gdLst>
                <a:ahLst/>
                <a:cxnLst>
                  <a:cxn ang="T8">
                    <a:pos x="T0" y="T1"/>
                  </a:cxn>
                  <a:cxn ang="T9">
                    <a:pos x="T2" y="T3"/>
                  </a:cxn>
                  <a:cxn ang="T10">
                    <a:pos x="T4" y="T5"/>
                  </a:cxn>
                  <a:cxn ang="T11">
                    <a:pos x="T6" y="T7"/>
                  </a:cxn>
                </a:cxnLst>
                <a:rect l="T12" t="T13" r="T14" b="T15"/>
                <a:pathLst>
                  <a:path w="506" h="345">
                    <a:moveTo>
                      <a:pt x="0" y="0"/>
                    </a:moveTo>
                    <a:lnTo>
                      <a:pt x="1" y="209"/>
                    </a:lnTo>
                    <a:lnTo>
                      <a:pt x="505" y="344"/>
                    </a:lnTo>
                    <a:lnTo>
                      <a:pt x="504" y="130"/>
                    </a:lnTo>
                  </a:path>
                </a:pathLst>
              </a:custGeom>
              <a:solidFill>
                <a:srgbClr val="FC2C1C"/>
              </a:solidFill>
              <a:ln w="12700" cap="rnd" cmpd="sng">
                <a:solidFill>
                  <a:schemeClr val="bg2"/>
                </a:solidFill>
                <a:prstDash val="solid"/>
                <a:round/>
                <a:headEnd type="none" w="med" len="med"/>
                <a:tailEnd type="none" w="med" len="med"/>
              </a:ln>
            </p:spPr>
            <p:txBody>
              <a:bodyPr/>
              <a:lstStyle/>
              <a:p>
                <a:endParaRPr lang="fr-FR"/>
              </a:p>
            </p:txBody>
          </p:sp>
          <p:sp>
            <p:nvSpPr>
              <p:cNvPr id="43126" name="AutoShape 11"/>
              <p:cNvSpPr>
                <a:spLocks noChangeArrowheads="1"/>
              </p:cNvSpPr>
              <p:nvPr/>
            </p:nvSpPr>
            <p:spPr bwMode="auto">
              <a:xfrm rot="16200000" flipH="1">
                <a:off x="3067" y="1967"/>
                <a:ext cx="693" cy="306"/>
              </a:xfrm>
              <a:prstGeom prst="parallelogram">
                <a:avLst>
                  <a:gd name="adj" fmla="val 156202"/>
                </a:avLst>
              </a:prstGeom>
              <a:solidFill>
                <a:srgbClr val="FC2C1C"/>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sp>
          <p:nvSpPr>
            <p:cNvPr id="43118" name="AutoShape 12"/>
            <p:cNvSpPr>
              <a:spLocks noChangeArrowheads="1"/>
            </p:cNvSpPr>
            <p:nvPr/>
          </p:nvSpPr>
          <p:spPr bwMode="auto">
            <a:xfrm rot="1092751">
              <a:off x="2927" y="730"/>
              <a:ext cx="166" cy="179"/>
            </a:xfrm>
            <a:prstGeom prst="parallelogram">
              <a:avLst>
                <a:gd name="adj" fmla="val 25000"/>
              </a:avLst>
            </a:prstGeom>
            <a:solidFill>
              <a:srgbClr val="FFFF00"/>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43119" name="Text Box 21"/>
            <p:cNvSpPr txBox="1">
              <a:spLocks noChangeArrowheads="1"/>
            </p:cNvSpPr>
            <p:nvPr/>
          </p:nvSpPr>
          <p:spPr bwMode="auto">
            <a:xfrm>
              <a:off x="3442" y="601"/>
              <a:ext cx="2186" cy="43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eaLnBrk="1" hangingPunct="1">
                <a:spcBef>
                  <a:spcPct val="0"/>
                </a:spcBef>
                <a:buFontTx/>
                <a:buNone/>
              </a:pPr>
              <a:r>
                <a:rPr lang="fr-FR" altLang="fr-FR" sz="1300">
                  <a:solidFill>
                    <a:schemeClr val="tx1"/>
                  </a:solidFill>
                </a:rPr>
                <a:t>Produire consiste à prendre 1 composant dans le stock de matières et à le mettre dans 1 boîte à placer dans le stock de pièces</a:t>
              </a:r>
            </a:p>
          </p:txBody>
        </p:sp>
        <p:sp>
          <p:nvSpPr>
            <p:cNvPr id="43120" name="Text Box 149"/>
            <p:cNvSpPr txBox="1">
              <a:spLocks noChangeArrowheads="1"/>
            </p:cNvSpPr>
            <p:nvPr/>
          </p:nvSpPr>
          <p:spPr bwMode="auto">
            <a:xfrm>
              <a:off x="2684" y="1020"/>
              <a:ext cx="374" cy="1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1400">
                  <a:solidFill>
                    <a:schemeClr val="tx1"/>
                  </a:solidFill>
                </a:rPr>
                <a:t>stock</a:t>
              </a:r>
            </a:p>
          </p:txBody>
        </p:sp>
      </p:grpSp>
      <p:sp>
        <p:nvSpPr>
          <p:cNvPr id="43017" name="Text Box 150"/>
          <p:cNvSpPr txBox="1">
            <a:spLocks noChangeArrowheads="1"/>
          </p:cNvSpPr>
          <p:nvPr/>
        </p:nvSpPr>
        <p:spPr bwMode="auto">
          <a:xfrm>
            <a:off x="1728788" y="1549400"/>
            <a:ext cx="863600" cy="304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1400">
                <a:solidFill>
                  <a:schemeClr val="tx1"/>
                </a:solidFill>
              </a:rPr>
              <a:t>matières</a:t>
            </a:r>
          </a:p>
        </p:txBody>
      </p:sp>
      <p:grpSp>
        <p:nvGrpSpPr>
          <p:cNvPr id="5" name="Group 159"/>
          <p:cNvGrpSpPr>
            <a:grpSpLocks/>
          </p:cNvGrpSpPr>
          <p:nvPr/>
        </p:nvGrpSpPr>
        <p:grpSpPr bwMode="auto">
          <a:xfrm>
            <a:off x="246063" y="4867275"/>
            <a:ext cx="8707437" cy="1447800"/>
            <a:chOff x="155" y="3066"/>
            <a:chExt cx="5485" cy="912"/>
          </a:xfrm>
        </p:grpSpPr>
        <p:sp>
          <p:nvSpPr>
            <p:cNvPr id="43072" name="Text Box 77"/>
            <p:cNvSpPr txBox="1">
              <a:spLocks noChangeArrowheads="1"/>
            </p:cNvSpPr>
            <p:nvPr/>
          </p:nvSpPr>
          <p:spPr bwMode="auto">
            <a:xfrm>
              <a:off x="235" y="3422"/>
              <a:ext cx="688" cy="20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1500"/>
                <a:t>Montage</a:t>
              </a:r>
            </a:p>
          </p:txBody>
        </p:sp>
        <p:sp>
          <p:nvSpPr>
            <p:cNvPr id="43073" name="Text Box 78"/>
            <p:cNvSpPr txBox="1">
              <a:spLocks noChangeArrowheads="1"/>
            </p:cNvSpPr>
            <p:nvPr/>
          </p:nvSpPr>
          <p:spPr bwMode="auto">
            <a:xfrm>
              <a:off x="3460" y="3097"/>
              <a:ext cx="2174" cy="55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eaLnBrk="1" hangingPunct="1">
                <a:spcBef>
                  <a:spcPct val="0"/>
                </a:spcBef>
                <a:buFontTx/>
                <a:buNone/>
              </a:pPr>
              <a:r>
                <a:rPr lang="fr-FR" altLang="fr-FR" sz="1300">
                  <a:solidFill>
                    <a:schemeClr val="tx1"/>
                  </a:solidFill>
                </a:rPr>
                <a:t>Produire consiste à prendre trois boîtes de composants différents dans le stock de pièces et à les regrouper dans une seule boîte rangée dans le stock de produits finis.</a:t>
              </a:r>
            </a:p>
          </p:txBody>
        </p:sp>
        <p:grpSp>
          <p:nvGrpSpPr>
            <p:cNvPr id="43074" name="Group 86"/>
            <p:cNvGrpSpPr>
              <a:grpSpLocks/>
            </p:cNvGrpSpPr>
            <p:nvPr/>
          </p:nvGrpSpPr>
          <p:grpSpPr bwMode="auto">
            <a:xfrm rot="-223274">
              <a:off x="923" y="3128"/>
              <a:ext cx="435" cy="428"/>
              <a:chOff x="2757" y="1666"/>
              <a:chExt cx="812" cy="800"/>
            </a:xfrm>
          </p:grpSpPr>
          <p:sp>
            <p:nvSpPr>
              <p:cNvPr id="43111" name="Freeform 87"/>
              <p:cNvSpPr>
                <a:spLocks/>
              </p:cNvSpPr>
              <p:nvPr/>
            </p:nvSpPr>
            <p:spPr bwMode="auto">
              <a:xfrm>
                <a:off x="2762" y="1667"/>
                <a:ext cx="807" cy="584"/>
              </a:xfrm>
              <a:custGeom>
                <a:avLst/>
                <a:gdLst>
                  <a:gd name="T0" fmla="*/ 497 w 807"/>
                  <a:gd name="T1" fmla="*/ 583 h 584"/>
                  <a:gd name="T2" fmla="*/ 0 w 807"/>
                  <a:gd name="T3" fmla="*/ 452 h 584"/>
                  <a:gd name="T4" fmla="*/ 337 w 807"/>
                  <a:gd name="T5" fmla="*/ 0 h 584"/>
                  <a:gd name="T6" fmla="*/ 806 w 807"/>
                  <a:gd name="T7" fmla="*/ 98 h 584"/>
                  <a:gd name="T8" fmla="*/ 497 w 807"/>
                  <a:gd name="T9" fmla="*/ 583 h 584"/>
                  <a:gd name="T10" fmla="*/ 0 60000 65536"/>
                  <a:gd name="T11" fmla="*/ 0 60000 65536"/>
                  <a:gd name="T12" fmla="*/ 0 60000 65536"/>
                  <a:gd name="T13" fmla="*/ 0 60000 65536"/>
                  <a:gd name="T14" fmla="*/ 0 60000 65536"/>
                  <a:gd name="T15" fmla="*/ 0 w 807"/>
                  <a:gd name="T16" fmla="*/ 0 h 584"/>
                  <a:gd name="T17" fmla="*/ 807 w 807"/>
                  <a:gd name="T18" fmla="*/ 584 h 584"/>
                </a:gdLst>
                <a:ahLst/>
                <a:cxnLst>
                  <a:cxn ang="T10">
                    <a:pos x="T0" y="T1"/>
                  </a:cxn>
                  <a:cxn ang="T11">
                    <a:pos x="T2" y="T3"/>
                  </a:cxn>
                  <a:cxn ang="T12">
                    <a:pos x="T4" y="T5"/>
                  </a:cxn>
                  <a:cxn ang="T13">
                    <a:pos x="T6" y="T7"/>
                  </a:cxn>
                  <a:cxn ang="T14">
                    <a:pos x="T8" y="T9"/>
                  </a:cxn>
                </a:cxnLst>
                <a:rect l="T15" t="T16" r="T17" b="T18"/>
                <a:pathLst>
                  <a:path w="807" h="584">
                    <a:moveTo>
                      <a:pt x="497" y="583"/>
                    </a:moveTo>
                    <a:lnTo>
                      <a:pt x="0" y="452"/>
                    </a:lnTo>
                    <a:lnTo>
                      <a:pt x="337" y="0"/>
                    </a:lnTo>
                    <a:lnTo>
                      <a:pt x="806" y="98"/>
                    </a:lnTo>
                    <a:lnTo>
                      <a:pt x="497" y="583"/>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43112" name="Freeform 88"/>
              <p:cNvSpPr>
                <a:spLocks/>
              </p:cNvSpPr>
              <p:nvPr/>
            </p:nvSpPr>
            <p:spPr bwMode="auto">
              <a:xfrm>
                <a:off x="2882" y="1861"/>
                <a:ext cx="578" cy="384"/>
              </a:xfrm>
              <a:custGeom>
                <a:avLst/>
                <a:gdLst>
                  <a:gd name="T0" fmla="*/ 377 w 578"/>
                  <a:gd name="T1" fmla="*/ 383 h 384"/>
                  <a:gd name="T2" fmla="*/ 0 w 578"/>
                  <a:gd name="T3" fmla="*/ 291 h 384"/>
                  <a:gd name="T4" fmla="*/ 217 w 578"/>
                  <a:gd name="T5" fmla="*/ 0 h 384"/>
                  <a:gd name="T6" fmla="*/ 577 w 578"/>
                  <a:gd name="T7" fmla="*/ 74 h 384"/>
                  <a:gd name="T8" fmla="*/ 377 w 578"/>
                  <a:gd name="T9" fmla="*/ 383 h 384"/>
                  <a:gd name="T10" fmla="*/ 0 60000 65536"/>
                  <a:gd name="T11" fmla="*/ 0 60000 65536"/>
                  <a:gd name="T12" fmla="*/ 0 60000 65536"/>
                  <a:gd name="T13" fmla="*/ 0 60000 65536"/>
                  <a:gd name="T14" fmla="*/ 0 60000 65536"/>
                  <a:gd name="T15" fmla="*/ 0 w 578"/>
                  <a:gd name="T16" fmla="*/ 0 h 384"/>
                  <a:gd name="T17" fmla="*/ 578 w 578"/>
                  <a:gd name="T18" fmla="*/ 384 h 384"/>
                </a:gdLst>
                <a:ahLst/>
                <a:cxnLst>
                  <a:cxn ang="T10">
                    <a:pos x="T0" y="T1"/>
                  </a:cxn>
                  <a:cxn ang="T11">
                    <a:pos x="T2" y="T3"/>
                  </a:cxn>
                  <a:cxn ang="T12">
                    <a:pos x="T4" y="T5"/>
                  </a:cxn>
                  <a:cxn ang="T13">
                    <a:pos x="T6" y="T7"/>
                  </a:cxn>
                  <a:cxn ang="T14">
                    <a:pos x="T8" y="T9"/>
                  </a:cxn>
                </a:cxnLst>
                <a:rect l="T15" t="T16" r="T17" b="T18"/>
                <a:pathLst>
                  <a:path w="578" h="384">
                    <a:moveTo>
                      <a:pt x="377" y="383"/>
                    </a:moveTo>
                    <a:lnTo>
                      <a:pt x="0" y="291"/>
                    </a:lnTo>
                    <a:lnTo>
                      <a:pt x="217" y="0"/>
                    </a:lnTo>
                    <a:lnTo>
                      <a:pt x="577" y="74"/>
                    </a:lnTo>
                    <a:lnTo>
                      <a:pt x="377" y="383"/>
                    </a:lnTo>
                  </a:path>
                </a:pathLst>
              </a:custGeom>
              <a:solidFill>
                <a:srgbClr val="E22B00"/>
              </a:solidFill>
              <a:ln>
                <a:noFill/>
              </a:ln>
              <a:extLst>
                <a:ext uri="{91240B29-F687-4F45-9708-019B960494DF}">
                  <a14:hiddenLine xmlns:a14="http://schemas.microsoft.com/office/drawing/2010/main" w="12700" cap="rnd" cmpd="sng">
                    <a:solidFill>
                      <a:srgbClr val="000000"/>
                    </a:solidFill>
                    <a:prstDash val="solid"/>
                    <a:round/>
                    <a:headEnd type="none" w="med" len="med"/>
                    <a:tailEnd type="none" w="med" len="med"/>
                  </a14:hiddenLine>
                </a:ext>
              </a:extLst>
            </p:spPr>
            <p:txBody>
              <a:bodyPr/>
              <a:lstStyle/>
              <a:p>
                <a:endParaRPr lang="fr-FR"/>
              </a:p>
            </p:txBody>
          </p:sp>
          <p:sp>
            <p:nvSpPr>
              <p:cNvPr id="43113" name="Line 89"/>
              <p:cNvSpPr>
                <a:spLocks noChangeShapeType="1"/>
              </p:cNvSpPr>
              <p:nvPr/>
            </p:nvSpPr>
            <p:spPr bwMode="auto">
              <a:xfrm>
                <a:off x="3102" y="1862"/>
                <a:ext cx="352" cy="7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fr-FR"/>
              </a:p>
            </p:txBody>
          </p:sp>
          <p:sp>
            <p:nvSpPr>
              <p:cNvPr id="43114" name="Freeform 90"/>
              <p:cNvSpPr>
                <a:spLocks/>
              </p:cNvSpPr>
              <p:nvPr/>
            </p:nvSpPr>
            <p:spPr bwMode="auto">
              <a:xfrm>
                <a:off x="2762" y="1666"/>
                <a:ext cx="337" cy="485"/>
              </a:xfrm>
              <a:custGeom>
                <a:avLst/>
                <a:gdLst>
                  <a:gd name="T0" fmla="*/ 336 w 337"/>
                  <a:gd name="T1" fmla="*/ 194 h 485"/>
                  <a:gd name="T2" fmla="*/ 118 w 337"/>
                  <a:gd name="T3" fmla="*/ 484 h 485"/>
                  <a:gd name="T4" fmla="*/ 0 w 337"/>
                  <a:gd name="T5" fmla="*/ 452 h 485"/>
                  <a:gd name="T6" fmla="*/ 336 w 337"/>
                  <a:gd name="T7" fmla="*/ 0 h 485"/>
                  <a:gd name="T8" fmla="*/ 336 w 337"/>
                  <a:gd name="T9" fmla="*/ 152 h 485"/>
                  <a:gd name="T10" fmla="*/ 336 w 337"/>
                  <a:gd name="T11" fmla="*/ 194 h 485"/>
                  <a:gd name="T12" fmla="*/ 0 60000 65536"/>
                  <a:gd name="T13" fmla="*/ 0 60000 65536"/>
                  <a:gd name="T14" fmla="*/ 0 60000 65536"/>
                  <a:gd name="T15" fmla="*/ 0 60000 65536"/>
                  <a:gd name="T16" fmla="*/ 0 60000 65536"/>
                  <a:gd name="T17" fmla="*/ 0 60000 65536"/>
                  <a:gd name="T18" fmla="*/ 0 w 337"/>
                  <a:gd name="T19" fmla="*/ 0 h 485"/>
                  <a:gd name="T20" fmla="*/ 337 w 337"/>
                  <a:gd name="T21" fmla="*/ 485 h 485"/>
                </a:gdLst>
                <a:ahLst/>
                <a:cxnLst>
                  <a:cxn ang="T12">
                    <a:pos x="T0" y="T1"/>
                  </a:cxn>
                  <a:cxn ang="T13">
                    <a:pos x="T2" y="T3"/>
                  </a:cxn>
                  <a:cxn ang="T14">
                    <a:pos x="T4" y="T5"/>
                  </a:cxn>
                  <a:cxn ang="T15">
                    <a:pos x="T6" y="T7"/>
                  </a:cxn>
                  <a:cxn ang="T16">
                    <a:pos x="T8" y="T9"/>
                  </a:cxn>
                  <a:cxn ang="T17">
                    <a:pos x="T10" y="T11"/>
                  </a:cxn>
                </a:cxnLst>
                <a:rect l="T18" t="T19" r="T20" b="T21"/>
                <a:pathLst>
                  <a:path w="337" h="485">
                    <a:moveTo>
                      <a:pt x="336" y="194"/>
                    </a:moveTo>
                    <a:lnTo>
                      <a:pt x="118" y="484"/>
                    </a:lnTo>
                    <a:lnTo>
                      <a:pt x="0" y="452"/>
                    </a:lnTo>
                    <a:lnTo>
                      <a:pt x="336" y="0"/>
                    </a:lnTo>
                    <a:lnTo>
                      <a:pt x="336" y="152"/>
                    </a:lnTo>
                    <a:lnTo>
                      <a:pt x="336" y="194"/>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43115" name="Freeform 91"/>
              <p:cNvSpPr>
                <a:spLocks/>
              </p:cNvSpPr>
              <p:nvPr/>
            </p:nvSpPr>
            <p:spPr bwMode="auto">
              <a:xfrm>
                <a:off x="2757" y="2124"/>
                <a:ext cx="509" cy="339"/>
              </a:xfrm>
              <a:custGeom>
                <a:avLst/>
                <a:gdLst>
                  <a:gd name="T0" fmla="*/ 0 w 506"/>
                  <a:gd name="T1" fmla="*/ 0 h 345"/>
                  <a:gd name="T2" fmla="*/ 1 w 506"/>
                  <a:gd name="T3" fmla="*/ 198 h 345"/>
                  <a:gd name="T4" fmla="*/ 514 w 506"/>
                  <a:gd name="T5" fmla="*/ 326 h 345"/>
                  <a:gd name="T6" fmla="*/ 513 w 506"/>
                  <a:gd name="T7" fmla="*/ 124 h 345"/>
                  <a:gd name="T8" fmla="*/ 0 60000 65536"/>
                  <a:gd name="T9" fmla="*/ 0 60000 65536"/>
                  <a:gd name="T10" fmla="*/ 0 60000 65536"/>
                  <a:gd name="T11" fmla="*/ 0 60000 65536"/>
                  <a:gd name="T12" fmla="*/ 0 w 506"/>
                  <a:gd name="T13" fmla="*/ 0 h 345"/>
                  <a:gd name="T14" fmla="*/ 506 w 506"/>
                  <a:gd name="T15" fmla="*/ 345 h 345"/>
                </a:gdLst>
                <a:ahLst/>
                <a:cxnLst>
                  <a:cxn ang="T8">
                    <a:pos x="T0" y="T1"/>
                  </a:cxn>
                  <a:cxn ang="T9">
                    <a:pos x="T2" y="T3"/>
                  </a:cxn>
                  <a:cxn ang="T10">
                    <a:pos x="T4" y="T5"/>
                  </a:cxn>
                  <a:cxn ang="T11">
                    <a:pos x="T6" y="T7"/>
                  </a:cxn>
                </a:cxnLst>
                <a:rect l="T12" t="T13" r="T14" b="T15"/>
                <a:pathLst>
                  <a:path w="506" h="345">
                    <a:moveTo>
                      <a:pt x="0" y="0"/>
                    </a:moveTo>
                    <a:lnTo>
                      <a:pt x="1" y="209"/>
                    </a:lnTo>
                    <a:lnTo>
                      <a:pt x="505" y="344"/>
                    </a:lnTo>
                    <a:lnTo>
                      <a:pt x="504" y="130"/>
                    </a:lnTo>
                  </a:path>
                </a:pathLst>
              </a:custGeom>
              <a:solidFill>
                <a:srgbClr val="FC2C1C"/>
              </a:solidFill>
              <a:ln w="12700" cap="rnd" cmpd="sng">
                <a:solidFill>
                  <a:schemeClr val="bg2"/>
                </a:solidFill>
                <a:prstDash val="solid"/>
                <a:round/>
                <a:headEnd type="none" w="med" len="med"/>
                <a:tailEnd type="none" w="med" len="med"/>
              </a:ln>
            </p:spPr>
            <p:txBody>
              <a:bodyPr/>
              <a:lstStyle/>
              <a:p>
                <a:endParaRPr lang="fr-FR"/>
              </a:p>
            </p:txBody>
          </p:sp>
          <p:sp>
            <p:nvSpPr>
              <p:cNvPr id="43116" name="AutoShape 92"/>
              <p:cNvSpPr>
                <a:spLocks noChangeArrowheads="1"/>
              </p:cNvSpPr>
              <p:nvPr/>
            </p:nvSpPr>
            <p:spPr bwMode="auto">
              <a:xfrm rot="16200000" flipH="1">
                <a:off x="3067" y="1967"/>
                <a:ext cx="693" cy="306"/>
              </a:xfrm>
              <a:prstGeom prst="parallelogram">
                <a:avLst>
                  <a:gd name="adj" fmla="val 156202"/>
                </a:avLst>
              </a:prstGeom>
              <a:solidFill>
                <a:srgbClr val="FC2C1C"/>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grpSp>
          <p:nvGrpSpPr>
            <p:cNvPr id="43075" name="Group 93"/>
            <p:cNvGrpSpPr>
              <a:grpSpLocks/>
            </p:cNvGrpSpPr>
            <p:nvPr/>
          </p:nvGrpSpPr>
          <p:grpSpPr bwMode="auto">
            <a:xfrm rot="-223274">
              <a:off x="1307" y="3152"/>
              <a:ext cx="435" cy="428"/>
              <a:chOff x="2757" y="1666"/>
              <a:chExt cx="812" cy="800"/>
            </a:xfrm>
          </p:grpSpPr>
          <p:sp>
            <p:nvSpPr>
              <p:cNvPr id="43105" name="Freeform 94"/>
              <p:cNvSpPr>
                <a:spLocks/>
              </p:cNvSpPr>
              <p:nvPr/>
            </p:nvSpPr>
            <p:spPr bwMode="auto">
              <a:xfrm>
                <a:off x="2762" y="1667"/>
                <a:ext cx="807" cy="584"/>
              </a:xfrm>
              <a:custGeom>
                <a:avLst/>
                <a:gdLst>
                  <a:gd name="T0" fmla="*/ 497 w 807"/>
                  <a:gd name="T1" fmla="*/ 583 h 584"/>
                  <a:gd name="T2" fmla="*/ 0 w 807"/>
                  <a:gd name="T3" fmla="*/ 452 h 584"/>
                  <a:gd name="T4" fmla="*/ 337 w 807"/>
                  <a:gd name="T5" fmla="*/ 0 h 584"/>
                  <a:gd name="T6" fmla="*/ 806 w 807"/>
                  <a:gd name="T7" fmla="*/ 98 h 584"/>
                  <a:gd name="T8" fmla="*/ 497 w 807"/>
                  <a:gd name="T9" fmla="*/ 583 h 584"/>
                  <a:gd name="T10" fmla="*/ 0 60000 65536"/>
                  <a:gd name="T11" fmla="*/ 0 60000 65536"/>
                  <a:gd name="T12" fmla="*/ 0 60000 65536"/>
                  <a:gd name="T13" fmla="*/ 0 60000 65536"/>
                  <a:gd name="T14" fmla="*/ 0 60000 65536"/>
                  <a:gd name="T15" fmla="*/ 0 w 807"/>
                  <a:gd name="T16" fmla="*/ 0 h 584"/>
                  <a:gd name="T17" fmla="*/ 807 w 807"/>
                  <a:gd name="T18" fmla="*/ 584 h 584"/>
                </a:gdLst>
                <a:ahLst/>
                <a:cxnLst>
                  <a:cxn ang="T10">
                    <a:pos x="T0" y="T1"/>
                  </a:cxn>
                  <a:cxn ang="T11">
                    <a:pos x="T2" y="T3"/>
                  </a:cxn>
                  <a:cxn ang="T12">
                    <a:pos x="T4" y="T5"/>
                  </a:cxn>
                  <a:cxn ang="T13">
                    <a:pos x="T6" y="T7"/>
                  </a:cxn>
                  <a:cxn ang="T14">
                    <a:pos x="T8" y="T9"/>
                  </a:cxn>
                </a:cxnLst>
                <a:rect l="T15" t="T16" r="T17" b="T18"/>
                <a:pathLst>
                  <a:path w="807" h="584">
                    <a:moveTo>
                      <a:pt x="497" y="583"/>
                    </a:moveTo>
                    <a:lnTo>
                      <a:pt x="0" y="452"/>
                    </a:lnTo>
                    <a:lnTo>
                      <a:pt x="337" y="0"/>
                    </a:lnTo>
                    <a:lnTo>
                      <a:pt x="806" y="98"/>
                    </a:lnTo>
                    <a:lnTo>
                      <a:pt x="497" y="583"/>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43106" name="Freeform 95"/>
              <p:cNvSpPr>
                <a:spLocks/>
              </p:cNvSpPr>
              <p:nvPr/>
            </p:nvSpPr>
            <p:spPr bwMode="auto">
              <a:xfrm>
                <a:off x="2882" y="1861"/>
                <a:ext cx="578" cy="384"/>
              </a:xfrm>
              <a:custGeom>
                <a:avLst/>
                <a:gdLst>
                  <a:gd name="T0" fmla="*/ 377 w 578"/>
                  <a:gd name="T1" fmla="*/ 383 h 384"/>
                  <a:gd name="T2" fmla="*/ 0 w 578"/>
                  <a:gd name="T3" fmla="*/ 291 h 384"/>
                  <a:gd name="T4" fmla="*/ 217 w 578"/>
                  <a:gd name="T5" fmla="*/ 0 h 384"/>
                  <a:gd name="T6" fmla="*/ 577 w 578"/>
                  <a:gd name="T7" fmla="*/ 74 h 384"/>
                  <a:gd name="T8" fmla="*/ 377 w 578"/>
                  <a:gd name="T9" fmla="*/ 383 h 384"/>
                  <a:gd name="T10" fmla="*/ 0 60000 65536"/>
                  <a:gd name="T11" fmla="*/ 0 60000 65536"/>
                  <a:gd name="T12" fmla="*/ 0 60000 65536"/>
                  <a:gd name="T13" fmla="*/ 0 60000 65536"/>
                  <a:gd name="T14" fmla="*/ 0 60000 65536"/>
                  <a:gd name="T15" fmla="*/ 0 w 578"/>
                  <a:gd name="T16" fmla="*/ 0 h 384"/>
                  <a:gd name="T17" fmla="*/ 578 w 578"/>
                  <a:gd name="T18" fmla="*/ 384 h 384"/>
                </a:gdLst>
                <a:ahLst/>
                <a:cxnLst>
                  <a:cxn ang="T10">
                    <a:pos x="T0" y="T1"/>
                  </a:cxn>
                  <a:cxn ang="T11">
                    <a:pos x="T2" y="T3"/>
                  </a:cxn>
                  <a:cxn ang="T12">
                    <a:pos x="T4" y="T5"/>
                  </a:cxn>
                  <a:cxn ang="T13">
                    <a:pos x="T6" y="T7"/>
                  </a:cxn>
                  <a:cxn ang="T14">
                    <a:pos x="T8" y="T9"/>
                  </a:cxn>
                </a:cxnLst>
                <a:rect l="T15" t="T16" r="T17" b="T18"/>
                <a:pathLst>
                  <a:path w="578" h="384">
                    <a:moveTo>
                      <a:pt x="377" y="383"/>
                    </a:moveTo>
                    <a:lnTo>
                      <a:pt x="0" y="291"/>
                    </a:lnTo>
                    <a:lnTo>
                      <a:pt x="217" y="0"/>
                    </a:lnTo>
                    <a:lnTo>
                      <a:pt x="577" y="74"/>
                    </a:lnTo>
                    <a:lnTo>
                      <a:pt x="377" y="383"/>
                    </a:lnTo>
                  </a:path>
                </a:pathLst>
              </a:custGeom>
              <a:solidFill>
                <a:srgbClr val="E22B00"/>
              </a:solidFill>
              <a:ln>
                <a:noFill/>
              </a:ln>
              <a:extLst>
                <a:ext uri="{91240B29-F687-4F45-9708-019B960494DF}">
                  <a14:hiddenLine xmlns:a14="http://schemas.microsoft.com/office/drawing/2010/main" w="12700" cap="rnd" cmpd="sng">
                    <a:solidFill>
                      <a:srgbClr val="000000"/>
                    </a:solidFill>
                    <a:prstDash val="solid"/>
                    <a:round/>
                    <a:headEnd type="none" w="med" len="med"/>
                    <a:tailEnd type="none" w="med" len="med"/>
                  </a14:hiddenLine>
                </a:ext>
              </a:extLst>
            </p:spPr>
            <p:txBody>
              <a:bodyPr/>
              <a:lstStyle/>
              <a:p>
                <a:endParaRPr lang="fr-FR"/>
              </a:p>
            </p:txBody>
          </p:sp>
          <p:sp>
            <p:nvSpPr>
              <p:cNvPr id="43107" name="Line 96"/>
              <p:cNvSpPr>
                <a:spLocks noChangeShapeType="1"/>
              </p:cNvSpPr>
              <p:nvPr/>
            </p:nvSpPr>
            <p:spPr bwMode="auto">
              <a:xfrm>
                <a:off x="3102" y="1862"/>
                <a:ext cx="352" cy="7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fr-FR"/>
              </a:p>
            </p:txBody>
          </p:sp>
          <p:sp>
            <p:nvSpPr>
              <p:cNvPr id="43108" name="Freeform 97"/>
              <p:cNvSpPr>
                <a:spLocks/>
              </p:cNvSpPr>
              <p:nvPr/>
            </p:nvSpPr>
            <p:spPr bwMode="auto">
              <a:xfrm>
                <a:off x="2762" y="1666"/>
                <a:ext cx="337" cy="485"/>
              </a:xfrm>
              <a:custGeom>
                <a:avLst/>
                <a:gdLst>
                  <a:gd name="T0" fmla="*/ 336 w 337"/>
                  <a:gd name="T1" fmla="*/ 194 h 485"/>
                  <a:gd name="T2" fmla="*/ 118 w 337"/>
                  <a:gd name="T3" fmla="*/ 484 h 485"/>
                  <a:gd name="T4" fmla="*/ 0 w 337"/>
                  <a:gd name="T5" fmla="*/ 452 h 485"/>
                  <a:gd name="T6" fmla="*/ 336 w 337"/>
                  <a:gd name="T7" fmla="*/ 0 h 485"/>
                  <a:gd name="T8" fmla="*/ 336 w 337"/>
                  <a:gd name="T9" fmla="*/ 152 h 485"/>
                  <a:gd name="T10" fmla="*/ 336 w 337"/>
                  <a:gd name="T11" fmla="*/ 194 h 485"/>
                  <a:gd name="T12" fmla="*/ 0 60000 65536"/>
                  <a:gd name="T13" fmla="*/ 0 60000 65536"/>
                  <a:gd name="T14" fmla="*/ 0 60000 65536"/>
                  <a:gd name="T15" fmla="*/ 0 60000 65536"/>
                  <a:gd name="T16" fmla="*/ 0 60000 65536"/>
                  <a:gd name="T17" fmla="*/ 0 60000 65536"/>
                  <a:gd name="T18" fmla="*/ 0 w 337"/>
                  <a:gd name="T19" fmla="*/ 0 h 485"/>
                  <a:gd name="T20" fmla="*/ 337 w 337"/>
                  <a:gd name="T21" fmla="*/ 485 h 485"/>
                </a:gdLst>
                <a:ahLst/>
                <a:cxnLst>
                  <a:cxn ang="T12">
                    <a:pos x="T0" y="T1"/>
                  </a:cxn>
                  <a:cxn ang="T13">
                    <a:pos x="T2" y="T3"/>
                  </a:cxn>
                  <a:cxn ang="T14">
                    <a:pos x="T4" y="T5"/>
                  </a:cxn>
                  <a:cxn ang="T15">
                    <a:pos x="T6" y="T7"/>
                  </a:cxn>
                  <a:cxn ang="T16">
                    <a:pos x="T8" y="T9"/>
                  </a:cxn>
                  <a:cxn ang="T17">
                    <a:pos x="T10" y="T11"/>
                  </a:cxn>
                </a:cxnLst>
                <a:rect l="T18" t="T19" r="T20" b="T21"/>
                <a:pathLst>
                  <a:path w="337" h="485">
                    <a:moveTo>
                      <a:pt x="336" y="194"/>
                    </a:moveTo>
                    <a:lnTo>
                      <a:pt x="118" y="484"/>
                    </a:lnTo>
                    <a:lnTo>
                      <a:pt x="0" y="452"/>
                    </a:lnTo>
                    <a:lnTo>
                      <a:pt x="336" y="0"/>
                    </a:lnTo>
                    <a:lnTo>
                      <a:pt x="336" y="152"/>
                    </a:lnTo>
                    <a:lnTo>
                      <a:pt x="336" y="194"/>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43109" name="Freeform 98"/>
              <p:cNvSpPr>
                <a:spLocks/>
              </p:cNvSpPr>
              <p:nvPr/>
            </p:nvSpPr>
            <p:spPr bwMode="auto">
              <a:xfrm>
                <a:off x="2757" y="2124"/>
                <a:ext cx="509" cy="339"/>
              </a:xfrm>
              <a:custGeom>
                <a:avLst/>
                <a:gdLst>
                  <a:gd name="T0" fmla="*/ 0 w 506"/>
                  <a:gd name="T1" fmla="*/ 0 h 345"/>
                  <a:gd name="T2" fmla="*/ 1 w 506"/>
                  <a:gd name="T3" fmla="*/ 198 h 345"/>
                  <a:gd name="T4" fmla="*/ 514 w 506"/>
                  <a:gd name="T5" fmla="*/ 326 h 345"/>
                  <a:gd name="T6" fmla="*/ 513 w 506"/>
                  <a:gd name="T7" fmla="*/ 124 h 345"/>
                  <a:gd name="T8" fmla="*/ 0 60000 65536"/>
                  <a:gd name="T9" fmla="*/ 0 60000 65536"/>
                  <a:gd name="T10" fmla="*/ 0 60000 65536"/>
                  <a:gd name="T11" fmla="*/ 0 60000 65536"/>
                  <a:gd name="T12" fmla="*/ 0 w 506"/>
                  <a:gd name="T13" fmla="*/ 0 h 345"/>
                  <a:gd name="T14" fmla="*/ 506 w 506"/>
                  <a:gd name="T15" fmla="*/ 345 h 345"/>
                </a:gdLst>
                <a:ahLst/>
                <a:cxnLst>
                  <a:cxn ang="T8">
                    <a:pos x="T0" y="T1"/>
                  </a:cxn>
                  <a:cxn ang="T9">
                    <a:pos x="T2" y="T3"/>
                  </a:cxn>
                  <a:cxn ang="T10">
                    <a:pos x="T4" y="T5"/>
                  </a:cxn>
                  <a:cxn ang="T11">
                    <a:pos x="T6" y="T7"/>
                  </a:cxn>
                </a:cxnLst>
                <a:rect l="T12" t="T13" r="T14" b="T15"/>
                <a:pathLst>
                  <a:path w="506" h="345">
                    <a:moveTo>
                      <a:pt x="0" y="0"/>
                    </a:moveTo>
                    <a:lnTo>
                      <a:pt x="1" y="209"/>
                    </a:lnTo>
                    <a:lnTo>
                      <a:pt x="505" y="344"/>
                    </a:lnTo>
                    <a:lnTo>
                      <a:pt x="504" y="130"/>
                    </a:lnTo>
                  </a:path>
                </a:pathLst>
              </a:custGeom>
              <a:solidFill>
                <a:srgbClr val="FC2C1C"/>
              </a:solidFill>
              <a:ln w="12700" cap="rnd" cmpd="sng">
                <a:solidFill>
                  <a:schemeClr val="bg2"/>
                </a:solidFill>
                <a:prstDash val="solid"/>
                <a:round/>
                <a:headEnd type="none" w="med" len="med"/>
                <a:tailEnd type="none" w="med" len="med"/>
              </a:ln>
            </p:spPr>
            <p:txBody>
              <a:bodyPr/>
              <a:lstStyle/>
              <a:p>
                <a:endParaRPr lang="fr-FR"/>
              </a:p>
            </p:txBody>
          </p:sp>
          <p:sp>
            <p:nvSpPr>
              <p:cNvPr id="43110" name="AutoShape 99"/>
              <p:cNvSpPr>
                <a:spLocks noChangeArrowheads="1"/>
              </p:cNvSpPr>
              <p:nvPr/>
            </p:nvSpPr>
            <p:spPr bwMode="auto">
              <a:xfrm rot="16200000" flipH="1">
                <a:off x="3067" y="1967"/>
                <a:ext cx="693" cy="306"/>
              </a:xfrm>
              <a:prstGeom prst="parallelogram">
                <a:avLst>
                  <a:gd name="adj" fmla="val 156202"/>
                </a:avLst>
              </a:prstGeom>
              <a:solidFill>
                <a:srgbClr val="FC2C1C"/>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grpSp>
          <p:nvGrpSpPr>
            <p:cNvPr id="43076" name="Group 100"/>
            <p:cNvGrpSpPr>
              <a:grpSpLocks/>
            </p:cNvGrpSpPr>
            <p:nvPr/>
          </p:nvGrpSpPr>
          <p:grpSpPr bwMode="auto">
            <a:xfrm rot="-223274">
              <a:off x="1073" y="3518"/>
              <a:ext cx="435" cy="428"/>
              <a:chOff x="2757" y="1666"/>
              <a:chExt cx="812" cy="800"/>
            </a:xfrm>
          </p:grpSpPr>
          <p:sp>
            <p:nvSpPr>
              <p:cNvPr id="43099" name="Freeform 101"/>
              <p:cNvSpPr>
                <a:spLocks/>
              </p:cNvSpPr>
              <p:nvPr/>
            </p:nvSpPr>
            <p:spPr bwMode="auto">
              <a:xfrm>
                <a:off x="2762" y="1667"/>
                <a:ext cx="807" cy="584"/>
              </a:xfrm>
              <a:custGeom>
                <a:avLst/>
                <a:gdLst>
                  <a:gd name="T0" fmla="*/ 497 w 807"/>
                  <a:gd name="T1" fmla="*/ 583 h 584"/>
                  <a:gd name="T2" fmla="*/ 0 w 807"/>
                  <a:gd name="T3" fmla="*/ 452 h 584"/>
                  <a:gd name="T4" fmla="*/ 337 w 807"/>
                  <a:gd name="T5" fmla="*/ 0 h 584"/>
                  <a:gd name="T6" fmla="*/ 806 w 807"/>
                  <a:gd name="T7" fmla="*/ 98 h 584"/>
                  <a:gd name="T8" fmla="*/ 497 w 807"/>
                  <a:gd name="T9" fmla="*/ 583 h 584"/>
                  <a:gd name="T10" fmla="*/ 0 60000 65536"/>
                  <a:gd name="T11" fmla="*/ 0 60000 65536"/>
                  <a:gd name="T12" fmla="*/ 0 60000 65536"/>
                  <a:gd name="T13" fmla="*/ 0 60000 65536"/>
                  <a:gd name="T14" fmla="*/ 0 60000 65536"/>
                  <a:gd name="T15" fmla="*/ 0 w 807"/>
                  <a:gd name="T16" fmla="*/ 0 h 584"/>
                  <a:gd name="T17" fmla="*/ 807 w 807"/>
                  <a:gd name="T18" fmla="*/ 584 h 584"/>
                </a:gdLst>
                <a:ahLst/>
                <a:cxnLst>
                  <a:cxn ang="T10">
                    <a:pos x="T0" y="T1"/>
                  </a:cxn>
                  <a:cxn ang="T11">
                    <a:pos x="T2" y="T3"/>
                  </a:cxn>
                  <a:cxn ang="T12">
                    <a:pos x="T4" y="T5"/>
                  </a:cxn>
                  <a:cxn ang="T13">
                    <a:pos x="T6" y="T7"/>
                  </a:cxn>
                  <a:cxn ang="T14">
                    <a:pos x="T8" y="T9"/>
                  </a:cxn>
                </a:cxnLst>
                <a:rect l="T15" t="T16" r="T17" b="T18"/>
                <a:pathLst>
                  <a:path w="807" h="584">
                    <a:moveTo>
                      <a:pt x="497" y="583"/>
                    </a:moveTo>
                    <a:lnTo>
                      <a:pt x="0" y="452"/>
                    </a:lnTo>
                    <a:lnTo>
                      <a:pt x="337" y="0"/>
                    </a:lnTo>
                    <a:lnTo>
                      <a:pt x="806" y="98"/>
                    </a:lnTo>
                    <a:lnTo>
                      <a:pt x="497" y="583"/>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43100" name="Freeform 102"/>
              <p:cNvSpPr>
                <a:spLocks/>
              </p:cNvSpPr>
              <p:nvPr/>
            </p:nvSpPr>
            <p:spPr bwMode="auto">
              <a:xfrm>
                <a:off x="2882" y="1861"/>
                <a:ext cx="578" cy="384"/>
              </a:xfrm>
              <a:custGeom>
                <a:avLst/>
                <a:gdLst>
                  <a:gd name="T0" fmla="*/ 377 w 578"/>
                  <a:gd name="T1" fmla="*/ 383 h 384"/>
                  <a:gd name="T2" fmla="*/ 0 w 578"/>
                  <a:gd name="T3" fmla="*/ 291 h 384"/>
                  <a:gd name="T4" fmla="*/ 217 w 578"/>
                  <a:gd name="T5" fmla="*/ 0 h 384"/>
                  <a:gd name="T6" fmla="*/ 577 w 578"/>
                  <a:gd name="T7" fmla="*/ 74 h 384"/>
                  <a:gd name="T8" fmla="*/ 377 w 578"/>
                  <a:gd name="T9" fmla="*/ 383 h 384"/>
                  <a:gd name="T10" fmla="*/ 0 60000 65536"/>
                  <a:gd name="T11" fmla="*/ 0 60000 65536"/>
                  <a:gd name="T12" fmla="*/ 0 60000 65536"/>
                  <a:gd name="T13" fmla="*/ 0 60000 65536"/>
                  <a:gd name="T14" fmla="*/ 0 60000 65536"/>
                  <a:gd name="T15" fmla="*/ 0 w 578"/>
                  <a:gd name="T16" fmla="*/ 0 h 384"/>
                  <a:gd name="T17" fmla="*/ 578 w 578"/>
                  <a:gd name="T18" fmla="*/ 384 h 384"/>
                </a:gdLst>
                <a:ahLst/>
                <a:cxnLst>
                  <a:cxn ang="T10">
                    <a:pos x="T0" y="T1"/>
                  </a:cxn>
                  <a:cxn ang="T11">
                    <a:pos x="T2" y="T3"/>
                  </a:cxn>
                  <a:cxn ang="T12">
                    <a:pos x="T4" y="T5"/>
                  </a:cxn>
                  <a:cxn ang="T13">
                    <a:pos x="T6" y="T7"/>
                  </a:cxn>
                  <a:cxn ang="T14">
                    <a:pos x="T8" y="T9"/>
                  </a:cxn>
                </a:cxnLst>
                <a:rect l="T15" t="T16" r="T17" b="T18"/>
                <a:pathLst>
                  <a:path w="578" h="384">
                    <a:moveTo>
                      <a:pt x="377" y="383"/>
                    </a:moveTo>
                    <a:lnTo>
                      <a:pt x="0" y="291"/>
                    </a:lnTo>
                    <a:lnTo>
                      <a:pt x="217" y="0"/>
                    </a:lnTo>
                    <a:lnTo>
                      <a:pt x="577" y="74"/>
                    </a:lnTo>
                    <a:lnTo>
                      <a:pt x="377" y="383"/>
                    </a:lnTo>
                  </a:path>
                </a:pathLst>
              </a:custGeom>
              <a:solidFill>
                <a:srgbClr val="E22B00"/>
              </a:solidFill>
              <a:ln>
                <a:noFill/>
              </a:ln>
              <a:extLst>
                <a:ext uri="{91240B29-F687-4F45-9708-019B960494DF}">
                  <a14:hiddenLine xmlns:a14="http://schemas.microsoft.com/office/drawing/2010/main" w="12700" cap="rnd" cmpd="sng">
                    <a:solidFill>
                      <a:srgbClr val="000000"/>
                    </a:solidFill>
                    <a:prstDash val="solid"/>
                    <a:round/>
                    <a:headEnd type="none" w="med" len="med"/>
                    <a:tailEnd type="none" w="med" len="med"/>
                  </a14:hiddenLine>
                </a:ext>
              </a:extLst>
            </p:spPr>
            <p:txBody>
              <a:bodyPr/>
              <a:lstStyle/>
              <a:p>
                <a:endParaRPr lang="fr-FR"/>
              </a:p>
            </p:txBody>
          </p:sp>
          <p:sp>
            <p:nvSpPr>
              <p:cNvPr id="43101" name="Line 103"/>
              <p:cNvSpPr>
                <a:spLocks noChangeShapeType="1"/>
              </p:cNvSpPr>
              <p:nvPr/>
            </p:nvSpPr>
            <p:spPr bwMode="auto">
              <a:xfrm>
                <a:off x="3102" y="1862"/>
                <a:ext cx="352" cy="7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fr-FR"/>
              </a:p>
            </p:txBody>
          </p:sp>
          <p:sp>
            <p:nvSpPr>
              <p:cNvPr id="43102" name="Freeform 104"/>
              <p:cNvSpPr>
                <a:spLocks/>
              </p:cNvSpPr>
              <p:nvPr/>
            </p:nvSpPr>
            <p:spPr bwMode="auto">
              <a:xfrm>
                <a:off x="2762" y="1666"/>
                <a:ext cx="337" cy="485"/>
              </a:xfrm>
              <a:custGeom>
                <a:avLst/>
                <a:gdLst>
                  <a:gd name="T0" fmla="*/ 336 w 337"/>
                  <a:gd name="T1" fmla="*/ 194 h 485"/>
                  <a:gd name="T2" fmla="*/ 118 w 337"/>
                  <a:gd name="T3" fmla="*/ 484 h 485"/>
                  <a:gd name="T4" fmla="*/ 0 w 337"/>
                  <a:gd name="T5" fmla="*/ 452 h 485"/>
                  <a:gd name="T6" fmla="*/ 336 w 337"/>
                  <a:gd name="T7" fmla="*/ 0 h 485"/>
                  <a:gd name="T8" fmla="*/ 336 w 337"/>
                  <a:gd name="T9" fmla="*/ 152 h 485"/>
                  <a:gd name="T10" fmla="*/ 336 w 337"/>
                  <a:gd name="T11" fmla="*/ 194 h 485"/>
                  <a:gd name="T12" fmla="*/ 0 60000 65536"/>
                  <a:gd name="T13" fmla="*/ 0 60000 65536"/>
                  <a:gd name="T14" fmla="*/ 0 60000 65536"/>
                  <a:gd name="T15" fmla="*/ 0 60000 65536"/>
                  <a:gd name="T16" fmla="*/ 0 60000 65536"/>
                  <a:gd name="T17" fmla="*/ 0 60000 65536"/>
                  <a:gd name="T18" fmla="*/ 0 w 337"/>
                  <a:gd name="T19" fmla="*/ 0 h 485"/>
                  <a:gd name="T20" fmla="*/ 337 w 337"/>
                  <a:gd name="T21" fmla="*/ 485 h 485"/>
                </a:gdLst>
                <a:ahLst/>
                <a:cxnLst>
                  <a:cxn ang="T12">
                    <a:pos x="T0" y="T1"/>
                  </a:cxn>
                  <a:cxn ang="T13">
                    <a:pos x="T2" y="T3"/>
                  </a:cxn>
                  <a:cxn ang="T14">
                    <a:pos x="T4" y="T5"/>
                  </a:cxn>
                  <a:cxn ang="T15">
                    <a:pos x="T6" y="T7"/>
                  </a:cxn>
                  <a:cxn ang="T16">
                    <a:pos x="T8" y="T9"/>
                  </a:cxn>
                  <a:cxn ang="T17">
                    <a:pos x="T10" y="T11"/>
                  </a:cxn>
                </a:cxnLst>
                <a:rect l="T18" t="T19" r="T20" b="T21"/>
                <a:pathLst>
                  <a:path w="337" h="485">
                    <a:moveTo>
                      <a:pt x="336" y="194"/>
                    </a:moveTo>
                    <a:lnTo>
                      <a:pt x="118" y="484"/>
                    </a:lnTo>
                    <a:lnTo>
                      <a:pt x="0" y="452"/>
                    </a:lnTo>
                    <a:lnTo>
                      <a:pt x="336" y="0"/>
                    </a:lnTo>
                    <a:lnTo>
                      <a:pt x="336" y="152"/>
                    </a:lnTo>
                    <a:lnTo>
                      <a:pt x="336" y="194"/>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43103" name="Freeform 105"/>
              <p:cNvSpPr>
                <a:spLocks/>
              </p:cNvSpPr>
              <p:nvPr/>
            </p:nvSpPr>
            <p:spPr bwMode="auto">
              <a:xfrm>
                <a:off x="2757" y="2124"/>
                <a:ext cx="509" cy="339"/>
              </a:xfrm>
              <a:custGeom>
                <a:avLst/>
                <a:gdLst>
                  <a:gd name="T0" fmla="*/ 0 w 506"/>
                  <a:gd name="T1" fmla="*/ 0 h 345"/>
                  <a:gd name="T2" fmla="*/ 1 w 506"/>
                  <a:gd name="T3" fmla="*/ 198 h 345"/>
                  <a:gd name="T4" fmla="*/ 514 w 506"/>
                  <a:gd name="T5" fmla="*/ 326 h 345"/>
                  <a:gd name="T6" fmla="*/ 513 w 506"/>
                  <a:gd name="T7" fmla="*/ 124 h 345"/>
                  <a:gd name="T8" fmla="*/ 0 60000 65536"/>
                  <a:gd name="T9" fmla="*/ 0 60000 65536"/>
                  <a:gd name="T10" fmla="*/ 0 60000 65536"/>
                  <a:gd name="T11" fmla="*/ 0 60000 65536"/>
                  <a:gd name="T12" fmla="*/ 0 w 506"/>
                  <a:gd name="T13" fmla="*/ 0 h 345"/>
                  <a:gd name="T14" fmla="*/ 506 w 506"/>
                  <a:gd name="T15" fmla="*/ 345 h 345"/>
                </a:gdLst>
                <a:ahLst/>
                <a:cxnLst>
                  <a:cxn ang="T8">
                    <a:pos x="T0" y="T1"/>
                  </a:cxn>
                  <a:cxn ang="T9">
                    <a:pos x="T2" y="T3"/>
                  </a:cxn>
                  <a:cxn ang="T10">
                    <a:pos x="T4" y="T5"/>
                  </a:cxn>
                  <a:cxn ang="T11">
                    <a:pos x="T6" y="T7"/>
                  </a:cxn>
                </a:cxnLst>
                <a:rect l="T12" t="T13" r="T14" b="T15"/>
                <a:pathLst>
                  <a:path w="506" h="345">
                    <a:moveTo>
                      <a:pt x="0" y="0"/>
                    </a:moveTo>
                    <a:lnTo>
                      <a:pt x="1" y="209"/>
                    </a:lnTo>
                    <a:lnTo>
                      <a:pt x="505" y="344"/>
                    </a:lnTo>
                    <a:lnTo>
                      <a:pt x="504" y="130"/>
                    </a:lnTo>
                  </a:path>
                </a:pathLst>
              </a:custGeom>
              <a:solidFill>
                <a:srgbClr val="FC2C1C"/>
              </a:solidFill>
              <a:ln w="12700" cap="rnd" cmpd="sng">
                <a:solidFill>
                  <a:schemeClr val="bg2"/>
                </a:solidFill>
                <a:prstDash val="solid"/>
                <a:round/>
                <a:headEnd type="none" w="med" len="med"/>
                <a:tailEnd type="none" w="med" len="med"/>
              </a:ln>
            </p:spPr>
            <p:txBody>
              <a:bodyPr/>
              <a:lstStyle/>
              <a:p>
                <a:endParaRPr lang="fr-FR"/>
              </a:p>
            </p:txBody>
          </p:sp>
          <p:sp>
            <p:nvSpPr>
              <p:cNvPr id="43104" name="AutoShape 106"/>
              <p:cNvSpPr>
                <a:spLocks noChangeArrowheads="1"/>
              </p:cNvSpPr>
              <p:nvPr/>
            </p:nvSpPr>
            <p:spPr bwMode="auto">
              <a:xfrm rot="16200000" flipH="1">
                <a:off x="3067" y="1967"/>
                <a:ext cx="693" cy="306"/>
              </a:xfrm>
              <a:prstGeom prst="parallelogram">
                <a:avLst>
                  <a:gd name="adj" fmla="val 156202"/>
                </a:avLst>
              </a:prstGeom>
              <a:solidFill>
                <a:srgbClr val="FC2C1C"/>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grpSp>
          <p:nvGrpSpPr>
            <p:cNvPr id="43077" name="Group 111"/>
            <p:cNvGrpSpPr>
              <a:grpSpLocks/>
            </p:cNvGrpSpPr>
            <p:nvPr/>
          </p:nvGrpSpPr>
          <p:grpSpPr bwMode="auto">
            <a:xfrm rot="-223274">
              <a:off x="2733" y="3191"/>
              <a:ext cx="533" cy="525"/>
              <a:chOff x="2757" y="1666"/>
              <a:chExt cx="812" cy="800"/>
            </a:xfrm>
          </p:grpSpPr>
          <p:sp>
            <p:nvSpPr>
              <p:cNvPr id="43093" name="Freeform 112"/>
              <p:cNvSpPr>
                <a:spLocks/>
              </p:cNvSpPr>
              <p:nvPr/>
            </p:nvSpPr>
            <p:spPr bwMode="auto">
              <a:xfrm>
                <a:off x="2762" y="1667"/>
                <a:ext cx="807" cy="584"/>
              </a:xfrm>
              <a:custGeom>
                <a:avLst/>
                <a:gdLst>
                  <a:gd name="T0" fmla="*/ 497 w 807"/>
                  <a:gd name="T1" fmla="*/ 583 h 584"/>
                  <a:gd name="T2" fmla="*/ 0 w 807"/>
                  <a:gd name="T3" fmla="*/ 452 h 584"/>
                  <a:gd name="T4" fmla="*/ 337 w 807"/>
                  <a:gd name="T5" fmla="*/ 0 h 584"/>
                  <a:gd name="T6" fmla="*/ 806 w 807"/>
                  <a:gd name="T7" fmla="*/ 98 h 584"/>
                  <a:gd name="T8" fmla="*/ 497 w 807"/>
                  <a:gd name="T9" fmla="*/ 583 h 584"/>
                  <a:gd name="T10" fmla="*/ 0 60000 65536"/>
                  <a:gd name="T11" fmla="*/ 0 60000 65536"/>
                  <a:gd name="T12" fmla="*/ 0 60000 65536"/>
                  <a:gd name="T13" fmla="*/ 0 60000 65536"/>
                  <a:gd name="T14" fmla="*/ 0 60000 65536"/>
                  <a:gd name="T15" fmla="*/ 0 w 807"/>
                  <a:gd name="T16" fmla="*/ 0 h 584"/>
                  <a:gd name="T17" fmla="*/ 807 w 807"/>
                  <a:gd name="T18" fmla="*/ 584 h 584"/>
                </a:gdLst>
                <a:ahLst/>
                <a:cxnLst>
                  <a:cxn ang="T10">
                    <a:pos x="T0" y="T1"/>
                  </a:cxn>
                  <a:cxn ang="T11">
                    <a:pos x="T2" y="T3"/>
                  </a:cxn>
                  <a:cxn ang="T12">
                    <a:pos x="T4" y="T5"/>
                  </a:cxn>
                  <a:cxn ang="T13">
                    <a:pos x="T6" y="T7"/>
                  </a:cxn>
                  <a:cxn ang="T14">
                    <a:pos x="T8" y="T9"/>
                  </a:cxn>
                </a:cxnLst>
                <a:rect l="T15" t="T16" r="T17" b="T18"/>
                <a:pathLst>
                  <a:path w="807" h="584">
                    <a:moveTo>
                      <a:pt x="497" y="583"/>
                    </a:moveTo>
                    <a:lnTo>
                      <a:pt x="0" y="452"/>
                    </a:lnTo>
                    <a:lnTo>
                      <a:pt x="337" y="0"/>
                    </a:lnTo>
                    <a:lnTo>
                      <a:pt x="806" y="98"/>
                    </a:lnTo>
                    <a:lnTo>
                      <a:pt x="497" y="583"/>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43094" name="Freeform 113"/>
              <p:cNvSpPr>
                <a:spLocks/>
              </p:cNvSpPr>
              <p:nvPr/>
            </p:nvSpPr>
            <p:spPr bwMode="auto">
              <a:xfrm>
                <a:off x="2882" y="1861"/>
                <a:ext cx="578" cy="384"/>
              </a:xfrm>
              <a:custGeom>
                <a:avLst/>
                <a:gdLst>
                  <a:gd name="T0" fmla="*/ 377 w 578"/>
                  <a:gd name="T1" fmla="*/ 383 h 384"/>
                  <a:gd name="T2" fmla="*/ 0 w 578"/>
                  <a:gd name="T3" fmla="*/ 291 h 384"/>
                  <a:gd name="T4" fmla="*/ 217 w 578"/>
                  <a:gd name="T5" fmla="*/ 0 h 384"/>
                  <a:gd name="T6" fmla="*/ 577 w 578"/>
                  <a:gd name="T7" fmla="*/ 74 h 384"/>
                  <a:gd name="T8" fmla="*/ 377 w 578"/>
                  <a:gd name="T9" fmla="*/ 383 h 384"/>
                  <a:gd name="T10" fmla="*/ 0 60000 65536"/>
                  <a:gd name="T11" fmla="*/ 0 60000 65536"/>
                  <a:gd name="T12" fmla="*/ 0 60000 65536"/>
                  <a:gd name="T13" fmla="*/ 0 60000 65536"/>
                  <a:gd name="T14" fmla="*/ 0 60000 65536"/>
                  <a:gd name="T15" fmla="*/ 0 w 578"/>
                  <a:gd name="T16" fmla="*/ 0 h 384"/>
                  <a:gd name="T17" fmla="*/ 578 w 578"/>
                  <a:gd name="T18" fmla="*/ 384 h 384"/>
                </a:gdLst>
                <a:ahLst/>
                <a:cxnLst>
                  <a:cxn ang="T10">
                    <a:pos x="T0" y="T1"/>
                  </a:cxn>
                  <a:cxn ang="T11">
                    <a:pos x="T2" y="T3"/>
                  </a:cxn>
                  <a:cxn ang="T12">
                    <a:pos x="T4" y="T5"/>
                  </a:cxn>
                  <a:cxn ang="T13">
                    <a:pos x="T6" y="T7"/>
                  </a:cxn>
                  <a:cxn ang="T14">
                    <a:pos x="T8" y="T9"/>
                  </a:cxn>
                </a:cxnLst>
                <a:rect l="T15" t="T16" r="T17" b="T18"/>
                <a:pathLst>
                  <a:path w="578" h="384">
                    <a:moveTo>
                      <a:pt x="377" y="383"/>
                    </a:moveTo>
                    <a:lnTo>
                      <a:pt x="0" y="291"/>
                    </a:lnTo>
                    <a:lnTo>
                      <a:pt x="217" y="0"/>
                    </a:lnTo>
                    <a:lnTo>
                      <a:pt x="577" y="74"/>
                    </a:lnTo>
                    <a:lnTo>
                      <a:pt x="377" y="383"/>
                    </a:lnTo>
                  </a:path>
                </a:pathLst>
              </a:custGeom>
              <a:solidFill>
                <a:srgbClr val="E22B00"/>
              </a:solidFill>
              <a:ln>
                <a:noFill/>
              </a:ln>
              <a:extLst>
                <a:ext uri="{91240B29-F687-4F45-9708-019B960494DF}">
                  <a14:hiddenLine xmlns:a14="http://schemas.microsoft.com/office/drawing/2010/main" w="12700" cap="rnd" cmpd="sng">
                    <a:solidFill>
                      <a:srgbClr val="000000"/>
                    </a:solidFill>
                    <a:prstDash val="solid"/>
                    <a:round/>
                    <a:headEnd type="none" w="med" len="med"/>
                    <a:tailEnd type="none" w="med" len="med"/>
                  </a14:hiddenLine>
                </a:ext>
              </a:extLst>
            </p:spPr>
            <p:txBody>
              <a:bodyPr/>
              <a:lstStyle/>
              <a:p>
                <a:endParaRPr lang="fr-FR"/>
              </a:p>
            </p:txBody>
          </p:sp>
          <p:sp>
            <p:nvSpPr>
              <p:cNvPr id="43095" name="Line 114"/>
              <p:cNvSpPr>
                <a:spLocks noChangeShapeType="1"/>
              </p:cNvSpPr>
              <p:nvPr/>
            </p:nvSpPr>
            <p:spPr bwMode="auto">
              <a:xfrm>
                <a:off x="3102" y="1862"/>
                <a:ext cx="352" cy="7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fr-FR"/>
              </a:p>
            </p:txBody>
          </p:sp>
          <p:sp>
            <p:nvSpPr>
              <p:cNvPr id="43096" name="Freeform 115"/>
              <p:cNvSpPr>
                <a:spLocks/>
              </p:cNvSpPr>
              <p:nvPr/>
            </p:nvSpPr>
            <p:spPr bwMode="auto">
              <a:xfrm>
                <a:off x="2762" y="1666"/>
                <a:ext cx="337" cy="485"/>
              </a:xfrm>
              <a:custGeom>
                <a:avLst/>
                <a:gdLst>
                  <a:gd name="T0" fmla="*/ 336 w 337"/>
                  <a:gd name="T1" fmla="*/ 194 h 485"/>
                  <a:gd name="T2" fmla="*/ 118 w 337"/>
                  <a:gd name="T3" fmla="*/ 484 h 485"/>
                  <a:gd name="T4" fmla="*/ 0 w 337"/>
                  <a:gd name="T5" fmla="*/ 452 h 485"/>
                  <a:gd name="T6" fmla="*/ 336 w 337"/>
                  <a:gd name="T7" fmla="*/ 0 h 485"/>
                  <a:gd name="T8" fmla="*/ 336 w 337"/>
                  <a:gd name="T9" fmla="*/ 152 h 485"/>
                  <a:gd name="T10" fmla="*/ 336 w 337"/>
                  <a:gd name="T11" fmla="*/ 194 h 485"/>
                  <a:gd name="T12" fmla="*/ 0 60000 65536"/>
                  <a:gd name="T13" fmla="*/ 0 60000 65536"/>
                  <a:gd name="T14" fmla="*/ 0 60000 65536"/>
                  <a:gd name="T15" fmla="*/ 0 60000 65536"/>
                  <a:gd name="T16" fmla="*/ 0 60000 65536"/>
                  <a:gd name="T17" fmla="*/ 0 60000 65536"/>
                  <a:gd name="T18" fmla="*/ 0 w 337"/>
                  <a:gd name="T19" fmla="*/ 0 h 485"/>
                  <a:gd name="T20" fmla="*/ 337 w 337"/>
                  <a:gd name="T21" fmla="*/ 485 h 485"/>
                </a:gdLst>
                <a:ahLst/>
                <a:cxnLst>
                  <a:cxn ang="T12">
                    <a:pos x="T0" y="T1"/>
                  </a:cxn>
                  <a:cxn ang="T13">
                    <a:pos x="T2" y="T3"/>
                  </a:cxn>
                  <a:cxn ang="T14">
                    <a:pos x="T4" y="T5"/>
                  </a:cxn>
                  <a:cxn ang="T15">
                    <a:pos x="T6" y="T7"/>
                  </a:cxn>
                  <a:cxn ang="T16">
                    <a:pos x="T8" y="T9"/>
                  </a:cxn>
                  <a:cxn ang="T17">
                    <a:pos x="T10" y="T11"/>
                  </a:cxn>
                </a:cxnLst>
                <a:rect l="T18" t="T19" r="T20" b="T21"/>
                <a:pathLst>
                  <a:path w="337" h="485">
                    <a:moveTo>
                      <a:pt x="336" y="194"/>
                    </a:moveTo>
                    <a:lnTo>
                      <a:pt x="118" y="484"/>
                    </a:lnTo>
                    <a:lnTo>
                      <a:pt x="0" y="452"/>
                    </a:lnTo>
                    <a:lnTo>
                      <a:pt x="336" y="0"/>
                    </a:lnTo>
                    <a:lnTo>
                      <a:pt x="336" y="152"/>
                    </a:lnTo>
                    <a:lnTo>
                      <a:pt x="336" y="194"/>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43097" name="Freeform 116"/>
              <p:cNvSpPr>
                <a:spLocks/>
              </p:cNvSpPr>
              <p:nvPr/>
            </p:nvSpPr>
            <p:spPr bwMode="auto">
              <a:xfrm>
                <a:off x="2757" y="2124"/>
                <a:ext cx="509" cy="339"/>
              </a:xfrm>
              <a:custGeom>
                <a:avLst/>
                <a:gdLst>
                  <a:gd name="T0" fmla="*/ 0 w 506"/>
                  <a:gd name="T1" fmla="*/ 0 h 345"/>
                  <a:gd name="T2" fmla="*/ 1 w 506"/>
                  <a:gd name="T3" fmla="*/ 198 h 345"/>
                  <a:gd name="T4" fmla="*/ 514 w 506"/>
                  <a:gd name="T5" fmla="*/ 326 h 345"/>
                  <a:gd name="T6" fmla="*/ 513 w 506"/>
                  <a:gd name="T7" fmla="*/ 124 h 345"/>
                  <a:gd name="T8" fmla="*/ 0 60000 65536"/>
                  <a:gd name="T9" fmla="*/ 0 60000 65536"/>
                  <a:gd name="T10" fmla="*/ 0 60000 65536"/>
                  <a:gd name="T11" fmla="*/ 0 60000 65536"/>
                  <a:gd name="T12" fmla="*/ 0 w 506"/>
                  <a:gd name="T13" fmla="*/ 0 h 345"/>
                  <a:gd name="T14" fmla="*/ 506 w 506"/>
                  <a:gd name="T15" fmla="*/ 345 h 345"/>
                </a:gdLst>
                <a:ahLst/>
                <a:cxnLst>
                  <a:cxn ang="T8">
                    <a:pos x="T0" y="T1"/>
                  </a:cxn>
                  <a:cxn ang="T9">
                    <a:pos x="T2" y="T3"/>
                  </a:cxn>
                  <a:cxn ang="T10">
                    <a:pos x="T4" y="T5"/>
                  </a:cxn>
                  <a:cxn ang="T11">
                    <a:pos x="T6" y="T7"/>
                  </a:cxn>
                </a:cxnLst>
                <a:rect l="T12" t="T13" r="T14" b="T15"/>
                <a:pathLst>
                  <a:path w="506" h="345">
                    <a:moveTo>
                      <a:pt x="0" y="0"/>
                    </a:moveTo>
                    <a:lnTo>
                      <a:pt x="1" y="209"/>
                    </a:lnTo>
                    <a:lnTo>
                      <a:pt x="505" y="344"/>
                    </a:lnTo>
                    <a:lnTo>
                      <a:pt x="504" y="130"/>
                    </a:lnTo>
                  </a:path>
                </a:pathLst>
              </a:custGeom>
              <a:solidFill>
                <a:srgbClr val="FC2C1C"/>
              </a:solidFill>
              <a:ln w="12700" cap="rnd" cmpd="sng">
                <a:solidFill>
                  <a:schemeClr val="bg2"/>
                </a:solidFill>
                <a:prstDash val="solid"/>
                <a:round/>
                <a:headEnd type="none" w="med" len="med"/>
                <a:tailEnd type="none" w="med" len="med"/>
              </a:ln>
            </p:spPr>
            <p:txBody>
              <a:bodyPr/>
              <a:lstStyle/>
              <a:p>
                <a:endParaRPr lang="fr-FR"/>
              </a:p>
            </p:txBody>
          </p:sp>
          <p:sp>
            <p:nvSpPr>
              <p:cNvPr id="43098" name="AutoShape 117"/>
              <p:cNvSpPr>
                <a:spLocks noChangeArrowheads="1"/>
              </p:cNvSpPr>
              <p:nvPr/>
            </p:nvSpPr>
            <p:spPr bwMode="auto">
              <a:xfrm rot="16200000" flipH="1">
                <a:off x="3067" y="1967"/>
                <a:ext cx="693" cy="306"/>
              </a:xfrm>
              <a:prstGeom prst="parallelogram">
                <a:avLst>
                  <a:gd name="adj" fmla="val 156202"/>
                </a:avLst>
              </a:prstGeom>
              <a:solidFill>
                <a:srgbClr val="FC2C1C"/>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sp>
          <p:nvSpPr>
            <p:cNvPr id="43078" name="Oval 118"/>
            <p:cNvSpPr>
              <a:spLocks noChangeArrowheads="1"/>
            </p:cNvSpPr>
            <p:nvPr/>
          </p:nvSpPr>
          <p:spPr bwMode="auto">
            <a:xfrm rot="575549">
              <a:off x="1090" y="3239"/>
              <a:ext cx="97" cy="91"/>
            </a:xfrm>
            <a:prstGeom prst="ellipse">
              <a:avLst/>
            </a:prstGeom>
            <a:solidFill>
              <a:srgbClr val="00FF00"/>
            </a:solidFill>
            <a:ln w="9525" algn="ctr">
              <a:solidFill>
                <a:schemeClr val="tx1"/>
              </a:solidFill>
              <a:round/>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43079" name="Oval 119"/>
            <p:cNvSpPr>
              <a:spLocks noChangeArrowheads="1"/>
            </p:cNvSpPr>
            <p:nvPr/>
          </p:nvSpPr>
          <p:spPr bwMode="auto">
            <a:xfrm rot="575549">
              <a:off x="1096" y="3329"/>
              <a:ext cx="97" cy="91"/>
            </a:xfrm>
            <a:prstGeom prst="ellipse">
              <a:avLst/>
            </a:prstGeom>
            <a:solidFill>
              <a:srgbClr val="00FF00"/>
            </a:solidFill>
            <a:ln w="9525" algn="ctr">
              <a:solidFill>
                <a:schemeClr val="tx1"/>
              </a:solidFill>
              <a:round/>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43080" name="AutoShape 120"/>
            <p:cNvSpPr>
              <a:spLocks noChangeArrowheads="1"/>
            </p:cNvSpPr>
            <p:nvPr/>
          </p:nvSpPr>
          <p:spPr bwMode="auto">
            <a:xfrm rot="1092751">
              <a:off x="1467" y="3294"/>
              <a:ext cx="116" cy="125"/>
            </a:xfrm>
            <a:prstGeom prst="parallelogram">
              <a:avLst>
                <a:gd name="adj" fmla="val 25000"/>
              </a:avLst>
            </a:prstGeom>
            <a:solidFill>
              <a:srgbClr val="FFFF00"/>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43081" name="AutoShape 121"/>
            <p:cNvSpPr>
              <a:spLocks noChangeArrowheads="1"/>
            </p:cNvSpPr>
            <p:nvPr/>
          </p:nvSpPr>
          <p:spPr bwMode="auto">
            <a:xfrm rot="1092751">
              <a:off x="1251" y="3646"/>
              <a:ext cx="86" cy="162"/>
            </a:xfrm>
            <a:prstGeom prst="parallelogram">
              <a:avLst>
                <a:gd name="adj" fmla="val 25000"/>
              </a:avLst>
            </a:prstGeom>
            <a:solidFill>
              <a:schemeClr val="accent2"/>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43082" name="AutoShape 122"/>
            <p:cNvSpPr>
              <a:spLocks noChangeArrowheads="1"/>
            </p:cNvSpPr>
            <p:nvPr/>
          </p:nvSpPr>
          <p:spPr bwMode="auto">
            <a:xfrm rot="1092751">
              <a:off x="2942" y="3336"/>
              <a:ext cx="113" cy="196"/>
            </a:xfrm>
            <a:prstGeom prst="parallelogram">
              <a:avLst>
                <a:gd name="adj" fmla="val 25000"/>
              </a:avLst>
            </a:prstGeom>
            <a:solidFill>
              <a:schemeClr val="accent2"/>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43083" name="AutoShape 123"/>
            <p:cNvSpPr>
              <a:spLocks noChangeArrowheads="1"/>
            </p:cNvSpPr>
            <p:nvPr/>
          </p:nvSpPr>
          <p:spPr bwMode="auto">
            <a:xfrm rot="1092751">
              <a:off x="2985" y="3372"/>
              <a:ext cx="116" cy="125"/>
            </a:xfrm>
            <a:prstGeom prst="parallelogram">
              <a:avLst>
                <a:gd name="adj" fmla="val 25000"/>
              </a:avLst>
            </a:prstGeom>
            <a:solidFill>
              <a:srgbClr val="FFFF00"/>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43084" name="Oval 124"/>
            <p:cNvSpPr>
              <a:spLocks noChangeArrowheads="1"/>
            </p:cNvSpPr>
            <p:nvPr/>
          </p:nvSpPr>
          <p:spPr bwMode="auto">
            <a:xfrm rot="575549">
              <a:off x="2890" y="3389"/>
              <a:ext cx="97" cy="91"/>
            </a:xfrm>
            <a:prstGeom prst="ellipse">
              <a:avLst/>
            </a:prstGeom>
            <a:solidFill>
              <a:srgbClr val="00FF00"/>
            </a:solidFill>
            <a:ln w="9525" algn="ctr">
              <a:solidFill>
                <a:schemeClr val="tx1"/>
              </a:solidFill>
              <a:round/>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43085" name="Rectangle 131"/>
            <p:cNvSpPr>
              <a:spLocks noChangeArrowheads="1"/>
            </p:cNvSpPr>
            <p:nvPr/>
          </p:nvSpPr>
          <p:spPr bwMode="auto">
            <a:xfrm>
              <a:off x="155" y="3066"/>
              <a:ext cx="5485" cy="912"/>
            </a:xfrm>
            <a:prstGeom prst="rect">
              <a:avLst/>
            </a:prstGeom>
            <a:noFill/>
            <a:ln w="6350" algn="ctr">
              <a:solidFill>
                <a:schemeClr val="tx2"/>
              </a:solidFill>
              <a:prstDash val="lgDash"/>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nvGrpSpPr>
            <p:cNvPr id="43086" name="Group 140"/>
            <p:cNvGrpSpPr>
              <a:grpSpLocks/>
            </p:cNvGrpSpPr>
            <p:nvPr/>
          </p:nvGrpSpPr>
          <p:grpSpPr bwMode="auto">
            <a:xfrm>
              <a:off x="1908" y="3360"/>
              <a:ext cx="517" cy="315"/>
              <a:chOff x="2102" y="1800"/>
              <a:chExt cx="787" cy="480"/>
            </a:xfrm>
          </p:grpSpPr>
          <p:sp>
            <p:nvSpPr>
              <p:cNvPr id="43090" name="Oval 141"/>
              <p:cNvSpPr>
                <a:spLocks noChangeArrowheads="1"/>
              </p:cNvSpPr>
              <p:nvPr/>
            </p:nvSpPr>
            <p:spPr bwMode="auto">
              <a:xfrm>
                <a:off x="2135" y="1833"/>
                <a:ext cx="701" cy="320"/>
              </a:xfrm>
              <a:prstGeom prst="ellipse">
                <a:avLst/>
              </a:prstGeom>
              <a:noFill/>
              <a:ln w="38100" algn="ctr">
                <a:solidFill>
                  <a:schemeClr val="tx2"/>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43091" name="Rectangle 142"/>
              <p:cNvSpPr>
                <a:spLocks noChangeArrowheads="1"/>
              </p:cNvSpPr>
              <p:nvPr/>
            </p:nvSpPr>
            <p:spPr bwMode="auto">
              <a:xfrm>
                <a:off x="2102" y="1800"/>
                <a:ext cx="787" cy="159"/>
              </a:xfrm>
              <a:prstGeom prst="rect">
                <a:avLst/>
              </a:prstGeom>
              <a:solidFill>
                <a:schemeClr val="bg1"/>
              </a:solidFill>
              <a:ln>
                <a:noFill/>
              </a:ln>
              <a:extLst>
                <a:ext uri="{91240B29-F687-4F45-9708-019B960494DF}">
                  <a14:hiddenLine xmlns:a14="http://schemas.microsoft.com/office/drawing/2010/main" w="38100" algn="ctr">
                    <a:solidFill>
                      <a:srgbClr val="000000"/>
                    </a:solidFill>
                    <a:miter lim="800000"/>
                    <a:headEnd/>
                    <a:tailEnd/>
                  </a14:hiddenLine>
                </a:ext>
              </a:extLst>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43092" name="Oval 143"/>
              <p:cNvSpPr>
                <a:spLocks noChangeArrowheads="1"/>
              </p:cNvSpPr>
              <p:nvPr/>
            </p:nvSpPr>
            <p:spPr bwMode="auto">
              <a:xfrm>
                <a:off x="2338" y="1987"/>
                <a:ext cx="293" cy="293"/>
              </a:xfrm>
              <a:prstGeom prst="ellipse">
                <a:avLst/>
              </a:prstGeom>
              <a:solidFill>
                <a:srgbClr val="4D4D4D"/>
              </a:solidFill>
              <a:ln w="6350" algn="ctr">
                <a:solidFill>
                  <a:schemeClr val="tx2"/>
                </a:solidFill>
                <a:round/>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sp>
          <p:nvSpPr>
            <p:cNvPr id="43087" name="Line 126"/>
            <p:cNvSpPr>
              <a:spLocks noChangeShapeType="1"/>
            </p:cNvSpPr>
            <p:nvPr/>
          </p:nvSpPr>
          <p:spPr bwMode="auto">
            <a:xfrm>
              <a:off x="1779" y="3414"/>
              <a:ext cx="939" cy="0"/>
            </a:xfrm>
            <a:prstGeom prst="line">
              <a:avLst/>
            </a:prstGeom>
            <a:noFill/>
            <a:ln w="6350">
              <a:solidFill>
                <a:schemeClr val="tx2"/>
              </a:solidFill>
              <a:round/>
              <a:headEnd/>
              <a:tailEnd type="triangle" w="med" len="med"/>
            </a:ln>
            <a:extLst>
              <a:ext uri="{909E8E84-426E-40DD-AFC4-6F175D3DCCD1}">
                <a14:hiddenFill xmlns:a14="http://schemas.microsoft.com/office/drawing/2010/main">
                  <a:noFill/>
                </a14:hiddenFill>
              </a:ext>
            </a:extLst>
          </p:spPr>
          <p:txBody>
            <a:bodyPr wrap="none" anchor="ctr"/>
            <a:lstStyle/>
            <a:p>
              <a:endParaRPr lang="fr-FR"/>
            </a:p>
          </p:txBody>
        </p:sp>
        <p:sp>
          <p:nvSpPr>
            <p:cNvPr id="43088" name="Text Box 145"/>
            <p:cNvSpPr txBox="1">
              <a:spLocks noChangeArrowheads="1"/>
            </p:cNvSpPr>
            <p:nvPr/>
          </p:nvSpPr>
          <p:spPr bwMode="auto">
            <a:xfrm>
              <a:off x="1428" y="3783"/>
              <a:ext cx="377" cy="1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1400">
                  <a:solidFill>
                    <a:schemeClr val="tx1"/>
                  </a:solidFill>
                </a:rPr>
                <a:t>stock</a:t>
              </a:r>
            </a:p>
          </p:txBody>
        </p:sp>
        <p:sp>
          <p:nvSpPr>
            <p:cNvPr id="43089" name="Text Box 146"/>
            <p:cNvSpPr txBox="1">
              <a:spLocks noChangeArrowheads="1"/>
            </p:cNvSpPr>
            <p:nvPr/>
          </p:nvSpPr>
          <p:spPr bwMode="auto">
            <a:xfrm>
              <a:off x="2824" y="3761"/>
              <a:ext cx="377" cy="1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1400">
                  <a:solidFill>
                    <a:schemeClr val="tx1"/>
                  </a:solidFill>
                </a:rPr>
                <a:t>stock</a:t>
              </a:r>
            </a:p>
          </p:txBody>
        </p:sp>
      </p:grpSp>
      <p:grpSp>
        <p:nvGrpSpPr>
          <p:cNvPr id="11" name="Group 157"/>
          <p:cNvGrpSpPr>
            <a:grpSpLocks/>
          </p:cNvGrpSpPr>
          <p:nvPr/>
        </p:nvGrpSpPr>
        <p:grpSpPr bwMode="auto">
          <a:xfrm>
            <a:off x="239713" y="3457575"/>
            <a:ext cx="8732837" cy="1173163"/>
            <a:chOff x="151" y="2178"/>
            <a:chExt cx="5501" cy="739"/>
          </a:xfrm>
        </p:grpSpPr>
        <p:grpSp>
          <p:nvGrpSpPr>
            <p:cNvPr id="43044" name="Group 61"/>
            <p:cNvGrpSpPr>
              <a:grpSpLocks/>
            </p:cNvGrpSpPr>
            <p:nvPr/>
          </p:nvGrpSpPr>
          <p:grpSpPr bwMode="auto">
            <a:xfrm rot="-223274">
              <a:off x="2793" y="2237"/>
              <a:ext cx="533" cy="525"/>
              <a:chOff x="2757" y="1666"/>
              <a:chExt cx="812" cy="800"/>
            </a:xfrm>
          </p:grpSpPr>
          <p:sp>
            <p:nvSpPr>
              <p:cNvPr id="43066" name="Freeform 62"/>
              <p:cNvSpPr>
                <a:spLocks/>
              </p:cNvSpPr>
              <p:nvPr/>
            </p:nvSpPr>
            <p:spPr bwMode="auto">
              <a:xfrm>
                <a:off x="2762" y="1667"/>
                <a:ext cx="807" cy="584"/>
              </a:xfrm>
              <a:custGeom>
                <a:avLst/>
                <a:gdLst>
                  <a:gd name="T0" fmla="*/ 497 w 807"/>
                  <a:gd name="T1" fmla="*/ 583 h 584"/>
                  <a:gd name="T2" fmla="*/ 0 w 807"/>
                  <a:gd name="T3" fmla="*/ 452 h 584"/>
                  <a:gd name="T4" fmla="*/ 337 w 807"/>
                  <a:gd name="T5" fmla="*/ 0 h 584"/>
                  <a:gd name="T6" fmla="*/ 806 w 807"/>
                  <a:gd name="T7" fmla="*/ 98 h 584"/>
                  <a:gd name="T8" fmla="*/ 497 w 807"/>
                  <a:gd name="T9" fmla="*/ 583 h 584"/>
                  <a:gd name="T10" fmla="*/ 0 60000 65536"/>
                  <a:gd name="T11" fmla="*/ 0 60000 65536"/>
                  <a:gd name="T12" fmla="*/ 0 60000 65536"/>
                  <a:gd name="T13" fmla="*/ 0 60000 65536"/>
                  <a:gd name="T14" fmla="*/ 0 60000 65536"/>
                  <a:gd name="T15" fmla="*/ 0 w 807"/>
                  <a:gd name="T16" fmla="*/ 0 h 584"/>
                  <a:gd name="T17" fmla="*/ 807 w 807"/>
                  <a:gd name="T18" fmla="*/ 584 h 584"/>
                </a:gdLst>
                <a:ahLst/>
                <a:cxnLst>
                  <a:cxn ang="T10">
                    <a:pos x="T0" y="T1"/>
                  </a:cxn>
                  <a:cxn ang="T11">
                    <a:pos x="T2" y="T3"/>
                  </a:cxn>
                  <a:cxn ang="T12">
                    <a:pos x="T4" y="T5"/>
                  </a:cxn>
                  <a:cxn ang="T13">
                    <a:pos x="T6" y="T7"/>
                  </a:cxn>
                  <a:cxn ang="T14">
                    <a:pos x="T8" y="T9"/>
                  </a:cxn>
                </a:cxnLst>
                <a:rect l="T15" t="T16" r="T17" b="T18"/>
                <a:pathLst>
                  <a:path w="807" h="584">
                    <a:moveTo>
                      <a:pt x="497" y="583"/>
                    </a:moveTo>
                    <a:lnTo>
                      <a:pt x="0" y="452"/>
                    </a:lnTo>
                    <a:lnTo>
                      <a:pt x="337" y="0"/>
                    </a:lnTo>
                    <a:lnTo>
                      <a:pt x="806" y="98"/>
                    </a:lnTo>
                    <a:lnTo>
                      <a:pt x="497" y="583"/>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43067" name="Freeform 63"/>
              <p:cNvSpPr>
                <a:spLocks/>
              </p:cNvSpPr>
              <p:nvPr/>
            </p:nvSpPr>
            <p:spPr bwMode="auto">
              <a:xfrm>
                <a:off x="2882" y="1861"/>
                <a:ext cx="578" cy="384"/>
              </a:xfrm>
              <a:custGeom>
                <a:avLst/>
                <a:gdLst>
                  <a:gd name="T0" fmla="*/ 377 w 578"/>
                  <a:gd name="T1" fmla="*/ 383 h 384"/>
                  <a:gd name="T2" fmla="*/ 0 w 578"/>
                  <a:gd name="T3" fmla="*/ 291 h 384"/>
                  <a:gd name="T4" fmla="*/ 217 w 578"/>
                  <a:gd name="T5" fmla="*/ 0 h 384"/>
                  <a:gd name="T6" fmla="*/ 577 w 578"/>
                  <a:gd name="T7" fmla="*/ 74 h 384"/>
                  <a:gd name="T8" fmla="*/ 377 w 578"/>
                  <a:gd name="T9" fmla="*/ 383 h 384"/>
                  <a:gd name="T10" fmla="*/ 0 60000 65536"/>
                  <a:gd name="T11" fmla="*/ 0 60000 65536"/>
                  <a:gd name="T12" fmla="*/ 0 60000 65536"/>
                  <a:gd name="T13" fmla="*/ 0 60000 65536"/>
                  <a:gd name="T14" fmla="*/ 0 60000 65536"/>
                  <a:gd name="T15" fmla="*/ 0 w 578"/>
                  <a:gd name="T16" fmla="*/ 0 h 384"/>
                  <a:gd name="T17" fmla="*/ 578 w 578"/>
                  <a:gd name="T18" fmla="*/ 384 h 384"/>
                </a:gdLst>
                <a:ahLst/>
                <a:cxnLst>
                  <a:cxn ang="T10">
                    <a:pos x="T0" y="T1"/>
                  </a:cxn>
                  <a:cxn ang="T11">
                    <a:pos x="T2" y="T3"/>
                  </a:cxn>
                  <a:cxn ang="T12">
                    <a:pos x="T4" y="T5"/>
                  </a:cxn>
                  <a:cxn ang="T13">
                    <a:pos x="T6" y="T7"/>
                  </a:cxn>
                  <a:cxn ang="T14">
                    <a:pos x="T8" y="T9"/>
                  </a:cxn>
                </a:cxnLst>
                <a:rect l="T15" t="T16" r="T17" b="T18"/>
                <a:pathLst>
                  <a:path w="578" h="384">
                    <a:moveTo>
                      <a:pt x="377" y="383"/>
                    </a:moveTo>
                    <a:lnTo>
                      <a:pt x="0" y="291"/>
                    </a:lnTo>
                    <a:lnTo>
                      <a:pt x="217" y="0"/>
                    </a:lnTo>
                    <a:lnTo>
                      <a:pt x="577" y="74"/>
                    </a:lnTo>
                    <a:lnTo>
                      <a:pt x="377" y="383"/>
                    </a:lnTo>
                  </a:path>
                </a:pathLst>
              </a:custGeom>
              <a:solidFill>
                <a:srgbClr val="E22B00"/>
              </a:solidFill>
              <a:ln>
                <a:noFill/>
              </a:ln>
              <a:extLst>
                <a:ext uri="{91240B29-F687-4F45-9708-019B960494DF}">
                  <a14:hiddenLine xmlns:a14="http://schemas.microsoft.com/office/drawing/2010/main" w="12700" cap="rnd" cmpd="sng">
                    <a:solidFill>
                      <a:srgbClr val="000000"/>
                    </a:solidFill>
                    <a:prstDash val="solid"/>
                    <a:round/>
                    <a:headEnd type="none" w="med" len="med"/>
                    <a:tailEnd type="none" w="med" len="med"/>
                  </a14:hiddenLine>
                </a:ext>
              </a:extLst>
            </p:spPr>
            <p:txBody>
              <a:bodyPr/>
              <a:lstStyle/>
              <a:p>
                <a:endParaRPr lang="fr-FR"/>
              </a:p>
            </p:txBody>
          </p:sp>
          <p:sp>
            <p:nvSpPr>
              <p:cNvPr id="43068" name="Line 64"/>
              <p:cNvSpPr>
                <a:spLocks noChangeShapeType="1"/>
              </p:cNvSpPr>
              <p:nvPr/>
            </p:nvSpPr>
            <p:spPr bwMode="auto">
              <a:xfrm>
                <a:off x="3102" y="1862"/>
                <a:ext cx="352" cy="7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fr-FR"/>
              </a:p>
            </p:txBody>
          </p:sp>
          <p:sp>
            <p:nvSpPr>
              <p:cNvPr id="43069" name="Freeform 65"/>
              <p:cNvSpPr>
                <a:spLocks/>
              </p:cNvSpPr>
              <p:nvPr/>
            </p:nvSpPr>
            <p:spPr bwMode="auto">
              <a:xfrm>
                <a:off x="2762" y="1666"/>
                <a:ext cx="337" cy="485"/>
              </a:xfrm>
              <a:custGeom>
                <a:avLst/>
                <a:gdLst>
                  <a:gd name="T0" fmla="*/ 336 w 337"/>
                  <a:gd name="T1" fmla="*/ 194 h 485"/>
                  <a:gd name="T2" fmla="*/ 118 w 337"/>
                  <a:gd name="T3" fmla="*/ 484 h 485"/>
                  <a:gd name="T4" fmla="*/ 0 w 337"/>
                  <a:gd name="T5" fmla="*/ 452 h 485"/>
                  <a:gd name="T6" fmla="*/ 336 w 337"/>
                  <a:gd name="T7" fmla="*/ 0 h 485"/>
                  <a:gd name="T8" fmla="*/ 336 w 337"/>
                  <a:gd name="T9" fmla="*/ 152 h 485"/>
                  <a:gd name="T10" fmla="*/ 336 w 337"/>
                  <a:gd name="T11" fmla="*/ 194 h 485"/>
                  <a:gd name="T12" fmla="*/ 0 60000 65536"/>
                  <a:gd name="T13" fmla="*/ 0 60000 65536"/>
                  <a:gd name="T14" fmla="*/ 0 60000 65536"/>
                  <a:gd name="T15" fmla="*/ 0 60000 65536"/>
                  <a:gd name="T16" fmla="*/ 0 60000 65536"/>
                  <a:gd name="T17" fmla="*/ 0 60000 65536"/>
                  <a:gd name="T18" fmla="*/ 0 w 337"/>
                  <a:gd name="T19" fmla="*/ 0 h 485"/>
                  <a:gd name="T20" fmla="*/ 337 w 337"/>
                  <a:gd name="T21" fmla="*/ 485 h 485"/>
                </a:gdLst>
                <a:ahLst/>
                <a:cxnLst>
                  <a:cxn ang="T12">
                    <a:pos x="T0" y="T1"/>
                  </a:cxn>
                  <a:cxn ang="T13">
                    <a:pos x="T2" y="T3"/>
                  </a:cxn>
                  <a:cxn ang="T14">
                    <a:pos x="T4" y="T5"/>
                  </a:cxn>
                  <a:cxn ang="T15">
                    <a:pos x="T6" y="T7"/>
                  </a:cxn>
                  <a:cxn ang="T16">
                    <a:pos x="T8" y="T9"/>
                  </a:cxn>
                  <a:cxn ang="T17">
                    <a:pos x="T10" y="T11"/>
                  </a:cxn>
                </a:cxnLst>
                <a:rect l="T18" t="T19" r="T20" b="T21"/>
                <a:pathLst>
                  <a:path w="337" h="485">
                    <a:moveTo>
                      <a:pt x="336" y="194"/>
                    </a:moveTo>
                    <a:lnTo>
                      <a:pt x="118" y="484"/>
                    </a:lnTo>
                    <a:lnTo>
                      <a:pt x="0" y="452"/>
                    </a:lnTo>
                    <a:lnTo>
                      <a:pt x="336" y="0"/>
                    </a:lnTo>
                    <a:lnTo>
                      <a:pt x="336" y="152"/>
                    </a:lnTo>
                    <a:lnTo>
                      <a:pt x="336" y="194"/>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43070" name="Freeform 66"/>
              <p:cNvSpPr>
                <a:spLocks/>
              </p:cNvSpPr>
              <p:nvPr/>
            </p:nvSpPr>
            <p:spPr bwMode="auto">
              <a:xfrm>
                <a:off x="2757" y="2124"/>
                <a:ext cx="509" cy="339"/>
              </a:xfrm>
              <a:custGeom>
                <a:avLst/>
                <a:gdLst>
                  <a:gd name="T0" fmla="*/ 0 w 506"/>
                  <a:gd name="T1" fmla="*/ 0 h 345"/>
                  <a:gd name="T2" fmla="*/ 1 w 506"/>
                  <a:gd name="T3" fmla="*/ 198 h 345"/>
                  <a:gd name="T4" fmla="*/ 514 w 506"/>
                  <a:gd name="T5" fmla="*/ 326 h 345"/>
                  <a:gd name="T6" fmla="*/ 513 w 506"/>
                  <a:gd name="T7" fmla="*/ 124 h 345"/>
                  <a:gd name="T8" fmla="*/ 0 60000 65536"/>
                  <a:gd name="T9" fmla="*/ 0 60000 65536"/>
                  <a:gd name="T10" fmla="*/ 0 60000 65536"/>
                  <a:gd name="T11" fmla="*/ 0 60000 65536"/>
                  <a:gd name="T12" fmla="*/ 0 w 506"/>
                  <a:gd name="T13" fmla="*/ 0 h 345"/>
                  <a:gd name="T14" fmla="*/ 506 w 506"/>
                  <a:gd name="T15" fmla="*/ 345 h 345"/>
                </a:gdLst>
                <a:ahLst/>
                <a:cxnLst>
                  <a:cxn ang="T8">
                    <a:pos x="T0" y="T1"/>
                  </a:cxn>
                  <a:cxn ang="T9">
                    <a:pos x="T2" y="T3"/>
                  </a:cxn>
                  <a:cxn ang="T10">
                    <a:pos x="T4" y="T5"/>
                  </a:cxn>
                  <a:cxn ang="T11">
                    <a:pos x="T6" y="T7"/>
                  </a:cxn>
                </a:cxnLst>
                <a:rect l="T12" t="T13" r="T14" b="T15"/>
                <a:pathLst>
                  <a:path w="506" h="345">
                    <a:moveTo>
                      <a:pt x="0" y="0"/>
                    </a:moveTo>
                    <a:lnTo>
                      <a:pt x="1" y="209"/>
                    </a:lnTo>
                    <a:lnTo>
                      <a:pt x="505" y="344"/>
                    </a:lnTo>
                    <a:lnTo>
                      <a:pt x="504" y="130"/>
                    </a:lnTo>
                  </a:path>
                </a:pathLst>
              </a:custGeom>
              <a:solidFill>
                <a:srgbClr val="FC2C1C"/>
              </a:solidFill>
              <a:ln w="12700" cap="rnd" cmpd="sng">
                <a:solidFill>
                  <a:schemeClr val="bg2"/>
                </a:solidFill>
                <a:prstDash val="solid"/>
                <a:round/>
                <a:headEnd type="none" w="med" len="med"/>
                <a:tailEnd type="none" w="med" len="med"/>
              </a:ln>
            </p:spPr>
            <p:txBody>
              <a:bodyPr/>
              <a:lstStyle/>
              <a:p>
                <a:endParaRPr lang="fr-FR"/>
              </a:p>
            </p:txBody>
          </p:sp>
          <p:sp>
            <p:nvSpPr>
              <p:cNvPr id="43071" name="AutoShape 67"/>
              <p:cNvSpPr>
                <a:spLocks noChangeArrowheads="1"/>
              </p:cNvSpPr>
              <p:nvPr/>
            </p:nvSpPr>
            <p:spPr bwMode="auto">
              <a:xfrm rot="16200000" flipH="1">
                <a:off x="3067" y="1967"/>
                <a:ext cx="693" cy="306"/>
              </a:xfrm>
              <a:prstGeom prst="parallelogram">
                <a:avLst>
                  <a:gd name="adj" fmla="val 156202"/>
                </a:avLst>
              </a:prstGeom>
              <a:solidFill>
                <a:srgbClr val="FC2C1C"/>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sp>
          <p:nvSpPr>
            <p:cNvPr id="43045" name="Text Box 52"/>
            <p:cNvSpPr txBox="1">
              <a:spLocks noChangeArrowheads="1"/>
            </p:cNvSpPr>
            <p:nvPr/>
          </p:nvSpPr>
          <p:spPr bwMode="auto">
            <a:xfrm>
              <a:off x="3478" y="2251"/>
              <a:ext cx="2174" cy="55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eaLnBrk="1" hangingPunct="1">
                <a:spcBef>
                  <a:spcPct val="0"/>
                </a:spcBef>
                <a:buFontTx/>
                <a:buNone/>
              </a:pPr>
              <a:r>
                <a:rPr lang="fr-FR" altLang="fr-FR" sz="1300">
                  <a:solidFill>
                    <a:schemeClr val="tx1"/>
                  </a:solidFill>
                </a:rPr>
                <a:t>Produire consiste à prendre une boîte de 2 composants dans le stock de couronnes phase A et à le transférer vers le stock de pièces (cour. phase B)</a:t>
              </a:r>
            </a:p>
          </p:txBody>
        </p:sp>
        <p:sp>
          <p:nvSpPr>
            <p:cNvPr id="43046" name="Text Box 53"/>
            <p:cNvSpPr txBox="1">
              <a:spLocks noChangeArrowheads="1"/>
            </p:cNvSpPr>
            <p:nvPr/>
          </p:nvSpPr>
          <p:spPr bwMode="auto">
            <a:xfrm>
              <a:off x="151" y="2323"/>
              <a:ext cx="844" cy="34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1500"/>
                <a:t>Couronnes phase B</a:t>
              </a:r>
            </a:p>
          </p:txBody>
        </p:sp>
        <p:sp>
          <p:nvSpPr>
            <p:cNvPr id="43047" name="Oval 59"/>
            <p:cNvSpPr>
              <a:spLocks noChangeArrowheads="1"/>
            </p:cNvSpPr>
            <p:nvPr/>
          </p:nvSpPr>
          <p:spPr bwMode="auto">
            <a:xfrm rot="575549">
              <a:off x="2983" y="2385"/>
              <a:ext cx="140" cy="132"/>
            </a:xfrm>
            <a:prstGeom prst="ellipse">
              <a:avLst/>
            </a:prstGeom>
            <a:solidFill>
              <a:srgbClr val="00FF00"/>
            </a:solidFill>
            <a:ln w="9525" algn="ctr">
              <a:solidFill>
                <a:schemeClr val="tx1"/>
              </a:solidFill>
              <a:round/>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43048" name="Oval 60"/>
            <p:cNvSpPr>
              <a:spLocks noChangeArrowheads="1"/>
            </p:cNvSpPr>
            <p:nvPr/>
          </p:nvSpPr>
          <p:spPr bwMode="auto">
            <a:xfrm rot="575549">
              <a:off x="3001" y="2469"/>
              <a:ext cx="140" cy="132"/>
            </a:xfrm>
            <a:prstGeom prst="ellipse">
              <a:avLst/>
            </a:prstGeom>
            <a:solidFill>
              <a:srgbClr val="00FF00"/>
            </a:solidFill>
            <a:ln w="9525" algn="ctr">
              <a:solidFill>
                <a:schemeClr val="tx1"/>
              </a:solidFill>
              <a:round/>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nvGrpSpPr>
            <p:cNvPr id="43049" name="Group 68"/>
            <p:cNvGrpSpPr>
              <a:grpSpLocks/>
            </p:cNvGrpSpPr>
            <p:nvPr/>
          </p:nvGrpSpPr>
          <p:grpSpPr bwMode="auto">
            <a:xfrm rot="-223274">
              <a:off x="975" y="2237"/>
              <a:ext cx="533" cy="525"/>
              <a:chOff x="2757" y="1666"/>
              <a:chExt cx="812" cy="800"/>
            </a:xfrm>
          </p:grpSpPr>
          <p:sp>
            <p:nvSpPr>
              <p:cNvPr id="43060" name="Freeform 69"/>
              <p:cNvSpPr>
                <a:spLocks/>
              </p:cNvSpPr>
              <p:nvPr/>
            </p:nvSpPr>
            <p:spPr bwMode="auto">
              <a:xfrm>
                <a:off x="2762" y="1667"/>
                <a:ext cx="807" cy="584"/>
              </a:xfrm>
              <a:custGeom>
                <a:avLst/>
                <a:gdLst>
                  <a:gd name="T0" fmla="*/ 497 w 807"/>
                  <a:gd name="T1" fmla="*/ 583 h 584"/>
                  <a:gd name="T2" fmla="*/ 0 w 807"/>
                  <a:gd name="T3" fmla="*/ 452 h 584"/>
                  <a:gd name="T4" fmla="*/ 337 w 807"/>
                  <a:gd name="T5" fmla="*/ 0 h 584"/>
                  <a:gd name="T6" fmla="*/ 806 w 807"/>
                  <a:gd name="T7" fmla="*/ 98 h 584"/>
                  <a:gd name="T8" fmla="*/ 497 w 807"/>
                  <a:gd name="T9" fmla="*/ 583 h 584"/>
                  <a:gd name="T10" fmla="*/ 0 60000 65536"/>
                  <a:gd name="T11" fmla="*/ 0 60000 65536"/>
                  <a:gd name="T12" fmla="*/ 0 60000 65536"/>
                  <a:gd name="T13" fmla="*/ 0 60000 65536"/>
                  <a:gd name="T14" fmla="*/ 0 60000 65536"/>
                  <a:gd name="T15" fmla="*/ 0 w 807"/>
                  <a:gd name="T16" fmla="*/ 0 h 584"/>
                  <a:gd name="T17" fmla="*/ 807 w 807"/>
                  <a:gd name="T18" fmla="*/ 584 h 584"/>
                </a:gdLst>
                <a:ahLst/>
                <a:cxnLst>
                  <a:cxn ang="T10">
                    <a:pos x="T0" y="T1"/>
                  </a:cxn>
                  <a:cxn ang="T11">
                    <a:pos x="T2" y="T3"/>
                  </a:cxn>
                  <a:cxn ang="T12">
                    <a:pos x="T4" y="T5"/>
                  </a:cxn>
                  <a:cxn ang="T13">
                    <a:pos x="T6" y="T7"/>
                  </a:cxn>
                  <a:cxn ang="T14">
                    <a:pos x="T8" y="T9"/>
                  </a:cxn>
                </a:cxnLst>
                <a:rect l="T15" t="T16" r="T17" b="T18"/>
                <a:pathLst>
                  <a:path w="807" h="584">
                    <a:moveTo>
                      <a:pt x="497" y="583"/>
                    </a:moveTo>
                    <a:lnTo>
                      <a:pt x="0" y="452"/>
                    </a:lnTo>
                    <a:lnTo>
                      <a:pt x="337" y="0"/>
                    </a:lnTo>
                    <a:lnTo>
                      <a:pt x="806" y="98"/>
                    </a:lnTo>
                    <a:lnTo>
                      <a:pt x="497" y="583"/>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43061" name="Freeform 70"/>
              <p:cNvSpPr>
                <a:spLocks/>
              </p:cNvSpPr>
              <p:nvPr/>
            </p:nvSpPr>
            <p:spPr bwMode="auto">
              <a:xfrm>
                <a:off x="2882" y="1861"/>
                <a:ext cx="578" cy="384"/>
              </a:xfrm>
              <a:custGeom>
                <a:avLst/>
                <a:gdLst>
                  <a:gd name="T0" fmla="*/ 377 w 578"/>
                  <a:gd name="T1" fmla="*/ 383 h 384"/>
                  <a:gd name="T2" fmla="*/ 0 w 578"/>
                  <a:gd name="T3" fmla="*/ 291 h 384"/>
                  <a:gd name="T4" fmla="*/ 217 w 578"/>
                  <a:gd name="T5" fmla="*/ 0 h 384"/>
                  <a:gd name="T6" fmla="*/ 577 w 578"/>
                  <a:gd name="T7" fmla="*/ 74 h 384"/>
                  <a:gd name="T8" fmla="*/ 377 w 578"/>
                  <a:gd name="T9" fmla="*/ 383 h 384"/>
                  <a:gd name="T10" fmla="*/ 0 60000 65536"/>
                  <a:gd name="T11" fmla="*/ 0 60000 65536"/>
                  <a:gd name="T12" fmla="*/ 0 60000 65536"/>
                  <a:gd name="T13" fmla="*/ 0 60000 65536"/>
                  <a:gd name="T14" fmla="*/ 0 60000 65536"/>
                  <a:gd name="T15" fmla="*/ 0 w 578"/>
                  <a:gd name="T16" fmla="*/ 0 h 384"/>
                  <a:gd name="T17" fmla="*/ 578 w 578"/>
                  <a:gd name="T18" fmla="*/ 384 h 384"/>
                </a:gdLst>
                <a:ahLst/>
                <a:cxnLst>
                  <a:cxn ang="T10">
                    <a:pos x="T0" y="T1"/>
                  </a:cxn>
                  <a:cxn ang="T11">
                    <a:pos x="T2" y="T3"/>
                  </a:cxn>
                  <a:cxn ang="T12">
                    <a:pos x="T4" y="T5"/>
                  </a:cxn>
                  <a:cxn ang="T13">
                    <a:pos x="T6" y="T7"/>
                  </a:cxn>
                  <a:cxn ang="T14">
                    <a:pos x="T8" y="T9"/>
                  </a:cxn>
                </a:cxnLst>
                <a:rect l="T15" t="T16" r="T17" b="T18"/>
                <a:pathLst>
                  <a:path w="578" h="384">
                    <a:moveTo>
                      <a:pt x="377" y="383"/>
                    </a:moveTo>
                    <a:lnTo>
                      <a:pt x="0" y="291"/>
                    </a:lnTo>
                    <a:lnTo>
                      <a:pt x="217" y="0"/>
                    </a:lnTo>
                    <a:lnTo>
                      <a:pt x="577" y="74"/>
                    </a:lnTo>
                    <a:lnTo>
                      <a:pt x="377" y="383"/>
                    </a:lnTo>
                  </a:path>
                </a:pathLst>
              </a:custGeom>
              <a:solidFill>
                <a:srgbClr val="E22B00"/>
              </a:solidFill>
              <a:ln>
                <a:noFill/>
              </a:ln>
              <a:extLst>
                <a:ext uri="{91240B29-F687-4F45-9708-019B960494DF}">
                  <a14:hiddenLine xmlns:a14="http://schemas.microsoft.com/office/drawing/2010/main" w="12700" cap="rnd" cmpd="sng">
                    <a:solidFill>
                      <a:srgbClr val="000000"/>
                    </a:solidFill>
                    <a:prstDash val="solid"/>
                    <a:round/>
                    <a:headEnd type="none" w="med" len="med"/>
                    <a:tailEnd type="none" w="med" len="med"/>
                  </a14:hiddenLine>
                </a:ext>
              </a:extLst>
            </p:spPr>
            <p:txBody>
              <a:bodyPr/>
              <a:lstStyle/>
              <a:p>
                <a:endParaRPr lang="fr-FR"/>
              </a:p>
            </p:txBody>
          </p:sp>
          <p:sp>
            <p:nvSpPr>
              <p:cNvPr id="43062" name="Line 71"/>
              <p:cNvSpPr>
                <a:spLocks noChangeShapeType="1"/>
              </p:cNvSpPr>
              <p:nvPr/>
            </p:nvSpPr>
            <p:spPr bwMode="auto">
              <a:xfrm>
                <a:off x="3102" y="1862"/>
                <a:ext cx="352" cy="7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fr-FR"/>
              </a:p>
            </p:txBody>
          </p:sp>
          <p:sp>
            <p:nvSpPr>
              <p:cNvPr id="43063" name="Freeform 72"/>
              <p:cNvSpPr>
                <a:spLocks/>
              </p:cNvSpPr>
              <p:nvPr/>
            </p:nvSpPr>
            <p:spPr bwMode="auto">
              <a:xfrm>
                <a:off x="2762" y="1666"/>
                <a:ext cx="337" cy="485"/>
              </a:xfrm>
              <a:custGeom>
                <a:avLst/>
                <a:gdLst>
                  <a:gd name="T0" fmla="*/ 336 w 337"/>
                  <a:gd name="T1" fmla="*/ 194 h 485"/>
                  <a:gd name="T2" fmla="*/ 118 w 337"/>
                  <a:gd name="T3" fmla="*/ 484 h 485"/>
                  <a:gd name="T4" fmla="*/ 0 w 337"/>
                  <a:gd name="T5" fmla="*/ 452 h 485"/>
                  <a:gd name="T6" fmla="*/ 336 w 337"/>
                  <a:gd name="T7" fmla="*/ 0 h 485"/>
                  <a:gd name="T8" fmla="*/ 336 w 337"/>
                  <a:gd name="T9" fmla="*/ 152 h 485"/>
                  <a:gd name="T10" fmla="*/ 336 w 337"/>
                  <a:gd name="T11" fmla="*/ 194 h 485"/>
                  <a:gd name="T12" fmla="*/ 0 60000 65536"/>
                  <a:gd name="T13" fmla="*/ 0 60000 65536"/>
                  <a:gd name="T14" fmla="*/ 0 60000 65536"/>
                  <a:gd name="T15" fmla="*/ 0 60000 65536"/>
                  <a:gd name="T16" fmla="*/ 0 60000 65536"/>
                  <a:gd name="T17" fmla="*/ 0 60000 65536"/>
                  <a:gd name="T18" fmla="*/ 0 w 337"/>
                  <a:gd name="T19" fmla="*/ 0 h 485"/>
                  <a:gd name="T20" fmla="*/ 337 w 337"/>
                  <a:gd name="T21" fmla="*/ 485 h 485"/>
                </a:gdLst>
                <a:ahLst/>
                <a:cxnLst>
                  <a:cxn ang="T12">
                    <a:pos x="T0" y="T1"/>
                  </a:cxn>
                  <a:cxn ang="T13">
                    <a:pos x="T2" y="T3"/>
                  </a:cxn>
                  <a:cxn ang="T14">
                    <a:pos x="T4" y="T5"/>
                  </a:cxn>
                  <a:cxn ang="T15">
                    <a:pos x="T6" y="T7"/>
                  </a:cxn>
                  <a:cxn ang="T16">
                    <a:pos x="T8" y="T9"/>
                  </a:cxn>
                  <a:cxn ang="T17">
                    <a:pos x="T10" y="T11"/>
                  </a:cxn>
                </a:cxnLst>
                <a:rect l="T18" t="T19" r="T20" b="T21"/>
                <a:pathLst>
                  <a:path w="337" h="485">
                    <a:moveTo>
                      <a:pt x="336" y="194"/>
                    </a:moveTo>
                    <a:lnTo>
                      <a:pt x="118" y="484"/>
                    </a:lnTo>
                    <a:lnTo>
                      <a:pt x="0" y="452"/>
                    </a:lnTo>
                    <a:lnTo>
                      <a:pt x="336" y="0"/>
                    </a:lnTo>
                    <a:lnTo>
                      <a:pt x="336" y="152"/>
                    </a:lnTo>
                    <a:lnTo>
                      <a:pt x="336" y="194"/>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43064" name="Freeform 73"/>
              <p:cNvSpPr>
                <a:spLocks/>
              </p:cNvSpPr>
              <p:nvPr/>
            </p:nvSpPr>
            <p:spPr bwMode="auto">
              <a:xfrm>
                <a:off x="2757" y="2124"/>
                <a:ext cx="509" cy="339"/>
              </a:xfrm>
              <a:custGeom>
                <a:avLst/>
                <a:gdLst>
                  <a:gd name="T0" fmla="*/ 0 w 506"/>
                  <a:gd name="T1" fmla="*/ 0 h 345"/>
                  <a:gd name="T2" fmla="*/ 1 w 506"/>
                  <a:gd name="T3" fmla="*/ 198 h 345"/>
                  <a:gd name="T4" fmla="*/ 514 w 506"/>
                  <a:gd name="T5" fmla="*/ 326 h 345"/>
                  <a:gd name="T6" fmla="*/ 513 w 506"/>
                  <a:gd name="T7" fmla="*/ 124 h 345"/>
                  <a:gd name="T8" fmla="*/ 0 60000 65536"/>
                  <a:gd name="T9" fmla="*/ 0 60000 65536"/>
                  <a:gd name="T10" fmla="*/ 0 60000 65536"/>
                  <a:gd name="T11" fmla="*/ 0 60000 65536"/>
                  <a:gd name="T12" fmla="*/ 0 w 506"/>
                  <a:gd name="T13" fmla="*/ 0 h 345"/>
                  <a:gd name="T14" fmla="*/ 506 w 506"/>
                  <a:gd name="T15" fmla="*/ 345 h 345"/>
                </a:gdLst>
                <a:ahLst/>
                <a:cxnLst>
                  <a:cxn ang="T8">
                    <a:pos x="T0" y="T1"/>
                  </a:cxn>
                  <a:cxn ang="T9">
                    <a:pos x="T2" y="T3"/>
                  </a:cxn>
                  <a:cxn ang="T10">
                    <a:pos x="T4" y="T5"/>
                  </a:cxn>
                  <a:cxn ang="T11">
                    <a:pos x="T6" y="T7"/>
                  </a:cxn>
                </a:cxnLst>
                <a:rect l="T12" t="T13" r="T14" b="T15"/>
                <a:pathLst>
                  <a:path w="506" h="345">
                    <a:moveTo>
                      <a:pt x="0" y="0"/>
                    </a:moveTo>
                    <a:lnTo>
                      <a:pt x="1" y="209"/>
                    </a:lnTo>
                    <a:lnTo>
                      <a:pt x="505" y="344"/>
                    </a:lnTo>
                    <a:lnTo>
                      <a:pt x="504" y="130"/>
                    </a:lnTo>
                  </a:path>
                </a:pathLst>
              </a:custGeom>
              <a:solidFill>
                <a:srgbClr val="FC2C1C"/>
              </a:solidFill>
              <a:ln w="12700" cap="rnd" cmpd="sng">
                <a:solidFill>
                  <a:schemeClr val="bg2"/>
                </a:solidFill>
                <a:prstDash val="solid"/>
                <a:round/>
                <a:headEnd type="none" w="med" len="med"/>
                <a:tailEnd type="none" w="med" len="med"/>
              </a:ln>
            </p:spPr>
            <p:txBody>
              <a:bodyPr/>
              <a:lstStyle/>
              <a:p>
                <a:endParaRPr lang="fr-FR"/>
              </a:p>
            </p:txBody>
          </p:sp>
          <p:sp>
            <p:nvSpPr>
              <p:cNvPr id="43065" name="AutoShape 74"/>
              <p:cNvSpPr>
                <a:spLocks noChangeArrowheads="1"/>
              </p:cNvSpPr>
              <p:nvPr/>
            </p:nvSpPr>
            <p:spPr bwMode="auto">
              <a:xfrm rot="16200000" flipH="1">
                <a:off x="3067" y="1967"/>
                <a:ext cx="693" cy="306"/>
              </a:xfrm>
              <a:prstGeom prst="parallelogram">
                <a:avLst>
                  <a:gd name="adj" fmla="val 156202"/>
                </a:avLst>
              </a:prstGeom>
              <a:solidFill>
                <a:srgbClr val="FC2C1C"/>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sp>
          <p:nvSpPr>
            <p:cNvPr id="43050" name="Oval 75"/>
            <p:cNvSpPr>
              <a:spLocks noChangeArrowheads="1"/>
            </p:cNvSpPr>
            <p:nvPr/>
          </p:nvSpPr>
          <p:spPr bwMode="auto">
            <a:xfrm rot="575549">
              <a:off x="1165" y="2367"/>
              <a:ext cx="140" cy="132"/>
            </a:xfrm>
            <a:prstGeom prst="ellipse">
              <a:avLst/>
            </a:prstGeom>
            <a:solidFill>
              <a:srgbClr val="00FF00"/>
            </a:solidFill>
            <a:ln w="9525" algn="ctr">
              <a:solidFill>
                <a:schemeClr val="tx1"/>
              </a:solidFill>
              <a:round/>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43051" name="Oval 76"/>
            <p:cNvSpPr>
              <a:spLocks noChangeArrowheads="1"/>
            </p:cNvSpPr>
            <p:nvPr/>
          </p:nvSpPr>
          <p:spPr bwMode="auto">
            <a:xfrm rot="575549">
              <a:off x="1183" y="2469"/>
              <a:ext cx="140" cy="132"/>
            </a:xfrm>
            <a:prstGeom prst="ellipse">
              <a:avLst/>
            </a:prstGeom>
            <a:solidFill>
              <a:srgbClr val="00FF00"/>
            </a:solidFill>
            <a:ln w="9525" algn="ctr">
              <a:solidFill>
                <a:schemeClr val="tx1"/>
              </a:solidFill>
              <a:round/>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43052" name="Rectangle 130"/>
            <p:cNvSpPr>
              <a:spLocks noChangeArrowheads="1"/>
            </p:cNvSpPr>
            <p:nvPr/>
          </p:nvSpPr>
          <p:spPr bwMode="auto">
            <a:xfrm>
              <a:off x="155" y="2178"/>
              <a:ext cx="5485" cy="726"/>
            </a:xfrm>
            <a:prstGeom prst="rect">
              <a:avLst/>
            </a:prstGeom>
            <a:noFill/>
            <a:ln w="6350" algn="ctr">
              <a:solidFill>
                <a:schemeClr val="tx2"/>
              </a:solidFill>
              <a:prstDash val="lgDash"/>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nvGrpSpPr>
            <p:cNvPr id="43053" name="Group 136"/>
            <p:cNvGrpSpPr>
              <a:grpSpLocks/>
            </p:cNvGrpSpPr>
            <p:nvPr/>
          </p:nvGrpSpPr>
          <p:grpSpPr bwMode="auto">
            <a:xfrm>
              <a:off x="1902" y="2406"/>
              <a:ext cx="517" cy="315"/>
              <a:chOff x="2102" y="1800"/>
              <a:chExt cx="787" cy="480"/>
            </a:xfrm>
          </p:grpSpPr>
          <p:sp>
            <p:nvSpPr>
              <p:cNvPr id="43057" name="Oval 137"/>
              <p:cNvSpPr>
                <a:spLocks noChangeArrowheads="1"/>
              </p:cNvSpPr>
              <p:nvPr/>
            </p:nvSpPr>
            <p:spPr bwMode="auto">
              <a:xfrm>
                <a:off x="2135" y="1833"/>
                <a:ext cx="701" cy="320"/>
              </a:xfrm>
              <a:prstGeom prst="ellipse">
                <a:avLst/>
              </a:prstGeom>
              <a:noFill/>
              <a:ln w="38100" algn="ctr">
                <a:solidFill>
                  <a:schemeClr val="tx2"/>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43058" name="Rectangle 138"/>
              <p:cNvSpPr>
                <a:spLocks noChangeArrowheads="1"/>
              </p:cNvSpPr>
              <p:nvPr/>
            </p:nvSpPr>
            <p:spPr bwMode="auto">
              <a:xfrm>
                <a:off x="2102" y="1800"/>
                <a:ext cx="787" cy="159"/>
              </a:xfrm>
              <a:prstGeom prst="rect">
                <a:avLst/>
              </a:prstGeom>
              <a:solidFill>
                <a:schemeClr val="bg1"/>
              </a:solidFill>
              <a:ln>
                <a:noFill/>
              </a:ln>
              <a:extLst>
                <a:ext uri="{91240B29-F687-4F45-9708-019B960494DF}">
                  <a14:hiddenLine xmlns:a14="http://schemas.microsoft.com/office/drawing/2010/main" w="38100" algn="ctr">
                    <a:solidFill>
                      <a:srgbClr val="000000"/>
                    </a:solidFill>
                    <a:miter lim="800000"/>
                    <a:headEnd/>
                    <a:tailEnd/>
                  </a14:hiddenLine>
                </a:ext>
              </a:extLst>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43059" name="Oval 139"/>
              <p:cNvSpPr>
                <a:spLocks noChangeArrowheads="1"/>
              </p:cNvSpPr>
              <p:nvPr/>
            </p:nvSpPr>
            <p:spPr bwMode="auto">
              <a:xfrm>
                <a:off x="2338" y="1987"/>
                <a:ext cx="293" cy="293"/>
              </a:xfrm>
              <a:prstGeom prst="ellipse">
                <a:avLst/>
              </a:prstGeom>
              <a:solidFill>
                <a:srgbClr val="4D4D4D"/>
              </a:solidFill>
              <a:ln w="6350" algn="ctr">
                <a:solidFill>
                  <a:schemeClr val="tx2"/>
                </a:solidFill>
                <a:round/>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sp>
          <p:nvSpPr>
            <p:cNvPr id="43054" name="Line 58"/>
            <p:cNvSpPr>
              <a:spLocks noChangeShapeType="1"/>
            </p:cNvSpPr>
            <p:nvPr/>
          </p:nvSpPr>
          <p:spPr bwMode="auto">
            <a:xfrm>
              <a:off x="1674" y="2454"/>
              <a:ext cx="996" cy="0"/>
            </a:xfrm>
            <a:prstGeom prst="line">
              <a:avLst/>
            </a:prstGeom>
            <a:noFill/>
            <a:ln w="6350">
              <a:solidFill>
                <a:schemeClr val="tx2"/>
              </a:solidFill>
              <a:round/>
              <a:headEnd/>
              <a:tailEnd type="triangle" w="med" len="med"/>
            </a:ln>
            <a:extLst>
              <a:ext uri="{909E8E84-426E-40DD-AFC4-6F175D3DCCD1}">
                <a14:hiddenFill xmlns:a14="http://schemas.microsoft.com/office/drawing/2010/main">
                  <a:noFill/>
                </a14:hiddenFill>
              </a:ext>
            </a:extLst>
          </p:spPr>
          <p:txBody>
            <a:bodyPr wrap="none" anchor="ctr"/>
            <a:lstStyle/>
            <a:p>
              <a:endParaRPr lang="fr-FR"/>
            </a:p>
          </p:txBody>
        </p:sp>
        <p:sp>
          <p:nvSpPr>
            <p:cNvPr id="43055" name="Text Box 144"/>
            <p:cNvSpPr txBox="1">
              <a:spLocks noChangeArrowheads="1"/>
            </p:cNvSpPr>
            <p:nvPr/>
          </p:nvSpPr>
          <p:spPr bwMode="auto">
            <a:xfrm>
              <a:off x="1046" y="2725"/>
              <a:ext cx="377" cy="1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1400">
                  <a:solidFill>
                    <a:schemeClr val="tx1"/>
                  </a:solidFill>
                </a:rPr>
                <a:t>stock</a:t>
              </a:r>
            </a:p>
          </p:txBody>
        </p:sp>
        <p:sp>
          <p:nvSpPr>
            <p:cNvPr id="43056" name="Text Box 147"/>
            <p:cNvSpPr txBox="1">
              <a:spLocks noChangeArrowheads="1"/>
            </p:cNvSpPr>
            <p:nvPr/>
          </p:nvSpPr>
          <p:spPr bwMode="auto">
            <a:xfrm>
              <a:off x="2729" y="2716"/>
              <a:ext cx="377" cy="1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1400">
                  <a:solidFill>
                    <a:schemeClr val="tx1"/>
                  </a:solidFill>
                </a:rPr>
                <a:t>stock</a:t>
              </a:r>
            </a:p>
          </p:txBody>
        </p:sp>
      </p:grpSp>
      <p:grpSp>
        <p:nvGrpSpPr>
          <p:cNvPr id="15" name="Group 156"/>
          <p:cNvGrpSpPr>
            <a:grpSpLocks/>
          </p:cNvGrpSpPr>
          <p:nvPr/>
        </p:nvGrpSpPr>
        <p:grpSpPr bwMode="auto">
          <a:xfrm>
            <a:off x="236538" y="2133600"/>
            <a:ext cx="8707437" cy="1162050"/>
            <a:chOff x="149" y="1344"/>
            <a:chExt cx="5485" cy="732"/>
          </a:xfrm>
        </p:grpSpPr>
        <p:grpSp>
          <p:nvGrpSpPr>
            <p:cNvPr id="43023" name="Group 42"/>
            <p:cNvGrpSpPr>
              <a:grpSpLocks/>
            </p:cNvGrpSpPr>
            <p:nvPr/>
          </p:nvGrpSpPr>
          <p:grpSpPr bwMode="auto">
            <a:xfrm rot="-223274">
              <a:off x="2769" y="1409"/>
              <a:ext cx="533" cy="525"/>
              <a:chOff x="2757" y="1666"/>
              <a:chExt cx="812" cy="800"/>
            </a:xfrm>
          </p:grpSpPr>
          <p:sp>
            <p:nvSpPr>
              <p:cNvPr id="43038" name="Freeform 43"/>
              <p:cNvSpPr>
                <a:spLocks/>
              </p:cNvSpPr>
              <p:nvPr/>
            </p:nvSpPr>
            <p:spPr bwMode="auto">
              <a:xfrm>
                <a:off x="2762" y="1667"/>
                <a:ext cx="807" cy="584"/>
              </a:xfrm>
              <a:custGeom>
                <a:avLst/>
                <a:gdLst>
                  <a:gd name="T0" fmla="*/ 497 w 807"/>
                  <a:gd name="T1" fmla="*/ 583 h 584"/>
                  <a:gd name="T2" fmla="*/ 0 w 807"/>
                  <a:gd name="T3" fmla="*/ 452 h 584"/>
                  <a:gd name="T4" fmla="*/ 337 w 807"/>
                  <a:gd name="T5" fmla="*/ 0 h 584"/>
                  <a:gd name="T6" fmla="*/ 806 w 807"/>
                  <a:gd name="T7" fmla="*/ 98 h 584"/>
                  <a:gd name="T8" fmla="*/ 497 w 807"/>
                  <a:gd name="T9" fmla="*/ 583 h 584"/>
                  <a:gd name="T10" fmla="*/ 0 60000 65536"/>
                  <a:gd name="T11" fmla="*/ 0 60000 65536"/>
                  <a:gd name="T12" fmla="*/ 0 60000 65536"/>
                  <a:gd name="T13" fmla="*/ 0 60000 65536"/>
                  <a:gd name="T14" fmla="*/ 0 60000 65536"/>
                  <a:gd name="T15" fmla="*/ 0 w 807"/>
                  <a:gd name="T16" fmla="*/ 0 h 584"/>
                  <a:gd name="T17" fmla="*/ 807 w 807"/>
                  <a:gd name="T18" fmla="*/ 584 h 584"/>
                </a:gdLst>
                <a:ahLst/>
                <a:cxnLst>
                  <a:cxn ang="T10">
                    <a:pos x="T0" y="T1"/>
                  </a:cxn>
                  <a:cxn ang="T11">
                    <a:pos x="T2" y="T3"/>
                  </a:cxn>
                  <a:cxn ang="T12">
                    <a:pos x="T4" y="T5"/>
                  </a:cxn>
                  <a:cxn ang="T13">
                    <a:pos x="T6" y="T7"/>
                  </a:cxn>
                  <a:cxn ang="T14">
                    <a:pos x="T8" y="T9"/>
                  </a:cxn>
                </a:cxnLst>
                <a:rect l="T15" t="T16" r="T17" b="T18"/>
                <a:pathLst>
                  <a:path w="807" h="584">
                    <a:moveTo>
                      <a:pt x="497" y="583"/>
                    </a:moveTo>
                    <a:lnTo>
                      <a:pt x="0" y="452"/>
                    </a:lnTo>
                    <a:lnTo>
                      <a:pt x="337" y="0"/>
                    </a:lnTo>
                    <a:lnTo>
                      <a:pt x="806" y="98"/>
                    </a:lnTo>
                    <a:lnTo>
                      <a:pt x="497" y="583"/>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43039" name="Freeform 44"/>
              <p:cNvSpPr>
                <a:spLocks/>
              </p:cNvSpPr>
              <p:nvPr/>
            </p:nvSpPr>
            <p:spPr bwMode="auto">
              <a:xfrm>
                <a:off x="2882" y="1861"/>
                <a:ext cx="578" cy="384"/>
              </a:xfrm>
              <a:custGeom>
                <a:avLst/>
                <a:gdLst>
                  <a:gd name="T0" fmla="*/ 377 w 578"/>
                  <a:gd name="T1" fmla="*/ 383 h 384"/>
                  <a:gd name="T2" fmla="*/ 0 w 578"/>
                  <a:gd name="T3" fmla="*/ 291 h 384"/>
                  <a:gd name="T4" fmla="*/ 217 w 578"/>
                  <a:gd name="T5" fmla="*/ 0 h 384"/>
                  <a:gd name="T6" fmla="*/ 577 w 578"/>
                  <a:gd name="T7" fmla="*/ 74 h 384"/>
                  <a:gd name="T8" fmla="*/ 377 w 578"/>
                  <a:gd name="T9" fmla="*/ 383 h 384"/>
                  <a:gd name="T10" fmla="*/ 0 60000 65536"/>
                  <a:gd name="T11" fmla="*/ 0 60000 65536"/>
                  <a:gd name="T12" fmla="*/ 0 60000 65536"/>
                  <a:gd name="T13" fmla="*/ 0 60000 65536"/>
                  <a:gd name="T14" fmla="*/ 0 60000 65536"/>
                  <a:gd name="T15" fmla="*/ 0 w 578"/>
                  <a:gd name="T16" fmla="*/ 0 h 384"/>
                  <a:gd name="T17" fmla="*/ 578 w 578"/>
                  <a:gd name="T18" fmla="*/ 384 h 384"/>
                </a:gdLst>
                <a:ahLst/>
                <a:cxnLst>
                  <a:cxn ang="T10">
                    <a:pos x="T0" y="T1"/>
                  </a:cxn>
                  <a:cxn ang="T11">
                    <a:pos x="T2" y="T3"/>
                  </a:cxn>
                  <a:cxn ang="T12">
                    <a:pos x="T4" y="T5"/>
                  </a:cxn>
                  <a:cxn ang="T13">
                    <a:pos x="T6" y="T7"/>
                  </a:cxn>
                  <a:cxn ang="T14">
                    <a:pos x="T8" y="T9"/>
                  </a:cxn>
                </a:cxnLst>
                <a:rect l="T15" t="T16" r="T17" b="T18"/>
                <a:pathLst>
                  <a:path w="578" h="384">
                    <a:moveTo>
                      <a:pt x="377" y="383"/>
                    </a:moveTo>
                    <a:lnTo>
                      <a:pt x="0" y="291"/>
                    </a:lnTo>
                    <a:lnTo>
                      <a:pt x="217" y="0"/>
                    </a:lnTo>
                    <a:lnTo>
                      <a:pt x="577" y="74"/>
                    </a:lnTo>
                    <a:lnTo>
                      <a:pt x="377" y="383"/>
                    </a:lnTo>
                  </a:path>
                </a:pathLst>
              </a:custGeom>
              <a:solidFill>
                <a:srgbClr val="E22B00"/>
              </a:solidFill>
              <a:ln>
                <a:noFill/>
              </a:ln>
              <a:extLst>
                <a:ext uri="{91240B29-F687-4F45-9708-019B960494DF}">
                  <a14:hiddenLine xmlns:a14="http://schemas.microsoft.com/office/drawing/2010/main" w="12700" cap="rnd" cmpd="sng">
                    <a:solidFill>
                      <a:srgbClr val="000000"/>
                    </a:solidFill>
                    <a:prstDash val="solid"/>
                    <a:round/>
                    <a:headEnd type="none" w="med" len="med"/>
                    <a:tailEnd type="none" w="med" len="med"/>
                  </a14:hiddenLine>
                </a:ext>
              </a:extLst>
            </p:spPr>
            <p:txBody>
              <a:bodyPr/>
              <a:lstStyle/>
              <a:p>
                <a:endParaRPr lang="fr-FR"/>
              </a:p>
            </p:txBody>
          </p:sp>
          <p:sp>
            <p:nvSpPr>
              <p:cNvPr id="43040" name="Line 45"/>
              <p:cNvSpPr>
                <a:spLocks noChangeShapeType="1"/>
              </p:cNvSpPr>
              <p:nvPr/>
            </p:nvSpPr>
            <p:spPr bwMode="auto">
              <a:xfrm>
                <a:off x="3102" y="1862"/>
                <a:ext cx="352" cy="7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fr-FR"/>
              </a:p>
            </p:txBody>
          </p:sp>
          <p:sp>
            <p:nvSpPr>
              <p:cNvPr id="43041" name="Freeform 46"/>
              <p:cNvSpPr>
                <a:spLocks/>
              </p:cNvSpPr>
              <p:nvPr/>
            </p:nvSpPr>
            <p:spPr bwMode="auto">
              <a:xfrm>
                <a:off x="2762" y="1666"/>
                <a:ext cx="337" cy="485"/>
              </a:xfrm>
              <a:custGeom>
                <a:avLst/>
                <a:gdLst>
                  <a:gd name="T0" fmla="*/ 336 w 337"/>
                  <a:gd name="T1" fmla="*/ 194 h 485"/>
                  <a:gd name="T2" fmla="*/ 118 w 337"/>
                  <a:gd name="T3" fmla="*/ 484 h 485"/>
                  <a:gd name="T4" fmla="*/ 0 w 337"/>
                  <a:gd name="T5" fmla="*/ 452 h 485"/>
                  <a:gd name="T6" fmla="*/ 336 w 337"/>
                  <a:gd name="T7" fmla="*/ 0 h 485"/>
                  <a:gd name="T8" fmla="*/ 336 w 337"/>
                  <a:gd name="T9" fmla="*/ 152 h 485"/>
                  <a:gd name="T10" fmla="*/ 336 w 337"/>
                  <a:gd name="T11" fmla="*/ 194 h 485"/>
                  <a:gd name="T12" fmla="*/ 0 60000 65536"/>
                  <a:gd name="T13" fmla="*/ 0 60000 65536"/>
                  <a:gd name="T14" fmla="*/ 0 60000 65536"/>
                  <a:gd name="T15" fmla="*/ 0 60000 65536"/>
                  <a:gd name="T16" fmla="*/ 0 60000 65536"/>
                  <a:gd name="T17" fmla="*/ 0 60000 65536"/>
                  <a:gd name="T18" fmla="*/ 0 w 337"/>
                  <a:gd name="T19" fmla="*/ 0 h 485"/>
                  <a:gd name="T20" fmla="*/ 337 w 337"/>
                  <a:gd name="T21" fmla="*/ 485 h 485"/>
                </a:gdLst>
                <a:ahLst/>
                <a:cxnLst>
                  <a:cxn ang="T12">
                    <a:pos x="T0" y="T1"/>
                  </a:cxn>
                  <a:cxn ang="T13">
                    <a:pos x="T2" y="T3"/>
                  </a:cxn>
                  <a:cxn ang="T14">
                    <a:pos x="T4" y="T5"/>
                  </a:cxn>
                  <a:cxn ang="T15">
                    <a:pos x="T6" y="T7"/>
                  </a:cxn>
                  <a:cxn ang="T16">
                    <a:pos x="T8" y="T9"/>
                  </a:cxn>
                  <a:cxn ang="T17">
                    <a:pos x="T10" y="T11"/>
                  </a:cxn>
                </a:cxnLst>
                <a:rect l="T18" t="T19" r="T20" b="T21"/>
                <a:pathLst>
                  <a:path w="337" h="485">
                    <a:moveTo>
                      <a:pt x="336" y="194"/>
                    </a:moveTo>
                    <a:lnTo>
                      <a:pt x="118" y="484"/>
                    </a:lnTo>
                    <a:lnTo>
                      <a:pt x="0" y="452"/>
                    </a:lnTo>
                    <a:lnTo>
                      <a:pt x="336" y="0"/>
                    </a:lnTo>
                    <a:lnTo>
                      <a:pt x="336" y="152"/>
                    </a:lnTo>
                    <a:lnTo>
                      <a:pt x="336" y="194"/>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43042" name="Freeform 47"/>
              <p:cNvSpPr>
                <a:spLocks/>
              </p:cNvSpPr>
              <p:nvPr/>
            </p:nvSpPr>
            <p:spPr bwMode="auto">
              <a:xfrm>
                <a:off x="2757" y="2124"/>
                <a:ext cx="509" cy="339"/>
              </a:xfrm>
              <a:custGeom>
                <a:avLst/>
                <a:gdLst>
                  <a:gd name="T0" fmla="*/ 0 w 506"/>
                  <a:gd name="T1" fmla="*/ 0 h 345"/>
                  <a:gd name="T2" fmla="*/ 1 w 506"/>
                  <a:gd name="T3" fmla="*/ 198 h 345"/>
                  <a:gd name="T4" fmla="*/ 514 w 506"/>
                  <a:gd name="T5" fmla="*/ 326 h 345"/>
                  <a:gd name="T6" fmla="*/ 513 w 506"/>
                  <a:gd name="T7" fmla="*/ 124 h 345"/>
                  <a:gd name="T8" fmla="*/ 0 60000 65536"/>
                  <a:gd name="T9" fmla="*/ 0 60000 65536"/>
                  <a:gd name="T10" fmla="*/ 0 60000 65536"/>
                  <a:gd name="T11" fmla="*/ 0 60000 65536"/>
                  <a:gd name="T12" fmla="*/ 0 w 506"/>
                  <a:gd name="T13" fmla="*/ 0 h 345"/>
                  <a:gd name="T14" fmla="*/ 506 w 506"/>
                  <a:gd name="T15" fmla="*/ 345 h 345"/>
                </a:gdLst>
                <a:ahLst/>
                <a:cxnLst>
                  <a:cxn ang="T8">
                    <a:pos x="T0" y="T1"/>
                  </a:cxn>
                  <a:cxn ang="T9">
                    <a:pos x="T2" y="T3"/>
                  </a:cxn>
                  <a:cxn ang="T10">
                    <a:pos x="T4" y="T5"/>
                  </a:cxn>
                  <a:cxn ang="T11">
                    <a:pos x="T6" y="T7"/>
                  </a:cxn>
                </a:cxnLst>
                <a:rect l="T12" t="T13" r="T14" b="T15"/>
                <a:pathLst>
                  <a:path w="506" h="345">
                    <a:moveTo>
                      <a:pt x="0" y="0"/>
                    </a:moveTo>
                    <a:lnTo>
                      <a:pt x="1" y="209"/>
                    </a:lnTo>
                    <a:lnTo>
                      <a:pt x="505" y="344"/>
                    </a:lnTo>
                    <a:lnTo>
                      <a:pt x="504" y="130"/>
                    </a:lnTo>
                  </a:path>
                </a:pathLst>
              </a:custGeom>
              <a:solidFill>
                <a:srgbClr val="FC2C1C"/>
              </a:solidFill>
              <a:ln w="12700" cap="rnd" cmpd="sng">
                <a:solidFill>
                  <a:schemeClr val="bg2"/>
                </a:solidFill>
                <a:prstDash val="solid"/>
                <a:round/>
                <a:headEnd type="none" w="med" len="med"/>
                <a:tailEnd type="none" w="med" len="med"/>
              </a:ln>
            </p:spPr>
            <p:txBody>
              <a:bodyPr/>
              <a:lstStyle/>
              <a:p>
                <a:endParaRPr lang="fr-FR"/>
              </a:p>
            </p:txBody>
          </p:sp>
          <p:sp>
            <p:nvSpPr>
              <p:cNvPr id="43043" name="AutoShape 48"/>
              <p:cNvSpPr>
                <a:spLocks noChangeArrowheads="1"/>
              </p:cNvSpPr>
              <p:nvPr/>
            </p:nvSpPr>
            <p:spPr bwMode="auto">
              <a:xfrm rot="16200000" flipH="1">
                <a:off x="3067" y="1967"/>
                <a:ext cx="693" cy="306"/>
              </a:xfrm>
              <a:prstGeom prst="parallelogram">
                <a:avLst>
                  <a:gd name="adj" fmla="val 156202"/>
                </a:avLst>
              </a:prstGeom>
              <a:solidFill>
                <a:srgbClr val="FC2C1C"/>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sp>
          <p:nvSpPr>
            <p:cNvPr id="43024" name="Text Box 38"/>
            <p:cNvSpPr txBox="1">
              <a:spLocks noChangeArrowheads="1"/>
            </p:cNvSpPr>
            <p:nvPr/>
          </p:nvSpPr>
          <p:spPr bwMode="auto">
            <a:xfrm>
              <a:off x="3484" y="1387"/>
              <a:ext cx="2090" cy="55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eaLnBrk="1" hangingPunct="1">
                <a:spcBef>
                  <a:spcPct val="0"/>
                </a:spcBef>
                <a:buFontTx/>
                <a:buNone/>
              </a:pPr>
              <a:r>
                <a:rPr lang="fr-FR" altLang="fr-FR" sz="1300">
                  <a:solidFill>
                    <a:schemeClr val="tx1"/>
                  </a:solidFill>
                </a:rPr>
                <a:t>Produire consiste à prendre 2 composants dans le stock de matières et à les mettre dans 1 boîte rangée dans le stock de couronnes phase A</a:t>
              </a:r>
            </a:p>
          </p:txBody>
        </p:sp>
        <p:sp>
          <p:nvSpPr>
            <p:cNvPr id="43025" name="Text Box 39"/>
            <p:cNvSpPr txBox="1">
              <a:spLocks noChangeArrowheads="1"/>
            </p:cNvSpPr>
            <p:nvPr/>
          </p:nvSpPr>
          <p:spPr bwMode="auto">
            <a:xfrm>
              <a:off x="226" y="1525"/>
              <a:ext cx="718" cy="34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1500"/>
                <a:t>Couronnes phase A</a:t>
              </a:r>
            </a:p>
          </p:txBody>
        </p:sp>
        <p:sp>
          <p:nvSpPr>
            <p:cNvPr id="43026" name="Oval 41"/>
            <p:cNvSpPr>
              <a:spLocks noChangeArrowheads="1"/>
            </p:cNvSpPr>
            <p:nvPr/>
          </p:nvSpPr>
          <p:spPr bwMode="auto">
            <a:xfrm rot="575549">
              <a:off x="2959" y="1557"/>
              <a:ext cx="140" cy="132"/>
            </a:xfrm>
            <a:prstGeom prst="ellipse">
              <a:avLst/>
            </a:prstGeom>
            <a:solidFill>
              <a:srgbClr val="00FF00"/>
            </a:solidFill>
            <a:ln w="9525" algn="ctr">
              <a:solidFill>
                <a:schemeClr val="tx1"/>
              </a:solidFill>
              <a:round/>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43027" name="Oval 49"/>
            <p:cNvSpPr>
              <a:spLocks noChangeArrowheads="1"/>
            </p:cNvSpPr>
            <p:nvPr/>
          </p:nvSpPr>
          <p:spPr bwMode="auto">
            <a:xfrm rot="575549">
              <a:off x="2983" y="1635"/>
              <a:ext cx="140" cy="132"/>
            </a:xfrm>
            <a:prstGeom prst="ellipse">
              <a:avLst/>
            </a:prstGeom>
            <a:solidFill>
              <a:srgbClr val="00FF00"/>
            </a:solidFill>
            <a:ln w="9525" algn="ctr">
              <a:solidFill>
                <a:schemeClr val="tx1"/>
              </a:solidFill>
              <a:round/>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43028" name="Oval 50"/>
            <p:cNvSpPr>
              <a:spLocks noChangeArrowheads="1"/>
            </p:cNvSpPr>
            <p:nvPr/>
          </p:nvSpPr>
          <p:spPr bwMode="auto">
            <a:xfrm rot="575549">
              <a:off x="1303" y="1473"/>
              <a:ext cx="140" cy="132"/>
            </a:xfrm>
            <a:prstGeom prst="ellipse">
              <a:avLst/>
            </a:prstGeom>
            <a:solidFill>
              <a:srgbClr val="00FF00"/>
            </a:solidFill>
            <a:ln w="9525" algn="ctr">
              <a:solidFill>
                <a:schemeClr val="tx1"/>
              </a:solidFill>
              <a:round/>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43029" name="Oval 51"/>
            <p:cNvSpPr>
              <a:spLocks noChangeArrowheads="1"/>
            </p:cNvSpPr>
            <p:nvPr/>
          </p:nvSpPr>
          <p:spPr bwMode="auto">
            <a:xfrm rot="575549">
              <a:off x="1303" y="1671"/>
              <a:ext cx="140" cy="132"/>
            </a:xfrm>
            <a:prstGeom prst="ellipse">
              <a:avLst/>
            </a:prstGeom>
            <a:solidFill>
              <a:srgbClr val="00FF00"/>
            </a:solidFill>
            <a:ln w="9525" algn="ctr">
              <a:solidFill>
                <a:schemeClr val="tx1"/>
              </a:solidFill>
              <a:round/>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43030" name="Rectangle 129"/>
            <p:cNvSpPr>
              <a:spLocks noChangeArrowheads="1"/>
            </p:cNvSpPr>
            <p:nvPr/>
          </p:nvSpPr>
          <p:spPr bwMode="auto">
            <a:xfrm>
              <a:off x="149" y="1344"/>
              <a:ext cx="5485" cy="726"/>
            </a:xfrm>
            <a:prstGeom prst="rect">
              <a:avLst/>
            </a:prstGeom>
            <a:noFill/>
            <a:ln w="6350" algn="ctr">
              <a:solidFill>
                <a:schemeClr val="tx2"/>
              </a:solidFill>
              <a:prstDash val="lgDash"/>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nvGrpSpPr>
            <p:cNvPr id="43031" name="Group 132"/>
            <p:cNvGrpSpPr>
              <a:grpSpLocks/>
            </p:cNvGrpSpPr>
            <p:nvPr/>
          </p:nvGrpSpPr>
          <p:grpSpPr bwMode="auto">
            <a:xfrm>
              <a:off x="1896" y="1572"/>
              <a:ext cx="517" cy="315"/>
              <a:chOff x="2102" y="1800"/>
              <a:chExt cx="787" cy="480"/>
            </a:xfrm>
          </p:grpSpPr>
          <p:sp>
            <p:nvSpPr>
              <p:cNvPr id="43035" name="Oval 133"/>
              <p:cNvSpPr>
                <a:spLocks noChangeArrowheads="1"/>
              </p:cNvSpPr>
              <p:nvPr/>
            </p:nvSpPr>
            <p:spPr bwMode="auto">
              <a:xfrm>
                <a:off x="2135" y="1833"/>
                <a:ext cx="701" cy="320"/>
              </a:xfrm>
              <a:prstGeom prst="ellipse">
                <a:avLst/>
              </a:prstGeom>
              <a:noFill/>
              <a:ln w="38100" algn="ctr">
                <a:solidFill>
                  <a:schemeClr val="tx2"/>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43036" name="Rectangle 134"/>
              <p:cNvSpPr>
                <a:spLocks noChangeArrowheads="1"/>
              </p:cNvSpPr>
              <p:nvPr/>
            </p:nvSpPr>
            <p:spPr bwMode="auto">
              <a:xfrm>
                <a:off x="2102" y="1800"/>
                <a:ext cx="787" cy="159"/>
              </a:xfrm>
              <a:prstGeom prst="rect">
                <a:avLst/>
              </a:prstGeom>
              <a:solidFill>
                <a:schemeClr val="bg1"/>
              </a:solidFill>
              <a:ln>
                <a:noFill/>
              </a:ln>
              <a:extLst>
                <a:ext uri="{91240B29-F687-4F45-9708-019B960494DF}">
                  <a14:hiddenLine xmlns:a14="http://schemas.microsoft.com/office/drawing/2010/main" w="38100" algn="ctr">
                    <a:solidFill>
                      <a:srgbClr val="000000"/>
                    </a:solidFill>
                    <a:miter lim="800000"/>
                    <a:headEnd/>
                    <a:tailEnd/>
                  </a14:hiddenLine>
                </a:ext>
              </a:extLst>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43037" name="Oval 135"/>
              <p:cNvSpPr>
                <a:spLocks noChangeArrowheads="1"/>
              </p:cNvSpPr>
              <p:nvPr/>
            </p:nvSpPr>
            <p:spPr bwMode="auto">
              <a:xfrm>
                <a:off x="2338" y="1987"/>
                <a:ext cx="293" cy="293"/>
              </a:xfrm>
              <a:prstGeom prst="ellipse">
                <a:avLst/>
              </a:prstGeom>
              <a:solidFill>
                <a:srgbClr val="4D4D4D"/>
              </a:solidFill>
              <a:ln w="6350" algn="ctr">
                <a:solidFill>
                  <a:schemeClr val="tx2"/>
                </a:solidFill>
                <a:round/>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sp>
          <p:nvSpPr>
            <p:cNvPr id="43032" name="Line 37"/>
            <p:cNvSpPr>
              <a:spLocks noChangeShapeType="1"/>
            </p:cNvSpPr>
            <p:nvPr/>
          </p:nvSpPr>
          <p:spPr bwMode="auto">
            <a:xfrm>
              <a:off x="1650" y="1626"/>
              <a:ext cx="1002" cy="0"/>
            </a:xfrm>
            <a:prstGeom prst="line">
              <a:avLst/>
            </a:prstGeom>
            <a:noFill/>
            <a:ln w="6350">
              <a:solidFill>
                <a:schemeClr val="tx2"/>
              </a:solidFill>
              <a:round/>
              <a:headEnd/>
              <a:tailEnd type="triangle" w="med" len="med"/>
            </a:ln>
            <a:extLst>
              <a:ext uri="{909E8E84-426E-40DD-AFC4-6F175D3DCCD1}">
                <a14:hiddenFill xmlns:a14="http://schemas.microsoft.com/office/drawing/2010/main">
                  <a:noFill/>
                </a14:hiddenFill>
              </a:ext>
            </a:extLst>
          </p:spPr>
          <p:txBody>
            <a:bodyPr wrap="none" anchor="ctr"/>
            <a:lstStyle/>
            <a:p>
              <a:endParaRPr lang="fr-FR"/>
            </a:p>
          </p:txBody>
        </p:sp>
        <p:sp>
          <p:nvSpPr>
            <p:cNvPr id="43033" name="Text Box 148"/>
            <p:cNvSpPr txBox="1">
              <a:spLocks noChangeArrowheads="1"/>
            </p:cNvSpPr>
            <p:nvPr/>
          </p:nvSpPr>
          <p:spPr bwMode="auto">
            <a:xfrm>
              <a:off x="2735" y="1884"/>
              <a:ext cx="377" cy="1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1400">
                  <a:solidFill>
                    <a:schemeClr val="tx1"/>
                  </a:solidFill>
                </a:rPr>
                <a:t>stock</a:t>
              </a:r>
            </a:p>
          </p:txBody>
        </p:sp>
        <p:sp>
          <p:nvSpPr>
            <p:cNvPr id="43034" name="Text Box 151"/>
            <p:cNvSpPr txBox="1">
              <a:spLocks noChangeArrowheads="1"/>
            </p:cNvSpPr>
            <p:nvPr/>
          </p:nvSpPr>
          <p:spPr bwMode="auto">
            <a:xfrm>
              <a:off x="1128" y="1823"/>
              <a:ext cx="544" cy="1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1400">
                  <a:solidFill>
                    <a:schemeClr val="tx1"/>
                  </a:solidFill>
                </a:rPr>
                <a:t>matières</a:t>
              </a:r>
            </a:p>
          </p:txBody>
        </p:sp>
      </p:grpSp>
      <p:sp>
        <p:nvSpPr>
          <p:cNvPr id="271512" name="AutoShape 152"/>
          <p:cNvSpPr>
            <a:spLocks noChangeArrowheads="1"/>
          </p:cNvSpPr>
          <p:nvPr/>
        </p:nvSpPr>
        <p:spPr bwMode="auto">
          <a:xfrm>
            <a:off x="5089525" y="5848350"/>
            <a:ext cx="3363913" cy="942975"/>
          </a:xfrm>
          <a:prstGeom prst="roundRect">
            <a:avLst>
              <a:gd name="adj" fmla="val 16667"/>
            </a:avLst>
          </a:prstGeom>
          <a:solidFill>
            <a:srgbClr val="FFFF99"/>
          </a:solidFill>
          <a:ln w="6350" algn="ctr">
            <a:solidFill>
              <a:schemeClr val="tx2"/>
            </a:solidFill>
            <a:round/>
            <a:headEnd/>
            <a:tailEnd/>
          </a:ln>
        </p:spPr>
        <p:txBody>
          <a:bodyPr lIns="18000" tIns="10800" rIns="18000" bIns="10800" anchor="ctr" anchorCtr="1"/>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1300" b="1">
                <a:solidFill>
                  <a:srgbClr val="FC2C1C"/>
                </a:solidFill>
              </a:rPr>
              <a:t>Attention</a:t>
            </a:r>
            <a:r>
              <a:rPr lang="fr-FR" altLang="fr-FR" sz="1300">
                <a:solidFill>
                  <a:schemeClr val="tx1"/>
                </a:solidFill>
              </a:rPr>
              <a:t> : quand le stock qui vous alimente est à zéro, vous ne pouvez pas utiliser les pièces réalisées dans la même heure de travail </a:t>
            </a:r>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4" presetClass="entr" presetSubtype="16"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box(in)">
                                      <p:cBhvr>
                                        <p:cTn id="7" dur="500"/>
                                        <p:tgtEl>
                                          <p:spTgt spid="3"/>
                                        </p:tgtEl>
                                      </p:cBhvr>
                                    </p:animEffect>
                                  </p:childTnLst>
                                </p:cTn>
                              </p:par>
                            </p:childTnLst>
                          </p:cTn>
                        </p:par>
                      </p:childTnLst>
                    </p:cTn>
                  </p:par>
                  <p:par>
                    <p:cTn id="8" fill="hold" nodeType="clickPar">
                      <p:stCondLst>
                        <p:cond delay="indefinite"/>
                      </p:stCondLst>
                      <p:childTnLst>
                        <p:par>
                          <p:cTn id="9" fill="hold" nodeType="withGroup">
                            <p:stCondLst>
                              <p:cond delay="0"/>
                            </p:stCondLst>
                            <p:childTnLst>
                              <p:par>
                                <p:cTn id="10" presetID="4" presetClass="entr" presetSubtype="16" fill="hold" nodeType="clickEffect">
                                  <p:stCondLst>
                                    <p:cond delay="0"/>
                                  </p:stCondLst>
                                  <p:childTnLst>
                                    <p:set>
                                      <p:cBhvr>
                                        <p:cTn id="11" dur="1" fill="hold">
                                          <p:stCondLst>
                                            <p:cond delay="0"/>
                                          </p:stCondLst>
                                        </p:cTn>
                                        <p:tgtEl>
                                          <p:spTgt spid="15"/>
                                        </p:tgtEl>
                                        <p:attrNameLst>
                                          <p:attrName>style.visibility</p:attrName>
                                        </p:attrNameLst>
                                      </p:cBhvr>
                                      <p:to>
                                        <p:strVal val="visible"/>
                                      </p:to>
                                    </p:set>
                                    <p:animEffect transition="in" filter="box(in)">
                                      <p:cBhvr>
                                        <p:cTn id="12" dur="500"/>
                                        <p:tgtEl>
                                          <p:spTgt spid="15"/>
                                        </p:tgtEl>
                                      </p:cBhvr>
                                    </p:animEffect>
                                  </p:childTnLst>
                                </p:cTn>
                              </p:par>
                            </p:childTnLst>
                          </p:cTn>
                        </p:par>
                      </p:childTnLst>
                    </p:cTn>
                  </p:par>
                  <p:par>
                    <p:cTn id="13" fill="hold" nodeType="clickPar">
                      <p:stCondLst>
                        <p:cond delay="indefinite"/>
                      </p:stCondLst>
                      <p:childTnLst>
                        <p:par>
                          <p:cTn id="14" fill="hold" nodeType="withGroup">
                            <p:stCondLst>
                              <p:cond delay="0"/>
                            </p:stCondLst>
                            <p:childTnLst>
                              <p:par>
                                <p:cTn id="15" presetID="4" presetClass="entr" presetSubtype="16" fill="hold" nodeType="clickEffect">
                                  <p:stCondLst>
                                    <p:cond delay="0"/>
                                  </p:stCondLst>
                                  <p:childTnLst>
                                    <p:set>
                                      <p:cBhvr>
                                        <p:cTn id="16" dur="1" fill="hold">
                                          <p:stCondLst>
                                            <p:cond delay="0"/>
                                          </p:stCondLst>
                                        </p:cTn>
                                        <p:tgtEl>
                                          <p:spTgt spid="11"/>
                                        </p:tgtEl>
                                        <p:attrNameLst>
                                          <p:attrName>style.visibility</p:attrName>
                                        </p:attrNameLst>
                                      </p:cBhvr>
                                      <p:to>
                                        <p:strVal val="visible"/>
                                      </p:to>
                                    </p:set>
                                    <p:animEffect transition="in" filter="box(in)">
                                      <p:cBhvr>
                                        <p:cTn id="17" dur="500"/>
                                        <p:tgtEl>
                                          <p:spTgt spid="11"/>
                                        </p:tgtEl>
                                      </p:cBhvr>
                                    </p:animEffect>
                                  </p:childTnLst>
                                </p:cTn>
                              </p:par>
                            </p:childTnLst>
                          </p:cTn>
                        </p:par>
                      </p:childTnLst>
                    </p:cTn>
                  </p:par>
                  <p:par>
                    <p:cTn id="18" fill="hold" nodeType="clickPar">
                      <p:stCondLst>
                        <p:cond delay="indefinite"/>
                      </p:stCondLst>
                      <p:childTnLst>
                        <p:par>
                          <p:cTn id="19" fill="hold" nodeType="withGroup">
                            <p:stCondLst>
                              <p:cond delay="0"/>
                            </p:stCondLst>
                            <p:childTnLst>
                              <p:par>
                                <p:cTn id="20" presetID="1" presetClass="entr" presetSubtype="0" fill="hold" nodeType="clickEffect">
                                  <p:stCondLst>
                                    <p:cond delay="0"/>
                                  </p:stCondLst>
                                  <p:childTnLst>
                                    <p:set>
                                      <p:cBhvr>
                                        <p:cTn id="21" dur="1" fill="hold">
                                          <p:stCondLst>
                                            <p:cond delay="0"/>
                                          </p:stCondLst>
                                        </p:cTn>
                                        <p:tgtEl>
                                          <p:spTgt spid="5"/>
                                        </p:tgtEl>
                                        <p:attrNameLst>
                                          <p:attrName>style.visibility</p:attrName>
                                        </p:attrNameLst>
                                      </p:cBhvr>
                                      <p:to>
                                        <p:strVal val="visible"/>
                                      </p:to>
                                    </p:set>
                                  </p:childTnLst>
                                </p:cTn>
                              </p:par>
                            </p:childTnLst>
                          </p:cTn>
                        </p:par>
                      </p:childTnLst>
                    </p:cTn>
                  </p:par>
                  <p:par>
                    <p:cTn id="22" fill="hold" nodeType="clickPar">
                      <p:stCondLst>
                        <p:cond delay="indefinite"/>
                      </p:stCondLst>
                      <p:childTnLst>
                        <p:par>
                          <p:cTn id="23" fill="hold" nodeType="withGroup">
                            <p:stCondLst>
                              <p:cond delay="0"/>
                            </p:stCondLst>
                            <p:childTnLst>
                              <p:par>
                                <p:cTn id="24" presetID="4" presetClass="entr" presetSubtype="16" fill="hold" grpId="0" nodeType="clickEffect">
                                  <p:stCondLst>
                                    <p:cond delay="0"/>
                                  </p:stCondLst>
                                  <p:childTnLst>
                                    <p:set>
                                      <p:cBhvr>
                                        <p:cTn id="25" dur="1" fill="hold">
                                          <p:stCondLst>
                                            <p:cond delay="0"/>
                                          </p:stCondLst>
                                        </p:cTn>
                                        <p:tgtEl>
                                          <p:spTgt spid="271512"/>
                                        </p:tgtEl>
                                        <p:attrNameLst>
                                          <p:attrName>style.visibility</p:attrName>
                                        </p:attrNameLst>
                                      </p:cBhvr>
                                      <p:to>
                                        <p:strVal val="visible"/>
                                      </p:to>
                                    </p:set>
                                    <p:animEffect transition="in" filter="box(in)">
                                      <p:cBhvr>
                                        <p:cTn id="26" dur="500"/>
                                        <p:tgtEl>
                                          <p:spTgt spid="2715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1512" grpId="0" animBg="1"/>
    </p:bld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ChangeArrowheads="1"/>
          </p:cNvSpPr>
          <p:nvPr>
            <p:ph type="title"/>
          </p:nvPr>
        </p:nvSpPr>
        <p:spPr>
          <a:xfrm>
            <a:off x="1033463" y="203200"/>
            <a:ext cx="7262812" cy="661988"/>
          </a:xfrm>
        </p:spPr>
        <p:txBody>
          <a:bodyPr/>
          <a:lstStyle/>
          <a:p>
            <a:pPr eaLnBrk="1" hangingPunct="1">
              <a:lnSpc>
                <a:spcPct val="110000"/>
              </a:lnSpc>
            </a:pPr>
            <a:r>
              <a:rPr lang="fr-FR" altLang="fr-FR" sz="2400" dirty="0"/>
              <a:t>C’est le moment d’installer votre usine. </a:t>
            </a:r>
            <a:br>
              <a:rPr lang="fr-FR" altLang="fr-FR" sz="2400" dirty="0"/>
            </a:br>
            <a:r>
              <a:rPr lang="fr-FR" altLang="fr-FR" sz="2400" dirty="0"/>
              <a:t>Vérifiez que vous avez reçu :</a:t>
            </a:r>
          </a:p>
        </p:txBody>
      </p:sp>
      <p:sp>
        <p:nvSpPr>
          <p:cNvPr id="44036" name="Text Box 7"/>
          <p:cNvSpPr txBox="1">
            <a:spLocks noChangeArrowheads="1"/>
          </p:cNvSpPr>
          <p:nvPr/>
        </p:nvSpPr>
        <p:spPr bwMode="auto">
          <a:xfrm>
            <a:off x="1652588" y="1406525"/>
            <a:ext cx="3441700" cy="3365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eaLnBrk="1" hangingPunct="1">
              <a:spcBef>
                <a:spcPct val="0"/>
              </a:spcBef>
              <a:buFontTx/>
              <a:buNone/>
            </a:pPr>
            <a:r>
              <a:rPr lang="fr-FR" altLang="fr-FR" sz="1600"/>
              <a:t>5 Fiches règles du jeu</a:t>
            </a:r>
          </a:p>
        </p:txBody>
      </p:sp>
      <p:sp>
        <p:nvSpPr>
          <p:cNvPr id="44037" name="Text Box 10"/>
          <p:cNvSpPr txBox="1">
            <a:spLocks noChangeArrowheads="1"/>
          </p:cNvSpPr>
          <p:nvPr/>
        </p:nvSpPr>
        <p:spPr bwMode="auto">
          <a:xfrm>
            <a:off x="1617663" y="2311400"/>
            <a:ext cx="3370262" cy="3365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eaLnBrk="1" hangingPunct="1">
              <a:spcBef>
                <a:spcPct val="0"/>
              </a:spcBef>
              <a:buFontTx/>
              <a:buNone/>
            </a:pPr>
            <a:r>
              <a:rPr lang="fr-FR" altLang="fr-FR" sz="1600"/>
              <a:t>3 Zones de Stockage</a:t>
            </a:r>
          </a:p>
        </p:txBody>
      </p:sp>
      <p:sp>
        <p:nvSpPr>
          <p:cNvPr id="44039" name="Text Box 16"/>
          <p:cNvSpPr txBox="1">
            <a:spLocks noChangeArrowheads="1"/>
          </p:cNvSpPr>
          <p:nvPr/>
        </p:nvSpPr>
        <p:spPr bwMode="auto">
          <a:xfrm>
            <a:off x="1617663" y="3216275"/>
            <a:ext cx="2862262" cy="3365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eaLnBrk="1" hangingPunct="1">
              <a:spcBef>
                <a:spcPct val="0"/>
              </a:spcBef>
              <a:buFontTx/>
              <a:buNone/>
            </a:pPr>
            <a:r>
              <a:rPr lang="fr-FR" altLang="fr-FR" sz="1600"/>
              <a:t>5 Feuilles de Suivi</a:t>
            </a:r>
          </a:p>
        </p:txBody>
      </p:sp>
      <p:sp>
        <p:nvSpPr>
          <p:cNvPr id="44040" name="Text Box 17"/>
          <p:cNvSpPr txBox="1">
            <a:spLocks noChangeArrowheads="1"/>
          </p:cNvSpPr>
          <p:nvPr/>
        </p:nvSpPr>
        <p:spPr bwMode="auto">
          <a:xfrm>
            <a:off x="1593850" y="4186238"/>
            <a:ext cx="4075113" cy="3365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eaLnBrk="1" hangingPunct="1">
              <a:spcBef>
                <a:spcPct val="0"/>
              </a:spcBef>
              <a:buFontTx/>
              <a:buNone/>
            </a:pPr>
            <a:r>
              <a:rPr lang="fr-FR" altLang="fr-FR" sz="1600"/>
              <a:t>5 feuilles de Calcul des besoins</a:t>
            </a:r>
          </a:p>
        </p:txBody>
      </p:sp>
      <p:grpSp>
        <p:nvGrpSpPr>
          <p:cNvPr id="44041" name="Group 136"/>
          <p:cNvGrpSpPr>
            <a:grpSpLocks/>
          </p:cNvGrpSpPr>
          <p:nvPr/>
        </p:nvGrpSpPr>
        <p:grpSpPr bwMode="auto">
          <a:xfrm>
            <a:off x="793750" y="2263775"/>
            <a:ext cx="657225" cy="439738"/>
            <a:chOff x="309" y="1456"/>
            <a:chExt cx="612" cy="367"/>
          </a:xfrm>
        </p:grpSpPr>
        <p:sp>
          <p:nvSpPr>
            <p:cNvPr id="44138" name="Rectangle 9"/>
            <p:cNvSpPr>
              <a:spLocks noChangeArrowheads="1"/>
            </p:cNvSpPr>
            <p:nvPr/>
          </p:nvSpPr>
          <p:spPr bwMode="auto">
            <a:xfrm>
              <a:off x="469" y="1456"/>
              <a:ext cx="452" cy="284"/>
            </a:xfrm>
            <a:prstGeom prst="rect">
              <a:avLst/>
            </a:prstGeom>
            <a:solidFill>
              <a:srgbClr val="FFFF99"/>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44139" name="Rectangle 27"/>
            <p:cNvSpPr>
              <a:spLocks noChangeArrowheads="1"/>
            </p:cNvSpPr>
            <p:nvPr/>
          </p:nvSpPr>
          <p:spPr bwMode="auto">
            <a:xfrm>
              <a:off x="398" y="1491"/>
              <a:ext cx="452" cy="284"/>
            </a:xfrm>
            <a:prstGeom prst="rect">
              <a:avLst/>
            </a:prstGeom>
            <a:solidFill>
              <a:srgbClr val="FFFF99"/>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44140" name="Rectangle 28"/>
            <p:cNvSpPr>
              <a:spLocks noChangeArrowheads="1"/>
            </p:cNvSpPr>
            <p:nvPr/>
          </p:nvSpPr>
          <p:spPr bwMode="auto">
            <a:xfrm>
              <a:off x="309" y="1539"/>
              <a:ext cx="452" cy="284"/>
            </a:xfrm>
            <a:prstGeom prst="rect">
              <a:avLst/>
            </a:prstGeom>
            <a:solidFill>
              <a:srgbClr val="FFFF99"/>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grpSp>
        <p:nvGrpSpPr>
          <p:cNvPr id="44042" name="Group 41"/>
          <p:cNvGrpSpPr>
            <a:grpSpLocks/>
          </p:cNvGrpSpPr>
          <p:nvPr/>
        </p:nvGrpSpPr>
        <p:grpSpPr bwMode="auto">
          <a:xfrm rot="-223274">
            <a:off x="5749925" y="2260600"/>
            <a:ext cx="1058863" cy="1042988"/>
            <a:chOff x="2757" y="1666"/>
            <a:chExt cx="812" cy="800"/>
          </a:xfrm>
        </p:grpSpPr>
        <p:sp>
          <p:nvSpPr>
            <p:cNvPr id="44132" name="Freeform 42"/>
            <p:cNvSpPr>
              <a:spLocks/>
            </p:cNvSpPr>
            <p:nvPr/>
          </p:nvSpPr>
          <p:spPr bwMode="auto">
            <a:xfrm>
              <a:off x="2762" y="1667"/>
              <a:ext cx="807" cy="584"/>
            </a:xfrm>
            <a:custGeom>
              <a:avLst/>
              <a:gdLst>
                <a:gd name="T0" fmla="*/ 497 w 807"/>
                <a:gd name="T1" fmla="*/ 583 h 584"/>
                <a:gd name="T2" fmla="*/ 0 w 807"/>
                <a:gd name="T3" fmla="*/ 452 h 584"/>
                <a:gd name="T4" fmla="*/ 337 w 807"/>
                <a:gd name="T5" fmla="*/ 0 h 584"/>
                <a:gd name="T6" fmla="*/ 806 w 807"/>
                <a:gd name="T7" fmla="*/ 98 h 584"/>
                <a:gd name="T8" fmla="*/ 497 w 807"/>
                <a:gd name="T9" fmla="*/ 583 h 584"/>
                <a:gd name="T10" fmla="*/ 0 60000 65536"/>
                <a:gd name="T11" fmla="*/ 0 60000 65536"/>
                <a:gd name="T12" fmla="*/ 0 60000 65536"/>
                <a:gd name="T13" fmla="*/ 0 60000 65536"/>
                <a:gd name="T14" fmla="*/ 0 60000 65536"/>
                <a:gd name="T15" fmla="*/ 0 w 807"/>
                <a:gd name="T16" fmla="*/ 0 h 584"/>
                <a:gd name="T17" fmla="*/ 807 w 807"/>
                <a:gd name="T18" fmla="*/ 584 h 584"/>
              </a:gdLst>
              <a:ahLst/>
              <a:cxnLst>
                <a:cxn ang="T10">
                  <a:pos x="T0" y="T1"/>
                </a:cxn>
                <a:cxn ang="T11">
                  <a:pos x="T2" y="T3"/>
                </a:cxn>
                <a:cxn ang="T12">
                  <a:pos x="T4" y="T5"/>
                </a:cxn>
                <a:cxn ang="T13">
                  <a:pos x="T6" y="T7"/>
                </a:cxn>
                <a:cxn ang="T14">
                  <a:pos x="T8" y="T9"/>
                </a:cxn>
              </a:cxnLst>
              <a:rect l="T15" t="T16" r="T17" b="T18"/>
              <a:pathLst>
                <a:path w="807" h="584">
                  <a:moveTo>
                    <a:pt x="497" y="583"/>
                  </a:moveTo>
                  <a:lnTo>
                    <a:pt x="0" y="452"/>
                  </a:lnTo>
                  <a:lnTo>
                    <a:pt x="337" y="0"/>
                  </a:lnTo>
                  <a:lnTo>
                    <a:pt x="806" y="98"/>
                  </a:lnTo>
                  <a:lnTo>
                    <a:pt x="497" y="583"/>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44133" name="Freeform 43"/>
            <p:cNvSpPr>
              <a:spLocks/>
            </p:cNvSpPr>
            <p:nvPr/>
          </p:nvSpPr>
          <p:spPr bwMode="auto">
            <a:xfrm>
              <a:off x="2882" y="1861"/>
              <a:ext cx="578" cy="384"/>
            </a:xfrm>
            <a:custGeom>
              <a:avLst/>
              <a:gdLst>
                <a:gd name="T0" fmla="*/ 377 w 578"/>
                <a:gd name="T1" fmla="*/ 383 h 384"/>
                <a:gd name="T2" fmla="*/ 0 w 578"/>
                <a:gd name="T3" fmla="*/ 291 h 384"/>
                <a:gd name="T4" fmla="*/ 217 w 578"/>
                <a:gd name="T5" fmla="*/ 0 h 384"/>
                <a:gd name="T6" fmla="*/ 577 w 578"/>
                <a:gd name="T7" fmla="*/ 74 h 384"/>
                <a:gd name="T8" fmla="*/ 377 w 578"/>
                <a:gd name="T9" fmla="*/ 383 h 384"/>
                <a:gd name="T10" fmla="*/ 0 60000 65536"/>
                <a:gd name="T11" fmla="*/ 0 60000 65536"/>
                <a:gd name="T12" fmla="*/ 0 60000 65536"/>
                <a:gd name="T13" fmla="*/ 0 60000 65536"/>
                <a:gd name="T14" fmla="*/ 0 60000 65536"/>
                <a:gd name="T15" fmla="*/ 0 w 578"/>
                <a:gd name="T16" fmla="*/ 0 h 384"/>
                <a:gd name="T17" fmla="*/ 578 w 578"/>
                <a:gd name="T18" fmla="*/ 384 h 384"/>
              </a:gdLst>
              <a:ahLst/>
              <a:cxnLst>
                <a:cxn ang="T10">
                  <a:pos x="T0" y="T1"/>
                </a:cxn>
                <a:cxn ang="T11">
                  <a:pos x="T2" y="T3"/>
                </a:cxn>
                <a:cxn ang="T12">
                  <a:pos x="T4" y="T5"/>
                </a:cxn>
                <a:cxn ang="T13">
                  <a:pos x="T6" y="T7"/>
                </a:cxn>
                <a:cxn ang="T14">
                  <a:pos x="T8" y="T9"/>
                </a:cxn>
              </a:cxnLst>
              <a:rect l="T15" t="T16" r="T17" b="T18"/>
              <a:pathLst>
                <a:path w="578" h="384">
                  <a:moveTo>
                    <a:pt x="377" y="383"/>
                  </a:moveTo>
                  <a:lnTo>
                    <a:pt x="0" y="291"/>
                  </a:lnTo>
                  <a:lnTo>
                    <a:pt x="217" y="0"/>
                  </a:lnTo>
                  <a:lnTo>
                    <a:pt x="577" y="74"/>
                  </a:lnTo>
                  <a:lnTo>
                    <a:pt x="377" y="383"/>
                  </a:lnTo>
                </a:path>
              </a:pathLst>
            </a:custGeom>
            <a:solidFill>
              <a:srgbClr val="E22B00"/>
            </a:solidFill>
            <a:ln>
              <a:noFill/>
            </a:ln>
            <a:extLst>
              <a:ext uri="{91240B29-F687-4F45-9708-019B960494DF}">
                <a14:hiddenLine xmlns:a14="http://schemas.microsoft.com/office/drawing/2010/main" w="12700" cap="rnd" cmpd="sng">
                  <a:solidFill>
                    <a:srgbClr val="000000"/>
                  </a:solidFill>
                  <a:prstDash val="solid"/>
                  <a:round/>
                  <a:headEnd type="none" w="med" len="med"/>
                  <a:tailEnd type="none" w="med" len="med"/>
                </a14:hiddenLine>
              </a:ext>
            </a:extLst>
          </p:spPr>
          <p:txBody>
            <a:bodyPr/>
            <a:lstStyle/>
            <a:p>
              <a:endParaRPr lang="fr-FR"/>
            </a:p>
          </p:txBody>
        </p:sp>
        <p:sp>
          <p:nvSpPr>
            <p:cNvPr id="44134" name="Line 44"/>
            <p:cNvSpPr>
              <a:spLocks noChangeShapeType="1"/>
            </p:cNvSpPr>
            <p:nvPr/>
          </p:nvSpPr>
          <p:spPr bwMode="auto">
            <a:xfrm>
              <a:off x="3102" y="1862"/>
              <a:ext cx="352" cy="7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fr-FR"/>
            </a:p>
          </p:txBody>
        </p:sp>
        <p:sp>
          <p:nvSpPr>
            <p:cNvPr id="44135" name="Freeform 45"/>
            <p:cNvSpPr>
              <a:spLocks/>
            </p:cNvSpPr>
            <p:nvPr/>
          </p:nvSpPr>
          <p:spPr bwMode="auto">
            <a:xfrm>
              <a:off x="2762" y="1666"/>
              <a:ext cx="337" cy="485"/>
            </a:xfrm>
            <a:custGeom>
              <a:avLst/>
              <a:gdLst>
                <a:gd name="T0" fmla="*/ 336 w 337"/>
                <a:gd name="T1" fmla="*/ 194 h 485"/>
                <a:gd name="T2" fmla="*/ 118 w 337"/>
                <a:gd name="T3" fmla="*/ 484 h 485"/>
                <a:gd name="T4" fmla="*/ 0 w 337"/>
                <a:gd name="T5" fmla="*/ 452 h 485"/>
                <a:gd name="T6" fmla="*/ 336 w 337"/>
                <a:gd name="T7" fmla="*/ 0 h 485"/>
                <a:gd name="T8" fmla="*/ 336 w 337"/>
                <a:gd name="T9" fmla="*/ 152 h 485"/>
                <a:gd name="T10" fmla="*/ 336 w 337"/>
                <a:gd name="T11" fmla="*/ 194 h 485"/>
                <a:gd name="T12" fmla="*/ 0 60000 65536"/>
                <a:gd name="T13" fmla="*/ 0 60000 65536"/>
                <a:gd name="T14" fmla="*/ 0 60000 65536"/>
                <a:gd name="T15" fmla="*/ 0 60000 65536"/>
                <a:gd name="T16" fmla="*/ 0 60000 65536"/>
                <a:gd name="T17" fmla="*/ 0 60000 65536"/>
                <a:gd name="T18" fmla="*/ 0 w 337"/>
                <a:gd name="T19" fmla="*/ 0 h 485"/>
                <a:gd name="T20" fmla="*/ 337 w 337"/>
                <a:gd name="T21" fmla="*/ 485 h 485"/>
              </a:gdLst>
              <a:ahLst/>
              <a:cxnLst>
                <a:cxn ang="T12">
                  <a:pos x="T0" y="T1"/>
                </a:cxn>
                <a:cxn ang="T13">
                  <a:pos x="T2" y="T3"/>
                </a:cxn>
                <a:cxn ang="T14">
                  <a:pos x="T4" y="T5"/>
                </a:cxn>
                <a:cxn ang="T15">
                  <a:pos x="T6" y="T7"/>
                </a:cxn>
                <a:cxn ang="T16">
                  <a:pos x="T8" y="T9"/>
                </a:cxn>
                <a:cxn ang="T17">
                  <a:pos x="T10" y="T11"/>
                </a:cxn>
              </a:cxnLst>
              <a:rect l="T18" t="T19" r="T20" b="T21"/>
              <a:pathLst>
                <a:path w="337" h="485">
                  <a:moveTo>
                    <a:pt x="336" y="194"/>
                  </a:moveTo>
                  <a:lnTo>
                    <a:pt x="118" y="484"/>
                  </a:lnTo>
                  <a:lnTo>
                    <a:pt x="0" y="452"/>
                  </a:lnTo>
                  <a:lnTo>
                    <a:pt x="336" y="0"/>
                  </a:lnTo>
                  <a:lnTo>
                    <a:pt x="336" y="152"/>
                  </a:lnTo>
                  <a:lnTo>
                    <a:pt x="336" y="194"/>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44136" name="Freeform 46"/>
            <p:cNvSpPr>
              <a:spLocks/>
            </p:cNvSpPr>
            <p:nvPr/>
          </p:nvSpPr>
          <p:spPr bwMode="auto">
            <a:xfrm>
              <a:off x="2757" y="2124"/>
              <a:ext cx="509" cy="339"/>
            </a:xfrm>
            <a:custGeom>
              <a:avLst/>
              <a:gdLst>
                <a:gd name="T0" fmla="*/ 0 w 506"/>
                <a:gd name="T1" fmla="*/ 0 h 345"/>
                <a:gd name="T2" fmla="*/ 1 w 506"/>
                <a:gd name="T3" fmla="*/ 198 h 345"/>
                <a:gd name="T4" fmla="*/ 514 w 506"/>
                <a:gd name="T5" fmla="*/ 326 h 345"/>
                <a:gd name="T6" fmla="*/ 513 w 506"/>
                <a:gd name="T7" fmla="*/ 124 h 345"/>
                <a:gd name="T8" fmla="*/ 0 60000 65536"/>
                <a:gd name="T9" fmla="*/ 0 60000 65536"/>
                <a:gd name="T10" fmla="*/ 0 60000 65536"/>
                <a:gd name="T11" fmla="*/ 0 60000 65536"/>
                <a:gd name="T12" fmla="*/ 0 w 506"/>
                <a:gd name="T13" fmla="*/ 0 h 345"/>
                <a:gd name="T14" fmla="*/ 506 w 506"/>
                <a:gd name="T15" fmla="*/ 345 h 345"/>
              </a:gdLst>
              <a:ahLst/>
              <a:cxnLst>
                <a:cxn ang="T8">
                  <a:pos x="T0" y="T1"/>
                </a:cxn>
                <a:cxn ang="T9">
                  <a:pos x="T2" y="T3"/>
                </a:cxn>
                <a:cxn ang="T10">
                  <a:pos x="T4" y="T5"/>
                </a:cxn>
                <a:cxn ang="T11">
                  <a:pos x="T6" y="T7"/>
                </a:cxn>
              </a:cxnLst>
              <a:rect l="T12" t="T13" r="T14" b="T15"/>
              <a:pathLst>
                <a:path w="506" h="345">
                  <a:moveTo>
                    <a:pt x="0" y="0"/>
                  </a:moveTo>
                  <a:lnTo>
                    <a:pt x="1" y="209"/>
                  </a:lnTo>
                  <a:lnTo>
                    <a:pt x="505" y="344"/>
                  </a:lnTo>
                  <a:lnTo>
                    <a:pt x="504" y="130"/>
                  </a:lnTo>
                </a:path>
              </a:pathLst>
            </a:custGeom>
            <a:solidFill>
              <a:srgbClr val="FC2C1C"/>
            </a:solidFill>
            <a:ln w="12700" cap="rnd" cmpd="sng">
              <a:solidFill>
                <a:schemeClr val="bg2"/>
              </a:solidFill>
              <a:prstDash val="solid"/>
              <a:round/>
              <a:headEnd type="none" w="med" len="med"/>
              <a:tailEnd type="none" w="med" len="med"/>
            </a:ln>
          </p:spPr>
          <p:txBody>
            <a:bodyPr/>
            <a:lstStyle/>
            <a:p>
              <a:endParaRPr lang="fr-FR"/>
            </a:p>
          </p:txBody>
        </p:sp>
        <p:sp>
          <p:nvSpPr>
            <p:cNvPr id="44137" name="AutoShape 47"/>
            <p:cNvSpPr>
              <a:spLocks noChangeArrowheads="1"/>
            </p:cNvSpPr>
            <p:nvPr/>
          </p:nvSpPr>
          <p:spPr bwMode="auto">
            <a:xfrm rot="16200000" flipH="1">
              <a:off x="3067" y="1967"/>
              <a:ext cx="693" cy="306"/>
            </a:xfrm>
            <a:prstGeom prst="parallelogram">
              <a:avLst>
                <a:gd name="adj" fmla="val 156202"/>
              </a:avLst>
            </a:prstGeom>
            <a:solidFill>
              <a:srgbClr val="FC2C1C"/>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sp>
        <p:nvSpPr>
          <p:cNvPr id="44043" name="Rectangle 48"/>
          <p:cNvSpPr>
            <a:spLocks noChangeArrowheads="1"/>
          </p:cNvSpPr>
          <p:nvPr/>
        </p:nvSpPr>
        <p:spPr bwMode="auto">
          <a:xfrm>
            <a:off x="7002463" y="2782888"/>
            <a:ext cx="255587" cy="347662"/>
          </a:xfrm>
          <a:prstGeom prst="rect">
            <a:avLst/>
          </a:prstGeom>
          <a:solidFill>
            <a:srgbClr val="FFFF00"/>
          </a:solidFill>
          <a:ln w="9525">
            <a:solidFill>
              <a:schemeClr val="bg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44044" name="Rectangle 49"/>
          <p:cNvSpPr>
            <a:spLocks noChangeArrowheads="1"/>
          </p:cNvSpPr>
          <p:nvPr/>
        </p:nvSpPr>
        <p:spPr bwMode="auto">
          <a:xfrm>
            <a:off x="7473950" y="2593975"/>
            <a:ext cx="222250" cy="531813"/>
          </a:xfrm>
          <a:prstGeom prst="rect">
            <a:avLst/>
          </a:prstGeom>
          <a:solidFill>
            <a:srgbClr val="0066FF"/>
          </a:solidFill>
          <a:ln w="9525">
            <a:solidFill>
              <a:schemeClr val="tx1"/>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44045" name="Oval 50"/>
          <p:cNvSpPr>
            <a:spLocks noChangeArrowheads="1"/>
          </p:cNvSpPr>
          <p:nvPr/>
        </p:nvSpPr>
        <p:spPr bwMode="auto">
          <a:xfrm>
            <a:off x="7048500" y="2230438"/>
            <a:ext cx="355600" cy="387350"/>
          </a:xfrm>
          <a:prstGeom prst="ellipse">
            <a:avLst/>
          </a:prstGeom>
          <a:solidFill>
            <a:srgbClr val="00FF00"/>
          </a:solidFill>
          <a:ln w="9525">
            <a:solidFill>
              <a:schemeClr val="tx1"/>
            </a:solidFill>
            <a:round/>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nvGrpSpPr>
          <p:cNvPr id="44046" name="Group 51"/>
          <p:cNvGrpSpPr>
            <a:grpSpLocks/>
          </p:cNvGrpSpPr>
          <p:nvPr/>
        </p:nvGrpSpPr>
        <p:grpSpPr bwMode="auto">
          <a:xfrm rot="-223274">
            <a:off x="5718175" y="1941513"/>
            <a:ext cx="1058863" cy="1042987"/>
            <a:chOff x="2757" y="1666"/>
            <a:chExt cx="812" cy="800"/>
          </a:xfrm>
        </p:grpSpPr>
        <p:sp>
          <p:nvSpPr>
            <p:cNvPr id="44126" name="Freeform 52"/>
            <p:cNvSpPr>
              <a:spLocks/>
            </p:cNvSpPr>
            <p:nvPr/>
          </p:nvSpPr>
          <p:spPr bwMode="auto">
            <a:xfrm>
              <a:off x="2762" y="1667"/>
              <a:ext cx="807" cy="584"/>
            </a:xfrm>
            <a:custGeom>
              <a:avLst/>
              <a:gdLst>
                <a:gd name="T0" fmla="*/ 497 w 807"/>
                <a:gd name="T1" fmla="*/ 583 h 584"/>
                <a:gd name="T2" fmla="*/ 0 w 807"/>
                <a:gd name="T3" fmla="*/ 452 h 584"/>
                <a:gd name="T4" fmla="*/ 337 w 807"/>
                <a:gd name="T5" fmla="*/ 0 h 584"/>
                <a:gd name="T6" fmla="*/ 806 w 807"/>
                <a:gd name="T7" fmla="*/ 98 h 584"/>
                <a:gd name="T8" fmla="*/ 497 w 807"/>
                <a:gd name="T9" fmla="*/ 583 h 584"/>
                <a:gd name="T10" fmla="*/ 0 60000 65536"/>
                <a:gd name="T11" fmla="*/ 0 60000 65536"/>
                <a:gd name="T12" fmla="*/ 0 60000 65536"/>
                <a:gd name="T13" fmla="*/ 0 60000 65536"/>
                <a:gd name="T14" fmla="*/ 0 60000 65536"/>
                <a:gd name="T15" fmla="*/ 0 w 807"/>
                <a:gd name="T16" fmla="*/ 0 h 584"/>
                <a:gd name="T17" fmla="*/ 807 w 807"/>
                <a:gd name="T18" fmla="*/ 584 h 584"/>
              </a:gdLst>
              <a:ahLst/>
              <a:cxnLst>
                <a:cxn ang="T10">
                  <a:pos x="T0" y="T1"/>
                </a:cxn>
                <a:cxn ang="T11">
                  <a:pos x="T2" y="T3"/>
                </a:cxn>
                <a:cxn ang="T12">
                  <a:pos x="T4" y="T5"/>
                </a:cxn>
                <a:cxn ang="T13">
                  <a:pos x="T6" y="T7"/>
                </a:cxn>
                <a:cxn ang="T14">
                  <a:pos x="T8" y="T9"/>
                </a:cxn>
              </a:cxnLst>
              <a:rect l="T15" t="T16" r="T17" b="T18"/>
              <a:pathLst>
                <a:path w="807" h="584">
                  <a:moveTo>
                    <a:pt x="497" y="583"/>
                  </a:moveTo>
                  <a:lnTo>
                    <a:pt x="0" y="452"/>
                  </a:lnTo>
                  <a:lnTo>
                    <a:pt x="337" y="0"/>
                  </a:lnTo>
                  <a:lnTo>
                    <a:pt x="806" y="98"/>
                  </a:lnTo>
                  <a:lnTo>
                    <a:pt x="497" y="583"/>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44127" name="Freeform 53"/>
            <p:cNvSpPr>
              <a:spLocks/>
            </p:cNvSpPr>
            <p:nvPr/>
          </p:nvSpPr>
          <p:spPr bwMode="auto">
            <a:xfrm>
              <a:off x="2882" y="1861"/>
              <a:ext cx="578" cy="384"/>
            </a:xfrm>
            <a:custGeom>
              <a:avLst/>
              <a:gdLst>
                <a:gd name="T0" fmla="*/ 377 w 578"/>
                <a:gd name="T1" fmla="*/ 383 h 384"/>
                <a:gd name="T2" fmla="*/ 0 w 578"/>
                <a:gd name="T3" fmla="*/ 291 h 384"/>
                <a:gd name="T4" fmla="*/ 217 w 578"/>
                <a:gd name="T5" fmla="*/ 0 h 384"/>
                <a:gd name="T6" fmla="*/ 577 w 578"/>
                <a:gd name="T7" fmla="*/ 74 h 384"/>
                <a:gd name="T8" fmla="*/ 377 w 578"/>
                <a:gd name="T9" fmla="*/ 383 h 384"/>
                <a:gd name="T10" fmla="*/ 0 60000 65536"/>
                <a:gd name="T11" fmla="*/ 0 60000 65536"/>
                <a:gd name="T12" fmla="*/ 0 60000 65536"/>
                <a:gd name="T13" fmla="*/ 0 60000 65536"/>
                <a:gd name="T14" fmla="*/ 0 60000 65536"/>
                <a:gd name="T15" fmla="*/ 0 w 578"/>
                <a:gd name="T16" fmla="*/ 0 h 384"/>
                <a:gd name="T17" fmla="*/ 578 w 578"/>
                <a:gd name="T18" fmla="*/ 384 h 384"/>
              </a:gdLst>
              <a:ahLst/>
              <a:cxnLst>
                <a:cxn ang="T10">
                  <a:pos x="T0" y="T1"/>
                </a:cxn>
                <a:cxn ang="T11">
                  <a:pos x="T2" y="T3"/>
                </a:cxn>
                <a:cxn ang="T12">
                  <a:pos x="T4" y="T5"/>
                </a:cxn>
                <a:cxn ang="T13">
                  <a:pos x="T6" y="T7"/>
                </a:cxn>
                <a:cxn ang="T14">
                  <a:pos x="T8" y="T9"/>
                </a:cxn>
              </a:cxnLst>
              <a:rect l="T15" t="T16" r="T17" b="T18"/>
              <a:pathLst>
                <a:path w="578" h="384">
                  <a:moveTo>
                    <a:pt x="377" y="383"/>
                  </a:moveTo>
                  <a:lnTo>
                    <a:pt x="0" y="291"/>
                  </a:lnTo>
                  <a:lnTo>
                    <a:pt x="217" y="0"/>
                  </a:lnTo>
                  <a:lnTo>
                    <a:pt x="577" y="74"/>
                  </a:lnTo>
                  <a:lnTo>
                    <a:pt x="377" y="383"/>
                  </a:lnTo>
                </a:path>
              </a:pathLst>
            </a:custGeom>
            <a:solidFill>
              <a:srgbClr val="E22B00"/>
            </a:solidFill>
            <a:ln>
              <a:noFill/>
            </a:ln>
            <a:extLst>
              <a:ext uri="{91240B29-F687-4F45-9708-019B960494DF}">
                <a14:hiddenLine xmlns:a14="http://schemas.microsoft.com/office/drawing/2010/main" w="12700" cap="rnd" cmpd="sng">
                  <a:solidFill>
                    <a:srgbClr val="000000"/>
                  </a:solidFill>
                  <a:prstDash val="solid"/>
                  <a:round/>
                  <a:headEnd type="none" w="med" len="med"/>
                  <a:tailEnd type="none" w="med" len="med"/>
                </a14:hiddenLine>
              </a:ext>
            </a:extLst>
          </p:spPr>
          <p:txBody>
            <a:bodyPr/>
            <a:lstStyle/>
            <a:p>
              <a:endParaRPr lang="fr-FR"/>
            </a:p>
          </p:txBody>
        </p:sp>
        <p:sp>
          <p:nvSpPr>
            <p:cNvPr id="44128" name="Line 54"/>
            <p:cNvSpPr>
              <a:spLocks noChangeShapeType="1"/>
            </p:cNvSpPr>
            <p:nvPr/>
          </p:nvSpPr>
          <p:spPr bwMode="auto">
            <a:xfrm>
              <a:off x="3102" y="1862"/>
              <a:ext cx="352" cy="7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fr-FR"/>
            </a:p>
          </p:txBody>
        </p:sp>
        <p:sp>
          <p:nvSpPr>
            <p:cNvPr id="44129" name="Freeform 55"/>
            <p:cNvSpPr>
              <a:spLocks/>
            </p:cNvSpPr>
            <p:nvPr/>
          </p:nvSpPr>
          <p:spPr bwMode="auto">
            <a:xfrm>
              <a:off x="2762" y="1666"/>
              <a:ext cx="337" cy="485"/>
            </a:xfrm>
            <a:custGeom>
              <a:avLst/>
              <a:gdLst>
                <a:gd name="T0" fmla="*/ 336 w 337"/>
                <a:gd name="T1" fmla="*/ 194 h 485"/>
                <a:gd name="T2" fmla="*/ 118 w 337"/>
                <a:gd name="T3" fmla="*/ 484 h 485"/>
                <a:gd name="T4" fmla="*/ 0 w 337"/>
                <a:gd name="T5" fmla="*/ 452 h 485"/>
                <a:gd name="T6" fmla="*/ 336 w 337"/>
                <a:gd name="T7" fmla="*/ 0 h 485"/>
                <a:gd name="T8" fmla="*/ 336 w 337"/>
                <a:gd name="T9" fmla="*/ 152 h 485"/>
                <a:gd name="T10" fmla="*/ 336 w 337"/>
                <a:gd name="T11" fmla="*/ 194 h 485"/>
                <a:gd name="T12" fmla="*/ 0 60000 65536"/>
                <a:gd name="T13" fmla="*/ 0 60000 65536"/>
                <a:gd name="T14" fmla="*/ 0 60000 65536"/>
                <a:gd name="T15" fmla="*/ 0 60000 65536"/>
                <a:gd name="T16" fmla="*/ 0 60000 65536"/>
                <a:gd name="T17" fmla="*/ 0 60000 65536"/>
                <a:gd name="T18" fmla="*/ 0 w 337"/>
                <a:gd name="T19" fmla="*/ 0 h 485"/>
                <a:gd name="T20" fmla="*/ 337 w 337"/>
                <a:gd name="T21" fmla="*/ 485 h 485"/>
              </a:gdLst>
              <a:ahLst/>
              <a:cxnLst>
                <a:cxn ang="T12">
                  <a:pos x="T0" y="T1"/>
                </a:cxn>
                <a:cxn ang="T13">
                  <a:pos x="T2" y="T3"/>
                </a:cxn>
                <a:cxn ang="T14">
                  <a:pos x="T4" y="T5"/>
                </a:cxn>
                <a:cxn ang="T15">
                  <a:pos x="T6" y="T7"/>
                </a:cxn>
                <a:cxn ang="T16">
                  <a:pos x="T8" y="T9"/>
                </a:cxn>
                <a:cxn ang="T17">
                  <a:pos x="T10" y="T11"/>
                </a:cxn>
              </a:cxnLst>
              <a:rect l="T18" t="T19" r="T20" b="T21"/>
              <a:pathLst>
                <a:path w="337" h="485">
                  <a:moveTo>
                    <a:pt x="336" y="194"/>
                  </a:moveTo>
                  <a:lnTo>
                    <a:pt x="118" y="484"/>
                  </a:lnTo>
                  <a:lnTo>
                    <a:pt x="0" y="452"/>
                  </a:lnTo>
                  <a:lnTo>
                    <a:pt x="336" y="0"/>
                  </a:lnTo>
                  <a:lnTo>
                    <a:pt x="336" y="152"/>
                  </a:lnTo>
                  <a:lnTo>
                    <a:pt x="336" y="194"/>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44130" name="Freeform 56"/>
            <p:cNvSpPr>
              <a:spLocks/>
            </p:cNvSpPr>
            <p:nvPr/>
          </p:nvSpPr>
          <p:spPr bwMode="auto">
            <a:xfrm>
              <a:off x="2757" y="2124"/>
              <a:ext cx="509" cy="339"/>
            </a:xfrm>
            <a:custGeom>
              <a:avLst/>
              <a:gdLst>
                <a:gd name="T0" fmla="*/ 0 w 506"/>
                <a:gd name="T1" fmla="*/ 0 h 345"/>
                <a:gd name="T2" fmla="*/ 1 w 506"/>
                <a:gd name="T3" fmla="*/ 198 h 345"/>
                <a:gd name="T4" fmla="*/ 514 w 506"/>
                <a:gd name="T5" fmla="*/ 326 h 345"/>
                <a:gd name="T6" fmla="*/ 513 w 506"/>
                <a:gd name="T7" fmla="*/ 124 h 345"/>
                <a:gd name="T8" fmla="*/ 0 60000 65536"/>
                <a:gd name="T9" fmla="*/ 0 60000 65536"/>
                <a:gd name="T10" fmla="*/ 0 60000 65536"/>
                <a:gd name="T11" fmla="*/ 0 60000 65536"/>
                <a:gd name="T12" fmla="*/ 0 w 506"/>
                <a:gd name="T13" fmla="*/ 0 h 345"/>
                <a:gd name="T14" fmla="*/ 506 w 506"/>
                <a:gd name="T15" fmla="*/ 345 h 345"/>
              </a:gdLst>
              <a:ahLst/>
              <a:cxnLst>
                <a:cxn ang="T8">
                  <a:pos x="T0" y="T1"/>
                </a:cxn>
                <a:cxn ang="T9">
                  <a:pos x="T2" y="T3"/>
                </a:cxn>
                <a:cxn ang="T10">
                  <a:pos x="T4" y="T5"/>
                </a:cxn>
                <a:cxn ang="T11">
                  <a:pos x="T6" y="T7"/>
                </a:cxn>
              </a:cxnLst>
              <a:rect l="T12" t="T13" r="T14" b="T15"/>
              <a:pathLst>
                <a:path w="506" h="345">
                  <a:moveTo>
                    <a:pt x="0" y="0"/>
                  </a:moveTo>
                  <a:lnTo>
                    <a:pt x="1" y="209"/>
                  </a:lnTo>
                  <a:lnTo>
                    <a:pt x="505" y="344"/>
                  </a:lnTo>
                  <a:lnTo>
                    <a:pt x="504" y="130"/>
                  </a:lnTo>
                </a:path>
              </a:pathLst>
            </a:custGeom>
            <a:solidFill>
              <a:srgbClr val="FC2C1C"/>
            </a:solidFill>
            <a:ln w="12700" cap="rnd" cmpd="sng">
              <a:solidFill>
                <a:schemeClr val="bg2"/>
              </a:solidFill>
              <a:prstDash val="solid"/>
              <a:round/>
              <a:headEnd type="none" w="med" len="med"/>
              <a:tailEnd type="none" w="med" len="med"/>
            </a:ln>
          </p:spPr>
          <p:txBody>
            <a:bodyPr/>
            <a:lstStyle/>
            <a:p>
              <a:endParaRPr lang="fr-FR"/>
            </a:p>
          </p:txBody>
        </p:sp>
        <p:sp>
          <p:nvSpPr>
            <p:cNvPr id="44131" name="AutoShape 57"/>
            <p:cNvSpPr>
              <a:spLocks noChangeArrowheads="1"/>
            </p:cNvSpPr>
            <p:nvPr/>
          </p:nvSpPr>
          <p:spPr bwMode="auto">
            <a:xfrm rot="16200000" flipH="1">
              <a:off x="3067" y="1967"/>
              <a:ext cx="693" cy="306"/>
            </a:xfrm>
            <a:prstGeom prst="parallelogram">
              <a:avLst>
                <a:gd name="adj" fmla="val 156202"/>
              </a:avLst>
            </a:prstGeom>
            <a:solidFill>
              <a:srgbClr val="FC2C1C"/>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grpSp>
        <p:nvGrpSpPr>
          <p:cNvPr id="44047" name="Group 58"/>
          <p:cNvGrpSpPr>
            <a:grpSpLocks/>
          </p:cNvGrpSpPr>
          <p:nvPr/>
        </p:nvGrpSpPr>
        <p:grpSpPr bwMode="auto">
          <a:xfrm rot="-223274">
            <a:off x="5680075" y="1630363"/>
            <a:ext cx="1058863" cy="1042987"/>
            <a:chOff x="2757" y="1666"/>
            <a:chExt cx="812" cy="800"/>
          </a:xfrm>
        </p:grpSpPr>
        <p:sp>
          <p:nvSpPr>
            <p:cNvPr id="44120" name="Freeform 59"/>
            <p:cNvSpPr>
              <a:spLocks/>
            </p:cNvSpPr>
            <p:nvPr/>
          </p:nvSpPr>
          <p:spPr bwMode="auto">
            <a:xfrm>
              <a:off x="2762" y="1667"/>
              <a:ext cx="807" cy="584"/>
            </a:xfrm>
            <a:custGeom>
              <a:avLst/>
              <a:gdLst>
                <a:gd name="T0" fmla="*/ 497 w 807"/>
                <a:gd name="T1" fmla="*/ 583 h 584"/>
                <a:gd name="T2" fmla="*/ 0 w 807"/>
                <a:gd name="T3" fmla="*/ 452 h 584"/>
                <a:gd name="T4" fmla="*/ 337 w 807"/>
                <a:gd name="T5" fmla="*/ 0 h 584"/>
                <a:gd name="T6" fmla="*/ 806 w 807"/>
                <a:gd name="T7" fmla="*/ 98 h 584"/>
                <a:gd name="T8" fmla="*/ 497 w 807"/>
                <a:gd name="T9" fmla="*/ 583 h 584"/>
                <a:gd name="T10" fmla="*/ 0 60000 65536"/>
                <a:gd name="T11" fmla="*/ 0 60000 65536"/>
                <a:gd name="T12" fmla="*/ 0 60000 65536"/>
                <a:gd name="T13" fmla="*/ 0 60000 65536"/>
                <a:gd name="T14" fmla="*/ 0 60000 65536"/>
                <a:gd name="T15" fmla="*/ 0 w 807"/>
                <a:gd name="T16" fmla="*/ 0 h 584"/>
                <a:gd name="T17" fmla="*/ 807 w 807"/>
                <a:gd name="T18" fmla="*/ 584 h 584"/>
              </a:gdLst>
              <a:ahLst/>
              <a:cxnLst>
                <a:cxn ang="T10">
                  <a:pos x="T0" y="T1"/>
                </a:cxn>
                <a:cxn ang="T11">
                  <a:pos x="T2" y="T3"/>
                </a:cxn>
                <a:cxn ang="T12">
                  <a:pos x="T4" y="T5"/>
                </a:cxn>
                <a:cxn ang="T13">
                  <a:pos x="T6" y="T7"/>
                </a:cxn>
                <a:cxn ang="T14">
                  <a:pos x="T8" y="T9"/>
                </a:cxn>
              </a:cxnLst>
              <a:rect l="T15" t="T16" r="T17" b="T18"/>
              <a:pathLst>
                <a:path w="807" h="584">
                  <a:moveTo>
                    <a:pt x="497" y="583"/>
                  </a:moveTo>
                  <a:lnTo>
                    <a:pt x="0" y="452"/>
                  </a:lnTo>
                  <a:lnTo>
                    <a:pt x="337" y="0"/>
                  </a:lnTo>
                  <a:lnTo>
                    <a:pt x="806" y="98"/>
                  </a:lnTo>
                  <a:lnTo>
                    <a:pt x="497" y="583"/>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44121" name="Freeform 60"/>
            <p:cNvSpPr>
              <a:spLocks/>
            </p:cNvSpPr>
            <p:nvPr/>
          </p:nvSpPr>
          <p:spPr bwMode="auto">
            <a:xfrm>
              <a:off x="2882" y="1861"/>
              <a:ext cx="578" cy="384"/>
            </a:xfrm>
            <a:custGeom>
              <a:avLst/>
              <a:gdLst>
                <a:gd name="T0" fmla="*/ 377 w 578"/>
                <a:gd name="T1" fmla="*/ 383 h 384"/>
                <a:gd name="T2" fmla="*/ 0 w 578"/>
                <a:gd name="T3" fmla="*/ 291 h 384"/>
                <a:gd name="T4" fmla="*/ 217 w 578"/>
                <a:gd name="T5" fmla="*/ 0 h 384"/>
                <a:gd name="T6" fmla="*/ 577 w 578"/>
                <a:gd name="T7" fmla="*/ 74 h 384"/>
                <a:gd name="T8" fmla="*/ 377 w 578"/>
                <a:gd name="T9" fmla="*/ 383 h 384"/>
                <a:gd name="T10" fmla="*/ 0 60000 65536"/>
                <a:gd name="T11" fmla="*/ 0 60000 65536"/>
                <a:gd name="T12" fmla="*/ 0 60000 65536"/>
                <a:gd name="T13" fmla="*/ 0 60000 65536"/>
                <a:gd name="T14" fmla="*/ 0 60000 65536"/>
                <a:gd name="T15" fmla="*/ 0 w 578"/>
                <a:gd name="T16" fmla="*/ 0 h 384"/>
                <a:gd name="T17" fmla="*/ 578 w 578"/>
                <a:gd name="T18" fmla="*/ 384 h 384"/>
              </a:gdLst>
              <a:ahLst/>
              <a:cxnLst>
                <a:cxn ang="T10">
                  <a:pos x="T0" y="T1"/>
                </a:cxn>
                <a:cxn ang="T11">
                  <a:pos x="T2" y="T3"/>
                </a:cxn>
                <a:cxn ang="T12">
                  <a:pos x="T4" y="T5"/>
                </a:cxn>
                <a:cxn ang="T13">
                  <a:pos x="T6" y="T7"/>
                </a:cxn>
                <a:cxn ang="T14">
                  <a:pos x="T8" y="T9"/>
                </a:cxn>
              </a:cxnLst>
              <a:rect l="T15" t="T16" r="T17" b="T18"/>
              <a:pathLst>
                <a:path w="578" h="384">
                  <a:moveTo>
                    <a:pt x="377" y="383"/>
                  </a:moveTo>
                  <a:lnTo>
                    <a:pt x="0" y="291"/>
                  </a:lnTo>
                  <a:lnTo>
                    <a:pt x="217" y="0"/>
                  </a:lnTo>
                  <a:lnTo>
                    <a:pt x="577" y="74"/>
                  </a:lnTo>
                  <a:lnTo>
                    <a:pt x="377" y="383"/>
                  </a:lnTo>
                </a:path>
              </a:pathLst>
            </a:custGeom>
            <a:solidFill>
              <a:srgbClr val="E22B00"/>
            </a:solidFill>
            <a:ln>
              <a:noFill/>
            </a:ln>
            <a:extLst>
              <a:ext uri="{91240B29-F687-4F45-9708-019B960494DF}">
                <a14:hiddenLine xmlns:a14="http://schemas.microsoft.com/office/drawing/2010/main" w="12700" cap="rnd" cmpd="sng">
                  <a:solidFill>
                    <a:srgbClr val="000000"/>
                  </a:solidFill>
                  <a:prstDash val="solid"/>
                  <a:round/>
                  <a:headEnd type="none" w="med" len="med"/>
                  <a:tailEnd type="none" w="med" len="med"/>
                </a14:hiddenLine>
              </a:ext>
            </a:extLst>
          </p:spPr>
          <p:txBody>
            <a:bodyPr/>
            <a:lstStyle/>
            <a:p>
              <a:endParaRPr lang="fr-FR"/>
            </a:p>
          </p:txBody>
        </p:sp>
        <p:sp>
          <p:nvSpPr>
            <p:cNvPr id="44122" name="Line 61"/>
            <p:cNvSpPr>
              <a:spLocks noChangeShapeType="1"/>
            </p:cNvSpPr>
            <p:nvPr/>
          </p:nvSpPr>
          <p:spPr bwMode="auto">
            <a:xfrm>
              <a:off x="3102" y="1862"/>
              <a:ext cx="352" cy="7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fr-FR"/>
            </a:p>
          </p:txBody>
        </p:sp>
        <p:sp>
          <p:nvSpPr>
            <p:cNvPr id="44123" name="Freeform 62"/>
            <p:cNvSpPr>
              <a:spLocks/>
            </p:cNvSpPr>
            <p:nvPr/>
          </p:nvSpPr>
          <p:spPr bwMode="auto">
            <a:xfrm>
              <a:off x="2762" y="1666"/>
              <a:ext cx="337" cy="485"/>
            </a:xfrm>
            <a:custGeom>
              <a:avLst/>
              <a:gdLst>
                <a:gd name="T0" fmla="*/ 336 w 337"/>
                <a:gd name="T1" fmla="*/ 194 h 485"/>
                <a:gd name="T2" fmla="*/ 118 w 337"/>
                <a:gd name="T3" fmla="*/ 484 h 485"/>
                <a:gd name="T4" fmla="*/ 0 w 337"/>
                <a:gd name="T5" fmla="*/ 452 h 485"/>
                <a:gd name="T6" fmla="*/ 336 w 337"/>
                <a:gd name="T7" fmla="*/ 0 h 485"/>
                <a:gd name="T8" fmla="*/ 336 w 337"/>
                <a:gd name="T9" fmla="*/ 152 h 485"/>
                <a:gd name="T10" fmla="*/ 336 w 337"/>
                <a:gd name="T11" fmla="*/ 194 h 485"/>
                <a:gd name="T12" fmla="*/ 0 60000 65536"/>
                <a:gd name="T13" fmla="*/ 0 60000 65536"/>
                <a:gd name="T14" fmla="*/ 0 60000 65536"/>
                <a:gd name="T15" fmla="*/ 0 60000 65536"/>
                <a:gd name="T16" fmla="*/ 0 60000 65536"/>
                <a:gd name="T17" fmla="*/ 0 60000 65536"/>
                <a:gd name="T18" fmla="*/ 0 w 337"/>
                <a:gd name="T19" fmla="*/ 0 h 485"/>
                <a:gd name="T20" fmla="*/ 337 w 337"/>
                <a:gd name="T21" fmla="*/ 485 h 485"/>
              </a:gdLst>
              <a:ahLst/>
              <a:cxnLst>
                <a:cxn ang="T12">
                  <a:pos x="T0" y="T1"/>
                </a:cxn>
                <a:cxn ang="T13">
                  <a:pos x="T2" y="T3"/>
                </a:cxn>
                <a:cxn ang="T14">
                  <a:pos x="T4" y="T5"/>
                </a:cxn>
                <a:cxn ang="T15">
                  <a:pos x="T6" y="T7"/>
                </a:cxn>
                <a:cxn ang="T16">
                  <a:pos x="T8" y="T9"/>
                </a:cxn>
                <a:cxn ang="T17">
                  <a:pos x="T10" y="T11"/>
                </a:cxn>
              </a:cxnLst>
              <a:rect l="T18" t="T19" r="T20" b="T21"/>
              <a:pathLst>
                <a:path w="337" h="485">
                  <a:moveTo>
                    <a:pt x="336" y="194"/>
                  </a:moveTo>
                  <a:lnTo>
                    <a:pt x="118" y="484"/>
                  </a:lnTo>
                  <a:lnTo>
                    <a:pt x="0" y="452"/>
                  </a:lnTo>
                  <a:lnTo>
                    <a:pt x="336" y="0"/>
                  </a:lnTo>
                  <a:lnTo>
                    <a:pt x="336" y="152"/>
                  </a:lnTo>
                  <a:lnTo>
                    <a:pt x="336" y="194"/>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44124" name="Freeform 63"/>
            <p:cNvSpPr>
              <a:spLocks/>
            </p:cNvSpPr>
            <p:nvPr/>
          </p:nvSpPr>
          <p:spPr bwMode="auto">
            <a:xfrm>
              <a:off x="2757" y="2124"/>
              <a:ext cx="509" cy="339"/>
            </a:xfrm>
            <a:custGeom>
              <a:avLst/>
              <a:gdLst>
                <a:gd name="T0" fmla="*/ 0 w 506"/>
                <a:gd name="T1" fmla="*/ 0 h 345"/>
                <a:gd name="T2" fmla="*/ 1 w 506"/>
                <a:gd name="T3" fmla="*/ 198 h 345"/>
                <a:gd name="T4" fmla="*/ 514 w 506"/>
                <a:gd name="T5" fmla="*/ 326 h 345"/>
                <a:gd name="T6" fmla="*/ 513 w 506"/>
                <a:gd name="T7" fmla="*/ 124 h 345"/>
                <a:gd name="T8" fmla="*/ 0 60000 65536"/>
                <a:gd name="T9" fmla="*/ 0 60000 65536"/>
                <a:gd name="T10" fmla="*/ 0 60000 65536"/>
                <a:gd name="T11" fmla="*/ 0 60000 65536"/>
                <a:gd name="T12" fmla="*/ 0 w 506"/>
                <a:gd name="T13" fmla="*/ 0 h 345"/>
                <a:gd name="T14" fmla="*/ 506 w 506"/>
                <a:gd name="T15" fmla="*/ 345 h 345"/>
              </a:gdLst>
              <a:ahLst/>
              <a:cxnLst>
                <a:cxn ang="T8">
                  <a:pos x="T0" y="T1"/>
                </a:cxn>
                <a:cxn ang="T9">
                  <a:pos x="T2" y="T3"/>
                </a:cxn>
                <a:cxn ang="T10">
                  <a:pos x="T4" y="T5"/>
                </a:cxn>
                <a:cxn ang="T11">
                  <a:pos x="T6" y="T7"/>
                </a:cxn>
              </a:cxnLst>
              <a:rect l="T12" t="T13" r="T14" b="T15"/>
              <a:pathLst>
                <a:path w="506" h="345">
                  <a:moveTo>
                    <a:pt x="0" y="0"/>
                  </a:moveTo>
                  <a:lnTo>
                    <a:pt x="1" y="209"/>
                  </a:lnTo>
                  <a:lnTo>
                    <a:pt x="505" y="344"/>
                  </a:lnTo>
                  <a:lnTo>
                    <a:pt x="504" y="130"/>
                  </a:lnTo>
                </a:path>
              </a:pathLst>
            </a:custGeom>
            <a:solidFill>
              <a:srgbClr val="FC2C1C"/>
            </a:solidFill>
            <a:ln w="12700" cap="rnd" cmpd="sng">
              <a:solidFill>
                <a:schemeClr val="bg2"/>
              </a:solidFill>
              <a:prstDash val="solid"/>
              <a:round/>
              <a:headEnd type="none" w="med" len="med"/>
              <a:tailEnd type="none" w="med" len="med"/>
            </a:ln>
          </p:spPr>
          <p:txBody>
            <a:bodyPr/>
            <a:lstStyle/>
            <a:p>
              <a:endParaRPr lang="fr-FR"/>
            </a:p>
          </p:txBody>
        </p:sp>
        <p:sp>
          <p:nvSpPr>
            <p:cNvPr id="44125" name="AutoShape 64"/>
            <p:cNvSpPr>
              <a:spLocks noChangeArrowheads="1"/>
            </p:cNvSpPr>
            <p:nvPr/>
          </p:nvSpPr>
          <p:spPr bwMode="auto">
            <a:xfrm rot="16200000" flipH="1">
              <a:off x="3067" y="1967"/>
              <a:ext cx="693" cy="306"/>
            </a:xfrm>
            <a:prstGeom prst="parallelogram">
              <a:avLst>
                <a:gd name="adj" fmla="val 156202"/>
              </a:avLst>
            </a:prstGeom>
            <a:solidFill>
              <a:srgbClr val="FC2C1C"/>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sp>
        <p:nvSpPr>
          <p:cNvPr id="44048" name="Text Box 65"/>
          <p:cNvSpPr txBox="1">
            <a:spLocks noChangeArrowheads="1"/>
          </p:cNvSpPr>
          <p:nvPr/>
        </p:nvSpPr>
        <p:spPr bwMode="auto">
          <a:xfrm>
            <a:off x="5497513" y="3314700"/>
            <a:ext cx="2635250" cy="8969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lnSpc>
                <a:spcPct val="110000"/>
              </a:lnSpc>
              <a:spcBef>
                <a:spcPct val="0"/>
              </a:spcBef>
              <a:buFontTx/>
              <a:buNone/>
            </a:pPr>
            <a:r>
              <a:rPr lang="fr-FR" altLang="fr-FR" sz="1600"/>
              <a:t>Des boîtes et des jetons pour constituer vos stocks et un</a:t>
            </a:r>
          </a:p>
        </p:txBody>
      </p:sp>
      <p:grpSp>
        <p:nvGrpSpPr>
          <p:cNvPr id="44049" name="Group 69"/>
          <p:cNvGrpSpPr>
            <a:grpSpLocks/>
          </p:cNvGrpSpPr>
          <p:nvPr/>
        </p:nvGrpSpPr>
        <p:grpSpPr bwMode="auto">
          <a:xfrm>
            <a:off x="904875" y="3122613"/>
            <a:ext cx="519113" cy="533400"/>
            <a:chOff x="375" y="2879"/>
            <a:chExt cx="493" cy="511"/>
          </a:xfrm>
        </p:grpSpPr>
        <p:sp>
          <p:nvSpPr>
            <p:cNvPr id="44115" name="Rectangle 70"/>
            <p:cNvSpPr>
              <a:spLocks noChangeArrowheads="1"/>
            </p:cNvSpPr>
            <p:nvPr/>
          </p:nvSpPr>
          <p:spPr bwMode="auto">
            <a:xfrm>
              <a:off x="606" y="2879"/>
              <a:ext cx="262" cy="338"/>
            </a:xfrm>
            <a:prstGeom prst="rect">
              <a:avLst/>
            </a:prstGeom>
            <a:solidFill>
              <a:schemeClr val="bg1"/>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44116" name="Rectangle 71"/>
            <p:cNvSpPr>
              <a:spLocks noChangeArrowheads="1"/>
            </p:cNvSpPr>
            <p:nvPr/>
          </p:nvSpPr>
          <p:spPr bwMode="auto">
            <a:xfrm>
              <a:off x="553" y="2921"/>
              <a:ext cx="262" cy="338"/>
            </a:xfrm>
            <a:prstGeom prst="rect">
              <a:avLst/>
            </a:prstGeom>
            <a:solidFill>
              <a:schemeClr val="bg1"/>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44117" name="Rectangle 72"/>
            <p:cNvSpPr>
              <a:spLocks noChangeArrowheads="1"/>
            </p:cNvSpPr>
            <p:nvPr/>
          </p:nvSpPr>
          <p:spPr bwMode="auto">
            <a:xfrm>
              <a:off x="493" y="2963"/>
              <a:ext cx="262" cy="338"/>
            </a:xfrm>
            <a:prstGeom prst="rect">
              <a:avLst/>
            </a:prstGeom>
            <a:solidFill>
              <a:schemeClr val="bg1"/>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44118" name="Rectangle 73"/>
            <p:cNvSpPr>
              <a:spLocks noChangeArrowheads="1"/>
            </p:cNvSpPr>
            <p:nvPr/>
          </p:nvSpPr>
          <p:spPr bwMode="auto">
            <a:xfrm>
              <a:off x="428" y="3010"/>
              <a:ext cx="262" cy="338"/>
            </a:xfrm>
            <a:prstGeom prst="rect">
              <a:avLst/>
            </a:prstGeom>
            <a:solidFill>
              <a:schemeClr val="bg1"/>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44119" name="Rectangle 74"/>
            <p:cNvSpPr>
              <a:spLocks noChangeArrowheads="1"/>
            </p:cNvSpPr>
            <p:nvPr/>
          </p:nvSpPr>
          <p:spPr bwMode="auto">
            <a:xfrm>
              <a:off x="375" y="3052"/>
              <a:ext cx="262" cy="338"/>
            </a:xfrm>
            <a:prstGeom prst="rect">
              <a:avLst/>
            </a:prstGeom>
            <a:solidFill>
              <a:schemeClr val="bg1"/>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grpSp>
        <p:nvGrpSpPr>
          <p:cNvPr id="44050" name="Group 81"/>
          <p:cNvGrpSpPr>
            <a:grpSpLocks/>
          </p:cNvGrpSpPr>
          <p:nvPr/>
        </p:nvGrpSpPr>
        <p:grpSpPr bwMode="auto">
          <a:xfrm>
            <a:off x="7183438" y="3921125"/>
            <a:ext cx="315912" cy="379413"/>
            <a:chOff x="868" y="1439"/>
            <a:chExt cx="811" cy="972"/>
          </a:xfrm>
        </p:grpSpPr>
        <p:sp>
          <p:nvSpPr>
            <p:cNvPr id="44064" name="Freeform 82"/>
            <p:cNvSpPr>
              <a:spLocks/>
            </p:cNvSpPr>
            <p:nvPr/>
          </p:nvSpPr>
          <p:spPr bwMode="auto">
            <a:xfrm>
              <a:off x="1548" y="2014"/>
              <a:ext cx="123" cy="100"/>
            </a:xfrm>
            <a:custGeom>
              <a:avLst/>
              <a:gdLst>
                <a:gd name="T0" fmla="*/ 5 w 618"/>
                <a:gd name="T1" fmla="*/ 0 h 502"/>
                <a:gd name="T2" fmla="*/ 5 w 618"/>
                <a:gd name="T3" fmla="*/ 0 h 502"/>
                <a:gd name="T4" fmla="*/ 0 w 618"/>
                <a:gd name="T5" fmla="*/ 4 h 502"/>
                <a:gd name="T6" fmla="*/ 0 w 618"/>
                <a:gd name="T7" fmla="*/ 4 h 502"/>
                <a:gd name="T8" fmla="*/ 5 w 618"/>
                <a:gd name="T9" fmla="*/ 0 h 502"/>
                <a:gd name="T10" fmla="*/ 5 w 618"/>
                <a:gd name="T11" fmla="*/ 0 h 502"/>
                <a:gd name="T12" fmla="*/ 5 w 618"/>
                <a:gd name="T13" fmla="*/ 0 h 502"/>
                <a:gd name="T14" fmla="*/ 5 w 618"/>
                <a:gd name="T15" fmla="*/ 0 h 502"/>
                <a:gd name="T16" fmla="*/ 5 w 618"/>
                <a:gd name="T17" fmla="*/ 0 h 502"/>
                <a:gd name="T18" fmla="*/ 5 w 618"/>
                <a:gd name="T19" fmla="*/ 0 h 502"/>
                <a:gd name="T20" fmla="*/ 5 w 618"/>
                <a:gd name="T21" fmla="*/ 0 h 502"/>
                <a:gd name="T22" fmla="*/ 5 w 618"/>
                <a:gd name="T23" fmla="*/ 0 h 502"/>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618"/>
                <a:gd name="T37" fmla="*/ 0 h 502"/>
                <a:gd name="T38" fmla="*/ 618 w 618"/>
                <a:gd name="T39" fmla="*/ 502 h 502"/>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618" h="502">
                  <a:moveTo>
                    <a:pt x="611" y="0"/>
                  </a:moveTo>
                  <a:lnTo>
                    <a:pt x="606" y="2"/>
                  </a:lnTo>
                  <a:lnTo>
                    <a:pt x="0" y="490"/>
                  </a:lnTo>
                  <a:lnTo>
                    <a:pt x="10" y="502"/>
                  </a:lnTo>
                  <a:lnTo>
                    <a:pt x="616" y="14"/>
                  </a:lnTo>
                  <a:lnTo>
                    <a:pt x="611" y="16"/>
                  </a:lnTo>
                  <a:lnTo>
                    <a:pt x="616" y="14"/>
                  </a:lnTo>
                  <a:lnTo>
                    <a:pt x="618" y="9"/>
                  </a:lnTo>
                  <a:lnTo>
                    <a:pt x="617" y="3"/>
                  </a:lnTo>
                  <a:lnTo>
                    <a:pt x="612" y="1"/>
                  </a:lnTo>
                  <a:lnTo>
                    <a:pt x="606" y="2"/>
                  </a:lnTo>
                  <a:lnTo>
                    <a:pt x="611"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44065" name="Freeform 83"/>
            <p:cNvSpPr>
              <a:spLocks/>
            </p:cNvSpPr>
            <p:nvPr/>
          </p:nvSpPr>
          <p:spPr bwMode="auto">
            <a:xfrm>
              <a:off x="876" y="1852"/>
              <a:ext cx="82" cy="373"/>
            </a:xfrm>
            <a:custGeom>
              <a:avLst/>
              <a:gdLst>
                <a:gd name="T0" fmla="*/ 3 w 413"/>
                <a:gd name="T1" fmla="*/ 15 h 1865"/>
                <a:gd name="T2" fmla="*/ 3 w 413"/>
                <a:gd name="T3" fmla="*/ 15 h 1865"/>
                <a:gd name="T4" fmla="*/ 0 w 413"/>
                <a:gd name="T5" fmla="*/ 0 h 1865"/>
                <a:gd name="T6" fmla="*/ 0 w 413"/>
                <a:gd name="T7" fmla="*/ 0 h 1865"/>
                <a:gd name="T8" fmla="*/ 3 w 413"/>
                <a:gd name="T9" fmla="*/ 15 h 1865"/>
                <a:gd name="T10" fmla="*/ 3 w 413"/>
                <a:gd name="T11" fmla="*/ 15 h 1865"/>
                <a:gd name="T12" fmla="*/ 3 w 413"/>
                <a:gd name="T13" fmla="*/ 15 h 1865"/>
                <a:gd name="T14" fmla="*/ 3 w 413"/>
                <a:gd name="T15" fmla="*/ 15 h 1865"/>
                <a:gd name="T16" fmla="*/ 3 w 413"/>
                <a:gd name="T17" fmla="*/ 15 h 1865"/>
                <a:gd name="T18" fmla="*/ 3 w 413"/>
                <a:gd name="T19" fmla="*/ 15 h 1865"/>
                <a:gd name="T20" fmla="*/ 3 w 413"/>
                <a:gd name="T21" fmla="*/ 15 h 1865"/>
                <a:gd name="T22" fmla="*/ 3 w 413"/>
                <a:gd name="T23" fmla="*/ 15 h 186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413"/>
                <a:gd name="T37" fmla="*/ 0 h 1865"/>
                <a:gd name="T38" fmla="*/ 413 w 413"/>
                <a:gd name="T39" fmla="*/ 1865 h 1865"/>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413" h="1865">
                  <a:moveTo>
                    <a:pt x="400" y="1864"/>
                  </a:moveTo>
                  <a:lnTo>
                    <a:pt x="413" y="1856"/>
                  </a:lnTo>
                  <a:lnTo>
                    <a:pt x="17" y="0"/>
                  </a:lnTo>
                  <a:lnTo>
                    <a:pt x="0" y="2"/>
                  </a:lnTo>
                  <a:lnTo>
                    <a:pt x="396" y="1858"/>
                  </a:lnTo>
                  <a:lnTo>
                    <a:pt x="409" y="1850"/>
                  </a:lnTo>
                  <a:lnTo>
                    <a:pt x="396" y="1858"/>
                  </a:lnTo>
                  <a:lnTo>
                    <a:pt x="400" y="1864"/>
                  </a:lnTo>
                  <a:lnTo>
                    <a:pt x="406" y="1865"/>
                  </a:lnTo>
                  <a:lnTo>
                    <a:pt x="410" y="1862"/>
                  </a:lnTo>
                  <a:lnTo>
                    <a:pt x="413" y="1856"/>
                  </a:lnTo>
                  <a:lnTo>
                    <a:pt x="400" y="186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44066" name="Freeform 84"/>
            <p:cNvSpPr>
              <a:spLocks/>
            </p:cNvSpPr>
            <p:nvPr/>
          </p:nvSpPr>
          <p:spPr bwMode="auto">
            <a:xfrm>
              <a:off x="1282" y="1533"/>
              <a:ext cx="35" cy="161"/>
            </a:xfrm>
            <a:custGeom>
              <a:avLst/>
              <a:gdLst>
                <a:gd name="T0" fmla="*/ 1 w 175"/>
                <a:gd name="T1" fmla="*/ 6 h 807"/>
                <a:gd name="T2" fmla="*/ 1 w 175"/>
                <a:gd name="T3" fmla="*/ 6 h 807"/>
                <a:gd name="T4" fmla="*/ 1 w 175"/>
                <a:gd name="T5" fmla="*/ 6 h 807"/>
                <a:gd name="T6" fmla="*/ 1 w 175"/>
                <a:gd name="T7" fmla="*/ 5 h 807"/>
                <a:gd name="T8" fmla="*/ 1 w 175"/>
                <a:gd name="T9" fmla="*/ 5 h 807"/>
                <a:gd name="T10" fmla="*/ 1 w 175"/>
                <a:gd name="T11" fmla="*/ 5 h 807"/>
                <a:gd name="T12" fmla="*/ 1 w 175"/>
                <a:gd name="T13" fmla="*/ 4 h 807"/>
                <a:gd name="T14" fmla="*/ 1 w 175"/>
                <a:gd name="T15" fmla="*/ 4 h 807"/>
                <a:gd name="T16" fmla="*/ 1 w 175"/>
                <a:gd name="T17" fmla="*/ 3 h 807"/>
                <a:gd name="T18" fmla="*/ 1 w 175"/>
                <a:gd name="T19" fmla="*/ 3 h 807"/>
                <a:gd name="T20" fmla="*/ 1 w 175"/>
                <a:gd name="T21" fmla="*/ 3 h 807"/>
                <a:gd name="T22" fmla="*/ 1 w 175"/>
                <a:gd name="T23" fmla="*/ 2 h 807"/>
                <a:gd name="T24" fmla="*/ 1 w 175"/>
                <a:gd name="T25" fmla="*/ 2 h 807"/>
                <a:gd name="T26" fmla="*/ 1 w 175"/>
                <a:gd name="T27" fmla="*/ 2 h 807"/>
                <a:gd name="T28" fmla="*/ 1 w 175"/>
                <a:gd name="T29" fmla="*/ 1 h 807"/>
                <a:gd name="T30" fmla="*/ 1 w 175"/>
                <a:gd name="T31" fmla="*/ 1 h 807"/>
                <a:gd name="T32" fmla="*/ 1 w 175"/>
                <a:gd name="T33" fmla="*/ 1 h 807"/>
                <a:gd name="T34" fmla="*/ 1 w 175"/>
                <a:gd name="T35" fmla="*/ 0 h 807"/>
                <a:gd name="T36" fmla="*/ 1 w 175"/>
                <a:gd name="T37" fmla="*/ 0 h 807"/>
                <a:gd name="T38" fmla="*/ 1 w 175"/>
                <a:gd name="T39" fmla="*/ 0 h 807"/>
                <a:gd name="T40" fmla="*/ 0 w 175"/>
                <a:gd name="T41" fmla="*/ 1 h 807"/>
                <a:gd name="T42" fmla="*/ 0 w 175"/>
                <a:gd name="T43" fmla="*/ 1 h 807"/>
                <a:gd name="T44" fmla="*/ 0 w 175"/>
                <a:gd name="T45" fmla="*/ 1 h 807"/>
                <a:gd name="T46" fmla="*/ 0 w 175"/>
                <a:gd name="T47" fmla="*/ 2 h 807"/>
                <a:gd name="T48" fmla="*/ 0 w 175"/>
                <a:gd name="T49" fmla="*/ 2 h 807"/>
                <a:gd name="T50" fmla="*/ 0 w 175"/>
                <a:gd name="T51" fmla="*/ 3 h 807"/>
                <a:gd name="T52" fmla="*/ 0 w 175"/>
                <a:gd name="T53" fmla="*/ 3 h 807"/>
                <a:gd name="T54" fmla="*/ 0 w 175"/>
                <a:gd name="T55" fmla="*/ 3 h 807"/>
                <a:gd name="T56" fmla="*/ 0 w 175"/>
                <a:gd name="T57" fmla="*/ 4 h 807"/>
                <a:gd name="T58" fmla="*/ 0 w 175"/>
                <a:gd name="T59" fmla="*/ 4 h 807"/>
                <a:gd name="T60" fmla="*/ 0 w 175"/>
                <a:gd name="T61" fmla="*/ 5 h 807"/>
                <a:gd name="T62" fmla="*/ 0 w 175"/>
                <a:gd name="T63" fmla="*/ 5 h 807"/>
                <a:gd name="T64" fmla="*/ 0 w 175"/>
                <a:gd name="T65" fmla="*/ 5 h 807"/>
                <a:gd name="T66" fmla="*/ 1 w 175"/>
                <a:gd name="T67" fmla="*/ 6 h 807"/>
                <a:gd name="T68" fmla="*/ 1 w 175"/>
                <a:gd name="T69" fmla="*/ 6 h 807"/>
                <a:gd name="T70" fmla="*/ 1 w 175"/>
                <a:gd name="T71" fmla="*/ 6 h 807"/>
                <a:gd name="T72" fmla="*/ 1 w 175"/>
                <a:gd name="T73" fmla="*/ 6 h 807"/>
                <a:gd name="T74" fmla="*/ 1 w 175"/>
                <a:gd name="T75" fmla="*/ 6 h 807"/>
                <a:gd name="T76" fmla="*/ 1 w 175"/>
                <a:gd name="T77" fmla="*/ 6 h 807"/>
                <a:gd name="T78" fmla="*/ 1 w 175"/>
                <a:gd name="T79" fmla="*/ 6 h 807"/>
                <a:gd name="T80" fmla="*/ 1 w 175"/>
                <a:gd name="T81" fmla="*/ 6 h 807"/>
                <a:gd name="T82" fmla="*/ 1 w 175"/>
                <a:gd name="T83" fmla="*/ 6 h 807"/>
                <a:gd name="T84" fmla="*/ 1 w 175"/>
                <a:gd name="T85" fmla="*/ 6 h 807"/>
                <a:gd name="T86" fmla="*/ 1 w 175"/>
                <a:gd name="T87" fmla="*/ 6 h 807"/>
                <a:gd name="T88" fmla="*/ 1 w 175"/>
                <a:gd name="T89" fmla="*/ 6 h 807"/>
                <a:gd name="T90" fmla="*/ 1 w 175"/>
                <a:gd name="T91" fmla="*/ 6 h 80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175"/>
                <a:gd name="T139" fmla="*/ 0 h 807"/>
                <a:gd name="T140" fmla="*/ 175 w 175"/>
                <a:gd name="T141" fmla="*/ 807 h 80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175" h="807">
                  <a:moveTo>
                    <a:pt x="169" y="740"/>
                  </a:moveTo>
                  <a:lnTo>
                    <a:pt x="169" y="739"/>
                  </a:lnTo>
                  <a:lnTo>
                    <a:pt x="149" y="698"/>
                  </a:lnTo>
                  <a:lnTo>
                    <a:pt x="133" y="656"/>
                  </a:lnTo>
                  <a:lnTo>
                    <a:pt x="120" y="611"/>
                  </a:lnTo>
                  <a:lnTo>
                    <a:pt x="108" y="565"/>
                  </a:lnTo>
                  <a:lnTo>
                    <a:pt x="100" y="520"/>
                  </a:lnTo>
                  <a:lnTo>
                    <a:pt x="96" y="472"/>
                  </a:lnTo>
                  <a:lnTo>
                    <a:pt x="93" y="425"/>
                  </a:lnTo>
                  <a:lnTo>
                    <a:pt x="93" y="377"/>
                  </a:lnTo>
                  <a:lnTo>
                    <a:pt x="96" y="330"/>
                  </a:lnTo>
                  <a:lnTo>
                    <a:pt x="100" y="283"/>
                  </a:lnTo>
                  <a:lnTo>
                    <a:pt x="106" y="238"/>
                  </a:lnTo>
                  <a:lnTo>
                    <a:pt x="115" y="195"/>
                  </a:lnTo>
                  <a:lnTo>
                    <a:pt x="126" y="153"/>
                  </a:lnTo>
                  <a:lnTo>
                    <a:pt x="139" y="114"/>
                  </a:lnTo>
                  <a:lnTo>
                    <a:pt x="153" y="77"/>
                  </a:lnTo>
                  <a:lnTo>
                    <a:pt x="169" y="43"/>
                  </a:lnTo>
                  <a:lnTo>
                    <a:pt x="87" y="0"/>
                  </a:lnTo>
                  <a:lnTo>
                    <a:pt x="69" y="39"/>
                  </a:lnTo>
                  <a:lnTo>
                    <a:pt x="52" y="81"/>
                  </a:lnTo>
                  <a:lnTo>
                    <a:pt x="37" y="127"/>
                  </a:lnTo>
                  <a:lnTo>
                    <a:pt x="24" y="174"/>
                  </a:lnTo>
                  <a:lnTo>
                    <a:pt x="15" y="222"/>
                  </a:lnTo>
                  <a:lnTo>
                    <a:pt x="7" y="271"/>
                  </a:lnTo>
                  <a:lnTo>
                    <a:pt x="2" y="323"/>
                  </a:lnTo>
                  <a:lnTo>
                    <a:pt x="0" y="374"/>
                  </a:lnTo>
                  <a:lnTo>
                    <a:pt x="0" y="427"/>
                  </a:lnTo>
                  <a:lnTo>
                    <a:pt x="2" y="479"/>
                  </a:lnTo>
                  <a:lnTo>
                    <a:pt x="9" y="531"/>
                  </a:lnTo>
                  <a:lnTo>
                    <a:pt x="17" y="584"/>
                  </a:lnTo>
                  <a:lnTo>
                    <a:pt x="29" y="635"/>
                  </a:lnTo>
                  <a:lnTo>
                    <a:pt x="44" y="686"/>
                  </a:lnTo>
                  <a:lnTo>
                    <a:pt x="65" y="736"/>
                  </a:lnTo>
                  <a:lnTo>
                    <a:pt x="87" y="784"/>
                  </a:lnTo>
                  <a:lnTo>
                    <a:pt x="87" y="782"/>
                  </a:lnTo>
                  <a:lnTo>
                    <a:pt x="87" y="784"/>
                  </a:lnTo>
                  <a:lnTo>
                    <a:pt x="100" y="799"/>
                  </a:lnTo>
                  <a:lnTo>
                    <a:pt x="117" y="807"/>
                  </a:lnTo>
                  <a:lnTo>
                    <a:pt x="134" y="807"/>
                  </a:lnTo>
                  <a:lnTo>
                    <a:pt x="151" y="801"/>
                  </a:lnTo>
                  <a:lnTo>
                    <a:pt x="164" y="791"/>
                  </a:lnTo>
                  <a:lnTo>
                    <a:pt x="173" y="777"/>
                  </a:lnTo>
                  <a:lnTo>
                    <a:pt x="175" y="759"/>
                  </a:lnTo>
                  <a:lnTo>
                    <a:pt x="169" y="739"/>
                  </a:lnTo>
                  <a:lnTo>
                    <a:pt x="169" y="74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44067" name="Freeform 85"/>
            <p:cNvSpPr>
              <a:spLocks/>
            </p:cNvSpPr>
            <p:nvPr/>
          </p:nvSpPr>
          <p:spPr bwMode="auto">
            <a:xfrm>
              <a:off x="1299" y="1681"/>
              <a:ext cx="157" cy="281"/>
            </a:xfrm>
            <a:custGeom>
              <a:avLst/>
              <a:gdLst>
                <a:gd name="T0" fmla="*/ 6 w 787"/>
                <a:gd name="T1" fmla="*/ 11 h 1404"/>
                <a:gd name="T2" fmla="*/ 6 w 787"/>
                <a:gd name="T3" fmla="*/ 11 h 1404"/>
                <a:gd name="T4" fmla="*/ 1 w 787"/>
                <a:gd name="T5" fmla="*/ 0 h 1404"/>
                <a:gd name="T6" fmla="*/ 0 w 787"/>
                <a:gd name="T7" fmla="*/ 0 h 1404"/>
                <a:gd name="T8" fmla="*/ 6 w 787"/>
                <a:gd name="T9" fmla="*/ 11 h 1404"/>
                <a:gd name="T10" fmla="*/ 6 w 787"/>
                <a:gd name="T11" fmla="*/ 11 h 1404"/>
                <a:gd name="T12" fmla="*/ 6 w 787"/>
                <a:gd name="T13" fmla="*/ 11 h 1404"/>
                <a:gd name="T14" fmla="*/ 6 w 787"/>
                <a:gd name="T15" fmla="*/ 11 h 1404"/>
                <a:gd name="T16" fmla="*/ 6 w 787"/>
                <a:gd name="T17" fmla="*/ 11 h 1404"/>
                <a:gd name="T18" fmla="*/ 6 w 787"/>
                <a:gd name="T19" fmla="*/ 11 h 1404"/>
                <a:gd name="T20" fmla="*/ 6 w 787"/>
                <a:gd name="T21" fmla="*/ 11 h 1404"/>
                <a:gd name="T22" fmla="*/ 6 w 787"/>
                <a:gd name="T23" fmla="*/ 11 h 1404"/>
                <a:gd name="T24" fmla="*/ 6 w 787"/>
                <a:gd name="T25" fmla="*/ 11 h 1404"/>
                <a:gd name="T26" fmla="*/ 6 w 787"/>
                <a:gd name="T27" fmla="*/ 11 h 1404"/>
                <a:gd name="T28" fmla="*/ 6 w 787"/>
                <a:gd name="T29" fmla="*/ 11 h 1404"/>
                <a:gd name="T30" fmla="*/ 6 w 787"/>
                <a:gd name="T31" fmla="*/ 11 h 1404"/>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787"/>
                <a:gd name="T49" fmla="*/ 0 h 1404"/>
                <a:gd name="T50" fmla="*/ 787 w 787"/>
                <a:gd name="T51" fmla="*/ 1404 h 1404"/>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787" h="1404">
                  <a:moveTo>
                    <a:pt x="781" y="1334"/>
                  </a:moveTo>
                  <a:lnTo>
                    <a:pt x="781" y="1337"/>
                  </a:lnTo>
                  <a:lnTo>
                    <a:pt x="82" y="0"/>
                  </a:lnTo>
                  <a:lnTo>
                    <a:pt x="0" y="42"/>
                  </a:lnTo>
                  <a:lnTo>
                    <a:pt x="699" y="1379"/>
                  </a:lnTo>
                  <a:lnTo>
                    <a:pt x="699" y="1381"/>
                  </a:lnTo>
                  <a:lnTo>
                    <a:pt x="699" y="1379"/>
                  </a:lnTo>
                  <a:lnTo>
                    <a:pt x="712" y="1395"/>
                  </a:lnTo>
                  <a:lnTo>
                    <a:pt x="727" y="1402"/>
                  </a:lnTo>
                  <a:lnTo>
                    <a:pt x="744" y="1404"/>
                  </a:lnTo>
                  <a:lnTo>
                    <a:pt x="761" y="1398"/>
                  </a:lnTo>
                  <a:lnTo>
                    <a:pt x="775" y="1388"/>
                  </a:lnTo>
                  <a:lnTo>
                    <a:pt x="784" y="1373"/>
                  </a:lnTo>
                  <a:lnTo>
                    <a:pt x="787" y="1357"/>
                  </a:lnTo>
                  <a:lnTo>
                    <a:pt x="781" y="1337"/>
                  </a:lnTo>
                  <a:lnTo>
                    <a:pt x="781" y="13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44068" name="Freeform 86"/>
            <p:cNvSpPr>
              <a:spLocks/>
            </p:cNvSpPr>
            <p:nvPr/>
          </p:nvSpPr>
          <p:spPr bwMode="auto">
            <a:xfrm>
              <a:off x="1439" y="1948"/>
              <a:ext cx="125" cy="76"/>
            </a:xfrm>
            <a:custGeom>
              <a:avLst/>
              <a:gdLst>
                <a:gd name="T0" fmla="*/ 5 w 628"/>
                <a:gd name="T1" fmla="*/ 2 h 383"/>
                <a:gd name="T2" fmla="*/ 5 w 628"/>
                <a:gd name="T3" fmla="*/ 2 h 383"/>
                <a:gd name="T4" fmla="*/ 4 w 628"/>
                <a:gd name="T5" fmla="*/ 2 h 383"/>
                <a:gd name="T6" fmla="*/ 4 w 628"/>
                <a:gd name="T7" fmla="*/ 2 h 383"/>
                <a:gd name="T8" fmla="*/ 4 w 628"/>
                <a:gd name="T9" fmla="*/ 2 h 383"/>
                <a:gd name="T10" fmla="*/ 3 w 628"/>
                <a:gd name="T11" fmla="*/ 2 h 383"/>
                <a:gd name="T12" fmla="*/ 3 w 628"/>
                <a:gd name="T13" fmla="*/ 2 h 383"/>
                <a:gd name="T14" fmla="*/ 3 w 628"/>
                <a:gd name="T15" fmla="*/ 2 h 383"/>
                <a:gd name="T16" fmla="*/ 3 w 628"/>
                <a:gd name="T17" fmla="*/ 2 h 383"/>
                <a:gd name="T18" fmla="*/ 2 w 628"/>
                <a:gd name="T19" fmla="*/ 2 h 383"/>
                <a:gd name="T20" fmla="*/ 2 w 628"/>
                <a:gd name="T21" fmla="*/ 2 h 383"/>
                <a:gd name="T22" fmla="*/ 2 w 628"/>
                <a:gd name="T23" fmla="*/ 1 h 383"/>
                <a:gd name="T24" fmla="*/ 2 w 628"/>
                <a:gd name="T25" fmla="*/ 1 h 383"/>
                <a:gd name="T26" fmla="*/ 1 w 628"/>
                <a:gd name="T27" fmla="*/ 1 h 383"/>
                <a:gd name="T28" fmla="*/ 1 w 628"/>
                <a:gd name="T29" fmla="*/ 1 h 383"/>
                <a:gd name="T30" fmla="*/ 1 w 628"/>
                <a:gd name="T31" fmla="*/ 1 h 383"/>
                <a:gd name="T32" fmla="*/ 1 w 628"/>
                <a:gd name="T33" fmla="*/ 0 h 383"/>
                <a:gd name="T34" fmla="*/ 1 w 628"/>
                <a:gd name="T35" fmla="*/ 0 h 383"/>
                <a:gd name="T36" fmla="*/ 0 w 628"/>
                <a:gd name="T37" fmla="*/ 0 h 383"/>
                <a:gd name="T38" fmla="*/ 0 w 628"/>
                <a:gd name="T39" fmla="*/ 1 h 383"/>
                <a:gd name="T40" fmla="*/ 0 w 628"/>
                <a:gd name="T41" fmla="*/ 1 h 383"/>
                <a:gd name="T42" fmla="*/ 1 w 628"/>
                <a:gd name="T43" fmla="*/ 1 h 383"/>
                <a:gd name="T44" fmla="*/ 1 w 628"/>
                <a:gd name="T45" fmla="*/ 1 h 383"/>
                <a:gd name="T46" fmla="*/ 1 w 628"/>
                <a:gd name="T47" fmla="*/ 2 h 383"/>
                <a:gd name="T48" fmla="*/ 1 w 628"/>
                <a:gd name="T49" fmla="*/ 2 h 383"/>
                <a:gd name="T50" fmla="*/ 2 w 628"/>
                <a:gd name="T51" fmla="*/ 2 h 383"/>
                <a:gd name="T52" fmla="*/ 2 w 628"/>
                <a:gd name="T53" fmla="*/ 2 h 383"/>
                <a:gd name="T54" fmla="*/ 2 w 628"/>
                <a:gd name="T55" fmla="*/ 2 h 383"/>
                <a:gd name="T56" fmla="*/ 3 w 628"/>
                <a:gd name="T57" fmla="*/ 3 h 383"/>
                <a:gd name="T58" fmla="*/ 3 w 628"/>
                <a:gd name="T59" fmla="*/ 3 h 383"/>
                <a:gd name="T60" fmla="*/ 3 w 628"/>
                <a:gd name="T61" fmla="*/ 3 h 383"/>
                <a:gd name="T62" fmla="*/ 4 w 628"/>
                <a:gd name="T63" fmla="*/ 3 h 383"/>
                <a:gd name="T64" fmla="*/ 4 w 628"/>
                <a:gd name="T65" fmla="*/ 3 h 383"/>
                <a:gd name="T66" fmla="*/ 4 w 628"/>
                <a:gd name="T67" fmla="*/ 3 h 383"/>
                <a:gd name="T68" fmla="*/ 5 w 628"/>
                <a:gd name="T69" fmla="*/ 3 h 383"/>
                <a:gd name="T70" fmla="*/ 5 w 628"/>
                <a:gd name="T71" fmla="*/ 3 h 383"/>
                <a:gd name="T72" fmla="*/ 5 w 628"/>
                <a:gd name="T73" fmla="*/ 3 h 383"/>
                <a:gd name="T74" fmla="*/ 5 w 628"/>
                <a:gd name="T75" fmla="*/ 3 h 383"/>
                <a:gd name="T76" fmla="*/ 5 w 628"/>
                <a:gd name="T77" fmla="*/ 3 h 383"/>
                <a:gd name="T78" fmla="*/ 5 w 628"/>
                <a:gd name="T79" fmla="*/ 3 h 383"/>
                <a:gd name="T80" fmla="*/ 5 w 628"/>
                <a:gd name="T81" fmla="*/ 3 h 383"/>
                <a:gd name="T82" fmla="*/ 5 w 628"/>
                <a:gd name="T83" fmla="*/ 3 h 383"/>
                <a:gd name="T84" fmla="*/ 5 w 628"/>
                <a:gd name="T85" fmla="*/ 2 h 383"/>
                <a:gd name="T86" fmla="*/ 5 w 628"/>
                <a:gd name="T87" fmla="*/ 2 h 383"/>
                <a:gd name="T88" fmla="*/ 5 w 628"/>
                <a:gd name="T89" fmla="*/ 2 h 383"/>
                <a:gd name="T90" fmla="*/ 5 w 628"/>
                <a:gd name="T91" fmla="*/ 2 h 38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628"/>
                <a:gd name="T139" fmla="*/ 0 h 383"/>
                <a:gd name="T140" fmla="*/ 628 w 628"/>
                <a:gd name="T141" fmla="*/ 383 h 38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628" h="383">
                  <a:moveTo>
                    <a:pt x="581" y="289"/>
                  </a:moveTo>
                  <a:lnTo>
                    <a:pt x="582" y="289"/>
                  </a:lnTo>
                  <a:lnTo>
                    <a:pt x="541" y="287"/>
                  </a:lnTo>
                  <a:lnTo>
                    <a:pt x="500" y="283"/>
                  </a:lnTo>
                  <a:lnTo>
                    <a:pt x="462" y="276"/>
                  </a:lnTo>
                  <a:lnTo>
                    <a:pt x="424" y="268"/>
                  </a:lnTo>
                  <a:lnTo>
                    <a:pt x="389" y="255"/>
                  </a:lnTo>
                  <a:lnTo>
                    <a:pt x="352" y="242"/>
                  </a:lnTo>
                  <a:lnTo>
                    <a:pt x="320" y="227"/>
                  </a:lnTo>
                  <a:lnTo>
                    <a:pt x="287" y="209"/>
                  </a:lnTo>
                  <a:lnTo>
                    <a:pt x="255" y="189"/>
                  </a:lnTo>
                  <a:lnTo>
                    <a:pt x="226" y="168"/>
                  </a:lnTo>
                  <a:lnTo>
                    <a:pt x="198" y="145"/>
                  </a:lnTo>
                  <a:lnTo>
                    <a:pt x="172" y="119"/>
                  </a:lnTo>
                  <a:lnTo>
                    <a:pt x="146" y="92"/>
                  </a:lnTo>
                  <a:lnTo>
                    <a:pt x="122" y="64"/>
                  </a:lnTo>
                  <a:lnTo>
                    <a:pt x="100" y="33"/>
                  </a:lnTo>
                  <a:lnTo>
                    <a:pt x="82" y="0"/>
                  </a:lnTo>
                  <a:lnTo>
                    <a:pt x="0" y="47"/>
                  </a:lnTo>
                  <a:lnTo>
                    <a:pt x="23" y="85"/>
                  </a:lnTo>
                  <a:lnTo>
                    <a:pt x="49" y="120"/>
                  </a:lnTo>
                  <a:lnTo>
                    <a:pt x="76" y="153"/>
                  </a:lnTo>
                  <a:lnTo>
                    <a:pt x="104" y="185"/>
                  </a:lnTo>
                  <a:lnTo>
                    <a:pt x="137" y="215"/>
                  </a:lnTo>
                  <a:lnTo>
                    <a:pt x="170" y="241"/>
                  </a:lnTo>
                  <a:lnTo>
                    <a:pt x="204" y="267"/>
                  </a:lnTo>
                  <a:lnTo>
                    <a:pt x="240" y="289"/>
                  </a:lnTo>
                  <a:lnTo>
                    <a:pt x="277" y="309"/>
                  </a:lnTo>
                  <a:lnTo>
                    <a:pt x="317" y="329"/>
                  </a:lnTo>
                  <a:lnTo>
                    <a:pt x="358" y="344"/>
                  </a:lnTo>
                  <a:lnTo>
                    <a:pt x="400" y="357"/>
                  </a:lnTo>
                  <a:lnTo>
                    <a:pt x="444" y="367"/>
                  </a:lnTo>
                  <a:lnTo>
                    <a:pt x="488" y="374"/>
                  </a:lnTo>
                  <a:lnTo>
                    <a:pt x="534" y="380"/>
                  </a:lnTo>
                  <a:lnTo>
                    <a:pt x="580" y="383"/>
                  </a:lnTo>
                  <a:lnTo>
                    <a:pt x="581" y="383"/>
                  </a:lnTo>
                  <a:lnTo>
                    <a:pt x="580" y="383"/>
                  </a:lnTo>
                  <a:lnTo>
                    <a:pt x="600" y="379"/>
                  </a:lnTo>
                  <a:lnTo>
                    <a:pt x="615" y="369"/>
                  </a:lnTo>
                  <a:lnTo>
                    <a:pt x="624" y="353"/>
                  </a:lnTo>
                  <a:lnTo>
                    <a:pt x="628" y="337"/>
                  </a:lnTo>
                  <a:lnTo>
                    <a:pt x="625" y="319"/>
                  </a:lnTo>
                  <a:lnTo>
                    <a:pt x="617" y="304"/>
                  </a:lnTo>
                  <a:lnTo>
                    <a:pt x="602" y="294"/>
                  </a:lnTo>
                  <a:lnTo>
                    <a:pt x="582" y="289"/>
                  </a:lnTo>
                  <a:lnTo>
                    <a:pt x="581" y="28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44069" name="Freeform 87"/>
            <p:cNvSpPr>
              <a:spLocks/>
            </p:cNvSpPr>
            <p:nvPr/>
          </p:nvSpPr>
          <p:spPr bwMode="auto">
            <a:xfrm>
              <a:off x="1587" y="1880"/>
              <a:ext cx="85" cy="49"/>
            </a:xfrm>
            <a:custGeom>
              <a:avLst/>
              <a:gdLst>
                <a:gd name="T0" fmla="*/ 3 w 426"/>
                <a:gd name="T1" fmla="*/ 0 h 245"/>
                <a:gd name="T2" fmla="*/ 3 w 426"/>
                <a:gd name="T3" fmla="*/ 0 h 245"/>
                <a:gd name="T4" fmla="*/ 3 w 426"/>
                <a:gd name="T5" fmla="*/ 0 h 245"/>
                <a:gd name="T6" fmla="*/ 3 w 426"/>
                <a:gd name="T7" fmla="*/ 0 h 245"/>
                <a:gd name="T8" fmla="*/ 2 w 426"/>
                <a:gd name="T9" fmla="*/ 0 h 245"/>
                <a:gd name="T10" fmla="*/ 2 w 426"/>
                <a:gd name="T11" fmla="*/ 0 h 245"/>
                <a:gd name="T12" fmla="*/ 2 w 426"/>
                <a:gd name="T13" fmla="*/ 0 h 245"/>
                <a:gd name="T14" fmla="*/ 2 w 426"/>
                <a:gd name="T15" fmla="*/ 0 h 245"/>
                <a:gd name="T16" fmla="*/ 1 w 426"/>
                <a:gd name="T17" fmla="*/ 0 h 245"/>
                <a:gd name="T18" fmla="*/ 1 w 426"/>
                <a:gd name="T19" fmla="*/ 1 h 245"/>
                <a:gd name="T20" fmla="*/ 1 w 426"/>
                <a:gd name="T21" fmla="*/ 1 h 245"/>
                <a:gd name="T22" fmla="*/ 1 w 426"/>
                <a:gd name="T23" fmla="*/ 1 h 245"/>
                <a:gd name="T24" fmla="*/ 0 w 426"/>
                <a:gd name="T25" fmla="*/ 1 h 245"/>
                <a:gd name="T26" fmla="*/ 0 w 426"/>
                <a:gd name="T27" fmla="*/ 1 h 245"/>
                <a:gd name="T28" fmla="*/ 0 w 426"/>
                <a:gd name="T29" fmla="*/ 1 h 245"/>
                <a:gd name="T30" fmla="*/ 0 w 426"/>
                <a:gd name="T31" fmla="*/ 2 h 245"/>
                <a:gd name="T32" fmla="*/ 0 w 426"/>
                <a:gd name="T33" fmla="*/ 2 h 245"/>
                <a:gd name="T34" fmla="*/ 0 w 426"/>
                <a:gd name="T35" fmla="*/ 2 h 245"/>
                <a:gd name="T36" fmla="*/ 0 w 426"/>
                <a:gd name="T37" fmla="*/ 2 h 245"/>
                <a:gd name="T38" fmla="*/ 0 w 426"/>
                <a:gd name="T39" fmla="*/ 2 h 245"/>
                <a:gd name="T40" fmla="*/ 0 w 426"/>
                <a:gd name="T41" fmla="*/ 2 h 245"/>
                <a:gd name="T42" fmla="*/ 0 w 426"/>
                <a:gd name="T43" fmla="*/ 1 h 245"/>
                <a:gd name="T44" fmla="*/ 0 w 426"/>
                <a:gd name="T45" fmla="*/ 1 h 245"/>
                <a:gd name="T46" fmla="*/ 0 w 426"/>
                <a:gd name="T47" fmla="*/ 1 h 245"/>
                <a:gd name="T48" fmla="*/ 1 w 426"/>
                <a:gd name="T49" fmla="*/ 1 h 245"/>
                <a:gd name="T50" fmla="*/ 1 w 426"/>
                <a:gd name="T51" fmla="*/ 1 h 245"/>
                <a:gd name="T52" fmla="*/ 1 w 426"/>
                <a:gd name="T53" fmla="*/ 1 h 245"/>
                <a:gd name="T54" fmla="*/ 1 w 426"/>
                <a:gd name="T55" fmla="*/ 1 h 245"/>
                <a:gd name="T56" fmla="*/ 2 w 426"/>
                <a:gd name="T57" fmla="*/ 0 h 245"/>
                <a:gd name="T58" fmla="*/ 2 w 426"/>
                <a:gd name="T59" fmla="*/ 0 h 245"/>
                <a:gd name="T60" fmla="*/ 2 w 426"/>
                <a:gd name="T61" fmla="*/ 0 h 245"/>
                <a:gd name="T62" fmla="*/ 2 w 426"/>
                <a:gd name="T63" fmla="*/ 0 h 245"/>
                <a:gd name="T64" fmla="*/ 3 w 426"/>
                <a:gd name="T65" fmla="*/ 0 h 245"/>
                <a:gd name="T66" fmla="*/ 3 w 426"/>
                <a:gd name="T67" fmla="*/ 0 h 245"/>
                <a:gd name="T68" fmla="*/ 3 w 426"/>
                <a:gd name="T69" fmla="*/ 0 h 245"/>
                <a:gd name="T70" fmla="*/ 3 w 426"/>
                <a:gd name="T71" fmla="*/ 0 h 245"/>
                <a:gd name="T72" fmla="*/ 3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426" y="0"/>
                  </a:moveTo>
                  <a:lnTo>
                    <a:pt x="426" y="0"/>
                  </a:lnTo>
                  <a:lnTo>
                    <a:pt x="384" y="1"/>
                  </a:lnTo>
                  <a:lnTo>
                    <a:pt x="340" y="4"/>
                  </a:lnTo>
                  <a:lnTo>
                    <a:pt x="300" y="10"/>
                  </a:lnTo>
                  <a:lnTo>
                    <a:pt x="262" y="18"/>
                  </a:lnTo>
                  <a:lnTo>
                    <a:pt x="224" y="29"/>
                  </a:lnTo>
                  <a:lnTo>
                    <a:pt x="189" y="41"/>
                  </a:lnTo>
                  <a:lnTo>
                    <a:pt x="157" y="55"/>
                  </a:lnTo>
                  <a:lnTo>
                    <a:pt x="126" y="70"/>
                  </a:lnTo>
                  <a:lnTo>
                    <a:pt x="99" y="89"/>
                  </a:lnTo>
                  <a:lnTo>
                    <a:pt x="74" y="106"/>
                  </a:lnTo>
                  <a:lnTo>
                    <a:pt x="52" y="126"/>
                  </a:lnTo>
                  <a:lnTo>
                    <a:pt x="34" y="148"/>
                  </a:lnTo>
                  <a:lnTo>
                    <a:pt x="19" y="171"/>
                  </a:lnTo>
                  <a:lnTo>
                    <a:pt x="9" y="194"/>
                  </a:lnTo>
                  <a:lnTo>
                    <a:pt x="3" y="219"/>
                  </a:lnTo>
                  <a:lnTo>
                    <a:pt x="0" y="245"/>
                  </a:lnTo>
                  <a:lnTo>
                    <a:pt x="12" y="245"/>
                  </a:lnTo>
                  <a:lnTo>
                    <a:pt x="15" y="221"/>
                  </a:lnTo>
                  <a:lnTo>
                    <a:pt x="20" y="199"/>
                  </a:lnTo>
                  <a:lnTo>
                    <a:pt x="31" y="178"/>
                  </a:lnTo>
                  <a:lnTo>
                    <a:pt x="44" y="156"/>
                  </a:lnTo>
                  <a:lnTo>
                    <a:pt x="61" y="136"/>
                  </a:lnTo>
                  <a:lnTo>
                    <a:pt x="81" y="116"/>
                  </a:lnTo>
                  <a:lnTo>
                    <a:pt x="106" y="98"/>
                  </a:lnTo>
                  <a:lnTo>
                    <a:pt x="133" y="82"/>
                  </a:lnTo>
                  <a:lnTo>
                    <a:pt x="162" y="66"/>
                  </a:lnTo>
                  <a:lnTo>
                    <a:pt x="194" y="52"/>
                  </a:lnTo>
                  <a:lnTo>
                    <a:pt x="229" y="41"/>
                  </a:lnTo>
                  <a:lnTo>
                    <a:pt x="264" y="30"/>
                  </a:lnTo>
                  <a:lnTo>
                    <a:pt x="303" y="22"/>
                  </a:lnTo>
                  <a:lnTo>
                    <a:pt x="343" y="16"/>
                  </a:lnTo>
                  <a:lnTo>
                    <a:pt x="384" y="12"/>
                  </a:lnTo>
                  <a:lnTo>
                    <a:pt x="426" y="11"/>
                  </a:lnTo>
                  <a:lnTo>
                    <a:pt x="42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44070" name="Freeform 88"/>
            <p:cNvSpPr>
              <a:spLocks/>
            </p:cNvSpPr>
            <p:nvPr/>
          </p:nvSpPr>
          <p:spPr bwMode="auto">
            <a:xfrm>
              <a:off x="1587" y="1929"/>
              <a:ext cx="85" cy="49"/>
            </a:xfrm>
            <a:custGeom>
              <a:avLst/>
              <a:gdLst>
                <a:gd name="T0" fmla="*/ 0 w 426"/>
                <a:gd name="T1" fmla="*/ 0 h 245"/>
                <a:gd name="T2" fmla="*/ 0 w 426"/>
                <a:gd name="T3" fmla="*/ 0 h 245"/>
                <a:gd name="T4" fmla="*/ 0 w 426"/>
                <a:gd name="T5" fmla="*/ 0 h 245"/>
                <a:gd name="T6" fmla="*/ 0 w 426"/>
                <a:gd name="T7" fmla="*/ 0 h 245"/>
                <a:gd name="T8" fmla="*/ 0 w 426"/>
                <a:gd name="T9" fmla="*/ 1 h 245"/>
                <a:gd name="T10" fmla="*/ 0 w 426"/>
                <a:gd name="T11" fmla="*/ 1 h 245"/>
                <a:gd name="T12" fmla="*/ 0 w 426"/>
                <a:gd name="T13" fmla="*/ 1 h 245"/>
                <a:gd name="T14" fmla="*/ 1 w 426"/>
                <a:gd name="T15" fmla="*/ 1 h 245"/>
                <a:gd name="T16" fmla="*/ 1 w 426"/>
                <a:gd name="T17" fmla="*/ 1 h 245"/>
                <a:gd name="T18" fmla="*/ 1 w 426"/>
                <a:gd name="T19" fmla="*/ 1 h 245"/>
                <a:gd name="T20" fmla="*/ 1 w 426"/>
                <a:gd name="T21" fmla="*/ 2 h 245"/>
                <a:gd name="T22" fmla="*/ 2 w 426"/>
                <a:gd name="T23" fmla="*/ 2 h 245"/>
                <a:gd name="T24" fmla="*/ 2 w 426"/>
                <a:gd name="T25" fmla="*/ 2 h 245"/>
                <a:gd name="T26" fmla="*/ 2 w 426"/>
                <a:gd name="T27" fmla="*/ 2 h 245"/>
                <a:gd name="T28" fmla="*/ 2 w 426"/>
                <a:gd name="T29" fmla="*/ 2 h 245"/>
                <a:gd name="T30" fmla="*/ 3 w 426"/>
                <a:gd name="T31" fmla="*/ 2 h 245"/>
                <a:gd name="T32" fmla="*/ 3 w 426"/>
                <a:gd name="T33" fmla="*/ 2 h 245"/>
                <a:gd name="T34" fmla="*/ 3 w 426"/>
                <a:gd name="T35" fmla="*/ 2 h 245"/>
                <a:gd name="T36" fmla="*/ 3 w 426"/>
                <a:gd name="T37" fmla="*/ 2 h 245"/>
                <a:gd name="T38" fmla="*/ 3 w 426"/>
                <a:gd name="T39" fmla="*/ 2 h 245"/>
                <a:gd name="T40" fmla="*/ 3 w 426"/>
                <a:gd name="T41" fmla="*/ 2 h 245"/>
                <a:gd name="T42" fmla="*/ 2 w 426"/>
                <a:gd name="T43" fmla="*/ 2 h 245"/>
                <a:gd name="T44" fmla="*/ 2 w 426"/>
                <a:gd name="T45" fmla="*/ 2 h 245"/>
                <a:gd name="T46" fmla="*/ 2 w 426"/>
                <a:gd name="T47" fmla="*/ 2 h 245"/>
                <a:gd name="T48" fmla="*/ 2 w 426"/>
                <a:gd name="T49" fmla="*/ 2 h 245"/>
                <a:gd name="T50" fmla="*/ 1 w 426"/>
                <a:gd name="T51" fmla="*/ 1 h 245"/>
                <a:gd name="T52" fmla="*/ 1 w 426"/>
                <a:gd name="T53" fmla="*/ 1 h 245"/>
                <a:gd name="T54" fmla="*/ 1 w 426"/>
                <a:gd name="T55" fmla="*/ 1 h 245"/>
                <a:gd name="T56" fmla="*/ 1 w 426"/>
                <a:gd name="T57" fmla="*/ 1 h 245"/>
                <a:gd name="T58" fmla="*/ 0 w 426"/>
                <a:gd name="T59" fmla="*/ 1 h 245"/>
                <a:gd name="T60" fmla="*/ 0 w 426"/>
                <a:gd name="T61" fmla="*/ 1 h 245"/>
                <a:gd name="T62" fmla="*/ 0 w 426"/>
                <a:gd name="T63" fmla="*/ 1 h 245"/>
                <a:gd name="T64" fmla="*/ 0 w 426"/>
                <a:gd name="T65" fmla="*/ 0 h 245"/>
                <a:gd name="T66" fmla="*/ 0 w 426"/>
                <a:gd name="T67" fmla="*/ 0 h 245"/>
                <a:gd name="T68" fmla="*/ 0 w 426"/>
                <a:gd name="T69" fmla="*/ 0 h 245"/>
                <a:gd name="T70" fmla="*/ 0 w 426"/>
                <a:gd name="T71" fmla="*/ 0 h 245"/>
                <a:gd name="T72" fmla="*/ 0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0" y="0"/>
                  </a:moveTo>
                  <a:lnTo>
                    <a:pt x="0" y="0"/>
                  </a:lnTo>
                  <a:lnTo>
                    <a:pt x="3" y="25"/>
                  </a:lnTo>
                  <a:lnTo>
                    <a:pt x="9" y="50"/>
                  </a:lnTo>
                  <a:lnTo>
                    <a:pt x="19" y="73"/>
                  </a:lnTo>
                  <a:lnTo>
                    <a:pt x="34" y="96"/>
                  </a:lnTo>
                  <a:lnTo>
                    <a:pt x="52" y="118"/>
                  </a:lnTo>
                  <a:lnTo>
                    <a:pt x="74" y="138"/>
                  </a:lnTo>
                  <a:lnTo>
                    <a:pt x="99" y="156"/>
                  </a:lnTo>
                  <a:lnTo>
                    <a:pt x="126" y="174"/>
                  </a:lnTo>
                  <a:lnTo>
                    <a:pt x="157" y="190"/>
                  </a:lnTo>
                  <a:lnTo>
                    <a:pt x="189" y="204"/>
                  </a:lnTo>
                  <a:lnTo>
                    <a:pt x="224" y="215"/>
                  </a:lnTo>
                  <a:lnTo>
                    <a:pt x="262" y="226"/>
                  </a:lnTo>
                  <a:lnTo>
                    <a:pt x="300" y="234"/>
                  </a:lnTo>
                  <a:lnTo>
                    <a:pt x="340" y="240"/>
                  </a:lnTo>
                  <a:lnTo>
                    <a:pt x="384" y="244"/>
                  </a:lnTo>
                  <a:lnTo>
                    <a:pt x="426" y="245"/>
                  </a:lnTo>
                  <a:lnTo>
                    <a:pt x="426" y="233"/>
                  </a:lnTo>
                  <a:lnTo>
                    <a:pt x="384" y="232"/>
                  </a:lnTo>
                  <a:lnTo>
                    <a:pt x="343" y="228"/>
                  </a:lnTo>
                  <a:lnTo>
                    <a:pt x="303" y="222"/>
                  </a:lnTo>
                  <a:lnTo>
                    <a:pt x="264" y="214"/>
                  </a:lnTo>
                  <a:lnTo>
                    <a:pt x="229" y="204"/>
                  </a:lnTo>
                  <a:lnTo>
                    <a:pt x="194" y="192"/>
                  </a:lnTo>
                  <a:lnTo>
                    <a:pt x="162" y="178"/>
                  </a:lnTo>
                  <a:lnTo>
                    <a:pt x="133" y="163"/>
                  </a:lnTo>
                  <a:lnTo>
                    <a:pt x="106" y="146"/>
                  </a:lnTo>
                  <a:lnTo>
                    <a:pt x="81" y="129"/>
                  </a:lnTo>
                  <a:lnTo>
                    <a:pt x="61" y="109"/>
                  </a:lnTo>
                  <a:lnTo>
                    <a:pt x="44" y="89"/>
                  </a:lnTo>
                  <a:lnTo>
                    <a:pt x="31" y="66"/>
                  </a:lnTo>
                  <a:lnTo>
                    <a:pt x="20" y="45"/>
                  </a:lnTo>
                  <a:lnTo>
                    <a:pt x="15" y="2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44071" name="Freeform 89"/>
            <p:cNvSpPr>
              <a:spLocks/>
            </p:cNvSpPr>
            <p:nvPr/>
          </p:nvSpPr>
          <p:spPr bwMode="auto">
            <a:xfrm>
              <a:off x="878" y="1448"/>
              <a:ext cx="792" cy="954"/>
            </a:xfrm>
            <a:custGeom>
              <a:avLst/>
              <a:gdLst>
                <a:gd name="T0" fmla="*/ 13 w 3960"/>
                <a:gd name="T1" fmla="*/ 38 h 4768"/>
                <a:gd name="T2" fmla="*/ 14 w 3960"/>
                <a:gd name="T3" fmla="*/ 38 h 4768"/>
                <a:gd name="T4" fmla="*/ 15 w 3960"/>
                <a:gd name="T5" fmla="*/ 38 h 4768"/>
                <a:gd name="T6" fmla="*/ 15 w 3960"/>
                <a:gd name="T7" fmla="*/ 38 h 4768"/>
                <a:gd name="T8" fmla="*/ 16 w 3960"/>
                <a:gd name="T9" fmla="*/ 38 h 4768"/>
                <a:gd name="T10" fmla="*/ 17 w 3960"/>
                <a:gd name="T11" fmla="*/ 38 h 4768"/>
                <a:gd name="T12" fmla="*/ 17 w 3960"/>
                <a:gd name="T13" fmla="*/ 38 h 4768"/>
                <a:gd name="T14" fmla="*/ 18 w 3960"/>
                <a:gd name="T15" fmla="*/ 38 h 4768"/>
                <a:gd name="T16" fmla="*/ 18 w 3960"/>
                <a:gd name="T17" fmla="*/ 38 h 4768"/>
                <a:gd name="T18" fmla="*/ 29 w 3960"/>
                <a:gd name="T19" fmla="*/ 30 h 4768"/>
                <a:gd name="T20" fmla="*/ 30 w 3960"/>
                <a:gd name="T21" fmla="*/ 30 h 4768"/>
                <a:gd name="T22" fmla="*/ 30 w 3960"/>
                <a:gd name="T23" fmla="*/ 29 h 4768"/>
                <a:gd name="T24" fmla="*/ 31 w 3960"/>
                <a:gd name="T25" fmla="*/ 28 h 4768"/>
                <a:gd name="T26" fmla="*/ 31 w 3960"/>
                <a:gd name="T27" fmla="*/ 28 h 4768"/>
                <a:gd name="T28" fmla="*/ 31 w 3960"/>
                <a:gd name="T29" fmla="*/ 27 h 4768"/>
                <a:gd name="T30" fmla="*/ 32 w 3960"/>
                <a:gd name="T31" fmla="*/ 26 h 4768"/>
                <a:gd name="T32" fmla="*/ 32 w 3960"/>
                <a:gd name="T33" fmla="*/ 25 h 4768"/>
                <a:gd name="T34" fmla="*/ 32 w 3960"/>
                <a:gd name="T35" fmla="*/ 11 h 4768"/>
                <a:gd name="T36" fmla="*/ 32 w 3960"/>
                <a:gd name="T37" fmla="*/ 10 h 4768"/>
                <a:gd name="T38" fmla="*/ 31 w 3960"/>
                <a:gd name="T39" fmla="*/ 9 h 4768"/>
                <a:gd name="T40" fmla="*/ 31 w 3960"/>
                <a:gd name="T41" fmla="*/ 9 h 4768"/>
                <a:gd name="T42" fmla="*/ 31 w 3960"/>
                <a:gd name="T43" fmla="*/ 8 h 4768"/>
                <a:gd name="T44" fmla="*/ 31 w 3960"/>
                <a:gd name="T45" fmla="*/ 8 h 4768"/>
                <a:gd name="T46" fmla="*/ 30 w 3960"/>
                <a:gd name="T47" fmla="*/ 7 h 4768"/>
                <a:gd name="T48" fmla="*/ 30 w 3960"/>
                <a:gd name="T49" fmla="*/ 7 h 4768"/>
                <a:gd name="T50" fmla="*/ 29 w 3960"/>
                <a:gd name="T51" fmla="*/ 6 h 4768"/>
                <a:gd name="T52" fmla="*/ 19 w 3960"/>
                <a:gd name="T53" fmla="*/ 1 h 4768"/>
                <a:gd name="T54" fmla="*/ 18 w 3960"/>
                <a:gd name="T55" fmla="*/ 0 h 4768"/>
                <a:gd name="T56" fmla="*/ 17 w 3960"/>
                <a:gd name="T57" fmla="*/ 0 h 4768"/>
                <a:gd name="T58" fmla="*/ 17 w 3960"/>
                <a:gd name="T59" fmla="*/ 0 h 4768"/>
                <a:gd name="T60" fmla="*/ 16 w 3960"/>
                <a:gd name="T61" fmla="*/ 0 h 4768"/>
                <a:gd name="T62" fmla="*/ 15 w 3960"/>
                <a:gd name="T63" fmla="*/ 0 h 4768"/>
                <a:gd name="T64" fmla="*/ 14 w 3960"/>
                <a:gd name="T65" fmla="*/ 0 h 4768"/>
                <a:gd name="T66" fmla="*/ 14 w 3960"/>
                <a:gd name="T67" fmla="*/ 0 h 4768"/>
                <a:gd name="T68" fmla="*/ 2 w 3960"/>
                <a:gd name="T69" fmla="*/ 6 h 4768"/>
                <a:gd name="T70" fmla="*/ 2 w 3960"/>
                <a:gd name="T71" fmla="*/ 7 h 4768"/>
                <a:gd name="T72" fmla="*/ 1 w 3960"/>
                <a:gd name="T73" fmla="*/ 7 h 4768"/>
                <a:gd name="T74" fmla="*/ 1 w 3960"/>
                <a:gd name="T75" fmla="*/ 8 h 4768"/>
                <a:gd name="T76" fmla="*/ 1 w 3960"/>
                <a:gd name="T77" fmla="*/ 8 h 4768"/>
                <a:gd name="T78" fmla="*/ 0 w 3960"/>
                <a:gd name="T79" fmla="*/ 9 h 4768"/>
                <a:gd name="T80" fmla="*/ 0 w 3960"/>
                <a:gd name="T81" fmla="*/ 9 h 4768"/>
                <a:gd name="T82" fmla="*/ 0 w 3960"/>
                <a:gd name="T83" fmla="*/ 10 h 4768"/>
                <a:gd name="T84" fmla="*/ 0 w 3960"/>
                <a:gd name="T85" fmla="*/ 11 h 4768"/>
                <a:gd name="T86" fmla="*/ 0 w 3960"/>
                <a:gd name="T87" fmla="*/ 25 h 4768"/>
                <a:gd name="T88" fmla="*/ 0 w 3960"/>
                <a:gd name="T89" fmla="*/ 26 h 4768"/>
                <a:gd name="T90" fmla="*/ 0 w 3960"/>
                <a:gd name="T91" fmla="*/ 27 h 4768"/>
                <a:gd name="T92" fmla="*/ 1 w 3960"/>
                <a:gd name="T93" fmla="*/ 28 h 4768"/>
                <a:gd name="T94" fmla="*/ 1 w 3960"/>
                <a:gd name="T95" fmla="*/ 29 h 4768"/>
                <a:gd name="T96" fmla="*/ 1 w 3960"/>
                <a:gd name="T97" fmla="*/ 29 h 4768"/>
                <a:gd name="T98" fmla="*/ 2 w 3960"/>
                <a:gd name="T99" fmla="*/ 30 h 4768"/>
                <a:gd name="T100" fmla="*/ 3 w 3960"/>
                <a:gd name="T101" fmla="*/ 31 h 4768"/>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w 3960"/>
                <a:gd name="T154" fmla="*/ 0 h 4768"/>
                <a:gd name="T155" fmla="*/ 3960 w 3960"/>
                <a:gd name="T156" fmla="*/ 4768 h 4768"/>
              </a:gdLst>
              <a:ahLst/>
              <a:cxnLst>
                <a:cxn ang="T102">
                  <a:pos x="T0" y="T1"/>
                </a:cxn>
                <a:cxn ang="T103">
                  <a:pos x="T2" y="T3"/>
                </a:cxn>
                <a:cxn ang="T104">
                  <a:pos x="T4" y="T5"/>
                </a:cxn>
                <a:cxn ang="T105">
                  <a:pos x="T6" y="T7"/>
                </a:cxn>
                <a:cxn ang="T106">
                  <a:pos x="T8" y="T9"/>
                </a:cxn>
                <a:cxn ang="T107">
                  <a:pos x="T10" y="T11"/>
                </a:cxn>
                <a:cxn ang="T108">
                  <a:pos x="T12" y="T13"/>
                </a:cxn>
                <a:cxn ang="T109">
                  <a:pos x="T14" y="T15"/>
                </a:cxn>
                <a:cxn ang="T110">
                  <a:pos x="T16" y="T17"/>
                </a:cxn>
                <a:cxn ang="T111">
                  <a:pos x="T18" y="T19"/>
                </a:cxn>
                <a:cxn ang="T112">
                  <a:pos x="T20" y="T21"/>
                </a:cxn>
                <a:cxn ang="T113">
                  <a:pos x="T22" y="T23"/>
                </a:cxn>
                <a:cxn ang="T114">
                  <a:pos x="T24" y="T25"/>
                </a:cxn>
                <a:cxn ang="T115">
                  <a:pos x="T26" y="T27"/>
                </a:cxn>
                <a:cxn ang="T116">
                  <a:pos x="T28" y="T29"/>
                </a:cxn>
                <a:cxn ang="T117">
                  <a:pos x="T30" y="T31"/>
                </a:cxn>
                <a:cxn ang="T118">
                  <a:pos x="T32" y="T33"/>
                </a:cxn>
                <a:cxn ang="T119">
                  <a:pos x="T34" y="T35"/>
                </a:cxn>
                <a:cxn ang="T120">
                  <a:pos x="T36" y="T37"/>
                </a:cxn>
                <a:cxn ang="T121">
                  <a:pos x="T38" y="T39"/>
                </a:cxn>
                <a:cxn ang="T122">
                  <a:pos x="T40" y="T41"/>
                </a:cxn>
                <a:cxn ang="T123">
                  <a:pos x="T42" y="T43"/>
                </a:cxn>
                <a:cxn ang="T124">
                  <a:pos x="T44" y="T45"/>
                </a:cxn>
                <a:cxn ang="T125">
                  <a:pos x="T46" y="T47"/>
                </a:cxn>
                <a:cxn ang="T126">
                  <a:pos x="T48" y="T49"/>
                </a:cxn>
                <a:cxn ang="T127">
                  <a:pos x="T50" y="T51"/>
                </a:cxn>
                <a:cxn ang="T128">
                  <a:pos x="T52" y="T53"/>
                </a:cxn>
                <a:cxn ang="T129">
                  <a:pos x="T54" y="T55"/>
                </a:cxn>
                <a:cxn ang="T130">
                  <a:pos x="T56" y="T57"/>
                </a:cxn>
                <a:cxn ang="T131">
                  <a:pos x="T58" y="T59"/>
                </a:cxn>
                <a:cxn ang="T132">
                  <a:pos x="T60" y="T61"/>
                </a:cxn>
                <a:cxn ang="T133">
                  <a:pos x="T62" y="T63"/>
                </a:cxn>
                <a:cxn ang="T134">
                  <a:pos x="T64" y="T65"/>
                </a:cxn>
                <a:cxn ang="T135">
                  <a:pos x="T66" y="T67"/>
                </a:cxn>
                <a:cxn ang="T136">
                  <a:pos x="T68" y="T69"/>
                </a:cxn>
                <a:cxn ang="T137">
                  <a:pos x="T70" y="T71"/>
                </a:cxn>
                <a:cxn ang="T138">
                  <a:pos x="T72" y="T73"/>
                </a:cxn>
                <a:cxn ang="T139">
                  <a:pos x="T74" y="T75"/>
                </a:cxn>
                <a:cxn ang="T140">
                  <a:pos x="T76" y="T77"/>
                </a:cxn>
                <a:cxn ang="T141">
                  <a:pos x="T78" y="T79"/>
                </a:cxn>
                <a:cxn ang="T142">
                  <a:pos x="T80" y="T81"/>
                </a:cxn>
                <a:cxn ang="T143">
                  <a:pos x="T82" y="T83"/>
                </a:cxn>
                <a:cxn ang="T144">
                  <a:pos x="T84" y="T85"/>
                </a:cxn>
                <a:cxn ang="T145">
                  <a:pos x="T86" y="T87"/>
                </a:cxn>
                <a:cxn ang="T146">
                  <a:pos x="T88" y="T89"/>
                </a:cxn>
                <a:cxn ang="T147">
                  <a:pos x="T90" y="T91"/>
                </a:cxn>
                <a:cxn ang="T148">
                  <a:pos x="T92" y="T93"/>
                </a:cxn>
                <a:cxn ang="T149">
                  <a:pos x="T94" y="T95"/>
                </a:cxn>
                <a:cxn ang="T150">
                  <a:pos x="T96" y="T97"/>
                </a:cxn>
                <a:cxn ang="T151">
                  <a:pos x="T98" y="T99"/>
                </a:cxn>
                <a:cxn ang="T152">
                  <a:pos x="T100" y="T101"/>
                </a:cxn>
              </a:cxnLst>
              <a:rect l="T153" t="T154" r="T155" b="T156"/>
              <a:pathLst>
                <a:path w="3960" h="4768">
                  <a:moveTo>
                    <a:pt x="353" y="3849"/>
                  </a:moveTo>
                  <a:lnTo>
                    <a:pt x="1661" y="4700"/>
                  </a:lnTo>
                  <a:lnTo>
                    <a:pt x="1697" y="4717"/>
                  </a:lnTo>
                  <a:lnTo>
                    <a:pt x="1736" y="4731"/>
                  </a:lnTo>
                  <a:lnTo>
                    <a:pt x="1776" y="4742"/>
                  </a:lnTo>
                  <a:lnTo>
                    <a:pt x="1818" y="4753"/>
                  </a:lnTo>
                  <a:lnTo>
                    <a:pt x="1860" y="4760"/>
                  </a:lnTo>
                  <a:lnTo>
                    <a:pt x="1902" y="4765"/>
                  </a:lnTo>
                  <a:lnTo>
                    <a:pt x="1946" y="4768"/>
                  </a:lnTo>
                  <a:lnTo>
                    <a:pt x="1988" y="4768"/>
                  </a:lnTo>
                  <a:lnTo>
                    <a:pt x="2031" y="4767"/>
                  </a:lnTo>
                  <a:lnTo>
                    <a:pt x="2073" y="4763"/>
                  </a:lnTo>
                  <a:lnTo>
                    <a:pt x="2114" y="4758"/>
                  </a:lnTo>
                  <a:lnTo>
                    <a:pt x="2154" y="4751"/>
                  </a:lnTo>
                  <a:lnTo>
                    <a:pt x="2193" y="4740"/>
                  </a:lnTo>
                  <a:lnTo>
                    <a:pt x="2230" y="4729"/>
                  </a:lnTo>
                  <a:lnTo>
                    <a:pt x="2264" y="4715"/>
                  </a:lnTo>
                  <a:lnTo>
                    <a:pt x="2297" y="4700"/>
                  </a:lnTo>
                  <a:lnTo>
                    <a:pt x="3639" y="3825"/>
                  </a:lnTo>
                  <a:lnTo>
                    <a:pt x="3673" y="3795"/>
                  </a:lnTo>
                  <a:lnTo>
                    <a:pt x="3707" y="3761"/>
                  </a:lnTo>
                  <a:lnTo>
                    <a:pt x="3738" y="3725"/>
                  </a:lnTo>
                  <a:lnTo>
                    <a:pt x="3768" y="3685"/>
                  </a:lnTo>
                  <a:lnTo>
                    <a:pt x="3796" y="3644"/>
                  </a:lnTo>
                  <a:lnTo>
                    <a:pt x="3821" y="3599"/>
                  </a:lnTo>
                  <a:lnTo>
                    <a:pt x="3846" y="3553"/>
                  </a:lnTo>
                  <a:lnTo>
                    <a:pt x="3868" y="3505"/>
                  </a:lnTo>
                  <a:lnTo>
                    <a:pt x="3888" y="3456"/>
                  </a:lnTo>
                  <a:lnTo>
                    <a:pt x="3907" y="3406"/>
                  </a:lnTo>
                  <a:lnTo>
                    <a:pt x="3922" y="3354"/>
                  </a:lnTo>
                  <a:lnTo>
                    <a:pt x="3935" y="3303"/>
                  </a:lnTo>
                  <a:lnTo>
                    <a:pt x="3946" y="3250"/>
                  </a:lnTo>
                  <a:lnTo>
                    <a:pt x="3953" y="3197"/>
                  </a:lnTo>
                  <a:lnTo>
                    <a:pt x="3957" y="3144"/>
                  </a:lnTo>
                  <a:lnTo>
                    <a:pt x="3960" y="3092"/>
                  </a:lnTo>
                  <a:lnTo>
                    <a:pt x="3959" y="1313"/>
                  </a:lnTo>
                  <a:lnTo>
                    <a:pt x="3955" y="1271"/>
                  </a:lnTo>
                  <a:lnTo>
                    <a:pt x="3949" y="1229"/>
                  </a:lnTo>
                  <a:lnTo>
                    <a:pt x="3941" y="1189"/>
                  </a:lnTo>
                  <a:lnTo>
                    <a:pt x="3930" y="1149"/>
                  </a:lnTo>
                  <a:lnTo>
                    <a:pt x="3918" y="1111"/>
                  </a:lnTo>
                  <a:lnTo>
                    <a:pt x="3902" y="1075"/>
                  </a:lnTo>
                  <a:lnTo>
                    <a:pt x="3886" y="1040"/>
                  </a:lnTo>
                  <a:lnTo>
                    <a:pt x="3867" y="1006"/>
                  </a:lnTo>
                  <a:lnTo>
                    <a:pt x="3846" y="973"/>
                  </a:lnTo>
                  <a:lnTo>
                    <a:pt x="3823" y="942"/>
                  </a:lnTo>
                  <a:lnTo>
                    <a:pt x="3798" y="913"/>
                  </a:lnTo>
                  <a:lnTo>
                    <a:pt x="3771" y="886"/>
                  </a:lnTo>
                  <a:lnTo>
                    <a:pt x="3743" y="860"/>
                  </a:lnTo>
                  <a:lnTo>
                    <a:pt x="3714" y="837"/>
                  </a:lnTo>
                  <a:lnTo>
                    <a:pt x="3682" y="816"/>
                  </a:lnTo>
                  <a:lnTo>
                    <a:pt x="3649" y="796"/>
                  </a:lnTo>
                  <a:lnTo>
                    <a:pt x="2386" y="83"/>
                  </a:lnTo>
                  <a:lnTo>
                    <a:pt x="2350" y="65"/>
                  </a:lnTo>
                  <a:lnTo>
                    <a:pt x="2310" y="50"/>
                  </a:lnTo>
                  <a:lnTo>
                    <a:pt x="2268" y="36"/>
                  </a:lnTo>
                  <a:lnTo>
                    <a:pt x="2223" y="24"/>
                  </a:lnTo>
                  <a:lnTo>
                    <a:pt x="2178" y="15"/>
                  </a:lnTo>
                  <a:lnTo>
                    <a:pt x="2131" y="8"/>
                  </a:lnTo>
                  <a:lnTo>
                    <a:pt x="2082" y="3"/>
                  </a:lnTo>
                  <a:lnTo>
                    <a:pt x="2032" y="0"/>
                  </a:lnTo>
                  <a:lnTo>
                    <a:pt x="1982" y="1"/>
                  </a:lnTo>
                  <a:lnTo>
                    <a:pt x="1933" y="3"/>
                  </a:lnTo>
                  <a:lnTo>
                    <a:pt x="1882" y="9"/>
                  </a:lnTo>
                  <a:lnTo>
                    <a:pt x="1833" y="17"/>
                  </a:lnTo>
                  <a:lnTo>
                    <a:pt x="1785" y="29"/>
                  </a:lnTo>
                  <a:lnTo>
                    <a:pt x="1737" y="43"/>
                  </a:lnTo>
                  <a:lnTo>
                    <a:pt x="1691" y="62"/>
                  </a:lnTo>
                  <a:lnTo>
                    <a:pt x="1647" y="83"/>
                  </a:lnTo>
                  <a:lnTo>
                    <a:pt x="311" y="782"/>
                  </a:lnTo>
                  <a:lnTo>
                    <a:pt x="276" y="803"/>
                  </a:lnTo>
                  <a:lnTo>
                    <a:pt x="243" y="826"/>
                  </a:lnTo>
                  <a:lnTo>
                    <a:pt x="213" y="852"/>
                  </a:lnTo>
                  <a:lnTo>
                    <a:pt x="184" y="879"/>
                  </a:lnTo>
                  <a:lnTo>
                    <a:pt x="155" y="908"/>
                  </a:lnTo>
                  <a:lnTo>
                    <a:pt x="131" y="939"/>
                  </a:lnTo>
                  <a:lnTo>
                    <a:pt x="107" y="971"/>
                  </a:lnTo>
                  <a:lnTo>
                    <a:pt x="86" y="1005"/>
                  </a:lnTo>
                  <a:lnTo>
                    <a:pt x="68" y="1040"/>
                  </a:lnTo>
                  <a:lnTo>
                    <a:pt x="50" y="1076"/>
                  </a:lnTo>
                  <a:lnTo>
                    <a:pt x="36" y="1115"/>
                  </a:lnTo>
                  <a:lnTo>
                    <a:pt x="23" y="1153"/>
                  </a:lnTo>
                  <a:lnTo>
                    <a:pt x="14" y="1195"/>
                  </a:lnTo>
                  <a:lnTo>
                    <a:pt x="7" y="1236"/>
                  </a:lnTo>
                  <a:lnTo>
                    <a:pt x="2" y="1279"/>
                  </a:lnTo>
                  <a:lnTo>
                    <a:pt x="0" y="1322"/>
                  </a:lnTo>
                  <a:lnTo>
                    <a:pt x="0" y="3093"/>
                  </a:lnTo>
                  <a:lnTo>
                    <a:pt x="2" y="3147"/>
                  </a:lnTo>
                  <a:lnTo>
                    <a:pt x="7" y="3202"/>
                  </a:lnTo>
                  <a:lnTo>
                    <a:pt x="15" y="3257"/>
                  </a:lnTo>
                  <a:lnTo>
                    <a:pt x="27" y="3312"/>
                  </a:lnTo>
                  <a:lnTo>
                    <a:pt x="42" y="3366"/>
                  </a:lnTo>
                  <a:lnTo>
                    <a:pt x="59" y="3420"/>
                  </a:lnTo>
                  <a:lnTo>
                    <a:pt x="79" y="3474"/>
                  </a:lnTo>
                  <a:lnTo>
                    <a:pt x="102" y="3525"/>
                  </a:lnTo>
                  <a:lnTo>
                    <a:pt x="127" y="3576"/>
                  </a:lnTo>
                  <a:lnTo>
                    <a:pt x="154" y="3624"/>
                  </a:lnTo>
                  <a:lnTo>
                    <a:pt x="184" y="3670"/>
                  </a:lnTo>
                  <a:lnTo>
                    <a:pt x="214" y="3712"/>
                  </a:lnTo>
                  <a:lnTo>
                    <a:pt x="247" y="3752"/>
                  </a:lnTo>
                  <a:lnTo>
                    <a:pt x="281" y="3788"/>
                  </a:lnTo>
                  <a:lnTo>
                    <a:pt x="317" y="3821"/>
                  </a:lnTo>
                  <a:lnTo>
                    <a:pt x="353" y="384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44072" name="Freeform 90"/>
            <p:cNvSpPr>
              <a:spLocks/>
            </p:cNvSpPr>
            <p:nvPr/>
          </p:nvSpPr>
          <p:spPr bwMode="auto">
            <a:xfrm>
              <a:off x="943" y="2210"/>
              <a:ext cx="276" cy="187"/>
            </a:xfrm>
            <a:custGeom>
              <a:avLst/>
              <a:gdLst>
                <a:gd name="T0" fmla="*/ 11 w 1380"/>
                <a:gd name="T1" fmla="*/ 7 h 937"/>
                <a:gd name="T2" fmla="*/ 11 w 1380"/>
                <a:gd name="T3" fmla="*/ 7 h 937"/>
                <a:gd name="T4" fmla="*/ 0 w 1380"/>
                <a:gd name="T5" fmla="*/ 0 h 937"/>
                <a:gd name="T6" fmla="*/ 0 w 1380"/>
                <a:gd name="T7" fmla="*/ 1 h 937"/>
                <a:gd name="T8" fmla="*/ 10 w 1380"/>
                <a:gd name="T9" fmla="*/ 7 h 937"/>
                <a:gd name="T10" fmla="*/ 10 w 1380"/>
                <a:gd name="T11" fmla="*/ 7 h 937"/>
                <a:gd name="T12" fmla="*/ 10 w 1380"/>
                <a:gd name="T13" fmla="*/ 7 h 937"/>
                <a:gd name="T14" fmla="*/ 11 w 1380"/>
                <a:gd name="T15" fmla="*/ 7 h 937"/>
                <a:gd name="T16" fmla="*/ 11 w 1380"/>
                <a:gd name="T17" fmla="*/ 7 h 937"/>
                <a:gd name="T18" fmla="*/ 11 w 1380"/>
                <a:gd name="T19" fmla="*/ 7 h 937"/>
                <a:gd name="T20" fmla="*/ 11 w 1380"/>
                <a:gd name="T21" fmla="*/ 7 h 937"/>
                <a:gd name="T22" fmla="*/ 11 w 1380"/>
                <a:gd name="T23" fmla="*/ 7 h 937"/>
                <a:gd name="T24" fmla="*/ 11 w 1380"/>
                <a:gd name="T25" fmla="*/ 7 h 937"/>
                <a:gd name="T26" fmla="*/ 11 w 1380"/>
                <a:gd name="T27" fmla="*/ 7 h 937"/>
                <a:gd name="T28" fmla="*/ 11 w 1380"/>
                <a:gd name="T29" fmla="*/ 7 h 937"/>
                <a:gd name="T30" fmla="*/ 11 w 1380"/>
                <a:gd name="T31" fmla="*/ 7 h 93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80"/>
                <a:gd name="T49" fmla="*/ 0 h 937"/>
                <a:gd name="T50" fmla="*/ 1380 w 1380"/>
                <a:gd name="T51" fmla="*/ 937 h 93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80" h="937">
                  <a:moveTo>
                    <a:pt x="1354" y="848"/>
                  </a:moveTo>
                  <a:lnTo>
                    <a:pt x="1359" y="851"/>
                  </a:lnTo>
                  <a:lnTo>
                    <a:pt x="51" y="0"/>
                  </a:lnTo>
                  <a:lnTo>
                    <a:pt x="0" y="78"/>
                  </a:lnTo>
                  <a:lnTo>
                    <a:pt x="1307" y="929"/>
                  </a:lnTo>
                  <a:lnTo>
                    <a:pt x="1312" y="932"/>
                  </a:lnTo>
                  <a:lnTo>
                    <a:pt x="1307" y="929"/>
                  </a:lnTo>
                  <a:lnTo>
                    <a:pt x="1326" y="937"/>
                  </a:lnTo>
                  <a:lnTo>
                    <a:pt x="1345" y="936"/>
                  </a:lnTo>
                  <a:lnTo>
                    <a:pt x="1360" y="929"/>
                  </a:lnTo>
                  <a:lnTo>
                    <a:pt x="1372" y="916"/>
                  </a:lnTo>
                  <a:lnTo>
                    <a:pt x="1379" y="899"/>
                  </a:lnTo>
                  <a:lnTo>
                    <a:pt x="1380" y="883"/>
                  </a:lnTo>
                  <a:lnTo>
                    <a:pt x="1374" y="865"/>
                  </a:lnTo>
                  <a:lnTo>
                    <a:pt x="1359" y="851"/>
                  </a:lnTo>
                  <a:lnTo>
                    <a:pt x="1354" y="84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44073" name="Freeform 91"/>
            <p:cNvSpPr>
              <a:spLocks/>
            </p:cNvSpPr>
            <p:nvPr/>
          </p:nvSpPr>
          <p:spPr bwMode="auto">
            <a:xfrm>
              <a:off x="1206" y="2379"/>
              <a:ext cx="140" cy="32"/>
            </a:xfrm>
            <a:custGeom>
              <a:avLst/>
              <a:gdLst>
                <a:gd name="T0" fmla="*/ 5 w 703"/>
                <a:gd name="T1" fmla="*/ 0 h 162"/>
                <a:gd name="T2" fmla="*/ 5 w 703"/>
                <a:gd name="T3" fmla="*/ 0 h 162"/>
                <a:gd name="T4" fmla="*/ 5 w 703"/>
                <a:gd name="T5" fmla="*/ 0 h 162"/>
                <a:gd name="T6" fmla="*/ 5 w 703"/>
                <a:gd name="T7" fmla="*/ 0 h 162"/>
                <a:gd name="T8" fmla="*/ 4 w 703"/>
                <a:gd name="T9" fmla="*/ 0 h 162"/>
                <a:gd name="T10" fmla="*/ 4 w 703"/>
                <a:gd name="T11" fmla="*/ 0 h 162"/>
                <a:gd name="T12" fmla="*/ 4 w 703"/>
                <a:gd name="T13" fmla="*/ 0 h 162"/>
                <a:gd name="T14" fmla="*/ 3 w 703"/>
                <a:gd name="T15" fmla="*/ 1 h 162"/>
                <a:gd name="T16" fmla="*/ 3 w 703"/>
                <a:gd name="T17" fmla="*/ 1 h 162"/>
                <a:gd name="T18" fmla="*/ 3 w 703"/>
                <a:gd name="T19" fmla="*/ 1 h 162"/>
                <a:gd name="T20" fmla="*/ 2 w 703"/>
                <a:gd name="T21" fmla="*/ 1 h 162"/>
                <a:gd name="T22" fmla="*/ 2 w 703"/>
                <a:gd name="T23" fmla="*/ 1 h 162"/>
                <a:gd name="T24" fmla="*/ 2 w 703"/>
                <a:gd name="T25" fmla="*/ 0 h 162"/>
                <a:gd name="T26" fmla="*/ 1 w 703"/>
                <a:gd name="T27" fmla="*/ 0 h 162"/>
                <a:gd name="T28" fmla="*/ 1 w 703"/>
                <a:gd name="T29" fmla="*/ 0 h 162"/>
                <a:gd name="T30" fmla="*/ 1 w 703"/>
                <a:gd name="T31" fmla="*/ 0 h 162"/>
                <a:gd name="T32" fmla="*/ 1 w 703"/>
                <a:gd name="T33" fmla="*/ 0 h 162"/>
                <a:gd name="T34" fmla="*/ 0 w 703"/>
                <a:gd name="T35" fmla="*/ 0 h 162"/>
                <a:gd name="T36" fmla="*/ 0 w 703"/>
                <a:gd name="T37" fmla="*/ 1 h 162"/>
                <a:gd name="T38" fmla="*/ 0 w 703"/>
                <a:gd name="T39" fmla="*/ 1 h 162"/>
                <a:gd name="T40" fmla="*/ 1 w 703"/>
                <a:gd name="T41" fmla="*/ 1 h 162"/>
                <a:gd name="T42" fmla="*/ 1 w 703"/>
                <a:gd name="T43" fmla="*/ 1 h 162"/>
                <a:gd name="T44" fmla="*/ 1 w 703"/>
                <a:gd name="T45" fmla="*/ 1 h 162"/>
                <a:gd name="T46" fmla="*/ 2 w 703"/>
                <a:gd name="T47" fmla="*/ 1 h 162"/>
                <a:gd name="T48" fmla="*/ 2 w 703"/>
                <a:gd name="T49" fmla="*/ 1 h 162"/>
                <a:gd name="T50" fmla="*/ 2 w 703"/>
                <a:gd name="T51" fmla="*/ 1 h 162"/>
                <a:gd name="T52" fmla="*/ 3 w 703"/>
                <a:gd name="T53" fmla="*/ 1 h 162"/>
                <a:gd name="T54" fmla="*/ 3 w 703"/>
                <a:gd name="T55" fmla="*/ 1 h 162"/>
                <a:gd name="T56" fmla="*/ 3 w 703"/>
                <a:gd name="T57" fmla="*/ 1 h 162"/>
                <a:gd name="T58" fmla="*/ 4 w 703"/>
                <a:gd name="T59" fmla="*/ 1 h 162"/>
                <a:gd name="T60" fmla="*/ 4 w 703"/>
                <a:gd name="T61" fmla="*/ 1 h 162"/>
                <a:gd name="T62" fmla="*/ 5 w 703"/>
                <a:gd name="T63" fmla="*/ 1 h 162"/>
                <a:gd name="T64" fmla="*/ 5 w 703"/>
                <a:gd name="T65" fmla="*/ 1 h 162"/>
                <a:gd name="T66" fmla="*/ 5 w 703"/>
                <a:gd name="T67" fmla="*/ 1 h 162"/>
                <a:gd name="T68" fmla="*/ 5 w 703"/>
                <a:gd name="T69" fmla="*/ 1 h 162"/>
                <a:gd name="T70" fmla="*/ 5 w 703"/>
                <a:gd name="T71" fmla="*/ 1 h 162"/>
                <a:gd name="T72" fmla="*/ 5 w 703"/>
                <a:gd name="T73" fmla="*/ 1 h 162"/>
                <a:gd name="T74" fmla="*/ 5 w 703"/>
                <a:gd name="T75" fmla="*/ 1 h 162"/>
                <a:gd name="T76" fmla="*/ 6 w 703"/>
                <a:gd name="T77" fmla="*/ 0 h 162"/>
                <a:gd name="T78" fmla="*/ 6 w 703"/>
                <a:gd name="T79" fmla="*/ 0 h 162"/>
                <a:gd name="T80" fmla="*/ 6 w 703"/>
                <a:gd name="T81" fmla="*/ 0 h 162"/>
                <a:gd name="T82" fmla="*/ 5 w 703"/>
                <a:gd name="T83" fmla="*/ 0 h 162"/>
                <a:gd name="T84" fmla="*/ 5 w 703"/>
                <a:gd name="T85" fmla="*/ 0 h 162"/>
                <a:gd name="T86" fmla="*/ 5 w 703"/>
                <a:gd name="T87" fmla="*/ 0 h 162"/>
                <a:gd name="T88" fmla="*/ 5 w 703"/>
                <a:gd name="T89" fmla="*/ 0 h 162"/>
                <a:gd name="T90" fmla="*/ 5 w 703"/>
                <a:gd name="T91" fmla="*/ 0 h 162"/>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703"/>
                <a:gd name="T139" fmla="*/ 0 h 162"/>
                <a:gd name="T140" fmla="*/ 703 w 703"/>
                <a:gd name="T141" fmla="*/ 162 h 162"/>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703" h="162">
                  <a:moveTo>
                    <a:pt x="631" y="8"/>
                  </a:moveTo>
                  <a:lnTo>
                    <a:pt x="636" y="6"/>
                  </a:lnTo>
                  <a:lnTo>
                    <a:pt x="606" y="20"/>
                  </a:lnTo>
                  <a:lnTo>
                    <a:pt x="575" y="32"/>
                  </a:lnTo>
                  <a:lnTo>
                    <a:pt x="540" y="42"/>
                  </a:lnTo>
                  <a:lnTo>
                    <a:pt x="504" y="52"/>
                  </a:lnTo>
                  <a:lnTo>
                    <a:pt x="467" y="59"/>
                  </a:lnTo>
                  <a:lnTo>
                    <a:pt x="428" y="64"/>
                  </a:lnTo>
                  <a:lnTo>
                    <a:pt x="389" y="67"/>
                  </a:lnTo>
                  <a:lnTo>
                    <a:pt x="348" y="68"/>
                  </a:lnTo>
                  <a:lnTo>
                    <a:pt x="308" y="68"/>
                  </a:lnTo>
                  <a:lnTo>
                    <a:pt x="267" y="65"/>
                  </a:lnTo>
                  <a:lnTo>
                    <a:pt x="226" y="61"/>
                  </a:lnTo>
                  <a:lnTo>
                    <a:pt x="187" y="54"/>
                  </a:lnTo>
                  <a:lnTo>
                    <a:pt x="148" y="44"/>
                  </a:lnTo>
                  <a:lnTo>
                    <a:pt x="110" y="33"/>
                  </a:lnTo>
                  <a:lnTo>
                    <a:pt x="75" y="20"/>
                  </a:lnTo>
                  <a:lnTo>
                    <a:pt x="42" y="5"/>
                  </a:lnTo>
                  <a:lnTo>
                    <a:pt x="0" y="89"/>
                  </a:lnTo>
                  <a:lnTo>
                    <a:pt x="40" y="107"/>
                  </a:lnTo>
                  <a:lnTo>
                    <a:pt x="82" y="122"/>
                  </a:lnTo>
                  <a:lnTo>
                    <a:pt x="124" y="135"/>
                  </a:lnTo>
                  <a:lnTo>
                    <a:pt x="169" y="146"/>
                  </a:lnTo>
                  <a:lnTo>
                    <a:pt x="214" y="153"/>
                  </a:lnTo>
                  <a:lnTo>
                    <a:pt x="258" y="158"/>
                  </a:lnTo>
                  <a:lnTo>
                    <a:pt x="303" y="162"/>
                  </a:lnTo>
                  <a:lnTo>
                    <a:pt x="348" y="162"/>
                  </a:lnTo>
                  <a:lnTo>
                    <a:pt x="394" y="161"/>
                  </a:lnTo>
                  <a:lnTo>
                    <a:pt x="439" y="157"/>
                  </a:lnTo>
                  <a:lnTo>
                    <a:pt x="481" y="150"/>
                  </a:lnTo>
                  <a:lnTo>
                    <a:pt x="525" y="143"/>
                  </a:lnTo>
                  <a:lnTo>
                    <a:pt x="566" y="132"/>
                  </a:lnTo>
                  <a:lnTo>
                    <a:pt x="606" y="121"/>
                  </a:lnTo>
                  <a:lnTo>
                    <a:pt x="643" y="105"/>
                  </a:lnTo>
                  <a:lnTo>
                    <a:pt x="678" y="88"/>
                  </a:lnTo>
                  <a:lnTo>
                    <a:pt x="683" y="86"/>
                  </a:lnTo>
                  <a:lnTo>
                    <a:pt x="678" y="88"/>
                  </a:lnTo>
                  <a:lnTo>
                    <a:pt x="695" y="75"/>
                  </a:lnTo>
                  <a:lnTo>
                    <a:pt x="702" y="60"/>
                  </a:lnTo>
                  <a:lnTo>
                    <a:pt x="703" y="42"/>
                  </a:lnTo>
                  <a:lnTo>
                    <a:pt x="698" y="26"/>
                  </a:lnTo>
                  <a:lnTo>
                    <a:pt x="688" y="12"/>
                  </a:lnTo>
                  <a:lnTo>
                    <a:pt x="674" y="3"/>
                  </a:lnTo>
                  <a:lnTo>
                    <a:pt x="656" y="0"/>
                  </a:lnTo>
                  <a:lnTo>
                    <a:pt x="636" y="6"/>
                  </a:lnTo>
                  <a:lnTo>
                    <a:pt x="631"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44074" name="Freeform 92"/>
            <p:cNvSpPr>
              <a:spLocks/>
            </p:cNvSpPr>
            <p:nvPr/>
          </p:nvSpPr>
          <p:spPr bwMode="auto">
            <a:xfrm>
              <a:off x="1332" y="2204"/>
              <a:ext cx="283" cy="192"/>
            </a:xfrm>
            <a:custGeom>
              <a:avLst/>
              <a:gdLst>
                <a:gd name="T0" fmla="*/ 11 w 1415"/>
                <a:gd name="T1" fmla="*/ 0 h 960"/>
                <a:gd name="T2" fmla="*/ 11 w 1415"/>
                <a:gd name="T3" fmla="*/ 0 h 960"/>
                <a:gd name="T4" fmla="*/ 0 w 1415"/>
                <a:gd name="T5" fmla="*/ 7 h 960"/>
                <a:gd name="T6" fmla="*/ 0 w 1415"/>
                <a:gd name="T7" fmla="*/ 8 h 960"/>
                <a:gd name="T8" fmla="*/ 11 w 1415"/>
                <a:gd name="T9" fmla="*/ 1 h 960"/>
                <a:gd name="T10" fmla="*/ 11 w 1415"/>
                <a:gd name="T11" fmla="*/ 1 h 960"/>
                <a:gd name="T12" fmla="*/ 11 w 1415"/>
                <a:gd name="T13" fmla="*/ 1 h 960"/>
                <a:gd name="T14" fmla="*/ 11 w 1415"/>
                <a:gd name="T15" fmla="*/ 1 h 960"/>
                <a:gd name="T16" fmla="*/ 11 w 1415"/>
                <a:gd name="T17" fmla="*/ 0 h 960"/>
                <a:gd name="T18" fmla="*/ 11 w 1415"/>
                <a:gd name="T19" fmla="*/ 0 h 960"/>
                <a:gd name="T20" fmla="*/ 11 w 1415"/>
                <a:gd name="T21" fmla="*/ 0 h 960"/>
                <a:gd name="T22" fmla="*/ 11 w 1415"/>
                <a:gd name="T23" fmla="*/ 0 h 960"/>
                <a:gd name="T24" fmla="*/ 11 w 1415"/>
                <a:gd name="T25" fmla="*/ 0 h 960"/>
                <a:gd name="T26" fmla="*/ 11 w 1415"/>
                <a:gd name="T27" fmla="*/ 0 h 960"/>
                <a:gd name="T28" fmla="*/ 11 w 1415"/>
                <a:gd name="T29" fmla="*/ 0 h 960"/>
                <a:gd name="T30" fmla="*/ 11 w 1415"/>
                <a:gd name="T31" fmla="*/ 0 h 96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15"/>
                <a:gd name="T49" fmla="*/ 0 h 960"/>
                <a:gd name="T50" fmla="*/ 1415 w 1415"/>
                <a:gd name="T51" fmla="*/ 960 h 96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15" h="960">
                  <a:moveTo>
                    <a:pt x="1338" y="10"/>
                  </a:moveTo>
                  <a:lnTo>
                    <a:pt x="1342" y="8"/>
                  </a:lnTo>
                  <a:lnTo>
                    <a:pt x="0" y="882"/>
                  </a:lnTo>
                  <a:lnTo>
                    <a:pt x="52" y="960"/>
                  </a:lnTo>
                  <a:lnTo>
                    <a:pt x="1393" y="85"/>
                  </a:lnTo>
                  <a:lnTo>
                    <a:pt x="1397" y="83"/>
                  </a:lnTo>
                  <a:lnTo>
                    <a:pt x="1393" y="85"/>
                  </a:lnTo>
                  <a:lnTo>
                    <a:pt x="1409" y="71"/>
                  </a:lnTo>
                  <a:lnTo>
                    <a:pt x="1415" y="53"/>
                  </a:lnTo>
                  <a:lnTo>
                    <a:pt x="1413" y="37"/>
                  </a:lnTo>
                  <a:lnTo>
                    <a:pt x="1406" y="21"/>
                  </a:lnTo>
                  <a:lnTo>
                    <a:pt x="1395" y="8"/>
                  </a:lnTo>
                  <a:lnTo>
                    <a:pt x="1379" y="1"/>
                  </a:lnTo>
                  <a:lnTo>
                    <a:pt x="1361" y="0"/>
                  </a:lnTo>
                  <a:lnTo>
                    <a:pt x="1342" y="8"/>
                  </a:lnTo>
                  <a:lnTo>
                    <a:pt x="1338" y="1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44075" name="Freeform 93"/>
            <p:cNvSpPr>
              <a:spLocks/>
            </p:cNvSpPr>
            <p:nvPr/>
          </p:nvSpPr>
          <p:spPr bwMode="auto">
            <a:xfrm>
              <a:off x="1599" y="2057"/>
              <a:ext cx="80" cy="163"/>
            </a:xfrm>
            <a:custGeom>
              <a:avLst/>
              <a:gdLst>
                <a:gd name="T0" fmla="*/ 2 w 398"/>
                <a:gd name="T1" fmla="*/ 0 h 817"/>
                <a:gd name="T2" fmla="*/ 2 w 398"/>
                <a:gd name="T3" fmla="*/ 0 h 817"/>
                <a:gd name="T4" fmla="*/ 2 w 398"/>
                <a:gd name="T5" fmla="*/ 1 h 817"/>
                <a:gd name="T6" fmla="*/ 2 w 398"/>
                <a:gd name="T7" fmla="*/ 1 h 817"/>
                <a:gd name="T8" fmla="*/ 2 w 398"/>
                <a:gd name="T9" fmla="*/ 2 h 817"/>
                <a:gd name="T10" fmla="*/ 2 w 398"/>
                <a:gd name="T11" fmla="*/ 2 h 817"/>
                <a:gd name="T12" fmla="*/ 2 w 398"/>
                <a:gd name="T13" fmla="*/ 2 h 817"/>
                <a:gd name="T14" fmla="*/ 2 w 398"/>
                <a:gd name="T15" fmla="*/ 3 h 817"/>
                <a:gd name="T16" fmla="*/ 2 w 398"/>
                <a:gd name="T17" fmla="*/ 3 h 817"/>
                <a:gd name="T18" fmla="*/ 2 w 398"/>
                <a:gd name="T19" fmla="*/ 4 h 817"/>
                <a:gd name="T20" fmla="*/ 2 w 398"/>
                <a:gd name="T21" fmla="*/ 4 h 817"/>
                <a:gd name="T22" fmla="*/ 1 w 398"/>
                <a:gd name="T23" fmla="*/ 4 h 817"/>
                <a:gd name="T24" fmla="*/ 1 w 398"/>
                <a:gd name="T25" fmla="*/ 5 h 817"/>
                <a:gd name="T26" fmla="*/ 1 w 398"/>
                <a:gd name="T27" fmla="*/ 5 h 817"/>
                <a:gd name="T28" fmla="*/ 1 w 398"/>
                <a:gd name="T29" fmla="*/ 5 h 817"/>
                <a:gd name="T30" fmla="*/ 1 w 398"/>
                <a:gd name="T31" fmla="*/ 5 h 817"/>
                <a:gd name="T32" fmla="*/ 0 w 398"/>
                <a:gd name="T33" fmla="*/ 6 h 817"/>
                <a:gd name="T34" fmla="*/ 0 w 398"/>
                <a:gd name="T35" fmla="*/ 6 h 817"/>
                <a:gd name="T36" fmla="*/ 0 w 398"/>
                <a:gd name="T37" fmla="*/ 7 h 817"/>
                <a:gd name="T38" fmla="*/ 1 w 398"/>
                <a:gd name="T39" fmla="*/ 6 h 817"/>
                <a:gd name="T40" fmla="*/ 1 w 398"/>
                <a:gd name="T41" fmla="*/ 6 h 817"/>
                <a:gd name="T42" fmla="*/ 1 w 398"/>
                <a:gd name="T43" fmla="*/ 6 h 817"/>
                <a:gd name="T44" fmla="*/ 2 w 398"/>
                <a:gd name="T45" fmla="*/ 5 h 817"/>
                <a:gd name="T46" fmla="*/ 2 w 398"/>
                <a:gd name="T47" fmla="*/ 5 h 817"/>
                <a:gd name="T48" fmla="*/ 2 w 398"/>
                <a:gd name="T49" fmla="*/ 5 h 817"/>
                <a:gd name="T50" fmla="*/ 2 w 398"/>
                <a:gd name="T51" fmla="*/ 4 h 817"/>
                <a:gd name="T52" fmla="*/ 2 w 398"/>
                <a:gd name="T53" fmla="*/ 4 h 817"/>
                <a:gd name="T54" fmla="*/ 3 w 398"/>
                <a:gd name="T55" fmla="*/ 3 h 817"/>
                <a:gd name="T56" fmla="*/ 3 w 398"/>
                <a:gd name="T57" fmla="*/ 3 h 817"/>
                <a:gd name="T58" fmla="*/ 3 w 398"/>
                <a:gd name="T59" fmla="*/ 3 h 817"/>
                <a:gd name="T60" fmla="*/ 3 w 398"/>
                <a:gd name="T61" fmla="*/ 2 h 817"/>
                <a:gd name="T62" fmla="*/ 3 w 398"/>
                <a:gd name="T63" fmla="*/ 2 h 817"/>
                <a:gd name="T64" fmla="*/ 3 w 398"/>
                <a:gd name="T65" fmla="*/ 1 h 817"/>
                <a:gd name="T66" fmla="*/ 3 w 398"/>
                <a:gd name="T67" fmla="*/ 1 h 817"/>
                <a:gd name="T68" fmla="*/ 3 w 398"/>
                <a:gd name="T69" fmla="*/ 0 h 817"/>
                <a:gd name="T70" fmla="*/ 3 w 398"/>
                <a:gd name="T71" fmla="*/ 0 h 817"/>
                <a:gd name="T72" fmla="*/ 3 w 398"/>
                <a:gd name="T73" fmla="*/ 0 h 817"/>
                <a:gd name="T74" fmla="*/ 3 w 398"/>
                <a:gd name="T75" fmla="*/ 0 h 817"/>
                <a:gd name="T76" fmla="*/ 3 w 398"/>
                <a:gd name="T77" fmla="*/ 0 h 817"/>
                <a:gd name="T78" fmla="*/ 3 w 398"/>
                <a:gd name="T79" fmla="*/ 0 h 817"/>
                <a:gd name="T80" fmla="*/ 3 w 398"/>
                <a:gd name="T81" fmla="*/ 0 h 817"/>
                <a:gd name="T82" fmla="*/ 3 w 398"/>
                <a:gd name="T83" fmla="*/ 0 h 817"/>
                <a:gd name="T84" fmla="*/ 3 w 398"/>
                <a:gd name="T85" fmla="*/ 0 h 817"/>
                <a:gd name="T86" fmla="*/ 2 w 398"/>
                <a:gd name="T87" fmla="*/ 0 h 817"/>
                <a:gd name="T88" fmla="*/ 2 w 398"/>
                <a:gd name="T89" fmla="*/ 0 h 817"/>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398"/>
                <a:gd name="T136" fmla="*/ 0 h 817"/>
                <a:gd name="T137" fmla="*/ 398 w 398"/>
                <a:gd name="T138" fmla="*/ 817 h 817"/>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398" h="817">
                  <a:moveTo>
                    <a:pt x="304" y="47"/>
                  </a:moveTo>
                  <a:lnTo>
                    <a:pt x="304" y="47"/>
                  </a:lnTo>
                  <a:lnTo>
                    <a:pt x="301" y="97"/>
                  </a:lnTo>
                  <a:lnTo>
                    <a:pt x="297" y="147"/>
                  </a:lnTo>
                  <a:lnTo>
                    <a:pt x="291" y="198"/>
                  </a:lnTo>
                  <a:lnTo>
                    <a:pt x="280" y="247"/>
                  </a:lnTo>
                  <a:lnTo>
                    <a:pt x="268" y="297"/>
                  </a:lnTo>
                  <a:lnTo>
                    <a:pt x="253" y="347"/>
                  </a:lnTo>
                  <a:lnTo>
                    <a:pt x="236" y="395"/>
                  </a:lnTo>
                  <a:lnTo>
                    <a:pt x="217" y="442"/>
                  </a:lnTo>
                  <a:lnTo>
                    <a:pt x="195" y="487"/>
                  </a:lnTo>
                  <a:lnTo>
                    <a:pt x="171" y="532"/>
                  </a:lnTo>
                  <a:lnTo>
                    <a:pt x="147" y="574"/>
                  </a:lnTo>
                  <a:lnTo>
                    <a:pt x="121" y="613"/>
                  </a:lnTo>
                  <a:lnTo>
                    <a:pt x="93" y="650"/>
                  </a:lnTo>
                  <a:lnTo>
                    <a:pt x="64" y="684"/>
                  </a:lnTo>
                  <a:lnTo>
                    <a:pt x="32" y="716"/>
                  </a:lnTo>
                  <a:lnTo>
                    <a:pt x="0" y="744"/>
                  </a:lnTo>
                  <a:lnTo>
                    <a:pt x="59" y="817"/>
                  </a:lnTo>
                  <a:lnTo>
                    <a:pt x="95" y="784"/>
                  </a:lnTo>
                  <a:lnTo>
                    <a:pt x="132" y="748"/>
                  </a:lnTo>
                  <a:lnTo>
                    <a:pt x="166" y="709"/>
                  </a:lnTo>
                  <a:lnTo>
                    <a:pt x="196" y="667"/>
                  </a:lnTo>
                  <a:lnTo>
                    <a:pt x="227" y="623"/>
                  </a:lnTo>
                  <a:lnTo>
                    <a:pt x="253" y="576"/>
                  </a:lnTo>
                  <a:lnTo>
                    <a:pt x="279" y="530"/>
                  </a:lnTo>
                  <a:lnTo>
                    <a:pt x="301" y="479"/>
                  </a:lnTo>
                  <a:lnTo>
                    <a:pt x="323" y="428"/>
                  </a:lnTo>
                  <a:lnTo>
                    <a:pt x="342" y="375"/>
                  </a:lnTo>
                  <a:lnTo>
                    <a:pt x="359" y="321"/>
                  </a:lnTo>
                  <a:lnTo>
                    <a:pt x="372" y="268"/>
                  </a:lnTo>
                  <a:lnTo>
                    <a:pt x="382" y="212"/>
                  </a:lnTo>
                  <a:lnTo>
                    <a:pt x="391" y="157"/>
                  </a:lnTo>
                  <a:lnTo>
                    <a:pt x="395" y="102"/>
                  </a:lnTo>
                  <a:lnTo>
                    <a:pt x="398" y="47"/>
                  </a:lnTo>
                  <a:lnTo>
                    <a:pt x="394" y="27"/>
                  </a:lnTo>
                  <a:lnTo>
                    <a:pt x="383" y="11"/>
                  </a:lnTo>
                  <a:lnTo>
                    <a:pt x="368" y="3"/>
                  </a:lnTo>
                  <a:lnTo>
                    <a:pt x="351" y="0"/>
                  </a:lnTo>
                  <a:lnTo>
                    <a:pt x="333" y="3"/>
                  </a:lnTo>
                  <a:lnTo>
                    <a:pt x="319" y="11"/>
                  </a:lnTo>
                  <a:lnTo>
                    <a:pt x="307" y="27"/>
                  </a:lnTo>
                  <a:lnTo>
                    <a:pt x="304" y="4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44076" name="Freeform 94"/>
            <p:cNvSpPr>
              <a:spLocks/>
            </p:cNvSpPr>
            <p:nvPr/>
          </p:nvSpPr>
          <p:spPr bwMode="auto">
            <a:xfrm>
              <a:off x="1660" y="1701"/>
              <a:ext cx="19" cy="365"/>
            </a:xfrm>
            <a:custGeom>
              <a:avLst/>
              <a:gdLst>
                <a:gd name="T0" fmla="*/ 0 w 95"/>
                <a:gd name="T1" fmla="*/ 0 h 1826"/>
                <a:gd name="T2" fmla="*/ 0 w 95"/>
                <a:gd name="T3" fmla="*/ 0 h 1826"/>
                <a:gd name="T4" fmla="*/ 0 w 95"/>
                <a:gd name="T5" fmla="*/ 15 h 1826"/>
                <a:gd name="T6" fmla="*/ 1 w 95"/>
                <a:gd name="T7" fmla="*/ 15 h 1826"/>
                <a:gd name="T8" fmla="*/ 1 w 95"/>
                <a:gd name="T9" fmla="*/ 0 h 1826"/>
                <a:gd name="T10" fmla="*/ 1 w 95"/>
                <a:gd name="T11" fmla="*/ 0 h 1826"/>
                <a:gd name="T12" fmla="*/ 1 w 95"/>
                <a:gd name="T13" fmla="*/ 0 h 1826"/>
                <a:gd name="T14" fmla="*/ 1 w 95"/>
                <a:gd name="T15" fmla="*/ 0 h 1826"/>
                <a:gd name="T16" fmla="*/ 1 w 95"/>
                <a:gd name="T17" fmla="*/ 0 h 1826"/>
                <a:gd name="T18" fmla="*/ 1 w 95"/>
                <a:gd name="T19" fmla="*/ 0 h 1826"/>
                <a:gd name="T20" fmla="*/ 0 w 95"/>
                <a:gd name="T21" fmla="*/ 0 h 1826"/>
                <a:gd name="T22" fmla="*/ 0 w 95"/>
                <a:gd name="T23" fmla="*/ 0 h 1826"/>
                <a:gd name="T24" fmla="*/ 0 w 95"/>
                <a:gd name="T25" fmla="*/ 0 h 1826"/>
                <a:gd name="T26" fmla="*/ 0 w 95"/>
                <a:gd name="T27" fmla="*/ 0 h 1826"/>
                <a:gd name="T28" fmla="*/ 0 w 95"/>
                <a:gd name="T29" fmla="*/ 0 h 1826"/>
                <a:gd name="T30" fmla="*/ 0 w 95"/>
                <a:gd name="T31" fmla="*/ 0 h 182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95"/>
                <a:gd name="T49" fmla="*/ 0 h 1826"/>
                <a:gd name="T50" fmla="*/ 95 w 95"/>
                <a:gd name="T51" fmla="*/ 1826 h 182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95" h="1826">
                  <a:moveTo>
                    <a:pt x="0" y="49"/>
                  </a:moveTo>
                  <a:lnTo>
                    <a:pt x="0" y="47"/>
                  </a:lnTo>
                  <a:lnTo>
                    <a:pt x="1" y="1826"/>
                  </a:lnTo>
                  <a:lnTo>
                    <a:pt x="95" y="1826"/>
                  </a:lnTo>
                  <a:lnTo>
                    <a:pt x="93" y="47"/>
                  </a:lnTo>
                  <a:lnTo>
                    <a:pt x="93" y="45"/>
                  </a:lnTo>
                  <a:lnTo>
                    <a:pt x="93" y="47"/>
                  </a:lnTo>
                  <a:lnTo>
                    <a:pt x="90" y="27"/>
                  </a:lnTo>
                  <a:lnTo>
                    <a:pt x="79" y="12"/>
                  </a:lnTo>
                  <a:lnTo>
                    <a:pt x="64" y="4"/>
                  </a:lnTo>
                  <a:lnTo>
                    <a:pt x="47" y="0"/>
                  </a:lnTo>
                  <a:lnTo>
                    <a:pt x="29" y="4"/>
                  </a:lnTo>
                  <a:lnTo>
                    <a:pt x="15" y="12"/>
                  </a:lnTo>
                  <a:lnTo>
                    <a:pt x="3" y="27"/>
                  </a:lnTo>
                  <a:lnTo>
                    <a:pt x="0" y="47"/>
                  </a:lnTo>
                  <a:lnTo>
                    <a:pt x="0" y="4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44077" name="Freeform 95"/>
            <p:cNvSpPr>
              <a:spLocks/>
            </p:cNvSpPr>
            <p:nvPr/>
          </p:nvSpPr>
          <p:spPr bwMode="auto">
            <a:xfrm>
              <a:off x="1598" y="1598"/>
              <a:ext cx="81" cy="113"/>
            </a:xfrm>
            <a:custGeom>
              <a:avLst/>
              <a:gdLst>
                <a:gd name="T0" fmla="*/ 0 w 401"/>
                <a:gd name="T1" fmla="*/ 1 h 566"/>
                <a:gd name="T2" fmla="*/ 0 w 401"/>
                <a:gd name="T3" fmla="*/ 1 h 566"/>
                <a:gd name="T4" fmla="*/ 0 w 401"/>
                <a:gd name="T5" fmla="*/ 1 h 566"/>
                <a:gd name="T6" fmla="*/ 1 w 401"/>
                <a:gd name="T7" fmla="*/ 1 h 566"/>
                <a:gd name="T8" fmla="*/ 1 w 401"/>
                <a:gd name="T9" fmla="*/ 1 h 566"/>
                <a:gd name="T10" fmla="*/ 1 w 401"/>
                <a:gd name="T11" fmla="*/ 1 h 566"/>
                <a:gd name="T12" fmla="*/ 1 w 401"/>
                <a:gd name="T13" fmla="*/ 2 h 566"/>
                <a:gd name="T14" fmla="*/ 1 w 401"/>
                <a:gd name="T15" fmla="*/ 2 h 566"/>
                <a:gd name="T16" fmla="*/ 2 w 401"/>
                <a:gd name="T17" fmla="*/ 2 h 566"/>
                <a:gd name="T18" fmla="*/ 2 w 401"/>
                <a:gd name="T19" fmla="*/ 2 h 566"/>
                <a:gd name="T20" fmla="*/ 2 w 401"/>
                <a:gd name="T21" fmla="*/ 2 h 566"/>
                <a:gd name="T22" fmla="*/ 2 w 401"/>
                <a:gd name="T23" fmla="*/ 3 h 566"/>
                <a:gd name="T24" fmla="*/ 2 w 401"/>
                <a:gd name="T25" fmla="*/ 3 h 566"/>
                <a:gd name="T26" fmla="*/ 2 w 401"/>
                <a:gd name="T27" fmla="*/ 3 h 566"/>
                <a:gd name="T28" fmla="*/ 2 w 401"/>
                <a:gd name="T29" fmla="*/ 4 h 566"/>
                <a:gd name="T30" fmla="*/ 2 w 401"/>
                <a:gd name="T31" fmla="*/ 4 h 566"/>
                <a:gd name="T32" fmla="*/ 2 w 401"/>
                <a:gd name="T33" fmla="*/ 4 h 566"/>
                <a:gd name="T34" fmla="*/ 3 w 401"/>
                <a:gd name="T35" fmla="*/ 5 h 566"/>
                <a:gd name="T36" fmla="*/ 3 w 401"/>
                <a:gd name="T37" fmla="*/ 4 h 566"/>
                <a:gd name="T38" fmla="*/ 3 w 401"/>
                <a:gd name="T39" fmla="*/ 4 h 566"/>
                <a:gd name="T40" fmla="*/ 3 w 401"/>
                <a:gd name="T41" fmla="*/ 4 h 566"/>
                <a:gd name="T42" fmla="*/ 3 w 401"/>
                <a:gd name="T43" fmla="*/ 3 h 566"/>
                <a:gd name="T44" fmla="*/ 3 w 401"/>
                <a:gd name="T45" fmla="*/ 3 h 566"/>
                <a:gd name="T46" fmla="*/ 3 w 401"/>
                <a:gd name="T47" fmla="*/ 3 h 566"/>
                <a:gd name="T48" fmla="*/ 3 w 401"/>
                <a:gd name="T49" fmla="*/ 2 h 566"/>
                <a:gd name="T50" fmla="*/ 3 w 401"/>
                <a:gd name="T51" fmla="*/ 2 h 566"/>
                <a:gd name="T52" fmla="*/ 2 w 401"/>
                <a:gd name="T53" fmla="*/ 2 h 566"/>
                <a:gd name="T54" fmla="*/ 2 w 401"/>
                <a:gd name="T55" fmla="*/ 2 h 566"/>
                <a:gd name="T56" fmla="*/ 2 w 401"/>
                <a:gd name="T57" fmla="*/ 1 h 566"/>
                <a:gd name="T58" fmla="*/ 2 w 401"/>
                <a:gd name="T59" fmla="*/ 1 h 566"/>
                <a:gd name="T60" fmla="*/ 2 w 401"/>
                <a:gd name="T61" fmla="*/ 1 h 566"/>
                <a:gd name="T62" fmla="*/ 1 w 401"/>
                <a:gd name="T63" fmla="*/ 1 h 566"/>
                <a:gd name="T64" fmla="*/ 1 w 401"/>
                <a:gd name="T65" fmla="*/ 0 h 566"/>
                <a:gd name="T66" fmla="*/ 1 w 401"/>
                <a:gd name="T67" fmla="*/ 0 h 566"/>
                <a:gd name="T68" fmla="*/ 1 w 401"/>
                <a:gd name="T69" fmla="*/ 0 h 566"/>
                <a:gd name="T70" fmla="*/ 1 w 401"/>
                <a:gd name="T71" fmla="*/ 0 h 566"/>
                <a:gd name="T72" fmla="*/ 1 w 401"/>
                <a:gd name="T73" fmla="*/ 0 h 566"/>
                <a:gd name="T74" fmla="*/ 0 w 401"/>
                <a:gd name="T75" fmla="*/ 0 h 566"/>
                <a:gd name="T76" fmla="*/ 0 w 401"/>
                <a:gd name="T77" fmla="*/ 0 h 566"/>
                <a:gd name="T78" fmla="*/ 0 w 401"/>
                <a:gd name="T79" fmla="*/ 0 h 566"/>
                <a:gd name="T80" fmla="*/ 0 w 401"/>
                <a:gd name="T81" fmla="*/ 0 h 566"/>
                <a:gd name="T82" fmla="*/ 0 w 401"/>
                <a:gd name="T83" fmla="*/ 0 h 566"/>
                <a:gd name="T84" fmla="*/ 0 w 401"/>
                <a:gd name="T85" fmla="*/ 0 h 566"/>
                <a:gd name="T86" fmla="*/ 0 w 401"/>
                <a:gd name="T87" fmla="*/ 1 h 566"/>
                <a:gd name="T88" fmla="*/ 0 w 401"/>
                <a:gd name="T89" fmla="*/ 1 h 56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401"/>
                <a:gd name="T136" fmla="*/ 0 h 566"/>
                <a:gd name="T137" fmla="*/ 401 w 401"/>
                <a:gd name="T138" fmla="*/ 566 h 566"/>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401" h="566">
                  <a:moveTo>
                    <a:pt x="23" y="88"/>
                  </a:moveTo>
                  <a:lnTo>
                    <a:pt x="23" y="88"/>
                  </a:lnTo>
                  <a:lnTo>
                    <a:pt x="53" y="107"/>
                  </a:lnTo>
                  <a:lnTo>
                    <a:pt x="83" y="125"/>
                  </a:lnTo>
                  <a:lnTo>
                    <a:pt x="108" y="147"/>
                  </a:lnTo>
                  <a:lnTo>
                    <a:pt x="135" y="171"/>
                  </a:lnTo>
                  <a:lnTo>
                    <a:pt x="160" y="196"/>
                  </a:lnTo>
                  <a:lnTo>
                    <a:pt x="182" y="223"/>
                  </a:lnTo>
                  <a:lnTo>
                    <a:pt x="205" y="251"/>
                  </a:lnTo>
                  <a:lnTo>
                    <a:pt x="223" y="281"/>
                  </a:lnTo>
                  <a:lnTo>
                    <a:pt x="240" y="312"/>
                  </a:lnTo>
                  <a:lnTo>
                    <a:pt x="256" y="345"/>
                  </a:lnTo>
                  <a:lnTo>
                    <a:pt x="270" y="379"/>
                  </a:lnTo>
                  <a:lnTo>
                    <a:pt x="282" y="414"/>
                  </a:lnTo>
                  <a:lnTo>
                    <a:pt x="291" y="450"/>
                  </a:lnTo>
                  <a:lnTo>
                    <a:pt x="299" y="488"/>
                  </a:lnTo>
                  <a:lnTo>
                    <a:pt x="304" y="526"/>
                  </a:lnTo>
                  <a:lnTo>
                    <a:pt x="308" y="566"/>
                  </a:lnTo>
                  <a:lnTo>
                    <a:pt x="401" y="562"/>
                  </a:lnTo>
                  <a:lnTo>
                    <a:pt x="398" y="517"/>
                  </a:lnTo>
                  <a:lnTo>
                    <a:pt x="391" y="471"/>
                  </a:lnTo>
                  <a:lnTo>
                    <a:pt x="383" y="429"/>
                  </a:lnTo>
                  <a:lnTo>
                    <a:pt x="371" y="386"/>
                  </a:lnTo>
                  <a:lnTo>
                    <a:pt x="357" y="346"/>
                  </a:lnTo>
                  <a:lnTo>
                    <a:pt x="340" y="307"/>
                  </a:lnTo>
                  <a:lnTo>
                    <a:pt x="324" y="270"/>
                  </a:lnTo>
                  <a:lnTo>
                    <a:pt x="303" y="232"/>
                  </a:lnTo>
                  <a:lnTo>
                    <a:pt x="280" y="197"/>
                  </a:lnTo>
                  <a:lnTo>
                    <a:pt x="255" y="164"/>
                  </a:lnTo>
                  <a:lnTo>
                    <a:pt x="228" y="132"/>
                  </a:lnTo>
                  <a:lnTo>
                    <a:pt x="199" y="103"/>
                  </a:lnTo>
                  <a:lnTo>
                    <a:pt x="169" y="76"/>
                  </a:lnTo>
                  <a:lnTo>
                    <a:pt x="137" y="50"/>
                  </a:lnTo>
                  <a:lnTo>
                    <a:pt x="103" y="27"/>
                  </a:lnTo>
                  <a:lnTo>
                    <a:pt x="67" y="6"/>
                  </a:lnTo>
                  <a:lnTo>
                    <a:pt x="48" y="0"/>
                  </a:lnTo>
                  <a:lnTo>
                    <a:pt x="30" y="2"/>
                  </a:lnTo>
                  <a:lnTo>
                    <a:pt x="16" y="12"/>
                  </a:lnTo>
                  <a:lnTo>
                    <a:pt x="5" y="25"/>
                  </a:lnTo>
                  <a:lnTo>
                    <a:pt x="0" y="41"/>
                  </a:lnTo>
                  <a:lnTo>
                    <a:pt x="0" y="59"/>
                  </a:lnTo>
                  <a:lnTo>
                    <a:pt x="8" y="75"/>
                  </a:lnTo>
                  <a:lnTo>
                    <a:pt x="23"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44078" name="Freeform 96"/>
            <p:cNvSpPr>
              <a:spLocks/>
            </p:cNvSpPr>
            <p:nvPr/>
          </p:nvSpPr>
          <p:spPr bwMode="auto">
            <a:xfrm>
              <a:off x="1346" y="1455"/>
              <a:ext cx="266" cy="160"/>
            </a:xfrm>
            <a:custGeom>
              <a:avLst/>
              <a:gdLst>
                <a:gd name="T0" fmla="*/ 0 w 1330"/>
                <a:gd name="T1" fmla="*/ 1 h 801"/>
                <a:gd name="T2" fmla="*/ 0 w 1330"/>
                <a:gd name="T3" fmla="*/ 1 h 801"/>
                <a:gd name="T4" fmla="*/ 10 w 1330"/>
                <a:gd name="T5" fmla="*/ 6 h 801"/>
                <a:gd name="T6" fmla="*/ 11 w 1330"/>
                <a:gd name="T7" fmla="*/ 6 h 801"/>
                <a:gd name="T8" fmla="*/ 1 w 1330"/>
                <a:gd name="T9" fmla="*/ 0 h 801"/>
                <a:gd name="T10" fmla="*/ 1 w 1330"/>
                <a:gd name="T11" fmla="*/ 0 h 801"/>
                <a:gd name="T12" fmla="*/ 1 w 1330"/>
                <a:gd name="T13" fmla="*/ 0 h 801"/>
                <a:gd name="T14" fmla="*/ 0 w 1330"/>
                <a:gd name="T15" fmla="*/ 0 h 801"/>
                <a:gd name="T16" fmla="*/ 0 w 1330"/>
                <a:gd name="T17" fmla="*/ 0 h 801"/>
                <a:gd name="T18" fmla="*/ 0 w 1330"/>
                <a:gd name="T19" fmla="*/ 0 h 801"/>
                <a:gd name="T20" fmla="*/ 0 w 1330"/>
                <a:gd name="T21" fmla="*/ 0 h 801"/>
                <a:gd name="T22" fmla="*/ 0 w 1330"/>
                <a:gd name="T23" fmla="*/ 0 h 801"/>
                <a:gd name="T24" fmla="*/ 0 w 1330"/>
                <a:gd name="T25" fmla="*/ 0 h 801"/>
                <a:gd name="T26" fmla="*/ 0 w 1330"/>
                <a:gd name="T27" fmla="*/ 1 h 801"/>
                <a:gd name="T28" fmla="*/ 0 w 1330"/>
                <a:gd name="T29" fmla="*/ 1 h 801"/>
                <a:gd name="T30" fmla="*/ 0 w 1330"/>
                <a:gd name="T31" fmla="*/ 1 h 801"/>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30"/>
                <a:gd name="T49" fmla="*/ 0 h 801"/>
                <a:gd name="T50" fmla="*/ 1330 w 1330"/>
                <a:gd name="T51" fmla="*/ 801 h 801"/>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30" h="801">
                  <a:moveTo>
                    <a:pt x="24" y="88"/>
                  </a:moveTo>
                  <a:lnTo>
                    <a:pt x="23" y="88"/>
                  </a:lnTo>
                  <a:lnTo>
                    <a:pt x="1286" y="801"/>
                  </a:lnTo>
                  <a:lnTo>
                    <a:pt x="1330" y="719"/>
                  </a:lnTo>
                  <a:lnTo>
                    <a:pt x="67" y="6"/>
                  </a:lnTo>
                  <a:lnTo>
                    <a:pt x="66" y="6"/>
                  </a:lnTo>
                  <a:lnTo>
                    <a:pt x="67" y="6"/>
                  </a:lnTo>
                  <a:lnTo>
                    <a:pt x="48" y="0"/>
                  </a:lnTo>
                  <a:lnTo>
                    <a:pt x="30" y="2"/>
                  </a:lnTo>
                  <a:lnTo>
                    <a:pt x="16" y="12"/>
                  </a:lnTo>
                  <a:lnTo>
                    <a:pt x="5" y="25"/>
                  </a:lnTo>
                  <a:lnTo>
                    <a:pt x="0" y="41"/>
                  </a:lnTo>
                  <a:lnTo>
                    <a:pt x="0" y="59"/>
                  </a:lnTo>
                  <a:lnTo>
                    <a:pt x="8" y="75"/>
                  </a:lnTo>
                  <a:lnTo>
                    <a:pt x="23" y="88"/>
                  </a:lnTo>
                  <a:lnTo>
                    <a:pt x="24"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44079" name="Freeform 97"/>
            <p:cNvSpPr>
              <a:spLocks/>
            </p:cNvSpPr>
            <p:nvPr/>
          </p:nvSpPr>
          <p:spPr bwMode="auto">
            <a:xfrm>
              <a:off x="1198" y="1439"/>
              <a:ext cx="161" cy="35"/>
            </a:xfrm>
            <a:custGeom>
              <a:avLst/>
              <a:gdLst>
                <a:gd name="T0" fmla="*/ 1 w 806"/>
                <a:gd name="T1" fmla="*/ 1 h 177"/>
                <a:gd name="T2" fmla="*/ 1 w 806"/>
                <a:gd name="T3" fmla="*/ 1 h 177"/>
                <a:gd name="T4" fmla="*/ 1 w 806"/>
                <a:gd name="T5" fmla="*/ 1 h 177"/>
                <a:gd name="T6" fmla="*/ 1 w 806"/>
                <a:gd name="T7" fmla="*/ 1 h 177"/>
                <a:gd name="T8" fmla="*/ 2 w 806"/>
                <a:gd name="T9" fmla="*/ 1 h 177"/>
                <a:gd name="T10" fmla="*/ 2 w 806"/>
                <a:gd name="T11" fmla="*/ 1 h 177"/>
                <a:gd name="T12" fmla="*/ 2 w 806"/>
                <a:gd name="T13" fmla="*/ 1 h 177"/>
                <a:gd name="T14" fmla="*/ 3 w 806"/>
                <a:gd name="T15" fmla="*/ 1 h 177"/>
                <a:gd name="T16" fmla="*/ 3 w 806"/>
                <a:gd name="T17" fmla="*/ 1 h 177"/>
                <a:gd name="T18" fmla="*/ 3 w 806"/>
                <a:gd name="T19" fmla="*/ 1 h 177"/>
                <a:gd name="T20" fmla="*/ 4 w 806"/>
                <a:gd name="T21" fmla="*/ 1 h 177"/>
                <a:gd name="T22" fmla="*/ 4 w 806"/>
                <a:gd name="T23" fmla="*/ 1 h 177"/>
                <a:gd name="T24" fmla="*/ 5 w 806"/>
                <a:gd name="T25" fmla="*/ 1 h 177"/>
                <a:gd name="T26" fmla="*/ 5 w 806"/>
                <a:gd name="T27" fmla="*/ 1 h 177"/>
                <a:gd name="T28" fmla="*/ 5 w 806"/>
                <a:gd name="T29" fmla="*/ 1 h 177"/>
                <a:gd name="T30" fmla="*/ 6 w 806"/>
                <a:gd name="T31" fmla="*/ 1 h 177"/>
                <a:gd name="T32" fmla="*/ 6 w 806"/>
                <a:gd name="T33" fmla="*/ 1 h 177"/>
                <a:gd name="T34" fmla="*/ 6 w 806"/>
                <a:gd name="T35" fmla="*/ 1 h 177"/>
                <a:gd name="T36" fmla="*/ 6 w 806"/>
                <a:gd name="T37" fmla="*/ 1 h 177"/>
                <a:gd name="T38" fmla="*/ 6 w 806"/>
                <a:gd name="T39" fmla="*/ 1 h 177"/>
                <a:gd name="T40" fmla="*/ 6 w 806"/>
                <a:gd name="T41" fmla="*/ 0 h 177"/>
                <a:gd name="T42" fmla="*/ 5 w 806"/>
                <a:gd name="T43" fmla="*/ 0 h 177"/>
                <a:gd name="T44" fmla="*/ 5 w 806"/>
                <a:gd name="T45" fmla="*/ 0 h 177"/>
                <a:gd name="T46" fmla="*/ 5 w 806"/>
                <a:gd name="T47" fmla="*/ 0 h 177"/>
                <a:gd name="T48" fmla="*/ 4 w 806"/>
                <a:gd name="T49" fmla="*/ 0 h 177"/>
                <a:gd name="T50" fmla="*/ 4 w 806"/>
                <a:gd name="T51" fmla="*/ 0 h 177"/>
                <a:gd name="T52" fmla="*/ 3 w 806"/>
                <a:gd name="T53" fmla="*/ 0 h 177"/>
                <a:gd name="T54" fmla="*/ 3 w 806"/>
                <a:gd name="T55" fmla="*/ 0 h 177"/>
                <a:gd name="T56" fmla="*/ 3 w 806"/>
                <a:gd name="T57" fmla="*/ 0 h 177"/>
                <a:gd name="T58" fmla="*/ 2 w 806"/>
                <a:gd name="T59" fmla="*/ 0 h 177"/>
                <a:gd name="T60" fmla="*/ 2 w 806"/>
                <a:gd name="T61" fmla="*/ 0 h 177"/>
                <a:gd name="T62" fmla="*/ 1 w 806"/>
                <a:gd name="T63" fmla="*/ 0 h 177"/>
                <a:gd name="T64" fmla="*/ 1 w 806"/>
                <a:gd name="T65" fmla="*/ 0 h 177"/>
                <a:gd name="T66" fmla="*/ 1 w 806"/>
                <a:gd name="T67" fmla="*/ 1 h 177"/>
                <a:gd name="T68" fmla="*/ 0 w 806"/>
                <a:gd name="T69" fmla="*/ 1 h 177"/>
                <a:gd name="T70" fmla="*/ 0 w 806"/>
                <a:gd name="T71" fmla="*/ 1 h 177"/>
                <a:gd name="T72" fmla="*/ 0 w 806"/>
                <a:gd name="T73" fmla="*/ 1 h 177"/>
                <a:gd name="T74" fmla="*/ 0 w 806"/>
                <a:gd name="T75" fmla="*/ 1 h 177"/>
                <a:gd name="T76" fmla="*/ 0 w 806"/>
                <a:gd name="T77" fmla="*/ 1 h 177"/>
                <a:gd name="T78" fmla="*/ 0 w 806"/>
                <a:gd name="T79" fmla="*/ 1 h 177"/>
                <a:gd name="T80" fmla="*/ 0 w 806"/>
                <a:gd name="T81" fmla="*/ 1 h 177"/>
                <a:gd name="T82" fmla="*/ 0 w 806"/>
                <a:gd name="T83" fmla="*/ 1 h 177"/>
                <a:gd name="T84" fmla="*/ 0 w 806"/>
                <a:gd name="T85" fmla="*/ 1 h 177"/>
                <a:gd name="T86" fmla="*/ 0 w 806"/>
                <a:gd name="T87" fmla="*/ 1 h 177"/>
                <a:gd name="T88" fmla="*/ 1 w 806"/>
                <a:gd name="T89" fmla="*/ 1 h 177"/>
                <a:gd name="T90" fmla="*/ 1 w 806"/>
                <a:gd name="T91" fmla="*/ 1 h 17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806"/>
                <a:gd name="T139" fmla="*/ 0 h 177"/>
                <a:gd name="T140" fmla="*/ 806 w 806"/>
                <a:gd name="T141" fmla="*/ 177 h 17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806" h="177">
                  <a:moveTo>
                    <a:pt x="67" y="171"/>
                  </a:moveTo>
                  <a:lnTo>
                    <a:pt x="68" y="171"/>
                  </a:lnTo>
                  <a:lnTo>
                    <a:pt x="109" y="151"/>
                  </a:lnTo>
                  <a:lnTo>
                    <a:pt x="151" y="135"/>
                  </a:lnTo>
                  <a:lnTo>
                    <a:pt x="196" y="122"/>
                  </a:lnTo>
                  <a:lnTo>
                    <a:pt x="242" y="110"/>
                  </a:lnTo>
                  <a:lnTo>
                    <a:pt x="287" y="102"/>
                  </a:lnTo>
                  <a:lnTo>
                    <a:pt x="335" y="97"/>
                  </a:lnTo>
                  <a:lnTo>
                    <a:pt x="382" y="95"/>
                  </a:lnTo>
                  <a:lnTo>
                    <a:pt x="430" y="94"/>
                  </a:lnTo>
                  <a:lnTo>
                    <a:pt x="477" y="97"/>
                  </a:lnTo>
                  <a:lnTo>
                    <a:pt x="524" y="102"/>
                  </a:lnTo>
                  <a:lnTo>
                    <a:pt x="568" y="108"/>
                  </a:lnTo>
                  <a:lnTo>
                    <a:pt x="612" y="117"/>
                  </a:lnTo>
                  <a:lnTo>
                    <a:pt x="654" y="128"/>
                  </a:lnTo>
                  <a:lnTo>
                    <a:pt x="693" y="141"/>
                  </a:lnTo>
                  <a:lnTo>
                    <a:pt x="730" y="155"/>
                  </a:lnTo>
                  <a:lnTo>
                    <a:pt x="764" y="171"/>
                  </a:lnTo>
                  <a:lnTo>
                    <a:pt x="806" y="89"/>
                  </a:lnTo>
                  <a:lnTo>
                    <a:pt x="768" y="70"/>
                  </a:lnTo>
                  <a:lnTo>
                    <a:pt x="725" y="54"/>
                  </a:lnTo>
                  <a:lnTo>
                    <a:pt x="680" y="39"/>
                  </a:lnTo>
                  <a:lnTo>
                    <a:pt x="633" y="26"/>
                  </a:lnTo>
                  <a:lnTo>
                    <a:pt x="585" y="16"/>
                  </a:lnTo>
                  <a:lnTo>
                    <a:pt x="536" y="8"/>
                  </a:lnTo>
                  <a:lnTo>
                    <a:pt x="484" y="3"/>
                  </a:lnTo>
                  <a:lnTo>
                    <a:pt x="433" y="0"/>
                  </a:lnTo>
                  <a:lnTo>
                    <a:pt x="380" y="1"/>
                  </a:lnTo>
                  <a:lnTo>
                    <a:pt x="328" y="3"/>
                  </a:lnTo>
                  <a:lnTo>
                    <a:pt x="276" y="10"/>
                  </a:lnTo>
                  <a:lnTo>
                    <a:pt x="223" y="19"/>
                  </a:lnTo>
                  <a:lnTo>
                    <a:pt x="172" y="30"/>
                  </a:lnTo>
                  <a:lnTo>
                    <a:pt x="121" y="46"/>
                  </a:lnTo>
                  <a:lnTo>
                    <a:pt x="72" y="67"/>
                  </a:lnTo>
                  <a:lnTo>
                    <a:pt x="24" y="89"/>
                  </a:lnTo>
                  <a:lnTo>
                    <a:pt x="25" y="89"/>
                  </a:lnTo>
                  <a:lnTo>
                    <a:pt x="24" y="89"/>
                  </a:lnTo>
                  <a:lnTo>
                    <a:pt x="8" y="102"/>
                  </a:lnTo>
                  <a:lnTo>
                    <a:pt x="0" y="118"/>
                  </a:lnTo>
                  <a:lnTo>
                    <a:pt x="0" y="136"/>
                  </a:lnTo>
                  <a:lnTo>
                    <a:pt x="6" y="152"/>
                  </a:lnTo>
                  <a:lnTo>
                    <a:pt x="17" y="165"/>
                  </a:lnTo>
                  <a:lnTo>
                    <a:pt x="31" y="175"/>
                  </a:lnTo>
                  <a:lnTo>
                    <a:pt x="48" y="177"/>
                  </a:lnTo>
                  <a:lnTo>
                    <a:pt x="68" y="171"/>
                  </a:lnTo>
                  <a:lnTo>
                    <a:pt x="67" y="1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44080" name="Freeform 98"/>
            <p:cNvSpPr>
              <a:spLocks/>
            </p:cNvSpPr>
            <p:nvPr/>
          </p:nvSpPr>
          <p:spPr bwMode="auto">
            <a:xfrm>
              <a:off x="931" y="1456"/>
              <a:ext cx="280" cy="158"/>
            </a:xfrm>
            <a:custGeom>
              <a:avLst/>
              <a:gdLst>
                <a:gd name="T0" fmla="*/ 1 w 1402"/>
                <a:gd name="T1" fmla="*/ 6 h 787"/>
                <a:gd name="T2" fmla="*/ 1 w 1402"/>
                <a:gd name="T3" fmla="*/ 6 h 787"/>
                <a:gd name="T4" fmla="*/ 11 w 1402"/>
                <a:gd name="T5" fmla="*/ 1 h 787"/>
                <a:gd name="T6" fmla="*/ 11 w 1402"/>
                <a:gd name="T7" fmla="*/ 0 h 787"/>
                <a:gd name="T8" fmla="*/ 0 w 1402"/>
                <a:gd name="T9" fmla="*/ 6 h 787"/>
                <a:gd name="T10" fmla="*/ 0 w 1402"/>
                <a:gd name="T11" fmla="*/ 6 h 787"/>
                <a:gd name="T12" fmla="*/ 0 w 1402"/>
                <a:gd name="T13" fmla="*/ 6 h 787"/>
                <a:gd name="T14" fmla="*/ 0 w 1402"/>
                <a:gd name="T15" fmla="*/ 6 h 787"/>
                <a:gd name="T16" fmla="*/ 0 w 1402"/>
                <a:gd name="T17" fmla="*/ 6 h 787"/>
                <a:gd name="T18" fmla="*/ 0 w 1402"/>
                <a:gd name="T19" fmla="*/ 6 h 787"/>
                <a:gd name="T20" fmla="*/ 0 w 1402"/>
                <a:gd name="T21" fmla="*/ 6 h 787"/>
                <a:gd name="T22" fmla="*/ 0 w 1402"/>
                <a:gd name="T23" fmla="*/ 6 h 787"/>
                <a:gd name="T24" fmla="*/ 0 w 1402"/>
                <a:gd name="T25" fmla="*/ 6 h 787"/>
                <a:gd name="T26" fmla="*/ 0 w 1402"/>
                <a:gd name="T27" fmla="*/ 6 h 787"/>
                <a:gd name="T28" fmla="*/ 1 w 1402"/>
                <a:gd name="T29" fmla="*/ 6 h 787"/>
                <a:gd name="T30" fmla="*/ 1 w 1402"/>
                <a:gd name="T31" fmla="*/ 6 h 78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02"/>
                <a:gd name="T49" fmla="*/ 0 h 787"/>
                <a:gd name="T50" fmla="*/ 1402 w 1402"/>
                <a:gd name="T51" fmla="*/ 787 h 78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02" h="787">
                  <a:moveTo>
                    <a:pt x="69" y="781"/>
                  </a:moveTo>
                  <a:lnTo>
                    <a:pt x="66" y="781"/>
                  </a:lnTo>
                  <a:lnTo>
                    <a:pt x="1402" y="82"/>
                  </a:lnTo>
                  <a:lnTo>
                    <a:pt x="1360" y="0"/>
                  </a:lnTo>
                  <a:lnTo>
                    <a:pt x="24" y="699"/>
                  </a:lnTo>
                  <a:lnTo>
                    <a:pt x="22" y="699"/>
                  </a:lnTo>
                  <a:lnTo>
                    <a:pt x="24" y="699"/>
                  </a:lnTo>
                  <a:lnTo>
                    <a:pt x="8" y="712"/>
                  </a:lnTo>
                  <a:lnTo>
                    <a:pt x="1" y="727"/>
                  </a:lnTo>
                  <a:lnTo>
                    <a:pt x="0" y="744"/>
                  </a:lnTo>
                  <a:lnTo>
                    <a:pt x="5" y="761"/>
                  </a:lnTo>
                  <a:lnTo>
                    <a:pt x="15" y="775"/>
                  </a:lnTo>
                  <a:lnTo>
                    <a:pt x="30" y="784"/>
                  </a:lnTo>
                  <a:lnTo>
                    <a:pt x="46" y="787"/>
                  </a:lnTo>
                  <a:lnTo>
                    <a:pt x="66" y="781"/>
                  </a:lnTo>
                  <a:lnTo>
                    <a:pt x="69" y="7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44081" name="Freeform 99"/>
            <p:cNvSpPr>
              <a:spLocks/>
            </p:cNvSpPr>
            <p:nvPr/>
          </p:nvSpPr>
          <p:spPr bwMode="auto">
            <a:xfrm>
              <a:off x="868" y="1596"/>
              <a:ext cx="77" cy="126"/>
            </a:xfrm>
            <a:custGeom>
              <a:avLst/>
              <a:gdLst>
                <a:gd name="T0" fmla="*/ 1 w 382"/>
                <a:gd name="T1" fmla="*/ 5 h 628"/>
                <a:gd name="T2" fmla="*/ 1 w 382"/>
                <a:gd name="T3" fmla="*/ 5 h 628"/>
                <a:gd name="T4" fmla="*/ 1 w 382"/>
                <a:gd name="T5" fmla="*/ 4 h 628"/>
                <a:gd name="T6" fmla="*/ 1 w 382"/>
                <a:gd name="T7" fmla="*/ 4 h 628"/>
                <a:gd name="T8" fmla="*/ 1 w 382"/>
                <a:gd name="T9" fmla="*/ 4 h 628"/>
                <a:gd name="T10" fmla="*/ 1 w 382"/>
                <a:gd name="T11" fmla="*/ 3 h 628"/>
                <a:gd name="T12" fmla="*/ 1 w 382"/>
                <a:gd name="T13" fmla="*/ 3 h 628"/>
                <a:gd name="T14" fmla="*/ 1 w 382"/>
                <a:gd name="T15" fmla="*/ 3 h 628"/>
                <a:gd name="T16" fmla="*/ 1 w 382"/>
                <a:gd name="T17" fmla="*/ 3 h 628"/>
                <a:gd name="T18" fmla="*/ 1 w 382"/>
                <a:gd name="T19" fmla="*/ 2 h 628"/>
                <a:gd name="T20" fmla="*/ 2 w 382"/>
                <a:gd name="T21" fmla="*/ 2 h 628"/>
                <a:gd name="T22" fmla="*/ 2 w 382"/>
                <a:gd name="T23" fmla="*/ 2 h 628"/>
                <a:gd name="T24" fmla="*/ 2 w 382"/>
                <a:gd name="T25" fmla="*/ 2 h 628"/>
                <a:gd name="T26" fmla="*/ 2 w 382"/>
                <a:gd name="T27" fmla="*/ 1 h 628"/>
                <a:gd name="T28" fmla="*/ 2 w 382"/>
                <a:gd name="T29" fmla="*/ 1 h 628"/>
                <a:gd name="T30" fmla="*/ 3 w 382"/>
                <a:gd name="T31" fmla="*/ 1 h 628"/>
                <a:gd name="T32" fmla="*/ 3 w 382"/>
                <a:gd name="T33" fmla="*/ 1 h 628"/>
                <a:gd name="T34" fmla="*/ 3 w 382"/>
                <a:gd name="T35" fmla="*/ 1 h 628"/>
                <a:gd name="T36" fmla="*/ 3 w 382"/>
                <a:gd name="T37" fmla="*/ 0 h 628"/>
                <a:gd name="T38" fmla="*/ 2 w 382"/>
                <a:gd name="T39" fmla="*/ 0 h 628"/>
                <a:gd name="T40" fmla="*/ 2 w 382"/>
                <a:gd name="T41" fmla="*/ 0 h 628"/>
                <a:gd name="T42" fmla="*/ 2 w 382"/>
                <a:gd name="T43" fmla="*/ 1 h 628"/>
                <a:gd name="T44" fmla="*/ 2 w 382"/>
                <a:gd name="T45" fmla="*/ 1 h 628"/>
                <a:gd name="T46" fmla="*/ 1 w 382"/>
                <a:gd name="T47" fmla="*/ 1 h 628"/>
                <a:gd name="T48" fmla="*/ 1 w 382"/>
                <a:gd name="T49" fmla="*/ 1 h 628"/>
                <a:gd name="T50" fmla="*/ 1 w 382"/>
                <a:gd name="T51" fmla="*/ 2 h 628"/>
                <a:gd name="T52" fmla="*/ 1 w 382"/>
                <a:gd name="T53" fmla="*/ 2 h 628"/>
                <a:gd name="T54" fmla="*/ 1 w 382"/>
                <a:gd name="T55" fmla="*/ 2 h 628"/>
                <a:gd name="T56" fmla="*/ 0 w 382"/>
                <a:gd name="T57" fmla="*/ 3 h 628"/>
                <a:gd name="T58" fmla="*/ 0 w 382"/>
                <a:gd name="T59" fmla="*/ 3 h 628"/>
                <a:gd name="T60" fmla="*/ 0 w 382"/>
                <a:gd name="T61" fmla="*/ 3 h 628"/>
                <a:gd name="T62" fmla="*/ 0 w 382"/>
                <a:gd name="T63" fmla="*/ 4 h 628"/>
                <a:gd name="T64" fmla="*/ 0 w 382"/>
                <a:gd name="T65" fmla="*/ 4 h 628"/>
                <a:gd name="T66" fmla="*/ 0 w 382"/>
                <a:gd name="T67" fmla="*/ 4 h 628"/>
                <a:gd name="T68" fmla="*/ 0 w 382"/>
                <a:gd name="T69" fmla="*/ 5 h 628"/>
                <a:gd name="T70" fmla="*/ 0 w 382"/>
                <a:gd name="T71" fmla="*/ 5 h 628"/>
                <a:gd name="T72" fmla="*/ 0 w 382"/>
                <a:gd name="T73" fmla="*/ 5 h 628"/>
                <a:gd name="T74" fmla="*/ 0 w 382"/>
                <a:gd name="T75" fmla="*/ 5 h 628"/>
                <a:gd name="T76" fmla="*/ 0 w 382"/>
                <a:gd name="T77" fmla="*/ 5 h 628"/>
                <a:gd name="T78" fmla="*/ 0 w 382"/>
                <a:gd name="T79" fmla="*/ 5 h 628"/>
                <a:gd name="T80" fmla="*/ 0 w 382"/>
                <a:gd name="T81" fmla="*/ 5 h 628"/>
                <a:gd name="T82" fmla="*/ 1 w 382"/>
                <a:gd name="T83" fmla="*/ 5 h 628"/>
                <a:gd name="T84" fmla="*/ 1 w 382"/>
                <a:gd name="T85" fmla="*/ 5 h 628"/>
                <a:gd name="T86" fmla="*/ 1 w 382"/>
                <a:gd name="T87" fmla="*/ 5 h 628"/>
                <a:gd name="T88" fmla="*/ 1 w 382"/>
                <a:gd name="T89" fmla="*/ 5 h 628"/>
                <a:gd name="T90" fmla="*/ 1 w 382"/>
                <a:gd name="T91" fmla="*/ 5 h 628"/>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382"/>
                <a:gd name="T139" fmla="*/ 0 h 628"/>
                <a:gd name="T140" fmla="*/ 382 w 382"/>
                <a:gd name="T141" fmla="*/ 628 h 628"/>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382" h="628">
                  <a:moveTo>
                    <a:pt x="94" y="581"/>
                  </a:moveTo>
                  <a:lnTo>
                    <a:pt x="94" y="582"/>
                  </a:lnTo>
                  <a:lnTo>
                    <a:pt x="96" y="541"/>
                  </a:lnTo>
                  <a:lnTo>
                    <a:pt x="99" y="500"/>
                  </a:lnTo>
                  <a:lnTo>
                    <a:pt x="106" y="463"/>
                  </a:lnTo>
                  <a:lnTo>
                    <a:pt x="115" y="424"/>
                  </a:lnTo>
                  <a:lnTo>
                    <a:pt x="127" y="389"/>
                  </a:lnTo>
                  <a:lnTo>
                    <a:pt x="140" y="353"/>
                  </a:lnTo>
                  <a:lnTo>
                    <a:pt x="156" y="320"/>
                  </a:lnTo>
                  <a:lnTo>
                    <a:pt x="173" y="287"/>
                  </a:lnTo>
                  <a:lnTo>
                    <a:pt x="193" y="255"/>
                  </a:lnTo>
                  <a:lnTo>
                    <a:pt x="214" y="226"/>
                  </a:lnTo>
                  <a:lnTo>
                    <a:pt x="238" y="198"/>
                  </a:lnTo>
                  <a:lnTo>
                    <a:pt x="263" y="172"/>
                  </a:lnTo>
                  <a:lnTo>
                    <a:pt x="290" y="146"/>
                  </a:lnTo>
                  <a:lnTo>
                    <a:pt x="318" y="122"/>
                  </a:lnTo>
                  <a:lnTo>
                    <a:pt x="349" y="101"/>
                  </a:lnTo>
                  <a:lnTo>
                    <a:pt x="382" y="82"/>
                  </a:lnTo>
                  <a:lnTo>
                    <a:pt x="335" y="0"/>
                  </a:lnTo>
                  <a:lnTo>
                    <a:pt x="297" y="23"/>
                  </a:lnTo>
                  <a:lnTo>
                    <a:pt x="262" y="49"/>
                  </a:lnTo>
                  <a:lnTo>
                    <a:pt x="229" y="76"/>
                  </a:lnTo>
                  <a:lnTo>
                    <a:pt x="198" y="104"/>
                  </a:lnTo>
                  <a:lnTo>
                    <a:pt x="167" y="137"/>
                  </a:lnTo>
                  <a:lnTo>
                    <a:pt x="142" y="170"/>
                  </a:lnTo>
                  <a:lnTo>
                    <a:pt x="116" y="204"/>
                  </a:lnTo>
                  <a:lnTo>
                    <a:pt x="94" y="240"/>
                  </a:lnTo>
                  <a:lnTo>
                    <a:pt x="74" y="278"/>
                  </a:lnTo>
                  <a:lnTo>
                    <a:pt x="54" y="317"/>
                  </a:lnTo>
                  <a:lnTo>
                    <a:pt x="38" y="359"/>
                  </a:lnTo>
                  <a:lnTo>
                    <a:pt x="26" y="401"/>
                  </a:lnTo>
                  <a:lnTo>
                    <a:pt x="15" y="444"/>
                  </a:lnTo>
                  <a:lnTo>
                    <a:pt x="8" y="489"/>
                  </a:lnTo>
                  <a:lnTo>
                    <a:pt x="2" y="534"/>
                  </a:lnTo>
                  <a:lnTo>
                    <a:pt x="0" y="580"/>
                  </a:lnTo>
                  <a:lnTo>
                    <a:pt x="0" y="581"/>
                  </a:lnTo>
                  <a:lnTo>
                    <a:pt x="0" y="580"/>
                  </a:lnTo>
                  <a:lnTo>
                    <a:pt x="3" y="600"/>
                  </a:lnTo>
                  <a:lnTo>
                    <a:pt x="14" y="615"/>
                  </a:lnTo>
                  <a:lnTo>
                    <a:pt x="29" y="625"/>
                  </a:lnTo>
                  <a:lnTo>
                    <a:pt x="45" y="628"/>
                  </a:lnTo>
                  <a:lnTo>
                    <a:pt x="63" y="626"/>
                  </a:lnTo>
                  <a:lnTo>
                    <a:pt x="78" y="616"/>
                  </a:lnTo>
                  <a:lnTo>
                    <a:pt x="89" y="602"/>
                  </a:lnTo>
                  <a:lnTo>
                    <a:pt x="94" y="582"/>
                  </a:lnTo>
                  <a:lnTo>
                    <a:pt x="94" y="5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44082" name="Freeform 100"/>
            <p:cNvSpPr>
              <a:spLocks/>
            </p:cNvSpPr>
            <p:nvPr/>
          </p:nvSpPr>
          <p:spPr bwMode="auto">
            <a:xfrm>
              <a:off x="868" y="1712"/>
              <a:ext cx="19" cy="364"/>
            </a:xfrm>
            <a:custGeom>
              <a:avLst/>
              <a:gdLst>
                <a:gd name="T0" fmla="*/ 1 w 94"/>
                <a:gd name="T1" fmla="*/ 14 h 1818"/>
                <a:gd name="T2" fmla="*/ 1 w 94"/>
                <a:gd name="T3" fmla="*/ 14 h 1818"/>
                <a:gd name="T4" fmla="*/ 1 w 94"/>
                <a:gd name="T5" fmla="*/ 0 h 1818"/>
                <a:gd name="T6" fmla="*/ 0 w 94"/>
                <a:gd name="T7" fmla="*/ 0 h 1818"/>
                <a:gd name="T8" fmla="*/ 0 w 94"/>
                <a:gd name="T9" fmla="*/ 14 h 1818"/>
                <a:gd name="T10" fmla="*/ 0 w 94"/>
                <a:gd name="T11" fmla="*/ 14 h 1818"/>
                <a:gd name="T12" fmla="*/ 0 w 94"/>
                <a:gd name="T13" fmla="*/ 14 h 1818"/>
                <a:gd name="T14" fmla="*/ 0 w 94"/>
                <a:gd name="T15" fmla="*/ 14 h 1818"/>
                <a:gd name="T16" fmla="*/ 0 w 94"/>
                <a:gd name="T17" fmla="*/ 14 h 1818"/>
                <a:gd name="T18" fmla="*/ 0 w 94"/>
                <a:gd name="T19" fmla="*/ 15 h 1818"/>
                <a:gd name="T20" fmla="*/ 0 w 94"/>
                <a:gd name="T21" fmla="*/ 15 h 1818"/>
                <a:gd name="T22" fmla="*/ 1 w 94"/>
                <a:gd name="T23" fmla="*/ 15 h 1818"/>
                <a:gd name="T24" fmla="*/ 1 w 94"/>
                <a:gd name="T25" fmla="*/ 14 h 1818"/>
                <a:gd name="T26" fmla="*/ 1 w 94"/>
                <a:gd name="T27" fmla="*/ 14 h 1818"/>
                <a:gd name="T28" fmla="*/ 1 w 94"/>
                <a:gd name="T29" fmla="*/ 14 h 1818"/>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94"/>
                <a:gd name="T46" fmla="*/ 0 h 1818"/>
                <a:gd name="T47" fmla="*/ 94 w 94"/>
                <a:gd name="T48" fmla="*/ 1818 h 1818"/>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94" h="1818">
                  <a:moveTo>
                    <a:pt x="94" y="1771"/>
                  </a:moveTo>
                  <a:lnTo>
                    <a:pt x="94" y="1771"/>
                  </a:lnTo>
                  <a:lnTo>
                    <a:pt x="94" y="0"/>
                  </a:lnTo>
                  <a:lnTo>
                    <a:pt x="0" y="0"/>
                  </a:lnTo>
                  <a:lnTo>
                    <a:pt x="0" y="1771"/>
                  </a:lnTo>
                  <a:lnTo>
                    <a:pt x="3" y="1791"/>
                  </a:lnTo>
                  <a:lnTo>
                    <a:pt x="15" y="1806"/>
                  </a:lnTo>
                  <a:lnTo>
                    <a:pt x="29" y="1814"/>
                  </a:lnTo>
                  <a:lnTo>
                    <a:pt x="47" y="1818"/>
                  </a:lnTo>
                  <a:lnTo>
                    <a:pt x="64" y="1814"/>
                  </a:lnTo>
                  <a:lnTo>
                    <a:pt x="79" y="1806"/>
                  </a:lnTo>
                  <a:lnTo>
                    <a:pt x="90" y="1791"/>
                  </a:lnTo>
                  <a:lnTo>
                    <a:pt x="94" y="17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44083" name="Freeform 101"/>
            <p:cNvSpPr>
              <a:spLocks/>
            </p:cNvSpPr>
            <p:nvPr/>
          </p:nvSpPr>
          <p:spPr bwMode="auto">
            <a:xfrm>
              <a:off x="868" y="2067"/>
              <a:ext cx="90" cy="160"/>
            </a:xfrm>
            <a:custGeom>
              <a:avLst/>
              <a:gdLst>
                <a:gd name="T0" fmla="*/ 3 w 449"/>
                <a:gd name="T1" fmla="*/ 6 h 803"/>
                <a:gd name="T2" fmla="*/ 3 w 449"/>
                <a:gd name="T3" fmla="*/ 6 h 803"/>
                <a:gd name="T4" fmla="*/ 3 w 449"/>
                <a:gd name="T5" fmla="*/ 5 h 803"/>
                <a:gd name="T6" fmla="*/ 3 w 449"/>
                <a:gd name="T7" fmla="*/ 5 h 803"/>
                <a:gd name="T8" fmla="*/ 3 w 449"/>
                <a:gd name="T9" fmla="*/ 5 h 803"/>
                <a:gd name="T10" fmla="*/ 2 w 449"/>
                <a:gd name="T11" fmla="*/ 5 h 803"/>
                <a:gd name="T12" fmla="*/ 2 w 449"/>
                <a:gd name="T13" fmla="*/ 4 h 803"/>
                <a:gd name="T14" fmla="*/ 2 w 449"/>
                <a:gd name="T15" fmla="*/ 4 h 803"/>
                <a:gd name="T16" fmla="*/ 2 w 449"/>
                <a:gd name="T17" fmla="*/ 4 h 803"/>
                <a:gd name="T18" fmla="*/ 2 w 449"/>
                <a:gd name="T19" fmla="*/ 3 h 803"/>
                <a:gd name="T20" fmla="*/ 1 w 449"/>
                <a:gd name="T21" fmla="*/ 3 h 803"/>
                <a:gd name="T22" fmla="*/ 1 w 449"/>
                <a:gd name="T23" fmla="*/ 2 h 803"/>
                <a:gd name="T24" fmla="*/ 1 w 449"/>
                <a:gd name="T25" fmla="*/ 2 h 803"/>
                <a:gd name="T26" fmla="*/ 1 w 449"/>
                <a:gd name="T27" fmla="*/ 2 h 803"/>
                <a:gd name="T28" fmla="*/ 1 w 449"/>
                <a:gd name="T29" fmla="*/ 1 h 803"/>
                <a:gd name="T30" fmla="*/ 1 w 449"/>
                <a:gd name="T31" fmla="*/ 1 h 803"/>
                <a:gd name="T32" fmla="*/ 1 w 449"/>
                <a:gd name="T33" fmla="*/ 0 h 803"/>
                <a:gd name="T34" fmla="*/ 1 w 449"/>
                <a:gd name="T35" fmla="*/ 0 h 803"/>
                <a:gd name="T36" fmla="*/ 0 w 449"/>
                <a:gd name="T37" fmla="*/ 0 h 803"/>
                <a:gd name="T38" fmla="*/ 0 w 449"/>
                <a:gd name="T39" fmla="*/ 0 h 803"/>
                <a:gd name="T40" fmla="*/ 0 w 449"/>
                <a:gd name="T41" fmla="*/ 1 h 803"/>
                <a:gd name="T42" fmla="*/ 0 w 449"/>
                <a:gd name="T43" fmla="*/ 1 h 803"/>
                <a:gd name="T44" fmla="*/ 0 w 449"/>
                <a:gd name="T45" fmla="*/ 2 h 803"/>
                <a:gd name="T46" fmla="*/ 0 w 449"/>
                <a:gd name="T47" fmla="*/ 2 h 803"/>
                <a:gd name="T48" fmla="*/ 0 w 449"/>
                <a:gd name="T49" fmla="*/ 3 h 803"/>
                <a:gd name="T50" fmla="*/ 1 w 449"/>
                <a:gd name="T51" fmla="*/ 3 h 803"/>
                <a:gd name="T52" fmla="*/ 1 w 449"/>
                <a:gd name="T53" fmla="*/ 4 h 803"/>
                <a:gd name="T54" fmla="*/ 1 w 449"/>
                <a:gd name="T55" fmla="*/ 4 h 803"/>
                <a:gd name="T56" fmla="*/ 1 w 449"/>
                <a:gd name="T57" fmla="*/ 4 h 803"/>
                <a:gd name="T58" fmla="*/ 2 w 449"/>
                <a:gd name="T59" fmla="*/ 5 h 803"/>
                <a:gd name="T60" fmla="*/ 2 w 449"/>
                <a:gd name="T61" fmla="*/ 5 h 803"/>
                <a:gd name="T62" fmla="*/ 2 w 449"/>
                <a:gd name="T63" fmla="*/ 5 h 803"/>
                <a:gd name="T64" fmla="*/ 2 w 449"/>
                <a:gd name="T65" fmla="*/ 6 h 803"/>
                <a:gd name="T66" fmla="*/ 3 w 449"/>
                <a:gd name="T67" fmla="*/ 6 h 803"/>
                <a:gd name="T68" fmla="*/ 3 w 449"/>
                <a:gd name="T69" fmla="*/ 6 h 803"/>
                <a:gd name="T70" fmla="*/ 3 w 449"/>
                <a:gd name="T71" fmla="*/ 6 h 803"/>
                <a:gd name="T72" fmla="*/ 3 w 449"/>
                <a:gd name="T73" fmla="*/ 6 h 803"/>
                <a:gd name="T74" fmla="*/ 3 w 449"/>
                <a:gd name="T75" fmla="*/ 6 h 803"/>
                <a:gd name="T76" fmla="*/ 3 w 449"/>
                <a:gd name="T77" fmla="*/ 6 h 803"/>
                <a:gd name="T78" fmla="*/ 3 w 449"/>
                <a:gd name="T79" fmla="*/ 6 h 803"/>
                <a:gd name="T80" fmla="*/ 4 w 449"/>
                <a:gd name="T81" fmla="*/ 6 h 803"/>
                <a:gd name="T82" fmla="*/ 4 w 449"/>
                <a:gd name="T83" fmla="*/ 6 h 803"/>
                <a:gd name="T84" fmla="*/ 4 w 449"/>
                <a:gd name="T85" fmla="*/ 6 h 803"/>
                <a:gd name="T86" fmla="*/ 4 w 449"/>
                <a:gd name="T87" fmla="*/ 6 h 803"/>
                <a:gd name="T88" fmla="*/ 3 w 449"/>
                <a:gd name="T89" fmla="*/ 6 h 803"/>
                <a:gd name="T90" fmla="*/ 3 w 449"/>
                <a:gd name="T91" fmla="*/ 6 h 80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449"/>
                <a:gd name="T139" fmla="*/ 0 h 803"/>
                <a:gd name="T140" fmla="*/ 449 w 449"/>
                <a:gd name="T141" fmla="*/ 803 h 80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449" h="803">
                  <a:moveTo>
                    <a:pt x="426" y="717"/>
                  </a:moveTo>
                  <a:lnTo>
                    <a:pt x="427" y="717"/>
                  </a:lnTo>
                  <a:lnTo>
                    <a:pt x="395" y="693"/>
                  </a:lnTo>
                  <a:lnTo>
                    <a:pt x="361" y="662"/>
                  </a:lnTo>
                  <a:lnTo>
                    <a:pt x="329" y="628"/>
                  </a:lnTo>
                  <a:lnTo>
                    <a:pt x="299" y="591"/>
                  </a:lnTo>
                  <a:lnTo>
                    <a:pt x="269" y="551"/>
                  </a:lnTo>
                  <a:lnTo>
                    <a:pt x="241" y="507"/>
                  </a:lnTo>
                  <a:lnTo>
                    <a:pt x="215" y="460"/>
                  </a:lnTo>
                  <a:lnTo>
                    <a:pt x="191" y="412"/>
                  </a:lnTo>
                  <a:lnTo>
                    <a:pt x="170" y="363"/>
                  </a:lnTo>
                  <a:lnTo>
                    <a:pt x="151" y="312"/>
                  </a:lnTo>
                  <a:lnTo>
                    <a:pt x="133" y="259"/>
                  </a:lnTo>
                  <a:lnTo>
                    <a:pt x="119" y="207"/>
                  </a:lnTo>
                  <a:lnTo>
                    <a:pt x="108" y="156"/>
                  </a:lnTo>
                  <a:lnTo>
                    <a:pt x="101" y="103"/>
                  </a:lnTo>
                  <a:lnTo>
                    <a:pt x="96" y="51"/>
                  </a:lnTo>
                  <a:lnTo>
                    <a:pt x="94" y="0"/>
                  </a:lnTo>
                  <a:lnTo>
                    <a:pt x="0" y="0"/>
                  </a:lnTo>
                  <a:lnTo>
                    <a:pt x="2" y="56"/>
                  </a:lnTo>
                  <a:lnTo>
                    <a:pt x="7" y="115"/>
                  </a:lnTo>
                  <a:lnTo>
                    <a:pt x="16" y="172"/>
                  </a:lnTo>
                  <a:lnTo>
                    <a:pt x="28" y="231"/>
                  </a:lnTo>
                  <a:lnTo>
                    <a:pt x="44" y="287"/>
                  </a:lnTo>
                  <a:lnTo>
                    <a:pt x="62" y="342"/>
                  </a:lnTo>
                  <a:lnTo>
                    <a:pt x="83" y="398"/>
                  </a:lnTo>
                  <a:lnTo>
                    <a:pt x="106" y="452"/>
                  </a:lnTo>
                  <a:lnTo>
                    <a:pt x="133" y="505"/>
                  </a:lnTo>
                  <a:lnTo>
                    <a:pt x="161" y="554"/>
                  </a:lnTo>
                  <a:lnTo>
                    <a:pt x="192" y="602"/>
                  </a:lnTo>
                  <a:lnTo>
                    <a:pt x="224" y="647"/>
                  </a:lnTo>
                  <a:lnTo>
                    <a:pt x="259" y="689"/>
                  </a:lnTo>
                  <a:lnTo>
                    <a:pt x="295" y="728"/>
                  </a:lnTo>
                  <a:lnTo>
                    <a:pt x="334" y="763"/>
                  </a:lnTo>
                  <a:lnTo>
                    <a:pt x="374" y="795"/>
                  </a:lnTo>
                  <a:lnTo>
                    <a:pt x="375" y="795"/>
                  </a:lnTo>
                  <a:lnTo>
                    <a:pt x="374" y="795"/>
                  </a:lnTo>
                  <a:lnTo>
                    <a:pt x="392" y="803"/>
                  </a:lnTo>
                  <a:lnTo>
                    <a:pt x="411" y="803"/>
                  </a:lnTo>
                  <a:lnTo>
                    <a:pt x="426" y="795"/>
                  </a:lnTo>
                  <a:lnTo>
                    <a:pt x="439" y="782"/>
                  </a:lnTo>
                  <a:lnTo>
                    <a:pt x="446" y="766"/>
                  </a:lnTo>
                  <a:lnTo>
                    <a:pt x="449" y="749"/>
                  </a:lnTo>
                  <a:lnTo>
                    <a:pt x="441" y="732"/>
                  </a:lnTo>
                  <a:lnTo>
                    <a:pt x="427" y="717"/>
                  </a:lnTo>
                  <a:lnTo>
                    <a:pt x="426" y="71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44084" name="Freeform 102"/>
            <p:cNvSpPr>
              <a:spLocks/>
            </p:cNvSpPr>
            <p:nvPr/>
          </p:nvSpPr>
          <p:spPr bwMode="auto">
            <a:xfrm>
              <a:off x="883" y="1673"/>
              <a:ext cx="379" cy="690"/>
            </a:xfrm>
            <a:custGeom>
              <a:avLst/>
              <a:gdLst>
                <a:gd name="T0" fmla="*/ 12 w 1897"/>
                <a:gd name="T1" fmla="*/ 6 h 3450"/>
                <a:gd name="T2" fmla="*/ 13 w 1897"/>
                <a:gd name="T3" fmla="*/ 7 h 3450"/>
                <a:gd name="T4" fmla="*/ 13 w 1897"/>
                <a:gd name="T5" fmla="*/ 7 h 3450"/>
                <a:gd name="T6" fmla="*/ 14 w 1897"/>
                <a:gd name="T7" fmla="*/ 8 h 3450"/>
                <a:gd name="T8" fmla="*/ 14 w 1897"/>
                <a:gd name="T9" fmla="*/ 9 h 3450"/>
                <a:gd name="T10" fmla="*/ 15 w 1897"/>
                <a:gd name="T11" fmla="*/ 10 h 3450"/>
                <a:gd name="T12" fmla="*/ 15 w 1897"/>
                <a:gd name="T13" fmla="*/ 11 h 3450"/>
                <a:gd name="T14" fmla="*/ 15 w 1897"/>
                <a:gd name="T15" fmla="*/ 11 h 3450"/>
                <a:gd name="T16" fmla="*/ 15 w 1897"/>
                <a:gd name="T17" fmla="*/ 12 h 3450"/>
                <a:gd name="T18" fmla="*/ 15 w 1897"/>
                <a:gd name="T19" fmla="*/ 26 h 3450"/>
                <a:gd name="T20" fmla="*/ 15 w 1897"/>
                <a:gd name="T21" fmla="*/ 26 h 3450"/>
                <a:gd name="T22" fmla="*/ 15 w 1897"/>
                <a:gd name="T23" fmla="*/ 27 h 3450"/>
                <a:gd name="T24" fmla="*/ 15 w 1897"/>
                <a:gd name="T25" fmla="*/ 27 h 3450"/>
                <a:gd name="T26" fmla="*/ 14 w 1897"/>
                <a:gd name="T27" fmla="*/ 27 h 3450"/>
                <a:gd name="T28" fmla="*/ 14 w 1897"/>
                <a:gd name="T29" fmla="*/ 28 h 3450"/>
                <a:gd name="T30" fmla="*/ 13 w 1897"/>
                <a:gd name="T31" fmla="*/ 28 h 3450"/>
                <a:gd name="T32" fmla="*/ 13 w 1897"/>
                <a:gd name="T33" fmla="*/ 27 h 3450"/>
                <a:gd name="T34" fmla="*/ 3 w 1897"/>
                <a:gd name="T35" fmla="*/ 21 h 3450"/>
                <a:gd name="T36" fmla="*/ 2 w 1897"/>
                <a:gd name="T37" fmla="*/ 21 h 3450"/>
                <a:gd name="T38" fmla="*/ 2 w 1897"/>
                <a:gd name="T39" fmla="*/ 20 h 3450"/>
                <a:gd name="T40" fmla="*/ 1 w 1897"/>
                <a:gd name="T41" fmla="*/ 19 h 3450"/>
                <a:gd name="T42" fmla="*/ 1 w 1897"/>
                <a:gd name="T43" fmla="*/ 19 h 3450"/>
                <a:gd name="T44" fmla="*/ 0 w 1897"/>
                <a:gd name="T45" fmla="*/ 18 h 3450"/>
                <a:gd name="T46" fmla="*/ 0 w 1897"/>
                <a:gd name="T47" fmla="*/ 17 h 3450"/>
                <a:gd name="T48" fmla="*/ 0 w 1897"/>
                <a:gd name="T49" fmla="*/ 16 h 3450"/>
                <a:gd name="T50" fmla="*/ 0 w 1897"/>
                <a:gd name="T51" fmla="*/ 15 h 3450"/>
                <a:gd name="T52" fmla="*/ 0 w 1897"/>
                <a:gd name="T53" fmla="*/ 2 h 3450"/>
                <a:gd name="T54" fmla="*/ 0 w 1897"/>
                <a:gd name="T55" fmla="*/ 1 h 3450"/>
                <a:gd name="T56" fmla="*/ 0 w 1897"/>
                <a:gd name="T57" fmla="*/ 1 h 3450"/>
                <a:gd name="T58" fmla="*/ 1 w 1897"/>
                <a:gd name="T59" fmla="*/ 0 h 3450"/>
                <a:gd name="T60" fmla="*/ 1 w 1897"/>
                <a:gd name="T61" fmla="*/ 0 h 3450"/>
                <a:gd name="T62" fmla="*/ 1 w 1897"/>
                <a:gd name="T63" fmla="*/ 0 h 3450"/>
                <a:gd name="T64" fmla="*/ 2 w 1897"/>
                <a:gd name="T65" fmla="*/ 0 h 3450"/>
                <a:gd name="T66" fmla="*/ 3 w 1897"/>
                <a:gd name="T67" fmla="*/ 0 h 3450"/>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897"/>
                <a:gd name="T103" fmla="*/ 0 h 3450"/>
                <a:gd name="T104" fmla="*/ 1897 w 1897"/>
                <a:gd name="T105" fmla="*/ 3450 h 3450"/>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897" h="3450">
                  <a:moveTo>
                    <a:pt x="357" y="49"/>
                  </a:moveTo>
                  <a:lnTo>
                    <a:pt x="1542" y="806"/>
                  </a:lnTo>
                  <a:lnTo>
                    <a:pt x="1579" y="832"/>
                  </a:lnTo>
                  <a:lnTo>
                    <a:pt x="1614" y="861"/>
                  </a:lnTo>
                  <a:lnTo>
                    <a:pt x="1648" y="895"/>
                  </a:lnTo>
                  <a:lnTo>
                    <a:pt x="1681" y="933"/>
                  </a:lnTo>
                  <a:lnTo>
                    <a:pt x="1711" y="973"/>
                  </a:lnTo>
                  <a:lnTo>
                    <a:pt x="1740" y="1016"/>
                  </a:lnTo>
                  <a:lnTo>
                    <a:pt x="1768" y="1062"/>
                  </a:lnTo>
                  <a:lnTo>
                    <a:pt x="1793" y="1109"/>
                  </a:lnTo>
                  <a:lnTo>
                    <a:pt x="1816" y="1158"/>
                  </a:lnTo>
                  <a:lnTo>
                    <a:pt x="1836" y="1208"/>
                  </a:lnTo>
                  <a:lnTo>
                    <a:pt x="1854" y="1260"/>
                  </a:lnTo>
                  <a:lnTo>
                    <a:pt x="1869" y="1313"/>
                  </a:lnTo>
                  <a:lnTo>
                    <a:pt x="1881" y="1364"/>
                  </a:lnTo>
                  <a:lnTo>
                    <a:pt x="1890" y="1417"/>
                  </a:lnTo>
                  <a:lnTo>
                    <a:pt x="1895" y="1469"/>
                  </a:lnTo>
                  <a:lnTo>
                    <a:pt x="1897" y="1519"/>
                  </a:lnTo>
                  <a:lnTo>
                    <a:pt x="1897" y="3142"/>
                  </a:lnTo>
                  <a:lnTo>
                    <a:pt x="1895" y="3190"/>
                  </a:lnTo>
                  <a:lnTo>
                    <a:pt x="1890" y="3235"/>
                  </a:lnTo>
                  <a:lnTo>
                    <a:pt x="1881" y="3276"/>
                  </a:lnTo>
                  <a:lnTo>
                    <a:pt x="1869" y="3313"/>
                  </a:lnTo>
                  <a:lnTo>
                    <a:pt x="1854" y="3346"/>
                  </a:lnTo>
                  <a:lnTo>
                    <a:pt x="1836" y="3375"/>
                  </a:lnTo>
                  <a:lnTo>
                    <a:pt x="1816" y="3398"/>
                  </a:lnTo>
                  <a:lnTo>
                    <a:pt x="1793" y="3418"/>
                  </a:lnTo>
                  <a:lnTo>
                    <a:pt x="1768" y="3434"/>
                  </a:lnTo>
                  <a:lnTo>
                    <a:pt x="1740" y="3444"/>
                  </a:lnTo>
                  <a:lnTo>
                    <a:pt x="1711" y="3450"/>
                  </a:lnTo>
                  <a:lnTo>
                    <a:pt x="1681" y="3450"/>
                  </a:lnTo>
                  <a:lnTo>
                    <a:pt x="1648" y="3445"/>
                  </a:lnTo>
                  <a:lnTo>
                    <a:pt x="1614" y="3436"/>
                  </a:lnTo>
                  <a:lnTo>
                    <a:pt x="1579" y="3421"/>
                  </a:lnTo>
                  <a:lnTo>
                    <a:pt x="1542" y="3400"/>
                  </a:lnTo>
                  <a:lnTo>
                    <a:pt x="357" y="2643"/>
                  </a:lnTo>
                  <a:lnTo>
                    <a:pt x="320" y="2618"/>
                  </a:lnTo>
                  <a:lnTo>
                    <a:pt x="285" y="2588"/>
                  </a:lnTo>
                  <a:lnTo>
                    <a:pt x="251" y="2554"/>
                  </a:lnTo>
                  <a:lnTo>
                    <a:pt x="218" y="2517"/>
                  </a:lnTo>
                  <a:lnTo>
                    <a:pt x="187" y="2477"/>
                  </a:lnTo>
                  <a:lnTo>
                    <a:pt x="157" y="2433"/>
                  </a:lnTo>
                  <a:lnTo>
                    <a:pt x="130" y="2388"/>
                  </a:lnTo>
                  <a:lnTo>
                    <a:pt x="105" y="2341"/>
                  </a:lnTo>
                  <a:lnTo>
                    <a:pt x="81" y="2292"/>
                  </a:lnTo>
                  <a:lnTo>
                    <a:pt x="61" y="2241"/>
                  </a:lnTo>
                  <a:lnTo>
                    <a:pt x="44" y="2190"/>
                  </a:lnTo>
                  <a:lnTo>
                    <a:pt x="29" y="2138"/>
                  </a:lnTo>
                  <a:lnTo>
                    <a:pt x="17" y="2085"/>
                  </a:lnTo>
                  <a:lnTo>
                    <a:pt x="7" y="2033"/>
                  </a:lnTo>
                  <a:lnTo>
                    <a:pt x="3" y="1981"/>
                  </a:lnTo>
                  <a:lnTo>
                    <a:pt x="0" y="1931"/>
                  </a:lnTo>
                  <a:lnTo>
                    <a:pt x="0" y="308"/>
                  </a:lnTo>
                  <a:lnTo>
                    <a:pt x="3" y="260"/>
                  </a:lnTo>
                  <a:lnTo>
                    <a:pt x="7" y="215"/>
                  </a:lnTo>
                  <a:lnTo>
                    <a:pt x="17" y="174"/>
                  </a:lnTo>
                  <a:lnTo>
                    <a:pt x="29" y="137"/>
                  </a:lnTo>
                  <a:lnTo>
                    <a:pt x="44" y="104"/>
                  </a:lnTo>
                  <a:lnTo>
                    <a:pt x="61" y="76"/>
                  </a:lnTo>
                  <a:lnTo>
                    <a:pt x="81" y="51"/>
                  </a:lnTo>
                  <a:lnTo>
                    <a:pt x="105" y="31"/>
                  </a:lnTo>
                  <a:lnTo>
                    <a:pt x="130" y="16"/>
                  </a:lnTo>
                  <a:lnTo>
                    <a:pt x="157" y="5"/>
                  </a:lnTo>
                  <a:lnTo>
                    <a:pt x="187" y="0"/>
                  </a:lnTo>
                  <a:lnTo>
                    <a:pt x="218" y="0"/>
                  </a:lnTo>
                  <a:lnTo>
                    <a:pt x="251" y="3"/>
                  </a:lnTo>
                  <a:lnTo>
                    <a:pt x="285" y="14"/>
                  </a:lnTo>
                  <a:lnTo>
                    <a:pt x="320" y="29"/>
                  </a:lnTo>
                  <a:lnTo>
                    <a:pt x="357" y="49"/>
                  </a:lnTo>
                  <a:close/>
                </a:path>
              </a:pathLst>
            </a:custGeom>
            <a:solidFill>
              <a:srgbClr val="BFBFB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44085" name="Freeform 103"/>
            <p:cNvSpPr>
              <a:spLocks/>
            </p:cNvSpPr>
            <p:nvPr/>
          </p:nvSpPr>
          <p:spPr bwMode="auto">
            <a:xfrm>
              <a:off x="1268" y="1663"/>
              <a:ext cx="393" cy="711"/>
            </a:xfrm>
            <a:custGeom>
              <a:avLst/>
              <a:gdLst>
                <a:gd name="T0" fmla="*/ 3 w 1962"/>
                <a:gd name="T1" fmla="*/ 7 h 3555"/>
                <a:gd name="T2" fmla="*/ 2 w 1962"/>
                <a:gd name="T3" fmla="*/ 7 h 3555"/>
                <a:gd name="T4" fmla="*/ 2 w 1962"/>
                <a:gd name="T5" fmla="*/ 8 h 3555"/>
                <a:gd name="T6" fmla="*/ 1 w 1962"/>
                <a:gd name="T7" fmla="*/ 8 h 3555"/>
                <a:gd name="T8" fmla="*/ 1 w 1962"/>
                <a:gd name="T9" fmla="*/ 9 h 3555"/>
                <a:gd name="T10" fmla="*/ 1 w 1962"/>
                <a:gd name="T11" fmla="*/ 10 h 3555"/>
                <a:gd name="T12" fmla="*/ 0 w 1962"/>
                <a:gd name="T13" fmla="*/ 11 h 3555"/>
                <a:gd name="T14" fmla="*/ 0 w 1962"/>
                <a:gd name="T15" fmla="*/ 12 h 3555"/>
                <a:gd name="T16" fmla="*/ 0 w 1962"/>
                <a:gd name="T17" fmla="*/ 13 h 3555"/>
                <a:gd name="T18" fmla="*/ 0 w 1962"/>
                <a:gd name="T19" fmla="*/ 26 h 3555"/>
                <a:gd name="T20" fmla="*/ 0 w 1962"/>
                <a:gd name="T21" fmla="*/ 27 h 3555"/>
                <a:gd name="T22" fmla="*/ 0 w 1962"/>
                <a:gd name="T23" fmla="*/ 28 h 3555"/>
                <a:gd name="T24" fmla="*/ 1 w 1962"/>
                <a:gd name="T25" fmla="*/ 28 h 3555"/>
                <a:gd name="T26" fmla="*/ 1 w 1962"/>
                <a:gd name="T27" fmla="*/ 28 h 3555"/>
                <a:gd name="T28" fmla="*/ 2 w 1962"/>
                <a:gd name="T29" fmla="*/ 28 h 3555"/>
                <a:gd name="T30" fmla="*/ 2 w 1962"/>
                <a:gd name="T31" fmla="*/ 28 h 3555"/>
                <a:gd name="T32" fmla="*/ 3 w 1962"/>
                <a:gd name="T33" fmla="*/ 28 h 3555"/>
                <a:gd name="T34" fmla="*/ 13 w 1962"/>
                <a:gd name="T35" fmla="*/ 22 h 3555"/>
                <a:gd name="T36" fmla="*/ 13 w 1962"/>
                <a:gd name="T37" fmla="*/ 21 h 3555"/>
                <a:gd name="T38" fmla="*/ 14 w 1962"/>
                <a:gd name="T39" fmla="*/ 21 h 3555"/>
                <a:gd name="T40" fmla="*/ 14 w 1962"/>
                <a:gd name="T41" fmla="*/ 20 h 3555"/>
                <a:gd name="T42" fmla="*/ 15 w 1962"/>
                <a:gd name="T43" fmla="*/ 19 h 3555"/>
                <a:gd name="T44" fmla="*/ 15 w 1962"/>
                <a:gd name="T45" fmla="*/ 18 h 3555"/>
                <a:gd name="T46" fmla="*/ 16 w 1962"/>
                <a:gd name="T47" fmla="*/ 18 h 3555"/>
                <a:gd name="T48" fmla="*/ 16 w 1962"/>
                <a:gd name="T49" fmla="*/ 17 h 3555"/>
                <a:gd name="T50" fmla="*/ 16 w 1962"/>
                <a:gd name="T51" fmla="*/ 16 h 3555"/>
                <a:gd name="T52" fmla="*/ 16 w 1962"/>
                <a:gd name="T53" fmla="*/ 2 h 3555"/>
                <a:gd name="T54" fmla="*/ 16 w 1962"/>
                <a:gd name="T55" fmla="*/ 1 h 3555"/>
                <a:gd name="T56" fmla="*/ 15 w 1962"/>
                <a:gd name="T57" fmla="*/ 1 h 3555"/>
                <a:gd name="T58" fmla="*/ 15 w 1962"/>
                <a:gd name="T59" fmla="*/ 0 h 3555"/>
                <a:gd name="T60" fmla="*/ 15 w 1962"/>
                <a:gd name="T61" fmla="*/ 0 h 3555"/>
                <a:gd name="T62" fmla="*/ 14 w 1962"/>
                <a:gd name="T63" fmla="*/ 0 h 3555"/>
                <a:gd name="T64" fmla="*/ 14 w 1962"/>
                <a:gd name="T65" fmla="*/ 0 h 3555"/>
                <a:gd name="T66" fmla="*/ 13 w 1962"/>
                <a:gd name="T67" fmla="*/ 0 h 3555"/>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962"/>
                <a:gd name="T103" fmla="*/ 0 h 3555"/>
                <a:gd name="T104" fmla="*/ 1962 w 1962"/>
                <a:gd name="T105" fmla="*/ 3555 h 3555"/>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962" h="3555">
                  <a:moveTo>
                    <a:pt x="1594" y="50"/>
                  </a:moveTo>
                  <a:lnTo>
                    <a:pt x="368" y="831"/>
                  </a:lnTo>
                  <a:lnTo>
                    <a:pt x="330" y="858"/>
                  </a:lnTo>
                  <a:lnTo>
                    <a:pt x="294" y="888"/>
                  </a:lnTo>
                  <a:lnTo>
                    <a:pt x="259" y="922"/>
                  </a:lnTo>
                  <a:lnTo>
                    <a:pt x="225" y="961"/>
                  </a:lnTo>
                  <a:lnTo>
                    <a:pt x="193" y="1003"/>
                  </a:lnTo>
                  <a:lnTo>
                    <a:pt x="163" y="1047"/>
                  </a:lnTo>
                  <a:lnTo>
                    <a:pt x="133" y="1094"/>
                  </a:lnTo>
                  <a:lnTo>
                    <a:pt x="108" y="1143"/>
                  </a:lnTo>
                  <a:lnTo>
                    <a:pt x="84" y="1193"/>
                  </a:lnTo>
                  <a:lnTo>
                    <a:pt x="63" y="1246"/>
                  </a:lnTo>
                  <a:lnTo>
                    <a:pt x="44" y="1299"/>
                  </a:lnTo>
                  <a:lnTo>
                    <a:pt x="29" y="1353"/>
                  </a:lnTo>
                  <a:lnTo>
                    <a:pt x="16" y="1405"/>
                  </a:lnTo>
                  <a:lnTo>
                    <a:pt x="7" y="1459"/>
                  </a:lnTo>
                  <a:lnTo>
                    <a:pt x="2" y="1512"/>
                  </a:lnTo>
                  <a:lnTo>
                    <a:pt x="0" y="1565"/>
                  </a:lnTo>
                  <a:lnTo>
                    <a:pt x="0" y="3237"/>
                  </a:lnTo>
                  <a:lnTo>
                    <a:pt x="2" y="3287"/>
                  </a:lnTo>
                  <a:lnTo>
                    <a:pt x="7" y="3333"/>
                  </a:lnTo>
                  <a:lnTo>
                    <a:pt x="16" y="3375"/>
                  </a:lnTo>
                  <a:lnTo>
                    <a:pt x="29" y="3413"/>
                  </a:lnTo>
                  <a:lnTo>
                    <a:pt x="44" y="3447"/>
                  </a:lnTo>
                  <a:lnTo>
                    <a:pt x="63" y="3477"/>
                  </a:lnTo>
                  <a:lnTo>
                    <a:pt x="84" y="3502"/>
                  </a:lnTo>
                  <a:lnTo>
                    <a:pt x="108" y="3522"/>
                  </a:lnTo>
                  <a:lnTo>
                    <a:pt x="133" y="3538"/>
                  </a:lnTo>
                  <a:lnTo>
                    <a:pt x="163" y="3549"/>
                  </a:lnTo>
                  <a:lnTo>
                    <a:pt x="193" y="3555"/>
                  </a:lnTo>
                  <a:lnTo>
                    <a:pt x="225" y="3555"/>
                  </a:lnTo>
                  <a:lnTo>
                    <a:pt x="259" y="3550"/>
                  </a:lnTo>
                  <a:lnTo>
                    <a:pt x="294" y="3541"/>
                  </a:lnTo>
                  <a:lnTo>
                    <a:pt x="330" y="3524"/>
                  </a:lnTo>
                  <a:lnTo>
                    <a:pt x="368" y="3503"/>
                  </a:lnTo>
                  <a:lnTo>
                    <a:pt x="1594" y="2722"/>
                  </a:lnTo>
                  <a:lnTo>
                    <a:pt x="1632" y="2696"/>
                  </a:lnTo>
                  <a:lnTo>
                    <a:pt x="1668" y="2665"/>
                  </a:lnTo>
                  <a:lnTo>
                    <a:pt x="1703" y="2631"/>
                  </a:lnTo>
                  <a:lnTo>
                    <a:pt x="1737" y="2592"/>
                  </a:lnTo>
                  <a:lnTo>
                    <a:pt x="1769" y="2551"/>
                  </a:lnTo>
                  <a:lnTo>
                    <a:pt x="1799" y="2506"/>
                  </a:lnTo>
                  <a:lnTo>
                    <a:pt x="1829" y="2460"/>
                  </a:lnTo>
                  <a:lnTo>
                    <a:pt x="1854" y="2411"/>
                  </a:lnTo>
                  <a:lnTo>
                    <a:pt x="1878" y="2361"/>
                  </a:lnTo>
                  <a:lnTo>
                    <a:pt x="1899" y="2308"/>
                  </a:lnTo>
                  <a:lnTo>
                    <a:pt x="1918" y="2256"/>
                  </a:lnTo>
                  <a:lnTo>
                    <a:pt x="1933" y="2202"/>
                  </a:lnTo>
                  <a:lnTo>
                    <a:pt x="1946" y="2149"/>
                  </a:lnTo>
                  <a:lnTo>
                    <a:pt x="1955" y="2095"/>
                  </a:lnTo>
                  <a:lnTo>
                    <a:pt x="1960" y="2042"/>
                  </a:lnTo>
                  <a:lnTo>
                    <a:pt x="1962" y="1989"/>
                  </a:lnTo>
                  <a:lnTo>
                    <a:pt x="1962" y="319"/>
                  </a:lnTo>
                  <a:lnTo>
                    <a:pt x="1960" y="269"/>
                  </a:lnTo>
                  <a:lnTo>
                    <a:pt x="1955" y="223"/>
                  </a:lnTo>
                  <a:lnTo>
                    <a:pt x="1946" y="180"/>
                  </a:lnTo>
                  <a:lnTo>
                    <a:pt x="1933" y="143"/>
                  </a:lnTo>
                  <a:lnTo>
                    <a:pt x="1918" y="109"/>
                  </a:lnTo>
                  <a:lnTo>
                    <a:pt x="1899" y="79"/>
                  </a:lnTo>
                  <a:lnTo>
                    <a:pt x="1878" y="54"/>
                  </a:lnTo>
                  <a:lnTo>
                    <a:pt x="1854" y="33"/>
                  </a:lnTo>
                  <a:lnTo>
                    <a:pt x="1829" y="17"/>
                  </a:lnTo>
                  <a:lnTo>
                    <a:pt x="1799" y="7"/>
                  </a:lnTo>
                  <a:lnTo>
                    <a:pt x="1769" y="0"/>
                  </a:lnTo>
                  <a:lnTo>
                    <a:pt x="1737" y="0"/>
                  </a:lnTo>
                  <a:lnTo>
                    <a:pt x="1703" y="4"/>
                  </a:lnTo>
                  <a:lnTo>
                    <a:pt x="1668" y="14"/>
                  </a:lnTo>
                  <a:lnTo>
                    <a:pt x="1632" y="29"/>
                  </a:lnTo>
                  <a:lnTo>
                    <a:pt x="1594" y="50"/>
                  </a:lnTo>
                  <a:close/>
                </a:path>
              </a:pathLst>
            </a:custGeom>
            <a:solidFill>
              <a:srgbClr val="E5E5E5"/>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44086" name="Freeform 104"/>
            <p:cNvSpPr>
              <a:spLocks noEditPoints="1"/>
            </p:cNvSpPr>
            <p:nvPr/>
          </p:nvSpPr>
          <p:spPr bwMode="auto">
            <a:xfrm>
              <a:off x="916" y="1589"/>
              <a:ext cx="697" cy="698"/>
            </a:xfrm>
            <a:custGeom>
              <a:avLst/>
              <a:gdLst>
                <a:gd name="T0" fmla="*/ 16 w 3485"/>
                <a:gd name="T1" fmla="*/ 0 h 3490"/>
                <a:gd name="T2" fmla="*/ 17 w 3485"/>
                <a:gd name="T3" fmla="*/ 2 h 3490"/>
                <a:gd name="T4" fmla="*/ 17 w 3485"/>
                <a:gd name="T5" fmla="*/ 3 h 3490"/>
                <a:gd name="T6" fmla="*/ 14 w 3485"/>
                <a:gd name="T7" fmla="*/ 4 h 3490"/>
                <a:gd name="T8" fmla="*/ 12 w 3485"/>
                <a:gd name="T9" fmla="*/ 4 h 3490"/>
                <a:gd name="T10" fmla="*/ 11 w 3485"/>
                <a:gd name="T11" fmla="*/ 2 h 3490"/>
                <a:gd name="T12" fmla="*/ 11 w 3485"/>
                <a:gd name="T13" fmla="*/ 1 h 3490"/>
                <a:gd name="T14" fmla="*/ 14 w 3485"/>
                <a:gd name="T15" fmla="*/ 0 h 3490"/>
                <a:gd name="T16" fmla="*/ 3 w 3485"/>
                <a:gd name="T17" fmla="*/ 7 h 3490"/>
                <a:gd name="T18" fmla="*/ 4 w 3485"/>
                <a:gd name="T19" fmla="*/ 9 h 3490"/>
                <a:gd name="T20" fmla="*/ 3 w 3485"/>
                <a:gd name="T21" fmla="*/ 12 h 3490"/>
                <a:gd name="T22" fmla="*/ 2 w 3485"/>
                <a:gd name="T23" fmla="*/ 13 h 3490"/>
                <a:gd name="T24" fmla="*/ 1 w 3485"/>
                <a:gd name="T25" fmla="*/ 12 h 3490"/>
                <a:gd name="T26" fmla="*/ 0 w 3485"/>
                <a:gd name="T27" fmla="*/ 10 h 3490"/>
                <a:gd name="T28" fmla="*/ 0 w 3485"/>
                <a:gd name="T29" fmla="*/ 8 h 3490"/>
                <a:gd name="T30" fmla="*/ 2 w 3485"/>
                <a:gd name="T31" fmla="*/ 6 h 3490"/>
                <a:gd name="T32" fmla="*/ 10 w 3485"/>
                <a:gd name="T33" fmla="*/ 20 h 3490"/>
                <a:gd name="T34" fmla="*/ 11 w 3485"/>
                <a:gd name="T35" fmla="*/ 22 h 3490"/>
                <a:gd name="T36" fmla="*/ 11 w 3485"/>
                <a:gd name="T37" fmla="*/ 25 h 3490"/>
                <a:gd name="T38" fmla="*/ 10 w 3485"/>
                <a:gd name="T39" fmla="*/ 27 h 3490"/>
                <a:gd name="T40" fmla="*/ 8 w 3485"/>
                <a:gd name="T41" fmla="*/ 26 h 3490"/>
                <a:gd name="T42" fmla="*/ 7 w 3485"/>
                <a:gd name="T43" fmla="*/ 24 h 3490"/>
                <a:gd name="T44" fmla="*/ 7 w 3485"/>
                <a:gd name="T45" fmla="*/ 22 h 3490"/>
                <a:gd name="T46" fmla="*/ 8 w 3485"/>
                <a:gd name="T47" fmla="*/ 20 h 3490"/>
                <a:gd name="T48" fmla="*/ 20 w 3485"/>
                <a:gd name="T49" fmla="*/ 21 h 3490"/>
                <a:gd name="T50" fmla="*/ 21 w 3485"/>
                <a:gd name="T51" fmla="*/ 23 h 3490"/>
                <a:gd name="T52" fmla="*/ 21 w 3485"/>
                <a:gd name="T53" fmla="*/ 26 h 3490"/>
                <a:gd name="T54" fmla="*/ 20 w 3485"/>
                <a:gd name="T55" fmla="*/ 28 h 3490"/>
                <a:gd name="T56" fmla="*/ 18 w 3485"/>
                <a:gd name="T57" fmla="*/ 28 h 3490"/>
                <a:gd name="T58" fmla="*/ 17 w 3485"/>
                <a:gd name="T59" fmla="*/ 26 h 3490"/>
                <a:gd name="T60" fmla="*/ 17 w 3485"/>
                <a:gd name="T61" fmla="*/ 23 h 3490"/>
                <a:gd name="T62" fmla="*/ 18 w 3485"/>
                <a:gd name="T63" fmla="*/ 21 h 3490"/>
                <a:gd name="T64" fmla="*/ 19 w 3485"/>
                <a:gd name="T65" fmla="*/ 11 h 3490"/>
                <a:gd name="T66" fmla="*/ 20 w 3485"/>
                <a:gd name="T67" fmla="*/ 13 h 3490"/>
                <a:gd name="T68" fmla="*/ 21 w 3485"/>
                <a:gd name="T69" fmla="*/ 15 h 3490"/>
                <a:gd name="T70" fmla="*/ 20 w 3485"/>
                <a:gd name="T71" fmla="*/ 17 h 3490"/>
                <a:gd name="T72" fmla="*/ 18 w 3485"/>
                <a:gd name="T73" fmla="*/ 17 h 3490"/>
                <a:gd name="T74" fmla="*/ 17 w 3485"/>
                <a:gd name="T75" fmla="*/ 16 h 3490"/>
                <a:gd name="T76" fmla="*/ 17 w 3485"/>
                <a:gd name="T77" fmla="*/ 13 h 3490"/>
                <a:gd name="T78" fmla="*/ 18 w 3485"/>
                <a:gd name="T79" fmla="*/ 11 h 3490"/>
                <a:gd name="T80" fmla="*/ 26 w 3485"/>
                <a:gd name="T81" fmla="*/ 7 h 3490"/>
                <a:gd name="T82" fmla="*/ 27 w 3485"/>
                <a:gd name="T83" fmla="*/ 8 h 3490"/>
                <a:gd name="T84" fmla="*/ 27 w 3485"/>
                <a:gd name="T85" fmla="*/ 11 h 3490"/>
                <a:gd name="T86" fmla="*/ 26 w 3485"/>
                <a:gd name="T87" fmla="*/ 13 h 3490"/>
                <a:gd name="T88" fmla="*/ 25 w 3485"/>
                <a:gd name="T89" fmla="*/ 13 h 3490"/>
                <a:gd name="T90" fmla="*/ 24 w 3485"/>
                <a:gd name="T91" fmla="*/ 12 h 3490"/>
                <a:gd name="T92" fmla="*/ 24 w 3485"/>
                <a:gd name="T93" fmla="*/ 9 h 3490"/>
                <a:gd name="T94" fmla="*/ 24 w 3485"/>
                <a:gd name="T95" fmla="*/ 7 h 3490"/>
                <a:gd name="T96" fmla="*/ 26 w 3485"/>
                <a:gd name="T97" fmla="*/ 17 h 3490"/>
                <a:gd name="T98" fmla="*/ 27 w 3485"/>
                <a:gd name="T99" fmla="*/ 18 h 3490"/>
                <a:gd name="T100" fmla="*/ 28 w 3485"/>
                <a:gd name="T101" fmla="*/ 21 h 3490"/>
                <a:gd name="T102" fmla="*/ 27 w 3485"/>
                <a:gd name="T103" fmla="*/ 23 h 3490"/>
                <a:gd name="T104" fmla="*/ 26 w 3485"/>
                <a:gd name="T105" fmla="*/ 24 h 3490"/>
                <a:gd name="T106" fmla="*/ 24 w 3485"/>
                <a:gd name="T107" fmla="*/ 23 h 3490"/>
                <a:gd name="T108" fmla="*/ 24 w 3485"/>
                <a:gd name="T109" fmla="*/ 20 h 3490"/>
                <a:gd name="T110" fmla="*/ 25 w 3485"/>
                <a:gd name="T111" fmla="*/ 18 h 3490"/>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w 3485"/>
                <a:gd name="T169" fmla="*/ 0 h 3490"/>
                <a:gd name="T170" fmla="*/ 3485 w 3485"/>
                <a:gd name="T171" fmla="*/ 3490 h 3490"/>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T168" t="T169" r="T170" b="T171"/>
              <a:pathLst>
                <a:path w="3485" h="3490">
                  <a:moveTo>
                    <a:pt x="1754" y="0"/>
                  </a:moveTo>
                  <a:lnTo>
                    <a:pt x="1797" y="2"/>
                  </a:lnTo>
                  <a:lnTo>
                    <a:pt x="1840" y="5"/>
                  </a:lnTo>
                  <a:lnTo>
                    <a:pt x="1881" y="12"/>
                  </a:lnTo>
                  <a:lnTo>
                    <a:pt x="1921" y="20"/>
                  </a:lnTo>
                  <a:lnTo>
                    <a:pt x="1959" y="31"/>
                  </a:lnTo>
                  <a:lnTo>
                    <a:pt x="1994" y="44"/>
                  </a:lnTo>
                  <a:lnTo>
                    <a:pt x="2028" y="59"/>
                  </a:lnTo>
                  <a:lnTo>
                    <a:pt x="2058" y="74"/>
                  </a:lnTo>
                  <a:lnTo>
                    <a:pt x="2086" y="93"/>
                  </a:lnTo>
                  <a:lnTo>
                    <a:pt x="2111" y="113"/>
                  </a:lnTo>
                  <a:lnTo>
                    <a:pt x="2132" y="133"/>
                  </a:lnTo>
                  <a:lnTo>
                    <a:pt x="2151" y="155"/>
                  </a:lnTo>
                  <a:lnTo>
                    <a:pt x="2165" y="179"/>
                  </a:lnTo>
                  <a:lnTo>
                    <a:pt x="2175" y="203"/>
                  </a:lnTo>
                  <a:lnTo>
                    <a:pt x="2182" y="229"/>
                  </a:lnTo>
                  <a:lnTo>
                    <a:pt x="2185" y="255"/>
                  </a:lnTo>
                  <a:lnTo>
                    <a:pt x="2182" y="281"/>
                  </a:lnTo>
                  <a:lnTo>
                    <a:pt x="2175" y="305"/>
                  </a:lnTo>
                  <a:lnTo>
                    <a:pt x="2165" y="330"/>
                  </a:lnTo>
                  <a:lnTo>
                    <a:pt x="2151" y="353"/>
                  </a:lnTo>
                  <a:lnTo>
                    <a:pt x="2132" y="376"/>
                  </a:lnTo>
                  <a:lnTo>
                    <a:pt x="2111" y="397"/>
                  </a:lnTo>
                  <a:lnTo>
                    <a:pt x="2086" y="417"/>
                  </a:lnTo>
                  <a:lnTo>
                    <a:pt x="2058" y="434"/>
                  </a:lnTo>
                  <a:lnTo>
                    <a:pt x="2028" y="451"/>
                  </a:lnTo>
                  <a:lnTo>
                    <a:pt x="1994" y="466"/>
                  </a:lnTo>
                  <a:lnTo>
                    <a:pt x="1959" y="479"/>
                  </a:lnTo>
                  <a:lnTo>
                    <a:pt x="1921" y="489"/>
                  </a:lnTo>
                  <a:lnTo>
                    <a:pt x="1881" y="498"/>
                  </a:lnTo>
                  <a:lnTo>
                    <a:pt x="1840" y="505"/>
                  </a:lnTo>
                  <a:lnTo>
                    <a:pt x="1797" y="508"/>
                  </a:lnTo>
                  <a:lnTo>
                    <a:pt x="1754" y="509"/>
                  </a:lnTo>
                  <a:lnTo>
                    <a:pt x="1710" y="508"/>
                  </a:lnTo>
                  <a:lnTo>
                    <a:pt x="1667" y="505"/>
                  </a:lnTo>
                  <a:lnTo>
                    <a:pt x="1626" y="498"/>
                  </a:lnTo>
                  <a:lnTo>
                    <a:pt x="1586" y="489"/>
                  </a:lnTo>
                  <a:lnTo>
                    <a:pt x="1548" y="479"/>
                  </a:lnTo>
                  <a:lnTo>
                    <a:pt x="1512" y="466"/>
                  </a:lnTo>
                  <a:lnTo>
                    <a:pt x="1479" y="451"/>
                  </a:lnTo>
                  <a:lnTo>
                    <a:pt x="1449" y="434"/>
                  </a:lnTo>
                  <a:lnTo>
                    <a:pt x="1421" y="417"/>
                  </a:lnTo>
                  <a:lnTo>
                    <a:pt x="1395" y="397"/>
                  </a:lnTo>
                  <a:lnTo>
                    <a:pt x="1374" y="376"/>
                  </a:lnTo>
                  <a:lnTo>
                    <a:pt x="1355" y="353"/>
                  </a:lnTo>
                  <a:lnTo>
                    <a:pt x="1341" y="330"/>
                  </a:lnTo>
                  <a:lnTo>
                    <a:pt x="1331" y="305"/>
                  </a:lnTo>
                  <a:lnTo>
                    <a:pt x="1324" y="281"/>
                  </a:lnTo>
                  <a:lnTo>
                    <a:pt x="1321" y="255"/>
                  </a:lnTo>
                  <a:lnTo>
                    <a:pt x="1324" y="229"/>
                  </a:lnTo>
                  <a:lnTo>
                    <a:pt x="1331" y="203"/>
                  </a:lnTo>
                  <a:lnTo>
                    <a:pt x="1341" y="179"/>
                  </a:lnTo>
                  <a:lnTo>
                    <a:pt x="1355" y="155"/>
                  </a:lnTo>
                  <a:lnTo>
                    <a:pt x="1374" y="133"/>
                  </a:lnTo>
                  <a:lnTo>
                    <a:pt x="1395" y="113"/>
                  </a:lnTo>
                  <a:lnTo>
                    <a:pt x="1421" y="93"/>
                  </a:lnTo>
                  <a:lnTo>
                    <a:pt x="1449" y="74"/>
                  </a:lnTo>
                  <a:lnTo>
                    <a:pt x="1479" y="59"/>
                  </a:lnTo>
                  <a:lnTo>
                    <a:pt x="1512" y="44"/>
                  </a:lnTo>
                  <a:lnTo>
                    <a:pt x="1548" y="31"/>
                  </a:lnTo>
                  <a:lnTo>
                    <a:pt x="1586" y="20"/>
                  </a:lnTo>
                  <a:lnTo>
                    <a:pt x="1626" y="12"/>
                  </a:lnTo>
                  <a:lnTo>
                    <a:pt x="1667" y="5"/>
                  </a:lnTo>
                  <a:lnTo>
                    <a:pt x="1710" y="2"/>
                  </a:lnTo>
                  <a:lnTo>
                    <a:pt x="1754" y="0"/>
                  </a:lnTo>
                  <a:close/>
                  <a:moveTo>
                    <a:pt x="239" y="786"/>
                  </a:moveTo>
                  <a:lnTo>
                    <a:pt x="263" y="788"/>
                  </a:lnTo>
                  <a:lnTo>
                    <a:pt x="287" y="794"/>
                  </a:lnTo>
                  <a:lnTo>
                    <a:pt x="309" y="805"/>
                  </a:lnTo>
                  <a:lnTo>
                    <a:pt x="331" y="819"/>
                  </a:lnTo>
                  <a:lnTo>
                    <a:pt x="352" y="836"/>
                  </a:lnTo>
                  <a:lnTo>
                    <a:pt x="372" y="857"/>
                  </a:lnTo>
                  <a:lnTo>
                    <a:pt x="390" y="882"/>
                  </a:lnTo>
                  <a:lnTo>
                    <a:pt x="407" y="909"/>
                  </a:lnTo>
                  <a:lnTo>
                    <a:pt x="423" y="940"/>
                  </a:lnTo>
                  <a:lnTo>
                    <a:pt x="437" y="971"/>
                  </a:lnTo>
                  <a:lnTo>
                    <a:pt x="448" y="1006"/>
                  </a:lnTo>
                  <a:lnTo>
                    <a:pt x="459" y="1043"/>
                  </a:lnTo>
                  <a:lnTo>
                    <a:pt x="467" y="1081"/>
                  </a:lnTo>
                  <a:lnTo>
                    <a:pt x="473" y="1121"/>
                  </a:lnTo>
                  <a:lnTo>
                    <a:pt x="476" y="1163"/>
                  </a:lnTo>
                  <a:lnTo>
                    <a:pt x="478" y="1206"/>
                  </a:lnTo>
                  <a:lnTo>
                    <a:pt x="476" y="1248"/>
                  </a:lnTo>
                  <a:lnTo>
                    <a:pt x="473" y="1290"/>
                  </a:lnTo>
                  <a:lnTo>
                    <a:pt x="467" y="1330"/>
                  </a:lnTo>
                  <a:lnTo>
                    <a:pt x="459" y="1367"/>
                  </a:lnTo>
                  <a:lnTo>
                    <a:pt x="448" y="1405"/>
                  </a:lnTo>
                  <a:lnTo>
                    <a:pt x="437" y="1439"/>
                  </a:lnTo>
                  <a:lnTo>
                    <a:pt x="423" y="1472"/>
                  </a:lnTo>
                  <a:lnTo>
                    <a:pt x="407" y="1501"/>
                  </a:lnTo>
                  <a:lnTo>
                    <a:pt x="390" y="1528"/>
                  </a:lnTo>
                  <a:lnTo>
                    <a:pt x="372" y="1553"/>
                  </a:lnTo>
                  <a:lnTo>
                    <a:pt x="352" y="1574"/>
                  </a:lnTo>
                  <a:lnTo>
                    <a:pt x="331" y="1591"/>
                  </a:lnTo>
                  <a:lnTo>
                    <a:pt x="309" y="1605"/>
                  </a:lnTo>
                  <a:lnTo>
                    <a:pt x="287" y="1616"/>
                  </a:lnTo>
                  <a:lnTo>
                    <a:pt x="263" y="1622"/>
                  </a:lnTo>
                  <a:lnTo>
                    <a:pt x="239" y="1624"/>
                  </a:lnTo>
                  <a:lnTo>
                    <a:pt x="214" y="1622"/>
                  </a:lnTo>
                  <a:lnTo>
                    <a:pt x="191" y="1616"/>
                  </a:lnTo>
                  <a:lnTo>
                    <a:pt x="168" y="1605"/>
                  </a:lnTo>
                  <a:lnTo>
                    <a:pt x="146" y="1591"/>
                  </a:lnTo>
                  <a:lnTo>
                    <a:pt x="125" y="1574"/>
                  </a:lnTo>
                  <a:lnTo>
                    <a:pt x="105" y="1553"/>
                  </a:lnTo>
                  <a:lnTo>
                    <a:pt x="87" y="1528"/>
                  </a:lnTo>
                  <a:lnTo>
                    <a:pt x="70" y="1501"/>
                  </a:lnTo>
                  <a:lnTo>
                    <a:pt x="55" y="1472"/>
                  </a:lnTo>
                  <a:lnTo>
                    <a:pt x="41" y="1439"/>
                  </a:lnTo>
                  <a:lnTo>
                    <a:pt x="29" y="1405"/>
                  </a:lnTo>
                  <a:lnTo>
                    <a:pt x="18" y="1367"/>
                  </a:lnTo>
                  <a:lnTo>
                    <a:pt x="10" y="1330"/>
                  </a:lnTo>
                  <a:lnTo>
                    <a:pt x="4" y="1290"/>
                  </a:lnTo>
                  <a:lnTo>
                    <a:pt x="1" y="1248"/>
                  </a:lnTo>
                  <a:lnTo>
                    <a:pt x="0" y="1206"/>
                  </a:lnTo>
                  <a:lnTo>
                    <a:pt x="1" y="1163"/>
                  </a:lnTo>
                  <a:lnTo>
                    <a:pt x="4" y="1121"/>
                  </a:lnTo>
                  <a:lnTo>
                    <a:pt x="10" y="1081"/>
                  </a:lnTo>
                  <a:lnTo>
                    <a:pt x="18" y="1043"/>
                  </a:lnTo>
                  <a:lnTo>
                    <a:pt x="29" y="1006"/>
                  </a:lnTo>
                  <a:lnTo>
                    <a:pt x="41" y="971"/>
                  </a:lnTo>
                  <a:lnTo>
                    <a:pt x="55" y="940"/>
                  </a:lnTo>
                  <a:lnTo>
                    <a:pt x="70" y="909"/>
                  </a:lnTo>
                  <a:lnTo>
                    <a:pt x="87" y="882"/>
                  </a:lnTo>
                  <a:lnTo>
                    <a:pt x="105" y="857"/>
                  </a:lnTo>
                  <a:lnTo>
                    <a:pt x="125" y="836"/>
                  </a:lnTo>
                  <a:lnTo>
                    <a:pt x="146" y="819"/>
                  </a:lnTo>
                  <a:lnTo>
                    <a:pt x="168" y="805"/>
                  </a:lnTo>
                  <a:lnTo>
                    <a:pt x="191" y="794"/>
                  </a:lnTo>
                  <a:lnTo>
                    <a:pt x="214" y="788"/>
                  </a:lnTo>
                  <a:lnTo>
                    <a:pt x="239" y="786"/>
                  </a:lnTo>
                  <a:close/>
                  <a:moveTo>
                    <a:pt x="1119" y="2495"/>
                  </a:moveTo>
                  <a:lnTo>
                    <a:pt x="1143" y="2498"/>
                  </a:lnTo>
                  <a:lnTo>
                    <a:pt x="1167" y="2504"/>
                  </a:lnTo>
                  <a:lnTo>
                    <a:pt x="1190" y="2514"/>
                  </a:lnTo>
                  <a:lnTo>
                    <a:pt x="1211" y="2528"/>
                  </a:lnTo>
                  <a:lnTo>
                    <a:pt x="1232" y="2546"/>
                  </a:lnTo>
                  <a:lnTo>
                    <a:pt x="1252" y="2567"/>
                  </a:lnTo>
                  <a:lnTo>
                    <a:pt x="1271" y="2592"/>
                  </a:lnTo>
                  <a:lnTo>
                    <a:pt x="1288" y="2618"/>
                  </a:lnTo>
                  <a:lnTo>
                    <a:pt x="1304" y="2648"/>
                  </a:lnTo>
                  <a:lnTo>
                    <a:pt x="1318" y="2681"/>
                  </a:lnTo>
                  <a:lnTo>
                    <a:pt x="1329" y="2715"/>
                  </a:lnTo>
                  <a:lnTo>
                    <a:pt x="1340" y="2752"/>
                  </a:lnTo>
                  <a:lnTo>
                    <a:pt x="1348" y="2790"/>
                  </a:lnTo>
                  <a:lnTo>
                    <a:pt x="1354" y="2830"/>
                  </a:lnTo>
                  <a:lnTo>
                    <a:pt x="1358" y="2872"/>
                  </a:lnTo>
                  <a:lnTo>
                    <a:pt x="1359" y="2914"/>
                  </a:lnTo>
                  <a:lnTo>
                    <a:pt x="1358" y="2956"/>
                  </a:lnTo>
                  <a:lnTo>
                    <a:pt x="1354" y="2998"/>
                  </a:lnTo>
                  <a:lnTo>
                    <a:pt x="1348" y="3038"/>
                  </a:lnTo>
                  <a:lnTo>
                    <a:pt x="1340" y="3077"/>
                  </a:lnTo>
                  <a:lnTo>
                    <a:pt x="1329" y="3113"/>
                  </a:lnTo>
                  <a:lnTo>
                    <a:pt x="1318" y="3147"/>
                  </a:lnTo>
                  <a:lnTo>
                    <a:pt x="1304" y="3180"/>
                  </a:lnTo>
                  <a:lnTo>
                    <a:pt x="1288" y="3209"/>
                  </a:lnTo>
                  <a:lnTo>
                    <a:pt x="1271" y="3238"/>
                  </a:lnTo>
                  <a:lnTo>
                    <a:pt x="1252" y="3261"/>
                  </a:lnTo>
                  <a:lnTo>
                    <a:pt x="1232" y="3282"/>
                  </a:lnTo>
                  <a:lnTo>
                    <a:pt x="1211" y="3301"/>
                  </a:lnTo>
                  <a:lnTo>
                    <a:pt x="1190" y="3315"/>
                  </a:lnTo>
                  <a:lnTo>
                    <a:pt x="1167" y="3325"/>
                  </a:lnTo>
                  <a:lnTo>
                    <a:pt x="1143" y="3331"/>
                  </a:lnTo>
                  <a:lnTo>
                    <a:pt x="1119" y="3334"/>
                  </a:lnTo>
                  <a:lnTo>
                    <a:pt x="1094" y="3331"/>
                  </a:lnTo>
                  <a:lnTo>
                    <a:pt x="1070" y="3325"/>
                  </a:lnTo>
                  <a:lnTo>
                    <a:pt x="1048" y="3315"/>
                  </a:lnTo>
                  <a:lnTo>
                    <a:pt x="1026" y="3301"/>
                  </a:lnTo>
                  <a:lnTo>
                    <a:pt x="1005" y="3282"/>
                  </a:lnTo>
                  <a:lnTo>
                    <a:pt x="985" y="3261"/>
                  </a:lnTo>
                  <a:lnTo>
                    <a:pt x="967" y="3238"/>
                  </a:lnTo>
                  <a:lnTo>
                    <a:pt x="950" y="3209"/>
                  </a:lnTo>
                  <a:lnTo>
                    <a:pt x="935" y="3180"/>
                  </a:lnTo>
                  <a:lnTo>
                    <a:pt x="921" y="3147"/>
                  </a:lnTo>
                  <a:lnTo>
                    <a:pt x="909" y="3113"/>
                  </a:lnTo>
                  <a:lnTo>
                    <a:pt x="898" y="3077"/>
                  </a:lnTo>
                  <a:lnTo>
                    <a:pt x="890" y="3038"/>
                  </a:lnTo>
                  <a:lnTo>
                    <a:pt x="884" y="2998"/>
                  </a:lnTo>
                  <a:lnTo>
                    <a:pt x="881" y="2956"/>
                  </a:lnTo>
                  <a:lnTo>
                    <a:pt x="880" y="2914"/>
                  </a:lnTo>
                  <a:lnTo>
                    <a:pt x="881" y="2872"/>
                  </a:lnTo>
                  <a:lnTo>
                    <a:pt x="884" y="2830"/>
                  </a:lnTo>
                  <a:lnTo>
                    <a:pt x="890" y="2790"/>
                  </a:lnTo>
                  <a:lnTo>
                    <a:pt x="898" y="2752"/>
                  </a:lnTo>
                  <a:lnTo>
                    <a:pt x="909" y="2715"/>
                  </a:lnTo>
                  <a:lnTo>
                    <a:pt x="921" y="2681"/>
                  </a:lnTo>
                  <a:lnTo>
                    <a:pt x="935" y="2648"/>
                  </a:lnTo>
                  <a:lnTo>
                    <a:pt x="950" y="2618"/>
                  </a:lnTo>
                  <a:lnTo>
                    <a:pt x="967" y="2592"/>
                  </a:lnTo>
                  <a:lnTo>
                    <a:pt x="985" y="2567"/>
                  </a:lnTo>
                  <a:lnTo>
                    <a:pt x="1005" y="2546"/>
                  </a:lnTo>
                  <a:lnTo>
                    <a:pt x="1026" y="2528"/>
                  </a:lnTo>
                  <a:lnTo>
                    <a:pt x="1048" y="2514"/>
                  </a:lnTo>
                  <a:lnTo>
                    <a:pt x="1070" y="2504"/>
                  </a:lnTo>
                  <a:lnTo>
                    <a:pt x="1094" y="2498"/>
                  </a:lnTo>
                  <a:lnTo>
                    <a:pt x="1119" y="2495"/>
                  </a:lnTo>
                  <a:close/>
                  <a:moveTo>
                    <a:pt x="2380" y="2651"/>
                  </a:moveTo>
                  <a:lnTo>
                    <a:pt x="2405" y="2654"/>
                  </a:lnTo>
                  <a:lnTo>
                    <a:pt x="2428" y="2660"/>
                  </a:lnTo>
                  <a:lnTo>
                    <a:pt x="2452" y="2670"/>
                  </a:lnTo>
                  <a:lnTo>
                    <a:pt x="2473" y="2684"/>
                  </a:lnTo>
                  <a:lnTo>
                    <a:pt x="2494" y="2703"/>
                  </a:lnTo>
                  <a:lnTo>
                    <a:pt x="2514" y="2724"/>
                  </a:lnTo>
                  <a:lnTo>
                    <a:pt x="2533" y="2747"/>
                  </a:lnTo>
                  <a:lnTo>
                    <a:pt x="2550" y="2774"/>
                  </a:lnTo>
                  <a:lnTo>
                    <a:pt x="2565" y="2805"/>
                  </a:lnTo>
                  <a:lnTo>
                    <a:pt x="2580" y="2838"/>
                  </a:lnTo>
                  <a:lnTo>
                    <a:pt x="2591" y="2872"/>
                  </a:lnTo>
                  <a:lnTo>
                    <a:pt x="2602" y="2908"/>
                  </a:lnTo>
                  <a:lnTo>
                    <a:pt x="2610" y="2947"/>
                  </a:lnTo>
                  <a:lnTo>
                    <a:pt x="2616" y="2987"/>
                  </a:lnTo>
                  <a:lnTo>
                    <a:pt x="2619" y="3029"/>
                  </a:lnTo>
                  <a:lnTo>
                    <a:pt x="2621" y="3071"/>
                  </a:lnTo>
                  <a:lnTo>
                    <a:pt x="2619" y="3113"/>
                  </a:lnTo>
                  <a:lnTo>
                    <a:pt x="2616" y="3155"/>
                  </a:lnTo>
                  <a:lnTo>
                    <a:pt x="2610" y="3195"/>
                  </a:lnTo>
                  <a:lnTo>
                    <a:pt x="2602" y="3233"/>
                  </a:lnTo>
                  <a:lnTo>
                    <a:pt x="2591" y="3270"/>
                  </a:lnTo>
                  <a:lnTo>
                    <a:pt x="2580" y="3304"/>
                  </a:lnTo>
                  <a:lnTo>
                    <a:pt x="2565" y="3337"/>
                  </a:lnTo>
                  <a:lnTo>
                    <a:pt x="2550" y="3367"/>
                  </a:lnTo>
                  <a:lnTo>
                    <a:pt x="2533" y="3393"/>
                  </a:lnTo>
                  <a:lnTo>
                    <a:pt x="2514" y="3418"/>
                  </a:lnTo>
                  <a:lnTo>
                    <a:pt x="2494" y="3439"/>
                  </a:lnTo>
                  <a:lnTo>
                    <a:pt x="2473" y="3457"/>
                  </a:lnTo>
                  <a:lnTo>
                    <a:pt x="2452" y="3471"/>
                  </a:lnTo>
                  <a:lnTo>
                    <a:pt x="2428" y="3481"/>
                  </a:lnTo>
                  <a:lnTo>
                    <a:pt x="2405" y="3487"/>
                  </a:lnTo>
                  <a:lnTo>
                    <a:pt x="2380" y="3490"/>
                  </a:lnTo>
                  <a:lnTo>
                    <a:pt x="2356" y="3487"/>
                  </a:lnTo>
                  <a:lnTo>
                    <a:pt x="2332" y="3481"/>
                  </a:lnTo>
                  <a:lnTo>
                    <a:pt x="2310" y="3471"/>
                  </a:lnTo>
                  <a:lnTo>
                    <a:pt x="2288" y="3457"/>
                  </a:lnTo>
                  <a:lnTo>
                    <a:pt x="2267" y="3439"/>
                  </a:lnTo>
                  <a:lnTo>
                    <a:pt x="2248" y="3418"/>
                  </a:lnTo>
                  <a:lnTo>
                    <a:pt x="2229" y="3393"/>
                  </a:lnTo>
                  <a:lnTo>
                    <a:pt x="2212" y="3367"/>
                  </a:lnTo>
                  <a:lnTo>
                    <a:pt x="2196" y="3337"/>
                  </a:lnTo>
                  <a:lnTo>
                    <a:pt x="2182" y="3304"/>
                  </a:lnTo>
                  <a:lnTo>
                    <a:pt x="2171" y="3270"/>
                  </a:lnTo>
                  <a:lnTo>
                    <a:pt x="2160" y="3233"/>
                  </a:lnTo>
                  <a:lnTo>
                    <a:pt x="2152" y="3195"/>
                  </a:lnTo>
                  <a:lnTo>
                    <a:pt x="2146" y="3155"/>
                  </a:lnTo>
                  <a:lnTo>
                    <a:pt x="2142" y="3113"/>
                  </a:lnTo>
                  <a:lnTo>
                    <a:pt x="2141" y="3071"/>
                  </a:lnTo>
                  <a:lnTo>
                    <a:pt x="2142" y="3029"/>
                  </a:lnTo>
                  <a:lnTo>
                    <a:pt x="2146" y="2987"/>
                  </a:lnTo>
                  <a:lnTo>
                    <a:pt x="2152" y="2947"/>
                  </a:lnTo>
                  <a:lnTo>
                    <a:pt x="2160" y="2908"/>
                  </a:lnTo>
                  <a:lnTo>
                    <a:pt x="2171" y="2872"/>
                  </a:lnTo>
                  <a:lnTo>
                    <a:pt x="2182" y="2838"/>
                  </a:lnTo>
                  <a:lnTo>
                    <a:pt x="2196" y="2805"/>
                  </a:lnTo>
                  <a:lnTo>
                    <a:pt x="2212" y="2774"/>
                  </a:lnTo>
                  <a:lnTo>
                    <a:pt x="2229" y="2747"/>
                  </a:lnTo>
                  <a:lnTo>
                    <a:pt x="2248" y="2724"/>
                  </a:lnTo>
                  <a:lnTo>
                    <a:pt x="2267" y="2703"/>
                  </a:lnTo>
                  <a:lnTo>
                    <a:pt x="2288" y="2684"/>
                  </a:lnTo>
                  <a:lnTo>
                    <a:pt x="2310" y="2670"/>
                  </a:lnTo>
                  <a:lnTo>
                    <a:pt x="2332" y="2660"/>
                  </a:lnTo>
                  <a:lnTo>
                    <a:pt x="2356" y="2654"/>
                  </a:lnTo>
                  <a:lnTo>
                    <a:pt x="2380" y="2651"/>
                  </a:lnTo>
                  <a:close/>
                  <a:moveTo>
                    <a:pt x="2342" y="1355"/>
                  </a:moveTo>
                  <a:lnTo>
                    <a:pt x="2366" y="1357"/>
                  </a:lnTo>
                  <a:lnTo>
                    <a:pt x="2390" y="1363"/>
                  </a:lnTo>
                  <a:lnTo>
                    <a:pt x="2412" y="1373"/>
                  </a:lnTo>
                  <a:lnTo>
                    <a:pt x="2434" y="1387"/>
                  </a:lnTo>
                  <a:lnTo>
                    <a:pt x="2455" y="1405"/>
                  </a:lnTo>
                  <a:lnTo>
                    <a:pt x="2475" y="1426"/>
                  </a:lnTo>
                  <a:lnTo>
                    <a:pt x="2493" y="1451"/>
                  </a:lnTo>
                  <a:lnTo>
                    <a:pt x="2510" y="1478"/>
                  </a:lnTo>
                  <a:lnTo>
                    <a:pt x="2526" y="1507"/>
                  </a:lnTo>
                  <a:lnTo>
                    <a:pt x="2540" y="1540"/>
                  </a:lnTo>
                  <a:lnTo>
                    <a:pt x="2551" y="1574"/>
                  </a:lnTo>
                  <a:lnTo>
                    <a:pt x="2562" y="1611"/>
                  </a:lnTo>
                  <a:lnTo>
                    <a:pt x="2570" y="1649"/>
                  </a:lnTo>
                  <a:lnTo>
                    <a:pt x="2576" y="1689"/>
                  </a:lnTo>
                  <a:lnTo>
                    <a:pt x="2580" y="1731"/>
                  </a:lnTo>
                  <a:lnTo>
                    <a:pt x="2581" y="1773"/>
                  </a:lnTo>
                  <a:lnTo>
                    <a:pt x="2580" y="1815"/>
                  </a:lnTo>
                  <a:lnTo>
                    <a:pt x="2576" y="1858"/>
                  </a:lnTo>
                  <a:lnTo>
                    <a:pt x="2570" y="1897"/>
                  </a:lnTo>
                  <a:lnTo>
                    <a:pt x="2562" y="1936"/>
                  </a:lnTo>
                  <a:lnTo>
                    <a:pt x="2551" y="1972"/>
                  </a:lnTo>
                  <a:lnTo>
                    <a:pt x="2540" y="2008"/>
                  </a:lnTo>
                  <a:lnTo>
                    <a:pt x="2526" y="2039"/>
                  </a:lnTo>
                  <a:lnTo>
                    <a:pt x="2510" y="2070"/>
                  </a:lnTo>
                  <a:lnTo>
                    <a:pt x="2493" y="2097"/>
                  </a:lnTo>
                  <a:lnTo>
                    <a:pt x="2475" y="2121"/>
                  </a:lnTo>
                  <a:lnTo>
                    <a:pt x="2455" y="2142"/>
                  </a:lnTo>
                  <a:lnTo>
                    <a:pt x="2434" y="2160"/>
                  </a:lnTo>
                  <a:lnTo>
                    <a:pt x="2412" y="2174"/>
                  </a:lnTo>
                  <a:lnTo>
                    <a:pt x="2390" y="2185"/>
                  </a:lnTo>
                  <a:lnTo>
                    <a:pt x="2366" y="2191"/>
                  </a:lnTo>
                  <a:lnTo>
                    <a:pt x="2342" y="2193"/>
                  </a:lnTo>
                  <a:lnTo>
                    <a:pt x="2317" y="2191"/>
                  </a:lnTo>
                  <a:lnTo>
                    <a:pt x="2294" y="2185"/>
                  </a:lnTo>
                  <a:lnTo>
                    <a:pt x="2270" y="2174"/>
                  </a:lnTo>
                  <a:lnTo>
                    <a:pt x="2249" y="2160"/>
                  </a:lnTo>
                  <a:lnTo>
                    <a:pt x="2228" y="2142"/>
                  </a:lnTo>
                  <a:lnTo>
                    <a:pt x="2208" y="2121"/>
                  </a:lnTo>
                  <a:lnTo>
                    <a:pt x="2189" y="2097"/>
                  </a:lnTo>
                  <a:lnTo>
                    <a:pt x="2173" y="2070"/>
                  </a:lnTo>
                  <a:lnTo>
                    <a:pt x="2157" y="2039"/>
                  </a:lnTo>
                  <a:lnTo>
                    <a:pt x="2142" y="2008"/>
                  </a:lnTo>
                  <a:lnTo>
                    <a:pt x="2131" y="1972"/>
                  </a:lnTo>
                  <a:lnTo>
                    <a:pt x="2120" y="1936"/>
                  </a:lnTo>
                  <a:lnTo>
                    <a:pt x="2112" y="1897"/>
                  </a:lnTo>
                  <a:lnTo>
                    <a:pt x="2106" y="1858"/>
                  </a:lnTo>
                  <a:lnTo>
                    <a:pt x="2103" y="1815"/>
                  </a:lnTo>
                  <a:lnTo>
                    <a:pt x="2101" y="1773"/>
                  </a:lnTo>
                  <a:lnTo>
                    <a:pt x="2103" y="1731"/>
                  </a:lnTo>
                  <a:lnTo>
                    <a:pt x="2106" y="1689"/>
                  </a:lnTo>
                  <a:lnTo>
                    <a:pt x="2112" y="1649"/>
                  </a:lnTo>
                  <a:lnTo>
                    <a:pt x="2120" y="1611"/>
                  </a:lnTo>
                  <a:lnTo>
                    <a:pt x="2131" y="1574"/>
                  </a:lnTo>
                  <a:lnTo>
                    <a:pt x="2142" y="1540"/>
                  </a:lnTo>
                  <a:lnTo>
                    <a:pt x="2157" y="1507"/>
                  </a:lnTo>
                  <a:lnTo>
                    <a:pt x="2173" y="1478"/>
                  </a:lnTo>
                  <a:lnTo>
                    <a:pt x="2189" y="1451"/>
                  </a:lnTo>
                  <a:lnTo>
                    <a:pt x="2208" y="1426"/>
                  </a:lnTo>
                  <a:lnTo>
                    <a:pt x="2228" y="1405"/>
                  </a:lnTo>
                  <a:lnTo>
                    <a:pt x="2249" y="1387"/>
                  </a:lnTo>
                  <a:lnTo>
                    <a:pt x="2270" y="1373"/>
                  </a:lnTo>
                  <a:lnTo>
                    <a:pt x="2294" y="1363"/>
                  </a:lnTo>
                  <a:lnTo>
                    <a:pt x="2317" y="1357"/>
                  </a:lnTo>
                  <a:lnTo>
                    <a:pt x="2342" y="1355"/>
                  </a:lnTo>
                  <a:close/>
                  <a:moveTo>
                    <a:pt x="3179" y="819"/>
                  </a:moveTo>
                  <a:lnTo>
                    <a:pt x="3204" y="821"/>
                  </a:lnTo>
                  <a:lnTo>
                    <a:pt x="3227" y="827"/>
                  </a:lnTo>
                  <a:lnTo>
                    <a:pt x="3250" y="838"/>
                  </a:lnTo>
                  <a:lnTo>
                    <a:pt x="3272" y="852"/>
                  </a:lnTo>
                  <a:lnTo>
                    <a:pt x="3293" y="869"/>
                  </a:lnTo>
                  <a:lnTo>
                    <a:pt x="3312" y="890"/>
                  </a:lnTo>
                  <a:lnTo>
                    <a:pt x="3331" y="915"/>
                  </a:lnTo>
                  <a:lnTo>
                    <a:pt x="3348" y="942"/>
                  </a:lnTo>
                  <a:lnTo>
                    <a:pt x="3363" y="971"/>
                  </a:lnTo>
                  <a:lnTo>
                    <a:pt x="3377" y="1004"/>
                  </a:lnTo>
                  <a:lnTo>
                    <a:pt x="3389" y="1038"/>
                  </a:lnTo>
                  <a:lnTo>
                    <a:pt x="3400" y="1076"/>
                  </a:lnTo>
                  <a:lnTo>
                    <a:pt x="3408" y="1113"/>
                  </a:lnTo>
                  <a:lnTo>
                    <a:pt x="3414" y="1153"/>
                  </a:lnTo>
                  <a:lnTo>
                    <a:pt x="3417" y="1195"/>
                  </a:lnTo>
                  <a:lnTo>
                    <a:pt x="3418" y="1237"/>
                  </a:lnTo>
                  <a:lnTo>
                    <a:pt x="3417" y="1280"/>
                  </a:lnTo>
                  <a:lnTo>
                    <a:pt x="3414" y="1322"/>
                  </a:lnTo>
                  <a:lnTo>
                    <a:pt x="3408" y="1362"/>
                  </a:lnTo>
                  <a:lnTo>
                    <a:pt x="3400" y="1399"/>
                  </a:lnTo>
                  <a:lnTo>
                    <a:pt x="3389" y="1437"/>
                  </a:lnTo>
                  <a:lnTo>
                    <a:pt x="3377" y="1471"/>
                  </a:lnTo>
                  <a:lnTo>
                    <a:pt x="3363" y="1503"/>
                  </a:lnTo>
                  <a:lnTo>
                    <a:pt x="3348" y="1533"/>
                  </a:lnTo>
                  <a:lnTo>
                    <a:pt x="3331" y="1560"/>
                  </a:lnTo>
                  <a:lnTo>
                    <a:pt x="3312" y="1584"/>
                  </a:lnTo>
                  <a:lnTo>
                    <a:pt x="3293" y="1605"/>
                  </a:lnTo>
                  <a:lnTo>
                    <a:pt x="3272" y="1623"/>
                  </a:lnTo>
                  <a:lnTo>
                    <a:pt x="3250" y="1637"/>
                  </a:lnTo>
                  <a:lnTo>
                    <a:pt x="3227" y="1648"/>
                  </a:lnTo>
                  <a:lnTo>
                    <a:pt x="3204" y="1654"/>
                  </a:lnTo>
                  <a:lnTo>
                    <a:pt x="3179" y="1656"/>
                  </a:lnTo>
                  <a:lnTo>
                    <a:pt x="3155" y="1654"/>
                  </a:lnTo>
                  <a:lnTo>
                    <a:pt x="3131" y="1648"/>
                  </a:lnTo>
                  <a:lnTo>
                    <a:pt x="3108" y="1637"/>
                  </a:lnTo>
                  <a:lnTo>
                    <a:pt x="3087" y="1623"/>
                  </a:lnTo>
                  <a:lnTo>
                    <a:pt x="3066" y="1605"/>
                  </a:lnTo>
                  <a:lnTo>
                    <a:pt x="3046" y="1584"/>
                  </a:lnTo>
                  <a:lnTo>
                    <a:pt x="3027" y="1560"/>
                  </a:lnTo>
                  <a:lnTo>
                    <a:pt x="3011" y="1533"/>
                  </a:lnTo>
                  <a:lnTo>
                    <a:pt x="2994" y="1503"/>
                  </a:lnTo>
                  <a:lnTo>
                    <a:pt x="2980" y="1471"/>
                  </a:lnTo>
                  <a:lnTo>
                    <a:pt x="2968" y="1437"/>
                  </a:lnTo>
                  <a:lnTo>
                    <a:pt x="2958" y="1399"/>
                  </a:lnTo>
                  <a:lnTo>
                    <a:pt x="2950" y="1362"/>
                  </a:lnTo>
                  <a:lnTo>
                    <a:pt x="2944" y="1322"/>
                  </a:lnTo>
                  <a:lnTo>
                    <a:pt x="2940" y="1280"/>
                  </a:lnTo>
                  <a:lnTo>
                    <a:pt x="2939" y="1237"/>
                  </a:lnTo>
                  <a:lnTo>
                    <a:pt x="2940" y="1195"/>
                  </a:lnTo>
                  <a:lnTo>
                    <a:pt x="2944" y="1153"/>
                  </a:lnTo>
                  <a:lnTo>
                    <a:pt x="2950" y="1113"/>
                  </a:lnTo>
                  <a:lnTo>
                    <a:pt x="2958" y="1076"/>
                  </a:lnTo>
                  <a:lnTo>
                    <a:pt x="2968" y="1038"/>
                  </a:lnTo>
                  <a:lnTo>
                    <a:pt x="2980" y="1004"/>
                  </a:lnTo>
                  <a:lnTo>
                    <a:pt x="2994" y="971"/>
                  </a:lnTo>
                  <a:lnTo>
                    <a:pt x="3011" y="942"/>
                  </a:lnTo>
                  <a:lnTo>
                    <a:pt x="3027" y="915"/>
                  </a:lnTo>
                  <a:lnTo>
                    <a:pt x="3046" y="890"/>
                  </a:lnTo>
                  <a:lnTo>
                    <a:pt x="3066" y="869"/>
                  </a:lnTo>
                  <a:lnTo>
                    <a:pt x="3087" y="852"/>
                  </a:lnTo>
                  <a:lnTo>
                    <a:pt x="3108" y="838"/>
                  </a:lnTo>
                  <a:lnTo>
                    <a:pt x="3131" y="827"/>
                  </a:lnTo>
                  <a:lnTo>
                    <a:pt x="3155" y="821"/>
                  </a:lnTo>
                  <a:lnTo>
                    <a:pt x="3179" y="819"/>
                  </a:lnTo>
                  <a:close/>
                  <a:moveTo>
                    <a:pt x="3246" y="2144"/>
                  </a:moveTo>
                  <a:lnTo>
                    <a:pt x="3271" y="2146"/>
                  </a:lnTo>
                  <a:lnTo>
                    <a:pt x="3294" y="2152"/>
                  </a:lnTo>
                  <a:lnTo>
                    <a:pt x="3316" y="2162"/>
                  </a:lnTo>
                  <a:lnTo>
                    <a:pt x="3339" y="2176"/>
                  </a:lnTo>
                  <a:lnTo>
                    <a:pt x="3360" y="2194"/>
                  </a:lnTo>
                  <a:lnTo>
                    <a:pt x="3380" y="2215"/>
                  </a:lnTo>
                  <a:lnTo>
                    <a:pt x="3397" y="2240"/>
                  </a:lnTo>
                  <a:lnTo>
                    <a:pt x="3415" y="2267"/>
                  </a:lnTo>
                  <a:lnTo>
                    <a:pt x="3430" y="2296"/>
                  </a:lnTo>
                  <a:lnTo>
                    <a:pt x="3444" y="2329"/>
                  </a:lnTo>
                  <a:lnTo>
                    <a:pt x="3456" y="2363"/>
                  </a:lnTo>
                  <a:lnTo>
                    <a:pt x="3466" y="2400"/>
                  </a:lnTo>
                  <a:lnTo>
                    <a:pt x="3475" y="2438"/>
                  </a:lnTo>
                  <a:lnTo>
                    <a:pt x="3480" y="2478"/>
                  </a:lnTo>
                  <a:lnTo>
                    <a:pt x="3484" y="2520"/>
                  </a:lnTo>
                  <a:lnTo>
                    <a:pt x="3485" y="2562"/>
                  </a:lnTo>
                  <a:lnTo>
                    <a:pt x="3484" y="2604"/>
                  </a:lnTo>
                  <a:lnTo>
                    <a:pt x="3480" y="2647"/>
                  </a:lnTo>
                  <a:lnTo>
                    <a:pt x="3475" y="2686"/>
                  </a:lnTo>
                  <a:lnTo>
                    <a:pt x="3466" y="2725"/>
                  </a:lnTo>
                  <a:lnTo>
                    <a:pt x="3456" y="2762"/>
                  </a:lnTo>
                  <a:lnTo>
                    <a:pt x="3444" y="2796"/>
                  </a:lnTo>
                  <a:lnTo>
                    <a:pt x="3430" y="2828"/>
                  </a:lnTo>
                  <a:lnTo>
                    <a:pt x="3415" y="2858"/>
                  </a:lnTo>
                  <a:lnTo>
                    <a:pt x="3397" y="2886"/>
                  </a:lnTo>
                  <a:lnTo>
                    <a:pt x="3380" y="2909"/>
                  </a:lnTo>
                  <a:lnTo>
                    <a:pt x="3360" y="2930"/>
                  </a:lnTo>
                  <a:lnTo>
                    <a:pt x="3339" y="2949"/>
                  </a:lnTo>
                  <a:lnTo>
                    <a:pt x="3316" y="2963"/>
                  </a:lnTo>
                  <a:lnTo>
                    <a:pt x="3294" y="2974"/>
                  </a:lnTo>
                  <a:lnTo>
                    <a:pt x="3271" y="2980"/>
                  </a:lnTo>
                  <a:lnTo>
                    <a:pt x="3246" y="2982"/>
                  </a:lnTo>
                  <a:lnTo>
                    <a:pt x="3222" y="2980"/>
                  </a:lnTo>
                  <a:lnTo>
                    <a:pt x="3198" y="2974"/>
                  </a:lnTo>
                  <a:lnTo>
                    <a:pt x="3176" y="2963"/>
                  </a:lnTo>
                  <a:lnTo>
                    <a:pt x="3154" y="2949"/>
                  </a:lnTo>
                  <a:lnTo>
                    <a:pt x="3133" y="2930"/>
                  </a:lnTo>
                  <a:lnTo>
                    <a:pt x="3113" y="2909"/>
                  </a:lnTo>
                  <a:lnTo>
                    <a:pt x="3095" y="2886"/>
                  </a:lnTo>
                  <a:lnTo>
                    <a:pt x="3077" y="2858"/>
                  </a:lnTo>
                  <a:lnTo>
                    <a:pt x="3062" y="2828"/>
                  </a:lnTo>
                  <a:lnTo>
                    <a:pt x="3048" y="2796"/>
                  </a:lnTo>
                  <a:lnTo>
                    <a:pt x="3036" y="2762"/>
                  </a:lnTo>
                  <a:lnTo>
                    <a:pt x="3026" y="2725"/>
                  </a:lnTo>
                  <a:lnTo>
                    <a:pt x="3018" y="2686"/>
                  </a:lnTo>
                  <a:lnTo>
                    <a:pt x="3012" y="2647"/>
                  </a:lnTo>
                  <a:lnTo>
                    <a:pt x="3008" y="2604"/>
                  </a:lnTo>
                  <a:lnTo>
                    <a:pt x="3007" y="2562"/>
                  </a:lnTo>
                  <a:lnTo>
                    <a:pt x="3008" y="2520"/>
                  </a:lnTo>
                  <a:lnTo>
                    <a:pt x="3012" y="2478"/>
                  </a:lnTo>
                  <a:lnTo>
                    <a:pt x="3018" y="2438"/>
                  </a:lnTo>
                  <a:lnTo>
                    <a:pt x="3026" y="2400"/>
                  </a:lnTo>
                  <a:lnTo>
                    <a:pt x="3036" y="2363"/>
                  </a:lnTo>
                  <a:lnTo>
                    <a:pt x="3048" y="2329"/>
                  </a:lnTo>
                  <a:lnTo>
                    <a:pt x="3062" y="2296"/>
                  </a:lnTo>
                  <a:lnTo>
                    <a:pt x="3077" y="2267"/>
                  </a:lnTo>
                  <a:lnTo>
                    <a:pt x="3095" y="2240"/>
                  </a:lnTo>
                  <a:lnTo>
                    <a:pt x="3113" y="2215"/>
                  </a:lnTo>
                  <a:lnTo>
                    <a:pt x="3133" y="2194"/>
                  </a:lnTo>
                  <a:lnTo>
                    <a:pt x="3154" y="2176"/>
                  </a:lnTo>
                  <a:lnTo>
                    <a:pt x="3176" y="2162"/>
                  </a:lnTo>
                  <a:lnTo>
                    <a:pt x="3198" y="2152"/>
                  </a:lnTo>
                  <a:lnTo>
                    <a:pt x="3222" y="2146"/>
                  </a:lnTo>
                  <a:lnTo>
                    <a:pt x="3246" y="214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44087" name="Freeform 105"/>
            <p:cNvSpPr>
              <a:spLocks/>
            </p:cNvSpPr>
            <p:nvPr/>
          </p:nvSpPr>
          <p:spPr bwMode="auto">
            <a:xfrm>
              <a:off x="1267" y="1588"/>
              <a:ext cx="87" cy="52"/>
            </a:xfrm>
            <a:custGeom>
              <a:avLst/>
              <a:gdLst>
                <a:gd name="T0" fmla="*/ 3 w 437"/>
                <a:gd name="T1" fmla="*/ 2 h 260"/>
                <a:gd name="T2" fmla="*/ 3 w 437"/>
                <a:gd name="T3" fmla="*/ 2 h 260"/>
                <a:gd name="T4" fmla="*/ 3 w 437"/>
                <a:gd name="T5" fmla="*/ 2 h 260"/>
                <a:gd name="T6" fmla="*/ 3 w 437"/>
                <a:gd name="T7" fmla="*/ 2 h 260"/>
                <a:gd name="T8" fmla="*/ 3 w 437"/>
                <a:gd name="T9" fmla="*/ 1 h 260"/>
                <a:gd name="T10" fmla="*/ 3 w 437"/>
                <a:gd name="T11" fmla="*/ 1 h 260"/>
                <a:gd name="T12" fmla="*/ 3 w 437"/>
                <a:gd name="T13" fmla="*/ 1 h 260"/>
                <a:gd name="T14" fmla="*/ 3 w 437"/>
                <a:gd name="T15" fmla="*/ 1 h 260"/>
                <a:gd name="T16" fmla="*/ 3 w 437"/>
                <a:gd name="T17" fmla="*/ 1 h 260"/>
                <a:gd name="T18" fmla="*/ 2 w 437"/>
                <a:gd name="T19" fmla="*/ 1 h 260"/>
                <a:gd name="T20" fmla="*/ 2 w 437"/>
                <a:gd name="T21" fmla="*/ 0 h 260"/>
                <a:gd name="T22" fmla="*/ 2 w 437"/>
                <a:gd name="T23" fmla="*/ 0 h 260"/>
                <a:gd name="T24" fmla="*/ 2 w 437"/>
                <a:gd name="T25" fmla="*/ 0 h 260"/>
                <a:gd name="T26" fmla="*/ 1 w 437"/>
                <a:gd name="T27" fmla="*/ 0 h 260"/>
                <a:gd name="T28" fmla="*/ 1 w 437"/>
                <a:gd name="T29" fmla="*/ 0 h 260"/>
                <a:gd name="T30" fmla="*/ 1 w 437"/>
                <a:gd name="T31" fmla="*/ 0 h 260"/>
                <a:gd name="T32" fmla="*/ 0 w 437"/>
                <a:gd name="T33" fmla="*/ 0 h 260"/>
                <a:gd name="T34" fmla="*/ 0 w 437"/>
                <a:gd name="T35" fmla="*/ 0 h 260"/>
                <a:gd name="T36" fmla="*/ 0 w 437"/>
                <a:gd name="T37" fmla="*/ 0 h 260"/>
                <a:gd name="T38" fmla="*/ 0 w 437"/>
                <a:gd name="T39" fmla="*/ 0 h 260"/>
                <a:gd name="T40" fmla="*/ 1 w 437"/>
                <a:gd name="T41" fmla="*/ 0 h 260"/>
                <a:gd name="T42" fmla="*/ 1 w 437"/>
                <a:gd name="T43" fmla="*/ 0 h 260"/>
                <a:gd name="T44" fmla="*/ 1 w 437"/>
                <a:gd name="T45" fmla="*/ 0 h 260"/>
                <a:gd name="T46" fmla="*/ 2 w 437"/>
                <a:gd name="T47" fmla="*/ 0 h 260"/>
                <a:gd name="T48" fmla="*/ 2 w 437"/>
                <a:gd name="T49" fmla="*/ 0 h 260"/>
                <a:gd name="T50" fmla="*/ 2 w 437"/>
                <a:gd name="T51" fmla="*/ 1 h 260"/>
                <a:gd name="T52" fmla="*/ 2 w 437"/>
                <a:gd name="T53" fmla="*/ 1 h 260"/>
                <a:gd name="T54" fmla="*/ 3 w 437"/>
                <a:gd name="T55" fmla="*/ 1 h 260"/>
                <a:gd name="T56" fmla="*/ 3 w 437"/>
                <a:gd name="T57" fmla="*/ 1 h 260"/>
                <a:gd name="T58" fmla="*/ 3 w 437"/>
                <a:gd name="T59" fmla="*/ 1 h 260"/>
                <a:gd name="T60" fmla="*/ 3 w 437"/>
                <a:gd name="T61" fmla="*/ 1 h 260"/>
                <a:gd name="T62" fmla="*/ 3 w 437"/>
                <a:gd name="T63" fmla="*/ 1 h 260"/>
                <a:gd name="T64" fmla="*/ 3 w 437"/>
                <a:gd name="T65" fmla="*/ 2 h 260"/>
                <a:gd name="T66" fmla="*/ 3 w 437"/>
                <a:gd name="T67" fmla="*/ 2 h 260"/>
                <a:gd name="T68" fmla="*/ 3 w 437"/>
                <a:gd name="T69" fmla="*/ 2 h 260"/>
                <a:gd name="T70" fmla="*/ 3 w 437"/>
                <a:gd name="T71" fmla="*/ 2 h 260"/>
                <a:gd name="T72" fmla="*/ 3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437" y="260"/>
                  </a:moveTo>
                  <a:lnTo>
                    <a:pt x="437" y="260"/>
                  </a:lnTo>
                  <a:lnTo>
                    <a:pt x="434" y="233"/>
                  </a:lnTo>
                  <a:lnTo>
                    <a:pt x="427" y="206"/>
                  </a:lnTo>
                  <a:lnTo>
                    <a:pt x="417" y="181"/>
                  </a:lnTo>
                  <a:lnTo>
                    <a:pt x="401" y="157"/>
                  </a:lnTo>
                  <a:lnTo>
                    <a:pt x="383" y="133"/>
                  </a:lnTo>
                  <a:lnTo>
                    <a:pt x="360" y="113"/>
                  </a:lnTo>
                  <a:lnTo>
                    <a:pt x="336" y="93"/>
                  </a:lnTo>
                  <a:lnTo>
                    <a:pt x="308" y="73"/>
                  </a:lnTo>
                  <a:lnTo>
                    <a:pt x="276" y="58"/>
                  </a:lnTo>
                  <a:lnTo>
                    <a:pt x="242" y="43"/>
                  </a:lnTo>
                  <a:lnTo>
                    <a:pt x="207" y="30"/>
                  </a:lnTo>
                  <a:lnTo>
                    <a:pt x="168" y="19"/>
                  </a:lnTo>
                  <a:lnTo>
                    <a:pt x="128" y="11"/>
                  </a:lnTo>
                  <a:lnTo>
                    <a:pt x="87" y="4"/>
                  </a:lnTo>
                  <a:lnTo>
                    <a:pt x="43" y="1"/>
                  </a:lnTo>
                  <a:lnTo>
                    <a:pt x="0" y="0"/>
                  </a:lnTo>
                  <a:lnTo>
                    <a:pt x="0" y="11"/>
                  </a:lnTo>
                  <a:lnTo>
                    <a:pt x="43" y="12"/>
                  </a:lnTo>
                  <a:lnTo>
                    <a:pt x="85" y="16"/>
                  </a:lnTo>
                  <a:lnTo>
                    <a:pt x="126" y="23"/>
                  </a:lnTo>
                  <a:lnTo>
                    <a:pt x="166" y="31"/>
                  </a:lnTo>
                  <a:lnTo>
                    <a:pt x="202" y="42"/>
                  </a:lnTo>
                  <a:lnTo>
                    <a:pt x="237" y="55"/>
                  </a:lnTo>
                  <a:lnTo>
                    <a:pt x="271" y="70"/>
                  </a:lnTo>
                  <a:lnTo>
                    <a:pt x="301" y="85"/>
                  </a:lnTo>
                  <a:lnTo>
                    <a:pt x="329" y="103"/>
                  </a:lnTo>
                  <a:lnTo>
                    <a:pt x="353" y="123"/>
                  </a:lnTo>
                  <a:lnTo>
                    <a:pt x="373" y="143"/>
                  </a:lnTo>
                  <a:lnTo>
                    <a:pt x="392" y="164"/>
                  </a:lnTo>
                  <a:lnTo>
                    <a:pt x="405" y="186"/>
                  </a:lnTo>
                  <a:lnTo>
                    <a:pt x="415" y="211"/>
                  </a:lnTo>
                  <a:lnTo>
                    <a:pt x="422" y="235"/>
                  </a:lnTo>
                  <a:lnTo>
                    <a:pt x="425" y="260"/>
                  </a:lnTo>
                  <a:lnTo>
                    <a:pt x="437"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44088" name="Freeform 106"/>
            <p:cNvSpPr>
              <a:spLocks/>
            </p:cNvSpPr>
            <p:nvPr/>
          </p:nvSpPr>
          <p:spPr bwMode="auto">
            <a:xfrm>
              <a:off x="1267" y="1640"/>
              <a:ext cx="87" cy="52"/>
            </a:xfrm>
            <a:custGeom>
              <a:avLst/>
              <a:gdLst>
                <a:gd name="T0" fmla="*/ 0 w 437"/>
                <a:gd name="T1" fmla="*/ 2 h 260"/>
                <a:gd name="T2" fmla="*/ 0 w 437"/>
                <a:gd name="T3" fmla="*/ 2 h 260"/>
                <a:gd name="T4" fmla="*/ 0 w 437"/>
                <a:gd name="T5" fmla="*/ 2 h 260"/>
                <a:gd name="T6" fmla="*/ 1 w 437"/>
                <a:gd name="T7" fmla="*/ 2 h 260"/>
                <a:gd name="T8" fmla="*/ 1 w 437"/>
                <a:gd name="T9" fmla="*/ 2 h 260"/>
                <a:gd name="T10" fmla="*/ 1 w 437"/>
                <a:gd name="T11" fmla="*/ 2 h 260"/>
                <a:gd name="T12" fmla="*/ 2 w 437"/>
                <a:gd name="T13" fmla="*/ 2 h 260"/>
                <a:gd name="T14" fmla="*/ 2 w 437"/>
                <a:gd name="T15" fmla="*/ 2 h 260"/>
                <a:gd name="T16" fmla="*/ 2 w 437"/>
                <a:gd name="T17" fmla="*/ 2 h 260"/>
                <a:gd name="T18" fmla="*/ 2 w 437"/>
                <a:gd name="T19" fmla="*/ 1 h 260"/>
                <a:gd name="T20" fmla="*/ 3 w 437"/>
                <a:gd name="T21" fmla="*/ 1 h 260"/>
                <a:gd name="T22" fmla="*/ 3 w 437"/>
                <a:gd name="T23" fmla="*/ 1 h 260"/>
                <a:gd name="T24" fmla="*/ 3 w 437"/>
                <a:gd name="T25" fmla="*/ 1 h 260"/>
                <a:gd name="T26" fmla="*/ 3 w 437"/>
                <a:gd name="T27" fmla="*/ 1 h 260"/>
                <a:gd name="T28" fmla="*/ 3 w 437"/>
                <a:gd name="T29" fmla="*/ 1 h 260"/>
                <a:gd name="T30" fmla="*/ 3 w 437"/>
                <a:gd name="T31" fmla="*/ 0 h 260"/>
                <a:gd name="T32" fmla="*/ 3 w 437"/>
                <a:gd name="T33" fmla="*/ 0 h 260"/>
                <a:gd name="T34" fmla="*/ 3 w 437"/>
                <a:gd name="T35" fmla="*/ 0 h 260"/>
                <a:gd name="T36" fmla="*/ 3 w 437"/>
                <a:gd name="T37" fmla="*/ 0 h 260"/>
                <a:gd name="T38" fmla="*/ 3 w 437"/>
                <a:gd name="T39" fmla="*/ 0 h 260"/>
                <a:gd name="T40" fmla="*/ 3 w 437"/>
                <a:gd name="T41" fmla="*/ 0 h 260"/>
                <a:gd name="T42" fmla="*/ 3 w 437"/>
                <a:gd name="T43" fmla="*/ 1 h 260"/>
                <a:gd name="T44" fmla="*/ 3 w 437"/>
                <a:gd name="T45" fmla="*/ 1 h 260"/>
                <a:gd name="T46" fmla="*/ 3 w 437"/>
                <a:gd name="T47" fmla="*/ 1 h 260"/>
                <a:gd name="T48" fmla="*/ 3 w 437"/>
                <a:gd name="T49" fmla="*/ 1 h 260"/>
                <a:gd name="T50" fmla="*/ 3 w 437"/>
                <a:gd name="T51" fmla="*/ 1 h 260"/>
                <a:gd name="T52" fmla="*/ 2 w 437"/>
                <a:gd name="T53" fmla="*/ 1 h 260"/>
                <a:gd name="T54" fmla="*/ 2 w 437"/>
                <a:gd name="T55" fmla="*/ 2 h 260"/>
                <a:gd name="T56" fmla="*/ 2 w 437"/>
                <a:gd name="T57" fmla="*/ 2 h 260"/>
                <a:gd name="T58" fmla="*/ 2 w 437"/>
                <a:gd name="T59" fmla="*/ 2 h 260"/>
                <a:gd name="T60" fmla="*/ 1 w 437"/>
                <a:gd name="T61" fmla="*/ 2 h 260"/>
                <a:gd name="T62" fmla="*/ 1 w 437"/>
                <a:gd name="T63" fmla="*/ 2 h 260"/>
                <a:gd name="T64" fmla="*/ 1 w 437"/>
                <a:gd name="T65" fmla="*/ 2 h 260"/>
                <a:gd name="T66" fmla="*/ 0 w 437"/>
                <a:gd name="T67" fmla="*/ 2 h 260"/>
                <a:gd name="T68" fmla="*/ 0 w 437"/>
                <a:gd name="T69" fmla="*/ 2 h 260"/>
                <a:gd name="T70" fmla="*/ 0 w 437"/>
                <a:gd name="T71" fmla="*/ 2 h 260"/>
                <a:gd name="T72" fmla="*/ 0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0" y="260"/>
                  </a:moveTo>
                  <a:lnTo>
                    <a:pt x="0" y="260"/>
                  </a:lnTo>
                  <a:lnTo>
                    <a:pt x="43" y="259"/>
                  </a:lnTo>
                  <a:lnTo>
                    <a:pt x="87" y="255"/>
                  </a:lnTo>
                  <a:lnTo>
                    <a:pt x="128" y="248"/>
                  </a:lnTo>
                  <a:lnTo>
                    <a:pt x="168" y="240"/>
                  </a:lnTo>
                  <a:lnTo>
                    <a:pt x="207" y="230"/>
                  </a:lnTo>
                  <a:lnTo>
                    <a:pt x="242" y="217"/>
                  </a:lnTo>
                  <a:lnTo>
                    <a:pt x="276" y="202"/>
                  </a:lnTo>
                  <a:lnTo>
                    <a:pt x="308" y="185"/>
                  </a:lnTo>
                  <a:lnTo>
                    <a:pt x="336" y="166"/>
                  </a:lnTo>
                  <a:lnTo>
                    <a:pt x="360" y="146"/>
                  </a:lnTo>
                  <a:lnTo>
                    <a:pt x="383" y="125"/>
                  </a:lnTo>
                  <a:lnTo>
                    <a:pt x="401" y="102"/>
                  </a:lnTo>
                  <a:lnTo>
                    <a:pt x="417" y="77"/>
                  </a:lnTo>
                  <a:lnTo>
                    <a:pt x="427" y="53"/>
                  </a:lnTo>
                  <a:lnTo>
                    <a:pt x="434" y="27"/>
                  </a:lnTo>
                  <a:lnTo>
                    <a:pt x="437" y="0"/>
                  </a:lnTo>
                  <a:lnTo>
                    <a:pt x="425" y="0"/>
                  </a:lnTo>
                  <a:lnTo>
                    <a:pt x="422" y="24"/>
                  </a:lnTo>
                  <a:lnTo>
                    <a:pt x="415" y="48"/>
                  </a:lnTo>
                  <a:lnTo>
                    <a:pt x="405" y="73"/>
                  </a:lnTo>
                  <a:lnTo>
                    <a:pt x="392" y="95"/>
                  </a:lnTo>
                  <a:lnTo>
                    <a:pt x="373" y="116"/>
                  </a:lnTo>
                  <a:lnTo>
                    <a:pt x="353" y="137"/>
                  </a:lnTo>
                  <a:lnTo>
                    <a:pt x="329" y="157"/>
                  </a:lnTo>
                  <a:lnTo>
                    <a:pt x="301" y="173"/>
                  </a:lnTo>
                  <a:lnTo>
                    <a:pt x="271" y="190"/>
                  </a:lnTo>
                  <a:lnTo>
                    <a:pt x="237" y="205"/>
                  </a:lnTo>
                  <a:lnTo>
                    <a:pt x="202" y="218"/>
                  </a:lnTo>
                  <a:lnTo>
                    <a:pt x="166" y="228"/>
                  </a:lnTo>
                  <a:lnTo>
                    <a:pt x="126" y="237"/>
                  </a:lnTo>
                  <a:lnTo>
                    <a:pt x="85" y="244"/>
                  </a:lnTo>
                  <a:lnTo>
                    <a:pt x="43" y="247"/>
                  </a:lnTo>
                  <a:lnTo>
                    <a:pt x="0" y="248"/>
                  </a:lnTo>
                  <a:lnTo>
                    <a:pt x="0"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44089" name="Freeform 107"/>
            <p:cNvSpPr>
              <a:spLocks/>
            </p:cNvSpPr>
            <p:nvPr/>
          </p:nvSpPr>
          <p:spPr bwMode="auto">
            <a:xfrm>
              <a:off x="1179" y="1640"/>
              <a:ext cx="88" cy="52"/>
            </a:xfrm>
            <a:custGeom>
              <a:avLst/>
              <a:gdLst>
                <a:gd name="T0" fmla="*/ 0 w 439"/>
                <a:gd name="T1" fmla="*/ 0 h 260"/>
                <a:gd name="T2" fmla="*/ 0 w 439"/>
                <a:gd name="T3" fmla="*/ 0 h 260"/>
                <a:gd name="T4" fmla="*/ 0 w 439"/>
                <a:gd name="T5" fmla="*/ 0 h 260"/>
                <a:gd name="T6" fmla="*/ 0 w 439"/>
                <a:gd name="T7" fmla="*/ 0 h 260"/>
                <a:gd name="T8" fmla="*/ 0 w 439"/>
                <a:gd name="T9" fmla="*/ 1 h 260"/>
                <a:gd name="T10" fmla="*/ 0 w 439"/>
                <a:gd name="T11" fmla="*/ 1 h 260"/>
                <a:gd name="T12" fmla="*/ 0 w 439"/>
                <a:gd name="T13" fmla="*/ 1 h 260"/>
                <a:gd name="T14" fmla="*/ 1 w 439"/>
                <a:gd name="T15" fmla="*/ 1 h 260"/>
                <a:gd name="T16" fmla="*/ 1 w 439"/>
                <a:gd name="T17" fmla="*/ 1 h 260"/>
                <a:gd name="T18" fmla="*/ 1 w 439"/>
                <a:gd name="T19" fmla="*/ 1 h 260"/>
                <a:gd name="T20" fmla="*/ 1 w 439"/>
                <a:gd name="T21" fmla="*/ 2 h 260"/>
                <a:gd name="T22" fmla="*/ 2 w 439"/>
                <a:gd name="T23" fmla="*/ 2 h 260"/>
                <a:gd name="T24" fmla="*/ 2 w 439"/>
                <a:gd name="T25" fmla="*/ 2 h 260"/>
                <a:gd name="T26" fmla="*/ 2 w 439"/>
                <a:gd name="T27" fmla="*/ 2 h 260"/>
                <a:gd name="T28" fmla="*/ 2 w 439"/>
                <a:gd name="T29" fmla="*/ 2 h 260"/>
                <a:gd name="T30" fmla="*/ 3 w 439"/>
                <a:gd name="T31" fmla="*/ 2 h 260"/>
                <a:gd name="T32" fmla="*/ 3 w 439"/>
                <a:gd name="T33" fmla="*/ 2 h 260"/>
                <a:gd name="T34" fmla="*/ 4 w 439"/>
                <a:gd name="T35" fmla="*/ 2 h 260"/>
                <a:gd name="T36" fmla="*/ 4 w 439"/>
                <a:gd name="T37" fmla="*/ 2 h 260"/>
                <a:gd name="T38" fmla="*/ 3 w 439"/>
                <a:gd name="T39" fmla="*/ 2 h 260"/>
                <a:gd name="T40" fmla="*/ 3 w 439"/>
                <a:gd name="T41" fmla="*/ 2 h 260"/>
                <a:gd name="T42" fmla="*/ 3 w 439"/>
                <a:gd name="T43" fmla="*/ 2 h 260"/>
                <a:gd name="T44" fmla="*/ 2 w 439"/>
                <a:gd name="T45" fmla="*/ 2 h 260"/>
                <a:gd name="T46" fmla="*/ 2 w 439"/>
                <a:gd name="T47" fmla="*/ 2 h 260"/>
                <a:gd name="T48" fmla="*/ 2 w 439"/>
                <a:gd name="T49" fmla="*/ 2 h 260"/>
                <a:gd name="T50" fmla="*/ 1 w 439"/>
                <a:gd name="T51" fmla="*/ 2 h 260"/>
                <a:gd name="T52" fmla="*/ 1 w 439"/>
                <a:gd name="T53" fmla="*/ 1 h 260"/>
                <a:gd name="T54" fmla="*/ 1 w 439"/>
                <a:gd name="T55" fmla="*/ 1 h 260"/>
                <a:gd name="T56" fmla="*/ 1 w 439"/>
                <a:gd name="T57" fmla="*/ 1 h 260"/>
                <a:gd name="T58" fmla="*/ 1 w 439"/>
                <a:gd name="T59" fmla="*/ 1 h 260"/>
                <a:gd name="T60" fmla="*/ 0 w 439"/>
                <a:gd name="T61" fmla="*/ 1 h 260"/>
                <a:gd name="T62" fmla="*/ 0 w 439"/>
                <a:gd name="T63" fmla="*/ 1 h 260"/>
                <a:gd name="T64" fmla="*/ 0 w 439"/>
                <a:gd name="T65" fmla="*/ 0 h 260"/>
                <a:gd name="T66" fmla="*/ 0 w 439"/>
                <a:gd name="T67" fmla="*/ 0 h 260"/>
                <a:gd name="T68" fmla="*/ 0 w 439"/>
                <a:gd name="T69" fmla="*/ 0 h 260"/>
                <a:gd name="T70" fmla="*/ 0 w 439"/>
                <a:gd name="T71" fmla="*/ 0 h 260"/>
                <a:gd name="T72" fmla="*/ 0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0" y="0"/>
                  </a:moveTo>
                  <a:lnTo>
                    <a:pt x="0" y="0"/>
                  </a:lnTo>
                  <a:lnTo>
                    <a:pt x="3" y="27"/>
                  </a:lnTo>
                  <a:lnTo>
                    <a:pt x="10" y="53"/>
                  </a:lnTo>
                  <a:lnTo>
                    <a:pt x="20" y="77"/>
                  </a:lnTo>
                  <a:lnTo>
                    <a:pt x="35" y="102"/>
                  </a:lnTo>
                  <a:lnTo>
                    <a:pt x="54" y="125"/>
                  </a:lnTo>
                  <a:lnTo>
                    <a:pt x="76" y="146"/>
                  </a:lnTo>
                  <a:lnTo>
                    <a:pt x="102" y="166"/>
                  </a:lnTo>
                  <a:lnTo>
                    <a:pt x="130" y="185"/>
                  </a:lnTo>
                  <a:lnTo>
                    <a:pt x="162" y="202"/>
                  </a:lnTo>
                  <a:lnTo>
                    <a:pt x="195" y="217"/>
                  </a:lnTo>
                  <a:lnTo>
                    <a:pt x="231" y="230"/>
                  </a:lnTo>
                  <a:lnTo>
                    <a:pt x="270" y="240"/>
                  </a:lnTo>
                  <a:lnTo>
                    <a:pt x="310" y="248"/>
                  </a:lnTo>
                  <a:lnTo>
                    <a:pt x="351" y="255"/>
                  </a:lnTo>
                  <a:lnTo>
                    <a:pt x="395" y="259"/>
                  </a:lnTo>
                  <a:lnTo>
                    <a:pt x="439" y="260"/>
                  </a:lnTo>
                  <a:lnTo>
                    <a:pt x="439" y="248"/>
                  </a:lnTo>
                  <a:lnTo>
                    <a:pt x="395" y="247"/>
                  </a:lnTo>
                  <a:lnTo>
                    <a:pt x="353" y="244"/>
                  </a:lnTo>
                  <a:lnTo>
                    <a:pt x="312" y="237"/>
                  </a:lnTo>
                  <a:lnTo>
                    <a:pt x="272" y="228"/>
                  </a:lnTo>
                  <a:lnTo>
                    <a:pt x="236" y="218"/>
                  </a:lnTo>
                  <a:lnTo>
                    <a:pt x="200" y="205"/>
                  </a:lnTo>
                  <a:lnTo>
                    <a:pt x="167" y="190"/>
                  </a:lnTo>
                  <a:lnTo>
                    <a:pt x="137" y="173"/>
                  </a:lnTo>
                  <a:lnTo>
                    <a:pt x="109" y="157"/>
                  </a:lnTo>
                  <a:lnTo>
                    <a:pt x="84" y="137"/>
                  </a:lnTo>
                  <a:lnTo>
                    <a:pt x="64" y="116"/>
                  </a:lnTo>
                  <a:lnTo>
                    <a:pt x="45" y="95"/>
                  </a:lnTo>
                  <a:lnTo>
                    <a:pt x="32" y="73"/>
                  </a:lnTo>
                  <a:lnTo>
                    <a:pt x="21" y="48"/>
                  </a:lnTo>
                  <a:lnTo>
                    <a:pt x="14" y="24"/>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44090" name="Freeform 108"/>
            <p:cNvSpPr>
              <a:spLocks/>
            </p:cNvSpPr>
            <p:nvPr/>
          </p:nvSpPr>
          <p:spPr bwMode="auto">
            <a:xfrm>
              <a:off x="1179" y="1588"/>
              <a:ext cx="88" cy="52"/>
            </a:xfrm>
            <a:custGeom>
              <a:avLst/>
              <a:gdLst>
                <a:gd name="T0" fmla="*/ 4 w 439"/>
                <a:gd name="T1" fmla="*/ 0 h 260"/>
                <a:gd name="T2" fmla="*/ 4 w 439"/>
                <a:gd name="T3" fmla="*/ 0 h 260"/>
                <a:gd name="T4" fmla="*/ 3 w 439"/>
                <a:gd name="T5" fmla="*/ 0 h 260"/>
                <a:gd name="T6" fmla="*/ 3 w 439"/>
                <a:gd name="T7" fmla="*/ 0 h 260"/>
                <a:gd name="T8" fmla="*/ 2 w 439"/>
                <a:gd name="T9" fmla="*/ 0 h 260"/>
                <a:gd name="T10" fmla="*/ 2 w 439"/>
                <a:gd name="T11" fmla="*/ 0 h 260"/>
                <a:gd name="T12" fmla="*/ 2 w 439"/>
                <a:gd name="T13" fmla="*/ 0 h 260"/>
                <a:gd name="T14" fmla="*/ 2 w 439"/>
                <a:gd name="T15" fmla="*/ 0 h 260"/>
                <a:gd name="T16" fmla="*/ 1 w 439"/>
                <a:gd name="T17" fmla="*/ 0 h 260"/>
                <a:gd name="T18" fmla="*/ 1 w 439"/>
                <a:gd name="T19" fmla="*/ 1 h 260"/>
                <a:gd name="T20" fmla="*/ 1 w 439"/>
                <a:gd name="T21" fmla="*/ 1 h 260"/>
                <a:gd name="T22" fmla="*/ 1 w 439"/>
                <a:gd name="T23" fmla="*/ 1 h 260"/>
                <a:gd name="T24" fmla="*/ 0 w 439"/>
                <a:gd name="T25" fmla="*/ 1 h 260"/>
                <a:gd name="T26" fmla="*/ 0 w 439"/>
                <a:gd name="T27" fmla="*/ 1 h 260"/>
                <a:gd name="T28" fmla="*/ 0 w 439"/>
                <a:gd name="T29" fmla="*/ 1 h 260"/>
                <a:gd name="T30" fmla="*/ 0 w 439"/>
                <a:gd name="T31" fmla="*/ 2 h 260"/>
                <a:gd name="T32" fmla="*/ 0 w 439"/>
                <a:gd name="T33" fmla="*/ 2 h 260"/>
                <a:gd name="T34" fmla="*/ 0 w 439"/>
                <a:gd name="T35" fmla="*/ 2 h 260"/>
                <a:gd name="T36" fmla="*/ 0 w 439"/>
                <a:gd name="T37" fmla="*/ 2 h 260"/>
                <a:gd name="T38" fmla="*/ 0 w 439"/>
                <a:gd name="T39" fmla="*/ 2 h 260"/>
                <a:gd name="T40" fmla="*/ 0 w 439"/>
                <a:gd name="T41" fmla="*/ 2 h 260"/>
                <a:gd name="T42" fmla="*/ 0 w 439"/>
                <a:gd name="T43" fmla="*/ 1 h 260"/>
                <a:gd name="T44" fmla="*/ 0 w 439"/>
                <a:gd name="T45" fmla="*/ 1 h 260"/>
                <a:gd name="T46" fmla="*/ 1 w 439"/>
                <a:gd name="T47" fmla="*/ 1 h 260"/>
                <a:gd name="T48" fmla="*/ 1 w 439"/>
                <a:gd name="T49" fmla="*/ 1 h 260"/>
                <a:gd name="T50" fmla="*/ 1 w 439"/>
                <a:gd name="T51" fmla="*/ 1 h 260"/>
                <a:gd name="T52" fmla="*/ 1 w 439"/>
                <a:gd name="T53" fmla="*/ 1 h 260"/>
                <a:gd name="T54" fmla="*/ 1 w 439"/>
                <a:gd name="T55" fmla="*/ 1 h 260"/>
                <a:gd name="T56" fmla="*/ 2 w 439"/>
                <a:gd name="T57" fmla="*/ 0 h 260"/>
                <a:gd name="T58" fmla="*/ 2 w 439"/>
                <a:gd name="T59" fmla="*/ 0 h 260"/>
                <a:gd name="T60" fmla="*/ 2 w 439"/>
                <a:gd name="T61" fmla="*/ 0 h 260"/>
                <a:gd name="T62" fmla="*/ 3 w 439"/>
                <a:gd name="T63" fmla="*/ 0 h 260"/>
                <a:gd name="T64" fmla="*/ 3 w 439"/>
                <a:gd name="T65" fmla="*/ 0 h 260"/>
                <a:gd name="T66" fmla="*/ 3 w 439"/>
                <a:gd name="T67" fmla="*/ 0 h 260"/>
                <a:gd name="T68" fmla="*/ 4 w 439"/>
                <a:gd name="T69" fmla="*/ 0 h 260"/>
                <a:gd name="T70" fmla="*/ 4 w 439"/>
                <a:gd name="T71" fmla="*/ 0 h 260"/>
                <a:gd name="T72" fmla="*/ 4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439" y="0"/>
                  </a:moveTo>
                  <a:lnTo>
                    <a:pt x="439" y="0"/>
                  </a:lnTo>
                  <a:lnTo>
                    <a:pt x="395" y="1"/>
                  </a:lnTo>
                  <a:lnTo>
                    <a:pt x="351" y="4"/>
                  </a:lnTo>
                  <a:lnTo>
                    <a:pt x="310" y="11"/>
                  </a:lnTo>
                  <a:lnTo>
                    <a:pt x="270" y="19"/>
                  </a:lnTo>
                  <a:lnTo>
                    <a:pt x="231" y="30"/>
                  </a:lnTo>
                  <a:lnTo>
                    <a:pt x="195" y="43"/>
                  </a:lnTo>
                  <a:lnTo>
                    <a:pt x="162" y="58"/>
                  </a:lnTo>
                  <a:lnTo>
                    <a:pt x="130" y="73"/>
                  </a:lnTo>
                  <a:lnTo>
                    <a:pt x="102" y="93"/>
                  </a:lnTo>
                  <a:lnTo>
                    <a:pt x="76" y="113"/>
                  </a:lnTo>
                  <a:lnTo>
                    <a:pt x="54" y="133"/>
                  </a:lnTo>
                  <a:lnTo>
                    <a:pt x="35" y="157"/>
                  </a:lnTo>
                  <a:lnTo>
                    <a:pt x="20" y="181"/>
                  </a:lnTo>
                  <a:lnTo>
                    <a:pt x="10" y="206"/>
                  </a:lnTo>
                  <a:lnTo>
                    <a:pt x="3" y="233"/>
                  </a:lnTo>
                  <a:lnTo>
                    <a:pt x="0" y="260"/>
                  </a:lnTo>
                  <a:lnTo>
                    <a:pt x="12" y="260"/>
                  </a:lnTo>
                  <a:lnTo>
                    <a:pt x="14" y="235"/>
                  </a:lnTo>
                  <a:lnTo>
                    <a:pt x="21" y="211"/>
                  </a:lnTo>
                  <a:lnTo>
                    <a:pt x="32" y="186"/>
                  </a:lnTo>
                  <a:lnTo>
                    <a:pt x="45" y="164"/>
                  </a:lnTo>
                  <a:lnTo>
                    <a:pt x="64" y="143"/>
                  </a:lnTo>
                  <a:lnTo>
                    <a:pt x="84" y="123"/>
                  </a:lnTo>
                  <a:lnTo>
                    <a:pt x="109" y="103"/>
                  </a:lnTo>
                  <a:lnTo>
                    <a:pt x="137" y="85"/>
                  </a:lnTo>
                  <a:lnTo>
                    <a:pt x="167" y="70"/>
                  </a:lnTo>
                  <a:lnTo>
                    <a:pt x="200" y="55"/>
                  </a:lnTo>
                  <a:lnTo>
                    <a:pt x="236" y="42"/>
                  </a:lnTo>
                  <a:lnTo>
                    <a:pt x="272" y="31"/>
                  </a:lnTo>
                  <a:lnTo>
                    <a:pt x="312" y="23"/>
                  </a:lnTo>
                  <a:lnTo>
                    <a:pt x="353" y="16"/>
                  </a:lnTo>
                  <a:lnTo>
                    <a:pt x="395" y="12"/>
                  </a:lnTo>
                  <a:lnTo>
                    <a:pt x="439" y="11"/>
                  </a:lnTo>
                  <a:lnTo>
                    <a:pt x="439"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44091" name="Freeform 109"/>
            <p:cNvSpPr>
              <a:spLocks/>
            </p:cNvSpPr>
            <p:nvPr/>
          </p:nvSpPr>
          <p:spPr bwMode="auto">
            <a:xfrm>
              <a:off x="964" y="1745"/>
              <a:ext cx="48" cy="85"/>
            </a:xfrm>
            <a:custGeom>
              <a:avLst/>
              <a:gdLst>
                <a:gd name="T0" fmla="*/ 2 w 244"/>
                <a:gd name="T1" fmla="*/ 3 h 426"/>
                <a:gd name="T2" fmla="*/ 2 w 244"/>
                <a:gd name="T3" fmla="*/ 3 h 426"/>
                <a:gd name="T4" fmla="*/ 2 w 244"/>
                <a:gd name="T5" fmla="*/ 3 h 426"/>
                <a:gd name="T6" fmla="*/ 2 w 244"/>
                <a:gd name="T7" fmla="*/ 3 h 426"/>
                <a:gd name="T8" fmla="*/ 2 w 244"/>
                <a:gd name="T9" fmla="*/ 2 h 426"/>
                <a:gd name="T10" fmla="*/ 2 w 244"/>
                <a:gd name="T11" fmla="*/ 2 h 426"/>
                <a:gd name="T12" fmla="*/ 2 w 244"/>
                <a:gd name="T13" fmla="*/ 2 h 426"/>
                <a:gd name="T14" fmla="*/ 2 w 244"/>
                <a:gd name="T15" fmla="*/ 2 h 426"/>
                <a:gd name="T16" fmla="*/ 1 w 244"/>
                <a:gd name="T17" fmla="*/ 1 h 426"/>
                <a:gd name="T18" fmla="*/ 1 w 244"/>
                <a:gd name="T19" fmla="*/ 1 h 426"/>
                <a:gd name="T20" fmla="*/ 1 w 244"/>
                <a:gd name="T21" fmla="*/ 1 h 426"/>
                <a:gd name="T22" fmla="*/ 1 w 244"/>
                <a:gd name="T23" fmla="*/ 1 h 426"/>
                <a:gd name="T24" fmla="*/ 1 w 244"/>
                <a:gd name="T25" fmla="*/ 0 h 426"/>
                <a:gd name="T26" fmla="*/ 1 w 244"/>
                <a:gd name="T27" fmla="*/ 0 h 426"/>
                <a:gd name="T28" fmla="*/ 1 w 244"/>
                <a:gd name="T29" fmla="*/ 0 h 426"/>
                <a:gd name="T30" fmla="*/ 0 w 244"/>
                <a:gd name="T31" fmla="*/ 0 h 426"/>
                <a:gd name="T32" fmla="*/ 0 w 244"/>
                <a:gd name="T33" fmla="*/ 0 h 426"/>
                <a:gd name="T34" fmla="*/ 0 w 244"/>
                <a:gd name="T35" fmla="*/ 0 h 426"/>
                <a:gd name="T36" fmla="*/ 0 w 244"/>
                <a:gd name="T37" fmla="*/ 0 h 426"/>
                <a:gd name="T38" fmla="*/ 0 w 244"/>
                <a:gd name="T39" fmla="*/ 0 h 426"/>
                <a:gd name="T40" fmla="*/ 0 w 244"/>
                <a:gd name="T41" fmla="*/ 0 h 426"/>
                <a:gd name="T42" fmla="*/ 1 w 244"/>
                <a:gd name="T43" fmla="*/ 0 h 426"/>
                <a:gd name="T44" fmla="*/ 1 w 244"/>
                <a:gd name="T45" fmla="*/ 0 h 426"/>
                <a:gd name="T46" fmla="*/ 1 w 244"/>
                <a:gd name="T47" fmla="*/ 0 h 426"/>
                <a:gd name="T48" fmla="*/ 1 w 244"/>
                <a:gd name="T49" fmla="*/ 1 h 426"/>
                <a:gd name="T50" fmla="*/ 1 w 244"/>
                <a:gd name="T51" fmla="*/ 1 h 426"/>
                <a:gd name="T52" fmla="*/ 1 w 244"/>
                <a:gd name="T53" fmla="*/ 1 h 426"/>
                <a:gd name="T54" fmla="*/ 1 w 244"/>
                <a:gd name="T55" fmla="*/ 1 h 426"/>
                <a:gd name="T56" fmla="*/ 1 w 244"/>
                <a:gd name="T57" fmla="*/ 2 h 426"/>
                <a:gd name="T58" fmla="*/ 2 w 244"/>
                <a:gd name="T59" fmla="*/ 2 h 426"/>
                <a:gd name="T60" fmla="*/ 2 w 244"/>
                <a:gd name="T61" fmla="*/ 2 h 426"/>
                <a:gd name="T62" fmla="*/ 2 w 244"/>
                <a:gd name="T63" fmla="*/ 2 h 426"/>
                <a:gd name="T64" fmla="*/ 2 w 244"/>
                <a:gd name="T65" fmla="*/ 3 h 426"/>
                <a:gd name="T66" fmla="*/ 2 w 244"/>
                <a:gd name="T67" fmla="*/ 3 h 426"/>
                <a:gd name="T68" fmla="*/ 2 w 244"/>
                <a:gd name="T69" fmla="*/ 3 h 426"/>
                <a:gd name="T70" fmla="*/ 2 w 244"/>
                <a:gd name="T71" fmla="*/ 3 h 426"/>
                <a:gd name="T72" fmla="*/ 2 w 244"/>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6"/>
                <a:gd name="T113" fmla="*/ 244 w 244"/>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6">
                  <a:moveTo>
                    <a:pt x="244" y="426"/>
                  </a:moveTo>
                  <a:lnTo>
                    <a:pt x="244" y="426"/>
                  </a:lnTo>
                  <a:lnTo>
                    <a:pt x="243" y="383"/>
                  </a:lnTo>
                  <a:lnTo>
                    <a:pt x="240" y="340"/>
                  </a:lnTo>
                  <a:lnTo>
                    <a:pt x="234" y="300"/>
                  </a:lnTo>
                  <a:lnTo>
                    <a:pt x="226" y="262"/>
                  </a:lnTo>
                  <a:lnTo>
                    <a:pt x="215" y="224"/>
                  </a:lnTo>
                  <a:lnTo>
                    <a:pt x="203" y="189"/>
                  </a:lnTo>
                  <a:lnTo>
                    <a:pt x="189" y="157"/>
                  </a:lnTo>
                  <a:lnTo>
                    <a:pt x="174" y="126"/>
                  </a:lnTo>
                  <a:lnTo>
                    <a:pt x="155" y="99"/>
                  </a:lnTo>
                  <a:lnTo>
                    <a:pt x="138" y="74"/>
                  </a:lnTo>
                  <a:lnTo>
                    <a:pt x="118" y="52"/>
                  </a:lnTo>
                  <a:lnTo>
                    <a:pt x="96" y="34"/>
                  </a:lnTo>
                  <a:lnTo>
                    <a:pt x="73" y="19"/>
                  </a:lnTo>
                  <a:lnTo>
                    <a:pt x="50" y="8"/>
                  </a:lnTo>
                  <a:lnTo>
                    <a:pt x="25" y="2"/>
                  </a:lnTo>
                  <a:lnTo>
                    <a:pt x="0" y="0"/>
                  </a:lnTo>
                  <a:lnTo>
                    <a:pt x="0" y="12"/>
                  </a:lnTo>
                  <a:lnTo>
                    <a:pt x="23" y="14"/>
                  </a:lnTo>
                  <a:lnTo>
                    <a:pt x="45" y="20"/>
                  </a:lnTo>
                  <a:lnTo>
                    <a:pt x="66" y="31"/>
                  </a:lnTo>
                  <a:lnTo>
                    <a:pt x="89" y="43"/>
                  </a:lnTo>
                  <a:lnTo>
                    <a:pt x="109" y="61"/>
                  </a:lnTo>
                  <a:lnTo>
                    <a:pt x="129" y="81"/>
                  </a:lnTo>
                  <a:lnTo>
                    <a:pt x="146" y="106"/>
                  </a:lnTo>
                  <a:lnTo>
                    <a:pt x="162" y="133"/>
                  </a:lnTo>
                  <a:lnTo>
                    <a:pt x="178" y="162"/>
                  </a:lnTo>
                  <a:lnTo>
                    <a:pt x="192" y="194"/>
                  </a:lnTo>
                  <a:lnTo>
                    <a:pt x="203" y="229"/>
                  </a:lnTo>
                  <a:lnTo>
                    <a:pt x="214" y="264"/>
                  </a:lnTo>
                  <a:lnTo>
                    <a:pt x="222" y="303"/>
                  </a:lnTo>
                  <a:lnTo>
                    <a:pt x="228" y="342"/>
                  </a:lnTo>
                  <a:lnTo>
                    <a:pt x="232" y="383"/>
                  </a:lnTo>
                  <a:lnTo>
                    <a:pt x="233" y="426"/>
                  </a:lnTo>
                  <a:lnTo>
                    <a:pt x="244"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44092" name="Freeform 110"/>
            <p:cNvSpPr>
              <a:spLocks/>
            </p:cNvSpPr>
            <p:nvPr/>
          </p:nvSpPr>
          <p:spPr bwMode="auto">
            <a:xfrm>
              <a:off x="964" y="1830"/>
              <a:ext cx="48" cy="85"/>
            </a:xfrm>
            <a:custGeom>
              <a:avLst/>
              <a:gdLst>
                <a:gd name="T0" fmla="*/ 0 w 244"/>
                <a:gd name="T1" fmla="*/ 3 h 424"/>
                <a:gd name="T2" fmla="*/ 0 w 244"/>
                <a:gd name="T3" fmla="*/ 3 h 424"/>
                <a:gd name="T4" fmla="*/ 0 w 244"/>
                <a:gd name="T5" fmla="*/ 3 h 424"/>
                <a:gd name="T6" fmla="*/ 0 w 244"/>
                <a:gd name="T7" fmla="*/ 3 h 424"/>
                <a:gd name="T8" fmla="*/ 1 w 244"/>
                <a:gd name="T9" fmla="*/ 3 h 424"/>
                <a:gd name="T10" fmla="*/ 1 w 244"/>
                <a:gd name="T11" fmla="*/ 3 h 424"/>
                <a:gd name="T12" fmla="*/ 1 w 244"/>
                <a:gd name="T13" fmla="*/ 3 h 424"/>
                <a:gd name="T14" fmla="*/ 1 w 244"/>
                <a:gd name="T15" fmla="*/ 3 h 424"/>
                <a:gd name="T16" fmla="*/ 1 w 244"/>
                <a:gd name="T17" fmla="*/ 3 h 424"/>
                <a:gd name="T18" fmla="*/ 1 w 244"/>
                <a:gd name="T19" fmla="*/ 2 h 424"/>
                <a:gd name="T20" fmla="*/ 1 w 244"/>
                <a:gd name="T21" fmla="*/ 2 h 424"/>
                <a:gd name="T22" fmla="*/ 2 w 244"/>
                <a:gd name="T23" fmla="*/ 2 h 424"/>
                <a:gd name="T24" fmla="*/ 2 w 244"/>
                <a:gd name="T25" fmla="*/ 2 h 424"/>
                <a:gd name="T26" fmla="*/ 2 w 244"/>
                <a:gd name="T27" fmla="*/ 1 h 424"/>
                <a:gd name="T28" fmla="*/ 2 w 244"/>
                <a:gd name="T29" fmla="*/ 1 h 424"/>
                <a:gd name="T30" fmla="*/ 2 w 244"/>
                <a:gd name="T31" fmla="*/ 1 h 424"/>
                <a:gd name="T32" fmla="*/ 2 w 244"/>
                <a:gd name="T33" fmla="*/ 0 h 424"/>
                <a:gd name="T34" fmla="*/ 2 w 244"/>
                <a:gd name="T35" fmla="*/ 0 h 424"/>
                <a:gd name="T36" fmla="*/ 2 w 244"/>
                <a:gd name="T37" fmla="*/ 0 h 424"/>
                <a:gd name="T38" fmla="*/ 2 w 244"/>
                <a:gd name="T39" fmla="*/ 0 h 424"/>
                <a:gd name="T40" fmla="*/ 2 w 244"/>
                <a:gd name="T41" fmla="*/ 1 h 424"/>
                <a:gd name="T42" fmla="*/ 2 w 244"/>
                <a:gd name="T43" fmla="*/ 1 h 424"/>
                <a:gd name="T44" fmla="*/ 2 w 244"/>
                <a:gd name="T45" fmla="*/ 1 h 424"/>
                <a:gd name="T46" fmla="*/ 2 w 244"/>
                <a:gd name="T47" fmla="*/ 2 h 424"/>
                <a:gd name="T48" fmla="*/ 1 w 244"/>
                <a:gd name="T49" fmla="*/ 2 h 424"/>
                <a:gd name="T50" fmla="*/ 1 w 244"/>
                <a:gd name="T51" fmla="*/ 2 h 424"/>
                <a:gd name="T52" fmla="*/ 1 w 244"/>
                <a:gd name="T53" fmla="*/ 2 h 424"/>
                <a:gd name="T54" fmla="*/ 1 w 244"/>
                <a:gd name="T55" fmla="*/ 3 h 424"/>
                <a:gd name="T56" fmla="*/ 1 w 244"/>
                <a:gd name="T57" fmla="*/ 3 h 424"/>
                <a:gd name="T58" fmla="*/ 1 w 244"/>
                <a:gd name="T59" fmla="*/ 3 h 424"/>
                <a:gd name="T60" fmla="*/ 1 w 244"/>
                <a:gd name="T61" fmla="*/ 3 h 424"/>
                <a:gd name="T62" fmla="*/ 1 w 244"/>
                <a:gd name="T63" fmla="*/ 3 h 424"/>
                <a:gd name="T64" fmla="*/ 0 w 244"/>
                <a:gd name="T65" fmla="*/ 3 h 424"/>
                <a:gd name="T66" fmla="*/ 0 w 244"/>
                <a:gd name="T67" fmla="*/ 3 h 424"/>
                <a:gd name="T68" fmla="*/ 0 w 244"/>
                <a:gd name="T69" fmla="*/ 3 h 424"/>
                <a:gd name="T70" fmla="*/ 0 w 244"/>
                <a:gd name="T71" fmla="*/ 3 h 424"/>
                <a:gd name="T72" fmla="*/ 0 w 244"/>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4"/>
                <a:gd name="T113" fmla="*/ 244 w 244"/>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4">
                  <a:moveTo>
                    <a:pt x="0" y="424"/>
                  </a:moveTo>
                  <a:lnTo>
                    <a:pt x="0" y="424"/>
                  </a:lnTo>
                  <a:lnTo>
                    <a:pt x="25" y="422"/>
                  </a:lnTo>
                  <a:lnTo>
                    <a:pt x="50" y="416"/>
                  </a:lnTo>
                  <a:lnTo>
                    <a:pt x="73" y="405"/>
                  </a:lnTo>
                  <a:lnTo>
                    <a:pt x="96" y="390"/>
                  </a:lnTo>
                  <a:lnTo>
                    <a:pt x="118" y="373"/>
                  </a:lnTo>
                  <a:lnTo>
                    <a:pt x="138" y="350"/>
                  </a:lnTo>
                  <a:lnTo>
                    <a:pt x="155" y="326"/>
                  </a:lnTo>
                  <a:lnTo>
                    <a:pt x="173" y="299"/>
                  </a:lnTo>
                  <a:lnTo>
                    <a:pt x="189" y="268"/>
                  </a:lnTo>
                  <a:lnTo>
                    <a:pt x="203" y="235"/>
                  </a:lnTo>
                  <a:lnTo>
                    <a:pt x="215" y="201"/>
                  </a:lnTo>
                  <a:lnTo>
                    <a:pt x="226" y="163"/>
                  </a:lnTo>
                  <a:lnTo>
                    <a:pt x="234" y="125"/>
                  </a:lnTo>
                  <a:lnTo>
                    <a:pt x="240" y="85"/>
                  </a:lnTo>
                  <a:lnTo>
                    <a:pt x="243" y="42"/>
                  </a:lnTo>
                  <a:lnTo>
                    <a:pt x="244" y="0"/>
                  </a:lnTo>
                  <a:lnTo>
                    <a:pt x="233" y="0"/>
                  </a:lnTo>
                  <a:lnTo>
                    <a:pt x="232" y="42"/>
                  </a:lnTo>
                  <a:lnTo>
                    <a:pt x="228" y="83"/>
                  </a:lnTo>
                  <a:lnTo>
                    <a:pt x="222" y="123"/>
                  </a:lnTo>
                  <a:lnTo>
                    <a:pt x="214" y="160"/>
                  </a:lnTo>
                  <a:lnTo>
                    <a:pt x="203" y="197"/>
                  </a:lnTo>
                  <a:lnTo>
                    <a:pt x="192" y="231"/>
                  </a:lnTo>
                  <a:lnTo>
                    <a:pt x="178" y="263"/>
                  </a:lnTo>
                  <a:lnTo>
                    <a:pt x="164" y="292"/>
                  </a:lnTo>
                  <a:lnTo>
                    <a:pt x="146" y="319"/>
                  </a:lnTo>
                  <a:lnTo>
                    <a:pt x="129" y="343"/>
                  </a:lnTo>
                  <a:lnTo>
                    <a:pt x="109" y="363"/>
                  </a:lnTo>
                  <a:lnTo>
                    <a:pt x="89" y="381"/>
                  </a:lnTo>
                  <a:lnTo>
                    <a:pt x="66" y="394"/>
                  </a:lnTo>
                  <a:lnTo>
                    <a:pt x="45" y="404"/>
                  </a:lnTo>
                  <a:lnTo>
                    <a:pt x="23" y="410"/>
                  </a:lnTo>
                  <a:lnTo>
                    <a:pt x="0" y="412"/>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44093" name="Freeform 111"/>
            <p:cNvSpPr>
              <a:spLocks/>
            </p:cNvSpPr>
            <p:nvPr/>
          </p:nvSpPr>
          <p:spPr bwMode="auto">
            <a:xfrm>
              <a:off x="915" y="1830"/>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1" y="42"/>
                  </a:lnTo>
                  <a:lnTo>
                    <a:pt x="4" y="85"/>
                  </a:lnTo>
                  <a:lnTo>
                    <a:pt x="10" y="125"/>
                  </a:lnTo>
                  <a:lnTo>
                    <a:pt x="19" y="163"/>
                  </a:lnTo>
                  <a:lnTo>
                    <a:pt x="29" y="201"/>
                  </a:lnTo>
                  <a:lnTo>
                    <a:pt x="41" y="235"/>
                  </a:lnTo>
                  <a:lnTo>
                    <a:pt x="55" y="268"/>
                  </a:lnTo>
                  <a:lnTo>
                    <a:pt x="71" y="299"/>
                  </a:lnTo>
                  <a:lnTo>
                    <a:pt x="89" y="326"/>
                  </a:lnTo>
                  <a:lnTo>
                    <a:pt x="106" y="350"/>
                  </a:lnTo>
                  <a:lnTo>
                    <a:pt x="126" y="373"/>
                  </a:lnTo>
                  <a:lnTo>
                    <a:pt x="149" y="390"/>
                  </a:lnTo>
                  <a:lnTo>
                    <a:pt x="171" y="405"/>
                  </a:lnTo>
                  <a:lnTo>
                    <a:pt x="194" y="416"/>
                  </a:lnTo>
                  <a:lnTo>
                    <a:pt x="219" y="422"/>
                  </a:lnTo>
                  <a:lnTo>
                    <a:pt x="245" y="424"/>
                  </a:lnTo>
                  <a:lnTo>
                    <a:pt x="245" y="412"/>
                  </a:lnTo>
                  <a:lnTo>
                    <a:pt x="221" y="410"/>
                  </a:lnTo>
                  <a:lnTo>
                    <a:pt x="199" y="404"/>
                  </a:lnTo>
                  <a:lnTo>
                    <a:pt x="178" y="394"/>
                  </a:lnTo>
                  <a:lnTo>
                    <a:pt x="156" y="381"/>
                  </a:lnTo>
                  <a:lnTo>
                    <a:pt x="136" y="363"/>
                  </a:lnTo>
                  <a:lnTo>
                    <a:pt x="116" y="343"/>
                  </a:lnTo>
                  <a:lnTo>
                    <a:pt x="98" y="319"/>
                  </a:lnTo>
                  <a:lnTo>
                    <a:pt x="81" y="292"/>
                  </a:lnTo>
                  <a:lnTo>
                    <a:pt x="67" y="263"/>
                  </a:lnTo>
                  <a:lnTo>
                    <a:pt x="52" y="231"/>
                  </a:lnTo>
                  <a:lnTo>
                    <a:pt x="41" y="197"/>
                  </a:lnTo>
                  <a:lnTo>
                    <a:pt x="30" y="160"/>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44094" name="Freeform 112"/>
            <p:cNvSpPr>
              <a:spLocks/>
            </p:cNvSpPr>
            <p:nvPr/>
          </p:nvSpPr>
          <p:spPr bwMode="auto">
            <a:xfrm>
              <a:off x="915" y="1745"/>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0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19" y="2"/>
                  </a:lnTo>
                  <a:lnTo>
                    <a:pt x="194" y="8"/>
                  </a:lnTo>
                  <a:lnTo>
                    <a:pt x="171" y="19"/>
                  </a:lnTo>
                  <a:lnTo>
                    <a:pt x="149" y="34"/>
                  </a:lnTo>
                  <a:lnTo>
                    <a:pt x="126" y="52"/>
                  </a:lnTo>
                  <a:lnTo>
                    <a:pt x="106" y="74"/>
                  </a:lnTo>
                  <a:lnTo>
                    <a:pt x="89" y="99"/>
                  </a:lnTo>
                  <a:lnTo>
                    <a:pt x="70" y="126"/>
                  </a:lnTo>
                  <a:lnTo>
                    <a:pt x="55" y="157"/>
                  </a:lnTo>
                  <a:lnTo>
                    <a:pt x="41" y="189"/>
                  </a:lnTo>
                  <a:lnTo>
                    <a:pt x="29" y="224"/>
                  </a:lnTo>
                  <a:lnTo>
                    <a:pt x="19" y="262"/>
                  </a:lnTo>
                  <a:lnTo>
                    <a:pt x="10" y="300"/>
                  </a:lnTo>
                  <a:lnTo>
                    <a:pt x="4" y="340"/>
                  </a:lnTo>
                  <a:lnTo>
                    <a:pt x="1" y="383"/>
                  </a:lnTo>
                  <a:lnTo>
                    <a:pt x="0" y="426"/>
                  </a:lnTo>
                  <a:lnTo>
                    <a:pt x="11" y="426"/>
                  </a:lnTo>
                  <a:lnTo>
                    <a:pt x="13" y="383"/>
                  </a:lnTo>
                  <a:lnTo>
                    <a:pt x="16" y="342"/>
                  </a:lnTo>
                  <a:lnTo>
                    <a:pt x="22" y="303"/>
                  </a:lnTo>
                  <a:lnTo>
                    <a:pt x="30" y="264"/>
                  </a:lnTo>
                  <a:lnTo>
                    <a:pt x="41" y="229"/>
                  </a:lnTo>
                  <a:lnTo>
                    <a:pt x="52" y="194"/>
                  </a:lnTo>
                  <a:lnTo>
                    <a:pt x="67" y="162"/>
                  </a:lnTo>
                  <a:lnTo>
                    <a:pt x="82" y="133"/>
                  </a:lnTo>
                  <a:lnTo>
                    <a:pt x="98" y="106"/>
                  </a:lnTo>
                  <a:lnTo>
                    <a:pt x="116" y="81"/>
                  </a:lnTo>
                  <a:lnTo>
                    <a:pt x="136" y="61"/>
                  </a:lnTo>
                  <a:lnTo>
                    <a:pt x="156" y="43"/>
                  </a:lnTo>
                  <a:lnTo>
                    <a:pt x="178" y="31"/>
                  </a:lnTo>
                  <a:lnTo>
                    <a:pt x="199" y="20"/>
                  </a:lnTo>
                  <a:lnTo>
                    <a:pt x="221"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44095" name="Freeform 113"/>
            <p:cNvSpPr>
              <a:spLocks/>
            </p:cNvSpPr>
            <p:nvPr/>
          </p:nvSpPr>
          <p:spPr bwMode="auto">
            <a:xfrm>
              <a:off x="1140" y="2087"/>
              <a:ext cx="49" cy="85"/>
            </a:xfrm>
            <a:custGeom>
              <a:avLst/>
              <a:gdLst>
                <a:gd name="T0" fmla="*/ 2 w 246"/>
                <a:gd name="T1" fmla="*/ 3 h 424"/>
                <a:gd name="T2" fmla="*/ 2 w 246"/>
                <a:gd name="T3" fmla="*/ 3 h 424"/>
                <a:gd name="T4" fmla="*/ 2 w 246"/>
                <a:gd name="T5" fmla="*/ 3 h 424"/>
                <a:gd name="T6" fmla="*/ 2 w 246"/>
                <a:gd name="T7" fmla="*/ 3 h 424"/>
                <a:gd name="T8" fmla="*/ 2 w 246"/>
                <a:gd name="T9" fmla="*/ 2 h 424"/>
                <a:gd name="T10" fmla="*/ 2 w 246"/>
                <a:gd name="T11" fmla="*/ 2 h 424"/>
                <a:gd name="T12" fmla="*/ 2 w 246"/>
                <a:gd name="T13" fmla="*/ 2 h 424"/>
                <a:gd name="T14" fmla="*/ 2 w 246"/>
                <a:gd name="T15" fmla="*/ 2 h 424"/>
                <a:gd name="T16" fmla="*/ 2 w 246"/>
                <a:gd name="T17" fmla="*/ 1 h 424"/>
                <a:gd name="T18" fmla="*/ 1 w 246"/>
                <a:gd name="T19" fmla="*/ 1 h 424"/>
                <a:gd name="T20" fmla="*/ 1 w 246"/>
                <a:gd name="T21" fmla="*/ 1 h 424"/>
                <a:gd name="T22" fmla="*/ 1 w 246"/>
                <a:gd name="T23" fmla="*/ 1 h 424"/>
                <a:gd name="T24" fmla="*/ 1 w 246"/>
                <a:gd name="T25" fmla="*/ 0 h 424"/>
                <a:gd name="T26" fmla="*/ 1 w 246"/>
                <a:gd name="T27" fmla="*/ 0 h 424"/>
                <a:gd name="T28" fmla="*/ 1 w 246"/>
                <a:gd name="T29" fmla="*/ 0 h 424"/>
                <a:gd name="T30" fmla="*/ 0 w 246"/>
                <a:gd name="T31" fmla="*/ 0 h 424"/>
                <a:gd name="T32" fmla="*/ 0 w 246"/>
                <a:gd name="T33" fmla="*/ 0 h 424"/>
                <a:gd name="T34" fmla="*/ 0 w 246"/>
                <a:gd name="T35" fmla="*/ 0 h 424"/>
                <a:gd name="T36" fmla="*/ 0 w 246"/>
                <a:gd name="T37" fmla="*/ 0 h 424"/>
                <a:gd name="T38" fmla="*/ 0 w 246"/>
                <a:gd name="T39" fmla="*/ 0 h 424"/>
                <a:gd name="T40" fmla="*/ 0 w 246"/>
                <a:gd name="T41" fmla="*/ 0 h 424"/>
                <a:gd name="T42" fmla="*/ 1 w 246"/>
                <a:gd name="T43" fmla="*/ 0 h 424"/>
                <a:gd name="T44" fmla="*/ 1 w 246"/>
                <a:gd name="T45" fmla="*/ 0 h 424"/>
                <a:gd name="T46" fmla="*/ 1 w 246"/>
                <a:gd name="T47" fmla="*/ 0 h 424"/>
                <a:gd name="T48" fmla="*/ 1 w 246"/>
                <a:gd name="T49" fmla="*/ 1 h 424"/>
                <a:gd name="T50" fmla="*/ 1 w 246"/>
                <a:gd name="T51" fmla="*/ 1 h 424"/>
                <a:gd name="T52" fmla="*/ 1 w 246"/>
                <a:gd name="T53" fmla="*/ 1 h 424"/>
                <a:gd name="T54" fmla="*/ 1 w 246"/>
                <a:gd name="T55" fmla="*/ 1 h 424"/>
                <a:gd name="T56" fmla="*/ 2 w 246"/>
                <a:gd name="T57" fmla="*/ 2 h 424"/>
                <a:gd name="T58" fmla="*/ 2 w 246"/>
                <a:gd name="T59" fmla="*/ 2 h 424"/>
                <a:gd name="T60" fmla="*/ 2 w 246"/>
                <a:gd name="T61" fmla="*/ 2 h 424"/>
                <a:gd name="T62" fmla="*/ 2 w 246"/>
                <a:gd name="T63" fmla="*/ 2 h 424"/>
                <a:gd name="T64" fmla="*/ 2 w 246"/>
                <a:gd name="T65" fmla="*/ 3 h 424"/>
                <a:gd name="T66" fmla="*/ 2 w 246"/>
                <a:gd name="T67" fmla="*/ 3 h 424"/>
                <a:gd name="T68" fmla="*/ 2 w 246"/>
                <a:gd name="T69" fmla="*/ 3 h 424"/>
                <a:gd name="T70" fmla="*/ 2 w 246"/>
                <a:gd name="T71" fmla="*/ 3 h 424"/>
                <a:gd name="T72" fmla="*/ 2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424"/>
                  </a:moveTo>
                  <a:lnTo>
                    <a:pt x="246" y="424"/>
                  </a:lnTo>
                  <a:lnTo>
                    <a:pt x="244" y="382"/>
                  </a:lnTo>
                  <a:lnTo>
                    <a:pt x="241" y="338"/>
                  </a:lnTo>
                  <a:lnTo>
                    <a:pt x="235" y="298"/>
                  </a:lnTo>
                  <a:lnTo>
                    <a:pt x="227" y="261"/>
                  </a:lnTo>
                  <a:lnTo>
                    <a:pt x="216" y="222"/>
                  </a:lnTo>
                  <a:lnTo>
                    <a:pt x="205" y="188"/>
                  </a:lnTo>
                  <a:lnTo>
                    <a:pt x="190" y="155"/>
                  </a:lnTo>
                  <a:lnTo>
                    <a:pt x="174" y="125"/>
                  </a:lnTo>
                  <a:lnTo>
                    <a:pt x="157" y="98"/>
                  </a:lnTo>
                  <a:lnTo>
                    <a:pt x="138" y="73"/>
                  </a:lnTo>
                  <a:lnTo>
                    <a:pt x="118" y="51"/>
                  </a:lnTo>
                  <a:lnTo>
                    <a:pt x="96" y="34"/>
                  </a:lnTo>
                  <a:lnTo>
                    <a:pt x="74" y="18"/>
                  </a:lnTo>
                  <a:lnTo>
                    <a:pt x="50" y="8"/>
                  </a:lnTo>
                  <a:lnTo>
                    <a:pt x="25" y="2"/>
                  </a:lnTo>
                  <a:lnTo>
                    <a:pt x="0" y="0"/>
                  </a:lnTo>
                  <a:lnTo>
                    <a:pt x="0" y="11"/>
                  </a:lnTo>
                  <a:lnTo>
                    <a:pt x="23" y="14"/>
                  </a:lnTo>
                  <a:lnTo>
                    <a:pt x="45" y="19"/>
                  </a:lnTo>
                  <a:lnTo>
                    <a:pt x="67" y="30"/>
                  </a:lnTo>
                  <a:lnTo>
                    <a:pt x="89" y="43"/>
                  </a:lnTo>
                  <a:lnTo>
                    <a:pt x="108" y="60"/>
                  </a:lnTo>
                  <a:lnTo>
                    <a:pt x="128" y="80"/>
                  </a:lnTo>
                  <a:lnTo>
                    <a:pt x="147" y="105"/>
                  </a:lnTo>
                  <a:lnTo>
                    <a:pt x="165" y="132"/>
                  </a:lnTo>
                  <a:lnTo>
                    <a:pt x="179" y="160"/>
                  </a:lnTo>
                  <a:lnTo>
                    <a:pt x="193" y="193"/>
                  </a:lnTo>
                  <a:lnTo>
                    <a:pt x="205" y="227"/>
                  </a:lnTo>
                  <a:lnTo>
                    <a:pt x="215" y="263"/>
                  </a:lnTo>
                  <a:lnTo>
                    <a:pt x="223" y="301"/>
                  </a:lnTo>
                  <a:lnTo>
                    <a:pt x="229" y="341"/>
                  </a:lnTo>
                  <a:lnTo>
                    <a:pt x="233" y="382"/>
                  </a:lnTo>
                  <a:lnTo>
                    <a:pt x="234" y="424"/>
                  </a:lnTo>
                  <a:lnTo>
                    <a:pt x="246"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44096" name="Freeform 114"/>
            <p:cNvSpPr>
              <a:spLocks/>
            </p:cNvSpPr>
            <p:nvPr/>
          </p:nvSpPr>
          <p:spPr bwMode="auto">
            <a:xfrm>
              <a:off x="1140" y="2172"/>
              <a:ext cx="49" cy="85"/>
            </a:xfrm>
            <a:custGeom>
              <a:avLst/>
              <a:gdLst>
                <a:gd name="T0" fmla="*/ 0 w 246"/>
                <a:gd name="T1" fmla="*/ 3 h 426"/>
                <a:gd name="T2" fmla="*/ 0 w 246"/>
                <a:gd name="T3" fmla="*/ 3 h 426"/>
                <a:gd name="T4" fmla="*/ 0 w 246"/>
                <a:gd name="T5" fmla="*/ 3 h 426"/>
                <a:gd name="T6" fmla="*/ 0 w 246"/>
                <a:gd name="T7" fmla="*/ 3 h 426"/>
                <a:gd name="T8" fmla="*/ 1 w 246"/>
                <a:gd name="T9" fmla="*/ 3 h 426"/>
                <a:gd name="T10" fmla="*/ 1 w 246"/>
                <a:gd name="T11" fmla="*/ 3 h 426"/>
                <a:gd name="T12" fmla="*/ 1 w 246"/>
                <a:gd name="T13" fmla="*/ 3 h 426"/>
                <a:gd name="T14" fmla="*/ 1 w 246"/>
                <a:gd name="T15" fmla="*/ 3 h 426"/>
                <a:gd name="T16" fmla="*/ 1 w 246"/>
                <a:gd name="T17" fmla="*/ 3 h 426"/>
                <a:gd name="T18" fmla="*/ 1 w 246"/>
                <a:gd name="T19" fmla="*/ 2 h 426"/>
                <a:gd name="T20" fmla="*/ 2 w 246"/>
                <a:gd name="T21" fmla="*/ 2 h 426"/>
                <a:gd name="T22" fmla="*/ 2 w 246"/>
                <a:gd name="T23" fmla="*/ 2 h 426"/>
                <a:gd name="T24" fmla="*/ 2 w 246"/>
                <a:gd name="T25" fmla="*/ 2 h 426"/>
                <a:gd name="T26" fmla="*/ 2 w 246"/>
                <a:gd name="T27" fmla="*/ 1 h 426"/>
                <a:gd name="T28" fmla="*/ 2 w 246"/>
                <a:gd name="T29" fmla="*/ 1 h 426"/>
                <a:gd name="T30" fmla="*/ 2 w 246"/>
                <a:gd name="T31" fmla="*/ 1 h 426"/>
                <a:gd name="T32" fmla="*/ 2 w 246"/>
                <a:gd name="T33" fmla="*/ 0 h 426"/>
                <a:gd name="T34" fmla="*/ 2 w 246"/>
                <a:gd name="T35" fmla="*/ 0 h 426"/>
                <a:gd name="T36" fmla="*/ 2 w 246"/>
                <a:gd name="T37" fmla="*/ 0 h 426"/>
                <a:gd name="T38" fmla="*/ 2 w 246"/>
                <a:gd name="T39" fmla="*/ 0 h 426"/>
                <a:gd name="T40" fmla="*/ 2 w 246"/>
                <a:gd name="T41" fmla="*/ 1 h 426"/>
                <a:gd name="T42" fmla="*/ 2 w 246"/>
                <a:gd name="T43" fmla="*/ 1 h 426"/>
                <a:gd name="T44" fmla="*/ 2 w 246"/>
                <a:gd name="T45" fmla="*/ 1 h 426"/>
                <a:gd name="T46" fmla="*/ 2 w 246"/>
                <a:gd name="T47" fmla="*/ 2 h 426"/>
                <a:gd name="T48" fmla="*/ 2 w 246"/>
                <a:gd name="T49" fmla="*/ 2 h 426"/>
                <a:gd name="T50" fmla="*/ 1 w 246"/>
                <a:gd name="T51" fmla="*/ 2 h 426"/>
                <a:gd name="T52" fmla="*/ 1 w 246"/>
                <a:gd name="T53" fmla="*/ 2 h 426"/>
                <a:gd name="T54" fmla="*/ 1 w 246"/>
                <a:gd name="T55" fmla="*/ 3 h 426"/>
                <a:gd name="T56" fmla="*/ 1 w 246"/>
                <a:gd name="T57" fmla="*/ 3 h 426"/>
                <a:gd name="T58" fmla="*/ 1 w 246"/>
                <a:gd name="T59" fmla="*/ 3 h 426"/>
                <a:gd name="T60" fmla="*/ 1 w 246"/>
                <a:gd name="T61" fmla="*/ 3 h 426"/>
                <a:gd name="T62" fmla="*/ 1 w 246"/>
                <a:gd name="T63" fmla="*/ 3 h 426"/>
                <a:gd name="T64" fmla="*/ 0 w 246"/>
                <a:gd name="T65" fmla="*/ 3 h 426"/>
                <a:gd name="T66" fmla="*/ 0 w 246"/>
                <a:gd name="T67" fmla="*/ 3 h 426"/>
                <a:gd name="T68" fmla="*/ 0 w 246"/>
                <a:gd name="T69" fmla="*/ 3 h 426"/>
                <a:gd name="T70" fmla="*/ 0 w 246"/>
                <a:gd name="T71" fmla="*/ 3 h 426"/>
                <a:gd name="T72" fmla="*/ 0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426"/>
                  </a:moveTo>
                  <a:lnTo>
                    <a:pt x="0" y="426"/>
                  </a:lnTo>
                  <a:lnTo>
                    <a:pt x="25" y="423"/>
                  </a:lnTo>
                  <a:lnTo>
                    <a:pt x="50" y="417"/>
                  </a:lnTo>
                  <a:lnTo>
                    <a:pt x="74" y="407"/>
                  </a:lnTo>
                  <a:lnTo>
                    <a:pt x="96" y="392"/>
                  </a:lnTo>
                  <a:lnTo>
                    <a:pt x="118" y="373"/>
                  </a:lnTo>
                  <a:lnTo>
                    <a:pt x="138" y="350"/>
                  </a:lnTo>
                  <a:lnTo>
                    <a:pt x="157" y="327"/>
                  </a:lnTo>
                  <a:lnTo>
                    <a:pt x="175" y="299"/>
                  </a:lnTo>
                  <a:lnTo>
                    <a:pt x="190" y="268"/>
                  </a:lnTo>
                  <a:lnTo>
                    <a:pt x="205" y="236"/>
                  </a:lnTo>
                  <a:lnTo>
                    <a:pt x="216" y="202"/>
                  </a:lnTo>
                  <a:lnTo>
                    <a:pt x="227" y="164"/>
                  </a:lnTo>
                  <a:lnTo>
                    <a:pt x="235" y="125"/>
                  </a:lnTo>
                  <a:lnTo>
                    <a:pt x="241" y="86"/>
                  </a:lnTo>
                  <a:lnTo>
                    <a:pt x="244" y="42"/>
                  </a:lnTo>
                  <a:lnTo>
                    <a:pt x="246" y="0"/>
                  </a:lnTo>
                  <a:lnTo>
                    <a:pt x="234" y="0"/>
                  </a:lnTo>
                  <a:lnTo>
                    <a:pt x="233" y="42"/>
                  </a:lnTo>
                  <a:lnTo>
                    <a:pt x="229" y="83"/>
                  </a:lnTo>
                  <a:lnTo>
                    <a:pt x="223" y="123"/>
                  </a:lnTo>
                  <a:lnTo>
                    <a:pt x="215" y="162"/>
                  </a:lnTo>
                  <a:lnTo>
                    <a:pt x="205" y="197"/>
                  </a:lnTo>
                  <a:lnTo>
                    <a:pt x="193" y="231"/>
                  </a:lnTo>
                  <a:lnTo>
                    <a:pt x="179" y="264"/>
                  </a:lnTo>
                  <a:lnTo>
                    <a:pt x="164" y="292"/>
                  </a:lnTo>
                  <a:lnTo>
                    <a:pt x="147" y="320"/>
                  </a:lnTo>
                  <a:lnTo>
                    <a:pt x="128" y="343"/>
                  </a:lnTo>
                  <a:lnTo>
                    <a:pt x="108" y="363"/>
                  </a:lnTo>
                  <a:lnTo>
                    <a:pt x="89" y="382"/>
                  </a:lnTo>
                  <a:lnTo>
                    <a:pt x="67" y="395"/>
                  </a:lnTo>
                  <a:lnTo>
                    <a:pt x="45" y="406"/>
                  </a:lnTo>
                  <a:lnTo>
                    <a:pt x="23" y="411"/>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44097" name="Freeform 115"/>
            <p:cNvSpPr>
              <a:spLocks/>
            </p:cNvSpPr>
            <p:nvPr/>
          </p:nvSpPr>
          <p:spPr bwMode="auto">
            <a:xfrm>
              <a:off x="1091" y="2172"/>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4" y="86"/>
                  </a:lnTo>
                  <a:lnTo>
                    <a:pt x="10" y="125"/>
                  </a:lnTo>
                  <a:lnTo>
                    <a:pt x="18" y="164"/>
                  </a:lnTo>
                  <a:lnTo>
                    <a:pt x="29" y="202"/>
                  </a:lnTo>
                  <a:lnTo>
                    <a:pt x="41" y="236"/>
                  </a:lnTo>
                  <a:lnTo>
                    <a:pt x="55" y="268"/>
                  </a:lnTo>
                  <a:lnTo>
                    <a:pt x="70" y="299"/>
                  </a:lnTo>
                  <a:lnTo>
                    <a:pt x="89" y="327"/>
                  </a:lnTo>
                  <a:lnTo>
                    <a:pt x="106" y="350"/>
                  </a:lnTo>
                  <a:lnTo>
                    <a:pt x="126" y="373"/>
                  </a:lnTo>
                  <a:lnTo>
                    <a:pt x="148" y="392"/>
                  </a:lnTo>
                  <a:lnTo>
                    <a:pt x="171" y="407"/>
                  </a:lnTo>
                  <a:lnTo>
                    <a:pt x="194" y="417"/>
                  </a:lnTo>
                  <a:lnTo>
                    <a:pt x="219" y="423"/>
                  </a:lnTo>
                  <a:lnTo>
                    <a:pt x="245" y="426"/>
                  </a:lnTo>
                  <a:lnTo>
                    <a:pt x="245" y="414"/>
                  </a:lnTo>
                  <a:lnTo>
                    <a:pt x="221" y="411"/>
                  </a:lnTo>
                  <a:lnTo>
                    <a:pt x="199" y="406"/>
                  </a:lnTo>
                  <a:lnTo>
                    <a:pt x="178" y="395"/>
                  </a:lnTo>
                  <a:lnTo>
                    <a:pt x="155" y="382"/>
                  </a:lnTo>
                  <a:lnTo>
                    <a:pt x="136" y="363"/>
                  </a:lnTo>
                  <a:lnTo>
                    <a:pt x="116" y="343"/>
                  </a:lnTo>
                  <a:lnTo>
                    <a:pt x="98" y="320"/>
                  </a:lnTo>
                  <a:lnTo>
                    <a:pt x="82" y="292"/>
                  </a:lnTo>
                  <a:lnTo>
                    <a:pt x="66" y="264"/>
                  </a:lnTo>
                  <a:lnTo>
                    <a:pt x="52" y="231"/>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44098" name="Freeform 116"/>
            <p:cNvSpPr>
              <a:spLocks/>
            </p:cNvSpPr>
            <p:nvPr/>
          </p:nvSpPr>
          <p:spPr bwMode="auto">
            <a:xfrm>
              <a:off x="1091" y="2087"/>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4" y="8"/>
                  </a:lnTo>
                  <a:lnTo>
                    <a:pt x="171" y="18"/>
                  </a:lnTo>
                  <a:lnTo>
                    <a:pt x="148" y="34"/>
                  </a:lnTo>
                  <a:lnTo>
                    <a:pt x="126" y="51"/>
                  </a:lnTo>
                  <a:lnTo>
                    <a:pt x="106" y="73"/>
                  </a:lnTo>
                  <a:lnTo>
                    <a:pt x="89" y="98"/>
                  </a:lnTo>
                  <a:lnTo>
                    <a:pt x="71" y="125"/>
                  </a:lnTo>
                  <a:lnTo>
                    <a:pt x="55" y="155"/>
                  </a:lnTo>
                  <a:lnTo>
                    <a:pt x="41" y="188"/>
                  </a:lnTo>
                  <a:lnTo>
                    <a:pt x="29" y="222"/>
                  </a:lnTo>
                  <a:lnTo>
                    <a:pt x="18" y="261"/>
                  </a:lnTo>
                  <a:lnTo>
                    <a:pt x="10" y="298"/>
                  </a:lnTo>
                  <a:lnTo>
                    <a:pt x="4" y="338"/>
                  </a:lnTo>
                  <a:lnTo>
                    <a:pt x="1" y="382"/>
                  </a:lnTo>
                  <a:lnTo>
                    <a:pt x="0" y="424"/>
                  </a:lnTo>
                  <a:lnTo>
                    <a:pt x="11" y="424"/>
                  </a:lnTo>
                  <a:lnTo>
                    <a:pt x="13" y="382"/>
                  </a:lnTo>
                  <a:lnTo>
                    <a:pt x="16" y="341"/>
                  </a:lnTo>
                  <a:lnTo>
                    <a:pt x="22" y="301"/>
                  </a:lnTo>
                  <a:lnTo>
                    <a:pt x="30" y="263"/>
                  </a:lnTo>
                  <a:lnTo>
                    <a:pt x="41" y="227"/>
                  </a:lnTo>
                  <a:lnTo>
                    <a:pt x="52" y="193"/>
                  </a:lnTo>
                  <a:lnTo>
                    <a:pt x="66" y="160"/>
                  </a:lnTo>
                  <a:lnTo>
                    <a:pt x="80" y="132"/>
                  </a:lnTo>
                  <a:lnTo>
                    <a:pt x="98" y="105"/>
                  </a:lnTo>
                  <a:lnTo>
                    <a:pt x="116" y="80"/>
                  </a:lnTo>
                  <a:lnTo>
                    <a:pt x="136" y="60"/>
                  </a:lnTo>
                  <a:lnTo>
                    <a:pt x="155" y="43"/>
                  </a:lnTo>
                  <a:lnTo>
                    <a:pt x="178" y="30"/>
                  </a:lnTo>
                  <a:lnTo>
                    <a:pt x="199" y="19"/>
                  </a:lnTo>
                  <a:lnTo>
                    <a:pt x="221" y="14"/>
                  </a:lnTo>
                  <a:lnTo>
                    <a:pt x="245" y="11"/>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44099" name="Freeform 117"/>
            <p:cNvSpPr>
              <a:spLocks/>
            </p:cNvSpPr>
            <p:nvPr/>
          </p:nvSpPr>
          <p:spPr bwMode="auto">
            <a:xfrm>
              <a:off x="1392" y="2118"/>
              <a:ext cx="49" cy="85"/>
            </a:xfrm>
            <a:custGeom>
              <a:avLst/>
              <a:gdLst>
                <a:gd name="T0" fmla="*/ 2 w 246"/>
                <a:gd name="T1" fmla="*/ 3 h 426"/>
                <a:gd name="T2" fmla="*/ 2 w 246"/>
                <a:gd name="T3" fmla="*/ 3 h 426"/>
                <a:gd name="T4" fmla="*/ 2 w 246"/>
                <a:gd name="T5" fmla="*/ 3 h 426"/>
                <a:gd name="T6" fmla="*/ 2 w 246"/>
                <a:gd name="T7" fmla="*/ 3 h 426"/>
                <a:gd name="T8" fmla="*/ 2 w 246"/>
                <a:gd name="T9" fmla="*/ 2 h 426"/>
                <a:gd name="T10" fmla="*/ 2 w 246"/>
                <a:gd name="T11" fmla="*/ 2 h 426"/>
                <a:gd name="T12" fmla="*/ 2 w 246"/>
                <a:gd name="T13" fmla="*/ 2 h 426"/>
                <a:gd name="T14" fmla="*/ 2 w 246"/>
                <a:gd name="T15" fmla="*/ 2 h 426"/>
                <a:gd name="T16" fmla="*/ 2 w 246"/>
                <a:gd name="T17" fmla="*/ 1 h 426"/>
                <a:gd name="T18" fmla="*/ 1 w 246"/>
                <a:gd name="T19" fmla="*/ 1 h 426"/>
                <a:gd name="T20" fmla="*/ 1 w 246"/>
                <a:gd name="T21" fmla="*/ 1 h 426"/>
                <a:gd name="T22" fmla="*/ 1 w 246"/>
                <a:gd name="T23" fmla="*/ 1 h 426"/>
                <a:gd name="T24" fmla="*/ 1 w 246"/>
                <a:gd name="T25" fmla="*/ 0 h 426"/>
                <a:gd name="T26" fmla="*/ 1 w 246"/>
                <a:gd name="T27" fmla="*/ 0 h 426"/>
                <a:gd name="T28" fmla="*/ 1 w 246"/>
                <a:gd name="T29" fmla="*/ 0 h 426"/>
                <a:gd name="T30" fmla="*/ 0 w 246"/>
                <a:gd name="T31" fmla="*/ 0 h 426"/>
                <a:gd name="T32" fmla="*/ 0 w 246"/>
                <a:gd name="T33" fmla="*/ 0 h 426"/>
                <a:gd name="T34" fmla="*/ 0 w 246"/>
                <a:gd name="T35" fmla="*/ 0 h 426"/>
                <a:gd name="T36" fmla="*/ 0 w 246"/>
                <a:gd name="T37" fmla="*/ 0 h 426"/>
                <a:gd name="T38" fmla="*/ 0 w 246"/>
                <a:gd name="T39" fmla="*/ 0 h 426"/>
                <a:gd name="T40" fmla="*/ 0 w 246"/>
                <a:gd name="T41" fmla="*/ 0 h 426"/>
                <a:gd name="T42" fmla="*/ 1 w 246"/>
                <a:gd name="T43" fmla="*/ 0 h 426"/>
                <a:gd name="T44" fmla="*/ 1 w 246"/>
                <a:gd name="T45" fmla="*/ 0 h 426"/>
                <a:gd name="T46" fmla="*/ 1 w 246"/>
                <a:gd name="T47" fmla="*/ 1 h 426"/>
                <a:gd name="T48" fmla="*/ 1 w 246"/>
                <a:gd name="T49" fmla="*/ 1 h 426"/>
                <a:gd name="T50" fmla="*/ 1 w 246"/>
                <a:gd name="T51" fmla="*/ 1 h 426"/>
                <a:gd name="T52" fmla="*/ 1 w 246"/>
                <a:gd name="T53" fmla="*/ 1 h 426"/>
                <a:gd name="T54" fmla="*/ 1 w 246"/>
                <a:gd name="T55" fmla="*/ 1 h 426"/>
                <a:gd name="T56" fmla="*/ 2 w 246"/>
                <a:gd name="T57" fmla="*/ 2 h 426"/>
                <a:gd name="T58" fmla="*/ 2 w 246"/>
                <a:gd name="T59" fmla="*/ 2 h 426"/>
                <a:gd name="T60" fmla="*/ 2 w 246"/>
                <a:gd name="T61" fmla="*/ 2 h 426"/>
                <a:gd name="T62" fmla="*/ 2 w 246"/>
                <a:gd name="T63" fmla="*/ 2 h 426"/>
                <a:gd name="T64" fmla="*/ 2 w 246"/>
                <a:gd name="T65" fmla="*/ 3 h 426"/>
                <a:gd name="T66" fmla="*/ 2 w 246"/>
                <a:gd name="T67" fmla="*/ 3 h 426"/>
                <a:gd name="T68" fmla="*/ 2 w 246"/>
                <a:gd name="T69" fmla="*/ 3 h 426"/>
                <a:gd name="T70" fmla="*/ 2 w 246"/>
                <a:gd name="T71" fmla="*/ 3 h 426"/>
                <a:gd name="T72" fmla="*/ 2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246" y="426"/>
                  </a:moveTo>
                  <a:lnTo>
                    <a:pt x="246" y="426"/>
                  </a:lnTo>
                  <a:lnTo>
                    <a:pt x="245" y="384"/>
                  </a:lnTo>
                  <a:lnTo>
                    <a:pt x="242" y="340"/>
                  </a:lnTo>
                  <a:lnTo>
                    <a:pt x="236" y="301"/>
                  </a:lnTo>
                  <a:lnTo>
                    <a:pt x="228" y="262"/>
                  </a:lnTo>
                  <a:lnTo>
                    <a:pt x="217" y="224"/>
                  </a:lnTo>
                  <a:lnTo>
                    <a:pt x="205" y="190"/>
                  </a:lnTo>
                  <a:lnTo>
                    <a:pt x="191" y="158"/>
                  </a:lnTo>
                  <a:lnTo>
                    <a:pt x="176" y="126"/>
                  </a:lnTo>
                  <a:lnTo>
                    <a:pt x="157" y="99"/>
                  </a:lnTo>
                  <a:lnTo>
                    <a:pt x="139" y="75"/>
                  </a:lnTo>
                  <a:lnTo>
                    <a:pt x="119" y="53"/>
                  </a:lnTo>
                  <a:lnTo>
                    <a:pt x="96" y="34"/>
                  </a:lnTo>
                  <a:lnTo>
                    <a:pt x="75" y="19"/>
                  </a:lnTo>
                  <a:lnTo>
                    <a:pt x="51" y="9"/>
                  </a:lnTo>
                  <a:lnTo>
                    <a:pt x="26" y="3"/>
                  </a:lnTo>
                  <a:lnTo>
                    <a:pt x="0" y="0"/>
                  </a:lnTo>
                  <a:lnTo>
                    <a:pt x="0" y="12"/>
                  </a:lnTo>
                  <a:lnTo>
                    <a:pt x="24" y="15"/>
                  </a:lnTo>
                  <a:lnTo>
                    <a:pt x="46" y="20"/>
                  </a:lnTo>
                  <a:lnTo>
                    <a:pt x="68" y="31"/>
                  </a:lnTo>
                  <a:lnTo>
                    <a:pt x="89" y="44"/>
                  </a:lnTo>
                  <a:lnTo>
                    <a:pt x="109" y="63"/>
                  </a:lnTo>
                  <a:lnTo>
                    <a:pt x="129" y="83"/>
                  </a:lnTo>
                  <a:lnTo>
                    <a:pt x="148" y="106"/>
                  </a:lnTo>
                  <a:lnTo>
                    <a:pt x="164" y="133"/>
                  </a:lnTo>
                  <a:lnTo>
                    <a:pt x="180" y="162"/>
                  </a:lnTo>
                  <a:lnTo>
                    <a:pt x="194" y="195"/>
                  </a:lnTo>
                  <a:lnTo>
                    <a:pt x="205" y="229"/>
                  </a:lnTo>
                  <a:lnTo>
                    <a:pt x="216" y="264"/>
                  </a:lnTo>
                  <a:lnTo>
                    <a:pt x="224" y="303"/>
                  </a:lnTo>
                  <a:lnTo>
                    <a:pt x="230" y="343"/>
                  </a:lnTo>
                  <a:lnTo>
                    <a:pt x="233" y="384"/>
                  </a:lnTo>
                  <a:lnTo>
                    <a:pt x="235" y="426"/>
                  </a:lnTo>
                  <a:lnTo>
                    <a:pt x="246"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44100" name="Freeform 118"/>
            <p:cNvSpPr>
              <a:spLocks/>
            </p:cNvSpPr>
            <p:nvPr/>
          </p:nvSpPr>
          <p:spPr bwMode="auto">
            <a:xfrm>
              <a:off x="1392" y="2203"/>
              <a:ext cx="49" cy="85"/>
            </a:xfrm>
            <a:custGeom>
              <a:avLst/>
              <a:gdLst>
                <a:gd name="T0" fmla="*/ 0 w 246"/>
                <a:gd name="T1" fmla="*/ 3 h 424"/>
                <a:gd name="T2" fmla="*/ 0 w 246"/>
                <a:gd name="T3" fmla="*/ 3 h 424"/>
                <a:gd name="T4" fmla="*/ 0 w 246"/>
                <a:gd name="T5" fmla="*/ 3 h 424"/>
                <a:gd name="T6" fmla="*/ 0 w 246"/>
                <a:gd name="T7" fmla="*/ 3 h 424"/>
                <a:gd name="T8" fmla="*/ 1 w 246"/>
                <a:gd name="T9" fmla="*/ 3 h 424"/>
                <a:gd name="T10" fmla="*/ 1 w 246"/>
                <a:gd name="T11" fmla="*/ 3 h 424"/>
                <a:gd name="T12" fmla="*/ 1 w 246"/>
                <a:gd name="T13" fmla="*/ 3 h 424"/>
                <a:gd name="T14" fmla="*/ 1 w 246"/>
                <a:gd name="T15" fmla="*/ 3 h 424"/>
                <a:gd name="T16" fmla="*/ 1 w 246"/>
                <a:gd name="T17" fmla="*/ 3 h 424"/>
                <a:gd name="T18" fmla="*/ 1 w 246"/>
                <a:gd name="T19" fmla="*/ 2 h 424"/>
                <a:gd name="T20" fmla="*/ 2 w 246"/>
                <a:gd name="T21" fmla="*/ 2 h 424"/>
                <a:gd name="T22" fmla="*/ 2 w 246"/>
                <a:gd name="T23" fmla="*/ 2 h 424"/>
                <a:gd name="T24" fmla="*/ 2 w 246"/>
                <a:gd name="T25" fmla="*/ 2 h 424"/>
                <a:gd name="T26" fmla="*/ 2 w 246"/>
                <a:gd name="T27" fmla="*/ 1 h 424"/>
                <a:gd name="T28" fmla="*/ 2 w 246"/>
                <a:gd name="T29" fmla="*/ 1 h 424"/>
                <a:gd name="T30" fmla="*/ 2 w 246"/>
                <a:gd name="T31" fmla="*/ 1 h 424"/>
                <a:gd name="T32" fmla="*/ 2 w 246"/>
                <a:gd name="T33" fmla="*/ 0 h 424"/>
                <a:gd name="T34" fmla="*/ 2 w 246"/>
                <a:gd name="T35" fmla="*/ 0 h 424"/>
                <a:gd name="T36" fmla="*/ 2 w 246"/>
                <a:gd name="T37" fmla="*/ 0 h 424"/>
                <a:gd name="T38" fmla="*/ 2 w 246"/>
                <a:gd name="T39" fmla="*/ 0 h 424"/>
                <a:gd name="T40" fmla="*/ 2 w 246"/>
                <a:gd name="T41" fmla="*/ 1 h 424"/>
                <a:gd name="T42" fmla="*/ 2 w 246"/>
                <a:gd name="T43" fmla="*/ 1 h 424"/>
                <a:gd name="T44" fmla="*/ 2 w 246"/>
                <a:gd name="T45" fmla="*/ 1 h 424"/>
                <a:gd name="T46" fmla="*/ 2 w 246"/>
                <a:gd name="T47" fmla="*/ 2 h 424"/>
                <a:gd name="T48" fmla="*/ 2 w 246"/>
                <a:gd name="T49" fmla="*/ 2 h 424"/>
                <a:gd name="T50" fmla="*/ 1 w 246"/>
                <a:gd name="T51" fmla="*/ 2 h 424"/>
                <a:gd name="T52" fmla="*/ 1 w 246"/>
                <a:gd name="T53" fmla="*/ 2 h 424"/>
                <a:gd name="T54" fmla="*/ 1 w 246"/>
                <a:gd name="T55" fmla="*/ 3 h 424"/>
                <a:gd name="T56" fmla="*/ 1 w 246"/>
                <a:gd name="T57" fmla="*/ 3 h 424"/>
                <a:gd name="T58" fmla="*/ 1 w 246"/>
                <a:gd name="T59" fmla="*/ 3 h 424"/>
                <a:gd name="T60" fmla="*/ 1 w 246"/>
                <a:gd name="T61" fmla="*/ 3 h 424"/>
                <a:gd name="T62" fmla="*/ 1 w 246"/>
                <a:gd name="T63" fmla="*/ 3 h 424"/>
                <a:gd name="T64" fmla="*/ 0 w 246"/>
                <a:gd name="T65" fmla="*/ 3 h 424"/>
                <a:gd name="T66" fmla="*/ 0 w 246"/>
                <a:gd name="T67" fmla="*/ 3 h 424"/>
                <a:gd name="T68" fmla="*/ 0 w 246"/>
                <a:gd name="T69" fmla="*/ 3 h 424"/>
                <a:gd name="T70" fmla="*/ 0 w 246"/>
                <a:gd name="T71" fmla="*/ 3 h 424"/>
                <a:gd name="T72" fmla="*/ 0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0" y="424"/>
                  </a:moveTo>
                  <a:lnTo>
                    <a:pt x="0" y="424"/>
                  </a:lnTo>
                  <a:lnTo>
                    <a:pt x="26" y="422"/>
                  </a:lnTo>
                  <a:lnTo>
                    <a:pt x="51" y="416"/>
                  </a:lnTo>
                  <a:lnTo>
                    <a:pt x="75" y="406"/>
                  </a:lnTo>
                  <a:lnTo>
                    <a:pt x="96" y="390"/>
                  </a:lnTo>
                  <a:lnTo>
                    <a:pt x="119" y="373"/>
                  </a:lnTo>
                  <a:lnTo>
                    <a:pt x="139" y="351"/>
                  </a:lnTo>
                  <a:lnTo>
                    <a:pt x="157" y="326"/>
                  </a:lnTo>
                  <a:lnTo>
                    <a:pt x="175" y="299"/>
                  </a:lnTo>
                  <a:lnTo>
                    <a:pt x="191" y="269"/>
                  </a:lnTo>
                  <a:lnTo>
                    <a:pt x="205" y="236"/>
                  </a:lnTo>
                  <a:lnTo>
                    <a:pt x="217" y="202"/>
                  </a:lnTo>
                  <a:lnTo>
                    <a:pt x="228" y="163"/>
                  </a:lnTo>
                  <a:lnTo>
                    <a:pt x="236" y="125"/>
                  </a:lnTo>
                  <a:lnTo>
                    <a:pt x="242" y="86"/>
                  </a:lnTo>
                  <a:lnTo>
                    <a:pt x="245" y="42"/>
                  </a:lnTo>
                  <a:lnTo>
                    <a:pt x="246" y="0"/>
                  </a:lnTo>
                  <a:lnTo>
                    <a:pt x="235" y="0"/>
                  </a:lnTo>
                  <a:lnTo>
                    <a:pt x="233" y="42"/>
                  </a:lnTo>
                  <a:lnTo>
                    <a:pt x="230" y="83"/>
                  </a:lnTo>
                  <a:lnTo>
                    <a:pt x="224" y="123"/>
                  </a:lnTo>
                  <a:lnTo>
                    <a:pt x="216" y="161"/>
                  </a:lnTo>
                  <a:lnTo>
                    <a:pt x="205" y="197"/>
                  </a:lnTo>
                  <a:lnTo>
                    <a:pt x="194" y="231"/>
                  </a:lnTo>
                  <a:lnTo>
                    <a:pt x="180" y="264"/>
                  </a:lnTo>
                  <a:lnTo>
                    <a:pt x="166" y="292"/>
                  </a:lnTo>
                  <a:lnTo>
                    <a:pt x="148" y="319"/>
                  </a:lnTo>
                  <a:lnTo>
                    <a:pt x="129" y="344"/>
                  </a:lnTo>
                  <a:lnTo>
                    <a:pt x="109" y="364"/>
                  </a:lnTo>
                  <a:lnTo>
                    <a:pt x="89" y="381"/>
                  </a:lnTo>
                  <a:lnTo>
                    <a:pt x="68" y="394"/>
                  </a:lnTo>
                  <a:lnTo>
                    <a:pt x="46" y="405"/>
                  </a:lnTo>
                  <a:lnTo>
                    <a:pt x="24" y="410"/>
                  </a:lnTo>
                  <a:lnTo>
                    <a:pt x="0" y="413"/>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44101" name="Freeform 119"/>
            <p:cNvSpPr>
              <a:spLocks/>
            </p:cNvSpPr>
            <p:nvPr/>
          </p:nvSpPr>
          <p:spPr bwMode="auto">
            <a:xfrm>
              <a:off x="1343" y="2203"/>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2" y="42"/>
                  </a:lnTo>
                  <a:lnTo>
                    <a:pt x="5" y="86"/>
                  </a:lnTo>
                  <a:lnTo>
                    <a:pt x="11" y="125"/>
                  </a:lnTo>
                  <a:lnTo>
                    <a:pt x="19" y="163"/>
                  </a:lnTo>
                  <a:lnTo>
                    <a:pt x="30" y="202"/>
                  </a:lnTo>
                  <a:lnTo>
                    <a:pt x="41" y="236"/>
                  </a:lnTo>
                  <a:lnTo>
                    <a:pt x="56" y="269"/>
                  </a:lnTo>
                  <a:lnTo>
                    <a:pt x="72" y="299"/>
                  </a:lnTo>
                  <a:lnTo>
                    <a:pt x="90" y="326"/>
                  </a:lnTo>
                  <a:lnTo>
                    <a:pt x="108" y="351"/>
                  </a:lnTo>
                  <a:lnTo>
                    <a:pt x="127" y="373"/>
                  </a:lnTo>
                  <a:lnTo>
                    <a:pt x="149" y="390"/>
                  </a:lnTo>
                  <a:lnTo>
                    <a:pt x="172" y="406"/>
                  </a:lnTo>
                  <a:lnTo>
                    <a:pt x="195" y="416"/>
                  </a:lnTo>
                  <a:lnTo>
                    <a:pt x="220" y="422"/>
                  </a:lnTo>
                  <a:lnTo>
                    <a:pt x="245" y="424"/>
                  </a:lnTo>
                  <a:lnTo>
                    <a:pt x="245" y="413"/>
                  </a:lnTo>
                  <a:lnTo>
                    <a:pt x="222" y="410"/>
                  </a:lnTo>
                  <a:lnTo>
                    <a:pt x="200" y="405"/>
                  </a:lnTo>
                  <a:lnTo>
                    <a:pt x="179" y="394"/>
                  </a:lnTo>
                  <a:lnTo>
                    <a:pt x="156" y="381"/>
                  </a:lnTo>
                  <a:lnTo>
                    <a:pt x="136" y="364"/>
                  </a:lnTo>
                  <a:lnTo>
                    <a:pt x="118" y="344"/>
                  </a:lnTo>
                  <a:lnTo>
                    <a:pt x="99" y="319"/>
                  </a:lnTo>
                  <a:lnTo>
                    <a:pt x="81" y="292"/>
                  </a:lnTo>
                  <a:lnTo>
                    <a:pt x="67" y="264"/>
                  </a:lnTo>
                  <a:lnTo>
                    <a:pt x="53" y="231"/>
                  </a:lnTo>
                  <a:lnTo>
                    <a:pt x="41" y="197"/>
                  </a:lnTo>
                  <a:lnTo>
                    <a:pt x="31" y="161"/>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44102" name="Freeform 120"/>
            <p:cNvSpPr>
              <a:spLocks/>
            </p:cNvSpPr>
            <p:nvPr/>
          </p:nvSpPr>
          <p:spPr bwMode="auto">
            <a:xfrm>
              <a:off x="1343" y="2118"/>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1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20" y="3"/>
                  </a:lnTo>
                  <a:lnTo>
                    <a:pt x="195" y="9"/>
                  </a:lnTo>
                  <a:lnTo>
                    <a:pt x="172" y="19"/>
                  </a:lnTo>
                  <a:lnTo>
                    <a:pt x="149" y="34"/>
                  </a:lnTo>
                  <a:lnTo>
                    <a:pt x="127" y="53"/>
                  </a:lnTo>
                  <a:lnTo>
                    <a:pt x="108" y="75"/>
                  </a:lnTo>
                  <a:lnTo>
                    <a:pt x="90" y="99"/>
                  </a:lnTo>
                  <a:lnTo>
                    <a:pt x="71" y="126"/>
                  </a:lnTo>
                  <a:lnTo>
                    <a:pt x="56" y="158"/>
                  </a:lnTo>
                  <a:lnTo>
                    <a:pt x="41" y="190"/>
                  </a:lnTo>
                  <a:lnTo>
                    <a:pt x="30" y="224"/>
                  </a:lnTo>
                  <a:lnTo>
                    <a:pt x="19" y="262"/>
                  </a:lnTo>
                  <a:lnTo>
                    <a:pt x="11" y="301"/>
                  </a:lnTo>
                  <a:lnTo>
                    <a:pt x="5" y="340"/>
                  </a:lnTo>
                  <a:lnTo>
                    <a:pt x="2" y="384"/>
                  </a:lnTo>
                  <a:lnTo>
                    <a:pt x="0" y="426"/>
                  </a:lnTo>
                  <a:lnTo>
                    <a:pt x="12" y="426"/>
                  </a:lnTo>
                  <a:lnTo>
                    <a:pt x="13" y="384"/>
                  </a:lnTo>
                  <a:lnTo>
                    <a:pt x="17" y="343"/>
                  </a:lnTo>
                  <a:lnTo>
                    <a:pt x="23" y="303"/>
                  </a:lnTo>
                  <a:lnTo>
                    <a:pt x="31" y="264"/>
                  </a:lnTo>
                  <a:lnTo>
                    <a:pt x="41" y="229"/>
                  </a:lnTo>
                  <a:lnTo>
                    <a:pt x="53" y="195"/>
                  </a:lnTo>
                  <a:lnTo>
                    <a:pt x="67" y="162"/>
                  </a:lnTo>
                  <a:lnTo>
                    <a:pt x="82" y="133"/>
                  </a:lnTo>
                  <a:lnTo>
                    <a:pt x="99" y="106"/>
                  </a:lnTo>
                  <a:lnTo>
                    <a:pt x="118" y="83"/>
                  </a:lnTo>
                  <a:lnTo>
                    <a:pt x="136" y="63"/>
                  </a:lnTo>
                  <a:lnTo>
                    <a:pt x="156" y="44"/>
                  </a:lnTo>
                  <a:lnTo>
                    <a:pt x="179" y="31"/>
                  </a:lnTo>
                  <a:lnTo>
                    <a:pt x="200" y="20"/>
                  </a:lnTo>
                  <a:lnTo>
                    <a:pt x="222" y="15"/>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44103" name="Freeform 121"/>
            <p:cNvSpPr>
              <a:spLocks/>
            </p:cNvSpPr>
            <p:nvPr/>
          </p:nvSpPr>
          <p:spPr bwMode="auto">
            <a:xfrm>
              <a:off x="1384" y="1859"/>
              <a:ext cx="49" cy="84"/>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1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3" y="382"/>
                  </a:lnTo>
                  <a:lnTo>
                    <a:pt x="240" y="339"/>
                  </a:lnTo>
                  <a:lnTo>
                    <a:pt x="234" y="299"/>
                  </a:lnTo>
                  <a:lnTo>
                    <a:pt x="226" y="261"/>
                  </a:lnTo>
                  <a:lnTo>
                    <a:pt x="215" y="222"/>
                  </a:lnTo>
                  <a:lnTo>
                    <a:pt x="204" y="188"/>
                  </a:lnTo>
                  <a:lnTo>
                    <a:pt x="189" y="156"/>
                  </a:lnTo>
                  <a:lnTo>
                    <a:pt x="173" y="125"/>
                  </a:lnTo>
                  <a:lnTo>
                    <a:pt x="155" y="98"/>
                  </a:lnTo>
                  <a:lnTo>
                    <a:pt x="138" y="74"/>
                  </a:lnTo>
                  <a:lnTo>
                    <a:pt x="118" y="51"/>
                  </a:lnTo>
                  <a:lnTo>
                    <a:pt x="96" y="34"/>
                  </a:lnTo>
                  <a:lnTo>
                    <a:pt x="73" y="18"/>
                  </a:lnTo>
                  <a:lnTo>
                    <a:pt x="50" y="8"/>
                  </a:lnTo>
                  <a:lnTo>
                    <a:pt x="25" y="2"/>
                  </a:lnTo>
                  <a:lnTo>
                    <a:pt x="0" y="0"/>
                  </a:lnTo>
                  <a:lnTo>
                    <a:pt x="0" y="11"/>
                  </a:lnTo>
                  <a:lnTo>
                    <a:pt x="23" y="14"/>
                  </a:lnTo>
                  <a:lnTo>
                    <a:pt x="45" y="20"/>
                  </a:lnTo>
                  <a:lnTo>
                    <a:pt x="66" y="30"/>
                  </a:lnTo>
                  <a:lnTo>
                    <a:pt x="89" y="43"/>
                  </a:lnTo>
                  <a:lnTo>
                    <a:pt x="109" y="61"/>
                  </a:lnTo>
                  <a:lnTo>
                    <a:pt x="129" y="81"/>
                  </a:lnTo>
                  <a:lnTo>
                    <a:pt x="146" y="105"/>
                  </a:lnTo>
                  <a:lnTo>
                    <a:pt x="164" y="132"/>
                  </a:lnTo>
                  <a:lnTo>
                    <a:pt x="178" y="160"/>
                  </a:lnTo>
                  <a:lnTo>
                    <a:pt x="192" y="193"/>
                  </a:lnTo>
                  <a:lnTo>
                    <a:pt x="204" y="227"/>
                  </a:lnTo>
                  <a:lnTo>
                    <a:pt x="214" y="264"/>
                  </a:lnTo>
                  <a:lnTo>
                    <a:pt x="222" y="301"/>
                  </a:lnTo>
                  <a:lnTo>
                    <a:pt x="228"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44104" name="Freeform 122"/>
            <p:cNvSpPr>
              <a:spLocks/>
            </p:cNvSpPr>
            <p:nvPr/>
          </p:nvSpPr>
          <p:spPr bwMode="auto">
            <a:xfrm>
              <a:off x="1384" y="1943"/>
              <a:ext cx="49" cy="86"/>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5" y="423"/>
                  </a:lnTo>
                  <a:lnTo>
                    <a:pt x="50" y="418"/>
                  </a:lnTo>
                  <a:lnTo>
                    <a:pt x="73" y="407"/>
                  </a:lnTo>
                  <a:lnTo>
                    <a:pt x="96" y="392"/>
                  </a:lnTo>
                  <a:lnTo>
                    <a:pt x="118" y="374"/>
                  </a:lnTo>
                  <a:lnTo>
                    <a:pt x="138" y="352"/>
                  </a:lnTo>
                  <a:lnTo>
                    <a:pt x="155" y="327"/>
                  </a:lnTo>
                  <a:lnTo>
                    <a:pt x="174" y="300"/>
                  </a:lnTo>
                  <a:lnTo>
                    <a:pt x="189" y="269"/>
                  </a:lnTo>
                  <a:lnTo>
                    <a:pt x="204" y="237"/>
                  </a:lnTo>
                  <a:lnTo>
                    <a:pt x="215" y="202"/>
                  </a:lnTo>
                  <a:lnTo>
                    <a:pt x="226" y="164"/>
                  </a:lnTo>
                  <a:lnTo>
                    <a:pt x="234" y="126"/>
                  </a:lnTo>
                  <a:lnTo>
                    <a:pt x="240" y="86"/>
                  </a:lnTo>
                  <a:lnTo>
                    <a:pt x="243" y="42"/>
                  </a:lnTo>
                  <a:lnTo>
                    <a:pt x="245" y="0"/>
                  </a:lnTo>
                  <a:lnTo>
                    <a:pt x="233" y="0"/>
                  </a:lnTo>
                  <a:lnTo>
                    <a:pt x="232" y="42"/>
                  </a:lnTo>
                  <a:lnTo>
                    <a:pt x="228" y="83"/>
                  </a:lnTo>
                  <a:lnTo>
                    <a:pt x="222" y="123"/>
                  </a:lnTo>
                  <a:lnTo>
                    <a:pt x="214" y="162"/>
                  </a:lnTo>
                  <a:lnTo>
                    <a:pt x="204" y="197"/>
                  </a:lnTo>
                  <a:lnTo>
                    <a:pt x="192" y="232"/>
                  </a:lnTo>
                  <a:lnTo>
                    <a:pt x="178" y="264"/>
                  </a:lnTo>
                  <a:lnTo>
                    <a:pt x="163" y="293"/>
                  </a:lnTo>
                  <a:lnTo>
                    <a:pt x="146" y="320"/>
                  </a:lnTo>
                  <a:lnTo>
                    <a:pt x="129" y="345"/>
                  </a:lnTo>
                  <a:lnTo>
                    <a:pt x="109" y="365"/>
                  </a:lnTo>
                  <a:lnTo>
                    <a:pt x="89" y="382"/>
                  </a:lnTo>
                  <a:lnTo>
                    <a:pt x="66" y="395"/>
                  </a:lnTo>
                  <a:lnTo>
                    <a:pt x="45" y="406"/>
                  </a:lnTo>
                  <a:lnTo>
                    <a:pt x="23"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44105" name="Freeform 123"/>
            <p:cNvSpPr>
              <a:spLocks/>
            </p:cNvSpPr>
            <p:nvPr/>
          </p:nvSpPr>
          <p:spPr bwMode="auto">
            <a:xfrm>
              <a:off x="1335" y="1943"/>
              <a:ext cx="49" cy="86"/>
            </a:xfrm>
            <a:custGeom>
              <a:avLst/>
              <a:gdLst>
                <a:gd name="T0" fmla="*/ 0 w 246"/>
                <a:gd name="T1" fmla="*/ 0 h 426"/>
                <a:gd name="T2" fmla="*/ 0 w 246"/>
                <a:gd name="T3" fmla="*/ 0 h 426"/>
                <a:gd name="T4" fmla="*/ 0 w 246"/>
                <a:gd name="T5" fmla="*/ 0 h 426"/>
                <a:gd name="T6" fmla="*/ 0 w 246"/>
                <a:gd name="T7" fmla="*/ 1 h 426"/>
                <a:gd name="T8" fmla="*/ 0 w 246"/>
                <a:gd name="T9" fmla="*/ 1 h 426"/>
                <a:gd name="T10" fmla="*/ 0 w 246"/>
                <a:gd name="T11" fmla="*/ 1 h 426"/>
                <a:gd name="T12" fmla="*/ 0 w 246"/>
                <a:gd name="T13" fmla="*/ 2 h 426"/>
                <a:gd name="T14" fmla="*/ 0 w 246"/>
                <a:gd name="T15" fmla="*/ 2 h 426"/>
                <a:gd name="T16" fmla="*/ 0 w 246"/>
                <a:gd name="T17" fmla="*/ 2 h 426"/>
                <a:gd name="T18" fmla="*/ 1 w 246"/>
                <a:gd name="T19" fmla="*/ 2 h 426"/>
                <a:gd name="T20" fmla="*/ 1 w 246"/>
                <a:gd name="T21" fmla="*/ 3 h 426"/>
                <a:gd name="T22" fmla="*/ 1 w 246"/>
                <a:gd name="T23" fmla="*/ 3 h 426"/>
                <a:gd name="T24" fmla="*/ 1 w 246"/>
                <a:gd name="T25" fmla="*/ 3 h 426"/>
                <a:gd name="T26" fmla="*/ 1 w 246"/>
                <a:gd name="T27" fmla="*/ 3 h 426"/>
                <a:gd name="T28" fmla="*/ 1 w 246"/>
                <a:gd name="T29" fmla="*/ 3 h 426"/>
                <a:gd name="T30" fmla="*/ 2 w 246"/>
                <a:gd name="T31" fmla="*/ 3 h 426"/>
                <a:gd name="T32" fmla="*/ 2 w 246"/>
                <a:gd name="T33" fmla="*/ 3 h 426"/>
                <a:gd name="T34" fmla="*/ 2 w 246"/>
                <a:gd name="T35" fmla="*/ 3 h 426"/>
                <a:gd name="T36" fmla="*/ 2 w 246"/>
                <a:gd name="T37" fmla="*/ 3 h 426"/>
                <a:gd name="T38" fmla="*/ 2 w 246"/>
                <a:gd name="T39" fmla="*/ 3 h 426"/>
                <a:gd name="T40" fmla="*/ 2 w 246"/>
                <a:gd name="T41" fmla="*/ 3 h 426"/>
                <a:gd name="T42" fmla="*/ 1 w 246"/>
                <a:gd name="T43" fmla="*/ 3 h 426"/>
                <a:gd name="T44" fmla="*/ 1 w 246"/>
                <a:gd name="T45" fmla="*/ 3 h 426"/>
                <a:gd name="T46" fmla="*/ 1 w 246"/>
                <a:gd name="T47" fmla="*/ 3 h 426"/>
                <a:gd name="T48" fmla="*/ 1 w 246"/>
                <a:gd name="T49" fmla="*/ 3 h 426"/>
                <a:gd name="T50" fmla="*/ 1 w 246"/>
                <a:gd name="T51" fmla="*/ 3 h 426"/>
                <a:gd name="T52" fmla="*/ 1 w 246"/>
                <a:gd name="T53" fmla="*/ 2 h 426"/>
                <a:gd name="T54" fmla="*/ 1 w 246"/>
                <a:gd name="T55" fmla="*/ 2 h 426"/>
                <a:gd name="T56" fmla="*/ 0 w 246"/>
                <a:gd name="T57" fmla="*/ 2 h 426"/>
                <a:gd name="T58" fmla="*/ 0 w 246"/>
                <a:gd name="T59" fmla="*/ 2 h 426"/>
                <a:gd name="T60" fmla="*/ 0 w 246"/>
                <a:gd name="T61" fmla="*/ 1 h 426"/>
                <a:gd name="T62" fmla="*/ 0 w 246"/>
                <a:gd name="T63" fmla="*/ 1 h 426"/>
                <a:gd name="T64" fmla="*/ 0 w 246"/>
                <a:gd name="T65" fmla="*/ 1 h 426"/>
                <a:gd name="T66" fmla="*/ 0 w 246"/>
                <a:gd name="T67" fmla="*/ 0 h 426"/>
                <a:gd name="T68" fmla="*/ 0 w 246"/>
                <a:gd name="T69" fmla="*/ 0 h 426"/>
                <a:gd name="T70" fmla="*/ 0 w 246"/>
                <a:gd name="T71" fmla="*/ 0 h 426"/>
                <a:gd name="T72" fmla="*/ 0 w 246"/>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0"/>
                  </a:moveTo>
                  <a:lnTo>
                    <a:pt x="0" y="0"/>
                  </a:lnTo>
                  <a:lnTo>
                    <a:pt x="1" y="42"/>
                  </a:lnTo>
                  <a:lnTo>
                    <a:pt x="4" y="86"/>
                  </a:lnTo>
                  <a:lnTo>
                    <a:pt x="10" y="126"/>
                  </a:lnTo>
                  <a:lnTo>
                    <a:pt x="18" y="164"/>
                  </a:lnTo>
                  <a:lnTo>
                    <a:pt x="29" y="202"/>
                  </a:lnTo>
                  <a:lnTo>
                    <a:pt x="41" y="237"/>
                  </a:lnTo>
                  <a:lnTo>
                    <a:pt x="55" y="269"/>
                  </a:lnTo>
                  <a:lnTo>
                    <a:pt x="71" y="300"/>
                  </a:lnTo>
                  <a:lnTo>
                    <a:pt x="89" y="327"/>
                  </a:lnTo>
                  <a:lnTo>
                    <a:pt x="107" y="352"/>
                  </a:lnTo>
                  <a:lnTo>
                    <a:pt x="127" y="374"/>
                  </a:lnTo>
                  <a:lnTo>
                    <a:pt x="150" y="392"/>
                  </a:lnTo>
                  <a:lnTo>
                    <a:pt x="171" y="407"/>
                  </a:lnTo>
                  <a:lnTo>
                    <a:pt x="195" y="418"/>
                  </a:lnTo>
                  <a:lnTo>
                    <a:pt x="220" y="423"/>
                  </a:lnTo>
                  <a:lnTo>
                    <a:pt x="246" y="426"/>
                  </a:lnTo>
                  <a:lnTo>
                    <a:pt x="246" y="414"/>
                  </a:lnTo>
                  <a:lnTo>
                    <a:pt x="222" y="412"/>
                  </a:lnTo>
                  <a:lnTo>
                    <a:pt x="200" y="406"/>
                  </a:lnTo>
                  <a:lnTo>
                    <a:pt x="178" y="395"/>
                  </a:lnTo>
                  <a:lnTo>
                    <a:pt x="157" y="382"/>
                  </a:lnTo>
                  <a:lnTo>
                    <a:pt x="137" y="365"/>
                  </a:lnTo>
                  <a:lnTo>
                    <a:pt x="117" y="345"/>
                  </a:lnTo>
                  <a:lnTo>
                    <a:pt x="98" y="320"/>
                  </a:lnTo>
                  <a:lnTo>
                    <a:pt x="83" y="293"/>
                  </a:lnTo>
                  <a:lnTo>
                    <a:pt x="66" y="264"/>
                  </a:lnTo>
                  <a:lnTo>
                    <a:pt x="52" y="232"/>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44106" name="Freeform 124"/>
            <p:cNvSpPr>
              <a:spLocks/>
            </p:cNvSpPr>
            <p:nvPr/>
          </p:nvSpPr>
          <p:spPr bwMode="auto">
            <a:xfrm>
              <a:off x="1335" y="1859"/>
              <a:ext cx="49" cy="84"/>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1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0" y="2"/>
                  </a:lnTo>
                  <a:lnTo>
                    <a:pt x="195" y="8"/>
                  </a:lnTo>
                  <a:lnTo>
                    <a:pt x="171" y="18"/>
                  </a:lnTo>
                  <a:lnTo>
                    <a:pt x="150" y="34"/>
                  </a:lnTo>
                  <a:lnTo>
                    <a:pt x="127" y="51"/>
                  </a:lnTo>
                  <a:lnTo>
                    <a:pt x="107" y="74"/>
                  </a:lnTo>
                  <a:lnTo>
                    <a:pt x="89" y="98"/>
                  </a:lnTo>
                  <a:lnTo>
                    <a:pt x="72" y="125"/>
                  </a:lnTo>
                  <a:lnTo>
                    <a:pt x="55" y="156"/>
                  </a:lnTo>
                  <a:lnTo>
                    <a:pt x="41" y="188"/>
                  </a:lnTo>
                  <a:lnTo>
                    <a:pt x="29" y="222"/>
                  </a:lnTo>
                  <a:lnTo>
                    <a:pt x="18" y="261"/>
                  </a:lnTo>
                  <a:lnTo>
                    <a:pt x="10" y="299"/>
                  </a:lnTo>
                  <a:lnTo>
                    <a:pt x="4" y="339"/>
                  </a:lnTo>
                  <a:lnTo>
                    <a:pt x="1" y="382"/>
                  </a:lnTo>
                  <a:lnTo>
                    <a:pt x="0" y="424"/>
                  </a:lnTo>
                  <a:lnTo>
                    <a:pt x="11" y="424"/>
                  </a:lnTo>
                  <a:lnTo>
                    <a:pt x="13" y="382"/>
                  </a:lnTo>
                  <a:lnTo>
                    <a:pt x="16" y="341"/>
                  </a:lnTo>
                  <a:lnTo>
                    <a:pt x="22" y="301"/>
                  </a:lnTo>
                  <a:lnTo>
                    <a:pt x="30" y="264"/>
                  </a:lnTo>
                  <a:lnTo>
                    <a:pt x="41" y="227"/>
                  </a:lnTo>
                  <a:lnTo>
                    <a:pt x="52" y="193"/>
                  </a:lnTo>
                  <a:lnTo>
                    <a:pt x="66" y="160"/>
                  </a:lnTo>
                  <a:lnTo>
                    <a:pt x="82" y="132"/>
                  </a:lnTo>
                  <a:lnTo>
                    <a:pt x="98" y="105"/>
                  </a:lnTo>
                  <a:lnTo>
                    <a:pt x="117" y="81"/>
                  </a:lnTo>
                  <a:lnTo>
                    <a:pt x="137" y="61"/>
                  </a:lnTo>
                  <a:lnTo>
                    <a:pt x="157" y="43"/>
                  </a:lnTo>
                  <a:lnTo>
                    <a:pt x="178" y="30"/>
                  </a:lnTo>
                  <a:lnTo>
                    <a:pt x="200" y="20"/>
                  </a:lnTo>
                  <a:lnTo>
                    <a:pt x="222" y="14"/>
                  </a:lnTo>
                  <a:lnTo>
                    <a:pt x="246" y="11"/>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44107" name="Freeform 125"/>
            <p:cNvSpPr>
              <a:spLocks/>
            </p:cNvSpPr>
            <p:nvPr/>
          </p:nvSpPr>
          <p:spPr bwMode="auto">
            <a:xfrm>
              <a:off x="1552" y="1751"/>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1" y="339"/>
                  </a:lnTo>
                  <a:lnTo>
                    <a:pt x="235" y="299"/>
                  </a:lnTo>
                  <a:lnTo>
                    <a:pt x="226" y="261"/>
                  </a:lnTo>
                  <a:lnTo>
                    <a:pt x="216" y="223"/>
                  </a:lnTo>
                  <a:lnTo>
                    <a:pt x="204" y="189"/>
                  </a:lnTo>
                  <a:lnTo>
                    <a:pt x="190" y="156"/>
                  </a:lnTo>
                  <a:lnTo>
                    <a:pt x="174" y="125"/>
                  </a:lnTo>
                  <a:lnTo>
                    <a:pt x="156" y="98"/>
                  </a:lnTo>
                  <a:lnTo>
                    <a:pt x="137" y="74"/>
                  </a:lnTo>
                  <a:lnTo>
                    <a:pt x="119" y="52"/>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8" y="81"/>
                  </a:lnTo>
                  <a:lnTo>
                    <a:pt x="147" y="105"/>
                  </a:lnTo>
                  <a:lnTo>
                    <a:pt x="164" y="132"/>
                  </a:lnTo>
                  <a:lnTo>
                    <a:pt x="178" y="161"/>
                  </a:lnTo>
                  <a:lnTo>
                    <a:pt x="193" y="193"/>
                  </a:lnTo>
                  <a:lnTo>
                    <a:pt x="204" y="227"/>
                  </a:lnTo>
                  <a:lnTo>
                    <a:pt x="215" y="264"/>
                  </a:lnTo>
                  <a:lnTo>
                    <a:pt x="223" y="301"/>
                  </a:lnTo>
                  <a:lnTo>
                    <a:pt x="229" y="341"/>
                  </a:lnTo>
                  <a:lnTo>
                    <a:pt x="232" y="382"/>
                  </a:lnTo>
                  <a:lnTo>
                    <a:pt x="234"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44108" name="Freeform 126"/>
            <p:cNvSpPr>
              <a:spLocks/>
            </p:cNvSpPr>
            <p:nvPr/>
          </p:nvSpPr>
          <p:spPr bwMode="auto">
            <a:xfrm>
              <a:off x="1552" y="1836"/>
              <a:ext cx="49" cy="85"/>
            </a:xfrm>
            <a:custGeom>
              <a:avLst/>
              <a:gdLst>
                <a:gd name="T0" fmla="*/ 0 w 245"/>
                <a:gd name="T1" fmla="*/ 3 h 425"/>
                <a:gd name="T2" fmla="*/ 0 w 245"/>
                <a:gd name="T3" fmla="*/ 3 h 425"/>
                <a:gd name="T4" fmla="*/ 0 w 245"/>
                <a:gd name="T5" fmla="*/ 3 h 425"/>
                <a:gd name="T6" fmla="*/ 0 w 245"/>
                <a:gd name="T7" fmla="*/ 3 h 425"/>
                <a:gd name="T8" fmla="*/ 1 w 245"/>
                <a:gd name="T9" fmla="*/ 3 h 425"/>
                <a:gd name="T10" fmla="*/ 1 w 245"/>
                <a:gd name="T11" fmla="*/ 3 h 425"/>
                <a:gd name="T12" fmla="*/ 1 w 245"/>
                <a:gd name="T13" fmla="*/ 3 h 425"/>
                <a:gd name="T14" fmla="*/ 1 w 245"/>
                <a:gd name="T15" fmla="*/ 3 h 425"/>
                <a:gd name="T16" fmla="*/ 1 w 245"/>
                <a:gd name="T17" fmla="*/ 3 h 425"/>
                <a:gd name="T18" fmla="*/ 1 w 245"/>
                <a:gd name="T19" fmla="*/ 2 h 425"/>
                <a:gd name="T20" fmla="*/ 2 w 245"/>
                <a:gd name="T21" fmla="*/ 2 h 425"/>
                <a:gd name="T22" fmla="*/ 2 w 245"/>
                <a:gd name="T23" fmla="*/ 2 h 425"/>
                <a:gd name="T24" fmla="*/ 2 w 245"/>
                <a:gd name="T25" fmla="*/ 2 h 425"/>
                <a:gd name="T26" fmla="*/ 2 w 245"/>
                <a:gd name="T27" fmla="*/ 1 h 425"/>
                <a:gd name="T28" fmla="*/ 2 w 245"/>
                <a:gd name="T29" fmla="*/ 1 h 425"/>
                <a:gd name="T30" fmla="*/ 2 w 245"/>
                <a:gd name="T31" fmla="*/ 1 h 425"/>
                <a:gd name="T32" fmla="*/ 2 w 245"/>
                <a:gd name="T33" fmla="*/ 0 h 425"/>
                <a:gd name="T34" fmla="*/ 2 w 245"/>
                <a:gd name="T35" fmla="*/ 0 h 425"/>
                <a:gd name="T36" fmla="*/ 2 w 245"/>
                <a:gd name="T37" fmla="*/ 0 h 425"/>
                <a:gd name="T38" fmla="*/ 2 w 245"/>
                <a:gd name="T39" fmla="*/ 0 h 425"/>
                <a:gd name="T40" fmla="*/ 2 w 245"/>
                <a:gd name="T41" fmla="*/ 1 h 425"/>
                <a:gd name="T42" fmla="*/ 2 w 245"/>
                <a:gd name="T43" fmla="*/ 1 h 425"/>
                <a:gd name="T44" fmla="*/ 2 w 245"/>
                <a:gd name="T45" fmla="*/ 1 h 425"/>
                <a:gd name="T46" fmla="*/ 2 w 245"/>
                <a:gd name="T47" fmla="*/ 2 h 425"/>
                <a:gd name="T48" fmla="*/ 2 w 245"/>
                <a:gd name="T49" fmla="*/ 2 h 425"/>
                <a:gd name="T50" fmla="*/ 1 w 245"/>
                <a:gd name="T51" fmla="*/ 2 h 425"/>
                <a:gd name="T52" fmla="*/ 1 w 245"/>
                <a:gd name="T53" fmla="*/ 2 h 425"/>
                <a:gd name="T54" fmla="*/ 1 w 245"/>
                <a:gd name="T55" fmla="*/ 3 h 425"/>
                <a:gd name="T56" fmla="*/ 1 w 245"/>
                <a:gd name="T57" fmla="*/ 3 h 425"/>
                <a:gd name="T58" fmla="*/ 1 w 245"/>
                <a:gd name="T59" fmla="*/ 3 h 425"/>
                <a:gd name="T60" fmla="*/ 1 w 245"/>
                <a:gd name="T61" fmla="*/ 3 h 425"/>
                <a:gd name="T62" fmla="*/ 1 w 245"/>
                <a:gd name="T63" fmla="*/ 3 h 425"/>
                <a:gd name="T64" fmla="*/ 0 w 245"/>
                <a:gd name="T65" fmla="*/ 3 h 425"/>
                <a:gd name="T66" fmla="*/ 0 w 245"/>
                <a:gd name="T67" fmla="*/ 3 h 425"/>
                <a:gd name="T68" fmla="*/ 0 w 245"/>
                <a:gd name="T69" fmla="*/ 3 h 425"/>
                <a:gd name="T70" fmla="*/ 0 w 245"/>
                <a:gd name="T71" fmla="*/ 3 h 425"/>
                <a:gd name="T72" fmla="*/ 0 w 245"/>
                <a:gd name="T73" fmla="*/ 3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5"/>
                <a:gd name="T113" fmla="*/ 245 w 245"/>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5">
                  <a:moveTo>
                    <a:pt x="0" y="425"/>
                  </a:moveTo>
                  <a:lnTo>
                    <a:pt x="0" y="425"/>
                  </a:lnTo>
                  <a:lnTo>
                    <a:pt x="26" y="422"/>
                  </a:lnTo>
                  <a:lnTo>
                    <a:pt x="51" y="417"/>
                  </a:lnTo>
                  <a:lnTo>
                    <a:pt x="74" y="406"/>
                  </a:lnTo>
                  <a:lnTo>
                    <a:pt x="96" y="391"/>
                  </a:lnTo>
                  <a:lnTo>
                    <a:pt x="119" y="373"/>
                  </a:lnTo>
                  <a:lnTo>
                    <a:pt x="137" y="351"/>
                  </a:lnTo>
                  <a:lnTo>
                    <a:pt x="156" y="326"/>
                  </a:lnTo>
                  <a:lnTo>
                    <a:pt x="174" y="299"/>
                  </a:lnTo>
                  <a:lnTo>
                    <a:pt x="190" y="269"/>
                  </a:lnTo>
                  <a:lnTo>
                    <a:pt x="204" y="236"/>
                  </a:lnTo>
                  <a:lnTo>
                    <a:pt x="216" y="202"/>
                  </a:lnTo>
                  <a:lnTo>
                    <a:pt x="226" y="163"/>
                  </a:lnTo>
                  <a:lnTo>
                    <a:pt x="235" y="126"/>
                  </a:lnTo>
                  <a:lnTo>
                    <a:pt x="241" y="86"/>
                  </a:lnTo>
                  <a:lnTo>
                    <a:pt x="244" y="43"/>
                  </a:lnTo>
                  <a:lnTo>
                    <a:pt x="245" y="0"/>
                  </a:lnTo>
                  <a:lnTo>
                    <a:pt x="234" y="0"/>
                  </a:lnTo>
                  <a:lnTo>
                    <a:pt x="232" y="43"/>
                  </a:lnTo>
                  <a:lnTo>
                    <a:pt x="229" y="84"/>
                  </a:lnTo>
                  <a:lnTo>
                    <a:pt x="223" y="123"/>
                  </a:lnTo>
                  <a:lnTo>
                    <a:pt x="215" y="161"/>
                  </a:lnTo>
                  <a:lnTo>
                    <a:pt x="204" y="197"/>
                  </a:lnTo>
                  <a:lnTo>
                    <a:pt x="193" y="231"/>
                  </a:lnTo>
                  <a:lnTo>
                    <a:pt x="178" y="264"/>
                  </a:lnTo>
                  <a:lnTo>
                    <a:pt x="164" y="292"/>
                  </a:lnTo>
                  <a:lnTo>
                    <a:pt x="147" y="319"/>
                  </a:lnTo>
                  <a:lnTo>
                    <a:pt x="128" y="344"/>
                  </a:lnTo>
                  <a:lnTo>
                    <a:pt x="109" y="364"/>
                  </a:lnTo>
                  <a:lnTo>
                    <a:pt x="89" y="381"/>
                  </a:lnTo>
                  <a:lnTo>
                    <a:pt x="67" y="394"/>
                  </a:lnTo>
                  <a:lnTo>
                    <a:pt x="46" y="405"/>
                  </a:lnTo>
                  <a:lnTo>
                    <a:pt x="24" y="411"/>
                  </a:lnTo>
                  <a:lnTo>
                    <a:pt x="0" y="413"/>
                  </a:lnTo>
                  <a:lnTo>
                    <a:pt x="0" y="425"/>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44109" name="Freeform 127"/>
            <p:cNvSpPr>
              <a:spLocks/>
            </p:cNvSpPr>
            <p:nvPr/>
          </p:nvSpPr>
          <p:spPr bwMode="auto">
            <a:xfrm>
              <a:off x="1502" y="1836"/>
              <a:ext cx="50" cy="85"/>
            </a:xfrm>
            <a:custGeom>
              <a:avLst/>
              <a:gdLst>
                <a:gd name="T0" fmla="*/ 0 w 246"/>
                <a:gd name="T1" fmla="*/ 0 h 425"/>
                <a:gd name="T2" fmla="*/ 0 w 246"/>
                <a:gd name="T3" fmla="*/ 0 h 425"/>
                <a:gd name="T4" fmla="*/ 0 w 246"/>
                <a:gd name="T5" fmla="*/ 0 h 425"/>
                <a:gd name="T6" fmla="*/ 0 w 246"/>
                <a:gd name="T7" fmla="*/ 1 h 425"/>
                <a:gd name="T8" fmla="*/ 0 w 246"/>
                <a:gd name="T9" fmla="*/ 1 h 425"/>
                <a:gd name="T10" fmla="*/ 0 w 246"/>
                <a:gd name="T11" fmla="*/ 1 h 425"/>
                <a:gd name="T12" fmla="*/ 0 w 246"/>
                <a:gd name="T13" fmla="*/ 2 h 425"/>
                <a:gd name="T14" fmla="*/ 0 w 246"/>
                <a:gd name="T15" fmla="*/ 2 h 425"/>
                <a:gd name="T16" fmla="*/ 0 w 246"/>
                <a:gd name="T17" fmla="*/ 2 h 425"/>
                <a:gd name="T18" fmla="*/ 1 w 246"/>
                <a:gd name="T19" fmla="*/ 2 h 425"/>
                <a:gd name="T20" fmla="*/ 1 w 246"/>
                <a:gd name="T21" fmla="*/ 3 h 425"/>
                <a:gd name="T22" fmla="*/ 1 w 246"/>
                <a:gd name="T23" fmla="*/ 3 h 425"/>
                <a:gd name="T24" fmla="*/ 1 w 246"/>
                <a:gd name="T25" fmla="*/ 3 h 425"/>
                <a:gd name="T26" fmla="*/ 1 w 246"/>
                <a:gd name="T27" fmla="*/ 3 h 425"/>
                <a:gd name="T28" fmla="*/ 1 w 246"/>
                <a:gd name="T29" fmla="*/ 3 h 425"/>
                <a:gd name="T30" fmla="*/ 2 w 246"/>
                <a:gd name="T31" fmla="*/ 3 h 425"/>
                <a:gd name="T32" fmla="*/ 2 w 246"/>
                <a:gd name="T33" fmla="*/ 3 h 425"/>
                <a:gd name="T34" fmla="*/ 2 w 246"/>
                <a:gd name="T35" fmla="*/ 3 h 425"/>
                <a:gd name="T36" fmla="*/ 2 w 246"/>
                <a:gd name="T37" fmla="*/ 3 h 425"/>
                <a:gd name="T38" fmla="*/ 2 w 246"/>
                <a:gd name="T39" fmla="*/ 3 h 425"/>
                <a:gd name="T40" fmla="*/ 2 w 246"/>
                <a:gd name="T41" fmla="*/ 3 h 425"/>
                <a:gd name="T42" fmla="*/ 1 w 246"/>
                <a:gd name="T43" fmla="*/ 3 h 425"/>
                <a:gd name="T44" fmla="*/ 1 w 246"/>
                <a:gd name="T45" fmla="*/ 3 h 425"/>
                <a:gd name="T46" fmla="*/ 1 w 246"/>
                <a:gd name="T47" fmla="*/ 3 h 425"/>
                <a:gd name="T48" fmla="*/ 1 w 246"/>
                <a:gd name="T49" fmla="*/ 3 h 425"/>
                <a:gd name="T50" fmla="*/ 1 w 246"/>
                <a:gd name="T51" fmla="*/ 3 h 425"/>
                <a:gd name="T52" fmla="*/ 1 w 246"/>
                <a:gd name="T53" fmla="*/ 2 h 425"/>
                <a:gd name="T54" fmla="*/ 1 w 246"/>
                <a:gd name="T55" fmla="*/ 2 h 425"/>
                <a:gd name="T56" fmla="*/ 0 w 246"/>
                <a:gd name="T57" fmla="*/ 2 h 425"/>
                <a:gd name="T58" fmla="*/ 0 w 246"/>
                <a:gd name="T59" fmla="*/ 2 h 425"/>
                <a:gd name="T60" fmla="*/ 0 w 246"/>
                <a:gd name="T61" fmla="*/ 1 h 425"/>
                <a:gd name="T62" fmla="*/ 0 w 246"/>
                <a:gd name="T63" fmla="*/ 1 h 425"/>
                <a:gd name="T64" fmla="*/ 0 w 246"/>
                <a:gd name="T65" fmla="*/ 1 h 425"/>
                <a:gd name="T66" fmla="*/ 0 w 246"/>
                <a:gd name="T67" fmla="*/ 0 h 425"/>
                <a:gd name="T68" fmla="*/ 0 w 246"/>
                <a:gd name="T69" fmla="*/ 0 h 425"/>
                <a:gd name="T70" fmla="*/ 0 w 246"/>
                <a:gd name="T71" fmla="*/ 0 h 425"/>
                <a:gd name="T72" fmla="*/ 0 w 246"/>
                <a:gd name="T73" fmla="*/ 0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5"/>
                <a:gd name="T113" fmla="*/ 246 w 246"/>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5">
                  <a:moveTo>
                    <a:pt x="0" y="0"/>
                  </a:moveTo>
                  <a:lnTo>
                    <a:pt x="0" y="0"/>
                  </a:lnTo>
                  <a:lnTo>
                    <a:pt x="2" y="43"/>
                  </a:lnTo>
                  <a:lnTo>
                    <a:pt x="5" y="86"/>
                  </a:lnTo>
                  <a:lnTo>
                    <a:pt x="11" y="126"/>
                  </a:lnTo>
                  <a:lnTo>
                    <a:pt x="19" y="163"/>
                  </a:lnTo>
                  <a:lnTo>
                    <a:pt x="30" y="202"/>
                  </a:lnTo>
                  <a:lnTo>
                    <a:pt x="41" y="236"/>
                  </a:lnTo>
                  <a:lnTo>
                    <a:pt x="55" y="269"/>
                  </a:lnTo>
                  <a:lnTo>
                    <a:pt x="73" y="299"/>
                  </a:lnTo>
                  <a:lnTo>
                    <a:pt x="89" y="326"/>
                  </a:lnTo>
                  <a:lnTo>
                    <a:pt x="108" y="351"/>
                  </a:lnTo>
                  <a:lnTo>
                    <a:pt x="128" y="373"/>
                  </a:lnTo>
                  <a:lnTo>
                    <a:pt x="150" y="391"/>
                  </a:lnTo>
                  <a:lnTo>
                    <a:pt x="171" y="406"/>
                  </a:lnTo>
                  <a:lnTo>
                    <a:pt x="196" y="417"/>
                  </a:lnTo>
                  <a:lnTo>
                    <a:pt x="221" y="422"/>
                  </a:lnTo>
                  <a:lnTo>
                    <a:pt x="246" y="425"/>
                  </a:lnTo>
                  <a:lnTo>
                    <a:pt x="246" y="413"/>
                  </a:lnTo>
                  <a:lnTo>
                    <a:pt x="223" y="411"/>
                  </a:lnTo>
                  <a:lnTo>
                    <a:pt x="201" y="405"/>
                  </a:lnTo>
                  <a:lnTo>
                    <a:pt x="178" y="394"/>
                  </a:lnTo>
                  <a:lnTo>
                    <a:pt x="157" y="381"/>
                  </a:lnTo>
                  <a:lnTo>
                    <a:pt x="137" y="364"/>
                  </a:lnTo>
                  <a:lnTo>
                    <a:pt x="117" y="344"/>
                  </a:lnTo>
                  <a:lnTo>
                    <a:pt x="99" y="319"/>
                  </a:lnTo>
                  <a:lnTo>
                    <a:pt x="82" y="292"/>
                  </a:lnTo>
                  <a:lnTo>
                    <a:pt x="67" y="264"/>
                  </a:lnTo>
                  <a:lnTo>
                    <a:pt x="53" y="231"/>
                  </a:lnTo>
                  <a:lnTo>
                    <a:pt x="41" y="197"/>
                  </a:lnTo>
                  <a:lnTo>
                    <a:pt x="31" y="161"/>
                  </a:lnTo>
                  <a:lnTo>
                    <a:pt x="23" y="123"/>
                  </a:lnTo>
                  <a:lnTo>
                    <a:pt x="17" y="84"/>
                  </a:lnTo>
                  <a:lnTo>
                    <a:pt x="13" y="4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44110" name="Freeform 128"/>
            <p:cNvSpPr>
              <a:spLocks/>
            </p:cNvSpPr>
            <p:nvPr/>
          </p:nvSpPr>
          <p:spPr bwMode="auto">
            <a:xfrm>
              <a:off x="1502" y="1751"/>
              <a:ext cx="50" cy="85"/>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2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1" y="2"/>
                  </a:lnTo>
                  <a:lnTo>
                    <a:pt x="196" y="8"/>
                  </a:lnTo>
                  <a:lnTo>
                    <a:pt x="171" y="19"/>
                  </a:lnTo>
                  <a:lnTo>
                    <a:pt x="150" y="34"/>
                  </a:lnTo>
                  <a:lnTo>
                    <a:pt x="128" y="52"/>
                  </a:lnTo>
                  <a:lnTo>
                    <a:pt x="108" y="74"/>
                  </a:lnTo>
                  <a:lnTo>
                    <a:pt x="89" y="98"/>
                  </a:lnTo>
                  <a:lnTo>
                    <a:pt x="73" y="125"/>
                  </a:lnTo>
                  <a:lnTo>
                    <a:pt x="55" y="156"/>
                  </a:lnTo>
                  <a:lnTo>
                    <a:pt x="41" y="189"/>
                  </a:lnTo>
                  <a:lnTo>
                    <a:pt x="30" y="223"/>
                  </a:lnTo>
                  <a:lnTo>
                    <a:pt x="19" y="261"/>
                  </a:lnTo>
                  <a:lnTo>
                    <a:pt x="11" y="299"/>
                  </a:lnTo>
                  <a:lnTo>
                    <a:pt x="5" y="339"/>
                  </a:lnTo>
                  <a:lnTo>
                    <a:pt x="2" y="382"/>
                  </a:lnTo>
                  <a:lnTo>
                    <a:pt x="0" y="424"/>
                  </a:lnTo>
                  <a:lnTo>
                    <a:pt x="12" y="424"/>
                  </a:lnTo>
                  <a:lnTo>
                    <a:pt x="13" y="382"/>
                  </a:lnTo>
                  <a:lnTo>
                    <a:pt x="17" y="341"/>
                  </a:lnTo>
                  <a:lnTo>
                    <a:pt x="23" y="301"/>
                  </a:lnTo>
                  <a:lnTo>
                    <a:pt x="31" y="264"/>
                  </a:lnTo>
                  <a:lnTo>
                    <a:pt x="41" y="227"/>
                  </a:lnTo>
                  <a:lnTo>
                    <a:pt x="53" y="193"/>
                  </a:lnTo>
                  <a:lnTo>
                    <a:pt x="67" y="161"/>
                  </a:lnTo>
                  <a:lnTo>
                    <a:pt x="82" y="132"/>
                  </a:lnTo>
                  <a:lnTo>
                    <a:pt x="99" y="105"/>
                  </a:lnTo>
                  <a:lnTo>
                    <a:pt x="117" y="81"/>
                  </a:lnTo>
                  <a:lnTo>
                    <a:pt x="137" y="61"/>
                  </a:lnTo>
                  <a:lnTo>
                    <a:pt x="157" y="43"/>
                  </a:lnTo>
                  <a:lnTo>
                    <a:pt x="178" y="30"/>
                  </a:lnTo>
                  <a:lnTo>
                    <a:pt x="201" y="20"/>
                  </a:lnTo>
                  <a:lnTo>
                    <a:pt x="223" y="14"/>
                  </a:lnTo>
                  <a:lnTo>
                    <a:pt x="246" y="12"/>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44111" name="Freeform 129"/>
            <p:cNvSpPr>
              <a:spLocks/>
            </p:cNvSpPr>
            <p:nvPr/>
          </p:nvSpPr>
          <p:spPr bwMode="auto">
            <a:xfrm>
              <a:off x="1565" y="2016"/>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0" y="339"/>
                  </a:lnTo>
                  <a:lnTo>
                    <a:pt x="234" y="299"/>
                  </a:lnTo>
                  <a:lnTo>
                    <a:pt x="226" y="261"/>
                  </a:lnTo>
                  <a:lnTo>
                    <a:pt x="216" y="223"/>
                  </a:lnTo>
                  <a:lnTo>
                    <a:pt x="204" y="189"/>
                  </a:lnTo>
                  <a:lnTo>
                    <a:pt x="190" y="156"/>
                  </a:lnTo>
                  <a:lnTo>
                    <a:pt x="174" y="125"/>
                  </a:lnTo>
                  <a:lnTo>
                    <a:pt x="156" y="98"/>
                  </a:lnTo>
                  <a:lnTo>
                    <a:pt x="138" y="74"/>
                  </a:lnTo>
                  <a:lnTo>
                    <a:pt x="118" y="51"/>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9" y="81"/>
                  </a:lnTo>
                  <a:lnTo>
                    <a:pt x="147" y="105"/>
                  </a:lnTo>
                  <a:lnTo>
                    <a:pt x="164" y="132"/>
                  </a:lnTo>
                  <a:lnTo>
                    <a:pt x="178" y="160"/>
                  </a:lnTo>
                  <a:lnTo>
                    <a:pt x="192" y="193"/>
                  </a:lnTo>
                  <a:lnTo>
                    <a:pt x="204" y="227"/>
                  </a:lnTo>
                  <a:lnTo>
                    <a:pt x="215" y="264"/>
                  </a:lnTo>
                  <a:lnTo>
                    <a:pt x="223" y="301"/>
                  </a:lnTo>
                  <a:lnTo>
                    <a:pt x="229"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44112" name="Freeform 130"/>
            <p:cNvSpPr>
              <a:spLocks/>
            </p:cNvSpPr>
            <p:nvPr/>
          </p:nvSpPr>
          <p:spPr bwMode="auto">
            <a:xfrm>
              <a:off x="1565" y="2101"/>
              <a:ext cx="49" cy="85"/>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6" y="423"/>
                  </a:lnTo>
                  <a:lnTo>
                    <a:pt x="51" y="418"/>
                  </a:lnTo>
                  <a:lnTo>
                    <a:pt x="74" y="407"/>
                  </a:lnTo>
                  <a:lnTo>
                    <a:pt x="96" y="392"/>
                  </a:lnTo>
                  <a:lnTo>
                    <a:pt x="118" y="373"/>
                  </a:lnTo>
                  <a:lnTo>
                    <a:pt x="138" y="351"/>
                  </a:lnTo>
                  <a:lnTo>
                    <a:pt x="156" y="327"/>
                  </a:lnTo>
                  <a:lnTo>
                    <a:pt x="175" y="299"/>
                  </a:lnTo>
                  <a:lnTo>
                    <a:pt x="190" y="269"/>
                  </a:lnTo>
                  <a:lnTo>
                    <a:pt x="204" y="236"/>
                  </a:lnTo>
                  <a:lnTo>
                    <a:pt x="216" y="202"/>
                  </a:lnTo>
                  <a:lnTo>
                    <a:pt x="226" y="164"/>
                  </a:lnTo>
                  <a:lnTo>
                    <a:pt x="234" y="126"/>
                  </a:lnTo>
                  <a:lnTo>
                    <a:pt x="240" y="86"/>
                  </a:lnTo>
                  <a:lnTo>
                    <a:pt x="244" y="42"/>
                  </a:lnTo>
                  <a:lnTo>
                    <a:pt x="245" y="0"/>
                  </a:lnTo>
                  <a:lnTo>
                    <a:pt x="233" y="0"/>
                  </a:lnTo>
                  <a:lnTo>
                    <a:pt x="232" y="42"/>
                  </a:lnTo>
                  <a:lnTo>
                    <a:pt x="229" y="83"/>
                  </a:lnTo>
                  <a:lnTo>
                    <a:pt x="223" y="123"/>
                  </a:lnTo>
                  <a:lnTo>
                    <a:pt x="215" y="162"/>
                  </a:lnTo>
                  <a:lnTo>
                    <a:pt x="204" y="197"/>
                  </a:lnTo>
                  <a:lnTo>
                    <a:pt x="192" y="231"/>
                  </a:lnTo>
                  <a:lnTo>
                    <a:pt x="178" y="264"/>
                  </a:lnTo>
                  <a:lnTo>
                    <a:pt x="163" y="292"/>
                  </a:lnTo>
                  <a:lnTo>
                    <a:pt x="147" y="320"/>
                  </a:lnTo>
                  <a:lnTo>
                    <a:pt x="129" y="344"/>
                  </a:lnTo>
                  <a:lnTo>
                    <a:pt x="109" y="364"/>
                  </a:lnTo>
                  <a:lnTo>
                    <a:pt x="89" y="382"/>
                  </a:lnTo>
                  <a:lnTo>
                    <a:pt x="67" y="395"/>
                  </a:lnTo>
                  <a:lnTo>
                    <a:pt x="46" y="406"/>
                  </a:lnTo>
                  <a:lnTo>
                    <a:pt x="24"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44113" name="Freeform 131"/>
            <p:cNvSpPr>
              <a:spLocks/>
            </p:cNvSpPr>
            <p:nvPr/>
          </p:nvSpPr>
          <p:spPr bwMode="auto">
            <a:xfrm>
              <a:off x="1516" y="2101"/>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5" y="86"/>
                  </a:lnTo>
                  <a:lnTo>
                    <a:pt x="11" y="126"/>
                  </a:lnTo>
                  <a:lnTo>
                    <a:pt x="19" y="164"/>
                  </a:lnTo>
                  <a:lnTo>
                    <a:pt x="30" y="202"/>
                  </a:lnTo>
                  <a:lnTo>
                    <a:pt x="41" y="236"/>
                  </a:lnTo>
                  <a:lnTo>
                    <a:pt x="55" y="269"/>
                  </a:lnTo>
                  <a:lnTo>
                    <a:pt x="71" y="299"/>
                  </a:lnTo>
                  <a:lnTo>
                    <a:pt x="89" y="327"/>
                  </a:lnTo>
                  <a:lnTo>
                    <a:pt x="107" y="351"/>
                  </a:lnTo>
                  <a:lnTo>
                    <a:pt x="127" y="373"/>
                  </a:lnTo>
                  <a:lnTo>
                    <a:pt x="149" y="392"/>
                  </a:lnTo>
                  <a:lnTo>
                    <a:pt x="171" y="407"/>
                  </a:lnTo>
                  <a:lnTo>
                    <a:pt x="195" y="418"/>
                  </a:lnTo>
                  <a:lnTo>
                    <a:pt x="219" y="423"/>
                  </a:lnTo>
                  <a:lnTo>
                    <a:pt x="245" y="426"/>
                  </a:lnTo>
                  <a:lnTo>
                    <a:pt x="245" y="414"/>
                  </a:lnTo>
                  <a:lnTo>
                    <a:pt x="222" y="412"/>
                  </a:lnTo>
                  <a:lnTo>
                    <a:pt x="199" y="406"/>
                  </a:lnTo>
                  <a:lnTo>
                    <a:pt x="178" y="395"/>
                  </a:lnTo>
                  <a:lnTo>
                    <a:pt x="156" y="382"/>
                  </a:lnTo>
                  <a:lnTo>
                    <a:pt x="136" y="364"/>
                  </a:lnTo>
                  <a:lnTo>
                    <a:pt x="116" y="344"/>
                  </a:lnTo>
                  <a:lnTo>
                    <a:pt x="99" y="320"/>
                  </a:lnTo>
                  <a:lnTo>
                    <a:pt x="82" y="292"/>
                  </a:lnTo>
                  <a:lnTo>
                    <a:pt x="67" y="264"/>
                  </a:lnTo>
                  <a:lnTo>
                    <a:pt x="53" y="231"/>
                  </a:lnTo>
                  <a:lnTo>
                    <a:pt x="41" y="197"/>
                  </a:lnTo>
                  <a:lnTo>
                    <a:pt x="31" y="162"/>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44114" name="Freeform 132"/>
            <p:cNvSpPr>
              <a:spLocks/>
            </p:cNvSpPr>
            <p:nvPr/>
          </p:nvSpPr>
          <p:spPr bwMode="auto">
            <a:xfrm>
              <a:off x="1516" y="2016"/>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5" y="8"/>
                  </a:lnTo>
                  <a:lnTo>
                    <a:pt x="171" y="19"/>
                  </a:lnTo>
                  <a:lnTo>
                    <a:pt x="149" y="34"/>
                  </a:lnTo>
                  <a:lnTo>
                    <a:pt x="127" y="51"/>
                  </a:lnTo>
                  <a:lnTo>
                    <a:pt x="107" y="74"/>
                  </a:lnTo>
                  <a:lnTo>
                    <a:pt x="89" y="98"/>
                  </a:lnTo>
                  <a:lnTo>
                    <a:pt x="72" y="125"/>
                  </a:lnTo>
                  <a:lnTo>
                    <a:pt x="55" y="156"/>
                  </a:lnTo>
                  <a:lnTo>
                    <a:pt x="41" y="189"/>
                  </a:lnTo>
                  <a:lnTo>
                    <a:pt x="30" y="223"/>
                  </a:lnTo>
                  <a:lnTo>
                    <a:pt x="19" y="261"/>
                  </a:lnTo>
                  <a:lnTo>
                    <a:pt x="11" y="299"/>
                  </a:lnTo>
                  <a:lnTo>
                    <a:pt x="5" y="339"/>
                  </a:lnTo>
                  <a:lnTo>
                    <a:pt x="1" y="382"/>
                  </a:lnTo>
                  <a:lnTo>
                    <a:pt x="0" y="424"/>
                  </a:lnTo>
                  <a:lnTo>
                    <a:pt x="12" y="424"/>
                  </a:lnTo>
                  <a:lnTo>
                    <a:pt x="13" y="382"/>
                  </a:lnTo>
                  <a:lnTo>
                    <a:pt x="17" y="341"/>
                  </a:lnTo>
                  <a:lnTo>
                    <a:pt x="23" y="301"/>
                  </a:lnTo>
                  <a:lnTo>
                    <a:pt x="31" y="264"/>
                  </a:lnTo>
                  <a:lnTo>
                    <a:pt x="41" y="227"/>
                  </a:lnTo>
                  <a:lnTo>
                    <a:pt x="53" y="193"/>
                  </a:lnTo>
                  <a:lnTo>
                    <a:pt x="67" y="160"/>
                  </a:lnTo>
                  <a:lnTo>
                    <a:pt x="81" y="132"/>
                  </a:lnTo>
                  <a:lnTo>
                    <a:pt x="99" y="105"/>
                  </a:lnTo>
                  <a:lnTo>
                    <a:pt x="116" y="81"/>
                  </a:lnTo>
                  <a:lnTo>
                    <a:pt x="136" y="61"/>
                  </a:lnTo>
                  <a:lnTo>
                    <a:pt x="156" y="43"/>
                  </a:lnTo>
                  <a:lnTo>
                    <a:pt x="178" y="30"/>
                  </a:lnTo>
                  <a:lnTo>
                    <a:pt x="199" y="20"/>
                  </a:lnTo>
                  <a:lnTo>
                    <a:pt x="222"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grpSp>
        <p:nvGrpSpPr>
          <p:cNvPr id="44051" name="Group 143"/>
          <p:cNvGrpSpPr>
            <a:grpSpLocks/>
          </p:cNvGrpSpPr>
          <p:nvPr/>
        </p:nvGrpSpPr>
        <p:grpSpPr bwMode="auto">
          <a:xfrm>
            <a:off x="920750" y="1303338"/>
            <a:ext cx="519113" cy="533400"/>
            <a:chOff x="375" y="2879"/>
            <a:chExt cx="493" cy="511"/>
          </a:xfrm>
        </p:grpSpPr>
        <p:sp>
          <p:nvSpPr>
            <p:cNvPr id="44059" name="Rectangle 144"/>
            <p:cNvSpPr>
              <a:spLocks noChangeArrowheads="1"/>
            </p:cNvSpPr>
            <p:nvPr/>
          </p:nvSpPr>
          <p:spPr bwMode="auto">
            <a:xfrm>
              <a:off x="606" y="2879"/>
              <a:ext cx="262" cy="338"/>
            </a:xfrm>
            <a:prstGeom prst="rect">
              <a:avLst/>
            </a:prstGeom>
            <a:solidFill>
              <a:srgbClr val="FFFF99"/>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44060" name="Rectangle 145"/>
            <p:cNvSpPr>
              <a:spLocks noChangeArrowheads="1"/>
            </p:cNvSpPr>
            <p:nvPr/>
          </p:nvSpPr>
          <p:spPr bwMode="auto">
            <a:xfrm>
              <a:off x="553" y="2921"/>
              <a:ext cx="262" cy="338"/>
            </a:xfrm>
            <a:prstGeom prst="rect">
              <a:avLst/>
            </a:prstGeom>
            <a:solidFill>
              <a:srgbClr val="FFFF99"/>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44061" name="Rectangle 146"/>
            <p:cNvSpPr>
              <a:spLocks noChangeArrowheads="1"/>
            </p:cNvSpPr>
            <p:nvPr/>
          </p:nvSpPr>
          <p:spPr bwMode="auto">
            <a:xfrm>
              <a:off x="493" y="2963"/>
              <a:ext cx="262" cy="338"/>
            </a:xfrm>
            <a:prstGeom prst="rect">
              <a:avLst/>
            </a:prstGeom>
            <a:solidFill>
              <a:srgbClr val="FFFF99"/>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44062" name="Rectangle 147"/>
            <p:cNvSpPr>
              <a:spLocks noChangeArrowheads="1"/>
            </p:cNvSpPr>
            <p:nvPr/>
          </p:nvSpPr>
          <p:spPr bwMode="auto">
            <a:xfrm>
              <a:off x="428" y="3010"/>
              <a:ext cx="262" cy="338"/>
            </a:xfrm>
            <a:prstGeom prst="rect">
              <a:avLst/>
            </a:prstGeom>
            <a:solidFill>
              <a:srgbClr val="FFFF99"/>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44063" name="Rectangle 148"/>
            <p:cNvSpPr>
              <a:spLocks noChangeArrowheads="1"/>
            </p:cNvSpPr>
            <p:nvPr/>
          </p:nvSpPr>
          <p:spPr bwMode="auto">
            <a:xfrm>
              <a:off x="375" y="3052"/>
              <a:ext cx="262" cy="338"/>
            </a:xfrm>
            <a:prstGeom prst="rect">
              <a:avLst/>
            </a:prstGeom>
            <a:solidFill>
              <a:srgbClr val="FFFF99"/>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grpSp>
        <p:nvGrpSpPr>
          <p:cNvPr id="44052" name="Group 149"/>
          <p:cNvGrpSpPr>
            <a:grpSpLocks/>
          </p:cNvGrpSpPr>
          <p:nvPr/>
        </p:nvGrpSpPr>
        <p:grpSpPr bwMode="auto">
          <a:xfrm>
            <a:off x="889000" y="4149725"/>
            <a:ext cx="519113" cy="533400"/>
            <a:chOff x="375" y="2879"/>
            <a:chExt cx="493" cy="511"/>
          </a:xfrm>
        </p:grpSpPr>
        <p:sp>
          <p:nvSpPr>
            <p:cNvPr id="44054" name="Rectangle 150"/>
            <p:cNvSpPr>
              <a:spLocks noChangeArrowheads="1"/>
            </p:cNvSpPr>
            <p:nvPr/>
          </p:nvSpPr>
          <p:spPr bwMode="auto">
            <a:xfrm>
              <a:off x="606" y="2879"/>
              <a:ext cx="262" cy="338"/>
            </a:xfrm>
            <a:prstGeom prst="rect">
              <a:avLst/>
            </a:prstGeom>
            <a:solidFill>
              <a:schemeClr val="bg1"/>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44055" name="Rectangle 151"/>
            <p:cNvSpPr>
              <a:spLocks noChangeArrowheads="1"/>
            </p:cNvSpPr>
            <p:nvPr/>
          </p:nvSpPr>
          <p:spPr bwMode="auto">
            <a:xfrm>
              <a:off x="553" y="2921"/>
              <a:ext cx="262" cy="338"/>
            </a:xfrm>
            <a:prstGeom prst="rect">
              <a:avLst/>
            </a:prstGeom>
            <a:solidFill>
              <a:schemeClr val="bg1"/>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44056" name="Rectangle 152"/>
            <p:cNvSpPr>
              <a:spLocks noChangeArrowheads="1"/>
            </p:cNvSpPr>
            <p:nvPr/>
          </p:nvSpPr>
          <p:spPr bwMode="auto">
            <a:xfrm>
              <a:off x="493" y="2963"/>
              <a:ext cx="262" cy="338"/>
            </a:xfrm>
            <a:prstGeom prst="rect">
              <a:avLst/>
            </a:prstGeom>
            <a:solidFill>
              <a:schemeClr val="bg1"/>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44057" name="Rectangle 153"/>
            <p:cNvSpPr>
              <a:spLocks noChangeArrowheads="1"/>
            </p:cNvSpPr>
            <p:nvPr/>
          </p:nvSpPr>
          <p:spPr bwMode="auto">
            <a:xfrm>
              <a:off x="428" y="3010"/>
              <a:ext cx="262" cy="338"/>
            </a:xfrm>
            <a:prstGeom prst="rect">
              <a:avLst/>
            </a:prstGeom>
            <a:solidFill>
              <a:schemeClr val="bg1"/>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44058" name="Rectangle 154"/>
            <p:cNvSpPr>
              <a:spLocks noChangeArrowheads="1"/>
            </p:cNvSpPr>
            <p:nvPr/>
          </p:nvSpPr>
          <p:spPr bwMode="auto">
            <a:xfrm>
              <a:off x="375" y="3052"/>
              <a:ext cx="262" cy="338"/>
            </a:xfrm>
            <a:prstGeom prst="rect">
              <a:avLst/>
            </a:prstGeom>
            <a:solidFill>
              <a:schemeClr val="bg1"/>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sp>
        <p:nvSpPr>
          <p:cNvPr id="44053" name="AutoShape 159"/>
          <p:cNvSpPr>
            <a:spLocks noChangeArrowheads="1"/>
          </p:cNvSpPr>
          <p:nvPr/>
        </p:nvSpPr>
        <p:spPr bwMode="auto">
          <a:xfrm>
            <a:off x="5421313" y="1385888"/>
            <a:ext cx="2705100" cy="2987675"/>
          </a:xfrm>
          <a:prstGeom prst="roundRect">
            <a:avLst>
              <a:gd name="adj" fmla="val 16667"/>
            </a:avLst>
          </a:prstGeom>
          <a:noFill/>
          <a:ln w="6350" algn="ctr">
            <a:solidFill>
              <a:schemeClr val="tx2"/>
            </a:solidFill>
            <a:prstDash val="lgDash"/>
            <a:round/>
            <a:headEnd/>
            <a:tailEnd/>
          </a:ln>
          <a:extLst>
            <a:ext uri="{909E8E84-426E-40DD-AFC4-6F175D3DCCD1}">
              <a14:hiddenFill xmlns:a14="http://schemas.microsoft.com/office/drawing/2010/main">
                <a:solidFill>
                  <a:srgbClr val="FFFFFF"/>
                </a:solidFill>
              </a14:hiddenFill>
            </a:ext>
          </a:extLst>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Tree>
  </p:cSld>
  <p:clrMapOvr>
    <a:masterClrMapping/>
  </p:clrMapOvr>
  <p:transition/>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5058" name="Rectangle 2"/>
          <p:cNvSpPr>
            <a:spLocks noGrp="1" noChangeArrowheads="1"/>
          </p:cNvSpPr>
          <p:nvPr>
            <p:ph type="title"/>
          </p:nvPr>
        </p:nvSpPr>
        <p:spPr/>
        <p:txBody>
          <a:bodyPr/>
          <a:lstStyle/>
          <a:p>
            <a:pPr eaLnBrk="1" hangingPunct="1"/>
            <a:r>
              <a:rPr lang="fr-FR" altLang="fr-FR"/>
              <a:t>Ce qui vous est demandé :</a:t>
            </a:r>
          </a:p>
        </p:txBody>
      </p:sp>
      <p:sp>
        <p:nvSpPr>
          <p:cNvPr id="45059" name="Rectangle 13"/>
          <p:cNvSpPr>
            <a:spLocks noGrp="1" noChangeArrowheads="1"/>
          </p:cNvSpPr>
          <p:nvPr>
            <p:ph type="body" idx="1"/>
          </p:nvPr>
        </p:nvSpPr>
        <p:spPr>
          <a:xfrm>
            <a:off x="220663" y="1011238"/>
            <a:ext cx="8229600" cy="2087562"/>
          </a:xfrm>
        </p:spPr>
        <p:txBody>
          <a:bodyPr/>
          <a:lstStyle/>
          <a:p>
            <a:pPr marL="381000" indent="-381000" eaLnBrk="1" hangingPunct="1"/>
            <a:r>
              <a:rPr lang="fr-FR" altLang="fr-FR" dirty="0">
                <a:solidFill>
                  <a:srgbClr val="FC2C1C"/>
                </a:solidFill>
              </a:rPr>
              <a:t>1. Programmer la production</a:t>
            </a:r>
            <a:r>
              <a:rPr lang="fr-FR" altLang="fr-FR" dirty="0"/>
              <a:t>, c’est-à-dire décider ce que</a:t>
            </a:r>
            <a:br>
              <a:rPr lang="fr-FR" altLang="fr-FR" dirty="0"/>
            </a:br>
            <a:r>
              <a:rPr lang="fr-FR" altLang="fr-FR" dirty="0"/>
              <a:t>vous allez produire pendant la semaine sur chacun des postes.</a:t>
            </a:r>
          </a:p>
          <a:p>
            <a:pPr marL="800100" lvl="1" indent="-342900" eaLnBrk="1" hangingPunct="1">
              <a:buFontTx/>
              <a:buChar char="•"/>
            </a:pPr>
            <a:r>
              <a:rPr lang="fr-FR" altLang="fr-FR" dirty="0"/>
              <a:t>La feuille Calcul des besoins vous aidera à faire les calculs.</a:t>
            </a:r>
          </a:p>
          <a:p>
            <a:pPr marL="800100" lvl="1" indent="-342900" eaLnBrk="1" hangingPunct="1">
              <a:buFontTx/>
              <a:buChar char="•"/>
            </a:pPr>
            <a:r>
              <a:rPr lang="fr-FR" altLang="fr-FR" dirty="0"/>
              <a:t>Vous noterez votre programme sur la feuille de Suivi.</a:t>
            </a:r>
          </a:p>
        </p:txBody>
      </p:sp>
      <p:sp>
        <p:nvSpPr>
          <p:cNvPr id="45064" name="Rectangle 15"/>
          <p:cNvSpPr>
            <a:spLocks noChangeArrowheads="1"/>
          </p:cNvSpPr>
          <p:nvPr/>
        </p:nvSpPr>
        <p:spPr bwMode="auto">
          <a:xfrm>
            <a:off x="274638" y="3563938"/>
            <a:ext cx="8229600" cy="235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marL="381000" indent="-381000" algn="l" eaLnBrk="0" hangingPunct="0">
              <a:spcBef>
                <a:spcPct val="20000"/>
              </a:spcBef>
              <a:buChar char="•"/>
              <a:defRPr sz="2000">
                <a:solidFill>
                  <a:schemeClr val="accent2"/>
                </a:solidFill>
                <a:latin typeface="Arial" pitchFamily="34" charset="0"/>
              </a:defRPr>
            </a:lvl1pPr>
            <a:lvl2pPr marL="800100" indent="-34290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eaLnBrk="1" hangingPunct="1"/>
            <a:r>
              <a:rPr lang="fr-FR" altLang="fr-FR" dirty="0">
                <a:solidFill>
                  <a:srgbClr val="FC2C1C"/>
                </a:solidFill>
              </a:rPr>
              <a:t>2. Produire</a:t>
            </a:r>
            <a:r>
              <a:rPr lang="fr-FR" altLang="fr-FR" dirty="0"/>
              <a:t> </a:t>
            </a:r>
            <a:r>
              <a:rPr lang="fr-FR" altLang="fr-FR" dirty="0">
                <a:solidFill>
                  <a:schemeClr val="tx1">
                    <a:lumMod val="65000"/>
                    <a:lumOff val="35000"/>
                  </a:schemeClr>
                </a:solidFill>
              </a:rPr>
              <a:t>en suivant le programme que vous avez établi.</a:t>
            </a:r>
          </a:p>
          <a:p>
            <a:pPr lvl="1" eaLnBrk="1" hangingPunct="1">
              <a:buClr>
                <a:srgbClr val="FF3300"/>
              </a:buClr>
              <a:buFontTx/>
              <a:buChar char="•"/>
            </a:pPr>
            <a:r>
              <a:rPr lang="fr-FR" altLang="fr-FR" sz="1800" dirty="0">
                <a:solidFill>
                  <a:schemeClr val="tx1">
                    <a:lumMod val="65000"/>
                    <a:lumOff val="35000"/>
                  </a:schemeClr>
                </a:solidFill>
                <a:latin typeface="+mn-lt"/>
              </a:rPr>
              <a:t>Vous produirez en respectant les cadences et vous tiendrez</a:t>
            </a:r>
            <a:br>
              <a:rPr lang="fr-FR" altLang="fr-FR" sz="1800" dirty="0">
                <a:solidFill>
                  <a:schemeClr val="tx1">
                    <a:lumMod val="65000"/>
                    <a:lumOff val="35000"/>
                  </a:schemeClr>
                </a:solidFill>
                <a:latin typeface="+mn-lt"/>
              </a:rPr>
            </a:br>
            <a:r>
              <a:rPr lang="fr-FR" altLang="fr-FR" sz="1800" dirty="0">
                <a:solidFill>
                  <a:schemeClr val="tx1">
                    <a:lumMod val="65000"/>
                    <a:lumOff val="35000"/>
                  </a:schemeClr>
                </a:solidFill>
                <a:latin typeface="+mn-lt"/>
              </a:rPr>
              <a:t>compte des incidents affectant votre production.</a:t>
            </a:r>
          </a:p>
          <a:p>
            <a:pPr lvl="1" eaLnBrk="1" hangingPunct="1">
              <a:buClr>
                <a:srgbClr val="FF3300"/>
              </a:buClr>
              <a:buFontTx/>
              <a:buChar char="•"/>
            </a:pPr>
            <a:r>
              <a:rPr lang="fr-FR" altLang="fr-FR" sz="1800" dirty="0">
                <a:solidFill>
                  <a:schemeClr val="tx1">
                    <a:lumMod val="65000"/>
                    <a:lumOff val="35000"/>
                  </a:schemeClr>
                </a:solidFill>
                <a:latin typeface="+mn-lt"/>
              </a:rPr>
              <a:t>Il ne faut pas modifier votre programme en cours de semaine,</a:t>
            </a:r>
            <a:br>
              <a:rPr lang="fr-FR" altLang="fr-FR" sz="1800" dirty="0">
                <a:solidFill>
                  <a:schemeClr val="tx1">
                    <a:lumMod val="65000"/>
                    <a:lumOff val="35000"/>
                  </a:schemeClr>
                </a:solidFill>
                <a:latin typeface="+mn-lt"/>
              </a:rPr>
            </a:br>
            <a:r>
              <a:rPr lang="fr-FR" altLang="fr-FR" sz="1800" dirty="0">
                <a:solidFill>
                  <a:schemeClr val="tx1">
                    <a:lumMod val="65000"/>
                    <a:lumOff val="35000"/>
                  </a:schemeClr>
                </a:solidFill>
                <a:latin typeface="+mn-lt"/>
              </a:rPr>
              <a:t>sauf si le stock est tombé à 0 et qu’il est indispensable de le reconstituer de toute urgence. </a:t>
            </a:r>
          </a:p>
          <a:p>
            <a:pPr lvl="1" eaLnBrk="1" hangingPunct="1">
              <a:buClr>
                <a:srgbClr val="FF3300"/>
              </a:buClr>
              <a:buFontTx/>
              <a:buChar char="•"/>
            </a:pPr>
            <a:endParaRPr lang="fr-FR" altLang="fr-FR" sz="1800" dirty="0">
              <a:solidFill>
                <a:schemeClr val="tx1">
                  <a:lumMod val="65000"/>
                  <a:lumOff val="35000"/>
                </a:schemeClr>
              </a:solidFill>
              <a:latin typeface="+mn-lt"/>
            </a:endParaRPr>
          </a:p>
        </p:txBody>
      </p:sp>
    </p:spTree>
  </p:cSld>
  <p:clrMapOvr>
    <a:masterClrMapping/>
  </p:clrMapOvr>
  <p:transition/>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6082" name="Picture 130"/>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460500" y="1020763"/>
            <a:ext cx="5862638" cy="55784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pic>
      <p:sp>
        <p:nvSpPr>
          <p:cNvPr id="46083" name="Rectangle 2"/>
          <p:cNvSpPr>
            <a:spLocks noGrp="1" noChangeArrowheads="1"/>
          </p:cNvSpPr>
          <p:nvPr>
            <p:ph type="title"/>
          </p:nvPr>
        </p:nvSpPr>
        <p:spPr>
          <a:xfrm>
            <a:off x="430213" y="0"/>
            <a:ext cx="8229600" cy="523875"/>
          </a:xfrm>
        </p:spPr>
        <p:txBody>
          <a:bodyPr/>
          <a:lstStyle/>
          <a:p>
            <a:pPr eaLnBrk="1" hangingPunct="1"/>
            <a:r>
              <a:rPr lang="fr-FR" altLang="fr-FR"/>
              <a:t>Calcul des besoins</a:t>
            </a:r>
          </a:p>
        </p:txBody>
      </p:sp>
      <p:grpSp>
        <p:nvGrpSpPr>
          <p:cNvPr id="2" name="Group 124"/>
          <p:cNvGrpSpPr>
            <a:grpSpLocks/>
          </p:cNvGrpSpPr>
          <p:nvPr/>
        </p:nvGrpSpPr>
        <p:grpSpPr bwMode="auto">
          <a:xfrm>
            <a:off x="131763" y="565150"/>
            <a:ext cx="3348037" cy="938213"/>
            <a:chOff x="83" y="356"/>
            <a:chExt cx="2109" cy="591"/>
          </a:xfrm>
        </p:grpSpPr>
        <p:sp>
          <p:nvSpPr>
            <p:cNvPr id="46103" name="AutoShape 109"/>
            <p:cNvSpPr>
              <a:spLocks/>
            </p:cNvSpPr>
            <p:nvPr/>
          </p:nvSpPr>
          <p:spPr bwMode="auto">
            <a:xfrm>
              <a:off x="83" y="356"/>
              <a:ext cx="1496" cy="306"/>
            </a:xfrm>
            <a:prstGeom prst="borderCallout2">
              <a:avLst>
                <a:gd name="adj1" fmla="val 23528"/>
                <a:gd name="adj2" fmla="val 103208"/>
                <a:gd name="adj3" fmla="val 23528"/>
                <a:gd name="adj4" fmla="val 103208"/>
                <a:gd name="adj5" fmla="val 155884"/>
                <a:gd name="adj6" fmla="val 123662"/>
              </a:avLst>
            </a:prstGeom>
            <a:solidFill>
              <a:srgbClr val="FFFF99"/>
            </a:solidFill>
            <a:ln w="9525">
              <a:solidFill>
                <a:srgbClr val="000000"/>
              </a:solidFill>
              <a:miter lim="800000"/>
              <a:headEnd/>
              <a:tailEnd type="triangle" w="med" len="med"/>
            </a:ln>
          </p:spPr>
          <p:txBody>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1300">
                  <a:solidFill>
                    <a:schemeClr val="tx1"/>
                  </a:solidFill>
                </a:rPr>
                <a:t>Notez ici votre programme de production de produits finis</a:t>
              </a:r>
            </a:p>
          </p:txBody>
        </p:sp>
        <p:sp>
          <p:nvSpPr>
            <p:cNvPr id="46104" name="Oval 111"/>
            <p:cNvSpPr>
              <a:spLocks noChangeArrowheads="1"/>
            </p:cNvSpPr>
            <p:nvPr/>
          </p:nvSpPr>
          <p:spPr bwMode="auto">
            <a:xfrm>
              <a:off x="1959" y="814"/>
              <a:ext cx="233" cy="133"/>
            </a:xfrm>
            <a:prstGeom prst="ellipse">
              <a:avLst/>
            </a:prstGeom>
            <a:noFill/>
            <a:ln w="6350" algn="ctr">
              <a:solidFill>
                <a:srgbClr val="FC2C1C"/>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grpSp>
        <p:nvGrpSpPr>
          <p:cNvPr id="3" name="Group 128"/>
          <p:cNvGrpSpPr>
            <a:grpSpLocks/>
          </p:cNvGrpSpPr>
          <p:nvPr/>
        </p:nvGrpSpPr>
        <p:grpSpPr bwMode="auto">
          <a:xfrm>
            <a:off x="122238" y="1346200"/>
            <a:ext cx="3367087" cy="3409950"/>
            <a:chOff x="77" y="848"/>
            <a:chExt cx="2121" cy="2148"/>
          </a:xfrm>
        </p:grpSpPr>
        <p:grpSp>
          <p:nvGrpSpPr>
            <p:cNvPr id="46098" name="Group 125"/>
            <p:cNvGrpSpPr>
              <a:grpSpLocks/>
            </p:cNvGrpSpPr>
            <p:nvPr/>
          </p:nvGrpSpPr>
          <p:grpSpPr bwMode="auto">
            <a:xfrm>
              <a:off x="77" y="848"/>
              <a:ext cx="2104" cy="432"/>
              <a:chOff x="77" y="848"/>
              <a:chExt cx="2104" cy="432"/>
            </a:xfrm>
          </p:grpSpPr>
          <p:sp>
            <p:nvSpPr>
              <p:cNvPr id="46101" name="AutoShape 112"/>
              <p:cNvSpPr>
                <a:spLocks/>
              </p:cNvSpPr>
              <p:nvPr/>
            </p:nvSpPr>
            <p:spPr bwMode="auto">
              <a:xfrm>
                <a:off x="77" y="848"/>
                <a:ext cx="1496" cy="306"/>
              </a:xfrm>
              <a:prstGeom prst="borderCallout2">
                <a:avLst>
                  <a:gd name="adj1" fmla="val 23528"/>
                  <a:gd name="adj2" fmla="val 103208"/>
                  <a:gd name="adj3" fmla="val 23528"/>
                  <a:gd name="adj4" fmla="val 103208"/>
                  <a:gd name="adj5" fmla="val 105556"/>
                  <a:gd name="adj6" fmla="val 126671"/>
                </a:avLst>
              </a:prstGeom>
              <a:solidFill>
                <a:srgbClr val="FFFF99"/>
              </a:solidFill>
              <a:ln w="9525">
                <a:solidFill>
                  <a:srgbClr val="000000"/>
                </a:solidFill>
                <a:miter lim="800000"/>
                <a:headEnd/>
                <a:tailEnd type="triangle" w="med" len="med"/>
              </a:ln>
            </p:spPr>
            <p:txBody>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1300">
                    <a:solidFill>
                      <a:schemeClr val="tx1"/>
                    </a:solidFill>
                  </a:rPr>
                  <a:t>Reportez ici les besoins de pièces qui en résultent</a:t>
                </a:r>
              </a:p>
            </p:txBody>
          </p:sp>
          <p:sp>
            <p:nvSpPr>
              <p:cNvPr id="46102" name="Oval 115"/>
              <p:cNvSpPr>
                <a:spLocks noChangeArrowheads="1"/>
              </p:cNvSpPr>
              <p:nvPr/>
            </p:nvSpPr>
            <p:spPr bwMode="auto">
              <a:xfrm>
                <a:off x="1948" y="1147"/>
                <a:ext cx="233" cy="133"/>
              </a:xfrm>
              <a:prstGeom prst="ellipse">
                <a:avLst/>
              </a:prstGeom>
              <a:noFill/>
              <a:ln w="6350" algn="ctr">
                <a:solidFill>
                  <a:srgbClr val="FC2C1C"/>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sp>
          <p:nvSpPr>
            <p:cNvPr id="46099" name="Oval 116"/>
            <p:cNvSpPr>
              <a:spLocks noChangeArrowheads="1"/>
            </p:cNvSpPr>
            <p:nvPr/>
          </p:nvSpPr>
          <p:spPr bwMode="auto">
            <a:xfrm>
              <a:off x="1959" y="1839"/>
              <a:ext cx="233" cy="133"/>
            </a:xfrm>
            <a:prstGeom prst="ellipse">
              <a:avLst/>
            </a:prstGeom>
            <a:noFill/>
            <a:ln w="6350" algn="ctr">
              <a:solidFill>
                <a:srgbClr val="FC2C1C"/>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46100" name="Oval 117"/>
            <p:cNvSpPr>
              <a:spLocks noChangeArrowheads="1"/>
            </p:cNvSpPr>
            <p:nvPr/>
          </p:nvSpPr>
          <p:spPr bwMode="auto">
            <a:xfrm>
              <a:off x="1965" y="2863"/>
              <a:ext cx="233" cy="133"/>
            </a:xfrm>
            <a:prstGeom prst="ellipse">
              <a:avLst/>
            </a:prstGeom>
            <a:noFill/>
            <a:ln w="6350" algn="ctr">
              <a:solidFill>
                <a:srgbClr val="FC2C1C"/>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grpSp>
        <p:nvGrpSpPr>
          <p:cNvPr id="5" name="Group 126"/>
          <p:cNvGrpSpPr>
            <a:grpSpLocks/>
          </p:cNvGrpSpPr>
          <p:nvPr/>
        </p:nvGrpSpPr>
        <p:grpSpPr bwMode="auto">
          <a:xfrm>
            <a:off x="2397125" y="1362075"/>
            <a:ext cx="6592888" cy="917575"/>
            <a:chOff x="1510" y="858"/>
            <a:chExt cx="4153" cy="578"/>
          </a:xfrm>
        </p:grpSpPr>
        <p:sp>
          <p:nvSpPr>
            <p:cNvPr id="46094" name="AutoShape 113"/>
            <p:cNvSpPr>
              <a:spLocks/>
            </p:cNvSpPr>
            <p:nvPr/>
          </p:nvSpPr>
          <p:spPr bwMode="auto">
            <a:xfrm>
              <a:off x="4859" y="858"/>
              <a:ext cx="804" cy="578"/>
            </a:xfrm>
            <a:prstGeom prst="borderCallout2">
              <a:avLst>
                <a:gd name="adj1" fmla="val 12458"/>
                <a:gd name="adj2" fmla="val -5972"/>
                <a:gd name="adj3" fmla="val 12458"/>
                <a:gd name="adj4" fmla="val -5972"/>
                <a:gd name="adj5" fmla="val 55019"/>
                <a:gd name="adj6" fmla="val -27736"/>
              </a:avLst>
            </a:prstGeom>
            <a:solidFill>
              <a:srgbClr val="FFFF99"/>
            </a:solidFill>
            <a:ln w="9525">
              <a:solidFill>
                <a:srgbClr val="000000"/>
              </a:solidFill>
              <a:miter lim="800000"/>
              <a:headEnd/>
              <a:tailEnd type="triangle" w="med" len="med"/>
            </a:ln>
          </p:spPr>
          <p:txBody>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1300">
                  <a:solidFill>
                    <a:schemeClr val="tx1"/>
                  </a:solidFill>
                </a:rPr>
                <a:t>Faîtes le total des besoins par type de pièce</a:t>
              </a:r>
            </a:p>
          </p:txBody>
        </p:sp>
        <p:sp>
          <p:nvSpPr>
            <p:cNvPr id="46095" name="Oval 118"/>
            <p:cNvSpPr>
              <a:spLocks noChangeArrowheads="1"/>
            </p:cNvSpPr>
            <p:nvPr/>
          </p:nvSpPr>
          <p:spPr bwMode="auto">
            <a:xfrm>
              <a:off x="1510" y="1142"/>
              <a:ext cx="233" cy="133"/>
            </a:xfrm>
            <a:prstGeom prst="ellipse">
              <a:avLst/>
            </a:prstGeom>
            <a:noFill/>
            <a:ln w="6350" algn="ctr">
              <a:solidFill>
                <a:srgbClr val="FC2C1C"/>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46096" name="Oval 119"/>
            <p:cNvSpPr>
              <a:spLocks noChangeArrowheads="1"/>
            </p:cNvSpPr>
            <p:nvPr/>
          </p:nvSpPr>
          <p:spPr bwMode="auto">
            <a:xfrm>
              <a:off x="2374" y="1142"/>
              <a:ext cx="233" cy="133"/>
            </a:xfrm>
            <a:prstGeom prst="ellipse">
              <a:avLst/>
            </a:prstGeom>
            <a:noFill/>
            <a:ln w="6350" algn="ctr">
              <a:solidFill>
                <a:srgbClr val="FC2C1C"/>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46097" name="Oval 120"/>
            <p:cNvSpPr>
              <a:spLocks noChangeArrowheads="1"/>
            </p:cNvSpPr>
            <p:nvPr/>
          </p:nvSpPr>
          <p:spPr bwMode="auto">
            <a:xfrm>
              <a:off x="4296" y="1147"/>
              <a:ext cx="233" cy="133"/>
            </a:xfrm>
            <a:prstGeom prst="ellipse">
              <a:avLst/>
            </a:prstGeom>
            <a:noFill/>
            <a:ln w="6350" algn="ctr">
              <a:solidFill>
                <a:srgbClr val="FC2C1C"/>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grpSp>
        <p:nvGrpSpPr>
          <p:cNvPr id="6" name="Group 127"/>
          <p:cNvGrpSpPr>
            <a:grpSpLocks/>
          </p:cNvGrpSpPr>
          <p:nvPr/>
        </p:nvGrpSpPr>
        <p:grpSpPr bwMode="auto">
          <a:xfrm>
            <a:off x="2416175" y="5564188"/>
            <a:ext cx="5076825" cy="690562"/>
            <a:chOff x="1510" y="3517"/>
            <a:chExt cx="3289" cy="412"/>
          </a:xfrm>
        </p:grpSpPr>
        <p:sp>
          <p:nvSpPr>
            <p:cNvPr id="46090" name="AutoShape 114"/>
            <p:cNvSpPr>
              <a:spLocks/>
            </p:cNvSpPr>
            <p:nvPr/>
          </p:nvSpPr>
          <p:spPr bwMode="auto">
            <a:xfrm>
              <a:off x="2882" y="3517"/>
              <a:ext cx="1917" cy="412"/>
            </a:xfrm>
            <a:prstGeom prst="borderCallout2">
              <a:avLst>
                <a:gd name="adj1" fmla="val 17477"/>
                <a:gd name="adj2" fmla="val -2505"/>
                <a:gd name="adj3" fmla="val 17477"/>
                <a:gd name="adj4" fmla="val -2505"/>
                <a:gd name="adj5" fmla="val 36653"/>
                <a:gd name="adj6" fmla="val -9079"/>
              </a:avLst>
            </a:prstGeom>
            <a:solidFill>
              <a:srgbClr val="FFFF99"/>
            </a:solidFill>
            <a:ln w="9525">
              <a:solidFill>
                <a:srgbClr val="000000"/>
              </a:solidFill>
              <a:miter lim="800000"/>
              <a:headEnd/>
              <a:tailEnd type="triangle" w="med" len="med"/>
            </a:ln>
          </p:spPr>
          <p:txBody>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1300">
                  <a:solidFill>
                    <a:schemeClr val="tx1"/>
                  </a:solidFill>
                </a:rPr>
                <a:t>Complétez le calcul des couronnes phase A </a:t>
              </a:r>
              <a:r>
                <a:rPr lang="fr-FR" altLang="fr-FR" sz="1400" b="1">
                  <a:solidFill>
                    <a:schemeClr val="tx1"/>
                  </a:solidFill>
                </a:rPr>
                <a:t>blanches</a:t>
              </a:r>
              <a:r>
                <a:rPr lang="fr-FR" altLang="fr-FR" sz="1300">
                  <a:solidFill>
                    <a:schemeClr val="tx1"/>
                  </a:solidFill>
                </a:rPr>
                <a:t> en ajoutant les besoins en pièces détachées.</a:t>
              </a:r>
            </a:p>
          </p:txBody>
        </p:sp>
        <p:sp>
          <p:nvSpPr>
            <p:cNvPr id="46091" name="Oval 121"/>
            <p:cNvSpPr>
              <a:spLocks noChangeArrowheads="1"/>
            </p:cNvSpPr>
            <p:nvPr/>
          </p:nvSpPr>
          <p:spPr bwMode="auto">
            <a:xfrm>
              <a:off x="2402" y="3634"/>
              <a:ext cx="233" cy="133"/>
            </a:xfrm>
            <a:prstGeom prst="ellipse">
              <a:avLst/>
            </a:prstGeom>
            <a:noFill/>
            <a:ln w="6350" algn="ctr">
              <a:solidFill>
                <a:srgbClr val="FC2C1C"/>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46092" name="Oval 122"/>
            <p:cNvSpPr>
              <a:spLocks noChangeArrowheads="1"/>
            </p:cNvSpPr>
            <p:nvPr/>
          </p:nvSpPr>
          <p:spPr bwMode="auto">
            <a:xfrm>
              <a:off x="1953" y="3645"/>
              <a:ext cx="233" cy="133"/>
            </a:xfrm>
            <a:prstGeom prst="ellipse">
              <a:avLst/>
            </a:prstGeom>
            <a:noFill/>
            <a:ln w="6350" algn="ctr">
              <a:solidFill>
                <a:srgbClr val="FC2C1C"/>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46093" name="Oval 123"/>
            <p:cNvSpPr>
              <a:spLocks noChangeArrowheads="1"/>
            </p:cNvSpPr>
            <p:nvPr/>
          </p:nvSpPr>
          <p:spPr bwMode="auto">
            <a:xfrm>
              <a:off x="1510" y="3639"/>
              <a:ext cx="233" cy="133"/>
            </a:xfrm>
            <a:prstGeom prst="ellipse">
              <a:avLst/>
            </a:prstGeom>
            <a:noFill/>
            <a:ln w="6350" algn="ctr">
              <a:solidFill>
                <a:srgbClr val="FC2C1C"/>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4" presetClass="entr" presetSubtype="16" fill="hold"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box(in)">
                                      <p:cBhvr>
                                        <p:cTn id="7" dur="500"/>
                                        <p:tgtEl>
                                          <p:spTgt spid="2"/>
                                        </p:tgtEl>
                                      </p:cBhvr>
                                    </p:animEffect>
                                  </p:childTnLst>
                                </p:cTn>
                              </p:par>
                            </p:childTnLst>
                          </p:cTn>
                        </p:par>
                      </p:childTnLst>
                    </p:cTn>
                  </p:par>
                  <p:par>
                    <p:cTn id="8" fill="hold" nodeType="clickPar">
                      <p:stCondLst>
                        <p:cond delay="indefinite"/>
                      </p:stCondLst>
                      <p:childTnLst>
                        <p:par>
                          <p:cTn id="9" fill="hold" nodeType="withGroup">
                            <p:stCondLst>
                              <p:cond delay="0"/>
                            </p:stCondLst>
                            <p:childTnLst>
                              <p:par>
                                <p:cTn id="10" presetID="4" presetClass="entr" presetSubtype="16" fill="hold" nodeType="clickEffect">
                                  <p:stCondLst>
                                    <p:cond delay="0"/>
                                  </p:stCondLst>
                                  <p:childTnLst>
                                    <p:set>
                                      <p:cBhvr>
                                        <p:cTn id="11" dur="1" fill="hold">
                                          <p:stCondLst>
                                            <p:cond delay="0"/>
                                          </p:stCondLst>
                                        </p:cTn>
                                        <p:tgtEl>
                                          <p:spTgt spid="3"/>
                                        </p:tgtEl>
                                        <p:attrNameLst>
                                          <p:attrName>style.visibility</p:attrName>
                                        </p:attrNameLst>
                                      </p:cBhvr>
                                      <p:to>
                                        <p:strVal val="visible"/>
                                      </p:to>
                                    </p:set>
                                    <p:animEffect transition="in" filter="box(in)">
                                      <p:cBhvr>
                                        <p:cTn id="12" dur="500"/>
                                        <p:tgtEl>
                                          <p:spTgt spid="3"/>
                                        </p:tgtEl>
                                      </p:cBhvr>
                                    </p:animEffect>
                                  </p:childTnLst>
                                </p:cTn>
                              </p:par>
                            </p:childTnLst>
                          </p:cTn>
                        </p:par>
                      </p:childTnLst>
                    </p:cTn>
                  </p:par>
                  <p:par>
                    <p:cTn id="13" fill="hold" nodeType="clickPar">
                      <p:stCondLst>
                        <p:cond delay="indefinite"/>
                      </p:stCondLst>
                      <p:childTnLst>
                        <p:par>
                          <p:cTn id="14" fill="hold" nodeType="withGroup">
                            <p:stCondLst>
                              <p:cond delay="0"/>
                            </p:stCondLst>
                            <p:childTnLst>
                              <p:par>
                                <p:cTn id="15" presetID="4" presetClass="entr" presetSubtype="16" fill="hold"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box(in)">
                                      <p:cBhvr>
                                        <p:cTn id="17" dur="500"/>
                                        <p:tgtEl>
                                          <p:spTgt spid="5"/>
                                        </p:tgtEl>
                                      </p:cBhvr>
                                    </p:animEffect>
                                  </p:childTnLst>
                                </p:cTn>
                              </p:par>
                            </p:childTnLst>
                          </p:cTn>
                        </p:par>
                      </p:childTnLst>
                    </p:cTn>
                  </p:par>
                  <p:par>
                    <p:cTn id="18" fill="hold" nodeType="clickPar">
                      <p:stCondLst>
                        <p:cond delay="indefinite"/>
                      </p:stCondLst>
                      <p:childTnLst>
                        <p:par>
                          <p:cTn id="19" fill="hold" nodeType="withGroup">
                            <p:stCondLst>
                              <p:cond delay="0"/>
                            </p:stCondLst>
                            <p:childTnLst>
                              <p:par>
                                <p:cTn id="20" presetID="4" presetClass="entr" presetSubtype="16" fill="hold"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box(in)">
                                      <p:cBhvr>
                                        <p:cTn id="22"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7106" name="Rectangle 2"/>
          <p:cNvSpPr>
            <a:spLocks noGrp="1" noChangeArrowheads="1"/>
          </p:cNvSpPr>
          <p:nvPr>
            <p:ph type="title"/>
          </p:nvPr>
        </p:nvSpPr>
        <p:spPr/>
        <p:txBody>
          <a:bodyPr/>
          <a:lstStyle/>
          <a:p>
            <a:pPr eaLnBrk="1" hangingPunct="1"/>
            <a:r>
              <a:rPr lang="fr-FR" altLang="fr-FR"/>
              <a:t>Les informations</a:t>
            </a:r>
          </a:p>
        </p:txBody>
      </p:sp>
      <p:sp>
        <p:nvSpPr>
          <p:cNvPr id="47107" name="Rectangle 3"/>
          <p:cNvSpPr>
            <a:spLocks noGrp="1" noChangeArrowheads="1"/>
          </p:cNvSpPr>
          <p:nvPr>
            <p:ph type="body" idx="1"/>
          </p:nvPr>
        </p:nvSpPr>
        <p:spPr/>
        <p:txBody>
          <a:bodyPr/>
          <a:lstStyle/>
          <a:p>
            <a:pPr eaLnBrk="1" hangingPunct="1">
              <a:lnSpc>
                <a:spcPct val="120000"/>
              </a:lnSpc>
            </a:pPr>
            <a:r>
              <a:rPr lang="fr-FR" altLang="fr-FR"/>
              <a:t>Vous avez besoin d’informations ? Demandez-les à l’animateur. </a:t>
            </a:r>
          </a:p>
          <a:p>
            <a:pPr eaLnBrk="1" hangingPunct="1">
              <a:lnSpc>
                <a:spcPct val="120000"/>
              </a:lnSpc>
            </a:pPr>
            <a:r>
              <a:rPr lang="fr-FR" altLang="fr-FR"/>
              <a:t>Il vous les donnera (s’il les a …) à condition toutefois d’indiquer précisément celles</a:t>
            </a:r>
            <a:r>
              <a:rPr lang="fr-FR" altLang="fr-FR">
                <a:solidFill>
                  <a:srgbClr val="FC2C1C"/>
                </a:solidFill>
              </a:rPr>
              <a:t> </a:t>
            </a:r>
            <a:r>
              <a:rPr lang="fr-FR" altLang="fr-FR"/>
              <a:t>que vous voulez.</a:t>
            </a: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8130" name="Rectangle 2"/>
          <p:cNvSpPr>
            <a:spLocks noGrp="1" noChangeArrowheads="1"/>
          </p:cNvSpPr>
          <p:nvPr>
            <p:ph type="title"/>
          </p:nvPr>
        </p:nvSpPr>
        <p:spPr/>
        <p:txBody>
          <a:bodyPr/>
          <a:lstStyle/>
          <a:p>
            <a:pPr eaLnBrk="1" hangingPunct="1"/>
            <a:r>
              <a:rPr lang="fr-FR" altLang="fr-FR"/>
              <a:t>Conseils pour la phase de préparation</a:t>
            </a:r>
          </a:p>
        </p:txBody>
      </p:sp>
      <p:sp>
        <p:nvSpPr>
          <p:cNvPr id="48131" name="Rectangle 3"/>
          <p:cNvSpPr>
            <a:spLocks noGrp="1" noChangeArrowheads="1"/>
          </p:cNvSpPr>
          <p:nvPr>
            <p:ph type="body" idx="1"/>
          </p:nvPr>
        </p:nvSpPr>
        <p:spPr>
          <a:xfrm>
            <a:off x="320675" y="1008063"/>
            <a:ext cx="8609013" cy="5505450"/>
          </a:xfrm>
        </p:spPr>
        <p:txBody>
          <a:bodyPr/>
          <a:lstStyle/>
          <a:p>
            <a:pPr marL="381000" indent="-381000" eaLnBrk="1" hangingPunct="1"/>
            <a:r>
              <a:rPr lang="fr-FR" altLang="fr-FR" sz="1400"/>
              <a:t>L’animateur jugera s’il doit laisser les participants plus ou moins libres d’organiser leur travail. </a:t>
            </a:r>
            <a:br>
              <a:rPr lang="fr-FR" altLang="fr-FR" sz="1400"/>
            </a:br>
            <a:r>
              <a:rPr lang="fr-FR" altLang="fr-FR" sz="1400"/>
              <a:t>En cas de besoin il pourra les guider en les conseillant de :</a:t>
            </a:r>
          </a:p>
          <a:p>
            <a:pPr marL="381000" indent="-381000" eaLnBrk="1" hangingPunct="1">
              <a:buFontTx/>
              <a:buAutoNum type="arabicPeriod"/>
            </a:pPr>
            <a:r>
              <a:rPr lang="fr-FR" altLang="fr-FR" sz="1400"/>
              <a:t>Calculer les besoins en composants en fonction des prévisions de vente.</a:t>
            </a:r>
          </a:p>
          <a:p>
            <a:pPr marL="865188" lvl="1" indent="-342900" eaLnBrk="1" hangingPunct="1"/>
            <a:r>
              <a:rPr lang="fr-FR" altLang="fr-FR" sz="1400"/>
              <a:t>Utiliser la feuille CB.</a:t>
            </a:r>
          </a:p>
          <a:p>
            <a:pPr marL="381000" indent="-381000" eaLnBrk="1" hangingPunct="1">
              <a:buFontTx/>
              <a:buAutoNum type="arabicPeriod"/>
            </a:pPr>
            <a:r>
              <a:rPr lang="fr-FR" altLang="fr-FR" sz="1400"/>
              <a:t>Vérifier que les postes (montage, carters, etc.) sont capables de traiter ce programme.</a:t>
            </a:r>
          </a:p>
          <a:p>
            <a:pPr marL="865188" lvl="1" indent="-342900" eaLnBrk="1" hangingPunct="1"/>
            <a:r>
              <a:rPr lang="fr-FR" altLang="fr-FR" sz="1400"/>
              <a:t>Calculer le temps nécessaire à la réalisation du programme</a:t>
            </a:r>
          </a:p>
          <a:p>
            <a:pPr marL="865188" lvl="1" indent="-342900" eaLnBrk="1" hangingPunct="1"/>
            <a:r>
              <a:rPr lang="fr-FR" altLang="fr-FR" sz="1400"/>
              <a:t>Prévoir les pertes de temps dus aux incidents (voir fiche Statistique d’incidents)</a:t>
            </a:r>
          </a:p>
          <a:p>
            <a:pPr marL="865188" lvl="1" indent="-342900" eaLnBrk="1" hangingPunct="1"/>
            <a:r>
              <a:rPr lang="fr-FR" altLang="fr-FR" sz="1400"/>
              <a:t>Prévoir les pertes de temps pour les changements de série (mais ce point est relié au suivant).</a:t>
            </a:r>
          </a:p>
          <a:p>
            <a:pPr marL="865188" lvl="1" indent="-342900" eaLnBrk="1" hangingPunct="1"/>
            <a:r>
              <a:rPr lang="fr-FR" altLang="fr-FR" sz="1400"/>
              <a:t>La taille des séries doit tenir compte du calcul de capacité : mis à part pour les Couronnes, il n’est pas possible de faire un grand nombre de changements. En pratique, il faut noter toutefois que la machine étant déjà réglée pour la première référence, on économise un changement. C’est ce qui permet d’avoir un équilibre charge / capacité satisfaisant pour les Engrenages et les Carters avec un seul changement de série. </a:t>
            </a:r>
          </a:p>
          <a:p>
            <a:pPr marL="381000" indent="-381000" eaLnBrk="1" hangingPunct="1">
              <a:buFontTx/>
              <a:buAutoNum type="arabicPeriod"/>
            </a:pPr>
            <a:r>
              <a:rPr lang="fr-FR" altLang="fr-FR" sz="1400"/>
              <a:t>Fixer le programme de montage.</a:t>
            </a:r>
          </a:p>
          <a:p>
            <a:pPr marL="865188" lvl="1" indent="-342900" eaLnBrk="1" hangingPunct="1"/>
            <a:r>
              <a:rPr lang="fr-FR" altLang="fr-FR" sz="1400"/>
              <a:t>Il dépend du stock initial de produits finis. Il faut commencer par la référence dont le stock est le plus faible, ou plus précisément celle dont le ratio stock / besoins est le plus faible.</a:t>
            </a:r>
          </a:p>
          <a:p>
            <a:pPr marL="381000" indent="-381000" eaLnBrk="1" hangingPunct="1">
              <a:buFontTx/>
              <a:buAutoNum type="arabicPeriod"/>
            </a:pPr>
            <a:r>
              <a:rPr lang="fr-FR" altLang="fr-FR" sz="1400"/>
              <a:t>En fonction des besoins du montage fixer le programmes d’usinage.</a:t>
            </a:r>
          </a:p>
          <a:p>
            <a:pPr marL="865188" lvl="1" indent="-342900" eaLnBrk="1" hangingPunct="1"/>
            <a:r>
              <a:rPr lang="fr-FR" altLang="fr-FR" sz="1400"/>
              <a:t>Il faut tenir compte de deux facteurs : 1) commencer par la référence qui est demandée par le montage en premier, et 2) tenir compte du stock existant.</a:t>
            </a:r>
          </a:p>
          <a:p>
            <a:pPr marL="381000" indent="-381000" eaLnBrk="1" hangingPunct="1"/>
            <a:r>
              <a:rPr lang="fr-FR" altLang="fr-FR" sz="1400"/>
              <a:t>On se rend compte que l’optimisation de ce calcul n’est pas si simple (il y a des logiciels pour cela !). </a:t>
            </a:r>
            <a:br>
              <a:rPr lang="fr-FR" altLang="fr-FR" sz="1400"/>
            </a:br>
            <a:r>
              <a:rPr lang="fr-FR" altLang="fr-FR" sz="1400"/>
              <a:t>En pratique, l’animateur laissera les participants tâtonner un certain temps pour qu’ils arrivent à une solution qui n’est pas nécessairement optimale.</a:t>
            </a:r>
            <a:br>
              <a:rPr lang="fr-FR" altLang="fr-FR" sz="1400"/>
            </a:br>
            <a:r>
              <a:rPr lang="fr-FR" altLang="fr-FR" sz="1400"/>
              <a:t>Pour éviter que cette phase se prolonge, il enclenchera la minuterie sur une durée de 40 minutes.</a:t>
            </a:r>
          </a:p>
        </p:txBody>
      </p:sp>
      <p:pic>
        <p:nvPicPr>
          <p:cNvPr id="7" name="Picture 2" descr="C:\Users\BertrandS\Dropbox\Jeux\00. CONCEPTION DES JEUX\photos\Bureau Une Femme 29\iStock_000002139332_Medium ALLEGE.jpg"/>
          <p:cNvPicPr>
            <a:picLocks noChangeAspect="1" noChangeArrowheads="1"/>
          </p:cNvPicPr>
          <p:nvPr/>
        </p:nvPicPr>
        <p:blipFill rotWithShape="1">
          <a:blip r:embed="rId3" cstate="print">
            <a:clrChange>
              <a:clrFrom>
                <a:srgbClr val="FFFFFF"/>
              </a:clrFrom>
              <a:clrTo>
                <a:srgbClr val="FFFFFF">
                  <a:alpha val="0"/>
                </a:srgbClr>
              </a:clrTo>
            </a:clrChange>
            <a:extLst>
              <a:ext uri="{28A0092B-C50C-407E-A947-70E740481C1C}">
                <a14:useLocalDpi xmlns:a14="http://schemas.microsoft.com/office/drawing/2010/main" val="0"/>
              </a:ext>
            </a:extLst>
          </a:blip>
          <a:srcRect b="26675"/>
          <a:stretch/>
        </p:blipFill>
        <p:spPr bwMode="auto">
          <a:xfrm>
            <a:off x="8248783" y="45838"/>
            <a:ext cx="815481" cy="947302"/>
          </a:xfrm>
          <a:prstGeom prst="rect">
            <a:avLst/>
          </a:prstGeom>
          <a:solidFill>
            <a:schemeClr val="bg1"/>
          </a:solidFill>
          <a:ln w="12700">
            <a:solidFill>
              <a:srgbClr val="27A8E0"/>
            </a:solidFill>
          </a:ln>
          <a:effectLst>
            <a:outerShdw blurRad="25400" dist="50800" dir="2700000" algn="ctr" rotWithShape="0">
              <a:srgbClr val="27A8E0"/>
            </a:outerShdw>
          </a:effectLst>
        </p:spPr>
      </p:pic>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bg>
      <p:bgPr>
        <a:solidFill>
          <a:srgbClr val="27A8E0"/>
        </a:solidFill>
        <a:effectLst/>
      </p:bgPr>
    </p:bg>
    <p:spTree>
      <p:nvGrpSpPr>
        <p:cNvPr id="1" name=""/>
        <p:cNvGrpSpPr/>
        <p:nvPr/>
      </p:nvGrpSpPr>
      <p:grpSpPr>
        <a:xfrm>
          <a:off x="0" y="0"/>
          <a:ext cx="0" cy="0"/>
          <a:chOff x="0" y="0"/>
          <a:chExt cx="0" cy="0"/>
        </a:xfrm>
      </p:grpSpPr>
      <p:sp>
        <p:nvSpPr>
          <p:cNvPr id="49154" name="Rectangle 2"/>
          <p:cNvSpPr>
            <a:spLocks noGrp="1" noChangeArrowheads="1"/>
          </p:cNvSpPr>
          <p:nvPr>
            <p:ph type="ctrTitle" idx="4294967295"/>
          </p:nvPr>
        </p:nvSpPr>
        <p:spPr>
          <a:xfrm>
            <a:off x="704850" y="1905000"/>
            <a:ext cx="7772400" cy="636588"/>
          </a:xfrm>
          <a:noFill/>
        </p:spPr>
        <p:txBody>
          <a:bodyPr/>
          <a:lstStyle/>
          <a:p>
            <a:pPr eaLnBrk="1" hangingPunct="1"/>
            <a:r>
              <a:rPr lang="fr-FR" altLang="fr-FR" b="1">
                <a:solidFill>
                  <a:schemeClr val="bg1"/>
                </a:solidFill>
              </a:rPr>
              <a:t>Début de la simulation</a:t>
            </a:r>
          </a:p>
        </p:txBody>
      </p:sp>
      <p:grpSp>
        <p:nvGrpSpPr>
          <p:cNvPr id="49155" name="Group 4"/>
          <p:cNvGrpSpPr>
            <a:grpSpLocks/>
          </p:cNvGrpSpPr>
          <p:nvPr/>
        </p:nvGrpSpPr>
        <p:grpSpPr bwMode="auto">
          <a:xfrm rot="-223274">
            <a:off x="3778250" y="3570288"/>
            <a:ext cx="1058863" cy="1042987"/>
            <a:chOff x="2757" y="1666"/>
            <a:chExt cx="812" cy="800"/>
          </a:xfrm>
        </p:grpSpPr>
        <p:sp>
          <p:nvSpPr>
            <p:cNvPr id="49174" name="Freeform 5"/>
            <p:cNvSpPr>
              <a:spLocks/>
            </p:cNvSpPr>
            <p:nvPr/>
          </p:nvSpPr>
          <p:spPr bwMode="auto">
            <a:xfrm>
              <a:off x="2762" y="1667"/>
              <a:ext cx="807" cy="584"/>
            </a:xfrm>
            <a:custGeom>
              <a:avLst/>
              <a:gdLst>
                <a:gd name="T0" fmla="*/ 497 w 807"/>
                <a:gd name="T1" fmla="*/ 583 h 584"/>
                <a:gd name="T2" fmla="*/ 0 w 807"/>
                <a:gd name="T3" fmla="*/ 452 h 584"/>
                <a:gd name="T4" fmla="*/ 337 w 807"/>
                <a:gd name="T5" fmla="*/ 0 h 584"/>
                <a:gd name="T6" fmla="*/ 806 w 807"/>
                <a:gd name="T7" fmla="*/ 98 h 584"/>
                <a:gd name="T8" fmla="*/ 497 w 807"/>
                <a:gd name="T9" fmla="*/ 583 h 584"/>
                <a:gd name="T10" fmla="*/ 0 60000 65536"/>
                <a:gd name="T11" fmla="*/ 0 60000 65536"/>
                <a:gd name="T12" fmla="*/ 0 60000 65536"/>
                <a:gd name="T13" fmla="*/ 0 60000 65536"/>
                <a:gd name="T14" fmla="*/ 0 60000 65536"/>
                <a:gd name="T15" fmla="*/ 0 w 807"/>
                <a:gd name="T16" fmla="*/ 0 h 584"/>
                <a:gd name="T17" fmla="*/ 807 w 807"/>
                <a:gd name="T18" fmla="*/ 584 h 584"/>
              </a:gdLst>
              <a:ahLst/>
              <a:cxnLst>
                <a:cxn ang="T10">
                  <a:pos x="T0" y="T1"/>
                </a:cxn>
                <a:cxn ang="T11">
                  <a:pos x="T2" y="T3"/>
                </a:cxn>
                <a:cxn ang="T12">
                  <a:pos x="T4" y="T5"/>
                </a:cxn>
                <a:cxn ang="T13">
                  <a:pos x="T6" y="T7"/>
                </a:cxn>
                <a:cxn ang="T14">
                  <a:pos x="T8" y="T9"/>
                </a:cxn>
              </a:cxnLst>
              <a:rect l="T15" t="T16" r="T17" b="T18"/>
              <a:pathLst>
                <a:path w="807" h="584">
                  <a:moveTo>
                    <a:pt x="497" y="583"/>
                  </a:moveTo>
                  <a:lnTo>
                    <a:pt x="0" y="452"/>
                  </a:lnTo>
                  <a:lnTo>
                    <a:pt x="337" y="0"/>
                  </a:lnTo>
                  <a:lnTo>
                    <a:pt x="806" y="98"/>
                  </a:lnTo>
                  <a:lnTo>
                    <a:pt x="497" y="583"/>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49175" name="Freeform 6"/>
            <p:cNvSpPr>
              <a:spLocks/>
            </p:cNvSpPr>
            <p:nvPr/>
          </p:nvSpPr>
          <p:spPr bwMode="auto">
            <a:xfrm>
              <a:off x="2882" y="1861"/>
              <a:ext cx="578" cy="384"/>
            </a:xfrm>
            <a:custGeom>
              <a:avLst/>
              <a:gdLst>
                <a:gd name="T0" fmla="*/ 377 w 578"/>
                <a:gd name="T1" fmla="*/ 383 h 384"/>
                <a:gd name="T2" fmla="*/ 0 w 578"/>
                <a:gd name="T3" fmla="*/ 291 h 384"/>
                <a:gd name="T4" fmla="*/ 217 w 578"/>
                <a:gd name="T5" fmla="*/ 0 h 384"/>
                <a:gd name="T6" fmla="*/ 577 w 578"/>
                <a:gd name="T7" fmla="*/ 74 h 384"/>
                <a:gd name="T8" fmla="*/ 377 w 578"/>
                <a:gd name="T9" fmla="*/ 383 h 384"/>
                <a:gd name="T10" fmla="*/ 0 60000 65536"/>
                <a:gd name="T11" fmla="*/ 0 60000 65536"/>
                <a:gd name="T12" fmla="*/ 0 60000 65536"/>
                <a:gd name="T13" fmla="*/ 0 60000 65536"/>
                <a:gd name="T14" fmla="*/ 0 60000 65536"/>
                <a:gd name="T15" fmla="*/ 0 w 578"/>
                <a:gd name="T16" fmla="*/ 0 h 384"/>
                <a:gd name="T17" fmla="*/ 578 w 578"/>
                <a:gd name="T18" fmla="*/ 384 h 384"/>
              </a:gdLst>
              <a:ahLst/>
              <a:cxnLst>
                <a:cxn ang="T10">
                  <a:pos x="T0" y="T1"/>
                </a:cxn>
                <a:cxn ang="T11">
                  <a:pos x="T2" y="T3"/>
                </a:cxn>
                <a:cxn ang="T12">
                  <a:pos x="T4" y="T5"/>
                </a:cxn>
                <a:cxn ang="T13">
                  <a:pos x="T6" y="T7"/>
                </a:cxn>
                <a:cxn ang="T14">
                  <a:pos x="T8" y="T9"/>
                </a:cxn>
              </a:cxnLst>
              <a:rect l="T15" t="T16" r="T17" b="T18"/>
              <a:pathLst>
                <a:path w="578" h="384">
                  <a:moveTo>
                    <a:pt x="377" y="383"/>
                  </a:moveTo>
                  <a:lnTo>
                    <a:pt x="0" y="291"/>
                  </a:lnTo>
                  <a:lnTo>
                    <a:pt x="217" y="0"/>
                  </a:lnTo>
                  <a:lnTo>
                    <a:pt x="577" y="74"/>
                  </a:lnTo>
                  <a:lnTo>
                    <a:pt x="377" y="383"/>
                  </a:lnTo>
                </a:path>
              </a:pathLst>
            </a:custGeom>
            <a:solidFill>
              <a:srgbClr val="E22B00"/>
            </a:solidFill>
            <a:ln>
              <a:noFill/>
            </a:ln>
            <a:extLst>
              <a:ext uri="{91240B29-F687-4F45-9708-019B960494DF}">
                <a14:hiddenLine xmlns:a14="http://schemas.microsoft.com/office/drawing/2010/main" w="12700" cap="rnd" cmpd="sng">
                  <a:solidFill>
                    <a:srgbClr val="000000"/>
                  </a:solidFill>
                  <a:prstDash val="solid"/>
                  <a:round/>
                  <a:headEnd type="none" w="med" len="med"/>
                  <a:tailEnd type="none" w="med" len="med"/>
                </a14:hiddenLine>
              </a:ext>
            </a:extLst>
          </p:spPr>
          <p:txBody>
            <a:bodyPr/>
            <a:lstStyle/>
            <a:p>
              <a:endParaRPr lang="fr-FR"/>
            </a:p>
          </p:txBody>
        </p:sp>
        <p:sp>
          <p:nvSpPr>
            <p:cNvPr id="49176" name="Line 7"/>
            <p:cNvSpPr>
              <a:spLocks noChangeShapeType="1"/>
            </p:cNvSpPr>
            <p:nvPr/>
          </p:nvSpPr>
          <p:spPr bwMode="auto">
            <a:xfrm>
              <a:off x="3102" y="1862"/>
              <a:ext cx="352" cy="7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fr-FR"/>
            </a:p>
          </p:txBody>
        </p:sp>
        <p:sp>
          <p:nvSpPr>
            <p:cNvPr id="49177" name="Freeform 8"/>
            <p:cNvSpPr>
              <a:spLocks/>
            </p:cNvSpPr>
            <p:nvPr/>
          </p:nvSpPr>
          <p:spPr bwMode="auto">
            <a:xfrm>
              <a:off x="2762" y="1666"/>
              <a:ext cx="337" cy="485"/>
            </a:xfrm>
            <a:custGeom>
              <a:avLst/>
              <a:gdLst>
                <a:gd name="T0" fmla="*/ 336 w 337"/>
                <a:gd name="T1" fmla="*/ 194 h 485"/>
                <a:gd name="T2" fmla="*/ 118 w 337"/>
                <a:gd name="T3" fmla="*/ 484 h 485"/>
                <a:gd name="T4" fmla="*/ 0 w 337"/>
                <a:gd name="T5" fmla="*/ 452 h 485"/>
                <a:gd name="T6" fmla="*/ 336 w 337"/>
                <a:gd name="T7" fmla="*/ 0 h 485"/>
                <a:gd name="T8" fmla="*/ 336 w 337"/>
                <a:gd name="T9" fmla="*/ 152 h 485"/>
                <a:gd name="T10" fmla="*/ 336 w 337"/>
                <a:gd name="T11" fmla="*/ 194 h 485"/>
                <a:gd name="T12" fmla="*/ 0 60000 65536"/>
                <a:gd name="T13" fmla="*/ 0 60000 65536"/>
                <a:gd name="T14" fmla="*/ 0 60000 65536"/>
                <a:gd name="T15" fmla="*/ 0 60000 65536"/>
                <a:gd name="T16" fmla="*/ 0 60000 65536"/>
                <a:gd name="T17" fmla="*/ 0 60000 65536"/>
                <a:gd name="T18" fmla="*/ 0 w 337"/>
                <a:gd name="T19" fmla="*/ 0 h 485"/>
                <a:gd name="T20" fmla="*/ 337 w 337"/>
                <a:gd name="T21" fmla="*/ 485 h 485"/>
              </a:gdLst>
              <a:ahLst/>
              <a:cxnLst>
                <a:cxn ang="T12">
                  <a:pos x="T0" y="T1"/>
                </a:cxn>
                <a:cxn ang="T13">
                  <a:pos x="T2" y="T3"/>
                </a:cxn>
                <a:cxn ang="T14">
                  <a:pos x="T4" y="T5"/>
                </a:cxn>
                <a:cxn ang="T15">
                  <a:pos x="T6" y="T7"/>
                </a:cxn>
                <a:cxn ang="T16">
                  <a:pos x="T8" y="T9"/>
                </a:cxn>
                <a:cxn ang="T17">
                  <a:pos x="T10" y="T11"/>
                </a:cxn>
              </a:cxnLst>
              <a:rect l="T18" t="T19" r="T20" b="T21"/>
              <a:pathLst>
                <a:path w="337" h="485">
                  <a:moveTo>
                    <a:pt x="336" y="194"/>
                  </a:moveTo>
                  <a:lnTo>
                    <a:pt x="118" y="484"/>
                  </a:lnTo>
                  <a:lnTo>
                    <a:pt x="0" y="452"/>
                  </a:lnTo>
                  <a:lnTo>
                    <a:pt x="336" y="0"/>
                  </a:lnTo>
                  <a:lnTo>
                    <a:pt x="336" y="152"/>
                  </a:lnTo>
                  <a:lnTo>
                    <a:pt x="336" y="194"/>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49178" name="Freeform 9"/>
            <p:cNvSpPr>
              <a:spLocks/>
            </p:cNvSpPr>
            <p:nvPr/>
          </p:nvSpPr>
          <p:spPr bwMode="auto">
            <a:xfrm>
              <a:off x="2757" y="2124"/>
              <a:ext cx="509" cy="339"/>
            </a:xfrm>
            <a:custGeom>
              <a:avLst/>
              <a:gdLst>
                <a:gd name="T0" fmla="*/ 0 w 506"/>
                <a:gd name="T1" fmla="*/ 0 h 345"/>
                <a:gd name="T2" fmla="*/ 1 w 506"/>
                <a:gd name="T3" fmla="*/ 198 h 345"/>
                <a:gd name="T4" fmla="*/ 514 w 506"/>
                <a:gd name="T5" fmla="*/ 326 h 345"/>
                <a:gd name="T6" fmla="*/ 513 w 506"/>
                <a:gd name="T7" fmla="*/ 124 h 345"/>
                <a:gd name="T8" fmla="*/ 0 60000 65536"/>
                <a:gd name="T9" fmla="*/ 0 60000 65536"/>
                <a:gd name="T10" fmla="*/ 0 60000 65536"/>
                <a:gd name="T11" fmla="*/ 0 60000 65536"/>
                <a:gd name="T12" fmla="*/ 0 w 506"/>
                <a:gd name="T13" fmla="*/ 0 h 345"/>
                <a:gd name="T14" fmla="*/ 506 w 506"/>
                <a:gd name="T15" fmla="*/ 345 h 345"/>
              </a:gdLst>
              <a:ahLst/>
              <a:cxnLst>
                <a:cxn ang="T8">
                  <a:pos x="T0" y="T1"/>
                </a:cxn>
                <a:cxn ang="T9">
                  <a:pos x="T2" y="T3"/>
                </a:cxn>
                <a:cxn ang="T10">
                  <a:pos x="T4" y="T5"/>
                </a:cxn>
                <a:cxn ang="T11">
                  <a:pos x="T6" y="T7"/>
                </a:cxn>
              </a:cxnLst>
              <a:rect l="T12" t="T13" r="T14" b="T15"/>
              <a:pathLst>
                <a:path w="506" h="345">
                  <a:moveTo>
                    <a:pt x="0" y="0"/>
                  </a:moveTo>
                  <a:lnTo>
                    <a:pt x="1" y="209"/>
                  </a:lnTo>
                  <a:lnTo>
                    <a:pt x="505" y="344"/>
                  </a:lnTo>
                  <a:lnTo>
                    <a:pt x="504" y="130"/>
                  </a:lnTo>
                </a:path>
              </a:pathLst>
            </a:custGeom>
            <a:solidFill>
              <a:srgbClr val="FC2C1C"/>
            </a:solidFill>
            <a:ln w="12700" cap="rnd" cmpd="sng">
              <a:solidFill>
                <a:schemeClr val="bg2"/>
              </a:solidFill>
              <a:prstDash val="solid"/>
              <a:round/>
              <a:headEnd type="none" w="med" len="med"/>
              <a:tailEnd type="none" w="med" len="med"/>
            </a:ln>
          </p:spPr>
          <p:txBody>
            <a:bodyPr/>
            <a:lstStyle/>
            <a:p>
              <a:endParaRPr lang="fr-FR"/>
            </a:p>
          </p:txBody>
        </p:sp>
        <p:sp>
          <p:nvSpPr>
            <p:cNvPr id="49179" name="AutoShape 10"/>
            <p:cNvSpPr>
              <a:spLocks noChangeArrowheads="1"/>
            </p:cNvSpPr>
            <p:nvPr/>
          </p:nvSpPr>
          <p:spPr bwMode="auto">
            <a:xfrm rot="16200000" flipH="1">
              <a:off x="3067" y="1967"/>
              <a:ext cx="693" cy="306"/>
            </a:xfrm>
            <a:prstGeom prst="parallelogram">
              <a:avLst>
                <a:gd name="adj" fmla="val 156202"/>
              </a:avLst>
            </a:prstGeom>
            <a:solidFill>
              <a:srgbClr val="FC2C1C"/>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grpSp>
        <p:nvGrpSpPr>
          <p:cNvPr id="49156" name="Group 11"/>
          <p:cNvGrpSpPr>
            <a:grpSpLocks/>
          </p:cNvGrpSpPr>
          <p:nvPr/>
        </p:nvGrpSpPr>
        <p:grpSpPr bwMode="auto">
          <a:xfrm rot="-223274">
            <a:off x="3760788" y="3260725"/>
            <a:ext cx="1058862" cy="1042988"/>
            <a:chOff x="2757" y="1666"/>
            <a:chExt cx="812" cy="800"/>
          </a:xfrm>
        </p:grpSpPr>
        <p:sp>
          <p:nvSpPr>
            <p:cNvPr id="49168" name="Freeform 12"/>
            <p:cNvSpPr>
              <a:spLocks/>
            </p:cNvSpPr>
            <p:nvPr/>
          </p:nvSpPr>
          <p:spPr bwMode="auto">
            <a:xfrm>
              <a:off x="2762" y="1667"/>
              <a:ext cx="807" cy="584"/>
            </a:xfrm>
            <a:custGeom>
              <a:avLst/>
              <a:gdLst>
                <a:gd name="T0" fmla="*/ 497 w 807"/>
                <a:gd name="T1" fmla="*/ 583 h 584"/>
                <a:gd name="T2" fmla="*/ 0 w 807"/>
                <a:gd name="T3" fmla="*/ 452 h 584"/>
                <a:gd name="T4" fmla="*/ 337 w 807"/>
                <a:gd name="T5" fmla="*/ 0 h 584"/>
                <a:gd name="T6" fmla="*/ 806 w 807"/>
                <a:gd name="T7" fmla="*/ 98 h 584"/>
                <a:gd name="T8" fmla="*/ 497 w 807"/>
                <a:gd name="T9" fmla="*/ 583 h 584"/>
                <a:gd name="T10" fmla="*/ 0 60000 65536"/>
                <a:gd name="T11" fmla="*/ 0 60000 65536"/>
                <a:gd name="T12" fmla="*/ 0 60000 65536"/>
                <a:gd name="T13" fmla="*/ 0 60000 65536"/>
                <a:gd name="T14" fmla="*/ 0 60000 65536"/>
                <a:gd name="T15" fmla="*/ 0 w 807"/>
                <a:gd name="T16" fmla="*/ 0 h 584"/>
                <a:gd name="T17" fmla="*/ 807 w 807"/>
                <a:gd name="T18" fmla="*/ 584 h 584"/>
              </a:gdLst>
              <a:ahLst/>
              <a:cxnLst>
                <a:cxn ang="T10">
                  <a:pos x="T0" y="T1"/>
                </a:cxn>
                <a:cxn ang="T11">
                  <a:pos x="T2" y="T3"/>
                </a:cxn>
                <a:cxn ang="T12">
                  <a:pos x="T4" y="T5"/>
                </a:cxn>
                <a:cxn ang="T13">
                  <a:pos x="T6" y="T7"/>
                </a:cxn>
                <a:cxn ang="T14">
                  <a:pos x="T8" y="T9"/>
                </a:cxn>
              </a:cxnLst>
              <a:rect l="T15" t="T16" r="T17" b="T18"/>
              <a:pathLst>
                <a:path w="807" h="584">
                  <a:moveTo>
                    <a:pt x="497" y="583"/>
                  </a:moveTo>
                  <a:lnTo>
                    <a:pt x="0" y="452"/>
                  </a:lnTo>
                  <a:lnTo>
                    <a:pt x="337" y="0"/>
                  </a:lnTo>
                  <a:lnTo>
                    <a:pt x="806" y="98"/>
                  </a:lnTo>
                  <a:lnTo>
                    <a:pt x="497" y="583"/>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49169" name="Freeform 13"/>
            <p:cNvSpPr>
              <a:spLocks/>
            </p:cNvSpPr>
            <p:nvPr/>
          </p:nvSpPr>
          <p:spPr bwMode="auto">
            <a:xfrm>
              <a:off x="2882" y="1861"/>
              <a:ext cx="578" cy="384"/>
            </a:xfrm>
            <a:custGeom>
              <a:avLst/>
              <a:gdLst>
                <a:gd name="T0" fmla="*/ 377 w 578"/>
                <a:gd name="T1" fmla="*/ 383 h 384"/>
                <a:gd name="T2" fmla="*/ 0 w 578"/>
                <a:gd name="T3" fmla="*/ 291 h 384"/>
                <a:gd name="T4" fmla="*/ 217 w 578"/>
                <a:gd name="T5" fmla="*/ 0 h 384"/>
                <a:gd name="T6" fmla="*/ 577 w 578"/>
                <a:gd name="T7" fmla="*/ 74 h 384"/>
                <a:gd name="T8" fmla="*/ 377 w 578"/>
                <a:gd name="T9" fmla="*/ 383 h 384"/>
                <a:gd name="T10" fmla="*/ 0 60000 65536"/>
                <a:gd name="T11" fmla="*/ 0 60000 65536"/>
                <a:gd name="T12" fmla="*/ 0 60000 65536"/>
                <a:gd name="T13" fmla="*/ 0 60000 65536"/>
                <a:gd name="T14" fmla="*/ 0 60000 65536"/>
                <a:gd name="T15" fmla="*/ 0 w 578"/>
                <a:gd name="T16" fmla="*/ 0 h 384"/>
                <a:gd name="T17" fmla="*/ 578 w 578"/>
                <a:gd name="T18" fmla="*/ 384 h 384"/>
              </a:gdLst>
              <a:ahLst/>
              <a:cxnLst>
                <a:cxn ang="T10">
                  <a:pos x="T0" y="T1"/>
                </a:cxn>
                <a:cxn ang="T11">
                  <a:pos x="T2" y="T3"/>
                </a:cxn>
                <a:cxn ang="T12">
                  <a:pos x="T4" y="T5"/>
                </a:cxn>
                <a:cxn ang="T13">
                  <a:pos x="T6" y="T7"/>
                </a:cxn>
                <a:cxn ang="T14">
                  <a:pos x="T8" y="T9"/>
                </a:cxn>
              </a:cxnLst>
              <a:rect l="T15" t="T16" r="T17" b="T18"/>
              <a:pathLst>
                <a:path w="578" h="384">
                  <a:moveTo>
                    <a:pt x="377" y="383"/>
                  </a:moveTo>
                  <a:lnTo>
                    <a:pt x="0" y="291"/>
                  </a:lnTo>
                  <a:lnTo>
                    <a:pt x="217" y="0"/>
                  </a:lnTo>
                  <a:lnTo>
                    <a:pt x="577" y="74"/>
                  </a:lnTo>
                  <a:lnTo>
                    <a:pt x="377" y="383"/>
                  </a:lnTo>
                </a:path>
              </a:pathLst>
            </a:custGeom>
            <a:solidFill>
              <a:srgbClr val="E22B00"/>
            </a:solidFill>
            <a:ln>
              <a:noFill/>
            </a:ln>
            <a:extLst>
              <a:ext uri="{91240B29-F687-4F45-9708-019B960494DF}">
                <a14:hiddenLine xmlns:a14="http://schemas.microsoft.com/office/drawing/2010/main" w="12700" cap="rnd" cmpd="sng">
                  <a:solidFill>
                    <a:srgbClr val="000000"/>
                  </a:solidFill>
                  <a:prstDash val="solid"/>
                  <a:round/>
                  <a:headEnd type="none" w="med" len="med"/>
                  <a:tailEnd type="none" w="med" len="med"/>
                </a14:hiddenLine>
              </a:ext>
            </a:extLst>
          </p:spPr>
          <p:txBody>
            <a:bodyPr/>
            <a:lstStyle/>
            <a:p>
              <a:endParaRPr lang="fr-FR"/>
            </a:p>
          </p:txBody>
        </p:sp>
        <p:sp>
          <p:nvSpPr>
            <p:cNvPr id="49170" name="Line 14"/>
            <p:cNvSpPr>
              <a:spLocks noChangeShapeType="1"/>
            </p:cNvSpPr>
            <p:nvPr/>
          </p:nvSpPr>
          <p:spPr bwMode="auto">
            <a:xfrm>
              <a:off x="3102" y="1862"/>
              <a:ext cx="352" cy="7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fr-FR"/>
            </a:p>
          </p:txBody>
        </p:sp>
        <p:sp>
          <p:nvSpPr>
            <p:cNvPr id="49171" name="Freeform 15"/>
            <p:cNvSpPr>
              <a:spLocks/>
            </p:cNvSpPr>
            <p:nvPr/>
          </p:nvSpPr>
          <p:spPr bwMode="auto">
            <a:xfrm>
              <a:off x="2762" y="1666"/>
              <a:ext cx="337" cy="485"/>
            </a:xfrm>
            <a:custGeom>
              <a:avLst/>
              <a:gdLst>
                <a:gd name="T0" fmla="*/ 336 w 337"/>
                <a:gd name="T1" fmla="*/ 194 h 485"/>
                <a:gd name="T2" fmla="*/ 118 w 337"/>
                <a:gd name="T3" fmla="*/ 484 h 485"/>
                <a:gd name="T4" fmla="*/ 0 w 337"/>
                <a:gd name="T5" fmla="*/ 452 h 485"/>
                <a:gd name="T6" fmla="*/ 336 w 337"/>
                <a:gd name="T7" fmla="*/ 0 h 485"/>
                <a:gd name="T8" fmla="*/ 336 w 337"/>
                <a:gd name="T9" fmla="*/ 152 h 485"/>
                <a:gd name="T10" fmla="*/ 336 w 337"/>
                <a:gd name="T11" fmla="*/ 194 h 485"/>
                <a:gd name="T12" fmla="*/ 0 60000 65536"/>
                <a:gd name="T13" fmla="*/ 0 60000 65536"/>
                <a:gd name="T14" fmla="*/ 0 60000 65536"/>
                <a:gd name="T15" fmla="*/ 0 60000 65536"/>
                <a:gd name="T16" fmla="*/ 0 60000 65536"/>
                <a:gd name="T17" fmla="*/ 0 60000 65536"/>
                <a:gd name="T18" fmla="*/ 0 w 337"/>
                <a:gd name="T19" fmla="*/ 0 h 485"/>
                <a:gd name="T20" fmla="*/ 337 w 337"/>
                <a:gd name="T21" fmla="*/ 485 h 485"/>
              </a:gdLst>
              <a:ahLst/>
              <a:cxnLst>
                <a:cxn ang="T12">
                  <a:pos x="T0" y="T1"/>
                </a:cxn>
                <a:cxn ang="T13">
                  <a:pos x="T2" y="T3"/>
                </a:cxn>
                <a:cxn ang="T14">
                  <a:pos x="T4" y="T5"/>
                </a:cxn>
                <a:cxn ang="T15">
                  <a:pos x="T6" y="T7"/>
                </a:cxn>
                <a:cxn ang="T16">
                  <a:pos x="T8" y="T9"/>
                </a:cxn>
                <a:cxn ang="T17">
                  <a:pos x="T10" y="T11"/>
                </a:cxn>
              </a:cxnLst>
              <a:rect l="T18" t="T19" r="T20" b="T21"/>
              <a:pathLst>
                <a:path w="337" h="485">
                  <a:moveTo>
                    <a:pt x="336" y="194"/>
                  </a:moveTo>
                  <a:lnTo>
                    <a:pt x="118" y="484"/>
                  </a:lnTo>
                  <a:lnTo>
                    <a:pt x="0" y="452"/>
                  </a:lnTo>
                  <a:lnTo>
                    <a:pt x="336" y="0"/>
                  </a:lnTo>
                  <a:lnTo>
                    <a:pt x="336" y="152"/>
                  </a:lnTo>
                  <a:lnTo>
                    <a:pt x="336" y="194"/>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49172" name="Freeform 16"/>
            <p:cNvSpPr>
              <a:spLocks/>
            </p:cNvSpPr>
            <p:nvPr/>
          </p:nvSpPr>
          <p:spPr bwMode="auto">
            <a:xfrm>
              <a:off x="2757" y="2124"/>
              <a:ext cx="509" cy="339"/>
            </a:xfrm>
            <a:custGeom>
              <a:avLst/>
              <a:gdLst>
                <a:gd name="T0" fmla="*/ 0 w 506"/>
                <a:gd name="T1" fmla="*/ 0 h 345"/>
                <a:gd name="T2" fmla="*/ 1 w 506"/>
                <a:gd name="T3" fmla="*/ 198 h 345"/>
                <a:gd name="T4" fmla="*/ 514 w 506"/>
                <a:gd name="T5" fmla="*/ 326 h 345"/>
                <a:gd name="T6" fmla="*/ 513 w 506"/>
                <a:gd name="T7" fmla="*/ 124 h 345"/>
                <a:gd name="T8" fmla="*/ 0 60000 65536"/>
                <a:gd name="T9" fmla="*/ 0 60000 65536"/>
                <a:gd name="T10" fmla="*/ 0 60000 65536"/>
                <a:gd name="T11" fmla="*/ 0 60000 65536"/>
                <a:gd name="T12" fmla="*/ 0 w 506"/>
                <a:gd name="T13" fmla="*/ 0 h 345"/>
                <a:gd name="T14" fmla="*/ 506 w 506"/>
                <a:gd name="T15" fmla="*/ 345 h 345"/>
              </a:gdLst>
              <a:ahLst/>
              <a:cxnLst>
                <a:cxn ang="T8">
                  <a:pos x="T0" y="T1"/>
                </a:cxn>
                <a:cxn ang="T9">
                  <a:pos x="T2" y="T3"/>
                </a:cxn>
                <a:cxn ang="T10">
                  <a:pos x="T4" y="T5"/>
                </a:cxn>
                <a:cxn ang="T11">
                  <a:pos x="T6" y="T7"/>
                </a:cxn>
              </a:cxnLst>
              <a:rect l="T12" t="T13" r="T14" b="T15"/>
              <a:pathLst>
                <a:path w="506" h="345">
                  <a:moveTo>
                    <a:pt x="0" y="0"/>
                  </a:moveTo>
                  <a:lnTo>
                    <a:pt x="1" y="209"/>
                  </a:lnTo>
                  <a:lnTo>
                    <a:pt x="505" y="344"/>
                  </a:lnTo>
                  <a:lnTo>
                    <a:pt x="504" y="130"/>
                  </a:lnTo>
                </a:path>
              </a:pathLst>
            </a:custGeom>
            <a:solidFill>
              <a:srgbClr val="FC2C1C"/>
            </a:solidFill>
            <a:ln w="12700" cap="rnd" cmpd="sng">
              <a:solidFill>
                <a:schemeClr val="bg2"/>
              </a:solidFill>
              <a:prstDash val="solid"/>
              <a:round/>
              <a:headEnd type="none" w="med" len="med"/>
              <a:tailEnd type="none" w="med" len="med"/>
            </a:ln>
          </p:spPr>
          <p:txBody>
            <a:bodyPr/>
            <a:lstStyle/>
            <a:p>
              <a:endParaRPr lang="fr-FR"/>
            </a:p>
          </p:txBody>
        </p:sp>
        <p:sp>
          <p:nvSpPr>
            <p:cNvPr id="49173" name="AutoShape 17"/>
            <p:cNvSpPr>
              <a:spLocks noChangeArrowheads="1"/>
            </p:cNvSpPr>
            <p:nvPr/>
          </p:nvSpPr>
          <p:spPr bwMode="auto">
            <a:xfrm rot="16200000" flipH="1">
              <a:off x="3067" y="1967"/>
              <a:ext cx="693" cy="306"/>
            </a:xfrm>
            <a:prstGeom prst="parallelogram">
              <a:avLst>
                <a:gd name="adj" fmla="val 156202"/>
              </a:avLst>
            </a:prstGeom>
            <a:solidFill>
              <a:srgbClr val="FC2C1C"/>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grpSp>
        <p:nvGrpSpPr>
          <p:cNvPr id="49157" name="Group 18"/>
          <p:cNvGrpSpPr>
            <a:grpSpLocks/>
          </p:cNvGrpSpPr>
          <p:nvPr/>
        </p:nvGrpSpPr>
        <p:grpSpPr bwMode="auto">
          <a:xfrm rot="-223274">
            <a:off x="3727450" y="2957513"/>
            <a:ext cx="1058863" cy="1042987"/>
            <a:chOff x="2757" y="1666"/>
            <a:chExt cx="812" cy="800"/>
          </a:xfrm>
        </p:grpSpPr>
        <p:sp>
          <p:nvSpPr>
            <p:cNvPr id="49162" name="Freeform 19"/>
            <p:cNvSpPr>
              <a:spLocks/>
            </p:cNvSpPr>
            <p:nvPr/>
          </p:nvSpPr>
          <p:spPr bwMode="auto">
            <a:xfrm>
              <a:off x="2762" y="1667"/>
              <a:ext cx="807" cy="584"/>
            </a:xfrm>
            <a:custGeom>
              <a:avLst/>
              <a:gdLst>
                <a:gd name="T0" fmla="*/ 497 w 807"/>
                <a:gd name="T1" fmla="*/ 583 h 584"/>
                <a:gd name="T2" fmla="*/ 0 w 807"/>
                <a:gd name="T3" fmla="*/ 452 h 584"/>
                <a:gd name="T4" fmla="*/ 337 w 807"/>
                <a:gd name="T5" fmla="*/ 0 h 584"/>
                <a:gd name="T6" fmla="*/ 806 w 807"/>
                <a:gd name="T7" fmla="*/ 98 h 584"/>
                <a:gd name="T8" fmla="*/ 497 w 807"/>
                <a:gd name="T9" fmla="*/ 583 h 584"/>
                <a:gd name="T10" fmla="*/ 0 60000 65536"/>
                <a:gd name="T11" fmla="*/ 0 60000 65536"/>
                <a:gd name="T12" fmla="*/ 0 60000 65536"/>
                <a:gd name="T13" fmla="*/ 0 60000 65536"/>
                <a:gd name="T14" fmla="*/ 0 60000 65536"/>
                <a:gd name="T15" fmla="*/ 0 w 807"/>
                <a:gd name="T16" fmla="*/ 0 h 584"/>
                <a:gd name="T17" fmla="*/ 807 w 807"/>
                <a:gd name="T18" fmla="*/ 584 h 584"/>
              </a:gdLst>
              <a:ahLst/>
              <a:cxnLst>
                <a:cxn ang="T10">
                  <a:pos x="T0" y="T1"/>
                </a:cxn>
                <a:cxn ang="T11">
                  <a:pos x="T2" y="T3"/>
                </a:cxn>
                <a:cxn ang="T12">
                  <a:pos x="T4" y="T5"/>
                </a:cxn>
                <a:cxn ang="T13">
                  <a:pos x="T6" y="T7"/>
                </a:cxn>
                <a:cxn ang="T14">
                  <a:pos x="T8" y="T9"/>
                </a:cxn>
              </a:cxnLst>
              <a:rect l="T15" t="T16" r="T17" b="T18"/>
              <a:pathLst>
                <a:path w="807" h="584">
                  <a:moveTo>
                    <a:pt x="497" y="583"/>
                  </a:moveTo>
                  <a:lnTo>
                    <a:pt x="0" y="452"/>
                  </a:lnTo>
                  <a:lnTo>
                    <a:pt x="337" y="0"/>
                  </a:lnTo>
                  <a:lnTo>
                    <a:pt x="806" y="98"/>
                  </a:lnTo>
                  <a:lnTo>
                    <a:pt x="497" y="583"/>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49163" name="Freeform 20"/>
            <p:cNvSpPr>
              <a:spLocks/>
            </p:cNvSpPr>
            <p:nvPr/>
          </p:nvSpPr>
          <p:spPr bwMode="auto">
            <a:xfrm>
              <a:off x="2882" y="1861"/>
              <a:ext cx="578" cy="384"/>
            </a:xfrm>
            <a:custGeom>
              <a:avLst/>
              <a:gdLst>
                <a:gd name="T0" fmla="*/ 377 w 578"/>
                <a:gd name="T1" fmla="*/ 383 h 384"/>
                <a:gd name="T2" fmla="*/ 0 w 578"/>
                <a:gd name="T3" fmla="*/ 291 h 384"/>
                <a:gd name="T4" fmla="*/ 217 w 578"/>
                <a:gd name="T5" fmla="*/ 0 h 384"/>
                <a:gd name="T6" fmla="*/ 577 w 578"/>
                <a:gd name="T7" fmla="*/ 74 h 384"/>
                <a:gd name="T8" fmla="*/ 377 w 578"/>
                <a:gd name="T9" fmla="*/ 383 h 384"/>
                <a:gd name="T10" fmla="*/ 0 60000 65536"/>
                <a:gd name="T11" fmla="*/ 0 60000 65536"/>
                <a:gd name="T12" fmla="*/ 0 60000 65536"/>
                <a:gd name="T13" fmla="*/ 0 60000 65536"/>
                <a:gd name="T14" fmla="*/ 0 60000 65536"/>
                <a:gd name="T15" fmla="*/ 0 w 578"/>
                <a:gd name="T16" fmla="*/ 0 h 384"/>
                <a:gd name="T17" fmla="*/ 578 w 578"/>
                <a:gd name="T18" fmla="*/ 384 h 384"/>
              </a:gdLst>
              <a:ahLst/>
              <a:cxnLst>
                <a:cxn ang="T10">
                  <a:pos x="T0" y="T1"/>
                </a:cxn>
                <a:cxn ang="T11">
                  <a:pos x="T2" y="T3"/>
                </a:cxn>
                <a:cxn ang="T12">
                  <a:pos x="T4" y="T5"/>
                </a:cxn>
                <a:cxn ang="T13">
                  <a:pos x="T6" y="T7"/>
                </a:cxn>
                <a:cxn ang="T14">
                  <a:pos x="T8" y="T9"/>
                </a:cxn>
              </a:cxnLst>
              <a:rect l="T15" t="T16" r="T17" b="T18"/>
              <a:pathLst>
                <a:path w="578" h="384">
                  <a:moveTo>
                    <a:pt x="377" y="383"/>
                  </a:moveTo>
                  <a:lnTo>
                    <a:pt x="0" y="291"/>
                  </a:lnTo>
                  <a:lnTo>
                    <a:pt x="217" y="0"/>
                  </a:lnTo>
                  <a:lnTo>
                    <a:pt x="577" y="74"/>
                  </a:lnTo>
                  <a:lnTo>
                    <a:pt x="377" y="383"/>
                  </a:lnTo>
                </a:path>
              </a:pathLst>
            </a:custGeom>
            <a:solidFill>
              <a:srgbClr val="E22B00"/>
            </a:solidFill>
            <a:ln>
              <a:noFill/>
            </a:ln>
            <a:extLst>
              <a:ext uri="{91240B29-F687-4F45-9708-019B960494DF}">
                <a14:hiddenLine xmlns:a14="http://schemas.microsoft.com/office/drawing/2010/main" w="12700" cap="rnd" cmpd="sng">
                  <a:solidFill>
                    <a:srgbClr val="000000"/>
                  </a:solidFill>
                  <a:prstDash val="solid"/>
                  <a:round/>
                  <a:headEnd type="none" w="med" len="med"/>
                  <a:tailEnd type="none" w="med" len="med"/>
                </a14:hiddenLine>
              </a:ext>
            </a:extLst>
          </p:spPr>
          <p:txBody>
            <a:bodyPr/>
            <a:lstStyle/>
            <a:p>
              <a:endParaRPr lang="fr-FR"/>
            </a:p>
          </p:txBody>
        </p:sp>
        <p:sp>
          <p:nvSpPr>
            <p:cNvPr id="49164" name="Line 21"/>
            <p:cNvSpPr>
              <a:spLocks noChangeShapeType="1"/>
            </p:cNvSpPr>
            <p:nvPr/>
          </p:nvSpPr>
          <p:spPr bwMode="auto">
            <a:xfrm>
              <a:off x="3102" y="1862"/>
              <a:ext cx="352" cy="7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fr-FR"/>
            </a:p>
          </p:txBody>
        </p:sp>
        <p:sp>
          <p:nvSpPr>
            <p:cNvPr id="49165" name="Freeform 22"/>
            <p:cNvSpPr>
              <a:spLocks/>
            </p:cNvSpPr>
            <p:nvPr/>
          </p:nvSpPr>
          <p:spPr bwMode="auto">
            <a:xfrm>
              <a:off x="2762" y="1666"/>
              <a:ext cx="337" cy="485"/>
            </a:xfrm>
            <a:custGeom>
              <a:avLst/>
              <a:gdLst>
                <a:gd name="T0" fmla="*/ 336 w 337"/>
                <a:gd name="T1" fmla="*/ 194 h 485"/>
                <a:gd name="T2" fmla="*/ 118 w 337"/>
                <a:gd name="T3" fmla="*/ 484 h 485"/>
                <a:gd name="T4" fmla="*/ 0 w 337"/>
                <a:gd name="T5" fmla="*/ 452 h 485"/>
                <a:gd name="T6" fmla="*/ 336 w 337"/>
                <a:gd name="T7" fmla="*/ 0 h 485"/>
                <a:gd name="T8" fmla="*/ 336 w 337"/>
                <a:gd name="T9" fmla="*/ 152 h 485"/>
                <a:gd name="T10" fmla="*/ 336 w 337"/>
                <a:gd name="T11" fmla="*/ 194 h 485"/>
                <a:gd name="T12" fmla="*/ 0 60000 65536"/>
                <a:gd name="T13" fmla="*/ 0 60000 65536"/>
                <a:gd name="T14" fmla="*/ 0 60000 65536"/>
                <a:gd name="T15" fmla="*/ 0 60000 65536"/>
                <a:gd name="T16" fmla="*/ 0 60000 65536"/>
                <a:gd name="T17" fmla="*/ 0 60000 65536"/>
                <a:gd name="T18" fmla="*/ 0 w 337"/>
                <a:gd name="T19" fmla="*/ 0 h 485"/>
                <a:gd name="T20" fmla="*/ 337 w 337"/>
                <a:gd name="T21" fmla="*/ 485 h 485"/>
              </a:gdLst>
              <a:ahLst/>
              <a:cxnLst>
                <a:cxn ang="T12">
                  <a:pos x="T0" y="T1"/>
                </a:cxn>
                <a:cxn ang="T13">
                  <a:pos x="T2" y="T3"/>
                </a:cxn>
                <a:cxn ang="T14">
                  <a:pos x="T4" y="T5"/>
                </a:cxn>
                <a:cxn ang="T15">
                  <a:pos x="T6" y="T7"/>
                </a:cxn>
                <a:cxn ang="T16">
                  <a:pos x="T8" y="T9"/>
                </a:cxn>
                <a:cxn ang="T17">
                  <a:pos x="T10" y="T11"/>
                </a:cxn>
              </a:cxnLst>
              <a:rect l="T18" t="T19" r="T20" b="T21"/>
              <a:pathLst>
                <a:path w="337" h="485">
                  <a:moveTo>
                    <a:pt x="336" y="194"/>
                  </a:moveTo>
                  <a:lnTo>
                    <a:pt x="118" y="484"/>
                  </a:lnTo>
                  <a:lnTo>
                    <a:pt x="0" y="452"/>
                  </a:lnTo>
                  <a:lnTo>
                    <a:pt x="336" y="0"/>
                  </a:lnTo>
                  <a:lnTo>
                    <a:pt x="336" y="152"/>
                  </a:lnTo>
                  <a:lnTo>
                    <a:pt x="336" y="194"/>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49166" name="Freeform 23"/>
            <p:cNvSpPr>
              <a:spLocks/>
            </p:cNvSpPr>
            <p:nvPr/>
          </p:nvSpPr>
          <p:spPr bwMode="auto">
            <a:xfrm>
              <a:off x="2757" y="2124"/>
              <a:ext cx="509" cy="339"/>
            </a:xfrm>
            <a:custGeom>
              <a:avLst/>
              <a:gdLst>
                <a:gd name="T0" fmla="*/ 0 w 506"/>
                <a:gd name="T1" fmla="*/ 0 h 345"/>
                <a:gd name="T2" fmla="*/ 1 w 506"/>
                <a:gd name="T3" fmla="*/ 198 h 345"/>
                <a:gd name="T4" fmla="*/ 514 w 506"/>
                <a:gd name="T5" fmla="*/ 326 h 345"/>
                <a:gd name="T6" fmla="*/ 513 w 506"/>
                <a:gd name="T7" fmla="*/ 124 h 345"/>
                <a:gd name="T8" fmla="*/ 0 60000 65536"/>
                <a:gd name="T9" fmla="*/ 0 60000 65536"/>
                <a:gd name="T10" fmla="*/ 0 60000 65536"/>
                <a:gd name="T11" fmla="*/ 0 60000 65536"/>
                <a:gd name="T12" fmla="*/ 0 w 506"/>
                <a:gd name="T13" fmla="*/ 0 h 345"/>
                <a:gd name="T14" fmla="*/ 506 w 506"/>
                <a:gd name="T15" fmla="*/ 345 h 345"/>
              </a:gdLst>
              <a:ahLst/>
              <a:cxnLst>
                <a:cxn ang="T8">
                  <a:pos x="T0" y="T1"/>
                </a:cxn>
                <a:cxn ang="T9">
                  <a:pos x="T2" y="T3"/>
                </a:cxn>
                <a:cxn ang="T10">
                  <a:pos x="T4" y="T5"/>
                </a:cxn>
                <a:cxn ang="T11">
                  <a:pos x="T6" y="T7"/>
                </a:cxn>
              </a:cxnLst>
              <a:rect l="T12" t="T13" r="T14" b="T15"/>
              <a:pathLst>
                <a:path w="506" h="345">
                  <a:moveTo>
                    <a:pt x="0" y="0"/>
                  </a:moveTo>
                  <a:lnTo>
                    <a:pt x="1" y="209"/>
                  </a:lnTo>
                  <a:lnTo>
                    <a:pt x="505" y="344"/>
                  </a:lnTo>
                  <a:lnTo>
                    <a:pt x="504" y="130"/>
                  </a:lnTo>
                </a:path>
              </a:pathLst>
            </a:custGeom>
            <a:solidFill>
              <a:srgbClr val="FC2C1C"/>
            </a:solidFill>
            <a:ln w="12700" cap="rnd" cmpd="sng">
              <a:solidFill>
                <a:schemeClr val="bg2"/>
              </a:solidFill>
              <a:prstDash val="solid"/>
              <a:round/>
              <a:headEnd type="none" w="med" len="med"/>
              <a:tailEnd type="none" w="med" len="med"/>
            </a:ln>
          </p:spPr>
          <p:txBody>
            <a:bodyPr/>
            <a:lstStyle/>
            <a:p>
              <a:endParaRPr lang="fr-FR"/>
            </a:p>
          </p:txBody>
        </p:sp>
        <p:sp>
          <p:nvSpPr>
            <p:cNvPr id="49167" name="AutoShape 24"/>
            <p:cNvSpPr>
              <a:spLocks noChangeArrowheads="1"/>
            </p:cNvSpPr>
            <p:nvPr/>
          </p:nvSpPr>
          <p:spPr bwMode="auto">
            <a:xfrm rot="16200000" flipH="1">
              <a:off x="3067" y="1967"/>
              <a:ext cx="693" cy="306"/>
            </a:xfrm>
            <a:prstGeom prst="parallelogram">
              <a:avLst>
                <a:gd name="adj" fmla="val 156202"/>
              </a:avLst>
            </a:prstGeom>
            <a:solidFill>
              <a:srgbClr val="FC2C1C"/>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sp>
        <p:nvSpPr>
          <p:cNvPr id="49158" name="AutoShape 25"/>
          <p:cNvSpPr>
            <a:spLocks noChangeArrowheads="1"/>
          </p:cNvSpPr>
          <p:nvPr/>
        </p:nvSpPr>
        <p:spPr bwMode="auto">
          <a:xfrm rot="669280">
            <a:off x="3968750" y="3335338"/>
            <a:ext cx="307975" cy="228600"/>
          </a:xfrm>
          <a:prstGeom prst="parallelogram">
            <a:avLst>
              <a:gd name="adj" fmla="val 33681"/>
            </a:avLst>
          </a:prstGeom>
          <a:solidFill>
            <a:srgbClr val="FFFF00"/>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49159" name="AutoShape 26"/>
          <p:cNvSpPr>
            <a:spLocks noChangeArrowheads="1"/>
          </p:cNvSpPr>
          <p:nvPr/>
        </p:nvSpPr>
        <p:spPr bwMode="auto">
          <a:xfrm rot="2337505">
            <a:off x="4164013" y="3236913"/>
            <a:ext cx="280987" cy="422275"/>
          </a:xfrm>
          <a:prstGeom prst="parallelogram">
            <a:avLst>
              <a:gd name="adj" fmla="val 25000"/>
            </a:avLst>
          </a:prstGeom>
          <a:solidFill>
            <a:schemeClr val="accent2"/>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49160" name="Oval 27"/>
          <p:cNvSpPr>
            <a:spLocks noChangeArrowheads="1"/>
          </p:cNvSpPr>
          <p:nvPr/>
        </p:nvSpPr>
        <p:spPr bwMode="auto">
          <a:xfrm rot="575549">
            <a:off x="4202113" y="3424238"/>
            <a:ext cx="260350" cy="246062"/>
          </a:xfrm>
          <a:prstGeom prst="ellipse">
            <a:avLst/>
          </a:prstGeom>
          <a:solidFill>
            <a:srgbClr val="00FF00"/>
          </a:solidFill>
          <a:ln w="9525" algn="ctr">
            <a:solidFill>
              <a:schemeClr val="tx1"/>
            </a:solidFill>
            <a:round/>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0179" name="Group 149"/>
          <p:cNvGrpSpPr>
            <a:grpSpLocks/>
          </p:cNvGrpSpPr>
          <p:nvPr/>
        </p:nvGrpSpPr>
        <p:grpSpPr bwMode="auto">
          <a:xfrm>
            <a:off x="7073900" y="215900"/>
            <a:ext cx="1878013" cy="1250950"/>
            <a:chOff x="4456" y="136"/>
            <a:chExt cx="1183" cy="788"/>
          </a:xfrm>
        </p:grpSpPr>
        <p:grpSp>
          <p:nvGrpSpPr>
            <p:cNvPr id="50278" name="Group 150"/>
            <p:cNvGrpSpPr>
              <a:grpSpLocks/>
            </p:cNvGrpSpPr>
            <p:nvPr/>
          </p:nvGrpSpPr>
          <p:grpSpPr bwMode="auto">
            <a:xfrm>
              <a:off x="4766" y="232"/>
              <a:ext cx="873" cy="692"/>
              <a:chOff x="2185" y="310"/>
              <a:chExt cx="873" cy="692"/>
            </a:xfrm>
          </p:grpSpPr>
          <p:sp>
            <p:nvSpPr>
              <p:cNvPr id="50289" name="Freeform 151"/>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accent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0290" name="Freeform 152"/>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0291" name="Freeform 153"/>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0292" name="Freeform 154"/>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0293" name="Freeform 155"/>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0294" name="Freeform 156"/>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0295" name="Freeform 157"/>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grpSp>
          <p:nvGrpSpPr>
            <p:cNvPr id="50279" name="Group 158"/>
            <p:cNvGrpSpPr>
              <a:grpSpLocks/>
            </p:cNvGrpSpPr>
            <p:nvPr/>
          </p:nvGrpSpPr>
          <p:grpSpPr bwMode="auto">
            <a:xfrm>
              <a:off x="4949" y="336"/>
              <a:ext cx="591" cy="468"/>
              <a:chOff x="2185" y="310"/>
              <a:chExt cx="873" cy="692"/>
            </a:xfrm>
          </p:grpSpPr>
          <p:sp>
            <p:nvSpPr>
              <p:cNvPr id="50282" name="Freeform 159"/>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0283" name="Freeform 160"/>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0284" name="Freeform 161"/>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0285" name="Freeform 162"/>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0286" name="Freeform 163"/>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0287" name="Freeform 164"/>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0288" name="Freeform 165"/>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pic>
          <p:nvPicPr>
            <p:cNvPr id="50280" name="Picture 166"/>
            <p:cNvPicPr>
              <a:picLocks noChangeAspect="1" noChangeArrowheads="1"/>
            </p:cNvPicPr>
            <p:nvPr/>
          </p:nvPicPr>
          <p:blipFill>
            <a:blip r:embed="rId3" cstate="print">
              <a:extLst>
                <a:ext uri="{28A0092B-C50C-407E-A947-70E740481C1C}">
                  <a14:useLocalDpi xmlns:a14="http://schemas.microsoft.com/office/drawing/2010/main" val="0"/>
                </a:ext>
              </a:extLst>
            </a:blip>
            <a:srcRect l="-4282" t="-4369" r="-5199" b="-12012"/>
            <a:stretch>
              <a:fillRect/>
            </a:stretch>
          </p:blipFill>
          <p:spPr bwMode="auto">
            <a:xfrm>
              <a:off x="4456" y="136"/>
              <a:ext cx="480" cy="5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0281" name="Text Box 167"/>
            <p:cNvSpPr txBox="1">
              <a:spLocks noChangeArrowheads="1"/>
            </p:cNvSpPr>
            <p:nvPr/>
          </p:nvSpPr>
          <p:spPr bwMode="auto">
            <a:xfrm>
              <a:off x="5066" y="314"/>
              <a:ext cx="356" cy="49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4500" b="1">
                  <a:solidFill>
                    <a:srgbClr val="FF0000"/>
                  </a:solidFill>
                  <a:latin typeface="Arial Black" pitchFamily="34" charset="0"/>
                </a:rPr>
                <a:t>1</a:t>
              </a:r>
              <a:endParaRPr lang="fr-FR" altLang="fr-FR" sz="3200">
                <a:solidFill>
                  <a:schemeClr val="tx1"/>
                </a:solidFill>
                <a:latin typeface="Arial Black" pitchFamily="34" charset="0"/>
              </a:endParaRPr>
            </a:p>
          </p:txBody>
        </p:sp>
      </p:grpSp>
      <p:sp>
        <p:nvSpPr>
          <p:cNvPr id="50180" name="Rectangle 197"/>
          <p:cNvSpPr>
            <a:spLocks noGrp="1" noChangeArrowheads="1"/>
          </p:cNvSpPr>
          <p:nvPr>
            <p:ph type="title"/>
          </p:nvPr>
        </p:nvSpPr>
        <p:spPr>
          <a:xfrm>
            <a:off x="611188" y="0"/>
            <a:ext cx="6388100" cy="647700"/>
          </a:xfrm>
        </p:spPr>
        <p:txBody>
          <a:bodyPr/>
          <a:lstStyle/>
          <a:p>
            <a:pPr eaLnBrk="1" hangingPunct="1"/>
            <a:r>
              <a:rPr lang="fr-FR" altLang="fr-FR" dirty="0"/>
              <a:t>Sem. 1 - Lundi (St Léonard)</a:t>
            </a:r>
          </a:p>
        </p:txBody>
      </p:sp>
      <p:sp>
        <p:nvSpPr>
          <p:cNvPr id="200910" name="Text Box 206"/>
          <p:cNvSpPr txBox="1">
            <a:spLocks noChangeArrowheads="1"/>
          </p:cNvSpPr>
          <p:nvPr/>
        </p:nvSpPr>
        <p:spPr bwMode="auto">
          <a:xfrm>
            <a:off x="579438" y="4316413"/>
            <a:ext cx="18796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3. Produisez</a:t>
            </a:r>
          </a:p>
        </p:txBody>
      </p:sp>
      <p:grpSp>
        <p:nvGrpSpPr>
          <p:cNvPr id="5" name="Group 298"/>
          <p:cNvGrpSpPr>
            <a:grpSpLocks/>
          </p:cNvGrpSpPr>
          <p:nvPr/>
        </p:nvGrpSpPr>
        <p:grpSpPr bwMode="auto">
          <a:xfrm>
            <a:off x="566738" y="1106488"/>
            <a:ext cx="2722562" cy="534987"/>
            <a:chOff x="357" y="697"/>
            <a:chExt cx="1715" cy="337"/>
          </a:xfrm>
        </p:grpSpPr>
        <p:sp>
          <p:nvSpPr>
            <p:cNvPr id="50225" name="Text Box 205"/>
            <p:cNvSpPr txBox="1">
              <a:spLocks noChangeArrowheads="1"/>
            </p:cNvSpPr>
            <p:nvPr/>
          </p:nvSpPr>
          <p:spPr bwMode="auto">
            <a:xfrm>
              <a:off x="357" y="727"/>
              <a:ext cx="1226"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1. Tirez le dé</a:t>
              </a:r>
            </a:p>
          </p:txBody>
        </p:sp>
        <p:grpSp>
          <p:nvGrpSpPr>
            <p:cNvPr id="50226" name="Group 208"/>
            <p:cNvGrpSpPr>
              <a:grpSpLocks/>
            </p:cNvGrpSpPr>
            <p:nvPr/>
          </p:nvGrpSpPr>
          <p:grpSpPr bwMode="auto">
            <a:xfrm>
              <a:off x="1791" y="697"/>
              <a:ext cx="281" cy="337"/>
              <a:chOff x="868" y="1439"/>
              <a:chExt cx="811" cy="972"/>
            </a:xfrm>
          </p:grpSpPr>
          <p:sp>
            <p:nvSpPr>
              <p:cNvPr id="50227" name="Freeform 209"/>
              <p:cNvSpPr>
                <a:spLocks/>
              </p:cNvSpPr>
              <p:nvPr/>
            </p:nvSpPr>
            <p:spPr bwMode="auto">
              <a:xfrm>
                <a:off x="1548" y="2014"/>
                <a:ext cx="123" cy="100"/>
              </a:xfrm>
              <a:custGeom>
                <a:avLst/>
                <a:gdLst>
                  <a:gd name="T0" fmla="*/ 5 w 618"/>
                  <a:gd name="T1" fmla="*/ 0 h 502"/>
                  <a:gd name="T2" fmla="*/ 5 w 618"/>
                  <a:gd name="T3" fmla="*/ 0 h 502"/>
                  <a:gd name="T4" fmla="*/ 0 w 618"/>
                  <a:gd name="T5" fmla="*/ 4 h 502"/>
                  <a:gd name="T6" fmla="*/ 0 w 618"/>
                  <a:gd name="T7" fmla="*/ 4 h 502"/>
                  <a:gd name="T8" fmla="*/ 5 w 618"/>
                  <a:gd name="T9" fmla="*/ 0 h 502"/>
                  <a:gd name="T10" fmla="*/ 5 w 618"/>
                  <a:gd name="T11" fmla="*/ 0 h 502"/>
                  <a:gd name="T12" fmla="*/ 5 w 618"/>
                  <a:gd name="T13" fmla="*/ 0 h 502"/>
                  <a:gd name="T14" fmla="*/ 5 w 618"/>
                  <a:gd name="T15" fmla="*/ 0 h 502"/>
                  <a:gd name="T16" fmla="*/ 5 w 618"/>
                  <a:gd name="T17" fmla="*/ 0 h 502"/>
                  <a:gd name="T18" fmla="*/ 5 w 618"/>
                  <a:gd name="T19" fmla="*/ 0 h 502"/>
                  <a:gd name="T20" fmla="*/ 5 w 618"/>
                  <a:gd name="T21" fmla="*/ 0 h 502"/>
                  <a:gd name="T22" fmla="*/ 5 w 618"/>
                  <a:gd name="T23" fmla="*/ 0 h 502"/>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618"/>
                  <a:gd name="T37" fmla="*/ 0 h 502"/>
                  <a:gd name="T38" fmla="*/ 618 w 618"/>
                  <a:gd name="T39" fmla="*/ 502 h 502"/>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618" h="502">
                    <a:moveTo>
                      <a:pt x="611" y="0"/>
                    </a:moveTo>
                    <a:lnTo>
                      <a:pt x="606" y="2"/>
                    </a:lnTo>
                    <a:lnTo>
                      <a:pt x="0" y="490"/>
                    </a:lnTo>
                    <a:lnTo>
                      <a:pt x="10" y="502"/>
                    </a:lnTo>
                    <a:lnTo>
                      <a:pt x="616" y="14"/>
                    </a:lnTo>
                    <a:lnTo>
                      <a:pt x="611" y="16"/>
                    </a:lnTo>
                    <a:lnTo>
                      <a:pt x="616" y="14"/>
                    </a:lnTo>
                    <a:lnTo>
                      <a:pt x="618" y="9"/>
                    </a:lnTo>
                    <a:lnTo>
                      <a:pt x="617" y="3"/>
                    </a:lnTo>
                    <a:lnTo>
                      <a:pt x="612" y="1"/>
                    </a:lnTo>
                    <a:lnTo>
                      <a:pt x="606" y="2"/>
                    </a:lnTo>
                    <a:lnTo>
                      <a:pt x="611"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0228" name="Freeform 210"/>
              <p:cNvSpPr>
                <a:spLocks/>
              </p:cNvSpPr>
              <p:nvPr/>
            </p:nvSpPr>
            <p:spPr bwMode="auto">
              <a:xfrm>
                <a:off x="876" y="1852"/>
                <a:ext cx="82" cy="373"/>
              </a:xfrm>
              <a:custGeom>
                <a:avLst/>
                <a:gdLst>
                  <a:gd name="T0" fmla="*/ 3 w 413"/>
                  <a:gd name="T1" fmla="*/ 15 h 1865"/>
                  <a:gd name="T2" fmla="*/ 3 w 413"/>
                  <a:gd name="T3" fmla="*/ 15 h 1865"/>
                  <a:gd name="T4" fmla="*/ 0 w 413"/>
                  <a:gd name="T5" fmla="*/ 0 h 1865"/>
                  <a:gd name="T6" fmla="*/ 0 w 413"/>
                  <a:gd name="T7" fmla="*/ 0 h 1865"/>
                  <a:gd name="T8" fmla="*/ 3 w 413"/>
                  <a:gd name="T9" fmla="*/ 15 h 1865"/>
                  <a:gd name="T10" fmla="*/ 3 w 413"/>
                  <a:gd name="T11" fmla="*/ 15 h 1865"/>
                  <a:gd name="T12" fmla="*/ 3 w 413"/>
                  <a:gd name="T13" fmla="*/ 15 h 1865"/>
                  <a:gd name="T14" fmla="*/ 3 w 413"/>
                  <a:gd name="T15" fmla="*/ 15 h 1865"/>
                  <a:gd name="T16" fmla="*/ 3 w 413"/>
                  <a:gd name="T17" fmla="*/ 15 h 1865"/>
                  <a:gd name="T18" fmla="*/ 3 w 413"/>
                  <a:gd name="T19" fmla="*/ 15 h 1865"/>
                  <a:gd name="T20" fmla="*/ 3 w 413"/>
                  <a:gd name="T21" fmla="*/ 15 h 1865"/>
                  <a:gd name="T22" fmla="*/ 3 w 413"/>
                  <a:gd name="T23" fmla="*/ 15 h 186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413"/>
                  <a:gd name="T37" fmla="*/ 0 h 1865"/>
                  <a:gd name="T38" fmla="*/ 413 w 413"/>
                  <a:gd name="T39" fmla="*/ 1865 h 1865"/>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413" h="1865">
                    <a:moveTo>
                      <a:pt x="400" y="1864"/>
                    </a:moveTo>
                    <a:lnTo>
                      <a:pt x="413" y="1856"/>
                    </a:lnTo>
                    <a:lnTo>
                      <a:pt x="17" y="0"/>
                    </a:lnTo>
                    <a:lnTo>
                      <a:pt x="0" y="2"/>
                    </a:lnTo>
                    <a:lnTo>
                      <a:pt x="396" y="1858"/>
                    </a:lnTo>
                    <a:lnTo>
                      <a:pt x="409" y="1850"/>
                    </a:lnTo>
                    <a:lnTo>
                      <a:pt x="396" y="1858"/>
                    </a:lnTo>
                    <a:lnTo>
                      <a:pt x="400" y="1864"/>
                    </a:lnTo>
                    <a:lnTo>
                      <a:pt x="406" y="1865"/>
                    </a:lnTo>
                    <a:lnTo>
                      <a:pt x="410" y="1862"/>
                    </a:lnTo>
                    <a:lnTo>
                      <a:pt x="413" y="1856"/>
                    </a:lnTo>
                    <a:lnTo>
                      <a:pt x="400" y="186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0229" name="Freeform 211"/>
              <p:cNvSpPr>
                <a:spLocks/>
              </p:cNvSpPr>
              <p:nvPr/>
            </p:nvSpPr>
            <p:spPr bwMode="auto">
              <a:xfrm>
                <a:off x="1282" y="1533"/>
                <a:ext cx="35" cy="161"/>
              </a:xfrm>
              <a:custGeom>
                <a:avLst/>
                <a:gdLst>
                  <a:gd name="T0" fmla="*/ 1 w 175"/>
                  <a:gd name="T1" fmla="*/ 6 h 807"/>
                  <a:gd name="T2" fmla="*/ 1 w 175"/>
                  <a:gd name="T3" fmla="*/ 6 h 807"/>
                  <a:gd name="T4" fmla="*/ 1 w 175"/>
                  <a:gd name="T5" fmla="*/ 6 h 807"/>
                  <a:gd name="T6" fmla="*/ 1 w 175"/>
                  <a:gd name="T7" fmla="*/ 5 h 807"/>
                  <a:gd name="T8" fmla="*/ 1 w 175"/>
                  <a:gd name="T9" fmla="*/ 5 h 807"/>
                  <a:gd name="T10" fmla="*/ 1 w 175"/>
                  <a:gd name="T11" fmla="*/ 5 h 807"/>
                  <a:gd name="T12" fmla="*/ 1 w 175"/>
                  <a:gd name="T13" fmla="*/ 4 h 807"/>
                  <a:gd name="T14" fmla="*/ 1 w 175"/>
                  <a:gd name="T15" fmla="*/ 4 h 807"/>
                  <a:gd name="T16" fmla="*/ 1 w 175"/>
                  <a:gd name="T17" fmla="*/ 3 h 807"/>
                  <a:gd name="T18" fmla="*/ 1 w 175"/>
                  <a:gd name="T19" fmla="*/ 3 h 807"/>
                  <a:gd name="T20" fmla="*/ 1 w 175"/>
                  <a:gd name="T21" fmla="*/ 3 h 807"/>
                  <a:gd name="T22" fmla="*/ 1 w 175"/>
                  <a:gd name="T23" fmla="*/ 2 h 807"/>
                  <a:gd name="T24" fmla="*/ 1 w 175"/>
                  <a:gd name="T25" fmla="*/ 2 h 807"/>
                  <a:gd name="T26" fmla="*/ 1 w 175"/>
                  <a:gd name="T27" fmla="*/ 2 h 807"/>
                  <a:gd name="T28" fmla="*/ 1 w 175"/>
                  <a:gd name="T29" fmla="*/ 1 h 807"/>
                  <a:gd name="T30" fmla="*/ 1 w 175"/>
                  <a:gd name="T31" fmla="*/ 1 h 807"/>
                  <a:gd name="T32" fmla="*/ 1 w 175"/>
                  <a:gd name="T33" fmla="*/ 1 h 807"/>
                  <a:gd name="T34" fmla="*/ 1 w 175"/>
                  <a:gd name="T35" fmla="*/ 0 h 807"/>
                  <a:gd name="T36" fmla="*/ 1 w 175"/>
                  <a:gd name="T37" fmla="*/ 0 h 807"/>
                  <a:gd name="T38" fmla="*/ 1 w 175"/>
                  <a:gd name="T39" fmla="*/ 0 h 807"/>
                  <a:gd name="T40" fmla="*/ 0 w 175"/>
                  <a:gd name="T41" fmla="*/ 1 h 807"/>
                  <a:gd name="T42" fmla="*/ 0 w 175"/>
                  <a:gd name="T43" fmla="*/ 1 h 807"/>
                  <a:gd name="T44" fmla="*/ 0 w 175"/>
                  <a:gd name="T45" fmla="*/ 1 h 807"/>
                  <a:gd name="T46" fmla="*/ 0 w 175"/>
                  <a:gd name="T47" fmla="*/ 2 h 807"/>
                  <a:gd name="T48" fmla="*/ 0 w 175"/>
                  <a:gd name="T49" fmla="*/ 2 h 807"/>
                  <a:gd name="T50" fmla="*/ 0 w 175"/>
                  <a:gd name="T51" fmla="*/ 3 h 807"/>
                  <a:gd name="T52" fmla="*/ 0 w 175"/>
                  <a:gd name="T53" fmla="*/ 3 h 807"/>
                  <a:gd name="T54" fmla="*/ 0 w 175"/>
                  <a:gd name="T55" fmla="*/ 3 h 807"/>
                  <a:gd name="T56" fmla="*/ 0 w 175"/>
                  <a:gd name="T57" fmla="*/ 4 h 807"/>
                  <a:gd name="T58" fmla="*/ 0 w 175"/>
                  <a:gd name="T59" fmla="*/ 4 h 807"/>
                  <a:gd name="T60" fmla="*/ 0 w 175"/>
                  <a:gd name="T61" fmla="*/ 5 h 807"/>
                  <a:gd name="T62" fmla="*/ 0 w 175"/>
                  <a:gd name="T63" fmla="*/ 5 h 807"/>
                  <a:gd name="T64" fmla="*/ 0 w 175"/>
                  <a:gd name="T65" fmla="*/ 5 h 807"/>
                  <a:gd name="T66" fmla="*/ 1 w 175"/>
                  <a:gd name="T67" fmla="*/ 6 h 807"/>
                  <a:gd name="T68" fmla="*/ 1 w 175"/>
                  <a:gd name="T69" fmla="*/ 6 h 807"/>
                  <a:gd name="T70" fmla="*/ 1 w 175"/>
                  <a:gd name="T71" fmla="*/ 6 h 807"/>
                  <a:gd name="T72" fmla="*/ 1 w 175"/>
                  <a:gd name="T73" fmla="*/ 6 h 807"/>
                  <a:gd name="T74" fmla="*/ 1 w 175"/>
                  <a:gd name="T75" fmla="*/ 6 h 807"/>
                  <a:gd name="T76" fmla="*/ 1 w 175"/>
                  <a:gd name="T77" fmla="*/ 6 h 807"/>
                  <a:gd name="T78" fmla="*/ 1 w 175"/>
                  <a:gd name="T79" fmla="*/ 6 h 807"/>
                  <a:gd name="T80" fmla="*/ 1 w 175"/>
                  <a:gd name="T81" fmla="*/ 6 h 807"/>
                  <a:gd name="T82" fmla="*/ 1 w 175"/>
                  <a:gd name="T83" fmla="*/ 6 h 807"/>
                  <a:gd name="T84" fmla="*/ 1 w 175"/>
                  <a:gd name="T85" fmla="*/ 6 h 807"/>
                  <a:gd name="T86" fmla="*/ 1 w 175"/>
                  <a:gd name="T87" fmla="*/ 6 h 807"/>
                  <a:gd name="T88" fmla="*/ 1 w 175"/>
                  <a:gd name="T89" fmla="*/ 6 h 807"/>
                  <a:gd name="T90" fmla="*/ 1 w 175"/>
                  <a:gd name="T91" fmla="*/ 6 h 80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175"/>
                  <a:gd name="T139" fmla="*/ 0 h 807"/>
                  <a:gd name="T140" fmla="*/ 175 w 175"/>
                  <a:gd name="T141" fmla="*/ 807 h 80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175" h="807">
                    <a:moveTo>
                      <a:pt x="169" y="740"/>
                    </a:moveTo>
                    <a:lnTo>
                      <a:pt x="169" y="739"/>
                    </a:lnTo>
                    <a:lnTo>
                      <a:pt x="149" y="698"/>
                    </a:lnTo>
                    <a:lnTo>
                      <a:pt x="133" y="656"/>
                    </a:lnTo>
                    <a:lnTo>
                      <a:pt x="120" y="611"/>
                    </a:lnTo>
                    <a:lnTo>
                      <a:pt x="108" y="565"/>
                    </a:lnTo>
                    <a:lnTo>
                      <a:pt x="100" y="520"/>
                    </a:lnTo>
                    <a:lnTo>
                      <a:pt x="96" y="472"/>
                    </a:lnTo>
                    <a:lnTo>
                      <a:pt x="93" y="425"/>
                    </a:lnTo>
                    <a:lnTo>
                      <a:pt x="93" y="377"/>
                    </a:lnTo>
                    <a:lnTo>
                      <a:pt x="96" y="330"/>
                    </a:lnTo>
                    <a:lnTo>
                      <a:pt x="100" y="283"/>
                    </a:lnTo>
                    <a:lnTo>
                      <a:pt x="106" y="238"/>
                    </a:lnTo>
                    <a:lnTo>
                      <a:pt x="115" y="195"/>
                    </a:lnTo>
                    <a:lnTo>
                      <a:pt x="126" y="153"/>
                    </a:lnTo>
                    <a:lnTo>
                      <a:pt x="139" y="114"/>
                    </a:lnTo>
                    <a:lnTo>
                      <a:pt x="153" y="77"/>
                    </a:lnTo>
                    <a:lnTo>
                      <a:pt x="169" y="43"/>
                    </a:lnTo>
                    <a:lnTo>
                      <a:pt x="87" y="0"/>
                    </a:lnTo>
                    <a:lnTo>
                      <a:pt x="69" y="39"/>
                    </a:lnTo>
                    <a:lnTo>
                      <a:pt x="52" y="81"/>
                    </a:lnTo>
                    <a:lnTo>
                      <a:pt x="37" y="127"/>
                    </a:lnTo>
                    <a:lnTo>
                      <a:pt x="24" y="174"/>
                    </a:lnTo>
                    <a:lnTo>
                      <a:pt x="15" y="222"/>
                    </a:lnTo>
                    <a:lnTo>
                      <a:pt x="7" y="271"/>
                    </a:lnTo>
                    <a:lnTo>
                      <a:pt x="2" y="323"/>
                    </a:lnTo>
                    <a:lnTo>
                      <a:pt x="0" y="374"/>
                    </a:lnTo>
                    <a:lnTo>
                      <a:pt x="0" y="427"/>
                    </a:lnTo>
                    <a:lnTo>
                      <a:pt x="2" y="479"/>
                    </a:lnTo>
                    <a:lnTo>
                      <a:pt x="9" y="531"/>
                    </a:lnTo>
                    <a:lnTo>
                      <a:pt x="17" y="584"/>
                    </a:lnTo>
                    <a:lnTo>
                      <a:pt x="29" y="635"/>
                    </a:lnTo>
                    <a:lnTo>
                      <a:pt x="44" y="686"/>
                    </a:lnTo>
                    <a:lnTo>
                      <a:pt x="65" y="736"/>
                    </a:lnTo>
                    <a:lnTo>
                      <a:pt x="87" y="784"/>
                    </a:lnTo>
                    <a:lnTo>
                      <a:pt x="87" y="782"/>
                    </a:lnTo>
                    <a:lnTo>
                      <a:pt x="87" y="784"/>
                    </a:lnTo>
                    <a:lnTo>
                      <a:pt x="100" y="799"/>
                    </a:lnTo>
                    <a:lnTo>
                      <a:pt x="117" y="807"/>
                    </a:lnTo>
                    <a:lnTo>
                      <a:pt x="134" y="807"/>
                    </a:lnTo>
                    <a:lnTo>
                      <a:pt x="151" y="801"/>
                    </a:lnTo>
                    <a:lnTo>
                      <a:pt x="164" y="791"/>
                    </a:lnTo>
                    <a:lnTo>
                      <a:pt x="173" y="777"/>
                    </a:lnTo>
                    <a:lnTo>
                      <a:pt x="175" y="759"/>
                    </a:lnTo>
                    <a:lnTo>
                      <a:pt x="169" y="739"/>
                    </a:lnTo>
                    <a:lnTo>
                      <a:pt x="169" y="74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0230" name="Freeform 212"/>
              <p:cNvSpPr>
                <a:spLocks/>
              </p:cNvSpPr>
              <p:nvPr/>
            </p:nvSpPr>
            <p:spPr bwMode="auto">
              <a:xfrm>
                <a:off x="1299" y="1681"/>
                <a:ext cx="157" cy="281"/>
              </a:xfrm>
              <a:custGeom>
                <a:avLst/>
                <a:gdLst>
                  <a:gd name="T0" fmla="*/ 6 w 787"/>
                  <a:gd name="T1" fmla="*/ 11 h 1404"/>
                  <a:gd name="T2" fmla="*/ 6 w 787"/>
                  <a:gd name="T3" fmla="*/ 11 h 1404"/>
                  <a:gd name="T4" fmla="*/ 1 w 787"/>
                  <a:gd name="T5" fmla="*/ 0 h 1404"/>
                  <a:gd name="T6" fmla="*/ 0 w 787"/>
                  <a:gd name="T7" fmla="*/ 0 h 1404"/>
                  <a:gd name="T8" fmla="*/ 6 w 787"/>
                  <a:gd name="T9" fmla="*/ 11 h 1404"/>
                  <a:gd name="T10" fmla="*/ 6 w 787"/>
                  <a:gd name="T11" fmla="*/ 11 h 1404"/>
                  <a:gd name="T12" fmla="*/ 6 w 787"/>
                  <a:gd name="T13" fmla="*/ 11 h 1404"/>
                  <a:gd name="T14" fmla="*/ 6 w 787"/>
                  <a:gd name="T15" fmla="*/ 11 h 1404"/>
                  <a:gd name="T16" fmla="*/ 6 w 787"/>
                  <a:gd name="T17" fmla="*/ 11 h 1404"/>
                  <a:gd name="T18" fmla="*/ 6 w 787"/>
                  <a:gd name="T19" fmla="*/ 11 h 1404"/>
                  <a:gd name="T20" fmla="*/ 6 w 787"/>
                  <a:gd name="T21" fmla="*/ 11 h 1404"/>
                  <a:gd name="T22" fmla="*/ 6 w 787"/>
                  <a:gd name="T23" fmla="*/ 11 h 1404"/>
                  <a:gd name="T24" fmla="*/ 6 w 787"/>
                  <a:gd name="T25" fmla="*/ 11 h 1404"/>
                  <a:gd name="T26" fmla="*/ 6 w 787"/>
                  <a:gd name="T27" fmla="*/ 11 h 1404"/>
                  <a:gd name="T28" fmla="*/ 6 w 787"/>
                  <a:gd name="T29" fmla="*/ 11 h 1404"/>
                  <a:gd name="T30" fmla="*/ 6 w 787"/>
                  <a:gd name="T31" fmla="*/ 11 h 1404"/>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787"/>
                  <a:gd name="T49" fmla="*/ 0 h 1404"/>
                  <a:gd name="T50" fmla="*/ 787 w 787"/>
                  <a:gd name="T51" fmla="*/ 1404 h 1404"/>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787" h="1404">
                    <a:moveTo>
                      <a:pt x="781" y="1334"/>
                    </a:moveTo>
                    <a:lnTo>
                      <a:pt x="781" y="1337"/>
                    </a:lnTo>
                    <a:lnTo>
                      <a:pt x="82" y="0"/>
                    </a:lnTo>
                    <a:lnTo>
                      <a:pt x="0" y="42"/>
                    </a:lnTo>
                    <a:lnTo>
                      <a:pt x="699" y="1379"/>
                    </a:lnTo>
                    <a:lnTo>
                      <a:pt x="699" y="1381"/>
                    </a:lnTo>
                    <a:lnTo>
                      <a:pt x="699" y="1379"/>
                    </a:lnTo>
                    <a:lnTo>
                      <a:pt x="712" y="1395"/>
                    </a:lnTo>
                    <a:lnTo>
                      <a:pt x="727" y="1402"/>
                    </a:lnTo>
                    <a:lnTo>
                      <a:pt x="744" y="1404"/>
                    </a:lnTo>
                    <a:lnTo>
                      <a:pt x="761" y="1398"/>
                    </a:lnTo>
                    <a:lnTo>
                      <a:pt x="775" y="1388"/>
                    </a:lnTo>
                    <a:lnTo>
                      <a:pt x="784" y="1373"/>
                    </a:lnTo>
                    <a:lnTo>
                      <a:pt x="787" y="1357"/>
                    </a:lnTo>
                    <a:lnTo>
                      <a:pt x="781" y="1337"/>
                    </a:lnTo>
                    <a:lnTo>
                      <a:pt x="781" y="13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0231" name="Freeform 213"/>
              <p:cNvSpPr>
                <a:spLocks/>
              </p:cNvSpPr>
              <p:nvPr/>
            </p:nvSpPr>
            <p:spPr bwMode="auto">
              <a:xfrm>
                <a:off x="1439" y="1948"/>
                <a:ext cx="125" cy="76"/>
              </a:xfrm>
              <a:custGeom>
                <a:avLst/>
                <a:gdLst>
                  <a:gd name="T0" fmla="*/ 5 w 628"/>
                  <a:gd name="T1" fmla="*/ 2 h 383"/>
                  <a:gd name="T2" fmla="*/ 5 w 628"/>
                  <a:gd name="T3" fmla="*/ 2 h 383"/>
                  <a:gd name="T4" fmla="*/ 4 w 628"/>
                  <a:gd name="T5" fmla="*/ 2 h 383"/>
                  <a:gd name="T6" fmla="*/ 4 w 628"/>
                  <a:gd name="T7" fmla="*/ 2 h 383"/>
                  <a:gd name="T8" fmla="*/ 4 w 628"/>
                  <a:gd name="T9" fmla="*/ 2 h 383"/>
                  <a:gd name="T10" fmla="*/ 3 w 628"/>
                  <a:gd name="T11" fmla="*/ 2 h 383"/>
                  <a:gd name="T12" fmla="*/ 3 w 628"/>
                  <a:gd name="T13" fmla="*/ 2 h 383"/>
                  <a:gd name="T14" fmla="*/ 3 w 628"/>
                  <a:gd name="T15" fmla="*/ 2 h 383"/>
                  <a:gd name="T16" fmla="*/ 3 w 628"/>
                  <a:gd name="T17" fmla="*/ 2 h 383"/>
                  <a:gd name="T18" fmla="*/ 2 w 628"/>
                  <a:gd name="T19" fmla="*/ 2 h 383"/>
                  <a:gd name="T20" fmla="*/ 2 w 628"/>
                  <a:gd name="T21" fmla="*/ 2 h 383"/>
                  <a:gd name="T22" fmla="*/ 2 w 628"/>
                  <a:gd name="T23" fmla="*/ 1 h 383"/>
                  <a:gd name="T24" fmla="*/ 2 w 628"/>
                  <a:gd name="T25" fmla="*/ 1 h 383"/>
                  <a:gd name="T26" fmla="*/ 1 w 628"/>
                  <a:gd name="T27" fmla="*/ 1 h 383"/>
                  <a:gd name="T28" fmla="*/ 1 w 628"/>
                  <a:gd name="T29" fmla="*/ 1 h 383"/>
                  <a:gd name="T30" fmla="*/ 1 w 628"/>
                  <a:gd name="T31" fmla="*/ 1 h 383"/>
                  <a:gd name="T32" fmla="*/ 1 w 628"/>
                  <a:gd name="T33" fmla="*/ 0 h 383"/>
                  <a:gd name="T34" fmla="*/ 1 w 628"/>
                  <a:gd name="T35" fmla="*/ 0 h 383"/>
                  <a:gd name="T36" fmla="*/ 0 w 628"/>
                  <a:gd name="T37" fmla="*/ 0 h 383"/>
                  <a:gd name="T38" fmla="*/ 0 w 628"/>
                  <a:gd name="T39" fmla="*/ 1 h 383"/>
                  <a:gd name="T40" fmla="*/ 0 w 628"/>
                  <a:gd name="T41" fmla="*/ 1 h 383"/>
                  <a:gd name="T42" fmla="*/ 1 w 628"/>
                  <a:gd name="T43" fmla="*/ 1 h 383"/>
                  <a:gd name="T44" fmla="*/ 1 w 628"/>
                  <a:gd name="T45" fmla="*/ 1 h 383"/>
                  <a:gd name="T46" fmla="*/ 1 w 628"/>
                  <a:gd name="T47" fmla="*/ 2 h 383"/>
                  <a:gd name="T48" fmla="*/ 1 w 628"/>
                  <a:gd name="T49" fmla="*/ 2 h 383"/>
                  <a:gd name="T50" fmla="*/ 2 w 628"/>
                  <a:gd name="T51" fmla="*/ 2 h 383"/>
                  <a:gd name="T52" fmla="*/ 2 w 628"/>
                  <a:gd name="T53" fmla="*/ 2 h 383"/>
                  <a:gd name="T54" fmla="*/ 2 w 628"/>
                  <a:gd name="T55" fmla="*/ 2 h 383"/>
                  <a:gd name="T56" fmla="*/ 3 w 628"/>
                  <a:gd name="T57" fmla="*/ 3 h 383"/>
                  <a:gd name="T58" fmla="*/ 3 w 628"/>
                  <a:gd name="T59" fmla="*/ 3 h 383"/>
                  <a:gd name="T60" fmla="*/ 3 w 628"/>
                  <a:gd name="T61" fmla="*/ 3 h 383"/>
                  <a:gd name="T62" fmla="*/ 4 w 628"/>
                  <a:gd name="T63" fmla="*/ 3 h 383"/>
                  <a:gd name="T64" fmla="*/ 4 w 628"/>
                  <a:gd name="T65" fmla="*/ 3 h 383"/>
                  <a:gd name="T66" fmla="*/ 4 w 628"/>
                  <a:gd name="T67" fmla="*/ 3 h 383"/>
                  <a:gd name="T68" fmla="*/ 5 w 628"/>
                  <a:gd name="T69" fmla="*/ 3 h 383"/>
                  <a:gd name="T70" fmla="*/ 5 w 628"/>
                  <a:gd name="T71" fmla="*/ 3 h 383"/>
                  <a:gd name="T72" fmla="*/ 5 w 628"/>
                  <a:gd name="T73" fmla="*/ 3 h 383"/>
                  <a:gd name="T74" fmla="*/ 5 w 628"/>
                  <a:gd name="T75" fmla="*/ 3 h 383"/>
                  <a:gd name="T76" fmla="*/ 5 w 628"/>
                  <a:gd name="T77" fmla="*/ 3 h 383"/>
                  <a:gd name="T78" fmla="*/ 5 w 628"/>
                  <a:gd name="T79" fmla="*/ 3 h 383"/>
                  <a:gd name="T80" fmla="*/ 5 w 628"/>
                  <a:gd name="T81" fmla="*/ 3 h 383"/>
                  <a:gd name="T82" fmla="*/ 5 w 628"/>
                  <a:gd name="T83" fmla="*/ 3 h 383"/>
                  <a:gd name="T84" fmla="*/ 5 w 628"/>
                  <a:gd name="T85" fmla="*/ 2 h 383"/>
                  <a:gd name="T86" fmla="*/ 5 w 628"/>
                  <a:gd name="T87" fmla="*/ 2 h 383"/>
                  <a:gd name="T88" fmla="*/ 5 w 628"/>
                  <a:gd name="T89" fmla="*/ 2 h 383"/>
                  <a:gd name="T90" fmla="*/ 5 w 628"/>
                  <a:gd name="T91" fmla="*/ 2 h 38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628"/>
                  <a:gd name="T139" fmla="*/ 0 h 383"/>
                  <a:gd name="T140" fmla="*/ 628 w 628"/>
                  <a:gd name="T141" fmla="*/ 383 h 38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628" h="383">
                    <a:moveTo>
                      <a:pt x="581" y="289"/>
                    </a:moveTo>
                    <a:lnTo>
                      <a:pt x="582" y="289"/>
                    </a:lnTo>
                    <a:lnTo>
                      <a:pt x="541" y="287"/>
                    </a:lnTo>
                    <a:lnTo>
                      <a:pt x="500" y="283"/>
                    </a:lnTo>
                    <a:lnTo>
                      <a:pt x="462" y="276"/>
                    </a:lnTo>
                    <a:lnTo>
                      <a:pt x="424" y="268"/>
                    </a:lnTo>
                    <a:lnTo>
                      <a:pt x="389" y="255"/>
                    </a:lnTo>
                    <a:lnTo>
                      <a:pt x="352" y="242"/>
                    </a:lnTo>
                    <a:lnTo>
                      <a:pt x="320" y="227"/>
                    </a:lnTo>
                    <a:lnTo>
                      <a:pt x="287" y="209"/>
                    </a:lnTo>
                    <a:lnTo>
                      <a:pt x="255" y="189"/>
                    </a:lnTo>
                    <a:lnTo>
                      <a:pt x="226" y="168"/>
                    </a:lnTo>
                    <a:lnTo>
                      <a:pt x="198" y="145"/>
                    </a:lnTo>
                    <a:lnTo>
                      <a:pt x="172" y="119"/>
                    </a:lnTo>
                    <a:lnTo>
                      <a:pt x="146" y="92"/>
                    </a:lnTo>
                    <a:lnTo>
                      <a:pt x="122" y="64"/>
                    </a:lnTo>
                    <a:lnTo>
                      <a:pt x="100" y="33"/>
                    </a:lnTo>
                    <a:lnTo>
                      <a:pt x="82" y="0"/>
                    </a:lnTo>
                    <a:lnTo>
                      <a:pt x="0" y="47"/>
                    </a:lnTo>
                    <a:lnTo>
                      <a:pt x="23" y="85"/>
                    </a:lnTo>
                    <a:lnTo>
                      <a:pt x="49" y="120"/>
                    </a:lnTo>
                    <a:lnTo>
                      <a:pt x="76" y="153"/>
                    </a:lnTo>
                    <a:lnTo>
                      <a:pt x="104" y="185"/>
                    </a:lnTo>
                    <a:lnTo>
                      <a:pt x="137" y="215"/>
                    </a:lnTo>
                    <a:lnTo>
                      <a:pt x="170" y="241"/>
                    </a:lnTo>
                    <a:lnTo>
                      <a:pt x="204" y="267"/>
                    </a:lnTo>
                    <a:lnTo>
                      <a:pt x="240" y="289"/>
                    </a:lnTo>
                    <a:lnTo>
                      <a:pt x="277" y="309"/>
                    </a:lnTo>
                    <a:lnTo>
                      <a:pt x="317" y="329"/>
                    </a:lnTo>
                    <a:lnTo>
                      <a:pt x="358" y="344"/>
                    </a:lnTo>
                    <a:lnTo>
                      <a:pt x="400" y="357"/>
                    </a:lnTo>
                    <a:lnTo>
                      <a:pt x="444" y="367"/>
                    </a:lnTo>
                    <a:lnTo>
                      <a:pt x="488" y="374"/>
                    </a:lnTo>
                    <a:lnTo>
                      <a:pt x="534" y="380"/>
                    </a:lnTo>
                    <a:lnTo>
                      <a:pt x="580" y="383"/>
                    </a:lnTo>
                    <a:lnTo>
                      <a:pt x="581" y="383"/>
                    </a:lnTo>
                    <a:lnTo>
                      <a:pt x="580" y="383"/>
                    </a:lnTo>
                    <a:lnTo>
                      <a:pt x="600" y="379"/>
                    </a:lnTo>
                    <a:lnTo>
                      <a:pt x="615" y="369"/>
                    </a:lnTo>
                    <a:lnTo>
                      <a:pt x="624" y="353"/>
                    </a:lnTo>
                    <a:lnTo>
                      <a:pt x="628" y="337"/>
                    </a:lnTo>
                    <a:lnTo>
                      <a:pt x="625" y="319"/>
                    </a:lnTo>
                    <a:lnTo>
                      <a:pt x="617" y="304"/>
                    </a:lnTo>
                    <a:lnTo>
                      <a:pt x="602" y="294"/>
                    </a:lnTo>
                    <a:lnTo>
                      <a:pt x="582" y="289"/>
                    </a:lnTo>
                    <a:lnTo>
                      <a:pt x="581" y="28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0232" name="Freeform 214"/>
              <p:cNvSpPr>
                <a:spLocks/>
              </p:cNvSpPr>
              <p:nvPr/>
            </p:nvSpPr>
            <p:spPr bwMode="auto">
              <a:xfrm>
                <a:off x="1587" y="1880"/>
                <a:ext cx="85" cy="49"/>
              </a:xfrm>
              <a:custGeom>
                <a:avLst/>
                <a:gdLst>
                  <a:gd name="T0" fmla="*/ 3 w 426"/>
                  <a:gd name="T1" fmla="*/ 0 h 245"/>
                  <a:gd name="T2" fmla="*/ 3 w 426"/>
                  <a:gd name="T3" fmla="*/ 0 h 245"/>
                  <a:gd name="T4" fmla="*/ 3 w 426"/>
                  <a:gd name="T5" fmla="*/ 0 h 245"/>
                  <a:gd name="T6" fmla="*/ 3 w 426"/>
                  <a:gd name="T7" fmla="*/ 0 h 245"/>
                  <a:gd name="T8" fmla="*/ 2 w 426"/>
                  <a:gd name="T9" fmla="*/ 0 h 245"/>
                  <a:gd name="T10" fmla="*/ 2 w 426"/>
                  <a:gd name="T11" fmla="*/ 0 h 245"/>
                  <a:gd name="T12" fmla="*/ 2 w 426"/>
                  <a:gd name="T13" fmla="*/ 0 h 245"/>
                  <a:gd name="T14" fmla="*/ 2 w 426"/>
                  <a:gd name="T15" fmla="*/ 0 h 245"/>
                  <a:gd name="T16" fmla="*/ 1 w 426"/>
                  <a:gd name="T17" fmla="*/ 0 h 245"/>
                  <a:gd name="T18" fmla="*/ 1 w 426"/>
                  <a:gd name="T19" fmla="*/ 1 h 245"/>
                  <a:gd name="T20" fmla="*/ 1 w 426"/>
                  <a:gd name="T21" fmla="*/ 1 h 245"/>
                  <a:gd name="T22" fmla="*/ 1 w 426"/>
                  <a:gd name="T23" fmla="*/ 1 h 245"/>
                  <a:gd name="T24" fmla="*/ 0 w 426"/>
                  <a:gd name="T25" fmla="*/ 1 h 245"/>
                  <a:gd name="T26" fmla="*/ 0 w 426"/>
                  <a:gd name="T27" fmla="*/ 1 h 245"/>
                  <a:gd name="T28" fmla="*/ 0 w 426"/>
                  <a:gd name="T29" fmla="*/ 1 h 245"/>
                  <a:gd name="T30" fmla="*/ 0 w 426"/>
                  <a:gd name="T31" fmla="*/ 2 h 245"/>
                  <a:gd name="T32" fmla="*/ 0 w 426"/>
                  <a:gd name="T33" fmla="*/ 2 h 245"/>
                  <a:gd name="T34" fmla="*/ 0 w 426"/>
                  <a:gd name="T35" fmla="*/ 2 h 245"/>
                  <a:gd name="T36" fmla="*/ 0 w 426"/>
                  <a:gd name="T37" fmla="*/ 2 h 245"/>
                  <a:gd name="T38" fmla="*/ 0 w 426"/>
                  <a:gd name="T39" fmla="*/ 2 h 245"/>
                  <a:gd name="T40" fmla="*/ 0 w 426"/>
                  <a:gd name="T41" fmla="*/ 2 h 245"/>
                  <a:gd name="T42" fmla="*/ 0 w 426"/>
                  <a:gd name="T43" fmla="*/ 1 h 245"/>
                  <a:gd name="T44" fmla="*/ 0 w 426"/>
                  <a:gd name="T45" fmla="*/ 1 h 245"/>
                  <a:gd name="T46" fmla="*/ 0 w 426"/>
                  <a:gd name="T47" fmla="*/ 1 h 245"/>
                  <a:gd name="T48" fmla="*/ 1 w 426"/>
                  <a:gd name="T49" fmla="*/ 1 h 245"/>
                  <a:gd name="T50" fmla="*/ 1 w 426"/>
                  <a:gd name="T51" fmla="*/ 1 h 245"/>
                  <a:gd name="T52" fmla="*/ 1 w 426"/>
                  <a:gd name="T53" fmla="*/ 1 h 245"/>
                  <a:gd name="T54" fmla="*/ 1 w 426"/>
                  <a:gd name="T55" fmla="*/ 1 h 245"/>
                  <a:gd name="T56" fmla="*/ 2 w 426"/>
                  <a:gd name="T57" fmla="*/ 0 h 245"/>
                  <a:gd name="T58" fmla="*/ 2 w 426"/>
                  <a:gd name="T59" fmla="*/ 0 h 245"/>
                  <a:gd name="T60" fmla="*/ 2 w 426"/>
                  <a:gd name="T61" fmla="*/ 0 h 245"/>
                  <a:gd name="T62" fmla="*/ 2 w 426"/>
                  <a:gd name="T63" fmla="*/ 0 h 245"/>
                  <a:gd name="T64" fmla="*/ 3 w 426"/>
                  <a:gd name="T65" fmla="*/ 0 h 245"/>
                  <a:gd name="T66" fmla="*/ 3 w 426"/>
                  <a:gd name="T67" fmla="*/ 0 h 245"/>
                  <a:gd name="T68" fmla="*/ 3 w 426"/>
                  <a:gd name="T69" fmla="*/ 0 h 245"/>
                  <a:gd name="T70" fmla="*/ 3 w 426"/>
                  <a:gd name="T71" fmla="*/ 0 h 245"/>
                  <a:gd name="T72" fmla="*/ 3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426" y="0"/>
                    </a:moveTo>
                    <a:lnTo>
                      <a:pt x="426" y="0"/>
                    </a:lnTo>
                    <a:lnTo>
                      <a:pt x="384" y="1"/>
                    </a:lnTo>
                    <a:lnTo>
                      <a:pt x="340" y="4"/>
                    </a:lnTo>
                    <a:lnTo>
                      <a:pt x="300" y="10"/>
                    </a:lnTo>
                    <a:lnTo>
                      <a:pt x="262" y="18"/>
                    </a:lnTo>
                    <a:lnTo>
                      <a:pt x="224" y="29"/>
                    </a:lnTo>
                    <a:lnTo>
                      <a:pt x="189" y="41"/>
                    </a:lnTo>
                    <a:lnTo>
                      <a:pt x="157" y="55"/>
                    </a:lnTo>
                    <a:lnTo>
                      <a:pt x="126" y="70"/>
                    </a:lnTo>
                    <a:lnTo>
                      <a:pt x="99" y="89"/>
                    </a:lnTo>
                    <a:lnTo>
                      <a:pt x="74" y="106"/>
                    </a:lnTo>
                    <a:lnTo>
                      <a:pt x="52" y="126"/>
                    </a:lnTo>
                    <a:lnTo>
                      <a:pt x="34" y="148"/>
                    </a:lnTo>
                    <a:lnTo>
                      <a:pt x="19" y="171"/>
                    </a:lnTo>
                    <a:lnTo>
                      <a:pt x="9" y="194"/>
                    </a:lnTo>
                    <a:lnTo>
                      <a:pt x="3" y="219"/>
                    </a:lnTo>
                    <a:lnTo>
                      <a:pt x="0" y="245"/>
                    </a:lnTo>
                    <a:lnTo>
                      <a:pt x="12" y="245"/>
                    </a:lnTo>
                    <a:lnTo>
                      <a:pt x="15" y="221"/>
                    </a:lnTo>
                    <a:lnTo>
                      <a:pt x="20" y="199"/>
                    </a:lnTo>
                    <a:lnTo>
                      <a:pt x="31" y="178"/>
                    </a:lnTo>
                    <a:lnTo>
                      <a:pt x="44" y="156"/>
                    </a:lnTo>
                    <a:lnTo>
                      <a:pt x="61" y="136"/>
                    </a:lnTo>
                    <a:lnTo>
                      <a:pt x="81" y="116"/>
                    </a:lnTo>
                    <a:lnTo>
                      <a:pt x="106" y="98"/>
                    </a:lnTo>
                    <a:lnTo>
                      <a:pt x="133" y="82"/>
                    </a:lnTo>
                    <a:lnTo>
                      <a:pt x="162" y="66"/>
                    </a:lnTo>
                    <a:lnTo>
                      <a:pt x="194" y="52"/>
                    </a:lnTo>
                    <a:lnTo>
                      <a:pt x="229" y="41"/>
                    </a:lnTo>
                    <a:lnTo>
                      <a:pt x="264" y="30"/>
                    </a:lnTo>
                    <a:lnTo>
                      <a:pt x="303" y="22"/>
                    </a:lnTo>
                    <a:lnTo>
                      <a:pt x="343" y="16"/>
                    </a:lnTo>
                    <a:lnTo>
                      <a:pt x="384" y="12"/>
                    </a:lnTo>
                    <a:lnTo>
                      <a:pt x="426" y="11"/>
                    </a:lnTo>
                    <a:lnTo>
                      <a:pt x="42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0233" name="Freeform 215"/>
              <p:cNvSpPr>
                <a:spLocks/>
              </p:cNvSpPr>
              <p:nvPr/>
            </p:nvSpPr>
            <p:spPr bwMode="auto">
              <a:xfrm>
                <a:off x="1587" y="1929"/>
                <a:ext cx="85" cy="49"/>
              </a:xfrm>
              <a:custGeom>
                <a:avLst/>
                <a:gdLst>
                  <a:gd name="T0" fmla="*/ 0 w 426"/>
                  <a:gd name="T1" fmla="*/ 0 h 245"/>
                  <a:gd name="T2" fmla="*/ 0 w 426"/>
                  <a:gd name="T3" fmla="*/ 0 h 245"/>
                  <a:gd name="T4" fmla="*/ 0 w 426"/>
                  <a:gd name="T5" fmla="*/ 0 h 245"/>
                  <a:gd name="T6" fmla="*/ 0 w 426"/>
                  <a:gd name="T7" fmla="*/ 0 h 245"/>
                  <a:gd name="T8" fmla="*/ 0 w 426"/>
                  <a:gd name="T9" fmla="*/ 1 h 245"/>
                  <a:gd name="T10" fmla="*/ 0 w 426"/>
                  <a:gd name="T11" fmla="*/ 1 h 245"/>
                  <a:gd name="T12" fmla="*/ 0 w 426"/>
                  <a:gd name="T13" fmla="*/ 1 h 245"/>
                  <a:gd name="T14" fmla="*/ 1 w 426"/>
                  <a:gd name="T15" fmla="*/ 1 h 245"/>
                  <a:gd name="T16" fmla="*/ 1 w 426"/>
                  <a:gd name="T17" fmla="*/ 1 h 245"/>
                  <a:gd name="T18" fmla="*/ 1 w 426"/>
                  <a:gd name="T19" fmla="*/ 1 h 245"/>
                  <a:gd name="T20" fmla="*/ 1 w 426"/>
                  <a:gd name="T21" fmla="*/ 2 h 245"/>
                  <a:gd name="T22" fmla="*/ 2 w 426"/>
                  <a:gd name="T23" fmla="*/ 2 h 245"/>
                  <a:gd name="T24" fmla="*/ 2 w 426"/>
                  <a:gd name="T25" fmla="*/ 2 h 245"/>
                  <a:gd name="T26" fmla="*/ 2 w 426"/>
                  <a:gd name="T27" fmla="*/ 2 h 245"/>
                  <a:gd name="T28" fmla="*/ 2 w 426"/>
                  <a:gd name="T29" fmla="*/ 2 h 245"/>
                  <a:gd name="T30" fmla="*/ 3 w 426"/>
                  <a:gd name="T31" fmla="*/ 2 h 245"/>
                  <a:gd name="T32" fmla="*/ 3 w 426"/>
                  <a:gd name="T33" fmla="*/ 2 h 245"/>
                  <a:gd name="T34" fmla="*/ 3 w 426"/>
                  <a:gd name="T35" fmla="*/ 2 h 245"/>
                  <a:gd name="T36" fmla="*/ 3 w 426"/>
                  <a:gd name="T37" fmla="*/ 2 h 245"/>
                  <a:gd name="T38" fmla="*/ 3 w 426"/>
                  <a:gd name="T39" fmla="*/ 2 h 245"/>
                  <a:gd name="T40" fmla="*/ 3 w 426"/>
                  <a:gd name="T41" fmla="*/ 2 h 245"/>
                  <a:gd name="T42" fmla="*/ 2 w 426"/>
                  <a:gd name="T43" fmla="*/ 2 h 245"/>
                  <a:gd name="T44" fmla="*/ 2 w 426"/>
                  <a:gd name="T45" fmla="*/ 2 h 245"/>
                  <a:gd name="T46" fmla="*/ 2 w 426"/>
                  <a:gd name="T47" fmla="*/ 2 h 245"/>
                  <a:gd name="T48" fmla="*/ 2 w 426"/>
                  <a:gd name="T49" fmla="*/ 2 h 245"/>
                  <a:gd name="T50" fmla="*/ 1 w 426"/>
                  <a:gd name="T51" fmla="*/ 1 h 245"/>
                  <a:gd name="T52" fmla="*/ 1 w 426"/>
                  <a:gd name="T53" fmla="*/ 1 h 245"/>
                  <a:gd name="T54" fmla="*/ 1 w 426"/>
                  <a:gd name="T55" fmla="*/ 1 h 245"/>
                  <a:gd name="T56" fmla="*/ 1 w 426"/>
                  <a:gd name="T57" fmla="*/ 1 h 245"/>
                  <a:gd name="T58" fmla="*/ 0 w 426"/>
                  <a:gd name="T59" fmla="*/ 1 h 245"/>
                  <a:gd name="T60" fmla="*/ 0 w 426"/>
                  <a:gd name="T61" fmla="*/ 1 h 245"/>
                  <a:gd name="T62" fmla="*/ 0 w 426"/>
                  <a:gd name="T63" fmla="*/ 1 h 245"/>
                  <a:gd name="T64" fmla="*/ 0 w 426"/>
                  <a:gd name="T65" fmla="*/ 0 h 245"/>
                  <a:gd name="T66" fmla="*/ 0 w 426"/>
                  <a:gd name="T67" fmla="*/ 0 h 245"/>
                  <a:gd name="T68" fmla="*/ 0 w 426"/>
                  <a:gd name="T69" fmla="*/ 0 h 245"/>
                  <a:gd name="T70" fmla="*/ 0 w 426"/>
                  <a:gd name="T71" fmla="*/ 0 h 245"/>
                  <a:gd name="T72" fmla="*/ 0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0" y="0"/>
                    </a:moveTo>
                    <a:lnTo>
                      <a:pt x="0" y="0"/>
                    </a:lnTo>
                    <a:lnTo>
                      <a:pt x="3" y="25"/>
                    </a:lnTo>
                    <a:lnTo>
                      <a:pt x="9" y="50"/>
                    </a:lnTo>
                    <a:lnTo>
                      <a:pt x="19" y="73"/>
                    </a:lnTo>
                    <a:lnTo>
                      <a:pt x="34" y="96"/>
                    </a:lnTo>
                    <a:lnTo>
                      <a:pt x="52" y="118"/>
                    </a:lnTo>
                    <a:lnTo>
                      <a:pt x="74" y="138"/>
                    </a:lnTo>
                    <a:lnTo>
                      <a:pt x="99" y="156"/>
                    </a:lnTo>
                    <a:lnTo>
                      <a:pt x="126" y="174"/>
                    </a:lnTo>
                    <a:lnTo>
                      <a:pt x="157" y="190"/>
                    </a:lnTo>
                    <a:lnTo>
                      <a:pt x="189" y="204"/>
                    </a:lnTo>
                    <a:lnTo>
                      <a:pt x="224" y="215"/>
                    </a:lnTo>
                    <a:lnTo>
                      <a:pt x="262" y="226"/>
                    </a:lnTo>
                    <a:lnTo>
                      <a:pt x="300" y="234"/>
                    </a:lnTo>
                    <a:lnTo>
                      <a:pt x="340" y="240"/>
                    </a:lnTo>
                    <a:lnTo>
                      <a:pt x="384" y="244"/>
                    </a:lnTo>
                    <a:lnTo>
                      <a:pt x="426" y="245"/>
                    </a:lnTo>
                    <a:lnTo>
                      <a:pt x="426" y="233"/>
                    </a:lnTo>
                    <a:lnTo>
                      <a:pt x="384" y="232"/>
                    </a:lnTo>
                    <a:lnTo>
                      <a:pt x="343" y="228"/>
                    </a:lnTo>
                    <a:lnTo>
                      <a:pt x="303" y="222"/>
                    </a:lnTo>
                    <a:lnTo>
                      <a:pt x="264" y="214"/>
                    </a:lnTo>
                    <a:lnTo>
                      <a:pt x="229" y="204"/>
                    </a:lnTo>
                    <a:lnTo>
                      <a:pt x="194" y="192"/>
                    </a:lnTo>
                    <a:lnTo>
                      <a:pt x="162" y="178"/>
                    </a:lnTo>
                    <a:lnTo>
                      <a:pt x="133" y="163"/>
                    </a:lnTo>
                    <a:lnTo>
                      <a:pt x="106" y="146"/>
                    </a:lnTo>
                    <a:lnTo>
                      <a:pt x="81" y="129"/>
                    </a:lnTo>
                    <a:lnTo>
                      <a:pt x="61" y="109"/>
                    </a:lnTo>
                    <a:lnTo>
                      <a:pt x="44" y="89"/>
                    </a:lnTo>
                    <a:lnTo>
                      <a:pt x="31" y="66"/>
                    </a:lnTo>
                    <a:lnTo>
                      <a:pt x="20" y="45"/>
                    </a:lnTo>
                    <a:lnTo>
                      <a:pt x="15" y="2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0234" name="Freeform 216"/>
              <p:cNvSpPr>
                <a:spLocks/>
              </p:cNvSpPr>
              <p:nvPr/>
            </p:nvSpPr>
            <p:spPr bwMode="auto">
              <a:xfrm>
                <a:off x="878" y="1448"/>
                <a:ext cx="792" cy="954"/>
              </a:xfrm>
              <a:custGeom>
                <a:avLst/>
                <a:gdLst>
                  <a:gd name="T0" fmla="*/ 13 w 3960"/>
                  <a:gd name="T1" fmla="*/ 38 h 4768"/>
                  <a:gd name="T2" fmla="*/ 14 w 3960"/>
                  <a:gd name="T3" fmla="*/ 38 h 4768"/>
                  <a:gd name="T4" fmla="*/ 15 w 3960"/>
                  <a:gd name="T5" fmla="*/ 38 h 4768"/>
                  <a:gd name="T6" fmla="*/ 15 w 3960"/>
                  <a:gd name="T7" fmla="*/ 38 h 4768"/>
                  <a:gd name="T8" fmla="*/ 16 w 3960"/>
                  <a:gd name="T9" fmla="*/ 38 h 4768"/>
                  <a:gd name="T10" fmla="*/ 17 w 3960"/>
                  <a:gd name="T11" fmla="*/ 38 h 4768"/>
                  <a:gd name="T12" fmla="*/ 17 w 3960"/>
                  <a:gd name="T13" fmla="*/ 38 h 4768"/>
                  <a:gd name="T14" fmla="*/ 18 w 3960"/>
                  <a:gd name="T15" fmla="*/ 38 h 4768"/>
                  <a:gd name="T16" fmla="*/ 18 w 3960"/>
                  <a:gd name="T17" fmla="*/ 38 h 4768"/>
                  <a:gd name="T18" fmla="*/ 29 w 3960"/>
                  <a:gd name="T19" fmla="*/ 30 h 4768"/>
                  <a:gd name="T20" fmla="*/ 30 w 3960"/>
                  <a:gd name="T21" fmla="*/ 30 h 4768"/>
                  <a:gd name="T22" fmla="*/ 30 w 3960"/>
                  <a:gd name="T23" fmla="*/ 29 h 4768"/>
                  <a:gd name="T24" fmla="*/ 31 w 3960"/>
                  <a:gd name="T25" fmla="*/ 28 h 4768"/>
                  <a:gd name="T26" fmla="*/ 31 w 3960"/>
                  <a:gd name="T27" fmla="*/ 28 h 4768"/>
                  <a:gd name="T28" fmla="*/ 31 w 3960"/>
                  <a:gd name="T29" fmla="*/ 27 h 4768"/>
                  <a:gd name="T30" fmla="*/ 32 w 3960"/>
                  <a:gd name="T31" fmla="*/ 26 h 4768"/>
                  <a:gd name="T32" fmla="*/ 32 w 3960"/>
                  <a:gd name="T33" fmla="*/ 25 h 4768"/>
                  <a:gd name="T34" fmla="*/ 32 w 3960"/>
                  <a:gd name="T35" fmla="*/ 11 h 4768"/>
                  <a:gd name="T36" fmla="*/ 32 w 3960"/>
                  <a:gd name="T37" fmla="*/ 10 h 4768"/>
                  <a:gd name="T38" fmla="*/ 31 w 3960"/>
                  <a:gd name="T39" fmla="*/ 9 h 4768"/>
                  <a:gd name="T40" fmla="*/ 31 w 3960"/>
                  <a:gd name="T41" fmla="*/ 9 h 4768"/>
                  <a:gd name="T42" fmla="*/ 31 w 3960"/>
                  <a:gd name="T43" fmla="*/ 8 h 4768"/>
                  <a:gd name="T44" fmla="*/ 31 w 3960"/>
                  <a:gd name="T45" fmla="*/ 8 h 4768"/>
                  <a:gd name="T46" fmla="*/ 30 w 3960"/>
                  <a:gd name="T47" fmla="*/ 7 h 4768"/>
                  <a:gd name="T48" fmla="*/ 30 w 3960"/>
                  <a:gd name="T49" fmla="*/ 7 h 4768"/>
                  <a:gd name="T50" fmla="*/ 29 w 3960"/>
                  <a:gd name="T51" fmla="*/ 6 h 4768"/>
                  <a:gd name="T52" fmla="*/ 19 w 3960"/>
                  <a:gd name="T53" fmla="*/ 1 h 4768"/>
                  <a:gd name="T54" fmla="*/ 18 w 3960"/>
                  <a:gd name="T55" fmla="*/ 0 h 4768"/>
                  <a:gd name="T56" fmla="*/ 17 w 3960"/>
                  <a:gd name="T57" fmla="*/ 0 h 4768"/>
                  <a:gd name="T58" fmla="*/ 17 w 3960"/>
                  <a:gd name="T59" fmla="*/ 0 h 4768"/>
                  <a:gd name="T60" fmla="*/ 16 w 3960"/>
                  <a:gd name="T61" fmla="*/ 0 h 4768"/>
                  <a:gd name="T62" fmla="*/ 15 w 3960"/>
                  <a:gd name="T63" fmla="*/ 0 h 4768"/>
                  <a:gd name="T64" fmla="*/ 14 w 3960"/>
                  <a:gd name="T65" fmla="*/ 0 h 4768"/>
                  <a:gd name="T66" fmla="*/ 14 w 3960"/>
                  <a:gd name="T67" fmla="*/ 0 h 4768"/>
                  <a:gd name="T68" fmla="*/ 2 w 3960"/>
                  <a:gd name="T69" fmla="*/ 6 h 4768"/>
                  <a:gd name="T70" fmla="*/ 2 w 3960"/>
                  <a:gd name="T71" fmla="*/ 7 h 4768"/>
                  <a:gd name="T72" fmla="*/ 1 w 3960"/>
                  <a:gd name="T73" fmla="*/ 7 h 4768"/>
                  <a:gd name="T74" fmla="*/ 1 w 3960"/>
                  <a:gd name="T75" fmla="*/ 8 h 4768"/>
                  <a:gd name="T76" fmla="*/ 1 w 3960"/>
                  <a:gd name="T77" fmla="*/ 8 h 4768"/>
                  <a:gd name="T78" fmla="*/ 0 w 3960"/>
                  <a:gd name="T79" fmla="*/ 9 h 4768"/>
                  <a:gd name="T80" fmla="*/ 0 w 3960"/>
                  <a:gd name="T81" fmla="*/ 9 h 4768"/>
                  <a:gd name="T82" fmla="*/ 0 w 3960"/>
                  <a:gd name="T83" fmla="*/ 10 h 4768"/>
                  <a:gd name="T84" fmla="*/ 0 w 3960"/>
                  <a:gd name="T85" fmla="*/ 11 h 4768"/>
                  <a:gd name="T86" fmla="*/ 0 w 3960"/>
                  <a:gd name="T87" fmla="*/ 25 h 4768"/>
                  <a:gd name="T88" fmla="*/ 0 w 3960"/>
                  <a:gd name="T89" fmla="*/ 26 h 4768"/>
                  <a:gd name="T90" fmla="*/ 0 w 3960"/>
                  <a:gd name="T91" fmla="*/ 27 h 4768"/>
                  <a:gd name="T92" fmla="*/ 1 w 3960"/>
                  <a:gd name="T93" fmla="*/ 28 h 4768"/>
                  <a:gd name="T94" fmla="*/ 1 w 3960"/>
                  <a:gd name="T95" fmla="*/ 29 h 4768"/>
                  <a:gd name="T96" fmla="*/ 1 w 3960"/>
                  <a:gd name="T97" fmla="*/ 29 h 4768"/>
                  <a:gd name="T98" fmla="*/ 2 w 3960"/>
                  <a:gd name="T99" fmla="*/ 30 h 4768"/>
                  <a:gd name="T100" fmla="*/ 3 w 3960"/>
                  <a:gd name="T101" fmla="*/ 31 h 4768"/>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w 3960"/>
                  <a:gd name="T154" fmla="*/ 0 h 4768"/>
                  <a:gd name="T155" fmla="*/ 3960 w 3960"/>
                  <a:gd name="T156" fmla="*/ 4768 h 4768"/>
                </a:gdLst>
                <a:ahLst/>
                <a:cxnLst>
                  <a:cxn ang="T102">
                    <a:pos x="T0" y="T1"/>
                  </a:cxn>
                  <a:cxn ang="T103">
                    <a:pos x="T2" y="T3"/>
                  </a:cxn>
                  <a:cxn ang="T104">
                    <a:pos x="T4" y="T5"/>
                  </a:cxn>
                  <a:cxn ang="T105">
                    <a:pos x="T6" y="T7"/>
                  </a:cxn>
                  <a:cxn ang="T106">
                    <a:pos x="T8" y="T9"/>
                  </a:cxn>
                  <a:cxn ang="T107">
                    <a:pos x="T10" y="T11"/>
                  </a:cxn>
                  <a:cxn ang="T108">
                    <a:pos x="T12" y="T13"/>
                  </a:cxn>
                  <a:cxn ang="T109">
                    <a:pos x="T14" y="T15"/>
                  </a:cxn>
                  <a:cxn ang="T110">
                    <a:pos x="T16" y="T17"/>
                  </a:cxn>
                  <a:cxn ang="T111">
                    <a:pos x="T18" y="T19"/>
                  </a:cxn>
                  <a:cxn ang="T112">
                    <a:pos x="T20" y="T21"/>
                  </a:cxn>
                  <a:cxn ang="T113">
                    <a:pos x="T22" y="T23"/>
                  </a:cxn>
                  <a:cxn ang="T114">
                    <a:pos x="T24" y="T25"/>
                  </a:cxn>
                  <a:cxn ang="T115">
                    <a:pos x="T26" y="T27"/>
                  </a:cxn>
                  <a:cxn ang="T116">
                    <a:pos x="T28" y="T29"/>
                  </a:cxn>
                  <a:cxn ang="T117">
                    <a:pos x="T30" y="T31"/>
                  </a:cxn>
                  <a:cxn ang="T118">
                    <a:pos x="T32" y="T33"/>
                  </a:cxn>
                  <a:cxn ang="T119">
                    <a:pos x="T34" y="T35"/>
                  </a:cxn>
                  <a:cxn ang="T120">
                    <a:pos x="T36" y="T37"/>
                  </a:cxn>
                  <a:cxn ang="T121">
                    <a:pos x="T38" y="T39"/>
                  </a:cxn>
                  <a:cxn ang="T122">
                    <a:pos x="T40" y="T41"/>
                  </a:cxn>
                  <a:cxn ang="T123">
                    <a:pos x="T42" y="T43"/>
                  </a:cxn>
                  <a:cxn ang="T124">
                    <a:pos x="T44" y="T45"/>
                  </a:cxn>
                  <a:cxn ang="T125">
                    <a:pos x="T46" y="T47"/>
                  </a:cxn>
                  <a:cxn ang="T126">
                    <a:pos x="T48" y="T49"/>
                  </a:cxn>
                  <a:cxn ang="T127">
                    <a:pos x="T50" y="T51"/>
                  </a:cxn>
                  <a:cxn ang="T128">
                    <a:pos x="T52" y="T53"/>
                  </a:cxn>
                  <a:cxn ang="T129">
                    <a:pos x="T54" y="T55"/>
                  </a:cxn>
                  <a:cxn ang="T130">
                    <a:pos x="T56" y="T57"/>
                  </a:cxn>
                  <a:cxn ang="T131">
                    <a:pos x="T58" y="T59"/>
                  </a:cxn>
                  <a:cxn ang="T132">
                    <a:pos x="T60" y="T61"/>
                  </a:cxn>
                  <a:cxn ang="T133">
                    <a:pos x="T62" y="T63"/>
                  </a:cxn>
                  <a:cxn ang="T134">
                    <a:pos x="T64" y="T65"/>
                  </a:cxn>
                  <a:cxn ang="T135">
                    <a:pos x="T66" y="T67"/>
                  </a:cxn>
                  <a:cxn ang="T136">
                    <a:pos x="T68" y="T69"/>
                  </a:cxn>
                  <a:cxn ang="T137">
                    <a:pos x="T70" y="T71"/>
                  </a:cxn>
                  <a:cxn ang="T138">
                    <a:pos x="T72" y="T73"/>
                  </a:cxn>
                  <a:cxn ang="T139">
                    <a:pos x="T74" y="T75"/>
                  </a:cxn>
                  <a:cxn ang="T140">
                    <a:pos x="T76" y="T77"/>
                  </a:cxn>
                  <a:cxn ang="T141">
                    <a:pos x="T78" y="T79"/>
                  </a:cxn>
                  <a:cxn ang="T142">
                    <a:pos x="T80" y="T81"/>
                  </a:cxn>
                  <a:cxn ang="T143">
                    <a:pos x="T82" y="T83"/>
                  </a:cxn>
                  <a:cxn ang="T144">
                    <a:pos x="T84" y="T85"/>
                  </a:cxn>
                  <a:cxn ang="T145">
                    <a:pos x="T86" y="T87"/>
                  </a:cxn>
                  <a:cxn ang="T146">
                    <a:pos x="T88" y="T89"/>
                  </a:cxn>
                  <a:cxn ang="T147">
                    <a:pos x="T90" y="T91"/>
                  </a:cxn>
                  <a:cxn ang="T148">
                    <a:pos x="T92" y="T93"/>
                  </a:cxn>
                  <a:cxn ang="T149">
                    <a:pos x="T94" y="T95"/>
                  </a:cxn>
                  <a:cxn ang="T150">
                    <a:pos x="T96" y="T97"/>
                  </a:cxn>
                  <a:cxn ang="T151">
                    <a:pos x="T98" y="T99"/>
                  </a:cxn>
                  <a:cxn ang="T152">
                    <a:pos x="T100" y="T101"/>
                  </a:cxn>
                </a:cxnLst>
                <a:rect l="T153" t="T154" r="T155" b="T156"/>
                <a:pathLst>
                  <a:path w="3960" h="4768">
                    <a:moveTo>
                      <a:pt x="353" y="3849"/>
                    </a:moveTo>
                    <a:lnTo>
                      <a:pt x="1661" y="4700"/>
                    </a:lnTo>
                    <a:lnTo>
                      <a:pt x="1697" y="4717"/>
                    </a:lnTo>
                    <a:lnTo>
                      <a:pt x="1736" y="4731"/>
                    </a:lnTo>
                    <a:lnTo>
                      <a:pt x="1776" y="4742"/>
                    </a:lnTo>
                    <a:lnTo>
                      <a:pt x="1818" y="4753"/>
                    </a:lnTo>
                    <a:lnTo>
                      <a:pt x="1860" y="4760"/>
                    </a:lnTo>
                    <a:lnTo>
                      <a:pt x="1902" y="4765"/>
                    </a:lnTo>
                    <a:lnTo>
                      <a:pt x="1946" y="4768"/>
                    </a:lnTo>
                    <a:lnTo>
                      <a:pt x="1988" y="4768"/>
                    </a:lnTo>
                    <a:lnTo>
                      <a:pt x="2031" y="4767"/>
                    </a:lnTo>
                    <a:lnTo>
                      <a:pt x="2073" y="4763"/>
                    </a:lnTo>
                    <a:lnTo>
                      <a:pt x="2114" y="4758"/>
                    </a:lnTo>
                    <a:lnTo>
                      <a:pt x="2154" y="4751"/>
                    </a:lnTo>
                    <a:lnTo>
                      <a:pt x="2193" y="4740"/>
                    </a:lnTo>
                    <a:lnTo>
                      <a:pt x="2230" y="4729"/>
                    </a:lnTo>
                    <a:lnTo>
                      <a:pt x="2264" y="4715"/>
                    </a:lnTo>
                    <a:lnTo>
                      <a:pt x="2297" y="4700"/>
                    </a:lnTo>
                    <a:lnTo>
                      <a:pt x="3639" y="3825"/>
                    </a:lnTo>
                    <a:lnTo>
                      <a:pt x="3673" y="3795"/>
                    </a:lnTo>
                    <a:lnTo>
                      <a:pt x="3707" y="3761"/>
                    </a:lnTo>
                    <a:lnTo>
                      <a:pt x="3738" y="3725"/>
                    </a:lnTo>
                    <a:lnTo>
                      <a:pt x="3768" y="3685"/>
                    </a:lnTo>
                    <a:lnTo>
                      <a:pt x="3796" y="3644"/>
                    </a:lnTo>
                    <a:lnTo>
                      <a:pt x="3821" y="3599"/>
                    </a:lnTo>
                    <a:lnTo>
                      <a:pt x="3846" y="3553"/>
                    </a:lnTo>
                    <a:lnTo>
                      <a:pt x="3868" y="3505"/>
                    </a:lnTo>
                    <a:lnTo>
                      <a:pt x="3888" y="3456"/>
                    </a:lnTo>
                    <a:lnTo>
                      <a:pt x="3907" y="3406"/>
                    </a:lnTo>
                    <a:lnTo>
                      <a:pt x="3922" y="3354"/>
                    </a:lnTo>
                    <a:lnTo>
                      <a:pt x="3935" y="3303"/>
                    </a:lnTo>
                    <a:lnTo>
                      <a:pt x="3946" y="3250"/>
                    </a:lnTo>
                    <a:lnTo>
                      <a:pt x="3953" y="3197"/>
                    </a:lnTo>
                    <a:lnTo>
                      <a:pt x="3957" y="3144"/>
                    </a:lnTo>
                    <a:lnTo>
                      <a:pt x="3960" y="3092"/>
                    </a:lnTo>
                    <a:lnTo>
                      <a:pt x="3959" y="1313"/>
                    </a:lnTo>
                    <a:lnTo>
                      <a:pt x="3955" y="1271"/>
                    </a:lnTo>
                    <a:lnTo>
                      <a:pt x="3949" y="1229"/>
                    </a:lnTo>
                    <a:lnTo>
                      <a:pt x="3941" y="1189"/>
                    </a:lnTo>
                    <a:lnTo>
                      <a:pt x="3930" y="1149"/>
                    </a:lnTo>
                    <a:lnTo>
                      <a:pt x="3918" y="1111"/>
                    </a:lnTo>
                    <a:lnTo>
                      <a:pt x="3902" y="1075"/>
                    </a:lnTo>
                    <a:lnTo>
                      <a:pt x="3886" y="1040"/>
                    </a:lnTo>
                    <a:lnTo>
                      <a:pt x="3867" y="1006"/>
                    </a:lnTo>
                    <a:lnTo>
                      <a:pt x="3846" y="973"/>
                    </a:lnTo>
                    <a:lnTo>
                      <a:pt x="3823" y="942"/>
                    </a:lnTo>
                    <a:lnTo>
                      <a:pt x="3798" y="913"/>
                    </a:lnTo>
                    <a:lnTo>
                      <a:pt x="3771" y="886"/>
                    </a:lnTo>
                    <a:lnTo>
                      <a:pt x="3743" y="860"/>
                    </a:lnTo>
                    <a:lnTo>
                      <a:pt x="3714" y="837"/>
                    </a:lnTo>
                    <a:lnTo>
                      <a:pt x="3682" y="816"/>
                    </a:lnTo>
                    <a:lnTo>
                      <a:pt x="3649" y="796"/>
                    </a:lnTo>
                    <a:lnTo>
                      <a:pt x="2386" y="83"/>
                    </a:lnTo>
                    <a:lnTo>
                      <a:pt x="2350" y="65"/>
                    </a:lnTo>
                    <a:lnTo>
                      <a:pt x="2310" y="50"/>
                    </a:lnTo>
                    <a:lnTo>
                      <a:pt x="2268" y="36"/>
                    </a:lnTo>
                    <a:lnTo>
                      <a:pt x="2223" y="24"/>
                    </a:lnTo>
                    <a:lnTo>
                      <a:pt x="2178" y="15"/>
                    </a:lnTo>
                    <a:lnTo>
                      <a:pt x="2131" y="8"/>
                    </a:lnTo>
                    <a:lnTo>
                      <a:pt x="2082" y="3"/>
                    </a:lnTo>
                    <a:lnTo>
                      <a:pt x="2032" y="0"/>
                    </a:lnTo>
                    <a:lnTo>
                      <a:pt x="1982" y="1"/>
                    </a:lnTo>
                    <a:lnTo>
                      <a:pt x="1933" y="3"/>
                    </a:lnTo>
                    <a:lnTo>
                      <a:pt x="1882" y="9"/>
                    </a:lnTo>
                    <a:lnTo>
                      <a:pt x="1833" y="17"/>
                    </a:lnTo>
                    <a:lnTo>
                      <a:pt x="1785" y="29"/>
                    </a:lnTo>
                    <a:lnTo>
                      <a:pt x="1737" y="43"/>
                    </a:lnTo>
                    <a:lnTo>
                      <a:pt x="1691" y="62"/>
                    </a:lnTo>
                    <a:lnTo>
                      <a:pt x="1647" y="83"/>
                    </a:lnTo>
                    <a:lnTo>
                      <a:pt x="311" y="782"/>
                    </a:lnTo>
                    <a:lnTo>
                      <a:pt x="276" y="803"/>
                    </a:lnTo>
                    <a:lnTo>
                      <a:pt x="243" y="826"/>
                    </a:lnTo>
                    <a:lnTo>
                      <a:pt x="213" y="852"/>
                    </a:lnTo>
                    <a:lnTo>
                      <a:pt x="184" y="879"/>
                    </a:lnTo>
                    <a:lnTo>
                      <a:pt x="155" y="908"/>
                    </a:lnTo>
                    <a:lnTo>
                      <a:pt x="131" y="939"/>
                    </a:lnTo>
                    <a:lnTo>
                      <a:pt x="107" y="971"/>
                    </a:lnTo>
                    <a:lnTo>
                      <a:pt x="86" y="1005"/>
                    </a:lnTo>
                    <a:lnTo>
                      <a:pt x="68" y="1040"/>
                    </a:lnTo>
                    <a:lnTo>
                      <a:pt x="50" y="1076"/>
                    </a:lnTo>
                    <a:lnTo>
                      <a:pt x="36" y="1115"/>
                    </a:lnTo>
                    <a:lnTo>
                      <a:pt x="23" y="1153"/>
                    </a:lnTo>
                    <a:lnTo>
                      <a:pt x="14" y="1195"/>
                    </a:lnTo>
                    <a:lnTo>
                      <a:pt x="7" y="1236"/>
                    </a:lnTo>
                    <a:lnTo>
                      <a:pt x="2" y="1279"/>
                    </a:lnTo>
                    <a:lnTo>
                      <a:pt x="0" y="1322"/>
                    </a:lnTo>
                    <a:lnTo>
                      <a:pt x="0" y="3093"/>
                    </a:lnTo>
                    <a:lnTo>
                      <a:pt x="2" y="3147"/>
                    </a:lnTo>
                    <a:lnTo>
                      <a:pt x="7" y="3202"/>
                    </a:lnTo>
                    <a:lnTo>
                      <a:pt x="15" y="3257"/>
                    </a:lnTo>
                    <a:lnTo>
                      <a:pt x="27" y="3312"/>
                    </a:lnTo>
                    <a:lnTo>
                      <a:pt x="42" y="3366"/>
                    </a:lnTo>
                    <a:lnTo>
                      <a:pt x="59" y="3420"/>
                    </a:lnTo>
                    <a:lnTo>
                      <a:pt x="79" y="3474"/>
                    </a:lnTo>
                    <a:lnTo>
                      <a:pt x="102" y="3525"/>
                    </a:lnTo>
                    <a:lnTo>
                      <a:pt x="127" y="3576"/>
                    </a:lnTo>
                    <a:lnTo>
                      <a:pt x="154" y="3624"/>
                    </a:lnTo>
                    <a:lnTo>
                      <a:pt x="184" y="3670"/>
                    </a:lnTo>
                    <a:lnTo>
                      <a:pt x="214" y="3712"/>
                    </a:lnTo>
                    <a:lnTo>
                      <a:pt x="247" y="3752"/>
                    </a:lnTo>
                    <a:lnTo>
                      <a:pt x="281" y="3788"/>
                    </a:lnTo>
                    <a:lnTo>
                      <a:pt x="317" y="3821"/>
                    </a:lnTo>
                    <a:lnTo>
                      <a:pt x="353" y="384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0235" name="Freeform 217"/>
              <p:cNvSpPr>
                <a:spLocks/>
              </p:cNvSpPr>
              <p:nvPr/>
            </p:nvSpPr>
            <p:spPr bwMode="auto">
              <a:xfrm>
                <a:off x="943" y="2210"/>
                <a:ext cx="276" cy="187"/>
              </a:xfrm>
              <a:custGeom>
                <a:avLst/>
                <a:gdLst>
                  <a:gd name="T0" fmla="*/ 11 w 1380"/>
                  <a:gd name="T1" fmla="*/ 7 h 937"/>
                  <a:gd name="T2" fmla="*/ 11 w 1380"/>
                  <a:gd name="T3" fmla="*/ 7 h 937"/>
                  <a:gd name="T4" fmla="*/ 0 w 1380"/>
                  <a:gd name="T5" fmla="*/ 0 h 937"/>
                  <a:gd name="T6" fmla="*/ 0 w 1380"/>
                  <a:gd name="T7" fmla="*/ 1 h 937"/>
                  <a:gd name="T8" fmla="*/ 10 w 1380"/>
                  <a:gd name="T9" fmla="*/ 7 h 937"/>
                  <a:gd name="T10" fmla="*/ 10 w 1380"/>
                  <a:gd name="T11" fmla="*/ 7 h 937"/>
                  <a:gd name="T12" fmla="*/ 10 w 1380"/>
                  <a:gd name="T13" fmla="*/ 7 h 937"/>
                  <a:gd name="T14" fmla="*/ 11 w 1380"/>
                  <a:gd name="T15" fmla="*/ 7 h 937"/>
                  <a:gd name="T16" fmla="*/ 11 w 1380"/>
                  <a:gd name="T17" fmla="*/ 7 h 937"/>
                  <a:gd name="T18" fmla="*/ 11 w 1380"/>
                  <a:gd name="T19" fmla="*/ 7 h 937"/>
                  <a:gd name="T20" fmla="*/ 11 w 1380"/>
                  <a:gd name="T21" fmla="*/ 7 h 937"/>
                  <a:gd name="T22" fmla="*/ 11 w 1380"/>
                  <a:gd name="T23" fmla="*/ 7 h 937"/>
                  <a:gd name="T24" fmla="*/ 11 w 1380"/>
                  <a:gd name="T25" fmla="*/ 7 h 937"/>
                  <a:gd name="T26" fmla="*/ 11 w 1380"/>
                  <a:gd name="T27" fmla="*/ 7 h 937"/>
                  <a:gd name="T28" fmla="*/ 11 w 1380"/>
                  <a:gd name="T29" fmla="*/ 7 h 937"/>
                  <a:gd name="T30" fmla="*/ 11 w 1380"/>
                  <a:gd name="T31" fmla="*/ 7 h 93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80"/>
                  <a:gd name="T49" fmla="*/ 0 h 937"/>
                  <a:gd name="T50" fmla="*/ 1380 w 1380"/>
                  <a:gd name="T51" fmla="*/ 937 h 93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80" h="937">
                    <a:moveTo>
                      <a:pt x="1354" y="848"/>
                    </a:moveTo>
                    <a:lnTo>
                      <a:pt x="1359" y="851"/>
                    </a:lnTo>
                    <a:lnTo>
                      <a:pt x="51" y="0"/>
                    </a:lnTo>
                    <a:lnTo>
                      <a:pt x="0" y="78"/>
                    </a:lnTo>
                    <a:lnTo>
                      <a:pt x="1307" y="929"/>
                    </a:lnTo>
                    <a:lnTo>
                      <a:pt x="1312" y="932"/>
                    </a:lnTo>
                    <a:lnTo>
                      <a:pt x="1307" y="929"/>
                    </a:lnTo>
                    <a:lnTo>
                      <a:pt x="1326" y="937"/>
                    </a:lnTo>
                    <a:lnTo>
                      <a:pt x="1345" y="936"/>
                    </a:lnTo>
                    <a:lnTo>
                      <a:pt x="1360" y="929"/>
                    </a:lnTo>
                    <a:lnTo>
                      <a:pt x="1372" y="916"/>
                    </a:lnTo>
                    <a:lnTo>
                      <a:pt x="1379" y="899"/>
                    </a:lnTo>
                    <a:lnTo>
                      <a:pt x="1380" y="883"/>
                    </a:lnTo>
                    <a:lnTo>
                      <a:pt x="1374" y="865"/>
                    </a:lnTo>
                    <a:lnTo>
                      <a:pt x="1359" y="851"/>
                    </a:lnTo>
                    <a:lnTo>
                      <a:pt x="1354" y="84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0236" name="Freeform 218"/>
              <p:cNvSpPr>
                <a:spLocks/>
              </p:cNvSpPr>
              <p:nvPr/>
            </p:nvSpPr>
            <p:spPr bwMode="auto">
              <a:xfrm>
                <a:off x="1206" y="2379"/>
                <a:ext cx="140" cy="32"/>
              </a:xfrm>
              <a:custGeom>
                <a:avLst/>
                <a:gdLst>
                  <a:gd name="T0" fmla="*/ 5 w 703"/>
                  <a:gd name="T1" fmla="*/ 0 h 162"/>
                  <a:gd name="T2" fmla="*/ 5 w 703"/>
                  <a:gd name="T3" fmla="*/ 0 h 162"/>
                  <a:gd name="T4" fmla="*/ 5 w 703"/>
                  <a:gd name="T5" fmla="*/ 0 h 162"/>
                  <a:gd name="T6" fmla="*/ 5 w 703"/>
                  <a:gd name="T7" fmla="*/ 0 h 162"/>
                  <a:gd name="T8" fmla="*/ 4 w 703"/>
                  <a:gd name="T9" fmla="*/ 0 h 162"/>
                  <a:gd name="T10" fmla="*/ 4 w 703"/>
                  <a:gd name="T11" fmla="*/ 0 h 162"/>
                  <a:gd name="T12" fmla="*/ 4 w 703"/>
                  <a:gd name="T13" fmla="*/ 0 h 162"/>
                  <a:gd name="T14" fmla="*/ 3 w 703"/>
                  <a:gd name="T15" fmla="*/ 1 h 162"/>
                  <a:gd name="T16" fmla="*/ 3 w 703"/>
                  <a:gd name="T17" fmla="*/ 1 h 162"/>
                  <a:gd name="T18" fmla="*/ 3 w 703"/>
                  <a:gd name="T19" fmla="*/ 1 h 162"/>
                  <a:gd name="T20" fmla="*/ 2 w 703"/>
                  <a:gd name="T21" fmla="*/ 1 h 162"/>
                  <a:gd name="T22" fmla="*/ 2 w 703"/>
                  <a:gd name="T23" fmla="*/ 1 h 162"/>
                  <a:gd name="T24" fmla="*/ 2 w 703"/>
                  <a:gd name="T25" fmla="*/ 0 h 162"/>
                  <a:gd name="T26" fmla="*/ 1 w 703"/>
                  <a:gd name="T27" fmla="*/ 0 h 162"/>
                  <a:gd name="T28" fmla="*/ 1 w 703"/>
                  <a:gd name="T29" fmla="*/ 0 h 162"/>
                  <a:gd name="T30" fmla="*/ 1 w 703"/>
                  <a:gd name="T31" fmla="*/ 0 h 162"/>
                  <a:gd name="T32" fmla="*/ 1 w 703"/>
                  <a:gd name="T33" fmla="*/ 0 h 162"/>
                  <a:gd name="T34" fmla="*/ 0 w 703"/>
                  <a:gd name="T35" fmla="*/ 0 h 162"/>
                  <a:gd name="T36" fmla="*/ 0 w 703"/>
                  <a:gd name="T37" fmla="*/ 1 h 162"/>
                  <a:gd name="T38" fmla="*/ 0 w 703"/>
                  <a:gd name="T39" fmla="*/ 1 h 162"/>
                  <a:gd name="T40" fmla="*/ 1 w 703"/>
                  <a:gd name="T41" fmla="*/ 1 h 162"/>
                  <a:gd name="T42" fmla="*/ 1 w 703"/>
                  <a:gd name="T43" fmla="*/ 1 h 162"/>
                  <a:gd name="T44" fmla="*/ 1 w 703"/>
                  <a:gd name="T45" fmla="*/ 1 h 162"/>
                  <a:gd name="T46" fmla="*/ 2 w 703"/>
                  <a:gd name="T47" fmla="*/ 1 h 162"/>
                  <a:gd name="T48" fmla="*/ 2 w 703"/>
                  <a:gd name="T49" fmla="*/ 1 h 162"/>
                  <a:gd name="T50" fmla="*/ 2 w 703"/>
                  <a:gd name="T51" fmla="*/ 1 h 162"/>
                  <a:gd name="T52" fmla="*/ 3 w 703"/>
                  <a:gd name="T53" fmla="*/ 1 h 162"/>
                  <a:gd name="T54" fmla="*/ 3 w 703"/>
                  <a:gd name="T55" fmla="*/ 1 h 162"/>
                  <a:gd name="T56" fmla="*/ 3 w 703"/>
                  <a:gd name="T57" fmla="*/ 1 h 162"/>
                  <a:gd name="T58" fmla="*/ 4 w 703"/>
                  <a:gd name="T59" fmla="*/ 1 h 162"/>
                  <a:gd name="T60" fmla="*/ 4 w 703"/>
                  <a:gd name="T61" fmla="*/ 1 h 162"/>
                  <a:gd name="T62" fmla="*/ 5 w 703"/>
                  <a:gd name="T63" fmla="*/ 1 h 162"/>
                  <a:gd name="T64" fmla="*/ 5 w 703"/>
                  <a:gd name="T65" fmla="*/ 1 h 162"/>
                  <a:gd name="T66" fmla="*/ 5 w 703"/>
                  <a:gd name="T67" fmla="*/ 1 h 162"/>
                  <a:gd name="T68" fmla="*/ 5 w 703"/>
                  <a:gd name="T69" fmla="*/ 1 h 162"/>
                  <a:gd name="T70" fmla="*/ 5 w 703"/>
                  <a:gd name="T71" fmla="*/ 1 h 162"/>
                  <a:gd name="T72" fmla="*/ 5 w 703"/>
                  <a:gd name="T73" fmla="*/ 1 h 162"/>
                  <a:gd name="T74" fmla="*/ 5 w 703"/>
                  <a:gd name="T75" fmla="*/ 1 h 162"/>
                  <a:gd name="T76" fmla="*/ 6 w 703"/>
                  <a:gd name="T77" fmla="*/ 0 h 162"/>
                  <a:gd name="T78" fmla="*/ 6 w 703"/>
                  <a:gd name="T79" fmla="*/ 0 h 162"/>
                  <a:gd name="T80" fmla="*/ 6 w 703"/>
                  <a:gd name="T81" fmla="*/ 0 h 162"/>
                  <a:gd name="T82" fmla="*/ 5 w 703"/>
                  <a:gd name="T83" fmla="*/ 0 h 162"/>
                  <a:gd name="T84" fmla="*/ 5 w 703"/>
                  <a:gd name="T85" fmla="*/ 0 h 162"/>
                  <a:gd name="T86" fmla="*/ 5 w 703"/>
                  <a:gd name="T87" fmla="*/ 0 h 162"/>
                  <a:gd name="T88" fmla="*/ 5 w 703"/>
                  <a:gd name="T89" fmla="*/ 0 h 162"/>
                  <a:gd name="T90" fmla="*/ 5 w 703"/>
                  <a:gd name="T91" fmla="*/ 0 h 162"/>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703"/>
                  <a:gd name="T139" fmla="*/ 0 h 162"/>
                  <a:gd name="T140" fmla="*/ 703 w 703"/>
                  <a:gd name="T141" fmla="*/ 162 h 162"/>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703" h="162">
                    <a:moveTo>
                      <a:pt x="631" y="8"/>
                    </a:moveTo>
                    <a:lnTo>
                      <a:pt x="636" y="6"/>
                    </a:lnTo>
                    <a:lnTo>
                      <a:pt x="606" y="20"/>
                    </a:lnTo>
                    <a:lnTo>
                      <a:pt x="575" y="32"/>
                    </a:lnTo>
                    <a:lnTo>
                      <a:pt x="540" y="42"/>
                    </a:lnTo>
                    <a:lnTo>
                      <a:pt x="504" y="52"/>
                    </a:lnTo>
                    <a:lnTo>
                      <a:pt x="467" y="59"/>
                    </a:lnTo>
                    <a:lnTo>
                      <a:pt x="428" y="64"/>
                    </a:lnTo>
                    <a:lnTo>
                      <a:pt x="389" y="67"/>
                    </a:lnTo>
                    <a:lnTo>
                      <a:pt x="348" y="68"/>
                    </a:lnTo>
                    <a:lnTo>
                      <a:pt x="308" y="68"/>
                    </a:lnTo>
                    <a:lnTo>
                      <a:pt x="267" y="65"/>
                    </a:lnTo>
                    <a:lnTo>
                      <a:pt x="226" y="61"/>
                    </a:lnTo>
                    <a:lnTo>
                      <a:pt x="187" y="54"/>
                    </a:lnTo>
                    <a:lnTo>
                      <a:pt x="148" y="44"/>
                    </a:lnTo>
                    <a:lnTo>
                      <a:pt x="110" y="33"/>
                    </a:lnTo>
                    <a:lnTo>
                      <a:pt x="75" y="20"/>
                    </a:lnTo>
                    <a:lnTo>
                      <a:pt x="42" y="5"/>
                    </a:lnTo>
                    <a:lnTo>
                      <a:pt x="0" y="89"/>
                    </a:lnTo>
                    <a:lnTo>
                      <a:pt x="40" y="107"/>
                    </a:lnTo>
                    <a:lnTo>
                      <a:pt x="82" y="122"/>
                    </a:lnTo>
                    <a:lnTo>
                      <a:pt x="124" y="135"/>
                    </a:lnTo>
                    <a:lnTo>
                      <a:pt x="169" y="146"/>
                    </a:lnTo>
                    <a:lnTo>
                      <a:pt x="214" y="153"/>
                    </a:lnTo>
                    <a:lnTo>
                      <a:pt x="258" y="158"/>
                    </a:lnTo>
                    <a:lnTo>
                      <a:pt x="303" y="162"/>
                    </a:lnTo>
                    <a:lnTo>
                      <a:pt x="348" y="162"/>
                    </a:lnTo>
                    <a:lnTo>
                      <a:pt x="394" y="161"/>
                    </a:lnTo>
                    <a:lnTo>
                      <a:pt x="439" y="157"/>
                    </a:lnTo>
                    <a:lnTo>
                      <a:pt x="481" y="150"/>
                    </a:lnTo>
                    <a:lnTo>
                      <a:pt x="525" y="143"/>
                    </a:lnTo>
                    <a:lnTo>
                      <a:pt x="566" y="132"/>
                    </a:lnTo>
                    <a:lnTo>
                      <a:pt x="606" y="121"/>
                    </a:lnTo>
                    <a:lnTo>
                      <a:pt x="643" y="105"/>
                    </a:lnTo>
                    <a:lnTo>
                      <a:pt x="678" y="88"/>
                    </a:lnTo>
                    <a:lnTo>
                      <a:pt x="683" y="86"/>
                    </a:lnTo>
                    <a:lnTo>
                      <a:pt x="678" y="88"/>
                    </a:lnTo>
                    <a:lnTo>
                      <a:pt x="695" y="75"/>
                    </a:lnTo>
                    <a:lnTo>
                      <a:pt x="702" y="60"/>
                    </a:lnTo>
                    <a:lnTo>
                      <a:pt x="703" y="42"/>
                    </a:lnTo>
                    <a:lnTo>
                      <a:pt x="698" y="26"/>
                    </a:lnTo>
                    <a:lnTo>
                      <a:pt x="688" y="12"/>
                    </a:lnTo>
                    <a:lnTo>
                      <a:pt x="674" y="3"/>
                    </a:lnTo>
                    <a:lnTo>
                      <a:pt x="656" y="0"/>
                    </a:lnTo>
                    <a:lnTo>
                      <a:pt x="636" y="6"/>
                    </a:lnTo>
                    <a:lnTo>
                      <a:pt x="631"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0237" name="Freeform 219"/>
              <p:cNvSpPr>
                <a:spLocks/>
              </p:cNvSpPr>
              <p:nvPr/>
            </p:nvSpPr>
            <p:spPr bwMode="auto">
              <a:xfrm>
                <a:off x="1332" y="2204"/>
                <a:ext cx="283" cy="192"/>
              </a:xfrm>
              <a:custGeom>
                <a:avLst/>
                <a:gdLst>
                  <a:gd name="T0" fmla="*/ 11 w 1415"/>
                  <a:gd name="T1" fmla="*/ 0 h 960"/>
                  <a:gd name="T2" fmla="*/ 11 w 1415"/>
                  <a:gd name="T3" fmla="*/ 0 h 960"/>
                  <a:gd name="T4" fmla="*/ 0 w 1415"/>
                  <a:gd name="T5" fmla="*/ 7 h 960"/>
                  <a:gd name="T6" fmla="*/ 0 w 1415"/>
                  <a:gd name="T7" fmla="*/ 8 h 960"/>
                  <a:gd name="T8" fmla="*/ 11 w 1415"/>
                  <a:gd name="T9" fmla="*/ 1 h 960"/>
                  <a:gd name="T10" fmla="*/ 11 w 1415"/>
                  <a:gd name="T11" fmla="*/ 1 h 960"/>
                  <a:gd name="T12" fmla="*/ 11 w 1415"/>
                  <a:gd name="T13" fmla="*/ 1 h 960"/>
                  <a:gd name="T14" fmla="*/ 11 w 1415"/>
                  <a:gd name="T15" fmla="*/ 1 h 960"/>
                  <a:gd name="T16" fmla="*/ 11 w 1415"/>
                  <a:gd name="T17" fmla="*/ 0 h 960"/>
                  <a:gd name="T18" fmla="*/ 11 w 1415"/>
                  <a:gd name="T19" fmla="*/ 0 h 960"/>
                  <a:gd name="T20" fmla="*/ 11 w 1415"/>
                  <a:gd name="T21" fmla="*/ 0 h 960"/>
                  <a:gd name="T22" fmla="*/ 11 w 1415"/>
                  <a:gd name="T23" fmla="*/ 0 h 960"/>
                  <a:gd name="T24" fmla="*/ 11 w 1415"/>
                  <a:gd name="T25" fmla="*/ 0 h 960"/>
                  <a:gd name="T26" fmla="*/ 11 w 1415"/>
                  <a:gd name="T27" fmla="*/ 0 h 960"/>
                  <a:gd name="T28" fmla="*/ 11 w 1415"/>
                  <a:gd name="T29" fmla="*/ 0 h 960"/>
                  <a:gd name="T30" fmla="*/ 11 w 1415"/>
                  <a:gd name="T31" fmla="*/ 0 h 96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15"/>
                  <a:gd name="T49" fmla="*/ 0 h 960"/>
                  <a:gd name="T50" fmla="*/ 1415 w 1415"/>
                  <a:gd name="T51" fmla="*/ 960 h 96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15" h="960">
                    <a:moveTo>
                      <a:pt x="1338" y="10"/>
                    </a:moveTo>
                    <a:lnTo>
                      <a:pt x="1342" y="8"/>
                    </a:lnTo>
                    <a:lnTo>
                      <a:pt x="0" y="882"/>
                    </a:lnTo>
                    <a:lnTo>
                      <a:pt x="52" y="960"/>
                    </a:lnTo>
                    <a:lnTo>
                      <a:pt x="1393" y="85"/>
                    </a:lnTo>
                    <a:lnTo>
                      <a:pt x="1397" y="83"/>
                    </a:lnTo>
                    <a:lnTo>
                      <a:pt x="1393" y="85"/>
                    </a:lnTo>
                    <a:lnTo>
                      <a:pt x="1409" y="71"/>
                    </a:lnTo>
                    <a:lnTo>
                      <a:pt x="1415" y="53"/>
                    </a:lnTo>
                    <a:lnTo>
                      <a:pt x="1413" y="37"/>
                    </a:lnTo>
                    <a:lnTo>
                      <a:pt x="1406" y="21"/>
                    </a:lnTo>
                    <a:lnTo>
                      <a:pt x="1395" y="8"/>
                    </a:lnTo>
                    <a:lnTo>
                      <a:pt x="1379" y="1"/>
                    </a:lnTo>
                    <a:lnTo>
                      <a:pt x="1361" y="0"/>
                    </a:lnTo>
                    <a:lnTo>
                      <a:pt x="1342" y="8"/>
                    </a:lnTo>
                    <a:lnTo>
                      <a:pt x="1338" y="1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0238" name="Freeform 220"/>
              <p:cNvSpPr>
                <a:spLocks/>
              </p:cNvSpPr>
              <p:nvPr/>
            </p:nvSpPr>
            <p:spPr bwMode="auto">
              <a:xfrm>
                <a:off x="1599" y="2057"/>
                <a:ext cx="80" cy="163"/>
              </a:xfrm>
              <a:custGeom>
                <a:avLst/>
                <a:gdLst>
                  <a:gd name="T0" fmla="*/ 2 w 398"/>
                  <a:gd name="T1" fmla="*/ 0 h 817"/>
                  <a:gd name="T2" fmla="*/ 2 w 398"/>
                  <a:gd name="T3" fmla="*/ 0 h 817"/>
                  <a:gd name="T4" fmla="*/ 2 w 398"/>
                  <a:gd name="T5" fmla="*/ 1 h 817"/>
                  <a:gd name="T6" fmla="*/ 2 w 398"/>
                  <a:gd name="T7" fmla="*/ 1 h 817"/>
                  <a:gd name="T8" fmla="*/ 2 w 398"/>
                  <a:gd name="T9" fmla="*/ 2 h 817"/>
                  <a:gd name="T10" fmla="*/ 2 w 398"/>
                  <a:gd name="T11" fmla="*/ 2 h 817"/>
                  <a:gd name="T12" fmla="*/ 2 w 398"/>
                  <a:gd name="T13" fmla="*/ 2 h 817"/>
                  <a:gd name="T14" fmla="*/ 2 w 398"/>
                  <a:gd name="T15" fmla="*/ 3 h 817"/>
                  <a:gd name="T16" fmla="*/ 2 w 398"/>
                  <a:gd name="T17" fmla="*/ 3 h 817"/>
                  <a:gd name="T18" fmla="*/ 2 w 398"/>
                  <a:gd name="T19" fmla="*/ 4 h 817"/>
                  <a:gd name="T20" fmla="*/ 2 w 398"/>
                  <a:gd name="T21" fmla="*/ 4 h 817"/>
                  <a:gd name="T22" fmla="*/ 1 w 398"/>
                  <a:gd name="T23" fmla="*/ 4 h 817"/>
                  <a:gd name="T24" fmla="*/ 1 w 398"/>
                  <a:gd name="T25" fmla="*/ 5 h 817"/>
                  <a:gd name="T26" fmla="*/ 1 w 398"/>
                  <a:gd name="T27" fmla="*/ 5 h 817"/>
                  <a:gd name="T28" fmla="*/ 1 w 398"/>
                  <a:gd name="T29" fmla="*/ 5 h 817"/>
                  <a:gd name="T30" fmla="*/ 1 w 398"/>
                  <a:gd name="T31" fmla="*/ 5 h 817"/>
                  <a:gd name="T32" fmla="*/ 0 w 398"/>
                  <a:gd name="T33" fmla="*/ 6 h 817"/>
                  <a:gd name="T34" fmla="*/ 0 w 398"/>
                  <a:gd name="T35" fmla="*/ 6 h 817"/>
                  <a:gd name="T36" fmla="*/ 0 w 398"/>
                  <a:gd name="T37" fmla="*/ 7 h 817"/>
                  <a:gd name="T38" fmla="*/ 1 w 398"/>
                  <a:gd name="T39" fmla="*/ 6 h 817"/>
                  <a:gd name="T40" fmla="*/ 1 w 398"/>
                  <a:gd name="T41" fmla="*/ 6 h 817"/>
                  <a:gd name="T42" fmla="*/ 1 w 398"/>
                  <a:gd name="T43" fmla="*/ 6 h 817"/>
                  <a:gd name="T44" fmla="*/ 2 w 398"/>
                  <a:gd name="T45" fmla="*/ 5 h 817"/>
                  <a:gd name="T46" fmla="*/ 2 w 398"/>
                  <a:gd name="T47" fmla="*/ 5 h 817"/>
                  <a:gd name="T48" fmla="*/ 2 w 398"/>
                  <a:gd name="T49" fmla="*/ 5 h 817"/>
                  <a:gd name="T50" fmla="*/ 2 w 398"/>
                  <a:gd name="T51" fmla="*/ 4 h 817"/>
                  <a:gd name="T52" fmla="*/ 2 w 398"/>
                  <a:gd name="T53" fmla="*/ 4 h 817"/>
                  <a:gd name="T54" fmla="*/ 3 w 398"/>
                  <a:gd name="T55" fmla="*/ 3 h 817"/>
                  <a:gd name="T56" fmla="*/ 3 w 398"/>
                  <a:gd name="T57" fmla="*/ 3 h 817"/>
                  <a:gd name="T58" fmla="*/ 3 w 398"/>
                  <a:gd name="T59" fmla="*/ 3 h 817"/>
                  <a:gd name="T60" fmla="*/ 3 w 398"/>
                  <a:gd name="T61" fmla="*/ 2 h 817"/>
                  <a:gd name="T62" fmla="*/ 3 w 398"/>
                  <a:gd name="T63" fmla="*/ 2 h 817"/>
                  <a:gd name="T64" fmla="*/ 3 w 398"/>
                  <a:gd name="T65" fmla="*/ 1 h 817"/>
                  <a:gd name="T66" fmla="*/ 3 w 398"/>
                  <a:gd name="T67" fmla="*/ 1 h 817"/>
                  <a:gd name="T68" fmla="*/ 3 w 398"/>
                  <a:gd name="T69" fmla="*/ 0 h 817"/>
                  <a:gd name="T70" fmla="*/ 3 w 398"/>
                  <a:gd name="T71" fmla="*/ 0 h 817"/>
                  <a:gd name="T72" fmla="*/ 3 w 398"/>
                  <a:gd name="T73" fmla="*/ 0 h 817"/>
                  <a:gd name="T74" fmla="*/ 3 w 398"/>
                  <a:gd name="T75" fmla="*/ 0 h 817"/>
                  <a:gd name="T76" fmla="*/ 3 w 398"/>
                  <a:gd name="T77" fmla="*/ 0 h 817"/>
                  <a:gd name="T78" fmla="*/ 3 w 398"/>
                  <a:gd name="T79" fmla="*/ 0 h 817"/>
                  <a:gd name="T80" fmla="*/ 3 w 398"/>
                  <a:gd name="T81" fmla="*/ 0 h 817"/>
                  <a:gd name="T82" fmla="*/ 3 w 398"/>
                  <a:gd name="T83" fmla="*/ 0 h 817"/>
                  <a:gd name="T84" fmla="*/ 3 w 398"/>
                  <a:gd name="T85" fmla="*/ 0 h 817"/>
                  <a:gd name="T86" fmla="*/ 2 w 398"/>
                  <a:gd name="T87" fmla="*/ 0 h 817"/>
                  <a:gd name="T88" fmla="*/ 2 w 398"/>
                  <a:gd name="T89" fmla="*/ 0 h 817"/>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398"/>
                  <a:gd name="T136" fmla="*/ 0 h 817"/>
                  <a:gd name="T137" fmla="*/ 398 w 398"/>
                  <a:gd name="T138" fmla="*/ 817 h 817"/>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398" h="817">
                    <a:moveTo>
                      <a:pt x="304" y="47"/>
                    </a:moveTo>
                    <a:lnTo>
                      <a:pt x="304" y="47"/>
                    </a:lnTo>
                    <a:lnTo>
                      <a:pt x="301" y="97"/>
                    </a:lnTo>
                    <a:lnTo>
                      <a:pt x="297" y="147"/>
                    </a:lnTo>
                    <a:lnTo>
                      <a:pt x="291" y="198"/>
                    </a:lnTo>
                    <a:lnTo>
                      <a:pt x="280" y="247"/>
                    </a:lnTo>
                    <a:lnTo>
                      <a:pt x="268" y="297"/>
                    </a:lnTo>
                    <a:lnTo>
                      <a:pt x="253" y="347"/>
                    </a:lnTo>
                    <a:lnTo>
                      <a:pt x="236" y="395"/>
                    </a:lnTo>
                    <a:lnTo>
                      <a:pt x="217" y="442"/>
                    </a:lnTo>
                    <a:lnTo>
                      <a:pt x="195" y="487"/>
                    </a:lnTo>
                    <a:lnTo>
                      <a:pt x="171" y="532"/>
                    </a:lnTo>
                    <a:lnTo>
                      <a:pt x="147" y="574"/>
                    </a:lnTo>
                    <a:lnTo>
                      <a:pt x="121" y="613"/>
                    </a:lnTo>
                    <a:lnTo>
                      <a:pt x="93" y="650"/>
                    </a:lnTo>
                    <a:lnTo>
                      <a:pt x="64" y="684"/>
                    </a:lnTo>
                    <a:lnTo>
                      <a:pt x="32" y="716"/>
                    </a:lnTo>
                    <a:lnTo>
                      <a:pt x="0" y="744"/>
                    </a:lnTo>
                    <a:lnTo>
                      <a:pt x="59" y="817"/>
                    </a:lnTo>
                    <a:lnTo>
                      <a:pt x="95" y="784"/>
                    </a:lnTo>
                    <a:lnTo>
                      <a:pt x="132" y="748"/>
                    </a:lnTo>
                    <a:lnTo>
                      <a:pt x="166" y="709"/>
                    </a:lnTo>
                    <a:lnTo>
                      <a:pt x="196" y="667"/>
                    </a:lnTo>
                    <a:lnTo>
                      <a:pt x="227" y="623"/>
                    </a:lnTo>
                    <a:lnTo>
                      <a:pt x="253" y="576"/>
                    </a:lnTo>
                    <a:lnTo>
                      <a:pt x="279" y="530"/>
                    </a:lnTo>
                    <a:lnTo>
                      <a:pt x="301" y="479"/>
                    </a:lnTo>
                    <a:lnTo>
                      <a:pt x="323" y="428"/>
                    </a:lnTo>
                    <a:lnTo>
                      <a:pt x="342" y="375"/>
                    </a:lnTo>
                    <a:lnTo>
                      <a:pt x="359" y="321"/>
                    </a:lnTo>
                    <a:lnTo>
                      <a:pt x="372" y="268"/>
                    </a:lnTo>
                    <a:lnTo>
                      <a:pt x="382" y="212"/>
                    </a:lnTo>
                    <a:lnTo>
                      <a:pt x="391" y="157"/>
                    </a:lnTo>
                    <a:lnTo>
                      <a:pt x="395" y="102"/>
                    </a:lnTo>
                    <a:lnTo>
                      <a:pt x="398" y="47"/>
                    </a:lnTo>
                    <a:lnTo>
                      <a:pt x="394" y="27"/>
                    </a:lnTo>
                    <a:lnTo>
                      <a:pt x="383" y="11"/>
                    </a:lnTo>
                    <a:lnTo>
                      <a:pt x="368" y="3"/>
                    </a:lnTo>
                    <a:lnTo>
                      <a:pt x="351" y="0"/>
                    </a:lnTo>
                    <a:lnTo>
                      <a:pt x="333" y="3"/>
                    </a:lnTo>
                    <a:lnTo>
                      <a:pt x="319" y="11"/>
                    </a:lnTo>
                    <a:lnTo>
                      <a:pt x="307" y="27"/>
                    </a:lnTo>
                    <a:lnTo>
                      <a:pt x="304" y="4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0239" name="Freeform 221"/>
              <p:cNvSpPr>
                <a:spLocks/>
              </p:cNvSpPr>
              <p:nvPr/>
            </p:nvSpPr>
            <p:spPr bwMode="auto">
              <a:xfrm>
                <a:off x="1660" y="1701"/>
                <a:ext cx="19" cy="365"/>
              </a:xfrm>
              <a:custGeom>
                <a:avLst/>
                <a:gdLst>
                  <a:gd name="T0" fmla="*/ 0 w 95"/>
                  <a:gd name="T1" fmla="*/ 0 h 1826"/>
                  <a:gd name="T2" fmla="*/ 0 w 95"/>
                  <a:gd name="T3" fmla="*/ 0 h 1826"/>
                  <a:gd name="T4" fmla="*/ 0 w 95"/>
                  <a:gd name="T5" fmla="*/ 15 h 1826"/>
                  <a:gd name="T6" fmla="*/ 1 w 95"/>
                  <a:gd name="T7" fmla="*/ 15 h 1826"/>
                  <a:gd name="T8" fmla="*/ 1 w 95"/>
                  <a:gd name="T9" fmla="*/ 0 h 1826"/>
                  <a:gd name="T10" fmla="*/ 1 w 95"/>
                  <a:gd name="T11" fmla="*/ 0 h 1826"/>
                  <a:gd name="T12" fmla="*/ 1 w 95"/>
                  <a:gd name="T13" fmla="*/ 0 h 1826"/>
                  <a:gd name="T14" fmla="*/ 1 w 95"/>
                  <a:gd name="T15" fmla="*/ 0 h 1826"/>
                  <a:gd name="T16" fmla="*/ 1 w 95"/>
                  <a:gd name="T17" fmla="*/ 0 h 1826"/>
                  <a:gd name="T18" fmla="*/ 1 w 95"/>
                  <a:gd name="T19" fmla="*/ 0 h 1826"/>
                  <a:gd name="T20" fmla="*/ 0 w 95"/>
                  <a:gd name="T21" fmla="*/ 0 h 1826"/>
                  <a:gd name="T22" fmla="*/ 0 w 95"/>
                  <a:gd name="T23" fmla="*/ 0 h 1826"/>
                  <a:gd name="T24" fmla="*/ 0 w 95"/>
                  <a:gd name="T25" fmla="*/ 0 h 1826"/>
                  <a:gd name="T26" fmla="*/ 0 w 95"/>
                  <a:gd name="T27" fmla="*/ 0 h 1826"/>
                  <a:gd name="T28" fmla="*/ 0 w 95"/>
                  <a:gd name="T29" fmla="*/ 0 h 1826"/>
                  <a:gd name="T30" fmla="*/ 0 w 95"/>
                  <a:gd name="T31" fmla="*/ 0 h 182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95"/>
                  <a:gd name="T49" fmla="*/ 0 h 1826"/>
                  <a:gd name="T50" fmla="*/ 95 w 95"/>
                  <a:gd name="T51" fmla="*/ 1826 h 182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95" h="1826">
                    <a:moveTo>
                      <a:pt x="0" y="49"/>
                    </a:moveTo>
                    <a:lnTo>
                      <a:pt x="0" y="47"/>
                    </a:lnTo>
                    <a:lnTo>
                      <a:pt x="1" y="1826"/>
                    </a:lnTo>
                    <a:lnTo>
                      <a:pt x="95" y="1826"/>
                    </a:lnTo>
                    <a:lnTo>
                      <a:pt x="93" y="47"/>
                    </a:lnTo>
                    <a:lnTo>
                      <a:pt x="93" y="45"/>
                    </a:lnTo>
                    <a:lnTo>
                      <a:pt x="93" y="47"/>
                    </a:lnTo>
                    <a:lnTo>
                      <a:pt x="90" y="27"/>
                    </a:lnTo>
                    <a:lnTo>
                      <a:pt x="79" y="12"/>
                    </a:lnTo>
                    <a:lnTo>
                      <a:pt x="64" y="4"/>
                    </a:lnTo>
                    <a:lnTo>
                      <a:pt x="47" y="0"/>
                    </a:lnTo>
                    <a:lnTo>
                      <a:pt x="29" y="4"/>
                    </a:lnTo>
                    <a:lnTo>
                      <a:pt x="15" y="12"/>
                    </a:lnTo>
                    <a:lnTo>
                      <a:pt x="3" y="27"/>
                    </a:lnTo>
                    <a:lnTo>
                      <a:pt x="0" y="47"/>
                    </a:lnTo>
                    <a:lnTo>
                      <a:pt x="0" y="4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0240" name="Freeform 222"/>
              <p:cNvSpPr>
                <a:spLocks/>
              </p:cNvSpPr>
              <p:nvPr/>
            </p:nvSpPr>
            <p:spPr bwMode="auto">
              <a:xfrm>
                <a:off x="1598" y="1598"/>
                <a:ext cx="81" cy="113"/>
              </a:xfrm>
              <a:custGeom>
                <a:avLst/>
                <a:gdLst>
                  <a:gd name="T0" fmla="*/ 0 w 401"/>
                  <a:gd name="T1" fmla="*/ 1 h 566"/>
                  <a:gd name="T2" fmla="*/ 0 w 401"/>
                  <a:gd name="T3" fmla="*/ 1 h 566"/>
                  <a:gd name="T4" fmla="*/ 0 w 401"/>
                  <a:gd name="T5" fmla="*/ 1 h 566"/>
                  <a:gd name="T6" fmla="*/ 1 w 401"/>
                  <a:gd name="T7" fmla="*/ 1 h 566"/>
                  <a:gd name="T8" fmla="*/ 1 w 401"/>
                  <a:gd name="T9" fmla="*/ 1 h 566"/>
                  <a:gd name="T10" fmla="*/ 1 w 401"/>
                  <a:gd name="T11" fmla="*/ 1 h 566"/>
                  <a:gd name="T12" fmla="*/ 1 w 401"/>
                  <a:gd name="T13" fmla="*/ 2 h 566"/>
                  <a:gd name="T14" fmla="*/ 1 w 401"/>
                  <a:gd name="T15" fmla="*/ 2 h 566"/>
                  <a:gd name="T16" fmla="*/ 2 w 401"/>
                  <a:gd name="T17" fmla="*/ 2 h 566"/>
                  <a:gd name="T18" fmla="*/ 2 w 401"/>
                  <a:gd name="T19" fmla="*/ 2 h 566"/>
                  <a:gd name="T20" fmla="*/ 2 w 401"/>
                  <a:gd name="T21" fmla="*/ 2 h 566"/>
                  <a:gd name="T22" fmla="*/ 2 w 401"/>
                  <a:gd name="T23" fmla="*/ 3 h 566"/>
                  <a:gd name="T24" fmla="*/ 2 w 401"/>
                  <a:gd name="T25" fmla="*/ 3 h 566"/>
                  <a:gd name="T26" fmla="*/ 2 w 401"/>
                  <a:gd name="T27" fmla="*/ 3 h 566"/>
                  <a:gd name="T28" fmla="*/ 2 w 401"/>
                  <a:gd name="T29" fmla="*/ 4 h 566"/>
                  <a:gd name="T30" fmla="*/ 2 w 401"/>
                  <a:gd name="T31" fmla="*/ 4 h 566"/>
                  <a:gd name="T32" fmla="*/ 2 w 401"/>
                  <a:gd name="T33" fmla="*/ 4 h 566"/>
                  <a:gd name="T34" fmla="*/ 3 w 401"/>
                  <a:gd name="T35" fmla="*/ 5 h 566"/>
                  <a:gd name="T36" fmla="*/ 3 w 401"/>
                  <a:gd name="T37" fmla="*/ 4 h 566"/>
                  <a:gd name="T38" fmla="*/ 3 w 401"/>
                  <a:gd name="T39" fmla="*/ 4 h 566"/>
                  <a:gd name="T40" fmla="*/ 3 w 401"/>
                  <a:gd name="T41" fmla="*/ 4 h 566"/>
                  <a:gd name="T42" fmla="*/ 3 w 401"/>
                  <a:gd name="T43" fmla="*/ 3 h 566"/>
                  <a:gd name="T44" fmla="*/ 3 w 401"/>
                  <a:gd name="T45" fmla="*/ 3 h 566"/>
                  <a:gd name="T46" fmla="*/ 3 w 401"/>
                  <a:gd name="T47" fmla="*/ 3 h 566"/>
                  <a:gd name="T48" fmla="*/ 3 w 401"/>
                  <a:gd name="T49" fmla="*/ 2 h 566"/>
                  <a:gd name="T50" fmla="*/ 3 w 401"/>
                  <a:gd name="T51" fmla="*/ 2 h 566"/>
                  <a:gd name="T52" fmla="*/ 2 w 401"/>
                  <a:gd name="T53" fmla="*/ 2 h 566"/>
                  <a:gd name="T54" fmla="*/ 2 w 401"/>
                  <a:gd name="T55" fmla="*/ 2 h 566"/>
                  <a:gd name="T56" fmla="*/ 2 w 401"/>
                  <a:gd name="T57" fmla="*/ 1 h 566"/>
                  <a:gd name="T58" fmla="*/ 2 w 401"/>
                  <a:gd name="T59" fmla="*/ 1 h 566"/>
                  <a:gd name="T60" fmla="*/ 2 w 401"/>
                  <a:gd name="T61" fmla="*/ 1 h 566"/>
                  <a:gd name="T62" fmla="*/ 1 w 401"/>
                  <a:gd name="T63" fmla="*/ 1 h 566"/>
                  <a:gd name="T64" fmla="*/ 1 w 401"/>
                  <a:gd name="T65" fmla="*/ 0 h 566"/>
                  <a:gd name="T66" fmla="*/ 1 w 401"/>
                  <a:gd name="T67" fmla="*/ 0 h 566"/>
                  <a:gd name="T68" fmla="*/ 1 w 401"/>
                  <a:gd name="T69" fmla="*/ 0 h 566"/>
                  <a:gd name="T70" fmla="*/ 1 w 401"/>
                  <a:gd name="T71" fmla="*/ 0 h 566"/>
                  <a:gd name="T72" fmla="*/ 1 w 401"/>
                  <a:gd name="T73" fmla="*/ 0 h 566"/>
                  <a:gd name="T74" fmla="*/ 0 w 401"/>
                  <a:gd name="T75" fmla="*/ 0 h 566"/>
                  <a:gd name="T76" fmla="*/ 0 w 401"/>
                  <a:gd name="T77" fmla="*/ 0 h 566"/>
                  <a:gd name="T78" fmla="*/ 0 w 401"/>
                  <a:gd name="T79" fmla="*/ 0 h 566"/>
                  <a:gd name="T80" fmla="*/ 0 w 401"/>
                  <a:gd name="T81" fmla="*/ 0 h 566"/>
                  <a:gd name="T82" fmla="*/ 0 w 401"/>
                  <a:gd name="T83" fmla="*/ 0 h 566"/>
                  <a:gd name="T84" fmla="*/ 0 w 401"/>
                  <a:gd name="T85" fmla="*/ 0 h 566"/>
                  <a:gd name="T86" fmla="*/ 0 w 401"/>
                  <a:gd name="T87" fmla="*/ 1 h 566"/>
                  <a:gd name="T88" fmla="*/ 0 w 401"/>
                  <a:gd name="T89" fmla="*/ 1 h 56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401"/>
                  <a:gd name="T136" fmla="*/ 0 h 566"/>
                  <a:gd name="T137" fmla="*/ 401 w 401"/>
                  <a:gd name="T138" fmla="*/ 566 h 566"/>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401" h="566">
                    <a:moveTo>
                      <a:pt x="23" y="88"/>
                    </a:moveTo>
                    <a:lnTo>
                      <a:pt x="23" y="88"/>
                    </a:lnTo>
                    <a:lnTo>
                      <a:pt x="53" y="107"/>
                    </a:lnTo>
                    <a:lnTo>
                      <a:pt x="83" y="125"/>
                    </a:lnTo>
                    <a:lnTo>
                      <a:pt x="108" y="147"/>
                    </a:lnTo>
                    <a:lnTo>
                      <a:pt x="135" y="171"/>
                    </a:lnTo>
                    <a:lnTo>
                      <a:pt x="160" y="196"/>
                    </a:lnTo>
                    <a:lnTo>
                      <a:pt x="182" y="223"/>
                    </a:lnTo>
                    <a:lnTo>
                      <a:pt x="205" y="251"/>
                    </a:lnTo>
                    <a:lnTo>
                      <a:pt x="223" y="281"/>
                    </a:lnTo>
                    <a:lnTo>
                      <a:pt x="240" y="312"/>
                    </a:lnTo>
                    <a:lnTo>
                      <a:pt x="256" y="345"/>
                    </a:lnTo>
                    <a:lnTo>
                      <a:pt x="270" y="379"/>
                    </a:lnTo>
                    <a:lnTo>
                      <a:pt x="282" y="414"/>
                    </a:lnTo>
                    <a:lnTo>
                      <a:pt x="291" y="450"/>
                    </a:lnTo>
                    <a:lnTo>
                      <a:pt x="299" y="488"/>
                    </a:lnTo>
                    <a:lnTo>
                      <a:pt x="304" y="526"/>
                    </a:lnTo>
                    <a:lnTo>
                      <a:pt x="308" y="566"/>
                    </a:lnTo>
                    <a:lnTo>
                      <a:pt x="401" y="562"/>
                    </a:lnTo>
                    <a:lnTo>
                      <a:pt x="398" y="517"/>
                    </a:lnTo>
                    <a:lnTo>
                      <a:pt x="391" y="471"/>
                    </a:lnTo>
                    <a:lnTo>
                      <a:pt x="383" y="429"/>
                    </a:lnTo>
                    <a:lnTo>
                      <a:pt x="371" y="386"/>
                    </a:lnTo>
                    <a:lnTo>
                      <a:pt x="357" y="346"/>
                    </a:lnTo>
                    <a:lnTo>
                      <a:pt x="340" y="307"/>
                    </a:lnTo>
                    <a:lnTo>
                      <a:pt x="324" y="270"/>
                    </a:lnTo>
                    <a:lnTo>
                      <a:pt x="303" y="232"/>
                    </a:lnTo>
                    <a:lnTo>
                      <a:pt x="280" y="197"/>
                    </a:lnTo>
                    <a:lnTo>
                      <a:pt x="255" y="164"/>
                    </a:lnTo>
                    <a:lnTo>
                      <a:pt x="228" y="132"/>
                    </a:lnTo>
                    <a:lnTo>
                      <a:pt x="199" y="103"/>
                    </a:lnTo>
                    <a:lnTo>
                      <a:pt x="169" y="76"/>
                    </a:lnTo>
                    <a:lnTo>
                      <a:pt x="137" y="50"/>
                    </a:lnTo>
                    <a:lnTo>
                      <a:pt x="103" y="27"/>
                    </a:lnTo>
                    <a:lnTo>
                      <a:pt x="67" y="6"/>
                    </a:lnTo>
                    <a:lnTo>
                      <a:pt x="48" y="0"/>
                    </a:lnTo>
                    <a:lnTo>
                      <a:pt x="30" y="2"/>
                    </a:lnTo>
                    <a:lnTo>
                      <a:pt x="16" y="12"/>
                    </a:lnTo>
                    <a:lnTo>
                      <a:pt x="5" y="25"/>
                    </a:lnTo>
                    <a:lnTo>
                      <a:pt x="0" y="41"/>
                    </a:lnTo>
                    <a:lnTo>
                      <a:pt x="0" y="59"/>
                    </a:lnTo>
                    <a:lnTo>
                      <a:pt x="8" y="75"/>
                    </a:lnTo>
                    <a:lnTo>
                      <a:pt x="23"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0241" name="Freeform 223"/>
              <p:cNvSpPr>
                <a:spLocks/>
              </p:cNvSpPr>
              <p:nvPr/>
            </p:nvSpPr>
            <p:spPr bwMode="auto">
              <a:xfrm>
                <a:off x="1346" y="1455"/>
                <a:ext cx="266" cy="160"/>
              </a:xfrm>
              <a:custGeom>
                <a:avLst/>
                <a:gdLst>
                  <a:gd name="T0" fmla="*/ 0 w 1330"/>
                  <a:gd name="T1" fmla="*/ 1 h 801"/>
                  <a:gd name="T2" fmla="*/ 0 w 1330"/>
                  <a:gd name="T3" fmla="*/ 1 h 801"/>
                  <a:gd name="T4" fmla="*/ 10 w 1330"/>
                  <a:gd name="T5" fmla="*/ 6 h 801"/>
                  <a:gd name="T6" fmla="*/ 11 w 1330"/>
                  <a:gd name="T7" fmla="*/ 6 h 801"/>
                  <a:gd name="T8" fmla="*/ 1 w 1330"/>
                  <a:gd name="T9" fmla="*/ 0 h 801"/>
                  <a:gd name="T10" fmla="*/ 1 w 1330"/>
                  <a:gd name="T11" fmla="*/ 0 h 801"/>
                  <a:gd name="T12" fmla="*/ 1 w 1330"/>
                  <a:gd name="T13" fmla="*/ 0 h 801"/>
                  <a:gd name="T14" fmla="*/ 0 w 1330"/>
                  <a:gd name="T15" fmla="*/ 0 h 801"/>
                  <a:gd name="T16" fmla="*/ 0 w 1330"/>
                  <a:gd name="T17" fmla="*/ 0 h 801"/>
                  <a:gd name="T18" fmla="*/ 0 w 1330"/>
                  <a:gd name="T19" fmla="*/ 0 h 801"/>
                  <a:gd name="T20" fmla="*/ 0 w 1330"/>
                  <a:gd name="T21" fmla="*/ 0 h 801"/>
                  <a:gd name="T22" fmla="*/ 0 w 1330"/>
                  <a:gd name="T23" fmla="*/ 0 h 801"/>
                  <a:gd name="T24" fmla="*/ 0 w 1330"/>
                  <a:gd name="T25" fmla="*/ 0 h 801"/>
                  <a:gd name="T26" fmla="*/ 0 w 1330"/>
                  <a:gd name="T27" fmla="*/ 1 h 801"/>
                  <a:gd name="T28" fmla="*/ 0 w 1330"/>
                  <a:gd name="T29" fmla="*/ 1 h 801"/>
                  <a:gd name="T30" fmla="*/ 0 w 1330"/>
                  <a:gd name="T31" fmla="*/ 1 h 801"/>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30"/>
                  <a:gd name="T49" fmla="*/ 0 h 801"/>
                  <a:gd name="T50" fmla="*/ 1330 w 1330"/>
                  <a:gd name="T51" fmla="*/ 801 h 801"/>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30" h="801">
                    <a:moveTo>
                      <a:pt x="24" y="88"/>
                    </a:moveTo>
                    <a:lnTo>
                      <a:pt x="23" y="88"/>
                    </a:lnTo>
                    <a:lnTo>
                      <a:pt x="1286" y="801"/>
                    </a:lnTo>
                    <a:lnTo>
                      <a:pt x="1330" y="719"/>
                    </a:lnTo>
                    <a:lnTo>
                      <a:pt x="67" y="6"/>
                    </a:lnTo>
                    <a:lnTo>
                      <a:pt x="66" y="6"/>
                    </a:lnTo>
                    <a:lnTo>
                      <a:pt x="67" y="6"/>
                    </a:lnTo>
                    <a:lnTo>
                      <a:pt x="48" y="0"/>
                    </a:lnTo>
                    <a:lnTo>
                      <a:pt x="30" y="2"/>
                    </a:lnTo>
                    <a:lnTo>
                      <a:pt x="16" y="12"/>
                    </a:lnTo>
                    <a:lnTo>
                      <a:pt x="5" y="25"/>
                    </a:lnTo>
                    <a:lnTo>
                      <a:pt x="0" y="41"/>
                    </a:lnTo>
                    <a:lnTo>
                      <a:pt x="0" y="59"/>
                    </a:lnTo>
                    <a:lnTo>
                      <a:pt x="8" y="75"/>
                    </a:lnTo>
                    <a:lnTo>
                      <a:pt x="23" y="88"/>
                    </a:lnTo>
                    <a:lnTo>
                      <a:pt x="24"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0242" name="Freeform 224"/>
              <p:cNvSpPr>
                <a:spLocks/>
              </p:cNvSpPr>
              <p:nvPr/>
            </p:nvSpPr>
            <p:spPr bwMode="auto">
              <a:xfrm>
                <a:off x="1198" y="1439"/>
                <a:ext cx="161" cy="35"/>
              </a:xfrm>
              <a:custGeom>
                <a:avLst/>
                <a:gdLst>
                  <a:gd name="T0" fmla="*/ 1 w 806"/>
                  <a:gd name="T1" fmla="*/ 1 h 177"/>
                  <a:gd name="T2" fmla="*/ 1 w 806"/>
                  <a:gd name="T3" fmla="*/ 1 h 177"/>
                  <a:gd name="T4" fmla="*/ 1 w 806"/>
                  <a:gd name="T5" fmla="*/ 1 h 177"/>
                  <a:gd name="T6" fmla="*/ 1 w 806"/>
                  <a:gd name="T7" fmla="*/ 1 h 177"/>
                  <a:gd name="T8" fmla="*/ 2 w 806"/>
                  <a:gd name="T9" fmla="*/ 1 h 177"/>
                  <a:gd name="T10" fmla="*/ 2 w 806"/>
                  <a:gd name="T11" fmla="*/ 1 h 177"/>
                  <a:gd name="T12" fmla="*/ 2 w 806"/>
                  <a:gd name="T13" fmla="*/ 1 h 177"/>
                  <a:gd name="T14" fmla="*/ 3 w 806"/>
                  <a:gd name="T15" fmla="*/ 1 h 177"/>
                  <a:gd name="T16" fmla="*/ 3 w 806"/>
                  <a:gd name="T17" fmla="*/ 1 h 177"/>
                  <a:gd name="T18" fmla="*/ 3 w 806"/>
                  <a:gd name="T19" fmla="*/ 1 h 177"/>
                  <a:gd name="T20" fmla="*/ 4 w 806"/>
                  <a:gd name="T21" fmla="*/ 1 h 177"/>
                  <a:gd name="T22" fmla="*/ 4 w 806"/>
                  <a:gd name="T23" fmla="*/ 1 h 177"/>
                  <a:gd name="T24" fmla="*/ 5 w 806"/>
                  <a:gd name="T25" fmla="*/ 1 h 177"/>
                  <a:gd name="T26" fmla="*/ 5 w 806"/>
                  <a:gd name="T27" fmla="*/ 1 h 177"/>
                  <a:gd name="T28" fmla="*/ 5 w 806"/>
                  <a:gd name="T29" fmla="*/ 1 h 177"/>
                  <a:gd name="T30" fmla="*/ 6 w 806"/>
                  <a:gd name="T31" fmla="*/ 1 h 177"/>
                  <a:gd name="T32" fmla="*/ 6 w 806"/>
                  <a:gd name="T33" fmla="*/ 1 h 177"/>
                  <a:gd name="T34" fmla="*/ 6 w 806"/>
                  <a:gd name="T35" fmla="*/ 1 h 177"/>
                  <a:gd name="T36" fmla="*/ 6 w 806"/>
                  <a:gd name="T37" fmla="*/ 1 h 177"/>
                  <a:gd name="T38" fmla="*/ 6 w 806"/>
                  <a:gd name="T39" fmla="*/ 1 h 177"/>
                  <a:gd name="T40" fmla="*/ 6 w 806"/>
                  <a:gd name="T41" fmla="*/ 0 h 177"/>
                  <a:gd name="T42" fmla="*/ 5 w 806"/>
                  <a:gd name="T43" fmla="*/ 0 h 177"/>
                  <a:gd name="T44" fmla="*/ 5 w 806"/>
                  <a:gd name="T45" fmla="*/ 0 h 177"/>
                  <a:gd name="T46" fmla="*/ 5 w 806"/>
                  <a:gd name="T47" fmla="*/ 0 h 177"/>
                  <a:gd name="T48" fmla="*/ 4 w 806"/>
                  <a:gd name="T49" fmla="*/ 0 h 177"/>
                  <a:gd name="T50" fmla="*/ 4 w 806"/>
                  <a:gd name="T51" fmla="*/ 0 h 177"/>
                  <a:gd name="T52" fmla="*/ 3 w 806"/>
                  <a:gd name="T53" fmla="*/ 0 h 177"/>
                  <a:gd name="T54" fmla="*/ 3 w 806"/>
                  <a:gd name="T55" fmla="*/ 0 h 177"/>
                  <a:gd name="T56" fmla="*/ 3 w 806"/>
                  <a:gd name="T57" fmla="*/ 0 h 177"/>
                  <a:gd name="T58" fmla="*/ 2 w 806"/>
                  <a:gd name="T59" fmla="*/ 0 h 177"/>
                  <a:gd name="T60" fmla="*/ 2 w 806"/>
                  <a:gd name="T61" fmla="*/ 0 h 177"/>
                  <a:gd name="T62" fmla="*/ 1 w 806"/>
                  <a:gd name="T63" fmla="*/ 0 h 177"/>
                  <a:gd name="T64" fmla="*/ 1 w 806"/>
                  <a:gd name="T65" fmla="*/ 0 h 177"/>
                  <a:gd name="T66" fmla="*/ 1 w 806"/>
                  <a:gd name="T67" fmla="*/ 1 h 177"/>
                  <a:gd name="T68" fmla="*/ 0 w 806"/>
                  <a:gd name="T69" fmla="*/ 1 h 177"/>
                  <a:gd name="T70" fmla="*/ 0 w 806"/>
                  <a:gd name="T71" fmla="*/ 1 h 177"/>
                  <a:gd name="T72" fmla="*/ 0 w 806"/>
                  <a:gd name="T73" fmla="*/ 1 h 177"/>
                  <a:gd name="T74" fmla="*/ 0 w 806"/>
                  <a:gd name="T75" fmla="*/ 1 h 177"/>
                  <a:gd name="T76" fmla="*/ 0 w 806"/>
                  <a:gd name="T77" fmla="*/ 1 h 177"/>
                  <a:gd name="T78" fmla="*/ 0 w 806"/>
                  <a:gd name="T79" fmla="*/ 1 h 177"/>
                  <a:gd name="T80" fmla="*/ 0 w 806"/>
                  <a:gd name="T81" fmla="*/ 1 h 177"/>
                  <a:gd name="T82" fmla="*/ 0 w 806"/>
                  <a:gd name="T83" fmla="*/ 1 h 177"/>
                  <a:gd name="T84" fmla="*/ 0 w 806"/>
                  <a:gd name="T85" fmla="*/ 1 h 177"/>
                  <a:gd name="T86" fmla="*/ 0 w 806"/>
                  <a:gd name="T87" fmla="*/ 1 h 177"/>
                  <a:gd name="T88" fmla="*/ 1 w 806"/>
                  <a:gd name="T89" fmla="*/ 1 h 177"/>
                  <a:gd name="T90" fmla="*/ 1 w 806"/>
                  <a:gd name="T91" fmla="*/ 1 h 17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806"/>
                  <a:gd name="T139" fmla="*/ 0 h 177"/>
                  <a:gd name="T140" fmla="*/ 806 w 806"/>
                  <a:gd name="T141" fmla="*/ 177 h 17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806" h="177">
                    <a:moveTo>
                      <a:pt x="67" y="171"/>
                    </a:moveTo>
                    <a:lnTo>
                      <a:pt x="68" y="171"/>
                    </a:lnTo>
                    <a:lnTo>
                      <a:pt x="109" y="151"/>
                    </a:lnTo>
                    <a:lnTo>
                      <a:pt x="151" y="135"/>
                    </a:lnTo>
                    <a:lnTo>
                      <a:pt x="196" y="122"/>
                    </a:lnTo>
                    <a:lnTo>
                      <a:pt x="242" y="110"/>
                    </a:lnTo>
                    <a:lnTo>
                      <a:pt x="287" y="102"/>
                    </a:lnTo>
                    <a:lnTo>
                      <a:pt x="335" y="97"/>
                    </a:lnTo>
                    <a:lnTo>
                      <a:pt x="382" y="95"/>
                    </a:lnTo>
                    <a:lnTo>
                      <a:pt x="430" y="94"/>
                    </a:lnTo>
                    <a:lnTo>
                      <a:pt x="477" y="97"/>
                    </a:lnTo>
                    <a:lnTo>
                      <a:pt x="524" y="102"/>
                    </a:lnTo>
                    <a:lnTo>
                      <a:pt x="568" y="108"/>
                    </a:lnTo>
                    <a:lnTo>
                      <a:pt x="612" y="117"/>
                    </a:lnTo>
                    <a:lnTo>
                      <a:pt x="654" y="128"/>
                    </a:lnTo>
                    <a:lnTo>
                      <a:pt x="693" y="141"/>
                    </a:lnTo>
                    <a:lnTo>
                      <a:pt x="730" y="155"/>
                    </a:lnTo>
                    <a:lnTo>
                      <a:pt x="764" y="171"/>
                    </a:lnTo>
                    <a:lnTo>
                      <a:pt x="806" y="89"/>
                    </a:lnTo>
                    <a:lnTo>
                      <a:pt x="768" y="70"/>
                    </a:lnTo>
                    <a:lnTo>
                      <a:pt x="725" y="54"/>
                    </a:lnTo>
                    <a:lnTo>
                      <a:pt x="680" y="39"/>
                    </a:lnTo>
                    <a:lnTo>
                      <a:pt x="633" y="26"/>
                    </a:lnTo>
                    <a:lnTo>
                      <a:pt x="585" y="16"/>
                    </a:lnTo>
                    <a:lnTo>
                      <a:pt x="536" y="8"/>
                    </a:lnTo>
                    <a:lnTo>
                      <a:pt x="484" y="3"/>
                    </a:lnTo>
                    <a:lnTo>
                      <a:pt x="433" y="0"/>
                    </a:lnTo>
                    <a:lnTo>
                      <a:pt x="380" y="1"/>
                    </a:lnTo>
                    <a:lnTo>
                      <a:pt x="328" y="3"/>
                    </a:lnTo>
                    <a:lnTo>
                      <a:pt x="276" y="10"/>
                    </a:lnTo>
                    <a:lnTo>
                      <a:pt x="223" y="19"/>
                    </a:lnTo>
                    <a:lnTo>
                      <a:pt x="172" y="30"/>
                    </a:lnTo>
                    <a:lnTo>
                      <a:pt x="121" y="46"/>
                    </a:lnTo>
                    <a:lnTo>
                      <a:pt x="72" y="67"/>
                    </a:lnTo>
                    <a:lnTo>
                      <a:pt x="24" y="89"/>
                    </a:lnTo>
                    <a:lnTo>
                      <a:pt x="25" y="89"/>
                    </a:lnTo>
                    <a:lnTo>
                      <a:pt x="24" y="89"/>
                    </a:lnTo>
                    <a:lnTo>
                      <a:pt x="8" y="102"/>
                    </a:lnTo>
                    <a:lnTo>
                      <a:pt x="0" y="118"/>
                    </a:lnTo>
                    <a:lnTo>
                      <a:pt x="0" y="136"/>
                    </a:lnTo>
                    <a:lnTo>
                      <a:pt x="6" y="152"/>
                    </a:lnTo>
                    <a:lnTo>
                      <a:pt x="17" y="165"/>
                    </a:lnTo>
                    <a:lnTo>
                      <a:pt x="31" y="175"/>
                    </a:lnTo>
                    <a:lnTo>
                      <a:pt x="48" y="177"/>
                    </a:lnTo>
                    <a:lnTo>
                      <a:pt x="68" y="171"/>
                    </a:lnTo>
                    <a:lnTo>
                      <a:pt x="67" y="1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0243" name="Freeform 225"/>
              <p:cNvSpPr>
                <a:spLocks/>
              </p:cNvSpPr>
              <p:nvPr/>
            </p:nvSpPr>
            <p:spPr bwMode="auto">
              <a:xfrm>
                <a:off x="931" y="1456"/>
                <a:ext cx="280" cy="158"/>
              </a:xfrm>
              <a:custGeom>
                <a:avLst/>
                <a:gdLst>
                  <a:gd name="T0" fmla="*/ 1 w 1402"/>
                  <a:gd name="T1" fmla="*/ 6 h 787"/>
                  <a:gd name="T2" fmla="*/ 1 w 1402"/>
                  <a:gd name="T3" fmla="*/ 6 h 787"/>
                  <a:gd name="T4" fmla="*/ 11 w 1402"/>
                  <a:gd name="T5" fmla="*/ 1 h 787"/>
                  <a:gd name="T6" fmla="*/ 11 w 1402"/>
                  <a:gd name="T7" fmla="*/ 0 h 787"/>
                  <a:gd name="T8" fmla="*/ 0 w 1402"/>
                  <a:gd name="T9" fmla="*/ 6 h 787"/>
                  <a:gd name="T10" fmla="*/ 0 w 1402"/>
                  <a:gd name="T11" fmla="*/ 6 h 787"/>
                  <a:gd name="T12" fmla="*/ 0 w 1402"/>
                  <a:gd name="T13" fmla="*/ 6 h 787"/>
                  <a:gd name="T14" fmla="*/ 0 w 1402"/>
                  <a:gd name="T15" fmla="*/ 6 h 787"/>
                  <a:gd name="T16" fmla="*/ 0 w 1402"/>
                  <a:gd name="T17" fmla="*/ 6 h 787"/>
                  <a:gd name="T18" fmla="*/ 0 w 1402"/>
                  <a:gd name="T19" fmla="*/ 6 h 787"/>
                  <a:gd name="T20" fmla="*/ 0 w 1402"/>
                  <a:gd name="T21" fmla="*/ 6 h 787"/>
                  <a:gd name="T22" fmla="*/ 0 w 1402"/>
                  <a:gd name="T23" fmla="*/ 6 h 787"/>
                  <a:gd name="T24" fmla="*/ 0 w 1402"/>
                  <a:gd name="T25" fmla="*/ 6 h 787"/>
                  <a:gd name="T26" fmla="*/ 0 w 1402"/>
                  <a:gd name="T27" fmla="*/ 6 h 787"/>
                  <a:gd name="T28" fmla="*/ 1 w 1402"/>
                  <a:gd name="T29" fmla="*/ 6 h 787"/>
                  <a:gd name="T30" fmla="*/ 1 w 1402"/>
                  <a:gd name="T31" fmla="*/ 6 h 78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02"/>
                  <a:gd name="T49" fmla="*/ 0 h 787"/>
                  <a:gd name="T50" fmla="*/ 1402 w 1402"/>
                  <a:gd name="T51" fmla="*/ 787 h 78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02" h="787">
                    <a:moveTo>
                      <a:pt x="69" y="781"/>
                    </a:moveTo>
                    <a:lnTo>
                      <a:pt x="66" y="781"/>
                    </a:lnTo>
                    <a:lnTo>
                      <a:pt x="1402" y="82"/>
                    </a:lnTo>
                    <a:lnTo>
                      <a:pt x="1360" y="0"/>
                    </a:lnTo>
                    <a:lnTo>
                      <a:pt x="24" y="699"/>
                    </a:lnTo>
                    <a:lnTo>
                      <a:pt x="22" y="699"/>
                    </a:lnTo>
                    <a:lnTo>
                      <a:pt x="24" y="699"/>
                    </a:lnTo>
                    <a:lnTo>
                      <a:pt x="8" y="712"/>
                    </a:lnTo>
                    <a:lnTo>
                      <a:pt x="1" y="727"/>
                    </a:lnTo>
                    <a:lnTo>
                      <a:pt x="0" y="744"/>
                    </a:lnTo>
                    <a:lnTo>
                      <a:pt x="5" y="761"/>
                    </a:lnTo>
                    <a:lnTo>
                      <a:pt x="15" y="775"/>
                    </a:lnTo>
                    <a:lnTo>
                      <a:pt x="30" y="784"/>
                    </a:lnTo>
                    <a:lnTo>
                      <a:pt x="46" y="787"/>
                    </a:lnTo>
                    <a:lnTo>
                      <a:pt x="66" y="781"/>
                    </a:lnTo>
                    <a:lnTo>
                      <a:pt x="69" y="7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0244" name="Freeform 226"/>
              <p:cNvSpPr>
                <a:spLocks/>
              </p:cNvSpPr>
              <p:nvPr/>
            </p:nvSpPr>
            <p:spPr bwMode="auto">
              <a:xfrm>
                <a:off x="868" y="1596"/>
                <a:ext cx="77" cy="126"/>
              </a:xfrm>
              <a:custGeom>
                <a:avLst/>
                <a:gdLst>
                  <a:gd name="T0" fmla="*/ 1 w 382"/>
                  <a:gd name="T1" fmla="*/ 5 h 628"/>
                  <a:gd name="T2" fmla="*/ 1 w 382"/>
                  <a:gd name="T3" fmla="*/ 5 h 628"/>
                  <a:gd name="T4" fmla="*/ 1 w 382"/>
                  <a:gd name="T5" fmla="*/ 4 h 628"/>
                  <a:gd name="T6" fmla="*/ 1 w 382"/>
                  <a:gd name="T7" fmla="*/ 4 h 628"/>
                  <a:gd name="T8" fmla="*/ 1 w 382"/>
                  <a:gd name="T9" fmla="*/ 4 h 628"/>
                  <a:gd name="T10" fmla="*/ 1 w 382"/>
                  <a:gd name="T11" fmla="*/ 3 h 628"/>
                  <a:gd name="T12" fmla="*/ 1 w 382"/>
                  <a:gd name="T13" fmla="*/ 3 h 628"/>
                  <a:gd name="T14" fmla="*/ 1 w 382"/>
                  <a:gd name="T15" fmla="*/ 3 h 628"/>
                  <a:gd name="T16" fmla="*/ 1 w 382"/>
                  <a:gd name="T17" fmla="*/ 3 h 628"/>
                  <a:gd name="T18" fmla="*/ 1 w 382"/>
                  <a:gd name="T19" fmla="*/ 2 h 628"/>
                  <a:gd name="T20" fmla="*/ 2 w 382"/>
                  <a:gd name="T21" fmla="*/ 2 h 628"/>
                  <a:gd name="T22" fmla="*/ 2 w 382"/>
                  <a:gd name="T23" fmla="*/ 2 h 628"/>
                  <a:gd name="T24" fmla="*/ 2 w 382"/>
                  <a:gd name="T25" fmla="*/ 2 h 628"/>
                  <a:gd name="T26" fmla="*/ 2 w 382"/>
                  <a:gd name="T27" fmla="*/ 1 h 628"/>
                  <a:gd name="T28" fmla="*/ 2 w 382"/>
                  <a:gd name="T29" fmla="*/ 1 h 628"/>
                  <a:gd name="T30" fmla="*/ 3 w 382"/>
                  <a:gd name="T31" fmla="*/ 1 h 628"/>
                  <a:gd name="T32" fmla="*/ 3 w 382"/>
                  <a:gd name="T33" fmla="*/ 1 h 628"/>
                  <a:gd name="T34" fmla="*/ 3 w 382"/>
                  <a:gd name="T35" fmla="*/ 1 h 628"/>
                  <a:gd name="T36" fmla="*/ 3 w 382"/>
                  <a:gd name="T37" fmla="*/ 0 h 628"/>
                  <a:gd name="T38" fmla="*/ 2 w 382"/>
                  <a:gd name="T39" fmla="*/ 0 h 628"/>
                  <a:gd name="T40" fmla="*/ 2 w 382"/>
                  <a:gd name="T41" fmla="*/ 0 h 628"/>
                  <a:gd name="T42" fmla="*/ 2 w 382"/>
                  <a:gd name="T43" fmla="*/ 1 h 628"/>
                  <a:gd name="T44" fmla="*/ 2 w 382"/>
                  <a:gd name="T45" fmla="*/ 1 h 628"/>
                  <a:gd name="T46" fmla="*/ 1 w 382"/>
                  <a:gd name="T47" fmla="*/ 1 h 628"/>
                  <a:gd name="T48" fmla="*/ 1 w 382"/>
                  <a:gd name="T49" fmla="*/ 1 h 628"/>
                  <a:gd name="T50" fmla="*/ 1 w 382"/>
                  <a:gd name="T51" fmla="*/ 2 h 628"/>
                  <a:gd name="T52" fmla="*/ 1 w 382"/>
                  <a:gd name="T53" fmla="*/ 2 h 628"/>
                  <a:gd name="T54" fmla="*/ 1 w 382"/>
                  <a:gd name="T55" fmla="*/ 2 h 628"/>
                  <a:gd name="T56" fmla="*/ 0 w 382"/>
                  <a:gd name="T57" fmla="*/ 3 h 628"/>
                  <a:gd name="T58" fmla="*/ 0 w 382"/>
                  <a:gd name="T59" fmla="*/ 3 h 628"/>
                  <a:gd name="T60" fmla="*/ 0 w 382"/>
                  <a:gd name="T61" fmla="*/ 3 h 628"/>
                  <a:gd name="T62" fmla="*/ 0 w 382"/>
                  <a:gd name="T63" fmla="*/ 4 h 628"/>
                  <a:gd name="T64" fmla="*/ 0 w 382"/>
                  <a:gd name="T65" fmla="*/ 4 h 628"/>
                  <a:gd name="T66" fmla="*/ 0 w 382"/>
                  <a:gd name="T67" fmla="*/ 4 h 628"/>
                  <a:gd name="T68" fmla="*/ 0 w 382"/>
                  <a:gd name="T69" fmla="*/ 5 h 628"/>
                  <a:gd name="T70" fmla="*/ 0 w 382"/>
                  <a:gd name="T71" fmla="*/ 5 h 628"/>
                  <a:gd name="T72" fmla="*/ 0 w 382"/>
                  <a:gd name="T73" fmla="*/ 5 h 628"/>
                  <a:gd name="T74" fmla="*/ 0 w 382"/>
                  <a:gd name="T75" fmla="*/ 5 h 628"/>
                  <a:gd name="T76" fmla="*/ 0 w 382"/>
                  <a:gd name="T77" fmla="*/ 5 h 628"/>
                  <a:gd name="T78" fmla="*/ 0 w 382"/>
                  <a:gd name="T79" fmla="*/ 5 h 628"/>
                  <a:gd name="T80" fmla="*/ 0 w 382"/>
                  <a:gd name="T81" fmla="*/ 5 h 628"/>
                  <a:gd name="T82" fmla="*/ 1 w 382"/>
                  <a:gd name="T83" fmla="*/ 5 h 628"/>
                  <a:gd name="T84" fmla="*/ 1 w 382"/>
                  <a:gd name="T85" fmla="*/ 5 h 628"/>
                  <a:gd name="T86" fmla="*/ 1 w 382"/>
                  <a:gd name="T87" fmla="*/ 5 h 628"/>
                  <a:gd name="T88" fmla="*/ 1 w 382"/>
                  <a:gd name="T89" fmla="*/ 5 h 628"/>
                  <a:gd name="T90" fmla="*/ 1 w 382"/>
                  <a:gd name="T91" fmla="*/ 5 h 628"/>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382"/>
                  <a:gd name="T139" fmla="*/ 0 h 628"/>
                  <a:gd name="T140" fmla="*/ 382 w 382"/>
                  <a:gd name="T141" fmla="*/ 628 h 628"/>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382" h="628">
                    <a:moveTo>
                      <a:pt x="94" y="581"/>
                    </a:moveTo>
                    <a:lnTo>
                      <a:pt x="94" y="582"/>
                    </a:lnTo>
                    <a:lnTo>
                      <a:pt x="96" y="541"/>
                    </a:lnTo>
                    <a:lnTo>
                      <a:pt x="99" y="500"/>
                    </a:lnTo>
                    <a:lnTo>
                      <a:pt x="106" y="463"/>
                    </a:lnTo>
                    <a:lnTo>
                      <a:pt x="115" y="424"/>
                    </a:lnTo>
                    <a:lnTo>
                      <a:pt x="127" y="389"/>
                    </a:lnTo>
                    <a:lnTo>
                      <a:pt x="140" y="353"/>
                    </a:lnTo>
                    <a:lnTo>
                      <a:pt x="156" y="320"/>
                    </a:lnTo>
                    <a:lnTo>
                      <a:pt x="173" y="287"/>
                    </a:lnTo>
                    <a:lnTo>
                      <a:pt x="193" y="255"/>
                    </a:lnTo>
                    <a:lnTo>
                      <a:pt x="214" y="226"/>
                    </a:lnTo>
                    <a:lnTo>
                      <a:pt x="238" y="198"/>
                    </a:lnTo>
                    <a:lnTo>
                      <a:pt x="263" y="172"/>
                    </a:lnTo>
                    <a:lnTo>
                      <a:pt x="290" y="146"/>
                    </a:lnTo>
                    <a:lnTo>
                      <a:pt x="318" y="122"/>
                    </a:lnTo>
                    <a:lnTo>
                      <a:pt x="349" y="101"/>
                    </a:lnTo>
                    <a:lnTo>
                      <a:pt x="382" y="82"/>
                    </a:lnTo>
                    <a:lnTo>
                      <a:pt x="335" y="0"/>
                    </a:lnTo>
                    <a:lnTo>
                      <a:pt x="297" y="23"/>
                    </a:lnTo>
                    <a:lnTo>
                      <a:pt x="262" y="49"/>
                    </a:lnTo>
                    <a:lnTo>
                      <a:pt x="229" y="76"/>
                    </a:lnTo>
                    <a:lnTo>
                      <a:pt x="198" y="104"/>
                    </a:lnTo>
                    <a:lnTo>
                      <a:pt x="167" y="137"/>
                    </a:lnTo>
                    <a:lnTo>
                      <a:pt x="142" y="170"/>
                    </a:lnTo>
                    <a:lnTo>
                      <a:pt x="116" y="204"/>
                    </a:lnTo>
                    <a:lnTo>
                      <a:pt x="94" y="240"/>
                    </a:lnTo>
                    <a:lnTo>
                      <a:pt x="74" y="278"/>
                    </a:lnTo>
                    <a:lnTo>
                      <a:pt x="54" y="317"/>
                    </a:lnTo>
                    <a:lnTo>
                      <a:pt x="38" y="359"/>
                    </a:lnTo>
                    <a:lnTo>
                      <a:pt x="26" y="401"/>
                    </a:lnTo>
                    <a:lnTo>
                      <a:pt x="15" y="444"/>
                    </a:lnTo>
                    <a:lnTo>
                      <a:pt x="8" y="489"/>
                    </a:lnTo>
                    <a:lnTo>
                      <a:pt x="2" y="534"/>
                    </a:lnTo>
                    <a:lnTo>
                      <a:pt x="0" y="580"/>
                    </a:lnTo>
                    <a:lnTo>
                      <a:pt x="0" y="581"/>
                    </a:lnTo>
                    <a:lnTo>
                      <a:pt x="0" y="580"/>
                    </a:lnTo>
                    <a:lnTo>
                      <a:pt x="3" y="600"/>
                    </a:lnTo>
                    <a:lnTo>
                      <a:pt x="14" y="615"/>
                    </a:lnTo>
                    <a:lnTo>
                      <a:pt x="29" y="625"/>
                    </a:lnTo>
                    <a:lnTo>
                      <a:pt x="45" y="628"/>
                    </a:lnTo>
                    <a:lnTo>
                      <a:pt x="63" y="626"/>
                    </a:lnTo>
                    <a:lnTo>
                      <a:pt x="78" y="616"/>
                    </a:lnTo>
                    <a:lnTo>
                      <a:pt x="89" y="602"/>
                    </a:lnTo>
                    <a:lnTo>
                      <a:pt x="94" y="582"/>
                    </a:lnTo>
                    <a:lnTo>
                      <a:pt x="94" y="5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0245" name="Freeform 227"/>
              <p:cNvSpPr>
                <a:spLocks/>
              </p:cNvSpPr>
              <p:nvPr/>
            </p:nvSpPr>
            <p:spPr bwMode="auto">
              <a:xfrm>
                <a:off x="868" y="1712"/>
                <a:ext cx="19" cy="364"/>
              </a:xfrm>
              <a:custGeom>
                <a:avLst/>
                <a:gdLst>
                  <a:gd name="T0" fmla="*/ 1 w 94"/>
                  <a:gd name="T1" fmla="*/ 14 h 1818"/>
                  <a:gd name="T2" fmla="*/ 1 w 94"/>
                  <a:gd name="T3" fmla="*/ 14 h 1818"/>
                  <a:gd name="T4" fmla="*/ 1 w 94"/>
                  <a:gd name="T5" fmla="*/ 0 h 1818"/>
                  <a:gd name="T6" fmla="*/ 0 w 94"/>
                  <a:gd name="T7" fmla="*/ 0 h 1818"/>
                  <a:gd name="T8" fmla="*/ 0 w 94"/>
                  <a:gd name="T9" fmla="*/ 14 h 1818"/>
                  <a:gd name="T10" fmla="*/ 0 w 94"/>
                  <a:gd name="T11" fmla="*/ 14 h 1818"/>
                  <a:gd name="T12" fmla="*/ 0 w 94"/>
                  <a:gd name="T13" fmla="*/ 14 h 1818"/>
                  <a:gd name="T14" fmla="*/ 0 w 94"/>
                  <a:gd name="T15" fmla="*/ 14 h 1818"/>
                  <a:gd name="T16" fmla="*/ 0 w 94"/>
                  <a:gd name="T17" fmla="*/ 14 h 1818"/>
                  <a:gd name="T18" fmla="*/ 0 w 94"/>
                  <a:gd name="T19" fmla="*/ 15 h 1818"/>
                  <a:gd name="T20" fmla="*/ 0 w 94"/>
                  <a:gd name="T21" fmla="*/ 15 h 1818"/>
                  <a:gd name="T22" fmla="*/ 1 w 94"/>
                  <a:gd name="T23" fmla="*/ 15 h 1818"/>
                  <a:gd name="T24" fmla="*/ 1 w 94"/>
                  <a:gd name="T25" fmla="*/ 14 h 1818"/>
                  <a:gd name="T26" fmla="*/ 1 w 94"/>
                  <a:gd name="T27" fmla="*/ 14 h 1818"/>
                  <a:gd name="T28" fmla="*/ 1 w 94"/>
                  <a:gd name="T29" fmla="*/ 14 h 1818"/>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94"/>
                  <a:gd name="T46" fmla="*/ 0 h 1818"/>
                  <a:gd name="T47" fmla="*/ 94 w 94"/>
                  <a:gd name="T48" fmla="*/ 1818 h 1818"/>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94" h="1818">
                    <a:moveTo>
                      <a:pt x="94" y="1771"/>
                    </a:moveTo>
                    <a:lnTo>
                      <a:pt x="94" y="1771"/>
                    </a:lnTo>
                    <a:lnTo>
                      <a:pt x="94" y="0"/>
                    </a:lnTo>
                    <a:lnTo>
                      <a:pt x="0" y="0"/>
                    </a:lnTo>
                    <a:lnTo>
                      <a:pt x="0" y="1771"/>
                    </a:lnTo>
                    <a:lnTo>
                      <a:pt x="3" y="1791"/>
                    </a:lnTo>
                    <a:lnTo>
                      <a:pt x="15" y="1806"/>
                    </a:lnTo>
                    <a:lnTo>
                      <a:pt x="29" y="1814"/>
                    </a:lnTo>
                    <a:lnTo>
                      <a:pt x="47" y="1818"/>
                    </a:lnTo>
                    <a:lnTo>
                      <a:pt x="64" y="1814"/>
                    </a:lnTo>
                    <a:lnTo>
                      <a:pt x="79" y="1806"/>
                    </a:lnTo>
                    <a:lnTo>
                      <a:pt x="90" y="1791"/>
                    </a:lnTo>
                    <a:lnTo>
                      <a:pt x="94" y="17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0246" name="Freeform 228"/>
              <p:cNvSpPr>
                <a:spLocks/>
              </p:cNvSpPr>
              <p:nvPr/>
            </p:nvSpPr>
            <p:spPr bwMode="auto">
              <a:xfrm>
                <a:off x="868" y="2067"/>
                <a:ext cx="90" cy="160"/>
              </a:xfrm>
              <a:custGeom>
                <a:avLst/>
                <a:gdLst>
                  <a:gd name="T0" fmla="*/ 3 w 449"/>
                  <a:gd name="T1" fmla="*/ 6 h 803"/>
                  <a:gd name="T2" fmla="*/ 3 w 449"/>
                  <a:gd name="T3" fmla="*/ 6 h 803"/>
                  <a:gd name="T4" fmla="*/ 3 w 449"/>
                  <a:gd name="T5" fmla="*/ 5 h 803"/>
                  <a:gd name="T6" fmla="*/ 3 w 449"/>
                  <a:gd name="T7" fmla="*/ 5 h 803"/>
                  <a:gd name="T8" fmla="*/ 3 w 449"/>
                  <a:gd name="T9" fmla="*/ 5 h 803"/>
                  <a:gd name="T10" fmla="*/ 2 w 449"/>
                  <a:gd name="T11" fmla="*/ 5 h 803"/>
                  <a:gd name="T12" fmla="*/ 2 w 449"/>
                  <a:gd name="T13" fmla="*/ 4 h 803"/>
                  <a:gd name="T14" fmla="*/ 2 w 449"/>
                  <a:gd name="T15" fmla="*/ 4 h 803"/>
                  <a:gd name="T16" fmla="*/ 2 w 449"/>
                  <a:gd name="T17" fmla="*/ 4 h 803"/>
                  <a:gd name="T18" fmla="*/ 2 w 449"/>
                  <a:gd name="T19" fmla="*/ 3 h 803"/>
                  <a:gd name="T20" fmla="*/ 1 w 449"/>
                  <a:gd name="T21" fmla="*/ 3 h 803"/>
                  <a:gd name="T22" fmla="*/ 1 w 449"/>
                  <a:gd name="T23" fmla="*/ 2 h 803"/>
                  <a:gd name="T24" fmla="*/ 1 w 449"/>
                  <a:gd name="T25" fmla="*/ 2 h 803"/>
                  <a:gd name="T26" fmla="*/ 1 w 449"/>
                  <a:gd name="T27" fmla="*/ 2 h 803"/>
                  <a:gd name="T28" fmla="*/ 1 w 449"/>
                  <a:gd name="T29" fmla="*/ 1 h 803"/>
                  <a:gd name="T30" fmla="*/ 1 w 449"/>
                  <a:gd name="T31" fmla="*/ 1 h 803"/>
                  <a:gd name="T32" fmla="*/ 1 w 449"/>
                  <a:gd name="T33" fmla="*/ 0 h 803"/>
                  <a:gd name="T34" fmla="*/ 1 w 449"/>
                  <a:gd name="T35" fmla="*/ 0 h 803"/>
                  <a:gd name="T36" fmla="*/ 0 w 449"/>
                  <a:gd name="T37" fmla="*/ 0 h 803"/>
                  <a:gd name="T38" fmla="*/ 0 w 449"/>
                  <a:gd name="T39" fmla="*/ 0 h 803"/>
                  <a:gd name="T40" fmla="*/ 0 w 449"/>
                  <a:gd name="T41" fmla="*/ 1 h 803"/>
                  <a:gd name="T42" fmla="*/ 0 w 449"/>
                  <a:gd name="T43" fmla="*/ 1 h 803"/>
                  <a:gd name="T44" fmla="*/ 0 w 449"/>
                  <a:gd name="T45" fmla="*/ 2 h 803"/>
                  <a:gd name="T46" fmla="*/ 0 w 449"/>
                  <a:gd name="T47" fmla="*/ 2 h 803"/>
                  <a:gd name="T48" fmla="*/ 0 w 449"/>
                  <a:gd name="T49" fmla="*/ 3 h 803"/>
                  <a:gd name="T50" fmla="*/ 1 w 449"/>
                  <a:gd name="T51" fmla="*/ 3 h 803"/>
                  <a:gd name="T52" fmla="*/ 1 w 449"/>
                  <a:gd name="T53" fmla="*/ 4 h 803"/>
                  <a:gd name="T54" fmla="*/ 1 w 449"/>
                  <a:gd name="T55" fmla="*/ 4 h 803"/>
                  <a:gd name="T56" fmla="*/ 1 w 449"/>
                  <a:gd name="T57" fmla="*/ 4 h 803"/>
                  <a:gd name="T58" fmla="*/ 2 w 449"/>
                  <a:gd name="T59" fmla="*/ 5 h 803"/>
                  <a:gd name="T60" fmla="*/ 2 w 449"/>
                  <a:gd name="T61" fmla="*/ 5 h 803"/>
                  <a:gd name="T62" fmla="*/ 2 w 449"/>
                  <a:gd name="T63" fmla="*/ 5 h 803"/>
                  <a:gd name="T64" fmla="*/ 2 w 449"/>
                  <a:gd name="T65" fmla="*/ 6 h 803"/>
                  <a:gd name="T66" fmla="*/ 3 w 449"/>
                  <a:gd name="T67" fmla="*/ 6 h 803"/>
                  <a:gd name="T68" fmla="*/ 3 w 449"/>
                  <a:gd name="T69" fmla="*/ 6 h 803"/>
                  <a:gd name="T70" fmla="*/ 3 w 449"/>
                  <a:gd name="T71" fmla="*/ 6 h 803"/>
                  <a:gd name="T72" fmla="*/ 3 w 449"/>
                  <a:gd name="T73" fmla="*/ 6 h 803"/>
                  <a:gd name="T74" fmla="*/ 3 w 449"/>
                  <a:gd name="T75" fmla="*/ 6 h 803"/>
                  <a:gd name="T76" fmla="*/ 3 w 449"/>
                  <a:gd name="T77" fmla="*/ 6 h 803"/>
                  <a:gd name="T78" fmla="*/ 3 w 449"/>
                  <a:gd name="T79" fmla="*/ 6 h 803"/>
                  <a:gd name="T80" fmla="*/ 4 w 449"/>
                  <a:gd name="T81" fmla="*/ 6 h 803"/>
                  <a:gd name="T82" fmla="*/ 4 w 449"/>
                  <a:gd name="T83" fmla="*/ 6 h 803"/>
                  <a:gd name="T84" fmla="*/ 4 w 449"/>
                  <a:gd name="T85" fmla="*/ 6 h 803"/>
                  <a:gd name="T86" fmla="*/ 4 w 449"/>
                  <a:gd name="T87" fmla="*/ 6 h 803"/>
                  <a:gd name="T88" fmla="*/ 3 w 449"/>
                  <a:gd name="T89" fmla="*/ 6 h 803"/>
                  <a:gd name="T90" fmla="*/ 3 w 449"/>
                  <a:gd name="T91" fmla="*/ 6 h 80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449"/>
                  <a:gd name="T139" fmla="*/ 0 h 803"/>
                  <a:gd name="T140" fmla="*/ 449 w 449"/>
                  <a:gd name="T141" fmla="*/ 803 h 80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449" h="803">
                    <a:moveTo>
                      <a:pt x="426" y="717"/>
                    </a:moveTo>
                    <a:lnTo>
                      <a:pt x="427" y="717"/>
                    </a:lnTo>
                    <a:lnTo>
                      <a:pt x="395" y="693"/>
                    </a:lnTo>
                    <a:lnTo>
                      <a:pt x="361" y="662"/>
                    </a:lnTo>
                    <a:lnTo>
                      <a:pt x="329" y="628"/>
                    </a:lnTo>
                    <a:lnTo>
                      <a:pt x="299" y="591"/>
                    </a:lnTo>
                    <a:lnTo>
                      <a:pt x="269" y="551"/>
                    </a:lnTo>
                    <a:lnTo>
                      <a:pt x="241" y="507"/>
                    </a:lnTo>
                    <a:lnTo>
                      <a:pt x="215" y="460"/>
                    </a:lnTo>
                    <a:lnTo>
                      <a:pt x="191" y="412"/>
                    </a:lnTo>
                    <a:lnTo>
                      <a:pt x="170" y="363"/>
                    </a:lnTo>
                    <a:lnTo>
                      <a:pt x="151" y="312"/>
                    </a:lnTo>
                    <a:lnTo>
                      <a:pt x="133" y="259"/>
                    </a:lnTo>
                    <a:lnTo>
                      <a:pt x="119" y="207"/>
                    </a:lnTo>
                    <a:lnTo>
                      <a:pt x="108" y="156"/>
                    </a:lnTo>
                    <a:lnTo>
                      <a:pt x="101" y="103"/>
                    </a:lnTo>
                    <a:lnTo>
                      <a:pt x="96" y="51"/>
                    </a:lnTo>
                    <a:lnTo>
                      <a:pt x="94" y="0"/>
                    </a:lnTo>
                    <a:lnTo>
                      <a:pt x="0" y="0"/>
                    </a:lnTo>
                    <a:lnTo>
                      <a:pt x="2" y="56"/>
                    </a:lnTo>
                    <a:lnTo>
                      <a:pt x="7" y="115"/>
                    </a:lnTo>
                    <a:lnTo>
                      <a:pt x="16" y="172"/>
                    </a:lnTo>
                    <a:lnTo>
                      <a:pt x="28" y="231"/>
                    </a:lnTo>
                    <a:lnTo>
                      <a:pt x="44" y="287"/>
                    </a:lnTo>
                    <a:lnTo>
                      <a:pt x="62" y="342"/>
                    </a:lnTo>
                    <a:lnTo>
                      <a:pt x="83" y="398"/>
                    </a:lnTo>
                    <a:lnTo>
                      <a:pt x="106" y="452"/>
                    </a:lnTo>
                    <a:lnTo>
                      <a:pt x="133" y="505"/>
                    </a:lnTo>
                    <a:lnTo>
                      <a:pt x="161" y="554"/>
                    </a:lnTo>
                    <a:lnTo>
                      <a:pt x="192" y="602"/>
                    </a:lnTo>
                    <a:lnTo>
                      <a:pt x="224" y="647"/>
                    </a:lnTo>
                    <a:lnTo>
                      <a:pt x="259" y="689"/>
                    </a:lnTo>
                    <a:lnTo>
                      <a:pt x="295" y="728"/>
                    </a:lnTo>
                    <a:lnTo>
                      <a:pt x="334" y="763"/>
                    </a:lnTo>
                    <a:lnTo>
                      <a:pt x="374" y="795"/>
                    </a:lnTo>
                    <a:lnTo>
                      <a:pt x="375" y="795"/>
                    </a:lnTo>
                    <a:lnTo>
                      <a:pt x="374" y="795"/>
                    </a:lnTo>
                    <a:lnTo>
                      <a:pt x="392" y="803"/>
                    </a:lnTo>
                    <a:lnTo>
                      <a:pt x="411" y="803"/>
                    </a:lnTo>
                    <a:lnTo>
                      <a:pt x="426" y="795"/>
                    </a:lnTo>
                    <a:lnTo>
                      <a:pt x="439" y="782"/>
                    </a:lnTo>
                    <a:lnTo>
                      <a:pt x="446" y="766"/>
                    </a:lnTo>
                    <a:lnTo>
                      <a:pt x="449" y="749"/>
                    </a:lnTo>
                    <a:lnTo>
                      <a:pt x="441" y="732"/>
                    </a:lnTo>
                    <a:lnTo>
                      <a:pt x="427" y="717"/>
                    </a:lnTo>
                    <a:lnTo>
                      <a:pt x="426" y="71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0247" name="Freeform 229"/>
              <p:cNvSpPr>
                <a:spLocks/>
              </p:cNvSpPr>
              <p:nvPr/>
            </p:nvSpPr>
            <p:spPr bwMode="auto">
              <a:xfrm>
                <a:off x="883" y="1673"/>
                <a:ext cx="379" cy="690"/>
              </a:xfrm>
              <a:custGeom>
                <a:avLst/>
                <a:gdLst>
                  <a:gd name="T0" fmla="*/ 12 w 1897"/>
                  <a:gd name="T1" fmla="*/ 6 h 3450"/>
                  <a:gd name="T2" fmla="*/ 13 w 1897"/>
                  <a:gd name="T3" fmla="*/ 7 h 3450"/>
                  <a:gd name="T4" fmla="*/ 13 w 1897"/>
                  <a:gd name="T5" fmla="*/ 7 h 3450"/>
                  <a:gd name="T6" fmla="*/ 14 w 1897"/>
                  <a:gd name="T7" fmla="*/ 8 h 3450"/>
                  <a:gd name="T8" fmla="*/ 14 w 1897"/>
                  <a:gd name="T9" fmla="*/ 9 h 3450"/>
                  <a:gd name="T10" fmla="*/ 15 w 1897"/>
                  <a:gd name="T11" fmla="*/ 10 h 3450"/>
                  <a:gd name="T12" fmla="*/ 15 w 1897"/>
                  <a:gd name="T13" fmla="*/ 11 h 3450"/>
                  <a:gd name="T14" fmla="*/ 15 w 1897"/>
                  <a:gd name="T15" fmla="*/ 11 h 3450"/>
                  <a:gd name="T16" fmla="*/ 15 w 1897"/>
                  <a:gd name="T17" fmla="*/ 12 h 3450"/>
                  <a:gd name="T18" fmla="*/ 15 w 1897"/>
                  <a:gd name="T19" fmla="*/ 26 h 3450"/>
                  <a:gd name="T20" fmla="*/ 15 w 1897"/>
                  <a:gd name="T21" fmla="*/ 26 h 3450"/>
                  <a:gd name="T22" fmla="*/ 15 w 1897"/>
                  <a:gd name="T23" fmla="*/ 27 h 3450"/>
                  <a:gd name="T24" fmla="*/ 15 w 1897"/>
                  <a:gd name="T25" fmla="*/ 27 h 3450"/>
                  <a:gd name="T26" fmla="*/ 14 w 1897"/>
                  <a:gd name="T27" fmla="*/ 27 h 3450"/>
                  <a:gd name="T28" fmla="*/ 14 w 1897"/>
                  <a:gd name="T29" fmla="*/ 28 h 3450"/>
                  <a:gd name="T30" fmla="*/ 13 w 1897"/>
                  <a:gd name="T31" fmla="*/ 28 h 3450"/>
                  <a:gd name="T32" fmla="*/ 13 w 1897"/>
                  <a:gd name="T33" fmla="*/ 27 h 3450"/>
                  <a:gd name="T34" fmla="*/ 3 w 1897"/>
                  <a:gd name="T35" fmla="*/ 21 h 3450"/>
                  <a:gd name="T36" fmla="*/ 2 w 1897"/>
                  <a:gd name="T37" fmla="*/ 21 h 3450"/>
                  <a:gd name="T38" fmla="*/ 2 w 1897"/>
                  <a:gd name="T39" fmla="*/ 20 h 3450"/>
                  <a:gd name="T40" fmla="*/ 1 w 1897"/>
                  <a:gd name="T41" fmla="*/ 19 h 3450"/>
                  <a:gd name="T42" fmla="*/ 1 w 1897"/>
                  <a:gd name="T43" fmla="*/ 19 h 3450"/>
                  <a:gd name="T44" fmla="*/ 0 w 1897"/>
                  <a:gd name="T45" fmla="*/ 18 h 3450"/>
                  <a:gd name="T46" fmla="*/ 0 w 1897"/>
                  <a:gd name="T47" fmla="*/ 17 h 3450"/>
                  <a:gd name="T48" fmla="*/ 0 w 1897"/>
                  <a:gd name="T49" fmla="*/ 16 h 3450"/>
                  <a:gd name="T50" fmla="*/ 0 w 1897"/>
                  <a:gd name="T51" fmla="*/ 15 h 3450"/>
                  <a:gd name="T52" fmla="*/ 0 w 1897"/>
                  <a:gd name="T53" fmla="*/ 2 h 3450"/>
                  <a:gd name="T54" fmla="*/ 0 w 1897"/>
                  <a:gd name="T55" fmla="*/ 1 h 3450"/>
                  <a:gd name="T56" fmla="*/ 0 w 1897"/>
                  <a:gd name="T57" fmla="*/ 1 h 3450"/>
                  <a:gd name="T58" fmla="*/ 1 w 1897"/>
                  <a:gd name="T59" fmla="*/ 0 h 3450"/>
                  <a:gd name="T60" fmla="*/ 1 w 1897"/>
                  <a:gd name="T61" fmla="*/ 0 h 3450"/>
                  <a:gd name="T62" fmla="*/ 1 w 1897"/>
                  <a:gd name="T63" fmla="*/ 0 h 3450"/>
                  <a:gd name="T64" fmla="*/ 2 w 1897"/>
                  <a:gd name="T65" fmla="*/ 0 h 3450"/>
                  <a:gd name="T66" fmla="*/ 3 w 1897"/>
                  <a:gd name="T67" fmla="*/ 0 h 3450"/>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897"/>
                  <a:gd name="T103" fmla="*/ 0 h 3450"/>
                  <a:gd name="T104" fmla="*/ 1897 w 1897"/>
                  <a:gd name="T105" fmla="*/ 3450 h 3450"/>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897" h="3450">
                    <a:moveTo>
                      <a:pt x="357" y="49"/>
                    </a:moveTo>
                    <a:lnTo>
                      <a:pt x="1542" y="806"/>
                    </a:lnTo>
                    <a:lnTo>
                      <a:pt x="1579" y="832"/>
                    </a:lnTo>
                    <a:lnTo>
                      <a:pt x="1614" y="861"/>
                    </a:lnTo>
                    <a:lnTo>
                      <a:pt x="1648" y="895"/>
                    </a:lnTo>
                    <a:lnTo>
                      <a:pt x="1681" y="933"/>
                    </a:lnTo>
                    <a:lnTo>
                      <a:pt x="1711" y="973"/>
                    </a:lnTo>
                    <a:lnTo>
                      <a:pt x="1740" y="1016"/>
                    </a:lnTo>
                    <a:lnTo>
                      <a:pt x="1768" y="1062"/>
                    </a:lnTo>
                    <a:lnTo>
                      <a:pt x="1793" y="1109"/>
                    </a:lnTo>
                    <a:lnTo>
                      <a:pt x="1816" y="1158"/>
                    </a:lnTo>
                    <a:lnTo>
                      <a:pt x="1836" y="1208"/>
                    </a:lnTo>
                    <a:lnTo>
                      <a:pt x="1854" y="1260"/>
                    </a:lnTo>
                    <a:lnTo>
                      <a:pt x="1869" y="1313"/>
                    </a:lnTo>
                    <a:lnTo>
                      <a:pt x="1881" y="1364"/>
                    </a:lnTo>
                    <a:lnTo>
                      <a:pt x="1890" y="1417"/>
                    </a:lnTo>
                    <a:lnTo>
                      <a:pt x="1895" y="1469"/>
                    </a:lnTo>
                    <a:lnTo>
                      <a:pt x="1897" y="1519"/>
                    </a:lnTo>
                    <a:lnTo>
                      <a:pt x="1897" y="3142"/>
                    </a:lnTo>
                    <a:lnTo>
                      <a:pt x="1895" y="3190"/>
                    </a:lnTo>
                    <a:lnTo>
                      <a:pt x="1890" y="3235"/>
                    </a:lnTo>
                    <a:lnTo>
                      <a:pt x="1881" y="3276"/>
                    </a:lnTo>
                    <a:lnTo>
                      <a:pt x="1869" y="3313"/>
                    </a:lnTo>
                    <a:lnTo>
                      <a:pt x="1854" y="3346"/>
                    </a:lnTo>
                    <a:lnTo>
                      <a:pt x="1836" y="3375"/>
                    </a:lnTo>
                    <a:lnTo>
                      <a:pt x="1816" y="3398"/>
                    </a:lnTo>
                    <a:lnTo>
                      <a:pt x="1793" y="3418"/>
                    </a:lnTo>
                    <a:lnTo>
                      <a:pt x="1768" y="3434"/>
                    </a:lnTo>
                    <a:lnTo>
                      <a:pt x="1740" y="3444"/>
                    </a:lnTo>
                    <a:lnTo>
                      <a:pt x="1711" y="3450"/>
                    </a:lnTo>
                    <a:lnTo>
                      <a:pt x="1681" y="3450"/>
                    </a:lnTo>
                    <a:lnTo>
                      <a:pt x="1648" y="3445"/>
                    </a:lnTo>
                    <a:lnTo>
                      <a:pt x="1614" y="3436"/>
                    </a:lnTo>
                    <a:lnTo>
                      <a:pt x="1579" y="3421"/>
                    </a:lnTo>
                    <a:lnTo>
                      <a:pt x="1542" y="3400"/>
                    </a:lnTo>
                    <a:lnTo>
                      <a:pt x="357" y="2643"/>
                    </a:lnTo>
                    <a:lnTo>
                      <a:pt x="320" y="2618"/>
                    </a:lnTo>
                    <a:lnTo>
                      <a:pt x="285" y="2588"/>
                    </a:lnTo>
                    <a:lnTo>
                      <a:pt x="251" y="2554"/>
                    </a:lnTo>
                    <a:lnTo>
                      <a:pt x="218" y="2517"/>
                    </a:lnTo>
                    <a:lnTo>
                      <a:pt x="187" y="2477"/>
                    </a:lnTo>
                    <a:lnTo>
                      <a:pt x="157" y="2433"/>
                    </a:lnTo>
                    <a:lnTo>
                      <a:pt x="130" y="2388"/>
                    </a:lnTo>
                    <a:lnTo>
                      <a:pt x="105" y="2341"/>
                    </a:lnTo>
                    <a:lnTo>
                      <a:pt x="81" y="2292"/>
                    </a:lnTo>
                    <a:lnTo>
                      <a:pt x="61" y="2241"/>
                    </a:lnTo>
                    <a:lnTo>
                      <a:pt x="44" y="2190"/>
                    </a:lnTo>
                    <a:lnTo>
                      <a:pt x="29" y="2138"/>
                    </a:lnTo>
                    <a:lnTo>
                      <a:pt x="17" y="2085"/>
                    </a:lnTo>
                    <a:lnTo>
                      <a:pt x="7" y="2033"/>
                    </a:lnTo>
                    <a:lnTo>
                      <a:pt x="3" y="1981"/>
                    </a:lnTo>
                    <a:lnTo>
                      <a:pt x="0" y="1931"/>
                    </a:lnTo>
                    <a:lnTo>
                      <a:pt x="0" y="308"/>
                    </a:lnTo>
                    <a:lnTo>
                      <a:pt x="3" y="260"/>
                    </a:lnTo>
                    <a:lnTo>
                      <a:pt x="7" y="215"/>
                    </a:lnTo>
                    <a:lnTo>
                      <a:pt x="17" y="174"/>
                    </a:lnTo>
                    <a:lnTo>
                      <a:pt x="29" y="137"/>
                    </a:lnTo>
                    <a:lnTo>
                      <a:pt x="44" y="104"/>
                    </a:lnTo>
                    <a:lnTo>
                      <a:pt x="61" y="76"/>
                    </a:lnTo>
                    <a:lnTo>
                      <a:pt x="81" y="51"/>
                    </a:lnTo>
                    <a:lnTo>
                      <a:pt x="105" y="31"/>
                    </a:lnTo>
                    <a:lnTo>
                      <a:pt x="130" y="16"/>
                    </a:lnTo>
                    <a:lnTo>
                      <a:pt x="157" y="5"/>
                    </a:lnTo>
                    <a:lnTo>
                      <a:pt x="187" y="0"/>
                    </a:lnTo>
                    <a:lnTo>
                      <a:pt x="218" y="0"/>
                    </a:lnTo>
                    <a:lnTo>
                      <a:pt x="251" y="3"/>
                    </a:lnTo>
                    <a:lnTo>
                      <a:pt x="285" y="14"/>
                    </a:lnTo>
                    <a:lnTo>
                      <a:pt x="320" y="29"/>
                    </a:lnTo>
                    <a:lnTo>
                      <a:pt x="357" y="49"/>
                    </a:lnTo>
                    <a:close/>
                  </a:path>
                </a:pathLst>
              </a:custGeom>
              <a:solidFill>
                <a:srgbClr val="BFBFB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0248" name="Freeform 230"/>
              <p:cNvSpPr>
                <a:spLocks/>
              </p:cNvSpPr>
              <p:nvPr/>
            </p:nvSpPr>
            <p:spPr bwMode="auto">
              <a:xfrm>
                <a:off x="1268" y="1663"/>
                <a:ext cx="393" cy="711"/>
              </a:xfrm>
              <a:custGeom>
                <a:avLst/>
                <a:gdLst>
                  <a:gd name="T0" fmla="*/ 3 w 1962"/>
                  <a:gd name="T1" fmla="*/ 7 h 3555"/>
                  <a:gd name="T2" fmla="*/ 2 w 1962"/>
                  <a:gd name="T3" fmla="*/ 7 h 3555"/>
                  <a:gd name="T4" fmla="*/ 2 w 1962"/>
                  <a:gd name="T5" fmla="*/ 8 h 3555"/>
                  <a:gd name="T6" fmla="*/ 1 w 1962"/>
                  <a:gd name="T7" fmla="*/ 8 h 3555"/>
                  <a:gd name="T8" fmla="*/ 1 w 1962"/>
                  <a:gd name="T9" fmla="*/ 9 h 3555"/>
                  <a:gd name="T10" fmla="*/ 1 w 1962"/>
                  <a:gd name="T11" fmla="*/ 10 h 3555"/>
                  <a:gd name="T12" fmla="*/ 0 w 1962"/>
                  <a:gd name="T13" fmla="*/ 11 h 3555"/>
                  <a:gd name="T14" fmla="*/ 0 w 1962"/>
                  <a:gd name="T15" fmla="*/ 12 h 3555"/>
                  <a:gd name="T16" fmla="*/ 0 w 1962"/>
                  <a:gd name="T17" fmla="*/ 13 h 3555"/>
                  <a:gd name="T18" fmla="*/ 0 w 1962"/>
                  <a:gd name="T19" fmla="*/ 26 h 3555"/>
                  <a:gd name="T20" fmla="*/ 0 w 1962"/>
                  <a:gd name="T21" fmla="*/ 27 h 3555"/>
                  <a:gd name="T22" fmla="*/ 0 w 1962"/>
                  <a:gd name="T23" fmla="*/ 28 h 3555"/>
                  <a:gd name="T24" fmla="*/ 1 w 1962"/>
                  <a:gd name="T25" fmla="*/ 28 h 3555"/>
                  <a:gd name="T26" fmla="*/ 1 w 1962"/>
                  <a:gd name="T27" fmla="*/ 28 h 3555"/>
                  <a:gd name="T28" fmla="*/ 2 w 1962"/>
                  <a:gd name="T29" fmla="*/ 28 h 3555"/>
                  <a:gd name="T30" fmla="*/ 2 w 1962"/>
                  <a:gd name="T31" fmla="*/ 28 h 3555"/>
                  <a:gd name="T32" fmla="*/ 3 w 1962"/>
                  <a:gd name="T33" fmla="*/ 28 h 3555"/>
                  <a:gd name="T34" fmla="*/ 13 w 1962"/>
                  <a:gd name="T35" fmla="*/ 22 h 3555"/>
                  <a:gd name="T36" fmla="*/ 13 w 1962"/>
                  <a:gd name="T37" fmla="*/ 21 h 3555"/>
                  <a:gd name="T38" fmla="*/ 14 w 1962"/>
                  <a:gd name="T39" fmla="*/ 21 h 3555"/>
                  <a:gd name="T40" fmla="*/ 14 w 1962"/>
                  <a:gd name="T41" fmla="*/ 20 h 3555"/>
                  <a:gd name="T42" fmla="*/ 15 w 1962"/>
                  <a:gd name="T43" fmla="*/ 19 h 3555"/>
                  <a:gd name="T44" fmla="*/ 15 w 1962"/>
                  <a:gd name="T45" fmla="*/ 18 h 3555"/>
                  <a:gd name="T46" fmla="*/ 16 w 1962"/>
                  <a:gd name="T47" fmla="*/ 18 h 3555"/>
                  <a:gd name="T48" fmla="*/ 16 w 1962"/>
                  <a:gd name="T49" fmla="*/ 17 h 3555"/>
                  <a:gd name="T50" fmla="*/ 16 w 1962"/>
                  <a:gd name="T51" fmla="*/ 16 h 3555"/>
                  <a:gd name="T52" fmla="*/ 16 w 1962"/>
                  <a:gd name="T53" fmla="*/ 2 h 3555"/>
                  <a:gd name="T54" fmla="*/ 16 w 1962"/>
                  <a:gd name="T55" fmla="*/ 1 h 3555"/>
                  <a:gd name="T56" fmla="*/ 15 w 1962"/>
                  <a:gd name="T57" fmla="*/ 1 h 3555"/>
                  <a:gd name="T58" fmla="*/ 15 w 1962"/>
                  <a:gd name="T59" fmla="*/ 0 h 3555"/>
                  <a:gd name="T60" fmla="*/ 15 w 1962"/>
                  <a:gd name="T61" fmla="*/ 0 h 3555"/>
                  <a:gd name="T62" fmla="*/ 14 w 1962"/>
                  <a:gd name="T63" fmla="*/ 0 h 3555"/>
                  <a:gd name="T64" fmla="*/ 14 w 1962"/>
                  <a:gd name="T65" fmla="*/ 0 h 3555"/>
                  <a:gd name="T66" fmla="*/ 13 w 1962"/>
                  <a:gd name="T67" fmla="*/ 0 h 3555"/>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962"/>
                  <a:gd name="T103" fmla="*/ 0 h 3555"/>
                  <a:gd name="T104" fmla="*/ 1962 w 1962"/>
                  <a:gd name="T105" fmla="*/ 3555 h 3555"/>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962" h="3555">
                    <a:moveTo>
                      <a:pt x="1594" y="50"/>
                    </a:moveTo>
                    <a:lnTo>
                      <a:pt x="368" y="831"/>
                    </a:lnTo>
                    <a:lnTo>
                      <a:pt x="330" y="858"/>
                    </a:lnTo>
                    <a:lnTo>
                      <a:pt x="294" y="888"/>
                    </a:lnTo>
                    <a:lnTo>
                      <a:pt x="259" y="922"/>
                    </a:lnTo>
                    <a:lnTo>
                      <a:pt x="225" y="961"/>
                    </a:lnTo>
                    <a:lnTo>
                      <a:pt x="193" y="1003"/>
                    </a:lnTo>
                    <a:lnTo>
                      <a:pt x="163" y="1047"/>
                    </a:lnTo>
                    <a:lnTo>
                      <a:pt x="133" y="1094"/>
                    </a:lnTo>
                    <a:lnTo>
                      <a:pt x="108" y="1143"/>
                    </a:lnTo>
                    <a:lnTo>
                      <a:pt x="84" y="1193"/>
                    </a:lnTo>
                    <a:lnTo>
                      <a:pt x="63" y="1246"/>
                    </a:lnTo>
                    <a:lnTo>
                      <a:pt x="44" y="1299"/>
                    </a:lnTo>
                    <a:lnTo>
                      <a:pt x="29" y="1353"/>
                    </a:lnTo>
                    <a:lnTo>
                      <a:pt x="16" y="1405"/>
                    </a:lnTo>
                    <a:lnTo>
                      <a:pt x="7" y="1459"/>
                    </a:lnTo>
                    <a:lnTo>
                      <a:pt x="2" y="1512"/>
                    </a:lnTo>
                    <a:lnTo>
                      <a:pt x="0" y="1565"/>
                    </a:lnTo>
                    <a:lnTo>
                      <a:pt x="0" y="3237"/>
                    </a:lnTo>
                    <a:lnTo>
                      <a:pt x="2" y="3287"/>
                    </a:lnTo>
                    <a:lnTo>
                      <a:pt x="7" y="3333"/>
                    </a:lnTo>
                    <a:lnTo>
                      <a:pt x="16" y="3375"/>
                    </a:lnTo>
                    <a:lnTo>
                      <a:pt x="29" y="3413"/>
                    </a:lnTo>
                    <a:lnTo>
                      <a:pt x="44" y="3447"/>
                    </a:lnTo>
                    <a:lnTo>
                      <a:pt x="63" y="3477"/>
                    </a:lnTo>
                    <a:lnTo>
                      <a:pt x="84" y="3502"/>
                    </a:lnTo>
                    <a:lnTo>
                      <a:pt x="108" y="3522"/>
                    </a:lnTo>
                    <a:lnTo>
                      <a:pt x="133" y="3538"/>
                    </a:lnTo>
                    <a:lnTo>
                      <a:pt x="163" y="3549"/>
                    </a:lnTo>
                    <a:lnTo>
                      <a:pt x="193" y="3555"/>
                    </a:lnTo>
                    <a:lnTo>
                      <a:pt x="225" y="3555"/>
                    </a:lnTo>
                    <a:lnTo>
                      <a:pt x="259" y="3550"/>
                    </a:lnTo>
                    <a:lnTo>
                      <a:pt x="294" y="3541"/>
                    </a:lnTo>
                    <a:lnTo>
                      <a:pt x="330" y="3524"/>
                    </a:lnTo>
                    <a:lnTo>
                      <a:pt x="368" y="3503"/>
                    </a:lnTo>
                    <a:lnTo>
                      <a:pt x="1594" y="2722"/>
                    </a:lnTo>
                    <a:lnTo>
                      <a:pt x="1632" y="2696"/>
                    </a:lnTo>
                    <a:lnTo>
                      <a:pt x="1668" y="2665"/>
                    </a:lnTo>
                    <a:lnTo>
                      <a:pt x="1703" y="2631"/>
                    </a:lnTo>
                    <a:lnTo>
                      <a:pt x="1737" y="2592"/>
                    </a:lnTo>
                    <a:lnTo>
                      <a:pt x="1769" y="2551"/>
                    </a:lnTo>
                    <a:lnTo>
                      <a:pt x="1799" y="2506"/>
                    </a:lnTo>
                    <a:lnTo>
                      <a:pt x="1829" y="2460"/>
                    </a:lnTo>
                    <a:lnTo>
                      <a:pt x="1854" y="2411"/>
                    </a:lnTo>
                    <a:lnTo>
                      <a:pt x="1878" y="2361"/>
                    </a:lnTo>
                    <a:lnTo>
                      <a:pt x="1899" y="2308"/>
                    </a:lnTo>
                    <a:lnTo>
                      <a:pt x="1918" y="2256"/>
                    </a:lnTo>
                    <a:lnTo>
                      <a:pt x="1933" y="2202"/>
                    </a:lnTo>
                    <a:lnTo>
                      <a:pt x="1946" y="2149"/>
                    </a:lnTo>
                    <a:lnTo>
                      <a:pt x="1955" y="2095"/>
                    </a:lnTo>
                    <a:lnTo>
                      <a:pt x="1960" y="2042"/>
                    </a:lnTo>
                    <a:lnTo>
                      <a:pt x="1962" y="1989"/>
                    </a:lnTo>
                    <a:lnTo>
                      <a:pt x="1962" y="319"/>
                    </a:lnTo>
                    <a:lnTo>
                      <a:pt x="1960" y="269"/>
                    </a:lnTo>
                    <a:lnTo>
                      <a:pt x="1955" y="223"/>
                    </a:lnTo>
                    <a:lnTo>
                      <a:pt x="1946" y="180"/>
                    </a:lnTo>
                    <a:lnTo>
                      <a:pt x="1933" y="143"/>
                    </a:lnTo>
                    <a:lnTo>
                      <a:pt x="1918" y="109"/>
                    </a:lnTo>
                    <a:lnTo>
                      <a:pt x="1899" y="79"/>
                    </a:lnTo>
                    <a:lnTo>
                      <a:pt x="1878" y="54"/>
                    </a:lnTo>
                    <a:lnTo>
                      <a:pt x="1854" y="33"/>
                    </a:lnTo>
                    <a:lnTo>
                      <a:pt x="1829" y="17"/>
                    </a:lnTo>
                    <a:lnTo>
                      <a:pt x="1799" y="7"/>
                    </a:lnTo>
                    <a:lnTo>
                      <a:pt x="1769" y="0"/>
                    </a:lnTo>
                    <a:lnTo>
                      <a:pt x="1737" y="0"/>
                    </a:lnTo>
                    <a:lnTo>
                      <a:pt x="1703" y="4"/>
                    </a:lnTo>
                    <a:lnTo>
                      <a:pt x="1668" y="14"/>
                    </a:lnTo>
                    <a:lnTo>
                      <a:pt x="1632" y="29"/>
                    </a:lnTo>
                    <a:lnTo>
                      <a:pt x="1594" y="50"/>
                    </a:lnTo>
                    <a:close/>
                  </a:path>
                </a:pathLst>
              </a:custGeom>
              <a:solidFill>
                <a:srgbClr val="E5E5E5"/>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0249" name="Freeform 231"/>
              <p:cNvSpPr>
                <a:spLocks noEditPoints="1"/>
              </p:cNvSpPr>
              <p:nvPr/>
            </p:nvSpPr>
            <p:spPr bwMode="auto">
              <a:xfrm>
                <a:off x="916" y="1589"/>
                <a:ext cx="697" cy="698"/>
              </a:xfrm>
              <a:custGeom>
                <a:avLst/>
                <a:gdLst>
                  <a:gd name="T0" fmla="*/ 16 w 3485"/>
                  <a:gd name="T1" fmla="*/ 0 h 3490"/>
                  <a:gd name="T2" fmla="*/ 17 w 3485"/>
                  <a:gd name="T3" fmla="*/ 2 h 3490"/>
                  <a:gd name="T4" fmla="*/ 17 w 3485"/>
                  <a:gd name="T5" fmla="*/ 3 h 3490"/>
                  <a:gd name="T6" fmla="*/ 14 w 3485"/>
                  <a:gd name="T7" fmla="*/ 4 h 3490"/>
                  <a:gd name="T8" fmla="*/ 12 w 3485"/>
                  <a:gd name="T9" fmla="*/ 4 h 3490"/>
                  <a:gd name="T10" fmla="*/ 11 w 3485"/>
                  <a:gd name="T11" fmla="*/ 2 h 3490"/>
                  <a:gd name="T12" fmla="*/ 11 w 3485"/>
                  <a:gd name="T13" fmla="*/ 1 h 3490"/>
                  <a:gd name="T14" fmla="*/ 14 w 3485"/>
                  <a:gd name="T15" fmla="*/ 0 h 3490"/>
                  <a:gd name="T16" fmla="*/ 3 w 3485"/>
                  <a:gd name="T17" fmla="*/ 7 h 3490"/>
                  <a:gd name="T18" fmla="*/ 4 w 3485"/>
                  <a:gd name="T19" fmla="*/ 9 h 3490"/>
                  <a:gd name="T20" fmla="*/ 3 w 3485"/>
                  <a:gd name="T21" fmla="*/ 12 h 3490"/>
                  <a:gd name="T22" fmla="*/ 2 w 3485"/>
                  <a:gd name="T23" fmla="*/ 13 h 3490"/>
                  <a:gd name="T24" fmla="*/ 1 w 3485"/>
                  <a:gd name="T25" fmla="*/ 12 h 3490"/>
                  <a:gd name="T26" fmla="*/ 0 w 3485"/>
                  <a:gd name="T27" fmla="*/ 10 h 3490"/>
                  <a:gd name="T28" fmla="*/ 0 w 3485"/>
                  <a:gd name="T29" fmla="*/ 8 h 3490"/>
                  <a:gd name="T30" fmla="*/ 2 w 3485"/>
                  <a:gd name="T31" fmla="*/ 6 h 3490"/>
                  <a:gd name="T32" fmla="*/ 10 w 3485"/>
                  <a:gd name="T33" fmla="*/ 20 h 3490"/>
                  <a:gd name="T34" fmla="*/ 11 w 3485"/>
                  <a:gd name="T35" fmla="*/ 22 h 3490"/>
                  <a:gd name="T36" fmla="*/ 11 w 3485"/>
                  <a:gd name="T37" fmla="*/ 25 h 3490"/>
                  <a:gd name="T38" fmla="*/ 10 w 3485"/>
                  <a:gd name="T39" fmla="*/ 27 h 3490"/>
                  <a:gd name="T40" fmla="*/ 8 w 3485"/>
                  <a:gd name="T41" fmla="*/ 26 h 3490"/>
                  <a:gd name="T42" fmla="*/ 7 w 3485"/>
                  <a:gd name="T43" fmla="*/ 24 h 3490"/>
                  <a:gd name="T44" fmla="*/ 7 w 3485"/>
                  <a:gd name="T45" fmla="*/ 22 h 3490"/>
                  <a:gd name="T46" fmla="*/ 8 w 3485"/>
                  <a:gd name="T47" fmla="*/ 20 h 3490"/>
                  <a:gd name="T48" fmla="*/ 20 w 3485"/>
                  <a:gd name="T49" fmla="*/ 21 h 3490"/>
                  <a:gd name="T50" fmla="*/ 21 w 3485"/>
                  <a:gd name="T51" fmla="*/ 23 h 3490"/>
                  <a:gd name="T52" fmla="*/ 21 w 3485"/>
                  <a:gd name="T53" fmla="*/ 26 h 3490"/>
                  <a:gd name="T54" fmla="*/ 20 w 3485"/>
                  <a:gd name="T55" fmla="*/ 28 h 3490"/>
                  <a:gd name="T56" fmla="*/ 18 w 3485"/>
                  <a:gd name="T57" fmla="*/ 28 h 3490"/>
                  <a:gd name="T58" fmla="*/ 17 w 3485"/>
                  <a:gd name="T59" fmla="*/ 26 h 3490"/>
                  <a:gd name="T60" fmla="*/ 17 w 3485"/>
                  <a:gd name="T61" fmla="*/ 23 h 3490"/>
                  <a:gd name="T62" fmla="*/ 18 w 3485"/>
                  <a:gd name="T63" fmla="*/ 21 h 3490"/>
                  <a:gd name="T64" fmla="*/ 19 w 3485"/>
                  <a:gd name="T65" fmla="*/ 11 h 3490"/>
                  <a:gd name="T66" fmla="*/ 20 w 3485"/>
                  <a:gd name="T67" fmla="*/ 13 h 3490"/>
                  <a:gd name="T68" fmla="*/ 21 w 3485"/>
                  <a:gd name="T69" fmla="*/ 15 h 3490"/>
                  <a:gd name="T70" fmla="*/ 20 w 3485"/>
                  <a:gd name="T71" fmla="*/ 17 h 3490"/>
                  <a:gd name="T72" fmla="*/ 18 w 3485"/>
                  <a:gd name="T73" fmla="*/ 17 h 3490"/>
                  <a:gd name="T74" fmla="*/ 17 w 3485"/>
                  <a:gd name="T75" fmla="*/ 16 h 3490"/>
                  <a:gd name="T76" fmla="*/ 17 w 3485"/>
                  <a:gd name="T77" fmla="*/ 13 h 3490"/>
                  <a:gd name="T78" fmla="*/ 18 w 3485"/>
                  <a:gd name="T79" fmla="*/ 11 h 3490"/>
                  <a:gd name="T80" fmla="*/ 26 w 3485"/>
                  <a:gd name="T81" fmla="*/ 7 h 3490"/>
                  <a:gd name="T82" fmla="*/ 27 w 3485"/>
                  <a:gd name="T83" fmla="*/ 8 h 3490"/>
                  <a:gd name="T84" fmla="*/ 27 w 3485"/>
                  <a:gd name="T85" fmla="*/ 11 h 3490"/>
                  <a:gd name="T86" fmla="*/ 26 w 3485"/>
                  <a:gd name="T87" fmla="*/ 13 h 3490"/>
                  <a:gd name="T88" fmla="*/ 25 w 3485"/>
                  <a:gd name="T89" fmla="*/ 13 h 3490"/>
                  <a:gd name="T90" fmla="*/ 24 w 3485"/>
                  <a:gd name="T91" fmla="*/ 12 h 3490"/>
                  <a:gd name="T92" fmla="*/ 24 w 3485"/>
                  <a:gd name="T93" fmla="*/ 9 h 3490"/>
                  <a:gd name="T94" fmla="*/ 24 w 3485"/>
                  <a:gd name="T95" fmla="*/ 7 h 3490"/>
                  <a:gd name="T96" fmla="*/ 26 w 3485"/>
                  <a:gd name="T97" fmla="*/ 17 h 3490"/>
                  <a:gd name="T98" fmla="*/ 27 w 3485"/>
                  <a:gd name="T99" fmla="*/ 18 h 3490"/>
                  <a:gd name="T100" fmla="*/ 28 w 3485"/>
                  <a:gd name="T101" fmla="*/ 21 h 3490"/>
                  <a:gd name="T102" fmla="*/ 27 w 3485"/>
                  <a:gd name="T103" fmla="*/ 23 h 3490"/>
                  <a:gd name="T104" fmla="*/ 26 w 3485"/>
                  <a:gd name="T105" fmla="*/ 24 h 3490"/>
                  <a:gd name="T106" fmla="*/ 24 w 3485"/>
                  <a:gd name="T107" fmla="*/ 23 h 3490"/>
                  <a:gd name="T108" fmla="*/ 24 w 3485"/>
                  <a:gd name="T109" fmla="*/ 20 h 3490"/>
                  <a:gd name="T110" fmla="*/ 25 w 3485"/>
                  <a:gd name="T111" fmla="*/ 18 h 3490"/>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w 3485"/>
                  <a:gd name="T169" fmla="*/ 0 h 3490"/>
                  <a:gd name="T170" fmla="*/ 3485 w 3485"/>
                  <a:gd name="T171" fmla="*/ 3490 h 3490"/>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T168" t="T169" r="T170" b="T171"/>
                <a:pathLst>
                  <a:path w="3485" h="3490">
                    <a:moveTo>
                      <a:pt x="1754" y="0"/>
                    </a:moveTo>
                    <a:lnTo>
                      <a:pt x="1797" y="2"/>
                    </a:lnTo>
                    <a:lnTo>
                      <a:pt x="1840" y="5"/>
                    </a:lnTo>
                    <a:lnTo>
                      <a:pt x="1881" y="12"/>
                    </a:lnTo>
                    <a:lnTo>
                      <a:pt x="1921" y="20"/>
                    </a:lnTo>
                    <a:lnTo>
                      <a:pt x="1959" y="31"/>
                    </a:lnTo>
                    <a:lnTo>
                      <a:pt x="1994" y="44"/>
                    </a:lnTo>
                    <a:lnTo>
                      <a:pt x="2028" y="59"/>
                    </a:lnTo>
                    <a:lnTo>
                      <a:pt x="2058" y="74"/>
                    </a:lnTo>
                    <a:lnTo>
                      <a:pt x="2086" y="93"/>
                    </a:lnTo>
                    <a:lnTo>
                      <a:pt x="2111" y="113"/>
                    </a:lnTo>
                    <a:lnTo>
                      <a:pt x="2132" y="133"/>
                    </a:lnTo>
                    <a:lnTo>
                      <a:pt x="2151" y="155"/>
                    </a:lnTo>
                    <a:lnTo>
                      <a:pt x="2165" y="179"/>
                    </a:lnTo>
                    <a:lnTo>
                      <a:pt x="2175" y="203"/>
                    </a:lnTo>
                    <a:lnTo>
                      <a:pt x="2182" y="229"/>
                    </a:lnTo>
                    <a:lnTo>
                      <a:pt x="2185" y="255"/>
                    </a:lnTo>
                    <a:lnTo>
                      <a:pt x="2182" y="281"/>
                    </a:lnTo>
                    <a:lnTo>
                      <a:pt x="2175" y="305"/>
                    </a:lnTo>
                    <a:lnTo>
                      <a:pt x="2165" y="330"/>
                    </a:lnTo>
                    <a:lnTo>
                      <a:pt x="2151" y="353"/>
                    </a:lnTo>
                    <a:lnTo>
                      <a:pt x="2132" y="376"/>
                    </a:lnTo>
                    <a:lnTo>
                      <a:pt x="2111" y="397"/>
                    </a:lnTo>
                    <a:lnTo>
                      <a:pt x="2086" y="417"/>
                    </a:lnTo>
                    <a:lnTo>
                      <a:pt x="2058" y="434"/>
                    </a:lnTo>
                    <a:lnTo>
                      <a:pt x="2028" y="451"/>
                    </a:lnTo>
                    <a:lnTo>
                      <a:pt x="1994" y="466"/>
                    </a:lnTo>
                    <a:lnTo>
                      <a:pt x="1959" y="479"/>
                    </a:lnTo>
                    <a:lnTo>
                      <a:pt x="1921" y="489"/>
                    </a:lnTo>
                    <a:lnTo>
                      <a:pt x="1881" y="498"/>
                    </a:lnTo>
                    <a:lnTo>
                      <a:pt x="1840" y="505"/>
                    </a:lnTo>
                    <a:lnTo>
                      <a:pt x="1797" y="508"/>
                    </a:lnTo>
                    <a:lnTo>
                      <a:pt x="1754" y="509"/>
                    </a:lnTo>
                    <a:lnTo>
                      <a:pt x="1710" y="508"/>
                    </a:lnTo>
                    <a:lnTo>
                      <a:pt x="1667" y="505"/>
                    </a:lnTo>
                    <a:lnTo>
                      <a:pt x="1626" y="498"/>
                    </a:lnTo>
                    <a:lnTo>
                      <a:pt x="1586" y="489"/>
                    </a:lnTo>
                    <a:lnTo>
                      <a:pt x="1548" y="479"/>
                    </a:lnTo>
                    <a:lnTo>
                      <a:pt x="1512" y="466"/>
                    </a:lnTo>
                    <a:lnTo>
                      <a:pt x="1479" y="451"/>
                    </a:lnTo>
                    <a:lnTo>
                      <a:pt x="1449" y="434"/>
                    </a:lnTo>
                    <a:lnTo>
                      <a:pt x="1421" y="417"/>
                    </a:lnTo>
                    <a:lnTo>
                      <a:pt x="1395" y="397"/>
                    </a:lnTo>
                    <a:lnTo>
                      <a:pt x="1374" y="376"/>
                    </a:lnTo>
                    <a:lnTo>
                      <a:pt x="1355" y="353"/>
                    </a:lnTo>
                    <a:lnTo>
                      <a:pt x="1341" y="330"/>
                    </a:lnTo>
                    <a:lnTo>
                      <a:pt x="1331" y="305"/>
                    </a:lnTo>
                    <a:lnTo>
                      <a:pt x="1324" y="281"/>
                    </a:lnTo>
                    <a:lnTo>
                      <a:pt x="1321" y="255"/>
                    </a:lnTo>
                    <a:lnTo>
                      <a:pt x="1324" y="229"/>
                    </a:lnTo>
                    <a:lnTo>
                      <a:pt x="1331" y="203"/>
                    </a:lnTo>
                    <a:lnTo>
                      <a:pt x="1341" y="179"/>
                    </a:lnTo>
                    <a:lnTo>
                      <a:pt x="1355" y="155"/>
                    </a:lnTo>
                    <a:lnTo>
                      <a:pt x="1374" y="133"/>
                    </a:lnTo>
                    <a:lnTo>
                      <a:pt x="1395" y="113"/>
                    </a:lnTo>
                    <a:lnTo>
                      <a:pt x="1421" y="93"/>
                    </a:lnTo>
                    <a:lnTo>
                      <a:pt x="1449" y="74"/>
                    </a:lnTo>
                    <a:lnTo>
                      <a:pt x="1479" y="59"/>
                    </a:lnTo>
                    <a:lnTo>
                      <a:pt x="1512" y="44"/>
                    </a:lnTo>
                    <a:lnTo>
                      <a:pt x="1548" y="31"/>
                    </a:lnTo>
                    <a:lnTo>
                      <a:pt x="1586" y="20"/>
                    </a:lnTo>
                    <a:lnTo>
                      <a:pt x="1626" y="12"/>
                    </a:lnTo>
                    <a:lnTo>
                      <a:pt x="1667" y="5"/>
                    </a:lnTo>
                    <a:lnTo>
                      <a:pt x="1710" y="2"/>
                    </a:lnTo>
                    <a:lnTo>
                      <a:pt x="1754" y="0"/>
                    </a:lnTo>
                    <a:close/>
                    <a:moveTo>
                      <a:pt x="239" y="786"/>
                    </a:moveTo>
                    <a:lnTo>
                      <a:pt x="263" y="788"/>
                    </a:lnTo>
                    <a:lnTo>
                      <a:pt x="287" y="794"/>
                    </a:lnTo>
                    <a:lnTo>
                      <a:pt x="309" y="805"/>
                    </a:lnTo>
                    <a:lnTo>
                      <a:pt x="331" y="819"/>
                    </a:lnTo>
                    <a:lnTo>
                      <a:pt x="352" y="836"/>
                    </a:lnTo>
                    <a:lnTo>
                      <a:pt x="372" y="857"/>
                    </a:lnTo>
                    <a:lnTo>
                      <a:pt x="390" y="882"/>
                    </a:lnTo>
                    <a:lnTo>
                      <a:pt x="407" y="909"/>
                    </a:lnTo>
                    <a:lnTo>
                      <a:pt x="423" y="940"/>
                    </a:lnTo>
                    <a:lnTo>
                      <a:pt x="437" y="971"/>
                    </a:lnTo>
                    <a:lnTo>
                      <a:pt x="448" y="1006"/>
                    </a:lnTo>
                    <a:lnTo>
                      <a:pt x="459" y="1043"/>
                    </a:lnTo>
                    <a:lnTo>
                      <a:pt x="467" y="1081"/>
                    </a:lnTo>
                    <a:lnTo>
                      <a:pt x="473" y="1121"/>
                    </a:lnTo>
                    <a:lnTo>
                      <a:pt x="476" y="1163"/>
                    </a:lnTo>
                    <a:lnTo>
                      <a:pt x="478" y="1206"/>
                    </a:lnTo>
                    <a:lnTo>
                      <a:pt x="476" y="1248"/>
                    </a:lnTo>
                    <a:lnTo>
                      <a:pt x="473" y="1290"/>
                    </a:lnTo>
                    <a:lnTo>
                      <a:pt x="467" y="1330"/>
                    </a:lnTo>
                    <a:lnTo>
                      <a:pt x="459" y="1367"/>
                    </a:lnTo>
                    <a:lnTo>
                      <a:pt x="448" y="1405"/>
                    </a:lnTo>
                    <a:lnTo>
                      <a:pt x="437" y="1439"/>
                    </a:lnTo>
                    <a:lnTo>
                      <a:pt x="423" y="1472"/>
                    </a:lnTo>
                    <a:lnTo>
                      <a:pt x="407" y="1501"/>
                    </a:lnTo>
                    <a:lnTo>
                      <a:pt x="390" y="1528"/>
                    </a:lnTo>
                    <a:lnTo>
                      <a:pt x="372" y="1553"/>
                    </a:lnTo>
                    <a:lnTo>
                      <a:pt x="352" y="1574"/>
                    </a:lnTo>
                    <a:lnTo>
                      <a:pt x="331" y="1591"/>
                    </a:lnTo>
                    <a:lnTo>
                      <a:pt x="309" y="1605"/>
                    </a:lnTo>
                    <a:lnTo>
                      <a:pt x="287" y="1616"/>
                    </a:lnTo>
                    <a:lnTo>
                      <a:pt x="263" y="1622"/>
                    </a:lnTo>
                    <a:lnTo>
                      <a:pt x="239" y="1624"/>
                    </a:lnTo>
                    <a:lnTo>
                      <a:pt x="214" y="1622"/>
                    </a:lnTo>
                    <a:lnTo>
                      <a:pt x="191" y="1616"/>
                    </a:lnTo>
                    <a:lnTo>
                      <a:pt x="168" y="1605"/>
                    </a:lnTo>
                    <a:lnTo>
                      <a:pt x="146" y="1591"/>
                    </a:lnTo>
                    <a:lnTo>
                      <a:pt x="125" y="1574"/>
                    </a:lnTo>
                    <a:lnTo>
                      <a:pt x="105" y="1553"/>
                    </a:lnTo>
                    <a:lnTo>
                      <a:pt x="87" y="1528"/>
                    </a:lnTo>
                    <a:lnTo>
                      <a:pt x="70" y="1501"/>
                    </a:lnTo>
                    <a:lnTo>
                      <a:pt x="55" y="1472"/>
                    </a:lnTo>
                    <a:lnTo>
                      <a:pt x="41" y="1439"/>
                    </a:lnTo>
                    <a:lnTo>
                      <a:pt x="29" y="1405"/>
                    </a:lnTo>
                    <a:lnTo>
                      <a:pt x="18" y="1367"/>
                    </a:lnTo>
                    <a:lnTo>
                      <a:pt x="10" y="1330"/>
                    </a:lnTo>
                    <a:lnTo>
                      <a:pt x="4" y="1290"/>
                    </a:lnTo>
                    <a:lnTo>
                      <a:pt x="1" y="1248"/>
                    </a:lnTo>
                    <a:lnTo>
                      <a:pt x="0" y="1206"/>
                    </a:lnTo>
                    <a:lnTo>
                      <a:pt x="1" y="1163"/>
                    </a:lnTo>
                    <a:lnTo>
                      <a:pt x="4" y="1121"/>
                    </a:lnTo>
                    <a:lnTo>
                      <a:pt x="10" y="1081"/>
                    </a:lnTo>
                    <a:lnTo>
                      <a:pt x="18" y="1043"/>
                    </a:lnTo>
                    <a:lnTo>
                      <a:pt x="29" y="1006"/>
                    </a:lnTo>
                    <a:lnTo>
                      <a:pt x="41" y="971"/>
                    </a:lnTo>
                    <a:lnTo>
                      <a:pt x="55" y="940"/>
                    </a:lnTo>
                    <a:lnTo>
                      <a:pt x="70" y="909"/>
                    </a:lnTo>
                    <a:lnTo>
                      <a:pt x="87" y="882"/>
                    </a:lnTo>
                    <a:lnTo>
                      <a:pt x="105" y="857"/>
                    </a:lnTo>
                    <a:lnTo>
                      <a:pt x="125" y="836"/>
                    </a:lnTo>
                    <a:lnTo>
                      <a:pt x="146" y="819"/>
                    </a:lnTo>
                    <a:lnTo>
                      <a:pt x="168" y="805"/>
                    </a:lnTo>
                    <a:lnTo>
                      <a:pt x="191" y="794"/>
                    </a:lnTo>
                    <a:lnTo>
                      <a:pt x="214" y="788"/>
                    </a:lnTo>
                    <a:lnTo>
                      <a:pt x="239" y="786"/>
                    </a:lnTo>
                    <a:close/>
                    <a:moveTo>
                      <a:pt x="1119" y="2495"/>
                    </a:moveTo>
                    <a:lnTo>
                      <a:pt x="1143" y="2498"/>
                    </a:lnTo>
                    <a:lnTo>
                      <a:pt x="1167" y="2504"/>
                    </a:lnTo>
                    <a:lnTo>
                      <a:pt x="1190" y="2514"/>
                    </a:lnTo>
                    <a:lnTo>
                      <a:pt x="1211" y="2528"/>
                    </a:lnTo>
                    <a:lnTo>
                      <a:pt x="1232" y="2546"/>
                    </a:lnTo>
                    <a:lnTo>
                      <a:pt x="1252" y="2567"/>
                    </a:lnTo>
                    <a:lnTo>
                      <a:pt x="1271" y="2592"/>
                    </a:lnTo>
                    <a:lnTo>
                      <a:pt x="1288" y="2618"/>
                    </a:lnTo>
                    <a:lnTo>
                      <a:pt x="1304" y="2648"/>
                    </a:lnTo>
                    <a:lnTo>
                      <a:pt x="1318" y="2681"/>
                    </a:lnTo>
                    <a:lnTo>
                      <a:pt x="1329" y="2715"/>
                    </a:lnTo>
                    <a:lnTo>
                      <a:pt x="1340" y="2752"/>
                    </a:lnTo>
                    <a:lnTo>
                      <a:pt x="1348" y="2790"/>
                    </a:lnTo>
                    <a:lnTo>
                      <a:pt x="1354" y="2830"/>
                    </a:lnTo>
                    <a:lnTo>
                      <a:pt x="1358" y="2872"/>
                    </a:lnTo>
                    <a:lnTo>
                      <a:pt x="1359" y="2914"/>
                    </a:lnTo>
                    <a:lnTo>
                      <a:pt x="1358" y="2956"/>
                    </a:lnTo>
                    <a:lnTo>
                      <a:pt x="1354" y="2998"/>
                    </a:lnTo>
                    <a:lnTo>
                      <a:pt x="1348" y="3038"/>
                    </a:lnTo>
                    <a:lnTo>
                      <a:pt x="1340" y="3077"/>
                    </a:lnTo>
                    <a:lnTo>
                      <a:pt x="1329" y="3113"/>
                    </a:lnTo>
                    <a:lnTo>
                      <a:pt x="1318" y="3147"/>
                    </a:lnTo>
                    <a:lnTo>
                      <a:pt x="1304" y="3180"/>
                    </a:lnTo>
                    <a:lnTo>
                      <a:pt x="1288" y="3209"/>
                    </a:lnTo>
                    <a:lnTo>
                      <a:pt x="1271" y="3238"/>
                    </a:lnTo>
                    <a:lnTo>
                      <a:pt x="1252" y="3261"/>
                    </a:lnTo>
                    <a:lnTo>
                      <a:pt x="1232" y="3282"/>
                    </a:lnTo>
                    <a:lnTo>
                      <a:pt x="1211" y="3301"/>
                    </a:lnTo>
                    <a:lnTo>
                      <a:pt x="1190" y="3315"/>
                    </a:lnTo>
                    <a:lnTo>
                      <a:pt x="1167" y="3325"/>
                    </a:lnTo>
                    <a:lnTo>
                      <a:pt x="1143" y="3331"/>
                    </a:lnTo>
                    <a:lnTo>
                      <a:pt x="1119" y="3334"/>
                    </a:lnTo>
                    <a:lnTo>
                      <a:pt x="1094" y="3331"/>
                    </a:lnTo>
                    <a:lnTo>
                      <a:pt x="1070" y="3325"/>
                    </a:lnTo>
                    <a:lnTo>
                      <a:pt x="1048" y="3315"/>
                    </a:lnTo>
                    <a:lnTo>
                      <a:pt x="1026" y="3301"/>
                    </a:lnTo>
                    <a:lnTo>
                      <a:pt x="1005" y="3282"/>
                    </a:lnTo>
                    <a:lnTo>
                      <a:pt x="985" y="3261"/>
                    </a:lnTo>
                    <a:lnTo>
                      <a:pt x="967" y="3238"/>
                    </a:lnTo>
                    <a:lnTo>
                      <a:pt x="950" y="3209"/>
                    </a:lnTo>
                    <a:lnTo>
                      <a:pt x="935" y="3180"/>
                    </a:lnTo>
                    <a:lnTo>
                      <a:pt x="921" y="3147"/>
                    </a:lnTo>
                    <a:lnTo>
                      <a:pt x="909" y="3113"/>
                    </a:lnTo>
                    <a:lnTo>
                      <a:pt x="898" y="3077"/>
                    </a:lnTo>
                    <a:lnTo>
                      <a:pt x="890" y="3038"/>
                    </a:lnTo>
                    <a:lnTo>
                      <a:pt x="884" y="2998"/>
                    </a:lnTo>
                    <a:lnTo>
                      <a:pt x="881" y="2956"/>
                    </a:lnTo>
                    <a:lnTo>
                      <a:pt x="880" y="2914"/>
                    </a:lnTo>
                    <a:lnTo>
                      <a:pt x="881" y="2872"/>
                    </a:lnTo>
                    <a:lnTo>
                      <a:pt x="884" y="2830"/>
                    </a:lnTo>
                    <a:lnTo>
                      <a:pt x="890" y="2790"/>
                    </a:lnTo>
                    <a:lnTo>
                      <a:pt x="898" y="2752"/>
                    </a:lnTo>
                    <a:lnTo>
                      <a:pt x="909" y="2715"/>
                    </a:lnTo>
                    <a:lnTo>
                      <a:pt x="921" y="2681"/>
                    </a:lnTo>
                    <a:lnTo>
                      <a:pt x="935" y="2648"/>
                    </a:lnTo>
                    <a:lnTo>
                      <a:pt x="950" y="2618"/>
                    </a:lnTo>
                    <a:lnTo>
                      <a:pt x="967" y="2592"/>
                    </a:lnTo>
                    <a:lnTo>
                      <a:pt x="985" y="2567"/>
                    </a:lnTo>
                    <a:lnTo>
                      <a:pt x="1005" y="2546"/>
                    </a:lnTo>
                    <a:lnTo>
                      <a:pt x="1026" y="2528"/>
                    </a:lnTo>
                    <a:lnTo>
                      <a:pt x="1048" y="2514"/>
                    </a:lnTo>
                    <a:lnTo>
                      <a:pt x="1070" y="2504"/>
                    </a:lnTo>
                    <a:lnTo>
                      <a:pt x="1094" y="2498"/>
                    </a:lnTo>
                    <a:lnTo>
                      <a:pt x="1119" y="2495"/>
                    </a:lnTo>
                    <a:close/>
                    <a:moveTo>
                      <a:pt x="2380" y="2651"/>
                    </a:moveTo>
                    <a:lnTo>
                      <a:pt x="2405" y="2654"/>
                    </a:lnTo>
                    <a:lnTo>
                      <a:pt x="2428" y="2660"/>
                    </a:lnTo>
                    <a:lnTo>
                      <a:pt x="2452" y="2670"/>
                    </a:lnTo>
                    <a:lnTo>
                      <a:pt x="2473" y="2684"/>
                    </a:lnTo>
                    <a:lnTo>
                      <a:pt x="2494" y="2703"/>
                    </a:lnTo>
                    <a:lnTo>
                      <a:pt x="2514" y="2724"/>
                    </a:lnTo>
                    <a:lnTo>
                      <a:pt x="2533" y="2747"/>
                    </a:lnTo>
                    <a:lnTo>
                      <a:pt x="2550" y="2774"/>
                    </a:lnTo>
                    <a:lnTo>
                      <a:pt x="2565" y="2805"/>
                    </a:lnTo>
                    <a:lnTo>
                      <a:pt x="2580" y="2838"/>
                    </a:lnTo>
                    <a:lnTo>
                      <a:pt x="2591" y="2872"/>
                    </a:lnTo>
                    <a:lnTo>
                      <a:pt x="2602" y="2908"/>
                    </a:lnTo>
                    <a:lnTo>
                      <a:pt x="2610" y="2947"/>
                    </a:lnTo>
                    <a:lnTo>
                      <a:pt x="2616" y="2987"/>
                    </a:lnTo>
                    <a:lnTo>
                      <a:pt x="2619" y="3029"/>
                    </a:lnTo>
                    <a:lnTo>
                      <a:pt x="2621" y="3071"/>
                    </a:lnTo>
                    <a:lnTo>
                      <a:pt x="2619" y="3113"/>
                    </a:lnTo>
                    <a:lnTo>
                      <a:pt x="2616" y="3155"/>
                    </a:lnTo>
                    <a:lnTo>
                      <a:pt x="2610" y="3195"/>
                    </a:lnTo>
                    <a:lnTo>
                      <a:pt x="2602" y="3233"/>
                    </a:lnTo>
                    <a:lnTo>
                      <a:pt x="2591" y="3270"/>
                    </a:lnTo>
                    <a:lnTo>
                      <a:pt x="2580" y="3304"/>
                    </a:lnTo>
                    <a:lnTo>
                      <a:pt x="2565" y="3337"/>
                    </a:lnTo>
                    <a:lnTo>
                      <a:pt x="2550" y="3367"/>
                    </a:lnTo>
                    <a:lnTo>
                      <a:pt x="2533" y="3393"/>
                    </a:lnTo>
                    <a:lnTo>
                      <a:pt x="2514" y="3418"/>
                    </a:lnTo>
                    <a:lnTo>
                      <a:pt x="2494" y="3439"/>
                    </a:lnTo>
                    <a:lnTo>
                      <a:pt x="2473" y="3457"/>
                    </a:lnTo>
                    <a:lnTo>
                      <a:pt x="2452" y="3471"/>
                    </a:lnTo>
                    <a:lnTo>
                      <a:pt x="2428" y="3481"/>
                    </a:lnTo>
                    <a:lnTo>
                      <a:pt x="2405" y="3487"/>
                    </a:lnTo>
                    <a:lnTo>
                      <a:pt x="2380" y="3490"/>
                    </a:lnTo>
                    <a:lnTo>
                      <a:pt x="2356" y="3487"/>
                    </a:lnTo>
                    <a:lnTo>
                      <a:pt x="2332" y="3481"/>
                    </a:lnTo>
                    <a:lnTo>
                      <a:pt x="2310" y="3471"/>
                    </a:lnTo>
                    <a:lnTo>
                      <a:pt x="2288" y="3457"/>
                    </a:lnTo>
                    <a:lnTo>
                      <a:pt x="2267" y="3439"/>
                    </a:lnTo>
                    <a:lnTo>
                      <a:pt x="2248" y="3418"/>
                    </a:lnTo>
                    <a:lnTo>
                      <a:pt x="2229" y="3393"/>
                    </a:lnTo>
                    <a:lnTo>
                      <a:pt x="2212" y="3367"/>
                    </a:lnTo>
                    <a:lnTo>
                      <a:pt x="2196" y="3337"/>
                    </a:lnTo>
                    <a:lnTo>
                      <a:pt x="2182" y="3304"/>
                    </a:lnTo>
                    <a:lnTo>
                      <a:pt x="2171" y="3270"/>
                    </a:lnTo>
                    <a:lnTo>
                      <a:pt x="2160" y="3233"/>
                    </a:lnTo>
                    <a:lnTo>
                      <a:pt x="2152" y="3195"/>
                    </a:lnTo>
                    <a:lnTo>
                      <a:pt x="2146" y="3155"/>
                    </a:lnTo>
                    <a:lnTo>
                      <a:pt x="2142" y="3113"/>
                    </a:lnTo>
                    <a:lnTo>
                      <a:pt x="2141" y="3071"/>
                    </a:lnTo>
                    <a:lnTo>
                      <a:pt x="2142" y="3029"/>
                    </a:lnTo>
                    <a:lnTo>
                      <a:pt x="2146" y="2987"/>
                    </a:lnTo>
                    <a:lnTo>
                      <a:pt x="2152" y="2947"/>
                    </a:lnTo>
                    <a:lnTo>
                      <a:pt x="2160" y="2908"/>
                    </a:lnTo>
                    <a:lnTo>
                      <a:pt x="2171" y="2872"/>
                    </a:lnTo>
                    <a:lnTo>
                      <a:pt x="2182" y="2838"/>
                    </a:lnTo>
                    <a:lnTo>
                      <a:pt x="2196" y="2805"/>
                    </a:lnTo>
                    <a:lnTo>
                      <a:pt x="2212" y="2774"/>
                    </a:lnTo>
                    <a:lnTo>
                      <a:pt x="2229" y="2747"/>
                    </a:lnTo>
                    <a:lnTo>
                      <a:pt x="2248" y="2724"/>
                    </a:lnTo>
                    <a:lnTo>
                      <a:pt x="2267" y="2703"/>
                    </a:lnTo>
                    <a:lnTo>
                      <a:pt x="2288" y="2684"/>
                    </a:lnTo>
                    <a:lnTo>
                      <a:pt x="2310" y="2670"/>
                    </a:lnTo>
                    <a:lnTo>
                      <a:pt x="2332" y="2660"/>
                    </a:lnTo>
                    <a:lnTo>
                      <a:pt x="2356" y="2654"/>
                    </a:lnTo>
                    <a:lnTo>
                      <a:pt x="2380" y="2651"/>
                    </a:lnTo>
                    <a:close/>
                    <a:moveTo>
                      <a:pt x="2342" y="1355"/>
                    </a:moveTo>
                    <a:lnTo>
                      <a:pt x="2366" y="1357"/>
                    </a:lnTo>
                    <a:lnTo>
                      <a:pt x="2390" y="1363"/>
                    </a:lnTo>
                    <a:lnTo>
                      <a:pt x="2412" y="1373"/>
                    </a:lnTo>
                    <a:lnTo>
                      <a:pt x="2434" y="1387"/>
                    </a:lnTo>
                    <a:lnTo>
                      <a:pt x="2455" y="1405"/>
                    </a:lnTo>
                    <a:lnTo>
                      <a:pt x="2475" y="1426"/>
                    </a:lnTo>
                    <a:lnTo>
                      <a:pt x="2493" y="1451"/>
                    </a:lnTo>
                    <a:lnTo>
                      <a:pt x="2510" y="1478"/>
                    </a:lnTo>
                    <a:lnTo>
                      <a:pt x="2526" y="1507"/>
                    </a:lnTo>
                    <a:lnTo>
                      <a:pt x="2540" y="1540"/>
                    </a:lnTo>
                    <a:lnTo>
                      <a:pt x="2551" y="1574"/>
                    </a:lnTo>
                    <a:lnTo>
                      <a:pt x="2562" y="1611"/>
                    </a:lnTo>
                    <a:lnTo>
                      <a:pt x="2570" y="1649"/>
                    </a:lnTo>
                    <a:lnTo>
                      <a:pt x="2576" y="1689"/>
                    </a:lnTo>
                    <a:lnTo>
                      <a:pt x="2580" y="1731"/>
                    </a:lnTo>
                    <a:lnTo>
                      <a:pt x="2581" y="1773"/>
                    </a:lnTo>
                    <a:lnTo>
                      <a:pt x="2580" y="1815"/>
                    </a:lnTo>
                    <a:lnTo>
                      <a:pt x="2576" y="1858"/>
                    </a:lnTo>
                    <a:lnTo>
                      <a:pt x="2570" y="1897"/>
                    </a:lnTo>
                    <a:lnTo>
                      <a:pt x="2562" y="1936"/>
                    </a:lnTo>
                    <a:lnTo>
                      <a:pt x="2551" y="1972"/>
                    </a:lnTo>
                    <a:lnTo>
                      <a:pt x="2540" y="2008"/>
                    </a:lnTo>
                    <a:lnTo>
                      <a:pt x="2526" y="2039"/>
                    </a:lnTo>
                    <a:lnTo>
                      <a:pt x="2510" y="2070"/>
                    </a:lnTo>
                    <a:lnTo>
                      <a:pt x="2493" y="2097"/>
                    </a:lnTo>
                    <a:lnTo>
                      <a:pt x="2475" y="2121"/>
                    </a:lnTo>
                    <a:lnTo>
                      <a:pt x="2455" y="2142"/>
                    </a:lnTo>
                    <a:lnTo>
                      <a:pt x="2434" y="2160"/>
                    </a:lnTo>
                    <a:lnTo>
                      <a:pt x="2412" y="2174"/>
                    </a:lnTo>
                    <a:lnTo>
                      <a:pt x="2390" y="2185"/>
                    </a:lnTo>
                    <a:lnTo>
                      <a:pt x="2366" y="2191"/>
                    </a:lnTo>
                    <a:lnTo>
                      <a:pt x="2342" y="2193"/>
                    </a:lnTo>
                    <a:lnTo>
                      <a:pt x="2317" y="2191"/>
                    </a:lnTo>
                    <a:lnTo>
                      <a:pt x="2294" y="2185"/>
                    </a:lnTo>
                    <a:lnTo>
                      <a:pt x="2270" y="2174"/>
                    </a:lnTo>
                    <a:lnTo>
                      <a:pt x="2249" y="2160"/>
                    </a:lnTo>
                    <a:lnTo>
                      <a:pt x="2228" y="2142"/>
                    </a:lnTo>
                    <a:lnTo>
                      <a:pt x="2208" y="2121"/>
                    </a:lnTo>
                    <a:lnTo>
                      <a:pt x="2189" y="2097"/>
                    </a:lnTo>
                    <a:lnTo>
                      <a:pt x="2173" y="2070"/>
                    </a:lnTo>
                    <a:lnTo>
                      <a:pt x="2157" y="2039"/>
                    </a:lnTo>
                    <a:lnTo>
                      <a:pt x="2142" y="2008"/>
                    </a:lnTo>
                    <a:lnTo>
                      <a:pt x="2131" y="1972"/>
                    </a:lnTo>
                    <a:lnTo>
                      <a:pt x="2120" y="1936"/>
                    </a:lnTo>
                    <a:lnTo>
                      <a:pt x="2112" y="1897"/>
                    </a:lnTo>
                    <a:lnTo>
                      <a:pt x="2106" y="1858"/>
                    </a:lnTo>
                    <a:lnTo>
                      <a:pt x="2103" y="1815"/>
                    </a:lnTo>
                    <a:lnTo>
                      <a:pt x="2101" y="1773"/>
                    </a:lnTo>
                    <a:lnTo>
                      <a:pt x="2103" y="1731"/>
                    </a:lnTo>
                    <a:lnTo>
                      <a:pt x="2106" y="1689"/>
                    </a:lnTo>
                    <a:lnTo>
                      <a:pt x="2112" y="1649"/>
                    </a:lnTo>
                    <a:lnTo>
                      <a:pt x="2120" y="1611"/>
                    </a:lnTo>
                    <a:lnTo>
                      <a:pt x="2131" y="1574"/>
                    </a:lnTo>
                    <a:lnTo>
                      <a:pt x="2142" y="1540"/>
                    </a:lnTo>
                    <a:lnTo>
                      <a:pt x="2157" y="1507"/>
                    </a:lnTo>
                    <a:lnTo>
                      <a:pt x="2173" y="1478"/>
                    </a:lnTo>
                    <a:lnTo>
                      <a:pt x="2189" y="1451"/>
                    </a:lnTo>
                    <a:lnTo>
                      <a:pt x="2208" y="1426"/>
                    </a:lnTo>
                    <a:lnTo>
                      <a:pt x="2228" y="1405"/>
                    </a:lnTo>
                    <a:lnTo>
                      <a:pt x="2249" y="1387"/>
                    </a:lnTo>
                    <a:lnTo>
                      <a:pt x="2270" y="1373"/>
                    </a:lnTo>
                    <a:lnTo>
                      <a:pt x="2294" y="1363"/>
                    </a:lnTo>
                    <a:lnTo>
                      <a:pt x="2317" y="1357"/>
                    </a:lnTo>
                    <a:lnTo>
                      <a:pt x="2342" y="1355"/>
                    </a:lnTo>
                    <a:close/>
                    <a:moveTo>
                      <a:pt x="3179" y="819"/>
                    </a:moveTo>
                    <a:lnTo>
                      <a:pt x="3204" y="821"/>
                    </a:lnTo>
                    <a:lnTo>
                      <a:pt x="3227" y="827"/>
                    </a:lnTo>
                    <a:lnTo>
                      <a:pt x="3250" y="838"/>
                    </a:lnTo>
                    <a:lnTo>
                      <a:pt x="3272" y="852"/>
                    </a:lnTo>
                    <a:lnTo>
                      <a:pt x="3293" y="869"/>
                    </a:lnTo>
                    <a:lnTo>
                      <a:pt x="3312" y="890"/>
                    </a:lnTo>
                    <a:lnTo>
                      <a:pt x="3331" y="915"/>
                    </a:lnTo>
                    <a:lnTo>
                      <a:pt x="3348" y="942"/>
                    </a:lnTo>
                    <a:lnTo>
                      <a:pt x="3363" y="971"/>
                    </a:lnTo>
                    <a:lnTo>
                      <a:pt x="3377" y="1004"/>
                    </a:lnTo>
                    <a:lnTo>
                      <a:pt x="3389" y="1038"/>
                    </a:lnTo>
                    <a:lnTo>
                      <a:pt x="3400" y="1076"/>
                    </a:lnTo>
                    <a:lnTo>
                      <a:pt x="3408" y="1113"/>
                    </a:lnTo>
                    <a:lnTo>
                      <a:pt x="3414" y="1153"/>
                    </a:lnTo>
                    <a:lnTo>
                      <a:pt x="3417" y="1195"/>
                    </a:lnTo>
                    <a:lnTo>
                      <a:pt x="3418" y="1237"/>
                    </a:lnTo>
                    <a:lnTo>
                      <a:pt x="3417" y="1280"/>
                    </a:lnTo>
                    <a:lnTo>
                      <a:pt x="3414" y="1322"/>
                    </a:lnTo>
                    <a:lnTo>
                      <a:pt x="3408" y="1362"/>
                    </a:lnTo>
                    <a:lnTo>
                      <a:pt x="3400" y="1399"/>
                    </a:lnTo>
                    <a:lnTo>
                      <a:pt x="3389" y="1437"/>
                    </a:lnTo>
                    <a:lnTo>
                      <a:pt x="3377" y="1471"/>
                    </a:lnTo>
                    <a:lnTo>
                      <a:pt x="3363" y="1503"/>
                    </a:lnTo>
                    <a:lnTo>
                      <a:pt x="3348" y="1533"/>
                    </a:lnTo>
                    <a:lnTo>
                      <a:pt x="3331" y="1560"/>
                    </a:lnTo>
                    <a:lnTo>
                      <a:pt x="3312" y="1584"/>
                    </a:lnTo>
                    <a:lnTo>
                      <a:pt x="3293" y="1605"/>
                    </a:lnTo>
                    <a:lnTo>
                      <a:pt x="3272" y="1623"/>
                    </a:lnTo>
                    <a:lnTo>
                      <a:pt x="3250" y="1637"/>
                    </a:lnTo>
                    <a:lnTo>
                      <a:pt x="3227" y="1648"/>
                    </a:lnTo>
                    <a:lnTo>
                      <a:pt x="3204" y="1654"/>
                    </a:lnTo>
                    <a:lnTo>
                      <a:pt x="3179" y="1656"/>
                    </a:lnTo>
                    <a:lnTo>
                      <a:pt x="3155" y="1654"/>
                    </a:lnTo>
                    <a:lnTo>
                      <a:pt x="3131" y="1648"/>
                    </a:lnTo>
                    <a:lnTo>
                      <a:pt x="3108" y="1637"/>
                    </a:lnTo>
                    <a:lnTo>
                      <a:pt x="3087" y="1623"/>
                    </a:lnTo>
                    <a:lnTo>
                      <a:pt x="3066" y="1605"/>
                    </a:lnTo>
                    <a:lnTo>
                      <a:pt x="3046" y="1584"/>
                    </a:lnTo>
                    <a:lnTo>
                      <a:pt x="3027" y="1560"/>
                    </a:lnTo>
                    <a:lnTo>
                      <a:pt x="3011" y="1533"/>
                    </a:lnTo>
                    <a:lnTo>
                      <a:pt x="2994" y="1503"/>
                    </a:lnTo>
                    <a:lnTo>
                      <a:pt x="2980" y="1471"/>
                    </a:lnTo>
                    <a:lnTo>
                      <a:pt x="2968" y="1437"/>
                    </a:lnTo>
                    <a:lnTo>
                      <a:pt x="2958" y="1399"/>
                    </a:lnTo>
                    <a:lnTo>
                      <a:pt x="2950" y="1362"/>
                    </a:lnTo>
                    <a:lnTo>
                      <a:pt x="2944" y="1322"/>
                    </a:lnTo>
                    <a:lnTo>
                      <a:pt x="2940" y="1280"/>
                    </a:lnTo>
                    <a:lnTo>
                      <a:pt x="2939" y="1237"/>
                    </a:lnTo>
                    <a:lnTo>
                      <a:pt x="2940" y="1195"/>
                    </a:lnTo>
                    <a:lnTo>
                      <a:pt x="2944" y="1153"/>
                    </a:lnTo>
                    <a:lnTo>
                      <a:pt x="2950" y="1113"/>
                    </a:lnTo>
                    <a:lnTo>
                      <a:pt x="2958" y="1076"/>
                    </a:lnTo>
                    <a:lnTo>
                      <a:pt x="2968" y="1038"/>
                    </a:lnTo>
                    <a:lnTo>
                      <a:pt x="2980" y="1004"/>
                    </a:lnTo>
                    <a:lnTo>
                      <a:pt x="2994" y="971"/>
                    </a:lnTo>
                    <a:lnTo>
                      <a:pt x="3011" y="942"/>
                    </a:lnTo>
                    <a:lnTo>
                      <a:pt x="3027" y="915"/>
                    </a:lnTo>
                    <a:lnTo>
                      <a:pt x="3046" y="890"/>
                    </a:lnTo>
                    <a:lnTo>
                      <a:pt x="3066" y="869"/>
                    </a:lnTo>
                    <a:lnTo>
                      <a:pt x="3087" y="852"/>
                    </a:lnTo>
                    <a:lnTo>
                      <a:pt x="3108" y="838"/>
                    </a:lnTo>
                    <a:lnTo>
                      <a:pt x="3131" y="827"/>
                    </a:lnTo>
                    <a:lnTo>
                      <a:pt x="3155" y="821"/>
                    </a:lnTo>
                    <a:lnTo>
                      <a:pt x="3179" y="819"/>
                    </a:lnTo>
                    <a:close/>
                    <a:moveTo>
                      <a:pt x="3246" y="2144"/>
                    </a:moveTo>
                    <a:lnTo>
                      <a:pt x="3271" y="2146"/>
                    </a:lnTo>
                    <a:lnTo>
                      <a:pt x="3294" y="2152"/>
                    </a:lnTo>
                    <a:lnTo>
                      <a:pt x="3316" y="2162"/>
                    </a:lnTo>
                    <a:lnTo>
                      <a:pt x="3339" y="2176"/>
                    </a:lnTo>
                    <a:lnTo>
                      <a:pt x="3360" y="2194"/>
                    </a:lnTo>
                    <a:lnTo>
                      <a:pt x="3380" y="2215"/>
                    </a:lnTo>
                    <a:lnTo>
                      <a:pt x="3397" y="2240"/>
                    </a:lnTo>
                    <a:lnTo>
                      <a:pt x="3415" y="2267"/>
                    </a:lnTo>
                    <a:lnTo>
                      <a:pt x="3430" y="2296"/>
                    </a:lnTo>
                    <a:lnTo>
                      <a:pt x="3444" y="2329"/>
                    </a:lnTo>
                    <a:lnTo>
                      <a:pt x="3456" y="2363"/>
                    </a:lnTo>
                    <a:lnTo>
                      <a:pt x="3466" y="2400"/>
                    </a:lnTo>
                    <a:lnTo>
                      <a:pt x="3475" y="2438"/>
                    </a:lnTo>
                    <a:lnTo>
                      <a:pt x="3480" y="2478"/>
                    </a:lnTo>
                    <a:lnTo>
                      <a:pt x="3484" y="2520"/>
                    </a:lnTo>
                    <a:lnTo>
                      <a:pt x="3485" y="2562"/>
                    </a:lnTo>
                    <a:lnTo>
                      <a:pt x="3484" y="2604"/>
                    </a:lnTo>
                    <a:lnTo>
                      <a:pt x="3480" y="2647"/>
                    </a:lnTo>
                    <a:lnTo>
                      <a:pt x="3475" y="2686"/>
                    </a:lnTo>
                    <a:lnTo>
                      <a:pt x="3466" y="2725"/>
                    </a:lnTo>
                    <a:lnTo>
                      <a:pt x="3456" y="2762"/>
                    </a:lnTo>
                    <a:lnTo>
                      <a:pt x="3444" y="2796"/>
                    </a:lnTo>
                    <a:lnTo>
                      <a:pt x="3430" y="2828"/>
                    </a:lnTo>
                    <a:lnTo>
                      <a:pt x="3415" y="2858"/>
                    </a:lnTo>
                    <a:lnTo>
                      <a:pt x="3397" y="2886"/>
                    </a:lnTo>
                    <a:lnTo>
                      <a:pt x="3380" y="2909"/>
                    </a:lnTo>
                    <a:lnTo>
                      <a:pt x="3360" y="2930"/>
                    </a:lnTo>
                    <a:lnTo>
                      <a:pt x="3339" y="2949"/>
                    </a:lnTo>
                    <a:lnTo>
                      <a:pt x="3316" y="2963"/>
                    </a:lnTo>
                    <a:lnTo>
                      <a:pt x="3294" y="2974"/>
                    </a:lnTo>
                    <a:lnTo>
                      <a:pt x="3271" y="2980"/>
                    </a:lnTo>
                    <a:lnTo>
                      <a:pt x="3246" y="2982"/>
                    </a:lnTo>
                    <a:lnTo>
                      <a:pt x="3222" y="2980"/>
                    </a:lnTo>
                    <a:lnTo>
                      <a:pt x="3198" y="2974"/>
                    </a:lnTo>
                    <a:lnTo>
                      <a:pt x="3176" y="2963"/>
                    </a:lnTo>
                    <a:lnTo>
                      <a:pt x="3154" y="2949"/>
                    </a:lnTo>
                    <a:lnTo>
                      <a:pt x="3133" y="2930"/>
                    </a:lnTo>
                    <a:lnTo>
                      <a:pt x="3113" y="2909"/>
                    </a:lnTo>
                    <a:lnTo>
                      <a:pt x="3095" y="2886"/>
                    </a:lnTo>
                    <a:lnTo>
                      <a:pt x="3077" y="2858"/>
                    </a:lnTo>
                    <a:lnTo>
                      <a:pt x="3062" y="2828"/>
                    </a:lnTo>
                    <a:lnTo>
                      <a:pt x="3048" y="2796"/>
                    </a:lnTo>
                    <a:lnTo>
                      <a:pt x="3036" y="2762"/>
                    </a:lnTo>
                    <a:lnTo>
                      <a:pt x="3026" y="2725"/>
                    </a:lnTo>
                    <a:lnTo>
                      <a:pt x="3018" y="2686"/>
                    </a:lnTo>
                    <a:lnTo>
                      <a:pt x="3012" y="2647"/>
                    </a:lnTo>
                    <a:lnTo>
                      <a:pt x="3008" y="2604"/>
                    </a:lnTo>
                    <a:lnTo>
                      <a:pt x="3007" y="2562"/>
                    </a:lnTo>
                    <a:lnTo>
                      <a:pt x="3008" y="2520"/>
                    </a:lnTo>
                    <a:lnTo>
                      <a:pt x="3012" y="2478"/>
                    </a:lnTo>
                    <a:lnTo>
                      <a:pt x="3018" y="2438"/>
                    </a:lnTo>
                    <a:lnTo>
                      <a:pt x="3026" y="2400"/>
                    </a:lnTo>
                    <a:lnTo>
                      <a:pt x="3036" y="2363"/>
                    </a:lnTo>
                    <a:lnTo>
                      <a:pt x="3048" y="2329"/>
                    </a:lnTo>
                    <a:lnTo>
                      <a:pt x="3062" y="2296"/>
                    </a:lnTo>
                    <a:lnTo>
                      <a:pt x="3077" y="2267"/>
                    </a:lnTo>
                    <a:lnTo>
                      <a:pt x="3095" y="2240"/>
                    </a:lnTo>
                    <a:lnTo>
                      <a:pt x="3113" y="2215"/>
                    </a:lnTo>
                    <a:lnTo>
                      <a:pt x="3133" y="2194"/>
                    </a:lnTo>
                    <a:lnTo>
                      <a:pt x="3154" y="2176"/>
                    </a:lnTo>
                    <a:lnTo>
                      <a:pt x="3176" y="2162"/>
                    </a:lnTo>
                    <a:lnTo>
                      <a:pt x="3198" y="2152"/>
                    </a:lnTo>
                    <a:lnTo>
                      <a:pt x="3222" y="2146"/>
                    </a:lnTo>
                    <a:lnTo>
                      <a:pt x="3246" y="214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0250" name="Freeform 232"/>
              <p:cNvSpPr>
                <a:spLocks/>
              </p:cNvSpPr>
              <p:nvPr/>
            </p:nvSpPr>
            <p:spPr bwMode="auto">
              <a:xfrm>
                <a:off x="1267" y="1588"/>
                <a:ext cx="87" cy="52"/>
              </a:xfrm>
              <a:custGeom>
                <a:avLst/>
                <a:gdLst>
                  <a:gd name="T0" fmla="*/ 3 w 437"/>
                  <a:gd name="T1" fmla="*/ 2 h 260"/>
                  <a:gd name="T2" fmla="*/ 3 w 437"/>
                  <a:gd name="T3" fmla="*/ 2 h 260"/>
                  <a:gd name="T4" fmla="*/ 3 w 437"/>
                  <a:gd name="T5" fmla="*/ 2 h 260"/>
                  <a:gd name="T6" fmla="*/ 3 w 437"/>
                  <a:gd name="T7" fmla="*/ 2 h 260"/>
                  <a:gd name="T8" fmla="*/ 3 w 437"/>
                  <a:gd name="T9" fmla="*/ 1 h 260"/>
                  <a:gd name="T10" fmla="*/ 3 w 437"/>
                  <a:gd name="T11" fmla="*/ 1 h 260"/>
                  <a:gd name="T12" fmla="*/ 3 w 437"/>
                  <a:gd name="T13" fmla="*/ 1 h 260"/>
                  <a:gd name="T14" fmla="*/ 3 w 437"/>
                  <a:gd name="T15" fmla="*/ 1 h 260"/>
                  <a:gd name="T16" fmla="*/ 3 w 437"/>
                  <a:gd name="T17" fmla="*/ 1 h 260"/>
                  <a:gd name="T18" fmla="*/ 2 w 437"/>
                  <a:gd name="T19" fmla="*/ 1 h 260"/>
                  <a:gd name="T20" fmla="*/ 2 w 437"/>
                  <a:gd name="T21" fmla="*/ 0 h 260"/>
                  <a:gd name="T22" fmla="*/ 2 w 437"/>
                  <a:gd name="T23" fmla="*/ 0 h 260"/>
                  <a:gd name="T24" fmla="*/ 2 w 437"/>
                  <a:gd name="T25" fmla="*/ 0 h 260"/>
                  <a:gd name="T26" fmla="*/ 1 w 437"/>
                  <a:gd name="T27" fmla="*/ 0 h 260"/>
                  <a:gd name="T28" fmla="*/ 1 w 437"/>
                  <a:gd name="T29" fmla="*/ 0 h 260"/>
                  <a:gd name="T30" fmla="*/ 1 w 437"/>
                  <a:gd name="T31" fmla="*/ 0 h 260"/>
                  <a:gd name="T32" fmla="*/ 0 w 437"/>
                  <a:gd name="T33" fmla="*/ 0 h 260"/>
                  <a:gd name="T34" fmla="*/ 0 w 437"/>
                  <a:gd name="T35" fmla="*/ 0 h 260"/>
                  <a:gd name="T36" fmla="*/ 0 w 437"/>
                  <a:gd name="T37" fmla="*/ 0 h 260"/>
                  <a:gd name="T38" fmla="*/ 0 w 437"/>
                  <a:gd name="T39" fmla="*/ 0 h 260"/>
                  <a:gd name="T40" fmla="*/ 1 w 437"/>
                  <a:gd name="T41" fmla="*/ 0 h 260"/>
                  <a:gd name="T42" fmla="*/ 1 w 437"/>
                  <a:gd name="T43" fmla="*/ 0 h 260"/>
                  <a:gd name="T44" fmla="*/ 1 w 437"/>
                  <a:gd name="T45" fmla="*/ 0 h 260"/>
                  <a:gd name="T46" fmla="*/ 2 w 437"/>
                  <a:gd name="T47" fmla="*/ 0 h 260"/>
                  <a:gd name="T48" fmla="*/ 2 w 437"/>
                  <a:gd name="T49" fmla="*/ 0 h 260"/>
                  <a:gd name="T50" fmla="*/ 2 w 437"/>
                  <a:gd name="T51" fmla="*/ 1 h 260"/>
                  <a:gd name="T52" fmla="*/ 2 w 437"/>
                  <a:gd name="T53" fmla="*/ 1 h 260"/>
                  <a:gd name="T54" fmla="*/ 3 w 437"/>
                  <a:gd name="T55" fmla="*/ 1 h 260"/>
                  <a:gd name="T56" fmla="*/ 3 w 437"/>
                  <a:gd name="T57" fmla="*/ 1 h 260"/>
                  <a:gd name="T58" fmla="*/ 3 w 437"/>
                  <a:gd name="T59" fmla="*/ 1 h 260"/>
                  <a:gd name="T60" fmla="*/ 3 w 437"/>
                  <a:gd name="T61" fmla="*/ 1 h 260"/>
                  <a:gd name="T62" fmla="*/ 3 w 437"/>
                  <a:gd name="T63" fmla="*/ 1 h 260"/>
                  <a:gd name="T64" fmla="*/ 3 w 437"/>
                  <a:gd name="T65" fmla="*/ 2 h 260"/>
                  <a:gd name="T66" fmla="*/ 3 w 437"/>
                  <a:gd name="T67" fmla="*/ 2 h 260"/>
                  <a:gd name="T68" fmla="*/ 3 w 437"/>
                  <a:gd name="T69" fmla="*/ 2 h 260"/>
                  <a:gd name="T70" fmla="*/ 3 w 437"/>
                  <a:gd name="T71" fmla="*/ 2 h 260"/>
                  <a:gd name="T72" fmla="*/ 3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437" y="260"/>
                    </a:moveTo>
                    <a:lnTo>
                      <a:pt x="437" y="260"/>
                    </a:lnTo>
                    <a:lnTo>
                      <a:pt x="434" y="233"/>
                    </a:lnTo>
                    <a:lnTo>
                      <a:pt x="427" y="206"/>
                    </a:lnTo>
                    <a:lnTo>
                      <a:pt x="417" y="181"/>
                    </a:lnTo>
                    <a:lnTo>
                      <a:pt x="401" y="157"/>
                    </a:lnTo>
                    <a:lnTo>
                      <a:pt x="383" y="133"/>
                    </a:lnTo>
                    <a:lnTo>
                      <a:pt x="360" y="113"/>
                    </a:lnTo>
                    <a:lnTo>
                      <a:pt x="336" y="93"/>
                    </a:lnTo>
                    <a:lnTo>
                      <a:pt x="308" y="73"/>
                    </a:lnTo>
                    <a:lnTo>
                      <a:pt x="276" y="58"/>
                    </a:lnTo>
                    <a:lnTo>
                      <a:pt x="242" y="43"/>
                    </a:lnTo>
                    <a:lnTo>
                      <a:pt x="207" y="30"/>
                    </a:lnTo>
                    <a:lnTo>
                      <a:pt x="168" y="19"/>
                    </a:lnTo>
                    <a:lnTo>
                      <a:pt x="128" y="11"/>
                    </a:lnTo>
                    <a:lnTo>
                      <a:pt x="87" y="4"/>
                    </a:lnTo>
                    <a:lnTo>
                      <a:pt x="43" y="1"/>
                    </a:lnTo>
                    <a:lnTo>
                      <a:pt x="0" y="0"/>
                    </a:lnTo>
                    <a:lnTo>
                      <a:pt x="0" y="11"/>
                    </a:lnTo>
                    <a:lnTo>
                      <a:pt x="43" y="12"/>
                    </a:lnTo>
                    <a:lnTo>
                      <a:pt x="85" y="16"/>
                    </a:lnTo>
                    <a:lnTo>
                      <a:pt x="126" y="23"/>
                    </a:lnTo>
                    <a:lnTo>
                      <a:pt x="166" y="31"/>
                    </a:lnTo>
                    <a:lnTo>
                      <a:pt x="202" y="42"/>
                    </a:lnTo>
                    <a:lnTo>
                      <a:pt x="237" y="55"/>
                    </a:lnTo>
                    <a:lnTo>
                      <a:pt x="271" y="70"/>
                    </a:lnTo>
                    <a:lnTo>
                      <a:pt x="301" y="85"/>
                    </a:lnTo>
                    <a:lnTo>
                      <a:pt x="329" y="103"/>
                    </a:lnTo>
                    <a:lnTo>
                      <a:pt x="353" y="123"/>
                    </a:lnTo>
                    <a:lnTo>
                      <a:pt x="373" y="143"/>
                    </a:lnTo>
                    <a:lnTo>
                      <a:pt x="392" y="164"/>
                    </a:lnTo>
                    <a:lnTo>
                      <a:pt x="405" y="186"/>
                    </a:lnTo>
                    <a:lnTo>
                      <a:pt x="415" y="211"/>
                    </a:lnTo>
                    <a:lnTo>
                      <a:pt x="422" y="235"/>
                    </a:lnTo>
                    <a:lnTo>
                      <a:pt x="425" y="260"/>
                    </a:lnTo>
                    <a:lnTo>
                      <a:pt x="437"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0251" name="Freeform 233"/>
              <p:cNvSpPr>
                <a:spLocks/>
              </p:cNvSpPr>
              <p:nvPr/>
            </p:nvSpPr>
            <p:spPr bwMode="auto">
              <a:xfrm>
                <a:off x="1267" y="1640"/>
                <a:ext cx="87" cy="52"/>
              </a:xfrm>
              <a:custGeom>
                <a:avLst/>
                <a:gdLst>
                  <a:gd name="T0" fmla="*/ 0 w 437"/>
                  <a:gd name="T1" fmla="*/ 2 h 260"/>
                  <a:gd name="T2" fmla="*/ 0 w 437"/>
                  <a:gd name="T3" fmla="*/ 2 h 260"/>
                  <a:gd name="T4" fmla="*/ 0 w 437"/>
                  <a:gd name="T5" fmla="*/ 2 h 260"/>
                  <a:gd name="T6" fmla="*/ 1 w 437"/>
                  <a:gd name="T7" fmla="*/ 2 h 260"/>
                  <a:gd name="T8" fmla="*/ 1 w 437"/>
                  <a:gd name="T9" fmla="*/ 2 h 260"/>
                  <a:gd name="T10" fmla="*/ 1 w 437"/>
                  <a:gd name="T11" fmla="*/ 2 h 260"/>
                  <a:gd name="T12" fmla="*/ 2 w 437"/>
                  <a:gd name="T13" fmla="*/ 2 h 260"/>
                  <a:gd name="T14" fmla="*/ 2 w 437"/>
                  <a:gd name="T15" fmla="*/ 2 h 260"/>
                  <a:gd name="T16" fmla="*/ 2 w 437"/>
                  <a:gd name="T17" fmla="*/ 2 h 260"/>
                  <a:gd name="T18" fmla="*/ 2 w 437"/>
                  <a:gd name="T19" fmla="*/ 1 h 260"/>
                  <a:gd name="T20" fmla="*/ 3 w 437"/>
                  <a:gd name="T21" fmla="*/ 1 h 260"/>
                  <a:gd name="T22" fmla="*/ 3 w 437"/>
                  <a:gd name="T23" fmla="*/ 1 h 260"/>
                  <a:gd name="T24" fmla="*/ 3 w 437"/>
                  <a:gd name="T25" fmla="*/ 1 h 260"/>
                  <a:gd name="T26" fmla="*/ 3 w 437"/>
                  <a:gd name="T27" fmla="*/ 1 h 260"/>
                  <a:gd name="T28" fmla="*/ 3 w 437"/>
                  <a:gd name="T29" fmla="*/ 1 h 260"/>
                  <a:gd name="T30" fmla="*/ 3 w 437"/>
                  <a:gd name="T31" fmla="*/ 0 h 260"/>
                  <a:gd name="T32" fmla="*/ 3 w 437"/>
                  <a:gd name="T33" fmla="*/ 0 h 260"/>
                  <a:gd name="T34" fmla="*/ 3 w 437"/>
                  <a:gd name="T35" fmla="*/ 0 h 260"/>
                  <a:gd name="T36" fmla="*/ 3 w 437"/>
                  <a:gd name="T37" fmla="*/ 0 h 260"/>
                  <a:gd name="T38" fmla="*/ 3 w 437"/>
                  <a:gd name="T39" fmla="*/ 0 h 260"/>
                  <a:gd name="T40" fmla="*/ 3 w 437"/>
                  <a:gd name="T41" fmla="*/ 0 h 260"/>
                  <a:gd name="T42" fmla="*/ 3 w 437"/>
                  <a:gd name="T43" fmla="*/ 1 h 260"/>
                  <a:gd name="T44" fmla="*/ 3 w 437"/>
                  <a:gd name="T45" fmla="*/ 1 h 260"/>
                  <a:gd name="T46" fmla="*/ 3 w 437"/>
                  <a:gd name="T47" fmla="*/ 1 h 260"/>
                  <a:gd name="T48" fmla="*/ 3 w 437"/>
                  <a:gd name="T49" fmla="*/ 1 h 260"/>
                  <a:gd name="T50" fmla="*/ 3 w 437"/>
                  <a:gd name="T51" fmla="*/ 1 h 260"/>
                  <a:gd name="T52" fmla="*/ 2 w 437"/>
                  <a:gd name="T53" fmla="*/ 1 h 260"/>
                  <a:gd name="T54" fmla="*/ 2 w 437"/>
                  <a:gd name="T55" fmla="*/ 2 h 260"/>
                  <a:gd name="T56" fmla="*/ 2 w 437"/>
                  <a:gd name="T57" fmla="*/ 2 h 260"/>
                  <a:gd name="T58" fmla="*/ 2 w 437"/>
                  <a:gd name="T59" fmla="*/ 2 h 260"/>
                  <a:gd name="T60" fmla="*/ 1 w 437"/>
                  <a:gd name="T61" fmla="*/ 2 h 260"/>
                  <a:gd name="T62" fmla="*/ 1 w 437"/>
                  <a:gd name="T63" fmla="*/ 2 h 260"/>
                  <a:gd name="T64" fmla="*/ 1 w 437"/>
                  <a:gd name="T65" fmla="*/ 2 h 260"/>
                  <a:gd name="T66" fmla="*/ 0 w 437"/>
                  <a:gd name="T67" fmla="*/ 2 h 260"/>
                  <a:gd name="T68" fmla="*/ 0 w 437"/>
                  <a:gd name="T69" fmla="*/ 2 h 260"/>
                  <a:gd name="T70" fmla="*/ 0 w 437"/>
                  <a:gd name="T71" fmla="*/ 2 h 260"/>
                  <a:gd name="T72" fmla="*/ 0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0" y="260"/>
                    </a:moveTo>
                    <a:lnTo>
                      <a:pt x="0" y="260"/>
                    </a:lnTo>
                    <a:lnTo>
                      <a:pt x="43" y="259"/>
                    </a:lnTo>
                    <a:lnTo>
                      <a:pt x="87" y="255"/>
                    </a:lnTo>
                    <a:lnTo>
                      <a:pt x="128" y="248"/>
                    </a:lnTo>
                    <a:lnTo>
                      <a:pt x="168" y="240"/>
                    </a:lnTo>
                    <a:lnTo>
                      <a:pt x="207" y="230"/>
                    </a:lnTo>
                    <a:lnTo>
                      <a:pt x="242" y="217"/>
                    </a:lnTo>
                    <a:lnTo>
                      <a:pt x="276" y="202"/>
                    </a:lnTo>
                    <a:lnTo>
                      <a:pt x="308" y="185"/>
                    </a:lnTo>
                    <a:lnTo>
                      <a:pt x="336" y="166"/>
                    </a:lnTo>
                    <a:lnTo>
                      <a:pt x="360" y="146"/>
                    </a:lnTo>
                    <a:lnTo>
                      <a:pt x="383" y="125"/>
                    </a:lnTo>
                    <a:lnTo>
                      <a:pt x="401" y="102"/>
                    </a:lnTo>
                    <a:lnTo>
                      <a:pt x="417" y="77"/>
                    </a:lnTo>
                    <a:lnTo>
                      <a:pt x="427" y="53"/>
                    </a:lnTo>
                    <a:lnTo>
                      <a:pt x="434" y="27"/>
                    </a:lnTo>
                    <a:lnTo>
                      <a:pt x="437" y="0"/>
                    </a:lnTo>
                    <a:lnTo>
                      <a:pt x="425" y="0"/>
                    </a:lnTo>
                    <a:lnTo>
                      <a:pt x="422" y="24"/>
                    </a:lnTo>
                    <a:lnTo>
                      <a:pt x="415" y="48"/>
                    </a:lnTo>
                    <a:lnTo>
                      <a:pt x="405" y="73"/>
                    </a:lnTo>
                    <a:lnTo>
                      <a:pt x="392" y="95"/>
                    </a:lnTo>
                    <a:lnTo>
                      <a:pt x="373" y="116"/>
                    </a:lnTo>
                    <a:lnTo>
                      <a:pt x="353" y="137"/>
                    </a:lnTo>
                    <a:lnTo>
                      <a:pt x="329" y="157"/>
                    </a:lnTo>
                    <a:lnTo>
                      <a:pt x="301" y="173"/>
                    </a:lnTo>
                    <a:lnTo>
                      <a:pt x="271" y="190"/>
                    </a:lnTo>
                    <a:lnTo>
                      <a:pt x="237" y="205"/>
                    </a:lnTo>
                    <a:lnTo>
                      <a:pt x="202" y="218"/>
                    </a:lnTo>
                    <a:lnTo>
                      <a:pt x="166" y="228"/>
                    </a:lnTo>
                    <a:lnTo>
                      <a:pt x="126" y="237"/>
                    </a:lnTo>
                    <a:lnTo>
                      <a:pt x="85" y="244"/>
                    </a:lnTo>
                    <a:lnTo>
                      <a:pt x="43" y="247"/>
                    </a:lnTo>
                    <a:lnTo>
                      <a:pt x="0" y="248"/>
                    </a:lnTo>
                    <a:lnTo>
                      <a:pt x="0"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0252" name="Freeform 234"/>
              <p:cNvSpPr>
                <a:spLocks/>
              </p:cNvSpPr>
              <p:nvPr/>
            </p:nvSpPr>
            <p:spPr bwMode="auto">
              <a:xfrm>
                <a:off x="1179" y="1640"/>
                <a:ext cx="88" cy="52"/>
              </a:xfrm>
              <a:custGeom>
                <a:avLst/>
                <a:gdLst>
                  <a:gd name="T0" fmla="*/ 0 w 439"/>
                  <a:gd name="T1" fmla="*/ 0 h 260"/>
                  <a:gd name="T2" fmla="*/ 0 w 439"/>
                  <a:gd name="T3" fmla="*/ 0 h 260"/>
                  <a:gd name="T4" fmla="*/ 0 w 439"/>
                  <a:gd name="T5" fmla="*/ 0 h 260"/>
                  <a:gd name="T6" fmla="*/ 0 w 439"/>
                  <a:gd name="T7" fmla="*/ 0 h 260"/>
                  <a:gd name="T8" fmla="*/ 0 w 439"/>
                  <a:gd name="T9" fmla="*/ 1 h 260"/>
                  <a:gd name="T10" fmla="*/ 0 w 439"/>
                  <a:gd name="T11" fmla="*/ 1 h 260"/>
                  <a:gd name="T12" fmla="*/ 0 w 439"/>
                  <a:gd name="T13" fmla="*/ 1 h 260"/>
                  <a:gd name="T14" fmla="*/ 1 w 439"/>
                  <a:gd name="T15" fmla="*/ 1 h 260"/>
                  <a:gd name="T16" fmla="*/ 1 w 439"/>
                  <a:gd name="T17" fmla="*/ 1 h 260"/>
                  <a:gd name="T18" fmla="*/ 1 w 439"/>
                  <a:gd name="T19" fmla="*/ 1 h 260"/>
                  <a:gd name="T20" fmla="*/ 1 w 439"/>
                  <a:gd name="T21" fmla="*/ 2 h 260"/>
                  <a:gd name="T22" fmla="*/ 2 w 439"/>
                  <a:gd name="T23" fmla="*/ 2 h 260"/>
                  <a:gd name="T24" fmla="*/ 2 w 439"/>
                  <a:gd name="T25" fmla="*/ 2 h 260"/>
                  <a:gd name="T26" fmla="*/ 2 w 439"/>
                  <a:gd name="T27" fmla="*/ 2 h 260"/>
                  <a:gd name="T28" fmla="*/ 2 w 439"/>
                  <a:gd name="T29" fmla="*/ 2 h 260"/>
                  <a:gd name="T30" fmla="*/ 3 w 439"/>
                  <a:gd name="T31" fmla="*/ 2 h 260"/>
                  <a:gd name="T32" fmla="*/ 3 w 439"/>
                  <a:gd name="T33" fmla="*/ 2 h 260"/>
                  <a:gd name="T34" fmla="*/ 4 w 439"/>
                  <a:gd name="T35" fmla="*/ 2 h 260"/>
                  <a:gd name="T36" fmla="*/ 4 w 439"/>
                  <a:gd name="T37" fmla="*/ 2 h 260"/>
                  <a:gd name="T38" fmla="*/ 3 w 439"/>
                  <a:gd name="T39" fmla="*/ 2 h 260"/>
                  <a:gd name="T40" fmla="*/ 3 w 439"/>
                  <a:gd name="T41" fmla="*/ 2 h 260"/>
                  <a:gd name="T42" fmla="*/ 3 w 439"/>
                  <a:gd name="T43" fmla="*/ 2 h 260"/>
                  <a:gd name="T44" fmla="*/ 2 w 439"/>
                  <a:gd name="T45" fmla="*/ 2 h 260"/>
                  <a:gd name="T46" fmla="*/ 2 w 439"/>
                  <a:gd name="T47" fmla="*/ 2 h 260"/>
                  <a:gd name="T48" fmla="*/ 2 w 439"/>
                  <a:gd name="T49" fmla="*/ 2 h 260"/>
                  <a:gd name="T50" fmla="*/ 1 w 439"/>
                  <a:gd name="T51" fmla="*/ 2 h 260"/>
                  <a:gd name="T52" fmla="*/ 1 w 439"/>
                  <a:gd name="T53" fmla="*/ 1 h 260"/>
                  <a:gd name="T54" fmla="*/ 1 w 439"/>
                  <a:gd name="T55" fmla="*/ 1 h 260"/>
                  <a:gd name="T56" fmla="*/ 1 w 439"/>
                  <a:gd name="T57" fmla="*/ 1 h 260"/>
                  <a:gd name="T58" fmla="*/ 1 w 439"/>
                  <a:gd name="T59" fmla="*/ 1 h 260"/>
                  <a:gd name="T60" fmla="*/ 0 w 439"/>
                  <a:gd name="T61" fmla="*/ 1 h 260"/>
                  <a:gd name="T62" fmla="*/ 0 w 439"/>
                  <a:gd name="T63" fmla="*/ 1 h 260"/>
                  <a:gd name="T64" fmla="*/ 0 w 439"/>
                  <a:gd name="T65" fmla="*/ 0 h 260"/>
                  <a:gd name="T66" fmla="*/ 0 w 439"/>
                  <a:gd name="T67" fmla="*/ 0 h 260"/>
                  <a:gd name="T68" fmla="*/ 0 w 439"/>
                  <a:gd name="T69" fmla="*/ 0 h 260"/>
                  <a:gd name="T70" fmla="*/ 0 w 439"/>
                  <a:gd name="T71" fmla="*/ 0 h 260"/>
                  <a:gd name="T72" fmla="*/ 0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0" y="0"/>
                    </a:moveTo>
                    <a:lnTo>
                      <a:pt x="0" y="0"/>
                    </a:lnTo>
                    <a:lnTo>
                      <a:pt x="3" y="27"/>
                    </a:lnTo>
                    <a:lnTo>
                      <a:pt x="10" y="53"/>
                    </a:lnTo>
                    <a:lnTo>
                      <a:pt x="20" y="77"/>
                    </a:lnTo>
                    <a:lnTo>
                      <a:pt x="35" y="102"/>
                    </a:lnTo>
                    <a:lnTo>
                      <a:pt x="54" y="125"/>
                    </a:lnTo>
                    <a:lnTo>
                      <a:pt x="76" y="146"/>
                    </a:lnTo>
                    <a:lnTo>
                      <a:pt x="102" y="166"/>
                    </a:lnTo>
                    <a:lnTo>
                      <a:pt x="130" y="185"/>
                    </a:lnTo>
                    <a:lnTo>
                      <a:pt x="162" y="202"/>
                    </a:lnTo>
                    <a:lnTo>
                      <a:pt x="195" y="217"/>
                    </a:lnTo>
                    <a:lnTo>
                      <a:pt x="231" y="230"/>
                    </a:lnTo>
                    <a:lnTo>
                      <a:pt x="270" y="240"/>
                    </a:lnTo>
                    <a:lnTo>
                      <a:pt x="310" y="248"/>
                    </a:lnTo>
                    <a:lnTo>
                      <a:pt x="351" y="255"/>
                    </a:lnTo>
                    <a:lnTo>
                      <a:pt x="395" y="259"/>
                    </a:lnTo>
                    <a:lnTo>
                      <a:pt x="439" y="260"/>
                    </a:lnTo>
                    <a:lnTo>
                      <a:pt x="439" y="248"/>
                    </a:lnTo>
                    <a:lnTo>
                      <a:pt x="395" y="247"/>
                    </a:lnTo>
                    <a:lnTo>
                      <a:pt x="353" y="244"/>
                    </a:lnTo>
                    <a:lnTo>
                      <a:pt x="312" y="237"/>
                    </a:lnTo>
                    <a:lnTo>
                      <a:pt x="272" y="228"/>
                    </a:lnTo>
                    <a:lnTo>
                      <a:pt x="236" y="218"/>
                    </a:lnTo>
                    <a:lnTo>
                      <a:pt x="200" y="205"/>
                    </a:lnTo>
                    <a:lnTo>
                      <a:pt x="167" y="190"/>
                    </a:lnTo>
                    <a:lnTo>
                      <a:pt x="137" y="173"/>
                    </a:lnTo>
                    <a:lnTo>
                      <a:pt x="109" y="157"/>
                    </a:lnTo>
                    <a:lnTo>
                      <a:pt x="84" y="137"/>
                    </a:lnTo>
                    <a:lnTo>
                      <a:pt x="64" y="116"/>
                    </a:lnTo>
                    <a:lnTo>
                      <a:pt x="45" y="95"/>
                    </a:lnTo>
                    <a:lnTo>
                      <a:pt x="32" y="73"/>
                    </a:lnTo>
                    <a:lnTo>
                      <a:pt x="21" y="48"/>
                    </a:lnTo>
                    <a:lnTo>
                      <a:pt x="14" y="24"/>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0253" name="Freeform 235"/>
              <p:cNvSpPr>
                <a:spLocks/>
              </p:cNvSpPr>
              <p:nvPr/>
            </p:nvSpPr>
            <p:spPr bwMode="auto">
              <a:xfrm>
                <a:off x="1179" y="1588"/>
                <a:ext cx="88" cy="52"/>
              </a:xfrm>
              <a:custGeom>
                <a:avLst/>
                <a:gdLst>
                  <a:gd name="T0" fmla="*/ 4 w 439"/>
                  <a:gd name="T1" fmla="*/ 0 h 260"/>
                  <a:gd name="T2" fmla="*/ 4 w 439"/>
                  <a:gd name="T3" fmla="*/ 0 h 260"/>
                  <a:gd name="T4" fmla="*/ 3 w 439"/>
                  <a:gd name="T5" fmla="*/ 0 h 260"/>
                  <a:gd name="T6" fmla="*/ 3 w 439"/>
                  <a:gd name="T7" fmla="*/ 0 h 260"/>
                  <a:gd name="T8" fmla="*/ 2 w 439"/>
                  <a:gd name="T9" fmla="*/ 0 h 260"/>
                  <a:gd name="T10" fmla="*/ 2 w 439"/>
                  <a:gd name="T11" fmla="*/ 0 h 260"/>
                  <a:gd name="T12" fmla="*/ 2 w 439"/>
                  <a:gd name="T13" fmla="*/ 0 h 260"/>
                  <a:gd name="T14" fmla="*/ 2 w 439"/>
                  <a:gd name="T15" fmla="*/ 0 h 260"/>
                  <a:gd name="T16" fmla="*/ 1 w 439"/>
                  <a:gd name="T17" fmla="*/ 0 h 260"/>
                  <a:gd name="T18" fmla="*/ 1 w 439"/>
                  <a:gd name="T19" fmla="*/ 1 h 260"/>
                  <a:gd name="T20" fmla="*/ 1 w 439"/>
                  <a:gd name="T21" fmla="*/ 1 h 260"/>
                  <a:gd name="T22" fmla="*/ 1 w 439"/>
                  <a:gd name="T23" fmla="*/ 1 h 260"/>
                  <a:gd name="T24" fmla="*/ 0 w 439"/>
                  <a:gd name="T25" fmla="*/ 1 h 260"/>
                  <a:gd name="T26" fmla="*/ 0 w 439"/>
                  <a:gd name="T27" fmla="*/ 1 h 260"/>
                  <a:gd name="T28" fmla="*/ 0 w 439"/>
                  <a:gd name="T29" fmla="*/ 1 h 260"/>
                  <a:gd name="T30" fmla="*/ 0 w 439"/>
                  <a:gd name="T31" fmla="*/ 2 h 260"/>
                  <a:gd name="T32" fmla="*/ 0 w 439"/>
                  <a:gd name="T33" fmla="*/ 2 h 260"/>
                  <a:gd name="T34" fmla="*/ 0 w 439"/>
                  <a:gd name="T35" fmla="*/ 2 h 260"/>
                  <a:gd name="T36" fmla="*/ 0 w 439"/>
                  <a:gd name="T37" fmla="*/ 2 h 260"/>
                  <a:gd name="T38" fmla="*/ 0 w 439"/>
                  <a:gd name="T39" fmla="*/ 2 h 260"/>
                  <a:gd name="T40" fmla="*/ 0 w 439"/>
                  <a:gd name="T41" fmla="*/ 2 h 260"/>
                  <a:gd name="T42" fmla="*/ 0 w 439"/>
                  <a:gd name="T43" fmla="*/ 1 h 260"/>
                  <a:gd name="T44" fmla="*/ 0 w 439"/>
                  <a:gd name="T45" fmla="*/ 1 h 260"/>
                  <a:gd name="T46" fmla="*/ 1 w 439"/>
                  <a:gd name="T47" fmla="*/ 1 h 260"/>
                  <a:gd name="T48" fmla="*/ 1 w 439"/>
                  <a:gd name="T49" fmla="*/ 1 h 260"/>
                  <a:gd name="T50" fmla="*/ 1 w 439"/>
                  <a:gd name="T51" fmla="*/ 1 h 260"/>
                  <a:gd name="T52" fmla="*/ 1 w 439"/>
                  <a:gd name="T53" fmla="*/ 1 h 260"/>
                  <a:gd name="T54" fmla="*/ 1 w 439"/>
                  <a:gd name="T55" fmla="*/ 1 h 260"/>
                  <a:gd name="T56" fmla="*/ 2 w 439"/>
                  <a:gd name="T57" fmla="*/ 0 h 260"/>
                  <a:gd name="T58" fmla="*/ 2 w 439"/>
                  <a:gd name="T59" fmla="*/ 0 h 260"/>
                  <a:gd name="T60" fmla="*/ 2 w 439"/>
                  <a:gd name="T61" fmla="*/ 0 h 260"/>
                  <a:gd name="T62" fmla="*/ 3 w 439"/>
                  <a:gd name="T63" fmla="*/ 0 h 260"/>
                  <a:gd name="T64" fmla="*/ 3 w 439"/>
                  <a:gd name="T65" fmla="*/ 0 h 260"/>
                  <a:gd name="T66" fmla="*/ 3 w 439"/>
                  <a:gd name="T67" fmla="*/ 0 h 260"/>
                  <a:gd name="T68" fmla="*/ 4 w 439"/>
                  <a:gd name="T69" fmla="*/ 0 h 260"/>
                  <a:gd name="T70" fmla="*/ 4 w 439"/>
                  <a:gd name="T71" fmla="*/ 0 h 260"/>
                  <a:gd name="T72" fmla="*/ 4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439" y="0"/>
                    </a:moveTo>
                    <a:lnTo>
                      <a:pt x="439" y="0"/>
                    </a:lnTo>
                    <a:lnTo>
                      <a:pt x="395" y="1"/>
                    </a:lnTo>
                    <a:lnTo>
                      <a:pt x="351" y="4"/>
                    </a:lnTo>
                    <a:lnTo>
                      <a:pt x="310" y="11"/>
                    </a:lnTo>
                    <a:lnTo>
                      <a:pt x="270" y="19"/>
                    </a:lnTo>
                    <a:lnTo>
                      <a:pt x="231" y="30"/>
                    </a:lnTo>
                    <a:lnTo>
                      <a:pt x="195" y="43"/>
                    </a:lnTo>
                    <a:lnTo>
                      <a:pt x="162" y="58"/>
                    </a:lnTo>
                    <a:lnTo>
                      <a:pt x="130" y="73"/>
                    </a:lnTo>
                    <a:lnTo>
                      <a:pt x="102" y="93"/>
                    </a:lnTo>
                    <a:lnTo>
                      <a:pt x="76" y="113"/>
                    </a:lnTo>
                    <a:lnTo>
                      <a:pt x="54" y="133"/>
                    </a:lnTo>
                    <a:lnTo>
                      <a:pt x="35" y="157"/>
                    </a:lnTo>
                    <a:lnTo>
                      <a:pt x="20" y="181"/>
                    </a:lnTo>
                    <a:lnTo>
                      <a:pt x="10" y="206"/>
                    </a:lnTo>
                    <a:lnTo>
                      <a:pt x="3" y="233"/>
                    </a:lnTo>
                    <a:lnTo>
                      <a:pt x="0" y="260"/>
                    </a:lnTo>
                    <a:lnTo>
                      <a:pt x="12" y="260"/>
                    </a:lnTo>
                    <a:lnTo>
                      <a:pt x="14" y="235"/>
                    </a:lnTo>
                    <a:lnTo>
                      <a:pt x="21" y="211"/>
                    </a:lnTo>
                    <a:lnTo>
                      <a:pt x="32" y="186"/>
                    </a:lnTo>
                    <a:lnTo>
                      <a:pt x="45" y="164"/>
                    </a:lnTo>
                    <a:lnTo>
                      <a:pt x="64" y="143"/>
                    </a:lnTo>
                    <a:lnTo>
                      <a:pt x="84" y="123"/>
                    </a:lnTo>
                    <a:lnTo>
                      <a:pt x="109" y="103"/>
                    </a:lnTo>
                    <a:lnTo>
                      <a:pt x="137" y="85"/>
                    </a:lnTo>
                    <a:lnTo>
                      <a:pt x="167" y="70"/>
                    </a:lnTo>
                    <a:lnTo>
                      <a:pt x="200" y="55"/>
                    </a:lnTo>
                    <a:lnTo>
                      <a:pt x="236" y="42"/>
                    </a:lnTo>
                    <a:lnTo>
                      <a:pt x="272" y="31"/>
                    </a:lnTo>
                    <a:lnTo>
                      <a:pt x="312" y="23"/>
                    </a:lnTo>
                    <a:lnTo>
                      <a:pt x="353" y="16"/>
                    </a:lnTo>
                    <a:lnTo>
                      <a:pt x="395" y="12"/>
                    </a:lnTo>
                    <a:lnTo>
                      <a:pt x="439" y="11"/>
                    </a:lnTo>
                    <a:lnTo>
                      <a:pt x="439"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0254" name="Freeform 236"/>
              <p:cNvSpPr>
                <a:spLocks/>
              </p:cNvSpPr>
              <p:nvPr/>
            </p:nvSpPr>
            <p:spPr bwMode="auto">
              <a:xfrm>
                <a:off x="964" y="1745"/>
                <a:ext cx="48" cy="85"/>
              </a:xfrm>
              <a:custGeom>
                <a:avLst/>
                <a:gdLst>
                  <a:gd name="T0" fmla="*/ 2 w 244"/>
                  <a:gd name="T1" fmla="*/ 3 h 426"/>
                  <a:gd name="T2" fmla="*/ 2 w 244"/>
                  <a:gd name="T3" fmla="*/ 3 h 426"/>
                  <a:gd name="T4" fmla="*/ 2 w 244"/>
                  <a:gd name="T5" fmla="*/ 3 h 426"/>
                  <a:gd name="T6" fmla="*/ 2 w 244"/>
                  <a:gd name="T7" fmla="*/ 3 h 426"/>
                  <a:gd name="T8" fmla="*/ 2 w 244"/>
                  <a:gd name="T9" fmla="*/ 2 h 426"/>
                  <a:gd name="T10" fmla="*/ 2 w 244"/>
                  <a:gd name="T11" fmla="*/ 2 h 426"/>
                  <a:gd name="T12" fmla="*/ 2 w 244"/>
                  <a:gd name="T13" fmla="*/ 2 h 426"/>
                  <a:gd name="T14" fmla="*/ 2 w 244"/>
                  <a:gd name="T15" fmla="*/ 2 h 426"/>
                  <a:gd name="T16" fmla="*/ 1 w 244"/>
                  <a:gd name="T17" fmla="*/ 1 h 426"/>
                  <a:gd name="T18" fmla="*/ 1 w 244"/>
                  <a:gd name="T19" fmla="*/ 1 h 426"/>
                  <a:gd name="T20" fmla="*/ 1 w 244"/>
                  <a:gd name="T21" fmla="*/ 1 h 426"/>
                  <a:gd name="T22" fmla="*/ 1 w 244"/>
                  <a:gd name="T23" fmla="*/ 1 h 426"/>
                  <a:gd name="T24" fmla="*/ 1 w 244"/>
                  <a:gd name="T25" fmla="*/ 0 h 426"/>
                  <a:gd name="T26" fmla="*/ 1 w 244"/>
                  <a:gd name="T27" fmla="*/ 0 h 426"/>
                  <a:gd name="T28" fmla="*/ 1 w 244"/>
                  <a:gd name="T29" fmla="*/ 0 h 426"/>
                  <a:gd name="T30" fmla="*/ 0 w 244"/>
                  <a:gd name="T31" fmla="*/ 0 h 426"/>
                  <a:gd name="T32" fmla="*/ 0 w 244"/>
                  <a:gd name="T33" fmla="*/ 0 h 426"/>
                  <a:gd name="T34" fmla="*/ 0 w 244"/>
                  <a:gd name="T35" fmla="*/ 0 h 426"/>
                  <a:gd name="T36" fmla="*/ 0 w 244"/>
                  <a:gd name="T37" fmla="*/ 0 h 426"/>
                  <a:gd name="T38" fmla="*/ 0 w 244"/>
                  <a:gd name="T39" fmla="*/ 0 h 426"/>
                  <a:gd name="T40" fmla="*/ 0 w 244"/>
                  <a:gd name="T41" fmla="*/ 0 h 426"/>
                  <a:gd name="T42" fmla="*/ 1 w 244"/>
                  <a:gd name="T43" fmla="*/ 0 h 426"/>
                  <a:gd name="T44" fmla="*/ 1 w 244"/>
                  <a:gd name="T45" fmla="*/ 0 h 426"/>
                  <a:gd name="T46" fmla="*/ 1 w 244"/>
                  <a:gd name="T47" fmla="*/ 0 h 426"/>
                  <a:gd name="T48" fmla="*/ 1 w 244"/>
                  <a:gd name="T49" fmla="*/ 1 h 426"/>
                  <a:gd name="T50" fmla="*/ 1 w 244"/>
                  <a:gd name="T51" fmla="*/ 1 h 426"/>
                  <a:gd name="T52" fmla="*/ 1 w 244"/>
                  <a:gd name="T53" fmla="*/ 1 h 426"/>
                  <a:gd name="T54" fmla="*/ 1 w 244"/>
                  <a:gd name="T55" fmla="*/ 1 h 426"/>
                  <a:gd name="T56" fmla="*/ 1 w 244"/>
                  <a:gd name="T57" fmla="*/ 2 h 426"/>
                  <a:gd name="T58" fmla="*/ 2 w 244"/>
                  <a:gd name="T59" fmla="*/ 2 h 426"/>
                  <a:gd name="T60" fmla="*/ 2 w 244"/>
                  <a:gd name="T61" fmla="*/ 2 h 426"/>
                  <a:gd name="T62" fmla="*/ 2 w 244"/>
                  <a:gd name="T63" fmla="*/ 2 h 426"/>
                  <a:gd name="T64" fmla="*/ 2 w 244"/>
                  <a:gd name="T65" fmla="*/ 3 h 426"/>
                  <a:gd name="T66" fmla="*/ 2 w 244"/>
                  <a:gd name="T67" fmla="*/ 3 h 426"/>
                  <a:gd name="T68" fmla="*/ 2 w 244"/>
                  <a:gd name="T69" fmla="*/ 3 h 426"/>
                  <a:gd name="T70" fmla="*/ 2 w 244"/>
                  <a:gd name="T71" fmla="*/ 3 h 426"/>
                  <a:gd name="T72" fmla="*/ 2 w 244"/>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6"/>
                  <a:gd name="T113" fmla="*/ 244 w 244"/>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6">
                    <a:moveTo>
                      <a:pt x="244" y="426"/>
                    </a:moveTo>
                    <a:lnTo>
                      <a:pt x="244" y="426"/>
                    </a:lnTo>
                    <a:lnTo>
                      <a:pt x="243" y="383"/>
                    </a:lnTo>
                    <a:lnTo>
                      <a:pt x="240" y="340"/>
                    </a:lnTo>
                    <a:lnTo>
                      <a:pt x="234" y="300"/>
                    </a:lnTo>
                    <a:lnTo>
                      <a:pt x="226" y="262"/>
                    </a:lnTo>
                    <a:lnTo>
                      <a:pt x="215" y="224"/>
                    </a:lnTo>
                    <a:lnTo>
                      <a:pt x="203" y="189"/>
                    </a:lnTo>
                    <a:lnTo>
                      <a:pt x="189" y="157"/>
                    </a:lnTo>
                    <a:lnTo>
                      <a:pt x="174" y="126"/>
                    </a:lnTo>
                    <a:lnTo>
                      <a:pt x="155" y="99"/>
                    </a:lnTo>
                    <a:lnTo>
                      <a:pt x="138" y="74"/>
                    </a:lnTo>
                    <a:lnTo>
                      <a:pt x="118" y="52"/>
                    </a:lnTo>
                    <a:lnTo>
                      <a:pt x="96" y="34"/>
                    </a:lnTo>
                    <a:lnTo>
                      <a:pt x="73" y="19"/>
                    </a:lnTo>
                    <a:lnTo>
                      <a:pt x="50" y="8"/>
                    </a:lnTo>
                    <a:lnTo>
                      <a:pt x="25" y="2"/>
                    </a:lnTo>
                    <a:lnTo>
                      <a:pt x="0" y="0"/>
                    </a:lnTo>
                    <a:lnTo>
                      <a:pt x="0" y="12"/>
                    </a:lnTo>
                    <a:lnTo>
                      <a:pt x="23" y="14"/>
                    </a:lnTo>
                    <a:lnTo>
                      <a:pt x="45" y="20"/>
                    </a:lnTo>
                    <a:lnTo>
                      <a:pt x="66" y="31"/>
                    </a:lnTo>
                    <a:lnTo>
                      <a:pt x="89" y="43"/>
                    </a:lnTo>
                    <a:lnTo>
                      <a:pt x="109" y="61"/>
                    </a:lnTo>
                    <a:lnTo>
                      <a:pt x="129" y="81"/>
                    </a:lnTo>
                    <a:lnTo>
                      <a:pt x="146" y="106"/>
                    </a:lnTo>
                    <a:lnTo>
                      <a:pt x="162" y="133"/>
                    </a:lnTo>
                    <a:lnTo>
                      <a:pt x="178" y="162"/>
                    </a:lnTo>
                    <a:lnTo>
                      <a:pt x="192" y="194"/>
                    </a:lnTo>
                    <a:lnTo>
                      <a:pt x="203" y="229"/>
                    </a:lnTo>
                    <a:lnTo>
                      <a:pt x="214" y="264"/>
                    </a:lnTo>
                    <a:lnTo>
                      <a:pt x="222" y="303"/>
                    </a:lnTo>
                    <a:lnTo>
                      <a:pt x="228" y="342"/>
                    </a:lnTo>
                    <a:lnTo>
                      <a:pt x="232" y="383"/>
                    </a:lnTo>
                    <a:lnTo>
                      <a:pt x="233" y="426"/>
                    </a:lnTo>
                    <a:lnTo>
                      <a:pt x="244"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0255" name="Freeform 237"/>
              <p:cNvSpPr>
                <a:spLocks/>
              </p:cNvSpPr>
              <p:nvPr/>
            </p:nvSpPr>
            <p:spPr bwMode="auto">
              <a:xfrm>
                <a:off x="964" y="1830"/>
                <a:ext cx="48" cy="85"/>
              </a:xfrm>
              <a:custGeom>
                <a:avLst/>
                <a:gdLst>
                  <a:gd name="T0" fmla="*/ 0 w 244"/>
                  <a:gd name="T1" fmla="*/ 3 h 424"/>
                  <a:gd name="T2" fmla="*/ 0 w 244"/>
                  <a:gd name="T3" fmla="*/ 3 h 424"/>
                  <a:gd name="T4" fmla="*/ 0 w 244"/>
                  <a:gd name="T5" fmla="*/ 3 h 424"/>
                  <a:gd name="T6" fmla="*/ 0 w 244"/>
                  <a:gd name="T7" fmla="*/ 3 h 424"/>
                  <a:gd name="T8" fmla="*/ 1 w 244"/>
                  <a:gd name="T9" fmla="*/ 3 h 424"/>
                  <a:gd name="T10" fmla="*/ 1 w 244"/>
                  <a:gd name="T11" fmla="*/ 3 h 424"/>
                  <a:gd name="T12" fmla="*/ 1 w 244"/>
                  <a:gd name="T13" fmla="*/ 3 h 424"/>
                  <a:gd name="T14" fmla="*/ 1 w 244"/>
                  <a:gd name="T15" fmla="*/ 3 h 424"/>
                  <a:gd name="T16" fmla="*/ 1 w 244"/>
                  <a:gd name="T17" fmla="*/ 3 h 424"/>
                  <a:gd name="T18" fmla="*/ 1 w 244"/>
                  <a:gd name="T19" fmla="*/ 2 h 424"/>
                  <a:gd name="T20" fmla="*/ 1 w 244"/>
                  <a:gd name="T21" fmla="*/ 2 h 424"/>
                  <a:gd name="T22" fmla="*/ 2 w 244"/>
                  <a:gd name="T23" fmla="*/ 2 h 424"/>
                  <a:gd name="T24" fmla="*/ 2 w 244"/>
                  <a:gd name="T25" fmla="*/ 2 h 424"/>
                  <a:gd name="T26" fmla="*/ 2 w 244"/>
                  <a:gd name="T27" fmla="*/ 1 h 424"/>
                  <a:gd name="T28" fmla="*/ 2 w 244"/>
                  <a:gd name="T29" fmla="*/ 1 h 424"/>
                  <a:gd name="T30" fmla="*/ 2 w 244"/>
                  <a:gd name="T31" fmla="*/ 1 h 424"/>
                  <a:gd name="T32" fmla="*/ 2 w 244"/>
                  <a:gd name="T33" fmla="*/ 0 h 424"/>
                  <a:gd name="T34" fmla="*/ 2 w 244"/>
                  <a:gd name="T35" fmla="*/ 0 h 424"/>
                  <a:gd name="T36" fmla="*/ 2 w 244"/>
                  <a:gd name="T37" fmla="*/ 0 h 424"/>
                  <a:gd name="T38" fmla="*/ 2 w 244"/>
                  <a:gd name="T39" fmla="*/ 0 h 424"/>
                  <a:gd name="T40" fmla="*/ 2 w 244"/>
                  <a:gd name="T41" fmla="*/ 1 h 424"/>
                  <a:gd name="T42" fmla="*/ 2 w 244"/>
                  <a:gd name="T43" fmla="*/ 1 h 424"/>
                  <a:gd name="T44" fmla="*/ 2 w 244"/>
                  <a:gd name="T45" fmla="*/ 1 h 424"/>
                  <a:gd name="T46" fmla="*/ 2 w 244"/>
                  <a:gd name="T47" fmla="*/ 2 h 424"/>
                  <a:gd name="T48" fmla="*/ 1 w 244"/>
                  <a:gd name="T49" fmla="*/ 2 h 424"/>
                  <a:gd name="T50" fmla="*/ 1 w 244"/>
                  <a:gd name="T51" fmla="*/ 2 h 424"/>
                  <a:gd name="T52" fmla="*/ 1 w 244"/>
                  <a:gd name="T53" fmla="*/ 2 h 424"/>
                  <a:gd name="T54" fmla="*/ 1 w 244"/>
                  <a:gd name="T55" fmla="*/ 3 h 424"/>
                  <a:gd name="T56" fmla="*/ 1 w 244"/>
                  <a:gd name="T57" fmla="*/ 3 h 424"/>
                  <a:gd name="T58" fmla="*/ 1 w 244"/>
                  <a:gd name="T59" fmla="*/ 3 h 424"/>
                  <a:gd name="T60" fmla="*/ 1 w 244"/>
                  <a:gd name="T61" fmla="*/ 3 h 424"/>
                  <a:gd name="T62" fmla="*/ 1 w 244"/>
                  <a:gd name="T63" fmla="*/ 3 h 424"/>
                  <a:gd name="T64" fmla="*/ 0 w 244"/>
                  <a:gd name="T65" fmla="*/ 3 h 424"/>
                  <a:gd name="T66" fmla="*/ 0 w 244"/>
                  <a:gd name="T67" fmla="*/ 3 h 424"/>
                  <a:gd name="T68" fmla="*/ 0 w 244"/>
                  <a:gd name="T69" fmla="*/ 3 h 424"/>
                  <a:gd name="T70" fmla="*/ 0 w 244"/>
                  <a:gd name="T71" fmla="*/ 3 h 424"/>
                  <a:gd name="T72" fmla="*/ 0 w 244"/>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4"/>
                  <a:gd name="T113" fmla="*/ 244 w 244"/>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4">
                    <a:moveTo>
                      <a:pt x="0" y="424"/>
                    </a:moveTo>
                    <a:lnTo>
                      <a:pt x="0" y="424"/>
                    </a:lnTo>
                    <a:lnTo>
                      <a:pt x="25" y="422"/>
                    </a:lnTo>
                    <a:lnTo>
                      <a:pt x="50" y="416"/>
                    </a:lnTo>
                    <a:lnTo>
                      <a:pt x="73" y="405"/>
                    </a:lnTo>
                    <a:lnTo>
                      <a:pt x="96" y="390"/>
                    </a:lnTo>
                    <a:lnTo>
                      <a:pt x="118" y="373"/>
                    </a:lnTo>
                    <a:lnTo>
                      <a:pt x="138" y="350"/>
                    </a:lnTo>
                    <a:lnTo>
                      <a:pt x="155" y="326"/>
                    </a:lnTo>
                    <a:lnTo>
                      <a:pt x="173" y="299"/>
                    </a:lnTo>
                    <a:lnTo>
                      <a:pt x="189" y="268"/>
                    </a:lnTo>
                    <a:lnTo>
                      <a:pt x="203" y="235"/>
                    </a:lnTo>
                    <a:lnTo>
                      <a:pt x="215" y="201"/>
                    </a:lnTo>
                    <a:lnTo>
                      <a:pt x="226" y="163"/>
                    </a:lnTo>
                    <a:lnTo>
                      <a:pt x="234" y="125"/>
                    </a:lnTo>
                    <a:lnTo>
                      <a:pt x="240" y="85"/>
                    </a:lnTo>
                    <a:lnTo>
                      <a:pt x="243" y="42"/>
                    </a:lnTo>
                    <a:lnTo>
                      <a:pt x="244" y="0"/>
                    </a:lnTo>
                    <a:lnTo>
                      <a:pt x="233" y="0"/>
                    </a:lnTo>
                    <a:lnTo>
                      <a:pt x="232" y="42"/>
                    </a:lnTo>
                    <a:lnTo>
                      <a:pt x="228" y="83"/>
                    </a:lnTo>
                    <a:lnTo>
                      <a:pt x="222" y="123"/>
                    </a:lnTo>
                    <a:lnTo>
                      <a:pt x="214" y="160"/>
                    </a:lnTo>
                    <a:lnTo>
                      <a:pt x="203" y="197"/>
                    </a:lnTo>
                    <a:lnTo>
                      <a:pt x="192" y="231"/>
                    </a:lnTo>
                    <a:lnTo>
                      <a:pt x="178" y="263"/>
                    </a:lnTo>
                    <a:lnTo>
                      <a:pt x="164" y="292"/>
                    </a:lnTo>
                    <a:lnTo>
                      <a:pt x="146" y="319"/>
                    </a:lnTo>
                    <a:lnTo>
                      <a:pt x="129" y="343"/>
                    </a:lnTo>
                    <a:lnTo>
                      <a:pt x="109" y="363"/>
                    </a:lnTo>
                    <a:lnTo>
                      <a:pt x="89" y="381"/>
                    </a:lnTo>
                    <a:lnTo>
                      <a:pt x="66" y="394"/>
                    </a:lnTo>
                    <a:lnTo>
                      <a:pt x="45" y="404"/>
                    </a:lnTo>
                    <a:lnTo>
                      <a:pt x="23" y="410"/>
                    </a:lnTo>
                    <a:lnTo>
                      <a:pt x="0" y="412"/>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0256" name="Freeform 238"/>
              <p:cNvSpPr>
                <a:spLocks/>
              </p:cNvSpPr>
              <p:nvPr/>
            </p:nvSpPr>
            <p:spPr bwMode="auto">
              <a:xfrm>
                <a:off x="915" y="1830"/>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1" y="42"/>
                    </a:lnTo>
                    <a:lnTo>
                      <a:pt x="4" y="85"/>
                    </a:lnTo>
                    <a:lnTo>
                      <a:pt x="10" y="125"/>
                    </a:lnTo>
                    <a:lnTo>
                      <a:pt x="19" y="163"/>
                    </a:lnTo>
                    <a:lnTo>
                      <a:pt x="29" y="201"/>
                    </a:lnTo>
                    <a:lnTo>
                      <a:pt x="41" y="235"/>
                    </a:lnTo>
                    <a:lnTo>
                      <a:pt x="55" y="268"/>
                    </a:lnTo>
                    <a:lnTo>
                      <a:pt x="71" y="299"/>
                    </a:lnTo>
                    <a:lnTo>
                      <a:pt x="89" y="326"/>
                    </a:lnTo>
                    <a:lnTo>
                      <a:pt x="106" y="350"/>
                    </a:lnTo>
                    <a:lnTo>
                      <a:pt x="126" y="373"/>
                    </a:lnTo>
                    <a:lnTo>
                      <a:pt x="149" y="390"/>
                    </a:lnTo>
                    <a:lnTo>
                      <a:pt x="171" y="405"/>
                    </a:lnTo>
                    <a:lnTo>
                      <a:pt x="194" y="416"/>
                    </a:lnTo>
                    <a:lnTo>
                      <a:pt x="219" y="422"/>
                    </a:lnTo>
                    <a:lnTo>
                      <a:pt x="245" y="424"/>
                    </a:lnTo>
                    <a:lnTo>
                      <a:pt x="245" y="412"/>
                    </a:lnTo>
                    <a:lnTo>
                      <a:pt x="221" y="410"/>
                    </a:lnTo>
                    <a:lnTo>
                      <a:pt x="199" y="404"/>
                    </a:lnTo>
                    <a:lnTo>
                      <a:pt x="178" y="394"/>
                    </a:lnTo>
                    <a:lnTo>
                      <a:pt x="156" y="381"/>
                    </a:lnTo>
                    <a:lnTo>
                      <a:pt x="136" y="363"/>
                    </a:lnTo>
                    <a:lnTo>
                      <a:pt x="116" y="343"/>
                    </a:lnTo>
                    <a:lnTo>
                      <a:pt x="98" y="319"/>
                    </a:lnTo>
                    <a:lnTo>
                      <a:pt x="81" y="292"/>
                    </a:lnTo>
                    <a:lnTo>
                      <a:pt x="67" y="263"/>
                    </a:lnTo>
                    <a:lnTo>
                      <a:pt x="52" y="231"/>
                    </a:lnTo>
                    <a:lnTo>
                      <a:pt x="41" y="197"/>
                    </a:lnTo>
                    <a:lnTo>
                      <a:pt x="30" y="160"/>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0257" name="Freeform 239"/>
              <p:cNvSpPr>
                <a:spLocks/>
              </p:cNvSpPr>
              <p:nvPr/>
            </p:nvSpPr>
            <p:spPr bwMode="auto">
              <a:xfrm>
                <a:off x="915" y="1745"/>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0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19" y="2"/>
                    </a:lnTo>
                    <a:lnTo>
                      <a:pt x="194" y="8"/>
                    </a:lnTo>
                    <a:lnTo>
                      <a:pt x="171" y="19"/>
                    </a:lnTo>
                    <a:lnTo>
                      <a:pt x="149" y="34"/>
                    </a:lnTo>
                    <a:lnTo>
                      <a:pt x="126" y="52"/>
                    </a:lnTo>
                    <a:lnTo>
                      <a:pt x="106" y="74"/>
                    </a:lnTo>
                    <a:lnTo>
                      <a:pt x="89" y="99"/>
                    </a:lnTo>
                    <a:lnTo>
                      <a:pt x="70" y="126"/>
                    </a:lnTo>
                    <a:lnTo>
                      <a:pt x="55" y="157"/>
                    </a:lnTo>
                    <a:lnTo>
                      <a:pt x="41" y="189"/>
                    </a:lnTo>
                    <a:lnTo>
                      <a:pt x="29" y="224"/>
                    </a:lnTo>
                    <a:lnTo>
                      <a:pt x="19" y="262"/>
                    </a:lnTo>
                    <a:lnTo>
                      <a:pt x="10" y="300"/>
                    </a:lnTo>
                    <a:lnTo>
                      <a:pt x="4" y="340"/>
                    </a:lnTo>
                    <a:lnTo>
                      <a:pt x="1" y="383"/>
                    </a:lnTo>
                    <a:lnTo>
                      <a:pt x="0" y="426"/>
                    </a:lnTo>
                    <a:lnTo>
                      <a:pt x="11" y="426"/>
                    </a:lnTo>
                    <a:lnTo>
                      <a:pt x="13" y="383"/>
                    </a:lnTo>
                    <a:lnTo>
                      <a:pt x="16" y="342"/>
                    </a:lnTo>
                    <a:lnTo>
                      <a:pt x="22" y="303"/>
                    </a:lnTo>
                    <a:lnTo>
                      <a:pt x="30" y="264"/>
                    </a:lnTo>
                    <a:lnTo>
                      <a:pt x="41" y="229"/>
                    </a:lnTo>
                    <a:lnTo>
                      <a:pt x="52" y="194"/>
                    </a:lnTo>
                    <a:lnTo>
                      <a:pt x="67" y="162"/>
                    </a:lnTo>
                    <a:lnTo>
                      <a:pt x="82" y="133"/>
                    </a:lnTo>
                    <a:lnTo>
                      <a:pt x="98" y="106"/>
                    </a:lnTo>
                    <a:lnTo>
                      <a:pt x="116" y="81"/>
                    </a:lnTo>
                    <a:lnTo>
                      <a:pt x="136" y="61"/>
                    </a:lnTo>
                    <a:lnTo>
                      <a:pt x="156" y="43"/>
                    </a:lnTo>
                    <a:lnTo>
                      <a:pt x="178" y="31"/>
                    </a:lnTo>
                    <a:lnTo>
                      <a:pt x="199" y="20"/>
                    </a:lnTo>
                    <a:lnTo>
                      <a:pt x="221"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0258" name="Freeform 240"/>
              <p:cNvSpPr>
                <a:spLocks/>
              </p:cNvSpPr>
              <p:nvPr/>
            </p:nvSpPr>
            <p:spPr bwMode="auto">
              <a:xfrm>
                <a:off x="1140" y="2087"/>
                <a:ext cx="49" cy="85"/>
              </a:xfrm>
              <a:custGeom>
                <a:avLst/>
                <a:gdLst>
                  <a:gd name="T0" fmla="*/ 2 w 246"/>
                  <a:gd name="T1" fmla="*/ 3 h 424"/>
                  <a:gd name="T2" fmla="*/ 2 w 246"/>
                  <a:gd name="T3" fmla="*/ 3 h 424"/>
                  <a:gd name="T4" fmla="*/ 2 w 246"/>
                  <a:gd name="T5" fmla="*/ 3 h 424"/>
                  <a:gd name="T6" fmla="*/ 2 w 246"/>
                  <a:gd name="T7" fmla="*/ 3 h 424"/>
                  <a:gd name="T8" fmla="*/ 2 w 246"/>
                  <a:gd name="T9" fmla="*/ 2 h 424"/>
                  <a:gd name="T10" fmla="*/ 2 w 246"/>
                  <a:gd name="T11" fmla="*/ 2 h 424"/>
                  <a:gd name="T12" fmla="*/ 2 w 246"/>
                  <a:gd name="T13" fmla="*/ 2 h 424"/>
                  <a:gd name="T14" fmla="*/ 2 w 246"/>
                  <a:gd name="T15" fmla="*/ 2 h 424"/>
                  <a:gd name="T16" fmla="*/ 2 w 246"/>
                  <a:gd name="T17" fmla="*/ 1 h 424"/>
                  <a:gd name="T18" fmla="*/ 1 w 246"/>
                  <a:gd name="T19" fmla="*/ 1 h 424"/>
                  <a:gd name="T20" fmla="*/ 1 w 246"/>
                  <a:gd name="T21" fmla="*/ 1 h 424"/>
                  <a:gd name="T22" fmla="*/ 1 w 246"/>
                  <a:gd name="T23" fmla="*/ 1 h 424"/>
                  <a:gd name="T24" fmla="*/ 1 w 246"/>
                  <a:gd name="T25" fmla="*/ 0 h 424"/>
                  <a:gd name="T26" fmla="*/ 1 w 246"/>
                  <a:gd name="T27" fmla="*/ 0 h 424"/>
                  <a:gd name="T28" fmla="*/ 1 w 246"/>
                  <a:gd name="T29" fmla="*/ 0 h 424"/>
                  <a:gd name="T30" fmla="*/ 0 w 246"/>
                  <a:gd name="T31" fmla="*/ 0 h 424"/>
                  <a:gd name="T32" fmla="*/ 0 w 246"/>
                  <a:gd name="T33" fmla="*/ 0 h 424"/>
                  <a:gd name="T34" fmla="*/ 0 w 246"/>
                  <a:gd name="T35" fmla="*/ 0 h 424"/>
                  <a:gd name="T36" fmla="*/ 0 w 246"/>
                  <a:gd name="T37" fmla="*/ 0 h 424"/>
                  <a:gd name="T38" fmla="*/ 0 w 246"/>
                  <a:gd name="T39" fmla="*/ 0 h 424"/>
                  <a:gd name="T40" fmla="*/ 0 w 246"/>
                  <a:gd name="T41" fmla="*/ 0 h 424"/>
                  <a:gd name="T42" fmla="*/ 1 w 246"/>
                  <a:gd name="T43" fmla="*/ 0 h 424"/>
                  <a:gd name="T44" fmla="*/ 1 w 246"/>
                  <a:gd name="T45" fmla="*/ 0 h 424"/>
                  <a:gd name="T46" fmla="*/ 1 w 246"/>
                  <a:gd name="T47" fmla="*/ 0 h 424"/>
                  <a:gd name="T48" fmla="*/ 1 w 246"/>
                  <a:gd name="T49" fmla="*/ 1 h 424"/>
                  <a:gd name="T50" fmla="*/ 1 w 246"/>
                  <a:gd name="T51" fmla="*/ 1 h 424"/>
                  <a:gd name="T52" fmla="*/ 1 w 246"/>
                  <a:gd name="T53" fmla="*/ 1 h 424"/>
                  <a:gd name="T54" fmla="*/ 1 w 246"/>
                  <a:gd name="T55" fmla="*/ 1 h 424"/>
                  <a:gd name="T56" fmla="*/ 2 w 246"/>
                  <a:gd name="T57" fmla="*/ 2 h 424"/>
                  <a:gd name="T58" fmla="*/ 2 w 246"/>
                  <a:gd name="T59" fmla="*/ 2 h 424"/>
                  <a:gd name="T60" fmla="*/ 2 w 246"/>
                  <a:gd name="T61" fmla="*/ 2 h 424"/>
                  <a:gd name="T62" fmla="*/ 2 w 246"/>
                  <a:gd name="T63" fmla="*/ 2 h 424"/>
                  <a:gd name="T64" fmla="*/ 2 w 246"/>
                  <a:gd name="T65" fmla="*/ 3 h 424"/>
                  <a:gd name="T66" fmla="*/ 2 w 246"/>
                  <a:gd name="T67" fmla="*/ 3 h 424"/>
                  <a:gd name="T68" fmla="*/ 2 w 246"/>
                  <a:gd name="T69" fmla="*/ 3 h 424"/>
                  <a:gd name="T70" fmla="*/ 2 w 246"/>
                  <a:gd name="T71" fmla="*/ 3 h 424"/>
                  <a:gd name="T72" fmla="*/ 2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424"/>
                    </a:moveTo>
                    <a:lnTo>
                      <a:pt x="246" y="424"/>
                    </a:lnTo>
                    <a:lnTo>
                      <a:pt x="244" y="382"/>
                    </a:lnTo>
                    <a:lnTo>
                      <a:pt x="241" y="338"/>
                    </a:lnTo>
                    <a:lnTo>
                      <a:pt x="235" y="298"/>
                    </a:lnTo>
                    <a:lnTo>
                      <a:pt x="227" y="261"/>
                    </a:lnTo>
                    <a:lnTo>
                      <a:pt x="216" y="222"/>
                    </a:lnTo>
                    <a:lnTo>
                      <a:pt x="205" y="188"/>
                    </a:lnTo>
                    <a:lnTo>
                      <a:pt x="190" y="155"/>
                    </a:lnTo>
                    <a:lnTo>
                      <a:pt x="174" y="125"/>
                    </a:lnTo>
                    <a:lnTo>
                      <a:pt x="157" y="98"/>
                    </a:lnTo>
                    <a:lnTo>
                      <a:pt x="138" y="73"/>
                    </a:lnTo>
                    <a:lnTo>
                      <a:pt x="118" y="51"/>
                    </a:lnTo>
                    <a:lnTo>
                      <a:pt x="96" y="34"/>
                    </a:lnTo>
                    <a:lnTo>
                      <a:pt x="74" y="18"/>
                    </a:lnTo>
                    <a:lnTo>
                      <a:pt x="50" y="8"/>
                    </a:lnTo>
                    <a:lnTo>
                      <a:pt x="25" y="2"/>
                    </a:lnTo>
                    <a:lnTo>
                      <a:pt x="0" y="0"/>
                    </a:lnTo>
                    <a:lnTo>
                      <a:pt x="0" y="11"/>
                    </a:lnTo>
                    <a:lnTo>
                      <a:pt x="23" y="14"/>
                    </a:lnTo>
                    <a:lnTo>
                      <a:pt x="45" y="19"/>
                    </a:lnTo>
                    <a:lnTo>
                      <a:pt x="67" y="30"/>
                    </a:lnTo>
                    <a:lnTo>
                      <a:pt x="89" y="43"/>
                    </a:lnTo>
                    <a:lnTo>
                      <a:pt x="108" y="60"/>
                    </a:lnTo>
                    <a:lnTo>
                      <a:pt x="128" y="80"/>
                    </a:lnTo>
                    <a:lnTo>
                      <a:pt x="147" y="105"/>
                    </a:lnTo>
                    <a:lnTo>
                      <a:pt x="165" y="132"/>
                    </a:lnTo>
                    <a:lnTo>
                      <a:pt x="179" y="160"/>
                    </a:lnTo>
                    <a:lnTo>
                      <a:pt x="193" y="193"/>
                    </a:lnTo>
                    <a:lnTo>
                      <a:pt x="205" y="227"/>
                    </a:lnTo>
                    <a:lnTo>
                      <a:pt x="215" y="263"/>
                    </a:lnTo>
                    <a:lnTo>
                      <a:pt x="223" y="301"/>
                    </a:lnTo>
                    <a:lnTo>
                      <a:pt x="229" y="341"/>
                    </a:lnTo>
                    <a:lnTo>
                      <a:pt x="233" y="382"/>
                    </a:lnTo>
                    <a:lnTo>
                      <a:pt x="234" y="424"/>
                    </a:lnTo>
                    <a:lnTo>
                      <a:pt x="246"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0259" name="Freeform 241"/>
              <p:cNvSpPr>
                <a:spLocks/>
              </p:cNvSpPr>
              <p:nvPr/>
            </p:nvSpPr>
            <p:spPr bwMode="auto">
              <a:xfrm>
                <a:off x="1140" y="2172"/>
                <a:ext cx="49" cy="85"/>
              </a:xfrm>
              <a:custGeom>
                <a:avLst/>
                <a:gdLst>
                  <a:gd name="T0" fmla="*/ 0 w 246"/>
                  <a:gd name="T1" fmla="*/ 3 h 426"/>
                  <a:gd name="T2" fmla="*/ 0 w 246"/>
                  <a:gd name="T3" fmla="*/ 3 h 426"/>
                  <a:gd name="T4" fmla="*/ 0 w 246"/>
                  <a:gd name="T5" fmla="*/ 3 h 426"/>
                  <a:gd name="T6" fmla="*/ 0 w 246"/>
                  <a:gd name="T7" fmla="*/ 3 h 426"/>
                  <a:gd name="T8" fmla="*/ 1 w 246"/>
                  <a:gd name="T9" fmla="*/ 3 h 426"/>
                  <a:gd name="T10" fmla="*/ 1 w 246"/>
                  <a:gd name="T11" fmla="*/ 3 h 426"/>
                  <a:gd name="T12" fmla="*/ 1 w 246"/>
                  <a:gd name="T13" fmla="*/ 3 h 426"/>
                  <a:gd name="T14" fmla="*/ 1 w 246"/>
                  <a:gd name="T15" fmla="*/ 3 h 426"/>
                  <a:gd name="T16" fmla="*/ 1 w 246"/>
                  <a:gd name="T17" fmla="*/ 3 h 426"/>
                  <a:gd name="T18" fmla="*/ 1 w 246"/>
                  <a:gd name="T19" fmla="*/ 2 h 426"/>
                  <a:gd name="T20" fmla="*/ 2 w 246"/>
                  <a:gd name="T21" fmla="*/ 2 h 426"/>
                  <a:gd name="T22" fmla="*/ 2 w 246"/>
                  <a:gd name="T23" fmla="*/ 2 h 426"/>
                  <a:gd name="T24" fmla="*/ 2 w 246"/>
                  <a:gd name="T25" fmla="*/ 2 h 426"/>
                  <a:gd name="T26" fmla="*/ 2 w 246"/>
                  <a:gd name="T27" fmla="*/ 1 h 426"/>
                  <a:gd name="T28" fmla="*/ 2 w 246"/>
                  <a:gd name="T29" fmla="*/ 1 h 426"/>
                  <a:gd name="T30" fmla="*/ 2 w 246"/>
                  <a:gd name="T31" fmla="*/ 1 h 426"/>
                  <a:gd name="T32" fmla="*/ 2 w 246"/>
                  <a:gd name="T33" fmla="*/ 0 h 426"/>
                  <a:gd name="T34" fmla="*/ 2 w 246"/>
                  <a:gd name="T35" fmla="*/ 0 h 426"/>
                  <a:gd name="T36" fmla="*/ 2 w 246"/>
                  <a:gd name="T37" fmla="*/ 0 h 426"/>
                  <a:gd name="T38" fmla="*/ 2 w 246"/>
                  <a:gd name="T39" fmla="*/ 0 h 426"/>
                  <a:gd name="T40" fmla="*/ 2 w 246"/>
                  <a:gd name="T41" fmla="*/ 1 h 426"/>
                  <a:gd name="T42" fmla="*/ 2 w 246"/>
                  <a:gd name="T43" fmla="*/ 1 h 426"/>
                  <a:gd name="T44" fmla="*/ 2 w 246"/>
                  <a:gd name="T45" fmla="*/ 1 h 426"/>
                  <a:gd name="T46" fmla="*/ 2 w 246"/>
                  <a:gd name="T47" fmla="*/ 2 h 426"/>
                  <a:gd name="T48" fmla="*/ 2 w 246"/>
                  <a:gd name="T49" fmla="*/ 2 h 426"/>
                  <a:gd name="T50" fmla="*/ 1 w 246"/>
                  <a:gd name="T51" fmla="*/ 2 h 426"/>
                  <a:gd name="T52" fmla="*/ 1 w 246"/>
                  <a:gd name="T53" fmla="*/ 2 h 426"/>
                  <a:gd name="T54" fmla="*/ 1 w 246"/>
                  <a:gd name="T55" fmla="*/ 3 h 426"/>
                  <a:gd name="T56" fmla="*/ 1 w 246"/>
                  <a:gd name="T57" fmla="*/ 3 h 426"/>
                  <a:gd name="T58" fmla="*/ 1 w 246"/>
                  <a:gd name="T59" fmla="*/ 3 h 426"/>
                  <a:gd name="T60" fmla="*/ 1 w 246"/>
                  <a:gd name="T61" fmla="*/ 3 h 426"/>
                  <a:gd name="T62" fmla="*/ 1 w 246"/>
                  <a:gd name="T63" fmla="*/ 3 h 426"/>
                  <a:gd name="T64" fmla="*/ 0 w 246"/>
                  <a:gd name="T65" fmla="*/ 3 h 426"/>
                  <a:gd name="T66" fmla="*/ 0 w 246"/>
                  <a:gd name="T67" fmla="*/ 3 h 426"/>
                  <a:gd name="T68" fmla="*/ 0 w 246"/>
                  <a:gd name="T69" fmla="*/ 3 h 426"/>
                  <a:gd name="T70" fmla="*/ 0 w 246"/>
                  <a:gd name="T71" fmla="*/ 3 h 426"/>
                  <a:gd name="T72" fmla="*/ 0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426"/>
                    </a:moveTo>
                    <a:lnTo>
                      <a:pt x="0" y="426"/>
                    </a:lnTo>
                    <a:lnTo>
                      <a:pt x="25" y="423"/>
                    </a:lnTo>
                    <a:lnTo>
                      <a:pt x="50" y="417"/>
                    </a:lnTo>
                    <a:lnTo>
                      <a:pt x="74" y="407"/>
                    </a:lnTo>
                    <a:lnTo>
                      <a:pt x="96" y="392"/>
                    </a:lnTo>
                    <a:lnTo>
                      <a:pt x="118" y="373"/>
                    </a:lnTo>
                    <a:lnTo>
                      <a:pt x="138" y="350"/>
                    </a:lnTo>
                    <a:lnTo>
                      <a:pt x="157" y="327"/>
                    </a:lnTo>
                    <a:lnTo>
                      <a:pt x="175" y="299"/>
                    </a:lnTo>
                    <a:lnTo>
                      <a:pt x="190" y="268"/>
                    </a:lnTo>
                    <a:lnTo>
                      <a:pt x="205" y="236"/>
                    </a:lnTo>
                    <a:lnTo>
                      <a:pt x="216" y="202"/>
                    </a:lnTo>
                    <a:lnTo>
                      <a:pt x="227" y="164"/>
                    </a:lnTo>
                    <a:lnTo>
                      <a:pt x="235" y="125"/>
                    </a:lnTo>
                    <a:lnTo>
                      <a:pt x="241" y="86"/>
                    </a:lnTo>
                    <a:lnTo>
                      <a:pt x="244" y="42"/>
                    </a:lnTo>
                    <a:lnTo>
                      <a:pt x="246" y="0"/>
                    </a:lnTo>
                    <a:lnTo>
                      <a:pt x="234" y="0"/>
                    </a:lnTo>
                    <a:lnTo>
                      <a:pt x="233" y="42"/>
                    </a:lnTo>
                    <a:lnTo>
                      <a:pt x="229" y="83"/>
                    </a:lnTo>
                    <a:lnTo>
                      <a:pt x="223" y="123"/>
                    </a:lnTo>
                    <a:lnTo>
                      <a:pt x="215" y="162"/>
                    </a:lnTo>
                    <a:lnTo>
                      <a:pt x="205" y="197"/>
                    </a:lnTo>
                    <a:lnTo>
                      <a:pt x="193" y="231"/>
                    </a:lnTo>
                    <a:lnTo>
                      <a:pt x="179" y="264"/>
                    </a:lnTo>
                    <a:lnTo>
                      <a:pt x="164" y="292"/>
                    </a:lnTo>
                    <a:lnTo>
                      <a:pt x="147" y="320"/>
                    </a:lnTo>
                    <a:lnTo>
                      <a:pt x="128" y="343"/>
                    </a:lnTo>
                    <a:lnTo>
                      <a:pt x="108" y="363"/>
                    </a:lnTo>
                    <a:lnTo>
                      <a:pt x="89" y="382"/>
                    </a:lnTo>
                    <a:lnTo>
                      <a:pt x="67" y="395"/>
                    </a:lnTo>
                    <a:lnTo>
                      <a:pt x="45" y="406"/>
                    </a:lnTo>
                    <a:lnTo>
                      <a:pt x="23" y="411"/>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0260" name="Freeform 242"/>
              <p:cNvSpPr>
                <a:spLocks/>
              </p:cNvSpPr>
              <p:nvPr/>
            </p:nvSpPr>
            <p:spPr bwMode="auto">
              <a:xfrm>
                <a:off x="1091" y="2172"/>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4" y="86"/>
                    </a:lnTo>
                    <a:lnTo>
                      <a:pt x="10" y="125"/>
                    </a:lnTo>
                    <a:lnTo>
                      <a:pt x="18" y="164"/>
                    </a:lnTo>
                    <a:lnTo>
                      <a:pt x="29" y="202"/>
                    </a:lnTo>
                    <a:lnTo>
                      <a:pt x="41" y="236"/>
                    </a:lnTo>
                    <a:lnTo>
                      <a:pt x="55" y="268"/>
                    </a:lnTo>
                    <a:lnTo>
                      <a:pt x="70" y="299"/>
                    </a:lnTo>
                    <a:lnTo>
                      <a:pt x="89" y="327"/>
                    </a:lnTo>
                    <a:lnTo>
                      <a:pt x="106" y="350"/>
                    </a:lnTo>
                    <a:lnTo>
                      <a:pt x="126" y="373"/>
                    </a:lnTo>
                    <a:lnTo>
                      <a:pt x="148" y="392"/>
                    </a:lnTo>
                    <a:lnTo>
                      <a:pt x="171" y="407"/>
                    </a:lnTo>
                    <a:lnTo>
                      <a:pt x="194" y="417"/>
                    </a:lnTo>
                    <a:lnTo>
                      <a:pt x="219" y="423"/>
                    </a:lnTo>
                    <a:lnTo>
                      <a:pt x="245" y="426"/>
                    </a:lnTo>
                    <a:lnTo>
                      <a:pt x="245" y="414"/>
                    </a:lnTo>
                    <a:lnTo>
                      <a:pt x="221" y="411"/>
                    </a:lnTo>
                    <a:lnTo>
                      <a:pt x="199" y="406"/>
                    </a:lnTo>
                    <a:lnTo>
                      <a:pt x="178" y="395"/>
                    </a:lnTo>
                    <a:lnTo>
                      <a:pt x="155" y="382"/>
                    </a:lnTo>
                    <a:lnTo>
                      <a:pt x="136" y="363"/>
                    </a:lnTo>
                    <a:lnTo>
                      <a:pt x="116" y="343"/>
                    </a:lnTo>
                    <a:lnTo>
                      <a:pt x="98" y="320"/>
                    </a:lnTo>
                    <a:lnTo>
                      <a:pt x="82" y="292"/>
                    </a:lnTo>
                    <a:lnTo>
                      <a:pt x="66" y="264"/>
                    </a:lnTo>
                    <a:lnTo>
                      <a:pt x="52" y="231"/>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0261" name="Freeform 243"/>
              <p:cNvSpPr>
                <a:spLocks/>
              </p:cNvSpPr>
              <p:nvPr/>
            </p:nvSpPr>
            <p:spPr bwMode="auto">
              <a:xfrm>
                <a:off x="1091" y="2087"/>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4" y="8"/>
                    </a:lnTo>
                    <a:lnTo>
                      <a:pt x="171" y="18"/>
                    </a:lnTo>
                    <a:lnTo>
                      <a:pt x="148" y="34"/>
                    </a:lnTo>
                    <a:lnTo>
                      <a:pt x="126" y="51"/>
                    </a:lnTo>
                    <a:lnTo>
                      <a:pt x="106" y="73"/>
                    </a:lnTo>
                    <a:lnTo>
                      <a:pt x="89" y="98"/>
                    </a:lnTo>
                    <a:lnTo>
                      <a:pt x="71" y="125"/>
                    </a:lnTo>
                    <a:lnTo>
                      <a:pt x="55" y="155"/>
                    </a:lnTo>
                    <a:lnTo>
                      <a:pt x="41" y="188"/>
                    </a:lnTo>
                    <a:lnTo>
                      <a:pt x="29" y="222"/>
                    </a:lnTo>
                    <a:lnTo>
                      <a:pt x="18" y="261"/>
                    </a:lnTo>
                    <a:lnTo>
                      <a:pt x="10" y="298"/>
                    </a:lnTo>
                    <a:lnTo>
                      <a:pt x="4" y="338"/>
                    </a:lnTo>
                    <a:lnTo>
                      <a:pt x="1" y="382"/>
                    </a:lnTo>
                    <a:lnTo>
                      <a:pt x="0" y="424"/>
                    </a:lnTo>
                    <a:lnTo>
                      <a:pt x="11" y="424"/>
                    </a:lnTo>
                    <a:lnTo>
                      <a:pt x="13" y="382"/>
                    </a:lnTo>
                    <a:lnTo>
                      <a:pt x="16" y="341"/>
                    </a:lnTo>
                    <a:lnTo>
                      <a:pt x="22" y="301"/>
                    </a:lnTo>
                    <a:lnTo>
                      <a:pt x="30" y="263"/>
                    </a:lnTo>
                    <a:lnTo>
                      <a:pt x="41" y="227"/>
                    </a:lnTo>
                    <a:lnTo>
                      <a:pt x="52" y="193"/>
                    </a:lnTo>
                    <a:lnTo>
                      <a:pt x="66" y="160"/>
                    </a:lnTo>
                    <a:lnTo>
                      <a:pt x="80" y="132"/>
                    </a:lnTo>
                    <a:lnTo>
                      <a:pt x="98" y="105"/>
                    </a:lnTo>
                    <a:lnTo>
                      <a:pt x="116" y="80"/>
                    </a:lnTo>
                    <a:lnTo>
                      <a:pt x="136" y="60"/>
                    </a:lnTo>
                    <a:lnTo>
                      <a:pt x="155" y="43"/>
                    </a:lnTo>
                    <a:lnTo>
                      <a:pt x="178" y="30"/>
                    </a:lnTo>
                    <a:lnTo>
                      <a:pt x="199" y="19"/>
                    </a:lnTo>
                    <a:lnTo>
                      <a:pt x="221" y="14"/>
                    </a:lnTo>
                    <a:lnTo>
                      <a:pt x="245" y="11"/>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0262" name="Freeform 244"/>
              <p:cNvSpPr>
                <a:spLocks/>
              </p:cNvSpPr>
              <p:nvPr/>
            </p:nvSpPr>
            <p:spPr bwMode="auto">
              <a:xfrm>
                <a:off x="1392" y="2118"/>
                <a:ext cx="49" cy="85"/>
              </a:xfrm>
              <a:custGeom>
                <a:avLst/>
                <a:gdLst>
                  <a:gd name="T0" fmla="*/ 2 w 246"/>
                  <a:gd name="T1" fmla="*/ 3 h 426"/>
                  <a:gd name="T2" fmla="*/ 2 w 246"/>
                  <a:gd name="T3" fmla="*/ 3 h 426"/>
                  <a:gd name="T4" fmla="*/ 2 w 246"/>
                  <a:gd name="T5" fmla="*/ 3 h 426"/>
                  <a:gd name="T6" fmla="*/ 2 w 246"/>
                  <a:gd name="T7" fmla="*/ 3 h 426"/>
                  <a:gd name="T8" fmla="*/ 2 w 246"/>
                  <a:gd name="T9" fmla="*/ 2 h 426"/>
                  <a:gd name="T10" fmla="*/ 2 w 246"/>
                  <a:gd name="T11" fmla="*/ 2 h 426"/>
                  <a:gd name="T12" fmla="*/ 2 w 246"/>
                  <a:gd name="T13" fmla="*/ 2 h 426"/>
                  <a:gd name="T14" fmla="*/ 2 w 246"/>
                  <a:gd name="T15" fmla="*/ 2 h 426"/>
                  <a:gd name="T16" fmla="*/ 2 w 246"/>
                  <a:gd name="T17" fmla="*/ 1 h 426"/>
                  <a:gd name="T18" fmla="*/ 1 w 246"/>
                  <a:gd name="T19" fmla="*/ 1 h 426"/>
                  <a:gd name="T20" fmla="*/ 1 w 246"/>
                  <a:gd name="T21" fmla="*/ 1 h 426"/>
                  <a:gd name="T22" fmla="*/ 1 w 246"/>
                  <a:gd name="T23" fmla="*/ 1 h 426"/>
                  <a:gd name="T24" fmla="*/ 1 w 246"/>
                  <a:gd name="T25" fmla="*/ 0 h 426"/>
                  <a:gd name="T26" fmla="*/ 1 w 246"/>
                  <a:gd name="T27" fmla="*/ 0 h 426"/>
                  <a:gd name="T28" fmla="*/ 1 w 246"/>
                  <a:gd name="T29" fmla="*/ 0 h 426"/>
                  <a:gd name="T30" fmla="*/ 0 w 246"/>
                  <a:gd name="T31" fmla="*/ 0 h 426"/>
                  <a:gd name="T32" fmla="*/ 0 w 246"/>
                  <a:gd name="T33" fmla="*/ 0 h 426"/>
                  <a:gd name="T34" fmla="*/ 0 w 246"/>
                  <a:gd name="T35" fmla="*/ 0 h 426"/>
                  <a:gd name="T36" fmla="*/ 0 w 246"/>
                  <a:gd name="T37" fmla="*/ 0 h 426"/>
                  <a:gd name="T38" fmla="*/ 0 w 246"/>
                  <a:gd name="T39" fmla="*/ 0 h 426"/>
                  <a:gd name="T40" fmla="*/ 0 w 246"/>
                  <a:gd name="T41" fmla="*/ 0 h 426"/>
                  <a:gd name="T42" fmla="*/ 1 w 246"/>
                  <a:gd name="T43" fmla="*/ 0 h 426"/>
                  <a:gd name="T44" fmla="*/ 1 w 246"/>
                  <a:gd name="T45" fmla="*/ 0 h 426"/>
                  <a:gd name="T46" fmla="*/ 1 w 246"/>
                  <a:gd name="T47" fmla="*/ 1 h 426"/>
                  <a:gd name="T48" fmla="*/ 1 w 246"/>
                  <a:gd name="T49" fmla="*/ 1 h 426"/>
                  <a:gd name="T50" fmla="*/ 1 w 246"/>
                  <a:gd name="T51" fmla="*/ 1 h 426"/>
                  <a:gd name="T52" fmla="*/ 1 w 246"/>
                  <a:gd name="T53" fmla="*/ 1 h 426"/>
                  <a:gd name="T54" fmla="*/ 1 w 246"/>
                  <a:gd name="T55" fmla="*/ 1 h 426"/>
                  <a:gd name="T56" fmla="*/ 2 w 246"/>
                  <a:gd name="T57" fmla="*/ 2 h 426"/>
                  <a:gd name="T58" fmla="*/ 2 w 246"/>
                  <a:gd name="T59" fmla="*/ 2 h 426"/>
                  <a:gd name="T60" fmla="*/ 2 w 246"/>
                  <a:gd name="T61" fmla="*/ 2 h 426"/>
                  <a:gd name="T62" fmla="*/ 2 w 246"/>
                  <a:gd name="T63" fmla="*/ 2 h 426"/>
                  <a:gd name="T64" fmla="*/ 2 w 246"/>
                  <a:gd name="T65" fmla="*/ 3 h 426"/>
                  <a:gd name="T66" fmla="*/ 2 w 246"/>
                  <a:gd name="T67" fmla="*/ 3 h 426"/>
                  <a:gd name="T68" fmla="*/ 2 w 246"/>
                  <a:gd name="T69" fmla="*/ 3 h 426"/>
                  <a:gd name="T70" fmla="*/ 2 w 246"/>
                  <a:gd name="T71" fmla="*/ 3 h 426"/>
                  <a:gd name="T72" fmla="*/ 2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246" y="426"/>
                    </a:moveTo>
                    <a:lnTo>
                      <a:pt x="246" y="426"/>
                    </a:lnTo>
                    <a:lnTo>
                      <a:pt x="245" y="384"/>
                    </a:lnTo>
                    <a:lnTo>
                      <a:pt x="242" y="340"/>
                    </a:lnTo>
                    <a:lnTo>
                      <a:pt x="236" y="301"/>
                    </a:lnTo>
                    <a:lnTo>
                      <a:pt x="228" y="262"/>
                    </a:lnTo>
                    <a:lnTo>
                      <a:pt x="217" y="224"/>
                    </a:lnTo>
                    <a:lnTo>
                      <a:pt x="205" y="190"/>
                    </a:lnTo>
                    <a:lnTo>
                      <a:pt x="191" y="158"/>
                    </a:lnTo>
                    <a:lnTo>
                      <a:pt x="176" y="126"/>
                    </a:lnTo>
                    <a:lnTo>
                      <a:pt x="157" y="99"/>
                    </a:lnTo>
                    <a:lnTo>
                      <a:pt x="139" y="75"/>
                    </a:lnTo>
                    <a:lnTo>
                      <a:pt x="119" y="53"/>
                    </a:lnTo>
                    <a:lnTo>
                      <a:pt x="96" y="34"/>
                    </a:lnTo>
                    <a:lnTo>
                      <a:pt x="75" y="19"/>
                    </a:lnTo>
                    <a:lnTo>
                      <a:pt x="51" y="9"/>
                    </a:lnTo>
                    <a:lnTo>
                      <a:pt x="26" y="3"/>
                    </a:lnTo>
                    <a:lnTo>
                      <a:pt x="0" y="0"/>
                    </a:lnTo>
                    <a:lnTo>
                      <a:pt x="0" y="12"/>
                    </a:lnTo>
                    <a:lnTo>
                      <a:pt x="24" y="15"/>
                    </a:lnTo>
                    <a:lnTo>
                      <a:pt x="46" y="20"/>
                    </a:lnTo>
                    <a:lnTo>
                      <a:pt x="68" y="31"/>
                    </a:lnTo>
                    <a:lnTo>
                      <a:pt x="89" y="44"/>
                    </a:lnTo>
                    <a:lnTo>
                      <a:pt x="109" y="63"/>
                    </a:lnTo>
                    <a:lnTo>
                      <a:pt x="129" y="83"/>
                    </a:lnTo>
                    <a:lnTo>
                      <a:pt x="148" y="106"/>
                    </a:lnTo>
                    <a:lnTo>
                      <a:pt x="164" y="133"/>
                    </a:lnTo>
                    <a:lnTo>
                      <a:pt x="180" y="162"/>
                    </a:lnTo>
                    <a:lnTo>
                      <a:pt x="194" y="195"/>
                    </a:lnTo>
                    <a:lnTo>
                      <a:pt x="205" y="229"/>
                    </a:lnTo>
                    <a:lnTo>
                      <a:pt x="216" y="264"/>
                    </a:lnTo>
                    <a:lnTo>
                      <a:pt x="224" y="303"/>
                    </a:lnTo>
                    <a:lnTo>
                      <a:pt x="230" y="343"/>
                    </a:lnTo>
                    <a:lnTo>
                      <a:pt x="233" y="384"/>
                    </a:lnTo>
                    <a:lnTo>
                      <a:pt x="235" y="426"/>
                    </a:lnTo>
                    <a:lnTo>
                      <a:pt x="246"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0263" name="Freeform 245"/>
              <p:cNvSpPr>
                <a:spLocks/>
              </p:cNvSpPr>
              <p:nvPr/>
            </p:nvSpPr>
            <p:spPr bwMode="auto">
              <a:xfrm>
                <a:off x="1392" y="2203"/>
                <a:ext cx="49" cy="85"/>
              </a:xfrm>
              <a:custGeom>
                <a:avLst/>
                <a:gdLst>
                  <a:gd name="T0" fmla="*/ 0 w 246"/>
                  <a:gd name="T1" fmla="*/ 3 h 424"/>
                  <a:gd name="T2" fmla="*/ 0 w 246"/>
                  <a:gd name="T3" fmla="*/ 3 h 424"/>
                  <a:gd name="T4" fmla="*/ 0 w 246"/>
                  <a:gd name="T5" fmla="*/ 3 h 424"/>
                  <a:gd name="T6" fmla="*/ 0 w 246"/>
                  <a:gd name="T7" fmla="*/ 3 h 424"/>
                  <a:gd name="T8" fmla="*/ 1 w 246"/>
                  <a:gd name="T9" fmla="*/ 3 h 424"/>
                  <a:gd name="T10" fmla="*/ 1 w 246"/>
                  <a:gd name="T11" fmla="*/ 3 h 424"/>
                  <a:gd name="T12" fmla="*/ 1 w 246"/>
                  <a:gd name="T13" fmla="*/ 3 h 424"/>
                  <a:gd name="T14" fmla="*/ 1 w 246"/>
                  <a:gd name="T15" fmla="*/ 3 h 424"/>
                  <a:gd name="T16" fmla="*/ 1 w 246"/>
                  <a:gd name="T17" fmla="*/ 3 h 424"/>
                  <a:gd name="T18" fmla="*/ 1 w 246"/>
                  <a:gd name="T19" fmla="*/ 2 h 424"/>
                  <a:gd name="T20" fmla="*/ 2 w 246"/>
                  <a:gd name="T21" fmla="*/ 2 h 424"/>
                  <a:gd name="T22" fmla="*/ 2 w 246"/>
                  <a:gd name="T23" fmla="*/ 2 h 424"/>
                  <a:gd name="T24" fmla="*/ 2 w 246"/>
                  <a:gd name="T25" fmla="*/ 2 h 424"/>
                  <a:gd name="T26" fmla="*/ 2 w 246"/>
                  <a:gd name="T27" fmla="*/ 1 h 424"/>
                  <a:gd name="T28" fmla="*/ 2 w 246"/>
                  <a:gd name="T29" fmla="*/ 1 h 424"/>
                  <a:gd name="T30" fmla="*/ 2 w 246"/>
                  <a:gd name="T31" fmla="*/ 1 h 424"/>
                  <a:gd name="T32" fmla="*/ 2 w 246"/>
                  <a:gd name="T33" fmla="*/ 0 h 424"/>
                  <a:gd name="T34" fmla="*/ 2 w 246"/>
                  <a:gd name="T35" fmla="*/ 0 h 424"/>
                  <a:gd name="T36" fmla="*/ 2 w 246"/>
                  <a:gd name="T37" fmla="*/ 0 h 424"/>
                  <a:gd name="T38" fmla="*/ 2 w 246"/>
                  <a:gd name="T39" fmla="*/ 0 h 424"/>
                  <a:gd name="T40" fmla="*/ 2 w 246"/>
                  <a:gd name="T41" fmla="*/ 1 h 424"/>
                  <a:gd name="T42" fmla="*/ 2 w 246"/>
                  <a:gd name="T43" fmla="*/ 1 h 424"/>
                  <a:gd name="T44" fmla="*/ 2 w 246"/>
                  <a:gd name="T45" fmla="*/ 1 h 424"/>
                  <a:gd name="T46" fmla="*/ 2 w 246"/>
                  <a:gd name="T47" fmla="*/ 2 h 424"/>
                  <a:gd name="T48" fmla="*/ 2 w 246"/>
                  <a:gd name="T49" fmla="*/ 2 h 424"/>
                  <a:gd name="T50" fmla="*/ 1 w 246"/>
                  <a:gd name="T51" fmla="*/ 2 h 424"/>
                  <a:gd name="T52" fmla="*/ 1 w 246"/>
                  <a:gd name="T53" fmla="*/ 2 h 424"/>
                  <a:gd name="T54" fmla="*/ 1 w 246"/>
                  <a:gd name="T55" fmla="*/ 3 h 424"/>
                  <a:gd name="T56" fmla="*/ 1 w 246"/>
                  <a:gd name="T57" fmla="*/ 3 h 424"/>
                  <a:gd name="T58" fmla="*/ 1 w 246"/>
                  <a:gd name="T59" fmla="*/ 3 h 424"/>
                  <a:gd name="T60" fmla="*/ 1 w 246"/>
                  <a:gd name="T61" fmla="*/ 3 h 424"/>
                  <a:gd name="T62" fmla="*/ 1 w 246"/>
                  <a:gd name="T63" fmla="*/ 3 h 424"/>
                  <a:gd name="T64" fmla="*/ 0 w 246"/>
                  <a:gd name="T65" fmla="*/ 3 h 424"/>
                  <a:gd name="T66" fmla="*/ 0 w 246"/>
                  <a:gd name="T67" fmla="*/ 3 h 424"/>
                  <a:gd name="T68" fmla="*/ 0 w 246"/>
                  <a:gd name="T69" fmla="*/ 3 h 424"/>
                  <a:gd name="T70" fmla="*/ 0 w 246"/>
                  <a:gd name="T71" fmla="*/ 3 h 424"/>
                  <a:gd name="T72" fmla="*/ 0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0" y="424"/>
                    </a:moveTo>
                    <a:lnTo>
                      <a:pt x="0" y="424"/>
                    </a:lnTo>
                    <a:lnTo>
                      <a:pt x="26" y="422"/>
                    </a:lnTo>
                    <a:lnTo>
                      <a:pt x="51" y="416"/>
                    </a:lnTo>
                    <a:lnTo>
                      <a:pt x="75" y="406"/>
                    </a:lnTo>
                    <a:lnTo>
                      <a:pt x="96" y="390"/>
                    </a:lnTo>
                    <a:lnTo>
                      <a:pt x="119" y="373"/>
                    </a:lnTo>
                    <a:lnTo>
                      <a:pt x="139" y="351"/>
                    </a:lnTo>
                    <a:lnTo>
                      <a:pt x="157" y="326"/>
                    </a:lnTo>
                    <a:lnTo>
                      <a:pt x="175" y="299"/>
                    </a:lnTo>
                    <a:lnTo>
                      <a:pt x="191" y="269"/>
                    </a:lnTo>
                    <a:lnTo>
                      <a:pt x="205" y="236"/>
                    </a:lnTo>
                    <a:lnTo>
                      <a:pt x="217" y="202"/>
                    </a:lnTo>
                    <a:lnTo>
                      <a:pt x="228" y="163"/>
                    </a:lnTo>
                    <a:lnTo>
                      <a:pt x="236" y="125"/>
                    </a:lnTo>
                    <a:lnTo>
                      <a:pt x="242" y="86"/>
                    </a:lnTo>
                    <a:lnTo>
                      <a:pt x="245" y="42"/>
                    </a:lnTo>
                    <a:lnTo>
                      <a:pt x="246" y="0"/>
                    </a:lnTo>
                    <a:lnTo>
                      <a:pt x="235" y="0"/>
                    </a:lnTo>
                    <a:lnTo>
                      <a:pt x="233" y="42"/>
                    </a:lnTo>
                    <a:lnTo>
                      <a:pt x="230" y="83"/>
                    </a:lnTo>
                    <a:lnTo>
                      <a:pt x="224" y="123"/>
                    </a:lnTo>
                    <a:lnTo>
                      <a:pt x="216" y="161"/>
                    </a:lnTo>
                    <a:lnTo>
                      <a:pt x="205" y="197"/>
                    </a:lnTo>
                    <a:lnTo>
                      <a:pt x="194" y="231"/>
                    </a:lnTo>
                    <a:lnTo>
                      <a:pt x="180" y="264"/>
                    </a:lnTo>
                    <a:lnTo>
                      <a:pt x="166" y="292"/>
                    </a:lnTo>
                    <a:lnTo>
                      <a:pt x="148" y="319"/>
                    </a:lnTo>
                    <a:lnTo>
                      <a:pt x="129" y="344"/>
                    </a:lnTo>
                    <a:lnTo>
                      <a:pt x="109" y="364"/>
                    </a:lnTo>
                    <a:lnTo>
                      <a:pt x="89" y="381"/>
                    </a:lnTo>
                    <a:lnTo>
                      <a:pt x="68" y="394"/>
                    </a:lnTo>
                    <a:lnTo>
                      <a:pt x="46" y="405"/>
                    </a:lnTo>
                    <a:lnTo>
                      <a:pt x="24" y="410"/>
                    </a:lnTo>
                    <a:lnTo>
                      <a:pt x="0" y="413"/>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0264" name="Freeform 246"/>
              <p:cNvSpPr>
                <a:spLocks/>
              </p:cNvSpPr>
              <p:nvPr/>
            </p:nvSpPr>
            <p:spPr bwMode="auto">
              <a:xfrm>
                <a:off x="1343" y="2203"/>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2" y="42"/>
                    </a:lnTo>
                    <a:lnTo>
                      <a:pt x="5" y="86"/>
                    </a:lnTo>
                    <a:lnTo>
                      <a:pt x="11" y="125"/>
                    </a:lnTo>
                    <a:lnTo>
                      <a:pt x="19" y="163"/>
                    </a:lnTo>
                    <a:lnTo>
                      <a:pt x="30" y="202"/>
                    </a:lnTo>
                    <a:lnTo>
                      <a:pt x="41" y="236"/>
                    </a:lnTo>
                    <a:lnTo>
                      <a:pt x="56" y="269"/>
                    </a:lnTo>
                    <a:lnTo>
                      <a:pt x="72" y="299"/>
                    </a:lnTo>
                    <a:lnTo>
                      <a:pt x="90" y="326"/>
                    </a:lnTo>
                    <a:lnTo>
                      <a:pt x="108" y="351"/>
                    </a:lnTo>
                    <a:lnTo>
                      <a:pt x="127" y="373"/>
                    </a:lnTo>
                    <a:lnTo>
                      <a:pt x="149" y="390"/>
                    </a:lnTo>
                    <a:lnTo>
                      <a:pt x="172" y="406"/>
                    </a:lnTo>
                    <a:lnTo>
                      <a:pt x="195" y="416"/>
                    </a:lnTo>
                    <a:lnTo>
                      <a:pt x="220" y="422"/>
                    </a:lnTo>
                    <a:lnTo>
                      <a:pt x="245" y="424"/>
                    </a:lnTo>
                    <a:lnTo>
                      <a:pt x="245" y="413"/>
                    </a:lnTo>
                    <a:lnTo>
                      <a:pt x="222" y="410"/>
                    </a:lnTo>
                    <a:lnTo>
                      <a:pt x="200" y="405"/>
                    </a:lnTo>
                    <a:lnTo>
                      <a:pt x="179" y="394"/>
                    </a:lnTo>
                    <a:lnTo>
                      <a:pt x="156" y="381"/>
                    </a:lnTo>
                    <a:lnTo>
                      <a:pt x="136" y="364"/>
                    </a:lnTo>
                    <a:lnTo>
                      <a:pt x="118" y="344"/>
                    </a:lnTo>
                    <a:lnTo>
                      <a:pt x="99" y="319"/>
                    </a:lnTo>
                    <a:lnTo>
                      <a:pt x="81" y="292"/>
                    </a:lnTo>
                    <a:lnTo>
                      <a:pt x="67" y="264"/>
                    </a:lnTo>
                    <a:lnTo>
                      <a:pt x="53" y="231"/>
                    </a:lnTo>
                    <a:lnTo>
                      <a:pt x="41" y="197"/>
                    </a:lnTo>
                    <a:lnTo>
                      <a:pt x="31" y="161"/>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0265" name="Freeform 247"/>
              <p:cNvSpPr>
                <a:spLocks/>
              </p:cNvSpPr>
              <p:nvPr/>
            </p:nvSpPr>
            <p:spPr bwMode="auto">
              <a:xfrm>
                <a:off x="1343" y="2118"/>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1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20" y="3"/>
                    </a:lnTo>
                    <a:lnTo>
                      <a:pt x="195" y="9"/>
                    </a:lnTo>
                    <a:lnTo>
                      <a:pt x="172" y="19"/>
                    </a:lnTo>
                    <a:lnTo>
                      <a:pt x="149" y="34"/>
                    </a:lnTo>
                    <a:lnTo>
                      <a:pt x="127" y="53"/>
                    </a:lnTo>
                    <a:lnTo>
                      <a:pt x="108" y="75"/>
                    </a:lnTo>
                    <a:lnTo>
                      <a:pt x="90" y="99"/>
                    </a:lnTo>
                    <a:lnTo>
                      <a:pt x="71" y="126"/>
                    </a:lnTo>
                    <a:lnTo>
                      <a:pt x="56" y="158"/>
                    </a:lnTo>
                    <a:lnTo>
                      <a:pt x="41" y="190"/>
                    </a:lnTo>
                    <a:lnTo>
                      <a:pt x="30" y="224"/>
                    </a:lnTo>
                    <a:lnTo>
                      <a:pt x="19" y="262"/>
                    </a:lnTo>
                    <a:lnTo>
                      <a:pt x="11" y="301"/>
                    </a:lnTo>
                    <a:lnTo>
                      <a:pt x="5" y="340"/>
                    </a:lnTo>
                    <a:lnTo>
                      <a:pt x="2" y="384"/>
                    </a:lnTo>
                    <a:lnTo>
                      <a:pt x="0" y="426"/>
                    </a:lnTo>
                    <a:lnTo>
                      <a:pt x="12" y="426"/>
                    </a:lnTo>
                    <a:lnTo>
                      <a:pt x="13" y="384"/>
                    </a:lnTo>
                    <a:lnTo>
                      <a:pt x="17" y="343"/>
                    </a:lnTo>
                    <a:lnTo>
                      <a:pt x="23" y="303"/>
                    </a:lnTo>
                    <a:lnTo>
                      <a:pt x="31" y="264"/>
                    </a:lnTo>
                    <a:lnTo>
                      <a:pt x="41" y="229"/>
                    </a:lnTo>
                    <a:lnTo>
                      <a:pt x="53" y="195"/>
                    </a:lnTo>
                    <a:lnTo>
                      <a:pt x="67" y="162"/>
                    </a:lnTo>
                    <a:lnTo>
                      <a:pt x="82" y="133"/>
                    </a:lnTo>
                    <a:lnTo>
                      <a:pt x="99" y="106"/>
                    </a:lnTo>
                    <a:lnTo>
                      <a:pt x="118" y="83"/>
                    </a:lnTo>
                    <a:lnTo>
                      <a:pt x="136" y="63"/>
                    </a:lnTo>
                    <a:lnTo>
                      <a:pt x="156" y="44"/>
                    </a:lnTo>
                    <a:lnTo>
                      <a:pt x="179" y="31"/>
                    </a:lnTo>
                    <a:lnTo>
                      <a:pt x="200" y="20"/>
                    </a:lnTo>
                    <a:lnTo>
                      <a:pt x="222" y="15"/>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0266" name="Freeform 248"/>
              <p:cNvSpPr>
                <a:spLocks/>
              </p:cNvSpPr>
              <p:nvPr/>
            </p:nvSpPr>
            <p:spPr bwMode="auto">
              <a:xfrm>
                <a:off x="1384" y="1859"/>
                <a:ext cx="49" cy="84"/>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1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3" y="382"/>
                    </a:lnTo>
                    <a:lnTo>
                      <a:pt x="240" y="339"/>
                    </a:lnTo>
                    <a:lnTo>
                      <a:pt x="234" y="299"/>
                    </a:lnTo>
                    <a:lnTo>
                      <a:pt x="226" y="261"/>
                    </a:lnTo>
                    <a:lnTo>
                      <a:pt x="215" y="222"/>
                    </a:lnTo>
                    <a:lnTo>
                      <a:pt x="204" y="188"/>
                    </a:lnTo>
                    <a:lnTo>
                      <a:pt x="189" y="156"/>
                    </a:lnTo>
                    <a:lnTo>
                      <a:pt x="173" y="125"/>
                    </a:lnTo>
                    <a:lnTo>
                      <a:pt x="155" y="98"/>
                    </a:lnTo>
                    <a:lnTo>
                      <a:pt x="138" y="74"/>
                    </a:lnTo>
                    <a:lnTo>
                      <a:pt x="118" y="51"/>
                    </a:lnTo>
                    <a:lnTo>
                      <a:pt x="96" y="34"/>
                    </a:lnTo>
                    <a:lnTo>
                      <a:pt x="73" y="18"/>
                    </a:lnTo>
                    <a:lnTo>
                      <a:pt x="50" y="8"/>
                    </a:lnTo>
                    <a:lnTo>
                      <a:pt x="25" y="2"/>
                    </a:lnTo>
                    <a:lnTo>
                      <a:pt x="0" y="0"/>
                    </a:lnTo>
                    <a:lnTo>
                      <a:pt x="0" y="11"/>
                    </a:lnTo>
                    <a:lnTo>
                      <a:pt x="23" y="14"/>
                    </a:lnTo>
                    <a:lnTo>
                      <a:pt x="45" y="20"/>
                    </a:lnTo>
                    <a:lnTo>
                      <a:pt x="66" y="30"/>
                    </a:lnTo>
                    <a:lnTo>
                      <a:pt x="89" y="43"/>
                    </a:lnTo>
                    <a:lnTo>
                      <a:pt x="109" y="61"/>
                    </a:lnTo>
                    <a:lnTo>
                      <a:pt x="129" y="81"/>
                    </a:lnTo>
                    <a:lnTo>
                      <a:pt x="146" y="105"/>
                    </a:lnTo>
                    <a:lnTo>
                      <a:pt x="164" y="132"/>
                    </a:lnTo>
                    <a:lnTo>
                      <a:pt x="178" y="160"/>
                    </a:lnTo>
                    <a:lnTo>
                      <a:pt x="192" y="193"/>
                    </a:lnTo>
                    <a:lnTo>
                      <a:pt x="204" y="227"/>
                    </a:lnTo>
                    <a:lnTo>
                      <a:pt x="214" y="264"/>
                    </a:lnTo>
                    <a:lnTo>
                      <a:pt x="222" y="301"/>
                    </a:lnTo>
                    <a:lnTo>
                      <a:pt x="228"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0267" name="Freeform 249"/>
              <p:cNvSpPr>
                <a:spLocks/>
              </p:cNvSpPr>
              <p:nvPr/>
            </p:nvSpPr>
            <p:spPr bwMode="auto">
              <a:xfrm>
                <a:off x="1384" y="1943"/>
                <a:ext cx="49" cy="86"/>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5" y="423"/>
                    </a:lnTo>
                    <a:lnTo>
                      <a:pt x="50" y="418"/>
                    </a:lnTo>
                    <a:lnTo>
                      <a:pt x="73" y="407"/>
                    </a:lnTo>
                    <a:lnTo>
                      <a:pt x="96" y="392"/>
                    </a:lnTo>
                    <a:lnTo>
                      <a:pt x="118" y="374"/>
                    </a:lnTo>
                    <a:lnTo>
                      <a:pt x="138" y="352"/>
                    </a:lnTo>
                    <a:lnTo>
                      <a:pt x="155" y="327"/>
                    </a:lnTo>
                    <a:lnTo>
                      <a:pt x="174" y="300"/>
                    </a:lnTo>
                    <a:lnTo>
                      <a:pt x="189" y="269"/>
                    </a:lnTo>
                    <a:lnTo>
                      <a:pt x="204" y="237"/>
                    </a:lnTo>
                    <a:lnTo>
                      <a:pt x="215" y="202"/>
                    </a:lnTo>
                    <a:lnTo>
                      <a:pt x="226" y="164"/>
                    </a:lnTo>
                    <a:lnTo>
                      <a:pt x="234" y="126"/>
                    </a:lnTo>
                    <a:lnTo>
                      <a:pt x="240" y="86"/>
                    </a:lnTo>
                    <a:lnTo>
                      <a:pt x="243" y="42"/>
                    </a:lnTo>
                    <a:lnTo>
                      <a:pt x="245" y="0"/>
                    </a:lnTo>
                    <a:lnTo>
                      <a:pt x="233" y="0"/>
                    </a:lnTo>
                    <a:lnTo>
                      <a:pt x="232" y="42"/>
                    </a:lnTo>
                    <a:lnTo>
                      <a:pt x="228" y="83"/>
                    </a:lnTo>
                    <a:lnTo>
                      <a:pt x="222" y="123"/>
                    </a:lnTo>
                    <a:lnTo>
                      <a:pt x="214" y="162"/>
                    </a:lnTo>
                    <a:lnTo>
                      <a:pt x="204" y="197"/>
                    </a:lnTo>
                    <a:lnTo>
                      <a:pt x="192" y="232"/>
                    </a:lnTo>
                    <a:lnTo>
                      <a:pt x="178" y="264"/>
                    </a:lnTo>
                    <a:lnTo>
                      <a:pt x="163" y="293"/>
                    </a:lnTo>
                    <a:lnTo>
                      <a:pt x="146" y="320"/>
                    </a:lnTo>
                    <a:lnTo>
                      <a:pt x="129" y="345"/>
                    </a:lnTo>
                    <a:lnTo>
                      <a:pt x="109" y="365"/>
                    </a:lnTo>
                    <a:lnTo>
                      <a:pt x="89" y="382"/>
                    </a:lnTo>
                    <a:lnTo>
                      <a:pt x="66" y="395"/>
                    </a:lnTo>
                    <a:lnTo>
                      <a:pt x="45" y="406"/>
                    </a:lnTo>
                    <a:lnTo>
                      <a:pt x="23"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0268" name="Freeform 250"/>
              <p:cNvSpPr>
                <a:spLocks/>
              </p:cNvSpPr>
              <p:nvPr/>
            </p:nvSpPr>
            <p:spPr bwMode="auto">
              <a:xfrm>
                <a:off x="1335" y="1943"/>
                <a:ext cx="49" cy="86"/>
              </a:xfrm>
              <a:custGeom>
                <a:avLst/>
                <a:gdLst>
                  <a:gd name="T0" fmla="*/ 0 w 246"/>
                  <a:gd name="T1" fmla="*/ 0 h 426"/>
                  <a:gd name="T2" fmla="*/ 0 w 246"/>
                  <a:gd name="T3" fmla="*/ 0 h 426"/>
                  <a:gd name="T4" fmla="*/ 0 w 246"/>
                  <a:gd name="T5" fmla="*/ 0 h 426"/>
                  <a:gd name="T6" fmla="*/ 0 w 246"/>
                  <a:gd name="T7" fmla="*/ 1 h 426"/>
                  <a:gd name="T8" fmla="*/ 0 w 246"/>
                  <a:gd name="T9" fmla="*/ 1 h 426"/>
                  <a:gd name="T10" fmla="*/ 0 w 246"/>
                  <a:gd name="T11" fmla="*/ 1 h 426"/>
                  <a:gd name="T12" fmla="*/ 0 w 246"/>
                  <a:gd name="T13" fmla="*/ 2 h 426"/>
                  <a:gd name="T14" fmla="*/ 0 w 246"/>
                  <a:gd name="T15" fmla="*/ 2 h 426"/>
                  <a:gd name="T16" fmla="*/ 0 w 246"/>
                  <a:gd name="T17" fmla="*/ 2 h 426"/>
                  <a:gd name="T18" fmla="*/ 1 w 246"/>
                  <a:gd name="T19" fmla="*/ 2 h 426"/>
                  <a:gd name="T20" fmla="*/ 1 w 246"/>
                  <a:gd name="T21" fmla="*/ 3 h 426"/>
                  <a:gd name="T22" fmla="*/ 1 w 246"/>
                  <a:gd name="T23" fmla="*/ 3 h 426"/>
                  <a:gd name="T24" fmla="*/ 1 w 246"/>
                  <a:gd name="T25" fmla="*/ 3 h 426"/>
                  <a:gd name="T26" fmla="*/ 1 w 246"/>
                  <a:gd name="T27" fmla="*/ 3 h 426"/>
                  <a:gd name="T28" fmla="*/ 1 w 246"/>
                  <a:gd name="T29" fmla="*/ 3 h 426"/>
                  <a:gd name="T30" fmla="*/ 2 w 246"/>
                  <a:gd name="T31" fmla="*/ 3 h 426"/>
                  <a:gd name="T32" fmla="*/ 2 w 246"/>
                  <a:gd name="T33" fmla="*/ 3 h 426"/>
                  <a:gd name="T34" fmla="*/ 2 w 246"/>
                  <a:gd name="T35" fmla="*/ 3 h 426"/>
                  <a:gd name="T36" fmla="*/ 2 w 246"/>
                  <a:gd name="T37" fmla="*/ 3 h 426"/>
                  <a:gd name="T38" fmla="*/ 2 w 246"/>
                  <a:gd name="T39" fmla="*/ 3 h 426"/>
                  <a:gd name="T40" fmla="*/ 2 w 246"/>
                  <a:gd name="T41" fmla="*/ 3 h 426"/>
                  <a:gd name="T42" fmla="*/ 1 w 246"/>
                  <a:gd name="T43" fmla="*/ 3 h 426"/>
                  <a:gd name="T44" fmla="*/ 1 w 246"/>
                  <a:gd name="T45" fmla="*/ 3 h 426"/>
                  <a:gd name="T46" fmla="*/ 1 w 246"/>
                  <a:gd name="T47" fmla="*/ 3 h 426"/>
                  <a:gd name="T48" fmla="*/ 1 w 246"/>
                  <a:gd name="T49" fmla="*/ 3 h 426"/>
                  <a:gd name="T50" fmla="*/ 1 w 246"/>
                  <a:gd name="T51" fmla="*/ 3 h 426"/>
                  <a:gd name="T52" fmla="*/ 1 w 246"/>
                  <a:gd name="T53" fmla="*/ 2 h 426"/>
                  <a:gd name="T54" fmla="*/ 1 w 246"/>
                  <a:gd name="T55" fmla="*/ 2 h 426"/>
                  <a:gd name="T56" fmla="*/ 0 w 246"/>
                  <a:gd name="T57" fmla="*/ 2 h 426"/>
                  <a:gd name="T58" fmla="*/ 0 w 246"/>
                  <a:gd name="T59" fmla="*/ 2 h 426"/>
                  <a:gd name="T60" fmla="*/ 0 w 246"/>
                  <a:gd name="T61" fmla="*/ 1 h 426"/>
                  <a:gd name="T62" fmla="*/ 0 w 246"/>
                  <a:gd name="T63" fmla="*/ 1 h 426"/>
                  <a:gd name="T64" fmla="*/ 0 w 246"/>
                  <a:gd name="T65" fmla="*/ 1 h 426"/>
                  <a:gd name="T66" fmla="*/ 0 w 246"/>
                  <a:gd name="T67" fmla="*/ 0 h 426"/>
                  <a:gd name="T68" fmla="*/ 0 w 246"/>
                  <a:gd name="T69" fmla="*/ 0 h 426"/>
                  <a:gd name="T70" fmla="*/ 0 w 246"/>
                  <a:gd name="T71" fmla="*/ 0 h 426"/>
                  <a:gd name="T72" fmla="*/ 0 w 246"/>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0"/>
                    </a:moveTo>
                    <a:lnTo>
                      <a:pt x="0" y="0"/>
                    </a:lnTo>
                    <a:lnTo>
                      <a:pt x="1" y="42"/>
                    </a:lnTo>
                    <a:lnTo>
                      <a:pt x="4" y="86"/>
                    </a:lnTo>
                    <a:lnTo>
                      <a:pt x="10" y="126"/>
                    </a:lnTo>
                    <a:lnTo>
                      <a:pt x="18" y="164"/>
                    </a:lnTo>
                    <a:lnTo>
                      <a:pt x="29" y="202"/>
                    </a:lnTo>
                    <a:lnTo>
                      <a:pt x="41" y="237"/>
                    </a:lnTo>
                    <a:lnTo>
                      <a:pt x="55" y="269"/>
                    </a:lnTo>
                    <a:lnTo>
                      <a:pt x="71" y="300"/>
                    </a:lnTo>
                    <a:lnTo>
                      <a:pt x="89" y="327"/>
                    </a:lnTo>
                    <a:lnTo>
                      <a:pt x="107" y="352"/>
                    </a:lnTo>
                    <a:lnTo>
                      <a:pt x="127" y="374"/>
                    </a:lnTo>
                    <a:lnTo>
                      <a:pt x="150" y="392"/>
                    </a:lnTo>
                    <a:lnTo>
                      <a:pt x="171" y="407"/>
                    </a:lnTo>
                    <a:lnTo>
                      <a:pt x="195" y="418"/>
                    </a:lnTo>
                    <a:lnTo>
                      <a:pt x="220" y="423"/>
                    </a:lnTo>
                    <a:lnTo>
                      <a:pt x="246" y="426"/>
                    </a:lnTo>
                    <a:lnTo>
                      <a:pt x="246" y="414"/>
                    </a:lnTo>
                    <a:lnTo>
                      <a:pt x="222" y="412"/>
                    </a:lnTo>
                    <a:lnTo>
                      <a:pt x="200" y="406"/>
                    </a:lnTo>
                    <a:lnTo>
                      <a:pt x="178" y="395"/>
                    </a:lnTo>
                    <a:lnTo>
                      <a:pt x="157" y="382"/>
                    </a:lnTo>
                    <a:lnTo>
                      <a:pt x="137" y="365"/>
                    </a:lnTo>
                    <a:lnTo>
                      <a:pt x="117" y="345"/>
                    </a:lnTo>
                    <a:lnTo>
                      <a:pt x="98" y="320"/>
                    </a:lnTo>
                    <a:lnTo>
                      <a:pt x="83" y="293"/>
                    </a:lnTo>
                    <a:lnTo>
                      <a:pt x="66" y="264"/>
                    </a:lnTo>
                    <a:lnTo>
                      <a:pt x="52" y="232"/>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0269" name="Freeform 251"/>
              <p:cNvSpPr>
                <a:spLocks/>
              </p:cNvSpPr>
              <p:nvPr/>
            </p:nvSpPr>
            <p:spPr bwMode="auto">
              <a:xfrm>
                <a:off x="1335" y="1859"/>
                <a:ext cx="49" cy="84"/>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1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0" y="2"/>
                    </a:lnTo>
                    <a:lnTo>
                      <a:pt x="195" y="8"/>
                    </a:lnTo>
                    <a:lnTo>
                      <a:pt x="171" y="18"/>
                    </a:lnTo>
                    <a:lnTo>
                      <a:pt x="150" y="34"/>
                    </a:lnTo>
                    <a:lnTo>
                      <a:pt x="127" y="51"/>
                    </a:lnTo>
                    <a:lnTo>
                      <a:pt x="107" y="74"/>
                    </a:lnTo>
                    <a:lnTo>
                      <a:pt x="89" y="98"/>
                    </a:lnTo>
                    <a:lnTo>
                      <a:pt x="72" y="125"/>
                    </a:lnTo>
                    <a:lnTo>
                      <a:pt x="55" y="156"/>
                    </a:lnTo>
                    <a:lnTo>
                      <a:pt x="41" y="188"/>
                    </a:lnTo>
                    <a:lnTo>
                      <a:pt x="29" y="222"/>
                    </a:lnTo>
                    <a:lnTo>
                      <a:pt x="18" y="261"/>
                    </a:lnTo>
                    <a:lnTo>
                      <a:pt x="10" y="299"/>
                    </a:lnTo>
                    <a:lnTo>
                      <a:pt x="4" y="339"/>
                    </a:lnTo>
                    <a:lnTo>
                      <a:pt x="1" y="382"/>
                    </a:lnTo>
                    <a:lnTo>
                      <a:pt x="0" y="424"/>
                    </a:lnTo>
                    <a:lnTo>
                      <a:pt x="11" y="424"/>
                    </a:lnTo>
                    <a:lnTo>
                      <a:pt x="13" y="382"/>
                    </a:lnTo>
                    <a:lnTo>
                      <a:pt x="16" y="341"/>
                    </a:lnTo>
                    <a:lnTo>
                      <a:pt x="22" y="301"/>
                    </a:lnTo>
                    <a:lnTo>
                      <a:pt x="30" y="264"/>
                    </a:lnTo>
                    <a:lnTo>
                      <a:pt x="41" y="227"/>
                    </a:lnTo>
                    <a:lnTo>
                      <a:pt x="52" y="193"/>
                    </a:lnTo>
                    <a:lnTo>
                      <a:pt x="66" y="160"/>
                    </a:lnTo>
                    <a:lnTo>
                      <a:pt x="82" y="132"/>
                    </a:lnTo>
                    <a:lnTo>
                      <a:pt x="98" y="105"/>
                    </a:lnTo>
                    <a:lnTo>
                      <a:pt x="117" y="81"/>
                    </a:lnTo>
                    <a:lnTo>
                      <a:pt x="137" y="61"/>
                    </a:lnTo>
                    <a:lnTo>
                      <a:pt x="157" y="43"/>
                    </a:lnTo>
                    <a:lnTo>
                      <a:pt x="178" y="30"/>
                    </a:lnTo>
                    <a:lnTo>
                      <a:pt x="200" y="20"/>
                    </a:lnTo>
                    <a:lnTo>
                      <a:pt x="222" y="14"/>
                    </a:lnTo>
                    <a:lnTo>
                      <a:pt x="246" y="11"/>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0270" name="Freeform 252"/>
              <p:cNvSpPr>
                <a:spLocks/>
              </p:cNvSpPr>
              <p:nvPr/>
            </p:nvSpPr>
            <p:spPr bwMode="auto">
              <a:xfrm>
                <a:off x="1552" y="1751"/>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1" y="339"/>
                    </a:lnTo>
                    <a:lnTo>
                      <a:pt x="235" y="299"/>
                    </a:lnTo>
                    <a:lnTo>
                      <a:pt x="226" y="261"/>
                    </a:lnTo>
                    <a:lnTo>
                      <a:pt x="216" y="223"/>
                    </a:lnTo>
                    <a:lnTo>
                      <a:pt x="204" y="189"/>
                    </a:lnTo>
                    <a:lnTo>
                      <a:pt x="190" y="156"/>
                    </a:lnTo>
                    <a:lnTo>
                      <a:pt x="174" y="125"/>
                    </a:lnTo>
                    <a:lnTo>
                      <a:pt x="156" y="98"/>
                    </a:lnTo>
                    <a:lnTo>
                      <a:pt x="137" y="74"/>
                    </a:lnTo>
                    <a:lnTo>
                      <a:pt x="119" y="52"/>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8" y="81"/>
                    </a:lnTo>
                    <a:lnTo>
                      <a:pt x="147" y="105"/>
                    </a:lnTo>
                    <a:lnTo>
                      <a:pt x="164" y="132"/>
                    </a:lnTo>
                    <a:lnTo>
                      <a:pt x="178" y="161"/>
                    </a:lnTo>
                    <a:lnTo>
                      <a:pt x="193" y="193"/>
                    </a:lnTo>
                    <a:lnTo>
                      <a:pt x="204" y="227"/>
                    </a:lnTo>
                    <a:lnTo>
                      <a:pt x="215" y="264"/>
                    </a:lnTo>
                    <a:lnTo>
                      <a:pt x="223" y="301"/>
                    </a:lnTo>
                    <a:lnTo>
                      <a:pt x="229" y="341"/>
                    </a:lnTo>
                    <a:lnTo>
                      <a:pt x="232" y="382"/>
                    </a:lnTo>
                    <a:lnTo>
                      <a:pt x="234"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0271" name="Freeform 253"/>
              <p:cNvSpPr>
                <a:spLocks/>
              </p:cNvSpPr>
              <p:nvPr/>
            </p:nvSpPr>
            <p:spPr bwMode="auto">
              <a:xfrm>
                <a:off x="1552" y="1836"/>
                <a:ext cx="49" cy="85"/>
              </a:xfrm>
              <a:custGeom>
                <a:avLst/>
                <a:gdLst>
                  <a:gd name="T0" fmla="*/ 0 w 245"/>
                  <a:gd name="T1" fmla="*/ 3 h 425"/>
                  <a:gd name="T2" fmla="*/ 0 w 245"/>
                  <a:gd name="T3" fmla="*/ 3 h 425"/>
                  <a:gd name="T4" fmla="*/ 0 w 245"/>
                  <a:gd name="T5" fmla="*/ 3 h 425"/>
                  <a:gd name="T6" fmla="*/ 0 w 245"/>
                  <a:gd name="T7" fmla="*/ 3 h 425"/>
                  <a:gd name="T8" fmla="*/ 1 w 245"/>
                  <a:gd name="T9" fmla="*/ 3 h 425"/>
                  <a:gd name="T10" fmla="*/ 1 w 245"/>
                  <a:gd name="T11" fmla="*/ 3 h 425"/>
                  <a:gd name="T12" fmla="*/ 1 w 245"/>
                  <a:gd name="T13" fmla="*/ 3 h 425"/>
                  <a:gd name="T14" fmla="*/ 1 w 245"/>
                  <a:gd name="T15" fmla="*/ 3 h 425"/>
                  <a:gd name="T16" fmla="*/ 1 w 245"/>
                  <a:gd name="T17" fmla="*/ 3 h 425"/>
                  <a:gd name="T18" fmla="*/ 1 w 245"/>
                  <a:gd name="T19" fmla="*/ 2 h 425"/>
                  <a:gd name="T20" fmla="*/ 2 w 245"/>
                  <a:gd name="T21" fmla="*/ 2 h 425"/>
                  <a:gd name="T22" fmla="*/ 2 w 245"/>
                  <a:gd name="T23" fmla="*/ 2 h 425"/>
                  <a:gd name="T24" fmla="*/ 2 w 245"/>
                  <a:gd name="T25" fmla="*/ 2 h 425"/>
                  <a:gd name="T26" fmla="*/ 2 w 245"/>
                  <a:gd name="T27" fmla="*/ 1 h 425"/>
                  <a:gd name="T28" fmla="*/ 2 w 245"/>
                  <a:gd name="T29" fmla="*/ 1 h 425"/>
                  <a:gd name="T30" fmla="*/ 2 w 245"/>
                  <a:gd name="T31" fmla="*/ 1 h 425"/>
                  <a:gd name="T32" fmla="*/ 2 w 245"/>
                  <a:gd name="T33" fmla="*/ 0 h 425"/>
                  <a:gd name="T34" fmla="*/ 2 w 245"/>
                  <a:gd name="T35" fmla="*/ 0 h 425"/>
                  <a:gd name="T36" fmla="*/ 2 w 245"/>
                  <a:gd name="T37" fmla="*/ 0 h 425"/>
                  <a:gd name="T38" fmla="*/ 2 w 245"/>
                  <a:gd name="T39" fmla="*/ 0 h 425"/>
                  <a:gd name="T40" fmla="*/ 2 w 245"/>
                  <a:gd name="T41" fmla="*/ 1 h 425"/>
                  <a:gd name="T42" fmla="*/ 2 w 245"/>
                  <a:gd name="T43" fmla="*/ 1 h 425"/>
                  <a:gd name="T44" fmla="*/ 2 w 245"/>
                  <a:gd name="T45" fmla="*/ 1 h 425"/>
                  <a:gd name="T46" fmla="*/ 2 w 245"/>
                  <a:gd name="T47" fmla="*/ 2 h 425"/>
                  <a:gd name="T48" fmla="*/ 2 w 245"/>
                  <a:gd name="T49" fmla="*/ 2 h 425"/>
                  <a:gd name="T50" fmla="*/ 1 w 245"/>
                  <a:gd name="T51" fmla="*/ 2 h 425"/>
                  <a:gd name="T52" fmla="*/ 1 w 245"/>
                  <a:gd name="T53" fmla="*/ 2 h 425"/>
                  <a:gd name="T54" fmla="*/ 1 w 245"/>
                  <a:gd name="T55" fmla="*/ 3 h 425"/>
                  <a:gd name="T56" fmla="*/ 1 w 245"/>
                  <a:gd name="T57" fmla="*/ 3 h 425"/>
                  <a:gd name="T58" fmla="*/ 1 w 245"/>
                  <a:gd name="T59" fmla="*/ 3 h 425"/>
                  <a:gd name="T60" fmla="*/ 1 w 245"/>
                  <a:gd name="T61" fmla="*/ 3 h 425"/>
                  <a:gd name="T62" fmla="*/ 1 w 245"/>
                  <a:gd name="T63" fmla="*/ 3 h 425"/>
                  <a:gd name="T64" fmla="*/ 0 w 245"/>
                  <a:gd name="T65" fmla="*/ 3 h 425"/>
                  <a:gd name="T66" fmla="*/ 0 w 245"/>
                  <a:gd name="T67" fmla="*/ 3 h 425"/>
                  <a:gd name="T68" fmla="*/ 0 w 245"/>
                  <a:gd name="T69" fmla="*/ 3 h 425"/>
                  <a:gd name="T70" fmla="*/ 0 w 245"/>
                  <a:gd name="T71" fmla="*/ 3 h 425"/>
                  <a:gd name="T72" fmla="*/ 0 w 245"/>
                  <a:gd name="T73" fmla="*/ 3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5"/>
                  <a:gd name="T113" fmla="*/ 245 w 245"/>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5">
                    <a:moveTo>
                      <a:pt x="0" y="425"/>
                    </a:moveTo>
                    <a:lnTo>
                      <a:pt x="0" y="425"/>
                    </a:lnTo>
                    <a:lnTo>
                      <a:pt x="26" y="422"/>
                    </a:lnTo>
                    <a:lnTo>
                      <a:pt x="51" y="417"/>
                    </a:lnTo>
                    <a:lnTo>
                      <a:pt x="74" y="406"/>
                    </a:lnTo>
                    <a:lnTo>
                      <a:pt x="96" y="391"/>
                    </a:lnTo>
                    <a:lnTo>
                      <a:pt x="119" y="373"/>
                    </a:lnTo>
                    <a:lnTo>
                      <a:pt x="137" y="351"/>
                    </a:lnTo>
                    <a:lnTo>
                      <a:pt x="156" y="326"/>
                    </a:lnTo>
                    <a:lnTo>
                      <a:pt x="174" y="299"/>
                    </a:lnTo>
                    <a:lnTo>
                      <a:pt x="190" y="269"/>
                    </a:lnTo>
                    <a:lnTo>
                      <a:pt x="204" y="236"/>
                    </a:lnTo>
                    <a:lnTo>
                      <a:pt x="216" y="202"/>
                    </a:lnTo>
                    <a:lnTo>
                      <a:pt x="226" y="163"/>
                    </a:lnTo>
                    <a:lnTo>
                      <a:pt x="235" y="126"/>
                    </a:lnTo>
                    <a:lnTo>
                      <a:pt x="241" y="86"/>
                    </a:lnTo>
                    <a:lnTo>
                      <a:pt x="244" y="43"/>
                    </a:lnTo>
                    <a:lnTo>
                      <a:pt x="245" y="0"/>
                    </a:lnTo>
                    <a:lnTo>
                      <a:pt x="234" y="0"/>
                    </a:lnTo>
                    <a:lnTo>
                      <a:pt x="232" y="43"/>
                    </a:lnTo>
                    <a:lnTo>
                      <a:pt x="229" y="84"/>
                    </a:lnTo>
                    <a:lnTo>
                      <a:pt x="223" y="123"/>
                    </a:lnTo>
                    <a:lnTo>
                      <a:pt x="215" y="161"/>
                    </a:lnTo>
                    <a:lnTo>
                      <a:pt x="204" y="197"/>
                    </a:lnTo>
                    <a:lnTo>
                      <a:pt x="193" y="231"/>
                    </a:lnTo>
                    <a:lnTo>
                      <a:pt x="178" y="264"/>
                    </a:lnTo>
                    <a:lnTo>
                      <a:pt x="164" y="292"/>
                    </a:lnTo>
                    <a:lnTo>
                      <a:pt x="147" y="319"/>
                    </a:lnTo>
                    <a:lnTo>
                      <a:pt x="128" y="344"/>
                    </a:lnTo>
                    <a:lnTo>
                      <a:pt x="109" y="364"/>
                    </a:lnTo>
                    <a:lnTo>
                      <a:pt x="89" y="381"/>
                    </a:lnTo>
                    <a:lnTo>
                      <a:pt x="67" y="394"/>
                    </a:lnTo>
                    <a:lnTo>
                      <a:pt x="46" y="405"/>
                    </a:lnTo>
                    <a:lnTo>
                      <a:pt x="24" y="411"/>
                    </a:lnTo>
                    <a:lnTo>
                      <a:pt x="0" y="413"/>
                    </a:lnTo>
                    <a:lnTo>
                      <a:pt x="0" y="425"/>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0272" name="Freeform 254"/>
              <p:cNvSpPr>
                <a:spLocks/>
              </p:cNvSpPr>
              <p:nvPr/>
            </p:nvSpPr>
            <p:spPr bwMode="auto">
              <a:xfrm>
                <a:off x="1502" y="1836"/>
                <a:ext cx="50" cy="85"/>
              </a:xfrm>
              <a:custGeom>
                <a:avLst/>
                <a:gdLst>
                  <a:gd name="T0" fmla="*/ 0 w 246"/>
                  <a:gd name="T1" fmla="*/ 0 h 425"/>
                  <a:gd name="T2" fmla="*/ 0 w 246"/>
                  <a:gd name="T3" fmla="*/ 0 h 425"/>
                  <a:gd name="T4" fmla="*/ 0 w 246"/>
                  <a:gd name="T5" fmla="*/ 0 h 425"/>
                  <a:gd name="T6" fmla="*/ 0 w 246"/>
                  <a:gd name="T7" fmla="*/ 1 h 425"/>
                  <a:gd name="T8" fmla="*/ 0 w 246"/>
                  <a:gd name="T9" fmla="*/ 1 h 425"/>
                  <a:gd name="T10" fmla="*/ 0 w 246"/>
                  <a:gd name="T11" fmla="*/ 1 h 425"/>
                  <a:gd name="T12" fmla="*/ 0 w 246"/>
                  <a:gd name="T13" fmla="*/ 2 h 425"/>
                  <a:gd name="T14" fmla="*/ 0 w 246"/>
                  <a:gd name="T15" fmla="*/ 2 h 425"/>
                  <a:gd name="T16" fmla="*/ 0 w 246"/>
                  <a:gd name="T17" fmla="*/ 2 h 425"/>
                  <a:gd name="T18" fmla="*/ 1 w 246"/>
                  <a:gd name="T19" fmla="*/ 2 h 425"/>
                  <a:gd name="T20" fmla="*/ 1 w 246"/>
                  <a:gd name="T21" fmla="*/ 3 h 425"/>
                  <a:gd name="T22" fmla="*/ 1 w 246"/>
                  <a:gd name="T23" fmla="*/ 3 h 425"/>
                  <a:gd name="T24" fmla="*/ 1 w 246"/>
                  <a:gd name="T25" fmla="*/ 3 h 425"/>
                  <a:gd name="T26" fmla="*/ 1 w 246"/>
                  <a:gd name="T27" fmla="*/ 3 h 425"/>
                  <a:gd name="T28" fmla="*/ 1 w 246"/>
                  <a:gd name="T29" fmla="*/ 3 h 425"/>
                  <a:gd name="T30" fmla="*/ 2 w 246"/>
                  <a:gd name="T31" fmla="*/ 3 h 425"/>
                  <a:gd name="T32" fmla="*/ 2 w 246"/>
                  <a:gd name="T33" fmla="*/ 3 h 425"/>
                  <a:gd name="T34" fmla="*/ 2 w 246"/>
                  <a:gd name="T35" fmla="*/ 3 h 425"/>
                  <a:gd name="T36" fmla="*/ 2 w 246"/>
                  <a:gd name="T37" fmla="*/ 3 h 425"/>
                  <a:gd name="T38" fmla="*/ 2 w 246"/>
                  <a:gd name="T39" fmla="*/ 3 h 425"/>
                  <a:gd name="T40" fmla="*/ 2 w 246"/>
                  <a:gd name="T41" fmla="*/ 3 h 425"/>
                  <a:gd name="T42" fmla="*/ 1 w 246"/>
                  <a:gd name="T43" fmla="*/ 3 h 425"/>
                  <a:gd name="T44" fmla="*/ 1 w 246"/>
                  <a:gd name="T45" fmla="*/ 3 h 425"/>
                  <a:gd name="T46" fmla="*/ 1 w 246"/>
                  <a:gd name="T47" fmla="*/ 3 h 425"/>
                  <a:gd name="T48" fmla="*/ 1 w 246"/>
                  <a:gd name="T49" fmla="*/ 3 h 425"/>
                  <a:gd name="T50" fmla="*/ 1 w 246"/>
                  <a:gd name="T51" fmla="*/ 3 h 425"/>
                  <a:gd name="T52" fmla="*/ 1 w 246"/>
                  <a:gd name="T53" fmla="*/ 2 h 425"/>
                  <a:gd name="T54" fmla="*/ 1 w 246"/>
                  <a:gd name="T55" fmla="*/ 2 h 425"/>
                  <a:gd name="T56" fmla="*/ 0 w 246"/>
                  <a:gd name="T57" fmla="*/ 2 h 425"/>
                  <a:gd name="T58" fmla="*/ 0 w 246"/>
                  <a:gd name="T59" fmla="*/ 2 h 425"/>
                  <a:gd name="T60" fmla="*/ 0 w 246"/>
                  <a:gd name="T61" fmla="*/ 1 h 425"/>
                  <a:gd name="T62" fmla="*/ 0 w 246"/>
                  <a:gd name="T63" fmla="*/ 1 h 425"/>
                  <a:gd name="T64" fmla="*/ 0 w 246"/>
                  <a:gd name="T65" fmla="*/ 1 h 425"/>
                  <a:gd name="T66" fmla="*/ 0 w 246"/>
                  <a:gd name="T67" fmla="*/ 0 h 425"/>
                  <a:gd name="T68" fmla="*/ 0 w 246"/>
                  <a:gd name="T69" fmla="*/ 0 h 425"/>
                  <a:gd name="T70" fmla="*/ 0 w 246"/>
                  <a:gd name="T71" fmla="*/ 0 h 425"/>
                  <a:gd name="T72" fmla="*/ 0 w 246"/>
                  <a:gd name="T73" fmla="*/ 0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5"/>
                  <a:gd name="T113" fmla="*/ 246 w 246"/>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5">
                    <a:moveTo>
                      <a:pt x="0" y="0"/>
                    </a:moveTo>
                    <a:lnTo>
                      <a:pt x="0" y="0"/>
                    </a:lnTo>
                    <a:lnTo>
                      <a:pt x="2" y="43"/>
                    </a:lnTo>
                    <a:lnTo>
                      <a:pt x="5" y="86"/>
                    </a:lnTo>
                    <a:lnTo>
                      <a:pt x="11" y="126"/>
                    </a:lnTo>
                    <a:lnTo>
                      <a:pt x="19" y="163"/>
                    </a:lnTo>
                    <a:lnTo>
                      <a:pt x="30" y="202"/>
                    </a:lnTo>
                    <a:lnTo>
                      <a:pt x="41" y="236"/>
                    </a:lnTo>
                    <a:lnTo>
                      <a:pt x="55" y="269"/>
                    </a:lnTo>
                    <a:lnTo>
                      <a:pt x="73" y="299"/>
                    </a:lnTo>
                    <a:lnTo>
                      <a:pt x="89" y="326"/>
                    </a:lnTo>
                    <a:lnTo>
                      <a:pt x="108" y="351"/>
                    </a:lnTo>
                    <a:lnTo>
                      <a:pt x="128" y="373"/>
                    </a:lnTo>
                    <a:lnTo>
                      <a:pt x="150" y="391"/>
                    </a:lnTo>
                    <a:lnTo>
                      <a:pt x="171" y="406"/>
                    </a:lnTo>
                    <a:lnTo>
                      <a:pt x="196" y="417"/>
                    </a:lnTo>
                    <a:lnTo>
                      <a:pt x="221" y="422"/>
                    </a:lnTo>
                    <a:lnTo>
                      <a:pt x="246" y="425"/>
                    </a:lnTo>
                    <a:lnTo>
                      <a:pt x="246" y="413"/>
                    </a:lnTo>
                    <a:lnTo>
                      <a:pt x="223" y="411"/>
                    </a:lnTo>
                    <a:lnTo>
                      <a:pt x="201" y="405"/>
                    </a:lnTo>
                    <a:lnTo>
                      <a:pt x="178" y="394"/>
                    </a:lnTo>
                    <a:lnTo>
                      <a:pt x="157" y="381"/>
                    </a:lnTo>
                    <a:lnTo>
                      <a:pt x="137" y="364"/>
                    </a:lnTo>
                    <a:lnTo>
                      <a:pt x="117" y="344"/>
                    </a:lnTo>
                    <a:lnTo>
                      <a:pt x="99" y="319"/>
                    </a:lnTo>
                    <a:lnTo>
                      <a:pt x="82" y="292"/>
                    </a:lnTo>
                    <a:lnTo>
                      <a:pt x="67" y="264"/>
                    </a:lnTo>
                    <a:lnTo>
                      <a:pt x="53" y="231"/>
                    </a:lnTo>
                    <a:lnTo>
                      <a:pt x="41" y="197"/>
                    </a:lnTo>
                    <a:lnTo>
                      <a:pt x="31" y="161"/>
                    </a:lnTo>
                    <a:lnTo>
                      <a:pt x="23" y="123"/>
                    </a:lnTo>
                    <a:lnTo>
                      <a:pt x="17" y="84"/>
                    </a:lnTo>
                    <a:lnTo>
                      <a:pt x="13" y="4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0273" name="Freeform 255"/>
              <p:cNvSpPr>
                <a:spLocks/>
              </p:cNvSpPr>
              <p:nvPr/>
            </p:nvSpPr>
            <p:spPr bwMode="auto">
              <a:xfrm>
                <a:off x="1502" y="1751"/>
                <a:ext cx="50" cy="85"/>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2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1" y="2"/>
                    </a:lnTo>
                    <a:lnTo>
                      <a:pt x="196" y="8"/>
                    </a:lnTo>
                    <a:lnTo>
                      <a:pt x="171" y="19"/>
                    </a:lnTo>
                    <a:lnTo>
                      <a:pt x="150" y="34"/>
                    </a:lnTo>
                    <a:lnTo>
                      <a:pt x="128" y="52"/>
                    </a:lnTo>
                    <a:lnTo>
                      <a:pt x="108" y="74"/>
                    </a:lnTo>
                    <a:lnTo>
                      <a:pt x="89" y="98"/>
                    </a:lnTo>
                    <a:lnTo>
                      <a:pt x="73" y="125"/>
                    </a:lnTo>
                    <a:lnTo>
                      <a:pt x="55" y="156"/>
                    </a:lnTo>
                    <a:lnTo>
                      <a:pt x="41" y="189"/>
                    </a:lnTo>
                    <a:lnTo>
                      <a:pt x="30" y="223"/>
                    </a:lnTo>
                    <a:lnTo>
                      <a:pt x="19" y="261"/>
                    </a:lnTo>
                    <a:lnTo>
                      <a:pt x="11" y="299"/>
                    </a:lnTo>
                    <a:lnTo>
                      <a:pt x="5" y="339"/>
                    </a:lnTo>
                    <a:lnTo>
                      <a:pt x="2" y="382"/>
                    </a:lnTo>
                    <a:lnTo>
                      <a:pt x="0" y="424"/>
                    </a:lnTo>
                    <a:lnTo>
                      <a:pt x="12" y="424"/>
                    </a:lnTo>
                    <a:lnTo>
                      <a:pt x="13" y="382"/>
                    </a:lnTo>
                    <a:lnTo>
                      <a:pt x="17" y="341"/>
                    </a:lnTo>
                    <a:lnTo>
                      <a:pt x="23" y="301"/>
                    </a:lnTo>
                    <a:lnTo>
                      <a:pt x="31" y="264"/>
                    </a:lnTo>
                    <a:lnTo>
                      <a:pt x="41" y="227"/>
                    </a:lnTo>
                    <a:lnTo>
                      <a:pt x="53" y="193"/>
                    </a:lnTo>
                    <a:lnTo>
                      <a:pt x="67" y="161"/>
                    </a:lnTo>
                    <a:lnTo>
                      <a:pt x="82" y="132"/>
                    </a:lnTo>
                    <a:lnTo>
                      <a:pt x="99" y="105"/>
                    </a:lnTo>
                    <a:lnTo>
                      <a:pt x="117" y="81"/>
                    </a:lnTo>
                    <a:lnTo>
                      <a:pt x="137" y="61"/>
                    </a:lnTo>
                    <a:lnTo>
                      <a:pt x="157" y="43"/>
                    </a:lnTo>
                    <a:lnTo>
                      <a:pt x="178" y="30"/>
                    </a:lnTo>
                    <a:lnTo>
                      <a:pt x="201" y="20"/>
                    </a:lnTo>
                    <a:lnTo>
                      <a:pt x="223" y="14"/>
                    </a:lnTo>
                    <a:lnTo>
                      <a:pt x="246" y="12"/>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0274" name="Freeform 256"/>
              <p:cNvSpPr>
                <a:spLocks/>
              </p:cNvSpPr>
              <p:nvPr/>
            </p:nvSpPr>
            <p:spPr bwMode="auto">
              <a:xfrm>
                <a:off x="1565" y="2016"/>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0" y="339"/>
                    </a:lnTo>
                    <a:lnTo>
                      <a:pt x="234" y="299"/>
                    </a:lnTo>
                    <a:lnTo>
                      <a:pt x="226" y="261"/>
                    </a:lnTo>
                    <a:lnTo>
                      <a:pt x="216" y="223"/>
                    </a:lnTo>
                    <a:lnTo>
                      <a:pt x="204" y="189"/>
                    </a:lnTo>
                    <a:lnTo>
                      <a:pt x="190" y="156"/>
                    </a:lnTo>
                    <a:lnTo>
                      <a:pt x="174" y="125"/>
                    </a:lnTo>
                    <a:lnTo>
                      <a:pt x="156" y="98"/>
                    </a:lnTo>
                    <a:lnTo>
                      <a:pt x="138" y="74"/>
                    </a:lnTo>
                    <a:lnTo>
                      <a:pt x="118" y="51"/>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9" y="81"/>
                    </a:lnTo>
                    <a:lnTo>
                      <a:pt x="147" y="105"/>
                    </a:lnTo>
                    <a:lnTo>
                      <a:pt x="164" y="132"/>
                    </a:lnTo>
                    <a:lnTo>
                      <a:pt x="178" y="160"/>
                    </a:lnTo>
                    <a:lnTo>
                      <a:pt x="192" y="193"/>
                    </a:lnTo>
                    <a:lnTo>
                      <a:pt x="204" y="227"/>
                    </a:lnTo>
                    <a:lnTo>
                      <a:pt x="215" y="264"/>
                    </a:lnTo>
                    <a:lnTo>
                      <a:pt x="223" y="301"/>
                    </a:lnTo>
                    <a:lnTo>
                      <a:pt x="229"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0275" name="Freeform 257"/>
              <p:cNvSpPr>
                <a:spLocks/>
              </p:cNvSpPr>
              <p:nvPr/>
            </p:nvSpPr>
            <p:spPr bwMode="auto">
              <a:xfrm>
                <a:off x="1565" y="2101"/>
                <a:ext cx="49" cy="85"/>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6" y="423"/>
                    </a:lnTo>
                    <a:lnTo>
                      <a:pt x="51" y="418"/>
                    </a:lnTo>
                    <a:lnTo>
                      <a:pt x="74" y="407"/>
                    </a:lnTo>
                    <a:lnTo>
                      <a:pt x="96" y="392"/>
                    </a:lnTo>
                    <a:lnTo>
                      <a:pt x="118" y="373"/>
                    </a:lnTo>
                    <a:lnTo>
                      <a:pt x="138" y="351"/>
                    </a:lnTo>
                    <a:lnTo>
                      <a:pt x="156" y="327"/>
                    </a:lnTo>
                    <a:lnTo>
                      <a:pt x="175" y="299"/>
                    </a:lnTo>
                    <a:lnTo>
                      <a:pt x="190" y="269"/>
                    </a:lnTo>
                    <a:lnTo>
                      <a:pt x="204" y="236"/>
                    </a:lnTo>
                    <a:lnTo>
                      <a:pt x="216" y="202"/>
                    </a:lnTo>
                    <a:lnTo>
                      <a:pt x="226" y="164"/>
                    </a:lnTo>
                    <a:lnTo>
                      <a:pt x="234" y="126"/>
                    </a:lnTo>
                    <a:lnTo>
                      <a:pt x="240" y="86"/>
                    </a:lnTo>
                    <a:lnTo>
                      <a:pt x="244" y="42"/>
                    </a:lnTo>
                    <a:lnTo>
                      <a:pt x="245" y="0"/>
                    </a:lnTo>
                    <a:lnTo>
                      <a:pt x="233" y="0"/>
                    </a:lnTo>
                    <a:lnTo>
                      <a:pt x="232" y="42"/>
                    </a:lnTo>
                    <a:lnTo>
                      <a:pt x="229" y="83"/>
                    </a:lnTo>
                    <a:lnTo>
                      <a:pt x="223" y="123"/>
                    </a:lnTo>
                    <a:lnTo>
                      <a:pt x="215" y="162"/>
                    </a:lnTo>
                    <a:lnTo>
                      <a:pt x="204" y="197"/>
                    </a:lnTo>
                    <a:lnTo>
                      <a:pt x="192" y="231"/>
                    </a:lnTo>
                    <a:lnTo>
                      <a:pt x="178" y="264"/>
                    </a:lnTo>
                    <a:lnTo>
                      <a:pt x="163" y="292"/>
                    </a:lnTo>
                    <a:lnTo>
                      <a:pt x="147" y="320"/>
                    </a:lnTo>
                    <a:lnTo>
                      <a:pt x="129" y="344"/>
                    </a:lnTo>
                    <a:lnTo>
                      <a:pt x="109" y="364"/>
                    </a:lnTo>
                    <a:lnTo>
                      <a:pt x="89" y="382"/>
                    </a:lnTo>
                    <a:lnTo>
                      <a:pt x="67" y="395"/>
                    </a:lnTo>
                    <a:lnTo>
                      <a:pt x="46" y="406"/>
                    </a:lnTo>
                    <a:lnTo>
                      <a:pt x="24"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0276" name="Freeform 258"/>
              <p:cNvSpPr>
                <a:spLocks/>
              </p:cNvSpPr>
              <p:nvPr/>
            </p:nvSpPr>
            <p:spPr bwMode="auto">
              <a:xfrm>
                <a:off x="1516" y="2101"/>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5" y="86"/>
                    </a:lnTo>
                    <a:lnTo>
                      <a:pt x="11" y="126"/>
                    </a:lnTo>
                    <a:lnTo>
                      <a:pt x="19" y="164"/>
                    </a:lnTo>
                    <a:lnTo>
                      <a:pt x="30" y="202"/>
                    </a:lnTo>
                    <a:lnTo>
                      <a:pt x="41" y="236"/>
                    </a:lnTo>
                    <a:lnTo>
                      <a:pt x="55" y="269"/>
                    </a:lnTo>
                    <a:lnTo>
                      <a:pt x="71" y="299"/>
                    </a:lnTo>
                    <a:lnTo>
                      <a:pt x="89" y="327"/>
                    </a:lnTo>
                    <a:lnTo>
                      <a:pt x="107" y="351"/>
                    </a:lnTo>
                    <a:lnTo>
                      <a:pt x="127" y="373"/>
                    </a:lnTo>
                    <a:lnTo>
                      <a:pt x="149" y="392"/>
                    </a:lnTo>
                    <a:lnTo>
                      <a:pt x="171" y="407"/>
                    </a:lnTo>
                    <a:lnTo>
                      <a:pt x="195" y="418"/>
                    </a:lnTo>
                    <a:lnTo>
                      <a:pt x="219" y="423"/>
                    </a:lnTo>
                    <a:lnTo>
                      <a:pt x="245" y="426"/>
                    </a:lnTo>
                    <a:lnTo>
                      <a:pt x="245" y="414"/>
                    </a:lnTo>
                    <a:lnTo>
                      <a:pt x="222" y="412"/>
                    </a:lnTo>
                    <a:lnTo>
                      <a:pt x="199" y="406"/>
                    </a:lnTo>
                    <a:lnTo>
                      <a:pt x="178" y="395"/>
                    </a:lnTo>
                    <a:lnTo>
                      <a:pt x="156" y="382"/>
                    </a:lnTo>
                    <a:lnTo>
                      <a:pt x="136" y="364"/>
                    </a:lnTo>
                    <a:lnTo>
                      <a:pt x="116" y="344"/>
                    </a:lnTo>
                    <a:lnTo>
                      <a:pt x="99" y="320"/>
                    </a:lnTo>
                    <a:lnTo>
                      <a:pt x="82" y="292"/>
                    </a:lnTo>
                    <a:lnTo>
                      <a:pt x="67" y="264"/>
                    </a:lnTo>
                    <a:lnTo>
                      <a:pt x="53" y="231"/>
                    </a:lnTo>
                    <a:lnTo>
                      <a:pt x="41" y="197"/>
                    </a:lnTo>
                    <a:lnTo>
                      <a:pt x="31" y="162"/>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0277" name="Freeform 259"/>
              <p:cNvSpPr>
                <a:spLocks/>
              </p:cNvSpPr>
              <p:nvPr/>
            </p:nvSpPr>
            <p:spPr bwMode="auto">
              <a:xfrm>
                <a:off x="1516" y="2016"/>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5" y="8"/>
                    </a:lnTo>
                    <a:lnTo>
                      <a:pt x="171" y="19"/>
                    </a:lnTo>
                    <a:lnTo>
                      <a:pt x="149" y="34"/>
                    </a:lnTo>
                    <a:lnTo>
                      <a:pt x="127" y="51"/>
                    </a:lnTo>
                    <a:lnTo>
                      <a:pt x="107" y="74"/>
                    </a:lnTo>
                    <a:lnTo>
                      <a:pt x="89" y="98"/>
                    </a:lnTo>
                    <a:lnTo>
                      <a:pt x="72" y="125"/>
                    </a:lnTo>
                    <a:lnTo>
                      <a:pt x="55" y="156"/>
                    </a:lnTo>
                    <a:lnTo>
                      <a:pt x="41" y="189"/>
                    </a:lnTo>
                    <a:lnTo>
                      <a:pt x="30" y="223"/>
                    </a:lnTo>
                    <a:lnTo>
                      <a:pt x="19" y="261"/>
                    </a:lnTo>
                    <a:lnTo>
                      <a:pt x="11" y="299"/>
                    </a:lnTo>
                    <a:lnTo>
                      <a:pt x="5" y="339"/>
                    </a:lnTo>
                    <a:lnTo>
                      <a:pt x="1" y="382"/>
                    </a:lnTo>
                    <a:lnTo>
                      <a:pt x="0" y="424"/>
                    </a:lnTo>
                    <a:lnTo>
                      <a:pt x="12" y="424"/>
                    </a:lnTo>
                    <a:lnTo>
                      <a:pt x="13" y="382"/>
                    </a:lnTo>
                    <a:lnTo>
                      <a:pt x="17" y="341"/>
                    </a:lnTo>
                    <a:lnTo>
                      <a:pt x="23" y="301"/>
                    </a:lnTo>
                    <a:lnTo>
                      <a:pt x="31" y="264"/>
                    </a:lnTo>
                    <a:lnTo>
                      <a:pt x="41" y="227"/>
                    </a:lnTo>
                    <a:lnTo>
                      <a:pt x="53" y="193"/>
                    </a:lnTo>
                    <a:lnTo>
                      <a:pt x="67" y="160"/>
                    </a:lnTo>
                    <a:lnTo>
                      <a:pt x="81" y="132"/>
                    </a:lnTo>
                    <a:lnTo>
                      <a:pt x="99" y="105"/>
                    </a:lnTo>
                    <a:lnTo>
                      <a:pt x="116" y="81"/>
                    </a:lnTo>
                    <a:lnTo>
                      <a:pt x="136" y="61"/>
                    </a:lnTo>
                    <a:lnTo>
                      <a:pt x="156" y="43"/>
                    </a:lnTo>
                    <a:lnTo>
                      <a:pt x="178" y="30"/>
                    </a:lnTo>
                    <a:lnTo>
                      <a:pt x="199" y="20"/>
                    </a:lnTo>
                    <a:lnTo>
                      <a:pt x="222"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grpSp>
      <p:grpSp>
        <p:nvGrpSpPr>
          <p:cNvPr id="7" name="Group 299"/>
          <p:cNvGrpSpPr>
            <a:grpSpLocks/>
          </p:cNvGrpSpPr>
          <p:nvPr/>
        </p:nvGrpSpPr>
        <p:grpSpPr bwMode="auto">
          <a:xfrm>
            <a:off x="574675" y="2030413"/>
            <a:ext cx="4471988" cy="2127250"/>
            <a:chOff x="362" y="1279"/>
            <a:chExt cx="2817" cy="1340"/>
          </a:xfrm>
        </p:grpSpPr>
        <p:sp>
          <p:nvSpPr>
            <p:cNvPr id="50186" name="Text Box 168"/>
            <p:cNvSpPr txBox="1">
              <a:spLocks noChangeArrowheads="1"/>
            </p:cNvSpPr>
            <p:nvPr/>
          </p:nvSpPr>
          <p:spPr bwMode="auto">
            <a:xfrm>
              <a:off x="889" y="2331"/>
              <a:ext cx="52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a:spcBef>
                  <a:spcPct val="0"/>
                </a:spcBef>
                <a:buFontTx/>
                <a:buNone/>
              </a:pPr>
              <a:r>
                <a:rPr lang="fr-FR" altLang="fr-FR" sz="2400">
                  <a:solidFill>
                    <a:srgbClr val="FC2C1C"/>
                  </a:solidFill>
                </a:rPr>
                <a:t>2 R1</a:t>
              </a:r>
            </a:p>
          </p:txBody>
        </p:sp>
        <p:sp>
          <p:nvSpPr>
            <p:cNvPr id="50187" name="Text Box 170"/>
            <p:cNvSpPr txBox="1">
              <a:spLocks noChangeArrowheads="1"/>
            </p:cNvSpPr>
            <p:nvPr/>
          </p:nvSpPr>
          <p:spPr bwMode="auto">
            <a:xfrm>
              <a:off x="1749" y="2331"/>
              <a:ext cx="52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a:spcBef>
                  <a:spcPct val="0"/>
                </a:spcBef>
                <a:buFontTx/>
                <a:buNone/>
              </a:pPr>
              <a:r>
                <a:rPr lang="fr-FR" altLang="fr-FR" sz="2400">
                  <a:solidFill>
                    <a:srgbClr val="FC2C1C"/>
                  </a:solidFill>
                </a:rPr>
                <a:t>1 R3</a:t>
              </a:r>
            </a:p>
          </p:txBody>
        </p:sp>
        <p:sp>
          <p:nvSpPr>
            <p:cNvPr id="50188" name="Text Box 171"/>
            <p:cNvSpPr txBox="1">
              <a:spLocks noChangeArrowheads="1"/>
            </p:cNvSpPr>
            <p:nvPr/>
          </p:nvSpPr>
          <p:spPr bwMode="auto">
            <a:xfrm>
              <a:off x="2657" y="2325"/>
              <a:ext cx="52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a:spcBef>
                  <a:spcPct val="0"/>
                </a:spcBef>
                <a:buFontTx/>
                <a:buNone/>
              </a:pPr>
              <a:r>
                <a:rPr lang="fr-FR" altLang="fr-FR" sz="2400" dirty="0">
                  <a:solidFill>
                    <a:srgbClr val="FC2C1C"/>
                  </a:solidFill>
                </a:rPr>
                <a:t>2 R4</a:t>
              </a:r>
            </a:p>
          </p:txBody>
        </p:sp>
        <p:sp>
          <p:nvSpPr>
            <p:cNvPr id="50189" name="Text Box 198"/>
            <p:cNvSpPr txBox="1">
              <a:spLocks noChangeArrowheads="1"/>
            </p:cNvSpPr>
            <p:nvPr/>
          </p:nvSpPr>
          <p:spPr bwMode="auto">
            <a:xfrm>
              <a:off x="362" y="1279"/>
              <a:ext cx="2241"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2. Livrez les commandes</a:t>
              </a:r>
            </a:p>
          </p:txBody>
        </p:sp>
        <p:grpSp>
          <p:nvGrpSpPr>
            <p:cNvPr id="50190" name="Group 261"/>
            <p:cNvGrpSpPr>
              <a:grpSpLocks/>
            </p:cNvGrpSpPr>
            <p:nvPr/>
          </p:nvGrpSpPr>
          <p:grpSpPr bwMode="auto">
            <a:xfrm rot="-223274">
              <a:off x="901" y="1861"/>
              <a:ext cx="469" cy="462"/>
              <a:chOff x="2757" y="1666"/>
              <a:chExt cx="812" cy="800"/>
            </a:xfrm>
          </p:grpSpPr>
          <p:sp>
            <p:nvSpPr>
              <p:cNvPr id="50219" name="Freeform 262"/>
              <p:cNvSpPr>
                <a:spLocks/>
              </p:cNvSpPr>
              <p:nvPr/>
            </p:nvSpPr>
            <p:spPr bwMode="auto">
              <a:xfrm>
                <a:off x="2762" y="1667"/>
                <a:ext cx="807" cy="584"/>
              </a:xfrm>
              <a:custGeom>
                <a:avLst/>
                <a:gdLst>
                  <a:gd name="T0" fmla="*/ 497 w 807"/>
                  <a:gd name="T1" fmla="*/ 583 h 584"/>
                  <a:gd name="T2" fmla="*/ 0 w 807"/>
                  <a:gd name="T3" fmla="*/ 452 h 584"/>
                  <a:gd name="T4" fmla="*/ 337 w 807"/>
                  <a:gd name="T5" fmla="*/ 0 h 584"/>
                  <a:gd name="T6" fmla="*/ 806 w 807"/>
                  <a:gd name="T7" fmla="*/ 98 h 584"/>
                  <a:gd name="T8" fmla="*/ 497 w 807"/>
                  <a:gd name="T9" fmla="*/ 583 h 584"/>
                  <a:gd name="T10" fmla="*/ 0 60000 65536"/>
                  <a:gd name="T11" fmla="*/ 0 60000 65536"/>
                  <a:gd name="T12" fmla="*/ 0 60000 65536"/>
                  <a:gd name="T13" fmla="*/ 0 60000 65536"/>
                  <a:gd name="T14" fmla="*/ 0 60000 65536"/>
                  <a:gd name="T15" fmla="*/ 0 w 807"/>
                  <a:gd name="T16" fmla="*/ 0 h 584"/>
                  <a:gd name="T17" fmla="*/ 807 w 807"/>
                  <a:gd name="T18" fmla="*/ 584 h 584"/>
                </a:gdLst>
                <a:ahLst/>
                <a:cxnLst>
                  <a:cxn ang="T10">
                    <a:pos x="T0" y="T1"/>
                  </a:cxn>
                  <a:cxn ang="T11">
                    <a:pos x="T2" y="T3"/>
                  </a:cxn>
                  <a:cxn ang="T12">
                    <a:pos x="T4" y="T5"/>
                  </a:cxn>
                  <a:cxn ang="T13">
                    <a:pos x="T6" y="T7"/>
                  </a:cxn>
                  <a:cxn ang="T14">
                    <a:pos x="T8" y="T9"/>
                  </a:cxn>
                </a:cxnLst>
                <a:rect l="T15" t="T16" r="T17" b="T18"/>
                <a:pathLst>
                  <a:path w="807" h="584">
                    <a:moveTo>
                      <a:pt x="497" y="583"/>
                    </a:moveTo>
                    <a:lnTo>
                      <a:pt x="0" y="452"/>
                    </a:lnTo>
                    <a:lnTo>
                      <a:pt x="337" y="0"/>
                    </a:lnTo>
                    <a:lnTo>
                      <a:pt x="806" y="98"/>
                    </a:lnTo>
                    <a:lnTo>
                      <a:pt x="497" y="583"/>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50220" name="Freeform 263"/>
              <p:cNvSpPr>
                <a:spLocks/>
              </p:cNvSpPr>
              <p:nvPr/>
            </p:nvSpPr>
            <p:spPr bwMode="auto">
              <a:xfrm>
                <a:off x="2882" y="1861"/>
                <a:ext cx="578" cy="384"/>
              </a:xfrm>
              <a:custGeom>
                <a:avLst/>
                <a:gdLst>
                  <a:gd name="T0" fmla="*/ 377 w 578"/>
                  <a:gd name="T1" fmla="*/ 383 h 384"/>
                  <a:gd name="T2" fmla="*/ 0 w 578"/>
                  <a:gd name="T3" fmla="*/ 291 h 384"/>
                  <a:gd name="T4" fmla="*/ 217 w 578"/>
                  <a:gd name="T5" fmla="*/ 0 h 384"/>
                  <a:gd name="T6" fmla="*/ 577 w 578"/>
                  <a:gd name="T7" fmla="*/ 74 h 384"/>
                  <a:gd name="T8" fmla="*/ 377 w 578"/>
                  <a:gd name="T9" fmla="*/ 383 h 384"/>
                  <a:gd name="T10" fmla="*/ 0 60000 65536"/>
                  <a:gd name="T11" fmla="*/ 0 60000 65536"/>
                  <a:gd name="T12" fmla="*/ 0 60000 65536"/>
                  <a:gd name="T13" fmla="*/ 0 60000 65536"/>
                  <a:gd name="T14" fmla="*/ 0 60000 65536"/>
                  <a:gd name="T15" fmla="*/ 0 w 578"/>
                  <a:gd name="T16" fmla="*/ 0 h 384"/>
                  <a:gd name="T17" fmla="*/ 578 w 578"/>
                  <a:gd name="T18" fmla="*/ 384 h 384"/>
                </a:gdLst>
                <a:ahLst/>
                <a:cxnLst>
                  <a:cxn ang="T10">
                    <a:pos x="T0" y="T1"/>
                  </a:cxn>
                  <a:cxn ang="T11">
                    <a:pos x="T2" y="T3"/>
                  </a:cxn>
                  <a:cxn ang="T12">
                    <a:pos x="T4" y="T5"/>
                  </a:cxn>
                  <a:cxn ang="T13">
                    <a:pos x="T6" y="T7"/>
                  </a:cxn>
                  <a:cxn ang="T14">
                    <a:pos x="T8" y="T9"/>
                  </a:cxn>
                </a:cxnLst>
                <a:rect l="T15" t="T16" r="T17" b="T18"/>
                <a:pathLst>
                  <a:path w="578" h="384">
                    <a:moveTo>
                      <a:pt x="377" y="383"/>
                    </a:moveTo>
                    <a:lnTo>
                      <a:pt x="0" y="291"/>
                    </a:lnTo>
                    <a:lnTo>
                      <a:pt x="217" y="0"/>
                    </a:lnTo>
                    <a:lnTo>
                      <a:pt x="577" y="74"/>
                    </a:lnTo>
                    <a:lnTo>
                      <a:pt x="377" y="383"/>
                    </a:lnTo>
                  </a:path>
                </a:pathLst>
              </a:custGeom>
              <a:solidFill>
                <a:srgbClr val="E22B00"/>
              </a:solidFill>
              <a:ln>
                <a:noFill/>
              </a:ln>
              <a:extLst>
                <a:ext uri="{91240B29-F687-4F45-9708-019B960494DF}">
                  <a14:hiddenLine xmlns:a14="http://schemas.microsoft.com/office/drawing/2010/main" w="12700" cap="rnd" cmpd="sng">
                    <a:solidFill>
                      <a:srgbClr val="000000"/>
                    </a:solidFill>
                    <a:prstDash val="solid"/>
                    <a:round/>
                    <a:headEnd type="none" w="med" len="med"/>
                    <a:tailEnd type="none" w="med" len="med"/>
                  </a14:hiddenLine>
                </a:ext>
              </a:extLst>
            </p:spPr>
            <p:txBody>
              <a:bodyPr/>
              <a:lstStyle/>
              <a:p>
                <a:endParaRPr lang="fr-FR"/>
              </a:p>
            </p:txBody>
          </p:sp>
          <p:sp>
            <p:nvSpPr>
              <p:cNvPr id="50221" name="Line 264"/>
              <p:cNvSpPr>
                <a:spLocks noChangeShapeType="1"/>
              </p:cNvSpPr>
              <p:nvPr/>
            </p:nvSpPr>
            <p:spPr bwMode="auto">
              <a:xfrm>
                <a:off x="3102" y="1862"/>
                <a:ext cx="352" cy="7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fr-FR"/>
              </a:p>
            </p:txBody>
          </p:sp>
          <p:sp>
            <p:nvSpPr>
              <p:cNvPr id="50222" name="Freeform 265"/>
              <p:cNvSpPr>
                <a:spLocks/>
              </p:cNvSpPr>
              <p:nvPr/>
            </p:nvSpPr>
            <p:spPr bwMode="auto">
              <a:xfrm>
                <a:off x="2762" y="1666"/>
                <a:ext cx="337" cy="485"/>
              </a:xfrm>
              <a:custGeom>
                <a:avLst/>
                <a:gdLst>
                  <a:gd name="T0" fmla="*/ 336 w 337"/>
                  <a:gd name="T1" fmla="*/ 194 h 485"/>
                  <a:gd name="T2" fmla="*/ 118 w 337"/>
                  <a:gd name="T3" fmla="*/ 484 h 485"/>
                  <a:gd name="T4" fmla="*/ 0 w 337"/>
                  <a:gd name="T5" fmla="*/ 452 h 485"/>
                  <a:gd name="T6" fmla="*/ 336 w 337"/>
                  <a:gd name="T7" fmla="*/ 0 h 485"/>
                  <a:gd name="T8" fmla="*/ 336 w 337"/>
                  <a:gd name="T9" fmla="*/ 152 h 485"/>
                  <a:gd name="T10" fmla="*/ 336 w 337"/>
                  <a:gd name="T11" fmla="*/ 194 h 485"/>
                  <a:gd name="T12" fmla="*/ 0 60000 65536"/>
                  <a:gd name="T13" fmla="*/ 0 60000 65536"/>
                  <a:gd name="T14" fmla="*/ 0 60000 65536"/>
                  <a:gd name="T15" fmla="*/ 0 60000 65536"/>
                  <a:gd name="T16" fmla="*/ 0 60000 65536"/>
                  <a:gd name="T17" fmla="*/ 0 60000 65536"/>
                  <a:gd name="T18" fmla="*/ 0 w 337"/>
                  <a:gd name="T19" fmla="*/ 0 h 485"/>
                  <a:gd name="T20" fmla="*/ 337 w 337"/>
                  <a:gd name="T21" fmla="*/ 485 h 485"/>
                </a:gdLst>
                <a:ahLst/>
                <a:cxnLst>
                  <a:cxn ang="T12">
                    <a:pos x="T0" y="T1"/>
                  </a:cxn>
                  <a:cxn ang="T13">
                    <a:pos x="T2" y="T3"/>
                  </a:cxn>
                  <a:cxn ang="T14">
                    <a:pos x="T4" y="T5"/>
                  </a:cxn>
                  <a:cxn ang="T15">
                    <a:pos x="T6" y="T7"/>
                  </a:cxn>
                  <a:cxn ang="T16">
                    <a:pos x="T8" y="T9"/>
                  </a:cxn>
                  <a:cxn ang="T17">
                    <a:pos x="T10" y="T11"/>
                  </a:cxn>
                </a:cxnLst>
                <a:rect l="T18" t="T19" r="T20" b="T21"/>
                <a:pathLst>
                  <a:path w="337" h="485">
                    <a:moveTo>
                      <a:pt x="336" y="194"/>
                    </a:moveTo>
                    <a:lnTo>
                      <a:pt x="118" y="484"/>
                    </a:lnTo>
                    <a:lnTo>
                      <a:pt x="0" y="452"/>
                    </a:lnTo>
                    <a:lnTo>
                      <a:pt x="336" y="0"/>
                    </a:lnTo>
                    <a:lnTo>
                      <a:pt x="336" y="152"/>
                    </a:lnTo>
                    <a:lnTo>
                      <a:pt x="336" y="194"/>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50223" name="Freeform 266"/>
              <p:cNvSpPr>
                <a:spLocks/>
              </p:cNvSpPr>
              <p:nvPr/>
            </p:nvSpPr>
            <p:spPr bwMode="auto">
              <a:xfrm>
                <a:off x="2757" y="2124"/>
                <a:ext cx="509" cy="339"/>
              </a:xfrm>
              <a:custGeom>
                <a:avLst/>
                <a:gdLst>
                  <a:gd name="T0" fmla="*/ 0 w 506"/>
                  <a:gd name="T1" fmla="*/ 0 h 345"/>
                  <a:gd name="T2" fmla="*/ 1 w 506"/>
                  <a:gd name="T3" fmla="*/ 198 h 345"/>
                  <a:gd name="T4" fmla="*/ 514 w 506"/>
                  <a:gd name="T5" fmla="*/ 326 h 345"/>
                  <a:gd name="T6" fmla="*/ 513 w 506"/>
                  <a:gd name="T7" fmla="*/ 124 h 345"/>
                  <a:gd name="T8" fmla="*/ 0 60000 65536"/>
                  <a:gd name="T9" fmla="*/ 0 60000 65536"/>
                  <a:gd name="T10" fmla="*/ 0 60000 65536"/>
                  <a:gd name="T11" fmla="*/ 0 60000 65536"/>
                  <a:gd name="T12" fmla="*/ 0 w 506"/>
                  <a:gd name="T13" fmla="*/ 0 h 345"/>
                  <a:gd name="T14" fmla="*/ 506 w 506"/>
                  <a:gd name="T15" fmla="*/ 345 h 345"/>
                </a:gdLst>
                <a:ahLst/>
                <a:cxnLst>
                  <a:cxn ang="T8">
                    <a:pos x="T0" y="T1"/>
                  </a:cxn>
                  <a:cxn ang="T9">
                    <a:pos x="T2" y="T3"/>
                  </a:cxn>
                  <a:cxn ang="T10">
                    <a:pos x="T4" y="T5"/>
                  </a:cxn>
                  <a:cxn ang="T11">
                    <a:pos x="T6" y="T7"/>
                  </a:cxn>
                </a:cxnLst>
                <a:rect l="T12" t="T13" r="T14" b="T15"/>
                <a:pathLst>
                  <a:path w="506" h="345">
                    <a:moveTo>
                      <a:pt x="0" y="0"/>
                    </a:moveTo>
                    <a:lnTo>
                      <a:pt x="1" y="209"/>
                    </a:lnTo>
                    <a:lnTo>
                      <a:pt x="505" y="344"/>
                    </a:lnTo>
                    <a:lnTo>
                      <a:pt x="504" y="130"/>
                    </a:lnTo>
                  </a:path>
                </a:pathLst>
              </a:custGeom>
              <a:solidFill>
                <a:srgbClr val="FC2C1C"/>
              </a:solidFill>
              <a:ln w="12700" cap="rnd" cmpd="sng">
                <a:solidFill>
                  <a:schemeClr val="bg2"/>
                </a:solidFill>
                <a:prstDash val="solid"/>
                <a:round/>
                <a:headEnd type="none" w="med" len="med"/>
                <a:tailEnd type="none" w="med" len="med"/>
              </a:ln>
            </p:spPr>
            <p:txBody>
              <a:bodyPr/>
              <a:lstStyle/>
              <a:p>
                <a:endParaRPr lang="fr-FR"/>
              </a:p>
            </p:txBody>
          </p:sp>
          <p:sp>
            <p:nvSpPr>
              <p:cNvPr id="50224" name="AutoShape 267"/>
              <p:cNvSpPr>
                <a:spLocks noChangeArrowheads="1"/>
              </p:cNvSpPr>
              <p:nvPr/>
            </p:nvSpPr>
            <p:spPr bwMode="auto">
              <a:xfrm rot="16200000" flipH="1">
                <a:off x="3067" y="1967"/>
                <a:ext cx="693" cy="306"/>
              </a:xfrm>
              <a:prstGeom prst="parallelogram">
                <a:avLst>
                  <a:gd name="adj" fmla="val 156202"/>
                </a:avLst>
              </a:prstGeom>
              <a:solidFill>
                <a:srgbClr val="FC2C1C"/>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grpSp>
          <p:nvGrpSpPr>
            <p:cNvPr id="50191" name="Group 268"/>
            <p:cNvGrpSpPr>
              <a:grpSpLocks/>
            </p:cNvGrpSpPr>
            <p:nvPr/>
          </p:nvGrpSpPr>
          <p:grpSpPr bwMode="auto">
            <a:xfrm rot="-223274">
              <a:off x="883" y="1697"/>
              <a:ext cx="469" cy="462"/>
              <a:chOff x="2757" y="1666"/>
              <a:chExt cx="812" cy="800"/>
            </a:xfrm>
          </p:grpSpPr>
          <p:sp>
            <p:nvSpPr>
              <p:cNvPr id="50213" name="Freeform 269"/>
              <p:cNvSpPr>
                <a:spLocks/>
              </p:cNvSpPr>
              <p:nvPr/>
            </p:nvSpPr>
            <p:spPr bwMode="auto">
              <a:xfrm>
                <a:off x="2762" y="1667"/>
                <a:ext cx="807" cy="584"/>
              </a:xfrm>
              <a:custGeom>
                <a:avLst/>
                <a:gdLst>
                  <a:gd name="T0" fmla="*/ 497 w 807"/>
                  <a:gd name="T1" fmla="*/ 583 h 584"/>
                  <a:gd name="T2" fmla="*/ 0 w 807"/>
                  <a:gd name="T3" fmla="*/ 452 h 584"/>
                  <a:gd name="T4" fmla="*/ 337 w 807"/>
                  <a:gd name="T5" fmla="*/ 0 h 584"/>
                  <a:gd name="T6" fmla="*/ 806 w 807"/>
                  <a:gd name="T7" fmla="*/ 98 h 584"/>
                  <a:gd name="T8" fmla="*/ 497 w 807"/>
                  <a:gd name="T9" fmla="*/ 583 h 584"/>
                  <a:gd name="T10" fmla="*/ 0 60000 65536"/>
                  <a:gd name="T11" fmla="*/ 0 60000 65536"/>
                  <a:gd name="T12" fmla="*/ 0 60000 65536"/>
                  <a:gd name="T13" fmla="*/ 0 60000 65536"/>
                  <a:gd name="T14" fmla="*/ 0 60000 65536"/>
                  <a:gd name="T15" fmla="*/ 0 w 807"/>
                  <a:gd name="T16" fmla="*/ 0 h 584"/>
                  <a:gd name="T17" fmla="*/ 807 w 807"/>
                  <a:gd name="T18" fmla="*/ 584 h 584"/>
                </a:gdLst>
                <a:ahLst/>
                <a:cxnLst>
                  <a:cxn ang="T10">
                    <a:pos x="T0" y="T1"/>
                  </a:cxn>
                  <a:cxn ang="T11">
                    <a:pos x="T2" y="T3"/>
                  </a:cxn>
                  <a:cxn ang="T12">
                    <a:pos x="T4" y="T5"/>
                  </a:cxn>
                  <a:cxn ang="T13">
                    <a:pos x="T6" y="T7"/>
                  </a:cxn>
                  <a:cxn ang="T14">
                    <a:pos x="T8" y="T9"/>
                  </a:cxn>
                </a:cxnLst>
                <a:rect l="T15" t="T16" r="T17" b="T18"/>
                <a:pathLst>
                  <a:path w="807" h="584">
                    <a:moveTo>
                      <a:pt x="497" y="583"/>
                    </a:moveTo>
                    <a:lnTo>
                      <a:pt x="0" y="452"/>
                    </a:lnTo>
                    <a:lnTo>
                      <a:pt x="337" y="0"/>
                    </a:lnTo>
                    <a:lnTo>
                      <a:pt x="806" y="98"/>
                    </a:lnTo>
                    <a:lnTo>
                      <a:pt x="497" y="583"/>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50214" name="Freeform 270"/>
              <p:cNvSpPr>
                <a:spLocks/>
              </p:cNvSpPr>
              <p:nvPr/>
            </p:nvSpPr>
            <p:spPr bwMode="auto">
              <a:xfrm>
                <a:off x="2882" y="1861"/>
                <a:ext cx="578" cy="384"/>
              </a:xfrm>
              <a:custGeom>
                <a:avLst/>
                <a:gdLst>
                  <a:gd name="T0" fmla="*/ 377 w 578"/>
                  <a:gd name="T1" fmla="*/ 383 h 384"/>
                  <a:gd name="T2" fmla="*/ 0 w 578"/>
                  <a:gd name="T3" fmla="*/ 291 h 384"/>
                  <a:gd name="T4" fmla="*/ 217 w 578"/>
                  <a:gd name="T5" fmla="*/ 0 h 384"/>
                  <a:gd name="T6" fmla="*/ 577 w 578"/>
                  <a:gd name="T7" fmla="*/ 74 h 384"/>
                  <a:gd name="T8" fmla="*/ 377 w 578"/>
                  <a:gd name="T9" fmla="*/ 383 h 384"/>
                  <a:gd name="T10" fmla="*/ 0 60000 65536"/>
                  <a:gd name="T11" fmla="*/ 0 60000 65536"/>
                  <a:gd name="T12" fmla="*/ 0 60000 65536"/>
                  <a:gd name="T13" fmla="*/ 0 60000 65536"/>
                  <a:gd name="T14" fmla="*/ 0 60000 65536"/>
                  <a:gd name="T15" fmla="*/ 0 w 578"/>
                  <a:gd name="T16" fmla="*/ 0 h 384"/>
                  <a:gd name="T17" fmla="*/ 578 w 578"/>
                  <a:gd name="T18" fmla="*/ 384 h 384"/>
                </a:gdLst>
                <a:ahLst/>
                <a:cxnLst>
                  <a:cxn ang="T10">
                    <a:pos x="T0" y="T1"/>
                  </a:cxn>
                  <a:cxn ang="T11">
                    <a:pos x="T2" y="T3"/>
                  </a:cxn>
                  <a:cxn ang="T12">
                    <a:pos x="T4" y="T5"/>
                  </a:cxn>
                  <a:cxn ang="T13">
                    <a:pos x="T6" y="T7"/>
                  </a:cxn>
                  <a:cxn ang="T14">
                    <a:pos x="T8" y="T9"/>
                  </a:cxn>
                </a:cxnLst>
                <a:rect l="T15" t="T16" r="T17" b="T18"/>
                <a:pathLst>
                  <a:path w="578" h="384">
                    <a:moveTo>
                      <a:pt x="377" y="383"/>
                    </a:moveTo>
                    <a:lnTo>
                      <a:pt x="0" y="291"/>
                    </a:lnTo>
                    <a:lnTo>
                      <a:pt x="217" y="0"/>
                    </a:lnTo>
                    <a:lnTo>
                      <a:pt x="577" y="74"/>
                    </a:lnTo>
                    <a:lnTo>
                      <a:pt x="377" y="383"/>
                    </a:lnTo>
                  </a:path>
                </a:pathLst>
              </a:custGeom>
              <a:solidFill>
                <a:srgbClr val="E22B00"/>
              </a:solidFill>
              <a:ln>
                <a:noFill/>
              </a:ln>
              <a:extLst>
                <a:ext uri="{91240B29-F687-4F45-9708-019B960494DF}">
                  <a14:hiddenLine xmlns:a14="http://schemas.microsoft.com/office/drawing/2010/main" w="12700" cap="rnd" cmpd="sng">
                    <a:solidFill>
                      <a:srgbClr val="000000"/>
                    </a:solidFill>
                    <a:prstDash val="solid"/>
                    <a:round/>
                    <a:headEnd type="none" w="med" len="med"/>
                    <a:tailEnd type="none" w="med" len="med"/>
                  </a14:hiddenLine>
                </a:ext>
              </a:extLst>
            </p:spPr>
            <p:txBody>
              <a:bodyPr/>
              <a:lstStyle/>
              <a:p>
                <a:endParaRPr lang="fr-FR"/>
              </a:p>
            </p:txBody>
          </p:sp>
          <p:sp>
            <p:nvSpPr>
              <p:cNvPr id="50215" name="Line 271"/>
              <p:cNvSpPr>
                <a:spLocks noChangeShapeType="1"/>
              </p:cNvSpPr>
              <p:nvPr/>
            </p:nvSpPr>
            <p:spPr bwMode="auto">
              <a:xfrm>
                <a:off x="3102" y="1862"/>
                <a:ext cx="352" cy="7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fr-FR"/>
              </a:p>
            </p:txBody>
          </p:sp>
          <p:sp>
            <p:nvSpPr>
              <p:cNvPr id="50216" name="Freeform 272"/>
              <p:cNvSpPr>
                <a:spLocks/>
              </p:cNvSpPr>
              <p:nvPr/>
            </p:nvSpPr>
            <p:spPr bwMode="auto">
              <a:xfrm>
                <a:off x="2762" y="1666"/>
                <a:ext cx="337" cy="485"/>
              </a:xfrm>
              <a:custGeom>
                <a:avLst/>
                <a:gdLst>
                  <a:gd name="T0" fmla="*/ 336 w 337"/>
                  <a:gd name="T1" fmla="*/ 194 h 485"/>
                  <a:gd name="T2" fmla="*/ 118 w 337"/>
                  <a:gd name="T3" fmla="*/ 484 h 485"/>
                  <a:gd name="T4" fmla="*/ 0 w 337"/>
                  <a:gd name="T5" fmla="*/ 452 h 485"/>
                  <a:gd name="T6" fmla="*/ 336 w 337"/>
                  <a:gd name="T7" fmla="*/ 0 h 485"/>
                  <a:gd name="T8" fmla="*/ 336 w 337"/>
                  <a:gd name="T9" fmla="*/ 152 h 485"/>
                  <a:gd name="T10" fmla="*/ 336 w 337"/>
                  <a:gd name="T11" fmla="*/ 194 h 485"/>
                  <a:gd name="T12" fmla="*/ 0 60000 65536"/>
                  <a:gd name="T13" fmla="*/ 0 60000 65536"/>
                  <a:gd name="T14" fmla="*/ 0 60000 65536"/>
                  <a:gd name="T15" fmla="*/ 0 60000 65536"/>
                  <a:gd name="T16" fmla="*/ 0 60000 65536"/>
                  <a:gd name="T17" fmla="*/ 0 60000 65536"/>
                  <a:gd name="T18" fmla="*/ 0 w 337"/>
                  <a:gd name="T19" fmla="*/ 0 h 485"/>
                  <a:gd name="T20" fmla="*/ 337 w 337"/>
                  <a:gd name="T21" fmla="*/ 485 h 485"/>
                </a:gdLst>
                <a:ahLst/>
                <a:cxnLst>
                  <a:cxn ang="T12">
                    <a:pos x="T0" y="T1"/>
                  </a:cxn>
                  <a:cxn ang="T13">
                    <a:pos x="T2" y="T3"/>
                  </a:cxn>
                  <a:cxn ang="T14">
                    <a:pos x="T4" y="T5"/>
                  </a:cxn>
                  <a:cxn ang="T15">
                    <a:pos x="T6" y="T7"/>
                  </a:cxn>
                  <a:cxn ang="T16">
                    <a:pos x="T8" y="T9"/>
                  </a:cxn>
                  <a:cxn ang="T17">
                    <a:pos x="T10" y="T11"/>
                  </a:cxn>
                </a:cxnLst>
                <a:rect l="T18" t="T19" r="T20" b="T21"/>
                <a:pathLst>
                  <a:path w="337" h="485">
                    <a:moveTo>
                      <a:pt x="336" y="194"/>
                    </a:moveTo>
                    <a:lnTo>
                      <a:pt x="118" y="484"/>
                    </a:lnTo>
                    <a:lnTo>
                      <a:pt x="0" y="452"/>
                    </a:lnTo>
                    <a:lnTo>
                      <a:pt x="336" y="0"/>
                    </a:lnTo>
                    <a:lnTo>
                      <a:pt x="336" y="152"/>
                    </a:lnTo>
                    <a:lnTo>
                      <a:pt x="336" y="194"/>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50217" name="Freeform 273"/>
              <p:cNvSpPr>
                <a:spLocks/>
              </p:cNvSpPr>
              <p:nvPr/>
            </p:nvSpPr>
            <p:spPr bwMode="auto">
              <a:xfrm>
                <a:off x="2757" y="2124"/>
                <a:ext cx="509" cy="339"/>
              </a:xfrm>
              <a:custGeom>
                <a:avLst/>
                <a:gdLst>
                  <a:gd name="T0" fmla="*/ 0 w 506"/>
                  <a:gd name="T1" fmla="*/ 0 h 345"/>
                  <a:gd name="T2" fmla="*/ 1 w 506"/>
                  <a:gd name="T3" fmla="*/ 198 h 345"/>
                  <a:gd name="T4" fmla="*/ 514 w 506"/>
                  <a:gd name="T5" fmla="*/ 326 h 345"/>
                  <a:gd name="T6" fmla="*/ 513 w 506"/>
                  <a:gd name="T7" fmla="*/ 124 h 345"/>
                  <a:gd name="T8" fmla="*/ 0 60000 65536"/>
                  <a:gd name="T9" fmla="*/ 0 60000 65536"/>
                  <a:gd name="T10" fmla="*/ 0 60000 65536"/>
                  <a:gd name="T11" fmla="*/ 0 60000 65536"/>
                  <a:gd name="T12" fmla="*/ 0 w 506"/>
                  <a:gd name="T13" fmla="*/ 0 h 345"/>
                  <a:gd name="T14" fmla="*/ 506 w 506"/>
                  <a:gd name="T15" fmla="*/ 345 h 345"/>
                </a:gdLst>
                <a:ahLst/>
                <a:cxnLst>
                  <a:cxn ang="T8">
                    <a:pos x="T0" y="T1"/>
                  </a:cxn>
                  <a:cxn ang="T9">
                    <a:pos x="T2" y="T3"/>
                  </a:cxn>
                  <a:cxn ang="T10">
                    <a:pos x="T4" y="T5"/>
                  </a:cxn>
                  <a:cxn ang="T11">
                    <a:pos x="T6" y="T7"/>
                  </a:cxn>
                </a:cxnLst>
                <a:rect l="T12" t="T13" r="T14" b="T15"/>
                <a:pathLst>
                  <a:path w="506" h="345">
                    <a:moveTo>
                      <a:pt x="0" y="0"/>
                    </a:moveTo>
                    <a:lnTo>
                      <a:pt x="1" y="209"/>
                    </a:lnTo>
                    <a:lnTo>
                      <a:pt x="505" y="344"/>
                    </a:lnTo>
                    <a:lnTo>
                      <a:pt x="504" y="130"/>
                    </a:lnTo>
                  </a:path>
                </a:pathLst>
              </a:custGeom>
              <a:solidFill>
                <a:srgbClr val="FC2C1C"/>
              </a:solidFill>
              <a:ln w="12700" cap="rnd" cmpd="sng">
                <a:solidFill>
                  <a:schemeClr val="bg2"/>
                </a:solidFill>
                <a:prstDash val="solid"/>
                <a:round/>
                <a:headEnd type="none" w="med" len="med"/>
                <a:tailEnd type="none" w="med" len="med"/>
              </a:ln>
            </p:spPr>
            <p:txBody>
              <a:bodyPr/>
              <a:lstStyle/>
              <a:p>
                <a:endParaRPr lang="fr-FR"/>
              </a:p>
            </p:txBody>
          </p:sp>
          <p:sp>
            <p:nvSpPr>
              <p:cNvPr id="50218" name="AutoShape 274"/>
              <p:cNvSpPr>
                <a:spLocks noChangeArrowheads="1"/>
              </p:cNvSpPr>
              <p:nvPr/>
            </p:nvSpPr>
            <p:spPr bwMode="auto">
              <a:xfrm rot="16200000" flipH="1">
                <a:off x="3067" y="1967"/>
                <a:ext cx="693" cy="306"/>
              </a:xfrm>
              <a:prstGeom prst="parallelogram">
                <a:avLst>
                  <a:gd name="adj" fmla="val 156202"/>
                </a:avLst>
              </a:prstGeom>
              <a:solidFill>
                <a:srgbClr val="FC2C1C"/>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grpSp>
          <p:nvGrpSpPr>
            <p:cNvPr id="50192" name="Group 275"/>
            <p:cNvGrpSpPr>
              <a:grpSpLocks/>
            </p:cNvGrpSpPr>
            <p:nvPr/>
          </p:nvGrpSpPr>
          <p:grpSpPr bwMode="auto">
            <a:xfrm rot="-223274">
              <a:off x="1774" y="1872"/>
              <a:ext cx="469" cy="462"/>
              <a:chOff x="2757" y="1666"/>
              <a:chExt cx="812" cy="800"/>
            </a:xfrm>
          </p:grpSpPr>
          <p:sp>
            <p:nvSpPr>
              <p:cNvPr id="50207" name="Freeform 276"/>
              <p:cNvSpPr>
                <a:spLocks/>
              </p:cNvSpPr>
              <p:nvPr/>
            </p:nvSpPr>
            <p:spPr bwMode="auto">
              <a:xfrm>
                <a:off x="2762" y="1667"/>
                <a:ext cx="807" cy="584"/>
              </a:xfrm>
              <a:custGeom>
                <a:avLst/>
                <a:gdLst>
                  <a:gd name="T0" fmla="*/ 497 w 807"/>
                  <a:gd name="T1" fmla="*/ 583 h 584"/>
                  <a:gd name="T2" fmla="*/ 0 w 807"/>
                  <a:gd name="T3" fmla="*/ 452 h 584"/>
                  <a:gd name="T4" fmla="*/ 337 w 807"/>
                  <a:gd name="T5" fmla="*/ 0 h 584"/>
                  <a:gd name="T6" fmla="*/ 806 w 807"/>
                  <a:gd name="T7" fmla="*/ 98 h 584"/>
                  <a:gd name="T8" fmla="*/ 497 w 807"/>
                  <a:gd name="T9" fmla="*/ 583 h 584"/>
                  <a:gd name="T10" fmla="*/ 0 60000 65536"/>
                  <a:gd name="T11" fmla="*/ 0 60000 65536"/>
                  <a:gd name="T12" fmla="*/ 0 60000 65536"/>
                  <a:gd name="T13" fmla="*/ 0 60000 65536"/>
                  <a:gd name="T14" fmla="*/ 0 60000 65536"/>
                  <a:gd name="T15" fmla="*/ 0 w 807"/>
                  <a:gd name="T16" fmla="*/ 0 h 584"/>
                  <a:gd name="T17" fmla="*/ 807 w 807"/>
                  <a:gd name="T18" fmla="*/ 584 h 584"/>
                </a:gdLst>
                <a:ahLst/>
                <a:cxnLst>
                  <a:cxn ang="T10">
                    <a:pos x="T0" y="T1"/>
                  </a:cxn>
                  <a:cxn ang="T11">
                    <a:pos x="T2" y="T3"/>
                  </a:cxn>
                  <a:cxn ang="T12">
                    <a:pos x="T4" y="T5"/>
                  </a:cxn>
                  <a:cxn ang="T13">
                    <a:pos x="T6" y="T7"/>
                  </a:cxn>
                  <a:cxn ang="T14">
                    <a:pos x="T8" y="T9"/>
                  </a:cxn>
                </a:cxnLst>
                <a:rect l="T15" t="T16" r="T17" b="T18"/>
                <a:pathLst>
                  <a:path w="807" h="584">
                    <a:moveTo>
                      <a:pt x="497" y="583"/>
                    </a:moveTo>
                    <a:lnTo>
                      <a:pt x="0" y="452"/>
                    </a:lnTo>
                    <a:lnTo>
                      <a:pt x="337" y="0"/>
                    </a:lnTo>
                    <a:lnTo>
                      <a:pt x="806" y="98"/>
                    </a:lnTo>
                    <a:lnTo>
                      <a:pt x="497" y="583"/>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50208" name="Freeform 277"/>
              <p:cNvSpPr>
                <a:spLocks/>
              </p:cNvSpPr>
              <p:nvPr/>
            </p:nvSpPr>
            <p:spPr bwMode="auto">
              <a:xfrm>
                <a:off x="2882" y="1861"/>
                <a:ext cx="578" cy="384"/>
              </a:xfrm>
              <a:custGeom>
                <a:avLst/>
                <a:gdLst>
                  <a:gd name="T0" fmla="*/ 377 w 578"/>
                  <a:gd name="T1" fmla="*/ 383 h 384"/>
                  <a:gd name="T2" fmla="*/ 0 w 578"/>
                  <a:gd name="T3" fmla="*/ 291 h 384"/>
                  <a:gd name="T4" fmla="*/ 217 w 578"/>
                  <a:gd name="T5" fmla="*/ 0 h 384"/>
                  <a:gd name="T6" fmla="*/ 577 w 578"/>
                  <a:gd name="T7" fmla="*/ 74 h 384"/>
                  <a:gd name="T8" fmla="*/ 377 w 578"/>
                  <a:gd name="T9" fmla="*/ 383 h 384"/>
                  <a:gd name="T10" fmla="*/ 0 60000 65536"/>
                  <a:gd name="T11" fmla="*/ 0 60000 65536"/>
                  <a:gd name="T12" fmla="*/ 0 60000 65536"/>
                  <a:gd name="T13" fmla="*/ 0 60000 65536"/>
                  <a:gd name="T14" fmla="*/ 0 60000 65536"/>
                  <a:gd name="T15" fmla="*/ 0 w 578"/>
                  <a:gd name="T16" fmla="*/ 0 h 384"/>
                  <a:gd name="T17" fmla="*/ 578 w 578"/>
                  <a:gd name="T18" fmla="*/ 384 h 384"/>
                </a:gdLst>
                <a:ahLst/>
                <a:cxnLst>
                  <a:cxn ang="T10">
                    <a:pos x="T0" y="T1"/>
                  </a:cxn>
                  <a:cxn ang="T11">
                    <a:pos x="T2" y="T3"/>
                  </a:cxn>
                  <a:cxn ang="T12">
                    <a:pos x="T4" y="T5"/>
                  </a:cxn>
                  <a:cxn ang="T13">
                    <a:pos x="T6" y="T7"/>
                  </a:cxn>
                  <a:cxn ang="T14">
                    <a:pos x="T8" y="T9"/>
                  </a:cxn>
                </a:cxnLst>
                <a:rect l="T15" t="T16" r="T17" b="T18"/>
                <a:pathLst>
                  <a:path w="578" h="384">
                    <a:moveTo>
                      <a:pt x="377" y="383"/>
                    </a:moveTo>
                    <a:lnTo>
                      <a:pt x="0" y="291"/>
                    </a:lnTo>
                    <a:lnTo>
                      <a:pt x="217" y="0"/>
                    </a:lnTo>
                    <a:lnTo>
                      <a:pt x="577" y="74"/>
                    </a:lnTo>
                    <a:lnTo>
                      <a:pt x="377" y="383"/>
                    </a:lnTo>
                  </a:path>
                </a:pathLst>
              </a:custGeom>
              <a:solidFill>
                <a:srgbClr val="E22B00"/>
              </a:solidFill>
              <a:ln>
                <a:noFill/>
              </a:ln>
              <a:extLst>
                <a:ext uri="{91240B29-F687-4F45-9708-019B960494DF}">
                  <a14:hiddenLine xmlns:a14="http://schemas.microsoft.com/office/drawing/2010/main" w="12700" cap="rnd" cmpd="sng">
                    <a:solidFill>
                      <a:srgbClr val="000000"/>
                    </a:solidFill>
                    <a:prstDash val="solid"/>
                    <a:round/>
                    <a:headEnd type="none" w="med" len="med"/>
                    <a:tailEnd type="none" w="med" len="med"/>
                  </a14:hiddenLine>
                </a:ext>
              </a:extLst>
            </p:spPr>
            <p:txBody>
              <a:bodyPr/>
              <a:lstStyle/>
              <a:p>
                <a:endParaRPr lang="fr-FR"/>
              </a:p>
            </p:txBody>
          </p:sp>
          <p:sp>
            <p:nvSpPr>
              <p:cNvPr id="50209" name="Line 278"/>
              <p:cNvSpPr>
                <a:spLocks noChangeShapeType="1"/>
              </p:cNvSpPr>
              <p:nvPr/>
            </p:nvSpPr>
            <p:spPr bwMode="auto">
              <a:xfrm>
                <a:off x="3102" y="1862"/>
                <a:ext cx="352" cy="7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fr-FR"/>
              </a:p>
            </p:txBody>
          </p:sp>
          <p:sp>
            <p:nvSpPr>
              <p:cNvPr id="50210" name="Freeform 279"/>
              <p:cNvSpPr>
                <a:spLocks/>
              </p:cNvSpPr>
              <p:nvPr/>
            </p:nvSpPr>
            <p:spPr bwMode="auto">
              <a:xfrm>
                <a:off x="2762" y="1666"/>
                <a:ext cx="337" cy="485"/>
              </a:xfrm>
              <a:custGeom>
                <a:avLst/>
                <a:gdLst>
                  <a:gd name="T0" fmla="*/ 336 w 337"/>
                  <a:gd name="T1" fmla="*/ 194 h 485"/>
                  <a:gd name="T2" fmla="*/ 118 w 337"/>
                  <a:gd name="T3" fmla="*/ 484 h 485"/>
                  <a:gd name="T4" fmla="*/ 0 w 337"/>
                  <a:gd name="T5" fmla="*/ 452 h 485"/>
                  <a:gd name="T6" fmla="*/ 336 w 337"/>
                  <a:gd name="T7" fmla="*/ 0 h 485"/>
                  <a:gd name="T8" fmla="*/ 336 w 337"/>
                  <a:gd name="T9" fmla="*/ 152 h 485"/>
                  <a:gd name="T10" fmla="*/ 336 w 337"/>
                  <a:gd name="T11" fmla="*/ 194 h 485"/>
                  <a:gd name="T12" fmla="*/ 0 60000 65536"/>
                  <a:gd name="T13" fmla="*/ 0 60000 65536"/>
                  <a:gd name="T14" fmla="*/ 0 60000 65536"/>
                  <a:gd name="T15" fmla="*/ 0 60000 65536"/>
                  <a:gd name="T16" fmla="*/ 0 60000 65536"/>
                  <a:gd name="T17" fmla="*/ 0 60000 65536"/>
                  <a:gd name="T18" fmla="*/ 0 w 337"/>
                  <a:gd name="T19" fmla="*/ 0 h 485"/>
                  <a:gd name="T20" fmla="*/ 337 w 337"/>
                  <a:gd name="T21" fmla="*/ 485 h 485"/>
                </a:gdLst>
                <a:ahLst/>
                <a:cxnLst>
                  <a:cxn ang="T12">
                    <a:pos x="T0" y="T1"/>
                  </a:cxn>
                  <a:cxn ang="T13">
                    <a:pos x="T2" y="T3"/>
                  </a:cxn>
                  <a:cxn ang="T14">
                    <a:pos x="T4" y="T5"/>
                  </a:cxn>
                  <a:cxn ang="T15">
                    <a:pos x="T6" y="T7"/>
                  </a:cxn>
                  <a:cxn ang="T16">
                    <a:pos x="T8" y="T9"/>
                  </a:cxn>
                  <a:cxn ang="T17">
                    <a:pos x="T10" y="T11"/>
                  </a:cxn>
                </a:cxnLst>
                <a:rect l="T18" t="T19" r="T20" b="T21"/>
                <a:pathLst>
                  <a:path w="337" h="485">
                    <a:moveTo>
                      <a:pt x="336" y="194"/>
                    </a:moveTo>
                    <a:lnTo>
                      <a:pt x="118" y="484"/>
                    </a:lnTo>
                    <a:lnTo>
                      <a:pt x="0" y="452"/>
                    </a:lnTo>
                    <a:lnTo>
                      <a:pt x="336" y="0"/>
                    </a:lnTo>
                    <a:lnTo>
                      <a:pt x="336" y="152"/>
                    </a:lnTo>
                    <a:lnTo>
                      <a:pt x="336" y="194"/>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50211" name="Freeform 280"/>
              <p:cNvSpPr>
                <a:spLocks/>
              </p:cNvSpPr>
              <p:nvPr/>
            </p:nvSpPr>
            <p:spPr bwMode="auto">
              <a:xfrm>
                <a:off x="2757" y="2124"/>
                <a:ext cx="509" cy="339"/>
              </a:xfrm>
              <a:custGeom>
                <a:avLst/>
                <a:gdLst>
                  <a:gd name="T0" fmla="*/ 0 w 506"/>
                  <a:gd name="T1" fmla="*/ 0 h 345"/>
                  <a:gd name="T2" fmla="*/ 1 w 506"/>
                  <a:gd name="T3" fmla="*/ 198 h 345"/>
                  <a:gd name="T4" fmla="*/ 514 w 506"/>
                  <a:gd name="T5" fmla="*/ 326 h 345"/>
                  <a:gd name="T6" fmla="*/ 513 w 506"/>
                  <a:gd name="T7" fmla="*/ 124 h 345"/>
                  <a:gd name="T8" fmla="*/ 0 60000 65536"/>
                  <a:gd name="T9" fmla="*/ 0 60000 65536"/>
                  <a:gd name="T10" fmla="*/ 0 60000 65536"/>
                  <a:gd name="T11" fmla="*/ 0 60000 65536"/>
                  <a:gd name="T12" fmla="*/ 0 w 506"/>
                  <a:gd name="T13" fmla="*/ 0 h 345"/>
                  <a:gd name="T14" fmla="*/ 506 w 506"/>
                  <a:gd name="T15" fmla="*/ 345 h 345"/>
                </a:gdLst>
                <a:ahLst/>
                <a:cxnLst>
                  <a:cxn ang="T8">
                    <a:pos x="T0" y="T1"/>
                  </a:cxn>
                  <a:cxn ang="T9">
                    <a:pos x="T2" y="T3"/>
                  </a:cxn>
                  <a:cxn ang="T10">
                    <a:pos x="T4" y="T5"/>
                  </a:cxn>
                  <a:cxn ang="T11">
                    <a:pos x="T6" y="T7"/>
                  </a:cxn>
                </a:cxnLst>
                <a:rect l="T12" t="T13" r="T14" b="T15"/>
                <a:pathLst>
                  <a:path w="506" h="345">
                    <a:moveTo>
                      <a:pt x="0" y="0"/>
                    </a:moveTo>
                    <a:lnTo>
                      <a:pt x="1" y="209"/>
                    </a:lnTo>
                    <a:lnTo>
                      <a:pt x="505" y="344"/>
                    </a:lnTo>
                    <a:lnTo>
                      <a:pt x="504" y="130"/>
                    </a:lnTo>
                  </a:path>
                </a:pathLst>
              </a:custGeom>
              <a:solidFill>
                <a:srgbClr val="FC2C1C"/>
              </a:solidFill>
              <a:ln w="12700" cap="rnd" cmpd="sng">
                <a:solidFill>
                  <a:schemeClr val="bg2"/>
                </a:solidFill>
                <a:prstDash val="solid"/>
                <a:round/>
                <a:headEnd type="none" w="med" len="med"/>
                <a:tailEnd type="none" w="med" len="med"/>
              </a:ln>
            </p:spPr>
            <p:txBody>
              <a:bodyPr/>
              <a:lstStyle/>
              <a:p>
                <a:endParaRPr lang="fr-FR"/>
              </a:p>
            </p:txBody>
          </p:sp>
          <p:sp>
            <p:nvSpPr>
              <p:cNvPr id="50212" name="AutoShape 281"/>
              <p:cNvSpPr>
                <a:spLocks noChangeArrowheads="1"/>
              </p:cNvSpPr>
              <p:nvPr/>
            </p:nvSpPr>
            <p:spPr bwMode="auto">
              <a:xfrm rot="16200000" flipH="1">
                <a:off x="3067" y="1967"/>
                <a:ext cx="693" cy="306"/>
              </a:xfrm>
              <a:prstGeom prst="parallelogram">
                <a:avLst>
                  <a:gd name="adj" fmla="val 156202"/>
                </a:avLst>
              </a:prstGeom>
              <a:solidFill>
                <a:srgbClr val="FC2C1C"/>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grpSp>
          <p:nvGrpSpPr>
            <p:cNvPr id="50193" name="Group 282"/>
            <p:cNvGrpSpPr>
              <a:grpSpLocks/>
            </p:cNvGrpSpPr>
            <p:nvPr/>
          </p:nvGrpSpPr>
          <p:grpSpPr bwMode="auto">
            <a:xfrm rot="-223274">
              <a:off x="2675" y="1870"/>
              <a:ext cx="469" cy="462"/>
              <a:chOff x="2757" y="1666"/>
              <a:chExt cx="812" cy="800"/>
            </a:xfrm>
          </p:grpSpPr>
          <p:sp>
            <p:nvSpPr>
              <p:cNvPr id="50201" name="Freeform 283"/>
              <p:cNvSpPr>
                <a:spLocks/>
              </p:cNvSpPr>
              <p:nvPr/>
            </p:nvSpPr>
            <p:spPr bwMode="auto">
              <a:xfrm>
                <a:off x="2762" y="1667"/>
                <a:ext cx="807" cy="584"/>
              </a:xfrm>
              <a:custGeom>
                <a:avLst/>
                <a:gdLst>
                  <a:gd name="T0" fmla="*/ 497 w 807"/>
                  <a:gd name="T1" fmla="*/ 583 h 584"/>
                  <a:gd name="T2" fmla="*/ 0 w 807"/>
                  <a:gd name="T3" fmla="*/ 452 h 584"/>
                  <a:gd name="T4" fmla="*/ 337 w 807"/>
                  <a:gd name="T5" fmla="*/ 0 h 584"/>
                  <a:gd name="T6" fmla="*/ 806 w 807"/>
                  <a:gd name="T7" fmla="*/ 98 h 584"/>
                  <a:gd name="T8" fmla="*/ 497 w 807"/>
                  <a:gd name="T9" fmla="*/ 583 h 584"/>
                  <a:gd name="T10" fmla="*/ 0 60000 65536"/>
                  <a:gd name="T11" fmla="*/ 0 60000 65536"/>
                  <a:gd name="T12" fmla="*/ 0 60000 65536"/>
                  <a:gd name="T13" fmla="*/ 0 60000 65536"/>
                  <a:gd name="T14" fmla="*/ 0 60000 65536"/>
                  <a:gd name="T15" fmla="*/ 0 w 807"/>
                  <a:gd name="T16" fmla="*/ 0 h 584"/>
                  <a:gd name="T17" fmla="*/ 807 w 807"/>
                  <a:gd name="T18" fmla="*/ 584 h 584"/>
                </a:gdLst>
                <a:ahLst/>
                <a:cxnLst>
                  <a:cxn ang="T10">
                    <a:pos x="T0" y="T1"/>
                  </a:cxn>
                  <a:cxn ang="T11">
                    <a:pos x="T2" y="T3"/>
                  </a:cxn>
                  <a:cxn ang="T12">
                    <a:pos x="T4" y="T5"/>
                  </a:cxn>
                  <a:cxn ang="T13">
                    <a:pos x="T6" y="T7"/>
                  </a:cxn>
                  <a:cxn ang="T14">
                    <a:pos x="T8" y="T9"/>
                  </a:cxn>
                </a:cxnLst>
                <a:rect l="T15" t="T16" r="T17" b="T18"/>
                <a:pathLst>
                  <a:path w="807" h="584">
                    <a:moveTo>
                      <a:pt x="497" y="583"/>
                    </a:moveTo>
                    <a:lnTo>
                      <a:pt x="0" y="452"/>
                    </a:lnTo>
                    <a:lnTo>
                      <a:pt x="337" y="0"/>
                    </a:lnTo>
                    <a:lnTo>
                      <a:pt x="806" y="98"/>
                    </a:lnTo>
                    <a:lnTo>
                      <a:pt x="497" y="583"/>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50202" name="Freeform 284"/>
              <p:cNvSpPr>
                <a:spLocks/>
              </p:cNvSpPr>
              <p:nvPr/>
            </p:nvSpPr>
            <p:spPr bwMode="auto">
              <a:xfrm>
                <a:off x="2882" y="1861"/>
                <a:ext cx="578" cy="384"/>
              </a:xfrm>
              <a:custGeom>
                <a:avLst/>
                <a:gdLst>
                  <a:gd name="T0" fmla="*/ 377 w 578"/>
                  <a:gd name="T1" fmla="*/ 383 h 384"/>
                  <a:gd name="T2" fmla="*/ 0 w 578"/>
                  <a:gd name="T3" fmla="*/ 291 h 384"/>
                  <a:gd name="T4" fmla="*/ 217 w 578"/>
                  <a:gd name="T5" fmla="*/ 0 h 384"/>
                  <a:gd name="T6" fmla="*/ 577 w 578"/>
                  <a:gd name="T7" fmla="*/ 74 h 384"/>
                  <a:gd name="T8" fmla="*/ 377 w 578"/>
                  <a:gd name="T9" fmla="*/ 383 h 384"/>
                  <a:gd name="T10" fmla="*/ 0 60000 65536"/>
                  <a:gd name="T11" fmla="*/ 0 60000 65536"/>
                  <a:gd name="T12" fmla="*/ 0 60000 65536"/>
                  <a:gd name="T13" fmla="*/ 0 60000 65536"/>
                  <a:gd name="T14" fmla="*/ 0 60000 65536"/>
                  <a:gd name="T15" fmla="*/ 0 w 578"/>
                  <a:gd name="T16" fmla="*/ 0 h 384"/>
                  <a:gd name="T17" fmla="*/ 578 w 578"/>
                  <a:gd name="T18" fmla="*/ 384 h 384"/>
                </a:gdLst>
                <a:ahLst/>
                <a:cxnLst>
                  <a:cxn ang="T10">
                    <a:pos x="T0" y="T1"/>
                  </a:cxn>
                  <a:cxn ang="T11">
                    <a:pos x="T2" y="T3"/>
                  </a:cxn>
                  <a:cxn ang="T12">
                    <a:pos x="T4" y="T5"/>
                  </a:cxn>
                  <a:cxn ang="T13">
                    <a:pos x="T6" y="T7"/>
                  </a:cxn>
                  <a:cxn ang="T14">
                    <a:pos x="T8" y="T9"/>
                  </a:cxn>
                </a:cxnLst>
                <a:rect l="T15" t="T16" r="T17" b="T18"/>
                <a:pathLst>
                  <a:path w="578" h="384">
                    <a:moveTo>
                      <a:pt x="377" y="383"/>
                    </a:moveTo>
                    <a:lnTo>
                      <a:pt x="0" y="291"/>
                    </a:lnTo>
                    <a:lnTo>
                      <a:pt x="217" y="0"/>
                    </a:lnTo>
                    <a:lnTo>
                      <a:pt x="577" y="74"/>
                    </a:lnTo>
                    <a:lnTo>
                      <a:pt x="377" y="383"/>
                    </a:lnTo>
                  </a:path>
                </a:pathLst>
              </a:custGeom>
              <a:solidFill>
                <a:srgbClr val="E22B00"/>
              </a:solidFill>
              <a:ln>
                <a:noFill/>
              </a:ln>
              <a:extLst>
                <a:ext uri="{91240B29-F687-4F45-9708-019B960494DF}">
                  <a14:hiddenLine xmlns:a14="http://schemas.microsoft.com/office/drawing/2010/main" w="12700" cap="rnd" cmpd="sng">
                    <a:solidFill>
                      <a:srgbClr val="000000"/>
                    </a:solidFill>
                    <a:prstDash val="solid"/>
                    <a:round/>
                    <a:headEnd type="none" w="med" len="med"/>
                    <a:tailEnd type="none" w="med" len="med"/>
                  </a14:hiddenLine>
                </a:ext>
              </a:extLst>
            </p:spPr>
            <p:txBody>
              <a:bodyPr/>
              <a:lstStyle/>
              <a:p>
                <a:endParaRPr lang="fr-FR" dirty="0"/>
              </a:p>
            </p:txBody>
          </p:sp>
          <p:sp>
            <p:nvSpPr>
              <p:cNvPr id="50203" name="Line 285"/>
              <p:cNvSpPr>
                <a:spLocks noChangeShapeType="1"/>
              </p:cNvSpPr>
              <p:nvPr/>
            </p:nvSpPr>
            <p:spPr bwMode="auto">
              <a:xfrm>
                <a:off x="3102" y="1862"/>
                <a:ext cx="352" cy="7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fr-FR"/>
              </a:p>
            </p:txBody>
          </p:sp>
          <p:sp>
            <p:nvSpPr>
              <p:cNvPr id="50204" name="Freeform 286"/>
              <p:cNvSpPr>
                <a:spLocks/>
              </p:cNvSpPr>
              <p:nvPr/>
            </p:nvSpPr>
            <p:spPr bwMode="auto">
              <a:xfrm>
                <a:off x="2762" y="1666"/>
                <a:ext cx="337" cy="485"/>
              </a:xfrm>
              <a:custGeom>
                <a:avLst/>
                <a:gdLst>
                  <a:gd name="T0" fmla="*/ 336 w 337"/>
                  <a:gd name="T1" fmla="*/ 194 h 485"/>
                  <a:gd name="T2" fmla="*/ 118 w 337"/>
                  <a:gd name="T3" fmla="*/ 484 h 485"/>
                  <a:gd name="T4" fmla="*/ 0 w 337"/>
                  <a:gd name="T5" fmla="*/ 452 h 485"/>
                  <a:gd name="T6" fmla="*/ 336 w 337"/>
                  <a:gd name="T7" fmla="*/ 0 h 485"/>
                  <a:gd name="T8" fmla="*/ 336 w 337"/>
                  <a:gd name="T9" fmla="*/ 152 h 485"/>
                  <a:gd name="T10" fmla="*/ 336 w 337"/>
                  <a:gd name="T11" fmla="*/ 194 h 485"/>
                  <a:gd name="T12" fmla="*/ 0 60000 65536"/>
                  <a:gd name="T13" fmla="*/ 0 60000 65536"/>
                  <a:gd name="T14" fmla="*/ 0 60000 65536"/>
                  <a:gd name="T15" fmla="*/ 0 60000 65536"/>
                  <a:gd name="T16" fmla="*/ 0 60000 65536"/>
                  <a:gd name="T17" fmla="*/ 0 60000 65536"/>
                  <a:gd name="T18" fmla="*/ 0 w 337"/>
                  <a:gd name="T19" fmla="*/ 0 h 485"/>
                  <a:gd name="T20" fmla="*/ 337 w 337"/>
                  <a:gd name="T21" fmla="*/ 485 h 485"/>
                </a:gdLst>
                <a:ahLst/>
                <a:cxnLst>
                  <a:cxn ang="T12">
                    <a:pos x="T0" y="T1"/>
                  </a:cxn>
                  <a:cxn ang="T13">
                    <a:pos x="T2" y="T3"/>
                  </a:cxn>
                  <a:cxn ang="T14">
                    <a:pos x="T4" y="T5"/>
                  </a:cxn>
                  <a:cxn ang="T15">
                    <a:pos x="T6" y="T7"/>
                  </a:cxn>
                  <a:cxn ang="T16">
                    <a:pos x="T8" y="T9"/>
                  </a:cxn>
                  <a:cxn ang="T17">
                    <a:pos x="T10" y="T11"/>
                  </a:cxn>
                </a:cxnLst>
                <a:rect l="T18" t="T19" r="T20" b="T21"/>
                <a:pathLst>
                  <a:path w="337" h="485">
                    <a:moveTo>
                      <a:pt x="336" y="194"/>
                    </a:moveTo>
                    <a:lnTo>
                      <a:pt x="118" y="484"/>
                    </a:lnTo>
                    <a:lnTo>
                      <a:pt x="0" y="452"/>
                    </a:lnTo>
                    <a:lnTo>
                      <a:pt x="336" y="0"/>
                    </a:lnTo>
                    <a:lnTo>
                      <a:pt x="336" y="152"/>
                    </a:lnTo>
                    <a:lnTo>
                      <a:pt x="336" y="194"/>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dirty="0"/>
              </a:p>
            </p:txBody>
          </p:sp>
          <p:sp>
            <p:nvSpPr>
              <p:cNvPr id="50205" name="Freeform 287"/>
              <p:cNvSpPr>
                <a:spLocks/>
              </p:cNvSpPr>
              <p:nvPr/>
            </p:nvSpPr>
            <p:spPr bwMode="auto">
              <a:xfrm>
                <a:off x="2757" y="2124"/>
                <a:ext cx="509" cy="339"/>
              </a:xfrm>
              <a:custGeom>
                <a:avLst/>
                <a:gdLst>
                  <a:gd name="T0" fmla="*/ 0 w 506"/>
                  <a:gd name="T1" fmla="*/ 0 h 345"/>
                  <a:gd name="T2" fmla="*/ 1 w 506"/>
                  <a:gd name="T3" fmla="*/ 198 h 345"/>
                  <a:gd name="T4" fmla="*/ 514 w 506"/>
                  <a:gd name="T5" fmla="*/ 326 h 345"/>
                  <a:gd name="T6" fmla="*/ 513 w 506"/>
                  <a:gd name="T7" fmla="*/ 124 h 345"/>
                  <a:gd name="T8" fmla="*/ 0 60000 65536"/>
                  <a:gd name="T9" fmla="*/ 0 60000 65536"/>
                  <a:gd name="T10" fmla="*/ 0 60000 65536"/>
                  <a:gd name="T11" fmla="*/ 0 60000 65536"/>
                  <a:gd name="T12" fmla="*/ 0 w 506"/>
                  <a:gd name="T13" fmla="*/ 0 h 345"/>
                  <a:gd name="T14" fmla="*/ 506 w 506"/>
                  <a:gd name="T15" fmla="*/ 345 h 345"/>
                </a:gdLst>
                <a:ahLst/>
                <a:cxnLst>
                  <a:cxn ang="T8">
                    <a:pos x="T0" y="T1"/>
                  </a:cxn>
                  <a:cxn ang="T9">
                    <a:pos x="T2" y="T3"/>
                  </a:cxn>
                  <a:cxn ang="T10">
                    <a:pos x="T4" y="T5"/>
                  </a:cxn>
                  <a:cxn ang="T11">
                    <a:pos x="T6" y="T7"/>
                  </a:cxn>
                </a:cxnLst>
                <a:rect l="T12" t="T13" r="T14" b="T15"/>
                <a:pathLst>
                  <a:path w="506" h="345">
                    <a:moveTo>
                      <a:pt x="0" y="0"/>
                    </a:moveTo>
                    <a:lnTo>
                      <a:pt x="1" y="209"/>
                    </a:lnTo>
                    <a:lnTo>
                      <a:pt x="505" y="344"/>
                    </a:lnTo>
                    <a:lnTo>
                      <a:pt x="504" y="130"/>
                    </a:lnTo>
                  </a:path>
                </a:pathLst>
              </a:custGeom>
              <a:solidFill>
                <a:srgbClr val="FC2C1C"/>
              </a:solidFill>
              <a:ln w="12700" cap="rnd" cmpd="sng">
                <a:solidFill>
                  <a:schemeClr val="bg2"/>
                </a:solidFill>
                <a:prstDash val="solid"/>
                <a:round/>
                <a:headEnd type="none" w="med" len="med"/>
                <a:tailEnd type="none" w="med" len="med"/>
              </a:ln>
            </p:spPr>
            <p:txBody>
              <a:bodyPr/>
              <a:lstStyle/>
              <a:p>
                <a:endParaRPr lang="fr-FR"/>
              </a:p>
            </p:txBody>
          </p:sp>
          <p:sp>
            <p:nvSpPr>
              <p:cNvPr id="50206" name="AutoShape 288"/>
              <p:cNvSpPr>
                <a:spLocks noChangeArrowheads="1"/>
              </p:cNvSpPr>
              <p:nvPr/>
            </p:nvSpPr>
            <p:spPr bwMode="auto">
              <a:xfrm rot="16200000" flipH="1">
                <a:off x="3067" y="1967"/>
                <a:ext cx="693" cy="306"/>
              </a:xfrm>
              <a:prstGeom prst="parallelogram">
                <a:avLst>
                  <a:gd name="adj" fmla="val 156202"/>
                </a:avLst>
              </a:prstGeom>
              <a:solidFill>
                <a:srgbClr val="FC2C1C"/>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grpSp>
          <p:nvGrpSpPr>
            <p:cNvPr id="50194" name="Group 289"/>
            <p:cNvGrpSpPr>
              <a:grpSpLocks/>
            </p:cNvGrpSpPr>
            <p:nvPr/>
          </p:nvGrpSpPr>
          <p:grpSpPr bwMode="auto">
            <a:xfrm rot="-223274">
              <a:off x="2653" y="1710"/>
              <a:ext cx="468" cy="464"/>
              <a:chOff x="2757" y="1666"/>
              <a:chExt cx="812" cy="800"/>
            </a:xfrm>
          </p:grpSpPr>
          <p:sp>
            <p:nvSpPr>
              <p:cNvPr id="50195" name="Freeform 290"/>
              <p:cNvSpPr>
                <a:spLocks/>
              </p:cNvSpPr>
              <p:nvPr/>
            </p:nvSpPr>
            <p:spPr bwMode="auto">
              <a:xfrm>
                <a:off x="2762" y="1667"/>
                <a:ext cx="807" cy="584"/>
              </a:xfrm>
              <a:custGeom>
                <a:avLst/>
                <a:gdLst>
                  <a:gd name="T0" fmla="*/ 497 w 807"/>
                  <a:gd name="T1" fmla="*/ 583 h 584"/>
                  <a:gd name="T2" fmla="*/ 0 w 807"/>
                  <a:gd name="T3" fmla="*/ 452 h 584"/>
                  <a:gd name="T4" fmla="*/ 337 w 807"/>
                  <a:gd name="T5" fmla="*/ 0 h 584"/>
                  <a:gd name="T6" fmla="*/ 806 w 807"/>
                  <a:gd name="T7" fmla="*/ 98 h 584"/>
                  <a:gd name="T8" fmla="*/ 497 w 807"/>
                  <a:gd name="T9" fmla="*/ 583 h 584"/>
                  <a:gd name="T10" fmla="*/ 0 60000 65536"/>
                  <a:gd name="T11" fmla="*/ 0 60000 65536"/>
                  <a:gd name="T12" fmla="*/ 0 60000 65536"/>
                  <a:gd name="T13" fmla="*/ 0 60000 65536"/>
                  <a:gd name="T14" fmla="*/ 0 60000 65536"/>
                  <a:gd name="T15" fmla="*/ 0 w 807"/>
                  <a:gd name="T16" fmla="*/ 0 h 584"/>
                  <a:gd name="T17" fmla="*/ 807 w 807"/>
                  <a:gd name="T18" fmla="*/ 584 h 584"/>
                </a:gdLst>
                <a:ahLst/>
                <a:cxnLst>
                  <a:cxn ang="T10">
                    <a:pos x="T0" y="T1"/>
                  </a:cxn>
                  <a:cxn ang="T11">
                    <a:pos x="T2" y="T3"/>
                  </a:cxn>
                  <a:cxn ang="T12">
                    <a:pos x="T4" y="T5"/>
                  </a:cxn>
                  <a:cxn ang="T13">
                    <a:pos x="T6" y="T7"/>
                  </a:cxn>
                  <a:cxn ang="T14">
                    <a:pos x="T8" y="T9"/>
                  </a:cxn>
                </a:cxnLst>
                <a:rect l="T15" t="T16" r="T17" b="T18"/>
                <a:pathLst>
                  <a:path w="807" h="584">
                    <a:moveTo>
                      <a:pt x="497" y="583"/>
                    </a:moveTo>
                    <a:lnTo>
                      <a:pt x="0" y="452"/>
                    </a:lnTo>
                    <a:lnTo>
                      <a:pt x="337" y="0"/>
                    </a:lnTo>
                    <a:lnTo>
                      <a:pt x="806" y="98"/>
                    </a:lnTo>
                    <a:lnTo>
                      <a:pt x="497" y="583"/>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50196" name="Freeform 291"/>
              <p:cNvSpPr>
                <a:spLocks/>
              </p:cNvSpPr>
              <p:nvPr/>
            </p:nvSpPr>
            <p:spPr bwMode="auto">
              <a:xfrm>
                <a:off x="2882" y="1861"/>
                <a:ext cx="578" cy="384"/>
              </a:xfrm>
              <a:custGeom>
                <a:avLst/>
                <a:gdLst>
                  <a:gd name="T0" fmla="*/ 377 w 578"/>
                  <a:gd name="T1" fmla="*/ 383 h 384"/>
                  <a:gd name="T2" fmla="*/ 0 w 578"/>
                  <a:gd name="T3" fmla="*/ 291 h 384"/>
                  <a:gd name="T4" fmla="*/ 217 w 578"/>
                  <a:gd name="T5" fmla="*/ 0 h 384"/>
                  <a:gd name="T6" fmla="*/ 577 w 578"/>
                  <a:gd name="T7" fmla="*/ 74 h 384"/>
                  <a:gd name="T8" fmla="*/ 377 w 578"/>
                  <a:gd name="T9" fmla="*/ 383 h 384"/>
                  <a:gd name="T10" fmla="*/ 0 60000 65536"/>
                  <a:gd name="T11" fmla="*/ 0 60000 65536"/>
                  <a:gd name="T12" fmla="*/ 0 60000 65536"/>
                  <a:gd name="T13" fmla="*/ 0 60000 65536"/>
                  <a:gd name="T14" fmla="*/ 0 60000 65536"/>
                  <a:gd name="T15" fmla="*/ 0 w 578"/>
                  <a:gd name="T16" fmla="*/ 0 h 384"/>
                  <a:gd name="T17" fmla="*/ 578 w 578"/>
                  <a:gd name="T18" fmla="*/ 384 h 384"/>
                </a:gdLst>
                <a:ahLst/>
                <a:cxnLst>
                  <a:cxn ang="T10">
                    <a:pos x="T0" y="T1"/>
                  </a:cxn>
                  <a:cxn ang="T11">
                    <a:pos x="T2" y="T3"/>
                  </a:cxn>
                  <a:cxn ang="T12">
                    <a:pos x="T4" y="T5"/>
                  </a:cxn>
                  <a:cxn ang="T13">
                    <a:pos x="T6" y="T7"/>
                  </a:cxn>
                  <a:cxn ang="T14">
                    <a:pos x="T8" y="T9"/>
                  </a:cxn>
                </a:cxnLst>
                <a:rect l="T15" t="T16" r="T17" b="T18"/>
                <a:pathLst>
                  <a:path w="578" h="384">
                    <a:moveTo>
                      <a:pt x="377" y="383"/>
                    </a:moveTo>
                    <a:lnTo>
                      <a:pt x="0" y="291"/>
                    </a:lnTo>
                    <a:lnTo>
                      <a:pt x="217" y="0"/>
                    </a:lnTo>
                    <a:lnTo>
                      <a:pt x="577" y="74"/>
                    </a:lnTo>
                    <a:lnTo>
                      <a:pt x="377" y="383"/>
                    </a:lnTo>
                  </a:path>
                </a:pathLst>
              </a:custGeom>
              <a:solidFill>
                <a:srgbClr val="E22B00"/>
              </a:solidFill>
              <a:ln>
                <a:noFill/>
              </a:ln>
              <a:extLst>
                <a:ext uri="{91240B29-F687-4F45-9708-019B960494DF}">
                  <a14:hiddenLine xmlns:a14="http://schemas.microsoft.com/office/drawing/2010/main" w="12700" cap="rnd" cmpd="sng">
                    <a:solidFill>
                      <a:srgbClr val="000000"/>
                    </a:solidFill>
                    <a:prstDash val="solid"/>
                    <a:round/>
                    <a:headEnd type="none" w="med" len="med"/>
                    <a:tailEnd type="none" w="med" len="med"/>
                  </a14:hiddenLine>
                </a:ext>
              </a:extLst>
            </p:spPr>
            <p:txBody>
              <a:bodyPr/>
              <a:lstStyle/>
              <a:p>
                <a:endParaRPr lang="fr-FR" dirty="0"/>
              </a:p>
            </p:txBody>
          </p:sp>
          <p:sp>
            <p:nvSpPr>
              <p:cNvPr id="50197" name="Line 292"/>
              <p:cNvSpPr>
                <a:spLocks noChangeShapeType="1"/>
              </p:cNvSpPr>
              <p:nvPr/>
            </p:nvSpPr>
            <p:spPr bwMode="auto">
              <a:xfrm>
                <a:off x="3102" y="1862"/>
                <a:ext cx="352" cy="7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fr-FR"/>
              </a:p>
            </p:txBody>
          </p:sp>
          <p:sp>
            <p:nvSpPr>
              <p:cNvPr id="50198" name="Freeform 293"/>
              <p:cNvSpPr>
                <a:spLocks/>
              </p:cNvSpPr>
              <p:nvPr/>
            </p:nvSpPr>
            <p:spPr bwMode="auto">
              <a:xfrm>
                <a:off x="2762" y="1666"/>
                <a:ext cx="337" cy="485"/>
              </a:xfrm>
              <a:custGeom>
                <a:avLst/>
                <a:gdLst>
                  <a:gd name="T0" fmla="*/ 336 w 337"/>
                  <a:gd name="T1" fmla="*/ 194 h 485"/>
                  <a:gd name="T2" fmla="*/ 118 w 337"/>
                  <a:gd name="T3" fmla="*/ 484 h 485"/>
                  <a:gd name="T4" fmla="*/ 0 w 337"/>
                  <a:gd name="T5" fmla="*/ 452 h 485"/>
                  <a:gd name="T6" fmla="*/ 336 w 337"/>
                  <a:gd name="T7" fmla="*/ 0 h 485"/>
                  <a:gd name="T8" fmla="*/ 336 w 337"/>
                  <a:gd name="T9" fmla="*/ 152 h 485"/>
                  <a:gd name="T10" fmla="*/ 336 w 337"/>
                  <a:gd name="T11" fmla="*/ 194 h 485"/>
                  <a:gd name="T12" fmla="*/ 0 60000 65536"/>
                  <a:gd name="T13" fmla="*/ 0 60000 65536"/>
                  <a:gd name="T14" fmla="*/ 0 60000 65536"/>
                  <a:gd name="T15" fmla="*/ 0 60000 65536"/>
                  <a:gd name="T16" fmla="*/ 0 60000 65536"/>
                  <a:gd name="T17" fmla="*/ 0 60000 65536"/>
                  <a:gd name="T18" fmla="*/ 0 w 337"/>
                  <a:gd name="T19" fmla="*/ 0 h 485"/>
                  <a:gd name="T20" fmla="*/ 337 w 337"/>
                  <a:gd name="T21" fmla="*/ 485 h 485"/>
                </a:gdLst>
                <a:ahLst/>
                <a:cxnLst>
                  <a:cxn ang="T12">
                    <a:pos x="T0" y="T1"/>
                  </a:cxn>
                  <a:cxn ang="T13">
                    <a:pos x="T2" y="T3"/>
                  </a:cxn>
                  <a:cxn ang="T14">
                    <a:pos x="T4" y="T5"/>
                  </a:cxn>
                  <a:cxn ang="T15">
                    <a:pos x="T6" y="T7"/>
                  </a:cxn>
                  <a:cxn ang="T16">
                    <a:pos x="T8" y="T9"/>
                  </a:cxn>
                  <a:cxn ang="T17">
                    <a:pos x="T10" y="T11"/>
                  </a:cxn>
                </a:cxnLst>
                <a:rect l="T18" t="T19" r="T20" b="T21"/>
                <a:pathLst>
                  <a:path w="337" h="485">
                    <a:moveTo>
                      <a:pt x="336" y="194"/>
                    </a:moveTo>
                    <a:lnTo>
                      <a:pt x="118" y="484"/>
                    </a:lnTo>
                    <a:lnTo>
                      <a:pt x="0" y="452"/>
                    </a:lnTo>
                    <a:lnTo>
                      <a:pt x="336" y="0"/>
                    </a:lnTo>
                    <a:lnTo>
                      <a:pt x="336" y="152"/>
                    </a:lnTo>
                    <a:lnTo>
                      <a:pt x="336" y="194"/>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50199" name="Freeform 294"/>
              <p:cNvSpPr>
                <a:spLocks/>
              </p:cNvSpPr>
              <p:nvPr/>
            </p:nvSpPr>
            <p:spPr bwMode="auto">
              <a:xfrm>
                <a:off x="2757" y="2124"/>
                <a:ext cx="509" cy="339"/>
              </a:xfrm>
              <a:custGeom>
                <a:avLst/>
                <a:gdLst>
                  <a:gd name="T0" fmla="*/ 0 w 506"/>
                  <a:gd name="T1" fmla="*/ 0 h 345"/>
                  <a:gd name="T2" fmla="*/ 1 w 506"/>
                  <a:gd name="T3" fmla="*/ 198 h 345"/>
                  <a:gd name="T4" fmla="*/ 514 w 506"/>
                  <a:gd name="T5" fmla="*/ 326 h 345"/>
                  <a:gd name="T6" fmla="*/ 513 w 506"/>
                  <a:gd name="T7" fmla="*/ 124 h 345"/>
                  <a:gd name="T8" fmla="*/ 0 60000 65536"/>
                  <a:gd name="T9" fmla="*/ 0 60000 65536"/>
                  <a:gd name="T10" fmla="*/ 0 60000 65536"/>
                  <a:gd name="T11" fmla="*/ 0 60000 65536"/>
                  <a:gd name="T12" fmla="*/ 0 w 506"/>
                  <a:gd name="T13" fmla="*/ 0 h 345"/>
                  <a:gd name="T14" fmla="*/ 506 w 506"/>
                  <a:gd name="T15" fmla="*/ 345 h 345"/>
                </a:gdLst>
                <a:ahLst/>
                <a:cxnLst>
                  <a:cxn ang="T8">
                    <a:pos x="T0" y="T1"/>
                  </a:cxn>
                  <a:cxn ang="T9">
                    <a:pos x="T2" y="T3"/>
                  </a:cxn>
                  <a:cxn ang="T10">
                    <a:pos x="T4" y="T5"/>
                  </a:cxn>
                  <a:cxn ang="T11">
                    <a:pos x="T6" y="T7"/>
                  </a:cxn>
                </a:cxnLst>
                <a:rect l="T12" t="T13" r="T14" b="T15"/>
                <a:pathLst>
                  <a:path w="506" h="345">
                    <a:moveTo>
                      <a:pt x="0" y="0"/>
                    </a:moveTo>
                    <a:lnTo>
                      <a:pt x="1" y="209"/>
                    </a:lnTo>
                    <a:lnTo>
                      <a:pt x="505" y="344"/>
                    </a:lnTo>
                    <a:lnTo>
                      <a:pt x="504" y="130"/>
                    </a:lnTo>
                  </a:path>
                </a:pathLst>
              </a:custGeom>
              <a:solidFill>
                <a:srgbClr val="FC2C1C"/>
              </a:solidFill>
              <a:ln w="12700" cap="rnd" cmpd="sng">
                <a:solidFill>
                  <a:schemeClr val="bg2"/>
                </a:solidFill>
                <a:prstDash val="solid"/>
                <a:round/>
                <a:headEnd type="none" w="med" len="med"/>
                <a:tailEnd type="none" w="med" len="med"/>
              </a:ln>
            </p:spPr>
            <p:txBody>
              <a:bodyPr/>
              <a:lstStyle/>
              <a:p>
                <a:endParaRPr lang="fr-FR" dirty="0"/>
              </a:p>
            </p:txBody>
          </p:sp>
          <p:sp>
            <p:nvSpPr>
              <p:cNvPr id="50200" name="AutoShape 295"/>
              <p:cNvSpPr>
                <a:spLocks noChangeArrowheads="1"/>
              </p:cNvSpPr>
              <p:nvPr/>
            </p:nvSpPr>
            <p:spPr bwMode="auto">
              <a:xfrm rot="16200000" flipH="1">
                <a:off x="3068" y="1967"/>
                <a:ext cx="693" cy="306"/>
              </a:xfrm>
              <a:prstGeom prst="parallelogram">
                <a:avLst>
                  <a:gd name="adj" fmla="val 156202"/>
                </a:avLst>
              </a:prstGeom>
              <a:solidFill>
                <a:srgbClr val="FC2C1C"/>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dirty="0">
                  <a:solidFill>
                    <a:schemeClr val="tx1"/>
                  </a:solidFill>
                </a:endParaRPr>
              </a:p>
            </p:txBody>
          </p:sp>
        </p:grpSp>
      </p:grpSp>
      <p:sp>
        <p:nvSpPr>
          <p:cNvPr id="201000" name="Text Box 296"/>
          <p:cNvSpPr txBox="1">
            <a:spLocks noChangeArrowheads="1"/>
          </p:cNvSpPr>
          <p:nvPr/>
        </p:nvSpPr>
        <p:spPr bwMode="auto">
          <a:xfrm>
            <a:off x="566738" y="5316538"/>
            <a:ext cx="8162925" cy="4429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eaLnBrk="1" hangingPunct="1">
              <a:spcBef>
                <a:spcPct val="0"/>
              </a:spcBef>
              <a:buFontTx/>
              <a:buNone/>
            </a:pPr>
            <a:r>
              <a:rPr lang="fr-FR" altLang="fr-FR" sz="2300"/>
              <a:t>4. Pointez la production (ou l’attente) sur votre feuille de suivi</a:t>
            </a:r>
          </a:p>
        </p:txBody>
      </p:sp>
      <p:sp>
        <p:nvSpPr>
          <p:cNvPr id="50185" name="AutoShape 297"/>
          <p:cNvSpPr>
            <a:spLocks noChangeArrowheads="1"/>
          </p:cNvSpPr>
          <p:nvPr/>
        </p:nvSpPr>
        <p:spPr bwMode="auto">
          <a:xfrm>
            <a:off x="4481513" y="6583363"/>
            <a:ext cx="527050" cy="246062"/>
          </a:xfrm>
          <a:prstGeom prst="downArrowCallout">
            <a:avLst>
              <a:gd name="adj1" fmla="val 53548"/>
              <a:gd name="adj2" fmla="val 53548"/>
              <a:gd name="adj3" fmla="val 16667"/>
              <a:gd name="adj4" fmla="val 66667"/>
            </a:avLst>
          </a:prstGeom>
          <a:solidFill>
            <a:srgbClr val="FFFF99"/>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4" presetClass="entr" presetSubtype="16"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box(in)">
                                      <p:cBhvr>
                                        <p:cTn id="7" dur="500"/>
                                        <p:tgtEl>
                                          <p:spTgt spid="5"/>
                                        </p:tgtEl>
                                      </p:cBhvr>
                                    </p:animEffect>
                                  </p:childTnLst>
                                </p:cTn>
                              </p:par>
                            </p:childTnLst>
                          </p:cTn>
                        </p:par>
                      </p:childTnLst>
                    </p:cTn>
                  </p:par>
                  <p:par>
                    <p:cTn id="8" fill="hold" nodeType="clickPar">
                      <p:stCondLst>
                        <p:cond delay="indefinite"/>
                      </p:stCondLst>
                      <p:childTnLst>
                        <p:par>
                          <p:cTn id="9" fill="hold" nodeType="withGroup">
                            <p:stCondLst>
                              <p:cond delay="0"/>
                            </p:stCondLst>
                            <p:childTnLst>
                              <p:par>
                                <p:cTn id="10" presetID="4" presetClass="entr" presetSubtype="16" fill="hold" nodeType="click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box(in)">
                                      <p:cBhvr>
                                        <p:cTn id="12" dur="500"/>
                                        <p:tgtEl>
                                          <p:spTgt spid="7"/>
                                        </p:tgtEl>
                                      </p:cBhvr>
                                    </p:animEffect>
                                  </p:childTnLst>
                                </p:cTn>
                              </p:par>
                            </p:childTnLst>
                          </p:cTn>
                        </p:par>
                      </p:childTnLst>
                    </p:cTn>
                  </p:par>
                  <p:par>
                    <p:cTn id="13" fill="hold" nodeType="clickPar">
                      <p:stCondLst>
                        <p:cond delay="indefinite"/>
                      </p:stCondLst>
                      <p:childTnLst>
                        <p:par>
                          <p:cTn id="14" fill="hold" nodeType="withGroup">
                            <p:stCondLst>
                              <p:cond delay="0"/>
                            </p:stCondLst>
                            <p:childTnLst>
                              <p:par>
                                <p:cTn id="15" presetID="4" presetClass="entr" presetSubtype="16" fill="hold" grpId="0" nodeType="clickEffect">
                                  <p:stCondLst>
                                    <p:cond delay="0"/>
                                  </p:stCondLst>
                                  <p:childTnLst>
                                    <p:set>
                                      <p:cBhvr>
                                        <p:cTn id="16" dur="1" fill="hold">
                                          <p:stCondLst>
                                            <p:cond delay="0"/>
                                          </p:stCondLst>
                                        </p:cTn>
                                        <p:tgtEl>
                                          <p:spTgt spid="200910"/>
                                        </p:tgtEl>
                                        <p:attrNameLst>
                                          <p:attrName>style.visibility</p:attrName>
                                        </p:attrNameLst>
                                      </p:cBhvr>
                                      <p:to>
                                        <p:strVal val="visible"/>
                                      </p:to>
                                    </p:set>
                                    <p:animEffect transition="in" filter="box(in)">
                                      <p:cBhvr>
                                        <p:cTn id="17" dur="500"/>
                                        <p:tgtEl>
                                          <p:spTgt spid="200910"/>
                                        </p:tgtEl>
                                      </p:cBhvr>
                                    </p:animEffect>
                                  </p:childTnLst>
                                </p:cTn>
                              </p:par>
                            </p:childTnLst>
                          </p:cTn>
                        </p:par>
                      </p:childTnLst>
                    </p:cTn>
                  </p:par>
                  <p:par>
                    <p:cTn id="18" fill="hold" nodeType="clickPar">
                      <p:stCondLst>
                        <p:cond delay="indefinite"/>
                      </p:stCondLst>
                      <p:childTnLst>
                        <p:par>
                          <p:cTn id="19" fill="hold" nodeType="withGroup">
                            <p:stCondLst>
                              <p:cond delay="0"/>
                            </p:stCondLst>
                            <p:childTnLst>
                              <p:par>
                                <p:cTn id="20" presetID="4" presetClass="entr" presetSubtype="16" fill="hold" grpId="0" nodeType="clickEffect">
                                  <p:stCondLst>
                                    <p:cond delay="0"/>
                                  </p:stCondLst>
                                  <p:childTnLst>
                                    <p:set>
                                      <p:cBhvr>
                                        <p:cTn id="21" dur="1" fill="hold">
                                          <p:stCondLst>
                                            <p:cond delay="0"/>
                                          </p:stCondLst>
                                        </p:cTn>
                                        <p:tgtEl>
                                          <p:spTgt spid="201000"/>
                                        </p:tgtEl>
                                        <p:attrNameLst>
                                          <p:attrName>style.visibility</p:attrName>
                                        </p:attrNameLst>
                                      </p:cBhvr>
                                      <p:to>
                                        <p:strVal val="visible"/>
                                      </p:to>
                                    </p:set>
                                    <p:animEffect transition="in" filter="box(in)">
                                      <p:cBhvr>
                                        <p:cTn id="22" dur="500"/>
                                        <p:tgtEl>
                                          <p:spTgt spid="20100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0910" grpId="0"/>
      <p:bldP spid="201000" grpId="0"/>
    </p:bld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1202" name="Group 23"/>
          <p:cNvGrpSpPr>
            <a:grpSpLocks/>
          </p:cNvGrpSpPr>
          <p:nvPr/>
        </p:nvGrpSpPr>
        <p:grpSpPr bwMode="auto">
          <a:xfrm>
            <a:off x="7073900" y="215900"/>
            <a:ext cx="1878013" cy="1250950"/>
            <a:chOff x="4456" y="136"/>
            <a:chExt cx="1183" cy="788"/>
          </a:xfrm>
        </p:grpSpPr>
        <p:grpSp>
          <p:nvGrpSpPr>
            <p:cNvPr id="51262" name="Group 4"/>
            <p:cNvGrpSpPr>
              <a:grpSpLocks/>
            </p:cNvGrpSpPr>
            <p:nvPr/>
          </p:nvGrpSpPr>
          <p:grpSpPr bwMode="auto">
            <a:xfrm>
              <a:off x="4766" y="232"/>
              <a:ext cx="873" cy="692"/>
              <a:chOff x="2185" y="310"/>
              <a:chExt cx="873" cy="692"/>
            </a:xfrm>
          </p:grpSpPr>
          <p:sp>
            <p:nvSpPr>
              <p:cNvPr id="51273" name="Freeform 5"/>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accent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1274" name="Freeform 6"/>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1275" name="Freeform 7"/>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1276" name="Freeform 8"/>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1277" name="Freeform 9"/>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1278" name="Freeform 10"/>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1279" name="Freeform 11"/>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grpSp>
          <p:nvGrpSpPr>
            <p:cNvPr id="51263" name="Group 12"/>
            <p:cNvGrpSpPr>
              <a:grpSpLocks/>
            </p:cNvGrpSpPr>
            <p:nvPr/>
          </p:nvGrpSpPr>
          <p:grpSpPr bwMode="auto">
            <a:xfrm>
              <a:off x="4949" y="336"/>
              <a:ext cx="591" cy="468"/>
              <a:chOff x="2185" y="310"/>
              <a:chExt cx="873" cy="692"/>
            </a:xfrm>
          </p:grpSpPr>
          <p:sp>
            <p:nvSpPr>
              <p:cNvPr id="51266" name="Freeform 13"/>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1267" name="Freeform 14"/>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1268" name="Freeform 15"/>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1269" name="Freeform 16"/>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1270" name="Freeform 17"/>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1271" name="Freeform 18"/>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1272" name="Freeform 19"/>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pic>
          <p:nvPicPr>
            <p:cNvPr id="51264" name="Picture 20"/>
            <p:cNvPicPr>
              <a:picLocks noChangeAspect="1" noChangeArrowheads="1"/>
            </p:cNvPicPr>
            <p:nvPr/>
          </p:nvPicPr>
          <p:blipFill>
            <a:blip r:embed="rId3" cstate="print">
              <a:extLst>
                <a:ext uri="{28A0092B-C50C-407E-A947-70E740481C1C}">
                  <a14:useLocalDpi xmlns:a14="http://schemas.microsoft.com/office/drawing/2010/main" val="0"/>
                </a:ext>
              </a:extLst>
            </a:blip>
            <a:srcRect l="-4282" t="-4369" r="-5199" b="-12012"/>
            <a:stretch>
              <a:fillRect/>
            </a:stretch>
          </p:blipFill>
          <p:spPr bwMode="auto">
            <a:xfrm>
              <a:off x="4456" y="136"/>
              <a:ext cx="480" cy="5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1265" name="Text Box 21"/>
            <p:cNvSpPr txBox="1">
              <a:spLocks noChangeArrowheads="1"/>
            </p:cNvSpPr>
            <p:nvPr/>
          </p:nvSpPr>
          <p:spPr bwMode="auto">
            <a:xfrm>
              <a:off x="5066" y="314"/>
              <a:ext cx="356" cy="49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4500" b="1">
                  <a:solidFill>
                    <a:srgbClr val="FF0000"/>
                  </a:solidFill>
                  <a:latin typeface="Arial Black" pitchFamily="34" charset="0"/>
                </a:rPr>
                <a:t>2</a:t>
              </a:r>
              <a:endParaRPr lang="fr-FR" altLang="fr-FR" sz="3200">
                <a:solidFill>
                  <a:schemeClr val="tx1"/>
                </a:solidFill>
                <a:latin typeface="Arial Black" pitchFamily="34" charset="0"/>
              </a:endParaRPr>
            </a:p>
          </p:txBody>
        </p:sp>
      </p:grpSp>
      <p:sp>
        <p:nvSpPr>
          <p:cNvPr id="51204" name="Text Box 29"/>
          <p:cNvSpPr txBox="1">
            <a:spLocks noChangeArrowheads="1"/>
          </p:cNvSpPr>
          <p:nvPr/>
        </p:nvSpPr>
        <p:spPr bwMode="auto">
          <a:xfrm>
            <a:off x="566738" y="2697163"/>
            <a:ext cx="3217862"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2. Pas de commandes</a:t>
            </a:r>
          </a:p>
        </p:txBody>
      </p:sp>
      <p:sp>
        <p:nvSpPr>
          <p:cNvPr id="51205" name="Text Box 30"/>
          <p:cNvSpPr txBox="1">
            <a:spLocks noChangeArrowheads="1"/>
          </p:cNvSpPr>
          <p:nvPr/>
        </p:nvSpPr>
        <p:spPr bwMode="auto">
          <a:xfrm>
            <a:off x="566738" y="1363663"/>
            <a:ext cx="1946275"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1. Tirez le dé</a:t>
            </a:r>
          </a:p>
        </p:txBody>
      </p:sp>
      <p:sp>
        <p:nvSpPr>
          <p:cNvPr id="51206" name="Text Box 31"/>
          <p:cNvSpPr txBox="1">
            <a:spLocks noChangeArrowheads="1"/>
          </p:cNvSpPr>
          <p:nvPr/>
        </p:nvSpPr>
        <p:spPr bwMode="auto">
          <a:xfrm>
            <a:off x="566738" y="3935413"/>
            <a:ext cx="18796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3. Produisez</a:t>
            </a:r>
          </a:p>
        </p:txBody>
      </p:sp>
      <p:grpSp>
        <p:nvGrpSpPr>
          <p:cNvPr id="51207" name="Group 33"/>
          <p:cNvGrpSpPr>
            <a:grpSpLocks/>
          </p:cNvGrpSpPr>
          <p:nvPr/>
        </p:nvGrpSpPr>
        <p:grpSpPr bwMode="auto">
          <a:xfrm>
            <a:off x="2986088" y="1306513"/>
            <a:ext cx="446087" cy="534987"/>
            <a:chOff x="868" y="1439"/>
            <a:chExt cx="811" cy="972"/>
          </a:xfrm>
        </p:grpSpPr>
        <p:sp>
          <p:nvSpPr>
            <p:cNvPr id="51211" name="Freeform 34"/>
            <p:cNvSpPr>
              <a:spLocks/>
            </p:cNvSpPr>
            <p:nvPr/>
          </p:nvSpPr>
          <p:spPr bwMode="auto">
            <a:xfrm>
              <a:off x="1548" y="2014"/>
              <a:ext cx="123" cy="100"/>
            </a:xfrm>
            <a:custGeom>
              <a:avLst/>
              <a:gdLst>
                <a:gd name="T0" fmla="*/ 5 w 618"/>
                <a:gd name="T1" fmla="*/ 0 h 502"/>
                <a:gd name="T2" fmla="*/ 5 w 618"/>
                <a:gd name="T3" fmla="*/ 0 h 502"/>
                <a:gd name="T4" fmla="*/ 0 w 618"/>
                <a:gd name="T5" fmla="*/ 4 h 502"/>
                <a:gd name="T6" fmla="*/ 0 w 618"/>
                <a:gd name="T7" fmla="*/ 4 h 502"/>
                <a:gd name="T8" fmla="*/ 5 w 618"/>
                <a:gd name="T9" fmla="*/ 0 h 502"/>
                <a:gd name="T10" fmla="*/ 5 w 618"/>
                <a:gd name="T11" fmla="*/ 0 h 502"/>
                <a:gd name="T12" fmla="*/ 5 w 618"/>
                <a:gd name="T13" fmla="*/ 0 h 502"/>
                <a:gd name="T14" fmla="*/ 5 w 618"/>
                <a:gd name="T15" fmla="*/ 0 h 502"/>
                <a:gd name="T16" fmla="*/ 5 w 618"/>
                <a:gd name="T17" fmla="*/ 0 h 502"/>
                <a:gd name="T18" fmla="*/ 5 w 618"/>
                <a:gd name="T19" fmla="*/ 0 h 502"/>
                <a:gd name="T20" fmla="*/ 5 w 618"/>
                <a:gd name="T21" fmla="*/ 0 h 502"/>
                <a:gd name="T22" fmla="*/ 5 w 618"/>
                <a:gd name="T23" fmla="*/ 0 h 502"/>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618"/>
                <a:gd name="T37" fmla="*/ 0 h 502"/>
                <a:gd name="T38" fmla="*/ 618 w 618"/>
                <a:gd name="T39" fmla="*/ 502 h 502"/>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618" h="502">
                  <a:moveTo>
                    <a:pt x="611" y="0"/>
                  </a:moveTo>
                  <a:lnTo>
                    <a:pt x="606" y="2"/>
                  </a:lnTo>
                  <a:lnTo>
                    <a:pt x="0" y="490"/>
                  </a:lnTo>
                  <a:lnTo>
                    <a:pt x="10" y="502"/>
                  </a:lnTo>
                  <a:lnTo>
                    <a:pt x="616" y="14"/>
                  </a:lnTo>
                  <a:lnTo>
                    <a:pt x="611" y="16"/>
                  </a:lnTo>
                  <a:lnTo>
                    <a:pt x="616" y="14"/>
                  </a:lnTo>
                  <a:lnTo>
                    <a:pt x="618" y="9"/>
                  </a:lnTo>
                  <a:lnTo>
                    <a:pt x="617" y="3"/>
                  </a:lnTo>
                  <a:lnTo>
                    <a:pt x="612" y="1"/>
                  </a:lnTo>
                  <a:lnTo>
                    <a:pt x="606" y="2"/>
                  </a:lnTo>
                  <a:lnTo>
                    <a:pt x="611"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1212" name="Freeform 35"/>
            <p:cNvSpPr>
              <a:spLocks/>
            </p:cNvSpPr>
            <p:nvPr/>
          </p:nvSpPr>
          <p:spPr bwMode="auto">
            <a:xfrm>
              <a:off x="876" y="1852"/>
              <a:ext cx="82" cy="373"/>
            </a:xfrm>
            <a:custGeom>
              <a:avLst/>
              <a:gdLst>
                <a:gd name="T0" fmla="*/ 3 w 413"/>
                <a:gd name="T1" fmla="*/ 15 h 1865"/>
                <a:gd name="T2" fmla="*/ 3 w 413"/>
                <a:gd name="T3" fmla="*/ 15 h 1865"/>
                <a:gd name="T4" fmla="*/ 0 w 413"/>
                <a:gd name="T5" fmla="*/ 0 h 1865"/>
                <a:gd name="T6" fmla="*/ 0 w 413"/>
                <a:gd name="T7" fmla="*/ 0 h 1865"/>
                <a:gd name="T8" fmla="*/ 3 w 413"/>
                <a:gd name="T9" fmla="*/ 15 h 1865"/>
                <a:gd name="T10" fmla="*/ 3 w 413"/>
                <a:gd name="T11" fmla="*/ 15 h 1865"/>
                <a:gd name="T12" fmla="*/ 3 w 413"/>
                <a:gd name="T13" fmla="*/ 15 h 1865"/>
                <a:gd name="T14" fmla="*/ 3 w 413"/>
                <a:gd name="T15" fmla="*/ 15 h 1865"/>
                <a:gd name="T16" fmla="*/ 3 w 413"/>
                <a:gd name="T17" fmla="*/ 15 h 1865"/>
                <a:gd name="T18" fmla="*/ 3 w 413"/>
                <a:gd name="T19" fmla="*/ 15 h 1865"/>
                <a:gd name="T20" fmla="*/ 3 w 413"/>
                <a:gd name="T21" fmla="*/ 15 h 1865"/>
                <a:gd name="T22" fmla="*/ 3 w 413"/>
                <a:gd name="T23" fmla="*/ 15 h 186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413"/>
                <a:gd name="T37" fmla="*/ 0 h 1865"/>
                <a:gd name="T38" fmla="*/ 413 w 413"/>
                <a:gd name="T39" fmla="*/ 1865 h 1865"/>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413" h="1865">
                  <a:moveTo>
                    <a:pt x="400" y="1864"/>
                  </a:moveTo>
                  <a:lnTo>
                    <a:pt x="413" y="1856"/>
                  </a:lnTo>
                  <a:lnTo>
                    <a:pt x="17" y="0"/>
                  </a:lnTo>
                  <a:lnTo>
                    <a:pt x="0" y="2"/>
                  </a:lnTo>
                  <a:lnTo>
                    <a:pt x="396" y="1858"/>
                  </a:lnTo>
                  <a:lnTo>
                    <a:pt x="409" y="1850"/>
                  </a:lnTo>
                  <a:lnTo>
                    <a:pt x="396" y="1858"/>
                  </a:lnTo>
                  <a:lnTo>
                    <a:pt x="400" y="1864"/>
                  </a:lnTo>
                  <a:lnTo>
                    <a:pt x="406" y="1865"/>
                  </a:lnTo>
                  <a:lnTo>
                    <a:pt x="410" y="1862"/>
                  </a:lnTo>
                  <a:lnTo>
                    <a:pt x="413" y="1856"/>
                  </a:lnTo>
                  <a:lnTo>
                    <a:pt x="400" y="186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1213" name="Freeform 36"/>
            <p:cNvSpPr>
              <a:spLocks/>
            </p:cNvSpPr>
            <p:nvPr/>
          </p:nvSpPr>
          <p:spPr bwMode="auto">
            <a:xfrm>
              <a:off x="1282" y="1533"/>
              <a:ext cx="35" cy="161"/>
            </a:xfrm>
            <a:custGeom>
              <a:avLst/>
              <a:gdLst>
                <a:gd name="T0" fmla="*/ 1 w 175"/>
                <a:gd name="T1" fmla="*/ 6 h 807"/>
                <a:gd name="T2" fmla="*/ 1 w 175"/>
                <a:gd name="T3" fmla="*/ 6 h 807"/>
                <a:gd name="T4" fmla="*/ 1 w 175"/>
                <a:gd name="T5" fmla="*/ 6 h 807"/>
                <a:gd name="T6" fmla="*/ 1 w 175"/>
                <a:gd name="T7" fmla="*/ 5 h 807"/>
                <a:gd name="T8" fmla="*/ 1 w 175"/>
                <a:gd name="T9" fmla="*/ 5 h 807"/>
                <a:gd name="T10" fmla="*/ 1 w 175"/>
                <a:gd name="T11" fmla="*/ 5 h 807"/>
                <a:gd name="T12" fmla="*/ 1 w 175"/>
                <a:gd name="T13" fmla="*/ 4 h 807"/>
                <a:gd name="T14" fmla="*/ 1 w 175"/>
                <a:gd name="T15" fmla="*/ 4 h 807"/>
                <a:gd name="T16" fmla="*/ 1 w 175"/>
                <a:gd name="T17" fmla="*/ 3 h 807"/>
                <a:gd name="T18" fmla="*/ 1 w 175"/>
                <a:gd name="T19" fmla="*/ 3 h 807"/>
                <a:gd name="T20" fmla="*/ 1 w 175"/>
                <a:gd name="T21" fmla="*/ 3 h 807"/>
                <a:gd name="T22" fmla="*/ 1 w 175"/>
                <a:gd name="T23" fmla="*/ 2 h 807"/>
                <a:gd name="T24" fmla="*/ 1 w 175"/>
                <a:gd name="T25" fmla="*/ 2 h 807"/>
                <a:gd name="T26" fmla="*/ 1 w 175"/>
                <a:gd name="T27" fmla="*/ 2 h 807"/>
                <a:gd name="T28" fmla="*/ 1 w 175"/>
                <a:gd name="T29" fmla="*/ 1 h 807"/>
                <a:gd name="T30" fmla="*/ 1 w 175"/>
                <a:gd name="T31" fmla="*/ 1 h 807"/>
                <a:gd name="T32" fmla="*/ 1 w 175"/>
                <a:gd name="T33" fmla="*/ 1 h 807"/>
                <a:gd name="T34" fmla="*/ 1 w 175"/>
                <a:gd name="T35" fmla="*/ 0 h 807"/>
                <a:gd name="T36" fmla="*/ 1 w 175"/>
                <a:gd name="T37" fmla="*/ 0 h 807"/>
                <a:gd name="T38" fmla="*/ 1 w 175"/>
                <a:gd name="T39" fmla="*/ 0 h 807"/>
                <a:gd name="T40" fmla="*/ 0 w 175"/>
                <a:gd name="T41" fmla="*/ 1 h 807"/>
                <a:gd name="T42" fmla="*/ 0 w 175"/>
                <a:gd name="T43" fmla="*/ 1 h 807"/>
                <a:gd name="T44" fmla="*/ 0 w 175"/>
                <a:gd name="T45" fmla="*/ 1 h 807"/>
                <a:gd name="T46" fmla="*/ 0 w 175"/>
                <a:gd name="T47" fmla="*/ 2 h 807"/>
                <a:gd name="T48" fmla="*/ 0 w 175"/>
                <a:gd name="T49" fmla="*/ 2 h 807"/>
                <a:gd name="T50" fmla="*/ 0 w 175"/>
                <a:gd name="T51" fmla="*/ 3 h 807"/>
                <a:gd name="T52" fmla="*/ 0 w 175"/>
                <a:gd name="T53" fmla="*/ 3 h 807"/>
                <a:gd name="T54" fmla="*/ 0 w 175"/>
                <a:gd name="T55" fmla="*/ 3 h 807"/>
                <a:gd name="T56" fmla="*/ 0 w 175"/>
                <a:gd name="T57" fmla="*/ 4 h 807"/>
                <a:gd name="T58" fmla="*/ 0 w 175"/>
                <a:gd name="T59" fmla="*/ 4 h 807"/>
                <a:gd name="T60" fmla="*/ 0 w 175"/>
                <a:gd name="T61" fmla="*/ 5 h 807"/>
                <a:gd name="T62" fmla="*/ 0 w 175"/>
                <a:gd name="T63" fmla="*/ 5 h 807"/>
                <a:gd name="T64" fmla="*/ 0 w 175"/>
                <a:gd name="T65" fmla="*/ 5 h 807"/>
                <a:gd name="T66" fmla="*/ 1 w 175"/>
                <a:gd name="T67" fmla="*/ 6 h 807"/>
                <a:gd name="T68" fmla="*/ 1 w 175"/>
                <a:gd name="T69" fmla="*/ 6 h 807"/>
                <a:gd name="T70" fmla="*/ 1 w 175"/>
                <a:gd name="T71" fmla="*/ 6 h 807"/>
                <a:gd name="T72" fmla="*/ 1 w 175"/>
                <a:gd name="T73" fmla="*/ 6 h 807"/>
                <a:gd name="T74" fmla="*/ 1 w 175"/>
                <a:gd name="T75" fmla="*/ 6 h 807"/>
                <a:gd name="T76" fmla="*/ 1 w 175"/>
                <a:gd name="T77" fmla="*/ 6 h 807"/>
                <a:gd name="T78" fmla="*/ 1 w 175"/>
                <a:gd name="T79" fmla="*/ 6 h 807"/>
                <a:gd name="T80" fmla="*/ 1 w 175"/>
                <a:gd name="T81" fmla="*/ 6 h 807"/>
                <a:gd name="T82" fmla="*/ 1 w 175"/>
                <a:gd name="T83" fmla="*/ 6 h 807"/>
                <a:gd name="T84" fmla="*/ 1 w 175"/>
                <a:gd name="T85" fmla="*/ 6 h 807"/>
                <a:gd name="T86" fmla="*/ 1 w 175"/>
                <a:gd name="T87" fmla="*/ 6 h 807"/>
                <a:gd name="T88" fmla="*/ 1 w 175"/>
                <a:gd name="T89" fmla="*/ 6 h 807"/>
                <a:gd name="T90" fmla="*/ 1 w 175"/>
                <a:gd name="T91" fmla="*/ 6 h 80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175"/>
                <a:gd name="T139" fmla="*/ 0 h 807"/>
                <a:gd name="T140" fmla="*/ 175 w 175"/>
                <a:gd name="T141" fmla="*/ 807 h 80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175" h="807">
                  <a:moveTo>
                    <a:pt x="169" y="740"/>
                  </a:moveTo>
                  <a:lnTo>
                    <a:pt x="169" y="739"/>
                  </a:lnTo>
                  <a:lnTo>
                    <a:pt x="149" y="698"/>
                  </a:lnTo>
                  <a:lnTo>
                    <a:pt x="133" y="656"/>
                  </a:lnTo>
                  <a:lnTo>
                    <a:pt x="120" y="611"/>
                  </a:lnTo>
                  <a:lnTo>
                    <a:pt x="108" y="565"/>
                  </a:lnTo>
                  <a:lnTo>
                    <a:pt x="100" y="520"/>
                  </a:lnTo>
                  <a:lnTo>
                    <a:pt x="96" y="472"/>
                  </a:lnTo>
                  <a:lnTo>
                    <a:pt x="93" y="425"/>
                  </a:lnTo>
                  <a:lnTo>
                    <a:pt x="93" y="377"/>
                  </a:lnTo>
                  <a:lnTo>
                    <a:pt x="96" y="330"/>
                  </a:lnTo>
                  <a:lnTo>
                    <a:pt x="100" y="283"/>
                  </a:lnTo>
                  <a:lnTo>
                    <a:pt x="106" y="238"/>
                  </a:lnTo>
                  <a:lnTo>
                    <a:pt x="115" y="195"/>
                  </a:lnTo>
                  <a:lnTo>
                    <a:pt x="126" y="153"/>
                  </a:lnTo>
                  <a:lnTo>
                    <a:pt x="139" y="114"/>
                  </a:lnTo>
                  <a:lnTo>
                    <a:pt x="153" y="77"/>
                  </a:lnTo>
                  <a:lnTo>
                    <a:pt x="169" y="43"/>
                  </a:lnTo>
                  <a:lnTo>
                    <a:pt x="87" y="0"/>
                  </a:lnTo>
                  <a:lnTo>
                    <a:pt x="69" y="39"/>
                  </a:lnTo>
                  <a:lnTo>
                    <a:pt x="52" y="81"/>
                  </a:lnTo>
                  <a:lnTo>
                    <a:pt x="37" y="127"/>
                  </a:lnTo>
                  <a:lnTo>
                    <a:pt x="24" y="174"/>
                  </a:lnTo>
                  <a:lnTo>
                    <a:pt x="15" y="222"/>
                  </a:lnTo>
                  <a:lnTo>
                    <a:pt x="7" y="271"/>
                  </a:lnTo>
                  <a:lnTo>
                    <a:pt x="2" y="323"/>
                  </a:lnTo>
                  <a:lnTo>
                    <a:pt x="0" y="374"/>
                  </a:lnTo>
                  <a:lnTo>
                    <a:pt x="0" y="427"/>
                  </a:lnTo>
                  <a:lnTo>
                    <a:pt x="2" y="479"/>
                  </a:lnTo>
                  <a:lnTo>
                    <a:pt x="9" y="531"/>
                  </a:lnTo>
                  <a:lnTo>
                    <a:pt x="17" y="584"/>
                  </a:lnTo>
                  <a:lnTo>
                    <a:pt x="29" y="635"/>
                  </a:lnTo>
                  <a:lnTo>
                    <a:pt x="44" y="686"/>
                  </a:lnTo>
                  <a:lnTo>
                    <a:pt x="65" y="736"/>
                  </a:lnTo>
                  <a:lnTo>
                    <a:pt x="87" y="784"/>
                  </a:lnTo>
                  <a:lnTo>
                    <a:pt x="87" y="782"/>
                  </a:lnTo>
                  <a:lnTo>
                    <a:pt x="87" y="784"/>
                  </a:lnTo>
                  <a:lnTo>
                    <a:pt x="100" y="799"/>
                  </a:lnTo>
                  <a:lnTo>
                    <a:pt x="117" y="807"/>
                  </a:lnTo>
                  <a:lnTo>
                    <a:pt x="134" y="807"/>
                  </a:lnTo>
                  <a:lnTo>
                    <a:pt x="151" y="801"/>
                  </a:lnTo>
                  <a:lnTo>
                    <a:pt x="164" y="791"/>
                  </a:lnTo>
                  <a:lnTo>
                    <a:pt x="173" y="777"/>
                  </a:lnTo>
                  <a:lnTo>
                    <a:pt x="175" y="759"/>
                  </a:lnTo>
                  <a:lnTo>
                    <a:pt x="169" y="739"/>
                  </a:lnTo>
                  <a:lnTo>
                    <a:pt x="169" y="74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1214" name="Freeform 37"/>
            <p:cNvSpPr>
              <a:spLocks/>
            </p:cNvSpPr>
            <p:nvPr/>
          </p:nvSpPr>
          <p:spPr bwMode="auto">
            <a:xfrm>
              <a:off x="1299" y="1681"/>
              <a:ext cx="157" cy="281"/>
            </a:xfrm>
            <a:custGeom>
              <a:avLst/>
              <a:gdLst>
                <a:gd name="T0" fmla="*/ 6 w 787"/>
                <a:gd name="T1" fmla="*/ 11 h 1404"/>
                <a:gd name="T2" fmla="*/ 6 w 787"/>
                <a:gd name="T3" fmla="*/ 11 h 1404"/>
                <a:gd name="T4" fmla="*/ 1 w 787"/>
                <a:gd name="T5" fmla="*/ 0 h 1404"/>
                <a:gd name="T6" fmla="*/ 0 w 787"/>
                <a:gd name="T7" fmla="*/ 0 h 1404"/>
                <a:gd name="T8" fmla="*/ 6 w 787"/>
                <a:gd name="T9" fmla="*/ 11 h 1404"/>
                <a:gd name="T10" fmla="*/ 6 w 787"/>
                <a:gd name="T11" fmla="*/ 11 h 1404"/>
                <a:gd name="T12" fmla="*/ 6 w 787"/>
                <a:gd name="T13" fmla="*/ 11 h 1404"/>
                <a:gd name="T14" fmla="*/ 6 w 787"/>
                <a:gd name="T15" fmla="*/ 11 h 1404"/>
                <a:gd name="T16" fmla="*/ 6 w 787"/>
                <a:gd name="T17" fmla="*/ 11 h 1404"/>
                <a:gd name="T18" fmla="*/ 6 w 787"/>
                <a:gd name="T19" fmla="*/ 11 h 1404"/>
                <a:gd name="T20" fmla="*/ 6 w 787"/>
                <a:gd name="T21" fmla="*/ 11 h 1404"/>
                <a:gd name="T22" fmla="*/ 6 w 787"/>
                <a:gd name="T23" fmla="*/ 11 h 1404"/>
                <a:gd name="T24" fmla="*/ 6 w 787"/>
                <a:gd name="T25" fmla="*/ 11 h 1404"/>
                <a:gd name="T26" fmla="*/ 6 w 787"/>
                <a:gd name="T27" fmla="*/ 11 h 1404"/>
                <a:gd name="T28" fmla="*/ 6 w 787"/>
                <a:gd name="T29" fmla="*/ 11 h 1404"/>
                <a:gd name="T30" fmla="*/ 6 w 787"/>
                <a:gd name="T31" fmla="*/ 11 h 1404"/>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787"/>
                <a:gd name="T49" fmla="*/ 0 h 1404"/>
                <a:gd name="T50" fmla="*/ 787 w 787"/>
                <a:gd name="T51" fmla="*/ 1404 h 1404"/>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787" h="1404">
                  <a:moveTo>
                    <a:pt x="781" y="1334"/>
                  </a:moveTo>
                  <a:lnTo>
                    <a:pt x="781" y="1337"/>
                  </a:lnTo>
                  <a:lnTo>
                    <a:pt x="82" y="0"/>
                  </a:lnTo>
                  <a:lnTo>
                    <a:pt x="0" y="42"/>
                  </a:lnTo>
                  <a:lnTo>
                    <a:pt x="699" y="1379"/>
                  </a:lnTo>
                  <a:lnTo>
                    <a:pt x="699" y="1381"/>
                  </a:lnTo>
                  <a:lnTo>
                    <a:pt x="699" y="1379"/>
                  </a:lnTo>
                  <a:lnTo>
                    <a:pt x="712" y="1395"/>
                  </a:lnTo>
                  <a:lnTo>
                    <a:pt x="727" y="1402"/>
                  </a:lnTo>
                  <a:lnTo>
                    <a:pt x="744" y="1404"/>
                  </a:lnTo>
                  <a:lnTo>
                    <a:pt x="761" y="1398"/>
                  </a:lnTo>
                  <a:lnTo>
                    <a:pt x="775" y="1388"/>
                  </a:lnTo>
                  <a:lnTo>
                    <a:pt x="784" y="1373"/>
                  </a:lnTo>
                  <a:lnTo>
                    <a:pt x="787" y="1357"/>
                  </a:lnTo>
                  <a:lnTo>
                    <a:pt x="781" y="1337"/>
                  </a:lnTo>
                  <a:lnTo>
                    <a:pt x="781" y="13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1215" name="Freeform 38"/>
            <p:cNvSpPr>
              <a:spLocks/>
            </p:cNvSpPr>
            <p:nvPr/>
          </p:nvSpPr>
          <p:spPr bwMode="auto">
            <a:xfrm>
              <a:off x="1439" y="1948"/>
              <a:ext cx="125" cy="76"/>
            </a:xfrm>
            <a:custGeom>
              <a:avLst/>
              <a:gdLst>
                <a:gd name="T0" fmla="*/ 5 w 628"/>
                <a:gd name="T1" fmla="*/ 2 h 383"/>
                <a:gd name="T2" fmla="*/ 5 w 628"/>
                <a:gd name="T3" fmla="*/ 2 h 383"/>
                <a:gd name="T4" fmla="*/ 4 w 628"/>
                <a:gd name="T5" fmla="*/ 2 h 383"/>
                <a:gd name="T6" fmla="*/ 4 w 628"/>
                <a:gd name="T7" fmla="*/ 2 h 383"/>
                <a:gd name="T8" fmla="*/ 4 w 628"/>
                <a:gd name="T9" fmla="*/ 2 h 383"/>
                <a:gd name="T10" fmla="*/ 3 w 628"/>
                <a:gd name="T11" fmla="*/ 2 h 383"/>
                <a:gd name="T12" fmla="*/ 3 w 628"/>
                <a:gd name="T13" fmla="*/ 2 h 383"/>
                <a:gd name="T14" fmla="*/ 3 w 628"/>
                <a:gd name="T15" fmla="*/ 2 h 383"/>
                <a:gd name="T16" fmla="*/ 3 w 628"/>
                <a:gd name="T17" fmla="*/ 2 h 383"/>
                <a:gd name="T18" fmla="*/ 2 w 628"/>
                <a:gd name="T19" fmla="*/ 2 h 383"/>
                <a:gd name="T20" fmla="*/ 2 w 628"/>
                <a:gd name="T21" fmla="*/ 2 h 383"/>
                <a:gd name="T22" fmla="*/ 2 w 628"/>
                <a:gd name="T23" fmla="*/ 1 h 383"/>
                <a:gd name="T24" fmla="*/ 2 w 628"/>
                <a:gd name="T25" fmla="*/ 1 h 383"/>
                <a:gd name="T26" fmla="*/ 1 w 628"/>
                <a:gd name="T27" fmla="*/ 1 h 383"/>
                <a:gd name="T28" fmla="*/ 1 w 628"/>
                <a:gd name="T29" fmla="*/ 1 h 383"/>
                <a:gd name="T30" fmla="*/ 1 w 628"/>
                <a:gd name="T31" fmla="*/ 1 h 383"/>
                <a:gd name="T32" fmla="*/ 1 w 628"/>
                <a:gd name="T33" fmla="*/ 0 h 383"/>
                <a:gd name="T34" fmla="*/ 1 w 628"/>
                <a:gd name="T35" fmla="*/ 0 h 383"/>
                <a:gd name="T36" fmla="*/ 0 w 628"/>
                <a:gd name="T37" fmla="*/ 0 h 383"/>
                <a:gd name="T38" fmla="*/ 0 w 628"/>
                <a:gd name="T39" fmla="*/ 1 h 383"/>
                <a:gd name="T40" fmla="*/ 0 w 628"/>
                <a:gd name="T41" fmla="*/ 1 h 383"/>
                <a:gd name="T42" fmla="*/ 1 w 628"/>
                <a:gd name="T43" fmla="*/ 1 h 383"/>
                <a:gd name="T44" fmla="*/ 1 w 628"/>
                <a:gd name="T45" fmla="*/ 1 h 383"/>
                <a:gd name="T46" fmla="*/ 1 w 628"/>
                <a:gd name="T47" fmla="*/ 2 h 383"/>
                <a:gd name="T48" fmla="*/ 1 w 628"/>
                <a:gd name="T49" fmla="*/ 2 h 383"/>
                <a:gd name="T50" fmla="*/ 2 w 628"/>
                <a:gd name="T51" fmla="*/ 2 h 383"/>
                <a:gd name="T52" fmla="*/ 2 w 628"/>
                <a:gd name="T53" fmla="*/ 2 h 383"/>
                <a:gd name="T54" fmla="*/ 2 w 628"/>
                <a:gd name="T55" fmla="*/ 2 h 383"/>
                <a:gd name="T56" fmla="*/ 3 w 628"/>
                <a:gd name="T57" fmla="*/ 3 h 383"/>
                <a:gd name="T58" fmla="*/ 3 w 628"/>
                <a:gd name="T59" fmla="*/ 3 h 383"/>
                <a:gd name="T60" fmla="*/ 3 w 628"/>
                <a:gd name="T61" fmla="*/ 3 h 383"/>
                <a:gd name="T62" fmla="*/ 4 w 628"/>
                <a:gd name="T63" fmla="*/ 3 h 383"/>
                <a:gd name="T64" fmla="*/ 4 w 628"/>
                <a:gd name="T65" fmla="*/ 3 h 383"/>
                <a:gd name="T66" fmla="*/ 4 w 628"/>
                <a:gd name="T67" fmla="*/ 3 h 383"/>
                <a:gd name="T68" fmla="*/ 5 w 628"/>
                <a:gd name="T69" fmla="*/ 3 h 383"/>
                <a:gd name="T70" fmla="*/ 5 w 628"/>
                <a:gd name="T71" fmla="*/ 3 h 383"/>
                <a:gd name="T72" fmla="*/ 5 w 628"/>
                <a:gd name="T73" fmla="*/ 3 h 383"/>
                <a:gd name="T74" fmla="*/ 5 w 628"/>
                <a:gd name="T75" fmla="*/ 3 h 383"/>
                <a:gd name="T76" fmla="*/ 5 w 628"/>
                <a:gd name="T77" fmla="*/ 3 h 383"/>
                <a:gd name="T78" fmla="*/ 5 w 628"/>
                <a:gd name="T79" fmla="*/ 3 h 383"/>
                <a:gd name="T80" fmla="*/ 5 w 628"/>
                <a:gd name="T81" fmla="*/ 3 h 383"/>
                <a:gd name="T82" fmla="*/ 5 w 628"/>
                <a:gd name="T83" fmla="*/ 3 h 383"/>
                <a:gd name="T84" fmla="*/ 5 w 628"/>
                <a:gd name="T85" fmla="*/ 2 h 383"/>
                <a:gd name="T86" fmla="*/ 5 w 628"/>
                <a:gd name="T87" fmla="*/ 2 h 383"/>
                <a:gd name="T88" fmla="*/ 5 w 628"/>
                <a:gd name="T89" fmla="*/ 2 h 383"/>
                <a:gd name="T90" fmla="*/ 5 w 628"/>
                <a:gd name="T91" fmla="*/ 2 h 38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628"/>
                <a:gd name="T139" fmla="*/ 0 h 383"/>
                <a:gd name="T140" fmla="*/ 628 w 628"/>
                <a:gd name="T141" fmla="*/ 383 h 38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628" h="383">
                  <a:moveTo>
                    <a:pt x="581" y="289"/>
                  </a:moveTo>
                  <a:lnTo>
                    <a:pt x="582" y="289"/>
                  </a:lnTo>
                  <a:lnTo>
                    <a:pt x="541" y="287"/>
                  </a:lnTo>
                  <a:lnTo>
                    <a:pt x="500" y="283"/>
                  </a:lnTo>
                  <a:lnTo>
                    <a:pt x="462" y="276"/>
                  </a:lnTo>
                  <a:lnTo>
                    <a:pt x="424" y="268"/>
                  </a:lnTo>
                  <a:lnTo>
                    <a:pt x="389" y="255"/>
                  </a:lnTo>
                  <a:lnTo>
                    <a:pt x="352" y="242"/>
                  </a:lnTo>
                  <a:lnTo>
                    <a:pt x="320" y="227"/>
                  </a:lnTo>
                  <a:lnTo>
                    <a:pt x="287" y="209"/>
                  </a:lnTo>
                  <a:lnTo>
                    <a:pt x="255" y="189"/>
                  </a:lnTo>
                  <a:lnTo>
                    <a:pt x="226" y="168"/>
                  </a:lnTo>
                  <a:lnTo>
                    <a:pt x="198" y="145"/>
                  </a:lnTo>
                  <a:lnTo>
                    <a:pt x="172" y="119"/>
                  </a:lnTo>
                  <a:lnTo>
                    <a:pt x="146" y="92"/>
                  </a:lnTo>
                  <a:lnTo>
                    <a:pt x="122" y="64"/>
                  </a:lnTo>
                  <a:lnTo>
                    <a:pt x="100" y="33"/>
                  </a:lnTo>
                  <a:lnTo>
                    <a:pt x="82" y="0"/>
                  </a:lnTo>
                  <a:lnTo>
                    <a:pt x="0" y="47"/>
                  </a:lnTo>
                  <a:lnTo>
                    <a:pt x="23" y="85"/>
                  </a:lnTo>
                  <a:lnTo>
                    <a:pt x="49" y="120"/>
                  </a:lnTo>
                  <a:lnTo>
                    <a:pt x="76" y="153"/>
                  </a:lnTo>
                  <a:lnTo>
                    <a:pt x="104" y="185"/>
                  </a:lnTo>
                  <a:lnTo>
                    <a:pt x="137" y="215"/>
                  </a:lnTo>
                  <a:lnTo>
                    <a:pt x="170" y="241"/>
                  </a:lnTo>
                  <a:lnTo>
                    <a:pt x="204" y="267"/>
                  </a:lnTo>
                  <a:lnTo>
                    <a:pt x="240" y="289"/>
                  </a:lnTo>
                  <a:lnTo>
                    <a:pt x="277" y="309"/>
                  </a:lnTo>
                  <a:lnTo>
                    <a:pt x="317" y="329"/>
                  </a:lnTo>
                  <a:lnTo>
                    <a:pt x="358" y="344"/>
                  </a:lnTo>
                  <a:lnTo>
                    <a:pt x="400" y="357"/>
                  </a:lnTo>
                  <a:lnTo>
                    <a:pt x="444" y="367"/>
                  </a:lnTo>
                  <a:lnTo>
                    <a:pt x="488" y="374"/>
                  </a:lnTo>
                  <a:lnTo>
                    <a:pt x="534" y="380"/>
                  </a:lnTo>
                  <a:lnTo>
                    <a:pt x="580" y="383"/>
                  </a:lnTo>
                  <a:lnTo>
                    <a:pt x="581" y="383"/>
                  </a:lnTo>
                  <a:lnTo>
                    <a:pt x="580" y="383"/>
                  </a:lnTo>
                  <a:lnTo>
                    <a:pt x="600" y="379"/>
                  </a:lnTo>
                  <a:lnTo>
                    <a:pt x="615" y="369"/>
                  </a:lnTo>
                  <a:lnTo>
                    <a:pt x="624" y="353"/>
                  </a:lnTo>
                  <a:lnTo>
                    <a:pt x="628" y="337"/>
                  </a:lnTo>
                  <a:lnTo>
                    <a:pt x="625" y="319"/>
                  </a:lnTo>
                  <a:lnTo>
                    <a:pt x="617" y="304"/>
                  </a:lnTo>
                  <a:lnTo>
                    <a:pt x="602" y="294"/>
                  </a:lnTo>
                  <a:lnTo>
                    <a:pt x="582" y="289"/>
                  </a:lnTo>
                  <a:lnTo>
                    <a:pt x="581" y="28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1216" name="Freeform 39"/>
            <p:cNvSpPr>
              <a:spLocks/>
            </p:cNvSpPr>
            <p:nvPr/>
          </p:nvSpPr>
          <p:spPr bwMode="auto">
            <a:xfrm>
              <a:off x="1587" y="1880"/>
              <a:ext cx="85" cy="49"/>
            </a:xfrm>
            <a:custGeom>
              <a:avLst/>
              <a:gdLst>
                <a:gd name="T0" fmla="*/ 3 w 426"/>
                <a:gd name="T1" fmla="*/ 0 h 245"/>
                <a:gd name="T2" fmla="*/ 3 w 426"/>
                <a:gd name="T3" fmla="*/ 0 h 245"/>
                <a:gd name="T4" fmla="*/ 3 w 426"/>
                <a:gd name="T5" fmla="*/ 0 h 245"/>
                <a:gd name="T6" fmla="*/ 3 w 426"/>
                <a:gd name="T7" fmla="*/ 0 h 245"/>
                <a:gd name="T8" fmla="*/ 2 w 426"/>
                <a:gd name="T9" fmla="*/ 0 h 245"/>
                <a:gd name="T10" fmla="*/ 2 w 426"/>
                <a:gd name="T11" fmla="*/ 0 h 245"/>
                <a:gd name="T12" fmla="*/ 2 w 426"/>
                <a:gd name="T13" fmla="*/ 0 h 245"/>
                <a:gd name="T14" fmla="*/ 2 w 426"/>
                <a:gd name="T15" fmla="*/ 0 h 245"/>
                <a:gd name="T16" fmla="*/ 1 w 426"/>
                <a:gd name="T17" fmla="*/ 0 h 245"/>
                <a:gd name="T18" fmla="*/ 1 w 426"/>
                <a:gd name="T19" fmla="*/ 1 h 245"/>
                <a:gd name="T20" fmla="*/ 1 w 426"/>
                <a:gd name="T21" fmla="*/ 1 h 245"/>
                <a:gd name="T22" fmla="*/ 1 w 426"/>
                <a:gd name="T23" fmla="*/ 1 h 245"/>
                <a:gd name="T24" fmla="*/ 0 w 426"/>
                <a:gd name="T25" fmla="*/ 1 h 245"/>
                <a:gd name="T26" fmla="*/ 0 w 426"/>
                <a:gd name="T27" fmla="*/ 1 h 245"/>
                <a:gd name="T28" fmla="*/ 0 w 426"/>
                <a:gd name="T29" fmla="*/ 1 h 245"/>
                <a:gd name="T30" fmla="*/ 0 w 426"/>
                <a:gd name="T31" fmla="*/ 2 h 245"/>
                <a:gd name="T32" fmla="*/ 0 w 426"/>
                <a:gd name="T33" fmla="*/ 2 h 245"/>
                <a:gd name="T34" fmla="*/ 0 w 426"/>
                <a:gd name="T35" fmla="*/ 2 h 245"/>
                <a:gd name="T36" fmla="*/ 0 w 426"/>
                <a:gd name="T37" fmla="*/ 2 h 245"/>
                <a:gd name="T38" fmla="*/ 0 w 426"/>
                <a:gd name="T39" fmla="*/ 2 h 245"/>
                <a:gd name="T40" fmla="*/ 0 w 426"/>
                <a:gd name="T41" fmla="*/ 2 h 245"/>
                <a:gd name="T42" fmla="*/ 0 w 426"/>
                <a:gd name="T43" fmla="*/ 1 h 245"/>
                <a:gd name="T44" fmla="*/ 0 w 426"/>
                <a:gd name="T45" fmla="*/ 1 h 245"/>
                <a:gd name="T46" fmla="*/ 0 w 426"/>
                <a:gd name="T47" fmla="*/ 1 h 245"/>
                <a:gd name="T48" fmla="*/ 1 w 426"/>
                <a:gd name="T49" fmla="*/ 1 h 245"/>
                <a:gd name="T50" fmla="*/ 1 w 426"/>
                <a:gd name="T51" fmla="*/ 1 h 245"/>
                <a:gd name="T52" fmla="*/ 1 w 426"/>
                <a:gd name="T53" fmla="*/ 1 h 245"/>
                <a:gd name="T54" fmla="*/ 1 w 426"/>
                <a:gd name="T55" fmla="*/ 1 h 245"/>
                <a:gd name="T56" fmla="*/ 2 w 426"/>
                <a:gd name="T57" fmla="*/ 0 h 245"/>
                <a:gd name="T58" fmla="*/ 2 w 426"/>
                <a:gd name="T59" fmla="*/ 0 h 245"/>
                <a:gd name="T60" fmla="*/ 2 w 426"/>
                <a:gd name="T61" fmla="*/ 0 h 245"/>
                <a:gd name="T62" fmla="*/ 2 w 426"/>
                <a:gd name="T63" fmla="*/ 0 h 245"/>
                <a:gd name="T64" fmla="*/ 3 w 426"/>
                <a:gd name="T65" fmla="*/ 0 h 245"/>
                <a:gd name="T66" fmla="*/ 3 w 426"/>
                <a:gd name="T67" fmla="*/ 0 h 245"/>
                <a:gd name="T68" fmla="*/ 3 w 426"/>
                <a:gd name="T69" fmla="*/ 0 h 245"/>
                <a:gd name="T70" fmla="*/ 3 w 426"/>
                <a:gd name="T71" fmla="*/ 0 h 245"/>
                <a:gd name="T72" fmla="*/ 3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426" y="0"/>
                  </a:moveTo>
                  <a:lnTo>
                    <a:pt x="426" y="0"/>
                  </a:lnTo>
                  <a:lnTo>
                    <a:pt x="384" y="1"/>
                  </a:lnTo>
                  <a:lnTo>
                    <a:pt x="340" y="4"/>
                  </a:lnTo>
                  <a:lnTo>
                    <a:pt x="300" y="10"/>
                  </a:lnTo>
                  <a:lnTo>
                    <a:pt x="262" y="18"/>
                  </a:lnTo>
                  <a:lnTo>
                    <a:pt x="224" y="29"/>
                  </a:lnTo>
                  <a:lnTo>
                    <a:pt x="189" y="41"/>
                  </a:lnTo>
                  <a:lnTo>
                    <a:pt x="157" y="55"/>
                  </a:lnTo>
                  <a:lnTo>
                    <a:pt x="126" y="70"/>
                  </a:lnTo>
                  <a:lnTo>
                    <a:pt x="99" y="89"/>
                  </a:lnTo>
                  <a:lnTo>
                    <a:pt x="74" y="106"/>
                  </a:lnTo>
                  <a:lnTo>
                    <a:pt x="52" y="126"/>
                  </a:lnTo>
                  <a:lnTo>
                    <a:pt x="34" y="148"/>
                  </a:lnTo>
                  <a:lnTo>
                    <a:pt x="19" y="171"/>
                  </a:lnTo>
                  <a:lnTo>
                    <a:pt x="9" y="194"/>
                  </a:lnTo>
                  <a:lnTo>
                    <a:pt x="3" y="219"/>
                  </a:lnTo>
                  <a:lnTo>
                    <a:pt x="0" y="245"/>
                  </a:lnTo>
                  <a:lnTo>
                    <a:pt x="12" y="245"/>
                  </a:lnTo>
                  <a:lnTo>
                    <a:pt x="15" y="221"/>
                  </a:lnTo>
                  <a:lnTo>
                    <a:pt x="20" y="199"/>
                  </a:lnTo>
                  <a:lnTo>
                    <a:pt x="31" y="178"/>
                  </a:lnTo>
                  <a:lnTo>
                    <a:pt x="44" y="156"/>
                  </a:lnTo>
                  <a:lnTo>
                    <a:pt x="61" y="136"/>
                  </a:lnTo>
                  <a:lnTo>
                    <a:pt x="81" y="116"/>
                  </a:lnTo>
                  <a:lnTo>
                    <a:pt x="106" y="98"/>
                  </a:lnTo>
                  <a:lnTo>
                    <a:pt x="133" y="82"/>
                  </a:lnTo>
                  <a:lnTo>
                    <a:pt x="162" y="66"/>
                  </a:lnTo>
                  <a:lnTo>
                    <a:pt x="194" y="52"/>
                  </a:lnTo>
                  <a:lnTo>
                    <a:pt x="229" y="41"/>
                  </a:lnTo>
                  <a:lnTo>
                    <a:pt x="264" y="30"/>
                  </a:lnTo>
                  <a:lnTo>
                    <a:pt x="303" y="22"/>
                  </a:lnTo>
                  <a:lnTo>
                    <a:pt x="343" y="16"/>
                  </a:lnTo>
                  <a:lnTo>
                    <a:pt x="384" y="12"/>
                  </a:lnTo>
                  <a:lnTo>
                    <a:pt x="426" y="11"/>
                  </a:lnTo>
                  <a:lnTo>
                    <a:pt x="42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1217" name="Freeform 40"/>
            <p:cNvSpPr>
              <a:spLocks/>
            </p:cNvSpPr>
            <p:nvPr/>
          </p:nvSpPr>
          <p:spPr bwMode="auto">
            <a:xfrm>
              <a:off x="1587" y="1929"/>
              <a:ext cx="85" cy="49"/>
            </a:xfrm>
            <a:custGeom>
              <a:avLst/>
              <a:gdLst>
                <a:gd name="T0" fmla="*/ 0 w 426"/>
                <a:gd name="T1" fmla="*/ 0 h 245"/>
                <a:gd name="T2" fmla="*/ 0 w 426"/>
                <a:gd name="T3" fmla="*/ 0 h 245"/>
                <a:gd name="T4" fmla="*/ 0 w 426"/>
                <a:gd name="T5" fmla="*/ 0 h 245"/>
                <a:gd name="T6" fmla="*/ 0 w 426"/>
                <a:gd name="T7" fmla="*/ 0 h 245"/>
                <a:gd name="T8" fmla="*/ 0 w 426"/>
                <a:gd name="T9" fmla="*/ 1 h 245"/>
                <a:gd name="T10" fmla="*/ 0 w 426"/>
                <a:gd name="T11" fmla="*/ 1 h 245"/>
                <a:gd name="T12" fmla="*/ 0 w 426"/>
                <a:gd name="T13" fmla="*/ 1 h 245"/>
                <a:gd name="T14" fmla="*/ 1 w 426"/>
                <a:gd name="T15" fmla="*/ 1 h 245"/>
                <a:gd name="T16" fmla="*/ 1 w 426"/>
                <a:gd name="T17" fmla="*/ 1 h 245"/>
                <a:gd name="T18" fmla="*/ 1 w 426"/>
                <a:gd name="T19" fmla="*/ 1 h 245"/>
                <a:gd name="T20" fmla="*/ 1 w 426"/>
                <a:gd name="T21" fmla="*/ 2 h 245"/>
                <a:gd name="T22" fmla="*/ 2 w 426"/>
                <a:gd name="T23" fmla="*/ 2 h 245"/>
                <a:gd name="T24" fmla="*/ 2 w 426"/>
                <a:gd name="T25" fmla="*/ 2 h 245"/>
                <a:gd name="T26" fmla="*/ 2 w 426"/>
                <a:gd name="T27" fmla="*/ 2 h 245"/>
                <a:gd name="T28" fmla="*/ 2 w 426"/>
                <a:gd name="T29" fmla="*/ 2 h 245"/>
                <a:gd name="T30" fmla="*/ 3 w 426"/>
                <a:gd name="T31" fmla="*/ 2 h 245"/>
                <a:gd name="T32" fmla="*/ 3 w 426"/>
                <a:gd name="T33" fmla="*/ 2 h 245"/>
                <a:gd name="T34" fmla="*/ 3 w 426"/>
                <a:gd name="T35" fmla="*/ 2 h 245"/>
                <a:gd name="T36" fmla="*/ 3 w 426"/>
                <a:gd name="T37" fmla="*/ 2 h 245"/>
                <a:gd name="T38" fmla="*/ 3 w 426"/>
                <a:gd name="T39" fmla="*/ 2 h 245"/>
                <a:gd name="T40" fmla="*/ 3 w 426"/>
                <a:gd name="T41" fmla="*/ 2 h 245"/>
                <a:gd name="T42" fmla="*/ 2 w 426"/>
                <a:gd name="T43" fmla="*/ 2 h 245"/>
                <a:gd name="T44" fmla="*/ 2 w 426"/>
                <a:gd name="T45" fmla="*/ 2 h 245"/>
                <a:gd name="T46" fmla="*/ 2 w 426"/>
                <a:gd name="T47" fmla="*/ 2 h 245"/>
                <a:gd name="T48" fmla="*/ 2 w 426"/>
                <a:gd name="T49" fmla="*/ 2 h 245"/>
                <a:gd name="T50" fmla="*/ 1 w 426"/>
                <a:gd name="T51" fmla="*/ 1 h 245"/>
                <a:gd name="T52" fmla="*/ 1 w 426"/>
                <a:gd name="T53" fmla="*/ 1 h 245"/>
                <a:gd name="T54" fmla="*/ 1 w 426"/>
                <a:gd name="T55" fmla="*/ 1 h 245"/>
                <a:gd name="T56" fmla="*/ 1 w 426"/>
                <a:gd name="T57" fmla="*/ 1 h 245"/>
                <a:gd name="T58" fmla="*/ 0 w 426"/>
                <a:gd name="T59" fmla="*/ 1 h 245"/>
                <a:gd name="T60" fmla="*/ 0 w 426"/>
                <a:gd name="T61" fmla="*/ 1 h 245"/>
                <a:gd name="T62" fmla="*/ 0 w 426"/>
                <a:gd name="T63" fmla="*/ 1 h 245"/>
                <a:gd name="T64" fmla="*/ 0 w 426"/>
                <a:gd name="T65" fmla="*/ 0 h 245"/>
                <a:gd name="T66" fmla="*/ 0 w 426"/>
                <a:gd name="T67" fmla="*/ 0 h 245"/>
                <a:gd name="T68" fmla="*/ 0 w 426"/>
                <a:gd name="T69" fmla="*/ 0 h 245"/>
                <a:gd name="T70" fmla="*/ 0 w 426"/>
                <a:gd name="T71" fmla="*/ 0 h 245"/>
                <a:gd name="T72" fmla="*/ 0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0" y="0"/>
                  </a:moveTo>
                  <a:lnTo>
                    <a:pt x="0" y="0"/>
                  </a:lnTo>
                  <a:lnTo>
                    <a:pt x="3" y="25"/>
                  </a:lnTo>
                  <a:lnTo>
                    <a:pt x="9" y="50"/>
                  </a:lnTo>
                  <a:lnTo>
                    <a:pt x="19" y="73"/>
                  </a:lnTo>
                  <a:lnTo>
                    <a:pt x="34" y="96"/>
                  </a:lnTo>
                  <a:lnTo>
                    <a:pt x="52" y="118"/>
                  </a:lnTo>
                  <a:lnTo>
                    <a:pt x="74" y="138"/>
                  </a:lnTo>
                  <a:lnTo>
                    <a:pt x="99" y="156"/>
                  </a:lnTo>
                  <a:lnTo>
                    <a:pt x="126" y="174"/>
                  </a:lnTo>
                  <a:lnTo>
                    <a:pt x="157" y="190"/>
                  </a:lnTo>
                  <a:lnTo>
                    <a:pt x="189" y="204"/>
                  </a:lnTo>
                  <a:lnTo>
                    <a:pt x="224" y="215"/>
                  </a:lnTo>
                  <a:lnTo>
                    <a:pt x="262" y="226"/>
                  </a:lnTo>
                  <a:lnTo>
                    <a:pt x="300" y="234"/>
                  </a:lnTo>
                  <a:lnTo>
                    <a:pt x="340" y="240"/>
                  </a:lnTo>
                  <a:lnTo>
                    <a:pt x="384" y="244"/>
                  </a:lnTo>
                  <a:lnTo>
                    <a:pt x="426" y="245"/>
                  </a:lnTo>
                  <a:lnTo>
                    <a:pt x="426" y="233"/>
                  </a:lnTo>
                  <a:lnTo>
                    <a:pt x="384" y="232"/>
                  </a:lnTo>
                  <a:lnTo>
                    <a:pt x="343" y="228"/>
                  </a:lnTo>
                  <a:lnTo>
                    <a:pt x="303" y="222"/>
                  </a:lnTo>
                  <a:lnTo>
                    <a:pt x="264" y="214"/>
                  </a:lnTo>
                  <a:lnTo>
                    <a:pt x="229" y="204"/>
                  </a:lnTo>
                  <a:lnTo>
                    <a:pt x="194" y="192"/>
                  </a:lnTo>
                  <a:lnTo>
                    <a:pt x="162" y="178"/>
                  </a:lnTo>
                  <a:lnTo>
                    <a:pt x="133" y="163"/>
                  </a:lnTo>
                  <a:lnTo>
                    <a:pt x="106" y="146"/>
                  </a:lnTo>
                  <a:lnTo>
                    <a:pt x="81" y="129"/>
                  </a:lnTo>
                  <a:lnTo>
                    <a:pt x="61" y="109"/>
                  </a:lnTo>
                  <a:lnTo>
                    <a:pt x="44" y="89"/>
                  </a:lnTo>
                  <a:lnTo>
                    <a:pt x="31" y="66"/>
                  </a:lnTo>
                  <a:lnTo>
                    <a:pt x="20" y="45"/>
                  </a:lnTo>
                  <a:lnTo>
                    <a:pt x="15" y="2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1218" name="Freeform 41"/>
            <p:cNvSpPr>
              <a:spLocks/>
            </p:cNvSpPr>
            <p:nvPr/>
          </p:nvSpPr>
          <p:spPr bwMode="auto">
            <a:xfrm>
              <a:off x="878" y="1448"/>
              <a:ext cx="792" cy="954"/>
            </a:xfrm>
            <a:custGeom>
              <a:avLst/>
              <a:gdLst>
                <a:gd name="T0" fmla="*/ 13 w 3960"/>
                <a:gd name="T1" fmla="*/ 38 h 4768"/>
                <a:gd name="T2" fmla="*/ 14 w 3960"/>
                <a:gd name="T3" fmla="*/ 38 h 4768"/>
                <a:gd name="T4" fmla="*/ 15 w 3960"/>
                <a:gd name="T5" fmla="*/ 38 h 4768"/>
                <a:gd name="T6" fmla="*/ 15 w 3960"/>
                <a:gd name="T7" fmla="*/ 38 h 4768"/>
                <a:gd name="T8" fmla="*/ 16 w 3960"/>
                <a:gd name="T9" fmla="*/ 38 h 4768"/>
                <a:gd name="T10" fmla="*/ 17 w 3960"/>
                <a:gd name="T11" fmla="*/ 38 h 4768"/>
                <a:gd name="T12" fmla="*/ 17 w 3960"/>
                <a:gd name="T13" fmla="*/ 38 h 4768"/>
                <a:gd name="T14" fmla="*/ 18 w 3960"/>
                <a:gd name="T15" fmla="*/ 38 h 4768"/>
                <a:gd name="T16" fmla="*/ 18 w 3960"/>
                <a:gd name="T17" fmla="*/ 38 h 4768"/>
                <a:gd name="T18" fmla="*/ 29 w 3960"/>
                <a:gd name="T19" fmla="*/ 30 h 4768"/>
                <a:gd name="T20" fmla="*/ 30 w 3960"/>
                <a:gd name="T21" fmla="*/ 30 h 4768"/>
                <a:gd name="T22" fmla="*/ 30 w 3960"/>
                <a:gd name="T23" fmla="*/ 29 h 4768"/>
                <a:gd name="T24" fmla="*/ 31 w 3960"/>
                <a:gd name="T25" fmla="*/ 28 h 4768"/>
                <a:gd name="T26" fmla="*/ 31 w 3960"/>
                <a:gd name="T27" fmla="*/ 28 h 4768"/>
                <a:gd name="T28" fmla="*/ 31 w 3960"/>
                <a:gd name="T29" fmla="*/ 27 h 4768"/>
                <a:gd name="T30" fmla="*/ 32 w 3960"/>
                <a:gd name="T31" fmla="*/ 26 h 4768"/>
                <a:gd name="T32" fmla="*/ 32 w 3960"/>
                <a:gd name="T33" fmla="*/ 25 h 4768"/>
                <a:gd name="T34" fmla="*/ 32 w 3960"/>
                <a:gd name="T35" fmla="*/ 11 h 4768"/>
                <a:gd name="T36" fmla="*/ 32 w 3960"/>
                <a:gd name="T37" fmla="*/ 10 h 4768"/>
                <a:gd name="T38" fmla="*/ 31 w 3960"/>
                <a:gd name="T39" fmla="*/ 9 h 4768"/>
                <a:gd name="T40" fmla="*/ 31 w 3960"/>
                <a:gd name="T41" fmla="*/ 9 h 4768"/>
                <a:gd name="T42" fmla="*/ 31 w 3960"/>
                <a:gd name="T43" fmla="*/ 8 h 4768"/>
                <a:gd name="T44" fmla="*/ 31 w 3960"/>
                <a:gd name="T45" fmla="*/ 8 h 4768"/>
                <a:gd name="T46" fmla="*/ 30 w 3960"/>
                <a:gd name="T47" fmla="*/ 7 h 4768"/>
                <a:gd name="T48" fmla="*/ 30 w 3960"/>
                <a:gd name="T49" fmla="*/ 7 h 4768"/>
                <a:gd name="T50" fmla="*/ 29 w 3960"/>
                <a:gd name="T51" fmla="*/ 6 h 4768"/>
                <a:gd name="T52" fmla="*/ 19 w 3960"/>
                <a:gd name="T53" fmla="*/ 1 h 4768"/>
                <a:gd name="T54" fmla="*/ 18 w 3960"/>
                <a:gd name="T55" fmla="*/ 0 h 4768"/>
                <a:gd name="T56" fmla="*/ 17 w 3960"/>
                <a:gd name="T57" fmla="*/ 0 h 4768"/>
                <a:gd name="T58" fmla="*/ 17 w 3960"/>
                <a:gd name="T59" fmla="*/ 0 h 4768"/>
                <a:gd name="T60" fmla="*/ 16 w 3960"/>
                <a:gd name="T61" fmla="*/ 0 h 4768"/>
                <a:gd name="T62" fmla="*/ 15 w 3960"/>
                <a:gd name="T63" fmla="*/ 0 h 4768"/>
                <a:gd name="T64" fmla="*/ 14 w 3960"/>
                <a:gd name="T65" fmla="*/ 0 h 4768"/>
                <a:gd name="T66" fmla="*/ 14 w 3960"/>
                <a:gd name="T67" fmla="*/ 0 h 4768"/>
                <a:gd name="T68" fmla="*/ 2 w 3960"/>
                <a:gd name="T69" fmla="*/ 6 h 4768"/>
                <a:gd name="T70" fmla="*/ 2 w 3960"/>
                <a:gd name="T71" fmla="*/ 7 h 4768"/>
                <a:gd name="T72" fmla="*/ 1 w 3960"/>
                <a:gd name="T73" fmla="*/ 7 h 4768"/>
                <a:gd name="T74" fmla="*/ 1 w 3960"/>
                <a:gd name="T75" fmla="*/ 8 h 4768"/>
                <a:gd name="T76" fmla="*/ 1 w 3960"/>
                <a:gd name="T77" fmla="*/ 8 h 4768"/>
                <a:gd name="T78" fmla="*/ 0 w 3960"/>
                <a:gd name="T79" fmla="*/ 9 h 4768"/>
                <a:gd name="T80" fmla="*/ 0 w 3960"/>
                <a:gd name="T81" fmla="*/ 9 h 4768"/>
                <a:gd name="T82" fmla="*/ 0 w 3960"/>
                <a:gd name="T83" fmla="*/ 10 h 4768"/>
                <a:gd name="T84" fmla="*/ 0 w 3960"/>
                <a:gd name="T85" fmla="*/ 11 h 4768"/>
                <a:gd name="T86" fmla="*/ 0 w 3960"/>
                <a:gd name="T87" fmla="*/ 25 h 4768"/>
                <a:gd name="T88" fmla="*/ 0 w 3960"/>
                <a:gd name="T89" fmla="*/ 26 h 4768"/>
                <a:gd name="T90" fmla="*/ 0 w 3960"/>
                <a:gd name="T91" fmla="*/ 27 h 4768"/>
                <a:gd name="T92" fmla="*/ 1 w 3960"/>
                <a:gd name="T93" fmla="*/ 28 h 4768"/>
                <a:gd name="T94" fmla="*/ 1 w 3960"/>
                <a:gd name="T95" fmla="*/ 29 h 4768"/>
                <a:gd name="T96" fmla="*/ 1 w 3960"/>
                <a:gd name="T97" fmla="*/ 29 h 4768"/>
                <a:gd name="T98" fmla="*/ 2 w 3960"/>
                <a:gd name="T99" fmla="*/ 30 h 4768"/>
                <a:gd name="T100" fmla="*/ 3 w 3960"/>
                <a:gd name="T101" fmla="*/ 31 h 4768"/>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w 3960"/>
                <a:gd name="T154" fmla="*/ 0 h 4768"/>
                <a:gd name="T155" fmla="*/ 3960 w 3960"/>
                <a:gd name="T156" fmla="*/ 4768 h 4768"/>
              </a:gdLst>
              <a:ahLst/>
              <a:cxnLst>
                <a:cxn ang="T102">
                  <a:pos x="T0" y="T1"/>
                </a:cxn>
                <a:cxn ang="T103">
                  <a:pos x="T2" y="T3"/>
                </a:cxn>
                <a:cxn ang="T104">
                  <a:pos x="T4" y="T5"/>
                </a:cxn>
                <a:cxn ang="T105">
                  <a:pos x="T6" y="T7"/>
                </a:cxn>
                <a:cxn ang="T106">
                  <a:pos x="T8" y="T9"/>
                </a:cxn>
                <a:cxn ang="T107">
                  <a:pos x="T10" y="T11"/>
                </a:cxn>
                <a:cxn ang="T108">
                  <a:pos x="T12" y="T13"/>
                </a:cxn>
                <a:cxn ang="T109">
                  <a:pos x="T14" y="T15"/>
                </a:cxn>
                <a:cxn ang="T110">
                  <a:pos x="T16" y="T17"/>
                </a:cxn>
                <a:cxn ang="T111">
                  <a:pos x="T18" y="T19"/>
                </a:cxn>
                <a:cxn ang="T112">
                  <a:pos x="T20" y="T21"/>
                </a:cxn>
                <a:cxn ang="T113">
                  <a:pos x="T22" y="T23"/>
                </a:cxn>
                <a:cxn ang="T114">
                  <a:pos x="T24" y="T25"/>
                </a:cxn>
                <a:cxn ang="T115">
                  <a:pos x="T26" y="T27"/>
                </a:cxn>
                <a:cxn ang="T116">
                  <a:pos x="T28" y="T29"/>
                </a:cxn>
                <a:cxn ang="T117">
                  <a:pos x="T30" y="T31"/>
                </a:cxn>
                <a:cxn ang="T118">
                  <a:pos x="T32" y="T33"/>
                </a:cxn>
                <a:cxn ang="T119">
                  <a:pos x="T34" y="T35"/>
                </a:cxn>
                <a:cxn ang="T120">
                  <a:pos x="T36" y="T37"/>
                </a:cxn>
                <a:cxn ang="T121">
                  <a:pos x="T38" y="T39"/>
                </a:cxn>
                <a:cxn ang="T122">
                  <a:pos x="T40" y="T41"/>
                </a:cxn>
                <a:cxn ang="T123">
                  <a:pos x="T42" y="T43"/>
                </a:cxn>
                <a:cxn ang="T124">
                  <a:pos x="T44" y="T45"/>
                </a:cxn>
                <a:cxn ang="T125">
                  <a:pos x="T46" y="T47"/>
                </a:cxn>
                <a:cxn ang="T126">
                  <a:pos x="T48" y="T49"/>
                </a:cxn>
                <a:cxn ang="T127">
                  <a:pos x="T50" y="T51"/>
                </a:cxn>
                <a:cxn ang="T128">
                  <a:pos x="T52" y="T53"/>
                </a:cxn>
                <a:cxn ang="T129">
                  <a:pos x="T54" y="T55"/>
                </a:cxn>
                <a:cxn ang="T130">
                  <a:pos x="T56" y="T57"/>
                </a:cxn>
                <a:cxn ang="T131">
                  <a:pos x="T58" y="T59"/>
                </a:cxn>
                <a:cxn ang="T132">
                  <a:pos x="T60" y="T61"/>
                </a:cxn>
                <a:cxn ang="T133">
                  <a:pos x="T62" y="T63"/>
                </a:cxn>
                <a:cxn ang="T134">
                  <a:pos x="T64" y="T65"/>
                </a:cxn>
                <a:cxn ang="T135">
                  <a:pos x="T66" y="T67"/>
                </a:cxn>
                <a:cxn ang="T136">
                  <a:pos x="T68" y="T69"/>
                </a:cxn>
                <a:cxn ang="T137">
                  <a:pos x="T70" y="T71"/>
                </a:cxn>
                <a:cxn ang="T138">
                  <a:pos x="T72" y="T73"/>
                </a:cxn>
                <a:cxn ang="T139">
                  <a:pos x="T74" y="T75"/>
                </a:cxn>
                <a:cxn ang="T140">
                  <a:pos x="T76" y="T77"/>
                </a:cxn>
                <a:cxn ang="T141">
                  <a:pos x="T78" y="T79"/>
                </a:cxn>
                <a:cxn ang="T142">
                  <a:pos x="T80" y="T81"/>
                </a:cxn>
                <a:cxn ang="T143">
                  <a:pos x="T82" y="T83"/>
                </a:cxn>
                <a:cxn ang="T144">
                  <a:pos x="T84" y="T85"/>
                </a:cxn>
                <a:cxn ang="T145">
                  <a:pos x="T86" y="T87"/>
                </a:cxn>
                <a:cxn ang="T146">
                  <a:pos x="T88" y="T89"/>
                </a:cxn>
                <a:cxn ang="T147">
                  <a:pos x="T90" y="T91"/>
                </a:cxn>
                <a:cxn ang="T148">
                  <a:pos x="T92" y="T93"/>
                </a:cxn>
                <a:cxn ang="T149">
                  <a:pos x="T94" y="T95"/>
                </a:cxn>
                <a:cxn ang="T150">
                  <a:pos x="T96" y="T97"/>
                </a:cxn>
                <a:cxn ang="T151">
                  <a:pos x="T98" y="T99"/>
                </a:cxn>
                <a:cxn ang="T152">
                  <a:pos x="T100" y="T101"/>
                </a:cxn>
              </a:cxnLst>
              <a:rect l="T153" t="T154" r="T155" b="T156"/>
              <a:pathLst>
                <a:path w="3960" h="4768">
                  <a:moveTo>
                    <a:pt x="353" y="3849"/>
                  </a:moveTo>
                  <a:lnTo>
                    <a:pt x="1661" y="4700"/>
                  </a:lnTo>
                  <a:lnTo>
                    <a:pt x="1697" y="4717"/>
                  </a:lnTo>
                  <a:lnTo>
                    <a:pt x="1736" y="4731"/>
                  </a:lnTo>
                  <a:lnTo>
                    <a:pt x="1776" y="4742"/>
                  </a:lnTo>
                  <a:lnTo>
                    <a:pt x="1818" y="4753"/>
                  </a:lnTo>
                  <a:lnTo>
                    <a:pt x="1860" y="4760"/>
                  </a:lnTo>
                  <a:lnTo>
                    <a:pt x="1902" y="4765"/>
                  </a:lnTo>
                  <a:lnTo>
                    <a:pt x="1946" y="4768"/>
                  </a:lnTo>
                  <a:lnTo>
                    <a:pt x="1988" y="4768"/>
                  </a:lnTo>
                  <a:lnTo>
                    <a:pt x="2031" y="4767"/>
                  </a:lnTo>
                  <a:lnTo>
                    <a:pt x="2073" y="4763"/>
                  </a:lnTo>
                  <a:lnTo>
                    <a:pt x="2114" y="4758"/>
                  </a:lnTo>
                  <a:lnTo>
                    <a:pt x="2154" y="4751"/>
                  </a:lnTo>
                  <a:lnTo>
                    <a:pt x="2193" y="4740"/>
                  </a:lnTo>
                  <a:lnTo>
                    <a:pt x="2230" y="4729"/>
                  </a:lnTo>
                  <a:lnTo>
                    <a:pt x="2264" y="4715"/>
                  </a:lnTo>
                  <a:lnTo>
                    <a:pt x="2297" y="4700"/>
                  </a:lnTo>
                  <a:lnTo>
                    <a:pt x="3639" y="3825"/>
                  </a:lnTo>
                  <a:lnTo>
                    <a:pt x="3673" y="3795"/>
                  </a:lnTo>
                  <a:lnTo>
                    <a:pt x="3707" y="3761"/>
                  </a:lnTo>
                  <a:lnTo>
                    <a:pt x="3738" y="3725"/>
                  </a:lnTo>
                  <a:lnTo>
                    <a:pt x="3768" y="3685"/>
                  </a:lnTo>
                  <a:lnTo>
                    <a:pt x="3796" y="3644"/>
                  </a:lnTo>
                  <a:lnTo>
                    <a:pt x="3821" y="3599"/>
                  </a:lnTo>
                  <a:lnTo>
                    <a:pt x="3846" y="3553"/>
                  </a:lnTo>
                  <a:lnTo>
                    <a:pt x="3868" y="3505"/>
                  </a:lnTo>
                  <a:lnTo>
                    <a:pt x="3888" y="3456"/>
                  </a:lnTo>
                  <a:lnTo>
                    <a:pt x="3907" y="3406"/>
                  </a:lnTo>
                  <a:lnTo>
                    <a:pt x="3922" y="3354"/>
                  </a:lnTo>
                  <a:lnTo>
                    <a:pt x="3935" y="3303"/>
                  </a:lnTo>
                  <a:lnTo>
                    <a:pt x="3946" y="3250"/>
                  </a:lnTo>
                  <a:lnTo>
                    <a:pt x="3953" y="3197"/>
                  </a:lnTo>
                  <a:lnTo>
                    <a:pt x="3957" y="3144"/>
                  </a:lnTo>
                  <a:lnTo>
                    <a:pt x="3960" y="3092"/>
                  </a:lnTo>
                  <a:lnTo>
                    <a:pt x="3959" y="1313"/>
                  </a:lnTo>
                  <a:lnTo>
                    <a:pt x="3955" y="1271"/>
                  </a:lnTo>
                  <a:lnTo>
                    <a:pt x="3949" y="1229"/>
                  </a:lnTo>
                  <a:lnTo>
                    <a:pt x="3941" y="1189"/>
                  </a:lnTo>
                  <a:lnTo>
                    <a:pt x="3930" y="1149"/>
                  </a:lnTo>
                  <a:lnTo>
                    <a:pt x="3918" y="1111"/>
                  </a:lnTo>
                  <a:lnTo>
                    <a:pt x="3902" y="1075"/>
                  </a:lnTo>
                  <a:lnTo>
                    <a:pt x="3886" y="1040"/>
                  </a:lnTo>
                  <a:lnTo>
                    <a:pt x="3867" y="1006"/>
                  </a:lnTo>
                  <a:lnTo>
                    <a:pt x="3846" y="973"/>
                  </a:lnTo>
                  <a:lnTo>
                    <a:pt x="3823" y="942"/>
                  </a:lnTo>
                  <a:lnTo>
                    <a:pt x="3798" y="913"/>
                  </a:lnTo>
                  <a:lnTo>
                    <a:pt x="3771" y="886"/>
                  </a:lnTo>
                  <a:lnTo>
                    <a:pt x="3743" y="860"/>
                  </a:lnTo>
                  <a:lnTo>
                    <a:pt x="3714" y="837"/>
                  </a:lnTo>
                  <a:lnTo>
                    <a:pt x="3682" y="816"/>
                  </a:lnTo>
                  <a:lnTo>
                    <a:pt x="3649" y="796"/>
                  </a:lnTo>
                  <a:lnTo>
                    <a:pt x="2386" y="83"/>
                  </a:lnTo>
                  <a:lnTo>
                    <a:pt x="2350" y="65"/>
                  </a:lnTo>
                  <a:lnTo>
                    <a:pt x="2310" y="50"/>
                  </a:lnTo>
                  <a:lnTo>
                    <a:pt x="2268" y="36"/>
                  </a:lnTo>
                  <a:lnTo>
                    <a:pt x="2223" y="24"/>
                  </a:lnTo>
                  <a:lnTo>
                    <a:pt x="2178" y="15"/>
                  </a:lnTo>
                  <a:lnTo>
                    <a:pt x="2131" y="8"/>
                  </a:lnTo>
                  <a:lnTo>
                    <a:pt x="2082" y="3"/>
                  </a:lnTo>
                  <a:lnTo>
                    <a:pt x="2032" y="0"/>
                  </a:lnTo>
                  <a:lnTo>
                    <a:pt x="1982" y="1"/>
                  </a:lnTo>
                  <a:lnTo>
                    <a:pt x="1933" y="3"/>
                  </a:lnTo>
                  <a:lnTo>
                    <a:pt x="1882" y="9"/>
                  </a:lnTo>
                  <a:lnTo>
                    <a:pt x="1833" y="17"/>
                  </a:lnTo>
                  <a:lnTo>
                    <a:pt x="1785" y="29"/>
                  </a:lnTo>
                  <a:lnTo>
                    <a:pt x="1737" y="43"/>
                  </a:lnTo>
                  <a:lnTo>
                    <a:pt x="1691" y="62"/>
                  </a:lnTo>
                  <a:lnTo>
                    <a:pt x="1647" y="83"/>
                  </a:lnTo>
                  <a:lnTo>
                    <a:pt x="311" y="782"/>
                  </a:lnTo>
                  <a:lnTo>
                    <a:pt x="276" y="803"/>
                  </a:lnTo>
                  <a:lnTo>
                    <a:pt x="243" y="826"/>
                  </a:lnTo>
                  <a:lnTo>
                    <a:pt x="213" y="852"/>
                  </a:lnTo>
                  <a:lnTo>
                    <a:pt x="184" y="879"/>
                  </a:lnTo>
                  <a:lnTo>
                    <a:pt x="155" y="908"/>
                  </a:lnTo>
                  <a:lnTo>
                    <a:pt x="131" y="939"/>
                  </a:lnTo>
                  <a:lnTo>
                    <a:pt x="107" y="971"/>
                  </a:lnTo>
                  <a:lnTo>
                    <a:pt x="86" y="1005"/>
                  </a:lnTo>
                  <a:lnTo>
                    <a:pt x="68" y="1040"/>
                  </a:lnTo>
                  <a:lnTo>
                    <a:pt x="50" y="1076"/>
                  </a:lnTo>
                  <a:lnTo>
                    <a:pt x="36" y="1115"/>
                  </a:lnTo>
                  <a:lnTo>
                    <a:pt x="23" y="1153"/>
                  </a:lnTo>
                  <a:lnTo>
                    <a:pt x="14" y="1195"/>
                  </a:lnTo>
                  <a:lnTo>
                    <a:pt x="7" y="1236"/>
                  </a:lnTo>
                  <a:lnTo>
                    <a:pt x="2" y="1279"/>
                  </a:lnTo>
                  <a:lnTo>
                    <a:pt x="0" y="1322"/>
                  </a:lnTo>
                  <a:lnTo>
                    <a:pt x="0" y="3093"/>
                  </a:lnTo>
                  <a:lnTo>
                    <a:pt x="2" y="3147"/>
                  </a:lnTo>
                  <a:lnTo>
                    <a:pt x="7" y="3202"/>
                  </a:lnTo>
                  <a:lnTo>
                    <a:pt x="15" y="3257"/>
                  </a:lnTo>
                  <a:lnTo>
                    <a:pt x="27" y="3312"/>
                  </a:lnTo>
                  <a:lnTo>
                    <a:pt x="42" y="3366"/>
                  </a:lnTo>
                  <a:lnTo>
                    <a:pt x="59" y="3420"/>
                  </a:lnTo>
                  <a:lnTo>
                    <a:pt x="79" y="3474"/>
                  </a:lnTo>
                  <a:lnTo>
                    <a:pt x="102" y="3525"/>
                  </a:lnTo>
                  <a:lnTo>
                    <a:pt x="127" y="3576"/>
                  </a:lnTo>
                  <a:lnTo>
                    <a:pt x="154" y="3624"/>
                  </a:lnTo>
                  <a:lnTo>
                    <a:pt x="184" y="3670"/>
                  </a:lnTo>
                  <a:lnTo>
                    <a:pt x="214" y="3712"/>
                  </a:lnTo>
                  <a:lnTo>
                    <a:pt x="247" y="3752"/>
                  </a:lnTo>
                  <a:lnTo>
                    <a:pt x="281" y="3788"/>
                  </a:lnTo>
                  <a:lnTo>
                    <a:pt x="317" y="3821"/>
                  </a:lnTo>
                  <a:lnTo>
                    <a:pt x="353" y="384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1219" name="Freeform 42"/>
            <p:cNvSpPr>
              <a:spLocks/>
            </p:cNvSpPr>
            <p:nvPr/>
          </p:nvSpPr>
          <p:spPr bwMode="auto">
            <a:xfrm>
              <a:off x="943" y="2210"/>
              <a:ext cx="276" cy="187"/>
            </a:xfrm>
            <a:custGeom>
              <a:avLst/>
              <a:gdLst>
                <a:gd name="T0" fmla="*/ 11 w 1380"/>
                <a:gd name="T1" fmla="*/ 7 h 937"/>
                <a:gd name="T2" fmla="*/ 11 w 1380"/>
                <a:gd name="T3" fmla="*/ 7 h 937"/>
                <a:gd name="T4" fmla="*/ 0 w 1380"/>
                <a:gd name="T5" fmla="*/ 0 h 937"/>
                <a:gd name="T6" fmla="*/ 0 w 1380"/>
                <a:gd name="T7" fmla="*/ 1 h 937"/>
                <a:gd name="T8" fmla="*/ 10 w 1380"/>
                <a:gd name="T9" fmla="*/ 7 h 937"/>
                <a:gd name="T10" fmla="*/ 10 w 1380"/>
                <a:gd name="T11" fmla="*/ 7 h 937"/>
                <a:gd name="T12" fmla="*/ 10 w 1380"/>
                <a:gd name="T13" fmla="*/ 7 h 937"/>
                <a:gd name="T14" fmla="*/ 11 w 1380"/>
                <a:gd name="T15" fmla="*/ 7 h 937"/>
                <a:gd name="T16" fmla="*/ 11 w 1380"/>
                <a:gd name="T17" fmla="*/ 7 h 937"/>
                <a:gd name="T18" fmla="*/ 11 w 1380"/>
                <a:gd name="T19" fmla="*/ 7 h 937"/>
                <a:gd name="T20" fmla="*/ 11 w 1380"/>
                <a:gd name="T21" fmla="*/ 7 h 937"/>
                <a:gd name="T22" fmla="*/ 11 w 1380"/>
                <a:gd name="T23" fmla="*/ 7 h 937"/>
                <a:gd name="T24" fmla="*/ 11 w 1380"/>
                <a:gd name="T25" fmla="*/ 7 h 937"/>
                <a:gd name="T26" fmla="*/ 11 w 1380"/>
                <a:gd name="T27" fmla="*/ 7 h 937"/>
                <a:gd name="T28" fmla="*/ 11 w 1380"/>
                <a:gd name="T29" fmla="*/ 7 h 937"/>
                <a:gd name="T30" fmla="*/ 11 w 1380"/>
                <a:gd name="T31" fmla="*/ 7 h 93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80"/>
                <a:gd name="T49" fmla="*/ 0 h 937"/>
                <a:gd name="T50" fmla="*/ 1380 w 1380"/>
                <a:gd name="T51" fmla="*/ 937 h 93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80" h="937">
                  <a:moveTo>
                    <a:pt x="1354" y="848"/>
                  </a:moveTo>
                  <a:lnTo>
                    <a:pt x="1359" y="851"/>
                  </a:lnTo>
                  <a:lnTo>
                    <a:pt x="51" y="0"/>
                  </a:lnTo>
                  <a:lnTo>
                    <a:pt x="0" y="78"/>
                  </a:lnTo>
                  <a:lnTo>
                    <a:pt x="1307" y="929"/>
                  </a:lnTo>
                  <a:lnTo>
                    <a:pt x="1312" y="932"/>
                  </a:lnTo>
                  <a:lnTo>
                    <a:pt x="1307" y="929"/>
                  </a:lnTo>
                  <a:lnTo>
                    <a:pt x="1326" y="937"/>
                  </a:lnTo>
                  <a:lnTo>
                    <a:pt x="1345" y="936"/>
                  </a:lnTo>
                  <a:lnTo>
                    <a:pt x="1360" y="929"/>
                  </a:lnTo>
                  <a:lnTo>
                    <a:pt x="1372" y="916"/>
                  </a:lnTo>
                  <a:lnTo>
                    <a:pt x="1379" y="899"/>
                  </a:lnTo>
                  <a:lnTo>
                    <a:pt x="1380" y="883"/>
                  </a:lnTo>
                  <a:lnTo>
                    <a:pt x="1374" y="865"/>
                  </a:lnTo>
                  <a:lnTo>
                    <a:pt x="1359" y="851"/>
                  </a:lnTo>
                  <a:lnTo>
                    <a:pt x="1354" y="84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1220" name="Freeform 43"/>
            <p:cNvSpPr>
              <a:spLocks/>
            </p:cNvSpPr>
            <p:nvPr/>
          </p:nvSpPr>
          <p:spPr bwMode="auto">
            <a:xfrm>
              <a:off x="1206" y="2379"/>
              <a:ext cx="140" cy="32"/>
            </a:xfrm>
            <a:custGeom>
              <a:avLst/>
              <a:gdLst>
                <a:gd name="T0" fmla="*/ 5 w 703"/>
                <a:gd name="T1" fmla="*/ 0 h 162"/>
                <a:gd name="T2" fmla="*/ 5 w 703"/>
                <a:gd name="T3" fmla="*/ 0 h 162"/>
                <a:gd name="T4" fmla="*/ 5 w 703"/>
                <a:gd name="T5" fmla="*/ 0 h 162"/>
                <a:gd name="T6" fmla="*/ 5 w 703"/>
                <a:gd name="T7" fmla="*/ 0 h 162"/>
                <a:gd name="T8" fmla="*/ 4 w 703"/>
                <a:gd name="T9" fmla="*/ 0 h 162"/>
                <a:gd name="T10" fmla="*/ 4 w 703"/>
                <a:gd name="T11" fmla="*/ 0 h 162"/>
                <a:gd name="T12" fmla="*/ 4 w 703"/>
                <a:gd name="T13" fmla="*/ 0 h 162"/>
                <a:gd name="T14" fmla="*/ 3 w 703"/>
                <a:gd name="T15" fmla="*/ 1 h 162"/>
                <a:gd name="T16" fmla="*/ 3 w 703"/>
                <a:gd name="T17" fmla="*/ 1 h 162"/>
                <a:gd name="T18" fmla="*/ 3 w 703"/>
                <a:gd name="T19" fmla="*/ 1 h 162"/>
                <a:gd name="T20" fmla="*/ 2 w 703"/>
                <a:gd name="T21" fmla="*/ 1 h 162"/>
                <a:gd name="T22" fmla="*/ 2 w 703"/>
                <a:gd name="T23" fmla="*/ 1 h 162"/>
                <a:gd name="T24" fmla="*/ 2 w 703"/>
                <a:gd name="T25" fmla="*/ 0 h 162"/>
                <a:gd name="T26" fmla="*/ 1 w 703"/>
                <a:gd name="T27" fmla="*/ 0 h 162"/>
                <a:gd name="T28" fmla="*/ 1 w 703"/>
                <a:gd name="T29" fmla="*/ 0 h 162"/>
                <a:gd name="T30" fmla="*/ 1 w 703"/>
                <a:gd name="T31" fmla="*/ 0 h 162"/>
                <a:gd name="T32" fmla="*/ 1 w 703"/>
                <a:gd name="T33" fmla="*/ 0 h 162"/>
                <a:gd name="T34" fmla="*/ 0 w 703"/>
                <a:gd name="T35" fmla="*/ 0 h 162"/>
                <a:gd name="T36" fmla="*/ 0 w 703"/>
                <a:gd name="T37" fmla="*/ 1 h 162"/>
                <a:gd name="T38" fmla="*/ 0 w 703"/>
                <a:gd name="T39" fmla="*/ 1 h 162"/>
                <a:gd name="T40" fmla="*/ 1 w 703"/>
                <a:gd name="T41" fmla="*/ 1 h 162"/>
                <a:gd name="T42" fmla="*/ 1 w 703"/>
                <a:gd name="T43" fmla="*/ 1 h 162"/>
                <a:gd name="T44" fmla="*/ 1 w 703"/>
                <a:gd name="T45" fmla="*/ 1 h 162"/>
                <a:gd name="T46" fmla="*/ 2 w 703"/>
                <a:gd name="T47" fmla="*/ 1 h 162"/>
                <a:gd name="T48" fmla="*/ 2 w 703"/>
                <a:gd name="T49" fmla="*/ 1 h 162"/>
                <a:gd name="T50" fmla="*/ 2 w 703"/>
                <a:gd name="T51" fmla="*/ 1 h 162"/>
                <a:gd name="T52" fmla="*/ 3 w 703"/>
                <a:gd name="T53" fmla="*/ 1 h 162"/>
                <a:gd name="T54" fmla="*/ 3 w 703"/>
                <a:gd name="T55" fmla="*/ 1 h 162"/>
                <a:gd name="T56" fmla="*/ 3 w 703"/>
                <a:gd name="T57" fmla="*/ 1 h 162"/>
                <a:gd name="T58" fmla="*/ 4 w 703"/>
                <a:gd name="T59" fmla="*/ 1 h 162"/>
                <a:gd name="T60" fmla="*/ 4 w 703"/>
                <a:gd name="T61" fmla="*/ 1 h 162"/>
                <a:gd name="T62" fmla="*/ 5 w 703"/>
                <a:gd name="T63" fmla="*/ 1 h 162"/>
                <a:gd name="T64" fmla="*/ 5 w 703"/>
                <a:gd name="T65" fmla="*/ 1 h 162"/>
                <a:gd name="T66" fmla="*/ 5 w 703"/>
                <a:gd name="T67" fmla="*/ 1 h 162"/>
                <a:gd name="T68" fmla="*/ 5 w 703"/>
                <a:gd name="T69" fmla="*/ 1 h 162"/>
                <a:gd name="T70" fmla="*/ 5 w 703"/>
                <a:gd name="T71" fmla="*/ 1 h 162"/>
                <a:gd name="T72" fmla="*/ 5 w 703"/>
                <a:gd name="T73" fmla="*/ 1 h 162"/>
                <a:gd name="T74" fmla="*/ 5 w 703"/>
                <a:gd name="T75" fmla="*/ 1 h 162"/>
                <a:gd name="T76" fmla="*/ 6 w 703"/>
                <a:gd name="T77" fmla="*/ 0 h 162"/>
                <a:gd name="T78" fmla="*/ 6 w 703"/>
                <a:gd name="T79" fmla="*/ 0 h 162"/>
                <a:gd name="T80" fmla="*/ 6 w 703"/>
                <a:gd name="T81" fmla="*/ 0 h 162"/>
                <a:gd name="T82" fmla="*/ 5 w 703"/>
                <a:gd name="T83" fmla="*/ 0 h 162"/>
                <a:gd name="T84" fmla="*/ 5 w 703"/>
                <a:gd name="T85" fmla="*/ 0 h 162"/>
                <a:gd name="T86" fmla="*/ 5 w 703"/>
                <a:gd name="T87" fmla="*/ 0 h 162"/>
                <a:gd name="T88" fmla="*/ 5 w 703"/>
                <a:gd name="T89" fmla="*/ 0 h 162"/>
                <a:gd name="T90" fmla="*/ 5 w 703"/>
                <a:gd name="T91" fmla="*/ 0 h 162"/>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703"/>
                <a:gd name="T139" fmla="*/ 0 h 162"/>
                <a:gd name="T140" fmla="*/ 703 w 703"/>
                <a:gd name="T141" fmla="*/ 162 h 162"/>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703" h="162">
                  <a:moveTo>
                    <a:pt x="631" y="8"/>
                  </a:moveTo>
                  <a:lnTo>
                    <a:pt x="636" y="6"/>
                  </a:lnTo>
                  <a:lnTo>
                    <a:pt x="606" y="20"/>
                  </a:lnTo>
                  <a:lnTo>
                    <a:pt x="575" y="32"/>
                  </a:lnTo>
                  <a:lnTo>
                    <a:pt x="540" y="42"/>
                  </a:lnTo>
                  <a:lnTo>
                    <a:pt x="504" y="52"/>
                  </a:lnTo>
                  <a:lnTo>
                    <a:pt x="467" y="59"/>
                  </a:lnTo>
                  <a:lnTo>
                    <a:pt x="428" y="64"/>
                  </a:lnTo>
                  <a:lnTo>
                    <a:pt x="389" y="67"/>
                  </a:lnTo>
                  <a:lnTo>
                    <a:pt x="348" y="68"/>
                  </a:lnTo>
                  <a:lnTo>
                    <a:pt x="308" y="68"/>
                  </a:lnTo>
                  <a:lnTo>
                    <a:pt x="267" y="65"/>
                  </a:lnTo>
                  <a:lnTo>
                    <a:pt x="226" y="61"/>
                  </a:lnTo>
                  <a:lnTo>
                    <a:pt x="187" y="54"/>
                  </a:lnTo>
                  <a:lnTo>
                    <a:pt x="148" y="44"/>
                  </a:lnTo>
                  <a:lnTo>
                    <a:pt x="110" y="33"/>
                  </a:lnTo>
                  <a:lnTo>
                    <a:pt x="75" y="20"/>
                  </a:lnTo>
                  <a:lnTo>
                    <a:pt x="42" y="5"/>
                  </a:lnTo>
                  <a:lnTo>
                    <a:pt x="0" y="89"/>
                  </a:lnTo>
                  <a:lnTo>
                    <a:pt x="40" y="107"/>
                  </a:lnTo>
                  <a:lnTo>
                    <a:pt x="82" y="122"/>
                  </a:lnTo>
                  <a:lnTo>
                    <a:pt x="124" y="135"/>
                  </a:lnTo>
                  <a:lnTo>
                    <a:pt x="169" y="146"/>
                  </a:lnTo>
                  <a:lnTo>
                    <a:pt x="214" y="153"/>
                  </a:lnTo>
                  <a:lnTo>
                    <a:pt x="258" y="158"/>
                  </a:lnTo>
                  <a:lnTo>
                    <a:pt x="303" y="162"/>
                  </a:lnTo>
                  <a:lnTo>
                    <a:pt x="348" y="162"/>
                  </a:lnTo>
                  <a:lnTo>
                    <a:pt x="394" y="161"/>
                  </a:lnTo>
                  <a:lnTo>
                    <a:pt x="439" y="157"/>
                  </a:lnTo>
                  <a:lnTo>
                    <a:pt x="481" y="150"/>
                  </a:lnTo>
                  <a:lnTo>
                    <a:pt x="525" y="143"/>
                  </a:lnTo>
                  <a:lnTo>
                    <a:pt x="566" y="132"/>
                  </a:lnTo>
                  <a:lnTo>
                    <a:pt x="606" y="121"/>
                  </a:lnTo>
                  <a:lnTo>
                    <a:pt x="643" y="105"/>
                  </a:lnTo>
                  <a:lnTo>
                    <a:pt x="678" y="88"/>
                  </a:lnTo>
                  <a:lnTo>
                    <a:pt x="683" y="86"/>
                  </a:lnTo>
                  <a:lnTo>
                    <a:pt x="678" y="88"/>
                  </a:lnTo>
                  <a:lnTo>
                    <a:pt x="695" y="75"/>
                  </a:lnTo>
                  <a:lnTo>
                    <a:pt x="702" y="60"/>
                  </a:lnTo>
                  <a:lnTo>
                    <a:pt x="703" y="42"/>
                  </a:lnTo>
                  <a:lnTo>
                    <a:pt x="698" y="26"/>
                  </a:lnTo>
                  <a:lnTo>
                    <a:pt x="688" y="12"/>
                  </a:lnTo>
                  <a:lnTo>
                    <a:pt x="674" y="3"/>
                  </a:lnTo>
                  <a:lnTo>
                    <a:pt x="656" y="0"/>
                  </a:lnTo>
                  <a:lnTo>
                    <a:pt x="636" y="6"/>
                  </a:lnTo>
                  <a:lnTo>
                    <a:pt x="631"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1221" name="Freeform 44"/>
            <p:cNvSpPr>
              <a:spLocks/>
            </p:cNvSpPr>
            <p:nvPr/>
          </p:nvSpPr>
          <p:spPr bwMode="auto">
            <a:xfrm>
              <a:off x="1332" y="2204"/>
              <a:ext cx="283" cy="192"/>
            </a:xfrm>
            <a:custGeom>
              <a:avLst/>
              <a:gdLst>
                <a:gd name="T0" fmla="*/ 11 w 1415"/>
                <a:gd name="T1" fmla="*/ 0 h 960"/>
                <a:gd name="T2" fmla="*/ 11 w 1415"/>
                <a:gd name="T3" fmla="*/ 0 h 960"/>
                <a:gd name="T4" fmla="*/ 0 w 1415"/>
                <a:gd name="T5" fmla="*/ 7 h 960"/>
                <a:gd name="T6" fmla="*/ 0 w 1415"/>
                <a:gd name="T7" fmla="*/ 8 h 960"/>
                <a:gd name="T8" fmla="*/ 11 w 1415"/>
                <a:gd name="T9" fmla="*/ 1 h 960"/>
                <a:gd name="T10" fmla="*/ 11 w 1415"/>
                <a:gd name="T11" fmla="*/ 1 h 960"/>
                <a:gd name="T12" fmla="*/ 11 w 1415"/>
                <a:gd name="T13" fmla="*/ 1 h 960"/>
                <a:gd name="T14" fmla="*/ 11 w 1415"/>
                <a:gd name="T15" fmla="*/ 1 h 960"/>
                <a:gd name="T16" fmla="*/ 11 w 1415"/>
                <a:gd name="T17" fmla="*/ 0 h 960"/>
                <a:gd name="T18" fmla="*/ 11 w 1415"/>
                <a:gd name="T19" fmla="*/ 0 h 960"/>
                <a:gd name="T20" fmla="*/ 11 w 1415"/>
                <a:gd name="T21" fmla="*/ 0 h 960"/>
                <a:gd name="T22" fmla="*/ 11 w 1415"/>
                <a:gd name="T23" fmla="*/ 0 h 960"/>
                <a:gd name="T24" fmla="*/ 11 w 1415"/>
                <a:gd name="T25" fmla="*/ 0 h 960"/>
                <a:gd name="T26" fmla="*/ 11 w 1415"/>
                <a:gd name="T27" fmla="*/ 0 h 960"/>
                <a:gd name="T28" fmla="*/ 11 w 1415"/>
                <a:gd name="T29" fmla="*/ 0 h 960"/>
                <a:gd name="T30" fmla="*/ 11 w 1415"/>
                <a:gd name="T31" fmla="*/ 0 h 96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15"/>
                <a:gd name="T49" fmla="*/ 0 h 960"/>
                <a:gd name="T50" fmla="*/ 1415 w 1415"/>
                <a:gd name="T51" fmla="*/ 960 h 96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15" h="960">
                  <a:moveTo>
                    <a:pt x="1338" y="10"/>
                  </a:moveTo>
                  <a:lnTo>
                    <a:pt x="1342" y="8"/>
                  </a:lnTo>
                  <a:lnTo>
                    <a:pt x="0" y="882"/>
                  </a:lnTo>
                  <a:lnTo>
                    <a:pt x="52" y="960"/>
                  </a:lnTo>
                  <a:lnTo>
                    <a:pt x="1393" y="85"/>
                  </a:lnTo>
                  <a:lnTo>
                    <a:pt x="1397" y="83"/>
                  </a:lnTo>
                  <a:lnTo>
                    <a:pt x="1393" y="85"/>
                  </a:lnTo>
                  <a:lnTo>
                    <a:pt x="1409" y="71"/>
                  </a:lnTo>
                  <a:lnTo>
                    <a:pt x="1415" y="53"/>
                  </a:lnTo>
                  <a:lnTo>
                    <a:pt x="1413" y="37"/>
                  </a:lnTo>
                  <a:lnTo>
                    <a:pt x="1406" y="21"/>
                  </a:lnTo>
                  <a:lnTo>
                    <a:pt x="1395" y="8"/>
                  </a:lnTo>
                  <a:lnTo>
                    <a:pt x="1379" y="1"/>
                  </a:lnTo>
                  <a:lnTo>
                    <a:pt x="1361" y="0"/>
                  </a:lnTo>
                  <a:lnTo>
                    <a:pt x="1342" y="8"/>
                  </a:lnTo>
                  <a:lnTo>
                    <a:pt x="1338" y="1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1222" name="Freeform 45"/>
            <p:cNvSpPr>
              <a:spLocks/>
            </p:cNvSpPr>
            <p:nvPr/>
          </p:nvSpPr>
          <p:spPr bwMode="auto">
            <a:xfrm>
              <a:off x="1599" y="2057"/>
              <a:ext cx="80" cy="163"/>
            </a:xfrm>
            <a:custGeom>
              <a:avLst/>
              <a:gdLst>
                <a:gd name="T0" fmla="*/ 2 w 398"/>
                <a:gd name="T1" fmla="*/ 0 h 817"/>
                <a:gd name="T2" fmla="*/ 2 w 398"/>
                <a:gd name="T3" fmla="*/ 0 h 817"/>
                <a:gd name="T4" fmla="*/ 2 w 398"/>
                <a:gd name="T5" fmla="*/ 1 h 817"/>
                <a:gd name="T6" fmla="*/ 2 w 398"/>
                <a:gd name="T7" fmla="*/ 1 h 817"/>
                <a:gd name="T8" fmla="*/ 2 w 398"/>
                <a:gd name="T9" fmla="*/ 2 h 817"/>
                <a:gd name="T10" fmla="*/ 2 w 398"/>
                <a:gd name="T11" fmla="*/ 2 h 817"/>
                <a:gd name="T12" fmla="*/ 2 w 398"/>
                <a:gd name="T13" fmla="*/ 2 h 817"/>
                <a:gd name="T14" fmla="*/ 2 w 398"/>
                <a:gd name="T15" fmla="*/ 3 h 817"/>
                <a:gd name="T16" fmla="*/ 2 w 398"/>
                <a:gd name="T17" fmla="*/ 3 h 817"/>
                <a:gd name="T18" fmla="*/ 2 w 398"/>
                <a:gd name="T19" fmla="*/ 4 h 817"/>
                <a:gd name="T20" fmla="*/ 2 w 398"/>
                <a:gd name="T21" fmla="*/ 4 h 817"/>
                <a:gd name="T22" fmla="*/ 1 w 398"/>
                <a:gd name="T23" fmla="*/ 4 h 817"/>
                <a:gd name="T24" fmla="*/ 1 w 398"/>
                <a:gd name="T25" fmla="*/ 5 h 817"/>
                <a:gd name="T26" fmla="*/ 1 w 398"/>
                <a:gd name="T27" fmla="*/ 5 h 817"/>
                <a:gd name="T28" fmla="*/ 1 w 398"/>
                <a:gd name="T29" fmla="*/ 5 h 817"/>
                <a:gd name="T30" fmla="*/ 1 w 398"/>
                <a:gd name="T31" fmla="*/ 5 h 817"/>
                <a:gd name="T32" fmla="*/ 0 w 398"/>
                <a:gd name="T33" fmla="*/ 6 h 817"/>
                <a:gd name="T34" fmla="*/ 0 w 398"/>
                <a:gd name="T35" fmla="*/ 6 h 817"/>
                <a:gd name="T36" fmla="*/ 0 w 398"/>
                <a:gd name="T37" fmla="*/ 7 h 817"/>
                <a:gd name="T38" fmla="*/ 1 w 398"/>
                <a:gd name="T39" fmla="*/ 6 h 817"/>
                <a:gd name="T40" fmla="*/ 1 w 398"/>
                <a:gd name="T41" fmla="*/ 6 h 817"/>
                <a:gd name="T42" fmla="*/ 1 w 398"/>
                <a:gd name="T43" fmla="*/ 6 h 817"/>
                <a:gd name="T44" fmla="*/ 2 w 398"/>
                <a:gd name="T45" fmla="*/ 5 h 817"/>
                <a:gd name="T46" fmla="*/ 2 w 398"/>
                <a:gd name="T47" fmla="*/ 5 h 817"/>
                <a:gd name="T48" fmla="*/ 2 w 398"/>
                <a:gd name="T49" fmla="*/ 5 h 817"/>
                <a:gd name="T50" fmla="*/ 2 w 398"/>
                <a:gd name="T51" fmla="*/ 4 h 817"/>
                <a:gd name="T52" fmla="*/ 2 w 398"/>
                <a:gd name="T53" fmla="*/ 4 h 817"/>
                <a:gd name="T54" fmla="*/ 3 w 398"/>
                <a:gd name="T55" fmla="*/ 3 h 817"/>
                <a:gd name="T56" fmla="*/ 3 w 398"/>
                <a:gd name="T57" fmla="*/ 3 h 817"/>
                <a:gd name="T58" fmla="*/ 3 w 398"/>
                <a:gd name="T59" fmla="*/ 3 h 817"/>
                <a:gd name="T60" fmla="*/ 3 w 398"/>
                <a:gd name="T61" fmla="*/ 2 h 817"/>
                <a:gd name="T62" fmla="*/ 3 w 398"/>
                <a:gd name="T63" fmla="*/ 2 h 817"/>
                <a:gd name="T64" fmla="*/ 3 w 398"/>
                <a:gd name="T65" fmla="*/ 1 h 817"/>
                <a:gd name="T66" fmla="*/ 3 w 398"/>
                <a:gd name="T67" fmla="*/ 1 h 817"/>
                <a:gd name="T68" fmla="*/ 3 w 398"/>
                <a:gd name="T69" fmla="*/ 0 h 817"/>
                <a:gd name="T70" fmla="*/ 3 w 398"/>
                <a:gd name="T71" fmla="*/ 0 h 817"/>
                <a:gd name="T72" fmla="*/ 3 w 398"/>
                <a:gd name="T73" fmla="*/ 0 h 817"/>
                <a:gd name="T74" fmla="*/ 3 w 398"/>
                <a:gd name="T75" fmla="*/ 0 h 817"/>
                <a:gd name="T76" fmla="*/ 3 w 398"/>
                <a:gd name="T77" fmla="*/ 0 h 817"/>
                <a:gd name="T78" fmla="*/ 3 w 398"/>
                <a:gd name="T79" fmla="*/ 0 h 817"/>
                <a:gd name="T80" fmla="*/ 3 w 398"/>
                <a:gd name="T81" fmla="*/ 0 h 817"/>
                <a:gd name="T82" fmla="*/ 3 w 398"/>
                <a:gd name="T83" fmla="*/ 0 h 817"/>
                <a:gd name="T84" fmla="*/ 3 w 398"/>
                <a:gd name="T85" fmla="*/ 0 h 817"/>
                <a:gd name="T86" fmla="*/ 2 w 398"/>
                <a:gd name="T87" fmla="*/ 0 h 817"/>
                <a:gd name="T88" fmla="*/ 2 w 398"/>
                <a:gd name="T89" fmla="*/ 0 h 817"/>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398"/>
                <a:gd name="T136" fmla="*/ 0 h 817"/>
                <a:gd name="T137" fmla="*/ 398 w 398"/>
                <a:gd name="T138" fmla="*/ 817 h 817"/>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398" h="817">
                  <a:moveTo>
                    <a:pt x="304" y="47"/>
                  </a:moveTo>
                  <a:lnTo>
                    <a:pt x="304" y="47"/>
                  </a:lnTo>
                  <a:lnTo>
                    <a:pt x="301" y="97"/>
                  </a:lnTo>
                  <a:lnTo>
                    <a:pt x="297" y="147"/>
                  </a:lnTo>
                  <a:lnTo>
                    <a:pt x="291" y="198"/>
                  </a:lnTo>
                  <a:lnTo>
                    <a:pt x="280" y="247"/>
                  </a:lnTo>
                  <a:lnTo>
                    <a:pt x="268" y="297"/>
                  </a:lnTo>
                  <a:lnTo>
                    <a:pt x="253" y="347"/>
                  </a:lnTo>
                  <a:lnTo>
                    <a:pt x="236" y="395"/>
                  </a:lnTo>
                  <a:lnTo>
                    <a:pt x="217" y="442"/>
                  </a:lnTo>
                  <a:lnTo>
                    <a:pt x="195" y="487"/>
                  </a:lnTo>
                  <a:lnTo>
                    <a:pt x="171" y="532"/>
                  </a:lnTo>
                  <a:lnTo>
                    <a:pt x="147" y="574"/>
                  </a:lnTo>
                  <a:lnTo>
                    <a:pt x="121" y="613"/>
                  </a:lnTo>
                  <a:lnTo>
                    <a:pt x="93" y="650"/>
                  </a:lnTo>
                  <a:lnTo>
                    <a:pt x="64" y="684"/>
                  </a:lnTo>
                  <a:lnTo>
                    <a:pt x="32" y="716"/>
                  </a:lnTo>
                  <a:lnTo>
                    <a:pt x="0" y="744"/>
                  </a:lnTo>
                  <a:lnTo>
                    <a:pt x="59" y="817"/>
                  </a:lnTo>
                  <a:lnTo>
                    <a:pt x="95" y="784"/>
                  </a:lnTo>
                  <a:lnTo>
                    <a:pt x="132" y="748"/>
                  </a:lnTo>
                  <a:lnTo>
                    <a:pt x="166" y="709"/>
                  </a:lnTo>
                  <a:lnTo>
                    <a:pt x="196" y="667"/>
                  </a:lnTo>
                  <a:lnTo>
                    <a:pt x="227" y="623"/>
                  </a:lnTo>
                  <a:lnTo>
                    <a:pt x="253" y="576"/>
                  </a:lnTo>
                  <a:lnTo>
                    <a:pt x="279" y="530"/>
                  </a:lnTo>
                  <a:lnTo>
                    <a:pt x="301" y="479"/>
                  </a:lnTo>
                  <a:lnTo>
                    <a:pt x="323" y="428"/>
                  </a:lnTo>
                  <a:lnTo>
                    <a:pt x="342" y="375"/>
                  </a:lnTo>
                  <a:lnTo>
                    <a:pt x="359" y="321"/>
                  </a:lnTo>
                  <a:lnTo>
                    <a:pt x="372" y="268"/>
                  </a:lnTo>
                  <a:lnTo>
                    <a:pt x="382" y="212"/>
                  </a:lnTo>
                  <a:lnTo>
                    <a:pt x="391" y="157"/>
                  </a:lnTo>
                  <a:lnTo>
                    <a:pt x="395" y="102"/>
                  </a:lnTo>
                  <a:lnTo>
                    <a:pt x="398" y="47"/>
                  </a:lnTo>
                  <a:lnTo>
                    <a:pt x="394" y="27"/>
                  </a:lnTo>
                  <a:lnTo>
                    <a:pt x="383" y="11"/>
                  </a:lnTo>
                  <a:lnTo>
                    <a:pt x="368" y="3"/>
                  </a:lnTo>
                  <a:lnTo>
                    <a:pt x="351" y="0"/>
                  </a:lnTo>
                  <a:lnTo>
                    <a:pt x="333" y="3"/>
                  </a:lnTo>
                  <a:lnTo>
                    <a:pt x="319" y="11"/>
                  </a:lnTo>
                  <a:lnTo>
                    <a:pt x="307" y="27"/>
                  </a:lnTo>
                  <a:lnTo>
                    <a:pt x="304" y="4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1223" name="Freeform 46"/>
            <p:cNvSpPr>
              <a:spLocks/>
            </p:cNvSpPr>
            <p:nvPr/>
          </p:nvSpPr>
          <p:spPr bwMode="auto">
            <a:xfrm>
              <a:off x="1660" y="1701"/>
              <a:ext cx="19" cy="365"/>
            </a:xfrm>
            <a:custGeom>
              <a:avLst/>
              <a:gdLst>
                <a:gd name="T0" fmla="*/ 0 w 95"/>
                <a:gd name="T1" fmla="*/ 0 h 1826"/>
                <a:gd name="T2" fmla="*/ 0 w 95"/>
                <a:gd name="T3" fmla="*/ 0 h 1826"/>
                <a:gd name="T4" fmla="*/ 0 w 95"/>
                <a:gd name="T5" fmla="*/ 15 h 1826"/>
                <a:gd name="T6" fmla="*/ 1 w 95"/>
                <a:gd name="T7" fmla="*/ 15 h 1826"/>
                <a:gd name="T8" fmla="*/ 1 w 95"/>
                <a:gd name="T9" fmla="*/ 0 h 1826"/>
                <a:gd name="T10" fmla="*/ 1 w 95"/>
                <a:gd name="T11" fmla="*/ 0 h 1826"/>
                <a:gd name="T12" fmla="*/ 1 w 95"/>
                <a:gd name="T13" fmla="*/ 0 h 1826"/>
                <a:gd name="T14" fmla="*/ 1 w 95"/>
                <a:gd name="T15" fmla="*/ 0 h 1826"/>
                <a:gd name="T16" fmla="*/ 1 w 95"/>
                <a:gd name="T17" fmla="*/ 0 h 1826"/>
                <a:gd name="T18" fmla="*/ 1 w 95"/>
                <a:gd name="T19" fmla="*/ 0 h 1826"/>
                <a:gd name="T20" fmla="*/ 0 w 95"/>
                <a:gd name="T21" fmla="*/ 0 h 1826"/>
                <a:gd name="T22" fmla="*/ 0 w 95"/>
                <a:gd name="T23" fmla="*/ 0 h 1826"/>
                <a:gd name="T24" fmla="*/ 0 w 95"/>
                <a:gd name="T25" fmla="*/ 0 h 1826"/>
                <a:gd name="T26" fmla="*/ 0 w 95"/>
                <a:gd name="T27" fmla="*/ 0 h 1826"/>
                <a:gd name="T28" fmla="*/ 0 w 95"/>
                <a:gd name="T29" fmla="*/ 0 h 1826"/>
                <a:gd name="T30" fmla="*/ 0 w 95"/>
                <a:gd name="T31" fmla="*/ 0 h 182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95"/>
                <a:gd name="T49" fmla="*/ 0 h 1826"/>
                <a:gd name="T50" fmla="*/ 95 w 95"/>
                <a:gd name="T51" fmla="*/ 1826 h 182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95" h="1826">
                  <a:moveTo>
                    <a:pt x="0" y="49"/>
                  </a:moveTo>
                  <a:lnTo>
                    <a:pt x="0" y="47"/>
                  </a:lnTo>
                  <a:lnTo>
                    <a:pt x="1" y="1826"/>
                  </a:lnTo>
                  <a:lnTo>
                    <a:pt x="95" y="1826"/>
                  </a:lnTo>
                  <a:lnTo>
                    <a:pt x="93" y="47"/>
                  </a:lnTo>
                  <a:lnTo>
                    <a:pt x="93" y="45"/>
                  </a:lnTo>
                  <a:lnTo>
                    <a:pt x="93" y="47"/>
                  </a:lnTo>
                  <a:lnTo>
                    <a:pt x="90" y="27"/>
                  </a:lnTo>
                  <a:lnTo>
                    <a:pt x="79" y="12"/>
                  </a:lnTo>
                  <a:lnTo>
                    <a:pt x="64" y="4"/>
                  </a:lnTo>
                  <a:lnTo>
                    <a:pt x="47" y="0"/>
                  </a:lnTo>
                  <a:lnTo>
                    <a:pt x="29" y="4"/>
                  </a:lnTo>
                  <a:lnTo>
                    <a:pt x="15" y="12"/>
                  </a:lnTo>
                  <a:lnTo>
                    <a:pt x="3" y="27"/>
                  </a:lnTo>
                  <a:lnTo>
                    <a:pt x="0" y="47"/>
                  </a:lnTo>
                  <a:lnTo>
                    <a:pt x="0" y="4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1224" name="Freeform 47"/>
            <p:cNvSpPr>
              <a:spLocks/>
            </p:cNvSpPr>
            <p:nvPr/>
          </p:nvSpPr>
          <p:spPr bwMode="auto">
            <a:xfrm>
              <a:off x="1598" y="1598"/>
              <a:ext cx="81" cy="113"/>
            </a:xfrm>
            <a:custGeom>
              <a:avLst/>
              <a:gdLst>
                <a:gd name="T0" fmla="*/ 0 w 401"/>
                <a:gd name="T1" fmla="*/ 1 h 566"/>
                <a:gd name="T2" fmla="*/ 0 w 401"/>
                <a:gd name="T3" fmla="*/ 1 h 566"/>
                <a:gd name="T4" fmla="*/ 0 w 401"/>
                <a:gd name="T5" fmla="*/ 1 h 566"/>
                <a:gd name="T6" fmla="*/ 1 w 401"/>
                <a:gd name="T7" fmla="*/ 1 h 566"/>
                <a:gd name="T8" fmla="*/ 1 w 401"/>
                <a:gd name="T9" fmla="*/ 1 h 566"/>
                <a:gd name="T10" fmla="*/ 1 w 401"/>
                <a:gd name="T11" fmla="*/ 1 h 566"/>
                <a:gd name="T12" fmla="*/ 1 w 401"/>
                <a:gd name="T13" fmla="*/ 2 h 566"/>
                <a:gd name="T14" fmla="*/ 1 w 401"/>
                <a:gd name="T15" fmla="*/ 2 h 566"/>
                <a:gd name="T16" fmla="*/ 2 w 401"/>
                <a:gd name="T17" fmla="*/ 2 h 566"/>
                <a:gd name="T18" fmla="*/ 2 w 401"/>
                <a:gd name="T19" fmla="*/ 2 h 566"/>
                <a:gd name="T20" fmla="*/ 2 w 401"/>
                <a:gd name="T21" fmla="*/ 2 h 566"/>
                <a:gd name="T22" fmla="*/ 2 w 401"/>
                <a:gd name="T23" fmla="*/ 3 h 566"/>
                <a:gd name="T24" fmla="*/ 2 w 401"/>
                <a:gd name="T25" fmla="*/ 3 h 566"/>
                <a:gd name="T26" fmla="*/ 2 w 401"/>
                <a:gd name="T27" fmla="*/ 3 h 566"/>
                <a:gd name="T28" fmla="*/ 2 w 401"/>
                <a:gd name="T29" fmla="*/ 4 h 566"/>
                <a:gd name="T30" fmla="*/ 2 w 401"/>
                <a:gd name="T31" fmla="*/ 4 h 566"/>
                <a:gd name="T32" fmla="*/ 2 w 401"/>
                <a:gd name="T33" fmla="*/ 4 h 566"/>
                <a:gd name="T34" fmla="*/ 3 w 401"/>
                <a:gd name="T35" fmla="*/ 5 h 566"/>
                <a:gd name="T36" fmla="*/ 3 w 401"/>
                <a:gd name="T37" fmla="*/ 4 h 566"/>
                <a:gd name="T38" fmla="*/ 3 w 401"/>
                <a:gd name="T39" fmla="*/ 4 h 566"/>
                <a:gd name="T40" fmla="*/ 3 w 401"/>
                <a:gd name="T41" fmla="*/ 4 h 566"/>
                <a:gd name="T42" fmla="*/ 3 w 401"/>
                <a:gd name="T43" fmla="*/ 3 h 566"/>
                <a:gd name="T44" fmla="*/ 3 w 401"/>
                <a:gd name="T45" fmla="*/ 3 h 566"/>
                <a:gd name="T46" fmla="*/ 3 w 401"/>
                <a:gd name="T47" fmla="*/ 3 h 566"/>
                <a:gd name="T48" fmla="*/ 3 w 401"/>
                <a:gd name="T49" fmla="*/ 2 h 566"/>
                <a:gd name="T50" fmla="*/ 3 w 401"/>
                <a:gd name="T51" fmla="*/ 2 h 566"/>
                <a:gd name="T52" fmla="*/ 2 w 401"/>
                <a:gd name="T53" fmla="*/ 2 h 566"/>
                <a:gd name="T54" fmla="*/ 2 w 401"/>
                <a:gd name="T55" fmla="*/ 2 h 566"/>
                <a:gd name="T56" fmla="*/ 2 w 401"/>
                <a:gd name="T57" fmla="*/ 1 h 566"/>
                <a:gd name="T58" fmla="*/ 2 w 401"/>
                <a:gd name="T59" fmla="*/ 1 h 566"/>
                <a:gd name="T60" fmla="*/ 2 w 401"/>
                <a:gd name="T61" fmla="*/ 1 h 566"/>
                <a:gd name="T62" fmla="*/ 1 w 401"/>
                <a:gd name="T63" fmla="*/ 1 h 566"/>
                <a:gd name="T64" fmla="*/ 1 w 401"/>
                <a:gd name="T65" fmla="*/ 0 h 566"/>
                <a:gd name="T66" fmla="*/ 1 w 401"/>
                <a:gd name="T67" fmla="*/ 0 h 566"/>
                <a:gd name="T68" fmla="*/ 1 w 401"/>
                <a:gd name="T69" fmla="*/ 0 h 566"/>
                <a:gd name="T70" fmla="*/ 1 w 401"/>
                <a:gd name="T71" fmla="*/ 0 h 566"/>
                <a:gd name="T72" fmla="*/ 1 w 401"/>
                <a:gd name="T73" fmla="*/ 0 h 566"/>
                <a:gd name="T74" fmla="*/ 0 w 401"/>
                <a:gd name="T75" fmla="*/ 0 h 566"/>
                <a:gd name="T76" fmla="*/ 0 w 401"/>
                <a:gd name="T77" fmla="*/ 0 h 566"/>
                <a:gd name="T78" fmla="*/ 0 w 401"/>
                <a:gd name="T79" fmla="*/ 0 h 566"/>
                <a:gd name="T80" fmla="*/ 0 w 401"/>
                <a:gd name="T81" fmla="*/ 0 h 566"/>
                <a:gd name="T82" fmla="*/ 0 w 401"/>
                <a:gd name="T83" fmla="*/ 0 h 566"/>
                <a:gd name="T84" fmla="*/ 0 w 401"/>
                <a:gd name="T85" fmla="*/ 0 h 566"/>
                <a:gd name="T86" fmla="*/ 0 w 401"/>
                <a:gd name="T87" fmla="*/ 1 h 566"/>
                <a:gd name="T88" fmla="*/ 0 w 401"/>
                <a:gd name="T89" fmla="*/ 1 h 56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401"/>
                <a:gd name="T136" fmla="*/ 0 h 566"/>
                <a:gd name="T137" fmla="*/ 401 w 401"/>
                <a:gd name="T138" fmla="*/ 566 h 566"/>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401" h="566">
                  <a:moveTo>
                    <a:pt x="23" y="88"/>
                  </a:moveTo>
                  <a:lnTo>
                    <a:pt x="23" y="88"/>
                  </a:lnTo>
                  <a:lnTo>
                    <a:pt x="53" y="107"/>
                  </a:lnTo>
                  <a:lnTo>
                    <a:pt x="83" y="125"/>
                  </a:lnTo>
                  <a:lnTo>
                    <a:pt x="108" y="147"/>
                  </a:lnTo>
                  <a:lnTo>
                    <a:pt x="135" y="171"/>
                  </a:lnTo>
                  <a:lnTo>
                    <a:pt x="160" y="196"/>
                  </a:lnTo>
                  <a:lnTo>
                    <a:pt x="182" y="223"/>
                  </a:lnTo>
                  <a:lnTo>
                    <a:pt x="205" y="251"/>
                  </a:lnTo>
                  <a:lnTo>
                    <a:pt x="223" y="281"/>
                  </a:lnTo>
                  <a:lnTo>
                    <a:pt x="240" y="312"/>
                  </a:lnTo>
                  <a:lnTo>
                    <a:pt x="256" y="345"/>
                  </a:lnTo>
                  <a:lnTo>
                    <a:pt x="270" y="379"/>
                  </a:lnTo>
                  <a:lnTo>
                    <a:pt x="282" y="414"/>
                  </a:lnTo>
                  <a:lnTo>
                    <a:pt x="291" y="450"/>
                  </a:lnTo>
                  <a:lnTo>
                    <a:pt x="299" y="488"/>
                  </a:lnTo>
                  <a:lnTo>
                    <a:pt x="304" y="526"/>
                  </a:lnTo>
                  <a:lnTo>
                    <a:pt x="308" y="566"/>
                  </a:lnTo>
                  <a:lnTo>
                    <a:pt x="401" y="562"/>
                  </a:lnTo>
                  <a:lnTo>
                    <a:pt x="398" y="517"/>
                  </a:lnTo>
                  <a:lnTo>
                    <a:pt x="391" y="471"/>
                  </a:lnTo>
                  <a:lnTo>
                    <a:pt x="383" y="429"/>
                  </a:lnTo>
                  <a:lnTo>
                    <a:pt x="371" y="386"/>
                  </a:lnTo>
                  <a:lnTo>
                    <a:pt x="357" y="346"/>
                  </a:lnTo>
                  <a:lnTo>
                    <a:pt x="340" y="307"/>
                  </a:lnTo>
                  <a:lnTo>
                    <a:pt x="324" y="270"/>
                  </a:lnTo>
                  <a:lnTo>
                    <a:pt x="303" y="232"/>
                  </a:lnTo>
                  <a:lnTo>
                    <a:pt x="280" y="197"/>
                  </a:lnTo>
                  <a:lnTo>
                    <a:pt x="255" y="164"/>
                  </a:lnTo>
                  <a:lnTo>
                    <a:pt x="228" y="132"/>
                  </a:lnTo>
                  <a:lnTo>
                    <a:pt x="199" y="103"/>
                  </a:lnTo>
                  <a:lnTo>
                    <a:pt x="169" y="76"/>
                  </a:lnTo>
                  <a:lnTo>
                    <a:pt x="137" y="50"/>
                  </a:lnTo>
                  <a:lnTo>
                    <a:pt x="103" y="27"/>
                  </a:lnTo>
                  <a:lnTo>
                    <a:pt x="67" y="6"/>
                  </a:lnTo>
                  <a:lnTo>
                    <a:pt x="48" y="0"/>
                  </a:lnTo>
                  <a:lnTo>
                    <a:pt x="30" y="2"/>
                  </a:lnTo>
                  <a:lnTo>
                    <a:pt x="16" y="12"/>
                  </a:lnTo>
                  <a:lnTo>
                    <a:pt x="5" y="25"/>
                  </a:lnTo>
                  <a:lnTo>
                    <a:pt x="0" y="41"/>
                  </a:lnTo>
                  <a:lnTo>
                    <a:pt x="0" y="59"/>
                  </a:lnTo>
                  <a:lnTo>
                    <a:pt x="8" y="75"/>
                  </a:lnTo>
                  <a:lnTo>
                    <a:pt x="23"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1225" name="Freeform 48"/>
            <p:cNvSpPr>
              <a:spLocks/>
            </p:cNvSpPr>
            <p:nvPr/>
          </p:nvSpPr>
          <p:spPr bwMode="auto">
            <a:xfrm>
              <a:off x="1346" y="1455"/>
              <a:ext cx="266" cy="160"/>
            </a:xfrm>
            <a:custGeom>
              <a:avLst/>
              <a:gdLst>
                <a:gd name="T0" fmla="*/ 0 w 1330"/>
                <a:gd name="T1" fmla="*/ 1 h 801"/>
                <a:gd name="T2" fmla="*/ 0 w 1330"/>
                <a:gd name="T3" fmla="*/ 1 h 801"/>
                <a:gd name="T4" fmla="*/ 10 w 1330"/>
                <a:gd name="T5" fmla="*/ 6 h 801"/>
                <a:gd name="T6" fmla="*/ 11 w 1330"/>
                <a:gd name="T7" fmla="*/ 6 h 801"/>
                <a:gd name="T8" fmla="*/ 1 w 1330"/>
                <a:gd name="T9" fmla="*/ 0 h 801"/>
                <a:gd name="T10" fmla="*/ 1 w 1330"/>
                <a:gd name="T11" fmla="*/ 0 h 801"/>
                <a:gd name="T12" fmla="*/ 1 w 1330"/>
                <a:gd name="T13" fmla="*/ 0 h 801"/>
                <a:gd name="T14" fmla="*/ 0 w 1330"/>
                <a:gd name="T15" fmla="*/ 0 h 801"/>
                <a:gd name="T16" fmla="*/ 0 w 1330"/>
                <a:gd name="T17" fmla="*/ 0 h 801"/>
                <a:gd name="T18" fmla="*/ 0 w 1330"/>
                <a:gd name="T19" fmla="*/ 0 h 801"/>
                <a:gd name="T20" fmla="*/ 0 w 1330"/>
                <a:gd name="T21" fmla="*/ 0 h 801"/>
                <a:gd name="T22" fmla="*/ 0 w 1330"/>
                <a:gd name="T23" fmla="*/ 0 h 801"/>
                <a:gd name="T24" fmla="*/ 0 w 1330"/>
                <a:gd name="T25" fmla="*/ 0 h 801"/>
                <a:gd name="T26" fmla="*/ 0 w 1330"/>
                <a:gd name="T27" fmla="*/ 1 h 801"/>
                <a:gd name="T28" fmla="*/ 0 w 1330"/>
                <a:gd name="T29" fmla="*/ 1 h 801"/>
                <a:gd name="T30" fmla="*/ 0 w 1330"/>
                <a:gd name="T31" fmla="*/ 1 h 801"/>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30"/>
                <a:gd name="T49" fmla="*/ 0 h 801"/>
                <a:gd name="T50" fmla="*/ 1330 w 1330"/>
                <a:gd name="T51" fmla="*/ 801 h 801"/>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30" h="801">
                  <a:moveTo>
                    <a:pt x="24" y="88"/>
                  </a:moveTo>
                  <a:lnTo>
                    <a:pt x="23" y="88"/>
                  </a:lnTo>
                  <a:lnTo>
                    <a:pt x="1286" y="801"/>
                  </a:lnTo>
                  <a:lnTo>
                    <a:pt x="1330" y="719"/>
                  </a:lnTo>
                  <a:lnTo>
                    <a:pt x="67" y="6"/>
                  </a:lnTo>
                  <a:lnTo>
                    <a:pt x="66" y="6"/>
                  </a:lnTo>
                  <a:lnTo>
                    <a:pt x="67" y="6"/>
                  </a:lnTo>
                  <a:lnTo>
                    <a:pt x="48" y="0"/>
                  </a:lnTo>
                  <a:lnTo>
                    <a:pt x="30" y="2"/>
                  </a:lnTo>
                  <a:lnTo>
                    <a:pt x="16" y="12"/>
                  </a:lnTo>
                  <a:lnTo>
                    <a:pt x="5" y="25"/>
                  </a:lnTo>
                  <a:lnTo>
                    <a:pt x="0" y="41"/>
                  </a:lnTo>
                  <a:lnTo>
                    <a:pt x="0" y="59"/>
                  </a:lnTo>
                  <a:lnTo>
                    <a:pt x="8" y="75"/>
                  </a:lnTo>
                  <a:lnTo>
                    <a:pt x="23" y="88"/>
                  </a:lnTo>
                  <a:lnTo>
                    <a:pt x="24"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1226" name="Freeform 49"/>
            <p:cNvSpPr>
              <a:spLocks/>
            </p:cNvSpPr>
            <p:nvPr/>
          </p:nvSpPr>
          <p:spPr bwMode="auto">
            <a:xfrm>
              <a:off x="1198" y="1439"/>
              <a:ext cx="161" cy="35"/>
            </a:xfrm>
            <a:custGeom>
              <a:avLst/>
              <a:gdLst>
                <a:gd name="T0" fmla="*/ 1 w 806"/>
                <a:gd name="T1" fmla="*/ 1 h 177"/>
                <a:gd name="T2" fmla="*/ 1 w 806"/>
                <a:gd name="T3" fmla="*/ 1 h 177"/>
                <a:gd name="T4" fmla="*/ 1 w 806"/>
                <a:gd name="T5" fmla="*/ 1 h 177"/>
                <a:gd name="T6" fmla="*/ 1 w 806"/>
                <a:gd name="T7" fmla="*/ 1 h 177"/>
                <a:gd name="T8" fmla="*/ 2 w 806"/>
                <a:gd name="T9" fmla="*/ 1 h 177"/>
                <a:gd name="T10" fmla="*/ 2 w 806"/>
                <a:gd name="T11" fmla="*/ 1 h 177"/>
                <a:gd name="T12" fmla="*/ 2 w 806"/>
                <a:gd name="T13" fmla="*/ 1 h 177"/>
                <a:gd name="T14" fmla="*/ 3 w 806"/>
                <a:gd name="T15" fmla="*/ 1 h 177"/>
                <a:gd name="T16" fmla="*/ 3 w 806"/>
                <a:gd name="T17" fmla="*/ 1 h 177"/>
                <a:gd name="T18" fmla="*/ 3 w 806"/>
                <a:gd name="T19" fmla="*/ 1 h 177"/>
                <a:gd name="T20" fmla="*/ 4 w 806"/>
                <a:gd name="T21" fmla="*/ 1 h 177"/>
                <a:gd name="T22" fmla="*/ 4 w 806"/>
                <a:gd name="T23" fmla="*/ 1 h 177"/>
                <a:gd name="T24" fmla="*/ 5 w 806"/>
                <a:gd name="T25" fmla="*/ 1 h 177"/>
                <a:gd name="T26" fmla="*/ 5 w 806"/>
                <a:gd name="T27" fmla="*/ 1 h 177"/>
                <a:gd name="T28" fmla="*/ 5 w 806"/>
                <a:gd name="T29" fmla="*/ 1 h 177"/>
                <a:gd name="T30" fmla="*/ 6 w 806"/>
                <a:gd name="T31" fmla="*/ 1 h 177"/>
                <a:gd name="T32" fmla="*/ 6 w 806"/>
                <a:gd name="T33" fmla="*/ 1 h 177"/>
                <a:gd name="T34" fmla="*/ 6 w 806"/>
                <a:gd name="T35" fmla="*/ 1 h 177"/>
                <a:gd name="T36" fmla="*/ 6 w 806"/>
                <a:gd name="T37" fmla="*/ 1 h 177"/>
                <a:gd name="T38" fmla="*/ 6 w 806"/>
                <a:gd name="T39" fmla="*/ 1 h 177"/>
                <a:gd name="T40" fmla="*/ 6 w 806"/>
                <a:gd name="T41" fmla="*/ 0 h 177"/>
                <a:gd name="T42" fmla="*/ 5 w 806"/>
                <a:gd name="T43" fmla="*/ 0 h 177"/>
                <a:gd name="T44" fmla="*/ 5 w 806"/>
                <a:gd name="T45" fmla="*/ 0 h 177"/>
                <a:gd name="T46" fmla="*/ 5 w 806"/>
                <a:gd name="T47" fmla="*/ 0 h 177"/>
                <a:gd name="T48" fmla="*/ 4 w 806"/>
                <a:gd name="T49" fmla="*/ 0 h 177"/>
                <a:gd name="T50" fmla="*/ 4 w 806"/>
                <a:gd name="T51" fmla="*/ 0 h 177"/>
                <a:gd name="T52" fmla="*/ 3 w 806"/>
                <a:gd name="T53" fmla="*/ 0 h 177"/>
                <a:gd name="T54" fmla="*/ 3 w 806"/>
                <a:gd name="T55" fmla="*/ 0 h 177"/>
                <a:gd name="T56" fmla="*/ 3 w 806"/>
                <a:gd name="T57" fmla="*/ 0 h 177"/>
                <a:gd name="T58" fmla="*/ 2 w 806"/>
                <a:gd name="T59" fmla="*/ 0 h 177"/>
                <a:gd name="T60" fmla="*/ 2 w 806"/>
                <a:gd name="T61" fmla="*/ 0 h 177"/>
                <a:gd name="T62" fmla="*/ 1 w 806"/>
                <a:gd name="T63" fmla="*/ 0 h 177"/>
                <a:gd name="T64" fmla="*/ 1 w 806"/>
                <a:gd name="T65" fmla="*/ 0 h 177"/>
                <a:gd name="T66" fmla="*/ 1 w 806"/>
                <a:gd name="T67" fmla="*/ 1 h 177"/>
                <a:gd name="T68" fmla="*/ 0 w 806"/>
                <a:gd name="T69" fmla="*/ 1 h 177"/>
                <a:gd name="T70" fmla="*/ 0 w 806"/>
                <a:gd name="T71" fmla="*/ 1 h 177"/>
                <a:gd name="T72" fmla="*/ 0 w 806"/>
                <a:gd name="T73" fmla="*/ 1 h 177"/>
                <a:gd name="T74" fmla="*/ 0 w 806"/>
                <a:gd name="T75" fmla="*/ 1 h 177"/>
                <a:gd name="T76" fmla="*/ 0 w 806"/>
                <a:gd name="T77" fmla="*/ 1 h 177"/>
                <a:gd name="T78" fmla="*/ 0 w 806"/>
                <a:gd name="T79" fmla="*/ 1 h 177"/>
                <a:gd name="T80" fmla="*/ 0 w 806"/>
                <a:gd name="T81" fmla="*/ 1 h 177"/>
                <a:gd name="T82" fmla="*/ 0 w 806"/>
                <a:gd name="T83" fmla="*/ 1 h 177"/>
                <a:gd name="T84" fmla="*/ 0 w 806"/>
                <a:gd name="T85" fmla="*/ 1 h 177"/>
                <a:gd name="T86" fmla="*/ 0 w 806"/>
                <a:gd name="T87" fmla="*/ 1 h 177"/>
                <a:gd name="T88" fmla="*/ 1 w 806"/>
                <a:gd name="T89" fmla="*/ 1 h 177"/>
                <a:gd name="T90" fmla="*/ 1 w 806"/>
                <a:gd name="T91" fmla="*/ 1 h 17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806"/>
                <a:gd name="T139" fmla="*/ 0 h 177"/>
                <a:gd name="T140" fmla="*/ 806 w 806"/>
                <a:gd name="T141" fmla="*/ 177 h 17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806" h="177">
                  <a:moveTo>
                    <a:pt x="67" y="171"/>
                  </a:moveTo>
                  <a:lnTo>
                    <a:pt x="68" y="171"/>
                  </a:lnTo>
                  <a:lnTo>
                    <a:pt x="109" y="151"/>
                  </a:lnTo>
                  <a:lnTo>
                    <a:pt x="151" y="135"/>
                  </a:lnTo>
                  <a:lnTo>
                    <a:pt x="196" y="122"/>
                  </a:lnTo>
                  <a:lnTo>
                    <a:pt x="242" y="110"/>
                  </a:lnTo>
                  <a:lnTo>
                    <a:pt x="287" y="102"/>
                  </a:lnTo>
                  <a:lnTo>
                    <a:pt x="335" y="97"/>
                  </a:lnTo>
                  <a:lnTo>
                    <a:pt x="382" y="95"/>
                  </a:lnTo>
                  <a:lnTo>
                    <a:pt x="430" y="94"/>
                  </a:lnTo>
                  <a:lnTo>
                    <a:pt x="477" y="97"/>
                  </a:lnTo>
                  <a:lnTo>
                    <a:pt x="524" y="102"/>
                  </a:lnTo>
                  <a:lnTo>
                    <a:pt x="568" y="108"/>
                  </a:lnTo>
                  <a:lnTo>
                    <a:pt x="612" y="117"/>
                  </a:lnTo>
                  <a:lnTo>
                    <a:pt x="654" y="128"/>
                  </a:lnTo>
                  <a:lnTo>
                    <a:pt x="693" y="141"/>
                  </a:lnTo>
                  <a:lnTo>
                    <a:pt x="730" y="155"/>
                  </a:lnTo>
                  <a:lnTo>
                    <a:pt x="764" y="171"/>
                  </a:lnTo>
                  <a:lnTo>
                    <a:pt x="806" y="89"/>
                  </a:lnTo>
                  <a:lnTo>
                    <a:pt x="768" y="70"/>
                  </a:lnTo>
                  <a:lnTo>
                    <a:pt x="725" y="54"/>
                  </a:lnTo>
                  <a:lnTo>
                    <a:pt x="680" y="39"/>
                  </a:lnTo>
                  <a:lnTo>
                    <a:pt x="633" y="26"/>
                  </a:lnTo>
                  <a:lnTo>
                    <a:pt x="585" y="16"/>
                  </a:lnTo>
                  <a:lnTo>
                    <a:pt x="536" y="8"/>
                  </a:lnTo>
                  <a:lnTo>
                    <a:pt x="484" y="3"/>
                  </a:lnTo>
                  <a:lnTo>
                    <a:pt x="433" y="0"/>
                  </a:lnTo>
                  <a:lnTo>
                    <a:pt x="380" y="1"/>
                  </a:lnTo>
                  <a:lnTo>
                    <a:pt x="328" y="3"/>
                  </a:lnTo>
                  <a:lnTo>
                    <a:pt x="276" y="10"/>
                  </a:lnTo>
                  <a:lnTo>
                    <a:pt x="223" y="19"/>
                  </a:lnTo>
                  <a:lnTo>
                    <a:pt x="172" y="30"/>
                  </a:lnTo>
                  <a:lnTo>
                    <a:pt x="121" y="46"/>
                  </a:lnTo>
                  <a:lnTo>
                    <a:pt x="72" y="67"/>
                  </a:lnTo>
                  <a:lnTo>
                    <a:pt x="24" y="89"/>
                  </a:lnTo>
                  <a:lnTo>
                    <a:pt x="25" y="89"/>
                  </a:lnTo>
                  <a:lnTo>
                    <a:pt x="24" y="89"/>
                  </a:lnTo>
                  <a:lnTo>
                    <a:pt x="8" y="102"/>
                  </a:lnTo>
                  <a:lnTo>
                    <a:pt x="0" y="118"/>
                  </a:lnTo>
                  <a:lnTo>
                    <a:pt x="0" y="136"/>
                  </a:lnTo>
                  <a:lnTo>
                    <a:pt x="6" y="152"/>
                  </a:lnTo>
                  <a:lnTo>
                    <a:pt x="17" y="165"/>
                  </a:lnTo>
                  <a:lnTo>
                    <a:pt x="31" y="175"/>
                  </a:lnTo>
                  <a:lnTo>
                    <a:pt x="48" y="177"/>
                  </a:lnTo>
                  <a:lnTo>
                    <a:pt x="68" y="171"/>
                  </a:lnTo>
                  <a:lnTo>
                    <a:pt x="67" y="1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1227" name="Freeform 50"/>
            <p:cNvSpPr>
              <a:spLocks/>
            </p:cNvSpPr>
            <p:nvPr/>
          </p:nvSpPr>
          <p:spPr bwMode="auto">
            <a:xfrm>
              <a:off x="931" y="1456"/>
              <a:ext cx="280" cy="158"/>
            </a:xfrm>
            <a:custGeom>
              <a:avLst/>
              <a:gdLst>
                <a:gd name="T0" fmla="*/ 1 w 1402"/>
                <a:gd name="T1" fmla="*/ 6 h 787"/>
                <a:gd name="T2" fmla="*/ 1 w 1402"/>
                <a:gd name="T3" fmla="*/ 6 h 787"/>
                <a:gd name="T4" fmla="*/ 11 w 1402"/>
                <a:gd name="T5" fmla="*/ 1 h 787"/>
                <a:gd name="T6" fmla="*/ 11 w 1402"/>
                <a:gd name="T7" fmla="*/ 0 h 787"/>
                <a:gd name="T8" fmla="*/ 0 w 1402"/>
                <a:gd name="T9" fmla="*/ 6 h 787"/>
                <a:gd name="T10" fmla="*/ 0 w 1402"/>
                <a:gd name="T11" fmla="*/ 6 h 787"/>
                <a:gd name="T12" fmla="*/ 0 w 1402"/>
                <a:gd name="T13" fmla="*/ 6 h 787"/>
                <a:gd name="T14" fmla="*/ 0 w 1402"/>
                <a:gd name="T15" fmla="*/ 6 h 787"/>
                <a:gd name="T16" fmla="*/ 0 w 1402"/>
                <a:gd name="T17" fmla="*/ 6 h 787"/>
                <a:gd name="T18" fmla="*/ 0 w 1402"/>
                <a:gd name="T19" fmla="*/ 6 h 787"/>
                <a:gd name="T20" fmla="*/ 0 w 1402"/>
                <a:gd name="T21" fmla="*/ 6 h 787"/>
                <a:gd name="T22" fmla="*/ 0 w 1402"/>
                <a:gd name="T23" fmla="*/ 6 h 787"/>
                <a:gd name="T24" fmla="*/ 0 w 1402"/>
                <a:gd name="T25" fmla="*/ 6 h 787"/>
                <a:gd name="T26" fmla="*/ 0 w 1402"/>
                <a:gd name="T27" fmla="*/ 6 h 787"/>
                <a:gd name="T28" fmla="*/ 1 w 1402"/>
                <a:gd name="T29" fmla="*/ 6 h 787"/>
                <a:gd name="T30" fmla="*/ 1 w 1402"/>
                <a:gd name="T31" fmla="*/ 6 h 78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02"/>
                <a:gd name="T49" fmla="*/ 0 h 787"/>
                <a:gd name="T50" fmla="*/ 1402 w 1402"/>
                <a:gd name="T51" fmla="*/ 787 h 78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02" h="787">
                  <a:moveTo>
                    <a:pt x="69" y="781"/>
                  </a:moveTo>
                  <a:lnTo>
                    <a:pt x="66" y="781"/>
                  </a:lnTo>
                  <a:lnTo>
                    <a:pt x="1402" y="82"/>
                  </a:lnTo>
                  <a:lnTo>
                    <a:pt x="1360" y="0"/>
                  </a:lnTo>
                  <a:lnTo>
                    <a:pt x="24" y="699"/>
                  </a:lnTo>
                  <a:lnTo>
                    <a:pt x="22" y="699"/>
                  </a:lnTo>
                  <a:lnTo>
                    <a:pt x="24" y="699"/>
                  </a:lnTo>
                  <a:lnTo>
                    <a:pt x="8" y="712"/>
                  </a:lnTo>
                  <a:lnTo>
                    <a:pt x="1" y="727"/>
                  </a:lnTo>
                  <a:lnTo>
                    <a:pt x="0" y="744"/>
                  </a:lnTo>
                  <a:lnTo>
                    <a:pt x="5" y="761"/>
                  </a:lnTo>
                  <a:lnTo>
                    <a:pt x="15" y="775"/>
                  </a:lnTo>
                  <a:lnTo>
                    <a:pt x="30" y="784"/>
                  </a:lnTo>
                  <a:lnTo>
                    <a:pt x="46" y="787"/>
                  </a:lnTo>
                  <a:lnTo>
                    <a:pt x="66" y="781"/>
                  </a:lnTo>
                  <a:lnTo>
                    <a:pt x="69" y="7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1228" name="Freeform 51"/>
            <p:cNvSpPr>
              <a:spLocks/>
            </p:cNvSpPr>
            <p:nvPr/>
          </p:nvSpPr>
          <p:spPr bwMode="auto">
            <a:xfrm>
              <a:off x="868" y="1596"/>
              <a:ext cx="77" cy="126"/>
            </a:xfrm>
            <a:custGeom>
              <a:avLst/>
              <a:gdLst>
                <a:gd name="T0" fmla="*/ 1 w 382"/>
                <a:gd name="T1" fmla="*/ 5 h 628"/>
                <a:gd name="T2" fmla="*/ 1 w 382"/>
                <a:gd name="T3" fmla="*/ 5 h 628"/>
                <a:gd name="T4" fmla="*/ 1 w 382"/>
                <a:gd name="T5" fmla="*/ 4 h 628"/>
                <a:gd name="T6" fmla="*/ 1 w 382"/>
                <a:gd name="T7" fmla="*/ 4 h 628"/>
                <a:gd name="T8" fmla="*/ 1 w 382"/>
                <a:gd name="T9" fmla="*/ 4 h 628"/>
                <a:gd name="T10" fmla="*/ 1 w 382"/>
                <a:gd name="T11" fmla="*/ 3 h 628"/>
                <a:gd name="T12" fmla="*/ 1 w 382"/>
                <a:gd name="T13" fmla="*/ 3 h 628"/>
                <a:gd name="T14" fmla="*/ 1 w 382"/>
                <a:gd name="T15" fmla="*/ 3 h 628"/>
                <a:gd name="T16" fmla="*/ 1 w 382"/>
                <a:gd name="T17" fmla="*/ 3 h 628"/>
                <a:gd name="T18" fmla="*/ 1 w 382"/>
                <a:gd name="T19" fmla="*/ 2 h 628"/>
                <a:gd name="T20" fmla="*/ 2 w 382"/>
                <a:gd name="T21" fmla="*/ 2 h 628"/>
                <a:gd name="T22" fmla="*/ 2 w 382"/>
                <a:gd name="T23" fmla="*/ 2 h 628"/>
                <a:gd name="T24" fmla="*/ 2 w 382"/>
                <a:gd name="T25" fmla="*/ 2 h 628"/>
                <a:gd name="T26" fmla="*/ 2 w 382"/>
                <a:gd name="T27" fmla="*/ 1 h 628"/>
                <a:gd name="T28" fmla="*/ 2 w 382"/>
                <a:gd name="T29" fmla="*/ 1 h 628"/>
                <a:gd name="T30" fmla="*/ 3 w 382"/>
                <a:gd name="T31" fmla="*/ 1 h 628"/>
                <a:gd name="T32" fmla="*/ 3 w 382"/>
                <a:gd name="T33" fmla="*/ 1 h 628"/>
                <a:gd name="T34" fmla="*/ 3 w 382"/>
                <a:gd name="T35" fmla="*/ 1 h 628"/>
                <a:gd name="T36" fmla="*/ 3 w 382"/>
                <a:gd name="T37" fmla="*/ 0 h 628"/>
                <a:gd name="T38" fmla="*/ 2 w 382"/>
                <a:gd name="T39" fmla="*/ 0 h 628"/>
                <a:gd name="T40" fmla="*/ 2 w 382"/>
                <a:gd name="T41" fmla="*/ 0 h 628"/>
                <a:gd name="T42" fmla="*/ 2 w 382"/>
                <a:gd name="T43" fmla="*/ 1 h 628"/>
                <a:gd name="T44" fmla="*/ 2 w 382"/>
                <a:gd name="T45" fmla="*/ 1 h 628"/>
                <a:gd name="T46" fmla="*/ 1 w 382"/>
                <a:gd name="T47" fmla="*/ 1 h 628"/>
                <a:gd name="T48" fmla="*/ 1 w 382"/>
                <a:gd name="T49" fmla="*/ 1 h 628"/>
                <a:gd name="T50" fmla="*/ 1 w 382"/>
                <a:gd name="T51" fmla="*/ 2 h 628"/>
                <a:gd name="T52" fmla="*/ 1 w 382"/>
                <a:gd name="T53" fmla="*/ 2 h 628"/>
                <a:gd name="T54" fmla="*/ 1 w 382"/>
                <a:gd name="T55" fmla="*/ 2 h 628"/>
                <a:gd name="T56" fmla="*/ 0 w 382"/>
                <a:gd name="T57" fmla="*/ 3 h 628"/>
                <a:gd name="T58" fmla="*/ 0 w 382"/>
                <a:gd name="T59" fmla="*/ 3 h 628"/>
                <a:gd name="T60" fmla="*/ 0 w 382"/>
                <a:gd name="T61" fmla="*/ 3 h 628"/>
                <a:gd name="T62" fmla="*/ 0 w 382"/>
                <a:gd name="T63" fmla="*/ 4 h 628"/>
                <a:gd name="T64" fmla="*/ 0 w 382"/>
                <a:gd name="T65" fmla="*/ 4 h 628"/>
                <a:gd name="T66" fmla="*/ 0 w 382"/>
                <a:gd name="T67" fmla="*/ 4 h 628"/>
                <a:gd name="T68" fmla="*/ 0 w 382"/>
                <a:gd name="T69" fmla="*/ 5 h 628"/>
                <a:gd name="T70" fmla="*/ 0 w 382"/>
                <a:gd name="T71" fmla="*/ 5 h 628"/>
                <a:gd name="T72" fmla="*/ 0 w 382"/>
                <a:gd name="T73" fmla="*/ 5 h 628"/>
                <a:gd name="T74" fmla="*/ 0 w 382"/>
                <a:gd name="T75" fmla="*/ 5 h 628"/>
                <a:gd name="T76" fmla="*/ 0 w 382"/>
                <a:gd name="T77" fmla="*/ 5 h 628"/>
                <a:gd name="T78" fmla="*/ 0 w 382"/>
                <a:gd name="T79" fmla="*/ 5 h 628"/>
                <a:gd name="T80" fmla="*/ 0 w 382"/>
                <a:gd name="T81" fmla="*/ 5 h 628"/>
                <a:gd name="T82" fmla="*/ 1 w 382"/>
                <a:gd name="T83" fmla="*/ 5 h 628"/>
                <a:gd name="T84" fmla="*/ 1 w 382"/>
                <a:gd name="T85" fmla="*/ 5 h 628"/>
                <a:gd name="T86" fmla="*/ 1 w 382"/>
                <a:gd name="T87" fmla="*/ 5 h 628"/>
                <a:gd name="T88" fmla="*/ 1 w 382"/>
                <a:gd name="T89" fmla="*/ 5 h 628"/>
                <a:gd name="T90" fmla="*/ 1 w 382"/>
                <a:gd name="T91" fmla="*/ 5 h 628"/>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382"/>
                <a:gd name="T139" fmla="*/ 0 h 628"/>
                <a:gd name="T140" fmla="*/ 382 w 382"/>
                <a:gd name="T141" fmla="*/ 628 h 628"/>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382" h="628">
                  <a:moveTo>
                    <a:pt x="94" y="581"/>
                  </a:moveTo>
                  <a:lnTo>
                    <a:pt x="94" y="582"/>
                  </a:lnTo>
                  <a:lnTo>
                    <a:pt x="96" y="541"/>
                  </a:lnTo>
                  <a:lnTo>
                    <a:pt x="99" y="500"/>
                  </a:lnTo>
                  <a:lnTo>
                    <a:pt x="106" y="463"/>
                  </a:lnTo>
                  <a:lnTo>
                    <a:pt x="115" y="424"/>
                  </a:lnTo>
                  <a:lnTo>
                    <a:pt x="127" y="389"/>
                  </a:lnTo>
                  <a:lnTo>
                    <a:pt x="140" y="353"/>
                  </a:lnTo>
                  <a:lnTo>
                    <a:pt x="156" y="320"/>
                  </a:lnTo>
                  <a:lnTo>
                    <a:pt x="173" y="287"/>
                  </a:lnTo>
                  <a:lnTo>
                    <a:pt x="193" y="255"/>
                  </a:lnTo>
                  <a:lnTo>
                    <a:pt x="214" y="226"/>
                  </a:lnTo>
                  <a:lnTo>
                    <a:pt x="238" y="198"/>
                  </a:lnTo>
                  <a:lnTo>
                    <a:pt x="263" y="172"/>
                  </a:lnTo>
                  <a:lnTo>
                    <a:pt x="290" y="146"/>
                  </a:lnTo>
                  <a:lnTo>
                    <a:pt x="318" y="122"/>
                  </a:lnTo>
                  <a:lnTo>
                    <a:pt x="349" y="101"/>
                  </a:lnTo>
                  <a:lnTo>
                    <a:pt x="382" y="82"/>
                  </a:lnTo>
                  <a:lnTo>
                    <a:pt x="335" y="0"/>
                  </a:lnTo>
                  <a:lnTo>
                    <a:pt x="297" y="23"/>
                  </a:lnTo>
                  <a:lnTo>
                    <a:pt x="262" y="49"/>
                  </a:lnTo>
                  <a:lnTo>
                    <a:pt x="229" y="76"/>
                  </a:lnTo>
                  <a:lnTo>
                    <a:pt x="198" y="104"/>
                  </a:lnTo>
                  <a:lnTo>
                    <a:pt x="167" y="137"/>
                  </a:lnTo>
                  <a:lnTo>
                    <a:pt x="142" y="170"/>
                  </a:lnTo>
                  <a:lnTo>
                    <a:pt x="116" y="204"/>
                  </a:lnTo>
                  <a:lnTo>
                    <a:pt x="94" y="240"/>
                  </a:lnTo>
                  <a:lnTo>
                    <a:pt x="74" y="278"/>
                  </a:lnTo>
                  <a:lnTo>
                    <a:pt x="54" y="317"/>
                  </a:lnTo>
                  <a:lnTo>
                    <a:pt x="38" y="359"/>
                  </a:lnTo>
                  <a:lnTo>
                    <a:pt x="26" y="401"/>
                  </a:lnTo>
                  <a:lnTo>
                    <a:pt x="15" y="444"/>
                  </a:lnTo>
                  <a:lnTo>
                    <a:pt x="8" y="489"/>
                  </a:lnTo>
                  <a:lnTo>
                    <a:pt x="2" y="534"/>
                  </a:lnTo>
                  <a:lnTo>
                    <a:pt x="0" y="580"/>
                  </a:lnTo>
                  <a:lnTo>
                    <a:pt x="0" y="581"/>
                  </a:lnTo>
                  <a:lnTo>
                    <a:pt x="0" y="580"/>
                  </a:lnTo>
                  <a:lnTo>
                    <a:pt x="3" y="600"/>
                  </a:lnTo>
                  <a:lnTo>
                    <a:pt x="14" y="615"/>
                  </a:lnTo>
                  <a:lnTo>
                    <a:pt x="29" y="625"/>
                  </a:lnTo>
                  <a:lnTo>
                    <a:pt x="45" y="628"/>
                  </a:lnTo>
                  <a:lnTo>
                    <a:pt x="63" y="626"/>
                  </a:lnTo>
                  <a:lnTo>
                    <a:pt x="78" y="616"/>
                  </a:lnTo>
                  <a:lnTo>
                    <a:pt x="89" y="602"/>
                  </a:lnTo>
                  <a:lnTo>
                    <a:pt x="94" y="582"/>
                  </a:lnTo>
                  <a:lnTo>
                    <a:pt x="94" y="5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1229" name="Freeform 52"/>
            <p:cNvSpPr>
              <a:spLocks/>
            </p:cNvSpPr>
            <p:nvPr/>
          </p:nvSpPr>
          <p:spPr bwMode="auto">
            <a:xfrm>
              <a:off x="868" y="1712"/>
              <a:ext cx="19" cy="364"/>
            </a:xfrm>
            <a:custGeom>
              <a:avLst/>
              <a:gdLst>
                <a:gd name="T0" fmla="*/ 1 w 94"/>
                <a:gd name="T1" fmla="*/ 14 h 1818"/>
                <a:gd name="T2" fmla="*/ 1 w 94"/>
                <a:gd name="T3" fmla="*/ 14 h 1818"/>
                <a:gd name="T4" fmla="*/ 1 w 94"/>
                <a:gd name="T5" fmla="*/ 0 h 1818"/>
                <a:gd name="T6" fmla="*/ 0 w 94"/>
                <a:gd name="T7" fmla="*/ 0 h 1818"/>
                <a:gd name="T8" fmla="*/ 0 w 94"/>
                <a:gd name="T9" fmla="*/ 14 h 1818"/>
                <a:gd name="T10" fmla="*/ 0 w 94"/>
                <a:gd name="T11" fmla="*/ 14 h 1818"/>
                <a:gd name="T12" fmla="*/ 0 w 94"/>
                <a:gd name="T13" fmla="*/ 14 h 1818"/>
                <a:gd name="T14" fmla="*/ 0 w 94"/>
                <a:gd name="T15" fmla="*/ 14 h 1818"/>
                <a:gd name="T16" fmla="*/ 0 w 94"/>
                <a:gd name="T17" fmla="*/ 14 h 1818"/>
                <a:gd name="T18" fmla="*/ 0 w 94"/>
                <a:gd name="T19" fmla="*/ 15 h 1818"/>
                <a:gd name="T20" fmla="*/ 0 w 94"/>
                <a:gd name="T21" fmla="*/ 15 h 1818"/>
                <a:gd name="T22" fmla="*/ 1 w 94"/>
                <a:gd name="T23" fmla="*/ 15 h 1818"/>
                <a:gd name="T24" fmla="*/ 1 w 94"/>
                <a:gd name="T25" fmla="*/ 14 h 1818"/>
                <a:gd name="T26" fmla="*/ 1 w 94"/>
                <a:gd name="T27" fmla="*/ 14 h 1818"/>
                <a:gd name="T28" fmla="*/ 1 w 94"/>
                <a:gd name="T29" fmla="*/ 14 h 1818"/>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94"/>
                <a:gd name="T46" fmla="*/ 0 h 1818"/>
                <a:gd name="T47" fmla="*/ 94 w 94"/>
                <a:gd name="T48" fmla="*/ 1818 h 1818"/>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94" h="1818">
                  <a:moveTo>
                    <a:pt x="94" y="1771"/>
                  </a:moveTo>
                  <a:lnTo>
                    <a:pt x="94" y="1771"/>
                  </a:lnTo>
                  <a:lnTo>
                    <a:pt x="94" y="0"/>
                  </a:lnTo>
                  <a:lnTo>
                    <a:pt x="0" y="0"/>
                  </a:lnTo>
                  <a:lnTo>
                    <a:pt x="0" y="1771"/>
                  </a:lnTo>
                  <a:lnTo>
                    <a:pt x="3" y="1791"/>
                  </a:lnTo>
                  <a:lnTo>
                    <a:pt x="15" y="1806"/>
                  </a:lnTo>
                  <a:lnTo>
                    <a:pt x="29" y="1814"/>
                  </a:lnTo>
                  <a:lnTo>
                    <a:pt x="47" y="1818"/>
                  </a:lnTo>
                  <a:lnTo>
                    <a:pt x="64" y="1814"/>
                  </a:lnTo>
                  <a:lnTo>
                    <a:pt x="79" y="1806"/>
                  </a:lnTo>
                  <a:lnTo>
                    <a:pt x="90" y="1791"/>
                  </a:lnTo>
                  <a:lnTo>
                    <a:pt x="94" y="17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1230" name="Freeform 53"/>
            <p:cNvSpPr>
              <a:spLocks/>
            </p:cNvSpPr>
            <p:nvPr/>
          </p:nvSpPr>
          <p:spPr bwMode="auto">
            <a:xfrm>
              <a:off x="868" y="2067"/>
              <a:ext cx="90" cy="160"/>
            </a:xfrm>
            <a:custGeom>
              <a:avLst/>
              <a:gdLst>
                <a:gd name="T0" fmla="*/ 3 w 449"/>
                <a:gd name="T1" fmla="*/ 6 h 803"/>
                <a:gd name="T2" fmla="*/ 3 w 449"/>
                <a:gd name="T3" fmla="*/ 6 h 803"/>
                <a:gd name="T4" fmla="*/ 3 w 449"/>
                <a:gd name="T5" fmla="*/ 5 h 803"/>
                <a:gd name="T6" fmla="*/ 3 w 449"/>
                <a:gd name="T7" fmla="*/ 5 h 803"/>
                <a:gd name="T8" fmla="*/ 3 w 449"/>
                <a:gd name="T9" fmla="*/ 5 h 803"/>
                <a:gd name="T10" fmla="*/ 2 w 449"/>
                <a:gd name="T11" fmla="*/ 5 h 803"/>
                <a:gd name="T12" fmla="*/ 2 w 449"/>
                <a:gd name="T13" fmla="*/ 4 h 803"/>
                <a:gd name="T14" fmla="*/ 2 w 449"/>
                <a:gd name="T15" fmla="*/ 4 h 803"/>
                <a:gd name="T16" fmla="*/ 2 w 449"/>
                <a:gd name="T17" fmla="*/ 4 h 803"/>
                <a:gd name="T18" fmla="*/ 2 w 449"/>
                <a:gd name="T19" fmla="*/ 3 h 803"/>
                <a:gd name="T20" fmla="*/ 1 w 449"/>
                <a:gd name="T21" fmla="*/ 3 h 803"/>
                <a:gd name="T22" fmla="*/ 1 w 449"/>
                <a:gd name="T23" fmla="*/ 2 h 803"/>
                <a:gd name="T24" fmla="*/ 1 w 449"/>
                <a:gd name="T25" fmla="*/ 2 h 803"/>
                <a:gd name="T26" fmla="*/ 1 w 449"/>
                <a:gd name="T27" fmla="*/ 2 h 803"/>
                <a:gd name="T28" fmla="*/ 1 w 449"/>
                <a:gd name="T29" fmla="*/ 1 h 803"/>
                <a:gd name="T30" fmla="*/ 1 w 449"/>
                <a:gd name="T31" fmla="*/ 1 h 803"/>
                <a:gd name="T32" fmla="*/ 1 w 449"/>
                <a:gd name="T33" fmla="*/ 0 h 803"/>
                <a:gd name="T34" fmla="*/ 1 w 449"/>
                <a:gd name="T35" fmla="*/ 0 h 803"/>
                <a:gd name="T36" fmla="*/ 0 w 449"/>
                <a:gd name="T37" fmla="*/ 0 h 803"/>
                <a:gd name="T38" fmla="*/ 0 w 449"/>
                <a:gd name="T39" fmla="*/ 0 h 803"/>
                <a:gd name="T40" fmla="*/ 0 w 449"/>
                <a:gd name="T41" fmla="*/ 1 h 803"/>
                <a:gd name="T42" fmla="*/ 0 w 449"/>
                <a:gd name="T43" fmla="*/ 1 h 803"/>
                <a:gd name="T44" fmla="*/ 0 w 449"/>
                <a:gd name="T45" fmla="*/ 2 h 803"/>
                <a:gd name="T46" fmla="*/ 0 w 449"/>
                <a:gd name="T47" fmla="*/ 2 h 803"/>
                <a:gd name="T48" fmla="*/ 0 w 449"/>
                <a:gd name="T49" fmla="*/ 3 h 803"/>
                <a:gd name="T50" fmla="*/ 1 w 449"/>
                <a:gd name="T51" fmla="*/ 3 h 803"/>
                <a:gd name="T52" fmla="*/ 1 w 449"/>
                <a:gd name="T53" fmla="*/ 4 h 803"/>
                <a:gd name="T54" fmla="*/ 1 w 449"/>
                <a:gd name="T55" fmla="*/ 4 h 803"/>
                <a:gd name="T56" fmla="*/ 1 w 449"/>
                <a:gd name="T57" fmla="*/ 4 h 803"/>
                <a:gd name="T58" fmla="*/ 2 w 449"/>
                <a:gd name="T59" fmla="*/ 5 h 803"/>
                <a:gd name="T60" fmla="*/ 2 w 449"/>
                <a:gd name="T61" fmla="*/ 5 h 803"/>
                <a:gd name="T62" fmla="*/ 2 w 449"/>
                <a:gd name="T63" fmla="*/ 5 h 803"/>
                <a:gd name="T64" fmla="*/ 2 w 449"/>
                <a:gd name="T65" fmla="*/ 6 h 803"/>
                <a:gd name="T66" fmla="*/ 3 w 449"/>
                <a:gd name="T67" fmla="*/ 6 h 803"/>
                <a:gd name="T68" fmla="*/ 3 w 449"/>
                <a:gd name="T69" fmla="*/ 6 h 803"/>
                <a:gd name="T70" fmla="*/ 3 w 449"/>
                <a:gd name="T71" fmla="*/ 6 h 803"/>
                <a:gd name="T72" fmla="*/ 3 w 449"/>
                <a:gd name="T73" fmla="*/ 6 h 803"/>
                <a:gd name="T74" fmla="*/ 3 w 449"/>
                <a:gd name="T75" fmla="*/ 6 h 803"/>
                <a:gd name="T76" fmla="*/ 3 w 449"/>
                <a:gd name="T77" fmla="*/ 6 h 803"/>
                <a:gd name="T78" fmla="*/ 3 w 449"/>
                <a:gd name="T79" fmla="*/ 6 h 803"/>
                <a:gd name="T80" fmla="*/ 4 w 449"/>
                <a:gd name="T81" fmla="*/ 6 h 803"/>
                <a:gd name="T82" fmla="*/ 4 w 449"/>
                <a:gd name="T83" fmla="*/ 6 h 803"/>
                <a:gd name="T84" fmla="*/ 4 w 449"/>
                <a:gd name="T85" fmla="*/ 6 h 803"/>
                <a:gd name="T86" fmla="*/ 4 w 449"/>
                <a:gd name="T87" fmla="*/ 6 h 803"/>
                <a:gd name="T88" fmla="*/ 3 w 449"/>
                <a:gd name="T89" fmla="*/ 6 h 803"/>
                <a:gd name="T90" fmla="*/ 3 w 449"/>
                <a:gd name="T91" fmla="*/ 6 h 80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449"/>
                <a:gd name="T139" fmla="*/ 0 h 803"/>
                <a:gd name="T140" fmla="*/ 449 w 449"/>
                <a:gd name="T141" fmla="*/ 803 h 80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449" h="803">
                  <a:moveTo>
                    <a:pt x="426" y="717"/>
                  </a:moveTo>
                  <a:lnTo>
                    <a:pt x="427" y="717"/>
                  </a:lnTo>
                  <a:lnTo>
                    <a:pt x="395" y="693"/>
                  </a:lnTo>
                  <a:lnTo>
                    <a:pt x="361" y="662"/>
                  </a:lnTo>
                  <a:lnTo>
                    <a:pt x="329" y="628"/>
                  </a:lnTo>
                  <a:lnTo>
                    <a:pt x="299" y="591"/>
                  </a:lnTo>
                  <a:lnTo>
                    <a:pt x="269" y="551"/>
                  </a:lnTo>
                  <a:lnTo>
                    <a:pt x="241" y="507"/>
                  </a:lnTo>
                  <a:lnTo>
                    <a:pt x="215" y="460"/>
                  </a:lnTo>
                  <a:lnTo>
                    <a:pt x="191" y="412"/>
                  </a:lnTo>
                  <a:lnTo>
                    <a:pt x="170" y="363"/>
                  </a:lnTo>
                  <a:lnTo>
                    <a:pt x="151" y="312"/>
                  </a:lnTo>
                  <a:lnTo>
                    <a:pt x="133" y="259"/>
                  </a:lnTo>
                  <a:lnTo>
                    <a:pt x="119" y="207"/>
                  </a:lnTo>
                  <a:lnTo>
                    <a:pt x="108" y="156"/>
                  </a:lnTo>
                  <a:lnTo>
                    <a:pt x="101" y="103"/>
                  </a:lnTo>
                  <a:lnTo>
                    <a:pt x="96" y="51"/>
                  </a:lnTo>
                  <a:lnTo>
                    <a:pt x="94" y="0"/>
                  </a:lnTo>
                  <a:lnTo>
                    <a:pt x="0" y="0"/>
                  </a:lnTo>
                  <a:lnTo>
                    <a:pt x="2" y="56"/>
                  </a:lnTo>
                  <a:lnTo>
                    <a:pt x="7" y="115"/>
                  </a:lnTo>
                  <a:lnTo>
                    <a:pt x="16" y="172"/>
                  </a:lnTo>
                  <a:lnTo>
                    <a:pt x="28" y="231"/>
                  </a:lnTo>
                  <a:lnTo>
                    <a:pt x="44" y="287"/>
                  </a:lnTo>
                  <a:lnTo>
                    <a:pt x="62" y="342"/>
                  </a:lnTo>
                  <a:lnTo>
                    <a:pt x="83" y="398"/>
                  </a:lnTo>
                  <a:lnTo>
                    <a:pt x="106" y="452"/>
                  </a:lnTo>
                  <a:lnTo>
                    <a:pt x="133" y="505"/>
                  </a:lnTo>
                  <a:lnTo>
                    <a:pt x="161" y="554"/>
                  </a:lnTo>
                  <a:lnTo>
                    <a:pt x="192" y="602"/>
                  </a:lnTo>
                  <a:lnTo>
                    <a:pt x="224" y="647"/>
                  </a:lnTo>
                  <a:lnTo>
                    <a:pt x="259" y="689"/>
                  </a:lnTo>
                  <a:lnTo>
                    <a:pt x="295" y="728"/>
                  </a:lnTo>
                  <a:lnTo>
                    <a:pt x="334" y="763"/>
                  </a:lnTo>
                  <a:lnTo>
                    <a:pt x="374" y="795"/>
                  </a:lnTo>
                  <a:lnTo>
                    <a:pt x="375" y="795"/>
                  </a:lnTo>
                  <a:lnTo>
                    <a:pt x="374" y="795"/>
                  </a:lnTo>
                  <a:lnTo>
                    <a:pt x="392" y="803"/>
                  </a:lnTo>
                  <a:lnTo>
                    <a:pt x="411" y="803"/>
                  </a:lnTo>
                  <a:lnTo>
                    <a:pt x="426" y="795"/>
                  </a:lnTo>
                  <a:lnTo>
                    <a:pt x="439" y="782"/>
                  </a:lnTo>
                  <a:lnTo>
                    <a:pt x="446" y="766"/>
                  </a:lnTo>
                  <a:lnTo>
                    <a:pt x="449" y="749"/>
                  </a:lnTo>
                  <a:lnTo>
                    <a:pt x="441" y="732"/>
                  </a:lnTo>
                  <a:lnTo>
                    <a:pt x="427" y="717"/>
                  </a:lnTo>
                  <a:lnTo>
                    <a:pt x="426" y="71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1231" name="Freeform 54"/>
            <p:cNvSpPr>
              <a:spLocks/>
            </p:cNvSpPr>
            <p:nvPr/>
          </p:nvSpPr>
          <p:spPr bwMode="auto">
            <a:xfrm>
              <a:off x="883" y="1673"/>
              <a:ext cx="379" cy="690"/>
            </a:xfrm>
            <a:custGeom>
              <a:avLst/>
              <a:gdLst>
                <a:gd name="T0" fmla="*/ 12 w 1897"/>
                <a:gd name="T1" fmla="*/ 6 h 3450"/>
                <a:gd name="T2" fmla="*/ 13 w 1897"/>
                <a:gd name="T3" fmla="*/ 7 h 3450"/>
                <a:gd name="T4" fmla="*/ 13 w 1897"/>
                <a:gd name="T5" fmla="*/ 7 h 3450"/>
                <a:gd name="T6" fmla="*/ 14 w 1897"/>
                <a:gd name="T7" fmla="*/ 8 h 3450"/>
                <a:gd name="T8" fmla="*/ 14 w 1897"/>
                <a:gd name="T9" fmla="*/ 9 h 3450"/>
                <a:gd name="T10" fmla="*/ 15 w 1897"/>
                <a:gd name="T11" fmla="*/ 10 h 3450"/>
                <a:gd name="T12" fmla="*/ 15 w 1897"/>
                <a:gd name="T13" fmla="*/ 11 h 3450"/>
                <a:gd name="T14" fmla="*/ 15 w 1897"/>
                <a:gd name="T15" fmla="*/ 11 h 3450"/>
                <a:gd name="T16" fmla="*/ 15 w 1897"/>
                <a:gd name="T17" fmla="*/ 12 h 3450"/>
                <a:gd name="T18" fmla="*/ 15 w 1897"/>
                <a:gd name="T19" fmla="*/ 26 h 3450"/>
                <a:gd name="T20" fmla="*/ 15 w 1897"/>
                <a:gd name="T21" fmla="*/ 26 h 3450"/>
                <a:gd name="T22" fmla="*/ 15 w 1897"/>
                <a:gd name="T23" fmla="*/ 27 h 3450"/>
                <a:gd name="T24" fmla="*/ 15 w 1897"/>
                <a:gd name="T25" fmla="*/ 27 h 3450"/>
                <a:gd name="T26" fmla="*/ 14 w 1897"/>
                <a:gd name="T27" fmla="*/ 27 h 3450"/>
                <a:gd name="T28" fmla="*/ 14 w 1897"/>
                <a:gd name="T29" fmla="*/ 28 h 3450"/>
                <a:gd name="T30" fmla="*/ 13 w 1897"/>
                <a:gd name="T31" fmla="*/ 28 h 3450"/>
                <a:gd name="T32" fmla="*/ 13 w 1897"/>
                <a:gd name="T33" fmla="*/ 27 h 3450"/>
                <a:gd name="T34" fmla="*/ 3 w 1897"/>
                <a:gd name="T35" fmla="*/ 21 h 3450"/>
                <a:gd name="T36" fmla="*/ 2 w 1897"/>
                <a:gd name="T37" fmla="*/ 21 h 3450"/>
                <a:gd name="T38" fmla="*/ 2 w 1897"/>
                <a:gd name="T39" fmla="*/ 20 h 3450"/>
                <a:gd name="T40" fmla="*/ 1 w 1897"/>
                <a:gd name="T41" fmla="*/ 19 h 3450"/>
                <a:gd name="T42" fmla="*/ 1 w 1897"/>
                <a:gd name="T43" fmla="*/ 19 h 3450"/>
                <a:gd name="T44" fmla="*/ 0 w 1897"/>
                <a:gd name="T45" fmla="*/ 18 h 3450"/>
                <a:gd name="T46" fmla="*/ 0 w 1897"/>
                <a:gd name="T47" fmla="*/ 17 h 3450"/>
                <a:gd name="T48" fmla="*/ 0 w 1897"/>
                <a:gd name="T49" fmla="*/ 16 h 3450"/>
                <a:gd name="T50" fmla="*/ 0 w 1897"/>
                <a:gd name="T51" fmla="*/ 15 h 3450"/>
                <a:gd name="T52" fmla="*/ 0 w 1897"/>
                <a:gd name="T53" fmla="*/ 2 h 3450"/>
                <a:gd name="T54" fmla="*/ 0 w 1897"/>
                <a:gd name="T55" fmla="*/ 1 h 3450"/>
                <a:gd name="T56" fmla="*/ 0 w 1897"/>
                <a:gd name="T57" fmla="*/ 1 h 3450"/>
                <a:gd name="T58" fmla="*/ 1 w 1897"/>
                <a:gd name="T59" fmla="*/ 0 h 3450"/>
                <a:gd name="T60" fmla="*/ 1 w 1897"/>
                <a:gd name="T61" fmla="*/ 0 h 3450"/>
                <a:gd name="T62" fmla="*/ 1 w 1897"/>
                <a:gd name="T63" fmla="*/ 0 h 3450"/>
                <a:gd name="T64" fmla="*/ 2 w 1897"/>
                <a:gd name="T65" fmla="*/ 0 h 3450"/>
                <a:gd name="T66" fmla="*/ 3 w 1897"/>
                <a:gd name="T67" fmla="*/ 0 h 3450"/>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897"/>
                <a:gd name="T103" fmla="*/ 0 h 3450"/>
                <a:gd name="T104" fmla="*/ 1897 w 1897"/>
                <a:gd name="T105" fmla="*/ 3450 h 3450"/>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897" h="3450">
                  <a:moveTo>
                    <a:pt x="357" y="49"/>
                  </a:moveTo>
                  <a:lnTo>
                    <a:pt x="1542" y="806"/>
                  </a:lnTo>
                  <a:lnTo>
                    <a:pt x="1579" y="832"/>
                  </a:lnTo>
                  <a:lnTo>
                    <a:pt x="1614" y="861"/>
                  </a:lnTo>
                  <a:lnTo>
                    <a:pt x="1648" y="895"/>
                  </a:lnTo>
                  <a:lnTo>
                    <a:pt x="1681" y="933"/>
                  </a:lnTo>
                  <a:lnTo>
                    <a:pt x="1711" y="973"/>
                  </a:lnTo>
                  <a:lnTo>
                    <a:pt x="1740" y="1016"/>
                  </a:lnTo>
                  <a:lnTo>
                    <a:pt x="1768" y="1062"/>
                  </a:lnTo>
                  <a:lnTo>
                    <a:pt x="1793" y="1109"/>
                  </a:lnTo>
                  <a:lnTo>
                    <a:pt x="1816" y="1158"/>
                  </a:lnTo>
                  <a:lnTo>
                    <a:pt x="1836" y="1208"/>
                  </a:lnTo>
                  <a:lnTo>
                    <a:pt x="1854" y="1260"/>
                  </a:lnTo>
                  <a:lnTo>
                    <a:pt x="1869" y="1313"/>
                  </a:lnTo>
                  <a:lnTo>
                    <a:pt x="1881" y="1364"/>
                  </a:lnTo>
                  <a:lnTo>
                    <a:pt x="1890" y="1417"/>
                  </a:lnTo>
                  <a:lnTo>
                    <a:pt x="1895" y="1469"/>
                  </a:lnTo>
                  <a:lnTo>
                    <a:pt x="1897" y="1519"/>
                  </a:lnTo>
                  <a:lnTo>
                    <a:pt x="1897" y="3142"/>
                  </a:lnTo>
                  <a:lnTo>
                    <a:pt x="1895" y="3190"/>
                  </a:lnTo>
                  <a:lnTo>
                    <a:pt x="1890" y="3235"/>
                  </a:lnTo>
                  <a:lnTo>
                    <a:pt x="1881" y="3276"/>
                  </a:lnTo>
                  <a:lnTo>
                    <a:pt x="1869" y="3313"/>
                  </a:lnTo>
                  <a:lnTo>
                    <a:pt x="1854" y="3346"/>
                  </a:lnTo>
                  <a:lnTo>
                    <a:pt x="1836" y="3375"/>
                  </a:lnTo>
                  <a:lnTo>
                    <a:pt x="1816" y="3398"/>
                  </a:lnTo>
                  <a:lnTo>
                    <a:pt x="1793" y="3418"/>
                  </a:lnTo>
                  <a:lnTo>
                    <a:pt x="1768" y="3434"/>
                  </a:lnTo>
                  <a:lnTo>
                    <a:pt x="1740" y="3444"/>
                  </a:lnTo>
                  <a:lnTo>
                    <a:pt x="1711" y="3450"/>
                  </a:lnTo>
                  <a:lnTo>
                    <a:pt x="1681" y="3450"/>
                  </a:lnTo>
                  <a:lnTo>
                    <a:pt x="1648" y="3445"/>
                  </a:lnTo>
                  <a:lnTo>
                    <a:pt x="1614" y="3436"/>
                  </a:lnTo>
                  <a:lnTo>
                    <a:pt x="1579" y="3421"/>
                  </a:lnTo>
                  <a:lnTo>
                    <a:pt x="1542" y="3400"/>
                  </a:lnTo>
                  <a:lnTo>
                    <a:pt x="357" y="2643"/>
                  </a:lnTo>
                  <a:lnTo>
                    <a:pt x="320" y="2618"/>
                  </a:lnTo>
                  <a:lnTo>
                    <a:pt x="285" y="2588"/>
                  </a:lnTo>
                  <a:lnTo>
                    <a:pt x="251" y="2554"/>
                  </a:lnTo>
                  <a:lnTo>
                    <a:pt x="218" y="2517"/>
                  </a:lnTo>
                  <a:lnTo>
                    <a:pt x="187" y="2477"/>
                  </a:lnTo>
                  <a:lnTo>
                    <a:pt x="157" y="2433"/>
                  </a:lnTo>
                  <a:lnTo>
                    <a:pt x="130" y="2388"/>
                  </a:lnTo>
                  <a:lnTo>
                    <a:pt x="105" y="2341"/>
                  </a:lnTo>
                  <a:lnTo>
                    <a:pt x="81" y="2292"/>
                  </a:lnTo>
                  <a:lnTo>
                    <a:pt x="61" y="2241"/>
                  </a:lnTo>
                  <a:lnTo>
                    <a:pt x="44" y="2190"/>
                  </a:lnTo>
                  <a:lnTo>
                    <a:pt x="29" y="2138"/>
                  </a:lnTo>
                  <a:lnTo>
                    <a:pt x="17" y="2085"/>
                  </a:lnTo>
                  <a:lnTo>
                    <a:pt x="7" y="2033"/>
                  </a:lnTo>
                  <a:lnTo>
                    <a:pt x="3" y="1981"/>
                  </a:lnTo>
                  <a:lnTo>
                    <a:pt x="0" y="1931"/>
                  </a:lnTo>
                  <a:lnTo>
                    <a:pt x="0" y="308"/>
                  </a:lnTo>
                  <a:lnTo>
                    <a:pt x="3" y="260"/>
                  </a:lnTo>
                  <a:lnTo>
                    <a:pt x="7" y="215"/>
                  </a:lnTo>
                  <a:lnTo>
                    <a:pt x="17" y="174"/>
                  </a:lnTo>
                  <a:lnTo>
                    <a:pt x="29" y="137"/>
                  </a:lnTo>
                  <a:lnTo>
                    <a:pt x="44" y="104"/>
                  </a:lnTo>
                  <a:lnTo>
                    <a:pt x="61" y="76"/>
                  </a:lnTo>
                  <a:lnTo>
                    <a:pt x="81" y="51"/>
                  </a:lnTo>
                  <a:lnTo>
                    <a:pt x="105" y="31"/>
                  </a:lnTo>
                  <a:lnTo>
                    <a:pt x="130" y="16"/>
                  </a:lnTo>
                  <a:lnTo>
                    <a:pt x="157" y="5"/>
                  </a:lnTo>
                  <a:lnTo>
                    <a:pt x="187" y="0"/>
                  </a:lnTo>
                  <a:lnTo>
                    <a:pt x="218" y="0"/>
                  </a:lnTo>
                  <a:lnTo>
                    <a:pt x="251" y="3"/>
                  </a:lnTo>
                  <a:lnTo>
                    <a:pt x="285" y="14"/>
                  </a:lnTo>
                  <a:lnTo>
                    <a:pt x="320" y="29"/>
                  </a:lnTo>
                  <a:lnTo>
                    <a:pt x="357" y="49"/>
                  </a:lnTo>
                  <a:close/>
                </a:path>
              </a:pathLst>
            </a:custGeom>
            <a:solidFill>
              <a:srgbClr val="BFBFB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1232" name="Freeform 55"/>
            <p:cNvSpPr>
              <a:spLocks/>
            </p:cNvSpPr>
            <p:nvPr/>
          </p:nvSpPr>
          <p:spPr bwMode="auto">
            <a:xfrm>
              <a:off x="1268" y="1663"/>
              <a:ext cx="393" cy="711"/>
            </a:xfrm>
            <a:custGeom>
              <a:avLst/>
              <a:gdLst>
                <a:gd name="T0" fmla="*/ 3 w 1962"/>
                <a:gd name="T1" fmla="*/ 7 h 3555"/>
                <a:gd name="T2" fmla="*/ 2 w 1962"/>
                <a:gd name="T3" fmla="*/ 7 h 3555"/>
                <a:gd name="T4" fmla="*/ 2 w 1962"/>
                <a:gd name="T5" fmla="*/ 8 h 3555"/>
                <a:gd name="T6" fmla="*/ 1 w 1962"/>
                <a:gd name="T7" fmla="*/ 8 h 3555"/>
                <a:gd name="T8" fmla="*/ 1 w 1962"/>
                <a:gd name="T9" fmla="*/ 9 h 3555"/>
                <a:gd name="T10" fmla="*/ 1 w 1962"/>
                <a:gd name="T11" fmla="*/ 10 h 3555"/>
                <a:gd name="T12" fmla="*/ 0 w 1962"/>
                <a:gd name="T13" fmla="*/ 11 h 3555"/>
                <a:gd name="T14" fmla="*/ 0 w 1962"/>
                <a:gd name="T15" fmla="*/ 12 h 3555"/>
                <a:gd name="T16" fmla="*/ 0 w 1962"/>
                <a:gd name="T17" fmla="*/ 13 h 3555"/>
                <a:gd name="T18" fmla="*/ 0 w 1962"/>
                <a:gd name="T19" fmla="*/ 26 h 3555"/>
                <a:gd name="T20" fmla="*/ 0 w 1962"/>
                <a:gd name="T21" fmla="*/ 27 h 3555"/>
                <a:gd name="T22" fmla="*/ 0 w 1962"/>
                <a:gd name="T23" fmla="*/ 28 h 3555"/>
                <a:gd name="T24" fmla="*/ 1 w 1962"/>
                <a:gd name="T25" fmla="*/ 28 h 3555"/>
                <a:gd name="T26" fmla="*/ 1 w 1962"/>
                <a:gd name="T27" fmla="*/ 28 h 3555"/>
                <a:gd name="T28" fmla="*/ 2 w 1962"/>
                <a:gd name="T29" fmla="*/ 28 h 3555"/>
                <a:gd name="T30" fmla="*/ 2 w 1962"/>
                <a:gd name="T31" fmla="*/ 28 h 3555"/>
                <a:gd name="T32" fmla="*/ 3 w 1962"/>
                <a:gd name="T33" fmla="*/ 28 h 3555"/>
                <a:gd name="T34" fmla="*/ 13 w 1962"/>
                <a:gd name="T35" fmla="*/ 22 h 3555"/>
                <a:gd name="T36" fmla="*/ 13 w 1962"/>
                <a:gd name="T37" fmla="*/ 21 h 3555"/>
                <a:gd name="T38" fmla="*/ 14 w 1962"/>
                <a:gd name="T39" fmla="*/ 21 h 3555"/>
                <a:gd name="T40" fmla="*/ 14 w 1962"/>
                <a:gd name="T41" fmla="*/ 20 h 3555"/>
                <a:gd name="T42" fmla="*/ 15 w 1962"/>
                <a:gd name="T43" fmla="*/ 19 h 3555"/>
                <a:gd name="T44" fmla="*/ 15 w 1962"/>
                <a:gd name="T45" fmla="*/ 18 h 3555"/>
                <a:gd name="T46" fmla="*/ 16 w 1962"/>
                <a:gd name="T47" fmla="*/ 18 h 3555"/>
                <a:gd name="T48" fmla="*/ 16 w 1962"/>
                <a:gd name="T49" fmla="*/ 17 h 3555"/>
                <a:gd name="T50" fmla="*/ 16 w 1962"/>
                <a:gd name="T51" fmla="*/ 16 h 3555"/>
                <a:gd name="T52" fmla="*/ 16 w 1962"/>
                <a:gd name="T53" fmla="*/ 2 h 3555"/>
                <a:gd name="T54" fmla="*/ 16 w 1962"/>
                <a:gd name="T55" fmla="*/ 1 h 3555"/>
                <a:gd name="T56" fmla="*/ 15 w 1962"/>
                <a:gd name="T57" fmla="*/ 1 h 3555"/>
                <a:gd name="T58" fmla="*/ 15 w 1962"/>
                <a:gd name="T59" fmla="*/ 0 h 3555"/>
                <a:gd name="T60" fmla="*/ 15 w 1962"/>
                <a:gd name="T61" fmla="*/ 0 h 3555"/>
                <a:gd name="T62" fmla="*/ 14 w 1962"/>
                <a:gd name="T63" fmla="*/ 0 h 3555"/>
                <a:gd name="T64" fmla="*/ 14 w 1962"/>
                <a:gd name="T65" fmla="*/ 0 h 3555"/>
                <a:gd name="T66" fmla="*/ 13 w 1962"/>
                <a:gd name="T67" fmla="*/ 0 h 3555"/>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962"/>
                <a:gd name="T103" fmla="*/ 0 h 3555"/>
                <a:gd name="T104" fmla="*/ 1962 w 1962"/>
                <a:gd name="T105" fmla="*/ 3555 h 3555"/>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962" h="3555">
                  <a:moveTo>
                    <a:pt x="1594" y="50"/>
                  </a:moveTo>
                  <a:lnTo>
                    <a:pt x="368" y="831"/>
                  </a:lnTo>
                  <a:lnTo>
                    <a:pt x="330" y="858"/>
                  </a:lnTo>
                  <a:lnTo>
                    <a:pt x="294" y="888"/>
                  </a:lnTo>
                  <a:lnTo>
                    <a:pt x="259" y="922"/>
                  </a:lnTo>
                  <a:lnTo>
                    <a:pt x="225" y="961"/>
                  </a:lnTo>
                  <a:lnTo>
                    <a:pt x="193" y="1003"/>
                  </a:lnTo>
                  <a:lnTo>
                    <a:pt x="163" y="1047"/>
                  </a:lnTo>
                  <a:lnTo>
                    <a:pt x="133" y="1094"/>
                  </a:lnTo>
                  <a:lnTo>
                    <a:pt x="108" y="1143"/>
                  </a:lnTo>
                  <a:lnTo>
                    <a:pt x="84" y="1193"/>
                  </a:lnTo>
                  <a:lnTo>
                    <a:pt x="63" y="1246"/>
                  </a:lnTo>
                  <a:lnTo>
                    <a:pt x="44" y="1299"/>
                  </a:lnTo>
                  <a:lnTo>
                    <a:pt x="29" y="1353"/>
                  </a:lnTo>
                  <a:lnTo>
                    <a:pt x="16" y="1405"/>
                  </a:lnTo>
                  <a:lnTo>
                    <a:pt x="7" y="1459"/>
                  </a:lnTo>
                  <a:lnTo>
                    <a:pt x="2" y="1512"/>
                  </a:lnTo>
                  <a:lnTo>
                    <a:pt x="0" y="1565"/>
                  </a:lnTo>
                  <a:lnTo>
                    <a:pt x="0" y="3237"/>
                  </a:lnTo>
                  <a:lnTo>
                    <a:pt x="2" y="3287"/>
                  </a:lnTo>
                  <a:lnTo>
                    <a:pt x="7" y="3333"/>
                  </a:lnTo>
                  <a:lnTo>
                    <a:pt x="16" y="3375"/>
                  </a:lnTo>
                  <a:lnTo>
                    <a:pt x="29" y="3413"/>
                  </a:lnTo>
                  <a:lnTo>
                    <a:pt x="44" y="3447"/>
                  </a:lnTo>
                  <a:lnTo>
                    <a:pt x="63" y="3477"/>
                  </a:lnTo>
                  <a:lnTo>
                    <a:pt x="84" y="3502"/>
                  </a:lnTo>
                  <a:lnTo>
                    <a:pt x="108" y="3522"/>
                  </a:lnTo>
                  <a:lnTo>
                    <a:pt x="133" y="3538"/>
                  </a:lnTo>
                  <a:lnTo>
                    <a:pt x="163" y="3549"/>
                  </a:lnTo>
                  <a:lnTo>
                    <a:pt x="193" y="3555"/>
                  </a:lnTo>
                  <a:lnTo>
                    <a:pt x="225" y="3555"/>
                  </a:lnTo>
                  <a:lnTo>
                    <a:pt x="259" y="3550"/>
                  </a:lnTo>
                  <a:lnTo>
                    <a:pt x="294" y="3541"/>
                  </a:lnTo>
                  <a:lnTo>
                    <a:pt x="330" y="3524"/>
                  </a:lnTo>
                  <a:lnTo>
                    <a:pt x="368" y="3503"/>
                  </a:lnTo>
                  <a:lnTo>
                    <a:pt x="1594" y="2722"/>
                  </a:lnTo>
                  <a:lnTo>
                    <a:pt x="1632" y="2696"/>
                  </a:lnTo>
                  <a:lnTo>
                    <a:pt x="1668" y="2665"/>
                  </a:lnTo>
                  <a:lnTo>
                    <a:pt x="1703" y="2631"/>
                  </a:lnTo>
                  <a:lnTo>
                    <a:pt x="1737" y="2592"/>
                  </a:lnTo>
                  <a:lnTo>
                    <a:pt x="1769" y="2551"/>
                  </a:lnTo>
                  <a:lnTo>
                    <a:pt x="1799" y="2506"/>
                  </a:lnTo>
                  <a:lnTo>
                    <a:pt x="1829" y="2460"/>
                  </a:lnTo>
                  <a:lnTo>
                    <a:pt x="1854" y="2411"/>
                  </a:lnTo>
                  <a:lnTo>
                    <a:pt x="1878" y="2361"/>
                  </a:lnTo>
                  <a:lnTo>
                    <a:pt x="1899" y="2308"/>
                  </a:lnTo>
                  <a:lnTo>
                    <a:pt x="1918" y="2256"/>
                  </a:lnTo>
                  <a:lnTo>
                    <a:pt x="1933" y="2202"/>
                  </a:lnTo>
                  <a:lnTo>
                    <a:pt x="1946" y="2149"/>
                  </a:lnTo>
                  <a:lnTo>
                    <a:pt x="1955" y="2095"/>
                  </a:lnTo>
                  <a:lnTo>
                    <a:pt x="1960" y="2042"/>
                  </a:lnTo>
                  <a:lnTo>
                    <a:pt x="1962" y="1989"/>
                  </a:lnTo>
                  <a:lnTo>
                    <a:pt x="1962" y="319"/>
                  </a:lnTo>
                  <a:lnTo>
                    <a:pt x="1960" y="269"/>
                  </a:lnTo>
                  <a:lnTo>
                    <a:pt x="1955" y="223"/>
                  </a:lnTo>
                  <a:lnTo>
                    <a:pt x="1946" y="180"/>
                  </a:lnTo>
                  <a:lnTo>
                    <a:pt x="1933" y="143"/>
                  </a:lnTo>
                  <a:lnTo>
                    <a:pt x="1918" y="109"/>
                  </a:lnTo>
                  <a:lnTo>
                    <a:pt x="1899" y="79"/>
                  </a:lnTo>
                  <a:lnTo>
                    <a:pt x="1878" y="54"/>
                  </a:lnTo>
                  <a:lnTo>
                    <a:pt x="1854" y="33"/>
                  </a:lnTo>
                  <a:lnTo>
                    <a:pt x="1829" y="17"/>
                  </a:lnTo>
                  <a:lnTo>
                    <a:pt x="1799" y="7"/>
                  </a:lnTo>
                  <a:lnTo>
                    <a:pt x="1769" y="0"/>
                  </a:lnTo>
                  <a:lnTo>
                    <a:pt x="1737" y="0"/>
                  </a:lnTo>
                  <a:lnTo>
                    <a:pt x="1703" y="4"/>
                  </a:lnTo>
                  <a:lnTo>
                    <a:pt x="1668" y="14"/>
                  </a:lnTo>
                  <a:lnTo>
                    <a:pt x="1632" y="29"/>
                  </a:lnTo>
                  <a:lnTo>
                    <a:pt x="1594" y="50"/>
                  </a:lnTo>
                  <a:close/>
                </a:path>
              </a:pathLst>
            </a:custGeom>
            <a:solidFill>
              <a:srgbClr val="E5E5E5"/>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1233" name="Freeform 56"/>
            <p:cNvSpPr>
              <a:spLocks noEditPoints="1"/>
            </p:cNvSpPr>
            <p:nvPr/>
          </p:nvSpPr>
          <p:spPr bwMode="auto">
            <a:xfrm>
              <a:off x="916" y="1589"/>
              <a:ext cx="697" cy="698"/>
            </a:xfrm>
            <a:custGeom>
              <a:avLst/>
              <a:gdLst>
                <a:gd name="T0" fmla="*/ 16 w 3485"/>
                <a:gd name="T1" fmla="*/ 0 h 3490"/>
                <a:gd name="T2" fmla="*/ 17 w 3485"/>
                <a:gd name="T3" fmla="*/ 2 h 3490"/>
                <a:gd name="T4" fmla="*/ 17 w 3485"/>
                <a:gd name="T5" fmla="*/ 3 h 3490"/>
                <a:gd name="T6" fmla="*/ 14 w 3485"/>
                <a:gd name="T7" fmla="*/ 4 h 3490"/>
                <a:gd name="T8" fmla="*/ 12 w 3485"/>
                <a:gd name="T9" fmla="*/ 4 h 3490"/>
                <a:gd name="T10" fmla="*/ 11 w 3485"/>
                <a:gd name="T11" fmla="*/ 2 h 3490"/>
                <a:gd name="T12" fmla="*/ 11 w 3485"/>
                <a:gd name="T13" fmla="*/ 1 h 3490"/>
                <a:gd name="T14" fmla="*/ 14 w 3485"/>
                <a:gd name="T15" fmla="*/ 0 h 3490"/>
                <a:gd name="T16" fmla="*/ 3 w 3485"/>
                <a:gd name="T17" fmla="*/ 7 h 3490"/>
                <a:gd name="T18" fmla="*/ 4 w 3485"/>
                <a:gd name="T19" fmla="*/ 9 h 3490"/>
                <a:gd name="T20" fmla="*/ 3 w 3485"/>
                <a:gd name="T21" fmla="*/ 12 h 3490"/>
                <a:gd name="T22" fmla="*/ 2 w 3485"/>
                <a:gd name="T23" fmla="*/ 13 h 3490"/>
                <a:gd name="T24" fmla="*/ 1 w 3485"/>
                <a:gd name="T25" fmla="*/ 12 h 3490"/>
                <a:gd name="T26" fmla="*/ 0 w 3485"/>
                <a:gd name="T27" fmla="*/ 10 h 3490"/>
                <a:gd name="T28" fmla="*/ 0 w 3485"/>
                <a:gd name="T29" fmla="*/ 8 h 3490"/>
                <a:gd name="T30" fmla="*/ 2 w 3485"/>
                <a:gd name="T31" fmla="*/ 6 h 3490"/>
                <a:gd name="T32" fmla="*/ 10 w 3485"/>
                <a:gd name="T33" fmla="*/ 20 h 3490"/>
                <a:gd name="T34" fmla="*/ 11 w 3485"/>
                <a:gd name="T35" fmla="*/ 22 h 3490"/>
                <a:gd name="T36" fmla="*/ 11 w 3485"/>
                <a:gd name="T37" fmla="*/ 25 h 3490"/>
                <a:gd name="T38" fmla="*/ 10 w 3485"/>
                <a:gd name="T39" fmla="*/ 27 h 3490"/>
                <a:gd name="T40" fmla="*/ 8 w 3485"/>
                <a:gd name="T41" fmla="*/ 26 h 3490"/>
                <a:gd name="T42" fmla="*/ 7 w 3485"/>
                <a:gd name="T43" fmla="*/ 24 h 3490"/>
                <a:gd name="T44" fmla="*/ 7 w 3485"/>
                <a:gd name="T45" fmla="*/ 22 h 3490"/>
                <a:gd name="T46" fmla="*/ 8 w 3485"/>
                <a:gd name="T47" fmla="*/ 20 h 3490"/>
                <a:gd name="T48" fmla="*/ 20 w 3485"/>
                <a:gd name="T49" fmla="*/ 21 h 3490"/>
                <a:gd name="T50" fmla="*/ 21 w 3485"/>
                <a:gd name="T51" fmla="*/ 23 h 3490"/>
                <a:gd name="T52" fmla="*/ 21 w 3485"/>
                <a:gd name="T53" fmla="*/ 26 h 3490"/>
                <a:gd name="T54" fmla="*/ 20 w 3485"/>
                <a:gd name="T55" fmla="*/ 28 h 3490"/>
                <a:gd name="T56" fmla="*/ 18 w 3485"/>
                <a:gd name="T57" fmla="*/ 28 h 3490"/>
                <a:gd name="T58" fmla="*/ 17 w 3485"/>
                <a:gd name="T59" fmla="*/ 26 h 3490"/>
                <a:gd name="T60" fmla="*/ 17 w 3485"/>
                <a:gd name="T61" fmla="*/ 23 h 3490"/>
                <a:gd name="T62" fmla="*/ 18 w 3485"/>
                <a:gd name="T63" fmla="*/ 21 h 3490"/>
                <a:gd name="T64" fmla="*/ 19 w 3485"/>
                <a:gd name="T65" fmla="*/ 11 h 3490"/>
                <a:gd name="T66" fmla="*/ 20 w 3485"/>
                <a:gd name="T67" fmla="*/ 13 h 3490"/>
                <a:gd name="T68" fmla="*/ 21 w 3485"/>
                <a:gd name="T69" fmla="*/ 15 h 3490"/>
                <a:gd name="T70" fmla="*/ 20 w 3485"/>
                <a:gd name="T71" fmla="*/ 17 h 3490"/>
                <a:gd name="T72" fmla="*/ 18 w 3485"/>
                <a:gd name="T73" fmla="*/ 17 h 3490"/>
                <a:gd name="T74" fmla="*/ 17 w 3485"/>
                <a:gd name="T75" fmla="*/ 16 h 3490"/>
                <a:gd name="T76" fmla="*/ 17 w 3485"/>
                <a:gd name="T77" fmla="*/ 13 h 3490"/>
                <a:gd name="T78" fmla="*/ 18 w 3485"/>
                <a:gd name="T79" fmla="*/ 11 h 3490"/>
                <a:gd name="T80" fmla="*/ 26 w 3485"/>
                <a:gd name="T81" fmla="*/ 7 h 3490"/>
                <a:gd name="T82" fmla="*/ 27 w 3485"/>
                <a:gd name="T83" fmla="*/ 8 h 3490"/>
                <a:gd name="T84" fmla="*/ 27 w 3485"/>
                <a:gd name="T85" fmla="*/ 11 h 3490"/>
                <a:gd name="T86" fmla="*/ 26 w 3485"/>
                <a:gd name="T87" fmla="*/ 13 h 3490"/>
                <a:gd name="T88" fmla="*/ 25 w 3485"/>
                <a:gd name="T89" fmla="*/ 13 h 3490"/>
                <a:gd name="T90" fmla="*/ 24 w 3485"/>
                <a:gd name="T91" fmla="*/ 12 h 3490"/>
                <a:gd name="T92" fmla="*/ 24 w 3485"/>
                <a:gd name="T93" fmla="*/ 9 h 3490"/>
                <a:gd name="T94" fmla="*/ 24 w 3485"/>
                <a:gd name="T95" fmla="*/ 7 h 3490"/>
                <a:gd name="T96" fmla="*/ 26 w 3485"/>
                <a:gd name="T97" fmla="*/ 17 h 3490"/>
                <a:gd name="T98" fmla="*/ 27 w 3485"/>
                <a:gd name="T99" fmla="*/ 18 h 3490"/>
                <a:gd name="T100" fmla="*/ 28 w 3485"/>
                <a:gd name="T101" fmla="*/ 21 h 3490"/>
                <a:gd name="T102" fmla="*/ 27 w 3485"/>
                <a:gd name="T103" fmla="*/ 23 h 3490"/>
                <a:gd name="T104" fmla="*/ 26 w 3485"/>
                <a:gd name="T105" fmla="*/ 24 h 3490"/>
                <a:gd name="T106" fmla="*/ 24 w 3485"/>
                <a:gd name="T107" fmla="*/ 23 h 3490"/>
                <a:gd name="T108" fmla="*/ 24 w 3485"/>
                <a:gd name="T109" fmla="*/ 20 h 3490"/>
                <a:gd name="T110" fmla="*/ 25 w 3485"/>
                <a:gd name="T111" fmla="*/ 18 h 3490"/>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w 3485"/>
                <a:gd name="T169" fmla="*/ 0 h 3490"/>
                <a:gd name="T170" fmla="*/ 3485 w 3485"/>
                <a:gd name="T171" fmla="*/ 3490 h 3490"/>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T168" t="T169" r="T170" b="T171"/>
              <a:pathLst>
                <a:path w="3485" h="3490">
                  <a:moveTo>
                    <a:pt x="1754" y="0"/>
                  </a:moveTo>
                  <a:lnTo>
                    <a:pt x="1797" y="2"/>
                  </a:lnTo>
                  <a:lnTo>
                    <a:pt x="1840" y="5"/>
                  </a:lnTo>
                  <a:lnTo>
                    <a:pt x="1881" y="12"/>
                  </a:lnTo>
                  <a:lnTo>
                    <a:pt x="1921" y="20"/>
                  </a:lnTo>
                  <a:lnTo>
                    <a:pt x="1959" y="31"/>
                  </a:lnTo>
                  <a:lnTo>
                    <a:pt x="1994" y="44"/>
                  </a:lnTo>
                  <a:lnTo>
                    <a:pt x="2028" y="59"/>
                  </a:lnTo>
                  <a:lnTo>
                    <a:pt x="2058" y="74"/>
                  </a:lnTo>
                  <a:lnTo>
                    <a:pt x="2086" y="93"/>
                  </a:lnTo>
                  <a:lnTo>
                    <a:pt x="2111" y="113"/>
                  </a:lnTo>
                  <a:lnTo>
                    <a:pt x="2132" y="133"/>
                  </a:lnTo>
                  <a:lnTo>
                    <a:pt x="2151" y="155"/>
                  </a:lnTo>
                  <a:lnTo>
                    <a:pt x="2165" y="179"/>
                  </a:lnTo>
                  <a:lnTo>
                    <a:pt x="2175" y="203"/>
                  </a:lnTo>
                  <a:lnTo>
                    <a:pt x="2182" y="229"/>
                  </a:lnTo>
                  <a:lnTo>
                    <a:pt x="2185" y="255"/>
                  </a:lnTo>
                  <a:lnTo>
                    <a:pt x="2182" y="281"/>
                  </a:lnTo>
                  <a:lnTo>
                    <a:pt x="2175" y="305"/>
                  </a:lnTo>
                  <a:lnTo>
                    <a:pt x="2165" y="330"/>
                  </a:lnTo>
                  <a:lnTo>
                    <a:pt x="2151" y="353"/>
                  </a:lnTo>
                  <a:lnTo>
                    <a:pt x="2132" y="376"/>
                  </a:lnTo>
                  <a:lnTo>
                    <a:pt x="2111" y="397"/>
                  </a:lnTo>
                  <a:lnTo>
                    <a:pt x="2086" y="417"/>
                  </a:lnTo>
                  <a:lnTo>
                    <a:pt x="2058" y="434"/>
                  </a:lnTo>
                  <a:lnTo>
                    <a:pt x="2028" y="451"/>
                  </a:lnTo>
                  <a:lnTo>
                    <a:pt x="1994" y="466"/>
                  </a:lnTo>
                  <a:lnTo>
                    <a:pt x="1959" y="479"/>
                  </a:lnTo>
                  <a:lnTo>
                    <a:pt x="1921" y="489"/>
                  </a:lnTo>
                  <a:lnTo>
                    <a:pt x="1881" y="498"/>
                  </a:lnTo>
                  <a:lnTo>
                    <a:pt x="1840" y="505"/>
                  </a:lnTo>
                  <a:lnTo>
                    <a:pt x="1797" y="508"/>
                  </a:lnTo>
                  <a:lnTo>
                    <a:pt x="1754" y="509"/>
                  </a:lnTo>
                  <a:lnTo>
                    <a:pt x="1710" y="508"/>
                  </a:lnTo>
                  <a:lnTo>
                    <a:pt x="1667" y="505"/>
                  </a:lnTo>
                  <a:lnTo>
                    <a:pt x="1626" y="498"/>
                  </a:lnTo>
                  <a:lnTo>
                    <a:pt x="1586" y="489"/>
                  </a:lnTo>
                  <a:lnTo>
                    <a:pt x="1548" y="479"/>
                  </a:lnTo>
                  <a:lnTo>
                    <a:pt x="1512" y="466"/>
                  </a:lnTo>
                  <a:lnTo>
                    <a:pt x="1479" y="451"/>
                  </a:lnTo>
                  <a:lnTo>
                    <a:pt x="1449" y="434"/>
                  </a:lnTo>
                  <a:lnTo>
                    <a:pt x="1421" y="417"/>
                  </a:lnTo>
                  <a:lnTo>
                    <a:pt x="1395" y="397"/>
                  </a:lnTo>
                  <a:lnTo>
                    <a:pt x="1374" y="376"/>
                  </a:lnTo>
                  <a:lnTo>
                    <a:pt x="1355" y="353"/>
                  </a:lnTo>
                  <a:lnTo>
                    <a:pt x="1341" y="330"/>
                  </a:lnTo>
                  <a:lnTo>
                    <a:pt x="1331" y="305"/>
                  </a:lnTo>
                  <a:lnTo>
                    <a:pt x="1324" y="281"/>
                  </a:lnTo>
                  <a:lnTo>
                    <a:pt x="1321" y="255"/>
                  </a:lnTo>
                  <a:lnTo>
                    <a:pt x="1324" y="229"/>
                  </a:lnTo>
                  <a:lnTo>
                    <a:pt x="1331" y="203"/>
                  </a:lnTo>
                  <a:lnTo>
                    <a:pt x="1341" y="179"/>
                  </a:lnTo>
                  <a:lnTo>
                    <a:pt x="1355" y="155"/>
                  </a:lnTo>
                  <a:lnTo>
                    <a:pt x="1374" y="133"/>
                  </a:lnTo>
                  <a:lnTo>
                    <a:pt x="1395" y="113"/>
                  </a:lnTo>
                  <a:lnTo>
                    <a:pt x="1421" y="93"/>
                  </a:lnTo>
                  <a:lnTo>
                    <a:pt x="1449" y="74"/>
                  </a:lnTo>
                  <a:lnTo>
                    <a:pt x="1479" y="59"/>
                  </a:lnTo>
                  <a:lnTo>
                    <a:pt x="1512" y="44"/>
                  </a:lnTo>
                  <a:lnTo>
                    <a:pt x="1548" y="31"/>
                  </a:lnTo>
                  <a:lnTo>
                    <a:pt x="1586" y="20"/>
                  </a:lnTo>
                  <a:lnTo>
                    <a:pt x="1626" y="12"/>
                  </a:lnTo>
                  <a:lnTo>
                    <a:pt x="1667" y="5"/>
                  </a:lnTo>
                  <a:lnTo>
                    <a:pt x="1710" y="2"/>
                  </a:lnTo>
                  <a:lnTo>
                    <a:pt x="1754" y="0"/>
                  </a:lnTo>
                  <a:close/>
                  <a:moveTo>
                    <a:pt x="239" y="786"/>
                  </a:moveTo>
                  <a:lnTo>
                    <a:pt x="263" y="788"/>
                  </a:lnTo>
                  <a:lnTo>
                    <a:pt x="287" y="794"/>
                  </a:lnTo>
                  <a:lnTo>
                    <a:pt x="309" y="805"/>
                  </a:lnTo>
                  <a:lnTo>
                    <a:pt x="331" y="819"/>
                  </a:lnTo>
                  <a:lnTo>
                    <a:pt x="352" y="836"/>
                  </a:lnTo>
                  <a:lnTo>
                    <a:pt x="372" y="857"/>
                  </a:lnTo>
                  <a:lnTo>
                    <a:pt x="390" y="882"/>
                  </a:lnTo>
                  <a:lnTo>
                    <a:pt x="407" y="909"/>
                  </a:lnTo>
                  <a:lnTo>
                    <a:pt x="423" y="940"/>
                  </a:lnTo>
                  <a:lnTo>
                    <a:pt x="437" y="971"/>
                  </a:lnTo>
                  <a:lnTo>
                    <a:pt x="448" y="1006"/>
                  </a:lnTo>
                  <a:lnTo>
                    <a:pt x="459" y="1043"/>
                  </a:lnTo>
                  <a:lnTo>
                    <a:pt x="467" y="1081"/>
                  </a:lnTo>
                  <a:lnTo>
                    <a:pt x="473" y="1121"/>
                  </a:lnTo>
                  <a:lnTo>
                    <a:pt x="476" y="1163"/>
                  </a:lnTo>
                  <a:lnTo>
                    <a:pt x="478" y="1206"/>
                  </a:lnTo>
                  <a:lnTo>
                    <a:pt x="476" y="1248"/>
                  </a:lnTo>
                  <a:lnTo>
                    <a:pt x="473" y="1290"/>
                  </a:lnTo>
                  <a:lnTo>
                    <a:pt x="467" y="1330"/>
                  </a:lnTo>
                  <a:lnTo>
                    <a:pt x="459" y="1367"/>
                  </a:lnTo>
                  <a:lnTo>
                    <a:pt x="448" y="1405"/>
                  </a:lnTo>
                  <a:lnTo>
                    <a:pt x="437" y="1439"/>
                  </a:lnTo>
                  <a:lnTo>
                    <a:pt x="423" y="1472"/>
                  </a:lnTo>
                  <a:lnTo>
                    <a:pt x="407" y="1501"/>
                  </a:lnTo>
                  <a:lnTo>
                    <a:pt x="390" y="1528"/>
                  </a:lnTo>
                  <a:lnTo>
                    <a:pt x="372" y="1553"/>
                  </a:lnTo>
                  <a:lnTo>
                    <a:pt x="352" y="1574"/>
                  </a:lnTo>
                  <a:lnTo>
                    <a:pt x="331" y="1591"/>
                  </a:lnTo>
                  <a:lnTo>
                    <a:pt x="309" y="1605"/>
                  </a:lnTo>
                  <a:lnTo>
                    <a:pt x="287" y="1616"/>
                  </a:lnTo>
                  <a:lnTo>
                    <a:pt x="263" y="1622"/>
                  </a:lnTo>
                  <a:lnTo>
                    <a:pt x="239" y="1624"/>
                  </a:lnTo>
                  <a:lnTo>
                    <a:pt x="214" y="1622"/>
                  </a:lnTo>
                  <a:lnTo>
                    <a:pt x="191" y="1616"/>
                  </a:lnTo>
                  <a:lnTo>
                    <a:pt x="168" y="1605"/>
                  </a:lnTo>
                  <a:lnTo>
                    <a:pt x="146" y="1591"/>
                  </a:lnTo>
                  <a:lnTo>
                    <a:pt x="125" y="1574"/>
                  </a:lnTo>
                  <a:lnTo>
                    <a:pt x="105" y="1553"/>
                  </a:lnTo>
                  <a:lnTo>
                    <a:pt x="87" y="1528"/>
                  </a:lnTo>
                  <a:lnTo>
                    <a:pt x="70" y="1501"/>
                  </a:lnTo>
                  <a:lnTo>
                    <a:pt x="55" y="1472"/>
                  </a:lnTo>
                  <a:lnTo>
                    <a:pt x="41" y="1439"/>
                  </a:lnTo>
                  <a:lnTo>
                    <a:pt x="29" y="1405"/>
                  </a:lnTo>
                  <a:lnTo>
                    <a:pt x="18" y="1367"/>
                  </a:lnTo>
                  <a:lnTo>
                    <a:pt x="10" y="1330"/>
                  </a:lnTo>
                  <a:lnTo>
                    <a:pt x="4" y="1290"/>
                  </a:lnTo>
                  <a:lnTo>
                    <a:pt x="1" y="1248"/>
                  </a:lnTo>
                  <a:lnTo>
                    <a:pt x="0" y="1206"/>
                  </a:lnTo>
                  <a:lnTo>
                    <a:pt x="1" y="1163"/>
                  </a:lnTo>
                  <a:lnTo>
                    <a:pt x="4" y="1121"/>
                  </a:lnTo>
                  <a:lnTo>
                    <a:pt x="10" y="1081"/>
                  </a:lnTo>
                  <a:lnTo>
                    <a:pt x="18" y="1043"/>
                  </a:lnTo>
                  <a:lnTo>
                    <a:pt x="29" y="1006"/>
                  </a:lnTo>
                  <a:lnTo>
                    <a:pt x="41" y="971"/>
                  </a:lnTo>
                  <a:lnTo>
                    <a:pt x="55" y="940"/>
                  </a:lnTo>
                  <a:lnTo>
                    <a:pt x="70" y="909"/>
                  </a:lnTo>
                  <a:lnTo>
                    <a:pt x="87" y="882"/>
                  </a:lnTo>
                  <a:lnTo>
                    <a:pt x="105" y="857"/>
                  </a:lnTo>
                  <a:lnTo>
                    <a:pt x="125" y="836"/>
                  </a:lnTo>
                  <a:lnTo>
                    <a:pt x="146" y="819"/>
                  </a:lnTo>
                  <a:lnTo>
                    <a:pt x="168" y="805"/>
                  </a:lnTo>
                  <a:lnTo>
                    <a:pt x="191" y="794"/>
                  </a:lnTo>
                  <a:lnTo>
                    <a:pt x="214" y="788"/>
                  </a:lnTo>
                  <a:lnTo>
                    <a:pt x="239" y="786"/>
                  </a:lnTo>
                  <a:close/>
                  <a:moveTo>
                    <a:pt x="1119" y="2495"/>
                  </a:moveTo>
                  <a:lnTo>
                    <a:pt x="1143" y="2498"/>
                  </a:lnTo>
                  <a:lnTo>
                    <a:pt x="1167" y="2504"/>
                  </a:lnTo>
                  <a:lnTo>
                    <a:pt x="1190" y="2514"/>
                  </a:lnTo>
                  <a:lnTo>
                    <a:pt x="1211" y="2528"/>
                  </a:lnTo>
                  <a:lnTo>
                    <a:pt x="1232" y="2546"/>
                  </a:lnTo>
                  <a:lnTo>
                    <a:pt x="1252" y="2567"/>
                  </a:lnTo>
                  <a:lnTo>
                    <a:pt x="1271" y="2592"/>
                  </a:lnTo>
                  <a:lnTo>
                    <a:pt x="1288" y="2618"/>
                  </a:lnTo>
                  <a:lnTo>
                    <a:pt x="1304" y="2648"/>
                  </a:lnTo>
                  <a:lnTo>
                    <a:pt x="1318" y="2681"/>
                  </a:lnTo>
                  <a:lnTo>
                    <a:pt x="1329" y="2715"/>
                  </a:lnTo>
                  <a:lnTo>
                    <a:pt x="1340" y="2752"/>
                  </a:lnTo>
                  <a:lnTo>
                    <a:pt x="1348" y="2790"/>
                  </a:lnTo>
                  <a:lnTo>
                    <a:pt x="1354" y="2830"/>
                  </a:lnTo>
                  <a:lnTo>
                    <a:pt x="1358" y="2872"/>
                  </a:lnTo>
                  <a:lnTo>
                    <a:pt x="1359" y="2914"/>
                  </a:lnTo>
                  <a:lnTo>
                    <a:pt x="1358" y="2956"/>
                  </a:lnTo>
                  <a:lnTo>
                    <a:pt x="1354" y="2998"/>
                  </a:lnTo>
                  <a:lnTo>
                    <a:pt x="1348" y="3038"/>
                  </a:lnTo>
                  <a:lnTo>
                    <a:pt x="1340" y="3077"/>
                  </a:lnTo>
                  <a:lnTo>
                    <a:pt x="1329" y="3113"/>
                  </a:lnTo>
                  <a:lnTo>
                    <a:pt x="1318" y="3147"/>
                  </a:lnTo>
                  <a:lnTo>
                    <a:pt x="1304" y="3180"/>
                  </a:lnTo>
                  <a:lnTo>
                    <a:pt x="1288" y="3209"/>
                  </a:lnTo>
                  <a:lnTo>
                    <a:pt x="1271" y="3238"/>
                  </a:lnTo>
                  <a:lnTo>
                    <a:pt x="1252" y="3261"/>
                  </a:lnTo>
                  <a:lnTo>
                    <a:pt x="1232" y="3282"/>
                  </a:lnTo>
                  <a:lnTo>
                    <a:pt x="1211" y="3301"/>
                  </a:lnTo>
                  <a:lnTo>
                    <a:pt x="1190" y="3315"/>
                  </a:lnTo>
                  <a:lnTo>
                    <a:pt x="1167" y="3325"/>
                  </a:lnTo>
                  <a:lnTo>
                    <a:pt x="1143" y="3331"/>
                  </a:lnTo>
                  <a:lnTo>
                    <a:pt x="1119" y="3334"/>
                  </a:lnTo>
                  <a:lnTo>
                    <a:pt x="1094" y="3331"/>
                  </a:lnTo>
                  <a:lnTo>
                    <a:pt x="1070" y="3325"/>
                  </a:lnTo>
                  <a:lnTo>
                    <a:pt x="1048" y="3315"/>
                  </a:lnTo>
                  <a:lnTo>
                    <a:pt x="1026" y="3301"/>
                  </a:lnTo>
                  <a:lnTo>
                    <a:pt x="1005" y="3282"/>
                  </a:lnTo>
                  <a:lnTo>
                    <a:pt x="985" y="3261"/>
                  </a:lnTo>
                  <a:lnTo>
                    <a:pt x="967" y="3238"/>
                  </a:lnTo>
                  <a:lnTo>
                    <a:pt x="950" y="3209"/>
                  </a:lnTo>
                  <a:lnTo>
                    <a:pt x="935" y="3180"/>
                  </a:lnTo>
                  <a:lnTo>
                    <a:pt x="921" y="3147"/>
                  </a:lnTo>
                  <a:lnTo>
                    <a:pt x="909" y="3113"/>
                  </a:lnTo>
                  <a:lnTo>
                    <a:pt x="898" y="3077"/>
                  </a:lnTo>
                  <a:lnTo>
                    <a:pt x="890" y="3038"/>
                  </a:lnTo>
                  <a:lnTo>
                    <a:pt x="884" y="2998"/>
                  </a:lnTo>
                  <a:lnTo>
                    <a:pt x="881" y="2956"/>
                  </a:lnTo>
                  <a:lnTo>
                    <a:pt x="880" y="2914"/>
                  </a:lnTo>
                  <a:lnTo>
                    <a:pt x="881" y="2872"/>
                  </a:lnTo>
                  <a:lnTo>
                    <a:pt x="884" y="2830"/>
                  </a:lnTo>
                  <a:lnTo>
                    <a:pt x="890" y="2790"/>
                  </a:lnTo>
                  <a:lnTo>
                    <a:pt x="898" y="2752"/>
                  </a:lnTo>
                  <a:lnTo>
                    <a:pt x="909" y="2715"/>
                  </a:lnTo>
                  <a:lnTo>
                    <a:pt x="921" y="2681"/>
                  </a:lnTo>
                  <a:lnTo>
                    <a:pt x="935" y="2648"/>
                  </a:lnTo>
                  <a:lnTo>
                    <a:pt x="950" y="2618"/>
                  </a:lnTo>
                  <a:lnTo>
                    <a:pt x="967" y="2592"/>
                  </a:lnTo>
                  <a:lnTo>
                    <a:pt x="985" y="2567"/>
                  </a:lnTo>
                  <a:lnTo>
                    <a:pt x="1005" y="2546"/>
                  </a:lnTo>
                  <a:lnTo>
                    <a:pt x="1026" y="2528"/>
                  </a:lnTo>
                  <a:lnTo>
                    <a:pt x="1048" y="2514"/>
                  </a:lnTo>
                  <a:lnTo>
                    <a:pt x="1070" y="2504"/>
                  </a:lnTo>
                  <a:lnTo>
                    <a:pt x="1094" y="2498"/>
                  </a:lnTo>
                  <a:lnTo>
                    <a:pt x="1119" y="2495"/>
                  </a:lnTo>
                  <a:close/>
                  <a:moveTo>
                    <a:pt x="2380" y="2651"/>
                  </a:moveTo>
                  <a:lnTo>
                    <a:pt x="2405" y="2654"/>
                  </a:lnTo>
                  <a:lnTo>
                    <a:pt x="2428" y="2660"/>
                  </a:lnTo>
                  <a:lnTo>
                    <a:pt x="2452" y="2670"/>
                  </a:lnTo>
                  <a:lnTo>
                    <a:pt x="2473" y="2684"/>
                  </a:lnTo>
                  <a:lnTo>
                    <a:pt x="2494" y="2703"/>
                  </a:lnTo>
                  <a:lnTo>
                    <a:pt x="2514" y="2724"/>
                  </a:lnTo>
                  <a:lnTo>
                    <a:pt x="2533" y="2747"/>
                  </a:lnTo>
                  <a:lnTo>
                    <a:pt x="2550" y="2774"/>
                  </a:lnTo>
                  <a:lnTo>
                    <a:pt x="2565" y="2805"/>
                  </a:lnTo>
                  <a:lnTo>
                    <a:pt x="2580" y="2838"/>
                  </a:lnTo>
                  <a:lnTo>
                    <a:pt x="2591" y="2872"/>
                  </a:lnTo>
                  <a:lnTo>
                    <a:pt x="2602" y="2908"/>
                  </a:lnTo>
                  <a:lnTo>
                    <a:pt x="2610" y="2947"/>
                  </a:lnTo>
                  <a:lnTo>
                    <a:pt x="2616" y="2987"/>
                  </a:lnTo>
                  <a:lnTo>
                    <a:pt x="2619" y="3029"/>
                  </a:lnTo>
                  <a:lnTo>
                    <a:pt x="2621" y="3071"/>
                  </a:lnTo>
                  <a:lnTo>
                    <a:pt x="2619" y="3113"/>
                  </a:lnTo>
                  <a:lnTo>
                    <a:pt x="2616" y="3155"/>
                  </a:lnTo>
                  <a:lnTo>
                    <a:pt x="2610" y="3195"/>
                  </a:lnTo>
                  <a:lnTo>
                    <a:pt x="2602" y="3233"/>
                  </a:lnTo>
                  <a:lnTo>
                    <a:pt x="2591" y="3270"/>
                  </a:lnTo>
                  <a:lnTo>
                    <a:pt x="2580" y="3304"/>
                  </a:lnTo>
                  <a:lnTo>
                    <a:pt x="2565" y="3337"/>
                  </a:lnTo>
                  <a:lnTo>
                    <a:pt x="2550" y="3367"/>
                  </a:lnTo>
                  <a:lnTo>
                    <a:pt x="2533" y="3393"/>
                  </a:lnTo>
                  <a:lnTo>
                    <a:pt x="2514" y="3418"/>
                  </a:lnTo>
                  <a:lnTo>
                    <a:pt x="2494" y="3439"/>
                  </a:lnTo>
                  <a:lnTo>
                    <a:pt x="2473" y="3457"/>
                  </a:lnTo>
                  <a:lnTo>
                    <a:pt x="2452" y="3471"/>
                  </a:lnTo>
                  <a:lnTo>
                    <a:pt x="2428" y="3481"/>
                  </a:lnTo>
                  <a:lnTo>
                    <a:pt x="2405" y="3487"/>
                  </a:lnTo>
                  <a:lnTo>
                    <a:pt x="2380" y="3490"/>
                  </a:lnTo>
                  <a:lnTo>
                    <a:pt x="2356" y="3487"/>
                  </a:lnTo>
                  <a:lnTo>
                    <a:pt x="2332" y="3481"/>
                  </a:lnTo>
                  <a:lnTo>
                    <a:pt x="2310" y="3471"/>
                  </a:lnTo>
                  <a:lnTo>
                    <a:pt x="2288" y="3457"/>
                  </a:lnTo>
                  <a:lnTo>
                    <a:pt x="2267" y="3439"/>
                  </a:lnTo>
                  <a:lnTo>
                    <a:pt x="2248" y="3418"/>
                  </a:lnTo>
                  <a:lnTo>
                    <a:pt x="2229" y="3393"/>
                  </a:lnTo>
                  <a:lnTo>
                    <a:pt x="2212" y="3367"/>
                  </a:lnTo>
                  <a:lnTo>
                    <a:pt x="2196" y="3337"/>
                  </a:lnTo>
                  <a:lnTo>
                    <a:pt x="2182" y="3304"/>
                  </a:lnTo>
                  <a:lnTo>
                    <a:pt x="2171" y="3270"/>
                  </a:lnTo>
                  <a:lnTo>
                    <a:pt x="2160" y="3233"/>
                  </a:lnTo>
                  <a:lnTo>
                    <a:pt x="2152" y="3195"/>
                  </a:lnTo>
                  <a:lnTo>
                    <a:pt x="2146" y="3155"/>
                  </a:lnTo>
                  <a:lnTo>
                    <a:pt x="2142" y="3113"/>
                  </a:lnTo>
                  <a:lnTo>
                    <a:pt x="2141" y="3071"/>
                  </a:lnTo>
                  <a:lnTo>
                    <a:pt x="2142" y="3029"/>
                  </a:lnTo>
                  <a:lnTo>
                    <a:pt x="2146" y="2987"/>
                  </a:lnTo>
                  <a:lnTo>
                    <a:pt x="2152" y="2947"/>
                  </a:lnTo>
                  <a:lnTo>
                    <a:pt x="2160" y="2908"/>
                  </a:lnTo>
                  <a:lnTo>
                    <a:pt x="2171" y="2872"/>
                  </a:lnTo>
                  <a:lnTo>
                    <a:pt x="2182" y="2838"/>
                  </a:lnTo>
                  <a:lnTo>
                    <a:pt x="2196" y="2805"/>
                  </a:lnTo>
                  <a:lnTo>
                    <a:pt x="2212" y="2774"/>
                  </a:lnTo>
                  <a:lnTo>
                    <a:pt x="2229" y="2747"/>
                  </a:lnTo>
                  <a:lnTo>
                    <a:pt x="2248" y="2724"/>
                  </a:lnTo>
                  <a:lnTo>
                    <a:pt x="2267" y="2703"/>
                  </a:lnTo>
                  <a:lnTo>
                    <a:pt x="2288" y="2684"/>
                  </a:lnTo>
                  <a:lnTo>
                    <a:pt x="2310" y="2670"/>
                  </a:lnTo>
                  <a:lnTo>
                    <a:pt x="2332" y="2660"/>
                  </a:lnTo>
                  <a:lnTo>
                    <a:pt x="2356" y="2654"/>
                  </a:lnTo>
                  <a:lnTo>
                    <a:pt x="2380" y="2651"/>
                  </a:lnTo>
                  <a:close/>
                  <a:moveTo>
                    <a:pt x="2342" y="1355"/>
                  </a:moveTo>
                  <a:lnTo>
                    <a:pt x="2366" y="1357"/>
                  </a:lnTo>
                  <a:lnTo>
                    <a:pt x="2390" y="1363"/>
                  </a:lnTo>
                  <a:lnTo>
                    <a:pt x="2412" y="1373"/>
                  </a:lnTo>
                  <a:lnTo>
                    <a:pt x="2434" y="1387"/>
                  </a:lnTo>
                  <a:lnTo>
                    <a:pt x="2455" y="1405"/>
                  </a:lnTo>
                  <a:lnTo>
                    <a:pt x="2475" y="1426"/>
                  </a:lnTo>
                  <a:lnTo>
                    <a:pt x="2493" y="1451"/>
                  </a:lnTo>
                  <a:lnTo>
                    <a:pt x="2510" y="1478"/>
                  </a:lnTo>
                  <a:lnTo>
                    <a:pt x="2526" y="1507"/>
                  </a:lnTo>
                  <a:lnTo>
                    <a:pt x="2540" y="1540"/>
                  </a:lnTo>
                  <a:lnTo>
                    <a:pt x="2551" y="1574"/>
                  </a:lnTo>
                  <a:lnTo>
                    <a:pt x="2562" y="1611"/>
                  </a:lnTo>
                  <a:lnTo>
                    <a:pt x="2570" y="1649"/>
                  </a:lnTo>
                  <a:lnTo>
                    <a:pt x="2576" y="1689"/>
                  </a:lnTo>
                  <a:lnTo>
                    <a:pt x="2580" y="1731"/>
                  </a:lnTo>
                  <a:lnTo>
                    <a:pt x="2581" y="1773"/>
                  </a:lnTo>
                  <a:lnTo>
                    <a:pt x="2580" y="1815"/>
                  </a:lnTo>
                  <a:lnTo>
                    <a:pt x="2576" y="1858"/>
                  </a:lnTo>
                  <a:lnTo>
                    <a:pt x="2570" y="1897"/>
                  </a:lnTo>
                  <a:lnTo>
                    <a:pt x="2562" y="1936"/>
                  </a:lnTo>
                  <a:lnTo>
                    <a:pt x="2551" y="1972"/>
                  </a:lnTo>
                  <a:lnTo>
                    <a:pt x="2540" y="2008"/>
                  </a:lnTo>
                  <a:lnTo>
                    <a:pt x="2526" y="2039"/>
                  </a:lnTo>
                  <a:lnTo>
                    <a:pt x="2510" y="2070"/>
                  </a:lnTo>
                  <a:lnTo>
                    <a:pt x="2493" y="2097"/>
                  </a:lnTo>
                  <a:lnTo>
                    <a:pt x="2475" y="2121"/>
                  </a:lnTo>
                  <a:lnTo>
                    <a:pt x="2455" y="2142"/>
                  </a:lnTo>
                  <a:lnTo>
                    <a:pt x="2434" y="2160"/>
                  </a:lnTo>
                  <a:lnTo>
                    <a:pt x="2412" y="2174"/>
                  </a:lnTo>
                  <a:lnTo>
                    <a:pt x="2390" y="2185"/>
                  </a:lnTo>
                  <a:lnTo>
                    <a:pt x="2366" y="2191"/>
                  </a:lnTo>
                  <a:lnTo>
                    <a:pt x="2342" y="2193"/>
                  </a:lnTo>
                  <a:lnTo>
                    <a:pt x="2317" y="2191"/>
                  </a:lnTo>
                  <a:lnTo>
                    <a:pt x="2294" y="2185"/>
                  </a:lnTo>
                  <a:lnTo>
                    <a:pt x="2270" y="2174"/>
                  </a:lnTo>
                  <a:lnTo>
                    <a:pt x="2249" y="2160"/>
                  </a:lnTo>
                  <a:lnTo>
                    <a:pt x="2228" y="2142"/>
                  </a:lnTo>
                  <a:lnTo>
                    <a:pt x="2208" y="2121"/>
                  </a:lnTo>
                  <a:lnTo>
                    <a:pt x="2189" y="2097"/>
                  </a:lnTo>
                  <a:lnTo>
                    <a:pt x="2173" y="2070"/>
                  </a:lnTo>
                  <a:lnTo>
                    <a:pt x="2157" y="2039"/>
                  </a:lnTo>
                  <a:lnTo>
                    <a:pt x="2142" y="2008"/>
                  </a:lnTo>
                  <a:lnTo>
                    <a:pt x="2131" y="1972"/>
                  </a:lnTo>
                  <a:lnTo>
                    <a:pt x="2120" y="1936"/>
                  </a:lnTo>
                  <a:lnTo>
                    <a:pt x="2112" y="1897"/>
                  </a:lnTo>
                  <a:lnTo>
                    <a:pt x="2106" y="1858"/>
                  </a:lnTo>
                  <a:lnTo>
                    <a:pt x="2103" y="1815"/>
                  </a:lnTo>
                  <a:lnTo>
                    <a:pt x="2101" y="1773"/>
                  </a:lnTo>
                  <a:lnTo>
                    <a:pt x="2103" y="1731"/>
                  </a:lnTo>
                  <a:lnTo>
                    <a:pt x="2106" y="1689"/>
                  </a:lnTo>
                  <a:lnTo>
                    <a:pt x="2112" y="1649"/>
                  </a:lnTo>
                  <a:lnTo>
                    <a:pt x="2120" y="1611"/>
                  </a:lnTo>
                  <a:lnTo>
                    <a:pt x="2131" y="1574"/>
                  </a:lnTo>
                  <a:lnTo>
                    <a:pt x="2142" y="1540"/>
                  </a:lnTo>
                  <a:lnTo>
                    <a:pt x="2157" y="1507"/>
                  </a:lnTo>
                  <a:lnTo>
                    <a:pt x="2173" y="1478"/>
                  </a:lnTo>
                  <a:lnTo>
                    <a:pt x="2189" y="1451"/>
                  </a:lnTo>
                  <a:lnTo>
                    <a:pt x="2208" y="1426"/>
                  </a:lnTo>
                  <a:lnTo>
                    <a:pt x="2228" y="1405"/>
                  </a:lnTo>
                  <a:lnTo>
                    <a:pt x="2249" y="1387"/>
                  </a:lnTo>
                  <a:lnTo>
                    <a:pt x="2270" y="1373"/>
                  </a:lnTo>
                  <a:lnTo>
                    <a:pt x="2294" y="1363"/>
                  </a:lnTo>
                  <a:lnTo>
                    <a:pt x="2317" y="1357"/>
                  </a:lnTo>
                  <a:lnTo>
                    <a:pt x="2342" y="1355"/>
                  </a:lnTo>
                  <a:close/>
                  <a:moveTo>
                    <a:pt x="3179" y="819"/>
                  </a:moveTo>
                  <a:lnTo>
                    <a:pt x="3204" y="821"/>
                  </a:lnTo>
                  <a:lnTo>
                    <a:pt x="3227" y="827"/>
                  </a:lnTo>
                  <a:lnTo>
                    <a:pt x="3250" y="838"/>
                  </a:lnTo>
                  <a:lnTo>
                    <a:pt x="3272" y="852"/>
                  </a:lnTo>
                  <a:lnTo>
                    <a:pt x="3293" y="869"/>
                  </a:lnTo>
                  <a:lnTo>
                    <a:pt x="3312" y="890"/>
                  </a:lnTo>
                  <a:lnTo>
                    <a:pt x="3331" y="915"/>
                  </a:lnTo>
                  <a:lnTo>
                    <a:pt x="3348" y="942"/>
                  </a:lnTo>
                  <a:lnTo>
                    <a:pt x="3363" y="971"/>
                  </a:lnTo>
                  <a:lnTo>
                    <a:pt x="3377" y="1004"/>
                  </a:lnTo>
                  <a:lnTo>
                    <a:pt x="3389" y="1038"/>
                  </a:lnTo>
                  <a:lnTo>
                    <a:pt x="3400" y="1076"/>
                  </a:lnTo>
                  <a:lnTo>
                    <a:pt x="3408" y="1113"/>
                  </a:lnTo>
                  <a:lnTo>
                    <a:pt x="3414" y="1153"/>
                  </a:lnTo>
                  <a:lnTo>
                    <a:pt x="3417" y="1195"/>
                  </a:lnTo>
                  <a:lnTo>
                    <a:pt x="3418" y="1237"/>
                  </a:lnTo>
                  <a:lnTo>
                    <a:pt x="3417" y="1280"/>
                  </a:lnTo>
                  <a:lnTo>
                    <a:pt x="3414" y="1322"/>
                  </a:lnTo>
                  <a:lnTo>
                    <a:pt x="3408" y="1362"/>
                  </a:lnTo>
                  <a:lnTo>
                    <a:pt x="3400" y="1399"/>
                  </a:lnTo>
                  <a:lnTo>
                    <a:pt x="3389" y="1437"/>
                  </a:lnTo>
                  <a:lnTo>
                    <a:pt x="3377" y="1471"/>
                  </a:lnTo>
                  <a:lnTo>
                    <a:pt x="3363" y="1503"/>
                  </a:lnTo>
                  <a:lnTo>
                    <a:pt x="3348" y="1533"/>
                  </a:lnTo>
                  <a:lnTo>
                    <a:pt x="3331" y="1560"/>
                  </a:lnTo>
                  <a:lnTo>
                    <a:pt x="3312" y="1584"/>
                  </a:lnTo>
                  <a:lnTo>
                    <a:pt x="3293" y="1605"/>
                  </a:lnTo>
                  <a:lnTo>
                    <a:pt x="3272" y="1623"/>
                  </a:lnTo>
                  <a:lnTo>
                    <a:pt x="3250" y="1637"/>
                  </a:lnTo>
                  <a:lnTo>
                    <a:pt x="3227" y="1648"/>
                  </a:lnTo>
                  <a:lnTo>
                    <a:pt x="3204" y="1654"/>
                  </a:lnTo>
                  <a:lnTo>
                    <a:pt x="3179" y="1656"/>
                  </a:lnTo>
                  <a:lnTo>
                    <a:pt x="3155" y="1654"/>
                  </a:lnTo>
                  <a:lnTo>
                    <a:pt x="3131" y="1648"/>
                  </a:lnTo>
                  <a:lnTo>
                    <a:pt x="3108" y="1637"/>
                  </a:lnTo>
                  <a:lnTo>
                    <a:pt x="3087" y="1623"/>
                  </a:lnTo>
                  <a:lnTo>
                    <a:pt x="3066" y="1605"/>
                  </a:lnTo>
                  <a:lnTo>
                    <a:pt x="3046" y="1584"/>
                  </a:lnTo>
                  <a:lnTo>
                    <a:pt x="3027" y="1560"/>
                  </a:lnTo>
                  <a:lnTo>
                    <a:pt x="3011" y="1533"/>
                  </a:lnTo>
                  <a:lnTo>
                    <a:pt x="2994" y="1503"/>
                  </a:lnTo>
                  <a:lnTo>
                    <a:pt x="2980" y="1471"/>
                  </a:lnTo>
                  <a:lnTo>
                    <a:pt x="2968" y="1437"/>
                  </a:lnTo>
                  <a:lnTo>
                    <a:pt x="2958" y="1399"/>
                  </a:lnTo>
                  <a:lnTo>
                    <a:pt x="2950" y="1362"/>
                  </a:lnTo>
                  <a:lnTo>
                    <a:pt x="2944" y="1322"/>
                  </a:lnTo>
                  <a:lnTo>
                    <a:pt x="2940" y="1280"/>
                  </a:lnTo>
                  <a:lnTo>
                    <a:pt x="2939" y="1237"/>
                  </a:lnTo>
                  <a:lnTo>
                    <a:pt x="2940" y="1195"/>
                  </a:lnTo>
                  <a:lnTo>
                    <a:pt x="2944" y="1153"/>
                  </a:lnTo>
                  <a:lnTo>
                    <a:pt x="2950" y="1113"/>
                  </a:lnTo>
                  <a:lnTo>
                    <a:pt x="2958" y="1076"/>
                  </a:lnTo>
                  <a:lnTo>
                    <a:pt x="2968" y="1038"/>
                  </a:lnTo>
                  <a:lnTo>
                    <a:pt x="2980" y="1004"/>
                  </a:lnTo>
                  <a:lnTo>
                    <a:pt x="2994" y="971"/>
                  </a:lnTo>
                  <a:lnTo>
                    <a:pt x="3011" y="942"/>
                  </a:lnTo>
                  <a:lnTo>
                    <a:pt x="3027" y="915"/>
                  </a:lnTo>
                  <a:lnTo>
                    <a:pt x="3046" y="890"/>
                  </a:lnTo>
                  <a:lnTo>
                    <a:pt x="3066" y="869"/>
                  </a:lnTo>
                  <a:lnTo>
                    <a:pt x="3087" y="852"/>
                  </a:lnTo>
                  <a:lnTo>
                    <a:pt x="3108" y="838"/>
                  </a:lnTo>
                  <a:lnTo>
                    <a:pt x="3131" y="827"/>
                  </a:lnTo>
                  <a:lnTo>
                    <a:pt x="3155" y="821"/>
                  </a:lnTo>
                  <a:lnTo>
                    <a:pt x="3179" y="819"/>
                  </a:lnTo>
                  <a:close/>
                  <a:moveTo>
                    <a:pt x="3246" y="2144"/>
                  </a:moveTo>
                  <a:lnTo>
                    <a:pt x="3271" y="2146"/>
                  </a:lnTo>
                  <a:lnTo>
                    <a:pt x="3294" y="2152"/>
                  </a:lnTo>
                  <a:lnTo>
                    <a:pt x="3316" y="2162"/>
                  </a:lnTo>
                  <a:lnTo>
                    <a:pt x="3339" y="2176"/>
                  </a:lnTo>
                  <a:lnTo>
                    <a:pt x="3360" y="2194"/>
                  </a:lnTo>
                  <a:lnTo>
                    <a:pt x="3380" y="2215"/>
                  </a:lnTo>
                  <a:lnTo>
                    <a:pt x="3397" y="2240"/>
                  </a:lnTo>
                  <a:lnTo>
                    <a:pt x="3415" y="2267"/>
                  </a:lnTo>
                  <a:lnTo>
                    <a:pt x="3430" y="2296"/>
                  </a:lnTo>
                  <a:lnTo>
                    <a:pt x="3444" y="2329"/>
                  </a:lnTo>
                  <a:lnTo>
                    <a:pt x="3456" y="2363"/>
                  </a:lnTo>
                  <a:lnTo>
                    <a:pt x="3466" y="2400"/>
                  </a:lnTo>
                  <a:lnTo>
                    <a:pt x="3475" y="2438"/>
                  </a:lnTo>
                  <a:lnTo>
                    <a:pt x="3480" y="2478"/>
                  </a:lnTo>
                  <a:lnTo>
                    <a:pt x="3484" y="2520"/>
                  </a:lnTo>
                  <a:lnTo>
                    <a:pt x="3485" y="2562"/>
                  </a:lnTo>
                  <a:lnTo>
                    <a:pt x="3484" y="2604"/>
                  </a:lnTo>
                  <a:lnTo>
                    <a:pt x="3480" y="2647"/>
                  </a:lnTo>
                  <a:lnTo>
                    <a:pt x="3475" y="2686"/>
                  </a:lnTo>
                  <a:lnTo>
                    <a:pt x="3466" y="2725"/>
                  </a:lnTo>
                  <a:lnTo>
                    <a:pt x="3456" y="2762"/>
                  </a:lnTo>
                  <a:lnTo>
                    <a:pt x="3444" y="2796"/>
                  </a:lnTo>
                  <a:lnTo>
                    <a:pt x="3430" y="2828"/>
                  </a:lnTo>
                  <a:lnTo>
                    <a:pt x="3415" y="2858"/>
                  </a:lnTo>
                  <a:lnTo>
                    <a:pt x="3397" y="2886"/>
                  </a:lnTo>
                  <a:lnTo>
                    <a:pt x="3380" y="2909"/>
                  </a:lnTo>
                  <a:lnTo>
                    <a:pt x="3360" y="2930"/>
                  </a:lnTo>
                  <a:lnTo>
                    <a:pt x="3339" y="2949"/>
                  </a:lnTo>
                  <a:lnTo>
                    <a:pt x="3316" y="2963"/>
                  </a:lnTo>
                  <a:lnTo>
                    <a:pt x="3294" y="2974"/>
                  </a:lnTo>
                  <a:lnTo>
                    <a:pt x="3271" y="2980"/>
                  </a:lnTo>
                  <a:lnTo>
                    <a:pt x="3246" y="2982"/>
                  </a:lnTo>
                  <a:lnTo>
                    <a:pt x="3222" y="2980"/>
                  </a:lnTo>
                  <a:lnTo>
                    <a:pt x="3198" y="2974"/>
                  </a:lnTo>
                  <a:lnTo>
                    <a:pt x="3176" y="2963"/>
                  </a:lnTo>
                  <a:lnTo>
                    <a:pt x="3154" y="2949"/>
                  </a:lnTo>
                  <a:lnTo>
                    <a:pt x="3133" y="2930"/>
                  </a:lnTo>
                  <a:lnTo>
                    <a:pt x="3113" y="2909"/>
                  </a:lnTo>
                  <a:lnTo>
                    <a:pt x="3095" y="2886"/>
                  </a:lnTo>
                  <a:lnTo>
                    <a:pt x="3077" y="2858"/>
                  </a:lnTo>
                  <a:lnTo>
                    <a:pt x="3062" y="2828"/>
                  </a:lnTo>
                  <a:lnTo>
                    <a:pt x="3048" y="2796"/>
                  </a:lnTo>
                  <a:lnTo>
                    <a:pt x="3036" y="2762"/>
                  </a:lnTo>
                  <a:lnTo>
                    <a:pt x="3026" y="2725"/>
                  </a:lnTo>
                  <a:lnTo>
                    <a:pt x="3018" y="2686"/>
                  </a:lnTo>
                  <a:lnTo>
                    <a:pt x="3012" y="2647"/>
                  </a:lnTo>
                  <a:lnTo>
                    <a:pt x="3008" y="2604"/>
                  </a:lnTo>
                  <a:lnTo>
                    <a:pt x="3007" y="2562"/>
                  </a:lnTo>
                  <a:lnTo>
                    <a:pt x="3008" y="2520"/>
                  </a:lnTo>
                  <a:lnTo>
                    <a:pt x="3012" y="2478"/>
                  </a:lnTo>
                  <a:lnTo>
                    <a:pt x="3018" y="2438"/>
                  </a:lnTo>
                  <a:lnTo>
                    <a:pt x="3026" y="2400"/>
                  </a:lnTo>
                  <a:lnTo>
                    <a:pt x="3036" y="2363"/>
                  </a:lnTo>
                  <a:lnTo>
                    <a:pt x="3048" y="2329"/>
                  </a:lnTo>
                  <a:lnTo>
                    <a:pt x="3062" y="2296"/>
                  </a:lnTo>
                  <a:lnTo>
                    <a:pt x="3077" y="2267"/>
                  </a:lnTo>
                  <a:lnTo>
                    <a:pt x="3095" y="2240"/>
                  </a:lnTo>
                  <a:lnTo>
                    <a:pt x="3113" y="2215"/>
                  </a:lnTo>
                  <a:lnTo>
                    <a:pt x="3133" y="2194"/>
                  </a:lnTo>
                  <a:lnTo>
                    <a:pt x="3154" y="2176"/>
                  </a:lnTo>
                  <a:lnTo>
                    <a:pt x="3176" y="2162"/>
                  </a:lnTo>
                  <a:lnTo>
                    <a:pt x="3198" y="2152"/>
                  </a:lnTo>
                  <a:lnTo>
                    <a:pt x="3222" y="2146"/>
                  </a:lnTo>
                  <a:lnTo>
                    <a:pt x="3246" y="214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1234" name="Freeform 57"/>
            <p:cNvSpPr>
              <a:spLocks/>
            </p:cNvSpPr>
            <p:nvPr/>
          </p:nvSpPr>
          <p:spPr bwMode="auto">
            <a:xfrm>
              <a:off x="1267" y="1588"/>
              <a:ext cx="87" cy="52"/>
            </a:xfrm>
            <a:custGeom>
              <a:avLst/>
              <a:gdLst>
                <a:gd name="T0" fmla="*/ 3 w 437"/>
                <a:gd name="T1" fmla="*/ 2 h 260"/>
                <a:gd name="T2" fmla="*/ 3 w 437"/>
                <a:gd name="T3" fmla="*/ 2 h 260"/>
                <a:gd name="T4" fmla="*/ 3 w 437"/>
                <a:gd name="T5" fmla="*/ 2 h 260"/>
                <a:gd name="T6" fmla="*/ 3 w 437"/>
                <a:gd name="T7" fmla="*/ 2 h 260"/>
                <a:gd name="T8" fmla="*/ 3 w 437"/>
                <a:gd name="T9" fmla="*/ 1 h 260"/>
                <a:gd name="T10" fmla="*/ 3 w 437"/>
                <a:gd name="T11" fmla="*/ 1 h 260"/>
                <a:gd name="T12" fmla="*/ 3 w 437"/>
                <a:gd name="T13" fmla="*/ 1 h 260"/>
                <a:gd name="T14" fmla="*/ 3 w 437"/>
                <a:gd name="T15" fmla="*/ 1 h 260"/>
                <a:gd name="T16" fmla="*/ 3 w 437"/>
                <a:gd name="T17" fmla="*/ 1 h 260"/>
                <a:gd name="T18" fmla="*/ 2 w 437"/>
                <a:gd name="T19" fmla="*/ 1 h 260"/>
                <a:gd name="T20" fmla="*/ 2 w 437"/>
                <a:gd name="T21" fmla="*/ 0 h 260"/>
                <a:gd name="T22" fmla="*/ 2 w 437"/>
                <a:gd name="T23" fmla="*/ 0 h 260"/>
                <a:gd name="T24" fmla="*/ 2 w 437"/>
                <a:gd name="T25" fmla="*/ 0 h 260"/>
                <a:gd name="T26" fmla="*/ 1 w 437"/>
                <a:gd name="T27" fmla="*/ 0 h 260"/>
                <a:gd name="T28" fmla="*/ 1 w 437"/>
                <a:gd name="T29" fmla="*/ 0 h 260"/>
                <a:gd name="T30" fmla="*/ 1 w 437"/>
                <a:gd name="T31" fmla="*/ 0 h 260"/>
                <a:gd name="T32" fmla="*/ 0 w 437"/>
                <a:gd name="T33" fmla="*/ 0 h 260"/>
                <a:gd name="T34" fmla="*/ 0 w 437"/>
                <a:gd name="T35" fmla="*/ 0 h 260"/>
                <a:gd name="T36" fmla="*/ 0 w 437"/>
                <a:gd name="T37" fmla="*/ 0 h 260"/>
                <a:gd name="T38" fmla="*/ 0 w 437"/>
                <a:gd name="T39" fmla="*/ 0 h 260"/>
                <a:gd name="T40" fmla="*/ 1 w 437"/>
                <a:gd name="T41" fmla="*/ 0 h 260"/>
                <a:gd name="T42" fmla="*/ 1 w 437"/>
                <a:gd name="T43" fmla="*/ 0 h 260"/>
                <a:gd name="T44" fmla="*/ 1 w 437"/>
                <a:gd name="T45" fmla="*/ 0 h 260"/>
                <a:gd name="T46" fmla="*/ 2 w 437"/>
                <a:gd name="T47" fmla="*/ 0 h 260"/>
                <a:gd name="T48" fmla="*/ 2 w 437"/>
                <a:gd name="T49" fmla="*/ 0 h 260"/>
                <a:gd name="T50" fmla="*/ 2 w 437"/>
                <a:gd name="T51" fmla="*/ 1 h 260"/>
                <a:gd name="T52" fmla="*/ 2 w 437"/>
                <a:gd name="T53" fmla="*/ 1 h 260"/>
                <a:gd name="T54" fmla="*/ 3 w 437"/>
                <a:gd name="T55" fmla="*/ 1 h 260"/>
                <a:gd name="T56" fmla="*/ 3 w 437"/>
                <a:gd name="T57" fmla="*/ 1 h 260"/>
                <a:gd name="T58" fmla="*/ 3 w 437"/>
                <a:gd name="T59" fmla="*/ 1 h 260"/>
                <a:gd name="T60" fmla="*/ 3 w 437"/>
                <a:gd name="T61" fmla="*/ 1 h 260"/>
                <a:gd name="T62" fmla="*/ 3 w 437"/>
                <a:gd name="T63" fmla="*/ 1 h 260"/>
                <a:gd name="T64" fmla="*/ 3 w 437"/>
                <a:gd name="T65" fmla="*/ 2 h 260"/>
                <a:gd name="T66" fmla="*/ 3 w 437"/>
                <a:gd name="T67" fmla="*/ 2 h 260"/>
                <a:gd name="T68" fmla="*/ 3 w 437"/>
                <a:gd name="T69" fmla="*/ 2 h 260"/>
                <a:gd name="T70" fmla="*/ 3 w 437"/>
                <a:gd name="T71" fmla="*/ 2 h 260"/>
                <a:gd name="T72" fmla="*/ 3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437" y="260"/>
                  </a:moveTo>
                  <a:lnTo>
                    <a:pt x="437" y="260"/>
                  </a:lnTo>
                  <a:lnTo>
                    <a:pt x="434" y="233"/>
                  </a:lnTo>
                  <a:lnTo>
                    <a:pt x="427" y="206"/>
                  </a:lnTo>
                  <a:lnTo>
                    <a:pt x="417" y="181"/>
                  </a:lnTo>
                  <a:lnTo>
                    <a:pt x="401" y="157"/>
                  </a:lnTo>
                  <a:lnTo>
                    <a:pt x="383" y="133"/>
                  </a:lnTo>
                  <a:lnTo>
                    <a:pt x="360" y="113"/>
                  </a:lnTo>
                  <a:lnTo>
                    <a:pt x="336" y="93"/>
                  </a:lnTo>
                  <a:lnTo>
                    <a:pt x="308" y="73"/>
                  </a:lnTo>
                  <a:lnTo>
                    <a:pt x="276" y="58"/>
                  </a:lnTo>
                  <a:lnTo>
                    <a:pt x="242" y="43"/>
                  </a:lnTo>
                  <a:lnTo>
                    <a:pt x="207" y="30"/>
                  </a:lnTo>
                  <a:lnTo>
                    <a:pt x="168" y="19"/>
                  </a:lnTo>
                  <a:lnTo>
                    <a:pt x="128" y="11"/>
                  </a:lnTo>
                  <a:lnTo>
                    <a:pt x="87" y="4"/>
                  </a:lnTo>
                  <a:lnTo>
                    <a:pt x="43" y="1"/>
                  </a:lnTo>
                  <a:lnTo>
                    <a:pt x="0" y="0"/>
                  </a:lnTo>
                  <a:lnTo>
                    <a:pt x="0" y="11"/>
                  </a:lnTo>
                  <a:lnTo>
                    <a:pt x="43" y="12"/>
                  </a:lnTo>
                  <a:lnTo>
                    <a:pt x="85" y="16"/>
                  </a:lnTo>
                  <a:lnTo>
                    <a:pt x="126" y="23"/>
                  </a:lnTo>
                  <a:lnTo>
                    <a:pt x="166" y="31"/>
                  </a:lnTo>
                  <a:lnTo>
                    <a:pt x="202" y="42"/>
                  </a:lnTo>
                  <a:lnTo>
                    <a:pt x="237" y="55"/>
                  </a:lnTo>
                  <a:lnTo>
                    <a:pt x="271" y="70"/>
                  </a:lnTo>
                  <a:lnTo>
                    <a:pt x="301" y="85"/>
                  </a:lnTo>
                  <a:lnTo>
                    <a:pt x="329" y="103"/>
                  </a:lnTo>
                  <a:lnTo>
                    <a:pt x="353" y="123"/>
                  </a:lnTo>
                  <a:lnTo>
                    <a:pt x="373" y="143"/>
                  </a:lnTo>
                  <a:lnTo>
                    <a:pt x="392" y="164"/>
                  </a:lnTo>
                  <a:lnTo>
                    <a:pt x="405" y="186"/>
                  </a:lnTo>
                  <a:lnTo>
                    <a:pt x="415" y="211"/>
                  </a:lnTo>
                  <a:lnTo>
                    <a:pt x="422" y="235"/>
                  </a:lnTo>
                  <a:lnTo>
                    <a:pt x="425" y="260"/>
                  </a:lnTo>
                  <a:lnTo>
                    <a:pt x="437"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1235" name="Freeform 58"/>
            <p:cNvSpPr>
              <a:spLocks/>
            </p:cNvSpPr>
            <p:nvPr/>
          </p:nvSpPr>
          <p:spPr bwMode="auto">
            <a:xfrm>
              <a:off x="1267" y="1640"/>
              <a:ext cx="87" cy="52"/>
            </a:xfrm>
            <a:custGeom>
              <a:avLst/>
              <a:gdLst>
                <a:gd name="T0" fmla="*/ 0 w 437"/>
                <a:gd name="T1" fmla="*/ 2 h 260"/>
                <a:gd name="T2" fmla="*/ 0 w 437"/>
                <a:gd name="T3" fmla="*/ 2 h 260"/>
                <a:gd name="T4" fmla="*/ 0 w 437"/>
                <a:gd name="T5" fmla="*/ 2 h 260"/>
                <a:gd name="T6" fmla="*/ 1 w 437"/>
                <a:gd name="T7" fmla="*/ 2 h 260"/>
                <a:gd name="T8" fmla="*/ 1 w 437"/>
                <a:gd name="T9" fmla="*/ 2 h 260"/>
                <a:gd name="T10" fmla="*/ 1 w 437"/>
                <a:gd name="T11" fmla="*/ 2 h 260"/>
                <a:gd name="T12" fmla="*/ 2 w 437"/>
                <a:gd name="T13" fmla="*/ 2 h 260"/>
                <a:gd name="T14" fmla="*/ 2 w 437"/>
                <a:gd name="T15" fmla="*/ 2 h 260"/>
                <a:gd name="T16" fmla="*/ 2 w 437"/>
                <a:gd name="T17" fmla="*/ 2 h 260"/>
                <a:gd name="T18" fmla="*/ 2 w 437"/>
                <a:gd name="T19" fmla="*/ 1 h 260"/>
                <a:gd name="T20" fmla="*/ 3 w 437"/>
                <a:gd name="T21" fmla="*/ 1 h 260"/>
                <a:gd name="T22" fmla="*/ 3 w 437"/>
                <a:gd name="T23" fmla="*/ 1 h 260"/>
                <a:gd name="T24" fmla="*/ 3 w 437"/>
                <a:gd name="T25" fmla="*/ 1 h 260"/>
                <a:gd name="T26" fmla="*/ 3 w 437"/>
                <a:gd name="T27" fmla="*/ 1 h 260"/>
                <a:gd name="T28" fmla="*/ 3 w 437"/>
                <a:gd name="T29" fmla="*/ 1 h 260"/>
                <a:gd name="T30" fmla="*/ 3 w 437"/>
                <a:gd name="T31" fmla="*/ 0 h 260"/>
                <a:gd name="T32" fmla="*/ 3 w 437"/>
                <a:gd name="T33" fmla="*/ 0 h 260"/>
                <a:gd name="T34" fmla="*/ 3 w 437"/>
                <a:gd name="T35" fmla="*/ 0 h 260"/>
                <a:gd name="T36" fmla="*/ 3 w 437"/>
                <a:gd name="T37" fmla="*/ 0 h 260"/>
                <a:gd name="T38" fmla="*/ 3 w 437"/>
                <a:gd name="T39" fmla="*/ 0 h 260"/>
                <a:gd name="T40" fmla="*/ 3 w 437"/>
                <a:gd name="T41" fmla="*/ 0 h 260"/>
                <a:gd name="T42" fmla="*/ 3 w 437"/>
                <a:gd name="T43" fmla="*/ 1 h 260"/>
                <a:gd name="T44" fmla="*/ 3 w 437"/>
                <a:gd name="T45" fmla="*/ 1 h 260"/>
                <a:gd name="T46" fmla="*/ 3 w 437"/>
                <a:gd name="T47" fmla="*/ 1 h 260"/>
                <a:gd name="T48" fmla="*/ 3 w 437"/>
                <a:gd name="T49" fmla="*/ 1 h 260"/>
                <a:gd name="T50" fmla="*/ 3 w 437"/>
                <a:gd name="T51" fmla="*/ 1 h 260"/>
                <a:gd name="T52" fmla="*/ 2 w 437"/>
                <a:gd name="T53" fmla="*/ 1 h 260"/>
                <a:gd name="T54" fmla="*/ 2 w 437"/>
                <a:gd name="T55" fmla="*/ 2 h 260"/>
                <a:gd name="T56" fmla="*/ 2 w 437"/>
                <a:gd name="T57" fmla="*/ 2 h 260"/>
                <a:gd name="T58" fmla="*/ 2 w 437"/>
                <a:gd name="T59" fmla="*/ 2 h 260"/>
                <a:gd name="T60" fmla="*/ 1 w 437"/>
                <a:gd name="T61" fmla="*/ 2 h 260"/>
                <a:gd name="T62" fmla="*/ 1 w 437"/>
                <a:gd name="T63" fmla="*/ 2 h 260"/>
                <a:gd name="T64" fmla="*/ 1 w 437"/>
                <a:gd name="T65" fmla="*/ 2 h 260"/>
                <a:gd name="T66" fmla="*/ 0 w 437"/>
                <a:gd name="T67" fmla="*/ 2 h 260"/>
                <a:gd name="T68" fmla="*/ 0 w 437"/>
                <a:gd name="T69" fmla="*/ 2 h 260"/>
                <a:gd name="T70" fmla="*/ 0 w 437"/>
                <a:gd name="T71" fmla="*/ 2 h 260"/>
                <a:gd name="T72" fmla="*/ 0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0" y="260"/>
                  </a:moveTo>
                  <a:lnTo>
                    <a:pt x="0" y="260"/>
                  </a:lnTo>
                  <a:lnTo>
                    <a:pt x="43" y="259"/>
                  </a:lnTo>
                  <a:lnTo>
                    <a:pt x="87" y="255"/>
                  </a:lnTo>
                  <a:lnTo>
                    <a:pt x="128" y="248"/>
                  </a:lnTo>
                  <a:lnTo>
                    <a:pt x="168" y="240"/>
                  </a:lnTo>
                  <a:lnTo>
                    <a:pt x="207" y="230"/>
                  </a:lnTo>
                  <a:lnTo>
                    <a:pt x="242" y="217"/>
                  </a:lnTo>
                  <a:lnTo>
                    <a:pt x="276" y="202"/>
                  </a:lnTo>
                  <a:lnTo>
                    <a:pt x="308" y="185"/>
                  </a:lnTo>
                  <a:lnTo>
                    <a:pt x="336" y="166"/>
                  </a:lnTo>
                  <a:lnTo>
                    <a:pt x="360" y="146"/>
                  </a:lnTo>
                  <a:lnTo>
                    <a:pt x="383" y="125"/>
                  </a:lnTo>
                  <a:lnTo>
                    <a:pt x="401" y="102"/>
                  </a:lnTo>
                  <a:lnTo>
                    <a:pt x="417" y="77"/>
                  </a:lnTo>
                  <a:lnTo>
                    <a:pt x="427" y="53"/>
                  </a:lnTo>
                  <a:lnTo>
                    <a:pt x="434" y="27"/>
                  </a:lnTo>
                  <a:lnTo>
                    <a:pt x="437" y="0"/>
                  </a:lnTo>
                  <a:lnTo>
                    <a:pt x="425" y="0"/>
                  </a:lnTo>
                  <a:lnTo>
                    <a:pt x="422" y="24"/>
                  </a:lnTo>
                  <a:lnTo>
                    <a:pt x="415" y="48"/>
                  </a:lnTo>
                  <a:lnTo>
                    <a:pt x="405" y="73"/>
                  </a:lnTo>
                  <a:lnTo>
                    <a:pt x="392" y="95"/>
                  </a:lnTo>
                  <a:lnTo>
                    <a:pt x="373" y="116"/>
                  </a:lnTo>
                  <a:lnTo>
                    <a:pt x="353" y="137"/>
                  </a:lnTo>
                  <a:lnTo>
                    <a:pt x="329" y="157"/>
                  </a:lnTo>
                  <a:lnTo>
                    <a:pt x="301" y="173"/>
                  </a:lnTo>
                  <a:lnTo>
                    <a:pt x="271" y="190"/>
                  </a:lnTo>
                  <a:lnTo>
                    <a:pt x="237" y="205"/>
                  </a:lnTo>
                  <a:lnTo>
                    <a:pt x="202" y="218"/>
                  </a:lnTo>
                  <a:lnTo>
                    <a:pt x="166" y="228"/>
                  </a:lnTo>
                  <a:lnTo>
                    <a:pt x="126" y="237"/>
                  </a:lnTo>
                  <a:lnTo>
                    <a:pt x="85" y="244"/>
                  </a:lnTo>
                  <a:lnTo>
                    <a:pt x="43" y="247"/>
                  </a:lnTo>
                  <a:lnTo>
                    <a:pt x="0" y="248"/>
                  </a:lnTo>
                  <a:lnTo>
                    <a:pt x="0"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1236" name="Freeform 59"/>
            <p:cNvSpPr>
              <a:spLocks/>
            </p:cNvSpPr>
            <p:nvPr/>
          </p:nvSpPr>
          <p:spPr bwMode="auto">
            <a:xfrm>
              <a:off x="1179" y="1640"/>
              <a:ext cx="88" cy="52"/>
            </a:xfrm>
            <a:custGeom>
              <a:avLst/>
              <a:gdLst>
                <a:gd name="T0" fmla="*/ 0 w 439"/>
                <a:gd name="T1" fmla="*/ 0 h 260"/>
                <a:gd name="T2" fmla="*/ 0 w 439"/>
                <a:gd name="T3" fmla="*/ 0 h 260"/>
                <a:gd name="T4" fmla="*/ 0 w 439"/>
                <a:gd name="T5" fmla="*/ 0 h 260"/>
                <a:gd name="T6" fmla="*/ 0 w 439"/>
                <a:gd name="T7" fmla="*/ 0 h 260"/>
                <a:gd name="T8" fmla="*/ 0 w 439"/>
                <a:gd name="T9" fmla="*/ 1 h 260"/>
                <a:gd name="T10" fmla="*/ 0 w 439"/>
                <a:gd name="T11" fmla="*/ 1 h 260"/>
                <a:gd name="T12" fmla="*/ 0 w 439"/>
                <a:gd name="T13" fmla="*/ 1 h 260"/>
                <a:gd name="T14" fmla="*/ 1 w 439"/>
                <a:gd name="T15" fmla="*/ 1 h 260"/>
                <a:gd name="T16" fmla="*/ 1 w 439"/>
                <a:gd name="T17" fmla="*/ 1 h 260"/>
                <a:gd name="T18" fmla="*/ 1 w 439"/>
                <a:gd name="T19" fmla="*/ 1 h 260"/>
                <a:gd name="T20" fmla="*/ 1 w 439"/>
                <a:gd name="T21" fmla="*/ 2 h 260"/>
                <a:gd name="T22" fmla="*/ 2 w 439"/>
                <a:gd name="T23" fmla="*/ 2 h 260"/>
                <a:gd name="T24" fmla="*/ 2 w 439"/>
                <a:gd name="T25" fmla="*/ 2 h 260"/>
                <a:gd name="T26" fmla="*/ 2 w 439"/>
                <a:gd name="T27" fmla="*/ 2 h 260"/>
                <a:gd name="T28" fmla="*/ 2 w 439"/>
                <a:gd name="T29" fmla="*/ 2 h 260"/>
                <a:gd name="T30" fmla="*/ 3 w 439"/>
                <a:gd name="T31" fmla="*/ 2 h 260"/>
                <a:gd name="T32" fmla="*/ 3 w 439"/>
                <a:gd name="T33" fmla="*/ 2 h 260"/>
                <a:gd name="T34" fmla="*/ 4 w 439"/>
                <a:gd name="T35" fmla="*/ 2 h 260"/>
                <a:gd name="T36" fmla="*/ 4 w 439"/>
                <a:gd name="T37" fmla="*/ 2 h 260"/>
                <a:gd name="T38" fmla="*/ 3 w 439"/>
                <a:gd name="T39" fmla="*/ 2 h 260"/>
                <a:gd name="T40" fmla="*/ 3 w 439"/>
                <a:gd name="T41" fmla="*/ 2 h 260"/>
                <a:gd name="T42" fmla="*/ 3 w 439"/>
                <a:gd name="T43" fmla="*/ 2 h 260"/>
                <a:gd name="T44" fmla="*/ 2 w 439"/>
                <a:gd name="T45" fmla="*/ 2 h 260"/>
                <a:gd name="T46" fmla="*/ 2 w 439"/>
                <a:gd name="T47" fmla="*/ 2 h 260"/>
                <a:gd name="T48" fmla="*/ 2 w 439"/>
                <a:gd name="T49" fmla="*/ 2 h 260"/>
                <a:gd name="T50" fmla="*/ 1 w 439"/>
                <a:gd name="T51" fmla="*/ 2 h 260"/>
                <a:gd name="T52" fmla="*/ 1 w 439"/>
                <a:gd name="T53" fmla="*/ 1 h 260"/>
                <a:gd name="T54" fmla="*/ 1 w 439"/>
                <a:gd name="T55" fmla="*/ 1 h 260"/>
                <a:gd name="T56" fmla="*/ 1 w 439"/>
                <a:gd name="T57" fmla="*/ 1 h 260"/>
                <a:gd name="T58" fmla="*/ 1 w 439"/>
                <a:gd name="T59" fmla="*/ 1 h 260"/>
                <a:gd name="T60" fmla="*/ 0 w 439"/>
                <a:gd name="T61" fmla="*/ 1 h 260"/>
                <a:gd name="T62" fmla="*/ 0 w 439"/>
                <a:gd name="T63" fmla="*/ 1 h 260"/>
                <a:gd name="T64" fmla="*/ 0 w 439"/>
                <a:gd name="T65" fmla="*/ 0 h 260"/>
                <a:gd name="T66" fmla="*/ 0 w 439"/>
                <a:gd name="T67" fmla="*/ 0 h 260"/>
                <a:gd name="T68" fmla="*/ 0 w 439"/>
                <a:gd name="T69" fmla="*/ 0 h 260"/>
                <a:gd name="T70" fmla="*/ 0 w 439"/>
                <a:gd name="T71" fmla="*/ 0 h 260"/>
                <a:gd name="T72" fmla="*/ 0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0" y="0"/>
                  </a:moveTo>
                  <a:lnTo>
                    <a:pt x="0" y="0"/>
                  </a:lnTo>
                  <a:lnTo>
                    <a:pt x="3" y="27"/>
                  </a:lnTo>
                  <a:lnTo>
                    <a:pt x="10" y="53"/>
                  </a:lnTo>
                  <a:lnTo>
                    <a:pt x="20" y="77"/>
                  </a:lnTo>
                  <a:lnTo>
                    <a:pt x="35" y="102"/>
                  </a:lnTo>
                  <a:lnTo>
                    <a:pt x="54" y="125"/>
                  </a:lnTo>
                  <a:lnTo>
                    <a:pt x="76" y="146"/>
                  </a:lnTo>
                  <a:lnTo>
                    <a:pt x="102" y="166"/>
                  </a:lnTo>
                  <a:lnTo>
                    <a:pt x="130" y="185"/>
                  </a:lnTo>
                  <a:lnTo>
                    <a:pt x="162" y="202"/>
                  </a:lnTo>
                  <a:lnTo>
                    <a:pt x="195" y="217"/>
                  </a:lnTo>
                  <a:lnTo>
                    <a:pt x="231" y="230"/>
                  </a:lnTo>
                  <a:lnTo>
                    <a:pt x="270" y="240"/>
                  </a:lnTo>
                  <a:lnTo>
                    <a:pt x="310" y="248"/>
                  </a:lnTo>
                  <a:lnTo>
                    <a:pt x="351" y="255"/>
                  </a:lnTo>
                  <a:lnTo>
                    <a:pt x="395" y="259"/>
                  </a:lnTo>
                  <a:lnTo>
                    <a:pt x="439" y="260"/>
                  </a:lnTo>
                  <a:lnTo>
                    <a:pt x="439" y="248"/>
                  </a:lnTo>
                  <a:lnTo>
                    <a:pt x="395" y="247"/>
                  </a:lnTo>
                  <a:lnTo>
                    <a:pt x="353" y="244"/>
                  </a:lnTo>
                  <a:lnTo>
                    <a:pt x="312" y="237"/>
                  </a:lnTo>
                  <a:lnTo>
                    <a:pt x="272" y="228"/>
                  </a:lnTo>
                  <a:lnTo>
                    <a:pt x="236" y="218"/>
                  </a:lnTo>
                  <a:lnTo>
                    <a:pt x="200" y="205"/>
                  </a:lnTo>
                  <a:lnTo>
                    <a:pt x="167" y="190"/>
                  </a:lnTo>
                  <a:lnTo>
                    <a:pt x="137" y="173"/>
                  </a:lnTo>
                  <a:lnTo>
                    <a:pt x="109" y="157"/>
                  </a:lnTo>
                  <a:lnTo>
                    <a:pt x="84" y="137"/>
                  </a:lnTo>
                  <a:lnTo>
                    <a:pt x="64" y="116"/>
                  </a:lnTo>
                  <a:lnTo>
                    <a:pt x="45" y="95"/>
                  </a:lnTo>
                  <a:lnTo>
                    <a:pt x="32" y="73"/>
                  </a:lnTo>
                  <a:lnTo>
                    <a:pt x="21" y="48"/>
                  </a:lnTo>
                  <a:lnTo>
                    <a:pt x="14" y="24"/>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1237" name="Freeform 60"/>
            <p:cNvSpPr>
              <a:spLocks/>
            </p:cNvSpPr>
            <p:nvPr/>
          </p:nvSpPr>
          <p:spPr bwMode="auto">
            <a:xfrm>
              <a:off x="1179" y="1588"/>
              <a:ext cx="88" cy="52"/>
            </a:xfrm>
            <a:custGeom>
              <a:avLst/>
              <a:gdLst>
                <a:gd name="T0" fmla="*/ 4 w 439"/>
                <a:gd name="T1" fmla="*/ 0 h 260"/>
                <a:gd name="T2" fmla="*/ 4 w 439"/>
                <a:gd name="T3" fmla="*/ 0 h 260"/>
                <a:gd name="T4" fmla="*/ 3 w 439"/>
                <a:gd name="T5" fmla="*/ 0 h 260"/>
                <a:gd name="T6" fmla="*/ 3 w 439"/>
                <a:gd name="T7" fmla="*/ 0 h 260"/>
                <a:gd name="T8" fmla="*/ 2 w 439"/>
                <a:gd name="T9" fmla="*/ 0 h 260"/>
                <a:gd name="T10" fmla="*/ 2 w 439"/>
                <a:gd name="T11" fmla="*/ 0 h 260"/>
                <a:gd name="T12" fmla="*/ 2 w 439"/>
                <a:gd name="T13" fmla="*/ 0 h 260"/>
                <a:gd name="T14" fmla="*/ 2 w 439"/>
                <a:gd name="T15" fmla="*/ 0 h 260"/>
                <a:gd name="T16" fmla="*/ 1 w 439"/>
                <a:gd name="T17" fmla="*/ 0 h 260"/>
                <a:gd name="T18" fmla="*/ 1 w 439"/>
                <a:gd name="T19" fmla="*/ 1 h 260"/>
                <a:gd name="T20" fmla="*/ 1 w 439"/>
                <a:gd name="T21" fmla="*/ 1 h 260"/>
                <a:gd name="T22" fmla="*/ 1 w 439"/>
                <a:gd name="T23" fmla="*/ 1 h 260"/>
                <a:gd name="T24" fmla="*/ 0 w 439"/>
                <a:gd name="T25" fmla="*/ 1 h 260"/>
                <a:gd name="T26" fmla="*/ 0 w 439"/>
                <a:gd name="T27" fmla="*/ 1 h 260"/>
                <a:gd name="T28" fmla="*/ 0 w 439"/>
                <a:gd name="T29" fmla="*/ 1 h 260"/>
                <a:gd name="T30" fmla="*/ 0 w 439"/>
                <a:gd name="T31" fmla="*/ 2 h 260"/>
                <a:gd name="T32" fmla="*/ 0 w 439"/>
                <a:gd name="T33" fmla="*/ 2 h 260"/>
                <a:gd name="T34" fmla="*/ 0 w 439"/>
                <a:gd name="T35" fmla="*/ 2 h 260"/>
                <a:gd name="T36" fmla="*/ 0 w 439"/>
                <a:gd name="T37" fmla="*/ 2 h 260"/>
                <a:gd name="T38" fmla="*/ 0 w 439"/>
                <a:gd name="T39" fmla="*/ 2 h 260"/>
                <a:gd name="T40" fmla="*/ 0 w 439"/>
                <a:gd name="T41" fmla="*/ 2 h 260"/>
                <a:gd name="T42" fmla="*/ 0 w 439"/>
                <a:gd name="T43" fmla="*/ 1 h 260"/>
                <a:gd name="T44" fmla="*/ 0 w 439"/>
                <a:gd name="T45" fmla="*/ 1 h 260"/>
                <a:gd name="T46" fmla="*/ 1 w 439"/>
                <a:gd name="T47" fmla="*/ 1 h 260"/>
                <a:gd name="T48" fmla="*/ 1 w 439"/>
                <a:gd name="T49" fmla="*/ 1 h 260"/>
                <a:gd name="T50" fmla="*/ 1 w 439"/>
                <a:gd name="T51" fmla="*/ 1 h 260"/>
                <a:gd name="T52" fmla="*/ 1 w 439"/>
                <a:gd name="T53" fmla="*/ 1 h 260"/>
                <a:gd name="T54" fmla="*/ 1 w 439"/>
                <a:gd name="T55" fmla="*/ 1 h 260"/>
                <a:gd name="T56" fmla="*/ 2 w 439"/>
                <a:gd name="T57" fmla="*/ 0 h 260"/>
                <a:gd name="T58" fmla="*/ 2 w 439"/>
                <a:gd name="T59" fmla="*/ 0 h 260"/>
                <a:gd name="T60" fmla="*/ 2 w 439"/>
                <a:gd name="T61" fmla="*/ 0 h 260"/>
                <a:gd name="T62" fmla="*/ 3 w 439"/>
                <a:gd name="T63" fmla="*/ 0 h 260"/>
                <a:gd name="T64" fmla="*/ 3 w 439"/>
                <a:gd name="T65" fmla="*/ 0 h 260"/>
                <a:gd name="T66" fmla="*/ 3 w 439"/>
                <a:gd name="T67" fmla="*/ 0 h 260"/>
                <a:gd name="T68" fmla="*/ 4 w 439"/>
                <a:gd name="T69" fmla="*/ 0 h 260"/>
                <a:gd name="T70" fmla="*/ 4 w 439"/>
                <a:gd name="T71" fmla="*/ 0 h 260"/>
                <a:gd name="T72" fmla="*/ 4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439" y="0"/>
                  </a:moveTo>
                  <a:lnTo>
                    <a:pt x="439" y="0"/>
                  </a:lnTo>
                  <a:lnTo>
                    <a:pt x="395" y="1"/>
                  </a:lnTo>
                  <a:lnTo>
                    <a:pt x="351" y="4"/>
                  </a:lnTo>
                  <a:lnTo>
                    <a:pt x="310" y="11"/>
                  </a:lnTo>
                  <a:lnTo>
                    <a:pt x="270" y="19"/>
                  </a:lnTo>
                  <a:lnTo>
                    <a:pt x="231" y="30"/>
                  </a:lnTo>
                  <a:lnTo>
                    <a:pt x="195" y="43"/>
                  </a:lnTo>
                  <a:lnTo>
                    <a:pt x="162" y="58"/>
                  </a:lnTo>
                  <a:lnTo>
                    <a:pt x="130" y="73"/>
                  </a:lnTo>
                  <a:lnTo>
                    <a:pt x="102" y="93"/>
                  </a:lnTo>
                  <a:lnTo>
                    <a:pt x="76" y="113"/>
                  </a:lnTo>
                  <a:lnTo>
                    <a:pt x="54" y="133"/>
                  </a:lnTo>
                  <a:lnTo>
                    <a:pt x="35" y="157"/>
                  </a:lnTo>
                  <a:lnTo>
                    <a:pt x="20" y="181"/>
                  </a:lnTo>
                  <a:lnTo>
                    <a:pt x="10" y="206"/>
                  </a:lnTo>
                  <a:lnTo>
                    <a:pt x="3" y="233"/>
                  </a:lnTo>
                  <a:lnTo>
                    <a:pt x="0" y="260"/>
                  </a:lnTo>
                  <a:lnTo>
                    <a:pt x="12" y="260"/>
                  </a:lnTo>
                  <a:lnTo>
                    <a:pt x="14" y="235"/>
                  </a:lnTo>
                  <a:lnTo>
                    <a:pt x="21" y="211"/>
                  </a:lnTo>
                  <a:lnTo>
                    <a:pt x="32" y="186"/>
                  </a:lnTo>
                  <a:lnTo>
                    <a:pt x="45" y="164"/>
                  </a:lnTo>
                  <a:lnTo>
                    <a:pt x="64" y="143"/>
                  </a:lnTo>
                  <a:lnTo>
                    <a:pt x="84" y="123"/>
                  </a:lnTo>
                  <a:lnTo>
                    <a:pt x="109" y="103"/>
                  </a:lnTo>
                  <a:lnTo>
                    <a:pt x="137" y="85"/>
                  </a:lnTo>
                  <a:lnTo>
                    <a:pt x="167" y="70"/>
                  </a:lnTo>
                  <a:lnTo>
                    <a:pt x="200" y="55"/>
                  </a:lnTo>
                  <a:lnTo>
                    <a:pt x="236" y="42"/>
                  </a:lnTo>
                  <a:lnTo>
                    <a:pt x="272" y="31"/>
                  </a:lnTo>
                  <a:lnTo>
                    <a:pt x="312" y="23"/>
                  </a:lnTo>
                  <a:lnTo>
                    <a:pt x="353" y="16"/>
                  </a:lnTo>
                  <a:lnTo>
                    <a:pt x="395" y="12"/>
                  </a:lnTo>
                  <a:lnTo>
                    <a:pt x="439" y="11"/>
                  </a:lnTo>
                  <a:lnTo>
                    <a:pt x="439"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1238" name="Freeform 61"/>
            <p:cNvSpPr>
              <a:spLocks/>
            </p:cNvSpPr>
            <p:nvPr/>
          </p:nvSpPr>
          <p:spPr bwMode="auto">
            <a:xfrm>
              <a:off x="964" y="1745"/>
              <a:ext cx="48" cy="85"/>
            </a:xfrm>
            <a:custGeom>
              <a:avLst/>
              <a:gdLst>
                <a:gd name="T0" fmla="*/ 2 w 244"/>
                <a:gd name="T1" fmla="*/ 3 h 426"/>
                <a:gd name="T2" fmla="*/ 2 w 244"/>
                <a:gd name="T3" fmla="*/ 3 h 426"/>
                <a:gd name="T4" fmla="*/ 2 w 244"/>
                <a:gd name="T5" fmla="*/ 3 h 426"/>
                <a:gd name="T6" fmla="*/ 2 w 244"/>
                <a:gd name="T7" fmla="*/ 3 h 426"/>
                <a:gd name="T8" fmla="*/ 2 w 244"/>
                <a:gd name="T9" fmla="*/ 2 h 426"/>
                <a:gd name="T10" fmla="*/ 2 w 244"/>
                <a:gd name="T11" fmla="*/ 2 h 426"/>
                <a:gd name="T12" fmla="*/ 2 w 244"/>
                <a:gd name="T13" fmla="*/ 2 h 426"/>
                <a:gd name="T14" fmla="*/ 2 w 244"/>
                <a:gd name="T15" fmla="*/ 2 h 426"/>
                <a:gd name="T16" fmla="*/ 1 w 244"/>
                <a:gd name="T17" fmla="*/ 1 h 426"/>
                <a:gd name="T18" fmla="*/ 1 w 244"/>
                <a:gd name="T19" fmla="*/ 1 h 426"/>
                <a:gd name="T20" fmla="*/ 1 w 244"/>
                <a:gd name="T21" fmla="*/ 1 h 426"/>
                <a:gd name="T22" fmla="*/ 1 w 244"/>
                <a:gd name="T23" fmla="*/ 1 h 426"/>
                <a:gd name="T24" fmla="*/ 1 w 244"/>
                <a:gd name="T25" fmla="*/ 0 h 426"/>
                <a:gd name="T26" fmla="*/ 1 w 244"/>
                <a:gd name="T27" fmla="*/ 0 h 426"/>
                <a:gd name="T28" fmla="*/ 1 w 244"/>
                <a:gd name="T29" fmla="*/ 0 h 426"/>
                <a:gd name="T30" fmla="*/ 0 w 244"/>
                <a:gd name="T31" fmla="*/ 0 h 426"/>
                <a:gd name="T32" fmla="*/ 0 w 244"/>
                <a:gd name="T33" fmla="*/ 0 h 426"/>
                <a:gd name="T34" fmla="*/ 0 w 244"/>
                <a:gd name="T35" fmla="*/ 0 h 426"/>
                <a:gd name="T36" fmla="*/ 0 w 244"/>
                <a:gd name="T37" fmla="*/ 0 h 426"/>
                <a:gd name="T38" fmla="*/ 0 w 244"/>
                <a:gd name="T39" fmla="*/ 0 h 426"/>
                <a:gd name="T40" fmla="*/ 0 w 244"/>
                <a:gd name="T41" fmla="*/ 0 h 426"/>
                <a:gd name="T42" fmla="*/ 1 w 244"/>
                <a:gd name="T43" fmla="*/ 0 h 426"/>
                <a:gd name="T44" fmla="*/ 1 w 244"/>
                <a:gd name="T45" fmla="*/ 0 h 426"/>
                <a:gd name="T46" fmla="*/ 1 w 244"/>
                <a:gd name="T47" fmla="*/ 0 h 426"/>
                <a:gd name="T48" fmla="*/ 1 w 244"/>
                <a:gd name="T49" fmla="*/ 1 h 426"/>
                <a:gd name="T50" fmla="*/ 1 w 244"/>
                <a:gd name="T51" fmla="*/ 1 h 426"/>
                <a:gd name="T52" fmla="*/ 1 w 244"/>
                <a:gd name="T53" fmla="*/ 1 h 426"/>
                <a:gd name="T54" fmla="*/ 1 w 244"/>
                <a:gd name="T55" fmla="*/ 1 h 426"/>
                <a:gd name="T56" fmla="*/ 1 w 244"/>
                <a:gd name="T57" fmla="*/ 2 h 426"/>
                <a:gd name="T58" fmla="*/ 2 w 244"/>
                <a:gd name="T59" fmla="*/ 2 h 426"/>
                <a:gd name="T60" fmla="*/ 2 w 244"/>
                <a:gd name="T61" fmla="*/ 2 h 426"/>
                <a:gd name="T62" fmla="*/ 2 w 244"/>
                <a:gd name="T63" fmla="*/ 2 h 426"/>
                <a:gd name="T64" fmla="*/ 2 w 244"/>
                <a:gd name="T65" fmla="*/ 3 h 426"/>
                <a:gd name="T66" fmla="*/ 2 w 244"/>
                <a:gd name="T67" fmla="*/ 3 h 426"/>
                <a:gd name="T68" fmla="*/ 2 w 244"/>
                <a:gd name="T69" fmla="*/ 3 h 426"/>
                <a:gd name="T70" fmla="*/ 2 w 244"/>
                <a:gd name="T71" fmla="*/ 3 h 426"/>
                <a:gd name="T72" fmla="*/ 2 w 244"/>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6"/>
                <a:gd name="T113" fmla="*/ 244 w 244"/>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6">
                  <a:moveTo>
                    <a:pt x="244" y="426"/>
                  </a:moveTo>
                  <a:lnTo>
                    <a:pt x="244" y="426"/>
                  </a:lnTo>
                  <a:lnTo>
                    <a:pt x="243" y="383"/>
                  </a:lnTo>
                  <a:lnTo>
                    <a:pt x="240" y="340"/>
                  </a:lnTo>
                  <a:lnTo>
                    <a:pt x="234" y="300"/>
                  </a:lnTo>
                  <a:lnTo>
                    <a:pt x="226" y="262"/>
                  </a:lnTo>
                  <a:lnTo>
                    <a:pt x="215" y="224"/>
                  </a:lnTo>
                  <a:lnTo>
                    <a:pt x="203" y="189"/>
                  </a:lnTo>
                  <a:lnTo>
                    <a:pt x="189" y="157"/>
                  </a:lnTo>
                  <a:lnTo>
                    <a:pt x="174" y="126"/>
                  </a:lnTo>
                  <a:lnTo>
                    <a:pt x="155" y="99"/>
                  </a:lnTo>
                  <a:lnTo>
                    <a:pt x="138" y="74"/>
                  </a:lnTo>
                  <a:lnTo>
                    <a:pt x="118" y="52"/>
                  </a:lnTo>
                  <a:lnTo>
                    <a:pt x="96" y="34"/>
                  </a:lnTo>
                  <a:lnTo>
                    <a:pt x="73" y="19"/>
                  </a:lnTo>
                  <a:lnTo>
                    <a:pt x="50" y="8"/>
                  </a:lnTo>
                  <a:lnTo>
                    <a:pt x="25" y="2"/>
                  </a:lnTo>
                  <a:lnTo>
                    <a:pt x="0" y="0"/>
                  </a:lnTo>
                  <a:lnTo>
                    <a:pt x="0" y="12"/>
                  </a:lnTo>
                  <a:lnTo>
                    <a:pt x="23" y="14"/>
                  </a:lnTo>
                  <a:lnTo>
                    <a:pt x="45" y="20"/>
                  </a:lnTo>
                  <a:lnTo>
                    <a:pt x="66" y="31"/>
                  </a:lnTo>
                  <a:lnTo>
                    <a:pt x="89" y="43"/>
                  </a:lnTo>
                  <a:lnTo>
                    <a:pt x="109" y="61"/>
                  </a:lnTo>
                  <a:lnTo>
                    <a:pt x="129" y="81"/>
                  </a:lnTo>
                  <a:lnTo>
                    <a:pt x="146" y="106"/>
                  </a:lnTo>
                  <a:lnTo>
                    <a:pt x="162" y="133"/>
                  </a:lnTo>
                  <a:lnTo>
                    <a:pt x="178" y="162"/>
                  </a:lnTo>
                  <a:lnTo>
                    <a:pt x="192" y="194"/>
                  </a:lnTo>
                  <a:lnTo>
                    <a:pt x="203" y="229"/>
                  </a:lnTo>
                  <a:lnTo>
                    <a:pt x="214" y="264"/>
                  </a:lnTo>
                  <a:lnTo>
                    <a:pt x="222" y="303"/>
                  </a:lnTo>
                  <a:lnTo>
                    <a:pt x="228" y="342"/>
                  </a:lnTo>
                  <a:lnTo>
                    <a:pt x="232" y="383"/>
                  </a:lnTo>
                  <a:lnTo>
                    <a:pt x="233" y="426"/>
                  </a:lnTo>
                  <a:lnTo>
                    <a:pt x="244"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1239" name="Freeform 62"/>
            <p:cNvSpPr>
              <a:spLocks/>
            </p:cNvSpPr>
            <p:nvPr/>
          </p:nvSpPr>
          <p:spPr bwMode="auto">
            <a:xfrm>
              <a:off x="964" y="1830"/>
              <a:ext cx="48" cy="85"/>
            </a:xfrm>
            <a:custGeom>
              <a:avLst/>
              <a:gdLst>
                <a:gd name="T0" fmla="*/ 0 w 244"/>
                <a:gd name="T1" fmla="*/ 3 h 424"/>
                <a:gd name="T2" fmla="*/ 0 w 244"/>
                <a:gd name="T3" fmla="*/ 3 h 424"/>
                <a:gd name="T4" fmla="*/ 0 w 244"/>
                <a:gd name="T5" fmla="*/ 3 h 424"/>
                <a:gd name="T6" fmla="*/ 0 w 244"/>
                <a:gd name="T7" fmla="*/ 3 h 424"/>
                <a:gd name="T8" fmla="*/ 1 w 244"/>
                <a:gd name="T9" fmla="*/ 3 h 424"/>
                <a:gd name="T10" fmla="*/ 1 w 244"/>
                <a:gd name="T11" fmla="*/ 3 h 424"/>
                <a:gd name="T12" fmla="*/ 1 w 244"/>
                <a:gd name="T13" fmla="*/ 3 h 424"/>
                <a:gd name="T14" fmla="*/ 1 w 244"/>
                <a:gd name="T15" fmla="*/ 3 h 424"/>
                <a:gd name="T16" fmla="*/ 1 w 244"/>
                <a:gd name="T17" fmla="*/ 3 h 424"/>
                <a:gd name="T18" fmla="*/ 1 w 244"/>
                <a:gd name="T19" fmla="*/ 2 h 424"/>
                <a:gd name="T20" fmla="*/ 1 w 244"/>
                <a:gd name="T21" fmla="*/ 2 h 424"/>
                <a:gd name="T22" fmla="*/ 2 w 244"/>
                <a:gd name="T23" fmla="*/ 2 h 424"/>
                <a:gd name="T24" fmla="*/ 2 w 244"/>
                <a:gd name="T25" fmla="*/ 2 h 424"/>
                <a:gd name="T26" fmla="*/ 2 w 244"/>
                <a:gd name="T27" fmla="*/ 1 h 424"/>
                <a:gd name="T28" fmla="*/ 2 w 244"/>
                <a:gd name="T29" fmla="*/ 1 h 424"/>
                <a:gd name="T30" fmla="*/ 2 w 244"/>
                <a:gd name="T31" fmla="*/ 1 h 424"/>
                <a:gd name="T32" fmla="*/ 2 w 244"/>
                <a:gd name="T33" fmla="*/ 0 h 424"/>
                <a:gd name="T34" fmla="*/ 2 w 244"/>
                <a:gd name="T35" fmla="*/ 0 h 424"/>
                <a:gd name="T36" fmla="*/ 2 w 244"/>
                <a:gd name="T37" fmla="*/ 0 h 424"/>
                <a:gd name="T38" fmla="*/ 2 w 244"/>
                <a:gd name="T39" fmla="*/ 0 h 424"/>
                <a:gd name="T40" fmla="*/ 2 w 244"/>
                <a:gd name="T41" fmla="*/ 1 h 424"/>
                <a:gd name="T42" fmla="*/ 2 w 244"/>
                <a:gd name="T43" fmla="*/ 1 h 424"/>
                <a:gd name="T44" fmla="*/ 2 w 244"/>
                <a:gd name="T45" fmla="*/ 1 h 424"/>
                <a:gd name="T46" fmla="*/ 2 w 244"/>
                <a:gd name="T47" fmla="*/ 2 h 424"/>
                <a:gd name="T48" fmla="*/ 1 w 244"/>
                <a:gd name="T49" fmla="*/ 2 h 424"/>
                <a:gd name="T50" fmla="*/ 1 w 244"/>
                <a:gd name="T51" fmla="*/ 2 h 424"/>
                <a:gd name="T52" fmla="*/ 1 w 244"/>
                <a:gd name="T53" fmla="*/ 2 h 424"/>
                <a:gd name="T54" fmla="*/ 1 w 244"/>
                <a:gd name="T55" fmla="*/ 3 h 424"/>
                <a:gd name="T56" fmla="*/ 1 w 244"/>
                <a:gd name="T57" fmla="*/ 3 h 424"/>
                <a:gd name="T58" fmla="*/ 1 w 244"/>
                <a:gd name="T59" fmla="*/ 3 h 424"/>
                <a:gd name="T60" fmla="*/ 1 w 244"/>
                <a:gd name="T61" fmla="*/ 3 h 424"/>
                <a:gd name="T62" fmla="*/ 1 w 244"/>
                <a:gd name="T63" fmla="*/ 3 h 424"/>
                <a:gd name="T64" fmla="*/ 0 w 244"/>
                <a:gd name="T65" fmla="*/ 3 h 424"/>
                <a:gd name="T66" fmla="*/ 0 w 244"/>
                <a:gd name="T67" fmla="*/ 3 h 424"/>
                <a:gd name="T68" fmla="*/ 0 w 244"/>
                <a:gd name="T69" fmla="*/ 3 h 424"/>
                <a:gd name="T70" fmla="*/ 0 w 244"/>
                <a:gd name="T71" fmla="*/ 3 h 424"/>
                <a:gd name="T72" fmla="*/ 0 w 244"/>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4"/>
                <a:gd name="T113" fmla="*/ 244 w 244"/>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4">
                  <a:moveTo>
                    <a:pt x="0" y="424"/>
                  </a:moveTo>
                  <a:lnTo>
                    <a:pt x="0" y="424"/>
                  </a:lnTo>
                  <a:lnTo>
                    <a:pt x="25" y="422"/>
                  </a:lnTo>
                  <a:lnTo>
                    <a:pt x="50" y="416"/>
                  </a:lnTo>
                  <a:lnTo>
                    <a:pt x="73" y="405"/>
                  </a:lnTo>
                  <a:lnTo>
                    <a:pt x="96" y="390"/>
                  </a:lnTo>
                  <a:lnTo>
                    <a:pt x="118" y="373"/>
                  </a:lnTo>
                  <a:lnTo>
                    <a:pt x="138" y="350"/>
                  </a:lnTo>
                  <a:lnTo>
                    <a:pt x="155" y="326"/>
                  </a:lnTo>
                  <a:lnTo>
                    <a:pt x="173" y="299"/>
                  </a:lnTo>
                  <a:lnTo>
                    <a:pt x="189" y="268"/>
                  </a:lnTo>
                  <a:lnTo>
                    <a:pt x="203" y="235"/>
                  </a:lnTo>
                  <a:lnTo>
                    <a:pt x="215" y="201"/>
                  </a:lnTo>
                  <a:lnTo>
                    <a:pt x="226" y="163"/>
                  </a:lnTo>
                  <a:lnTo>
                    <a:pt x="234" y="125"/>
                  </a:lnTo>
                  <a:lnTo>
                    <a:pt x="240" y="85"/>
                  </a:lnTo>
                  <a:lnTo>
                    <a:pt x="243" y="42"/>
                  </a:lnTo>
                  <a:lnTo>
                    <a:pt x="244" y="0"/>
                  </a:lnTo>
                  <a:lnTo>
                    <a:pt x="233" y="0"/>
                  </a:lnTo>
                  <a:lnTo>
                    <a:pt x="232" y="42"/>
                  </a:lnTo>
                  <a:lnTo>
                    <a:pt x="228" y="83"/>
                  </a:lnTo>
                  <a:lnTo>
                    <a:pt x="222" y="123"/>
                  </a:lnTo>
                  <a:lnTo>
                    <a:pt x="214" y="160"/>
                  </a:lnTo>
                  <a:lnTo>
                    <a:pt x="203" y="197"/>
                  </a:lnTo>
                  <a:lnTo>
                    <a:pt x="192" y="231"/>
                  </a:lnTo>
                  <a:lnTo>
                    <a:pt x="178" y="263"/>
                  </a:lnTo>
                  <a:lnTo>
                    <a:pt x="164" y="292"/>
                  </a:lnTo>
                  <a:lnTo>
                    <a:pt x="146" y="319"/>
                  </a:lnTo>
                  <a:lnTo>
                    <a:pt x="129" y="343"/>
                  </a:lnTo>
                  <a:lnTo>
                    <a:pt x="109" y="363"/>
                  </a:lnTo>
                  <a:lnTo>
                    <a:pt x="89" y="381"/>
                  </a:lnTo>
                  <a:lnTo>
                    <a:pt x="66" y="394"/>
                  </a:lnTo>
                  <a:lnTo>
                    <a:pt x="45" y="404"/>
                  </a:lnTo>
                  <a:lnTo>
                    <a:pt x="23" y="410"/>
                  </a:lnTo>
                  <a:lnTo>
                    <a:pt x="0" y="412"/>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1240" name="Freeform 63"/>
            <p:cNvSpPr>
              <a:spLocks/>
            </p:cNvSpPr>
            <p:nvPr/>
          </p:nvSpPr>
          <p:spPr bwMode="auto">
            <a:xfrm>
              <a:off x="915" y="1830"/>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1" y="42"/>
                  </a:lnTo>
                  <a:lnTo>
                    <a:pt x="4" y="85"/>
                  </a:lnTo>
                  <a:lnTo>
                    <a:pt x="10" y="125"/>
                  </a:lnTo>
                  <a:lnTo>
                    <a:pt x="19" y="163"/>
                  </a:lnTo>
                  <a:lnTo>
                    <a:pt x="29" y="201"/>
                  </a:lnTo>
                  <a:lnTo>
                    <a:pt x="41" y="235"/>
                  </a:lnTo>
                  <a:lnTo>
                    <a:pt x="55" y="268"/>
                  </a:lnTo>
                  <a:lnTo>
                    <a:pt x="71" y="299"/>
                  </a:lnTo>
                  <a:lnTo>
                    <a:pt x="89" y="326"/>
                  </a:lnTo>
                  <a:lnTo>
                    <a:pt x="106" y="350"/>
                  </a:lnTo>
                  <a:lnTo>
                    <a:pt x="126" y="373"/>
                  </a:lnTo>
                  <a:lnTo>
                    <a:pt x="149" y="390"/>
                  </a:lnTo>
                  <a:lnTo>
                    <a:pt x="171" y="405"/>
                  </a:lnTo>
                  <a:lnTo>
                    <a:pt x="194" y="416"/>
                  </a:lnTo>
                  <a:lnTo>
                    <a:pt x="219" y="422"/>
                  </a:lnTo>
                  <a:lnTo>
                    <a:pt x="245" y="424"/>
                  </a:lnTo>
                  <a:lnTo>
                    <a:pt x="245" y="412"/>
                  </a:lnTo>
                  <a:lnTo>
                    <a:pt x="221" y="410"/>
                  </a:lnTo>
                  <a:lnTo>
                    <a:pt x="199" y="404"/>
                  </a:lnTo>
                  <a:lnTo>
                    <a:pt x="178" y="394"/>
                  </a:lnTo>
                  <a:lnTo>
                    <a:pt x="156" y="381"/>
                  </a:lnTo>
                  <a:lnTo>
                    <a:pt x="136" y="363"/>
                  </a:lnTo>
                  <a:lnTo>
                    <a:pt x="116" y="343"/>
                  </a:lnTo>
                  <a:lnTo>
                    <a:pt x="98" y="319"/>
                  </a:lnTo>
                  <a:lnTo>
                    <a:pt x="81" y="292"/>
                  </a:lnTo>
                  <a:lnTo>
                    <a:pt x="67" y="263"/>
                  </a:lnTo>
                  <a:lnTo>
                    <a:pt x="52" y="231"/>
                  </a:lnTo>
                  <a:lnTo>
                    <a:pt x="41" y="197"/>
                  </a:lnTo>
                  <a:lnTo>
                    <a:pt x="30" y="160"/>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1241" name="Freeform 64"/>
            <p:cNvSpPr>
              <a:spLocks/>
            </p:cNvSpPr>
            <p:nvPr/>
          </p:nvSpPr>
          <p:spPr bwMode="auto">
            <a:xfrm>
              <a:off x="915" y="1745"/>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0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19" y="2"/>
                  </a:lnTo>
                  <a:lnTo>
                    <a:pt x="194" y="8"/>
                  </a:lnTo>
                  <a:lnTo>
                    <a:pt x="171" y="19"/>
                  </a:lnTo>
                  <a:lnTo>
                    <a:pt x="149" y="34"/>
                  </a:lnTo>
                  <a:lnTo>
                    <a:pt x="126" y="52"/>
                  </a:lnTo>
                  <a:lnTo>
                    <a:pt x="106" y="74"/>
                  </a:lnTo>
                  <a:lnTo>
                    <a:pt x="89" y="99"/>
                  </a:lnTo>
                  <a:lnTo>
                    <a:pt x="70" y="126"/>
                  </a:lnTo>
                  <a:lnTo>
                    <a:pt x="55" y="157"/>
                  </a:lnTo>
                  <a:lnTo>
                    <a:pt x="41" y="189"/>
                  </a:lnTo>
                  <a:lnTo>
                    <a:pt x="29" y="224"/>
                  </a:lnTo>
                  <a:lnTo>
                    <a:pt x="19" y="262"/>
                  </a:lnTo>
                  <a:lnTo>
                    <a:pt x="10" y="300"/>
                  </a:lnTo>
                  <a:lnTo>
                    <a:pt x="4" y="340"/>
                  </a:lnTo>
                  <a:lnTo>
                    <a:pt x="1" y="383"/>
                  </a:lnTo>
                  <a:lnTo>
                    <a:pt x="0" y="426"/>
                  </a:lnTo>
                  <a:lnTo>
                    <a:pt x="11" y="426"/>
                  </a:lnTo>
                  <a:lnTo>
                    <a:pt x="13" y="383"/>
                  </a:lnTo>
                  <a:lnTo>
                    <a:pt x="16" y="342"/>
                  </a:lnTo>
                  <a:lnTo>
                    <a:pt x="22" y="303"/>
                  </a:lnTo>
                  <a:lnTo>
                    <a:pt x="30" y="264"/>
                  </a:lnTo>
                  <a:lnTo>
                    <a:pt x="41" y="229"/>
                  </a:lnTo>
                  <a:lnTo>
                    <a:pt x="52" y="194"/>
                  </a:lnTo>
                  <a:lnTo>
                    <a:pt x="67" y="162"/>
                  </a:lnTo>
                  <a:lnTo>
                    <a:pt x="82" y="133"/>
                  </a:lnTo>
                  <a:lnTo>
                    <a:pt x="98" y="106"/>
                  </a:lnTo>
                  <a:lnTo>
                    <a:pt x="116" y="81"/>
                  </a:lnTo>
                  <a:lnTo>
                    <a:pt x="136" y="61"/>
                  </a:lnTo>
                  <a:lnTo>
                    <a:pt x="156" y="43"/>
                  </a:lnTo>
                  <a:lnTo>
                    <a:pt x="178" y="31"/>
                  </a:lnTo>
                  <a:lnTo>
                    <a:pt x="199" y="20"/>
                  </a:lnTo>
                  <a:lnTo>
                    <a:pt x="221"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1242" name="Freeform 65"/>
            <p:cNvSpPr>
              <a:spLocks/>
            </p:cNvSpPr>
            <p:nvPr/>
          </p:nvSpPr>
          <p:spPr bwMode="auto">
            <a:xfrm>
              <a:off x="1140" y="2087"/>
              <a:ext cx="49" cy="85"/>
            </a:xfrm>
            <a:custGeom>
              <a:avLst/>
              <a:gdLst>
                <a:gd name="T0" fmla="*/ 2 w 246"/>
                <a:gd name="T1" fmla="*/ 3 h 424"/>
                <a:gd name="T2" fmla="*/ 2 w 246"/>
                <a:gd name="T3" fmla="*/ 3 h 424"/>
                <a:gd name="T4" fmla="*/ 2 w 246"/>
                <a:gd name="T5" fmla="*/ 3 h 424"/>
                <a:gd name="T6" fmla="*/ 2 w 246"/>
                <a:gd name="T7" fmla="*/ 3 h 424"/>
                <a:gd name="T8" fmla="*/ 2 w 246"/>
                <a:gd name="T9" fmla="*/ 2 h 424"/>
                <a:gd name="T10" fmla="*/ 2 w 246"/>
                <a:gd name="T11" fmla="*/ 2 h 424"/>
                <a:gd name="T12" fmla="*/ 2 w 246"/>
                <a:gd name="T13" fmla="*/ 2 h 424"/>
                <a:gd name="T14" fmla="*/ 2 w 246"/>
                <a:gd name="T15" fmla="*/ 2 h 424"/>
                <a:gd name="T16" fmla="*/ 2 w 246"/>
                <a:gd name="T17" fmla="*/ 1 h 424"/>
                <a:gd name="T18" fmla="*/ 1 w 246"/>
                <a:gd name="T19" fmla="*/ 1 h 424"/>
                <a:gd name="T20" fmla="*/ 1 w 246"/>
                <a:gd name="T21" fmla="*/ 1 h 424"/>
                <a:gd name="T22" fmla="*/ 1 w 246"/>
                <a:gd name="T23" fmla="*/ 1 h 424"/>
                <a:gd name="T24" fmla="*/ 1 w 246"/>
                <a:gd name="T25" fmla="*/ 0 h 424"/>
                <a:gd name="T26" fmla="*/ 1 w 246"/>
                <a:gd name="T27" fmla="*/ 0 h 424"/>
                <a:gd name="T28" fmla="*/ 1 w 246"/>
                <a:gd name="T29" fmla="*/ 0 h 424"/>
                <a:gd name="T30" fmla="*/ 0 w 246"/>
                <a:gd name="T31" fmla="*/ 0 h 424"/>
                <a:gd name="T32" fmla="*/ 0 w 246"/>
                <a:gd name="T33" fmla="*/ 0 h 424"/>
                <a:gd name="T34" fmla="*/ 0 w 246"/>
                <a:gd name="T35" fmla="*/ 0 h 424"/>
                <a:gd name="T36" fmla="*/ 0 w 246"/>
                <a:gd name="T37" fmla="*/ 0 h 424"/>
                <a:gd name="T38" fmla="*/ 0 w 246"/>
                <a:gd name="T39" fmla="*/ 0 h 424"/>
                <a:gd name="T40" fmla="*/ 0 w 246"/>
                <a:gd name="T41" fmla="*/ 0 h 424"/>
                <a:gd name="T42" fmla="*/ 1 w 246"/>
                <a:gd name="T43" fmla="*/ 0 h 424"/>
                <a:gd name="T44" fmla="*/ 1 w 246"/>
                <a:gd name="T45" fmla="*/ 0 h 424"/>
                <a:gd name="T46" fmla="*/ 1 w 246"/>
                <a:gd name="T47" fmla="*/ 0 h 424"/>
                <a:gd name="T48" fmla="*/ 1 w 246"/>
                <a:gd name="T49" fmla="*/ 1 h 424"/>
                <a:gd name="T50" fmla="*/ 1 w 246"/>
                <a:gd name="T51" fmla="*/ 1 h 424"/>
                <a:gd name="T52" fmla="*/ 1 w 246"/>
                <a:gd name="T53" fmla="*/ 1 h 424"/>
                <a:gd name="T54" fmla="*/ 1 w 246"/>
                <a:gd name="T55" fmla="*/ 1 h 424"/>
                <a:gd name="T56" fmla="*/ 2 w 246"/>
                <a:gd name="T57" fmla="*/ 2 h 424"/>
                <a:gd name="T58" fmla="*/ 2 w 246"/>
                <a:gd name="T59" fmla="*/ 2 h 424"/>
                <a:gd name="T60" fmla="*/ 2 w 246"/>
                <a:gd name="T61" fmla="*/ 2 h 424"/>
                <a:gd name="T62" fmla="*/ 2 w 246"/>
                <a:gd name="T63" fmla="*/ 2 h 424"/>
                <a:gd name="T64" fmla="*/ 2 w 246"/>
                <a:gd name="T65" fmla="*/ 3 h 424"/>
                <a:gd name="T66" fmla="*/ 2 w 246"/>
                <a:gd name="T67" fmla="*/ 3 h 424"/>
                <a:gd name="T68" fmla="*/ 2 w 246"/>
                <a:gd name="T69" fmla="*/ 3 h 424"/>
                <a:gd name="T70" fmla="*/ 2 w 246"/>
                <a:gd name="T71" fmla="*/ 3 h 424"/>
                <a:gd name="T72" fmla="*/ 2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424"/>
                  </a:moveTo>
                  <a:lnTo>
                    <a:pt x="246" y="424"/>
                  </a:lnTo>
                  <a:lnTo>
                    <a:pt x="244" y="382"/>
                  </a:lnTo>
                  <a:lnTo>
                    <a:pt x="241" y="338"/>
                  </a:lnTo>
                  <a:lnTo>
                    <a:pt x="235" y="298"/>
                  </a:lnTo>
                  <a:lnTo>
                    <a:pt x="227" y="261"/>
                  </a:lnTo>
                  <a:lnTo>
                    <a:pt x="216" y="222"/>
                  </a:lnTo>
                  <a:lnTo>
                    <a:pt x="205" y="188"/>
                  </a:lnTo>
                  <a:lnTo>
                    <a:pt x="190" y="155"/>
                  </a:lnTo>
                  <a:lnTo>
                    <a:pt x="174" y="125"/>
                  </a:lnTo>
                  <a:lnTo>
                    <a:pt x="157" y="98"/>
                  </a:lnTo>
                  <a:lnTo>
                    <a:pt x="138" y="73"/>
                  </a:lnTo>
                  <a:lnTo>
                    <a:pt x="118" y="51"/>
                  </a:lnTo>
                  <a:lnTo>
                    <a:pt x="96" y="34"/>
                  </a:lnTo>
                  <a:lnTo>
                    <a:pt x="74" y="18"/>
                  </a:lnTo>
                  <a:lnTo>
                    <a:pt x="50" y="8"/>
                  </a:lnTo>
                  <a:lnTo>
                    <a:pt x="25" y="2"/>
                  </a:lnTo>
                  <a:lnTo>
                    <a:pt x="0" y="0"/>
                  </a:lnTo>
                  <a:lnTo>
                    <a:pt x="0" y="11"/>
                  </a:lnTo>
                  <a:lnTo>
                    <a:pt x="23" y="14"/>
                  </a:lnTo>
                  <a:lnTo>
                    <a:pt x="45" y="19"/>
                  </a:lnTo>
                  <a:lnTo>
                    <a:pt x="67" y="30"/>
                  </a:lnTo>
                  <a:lnTo>
                    <a:pt x="89" y="43"/>
                  </a:lnTo>
                  <a:lnTo>
                    <a:pt x="108" y="60"/>
                  </a:lnTo>
                  <a:lnTo>
                    <a:pt x="128" y="80"/>
                  </a:lnTo>
                  <a:lnTo>
                    <a:pt x="147" y="105"/>
                  </a:lnTo>
                  <a:lnTo>
                    <a:pt x="165" y="132"/>
                  </a:lnTo>
                  <a:lnTo>
                    <a:pt x="179" y="160"/>
                  </a:lnTo>
                  <a:lnTo>
                    <a:pt x="193" y="193"/>
                  </a:lnTo>
                  <a:lnTo>
                    <a:pt x="205" y="227"/>
                  </a:lnTo>
                  <a:lnTo>
                    <a:pt x="215" y="263"/>
                  </a:lnTo>
                  <a:lnTo>
                    <a:pt x="223" y="301"/>
                  </a:lnTo>
                  <a:lnTo>
                    <a:pt x="229" y="341"/>
                  </a:lnTo>
                  <a:lnTo>
                    <a:pt x="233" y="382"/>
                  </a:lnTo>
                  <a:lnTo>
                    <a:pt x="234" y="424"/>
                  </a:lnTo>
                  <a:lnTo>
                    <a:pt x="246"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1243" name="Freeform 66"/>
            <p:cNvSpPr>
              <a:spLocks/>
            </p:cNvSpPr>
            <p:nvPr/>
          </p:nvSpPr>
          <p:spPr bwMode="auto">
            <a:xfrm>
              <a:off x="1140" y="2172"/>
              <a:ext cx="49" cy="85"/>
            </a:xfrm>
            <a:custGeom>
              <a:avLst/>
              <a:gdLst>
                <a:gd name="T0" fmla="*/ 0 w 246"/>
                <a:gd name="T1" fmla="*/ 3 h 426"/>
                <a:gd name="T2" fmla="*/ 0 w 246"/>
                <a:gd name="T3" fmla="*/ 3 h 426"/>
                <a:gd name="T4" fmla="*/ 0 w 246"/>
                <a:gd name="T5" fmla="*/ 3 h 426"/>
                <a:gd name="T6" fmla="*/ 0 w 246"/>
                <a:gd name="T7" fmla="*/ 3 h 426"/>
                <a:gd name="T8" fmla="*/ 1 w 246"/>
                <a:gd name="T9" fmla="*/ 3 h 426"/>
                <a:gd name="T10" fmla="*/ 1 w 246"/>
                <a:gd name="T11" fmla="*/ 3 h 426"/>
                <a:gd name="T12" fmla="*/ 1 w 246"/>
                <a:gd name="T13" fmla="*/ 3 h 426"/>
                <a:gd name="T14" fmla="*/ 1 w 246"/>
                <a:gd name="T15" fmla="*/ 3 h 426"/>
                <a:gd name="T16" fmla="*/ 1 w 246"/>
                <a:gd name="T17" fmla="*/ 3 h 426"/>
                <a:gd name="T18" fmla="*/ 1 w 246"/>
                <a:gd name="T19" fmla="*/ 2 h 426"/>
                <a:gd name="T20" fmla="*/ 2 w 246"/>
                <a:gd name="T21" fmla="*/ 2 h 426"/>
                <a:gd name="T22" fmla="*/ 2 w 246"/>
                <a:gd name="T23" fmla="*/ 2 h 426"/>
                <a:gd name="T24" fmla="*/ 2 w 246"/>
                <a:gd name="T25" fmla="*/ 2 h 426"/>
                <a:gd name="T26" fmla="*/ 2 w 246"/>
                <a:gd name="T27" fmla="*/ 1 h 426"/>
                <a:gd name="T28" fmla="*/ 2 w 246"/>
                <a:gd name="T29" fmla="*/ 1 h 426"/>
                <a:gd name="T30" fmla="*/ 2 w 246"/>
                <a:gd name="T31" fmla="*/ 1 h 426"/>
                <a:gd name="T32" fmla="*/ 2 w 246"/>
                <a:gd name="T33" fmla="*/ 0 h 426"/>
                <a:gd name="T34" fmla="*/ 2 w 246"/>
                <a:gd name="T35" fmla="*/ 0 h 426"/>
                <a:gd name="T36" fmla="*/ 2 w 246"/>
                <a:gd name="T37" fmla="*/ 0 h 426"/>
                <a:gd name="T38" fmla="*/ 2 w 246"/>
                <a:gd name="T39" fmla="*/ 0 h 426"/>
                <a:gd name="T40" fmla="*/ 2 w 246"/>
                <a:gd name="T41" fmla="*/ 1 h 426"/>
                <a:gd name="T42" fmla="*/ 2 w 246"/>
                <a:gd name="T43" fmla="*/ 1 h 426"/>
                <a:gd name="T44" fmla="*/ 2 w 246"/>
                <a:gd name="T45" fmla="*/ 1 h 426"/>
                <a:gd name="T46" fmla="*/ 2 w 246"/>
                <a:gd name="T47" fmla="*/ 2 h 426"/>
                <a:gd name="T48" fmla="*/ 2 w 246"/>
                <a:gd name="T49" fmla="*/ 2 h 426"/>
                <a:gd name="T50" fmla="*/ 1 w 246"/>
                <a:gd name="T51" fmla="*/ 2 h 426"/>
                <a:gd name="T52" fmla="*/ 1 w 246"/>
                <a:gd name="T53" fmla="*/ 2 h 426"/>
                <a:gd name="T54" fmla="*/ 1 w 246"/>
                <a:gd name="T55" fmla="*/ 3 h 426"/>
                <a:gd name="T56" fmla="*/ 1 w 246"/>
                <a:gd name="T57" fmla="*/ 3 h 426"/>
                <a:gd name="T58" fmla="*/ 1 w 246"/>
                <a:gd name="T59" fmla="*/ 3 h 426"/>
                <a:gd name="T60" fmla="*/ 1 w 246"/>
                <a:gd name="T61" fmla="*/ 3 h 426"/>
                <a:gd name="T62" fmla="*/ 1 w 246"/>
                <a:gd name="T63" fmla="*/ 3 h 426"/>
                <a:gd name="T64" fmla="*/ 0 w 246"/>
                <a:gd name="T65" fmla="*/ 3 h 426"/>
                <a:gd name="T66" fmla="*/ 0 w 246"/>
                <a:gd name="T67" fmla="*/ 3 h 426"/>
                <a:gd name="T68" fmla="*/ 0 w 246"/>
                <a:gd name="T69" fmla="*/ 3 h 426"/>
                <a:gd name="T70" fmla="*/ 0 w 246"/>
                <a:gd name="T71" fmla="*/ 3 h 426"/>
                <a:gd name="T72" fmla="*/ 0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426"/>
                  </a:moveTo>
                  <a:lnTo>
                    <a:pt x="0" y="426"/>
                  </a:lnTo>
                  <a:lnTo>
                    <a:pt x="25" y="423"/>
                  </a:lnTo>
                  <a:lnTo>
                    <a:pt x="50" y="417"/>
                  </a:lnTo>
                  <a:lnTo>
                    <a:pt x="74" y="407"/>
                  </a:lnTo>
                  <a:lnTo>
                    <a:pt x="96" y="392"/>
                  </a:lnTo>
                  <a:lnTo>
                    <a:pt x="118" y="373"/>
                  </a:lnTo>
                  <a:lnTo>
                    <a:pt x="138" y="350"/>
                  </a:lnTo>
                  <a:lnTo>
                    <a:pt x="157" y="327"/>
                  </a:lnTo>
                  <a:lnTo>
                    <a:pt x="175" y="299"/>
                  </a:lnTo>
                  <a:lnTo>
                    <a:pt x="190" y="268"/>
                  </a:lnTo>
                  <a:lnTo>
                    <a:pt x="205" y="236"/>
                  </a:lnTo>
                  <a:lnTo>
                    <a:pt x="216" y="202"/>
                  </a:lnTo>
                  <a:lnTo>
                    <a:pt x="227" y="164"/>
                  </a:lnTo>
                  <a:lnTo>
                    <a:pt x="235" y="125"/>
                  </a:lnTo>
                  <a:lnTo>
                    <a:pt x="241" y="86"/>
                  </a:lnTo>
                  <a:lnTo>
                    <a:pt x="244" y="42"/>
                  </a:lnTo>
                  <a:lnTo>
                    <a:pt x="246" y="0"/>
                  </a:lnTo>
                  <a:lnTo>
                    <a:pt x="234" y="0"/>
                  </a:lnTo>
                  <a:lnTo>
                    <a:pt x="233" y="42"/>
                  </a:lnTo>
                  <a:lnTo>
                    <a:pt x="229" y="83"/>
                  </a:lnTo>
                  <a:lnTo>
                    <a:pt x="223" y="123"/>
                  </a:lnTo>
                  <a:lnTo>
                    <a:pt x="215" y="162"/>
                  </a:lnTo>
                  <a:lnTo>
                    <a:pt x="205" y="197"/>
                  </a:lnTo>
                  <a:lnTo>
                    <a:pt x="193" y="231"/>
                  </a:lnTo>
                  <a:lnTo>
                    <a:pt x="179" y="264"/>
                  </a:lnTo>
                  <a:lnTo>
                    <a:pt x="164" y="292"/>
                  </a:lnTo>
                  <a:lnTo>
                    <a:pt x="147" y="320"/>
                  </a:lnTo>
                  <a:lnTo>
                    <a:pt x="128" y="343"/>
                  </a:lnTo>
                  <a:lnTo>
                    <a:pt x="108" y="363"/>
                  </a:lnTo>
                  <a:lnTo>
                    <a:pt x="89" y="382"/>
                  </a:lnTo>
                  <a:lnTo>
                    <a:pt x="67" y="395"/>
                  </a:lnTo>
                  <a:lnTo>
                    <a:pt x="45" y="406"/>
                  </a:lnTo>
                  <a:lnTo>
                    <a:pt x="23" y="411"/>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1244" name="Freeform 67"/>
            <p:cNvSpPr>
              <a:spLocks/>
            </p:cNvSpPr>
            <p:nvPr/>
          </p:nvSpPr>
          <p:spPr bwMode="auto">
            <a:xfrm>
              <a:off x="1091" y="2172"/>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4" y="86"/>
                  </a:lnTo>
                  <a:lnTo>
                    <a:pt x="10" y="125"/>
                  </a:lnTo>
                  <a:lnTo>
                    <a:pt x="18" y="164"/>
                  </a:lnTo>
                  <a:lnTo>
                    <a:pt x="29" y="202"/>
                  </a:lnTo>
                  <a:lnTo>
                    <a:pt x="41" y="236"/>
                  </a:lnTo>
                  <a:lnTo>
                    <a:pt x="55" y="268"/>
                  </a:lnTo>
                  <a:lnTo>
                    <a:pt x="70" y="299"/>
                  </a:lnTo>
                  <a:lnTo>
                    <a:pt x="89" y="327"/>
                  </a:lnTo>
                  <a:lnTo>
                    <a:pt x="106" y="350"/>
                  </a:lnTo>
                  <a:lnTo>
                    <a:pt x="126" y="373"/>
                  </a:lnTo>
                  <a:lnTo>
                    <a:pt x="148" y="392"/>
                  </a:lnTo>
                  <a:lnTo>
                    <a:pt x="171" y="407"/>
                  </a:lnTo>
                  <a:lnTo>
                    <a:pt x="194" y="417"/>
                  </a:lnTo>
                  <a:lnTo>
                    <a:pt x="219" y="423"/>
                  </a:lnTo>
                  <a:lnTo>
                    <a:pt x="245" y="426"/>
                  </a:lnTo>
                  <a:lnTo>
                    <a:pt x="245" y="414"/>
                  </a:lnTo>
                  <a:lnTo>
                    <a:pt x="221" y="411"/>
                  </a:lnTo>
                  <a:lnTo>
                    <a:pt x="199" y="406"/>
                  </a:lnTo>
                  <a:lnTo>
                    <a:pt x="178" y="395"/>
                  </a:lnTo>
                  <a:lnTo>
                    <a:pt x="155" y="382"/>
                  </a:lnTo>
                  <a:lnTo>
                    <a:pt x="136" y="363"/>
                  </a:lnTo>
                  <a:lnTo>
                    <a:pt x="116" y="343"/>
                  </a:lnTo>
                  <a:lnTo>
                    <a:pt x="98" y="320"/>
                  </a:lnTo>
                  <a:lnTo>
                    <a:pt x="82" y="292"/>
                  </a:lnTo>
                  <a:lnTo>
                    <a:pt x="66" y="264"/>
                  </a:lnTo>
                  <a:lnTo>
                    <a:pt x="52" y="231"/>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1245" name="Freeform 68"/>
            <p:cNvSpPr>
              <a:spLocks/>
            </p:cNvSpPr>
            <p:nvPr/>
          </p:nvSpPr>
          <p:spPr bwMode="auto">
            <a:xfrm>
              <a:off x="1091" y="2087"/>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4" y="8"/>
                  </a:lnTo>
                  <a:lnTo>
                    <a:pt x="171" y="18"/>
                  </a:lnTo>
                  <a:lnTo>
                    <a:pt x="148" y="34"/>
                  </a:lnTo>
                  <a:lnTo>
                    <a:pt x="126" y="51"/>
                  </a:lnTo>
                  <a:lnTo>
                    <a:pt x="106" y="73"/>
                  </a:lnTo>
                  <a:lnTo>
                    <a:pt x="89" y="98"/>
                  </a:lnTo>
                  <a:lnTo>
                    <a:pt x="71" y="125"/>
                  </a:lnTo>
                  <a:lnTo>
                    <a:pt x="55" y="155"/>
                  </a:lnTo>
                  <a:lnTo>
                    <a:pt x="41" y="188"/>
                  </a:lnTo>
                  <a:lnTo>
                    <a:pt x="29" y="222"/>
                  </a:lnTo>
                  <a:lnTo>
                    <a:pt x="18" y="261"/>
                  </a:lnTo>
                  <a:lnTo>
                    <a:pt x="10" y="298"/>
                  </a:lnTo>
                  <a:lnTo>
                    <a:pt x="4" y="338"/>
                  </a:lnTo>
                  <a:lnTo>
                    <a:pt x="1" y="382"/>
                  </a:lnTo>
                  <a:lnTo>
                    <a:pt x="0" y="424"/>
                  </a:lnTo>
                  <a:lnTo>
                    <a:pt x="11" y="424"/>
                  </a:lnTo>
                  <a:lnTo>
                    <a:pt x="13" y="382"/>
                  </a:lnTo>
                  <a:lnTo>
                    <a:pt x="16" y="341"/>
                  </a:lnTo>
                  <a:lnTo>
                    <a:pt x="22" y="301"/>
                  </a:lnTo>
                  <a:lnTo>
                    <a:pt x="30" y="263"/>
                  </a:lnTo>
                  <a:lnTo>
                    <a:pt x="41" y="227"/>
                  </a:lnTo>
                  <a:lnTo>
                    <a:pt x="52" y="193"/>
                  </a:lnTo>
                  <a:lnTo>
                    <a:pt x="66" y="160"/>
                  </a:lnTo>
                  <a:lnTo>
                    <a:pt x="80" y="132"/>
                  </a:lnTo>
                  <a:lnTo>
                    <a:pt x="98" y="105"/>
                  </a:lnTo>
                  <a:lnTo>
                    <a:pt x="116" y="80"/>
                  </a:lnTo>
                  <a:lnTo>
                    <a:pt x="136" y="60"/>
                  </a:lnTo>
                  <a:lnTo>
                    <a:pt x="155" y="43"/>
                  </a:lnTo>
                  <a:lnTo>
                    <a:pt x="178" y="30"/>
                  </a:lnTo>
                  <a:lnTo>
                    <a:pt x="199" y="19"/>
                  </a:lnTo>
                  <a:lnTo>
                    <a:pt x="221" y="14"/>
                  </a:lnTo>
                  <a:lnTo>
                    <a:pt x="245" y="11"/>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1246" name="Freeform 69"/>
            <p:cNvSpPr>
              <a:spLocks/>
            </p:cNvSpPr>
            <p:nvPr/>
          </p:nvSpPr>
          <p:spPr bwMode="auto">
            <a:xfrm>
              <a:off x="1392" y="2118"/>
              <a:ext cx="49" cy="85"/>
            </a:xfrm>
            <a:custGeom>
              <a:avLst/>
              <a:gdLst>
                <a:gd name="T0" fmla="*/ 2 w 246"/>
                <a:gd name="T1" fmla="*/ 3 h 426"/>
                <a:gd name="T2" fmla="*/ 2 w 246"/>
                <a:gd name="T3" fmla="*/ 3 h 426"/>
                <a:gd name="T4" fmla="*/ 2 w 246"/>
                <a:gd name="T5" fmla="*/ 3 h 426"/>
                <a:gd name="T6" fmla="*/ 2 w 246"/>
                <a:gd name="T7" fmla="*/ 3 h 426"/>
                <a:gd name="T8" fmla="*/ 2 w 246"/>
                <a:gd name="T9" fmla="*/ 2 h 426"/>
                <a:gd name="T10" fmla="*/ 2 w 246"/>
                <a:gd name="T11" fmla="*/ 2 h 426"/>
                <a:gd name="T12" fmla="*/ 2 w 246"/>
                <a:gd name="T13" fmla="*/ 2 h 426"/>
                <a:gd name="T14" fmla="*/ 2 w 246"/>
                <a:gd name="T15" fmla="*/ 2 h 426"/>
                <a:gd name="T16" fmla="*/ 2 w 246"/>
                <a:gd name="T17" fmla="*/ 1 h 426"/>
                <a:gd name="T18" fmla="*/ 1 w 246"/>
                <a:gd name="T19" fmla="*/ 1 h 426"/>
                <a:gd name="T20" fmla="*/ 1 w 246"/>
                <a:gd name="T21" fmla="*/ 1 h 426"/>
                <a:gd name="T22" fmla="*/ 1 w 246"/>
                <a:gd name="T23" fmla="*/ 1 h 426"/>
                <a:gd name="T24" fmla="*/ 1 w 246"/>
                <a:gd name="T25" fmla="*/ 0 h 426"/>
                <a:gd name="T26" fmla="*/ 1 w 246"/>
                <a:gd name="T27" fmla="*/ 0 h 426"/>
                <a:gd name="T28" fmla="*/ 1 w 246"/>
                <a:gd name="T29" fmla="*/ 0 h 426"/>
                <a:gd name="T30" fmla="*/ 0 w 246"/>
                <a:gd name="T31" fmla="*/ 0 h 426"/>
                <a:gd name="T32" fmla="*/ 0 w 246"/>
                <a:gd name="T33" fmla="*/ 0 h 426"/>
                <a:gd name="T34" fmla="*/ 0 w 246"/>
                <a:gd name="T35" fmla="*/ 0 h 426"/>
                <a:gd name="T36" fmla="*/ 0 w 246"/>
                <a:gd name="T37" fmla="*/ 0 h 426"/>
                <a:gd name="T38" fmla="*/ 0 w 246"/>
                <a:gd name="T39" fmla="*/ 0 h 426"/>
                <a:gd name="T40" fmla="*/ 0 w 246"/>
                <a:gd name="T41" fmla="*/ 0 h 426"/>
                <a:gd name="T42" fmla="*/ 1 w 246"/>
                <a:gd name="T43" fmla="*/ 0 h 426"/>
                <a:gd name="T44" fmla="*/ 1 w 246"/>
                <a:gd name="T45" fmla="*/ 0 h 426"/>
                <a:gd name="T46" fmla="*/ 1 w 246"/>
                <a:gd name="T47" fmla="*/ 1 h 426"/>
                <a:gd name="T48" fmla="*/ 1 w 246"/>
                <a:gd name="T49" fmla="*/ 1 h 426"/>
                <a:gd name="T50" fmla="*/ 1 w 246"/>
                <a:gd name="T51" fmla="*/ 1 h 426"/>
                <a:gd name="T52" fmla="*/ 1 w 246"/>
                <a:gd name="T53" fmla="*/ 1 h 426"/>
                <a:gd name="T54" fmla="*/ 1 w 246"/>
                <a:gd name="T55" fmla="*/ 1 h 426"/>
                <a:gd name="T56" fmla="*/ 2 w 246"/>
                <a:gd name="T57" fmla="*/ 2 h 426"/>
                <a:gd name="T58" fmla="*/ 2 w 246"/>
                <a:gd name="T59" fmla="*/ 2 h 426"/>
                <a:gd name="T60" fmla="*/ 2 w 246"/>
                <a:gd name="T61" fmla="*/ 2 h 426"/>
                <a:gd name="T62" fmla="*/ 2 w 246"/>
                <a:gd name="T63" fmla="*/ 2 h 426"/>
                <a:gd name="T64" fmla="*/ 2 w 246"/>
                <a:gd name="T65" fmla="*/ 3 h 426"/>
                <a:gd name="T66" fmla="*/ 2 w 246"/>
                <a:gd name="T67" fmla="*/ 3 h 426"/>
                <a:gd name="T68" fmla="*/ 2 w 246"/>
                <a:gd name="T69" fmla="*/ 3 h 426"/>
                <a:gd name="T70" fmla="*/ 2 w 246"/>
                <a:gd name="T71" fmla="*/ 3 h 426"/>
                <a:gd name="T72" fmla="*/ 2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246" y="426"/>
                  </a:moveTo>
                  <a:lnTo>
                    <a:pt x="246" y="426"/>
                  </a:lnTo>
                  <a:lnTo>
                    <a:pt x="245" y="384"/>
                  </a:lnTo>
                  <a:lnTo>
                    <a:pt x="242" y="340"/>
                  </a:lnTo>
                  <a:lnTo>
                    <a:pt x="236" y="301"/>
                  </a:lnTo>
                  <a:lnTo>
                    <a:pt x="228" y="262"/>
                  </a:lnTo>
                  <a:lnTo>
                    <a:pt x="217" y="224"/>
                  </a:lnTo>
                  <a:lnTo>
                    <a:pt x="205" y="190"/>
                  </a:lnTo>
                  <a:lnTo>
                    <a:pt x="191" y="158"/>
                  </a:lnTo>
                  <a:lnTo>
                    <a:pt x="176" y="126"/>
                  </a:lnTo>
                  <a:lnTo>
                    <a:pt x="157" y="99"/>
                  </a:lnTo>
                  <a:lnTo>
                    <a:pt x="139" y="75"/>
                  </a:lnTo>
                  <a:lnTo>
                    <a:pt x="119" y="53"/>
                  </a:lnTo>
                  <a:lnTo>
                    <a:pt x="96" y="34"/>
                  </a:lnTo>
                  <a:lnTo>
                    <a:pt x="75" y="19"/>
                  </a:lnTo>
                  <a:lnTo>
                    <a:pt x="51" y="9"/>
                  </a:lnTo>
                  <a:lnTo>
                    <a:pt x="26" y="3"/>
                  </a:lnTo>
                  <a:lnTo>
                    <a:pt x="0" y="0"/>
                  </a:lnTo>
                  <a:lnTo>
                    <a:pt x="0" y="12"/>
                  </a:lnTo>
                  <a:lnTo>
                    <a:pt x="24" y="15"/>
                  </a:lnTo>
                  <a:lnTo>
                    <a:pt x="46" y="20"/>
                  </a:lnTo>
                  <a:lnTo>
                    <a:pt x="68" y="31"/>
                  </a:lnTo>
                  <a:lnTo>
                    <a:pt x="89" y="44"/>
                  </a:lnTo>
                  <a:lnTo>
                    <a:pt x="109" y="63"/>
                  </a:lnTo>
                  <a:lnTo>
                    <a:pt x="129" y="83"/>
                  </a:lnTo>
                  <a:lnTo>
                    <a:pt x="148" y="106"/>
                  </a:lnTo>
                  <a:lnTo>
                    <a:pt x="164" y="133"/>
                  </a:lnTo>
                  <a:lnTo>
                    <a:pt x="180" y="162"/>
                  </a:lnTo>
                  <a:lnTo>
                    <a:pt x="194" y="195"/>
                  </a:lnTo>
                  <a:lnTo>
                    <a:pt x="205" y="229"/>
                  </a:lnTo>
                  <a:lnTo>
                    <a:pt x="216" y="264"/>
                  </a:lnTo>
                  <a:lnTo>
                    <a:pt x="224" y="303"/>
                  </a:lnTo>
                  <a:lnTo>
                    <a:pt x="230" y="343"/>
                  </a:lnTo>
                  <a:lnTo>
                    <a:pt x="233" y="384"/>
                  </a:lnTo>
                  <a:lnTo>
                    <a:pt x="235" y="426"/>
                  </a:lnTo>
                  <a:lnTo>
                    <a:pt x="246"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1247" name="Freeform 70"/>
            <p:cNvSpPr>
              <a:spLocks/>
            </p:cNvSpPr>
            <p:nvPr/>
          </p:nvSpPr>
          <p:spPr bwMode="auto">
            <a:xfrm>
              <a:off x="1392" y="2203"/>
              <a:ext cx="49" cy="85"/>
            </a:xfrm>
            <a:custGeom>
              <a:avLst/>
              <a:gdLst>
                <a:gd name="T0" fmla="*/ 0 w 246"/>
                <a:gd name="T1" fmla="*/ 3 h 424"/>
                <a:gd name="T2" fmla="*/ 0 w 246"/>
                <a:gd name="T3" fmla="*/ 3 h 424"/>
                <a:gd name="T4" fmla="*/ 0 w 246"/>
                <a:gd name="T5" fmla="*/ 3 h 424"/>
                <a:gd name="T6" fmla="*/ 0 w 246"/>
                <a:gd name="T7" fmla="*/ 3 h 424"/>
                <a:gd name="T8" fmla="*/ 1 w 246"/>
                <a:gd name="T9" fmla="*/ 3 h 424"/>
                <a:gd name="T10" fmla="*/ 1 w 246"/>
                <a:gd name="T11" fmla="*/ 3 h 424"/>
                <a:gd name="T12" fmla="*/ 1 w 246"/>
                <a:gd name="T13" fmla="*/ 3 h 424"/>
                <a:gd name="T14" fmla="*/ 1 w 246"/>
                <a:gd name="T15" fmla="*/ 3 h 424"/>
                <a:gd name="T16" fmla="*/ 1 w 246"/>
                <a:gd name="T17" fmla="*/ 3 h 424"/>
                <a:gd name="T18" fmla="*/ 1 w 246"/>
                <a:gd name="T19" fmla="*/ 2 h 424"/>
                <a:gd name="T20" fmla="*/ 2 w 246"/>
                <a:gd name="T21" fmla="*/ 2 h 424"/>
                <a:gd name="T22" fmla="*/ 2 w 246"/>
                <a:gd name="T23" fmla="*/ 2 h 424"/>
                <a:gd name="T24" fmla="*/ 2 w 246"/>
                <a:gd name="T25" fmla="*/ 2 h 424"/>
                <a:gd name="T26" fmla="*/ 2 w 246"/>
                <a:gd name="T27" fmla="*/ 1 h 424"/>
                <a:gd name="T28" fmla="*/ 2 w 246"/>
                <a:gd name="T29" fmla="*/ 1 h 424"/>
                <a:gd name="T30" fmla="*/ 2 w 246"/>
                <a:gd name="T31" fmla="*/ 1 h 424"/>
                <a:gd name="T32" fmla="*/ 2 w 246"/>
                <a:gd name="T33" fmla="*/ 0 h 424"/>
                <a:gd name="T34" fmla="*/ 2 w 246"/>
                <a:gd name="T35" fmla="*/ 0 h 424"/>
                <a:gd name="T36" fmla="*/ 2 w 246"/>
                <a:gd name="T37" fmla="*/ 0 h 424"/>
                <a:gd name="T38" fmla="*/ 2 w 246"/>
                <a:gd name="T39" fmla="*/ 0 h 424"/>
                <a:gd name="T40" fmla="*/ 2 w 246"/>
                <a:gd name="T41" fmla="*/ 1 h 424"/>
                <a:gd name="T42" fmla="*/ 2 w 246"/>
                <a:gd name="T43" fmla="*/ 1 h 424"/>
                <a:gd name="T44" fmla="*/ 2 w 246"/>
                <a:gd name="T45" fmla="*/ 1 h 424"/>
                <a:gd name="T46" fmla="*/ 2 w 246"/>
                <a:gd name="T47" fmla="*/ 2 h 424"/>
                <a:gd name="T48" fmla="*/ 2 w 246"/>
                <a:gd name="T49" fmla="*/ 2 h 424"/>
                <a:gd name="T50" fmla="*/ 1 w 246"/>
                <a:gd name="T51" fmla="*/ 2 h 424"/>
                <a:gd name="T52" fmla="*/ 1 w 246"/>
                <a:gd name="T53" fmla="*/ 2 h 424"/>
                <a:gd name="T54" fmla="*/ 1 w 246"/>
                <a:gd name="T55" fmla="*/ 3 h 424"/>
                <a:gd name="T56" fmla="*/ 1 w 246"/>
                <a:gd name="T57" fmla="*/ 3 h 424"/>
                <a:gd name="T58" fmla="*/ 1 w 246"/>
                <a:gd name="T59" fmla="*/ 3 h 424"/>
                <a:gd name="T60" fmla="*/ 1 w 246"/>
                <a:gd name="T61" fmla="*/ 3 h 424"/>
                <a:gd name="T62" fmla="*/ 1 w 246"/>
                <a:gd name="T63" fmla="*/ 3 h 424"/>
                <a:gd name="T64" fmla="*/ 0 w 246"/>
                <a:gd name="T65" fmla="*/ 3 h 424"/>
                <a:gd name="T66" fmla="*/ 0 w 246"/>
                <a:gd name="T67" fmla="*/ 3 h 424"/>
                <a:gd name="T68" fmla="*/ 0 w 246"/>
                <a:gd name="T69" fmla="*/ 3 h 424"/>
                <a:gd name="T70" fmla="*/ 0 w 246"/>
                <a:gd name="T71" fmla="*/ 3 h 424"/>
                <a:gd name="T72" fmla="*/ 0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0" y="424"/>
                  </a:moveTo>
                  <a:lnTo>
                    <a:pt x="0" y="424"/>
                  </a:lnTo>
                  <a:lnTo>
                    <a:pt x="26" y="422"/>
                  </a:lnTo>
                  <a:lnTo>
                    <a:pt x="51" y="416"/>
                  </a:lnTo>
                  <a:lnTo>
                    <a:pt x="75" y="406"/>
                  </a:lnTo>
                  <a:lnTo>
                    <a:pt x="96" y="390"/>
                  </a:lnTo>
                  <a:lnTo>
                    <a:pt x="119" y="373"/>
                  </a:lnTo>
                  <a:lnTo>
                    <a:pt x="139" y="351"/>
                  </a:lnTo>
                  <a:lnTo>
                    <a:pt x="157" y="326"/>
                  </a:lnTo>
                  <a:lnTo>
                    <a:pt x="175" y="299"/>
                  </a:lnTo>
                  <a:lnTo>
                    <a:pt x="191" y="269"/>
                  </a:lnTo>
                  <a:lnTo>
                    <a:pt x="205" y="236"/>
                  </a:lnTo>
                  <a:lnTo>
                    <a:pt x="217" y="202"/>
                  </a:lnTo>
                  <a:lnTo>
                    <a:pt x="228" y="163"/>
                  </a:lnTo>
                  <a:lnTo>
                    <a:pt x="236" y="125"/>
                  </a:lnTo>
                  <a:lnTo>
                    <a:pt x="242" y="86"/>
                  </a:lnTo>
                  <a:lnTo>
                    <a:pt x="245" y="42"/>
                  </a:lnTo>
                  <a:lnTo>
                    <a:pt x="246" y="0"/>
                  </a:lnTo>
                  <a:lnTo>
                    <a:pt x="235" y="0"/>
                  </a:lnTo>
                  <a:lnTo>
                    <a:pt x="233" y="42"/>
                  </a:lnTo>
                  <a:lnTo>
                    <a:pt x="230" y="83"/>
                  </a:lnTo>
                  <a:lnTo>
                    <a:pt x="224" y="123"/>
                  </a:lnTo>
                  <a:lnTo>
                    <a:pt x="216" y="161"/>
                  </a:lnTo>
                  <a:lnTo>
                    <a:pt x="205" y="197"/>
                  </a:lnTo>
                  <a:lnTo>
                    <a:pt x="194" y="231"/>
                  </a:lnTo>
                  <a:lnTo>
                    <a:pt x="180" y="264"/>
                  </a:lnTo>
                  <a:lnTo>
                    <a:pt x="166" y="292"/>
                  </a:lnTo>
                  <a:lnTo>
                    <a:pt x="148" y="319"/>
                  </a:lnTo>
                  <a:lnTo>
                    <a:pt x="129" y="344"/>
                  </a:lnTo>
                  <a:lnTo>
                    <a:pt x="109" y="364"/>
                  </a:lnTo>
                  <a:lnTo>
                    <a:pt x="89" y="381"/>
                  </a:lnTo>
                  <a:lnTo>
                    <a:pt x="68" y="394"/>
                  </a:lnTo>
                  <a:lnTo>
                    <a:pt x="46" y="405"/>
                  </a:lnTo>
                  <a:lnTo>
                    <a:pt x="24" y="410"/>
                  </a:lnTo>
                  <a:lnTo>
                    <a:pt x="0" y="413"/>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1248" name="Freeform 71"/>
            <p:cNvSpPr>
              <a:spLocks/>
            </p:cNvSpPr>
            <p:nvPr/>
          </p:nvSpPr>
          <p:spPr bwMode="auto">
            <a:xfrm>
              <a:off x="1343" y="2203"/>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2" y="42"/>
                  </a:lnTo>
                  <a:lnTo>
                    <a:pt x="5" y="86"/>
                  </a:lnTo>
                  <a:lnTo>
                    <a:pt x="11" y="125"/>
                  </a:lnTo>
                  <a:lnTo>
                    <a:pt x="19" y="163"/>
                  </a:lnTo>
                  <a:lnTo>
                    <a:pt x="30" y="202"/>
                  </a:lnTo>
                  <a:lnTo>
                    <a:pt x="41" y="236"/>
                  </a:lnTo>
                  <a:lnTo>
                    <a:pt x="56" y="269"/>
                  </a:lnTo>
                  <a:lnTo>
                    <a:pt x="72" y="299"/>
                  </a:lnTo>
                  <a:lnTo>
                    <a:pt x="90" y="326"/>
                  </a:lnTo>
                  <a:lnTo>
                    <a:pt x="108" y="351"/>
                  </a:lnTo>
                  <a:lnTo>
                    <a:pt x="127" y="373"/>
                  </a:lnTo>
                  <a:lnTo>
                    <a:pt x="149" y="390"/>
                  </a:lnTo>
                  <a:lnTo>
                    <a:pt x="172" y="406"/>
                  </a:lnTo>
                  <a:lnTo>
                    <a:pt x="195" y="416"/>
                  </a:lnTo>
                  <a:lnTo>
                    <a:pt x="220" y="422"/>
                  </a:lnTo>
                  <a:lnTo>
                    <a:pt x="245" y="424"/>
                  </a:lnTo>
                  <a:lnTo>
                    <a:pt x="245" y="413"/>
                  </a:lnTo>
                  <a:lnTo>
                    <a:pt x="222" y="410"/>
                  </a:lnTo>
                  <a:lnTo>
                    <a:pt x="200" y="405"/>
                  </a:lnTo>
                  <a:lnTo>
                    <a:pt x="179" y="394"/>
                  </a:lnTo>
                  <a:lnTo>
                    <a:pt x="156" y="381"/>
                  </a:lnTo>
                  <a:lnTo>
                    <a:pt x="136" y="364"/>
                  </a:lnTo>
                  <a:lnTo>
                    <a:pt x="118" y="344"/>
                  </a:lnTo>
                  <a:lnTo>
                    <a:pt x="99" y="319"/>
                  </a:lnTo>
                  <a:lnTo>
                    <a:pt x="81" y="292"/>
                  </a:lnTo>
                  <a:lnTo>
                    <a:pt x="67" y="264"/>
                  </a:lnTo>
                  <a:lnTo>
                    <a:pt x="53" y="231"/>
                  </a:lnTo>
                  <a:lnTo>
                    <a:pt x="41" y="197"/>
                  </a:lnTo>
                  <a:lnTo>
                    <a:pt x="31" y="161"/>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1249" name="Freeform 72"/>
            <p:cNvSpPr>
              <a:spLocks/>
            </p:cNvSpPr>
            <p:nvPr/>
          </p:nvSpPr>
          <p:spPr bwMode="auto">
            <a:xfrm>
              <a:off x="1343" y="2118"/>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1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20" y="3"/>
                  </a:lnTo>
                  <a:lnTo>
                    <a:pt x="195" y="9"/>
                  </a:lnTo>
                  <a:lnTo>
                    <a:pt x="172" y="19"/>
                  </a:lnTo>
                  <a:lnTo>
                    <a:pt x="149" y="34"/>
                  </a:lnTo>
                  <a:lnTo>
                    <a:pt x="127" y="53"/>
                  </a:lnTo>
                  <a:lnTo>
                    <a:pt x="108" y="75"/>
                  </a:lnTo>
                  <a:lnTo>
                    <a:pt x="90" y="99"/>
                  </a:lnTo>
                  <a:lnTo>
                    <a:pt x="71" y="126"/>
                  </a:lnTo>
                  <a:lnTo>
                    <a:pt x="56" y="158"/>
                  </a:lnTo>
                  <a:lnTo>
                    <a:pt x="41" y="190"/>
                  </a:lnTo>
                  <a:lnTo>
                    <a:pt x="30" y="224"/>
                  </a:lnTo>
                  <a:lnTo>
                    <a:pt x="19" y="262"/>
                  </a:lnTo>
                  <a:lnTo>
                    <a:pt x="11" y="301"/>
                  </a:lnTo>
                  <a:lnTo>
                    <a:pt x="5" y="340"/>
                  </a:lnTo>
                  <a:lnTo>
                    <a:pt x="2" y="384"/>
                  </a:lnTo>
                  <a:lnTo>
                    <a:pt x="0" y="426"/>
                  </a:lnTo>
                  <a:lnTo>
                    <a:pt x="12" y="426"/>
                  </a:lnTo>
                  <a:lnTo>
                    <a:pt x="13" y="384"/>
                  </a:lnTo>
                  <a:lnTo>
                    <a:pt x="17" y="343"/>
                  </a:lnTo>
                  <a:lnTo>
                    <a:pt x="23" y="303"/>
                  </a:lnTo>
                  <a:lnTo>
                    <a:pt x="31" y="264"/>
                  </a:lnTo>
                  <a:lnTo>
                    <a:pt x="41" y="229"/>
                  </a:lnTo>
                  <a:lnTo>
                    <a:pt x="53" y="195"/>
                  </a:lnTo>
                  <a:lnTo>
                    <a:pt x="67" y="162"/>
                  </a:lnTo>
                  <a:lnTo>
                    <a:pt x="82" y="133"/>
                  </a:lnTo>
                  <a:lnTo>
                    <a:pt x="99" y="106"/>
                  </a:lnTo>
                  <a:lnTo>
                    <a:pt x="118" y="83"/>
                  </a:lnTo>
                  <a:lnTo>
                    <a:pt x="136" y="63"/>
                  </a:lnTo>
                  <a:lnTo>
                    <a:pt x="156" y="44"/>
                  </a:lnTo>
                  <a:lnTo>
                    <a:pt x="179" y="31"/>
                  </a:lnTo>
                  <a:lnTo>
                    <a:pt x="200" y="20"/>
                  </a:lnTo>
                  <a:lnTo>
                    <a:pt x="222" y="15"/>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1250" name="Freeform 73"/>
            <p:cNvSpPr>
              <a:spLocks/>
            </p:cNvSpPr>
            <p:nvPr/>
          </p:nvSpPr>
          <p:spPr bwMode="auto">
            <a:xfrm>
              <a:off x="1384" y="1859"/>
              <a:ext cx="49" cy="84"/>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1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3" y="382"/>
                  </a:lnTo>
                  <a:lnTo>
                    <a:pt x="240" y="339"/>
                  </a:lnTo>
                  <a:lnTo>
                    <a:pt x="234" y="299"/>
                  </a:lnTo>
                  <a:lnTo>
                    <a:pt x="226" y="261"/>
                  </a:lnTo>
                  <a:lnTo>
                    <a:pt x="215" y="222"/>
                  </a:lnTo>
                  <a:lnTo>
                    <a:pt x="204" y="188"/>
                  </a:lnTo>
                  <a:lnTo>
                    <a:pt x="189" y="156"/>
                  </a:lnTo>
                  <a:lnTo>
                    <a:pt x="173" y="125"/>
                  </a:lnTo>
                  <a:lnTo>
                    <a:pt x="155" y="98"/>
                  </a:lnTo>
                  <a:lnTo>
                    <a:pt x="138" y="74"/>
                  </a:lnTo>
                  <a:lnTo>
                    <a:pt x="118" y="51"/>
                  </a:lnTo>
                  <a:lnTo>
                    <a:pt x="96" y="34"/>
                  </a:lnTo>
                  <a:lnTo>
                    <a:pt x="73" y="18"/>
                  </a:lnTo>
                  <a:lnTo>
                    <a:pt x="50" y="8"/>
                  </a:lnTo>
                  <a:lnTo>
                    <a:pt x="25" y="2"/>
                  </a:lnTo>
                  <a:lnTo>
                    <a:pt x="0" y="0"/>
                  </a:lnTo>
                  <a:lnTo>
                    <a:pt x="0" y="11"/>
                  </a:lnTo>
                  <a:lnTo>
                    <a:pt x="23" y="14"/>
                  </a:lnTo>
                  <a:lnTo>
                    <a:pt x="45" y="20"/>
                  </a:lnTo>
                  <a:lnTo>
                    <a:pt x="66" y="30"/>
                  </a:lnTo>
                  <a:lnTo>
                    <a:pt x="89" y="43"/>
                  </a:lnTo>
                  <a:lnTo>
                    <a:pt x="109" y="61"/>
                  </a:lnTo>
                  <a:lnTo>
                    <a:pt x="129" y="81"/>
                  </a:lnTo>
                  <a:lnTo>
                    <a:pt x="146" y="105"/>
                  </a:lnTo>
                  <a:lnTo>
                    <a:pt x="164" y="132"/>
                  </a:lnTo>
                  <a:lnTo>
                    <a:pt x="178" y="160"/>
                  </a:lnTo>
                  <a:lnTo>
                    <a:pt x="192" y="193"/>
                  </a:lnTo>
                  <a:lnTo>
                    <a:pt x="204" y="227"/>
                  </a:lnTo>
                  <a:lnTo>
                    <a:pt x="214" y="264"/>
                  </a:lnTo>
                  <a:lnTo>
                    <a:pt x="222" y="301"/>
                  </a:lnTo>
                  <a:lnTo>
                    <a:pt x="228"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1251" name="Freeform 74"/>
            <p:cNvSpPr>
              <a:spLocks/>
            </p:cNvSpPr>
            <p:nvPr/>
          </p:nvSpPr>
          <p:spPr bwMode="auto">
            <a:xfrm>
              <a:off x="1384" y="1943"/>
              <a:ext cx="49" cy="86"/>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5" y="423"/>
                  </a:lnTo>
                  <a:lnTo>
                    <a:pt x="50" y="418"/>
                  </a:lnTo>
                  <a:lnTo>
                    <a:pt x="73" y="407"/>
                  </a:lnTo>
                  <a:lnTo>
                    <a:pt x="96" y="392"/>
                  </a:lnTo>
                  <a:lnTo>
                    <a:pt x="118" y="374"/>
                  </a:lnTo>
                  <a:lnTo>
                    <a:pt x="138" y="352"/>
                  </a:lnTo>
                  <a:lnTo>
                    <a:pt x="155" y="327"/>
                  </a:lnTo>
                  <a:lnTo>
                    <a:pt x="174" y="300"/>
                  </a:lnTo>
                  <a:lnTo>
                    <a:pt x="189" y="269"/>
                  </a:lnTo>
                  <a:lnTo>
                    <a:pt x="204" y="237"/>
                  </a:lnTo>
                  <a:lnTo>
                    <a:pt x="215" y="202"/>
                  </a:lnTo>
                  <a:lnTo>
                    <a:pt x="226" y="164"/>
                  </a:lnTo>
                  <a:lnTo>
                    <a:pt x="234" y="126"/>
                  </a:lnTo>
                  <a:lnTo>
                    <a:pt x="240" y="86"/>
                  </a:lnTo>
                  <a:lnTo>
                    <a:pt x="243" y="42"/>
                  </a:lnTo>
                  <a:lnTo>
                    <a:pt x="245" y="0"/>
                  </a:lnTo>
                  <a:lnTo>
                    <a:pt x="233" y="0"/>
                  </a:lnTo>
                  <a:lnTo>
                    <a:pt x="232" y="42"/>
                  </a:lnTo>
                  <a:lnTo>
                    <a:pt x="228" y="83"/>
                  </a:lnTo>
                  <a:lnTo>
                    <a:pt x="222" y="123"/>
                  </a:lnTo>
                  <a:lnTo>
                    <a:pt x="214" y="162"/>
                  </a:lnTo>
                  <a:lnTo>
                    <a:pt x="204" y="197"/>
                  </a:lnTo>
                  <a:lnTo>
                    <a:pt x="192" y="232"/>
                  </a:lnTo>
                  <a:lnTo>
                    <a:pt x="178" y="264"/>
                  </a:lnTo>
                  <a:lnTo>
                    <a:pt x="163" y="293"/>
                  </a:lnTo>
                  <a:lnTo>
                    <a:pt x="146" y="320"/>
                  </a:lnTo>
                  <a:lnTo>
                    <a:pt x="129" y="345"/>
                  </a:lnTo>
                  <a:lnTo>
                    <a:pt x="109" y="365"/>
                  </a:lnTo>
                  <a:lnTo>
                    <a:pt x="89" y="382"/>
                  </a:lnTo>
                  <a:lnTo>
                    <a:pt x="66" y="395"/>
                  </a:lnTo>
                  <a:lnTo>
                    <a:pt x="45" y="406"/>
                  </a:lnTo>
                  <a:lnTo>
                    <a:pt x="23"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1252" name="Freeform 75"/>
            <p:cNvSpPr>
              <a:spLocks/>
            </p:cNvSpPr>
            <p:nvPr/>
          </p:nvSpPr>
          <p:spPr bwMode="auto">
            <a:xfrm>
              <a:off x="1335" y="1943"/>
              <a:ext cx="49" cy="86"/>
            </a:xfrm>
            <a:custGeom>
              <a:avLst/>
              <a:gdLst>
                <a:gd name="T0" fmla="*/ 0 w 246"/>
                <a:gd name="T1" fmla="*/ 0 h 426"/>
                <a:gd name="T2" fmla="*/ 0 w 246"/>
                <a:gd name="T3" fmla="*/ 0 h 426"/>
                <a:gd name="T4" fmla="*/ 0 w 246"/>
                <a:gd name="T5" fmla="*/ 0 h 426"/>
                <a:gd name="T6" fmla="*/ 0 w 246"/>
                <a:gd name="T7" fmla="*/ 1 h 426"/>
                <a:gd name="T8" fmla="*/ 0 w 246"/>
                <a:gd name="T9" fmla="*/ 1 h 426"/>
                <a:gd name="T10" fmla="*/ 0 w 246"/>
                <a:gd name="T11" fmla="*/ 1 h 426"/>
                <a:gd name="T12" fmla="*/ 0 w 246"/>
                <a:gd name="T13" fmla="*/ 2 h 426"/>
                <a:gd name="T14" fmla="*/ 0 w 246"/>
                <a:gd name="T15" fmla="*/ 2 h 426"/>
                <a:gd name="T16" fmla="*/ 0 w 246"/>
                <a:gd name="T17" fmla="*/ 2 h 426"/>
                <a:gd name="T18" fmla="*/ 1 w 246"/>
                <a:gd name="T19" fmla="*/ 2 h 426"/>
                <a:gd name="T20" fmla="*/ 1 w 246"/>
                <a:gd name="T21" fmla="*/ 3 h 426"/>
                <a:gd name="T22" fmla="*/ 1 w 246"/>
                <a:gd name="T23" fmla="*/ 3 h 426"/>
                <a:gd name="T24" fmla="*/ 1 w 246"/>
                <a:gd name="T25" fmla="*/ 3 h 426"/>
                <a:gd name="T26" fmla="*/ 1 w 246"/>
                <a:gd name="T27" fmla="*/ 3 h 426"/>
                <a:gd name="T28" fmla="*/ 1 w 246"/>
                <a:gd name="T29" fmla="*/ 3 h 426"/>
                <a:gd name="T30" fmla="*/ 2 w 246"/>
                <a:gd name="T31" fmla="*/ 3 h 426"/>
                <a:gd name="T32" fmla="*/ 2 w 246"/>
                <a:gd name="T33" fmla="*/ 3 h 426"/>
                <a:gd name="T34" fmla="*/ 2 w 246"/>
                <a:gd name="T35" fmla="*/ 3 h 426"/>
                <a:gd name="T36" fmla="*/ 2 w 246"/>
                <a:gd name="T37" fmla="*/ 3 h 426"/>
                <a:gd name="T38" fmla="*/ 2 w 246"/>
                <a:gd name="T39" fmla="*/ 3 h 426"/>
                <a:gd name="T40" fmla="*/ 2 w 246"/>
                <a:gd name="T41" fmla="*/ 3 h 426"/>
                <a:gd name="T42" fmla="*/ 1 w 246"/>
                <a:gd name="T43" fmla="*/ 3 h 426"/>
                <a:gd name="T44" fmla="*/ 1 w 246"/>
                <a:gd name="T45" fmla="*/ 3 h 426"/>
                <a:gd name="T46" fmla="*/ 1 w 246"/>
                <a:gd name="T47" fmla="*/ 3 h 426"/>
                <a:gd name="T48" fmla="*/ 1 w 246"/>
                <a:gd name="T49" fmla="*/ 3 h 426"/>
                <a:gd name="T50" fmla="*/ 1 w 246"/>
                <a:gd name="T51" fmla="*/ 3 h 426"/>
                <a:gd name="T52" fmla="*/ 1 w 246"/>
                <a:gd name="T53" fmla="*/ 2 h 426"/>
                <a:gd name="T54" fmla="*/ 1 w 246"/>
                <a:gd name="T55" fmla="*/ 2 h 426"/>
                <a:gd name="T56" fmla="*/ 0 w 246"/>
                <a:gd name="T57" fmla="*/ 2 h 426"/>
                <a:gd name="T58" fmla="*/ 0 w 246"/>
                <a:gd name="T59" fmla="*/ 2 h 426"/>
                <a:gd name="T60" fmla="*/ 0 w 246"/>
                <a:gd name="T61" fmla="*/ 1 h 426"/>
                <a:gd name="T62" fmla="*/ 0 w 246"/>
                <a:gd name="T63" fmla="*/ 1 h 426"/>
                <a:gd name="T64" fmla="*/ 0 w 246"/>
                <a:gd name="T65" fmla="*/ 1 h 426"/>
                <a:gd name="T66" fmla="*/ 0 w 246"/>
                <a:gd name="T67" fmla="*/ 0 h 426"/>
                <a:gd name="T68" fmla="*/ 0 w 246"/>
                <a:gd name="T69" fmla="*/ 0 h 426"/>
                <a:gd name="T70" fmla="*/ 0 w 246"/>
                <a:gd name="T71" fmla="*/ 0 h 426"/>
                <a:gd name="T72" fmla="*/ 0 w 246"/>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0"/>
                  </a:moveTo>
                  <a:lnTo>
                    <a:pt x="0" y="0"/>
                  </a:lnTo>
                  <a:lnTo>
                    <a:pt x="1" y="42"/>
                  </a:lnTo>
                  <a:lnTo>
                    <a:pt x="4" y="86"/>
                  </a:lnTo>
                  <a:lnTo>
                    <a:pt x="10" y="126"/>
                  </a:lnTo>
                  <a:lnTo>
                    <a:pt x="18" y="164"/>
                  </a:lnTo>
                  <a:lnTo>
                    <a:pt x="29" y="202"/>
                  </a:lnTo>
                  <a:lnTo>
                    <a:pt x="41" y="237"/>
                  </a:lnTo>
                  <a:lnTo>
                    <a:pt x="55" y="269"/>
                  </a:lnTo>
                  <a:lnTo>
                    <a:pt x="71" y="300"/>
                  </a:lnTo>
                  <a:lnTo>
                    <a:pt x="89" y="327"/>
                  </a:lnTo>
                  <a:lnTo>
                    <a:pt x="107" y="352"/>
                  </a:lnTo>
                  <a:lnTo>
                    <a:pt x="127" y="374"/>
                  </a:lnTo>
                  <a:lnTo>
                    <a:pt x="150" y="392"/>
                  </a:lnTo>
                  <a:lnTo>
                    <a:pt x="171" y="407"/>
                  </a:lnTo>
                  <a:lnTo>
                    <a:pt x="195" y="418"/>
                  </a:lnTo>
                  <a:lnTo>
                    <a:pt x="220" y="423"/>
                  </a:lnTo>
                  <a:lnTo>
                    <a:pt x="246" y="426"/>
                  </a:lnTo>
                  <a:lnTo>
                    <a:pt x="246" y="414"/>
                  </a:lnTo>
                  <a:lnTo>
                    <a:pt x="222" y="412"/>
                  </a:lnTo>
                  <a:lnTo>
                    <a:pt x="200" y="406"/>
                  </a:lnTo>
                  <a:lnTo>
                    <a:pt x="178" y="395"/>
                  </a:lnTo>
                  <a:lnTo>
                    <a:pt x="157" y="382"/>
                  </a:lnTo>
                  <a:lnTo>
                    <a:pt x="137" y="365"/>
                  </a:lnTo>
                  <a:lnTo>
                    <a:pt x="117" y="345"/>
                  </a:lnTo>
                  <a:lnTo>
                    <a:pt x="98" y="320"/>
                  </a:lnTo>
                  <a:lnTo>
                    <a:pt x="83" y="293"/>
                  </a:lnTo>
                  <a:lnTo>
                    <a:pt x="66" y="264"/>
                  </a:lnTo>
                  <a:lnTo>
                    <a:pt x="52" y="232"/>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1253" name="Freeform 76"/>
            <p:cNvSpPr>
              <a:spLocks/>
            </p:cNvSpPr>
            <p:nvPr/>
          </p:nvSpPr>
          <p:spPr bwMode="auto">
            <a:xfrm>
              <a:off x="1335" y="1859"/>
              <a:ext cx="49" cy="84"/>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1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0" y="2"/>
                  </a:lnTo>
                  <a:lnTo>
                    <a:pt x="195" y="8"/>
                  </a:lnTo>
                  <a:lnTo>
                    <a:pt x="171" y="18"/>
                  </a:lnTo>
                  <a:lnTo>
                    <a:pt x="150" y="34"/>
                  </a:lnTo>
                  <a:lnTo>
                    <a:pt x="127" y="51"/>
                  </a:lnTo>
                  <a:lnTo>
                    <a:pt x="107" y="74"/>
                  </a:lnTo>
                  <a:lnTo>
                    <a:pt x="89" y="98"/>
                  </a:lnTo>
                  <a:lnTo>
                    <a:pt x="72" y="125"/>
                  </a:lnTo>
                  <a:lnTo>
                    <a:pt x="55" y="156"/>
                  </a:lnTo>
                  <a:lnTo>
                    <a:pt x="41" y="188"/>
                  </a:lnTo>
                  <a:lnTo>
                    <a:pt x="29" y="222"/>
                  </a:lnTo>
                  <a:lnTo>
                    <a:pt x="18" y="261"/>
                  </a:lnTo>
                  <a:lnTo>
                    <a:pt x="10" y="299"/>
                  </a:lnTo>
                  <a:lnTo>
                    <a:pt x="4" y="339"/>
                  </a:lnTo>
                  <a:lnTo>
                    <a:pt x="1" y="382"/>
                  </a:lnTo>
                  <a:lnTo>
                    <a:pt x="0" y="424"/>
                  </a:lnTo>
                  <a:lnTo>
                    <a:pt x="11" y="424"/>
                  </a:lnTo>
                  <a:lnTo>
                    <a:pt x="13" y="382"/>
                  </a:lnTo>
                  <a:lnTo>
                    <a:pt x="16" y="341"/>
                  </a:lnTo>
                  <a:lnTo>
                    <a:pt x="22" y="301"/>
                  </a:lnTo>
                  <a:lnTo>
                    <a:pt x="30" y="264"/>
                  </a:lnTo>
                  <a:lnTo>
                    <a:pt x="41" y="227"/>
                  </a:lnTo>
                  <a:lnTo>
                    <a:pt x="52" y="193"/>
                  </a:lnTo>
                  <a:lnTo>
                    <a:pt x="66" y="160"/>
                  </a:lnTo>
                  <a:lnTo>
                    <a:pt x="82" y="132"/>
                  </a:lnTo>
                  <a:lnTo>
                    <a:pt x="98" y="105"/>
                  </a:lnTo>
                  <a:lnTo>
                    <a:pt x="117" y="81"/>
                  </a:lnTo>
                  <a:lnTo>
                    <a:pt x="137" y="61"/>
                  </a:lnTo>
                  <a:lnTo>
                    <a:pt x="157" y="43"/>
                  </a:lnTo>
                  <a:lnTo>
                    <a:pt x="178" y="30"/>
                  </a:lnTo>
                  <a:lnTo>
                    <a:pt x="200" y="20"/>
                  </a:lnTo>
                  <a:lnTo>
                    <a:pt x="222" y="14"/>
                  </a:lnTo>
                  <a:lnTo>
                    <a:pt x="246" y="11"/>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1254" name="Freeform 77"/>
            <p:cNvSpPr>
              <a:spLocks/>
            </p:cNvSpPr>
            <p:nvPr/>
          </p:nvSpPr>
          <p:spPr bwMode="auto">
            <a:xfrm>
              <a:off x="1552" y="1751"/>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1" y="339"/>
                  </a:lnTo>
                  <a:lnTo>
                    <a:pt x="235" y="299"/>
                  </a:lnTo>
                  <a:lnTo>
                    <a:pt x="226" y="261"/>
                  </a:lnTo>
                  <a:lnTo>
                    <a:pt x="216" y="223"/>
                  </a:lnTo>
                  <a:lnTo>
                    <a:pt x="204" y="189"/>
                  </a:lnTo>
                  <a:lnTo>
                    <a:pt x="190" y="156"/>
                  </a:lnTo>
                  <a:lnTo>
                    <a:pt x="174" y="125"/>
                  </a:lnTo>
                  <a:lnTo>
                    <a:pt x="156" y="98"/>
                  </a:lnTo>
                  <a:lnTo>
                    <a:pt x="137" y="74"/>
                  </a:lnTo>
                  <a:lnTo>
                    <a:pt x="119" y="52"/>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8" y="81"/>
                  </a:lnTo>
                  <a:lnTo>
                    <a:pt x="147" y="105"/>
                  </a:lnTo>
                  <a:lnTo>
                    <a:pt x="164" y="132"/>
                  </a:lnTo>
                  <a:lnTo>
                    <a:pt x="178" y="161"/>
                  </a:lnTo>
                  <a:lnTo>
                    <a:pt x="193" y="193"/>
                  </a:lnTo>
                  <a:lnTo>
                    <a:pt x="204" y="227"/>
                  </a:lnTo>
                  <a:lnTo>
                    <a:pt x="215" y="264"/>
                  </a:lnTo>
                  <a:lnTo>
                    <a:pt x="223" y="301"/>
                  </a:lnTo>
                  <a:lnTo>
                    <a:pt x="229" y="341"/>
                  </a:lnTo>
                  <a:lnTo>
                    <a:pt x="232" y="382"/>
                  </a:lnTo>
                  <a:lnTo>
                    <a:pt x="234"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1255" name="Freeform 78"/>
            <p:cNvSpPr>
              <a:spLocks/>
            </p:cNvSpPr>
            <p:nvPr/>
          </p:nvSpPr>
          <p:spPr bwMode="auto">
            <a:xfrm>
              <a:off x="1552" y="1836"/>
              <a:ext cx="49" cy="85"/>
            </a:xfrm>
            <a:custGeom>
              <a:avLst/>
              <a:gdLst>
                <a:gd name="T0" fmla="*/ 0 w 245"/>
                <a:gd name="T1" fmla="*/ 3 h 425"/>
                <a:gd name="T2" fmla="*/ 0 w 245"/>
                <a:gd name="T3" fmla="*/ 3 h 425"/>
                <a:gd name="T4" fmla="*/ 0 w 245"/>
                <a:gd name="T5" fmla="*/ 3 h 425"/>
                <a:gd name="T6" fmla="*/ 0 w 245"/>
                <a:gd name="T7" fmla="*/ 3 h 425"/>
                <a:gd name="T8" fmla="*/ 1 w 245"/>
                <a:gd name="T9" fmla="*/ 3 h 425"/>
                <a:gd name="T10" fmla="*/ 1 w 245"/>
                <a:gd name="T11" fmla="*/ 3 h 425"/>
                <a:gd name="T12" fmla="*/ 1 w 245"/>
                <a:gd name="T13" fmla="*/ 3 h 425"/>
                <a:gd name="T14" fmla="*/ 1 w 245"/>
                <a:gd name="T15" fmla="*/ 3 h 425"/>
                <a:gd name="T16" fmla="*/ 1 w 245"/>
                <a:gd name="T17" fmla="*/ 3 h 425"/>
                <a:gd name="T18" fmla="*/ 1 w 245"/>
                <a:gd name="T19" fmla="*/ 2 h 425"/>
                <a:gd name="T20" fmla="*/ 2 w 245"/>
                <a:gd name="T21" fmla="*/ 2 h 425"/>
                <a:gd name="T22" fmla="*/ 2 w 245"/>
                <a:gd name="T23" fmla="*/ 2 h 425"/>
                <a:gd name="T24" fmla="*/ 2 w 245"/>
                <a:gd name="T25" fmla="*/ 2 h 425"/>
                <a:gd name="T26" fmla="*/ 2 w 245"/>
                <a:gd name="T27" fmla="*/ 1 h 425"/>
                <a:gd name="T28" fmla="*/ 2 w 245"/>
                <a:gd name="T29" fmla="*/ 1 h 425"/>
                <a:gd name="T30" fmla="*/ 2 w 245"/>
                <a:gd name="T31" fmla="*/ 1 h 425"/>
                <a:gd name="T32" fmla="*/ 2 w 245"/>
                <a:gd name="T33" fmla="*/ 0 h 425"/>
                <a:gd name="T34" fmla="*/ 2 w 245"/>
                <a:gd name="T35" fmla="*/ 0 h 425"/>
                <a:gd name="T36" fmla="*/ 2 w 245"/>
                <a:gd name="T37" fmla="*/ 0 h 425"/>
                <a:gd name="T38" fmla="*/ 2 w 245"/>
                <a:gd name="T39" fmla="*/ 0 h 425"/>
                <a:gd name="T40" fmla="*/ 2 w 245"/>
                <a:gd name="T41" fmla="*/ 1 h 425"/>
                <a:gd name="T42" fmla="*/ 2 w 245"/>
                <a:gd name="T43" fmla="*/ 1 h 425"/>
                <a:gd name="T44" fmla="*/ 2 w 245"/>
                <a:gd name="T45" fmla="*/ 1 h 425"/>
                <a:gd name="T46" fmla="*/ 2 w 245"/>
                <a:gd name="T47" fmla="*/ 2 h 425"/>
                <a:gd name="T48" fmla="*/ 2 w 245"/>
                <a:gd name="T49" fmla="*/ 2 h 425"/>
                <a:gd name="T50" fmla="*/ 1 w 245"/>
                <a:gd name="T51" fmla="*/ 2 h 425"/>
                <a:gd name="T52" fmla="*/ 1 w 245"/>
                <a:gd name="T53" fmla="*/ 2 h 425"/>
                <a:gd name="T54" fmla="*/ 1 w 245"/>
                <a:gd name="T55" fmla="*/ 3 h 425"/>
                <a:gd name="T56" fmla="*/ 1 w 245"/>
                <a:gd name="T57" fmla="*/ 3 h 425"/>
                <a:gd name="T58" fmla="*/ 1 w 245"/>
                <a:gd name="T59" fmla="*/ 3 h 425"/>
                <a:gd name="T60" fmla="*/ 1 w 245"/>
                <a:gd name="T61" fmla="*/ 3 h 425"/>
                <a:gd name="T62" fmla="*/ 1 w 245"/>
                <a:gd name="T63" fmla="*/ 3 h 425"/>
                <a:gd name="T64" fmla="*/ 0 w 245"/>
                <a:gd name="T65" fmla="*/ 3 h 425"/>
                <a:gd name="T66" fmla="*/ 0 w 245"/>
                <a:gd name="T67" fmla="*/ 3 h 425"/>
                <a:gd name="T68" fmla="*/ 0 w 245"/>
                <a:gd name="T69" fmla="*/ 3 h 425"/>
                <a:gd name="T70" fmla="*/ 0 w 245"/>
                <a:gd name="T71" fmla="*/ 3 h 425"/>
                <a:gd name="T72" fmla="*/ 0 w 245"/>
                <a:gd name="T73" fmla="*/ 3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5"/>
                <a:gd name="T113" fmla="*/ 245 w 245"/>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5">
                  <a:moveTo>
                    <a:pt x="0" y="425"/>
                  </a:moveTo>
                  <a:lnTo>
                    <a:pt x="0" y="425"/>
                  </a:lnTo>
                  <a:lnTo>
                    <a:pt x="26" y="422"/>
                  </a:lnTo>
                  <a:lnTo>
                    <a:pt x="51" y="417"/>
                  </a:lnTo>
                  <a:lnTo>
                    <a:pt x="74" y="406"/>
                  </a:lnTo>
                  <a:lnTo>
                    <a:pt x="96" y="391"/>
                  </a:lnTo>
                  <a:lnTo>
                    <a:pt x="119" y="373"/>
                  </a:lnTo>
                  <a:lnTo>
                    <a:pt x="137" y="351"/>
                  </a:lnTo>
                  <a:lnTo>
                    <a:pt x="156" y="326"/>
                  </a:lnTo>
                  <a:lnTo>
                    <a:pt x="174" y="299"/>
                  </a:lnTo>
                  <a:lnTo>
                    <a:pt x="190" y="269"/>
                  </a:lnTo>
                  <a:lnTo>
                    <a:pt x="204" y="236"/>
                  </a:lnTo>
                  <a:lnTo>
                    <a:pt x="216" y="202"/>
                  </a:lnTo>
                  <a:lnTo>
                    <a:pt x="226" y="163"/>
                  </a:lnTo>
                  <a:lnTo>
                    <a:pt x="235" y="126"/>
                  </a:lnTo>
                  <a:lnTo>
                    <a:pt x="241" y="86"/>
                  </a:lnTo>
                  <a:lnTo>
                    <a:pt x="244" y="43"/>
                  </a:lnTo>
                  <a:lnTo>
                    <a:pt x="245" y="0"/>
                  </a:lnTo>
                  <a:lnTo>
                    <a:pt x="234" y="0"/>
                  </a:lnTo>
                  <a:lnTo>
                    <a:pt x="232" y="43"/>
                  </a:lnTo>
                  <a:lnTo>
                    <a:pt x="229" y="84"/>
                  </a:lnTo>
                  <a:lnTo>
                    <a:pt x="223" y="123"/>
                  </a:lnTo>
                  <a:lnTo>
                    <a:pt x="215" y="161"/>
                  </a:lnTo>
                  <a:lnTo>
                    <a:pt x="204" y="197"/>
                  </a:lnTo>
                  <a:lnTo>
                    <a:pt x="193" y="231"/>
                  </a:lnTo>
                  <a:lnTo>
                    <a:pt x="178" y="264"/>
                  </a:lnTo>
                  <a:lnTo>
                    <a:pt x="164" y="292"/>
                  </a:lnTo>
                  <a:lnTo>
                    <a:pt x="147" y="319"/>
                  </a:lnTo>
                  <a:lnTo>
                    <a:pt x="128" y="344"/>
                  </a:lnTo>
                  <a:lnTo>
                    <a:pt x="109" y="364"/>
                  </a:lnTo>
                  <a:lnTo>
                    <a:pt x="89" y="381"/>
                  </a:lnTo>
                  <a:lnTo>
                    <a:pt x="67" y="394"/>
                  </a:lnTo>
                  <a:lnTo>
                    <a:pt x="46" y="405"/>
                  </a:lnTo>
                  <a:lnTo>
                    <a:pt x="24" y="411"/>
                  </a:lnTo>
                  <a:lnTo>
                    <a:pt x="0" y="413"/>
                  </a:lnTo>
                  <a:lnTo>
                    <a:pt x="0" y="425"/>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1256" name="Freeform 79"/>
            <p:cNvSpPr>
              <a:spLocks/>
            </p:cNvSpPr>
            <p:nvPr/>
          </p:nvSpPr>
          <p:spPr bwMode="auto">
            <a:xfrm>
              <a:off x="1502" y="1836"/>
              <a:ext cx="50" cy="85"/>
            </a:xfrm>
            <a:custGeom>
              <a:avLst/>
              <a:gdLst>
                <a:gd name="T0" fmla="*/ 0 w 246"/>
                <a:gd name="T1" fmla="*/ 0 h 425"/>
                <a:gd name="T2" fmla="*/ 0 w 246"/>
                <a:gd name="T3" fmla="*/ 0 h 425"/>
                <a:gd name="T4" fmla="*/ 0 w 246"/>
                <a:gd name="T5" fmla="*/ 0 h 425"/>
                <a:gd name="T6" fmla="*/ 0 w 246"/>
                <a:gd name="T7" fmla="*/ 1 h 425"/>
                <a:gd name="T8" fmla="*/ 0 w 246"/>
                <a:gd name="T9" fmla="*/ 1 h 425"/>
                <a:gd name="T10" fmla="*/ 0 w 246"/>
                <a:gd name="T11" fmla="*/ 1 h 425"/>
                <a:gd name="T12" fmla="*/ 0 w 246"/>
                <a:gd name="T13" fmla="*/ 2 h 425"/>
                <a:gd name="T14" fmla="*/ 0 w 246"/>
                <a:gd name="T15" fmla="*/ 2 h 425"/>
                <a:gd name="T16" fmla="*/ 0 w 246"/>
                <a:gd name="T17" fmla="*/ 2 h 425"/>
                <a:gd name="T18" fmla="*/ 1 w 246"/>
                <a:gd name="T19" fmla="*/ 2 h 425"/>
                <a:gd name="T20" fmla="*/ 1 w 246"/>
                <a:gd name="T21" fmla="*/ 3 h 425"/>
                <a:gd name="T22" fmla="*/ 1 w 246"/>
                <a:gd name="T23" fmla="*/ 3 h 425"/>
                <a:gd name="T24" fmla="*/ 1 w 246"/>
                <a:gd name="T25" fmla="*/ 3 h 425"/>
                <a:gd name="T26" fmla="*/ 1 w 246"/>
                <a:gd name="T27" fmla="*/ 3 h 425"/>
                <a:gd name="T28" fmla="*/ 1 w 246"/>
                <a:gd name="T29" fmla="*/ 3 h 425"/>
                <a:gd name="T30" fmla="*/ 2 w 246"/>
                <a:gd name="T31" fmla="*/ 3 h 425"/>
                <a:gd name="T32" fmla="*/ 2 w 246"/>
                <a:gd name="T33" fmla="*/ 3 h 425"/>
                <a:gd name="T34" fmla="*/ 2 w 246"/>
                <a:gd name="T35" fmla="*/ 3 h 425"/>
                <a:gd name="T36" fmla="*/ 2 w 246"/>
                <a:gd name="T37" fmla="*/ 3 h 425"/>
                <a:gd name="T38" fmla="*/ 2 w 246"/>
                <a:gd name="T39" fmla="*/ 3 h 425"/>
                <a:gd name="T40" fmla="*/ 2 w 246"/>
                <a:gd name="T41" fmla="*/ 3 h 425"/>
                <a:gd name="T42" fmla="*/ 1 w 246"/>
                <a:gd name="T43" fmla="*/ 3 h 425"/>
                <a:gd name="T44" fmla="*/ 1 w 246"/>
                <a:gd name="T45" fmla="*/ 3 h 425"/>
                <a:gd name="T46" fmla="*/ 1 w 246"/>
                <a:gd name="T47" fmla="*/ 3 h 425"/>
                <a:gd name="T48" fmla="*/ 1 w 246"/>
                <a:gd name="T49" fmla="*/ 3 h 425"/>
                <a:gd name="T50" fmla="*/ 1 w 246"/>
                <a:gd name="T51" fmla="*/ 3 h 425"/>
                <a:gd name="T52" fmla="*/ 1 w 246"/>
                <a:gd name="T53" fmla="*/ 2 h 425"/>
                <a:gd name="T54" fmla="*/ 1 w 246"/>
                <a:gd name="T55" fmla="*/ 2 h 425"/>
                <a:gd name="T56" fmla="*/ 0 w 246"/>
                <a:gd name="T57" fmla="*/ 2 h 425"/>
                <a:gd name="T58" fmla="*/ 0 w 246"/>
                <a:gd name="T59" fmla="*/ 2 h 425"/>
                <a:gd name="T60" fmla="*/ 0 w 246"/>
                <a:gd name="T61" fmla="*/ 1 h 425"/>
                <a:gd name="T62" fmla="*/ 0 w 246"/>
                <a:gd name="T63" fmla="*/ 1 h 425"/>
                <a:gd name="T64" fmla="*/ 0 w 246"/>
                <a:gd name="T65" fmla="*/ 1 h 425"/>
                <a:gd name="T66" fmla="*/ 0 w 246"/>
                <a:gd name="T67" fmla="*/ 0 h 425"/>
                <a:gd name="T68" fmla="*/ 0 w 246"/>
                <a:gd name="T69" fmla="*/ 0 h 425"/>
                <a:gd name="T70" fmla="*/ 0 w 246"/>
                <a:gd name="T71" fmla="*/ 0 h 425"/>
                <a:gd name="T72" fmla="*/ 0 w 246"/>
                <a:gd name="T73" fmla="*/ 0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5"/>
                <a:gd name="T113" fmla="*/ 246 w 246"/>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5">
                  <a:moveTo>
                    <a:pt x="0" y="0"/>
                  </a:moveTo>
                  <a:lnTo>
                    <a:pt x="0" y="0"/>
                  </a:lnTo>
                  <a:lnTo>
                    <a:pt x="2" y="43"/>
                  </a:lnTo>
                  <a:lnTo>
                    <a:pt x="5" y="86"/>
                  </a:lnTo>
                  <a:lnTo>
                    <a:pt x="11" y="126"/>
                  </a:lnTo>
                  <a:lnTo>
                    <a:pt x="19" y="163"/>
                  </a:lnTo>
                  <a:lnTo>
                    <a:pt x="30" y="202"/>
                  </a:lnTo>
                  <a:lnTo>
                    <a:pt x="41" y="236"/>
                  </a:lnTo>
                  <a:lnTo>
                    <a:pt x="55" y="269"/>
                  </a:lnTo>
                  <a:lnTo>
                    <a:pt x="73" y="299"/>
                  </a:lnTo>
                  <a:lnTo>
                    <a:pt x="89" y="326"/>
                  </a:lnTo>
                  <a:lnTo>
                    <a:pt x="108" y="351"/>
                  </a:lnTo>
                  <a:lnTo>
                    <a:pt x="128" y="373"/>
                  </a:lnTo>
                  <a:lnTo>
                    <a:pt x="150" y="391"/>
                  </a:lnTo>
                  <a:lnTo>
                    <a:pt x="171" y="406"/>
                  </a:lnTo>
                  <a:lnTo>
                    <a:pt x="196" y="417"/>
                  </a:lnTo>
                  <a:lnTo>
                    <a:pt x="221" y="422"/>
                  </a:lnTo>
                  <a:lnTo>
                    <a:pt x="246" y="425"/>
                  </a:lnTo>
                  <a:lnTo>
                    <a:pt x="246" y="413"/>
                  </a:lnTo>
                  <a:lnTo>
                    <a:pt x="223" y="411"/>
                  </a:lnTo>
                  <a:lnTo>
                    <a:pt x="201" y="405"/>
                  </a:lnTo>
                  <a:lnTo>
                    <a:pt x="178" y="394"/>
                  </a:lnTo>
                  <a:lnTo>
                    <a:pt x="157" y="381"/>
                  </a:lnTo>
                  <a:lnTo>
                    <a:pt x="137" y="364"/>
                  </a:lnTo>
                  <a:lnTo>
                    <a:pt x="117" y="344"/>
                  </a:lnTo>
                  <a:lnTo>
                    <a:pt x="99" y="319"/>
                  </a:lnTo>
                  <a:lnTo>
                    <a:pt x="82" y="292"/>
                  </a:lnTo>
                  <a:lnTo>
                    <a:pt x="67" y="264"/>
                  </a:lnTo>
                  <a:lnTo>
                    <a:pt x="53" y="231"/>
                  </a:lnTo>
                  <a:lnTo>
                    <a:pt x="41" y="197"/>
                  </a:lnTo>
                  <a:lnTo>
                    <a:pt x="31" y="161"/>
                  </a:lnTo>
                  <a:lnTo>
                    <a:pt x="23" y="123"/>
                  </a:lnTo>
                  <a:lnTo>
                    <a:pt x="17" y="84"/>
                  </a:lnTo>
                  <a:lnTo>
                    <a:pt x="13" y="4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1257" name="Freeform 80"/>
            <p:cNvSpPr>
              <a:spLocks/>
            </p:cNvSpPr>
            <p:nvPr/>
          </p:nvSpPr>
          <p:spPr bwMode="auto">
            <a:xfrm>
              <a:off x="1502" y="1751"/>
              <a:ext cx="50" cy="85"/>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2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1" y="2"/>
                  </a:lnTo>
                  <a:lnTo>
                    <a:pt x="196" y="8"/>
                  </a:lnTo>
                  <a:lnTo>
                    <a:pt x="171" y="19"/>
                  </a:lnTo>
                  <a:lnTo>
                    <a:pt x="150" y="34"/>
                  </a:lnTo>
                  <a:lnTo>
                    <a:pt x="128" y="52"/>
                  </a:lnTo>
                  <a:lnTo>
                    <a:pt x="108" y="74"/>
                  </a:lnTo>
                  <a:lnTo>
                    <a:pt x="89" y="98"/>
                  </a:lnTo>
                  <a:lnTo>
                    <a:pt x="73" y="125"/>
                  </a:lnTo>
                  <a:lnTo>
                    <a:pt x="55" y="156"/>
                  </a:lnTo>
                  <a:lnTo>
                    <a:pt x="41" y="189"/>
                  </a:lnTo>
                  <a:lnTo>
                    <a:pt x="30" y="223"/>
                  </a:lnTo>
                  <a:lnTo>
                    <a:pt x="19" y="261"/>
                  </a:lnTo>
                  <a:lnTo>
                    <a:pt x="11" y="299"/>
                  </a:lnTo>
                  <a:lnTo>
                    <a:pt x="5" y="339"/>
                  </a:lnTo>
                  <a:lnTo>
                    <a:pt x="2" y="382"/>
                  </a:lnTo>
                  <a:lnTo>
                    <a:pt x="0" y="424"/>
                  </a:lnTo>
                  <a:lnTo>
                    <a:pt x="12" y="424"/>
                  </a:lnTo>
                  <a:lnTo>
                    <a:pt x="13" y="382"/>
                  </a:lnTo>
                  <a:lnTo>
                    <a:pt x="17" y="341"/>
                  </a:lnTo>
                  <a:lnTo>
                    <a:pt x="23" y="301"/>
                  </a:lnTo>
                  <a:lnTo>
                    <a:pt x="31" y="264"/>
                  </a:lnTo>
                  <a:lnTo>
                    <a:pt x="41" y="227"/>
                  </a:lnTo>
                  <a:lnTo>
                    <a:pt x="53" y="193"/>
                  </a:lnTo>
                  <a:lnTo>
                    <a:pt x="67" y="161"/>
                  </a:lnTo>
                  <a:lnTo>
                    <a:pt x="82" y="132"/>
                  </a:lnTo>
                  <a:lnTo>
                    <a:pt x="99" y="105"/>
                  </a:lnTo>
                  <a:lnTo>
                    <a:pt x="117" y="81"/>
                  </a:lnTo>
                  <a:lnTo>
                    <a:pt x="137" y="61"/>
                  </a:lnTo>
                  <a:lnTo>
                    <a:pt x="157" y="43"/>
                  </a:lnTo>
                  <a:lnTo>
                    <a:pt x="178" y="30"/>
                  </a:lnTo>
                  <a:lnTo>
                    <a:pt x="201" y="20"/>
                  </a:lnTo>
                  <a:lnTo>
                    <a:pt x="223" y="14"/>
                  </a:lnTo>
                  <a:lnTo>
                    <a:pt x="246" y="12"/>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1258" name="Freeform 81"/>
            <p:cNvSpPr>
              <a:spLocks/>
            </p:cNvSpPr>
            <p:nvPr/>
          </p:nvSpPr>
          <p:spPr bwMode="auto">
            <a:xfrm>
              <a:off x="1565" y="2016"/>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0" y="339"/>
                  </a:lnTo>
                  <a:lnTo>
                    <a:pt x="234" y="299"/>
                  </a:lnTo>
                  <a:lnTo>
                    <a:pt x="226" y="261"/>
                  </a:lnTo>
                  <a:lnTo>
                    <a:pt x="216" y="223"/>
                  </a:lnTo>
                  <a:lnTo>
                    <a:pt x="204" y="189"/>
                  </a:lnTo>
                  <a:lnTo>
                    <a:pt x="190" y="156"/>
                  </a:lnTo>
                  <a:lnTo>
                    <a:pt x="174" y="125"/>
                  </a:lnTo>
                  <a:lnTo>
                    <a:pt x="156" y="98"/>
                  </a:lnTo>
                  <a:lnTo>
                    <a:pt x="138" y="74"/>
                  </a:lnTo>
                  <a:lnTo>
                    <a:pt x="118" y="51"/>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9" y="81"/>
                  </a:lnTo>
                  <a:lnTo>
                    <a:pt x="147" y="105"/>
                  </a:lnTo>
                  <a:lnTo>
                    <a:pt x="164" y="132"/>
                  </a:lnTo>
                  <a:lnTo>
                    <a:pt x="178" y="160"/>
                  </a:lnTo>
                  <a:lnTo>
                    <a:pt x="192" y="193"/>
                  </a:lnTo>
                  <a:lnTo>
                    <a:pt x="204" y="227"/>
                  </a:lnTo>
                  <a:lnTo>
                    <a:pt x="215" y="264"/>
                  </a:lnTo>
                  <a:lnTo>
                    <a:pt x="223" y="301"/>
                  </a:lnTo>
                  <a:lnTo>
                    <a:pt x="229"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1259" name="Freeform 82"/>
            <p:cNvSpPr>
              <a:spLocks/>
            </p:cNvSpPr>
            <p:nvPr/>
          </p:nvSpPr>
          <p:spPr bwMode="auto">
            <a:xfrm>
              <a:off x="1565" y="2101"/>
              <a:ext cx="49" cy="85"/>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6" y="423"/>
                  </a:lnTo>
                  <a:lnTo>
                    <a:pt x="51" y="418"/>
                  </a:lnTo>
                  <a:lnTo>
                    <a:pt x="74" y="407"/>
                  </a:lnTo>
                  <a:lnTo>
                    <a:pt x="96" y="392"/>
                  </a:lnTo>
                  <a:lnTo>
                    <a:pt x="118" y="373"/>
                  </a:lnTo>
                  <a:lnTo>
                    <a:pt x="138" y="351"/>
                  </a:lnTo>
                  <a:lnTo>
                    <a:pt x="156" y="327"/>
                  </a:lnTo>
                  <a:lnTo>
                    <a:pt x="175" y="299"/>
                  </a:lnTo>
                  <a:lnTo>
                    <a:pt x="190" y="269"/>
                  </a:lnTo>
                  <a:lnTo>
                    <a:pt x="204" y="236"/>
                  </a:lnTo>
                  <a:lnTo>
                    <a:pt x="216" y="202"/>
                  </a:lnTo>
                  <a:lnTo>
                    <a:pt x="226" y="164"/>
                  </a:lnTo>
                  <a:lnTo>
                    <a:pt x="234" y="126"/>
                  </a:lnTo>
                  <a:lnTo>
                    <a:pt x="240" y="86"/>
                  </a:lnTo>
                  <a:lnTo>
                    <a:pt x="244" y="42"/>
                  </a:lnTo>
                  <a:lnTo>
                    <a:pt x="245" y="0"/>
                  </a:lnTo>
                  <a:lnTo>
                    <a:pt x="233" y="0"/>
                  </a:lnTo>
                  <a:lnTo>
                    <a:pt x="232" y="42"/>
                  </a:lnTo>
                  <a:lnTo>
                    <a:pt x="229" y="83"/>
                  </a:lnTo>
                  <a:lnTo>
                    <a:pt x="223" y="123"/>
                  </a:lnTo>
                  <a:lnTo>
                    <a:pt x="215" y="162"/>
                  </a:lnTo>
                  <a:lnTo>
                    <a:pt x="204" y="197"/>
                  </a:lnTo>
                  <a:lnTo>
                    <a:pt x="192" y="231"/>
                  </a:lnTo>
                  <a:lnTo>
                    <a:pt x="178" y="264"/>
                  </a:lnTo>
                  <a:lnTo>
                    <a:pt x="163" y="292"/>
                  </a:lnTo>
                  <a:lnTo>
                    <a:pt x="147" y="320"/>
                  </a:lnTo>
                  <a:lnTo>
                    <a:pt x="129" y="344"/>
                  </a:lnTo>
                  <a:lnTo>
                    <a:pt x="109" y="364"/>
                  </a:lnTo>
                  <a:lnTo>
                    <a:pt x="89" y="382"/>
                  </a:lnTo>
                  <a:lnTo>
                    <a:pt x="67" y="395"/>
                  </a:lnTo>
                  <a:lnTo>
                    <a:pt x="46" y="406"/>
                  </a:lnTo>
                  <a:lnTo>
                    <a:pt x="24"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1260" name="Freeform 83"/>
            <p:cNvSpPr>
              <a:spLocks/>
            </p:cNvSpPr>
            <p:nvPr/>
          </p:nvSpPr>
          <p:spPr bwMode="auto">
            <a:xfrm>
              <a:off x="1516" y="2101"/>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5" y="86"/>
                  </a:lnTo>
                  <a:lnTo>
                    <a:pt x="11" y="126"/>
                  </a:lnTo>
                  <a:lnTo>
                    <a:pt x="19" y="164"/>
                  </a:lnTo>
                  <a:lnTo>
                    <a:pt x="30" y="202"/>
                  </a:lnTo>
                  <a:lnTo>
                    <a:pt x="41" y="236"/>
                  </a:lnTo>
                  <a:lnTo>
                    <a:pt x="55" y="269"/>
                  </a:lnTo>
                  <a:lnTo>
                    <a:pt x="71" y="299"/>
                  </a:lnTo>
                  <a:lnTo>
                    <a:pt x="89" y="327"/>
                  </a:lnTo>
                  <a:lnTo>
                    <a:pt x="107" y="351"/>
                  </a:lnTo>
                  <a:lnTo>
                    <a:pt x="127" y="373"/>
                  </a:lnTo>
                  <a:lnTo>
                    <a:pt x="149" y="392"/>
                  </a:lnTo>
                  <a:lnTo>
                    <a:pt x="171" y="407"/>
                  </a:lnTo>
                  <a:lnTo>
                    <a:pt x="195" y="418"/>
                  </a:lnTo>
                  <a:lnTo>
                    <a:pt x="219" y="423"/>
                  </a:lnTo>
                  <a:lnTo>
                    <a:pt x="245" y="426"/>
                  </a:lnTo>
                  <a:lnTo>
                    <a:pt x="245" y="414"/>
                  </a:lnTo>
                  <a:lnTo>
                    <a:pt x="222" y="412"/>
                  </a:lnTo>
                  <a:lnTo>
                    <a:pt x="199" y="406"/>
                  </a:lnTo>
                  <a:lnTo>
                    <a:pt x="178" y="395"/>
                  </a:lnTo>
                  <a:lnTo>
                    <a:pt x="156" y="382"/>
                  </a:lnTo>
                  <a:lnTo>
                    <a:pt x="136" y="364"/>
                  </a:lnTo>
                  <a:lnTo>
                    <a:pt x="116" y="344"/>
                  </a:lnTo>
                  <a:lnTo>
                    <a:pt x="99" y="320"/>
                  </a:lnTo>
                  <a:lnTo>
                    <a:pt x="82" y="292"/>
                  </a:lnTo>
                  <a:lnTo>
                    <a:pt x="67" y="264"/>
                  </a:lnTo>
                  <a:lnTo>
                    <a:pt x="53" y="231"/>
                  </a:lnTo>
                  <a:lnTo>
                    <a:pt x="41" y="197"/>
                  </a:lnTo>
                  <a:lnTo>
                    <a:pt x="31" y="162"/>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1261" name="Freeform 84"/>
            <p:cNvSpPr>
              <a:spLocks/>
            </p:cNvSpPr>
            <p:nvPr/>
          </p:nvSpPr>
          <p:spPr bwMode="auto">
            <a:xfrm>
              <a:off x="1516" y="2016"/>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5" y="8"/>
                  </a:lnTo>
                  <a:lnTo>
                    <a:pt x="171" y="19"/>
                  </a:lnTo>
                  <a:lnTo>
                    <a:pt x="149" y="34"/>
                  </a:lnTo>
                  <a:lnTo>
                    <a:pt x="127" y="51"/>
                  </a:lnTo>
                  <a:lnTo>
                    <a:pt x="107" y="74"/>
                  </a:lnTo>
                  <a:lnTo>
                    <a:pt x="89" y="98"/>
                  </a:lnTo>
                  <a:lnTo>
                    <a:pt x="72" y="125"/>
                  </a:lnTo>
                  <a:lnTo>
                    <a:pt x="55" y="156"/>
                  </a:lnTo>
                  <a:lnTo>
                    <a:pt x="41" y="189"/>
                  </a:lnTo>
                  <a:lnTo>
                    <a:pt x="30" y="223"/>
                  </a:lnTo>
                  <a:lnTo>
                    <a:pt x="19" y="261"/>
                  </a:lnTo>
                  <a:lnTo>
                    <a:pt x="11" y="299"/>
                  </a:lnTo>
                  <a:lnTo>
                    <a:pt x="5" y="339"/>
                  </a:lnTo>
                  <a:lnTo>
                    <a:pt x="1" y="382"/>
                  </a:lnTo>
                  <a:lnTo>
                    <a:pt x="0" y="424"/>
                  </a:lnTo>
                  <a:lnTo>
                    <a:pt x="12" y="424"/>
                  </a:lnTo>
                  <a:lnTo>
                    <a:pt x="13" y="382"/>
                  </a:lnTo>
                  <a:lnTo>
                    <a:pt x="17" y="341"/>
                  </a:lnTo>
                  <a:lnTo>
                    <a:pt x="23" y="301"/>
                  </a:lnTo>
                  <a:lnTo>
                    <a:pt x="31" y="264"/>
                  </a:lnTo>
                  <a:lnTo>
                    <a:pt x="41" y="227"/>
                  </a:lnTo>
                  <a:lnTo>
                    <a:pt x="53" y="193"/>
                  </a:lnTo>
                  <a:lnTo>
                    <a:pt x="67" y="160"/>
                  </a:lnTo>
                  <a:lnTo>
                    <a:pt x="81" y="132"/>
                  </a:lnTo>
                  <a:lnTo>
                    <a:pt x="99" y="105"/>
                  </a:lnTo>
                  <a:lnTo>
                    <a:pt x="116" y="81"/>
                  </a:lnTo>
                  <a:lnTo>
                    <a:pt x="136" y="61"/>
                  </a:lnTo>
                  <a:lnTo>
                    <a:pt x="156" y="43"/>
                  </a:lnTo>
                  <a:lnTo>
                    <a:pt x="178" y="30"/>
                  </a:lnTo>
                  <a:lnTo>
                    <a:pt x="199" y="20"/>
                  </a:lnTo>
                  <a:lnTo>
                    <a:pt x="222"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sp>
        <p:nvSpPr>
          <p:cNvPr id="51209" name="Rectangle 121"/>
          <p:cNvSpPr>
            <a:spLocks noChangeArrowheads="1"/>
          </p:cNvSpPr>
          <p:nvPr/>
        </p:nvSpPr>
        <p:spPr bwMode="auto">
          <a:xfrm>
            <a:off x="611188" y="0"/>
            <a:ext cx="6388100" cy="6477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3000"/>
              <a:t>Sem. 1 - Lundi</a:t>
            </a:r>
          </a:p>
        </p:txBody>
      </p:sp>
      <p:sp>
        <p:nvSpPr>
          <p:cNvPr id="51210" name="Text Box 122"/>
          <p:cNvSpPr txBox="1">
            <a:spLocks noChangeArrowheads="1"/>
          </p:cNvSpPr>
          <p:nvPr/>
        </p:nvSpPr>
        <p:spPr bwMode="auto">
          <a:xfrm>
            <a:off x="566738" y="5211763"/>
            <a:ext cx="6543675" cy="4429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eaLnBrk="1" hangingPunct="1">
              <a:spcBef>
                <a:spcPct val="0"/>
              </a:spcBef>
              <a:buFontTx/>
              <a:buNone/>
            </a:pPr>
            <a:r>
              <a:rPr lang="fr-FR" altLang="fr-FR" sz="2300"/>
              <a:t>4. Pointez la production sur votre feuille de suivi</a:t>
            </a:r>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2226" name="Group 2"/>
          <p:cNvGrpSpPr>
            <a:grpSpLocks/>
          </p:cNvGrpSpPr>
          <p:nvPr/>
        </p:nvGrpSpPr>
        <p:grpSpPr bwMode="auto">
          <a:xfrm>
            <a:off x="7073900" y="215900"/>
            <a:ext cx="1878013" cy="1250950"/>
            <a:chOff x="4456" y="136"/>
            <a:chExt cx="1183" cy="788"/>
          </a:xfrm>
        </p:grpSpPr>
        <p:grpSp>
          <p:nvGrpSpPr>
            <p:cNvPr id="52286" name="Group 3"/>
            <p:cNvGrpSpPr>
              <a:grpSpLocks/>
            </p:cNvGrpSpPr>
            <p:nvPr/>
          </p:nvGrpSpPr>
          <p:grpSpPr bwMode="auto">
            <a:xfrm>
              <a:off x="4766" y="232"/>
              <a:ext cx="873" cy="692"/>
              <a:chOff x="2185" y="310"/>
              <a:chExt cx="873" cy="692"/>
            </a:xfrm>
          </p:grpSpPr>
          <p:sp>
            <p:nvSpPr>
              <p:cNvPr id="52297" name="Freeform 4"/>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accent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2298" name="Freeform 5"/>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2299" name="Freeform 6"/>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2300" name="Freeform 7"/>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2301" name="Freeform 8"/>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2302" name="Freeform 9"/>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2303" name="Freeform 10"/>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grpSp>
          <p:nvGrpSpPr>
            <p:cNvPr id="52287" name="Group 11"/>
            <p:cNvGrpSpPr>
              <a:grpSpLocks/>
            </p:cNvGrpSpPr>
            <p:nvPr/>
          </p:nvGrpSpPr>
          <p:grpSpPr bwMode="auto">
            <a:xfrm>
              <a:off x="4949" y="336"/>
              <a:ext cx="591" cy="468"/>
              <a:chOff x="2185" y="310"/>
              <a:chExt cx="873" cy="692"/>
            </a:xfrm>
          </p:grpSpPr>
          <p:sp>
            <p:nvSpPr>
              <p:cNvPr id="52290" name="Freeform 12"/>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2291" name="Freeform 13"/>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2292" name="Freeform 14"/>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2293" name="Freeform 15"/>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2294" name="Freeform 16"/>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2295" name="Freeform 17"/>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2296" name="Freeform 18"/>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pic>
          <p:nvPicPr>
            <p:cNvPr id="52288" name="Picture 19"/>
            <p:cNvPicPr>
              <a:picLocks noChangeAspect="1" noChangeArrowheads="1"/>
            </p:cNvPicPr>
            <p:nvPr/>
          </p:nvPicPr>
          <p:blipFill>
            <a:blip r:embed="rId3" cstate="print">
              <a:extLst>
                <a:ext uri="{28A0092B-C50C-407E-A947-70E740481C1C}">
                  <a14:useLocalDpi xmlns:a14="http://schemas.microsoft.com/office/drawing/2010/main" val="0"/>
                </a:ext>
              </a:extLst>
            </a:blip>
            <a:srcRect l="-4282" t="-4369" r="-5199" b="-12012"/>
            <a:stretch>
              <a:fillRect/>
            </a:stretch>
          </p:blipFill>
          <p:spPr bwMode="auto">
            <a:xfrm>
              <a:off x="4456" y="136"/>
              <a:ext cx="480" cy="5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2289" name="Text Box 20"/>
            <p:cNvSpPr txBox="1">
              <a:spLocks noChangeArrowheads="1"/>
            </p:cNvSpPr>
            <p:nvPr/>
          </p:nvSpPr>
          <p:spPr bwMode="auto">
            <a:xfrm>
              <a:off x="5066" y="314"/>
              <a:ext cx="356" cy="49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4500" b="1">
                  <a:solidFill>
                    <a:srgbClr val="FF0000"/>
                  </a:solidFill>
                  <a:latin typeface="Arial Black" pitchFamily="34" charset="0"/>
                </a:rPr>
                <a:t>3</a:t>
              </a:r>
              <a:endParaRPr lang="fr-FR" altLang="fr-FR" sz="3200">
                <a:solidFill>
                  <a:schemeClr val="tx1"/>
                </a:solidFill>
                <a:latin typeface="Arial Black" pitchFamily="34" charset="0"/>
              </a:endParaRPr>
            </a:p>
          </p:txBody>
        </p:sp>
      </p:grpSp>
      <p:sp>
        <p:nvSpPr>
          <p:cNvPr id="52228" name="Text Box 23"/>
          <p:cNvSpPr txBox="1">
            <a:spLocks noChangeArrowheads="1"/>
          </p:cNvSpPr>
          <p:nvPr/>
        </p:nvSpPr>
        <p:spPr bwMode="auto">
          <a:xfrm>
            <a:off x="566738" y="1363663"/>
            <a:ext cx="1946275"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1. Tirez le dé</a:t>
            </a:r>
          </a:p>
        </p:txBody>
      </p:sp>
      <p:sp>
        <p:nvSpPr>
          <p:cNvPr id="52229" name="Text Box 24"/>
          <p:cNvSpPr txBox="1">
            <a:spLocks noChangeArrowheads="1"/>
          </p:cNvSpPr>
          <p:nvPr/>
        </p:nvSpPr>
        <p:spPr bwMode="auto">
          <a:xfrm>
            <a:off x="566738" y="3935413"/>
            <a:ext cx="18796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3. Produisez</a:t>
            </a:r>
          </a:p>
        </p:txBody>
      </p:sp>
      <p:grpSp>
        <p:nvGrpSpPr>
          <p:cNvPr id="52230" name="Group 26"/>
          <p:cNvGrpSpPr>
            <a:grpSpLocks/>
          </p:cNvGrpSpPr>
          <p:nvPr/>
        </p:nvGrpSpPr>
        <p:grpSpPr bwMode="auto">
          <a:xfrm>
            <a:off x="2986088" y="1306513"/>
            <a:ext cx="446087" cy="534987"/>
            <a:chOff x="868" y="1439"/>
            <a:chExt cx="811" cy="972"/>
          </a:xfrm>
        </p:grpSpPr>
        <p:sp>
          <p:nvSpPr>
            <p:cNvPr id="52235" name="Freeform 27"/>
            <p:cNvSpPr>
              <a:spLocks/>
            </p:cNvSpPr>
            <p:nvPr/>
          </p:nvSpPr>
          <p:spPr bwMode="auto">
            <a:xfrm>
              <a:off x="1548" y="2014"/>
              <a:ext cx="123" cy="100"/>
            </a:xfrm>
            <a:custGeom>
              <a:avLst/>
              <a:gdLst>
                <a:gd name="T0" fmla="*/ 5 w 618"/>
                <a:gd name="T1" fmla="*/ 0 h 502"/>
                <a:gd name="T2" fmla="*/ 5 w 618"/>
                <a:gd name="T3" fmla="*/ 0 h 502"/>
                <a:gd name="T4" fmla="*/ 0 w 618"/>
                <a:gd name="T5" fmla="*/ 4 h 502"/>
                <a:gd name="T6" fmla="*/ 0 w 618"/>
                <a:gd name="T7" fmla="*/ 4 h 502"/>
                <a:gd name="T8" fmla="*/ 5 w 618"/>
                <a:gd name="T9" fmla="*/ 0 h 502"/>
                <a:gd name="T10" fmla="*/ 5 w 618"/>
                <a:gd name="T11" fmla="*/ 0 h 502"/>
                <a:gd name="T12" fmla="*/ 5 w 618"/>
                <a:gd name="T13" fmla="*/ 0 h 502"/>
                <a:gd name="T14" fmla="*/ 5 w 618"/>
                <a:gd name="T15" fmla="*/ 0 h 502"/>
                <a:gd name="T16" fmla="*/ 5 w 618"/>
                <a:gd name="T17" fmla="*/ 0 h 502"/>
                <a:gd name="T18" fmla="*/ 5 w 618"/>
                <a:gd name="T19" fmla="*/ 0 h 502"/>
                <a:gd name="T20" fmla="*/ 5 w 618"/>
                <a:gd name="T21" fmla="*/ 0 h 502"/>
                <a:gd name="T22" fmla="*/ 5 w 618"/>
                <a:gd name="T23" fmla="*/ 0 h 502"/>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618"/>
                <a:gd name="T37" fmla="*/ 0 h 502"/>
                <a:gd name="T38" fmla="*/ 618 w 618"/>
                <a:gd name="T39" fmla="*/ 502 h 502"/>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618" h="502">
                  <a:moveTo>
                    <a:pt x="611" y="0"/>
                  </a:moveTo>
                  <a:lnTo>
                    <a:pt x="606" y="2"/>
                  </a:lnTo>
                  <a:lnTo>
                    <a:pt x="0" y="490"/>
                  </a:lnTo>
                  <a:lnTo>
                    <a:pt x="10" y="502"/>
                  </a:lnTo>
                  <a:lnTo>
                    <a:pt x="616" y="14"/>
                  </a:lnTo>
                  <a:lnTo>
                    <a:pt x="611" y="16"/>
                  </a:lnTo>
                  <a:lnTo>
                    <a:pt x="616" y="14"/>
                  </a:lnTo>
                  <a:lnTo>
                    <a:pt x="618" y="9"/>
                  </a:lnTo>
                  <a:lnTo>
                    <a:pt x="617" y="3"/>
                  </a:lnTo>
                  <a:lnTo>
                    <a:pt x="612" y="1"/>
                  </a:lnTo>
                  <a:lnTo>
                    <a:pt x="606" y="2"/>
                  </a:lnTo>
                  <a:lnTo>
                    <a:pt x="611"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2236" name="Freeform 28"/>
            <p:cNvSpPr>
              <a:spLocks/>
            </p:cNvSpPr>
            <p:nvPr/>
          </p:nvSpPr>
          <p:spPr bwMode="auto">
            <a:xfrm>
              <a:off x="876" y="1852"/>
              <a:ext cx="82" cy="373"/>
            </a:xfrm>
            <a:custGeom>
              <a:avLst/>
              <a:gdLst>
                <a:gd name="T0" fmla="*/ 3 w 413"/>
                <a:gd name="T1" fmla="*/ 15 h 1865"/>
                <a:gd name="T2" fmla="*/ 3 w 413"/>
                <a:gd name="T3" fmla="*/ 15 h 1865"/>
                <a:gd name="T4" fmla="*/ 0 w 413"/>
                <a:gd name="T5" fmla="*/ 0 h 1865"/>
                <a:gd name="T6" fmla="*/ 0 w 413"/>
                <a:gd name="T7" fmla="*/ 0 h 1865"/>
                <a:gd name="T8" fmla="*/ 3 w 413"/>
                <a:gd name="T9" fmla="*/ 15 h 1865"/>
                <a:gd name="T10" fmla="*/ 3 w 413"/>
                <a:gd name="T11" fmla="*/ 15 h 1865"/>
                <a:gd name="T12" fmla="*/ 3 w 413"/>
                <a:gd name="T13" fmla="*/ 15 h 1865"/>
                <a:gd name="T14" fmla="*/ 3 w 413"/>
                <a:gd name="T15" fmla="*/ 15 h 1865"/>
                <a:gd name="T16" fmla="*/ 3 w 413"/>
                <a:gd name="T17" fmla="*/ 15 h 1865"/>
                <a:gd name="T18" fmla="*/ 3 w 413"/>
                <a:gd name="T19" fmla="*/ 15 h 1865"/>
                <a:gd name="T20" fmla="*/ 3 w 413"/>
                <a:gd name="T21" fmla="*/ 15 h 1865"/>
                <a:gd name="T22" fmla="*/ 3 w 413"/>
                <a:gd name="T23" fmla="*/ 15 h 186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413"/>
                <a:gd name="T37" fmla="*/ 0 h 1865"/>
                <a:gd name="T38" fmla="*/ 413 w 413"/>
                <a:gd name="T39" fmla="*/ 1865 h 1865"/>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413" h="1865">
                  <a:moveTo>
                    <a:pt x="400" y="1864"/>
                  </a:moveTo>
                  <a:lnTo>
                    <a:pt x="413" y="1856"/>
                  </a:lnTo>
                  <a:lnTo>
                    <a:pt x="17" y="0"/>
                  </a:lnTo>
                  <a:lnTo>
                    <a:pt x="0" y="2"/>
                  </a:lnTo>
                  <a:lnTo>
                    <a:pt x="396" y="1858"/>
                  </a:lnTo>
                  <a:lnTo>
                    <a:pt x="409" y="1850"/>
                  </a:lnTo>
                  <a:lnTo>
                    <a:pt x="396" y="1858"/>
                  </a:lnTo>
                  <a:lnTo>
                    <a:pt x="400" y="1864"/>
                  </a:lnTo>
                  <a:lnTo>
                    <a:pt x="406" y="1865"/>
                  </a:lnTo>
                  <a:lnTo>
                    <a:pt x="410" y="1862"/>
                  </a:lnTo>
                  <a:lnTo>
                    <a:pt x="413" y="1856"/>
                  </a:lnTo>
                  <a:lnTo>
                    <a:pt x="400" y="186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2237" name="Freeform 29"/>
            <p:cNvSpPr>
              <a:spLocks/>
            </p:cNvSpPr>
            <p:nvPr/>
          </p:nvSpPr>
          <p:spPr bwMode="auto">
            <a:xfrm>
              <a:off x="1282" y="1533"/>
              <a:ext cx="35" cy="161"/>
            </a:xfrm>
            <a:custGeom>
              <a:avLst/>
              <a:gdLst>
                <a:gd name="T0" fmla="*/ 1 w 175"/>
                <a:gd name="T1" fmla="*/ 6 h 807"/>
                <a:gd name="T2" fmla="*/ 1 w 175"/>
                <a:gd name="T3" fmla="*/ 6 h 807"/>
                <a:gd name="T4" fmla="*/ 1 w 175"/>
                <a:gd name="T5" fmla="*/ 6 h 807"/>
                <a:gd name="T6" fmla="*/ 1 w 175"/>
                <a:gd name="T7" fmla="*/ 5 h 807"/>
                <a:gd name="T8" fmla="*/ 1 w 175"/>
                <a:gd name="T9" fmla="*/ 5 h 807"/>
                <a:gd name="T10" fmla="*/ 1 w 175"/>
                <a:gd name="T11" fmla="*/ 5 h 807"/>
                <a:gd name="T12" fmla="*/ 1 w 175"/>
                <a:gd name="T13" fmla="*/ 4 h 807"/>
                <a:gd name="T14" fmla="*/ 1 w 175"/>
                <a:gd name="T15" fmla="*/ 4 h 807"/>
                <a:gd name="T16" fmla="*/ 1 w 175"/>
                <a:gd name="T17" fmla="*/ 3 h 807"/>
                <a:gd name="T18" fmla="*/ 1 w 175"/>
                <a:gd name="T19" fmla="*/ 3 h 807"/>
                <a:gd name="T20" fmla="*/ 1 w 175"/>
                <a:gd name="T21" fmla="*/ 3 h 807"/>
                <a:gd name="T22" fmla="*/ 1 w 175"/>
                <a:gd name="T23" fmla="*/ 2 h 807"/>
                <a:gd name="T24" fmla="*/ 1 w 175"/>
                <a:gd name="T25" fmla="*/ 2 h 807"/>
                <a:gd name="T26" fmla="*/ 1 w 175"/>
                <a:gd name="T27" fmla="*/ 2 h 807"/>
                <a:gd name="T28" fmla="*/ 1 w 175"/>
                <a:gd name="T29" fmla="*/ 1 h 807"/>
                <a:gd name="T30" fmla="*/ 1 w 175"/>
                <a:gd name="T31" fmla="*/ 1 h 807"/>
                <a:gd name="T32" fmla="*/ 1 w 175"/>
                <a:gd name="T33" fmla="*/ 1 h 807"/>
                <a:gd name="T34" fmla="*/ 1 w 175"/>
                <a:gd name="T35" fmla="*/ 0 h 807"/>
                <a:gd name="T36" fmla="*/ 1 w 175"/>
                <a:gd name="T37" fmla="*/ 0 h 807"/>
                <a:gd name="T38" fmla="*/ 1 w 175"/>
                <a:gd name="T39" fmla="*/ 0 h 807"/>
                <a:gd name="T40" fmla="*/ 0 w 175"/>
                <a:gd name="T41" fmla="*/ 1 h 807"/>
                <a:gd name="T42" fmla="*/ 0 w 175"/>
                <a:gd name="T43" fmla="*/ 1 h 807"/>
                <a:gd name="T44" fmla="*/ 0 w 175"/>
                <a:gd name="T45" fmla="*/ 1 h 807"/>
                <a:gd name="T46" fmla="*/ 0 w 175"/>
                <a:gd name="T47" fmla="*/ 2 h 807"/>
                <a:gd name="T48" fmla="*/ 0 w 175"/>
                <a:gd name="T49" fmla="*/ 2 h 807"/>
                <a:gd name="T50" fmla="*/ 0 w 175"/>
                <a:gd name="T51" fmla="*/ 3 h 807"/>
                <a:gd name="T52" fmla="*/ 0 w 175"/>
                <a:gd name="T53" fmla="*/ 3 h 807"/>
                <a:gd name="T54" fmla="*/ 0 w 175"/>
                <a:gd name="T55" fmla="*/ 3 h 807"/>
                <a:gd name="T56" fmla="*/ 0 w 175"/>
                <a:gd name="T57" fmla="*/ 4 h 807"/>
                <a:gd name="T58" fmla="*/ 0 w 175"/>
                <a:gd name="T59" fmla="*/ 4 h 807"/>
                <a:gd name="T60" fmla="*/ 0 w 175"/>
                <a:gd name="T61" fmla="*/ 5 h 807"/>
                <a:gd name="T62" fmla="*/ 0 w 175"/>
                <a:gd name="T63" fmla="*/ 5 h 807"/>
                <a:gd name="T64" fmla="*/ 0 w 175"/>
                <a:gd name="T65" fmla="*/ 5 h 807"/>
                <a:gd name="T66" fmla="*/ 1 w 175"/>
                <a:gd name="T67" fmla="*/ 6 h 807"/>
                <a:gd name="T68" fmla="*/ 1 w 175"/>
                <a:gd name="T69" fmla="*/ 6 h 807"/>
                <a:gd name="T70" fmla="*/ 1 w 175"/>
                <a:gd name="T71" fmla="*/ 6 h 807"/>
                <a:gd name="T72" fmla="*/ 1 w 175"/>
                <a:gd name="T73" fmla="*/ 6 h 807"/>
                <a:gd name="T74" fmla="*/ 1 w 175"/>
                <a:gd name="T75" fmla="*/ 6 h 807"/>
                <a:gd name="T76" fmla="*/ 1 w 175"/>
                <a:gd name="T77" fmla="*/ 6 h 807"/>
                <a:gd name="T78" fmla="*/ 1 w 175"/>
                <a:gd name="T79" fmla="*/ 6 h 807"/>
                <a:gd name="T80" fmla="*/ 1 w 175"/>
                <a:gd name="T81" fmla="*/ 6 h 807"/>
                <a:gd name="T82" fmla="*/ 1 w 175"/>
                <a:gd name="T83" fmla="*/ 6 h 807"/>
                <a:gd name="T84" fmla="*/ 1 w 175"/>
                <a:gd name="T85" fmla="*/ 6 h 807"/>
                <a:gd name="T86" fmla="*/ 1 w 175"/>
                <a:gd name="T87" fmla="*/ 6 h 807"/>
                <a:gd name="T88" fmla="*/ 1 w 175"/>
                <a:gd name="T89" fmla="*/ 6 h 807"/>
                <a:gd name="T90" fmla="*/ 1 w 175"/>
                <a:gd name="T91" fmla="*/ 6 h 80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175"/>
                <a:gd name="T139" fmla="*/ 0 h 807"/>
                <a:gd name="T140" fmla="*/ 175 w 175"/>
                <a:gd name="T141" fmla="*/ 807 h 80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175" h="807">
                  <a:moveTo>
                    <a:pt x="169" y="740"/>
                  </a:moveTo>
                  <a:lnTo>
                    <a:pt x="169" y="739"/>
                  </a:lnTo>
                  <a:lnTo>
                    <a:pt x="149" y="698"/>
                  </a:lnTo>
                  <a:lnTo>
                    <a:pt x="133" y="656"/>
                  </a:lnTo>
                  <a:lnTo>
                    <a:pt x="120" y="611"/>
                  </a:lnTo>
                  <a:lnTo>
                    <a:pt x="108" y="565"/>
                  </a:lnTo>
                  <a:lnTo>
                    <a:pt x="100" y="520"/>
                  </a:lnTo>
                  <a:lnTo>
                    <a:pt x="96" y="472"/>
                  </a:lnTo>
                  <a:lnTo>
                    <a:pt x="93" y="425"/>
                  </a:lnTo>
                  <a:lnTo>
                    <a:pt x="93" y="377"/>
                  </a:lnTo>
                  <a:lnTo>
                    <a:pt x="96" y="330"/>
                  </a:lnTo>
                  <a:lnTo>
                    <a:pt x="100" y="283"/>
                  </a:lnTo>
                  <a:lnTo>
                    <a:pt x="106" y="238"/>
                  </a:lnTo>
                  <a:lnTo>
                    <a:pt x="115" y="195"/>
                  </a:lnTo>
                  <a:lnTo>
                    <a:pt x="126" y="153"/>
                  </a:lnTo>
                  <a:lnTo>
                    <a:pt x="139" y="114"/>
                  </a:lnTo>
                  <a:lnTo>
                    <a:pt x="153" y="77"/>
                  </a:lnTo>
                  <a:lnTo>
                    <a:pt x="169" y="43"/>
                  </a:lnTo>
                  <a:lnTo>
                    <a:pt x="87" y="0"/>
                  </a:lnTo>
                  <a:lnTo>
                    <a:pt x="69" y="39"/>
                  </a:lnTo>
                  <a:lnTo>
                    <a:pt x="52" y="81"/>
                  </a:lnTo>
                  <a:lnTo>
                    <a:pt x="37" y="127"/>
                  </a:lnTo>
                  <a:lnTo>
                    <a:pt x="24" y="174"/>
                  </a:lnTo>
                  <a:lnTo>
                    <a:pt x="15" y="222"/>
                  </a:lnTo>
                  <a:lnTo>
                    <a:pt x="7" y="271"/>
                  </a:lnTo>
                  <a:lnTo>
                    <a:pt x="2" y="323"/>
                  </a:lnTo>
                  <a:lnTo>
                    <a:pt x="0" y="374"/>
                  </a:lnTo>
                  <a:lnTo>
                    <a:pt x="0" y="427"/>
                  </a:lnTo>
                  <a:lnTo>
                    <a:pt x="2" y="479"/>
                  </a:lnTo>
                  <a:lnTo>
                    <a:pt x="9" y="531"/>
                  </a:lnTo>
                  <a:lnTo>
                    <a:pt x="17" y="584"/>
                  </a:lnTo>
                  <a:lnTo>
                    <a:pt x="29" y="635"/>
                  </a:lnTo>
                  <a:lnTo>
                    <a:pt x="44" y="686"/>
                  </a:lnTo>
                  <a:lnTo>
                    <a:pt x="65" y="736"/>
                  </a:lnTo>
                  <a:lnTo>
                    <a:pt x="87" y="784"/>
                  </a:lnTo>
                  <a:lnTo>
                    <a:pt x="87" y="782"/>
                  </a:lnTo>
                  <a:lnTo>
                    <a:pt x="87" y="784"/>
                  </a:lnTo>
                  <a:lnTo>
                    <a:pt x="100" y="799"/>
                  </a:lnTo>
                  <a:lnTo>
                    <a:pt x="117" y="807"/>
                  </a:lnTo>
                  <a:lnTo>
                    <a:pt x="134" y="807"/>
                  </a:lnTo>
                  <a:lnTo>
                    <a:pt x="151" y="801"/>
                  </a:lnTo>
                  <a:lnTo>
                    <a:pt x="164" y="791"/>
                  </a:lnTo>
                  <a:lnTo>
                    <a:pt x="173" y="777"/>
                  </a:lnTo>
                  <a:lnTo>
                    <a:pt x="175" y="759"/>
                  </a:lnTo>
                  <a:lnTo>
                    <a:pt x="169" y="739"/>
                  </a:lnTo>
                  <a:lnTo>
                    <a:pt x="169" y="74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2238" name="Freeform 30"/>
            <p:cNvSpPr>
              <a:spLocks/>
            </p:cNvSpPr>
            <p:nvPr/>
          </p:nvSpPr>
          <p:spPr bwMode="auto">
            <a:xfrm>
              <a:off x="1299" y="1681"/>
              <a:ext cx="157" cy="281"/>
            </a:xfrm>
            <a:custGeom>
              <a:avLst/>
              <a:gdLst>
                <a:gd name="T0" fmla="*/ 6 w 787"/>
                <a:gd name="T1" fmla="*/ 11 h 1404"/>
                <a:gd name="T2" fmla="*/ 6 w 787"/>
                <a:gd name="T3" fmla="*/ 11 h 1404"/>
                <a:gd name="T4" fmla="*/ 1 w 787"/>
                <a:gd name="T5" fmla="*/ 0 h 1404"/>
                <a:gd name="T6" fmla="*/ 0 w 787"/>
                <a:gd name="T7" fmla="*/ 0 h 1404"/>
                <a:gd name="T8" fmla="*/ 6 w 787"/>
                <a:gd name="T9" fmla="*/ 11 h 1404"/>
                <a:gd name="T10" fmla="*/ 6 w 787"/>
                <a:gd name="T11" fmla="*/ 11 h 1404"/>
                <a:gd name="T12" fmla="*/ 6 w 787"/>
                <a:gd name="T13" fmla="*/ 11 h 1404"/>
                <a:gd name="T14" fmla="*/ 6 w 787"/>
                <a:gd name="T15" fmla="*/ 11 h 1404"/>
                <a:gd name="T16" fmla="*/ 6 w 787"/>
                <a:gd name="T17" fmla="*/ 11 h 1404"/>
                <a:gd name="T18" fmla="*/ 6 w 787"/>
                <a:gd name="T19" fmla="*/ 11 h 1404"/>
                <a:gd name="T20" fmla="*/ 6 w 787"/>
                <a:gd name="T21" fmla="*/ 11 h 1404"/>
                <a:gd name="T22" fmla="*/ 6 w 787"/>
                <a:gd name="T23" fmla="*/ 11 h 1404"/>
                <a:gd name="T24" fmla="*/ 6 w 787"/>
                <a:gd name="T25" fmla="*/ 11 h 1404"/>
                <a:gd name="T26" fmla="*/ 6 w 787"/>
                <a:gd name="T27" fmla="*/ 11 h 1404"/>
                <a:gd name="T28" fmla="*/ 6 w 787"/>
                <a:gd name="T29" fmla="*/ 11 h 1404"/>
                <a:gd name="T30" fmla="*/ 6 w 787"/>
                <a:gd name="T31" fmla="*/ 11 h 1404"/>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787"/>
                <a:gd name="T49" fmla="*/ 0 h 1404"/>
                <a:gd name="T50" fmla="*/ 787 w 787"/>
                <a:gd name="T51" fmla="*/ 1404 h 1404"/>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787" h="1404">
                  <a:moveTo>
                    <a:pt x="781" y="1334"/>
                  </a:moveTo>
                  <a:lnTo>
                    <a:pt x="781" y="1337"/>
                  </a:lnTo>
                  <a:lnTo>
                    <a:pt x="82" y="0"/>
                  </a:lnTo>
                  <a:lnTo>
                    <a:pt x="0" y="42"/>
                  </a:lnTo>
                  <a:lnTo>
                    <a:pt x="699" y="1379"/>
                  </a:lnTo>
                  <a:lnTo>
                    <a:pt x="699" y="1381"/>
                  </a:lnTo>
                  <a:lnTo>
                    <a:pt x="699" y="1379"/>
                  </a:lnTo>
                  <a:lnTo>
                    <a:pt x="712" y="1395"/>
                  </a:lnTo>
                  <a:lnTo>
                    <a:pt x="727" y="1402"/>
                  </a:lnTo>
                  <a:lnTo>
                    <a:pt x="744" y="1404"/>
                  </a:lnTo>
                  <a:lnTo>
                    <a:pt x="761" y="1398"/>
                  </a:lnTo>
                  <a:lnTo>
                    <a:pt x="775" y="1388"/>
                  </a:lnTo>
                  <a:lnTo>
                    <a:pt x="784" y="1373"/>
                  </a:lnTo>
                  <a:lnTo>
                    <a:pt x="787" y="1357"/>
                  </a:lnTo>
                  <a:lnTo>
                    <a:pt x="781" y="1337"/>
                  </a:lnTo>
                  <a:lnTo>
                    <a:pt x="781" y="13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2239" name="Freeform 31"/>
            <p:cNvSpPr>
              <a:spLocks/>
            </p:cNvSpPr>
            <p:nvPr/>
          </p:nvSpPr>
          <p:spPr bwMode="auto">
            <a:xfrm>
              <a:off x="1439" y="1948"/>
              <a:ext cx="125" cy="76"/>
            </a:xfrm>
            <a:custGeom>
              <a:avLst/>
              <a:gdLst>
                <a:gd name="T0" fmla="*/ 5 w 628"/>
                <a:gd name="T1" fmla="*/ 2 h 383"/>
                <a:gd name="T2" fmla="*/ 5 w 628"/>
                <a:gd name="T3" fmla="*/ 2 h 383"/>
                <a:gd name="T4" fmla="*/ 4 w 628"/>
                <a:gd name="T5" fmla="*/ 2 h 383"/>
                <a:gd name="T6" fmla="*/ 4 w 628"/>
                <a:gd name="T7" fmla="*/ 2 h 383"/>
                <a:gd name="T8" fmla="*/ 4 w 628"/>
                <a:gd name="T9" fmla="*/ 2 h 383"/>
                <a:gd name="T10" fmla="*/ 3 w 628"/>
                <a:gd name="T11" fmla="*/ 2 h 383"/>
                <a:gd name="T12" fmla="*/ 3 w 628"/>
                <a:gd name="T13" fmla="*/ 2 h 383"/>
                <a:gd name="T14" fmla="*/ 3 w 628"/>
                <a:gd name="T15" fmla="*/ 2 h 383"/>
                <a:gd name="T16" fmla="*/ 3 w 628"/>
                <a:gd name="T17" fmla="*/ 2 h 383"/>
                <a:gd name="T18" fmla="*/ 2 w 628"/>
                <a:gd name="T19" fmla="*/ 2 h 383"/>
                <a:gd name="T20" fmla="*/ 2 w 628"/>
                <a:gd name="T21" fmla="*/ 2 h 383"/>
                <a:gd name="T22" fmla="*/ 2 w 628"/>
                <a:gd name="T23" fmla="*/ 1 h 383"/>
                <a:gd name="T24" fmla="*/ 2 w 628"/>
                <a:gd name="T25" fmla="*/ 1 h 383"/>
                <a:gd name="T26" fmla="*/ 1 w 628"/>
                <a:gd name="T27" fmla="*/ 1 h 383"/>
                <a:gd name="T28" fmla="*/ 1 w 628"/>
                <a:gd name="T29" fmla="*/ 1 h 383"/>
                <a:gd name="T30" fmla="*/ 1 w 628"/>
                <a:gd name="T31" fmla="*/ 1 h 383"/>
                <a:gd name="T32" fmla="*/ 1 w 628"/>
                <a:gd name="T33" fmla="*/ 0 h 383"/>
                <a:gd name="T34" fmla="*/ 1 w 628"/>
                <a:gd name="T35" fmla="*/ 0 h 383"/>
                <a:gd name="T36" fmla="*/ 0 w 628"/>
                <a:gd name="T37" fmla="*/ 0 h 383"/>
                <a:gd name="T38" fmla="*/ 0 w 628"/>
                <a:gd name="T39" fmla="*/ 1 h 383"/>
                <a:gd name="T40" fmla="*/ 0 w 628"/>
                <a:gd name="T41" fmla="*/ 1 h 383"/>
                <a:gd name="T42" fmla="*/ 1 w 628"/>
                <a:gd name="T43" fmla="*/ 1 h 383"/>
                <a:gd name="T44" fmla="*/ 1 w 628"/>
                <a:gd name="T45" fmla="*/ 1 h 383"/>
                <a:gd name="T46" fmla="*/ 1 w 628"/>
                <a:gd name="T47" fmla="*/ 2 h 383"/>
                <a:gd name="T48" fmla="*/ 1 w 628"/>
                <a:gd name="T49" fmla="*/ 2 h 383"/>
                <a:gd name="T50" fmla="*/ 2 w 628"/>
                <a:gd name="T51" fmla="*/ 2 h 383"/>
                <a:gd name="T52" fmla="*/ 2 w 628"/>
                <a:gd name="T53" fmla="*/ 2 h 383"/>
                <a:gd name="T54" fmla="*/ 2 w 628"/>
                <a:gd name="T55" fmla="*/ 2 h 383"/>
                <a:gd name="T56" fmla="*/ 3 w 628"/>
                <a:gd name="T57" fmla="*/ 3 h 383"/>
                <a:gd name="T58" fmla="*/ 3 w 628"/>
                <a:gd name="T59" fmla="*/ 3 h 383"/>
                <a:gd name="T60" fmla="*/ 3 w 628"/>
                <a:gd name="T61" fmla="*/ 3 h 383"/>
                <a:gd name="T62" fmla="*/ 4 w 628"/>
                <a:gd name="T63" fmla="*/ 3 h 383"/>
                <a:gd name="T64" fmla="*/ 4 w 628"/>
                <a:gd name="T65" fmla="*/ 3 h 383"/>
                <a:gd name="T66" fmla="*/ 4 w 628"/>
                <a:gd name="T67" fmla="*/ 3 h 383"/>
                <a:gd name="T68" fmla="*/ 5 w 628"/>
                <a:gd name="T69" fmla="*/ 3 h 383"/>
                <a:gd name="T70" fmla="*/ 5 w 628"/>
                <a:gd name="T71" fmla="*/ 3 h 383"/>
                <a:gd name="T72" fmla="*/ 5 w 628"/>
                <a:gd name="T73" fmla="*/ 3 h 383"/>
                <a:gd name="T74" fmla="*/ 5 w 628"/>
                <a:gd name="T75" fmla="*/ 3 h 383"/>
                <a:gd name="T76" fmla="*/ 5 w 628"/>
                <a:gd name="T77" fmla="*/ 3 h 383"/>
                <a:gd name="T78" fmla="*/ 5 w 628"/>
                <a:gd name="T79" fmla="*/ 3 h 383"/>
                <a:gd name="T80" fmla="*/ 5 w 628"/>
                <a:gd name="T81" fmla="*/ 3 h 383"/>
                <a:gd name="T82" fmla="*/ 5 w 628"/>
                <a:gd name="T83" fmla="*/ 3 h 383"/>
                <a:gd name="T84" fmla="*/ 5 w 628"/>
                <a:gd name="T85" fmla="*/ 2 h 383"/>
                <a:gd name="T86" fmla="*/ 5 w 628"/>
                <a:gd name="T87" fmla="*/ 2 h 383"/>
                <a:gd name="T88" fmla="*/ 5 w 628"/>
                <a:gd name="T89" fmla="*/ 2 h 383"/>
                <a:gd name="T90" fmla="*/ 5 w 628"/>
                <a:gd name="T91" fmla="*/ 2 h 38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628"/>
                <a:gd name="T139" fmla="*/ 0 h 383"/>
                <a:gd name="T140" fmla="*/ 628 w 628"/>
                <a:gd name="T141" fmla="*/ 383 h 38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628" h="383">
                  <a:moveTo>
                    <a:pt x="581" y="289"/>
                  </a:moveTo>
                  <a:lnTo>
                    <a:pt x="582" y="289"/>
                  </a:lnTo>
                  <a:lnTo>
                    <a:pt x="541" y="287"/>
                  </a:lnTo>
                  <a:lnTo>
                    <a:pt x="500" y="283"/>
                  </a:lnTo>
                  <a:lnTo>
                    <a:pt x="462" y="276"/>
                  </a:lnTo>
                  <a:lnTo>
                    <a:pt x="424" y="268"/>
                  </a:lnTo>
                  <a:lnTo>
                    <a:pt x="389" y="255"/>
                  </a:lnTo>
                  <a:lnTo>
                    <a:pt x="352" y="242"/>
                  </a:lnTo>
                  <a:lnTo>
                    <a:pt x="320" y="227"/>
                  </a:lnTo>
                  <a:lnTo>
                    <a:pt x="287" y="209"/>
                  </a:lnTo>
                  <a:lnTo>
                    <a:pt x="255" y="189"/>
                  </a:lnTo>
                  <a:lnTo>
                    <a:pt x="226" y="168"/>
                  </a:lnTo>
                  <a:lnTo>
                    <a:pt x="198" y="145"/>
                  </a:lnTo>
                  <a:lnTo>
                    <a:pt x="172" y="119"/>
                  </a:lnTo>
                  <a:lnTo>
                    <a:pt x="146" y="92"/>
                  </a:lnTo>
                  <a:lnTo>
                    <a:pt x="122" y="64"/>
                  </a:lnTo>
                  <a:lnTo>
                    <a:pt x="100" y="33"/>
                  </a:lnTo>
                  <a:lnTo>
                    <a:pt x="82" y="0"/>
                  </a:lnTo>
                  <a:lnTo>
                    <a:pt x="0" y="47"/>
                  </a:lnTo>
                  <a:lnTo>
                    <a:pt x="23" y="85"/>
                  </a:lnTo>
                  <a:lnTo>
                    <a:pt x="49" y="120"/>
                  </a:lnTo>
                  <a:lnTo>
                    <a:pt x="76" y="153"/>
                  </a:lnTo>
                  <a:lnTo>
                    <a:pt x="104" y="185"/>
                  </a:lnTo>
                  <a:lnTo>
                    <a:pt x="137" y="215"/>
                  </a:lnTo>
                  <a:lnTo>
                    <a:pt x="170" y="241"/>
                  </a:lnTo>
                  <a:lnTo>
                    <a:pt x="204" y="267"/>
                  </a:lnTo>
                  <a:lnTo>
                    <a:pt x="240" y="289"/>
                  </a:lnTo>
                  <a:lnTo>
                    <a:pt x="277" y="309"/>
                  </a:lnTo>
                  <a:lnTo>
                    <a:pt x="317" y="329"/>
                  </a:lnTo>
                  <a:lnTo>
                    <a:pt x="358" y="344"/>
                  </a:lnTo>
                  <a:lnTo>
                    <a:pt x="400" y="357"/>
                  </a:lnTo>
                  <a:lnTo>
                    <a:pt x="444" y="367"/>
                  </a:lnTo>
                  <a:lnTo>
                    <a:pt x="488" y="374"/>
                  </a:lnTo>
                  <a:lnTo>
                    <a:pt x="534" y="380"/>
                  </a:lnTo>
                  <a:lnTo>
                    <a:pt x="580" y="383"/>
                  </a:lnTo>
                  <a:lnTo>
                    <a:pt x="581" y="383"/>
                  </a:lnTo>
                  <a:lnTo>
                    <a:pt x="580" y="383"/>
                  </a:lnTo>
                  <a:lnTo>
                    <a:pt x="600" y="379"/>
                  </a:lnTo>
                  <a:lnTo>
                    <a:pt x="615" y="369"/>
                  </a:lnTo>
                  <a:lnTo>
                    <a:pt x="624" y="353"/>
                  </a:lnTo>
                  <a:lnTo>
                    <a:pt x="628" y="337"/>
                  </a:lnTo>
                  <a:lnTo>
                    <a:pt x="625" y="319"/>
                  </a:lnTo>
                  <a:lnTo>
                    <a:pt x="617" y="304"/>
                  </a:lnTo>
                  <a:lnTo>
                    <a:pt x="602" y="294"/>
                  </a:lnTo>
                  <a:lnTo>
                    <a:pt x="582" y="289"/>
                  </a:lnTo>
                  <a:lnTo>
                    <a:pt x="581" y="28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2240" name="Freeform 32"/>
            <p:cNvSpPr>
              <a:spLocks/>
            </p:cNvSpPr>
            <p:nvPr/>
          </p:nvSpPr>
          <p:spPr bwMode="auto">
            <a:xfrm>
              <a:off x="1587" y="1880"/>
              <a:ext cx="85" cy="49"/>
            </a:xfrm>
            <a:custGeom>
              <a:avLst/>
              <a:gdLst>
                <a:gd name="T0" fmla="*/ 3 w 426"/>
                <a:gd name="T1" fmla="*/ 0 h 245"/>
                <a:gd name="T2" fmla="*/ 3 w 426"/>
                <a:gd name="T3" fmla="*/ 0 h 245"/>
                <a:gd name="T4" fmla="*/ 3 w 426"/>
                <a:gd name="T5" fmla="*/ 0 h 245"/>
                <a:gd name="T6" fmla="*/ 3 w 426"/>
                <a:gd name="T7" fmla="*/ 0 h 245"/>
                <a:gd name="T8" fmla="*/ 2 w 426"/>
                <a:gd name="T9" fmla="*/ 0 h 245"/>
                <a:gd name="T10" fmla="*/ 2 w 426"/>
                <a:gd name="T11" fmla="*/ 0 h 245"/>
                <a:gd name="T12" fmla="*/ 2 w 426"/>
                <a:gd name="T13" fmla="*/ 0 h 245"/>
                <a:gd name="T14" fmla="*/ 2 w 426"/>
                <a:gd name="T15" fmla="*/ 0 h 245"/>
                <a:gd name="T16" fmla="*/ 1 w 426"/>
                <a:gd name="T17" fmla="*/ 0 h 245"/>
                <a:gd name="T18" fmla="*/ 1 w 426"/>
                <a:gd name="T19" fmla="*/ 1 h 245"/>
                <a:gd name="T20" fmla="*/ 1 w 426"/>
                <a:gd name="T21" fmla="*/ 1 h 245"/>
                <a:gd name="T22" fmla="*/ 1 w 426"/>
                <a:gd name="T23" fmla="*/ 1 h 245"/>
                <a:gd name="T24" fmla="*/ 0 w 426"/>
                <a:gd name="T25" fmla="*/ 1 h 245"/>
                <a:gd name="T26" fmla="*/ 0 w 426"/>
                <a:gd name="T27" fmla="*/ 1 h 245"/>
                <a:gd name="T28" fmla="*/ 0 w 426"/>
                <a:gd name="T29" fmla="*/ 1 h 245"/>
                <a:gd name="T30" fmla="*/ 0 w 426"/>
                <a:gd name="T31" fmla="*/ 2 h 245"/>
                <a:gd name="T32" fmla="*/ 0 w 426"/>
                <a:gd name="T33" fmla="*/ 2 h 245"/>
                <a:gd name="T34" fmla="*/ 0 w 426"/>
                <a:gd name="T35" fmla="*/ 2 h 245"/>
                <a:gd name="T36" fmla="*/ 0 w 426"/>
                <a:gd name="T37" fmla="*/ 2 h 245"/>
                <a:gd name="T38" fmla="*/ 0 w 426"/>
                <a:gd name="T39" fmla="*/ 2 h 245"/>
                <a:gd name="T40" fmla="*/ 0 w 426"/>
                <a:gd name="T41" fmla="*/ 2 h 245"/>
                <a:gd name="T42" fmla="*/ 0 w 426"/>
                <a:gd name="T43" fmla="*/ 1 h 245"/>
                <a:gd name="T44" fmla="*/ 0 w 426"/>
                <a:gd name="T45" fmla="*/ 1 h 245"/>
                <a:gd name="T46" fmla="*/ 0 w 426"/>
                <a:gd name="T47" fmla="*/ 1 h 245"/>
                <a:gd name="T48" fmla="*/ 1 w 426"/>
                <a:gd name="T49" fmla="*/ 1 h 245"/>
                <a:gd name="T50" fmla="*/ 1 w 426"/>
                <a:gd name="T51" fmla="*/ 1 h 245"/>
                <a:gd name="T52" fmla="*/ 1 w 426"/>
                <a:gd name="T53" fmla="*/ 1 h 245"/>
                <a:gd name="T54" fmla="*/ 1 w 426"/>
                <a:gd name="T55" fmla="*/ 1 h 245"/>
                <a:gd name="T56" fmla="*/ 2 w 426"/>
                <a:gd name="T57" fmla="*/ 0 h 245"/>
                <a:gd name="T58" fmla="*/ 2 w 426"/>
                <a:gd name="T59" fmla="*/ 0 h 245"/>
                <a:gd name="T60" fmla="*/ 2 w 426"/>
                <a:gd name="T61" fmla="*/ 0 h 245"/>
                <a:gd name="T62" fmla="*/ 2 w 426"/>
                <a:gd name="T63" fmla="*/ 0 h 245"/>
                <a:gd name="T64" fmla="*/ 3 w 426"/>
                <a:gd name="T65" fmla="*/ 0 h 245"/>
                <a:gd name="T66" fmla="*/ 3 w 426"/>
                <a:gd name="T67" fmla="*/ 0 h 245"/>
                <a:gd name="T68" fmla="*/ 3 w 426"/>
                <a:gd name="T69" fmla="*/ 0 h 245"/>
                <a:gd name="T70" fmla="*/ 3 w 426"/>
                <a:gd name="T71" fmla="*/ 0 h 245"/>
                <a:gd name="T72" fmla="*/ 3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426" y="0"/>
                  </a:moveTo>
                  <a:lnTo>
                    <a:pt x="426" y="0"/>
                  </a:lnTo>
                  <a:lnTo>
                    <a:pt x="384" y="1"/>
                  </a:lnTo>
                  <a:lnTo>
                    <a:pt x="340" y="4"/>
                  </a:lnTo>
                  <a:lnTo>
                    <a:pt x="300" y="10"/>
                  </a:lnTo>
                  <a:lnTo>
                    <a:pt x="262" y="18"/>
                  </a:lnTo>
                  <a:lnTo>
                    <a:pt x="224" y="29"/>
                  </a:lnTo>
                  <a:lnTo>
                    <a:pt x="189" y="41"/>
                  </a:lnTo>
                  <a:lnTo>
                    <a:pt x="157" y="55"/>
                  </a:lnTo>
                  <a:lnTo>
                    <a:pt x="126" y="70"/>
                  </a:lnTo>
                  <a:lnTo>
                    <a:pt x="99" y="89"/>
                  </a:lnTo>
                  <a:lnTo>
                    <a:pt x="74" y="106"/>
                  </a:lnTo>
                  <a:lnTo>
                    <a:pt x="52" y="126"/>
                  </a:lnTo>
                  <a:lnTo>
                    <a:pt x="34" y="148"/>
                  </a:lnTo>
                  <a:lnTo>
                    <a:pt x="19" y="171"/>
                  </a:lnTo>
                  <a:lnTo>
                    <a:pt x="9" y="194"/>
                  </a:lnTo>
                  <a:lnTo>
                    <a:pt x="3" y="219"/>
                  </a:lnTo>
                  <a:lnTo>
                    <a:pt x="0" y="245"/>
                  </a:lnTo>
                  <a:lnTo>
                    <a:pt x="12" y="245"/>
                  </a:lnTo>
                  <a:lnTo>
                    <a:pt x="15" y="221"/>
                  </a:lnTo>
                  <a:lnTo>
                    <a:pt x="20" y="199"/>
                  </a:lnTo>
                  <a:lnTo>
                    <a:pt x="31" y="178"/>
                  </a:lnTo>
                  <a:lnTo>
                    <a:pt x="44" y="156"/>
                  </a:lnTo>
                  <a:lnTo>
                    <a:pt x="61" y="136"/>
                  </a:lnTo>
                  <a:lnTo>
                    <a:pt x="81" y="116"/>
                  </a:lnTo>
                  <a:lnTo>
                    <a:pt x="106" y="98"/>
                  </a:lnTo>
                  <a:lnTo>
                    <a:pt x="133" y="82"/>
                  </a:lnTo>
                  <a:lnTo>
                    <a:pt x="162" y="66"/>
                  </a:lnTo>
                  <a:lnTo>
                    <a:pt x="194" y="52"/>
                  </a:lnTo>
                  <a:lnTo>
                    <a:pt x="229" y="41"/>
                  </a:lnTo>
                  <a:lnTo>
                    <a:pt x="264" y="30"/>
                  </a:lnTo>
                  <a:lnTo>
                    <a:pt x="303" y="22"/>
                  </a:lnTo>
                  <a:lnTo>
                    <a:pt x="343" y="16"/>
                  </a:lnTo>
                  <a:lnTo>
                    <a:pt x="384" y="12"/>
                  </a:lnTo>
                  <a:lnTo>
                    <a:pt x="426" y="11"/>
                  </a:lnTo>
                  <a:lnTo>
                    <a:pt x="42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2241" name="Freeform 33"/>
            <p:cNvSpPr>
              <a:spLocks/>
            </p:cNvSpPr>
            <p:nvPr/>
          </p:nvSpPr>
          <p:spPr bwMode="auto">
            <a:xfrm>
              <a:off x="1587" y="1929"/>
              <a:ext cx="85" cy="49"/>
            </a:xfrm>
            <a:custGeom>
              <a:avLst/>
              <a:gdLst>
                <a:gd name="T0" fmla="*/ 0 w 426"/>
                <a:gd name="T1" fmla="*/ 0 h 245"/>
                <a:gd name="T2" fmla="*/ 0 w 426"/>
                <a:gd name="T3" fmla="*/ 0 h 245"/>
                <a:gd name="T4" fmla="*/ 0 w 426"/>
                <a:gd name="T5" fmla="*/ 0 h 245"/>
                <a:gd name="T6" fmla="*/ 0 w 426"/>
                <a:gd name="T7" fmla="*/ 0 h 245"/>
                <a:gd name="T8" fmla="*/ 0 w 426"/>
                <a:gd name="T9" fmla="*/ 1 h 245"/>
                <a:gd name="T10" fmla="*/ 0 w 426"/>
                <a:gd name="T11" fmla="*/ 1 h 245"/>
                <a:gd name="T12" fmla="*/ 0 w 426"/>
                <a:gd name="T13" fmla="*/ 1 h 245"/>
                <a:gd name="T14" fmla="*/ 1 w 426"/>
                <a:gd name="T15" fmla="*/ 1 h 245"/>
                <a:gd name="T16" fmla="*/ 1 w 426"/>
                <a:gd name="T17" fmla="*/ 1 h 245"/>
                <a:gd name="T18" fmla="*/ 1 w 426"/>
                <a:gd name="T19" fmla="*/ 1 h 245"/>
                <a:gd name="T20" fmla="*/ 1 w 426"/>
                <a:gd name="T21" fmla="*/ 2 h 245"/>
                <a:gd name="T22" fmla="*/ 2 w 426"/>
                <a:gd name="T23" fmla="*/ 2 h 245"/>
                <a:gd name="T24" fmla="*/ 2 w 426"/>
                <a:gd name="T25" fmla="*/ 2 h 245"/>
                <a:gd name="T26" fmla="*/ 2 w 426"/>
                <a:gd name="T27" fmla="*/ 2 h 245"/>
                <a:gd name="T28" fmla="*/ 2 w 426"/>
                <a:gd name="T29" fmla="*/ 2 h 245"/>
                <a:gd name="T30" fmla="*/ 3 w 426"/>
                <a:gd name="T31" fmla="*/ 2 h 245"/>
                <a:gd name="T32" fmla="*/ 3 w 426"/>
                <a:gd name="T33" fmla="*/ 2 h 245"/>
                <a:gd name="T34" fmla="*/ 3 w 426"/>
                <a:gd name="T35" fmla="*/ 2 h 245"/>
                <a:gd name="T36" fmla="*/ 3 w 426"/>
                <a:gd name="T37" fmla="*/ 2 h 245"/>
                <a:gd name="T38" fmla="*/ 3 w 426"/>
                <a:gd name="T39" fmla="*/ 2 h 245"/>
                <a:gd name="T40" fmla="*/ 3 w 426"/>
                <a:gd name="T41" fmla="*/ 2 h 245"/>
                <a:gd name="T42" fmla="*/ 2 w 426"/>
                <a:gd name="T43" fmla="*/ 2 h 245"/>
                <a:gd name="T44" fmla="*/ 2 w 426"/>
                <a:gd name="T45" fmla="*/ 2 h 245"/>
                <a:gd name="T46" fmla="*/ 2 w 426"/>
                <a:gd name="T47" fmla="*/ 2 h 245"/>
                <a:gd name="T48" fmla="*/ 2 w 426"/>
                <a:gd name="T49" fmla="*/ 2 h 245"/>
                <a:gd name="T50" fmla="*/ 1 w 426"/>
                <a:gd name="T51" fmla="*/ 1 h 245"/>
                <a:gd name="T52" fmla="*/ 1 w 426"/>
                <a:gd name="T53" fmla="*/ 1 h 245"/>
                <a:gd name="T54" fmla="*/ 1 w 426"/>
                <a:gd name="T55" fmla="*/ 1 h 245"/>
                <a:gd name="T56" fmla="*/ 1 w 426"/>
                <a:gd name="T57" fmla="*/ 1 h 245"/>
                <a:gd name="T58" fmla="*/ 0 w 426"/>
                <a:gd name="T59" fmla="*/ 1 h 245"/>
                <a:gd name="T60" fmla="*/ 0 w 426"/>
                <a:gd name="T61" fmla="*/ 1 h 245"/>
                <a:gd name="T62" fmla="*/ 0 w 426"/>
                <a:gd name="T63" fmla="*/ 1 h 245"/>
                <a:gd name="T64" fmla="*/ 0 w 426"/>
                <a:gd name="T65" fmla="*/ 0 h 245"/>
                <a:gd name="T66" fmla="*/ 0 w 426"/>
                <a:gd name="T67" fmla="*/ 0 h 245"/>
                <a:gd name="T68" fmla="*/ 0 w 426"/>
                <a:gd name="T69" fmla="*/ 0 h 245"/>
                <a:gd name="T70" fmla="*/ 0 w 426"/>
                <a:gd name="T71" fmla="*/ 0 h 245"/>
                <a:gd name="T72" fmla="*/ 0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0" y="0"/>
                  </a:moveTo>
                  <a:lnTo>
                    <a:pt x="0" y="0"/>
                  </a:lnTo>
                  <a:lnTo>
                    <a:pt x="3" y="25"/>
                  </a:lnTo>
                  <a:lnTo>
                    <a:pt x="9" y="50"/>
                  </a:lnTo>
                  <a:lnTo>
                    <a:pt x="19" y="73"/>
                  </a:lnTo>
                  <a:lnTo>
                    <a:pt x="34" y="96"/>
                  </a:lnTo>
                  <a:lnTo>
                    <a:pt x="52" y="118"/>
                  </a:lnTo>
                  <a:lnTo>
                    <a:pt x="74" y="138"/>
                  </a:lnTo>
                  <a:lnTo>
                    <a:pt x="99" y="156"/>
                  </a:lnTo>
                  <a:lnTo>
                    <a:pt x="126" y="174"/>
                  </a:lnTo>
                  <a:lnTo>
                    <a:pt x="157" y="190"/>
                  </a:lnTo>
                  <a:lnTo>
                    <a:pt x="189" y="204"/>
                  </a:lnTo>
                  <a:lnTo>
                    <a:pt x="224" y="215"/>
                  </a:lnTo>
                  <a:lnTo>
                    <a:pt x="262" y="226"/>
                  </a:lnTo>
                  <a:lnTo>
                    <a:pt x="300" y="234"/>
                  </a:lnTo>
                  <a:lnTo>
                    <a:pt x="340" y="240"/>
                  </a:lnTo>
                  <a:lnTo>
                    <a:pt x="384" y="244"/>
                  </a:lnTo>
                  <a:lnTo>
                    <a:pt x="426" y="245"/>
                  </a:lnTo>
                  <a:lnTo>
                    <a:pt x="426" y="233"/>
                  </a:lnTo>
                  <a:lnTo>
                    <a:pt x="384" y="232"/>
                  </a:lnTo>
                  <a:lnTo>
                    <a:pt x="343" y="228"/>
                  </a:lnTo>
                  <a:lnTo>
                    <a:pt x="303" y="222"/>
                  </a:lnTo>
                  <a:lnTo>
                    <a:pt x="264" y="214"/>
                  </a:lnTo>
                  <a:lnTo>
                    <a:pt x="229" y="204"/>
                  </a:lnTo>
                  <a:lnTo>
                    <a:pt x="194" y="192"/>
                  </a:lnTo>
                  <a:lnTo>
                    <a:pt x="162" y="178"/>
                  </a:lnTo>
                  <a:lnTo>
                    <a:pt x="133" y="163"/>
                  </a:lnTo>
                  <a:lnTo>
                    <a:pt x="106" y="146"/>
                  </a:lnTo>
                  <a:lnTo>
                    <a:pt x="81" y="129"/>
                  </a:lnTo>
                  <a:lnTo>
                    <a:pt x="61" y="109"/>
                  </a:lnTo>
                  <a:lnTo>
                    <a:pt x="44" y="89"/>
                  </a:lnTo>
                  <a:lnTo>
                    <a:pt x="31" y="66"/>
                  </a:lnTo>
                  <a:lnTo>
                    <a:pt x="20" y="45"/>
                  </a:lnTo>
                  <a:lnTo>
                    <a:pt x="15" y="2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2242" name="Freeform 34"/>
            <p:cNvSpPr>
              <a:spLocks/>
            </p:cNvSpPr>
            <p:nvPr/>
          </p:nvSpPr>
          <p:spPr bwMode="auto">
            <a:xfrm>
              <a:off x="878" y="1448"/>
              <a:ext cx="792" cy="954"/>
            </a:xfrm>
            <a:custGeom>
              <a:avLst/>
              <a:gdLst>
                <a:gd name="T0" fmla="*/ 13 w 3960"/>
                <a:gd name="T1" fmla="*/ 38 h 4768"/>
                <a:gd name="T2" fmla="*/ 14 w 3960"/>
                <a:gd name="T3" fmla="*/ 38 h 4768"/>
                <a:gd name="T4" fmla="*/ 15 w 3960"/>
                <a:gd name="T5" fmla="*/ 38 h 4768"/>
                <a:gd name="T6" fmla="*/ 15 w 3960"/>
                <a:gd name="T7" fmla="*/ 38 h 4768"/>
                <a:gd name="T8" fmla="*/ 16 w 3960"/>
                <a:gd name="T9" fmla="*/ 38 h 4768"/>
                <a:gd name="T10" fmla="*/ 17 w 3960"/>
                <a:gd name="T11" fmla="*/ 38 h 4768"/>
                <a:gd name="T12" fmla="*/ 17 w 3960"/>
                <a:gd name="T13" fmla="*/ 38 h 4768"/>
                <a:gd name="T14" fmla="*/ 18 w 3960"/>
                <a:gd name="T15" fmla="*/ 38 h 4768"/>
                <a:gd name="T16" fmla="*/ 18 w 3960"/>
                <a:gd name="T17" fmla="*/ 38 h 4768"/>
                <a:gd name="T18" fmla="*/ 29 w 3960"/>
                <a:gd name="T19" fmla="*/ 30 h 4768"/>
                <a:gd name="T20" fmla="*/ 30 w 3960"/>
                <a:gd name="T21" fmla="*/ 30 h 4768"/>
                <a:gd name="T22" fmla="*/ 30 w 3960"/>
                <a:gd name="T23" fmla="*/ 29 h 4768"/>
                <a:gd name="T24" fmla="*/ 31 w 3960"/>
                <a:gd name="T25" fmla="*/ 28 h 4768"/>
                <a:gd name="T26" fmla="*/ 31 w 3960"/>
                <a:gd name="T27" fmla="*/ 28 h 4768"/>
                <a:gd name="T28" fmla="*/ 31 w 3960"/>
                <a:gd name="T29" fmla="*/ 27 h 4768"/>
                <a:gd name="T30" fmla="*/ 32 w 3960"/>
                <a:gd name="T31" fmla="*/ 26 h 4768"/>
                <a:gd name="T32" fmla="*/ 32 w 3960"/>
                <a:gd name="T33" fmla="*/ 25 h 4768"/>
                <a:gd name="T34" fmla="*/ 32 w 3960"/>
                <a:gd name="T35" fmla="*/ 11 h 4768"/>
                <a:gd name="T36" fmla="*/ 32 w 3960"/>
                <a:gd name="T37" fmla="*/ 10 h 4768"/>
                <a:gd name="T38" fmla="*/ 31 w 3960"/>
                <a:gd name="T39" fmla="*/ 9 h 4768"/>
                <a:gd name="T40" fmla="*/ 31 w 3960"/>
                <a:gd name="T41" fmla="*/ 9 h 4768"/>
                <a:gd name="T42" fmla="*/ 31 w 3960"/>
                <a:gd name="T43" fmla="*/ 8 h 4768"/>
                <a:gd name="T44" fmla="*/ 31 w 3960"/>
                <a:gd name="T45" fmla="*/ 8 h 4768"/>
                <a:gd name="T46" fmla="*/ 30 w 3960"/>
                <a:gd name="T47" fmla="*/ 7 h 4768"/>
                <a:gd name="T48" fmla="*/ 30 w 3960"/>
                <a:gd name="T49" fmla="*/ 7 h 4768"/>
                <a:gd name="T50" fmla="*/ 29 w 3960"/>
                <a:gd name="T51" fmla="*/ 6 h 4768"/>
                <a:gd name="T52" fmla="*/ 19 w 3960"/>
                <a:gd name="T53" fmla="*/ 1 h 4768"/>
                <a:gd name="T54" fmla="*/ 18 w 3960"/>
                <a:gd name="T55" fmla="*/ 0 h 4768"/>
                <a:gd name="T56" fmla="*/ 17 w 3960"/>
                <a:gd name="T57" fmla="*/ 0 h 4768"/>
                <a:gd name="T58" fmla="*/ 17 w 3960"/>
                <a:gd name="T59" fmla="*/ 0 h 4768"/>
                <a:gd name="T60" fmla="*/ 16 w 3960"/>
                <a:gd name="T61" fmla="*/ 0 h 4768"/>
                <a:gd name="T62" fmla="*/ 15 w 3960"/>
                <a:gd name="T63" fmla="*/ 0 h 4768"/>
                <a:gd name="T64" fmla="*/ 14 w 3960"/>
                <a:gd name="T65" fmla="*/ 0 h 4768"/>
                <a:gd name="T66" fmla="*/ 14 w 3960"/>
                <a:gd name="T67" fmla="*/ 0 h 4768"/>
                <a:gd name="T68" fmla="*/ 2 w 3960"/>
                <a:gd name="T69" fmla="*/ 6 h 4768"/>
                <a:gd name="T70" fmla="*/ 2 w 3960"/>
                <a:gd name="T71" fmla="*/ 7 h 4768"/>
                <a:gd name="T72" fmla="*/ 1 w 3960"/>
                <a:gd name="T73" fmla="*/ 7 h 4768"/>
                <a:gd name="T74" fmla="*/ 1 w 3960"/>
                <a:gd name="T75" fmla="*/ 8 h 4768"/>
                <a:gd name="T76" fmla="*/ 1 w 3960"/>
                <a:gd name="T77" fmla="*/ 8 h 4768"/>
                <a:gd name="T78" fmla="*/ 0 w 3960"/>
                <a:gd name="T79" fmla="*/ 9 h 4768"/>
                <a:gd name="T80" fmla="*/ 0 w 3960"/>
                <a:gd name="T81" fmla="*/ 9 h 4768"/>
                <a:gd name="T82" fmla="*/ 0 w 3960"/>
                <a:gd name="T83" fmla="*/ 10 h 4768"/>
                <a:gd name="T84" fmla="*/ 0 w 3960"/>
                <a:gd name="T85" fmla="*/ 11 h 4768"/>
                <a:gd name="T86" fmla="*/ 0 w 3960"/>
                <a:gd name="T87" fmla="*/ 25 h 4768"/>
                <a:gd name="T88" fmla="*/ 0 w 3960"/>
                <a:gd name="T89" fmla="*/ 26 h 4768"/>
                <a:gd name="T90" fmla="*/ 0 w 3960"/>
                <a:gd name="T91" fmla="*/ 27 h 4768"/>
                <a:gd name="T92" fmla="*/ 1 w 3960"/>
                <a:gd name="T93" fmla="*/ 28 h 4768"/>
                <a:gd name="T94" fmla="*/ 1 w 3960"/>
                <a:gd name="T95" fmla="*/ 29 h 4768"/>
                <a:gd name="T96" fmla="*/ 1 w 3960"/>
                <a:gd name="T97" fmla="*/ 29 h 4768"/>
                <a:gd name="T98" fmla="*/ 2 w 3960"/>
                <a:gd name="T99" fmla="*/ 30 h 4768"/>
                <a:gd name="T100" fmla="*/ 3 w 3960"/>
                <a:gd name="T101" fmla="*/ 31 h 4768"/>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w 3960"/>
                <a:gd name="T154" fmla="*/ 0 h 4768"/>
                <a:gd name="T155" fmla="*/ 3960 w 3960"/>
                <a:gd name="T156" fmla="*/ 4768 h 4768"/>
              </a:gdLst>
              <a:ahLst/>
              <a:cxnLst>
                <a:cxn ang="T102">
                  <a:pos x="T0" y="T1"/>
                </a:cxn>
                <a:cxn ang="T103">
                  <a:pos x="T2" y="T3"/>
                </a:cxn>
                <a:cxn ang="T104">
                  <a:pos x="T4" y="T5"/>
                </a:cxn>
                <a:cxn ang="T105">
                  <a:pos x="T6" y="T7"/>
                </a:cxn>
                <a:cxn ang="T106">
                  <a:pos x="T8" y="T9"/>
                </a:cxn>
                <a:cxn ang="T107">
                  <a:pos x="T10" y="T11"/>
                </a:cxn>
                <a:cxn ang="T108">
                  <a:pos x="T12" y="T13"/>
                </a:cxn>
                <a:cxn ang="T109">
                  <a:pos x="T14" y="T15"/>
                </a:cxn>
                <a:cxn ang="T110">
                  <a:pos x="T16" y="T17"/>
                </a:cxn>
                <a:cxn ang="T111">
                  <a:pos x="T18" y="T19"/>
                </a:cxn>
                <a:cxn ang="T112">
                  <a:pos x="T20" y="T21"/>
                </a:cxn>
                <a:cxn ang="T113">
                  <a:pos x="T22" y="T23"/>
                </a:cxn>
                <a:cxn ang="T114">
                  <a:pos x="T24" y="T25"/>
                </a:cxn>
                <a:cxn ang="T115">
                  <a:pos x="T26" y="T27"/>
                </a:cxn>
                <a:cxn ang="T116">
                  <a:pos x="T28" y="T29"/>
                </a:cxn>
                <a:cxn ang="T117">
                  <a:pos x="T30" y="T31"/>
                </a:cxn>
                <a:cxn ang="T118">
                  <a:pos x="T32" y="T33"/>
                </a:cxn>
                <a:cxn ang="T119">
                  <a:pos x="T34" y="T35"/>
                </a:cxn>
                <a:cxn ang="T120">
                  <a:pos x="T36" y="T37"/>
                </a:cxn>
                <a:cxn ang="T121">
                  <a:pos x="T38" y="T39"/>
                </a:cxn>
                <a:cxn ang="T122">
                  <a:pos x="T40" y="T41"/>
                </a:cxn>
                <a:cxn ang="T123">
                  <a:pos x="T42" y="T43"/>
                </a:cxn>
                <a:cxn ang="T124">
                  <a:pos x="T44" y="T45"/>
                </a:cxn>
                <a:cxn ang="T125">
                  <a:pos x="T46" y="T47"/>
                </a:cxn>
                <a:cxn ang="T126">
                  <a:pos x="T48" y="T49"/>
                </a:cxn>
                <a:cxn ang="T127">
                  <a:pos x="T50" y="T51"/>
                </a:cxn>
                <a:cxn ang="T128">
                  <a:pos x="T52" y="T53"/>
                </a:cxn>
                <a:cxn ang="T129">
                  <a:pos x="T54" y="T55"/>
                </a:cxn>
                <a:cxn ang="T130">
                  <a:pos x="T56" y="T57"/>
                </a:cxn>
                <a:cxn ang="T131">
                  <a:pos x="T58" y="T59"/>
                </a:cxn>
                <a:cxn ang="T132">
                  <a:pos x="T60" y="T61"/>
                </a:cxn>
                <a:cxn ang="T133">
                  <a:pos x="T62" y="T63"/>
                </a:cxn>
                <a:cxn ang="T134">
                  <a:pos x="T64" y="T65"/>
                </a:cxn>
                <a:cxn ang="T135">
                  <a:pos x="T66" y="T67"/>
                </a:cxn>
                <a:cxn ang="T136">
                  <a:pos x="T68" y="T69"/>
                </a:cxn>
                <a:cxn ang="T137">
                  <a:pos x="T70" y="T71"/>
                </a:cxn>
                <a:cxn ang="T138">
                  <a:pos x="T72" y="T73"/>
                </a:cxn>
                <a:cxn ang="T139">
                  <a:pos x="T74" y="T75"/>
                </a:cxn>
                <a:cxn ang="T140">
                  <a:pos x="T76" y="T77"/>
                </a:cxn>
                <a:cxn ang="T141">
                  <a:pos x="T78" y="T79"/>
                </a:cxn>
                <a:cxn ang="T142">
                  <a:pos x="T80" y="T81"/>
                </a:cxn>
                <a:cxn ang="T143">
                  <a:pos x="T82" y="T83"/>
                </a:cxn>
                <a:cxn ang="T144">
                  <a:pos x="T84" y="T85"/>
                </a:cxn>
                <a:cxn ang="T145">
                  <a:pos x="T86" y="T87"/>
                </a:cxn>
                <a:cxn ang="T146">
                  <a:pos x="T88" y="T89"/>
                </a:cxn>
                <a:cxn ang="T147">
                  <a:pos x="T90" y="T91"/>
                </a:cxn>
                <a:cxn ang="T148">
                  <a:pos x="T92" y="T93"/>
                </a:cxn>
                <a:cxn ang="T149">
                  <a:pos x="T94" y="T95"/>
                </a:cxn>
                <a:cxn ang="T150">
                  <a:pos x="T96" y="T97"/>
                </a:cxn>
                <a:cxn ang="T151">
                  <a:pos x="T98" y="T99"/>
                </a:cxn>
                <a:cxn ang="T152">
                  <a:pos x="T100" y="T101"/>
                </a:cxn>
              </a:cxnLst>
              <a:rect l="T153" t="T154" r="T155" b="T156"/>
              <a:pathLst>
                <a:path w="3960" h="4768">
                  <a:moveTo>
                    <a:pt x="353" y="3849"/>
                  </a:moveTo>
                  <a:lnTo>
                    <a:pt x="1661" y="4700"/>
                  </a:lnTo>
                  <a:lnTo>
                    <a:pt x="1697" y="4717"/>
                  </a:lnTo>
                  <a:lnTo>
                    <a:pt x="1736" y="4731"/>
                  </a:lnTo>
                  <a:lnTo>
                    <a:pt x="1776" y="4742"/>
                  </a:lnTo>
                  <a:lnTo>
                    <a:pt x="1818" y="4753"/>
                  </a:lnTo>
                  <a:lnTo>
                    <a:pt x="1860" y="4760"/>
                  </a:lnTo>
                  <a:lnTo>
                    <a:pt x="1902" y="4765"/>
                  </a:lnTo>
                  <a:lnTo>
                    <a:pt x="1946" y="4768"/>
                  </a:lnTo>
                  <a:lnTo>
                    <a:pt x="1988" y="4768"/>
                  </a:lnTo>
                  <a:lnTo>
                    <a:pt x="2031" y="4767"/>
                  </a:lnTo>
                  <a:lnTo>
                    <a:pt x="2073" y="4763"/>
                  </a:lnTo>
                  <a:lnTo>
                    <a:pt x="2114" y="4758"/>
                  </a:lnTo>
                  <a:lnTo>
                    <a:pt x="2154" y="4751"/>
                  </a:lnTo>
                  <a:lnTo>
                    <a:pt x="2193" y="4740"/>
                  </a:lnTo>
                  <a:lnTo>
                    <a:pt x="2230" y="4729"/>
                  </a:lnTo>
                  <a:lnTo>
                    <a:pt x="2264" y="4715"/>
                  </a:lnTo>
                  <a:lnTo>
                    <a:pt x="2297" y="4700"/>
                  </a:lnTo>
                  <a:lnTo>
                    <a:pt x="3639" y="3825"/>
                  </a:lnTo>
                  <a:lnTo>
                    <a:pt x="3673" y="3795"/>
                  </a:lnTo>
                  <a:lnTo>
                    <a:pt x="3707" y="3761"/>
                  </a:lnTo>
                  <a:lnTo>
                    <a:pt x="3738" y="3725"/>
                  </a:lnTo>
                  <a:lnTo>
                    <a:pt x="3768" y="3685"/>
                  </a:lnTo>
                  <a:lnTo>
                    <a:pt x="3796" y="3644"/>
                  </a:lnTo>
                  <a:lnTo>
                    <a:pt x="3821" y="3599"/>
                  </a:lnTo>
                  <a:lnTo>
                    <a:pt x="3846" y="3553"/>
                  </a:lnTo>
                  <a:lnTo>
                    <a:pt x="3868" y="3505"/>
                  </a:lnTo>
                  <a:lnTo>
                    <a:pt x="3888" y="3456"/>
                  </a:lnTo>
                  <a:lnTo>
                    <a:pt x="3907" y="3406"/>
                  </a:lnTo>
                  <a:lnTo>
                    <a:pt x="3922" y="3354"/>
                  </a:lnTo>
                  <a:lnTo>
                    <a:pt x="3935" y="3303"/>
                  </a:lnTo>
                  <a:lnTo>
                    <a:pt x="3946" y="3250"/>
                  </a:lnTo>
                  <a:lnTo>
                    <a:pt x="3953" y="3197"/>
                  </a:lnTo>
                  <a:lnTo>
                    <a:pt x="3957" y="3144"/>
                  </a:lnTo>
                  <a:lnTo>
                    <a:pt x="3960" y="3092"/>
                  </a:lnTo>
                  <a:lnTo>
                    <a:pt x="3959" y="1313"/>
                  </a:lnTo>
                  <a:lnTo>
                    <a:pt x="3955" y="1271"/>
                  </a:lnTo>
                  <a:lnTo>
                    <a:pt x="3949" y="1229"/>
                  </a:lnTo>
                  <a:lnTo>
                    <a:pt x="3941" y="1189"/>
                  </a:lnTo>
                  <a:lnTo>
                    <a:pt x="3930" y="1149"/>
                  </a:lnTo>
                  <a:lnTo>
                    <a:pt x="3918" y="1111"/>
                  </a:lnTo>
                  <a:lnTo>
                    <a:pt x="3902" y="1075"/>
                  </a:lnTo>
                  <a:lnTo>
                    <a:pt x="3886" y="1040"/>
                  </a:lnTo>
                  <a:lnTo>
                    <a:pt x="3867" y="1006"/>
                  </a:lnTo>
                  <a:lnTo>
                    <a:pt x="3846" y="973"/>
                  </a:lnTo>
                  <a:lnTo>
                    <a:pt x="3823" y="942"/>
                  </a:lnTo>
                  <a:lnTo>
                    <a:pt x="3798" y="913"/>
                  </a:lnTo>
                  <a:lnTo>
                    <a:pt x="3771" y="886"/>
                  </a:lnTo>
                  <a:lnTo>
                    <a:pt x="3743" y="860"/>
                  </a:lnTo>
                  <a:lnTo>
                    <a:pt x="3714" y="837"/>
                  </a:lnTo>
                  <a:lnTo>
                    <a:pt x="3682" y="816"/>
                  </a:lnTo>
                  <a:lnTo>
                    <a:pt x="3649" y="796"/>
                  </a:lnTo>
                  <a:lnTo>
                    <a:pt x="2386" y="83"/>
                  </a:lnTo>
                  <a:lnTo>
                    <a:pt x="2350" y="65"/>
                  </a:lnTo>
                  <a:lnTo>
                    <a:pt x="2310" y="50"/>
                  </a:lnTo>
                  <a:lnTo>
                    <a:pt x="2268" y="36"/>
                  </a:lnTo>
                  <a:lnTo>
                    <a:pt x="2223" y="24"/>
                  </a:lnTo>
                  <a:lnTo>
                    <a:pt x="2178" y="15"/>
                  </a:lnTo>
                  <a:lnTo>
                    <a:pt x="2131" y="8"/>
                  </a:lnTo>
                  <a:lnTo>
                    <a:pt x="2082" y="3"/>
                  </a:lnTo>
                  <a:lnTo>
                    <a:pt x="2032" y="0"/>
                  </a:lnTo>
                  <a:lnTo>
                    <a:pt x="1982" y="1"/>
                  </a:lnTo>
                  <a:lnTo>
                    <a:pt x="1933" y="3"/>
                  </a:lnTo>
                  <a:lnTo>
                    <a:pt x="1882" y="9"/>
                  </a:lnTo>
                  <a:lnTo>
                    <a:pt x="1833" y="17"/>
                  </a:lnTo>
                  <a:lnTo>
                    <a:pt x="1785" y="29"/>
                  </a:lnTo>
                  <a:lnTo>
                    <a:pt x="1737" y="43"/>
                  </a:lnTo>
                  <a:lnTo>
                    <a:pt x="1691" y="62"/>
                  </a:lnTo>
                  <a:lnTo>
                    <a:pt x="1647" y="83"/>
                  </a:lnTo>
                  <a:lnTo>
                    <a:pt x="311" y="782"/>
                  </a:lnTo>
                  <a:lnTo>
                    <a:pt x="276" y="803"/>
                  </a:lnTo>
                  <a:lnTo>
                    <a:pt x="243" y="826"/>
                  </a:lnTo>
                  <a:lnTo>
                    <a:pt x="213" y="852"/>
                  </a:lnTo>
                  <a:lnTo>
                    <a:pt x="184" y="879"/>
                  </a:lnTo>
                  <a:lnTo>
                    <a:pt x="155" y="908"/>
                  </a:lnTo>
                  <a:lnTo>
                    <a:pt x="131" y="939"/>
                  </a:lnTo>
                  <a:lnTo>
                    <a:pt x="107" y="971"/>
                  </a:lnTo>
                  <a:lnTo>
                    <a:pt x="86" y="1005"/>
                  </a:lnTo>
                  <a:lnTo>
                    <a:pt x="68" y="1040"/>
                  </a:lnTo>
                  <a:lnTo>
                    <a:pt x="50" y="1076"/>
                  </a:lnTo>
                  <a:lnTo>
                    <a:pt x="36" y="1115"/>
                  </a:lnTo>
                  <a:lnTo>
                    <a:pt x="23" y="1153"/>
                  </a:lnTo>
                  <a:lnTo>
                    <a:pt x="14" y="1195"/>
                  </a:lnTo>
                  <a:lnTo>
                    <a:pt x="7" y="1236"/>
                  </a:lnTo>
                  <a:lnTo>
                    <a:pt x="2" y="1279"/>
                  </a:lnTo>
                  <a:lnTo>
                    <a:pt x="0" y="1322"/>
                  </a:lnTo>
                  <a:lnTo>
                    <a:pt x="0" y="3093"/>
                  </a:lnTo>
                  <a:lnTo>
                    <a:pt x="2" y="3147"/>
                  </a:lnTo>
                  <a:lnTo>
                    <a:pt x="7" y="3202"/>
                  </a:lnTo>
                  <a:lnTo>
                    <a:pt x="15" y="3257"/>
                  </a:lnTo>
                  <a:lnTo>
                    <a:pt x="27" y="3312"/>
                  </a:lnTo>
                  <a:lnTo>
                    <a:pt x="42" y="3366"/>
                  </a:lnTo>
                  <a:lnTo>
                    <a:pt x="59" y="3420"/>
                  </a:lnTo>
                  <a:lnTo>
                    <a:pt x="79" y="3474"/>
                  </a:lnTo>
                  <a:lnTo>
                    <a:pt x="102" y="3525"/>
                  </a:lnTo>
                  <a:lnTo>
                    <a:pt x="127" y="3576"/>
                  </a:lnTo>
                  <a:lnTo>
                    <a:pt x="154" y="3624"/>
                  </a:lnTo>
                  <a:lnTo>
                    <a:pt x="184" y="3670"/>
                  </a:lnTo>
                  <a:lnTo>
                    <a:pt x="214" y="3712"/>
                  </a:lnTo>
                  <a:lnTo>
                    <a:pt x="247" y="3752"/>
                  </a:lnTo>
                  <a:lnTo>
                    <a:pt x="281" y="3788"/>
                  </a:lnTo>
                  <a:lnTo>
                    <a:pt x="317" y="3821"/>
                  </a:lnTo>
                  <a:lnTo>
                    <a:pt x="353" y="384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2243" name="Freeform 35"/>
            <p:cNvSpPr>
              <a:spLocks/>
            </p:cNvSpPr>
            <p:nvPr/>
          </p:nvSpPr>
          <p:spPr bwMode="auto">
            <a:xfrm>
              <a:off x="943" y="2210"/>
              <a:ext cx="276" cy="187"/>
            </a:xfrm>
            <a:custGeom>
              <a:avLst/>
              <a:gdLst>
                <a:gd name="T0" fmla="*/ 11 w 1380"/>
                <a:gd name="T1" fmla="*/ 7 h 937"/>
                <a:gd name="T2" fmla="*/ 11 w 1380"/>
                <a:gd name="T3" fmla="*/ 7 h 937"/>
                <a:gd name="T4" fmla="*/ 0 w 1380"/>
                <a:gd name="T5" fmla="*/ 0 h 937"/>
                <a:gd name="T6" fmla="*/ 0 w 1380"/>
                <a:gd name="T7" fmla="*/ 1 h 937"/>
                <a:gd name="T8" fmla="*/ 10 w 1380"/>
                <a:gd name="T9" fmla="*/ 7 h 937"/>
                <a:gd name="T10" fmla="*/ 10 w 1380"/>
                <a:gd name="T11" fmla="*/ 7 h 937"/>
                <a:gd name="T12" fmla="*/ 10 w 1380"/>
                <a:gd name="T13" fmla="*/ 7 h 937"/>
                <a:gd name="T14" fmla="*/ 11 w 1380"/>
                <a:gd name="T15" fmla="*/ 7 h 937"/>
                <a:gd name="T16" fmla="*/ 11 w 1380"/>
                <a:gd name="T17" fmla="*/ 7 h 937"/>
                <a:gd name="T18" fmla="*/ 11 w 1380"/>
                <a:gd name="T19" fmla="*/ 7 h 937"/>
                <a:gd name="T20" fmla="*/ 11 w 1380"/>
                <a:gd name="T21" fmla="*/ 7 h 937"/>
                <a:gd name="T22" fmla="*/ 11 w 1380"/>
                <a:gd name="T23" fmla="*/ 7 h 937"/>
                <a:gd name="T24" fmla="*/ 11 w 1380"/>
                <a:gd name="T25" fmla="*/ 7 h 937"/>
                <a:gd name="T26" fmla="*/ 11 w 1380"/>
                <a:gd name="T27" fmla="*/ 7 h 937"/>
                <a:gd name="T28" fmla="*/ 11 w 1380"/>
                <a:gd name="T29" fmla="*/ 7 h 937"/>
                <a:gd name="T30" fmla="*/ 11 w 1380"/>
                <a:gd name="T31" fmla="*/ 7 h 93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80"/>
                <a:gd name="T49" fmla="*/ 0 h 937"/>
                <a:gd name="T50" fmla="*/ 1380 w 1380"/>
                <a:gd name="T51" fmla="*/ 937 h 93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80" h="937">
                  <a:moveTo>
                    <a:pt x="1354" y="848"/>
                  </a:moveTo>
                  <a:lnTo>
                    <a:pt x="1359" y="851"/>
                  </a:lnTo>
                  <a:lnTo>
                    <a:pt x="51" y="0"/>
                  </a:lnTo>
                  <a:lnTo>
                    <a:pt x="0" y="78"/>
                  </a:lnTo>
                  <a:lnTo>
                    <a:pt x="1307" y="929"/>
                  </a:lnTo>
                  <a:lnTo>
                    <a:pt x="1312" y="932"/>
                  </a:lnTo>
                  <a:lnTo>
                    <a:pt x="1307" y="929"/>
                  </a:lnTo>
                  <a:lnTo>
                    <a:pt x="1326" y="937"/>
                  </a:lnTo>
                  <a:lnTo>
                    <a:pt x="1345" y="936"/>
                  </a:lnTo>
                  <a:lnTo>
                    <a:pt x="1360" y="929"/>
                  </a:lnTo>
                  <a:lnTo>
                    <a:pt x="1372" y="916"/>
                  </a:lnTo>
                  <a:lnTo>
                    <a:pt x="1379" y="899"/>
                  </a:lnTo>
                  <a:lnTo>
                    <a:pt x="1380" y="883"/>
                  </a:lnTo>
                  <a:lnTo>
                    <a:pt x="1374" y="865"/>
                  </a:lnTo>
                  <a:lnTo>
                    <a:pt x="1359" y="851"/>
                  </a:lnTo>
                  <a:lnTo>
                    <a:pt x="1354" y="84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2244" name="Freeform 36"/>
            <p:cNvSpPr>
              <a:spLocks/>
            </p:cNvSpPr>
            <p:nvPr/>
          </p:nvSpPr>
          <p:spPr bwMode="auto">
            <a:xfrm>
              <a:off x="1206" y="2379"/>
              <a:ext cx="140" cy="32"/>
            </a:xfrm>
            <a:custGeom>
              <a:avLst/>
              <a:gdLst>
                <a:gd name="T0" fmla="*/ 5 w 703"/>
                <a:gd name="T1" fmla="*/ 0 h 162"/>
                <a:gd name="T2" fmla="*/ 5 w 703"/>
                <a:gd name="T3" fmla="*/ 0 h 162"/>
                <a:gd name="T4" fmla="*/ 5 w 703"/>
                <a:gd name="T5" fmla="*/ 0 h 162"/>
                <a:gd name="T6" fmla="*/ 5 w 703"/>
                <a:gd name="T7" fmla="*/ 0 h 162"/>
                <a:gd name="T8" fmla="*/ 4 w 703"/>
                <a:gd name="T9" fmla="*/ 0 h 162"/>
                <a:gd name="T10" fmla="*/ 4 w 703"/>
                <a:gd name="T11" fmla="*/ 0 h 162"/>
                <a:gd name="T12" fmla="*/ 4 w 703"/>
                <a:gd name="T13" fmla="*/ 0 h 162"/>
                <a:gd name="T14" fmla="*/ 3 w 703"/>
                <a:gd name="T15" fmla="*/ 1 h 162"/>
                <a:gd name="T16" fmla="*/ 3 w 703"/>
                <a:gd name="T17" fmla="*/ 1 h 162"/>
                <a:gd name="T18" fmla="*/ 3 w 703"/>
                <a:gd name="T19" fmla="*/ 1 h 162"/>
                <a:gd name="T20" fmla="*/ 2 w 703"/>
                <a:gd name="T21" fmla="*/ 1 h 162"/>
                <a:gd name="T22" fmla="*/ 2 w 703"/>
                <a:gd name="T23" fmla="*/ 1 h 162"/>
                <a:gd name="T24" fmla="*/ 2 w 703"/>
                <a:gd name="T25" fmla="*/ 0 h 162"/>
                <a:gd name="T26" fmla="*/ 1 w 703"/>
                <a:gd name="T27" fmla="*/ 0 h 162"/>
                <a:gd name="T28" fmla="*/ 1 w 703"/>
                <a:gd name="T29" fmla="*/ 0 h 162"/>
                <a:gd name="T30" fmla="*/ 1 w 703"/>
                <a:gd name="T31" fmla="*/ 0 h 162"/>
                <a:gd name="T32" fmla="*/ 1 w 703"/>
                <a:gd name="T33" fmla="*/ 0 h 162"/>
                <a:gd name="T34" fmla="*/ 0 w 703"/>
                <a:gd name="T35" fmla="*/ 0 h 162"/>
                <a:gd name="T36" fmla="*/ 0 w 703"/>
                <a:gd name="T37" fmla="*/ 1 h 162"/>
                <a:gd name="T38" fmla="*/ 0 w 703"/>
                <a:gd name="T39" fmla="*/ 1 h 162"/>
                <a:gd name="T40" fmla="*/ 1 w 703"/>
                <a:gd name="T41" fmla="*/ 1 h 162"/>
                <a:gd name="T42" fmla="*/ 1 w 703"/>
                <a:gd name="T43" fmla="*/ 1 h 162"/>
                <a:gd name="T44" fmla="*/ 1 w 703"/>
                <a:gd name="T45" fmla="*/ 1 h 162"/>
                <a:gd name="T46" fmla="*/ 2 w 703"/>
                <a:gd name="T47" fmla="*/ 1 h 162"/>
                <a:gd name="T48" fmla="*/ 2 w 703"/>
                <a:gd name="T49" fmla="*/ 1 h 162"/>
                <a:gd name="T50" fmla="*/ 2 w 703"/>
                <a:gd name="T51" fmla="*/ 1 h 162"/>
                <a:gd name="T52" fmla="*/ 3 w 703"/>
                <a:gd name="T53" fmla="*/ 1 h 162"/>
                <a:gd name="T54" fmla="*/ 3 w 703"/>
                <a:gd name="T55" fmla="*/ 1 h 162"/>
                <a:gd name="T56" fmla="*/ 3 w 703"/>
                <a:gd name="T57" fmla="*/ 1 h 162"/>
                <a:gd name="T58" fmla="*/ 4 w 703"/>
                <a:gd name="T59" fmla="*/ 1 h 162"/>
                <a:gd name="T60" fmla="*/ 4 w 703"/>
                <a:gd name="T61" fmla="*/ 1 h 162"/>
                <a:gd name="T62" fmla="*/ 5 w 703"/>
                <a:gd name="T63" fmla="*/ 1 h 162"/>
                <a:gd name="T64" fmla="*/ 5 w 703"/>
                <a:gd name="T65" fmla="*/ 1 h 162"/>
                <a:gd name="T66" fmla="*/ 5 w 703"/>
                <a:gd name="T67" fmla="*/ 1 h 162"/>
                <a:gd name="T68" fmla="*/ 5 w 703"/>
                <a:gd name="T69" fmla="*/ 1 h 162"/>
                <a:gd name="T70" fmla="*/ 5 w 703"/>
                <a:gd name="T71" fmla="*/ 1 h 162"/>
                <a:gd name="T72" fmla="*/ 5 w 703"/>
                <a:gd name="T73" fmla="*/ 1 h 162"/>
                <a:gd name="T74" fmla="*/ 5 w 703"/>
                <a:gd name="T75" fmla="*/ 1 h 162"/>
                <a:gd name="T76" fmla="*/ 6 w 703"/>
                <a:gd name="T77" fmla="*/ 0 h 162"/>
                <a:gd name="T78" fmla="*/ 6 w 703"/>
                <a:gd name="T79" fmla="*/ 0 h 162"/>
                <a:gd name="T80" fmla="*/ 6 w 703"/>
                <a:gd name="T81" fmla="*/ 0 h 162"/>
                <a:gd name="T82" fmla="*/ 5 w 703"/>
                <a:gd name="T83" fmla="*/ 0 h 162"/>
                <a:gd name="T84" fmla="*/ 5 w 703"/>
                <a:gd name="T85" fmla="*/ 0 h 162"/>
                <a:gd name="T86" fmla="*/ 5 w 703"/>
                <a:gd name="T87" fmla="*/ 0 h 162"/>
                <a:gd name="T88" fmla="*/ 5 w 703"/>
                <a:gd name="T89" fmla="*/ 0 h 162"/>
                <a:gd name="T90" fmla="*/ 5 w 703"/>
                <a:gd name="T91" fmla="*/ 0 h 162"/>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703"/>
                <a:gd name="T139" fmla="*/ 0 h 162"/>
                <a:gd name="T140" fmla="*/ 703 w 703"/>
                <a:gd name="T141" fmla="*/ 162 h 162"/>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703" h="162">
                  <a:moveTo>
                    <a:pt x="631" y="8"/>
                  </a:moveTo>
                  <a:lnTo>
                    <a:pt x="636" y="6"/>
                  </a:lnTo>
                  <a:lnTo>
                    <a:pt x="606" y="20"/>
                  </a:lnTo>
                  <a:lnTo>
                    <a:pt x="575" y="32"/>
                  </a:lnTo>
                  <a:lnTo>
                    <a:pt x="540" y="42"/>
                  </a:lnTo>
                  <a:lnTo>
                    <a:pt x="504" y="52"/>
                  </a:lnTo>
                  <a:lnTo>
                    <a:pt x="467" y="59"/>
                  </a:lnTo>
                  <a:lnTo>
                    <a:pt x="428" y="64"/>
                  </a:lnTo>
                  <a:lnTo>
                    <a:pt x="389" y="67"/>
                  </a:lnTo>
                  <a:lnTo>
                    <a:pt x="348" y="68"/>
                  </a:lnTo>
                  <a:lnTo>
                    <a:pt x="308" y="68"/>
                  </a:lnTo>
                  <a:lnTo>
                    <a:pt x="267" y="65"/>
                  </a:lnTo>
                  <a:lnTo>
                    <a:pt x="226" y="61"/>
                  </a:lnTo>
                  <a:lnTo>
                    <a:pt x="187" y="54"/>
                  </a:lnTo>
                  <a:lnTo>
                    <a:pt x="148" y="44"/>
                  </a:lnTo>
                  <a:lnTo>
                    <a:pt x="110" y="33"/>
                  </a:lnTo>
                  <a:lnTo>
                    <a:pt x="75" y="20"/>
                  </a:lnTo>
                  <a:lnTo>
                    <a:pt x="42" y="5"/>
                  </a:lnTo>
                  <a:lnTo>
                    <a:pt x="0" y="89"/>
                  </a:lnTo>
                  <a:lnTo>
                    <a:pt x="40" y="107"/>
                  </a:lnTo>
                  <a:lnTo>
                    <a:pt x="82" y="122"/>
                  </a:lnTo>
                  <a:lnTo>
                    <a:pt x="124" y="135"/>
                  </a:lnTo>
                  <a:lnTo>
                    <a:pt x="169" y="146"/>
                  </a:lnTo>
                  <a:lnTo>
                    <a:pt x="214" y="153"/>
                  </a:lnTo>
                  <a:lnTo>
                    <a:pt x="258" y="158"/>
                  </a:lnTo>
                  <a:lnTo>
                    <a:pt x="303" y="162"/>
                  </a:lnTo>
                  <a:lnTo>
                    <a:pt x="348" y="162"/>
                  </a:lnTo>
                  <a:lnTo>
                    <a:pt x="394" y="161"/>
                  </a:lnTo>
                  <a:lnTo>
                    <a:pt x="439" y="157"/>
                  </a:lnTo>
                  <a:lnTo>
                    <a:pt x="481" y="150"/>
                  </a:lnTo>
                  <a:lnTo>
                    <a:pt x="525" y="143"/>
                  </a:lnTo>
                  <a:lnTo>
                    <a:pt x="566" y="132"/>
                  </a:lnTo>
                  <a:lnTo>
                    <a:pt x="606" y="121"/>
                  </a:lnTo>
                  <a:lnTo>
                    <a:pt x="643" y="105"/>
                  </a:lnTo>
                  <a:lnTo>
                    <a:pt x="678" y="88"/>
                  </a:lnTo>
                  <a:lnTo>
                    <a:pt x="683" y="86"/>
                  </a:lnTo>
                  <a:lnTo>
                    <a:pt x="678" y="88"/>
                  </a:lnTo>
                  <a:lnTo>
                    <a:pt x="695" y="75"/>
                  </a:lnTo>
                  <a:lnTo>
                    <a:pt x="702" y="60"/>
                  </a:lnTo>
                  <a:lnTo>
                    <a:pt x="703" y="42"/>
                  </a:lnTo>
                  <a:lnTo>
                    <a:pt x="698" y="26"/>
                  </a:lnTo>
                  <a:lnTo>
                    <a:pt x="688" y="12"/>
                  </a:lnTo>
                  <a:lnTo>
                    <a:pt x="674" y="3"/>
                  </a:lnTo>
                  <a:lnTo>
                    <a:pt x="656" y="0"/>
                  </a:lnTo>
                  <a:lnTo>
                    <a:pt x="636" y="6"/>
                  </a:lnTo>
                  <a:lnTo>
                    <a:pt x="631"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2245" name="Freeform 37"/>
            <p:cNvSpPr>
              <a:spLocks/>
            </p:cNvSpPr>
            <p:nvPr/>
          </p:nvSpPr>
          <p:spPr bwMode="auto">
            <a:xfrm>
              <a:off x="1332" y="2204"/>
              <a:ext cx="283" cy="192"/>
            </a:xfrm>
            <a:custGeom>
              <a:avLst/>
              <a:gdLst>
                <a:gd name="T0" fmla="*/ 11 w 1415"/>
                <a:gd name="T1" fmla="*/ 0 h 960"/>
                <a:gd name="T2" fmla="*/ 11 w 1415"/>
                <a:gd name="T3" fmla="*/ 0 h 960"/>
                <a:gd name="T4" fmla="*/ 0 w 1415"/>
                <a:gd name="T5" fmla="*/ 7 h 960"/>
                <a:gd name="T6" fmla="*/ 0 w 1415"/>
                <a:gd name="T7" fmla="*/ 8 h 960"/>
                <a:gd name="T8" fmla="*/ 11 w 1415"/>
                <a:gd name="T9" fmla="*/ 1 h 960"/>
                <a:gd name="T10" fmla="*/ 11 w 1415"/>
                <a:gd name="T11" fmla="*/ 1 h 960"/>
                <a:gd name="T12" fmla="*/ 11 w 1415"/>
                <a:gd name="T13" fmla="*/ 1 h 960"/>
                <a:gd name="T14" fmla="*/ 11 w 1415"/>
                <a:gd name="T15" fmla="*/ 1 h 960"/>
                <a:gd name="T16" fmla="*/ 11 w 1415"/>
                <a:gd name="T17" fmla="*/ 0 h 960"/>
                <a:gd name="T18" fmla="*/ 11 w 1415"/>
                <a:gd name="T19" fmla="*/ 0 h 960"/>
                <a:gd name="T20" fmla="*/ 11 w 1415"/>
                <a:gd name="T21" fmla="*/ 0 h 960"/>
                <a:gd name="T22" fmla="*/ 11 w 1415"/>
                <a:gd name="T23" fmla="*/ 0 h 960"/>
                <a:gd name="T24" fmla="*/ 11 w 1415"/>
                <a:gd name="T25" fmla="*/ 0 h 960"/>
                <a:gd name="T26" fmla="*/ 11 w 1415"/>
                <a:gd name="T27" fmla="*/ 0 h 960"/>
                <a:gd name="T28" fmla="*/ 11 w 1415"/>
                <a:gd name="T29" fmla="*/ 0 h 960"/>
                <a:gd name="T30" fmla="*/ 11 w 1415"/>
                <a:gd name="T31" fmla="*/ 0 h 96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15"/>
                <a:gd name="T49" fmla="*/ 0 h 960"/>
                <a:gd name="T50" fmla="*/ 1415 w 1415"/>
                <a:gd name="T51" fmla="*/ 960 h 96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15" h="960">
                  <a:moveTo>
                    <a:pt x="1338" y="10"/>
                  </a:moveTo>
                  <a:lnTo>
                    <a:pt x="1342" y="8"/>
                  </a:lnTo>
                  <a:lnTo>
                    <a:pt x="0" y="882"/>
                  </a:lnTo>
                  <a:lnTo>
                    <a:pt x="52" y="960"/>
                  </a:lnTo>
                  <a:lnTo>
                    <a:pt x="1393" y="85"/>
                  </a:lnTo>
                  <a:lnTo>
                    <a:pt x="1397" y="83"/>
                  </a:lnTo>
                  <a:lnTo>
                    <a:pt x="1393" y="85"/>
                  </a:lnTo>
                  <a:lnTo>
                    <a:pt x="1409" y="71"/>
                  </a:lnTo>
                  <a:lnTo>
                    <a:pt x="1415" y="53"/>
                  </a:lnTo>
                  <a:lnTo>
                    <a:pt x="1413" y="37"/>
                  </a:lnTo>
                  <a:lnTo>
                    <a:pt x="1406" y="21"/>
                  </a:lnTo>
                  <a:lnTo>
                    <a:pt x="1395" y="8"/>
                  </a:lnTo>
                  <a:lnTo>
                    <a:pt x="1379" y="1"/>
                  </a:lnTo>
                  <a:lnTo>
                    <a:pt x="1361" y="0"/>
                  </a:lnTo>
                  <a:lnTo>
                    <a:pt x="1342" y="8"/>
                  </a:lnTo>
                  <a:lnTo>
                    <a:pt x="1338" y="1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2246" name="Freeform 38"/>
            <p:cNvSpPr>
              <a:spLocks/>
            </p:cNvSpPr>
            <p:nvPr/>
          </p:nvSpPr>
          <p:spPr bwMode="auto">
            <a:xfrm>
              <a:off x="1599" y="2057"/>
              <a:ext cx="80" cy="163"/>
            </a:xfrm>
            <a:custGeom>
              <a:avLst/>
              <a:gdLst>
                <a:gd name="T0" fmla="*/ 2 w 398"/>
                <a:gd name="T1" fmla="*/ 0 h 817"/>
                <a:gd name="T2" fmla="*/ 2 w 398"/>
                <a:gd name="T3" fmla="*/ 0 h 817"/>
                <a:gd name="T4" fmla="*/ 2 w 398"/>
                <a:gd name="T5" fmla="*/ 1 h 817"/>
                <a:gd name="T6" fmla="*/ 2 w 398"/>
                <a:gd name="T7" fmla="*/ 1 h 817"/>
                <a:gd name="T8" fmla="*/ 2 w 398"/>
                <a:gd name="T9" fmla="*/ 2 h 817"/>
                <a:gd name="T10" fmla="*/ 2 w 398"/>
                <a:gd name="T11" fmla="*/ 2 h 817"/>
                <a:gd name="T12" fmla="*/ 2 w 398"/>
                <a:gd name="T13" fmla="*/ 2 h 817"/>
                <a:gd name="T14" fmla="*/ 2 w 398"/>
                <a:gd name="T15" fmla="*/ 3 h 817"/>
                <a:gd name="T16" fmla="*/ 2 w 398"/>
                <a:gd name="T17" fmla="*/ 3 h 817"/>
                <a:gd name="T18" fmla="*/ 2 w 398"/>
                <a:gd name="T19" fmla="*/ 4 h 817"/>
                <a:gd name="T20" fmla="*/ 2 w 398"/>
                <a:gd name="T21" fmla="*/ 4 h 817"/>
                <a:gd name="T22" fmla="*/ 1 w 398"/>
                <a:gd name="T23" fmla="*/ 4 h 817"/>
                <a:gd name="T24" fmla="*/ 1 w 398"/>
                <a:gd name="T25" fmla="*/ 5 h 817"/>
                <a:gd name="T26" fmla="*/ 1 w 398"/>
                <a:gd name="T27" fmla="*/ 5 h 817"/>
                <a:gd name="T28" fmla="*/ 1 w 398"/>
                <a:gd name="T29" fmla="*/ 5 h 817"/>
                <a:gd name="T30" fmla="*/ 1 w 398"/>
                <a:gd name="T31" fmla="*/ 5 h 817"/>
                <a:gd name="T32" fmla="*/ 0 w 398"/>
                <a:gd name="T33" fmla="*/ 6 h 817"/>
                <a:gd name="T34" fmla="*/ 0 w 398"/>
                <a:gd name="T35" fmla="*/ 6 h 817"/>
                <a:gd name="T36" fmla="*/ 0 w 398"/>
                <a:gd name="T37" fmla="*/ 7 h 817"/>
                <a:gd name="T38" fmla="*/ 1 w 398"/>
                <a:gd name="T39" fmla="*/ 6 h 817"/>
                <a:gd name="T40" fmla="*/ 1 w 398"/>
                <a:gd name="T41" fmla="*/ 6 h 817"/>
                <a:gd name="T42" fmla="*/ 1 w 398"/>
                <a:gd name="T43" fmla="*/ 6 h 817"/>
                <a:gd name="T44" fmla="*/ 2 w 398"/>
                <a:gd name="T45" fmla="*/ 5 h 817"/>
                <a:gd name="T46" fmla="*/ 2 w 398"/>
                <a:gd name="T47" fmla="*/ 5 h 817"/>
                <a:gd name="T48" fmla="*/ 2 w 398"/>
                <a:gd name="T49" fmla="*/ 5 h 817"/>
                <a:gd name="T50" fmla="*/ 2 w 398"/>
                <a:gd name="T51" fmla="*/ 4 h 817"/>
                <a:gd name="T52" fmla="*/ 2 w 398"/>
                <a:gd name="T53" fmla="*/ 4 h 817"/>
                <a:gd name="T54" fmla="*/ 3 w 398"/>
                <a:gd name="T55" fmla="*/ 3 h 817"/>
                <a:gd name="T56" fmla="*/ 3 w 398"/>
                <a:gd name="T57" fmla="*/ 3 h 817"/>
                <a:gd name="T58" fmla="*/ 3 w 398"/>
                <a:gd name="T59" fmla="*/ 3 h 817"/>
                <a:gd name="T60" fmla="*/ 3 w 398"/>
                <a:gd name="T61" fmla="*/ 2 h 817"/>
                <a:gd name="T62" fmla="*/ 3 w 398"/>
                <a:gd name="T63" fmla="*/ 2 h 817"/>
                <a:gd name="T64" fmla="*/ 3 w 398"/>
                <a:gd name="T65" fmla="*/ 1 h 817"/>
                <a:gd name="T66" fmla="*/ 3 w 398"/>
                <a:gd name="T67" fmla="*/ 1 h 817"/>
                <a:gd name="T68" fmla="*/ 3 w 398"/>
                <a:gd name="T69" fmla="*/ 0 h 817"/>
                <a:gd name="T70" fmla="*/ 3 w 398"/>
                <a:gd name="T71" fmla="*/ 0 h 817"/>
                <a:gd name="T72" fmla="*/ 3 w 398"/>
                <a:gd name="T73" fmla="*/ 0 h 817"/>
                <a:gd name="T74" fmla="*/ 3 w 398"/>
                <a:gd name="T75" fmla="*/ 0 h 817"/>
                <a:gd name="T76" fmla="*/ 3 w 398"/>
                <a:gd name="T77" fmla="*/ 0 h 817"/>
                <a:gd name="T78" fmla="*/ 3 w 398"/>
                <a:gd name="T79" fmla="*/ 0 h 817"/>
                <a:gd name="T80" fmla="*/ 3 w 398"/>
                <a:gd name="T81" fmla="*/ 0 h 817"/>
                <a:gd name="T82" fmla="*/ 3 w 398"/>
                <a:gd name="T83" fmla="*/ 0 h 817"/>
                <a:gd name="T84" fmla="*/ 3 w 398"/>
                <a:gd name="T85" fmla="*/ 0 h 817"/>
                <a:gd name="T86" fmla="*/ 2 w 398"/>
                <a:gd name="T87" fmla="*/ 0 h 817"/>
                <a:gd name="T88" fmla="*/ 2 w 398"/>
                <a:gd name="T89" fmla="*/ 0 h 817"/>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398"/>
                <a:gd name="T136" fmla="*/ 0 h 817"/>
                <a:gd name="T137" fmla="*/ 398 w 398"/>
                <a:gd name="T138" fmla="*/ 817 h 817"/>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398" h="817">
                  <a:moveTo>
                    <a:pt x="304" y="47"/>
                  </a:moveTo>
                  <a:lnTo>
                    <a:pt x="304" y="47"/>
                  </a:lnTo>
                  <a:lnTo>
                    <a:pt x="301" y="97"/>
                  </a:lnTo>
                  <a:lnTo>
                    <a:pt x="297" y="147"/>
                  </a:lnTo>
                  <a:lnTo>
                    <a:pt x="291" y="198"/>
                  </a:lnTo>
                  <a:lnTo>
                    <a:pt x="280" y="247"/>
                  </a:lnTo>
                  <a:lnTo>
                    <a:pt x="268" y="297"/>
                  </a:lnTo>
                  <a:lnTo>
                    <a:pt x="253" y="347"/>
                  </a:lnTo>
                  <a:lnTo>
                    <a:pt x="236" y="395"/>
                  </a:lnTo>
                  <a:lnTo>
                    <a:pt x="217" y="442"/>
                  </a:lnTo>
                  <a:lnTo>
                    <a:pt x="195" y="487"/>
                  </a:lnTo>
                  <a:lnTo>
                    <a:pt x="171" y="532"/>
                  </a:lnTo>
                  <a:lnTo>
                    <a:pt x="147" y="574"/>
                  </a:lnTo>
                  <a:lnTo>
                    <a:pt x="121" y="613"/>
                  </a:lnTo>
                  <a:lnTo>
                    <a:pt x="93" y="650"/>
                  </a:lnTo>
                  <a:lnTo>
                    <a:pt x="64" y="684"/>
                  </a:lnTo>
                  <a:lnTo>
                    <a:pt x="32" y="716"/>
                  </a:lnTo>
                  <a:lnTo>
                    <a:pt x="0" y="744"/>
                  </a:lnTo>
                  <a:lnTo>
                    <a:pt x="59" y="817"/>
                  </a:lnTo>
                  <a:lnTo>
                    <a:pt x="95" y="784"/>
                  </a:lnTo>
                  <a:lnTo>
                    <a:pt x="132" y="748"/>
                  </a:lnTo>
                  <a:lnTo>
                    <a:pt x="166" y="709"/>
                  </a:lnTo>
                  <a:lnTo>
                    <a:pt x="196" y="667"/>
                  </a:lnTo>
                  <a:lnTo>
                    <a:pt x="227" y="623"/>
                  </a:lnTo>
                  <a:lnTo>
                    <a:pt x="253" y="576"/>
                  </a:lnTo>
                  <a:lnTo>
                    <a:pt x="279" y="530"/>
                  </a:lnTo>
                  <a:lnTo>
                    <a:pt x="301" y="479"/>
                  </a:lnTo>
                  <a:lnTo>
                    <a:pt x="323" y="428"/>
                  </a:lnTo>
                  <a:lnTo>
                    <a:pt x="342" y="375"/>
                  </a:lnTo>
                  <a:lnTo>
                    <a:pt x="359" y="321"/>
                  </a:lnTo>
                  <a:lnTo>
                    <a:pt x="372" y="268"/>
                  </a:lnTo>
                  <a:lnTo>
                    <a:pt x="382" y="212"/>
                  </a:lnTo>
                  <a:lnTo>
                    <a:pt x="391" y="157"/>
                  </a:lnTo>
                  <a:lnTo>
                    <a:pt x="395" y="102"/>
                  </a:lnTo>
                  <a:lnTo>
                    <a:pt x="398" y="47"/>
                  </a:lnTo>
                  <a:lnTo>
                    <a:pt x="394" y="27"/>
                  </a:lnTo>
                  <a:lnTo>
                    <a:pt x="383" y="11"/>
                  </a:lnTo>
                  <a:lnTo>
                    <a:pt x="368" y="3"/>
                  </a:lnTo>
                  <a:lnTo>
                    <a:pt x="351" y="0"/>
                  </a:lnTo>
                  <a:lnTo>
                    <a:pt x="333" y="3"/>
                  </a:lnTo>
                  <a:lnTo>
                    <a:pt x="319" y="11"/>
                  </a:lnTo>
                  <a:lnTo>
                    <a:pt x="307" y="27"/>
                  </a:lnTo>
                  <a:lnTo>
                    <a:pt x="304" y="4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2247" name="Freeform 39"/>
            <p:cNvSpPr>
              <a:spLocks/>
            </p:cNvSpPr>
            <p:nvPr/>
          </p:nvSpPr>
          <p:spPr bwMode="auto">
            <a:xfrm>
              <a:off x="1660" y="1701"/>
              <a:ext cx="19" cy="365"/>
            </a:xfrm>
            <a:custGeom>
              <a:avLst/>
              <a:gdLst>
                <a:gd name="T0" fmla="*/ 0 w 95"/>
                <a:gd name="T1" fmla="*/ 0 h 1826"/>
                <a:gd name="T2" fmla="*/ 0 w 95"/>
                <a:gd name="T3" fmla="*/ 0 h 1826"/>
                <a:gd name="T4" fmla="*/ 0 w 95"/>
                <a:gd name="T5" fmla="*/ 15 h 1826"/>
                <a:gd name="T6" fmla="*/ 1 w 95"/>
                <a:gd name="T7" fmla="*/ 15 h 1826"/>
                <a:gd name="T8" fmla="*/ 1 w 95"/>
                <a:gd name="T9" fmla="*/ 0 h 1826"/>
                <a:gd name="T10" fmla="*/ 1 w 95"/>
                <a:gd name="T11" fmla="*/ 0 h 1826"/>
                <a:gd name="T12" fmla="*/ 1 w 95"/>
                <a:gd name="T13" fmla="*/ 0 h 1826"/>
                <a:gd name="T14" fmla="*/ 1 w 95"/>
                <a:gd name="T15" fmla="*/ 0 h 1826"/>
                <a:gd name="T16" fmla="*/ 1 w 95"/>
                <a:gd name="T17" fmla="*/ 0 h 1826"/>
                <a:gd name="T18" fmla="*/ 1 w 95"/>
                <a:gd name="T19" fmla="*/ 0 h 1826"/>
                <a:gd name="T20" fmla="*/ 0 w 95"/>
                <a:gd name="T21" fmla="*/ 0 h 1826"/>
                <a:gd name="T22" fmla="*/ 0 w 95"/>
                <a:gd name="T23" fmla="*/ 0 h 1826"/>
                <a:gd name="T24" fmla="*/ 0 w 95"/>
                <a:gd name="T25" fmla="*/ 0 h 1826"/>
                <a:gd name="T26" fmla="*/ 0 w 95"/>
                <a:gd name="T27" fmla="*/ 0 h 1826"/>
                <a:gd name="T28" fmla="*/ 0 w 95"/>
                <a:gd name="T29" fmla="*/ 0 h 1826"/>
                <a:gd name="T30" fmla="*/ 0 w 95"/>
                <a:gd name="T31" fmla="*/ 0 h 182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95"/>
                <a:gd name="T49" fmla="*/ 0 h 1826"/>
                <a:gd name="T50" fmla="*/ 95 w 95"/>
                <a:gd name="T51" fmla="*/ 1826 h 182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95" h="1826">
                  <a:moveTo>
                    <a:pt x="0" y="49"/>
                  </a:moveTo>
                  <a:lnTo>
                    <a:pt x="0" y="47"/>
                  </a:lnTo>
                  <a:lnTo>
                    <a:pt x="1" y="1826"/>
                  </a:lnTo>
                  <a:lnTo>
                    <a:pt x="95" y="1826"/>
                  </a:lnTo>
                  <a:lnTo>
                    <a:pt x="93" y="47"/>
                  </a:lnTo>
                  <a:lnTo>
                    <a:pt x="93" y="45"/>
                  </a:lnTo>
                  <a:lnTo>
                    <a:pt x="93" y="47"/>
                  </a:lnTo>
                  <a:lnTo>
                    <a:pt x="90" y="27"/>
                  </a:lnTo>
                  <a:lnTo>
                    <a:pt x="79" y="12"/>
                  </a:lnTo>
                  <a:lnTo>
                    <a:pt x="64" y="4"/>
                  </a:lnTo>
                  <a:lnTo>
                    <a:pt x="47" y="0"/>
                  </a:lnTo>
                  <a:lnTo>
                    <a:pt x="29" y="4"/>
                  </a:lnTo>
                  <a:lnTo>
                    <a:pt x="15" y="12"/>
                  </a:lnTo>
                  <a:lnTo>
                    <a:pt x="3" y="27"/>
                  </a:lnTo>
                  <a:lnTo>
                    <a:pt x="0" y="47"/>
                  </a:lnTo>
                  <a:lnTo>
                    <a:pt x="0" y="4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2248" name="Freeform 40"/>
            <p:cNvSpPr>
              <a:spLocks/>
            </p:cNvSpPr>
            <p:nvPr/>
          </p:nvSpPr>
          <p:spPr bwMode="auto">
            <a:xfrm>
              <a:off x="1598" y="1598"/>
              <a:ext cx="81" cy="113"/>
            </a:xfrm>
            <a:custGeom>
              <a:avLst/>
              <a:gdLst>
                <a:gd name="T0" fmla="*/ 0 w 401"/>
                <a:gd name="T1" fmla="*/ 1 h 566"/>
                <a:gd name="T2" fmla="*/ 0 w 401"/>
                <a:gd name="T3" fmla="*/ 1 h 566"/>
                <a:gd name="T4" fmla="*/ 0 w 401"/>
                <a:gd name="T5" fmla="*/ 1 h 566"/>
                <a:gd name="T6" fmla="*/ 1 w 401"/>
                <a:gd name="T7" fmla="*/ 1 h 566"/>
                <a:gd name="T8" fmla="*/ 1 w 401"/>
                <a:gd name="T9" fmla="*/ 1 h 566"/>
                <a:gd name="T10" fmla="*/ 1 w 401"/>
                <a:gd name="T11" fmla="*/ 1 h 566"/>
                <a:gd name="T12" fmla="*/ 1 w 401"/>
                <a:gd name="T13" fmla="*/ 2 h 566"/>
                <a:gd name="T14" fmla="*/ 1 w 401"/>
                <a:gd name="T15" fmla="*/ 2 h 566"/>
                <a:gd name="T16" fmla="*/ 2 w 401"/>
                <a:gd name="T17" fmla="*/ 2 h 566"/>
                <a:gd name="T18" fmla="*/ 2 w 401"/>
                <a:gd name="T19" fmla="*/ 2 h 566"/>
                <a:gd name="T20" fmla="*/ 2 w 401"/>
                <a:gd name="T21" fmla="*/ 2 h 566"/>
                <a:gd name="T22" fmla="*/ 2 w 401"/>
                <a:gd name="T23" fmla="*/ 3 h 566"/>
                <a:gd name="T24" fmla="*/ 2 w 401"/>
                <a:gd name="T25" fmla="*/ 3 h 566"/>
                <a:gd name="T26" fmla="*/ 2 w 401"/>
                <a:gd name="T27" fmla="*/ 3 h 566"/>
                <a:gd name="T28" fmla="*/ 2 w 401"/>
                <a:gd name="T29" fmla="*/ 4 h 566"/>
                <a:gd name="T30" fmla="*/ 2 w 401"/>
                <a:gd name="T31" fmla="*/ 4 h 566"/>
                <a:gd name="T32" fmla="*/ 2 w 401"/>
                <a:gd name="T33" fmla="*/ 4 h 566"/>
                <a:gd name="T34" fmla="*/ 3 w 401"/>
                <a:gd name="T35" fmla="*/ 5 h 566"/>
                <a:gd name="T36" fmla="*/ 3 w 401"/>
                <a:gd name="T37" fmla="*/ 4 h 566"/>
                <a:gd name="T38" fmla="*/ 3 w 401"/>
                <a:gd name="T39" fmla="*/ 4 h 566"/>
                <a:gd name="T40" fmla="*/ 3 w 401"/>
                <a:gd name="T41" fmla="*/ 4 h 566"/>
                <a:gd name="T42" fmla="*/ 3 w 401"/>
                <a:gd name="T43" fmla="*/ 3 h 566"/>
                <a:gd name="T44" fmla="*/ 3 w 401"/>
                <a:gd name="T45" fmla="*/ 3 h 566"/>
                <a:gd name="T46" fmla="*/ 3 w 401"/>
                <a:gd name="T47" fmla="*/ 3 h 566"/>
                <a:gd name="T48" fmla="*/ 3 w 401"/>
                <a:gd name="T49" fmla="*/ 2 h 566"/>
                <a:gd name="T50" fmla="*/ 3 w 401"/>
                <a:gd name="T51" fmla="*/ 2 h 566"/>
                <a:gd name="T52" fmla="*/ 2 w 401"/>
                <a:gd name="T53" fmla="*/ 2 h 566"/>
                <a:gd name="T54" fmla="*/ 2 w 401"/>
                <a:gd name="T55" fmla="*/ 2 h 566"/>
                <a:gd name="T56" fmla="*/ 2 w 401"/>
                <a:gd name="T57" fmla="*/ 1 h 566"/>
                <a:gd name="T58" fmla="*/ 2 w 401"/>
                <a:gd name="T59" fmla="*/ 1 h 566"/>
                <a:gd name="T60" fmla="*/ 2 w 401"/>
                <a:gd name="T61" fmla="*/ 1 h 566"/>
                <a:gd name="T62" fmla="*/ 1 w 401"/>
                <a:gd name="T63" fmla="*/ 1 h 566"/>
                <a:gd name="T64" fmla="*/ 1 w 401"/>
                <a:gd name="T65" fmla="*/ 0 h 566"/>
                <a:gd name="T66" fmla="*/ 1 w 401"/>
                <a:gd name="T67" fmla="*/ 0 h 566"/>
                <a:gd name="T68" fmla="*/ 1 w 401"/>
                <a:gd name="T69" fmla="*/ 0 h 566"/>
                <a:gd name="T70" fmla="*/ 1 w 401"/>
                <a:gd name="T71" fmla="*/ 0 h 566"/>
                <a:gd name="T72" fmla="*/ 1 w 401"/>
                <a:gd name="T73" fmla="*/ 0 h 566"/>
                <a:gd name="T74" fmla="*/ 0 w 401"/>
                <a:gd name="T75" fmla="*/ 0 h 566"/>
                <a:gd name="T76" fmla="*/ 0 w 401"/>
                <a:gd name="T77" fmla="*/ 0 h 566"/>
                <a:gd name="T78" fmla="*/ 0 w 401"/>
                <a:gd name="T79" fmla="*/ 0 h 566"/>
                <a:gd name="T80" fmla="*/ 0 w 401"/>
                <a:gd name="T81" fmla="*/ 0 h 566"/>
                <a:gd name="T82" fmla="*/ 0 w 401"/>
                <a:gd name="T83" fmla="*/ 0 h 566"/>
                <a:gd name="T84" fmla="*/ 0 w 401"/>
                <a:gd name="T85" fmla="*/ 0 h 566"/>
                <a:gd name="T86" fmla="*/ 0 w 401"/>
                <a:gd name="T87" fmla="*/ 1 h 566"/>
                <a:gd name="T88" fmla="*/ 0 w 401"/>
                <a:gd name="T89" fmla="*/ 1 h 56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401"/>
                <a:gd name="T136" fmla="*/ 0 h 566"/>
                <a:gd name="T137" fmla="*/ 401 w 401"/>
                <a:gd name="T138" fmla="*/ 566 h 566"/>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401" h="566">
                  <a:moveTo>
                    <a:pt x="23" y="88"/>
                  </a:moveTo>
                  <a:lnTo>
                    <a:pt x="23" y="88"/>
                  </a:lnTo>
                  <a:lnTo>
                    <a:pt x="53" y="107"/>
                  </a:lnTo>
                  <a:lnTo>
                    <a:pt x="83" y="125"/>
                  </a:lnTo>
                  <a:lnTo>
                    <a:pt x="108" y="147"/>
                  </a:lnTo>
                  <a:lnTo>
                    <a:pt x="135" y="171"/>
                  </a:lnTo>
                  <a:lnTo>
                    <a:pt x="160" y="196"/>
                  </a:lnTo>
                  <a:lnTo>
                    <a:pt x="182" y="223"/>
                  </a:lnTo>
                  <a:lnTo>
                    <a:pt x="205" y="251"/>
                  </a:lnTo>
                  <a:lnTo>
                    <a:pt x="223" y="281"/>
                  </a:lnTo>
                  <a:lnTo>
                    <a:pt x="240" y="312"/>
                  </a:lnTo>
                  <a:lnTo>
                    <a:pt x="256" y="345"/>
                  </a:lnTo>
                  <a:lnTo>
                    <a:pt x="270" y="379"/>
                  </a:lnTo>
                  <a:lnTo>
                    <a:pt x="282" y="414"/>
                  </a:lnTo>
                  <a:lnTo>
                    <a:pt x="291" y="450"/>
                  </a:lnTo>
                  <a:lnTo>
                    <a:pt x="299" y="488"/>
                  </a:lnTo>
                  <a:lnTo>
                    <a:pt x="304" y="526"/>
                  </a:lnTo>
                  <a:lnTo>
                    <a:pt x="308" y="566"/>
                  </a:lnTo>
                  <a:lnTo>
                    <a:pt x="401" y="562"/>
                  </a:lnTo>
                  <a:lnTo>
                    <a:pt x="398" y="517"/>
                  </a:lnTo>
                  <a:lnTo>
                    <a:pt x="391" y="471"/>
                  </a:lnTo>
                  <a:lnTo>
                    <a:pt x="383" y="429"/>
                  </a:lnTo>
                  <a:lnTo>
                    <a:pt x="371" y="386"/>
                  </a:lnTo>
                  <a:lnTo>
                    <a:pt x="357" y="346"/>
                  </a:lnTo>
                  <a:lnTo>
                    <a:pt x="340" y="307"/>
                  </a:lnTo>
                  <a:lnTo>
                    <a:pt x="324" y="270"/>
                  </a:lnTo>
                  <a:lnTo>
                    <a:pt x="303" y="232"/>
                  </a:lnTo>
                  <a:lnTo>
                    <a:pt x="280" y="197"/>
                  </a:lnTo>
                  <a:lnTo>
                    <a:pt x="255" y="164"/>
                  </a:lnTo>
                  <a:lnTo>
                    <a:pt x="228" y="132"/>
                  </a:lnTo>
                  <a:lnTo>
                    <a:pt x="199" y="103"/>
                  </a:lnTo>
                  <a:lnTo>
                    <a:pt x="169" y="76"/>
                  </a:lnTo>
                  <a:lnTo>
                    <a:pt x="137" y="50"/>
                  </a:lnTo>
                  <a:lnTo>
                    <a:pt x="103" y="27"/>
                  </a:lnTo>
                  <a:lnTo>
                    <a:pt x="67" y="6"/>
                  </a:lnTo>
                  <a:lnTo>
                    <a:pt x="48" y="0"/>
                  </a:lnTo>
                  <a:lnTo>
                    <a:pt x="30" y="2"/>
                  </a:lnTo>
                  <a:lnTo>
                    <a:pt x="16" y="12"/>
                  </a:lnTo>
                  <a:lnTo>
                    <a:pt x="5" y="25"/>
                  </a:lnTo>
                  <a:lnTo>
                    <a:pt x="0" y="41"/>
                  </a:lnTo>
                  <a:lnTo>
                    <a:pt x="0" y="59"/>
                  </a:lnTo>
                  <a:lnTo>
                    <a:pt x="8" y="75"/>
                  </a:lnTo>
                  <a:lnTo>
                    <a:pt x="23"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2249" name="Freeform 41"/>
            <p:cNvSpPr>
              <a:spLocks/>
            </p:cNvSpPr>
            <p:nvPr/>
          </p:nvSpPr>
          <p:spPr bwMode="auto">
            <a:xfrm>
              <a:off x="1346" y="1455"/>
              <a:ext cx="266" cy="160"/>
            </a:xfrm>
            <a:custGeom>
              <a:avLst/>
              <a:gdLst>
                <a:gd name="T0" fmla="*/ 0 w 1330"/>
                <a:gd name="T1" fmla="*/ 1 h 801"/>
                <a:gd name="T2" fmla="*/ 0 w 1330"/>
                <a:gd name="T3" fmla="*/ 1 h 801"/>
                <a:gd name="T4" fmla="*/ 10 w 1330"/>
                <a:gd name="T5" fmla="*/ 6 h 801"/>
                <a:gd name="T6" fmla="*/ 11 w 1330"/>
                <a:gd name="T7" fmla="*/ 6 h 801"/>
                <a:gd name="T8" fmla="*/ 1 w 1330"/>
                <a:gd name="T9" fmla="*/ 0 h 801"/>
                <a:gd name="T10" fmla="*/ 1 w 1330"/>
                <a:gd name="T11" fmla="*/ 0 h 801"/>
                <a:gd name="T12" fmla="*/ 1 w 1330"/>
                <a:gd name="T13" fmla="*/ 0 h 801"/>
                <a:gd name="T14" fmla="*/ 0 w 1330"/>
                <a:gd name="T15" fmla="*/ 0 h 801"/>
                <a:gd name="T16" fmla="*/ 0 w 1330"/>
                <a:gd name="T17" fmla="*/ 0 h 801"/>
                <a:gd name="T18" fmla="*/ 0 w 1330"/>
                <a:gd name="T19" fmla="*/ 0 h 801"/>
                <a:gd name="T20" fmla="*/ 0 w 1330"/>
                <a:gd name="T21" fmla="*/ 0 h 801"/>
                <a:gd name="T22" fmla="*/ 0 w 1330"/>
                <a:gd name="T23" fmla="*/ 0 h 801"/>
                <a:gd name="T24" fmla="*/ 0 w 1330"/>
                <a:gd name="T25" fmla="*/ 0 h 801"/>
                <a:gd name="T26" fmla="*/ 0 w 1330"/>
                <a:gd name="T27" fmla="*/ 1 h 801"/>
                <a:gd name="T28" fmla="*/ 0 w 1330"/>
                <a:gd name="T29" fmla="*/ 1 h 801"/>
                <a:gd name="T30" fmla="*/ 0 w 1330"/>
                <a:gd name="T31" fmla="*/ 1 h 801"/>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30"/>
                <a:gd name="T49" fmla="*/ 0 h 801"/>
                <a:gd name="T50" fmla="*/ 1330 w 1330"/>
                <a:gd name="T51" fmla="*/ 801 h 801"/>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30" h="801">
                  <a:moveTo>
                    <a:pt x="24" y="88"/>
                  </a:moveTo>
                  <a:lnTo>
                    <a:pt x="23" y="88"/>
                  </a:lnTo>
                  <a:lnTo>
                    <a:pt x="1286" y="801"/>
                  </a:lnTo>
                  <a:lnTo>
                    <a:pt x="1330" y="719"/>
                  </a:lnTo>
                  <a:lnTo>
                    <a:pt x="67" y="6"/>
                  </a:lnTo>
                  <a:lnTo>
                    <a:pt x="66" y="6"/>
                  </a:lnTo>
                  <a:lnTo>
                    <a:pt x="67" y="6"/>
                  </a:lnTo>
                  <a:lnTo>
                    <a:pt x="48" y="0"/>
                  </a:lnTo>
                  <a:lnTo>
                    <a:pt x="30" y="2"/>
                  </a:lnTo>
                  <a:lnTo>
                    <a:pt x="16" y="12"/>
                  </a:lnTo>
                  <a:lnTo>
                    <a:pt x="5" y="25"/>
                  </a:lnTo>
                  <a:lnTo>
                    <a:pt x="0" y="41"/>
                  </a:lnTo>
                  <a:lnTo>
                    <a:pt x="0" y="59"/>
                  </a:lnTo>
                  <a:lnTo>
                    <a:pt x="8" y="75"/>
                  </a:lnTo>
                  <a:lnTo>
                    <a:pt x="23" y="88"/>
                  </a:lnTo>
                  <a:lnTo>
                    <a:pt x="24"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2250" name="Freeform 42"/>
            <p:cNvSpPr>
              <a:spLocks/>
            </p:cNvSpPr>
            <p:nvPr/>
          </p:nvSpPr>
          <p:spPr bwMode="auto">
            <a:xfrm>
              <a:off x="1198" y="1439"/>
              <a:ext cx="161" cy="35"/>
            </a:xfrm>
            <a:custGeom>
              <a:avLst/>
              <a:gdLst>
                <a:gd name="T0" fmla="*/ 1 w 806"/>
                <a:gd name="T1" fmla="*/ 1 h 177"/>
                <a:gd name="T2" fmla="*/ 1 w 806"/>
                <a:gd name="T3" fmla="*/ 1 h 177"/>
                <a:gd name="T4" fmla="*/ 1 w 806"/>
                <a:gd name="T5" fmla="*/ 1 h 177"/>
                <a:gd name="T6" fmla="*/ 1 w 806"/>
                <a:gd name="T7" fmla="*/ 1 h 177"/>
                <a:gd name="T8" fmla="*/ 2 w 806"/>
                <a:gd name="T9" fmla="*/ 1 h 177"/>
                <a:gd name="T10" fmla="*/ 2 w 806"/>
                <a:gd name="T11" fmla="*/ 1 h 177"/>
                <a:gd name="T12" fmla="*/ 2 w 806"/>
                <a:gd name="T13" fmla="*/ 1 h 177"/>
                <a:gd name="T14" fmla="*/ 3 w 806"/>
                <a:gd name="T15" fmla="*/ 1 h 177"/>
                <a:gd name="T16" fmla="*/ 3 w 806"/>
                <a:gd name="T17" fmla="*/ 1 h 177"/>
                <a:gd name="T18" fmla="*/ 3 w 806"/>
                <a:gd name="T19" fmla="*/ 1 h 177"/>
                <a:gd name="T20" fmla="*/ 4 w 806"/>
                <a:gd name="T21" fmla="*/ 1 h 177"/>
                <a:gd name="T22" fmla="*/ 4 w 806"/>
                <a:gd name="T23" fmla="*/ 1 h 177"/>
                <a:gd name="T24" fmla="*/ 5 w 806"/>
                <a:gd name="T25" fmla="*/ 1 h 177"/>
                <a:gd name="T26" fmla="*/ 5 w 806"/>
                <a:gd name="T27" fmla="*/ 1 h 177"/>
                <a:gd name="T28" fmla="*/ 5 w 806"/>
                <a:gd name="T29" fmla="*/ 1 h 177"/>
                <a:gd name="T30" fmla="*/ 6 w 806"/>
                <a:gd name="T31" fmla="*/ 1 h 177"/>
                <a:gd name="T32" fmla="*/ 6 w 806"/>
                <a:gd name="T33" fmla="*/ 1 h 177"/>
                <a:gd name="T34" fmla="*/ 6 w 806"/>
                <a:gd name="T35" fmla="*/ 1 h 177"/>
                <a:gd name="T36" fmla="*/ 6 w 806"/>
                <a:gd name="T37" fmla="*/ 1 h 177"/>
                <a:gd name="T38" fmla="*/ 6 w 806"/>
                <a:gd name="T39" fmla="*/ 1 h 177"/>
                <a:gd name="T40" fmla="*/ 6 w 806"/>
                <a:gd name="T41" fmla="*/ 0 h 177"/>
                <a:gd name="T42" fmla="*/ 5 w 806"/>
                <a:gd name="T43" fmla="*/ 0 h 177"/>
                <a:gd name="T44" fmla="*/ 5 w 806"/>
                <a:gd name="T45" fmla="*/ 0 h 177"/>
                <a:gd name="T46" fmla="*/ 5 w 806"/>
                <a:gd name="T47" fmla="*/ 0 h 177"/>
                <a:gd name="T48" fmla="*/ 4 w 806"/>
                <a:gd name="T49" fmla="*/ 0 h 177"/>
                <a:gd name="T50" fmla="*/ 4 w 806"/>
                <a:gd name="T51" fmla="*/ 0 h 177"/>
                <a:gd name="T52" fmla="*/ 3 w 806"/>
                <a:gd name="T53" fmla="*/ 0 h 177"/>
                <a:gd name="T54" fmla="*/ 3 w 806"/>
                <a:gd name="T55" fmla="*/ 0 h 177"/>
                <a:gd name="T56" fmla="*/ 3 w 806"/>
                <a:gd name="T57" fmla="*/ 0 h 177"/>
                <a:gd name="T58" fmla="*/ 2 w 806"/>
                <a:gd name="T59" fmla="*/ 0 h 177"/>
                <a:gd name="T60" fmla="*/ 2 w 806"/>
                <a:gd name="T61" fmla="*/ 0 h 177"/>
                <a:gd name="T62" fmla="*/ 1 w 806"/>
                <a:gd name="T63" fmla="*/ 0 h 177"/>
                <a:gd name="T64" fmla="*/ 1 w 806"/>
                <a:gd name="T65" fmla="*/ 0 h 177"/>
                <a:gd name="T66" fmla="*/ 1 w 806"/>
                <a:gd name="T67" fmla="*/ 1 h 177"/>
                <a:gd name="T68" fmla="*/ 0 w 806"/>
                <a:gd name="T69" fmla="*/ 1 h 177"/>
                <a:gd name="T70" fmla="*/ 0 w 806"/>
                <a:gd name="T71" fmla="*/ 1 h 177"/>
                <a:gd name="T72" fmla="*/ 0 w 806"/>
                <a:gd name="T73" fmla="*/ 1 h 177"/>
                <a:gd name="T74" fmla="*/ 0 w 806"/>
                <a:gd name="T75" fmla="*/ 1 h 177"/>
                <a:gd name="T76" fmla="*/ 0 w 806"/>
                <a:gd name="T77" fmla="*/ 1 h 177"/>
                <a:gd name="T78" fmla="*/ 0 w 806"/>
                <a:gd name="T79" fmla="*/ 1 h 177"/>
                <a:gd name="T80" fmla="*/ 0 w 806"/>
                <a:gd name="T81" fmla="*/ 1 h 177"/>
                <a:gd name="T82" fmla="*/ 0 w 806"/>
                <a:gd name="T83" fmla="*/ 1 h 177"/>
                <a:gd name="T84" fmla="*/ 0 w 806"/>
                <a:gd name="T85" fmla="*/ 1 h 177"/>
                <a:gd name="T86" fmla="*/ 0 w 806"/>
                <a:gd name="T87" fmla="*/ 1 h 177"/>
                <a:gd name="T88" fmla="*/ 1 w 806"/>
                <a:gd name="T89" fmla="*/ 1 h 177"/>
                <a:gd name="T90" fmla="*/ 1 w 806"/>
                <a:gd name="T91" fmla="*/ 1 h 17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806"/>
                <a:gd name="T139" fmla="*/ 0 h 177"/>
                <a:gd name="T140" fmla="*/ 806 w 806"/>
                <a:gd name="T141" fmla="*/ 177 h 17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806" h="177">
                  <a:moveTo>
                    <a:pt x="67" y="171"/>
                  </a:moveTo>
                  <a:lnTo>
                    <a:pt x="68" y="171"/>
                  </a:lnTo>
                  <a:lnTo>
                    <a:pt x="109" y="151"/>
                  </a:lnTo>
                  <a:lnTo>
                    <a:pt x="151" y="135"/>
                  </a:lnTo>
                  <a:lnTo>
                    <a:pt x="196" y="122"/>
                  </a:lnTo>
                  <a:lnTo>
                    <a:pt x="242" y="110"/>
                  </a:lnTo>
                  <a:lnTo>
                    <a:pt x="287" y="102"/>
                  </a:lnTo>
                  <a:lnTo>
                    <a:pt x="335" y="97"/>
                  </a:lnTo>
                  <a:lnTo>
                    <a:pt x="382" y="95"/>
                  </a:lnTo>
                  <a:lnTo>
                    <a:pt x="430" y="94"/>
                  </a:lnTo>
                  <a:lnTo>
                    <a:pt x="477" y="97"/>
                  </a:lnTo>
                  <a:lnTo>
                    <a:pt x="524" y="102"/>
                  </a:lnTo>
                  <a:lnTo>
                    <a:pt x="568" y="108"/>
                  </a:lnTo>
                  <a:lnTo>
                    <a:pt x="612" y="117"/>
                  </a:lnTo>
                  <a:lnTo>
                    <a:pt x="654" y="128"/>
                  </a:lnTo>
                  <a:lnTo>
                    <a:pt x="693" y="141"/>
                  </a:lnTo>
                  <a:lnTo>
                    <a:pt x="730" y="155"/>
                  </a:lnTo>
                  <a:lnTo>
                    <a:pt x="764" y="171"/>
                  </a:lnTo>
                  <a:lnTo>
                    <a:pt x="806" y="89"/>
                  </a:lnTo>
                  <a:lnTo>
                    <a:pt x="768" y="70"/>
                  </a:lnTo>
                  <a:lnTo>
                    <a:pt x="725" y="54"/>
                  </a:lnTo>
                  <a:lnTo>
                    <a:pt x="680" y="39"/>
                  </a:lnTo>
                  <a:lnTo>
                    <a:pt x="633" y="26"/>
                  </a:lnTo>
                  <a:lnTo>
                    <a:pt x="585" y="16"/>
                  </a:lnTo>
                  <a:lnTo>
                    <a:pt x="536" y="8"/>
                  </a:lnTo>
                  <a:lnTo>
                    <a:pt x="484" y="3"/>
                  </a:lnTo>
                  <a:lnTo>
                    <a:pt x="433" y="0"/>
                  </a:lnTo>
                  <a:lnTo>
                    <a:pt x="380" y="1"/>
                  </a:lnTo>
                  <a:lnTo>
                    <a:pt x="328" y="3"/>
                  </a:lnTo>
                  <a:lnTo>
                    <a:pt x="276" y="10"/>
                  </a:lnTo>
                  <a:lnTo>
                    <a:pt x="223" y="19"/>
                  </a:lnTo>
                  <a:lnTo>
                    <a:pt x="172" y="30"/>
                  </a:lnTo>
                  <a:lnTo>
                    <a:pt x="121" y="46"/>
                  </a:lnTo>
                  <a:lnTo>
                    <a:pt x="72" y="67"/>
                  </a:lnTo>
                  <a:lnTo>
                    <a:pt x="24" y="89"/>
                  </a:lnTo>
                  <a:lnTo>
                    <a:pt x="25" y="89"/>
                  </a:lnTo>
                  <a:lnTo>
                    <a:pt x="24" y="89"/>
                  </a:lnTo>
                  <a:lnTo>
                    <a:pt x="8" y="102"/>
                  </a:lnTo>
                  <a:lnTo>
                    <a:pt x="0" y="118"/>
                  </a:lnTo>
                  <a:lnTo>
                    <a:pt x="0" y="136"/>
                  </a:lnTo>
                  <a:lnTo>
                    <a:pt x="6" y="152"/>
                  </a:lnTo>
                  <a:lnTo>
                    <a:pt x="17" y="165"/>
                  </a:lnTo>
                  <a:lnTo>
                    <a:pt x="31" y="175"/>
                  </a:lnTo>
                  <a:lnTo>
                    <a:pt x="48" y="177"/>
                  </a:lnTo>
                  <a:lnTo>
                    <a:pt x="68" y="171"/>
                  </a:lnTo>
                  <a:lnTo>
                    <a:pt x="67" y="1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2251" name="Freeform 43"/>
            <p:cNvSpPr>
              <a:spLocks/>
            </p:cNvSpPr>
            <p:nvPr/>
          </p:nvSpPr>
          <p:spPr bwMode="auto">
            <a:xfrm>
              <a:off x="931" y="1456"/>
              <a:ext cx="280" cy="158"/>
            </a:xfrm>
            <a:custGeom>
              <a:avLst/>
              <a:gdLst>
                <a:gd name="T0" fmla="*/ 1 w 1402"/>
                <a:gd name="T1" fmla="*/ 6 h 787"/>
                <a:gd name="T2" fmla="*/ 1 w 1402"/>
                <a:gd name="T3" fmla="*/ 6 h 787"/>
                <a:gd name="T4" fmla="*/ 11 w 1402"/>
                <a:gd name="T5" fmla="*/ 1 h 787"/>
                <a:gd name="T6" fmla="*/ 11 w 1402"/>
                <a:gd name="T7" fmla="*/ 0 h 787"/>
                <a:gd name="T8" fmla="*/ 0 w 1402"/>
                <a:gd name="T9" fmla="*/ 6 h 787"/>
                <a:gd name="T10" fmla="*/ 0 w 1402"/>
                <a:gd name="T11" fmla="*/ 6 h 787"/>
                <a:gd name="T12" fmla="*/ 0 w 1402"/>
                <a:gd name="T13" fmla="*/ 6 h 787"/>
                <a:gd name="T14" fmla="*/ 0 w 1402"/>
                <a:gd name="T15" fmla="*/ 6 h 787"/>
                <a:gd name="T16" fmla="*/ 0 w 1402"/>
                <a:gd name="T17" fmla="*/ 6 h 787"/>
                <a:gd name="T18" fmla="*/ 0 w 1402"/>
                <a:gd name="T19" fmla="*/ 6 h 787"/>
                <a:gd name="T20" fmla="*/ 0 w 1402"/>
                <a:gd name="T21" fmla="*/ 6 h 787"/>
                <a:gd name="T22" fmla="*/ 0 w 1402"/>
                <a:gd name="T23" fmla="*/ 6 h 787"/>
                <a:gd name="T24" fmla="*/ 0 w 1402"/>
                <a:gd name="T25" fmla="*/ 6 h 787"/>
                <a:gd name="T26" fmla="*/ 0 w 1402"/>
                <a:gd name="T27" fmla="*/ 6 h 787"/>
                <a:gd name="T28" fmla="*/ 1 w 1402"/>
                <a:gd name="T29" fmla="*/ 6 h 787"/>
                <a:gd name="T30" fmla="*/ 1 w 1402"/>
                <a:gd name="T31" fmla="*/ 6 h 78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02"/>
                <a:gd name="T49" fmla="*/ 0 h 787"/>
                <a:gd name="T50" fmla="*/ 1402 w 1402"/>
                <a:gd name="T51" fmla="*/ 787 h 78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02" h="787">
                  <a:moveTo>
                    <a:pt x="69" y="781"/>
                  </a:moveTo>
                  <a:lnTo>
                    <a:pt x="66" y="781"/>
                  </a:lnTo>
                  <a:lnTo>
                    <a:pt x="1402" y="82"/>
                  </a:lnTo>
                  <a:lnTo>
                    <a:pt x="1360" y="0"/>
                  </a:lnTo>
                  <a:lnTo>
                    <a:pt x="24" y="699"/>
                  </a:lnTo>
                  <a:lnTo>
                    <a:pt x="22" y="699"/>
                  </a:lnTo>
                  <a:lnTo>
                    <a:pt x="24" y="699"/>
                  </a:lnTo>
                  <a:lnTo>
                    <a:pt x="8" y="712"/>
                  </a:lnTo>
                  <a:lnTo>
                    <a:pt x="1" y="727"/>
                  </a:lnTo>
                  <a:lnTo>
                    <a:pt x="0" y="744"/>
                  </a:lnTo>
                  <a:lnTo>
                    <a:pt x="5" y="761"/>
                  </a:lnTo>
                  <a:lnTo>
                    <a:pt x="15" y="775"/>
                  </a:lnTo>
                  <a:lnTo>
                    <a:pt x="30" y="784"/>
                  </a:lnTo>
                  <a:lnTo>
                    <a:pt x="46" y="787"/>
                  </a:lnTo>
                  <a:lnTo>
                    <a:pt x="66" y="781"/>
                  </a:lnTo>
                  <a:lnTo>
                    <a:pt x="69" y="7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2252" name="Freeform 44"/>
            <p:cNvSpPr>
              <a:spLocks/>
            </p:cNvSpPr>
            <p:nvPr/>
          </p:nvSpPr>
          <p:spPr bwMode="auto">
            <a:xfrm>
              <a:off x="868" y="1596"/>
              <a:ext cx="77" cy="126"/>
            </a:xfrm>
            <a:custGeom>
              <a:avLst/>
              <a:gdLst>
                <a:gd name="T0" fmla="*/ 1 w 382"/>
                <a:gd name="T1" fmla="*/ 5 h 628"/>
                <a:gd name="T2" fmla="*/ 1 w 382"/>
                <a:gd name="T3" fmla="*/ 5 h 628"/>
                <a:gd name="T4" fmla="*/ 1 w 382"/>
                <a:gd name="T5" fmla="*/ 4 h 628"/>
                <a:gd name="T6" fmla="*/ 1 w 382"/>
                <a:gd name="T7" fmla="*/ 4 h 628"/>
                <a:gd name="T8" fmla="*/ 1 w 382"/>
                <a:gd name="T9" fmla="*/ 4 h 628"/>
                <a:gd name="T10" fmla="*/ 1 w 382"/>
                <a:gd name="T11" fmla="*/ 3 h 628"/>
                <a:gd name="T12" fmla="*/ 1 w 382"/>
                <a:gd name="T13" fmla="*/ 3 h 628"/>
                <a:gd name="T14" fmla="*/ 1 w 382"/>
                <a:gd name="T15" fmla="*/ 3 h 628"/>
                <a:gd name="T16" fmla="*/ 1 w 382"/>
                <a:gd name="T17" fmla="*/ 3 h 628"/>
                <a:gd name="T18" fmla="*/ 1 w 382"/>
                <a:gd name="T19" fmla="*/ 2 h 628"/>
                <a:gd name="T20" fmla="*/ 2 w 382"/>
                <a:gd name="T21" fmla="*/ 2 h 628"/>
                <a:gd name="T22" fmla="*/ 2 w 382"/>
                <a:gd name="T23" fmla="*/ 2 h 628"/>
                <a:gd name="T24" fmla="*/ 2 w 382"/>
                <a:gd name="T25" fmla="*/ 2 h 628"/>
                <a:gd name="T26" fmla="*/ 2 w 382"/>
                <a:gd name="T27" fmla="*/ 1 h 628"/>
                <a:gd name="T28" fmla="*/ 2 w 382"/>
                <a:gd name="T29" fmla="*/ 1 h 628"/>
                <a:gd name="T30" fmla="*/ 3 w 382"/>
                <a:gd name="T31" fmla="*/ 1 h 628"/>
                <a:gd name="T32" fmla="*/ 3 w 382"/>
                <a:gd name="T33" fmla="*/ 1 h 628"/>
                <a:gd name="T34" fmla="*/ 3 w 382"/>
                <a:gd name="T35" fmla="*/ 1 h 628"/>
                <a:gd name="T36" fmla="*/ 3 w 382"/>
                <a:gd name="T37" fmla="*/ 0 h 628"/>
                <a:gd name="T38" fmla="*/ 2 w 382"/>
                <a:gd name="T39" fmla="*/ 0 h 628"/>
                <a:gd name="T40" fmla="*/ 2 w 382"/>
                <a:gd name="T41" fmla="*/ 0 h 628"/>
                <a:gd name="T42" fmla="*/ 2 w 382"/>
                <a:gd name="T43" fmla="*/ 1 h 628"/>
                <a:gd name="T44" fmla="*/ 2 w 382"/>
                <a:gd name="T45" fmla="*/ 1 h 628"/>
                <a:gd name="T46" fmla="*/ 1 w 382"/>
                <a:gd name="T47" fmla="*/ 1 h 628"/>
                <a:gd name="T48" fmla="*/ 1 w 382"/>
                <a:gd name="T49" fmla="*/ 1 h 628"/>
                <a:gd name="T50" fmla="*/ 1 w 382"/>
                <a:gd name="T51" fmla="*/ 2 h 628"/>
                <a:gd name="T52" fmla="*/ 1 w 382"/>
                <a:gd name="T53" fmla="*/ 2 h 628"/>
                <a:gd name="T54" fmla="*/ 1 w 382"/>
                <a:gd name="T55" fmla="*/ 2 h 628"/>
                <a:gd name="T56" fmla="*/ 0 w 382"/>
                <a:gd name="T57" fmla="*/ 3 h 628"/>
                <a:gd name="T58" fmla="*/ 0 w 382"/>
                <a:gd name="T59" fmla="*/ 3 h 628"/>
                <a:gd name="T60" fmla="*/ 0 w 382"/>
                <a:gd name="T61" fmla="*/ 3 h 628"/>
                <a:gd name="T62" fmla="*/ 0 w 382"/>
                <a:gd name="T63" fmla="*/ 4 h 628"/>
                <a:gd name="T64" fmla="*/ 0 w 382"/>
                <a:gd name="T65" fmla="*/ 4 h 628"/>
                <a:gd name="T66" fmla="*/ 0 w 382"/>
                <a:gd name="T67" fmla="*/ 4 h 628"/>
                <a:gd name="T68" fmla="*/ 0 w 382"/>
                <a:gd name="T69" fmla="*/ 5 h 628"/>
                <a:gd name="T70" fmla="*/ 0 w 382"/>
                <a:gd name="T71" fmla="*/ 5 h 628"/>
                <a:gd name="T72" fmla="*/ 0 w 382"/>
                <a:gd name="T73" fmla="*/ 5 h 628"/>
                <a:gd name="T74" fmla="*/ 0 w 382"/>
                <a:gd name="T75" fmla="*/ 5 h 628"/>
                <a:gd name="T76" fmla="*/ 0 w 382"/>
                <a:gd name="T77" fmla="*/ 5 h 628"/>
                <a:gd name="T78" fmla="*/ 0 w 382"/>
                <a:gd name="T79" fmla="*/ 5 h 628"/>
                <a:gd name="T80" fmla="*/ 0 w 382"/>
                <a:gd name="T81" fmla="*/ 5 h 628"/>
                <a:gd name="T82" fmla="*/ 1 w 382"/>
                <a:gd name="T83" fmla="*/ 5 h 628"/>
                <a:gd name="T84" fmla="*/ 1 w 382"/>
                <a:gd name="T85" fmla="*/ 5 h 628"/>
                <a:gd name="T86" fmla="*/ 1 w 382"/>
                <a:gd name="T87" fmla="*/ 5 h 628"/>
                <a:gd name="T88" fmla="*/ 1 w 382"/>
                <a:gd name="T89" fmla="*/ 5 h 628"/>
                <a:gd name="T90" fmla="*/ 1 w 382"/>
                <a:gd name="T91" fmla="*/ 5 h 628"/>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382"/>
                <a:gd name="T139" fmla="*/ 0 h 628"/>
                <a:gd name="T140" fmla="*/ 382 w 382"/>
                <a:gd name="T141" fmla="*/ 628 h 628"/>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382" h="628">
                  <a:moveTo>
                    <a:pt x="94" y="581"/>
                  </a:moveTo>
                  <a:lnTo>
                    <a:pt x="94" y="582"/>
                  </a:lnTo>
                  <a:lnTo>
                    <a:pt x="96" y="541"/>
                  </a:lnTo>
                  <a:lnTo>
                    <a:pt x="99" y="500"/>
                  </a:lnTo>
                  <a:lnTo>
                    <a:pt x="106" y="463"/>
                  </a:lnTo>
                  <a:lnTo>
                    <a:pt x="115" y="424"/>
                  </a:lnTo>
                  <a:lnTo>
                    <a:pt x="127" y="389"/>
                  </a:lnTo>
                  <a:lnTo>
                    <a:pt x="140" y="353"/>
                  </a:lnTo>
                  <a:lnTo>
                    <a:pt x="156" y="320"/>
                  </a:lnTo>
                  <a:lnTo>
                    <a:pt x="173" y="287"/>
                  </a:lnTo>
                  <a:lnTo>
                    <a:pt x="193" y="255"/>
                  </a:lnTo>
                  <a:lnTo>
                    <a:pt x="214" y="226"/>
                  </a:lnTo>
                  <a:lnTo>
                    <a:pt x="238" y="198"/>
                  </a:lnTo>
                  <a:lnTo>
                    <a:pt x="263" y="172"/>
                  </a:lnTo>
                  <a:lnTo>
                    <a:pt x="290" y="146"/>
                  </a:lnTo>
                  <a:lnTo>
                    <a:pt x="318" y="122"/>
                  </a:lnTo>
                  <a:lnTo>
                    <a:pt x="349" y="101"/>
                  </a:lnTo>
                  <a:lnTo>
                    <a:pt x="382" y="82"/>
                  </a:lnTo>
                  <a:lnTo>
                    <a:pt x="335" y="0"/>
                  </a:lnTo>
                  <a:lnTo>
                    <a:pt x="297" y="23"/>
                  </a:lnTo>
                  <a:lnTo>
                    <a:pt x="262" y="49"/>
                  </a:lnTo>
                  <a:lnTo>
                    <a:pt x="229" y="76"/>
                  </a:lnTo>
                  <a:lnTo>
                    <a:pt x="198" y="104"/>
                  </a:lnTo>
                  <a:lnTo>
                    <a:pt x="167" y="137"/>
                  </a:lnTo>
                  <a:lnTo>
                    <a:pt x="142" y="170"/>
                  </a:lnTo>
                  <a:lnTo>
                    <a:pt x="116" y="204"/>
                  </a:lnTo>
                  <a:lnTo>
                    <a:pt x="94" y="240"/>
                  </a:lnTo>
                  <a:lnTo>
                    <a:pt x="74" y="278"/>
                  </a:lnTo>
                  <a:lnTo>
                    <a:pt x="54" y="317"/>
                  </a:lnTo>
                  <a:lnTo>
                    <a:pt x="38" y="359"/>
                  </a:lnTo>
                  <a:lnTo>
                    <a:pt x="26" y="401"/>
                  </a:lnTo>
                  <a:lnTo>
                    <a:pt x="15" y="444"/>
                  </a:lnTo>
                  <a:lnTo>
                    <a:pt x="8" y="489"/>
                  </a:lnTo>
                  <a:lnTo>
                    <a:pt x="2" y="534"/>
                  </a:lnTo>
                  <a:lnTo>
                    <a:pt x="0" y="580"/>
                  </a:lnTo>
                  <a:lnTo>
                    <a:pt x="0" y="581"/>
                  </a:lnTo>
                  <a:lnTo>
                    <a:pt x="0" y="580"/>
                  </a:lnTo>
                  <a:lnTo>
                    <a:pt x="3" y="600"/>
                  </a:lnTo>
                  <a:lnTo>
                    <a:pt x="14" y="615"/>
                  </a:lnTo>
                  <a:lnTo>
                    <a:pt x="29" y="625"/>
                  </a:lnTo>
                  <a:lnTo>
                    <a:pt x="45" y="628"/>
                  </a:lnTo>
                  <a:lnTo>
                    <a:pt x="63" y="626"/>
                  </a:lnTo>
                  <a:lnTo>
                    <a:pt x="78" y="616"/>
                  </a:lnTo>
                  <a:lnTo>
                    <a:pt x="89" y="602"/>
                  </a:lnTo>
                  <a:lnTo>
                    <a:pt x="94" y="582"/>
                  </a:lnTo>
                  <a:lnTo>
                    <a:pt x="94" y="5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2253" name="Freeform 45"/>
            <p:cNvSpPr>
              <a:spLocks/>
            </p:cNvSpPr>
            <p:nvPr/>
          </p:nvSpPr>
          <p:spPr bwMode="auto">
            <a:xfrm>
              <a:off x="868" y="1712"/>
              <a:ext cx="19" cy="364"/>
            </a:xfrm>
            <a:custGeom>
              <a:avLst/>
              <a:gdLst>
                <a:gd name="T0" fmla="*/ 1 w 94"/>
                <a:gd name="T1" fmla="*/ 14 h 1818"/>
                <a:gd name="T2" fmla="*/ 1 w 94"/>
                <a:gd name="T3" fmla="*/ 14 h 1818"/>
                <a:gd name="T4" fmla="*/ 1 w 94"/>
                <a:gd name="T5" fmla="*/ 0 h 1818"/>
                <a:gd name="T6" fmla="*/ 0 w 94"/>
                <a:gd name="T7" fmla="*/ 0 h 1818"/>
                <a:gd name="T8" fmla="*/ 0 w 94"/>
                <a:gd name="T9" fmla="*/ 14 h 1818"/>
                <a:gd name="T10" fmla="*/ 0 w 94"/>
                <a:gd name="T11" fmla="*/ 14 h 1818"/>
                <a:gd name="T12" fmla="*/ 0 w 94"/>
                <a:gd name="T13" fmla="*/ 14 h 1818"/>
                <a:gd name="T14" fmla="*/ 0 w 94"/>
                <a:gd name="T15" fmla="*/ 14 h 1818"/>
                <a:gd name="T16" fmla="*/ 0 w 94"/>
                <a:gd name="T17" fmla="*/ 14 h 1818"/>
                <a:gd name="T18" fmla="*/ 0 w 94"/>
                <a:gd name="T19" fmla="*/ 15 h 1818"/>
                <a:gd name="T20" fmla="*/ 0 w 94"/>
                <a:gd name="T21" fmla="*/ 15 h 1818"/>
                <a:gd name="T22" fmla="*/ 1 w 94"/>
                <a:gd name="T23" fmla="*/ 15 h 1818"/>
                <a:gd name="T24" fmla="*/ 1 w 94"/>
                <a:gd name="T25" fmla="*/ 14 h 1818"/>
                <a:gd name="T26" fmla="*/ 1 w 94"/>
                <a:gd name="T27" fmla="*/ 14 h 1818"/>
                <a:gd name="T28" fmla="*/ 1 w 94"/>
                <a:gd name="T29" fmla="*/ 14 h 1818"/>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94"/>
                <a:gd name="T46" fmla="*/ 0 h 1818"/>
                <a:gd name="T47" fmla="*/ 94 w 94"/>
                <a:gd name="T48" fmla="*/ 1818 h 1818"/>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94" h="1818">
                  <a:moveTo>
                    <a:pt x="94" y="1771"/>
                  </a:moveTo>
                  <a:lnTo>
                    <a:pt x="94" y="1771"/>
                  </a:lnTo>
                  <a:lnTo>
                    <a:pt x="94" y="0"/>
                  </a:lnTo>
                  <a:lnTo>
                    <a:pt x="0" y="0"/>
                  </a:lnTo>
                  <a:lnTo>
                    <a:pt x="0" y="1771"/>
                  </a:lnTo>
                  <a:lnTo>
                    <a:pt x="3" y="1791"/>
                  </a:lnTo>
                  <a:lnTo>
                    <a:pt x="15" y="1806"/>
                  </a:lnTo>
                  <a:lnTo>
                    <a:pt x="29" y="1814"/>
                  </a:lnTo>
                  <a:lnTo>
                    <a:pt x="47" y="1818"/>
                  </a:lnTo>
                  <a:lnTo>
                    <a:pt x="64" y="1814"/>
                  </a:lnTo>
                  <a:lnTo>
                    <a:pt x="79" y="1806"/>
                  </a:lnTo>
                  <a:lnTo>
                    <a:pt x="90" y="1791"/>
                  </a:lnTo>
                  <a:lnTo>
                    <a:pt x="94" y="17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2254" name="Freeform 46"/>
            <p:cNvSpPr>
              <a:spLocks/>
            </p:cNvSpPr>
            <p:nvPr/>
          </p:nvSpPr>
          <p:spPr bwMode="auto">
            <a:xfrm>
              <a:off x="868" y="2067"/>
              <a:ext cx="90" cy="160"/>
            </a:xfrm>
            <a:custGeom>
              <a:avLst/>
              <a:gdLst>
                <a:gd name="T0" fmla="*/ 3 w 449"/>
                <a:gd name="T1" fmla="*/ 6 h 803"/>
                <a:gd name="T2" fmla="*/ 3 w 449"/>
                <a:gd name="T3" fmla="*/ 6 h 803"/>
                <a:gd name="T4" fmla="*/ 3 w 449"/>
                <a:gd name="T5" fmla="*/ 5 h 803"/>
                <a:gd name="T6" fmla="*/ 3 w 449"/>
                <a:gd name="T7" fmla="*/ 5 h 803"/>
                <a:gd name="T8" fmla="*/ 3 w 449"/>
                <a:gd name="T9" fmla="*/ 5 h 803"/>
                <a:gd name="T10" fmla="*/ 2 w 449"/>
                <a:gd name="T11" fmla="*/ 5 h 803"/>
                <a:gd name="T12" fmla="*/ 2 w 449"/>
                <a:gd name="T13" fmla="*/ 4 h 803"/>
                <a:gd name="T14" fmla="*/ 2 w 449"/>
                <a:gd name="T15" fmla="*/ 4 h 803"/>
                <a:gd name="T16" fmla="*/ 2 w 449"/>
                <a:gd name="T17" fmla="*/ 4 h 803"/>
                <a:gd name="T18" fmla="*/ 2 w 449"/>
                <a:gd name="T19" fmla="*/ 3 h 803"/>
                <a:gd name="T20" fmla="*/ 1 w 449"/>
                <a:gd name="T21" fmla="*/ 3 h 803"/>
                <a:gd name="T22" fmla="*/ 1 w 449"/>
                <a:gd name="T23" fmla="*/ 2 h 803"/>
                <a:gd name="T24" fmla="*/ 1 w 449"/>
                <a:gd name="T25" fmla="*/ 2 h 803"/>
                <a:gd name="T26" fmla="*/ 1 w 449"/>
                <a:gd name="T27" fmla="*/ 2 h 803"/>
                <a:gd name="T28" fmla="*/ 1 w 449"/>
                <a:gd name="T29" fmla="*/ 1 h 803"/>
                <a:gd name="T30" fmla="*/ 1 w 449"/>
                <a:gd name="T31" fmla="*/ 1 h 803"/>
                <a:gd name="T32" fmla="*/ 1 w 449"/>
                <a:gd name="T33" fmla="*/ 0 h 803"/>
                <a:gd name="T34" fmla="*/ 1 w 449"/>
                <a:gd name="T35" fmla="*/ 0 h 803"/>
                <a:gd name="T36" fmla="*/ 0 w 449"/>
                <a:gd name="T37" fmla="*/ 0 h 803"/>
                <a:gd name="T38" fmla="*/ 0 w 449"/>
                <a:gd name="T39" fmla="*/ 0 h 803"/>
                <a:gd name="T40" fmla="*/ 0 w 449"/>
                <a:gd name="T41" fmla="*/ 1 h 803"/>
                <a:gd name="T42" fmla="*/ 0 w 449"/>
                <a:gd name="T43" fmla="*/ 1 h 803"/>
                <a:gd name="T44" fmla="*/ 0 w 449"/>
                <a:gd name="T45" fmla="*/ 2 h 803"/>
                <a:gd name="T46" fmla="*/ 0 w 449"/>
                <a:gd name="T47" fmla="*/ 2 h 803"/>
                <a:gd name="T48" fmla="*/ 0 w 449"/>
                <a:gd name="T49" fmla="*/ 3 h 803"/>
                <a:gd name="T50" fmla="*/ 1 w 449"/>
                <a:gd name="T51" fmla="*/ 3 h 803"/>
                <a:gd name="T52" fmla="*/ 1 w 449"/>
                <a:gd name="T53" fmla="*/ 4 h 803"/>
                <a:gd name="T54" fmla="*/ 1 w 449"/>
                <a:gd name="T55" fmla="*/ 4 h 803"/>
                <a:gd name="T56" fmla="*/ 1 w 449"/>
                <a:gd name="T57" fmla="*/ 4 h 803"/>
                <a:gd name="T58" fmla="*/ 2 w 449"/>
                <a:gd name="T59" fmla="*/ 5 h 803"/>
                <a:gd name="T60" fmla="*/ 2 w 449"/>
                <a:gd name="T61" fmla="*/ 5 h 803"/>
                <a:gd name="T62" fmla="*/ 2 w 449"/>
                <a:gd name="T63" fmla="*/ 5 h 803"/>
                <a:gd name="T64" fmla="*/ 2 w 449"/>
                <a:gd name="T65" fmla="*/ 6 h 803"/>
                <a:gd name="T66" fmla="*/ 3 w 449"/>
                <a:gd name="T67" fmla="*/ 6 h 803"/>
                <a:gd name="T68" fmla="*/ 3 w 449"/>
                <a:gd name="T69" fmla="*/ 6 h 803"/>
                <a:gd name="T70" fmla="*/ 3 w 449"/>
                <a:gd name="T71" fmla="*/ 6 h 803"/>
                <a:gd name="T72" fmla="*/ 3 w 449"/>
                <a:gd name="T73" fmla="*/ 6 h 803"/>
                <a:gd name="T74" fmla="*/ 3 w 449"/>
                <a:gd name="T75" fmla="*/ 6 h 803"/>
                <a:gd name="T76" fmla="*/ 3 w 449"/>
                <a:gd name="T77" fmla="*/ 6 h 803"/>
                <a:gd name="T78" fmla="*/ 3 w 449"/>
                <a:gd name="T79" fmla="*/ 6 h 803"/>
                <a:gd name="T80" fmla="*/ 4 w 449"/>
                <a:gd name="T81" fmla="*/ 6 h 803"/>
                <a:gd name="T82" fmla="*/ 4 w 449"/>
                <a:gd name="T83" fmla="*/ 6 h 803"/>
                <a:gd name="T84" fmla="*/ 4 w 449"/>
                <a:gd name="T85" fmla="*/ 6 h 803"/>
                <a:gd name="T86" fmla="*/ 4 w 449"/>
                <a:gd name="T87" fmla="*/ 6 h 803"/>
                <a:gd name="T88" fmla="*/ 3 w 449"/>
                <a:gd name="T89" fmla="*/ 6 h 803"/>
                <a:gd name="T90" fmla="*/ 3 w 449"/>
                <a:gd name="T91" fmla="*/ 6 h 80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449"/>
                <a:gd name="T139" fmla="*/ 0 h 803"/>
                <a:gd name="T140" fmla="*/ 449 w 449"/>
                <a:gd name="T141" fmla="*/ 803 h 80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449" h="803">
                  <a:moveTo>
                    <a:pt x="426" y="717"/>
                  </a:moveTo>
                  <a:lnTo>
                    <a:pt x="427" y="717"/>
                  </a:lnTo>
                  <a:lnTo>
                    <a:pt x="395" y="693"/>
                  </a:lnTo>
                  <a:lnTo>
                    <a:pt x="361" y="662"/>
                  </a:lnTo>
                  <a:lnTo>
                    <a:pt x="329" y="628"/>
                  </a:lnTo>
                  <a:lnTo>
                    <a:pt x="299" y="591"/>
                  </a:lnTo>
                  <a:lnTo>
                    <a:pt x="269" y="551"/>
                  </a:lnTo>
                  <a:lnTo>
                    <a:pt x="241" y="507"/>
                  </a:lnTo>
                  <a:lnTo>
                    <a:pt x="215" y="460"/>
                  </a:lnTo>
                  <a:lnTo>
                    <a:pt x="191" y="412"/>
                  </a:lnTo>
                  <a:lnTo>
                    <a:pt x="170" y="363"/>
                  </a:lnTo>
                  <a:lnTo>
                    <a:pt x="151" y="312"/>
                  </a:lnTo>
                  <a:lnTo>
                    <a:pt x="133" y="259"/>
                  </a:lnTo>
                  <a:lnTo>
                    <a:pt x="119" y="207"/>
                  </a:lnTo>
                  <a:lnTo>
                    <a:pt x="108" y="156"/>
                  </a:lnTo>
                  <a:lnTo>
                    <a:pt x="101" y="103"/>
                  </a:lnTo>
                  <a:lnTo>
                    <a:pt x="96" y="51"/>
                  </a:lnTo>
                  <a:lnTo>
                    <a:pt x="94" y="0"/>
                  </a:lnTo>
                  <a:lnTo>
                    <a:pt x="0" y="0"/>
                  </a:lnTo>
                  <a:lnTo>
                    <a:pt x="2" y="56"/>
                  </a:lnTo>
                  <a:lnTo>
                    <a:pt x="7" y="115"/>
                  </a:lnTo>
                  <a:lnTo>
                    <a:pt x="16" y="172"/>
                  </a:lnTo>
                  <a:lnTo>
                    <a:pt x="28" y="231"/>
                  </a:lnTo>
                  <a:lnTo>
                    <a:pt x="44" y="287"/>
                  </a:lnTo>
                  <a:lnTo>
                    <a:pt x="62" y="342"/>
                  </a:lnTo>
                  <a:lnTo>
                    <a:pt x="83" y="398"/>
                  </a:lnTo>
                  <a:lnTo>
                    <a:pt x="106" y="452"/>
                  </a:lnTo>
                  <a:lnTo>
                    <a:pt x="133" y="505"/>
                  </a:lnTo>
                  <a:lnTo>
                    <a:pt x="161" y="554"/>
                  </a:lnTo>
                  <a:lnTo>
                    <a:pt x="192" y="602"/>
                  </a:lnTo>
                  <a:lnTo>
                    <a:pt x="224" y="647"/>
                  </a:lnTo>
                  <a:lnTo>
                    <a:pt x="259" y="689"/>
                  </a:lnTo>
                  <a:lnTo>
                    <a:pt x="295" y="728"/>
                  </a:lnTo>
                  <a:lnTo>
                    <a:pt x="334" y="763"/>
                  </a:lnTo>
                  <a:lnTo>
                    <a:pt x="374" y="795"/>
                  </a:lnTo>
                  <a:lnTo>
                    <a:pt x="375" y="795"/>
                  </a:lnTo>
                  <a:lnTo>
                    <a:pt x="374" y="795"/>
                  </a:lnTo>
                  <a:lnTo>
                    <a:pt x="392" y="803"/>
                  </a:lnTo>
                  <a:lnTo>
                    <a:pt x="411" y="803"/>
                  </a:lnTo>
                  <a:lnTo>
                    <a:pt x="426" y="795"/>
                  </a:lnTo>
                  <a:lnTo>
                    <a:pt x="439" y="782"/>
                  </a:lnTo>
                  <a:lnTo>
                    <a:pt x="446" y="766"/>
                  </a:lnTo>
                  <a:lnTo>
                    <a:pt x="449" y="749"/>
                  </a:lnTo>
                  <a:lnTo>
                    <a:pt x="441" y="732"/>
                  </a:lnTo>
                  <a:lnTo>
                    <a:pt x="427" y="717"/>
                  </a:lnTo>
                  <a:lnTo>
                    <a:pt x="426" y="71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2255" name="Freeform 47"/>
            <p:cNvSpPr>
              <a:spLocks/>
            </p:cNvSpPr>
            <p:nvPr/>
          </p:nvSpPr>
          <p:spPr bwMode="auto">
            <a:xfrm>
              <a:off x="883" y="1673"/>
              <a:ext cx="379" cy="690"/>
            </a:xfrm>
            <a:custGeom>
              <a:avLst/>
              <a:gdLst>
                <a:gd name="T0" fmla="*/ 12 w 1897"/>
                <a:gd name="T1" fmla="*/ 6 h 3450"/>
                <a:gd name="T2" fmla="*/ 13 w 1897"/>
                <a:gd name="T3" fmla="*/ 7 h 3450"/>
                <a:gd name="T4" fmla="*/ 13 w 1897"/>
                <a:gd name="T5" fmla="*/ 7 h 3450"/>
                <a:gd name="T6" fmla="*/ 14 w 1897"/>
                <a:gd name="T7" fmla="*/ 8 h 3450"/>
                <a:gd name="T8" fmla="*/ 14 w 1897"/>
                <a:gd name="T9" fmla="*/ 9 h 3450"/>
                <a:gd name="T10" fmla="*/ 15 w 1897"/>
                <a:gd name="T11" fmla="*/ 10 h 3450"/>
                <a:gd name="T12" fmla="*/ 15 w 1897"/>
                <a:gd name="T13" fmla="*/ 11 h 3450"/>
                <a:gd name="T14" fmla="*/ 15 w 1897"/>
                <a:gd name="T15" fmla="*/ 11 h 3450"/>
                <a:gd name="T16" fmla="*/ 15 w 1897"/>
                <a:gd name="T17" fmla="*/ 12 h 3450"/>
                <a:gd name="T18" fmla="*/ 15 w 1897"/>
                <a:gd name="T19" fmla="*/ 26 h 3450"/>
                <a:gd name="T20" fmla="*/ 15 w 1897"/>
                <a:gd name="T21" fmla="*/ 26 h 3450"/>
                <a:gd name="T22" fmla="*/ 15 w 1897"/>
                <a:gd name="T23" fmla="*/ 27 h 3450"/>
                <a:gd name="T24" fmla="*/ 15 w 1897"/>
                <a:gd name="T25" fmla="*/ 27 h 3450"/>
                <a:gd name="T26" fmla="*/ 14 w 1897"/>
                <a:gd name="T27" fmla="*/ 27 h 3450"/>
                <a:gd name="T28" fmla="*/ 14 w 1897"/>
                <a:gd name="T29" fmla="*/ 28 h 3450"/>
                <a:gd name="T30" fmla="*/ 13 w 1897"/>
                <a:gd name="T31" fmla="*/ 28 h 3450"/>
                <a:gd name="T32" fmla="*/ 13 w 1897"/>
                <a:gd name="T33" fmla="*/ 27 h 3450"/>
                <a:gd name="T34" fmla="*/ 3 w 1897"/>
                <a:gd name="T35" fmla="*/ 21 h 3450"/>
                <a:gd name="T36" fmla="*/ 2 w 1897"/>
                <a:gd name="T37" fmla="*/ 21 h 3450"/>
                <a:gd name="T38" fmla="*/ 2 w 1897"/>
                <a:gd name="T39" fmla="*/ 20 h 3450"/>
                <a:gd name="T40" fmla="*/ 1 w 1897"/>
                <a:gd name="T41" fmla="*/ 19 h 3450"/>
                <a:gd name="T42" fmla="*/ 1 w 1897"/>
                <a:gd name="T43" fmla="*/ 19 h 3450"/>
                <a:gd name="T44" fmla="*/ 0 w 1897"/>
                <a:gd name="T45" fmla="*/ 18 h 3450"/>
                <a:gd name="T46" fmla="*/ 0 w 1897"/>
                <a:gd name="T47" fmla="*/ 17 h 3450"/>
                <a:gd name="T48" fmla="*/ 0 w 1897"/>
                <a:gd name="T49" fmla="*/ 16 h 3450"/>
                <a:gd name="T50" fmla="*/ 0 w 1897"/>
                <a:gd name="T51" fmla="*/ 15 h 3450"/>
                <a:gd name="T52" fmla="*/ 0 w 1897"/>
                <a:gd name="T53" fmla="*/ 2 h 3450"/>
                <a:gd name="T54" fmla="*/ 0 w 1897"/>
                <a:gd name="T55" fmla="*/ 1 h 3450"/>
                <a:gd name="T56" fmla="*/ 0 w 1897"/>
                <a:gd name="T57" fmla="*/ 1 h 3450"/>
                <a:gd name="T58" fmla="*/ 1 w 1897"/>
                <a:gd name="T59" fmla="*/ 0 h 3450"/>
                <a:gd name="T60" fmla="*/ 1 w 1897"/>
                <a:gd name="T61" fmla="*/ 0 h 3450"/>
                <a:gd name="T62" fmla="*/ 1 w 1897"/>
                <a:gd name="T63" fmla="*/ 0 h 3450"/>
                <a:gd name="T64" fmla="*/ 2 w 1897"/>
                <a:gd name="T65" fmla="*/ 0 h 3450"/>
                <a:gd name="T66" fmla="*/ 3 w 1897"/>
                <a:gd name="T67" fmla="*/ 0 h 3450"/>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897"/>
                <a:gd name="T103" fmla="*/ 0 h 3450"/>
                <a:gd name="T104" fmla="*/ 1897 w 1897"/>
                <a:gd name="T105" fmla="*/ 3450 h 3450"/>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897" h="3450">
                  <a:moveTo>
                    <a:pt x="357" y="49"/>
                  </a:moveTo>
                  <a:lnTo>
                    <a:pt x="1542" y="806"/>
                  </a:lnTo>
                  <a:lnTo>
                    <a:pt x="1579" y="832"/>
                  </a:lnTo>
                  <a:lnTo>
                    <a:pt x="1614" y="861"/>
                  </a:lnTo>
                  <a:lnTo>
                    <a:pt x="1648" y="895"/>
                  </a:lnTo>
                  <a:lnTo>
                    <a:pt x="1681" y="933"/>
                  </a:lnTo>
                  <a:lnTo>
                    <a:pt x="1711" y="973"/>
                  </a:lnTo>
                  <a:lnTo>
                    <a:pt x="1740" y="1016"/>
                  </a:lnTo>
                  <a:lnTo>
                    <a:pt x="1768" y="1062"/>
                  </a:lnTo>
                  <a:lnTo>
                    <a:pt x="1793" y="1109"/>
                  </a:lnTo>
                  <a:lnTo>
                    <a:pt x="1816" y="1158"/>
                  </a:lnTo>
                  <a:lnTo>
                    <a:pt x="1836" y="1208"/>
                  </a:lnTo>
                  <a:lnTo>
                    <a:pt x="1854" y="1260"/>
                  </a:lnTo>
                  <a:lnTo>
                    <a:pt x="1869" y="1313"/>
                  </a:lnTo>
                  <a:lnTo>
                    <a:pt x="1881" y="1364"/>
                  </a:lnTo>
                  <a:lnTo>
                    <a:pt x="1890" y="1417"/>
                  </a:lnTo>
                  <a:lnTo>
                    <a:pt x="1895" y="1469"/>
                  </a:lnTo>
                  <a:lnTo>
                    <a:pt x="1897" y="1519"/>
                  </a:lnTo>
                  <a:lnTo>
                    <a:pt x="1897" y="3142"/>
                  </a:lnTo>
                  <a:lnTo>
                    <a:pt x="1895" y="3190"/>
                  </a:lnTo>
                  <a:lnTo>
                    <a:pt x="1890" y="3235"/>
                  </a:lnTo>
                  <a:lnTo>
                    <a:pt x="1881" y="3276"/>
                  </a:lnTo>
                  <a:lnTo>
                    <a:pt x="1869" y="3313"/>
                  </a:lnTo>
                  <a:lnTo>
                    <a:pt x="1854" y="3346"/>
                  </a:lnTo>
                  <a:lnTo>
                    <a:pt x="1836" y="3375"/>
                  </a:lnTo>
                  <a:lnTo>
                    <a:pt x="1816" y="3398"/>
                  </a:lnTo>
                  <a:lnTo>
                    <a:pt x="1793" y="3418"/>
                  </a:lnTo>
                  <a:lnTo>
                    <a:pt x="1768" y="3434"/>
                  </a:lnTo>
                  <a:lnTo>
                    <a:pt x="1740" y="3444"/>
                  </a:lnTo>
                  <a:lnTo>
                    <a:pt x="1711" y="3450"/>
                  </a:lnTo>
                  <a:lnTo>
                    <a:pt x="1681" y="3450"/>
                  </a:lnTo>
                  <a:lnTo>
                    <a:pt x="1648" y="3445"/>
                  </a:lnTo>
                  <a:lnTo>
                    <a:pt x="1614" y="3436"/>
                  </a:lnTo>
                  <a:lnTo>
                    <a:pt x="1579" y="3421"/>
                  </a:lnTo>
                  <a:lnTo>
                    <a:pt x="1542" y="3400"/>
                  </a:lnTo>
                  <a:lnTo>
                    <a:pt x="357" y="2643"/>
                  </a:lnTo>
                  <a:lnTo>
                    <a:pt x="320" y="2618"/>
                  </a:lnTo>
                  <a:lnTo>
                    <a:pt x="285" y="2588"/>
                  </a:lnTo>
                  <a:lnTo>
                    <a:pt x="251" y="2554"/>
                  </a:lnTo>
                  <a:lnTo>
                    <a:pt x="218" y="2517"/>
                  </a:lnTo>
                  <a:lnTo>
                    <a:pt x="187" y="2477"/>
                  </a:lnTo>
                  <a:lnTo>
                    <a:pt x="157" y="2433"/>
                  </a:lnTo>
                  <a:lnTo>
                    <a:pt x="130" y="2388"/>
                  </a:lnTo>
                  <a:lnTo>
                    <a:pt x="105" y="2341"/>
                  </a:lnTo>
                  <a:lnTo>
                    <a:pt x="81" y="2292"/>
                  </a:lnTo>
                  <a:lnTo>
                    <a:pt x="61" y="2241"/>
                  </a:lnTo>
                  <a:lnTo>
                    <a:pt x="44" y="2190"/>
                  </a:lnTo>
                  <a:lnTo>
                    <a:pt x="29" y="2138"/>
                  </a:lnTo>
                  <a:lnTo>
                    <a:pt x="17" y="2085"/>
                  </a:lnTo>
                  <a:lnTo>
                    <a:pt x="7" y="2033"/>
                  </a:lnTo>
                  <a:lnTo>
                    <a:pt x="3" y="1981"/>
                  </a:lnTo>
                  <a:lnTo>
                    <a:pt x="0" y="1931"/>
                  </a:lnTo>
                  <a:lnTo>
                    <a:pt x="0" y="308"/>
                  </a:lnTo>
                  <a:lnTo>
                    <a:pt x="3" y="260"/>
                  </a:lnTo>
                  <a:lnTo>
                    <a:pt x="7" y="215"/>
                  </a:lnTo>
                  <a:lnTo>
                    <a:pt x="17" y="174"/>
                  </a:lnTo>
                  <a:lnTo>
                    <a:pt x="29" y="137"/>
                  </a:lnTo>
                  <a:lnTo>
                    <a:pt x="44" y="104"/>
                  </a:lnTo>
                  <a:lnTo>
                    <a:pt x="61" y="76"/>
                  </a:lnTo>
                  <a:lnTo>
                    <a:pt x="81" y="51"/>
                  </a:lnTo>
                  <a:lnTo>
                    <a:pt x="105" y="31"/>
                  </a:lnTo>
                  <a:lnTo>
                    <a:pt x="130" y="16"/>
                  </a:lnTo>
                  <a:lnTo>
                    <a:pt x="157" y="5"/>
                  </a:lnTo>
                  <a:lnTo>
                    <a:pt x="187" y="0"/>
                  </a:lnTo>
                  <a:lnTo>
                    <a:pt x="218" y="0"/>
                  </a:lnTo>
                  <a:lnTo>
                    <a:pt x="251" y="3"/>
                  </a:lnTo>
                  <a:lnTo>
                    <a:pt x="285" y="14"/>
                  </a:lnTo>
                  <a:lnTo>
                    <a:pt x="320" y="29"/>
                  </a:lnTo>
                  <a:lnTo>
                    <a:pt x="357" y="49"/>
                  </a:lnTo>
                  <a:close/>
                </a:path>
              </a:pathLst>
            </a:custGeom>
            <a:solidFill>
              <a:srgbClr val="BFBFB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2256" name="Freeform 48"/>
            <p:cNvSpPr>
              <a:spLocks/>
            </p:cNvSpPr>
            <p:nvPr/>
          </p:nvSpPr>
          <p:spPr bwMode="auto">
            <a:xfrm>
              <a:off x="1268" y="1663"/>
              <a:ext cx="393" cy="711"/>
            </a:xfrm>
            <a:custGeom>
              <a:avLst/>
              <a:gdLst>
                <a:gd name="T0" fmla="*/ 3 w 1962"/>
                <a:gd name="T1" fmla="*/ 7 h 3555"/>
                <a:gd name="T2" fmla="*/ 2 w 1962"/>
                <a:gd name="T3" fmla="*/ 7 h 3555"/>
                <a:gd name="T4" fmla="*/ 2 w 1962"/>
                <a:gd name="T5" fmla="*/ 8 h 3555"/>
                <a:gd name="T6" fmla="*/ 1 w 1962"/>
                <a:gd name="T7" fmla="*/ 8 h 3555"/>
                <a:gd name="T8" fmla="*/ 1 w 1962"/>
                <a:gd name="T9" fmla="*/ 9 h 3555"/>
                <a:gd name="T10" fmla="*/ 1 w 1962"/>
                <a:gd name="T11" fmla="*/ 10 h 3555"/>
                <a:gd name="T12" fmla="*/ 0 w 1962"/>
                <a:gd name="T13" fmla="*/ 11 h 3555"/>
                <a:gd name="T14" fmla="*/ 0 w 1962"/>
                <a:gd name="T15" fmla="*/ 12 h 3555"/>
                <a:gd name="T16" fmla="*/ 0 w 1962"/>
                <a:gd name="T17" fmla="*/ 13 h 3555"/>
                <a:gd name="T18" fmla="*/ 0 w 1962"/>
                <a:gd name="T19" fmla="*/ 26 h 3555"/>
                <a:gd name="T20" fmla="*/ 0 w 1962"/>
                <a:gd name="T21" fmla="*/ 27 h 3555"/>
                <a:gd name="T22" fmla="*/ 0 w 1962"/>
                <a:gd name="T23" fmla="*/ 28 h 3555"/>
                <a:gd name="T24" fmla="*/ 1 w 1962"/>
                <a:gd name="T25" fmla="*/ 28 h 3555"/>
                <a:gd name="T26" fmla="*/ 1 w 1962"/>
                <a:gd name="T27" fmla="*/ 28 h 3555"/>
                <a:gd name="T28" fmla="*/ 2 w 1962"/>
                <a:gd name="T29" fmla="*/ 28 h 3555"/>
                <a:gd name="T30" fmla="*/ 2 w 1962"/>
                <a:gd name="T31" fmla="*/ 28 h 3555"/>
                <a:gd name="T32" fmla="*/ 3 w 1962"/>
                <a:gd name="T33" fmla="*/ 28 h 3555"/>
                <a:gd name="T34" fmla="*/ 13 w 1962"/>
                <a:gd name="T35" fmla="*/ 22 h 3555"/>
                <a:gd name="T36" fmla="*/ 13 w 1962"/>
                <a:gd name="T37" fmla="*/ 21 h 3555"/>
                <a:gd name="T38" fmla="*/ 14 w 1962"/>
                <a:gd name="T39" fmla="*/ 21 h 3555"/>
                <a:gd name="T40" fmla="*/ 14 w 1962"/>
                <a:gd name="T41" fmla="*/ 20 h 3555"/>
                <a:gd name="T42" fmla="*/ 15 w 1962"/>
                <a:gd name="T43" fmla="*/ 19 h 3555"/>
                <a:gd name="T44" fmla="*/ 15 w 1962"/>
                <a:gd name="T45" fmla="*/ 18 h 3555"/>
                <a:gd name="T46" fmla="*/ 16 w 1962"/>
                <a:gd name="T47" fmla="*/ 18 h 3555"/>
                <a:gd name="T48" fmla="*/ 16 w 1962"/>
                <a:gd name="T49" fmla="*/ 17 h 3555"/>
                <a:gd name="T50" fmla="*/ 16 w 1962"/>
                <a:gd name="T51" fmla="*/ 16 h 3555"/>
                <a:gd name="T52" fmla="*/ 16 w 1962"/>
                <a:gd name="T53" fmla="*/ 2 h 3555"/>
                <a:gd name="T54" fmla="*/ 16 w 1962"/>
                <a:gd name="T55" fmla="*/ 1 h 3555"/>
                <a:gd name="T56" fmla="*/ 15 w 1962"/>
                <a:gd name="T57" fmla="*/ 1 h 3555"/>
                <a:gd name="T58" fmla="*/ 15 w 1962"/>
                <a:gd name="T59" fmla="*/ 0 h 3555"/>
                <a:gd name="T60" fmla="*/ 15 w 1962"/>
                <a:gd name="T61" fmla="*/ 0 h 3555"/>
                <a:gd name="T62" fmla="*/ 14 w 1962"/>
                <a:gd name="T63" fmla="*/ 0 h 3555"/>
                <a:gd name="T64" fmla="*/ 14 w 1962"/>
                <a:gd name="T65" fmla="*/ 0 h 3555"/>
                <a:gd name="T66" fmla="*/ 13 w 1962"/>
                <a:gd name="T67" fmla="*/ 0 h 3555"/>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962"/>
                <a:gd name="T103" fmla="*/ 0 h 3555"/>
                <a:gd name="T104" fmla="*/ 1962 w 1962"/>
                <a:gd name="T105" fmla="*/ 3555 h 3555"/>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962" h="3555">
                  <a:moveTo>
                    <a:pt x="1594" y="50"/>
                  </a:moveTo>
                  <a:lnTo>
                    <a:pt x="368" y="831"/>
                  </a:lnTo>
                  <a:lnTo>
                    <a:pt x="330" y="858"/>
                  </a:lnTo>
                  <a:lnTo>
                    <a:pt x="294" y="888"/>
                  </a:lnTo>
                  <a:lnTo>
                    <a:pt x="259" y="922"/>
                  </a:lnTo>
                  <a:lnTo>
                    <a:pt x="225" y="961"/>
                  </a:lnTo>
                  <a:lnTo>
                    <a:pt x="193" y="1003"/>
                  </a:lnTo>
                  <a:lnTo>
                    <a:pt x="163" y="1047"/>
                  </a:lnTo>
                  <a:lnTo>
                    <a:pt x="133" y="1094"/>
                  </a:lnTo>
                  <a:lnTo>
                    <a:pt x="108" y="1143"/>
                  </a:lnTo>
                  <a:lnTo>
                    <a:pt x="84" y="1193"/>
                  </a:lnTo>
                  <a:lnTo>
                    <a:pt x="63" y="1246"/>
                  </a:lnTo>
                  <a:lnTo>
                    <a:pt x="44" y="1299"/>
                  </a:lnTo>
                  <a:lnTo>
                    <a:pt x="29" y="1353"/>
                  </a:lnTo>
                  <a:lnTo>
                    <a:pt x="16" y="1405"/>
                  </a:lnTo>
                  <a:lnTo>
                    <a:pt x="7" y="1459"/>
                  </a:lnTo>
                  <a:lnTo>
                    <a:pt x="2" y="1512"/>
                  </a:lnTo>
                  <a:lnTo>
                    <a:pt x="0" y="1565"/>
                  </a:lnTo>
                  <a:lnTo>
                    <a:pt x="0" y="3237"/>
                  </a:lnTo>
                  <a:lnTo>
                    <a:pt x="2" y="3287"/>
                  </a:lnTo>
                  <a:lnTo>
                    <a:pt x="7" y="3333"/>
                  </a:lnTo>
                  <a:lnTo>
                    <a:pt x="16" y="3375"/>
                  </a:lnTo>
                  <a:lnTo>
                    <a:pt x="29" y="3413"/>
                  </a:lnTo>
                  <a:lnTo>
                    <a:pt x="44" y="3447"/>
                  </a:lnTo>
                  <a:lnTo>
                    <a:pt x="63" y="3477"/>
                  </a:lnTo>
                  <a:lnTo>
                    <a:pt x="84" y="3502"/>
                  </a:lnTo>
                  <a:lnTo>
                    <a:pt x="108" y="3522"/>
                  </a:lnTo>
                  <a:lnTo>
                    <a:pt x="133" y="3538"/>
                  </a:lnTo>
                  <a:lnTo>
                    <a:pt x="163" y="3549"/>
                  </a:lnTo>
                  <a:lnTo>
                    <a:pt x="193" y="3555"/>
                  </a:lnTo>
                  <a:lnTo>
                    <a:pt x="225" y="3555"/>
                  </a:lnTo>
                  <a:lnTo>
                    <a:pt x="259" y="3550"/>
                  </a:lnTo>
                  <a:lnTo>
                    <a:pt x="294" y="3541"/>
                  </a:lnTo>
                  <a:lnTo>
                    <a:pt x="330" y="3524"/>
                  </a:lnTo>
                  <a:lnTo>
                    <a:pt x="368" y="3503"/>
                  </a:lnTo>
                  <a:lnTo>
                    <a:pt x="1594" y="2722"/>
                  </a:lnTo>
                  <a:lnTo>
                    <a:pt x="1632" y="2696"/>
                  </a:lnTo>
                  <a:lnTo>
                    <a:pt x="1668" y="2665"/>
                  </a:lnTo>
                  <a:lnTo>
                    <a:pt x="1703" y="2631"/>
                  </a:lnTo>
                  <a:lnTo>
                    <a:pt x="1737" y="2592"/>
                  </a:lnTo>
                  <a:lnTo>
                    <a:pt x="1769" y="2551"/>
                  </a:lnTo>
                  <a:lnTo>
                    <a:pt x="1799" y="2506"/>
                  </a:lnTo>
                  <a:lnTo>
                    <a:pt x="1829" y="2460"/>
                  </a:lnTo>
                  <a:lnTo>
                    <a:pt x="1854" y="2411"/>
                  </a:lnTo>
                  <a:lnTo>
                    <a:pt x="1878" y="2361"/>
                  </a:lnTo>
                  <a:lnTo>
                    <a:pt x="1899" y="2308"/>
                  </a:lnTo>
                  <a:lnTo>
                    <a:pt x="1918" y="2256"/>
                  </a:lnTo>
                  <a:lnTo>
                    <a:pt x="1933" y="2202"/>
                  </a:lnTo>
                  <a:lnTo>
                    <a:pt x="1946" y="2149"/>
                  </a:lnTo>
                  <a:lnTo>
                    <a:pt x="1955" y="2095"/>
                  </a:lnTo>
                  <a:lnTo>
                    <a:pt x="1960" y="2042"/>
                  </a:lnTo>
                  <a:lnTo>
                    <a:pt x="1962" y="1989"/>
                  </a:lnTo>
                  <a:lnTo>
                    <a:pt x="1962" y="319"/>
                  </a:lnTo>
                  <a:lnTo>
                    <a:pt x="1960" y="269"/>
                  </a:lnTo>
                  <a:lnTo>
                    <a:pt x="1955" y="223"/>
                  </a:lnTo>
                  <a:lnTo>
                    <a:pt x="1946" y="180"/>
                  </a:lnTo>
                  <a:lnTo>
                    <a:pt x="1933" y="143"/>
                  </a:lnTo>
                  <a:lnTo>
                    <a:pt x="1918" y="109"/>
                  </a:lnTo>
                  <a:lnTo>
                    <a:pt x="1899" y="79"/>
                  </a:lnTo>
                  <a:lnTo>
                    <a:pt x="1878" y="54"/>
                  </a:lnTo>
                  <a:lnTo>
                    <a:pt x="1854" y="33"/>
                  </a:lnTo>
                  <a:lnTo>
                    <a:pt x="1829" y="17"/>
                  </a:lnTo>
                  <a:lnTo>
                    <a:pt x="1799" y="7"/>
                  </a:lnTo>
                  <a:lnTo>
                    <a:pt x="1769" y="0"/>
                  </a:lnTo>
                  <a:lnTo>
                    <a:pt x="1737" y="0"/>
                  </a:lnTo>
                  <a:lnTo>
                    <a:pt x="1703" y="4"/>
                  </a:lnTo>
                  <a:lnTo>
                    <a:pt x="1668" y="14"/>
                  </a:lnTo>
                  <a:lnTo>
                    <a:pt x="1632" y="29"/>
                  </a:lnTo>
                  <a:lnTo>
                    <a:pt x="1594" y="50"/>
                  </a:lnTo>
                  <a:close/>
                </a:path>
              </a:pathLst>
            </a:custGeom>
            <a:solidFill>
              <a:srgbClr val="E5E5E5"/>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2257" name="Freeform 49"/>
            <p:cNvSpPr>
              <a:spLocks noEditPoints="1"/>
            </p:cNvSpPr>
            <p:nvPr/>
          </p:nvSpPr>
          <p:spPr bwMode="auto">
            <a:xfrm>
              <a:off x="916" y="1589"/>
              <a:ext cx="697" cy="698"/>
            </a:xfrm>
            <a:custGeom>
              <a:avLst/>
              <a:gdLst>
                <a:gd name="T0" fmla="*/ 16 w 3485"/>
                <a:gd name="T1" fmla="*/ 0 h 3490"/>
                <a:gd name="T2" fmla="*/ 17 w 3485"/>
                <a:gd name="T3" fmla="*/ 2 h 3490"/>
                <a:gd name="T4" fmla="*/ 17 w 3485"/>
                <a:gd name="T5" fmla="*/ 3 h 3490"/>
                <a:gd name="T6" fmla="*/ 14 w 3485"/>
                <a:gd name="T7" fmla="*/ 4 h 3490"/>
                <a:gd name="T8" fmla="*/ 12 w 3485"/>
                <a:gd name="T9" fmla="*/ 4 h 3490"/>
                <a:gd name="T10" fmla="*/ 11 w 3485"/>
                <a:gd name="T11" fmla="*/ 2 h 3490"/>
                <a:gd name="T12" fmla="*/ 11 w 3485"/>
                <a:gd name="T13" fmla="*/ 1 h 3490"/>
                <a:gd name="T14" fmla="*/ 14 w 3485"/>
                <a:gd name="T15" fmla="*/ 0 h 3490"/>
                <a:gd name="T16" fmla="*/ 3 w 3485"/>
                <a:gd name="T17" fmla="*/ 7 h 3490"/>
                <a:gd name="T18" fmla="*/ 4 w 3485"/>
                <a:gd name="T19" fmla="*/ 9 h 3490"/>
                <a:gd name="T20" fmla="*/ 3 w 3485"/>
                <a:gd name="T21" fmla="*/ 12 h 3490"/>
                <a:gd name="T22" fmla="*/ 2 w 3485"/>
                <a:gd name="T23" fmla="*/ 13 h 3490"/>
                <a:gd name="T24" fmla="*/ 1 w 3485"/>
                <a:gd name="T25" fmla="*/ 12 h 3490"/>
                <a:gd name="T26" fmla="*/ 0 w 3485"/>
                <a:gd name="T27" fmla="*/ 10 h 3490"/>
                <a:gd name="T28" fmla="*/ 0 w 3485"/>
                <a:gd name="T29" fmla="*/ 8 h 3490"/>
                <a:gd name="T30" fmla="*/ 2 w 3485"/>
                <a:gd name="T31" fmla="*/ 6 h 3490"/>
                <a:gd name="T32" fmla="*/ 10 w 3485"/>
                <a:gd name="T33" fmla="*/ 20 h 3490"/>
                <a:gd name="T34" fmla="*/ 11 w 3485"/>
                <a:gd name="T35" fmla="*/ 22 h 3490"/>
                <a:gd name="T36" fmla="*/ 11 w 3485"/>
                <a:gd name="T37" fmla="*/ 25 h 3490"/>
                <a:gd name="T38" fmla="*/ 10 w 3485"/>
                <a:gd name="T39" fmla="*/ 27 h 3490"/>
                <a:gd name="T40" fmla="*/ 8 w 3485"/>
                <a:gd name="T41" fmla="*/ 26 h 3490"/>
                <a:gd name="T42" fmla="*/ 7 w 3485"/>
                <a:gd name="T43" fmla="*/ 24 h 3490"/>
                <a:gd name="T44" fmla="*/ 7 w 3485"/>
                <a:gd name="T45" fmla="*/ 22 h 3490"/>
                <a:gd name="T46" fmla="*/ 8 w 3485"/>
                <a:gd name="T47" fmla="*/ 20 h 3490"/>
                <a:gd name="T48" fmla="*/ 20 w 3485"/>
                <a:gd name="T49" fmla="*/ 21 h 3490"/>
                <a:gd name="T50" fmla="*/ 21 w 3485"/>
                <a:gd name="T51" fmla="*/ 23 h 3490"/>
                <a:gd name="T52" fmla="*/ 21 w 3485"/>
                <a:gd name="T53" fmla="*/ 26 h 3490"/>
                <a:gd name="T54" fmla="*/ 20 w 3485"/>
                <a:gd name="T55" fmla="*/ 28 h 3490"/>
                <a:gd name="T56" fmla="*/ 18 w 3485"/>
                <a:gd name="T57" fmla="*/ 28 h 3490"/>
                <a:gd name="T58" fmla="*/ 17 w 3485"/>
                <a:gd name="T59" fmla="*/ 26 h 3490"/>
                <a:gd name="T60" fmla="*/ 17 w 3485"/>
                <a:gd name="T61" fmla="*/ 23 h 3490"/>
                <a:gd name="T62" fmla="*/ 18 w 3485"/>
                <a:gd name="T63" fmla="*/ 21 h 3490"/>
                <a:gd name="T64" fmla="*/ 19 w 3485"/>
                <a:gd name="T65" fmla="*/ 11 h 3490"/>
                <a:gd name="T66" fmla="*/ 20 w 3485"/>
                <a:gd name="T67" fmla="*/ 13 h 3490"/>
                <a:gd name="T68" fmla="*/ 21 w 3485"/>
                <a:gd name="T69" fmla="*/ 15 h 3490"/>
                <a:gd name="T70" fmla="*/ 20 w 3485"/>
                <a:gd name="T71" fmla="*/ 17 h 3490"/>
                <a:gd name="T72" fmla="*/ 18 w 3485"/>
                <a:gd name="T73" fmla="*/ 17 h 3490"/>
                <a:gd name="T74" fmla="*/ 17 w 3485"/>
                <a:gd name="T75" fmla="*/ 16 h 3490"/>
                <a:gd name="T76" fmla="*/ 17 w 3485"/>
                <a:gd name="T77" fmla="*/ 13 h 3490"/>
                <a:gd name="T78" fmla="*/ 18 w 3485"/>
                <a:gd name="T79" fmla="*/ 11 h 3490"/>
                <a:gd name="T80" fmla="*/ 26 w 3485"/>
                <a:gd name="T81" fmla="*/ 7 h 3490"/>
                <a:gd name="T82" fmla="*/ 27 w 3485"/>
                <a:gd name="T83" fmla="*/ 8 h 3490"/>
                <a:gd name="T84" fmla="*/ 27 w 3485"/>
                <a:gd name="T85" fmla="*/ 11 h 3490"/>
                <a:gd name="T86" fmla="*/ 26 w 3485"/>
                <a:gd name="T87" fmla="*/ 13 h 3490"/>
                <a:gd name="T88" fmla="*/ 25 w 3485"/>
                <a:gd name="T89" fmla="*/ 13 h 3490"/>
                <a:gd name="T90" fmla="*/ 24 w 3485"/>
                <a:gd name="T91" fmla="*/ 12 h 3490"/>
                <a:gd name="T92" fmla="*/ 24 w 3485"/>
                <a:gd name="T93" fmla="*/ 9 h 3490"/>
                <a:gd name="T94" fmla="*/ 24 w 3485"/>
                <a:gd name="T95" fmla="*/ 7 h 3490"/>
                <a:gd name="T96" fmla="*/ 26 w 3485"/>
                <a:gd name="T97" fmla="*/ 17 h 3490"/>
                <a:gd name="T98" fmla="*/ 27 w 3485"/>
                <a:gd name="T99" fmla="*/ 18 h 3490"/>
                <a:gd name="T100" fmla="*/ 28 w 3485"/>
                <a:gd name="T101" fmla="*/ 21 h 3490"/>
                <a:gd name="T102" fmla="*/ 27 w 3485"/>
                <a:gd name="T103" fmla="*/ 23 h 3490"/>
                <a:gd name="T104" fmla="*/ 26 w 3485"/>
                <a:gd name="T105" fmla="*/ 24 h 3490"/>
                <a:gd name="T106" fmla="*/ 24 w 3485"/>
                <a:gd name="T107" fmla="*/ 23 h 3490"/>
                <a:gd name="T108" fmla="*/ 24 w 3485"/>
                <a:gd name="T109" fmla="*/ 20 h 3490"/>
                <a:gd name="T110" fmla="*/ 25 w 3485"/>
                <a:gd name="T111" fmla="*/ 18 h 3490"/>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w 3485"/>
                <a:gd name="T169" fmla="*/ 0 h 3490"/>
                <a:gd name="T170" fmla="*/ 3485 w 3485"/>
                <a:gd name="T171" fmla="*/ 3490 h 3490"/>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T168" t="T169" r="T170" b="T171"/>
              <a:pathLst>
                <a:path w="3485" h="3490">
                  <a:moveTo>
                    <a:pt x="1754" y="0"/>
                  </a:moveTo>
                  <a:lnTo>
                    <a:pt x="1797" y="2"/>
                  </a:lnTo>
                  <a:lnTo>
                    <a:pt x="1840" y="5"/>
                  </a:lnTo>
                  <a:lnTo>
                    <a:pt x="1881" y="12"/>
                  </a:lnTo>
                  <a:lnTo>
                    <a:pt x="1921" y="20"/>
                  </a:lnTo>
                  <a:lnTo>
                    <a:pt x="1959" y="31"/>
                  </a:lnTo>
                  <a:lnTo>
                    <a:pt x="1994" y="44"/>
                  </a:lnTo>
                  <a:lnTo>
                    <a:pt x="2028" y="59"/>
                  </a:lnTo>
                  <a:lnTo>
                    <a:pt x="2058" y="74"/>
                  </a:lnTo>
                  <a:lnTo>
                    <a:pt x="2086" y="93"/>
                  </a:lnTo>
                  <a:lnTo>
                    <a:pt x="2111" y="113"/>
                  </a:lnTo>
                  <a:lnTo>
                    <a:pt x="2132" y="133"/>
                  </a:lnTo>
                  <a:lnTo>
                    <a:pt x="2151" y="155"/>
                  </a:lnTo>
                  <a:lnTo>
                    <a:pt x="2165" y="179"/>
                  </a:lnTo>
                  <a:lnTo>
                    <a:pt x="2175" y="203"/>
                  </a:lnTo>
                  <a:lnTo>
                    <a:pt x="2182" y="229"/>
                  </a:lnTo>
                  <a:lnTo>
                    <a:pt x="2185" y="255"/>
                  </a:lnTo>
                  <a:lnTo>
                    <a:pt x="2182" y="281"/>
                  </a:lnTo>
                  <a:lnTo>
                    <a:pt x="2175" y="305"/>
                  </a:lnTo>
                  <a:lnTo>
                    <a:pt x="2165" y="330"/>
                  </a:lnTo>
                  <a:lnTo>
                    <a:pt x="2151" y="353"/>
                  </a:lnTo>
                  <a:lnTo>
                    <a:pt x="2132" y="376"/>
                  </a:lnTo>
                  <a:lnTo>
                    <a:pt x="2111" y="397"/>
                  </a:lnTo>
                  <a:lnTo>
                    <a:pt x="2086" y="417"/>
                  </a:lnTo>
                  <a:lnTo>
                    <a:pt x="2058" y="434"/>
                  </a:lnTo>
                  <a:lnTo>
                    <a:pt x="2028" y="451"/>
                  </a:lnTo>
                  <a:lnTo>
                    <a:pt x="1994" y="466"/>
                  </a:lnTo>
                  <a:lnTo>
                    <a:pt x="1959" y="479"/>
                  </a:lnTo>
                  <a:lnTo>
                    <a:pt x="1921" y="489"/>
                  </a:lnTo>
                  <a:lnTo>
                    <a:pt x="1881" y="498"/>
                  </a:lnTo>
                  <a:lnTo>
                    <a:pt x="1840" y="505"/>
                  </a:lnTo>
                  <a:lnTo>
                    <a:pt x="1797" y="508"/>
                  </a:lnTo>
                  <a:lnTo>
                    <a:pt x="1754" y="509"/>
                  </a:lnTo>
                  <a:lnTo>
                    <a:pt x="1710" y="508"/>
                  </a:lnTo>
                  <a:lnTo>
                    <a:pt x="1667" y="505"/>
                  </a:lnTo>
                  <a:lnTo>
                    <a:pt x="1626" y="498"/>
                  </a:lnTo>
                  <a:lnTo>
                    <a:pt x="1586" y="489"/>
                  </a:lnTo>
                  <a:lnTo>
                    <a:pt x="1548" y="479"/>
                  </a:lnTo>
                  <a:lnTo>
                    <a:pt x="1512" y="466"/>
                  </a:lnTo>
                  <a:lnTo>
                    <a:pt x="1479" y="451"/>
                  </a:lnTo>
                  <a:lnTo>
                    <a:pt x="1449" y="434"/>
                  </a:lnTo>
                  <a:lnTo>
                    <a:pt x="1421" y="417"/>
                  </a:lnTo>
                  <a:lnTo>
                    <a:pt x="1395" y="397"/>
                  </a:lnTo>
                  <a:lnTo>
                    <a:pt x="1374" y="376"/>
                  </a:lnTo>
                  <a:lnTo>
                    <a:pt x="1355" y="353"/>
                  </a:lnTo>
                  <a:lnTo>
                    <a:pt x="1341" y="330"/>
                  </a:lnTo>
                  <a:lnTo>
                    <a:pt x="1331" y="305"/>
                  </a:lnTo>
                  <a:lnTo>
                    <a:pt x="1324" y="281"/>
                  </a:lnTo>
                  <a:lnTo>
                    <a:pt x="1321" y="255"/>
                  </a:lnTo>
                  <a:lnTo>
                    <a:pt x="1324" y="229"/>
                  </a:lnTo>
                  <a:lnTo>
                    <a:pt x="1331" y="203"/>
                  </a:lnTo>
                  <a:lnTo>
                    <a:pt x="1341" y="179"/>
                  </a:lnTo>
                  <a:lnTo>
                    <a:pt x="1355" y="155"/>
                  </a:lnTo>
                  <a:lnTo>
                    <a:pt x="1374" y="133"/>
                  </a:lnTo>
                  <a:lnTo>
                    <a:pt x="1395" y="113"/>
                  </a:lnTo>
                  <a:lnTo>
                    <a:pt x="1421" y="93"/>
                  </a:lnTo>
                  <a:lnTo>
                    <a:pt x="1449" y="74"/>
                  </a:lnTo>
                  <a:lnTo>
                    <a:pt x="1479" y="59"/>
                  </a:lnTo>
                  <a:lnTo>
                    <a:pt x="1512" y="44"/>
                  </a:lnTo>
                  <a:lnTo>
                    <a:pt x="1548" y="31"/>
                  </a:lnTo>
                  <a:lnTo>
                    <a:pt x="1586" y="20"/>
                  </a:lnTo>
                  <a:lnTo>
                    <a:pt x="1626" y="12"/>
                  </a:lnTo>
                  <a:lnTo>
                    <a:pt x="1667" y="5"/>
                  </a:lnTo>
                  <a:lnTo>
                    <a:pt x="1710" y="2"/>
                  </a:lnTo>
                  <a:lnTo>
                    <a:pt x="1754" y="0"/>
                  </a:lnTo>
                  <a:close/>
                  <a:moveTo>
                    <a:pt x="239" y="786"/>
                  </a:moveTo>
                  <a:lnTo>
                    <a:pt x="263" y="788"/>
                  </a:lnTo>
                  <a:lnTo>
                    <a:pt x="287" y="794"/>
                  </a:lnTo>
                  <a:lnTo>
                    <a:pt x="309" y="805"/>
                  </a:lnTo>
                  <a:lnTo>
                    <a:pt x="331" y="819"/>
                  </a:lnTo>
                  <a:lnTo>
                    <a:pt x="352" y="836"/>
                  </a:lnTo>
                  <a:lnTo>
                    <a:pt x="372" y="857"/>
                  </a:lnTo>
                  <a:lnTo>
                    <a:pt x="390" y="882"/>
                  </a:lnTo>
                  <a:lnTo>
                    <a:pt x="407" y="909"/>
                  </a:lnTo>
                  <a:lnTo>
                    <a:pt x="423" y="940"/>
                  </a:lnTo>
                  <a:lnTo>
                    <a:pt x="437" y="971"/>
                  </a:lnTo>
                  <a:lnTo>
                    <a:pt x="448" y="1006"/>
                  </a:lnTo>
                  <a:lnTo>
                    <a:pt x="459" y="1043"/>
                  </a:lnTo>
                  <a:lnTo>
                    <a:pt x="467" y="1081"/>
                  </a:lnTo>
                  <a:lnTo>
                    <a:pt x="473" y="1121"/>
                  </a:lnTo>
                  <a:lnTo>
                    <a:pt x="476" y="1163"/>
                  </a:lnTo>
                  <a:lnTo>
                    <a:pt x="478" y="1206"/>
                  </a:lnTo>
                  <a:lnTo>
                    <a:pt x="476" y="1248"/>
                  </a:lnTo>
                  <a:lnTo>
                    <a:pt x="473" y="1290"/>
                  </a:lnTo>
                  <a:lnTo>
                    <a:pt x="467" y="1330"/>
                  </a:lnTo>
                  <a:lnTo>
                    <a:pt x="459" y="1367"/>
                  </a:lnTo>
                  <a:lnTo>
                    <a:pt x="448" y="1405"/>
                  </a:lnTo>
                  <a:lnTo>
                    <a:pt x="437" y="1439"/>
                  </a:lnTo>
                  <a:lnTo>
                    <a:pt x="423" y="1472"/>
                  </a:lnTo>
                  <a:lnTo>
                    <a:pt x="407" y="1501"/>
                  </a:lnTo>
                  <a:lnTo>
                    <a:pt x="390" y="1528"/>
                  </a:lnTo>
                  <a:lnTo>
                    <a:pt x="372" y="1553"/>
                  </a:lnTo>
                  <a:lnTo>
                    <a:pt x="352" y="1574"/>
                  </a:lnTo>
                  <a:lnTo>
                    <a:pt x="331" y="1591"/>
                  </a:lnTo>
                  <a:lnTo>
                    <a:pt x="309" y="1605"/>
                  </a:lnTo>
                  <a:lnTo>
                    <a:pt x="287" y="1616"/>
                  </a:lnTo>
                  <a:lnTo>
                    <a:pt x="263" y="1622"/>
                  </a:lnTo>
                  <a:lnTo>
                    <a:pt x="239" y="1624"/>
                  </a:lnTo>
                  <a:lnTo>
                    <a:pt x="214" y="1622"/>
                  </a:lnTo>
                  <a:lnTo>
                    <a:pt x="191" y="1616"/>
                  </a:lnTo>
                  <a:lnTo>
                    <a:pt x="168" y="1605"/>
                  </a:lnTo>
                  <a:lnTo>
                    <a:pt x="146" y="1591"/>
                  </a:lnTo>
                  <a:lnTo>
                    <a:pt x="125" y="1574"/>
                  </a:lnTo>
                  <a:lnTo>
                    <a:pt x="105" y="1553"/>
                  </a:lnTo>
                  <a:lnTo>
                    <a:pt x="87" y="1528"/>
                  </a:lnTo>
                  <a:lnTo>
                    <a:pt x="70" y="1501"/>
                  </a:lnTo>
                  <a:lnTo>
                    <a:pt x="55" y="1472"/>
                  </a:lnTo>
                  <a:lnTo>
                    <a:pt x="41" y="1439"/>
                  </a:lnTo>
                  <a:lnTo>
                    <a:pt x="29" y="1405"/>
                  </a:lnTo>
                  <a:lnTo>
                    <a:pt x="18" y="1367"/>
                  </a:lnTo>
                  <a:lnTo>
                    <a:pt x="10" y="1330"/>
                  </a:lnTo>
                  <a:lnTo>
                    <a:pt x="4" y="1290"/>
                  </a:lnTo>
                  <a:lnTo>
                    <a:pt x="1" y="1248"/>
                  </a:lnTo>
                  <a:lnTo>
                    <a:pt x="0" y="1206"/>
                  </a:lnTo>
                  <a:lnTo>
                    <a:pt x="1" y="1163"/>
                  </a:lnTo>
                  <a:lnTo>
                    <a:pt x="4" y="1121"/>
                  </a:lnTo>
                  <a:lnTo>
                    <a:pt x="10" y="1081"/>
                  </a:lnTo>
                  <a:lnTo>
                    <a:pt x="18" y="1043"/>
                  </a:lnTo>
                  <a:lnTo>
                    <a:pt x="29" y="1006"/>
                  </a:lnTo>
                  <a:lnTo>
                    <a:pt x="41" y="971"/>
                  </a:lnTo>
                  <a:lnTo>
                    <a:pt x="55" y="940"/>
                  </a:lnTo>
                  <a:lnTo>
                    <a:pt x="70" y="909"/>
                  </a:lnTo>
                  <a:lnTo>
                    <a:pt x="87" y="882"/>
                  </a:lnTo>
                  <a:lnTo>
                    <a:pt x="105" y="857"/>
                  </a:lnTo>
                  <a:lnTo>
                    <a:pt x="125" y="836"/>
                  </a:lnTo>
                  <a:lnTo>
                    <a:pt x="146" y="819"/>
                  </a:lnTo>
                  <a:lnTo>
                    <a:pt x="168" y="805"/>
                  </a:lnTo>
                  <a:lnTo>
                    <a:pt x="191" y="794"/>
                  </a:lnTo>
                  <a:lnTo>
                    <a:pt x="214" y="788"/>
                  </a:lnTo>
                  <a:lnTo>
                    <a:pt x="239" y="786"/>
                  </a:lnTo>
                  <a:close/>
                  <a:moveTo>
                    <a:pt x="1119" y="2495"/>
                  </a:moveTo>
                  <a:lnTo>
                    <a:pt x="1143" y="2498"/>
                  </a:lnTo>
                  <a:lnTo>
                    <a:pt x="1167" y="2504"/>
                  </a:lnTo>
                  <a:lnTo>
                    <a:pt x="1190" y="2514"/>
                  </a:lnTo>
                  <a:lnTo>
                    <a:pt x="1211" y="2528"/>
                  </a:lnTo>
                  <a:lnTo>
                    <a:pt x="1232" y="2546"/>
                  </a:lnTo>
                  <a:lnTo>
                    <a:pt x="1252" y="2567"/>
                  </a:lnTo>
                  <a:lnTo>
                    <a:pt x="1271" y="2592"/>
                  </a:lnTo>
                  <a:lnTo>
                    <a:pt x="1288" y="2618"/>
                  </a:lnTo>
                  <a:lnTo>
                    <a:pt x="1304" y="2648"/>
                  </a:lnTo>
                  <a:lnTo>
                    <a:pt x="1318" y="2681"/>
                  </a:lnTo>
                  <a:lnTo>
                    <a:pt x="1329" y="2715"/>
                  </a:lnTo>
                  <a:lnTo>
                    <a:pt x="1340" y="2752"/>
                  </a:lnTo>
                  <a:lnTo>
                    <a:pt x="1348" y="2790"/>
                  </a:lnTo>
                  <a:lnTo>
                    <a:pt x="1354" y="2830"/>
                  </a:lnTo>
                  <a:lnTo>
                    <a:pt x="1358" y="2872"/>
                  </a:lnTo>
                  <a:lnTo>
                    <a:pt x="1359" y="2914"/>
                  </a:lnTo>
                  <a:lnTo>
                    <a:pt x="1358" y="2956"/>
                  </a:lnTo>
                  <a:lnTo>
                    <a:pt x="1354" y="2998"/>
                  </a:lnTo>
                  <a:lnTo>
                    <a:pt x="1348" y="3038"/>
                  </a:lnTo>
                  <a:lnTo>
                    <a:pt x="1340" y="3077"/>
                  </a:lnTo>
                  <a:lnTo>
                    <a:pt x="1329" y="3113"/>
                  </a:lnTo>
                  <a:lnTo>
                    <a:pt x="1318" y="3147"/>
                  </a:lnTo>
                  <a:lnTo>
                    <a:pt x="1304" y="3180"/>
                  </a:lnTo>
                  <a:lnTo>
                    <a:pt x="1288" y="3209"/>
                  </a:lnTo>
                  <a:lnTo>
                    <a:pt x="1271" y="3238"/>
                  </a:lnTo>
                  <a:lnTo>
                    <a:pt x="1252" y="3261"/>
                  </a:lnTo>
                  <a:lnTo>
                    <a:pt x="1232" y="3282"/>
                  </a:lnTo>
                  <a:lnTo>
                    <a:pt x="1211" y="3301"/>
                  </a:lnTo>
                  <a:lnTo>
                    <a:pt x="1190" y="3315"/>
                  </a:lnTo>
                  <a:lnTo>
                    <a:pt x="1167" y="3325"/>
                  </a:lnTo>
                  <a:lnTo>
                    <a:pt x="1143" y="3331"/>
                  </a:lnTo>
                  <a:lnTo>
                    <a:pt x="1119" y="3334"/>
                  </a:lnTo>
                  <a:lnTo>
                    <a:pt x="1094" y="3331"/>
                  </a:lnTo>
                  <a:lnTo>
                    <a:pt x="1070" y="3325"/>
                  </a:lnTo>
                  <a:lnTo>
                    <a:pt x="1048" y="3315"/>
                  </a:lnTo>
                  <a:lnTo>
                    <a:pt x="1026" y="3301"/>
                  </a:lnTo>
                  <a:lnTo>
                    <a:pt x="1005" y="3282"/>
                  </a:lnTo>
                  <a:lnTo>
                    <a:pt x="985" y="3261"/>
                  </a:lnTo>
                  <a:lnTo>
                    <a:pt x="967" y="3238"/>
                  </a:lnTo>
                  <a:lnTo>
                    <a:pt x="950" y="3209"/>
                  </a:lnTo>
                  <a:lnTo>
                    <a:pt x="935" y="3180"/>
                  </a:lnTo>
                  <a:lnTo>
                    <a:pt x="921" y="3147"/>
                  </a:lnTo>
                  <a:lnTo>
                    <a:pt x="909" y="3113"/>
                  </a:lnTo>
                  <a:lnTo>
                    <a:pt x="898" y="3077"/>
                  </a:lnTo>
                  <a:lnTo>
                    <a:pt x="890" y="3038"/>
                  </a:lnTo>
                  <a:lnTo>
                    <a:pt x="884" y="2998"/>
                  </a:lnTo>
                  <a:lnTo>
                    <a:pt x="881" y="2956"/>
                  </a:lnTo>
                  <a:lnTo>
                    <a:pt x="880" y="2914"/>
                  </a:lnTo>
                  <a:lnTo>
                    <a:pt x="881" y="2872"/>
                  </a:lnTo>
                  <a:lnTo>
                    <a:pt x="884" y="2830"/>
                  </a:lnTo>
                  <a:lnTo>
                    <a:pt x="890" y="2790"/>
                  </a:lnTo>
                  <a:lnTo>
                    <a:pt x="898" y="2752"/>
                  </a:lnTo>
                  <a:lnTo>
                    <a:pt x="909" y="2715"/>
                  </a:lnTo>
                  <a:lnTo>
                    <a:pt x="921" y="2681"/>
                  </a:lnTo>
                  <a:lnTo>
                    <a:pt x="935" y="2648"/>
                  </a:lnTo>
                  <a:lnTo>
                    <a:pt x="950" y="2618"/>
                  </a:lnTo>
                  <a:lnTo>
                    <a:pt x="967" y="2592"/>
                  </a:lnTo>
                  <a:lnTo>
                    <a:pt x="985" y="2567"/>
                  </a:lnTo>
                  <a:lnTo>
                    <a:pt x="1005" y="2546"/>
                  </a:lnTo>
                  <a:lnTo>
                    <a:pt x="1026" y="2528"/>
                  </a:lnTo>
                  <a:lnTo>
                    <a:pt x="1048" y="2514"/>
                  </a:lnTo>
                  <a:lnTo>
                    <a:pt x="1070" y="2504"/>
                  </a:lnTo>
                  <a:lnTo>
                    <a:pt x="1094" y="2498"/>
                  </a:lnTo>
                  <a:lnTo>
                    <a:pt x="1119" y="2495"/>
                  </a:lnTo>
                  <a:close/>
                  <a:moveTo>
                    <a:pt x="2380" y="2651"/>
                  </a:moveTo>
                  <a:lnTo>
                    <a:pt x="2405" y="2654"/>
                  </a:lnTo>
                  <a:lnTo>
                    <a:pt x="2428" y="2660"/>
                  </a:lnTo>
                  <a:lnTo>
                    <a:pt x="2452" y="2670"/>
                  </a:lnTo>
                  <a:lnTo>
                    <a:pt x="2473" y="2684"/>
                  </a:lnTo>
                  <a:lnTo>
                    <a:pt x="2494" y="2703"/>
                  </a:lnTo>
                  <a:lnTo>
                    <a:pt x="2514" y="2724"/>
                  </a:lnTo>
                  <a:lnTo>
                    <a:pt x="2533" y="2747"/>
                  </a:lnTo>
                  <a:lnTo>
                    <a:pt x="2550" y="2774"/>
                  </a:lnTo>
                  <a:lnTo>
                    <a:pt x="2565" y="2805"/>
                  </a:lnTo>
                  <a:lnTo>
                    <a:pt x="2580" y="2838"/>
                  </a:lnTo>
                  <a:lnTo>
                    <a:pt x="2591" y="2872"/>
                  </a:lnTo>
                  <a:lnTo>
                    <a:pt x="2602" y="2908"/>
                  </a:lnTo>
                  <a:lnTo>
                    <a:pt x="2610" y="2947"/>
                  </a:lnTo>
                  <a:lnTo>
                    <a:pt x="2616" y="2987"/>
                  </a:lnTo>
                  <a:lnTo>
                    <a:pt x="2619" y="3029"/>
                  </a:lnTo>
                  <a:lnTo>
                    <a:pt x="2621" y="3071"/>
                  </a:lnTo>
                  <a:lnTo>
                    <a:pt x="2619" y="3113"/>
                  </a:lnTo>
                  <a:lnTo>
                    <a:pt x="2616" y="3155"/>
                  </a:lnTo>
                  <a:lnTo>
                    <a:pt x="2610" y="3195"/>
                  </a:lnTo>
                  <a:lnTo>
                    <a:pt x="2602" y="3233"/>
                  </a:lnTo>
                  <a:lnTo>
                    <a:pt x="2591" y="3270"/>
                  </a:lnTo>
                  <a:lnTo>
                    <a:pt x="2580" y="3304"/>
                  </a:lnTo>
                  <a:lnTo>
                    <a:pt x="2565" y="3337"/>
                  </a:lnTo>
                  <a:lnTo>
                    <a:pt x="2550" y="3367"/>
                  </a:lnTo>
                  <a:lnTo>
                    <a:pt x="2533" y="3393"/>
                  </a:lnTo>
                  <a:lnTo>
                    <a:pt x="2514" y="3418"/>
                  </a:lnTo>
                  <a:lnTo>
                    <a:pt x="2494" y="3439"/>
                  </a:lnTo>
                  <a:lnTo>
                    <a:pt x="2473" y="3457"/>
                  </a:lnTo>
                  <a:lnTo>
                    <a:pt x="2452" y="3471"/>
                  </a:lnTo>
                  <a:lnTo>
                    <a:pt x="2428" y="3481"/>
                  </a:lnTo>
                  <a:lnTo>
                    <a:pt x="2405" y="3487"/>
                  </a:lnTo>
                  <a:lnTo>
                    <a:pt x="2380" y="3490"/>
                  </a:lnTo>
                  <a:lnTo>
                    <a:pt x="2356" y="3487"/>
                  </a:lnTo>
                  <a:lnTo>
                    <a:pt x="2332" y="3481"/>
                  </a:lnTo>
                  <a:lnTo>
                    <a:pt x="2310" y="3471"/>
                  </a:lnTo>
                  <a:lnTo>
                    <a:pt x="2288" y="3457"/>
                  </a:lnTo>
                  <a:lnTo>
                    <a:pt x="2267" y="3439"/>
                  </a:lnTo>
                  <a:lnTo>
                    <a:pt x="2248" y="3418"/>
                  </a:lnTo>
                  <a:lnTo>
                    <a:pt x="2229" y="3393"/>
                  </a:lnTo>
                  <a:lnTo>
                    <a:pt x="2212" y="3367"/>
                  </a:lnTo>
                  <a:lnTo>
                    <a:pt x="2196" y="3337"/>
                  </a:lnTo>
                  <a:lnTo>
                    <a:pt x="2182" y="3304"/>
                  </a:lnTo>
                  <a:lnTo>
                    <a:pt x="2171" y="3270"/>
                  </a:lnTo>
                  <a:lnTo>
                    <a:pt x="2160" y="3233"/>
                  </a:lnTo>
                  <a:lnTo>
                    <a:pt x="2152" y="3195"/>
                  </a:lnTo>
                  <a:lnTo>
                    <a:pt x="2146" y="3155"/>
                  </a:lnTo>
                  <a:lnTo>
                    <a:pt x="2142" y="3113"/>
                  </a:lnTo>
                  <a:lnTo>
                    <a:pt x="2141" y="3071"/>
                  </a:lnTo>
                  <a:lnTo>
                    <a:pt x="2142" y="3029"/>
                  </a:lnTo>
                  <a:lnTo>
                    <a:pt x="2146" y="2987"/>
                  </a:lnTo>
                  <a:lnTo>
                    <a:pt x="2152" y="2947"/>
                  </a:lnTo>
                  <a:lnTo>
                    <a:pt x="2160" y="2908"/>
                  </a:lnTo>
                  <a:lnTo>
                    <a:pt x="2171" y="2872"/>
                  </a:lnTo>
                  <a:lnTo>
                    <a:pt x="2182" y="2838"/>
                  </a:lnTo>
                  <a:lnTo>
                    <a:pt x="2196" y="2805"/>
                  </a:lnTo>
                  <a:lnTo>
                    <a:pt x="2212" y="2774"/>
                  </a:lnTo>
                  <a:lnTo>
                    <a:pt x="2229" y="2747"/>
                  </a:lnTo>
                  <a:lnTo>
                    <a:pt x="2248" y="2724"/>
                  </a:lnTo>
                  <a:lnTo>
                    <a:pt x="2267" y="2703"/>
                  </a:lnTo>
                  <a:lnTo>
                    <a:pt x="2288" y="2684"/>
                  </a:lnTo>
                  <a:lnTo>
                    <a:pt x="2310" y="2670"/>
                  </a:lnTo>
                  <a:lnTo>
                    <a:pt x="2332" y="2660"/>
                  </a:lnTo>
                  <a:lnTo>
                    <a:pt x="2356" y="2654"/>
                  </a:lnTo>
                  <a:lnTo>
                    <a:pt x="2380" y="2651"/>
                  </a:lnTo>
                  <a:close/>
                  <a:moveTo>
                    <a:pt x="2342" y="1355"/>
                  </a:moveTo>
                  <a:lnTo>
                    <a:pt x="2366" y="1357"/>
                  </a:lnTo>
                  <a:lnTo>
                    <a:pt x="2390" y="1363"/>
                  </a:lnTo>
                  <a:lnTo>
                    <a:pt x="2412" y="1373"/>
                  </a:lnTo>
                  <a:lnTo>
                    <a:pt x="2434" y="1387"/>
                  </a:lnTo>
                  <a:lnTo>
                    <a:pt x="2455" y="1405"/>
                  </a:lnTo>
                  <a:lnTo>
                    <a:pt x="2475" y="1426"/>
                  </a:lnTo>
                  <a:lnTo>
                    <a:pt x="2493" y="1451"/>
                  </a:lnTo>
                  <a:lnTo>
                    <a:pt x="2510" y="1478"/>
                  </a:lnTo>
                  <a:lnTo>
                    <a:pt x="2526" y="1507"/>
                  </a:lnTo>
                  <a:lnTo>
                    <a:pt x="2540" y="1540"/>
                  </a:lnTo>
                  <a:lnTo>
                    <a:pt x="2551" y="1574"/>
                  </a:lnTo>
                  <a:lnTo>
                    <a:pt x="2562" y="1611"/>
                  </a:lnTo>
                  <a:lnTo>
                    <a:pt x="2570" y="1649"/>
                  </a:lnTo>
                  <a:lnTo>
                    <a:pt x="2576" y="1689"/>
                  </a:lnTo>
                  <a:lnTo>
                    <a:pt x="2580" y="1731"/>
                  </a:lnTo>
                  <a:lnTo>
                    <a:pt x="2581" y="1773"/>
                  </a:lnTo>
                  <a:lnTo>
                    <a:pt x="2580" y="1815"/>
                  </a:lnTo>
                  <a:lnTo>
                    <a:pt x="2576" y="1858"/>
                  </a:lnTo>
                  <a:lnTo>
                    <a:pt x="2570" y="1897"/>
                  </a:lnTo>
                  <a:lnTo>
                    <a:pt x="2562" y="1936"/>
                  </a:lnTo>
                  <a:lnTo>
                    <a:pt x="2551" y="1972"/>
                  </a:lnTo>
                  <a:lnTo>
                    <a:pt x="2540" y="2008"/>
                  </a:lnTo>
                  <a:lnTo>
                    <a:pt x="2526" y="2039"/>
                  </a:lnTo>
                  <a:lnTo>
                    <a:pt x="2510" y="2070"/>
                  </a:lnTo>
                  <a:lnTo>
                    <a:pt x="2493" y="2097"/>
                  </a:lnTo>
                  <a:lnTo>
                    <a:pt x="2475" y="2121"/>
                  </a:lnTo>
                  <a:lnTo>
                    <a:pt x="2455" y="2142"/>
                  </a:lnTo>
                  <a:lnTo>
                    <a:pt x="2434" y="2160"/>
                  </a:lnTo>
                  <a:lnTo>
                    <a:pt x="2412" y="2174"/>
                  </a:lnTo>
                  <a:lnTo>
                    <a:pt x="2390" y="2185"/>
                  </a:lnTo>
                  <a:lnTo>
                    <a:pt x="2366" y="2191"/>
                  </a:lnTo>
                  <a:lnTo>
                    <a:pt x="2342" y="2193"/>
                  </a:lnTo>
                  <a:lnTo>
                    <a:pt x="2317" y="2191"/>
                  </a:lnTo>
                  <a:lnTo>
                    <a:pt x="2294" y="2185"/>
                  </a:lnTo>
                  <a:lnTo>
                    <a:pt x="2270" y="2174"/>
                  </a:lnTo>
                  <a:lnTo>
                    <a:pt x="2249" y="2160"/>
                  </a:lnTo>
                  <a:lnTo>
                    <a:pt x="2228" y="2142"/>
                  </a:lnTo>
                  <a:lnTo>
                    <a:pt x="2208" y="2121"/>
                  </a:lnTo>
                  <a:lnTo>
                    <a:pt x="2189" y="2097"/>
                  </a:lnTo>
                  <a:lnTo>
                    <a:pt x="2173" y="2070"/>
                  </a:lnTo>
                  <a:lnTo>
                    <a:pt x="2157" y="2039"/>
                  </a:lnTo>
                  <a:lnTo>
                    <a:pt x="2142" y="2008"/>
                  </a:lnTo>
                  <a:lnTo>
                    <a:pt x="2131" y="1972"/>
                  </a:lnTo>
                  <a:lnTo>
                    <a:pt x="2120" y="1936"/>
                  </a:lnTo>
                  <a:lnTo>
                    <a:pt x="2112" y="1897"/>
                  </a:lnTo>
                  <a:lnTo>
                    <a:pt x="2106" y="1858"/>
                  </a:lnTo>
                  <a:lnTo>
                    <a:pt x="2103" y="1815"/>
                  </a:lnTo>
                  <a:lnTo>
                    <a:pt x="2101" y="1773"/>
                  </a:lnTo>
                  <a:lnTo>
                    <a:pt x="2103" y="1731"/>
                  </a:lnTo>
                  <a:lnTo>
                    <a:pt x="2106" y="1689"/>
                  </a:lnTo>
                  <a:lnTo>
                    <a:pt x="2112" y="1649"/>
                  </a:lnTo>
                  <a:lnTo>
                    <a:pt x="2120" y="1611"/>
                  </a:lnTo>
                  <a:lnTo>
                    <a:pt x="2131" y="1574"/>
                  </a:lnTo>
                  <a:lnTo>
                    <a:pt x="2142" y="1540"/>
                  </a:lnTo>
                  <a:lnTo>
                    <a:pt x="2157" y="1507"/>
                  </a:lnTo>
                  <a:lnTo>
                    <a:pt x="2173" y="1478"/>
                  </a:lnTo>
                  <a:lnTo>
                    <a:pt x="2189" y="1451"/>
                  </a:lnTo>
                  <a:lnTo>
                    <a:pt x="2208" y="1426"/>
                  </a:lnTo>
                  <a:lnTo>
                    <a:pt x="2228" y="1405"/>
                  </a:lnTo>
                  <a:lnTo>
                    <a:pt x="2249" y="1387"/>
                  </a:lnTo>
                  <a:lnTo>
                    <a:pt x="2270" y="1373"/>
                  </a:lnTo>
                  <a:lnTo>
                    <a:pt x="2294" y="1363"/>
                  </a:lnTo>
                  <a:lnTo>
                    <a:pt x="2317" y="1357"/>
                  </a:lnTo>
                  <a:lnTo>
                    <a:pt x="2342" y="1355"/>
                  </a:lnTo>
                  <a:close/>
                  <a:moveTo>
                    <a:pt x="3179" y="819"/>
                  </a:moveTo>
                  <a:lnTo>
                    <a:pt x="3204" y="821"/>
                  </a:lnTo>
                  <a:lnTo>
                    <a:pt x="3227" y="827"/>
                  </a:lnTo>
                  <a:lnTo>
                    <a:pt x="3250" y="838"/>
                  </a:lnTo>
                  <a:lnTo>
                    <a:pt x="3272" y="852"/>
                  </a:lnTo>
                  <a:lnTo>
                    <a:pt x="3293" y="869"/>
                  </a:lnTo>
                  <a:lnTo>
                    <a:pt x="3312" y="890"/>
                  </a:lnTo>
                  <a:lnTo>
                    <a:pt x="3331" y="915"/>
                  </a:lnTo>
                  <a:lnTo>
                    <a:pt x="3348" y="942"/>
                  </a:lnTo>
                  <a:lnTo>
                    <a:pt x="3363" y="971"/>
                  </a:lnTo>
                  <a:lnTo>
                    <a:pt x="3377" y="1004"/>
                  </a:lnTo>
                  <a:lnTo>
                    <a:pt x="3389" y="1038"/>
                  </a:lnTo>
                  <a:lnTo>
                    <a:pt x="3400" y="1076"/>
                  </a:lnTo>
                  <a:lnTo>
                    <a:pt x="3408" y="1113"/>
                  </a:lnTo>
                  <a:lnTo>
                    <a:pt x="3414" y="1153"/>
                  </a:lnTo>
                  <a:lnTo>
                    <a:pt x="3417" y="1195"/>
                  </a:lnTo>
                  <a:lnTo>
                    <a:pt x="3418" y="1237"/>
                  </a:lnTo>
                  <a:lnTo>
                    <a:pt x="3417" y="1280"/>
                  </a:lnTo>
                  <a:lnTo>
                    <a:pt x="3414" y="1322"/>
                  </a:lnTo>
                  <a:lnTo>
                    <a:pt x="3408" y="1362"/>
                  </a:lnTo>
                  <a:lnTo>
                    <a:pt x="3400" y="1399"/>
                  </a:lnTo>
                  <a:lnTo>
                    <a:pt x="3389" y="1437"/>
                  </a:lnTo>
                  <a:lnTo>
                    <a:pt x="3377" y="1471"/>
                  </a:lnTo>
                  <a:lnTo>
                    <a:pt x="3363" y="1503"/>
                  </a:lnTo>
                  <a:lnTo>
                    <a:pt x="3348" y="1533"/>
                  </a:lnTo>
                  <a:lnTo>
                    <a:pt x="3331" y="1560"/>
                  </a:lnTo>
                  <a:lnTo>
                    <a:pt x="3312" y="1584"/>
                  </a:lnTo>
                  <a:lnTo>
                    <a:pt x="3293" y="1605"/>
                  </a:lnTo>
                  <a:lnTo>
                    <a:pt x="3272" y="1623"/>
                  </a:lnTo>
                  <a:lnTo>
                    <a:pt x="3250" y="1637"/>
                  </a:lnTo>
                  <a:lnTo>
                    <a:pt x="3227" y="1648"/>
                  </a:lnTo>
                  <a:lnTo>
                    <a:pt x="3204" y="1654"/>
                  </a:lnTo>
                  <a:lnTo>
                    <a:pt x="3179" y="1656"/>
                  </a:lnTo>
                  <a:lnTo>
                    <a:pt x="3155" y="1654"/>
                  </a:lnTo>
                  <a:lnTo>
                    <a:pt x="3131" y="1648"/>
                  </a:lnTo>
                  <a:lnTo>
                    <a:pt x="3108" y="1637"/>
                  </a:lnTo>
                  <a:lnTo>
                    <a:pt x="3087" y="1623"/>
                  </a:lnTo>
                  <a:lnTo>
                    <a:pt x="3066" y="1605"/>
                  </a:lnTo>
                  <a:lnTo>
                    <a:pt x="3046" y="1584"/>
                  </a:lnTo>
                  <a:lnTo>
                    <a:pt x="3027" y="1560"/>
                  </a:lnTo>
                  <a:lnTo>
                    <a:pt x="3011" y="1533"/>
                  </a:lnTo>
                  <a:lnTo>
                    <a:pt x="2994" y="1503"/>
                  </a:lnTo>
                  <a:lnTo>
                    <a:pt x="2980" y="1471"/>
                  </a:lnTo>
                  <a:lnTo>
                    <a:pt x="2968" y="1437"/>
                  </a:lnTo>
                  <a:lnTo>
                    <a:pt x="2958" y="1399"/>
                  </a:lnTo>
                  <a:lnTo>
                    <a:pt x="2950" y="1362"/>
                  </a:lnTo>
                  <a:lnTo>
                    <a:pt x="2944" y="1322"/>
                  </a:lnTo>
                  <a:lnTo>
                    <a:pt x="2940" y="1280"/>
                  </a:lnTo>
                  <a:lnTo>
                    <a:pt x="2939" y="1237"/>
                  </a:lnTo>
                  <a:lnTo>
                    <a:pt x="2940" y="1195"/>
                  </a:lnTo>
                  <a:lnTo>
                    <a:pt x="2944" y="1153"/>
                  </a:lnTo>
                  <a:lnTo>
                    <a:pt x="2950" y="1113"/>
                  </a:lnTo>
                  <a:lnTo>
                    <a:pt x="2958" y="1076"/>
                  </a:lnTo>
                  <a:lnTo>
                    <a:pt x="2968" y="1038"/>
                  </a:lnTo>
                  <a:lnTo>
                    <a:pt x="2980" y="1004"/>
                  </a:lnTo>
                  <a:lnTo>
                    <a:pt x="2994" y="971"/>
                  </a:lnTo>
                  <a:lnTo>
                    <a:pt x="3011" y="942"/>
                  </a:lnTo>
                  <a:lnTo>
                    <a:pt x="3027" y="915"/>
                  </a:lnTo>
                  <a:lnTo>
                    <a:pt x="3046" y="890"/>
                  </a:lnTo>
                  <a:lnTo>
                    <a:pt x="3066" y="869"/>
                  </a:lnTo>
                  <a:lnTo>
                    <a:pt x="3087" y="852"/>
                  </a:lnTo>
                  <a:lnTo>
                    <a:pt x="3108" y="838"/>
                  </a:lnTo>
                  <a:lnTo>
                    <a:pt x="3131" y="827"/>
                  </a:lnTo>
                  <a:lnTo>
                    <a:pt x="3155" y="821"/>
                  </a:lnTo>
                  <a:lnTo>
                    <a:pt x="3179" y="819"/>
                  </a:lnTo>
                  <a:close/>
                  <a:moveTo>
                    <a:pt x="3246" y="2144"/>
                  </a:moveTo>
                  <a:lnTo>
                    <a:pt x="3271" y="2146"/>
                  </a:lnTo>
                  <a:lnTo>
                    <a:pt x="3294" y="2152"/>
                  </a:lnTo>
                  <a:lnTo>
                    <a:pt x="3316" y="2162"/>
                  </a:lnTo>
                  <a:lnTo>
                    <a:pt x="3339" y="2176"/>
                  </a:lnTo>
                  <a:lnTo>
                    <a:pt x="3360" y="2194"/>
                  </a:lnTo>
                  <a:lnTo>
                    <a:pt x="3380" y="2215"/>
                  </a:lnTo>
                  <a:lnTo>
                    <a:pt x="3397" y="2240"/>
                  </a:lnTo>
                  <a:lnTo>
                    <a:pt x="3415" y="2267"/>
                  </a:lnTo>
                  <a:lnTo>
                    <a:pt x="3430" y="2296"/>
                  </a:lnTo>
                  <a:lnTo>
                    <a:pt x="3444" y="2329"/>
                  </a:lnTo>
                  <a:lnTo>
                    <a:pt x="3456" y="2363"/>
                  </a:lnTo>
                  <a:lnTo>
                    <a:pt x="3466" y="2400"/>
                  </a:lnTo>
                  <a:lnTo>
                    <a:pt x="3475" y="2438"/>
                  </a:lnTo>
                  <a:lnTo>
                    <a:pt x="3480" y="2478"/>
                  </a:lnTo>
                  <a:lnTo>
                    <a:pt x="3484" y="2520"/>
                  </a:lnTo>
                  <a:lnTo>
                    <a:pt x="3485" y="2562"/>
                  </a:lnTo>
                  <a:lnTo>
                    <a:pt x="3484" y="2604"/>
                  </a:lnTo>
                  <a:lnTo>
                    <a:pt x="3480" y="2647"/>
                  </a:lnTo>
                  <a:lnTo>
                    <a:pt x="3475" y="2686"/>
                  </a:lnTo>
                  <a:lnTo>
                    <a:pt x="3466" y="2725"/>
                  </a:lnTo>
                  <a:lnTo>
                    <a:pt x="3456" y="2762"/>
                  </a:lnTo>
                  <a:lnTo>
                    <a:pt x="3444" y="2796"/>
                  </a:lnTo>
                  <a:lnTo>
                    <a:pt x="3430" y="2828"/>
                  </a:lnTo>
                  <a:lnTo>
                    <a:pt x="3415" y="2858"/>
                  </a:lnTo>
                  <a:lnTo>
                    <a:pt x="3397" y="2886"/>
                  </a:lnTo>
                  <a:lnTo>
                    <a:pt x="3380" y="2909"/>
                  </a:lnTo>
                  <a:lnTo>
                    <a:pt x="3360" y="2930"/>
                  </a:lnTo>
                  <a:lnTo>
                    <a:pt x="3339" y="2949"/>
                  </a:lnTo>
                  <a:lnTo>
                    <a:pt x="3316" y="2963"/>
                  </a:lnTo>
                  <a:lnTo>
                    <a:pt x="3294" y="2974"/>
                  </a:lnTo>
                  <a:lnTo>
                    <a:pt x="3271" y="2980"/>
                  </a:lnTo>
                  <a:lnTo>
                    <a:pt x="3246" y="2982"/>
                  </a:lnTo>
                  <a:lnTo>
                    <a:pt x="3222" y="2980"/>
                  </a:lnTo>
                  <a:lnTo>
                    <a:pt x="3198" y="2974"/>
                  </a:lnTo>
                  <a:lnTo>
                    <a:pt x="3176" y="2963"/>
                  </a:lnTo>
                  <a:lnTo>
                    <a:pt x="3154" y="2949"/>
                  </a:lnTo>
                  <a:lnTo>
                    <a:pt x="3133" y="2930"/>
                  </a:lnTo>
                  <a:lnTo>
                    <a:pt x="3113" y="2909"/>
                  </a:lnTo>
                  <a:lnTo>
                    <a:pt x="3095" y="2886"/>
                  </a:lnTo>
                  <a:lnTo>
                    <a:pt x="3077" y="2858"/>
                  </a:lnTo>
                  <a:lnTo>
                    <a:pt x="3062" y="2828"/>
                  </a:lnTo>
                  <a:lnTo>
                    <a:pt x="3048" y="2796"/>
                  </a:lnTo>
                  <a:lnTo>
                    <a:pt x="3036" y="2762"/>
                  </a:lnTo>
                  <a:lnTo>
                    <a:pt x="3026" y="2725"/>
                  </a:lnTo>
                  <a:lnTo>
                    <a:pt x="3018" y="2686"/>
                  </a:lnTo>
                  <a:lnTo>
                    <a:pt x="3012" y="2647"/>
                  </a:lnTo>
                  <a:lnTo>
                    <a:pt x="3008" y="2604"/>
                  </a:lnTo>
                  <a:lnTo>
                    <a:pt x="3007" y="2562"/>
                  </a:lnTo>
                  <a:lnTo>
                    <a:pt x="3008" y="2520"/>
                  </a:lnTo>
                  <a:lnTo>
                    <a:pt x="3012" y="2478"/>
                  </a:lnTo>
                  <a:lnTo>
                    <a:pt x="3018" y="2438"/>
                  </a:lnTo>
                  <a:lnTo>
                    <a:pt x="3026" y="2400"/>
                  </a:lnTo>
                  <a:lnTo>
                    <a:pt x="3036" y="2363"/>
                  </a:lnTo>
                  <a:lnTo>
                    <a:pt x="3048" y="2329"/>
                  </a:lnTo>
                  <a:lnTo>
                    <a:pt x="3062" y="2296"/>
                  </a:lnTo>
                  <a:lnTo>
                    <a:pt x="3077" y="2267"/>
                  </a:lnTo>
                  <a:lnTo>
                    <a:pt x="3095" y="2240"/>
                  </a:lnTo>
                  <a:lnTo>
                    <a:pt x="3113" y="2215"/>
                  </a:lnTo>
                  <a:lnTo>
                    <a:pt x="3133" y="2194"/>
                  </a:lnTo>
                  <a:lnTo>
                    <a:pt x="3154" y="2176"/>
                  </a:lnTo>
                  <a:lnTo>
                    <a:pt x="3176" y="2162"/>
                  </a:lnTo>
                  <a:lnTo>
                    <a:pt x="3198" y="2152"/>
                  </a:lnTo>
                  <a:lnTo>
                    <a:pt x="3222" y="2146"/>
                  </a:lnTo>
                  <a:lnTo>
                    <a:pt x="3246" y="214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2258" name="Freeform 50"/>
            <p:cNvSpPr>
              <a:spLocks/>
            </p:cNvSpPr>
            <p:nvPr/>
          </p:nvSpPr>
          <p:spPr bwMode="auto">
            <a:xfrm>
              <a:off x="1267" y="1588"/>
              <a:ext cx="87" cy="52"/>
            </a:xfrm>
            <a:custGeom>
              <a:avLst/>
              <a:gdLst>
                <a:gd name="T0" fmla="*/ 3 w 437"/>
                <a:gd name="T1" fmla="*/ 2 h 260"/>
                <a:gd name="T2" fmla="*/ 3 w 437"/>
                <a:gd name="T3" fmla="*/ 2 h 260"/>
                <a:gd name="T4" fmla="*/ 3 w 437"/>
                <a:gd name="T5" fmla="*/ 2 h 260"/>
                <a:gd name="T6" fmla="*/ 3 w 437"/>
                <a:gd name="T7" fmla="*/ 2 h 260"/>
                <a:gd name="T8" fmla="*/ 3 w 437"/>
                <a:gd name="T9" fmla="*/ 1 h 260"/>
                <a:gd name="T10" fmla="*/ 3 w 437"/>
                <a:gd name="T11" fmla="*/ 1 h 260"/>
                <a:gd name="T12" fmla="*/ 3 w 437"/>
                <a:gd name="T13" fmla="*/ 1 h 260"/>
                <a:gd name="T14" fmla="*/ 3 w 437"/>
                <a:gd name="T15" fmla="*/ 1 h 260"/>
                <a:gd name="T16" fmla="*/ 3 w 437"/>
                <a:gd name="T17" fmla="*/ 1 h 260"/>
                <a:gd name="T18" fmla="*/ 2 w 437"/>
                <a:gd name="T19" fmla="*/ 1 h 260"/>
                <a:gd name="T20" fmla="*/ 2 w 437"/>
                <a:gd name="T21" fmla="*/ 0 h 260"/>
                <a:gd name="T22" fmla="*/ 2 w 437"/>
                <a:gd name="T23" fmla="*/ 0 h 260"/>
                <a:gd name="T24" fmla="*/ 2 w 437"/>
                <a:gd name="T25" fmla="*/ 0 h 260"/>
                <a:gd name="T26" fmla="*/ 1 w 437"/>
                <a:gd name="T27" fmla="*/ 0 h 260"/>
                <a:gd name="T28" fmla="*/ 1 w 437"/>
                <a:gd name="T29" fmla="*/ 0 h 260"/>
                <a:gd name="T30" fmla="*/ 1 w 437"/>
                <a:gd name="T31" fmla="*/ 0 h 260"/>
                <a:gd name="T32" fmla="*/ 0 w 437"/>
                <a:gd name="T33" fmla="*/ 0 h 260"/>
                <a:gd name="T34" fmla="*/ 0 w 437"/>
                <a:gd name="T35" fmla="*/ 0 h 260"/>
                <a:gd name="T36" fmla="*/ 0 w 437"/>
                <a:gd name="T37" fmla="*/ 0 h 260"/>
                <a:gd name="T38" fmla="*/ 0 w 437"/>
                <a:gd name="T39" fmla="*/ 0 h 260"/>
                <a:gd name="T40" fmla="*/ 1 w 437"/>
                <a:gd name="T41" fmla="*/ 0 h 260"/>
                <a:gd name="T42" fmla="*/ 1 w 437"/>
                <a:gd name="T43" fmla="*/ 0 h 260"/>
                <a:gd name="T44" fmla="*/ 1 w 437"/>
                <a:gd name="T45" fmla="*/ 0 h 260"/>
                <a:gd name="T46" fmla="*/ 2 w 437"/>
                <a:gd name="T47" fmla="*/ 0 h 260"/>
                <a:gd name="T48" fmla="*/ 2 w 437"/>
                <a:gd name="T49" fmla="*/ 0 h 260"/>
                <a:gd name="T50" fmla="*/ 2 w 437"/>
                <a:gd name="T51" fmla="*/ 1 h 260"/>
                <a:gd name="T52" fmla="*/ 2 w 437"/>
                <a:gd name="T53" fmla="*/ 1 h 260"/>
                <a:gd name="T54" fmla="*/ 3 w 437"/>
                <a:gd name="T55" fmla="*/ 1 h 260"/>
                <a:gd name="T56" fmla="*/ 3 w 437"/>
                <a:gd name="T57" fmla="*/ 1 h 260"/>
                <a:gd name="T58" fmla="*/ 3 w 437"/>
                <a:gd name="T59" fmla="*/ 1 h 260"/>
                <a:gd name="T60" fmla="*/ 3 w 437"/>
                <a:gd name="T61" fmla="*/ 1 h 260"/>
                <a:gd name="T62" fmla="*/ 3 w 437"/>
                <a:gd name="T63" fmla="*/ 1 h 260"/>
                <a:gd name="T64" fmla="*/ 3 w 437"/>
                <a:gd name="T65" fmla="*/ 2 h 260"/>
                <a:gd name="T66" fmla="*/ 3 w 437"/>
                <a:gd name="T67" fmla="*/ 2 h 260"/>
                <a:gd name="T68" fmla="*/ 3 w 437"/>
                <a:gd name="T69" fmla="*/ 2 h 260"/>
                <a:gd name="T70" fmla="*/ 3 w 437"/>
                <a:gd name="T71" fmla="*/ 2 h 260"/>
                <a:gd name="T72" fmla="*/ 3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437" y="260"/>
                  </a:moveTo>
                  <a:lnTo>
                    <a:pt x="437" y="260"/>
                  </a:lnTo>
                  <a:lnTo>
                    <a:pt x="434" y="233"/>
                  </a:lnTo>
                  <a:lnTo>
                    <a:pt x="427" y="206"/>
                  </a:lnTo>
                  <a:lnTo>
                    <a:pt x="417" y="181"/>
                  </a:lnTo>
                  <a:lnTo>
                    <a:pt x="401" y="157"/>
                  </a:lnTo>
                  <a:lnTo>
                    <a:pt x="383" y="133"/>
                  </a:lnTo>
                  <a:lnTo>
                    <a:pt x="360" y="113"/>
                  </a:lnTo>
                  <a:lnTo>
                    <a:pt x="336" y="93"/>
                  </a:lnTo>
                  <a:lnTo>
                    <a:pt x="308" y="73"/>
                  </a:lnTo>
                  <a:lnTo>
                    <a:pt x="276" y="58"/>
                  </a:lnTo>
                  <a:lnTo>
                    <a:pt x="242" y="43"/>
                  </a:lnTo>
                  <a:lnTo>
                    <a:pt x="207" y="30"/>
                  </a:lnTo>
                  <a:lnTo>
                    <a:pt x="168" y="19"/>
                  </a:lnTo>
                  <a:lnTo>
                    <a:pt x="128" y="11"/>
                  </a:lnTo>
                  <a:lnTo>
                    <a:pt x="87" y="4"/>
                  </a:lnTo>
                  <a:lnTo>
                    <a:pt x="43" y="1"/>
                  </a:lnTo>
                  <a:lnTo>
                    <a:pt x="0" y="0"/>
                  </a:lnTo>
                  <a:lnTo>
                    <a:pt x="0" y="11"/>
                  </a:lnTo>
                  <a:lnTo>
                    <a:pt x="43" y="12"/>
                  </a:lnTo>
                  <a:lnTo>
                    <a:pt x="85" y="16"/>
                  </a:lnTo>
                  <a:lnTo>
                    <a:pt x="126" y="23"/>
                  </a:lnTo>
                  <a:lnTo>
                    <a:pt x="166" y="31"/>
                  </a:lnTo>
                  <a:lnTo>
                    <a:pt x="202" y="42"/>
                  </a:lnTo>
                  <a:lnTo>
                    <a:pt x="237" y="55"/>
                  </a:lnTo>
                  <a:lnTo>
                    <a:pt x="271" y="70"/>
                  </a:lnTo>
                  <a:lnTo>
                    <a:pt x="301" y="85"/>
                  </a:lnTo>
                  <a:lnTo>
                    <a:pt x="329" y="103"/>
                  </a:lnTo>
                  <a:lnTo>
                    <a:pt x="353" y="123"/>
                  </a:lnTo>
                  <a:lnTo>
                    <a:pt x="373" y="143"/>
                  </a:lnTo>
                  <a:lnTo>
                    <a:pt x="392" y="164"/>
                  </a:lnTo>
                  <a:lnTo>
                    <a:pt x="405" y="186"/>
                  </a:lnTo>
                  <a:lnTo>
                    <a:pt x="415" y="211"/>
                  </a:lnTo>
                  <a:lnTo>
                    <a:pt x="422" y="235"/>
                  </a:lnTo>
                  <a:lnTo>
                    <a:pt x="425" y="260"/>
                  </a:lnTo>
                  <a:lnTo>
                    <a:pt x="437"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2259" name="Freeform 51"/>
            <p:cNvSpPr>
              <a:spLocks/>
            </p:cNvSpPr>
            <p:nvPr/>
          </p:nvSpPr>
          <p:spPr bwMode="auto">
            <a:xfrm>
              <a:off x="1267" y="1640"/>
              <a:ext cx="87" cy="52"/>
            </a:xfrm>
            <a:custGeom>
              <a:avLst/>
              <a:gdLst>
                <a:gd name="T0" fmla="*/ 0 w 437"/>
                <a:gd name="T1" fmla="*/ 2 h 260"/>
                <a:gd name="T2" fmla="*/ 0 w 437"/>
                <a:gd name="T3" fmla="*/ 2 h 260"/>
                <a:gd name="T4" fmla="*/ 0 w 437"/>
                <a:gd name="T5" fmla="*/ 2 h 260"/>
                <a:gd name="T6" fmla="*/ 1 w 437"/>
                <a:gd name="T7" fmla="*/ 2 h 260"/>
                <a:gd name="T8" fmla="*/ 1 w 437"/>
                <a:gd name="T9" fmla="*/ 2 h 260"/>
                <a:gd name="T10" fmla="*/ 1 w 437"/>
                <a:gd name="T11" fmla="*/ 2 h 260"/>
                <a:gd name="T12" fmla="*/ 2 w 437"/>
                <a:gd name="T13" fmla="*/ 2 h 260"/>
                <a:gd name="T14" fmla="*/ 2 w 437"/>
                <a:gd name="T15" fmla="*/ 2 h 260"/>
                <a:gd name="T16" fmla="*/ 2 w 437"/>
                <a:gd name="T17" fmla="*/ 2 h 260"/>
                <a:gd name="T18" fmla="*/ 2 w 437"/>
                <a:gd name="T19" fmla="*/ 1 h 260"/>
                <a:gd name="T20" fmla="*/ 3 w 437"/>
                <a:gd name="T21" fmla="*/ 1 h 260"/>
                <a:gd name="T22" fmla="*/ 3 w 437"/>
                <a:gd name="T23" fmla="*/ 1 h 260"/>
                <a:gd name="T24" fmla="*/ 3 w 437"/>
                <a:gd name="T25" fmla="*/ 1 h 260"/>
                <a:gd name="T26" fmla="*/ 3 w 437"/>
                <a:gd name="T27" fmla="*/ 1 h 260"/>
                <a:gd name="T28" fmla="*/ 3 w 437"/>
                <a:gd name="T29" fmla="*/ 1 h 260"/>
                <a:gd name="T30" fmla="*/ 3 w 437"/>
                <a:gd name="T31" fmla="*/ 0 h 260"/>
                <a:gd name="T32" fmla="*/ 3 w 437"/>
                <a:gd name="T33" fmla="*/ 0 h 260"/>
                <a:gd name="T34" fmla="*/ 3 w 437"/>
                <a:gd name="T35" fmla="*/ 0 h 260"/>
                <a:gd name="T36" fmla="*/ 3 w 437"/>
                <a:gd name="T37" fmla="*/ 0 h 260"/>
                <a:gd name="T38" fmla="*/ 3 w 437"/>
                <a:gd name="T39" fmla="*/ 0 h 260"/>
                <a:gd name="T40" fmla="*/ 3 w 437"/>
                <a:gd name="T41" fmla="*/ 0 h 260"/>
                <a:gd name="T42" fmla="*/ 3 w 437"/>
                <a:gd name="T43" fmla="*/ 1 h 260"/>
                <a:gd name="T44" fmla="*/ 3 w 437"/>
                <a:gd name="T45" fmla="*/ 1 h 260"/>
                <a:gd name="T46" fmla="*/ 3 w 437"/>
                <a:gd name="T47" fmla="*/ 1 h 260"/>
                <a:gd name="T48" fmla="*/ 3 w 437"/>
                <a:gd name="T49" fmla="*/ 1 h 260"/>
                <a:gd name="T50" fmla="*/ 3 w 437"/>
                <a:gd name="T51" fmla="*/ 1 h 260"/>
                <a:gd name="T52" fmla="*/ 2 w 437"/>
                <a:gd name="T53" fmla="*/ 1 h 260"/>
                <a:gd name="T54" fmla="*/ 2 w 437"/>
                <a:gd name="T55" fmla="*/ 2 h 260"/>
                <a:gd name="T56" fmla="*/ 2 w 437"/>
                <a:gd name="T57" fmla="*/ 2 h 260"/>
                <a:gd name="T58" fmla="*/ 2 w 437"/>
                <a:gd name="T59" fmla="*/ 2 h 260"/>
                <a:gd name="T60" fmla="*/ 1 w 437"/>
                <a:gd name="T61" fmla="*/ 2 h 260"/>
                <a:gd name="T62" fmla="*/ 1 w 437"/>
                <a:gd name="T63" fmla="*/ 2 h 260"/>
                <a:gd name="T64" fmla="*/ 1 w 437"/>
                <a:gd name="T65" fmla="*/ 2 h 260"/>
                <a:gd name="T66" fmla="*/ 0 w 437"/>
                <a:gd name="T67" fmla="*/ 2 h 260"/>
                <a:gd name="T68" fmla="*/ 0 w 437"/>
                <a:gd name="T69" fmla="*/ 2 h 260"/>
                <a:gd name="T70" fmla="*/ 0 w 437"/>
                <a:gd name="T71" fmla="*/ 2 h 260"/>
                <a:gd name="T72" fmla="*/ 0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0" y="260"/>
                  </a:moveTo>
                  <a:lnTo>
                    <a:pt x="0" y="260"/>
                  </a:lnTo>
                  <a:lnTo>
                    <a:pt x="43" y="259"/>
                  </a:lnTo>
                  <a:lnTo>
                    <a:pt x="87" y="255"/>
                  </a:lnTo>
                  <a:lnTo>
                    <a:pt x="128" y="248"/>
                  </a:lnTo>
                  <a:lnTo>
                    <a:pt x="168" y="240"/>
                  </a:lnTo>
                  <a:lnTo>
                    <a:pt x="207" y="230"/>
                  </a:lnTo>
                  <a:lnTo>
                    <a:pt x="242" y="217"/>
                  </a:lnTo>
                  <a:lnTo>
                    <a:pt x="276" y="202"/>
                  </a:lnTo>
                  <a:lnTo>
                    <a:pt x="308" y="185"/>
                  </a:lnTo>
                  <a:lnTo>
                    <a:pt x="336" y="166"/>
                  </a:lnTo>
                  <a:lnTo>
                    <a:pt x="360" y="146"/>
                  </a:lnTo>
                  <a:lnTo>
                    <a:pt x="383" y="125"/>
                  </a:lnTo>
                  <a:lnTo>
                    <a:pt x="401" y="102"/>
                  </a:lnTo>
                  <a:lnTo>
                    <a:pt x="417" y="77"/>
                  </a:lnTo>
                  <a:lnTo>
                    <a:pt x="427" y="53"/>
                  </a:lnTo>
                  <a:lnTo>
                    <a:pt x="434" y="27"/>
                  </a:lnTo>
                  <a:lnTo>
                    <a:pt x="437" y="0"/>
                  </a:lnTo>
                  <a:lnTo>
                    <a:pt x="425" y="0"/>
                  </a:lnTo>
                  <a:lnTo>
                    <a:pt x="422" y="24"/>
                  </a:lnTo>
                  <a:lnTo>
                    <a:pt x="415" y="48"/>
                  </a:lnTo>
                  <a:lnTo>
                    <a:pt x="405" y="73"/>
                  </a:lnTo>
                  <a:lnTo>
                    <a:pt x="392" y="95"/>
                  </a:lnTo>
                  <a:lnTo>
                    <a:pt x="373" y="116"/>
                  </a:lnTo>
                  <a:lnTo>
                    <a:pt x="353" y="137"/>
                  </a:lnTo>
                  <a:lnTo>
                    <a:pt x="329" y="157"/>
                  </a:lnTo>
                  <a:lnTo>
                    <a:pt x="301" y="173"/>
                  </a:lnTo>
                  <a:lnTo>
                    <a:pt x="271" y="190"/>
                  </a:lnTo>
                  <a:lnTo>
                    <a:pt x="237" y="205"/>
                  </a:lnTo>
                  <a:lnTo>
                    <a:pt x="202" y="218"/>
                  </a:lnTo>
                  <a:lnTo>
                    <a:pt x="166" y="228"/>
                  </a:lnTo>
                  <a:lnTo>
                    <a:pt x="126" y="237"/>
                  </a:lnTo>
                  <a:lnTo>
                    <a:pt x="85" y="244"/>
                  </a:lnTo>
                  <a:lnTo>
                    <a:pt x="43" y="247"/>
                  </a:lnTo>
                  <a:lnTo>
                    <a:pt x="0" y="248"/>
                  </a:lnTo>
                  <a:lnTo>
                    <a:pt x="0"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2260" name="Freeform 52"/>
            <p:cNvSpPr>
              <a:spLocks/>
            </p:cNvSpPr>
            <p:nvPr/>
          </p:nvSpPr>
          <p:spPr bwMode="auto">
            <a:xfrm>
              <a:off x="1179" y="1640"/>
              <a:ext cx="88" cy="52"/>
            </a:xfrm>
            <a:custGeom>
              <a:avLst/>
              <a:gdLst>
                <a:gd name="T0" fmla="*/ 0 w 439"/>
                <a:gd name="T1" fmla="*/ 0 h 260"/>
                <a:gd name="T2" fmla="*/ 0 w 439"/>
                <a:gd name="T3" fmla="*/ 0 h 260"/>
                <a:gd name="T4" fmla="*/ 0 w 439"/>
                <a:gd name="T5" fmla="*/ 0 h 260"/>
                <a:gd name="T6" fmla="*/ 0 w 439"/>
                <a:gd name="T7" fmla="*/ 0 h 260"/>
                <a:gd name="T8" fmla="*/ 0 w 439"/>
                <a:gd name="T9" fmla="*/ 1 h 260"/>
                <a:gd name="T10" fmla="*/ 0 w 439"/>
                <a:gd name="T11" fmla="*/ 1 h 260"/>
                <a:gd name="T12" fmla="*/ 0 w 439"/>
                <a:gd name="T13" fmla="*/ 1 h 260"/>
                <a:gd name="T14" fmla="*/ 1 w 439"/>
                <a:gd name="T15" fmla="*/ 1 h 260"/>
                <a:gd name="T16" fmla="*/ 1 w 439"/>
                <a:gd name="T17" fmla="*/ 1 h 260"/>
                <a:gd name="T18" fmla="*/ 1 w 439"/>
                <a:gd name="T19" fmla="*/ 1 h 260"/>
                <a:gd name="T20" fmla="*/ 1 w 439"/>
                <a:gd name="T21" fmla="*/ 2 h 260"/>
                <a:gd name="T22" fmla="*/ 2 w 439"/>
                <a:gd name="T23" fmla="*/ 2 h 260"/>
                <a:gd name="T24" fmla="*/ 2 w 439"/>
                <a:gd name="T25" fmla="*/ 2 h 260"/>
                <a:gd name="T26" fmla="*/ 2 w 439"/>
                <a:gd name="T27" fmla="*/ 2 h 260"/>
                <a:gd name="T28" fmla="*/ 2 w 439"/>
                <a:gd name="T29" fmla="*/ 2 h 260"/>
                <a:gd name="T30" fmla="*/ 3 w 439"/>
                <a:gd name="T31" fmla="*/ 2 h 260"/>
                <a:gd name="T32" fmla="*/ 3 w 439"/>
                <a:gd name="T33" fmla="*/ 2 h 260"/>
                <a:gd name="T34" fmla="*/ 4 w 439"/>
                <a:gd name="T35" fmla="*/ 2 h 260"/>
                <a:gd name="T36" fmla="*/ 4 w 439"/>
                <a:gd name="T37" fmla="*/ 2 h 260"/>
                <a:gd name="T38" fmla="*/ 3 w 439"/>
                <a:gd name="T39" fmla="*/ 2 h 260"/>
                <a:gd name="T40" fmla="*/ 3 w 439"/>
                <a:gd name="T41" fmla="*/ 2 h 260"/>
                <a:gd name="T42" fmla="*/ 3 w 439"/>
                <a:gd name="T43" fmla="*/ 2 h 260"/>
                <a:gd name="T44" fmla="*/ 2 w 439"/>
                <a:gd name="T45" fmla="*/ 2 h 260"/>
                <a:gd name="T46" fmla="*/ 2 w 439"/>
                <a:gd name="T47" fmla="*/ 2 h 260"/>
                <a:gd name="T48" fmla="*/ 2 w 439"/>
                <a:gd name="T49" fmla="*/ 2 h 260"/>
                <a:gd name="T50" fmla="*/ 1 w 439"/>
                <a:gd name="T51" fmla="*/ 2 h 260"/>
                <a:gd name="T52" fmla="*/ 1 w 439"/>
                <a:gd name="T53" fmla="*/ 1 h 260"/>
                <a:gd name="T54" fmla="*/ 1 w 439"/>
                <a:gd name="T55" fmla="*/ 1 h 260"/>
                <a:gd name="T56" fmla="*/ 1 w 439"/>
                <a:gd name="T57" fmla="*/ 1 h 260"/>
                <a:gd name="T58" fmla="*/ 1 w 439"/>
                <a:gd name="T59" fmla="*/ 1 h 260"/>
                <a:gd name="T60" fmla="*/ 0 w 439"/>
                <a:gd name="T61" fmla="*/ 1 h 260"/>
                <a:gd name="T62" fmla="*/ 0 w 439"/>
                <a:gd name="T63" fmla="*/ 1 h 260"/>
                <a:gd name="T64" fmla="*/ 0 w 439"/>
                <a:gd name="T65" fmla="*/ 0 h 260"/>
                <a:gd name="T66" fmla="*/ 0 w 439"/>
                <a:gd name="T67" fmla="*/ 0 h 260"/>
                <a:gd name="T68" fmla="*/ 0 w 439"/>
                <a:gd name="T69" fmla="*/ 0 h 260"/>
                <a:gd name="T70" fmla="*/ 0 w 439"/>
                <a:gd name="T71" fmla="*/ 0 h 260"/>
                <a:gd name="T72" fmla="*/ 0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0" y="0"/>
                  </a:moveTo>
                  <a:lnTo>
                    <a:pt x="0" y="0"/>
                  </a:lnTo>
                  <a:lnTo>
                    <a:pt x="3" y="27"/>
                  </a:lnTo>
                  <a:lnTo>
                    <a:pt x="10" y="53"/>
                  </a:lnTo>
                  <a:lnTo>
                    <a:pt x="20" y="77"/>
                  </a:lnTo>
                  <a:lnTo>
                    <a:pt x="35" y="102"/>
                  </a:lnTo>
                  <a:lnTo>
                    <a:pt x="54" y="125"/>
                  </a:lnTo>
                  <a:lnTo>
                    <a:pt x="76" y="146"/>
                  </a:lnTo>
                  <a:lnTo>
                    <a:pt x="102" y="166"/>
                  </a:lnTo>
                  <a:lnTo>
                    <a:pt x="130" y="185"/>
                  </a:lnTo>
                  <a:lnTo>
                    <a:pt x="162" y="202"/>
                  </a:lnTo>
                  <a:lnTo>
                    <a:pt x="195" y="217"/>
                  </a:lnTo>
                  <a:lnTo>
                    <a:pt x="231" y="230"/>
                  </a:lnTo>
                  <a:lnTo>
                    <a:pt x="270" y="240"/>
                  </a:lnTo>
                  <a:lnTo>
                    <a:pt x="310" y="248"/>
                  </a:lnTo>
                  <a:lnTo>
                    <a:pt x="351" y="255"/>
                  </a:lnTo>
                  <a:lnTo>
                    <a:pt x="395" y="259"/>
                  </a:lnTo>
                  <a:lnTo>
                    <a:pt x="439" y="260"/>
                  </a:lnTo>
                  <a:lnTo>
                    <a:pt x="439" y="248"/>
                  </a:lnTo>
                  <a:lnTo>
                    <a:pt x="395" y="247"/>
                  </a:lnTo>
                  <a:lnTo>
                    <a:pt x="353" y="244"/>
                  </a:lnTo>
                  <a:lnTo>
                    <a:pt x="312" y="237"/>
                  </a:lnTo>
                  <a:lnTo>
                    <a:pt x="272" y="228"/>
                  </a:lnTo>
                  <a:lnTo>
                    <a:pt x="236" y="218"/>
                  </a:lnTo>
                  <a:lnTo>
                    <a:pt x="200" y="205"/>
                  </a:lnTo>
                  <a:lnTo>
                    <a:pt x="167" y="190"/>
                  </a:lnTo>
                  <a:lnTo>
                    <a:pt x="137" y="173"/>
                  </a:lnTo>
                  <a:lnTo>
                    <a:pt x="109" y="157"/>
                  </a:lnTo>
                  <a:lnTo>
                    <a:pt x="84" y="137"/>
                  </a:lnTo>
                  <a:lnTo>
                    <a:pt x="64" y="116"/>
                  </a:lnTo>
                  <a:lnTo>
                    <a:pt x="45" y="95"/>
                  </a:lnTo>
                  <a:lnTo>
                    <a:pt x="32" y="73"/>
                  </a:lnTo>
                  <a:lnTo>
                    <a:pt x="21" y="48"/>
                  </a:lnTo>
                  <a:lnTo>
                    <a:pt x="14" y="24"/>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2261" name="Freeform 53"/>
            <p:cNvSpPr>
              <a:spLocks/>
            </p:cNvSpPr>
            <p:nvPr/>
          </p:nvSpPr>
          <p:spPr bwMode="auto">
            <a:xfrm>
              <a:off x="1179" y="1588"/>
              <a:ext cx="88" cy="52"/>
            </a:xfrm>
            <a:custGeom>
              <a:avLst/>
              <a:gdLst>
                <a:gd name="T0" fmla="*/ 4 w 439"/>
                <a:gd name="T1" fmla="*/ 0 h 260"/>
                <a:gd name="T2" fmla="*/ 4 w 439"/>
                <a:gd name="T3" fmla="*/ 0 h 260"/>
                <a:gd name="T4" fmla="*/ 3 w 439"/>
                <a:gd name="T5" fmla="*/ 0 h 260"/>
                <a:gd name="T6" fmla="*/ 3 w 439"/>
                <a:gd name="T7" fmla="*/ 0 h 260"/>
                <a:gd name="T8" fmla="*/ 2 w 439"/>
                <a:gd name="T9" fmla="*/ 0 h 260"/>
                <a:gd name="T10" fmla="*/ 2 w 439"/>
                <a:gd name="T11" fmla="*/ 0 h 260"/>
                <a:gd name="T12" fmla="*/ 2 w 439"/>
                <a:gd name="T13" fmla="*/ 0 h 260"/>
                <a:gd name="T14" fmla="*/ 2 w 439"/>
                <a:gd name="T15" fmla="*/ 0 h 260"/>
                <a:gd name="T16" fmla="*/ 1 w 439"/>
                <a:gd name="T17" fmla="*/ 0 h 260"/>
                <a:gd name="T18" fmla="*/ 1 w 439"/>
                <a:gd name="T19" fmla="*/ 1 h 260"/>
                <a:gd name="T20" fmla="*/ 1 w 439"/>
                <a:gd name="T21" fmla="*/ 1 h 260"/>
                <a:gd name="T22" fmla="*/ 1 w 439"/>
                <a:gd name="T23" fmla="*/ 1 h 260"/>
                <a:gd name="T24" fmla="*/ 0 w 439"/>
                <a:gd name="T25" fmla="*/ 1 h 260"/>
                <a:gd name="T26" fmla="*/ 0 w 439"/>
                <a:gd name="T27" fmla="*/ 1 h 260"/>
                <a:gd name="T28" fmla="*/ 0 w 439"/>
                <a:gd name="T29" fmla="*/ 1 h 260"/>
                <a:gd name="T30" fmla="*/ 0 w 439"/>
                <a:gd name="T31" fmla="*/ 2 h 260"/>
                <a:gd name="T32" fmla="*/ 0 w 439"/>
                <a:gd name="T33" fmla="*/ 2 h 260"/>
                <a:gd name="T34" fmla="*/ 0 w 439"/>
                <a:gd name="T35" fmla="*/ 2 h 260"/>
                <a:gd name="T36" fmla="*/ 0 w 439"/>
                <a:gd name="T37" fmla="*/ 2 h 260"/>
                <a:gd name="T38" fmla="*/ 0 w 439"/>
                <a:gd name="T39" fmla="*/ 2 h 260"/>
                <a:gd name="T40" fmla="*/ 0 w 439"/>
                <a:gd name="T41" fmla="*/ 2 h 260"/>
                <a:gd name="T42" fmla="*/ 0 w 439"/>
                <a:gd name="T43" fmla="*/ 1 h 260"/>
                <a:gd name="T44" fmla="*/ 0 w 439"/>
                <a:gd name="T45" fmla="*/ 1 h 260"/>
                <a:gd name="T46" fmla="*/ 1 w 439"/>
                <a:gd name="T47" fmla="*/ 1 h 260"/>
                <a:gd name="T48" fmla="*/ 1 w 439"/>
                <a:gd name="T49" fmla="*/ 1 h 260"/>
                <a:gd name="T50" fmla="*/ 1 w 439"/>
                <a:gd name="T51" fmla="*/ 1 h 260"/>
                <a:gd name="T52" fmla="*/ 1 w 439"/>
                <a:gd name="T53" fmla="*/ 1 h 260"/>
                <a:gd name="T54" fmla="*/ 1 w 439"/>
                <a:gd name="T55" fmla="*/ 1 h 260"/>
                <a:gd name="T56" fmla="*/ 2 w 439"/>
                <a:gd name="T57" fmla="*/ 0 h 260"/>
                <a:gd name="T58" fmla="*/ 2 w 439"/>
                <a:gd name="T59" fmla="*/ 0 h 260"/>
                <a:gd name="T60" fmla="*/ 2 w 439"/>
                <a:gd name="T61" fmla="*/ 0 h 260"/>
                <a:gd name="T62" fmla="*/ 3 w 439"/>
                <a:gd name="T63" fmla="*/ 0 h 260"/>
                <a:gd name="T64" fmla="*/ 3 w 439"/>
                <a:gd name="T65" fmla="*/ 0 h 260"/>
                <a:gd name="T66" fmla="*/ 3 w 439"/>
                <a:gd name="T67" fmla="*/ 0 h 260"/>
                <a:gd name="T68" fmla="*/ 4 w 439"/>
                <a:gd name="T69" fmla="*/ 0 h 260"/>
                <a:gd name="T70" fmla="*/ 4 w 439"/>
                <a:gd name="T71" fmla="*/ 0 h 260"/>
                <a:gd name="T72" fmla="*/ 4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439" y="0"/>
                  </a:moveTo>
                  <a:lnTo>
                    <a:pt x="439" y="0"/>
                  </a:lnTo>
                  <a:lnTo>
                    <a:pt x="395" y="1"/>
                  </a:lnTo>
                  <a:lnTo>
                    <a:pt x="351" y="4"/>
                  </a:lnTo>
                  <a:lnTo>
                    <a:pt x="310" y="11"/>
                  </a:lnTo>
                  <a:lnTo>
                    <a:pt x="270" y="19"/>
                  </a:lnTo>
                  <a:lnTo>
                    <a:pt x="231" y="30"/>
                  </a:lnTo>
                  <a:lnTo>
                    <a:pt x="195" y="43"/>
                  </a:lnTo>
                  <a:lnTo>
                    <a:pt x="162" y="58"/>
                  </a:lnTo>
                  <a:lnTo>
                    <a:pt x="130" y="73"/>
                  </a:lnTo>
                  <a:lnTo>
                    <a:pt x="102" y="93"/>
                  </a:lnTo>
                  <a:lnTo>
                    <a:pt x="76" y="113"/>
                  </a:lnTo>
                  <a:lnTo>
                    <a:pt x="54" y="133"/>
                  </a:lnTo>
                  <a:lnTo>
                    <a:pt x="35" y="157"/>
                  </a:lnTo>
                  <a:lnTo>
                    <a:pt x="20" y="181"/>
                  </a:lnTo>
                  <a:lnTo>
                    <a:pt x="10" y="206"/>
                  </a:lnTo>
                  <a:lnTo>
                    <a:pt x="3" y="233"/>
                  </a:lnTo>
                  <a:lnTo>
                    <a:pt x="0" y="260"/>
                  </a:lnTo>
                  <a:lnTo>
                    <a:pt x="12" y="260"/>
                  </a:lnTo>
                  <a:lnTo>
                    <a:pt x="14" y="235"/>
                  </a:lnTo>
                  <a:lnTo>
                    <a:pt x="21" y="211"/>
                  </a:lnTo>
                  <a:lnTo>
                    <a:pt x="32" y="186"/>
                  </a:lnTo>
                  <a:lnTo>
                    <a:pt x="45" y="164"/>
                  </a:lnTo>
                  <a:lnTo>
                    <a:pt x="64" y="143"/>
                  </a:lnTo>
                  <a:lnTo>
                    <a:pt x="84" y="123"/>
                  </a:lnTo>
                  <a:lnTo>
                    <a:pt x="109" y="103"/>
                  </a:lnTo>
                  <a:lnTo>
                    <a:pt x="137" y="85"/>
                  </a:lnTo>
                  <a:lnTo>
                    <a:pt x="167" y="70"/>
                  </a:lnTo>
                  <a:lnTo>
                    <a:pt x="200" y="55"/>
                  </a:lnTo>
                  <a:lnTo>
                    <a:pt x="236" y="42"/>
                  </a:lnTo>
                  <a:lnTo>
                    <a:pt x="272" y="31"/>
                  </a:lnTo>
                  <a:lnTo>
                    <a:pt x="312" y="23"/>
                  </a:lnTo>
                  <a:lnTo>
                    <a:pt x="353" y="16"/>
                  </a:lnTo>
                  <a:lnTo>
                    <a:pt x="395" y="12"/>
                  </a:lnTo>
                  <a:lnTo>
                    <a:pt x="439" y="11"/>
                  </a:lnTo>
                  <a:lnTo>
                    <a:pt x="439"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2262" name="Freeform 54"/>
            <p:cNvSpPr>
              <a:spLocks/>
            </p:cNvSpPr>
            <p:nvPr/>
          </p:nvSpPr>
          <p:spPr bwMode="auto">
            <a:xfrm>
              <a:off x="964" y="1745"/>
              <a:ext cx="48" cy="85"/>
            </a:xfrm>
            <a:custGeom>
              <a:avLst/>
              <a:gdLst>
                <a:gd name="T0" fmla="*/ 2 w 244"/>
                <a:gd name="T1" fmla="*/ 3 h 426"/>
                <a:gd name="T2" fmla="*/ 2 w 244"/>
                <a:gd name="T3" fmla="*/ 3 h 426"/>
                <a:gd name="T4" fmla="*/ 2 w 244"/>
                <a:gd name="T5" fmla="*/ 3 h 426"/>
                <a:gd name="T6" fmla="*/ 2 w 244"/>
                <a:gd name="T7" fmla="*/ 3 h 426"/>
                <a:gd name="T8" fmla="*/ 2 w 244"/>
                <a:gd name="T9" fmla="*/ 2 h 426"/>
                <a:gd name="T10" fmla="*/ 2 w 244"/>
                <a:gd name="T11" fmla="*/ 2 h 426"/>
                <a:gd name="T12" fmla="*/ 2 w 244"/>
                <a:gd name="T13" fmla="*/ 2 h 426"/>
                <a:gd name="T14" fmla="*/ 2 w 244"/>
                <a:gd name="T15" fmla="*/ 2 h 426"/>
                <a:gd name="T16" fmla="*/ 1 w 244"/>
                <a:gd name="T17" fmla="*/ 1 h 426"/>
                <a:gd name="T18" fmla="*/ 1 w 244"/>
                <a:gd name="T19" fmla="*/ 1 h 426"/>
                <a:gd name="T20" fmla="*/ 1 w 244"/>
                <a:gd name="T21" fmla="*/ 1 h 426"/>
                <a:gd name="T22" fmla="*/ 1 w 244"/>
                <a:gd name="T23" fmla="*/ 1 h 426"/>
                <a:gd name="T24" fmla="*/ 1 w 244"/>
                <a:gd name="T25" fmla="*/ 0 h 426"/>
                <a:gd name="T26" fmla="*/ 1 w 244"/>
                <a:gd name="T27" fmla="*/ 0 h 426"/>
                <a:gd name="T28" fmla="*/ 1 w 244"/>
                <a:gd name="T29" fmla="*/ 0 h 426"/>
                <a:gd name="T30" fmla="*/ 0 w 244"/>
                <a:gd name="T31" fmla="*/ 0 h 426"/>
                <a:gd name="T32" fmla="*/ 0 w 244"/>
                <a:gd name="T33" fmla="*/ 0 h 426"/>
                <a:gd name="T34" fmla="*/ 0 w 244"/>
                <a:gd name="T35" fmla="*/ 0 h 426"/>
                <a:gd name="T36" fmla="*/ 0 w 244"/>
                <a:gd name="T37" fmla="*/ 0 h 426"/>
                <a:gd name="T38" fmla="*/ 0 w 244"/>
                <a:gd name="T39" fmla="*/ 0 h 426"/>
                <a:gd name="T40" fmla="*/ 0 w 244"/>
                <a:gd name="T41" fmla="*/ 0 h 426"/>
                <a:gd name="T42" fmla="*/ 1 w 244"/>
                <a:gd name="T43" fmla="*/ 0 h 426"/>
                <a:gd name="T44" fmla="*/ 1 w 244"/>
                <a:gd name="T45" fmla="*/ 0 h 426"/>
                <a:gd name="T46" fmla="*/ 1 w 244"/>
                <a:gd name="T47" fmla="*/ 0 h 426"/>
                <a:gd name="T48" fmla="*/ 1 w 244"/>
                <a:gd name="T49" fmla="*/ 1 h 426"/>
                <a:gd name="T50" fmla="*/ 1 w 244"/>
                <a:gd name="T51" fmla="*/ 1 h 426"/>
                <a:gd name="T52" fmla="*/ 1 w 244"/>
                <a:gd name="T53" fmla="*/ 1 h 426"/>
                <a:gd name="T54" fmla="*/ 1 w 244"/>
                <a:gd name="T55" fmla="*/ 1 h 426"/>
                <a:gd name="T56" fmla="*/ 1 w 244"/>
                <a:gd name="T57" fmla="*/ 2 h 426"/>
                <a:gd name="T58" fmla="*/ 2 w 244"/>
                <a:gd name="T59" fmla="*/ 2 h 426"/>
                <a:gd name="T60" fmla="*/ 2 w 244"/>
                <a:gd name="T61" fmla="*/ 2 h 426"/>
                <a:gd name="T62" fmla="*/ 2 w 244"/>
                <a:gd name="T63" fmla="*/ 2 h 426"/>
                <a:gd name="T64" fmla="*/ 2 w 244"/>
                <a:gd name="T65" fmla="*/ 3 h 426"/>
                <a:gd name="T66" fmla="*/ 2 w 244"/>
                <a:gd name="T67" fmla="*/ 3 h 426"/>
                <a:gd name="T68" fmla="*/ 2 w 244"/>
                <a:gd name="T69" fmla="*/ 3 h 426"/>
                <a:gd name="T70" fmla="*/ 2 w 244"/>
                <a:gd name="T71" fmla="*/ 3 h 426"/>
                <a:gd name="T72" fmla="*/ 2 w 244"/>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6"/>
                <a:gd name="T113" fmla="*/ 244 w 244"/>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6">
                  <a:moveTo>
                    <a:pt x="244" y="426"/>
                  </a:moveTo>
                  <a:lnTo>
                    <a:pt x="244" y="426"/>
                  </a:lnTo>
                  <a:lnTo>
                    <a:pt x="243" y="383"/>
                  </a:lnTo>
                  <a:lnTo>
                    <a:pt x="240" y="340"/>
                  </a:lnTo>
                  <a:lnTo>
                    <a:pt x="234" y="300"/>
                  </a:lnTo>
                  <a:lnTo>
                    <a:pt x="226" y="262"/>
                  </a:lnTo>
                  <a:lnTo>
                    <a:pt x="215" y="224"/>
                  </a:lnTo>
                  <a:lnTo>
                    <a:pt x="203" y="189"/>
                  </a:lnTo>
                  <a:lnTo>
                    <a:pt x="189" y="157"/>
                  </a:lnTo>
                  <a:lnTo>
                    <a:pt x="174" y="126"/>
                  </a:lnTo>
                  <a:lnTo>
                    <a:pt x="155" y="99"/>
                  </a:lnTo>
                  <a:lnTo>
                    <a:pt x="138" y="74"/>
                  </a:lnTo>
                  <a:lnTo>
                    <a:pt x="118" y="52"/>
                  </a:lnTo>
                  <a:lnTo>
                    <a:pt x="96" y="34"/>
                  </a:lnTo>
                  <a:lnTo>
                    <a:pt x="73" y="19"/>
                  </a:lnTo>
                  <a:lnTo>
                    <a:pt x="50" y="8"/>
                  </a:lnTo>
                  <a:lnTo>
                    <a:pt x="25" y="2"/>
                  </a:lnTo>
                  <a:lnTo>
                    <a:pt x="0" y="0"/>
                  </a:lnTo>
                  <a:lnTo>
                    <a:pt x="0" y="12"/>
                  </a:lnTo>
                  <a:lnTo>
                    <a:pt x="23" y="14"/>
                  </a:lnTo>
                  <a:lnTo>
                    <a:pt x="45" y="20"/>
                  </a:lnTo>
                  <a:lnTo>
                    <a:pt x="66" y="31"/>
                  </a:lnTo>
                  <a:lnTo>
                    <a:pt x="89" y="43"/>
                  </a:lnTo>
                  <a:lnTo>
                    <a:pt x="109" y="61"/>
                  </a:lnTo>
                  <a:lnTo>
                    <a:pt x="129" y="81"/>
                  </a:lnTo>
                  <a:lnTo>
                    <a:pt x="146" y="106"/>
                  </a:lnTo>
                  <a:lnTo>
                    <a:pt x="162" y="133"/>
                  </a:lnTo>
                  <a:lnTo>
                    <a:pt x="178" y="162"/>
                  </a:lnTo>
                  <a:lnTo>
                    <a:pt x="192" y="194"/>
                  </a:lnTo>
                  <a:lnTo>
                    <a:pt x="203" y="229"/>
                  </a:lnTo>
                  <a:lnTo>
                    <a:pt x="214" y="264"/>
                  </a:lnTo>
                  <a:lnTo>
                    <a:pt x="222" y="303"/>
                  </a:lnTo>
                  <a:lnTo>
                    <a:pt x="228" y="342"/>
                  </a:lnTo>
                  <a:lnTo>
                    <a:pt x="232" y="383"/>
                  </a:lnTo>
                  <a:lnTo>
                    <a:pt x="233" y="426"/>
                  </a:lnTo>
                  <a:lnTo>
                    <a:pt x="244"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2263" name="Freeform 55"/>
            <p:cNvSpPr>
              <a:spLocks/>
            </p:cNvSpPr>
            <p:nvPr/>
          </p:nvSpPr>
          <p:spPr bwMode="auto">
            <a:xfrm>
              <a:off x="964" y="1830"/>
              <a:ext cx="48" cy="85"/>
            </a:xfrm>
            <a:custGeom>
              <a:avLst/>
              <a:gdLst>
                <a:gd name="T0" fmla="*/ 0 w 244"/>
                <a:gd name="T1" fmla="*/ 3 h 424"/>
                <a:gd name="T2" fmla="*/ 0 w 244"/>
                <a:gd name="T3" fmla="*/ 3 h 424"/>
                <a:gd name="T4" fmla="*/ 0 w 244"/>
                <a:gd name="T5" fmla="*/ 3 h 424"/>
                <a:gd name="T6" fmla="*/ 0 w 244"/>
                <a:gd name="T7" fmla="*/ 3 h 424"/>
                <a:gd name="T8" fmla="*/ 1 w 244"/>
                <a:gd name="T9" fmla="*/ 3 h 424"/>
                <a:gd name="T10" fmla="*/ 1 w 244"/>
                <a:gd name="T11" fmla="*/ 3 h 424"/>
                <a:gd name="T12" fmla="*/ 1 w 244"/>
                <a:gd name="T13" fmla="*/ 3 h 424"/>
                <a:gd name="T14" fmla="*/ 1 w 244"/>
                <a:gd name="T15" fmla="*/ 3 h 424"/>
                <a:gd name="T16" fmla="*/ 1 w 244"/>
                <a:gd name="T17" fmla="*/ 3 h 424"/>
                <a:gd name="T18" fmla="*/ 1 w 244"/>
                <a:gd name="T19" fmla="*/ 2 h 424"/>
                <a:gd name="T20" fmla="*/ 1 w 244"/>
                <a:gd name="T21" fmla="*/ 2 h 424"/>
                <a:gd name="T22" fmla="*/ 2 w 244"/>
                <a:gd name="T23" fmla="*/ 2 h 424"/>
                <a:gd name="T24" fmla="*/ 2 w 244"/>
                <a:gd name="T25" fmla="*/ 2 h 424"/>
                <a:gd name="T26" fmla="*/ 2 w 244"/>
                <a:gd name="T27" fmla="*/ 1 h 424"/>
                <a:gd name="T28" fmla="*/ 2 w 244"/>
                <a:gd name="T29" fmla="*/ 1 h 424"/>
                <a:gd name="T30" fmla="*/ 2 w 244"/>
                <a:gd name="T31" fmla="*/ 1 h 424"/>
                <a:gd name="T32" fmla="*/ 2 w 244"/>
                <a:gd name="T33" fmla="*/ 0 h 424"/>
                <a:gd name="T34" fmla="*/ 2 w 244"/>
                <a:gd name="T35" fmla="*/ 0 h 424"/>
                <a:gd name="T36" fmla="*/ 2 w 244"/>
                <a:gd name="T37" fmla="*/ 0 h 424"/>
                <a:gd name="T38" fmla="*/ 2 w 244"/>
                <a:gd name="T39" fmla="*/ 0 h 424"/>
                <a:gd name="T40" fmla="*/ 2 w 244"/>
                <a:gd name="T41" fmla="*/ 1 h 424"/>
                <a:gd name="T42" fmla="*/ 2 w 244"/>
                <a:gd name="T43" fmla="*/ 1 h 424"/>
                <a:gd name="T44" fmla="*/ 2 w 244"/>
                <a:gd name="T45" fmla="*/ 1 h 424"/>
                <a:gd name="T46" fmla="*/ 2 w 244"/>
                <a:gd name="T47" fmla="*/ 2 h 424"/>
                <a:gd name="T48" fmla="*/ 1 w 244"/>
                <a:gd name="T49" fmla="*/ 2 h 424"/>
                <a:gd name="T50" fmla="*/ 1 w 244"/>
                <a:gd name="T51" fmla="*/ 2 h 424"/>
                <a:gd name="T52" fmla="*/ 1 w 244"/>
                <a:gd name="T53" fmla="*/ 2 h 424"/>
                <a:gd name="T54" fmla="*/ 1 w 244"/>
                <a:gd name="T55" fmla="*/ 3 h 424"/>
                <a:gd name="T56" fmla="*/ 1 w 244"/>
                <a:gd name="T57" fmla="*/ 3 h 424"/>
                <a:gd name="T58" fmla="*/ 1 w 244"/>
                <a:gd name="T59" fmla="*/ 3 h 424"/>
                <a:gd name="T60" fmla="*/ 1 w 244"/>
                <a:gd name="T61" fmla="*/ 3 h 424"/>
                <a:gd name="T62" fmla="*/ 1 w 244"/>
                <a:gd name="T63" fmla="*/ 3 h 424"/>
                <a:gd name="T64" fmla="*/ 0 w 244"/>
                <a:gd name="T65" fmla="*/ 3 h 424"/>
                <a:gd name="T66" fmla="*/ 0 w 244"/>
                <a:gd name="T67" fmla="*/ 3 h 424"/>
                <a:gd name="T68" fmla="*/ 0 w 244"/>
                <a:gd name="T69" fmla="*/ 3 h 424"/>
                <a:gd name="T70" fmla="*/ 0 w 244"/>
                <a:gd name="T71" fmla="*/ 3 h 424"/>
                <a:gd name="T72" fmla="*/ 0 w 244"/>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4"/>
                <a:gd name="T113" fmla="*/ 244 w 244"/>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4">
                  <a:moveTo>
                    <a:pt x="0" y="424"/>
                  </a:moveTo>
                  <a:lnTo>
                    <a:pt x="0" y="424"/>
                  </a:lnTo>
                  <a:lnTo>
                    <a:pt x="25" y="422"/>
                  </a:lnTo>
                  <a:lnTo>
                    <a:pt x="50" y="416"/>
                  </a:lnTo>
                  <a:lnTo>
                    <a:pt x="73" y="405"/>
                  </a:lnTo>
                  <a:lnTo>
                    <a:pt x="96" y="390"/>
                  </a:lnTo>
                  <a:lnTo>
                    <a:pt x="118" y="373"/>
                  </a:lnTo>
                  <a:lnTo>
                    <a:pt x="138" y="350"/>
                  </a:lnTo>
                  <a:lnTo>
                    <a:pt x="155" y="326"/>
                  </a:lnTo>
                  <a:lnTo>
                    <a:pt x="173" y="299"/>
                  </a:lnTo>
                  <a:lnTo>
                    <a:pt x="189" y="268"/>
                  </a:lnTo>
                  <a:lnTo>
                    <a:pt x="203" y="235"/>
                  </a:lnTo>
                  <a:lnTo>
                    <a:pt x="215" y="201"/>
                  </a:lnTo>
                  <a:lnTo>
                    <a:pt x="226" y="163"/>
                  </a:lnTo>
                  <a:lnTo>
                    <a:pt x="234" y="125"/>
                  </a:lnTo>
                  <a:lnTo>
                    <a:pt x="240" y="85"/>
                  </a:lnTo>
                  <a:lnTo>
                    <a:pt x="243" y="42"/>
                  </a:lnTo>
                  <a:lnTo>
                    <a:pt x="244" y="0"/>
                  </a:lnTo>
                  <a:lnTo>
                    <a:pt x="233" y="0"/>
                  </a:lnTo>
                  <a:lnTo>
                    <a:pt x="232" y="42"/>
                  </a:lnTo>
                  <a:lnTo>
                    <a:pt x="228" y="83"/>
                  </a:lnTo>
                  <a:lnTo>
                    <a:pt x="222" y="123"/>
                  </a:lnTo>
                  <a:lnTo>
                    <a:pt x="214" y="160"/>
                  </a:lnTo>
                  <a:lnTo>
                    <a:pt x="203" y="197"/>
                  </a:lnTo>
                  <a:lnTo>
                    <a:pt x="192" y="231"/>
                  </a:lnTo>
                  <a:lnTo>
                    <a:pt x="178" y="263"/>
                  </a:lnTo>
                  <a:lnTo>
                    <a:pt x="164" y="292"/>
                  </a:lnTo>
                  <a:lnTo>
                    <a:pt x="146" y="319"/>
                  </a:lnTo>
                  <a:lnTo>
                    <a:pt x="129" y="343"/>
                  </a:lnTo>
                  <a:lnTo>
                    <a:pt x="109" y="363"/>
                  </a:lnTo>
                  <a:lnTo>
                    <a:pt x="89" y="381"/>
                  </a:lnTo>
                  <a:lnTo>
                    <a:pt x="66" y="394"/>
                  </a:lnTo>
                  <a:lnTo>
                    <a:pt x="45" y="404"/>
                  </a:lnTo>
                  <a:lnTo>
                    <a:pt x="23" y="410"/>
                  </a:lnTo>
                  <a:lnTo>
                    <a:pt x="0" y="412"/>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2264" name="Freeform 56"/>
            <p:cNvSpPr>
              <a:spLocks/>
            </p:cNvSpPr>
            <p:nvPr/>
          </p:nvSpPr>
          <p:spPr bwMode="auto">
            <a:xfrm>
              <a:off x="915" y="1830"/>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1" y="42"/>
                  </a:lnTo>
                  <a:lnTo>
                    <a:pt x="4" y="85"/>
                  </a:lnTo>
                  <a:lnTo>
                    <a:pt x="10" y="125"/>
                  </a:lnTo>
                  <a:lnTo>
                    <a:pt x="19" y="163"/>
                  </a:lnTo>
                  <a:lnTo>
                    <a:pt x="29" y="201"/>
                  </a:lnTo>
                  <a:lnTo>
                    <a:pt x="41" y="235"/>
                  </a:lnTo>
                  <a:lnTo>
                    <a:pt x="55" y="268"/>
                  </a:lnTo>
                  <a:lnTo>
                    <a:pt x="71" y="299"/>
                  </a:lnTo>
                  <a:lnTo>
                    <a:pt x="89" y="326"/>
                  </a:lnTo>
                  <a:lnTo>
                    <a:pt x="106" y="350"/>
                  </a:lnTo>
                  <a:lnTo>
                    <a:pt x="126" y="373"/>
                  </a:lnTo>
                  <a:lnTo>
                    <a:pt x="149" y="390"/>
                  </a:lnTo>
                  <a:lnTo>
                    <a:pt x="171" y="405"/>
                  </a:lnTo>
                  <a:lnTo>
                    <a:pt x="194" y="416"/>
                  </a:lnTo>
                  <a:lnTo>
                    <a:pt x="219" y="422"/>
                  </a:lnTo>
                  <a:lnTo>
                    <a:pt x="245" y="424"/>
                  </a:lnTo>
                  <a:lnTo>
                    <a:pt x="245" y="412"/>
                  </a:lnTo>
                  <a:lnTo>
                    <a:pt x="221" y="410"/>
                  </a:lnTo>
                  <a:lnTo>
                    <a:pt x="199" y="404"/>
                  </a:lnTo>
                  <a:lnTo>
                    <a:pt x="178" y="394"/>
                  </a:lnTo>
                  <a:lnTo>
                    <a:pt x="156" y="381"/>
                  </a:lnTo>
                  <a:lnTo>
                    <a:pt x="136" y="363"/>
                  </a:lnTo>
                  <a:lnTo>
                    <a:pt x="116" y="343"/>
                  </a:lnTo>
                  <a:lnTo>
                    <a:pt x="98" y="319"/>
                  </a:lnTo>
                  <a:lnTo>
                    <a:pt x="81" y="292"/>
                  </a:lnTo>
                  <a:lnTo>
                    <a:pt x="67" y="263"/>
                  </a:lnTo>
                  <a:lnTo>
                    <a:pt x="52" y="231"/>
                  </a:lnTo>
                  <a:lnTo>
                    <a:pt x="41" y="197"/>
                  </a:lnTo>
                  <a:lnTo>
                    <a:pt x="30" y="160"/>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2265" name="Freeform 57"/>
            <p:cNvSpPr>
              <a:spLocks/>
            </p:cNvSpPr>
            <p:nvPr/>
          </p:nvSpPr>
          <p:spPr bwMode="auto">
            <a:xfrm>
              <a:off x="915" y="1745"/>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0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19" y="2"/>
                  </a:lnTo>
                  <a:lnTo>
                    <a:pt x="194" y="8"/>
                  </a:lnTo>
                  <a:lnTo>
                    <a:pt x="171" y="19"/>
                  </a:lnTo>
                  <a:lnTo>
                    <a:pt x="149" y="34"/>
                  </a:lnTo>
                  <a:lnTo>
                    <a:pt x="126" y="52"/>
                  </a:lnTo>
                  <a:lnTo>
                    <a:pt x="106" y="74"/>
                  </a:lnTo>
                  <a:lnTo>
                    <a:pt x="89" y="99"/>
                  </a:lnTo>
                  <a:lnTo>
                    <a:pt x="70" y="126"/>
                  </a:lnTo>
                  <a:lnTo>
                    <a:pt x="55" y="157"/>
                  </a:lnTo>
                  <a:lnTo>
                    <a:pt x="41" y="189"/>
                  </a:lnTo>
                  <a:lnTo>
                    <a:pt x="29" y="224"/>
                  </a:lnTo>
                  <a:lnTo>
                    <a:pt x="19" y="262"/>
                  </a:lnTo>
                  <a:lnTo>
                    <a:pt x="10" y="300"/>
                  </a:lnTo>
                  <a:lnTo>
                    <a:pt x="4" y="340"/>
                  </a:lnTo>
                  <a:lnTo>
                    <a:pt x="1" y="383"/>
                  </a:lnTo>
                  <a:lnTo>
                    <a:pt x="0" y="426"/>
                  </a:lnTo>
                  <a:lnTo>
                    <a:pt x="11" y="426"/>
                  </a:lnTo>
                  <a:lnTo>
                    <a:pt x="13" y="383"/>
                  </a:lnTo>
                  <a:lnTo>
                    <a:pt x="16" y="342"/>
                  </a:lnTo>
                  <a:lnTo>
                    <a:pt x="22" y="303"/>
                  </a:lnTo>
                  <a:lnTo>
                    <a:pt x="30" y="264"/>
                  </a:lnTo>
                  <a:lnTo>
                    <a:pt x="41" y="229"/>
                  </a:lnTo>
                  <a:lnTo>
                    <a:pt x="52" y="194"/>
                  </a:lnTo>
                  <a:lnTo>
                    <a:pt x="67" y="162"/>
                  </a:lnTo>
                  <a:lnTo>
                    <a:pt x="82" y="133"/>
                  </a:lnTo>
                  <a:lnTo>
                    <a:pt x="98" y="106"/>
                  </a:lnTo>
                  <a:lnTo>
                    <a:pt x="116" y="81"/>
                  </a:lnTo>
                  <a:lnTo>
                    <a:pt x="136" y="61"/>
                  </a:lnTo>
                  <a:lnTo>
                    <a:pt x="156" y="43"/>
                  </a:lnTo>
                  <a:lnTo>
                    <a:pt x="178" y="31"/>
                  </a:lnTo>
                  <a:lnTo>
                    <a:pt x="199" y="20"/>
                  </a:lnTo>
                  <a:lnTo>
                    <a:pt x="221"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2266" name="Freeform 58"/>
            <p:cNvSpPr>
              <a:spLocks/>
            </p:cNvSpPr>
            <p:nvPr/>
          </p:nvSpPr>
          <p:spPr bwMode="auto">
            <a:xfrm>
              <a:off x="1140" y="2087"/>
              <a:ext cx="49" cy="85"/>
            </a:xfrm>
            <a:custGeom>
              <a:avLst/>
              <a:gdLst>
                <a:gd name="T0" fmla="*/ 2 w 246"/>
                <a:gd name="T1" fmla="*/ 3 h 424"/>
                <a:gd name="T2" fmla="*/ 2 w 246"/>
                <a:gd name="T3" fmla="*/ 3 h 424"/>
                <a:gd name="T4" fmla="*/ 2 w 246"/>
                <a:gd name="T5" fmla="*/ 3 h 424"/>
                <a:gd name="T6" fmla="*/ 2 w 246"/>
                <a:gd name="T7" fmla="*/ 3 h 424"/>
                <a:gd name="T8" fmla="*/ 2 w 246"/>
                <a:gd name="T9" fmla="*/ 2 h 424"/>
                <a:gd name="T10" fmla="*/ 2 w 246"/>
                <a:gd name="T11" fmla="*/ 2 h 424"/>
                <a:gd name="T12" fmla="*/ 2 w 246"/>
                <a:gd name="T13" fmla="*/ 2 h 424"/>
                <a:gd name="T14" fmla="*/ 2 w 246"/>
                <a:gd name="T15" fmla="*/ 2 h 424"/>
                <a:gd name="T16" fmla="*/ 2 w 246"/>
                <a:gd name="T17" fmla="*/ 1 h 424"/>
                <a:gd name="T18" fmla="*/ 1 w 246"/>
                <a:gd name="T19" fmla="*/ 1 h 424"/>
                <a:gd name="T20" fmla="*/ 1 w 246"/>
                <a:gd name="T21" fmla="*/ 1 h 424"/>
                <a:gd name="T22" fmla="*/ 1 w 246"/>
                <a:gd name="T23" fmla="*/ 1 h 424"/>
                <a:gd name="T24" fmla="*/ 1 w 246"/>
                <a:gd name="T25" fmla="*/ 0 h 424"/>
                <a:gd name="T26" fmla="*/ 1 w 246"/>
                <a:gd name="T27" fmla="*/ 0 h 424"/>
                <a:gd name="T28" fmla="*/ 1 w 246"/>
                <a:gd name="T29" fmla="*/ 0 h 424"/>
                <a:gd name="T30" fmla="*/ 0 w 246"/>
                <a:gd name="T31" fmla="*/ 0 h 424"/>
                <a:gd name="T32" fmla="*/ 0 w 246"/>
                <a:gd name="T33" fmla="*/ 0 h 424"/>
                <a:gd name="T34" fmla="*/ 0 w 246"/>
                <a:gd name="T35" fmla="*/ 0 h 424"/>
                <a:gd name="T36" fmla="*/ 0 w 246"/>
                <a:gd name="T37" fmla="*/ 0 h 424"/>
                <a:gd name="T38" fmla="*/ 0 w 246"/>
                <a:gd name="T39" fmla="*/ 0 h 424"/>
                <a:gd name="T40" fmla="*/ 0 w 246"/>
                <a:gd name="T41" fmla="*/ 0 h 424"/>
                <a:gd name="T42" fmla="*/ 1 w 246"/>
                <a:gd name="T43" fmla="*/ 0 h 424"/>
                <a:gd name="T44" fmla="*/ 1 w 246"/>
                <a:gd name="T45" fmla="*/ 0 h 424"/>
                <a:gd name="T46" fmla="*/ 1 w 246"/>
                <a:gd name="T47" fmla="*/ 0 h 424"/>
                <a:gd name="T48" fmla="*/ 1 w 246"/>
                <a:gd name="T49" fmla="*/ 1 h 424"/>
                <a:gd name="T50" fmla="*/ 1 w 246"/>
                <a:gd name="T51" fmla="*/ 1 h 424"/>
                <a:gd name="T52" fmla="*/ 1 w 246"/>
                <a:gd name="T53" fmla="*/ 1 h 424"/>
                <a:gd name="T54" fmla="*/ 1 w 246"/>
                <a:gd name="T55" fmla="*/ 1 h 424"/>
                <a:gd name="T56" fmla="*/ 2 w 246"/>
                <a:gd name="T57" fmla="*/ 2 h 424"/>
                <a:gd name="T58" fmla="*/ 2 w 246"/>
                <a:gd name="T59" fmla="*/ 2 h 424"/>
                <a:gd name="T60" fmla="*/ 2 w 246"/>
                <a:gd name="T61" fmla="*/ 2 h 424"/>
                <a:gd name="T62" fmla="*/ 2 w 246"/>
                <a:gd name="T63" fmla="*/ 2 h 424"/>
                <a:gd name="T64" fmla="*/ 2 w 246"/>
                <a:gd name="T65" fmla="*/ 3 h 424"/>
                <a:gd name="T66" fmla="*/ 2 w 246"/>
                <a:gd name="T67" fmla="*/ 3 h 424"/>
                <a:gd name="T68" fmla="*/ 2 w 246"/>
                <a:gd name="T69" fmla="*/ 3 h 424"/>
                <a:gd name="T70" fmla="*/ 2 w 246"/>
                <a:gd name="T71" fmla="*/ 3 h 424"/>
                <a:gd name="T72" fmla="*/ 2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424"/>
                  </a:moveTo>
                  <a:lnTo>
                    <a:pt x="246" y="424"/>
                  </a:lnTo>
                  <a:lnTo>
                    <a:pt x="244" y="382"/>
                  </a:lnTo>
                  <a:lnTo>
                    <a:pt x="241" y="338"/>
                  </a:lnTo>
                  <a:lnTo>
                    <a:pt x="235" y="298"/>
                  </a:lnTo>
                  <a:lnTo>
                    <a:pt x="227" y="261"/>
                  </a:lnTo>
                  <a:lnTo>
                    <a:pt x="216" y="222"/>
                  </a:lnTo>
                  <a:lnTo>
                    <a:pt x="205" y="188"/>
                  </a:lnTo>
                  <a:lnTo>
                    <a:pt x="190" y="155"/>
                  </a:lnTo>
                  <a:lnTo>
                    <a:pt x="174" y="125"/>
                  </a:lnTo>
                  <a:lnTo>
                    <a:pt x="157" y="98"/>
                  </a:lnTo>
                  <a:lnTo>
                    <a:pt x="138" y="73"/>
                  </a:lnTo>
                  <a:lnTo>
                    <a:pt x="118" y="51"/>
                  </a:lnTo>
                  <a:lnTo>
                    <a:pt x="96" y="34"/>
                  </a:lnTo>
                  <a:lnTo>
                    <a:pt x="74" y="18"/>
                  </a:lnTo>
                  <a:lnTo>
                    <a:pt x="50" y="8"/>
                  </a:lnTo>
                  <a:lnTo>
                    <a:pt x="25" y="2"/>
                  </a:lnTo>
                  <a:lnTo>
                    <a:pt x="0" y="0"/>
                  </a:lnTo>
                  <a:lnTo>
                    <a:pt x="0" y="11"/>
                  </a:lnTo>
                  <a:lnTo>
                    <a:pt x="23" y="14"/>
                  </a:lnTo>
                  <a:lnTo>
                    <a:pt x="45" y="19"/>
                  </a:lnTo>
                  <a:lnTo>
                    <a:pt x="67" y="30"/>
                  </a:lnTo>
                  <a:lnTo>
                    <a:pt x="89" y="43"/>
                  </a:lnTo>
                  <a:lnTo>
                    <a:pt x="108" y="60"/>
                  </a:lnTo>
                  <a:lnTo>
                    <a:pt x="128" y="80"/>
                  </a:lnTo>
                  <a:lnTo>
                    <a:pt x="147" y="105"/>
                  </a:lnTo>
                  <a:lnTo>
                    <a:pt x="165" y="132"/>
                  </a:lnTo>
                  <a:lnTo>
                    <a:pt x="179" y="160"/>
                  </a:lnTo>
                  <a:lnTo>
                    <a:pt x="193" y="193"/>
                  </a:lnTo>
                  <a:lnTo>
                    <a:pt x="205" y="227"/>
                  </a:lnTo>
                  <a:lnTo>
                    <a:pt x="215" y="263"/>
                  </a:lnTo>
                  <a:lnTo>
                    <a:pt x="223" y="301"/>
                  </a:lnTo>
                  <a:lnTo>
                    <a:pt x="229" y="341"/>
                  </a:lnTo>
                  <a:lnTo>
                    <a:pt x="233" y="382"/>
                  </a:lnTo>
                  <a:lnTo>
                    <a:pt x="234" y="424"/>
                  </a:lnTo>
                  <a:lnTo>
                    <a:pt x="246"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2267" name="Freeform 59"/>
            <p:cNvSpPr>
              <a:spLocks/>
            </p:cNvSpPr>
            <p:nvPr/>
          </p:nvSpPr>
          <p:spPr bwMode="auto">
            <a:xfrm>
              <a:off x="1140" y="2172"/>
              <a:ext cx="49" cy="85"/>
            </a:xfrm>
            <a:custGeom>
              <a:avLst/>
              <a:gdLst>
                <a:gd name="T0" fmla="*/ 0 w 246"/>
                <a:gd name="T1" fmla="*/ 3 h 426"/>
                <a:gd name="T2" fmla="*/ 0 w 246"/>
                <a:gd name="T3" fmla="*/ 3 h 426"/>
                <a:gd name="T4" fmla="*/ 0 w 246"/>
                <a:gd name="T5" fmla="*/ 3 h 426"/>
                <a:gd name="T6" fmla="*/ 0 w 246"/>
                <a:gd name="T7" fmla="*/ 3 h 426"/>
                <a:gd name="T8" fmla="*/ 1 w 246"/>
                <a:gd name="T9" fmla="*/ 3 h 426"/>
                <a:gd name="T10" fmla="*/ 1 w 246"/>
                <a:gd name="T11" fmla="*/ 3 h 426"/>
                <a:gd name="T12" fmla="*/ 1 w 246"/>
                <a:gd name="T13" fmla="*/ 3 h 426"/>
                <a:gd name="T14" fmla="*/ 1 w 246"/>
                <a:gd name="T15" fmla="*/ 3 h 426"/>
                <a:gd name="T16" fmla="*/ 1 w 246"/>
                <a:gd name="T17" fmla="*/ 3 h 426"/>
                <a:gd name="T18" fmla="*/ 1 w 246"/>
                <a:gd name="T19" fmla="*/ 2 h 426"/>
                <a:gd name="T20" fmla="*/ 2 w 246"/>
                <a:gd name="T21" fmla="*/ 2 h 426"/>
                <a:gd name="T22" fmla="*/ 2 w 246"/>
                <a:gd name="T23" fmla="*/ 2 h 426"/>
                <a:gd name="T24" fmla="*/ 2 w 246"/>
                <a:gd name="T25" fmla="*/ 2 h 426"/>
                <a:gd name="T26" fmla="*/ 2 w 246"/>
                <a:gd name="T27" fmla="*/ 1 h 426"/>
                <a:gd name="T28" fmla="*/ 2 w 246"/>
                <a:gd name="T29" fmla="*/ 1 h 426"/>
                <a:gd name="T30" fmla="*/ 2 w 246"/>
                <a:gd name="T31" fmla="*/ 1 h 426"/>
                <a:gd name="T32" fmla="*/ 2 w 246"/>
                <a:gd name="T33" fmla="*/ 0 h 426"/>
                <a:gd name="T34" fmla="*/ 2 w 246"/>
                <a:gd name="T35" fmla="*/ 0 h 426"/>
                <a:gd name="T36" fmla="*/ 2 w 246"/>
                <a:gd name="T37" fmla="*/ 0 h 426"/>
                <a:gd name="T38" fmla="*/ 2 w 246"/>
                <a:gd name="T39" fmla="*/ 0 h 426"/>
                <a:gd name="T40" fmla="*/ 2 w 246"/>
                <a:gd name="T41" fmla="*/ 1 h 426"/>
                <a:gd name="T42" fmla="*/ 2 w 246"/>
                <a:gd name="T43" fmla="*/ 1 h 426"/>
                <a:gd name="T44" fmla="*/ 2 w 246"/>
                <a:gd name="T45" fmla="*/ 1 h 426"/>
                <a:gd name="T46" fmla="*/ 2 w 246"/>
                <a:gd name="T47" fmla="*/ 2 h 426"/>
                <a:gd name="T48" fmla="*/ 2 w 246"/>
                <a:gd name="T49" fmla="*/ 2 h 426"/>
                <a:gd name="T50" fmla="*/ 1 w 246"/>
                <a:gd name="T51" fmla="*/ 2 h 426"/>
                <a:gd name="T52" fmla="*/ 1 w 246"/>
                <a:gd name="T53" fmla="*/ 2 h 426"/>
                <a:gd name="T54" fmla="*/ 1 w 246"/>
                <a:gd name="T55" fmla="*/ 3 h 426"/>
                <a:gd name="T56" fmla="*/ 1 w 246"/>
                <a:gd name="T57" fmla="*/ 3 h 426"/>
                <a:gd name="T58" fmla="*/ 1 w 246"/>
                <a:gd name="T59" fmla="*/ 3 h 426"/>
                <a:gd name="T60" fmla="*/ 1 w 246"/>
                <a:gd name="T61" fmla="*/ 3 h 426"/>
                <a:gd name="T62" fmla="*/ 1 w 246"/>
                <a:gd name="T63" fmla="*/ 3 h 426"/>
                <a:gd name="T64" fmla="*/ 0 w 246"/>
                <a:gd name="T65" fmla="*/ 3 h 426"/>
                <a:gd name="T66" fmla="*/ 0 w 246"/>
                <a:gd name="T67" fmla="*/ 3 h 426"/>
                <a:gd name="T68" fmla="*/ 0 w 246"/>
                <a:gd name="T69" fmla="*/ 3 h 426"/>
                <a:gd name="T70" fmla="*/ 0 w 246"/>
                <a:gd name="T71" fmla="*/ 3 h 426"/>
                <a:gd name="T72" fmla="*/ 0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426"/>
                  </a:moveTo>
                  <a:lnTo>
                    <a:pt x="0" y="426"/>
                  </a:lnTo>
                  <a:lnTo>
                    <a:pt x="25" y="423"/>
                  </a:lnTo>
                  <a:lnTo>
                    <a:pt x="50" y="417"/>
                  </a:lnTo>
                  <a:lnTo>
                    <a:pt x="74" y="407"/>
                  </a:lnTo>
                  <a:lnTo>
                    <a:pt x="96" y="392"/>
                  </a:lnTo>
                  <a:lnTo>
                    <a:pt x="118" y="373"/>
                  </a:lnTo>
                  <a:lnTo>
                    <a:pt x="138" y="350"/>
                  </a:lnTo>
                  <a:lnTo>
                    <a:pt x="157" y="327"/>
                  </a:lnTo>
                  <a:lnTo>
                    <a:pt x="175" y="299"/>
                  </a:lnTo>
                  <a:lnTo>
                    <a:pt x="190" y="268"/>
                  </a:lnTo>
                  <a:lnTo>
                    <a:pt x="205" y="236"/>
                  </a:lnTo>
                  <a:lnTo>
                    <a:pt x="216" y="202"/>
                  </a:lnTo>
                  <a:lnTo>
                    <a:pt x="227" y="164"/>
                  </a:lnTo>
                  <a:lnTo>
                    <a:pt x="235" y="125"/>
                  </a:lnTo>
                  <a:lnTo>
                    <a:pt x="241" y="86"/>
                  </a:lnTo>
                  <a:lnTo>
                    <a:pt x="244" y="42"/>
                  </a:lnTo>
                  <a:lnTo>
                    <a:pt x="246" y="0"/>
                  </a:lnTo>
                  <a:lnTo>
                    <a:pt x="234" y="0"/>
                  </a:lnTo>
                  <a:lnTo>
                    <a:pt x="233" y="42"/>
                  </a:lnTo>
                  <a:lnTo>
                    <a:pt x="229" y="83"/>
                  </a:lnTo>
                  <a:lnTo>
                    <a:pt x="223" y="123"/>
                  </a:lnTo>
                  <a:lnTo>
                    <a:pt x="215" y="162"/>
                  </a:lnTo>
                  <a:lnTo>
                    <a:pt x="205" y="197"/>
                  </a:lnTo>
                  <a:lnTo>
                    <a:pt x="193" y="231"/>
                  </a:lnTo>
                  <a:lnTo>
                    <a:pt x="179" y="264"/>
                  </a:lnTo>
                  <a:lnTo>
                    <a:pt x="164" y="292"/>
                  </a:lnTo>
                  <a:lnTo>
                    <a:pt x="147" y="320"/>
                  </a:lnTo>
                  <a:lnTo>
                    <a:pt x="128" y="343"/>
                  </a:lnTo>
                  <a:lnTo>
                    <a:pt x="108" y="363"/>
                  </a:lnTo>
                  <a:lnTo>
                    <a:pt x="89" y="382"/>
                  </a:lnTo>
                  <a:lnTo>
                    <a:pt x="67" y="395"/>
                  </a:lnTo>
                  <a:lnTo>
                    <a:pt x="45" y="406"/>
                  </a:lnTo>
                  <a:lnTo>
                    <a:pt x="23" y="411"/>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2268" name="Freeform 60"/>
            <p:cNvSpPr>
              <a:spLocks/>
            </p:cNvSpPr>
            <p:nvPr/>
          </p:nvSpPr>
          <p:spPr bwMode="auto">
            <a:xfrm>
              <a:off x="1091" y="2172"/>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4" y="86"/>
                  </a:lnTo>
                  <a:lnTo>
                    <a:pt x="10" y="125"/>
                  </a:lnTo>
                  <a:lnTo>
                    <a:pt x="18" y="164"/>
                  </a:lnTo>
                  <a:lnTo>
                    <a:pt x="29" y="202"/>
                  </a:lnTo>
                  <a:lnTo>
                    <a:pt x="41" y="236"/>
                  </a:lnTo>
                  <a:lnTo>
                    <a:pt x="55" y="268"/>
                  </a:lnTo>
                  <a:lnTo>
                    <a:pt x="70" y="299"/>
                  </a:lnTo>
                  <a:lnTo>
                    <a:pt x="89" y="327"/>
                  </a:lnTo>
                  <a:lnTo>
                    <a:pt x="106" y="350"/>
                  </a:lnTo>
                  <a:lnTo>
                    <a:pt x="126" y="373"/>
                  </a:lnTo>
                  <a:lnTo>
                    <a:pt x="148" y="392"/>
                  </a:lnTo>
                  <a:lnTo>
                    <a:pt x="171" y="407"/>
                  </a:lnTo>
                  <a:lnTo>
                    <a:pt x="194" y="417"/>
                  </a:lnTo>
                  <a:lnTo>
                    <a:pt x="219" y="423"/>
                  </a:lnTo>
                  <a:lnTo>
                    <a:pt x="245" y="426"/>
                  </a:lnTo>
                  <a:lnTo>
                    <a:pt x="245" y="414"/>
                  </a:lnTo>
                  <a:lnTo>
                    <a:pt x="221" y="411"/>
                  </a:lnTo>
                  <a:lnTo>
                    <a:pt x="199" y="406"/>
                  </a:lnTo>
                  <a:lnTo>
                    <a:pt x="178" y="395"/>
                  </a:lnTo>
                  <a:lnTo>
                    <a:pt x="155" y="382"/>
                  </a:lnTo>
                  <a:lnTo>
                    <a:pt x="136" y="363"/>
                  </a:lnTo>
                  <a:lnTo>
                    <a:pt x="116" y="343"/>
                  </a:lnTo>
                  <a:lnTo>
                    <a:pt x="98" y="320"/>
                  </a:lnTo>
                  <a:lnTo>
                    <a:pt x="82" y="292"/>
                  </a:lnTo>
                  <a:lnTo>
                    <a:pt x="66" y="264"/>
                  </a:lnTo>
                  <a:lnTo>
                    <a:pt x="52" y="231"/>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2269" name="Freeform 61"/>
            <p:cNvSpPr>
              <a:spLocks/>
            </p:cNvSpPr>
            <p:nvPr/>
          </p:nvSpPr>
          <p:spPr bwMode="auto">
            <a:xfrm>
              <a:off x="1091" y="2087"/>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4" y="8"/>
                  </a:lnTo>
                  <a:lnTo>
                    <a:pt x="171" y="18"/>
                  </a:lnTo>
                  <a:lnTo>
                    <a:pt x="148" y="34"/>
                  </a:lnTo>
                  <a:lnTo>
                    <a:pt x="126" y="51"/>
                  </a:lnTo>
                  <a:lnTo>
                    <a:pt x="106" y="73"/>
                  </a:lnTo>
                  <a:lnTo>
                    <a:pt x="89" y="98"/>
                  </a:lnTo>
                  <a:lnTo>
                    <a:pt x="71" y="125"/>
                  </a:lnTo>
                  <a:lnTo>
                    <a:pt x="55" y="155"/>
                  </a:lnTo>
                  <a:lnTo>
                    <a:pt x="41" y="188"/>
                  </a:lnTo>
                  <a:lnTo>
                    <a:pt x="29" y="222"/>
                  </a:lnTo>
                  <a:lnTo>
                    <a:pt x="18" y="261"/>
                  </a:lnTo>
                  <a:lnTo>
                    <a:pt x="10" y="298"/>
                  </a:lnTo>
                  <a:lnTo>
                    <a:pt x="4" y="338"/>
                  </a:lnTo>
                  <a:lnTo>
                    <a:pt x="1" y="382"/>
                  </a:lnTo>
                  <a:lnTo>
                    <a:pt x="0" y="424"/>
                  </a:lnTo>
                  <a:lnTo>
                    <a:pt x="11" y="424"/>
                  </a:lnTo>
                  <a:lnTo>
                    <a:pt x="13" y="382"/>
                  </a:lnTo>
                  <a:lnTo>
                    <a:pt x="16" y="341"/>
                  </a:lnTo>
                  <a:lnTo>
                    <a:pt x="22" y="301"/>
                  </a:lnTo>
                  <a:lnTo>
                    <a:pt x="30" y="263"/>
                  </a:lnTo>
                  <a:lnTo>
                    <a:pt x="41" y="227"/>
                  </a:lnTo>
                  <a:lnTo>
                    <a:pt x="52" y="193"/>
                  </a:lnTo>
                  <a:lnTo>
                    <a:pt x="66" y="160"/>
                  </a:lnTo>
                  <a:lnTo>
                    <a:pt x="80" y="132"/>
                  </a:lnTo>
                  <a:lnTo>
                    <a:pt x="98" y="105"/>
                  </a:lnTo>
                  <a:lnTo>
                    <a:pt x="116" y="80"/>
                  </a:lnTo>
                  <a:lnTo>
                    <a:pt x="136" y="60"/>
                  </a:lnTo>
                  <a:lnTo>
                    <a:pt x="155" y="43"/>
                  </a:lnTo>
                  <a:lnTo>
                    <a:pt x="178" y="30"/>
                  </a:lnTo>
                  <a:lnTo>
                    <a:pt x="199" y="19"/>
                  </a:lnTo>
                  <a:lnTo>
                    <a:pt x="221" y="14"/>
                  </a:lnTo>
                  <a:lnTo>
                    <a:pt x="245" y="11"/>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2270" name="Freeform 62"/>
            <p:cNvSpPr>
              <a:spLocks/>
            </p:cNvSpPr>
            <p:nvPr/>
          </p:nvSpPr>
          <p:spPr bwMode="auto">
            <a:xfrm>
              <a:off x="1392" y="2118"/>
              <a:ext cx="49" cy="85"/>
            </a:xfrm>
            <a:custGeom>
              <a:avLst/>
              <a:gdLst>
                <a:gd name="T0" fmla="*/ 2 w 246"/>
                <a:gd name="T1" fmla="*/ 3 h 426"/>
                <a:gd name="T2" fmla="*/ 2 w 246"/>
                <a:gd name="T3" fmla="*/ 3 h 426"/>
                <a:gd name="T4" fmla="*/ 2 w 246"/>
                <a:gd name="T5" fmla="*/ 3 h 426"/>
                <a:gd name="T6" fmla="*/ 2 w 246"/>
                <a:gd name="T7" fmla="*/ 3 h 426"/>
                <a:gd name="T8" fmla="*/ 2 w 246"/>
                <a:gd name="T9" fmla="*/ 2 h 426"/>
                <a:gd name="T10" fmla="*/ 2 w 246"/>
                <a:gd name="T11" fmla="*/ 2 h 426"/>
                <a:gd name="T12" fmla="*/ 2 w 246"/>
                <a:gd name="T13" fmla="*/ 2 h 426"/>
                <a:gd name="T14" fmla="*/ 2 w 246"/>
                <a:gd name="T15" fmla="*/ 2 h 426"/>
                <a:gd name="T16" fmla="*/ 2 w 246"/>
                <a:gd name="T17" fmla="*/ 1 h 426"/>
                <a:gd name="T18" fmla="*/ 1 w 246"/>
                <a:gd name="T19" fmla="*/ 1 h 426"/>
                <a:gd name="T20" fmla="*/ 1 w 246"/>
                <a:gd name="T21" fmla="*/ 1 h 426"/>
                <a:gd name="T22" fmla="*/ 1 w 246"/>
                <a:gd name="T23" fmla="*/ 1 h 426"/>
                <a:gd name="T24" fmla="*/ 1 w 246"/>
                <a:gd name="T25" fmla="*/ 0 h 426"/>
                <a:gd name="T26" fmla="*/ 1 w 246"/>
                <a:gd name="T27" fmla="*/ 0 h 426"/>
                <a:gd name="T28" fmla="*/ 1 w 246"/>
                <a:gd name="T29" fmla="*/ 0 h 426"/>
                <a:gd name="T30" fmla="*/ 0 w 246"/>
                <a:gd name="T31" fmla="*/ 0 h 426"/>
                <a:gd name="T32" fmla="*/ 0 w 246"/>
                <a:gd name="T33" fmla="*/ 0 h 426"/>
                <a:gd name="T34" fmla="*/ 0 w 246"/>
                <a:gd name="T35" fmla="*/ 0 h 426"/>
                <a:gd name="T36" fmla="*/ 0 w 246"/>
                <a:gd name="T37" fmla="*/ 0 h 426"/>
                <a:gd name="T38" fmla="*/ 0 w 246"/>
                <a:gd name="T39" fmla="*/ 0 h 426"/>
                <a:gd name="T40" fmla="*/ 0 w 246"/>
                <a:gd name="T41" fmla="*/ 0 h 426"/>
                <a:gd name="T42" fmla="*/ 1 w 246"/>
                <a:gd name="T43" fmla="*/ 0 h 426"/>
                <a:gd name="T44" fmla="*/ 1 w 246"/>
                <a:gd name="T45" fmla="*/ 0 h 426"/>
                <a:gd name="T46" fmla="*/ 1 w 246"/>
                <a:gd name="T47" fmla="*/ 1 h 426"/>
                <a:gd name="T48" fmla="*/ 1 w 246"/>
                <a:gd name="T49" fmla="*/ 1 h 426"/>
                <a:gd name="T50" fmla="*/ 1 w 246"/>
                <a:gd name="T51" fmla="*/ 1 h 426"/>
                <a:gd name="T52" fmla="*/ 1 w 246"/>
                <a:gd name="T53" fmla="*/ 1 h 426"/>
                <a:gd name="T54" fmla="*/ 1 w 246"/>
                <a:gd name="T55" fmla="*/ 1 h 426"/>
                <a:gd name="T56" fmla="*/ 2 w 246"/>
                <a:gd name="T57" fmla="*/ 2 h 426"/>
                <a:gd name="T58" fmla="*/ 2 w 246"/>
                <a:gd name="T59" fmla="*/ 2 h 426"/>
                <a:gd name="T60" fmla="*/ 2 w 246"/>
                <a:gd name="T61" fmla="*/ 2 h 426"/>
                <a:gd name="T62" fmla="*/ 2 w 246"/>
                <a:gd name="T63" fmla="*/ 2 h 426"/>
                <a:gd name="T64" fmla="*/ 2 w 246"/>
                <a:gd name="T65" fmla="*/ 3 h 426"/>
                <a:gd name="T66" fmla="*/ 2 w 246"/>
                <a:gd name="T67" fmla="*/ 3 h 426"/>
                <a:gd name="T68" fmla="*/ 2 w 246"/>
                <a:gd name="T69" fmla="*/ 3 h 426"/>
                <a:gd name="T70" fmla="*/ 2 w 246"/>
                <a:gd name="T71" fmla="*/ 3 h 426"/>
                <a:gd name="T72" fmla="*/ 2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246" y="426"/>
                  </a:moveTo>
                  <a:lnTo>
                    <a:pt x="246" y="426"/>
                  </a:lnTo>
                  <a:lnTo>
                    <a:pt x="245" y="384"/>
                  </a:lnTo>
                  <a:lnTo>
                    <a:pt x="242" y="340"/>
                  </a:lnTo>
                  <a:lnTo>
                    <a:pt x="236" y="301"/>
                  </a:lnTo>
                  <a:lnTo>
                    <a:pt x="228" y="262"/>
                  </a:lnTo>
                  <a:lnTo>
                    <a:pt x="217" y="224"/>
                  </a:lnTo>
                  <a:lnTo>
                    <a:pt x="205" y="190"/>
                  </a:lnTo>
                  <a:lnTo>
                    <a:pt x="191" y="158"/>
                  </a:lnTo>
                  <a:lnTo>
                    <a:pt x="176" y="126"/>
                  </a:lnTo>
                  <a:lnTo>
                    <a:pt x="157" y="99"/>
                  </a:lnTo>
                  <a:lnTo>
                    <a:pt x="139" y="75"/>
                  </a:lnTo>
                  <a:lnTo>
                    <a:pt x="119" y="53"/>
                  </a:lnTo>
                  <a:lnTo>
                    <a:pt x="96" y="34"/>
                  </a:lnTo>
                  <a:lnTo>
                    <a:pt x="75" y="19"/>
                  </a:lnTo>
                  <a:lnTo>
                    <a:pt x="51" y="9"/>
                  </a:lnTo>
                  <a:lnTo>
                    <a:pt x="26" y="3"/>
                  </a:lnTo>
                  <a:lnTo>
                    <a:pt x="0" y="0"/>
                  </a:lnTo>
                  <a:lnTo>
                    <a:pt x="0" y="12"/>
                  </a:lnTo>
                  <a:lnTo>
                    <a:pt x="24" y="15"/>
                  </a:lnTo>
                  <a:lnTo>
                    <a:pt x="46" y="20"/>
                  </a:lnTo>
                  <a:lnTo>
                    <a:pt x="68" y="31"/>
                  </a:lnTo>
                  <a:lnTo>
                    <a:pt x="89" y="44"/>
                  </a:lnTo>
                  <a:lnTo>
                    <a:pt x="109" y="63"/>
                  </a:lnTo>
                  <a:lnTo>
                    <a:pt x="129" y="83"/>
                  </a:lnTo>
                  <a:lnTo>
                    <a:pt x="148" y="106"/>
                  </a:lnTo>
                  <a:lnTo>
                    <a:pt x="164" y="133"/>
                  </a:lnTo>
                  <a:lnTo>
                    <a:pt x="180" y="162"/>
                  </a:lnTo>
                  <a:lnTo>
                    <a:pt x="194" y="195"/>
                  </a:lnTo>
                  <a:lnTo>
                    <a:pt x="205" y="229"/>
                  </a:lnTo>
                  <a:lnTo>
                    <a:pt x="216" y="264"/>
                  </a:lnTo>
                  <a:lnTo>
                    <a:pt x="224" y="303"/>
                  </a:lnTo>
                  <a:lnTo>
                    <a:pt x="230" y="343"/>
                  </a:lnTo>
                  <a:lnTo>
                    <a:pt x="233" y="384"/>
                  </a:lnTo>
                  <a:lnTo>
                    <a:pt x="235" y="426"/>
                  </a:lnTo>
                  <a:lnTo>
                    <a:pt x="246"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2271" name="Freeform 63"/>
            <p:cNvSpPr>
              <a:spLocks/>
            </p:cNvSpPr>
            <p:nvPr/>
          </p:nvSpPr>
          <p:spPr bwMode="auto">
            <a:xfrm>
              <a:off x="1392" y="2203"/>
              <a:ext cx="49" cy="85"/>
            </a:xfrm>
            <a:custGeom>
              <a:avLst/>
              <a:gdLst>
                <a:gd name="T0" fmla="*/ 0 w 246"/>
                <a:gd name="T1" fmla="*/ 3 h 424"/>
                <a:gd name="T2" fmla="*/ 0 w 246"/>
                <a:gd name="T3" fmla="*/ 3 h 424"/>
                <a:gd name="T4" fmla="*/ 0 w 246"/>
                <a:gd name="T5" fmla="*/ 3 h 424"/>
                <a:gd name="T6" fmla="*/ 0 w 246"/>
                <a:gd name="T7" fmla="*/ 3 h 424"/>
                <a:gd name="T8" fmla="*/ 1 w 246"/>
                <a:gd name="T9" fmla="*/ 3 h 424"/>
                <a:gd name="T10" fmla="*/ 1 w 246"/>
                <a:gd name="T11" fmla="*/ 3 h 424"/>
                <a:gd name="T12" fmla="*/ 1 w 246"/>
                <a:gd name="T13" fmla="*/ 3 h 424"/>
                <a:gd name="T14" fmla="*/ 1 w 246"/>
                <a:gd name="T15" fmla="*/ 3 h 424"/>
                <a:gd name="T16" fmla="*/ 1 w 246"/>
                <a:gd name="T17" fmla="*/ 3 h 424"/>
                <a:gd name="T18" fmla="*/ 1 w 246"/>
                <a:gd name="T19" fmla="*/ 2 h 424"/>
                <a:gd name="T20" fmla="*/ 2 w 246"/>
                <a:gd name="T21" fmla="*/ 2 h 424"/>
                <a:gd name="T22" fmla="*/ 2 w 246"/>
                <a:gd name="T23" fmla="*/ 2 h 424"/>
                <a:gd name="T24" fmla="*/ 2 w 246"/>
                <a:gd name="T25" fmla="*/ 2 h 424"/>
                <a:gd name="T26" fmla="*/ 2 w 246"/>
                <a:gd name="T27" fmla="*/ 1 h 424"/>
                <a:gd name="T28" fmla="*/ 2 w 246"/>
                <a:gd name="T29" fmla="*/ 1 h 424"/>
                <a:gd name="T30" fmla="*/ 2 w 246"/>
                <a:gd name="T31" fmla="*/ 1 h 424"/>
                <a:gd name="T32" fmla="*/ 2 w 246"/>
                <a:gd name="T33" fmla="*/ 0 h 424"/>
                <a:gd name="T34" fmla="*/ 2 w 246"/>
                <a:gd name="T35" fmla="*/ 0 h 424"/>
                <a:gd name="T36" fmla="*/ 2 w 246"/>
                <a:gd name="T37" fmla="*/ 0 h 424"/>
                <a:gd name="T38" fmla="*/ 2 w 246"/>
                <a:gd name="T39" fmla="*/ 0 h 424"/>
                <a:gd name="T40" fmla="*/ 2 w 246"/>
                <a:gd name="T41" fmla="*/ 1 h 424"/>
                <a:gd name="T42" fmla="*/ 2 w 246"/>
                <a:gd name="T43" fmla="*/ 1 h 424"/>
                <a:gd name="T44" fmla="*/ 2 w 246"/>
                <a:gd name="T45" fmla="*/ 1 h 424"/>
                <a:gd name="T46" fmla="*/ 2 w 246"/>
                <a:gd name="T47" fmla="*/ 2 h 424"/>
                <a:gd name="T48" fmla="*/ 2 w 246"/>
                <a:gd name="T49" fmla="*/ 2 h 424"/>
                <a:gd name="T50" fmla="*/ 1 w 246"/>
                <a:gd name="T51" fmla="*/ 2 h 424"/>
                <a:gd name="T52" fmla="*/ 1 w 246"/>
                <a:gd name="T53" fmla="*/ 2 h 424"/>
                <a:gd name="T54" fmla="*/ 1 w 246"/>
                <a:gd name="T55" fmla="*/ 3 h 424"/>
                <a:gd name="T56" fmla="*/ 1 w 246"/>
                <a:gd name="T57" fmla="*/ 3 h 424"/>
                <a:gd name="T58" fmla="*/ 1 w 246"/>
                <a:gd name="T59" fmla="*/ 3 h 424"/>
                <a:gd name="T60" fmla="*/ 1 w 246"/>
                <a:gd name="T61" fmla="*/ 3 h 424"/>
                <a:gd name="T62" fmla="*/ 1 w 246"/>
                <a:gd name="T63" fmla="*/ 3 h 424"/>
                <a:gd name="T64" fmla="*/ 0 w 246"/>
                <a:gd name="T65" fmla="*/ 3 h 424"/>
                <a:gd name="T66" fmla="*/ 0 w 246"/>
                <a:gd name="T67" fmla="*/ 3 h 424"/>
                <a:gd name="T68" fmla="*/ 0 w 246"/>
                <a:gd name="T69" fmla="*/ 3 h 424"/>
                <a:gd name="T70" fmla="*/ 0 w 246"/>
                <a:gd name="T71" fmla="*/ 3 h 424"/>
                <a:gd name="T72" fmla="*/ 0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0" y="424"/>
                  </a:moveTo>
                  <a:lnTo>
                    <a:pt x="0" y="424"/>
                  </a:lnTo>
                  <a:lnTo>
                    <a:pt x="26" y="422"/>
                  </a:lnTo>
                  <a:lnTo>
                    <a:pt x="51" y="416"/>
                  </a:lnTo>
                  <a:lnTo>
                    <a:pt x="75" y="406"/>
                  </a:lnTo>
                  <a:lnTo>
                    <a:pt x="96" y="390"/>
                  </a:lnTo>
                  <a:lnTo>
                    <a:pt x="119" y="373"/>
                  </a:lnTo>
                  <a:lnTo>
                    <a:pt x="139" y="351"/>
                  </a:lnTo>
                  <a:lnTo>
                    <a:pt x="157" y="326"/>
                  </a:lnTo>
                  <a:lnTo>
                    <a:pt x="175" y="299"/>
                  </a:lnTo>
                  <a:lnTo>
                    <a:pt x="191" y="269"/>
                  </a:lnTo>
                  <a:lnTo>
                    <a:pt x="205" y="236"/>
                  </a:lnTo>
                  <a:lnTo>
                    <a:pt x="217" y="202"/>
                  </a:lnTo>
                  <a:lnTo>
                    <a:pt x="228" y="163"/>
                  </a:lnTo>
                  <a:lnTo>
                    <a:pt x="236" y="125"/>
                  </a:lnTo>
                  <a:lnTo>
                    <a:pt x="242" y="86"/>
                  </a:lnTo>
                  <a:lnTo>
                    <a:pt x="245" y="42"/>
                  </a:lnTo>
                  <a:lnTo>
                    <a:pt x="246" y="0"/>
                  </a:lnTo>
                  <a:lnTo>
                    <a:pt x="235" y="0"/>
                  </a:lnTo>
                  <a:lnTo>
                    <a:pt x="233" y="42"/>
                  </a:lnTo>
                  <a:lnTo>
                    <a:pt x="230" y="83"/>
                  </a:lnTo>
                  <a:lnTo>
                    <a:pt x="224" y="123"/>
                  </a:lnTo>
                  <a:lnTo>
                    <a:pt x="216" y="161"/>
                  </a:lnTo>
                  <a:lnTo>
                    <a:pt x="205" y="197"/>
                  </a:lnTo>
                  <a:lnTo>
                    <a:pt x="194" y="231"/>
                  </a:lnTo>
                  <a:lnTo>
                    <a:pt x="180" y="264"/>
                  </a:lnTo>
                  <a:lnTo>
                    <a:pt x="166" y="292"/>
                  </a:lnTo>
                  <a:lnTo>
                    <a:pt x="148" y="319"/>
                  </a:lnTo>
                  <a:lnTo>
                    <a:pt x="129" y="344"/>
                  </a:lnTo>
                  <a:lnTo>
                    <a:pt x="109" y="364"/>
                  </a:lnTo>
                  <a:lnTo>
                    <a:pt x="89" y="381"/>
                  </a:lnTo>
                  <a:lnTo>
                    <a:pt x="68" y="394"/>
                  </a:lnTo>
                  <a:lnTo>
                    <a:pt x="46" y="405"/>
                  </a:lnTo>
                  <a:lnTo>
                    <a:pt x="24" y="410"/>
                  </a:lnTo>
                  <a:lnTo>
                    <a:pt x="0" y="413"/>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2272" name="Freeform 64"/>
            <p:cNvSpPr>
              <a:spLocks/>
            </p:cNvSpPr>
            <p:nvPr/>
          </p:nvSpPr>
          <p:spPr bwMode="auto">
            <a:xfrm>
              <a:off x="1343" y="2203"/>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2" y="42"/>
                  </a:lnTo>
                  <a:lnTo>
                    <a:pt x="5" y="86"/>
                  </a:lnTo>
                  <a:lnTo>
                    <a:pt x="11" y="125"/>
                  </a:lnTo>
                  <a:lnTo>
                    <a:pt x="19" y="163"/>
                  </a:lnTo>
                  <a:lnTo>
                    <a:pt x="30" y="202"/>
                  </a:lnTo>
                  <a:lnTo>
                    <a:pt x="41" y="236"/>
                  </a:lnTo>
                  <a:lnTo>
                    <a:pt x="56" y="269"/>
                  </a:lnTo>
                  <a:lnTo>
                    <a:pt x="72" y="299"/>
                  </a:lnTo>
                  <a:lnTo>
                    <a:pt x="90" y="326"/>
                  </a:lnTo>
                  <a:lnTo>
                    <a:pt x="108" y="351"/>
                  </a:lnTo>
                  <a:lnTo>
                    <a:pt x="127" y="373"/>
                  </a:lnTo>
                  <a:lnTo>
                    <a:pt x="149" y="390"/>
                  </a:lnTo>
                  <a:lnTo>
                    <a:pt x="172" y="406"/>
                  </a:lnTo>
                  <a:lnTo>
                    <a:pt x="195" y="416"/>
                  </a:lnTo>
                  <a:lnTo>
                    <a:pt x="220" y="422"/>
                  </a:lnTo>
                  <a:lnTo>
                    <a:pt x="245" y="424"/>
                  </a:lnTo>
                  <a:lnTo>
                    <a:pt x="245" y="413"/>
                  </a:lnTo>
                  <a:lnTo>
                    <a:pt x="222" y="410"/>
                  </a:lnTo>
                  <a:lnTo>
                    <a:pt x="200" y="405"/>
                  </a:lnTo>
                  <a:lnTo>
                    <a:pt x="179" y="394"/>
                  </a:lnTo>
                  <a:lnTo>
                    <a:pt x="156" y="381"/>
                  </a:lnTo>
                  <a:lnTo>
                    <a:pt x="136" y="364"/>
                  </a:lnTo>
                  <a:lnTo>
                    <a:pt x="118" y="344"/>
                  </a:lnTo>
                  <a:lnTo>
                    <a:pt x="99" y="319"/>
                  </a:lnTo>
                  <a:lnTo>
                    <a:pt x="81" y="292"/>
                  </a:lnTo>
                  <a:lnTo>
                    <a:pt x="67" y="264"/>
                  </a:lnTo>
                  <a:lnTo>
                    <a:pt x="53" y="231"/>
                  </a:lnTo>
                  <a:lnTo>
                    <a:pt x="41" y="197"/>
                  </a:lnTo>
                  <a:lnTo>
                    <a:pt x="31" y="161"/>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2273" name="Freeform 65"/>
            <p:cNvSpPr>
              <a:spLocks/>
            </p:cNvSpPr>
            <p:nvPr/>
          </p:nvSpPr>
          <p:spPr bwMode="auto">
            <a:xfrm>
              <a:off x="1343" y="2118"/>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1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20" y="3"/>
                  </a:lnTo>
                  <a:lnTo>
                    <a:pt x="195" y="9"/>
                  </a:lnTo>
                  <a:lnTo>
                    <a:pt x="172" y="19"/>
                  </a:lnTo>
                  <a:lnTo>
                    <a:pt x="149" y="34"/>
                  </a:lnTo>
                  <a:lnTo>
                    <a:pt x="127" y="53"/>
                  </a:lnTo>
                  <a:lnTo>
                    <a:pt x="108" y="75"/>
                  </a:lnTo>
                  <a:lnTo>
                    <a:pt x="90" y="99"/>
                  </a:lnTo>
                  <a:lnTo>
                    <a:pt x="71" y="126"/>
                  </a:lnTo>
                  <a:lnTo>
                    <a:pt x="56" y="158"/>
                  </a:lnTo>
                  <a:lnTo>
                    <a:pt x="41" y="190"/>
                  </a:lnTo>
                  <a:lnTo>
                    <a:pt x="30" y="224"/>
                  </a:lnTo>
                  <a:lnTo>
                    <a:pt x="19" y="262"/>
                  </a:lnTo>
                  <a:lnTo>
                    <a:pt x="11" y="301"/>
                  </a:lnTo>
                  <a:lnTo>
                    <a:pt x="5" y="340"/>
                  </a:lnTo>
                  <a:lnTo>
                    <a:pt x="2" y="384"/>
                  </a:lnTo>
                  <a:lnTo>
                    <a:pt x="0" y="426"/>
                  </a:lnTo>
                  <a:lnTo>
                    <a:pt x="12" y="426"/>
                  </a:lnTo>
                  <a:lnTo>
                    <a:pt x="13" y="384"/>
                  </a:lnTo>
                  <a:lnTo>
                    <a:pt x="17" y="343"/>
                  </a:lnTo>
                  <a:lnTo>
                    <a:pt x="23" y="303"/>
                  </a:lnTo>
                  <a:lnTo>
                    <a:pt x="31" y="264"/>
                  </a:lnTo>
                  <a:lnTo>
                    <a:pt x="41" y="229"/>
                  </a:lnTo>
                  <a:lnTo>
                    <a:pt x="53" y="195"/>
                  </a:lnTo>
                  <a:lnTo>
                    <a:pt x="67" y="162"/>
                  </a:lnTo>
                  <a:lnTo>
                    <a:pt x="82" y="133"/>
                  </a:lnTo>
                  <a:lnTo>
                    <a:pt x="99" y="106"/>
                  </a:lnTo>
                  <a:lnTo>
                    <a:pt x="118" y="83"/>
                  </a:lnTo>
                  <a:lnTo>
                    <a:pt x="136" y="63"/>
                  </a:lnTo>
                  <a:lnTo>
                    <a:pt x="156" y="44"/>
                  </a:lnTo>
                  <a:lnTo>
                    <a:pt x="179" y="31"/>
                  </a:lnTo>
                  <a:lnTo>
                    <a:pt x="200" y="20"/>
                  </a:lnTo>
                  <a:lnTo>
                    <a:pt x="222" y="15"/>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2274" name="Freeform 66"/>
            <p:cNvSpPr>
              <a:spLocks/>
            </p:cNvSpPr>
            <p:nvPr/>
          </p:nvSpPr>
          <p:spPr bwMode="auto">
            <a:xfrm>
              <a:off x="1384" y="1859"/>
              <a:ext cx="49" cy="84"/>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1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3" y="382"/>
                  </a:lnTo>
                  <a:lnTo>
                    <a:pt x="240" y="339"/>
                  </a:lnTo>
                  <a:lnTo>
                    <a:pt x="234" y="299"/>
                  </a:lnTo>
                  <a:lnTo>
                    <a:pt x="226" y="261"/>
                  </a:lnTo>
                  <a:lnTo>
                    <a:pt x="215" y="222"/>
                  </a:lnTo>
                  <a:lnTo>
                    <a:pt x="204" y="188"/>
                  </a:lnTo>
                  <a:lnTo>
                    <a:pt x="189" y="156"/>
                  </a:lnTo>
                  <a:lnTo>
                    <a:pt x="173" y="125"/>
                  </a:lnTo>
                  <a:lnTo>
                    <a:pt x="155" y="98"/>
                  </a:lnTo>
                  <a:lnTo>
                    <a:pt x="138" y="74"/>
                  </a:lnTo>
                  <a:lnTo>
                    <a:pt x="118" y="51"/>
                  </a:lnTo>
                  <a:lnTo>
                    <a:pt x="96" y="34"/>
                  </a:lnTo>
                  <a:lnTo>
                    <a:pt x="73" y="18"/>
                  </a:lnTo>
                  <a:lnTo>
                    <a:pt x="50" y="8"/>
                  </a:lnTo>
                  <a:lnTo>
                    <a:pt x="25" y="2"/>
                  </a:lnTo>
                  <a:lnTo>
                    <a:pt x="0" y="0"/>
                  </a:lnTo>
                  <a:lnTo>
                    <a:pt x="0" y="11"/>
                  </a:lnTo>
                  <a:lnTo>
                    <a:pt x="23" y="14"/>
                  </a:lnTo>
                  <a:lnTo>
                    <a:pt x="45" y="20"/>
                  </a:lnTo>
                  <a:lnTo>
                    <a:pt x="66" y="30"/>
                  </a:lnTo>
                  <a:lnTo>
                    <a:pt x="89" y="43"/>
                  </a:lnTo>
                  <a:lnTo>
                    <a:pt x="109" y="61"/>
                  </a:lnTo>
                  <a:lnTo>
                    <a:pt x="129" y="81"/>
                  </a:lnTo>
                  <a:lnTo>
                    <a:pt x="146" y="105"/>
                  </a:lnTo>
                  <a:lnTo>
                    <a:pt x="164" y="132"/>
                  </a:lnTo>
                  <a:lnTo>
                    <a:pt x="178" y="160"/>
                  </a:lnTo>
                  <a:lnTo>
                    <a:pt x="192" y="193"/>
                  </a:lnTo>
                  <a:lnTo>
                    <a:pt x="204" y="227"/>
                  </a:lnTo>
                  <a:lnTo>
                    <a:pt x="214" y="264"/>
                  </a:lnTo>
                  <a:lnTo>
                    <a:pt x="222" y="301"/>
                  </a:lnTo>
                  <a:lnTo>
                    <a:pt x="228"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2275" name="Freeform 67"/>
            <p:cNvSpPr>
              <a:spLocks/>
            </p:cNvSpPr>
            <p:nvPr/>
          </p:nvSpPr>
          <p:spPr bwMode="auto">
            <a:xfrm>
              <a:off x="1384" y="1943"/>
              <a:ext cx="49" cy="86"/>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5" y="423"/>
                  </a:lnTo>
                  <a:lnTo>
                    <a:pt x="50" y="418"/>
                  </a:lnTo>
                  <a:lnTo>
                    <a:pt x="73" y="407"/>
                  </a:lnTo>
                  <a:lnTo>
                    <a:pt x="96" y="392"/>
                  </a:lnTo>
                  <a:lnTo>
                    <a:pt x="118" y="374"/>
                  </a:lnTo>
                  <a:lnTo>
                    <a:pt x="138" y="352"/>
                  </a:lnTo>
                  <a:lnTo>
                    <a:pt x="155" y="327"/>
                  </a:lnTo>
                  <a:lnTo>
                    <a:pt x="174" y="300"/>
                  </a:lnTo>
                  <a:lnTo>
                    <a:pt x="189" y="269"/>
                  </a:lnTo>
                  <a:lnTo>
                    <a:pt x="204" y="237"/>
                  </a:lnTo>
                  <a:lnTo>
                    <a:pt x="215" y="202"/>
                  </a:lnTo>
                  <a:lnTo>
                    <a:pt x="226" y="164"/>
                  </a:lnTo>
                  <a:lnTo>
                    <a:pt x="234" y="126"/>
                  </a:lnTo>
                  <a:lnTo>
                    <a:pt x="240" y="86"/>
                  </a:lnTo>
                  <a:lnTo>
                    <a:pt x="243" y="42"/>
                  </a:lnTo>
                  <a:lnTo>
                    <a:pt x="245" y="0"/>
                  </a:lnTo>
                  <a:lnTo>
                    <a:pt x="233" y="0"/>
                  </a:lnTo>
                  <a:lnTo>
                    <a:pt x="232" y="42"/>
                  </a:lnTo>
                  <a:lnTo>
                    <a:pt x="228" y="83"/>
                  </a:lnTo>
                  <a:lnTo>
                    <a:pt x="222" y="123"/>
                  </a:lnTo>
                  <a:lnTo>
                    <a:pt x="214" y="162"/>
                  </a:lnTo>
                  <a:lnTo>
                    <a:pt x="204" y="197"/>
                  </a:lnTo>
                  <a:lnTo>
                    <a:pt x="192" y="232"/>
                  </a:lnTo>
                  <a:lnTo>
                    <a:pt x="178" y="264"/>
                  </a:lnTo>
                  <a:lnTo>
                    <a:pt x="163" y="293"/>
                  </a:lnTo>
                  <a:lnTo>
                    <a:pt x="146" y="320"/>
                  </a:lnTo>
                  <a:lnTo>
                    <a:pt x="129" y="345"/>
                  </a:lnTo>
                  <a:lnTo>
                    <a:pt x="109" y="365"/>
                  </a:lnTo>
                  <a:lnTo>
                    <a:pt x="89" y="382"/>
                  </a:lnTo>
                  <a:lnTo>
                    <a:pt x="66" y="395"/>
                  </a:lnTo>
                  <a:lnTo>
                    <a:pt x="45" y="406"/>
                  </a:lnTo>
                  <a:lnTo>
                    <a:pt x="23"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2276" name="Freeform 68"/>
            <p:cNvSpPr>
              <a:spLocks/>
            </p:cNvSpPr>
            <p:nvPr/>
          </p:nvSpPr>
          <p:spPr bwMode="auto">
            <a:xfrm>
              <a:off x="1335" y="1943"/>
              <a:ext cx="49" cy="86"/>
            </a:xfrm>
            <a:custGeom>
              <a:avLst/>
              <a:gdLst>
                <a:gd name="T0" fmla="*/ 0 w 246"/>
                <a:gd name="T1" fmla="*/ 0 h 426"/>
                <a:gd name="T2" fmla="*/ 0 w 246"/>
                <a:gd name="T3" fmla="*/ 0 h 426"/>
                <a:gd name="T4" fmla="*/ 0 w 246"/>
                <a:gd name="T5" fmla="*/ 0 h 426"/>
                <a:gd name="T6" fmla="*/ 0 w 246"/>
                <a:gd name="T7" fmla="*/ 1 h 426"/>
                <a:gd name="T8" fmla="*/ 0 w 246"/>
                <a:gd name="T9" fmla="*/ 1 h 426"/>
                <a:gd name="T10" fmla="*/ 0 w 246"/>
                <a:gd name="T11" fmla="*/ 1 h 426"/>
                <a:gd name="T12" fmla="*/ 0 w 246"/>
                <a:gd name="T13" fmla="*/ 2 h 426"/>
                <a:gd name="T14" fmla="*/ 0 w 246"/>
                <a:gd name="T15" fmla="*/ 2 h 426"/>
                <a:gd name="T16" fmla="*/ 0 w 246"/>
                <a:gd name="T17" fmla="*/ 2 h 426"/>
                <a:gd name="T18" fmla="*/ 1 w 246"/>
                <a:gd name="T19" fmla="*/ 2 h 426"/>
                <a:gd name="T20" fmla="*/ 1 w 246"/>
                <a:gd name="T21" fmla="*/ 3 h 426"/>
                <a:gd name="T22" fmla="*/ 1 w 246"/>
                <a:gd name="T23" fmla="*/ 3 h 426"/>
                <a:gd name="T24" fmla="*/ 1 w 246"/>
                <a:gd name="T25" fmla="*/ 3 h 426"/>
                <a:gd name="T26" fmla="*/ 1 w 246"/>
                <a:gd name="T27" fmla="*/ 3 h 426"/>
                <a:gd name="T28" fmla="*/ 1 w 246"/>
                <a:gd name="T29" fmla="*/ 3 h 426"/>
                <a:gd name="T30" fmla="*/ 2 w 246"/>
                <a:gd name="T31" fmla="*/ 3 h 426"/>
                <a:gd name="T32" fmla="*/ 2 w 246"/>
                <a:gd name="T33" fmla="*/ 3 h 426"/>
                <a:gd name="T34" fmla="*/ 2 w 246"/>
                <a:gd name="T35" fmla="*/ 3 h 426"/>
                <a:gd name="T36" fmla="*/ 2 w 246"/>
                <a:gd name="T37" fmla="*/ 3 h 426"/>
                <a:gd name="T38" fmla="*/ 2 w 246"/>
                <a:gd name="T39" fmla="*/ 3 h 426"/>
                <a:gd name="T40" fmla="*/ 2 w 246"/>
                <a:gd name="T41" fmla="*/ 3 h 426"/>
                <a:gd name="T42" fmla="*/ 1 w 246"/>
                <a:gd name="T43" fmla="*/ 3 h 426"/>
                <a:gd name="T44" fmla="*/ 1 w 246"/>
                <a:gd name="T45" fmla="*/ 3 h 426"/>
                <a:gd name="T46" fmla="*/ 1 w 246"/>
                <a:gd name="T47" fmla="*/ 3 h 426"/>
                <a:gd name="T48" fmla="*/ 1 w 246"/>
                <a:gd name="T49" fmla="*/ 3 h 426"/>
                <a:gd name="T50" fmla="*/ 1 w 246"/>
                <a:gd name="T51" fmla="*/ 3 h 426"/>
                <a:gd name="T52" fmla="*/ 1 w 246"/>
                <a:gd name="T53" fmla="*/ 2 h 426"/>
                <a:gd name="T54" fmla="*/ 1 w 246"/>
                <a:gd name="T55" fmla="*/ 2 h 426"/>
                <a:gd name="T56" fmla="*/ 0 w 246"/>
                <a:gd name="T57" fmla="*/ 2 h 426"/>
                <a:gd name="T58" fmla="*/ 0 w 246"/>
                <a:gd name="T59" fmla="*/ 2 h 426"/>
                <a:gd name="T60" fmla="*/ 0 w 246"/>
                <a:gd name="T61" fmla="*/ 1 h 426"/>
                <a:gd name="T62" fmla="*/ 0 w 246"/>
                <a:gd name="T63" fmla="*/ 1 h 426"/>
                <a:gd name="T64" fmla="*/ 0 w 246"/>
                <a:gd name="T65" fmla="*/ 1 h 426"/>
                <a:gd name="T66" fmla="*/ 0 w 246"/>
                <a:gd name="T67" fmla="*/ 0 h 426"/>
                <a:gd name="T68" fmla="*/ 0 w 246"/>
                <a:gd name="T69" fmla="*/ 0 h 426"/>
                <a:gd name="T70" fmla="*/ 0 w 246"/>
                <a:gd name="T71" fmla="*/ 0 h 426"/>
                <a:gd name="T72" fmla="*/ 0 w 246"/>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0"/>
                  </a:moveTo>
                  <a:lnTo>
                    <a:pt x="0" y="0"/>
                  </a:lnTo>
                  <a:lnTo>
                    <a:pt x="1" y="42"/>
                  </a:lnTo>
                  <a:lnTo>
                    <a:pt x="4" y="86"/>
                  </a:lnTo>
                  <a:lnTo>
                    <a:pt x="10" y="126"/>
                  </a:lnTo>
                  <a:lnTo>
                    <a:pt x="18" y="164"/>
                  </a:lnTo>
                  <a:lnTo>
                    <a:pt x="29" y="202"/>
                  </a:lnTo>
                  <a:lnTo>
                    <a:pt x="41" y="237"/>
                  </a:lnTo>
                  <a:lnTo>
                    <a:pt x="55" y="269"/>
                  </a:lnTo>
                  <a:lnTo>
                    <a:pt x="71" y="300"/>
                  </a:lnTo>
                  <a:lnTo>
                    <a:pt x="89" y="327"/>
                  </a:lnTo>
                  <a:lnTo>
                    <a:pt x="107" y="352"/>
                  </a:lnTo>
                  <a:lnTo>
                    <a:pt x="127" y="374"/>
                  </a:lnTo>
                  <a:lnTo>
                    <a:pt x="150" y="392"/>
                  </a:lnTo>
                  <a:lnTo>
                    <a:pt x="171" y="407"/>
                  </a:lnTo>
                  <a:lnTo>
                    <a:pt x="195" y="418"/>
                  </a:lnTo>
                  <a:lnTo>
                    <a:pt x="220" y="423"/>
                  </a:lnTo>
                  <a:lnTo>
                    <a:pt x="246" y="426"/>
                  </a:lnTo>
                  <a:lnTo>
                    <a:pt x="246" y="414"/>
                  </a:lnTo>
                  <a:lnTo>
                    <a:pt x="222" y="412"/>
                  </a:lnTo>
                  <a:lnTo>
                    <a:pt x="200" y="406"/>
                  </a:lnTo>
                  <a:lnTo>
                    <a:pt x="178" y="395"/>
                  </a:lnTo>
                  <a:lnTo>
                    <a:pt x="157" y="382"/>
                  </a:lnTo>
                  <a:lnTo>
                    <a:pt x="137" y="365"/>
                  </a:lnTo>
                  <a:lnTo>
                    <a:pt x="117" y="345"/>
                  </a:lnTo>
                  <a:lnTo>
                    <a:pt x="98" y="320"/>
                  </a:lnTo>
                  <a:lnTo>
                    <a:pt x="83" y="293"/>
                  </a:lnTo>
                  <a:lnTo>
                    <a:pt x="66" y="264"/>
                  </a:lnTo>
                  <a:lnTo>
                    <a:pt x="52" y="232"/>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2277" name="Freeform 69"/>
            <p:cNvSpPr>
              <a:spLocks/>
            </p:cNvSpPr>
            <p:nvPr/>
          </p:nvSpPr>
          <p:spPr bwMode="auto">
            <a:xfrm>
              <a:off x="1335" y="1859"/>
              <a:ext cx="49" cy="84"/>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1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0" y="2"/>
                  </a:lnTo>
                  <a:lnTo>
                    <a:pt x="195" y="8"/>
                  </a:lnTo>
                  <a:lnTo>
                    <a:pt x="171" y="18"/>
                  </a:lnTo>
                  <a:lnTo>
                    <a:pt x="150" y="34"/>
                  </a:lnTo>
                  <a:lnTo>
                    <a:pt x="127" y="51"/>
                  </a:lnTo>
                  <a:lnTo>
                    <a:pt x="107" y="74"/>
                  </a:lnTo>
                  <a:lnTo>
                    <a:pt x="89" y="98"/>
                  </a:lnTo>
                  <a:lnTo>
                    <a:pt x="72" y="125"/>
                  </a:lnTo>
                  <a:lnTo>
                    <a:pt x="55" y="156"/>
                  </a:lnTo>
                  <a:lnTo>
                    <a:pt x="41" y="188"/>
                  </a:lnTo>
                  <a:lnTo>
                    <a:pt x="29" y="222"/>
                  </a:lnTo>
                  <a:lnTo>
                    <a:pt x="18" y="261"/>
                  </a:lnTo>
                  <a:lnTo>
                    <a:pt x="10" y="299"/>
                  </a:lnTo>
                  <a:lnTo>
                    <a:pt x="4" y="339"/>
                  </a:lnTo>
                  <a:lnTo>
                    <a:pt x="1" y="382"/>
                  </a:lnTo>
                  <a:lnTo>
                    <a:pt x="0" y="424"/>
                  </a:lnTo>
                  <a:lnTo>
                    <a:pt x="11" y="424"/>
                  </a:lnTo>
                  <a:lnTo>
                    <a:pt x="13" y="382"/>
                  </a:lnTo>
                  <a:lnTo>
                    <a:pt x="16" y="341"/>
                  </a:lnTo>
                  <a:lnTo>
                    <a:pt x="22" y="301"/>
                  </a:lnTo>
                  <a:lnTo>
                    <a:pt x="30" y="264"/>
                  </a:lnTo>
                  <a:lnTo>
                    <a:pt x="41" y="227"/>
                  </a:lnTo>
                  <a:lnTo>
                    <a:pt x="52" y="193"/>
                  </a:lnTo>
                  <a:lnTo>
                    <a:pt x="66" y="160"/>
                  </a:lnTo>
                  <a:lnTo>
                    <a:pt x="82" y="132"/>
                  </a:lnTo>
                  <a:lnTo>
                    <a:pt x="98" y="105"/>
                  </a:lnTo>
                  <a:lnTo>
                    <a:pt x="117" y="81"/>
                  </a:lnTo>
                  <a:lnTo>
                    <a:pt x="137" y="61"/>
                  </a:lnTo>
                  <a:lnTo>
                    <a:pt x="157" y="43"/>
                  </a:lnTo>
                  <a:lnTo>
                    <a:pt x="178" y="30"/>
                  </a:lnTo>
                  <a:lnTo>
                    <a:pt x="200" y="20"/>
                  </a:lnTo>
                  <a:lnTo>
                    <a:pt x="222" y="14"/>
                  </a:lnTo>
                  <a:lnTo>
                    <a:pt x="246" y="11"/>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2278" name="Freeform 70"/>
            <p:cNvSpPr>
              <a:spLocks/>
            </p:cNvSpPr>
            <p:nvPr/>
          </p:nvSpPr>
          <p:spPr bwMode="auto">
            <a:xfrm>
              <a:off x="1552" y="1751"/>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1" y="339"/>
                  </a:lnTo>
                  <a:lnTo>
                    <a:pt x="235" y="299"/>
                  </a:lnTo>
                  <a:lnTo>
                    <a:pt x="226" y="261"/>
                  </a:lnTo>
                  <a:lnTo>
                    <a:pt x="216" y="223"/>
                  </a:lnTo>
                  <a:lnTo>
                    <a:pt x="204" y="189"/>
                  </a:lnTo>
                  <a:lnTo>
                    <a:pt x="190" y="156"/>
                  </a:lnTo>
                  <a:lnTo>
                    <a:pt x="174" y="125"/>
                  </a:lnTo>
                  <a:lnTo>
                    <a:pt x="156" y="98"/>
                  </a:lnTo>
                  <a:lnTo>
                    <a:pt x="137" y="74"/>
                  </a:lnTo>
                  <a:lnTo>
                    <a:pt x="119" y="52"/>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8" y="81"/>
                  </a:lnTo>
                  <a:lnTo>
                    <a:pt x="147" y="105"/>
                  </a:lnTo>
                  <a:lnTo>
                    <a:pt x="164" y="132"/>
                  </a:lnTo>
                  <a:lnTo>
                    <a:pt x="178" y="161"/>
                  </a:lnTo>
                  <a:lnTo>
                    <a:pt x="193" y="193"/>
                  </a:lnTo>
                  <a:lnTo>
                    <a:pt x="204" y="227"/>
                  </a:lnTo>
                  <a:lnTo>
                    <a:pt x="215" y="264"/>
                  </a:lnTo>
                  <a:lnTo>
                    <a:pt x="223" y="301"/>
                  </a:lnTo>
                  <a:lnTo>
                    <a:pt x="229" y="341"/>
                  </a:lnTo>
                  <a:lnTo>
                    <a:pt x="232" y="382"/>
                  </a:lnTo>
                  <a:lnTo>
                    <a:pt x="234"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2279" name="Freeform 71"/>
            <p:cNvSpPr>
              <a:spLocks/>
            </p:cNvSpPr>
            <p:nvPr/>
          </p:nvSpPr>
          <p:spPr bwMode="auto">
            <a:xfrm>
              <a:off x="1552" y="1836"/>
              <a:ext cx="49" cy="85"/>
            </a:xfrm>
            <a:custGeom>
              <a:avLst/>
              <a:gdLst>
                <a:gd name="T0" fmla="*/ 0 w 245"/>
                <a:gd name="T1" fmla="*/ 3 h 425"/>
                <a:gd name="T2" fmla="*/ 0 w 245"/>
                <a:gd name="T3" fmla="*/ 3 h 425"/>
                <a:gd name="T4" fmla="*/ 0 w 245"/>
                <a:gd name="T5" fmla="*/ 3 h 425"/>
                <a:gd name="T6" fmla="*/ 0 w 245"/>
                <a:gd name="T7" fmla="*/ 3 h 425"/>
                <a:gd name="T8" fmla="*/ 1 w 245"/>
                <a:gd name="T9" fmla="*/ 3 h 425"/>
                <a:gd name="T10" fmla="*/ 1 w 245"/>
                <a:gd name="T11" fmla="*/ 3 h 425"/>
                <a:gd name="T12" fmla="*/ 1 w 245"/>
                <a:gd name="T13" fmla="*/ 3 h 425"/>
                <a:gd name="T14" fmla="*/ 1 w 245"/>
                <a:gd name="T15" fmla="*/ 3 h 425"/>
                <a:gd name="T16" fmla="*/ 1 w 245"/>
                <a:gd name="T17" fmla="*/ 3 h 425"/>
                <a:gd name="T18" fmla="*/ 1 w 245"/>
                <a:gd name="T19" fmla="*/ 2 h 425"/>
                <a:gd name="T20" fmla="*/ 2 w 245"/>
                <a:gd name="T21" fmla="*/ 2 h 425"/>
                <a:gd name="T22" fmla="*/ 2 w 245"/>
                <a:gd name="T23" fmla="*/ 2 h 425"/>
                <a:gd name="T24" fmla="*/ 2 w 245"/>
                <a:gd name="T25" fmla="*/ 2 h 425"/>
                <a:gd name="T26" fmla="*/ 2 w 245"/>
                <a:gd name="T27" fmla="*/ 1 h 425"/>
                <a:gd name="T28" fmla="*/ 2 w 245"/>
                <a:gd name="T29" fmla="*/ 1 h 425"/>
                <a:gd name="T30" fmla="*/ 2 w 245"/>
                <a:gd name="T31" fmla="*/ 1 h 425"/>
                <a:gd name="T32" fmla="*/ 2 w 245"/>
                <a:gd name="T33" fmla="*/ 0 h 425"/>
                <a:gd name="T34" fmla="*/ 2 w 245"/>
                <a:gd name="T35" fmla="*/ 0 h 425"/>
                <a:gd name="T36" fmla="*/ 2 w 245"/>
                <a:gd name="T37" fmla="*/ 0 h 425"/>
                <a:gd name="T38" fmla="*/ 2 w 245"/>
                <a:gd name="T39" fmla="*/ 0 h 425"/>
                <a:gd name="T40" fmla="*/ 2 w 245"/>
                <a:gd name="T41" fmla="*/ 1 h 425"/>
                <a:gd name="T42" fmla="*/ 2 w 245"/>
                <a:gd name="T43" fmla="*/ 1 h 425"/>
                <a:gd name="T44" fmla="*/ 2 w 245"/>
                <a:gd name="T45" fmla="*/ 1 h 425"/>
                <a:gd name="T46" fmla="*/ 2 w 245"/>
                <a:gd name="T47" fmla="*/ 2 h 425"/>
                <a:gd name="T48" fmla="*/ 2 w 245"/>
                <a:gd name="T49" fmla="*/ 2 h 425"/>
                <a:gd name="T50" fmla="*/ 1 w 245"/>
                <a:gd name="T51" fmla="*/ 2 h 425"/>
                <a:gd name="T52" fmla="*/ 1 w 245"/>
                <a:gd name="T53" fmla="*/ 2 h 425"/>
                <a:gd name="T54" fmla="*/ 1 w 245"/>
                <a:gd name="T55" fmla="*/ 3 h 425"/>
                <a:gd name="T56" fmla="*/ 1 w 245"/>
                <a:gd name="T57" fmla="*/ 3 h 425"/>
                <a:gd name="T58" fmla="*/ 1 w 245"/>
                <a:gd name="T59" fmla="*/ 3 h 425"/>
                <a:gd name="T60" fmla="*/ 1 w 245"/>
                <a:gd name="T61" fmla="*/ 3 h 425"/>
                <a:gd name="T62" fmla="*/ 1 w 245"/>
                <a:gd name="T63" fmla="*/ 3 h 425"/>
                <a:gd name="T64" fmla="*/ 0 w 245"/>
                <a:gd name="T65" fmla="*/ 3 h 425"/>
                <a:gd name="T66" fmla="*/ 0 w 245"/>
                <a:gd name="T67" fmla="*/ 3 h 425"/>
                <a:gd name="T68" fmla="*/ 0 w 245"/>
                <a:gd name="T69" fmla="*/ 3 h 425"/>
                <a:gd name="T70" fmla="*/ 0 w 245"/>
                <a:gd name="T71" fmla="*/ 3 h 425"/>
                <a:gd name="T72" fmla="*/ 0 w 245"/>
                <a:gd name="T73" fmla="*/ 3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5"/>
                <a:gd name="T113" fmla="*/ 245 w 245"/>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5">
                  <a:moveTo>
                    <a:pt x="0" y="425"/>
                  </a:moveTo>
                  <a:lnTo>
                    <a:pt x="0" y="425"/>
                  </a:lnTo>
                  <a:lnTo>
                    <a:pt x="26" y="422"/>
                  </a:lnTo>
                  <a:lnTo>
                    <a:pt x="51" y="417"/>
                  </a:lnTo>
                  <a:lnTo>
                    <a:pt x="74" y="406"/>
                  </a:lnTo>
                  <a:lnTo>
                    <a:pt x="96" y="391"/>
                  </a:lnTo>
                  <a:lnTo>
                    <a:pt x="119" y="373"/>
                  </a:lnTo>
                  <a:lnTo>
                    <a:pt x="137" y="351"/>
                  </a:lnTo>
                  <a:lnTo>
                    <a:pt x="156" y="326"/>
                  </a:lnTo>
                  <a:lnTo>
                    <a:pt x="174" y="299"/>
                  </a:lnTo>
                  <a:lnTo>
                    <a:pt x="190" y="269"/>
                  </a:lnTo>
                  <a:lnTo>
                    <a:pt x="204" y="236"/>
                  </a:lnTo>
                  <a:lnTo>
                    <a:pt x="216" y="202"/>
                  </a:lnTo>
                  <a:lnTo>
                    <a:pt x="226" y="163"/>
                  </a:lnTo>
                  <a:lnTo>
                    <a:pt x="235" y="126"/>
                  </a:lnTo>
                  <a:lnTo>
                    <a:pt x="241" y="86"/>
                  </a:lnTo>
                  <a:lnTo>
                    <a:pt x="244" y="43"/>
                  </a:lnTo>
                  <a:lnTo>
                    <a:pt x="245" y="0"/>
                  </a:lnTo>
                  <a:lnTo>
                    <a:pt x="234" y="0"/>
                  </a:lnTo>
                  <a:lnTo>
                    <a:pt x="232" y="43"/>
                  </a:lnTo>
                  <a:lnTo>
                    <a:pt x="229" y="84"/>
                  </a:lnTo>
                  <a:lnTo>
                    <a:pt x="223" y="123"/>
                  </a:lnTo>
                  <a:lnTo>
                    <a:pt x="215" y="161"/>
                  </a:lnTo>
                  <a:lnTo>
                    <a:pt x="204" y="197"/>
                  </a:lnTo>
                  <a:lnTo>
                    <a:pt x="193" y="231"/>
                  </a:lnTo>
                  <a:lnTo>
                    <a:pt x="178" y="264"/>
                  </a:lnTo>
                  <a:lnTo>
                    <a:pt x="164" y="292"/>
                  </a:lnTo>
                  <a:lnTo>
                    <a:pt x="147" y="319"/>
                  </a:lnTo>
                  <a:lnTo>
                    <a:pt x="128" y="344"/>
                  </a:lnTo>
                  <a:lnTo>
                    <a:pt x="109" y="364"/>
                  </a:lnTo>
                  <a:lnTo>
                    <a:pt x="89" y="381"/>
                  </a:lnTo>
                  <a:lnTo>
                    <a:pt x="67" y="394"/>
                  </a:lnTo>
                  <a:lnTo>
                    <a:pt x="46" y="405"/>
                  </a:lnTo>
                  <a:lnTo>
                    <a:pt x="24" y="411"/>
                  </a:lnTo>
                  <a:lnTo>
                    <a:pt x="0" y="413"/>
                  </a:lnTo>
                  <a:lnTo>
                    <a:pt x="0" y="425"/>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2280" name="Freeform 72"/>
            <p:cNvSpPr>
              <a:spLocks/>
            </p:cNvSpPr>
            <p:nvPr/>
          </p:nvSpPr>
          <p:spPr bwMode="auto">
            <a:xfrm>
              <a:off x="1502" y="1836"/>
              <a:ext cx="50" cy="85"/>
            </a:xfrm>
            <a:custGeom>
              <a:avLst/>
              <a:gdLst>
                <a:gd name="T0" fmla="*/ 0 w 246"/>
                <a:gd name="T1" fmla="*/ 0 h 425"/>
                <a:gd name="T2" fmla="*/ 0 w 246"/>
                <a:gd name="T3" fmla="*/ 0 h 425"/>
                <a:gd name="T4" fmla="*/ 0 w 246"/>
                <a:gd name="T5" fmla="*/ 0 h 425"/>
                <a:gd name="T6" fmla="*/ 0 w 246"/>
                <a:gd name="T7" fmla="*/ 1 h 425"/>
                <a:gd name="T8" fmla="*/ 0 w 246"/>
                <a:gd name="T9" fmla="*/ 1 h 425"/>
                <a:gd name="T10" fmla="*/ 0 w 246"/>
                <a:gd name="T11" fmla="*/ 1 h 425"/>
                <a:gd name="T12" fmla="*/ 0 w 246"/>
                <a:gd name="T13" fmla="*/ 2 h 425"/>
                <a:gd name="T14" fmla="*/ 0 w 246"/>
                <a:gd name="T15" fmla="*/ 2 h 425"/>
                <a:gd name="T16" fmla="*/ 0 w 246"/>
                <a:gd name="T17" fmla="*/ 2 h 425"/>
                <a:gd name="T18" fmla="*/ 1 w 246"/>
                <a:gd name="T19" fmla="*/ 2 h 425"/>
                <a:gd name="T20" fmla="*/ 1 w 246"/>
                <a:gd name="T21" fmla="*/ 3 h 425"/>
                <a:gd name="T22" fmla="*/ 1 w 246"/>
                <a:gd name="T23" fmla="*/ 3 h 425"/>
                <a:gd name="T24" fmla="*/ 1 w 246"/>
                <a:gd name="T25" fmla="*/ 3 h 425"/>
                <a:gd name="T26" fmla="*/ 1 w 246"/>
                <a:gd name="T27" fmla="*/ 3 h 425"/>
                <a:gd name="T28" fmla="*/ 1 w 246"/>
                <a:gd name="T29" fmla="*/ 3 h 425"/>
                <a:gd name="T30" fmla="*/ 2 w 246"/>
                <a:gd name="T31" fmla="*/ 3 h 425"/>
                <a:gd name="T32" fmla="*/ 2 w 246"/>
                <a:gd name="T33" fmla="*/ 3 h 425"/>
                <a:gd name="T34" fmla="*/ 2 w 246"/>
                <a:gd name="T35" fmla="*/ 3 h 425"/>
                <a:gd name="T36" fmla="*/ 2 w 246"/>
                <a:gd name="T37" fmla="*/ 3 h 425"/>
                <a:gd name="T38" fmla="*/ 2 w 246"/>
                <a:gd name="T39" fmla="*/ 3 h 425"/>
                <a:gd name="T40" fmla="*/ 2 w 246"/>
                <a:gd name="T41" fmla="*/ 3 h 425"/>
                <a:gd name="T42" fmla="*/ 1 w 246"/>
                <a:gd name="T43" fmla="*/ 3 h 425"/>
                <a:gd name="T44" fmla="*/ 1 w 246"/>
                <a:gd name="T45" fmla="*/ 3 h 425"/>
                <a:gd name="T46" fmla="*/ 1 w 246"/>
                <a:gd name="T47" fmla="*/ 3 h 425"/>
                <a:gd name="T48" fmla="*/ 1 w 246"/>
                <a:gd name="T49" fmla="*/ 3 h 425"/>
                <a:gd name="T50" fmla="*/ 1 w 246"/>
                <a:gd name="T51" fmla="*/ 3 h 425"/>
                <a:gd name="T52" fmla="*/ 1 w 246"/>
                <a:gd name="T53" fmla="*/ 2 h 425"/>
                <a:gd name="T54" fmla="*/ 1 w 246"/>
                <a:gd name="T55" fmla="*/ 2 h 425"/>
                <a:gd name="T56" fmla="*/ 0 w 246"/>
                <a:gd name="T57" fmla="*/ 2 h 425"/>
                <a:gd name="T58" fmla="*/ 0 w 246"/>
                <a:gd name="T59" fmla="*/ 2 h 425"/>
                <a:gd name="T60" fmla="*/ 0 w 246"/>
                <a:gd name="T61" fmla="*/ 1 h 425"/>
                <a:gd name="T62" fmla="*/ 0 w 246"/>
                <a:gd name="T63" fmla="*/ 1 h 425"/>
                <a:gd name="T64" fmla="*/ 0 w 246"/>
                <a:gd name="T65" fmla="*/ 1 h 425"/>
                <a:gd name="T66" fmla="*/ 0 w 246"/>
                <a:gd name="T67" fmla="*/ 0 h 425"/>
                <a:gd name="T68" fmla="*/ 0 w 246"/>
                <a:gd name="T69" fmla="*/ 0 h 425"/>
                <a:gd name="T70" fmla="*/ 0 w 246"/>
                <a:gd name="T71" fmla="*/ 0 h 425"/>
                <a:gd name="T72" fmla="*/ 0 w 246"/>
                <a:gd name="T73" fmla="*/ 0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5"/>
                <a:gd name="T113" fmla="*/ 246 w 246"/>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5">
                  <a:moveTo>
                    <a:pt x="0" y="0"/>
                  </a:moveTo>
                  <a:lnTo>
                    <a:pt x="0" y="0"/>
                  </a:lnTo>
                  <a:lnTo>
                    <a:pt x="2" y="43"/>
                  </a:lnTo>
                  <a:lnTo>
                    <a:pt x="5" y="86"/>
                  </a:lnTo>
                  <a:lnTo>
                    <a:pt x="11" y="126"/>
                  </a:lnTo>
                  <a:lnTo>
                    <a:pt x="19" y="163"/>
                  </a:lnTo>
                  <a:lnTo>
                    <a:pt x="30" y="202"/>
                  </a:lnTo>
                  <a:lnTo>
                    <a:pt x="41" y="236"/>
                  </a:lnTo>
                  <a:lnTo>
                    <a:pt x="55" y="269"/>
                  </a:lnTo>
                  <a:lnTo>
                    <a:pt x="73" y="299"/>
                  </a:lnTo>
                  <a:lnTo>
                    <a:pt x="89" y="326"/>
                  </a:lnTo>
                  <a:lnTo>
                    <a:pt x="108" y="351"/>
                  </a:lnTo>
                  <a:lnTo>
                    <a:pt x="128" y="373"/>
                  </a:lnTo>
                  <a:lnTo>
                    <a:pt x="150" y="391"/>
                  </a:lnTo>
                  <a:lnTo>
                    <a:pt x="171" y="406"/>
                  </a:lnTo>
                  <a:lnTo>
                    <a:pt x="196" y="417"/>
                  </a:lnTo>
                  <a:lnTo>
                    <a:pt x="221" y="422"/>
                  </a:lnTo>
                  <a:lnTo>
                    <a:pt x="246" y="425"/>
                  </a:lnTo>
                  <a:lnTo>
                    <a:pt x="246" y="413"/>
                  </a:lnTo>
                  <a:lnTo>
                    <a:pt x="223" y="411"/>
                  </a:lnTo>
                  <a:lnTo>
                    <a:pt x="201" y="405"/>
                  </a:lnTo>
                  <a:lnTo>
                    <a:pt x="178" y="394"/>
                  </a:lnTo>
                  <a:lnTo>
                    <a:pt x="157" y="381"/>
                  </a:lnTo>
                  <a:lnTo>
                    <a:pt x="137" y="364"/>
                  </a:lnTo>
                  <a:lnTo>
                    <a:pt x="117" y="344"/>
                  </a:lnTo>
                  <a:lnTo>
                    <a:pt x="99" y="319"/>
                  </a:lnTo>
                  <a:lnTo>
                    <a:pt x="82" y="292"/>
                  </a:lnTo>
                  <a:lnTo>
                    <a:pt x="67" y="264"/>
                  </a:lnTo>
                  <a:lnTo>
                    <a:pt x="53" y="231"/>
                  </a:lnTo>
                  <a:lnTo>
                    <a:pt x="41" y="197"/>
                  </a:lnTo>
                  <a:lnTo>
                    <a:pt x="31" y="161"/>
                  </a:lnTo>
                  <a:lnTo>
                    <a:pt x="23" y="123"/>
                  </a:lnTo>
                  <a:lnTo>
                    <a:pt x="17" y="84"/>
                  </a:lnTo>
                  <a:lnTo>
                    <a:pt x="13" y="4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2281" name="Freeform 73"/>
            <p:cNvSpPr>
              <a:spLocks/>
            </p:cNvSpPr>
            <p:nvPr/>
          </p:nvSpPr>
          <p:spPr bwMode="auto">
            <a:xfrm>
              <a:off x="1502" y="1751"/>
              <a:ext cx="50" cy="85"/>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2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1" y="2"/>
                  </a:lnTo>
                  <a:lnTo>
                    <a:pt x="196" y="8"/>
                  </a:lnTo>
                  <a:lnTo>
                    <a:pt x="171" y="19"/>
                  </a:lnTo>
                  <a:lnTo>
                    <a:pt x="150" y="34"/>
                  </a:lnTo>
                  <a:lnTo>
                    <a:pt x="128" y="52"/>
                  </a:lnTo>
                  <a:lnTo>
                    <a:pt x="108" y="74"/>
                  </a:lnTo>
                  <a:lnTo>
                    <a:pt x="89" y="98"/>
                  </a:lnTo>
                  <a:lnTo>
                    <a:pt x="73" y="125"/>
                  </a:lnTo>
                  <a:lnTo>
                    <a:pt x="55" y="156"/>
                  </a:lnTo>
                  <a:lnTo>
                    <a:pt x="41" y="189"/>
                  </a:lnTo>
                  <a:lnTo>
                    <a:pt x="30" y="223"/>
                  </a:lnTo>
                  <a:lnTo>
                    <a:pt x="19" y="261"/>
                  </a:lnTo>
                  <a:lnTo>
                    <a:pt x="11" y="299"/>
                  </a:lnTo>
                  <a:lnTo>
                    <a:pt x="5" y="339"/>
                  </a:lnTo>
                  <a:lnTo>
                    <a:pt x="2" y="382"/>
                  </a:lnTo>
                  <a:lnTo>
                    <a:pt x="0" y="424"/>
                  </a:lnTo>
                  <a:lnTo>
                    <a:pt x="12" y="424"/>
                  </a:lnTo>
                  <a:lnTo>
                    <a:pt x="13" y="382"/>
                  </a:lnTo>
                  <a:lnTo>
                    <a:pt x="17" y="341"/>
                  </a:lnTo>
                  <a:lnTo>
                    <a:pt x="23" y="301"/>
                  </a:lnTo>
                  <a:lnTo>
                    <a:pt x="31" y="264"/>
                  </a:lnTo>
                  <a:lnTo>
                    <a:pt x="41" y="227"/>
                  </a:lnTo>
                  <a:lnTo>
                    <a:pt x="53" y="193"/>
                  </a:lnTo>
                  <a:lnTo>
                    <a:pt x="67" y="161"/>
                  </a:lnTo>
                  <a:lnTo>
                    <a:pt x="82" y="132"/>
                  </a:lnTo>
                  <a:lnTo>
                    <a:pt x="99" y="105"/>
                  </a:lnTo>
                  <a:lnTo>
                    <a:pt x="117" y="81"/>
                  </a:lnTo>
                  <a:lnTo>
                    <a:pt x="137" y="61"/>
                  </a:lnTo>
                  <a:lnTo>
                    <a:pt x="157" y="43"/>
                  </a:lnTo>
                  <a:lnTo>
                    <a:pt x="178" y="30"/>
                  </a:lnTo>
                  <a:lnTo>
                    <a:pt x="201" y="20"/>
                  </a:lnTo>
                  <a:lnTo>
                    <a:pt x="223" y="14"/>
                  </a:lnTo>
                  <a:lnTo>
                    <a:pt x="246" y="12"/>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2282" name="Freeform 74"/>
            <p:cNvSpPr>
              <a:spLocks/>
            </p:cNvSpPr>
            <p:nvPr/>
          </p:nvSpPr>
          <p:spPr bwMode="auto">
            <a:xfrm>
              <a:off x="1565" y="2016"/>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0" y="339"/>
                  </a:lnTo>
                  <a:lnTo>
                    <a:pt x="234" y="299"/>
                  </a:lnTo>
                  <a:lnTo>
                    <a:pt x="226" y="261"/>
                  </a:lnTo>
                  <a:lnTo>
                    <a:pt x="216" y="223"/>
                  </a:lnTo>
                  <a:lnTo>
                    <a:pt x="204" y="189"/>
                  </a:lnTo>
                  <a:lnTo>
                    <a:pt x="190" y="156"/>
                  </a:lnTo>
                  <a:lnTo>
                    <a:pt x="174" y="125"/>
                  </a:lnTo>
                  <a:lnTo>
                    <a:pt x="156" y="98"/>
                  </a:lnTo>
                  <a:lnTo>
                    <a:pt x="138" y="74"/>
                  </a:lnTo>
                  <a:lnTo>
                    <a:pt x="118" y="51"/>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9" y="81"/>
                  </a:lnTo>
                  <a:lnTo>
                    <a:pt x="147" y="105"/>
                  </a:lnTo>
                  <a:lnTo>
                    <a:pt x="164" y="132"/>
                  </a:lnTo>
                  <a:lnTo>
                    <a:pt x="178" y="160"/>
                  </a:lnTo>
                  <a:lnTo>
                    <a:pt x="192" y="193"/>
                  </a:lnTo>
                  <a:lnTo>
                    <a:pt x="204" y="227"/>
                  </a:lnTo>
                  <a:lnTo>
                    <a:pt x="215" y="264"/>
                  </a:lnTo>
                  <a:lnTo>
                    <a:pt x="223" y="301"/>
                  </a:lnTo>
                  <a:lnTo>
                    <a:pt x="229"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2283" name="Freeform 75"/>
            <p:cNvSpPr>
              <a:spLocks/>
            </p:cNvSpPr>
            <p:nvPr/>
          </p:nvSpPr>
          <p:spPr bwMode="auto">
            <a:xfrm>
              <a:off x="1565" y="2101"/>
              <a:ext cx="49" cy="85"/>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6" y="423"/>
                  </a:lnTo>
                  <a:lnTo>
                    <a:pt x="51" y="418"/>
                  </a:lnTo>
                  <a:lnTo>
                    <a:pt x="74" y="407"/>
                  </a:lnTo>
                  <a:lnTo>
                    <a:pt x="96" y="392"/>
                  </a:lnTo>
                  <a:lnTo>
                    <a:pt x="118" y="373"/>
                  </a:lnTo>
                  <a:lnTo>
                    <a:pt x="138" y="351"/>
                  </a:lnTo>
                  <a:lnTo>
                    <a:pt x="156" y="327"/>
                  </a:lnTo>
                  <a:lnTo>
                    <a:pt x="175" y="299"/>
                  </a:lnTo>
                  <a:lnTo>
                    <a:pt x="190" y="269"/>
                  </a:lnTo>
                  <a:lnTo>
                    <a:pt x="204" y="236"/>
                  </a:lnTo>
                  <a:lnTo>
                    <a:pt x="216" y="202"/>
                  </a:lnTo>
                  <a:lnTo>
                    <a:pt x="226" y="164"/>
                  </a:lnTo>
                  <a:lnTo>
                    <a:pt x="234" y="126"/>
                  </a:lnTo>
                  <a:lnTo>
                    <a:pt x="240" y="86"/>
                  </a:lnTo>
                  <a:lnTo>
                    <a:pt x="244" y="42"/>
                  </a:lnTo>
                  <a:lnTo>
                    <a:pt x="245" y="0"/>
                  </a:lnTo>
                  <a:lnTo>
                    <a:pt x="233" y="0"/>
                  </a:lnTo>
                  <a:lnTo>
                    <a:pt x="232" y="42"/>
                  </a:lnTo>
                  <a:lnTo>
                    <a:pt x="229" y="83"/>
                  </a:lnTo>
                  <a:lnTo>
                    <a:pt x="223" y="123"/>
                  </a:lnTo>
                  <a:lnTo>
                    <a:pt x="215" y="162"/>
                  </a:lnTo>
                  <a:lnTo>
                    <a:pt x="204" y="197"/>
                  </a:lnTo>
                  <a:lnTo>
                    <a:pt x="192" y="231"/>
                  </a:lnTo>
                  <a:lnTo>
                    <a:pt x="178" y="264"/>
                  </a:lnTo>
                  <a:lnTo>
                    <a:pt x="163" y="292"/>
                  </a:lnTo>
                  <a:lnTo>
                    <a:pt x="147" y="320"/>
                  </a:lnTo>
                  <a:lnTo>
                    <a:pt x="129" y="344"/>
                  </a:lnTo>
                  <a:lnTo>
                    <a:pt x="109" y="364"/>
                  </a:lnTo>
                  <a:lnTo>
                    <a:pt x="89" y="382"/>
                  </a:lnTo>
                  <a:lnTo>
                    <a:pt x="67" y="395"/>
                  </a:lnTo>
                  <a:lnTo>
                    <a:pt x="46" y="406"/>
                  </a:lnTo>
                  <a:lnTo>
                    <a:pt x="24"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2284" name="Freeform 76"/>
            <p:cNvSpPr>
              <a:spLocks/>
            </p:cNvSpPr>
            <p:nvPr/>
          </p:nvSpPr>
          <p:spPr bwMode="auto">
            <a:xfrm>
              <a:off x="1516" y="2101"/>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5" y="86"/>
                  </a:lnTo>
                  <a:lnTo>
                    <a:pt x="11" y="126"/>
                  </a:lnTo>
                  <a:lnTo>
                    <a:pt x="19" y="164"/>
                  </a:lnTo>
                  <a:lnTo>
                    <a:pt x="30" y="202"/>
                  </a:lnTo>
                  <a:lnTo>
                    <a:pt x="41" y="236"/>
                  </a:lnTo>
                  <a:lnTo>
                    <a:pt x="55" y="269"/>
                  </a:lnTo>
                  <a:lnTo>
                    <a:pt x="71" y="299"/>
                  </a:lnTo>
                  <a:lnTo>
                    <a:pt x="89" y="327"/>
                  </a:lnTo>
                  <a:lnTo>
                    <a:pt x="107" y="351"/>
                  </a:lnTo>
                  <a:lnTo>
                    <a:pt x="127" y="373"/>
                  </a:lnTo>
                  <a:lnTo>
                    <a:pt x="149" y="392"/>
                  </a:lnTo>
                  <a:lnTo>
                    <a:pt x="171" y="407"/>
                  </a:lnTo>
                  <a:lnTo>
                    <a:pt x="195" y="418"/>
                  </a:lnTo>
                  <a:lnTo>
                    <a:pt x="219" y="423"/>
                  </a:lnTo>
                  <a:lnTo>
                    <a:pt x="245" y="426"/>
                  </a:lnTo>
                  <a:lnTo>
                    <a:pt x="245" y="414"/>
                  </a:lnTo>
                  <a:lnTo>
                    <a:pt x="222" y="412"/>
                  </a:lnTo>
                  <a:lnTo>
                    <a:pt x="199" y="406"/>
                  </a:lnTo>
                  <a:lnTo>
                    <a:pt x="178" y="395"/>
                  </a:lnTo>
                  <a:lnTo>
                    <a:pt x="156" y="382"/>
                  </a:lnTo>
                  <a:lnTo>
                    <a:pt x="136" y="364"/>
                  </a:lnTo>
                  <a:lnTo>
                    <a:pt x="116" y="344"/>
                  </a:lnTo>
                  <a:lnTo>
                    <a:pt x="99" y="320"/>
                  </a:lnTo>
                  <a:lnTo>
                    <a:pt x="82" y="292"/>
                  </a:lnTo>
                  <a:lnTo>
                    <a:pt x="67" y="264"/>
                  </a:lnTo>
                  <a:lnTo>
                    <a:pt x="53" y="231"/>
                  </a:lnTo>
                  <a:lnTo>
                    <a:pt x="41" y="197"/>
                  </a:lnTo>
                  <a:lnTo>
                    <a:pt x="31" y="162"/>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2285" name="Freeform 77"/>
            <p:cNvSpPr>
              <a:spLocks/>
            </p:cNvSpPr>
            <p:nvPr/>
          </p:nvSpPr>
          <p:spPr bwMode="auto">
            <a:xfrm>
              <a:off x="1516" y="2016"/>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5" y="8"/>
                  </a:lnTo>
                  <a:lnTo>
                    <a:pt x="171" y="19"/>
                  </a:lnTo>
                  <a:lnTo>
                    <a:pt x="149" y="34"/>
                  </a:lnTo>
                  <a:lnTo>
                    <a:pt x="127" y="51"/>
                  </a:lnTo>
                  <a:lnTo>
                    <a:pt x="107" y="74"/>
                  </a:lnTo>
                  <a:lnTo>
                    <a:pt x="89" y="98"/>
                  </a:lnTo>
                  <a:lnTo>
                    <a:pt x="72" y="125"/>
                  </a:lnTo>
                  <a:lnTo>
                    <a:pt x="55" y="156"/>
                  </a:lnTo>
                  <a:lnTo>
                    <a:pt x="41" y="189"/>
                  </a:lnTo>
                  <a:lnTo>
                    <a:pt x="30" y="223"/>
                  </a:lnTo>
                  <a:lnTo>
                    <a:pt x="19" y="261"/>
                  </a:lnTo>
                  <a:lnTo>
                    <a:pt x="11" y="299"/>
                  </a:lnTo>
                  <a:lnTo>
                    <a:pt x="5" y="339"/>
                  </a:lnTo>
                  <a:lnTo>
                    <a:pt x="1" y="382"/>
                  </a:lnTo>
                  <a:lnTo>
                    <a:pt x="0" y="424"/>
                  </a:lnTo>
                  <a:lnTo>
                    <a:pt x="12" y="424"/>
                  </a:lnTo>
                  <a:lnTo>
                    <a:pt x="13" y="382"/>
                  </a:lnTo>
                  <a:lnTo>
                    <a:pt x="17" y="341"/>
                  </a:lnTo>
                  <a:lnTo>
                    <a:pt x="23" y="301"/>
                  </a:lnTo>
                  <a:lnTo>
                    <a:pt x="31" y="264"/>
                  </a:lnTo>
                  <a:lnTo>
                    <a:pt x="41" y="227"/>
                  </a:lnTo>
                  <a:lnTo>
                    <a:pt x="53" y="193"/>
                  </a:lnTo>
                  <a:lnTo>
                    <a:pt x="67" y="160"/>
                  </a:lnTo>
                  <a:lnTo>
                    <a:pt x="81" y="132"/>
                  </a:lnTo>
                  <a:lnTo>
                    <a:pt x="99" y="105"/>
                  </a:lnTo>
                  <a:lnTo>
                    <a:pt x="116" y="81"/>
                  </a:lnTo>
                  <a:lnTo>
                    <a:pt x="136" y="61"/>
                  </a:lnTo>
                  <a:lnTo>
                    <a:pt x="156" y="43"/>
                  </a:lnTo>
                  <a:lnTo>
                    <a:pt x="178" y="30"/>
                  </a:lnTo>
                  <a:lnTo>
                    <a:pt x="199" y="20"/>
                  </a:lnTo>
                  <a:lnTo>
                    <a:pt x="222"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sp>
        <p:nvSpPr>
          <p:cNvPr id="52232" name="Rectangle 79"/>
          <p:cNvSpPr>
            <a:spLocks noChangeArrowheads="1"/>
          </p:cNvSpPr>
          <p:nvPr/>
        </p:nvSpPr>
        <p:spPr bwMode="auto">
          <a:xfrm>
            <a:off x="611188" y="0"/>
            <a:ext cx="6388100" cy="6477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3000"/>
              <a:t>Sem. 1 - Lundi</a:t>
            </a:r>
          </a:p>
        </p:txBody>
      </p:sp>
      <p:sp>
        <p:nvSpPr>
          <p:cNvPr id="52233" name="Text Box 80"/>
          <p:cNvSpPr txBox="1">
            <a:spLocks noChangeArrowheads="1"/>
          </p:cNvSpPr>
          <p:nvPr/>
        </p:nvSpPr>
        <p:spPr bwMode="auto">
          <a:xfrm>
            <a:off x="566738" y="2697163"/>
            <a:ext cx="3217862"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2. Pas de commandes</a:t>
            </a:r>
          </a:p>
        </p:txBody>
      </p:sp>
      <p:sp>
        <p:nvSpPr>
          <p:cNvPr id="52234" name="Text Box 81"/>
          <p:cNvSpPr txBox="1">
            <a:spLocks noChangeArrowheads="1"/>
          </p:cNvSpPr>
          <p:nvPr/>
        </p:nvSpPr>
        <p:spPr bwMode="auto">
          <a:xfrm>
            <a:off x="566738" y="5211763"/>
            <a:ext cx="6543675" cy="4429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eaLnBrk="1" hangingPunct="1">
              <a:spcBef>
                <a:spcPct val="0"/>
              </a:spcBef>
              <a:buFontTx/>
              <a:buNone/>
            </a:pPr>
            <a:r>
              <a:rPr lang="fr-FR" altLang="fr-FR" sz="2300"/>
              <a:t>4. Pointez la production sur votre feuille de suivi</a:t>
            </a:r>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3250" name="Group 2"/>
          <p:cNvGrpSpPr>
            <a:grpSpLocks/>
          </p:cNvGrpSpPr>
          <p:nvPr/>
        </p:nvGrpSpPr>
        <p:grpSpPr bwMode="auto">
          <a:xfrm>
            <a:off x="7073900" y="215900"/>
            <a:ext cx="1878013" cy="1250950"/>
            <a:chOff x="4456" y="136"/>
            <a:chExt cx="1183" cy="788"/>
          </a:xfrm>
        </p:grpSpPr>
        <p:grpSp>
          <p:nvGrpSpPr>
            <p:cNvPr id="53310" name="Group 3"/>
            <p:cNvGrpSpPr>
              <a:grpSpLocks/>
            </p:cNvGrpSpPr>
            <p:nvPr/>
          </p:nvGrpSpPr>
          <p:grpSpPr bwMode="auto">
            <a:xfrm>
              <a:off x="4766" y="232"/>
              <a:ext cx="873" cy="692"/>
              <a:chOff x="2185" y="310"/>
              <a:chExt cx="873" cy="692"/>
            </a:xfrm>
          </p:grpSpPr>
          <p:sp>
            <p:nvSpPr>
              <p:cNvPr id="53321" name="Freeform 4"/>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accent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3322" name="Freeform 5"/>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3323" name="Freeform 6"/>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3324" name="Freeform 7"/>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3325" name="Freeform 8"/>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3326" name="Freeform 9"/>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3327" name="Freeform 10"/>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grpSp>
          <p:nvGrpSpPr>
            <p:cNvPr id="53311" name="Group 11"/>
            <p:cNvGrpSpPr>
              <a:grpSpLocks/>
            </p:cNvGrpSpPr>
            <p:nvPr/>
          </p:nvGrpSpPr>
          <p:grpSpPr bwMode="auto">
            <a:xfrm>
              <a:off x="4949" y="336"/>
              <a:ext cx="591" cy="468"/>
              <a:chOff x="2185" y="310"/>
              <a:chExt cx="873" cy="692"/>
            </a:xfrm>
          </p:grpSpPr>
          <p:sp>
            <p:nvSpPr>
              <p:cNvPr id="53314" name="Freeform 12"/>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3315" name="Freeform 13"/>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3316" name="Freeform 14"/>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3317" name="Freeform 15"/>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3318" name="Freeform 16"/>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3319" name="Freeform 17"/>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3320" name="Freeform 18"/>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pic>
          <p:nvPicPr>
            <p:cNvPr id="53312" name="Picture 19"/>
            <p:cNvPicPr>
              <a:picLocks noChangeAspect="1" noChangeArrowheads="1"/>
            </p:cNvPicPr>
            <p:nvPr/>
          </p:nvPicPr>
          <p:blipFill>
            <a:blip r:embed="rId3" cstate="print">
              <a:extLst>
                <a:ext uri="{28A0092B-C50C-407E-A947-70E740481C1C}">
                  <a14:useLocalDpi xmlns:a14="http://schemas.microsoft.com/office/drawing/2010/main" val="0"/>
                </a:ext>
              </a:extLst>
            </a:blip>
            <a:srcRect l="-4282" t="-4369" r="-5199" b="-12012"/>
            <a:stretch>
              <a:fillRect/>
            </a:stretch>
          </p:blipFill>
          <p:spPr bwMode="auto">
            <a:xfrm>
              <a:off x="4456" y="136"/>
              <a:ext cx="480" cy="5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3313" name="Text Box 20"/>
            <p:cNvSpPr txBox="1">
              <a:spLocks noChangeArrowheads="1"/>
            </p:cNvSpPr>
            <p:nvPr/>
          </p:nvSpPr>
          <p:spPr bwMode="auto">
            <a:xfrm>
              <a:off x="5066" y="314"/>
              <a:ext cx="356" cy="49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4500" b="1">
                  <a:solidFill>
                    <a:srgbClr val="FF0000"/>
                  </a:solidFill>
                  <a:latin typeface="Arial Black" pitchFamily="34" charset="0"/>
                </a:rPr>
                <a:t>4</a:t>
              </a:r>
              <a:endParaRPr lang="fr-FR" altLang="fr-FR" sz="3200">
                <a:solidFill>
                  <a:schemeClr val="tx1"/>
                </a:solidFill>
                <a:latin typeface="Arial Black" pitchFamily="34" charset="0"/>
              </a:endParaRPr>
            </a:p>
          </p:txBody>
        </p:sp>
      </p:grpSp>
      <p:sp>
        <p:nvSpPr>
          <p:cNvPr id="53252" name="Text Box 23"/>
          <p:cNvSpPr txBox="1">
            <a:spLocks noChangeArrowheads="1"/>
          </p:cNvSpPr>
          <p:nvPr/>
        </p:nvSpPr>
        <p:spPr bwMode="auto">
          <a:xfrm>
            <a:off x="566738" y="1363663"/>
            <a:ext cx="1946275"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1. Tirez le dé</a:t>
            </a:r>
          </a:p>
        </p:txBody>
      </p:sp>
      <p:sp>
        <p:nvSpPr>
          <p:cNvPr id="53253" name="Text Box 24"/>
          <p:cNvSpPr txBox="1">
            <a:spLocks noChangeArrowheads="1"/>
          </p:cNvSpPr>
          <p:nvPr/>
        </p:nvSpPr>
        <p:spPr bwMode="auto">
          <a:xfrm>
            <a:off x="566738" y="3935413"/>
            <a:ext cx="18796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3. Produisez</a:t>
            </a:r>
          </a:p>
        </p:txBody>
      </p:sp>
      <p:grpSp>
        <p:nvGrpSpPr>
          <p:cNvPr id="53254" name="Group 26"/>
          <p:cNvGrpSpPr>
            <a:grpSpLocks/>
          </p:cNvGrpSpPr>
          <p:nvPr/>
        </p:nvGrpSpPr>
        <p:grpSpPr bwMode="auto">
          <a:xfrm>
            <a:off x="2986088" y="1306513"/>
            <a:ext cx="446087" cy="534987"/>
            <a:chOff x="868" y="1439"/>
            <a:chExt cx="811" cy="972"/>
          </a:xfrm>
        </p:grpSpPr>
        <p:sp>
          <p:nvSpPr>
            <p:cNvPr id="53259" name="Freeform 27"/>
            <p:cNvSpPr>
              <a:spLocks/>
            </p:cNvSpPr>
            <p:nvPr/>
          </p:nvSpPr>
          <p:spPr bwMode="auto">
            <a:xfrm>
              <a:off x="1548" y="2014"/>
              <a:ext cx="123" cy="100"/>
            </a:xfrm>
            <a:custGeom>
              <a:avLst/>
              <a:gdLst>
                <a:gd name="T0" fmla="*/ 5 w 618"/>
                <a:gd name="T1" fmla="*/ 0 h 502"/>
                <a:gd name="T2" fmla="*/ 5 w 618"/>
                <a:gd name="T3" fmla="*/ 0 h 502"/>
                <a:gd name="T4" fmla="*/ 0 w 618"/>
                <a:gd name="T5" fmla="*/ 4 h 502"/>
                <a:gd name="T6" fmla="*/ 0 w 618"/>
                <a:gd name="T7" fmla="*/ 4 h 502"/>
                <a:gd name="T8" fmla="*/ 5 w 618"/>
                <a:gd name="T9" fmla="*/ 0 h 502"/>
                <a:gd name="T10" fmla="*/ 5 w 618"/>
                <a:gd name="T11" fmla="*/ 0 h 502"/>
                <a:gd name="T12" fmla="*/ 5 w 618"/>
                <a:gd name="T13" fmla="*/ 0 h 502"/>
                <a:gd name="T14" fmla="*/ 5 w 618"/>
                <a:gd name="T15" fmla="*/ 0 h 502"/>
                <a:gd name="T16" fmla="*/ 5 w 618"/>
                <a:gd name="T17" fmla="*/ 0 h 502"/>
                <a:gd name="T18" fmla="*/ 5 w 618"/>
                <a:gd name="T19" fmla="*/ 0 h 502"/>
                <a:gd name="T20" fmla="*/ 5 w 618"/>
                <a:gd name="T21" fmla="*/ 0 h 502"/>
                <a:gd name="T22" fmla="*/ 5 w 618"/>
                <a:gd name="T23" fmla="*/ 0 h 502"/>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618"/>
                <a:gd name="T37" fmla="*/ 0 h 502"/>
                <a:gd name="T38" fmla="*/ 618 w 618"/>
                <a:gd name="T39" fmla="*/ 502 h 502"/>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618" h="502">
                  <a:moveTo>
                    <a:pt x="611" y="0"/>
                  </a:moveTo>
                  <a:lnTo>
                    <a:pt x="606" y="2"/>
                  </a:lnTo>
                  <a:lnTo>
                    <a:pt x="0" y="490"/>
                  </a:lnTo>
                  <a:lnTo>
                    <a:pt x="10" y="502"/>
                  </a:lnTo>
                  <a:lnTo>
                    <a:pt x="616" y="14"/>
                  </a:lnTo>
                  <a:lnTo>
                    <a:pt x="611" y="16"/>
                  </a:lnTo>
                  <a:lnTo>
                    <a:pt x="616" y="14"/>
                  </a:lnTo>
                  <a:lnTo>
                    <a:pt x="618" y="9"/>
                  </a:lnTo>
                  <a:lnTo>
                    <a:pt x="617" y="3"/>
                  </a:lnTo>
                  <a:lnTo>
                    <a:pt x="612" y="1"/>
                  </a:lnTo>
                  <a:lnTo>
                    <a:pt x="606" y="2"/>
                  </a:lnTo>
                  <a:lnTo>
                    <a:pt x="611"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3260" name="Freeform 28"/>
            <p:cNvSpPr>
              <a:spLocks/>
            </p:cNvSpPr>
            <p:nvPr/>
          </p:nvSpPr>
          <p:spPr bwMode="auto">
            <a:xfrm>
              <a:off x="876" y="1852"/>
              <a:ext cx="82" cy="373"/>
            </a:xfrm>
            <a:custGeom>
              <a:avLst/>
              <a:gdLst>
                <a:gd name="T0" fmla="*/ 3 w 413"/>
                <a:gd name="T1" fmla="*/ 15 h 1865"/>
                <a:gd name="T2" fmla="*/ 3 w 413"/>
                <a:gd name="T3" fmla="*/ 15 h 1865"/>
                <a:gd name="T4" fmla="*/ 0 w 413"/>
                <a:gd name="T5" fmla="*/ 0 h 1865"/>
                <a:gd name="T6" fmla="*/ 0 w 413"/>
                <a:gd name="T7" fmla="*/ 0 h 1865"/>
                <a:gd name="T8" fmla="*/ 3 w 413"/>
                <a:gd name="T9" fmla="*/ 15 h 1865"/>
                <a:gd name="T10" fmla="*/ 3 w 413"/>
                <a:gd name="T11" fmla="*/ 15 h 1865"/>
                <a:gd name="T12" fmla="*/ 3 w 413"/>
                <a:gd name="T13" fmla="*/ 15 h 1865"/>
                <a:gd name="T14" fmla="*/ 3 w 413"/>
                <a:gd name="T15" fmla="*/ 15 h 1865"/>
                <a:gd name="T16" fmla="*/ 3 w 413"/>
                <a:gd name="T17" fmla="*/ 15 h 1865"/>
                <a:gd name="T18" fmla="*/ 3 w 413"/>
                <a:gd name="T19" fmla="*/ 15 h 1865"/>
                <a:gd name="T20" fmla="*/ 3 w 413"/>
                <a:gd name="T21" fmla="*/ 15 h 1865"/>
                <a:gd name="T22" fmla="*/ 3 w 413"/>
                <a:gd name="T23" fmla="*/ 15 h 186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413"/>
                <a:gd name="T37" fmla="*/ 0 h 1865"/>
                <a:gd name="T38" fmla="*/ 413 w 413"/>
                <a:gd name="T39" fmla="*/ 1865 h 1865"/>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413" h="1865">
                  <a:moveTo>
                    <a:pt x="400" y="1864"/>
                  </a:moveTo>
                  <a:lnTo>
                    <a:pt x="413" y="1856"/>
                  </a:lnTo>
                  <a:lnTo>
                    <a:pt x="17" y="0"/>
                  </a:lnTo>
                  <a:lnTo>
                    <a:pt x="0" y="2"/>
                  </a:lnTo>
                  <a:lnTo>
                    <a:pt x="396" y="1858"/>
                  </a:lnTo>
                  <a:lnTo>
                    <a:pt x="409" y="1850"/>
                  </a:lnTo>
                  <a:lnTo>
                    <a:pt x="396" y="1858"/>
                  </a:lnTo>
                  <a:lnTo>
                    <a:pt x="400" y="1864"/>
                  </a:lnTo>
                  <a:lnTo>
                    <a:pt x="406" y="1865"/>
                  </a:lnTo>
                  <a:lnTo>
                    <a:pt x="410" y="1862"/>
                  </a:lnTo>
                  <a:lnTo>
                    <a:pt x="413" y="1856"/>
                  </a:lnTo>
                  <a:lnTo>
                    <a:pt x="400" y="186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3261" name="Freeform 29"/>
            <p:cNvSpPr>
              <a:spLocks/>
            </p:cNvSpPr>
            <p:nvPr/>
          </p:nvSpPr>
          <p:spPr bwMode="auto">
            <a:xfrm>
              <a:off x="1282" y="1533"/>
              <a:ext cx="35" cy="161"/>
            </a:xfrm>
            <a:custGeom>
              <a:avLst/>
              <a:gdLst>
                <a:gd name="T0" fmla="*/ 1 w 175"/>
                <a:gd name="T1" fmla="*/ 6 h 807"/>
                <a:gd name="T2" fmla="*/ 1 w 175"/>
                <a:gd name="T3" fmla="*/ 6 h 807"/>
                <a:gd name="T4" fmla="*/ 1 w 175"/>
                <a:gd name="T5" fmla="*/ 6 h 807"/>
                <a:gd name="T6" fmla="*/ 1 w 175"/>
                <a:gd name="T7" fmla="*/ 5 h 807"/>
                <a:gd name="T8" fmla="*/ 1 w 175"/>
                <a:gd name="T9" fmla="*/ 5 h 807"/>
                <a:gd name="T10" fmla="*/ 1 w 175"/>
                <a:gd name="T11" fmla="*/ 5 h 807"/>
                <a:gd name="T12" fmla="*/ 1 w 175"/>
                <a:gd name="T13" fmla="*/ 4 h 807"/>
                <a:gd name="T14" fmla="*/ 1 w 175"/>
                <a:gd name="T15" fmla="*/ 4 h 807"/>
                <a:gd name="T16" fmla="*/ 1 w 175"/>
                <a:gd name="T17" fmla="*/ 3 h 807"/>
                <a:gd name="T18" fmla="*/ 1 w 175"/>
                <a:gd name="T19" fmla="*/ 3 h 807"/>
                <a:gd name="T20" fmla="*/ 1 w 175"/>
                <a:gd name="T21" fmla="*/ 3 h 807"/>
                <a:gd name="T22" fmla="*/ 1 w 175"/>
                <a:gd name="T23" fmla="*/ 2 h 807"/>
                <a:gd name="T24" fmla="*/ 1 w 175"/>
                <a:gd name="T25" fmla="*/ 2 h 807"/>
                <a:gd name="T26" fmla="*/ 1 w 175"/>
                <a:gd name="T27" fmla="*/ 2 h 807"/>
                <a:gd name="T28" fmla="*/ 1 w 175"/>
                <a:gd name="T29" fmla="*/ 1 h 807"/>
                <a:gd name="T30" fmla="*/ 1 w 175"/>
                <a:gd name="T31" fmla="*/ 1 h 807"/>
                <a:gd name="T32" fmla="*/ 1 w 175"/>
                <a:gd name="T33" fmla="*/ 1 h 807"/>
                <a:gd name="T34" fmla="*/ 1 w 175"/>
                <a:gd name="T35" fmla="*/ 0 h 807"/>
                <a:gd name="T36" fmla="*/ 1 w 175"/>
                <a:gd name="T37" fmla="*/ 0 h 807"/>
                <a:gd name="T38" fmla="*/ 1 w 175"/>
                <a:gd name="T39" fmla="*/ 0 h 807"/>
                <a:gd name="T40" fmla="*/ 0 w 175"/>
                <a:gd name="T41" fmla="*/ 1 h 807"/>
                <a:gd name="T42" fmla="*/ 0 w 175"/>
                <a:gd name="T43" fmla="*/ 1 h 807"/>
                <a:gd name="T44" fmla="*/ 0 w 175"/>
                <a:gd name="T45" fmla="*/ 1 h 807"/>
                <a:gd name="T46" fmla="*/ 0 w 175"/>
                <a:gd name="T47" fmla="*/ 2 h 807"/>
                <a:gd name="T48" fmla="*/ 0 w 175"/>
                <a:gd name="T49" fmla="*/ 2 h 807"/>
                <a:gd name="T50" fmla="*/ 0 w 175"/>
                <a:gd name="T51" fmla="*/ 3 h 807"/>
                <a:gd name="T52" fmla="*/ 0 w 175"/>
                <a:gd name="T53" fmla="*/ 3 h 807"/>
                <a:gd name="T54" fmla="*/ 0 w 175"/>
                <a:gd name="T55" fmla="*/ 3 h 807"/>
                <a:gd name="T56" fmla="*/ 0 w 175"/>
                <a:gd name="T57" fmla="*/ 4 h 807"/>
                <a:gd name="T58" fmla="*/ 0 w 175"/>
                <a:gd name="T59" fmla="*/ 4 h 807"/>
                <a:gd name="T60" fmla="*/ 0 w 175"/>
                <a:gd name="T61" fmla="*/ 5 h 807"/>
                <a:gd name="T62" fmla="*/ 0 w 175"/>
                <a:gd name="T63" fmla="*/ 5 h 807"/>
                <a:gd name="T64" fmla="*/ 0 w 175"/>
                <a:gd name="T65" fmla="*/ 5 h 807"/>
                <a:gd name="T66" fmla="*/ 1 w 175"/>
                <a:gd name="T67" fmla="*/ 6 h 807"/>
                <a:gd name="T68" fmla="*/ 1 w 175"/>
                <a:gd name="T69" fmla="*/ 6 h 807"/>
                <a:gd name="T70" fmla="*/ 1 w 175"/>
                <a:gd name="T71" fmla="*/ 6 h 807"/>
                <a:gd name="T72" fmla="*/ 1 w 175"/>
                <a:gd name="T73" fmla="*/ 6 h 807"/>
                <a:gd name="T74" fmla="*/ 1 w 175"/>
                <a:gd name="T75" fmla="*/ 6 h 807"/>
                <a:gd name="T76" fmla="*/ 1 w 175"/>
                <a:gd name="T77" fmla="*/ 6 h 807"/>
                <a:gd name="T78" fmla="*/ 1 w 175"/>
                <a:gd name="T79" fmla="*/ 6 h 807"/>
                <a:gd name="T80" fmla="*/ 1 w 175"/>
                <a:gd name="T81" fmla="*/ 6 h 807"/>
                <a:gd name="T82" fmla="*/ 1 w 175"/>
                <a:gd name="T83" fmla="*/ 6 h 807"/>
                <a:gd name="T84" fmla="*/ 1 w 175"/>
                <a:gd name="T85" fmla="*/ 6 h 807"/>
                <a:gd name="T86" fmla="*/ 1 w 175"/>
                <a:gd name="T87" fmla="*/ 6 h 807"/>
                <a:gd name="T88" fmla="*/ 1 w 175"/>
                <a:gd name="T89" fmla="*/ 6 h 807"/>
                <a:gd name="T90" fmla="*/ 1 w 175"/>
                <a:gd name="T91" fmla="*/ 6 h 80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175"/>
                <a:gd name="T139" fmla="*/ 0 h 807"/>
                <a:gd name="T140" fmla="*/ 175 w 175"/>
                <a:gd name="T141" fmla="*/ 807 h 80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175" h="807">
                  <a:moveTo>
                    <a:pt x="169" y="740"/>
                  </a:moveTo>
                  <a:lnTo>
                    <a:pt x="169" y="739"/>
                  </a:lnTo>
                  <a:lnTo>
                    <a:pt x="149" y="698"/>
                  </a:lnTo>
                  <a:lnTo>
                    <a:pt x="133" y="656"/>
                  </a:lnTo>
                  <a:lnTo>
                    <a:pt x="120" y="611"/>
                  </a:lnTo>
                  <a:lnTo>
                    <a:pt x="108" y="565"/>
                  </a:lnTo>
                  <a:lnTo>
                    <a:pt x="100" y="520"/>
                  </a:lnTo>
                  <a:lnTo>
                    <a:pt x="96" y="472"/>
                  </a:lnTo>
                  <a:lnTo>
                    <a:pt x="93" y="425"/>
                  </a:lnTo>
                  <a:lnTo>
                    <a:pt x="93" y="377"/>
                  </a:lnTo>
                  <a:lnTo>
                    <a:pt x="96" y="330"/>
                  </a:lnTo>
                  <a:lnTo>
                    <a:pt x="100" y="283"/>
                  </a:lnTo>
                  <a:lnTo>
                    <a:pt x="106" y="238"/>
                  </a:lnTo>
                  <a:lnTo>
                    <a:pt x="115" y="195"/>
                  </a:lnTo>
                  <a:lnTo>
                    <a:pt x="126" y="153"/>
                  </a:lnTo>
                  <a:lnTo>
                    <a:pt x="139" y="114"/>
                  </a:lnTo>
                  <a:lnTo>
                    <a:pt x="153" y="77"/>
                  </a:lnTo>
                  <a:lnTo>
                    <a:pt x="169" y="43"/>
                  </a:lnTo>
                  <a:lnTo>
                    <a:pt x="87" y="0"/>
                  </a:lnTo>
                  <a:lnTo>
                    <a:pt x="69" y="39"/>
                  </a:lnTo>
                  <a:lnTo>
                    <a:pt x="52" y="81"/>
                  </a:lnTo>
                  <a:lnTo>
                    <a:pt x="37" y="127"/>
                  </a:lnTo>
                  <a:lnTo>
                    <a:pt x="24" y="174"/>
                  </a:lnTo>
                  <a:lnTo>
                    <a:pt x="15" y="222"/>
                  </a:lnTo>
                  <a:lnTo>
                    <a:pt x="7" y="271"/>
                  </a:lnTo>
                  <a:lnTo>
                    <a:pt x="2" y="323"/>
                  </a:lnTo>
                  <a:lnTo>
                    <a:pt x="0" y="374"/>
                  </a:lnTo>
                  <a:lnTo>
                    <a:pt x="0" y="427"/>
                  </a:lnTo>
                  <a:lnTo>
                    <a:pt x="2" y="479"/>
                  </a:lnTo>
                  <a:lnTo>
                    <a:pt x="9" y="531"/>
                  </a:lnTo>
                  <a:lnTo>
                    <a:pt x="17" y="584"/>
                  </a:lnTo>
                  <a:lnTo>
                    <a:pt x="29" y="635"/>
                  </a:lnTo>
                  <a:lnTo>
                    <a:pt x="44" y="686"/>
                  </a:lnTo>
                  <a:lnTo>
                    <a:pt x="65" y="736"/>
                  </a:lnTo>
                  <a:lnTo>
                    <a:pt x="87" y="784"/>
                  </a:lnTo>
                  <a:lnTo>
                    <a:pt x="87" y="782"/>
                  </a:lnTo>
                  <a:lnTo>
                    <a:pt x="87" y="784"/>
                  </a:lnTo>
                  <a:lnTo>
                    <a:pt x="100" y="799"/>
                  </a:lnTo>
                  <a:lnTo>
                    <a:pt x="117" y="807"/>
                  </a:lnTo>
                  <a:lnTo>
                    <a:pt x="134" y="807"/>
                  </a:lnTo>
                  <a:lnTo>
                    <a:pt x="151" y="801"/>
                  </a:lnTo>
                  <a:lnTo>
                    <a:pt x="164" y="791"/>
                  </a:lnTo>
                  <a:lnTo>
                    <a:pt x="173" y="777"/>
                  </a:lnTo>
                  <a:lnTo>
                    <a:pt x="175" y="759"/>
                  </a:lnTo>
                  <a:lnTo>
                    <a:pt x="169" y="739"/>
                  </a:lnTo>
                  <a:lnTo>
                    <a:pt x="169" y="74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3262" name="Freeform 30"/>
            <p:cNvSpPr>
              <a:spLocks/>
            </p:cNvSpPr>
            <p:nvPr/>
          </p:nvSpPr>
          <p:spPr bwMode="auto">
            <a:xfrm>
              <a:off x="1299" y="1681"/>
              <a:ext cx="157" cy="281"/>
            </a:xfrm>
            <a:custGeom>
              <a:avLst/>
              <a:gdLst>
                <a:gd name="T0" fmla="*/ 6 w 787"/>
                <a:gd name="T1" fmla="*/ 11 h 1404"/>
                <a:gd name="T2" fmla="*/ 6 w 787"/>
                <a:gd name="T3" fmla="*/ 11 h 1404"/>
                <a:gd name="T4" fmla="*/ 1 w 787"/>
                <a:gd name="T5" fmla="*/ 0 h 1404"/>
                <a:gd name="T6" fmla="*/ 0 w 787"/>
                <a:gd name="T7" fmla="*/ 0 h 1404"/>
                <a:gd name="T8" fmla="*/ 6 w 787"/>
                <a:gd name="T9" fmla="*/ 11 h 1404"/>
                <a:gd name="T10" fmla="*/ 6 w 787"/>
                <a:gd name="T11" fmla="*/ 11 h 1404"/>
                <a:gd name="T12" fmla="*/ 6 w 787"/>
                <a:gd name="T13" fmla="*/ 11 h 1404"/>
                <a:gd name="T14" fmla="*/ 6 w 787"/>
                <a:gd name="T15" fmla="*/ 11 h 1404"/>
                <a:gd name="T16" fmla="*/ 6 w 787"/>
                <a:gd name="T17" fmla="*/ 11 h 1404"/>
                <a:gd name="T18" fmla="*/ 6 w 787"/>
                <a:gd name="T19" fmla="*/ 11 h 1404"/>
                <a:gd name="T20" fmla="*/ 6 w 787"/>
                <a:gd name="T21" fmla="*/ 11 h 1404"/>
                <a:gd name="T22" fmla="*/ 6 w 787"/>
                <a:gd name="T23" fmla="*/ 11 h 1404"/>
                <a:gd name="T24" fmla="*/ 6 w 787"/>
                <a:gd name="T25" fmla="*/ 11 h 1404"/>
                <a:gd name="T26" fmla="*/ 6 w 787"/>
                <a:gd name="T27" fmla="*/ 11 h 1404"/>
                <a:gd name="T28" fmla="*/ 6 w 787"/>
                <a:gd name="T29" fmla="*/ 11 h 1404"/>
                <a:gd name="T30" fmla="*/ 6 w 787"/>
                <a:gd name="T31" fmla="*/ 11 h 1404"/>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787"/>
                <a:gd name="T49" fmla="*/ 0 h 1404"/>
                <a:gd name="T50" fmla="*/ 787 w 787"/>
                <a:gd name="T51" fmla="*/ 1404 h 1404"/>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787" h="1404">
                  <a:moveTo>
                    <a:pt x="781" y="1334"/>
                  </a:moveTo>
                  <a:lnTo>
                    <a:pt x="781" y="1337"/>
                  </a:lnTo>
                  <a:lnTo>
                    <a:pt x="82" y="0"/>
                  </a:lnTo>
                  <a:lnTo>
                    <a:pt x="0" y="42"/>
                  </a:lnTo>
                  <a:lnTo>
                    <a:pt x="699" y="1379"/>
                  </a:lnTo>
                  <a:lnTo>
                    <a:pt x="699" y="1381"/>
                  </a:lnTo>
                  <a:lnTo>
                    <a:pt x="699" y="1379"/>
                  </a:lnTo>
                  <a:lnTo>
                    <a:pt x="712" y="1395"/>
                  </a:lnTo>
                  <a:lnTo>
                    <a:pt x="727" y="1402"/>
                  </a:lnTo>
                  <a:lnTo>
                    <a:pt x="744" y="1404"/>
                  </a:lnTo>
                  <a:lnTo>
                    <a:pt x="761" y="1398"/>
                  </a:lnTo>
                  <a:lnTo>
                    <a:pt x="775" y="1388"/>
                  </a:lnTo>
                  <a:lnTo>
                    <a:pt x="784" y="1373"/>
                  </a:lnTo>
                  <a:lnTo>
                    <a:pt x="787" y="1357"/>
                  </a:lnTo>
                  <a:lnTo>
                    <a:pt x="781" y="1337"/>
                  </a:lnTo>
                  <a:lnTo>
                    <a:pt x="781" y="13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3263" name="Freeform 31"/>
            <p:cNvSpPr>
              <a:spLocks/>
            </p:cNvSpPr>
            <p:nvPr/>
          </p:nvSpPr>
          <p:spPr bwMode="auto">
            <a:xfrm>
              <a:off x="1439" y="1948"/>
              <a:ext cx="125" cy="76"/>
            </a:xfrm>
            <a:custGeom>
              <a:avLst/>
              <a:gdLst>
                <a:gd name="T0" fmla="*/ 5 w 628"/>
                <a:gd name="T1" fmla="*/ 2 h 383"/>
                <a:gd name="T2" fmla="*/ 5 w 628"/>
                <a:gd name="T3" fmla="*/ 2 h 383"/>
                <a:gd name="T4" fmla="*/ 4 w 628"/>
                <a:gd name="T5" fmla="*/ 2 h 383"/>
                <a:gd name="T6" fmla="*/ 4 w 628"/>
                <a:gd name="T7" fmla="*/ 2 h 383"/>
                <a:gd name="T8" fmla="*/ 4 w 628"/>
                <a:gd name="T9" fmla="*/ 2 h 383"/>
                <a:gd name="T10" fmla="*/ 3 w 628"/>
                <a:gd name="T11" fmla="*/ 2 h 383"/>
                <a:gd name="T12" fmla="*/ 3 w 628"/>
                <a:gd name="T13" fmla="*/ 2 h 383"/>
                <a:gd name="T14" fmla="*/ 3 w 628"/>
                <a:gd name="T15" fmla="*/ 2 h 383"/>
                <a:gd name="T16" fmla="*/ 3 w 628"/>
                <a:gd name="T17" fmla="*/ 2 h 383"/>
                <a:gd name="T18" fmla="*/ 2 w 628"/>
                <a:gd name="T19" fmla="*/ 2 h 383"/>
                <a:gd name="T20" fmla="*/ 2 w 628"/>
                <a:gd name="T21" fmla="*/ 2 h 383"/>
                <a:gd name="T22" fmla="*/ 2 w 628"/>
                <a:gd name="T23" fmla="*/ 1 h 383"/>
                <a:gd name="T24" fmla="*/ 2 w 628"/>
                <a:gd name="T25" fmla="*/ 1 h 383"/>
                <a:gd name="T26" fmla="*/ 1 w 628"/>
                <a:gd name="T27" fmla="*/ 1 h 383"/>
                <a:gd name="T28" fmla="*/ 1 w 628"/>
                <a:gd name="T29" fmla="*/ 1 h 383"/>
                <a:gd name="T30" fmla="*/ 1 w 628"/>
                <a:gd name="T31" fmla="*/ 1 h 383"/>
                <a:gd name="T32" fmla="*/ 1 w 628"/>
                <a:gd name="T33" fmla="*/ 0 h 383"/>
                <a:gd name="T34" fmla="*/ 1 w 628"/>
                <a:gd name="T35" fmla="*/ 0 h 383"/>
                <a:gd name="T36" fmla="*/ 0 w 628"/>
                <a:gd name="T37" fmla="*/ 0 h 383"/>
                <a:gd name="T38" fmla="*/ 0 w 628"/>
                <a:gd name="T39" fmla="*/ 1 h 383"/>
                <a:gd name="T40" fmla="*/ 0 w 628"/>
                <a:gd name="T41" fmla="*/ 1 h 383"/>
                <a:gd name="T42" fmla="*/ 1 w 628"/>
                <a:gd name="T43" fmla="*/ 1 h 383"/>
                <a:gd name="T44" fmla="*/ 1 w 628"/>
                <a:gd name="T45" fmla="*/ 1 h 383"/>
                <a:gd name="T46" fmla="*/ 1 w 628"/>
                <a:gd name="T47" fmla="*/ 2 h 383"/>
                <a:gd name="T48" fmla="*/ 1 w 628"/>
                <a:gd name="T49" fmla="*/ 2 h 383"/>
                <a:gd name="T50" fmla="*/ 2 w 628"/>
                <a:gd name="T51" fmla="*/ 2 h 383"/>
                <a:gd name="T52" fmla="*/ 2 w 628"/>
                <a:gd name="T53" fmla="*/ 2 h 383"/>
                <a:gd name="T54" fmla="*/ 2 w 628"/>
                <a:gd name="T55" fmla="*/ 2 h 383"/>
                <a:gd name="T56" fmla="*/ 3 w 628"/>
                <a:gd name="T57" fmla="*/ 3 h 383"/>
                <a:gd name="T58" fmla="*/ 3 w 628"/>
                <a:gd name="T59" fmla="*/ 3 h 383"/>
                <a:gd name="T60" fmla="*/ 3 w 628"/>
                <a:gd name="T61" fmla="*/ 3 h 383"/>
                <a:gd name="T62" fmla="*/ 4 w 628"/>
                <a:gd name="T63" fmla="*/ 3 h 383"/>
                <a:gd name="T64" fmla="*/ 4 w 628"/>
                <a:gd name="T65" fmla="*/ 3 h 383"/>
                <a:gd name="T66" fmla="*/ 4 w 628"/>
                <a:gd name="T67" fmla="*/ 3 h 383"/>
                <a:gd name="T68" fmla="*/ 5 w 628"/>
                <a:gd name="T69" fmla="*/ 3 h 383"/>
                <a:gd name="T70" fmla="*/ 5 w 628"/>
                <a:gd name="T71" fmla="*/ 3 h 383"/>
                <a:gd name="T72" fmla="*/ 5 w 628"/>
                <a:gd name="T73" fmla="*/ 3 h 383"/>
                <a:gd name="T74" fmla="*/ 5 w 628"/>
                <a:gd name="T75" fmla="*/ 3 h 383"/>
                <a:gd name="T76" fmla="*/ 5 w 628"/>
                <a:gd name="T77" fmla="*/ 3 h 383"/>
                <a:gd name="T78" fmla="*/ 5 w 628"/>
                <a:gd name="T79" fmla="*/ 3 h 383"/>
                <a:gd name="T80" fmla="*/ 5 w 628"/>
                <a:gd name="T81" fmla="*/ 3 h 383"/>
                <a:gd name="T82" fmla="*/ 5 w 628"/>
                <a:gd name="T83" fmla="*/ 3 h 383"/>
                <a:gd name="T84" fmla="*/ 5 w 628"/>
                <a:gd name="T85" fmla="*/ 2 h 383"/>
                <a:gd name="T86" fmla="*/ 5 w 628"/>
                <a:gd name="T87" fmla="*/ 2 h 383"/>
                <a:gd name="T88" fmla="*/ 5 w 628"/>
                <a:gd name="T89" fmla="*/ 2 h 383"/>
                <a:gd name="T90" fmla="*/ 5 w 628"/>
                <a:gd name="T91" fmla="*/ 2 h 38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628"/>
                <a:gd name="T139" fmla="*/ 0 h 383"/>
                <a:gd name="T140" fmla="*/ 628 w 628"/>
                <a:gd name="T141" fmla="*/ 383 h 38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628" h="383">
                  <a:moveTo>
                    <a:pt x="581" y="289"/>
                  </a:moveTo>
                  <a:lnTo>
                    <a:pt x="582" y="289"/>
                  </a:lnTo>
                  <a:lnTo>
                    <a:pt x="541" y="287"/>
                  </a:lnTo>
                  <a:lnTo>
                    <a:pt x="500" y="283"/>
                  </a:lnTo>
                  <a:lnTo>
                    <a:pt x="462" y="276"/>
                  </a:lnTo>
                  <a:lnTo>
                    <a:pt x="424" y="268"/>
                  </a:lnTo>
                  <a:lnTo>
                    <a:pt x="389" y="255"/>
                  </a:lnTo>
                  <a:lnTo>
                    <a:pt x="352" y="242"/>
                  </a:lnTo>
                  <a:lnTo>
                    <a:pt x="320" y="227"/>
                  </a:lnTo>
                  <a:lnTo>
                    <a:pt x="287" y="209"/>
                  </a:lnTo>
                  <a:lnTo>
                    <a:pt x="255" y="189"/>
                  </a:lnTo>
                  <a:lnTo>
                    <a:pt x="226" y="168"/>
                  </a:lnTo>
                  <a:lnTo>
                    <a:pt x="198" y="145"/>
                  </a:lnTo>
                  <a:lnTo>
                    <a:pt x="172" y="119"/>
                  </a:lnTo>
                  <a:lnTo>
                    <a:pt x="146" y="92"/>
                  </a:lnTo>
                  <a:lnTo>
                    <a:pt x="122" y="64"/>
                  </a:lnTo>
                  <a:lnTo>
                    <a:pt x="100" y="33"/>
                  </a:lnTo>
                  <a:lnTo>
                    <a:pt x="82" y="0"/>
                  </a:lnTo>
                  <a:lnTo>
                    <a:pt x="0" y="47"/>
                  </a:lnTo>
                  <a:lnTo>
                    <a:pt x="23" y="85"/>
                  </a:lnTo>
                  <a:lnTo>
                    <a:pt x="49" y="120"/>
                  </a:lnTo>
                  <a:lnTo>
                    <a:pt x="76" y="153"/>
                  </a:lnTo>
                  <a:lnTo>
                    <a:pt x="104" y="185"/>
                  </a:lnTo>
                  <a:lnTo>
                    <a:pt x="137" y="215"/>
                  </a:lnTo>
                  <a:lnTo>
                    <a:pt x="170" y="241"/>
                  </a:lnTo>
                  <a:lnTo>
                    <a:pt x="204" y="267"/>
                  </a:lnTo>
                  <a:lnTo>
                    <a:pt x="240" y="289"/>
                  </a:lnTo>
                  <a:lnTo>
                    <a:pt x="277" y="309"/>
                  </a:lnTo>
                  <a:lnTo>
                    <a:pt x="317" y="329"/>
                  </a:lnTo>
                  <a:lnTo>
                    <a:pt x="358" y="344"/>
                  </a:lnTo>
                  <a:lnTo>
                    <a:pt x="400" y="357"/>
                  </a:lnTo>
                  <a:lnTo>
                    <a:pt x="444" y="367"/>
                  </a:lnTo>
                  <a:lnTo>
                    <a:pt x="488" y="374"/>
                  </a:lnTo>
                  <a:lnTo>
                    <a:pt x="534" y="380"/>
                  </a:lnTo>
                  <a:lnTo>
                    <a:pt x="580" y="383"/>
                  </a:lnTo>
                  <a:lnTo>
                    <a:pt x="581" y="383"/>
                  </a:lnTo>
                  <a:lnTo>
                    <a:pt x="580" y="383"/>
                  </a:lnTo>
                  <a:lnTo>
                    <a:pt x="600" y="379"/>
                  </a:lnTo>
                  <a:lnTo>
                    <a:pt x="615" y="369"/>
                  </a:lnTo>
                  <a:lnTo>
                    <a:pt x="624" y="353"/>
                  </a:lnTo>
                  <a:lnTo>
                    <a:pt x="628" y="337"/>
                  </a:lnTo>
                  <a:lnTo>
                    <a:pt x="625" y="319"/>
                  </a:lnTo>
                  <a:lnTo>
                    <a:pt x="617" y="304"/>
                  </a:lnTo>
                  <a:lnTo>
                    <a:pt x="602" y="294"/>
                  </a:lnTo>
                  <a:lnTo>
                    <a:pt x="582" y="289"/>
                  </a:lnTo>
                  <a:lnTo>
                    <a:pt x="581" y="28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3264" name="Freeform 32"/>
            <p:cNvSpPr>
              <a:spLocks/>
            </p:cNvSpPr>
            <p:nvPr/>
          </p:nvSpPr>
          <p:spPr bwMode="auto">
            <a:xfrm>
              <a:off x="1587" y="1880"/>
              <a:ext cx="85" cy="49"/>
            </a:xfrm>
            <a:custGeom>
              <a:avLst/>
              <a:gdLst>
                <a:gd name="T0" fmla="*/ 3 w 426"/>
                <a:gd name="T1" fmla="*/ 0 h 245"/>
                <a:gd name="T2" fmla="*/ 3 w 426"/>
                <a:gd name="T3" fmla="*/ 0 h 245"/>
                <a:gd name="T4" fmla="*/ 3 w 426"/>
                <a:gd name="T5" fmla="*/ 0 h 245"/>
                <a:gd name="T6" fmla="*/ 3 w 426"/>
                <a:gd name="T7" fmla="*/ 0 h 245"/>
                <a:gd name="T8" fmla="*/ 2 w 426"/>
                <a:gd name="T9" fmla="*/ 0 h 245"/>
                <a:gd name="T10" fmla="*/ 2 w 426"/>
                <a:gd name="T11" fmla="*/ 0 h 245"/>
                <a:gd name="T12" fmla="*/ 2 w 426"/>
                <a:gd name="T13" fmla="*/ 0 h 245"/>
                <a:gd name="T14" fmla="*/ 2 w 426"/>
                <a:gd name="T15" fmla="*/ 0 h 245"/>
                <a:gd name="T16" fmla="*/ 1 w 426"/>
                <a:gd name="T17" fmla="*/ 0 h 245"/>
                <a:gd name="T18" fmla="*/ 1 w 426"/>
                <a:gd name="T19" fmla="*/ 1 h 245"/>
                <a:gd name="T20" fmla="*/ 1 w 426"/>
                <a:gd name="T21" fmla="*/ 1 h 245"/>
                <a:gd name="T22" fmla="*/ 1 w 426"/>
                <a:gd name="T23" fmla="*/ 1 h 245"/>
                <a:gd name="T24" fmla="*/ 0 w 426"/>
                <a:gd name="T25" fmla="*/ 1 h 245"/>
                <a:gd name="T26" fmla="*/ 0 w 426"/>
                <a:gd name="T27" fmla="*/ 1 h 245"/>
                <a:gd name="T28" fmla="*/ 0 w 426"/>
                <a:gd name="T29" fmla="*/ 1 h 245"/>
                <a:gd name="T30" fmla="*/ 0 w 426"/>
                <a:gd name="T31" fmla="*/ 2 h 245"/>
                <a:gd name="T32" fmla="*/ 0 w 426"/>
                <a:gd name="T33" fmla="*/ 2 h 245"/>
                <a:gd name="T34" fmla="*/ 0 w 426"/>
                <a:gd name="T35" fmla="*/ 2 h 245"/>
                <a:gd name="T36" fmla="*/ 0 w 426"/>
                <a:gd name="T37" fmla="*/ 2 h 245"/>
                <a:gd name="T38" fmla="*/ 0 w 426"/>
                <a:gd name="T39" fmla="*/ 2 h 245"/>
                <a:gd name="T40" fmla="*/ 0 w 426"/>
                <a:gd name="T41" fmla="*/ 2 h 245"/>
                <a:gd name="T42" fmla="*/ 0 w 426"/>
                <a:gd name="T43" fmla="*/ 1 h 245"/>
                <a:gd name="T44" fmla="*/ 0 w 426"/>
                <a:gd name="T45" fmla="*/ 1 h 245"/>
                <a:gd name="T46" fmla="*/ 0 w 426"/>
                <a:gd name="T47" fmla="*/ 1 h 245"/>
                <a:gd name="T48" fmla="*/ 1 w 426"/>
                <a:gd name="T49" fmla="*/ 1 h 245"/>
                <a:gd name="T50" fmla="*/ 1 w 426"/>
                <a:gd name="T51" fmla="*/ 1 h 245"/>
                <a:gd name="T52" fmla="*/ 1 w 426"/>
                <a:gd name="T53" fmla="*/ 1 h 245"/>
                <a:gd name="T54" fmla="*/ 1 w 426"/>
                <a:gd name="T55" fmla="*/ 1 h 245"/>
                <a:gd name="T56" fmla="*/ 2 w 426"/>
                <a:gd name="T57" fmla="*/ 0 h 245"/>
                <a:gd name="T58" fmla="*/ 2 w 426"/>
                <a:gd name="T59" fmla="*/ 0 h 245"/>
                <a:gd name="T60" fmla="*/ 2 w 426"/>
                <a:gd name="T61" fmla="*/ 0 h 245"/>
                <a:gd name="T62" fmla="*/ 2 w 426"/>
                <a:gd name="T63" fmla="*/ 0 h 245"/>
                <a:gd name="T64" fmla="*/ 3 w 426"/>
                <a:gd name="T65" fmla="*/ 0 h 245"/>
                <a:gd name="T66" fmla="*/ 3 w 426"/>
                <a:gd name="T67" fmla="*/ 0 h 245"/>
                <a:gd name="T68" fmla="*/ 3 w 426"/>
                <a:gd name="T69" fmla="*/ 0 h 245"/>
                <a:gd name="T70" fmla="*/ 3 w 426"/>
                <a:gd name="T71" fmla="*/ 0 h 245"/>
                <a:gd name="T72" fmla="*/ 3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426" y="0"/>
                  </a:moveTo>
                  <a:lnTo>
                    <a:pt x="426" y="0"/>
                  </a:lnTo>
                  <a:lnTo>
                    <a:pt x="384" y="1"/>
                  </a:lnTo>
                  <a:lnTo>
                    <a:pt x="340" y="4"/>
                  </a:lnTo>
                  <a:lnTo>
                    <a:pt x="300" y="10"/>
                  </a:lnTo>
                  <a:lnTo>
                    <a:pt x="262" y="18"/>
                  </a:lnTo>
                  <a:lnTo>
                    <a:pt x="224" y="29"/>
                  </a:lnTo>
                  <a:lnTo>
                    <a:pt x="189" y="41"/>
                  </a:lnTo>
                  <a:lnTo>
                    <a:pt x="157" y="55"/>
                  </a:lnTo>
                  <a:lnTo>
                    <a:pt x="126" y="70"/>
                  </a:lnTo>
                  <a:lnTo>
                    <a:pt x="99" y="89"/>
                  </a:lnTo>
                  <a:lnTo>
                    <a:pt x="74" y="106"/>
                  </a:lnTo>
                  <a:lnTo>
                    <a:pt x="52" y="126"/>
                  </a:lnTo>
                  <a:lnTo>
                    <a:pt x="34" y="148"/>
                  </a:lnTo>
                  <a:lnTo>
                    <a:pt x="19" y="171"/>
                  </a:lnTo>
                  <a:lnTo>
                    <a:pt x="9" y="194"/>
                  </a:lnTo>
                  <a:lnTo>
                    <a:pt x="3" y="219"/>
                  </a:lnTo>
                  <a:lnTo>
                    <a:pt x="0" y="245"/>
                  </a:lnTo>
                  <a:lnTo>
                    <a:pt x="12" y="245"/>
                  </a:lnTo>
                  <a:lnTo>
                    <a:pt x="15" y="221"/>
                  </a:lnTo>
                  <a:lnTo>
                    <a:pt x="20" y="199"/>
                  </a:lnTo>
                  <a:lnTo>
                    <a:pt x="31" y="178"/>
                  </a:lnTo>
                  <a:lnTo>
                    <a:pt x="44" y="156"/>
                  </a:lnTo>
                  <a:lnTo>
                    <a:pt x="61" y="136"/>
                  </a:lnTo>
                  <a:lnTo>
                    <a:pt x="81" y="116"/>
                  </a:lnTo>
                  <a:lnTo>
                    <a:pt x="106" y="98"/>
                  </a:lnTo>
                  <a:lnTo>
                    <a:pt x="133" y="82"/>
                  </a:lnTo>
                  <a:lnTo>
                    <a:pt x="162" y="66"/>
                  </a:lnTo>
                  <a:lnTo>
                    <a:pt x="194" y="52"/>
                  </a:lnTo>
                  <a:lnTo>
                    <a:pt x="229" y="41"/>
                  </a:lnTo>
                  <a:lnTo>
                    <a:pt x="264" y="30"/>
                  </a:lnTo>
                  <a:lnTo>
                    <a:pt x="303" y="22"/>
                  </a:lnTo>
                  <a:lnTo>
                    <a:pt x="343" y="16"/>
                  </a:lnTo>
                  <a:lnTo>
                    <a:pt x="384" y="12"/>
                  </a:lnTo>
                  <a:lnTo>
                    <a:pt x="426" y="11"/>
                  </a:lnTo>
                  <a:lnTo>
                    <a:pt x="42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3265" name="Freeform 33"/>
            <p:cNvSpPr>
              <a:spLocks/>
            </p:cNvSpPr>
            <p:nvPr/>
          </p:nvSpPr>
          <p:spPr bwMode="auto">
            <a:xfrm>
              <a:off x="1587" y="1929"/>
              <a:ext cx="85" cy="49"/>
            </a:xfrm>
            <a:custGeom>
              <a:avLst/>
              <a:gdLst>
                <a:gd name="T0" fmla="*/ 0 w 426"/>
                <a:gd name="T1" fmla="*/ 0 h 245"/>
                <a:gd name="T2" fmla="*/ 0 w 426"/>
                <a:gd name="T3" fmla="*/ 0 h 245"/>
                <a:gd name="T4" fmla="*/ 0 w 426"/>
                <a:gd name="T5" fmla="*/ 0 h 245"/>
                <a:gd name="T6" fmla="*/ 0 w 426"/>
                <a:gd name="T7" fmla="*/ 0 h 245"/>
                <a:gd name="T8" fmla="*/ 0 w 426"/>
                <a:gd name="T9" fmla="*/ 1 h 245"/>
                <a:gd name="T10" fmla="*/ 0 w 426"/>
                <a:gd name="T11" fmla="*/ 1 h 245"/>
                <a:gd name="T12" fmla="*/ 0 w 426"/>
                <a:gd name="T13" fmla="*/ 1 h 245"/>
                <a:gd name="T14" fmla="*/ 1 w 426"/>
                <a:gd name="T15" fmla="*/ 1 h 245"/>
                <a:gd name="T16" fmla="*/ 1 w 426"/>
                <a:gd name="T17" fmla="*/ 1 h 245"/>
                <a:gd name="T18" fmla="*/ 1 w 426"/>
                <a:gd name="T19" fmla="*/ 1 h 245"/>
                <a:gd name="T20" fmla="*/ 1 w 426"/>
                <a:gd name="T21" fmla="*/ 2 h 245"/>
                <a:gd name="T22" fmla="*/ 2 w 426"/>
                <a:gd name="T23" fmla="*/ 2 h 245"/>
                <a:gd name="T24" fmla="*/ 2 w 426"/>
                <a:gd name="T25" fmla="*/ 2 h 245"/>
                <a:gd name="T26" fmla="*/ 2 w 426"/>
                <a:gd name="T27" fmla="*/ 2 h 245"/>
                <a:gd name="T28" fmla="*/ 2 w 426"/>
                <a:gd name="T29" fmla="*/ 2 h 245"/>
                <a:gd name="T30" fmla="*/ 3 w 426"/>
                <a:gd name="T31" fmla="*/ 2 h 245"/>
                <a:gd name="T32" fmla="*/ 3 w 426"/>
                <a:gd name="T33" fmla="*/ 2 h 245"/>
                <a:gd name="T34" fmla="*/ 3 w 426"/>
                <a:gd name="T35" fmla="*/ 2 h 245"/>
                <a:gd name="T36" fmla="*/ 3 w 426"/>
                <a:gd name="T37" fmla="*/ 2 h 245"/>
                <a:gd name="T38" fmla="*/ 3 w 426"/>
                <a:gd name="T39" fmla="*/ 2 h 245"/>
                <a:gd name="T40" fmla="*/ 3 w 426"/>
                <a:gd name="T41" fmla="*/ 2 h 245"/>
                <a:gd name="T42" fmla="*/ 2 w 426"/>
                <a:gd name="T43" fmla="*/ 2 h 245"/>
                <a:gd name="T44" fmla="*/ 2 w 426"/>
                <a:gd name="T45" fmla="*/ 2 h 245"/>
                <a:gd name="T46" fmla="*/ 2 w 426"/>
                <a:gd name="T47" fmla="*/ 2 h 245"/>
                <a:gd name="T48" fmla="*/ 2 w 426"/>
                <a:gd name="T49" fmla="*/ 2 h 245"/>
                <a:gd name="T50" fmla="*/ 1 w 426"/>
                <a:gd name="T51" fmla="*/ 1 h 245"/>
                <a:gd name="T52" fmla="*/ 1 w 426"/>
                <a:gd name="T53" fmla="*/ 1 h 245"/>
                <a:gd name="T54" fmla="*/ 1 w 426"/>
                <a:gd name="T55" fmla="*/ 1 h 245"/>
                <a:gd name="T56" fmla="*/ 1 w 426"/>
                <a:gd name="T57" fmla="*/ 1 h 245"/>
                <a:gd name="T58" fmla="*/ 0 w 426"/>
                <a:gd name="T59" fmla="*/ 1 h 245"/>
                <a:gd name="T60" fmla="*/ 0 w 426"/>
                <a:gd name="T61" fmla="*/ 1 h 245"/>
                <a:gd name="T62" fmla="*/ 0 w 426"/>
                <a:gd name="T63" fmla="*/ 1 h 245"/>
                <a:gd name="T64" fmla="*/ 0 w 426"/>
                <a:gd name="T65" fmla="*/ 0 h 245"/>
                <a:gd name="T66" fmla="*/ 0 w 426"/>
                <a:gd name="T67" fmla="*/ 0 h 245"/>
                <a:gd name="T68" fmla="*/ 0 w 426"/>
                <a:gd name="T69" fmla="*/ 0 h 245"/>
                <a:gd name="T70" fmla="*/ 0 w 426"/>
                <a:gd name="T71" fmla="*/ 0 h 245"/>
                <a:gd name="T72" fmla="*/ 0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0" y="0"/>
                  </a:moveTo>
                  <a:lnTo>
                    <a:pt x="0" y="0"/>
                  </a:lnTo>
                  <a:lnTo>
                    <a:pt x="3" y="25"/>
                  </a:lnTo>
                  <a:lnTo>
                    <a:pt x="9" y="50"/>
                  </a:lnTo>
                  <a:lnTo>
                    <a:pt x="19" y="73"/>
                  </a:lnTo>
                  <a:lnTo>
                    <a:pt x="34" y="96"/>
                  </a:lnTo>
                  <a:lnTo>
                    <a:pt x="52" y="118"/>
                  </a:lnTo>
                  <a:lnTo>
                    <a:pt x="74" y="138"/>
                  </a:lnTo>
                  <a:lnTo>
                    <a:pt x="99" y="156"/>
                  </a:lnTo>
                  <a:lnTo>
                    <a:pt x="126" y="174"/>
                  </a:lnTo>
                  <a:lnTo>
                    <a:pt x="157" y="190"/>
                  </a:lnTo>
                  <a:lnTo>
                    <a:pt x="189" y="204"/>
                  </a:lnTo>
                  <a:lnTo>
                    <a:pt x="224" y="215"/>
                  </a:lnTo>
                  <a:lnTo>
                    <a:pt x="262" y="226"/>
                  </a:lnTo>
                  <a:lnTo>
                    <a:pt x="300" y="234"/>
                  </a:lnTo>
                  <a:lnTo>
                    <a:pt x="340" y="240"/>
                  </a:lnTo>
                  <a:lnTo>
                    <a:pt x="384" y="244"/>
                  </a:lnTo>
                  <a:lnTo>
                    <a:pt x="426" y="245"/>
                  </a:lnTo>
                  <a:lnTo>
                    <a:pt x="426" y="233"/>
                  </a:lnTo>
                  <a:lnTo>
                    <a:pt x="384" y="232"/>
                  </a:lnTo>
                  <a:lnTo>
                    <a:pt x="343" y="228"/>
                  </a:lnTo>
                  <a:lnTo>
                    <a:pt x="303" y="222"/>
                  </a:lnTo>
                  <a:lnTo>
                    <a:pt x="264" y="214"/>
                  </a:lnTo>
                  <a:lnTo>
                    <a:pt x="229" y="204"/>
                  </a:lnTo>
                  <a:lnTo>
                    <a:pt x="194" y="192"/>
                  </a:lnTo>
                  <a:lnTo>
                    <a:pt x="162" y="178"/>
                  </a:lnTo>
                  <a:lnTo>
                    <a:pt x="133" y="163"/>
                  </a:lnTo>
                  <a:lnTo>
                    <a:pt x="106" y="146"/>
                  </a:lnTo>
                  <a:lnTo>
                    <a:pt x="81" y="129"/>
                  </a:lnTo>
                  <a:lnTo>
                    <a:pt x="61" y="109"/>
                  </a:lnTo>
                  <a:lnTo>
                    <a:pt x="44" y="89"/>
                  </a:lnTo>
                  <a:lnTo>
                    <a:pt x="31" y="66"/>
                  </a:lnTo>
                  <a:lnTo>
                    <a:pt x="20" y="45"/>
                  </a:lnTo>
                  <a:lnTo>
                    <a:pt x="15" y="2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3266" name="Freeform 34"/>
            <p:cNvSpPr>
              <a:spLocks/>
            </p:cNvSpPr>
            <p:nvPr/>
          </p:nvSpPr>
          <p:spPr bwMode="auto">
            <a:xfrm>
              <a:off x="878" y="1448"/>
              <a:ext cx="792" cy="954"/>
            </a:xfrm>
            <a:custGeom>
              <a:avLst/>
              <a:gdLst>
                <a:gd name="T0" fmla="*/ 13 w 3960"/>
                <a:gd name="T1" fmla="*/ 38 h 4768"/>
                <a:gd name="T2" fmla="*/ 14 w 3960"/>
                <a:gd name="T3" fmla="*/ 38 h 4768"/>
                <a:gd name="T4" fmla="*/ 15 w 3960"/>
                <a:gd name="T5" fmla="*/ 38 h 4768"/>
                <a:gd name="T6" fmla="*/ 15 w 3960"/>
                <a:gd name="T7" fmla="*/ 38 h 4768"/>
                <a:gd name="T8" fmla="*/ 16 w 3960"/>
                <a:gd name="T9" fmla="*/ 38 h 4768"/>
                <a:gd name="T10" fmla="*/ 17 w 3960"/>
                <a:gd name="T11" fmla="*/ 38 h 4768"/>
                <a:gd name="T12" fmla="*/ 17 w 3960"/>
                <a:gd name="T13" fmla="*/ 38 h 4768"/>
                <a:gd name="T14" fmla="*/ 18 w 3960"/>
                <a:gd name="T15" fmla="*/ 38 h 4768"/>
                <a:gd name="T16" fmla="*/ 18 w 3960"/>
                <a:gd name="T17" fmla="*/ 38 h 4768"/>
                <a:gd name="T18" fmla="*/ 29 w 3960"/>
                <a:gd name="T19" fmla="*/ 30 h 4768"/>
                <a:gd name="T20" fmla="*/ 30 w 3960"/>
                <a:gd name="T21" fmla="*/ 30 h 4768"/>
                <a:gd name="T22" fmla="*/ 30 w 3960"/>
                <a:gd name="T23" fmla="*/ 29 h 4768"/>
                <a:gd name="T24" fmla="*/ 31 w 3960"/>
                <a:gd name="T25" fmla="*/ 28 h 4768"/>
                <a:gd name="T26" fmla="*/ 31 w 3960"/>
                <a:gd name="T27" fmla="*/ 28 h 4768"/>
                <a:gd name="T28" fmla="*/ 31 w 3960"/>
                <a:gd name="T29" fmla="*/ 27 h 4768"/>
                <a:gd name="T30" fmla="*/ 32 w 3960"/>
                <a:gd name="T31" fmla="*/ 26 h 4768"/>
                <a:gd name="T32" fmla="*/ 32 w 3960"/>
                <a:gd name="T33" fmla="*/ 25 h 4768"/>
                <a:gd name="T34" fmla="*/ 32 w 3960"/>
                <a:gd name="T35" fmla="*/ 11 h 4768"/>
                <a:gd name="T36" fmla="*/ 32 w 3960"/>
                <a:gd name="T37" fmla="*/ 10 h 4768"/>
                <a:gd name="T38" fmla="*/ 31 w 3960"/>
                <a:gd name="T39" fmla="*/ 9 h 4768"/>
                <a:gd name="T40" fmla="*/ 31 w 3960"/>
                <a:gd name="T41" fmla="*/ 9 h 4768"/>
                <a:gd name="T42" fmla="*/ 31 w 3960"/>
                <a:gd name="T43" fmla="*/ 8 h 4768"/>
                <a:gd name="T44" fmla="*/ 31 w 3960"/>
                <a:gd name="T45" fmla="*/ 8 h 4768"/>
                <a:gd name="T46" fmla="*/ 30 w 3960"/>
                <a:gd name="T47" fmla="*/ 7 h 4768"/>
                <a:gd name="T48" fmla="*/ 30 w 3960"/>
                <a:gd name="T49" fmla="*/ 7 h 4768"/>
                <a:gd name="T50" fmla="*/ 29 w 3960"/>
                <a:gd name="T51" fmla="*/ 6 h 4768"/>
                <a:gd name="T52" fmla="*/ 19 w 3960"/>
                <a:gd name="T53" fmla="*/ 1 h 4768"/>
                <a:gd name="T54" fmla="*/ 18 w 3960"/>
                <a:gd name="T55" fmla="*/ 0 h 4768"/>
                <a:gd name="T56" fmla="*/ 17 w 3960"/>
                <a:gd name="T57" fmla="*/ 0 h 4768"/>
                <a:gd name="T58" fmla="*/ 17 w 3960"/>
                <a:gd name="T59" fmla="*/ 0 h 4768"/>
                <a:gd name="T60" fmla="*/ 16 w 3960"/>
                <a:gd name="T61" fmla="*/ 0 h 4768"/>
                <a:gd name="T62" fmla="*/ 15 w 3960"/>
                <a:gd name="T63" fmla="*/ 0 h 4768"/>
                <a:gd name="T64" fmla="*/ 14 w 3960"/>
                <a:gd name="T65" fmla="*/ 0 h 4768"/>
                <a:gd name="T66" fmla="*/ 14 w 3960"/>
                <a:gd name="T67" fmla="*/ 0 h 4768"/>
                <a:gd name="T68" fmla="*/ 2 w 3960"/>
                <a:gd name="T69" fmla="*/ 6 h 4768"/>
                <a:gd name="T70" fmla="*/ 2 w 3960"/>
                <a:gd name="T71" fmla="*/ 7 h 4768"/>
                <a:gd name="T72" fmla="*/ 1 w 3960"/>
                <a:gd name="T73" fmla="*/ 7 h 4768"/>
                <a:gd name="T74" fmla="*/ 1 w 3960"/>
                <a:gd name="T75" fmla="*/ 8 h 4768"/>
                <a:gd name="T76" fmla="*/ 1 w 3960"/>
                <a:gd name="T77" fmla="*/ 8 h 4768"/>
                <a:gd name="T78" fmla="*/ 0 w 3960"/>
                <a:gd name="T79" fmla="*/ 9 h 4768"/>
                <a:gd name="T80" fmla="*/ 0 w 3960"/>
                <a:gd name="T81" fmla="*/ 9 h 4768"/>
                <a:gd name="T82" fmla="*/ 0 w 3960"/>
                <a:gd name="T83" fmla="*/ 10 h 4768"/>
                <a:gd name="T84" fmla="*/ 0 w 3960"/>
                <a:gd name="T85" fmla="*/ 11 h 4768"/>
                <a:gd name="T86" fmla="*/ 0 w 3960"/>
                <a:gd name="T87" fmla="*/ 25 h 4768"/>
                <a:gd name="T88" fmla="*/ 0 w 3960"/>
                <a:gd name="T89" fmla="*/ 26 h 4768"/>
                <a:gd name="T90" fmla="*/ 0 w 3960"/>
                <a:gd name="T91" fmla="*/ 27 h 4768"/>
                <a:gd name="T92" fmla="*/ 1 w 3960"/>
                <a:gd name="T93" fmla="*/ 28 h 4768"/>
                <a:gd name="T94" fmla="*/ 1 w 3960"/>
                <a:gd name="T95" fmla="*/ 29 h 4768"/>
                <a:gd name="T96" fmla="*/ 1 w 3960"/>
                <a:gd name="T97" fmla="*/ 29 h 4768"/>
                <a:gd name="T98" fmla="*/ 2 w 3960"/>
                <a:gd name="T99" fmla="*/ 30 h 4768"/>
                <a:gd name="T100" fmla="*/ 3 w 3960"/>
                <a:gd name="T101" fmla="*/ 31 h 4768"/>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w 3960"/>
                <a:gd name="T154" fmla="*/ 0 h 4768"/>
                <a:gd name="T155" fmla="*/ 3960 w 3960"/>
                <a:gd name="T156" fmla="*/ 4768 h 4768"/>
              </a:gdLst>
              <a:ahLst/>
              <a:cxnLst>
                <a:cxn ang="T102">
                  <a:pos x="T0" y="T1"/>
                </a:cxn>
                <a:cxn ang="T103">
                  <a:pos x="T2" y="T3"/>
                </a:cxn>
                <a:cxn ang="T104">
                  <a:pos x="T4" y="T5"/>
                </a:cxn>
                <a:cxn ang="T105">
                  <a:pos x="T6" y="T7"/>
                </a:cxn>
                <a:cxn ang="T106">
                  <a:pos x="T8" y="T9"/>
                </a:cxn>
                <a:cxn ang="T107">
                  <a:pos x="T10" y="T11"/>
                </a:cxn>
                <a:cxn ang="T108">
                  <a:pos x="T12" y="T13"/>
                </a:cxn>
                <a:cxn ang="T109">
                  <a:pos x="T14" y="T15"/>
                </a:cxn>
                <a:cxn ang="T110">
                  <a:pos x="T16" y="T17"/>
                </a:cxn>
                <a:cxn ang="T111">
                  <a:pos x="T18" y="T19"/>
                </a:cxn>
                <a:cxn ang="T112">
                  <a:pos x="T20" y="T21"/>
                </a:cxn>
                <a:cxn ang="T113">
                  <a:pos x="T22" y="T23"/>
                </a:cxn>
                <a:cxn ang="T114">
                  <a:pos x="T24" y="T25"/>
                </a:cxn>
                <a:cxn ang="T115">
                  <a:pos x="T26" y="T27"/>
                </a:cxn>
                <a:cxn ang="T116">
                  <a:pos x="T28" y="T29"/>
                </a:cxn>
                <a:cxn ang="T117">
                  <a:pos x="T30" y="T31"/>
                </a:cxn>
                <a:cxn ang="T118">
                  <a:pos x="T32" y="T33"/>
                </a:cxn>
                <a:cxn ang="T119">
                  <a:pos x="T34" y="T35"/>
                </a:cxn>
                <a:cxn ang="T120">
                  <a:pos x="T36" y="T37"/>
                </a:cxn>
                <a:cxn ang="T121">
                  <a:pos x="T38" y="T39"/>
                </a:cxn>
                <a:cxn ang="T122">
                  <a:pos x="T40" y="T41"/>
                </a:cxn>
                <a:cxn ang="T123">
                  <a:pos x="T42" y="T43"/>
                </a:cxn>
                <a:cxn ang="T124">
                  <a:pos x="T44" y="T45"/>
                </a:cxn>
                <a:cxn ang="T125">
                  <a:pos x="T46" y="T47"/>
                </a:cxn>
                <a:cxn ang="T126">
                  <a:pos x="T48" y="T49"/>
                </a:cxn>
                <a:cxn ang="T127">
                  <a:pos x="T50" y="T51"/>
                </a:cxn>
                <a:cxn ang="T128">
                  <a:pos x="T52" y="T53"/>
                </a:cxn>
                <a:cxn ang="T129">
                  <a:pos x="T54" y="T55"/>
                </a:cxn>
                <a:cxn ang="T130">
                  <a:pos x="T56" y="T57"/>
                </a:cxn>
                <a:cxn ang="T131">
                  <a:pos x="T58" y="T59"/>
                </a:cxn>
                <a:cxn ang="T132">
                  <a:pos x="T60" y="T61"/>
                </a:cxn>
                <a:cxn ang="T133">
                  <a:pos x="T62" y="T63"/>
                </a:cxn>
                <a:cxn ang="T134">
                  <a:pos x="T64" y="T65"/>
                </a:cxn>
                <a:cxn ang="T135">
                  <a:pos x="T66" y="T67"/>
                </a:cxn>
                <a:cxn ang="T136">
                  <a:pos x="T68" y="T69"/>
                </a:cxn>
                <a:cxn ang="T137">
                  <a:pos x="T70" y="T71"/>
                </a:cxn>
                <a:cxn ang="T138">
                  <a:pos x="T72" y="T73"/>
                </a:cxn>
                <a:cxn ang="T139">
                  <a:pos x="T74" y="T75"/>
                </a:cxn>
                <a:cxn ang="T140">
                  <a:pos x="T76" y="T77"/>
                </a:cxn>
                <a:cxn ang="T141">
                  <a:pos x="T78" y="T79"/>
                </a:cxn>
                <a:cxn ang="T142">
                  <a:pos x="T80" y="T81"/>
                </a:cxn>
                <a:cxn ang="T143">
                  <a:pos x="T82" y="T83"/>
                </a:cxn>
                <a:cxn ang="T144">
                  <a:pos x="T84" y="T85"/>
                </a:cxn>
                <a:cxn ang="T145">
                  <a:pos x="T86" y="T87"/>
                </a:cxn>
                <a:cxn ang="T146">
                  <a:pos x="T88" y="T89"/>
                </a:cxn>
                <a:cxn ang="T147">
                  <a:pos x="T90" y="T91"/>
                </a:cxn>
                <a:cxn ang="T148">
                  <a:pos x="T92" y="T93"/>
                </a:cxn>
                <a:cxn ang="T149">
                  <a:pos x="T94" y="T95"/>
                </a:cxn>
                <a:cxn ang="T150">
                  <a:pos x="T96" y="T97"/>
                </a:cxn>
                <a:cxn ang="T151">
                  <a:pos x="T98" y="T99"/>
                </a:cxn>
                <a:cxn ang="T152">
                  <a:pos x="T100" y="T101"/>
                </a:cxn>
              </a:cxnLst>
              <a:rect l="T153" t="T154" r="T155" b="T156"/>
              <a:pathLst>
                <a:path w="3960" h="4768">
                  <a:moveTo>
                    <a:pt x="353" y="3849"/>
                  </a:moveTo>
                  <a:lnTo>
                    <a:pt x="1661" y="4700"/>
                  </a:lnTo>
                  <a:lnTo>
                    <a:pt x="1697" y="4717"/>
                  </a:lnTo>
                  <a:lnTo>
                    <a:pt x="1736" y="4731"/>
                  </a:lnTo>
                  <a:lnTo>
                    <a:pt x="1776" y="4742"/>
                  </a:lnTo>
                  <a:lnTo>
                    <a:pt x="1818" y="4753"/>
                  </a:lnTo>
                  <a:lnTo>
                    <a:pt x="1860" y="4760"/>
                  </a:lnTo>
                  <a:lnTo>
                    <a:pt x="1902" y="4765"/>
                  </a:lnTo>
                  <a:lnTo>
                    <a:pt x="1946" y="4768"/>
                  </a:lnTo>
                  <a:lnTo>
                    <a:pt x="1988" y="4768"/>
                  </a:lnTo>
                  <a:lnTo>
                    <a:pt x="2031" y="4767"/>
                  </a:lnTo>
                  <a:lnTo>
                    <a:pt x="2073" y="4763"/>
                  </a:lnTo>
                  <a:lnTo>
                    <a:pt x="2114" y="4758"/>
                  </a:lnTo>
                  <a:lnTo>
                    <a:pt x="2154" y="4751"/>
                  </a:lnTo>
                  <a:lnTo>
                    <a:pt x="2193" y="4740"/>
                  </a:lnTo>
                  <a:lnTo>
                    <a:pt x="2230" y="4729"/>
                  </a:lnTo>
                  <a:lnTo>
                    <a:pt x="2264" y="4715"/>
                  </a:lnTo>
                  <a:lnTo>
                    <a:pt x="2297" y="4700"/>
                  </a:lnTo>
                  <a:lnTo>
                    <a:pt x="3639" y="3825"/>
                  </a:lnTo>
                  <a:lnTo>
                    <a:pt x="3673" y="3795"/>
                  </a:lnTo>
                  <a:lnTo>
                    <a:pt x="3707" y="3761"/>
                  </a:lnTo>
                  <a:lnTo>
                    <a:pt x="3738" y="3725"/>
                  </a:lnTo>
                  <a:lnTo>
                    <a:pt x="3768" y="3685"/>
                  </a:lnTo>
                  <a:lnTo>
                    <a:pt x="3796" y="3644"/>
                  </a:lnTo>
                  <a:lnTo>
                    <a:pt x="3821" y="3599"/>
                  </a:lnTo>
                  <a:lnTo>
                    <a:pt x="3846" y="3553"/>
                  </a:lnTo>
                  <a:lnTo>
                    <a:pt x="3868" y="3505"/>
                  </a:lnTo>
                  <a:lnTo>
                    <a:pt x="3888" y="3456"/>
                  </a:lnTo>
                  <a:lnTo>
                    <a:pt x="3907" y="3406"/>
                  </a:lnTo>
                  <a:lnTo>
                    <a:pt x="3922" y="3354"/>
                  </a:lnTo>
                  <a:lnTo>
                    <a:pt x="3935" y="3303"/>
                  </a:lnTo>
                  <a:lnTo>
                    <a:pt x="3946" y="3250"/>
                  </a:lnTo>
                  <a:lnTo>
                    <a:pt x="3953" y="3197"/>
                  </a:lnTo>
                  <a:lnTo>
                    <a:pt x="3957" y="3144"/>
                  </a:lnTo>
                  <a:lnTo>
                    <a:pt x="3960" y="3092"/>
                  </a:lnTo>
                  <a:lnTo>
                    <a:pt x="3959" y="1313"/>
                  </a:lnTo>
                  <a:lnTo>
                    <a:pt x="3955" y="1271"/>
                  </a:lnTo>
                  <a:lnTo>
                    <a:pt x="3949" y="1229"/>
                  </a:lnTo>
                  <a:lnTo>
                    <a:pt x="3941" y="1189"/>
                  </a:lnTo>
                  <a:lnTo>
                    <a:pt x="3930" y="1149"/>
                  </a:lnTo>
                  <a:lnTo>
                    <a:pt x="3918" y="1111"/>
                  </a:lnTo>
                  <a:lnTo>
                    <a:pt x="3902" y="1075"/>
                  </a:lnTo>
                  <a:lnTo>
                    <a:pt x="3886" y="1040"/>
                  </a:lnTo>
                  <a:lnTo>
                    <a:pt x="3867" y="1006"/>
                  </a:lnTo>
                  <a:lnTo>
                    <a:pt x="3846" y="973"/>
                  </a:lnTo>
                  <a:lnTo>
                    <a:pt x="3823" y="942"/>
                  </a:lnTo>
                  <a:lnTo>
                    <a:pt x="3798" y="913"/>
                  </a:lnTo>
                  <a:lnTo>
                    <a:pt x="3771" y="886"/>
                  </a:lnTo>
                  <a:lnTo>
                    <a:pt x="3743" y="860"/>
                  </a:lnTo>
                  <a:lnTo>
                    <a:pt x="3714" y="837"/>
                  </a:lnTo>
                  <a:lnTo>
                    <a:pt x="3682" y="816"/>
                  </a:lnTo>
                  <a:lnTo>
                    <a:pt x="3649" y="796"/>
                  </a:lnTo>
                  <a:lnTo>
                    <a:pt x="2386" y="83"/>
                  </a:lnTo>
                  <a:lnTo>
                    <a:pt x="2350" y="65"/>
                  </a:lnTo>
                  <a:lnTo>
                    <a:pt x="2310" y="50"/>
                  </a:lnTo>
                  <a:lnTo>
                    <a:pt x="2268" y="36"/>
                  </a:lnTo>
                  <a:lnTo>
                    <a:pt x="2223" y="24"/>
                  </a:lnTo>
                  <a:lnTo>
                    <a:pt x="2178" y="15"/>
                  </a:lnTo>
                  <a:lnTo>
                    <a:pt x="2131" y="8"/>
                  </a:lnTo>
                  <a:lnTo>
                    <a:pt x="2082" y="3"/>
                  </a:lnTo>
                  <a:lnTo>
                    <a:pt x="2032" y="0"/>
                  </a:lnTo>
                  <a:lnTo>
                    <a:pt x="1982" y="1"/>
                  </a:lnTo>
                  <a:lnTo>
                    <a:pt x="1933" y="3"/>
                  </a:lnTo>
                  <a:lnTo>
                    <a:pt x="1882" y="9"/>
                  </a:lnTo>
                  <a:lnTo>
                    <a:pt x="1833" y="17"/>
                  </a:lnTo>
                  <a:lnTo>
                    <a:pt x="1785" y="29"/>
                  </a:lnTo>
                  <a:lnTo>
                    <a:pt x="1737" y="43"/>
                  </a:lnTo>
                  <a:lnTo>
                    <a:pt x="1691" y="62"/>
                  </a:lnTo>
                  <a:lnTo>
                    <a:pt x="1647" y="83"/>
                  </a:lnTo>
                  <a:lnTo>
                    <a:pt x="311" y="782"/>
                  </a:lnTo>
                  <a:lnTo>
                    <a:pt x="276" y="803"/>
                  </a:lnTo>
                  <a:lnTo>
                    <a:pt x="243" y="826"/>
                  </a:lnTo>
                  <a:lnTo>
                    <a:pt x="213" y="852"/>
                  </a:lnTo>
                  <a:lnTo>
                    <a:pt x="184" y="879"/>
                  </a:lnTo>
                  <a:lnTo>
                    <a:pt x="155" y="908"/>
                  </a:lnTo>
                  <a:lnTo>
                    <a:pt x="131" y="939"/>
                  </a:lnTo>
                  <a:lnTo>
                    <a:pt x="107" y="971"/>
                  </a:lnTo>
                  <a:lnTo>
                    <a:pt x="86" y="1005"/>
                  </a:lnTo>
                  <a:lnTo>
                    <a:pt x="68" y="1040"/>
                  </a:lnTo>
                  <a:lnTo>
                    <a:pt x="50" y="1076"/>
                  </a:lnTo>
                  <a:lnTo>
                    <a:pt x="36" y="1115"/>
                  </a:lnTo>
                  <a:lnTo>
                    <a:pt x="23" y="1153"/>
                  </a:lnTo>
                  <a:lnTo>
                    <a:pt x="14" y="1195"/>
                  </a:lnTo>
                  <a:lnTo>
                    <a:pt x="7" y="1236"/>
                  </a:lnTo>
                  <a:lnTo>
                    <a:pt x="2" y="1279"/>
                  </a:lnTo>
                  <a:lnTo>
                    <a:pt x="0" y="1322"/>
                  </a:lnTo>
                  <a:lnTo>
                    <a:pt x="0" y="3093"/>
                  </a:lnTo>
                  <a:lnTo>
                    <a:pt x="2" y="3147"/>
                  </a:lnTo>
                  <a:lnTo>
                    <a:pt x="7" y="3202"/>
                  </a:lnTo>
                  <a:lnTo>
                    <a:pt x="15" y="3257"/>
                  </a:lnTo>
                  <a:lnTo>
                    <a:pt x="27" y="3312"/>
                  </a:lnTo>
                  <a:lnTo>
                    <a:pt x="42" y="3366"/>
                  </a:lnTo>
                  <a:lnTo>
                    <a:pt x="59" y="3420"/>
                  </a:lnTo>
                  <a:lnTo>
                    <a:pt x="79" y="3474"/>
                  </a:lnTo>
                  <a:lnTo>
                    <a:pt x="102" y="3525"/>
                  </a:lnTo>
                  <a:lnTo>
                    <a:pt x="127" y="3576"/>
                  </a:lnTo>
                  <a:lnTo>
                    <a:pt x="154" y="3624"/>
                  </a:lnTo>
                  <a:lnTo>
                    <a:pt x="184" y="3670"/>
                  </a:lnTo>
                  <a:lnTo>
                    <a:pt x="214" y="3712"/>
                  </a:lnTo>
                  <a:lnTo>
                    <a:pt x="247" y="3752"/>
                  </a:lnTo>
                  <a:lnTo>
                    <a:pt x="281" y="3788"/>
                  </a:lnTo>
                  <a:lnTo>
                    <a:pt x="317" y="3821"/>
                  </a:lnTo>
                  <a:lnTo>
                    <a:pt x="353" y="384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3267" name="Freeform 35"/>
            <p:cNvSpPr>
              <a:spLocks/>
            </p:cNvSpPr>
            <p:nvPr/>
          </p:nvSpPr>
          <p:spPr bwMode="auto">
            <a:xfrm>
              <a:off x="943" y="2210"/>
              <a:ext cx="276" cy="187"/>
            </a:xfrm>
            <a:custGeom>
              <a:avLst/>
              <a:gdLst>
                <a:gd name="T0" fmla="*/ 11 w 1380"/>
                <a:gd name="T1" fmla="*/ 7 h 937"/>
                <a:gd name="T2" fmla="*/ 11 w 1380"/>
                <a:gd name="T3" fmla="*/ 7 h 937"/>
                <a:gd name="T4" fmla="*/ 0 w 1380"/>
                <a:gd name="T5" fmla="*/ 0 h 937"/>
                <a:gd name="T6" fmla="*/ 0 w 1380"/>
                <a:gd name="T7" fmla="*/ 1 h 937"/>
                <a:gd name="T8" fmla="*/ 10 w 1380"/>
                <a:gd name="T9" fmla="*/ 7 h 937"/>
                <a:gd name="T10" fmla="*/ 10 w 1380"/>
                <a:gd name="T11" fmla="*/ 7 h 937"/>
                <a:gd name="T12" fmla="*/ 10 w 1380"/>
                <a:gd name="T13" fmla="*/ 7 h 937"/>
                <a:gd name="T14" fmla="*/ 11 w 1380"/>
                <a:gd name="T15" fmla="*/ 7 h 937"/>
                <a:gd name="T16" fmla="*/ 11 w 1380"/>
                <a:gd name="T17" fmla="*/ 7 h 937"/>
                <a:gd name="T18" fmla="*/ 11 w 1380"/>
                <a:gd name="T19" fmla="*/ 7 h 937"/>
                <a:gd name="T20" fmla="*/ 11 w 1380"/>
                <a:gd name="T21" fmla="*/ 7 h 937"/>
                <a:gd name="T22" fmla="*/ 11 w 1380"/>
                <a:gd name="T23" fmla="*/ 7 h 937"/>
                <a:gd name="T24" fmla="*/ 11 w 1380"/>
                <a:gd name="T25" fmla="*/ 7 h 937"/>
                <a:gd name="T26" fmla="*/ 11 w 1380"/>
                <a:gd name="T27" fmla="*/ 7 h 937"/>
                <a:gd name="T28" fmla="*/ 11 w 1380"/>
                <a:gd name="T29" fmla="*/ 7 h 937"/>
                <a:gd name="T30" fmla="*/ 11 w 1380"/>
                <a:gd name="T31" fmla="*/ 7 h 93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80"/>
                <a:gd name="T49" fmla="*/ 0 h 937"/>
                <a:gd name="T50" fmla="*/ 1380 w 1380"/>
                <a:gd name="T51" fmla="*/ 937 h 93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80" h="937">
                  <a:moveTo>
                    <a:pt x="1354" y="848"/>
                  </a:moveTo>
                  <a:lnTo>
                    <a:pt x="1359" y="851"/>
                  </a:lnTo>
                  <a:lnTo>
                    <a:pt x="51" y="0"/>
                  </a:lnTo>
                  <a:lnTo>
                    <a:pt x="0" y="78"/>
                  </a:lnTo>
                  <a:lnTo>
                    <a:pt x="1307" y="929"/>
                  </a:lnTo>
                  <a:lnTo>
                    <a:pt x="1312" y="932"/>
                  </a:lnTo>
                  <a:lnTo>
                    <a:pt x="1307" y="929"/>
                  </a:lnTo>
                  <a:lnTo>
                    <a:pt x="1326" y="937"/>
                  </a:lnTo>
                  <a:lnTo>
                    <a:pt x="1345" y="936"/>
                  </a:lnTo>
                  <a:lnTo>
                    <a:pt x="1360" y="929"/>
                  </a:lnTo>
                  <a:lnTo>
                    <a:pt x="1372" y="916"/>
                  </a:lnTo>
                  <a:lnTo>
                    <a:pt x="1379" y="899"/>
                  </a:lnTo>
                  <a:lnTo>
                    <a:pt x="1380" y="883"/>
                  </a:lnTo>
                  <a:lnTo>
                    <a:pt x="1374" y="865"/>
                  </a:lnTo>
                  <a:lnTo>
                    <a:pt x="1359" y="851"/>
                  </a:lnTo>
                  <a:lnTo>
                    <a:pt x="1354" y="84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3268" name="Freeform 36"/>
            <p:cNvSpPr>
              <a:spLocks/>
            </p:cNvSpPr>
            <p:nvPr/>
          </p:nvSpPr>
          <p:spPr bwMode="auto">
            <a:xfrm>
              <a:off x="1206" y="2379"/>
              <a:ext cx="140" cy="32"/>
            </a:xfrm>
            <a:custGeom>
              <a:avLst/>
              <a:gdLst>
                <a:gd name="T0" fmla="*/ 5 w 703"/>
                <a:gd name="T1" fmla="*/ 0 h 162"/>
                <a:gd name="T2" fmla="*/ 5 w 703"/>
                <a:gd name="T3" fmla="*/ 0 h 162"/>
                <a:gd name="T4" fmla="*/ 5 w 703"/>
                <a:gd name="T5" fmla="*/ 0 h 162"/>
                <a:gd name="T6" fmla="*/ 5 w 703"/>
                <a:gd name="T7" fmla="*/ 0 h 162"/>
                <a:gd name="T8" fmla="*/ 4 w 703"/>
                <a:gd name="T9" fmla="*/ 0 h 162"/>
                <a:gd name="T10" fmla="*/ 4 w 703"/>
                <a:gd name="T11" fmla="*/ 0 h 162"/>
                <a:gd name="T12" fmla="*/ 4 w 703"/>
                <a:gd name="T13" fmla="*/ 0 h 162"/>
                <a:gd name="T14" fmla="*/ 3 w 703"/>
                <a:gd name="T15" fmla="*/ 1 h 162"/>
                <a:gd name="T16" fmla="*/ 3 w 703"/>
                <a:gd name="T17" fmla="*/ 1 h 162"/>
                <a:gd name="T18" fmla="*/ 3 w 703"/>
                <a:gd name="T19" fmla="*/ 1 h 162"/>
                <a:gd name="T20" fmla="*/ 2 w 703"/>
                <a:gd name="T21" fmla="*/ 1 h 162"/>
                <a:gd name="T22" fmla="*/ 2 w 703"/>
                <a:gd name="T23" fmla="*/ 1 h 162"/>
                <a:gd name="T24" fmla="*/ 2 w 703"/>
                <a:gd name="T25" fmla="*/ 0 h 162"/>
                <a:gd name="T26" fmla="*/ 1 w 703"/>
                <a:gd name="T27" fmla="*/ 0 h 162"/>
                <a:gd name="T28" fmla="*/ 1 w 703"/>
                <a:gd name="T29" fmla="*/ 0 h 162"/>
                <a:gd name="T30" fmla="*/ 1 w 703"/>
                <a:gd name="T31" fmla="*/ 0 h 162"/>
                <a:gd name="T32" fmla="*/ 1 w 703"/>
                <a:gd name="T33" fmla="*/ 0 h 162"/>
                <a:gd name="T34" fmla="*/ 0 w 703"/>
                <a:gd name="T35" fmla="*/ 0 h 162"/>
                <a:gd name="T36" fmla="*/ 0 w 703"/>
                <a:gd name="T37" fmla="*/ 1 h 162"/>
                <a:gd name="T38" fmla="*/ 0 w 703"/>
                <a:gd name="T39" fmla="*/ 1 h 162"/>
                <a:gd name="T40" fmla="*/ 1 w 703"/>
                <a:gd name="T41" fmla="*/ 1 h 162"/>
                <a:gd name="T42" fmla="*/ 1 w 703"/>
                <a:gd name="T43" fmla="*/ 1 h 162"/>
                <a:gd name="T44" fmla="*/ 1 w 703"/>
                <a:gd name="T45" fmla="*/ 1 h 162"/>
                <a:gd name="T46" fmla="*/ 2 w 703"/>
                <a:gd name="T47" fmla="*/ 1 h 162"/>
                <a:gd name="T48" fmla="*/ 2 w 703"/>
                <a:gd name="T49" fmla="*/ 1 h 162"/>
                <a:gd name="T50" fmla="*/ 2 w 703"/>
                <a:gd name="T51" fmla="*/ 1 h 162"/>
                <a:gd name="T52" fmla="*/ 3 w 703"/>
                <a:gd name="T53" fmla="*/ 1 h 162"/>
                <a:gd name="T54" fmla="*/ 3 w 703"/>
                <a:gd name="T55" fmla="*/ 1 h 162"/>
                <a:gd name="T56" fmla="*/ 3 w 703"/>
                <a:gd name="T57" fmla="*/ 1 h 162"/>
                <a:gd name="T58" fmla="*/ 4 w 703"/>
                <a:gd name="T59" fmla="*/ 1 h 162"/>
                <a:gd name="T60" fmla="*/ 4 w 703"/>
                <a:gd name="T61" fmla="*/ 1 h 162"/>
                <a:gd name="T62" fmla="*/ 5 w 703"/>
                <a:gd name="T63" fmla="*/ 1 h 162"/>
                <a:gd name="T64" fmla="*/ 5 w 703"/>
                <a:gd name="T65" fmla="*/ 1 h 162"/>
                <a:gd name="T66" fmla="*/ 5 w 703"/>
                <a:gd name="T67" fmla="*/ 1 h 162"/>
                <a:gd name="T68" fmla="*/ 5 w 703"/>
                <a:gd name="T69" fmla="*/ 1 h 162"/>
                <a:gd name="T70" fmla="*/ 5 w 703"/>
                <a:gd name="T71" fmla="*/ 1 h 162"/>
                <a:gd name="T72" fmla="*/ 5 w 703"/>
                <a:gd name="T73" fmla="*/ 1 h 162"/>
                <a:gd name="T74" fmla="*/ 5 w 703"/>
                <a:gd name="T75" fmla="*/ 1 h 162"/>
                <a:gd name="T76" fmla="*/ 6 w 703"/>
                <a:gd name="T77" fmla="*/ 0 h 162"/>
                <a:gd name="T78" fmla="*/ 6 w 703"/>
                <a:gd name="T79" fmla="*/ 0 h 162"/>
                <a:gd name="T80" fmla="*/ 6 w 703"/>
                <a:gd name="T81" fmla="*/ 0 h 162"/>
                <a:gd name="T82" fmla="*/ 5 w 703"/>
                <a:gd name="T83" fmla="*/ 0 h 162"/>
                <a:gd name="T84" fmla="*/ 5 w 703"/>
                <a:gd name="T85" fmla="*/ 0 h 162"/>
                <a:gd name="T86" fmla="*/ 5 w 703"/>
                <a:gd name="T87" fmla="*/ 0 h 162"/>
                <a:gd name="T88" fmla="*/ 5 w 703"/>
                <a:gd name="T89" fmla="*/ 0 h 162"/>
                <a:gd name="T90" fmla="*/ 5 w 703"/>
                <a:gd name="T91" fmla="*/ 0 h 162"/>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703"/>
                <a:gd name="T139" fmla="*/ 0 h 162"/>
                <a:gd name="T140" fmla="*/ 703 w 703"/>
                <a:gd name="T141" fmla="*/ 162 h 162"/>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703" h="162">
                  <a:moveTo>
                    <a:pt x="631" y="8"/>
                  </a:moveTo>
                  <a:lnTo>
                    <a:pt x="636" y="6"/>
                  </a:lnTo>
                  <a:lnTo>
                    <a:pt x="606" y="20"/>
                  </a:lnTo>
                  <a:lnTo>
                    <a:pt x="575" y="32"/>
                  </a:lnTo>
                  <a:lnTo>
                    <a:pt x="540" y="42"/>
                  </a:lnTo>
                  <a:lnTo>
                    <a:pt x="504" y="52"/>
                  </a:lnTo>
                  <a:lnTo>
                    <a:pt x="467" y="59"/>
                  </a:lnTo>
                  <a:lnTo>
                    <a:pt x="428" y="64"/>
                  </a:lnTo>
                  <a:lnTo>
                    <a:pt x="389" y="67"/>
                  </a:lnTo>
                  <a:lnTo>
                    <a:pt x="348" y="68"/>
                  </a:lnTo>
                  <a:lnTo>
                    <a:pt x="308" y="68"/>
                  </a:lnTo>
                  <a:lnTo>
                    <a:pt x="267" y="65"/>
                  </a:lnTo>
                  <a:lnTo>
                    <a:pt x="226" y="61"/>
                  </a:lnTo>
                  <a:lnTo>
                    <a:pt x="187" y="54"/>
                  </a:lnTo>
                  <a:lnTo>
                    <a:pt x="148" y="44"/>
                  </a:lnTo>
                  <a:lnTo>
                    <a:pt x="110" y="33"/>
                  </a:lnTo>
                  <a:lnTo>
                    <a:pt x="75" y="20"/>
                  </a:lnTo>
                  <a:lnTo>
                    <a:pt x="42" y="5"/>
                  </a:lnTo>
                  <a:lnTo>
                    <a:pt x="0" y="89"/>
                  </a:lnTo>
                  <a:lnTo>
                    <a:pt x="40" y="107"/>
                  </a:lnTo>
                  <a:lnTo>
                    <a:pt x="82" y="122"/>
                  </a:lnTo>
                  <a:lnTo>
                    <a:pt x="124" y="135"/>
                  </a:lnTo>
                  <a:lnTo>
                    <a:pt x="169" y="146"/>
                  </a:lnTo>
                  <a:lnTo>
                    <a:pt x="214" y="153"/>
                  </a:lnTo>
                  <a:lnTo>
                    <a:pt x="258" y="158"/>
                  </a:lnTo>
                  <a:lnTo>
                    <a:pt x="303" y="162"/>
                  </a:lnTo>
                  <a:lnTo>
                    <a:pt x="348" y="162"/>
                  </a:lnTo>
                  <a:lnTo>
                    <a:pt x="394" y="161"/>
                  </a:lnTo>
                  <a:lnTo>
                    <a:pt x="439" y="157"/>
                  </a:lnTo>
                  <a:lnTo>
                    <a:pt x="481" y="150"/>
                  </a:lnTo>
                  <a:lnTo>
                    <a:pt x="525" y="143"/>
                  </a:lnTo>
                  <a:lnTo>
                    <a:pt x="566" y="132"/>
                  </a:lnTo>
                  <a:lnTo>
                    <a:pt x="606" y="121"/>
                  </a:lnTo>
                  <a:lnTo>
                    <a:pt x="643" y="105"/>
                  </a:lnTo>
                  <a:lnTo>
                    <a:pt x="678" y="88"/>
                  </a:lnTo>
                  <a:lnTo>
                    <a:pt x="683" y="86"/>
                  </a:lnTo>
                  <a:lnTo>
                    <a:pt x="678" y="88"/>
                  </a:lnTo>
                  <a:lnTo>
                    <a:pt x="695" y="75"/>
                  </a:lnTo>
                  <a:lnTo>
                    <a:pt x="702" y="60"/>
                  </a:lnTo>
                  <a:lnTo>
                    <a:pt x="703" y="42"/>
                  </a:lnTo>
                  <a:lnTo>
                    <a:pt x="698" y="26"/>
                  </a:lnTo>
                  <a:lnTo>
                    <a:pt x="688" y="12"/>
                  </a:lnTo>
                  <a:lnTo>
                    <a:pt x="674" y="3"/>
                  </a:lnTo>
                  <a:lnTo>
                    <a:pt x="656" y="0"/>
                  </a:lnTo>
                  <a:lnTo>
                    <a:pt x="636" y="6"/>
                  </a:lnTo>
                  <a:lnTo>
                    <a:pt x="631"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3269" name="Freeform 37"/>
            <p:cNvSpPr>
              <a:spLocks/>
            </p:cNvSpPr>
            <p:nvPr/>
          </p:nvSpPr>
          <p:spPr bwMode="auto">
            <a:xfrm>
              <a:off x="1332" y="2204"/>
              <a:ext cx="283" cy="192"/>
            </a:xfrm>
            <a:custGeom>
              <a:avLst/>
              <a:gdLst>
                <a:gd name="T0" fmla="*/ 11 w 1415"/>
                <a:gd name="T1" fmla="*/ 0 h 960"/>
                <a:gd name="T2" fmla="*/ 11 w 1415"/>
                <a:gd name="T3" fmla="*/ 0 h 960"/>
                <a:gd name="T4" fmla="*/ 0 w 1415"/>
                <a:gd name="T5" fmla="*/ 7 h 960"/>
                <a:gd name="T6" fmla="*/ 0 w 1415"/>
                <a:gd name="T7" fmla="*/ 8 h 960"/>
                <a:gd name="T8" fmla="*/ 11 w 1415"/>
                <a:gd name="T9" fmla="*/ 1 h 960"/>
                <a:gd name="T10" fmla="*/ 11 w 1415"/>
                <a:gd name="T11" fmla="*/ 1 h 960"/>
                <a:gd name="T12" fmla="*/ 11 w 1415"/>
                <a:gd name="T13" fmla="*/ 1 h 960"/>
                <a:gd name="T14" fmla="*/ 11 w 1415"/>
                <a:gd name="T15" fmla="*/ 1 h 960"/>
                <a:gd name="T16" fmla="*/ 11 w 1415"/>
                <a:gd name="T17" fmla="*/ 0 h 960"/>
                <a:gd name="T18" fmla="*/ 11 w 1415"/>
                <a:gd name="T19" fmla="*/ 0 h 960"/>
                <a:gd name="T20" fmla="*/ 11 w 1415"/>
                <a:gd name="T21" fmla="*/ 0 h 960"/>
                <a:gd name="T22" fmla="*/ 11 w 1415"/>
                <a:gd name="T23" fmla="*/ 0 h 960"/>
                <a:gd name="T24" fmla="*/ 11 w 1415"/>
                <a:gd name="T25" fmla="*/ 0 h 960"/>
                <a:gd name="T26" fmla="*/ 11 w 1415"/>
                <a:gd name="T27" fmla="*/ 0 h 960"/>
                <a:gd name="T28" fmla="*/ 11 w 1415"/>
                <a:gd name="T29" fmla="*/ 0 h 960"/>
                <a:gd name="T30" fmla="*/ 11 w 1415"/>
                <a:gd name="T31" fmla="*/ 0 h 96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15"/>
                <a:gd name="T49" fmla="*/ 0 h 960"/>
                <a:gd name="T50" fmla="*/ 1415 w 1415"/>
                <a:gd name="T51" fmla="*/ 960 h 96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15" h="960">
                  <a:moveTo>
                    <a:pt x="1338" y="10"/>
                  </a:moveTo>
                  <a:lnTo>
                    <a:pt x="1342" y="8"/>
                  </a:lnTo>
                  <a:lnTo>
                    <a:pt x="0" y="882"/>
                  </a:lnTo>
                  <a:lnTo>
                    <a:pt x="52" y="960"/>
                  </a:lnTo>
                  <a:lnTo>
                    <a:pt x="1393" y="85"/>
                  </a:lnTo>
                  <a:lnTo>
                    <a:pt x="1397" y="83"/>
                  </a:lnTo>
                  <a:lnTo>
                    <a:pt x="1393" y="85"/>
                  </a:lnTo>
                  <a:lnTo>
                    <a:pt x="1409" y="71"/>
                  </a:lnTo>
                  <a:lnTo>
                    <a:pt x="1415" y="53"/>
                  </a:lnTo>
                  <a:lnTo>
                    <a:pt x="1413" y="37"/>
                  </a:lnTo>
                  <a:lnTo>
                    <a:pt x="1406" y="21"/>
                  </a:lnTo>
                  <a:lnTo>
                    <a:pt x="1395" y="8"/>
                  </a:lnTo>
                  <a:lnTo>
                    <a:pt x="1379" y="1"/>
                  </a:lnTo>
                  <a:lnTo>
                    <a:pt x="1361" y="0"/>
                  </a:lnTo>
                  <a:lnTo>
                    <a:pt x="1342" y="8"/>
                  </a:lnTo>
                  <a:lnTo>
                    <a:pt x="1338" y="1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3270" name="Freeform 38"/>
            <p:cNvSpPr>
              <a:spLocks/>
            </p:cNvSpPr>
            <p:nvPr/>
          </p:nvSpPr>
          <p:spPr bwMode="auto">
            <a:xfrm>
              <a:off x="1599" y="2057"/>
              <a:ext cx="80" cy="163"/>
            </a:xfrm>
            <a:custGeom>
              <a:avLst/>
              <a:gdLst>
                <a:gd name="T0" fmla="*/ 2 w 398"/>
                <a:gd name="T1" fmla="*/ 0 h 817"/>
                <a:gd name="T2" fmla="*/ 2 w 398"/>
                <a:gd name="T3" fmla="*/ 0 h 817"/>
                <a:gd name="T4" fmla="*/ 2 w 398"/>
                <a:gd name="T5" fmla="*/ 1 h 817"/>
                <a:gd name="T6" fmla="*/ 2 w 398"/>
                <a:gd name="T7" fmla="*/ 1 h 817"/>
                <a:gd name="T8" fmla="*/ 2 w 398"/>
                <a:gd name="T9" fmla="*/ 2 h 817"/>
                <a:gd name="T10" fmla="*/ 2 w 398"/>
                <a:gd name="T11" fmla="*/ 2 h 817"/>
                <a:gd name="T12" fmla="*/ 2 w 398"/>
                <a:gd name="T13" fmla="*/ 2 h 817"/>
                <a:gd name="T14" fmla="*/ 2 w 398"/>
                <a:gd name="T15" fmla="*/ 3 h 817"/>
                <a:gd name="T16" fmla="*/ 2 w 398"/>
                <a:gd name="T17" fmla="*/ 3 h 817"/>
                <a:gd name="T18" fmla="*/ 2 w 398"/>
                <a:gd name="T19" fmla="*/ 4 h 817"/>
                <a:gd name="T20" fmla="*/ 2 w 398"/>
                <a:gd name="T21" fmla="*/ 4 h 817"/>
                <a:gd name="T22" fmla="*/ 1 w 398"/>
                <a:gd name="T23" fmla="*/ 4 h 817"/>
                <a:gd name="T24" fmla="*/ 1 w 398"/>
                <a:gd name="T25" fmla="*/ 5 h 817"/>
                <a:gd name="T26" fmla="*/ 1 w 398"/>
                <a:gd name="T27" fmla="*/ 5 h 817"/>
                <a:gd name="T28" fmla="*/ 1 w 398"/>
                <a:gd name="T29" fmla="*/ 5 h 817"/>
                <a:gd name="T30" fmla="*/ 1 w 398"/>
                <a:gd name="T31" fmla="*/ 5 h 817"/>
                <a:gd name="T32" fmla="*/ 0 w 398"/>
                <a:gd name="T33" fmla="*/ 6 h 817"/>
                <a:gd name="T34" fmla="*/ 0 w 398"/>
                <a:gd name="T35" fmla="*/ 6 h 817"/>
                <a:gd name="T36" fmla="*/ 0 w 398"/>
                <a:gd name="T37" fmla="*/ 7 h 817"/>
                <a:gd name="T38" fmla="*/ 1 w 398"/>
                <a:gd name="T39" fmla="*/ 6 h 817"/>
                <a:gd name="T40" fmla="*/ 1 w 398"/>
                <a:gd name="T41" fmla="*/ 6 h 817"/>
                <a:gd name="T42" fmla="*/ 1 w 398"/>
                <a:gd name="T43" fmla="*/ 6 h 817"/>
                <a:gd name="T44" fmla="*/ 2 w 398"/>
                <a:gd name="T45" fmla="*/ 5 h 817"/>
                <a:gd name="T46" fmla="*/ 2 w 398"/>
                <a:gd name="T47" fmla="*/ 5 h 817"/>
                <a:gd name="T48" fmla="*/ 2 w 398"/>
                <a:gd name="T49" fmla="*/ 5 h 817"/>
                <a:gd name="T50" fmla="*/ 2 w 398"/>
                <a:gd name="T51" fmla="*/ 4 h 817"/>
                <a:gd name="T52" fmla="*/ 2 w 398"/>
                <a:gd name="T53" fmla="*/ 4 h 817"/>
                <a:gd name="T54" fmla="*/ 3 w 398"/>
                <a:gd name="T55" fmla="*/ 3 h 817"/>
                <a:gd name="T56" fmla="*/ 3 w 398"/>
                <a:gd name="T57" fmla="*/ 3 h 817"/>
                <a:gd name="T58" fmla="*/ 3 w 398"/>
                <a:gd name="T59" fmla="*/ 3 h 817"/>
                <a:gd name="T60" fmla="*/ 3 w 398"/>
                <a:gd name="T61" fmla="*/ 2 h 817"/>
                <a:gd name="T62" fmla="*/ 3 w 398"/>
                <a:gd name="T63" fmla="*/ 2 h 817"/>
                <a:gd name="T64" fmla="*/ 3 w 398"/>
                <a:gd name="T65" fmla="*/ 1 h 817"/>
                <a:gd name="T66" fmla="*/ 3 w 398"/>
                <a:gd name="T67" fmla="*/ 1 h 817"/>
                <a:gd name="T68" fmla="*/ 3 w 398"/>
                <a:gd name="T69" fmla="*/ 0 h 817"/>
                <a:gd name="T70" fmla="*/ 3 w 398"/>
                <a:gd name="T71" fmla="*/ 0 h 817"/>
                <a:gd name="T72" fmla="*/ 3 w 398"/>
                <a:gd name="T73" fmla="*/ 0 h 817"/>
                <a:gd name="T74" fmla="*/ 3 w 398"/>
                <a:gd name="T75" fmla="*/ 0 h 817"/>
                <a:gd name="T76" fmla="*/ 3 w 398"/>
                <a:gd name="T77" fmla="*/ 0 h 817"/>
                <a:gd name="T78" fmla="*/ 3 w 398"/>
                <a:gd name="T79" fmla="*/ 0 h 817"/>
                <a:gd name="T80" fmla="*/ 3 w 398"/>
                <a:gd name="T81" fmla="*/ 0 h 817"/>
                <a:gd name="T82" fmla="*/ 3 w 398"/>
                <a:gd name="T83" fmla="*/ 0 h 817"/>
                <a:gd name="T84" fmla="*/ 3 w 398"/>
                <a:gd name="T85" fmla="*/ 0 h 817"/>
                <a:gd name="T86" fmla="*/ 2 w 398"/>
                <a:gd name="T87" fmla="*/ 0 h 817"/>
                <a:gd name="T88" fmla="*/ 2 w 398"/>
                <a:gd name="T89" fmla="*/ 0 h 817"/>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398"/>
                <a:gd name="T136" fmla="*/ 0 h 817"/>
                <a:gd name="T137" fmla="*/ 398 w 398"/>
                <a:gd name="T138" fmla="*/ 817 h 817"/>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398" h="817">
                  <a:moveTo>
                    <a:pt x="304" y="47"/>
                  </a:moveTo>
                  <a:lnTo>
                    <a:pt x="304" y="47"/>
                  </a:lnTo>
                  <a:lnTo>
                    <a:pt x="301" y="97"/>
                  </a:lnTo>
                  <a:lnTo>
                    <a:pt x="297" y="147"/>
                  </a:lnTo>
                  <a:lnTo>
                    <a:pt x="291" y="198"/>
                  </a:lnTo>
                  <a:lnTo>
                    <a:pt x="280" y="247"/>
                  </a:lnTo>
                  <a:lnTo>
                    <a:pt x="268" y="297"/>
                  </a:lnTo>
                  <a:lnTo>
                    <a:pt x="253" y="347"/>
                  </a:lnTo>
                  <a:lnTo>
                    <a:pt x="236" y="395"/>
                  </a:lnTo>
                  <a:lnTo>
                    <a:pt x="217" y="442"/>
                  </a:lnTo>
                  <a:lnTo>
                    <a:pt x="195" y="487"/>
                  </a:lnTo>
                  <a:lnTo>
                    <a:pt x="171" y="532"/>
                  </a:lnTo>
                  <a:lnTo>
                    <a:pt x="147" y="574"/>
                  </a:lnTo>
                  <a:lnTo>
                    <a:pt x="121" y="613"/>
                  </a:lnTo>
                  <a:lnTo>
                    <a:pt x="93" y="650"/>
                  </a:lnTo>
                  <a:lnTo>
                    <a:pt x="64" y="684"/>
                  </a:lnTo>
                  <a:lnTo>
                    <a:pt x="32" y="716"/>
                  </a:lnTo>
                  <a:lnTo>
                    <a:pt x="0" y="744"/>
                  </a:lnTo>
                  <a:lnTo>
                    <a:pt x="59" y="817"/>
                  </a:lnTo>
                  <a:lnTo>
                    <a:pt x="95" y="784"/>
                  </a:lnTo>
                  <a:lnTo>
                    <a:pt x="132" y="748"/>
                  </a:lnTo>
                  <a:lnTo>
                    <a:pt x="166" y="709"/>
                  </a:lnTo>
                  <a:lnTo>
                    <a:pt x="196" y="667"/>
                  </a:lnTo>
                  <a:lnTo>
                    <a:pt x="227" y="623"/>
                  </a:lnTo>
                  <a:lnTo>
                    <a:pt x="253" y="576"/>
                  </a:lnTo>
                  <a:lnTo>
                    <a:pt x="279" y="530"/>
                  </a:lnTo>
                  <a:lnTo>
                    <a:pt x="301" y="479"/>
                  </a:lnTo>
                  <a:lnTo>
                    <a:pt x="323" y="428"/>
                  </a:lnTo>
                  <a:lnTo>
                    <a:pt x="342" y="375"/>
                  </a:lnTo>
                  <a:lnTo>
                    <a:pt x="359" y="321"/>
                  </a:lnTo>
                  <a:lnTo>
                    <a:pt x="372" y="268"/>
                  </a:lnTo>
                  <a:lnTo>
                    <a:pt x="382" y="212"/>
                  </a:lnTo>
                  <a:lnTo>
                    <a:pt x="391" y="157"/>
                  </a:lnTo>
                  <a:lnTo>
                    <a:pt x="395" y="102"/>
                  </a:lnTo>
                  <a:lnTo>
                    <a:pt x="398" y="47"/>
                  </a:lnTo>
                  <a:lnTo>
                    <a:pt x="394" y="27"/>
                  </a:lnTo>
                  <a:lnTo>
                    <a:pt x="383" y="11"/>
                  </a:lnTo>
                  <a:lnTo>
                    <a:pt x="368" y="3"/>
                  </a:lnTo>
                  <a:lnTo>
                    <a:pt x="351" y="0"/>
                  </a:lnTo>
                  <a:lnTo>
                    <a:pt x="333" y="3"/>
                  </a:lnTo>
                  <a:lnTo>
                    <a:pt x="319" y="11"/>
                  </a:lnTo>
                  <a:lnTo>
                    <a:pt x="307" y="27"/>
                  </a:lnTo>
                  <a:lnTo>
                    <a:pt x="304" y="4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3271" name="Freeform 39"/>
            <p:cNvSpPr>
              <a:spLocks/>
            </p:cNvSpPr>
            <p:nvPr/>
          </p:nvSpPr>
          <p:spPr bwMode="auto">
            <a:xfrm>
              <a:off x="1660" y="1701"/>
              <a:ext cx="19" cy="365"/>
            </a:xfrm>
            <a:custGeom>
              <a:avLst/>
              <a:gdLst>
                <a:gd name="T0" fmla="*/ 0 w 95"/>
                <a:gd name="T1" fmla="*/ 0 h 1826"/>
                <a:gd name="T2" fmla="*/ 0 w 95"/>
                <a:gd name="T3" fmla="*/ 0 h 1826"/>
                <a:gd name="T4" fmla="*/ 0 w 95"/>
                <a:gd name="T5" fmla="*/ 15 h 1826"/>
                <a:gd name="T6" fmla="*/ 1 w 95"/>
                <a:gd name="T7" fmla="*/ 15 h 1826"/>
                <a:gd name="T8" fmla="*/ 1 w 95"/>
                <a:gd name="T9" fmla="*/ 0 h 1826"/>
                <a:gd name="T10" fmla="*/ 1 w 95"/>
                <a:gd name="T11" fmla="*/ 0 h 1826"/>
                <a:gd name="T12" fmla="*/ 1 w 95"/>
                <a:gd name="T13" fmla="*/ 0 h 1826"/>
                <a:gd name="T14" fmla="*/ 1 w 95"/>
                <a:gd name="T15" fmla="*/ 0 h 1826"/>
                <a:gd name="T16" fmla="*/ 1 w 95"/>
                <a:gd name="T17" fmla="*/ 0 h 1826"/>
                <a:gd name="T18" fmla="*/ 1 w 95"/>
                <a:gd name="T19" fmla="*/ 0 h 1826"/>
                <a:gd name="T20" fmla="*/ 0 w 95"/>
                <a:gd name="T21" fmla="*/ 0 h 1826"/>
                <a:gd name="T22" fmla="*/ 0 w 95"/>
                <a:gd name="T23" fmla="*/ 0 h 1826"/>
                <a:gd name="T24" fmla="*/ 0 w 95"/>
                <a:gd name="T25" fmla="*/ 0 h 1826"/>
                <a:gd name="T26" fmla="*/ 0 w 95"/>
                <a:gd name="T27" fmla="*/ 0 h 1826"/>
                <a:gd name="T28" fmla="*/ 0 w 95"/>
                <a:gd name="T29" fmla="*/ 0 h 1826"/>
                <a:gd name="T30" fmla="*/ 0 w 95"/>
                <a:gd name="T31" fmla="*/ 0 h 182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95"/>
                <a:gd name="T49" fmla="*/ 0 h 1826"/>
                <a:gd name="T50" fmla="*/ 95 w 95"/>
                <a:gd name="T51" fmla="*/ 1826 h 182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95" h="1826">
                  <a:moveTo>
                    <a:pt x="0" y="49"/>
                  </a:moveTo>
                  <a:lnTo>
                    <a:pt x="0" y="47"/>
                  </a:lnTo>
                  <a:lnTo>
                    <a:pt x="1" y="1826"/>
                  </a:lnTo>
                  <a:lnTo>
                    <a:pt x="95" y="1826"/>
                  </a:lnTo>
                  <a:lnTo>
                    <a:pt x="93" y="47"/>
                  </a:lnTo>
                  <a:lnTo>
                    <a:pt x="93" y="45"/>
                  </a:lnTo>
                  <a:lnTo>
                    <a:pt x="93" y="47"/>
                  </a:lnTo>
                  <a:lnTo>
                    <a:pt x="90" y="27"/>
                  </a:lnTo>
                  <a:lnTo>
                    <a:pt x="79" y="12"/>
                  </a:lnTo>
                  <a:lnTo>
                    <a:pt x="64" y="4"/>
                  </a:lnTo>
                  <a:lnTo>
                    <a:pt x="47" y="0"/>
                  </a:lnTo>
                  <a:lnTo>
                    <a:pt x="29" y="4"/>
                  </a:lnTo>
                  <a:lnTo>
                    <a:pt x="15" y="12"/>
                  </a:lnTo>
                  <a:lnTo>
                    <a:pt x="3" y="27"/>
                  </a:lnTo>
                  <a:lnTo>
                    <a:pt x="0" y="47"/>
                  </a:lnTo>
                  <a:lnTo>
                    <a:pt x="0" y="4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3272" name="Freeform 40"/>
            <p:cNvSpPr>
              <a:spLocks/>
            </p:cNvSpPr>
            <p:nvPr/>
          </p:nvSpPr>
          <p:spPr bwMode="auto">
            <a:xfrm>
              <a:off x="1598" y="1598"/>
              <a:ext cx="81" cy="113"/>
            </a:xfrm>
            <a:custGeom>
              <a:avLst/>
              <a:gdLst>
                <a:gd name="T0" fmla="*/ 0 w 401"/>
                <a:gd name="T1" fmla="*/ 1 h 566"/>
                <a:gd name="T2" fmla="*/ 0 w 401"/>
                <a:gd name="T3" fmla="*/ 1 h 566"/>
                <a:gd name="T4" fmla="*/ 0 w 401"/>
                <a:gd name="T5" fmla="*/ 1 h 566"/>
                <a:gd name="T6" fmla="*/ 1 w 401"/>
                <a:gd name="T7" fmla="*/ 1 h 566"/>
                <a:gd name="T8" fmla="*/ 1 w 401"/>
                <a:gd name="T9" fmla="*/ 1 h 566"/>
                <a:gd name="T10" fmla="*/ 1 w 401"/>
                <a:gd name="T11" fmla="*/ 1 h 566"/>
                <a:gd name="T12" fmla="*/ 1 w 401"/>
                <a:gd name="T13" fmla="*/ 2 h 566"/>
                <a:gd name="T14" fmla="*/ 1 w 401"/>
                <a:gd name="T15" fmla="*/ 2 h 566"/>
                <a:gd name="T16" fmla="*/ 2 w 401"/>
                <a:gd name="T17" fmla="*/ 2 h 566"/>
                <a:gd name="T18" fmla="*/ 2 w 401"/>
                <a:gd name="T19" fmla="*/ 2 h 566"/>
                <a:gd name="T20" fmla="*/ 2 w 401"/>
                <a:gd name="T21" fmla="*/ 2 h 566"/>
                <a:gd name="T22" fmla="*/ 2 w 401"/>
                <a:gd name="T23" fmla="*/ 3 h 566"/>
                <a:gd name="T24" fmla="*/ 2 w 401"/>
                <a:gd name="T25" fmla="*/ 3 h 566"/>
                <a:gd name="T26" fmla="*/ 2 w 401"/>
                <a:gd name="T27" fmla="*/ 3 h 566"/>
                <a:gd name="T28" fmla="*/ 2 w 401"/>
                <a:gd name="T29" fmla="*/ 4 h 566"/>
                <a:gd name="T30" fmla="*/ 2 w 401"/>
                <a:gd name="T31" fmla="*/ 4 h 566"/>
                <a:gd name="T32" fmla="*/ 2 w 401"/>
                <a:gd name="T33" fmla="*/ 4 h 566"/>
                <a:gd name="T34" fmla="*/ 3 w 401"/>
                <a:gd name="T35" fmla="*/ 5 h 566"/>
                <a:gd name="T36" fmla="*/ 3 w 401"/>
                <a:gd name="T37" fmla="*/ 4 h 566"/>
                <a:gd name="T38" fmla="*/ 3 w 401"/>
                <a:gd name="T39" fmla="*/ 4 h 566"/>
                <a:gd name="T40" fmla="*/ 3 w 401"/>
                <a:gd name="T41" fmla="*/ 4 h 566"/>
                <a:gd name="T42" fmla="*/ 3 w 401"/>
                <a:gd name="T43" fmla="*/ 3 h 566"/>
                <a:gd name="T44" fmla="*/ 3 w 401"/>
                <a:gd name="T45" fmla="*/ 3 h 566"/>
                <a:gd name="T46" fmla="*/ 3 w 401"/>
                <a:gd name="T47" fmla="*/ 3 h 566"/>
                <a:gd name="T48" fmla="*/ 3 w 401"/>
                <a:gd name="T49" fmla="*/ 2 h 566"/>
                <a:gd name="T50" fmla="*/ 3 w 401"/>
                <a:gd name="T51" fmla="*/ 2 h 566"/>
                <a:gd name="T52" fmla="*/ 2 w 401"/>
                <a:gd name="T53" fmla="*/ 2 h 566"/>
                <a:gd name="T54" fmla="*/ 2 w 401"/>
                <a:gd name="T55" fmla="*/ 2 h 566"/>
                <a:gd name="T56" fmla="*/ 2 w 401"/>
                <a:gd name="T57" fmla="*/ 1 h 566"/>
                <a:gd name="T58" fmla="*/ 2 w 401"/>
                <a:gd name="T59" fmla="*/ 1 h 566"/>
                <a:gd name="T60" fmla="*/ 2 w 401"/>
                <a:gd name="T61" fmla="*/ 1 h 566"/>
                <a:gd name="T62" fmla="*/ 1 w 401"/>
                <a:gd name="T63" fmla="*/ 1 h 566"/>
                <a:gd name="T64" fmla="*/ 1 w 401"/>
                <a:gd name="T65" fmla="*/ 0 h 566"/>
                <a:gd name="T66" fmla="*/ 1 w 401"/>
                <a:gd name="T67" fmla="*/ 0 h 566"/>
                <a:gd name="T68" fmla="*/ 1 w 401"/>
                <a:gd name="T69" fmla="*/ 0 h 566"/>
                <a:gd name="T70" fmla="*/ 1 w 401"/>
                <a:gd name="T71" fmla="*/ 0 h 566"/>
                <a:gd name="T72" fmla="*/ 1 w 401"/>
                <a:gd name="T73" fmla="*/ 0 h 566"/>
                <a:gd name="T74" fmla="*/ 0 w 401"/>
                <a:gd name="T75" fmla="*/ 0 h 566"/>
                <a:gd name="T76" fmla="*/ 0 w 401"/>
                <a:gd name="T77" fmla="*/ 0 h 566"/>
                <a:gd name="T78" fmla="*/ 0 w 401"/>
                <a:gd name="T79" fmla="*/ 0 h 566"/>
                <a:gd name="T80" fmla="*/ 0 w 401"/>
                <a:gd name="T81" fmla="*/ 0 h 566"/>
                <a:gd name="T82" fmla="*/ 0 w 401"/>
                <a:gd name="T83" fmla="*/ 0 h 566"/>
                <a:gd name="T84" fmla="*/ 0 w 401"/>
                <a:gd name="T85" fmla="*/ 0 h 566"/>
                <a:gd name="T86" fmla="*/ 0 w 401"/>
                <a:gd name="T87" fmla="*/ 1 h 566"/>
                <a:gd name="T88" fmla="*/ 0 w 401"/>
                <a:gd name="T89" fmla="*/ 1 h 56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401"/>
                <a:gd name="T136" fmla="*/ 0 h 566"/>
                <a:gd name="T137" fmla="*/ 401 w 401"/>
                <a:gd name="T138" fmla="*/ 566 h 566"/>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401" h="566">
                  <a:moveTo>
                    <a:pt x="23" y="88"/>
                  </a:moveTo>
                  <a:lnTo>
                    <a:pt x="23" y="88"/>
                  </a:lnTo>
                  <a:lnTo>
                    <a:pt x="53" y="107"/>
                  </a:lnTo>
                  <a:lnTo>
                    <a:pt x="83" y="125"/>
                  </a:lnTo>
                  <a:lnTo>
                    <a:pt x="108" y="147"/>
                  </a:lnTo>
                  <a:lnTo>
                    <a:pt x="135" y="171"/>
                  </a:lnTo>
                  <a:lnTo>
                    <a:pt x="160" y="196"/>
                  </a:lnTo>
                  <a:lnTo>
                    <a:pt x="182" y="223"/>
                  </a:lnTo>
                  <a:lnTo>
                    <a:pt x="205" y="251"/>
                  </a:lnTo>
                  <a:lnTo>
                    <a:pt x="223" y="281"/>
                  </a:lnTo>
                  <a:lnTo>
                    <a:pt x="240" y="312"/>
                  </a:lnTo>
                  <a:lnTo>
                    <a:pt x="256" y="345"/>
                  </a:lnTo>
                  <a:lnTo>
                    <a:pt x="270" y="379"/>
                  </a:lnTo>
                  <a:lnTo>
                    <a:pt x="282" y="414"/>
                  </a:lnTo>
                  <a:lnTo>
                    <a:pt x="291" y="450"/>
                  </a:lnTo>
                  <a:lnTo>
                    <a:pt x="299" y="488"/>
                  </a:lnTo>
                  <a:lnTo>
                    <a:pt x="304" y="526"/>
                  </a:lnTo>
                  <a:lnTo>
                    <a:pt x="308" y="566"/>
                  </a:lnTo>
                  <a:lnTo>
                    <a:pt x="401" y="562"/>
                  </a:lnTo>
                  <a:lnTo>
                    <a:pt x="398" y="517"/>
                  </a:lnTo>
                  <a:lnTo>
                    <a:pt x="391" y="471"/>
                  </a:lnTo>
                  <a:lnTo>
                    <a:pt x="383" y="429"/>
                  </a:lnTo>
                  <a:lnTo>
                    <a:pt x="371" y="386"/>
                  </a:lnTo>
                  <a:lnTo>
                    <a:pt x="357" y="346"/>
                  </a:lnTo>
                  <a:lnTo>
                    <a:pt x="340" y="307"/>
                  </a:lnTo>
                  <a:lnTo>
                    <a:pt x="324" y="270"/>
                  </a:lnTo>
                  <a:lnTo>
                    <a:pt x="303" y="232"/>
                  </a:lnTo>
                  <a:lnTo>
                    <a:pt x="280" y="197"/>
                  </a:lnTo>
                  <a:lnTo>
                    <a:pt x="255" y="164"/>
                  </a:lnTo>
                  <a:lnTo>
                    <a:pt x="228" y="132"/>
                  </a:lnTo>
                  <a:lnTo>
                    <a:pt x="199" y="103"/>
                  </a:lnTo>
                  <a:lnTo>
                    <a:pt x="169" y="76"/>
                  </a:lnTo>
                  <a:lnTo>
                    <a:pt x="137" y="50"/>
                  </a:lnTo>
                  <a:lnTo>
                    <a:pt x="103" y="27"/>
                  </a:lnTo>
                  <a:lnTo>
                    <a:pt x="67" y="6"/>
                  </a:lnTo>
                  <a:lnTo>
                    <a:pt x="48" y="0"/>
                  </a:lnTo>
                  <a:lnTo>
                    <a:pt x="30" y="2"/>
                  </a:lnTo>
                  <a:lnTo>
                    <a:pt x="16" y="12"/>
                  </a:lnTo>
                  <a:lnTo>
                    <a:pt x="5" y="25"/>
                  </a:lnTo>
                  <a:lnTo>
                    <a:pt x="0" y="41"/>
                  </a:lnTo>
                  <a:lnTo>
                    <a:pt x="0" y="59"/>
                  </a:lnTo>
                  <a:lnTo>
                    <a:pt x="8" y="75"/>
                  </a:lnTo>
                  <a:lnTo>
                    <a:pt x="23"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3273" name="Freeform 41"/>
            <p:cNvSpPr>
              <a:spLocks/>
            </p:cNvSpPr>
            <p:nvPr/>
          </p:nvSpPr>
          <p:spPr bwMode="auto">
            <a:xfrm>
              <a:off x="1346" y="1455"/>
              <a:ext cx="266" cy="160"/>
            </a:xfrm>
            <a:custGeom>
              <a:avLst/>
              <a:gdLst>
                <a:gd name="T0" fmla="*/ 0 w 1330"/>
                <a:gd name="T1" fmla="*/ 1 h 801"/>
                <a:gd name="T2" fmla="*/ 0 w 1330"/>
                <a:gd name="T3" fmla="*/ 1 h 801"/>
                <a:gd name="T4" fmla="*/ 10 w 1330"/>
                <a:gd name="T5" fmla="*/ 6 h 801"/>
                <a:gd name="T6" fmla="*/ 11 w 1330"/>
                <a:gd name="T7" fmla="*/ 6 h 801"/>
                <a:gd name="T8" fmla="*/ 1 w 1330"/>
                <a:gd name="T9" fmla="*/ 0 h 801"/>
                <a:gd name="T10" fmla="*/ 1 w 1330"/>
                <a:gd name="T11" fmla="*/ 0 h 801"/>
                <a:gd name="T12" fmla="*/ 1 w 1330"/>
                <a:gd name="T13" fmla="*/ 0 h 801"/>
                <a:gd name="T14" fmla="*/ 0 w 1330"/>
                <a:gd name="T15" fmla="*/ 0 h 801"/>
                <a:gd name="T16" fmla="*/ 0 w 1330"/>
                <a:gd name="T17" fmla="*/ 0 h 801"/>
                <a:gd name="T18" fmla="*/ 0 w 1330"/>
                <a:gd name="T19" fmla="*/ 0 h 801"/>
                <a:gd name="T20" fmla="*/ 0 w 1330"/>
                <a:gd name="T21" fmla="*/ 0 h 801"/>
                <a:gd name="T22" fmla="*/ 0 w 1330"/>
                <a:gd name="T23" fmla="*/ 0 h 801"/>
                <a:gd name="T24" fmla="*/ 0 w 1330"/>
                <a:gd name="T25" fmla="*/ 0 h 801"/>
                <a:gd name="T26" fmla="*/ 0 w 1330"/>
                <a:gd name="T27" fmla="*/ 1 h 801"/>
                <a:gd name="T28" fmla="*/ 0 w 1330"/>
                <a:gd name="T29" fmla="*/ 1 h 801"/>
                <a:gd name="T30" fmla="*/ 0 w 1330"/>
                <a:gd name="T31" fmla="*/ 1 h 801"/>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30"/>
                <a:gd name="T49" fmla="*/ 0 h 801"/>
                <a:gd name="T50" fmla="*/ 1330 w 1330"/>
                <a:gd name="T51" fmla="*/ 801 h 801"/>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30" h="801">
                  <a:moveTo>
                    <a:pt x="24" y="88"/>
                  </a:moveTo>
                  <a:lnTo>
                    <a:pt x="23" y="88"/>
                  </a:lnTo>
                  <a:lnTo>
                    <a:pt x="1286" y="801"/>
                  </a:lnTo>
                  <a:lnTo>
                    <a:pt x="1330" y="719"/>
                  </a:lnTo>
                  <a:lnTo>
                    <a:pt x="67" y="6"/>
                  </a:lnTo>
                  <a:lnTo>
                    <a:pt x="66" y="6"/>
                  </a:lnTo>
                  <a:lnTo>
                    <a:pt x="67" y="6"/>
                  </a:lnTo>
                  <a:lnTo>
                    <a:pt x="48" y="0"/>
                  </a:lnTo>
                  <a:lnTo>
                    <a:pt x="30" y="2"/>
                  </a:lnTo>
                  <a:lnTo>
                    <a:pt x="16" y="12"/>
                  </a:lnTo>
                  <a:lnTo>
                    <a:pt x="5" y="25"/>
                  </a:lnTo>
                  <a:lnTo>
                    <a:pt x="0" y="41"/>
                  </a:lnTo>
                  <a:lnTo>
                    <a:pt x="0" y="59"/>
                  </a:lnTo>
                  <a:lnTo>
                    <a:pt x="8" y="75"/>
                  </a:lnTo>
                  <a:lnTo>
                    <a:pt x="23" y="88"/>
                  </a:lnTo>
                  <a:lnTo>
                    <a:pt x="24"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3274" name="Freeform 42"/>
            <p:cNvSpPr>
              <a:spLocks/>
            </p:cNvSpPr>
            <p:nvPr/>
          </p:nvSpPr>
          <p:spPr bwMode="auto">
            <a:xfrm>
              <a:off x="1198" y="1439"/>
              <a:ext cx="161" cy="35"/>
            </a:xfrm>
            <a:custGeom>
              <a:avLst/>
              <a:gdLst>
                <a:gd name="T0" fmla="*/ 1 w 806"/>
                <a:gd name="T1" fmla="*/ 1 h 177"/>
                <a:gd name="T2" fmla="*/ 1 w 806"/>
                <a:gd name="T3" fmla="*/ 1 h 177"/>
                <a:gd name="T4" fmla="*/ 1 w 806"/>
                <a:gd name="T5" fmla="*/ 1 h 177"/>
                <a:gd name="T6" fmla="*/ 1 w 806"/>
                <a:gd name="T7" fmla="*/ 1 h 177"/>
                <a:gd name="T8" fmla="*/ 2 w 806"/>
                <a:gd name="T9" fmla="*/ 1 h 177"/>
                <a:gd name="T10" fmla="*/ 2 w 806"/>
                <a:gd name="T11" fmla="*/ 1 h 177"/>
                <a:gd name="T12" fmla="*/ 2 w 806"/>
                <a:gd name="T13" fmla="*/ 1 h 177"/>
                <a:gd name="T14" fmla="*/ 3 w 806"/>
                <a:gd name="T15" fmla="*/ 1 h 177"/>
                <a:gd name="T16" fmla="*/ 3 w 806"/>
                <a:gd name="T17" fmla="*/ 1 h 177"/>
                <a:gd name="T18" fmla="*/ 3 w 806"/>
                <a:gd name="T19" fmla="*/ 1 h 177"/>
                <a:gd name="T20" fmla="*/ 4 w 806"/>
                <a:gd name="T21" fmla="*/ 1 h 177"/>
                <a:gd name="T22" fmla="*/ 4 w 806"/>
                <a:gd name="T23" fmla="*/ 1 h 177"/>
                <a:gd name="T24" fmla="*/ 5 w 806"/>
                <a:gd name="T25" fmla="*/ 1 h 177"/>
                <a:gd name="T26" fmla="*/ 5 w 806"/>
                <a:gd name="T27" fmla="*/ 1 h 177"/>
                <a:gd name="T28" fmla="*/ 5 w 806"/>
                <a:gd name="T29" fmla="*/ 1 h 177"/>
                <a:gd name="T30" fmla="*/ 6 w 806"/>
                <a:gd name="T31" fmla="*/ 1 h 177"/>
                <a:gd name="T32" fmla="*/ 6 w 806"/>
                <a:gd name="T33" fmla="*/ 1 h 177"/>
                <a:gd name="T34" fmla="*/ 6 w 806"/>
                <a:gd name="T35" fmla="*/ 1 h 177"/>
                <a:gd name="T36" fmla="*/ 6 w 806"/>
                <a:gd name="T37" fmla="*/ 1 h 177"/>
                <a:gd name="T38" fmla="*/ 6 w 806"/>
                <a:gd name="T39" fmla="*/ 1 h 177"/>
                <a:gd name="T40" fmla="*/ 6 w 806"/>
                <a:gd name="T41" fmla="*/ 0 h 177"/>
                <a:gd name="T42" fmla="*/ 5 w 806"/>
                <a:gd name="T43" fmla="*/ 0 h 177"/>
                <a:gd name="T44" fmla="*/ 5 w 806"/>
                <a:gd name="T45" fmla="*/ 0 h 177"/>
                <a:gd name="T46" fmla="*/ 5 w 806"/>
                <a:gd name="T47" fmla="*/ 0 h 177"/>
                <a:gd name="T48" fmla="*/ 4 w 806"/>
                <a:gd name="T49" fmla="*/ 0 h 177"/>
                <a:gd name="T50" fmla="*/ 4 w 806"/>
                <a:gd name="T51" fmla="*/ 0 h 177"/>
                <a:gd name="T52" fmla="*/ 3 w 806"/>
                <a:gd name="T53" fmla="*/ 0 h 177"/>
                <a:gd name="T54" fmla="*/ 3 w 806"/>
                <a:gd name="T55" fmla="*/ 0 h 177"/>
                <a:gd name="T56" fmla="*/ 3 w 806"/>
                <a:gd name="T57" fmla="*/ 0 h 177"/>
                <a:gd name="T58" fmla="*/ 2 w 806"/>
                <a:gd name="T59" fmla="*/ 0 h 177"/>
                <a:gd name="T60" fmla="*/ 2 w 806"/>
                <a:gd name="T61" fmla="*/ 0 h 177"/>
                <a:gd name="T62" fmla="*/ 1 w 806"/>
                <a:gd name="T63" fmla="*/ 0 h 177"/>
                <a:gd name="T64" fmla="*/ 1 w 806"/>
                <a:gd name="T65" fmla="*/ 0 h 177"/>
                <a:gd name="T66" fmla="*/ 1 w 806"/>
                <a:gd name="T67" fmla="*/ 1 h 177"/>
                <a:gd name="T68" fmla="*/ 0 w 806"/>
                <a:gd name="T69" fmla="*/ 1 h 177"/>
                <a:gd name="T70" fmla="*/ 0 w 806"/>
                <a:gd name="T71" fmla="*/ 1 h 177"/>
                <a:gd name="T72" fmla="*/ 0 w 806"/>
                <a:gd name="T73" fmla="*/ 1 h 177"/>
                <a:gd name="T74" fmla="*/ 0 w 806"/>
                <a:gd name="T75" fmla="*/ 1 h 177"/>
                <a:gd name="T76" fmla="*/ 0 w 806"/>
                <a:gd name="T77" fmla="*/ 1 h 177"/>
                <a:gd name="T78" fmla="*/ 0 w 806"/>
                <a:gd name="T79" fmla="*/ 1 h 177"/>
                <a:gd name="T80" fmla="*/ 0 w 806"/>
                <a:gd name="T81" fmla="*/ 1 h 177"/>
                <a:gd name="T82" fmla="*/ 0 w 806"/>
                <a:gd name="T83" fmla="*/ 1 h 177"/>
                <a:gd name="T84" fmla="*/ 0 w 806"/>
                <a:gd name="T85" fmla="*/ 1 h 177"/>
                <a:gd name="T86" fmla="*/ 0 w 806"/>
                <a:gd name="T87" fmla="*/ 1 h 177"/>
                <a:gd name="T88" fmla="*/ 1 w 806"/>
                <a:gd name="T89" fmla="*/ 1 h 177"/>
                <a:gd name="T90" fmla="*/ 1 w 806"/>
                <a:gd name="T91" fmla="*/ 1 h 17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806"/>
                <a:gd name="T139" fmla="*/ 0 h 177"/>
                <a:gd name="T140" fmla="*/ 806 w 806"/>
                <a:gd name="T141" fmla="*/ 177 h 17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806" h="177">
                  <a:moveTo>
                    <a:pt x="67" y="171"/>
                  </a:moveTo>
                  <a:lnTo>
                    <a:pt x="68" y="171"/>
                  </a:lnTo>
                  <a:lnTo>
                    <a:pt x="109" y="151"/>
                  </a:lnTo>
                  <a:lnTo>
                    <a:pt x="151" y="135"/>
                  </a:lnTo>
                  <a:lnTo>
                    <a:pt x="196" y="122"/>
                  </a:lnTo>
                  <a:lnTo>
                    <a:pt x="242" y="110"/>
                  </a:lnTo>
                  <a:lnTo>
                    <a:pt x="287" y="102"/>
                  </a:lnTo>
                  <a:lnTo>
                    <a:pt x="335" y="97"/>
                  </a:lnTo>
                  <a:lnTo>
                    <a:pt x="382" y="95"/>
                  </a:lnTo>
                  <a:lnTo>
                    <a:pt x="430" y="94"/>
                  </a:lnTo>
                  <a:lnTo>
                    <a:pt x="477" y="97"/>
                  </a:lnTo>
                  <a:lnTo>
                    <a:pt x="524" y="102"/>
                  </a:lnTo>
                  <a:lnTo>
                    <a:pt x="568" y="108"/>
                  </a:lnTo>
                  <a:lnTo>
                    <a:pt x="612" y="117"/>
                  </a:lnTo>
                  <a:lnTo>
                    <a:pt x="654" y="128"/>
                  </a:lnTo>
                  <a:lnTo>
                    <a:pt x="693" y="141"/>
                  </a:lnTo>
                  <a:lnTo>
                    <a:pt x="730" y="155"/>
                  </a:lnTo>
                  <a:lnTo>
                    <a:pt x="764" y="171"/>
                  </a:lnTo>
                  <a:lnTo>
                    <a:pt x="806" y="89"/>
                  </a:lnTo>
                  <a:lnTo>
                    <a:pt x="768" y="70"/>
                  </a:lnTo>
                  <a:lnTo>
                    <a:pt x="725" y="54"/>
                  </a:lnTo>
                  <a:lnTo>
                    <a:pt x="680" y="39"/>
                  </a:lnTo>
                  <a:lnTo>
                    <a:pt x="633" y="26"/>
                  </a:lnTo>
                  <a:lnTo>
                    <a:pt x="585" y="16"/>
                  </a:lnTo>
                  <a:lnTo>
                    <a:pt x="536" y="8"/>
                  </a:lnTo>
                  <a:lnTo>
                    <a:pt x="484" y="3"/>
                  </a:lnTo>
                  <a:lnTo>
                    <a:pt x="433" y="0"/>
                  </a:lnTo>
                  <a:lnTo>
                    <a:pt x="380" y="1"/>
                  </a:lnTo>
                  <a:lnTo>
                    <a:pt x="328" y="3"/>
                  </a:lnTo>
                  <a:lnTo>
                    <a:pt x="276" y="10"/>
                  </a:lnTo>
                  <a:lnTo>
                    <a:pt x="223" y="19"/>
                  </a:lnTo>
                  <a:lnTo>
                    <a:pt x="172" y="30"/>
                  </a:lnTo>
                  <a:lnTo>
                    <a:pt x="121" y="46"/>
                  </a:lnTo>
                  <a:lnTo>
                    <a:pt x="72" y="67"/>
                  </a:lnTo>
                  <a:lnTo>
                    <a:pt x="24" y="89"/>
                  </a:lnTo>
                  <a:lnTo>
                    <a:pt x="25" y="89"/>
                  </a:lnTo>
                  <a:lnTo>
                    <a:pt x="24" y="89"/>
                  </a:lnTo>
                  <a:lnTo>
                    <a:pt x="8" y="102"/>
                  </a:lnTo>
                  <a:lnTo>
                    <a:pt x="0" y="118"/>
                  </a:lnTo>
                  <a:lnTo>
                    <a:pt x="0" y="136"/>
                  </a:lnTo>
                  <a:lnTo>
                    <a:pt x="6" y="152"/>
                  </a:lnTo>
                  <a:lnTo>
                    <a:pt x="17" y="165"/>
                  </a:lnTo>
                  <a:lnTo>
                    <a:pt x="31" y="175"/>
                  </a:lnTo>
                  <a:lnTo>
                    <a:pt x="48" y="177"/>
                  </a:lnTo>
                  <a:lnTo>
                    <a:pt x="68" y="171"/>
                  </a:lnTo>
                  <a:lnTo>
                    <a:pt x="67" y="1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3275" name="Freeform 43"/>
            <p:cNvSpPr>
              <a:spLocks/>
            </p:cNvSpPr>
            <p:nvPr/>
          </p:nvSpPr>
          <p:spPr bwMode="auto">
            <a:xfrm>
              <a:off x="931" y="1456"/>
              <a:ext cx="280" cy="158"/>
            </a:xfrm>
            <a:custGeom>
              <a:avLst/>
              <a:gdLst>
                <a:gd name="T0" fmla="*/ 1 w 1402"/>
                <a:gd name="T1" fmla="*/ 6 h 787"/>
                <a:gd name="T2" fmla="*/ 1 w 1402"/>
                <a:gd name="T3" fmla="*/ 6 h 787"/>
                <a:gd name="T4" fmla="*/ 11 w 1402"/>
                <a:gd name="T5" fmla="*/ 1 h 787"/>
                <a:gd name="T6" fmla="*/ 11 w 1402"/>
                <a:gd name="T7" fmla="*/ 0 h 787"/>
                <a:gd name="T8" fmla="*/ 0 w 1402"/>
                <a:gd name="T9" fmla="*/ 6 h 787"/>
                <a:gd name="T10" fmla="*/ 0 w 1402"/>
                <a:gd name="T11" fmla="*/ 6 h 787"/>
                <a:gd name="T12" fmla="*/ 0 w 1402"/>
                <a:gd name="T13" fmla="*/ 6 h 787"/>
                <a:gd name="T14" fmla="*/ 0 w 1402"/>
                <a:gd name="T15" fmla="*/ 6 h 787"/>
                <a:gd name="T16" fmla="*/ 0 w 1402"/>
                <a:gd name="T17" fmla="*/ 6 h 787"/>
                <a:gd name="T18" fmla="*/ 0 w 1402"/>
                <a:gd name="T19" fmla="*/ 6 h 787"/>
                <a:gd name="T20" fmla="*/ 0 w 1402"/>
                <a:gd name="T21" fmla="*/ 6 h 787"/>
                <a:gd name="T22" fmla="*/ 0 w 1402"/>
                <a:gd name="T23" fmla="*/ 6 h 787"/>
                <a:gd name="T24" fmla="*/ 0 w 1402"/>
                <a:gd name="T25" fmla="*/ 6 h 787"/>
                <a:gd name="T26" fmla="*/ 0 w 1402"/>
                <a:gd name="T27" fmla="*/ 6 h 787"/>
                <a:gd name="T28" fmla="*/ 1 w 1402"/>
                <a:gd name="T29" fmla="*/ 6 h 787"/>
                <a:gd name="T30" fmla="*/ 1 w 1402"/>
                <a:gd name="T31" fmla="*/ 6 h 78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02"/>
                <a:gd name="T49" fmla="*/ 0 h 787"/>
                <a:gd name="T50" fmla="*/ 1402 w 1402"/>
                <a:gd name="T51" fmla="*/ 787 h 78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02" h="787">
                  <a:moveTo>
                    <a:pt x="69" y="781"/>
                  </a:moveTo>
                  <a:lnTo>
                    <a:pt x="66" y="781"/>
                  </a:lnTo>
                  <a:lnTo>
                    <a:pt x="1402" y="82"/>
                  </a:lnTo>
                  <a:lnTo>
                    <a:pt x="1360" y="0"/>
                  </a:lnTo>
                  <a:lnTo>
                    <a:pt x="24" y="699"/>
                  </a:lnTo>
                  <a:lnTo>
                    <a:pt x="22" y="699"/>
                  </a:lnTo>
                  <a:lnTo>
                    <a:pt x="24" y="699"/>
                  </a:lnTo>
                  <a:lnTo>
                    <a:pt x="8" y="712"/>
                  </a:lnTo>
                  <a:lnTo>
                    <a:pt x="1" y="727"/>
                  </a:lnTo>
                  <a:lnTo>
                    <a:pt x="0" y="744"/>
                  </a:lnTo>
                  <a:lnTo>
                    <a:pt x="5" y="761"/>
                  </a:lnTo>
                  <a:lnTo>
                    <a:pt x="15" y="775"/>
                  </a:lnTo>
                  <a:lnTo>
                    <a:pt x="30" y="784"/>
                  </a:lnTo>
                  <a:lnTo>
                    <a:pt x="46" y="787"/>
                  </a:lnTo>
                  <a:lnTo>
                    <a:pt x="66" y="781"/>
                  </a:lnTo>
                  <a:lnTo>
                    <a:pt x="69" y="7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3276" name="Freeform 44"/>
            <p:cNvSpPr>
              <a:spLocks/>
            </p:cNvSpPr>
            <p:nvPr/>
          </p:nvSpPr>
          <p:spPr bwMode="auto">
            <a:xfrm>
              <a:off x="868" y="1596"/>
              <a:ext cx="77" cy="126"/>
            </a:xfrm>
            <a:custGeom>
              <a:avLst/>
              <a:gdLst>
                <a:gd name="T0" fmla="*/ 1 w 382"/>
                <a:gd name="T1" fmla="*/ 5 h 628"/>
                <a:gd name="T2" fmla="*/ 1 w 382"/>
                <a:gd name="T3" fmla="*/ 5 h 628"/>
                <a:gd name="T4" fmla="*/ 1 w 382"/>
                <a:gd name="T5" fmla="*/ 4 h 628"/>
                <a:gd name="T6" fmla="*/ 1 w 382"/>
                <a:gd name="T7" fmla="*/ 4 h 628"/>
                <a:gd name="T8" fmla="*/ 1 w 382"/>
                <a:gd name="T9" fmla="*/ 4 h 628"/>
                <a:gd name="T10" fmla="*/ 1 w 382"/>
                <a:gd name="T11" fmla="*/ 3 h 628"/>
                <a:gd name="T12" fmla="*/ 1 w 382"/>
                <a:gd name="T13" fmla="*/ 3 h 628"/>
                <a:gd name="T14" fmla="*/ 1 w 382"/>
                <a:gd name="T15" fmla="*/ 3 h 628"/>
                <a:gd name="T16" fmla="*/ 1 w 382"/>
                <a:gd name="T17" fmla="*/ 3 h 628"/>
                <a:gd name="T18" fmla="*/ 1 w 382"/>
                <a:gd name="T19" fmla="*/ 2 h 628"/>
                <a:gd name="T20" fmla="*/ 2 w 382"/>
                <a:gd name="T21" fmla="*/ 2 h 628"/>
                <a:gd name="T22" fmla="*/ 2 w 382"/>
                <a:gd name="T23" fmla="*/ 2 h 628"/>
                <a:gd name="T24" fmla="*/ 2 w 382"/>
                <a:gd name="T25" fmla="*/ 2 h 628"/>
                <a:gd name="T26" fmla="*/ 2 w 382"/>
                <a:gd name="T27" fmla="*/ 1 h 628"/>
                <a:gd name="T28" fmla="*/ 2 w 382"/>
                <a:gd name="T29" fmla="*/ 1 h 628"/>
                <a:gd name="T30" fmla="*/ 3 w 382"/>
                <a:gd name="T31" fmla="*/ 1 h 628"/>
                <a:gd name="T32" fmla="*/ 3 w 382"/>
                <a:gd name="T33" fmla="*/ 1 h 628"/>
                <a:gd name="T34" fmla="*/ 3 w 382"/>
                <a:gd name="T35" fmla="*/ 1 h 628"/>
                <a:gd name="T36" fmla="*/ 3 w 382"/>
                <a:gd name="T37" fmla="*/ 0 h 628"/>
                <a:gd name="T38" fmla="*/ 2 w 382"/>
                <a:gd name="T39" fmla="*/ 0 h 628"/>
                <a:gd name="T40" fmla="*/ 2 w 382"/>
                <a:gd name="T41" fmla="*/ 0 h 628"/>
                <a:gd name="T42" fmla="*/ 2 w 382"/>
                <a:gd name="T43" fmla="*/ 1 h 628"/>
                <a:gd name="T44" fmla="*/ 2 w 382"/>
                <a:gd name="T45" fmla="*/ 1 h 628"/>
                <a:gd name="T46" fmla="*/ 1 w 382"/>
                <a:gd name="T47" fmla="*/ 1 h 628"/>
                <a:gd name="T48" fmla="*/ 1 w 382"/>
                <a:gd name="T49" fmla="*/ 1 h 628"/>
                <a:gd name="T50" fmla="*/ 1 w 382"/>
                <a:gd name="T51" fmla="*/ 2 h 628"/>
                <a:gd name="T52" fmla="*/ 1 w 382"/>
                <a:gd name="T53" fmla="*/ 2 h 628"/>
                <a:gd name="T54" fmla="*/ 1 w 382"/>
                <a:gd name="T55" fmla="*/ 2 h 628"/>
                <a:gd name="T56" fmla="*/ 0 w 382"/>
                <a:gd name="T57" fmla="*/ 3 h 628"/>
                <a:gd name="T58" fmla="*/ 0 w 382"/>
                <a:gd name="T59" fmla="*/ 3 h 628"/>
                <a:gd name="T60" fmla="*/ 0 w 382"/>
                <a:gd name="T61" fmla="*/ 3 h 628"/>
                <a:gd name="T62" fmla="*/ 0 w 382"/>
                <a:gd name="T63" fmla="*/ 4 h 628"/>
                <a:gd name="T64" fmla="*/ 0 w 382"/>
                <a:gd name="T65" fmla="*/ 4 h 628"/>
                <a:gd name="T66" fmla="*/ 0 w 382"/>
                <a:gd name="T67" fmla="*/ 4 h 628"/>
                <a:gd name="T68" fmla="*/ 0 w 382"/>
                <a:gd name="T69" fmla="*/ 5 h 628"/>
                <a:gd name="T70" fmla="*/ 0 w 382"/>
                <a:gd name="T71" fmla="*/ 5 h 628"/>
                <a:gd name="T72" fmla="*/ 0 w 382"/>
                <a:gd name="T73" fmla="*/ 5 h 628"/>
                <a:gd name="T74" fmla="*/ 0 w 382"/>
                <a:gd name="T75" fmla="*/ 5 h 628"/>
                <a:gd name="T76" fmla="*/ 0 w 382"/>
                <a:gd name="T77" fmla="*/ 5 h 628"/>
                <a:gd name="T78" fmla="*/ 0 w 382"/>
                <a:gd name="T79" fmla="*/ 5 h 628"/>
                <a:gd name="T80" fmla="*/ 0 w 382"/>
                <a:gd name="T81" fmla="*/ 5 h 628"/>
                <a:gd name="T82" fmla="*/ 1 w 382"/>
                <a:gd name="T83" fmla="*/ 5 h 628"/>
                <a:gd name="T84" fmla="*/ 1 w 382"/>
                <a:gd name="T85" fmla="*/ 5 h 628"/>
                <a:gd name="T86" fmla="*/ 1 w 382"/>
                <a:gd name="T87" fmla="*/ 5 h 628"/>
                <a:gd name="T88" fmla="*/ 1 w 382"/>
                <a:gd name="T89" fmla="*/ 5 h 628"/>
                <a:gd name="T90" fmla="*/ 1 w 382"/>
                <a:gd name="T91" fmla="*/ 5 h 628"/>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382"/>
                <a:gd name="T139" fmla="*/ 0 h 628"/>
                <a:gd name="T140" fmla="*/ 382 w 382"/>
                <a:gd name="T141" fmla="*/ 628 h 628"/>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382" h="628">
                  <a:moveTo>
                    <a:pt x="94" y="581"/>
                  </a:moveTo>
                  <a:lnTo>
                    <a:pt x="94" y="582"/>
                  </a:lnTo>
                  <a:lnTo>
                    <a:pt x="96" y="541"/>
                  </a:lnTo>
                  <a:lnTo>
                    <a:pt x="99" y="500"/>
                  </a:lnTo>
                  <a:lnTo>
                    <a:pt x="106" y="463"/>
                  </a:lnTo>
                  <a:lnTo>
                    <a:pt x="115" y="424"/>
                  </a:lnTo>
                  <a:lnTo>
                    <a:pt x="127" y="389"/>
                  </a:lnTo>
                  <a:lnTo>
                    <a:pt x="140" y="353"/>
                  </a:lnTo>
                  <a:lnTo>
                    <a:pt x="156" y="320"/>
                  </a:lnTo>
                  <a:lnTo>
                    <a:pt x="173" y="287"/>
                  </a:lnTo>
                  <a:lnTo>
                    <a:pt x="193" y="255"/>
                  </a:lnTo>
                  <a:lnTo>
                    <a:pt x="214" y="226"/>
                  </a:lnTo>
                  <a:lnTo>
                    <a:pt x="238" y="198"/>
                  </a:lnTo>
                  <a:lnTo>
                    <a:pt x="263" y="172"/>
                  </a:lnTo>
                  <a:lnTo>
                    <a:pt x="290" y="146"/>
                  </a:lnTo>
                  <a:lnTo>
                    <a:pt x="318" y="122"/>
                  </a:lnTo>
                  <a:lnTo>
                    <a:pt x="349" y="101"/>
                  </a:lnTo>
                  <a:lnTo>
                    <a:pt x="382" y="82"/>
                  </a:lnTo>
                  <a:lnTo>
                    <a:pt x="335" y="0"/>
                  </a:lnTo>
                  <a:lnTo>
                    <a:pt x="297" y="23"/>
                  </a:lnTo>
                  <a:lnTo>
                    <a:pt x="262" y="49"/>
                  </a:lnTo>
                  <a:lnTo>
                    <a:pt x="229" y="76"/>
                  </a:lnTo>
                  <a:lnTo>
                    <a:pt x="198" y="104"/>
                  </a:lnTo>
                  <a:lnTo>
                    <a:pt x="167" y="137"/>
                  </a:lnTo>
                  <a:lnTo>
                    <a:pt x="142" y="170"/>
                  </a:lnTo>
                  <a:lnTo>
                    <a:pt x="116" y="204"/>
                  </a:lnTo>
                  <a:lnTo>
                    <a:pt x="94" y="240"/>
                  </a:lnTo>
                  <a:lnTo>
                    <a:pt x="74" y="278"/>
                  </a:lnTo>
                  <a:lnTo>
                    <a:pt x="54" y="317"/>
                  </a:lnTo>
                  <a:lnTo>
                    <a:pt x="38" y="359"/>
                  </a:lnTo>
                  <a:lnTo>
                    <a:pt x="26" y="401"/>
                  </a:lnTo>
                  <a:lnTo>
                    <a:pt x="15" y="444"/>
                  </a:lnTo>
                  <a:lnTo>
                    <a:pt x="8" y="489"/>
                  </a:lnTo>
                  <a:lnTo>
                    <a:pt x="2" y="534"/>
                  </a:lnTo>
                  <a:lnTo>
                    <a:pt x="0" y="580"/>
                  </a:lnTo>
                  <a:lnTo>
                    <a:pt x="0" y="581"/>
                  </a:lnTo>
                  <a:lnTo>
                    <a:pt x="0" y="580"/>
                  </a:lnTo>
                  <a:lnTo>
                    <a:pt x="3" y="600"/>
                  </a:lnTo>
                  <a:lnTo>
                    <a:pt x="14" y="615"/>
                  </a:lnTo>
                  <a:lnTo>
                    <a:pt x="29" y="625"/>
                  </a:lnTo>
                  <a:lnTo>
                    <a:pt x="45" y="628"/>
                  </a:lnTo>
                  <a:lnTo>
                    <a:pt x="63" y="626"/>
                  </a:lnTo>
                  <a:lnTo>
                    <a:pt x="78" y="616"/>
                  </a:lnTo>
                  <a:lnTo>
                    <a:pt x="89" y="602"/>
                  </a:lnTo>
                  <a:lnTo>
                    <a:pt x="94" y="582"/>
                  </a:lnTo>
                  <a:lnTo>
                    <a:pt x="94" y="5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3277" name="Freeform 45"/>
            <p:cNvSpPr>
              <a:spLocks/>
            </p:cNvSpPr>
            <p:nvPr/>
          </p:nvSpPr>
          <p:spPr bwMode="auto">
            <a:xfrm>
              <a:off x="868" y="1712"/>
              <a:ext cx="19" cy="364"/>
            </a:xfrm>
            <a:custGeom>
              <a:avLst/>
              <a:gdLst>
                <a:gd name="T0" fmla="*/ 1 w 94"/>
                <a:gd name="T1" fmla="*/ 14 h 1818"/>
                <a:gd name="T2" fmla="*/ 1 w 94"/>
                <a:gd name="T3" fmla="*/ 14 h 1818"/>
                <a:gd name="T4" fmla="*/ 1 w 94"/>
                <a:gd name="T5" fmla="*/ 0 h 1818"/>
                <a:gd name="T6" fmla="*/ 0 w 94"/>
                <a:gd name="T7" fmla="*/ 0 h 1818"/>
                <a:gd name="T8" fmla="*/ 0 w 94"/>
                <a:gd name="T9" fmla="*/ 14 h 1818"/>
                <a:gd name="T10" fmla="*/ 0 w 94"/>
                <a:gd name="T11" fmla="*/ 14 h 1818"/>
                <a:gd name="T12" fmla="*/ 0 w 94"/>
                <a:gd name="T13" fmla="*/ 14 h 1818"/>
                <a:gd name="T14" fmla="*/ 0 w 94"/>
                <a:gd name="T15" fmla="*/ 14 h 1818"/>
                <a:gd name="T16" fmla="*/ 0 w 94"/>
                <a:gd name="T17" fmla="*/ 14 h 1818"/>
                <a:gd name="T18" fmla="*/ 0 w 94"/>
                <a:gd name="T19" fmla="*/ 15 h 1818"/>
                <a:gd name="T20" fmla="*/ 0 w 94"/>
                <a:gd name="T21" fmla="*/ 15 h 1818"/>
                <a:gd name="T22" fmla="*/ 1 w 94"/>
                <a:gd name="T23" fmla="*/ 15 h 1818"/>
                <a:gd name="T24" fmla="*/ 1 w 94"/>
                <a:gd name="T25" fmla="*/ 14 h 1818"/>
                <a:gd name="T26" fmla="*/ 1 w 94"/>
                <a:gd name="T27" fmla="*/ 14 h 1818"/>
                <a:gd name="T28" fmla="*/ 1 w 94"/>
                <a:gd name="T29" fmla="*/ 14 h 1818"/>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94"/>
                <a:gd name="T46" fmla="*/ 0 h 1818"/>
                <a:gd name="T47" fmla="*/ 94 w 94"/>
                <a:gd name="T48" fmla="*/ 1818 h 1818"/>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94" h="1818">
                  <a:moveTo>
                    <a:pt x="94" y="1771"/>
                  </a:moveTo>
                  <a:lnTo>
                    <a:pt x="94" y="1771"/>
                  </a:lnTo>
                  <a:lnTo>
                    <a:pt x="94" y="0"/>
                  </a:lnTo>
                  <a:lnTo>
                    <a:pt x="0" y="0"/>
                  </a:lnTo>
                  <a:lnTo>
                    <a:pt x="0" y="1771"/>
                  </a:lnTo>
                  <a:lnTo>
                    <a:pt x="3" y="1791"/>
                  </a:lnTo>
                  <a:lnTo>
                    <a:pt x="15" y="1806"/>
                  </a:lnTo>
                  <a:lnTo>
                    <a:pt x="29" y="1814"/>
                  </a:lnTo>
                  <a:lnTo>
                    <a:pt x="47" y="1818"/>
                  </a:lnTo>
                  <a:lnTo>
                    <a:pt x="64" y="1814"/>
                  </a:lnTo>
                  <a:lnTo>
                    <a:pt x="79" y="1806"/>
                  </a:lnTo>
                  <a:lnTo>
                    <a:pt x="90" y="1791"/>
                  </a:lnTo>
                  <a:lnTo>
                    <a:pt x="94" y="17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3278" name="Freeform 46"/>
            <p:cNvSpPr>
              <a:spLocks/>
            </p:cNvSpPr>
            <p:nvPr/>
          </p:nvSpPr>
          <p:spPr bwMode="auto">
            <a:xfrm>
              <a:off x="868" y="2067"/>
              <a:ext cx="90" cy="160"/>
            </a:xfrm>
            <a:custGeom>
              <a:avLst/>
              <a:gdLst>
                <a:gd name="T0" fmla="*/ 3 w 449"/>
                <a:gd name="T1" fmla="*/ 6 h 803"/>
                <a:gd name="T2" fmla="*/ 3 w 449"/>
                <a:gd name="T3" fmla="*/ 6 h 803"/>
                <a:gd name="T4" fmla="*/ 3 w 449"/>
                <a:gd name="T5" fmla="*/ 5 h 803"/>
                <a:gd name="T6" fmla="*/ 3 w 449"/>
                <a:gd name="T7" fmla="*/ 5 h 803"/>
                <a:gd name="T8" fmla="*/ 3 w 449"/>
                <a:gd name="T9" fmla="*/ 5 h 803"/>
                <a:gd name="T10" fmla="*/ 2 w 449"/>
                <a:gd name="T11" fmla="*/ 5 h 803"/>
                <a:gd name="T12" fmla="*/ 2 w 449"/>
                <a:gd name="T13" fmla="*/ 4 h 803"/>
                <a:gd name="T14" fmla="*/ 2 w 449"/>
                <a:gd name="T15" fmla="*/ 4 h 803"/>
                <a:gd name="T16" fmla="*/ 2 w 449"/>
                <a:gd name="T17" fmla="*/ 4 h 803"/>
                <a:gd name="T18" fmla="*/ 2 w 449"/>
                <a:gd name="T19" fmla="*/ 3 h 803"/>
                <a:gd name="T20" fmla="*/ 1 w 449"/>
                <a:gd name="T21" fmla="*/ 3 h 803"/>
                <a:gd name="T22" fmla="*/ 1 w 449"/>
                <a:gd name="T23" fmla="*/ 2 h 803"/>
                <a:gd name="T24" fmla="*/ 1 w 449"/>
                <a:gd name="T25" fmla="*/ 2 h 803"/>
                <a:gd name="T26" fmla="*/ 1 w 449"/>
                <a:gd name="T27" fmla="*/ 2 h 803"/>
                <a:gd name="T28" fmla="*/ 1 w 449"/>
                <a:gd name="T29" fmla="*/ 1 h 803"/>
                <a:gd name="T30" fmla="*/ 1 w 449"/>
                <a:gd name="T31" fmla="*/ 1 h 803"/>
                <a:gd name="T32" fmla="*/ 1 w 449"/>
                <a:gd name="T33" fmla="*/ 0 h 803"/>
                <a:gd name="T34" fmla="*/ 1 w 449"/>
                <a:gd name="T35" fmla="*/ 0 h 803"/>
                <a:gd name="T36" fmla="*/ 0 w 449"/>
                <a:gd name="T37" fmla="*/ 0 h 803"/>
                <a:gd name="T38" fmla="*/ 0 w 449"/>
                <a:gd name="T39" fmla="*/ 0 h 803"/>
                <a:gd name="T40" fmla="*/ 0 w 449"/>
                <a:gd name="T41" fmla="*/ 1 h 803"/>
                <a:gd name="T42" fmla="*/ 0 w 449"/>
                <a:gd name="T43" fmla="*/ 1 h 803"/>
                <a:gd name="T44" fmla="*/ 0 w 449"/>
                <a:gd name="T45" fmla="*/ 2 h 803"/>
                <a:gd name="T46" fmla="*/ 0 w 449"/>
                <a:gd name="T47" fmla="*/ 2 h 803"/>
                <a:gd name="T48" fmla="*/ 0 w 449"/>
                <a:gd name="T49" fmla="*/ 3 h 803"/>
                <a:gd name="T50" fmla="*/ 1 w 449"/>
                <a:gd name="T51" fmla="*/ 3 h 803"/>
                <a:gd name="T52" fmla="*/ 1 w 449"/>
                <a:gd name="T53" fmla="*/ 4 h 803"/>
                <a:gd name="T54" fmla="*/ 1 w 449"/>
                <a:gd name="T55" fmla="*/ 4 h 803"/>
                <a:gd name="T56" fmla="*/ 1 w 449"/>
                <a:gd name="T57" fmla="*/ 4 h 803"/>
                <a:gd name="T58" fmla="*/ 2 w 449"/>
                <a:gd name="T59" fmla="*/ 5 h 803"/>
                <a:gd name="T60" fmla="*/ 2 w 449"/>
                <a:gd name="T61" fmla="*/ 5 h 803"/>
                <a:gd name="T62" fmla="*/ 2 w 449"/>
                <a:gd name="T63" fmla="*/ 5 h 803"/>
                <a:gd name="T64" fmla="*/ 2 w 449"/>
                <a:gd name="T65" fmla="*/ 6 h 803"/>
                <a:gd name="T66" fmla="*/ 3 w 449"/>
                <a:gd name="T67" fmla="*/ 6 h 803"/>
                <a:gd name="T68" fmla="*/ 3 w 449"/>
                <a:gd name="T69" fmla="*/ 6 h 803"/>
                <a:gd name="T70" fmla="*/ 3 w 449"/>
                <a:gd name="T71" fmla="*/ 6 h 803"/>
                <a:gd name="T72" fmla="*/ 3 w 449"/>
                <a:gd name="T73" fmla="*/ 6 h 803"/>
                <a:gd name="T74" fmla="*/ 3 w 449"/>
                <a:gd name="T75" fmla="*/ 6 h 803"/>
                <a:gd name="T76" fmla="*/ 3 w 449"/>
                <a:gd name="T77" fmla="*/ 6 h 803"/>
                <a:gd name="T78" fmla="*/ 3 w 449"/>
                <a:gd name="T79" fmla="*/ 6 h 803"/>
                <a:gd name="T80" fmla="*/ 4 w 449"/>
                <a:gd name="T81" fmla="*/ 6 h 803"/>
                <a:gd name="T82" fmla="*/ 4 w 449"/>
                <a:gd name="T83" fmla="*/ 6 h 803"/>
                <a:gd name="T84" fmla="*/ 4 w 449"/>
                <a:gd name="T85" fmla="*/ 6 h 803"/>
                <a:gd name="T86" fmla="*/ 4 w 449"/>
                <a:gd name="T87" fmla="*/ 6 h 803"/>
                <a:gd name="T88" fmla="*/ 3 w 449"/>
                <a:gd name="T89" fmla="*/ 6 h 803"/>
                <a:gd name="T90" fmla="*/ 3 w 449"/>
                <a:gd name="T91" fmla="*/ 6 h 80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449"/>
                <a:gd name="T139" fmla="*/ 0 h 803"/>
                <a:gd name="T140" fmla="*/ 449 w 449"/>
                <a:gd name="T141" fmla="*/ 803 h 80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449" h="803">
                  <a:moveTo>
                    <a:pt x="426" y="717"/>
                  </a:moveTo>
                  <a:lnTo>
                    <a:pt x="427" y="717"/>
                  </a:lnTo>
                  <a:lnTo>
                    <a:pt x="395" y="693"/>
                  </a:lnTo>
                  <a:lnTo>
                    <a:pt x="361" y="662"/>
                  </a:lnTo>
                  <a:lnTo>
                    <a:pt x="329" y="628"/>
                  </a:lnTo>
                  <a:lnTo>
                    <a:pt x="299" y="591"/>
                  </a:lnTo>
                  <a:lnTo>
                    <a:pt x="269" y="551"/>
                  </a:lnTo>
                  <a:lnTo>
                    <a:pt x="241" y="507"/>
                  </a:lnTo>
                  <a:lnTo>
                    <a:pt x="215" y="460"/>
                  </a:lnTo>
                  <a:lnTo>
                    <a:pt x="191" y="412"/>
                  </a:lnTo>
                  <a:lnTo>
                    <a:pt x="170" y="363"/>
                  </a:lnTo>
                  <a:lnTo>
                    <a:pt x="151" y="312"/>
                  </a:lnTo>
                  <a:lnTo>
                    <a:pt x="133" y="259"/>
                  </a:lnTo>
                  <a:lnTo>
                    <a:pt x="119" y="207"/>
                  </a:lnTo>
                  <a:lnTo>
                    <a:pt x="108" y="156"/>
                  </a:lnTo>
                  <a:lnTo>
                    <a:pt x="101" y="103"/>
                  </a:lnTo>
                  <a:lnTo>
                    <a:pt x="96" y="51"/>
                  </a:lnTo>
                  <a:lnTo>
                    <a:pt x="94" y="0"/>
                  </a:lnTo>
                  <a:lnTo>
                    <a:pt x="0" y="0"/>
                  </a:lnTo>
                  <a:lnTo>
                    <a:pt x="2" y="56"/>
                  </a:lnTo>
                  <a:lnTo>
                    <a:pt x="7" y="115"/>
                  </a:lnTo>
                  <a:lnTo>
                    <a:pt x="16" y="172"/>
                  </a:lnTo>
                  <a:lnTo>
                    <a:pt x="28" y="231"/>
                  </a:lnTo>
                  <a:lnTo>
                    <a:pt x="44" y="287"/>
                  </a:lnTo>
                  <a:lnTo>
                    <a:pt x="62" y="342"/>
                  </a:lnTo>
                  <a:lnTo>
                    <a:pt x="83" y="398"/>
                  </a:lnTo>
                  <a:lnTo>
                    <a:pt x="106" y="452"/>
                  </a:lnTo>
                  <a:lnTo>
                    <a:pt x="133" y="505"/>
                  </a:lnTo>
                  <a:lnTo>
                    <a:pt x="161" y="554"/>
                  </a:lnTo>
                  <a:lnTo>
                    <a:pt x="192" y="602"/>
                  </a:lnTo>
                  <a:lnTo>
                    <a:pt x="224" y="647"/>
                  </a:lnTo>
                  <a:lnTo>
                    <a:pt x="259" y="689"/>
                  </a:lnTo>
                  <a:lnTo>
                    <a:pt x="295" y="728"/>
                  </a:lnTo>
                  <a:lnTo>
                    <a:pt x="334" y="763"/>
                  </a:lnTo>
                  <a:lnTo>
                    <a:pt x="374" y="795"/>
                  </a:lnTo>
                  <a:lnTo>
                    <a:pt x="375" y="795"/>
                  </a:lnTo>
                  <a:lnTo>
                    <a:pt x="374" y="795"/>
                  </a:lnTo>
                  <a:lnTo>
                    <a:pt x="392" y="803"/>
                  </a:lnTo>
                  <a:lnTo>
                    <a:pt x="411" y="803"/>
                  </a:lnTo>
                  <a:lnTo>
                    <a:pt x="426" y="795"/>
                  </a:lnTo>
                  <a:lnTo>
                    <a:pt x="439" y="782"/>
                  </a:lnTo>
                  <a:lnTo>
                    <a:pt x="446" y="766"/>
                  </a:lnTo>
                  <a:lnTo>
                    <a:pt x="449" y="749"/>
                  </a:lnTo>
                  <a:lnTo>
                    <a:pt x="441" y="732"/>
                  </a:lnTo>
                  <a:lnTo>
                    <a:pt x="427" y="717"/>
                  </a:lnTo>
                  <a:lnTo>
                    <a:pt x="426" y="71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3279" name="Freeform 47"/>
            <p:cNvSpPr>
              <a:spLocks/>
            </p:cNvSpPr>
            <p:nvPr/>
          </p:nvSpPr>
          <p:spPr bwMode="auto">
            <a:xfrm>
              <a:off x="883" y="1673"/>
              <a:ext cx="379" cy="690"/>
            </a:xfrm>
            <a:custGeom>
              <a:avLst/>
              <a:gdLst>
                <a:gd name="T0" fmla="*/ 12 w 1897"/>
                <a:gd name="T1" fmla="*/ 6 h 3450"/>
                <a:gd name="T2" fmla="*/ 13 w 1897"/>
                <a:gd name="T3" fmla="*/ 7 h 3450"/>
                <a:gd name="T4" fmla="*/ 13 w 1897"/>
                <a:gd name="T5" fmla="*/ 7 h 3450"/>
                <a:gd name="T6" fmla="*/ 14 w 1897"/>
                <a:gd name="T7" fmla="*/ 8 h 3450"/>
                <a:gd name="T8" fmla="*/ 14 w 1897"/>
                <a:gd name="T9" fmla="*/ 9 h 3450"/>
                <a:gd name="T10" fmla="*/ 15 w 1897"/>
                <a:gd name="T11" fmla="*/ 10 h 3450"/>
                <a:gd name="T12" fmla="*/ 15 w 1897"/>
                <a:gd name="T13" fmla="*/ 11 h 3450"/>
                <a:gd name="T14" fmla="*/ 15 w 1897"/>
                <a:gd name="T15" fmla="*/ 11 h 3450"/>
                <a:gd name="T16" fmla="*/ 15 w 1897"/>
                <a:gd name="T17" fmla="*/ 12 h 3450"/>
                <a:gd name="T18" fmla="*/ 15 w 1897"/>
                <a:gd name="T19" fmla="*/ 26 h 3450"/>
                <a:gd name="T20" fmla="*/ 15 w 1897"/>
                <a:gd name="T21" fmla="*/ 26 h 3450"/>
                <a:gd name="T22" fmla="*/ 15 w 1897"/>
                <a:gd name="T23" fmla="*/ 27 h 3450"/>
                <a:gd name="T24" fmla="*/ 15 w 1897"/>
                <a:gd name="T25" fmla="*/ 27 h 3450"/>
                <a:gd name="T26" fmla="*/ 14 w 1897"/>
                <a:gd name="T27" fmla="*/ 27 h 3450"/>
                <a:gd name="T28" fmla="*/ 14 w 1897"/>
                <a:gd name="T29" fmla="*/ 28 h 3450"/>
                <a:gd name="T30" fmla="*/ 13 w 1897"/>
                <a:gd name="T31" fmla="*/ 28 h 3450"/>
                <a:gd name="T32" fmla="*/ 13 w 1897"/>
                <a:gd name="T33" fmla="*/ 27 h 3450"/>
                <a:gd name="T34" fmla="*/ 3 w 1897"/>
                <a:gd name="T35" fmla="*/ 21 h 3450"/>
                <a:gd name="T36" fmla="*/ 2 w 1897"/>
                <a:gd name="T37" fmla="*/ 21 h 3450"/>
                <a:gd name="T38" fmla="*/ 2 w 1897"/>
                <a:gd name="T39" fmla="*/ 20 h 3450"/>
                <a:gd name="T40" fmla="*/ 1 w 1897"/>
                <a:gd name="T41" fmla="*/ 19 h 3450"/>
                <a:gd name="T42" fmla="*/ 1 w 1897"/>
                <a:gd name="T43" fmla="*/ 19 h 3450"/>
                <a:gd name="T44" fmla="*/ 0 w 1897"/>
                <a:gd name="T45" fmla="*/ 18 h 3450"/>
                <a:gd name="T46" fmla="*/ 0 w 1897"/>
                <a:gd name="T47" fmla="*/ 17 h 3450"/>
                <a:gd name="T48" fmla="*/ 0 w 1897"/>
                <a:gd name="T49" fmla="*/ 16 h 3450"/>
                <a:gd name="T50" fmla="*/ 0 w 1897"/>
                <a:gd name="T51" fmla="*/ 15 h 3450"/>
                <a:gd name="T52" fmla="*/ 0 w 1897"/>
                <a:gd name="T53" fmla="*/ 2 h 3450"/>
                <a:gd name="T54" fmla="*/ 0 w 1897"/>
                <a:gd name="T55" fmla="*/ 1 h 3450"/>
                <a:gd name="T56" fmla="*/ 0 w 1897"/>
                <a:gd name="T57" fmla="*/ 1 h 3450"/>
                <a:gd name="T58" fmla="*/ 1 w 1897"/>
                <a:gd name="T59" fmla="*/ 0 h 3450"/>
                <a:gd name="T60" fmla="*/ 1 w 1897"/>
                <a:gd name="T61" fmla="*/ 0 h 3450"/>
                <a:gd name="T62" fmla="*/ 1 w 1897"/>
                <a:gd name="T63" fmla="*/ 0 h 3450"/>
                <a:gd name="T64" fmla="*/ 2 w 1897"/>
                <a:gd name="T65" fmla="*/ 0 h 3450"/>
                <a:gd name="T66" fmla="*/ 3 w 1897"/>
                <a:gd name="T67" fmla="*/ 0 h 3450"/>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897"/>
                <a:gd name="T103" fmla="*/ 0 h 3450"/>
                <a:gd name="T104" fmla="*/ 1897 w 1897"/>
                <a:gd name="T105" fmla="*/ 3450 h 3450"/>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897" h="3450">
                  <a:moveTo>
                    <a:pt x="357" y="49"/>
                  </a:moveTo>
                  <a:lnTo>
                    <a:pt x="1542" y="806"/>
                  </a:lnTo>
                  <a:lnTo>
                    <a:pt x="1579" y="832"/>
                  </a:lnTo>
                  <a:lnTo>
                    <a:pt x="1614" y="861"/>
                  </a:lnTo>
                  <a:lnTo>
                    <a:pt x="1648" y="895"/>
                  </a:lnTo>
                  <a:lnTo>
                    <a:pt x="1681" y="933"/>
                  </a:lnTo>
                  <a:lnTo>
                    <a:pt x="1711" y="973"/>
                  </a:lnTo>
                  <a:lnTo>
                    <a:pt x="1740" y="1016"/>
                  </a:lnTo>
                  <a:lnTo>
                    <a:pt x="1768" y="1062"/>
                  </a:lnTo>
                  <a:lnTo>
                    <a:pt x="1793" y="1109"/>
                  </a:lnTo>
                  <a:lnTo>
                    <a:pt x="1816" y="1158"/>
                  </a:lnTo>
                  <a:lnTo>
                    <a:pt x="1836" y="1208"/>
                  </a:lnTo>
                  <a:lnTo>
                    <a:pt x="1854" y="1260"/>
                  </a:lnTo>
                  <a:lnTo>
                    <a:pt x="1869" y="1313"/>
                  </a:lnTo>
                  <a:lnTo>
                    <a:pt x="1881" y="1364"/>
                  </a:lnTo>
                  <a:lnTo>
                    <a:pt x="1890" y="1417"/>
                  </a:lnTo>
                  <a:lnTo>
                    <a:pt x="1895" y="1469"/>
                  </a:lnTo>
                  <a:lnTo>
                    <a:pt x="1897" y="1519"/>
                  </a:lnTo>
                  <a:lnTo>
                    <a:pt x="1897" y="3142"/>
                  </a:lnTo>
                  <a:lnTo>
                    <a:pt x="1895" y="3190"/>
                  </a:lnTo>
                  <a:lnTo>
                    <a:pt x="1890" y="3235"/>
                  </a:lnTo>
                  <a:lnTo>
                    <a:pt x="1881" y="3276"/>
                  </a:lnTo>
                  <a:lnTo>
                    <a:pt x="1869" y="3313"/>
                  </a:lnTo>
                  <a:lnTo>
                    <a:pt x="1854" y="3346"/>
                  </a:lnTo>
                  <a:lnTo>
                    <a:pt x="1836" y="3375"/>
                  </a:lnTo>
                  <a:lnTo>
                    <a:pt x="1816" y="3398"/>
                  </a:lnTo>
                  <a:lnTo>
                    <a:pt x="1793" y="3418"/>
                  </a:lnTo>
                  <a:lnTo>
                    <a:pt x="1768" y="3434"/>
                  </a:lnTo>
                  <a:lnTo>
                    <a:pt x="1740" y="3444"/>
                  </a:lnTo>
                  <a:lnTo>
                    <a:pt x="1711" y="3450"/>
                  </a:lnTo>
                  <a:lnTo>
                    <a:pt x="1681" y="3450"/>
                  </a:lnTo>
                  <a:lnTo>
                    <a:pt x="1648" y="3445"/>
                  </a:lnTo>
                  <a:lnTo>
                    <a:pt x="1614" y="3436"/>
                  </a:lnTo>
                  <a:lnTo>
                    <a:pt x="1579" y="3421"/>
                  </a:lnTo>
                  <a:lnTo>
                    <a:pt x="1542" y="3400"/>
                  </a:lnTo>
                  <a:lnTo>
                    <a:pt x="357" y="2643"/>
                  </a:lnTo>
                  <a:lnTo>
                    <a:pt x="320" y="2618"/>
                  </a:lnTo>
                  <a:lnTo>
                    <a:pt x="285" y="2588"/>
                  </a:lnTo>
                  <a:lnTo>
                    <a:pt x="251" y="2554"/>
                  </a:lnTo>
                  <a:lnTo>
                    <a:pt x="218" y="2517"/>
                  </a:lnTo>
                  <a:lnTo>
                    <a:pt x="187" y="2477"/>
                  </a:lnTo>
                  <a:lnTo>
                    <a:pt x="157" y="2433"/>
                  </a:lnTo>
                  <a:lnTo>
                    <a:pt x="130" y="2388"/>
                  </a:lnTo>
                  <a:lnTo>
                    <a:pt x="105" y="2341"/>
                  </a:lnTo>
                  <a:lnTo>
                    <a:pt x="81" y="2292"/>
                  </a:lnTo>
                  <a:lnTo>
                    <a:pt x="61" y="2241"/>
                  </a:lnTo>
                  <a:lnTo>
                    <a:pt x="44" y="2190"/>
                  </a:lnTo>
                  <a:lnTo>
                    <a:pt x="29" y="2138"/>
                  </a:lnTo>
                  <a:lnTo>
                    <a:pt x="17" y="2085"/>
                  </a:lnTo>
                  <a:lnTo>
                    <a:pt x="7" y="2033"/>
                  </a:lnTo>
                  <a:lnTo>
                    <a:pt x="3" y="1981"/>
                  </a:lnTo>
                  <a:lnTo>
                    <a:pt x="0" y="1931"/>
                  </a:lnTo>
                  <a:lnTo>
                    <a:pt x="0" y="308"/>
                  </a:lnTo>
                  <a:lnTo>
                    <a:pt x="3" y="260"/>
                  </a:lnTo>
                  <a:lnTo>
                    <a:pt x="7" y="215"/>
                  </a:lnTo>
                  <a:lnTo>
                    <a:pt x="17" y="174"/>
                  </a:lnTo>
                  <a:lnTo>
                    <a:pt x="29" y="137"/>
                  </a:lnTo>
                  <a:lnTo>
                    <a:pt x="44" y="104"/>
                  </a:lnTo>
                  <a:lnTo>
                    <a:pt x="61" y="76"/>
                  </a:lnTo>
                  <a:lnTo>
                    <a:pt x="81" y="51"/>
                  </a:lnTo>
                  <a:lnTo>
                    <a:pt x="105" y="31"/>
                  </a:lnTo>
                  <a:lnTo>
                    <a:pt x="130" y="16"/>
                  </a:lnTo>
                  <a:lnTo>
                    <a:pt x="157" y="5"/>
                  </a:lnTo>
                  <a:lnTo>
                    <a:pt x="187" y="0"/>
                  </a:lnTo>
                  <a:lnTo>
                    <a:pt x="218" y="0"/>
                  </a:lnTo>
                  <a:lnTo>
                    <a:pt x="251" y="3"/>
                  </a:lnTo>
                  <a:lnTo>
                    <a:pt x="285" y="14"/>
                  </a:lnTo>
                  <a:lnTo>
                    <a:pt x="320" y="29"/>
                  </a:lnTo>
                  <a:lnTo>
                    <a:pt x="357" y="49"/>
                  </a:lnTo>
                  <a:close/>
                </a:path>
              </a:pathLst>
            </a:custGeom>
            <a:solidFill>
              <a:srgbClr val="BFBFB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3280" name="Freeform 48"/>
            <p:cNvSpPr>
              <a:spLocks/>
            </p:cNvSpPr>
            <p:nvPr/>
          </p:nvSpPr>
          <p:spPr bwMode="auto">
            <a:xfrm>
              <a:off x="1268" y="1663"/>
              <a:ext cx="393" cy="711"/>
            </a:xfrm>
            <a:custGeom>
              <a:avLst/>
              <a:gdLst>
                <a:gd name="T0" fmla="*/ 3 w 1962"/>
                <a:gd name="T1" fmla="*/ 7 h 3555"/>
                <a:gd name="T2" fmla="*/ 2 w 1962"/>
                <a:gd name="T3" fmla="*/ 7 h 3555"/>
                <a:gd name="T4" fmla="*/ 2 w 1962"/>
                <a:gd name="T5" fmla="*/ 8 h 3555"/>
                <a:gd name="T6" fmla="*/ 1 w 1962"/>
                <a:gd name="T7" fmla="*/ 8 h 3555"/>
                <a:gd name="T8" fmla="*/ 1 w 1962"/>
                <a:gd name="T9" fmla="*/ 9 h 3555"/>
                <a:gd name="T10" fmla="*/ 1 w 1962"/>
                <a:gd name="T11" fmla="*/ 10 h 3555"/>
                <a:gd name="T12" fmla="*/ 0 w 1962"/>
                <a:gd name="T13" fmla="*/ 11 h 3555"/>
                <a:gd name="T14" fmla="*/ 0 w 1962"/>
                <a:gd name="T15" fmla="*/ 12 h 3555"/>
                <a:gd name="T16" fmla="*/ 0 w 1962"/>
                <a:gd name="T17" fmla="*/ 13 h 3555"/>
                <a:gd name="T18" fmla="*/ 0 w 1962"/>
                <a:gd name="T19" fmla="*/ 26 h 3555"/>
                <a:gd name="T20" fmla="*/ 0 w 1962"/>
                <a:gd name="T21" fmla="*/ 27 h 3555"/>
                <a:gd name="T22" fmla="*/ 0 w 1962"/>
                <a:gd name="T23" fmla="*/ 28 h 3555"/>
                <a:gd name="T24" fmla="*/ 1 w 1962"/>
                <a:gd name="T25" fmla="*/ 28 h 3555"/>
                <a:gd name="T26" fmla="*/ 1 w 1962"/>
                <a:gd name="T27" fmla="*/ 28 h 3555"/>
                <a:gd name="T28" fmla="*/ 2 w 1962"/>
                <a:gd name="T29" fmla="*/ 28 h 3555"/>
                <a:gd name="T30" fmla="*/ 2 w 1962"/>
                <a:gd name="T31" fmla="*/ 28 h 3555"/>
                <a:gd name="T32" fmla="*/ 3 w 1962"/>
                <a:gd name="T33" fmla="*/ 28 h 3555"/>
                <a:gd name="T34" fmla="*/ 13 w 1962"/>
                <a:gd name="T35" fmla="*/ 22 h 3555"/>
                <a:gd name="T36" fmla="*/ 13 w 1962"/>
                <a:gd name="T37" fmla="*/ 21 h 3555"/>
                <a:gd name="T38" fmla="*/ 14 w 1962"/>
                <a:gd name="T39" fmla="*/ 21 h 3555"/>
                <a:gd name="T40" fmla="*/ 14 w 1962"/>
                <a:gd name="T41" fmla="*/ 20 h 3555"/>
                <a:gd name="T42" fmla="*/ 15 w 1962"/>
                <a:gd name="T43" fmla="*/ 19 h 3555"/>
                <a:gd name="T44" fmla="*/ 15 w 1962"/>
                <a:gd name="T45" fmla="*/ 18 h 3555"/>
                <a:gd name="T46" fmla="*/ 16 w 1962"/>
                <a:gd name="T47" fmla="*/ 18 h 3555"/>
                <a:gd name="T48" fmla="*/ 16 w 1962"/>
                <a:gd name="T49" fmla="*/ 17 h 3555"/>
                <a:gd name="T50" fmla="*/ 16 w 1962"/>
                <a:gd name="T51" fmla="*/ 16 h 3555"/>
                <a:gd name="T52" fmla="*/ 16 w 1962"/>
                <a:gd name="T53" fmla="*/ 2 h 3555"/>
                <a:gd name="T54" fmla="*/ 16 w 1962"/>
                <a:gd name="T55" fmla="*/ 1 h 3555"/>
                <a:gd name="T56" fmla="*/ 15 w 1962"/>
                <a:gd name="T57" fmla="*/ 1 h 3555"/>
                <a:gd name="T58" fmla="*/ 15 w 1962"/>
                <a:gd name="T59" fmla="*/ 0 h 3555"/>
                <a:gd name="T60" fmla="*/ 15 w 1962"/>
                <a:gd name="T61" fmla="*/ 0 h 3555"/>
                <a:gd name="T62" fmla="*/ 14 w 1962"/>
                <a:gd name="T63" fmla="*/ 0 h 3555"/>
                <a:gd name="T64" fmla="*/ 14 w 1962"/>
                <a:gd name="T65" fmla="*/ 0 h 3555"/>
                <a:gd name="T66" fmla="*/ 13 w 1962"/>
                <a:gd name="T67" fmla="*/ 0 h 3555"/>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962"/>
                <a:gd name="T103" fmla="*/ 0 h 3555"/>
                <a:gd name="T104" fmla="*/ 1962 w 1962"/>
                <a:gd name="T105" fmla="*/ 3555 h 3555"/>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962" h="3555">
                  <a:moveTo>
                    <a:pt x="1594" y="50"/>
                  </a:moveTo>
                  <a:lnTo>
                    <a:pt x="368" y="831"/>
                  </a:lnTo>
                  <a:lnTo>
                    <a:pt x="330" y="858"/>
                  </a:lnTo>
                  <a:lnTo>
                    <a:pt x="294" y="888"/>
                  </a:lnTo>
                  <a:lnTo>
                    <a:pt x="259" y="922"/>
                  </a:lnTo>
                  <a:lnTo>
                    <a:pt x="225" y="961"/>
                  </a:lnTo>
                  <a:lnTo>
                    <a:pt x="193" y="1003"/>
                  </a:lnTo>
                  <a:lnTo>
                    <a:pt x="163" y="1047"/>
                  </a:lnTo>
                  <a:lnTo>
                    <a:pt x="133" y="1094"/>
                  </a:lnTo>
                  <a:lnTo>
                    <a:pt x="108" y="1143"/>
                  </a:lnTo>
                  <a:lnTo>
                    <a:pt x="84" y="1193"/>
                  </a:lnTo>
                  <a:lnTo>
                    <a:pt x="63" y="1246"/>
                  </a:lnTo>
                  <a:lnTo>
                    <a:pt x="44" y="1299"/>
                  </a:lnTo>
                  <a:lnTo>
                    <a:pt x="29" y="1353"/>
                  </a:lnTo>
                  <a:lnTo>
                    <a:pt x="16" y="1405"/>
                  </a:lnTo>
                  <a:lnTo>
                    <a:pt x="7" y="1459"/>
                  </a:lnTo>
                  <a:lnTo>
                    <a:pt x="2" y="1512"/>
                  </a:lnTo>
                  <a:lnTo>
                    <a:pt x="0" y="1565"/>
                  </a:lnTo>
                  <a:lnTo>
                    <a:pt x="0" y="3237"/>
                  </a:lnTo>
                  <a:lnTo>
                    <a:pt x="2" y="3287"/>
                  </a:lnTo>
                  <a:lnTo>
                    <a:pt x="7" y="3333"/>
                  </a:lnTo>
                  <a:lnTo>
                    <a:pt x="16" y="3375"/>
                  </a:lnTo>
                  <a:lnTo>
                    <a:pt x="29" y="3413"/>
                  </a:lnTo>
                  <a:lnTo>
                    <a:pt x="44" y="3447"/>
                  </a:lnTo>
                  <a:lnTo>
                    <a:pt x="63" y="3477"/>
                  </a:lnTo>
                  <a:lnTo>
                    <a:pt x="84" y="3502"/>
                  </a:lnTo>
                  <a:lnTo>
                    <a:pt x="108" y="3522"/>
                  </a:lnTo>
                  <a:lnTo>
                    <a:pt x="133" y="3538"/>
                  </a:lnTo>
                  <a:lnTo>
                    <a:pt x="163" y="3549"/>
                  </a:lnTo>
                  <a:lnTo>
                    <a:pt x="193" y="3555"/>
                  </a:lnTo>
                  <a:lnTo>
                    <a:pt x="225" y="3555"/>
                  </a:lnTo>
                  <a:lnTo>
                    <a:pt x="259" y="3550"/>
                  </a:lnTo>
                  <a:lnTo>
                    <a:pt x="294" y="3541"/>
                  </a:lnTo>
                  <a:lnTo>
                    <a:pt x="330" y="3524"/>
                  </a:lnTo>
                  <a:lnTo>
                    <a:pt x="368" y="3503"/>
                  </a:lnTo>
                  <a:lnTo>
                    <a:pt x="1594" y="2722"/>
                  </a:lnTo>
                  <a:lnTo>
                    <a:pt x="1632" y="2696"/>
                  </a:lnTo>
                  <a:lnTo>
                    <a:pt x="1668" y="2665"/>
                  </a:lnTo>
                  <a:lnTo>
                    <a:pt x="1703" y="2631"/>
                  </a:lnTo>
                  <a:lnTo>
                    <a:pt x="1737" y="2592"/>
                  </a:lnTo>
                  <a:lnTo>
                    <a:pt x="1769" y="2551"/>
                  </a:lnTo>
                  <a:lnTo>
                    <a:pt x="1799" y="2506"/>
                  </a:lnTo>
                  <a:lnTo>
                    <a:pt x="1829" y="2460"/>
                  </a:lnTo>
                  <a:lnTo>
                    <a:pt x="1854" y="2411"/>
                  </a:lnTo>
                  <a:lnTo>
                    <a:pt x="1878" y="2361"/>
                  </a:lnTo>
                  <a:lnTo>
                    <a:pt x="1899" y="2308"/>
                  </a:lnTo>
                  <a:lnTo>
                    <a:pt x="1918" y="2256"/>
                  </a:lnTo>
                  <a:lnTo>
                    <a:pt x="1933" y="2202"/>
                  </a:lnTo>
                  <a:lnTo>
                    <a:pt x="1946" y="2149"/>
                  </a:lnTo>
                  <a:lnTo>
                    <a:pt x="1955" y="2095"/>
                  </a:lnTo>
                  <a:lnTo>
                    <a:pt x="1960" y="2042"/>
                  </a:lnTo>
                  <a:lnTo>
                    <a:pt x="1962" y="1989"/>
                  </a:lnTo>
                  <a:lnTo>
                    <a:pt x="1962" y="319"/>
                  </a:lnTo>
                  <a:lnTo>
                    <a:pt x="1960" y="269"/>
                  </a:lnTo>
                  <a:lnTo>
                    <a:pt x="1955" y="223"/>
                  </a:lnTo>
                  <a:lnTo>
                    <a:pt x="1946" y="180"/>
                  </a:lnTo>
                  <a:lnTo>
                    <a:pt x="1933" y="143"/>
                  </a:lnTo>
                  <a:lnTo>
                    <a:pt x="1918" y="109"/>
                  </a:lnTo>
                  <a:lnTo>
                    <a:pt x="1899" y="79"/>
                  </a:lnTo>
                  <a:lnTo>
                    <a:pt x="1878" y="54"/>
                  </a:lnTo>
                  <a:lnTo>
                    <a:pt x="1854" y="33"/>
                  </a:lnTo>
                  <a:lnTo>
                    <a:pt x="1829" y="17"/>
                  </a:lnTo>
                  <a:lnTo>
                    <a:pt x="1799" y="7"/>
                  </a:lnTo>
                  <a:lnTo>
                    <a:pt x="1769" y="0"/>
                  </a:lnTo>
                  <a:lnTo>
                    <a:pt x="1737" y="0"/>
                  </a:lnTo>
                  <a:lnTo>
                    <a:pt x="1703" y="4"/>
                  </a:lnTo>
                  <a:lnTo>
                    <a:pt x="1668" y="14"/>
                  </a:lnTo>
                  <a:lnTo>
                    <a:pt x="1632" y="29"/>
                  </a:lnTo>
                  <a:lnTo>
                    <a:pt x="1594" y="50"/>
                  </a:lnTo>
                  <a:close/>
                </a:path>
              </a:pathLst>
            </a:custGeom>
            <a:solidFill>
              <a:srgbClr val="E5E5E5"/>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3281" name="Freeform 49"/>
            <p:cNvSpPr>
              <a:spLocks noEditPoints="1"/>
            </p:cNvSpPr>
            <p:nvPr/>
          </p:nvSpPr>
          <p:spPr bwMode="auto">
            <a:xfrm>
              <a:off x="916" y="1589"/>
              <a:ext cx="697" cy="698"/>
            </a:xfrm>
            <a:custGeom>
              <a:avLst/>
              <a:gdLst>
                <a:gd name="T0" fmla="*/ 16 w 3485"/>
                <a:gd name="T1" fmla="*/ 0 h 3490"/>
                <a:gd name="T2" fmla="*/ 17 w 3485"/>
                <a:gd name="T3" fmla="*/ 2 h 3490"/>
                <a:gd name="T4" fmla="*/ 17 w 3485"/>
                <a:gd name="T5" fmla="*/ 3 h 3490"/>
                <a:gd name="T6" fmla="*/ 14 w 3485"/>
                <a:gd name="T7" fmla="*/ 4 h 3490"/>
                <a:gd name="T8" fmla="*/ 12 w 3485"/>
                <a:gd name="T9" fmla="*/ 4 h 3490"/>
                <a:gd name="T10" fmla="*/ 11 w 3485"/>
                <a:gd name="T11" fmla="*/ 2 h 3490"/>
                <a:gd name="T12" fmla="*/ 11 w 3485"/>
                <a:gd name="T13" fmla="*/ 1 h 3490"/>
                <a:gd name="T14" fmla="*/ 14 w 3485"/>
                <a:gd name="T15" fmla="*/ 0 h 3490"/>
                <a:gd name="T16" fmla="*/ 3 w 3485"/>
                <a:gd name="T17" fmla="*/ 7 h 3490"/>
                <a:gd name="T18" fmla="*/ 4 w 3485"/>
                <a:gd name="T19" fmla="*/ 9 h 3490"/>
                <a:gd name="T20" fmla="*/ 3 w 3485"/>
                <a:gd name="T21" fmla="*/ 12 h 3490"/>
                <a:gd name="T22" fmla="*/ 2 w 3485"/>
                <a:gd name="T23" fmla="*/ 13 h 3490"/>
                <a:gd name="T24" fmla="*/ 1 w 3485"/>
                <a:gd name="T25" fmla="*/ 12 h 3490"/>
                <a:gd name="T26" fmla="*/ 0 w 3485"/>
                <a:gd name="T27" fmla="*/ 10 h 3490"/>
                <a:gd name="T28" fmla="*/ 0 w 3485"/>
                <a:gd name="T29" fmla="*/ 8 h 3490"/>
                <a:gd name="T30" fmla="*/ 2 w 3485"/>
                <a:gd name="T31" fmla="*/ 6 h 3490"/>
                <a:gd name="T32" fmla="*/ 10 w 3485"/>
                <a:gd name="T33" fmla="*/ 20 h 3490"/>
                <a:gd name="T34" fmla="*/ 11 w 3485"/>
                <a:gd name="T35" fmla="*/ 22 h 3490"/>
                <a:gd name="T36" fmla="*/ 11 w 3485"/>
                <a:gd name="T37" fmla="*/ 25 h 3490"/>
                <a:gd name="T38" fmla="*/ 10 w 3485"/>
                <a:gd name="T39" fmla="*/ 27 h 3490"/>
                <a:gd name="T40" fmla="*/ 8 w 3485"/>
                <a:gd name="T41" fmla="*/ 26 h 3490"/>
                <a:gd name="T42" fmla="*/ 7 w 3485"/>
                <a:gd name="T43" fmla="*/ 24 h 3490"/>
                <a:gd name="T44" fmla="*/ 7 w 3485"/>
                <a:gd name="T45" fmla="*/ 22 h 3490"/>
                <a:gd name="T46" fmla="*/ 8 w 3485"/>
                <a:gd name="T47" fmla="*/ 20 h 3490"/>
                <a:gd name="T48" fmla="*/ 20 w 3485"/>
                <a:gd name="T49" fmla="*/ 21 h 3490"/>
                <a:gd name="T50" fmla="*/ 21 w 3485"/>
                <a:gd name="T51" fmla="*/ 23 h 3490"/>
                <a:gd name="T52" fmla="*/ 21 w 3485"/>
                <a:gd name="T53" fmla="*/ 26 h 3490"/>
                <a:gd name="T54" fmla="*/ 20 w 3485"/>
                <a:gd name="T55" fmla="*/ 28 h 3490"/>
                <a:gd name="T56" fmla="*/ 18 w 3485"/>
                <a:gd name="T57" fmla="*/ 28 h 3490"/>
                <a:gd name="T58" fmla="*/ 17 w 3485"/>
                <a:gd name="T59" fmla="*/ 26 h 3490"/>
                <a:gd name="T60" fmla="*/ 17 w 3485"/>
                <a:gd name="T61" fmla="*/ 23 h 3490"/>
                <a:gd name="T62" fmla="*/ 18 w 3485"/>
                <a:gd name="T63" fmla="*/ 21 h 3490"/>
                <a:gd name="T64" fmla="*/ 19 w 3485"/>
                <a:gd name="T65" fmla="*/ 11 h 3490"/>
                <a:gd name="T66" fmla="*/ 20 w 3485"/>
                <a:gd name="T67" fmla="*/ 13 h 3490"/>
                <a:gd name="T68" fmla="*/ 21 w 3485"/>
                <a:gd name="T69" fmla="*/ 15 h 3490"/>
                <a:gd name="T70" fmla="*/ 20 w 3485"/>
                <a:gd name="T71" fmla="*/ 17 h 3490"/>
                <a:gd name="T72" fmla="*/ 18 w 3485"/>
                <a:gd name="T73" fmla="*/ 17 h 3490"/>
                <a:gd name="T74" fmla="*/ 17 w 3485"/>
                <a:gd name="T75" fmla="*/ 16 h 3490"/>
                <a:gd name="T76" fmla="*/ 17 w 3485"/>
                <a:gd name="T77" fmla="*/ 13 h 3490"/>
                <a:gd name="T78" fmla="*/ 18 w 3485"/>
                <a:gd name="T79" fmla="*/ 11 h 3490"/>
                <a:gd name="T80" fmla="*/ 26 w 3485"/>
                <a:gd name="T81" fmla="*/ 7 h 3490"/>
                <a:gd name="T82" fmla="*/ 27 w 3485"/>
                <a:gd name="T83" fmla="*/ 8 h 3490"/>
                <a:gd name="T84" fmla="*/ 27 w 3485"/>
                <a:gd name="T85" fmla="*/ 11 h 3490"/>
                <a:gd name="T86" fmla="*/ 26 w 3485"/>
                <a:gd name="T87" fmla="*/ 13 h 3490"/>
                <a:gd name="T88" fmla="*/ 25 w 3485"/>
                <a:gd name="T89" fmla="*/ 13 h 3490"/>
                <a:gd name="T90" fmla="*/ 24 w 3485"/>
                <a:gd name="T91" fmla="*/ 12 h 3490"/>
                <a:gd name="T92" fmla="*/ 24 w 3485"/>
                <a:gd name="T93" fmla="*/ 9 h 3490"/>
                <a:gd name="T94" fmla="*/ 24 w 3485"/>
                <a:gd name="T95" fmla="*/ 7 h 3490"/>
                <a:gd name="T96" fmla="*/ 26 w 3485"/>
                <a:gd name="T97" fmla="*/ 17 h 3490"/>
                <a:gd name="T98" fmla="*/ 27 w 3485"/>
                <a:gd name="T99" fmla="*/ 18 h 3490"/>
                <a:gd name="T100" fmla="*/ 28 w 3485"/>
                <a:gd name="T101" fmla="*/ 21 h 3490"/>
                <a:gd name="T102" fmla="*/ 27 w 3485"/>
                <a:gd name="T103" fmla="*/ 23 h 3490"/>
                <a:gd name="T104" fmla="*/ 26 w 3485"/>
                <a:gd name="T105" fmla="*/ 24 h 3490"/>
                <a:gd name="T106" fmla="*/ 24 w 3485"/>
                <a:gd name="T107" fmla="*/ 23 h 3490"/>
                <a:gd name="T108" fmla="*/ 24 w 3485"/>
                <a:gd name="T109" fmla="*/ 20 h 3490"/>
                <a:gd name="T110" fmla="*/ 25 w 3485"/>
                <a:gd name="T111" fmla="*/ 18 h 3490"/>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w 3485"/>
                <a:gd name="T169" fmla="*/ 0 h 3490"/>
                <a:gd name="T170" fmla="*/ 3485 w 3485"/>
                <a:gd name="T171" fmla="*/ 3490 h 3490"/>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T168" t="T169" r="T170" b="T171"/>
              <a:pathLst>
                <a:path w="3485" h="3490">
                  <a:moveTo>
                    <a:pt x="1754" y="0"/>
                  </a:moveTo>
                  <a:lnTo>
                    <a:pt x="1797" y="2"/>
                  </a:lnTo>
                  <a:lnTo>
                    <a:pt x="1840" y="5"/>
                  </a:lnTo>
                  <a:lnTo>
                    <a:pt x="1881" y="12"/>
                  </a:lnTo>
                  <a:lnTo>
                    <a:pt x="1921" y="20"/>
                  </a:lnTo>
                  <a:lnTo>
                    <a:pt x="1959" y="31"/>
                  </a:lnTo>
                  <a:lnTo>
                    <a:pt x="1994" y="44"/>
                  </a:lnTo>
                  <a:lnTo>
                    <a:pt x="2028" y="59"/>
                  </a:lnTo>
                  <a:lnTo>
                    <a:pt x="2058" y="74"/>
                  </a:lnTo>
                  <a:lnTo>
                    <a:pt x="2086" y="93"/>
                  </a:lnTo>
                  <a:lnTo>
                    <a:pt x="2111" y="113"/>
                  </a:lnTo>
                  <a:lnTo>
                    <a:pt x="2132" y="133"/>
                  </a:lnTo>
                  <a:lnTo>
                    <a:pt x="2151" y="155"/>
                  </a:lnTo>
                  <a:lnTo>
                    <a:pt x="2165" y="179"/>
                  </a:lnTo>
                  <a:lnTo>
                    <a:pt x="2175" y="203"/>
                  </a:lnTo>
                  <a:lnTo>
                    <a:pt x="2182" y="229"/>
                  </a:lnTo>
                  <a:lnTo>
                    <a:pt x="2185" y="255"/>
                  </a:lnTo>
                  <a:lnTo>
                    <a:pt x="2182" y="281"/>
                  </a:lnTo>
                  <a:lnTo>
                    <a:pt x="2175" y="305"/>
                  </a:lnTo>
                  <a:lnTo>
                    <a:pt x="2165" y="330"/>
                  </a:lnTo>
                  <a:lnTo>
                    <a:pt x="2151" y="353"/>
                  </a:lnTo>
                  <a:lnTo>
                    <a:pt x="2132" y="376"/>
                  </a:lnTo>
                  <a:lnTo>
                    <a:pt x="2111" y="397"/>
                  </a:lnTo>
                  <a:lnTo>
                    <a:pt x="2086" y="417"/>
                  </a:lnTo>
                  <a:lnTo>
                    <a:pt x="2058" y="434"/>
                  </a:lnTo>
                  <a:lnTo>
                    <a:pt x="2028" y="451"/>
                  </a:lnTo>
                  <a:lnTo>
                    <a:pt x="1994" y="466"/>
                  </a:lnTo>
                  <a:lnTo>
                    <a:pt x="1959" y="479"/>
                  </a:lnTo>
                  <a:lnTo>
                    <a:pt x="1921" y="489"/>
                  </a:lnTo>
                  <a:lnTo>
                    <a:pt x="1881" y="498"/>
                  </a:lnTo>
                  <a:lnTo>
                    <a:pt x="1840" y="505"/>
                  </a:lnTo>
                  <a:lnTo>
                    <a:pt x="1797" y="508"/>
                  </a:lnTo>
                  <a:lnTo>
                    <a:pt x="1754" y="509"/>
                  </a:lnTo>
                  <a:lnTo>
                    <a:pt x="1710" y="508"/>
                  </a:lnTo>
                  <a:lnTo>
                    <a:pt x="1667" y="505"/>
                  </a:lnTo>
                  <a:lnTo>
                    <a:pt x="1626" y="498"/>
                  </a:lnTo>
                  <a:lnTo>
                    <a:pt x="1586" y="489"/>
                  </a:lnTo>
                  <a:lnTo>
                    <a:pt x="1548" y="479"/>
                  </a:lnTo>
                  <a:lnTo>
                    <a:pt x="1512" y="466"/>
                  </a:lnTo>
                  <a:lnTo>
                    <a:pt x="1479" y="451"/>
                  </a:lnTo>
                  <a:lnTo>
                    <a:pt x="1449" y="434"/>
                  </a:lnTo>
                  <a:lnTo>
                    <a:pt x="1421" y="417"/>
                  </a:lnTo>
                  <a:lnTo>
                    <a:pt x="1395" y="397"/>
                  </a:lnTo>
                  <a:lnTo>
                    <a:pt x="1374" y="376"/>
                  </a:lnTo>
                  <a:lnTo>
                    <a:pt x="1355" y="353"/>
                  </a:lnTo>
                  <a:lnTo>
                    <a:pt x="1341" y="330"/>
                  </a:lnTo>
                  <a:lnTo>
                    <a:pt x="1331" y="305"/>
                  </a:lnTo>
                  <a:lnTo>
                    <a:pt x="1324" y="281"/>
                  </a:lnTo>
                  <a:lnTo>
                    <a:pt x="1321" y="255"/>
                  </a:lnTo>
                  <a:lnTo>
                    <a:pt x="1324" y="229"/>
                  </a:lnTo>
                  <a:lnTo>
                    <a:pt x="1331" y="203"/>
                  </a:lnTo>
                  <a:lnTo>
                    <a:pt x="1341" y="179"/>
                  </a:lnTo>
                  <a:lnTo>
                    <a:pt x="1355" y="155"/>
                  </a:lnTo>
                  <a:lnTo>
                    <a:pt x="1374" y="133"/>
                  </a:lnTo>
                  <a:lnTo>
                    <a:pt x="1395" y="113"/>
                  </a:lnTo>
                  <a:lnTo>
                    <a:pt x="1421" y="93"/>
                  </a:lnTo>
                  <a:lnTo>
                    <a:pt x="1449" y="74"/>
                  </a:lnTo>
                  <a:lnTo>
                    <a:pt x="1479" y="59"/>
                  </a:lnTo>
                  <a:lnTo>
                    <a:pt x="1512" y="44"/>
                  </a:lnTo>
                  <a:lnTo>
                    <a:pt x="1548" y="31"/>
                  </a:lnTo>
                  <a:lnTo>
                    <a:pt x="1586" y="20"/>
                  </a:lnTo>
                  <a:lnTo>
                    <a:pt x="1626" y="12"/>
                  </a:lnTo>
                  <a:lnTo>
                    <a:pt x="1667" y="5"/>
                  </a:lnTo>
                  <a:lnTo>
                    <a:pt x="1710" y="2"/>
                  </a:lnTo>
                  <a:lnTo>
                    <a:pt x="1754" y="0"/>
                  </a:lnTo>
                  <a:close/>
                  <a:moveTo>
                    <a:pt x="239" y="786"/>
                  </a:moveTo>
                  <a:lnTo>
                    <a:pt x="263" y="788"/>
                  </a:lnTo>
                  <a:lnTo>
                    <a:pt x="287" y="794"/>
                  </a:lnTo>
                  <a:lnTo>
                    <a:pt x="309" y="805"/>
                  </a:lnTo>
                  <a:lnTo>
                    <a:pt x="331" y="819"/>
                  </a:lnTo>
                  <a:lnTo>
                    <a:pt x="352" y="836"/>
                  </a:lnTo>
                  <a:lnTo>
                    <a:pt x="372" y="857"/>
                  </a:lnTo>
                  <a:lnTo>
                    <a:pt x="390" y="882"/>
                  </a:lnTo>
                  <a:lnTo>
                    <a:pt x="407" y="909"/>
                  </a:lnTo>
                  <a:lnTo>
                    <a:pt x="423" y="940"/>
                  </a:lnTo>
                  <a:lnTo>
                    <a:pt x="437" y="971"/>
                  </a:lnTo>
                  <a:lnTo>
                    <a:pt x="448" y="1006"/>
                  </a:lnTo>
                  <a:lnTo>
                    <a:pt x="459" y="1043"/>
                  </a:lnTo>
                  <a:lnTo>
                    <a:pt x="467" y="1081"/>
                  </a:lnTo>
                  <a:lnTo>
                    <a:pt x="473" y="1121"/>
                  </a:lnTo>
                  <a:lnTo>
                    <a:pt x="476" y="1163"/>
                  </a:lnTo>
                  <a:lnTo>
                    <a:pt x="478" y="1206"/>
                  </a:lnTo>
                  <a:lnTo>
                    <a:pt x="476" y="1248"/>
                  </a:lnTo>
                  <a:lnTo>
                    <a:pt x="473" y="1290"/>
                  </a:lnTo>
                  <a:lnTo>
                    <a:pt x="467" y="1330"/>
                  </a:lnTo>
                  <a:lnTo>
                    <a:pt x="459" y="1367"/>
                  </a:lnTo>
                  <a:lnTo>
                    <a:pt x="448" y="1405"/>
                  </a:lnTo>
                  <a:lnTo>
                    <a:pt x="437" y="1439"/>
                  </a:lnTo>
                  <a:lnTo>
                    <a:pt x="423" y="1472"/>
                  </a:lnTo>
                  <a:lnTo>
                    <a:pt x="407" y="1501"/>
                  </a:lnTo>
                  <a:lnTo>
                    <a:pt x="390" y="1528"/>
                  </a:lnTo>
                  <a:lnTo>
                    <a:pt x="372" y="1553"/>
                  </a:lnTo>
                  <a:lnTo>
                    <a:pt x="352" y="1574"/>
                  </a:lnTo>
                  <a:lnTo>
                    <a:pt x="331" y="1591"/>
                  </a:lnTo>
                  <a:lnTo>
                    <a:pt x="309" y="1605"/>
                  </a:lnTo>
                  <a:lnTo>
                    <a:pt x="287" y="1616"/>
                  </a:lnTo>
                  <a:lnTo>
                    <a:pt x="263" y="1622"/>
                  </a:lnTo>
                  <a:lnTo>
                    <a:pt x="239" y="1624"/>
                  </a:lnTo>
                  <a:lnTo>
                    <a:pt x="214" y="1622"/>
                  </a:lnTo>
                  <a:lnTo>
                    <a:pt x="191" y="1616"/>
                  </a:lnTo>
                  <a:lnTo>
                    <a:pt x="168" y="1605"/>
                  </a:lnTo>
                  <a:lnTo>
                    <a:pt x="146" y="1591"/>
                  </a:lnTo>
                  <a:lnTo>
                    <a:pt x="125" y="1574"/>
                  </a:lnTo>
                  <a:lnTo>
                    <a:pt x="105" y="1553"/>
                  </a:lnTo>
                  <a:lnTo>
                    <a:pt x="87" y="1528"/>
                  </a:lnTo>
                  <a:lnTo>
                    <a:pt x="70" y="1501"/>
                  </a:lnTo>
                  <a:lnTo>
                    <a:pt x="55" y="1472"/>
                  </a:lnTo>
                  <a:lnTo>
                    <a:pt x="41" y="1439"/>
                  </a:lnTo>
                  <a:lnTo>
                    <a:pt x="29" y="1405"/>
                  </a:lnTo>
                  <a:lnTo>
                    <a:pt x="18" y="1367"/>
                  </a:lnTo>
                  <a:lnTo>
                    <a:pt x="10" y="1330"/>
                  </a:lnTo>
                  <a:lnTo>
                    <a:pt x="4" y="1290"/>
                  </a:lnTo>
                  <a:lnTo>
                    <a:pt x="1" y="1248"/>
                  </a:lnTo>
                  <a:lnTo>
                    <a:pt x="0" y="1206"/>
                  </a:lnTo>
                  <a:lnTo>
                    <a:pt x="1" y="1163"/>
                  </a:lnTo>
                  <a:lnTo>
                    <a:pt x="4" y="1121"/>
                  </a:lnTo>
                  <a:lnTo>
                    <a:pt x="10" y="1081"/>
                  </a:lnTo>
                  <a:lnTo>
                    <a:pt x="18" y="1043"/>
                  </a:lnTo>
                  <a:lnTo>
                    <a:pt x="29" y="1006"/>
                  </a:lnTo>
                  <a:lnTo>
                    <a:pt x="41" y="971"/>
                  </a:lnTo>
                  <a:lnTo>
                    <a:pt x="55" y="940"/>
                  </a:lnTo>
                  <a:lnTo>
                    <a:pt x="70" y="909"/>
                  </a:lnTo>
                  <a:lnTo>
                    <a:pt x="87" y="882"/>
                  </a:lnTo>
                  <a:lnTo>
                    <a:pt x="105" y="857"/>
                  </a:lnTo>
                  <a:lnTo>
                    <a:pt x="125" y="836"/>
                  </a:lnTo>
                  <a:lnTo>
                    <a:pt x="146" y="819"/>
                  </a:lnTo>
                  <a:lnTo>
                    <a:pt x="168" y="805"/>
                  </a:lnTo>
                  <a:lnTo>
                    <a:pt x="191" y="794"/>
                  </a:lnTo>
                  <a:lnTo>
                    <a:pt x="214" y="788"/>
                  </a:lnTo>
                  <a:lnTo>
                    <a:pt x="239" y="786"/>
                  </a:lnTo>
                  <a:close/>
                  <a:moveTo>
                    <a:pt x="1119" y="2495"/>
                  </a:moveTo>
                  <a:lnTo>
                    <a:pt x="1143" y="2498"/>
                  </a:lnTo>
                  <a:lnTo>
                    <a:pt x="1167" y="2504"/>
                  </a:lnTo>
                  <a:lnTo>
                    <a:pt x="1190" y="2514"/>
                  </a:lnTo>
                  <a:lnTo>
                    <a:pt x="1211" y="2528"/>
                  </a:lnTo>
                  <a:lnTo>
                    <a:pt x="1232" y="2546"/>
                  </a:lnTo>
                  <a:lnTo>
                    <a:pt x="1252" y="2567"/>
                  </a:lnTo>
                  <a:lnTo>
                    <a:pt x="1271" y="2592"/>
                  </a:lnTo>
                  <a:lnTo>
                    <a:pt x="1288" y="2618"/>
                  </a:lnTo>
                  <a:lnTo>
                    <a:pt x="1304" y="2648"/>
                  </a:lnTo>
                  <a:lnTo>
                    <a:pt x="1318" y="2681"/>
                  </a:lnTo>
                  <a:lnTo>
                    <a:pt x="1329" y="2715"/>
                  </a:lnTo>
                  <a:lnTo>
                    <a:pt x="1340" y="2752"/>
                  </a:lnTo>
                  <a:lnTo>
                    <a:pt x="1348" y="2790"/>
                  </a:lnTo>
                  <a:lnTo>
                    <a:pt x="1354" y="2830"/>
                  </a:lnTo>
                  <a:lnTo>
                    <a:pt x="1358" y="2872"/>
                  </a:lnTo>
                  <a:lnTo>
                    <a:pt x="1359" y="2914"/>
                  </a:lnTo>
                  <a:lnTo>
                    <a:pt x="1358" y="2956"/>
                  </a:lnTo>
                  <a:lnTo>
                    <a:pt x="1354" y="2998"/>
                  </a:lnTo>
                  <a:lnTo>
                    <a:pt x="1348" y="3038"/>
                  </a:lnTo>
                  <a:lnTo>
                    <a:pt x="1340" y="3077"/>
                  </a:lnTo>
                  <a:lnTo>
                    <a:pt x="1329" y="3113"/>
                  </a:lnTo>
                  <a:lnTo>
                    <a:pt x="1318" y="3147"/>
                  </a:lnTo>
                  <a:lnTo>
                    <a:pt x="1304" y="3180"/>
                  </a:lnTo>
                  <a:lnTo>
                    <a:pt x="1288" y="3209"/>
                  </a:lnTo>
                  <a:lnTo>
                    <a:pt x="1271" y="3238"/>
                  </a:lnTo>
                  <a:lnTo>
                    <a:pt x="1252" y="3261"/>
                  </a:lnTo>
                  <a:lnTo>
                    <a:pt x="1232" y="3282"/>
                  </a:lnTo>
                  <a:lnTo>
                    <a:pt x="1211" y="3301"/>
                  </a:lnTo>
                  <a:lnTo>
                    <a:pt x="1190" y="3315"/>
                  </a:lnTo>
                  <a:lnTo>
                    <a:pt x="1167" y="3325"/>
                  </a:lnTo>
                  <a:lnTo>
                    <a:pt x="1143" y="3331"/>
                  </a:lnTo>
                  <a:lnTo>
                    <a:pt x="1119" y="3334"/>
                  </a:lnTo>
                  <a:lnTo>
                    <a:pt x="1094" y="3331"/>
                  </a:lnTo>
                  <a:lnTo>
                    <a:pt x="1070" y="3325"/>
                  </a:lnTo>
                  <a:lnTo>
                    <a:pt x="1048" y="3315"/>
                  </a:lnTo>
                  <a:lnTo>
                    <a:pt x="1026" y="3301"/>
                  </a:lnTo>
                  <a:lnTo>
                    <a:pt x="1005" y="3282"/>
                  </a:lnTo>
                  <a:lnTo>
                    <a:pt x="985" y="3261"/>
                  </a:lnTo>
                  <a:lnTo>
                    <a:pt x="967" y="3238"/>
                  </a:lnTo>
                  <a:lnTo>
                    <a:pt x="950" y="3209"/>
                  </a:lnTo>
                  <a:lnTo>
                    <a:pt x="935" y="3180"/>
                  </a:lnTo>
                  <a:lnTo>
                    <a:pt x="921" y="3147"/>
                  </a:lnTo>
                  <a:lnTo>
                    <a:pt x="909" y="3113"/>
                  </a:lnTo>
                  <a:lnTo>
                    <a:pt x="898" y="3077"/>
                  </a:lnTo>
                  <a:lnTo>
                    <a:pt x="890" y="3038"/>
                  </a:lnTo>
                  <a:lnTo>
                    <a:pt x="884" y="2998"/>
                  </a:lnTo>
                  <a:lnTo>
                    <a:pt x="881" y="2956"/>
                  </a:lnTo>
                  <a:lnTo>
                    <a:pt x="880" y="2914"/>
                  </a:lnTo>
                  <a:lnTo>
                    <a:pt x="881" y="2872"/>
                  </a:lnTo>
                  <a:lnTo>
                    <a:pt x="884" y="2830"/>
                  </a:lnTo>
                  <a:lnTo>
                    <a:pt x="890" y="2790"/>
                  </a:lnTo>
                  <a:lnTo>
                    <a:pt x="898" y="2752"/>
                  </a:lnTo>
                  <a:lnTo>
                    <a:pt x="909" y="2715"/>
                  </a:lnTo>
                  <a:lnTo>
                    <a:pt x="921" y="2681"/>
                  </a:lnTo>
                  <a:lnTo>
                    <a:pt x="935" y="2648"/>
                  </a:lnTo>
                  <a:lnTo>
                    <a:pt x="950" y="2618"/>
                  </a:lnTo>
                  <a:lnTo>
                    <a:pt x="967" y="2592"/>
                  </a:lnTo>
                  <a:lnTo>
                    <a:pt x="985" y="2567"/>
                  </a:lnTo>
                  <a:lnTo>
                    <a:pt x="1005" y="2546"/>
                  </a:lnTo>
                  <a:lnTo>
                    <a:pt x="1026" y="2528"/>
                  </a:lnTo>
                  <a:lnTo>
                    <a:pt x="1048" y="2514"/>
                  </a:lnTo>
                  <a:lnTo>
                    <a:pt x="1070" y="2504"/>
                  </a:lnTo>
                  <a:lnTo>
                    <a:pt x="1094" y="2498"/>
                  </a:lnTo>
                  <a:lnTo>
                    <a:pt x="1119" y="2495"/>
                  </a:lnTo>
                  <a:close/>
                  <a:moveTo>
                    <a:pt x="2380" y="2651"/>
                  </a:moveTo>
                  <a:lnTo>
                    <a:pt x="2405" y="2654"/>
                  </a:lnTo>
                  <a:lnTo>
                    <a:pt x="2428" y="2660"/>
                  </a:lnTo>
                  <a:lnTo>
                    <a:pt x="2452" y="2670"/>
                  </a:lnTo>
                  <a:lnTo>
                    <a:pt x="2473" y="2684"/>
                  </a:lnTo>
                  <a:lnTo>
                    <a:pt x="2494" y="2703"/>
                  </a:lnTo>
                  <a:lnTo>
                    <a:pt x="2514" y="2724"/>
                  </a:lnTo>
                  <a:lnTo>
                    <a:pt x="2533" y="2747"/>
                  </a:lnTo>
                  <a:lnTo>
                    <a:pt x="2550" y="2774"/>
                  </a:lnTo>
                  <a:lnTo>
                    <a:pt x="2565" y="2805"/>
                  </a:lnTo>
                  <a:lnTo>
                    <a:pt x="2580" y="2838"/>
                  </a:lnTo>
                  <a:lnTo>
                    <a:pt x="2591" y="2872"/>
                  </a:lnTo>
                  <a:lnTo>
                    <a:pt x="2602" y="2908"/>
                  </a:lnTo>
                  <a:lnTo>
                    <a:pt x="2610" y="2947"/>
                  </a:lnTo>
                  <a:lnTo>
                    <a:pt x="2616" y="2987"/>
                  </a:lnTo>
                  <a:lnTo>
                    <a:pt x="2619" y="3029"/>
                  </a:lnTo>
                  <a:lnTo>
                    <a:pt x="2621" y="3071"/>
                  </a:lnTo>
                  <a:lnTo>
                    <a:pt x="2619" y="3113"/>
                  </a:lnTo>
                  <a:lnTo>
                    <a:pt x="2616" y="3155"/>
                  </a:lnTo>
                  <a:lnTo>
                    <a:pt x="2610" y="3195"/>
                  </a:lnTo>
                  <a:lnTo>
                    <a:pt x="2602" y="3233"/>
                  </a:lnTo>
                  <a:lnTo>
                    <a:pt x="2591" y="3270"/>
                  </a:lnTo>
                  <a:lnTo>
                    <a:pt x="2580" y="3304"/>
                  </a:lnTo>
                  <a:lnTo>
                    <a:pt x="2565" y="3337"/>
                  </a:lnTo>
                  <a:lnTo>
                    <a:pt x="2550" y="3367"/>
                  </a:lnTo>
                  <a:lnTo>
                    <a:pt x="2533" y="3393"/>
                  </a:lnTo>
                  <a:lnTo>
                    <a:pt x="2514" y="3418"/>
                  </a:lnTo>
                  <a:lnTo>
                    <a:pt x="2494" y="3439"/>
                  </a:lnTo>
                  <a:lnTo>
                    <a:pt x="2473" y="3457"/>
                  </a:lnTo>
                  <a:lnTo>
                    <a:pt x="2452" y="3471"/>
                  </a:lnTo>
                  <a:lnTo>
                    <a:pt x="2428" y="3481"/>
                  </a:lnTo>
                  <a:lnTo>
                    <a:pt x="2405" y="3487"/>
                  </a:lnTo>
                  <a:lnTo>
                    <a:pt x="2380" y="3490"/>
                  </a:lnTo>
                  <a:lnTo>
                    <a:pt x="2356" y="3487"/>
                  </a:lnTo>
                  <a:lnTo>
                    <a:pt x="2332" y="3481"/>
                  </a:lnTo>
                  <a:lnTo>
                    <a:pt x="2310" y="3471"/>
                  </a:lnTo>
                  <a:lnTo>
                    <a:pt x="2288" y="3457"/>
                  </a:lnTo>
                  <a:lnTo>
                    <a:pt x="2267" y="3439"/>
                  </a:lnTo>
                  <a:lnTo>
                    <a:pt x="2248" y="3418"/>
                  </a:lnTo>
                  <a:lnTo>
                    <a:pt x="2229" y="3393"/>
                  </a:lnTo>
                  <a:lnTo>
                    <a:pt x="2212" y="3367"/>
                  </a:lnTo>
                  <a:lnTo>
                    <a:pt x="2196" y="3337"/>
                  </a:lnTo>
                  <a:lnTo>
                    <a:pt x="2182" y="3304"/>
                  </a:lnTo>
                  <a:lnTo>
                    <a:pt x="2171" y="3270"/>
                  </a:lnTo>
                  <a:lnTo>
                    <a:pt x="2160" y="3233"/>
                  </a:lnTo>
                  <a:lnTo>
                    <a:pt x="2152" y="3195"/>
                  </a:lnTo>
                  <a:lnTo>
                    <a:pt x="2146" y="3155"/>
                  </a:lnTo>
                  <a:lnTo>
                    <a:pt x="2142" y="3113"/>
                  </a:lnTo>
                  <a:lnTo>
                    <a:pt x="2141" y="3071"/>
                  </a:lnTo>
                  <a:lnTo>
                    <a:pt x="2142" y="3029"/>
                  </a:lnTo>
                  <a:lnTo>
                    <a:pt x="2146" y="2987"/>
                  </a:lnTo>
                  <a:lnTo>
                    <a:pt x="2152" y="2947"/>
                  </a:lnTo>
                  <a:lnTo>
                    <a:pt x="2160" y="2908"/>
                  </a:lnTo>
                  <a:lnTo>
                    <a:pt x="2171" y="2872"/>
                  </a:lnTo>
                  <a:lnTo>
                    <a:pt x="2182" y="2838"/>
                  </a:lnTo>
                  <a:lnTo>
                    <a:pt x="2196" y="2805"/>
                  </a:lnTo>
                  <a:lnTo>
                    <a:pt x="2212" y="2774"/>
                  </a:lnTo>
                  <a:lnTo>
                    <a:pt x="2229" y="2747"/>
                  </a:lnTo>
                  <a:lnTo>
                    <a:pt x="2248" y="2724"/>
                  </a:lnTo>
                  <a:lnTo>
                    <a:pt x="2267" y="2703"/>
                  </a:lnTo>
                  <a:lnTo>
                    <a:pt x="2288" y="2684"/>
                  </a:lnTo>
                  <a:lnTo>
                    <a:pt x="2310" y="2670"/>
                  </a:lnTo>
                  <a:lnTo>
                    <a:pt x="2332" y="2660"/>
                  </a:lnTo>
                  <a:lnTo>
                    <a:pt x="2356" y="2654"/>
                  </a:lnTo>
                  <a:lnTo>
                    <a:pt x="2380" y="2651"/>
                  </a:lnTo>
                  <a:close/>
                  <a:moveTo>
                    <a:pt x="2342" y="1355"/>
                  </a:moveTo>
                  <a:lnTo>
                    <a:pt x="2366" y="1357"/>
                  </a:lnTo>
                  <a:lnTo>
                    <a:pt x="2390" y="1363"/>
                  </a:lnTo>
                  <a:lnTo>
                    <a:pt x="2412" y="1373"/>
                  </a:lnTo>
                  <a:lnTo>
                    <a:pt x="2434" y="1387"/>
                  </a:lnTo>
                  <a:lnTo>
                    <a:pt x="2455" y="1405"/>
                  </a:lnTo>
                  <a:lnTo>
                    <a:pt x="2475" y="1426"/>
                  </a:lnTo>
                  <a:lnTo>
                    <a:pt x="2493" y="1451"/>
                  </a:lnTo>
                  <a:lnTo>
                    <a:pt x="2510" y="1478"/>
                  </a:lnTo>
                  <a:lnTo>
                    <a:pt x="2526" y="1507"/>
                  </a:lnTo>
                  <a:lnTo>
                    <a:pt x="2540" y="1540"/>
                  </a:lnTo>
                  <a:lnTo>
                    <a:pt x="2551" y="1574"/>
                  </a:lnTo>
                  <a:lnTo>
                    <a:pt x="2562" y="1611"/>
                  </a:lnTo>
                  <a:lnTo>
                    <a:pt x="2570" y="1649"/>
                  </a:lnTo>
                  <a:lnTo>
                    <a:pt x="2576" y="1689"/>
                  </a:lnTo>
                  <a:lnTo>
                    <a:pt x="2580" y="1731"/>
                  </a:lnTo>
                  <a:lnTo>
                    <a:pt x="2581" y="1773"/>
                  </a:lnTo>
                  <a:lnTo>
                    <a:pt x="2580" y="1815"/>
                  </a:lnTo>
                  <a:lnTo>
                    <a:pt x="2576" y="1858"/>
                  </a:lnTo>
                  <a:lnTo>
                    <a:pt x="2570" y="1897"/>
                  </a:lnTo>
                  <a:lnTo>
                    <a:pt x="2562" y="1936"/>
                  </a:lnTo>
                  <a:lnTo>
                    <a:pt x="2551" y="1972"/>
                  </a:lnTo>
                  <a:lnTo>
                    <a:pt x="2540" y="2008"/>
                  </a:lnTo>
                  <a:lnTo>
                    <a:pt x="2526" y="2039"/>
                  </a:lnTo>
                  <a:lnTo>
                    <a:pt x="2510" y="2070"/>
                  </a:lnTo>
                  <a:lnTo>
                    <a:pt x="2493" y="2097"/>
                  </a:lnTo>
                  <a:lnTo>
                    <a:pt x="2475" y="2121"/>
                  </a:lnTo>
                  <a:lnTo>
                    <a:pt x="2455" y="2142"/>
                  </a:lnTo>
                  <a:lnTo>
                    <a:pt x="2434" y="2160"/>
                  </a:lnTo>
                  <a:lnTo>
                    <a:pt x="2412" y="2174"/>
                  </a:lnTo>
                  <a:lnTo>
                    <a:pt x="2390" y="2185"/>
                  </a:lnTo>
                  <a:lnTo>
                    <a:pt x="2366" y="2191"/>
                  </a:lnTo>
                  <a:lnTo>
                    <a:pt x="2342" y="2193"/>
                  </a:lnTo>
                  <a:lnTo>
                    <a:pt x="2317" y="2191"/>
                  </a:lnTo>
                  <a:lnTo>
                    <a:pt x="2294" y="2185"/>
                  </a:lnTo>
                  <a:lnTo>
                    <a:pt x="2270" y="2174"/>
                  </a:lnTo>
                  <a:lnTo>
                    <a:pt x="2249" y="2160"/>
                  </a:lnTo>
                  <a:lnTo>
                    <a:pt x="2228" y="2142"/>
                  </a:lnTo>
                  <a:lnTo>
                    <a:pt x="2208" y="2121"/>
                  </a:lnTo>
                  <a:lnTo>
                    <a:pt x="2189" y="2097"/>
                  </a:lnTo>
                  <a:lnTo>
                    <a:pt x="2173" y="2070"/>
                  </a:lnTo>
                  <a:lnTo>
                    <a:pt x="2157" y="2039"/>
                  </a:lnTo>
                  <a:lnTo>
                    <a:pt x="2142" y="2008"/>
                  </a:lnTo>
                  <a:lnTo>
                    <a:pt x="2131" y="1972"/>
                  </a:lnTo>
                  <a:lnTo>
                    <a:pt x="2120" y="1936"/>
                  </a:lnTo>
                  <a:lnTo>
                    <a:pt x="2112" y="1897"/>
                  </a:lnTo>
                  <a:lnTo>
                    <a:pt x="2106" y="1858"/>
                  </a:lnTo>
                  <a:lnTo>
                    <a:pt x="2103" y="1815"/>
                  </a:lnTo>
                  <a:lnTo>
                    <a:pt x="2101" y="1773"/>
                  </a:lnTo>
                  <a:lnTo>
                    <a:pt x="2103" y="1731"/>
                  </a:lnTo>
                  <a:lnTo>
                    <a:pt x="2106" y="1689"/>
                  </a:lnTo>
                  <a:lnTo>
                    <a:pt x="2112" y="1649"/>
                  </a:lnTo>
                  <a:lnTo>
                    <a:pt x="2120" y="1611"/>
                  </a:lnTo>
                  <a:lnTo>
                    <a:pt x="2131" y="1574"/>
                  </a:lnTo>
                  <a:lnTo>
                    <a:pt x="2142" y="1540"/>
                  </a:lnTo>
                  <a:lnTo>
                    <a:pt x="2157" y="1507"/>
                  </a:lnTo>
                  <a:lnTo>
                    <a:pt x="2173" y="1478"/>
                  </a:lnTo>
                  <a:lnTo>
                    <a:pt x="2189" y="1451"/>
                  </a:lnTo>
                  <a:lnTo>
                    <a:pt x="2208" y="1426"/>
                  </a:lnTo>
                  <a:lnTo>
                    <a:pt x="2228" y="1405"/>
                  </a:lnTo>
                  <a:lnTo>
                    <a:pt x="2249" y="1387"/>
                  </a:lnTo>
                  <a:lnTo>
                    <a:pt x="2270" y="1373"/>
                  </a:lnTo>
                  <a:lnTo>
                    <a:pt x="2294" y="1363"/>
                  </a:lnTo>
                  <a:lnTo>
                    <a:pt x="2317" y="1357"/>
                  </a:lnTo>
                  <a:lnTo>
                    <a:pt x="2342" y="1355"/>
                  </a:lnTo>
                  <a:close/>
                  <a:moveTo>
                    <a:pt x="3179" y="819"/>
                  </a:moveTo>
                  <a:lnTo>
                    <a:pt x="3204" y="821"/>
                  </a:lnTo>
                  <a:lnTo>
                    <a:pt x="3227" y="827"/>
                  </a:lnTo>
                  <a:lnTo>
                    <a:pt x="3250" y="838"/>
                  </a:lnTo>
                  <a:lnTo>
                    <a:pt x="3272" y="852"/>
                  </a:lnTo>
                  <a:lnTo>
                    <a:pt x="3293" y="869"/>
                  </a:lnTo>
                  <a:lnTo>
                    <a:pt x="3312" y="890"/>
                  </a:lnTo>
                  <a:lnTo>
                    <a:pt x="3331" y="915"/>
                  </a:lnTo>
                  <a:lnTo>
                    <a:pt x="3348" y="942"/>
                  </a:lnTo>
                  <a:lnTo>
                    <a:pt x="3363" y="971"/>
                  </a:lnTo>
                  <a:lnTo>
                    <a:pt x="3377" y="1004"/>
                  </a:lnTo>
                  <a:lnTo>
                    <a:pt x="3389" y="1038"/>
                  </a:lnTo>
                  <a:lnTo>
                    <a:pt x="3400" y="1076"/>
                  </a:lnTo>
                  <a:lnTo>
                    <a:pt x="3408" y="1113"/>
                  </a:lnTo>
                  <a:lnTo>
                    <a:pt x="3414" y="1153"/>
                  </a:lnTo>
                  <a:lnTo>
                    <a:pt x="3417" y="1195"/>
                  </a:lnTo>
                  <a:lnTo>
                    <a:pt x="3418" y="1237"/>
                  </a:lnTo>
                  <a:lnTo>
                    <a:pt x="3417" y="1280"/>
                  </a:lnTo>
                  <a:lnTo>
                    <a:pt x="3414" y="1322"/>
                  </a:lnTo>
                  <a:lnTo>
                    <a:pt x="3408" y="1362"/>
                  </a:lnTo>
                  <a:lnTo>
                    <a:pt x="3400" y="1399"/>
                  </a:lnTo>
                  <a:lnTo>
                    <a:pt x="3389" y="1437"/>
                  </a:lnTo>
                  <a:lnTo>
                    <a:pt x="3377" y="1471"/>
                  </a:lnTo>
                  <a:lnTo>
                    <a:pt x="3363" y="1503"/>
                  </a:lnTo>
                  <a:lnTo>
                    <a:pt x="3348" y="1533"/>
                  </a:lnTo>
                  <a:lnTo>
                    <a:pt x="3331" y="1560"/>
                  </a:lnTo>
                  <a:lnTo>
                    <a:pt x="3312" y="1584"/>
                  </a:lnTo>
                  <a:lnTo>
                    <a:pt x="3293" y="1605"/>
                  </a:lnTo>
                  <a:lnTo>
                    <a:pt x="3272" y="1623"/>
                  </a:lnTo>
                  <a:lnTo>
                    <a:pt x="3250" y="1637"/>
                  </a:lnTo>
                  <a:lnTo>
                    <a:pt x="3227" y="1648"/>
                  </a:lnTo>
                  <a:lnTo>
                    <a:pt x="3204" y="1654"/>
                  </a:lnTo>
                  <a:lnTo>
                    <a:pt x="3179" y="1656"/>
                  </a:lnTo>
                  <a:lnTo>
                    <a:pt x="3155" y="1654"/>
                  </a:lnTo>
                  <a:lnTo>
                    <a:pt x="3131" y="1648"/>
                  </a:lnTo>
                  <a:lnTo>
                    <a:pt x="3108" y="1637"/>
                  </a:lnTo>
                  <a:lnTo>
                    <a:pt x="3087" y="1623"/>
                  </a:lnTo>
                  <a:lnTo>
                    <a:pt x="3066" y="1605"/>
                  </a:lnTo>
                  <a:lnTo>
                    <a:pt x="3046" y="1584"/>
                  </a:lnTo>
                  <a:lnTo>
                    <a:pt x="3027" y="1560"/>
                  </a:lnTo>
                  <a:lnTo>
                    <a:pt x="3011" y="1533"/>
                  </a:lnTo>
                  <a:lnTo>
                    <a:pt x="2994" y="1503"/>
                  </a:lnTo>
                  <a:lnTo>
                    <a:pt x="2980" y="1471"/>
                  </a:lnTo>
                  <a:lnTo>
                    <a:pt x="2968" y="1437"/>
                  </a:lnTo>
                  <a:lnTo>
                    <a:pt x="2958" y="1399"/>
                  </a:lnTo>
                  <a:lnTo>
                    <a:pt x="2950" y="1362"/>
                  </a:lnTo>
                  <a:lnTo>
                    <a:pt x="2944" y="1322"/>
                  </a:lnTo>
                  <a:lnTo>
                    <a:pt x="2940" y="1280"/>
                  </a:lnTo>
                  <a:lnTo>
                    <a:pt x="2939" y="1237"/>
                  </a:lnTo>
                  <a:lnTo>
                    <a:pt x="2940" y="1195"/>
                  </a:lnTo>
                  <a:lnTo>
                    <a:pt x="2944" y="1153"/>
                  </a:lnTo>
                  <a:lnTo>
                    <a:pt x="2950" y="1113"/>
                  </a:lnTo>
                  <a:lnTo>
                    <a:pt x="2958" y="1076"/>
                  </a:lnTo>
                  <a:lnTo>
                    <a:pt x="2968" y="1038"/>
                  </a:lnTo>
                  <a:lnTo>
                    <a:pt x="2980" y="1004"/>
                  </a:lnTo>
                  <a:lnTo>
                    <a:pt x="2994" y="971"/>
                  </a:lnTo>
                  <a:lnTo>
                    <a:pt x="3011" y="942"/>
                  </a:lnTo>
                  <a:lnTo>
                    <a:pt x="3027" y="915"/>
                  </a:lnTo>
                  <a:lnTo>
                    <a:pt x="3046" y="890"/>
                  </a:lnTo>
                  <a:lnTo>
                    <a:pt x="3066" y="869"/>
                  </a:lnTo>
                  <a:lnTo>
                    <a:pt x="3087" y="852"/>
                  </a:lnTo>
                  <a:lnTo>
                    <a:pt x="3108" y="838"/>
                  </a:lnTo>
                  <a:lnTo>
                    <a:pt x="3131" y="827"/>
                  </a:lnTo>
                  <a:lnTo>
                    <a:pt x="3155" y="821"/>
                  </a:lnTo>
                  <a:lnTo>
                    <a:pt x="3179" y="819"/>
                  </a:lnTo>
                  <a:close/>
                  <a:moveTo>
                    <a:pt x="3246" y="2144"/>
                  </a:moveTo>
                  <a:lnTo>
                    <a:pt x="3271" y="2146"/>
                  </a:lnTo>
                  <a:lnTo>
                    <a:pt x="3294" y="2152"/>
                  </a:lnTo>
                  <a:lnTo>
                    <a:pt x="3316" y="2162"/>
                  </a:lnTo>
                  <a:lnTo>
                    <a:pt x="3339" y="2176"/>
                  </a:lnTo>
                  <a:lnTo>
                    <a:pt x="3360" y="2194"/>
                  </a:lnTo>
                  <a:lnTo>
                    <a:pt x="3380" y="2215"/>
                  </a:lnTo>
                  <a:lnTo>
                    <a:pt x="3397" y="2240"/>
                  </a:lnTo>
                  <a:lnTo>
                    <a:pt x="3415" y="2267"/>
                  </a:lnTo>
                  <a:lnTo>
                    <a:pt x="3430" y="2296"/>
                  </a:lnTo>
                  <a:lnTo>
                    <a:pt x="3444" y="2329"/>
                  </a:lnTo>
                  <a:lnTo>
                    <a:pt x="3456" y="2363"/>
                  </a:lnTo>
                  <a:lnTo>
                    <a:pt x="3466" y="2400"/>
                  </a:lnTo>
                  <a:lnTo>
                    <a:pt x="3475" y="2438"/>
                  </a:lnTo>
                  <a:lnTo>
                    <a:pt x="3480" y="2478"/>
                  </a:lnTo>
                  <a:lnTo>
                    <a:pt x="3484" y="2520"/>
                  </a:lnTo>
                  <a:lnTo>
                    <a:pt x="3485" y="2562"/>
                  </a:lnTo>
                  <a:lnTo>
                    <a:pt x="3484" y="2604"/>
                  </a:lnTo>
                  <a:lnTo>
                    <a:pt x="3480" y="2647"/>
                  </a:lnTo>
                  <a:lnTo>
                    <a:pt x="3475" y="2686"/>
                  </a:lnTo>
                  <a:lnTo>
                    <a:pt x="3466" y="2725"/>
                  </a:lnTo>
                  <a:lnTo>
                    <a:pt x="3456" y="2762"/>
                  </a:lnTo>
                  <a:lnTo>
                    <a:pt x="3444" y="2796"/>
                  </a:lnTo>
                  <a:lnTo>
                    <a:pt x="3430" y="2828"/>
                  </a:lnTo>
                  <a:lnTo>
                    <a:pt x="3415" y="2858"/>
                  </a:lnTo>
                  <a:lnTo>
                    <a:pt x="3397" y="2886"/>
                  </a:lnTo>
                  <a:lnTo>
                    <a:pt x="3380" y="2909"/>
                  </a:lnTo>
                  <a:lnTo>
                    <a:pt x="3360" y="2930"/>
                  </a:lnTo>
                  <a:lnTo>
                    <a:pt x="3339" y="2949"/>
                  </a:lnTo>
                  <a:lnTo>
                    <a:pt x="3316" y="2963"/>
                  </a:lnTo>
                  <a:lnTo>
                    <a:pt x="3294" y="2974"/>
                  </a:lnTo>
                  <a:lnTo>
                    <a:pt x="3271" y="2980"/>
                  </a:lnTo>
                  <a:lnTo>
                    <a:pt x="3246" y="2982"/>
                  </a:lnTo>
                  <a:lnTo>
                    <a:pt x="3222" y="2980"/>
                  </a:lnTo>
                  <a:lnTo>
                    <a:pt x="3198" y="2974"/>
                  </a:lnTo>
                  <a:lnTo>
                    <a:pt x="3176" y="2963"/>
                  </a:lnTo>
                  <a:lnTo>
                    <a:pt x="3154" y="2949"/>
                  </a:lnTo>
                  <a:lnTo>
                    <a:pt x="3133" y="2930"/>
                  </a:lnTo>
                  <a:lnTo>
                    <a:pt x="3113" y="2909"/>
                  </a:lnTo>
                  <a:lnTo>
                    <a:pt x="3095" y="2886"/>
                  </a:lnTo>
                  <a:lnTo>
                    <a:pt x="3077" y="2858"/>
                  </a:lnTo>
                  <a:lnTo>
                    <a:pt x="3062" y="2828"/>
                  </a:lnTo>
                  <a:lnTo>
                    <a:pt x="3048" y="2796"/>
                  </a:lnTo>
                  <a:lnTo>
                    <a:pt x="3036" y="2762"/>
                  </a:lnTo>
                  <a:lnTo>
                    <a:pt x="3026" y="2725"/>
                  </a:lnTo>
                  <a:lnTo>
                    <a:pt x="3018" y="2686"/>
                  </a:lnTo>
                  <a:lnTo>
                    <a:pt x="3012" y="2647"/>
                  </a:lnTo>
                  <a:lnTo>
                    <a:pt x="3008" y="2604"/>
                  </a:lnTo>
                  <a:lnTo>
                    <a:pt x="3007" y="2562"/>
                  </a:lnTo>
                  <a:lnTo>
                    <a:pt x="3008" y="2520"/>
                  </a:lnTo>
                  <a:lnTo>
                    <a:pt x="3012" y="2478"/>
                  </a:lnTo>
                  <a:lnTo>
                    <a:pt x="3018" y="2438"/>
                  </a:lnTo>
                  <a:lnTo>
                    <a:pt x="3026" y="2400"/>
                  </a:lnTo>
                  <a:lnTo>
                    <a:pt x="3036" y="2363"/>
                  </a:lnTo>
                  <a:lnTo>
                    <a:pt x="3048" y="2329"/>
                  </a:lnTo>
                  <a:lnTo>
                    <a:pt x="3062" y="2296"/>
                  </a:lnTo>
                  <a:lnTo>
                    <a:pt x="3077" y="2267"/>
                  </a:lnTo>
                  <a:lnTo>
                    <a:pt x="3095" y="2240"/>
                  </a:lnTo>
                  <a:lnTo>
                    <a:pt x="3113" y="2215"/>
                  </a:lnTo>
                  <a:lnTo>
                    <a:pt x="3133" y="2194"/>
                  </a:lnTo>
                  <a:lnTo>
                    <a:pt x="3154" y="2176"/>
                  </a:lnTo>
                  <a:lnTo>
                    <a:pt x="3176" y="2162"/>
                  </a:lnTo>
                  <a:lnTo>
                    <a:pt x="3198" y="2152"/>
                  </a:lnTo>
                  <a:lnTo>
                    <a:pt x="3222" y="2146"/>
                  </a:lnTo>
                  <a:lnTo>
                    <a:pt x="3246" y="214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3282" name="Freeform 50"/>
            <p:cNvSpPr>
              <a:spLocks/>
            </p:cNvSpPr>
            <p:nvPr/>
          </p:nvSpPr>
          <p:spPr bwMode="auto">
            <a:xfrm>
              <a:off x="1267" y="1588"/>
              <a:ext cx="87" cy="52"/>
            </a:xfrm>
            <a:custGeom>
              <a:avLst/>
              <a:gdLst>
                <a:gd name="T0" fmla="*/ 3 w 437"/>
                <a:gd name="T1" fmla="*/ 2 h 260"/>
                <a:gd name="T2" fmla="*/ 3 w 437"/>
                <a:gd name="T3" fmla="*/ 2 h 260"/>
                <a:gd name="T4" fmla="*/ 3 w 437"/>
                <a:gd name="T5" fmla="*/ 2 h 260"/>
                <a:gd name="T6" fmla="*/ 3 w 437"/>
                <a:gd name="T7" fmla="*/ 2 h 260"/>
                <a:gd name="T8" fmla="*/ 3 w 437"/>
                <a:gd name="T9" fmla="*/ 1 h 260"/>
                <a:gd name="T10" fmla="*/ 3 w 437"/>
                <a:gd name="T11" fmla="*/ 1 h 260"/>
                <a:gd name="T12" fmla="*/ 3 w 437"/>
                <a:gd name="T13" fmla="*/ 1 h 260"/>
                <a:gd name="T14" fmla="*/ 3 w 437"/>
                <a:gd name="T15" fmla="*/ 1 h 260"/>
                <a:gd name="T16" fmla="*/ 3 w 437"/>
                <a:gd name="T17" fmla="*/ 1 h 260"/>
                <a:gd name="T18" fmla="*/ 2 w 437"/>
                <a:gd name="T19" fmla="*/ 1 h 260"/>
                <a:gd name="T20" fmla="*/ 2 w 437"/>
                <a:gd name="T21" fmla="*/ 0 h 260"/>
                <a:gd name="T22" fmla="*/ 2 w 437"/>
                <a:gd name="T23" fmla="*/ 0 h 260"/>
                <a:gd name="T24" fmla="*/ 2 w 437"/>
                <a:gd name="T25" fmla="*/ 0 h 260"/>
                <a:gd name="T26" fmla="*/ 1 w 437"/>
                <a:gd name="T27" fmla="*/ 0 h 260"/>
                <a:gd name="T28" fmla="*/ 1 w 437"/>
                <a:gd name="T29" fmla="*/ 0 h 260"/>
                <a:gd name="T30" fmla="*/ 1 w 437"/>
                <a:gd name="T31" fmla="*/ 0 h 260"/>
                <a:gd name="T32" fmla="*/ 0 w 437"/>
                <a:gd name="T33" fmla="*/ 0 h 260"/>
                <a:gd name="T34" fmla="*/ 0 w 437"/>
                <a:gd name="T35" fmla="*/ 0 h 260"/>
                <a:gd name="T36" fmla="*/ 0 w 437"/>
                <a:gd name="T37" fmla="*/ 0 h 260"/>
                <a:gd name="T38" fmla="*/ 0 w 437"/>
                <a:gd name="T39" fmla="*/ 0 h 260"/>
                <a:gd name="T40" fmla="*/ 1 w 437"/>
                <a:gd name="T41" fmla="*/ 0 h 260"/>
                <a:gd name="T42" fmla="*/ 1 w 437"/>
                <a:gd name="T43" fmla="*/ 0 h 260"/>
                <a:gd name="T44" fmla="*/ 1 w 437"/>
                <a:gd name="T45" fmla="*/ 0 h 260"/>
                <a:gd name="T46" fmla="*/ 2 w 437"/>
                <a:gd name="T47" fmla="*/ 0 h 260"/>
                <a:gd name="T48" fmla="*/ 2 w 437"/>
                <a:gd name="T49" fmla="*/ 0 h 260"/>
                <a:gd name="T50" fmla="*/ 2 w 437"/>
                <a:gd name="T51" fmla="*/ 1 h 260"/>
                <a:gd name="T52" fmla="*/ 2 w 437"/>
                <a:gd name="T53" fmla="*/ 1 h 260"/>
                <a:gd name="T54" fmla="*/ 3 w 437"/>
                <a:gd name="T55" fmla="*/ 1 h 260"/>
                <a:gd name="T56" fmla="*/ 3 w 437"/>
                <a:gd name="T57" fmla="*/ 1 h 260"/>
                <a:gd name="T58" fmla="*/ 3 w 437"/>
                <a:gd name="T59" fmla="*/ 1 h 260"/>
                <a:gd name="T60" fmla="*/ 3 w 437"/>
                <a:gd name="T61" fmla="*/ 1 h 260"/>
                <a:gd name="T62" fmla="*/ 3 w 437"/>
                <a:gd name="T63" fmla="*/ 1 h 260"/>
                <a:gd name="T64" fmla="*/ 3 w 437"/>
                <a:gd name="T65" fmla="*/ 2 h 260"/>
                <a:gd name="T66" fmla="*/ 3 w 437"/>
                <a:gd name="T67" fmla="*/ 2 h 260"/>
                <a:gd name="T68" fmla="*/ 3 w 437"/>
                <a:gd name="T69" fmla="*/ 2 h 260"/>
                <a:gd name="T70" fmla="*/ 3 w 437"/>
                <a:gd name="T71" fmla="*/ 2 h 260"/>
                <a:gd name="T72" fmla="*/ 3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437" y="260"/>
                  </a:moveTo>
                  <a:lnTo>
                    <a:pt x="437" y="260"/>
                  </a:lnTo>
                  <a:lnTo>
                    <a:pt x="434" y="233"/>
                  </a:lnTo>
                  <a:lnTo>
                    <a:pt x="427" y="206"/>
                  </a:lnTo>
                  <a:lnTo>
                    <a:pt x="417" y="181"/>
                  </a:lnTo>
                  <a:lnTo>
                    <a:pt x="401" y="157"/>
                  </a:lnTo>
                  <a:lnTo>
                    <a:pt x="383" y="133"/>
                  </a:lnTo>
                  <a:lnTo>
                    <a:pt x="360" y="113"/>
                  </a:lnTo>
                  <a:lnTo>
                    <a:pt x="336" y="93"/>
                  </a:lnTo>
                  <a:lnTo>
                    <a:pt x="308" y="73"/>
                  </a:lnTo>
                  <a:lnTo>
                    <a:pt x="276" y="58"/>
                  </a:lnTo>
                  <a:lnTo>
                    <a:pt x="242" y="43"/>
                  </a:lnTo>
                  <a:lnTo>
                    <a:pt x="207" y="30"/>
                  </a:lnTo>
                  <a:lnTo>
                    <a:pt x="168" y="19"/>
                  </a:lnTo>
                  <a:lnTo>
                    <a:pt x="128" y="11"/>
                  </a:lnTo>
                  <a:lnTo>
                    <a:pt x="87" y="4"/>
                  </a:lnTo>
                  <a:lnTo>
                    <a:pt x="43" y="1"/>
                  </a:lnTo>
                  <a:lnTo>
                    <a:pt x="0" y="0"/>
                  </a:lnTo>
                  <a:lnTo>
                    <a:pt x="0" y="11"/>
                  </a:lnTo>
                  <a:lnTo>
                    <a:pt x="43" y="12"/>
                  </a:lnTo>
                  <a:lnTo>
                    <a:pt x="85" y="16"/>
                  </a:lnTo>
                  <a:lnTo>
                    <a:pt x="126" y="23"/>
                  </a:lnTo>
                  <a:lnTo>
                    <a:pt x="166" y="31"/>
                  </a:lnTo>
                  <a:lnTo>
                    <a:pt x="202" y="42"/>
                  </a:lnTo>
                  <a:lnTo>
                    <a:pt x="237" y="55"/>
                  </a:lnTo>
                  <a:lnTo>
                    <a:pt x="271" y="70"/>
                  </a:lnTo>
                  <a:lnTo>
                    <a:pt x="301" y="85"/>
                  </a:lnTo>
                  <a:lnTo>
                    <a:pt x="329" y="103"/>
                  </a:lnTo>
                  <a:lnTo>
                    <a:pt x="353" y="123"/>
                  </a:lnTo>
                  <a:lnTo>
                    <a:pt x="373" y="143"/>
                  </a:lnTo>
                  <a:lnTo>
                    <a:pt x="392" y="164"/>
                  </a:lnTo>
                  <a:lnTo>
                    <a:pt x="405" y="186"/>
                  </a:lnTo>
                  <a:lnTo>
                    <a:pt x="415" y="211"/>
                  </a:lnTo>
                  <a:lnTo>
                    <a:pt x="422" y="235"/>
                  </a:lnTo>
                  <a:lnTo>
                    <a:pt x="425" y="260"/>
                  </a:lnTo>
                  <a:lnTo>
                    <a:pt x="437"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3283" name="Freeform 51"/>
            <p:cNvSpPr>
              <a:spLocks/>
            </p:cNvSpPr>
            <p:nvPr/>
          </p:nvSpPr>
          <p:spPr bwMode="auto">
            <a:xfrm>
              <a:off x="1267" y="1640"/>
              <a:ext cx="87" cy="52"/>
            </a:xfrm>
            <a:custGeom>
              <a:avLst/>
              <a:gdLst>
                <a:gd name="T0" fmla="*/ 0 w 437"/>
                <a:gd name="T1" fmla="*/ 2 h 260"/>
                <a:gd name="T2" fmla="*/ 0 w 437"/>
                <a:gd name="T3" fmla="*/ 2 h 260"/>
                <a:gd name="T4" fmla="*/ 0 w 437"/>
                <a:gd name="T5" fmla="*/ 2 h 260"/>
                <a:gd name="T6" fmla="*/ 1 w 437"/>
                <a:gd name="T7" fmla="*/ 2 h 260"/>
                <a:gd name="T8" fmla="*/ 1 w 437"/>
                <a:gd name="T9" fmla="*/ 2 h 260"/>
                <a:gd name="T10" fmla="*/ 1 w 437"/>
                <a:gd name="T11" fmla="*/ 2 h 260"/>
                <a:gd name="T12" fmla="*/ 2 w 437"/>
                <a:gd name="T13" fmla="*/ 2 h 260"/>
                <a:gd name="T14" fmla="*/ 2 w 437"/>
                <a:gd name="T15" fmla="*/ 2 h 260"/>
                <a:gd name="T16" fmla="*/ 2 w 437"/>
                <a:gd name="T17" fmla="*/ 2 h 260"/>
                <a:gd name="T18" fmla="*/ 2 w 437"/>
                <a:gd name="T19" fmla="*/ 1 h 260"/>
                <a:gd name="T20" fmla="*/ 3 w 437"/>
                <a:gd name="T21" fmla="*/ 1 h 260"/>
                <a:gd name="T22" fmla="*/ 3 w 437"/>
                <a:gd name="T23" fmla="*/ 1 h 260"/>
                <a:gd name="T24" fmla="*/ 3 w 437"/>
                <a:gd name="T25" fmla="*/ 1 h 260"/>
                <a:gd name="T26" fmla="*/ 3 w 437"/>
                <a:gd name="T27" fmla="*/ 1 h 260"/>
                <a:gd name="T28" fmla="*/ 3 w 437"/>
                <a:gd name="T29" fmla="*/ 1 h 260"/>
                <a:gd name="T30" fmla="*/ 3 w 437"/>
                <a:gd name="T31" fmla="*/ 0 h 260"/>
                <a:gd name="T32" fmla="*/ 3 w 437"/>
                <a:gd name="T33" fmla="*/ 0 h 260"/>
                <a:gd name="T34" fmla="*/ 3 w 437"/>
                <a:gd name="T35" fmla="*/ 0 h 260"/>
                <a:gd name="T36" fmla="*/ 3 w 437"/>
                <a:gd name="T37" fmla="*/ 0 h 260"/>
                <a:gd name="T38" fmla="*/ 3 w 437"/>
                <a:gd name="T39" fmla="*/ 0 h 260"/>
                <a:gd name="T40" fmla="*/ 3 w 437"/>
                <a:gd name="T41" fmla="*/ 0 h 260"/>
                <a:gd name="T42" fmla="*/ 3 w 437"/>
                <a:gd name="T43" fmla="*/ 1 h 260"/>
                <a:gd name="T44" fmla="*/ 3 w 437"/>
                <a:gd name="T45" fmla="*/ 1 h 260"/>
                <a:gd name="T46" fmla="*/ 3 w 437"/>
                <a:gd name="T47" fmla="*/ 1 h 260"/>
                <a:gd name="T48" fmla="*/ 3 w 437"/>
                <a:gd name="T49" fmla="*/ 1 h 260"/>
                <a:gd name="T50" fmla="*/ 3 w 437"/>
                <a:gd name="T51" fmla="*/ 1 h 260"/>
                <a:gd name="T52" fmla="*/ 2 w 437"/>
                <a:gd name="T53" fmla="*/ 1 h 260"/>
                <a:gd name="T54" fmla="*/ 2 w 437"/>
                <a:gd name="T55" fmla="*/ 2 h 260"/>
                <a:gd name="T56" fmla="*/ 2 w 437"/>
                <a:gd name="T57" fmla="*/ 2 h 260"/>
                <a:gd name="T58" fmla="*/ 2 w 437"/>
                <a:gd name="T59" fmla="*/ 2 h 260"/>
                <a:gd name="T60" fmla="*/ 1 w 437"/>
                <a:gd name="T61" fmla="*/ 2 h 260"/>
                <a:gd name="T62" fmla="*/ 1 w 437"/>
                <a:gd name="T63" fmla="*/ 2 h 260"/>
                <a:gd name="T64" fmla="*/ 1 w 437"/>
                <a:gd name="T65" fmla="*/ 2 h 260"/>
                <a:gd name="T66" fmla="*/ 0 w 437"/>
                <a:gd name="T67" fmla="*/ 2 h 260"/>
                <a:gd name="T68" fmla="*/ 0 w 437"/>
                <a:gd name="T69" fmla="*/ 2 h 260"/>
                <a:gd name="T70" fmla="*/ 0 w 437"/>
                <a:gd name="T71" fmla="*/ 2 h 260"/>
                <a:gd name="T72" fmla="*/ 0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0" y="260"/>
                  </a:moveTo>
                  <a:lnTo>
                    <a:pt x="0" y="260"/>
                  </a:lnTo>
                  <a:lnTo>
                    <a:pt x="43" y="259"/>
                  </a:lnTo>
                  <a:lnTo>
                    <a:pt x="87" y="255"/>
                  </a:lnTo>
                  <a:lnTo>
                    <a:pt x="128" y="248"/>
                  </a:lnTo>
                  <a:lnTo>
                    <a:pt x="168" y="240"/>
                  </a:lnTo>
                  <a:lnTo>
                    <a:pt x="207" y="230"/>
                  </a:lnTo>
                  <a:lnTo>
                    <a:pt x="242" y="217"/>
                  </a:lnTo>
                  <a:lnTo>
                    <a:pt x="276" y="202"/>
                  </a:lnTo>
                  <a:lnTo>
                    <a:pt x="308" y="185"/>
                  </a:lnTo>
                  <a:lnTo>
                    <a:pt x="336" y="166"/>
                  </a:lnTo>
                  <a:lnTo>
                    <a:pt x="360" y="146"/>
                  </a:lnTo>
                  <a:lnTo>
                    <a:pt x="383" y="125"/>
                  </a:lnTo>
                  <a:lnTo>
                    <a:pt x="401" y="102"/>
                  </a:lnTo>
                  <a:lnTo>
                    <a:pt x="417" y="77"/>
                  </a:lnTo>
                  <a:lnTo>
                    <a:pt x="427" y="53"/>
                  </a:lnTo>
                  <a:lnTo>
                    <a:pt x="434" y="27"/>
                  </a:lnTo>
                  <a:lnTo>
                    <a:pt x="437" y="0"/>
                  </a:lnTo>
                  <a:lnTo>
                    <a:pt x="425" y="0"/>
                  </a:lnTo>
                  <a:lnTo>
                    <a:pt x="422" y="24"/>
                  </a:lnTo>
                  <a:lnTo>
                    <a:pt x="415" y="48"/>
                  </a:lnTo>
                  <a:lnTo>
                    <a:pt x="405" y="73"/>
                  </a:lnTo>
                  <a:lnTo>
                    <a:pt x="392" y="95"/>
                  </a:lnTo>
                  <a:lnTo>
                    <a:pt x="373" y="116"/>
                  </a:lnTo>
                  <a:lnTo>
                    <a:pt x="353" y="137"/>
                  </a:lnTo>
                  <a:lnTo>
                    <a:pt x="329" y="157"/>
                  </a:lnTo>
                  <a:lnTo>
                    <a:pt x="301" y="173"/>
                  </a:lnTo>
                  <a:lnTo>
                    <a:pt x="271" y="190"/>
                  </a:lnTo>
                  <a:lnTo>
                    <a:pt x="237" y="205"/>
                  </a:lnTo>
                  <a:lnTo>
                    <a:pt x="202" y="218"/>
                  </a:lnTo>
                  <a:lnTo>
                    <a:pt x="166" y="228"/>
                  </a:lnTo>
                  <a:lnTo>
                    <a:pt x="126" y="237"/>
                  </a:lnTo>
                  <a:lnTo>
                    <a:pt x="85" y="244"/>
                  </a:lnTo>
                  <a:lnTo>
                    <a:pt x="43" y="247"/>
                  </a:lnTo>
                  <a:lnTo>
                    <a:pt x="0" y="248"/>
                  </a:lnTo>
                  <a:lnTo>
                    <a:pt x="0"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3284" name="Freeform 52"/>
            <p:cNvSpPr>
              <a:spLocks/>
            </p:cNvSpPr>
            <p:nvPr/>
          </p:nvSpPr>
          <p:spPr bwMode="auto">
            <a:xfrm>
              <a:off x="1179" y="1640"/>
              <a:ext cx="88" cy="52"/>
            </a:xfrm>
            <a:custGeom>
              <a:avLst/>
              <a:gdLst>
                <a:gd name="T0" fmla="*/ 0 w 439"/>
                <a:gd name="T1" fmla="*/ 0 h 260"/>
                <a:gd name="T2" fmla="*/ 0 w 439"/>
                <a:gd name="T3" fmla="*/ 0 h 260"/>
                <a:gd name="T4" fmla="*/ 0 w 439"/>
                <a:gd name="T5" fmla="*/ 0 h 260"/>
                <a:gd name="T6" fmla="*/ 0 w 439"/>
                <a:gd name="T7" fmla="*/ 0 h 260"/>
                <a:gd name="T8" fmla="*/ 0 w 439"/>
                <a:gd name="T9" fmla="*/ 1 h 260"/>
                <a:gd name="T10" fmla="*/ 0 w 439"/>
                <a:gd name="T11" fmla="*/ 1 h 260"/>
                <a:gd name="T12" fmla="*/ 0 w 439"/>
                <a:gd name="T13" fmla="*/ 1 h 260"/>
                <a:gd name="T14" fmla="*/ 1 w 439"/>
                <a:gd name="T15" fmla="*/ 1 h 260"/>
                <a:gd name="T16" fmla="*/ 1 w 439"/>
                <a:gd name="T17" fmla="*/ 1 h 260"/>
                <a:gd name="T18" fmla="*/ 1 w 439"/>
                <a:gd name="T19" fmla="*/ 1 h 260"/>
                <a:gd name="T20" fmla="*/ 1 w 439"/>
                <a:gd name="T21" fmla="*/ 2 h 260"/>
                <a:gd name="T22" fmla="*/ 2 w 439"/>
                <a:gd name="T23" fmla="*/ 2 h 260"/>
                <a:gd name="T24" fmla="*/ 2 w 439"/>
                <a:gd name="T25" fmla="*/ 2 h 260"/>
                <a:gd name="T26" fmla="*/ 2 w 439"/>
                <a:gd name="T27" fmla="*/ 2 h 260"/>
                <a:gd name="T28" fmla="*/ 2 w 439"/>
                <a:gd name="T29" fmla="*/ 2 h 260"/>
                <a:gd name="T30" fmla="*/ 3 w 439"/>
                <a:gd name="T31" fmla="*/ 2 h 260"/>
                <a:gd name="T32" fmla="*/ 3 w 439"/>
                <a:gd name="T33" fmla="*/ 2 h 260"/>
                <a:gd name="T34" fmla="*/ 4 w 439"/>
                <a:gd name="T35" fmla="*/ 2 h 260"/>
                <a:gd name="T36" fmla="*/ 4 w 439"/>
                <a:gd name="T37" fmla="*/ 2 h 260"/>
                <a:gd name="T38" fmla="*/ 3 w 439"/>
                <a:gd name="T39" fmla="*/ 2 h 260"/>
                <a:gd name="T40" fmla="*/ 3 w 439"/>
                <a:gd name="T41" fmla="*/ 2 h 260"/>
                <a:gd name="T42" fmla="*/ 3 w 439"/>
                <a:gd name="T43" fmla="*/ 2 h 260"/>
                <a:gd name="T44" fmla="*/ 2 w 439"/>
                <a:gd name="T45" fmla="*/ 2 h 260"/>
                <a:gd name="T46" fmla="*/ 2 w 439"/>
                <a:gd name="T47" fmla="*/ 2 h 260"/>
                <a:gd name="T48" fmla="*/ 2 w 439"/>
                <a:gd name="T49" fmla="*/ 2 h 260"/>
                <a:gd name="T50" fmla="*/ 1 w 439"/>
                <a:gd name="T51" fmla="*/ 2 h 260"/>
                <a:gd name="T52" fmla="*/ 1 w 439"/>
                <a:gd name="T53" fmla="*/ 1 h 260"/>
                <a:gd name="T54" fmla="*/ 1 w 439"/>
                <a:gd name="T55" fmla="*/ 1 h 260"/>
                <a:gd name="T56" fmla="*/ 1 w 439"/>
                <a:gd name="T57" fmla="*/ 1 h 260"/>
                <a:gd name="T58" fmla="*/ 1 w 439"/>
                <a:gd name="T59" fmla="*/ 1 h 260"/>
                <a:gd name="T60" fmla="*/ 0 w 439"/>
                <a:gd name="T61" fmla="*/ 1 h 260"/>
                <a:gd name="T62" fmla="*/ 0 w 439"/>
                <a:gd name="T63" fmla="*/ 1 h 260"/>
                <a:gd name="T64" fmla="*/ 0 w 439"/>
                <a:gd name="T65" fmla="*/ 0 h 260"/>
                <a:gd name="T66" fmla="*/ 0 w 439"/>
                <a:gd name="T67" fmla="*/ 0 h 260"/>
                <a:gd name="T68" fmla="*/ 0 w 439"/>
                <a:gd name="T69" fmla="*/ 0 h 260"/>
                <a:gd name="T70" fmla="*/ 0 w 439"/>
                <a:gd name="T71" fmla="*/ 0 h 260"/>
                <a:gd name="T72" fmla="*/ 0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0" y="0"/>
                  </a:moveTo>
                  <a:lnTo>
                    <a:pt x="0" y="0"/>
                  </a:lnTo>
                  <a:lnTo>
                    <a:pt x="3" y="27"/>
                  </a:lnTo>
                  <a:lnTo>
                    <a:pt x="10" y="53"/>
                  </a:lnTo>
                  <a:lnTo>
                    <a:pt x="20" y="77"/>
                  </a:lnTo>
                  <a:lnTo>
                    <a:pt x="35" y="102"/>
                  </a:lnTo>
                  <a:lnTo>
                    <a:pt x="54" y="125"/>
                  </a:lnTo>
                  <a:lnTo>
                    <a:pt x="76" y="146"/>
                  </a:lnTo>
                  <a:lnTo>
                    <a:pt x="102" y="166"/>
                  </a:lnTo>
                  <a:lnTo>
                    <a:pt x="130" y="185"/>
                  </a:lnTo>
                  <a:lnTo>
                    <a:pt x="162" y="202"/>
                  </a:lnTo>
                  <a:lnTo>
                    <a:pt x="195" y="217"/>
                  </a:lnTo>
                  <a:lnTo>
                    <a:pt x="231" y="230"/>
                  </a:lnTo>
                  <a:lnTo>
                    <a:pt x="270" y="240"/>
                  </a:lnTo>
                  <a:lnTo>
                    <a:pt x="310" y="248"/>
                  </a:lnTo>
                  <a:lnTo>
                    <a:pt x="351" y="255"/>
                  </a:lnTo>
                  <a:lnTo>
                    <a:pt x="395" y="259"/>
                  </a:lnTo>
                  <a:lnTo>
                    <a:pt x="439" y="260"/>
                  </a:lnTo>
                  <a:lnTo>
                    <a:pt x="439" y="248"/>
                  </a:lnTo>
                  <a:lnTo>
                    <a:pt x="395" y="247"/>
                  </a:lnTo>
                  <a:lnTo>
                    <a:pt x="353" y="244"/>
                  </a:lnTo>
                  <a:lnTo>
                    <a:pt x="312" y="237"/>
                  </a:lnTo>
                  <a:lnTo>
                    <a:pt x="272" y="228"/>
                  </a:lnTo>
                  <a:lnTo>
                    <a:pt x="236" y="218"/>
                  </a:lnTo>
                  <a:lnTo>
                    <a:pt x="200" y="205"/>
                  </a:lnTo>
                  <a:lnTo>
                    <a:pt x="167" y="190"/>
                  </a:lnTo>
                  <a:lnTo>
                    <a:pt x="137" y="173"/>
                  </a:lnTo>
                  <a:lnTo>
                    <a:pt x="109" y="157"/>
                  </a:lnTo>
                  <a:lnTo>
                    <a:pt x="84" y="137"/>
                  </a:lnTo>
                  <a:lnTo>
                    <a:pt x="64" y="116"/>
                  </a:lnTo>
                  <a:lnTo>
                    <a:pt x="45" y="95"/>
                  </a:lnTo>
                  <a:lnTo>
                    <a:pt x="32" y="73"/>
                  </a:lnTo>
                  <a:lnTo>
                    <a:pt x="21" y="48"/>
                  </a:lnTo>
                  <a:lnTo>
                    <a:pt x="14" y="24"/>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3285" name="Freeform 53"/>
            <p:cNvSpPr>
              <a:spLocks/>
            </p:cNvSpPr>
            <p:nvPr/>
          </p:nvSpPr>
          <p:spPr bwMode="auto">
            <a:xfrm>
              <a:off x="1179" y="1588"/>
              <a:ext cx="88" cy="52"/>
            </a:xfrm>
            <a:custGeom>
              <a:avLst/>
              <a:gdLst>
                <a:gd name="T0" fmla="*/ 4 w 439"/>
                <a:gd name="T1" fmla="*/ 0 h 260"/>
                <a:gd name="T2" fmla="*/ 4 w 439"/>
                <a:gd name="T3" fmla="*/ 0 h 260"/>
                <a:gd name="T4" fmla="*/ 3 w 439"/>
                <a:gd name="T5" fmla="*/ 0 h 260"/>
                <a:gd name="T6" fmla="*/ 3 w 439"/>
                <a:gd name="T7" fmla="*/ 0 h 260"/>
                <a:gd name="T8" fmla="*/ 2 w 439"/>
                <a:gd name="T9" fmla="*/ 0 h 260"/>
                <a:gd name="T10" fmla="*/ 2 w 439"/>
                <a:gd name="T11" fmla="*/ 0 h 260"/>
                <a:gd name="T12" fmla="*/ 2 w 439"/>
                <a:gd name="T13" fmla="*/ 0 h 260"/>
                <a:gd name="T14" fmla="*/ 2 w 439"/>
                <a:gd name="T15" fmla="*/ 0 h 260"/>
                <a:gd name="T16" fmla="*/ 1 w 439"/>
                <a:gd name="T17" fmla="*/ 0 h 260"/>
                <a:gd name="T18" fmla="*/ 1 w 439"/>
                <a:gd name="T19" fmla="*/ 1 h 260"/>
                <a:gd name="T20" fmla="*/ 1 w 439"/>
                <a:gd name="T21" fmla="*/ 1 h 260"/>
                <a:gd name="T22" fmla="*/ 1 w 439"/>
                <a:gd name="T23" fmla="*/ 1 h 260"/>
                <a:gd name="T24" fmla="*/ 0 w 439"/>
                <a:gd name="T25" fmla="*/ 1 h 260"/>
                <a:gd name="T26" fmla="*/ 0 w 439"/>
                <a:gd name="T27" fmla="*/ 1 h 260"/>
                <a:gd name="T28" fmla="*/ 0 w 439"/>
                <a:gd name="T29" fmla="*/ 1 h 260"/>
                <a:gd name="T30" fmla="*/ 0 w 439"/>
                <a:gd name="T31" fmla="*/ 2 h 260"/>
                <a:gd name="T32" fmla="*/ 0 w 439"/>
                <a:gd name="T33" fmla="*/ 2 h 260"/>
                <a:gd name="T34" fmla="*/ 0 w 439"/>
                <a:gd name="T35" fmla="*/ 2 h 260"/>
                <a:gd name="T36" fmla="*/ 0 w 439"/>
                <a:gd name="T37" fmla="*/ 2 h 260"/>
                <a:gd name="T38" fmla="*/ 0 w 439"/>
                <a:gd name="T39" fmla="*/ 2 h 260"/>
                <a:gd name="T40" fmla="*/ 0 w 439"/>
                <a:gd name="T41" fmla="*/ 2 h 260"/>
                <a:gd name="T42" fmla="*/ 0 w 439"/>
                <a:gd name="T43" fmla="*/ 1 h 260"/>
                <a:gd name="T44" fmla="*/ 0 w 439"/>
                <a:gd name="T45" fmla="*/ 1 h 260"/>
                <a:gd name="T46" fmla="*/ 1 w 439"/>
                <a:gd name="T47" fmla="*/ 1 h 260"/>
                <a:gd name="T48" fmla="*/ 1 w 439"/>
                <a:gd name="T49" fmla="*/ 1 h 260"/>
                <a:gd name="T50" fmla="*/ 1 w 439"/>
                <a:gd name="T51" fmla="*/ 1 h 260"/>
                <a:gd name="T52" fmla="*/ 1 w 439"/>
                <a:gd name="T53" fmla="*/ 1 h 260"/>
                <a:gd name="T54" fmla="*/ 1 w 439"/>
                <a:gd name="T55" fmla="*/ 1 h 260"/>
                <a:gd name="T56" fmla="*/ 2 w 439"/>
                <a:gd name="T57" fmla="*/ 0 h 260"/>
                <a:gd name="T58" fmla="*/ 2 w 439"/>
                <a:gd name="T59" fmla="*/ 0 h 260"/>
                <a:gd name="T60" fmla="*/ 2 w 439"/>
                <a:gd name="T61" fmla="*/ 0 h 260"/>
                <a:gd name="T62" fmla="*/ 3 w 439"/>
                <a:gd name="T63" fmla="*/ 0 h 260"/>
                <a:gd name="T64" fmla="*/ 3 w 439"/>
                <a:gd name="T65" fmla="*/ 0 h 260"/>
                <a:gd name="T66" fmla="*/ 3 w 439"/>
                <a:gd name="T67" fmla="*/ 0 h 260"/>
                <a:gd name="T68" fmla="*/ 4 w 439"/>
                <a:gd name="T69" fmla="*/ 0 h 260"/>
                <a:gd name="T70" fmla="*/ 4 w 439"/>
                <a:gd name="T71" fmla="*/ 0 h 260"/>
                <a:gd name="T72" fmla="*/ 4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439" y="0"/>
                  </a:moveTo>
                  <a:lnTo>
                    <a:pt x="439" y="0"/>
                  </a:lnTo>
                  <a:lnTo>
                    <a:pt x="395" y="1"/>
                  </a:lnTo>
                  <a:lnTo>
                    <a:pt x="351" y="4"/>
                  </a:lnTo>
                  <a:lnTo>
                    <a:pt x="310" y="11"/>
                  </a:lnTo>
                  <a:lnTo>
                    <a:pt x="270" y="19"/>
                  </a:lnTo>
                  <a:lnTo>
                    <a:pt x="231" y="30"/>
                  </a:lnTo>
                  <a:lnTo>
                    <a:pt x="195" y="43"/>
                  </a:lnTo>
                  <a:lnTo>
                    <a:pt x="162" y="58"/>
                  </a:lnTo>
                  <a:lnTo>
                    <a:pt x="130" y="73"/>
                  </a:lnTo>
                  <a:lnTo>
                    <a:pt x="102" y="93"/>
                  </a:lnTo>
                  <a:lnTo>
                    <a:pt x="76" y="113"/>
                  </a:lnTo>
                  <a:lnTo>
                    <a:pt x="54" y="133"/>
                  </a:lnTo>
                  <a:lnTo>
                    <a:pt x="35" y="157"/>
                  </a:lnTo>
                  <a:lnTo>
                    <a:pt x="20" y="181"/>
                  </a:lnTo>
                  <a:lnTo>
                    <a:pt x="10" y="206"/>
                  </a:lnTo>
                  <a:lnTo>
                    <a:pt x="3" y="233"/>
                  </a:lnTo>
                  <a:lnTo>
                    <a:pt x="0" y="260"/>
                  </a:lnTo>
                  <a:lnTo>
                    <a:pt x="12" y="260"/>
                  </a:lnTo>
                  <a:lnTo>
                    <a:pt x="14" y="235"/>
                  </a:lnTo>
                  <a:lnTo>
                    <a:pt x="21" y="211"/>
                  </a:lnTo>
                  <a:lnTo>
                    <a:pt x="32" y="186"/>
                  </a:lnTo>
                  <a:lnTo>
                    <a:pt x="45" y="164"/>
                  </a:lnTo>
                  <a:lnTo>
                    <a:pt x="64" y="143"/>
                  </a:lnTo>
                  <a:lnTo>
                    <a:pt x="84" y="123"/>
                  </a:lnTo>
                  <a:lnTo>
                    <a:pt x="109" y="103"/>
                  </a:lnTo>
                  <a:lnTo>
                    <a:pt x="137" y="85"/>
                  </a:lnTo>
                  <a:lnTo>
                    <a:pt x="167" y="70"/>
                  </a:lnTo>
                  <a:lnTo>
                    <a:pt x="200" y="55"/>
                  </a:lnTo>
                  <a:lnTo>
                    <a:pt x="236" y="42"/>
                  </a:lnTo>
                  <a:lnTo>
                    <a:pt x="272" y="31"/>
                  </a:lnTo>
                  <a:lnTo>
                    <a:pt x="312" y="23"/>
                  </a:lnTo>
                  <a:lnTo>
                    <a:pt x="353" y="16"/>
                  </a:lnTo>
                  <a:lnTo>
                    <a:pt x="395" y="12"/>
                  </a:lnTo>
                  <a:lnTo>
                    <a:pt x="439" y="11"/>
                  </a:lnTo>
                  <a:lnTo>
                    <a:pt x="439"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3286" name="Freeform 54"/>
            <p:cNvSpPr>
              <a:spLocks/>
            </p:cNvSpPr>
            <p:nvPr/>
          </p:nvSpPr>
          <p:spPr bwMode="auto">
            <a:xfrm>
              <a:off x="964" y="1745"/>
              <a:ext cx="48" cy="85"/>
            </a:xfrm>
            <a:custGeom>
              <a:avLst/>
              <a:gdLst>
                <a:gd name="T0" fmla="*/ 2 w 244"/>
                <a:gd name="T1" fmla="*/ 3 h 426"/>
                <a:gd name="T2" fmla="*/ 2 w 244"/>
                <a:gd name="T3" fmla="*/ 3 h 426"/>
                <a:gd name="T4" fmla="*/ 2 w 244"/>
                <a:gd name="T5" fmla="*/ 3 h 426"/>
                <a:gd name="T6" fmla="*/ 2 w 244"/>
                <a:gd name="T7" fmla="*/ 3 h 426"/>
                <a:gd name="T8" fmla="*/ 2 w 244"/>
                <a:gd name="T9" fmla="*/ 2 h 426"/>
                <a:gd name="T10" fmla="*/ 2 w 244"/>
                <a:gd name="T11" fmla="*/ 2 h 426"/>
                <a:gd name="T12" fmla="*/ 2 w 244"/>
                <a:gd name="T13" fmla="*/ 2 h 426"/>
                <a:gd name="T14" fmla="*/ 2 w 244"/>
                <a:gd name="T15" fmla="*/ 2 h 426"/>
                <a:gd name="T16" fmla="*/ 1 w 244"/>
                <a:gd name="T17" fmla="*/ 1 h 426"/>
                <a:gd name="T18" fmla="*/ 1 w 244"/>
                <a:gd name="T19" fmla="*/ 1 h 426"/>
                <a:gd name="T20" fmla="*/ 1 w 244"/>
                <a:gd name="T21" fmla="*/ 1 h 426"/>
                <a:gd name="T22" fmla="*/ 1 w 244"/>
                <a:gd name="T23" fmla="*/ 1 h 426"/>
                <a:gd name="T24" fmla="*/ 1 w 244"/>
                <a:gd name="T25" fmla="*/ 0 h 426"/>
                <a:gd name="T26" fmla="*/ 1 w 244"/>
                <a:gd name="T27" fmla="*/ 0 h 426"/>
                <a:gd name="T28" fmla="*/ 1 w 244"/>
                <a:gd name="T29" fmla="*/ 0 h 426"/>
                <a:gd name="T30" fmla="*/ 0 w 244"/>
                <a:gd name="T31" fmla="*/ 0 h 426"/>
                <a:gd name="T32" fmla="*/ 0 w 244"/>
                <a:gd name="T33" fmla="*/ 0 h 426"/>
                <a:gd name="T34" fmla="*/ 0 w 244"/>
                <a:gd name="T35" fmla="*/ 0 h 426"/>
                <a:gd name="T36" fmla="*/ 0 w 244"/>
                <a:gd name="T37" fmla="*/ 0 h 426"/>
                <a:gd name="T38" fmla="*/ 0 w 244"/>
                <a:gd name="T39" fmla="*/ 0 h 426"/>
                <a:gd name="T40" fmla="*/ 0 w 244"/>
                <a:gd name="T41" fmla="*/ 0 h 426"/>
                <a:gd name="T42" fmla="*/ 1 w 244"/>
                <a:gd name="T43" fmla="*/ 0 h 426"/>
                <a:gd name="T44" fmla="*/ 1 w 244"/>
                <a:gd name="T45" fmla="*/ 0 h 426"/>
                <a:gd name="T46" fmla="*/ 1 w 244"/>
                <a:gd name="T47" fmla="*/ 0 h 426"/>
                <a:gd name="T48" fmla="*/ 1 w 244"/>
                <a:gd name="T49" fmla="*/ 1 h 426"/>
                <a:gd name="T50" fmla="*/ 1 w 244"/>
                <a:gd name="T51" fmla="*/ 1 h 426"/>
                <a:gd name="T52" fmla="*/ 1 w 244"/>
                <a:gd name="T53" fmla="*/ 1 h 426"/>
                <a:gd name="T54" fmla="*/ 1 w 244"/>
                <a:gd name="T55" fmla="*/ 1 h 426"/>
                <a:gd name="T56" fmla="*/ 1 w 244"/>
                <a:gd name="T57" fmla="*/ 2 h 426"/>
                <a:gd name="T58" fmla="*/ 2 w 244"/>
                <a:gd name="T59" fmla="*/ 2 h 426"/>
                <a:gd name="T60" fmla="*/ 2 w 244"/>
                <a:gd name="T61" fmla="*/ 2 h 426"/>
                <a:gd name="T62" fmla="*/ 2 w 244"/>
                <a:gd name="T63" fmla="*/ 2 h 426"/>
                <a:gd name="T64" fmla="*/ 2 w 244"/>
                <a:gd name="T65" fmla="*/ 3 h 426"/>
                <a:gd name="T66" fmla="*/ 2 w 244"/>
                <a:gd name="T67" fmla="*/ 3 h 426"/>
                <a:gd name="T68" fmla="*/ 2 w 244"/>
                <a:gd name="T69" fmla="*/ 3 h 426"/>
                <a:gd name="T70" fmla="*/ 2 w 244"/>
                <a:gd name="T71" fmla="*/ 3 h 426"/>
                <a:gd name="T72" fmla="*/ 2 w 244"/>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6"/>
                <a:gd name="T113" fmla="*/ 244 w 244"/>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6">
                  <a:moveTo>
                    <a:pt x="244" y="426"/>
                  </a:moveTo>
                  <a:lnTo>
                    <a:pt x="244" y="426"/>
                  </a:lnTo>
                  <a:lnTo>
                    <a:pt x="243" y="383"/>
                  </a:lnTo>
                  <a:lnTo>
                    <a:pt x="240" y="340"/>
                  </a:lnTo>
                  <a:lnTo>
                    <a:pt x="234" y="300"/>
                  </a:lnTo>
                  <a:lnTo>
                    <a:pt x="226" y="262"/>
                  </a:lnTo>
                  <a:lnTo>
                    <a:pt x="215" y="224"/>
                  </a:lnTo>
                  <a:lnTo>
                    <a:pt x="203" y="189"/>
                  </a:lnTo>
                  <a:lnTo>
                    <a:pt x="189" y="157"/>
                  </a:lnTo>
                  <a:lnTo>
                    <a:pt x="174" y="126"/>
                  </a:lnTo>
                  <a:lnTo>
                    <a:pt x="155" y="99"/>
                  </a:lnTo>
                  <a:lnTo>
                    <a:pt x="138" y="74"/>
                  </a:lnTo>
                  <a:lnTo>
                    <a:pt x="118" y="52"/>
                  </a:lnTo>
                  <a:lnTo>
                    <a:pt x="96" y="34"/>
                  </a:lnTo>
                  <a:lnTo>
                    <a:pt x="73" y="19"/>
                  </a:lnTo>
                  <a:lnTo>
                    <a:pt x="50" y="8"/>
                  </a:lnTo>
                  <a:lnTo>
                    <a:pt x="25" y="2"/>
                  </a:lnTo>
                  <a:lnTo>
                    <a:pt x="0" y="0"/>
                  </a:lnTo>
                  <a:lnTo>
                    <a:pt x="0" y="12"/>
                  </a:lnTo>
                  <a:lnTo>
                    <a:pt x="23" y="14"/>
                  </a:lnTo>
                  <a:lnTo>
                    <a:pt x="45" y="20"/>
                  </a:lnTo>
                  <a:lnTo>
                    <a:pt x="66" y="31"/>
                  </a:lnTo>
                  <a:lnTo>
                    <a:pt x="89" y="43"/>
                  </a:lnTo>
                  <a:lnTo>
                    <a:pt x="109" y="61"/>
                  </a:lnTo>
                  <a:lnTo>
                    <a:pt x="129" y="81"/>
                  </a:lnTo>
                  <a:lnTo>
                    <a:pt x="146" y="106"/>
                  </a:lnTo>
                  <a:lnTo>
                    <a:pt x="162" y="133"/>
                  </a:lnTo>
                  <a:lnTo>
                    <a:pt x="178" y="162"/>
                  </a:lnTo>
                  <a:lnTo>
                    <a:pt x="192" y="194"/>
                  </a:lnTo>
                  <a:lnTo>
                    <a:pt x="203" y="229"/>
                  </a:lnTo>
                  <a:lnTo>
                    <a:pt x="214" y="264"/>
                  </a:lnTo>
                  <a:lnTo>
                    <a:pt x="222" y="303"/>
                  </a:lnTo>
                  <a:lnTo>
                    <a:pt x="228" y="342"/>
                  </a:lnTo>
                  <a:lnTo>
                    <a:pt x="232" y="383"/>
                  </a:lnTo>
                  <a:lnTo>
                    <a:pt x="233" y="426"/>
                  </a:lnTo>
                  <a:lnTo>
                    <a:pt x="244"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3287" name="Freeform 55"/>
            <p:cNvSpPr>
              <a:spLocks/>
            </p:cNvSpPr>
            <p:nvPr/>
          </p:nvSpPr>
          <p:spPr bwMode="auto">
            <a:xfrm>
              <a:off x="964" y="1830"/>
              <a:ext cx="48" cy="85"/>
            </a:xfrm>
            <a:custGeom>
              <a:avLst/>
              <a:gdLst>
                <a:gd name="T0" fmla="*/ 0 w 244"/>
                <a:gd name="T1" fmla="*/ 3 h 424"/>
                <a:gd name="T2" fmla="*/ 0 w 244"/>
                <a:gd name="T3" fmla="*/ 3 h 424"/>
                <a:gd name="T4" fmla="*/ 0 w 244"/>
                <a:gd name="T5" fmla="*/ 3 h 424"/>
                <a:gd name="T6" fmla="*/ 0 w 244"/>
                <a:gd name="T7" fmla="*/ 3 h 424"/>
                <a:gd name="T8" fmla="*/ 1 w 244"/>
                <a:gd name="T9" fmla="*/ 3 h 424"/>
                <a:gd name="T10" fmla="*/ 1 w 244"/>
                <a:gd name="T11" fmla="*/ 3 h 424"/>
                <a:gd name="T12" fmla="*/ 1 w 244"/>
                <a:gd name="T13" fmla="*/ 3 h 424"/>
                <a:gd name="T14" fmla="*/ 1 w 244"/>
                <a:gd name="T15" fmla="*/ 3 h 424"/>
                <a:gd name="T16" fmla="*/ 1 w 244"/>
                <a:gd name="T17" fmla="*/ 3 h 424"/>
                <a:gd name="T18" fmla="*/ 1 w 244"/>
                <a:gd name="T19" fmla="*/ 2 h 424"/>
                <a:gd name="T20" fmla="*/ 1 w 244"/>
                <a:gd name="T21" fmla="*/ 2 h 424"/>
                <a:gd name="T22" fmla="*/ 2 w 244"/>
                <a:gd name="T23" fmla="*/ 2 h 424"/>
                <a:gd name="T24" fmla="*/ 2 w 244"/>
                <a:gd name="T25" fmla="*/ 2 h 424"/>
                <a:gd name="T26" fmla="*/ 2 w 244"/>
                <a:gd name="T27" fmla="*/ 1 h 424"/>
                <a:gd name="T28" fmla="*/ 2 w 244"/>
                <a:gd name="T29" fmla="*/ 1 h 424"/>
                <a:gd name="T30" fmla="*/ 2 w 244"/>
                <a:gd name="T31" fmla="*/ 1 h 424"/>
                <a:gd name="T32" fmla="*/ 2 w 244"/>
                <a:gd name="T33" fmla="*/ 0 h 424"/>
                <a:gd name="T34" fmla="*/ 2 w 244"/>
                <a:gd name="T35" fmla="*/ 0 h 424"/>
                <a:gd name="T36" fmla="*/ 2 w 244"/>
                <a:gd name="T37" fmla="*/ 0 h 424"/>
                <a:gd name="T38" fmla="*/ 2 w 244"/>
                <a:gd name="T39" fmla="*/ 0 h 424"/>
                <a:gd name="T40" fmla="*/ 2 w 244"/>
                <a:gd name="T41" fmla="*/ 1 h 424"/>
                <a:gd name="T42" fmla="*/ 2 w 244"/>
                <a:gd name="T43" fmla="*/ 1 h 424"/>
                <a:gd name="T44" fmla="*/ 2 w 244"/>
                <a:gd name="T45" fmla="*/ 1 h 424"/>
                <a:gd name="T46" fmla="*/ 2 w 244"/>
                <a:gd name="T47" fmla="*/ 2 h 424"/>
                <a:gd name="T48" fmla="*/ 1 w 244"/>
                <a:gd name="T49" fmla="*/ 2 h 424"/>
                <a:gd name="T50" fmla="*/ 1 w 244"/>
                <a:gd name="T51" fmla="*/ 2 h 424"/>
                <a:gd name="T52" fmla="*/ 1 w 244"/>
                <a:gd name="T53" fmla="*/ 2 h 424"/>
                <a:gd name="T54" fmla="*/ 1 w 244"/>
                <a:gd name="T55" fmla="*/ 3 h 424"/>
                <a:gd name="T56" fmla="*/ 1 w 244"/>
                <a:gd name="T57" fmla="*/ 3 h 424"/>
                <a:gd name="T58" fmla="*/ 1 w 244"/>
                <a:gd name="T59" fmla="*/ 3 h 424"/>
                <a:gd name="T60" fmla="*/ 1 w 244"/>
                <a:gd name="T61" fmla="*/ 3 h 424"/>
                <a:gd name="T62" fmla="*/ 1 w 244"/>
                <a:gd name="T63" fmla="*/ 3 h 424"/>
                <a:gd name="T64" fmla="*/ 0 w 244"/>
                <a:gd name="T65" fmla="*/ 3 h 424"/>
                <a:gd name="T66" fmla="*/ 0 w 244"/>
                <a:gd name="T67" fmla="*/ 3 h 424"/>
                <a:gd name="T68" fmla="*/ 0 w 244"/>
                <a:gd name="T69" fmla="*/ 3 h 424"/>
                <a:gd name="T70" fmla="*/ 0 w 244"/>
                <a:gd name="T71" fmla="*/ 3 h 424"/>
                <a:gd name="T72" fmla="*/ 0 w 244"/>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4"/>
                <a:gd name="T113" fmla="*/ 244 w 244"/>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4">
                  <a:moveTo>
                    <a:pt x="0" y="424"/>
                  </a:moveTo>
                  <a:lnTo>
                    <a:pt x="0" y="424"/>
                  </a:lnTo>
                  <a:lnTo>
                    <a:pt x="25" y="422"/>
                  </a:lnTo>
                  <a:lnTo>
                    <a:pt x="50" y="416"/>
                  </a:lnTo>
                  <a:lnTo>
                    <a:pt x="73" y="405"/>
                  </a:lnTo>
                  <a:lnTo>
                    <a:pt x="96" y="390"/>
                  </a:lnTo>
                  <a:lnTo>
                    <a:pt x="118" y="373"/>
                  </a:lnTo>
                  <a:lnTo>
                    <a:pt x="138" y="350"/>
                  </a:lnTo>
                  <a:lnTo>
                    <a:pt x="155" y="326"/>
                  </a:lnTo>
                  <a:lnTo>
                    <a:pt x="173" y="299"/>
                  </a:lnTo>
                  <a:lnTo>
                    <a:pt x="189" y="268"/>
                  </a:lnTo>
                  <a:lnTo>
                    <a:pt x="203" y="235"/>
                  </a:lnTo>
                  <a:lnTo>
                    <a:pt x="215" y="201"/>
                  </a:lnTo>
                  <a:lnTo>
                    <a:pt x="226" y="163"/>
                  </a:lnTo>
                  <a:lnTo>
                    <a:pt x="234" y="125"/>
                  </a:lnTo>
                  <a:lnTo>
                    <a:pt x="240" y="85"/>
                  </a:lnTo>
                  <a:lnTo>
                    <a:pt x="243" y="42"/>
                  </a:lnTo>
                  <a:lnTo>
                    <a:pt x="244" y="0"/>
                  </a:lnTo>
                  <a:lnTo>
                    <a:pt x="233" y="0"/>
                  </a:lnTo>
                  <a:lnTo>
                    <a:pt x="232" y="42"/>
                  </a:lnTo>
                  <a:lnTo>
                    <a:pt x="228" y="83"/>
                  </a:lnTo>
                  <a:lnTo>
                    <a:pt x="222" y="123"/>
                  </a:lnTo>
                  <a:lnTo>
                    <a:pt x="214" y="160"/>
                  </a:lnTo>
                  <a:lnTo>
                    <a:pt x="203" y="197"/>
                  </a:lnTo>
                  <a:lnTo>
                    <a:pt x="192" y="231"/>
                  </a:lnTo>
                  <a:lnTo>
                    <a:pt x="178" y="263"/>
                  </a:lnTo>
                  <a:lnTo>
                    <a:pt x="164" y="292"/>
                  </a:lnTo>
                  <a:lnTo>
                    <a:pt x="146" y="319"/>
                  </a:lnTo>
                  <a:lnTo>
                    <a:pt x="129" y="343"/>
                  </a:lnTo>
                  <a:lnTo>
                    <a:pt x="109" y="363"/>
                  </a:lnTo>
                  <a:lnTo>
                    <a:pt x="89" y="381"/>
                  </a:lnTo>
                  <a:lnTo>
                    <a:pt x="66" y="394"/>
                  </a:lnTo>
                  <a:lnTo>
                    <a:pt x="45" y="404"/>
                  </a:lnTo>
                  <a:lnTo>
                    <a:pt x="23" y="410"/>
                  </a:lnTo>
                  <a:lnTo>
                    <a:pt x="0" y="412"/>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3288" name="Freeform 56"/>
            <p:cNvSpPr>
              <a:spLocks/>
            </p:cNvSpPr>
            <p:nvPr/>
          </p:nvSpPr>
          <p:spPr bwMode="auto">
            <a:xfrm>
              <a:off x="915" y="1830"/>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1" y="42"/>
                  </a:lnTo>
                  <a:lnTo>
                    <a:pt x="4" y="85"/>
                  </a:lnTo>
                  <a:lnTo>
                    <a:pt x="10" y="125"/>
                  </a:lnTo>
                  <a:lnTo>
                    <a:pt x="19" y="163"/>
                  </a:lnTo>
                  <a:lnTo>
                    <a:pt x="29" y="201"/>
                  </a:lnTo>
                  <a:lnTo>
                    <a:pt x="41" y="235"/>
                  </a:lnTo>
                  <a:lnTo>
                    <a:pt x="55" y="268"/>
                  </a:lnTo>
                  <a:lnTo>
                    <a:pt x="71" y="299"/>
                  </a:lnTo>
                  <a:lnTo>
                    <a:pt x="89" y="326"/>
                  </a:lnTo>
                  <a:lnTo>
                    <a:pt x="106" y="350"/>
                  </a:lnTo>
                  <a:lnTo>
                    <a:pt x="126" y="373"/>
                  </a:lnTo>
                  <a:lnTo>
                    <a:pt x="149" y="390"/>
                  </a:lnTo>
                  <a:lnTo>
                    <a:pt x="171" y="405"/>
                  </a:lnTo>
                  <a:lnTo>
                    <a:pt x="194" y="416"/>
                  </a:lnTo>
                  <a:lnTo>
                    <a:pt x="219" y="422"/>
                  </a:lnTo>
                  <a:lnTo>
                    <a:pt x="245" y="424"/>
                  </a:lnTo>
                  <a:lnTo>
                    <a:pt x="245" y="412"/>
                  </a:lnTo>
                  <a:lnTo>
                    <a:pt x="221" y="410"/>
                  </a:lnTo>
                  <a:lnTo>
                    <a:pt x="199" y="404"/>
                  </a:lnTo>
                  <a:lnTo>
                    <a:pt x="178" y="394"/>
                  </a:lnTo>
                  <a:lnTo>
                    <a:pt x="156" y="381"/>
                  </a:lnTo>
                  <a:lnTo>
                    <a:pt x="136" y="363"/>
                  </a:lnTo>
                  <a:lnTo>
                    <a:pt x="116" y="343"/>
                  </a:lnTo>
                  <a:lnTo>
                    <a:pt x="98" y="319"/>
                  </a:lnTo>
                  <a:lnTo>
                    <a:pt x="81" y="292"/>
                  </a:lnTo>
                  <a:lnTo>
                    <a:pt x="67" y="263"/>
                  </a:lnTo>
                  <a:lnTo>
                    <a:pt x="52" y="231"/>
                  </a:lnTo>
                  <a:lnTo>
                    <a:pt x="41" y="197"/>
                  </a:lnTo>
                  <a:lnTo>
                    <a:pt x="30" y="160"/>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3289" name="Freeform 57"/>
            <p:cNvSpPr>
              <a:spLocks/>
            </p:cNvSpPr>
            <p:nvPr/>
          </p:nvSpPr>
          <p:spPr bwMode="auto">
            <a:xfrm>
              <a:off x="915" y="1745"/>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0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19" y="2"/>
                  </a:lnTo>
                  <a:lnTo>
                    <a:pt x="194" y="8"/>
                  </a:lnTo>
                  <a:lnTo>
                    <a:pt x="171" y="19"/>
                  </a:lnTo>
                  <a:lnTo>
                    <a:pt x="149" y="34"/>
                  </a:lnTo>
                  <a:lnTo>
                    <a:pt x="126" y="52"/>
                  </a:lnTo>
                  <a:lnTo>
                    <a:pt x="106" y="74"/>
                  </a:lnTo>
                  <a:lnTo>
                    <a:pt x="89" y="99"/>
                  </a:lnTo>
                  <a:lnTo>
                    <a:pt x="70" y="126"/>
                  </a:lnTo>
                  <a:lnTo>
                    <a:pt x="55" y="157"/>
                  </a:lnTo>
                  <a:lnTo>
                    <a:pt x="41" y="189"/>
                  </a:lnTo>
                  <a:lnTo>
                    <a:pt x="29" y="224"/>
                  </a:lnTo>
                  <a:lnTo>
                    <a:pt x="19" y="262"/>
                  </a:lnTo>
                  <a:lnTo>
                    <a:pt x="10" y="300"/>
                  </a:lnTo>
                  <a:lnTo>
                    <a:pt x="4" y="340"/>
                  </a:lnTo>
                  <a:lnTo>
                    <a:pt x="1" y="383"/>
                  </a:lnTo>
                  <a:lnTo>
                    <a:pt x="0" y="426"/>
                  </a:lnTo>
                  <a:lnTo>
                    <a:pt x="11" y="426"/>
                  </a:lnTo>
                  <a:lnTo>
                    <a:pt x="13" y="383"/>
                  </a:lnTo>
                  <a:lnTo>
                    <a:pt x="16" y="342"/>
                  </a:lnTo>
                  <a:lnTo>
                    <a:pt x="22" y="303"/>
                  </a:lnTo>
                  <a:lnTo>
                    <a:pt x="30" y="264"/>
                  </a:lnTo>
                  <a:lnTo>
                    <a:pt x="41" y="229"/>
                  </a:lnTo>
                  <a:lnTo>
                    <a:pt x="52" y="194"/>
                  </a:lnTo>
                  <a:lnTo>
                    <a:pt x="67" y="162"/>
                  </a:lnTo>
                  <a:lnTo>
                    <a:pt x="82" y="133"/>
                  </a:lnTo>
                  <a:lnTo>
                    <a:pt x="98" y="106"/>
                  </a:lnTo>
                  <a:lnTo>
                    <a:pt x="116" y="81"/>
                  </a:lnTo>
                  <a:lnTo>
                    <a:pt x="136" y="61"/>
                  </a:lnTo>
                  <a:lnTo>
                    <a:pt x="156" y="43"/>
                  </a:lnTo>
                  <a:lnTo>
                    <a:pt x="178" y="31"/>
                  </a:lnTo>
                  <a:lnTo>
                    <a:pt x="199" y="20"/>
                  </a:lnTo>
                  <a:lnTo>
                    <a:pt x="221"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3290" name="Freeform 58"/>
            <p:cNvSpPr>
              <a:spLocks/>
            </p:cNvSpPr>
            <p:nvPr/>
          </p:nvSpPr>
          <p:spPr bwMode="auto">
            <a:xfrm>
              <a:off x="1140" y="2087"/>
              <a:ext cx="49" cy="85"/>
            </a:xfrm>
            <a:custGeom>
              <a:avLst/>
              <a:gdLst>
                <a:gd name="T0" fmla="*/ 2 w 246"/>
                <a:gd name="T1" fmla="*/ 3 h 424"/>
                <a:gd name="T2" fmla="*/ 2 w 246"/>
                <a:gd name="T3" fmla="*/ 3 h 424"/>
                <a:gd name="T4" fmla="*/ 2 w 246"/>
                <a:gd name="T5" fmla="*/ 3 h 424"/>
                <a:gd name="T6" fmla="*/ 2 w 246"/>
                <a:gd name="T7" fmla="*/ 3 h 424"/>
                <a:gd name="T8" fmla="*/ 2 w 246"/>
                <a:gd name="T9" fmla="*/ 2 h 424"/>
                <a:gd name="T10" fmla="*/ 2 w 246"/>
                <a:gd name="T11" fmla="*/ 2 h 424"/>
                <a:gd name="T12" fmla="*/ 2 w 246"/>
                <a:gd name="T13" fmla="*/ 2 h 424"/>
                <a:gd name="T14" fmla="*/ 2 w 246"/>
                <a:gd name="T15" fmla="*/ 2 h 424"/>
                <a:gd name="T16" fmla="*/ 2 w 246"/>
                <a:gd name="T17" fmla="*/ 1 h 424"/>
                <a:gd name="T18" fmla="*/ 1 w 246"/>
                <a:gd name="T19" fmla="*/ 1 h 424"/>
                <a:gd name="T20" fmla="*/ 1 w 246"/>
                <a:gd name="T21" fmla="*/ 1 h 424"/>
                <a:gd name="T22" fmla="*/ 1 w 246"/>
                <a:gd name="T23" fmla="*/ 1 h 424"/>
                <a:gd name="T24" fmla="*/ 1 w 246"/>
                <a:gd name="T25" fmla="*/ 0 h 424"/>
                <a:gd name="T26" fmla="*/ 1 w 246"/>
                <a:gd name="T27" fmla="*/ 0 h 424"/>
                <a:gd name="T28" fmla="*/ 1 w 246"/>
                <a:gd name="T29" fmla="*/ 0 h 424"/>
                <a:gd name="T30" fmla="*/ 0 w 246"/>
                <a:gd name="T31" fmla="*/ 0 h 424"/>
                <a:gd name="T32" fmla="*/ 0 w 246"/>
                <a:gd name="T33" fmla="*/ 0 h 424"/>
                <a:gd name="T34" fmla="*/ 0 w 246"/>
                <a:gd name="T35" fmla="*/ 0 h 424"/>
                <a:gd name="T36" fmla="*/ 0 w 246"/>
                <a:gd name="T37" fmla="*/ 0 h 424"/>
                <a:gd name="T38" fmla="*/ 0 w 246"/>
                <a:gd name="T39" fmla="*/ 0 h 424"/>
                <a:gd name="T40" fmla="*/ 0 w 246"/>
                <a:gd name="T41" fmla="*/ 0 h 424"/>
                <a:gd name="T42" fmla="*/ 1 w 246"/>
                <a:gd name="T43" fmla="*/ 0 h 424"/>
                <a:gd name="T44" fmla="*/ 1 w 246"/>
                <a:gd name="T45" fmla="*/ 0 h 424"/>
                <a:gd name="T46" fmla="*/ 1 w 246"/>
                <a:gd name="T47" fmla="*/ 0 h 424"/>
                <a:gd name="T48" fmla="*/ 1 w 246"/>
                <a:gd name="T49" fmla="*/ 1 h 424"/>
                <a:gd name="T50" fmla="*/ 1 w 246"/>
                <a:gd name="T51" fmla="*/ 1 h 424"/>
                <a:gd name="T52" fmla="*/ 1 w 246"/>
                <a:gd name="T53" fmla="*/ 1 h 424"/>
                <a:gd name="T54" fmla="*/ 1 w 246"/>
                <a:gd name="T55" fmla="*/ 1 h 424"/>
                <a:gd name="T56" fmla="*/ 2 w 246"/>
                <a:gd name="T57" fmla="*/ 2 h 424"/>
                <a:gd name="T58" fmla="*/ 2 w 246"/>
                <a:gd name="T59" fmla="*/ 2 h 424"/>
                <a:gd name="T60" fmla="*/ 2 w 246"/>
                <a:gd name="T61" fmla="*/ 2 h 424"/>
                <a:gd name="T62" fmla="*/ 2 w 246"/>
                <a:gd name="T63" fmla="*/ 2 h 424"/>
                <a:gd name="T64" fmla="*/ 2 w 246"/>
                <a:gd name="T65" fmla="*/ 3 h 424"/>
                <a:gd name="T66" fmla="*/ 2 w 246"/>
                <a:gd name="T67" fmla="*/ 3 h 424"/>
                <a:gd name="T68" fmla="*/ 2 w 246"/>
                <a:gd name="T69" fmla="*/ 3 h 424"/>
                <a:gd name="T70" fmla="*/ 2 w 246"/>
                <a:gd name="T71" fmla="*/ 3 h 424"/>
                <a:gd name="T72" fmla="*/ 2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424"/>
                  </a:moveTo>
                  <a:lnTo>
                    <a:pt x="246" y="424"/>
                  </a:lnTo>
                  <a:lnTo>
                    <a:pt x="244" y="382"/>
                  </a:lnTo>
                  <a:lnTo>
                    <a:pt x="241" y="338"/>
                  </a:lnTo>
                  <a:lnTo>
                    <a:pt x="235" y="298"/>
                  </a:lnTo>
                  <a:lnTo>
                    <a:pt x="227" y="261"/>
                  </a:lnTo>
                  <a:lnTo>
                    <a:pt x="216" y="222"/>
                  </a:lnTo>
                  <a:lnTo>
                    <a:pt x="205" y="188"/>
                  </a:lnTo>
                  <a:lnTo>
                    <a:pt x="190" y="155"/>
                  </a:lnTo>
                  <a:lnTo>
                    <a:pt x="174" y="125"/>
                  </a:lnTo>
                  <a:lnTo>
                    <a:pt x="157" y="98"/>
                  </a:lnTo>
                  <a:lnTo>
                    <a:pt x="138" y="73"/>
                  </a:lnTo>
                  <a:lnTo>
                    <a:pt x="118" y="51"/>
                  </a:lnTo>
                  <a:lnTo>
                    <a:pt x="96" y="34"/>
                  </a:lnTo>
                  <a:lnTo>
                    <a:pt x="74" y="18"/>
                  </a:lnTo>
                  <a:lnTo>
                    <a:pt x="50" y="8"/>
                  </a:lnTo>
                  <a:lnTo>
                    <a:pt x="25" y="2"/>
                  </a:lnTo>
                  <a:lnTo>
                    <a:pt x="0" y="0"/>
                  </a:lnTo>
                  <a:lnTo>
                    <a:pt x="0" y="11"/>
                  </a:lnTo>
                  <a:lnTo>
                    <a:pt x="23" y="14"/>
                  </a:lnTo>
                  <a:lnTo>
                    <a:pt x="45" y="19"/>
                  </a:lnTo>
                  <a:lnTo>
                    <a:pt x="67" y="30"/>
                  </a:lnTo>
                  <a:lnTo>
                    <a:pt x="89" y="43"/>
                  </a:lnTo>
                  <a:lnTo>
                    <a:pt x="108" y="60"/>
                  </a:lnTo>
                  <a:lnTo>
                    <a:pt x="128" y="80"/>
                  </a:lnTo>
                  <a:lnTo>
                    <a:pt x="147" y="105"/>
                  </a:lnTo>
                  <a:lnTo>
                    <a:pt x="165" y="132"/>
                  </a:lnTo>
                  <a:lnTo>
                    <a:pt x="179" y="160"/>
                  </a:lnTo>
                  <a:lnTo>
                    <a:pt x="193" y="193"/>
                  </a:lnTo>
                  <a:lnTo>
                    <a:pt x="205" y="227"/>
                  </a:lnTo>
                  <a:lnTo>
                    <a:pt x="215" y="263"/>
                  </a:lnTo>
                  <a:lnTo>
                    <a:pt x="223" y="301"/>
                  </a:lnTo>
                  <a:lnTo>
                    <a:pt x="229" y="341"/>
                  </a:lnTo>
                  <a:lnTo>
                    <a:pt x="233" y="382"/>
                  </a:lnTo>
                  <a:lnTo>
                    <a:pt x="234" y="424"/>
                  </a:lnTo>
                  <a:lnTo>
                    <a:pt x="246"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3291" name="Freeform 59"/>
            <p:cNvSpPr>
              <a:spLocks/>
            </p:cNvSpPr>
            <p:nvPr/>
          </p:nvSpPr>
          <p:spPr bwMode="auto">
            <a:xfrm>
              <a:off x="1140" y="2172"/>
              <a:ext cx="49" cy="85"/>
            </a:xfrm>
            <a:custGeom>
              <a:avLst/>
              <a:gdLst>
                <a:gd name="T0" fmla="*/ 0 w 246"/>
                <a:gd name="T1" fmla="*/ 3 h 426"/>
                <a:gd name="T2" fmla="*/ 0 w 246"/>
                <a:gd name="T3" fmla="*/ 3 h 426"/>
                <a:gd name="T4" fmla="*/ 0 w 246"/>
                <a:gd name="T5" fmla="*/ 3 h 426"/>
                <a:gd name="T6" fmla="*/ 0 w 246"/>
                <a:gd name="T7" fmla="*/ 3 h 426"/>
                <a:gd name="T8" fmla="*/ 1 w 246"/>
                <a:gd name="T9" fmla="*/ 3 h 426"/>
                <a:gd name="T10" fmla="*/ 1 w 246"/>
                <a:gd name="T11" fmla="*/ 3 h 426"/>
                <a:gd name="T12" fmla="*/ 1 w 246"/>
                <a:gd name="T13" fmla="*/ 3 h 426"/>
                <a:gd name="T14" fmla="*/ 1 w 246"/>
                <a:gd name="T15" fmla="*/ 3 h 426"/>
                <a:gd name="T16" fmla="*/ 1 w 246"/>
                <a:gd name="T17" fmla="*/ 3 h 426"/>
                <a:gd name="T18" fmla="*/ 1 w 246"/>
                <a:gd name="T19" fmla="*/ 2 h 426"/>
                <a:gd name="T20" fmla="*/ 2 w 246"/>
                <a:gd name="T21" fmla="*/ 2 h 426"/>
                <a:gd name="T22" fmla="*/ 2 w 246"/>
                <a:gd name="T23" fmla="*/ 2 h 426"/>
                <a:gd name="T24" fmla="*/ 2 w 246"/>
                <a:gd name="T25" fmla="*/ 2 h 426"/>
                <a:gd name="T26" fmla="*/ 2 w 246"/>
                <a:gd name="T27" fmla="*/ 1 h 426"/>
                <a:gd name="T28" fmla="*/ 2 w 246"/>
                <a:gd name="T29" fmla="*/ 1 h 426"/>
                <a:gd name="T30" fmla="*/ 2 w 246"/>
                <a:gd name="T31" fmla="*/ 1 h 426"/>
                <a:gd name="T32" fmla="*/ 2 w 246"/>
                <a:gd name="T33" fmla="*/ 0 h 426"/>
                <a:gd name="T34" fmla="*/ 2 w 246"/>
                <a:gd name="T35" fmla="*/ 0 h 426"/>
                <a:gd name="T36" fmla="*/ 2 w 246"/>
                <a:gd name="T37" fmla="*/ 0 h 426"/>
                <a:gd name="T38" fmla="*/ 2 w 246"/>
                <a:gd name="T39" fmla="*/ 0 h 426"/>
                <a:gd name="T40" fmla="*/ 2 w 246"/>
                <a:gd name="T41" fmla="*/ 1 h 426"/>
                <a:gd name="T42" fmla="*/ 2 w 246"/>
                <a:gd name="T43" fmla="*/ 1 h 426"/>
                <a:gd name="T44" fmla="*/ 2 w 246"/>
                <a:gd name="T45" fmla="*/ 1 h 426"/>
                <a:gd name="T46" fmla="*/ 2 w 246"/>
                <a:gd name="T47" fmla="*/ 2 h 426"/>
                <a:gd name="T48" fmla="*/ 2 w 246"/>
                <a:gd name="T49" fmla="*/ 2 h 426"/>
                <a:gd name="T50" fmla="*/ 1 w 246"/>
                <a:gd name="T51" fmla="*/ 2 h 426"/>
                <a:gd name="T52" fmla="*/ 1 w 246"/>
                <a:gd name="T53" fmla="*/ 2 h 426"/>
                <a:gd name="T54" fmla="*/ 1 w 246"/>
                <a:gd name="T55" fmla="*/ 3 h 426"/>
                <a:gd name="T56" fmla="*/ 1 w 246"/>
                <a:gd name="T57" fmla="*/ 3 h 426"/>
                <a:gd name="T58" fmla="*/ 1 w 246"/>
                <a:gd name="T59" fmla="*/ 3 h 426"/>
                <a:gd name="T60" fmla="*/ 1 w 246"/>
                <a:gd name="T61" fmla="*/ 3 h 426"/>
                <a:gd name="T62" fmla="*/ 1 w 246"/>
                <a:gd name="T63" fmla="*/ 3 h 426"/>
                <a:gd name="T64" fmla="*/ 0 w 246"/>
                <a:gd name="T65" fmla="*/ 3 h 426"/>
                <a:gd name="T66" fmla="*/ 0 w 246"/>
                <a:gd name="T67" fmla="*/ 3 h 426"/>
                <a:gd name="T68" fmla="*/ 0 w 246"/>
                <a:gd name="T69" fmla="*/ 3 h 426"/>
                <a:gd name="T70" fmla="*/ 0 w 246"/>
                <a:gd name="T71" fmla="*/ 3 h 426"/>
                <a:gd name="T72" fmla="*/ 0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426"/>
                  </a:moveTo>
                  <a:lnTo>
                    <a:pt x="0" y="426"/>
                  </a:lnTo>
                  <a:lnTo>
                    <a:pt x="25" y="423"/>
                  </a:lnTo>
                  <a:lnTo>
                    <a:pt x="50" y="417"/>
                  </a:lnTo>
                  <a:lnTo>
                    <a:pt x="74" y="407"/>
                  </a:lnTo>
                  <a:lnTo>
                    <a:pt x="96" y="392"/>
                  </a:lnTo>
                  <a:lnTo>
                    <a:pt x="118" y="373"/>
                  </a:lnTo>
                  <a:lnTo>
                    <a:pt x="138" y="350"/>
                  </a:lnTo>
                  <a:lnTo>
                    <a:pt x="157" y="327"/>
                  </a:lnTo>
                  <a:lnTo>
                    <a:pt x="175" y="299"/>
                  </a:lnTo>
                  <a:lnTo>
                    <a:pt x="190" y="268"/>
                  </a:lnTo>
                  <a:lnTo>
                    <a:pt x="205" y="236"/>
                  </a:lnTo>
                  <a:lnTo>
                    <a:pt x="216" y="202"/>
                  </a:lnTo>
                  <a:lnTo>
                    <a:pt x="227" y="164"/>
                  </a:lnTo>
                  <a:lnTo>
                    <a:pt x="235" y="125"/>
                  </a:lnTo>
                  <a:lnTo>
                    <a:pt x="241" y="86"/>
                  </a:lnTo>
                  <a:lnTo>
                    <a:pt x="244" y="42"/>
                  </a:lnTo>
                  <a:lnTo>
                    <a:pt x="246" y="0"/>
                  </a:lnTo>
                  <a:lnTo>
                    <a:pt x="234" y="0"/>
                  </a:lnTo>
                  <a:lnTo>
                    <a:pt x="233" y="42"/>
                  </a:lnTo>
                  <a:lnTo>
                    <a:pt x="229" y="83"/>
                  </a:lnTo>
                  <a:lnTo>
                    <a:pt x="223" y="123"/>
                  </a:lnTo>
                  <a:lnTo>
                    <a:pt x="215" y="162"/>
                  </a:lnTo>
                  <a:lnTo>
                    <a:pt x="205" y="197"/>
                  </a:lnTo>
                  <a:lnTo>
                    <a:pt x="193" y="231"/>
                  </a:lnTo>
                  <a:lnTo>
                    <a:pt x="179" y="264"/>
                  </a:lnTo>
                  <a:lnTo>
                    <a:pt x="164" y="292"/>
                  </a:lnTo>
                  <a:lnTo>
                    <a:pt x="147" y="320"/>
                  </a:lnTo>
                  <a:lnTo>
                    <a:pt x="128" y="343"/>
                  </a:lnTo>
                  <a:lnTo>
                    <a:pt x="108" y="363"/>
                  </a:lnTo>
                  <a:lnTo>
                    <a:pt x="89" y="382"/>
                  </a:lnTo>
                  <a:lnTo>
                    <a:pt x="67" y="395"/>
                  </a:lnTo>
                  <a:lnTo>
                    <a:pt x="45" y="406"/>
                  </a:lnTo>
                  <a:lnTo>
                    <a:pt x="23" y="411"/>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3292" name="Freeform 60"/>
            <p:cNvSpPr>
              <a:spLocks/>
            </p:cNvSpPr>
            <p:nvPr/>
          </p:nvSpPr>
          <p:spPr bwMode="auto">
            <a:xfrm>
              <a:off x="1091" y="2172"/>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4" y="86"/>
                  </a:lnTo>
                  <a:lnTo>
                    <a:pt x="10" y="125"/>
                  </a:lnTo>
                  <a:lnTo>
                    <a:pt x="18" y="164"/>
                  </a:lnTo>
                  <a:lnTo>
                    <a:pt x="29" y="202"/>
                  </a:lnTo>
                  <a:lnTo>
                    <a:pt x="41" y="236"/>
                  </a:lnTo>
                  <a:lnTo>
                    <a:pt x="55" y="268"/>
                  </a:lnTo>
                  <a:lnTo>
                    <a:pt x="70" y="299"/>
                  </a:lnTo>
                  <a:lnTo>
                    <a:pt x="89" y="327"/>
                  </a:lnTo>
                  <a:lnTo>
                    <a:pt x="106" y="350"/>
                  </a:lnTo>
                  <a:lnTo>
                    <a:pt x="126" y="373"/>
                  </a:lnTo>
                  <a:lnTo>
                    <a:pt x="148" y="392"/>
                  </a:lnTo>
                  <a:lnTo>
                    <a:pt x="171" y="407"/>
                  </a:lnTo>
                  <a:lnTo>
                    <a:pt x="194" y="417"/>
                  </a:lnTo>
                  <a:lnTo>
                    <a:pt x="219" y="423"/>
                  </a:lnTo>
                  <a:lnTo>
                    <a:pt x="245" y="426"/>
                  </a:lnTo>
                  <a:lnTo>
                    <a:pt x="245" y="414"/>
                  </a:lnTo>
                  <a:lnTo>
                    <a:pt x="221" y="411"/>
                  </a:lnTo>
                  <a:lnTo>
                    <a:pt x="199" y="406"/>
                  </a:lnTo>
                  <a:lnTo>
                    <a:pt x="178" y="395"/>
                  </a:lnTo>
                  <a:lnTo>
                    <a:pt x="155" y="382"/>
                  </a:lnTo>
                  <a:lnTo>
                    <a:pt x="136" y="363"/>
                  </a:lnTo>
                  <a:lnTo>
                    <a:pt x="116" y="343"/>
                  </a:lnTo>
                  <a:lnTo>
                    <a:pt x="98" y="320"/>
                  </a:lnTo>
                  <a:lnTo>
                    <a:pt x="82" y="292"/>
                  </a:lnTo>
                  <a:lnTo>
                    <a:pt x="66" y="264"/>
                  </a:lnTo>
                  <a:lnTo>
                    <a:pt x="52" y="231"/>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3293" name="Freeform 61"/>
            <p:cNvSpPr>
              <a:spLocks/>
            </p:cNvSpPr>
            <p:nvPr/>
          </p:nvSpPr>
          <p:spPr bwMode="auto">
            <a:xfrm>
              <a:off x="1091" y="2087"/>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4" y="8"/>
                  </a:lnTo>
                  <a:lnTo>
                    <a:pt x="171" y="18"/>
                  </a:lnTo>
                  <a:lnTo>
                    <a:pt x="148" y="34"/>
                  </a:lnTo>
                  <a:lnTo>
                    <a:pt x="126" y="51"/>
                  </a:lnTo>
                  <a:lnTo>
                    <a:pt x="106" y="73"/>
                  </a:lnTo>
                  <a:lnTo>
                    <a:pt x="89" y="98"/>
                  </a:lnTo>
                  <a:lnTo>
                    <a:pt x="71" y="125"/>
                  </a:lnTo>
                  <a:lnTo>
                    <a:pt x="55" y="155"/>
                  </a:lnTo>
                  <a:lnTo>
                    <a:pt x="41" y="188"/>
                  </a:lnTo>
                  <a:lnTo>
                    <a:pt x="29" y="222"/>
                  </a:lnTo>
                  <a:lnTo>
                    <a:pt x="18" y="261"/>
                  </a:lnTo>
                  <a:lnTo>
                    <a:pt x="10" y="298"/>
                  </a:lnTo>
                  <a:lnTo>
                    <a:pt x="4" y="338"/>
                  </a:lnTo>
                  <a:lnTo>
                    <a:pt x="1" y="382"/>
                  </a:lnTo>
                  <a:lnTo>
                    <a:pt x="0" y="424"/>
                  </a:lnTo>
                  <a:lnTo>
                    <a:pt x="11" y="424"/>
                  </a:lnTo>
                  <a:lnTo>
                    <a:pt x="13" y="382"/>
                  </a:lnTo>
                  <a:lnTo>
                    <a:pt x="16" y="341"/>
                  </a:lnTo>
                  <a:lnTo>
                    <a:pt x="22" y="301"/>
                  </a:lnTo>
                  <a:lnTo>
                    <a:pt x="30" y="263"/>
                  </a:lnTo>
                  <a:lnTo>
                    <a:pt x="41" y="227"/>
                  </a:lnTo>
                  <a:lnTo>
                    <a:pt x="52" y="193"/>
                  </a:lnTo>
                  <a:lnTo>
                    <a:pt x="66" y="160"/>
                  </a:lnTo>
                  <a:lnTo>
                    <a:pt x="80" y="132"/>
                  </a:lnTo>
                  <a:lnTo>
                    <a:pt x="98" y="105"/>
                  </a:lnTo>
                  <a:lnTo>
                    <a:pt x="116" y="80"/>
                  </a:lnTo>
                  <a:lnTo>
                    <a:pt x="136" y="60"/>
                  </a:lnTo>
                  <a:lnTo>
                    <a:pt x="155" y="43"/>
                  </a:lnTo>
                  <a:lnTo>
                    <a:pt x="178" y="30"/>
                  </a:lnTo>
                  <a:lnTo>
                    <a:pt x="199" y="19"/>
                  </a:lnTo>
                  <a:lnTo>
                    <a:pt x="221" y="14"/>
                  </a:lnTo>
                  <a:lnTo>
                    <a:pt x="245" y="11"/>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3294" name="Freeform 62"/>
            <p:cNvSpPr>
              <a:spLocks/>
            </p:cNvSpPr>
            <p:nvPr/>
          </p:nvSpPr>
          <p:spPr bwMode="auto">
            <a:xfrm>
              <a:off x="1392" y="2118"/>
              <a:ext cx="49" cy="85"/>
            </a:xfrm>
            <a:custGeom>
              <a:avLst/>
              <a:gdLst>
                <a:gd name="T0" fmla="*/ 2 w 246"/>
                <a:gd name="T1" fmla="*/ 3 h 426"/>
                <a:gd name="T2" fmla="*/ 2 w 246"/>
                <a:gd name="T3" fmla="*/ 3 h 426"/>
                <a:gd name="T4" fmla="*/ 2 w 246"/>
                <a:gd name="T5" fmla="*/ 3 h 426"/>
                <a:gd name="T6" fmla="*/ 2 w 246"/>
                <a:gd name="T7" fmla="*/ 3 h 426"/>
                <a:gd name="T8" fmla="*/ 2 w 246"/>
                <a:gd name="T9" fmla="*/ 2 h 426"/>
                <a:gd name="T10" fmla="*/ 2 w 246"/>
                <a:gd name="T11" fmla="*/ 2 h 426"/>
                <a:gd name="T12" fmla="*/ 2 w 246"/>
                <a:gd name="T13" fmla="*/ 2 h 426"/>
                <a:gd name="T14" fmla="*/ 2 w 246"/>
                <a:gd name="T15" fmla="*/ 2 h 426"/>
                <a:gd name="T16" fmla="*/ 2 w 246"/>
                <a:gd name="T17" fmla="*/ 1 h 426"/>
                <a:gd name="T18" fmla="*/ 1 w 246"/>
                <a:gd name="T19" fmla="*/ 1 h 426"/>
                <a:gd name="T20" fmla="*/ 1 w 246"/>
                <a:gd name="T21" fmla="*/ 1 h 426"/>
                <a:gd name="T22" fmla="*/ 1 w 246"/>
                <a:gd name="T23" fmla="*/ 1 h 426"/>
                <a:gd name="T24" fmla="*/ 1 w 246"/>
                <a:gd name="T25" fmla="*/ 0 h 426"/>
                <a:gd name="T26" fmla="*/ 1 w 246"/>
                <a:gd name="T27" fmla="*/ 0 h 426"/>
                <a:gd name="T28" fmla="*/ 1 w 246"/>
                <a:gd name="T29" fmla="*/ 0 h 426"/>
                <a:gd name="T30" fmla="*/ 0 w 246"/>
                <a:gd name="T31" fmla="*/ 0 h 426"/>
                <a:gd name="T32" fmla="*/ 0 w 246"/>
                <a:gd name="T33" fmla="*/ 0 h 426"/>
                <a:gd name="T34" fmla="*/ 0 w 246"/>
                <a:gd name="T35" fmla="*/ 0 h 426"/>
                <a:gd name="T36" fmla="*/ 0 w 246"/>
                <a:gd name="T37" fmla="*/ 0 h 426"/>
                <a:gd name="T38" fmla="*/ 0 w 246"/>
                <a:gd name="T39" fmla="*/ 0 h 426"/>
                <a:gd name="T40" fmla="*/ 0 w 246"/>
                <a:gd name="T41" fmla="*/ 0 h 426"/>
                <a:gd name="T42" fmla="*/ 1 w 246"/>
                <a:gd name="T43" fmla="*/ 0 h 426"/>
                <a:gd name="T44" fmla="*/ 1 w 246"/>
                <a:gd name="T45" fmla="*/ 0 h 426"/>
                <a:gd name="T46" fmla="*/ 1 w 246"/>
                <a:gd name="T47" fmla="*/ 1 h 426"/>
                <a:gd name="T48" fmla="*/ 1 w 246"/>
                <a:gd name="T49" fmla="*/ 1 h 426"/>
                <a:gd name="T50" fmla="*/ 1 w 246"/>
                <a:gd name="T51" fmla="*/ 1 h 426"/>
                <a:gd name="T52" fmla="*/ 1 w 246"/>
                <a:gd name="T53" fmla="*/ 1 h 426"/>
                <a:gd name="T54" fmla="*/ 1 w 246"/>
                <a:gd name="T55" fmla="*/ 1 h 426"/>
                <a:gd name="T56" fmla="*/ 2 w 246"/>
                <a:gd name="T57" fmla="*/ 2 h 426"/>
                <a:gd name="T58" fmla="*/ 2 w 246"/>
                <a:gd name="T59" fmla="*/ 2 h 426"/>
                <a:gd name="T60" fmla="*/ 2 w 246"/>
                <a:gd name="T61" fmla="*/ 2 h 426"/>
                <a:gd name="T62" fmla="*/ 2 w 246"/>
                <a:gd name="T63" fmla="*/ 2 h 426"/>
                <a:gd name="T64" fmla="*/ 2 w 246"/>
                <a:gd name="T65" fmla="*/ 3 h 426"/>
                <a:gd name="T66" fmla="*/ 2 w 246"/>
                <a:gd name="T67" fmla="*/ 3 h 426"/>
                <a:gd name="T68" fmla="*/ 2 w 246"/>
                <a:gd name="T69" fmla="*/ 3 h 426"/>
                <a:gd name="T70" fmla="*/ 2 w 246"/>
                <a:gd name="T71" fmla="*/ 3 h 426"/>
                <a:gd name="T72" fmla="*/ 2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246" y="426"/>
                  </a:moveTo>
                  <a:lnTo>
                    <a:pt x="246" y="426"/>
                  </a:lnTo>
                  <a:lnTo>
                    <a:pt x="245" y="384"/>
                  </a:lnTo>
                  <a:lnTo>
                    <a:pt x="242" y="340"/>
                  </a:lnTo>
                  <a:lnTo>
                    <a:pt x="236" y="301"/>
                  </a:lnTo>
                  <a:lnTo>
                    <a:pt x="228" y="262"/>
                  </a:lnTo>
                  <a:lnTo>
                    <a:pt x="217" y="224"/>
                  </a:lnTo>
                  <a:lnTo>
                    <a:pt x="205" y="190"/>
                  </a:lnTo>
                  <a:lnTo>
                    <a:pt x="191" y="158"/>
                  </a:lnTo>
                  <a:lnTo>
                    <a:pt x="176" y="126"/>
                  </a:lnTo>
                  <a:lnTo>
                    <a:pt x="157" y="99"/>
                  </a:lnTo>
                  <a:lnTo>
                    <a:pt x="139" y="75"/>
                  </a:lnTo>
                  <a:lnTo>
                    <a:pt x="119" y="53"/>
                  </a:lnTo>
                  <a:lnTo>
                    <a:pt x="96" y="34"/>
                  </a:lnTo>
                  <a:lnTo>
                    <a:pt x="75" y="19"/>
                  </a:lnTo>
                  <a:lnTo>
                    <a:pt x="51" y="9"/>
                  </a:lnTo>
                  <a:lnTo>
                    <a:pt x="26" y="3"/>
                  </a:lnTo>
                  <a:lnTo>
                    <a:pt x="0" y="0"/>
                  </a:lnTo>
                  <a:lnTo>
                    <a:pt x="0" y="12"/>
                  </a:lnTo>
                  <a:lnTo>
                    <a:pt x="24" y="15"/>
                  </a:lnTo>
                  <a:lnTo>
                    <a:pt x="46" y="20"/>
                  </a:lnTo>
                  <a:lnTo>
                    <a:pt x="68" y="31"/>
                  </a:lnTo>
                  <a:lnTo>
                    <a:pt x="89" y="44"/>
                  </a:lnTo>
                  <a:lnTo>
                    <a:pt x="109" y="63"/>
                  </a:lnTo>
                  <a:lnTo>
                    <a:pt x="129" y="83"/>
                  </a:lnTo>
                  <a:lnTo>
                    <a:pt x="148" y="106"/>
                  </a:lnTo>
                  <a:lnTo>
                    <a:pt x="164" y="133"/>
                  </a:lnTo>
                  <a:lnTo>
                    <a:pt x="180" y="162"/>
                  </a:lnTo>
                  <a:lnTo>
                    <a:pt x="194" y="195"/>
                  </a:lnTo>
                  <a:lnTo>
                    <a:pt x="205" y="229"/>
                  </a:lnTo>
                  <a:lnTo>
                    <a:pt x="216" y="264"/>
                  </a:lnTo>
                  <a:lnTo>
                    <a:pt x="224" y="303"/>
                  </a:lnTo>
                  <a:lnTo>
                    <a:pt x="230" y="343"/>
                  </a:lnTo>
                  <a:lnTo>
                    <a:pt x="233" y="384"/>
                  </a:lnTo>
                  <a:lnTo>
                    <a:pt x="235" y="426"/>
                  </a:lnTo>
                  <a:lnTo>
                    <a:pt x="246"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3295" name="Freeform 63"/>
            <p:cNvSpPr>
              <a:spLocks/>
            </p:cNvSpPr>
            <p:nvPr/>
          </p:nvSpPr>
          <p:spPr bwMode="auto">
            <a:xfrm>
              <a:off x="1392" y="2203"/>
              <a:ext cx="49" cy="85"/>
            </a:xfrm>
            <a:custGeom>
              <a:avLst/>
              <a:gdLst>
                <a:gd name="T0" fmla="*/ 0 w 246"/>
                <a:gd name="T1" fmla="*/ 3 h 424"/>
                <a:gd name="T2" fmla="*/ 0 w 246"/>
                <a:gd name="T3" fmla="*/ 3 h 424"/>
                <a:gd name="T4" fmla="*/ 0 w 246"/>
                <a:gd name="T5" fmla="*/ 3 h 424"/>
                <a:gd name="T6" fmla="*/ 0 w 246"/>
                <a:gd name="T7" fmla="*/ 3 h 424"/>
                <a:gd name="T8" fmla="*/ 1 w 246"/>
                <a:gd name="T9" fmla="*/ 3 h 424"/>
                <a:gd name="T10" fmla="*/ 1 w 246"/>
                <a:gd name="T11" fmla="*/ 3 h 424"/>
                <a:gd name="T12" fmla="*/ 1 w 246"/>
                <a:gd name="T13" fmla="*/ 3 h 424"/>
                <a:gd name="T14" fmla="*/ 1 w 246"/>
                <a:gd name="T15" fmla="*/ 3 h 424"/>
                <a:gd name="T16" fmla="*/ 1 w 246"/>
                <a:gd name="T17" fmla="*/ 3 h 424"/>
                <a:gd name="T18" fmla="*/ 1 w 246"/>
                <a:gd name="T19" fmla="*/ 2 h 424"/>
                <a:gd name="T20" fmla="*/ 2 w 246"/>
                <a:gd name="T21" fmla="*/ 2 h 424"/>
                <a:gd name="T22" fmla="*/ 2 w 246"/>
                <a:gd name="T23" fmla="*/ 2 h 424"/>
                <a:gd name="T24" fmla="*/ 2 w 246"/>
                <a:gd name="T25" fmla="*/ 2 h 424"/>
                <a:gd name="T26" fmla="*/ 2 w 246"/>
                <a:gd name="T27" fmla="*/ 1 h 424"/>
                <a:gd name="T28" fmla="*/ 2 w 246"/>
                <a:gd name="T29" fmla="*/ 1 h 424"/>
                <a:gd name="T30" fmla="*/ 2 w 246"/>
                <a:gd name="T31" fmla="*/ 1 h 424"/>
                <a:gd name="T32" fmla="*/ 2 w 246"/>
                <a:gd name="T33" fmla="*/ 0 h 424"/>
                <a:gd name="T34" fmla="*/ 2 w 246"/>
                <a:gd name="T35" fmla="*/ 0 h 424"/>
                <a:gd name="T36" fmla="*/ 2 w 246"/>
                <a:gd name="T37" fmla="*/ 0 h 424"/>
                <a:gd name="T38" fmla="*/ 2 w 246"/>
                <a:gd name="T39" fmla="*/ 0 h 424"/>
                <a:gd name="T40" fmla="*/ 2 w 246"/>
                <a:gd name="T41" fmla="*/ 1 h 424"/>
                <a:gd name="T42" fmla="*/ 2 w 246"/>
                <a:gd name="T43" fmla="*/ 1 h 424"/>
                <a:gd name="T44" fmla="*/ 2 w 246"/>
                <a:gd name="T45" fmla="*/ 1 h 424"/>
                <a:gd name="T46" fmla="*/ 2 w 246"/>
                <a:gd name="T47" fmla="*/ 2 h 424"/>
                <a:gd name="T48" fmla="*/ 2 w 246"/>
                <a:gd name="T49" fmla="*/ 2 h 424"/>
                <a:gd name="T50" fmla="*/ 1 w 246"/>
                <a:gd name="T51" fmla="*/ 2 h 424"/>
                <a:gd name="T52" fmla="*/ 1 w 246"/>
                <a:gd name="T53" fmla="*/ 2 h 424"/>
                <a:gd name="T54" fmla="*/ 1 w 246"/>
                <a:gd name="T55" fmla="*/ 3 h 424"/>
                <a:gd name="T56" fmla="*/ 1 w 246"/>
                <a:gd name="T57" fmla="*/ 3 h 424"/>
                <a:gd name="T58" fmla="*/ 1 w 246"/>
                <a:gd name="T59" fmla="*/ 3 h 424"/>
                <a:gd name="T60" fmla="*/ 1 w 246"/>
                <a:gd name="T61" fmla="*/ 3 h 424"/>
                <a:gd name="T62" fmla="*/ 1 w 246"/>
                <a:gd name="T63" fmla="*/ 3 h 424"/>
                <a:gd name="T64" fmla="*/ 0 w 246"/>
                <a:gd name="T65" fmla="*/ 3 h 424"/>
                <a:gd name="T66" fmla="*/ 0 w 246"/>
                <a:gd name="T67" fmla="*/ 3 h 424"/>
                <a:gd name="T68" fmla="*/ 0 w 246"/>
                <a:gd name="T69" fmla="*/ 3 h 424"/>
                <a:gd name="T70" fmla="*/ 0 w 246"/>
                <a:gd name="T71" fmla="*/ 3 h 424"/>
                <a:gd name="T72" fmla="*/ 0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0" y="424"/>
                  </a:moveTo>
                  <a:lnTo>
                    <a:pt x="0" y="424"/>
                  </a:lnTo>
                  <a:lnTo>
                    <a:pt x="26" y="422"/>
                  </a:lnTo>
                  <a:lnTo>
                    <a:pt x="51" y="416"/>
                  </a:lnTo>
                  <a:lnTo>
                    <a:pt x="75" y="406"/>
                  </a:lnTo>
                  <a:lnTo>
                    <a:pt x="96" y="390"/>
                  </a:lnTo>
                  <a:lnTo>
                    <a:pt x="119" y="373"/>
                  </a:lnTo>
                  <a:lnTo>
                    <a:pt x="139" y="351"/>
                  </a:lnTo>
                  <a:lnTo>
                    <a:pt x="157" y="326"/>
                  </a:lnTo>
                  <a:lnTo>
                    <a:pt x="175" y="299"/>
                  </a:lnTo>
                  <a:lnTo>
                    <a:pt x="191" y="269"/>
                  </a:lnTo>
                  <a:lnTo>
                    <a:pt x="205" y="236"/>
                  </a:lnTo>
                  <a:lnTo>
                    <a:pt x="217" y="202"/>
                  </a:lnTo>
                  <a:lnTo>
                    <a:pt x="228" y="163"/>
                  </a:lnTo>
                  <a:lnTo>
                    <a:pt x="236" y="125"/>
                  </a:lnTo>
                  <a:lnTo>
                    <a:pt x="242" y="86"/>
                  </a:lnTo>
                  <a:lnTo>
                    <a:pt x="245" y="42"/>
                  </a:lnTo>
                  <a:lnTo>
                    <a:pt x="246" y="0"/>
                  </a:lnTo>
                  <a:lnTo>
                    <a:pt x="235" y="0"/>
                  </a:lnTo>
                  <a:lnTo>
                    <a:pt x="233" y="42"/>
                  </a:lnTo>
                  <a:lnTo>
                    <a:pt x="230" y="83"/>
                  </a:lnTo>
                  <a:lnTo>
                    <a:pt x="224" y="123"/>
                  </a:lnTo>
                  <a:lnTo>
                    <a:pt x="216" y="161"/>
                  </a:lnTo>
                  <a:lnTo>
                    <a:pt x="205" y="197"/>
                  </a:lnTo>
                  <a:lnTo>
                    <a:pt x="194" y="231"/>
                  </a:lnTo>
                  <a:lnTo>
                    <a:pt x="180" y="264"/>
                  </a:lnTo>
                  <a:lnTo>
                    <a:pt x="166" y="292"/>
                  </a:lnTo>
                  <a:lnTo>
                    <a:pt x="148" y="319"/>
                  </a:lnTo>
                  <a:lnTo>
                    <a:pt x="129" y="344"/>
                  </a:lnTo>
                  <a:lnTo>
                    <a:pt x="109" y="364"/>
                  </a:lnTo>
                  <a:lnTo>
                    <a:pt x="89" y="381"/>
                  </a:lnTo>
                  <a:lnTo>
                    <a:pt x="68" y="394"/>
                  </a:lnTo>
                  <a:lnTo>
                    <a:pt x="46" y="405"/>
                  </a:lnTo>
                  <a:lnTo>
                    <a:pt x="24" y="410"/>
                  </a:lnTo>
                  <a:lnTo>
                    <a:pt x="0" y="413"/>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3296" name="Freeform 64"/>
            <p:cNvSpPr>
              <a:spLocks/>
            </p:cNvSpPr>
            <p:nvPr/>
          </p:nvSpPr>
          <p:spPr bwMode="auto">
            <a:xfrm>
              <a:off x="1343" y="2203"/>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2" y="42"/>
                  </a:lnTo>
                  <a:lnTo>
                    <a:pt x="5" y="86"/>
                  </a:lnTo>
                  <a:lnTo>
                    <a:pt x="11" y="125"/>
                  </a:lnTo>
                  <a:lnTo>
                    <a:pt x="19" y="163"/>
                  </a:lnTo>
                  <a:lnTo>
                    <a:pt x="30" y="202"/>
                  </a:lnTo>
                  <a:lnTo>
                    <a:pt x="41" y="236"/>
                  </a:lnTo>
                  <a:lnTo>
                    <a:pt x="56" y="269"/>
                  </a:lnTo>
                  <a:lnTo>
                    <a:pt x="72" y="299"/>
                  </a:lnTo>
                  <a:lnTo>
                    <a:pt x="90" y="326"/>
                  </a:lnTo>
                  <a:lnTo>
                    <a:pt x="108" y="351"/>
                  </a:lnTo>
                  <a:lnTo>
                    <a:pt x="127" y="373"/>
                  </a:lnTo>
                  <a:lnTo>
                    <a:pt x="149" y="390"/>
                  </a:lnTo>
                  <a:lnTo>
                    <a:pt x="172" y="406"/>
                  </a:lnTo>
                  <a:lnTo>
                    <a:pt x="195" y="416"/>
                  </a:lnTo>
                  <a:lnTo>
                    <a:pt x="220" y="422"/>
                  </a:lnTo>
                  <a:lnTo>
                    <a:pt x="245" y="424"/>
                  </a:lnTo>
                  <a:lnTo>
                    <a:pt x="245" y="413"/>
                  </a:lnTo>
                  <a:lnTo>
                    <a:pt x="222" y="410"/>
                  </a:lnTo>
                  <a:lnTo>
                    <a:pt x="200" y="405"/>
                  </a:lnTo>
                  <a:lnTo>
                    <a:pt x="179" y="394"/>
                  </a:lnTo>
                  <a:lnTo>
                    <a:pt x="156" y="381"/>
                  </a:lnTo>
                  <a:lnTo>
                    <a:pt x="136" y="364"/>
                  </a:lnTo>
                  <a:lnTo>
                    <a:pt x="118" y="344"/>
                  </a:lnTo>
                  <a:lnTo>
                    <a:pt x="99" y="319"/>
                  </a:lnTo>
                  <a:lnTo>
                    <a:pt x="81" y="292"/>
                  </a:lnTo>
                  <a:lnTo>
                    <a:pt x="67" y="264"/>
                  </a:lnTo>
                  <a:lnTo>
                    <a:pt x="53" y="231"/>
                  </a:lnTo>
                  <a:lnTo>
                    <a:pt x="41" y="197"/>
                  </a:lnTo>
                  <a:lnTo>
                    <a:pt x="31" y="161"/>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3297" name="Freeform 65"/>
            <p:cNvSpPr>
              <a:spLocks/>
            </p:cNvSpPr>
            <p:nvPr/>
          </p:nvSpPr>
          <p:spPr bwMode="auto">
            <a:xfrm>
              <a:off x="1343" y="2118"/>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1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20" y="3"/>
                  </a:lnTo>
                  <a:lnTo>
                    <a:pt x="195" y="9"/>
                  </a:lnTo>
                  <a:lnTo>
                    <a:pt x="172" y="19"/>
                  </a:lnTo>
                  <a:lnTo>
                    <a:pt x="149" y="34"/>
                  </a:lnTo>
                  <a:lnTo>
                    <a:pt x="127" y="53"/>
                  </a:lnTo>
                  <a:lnTo>
                    <a:pt x="108" y="75"/>
                  </a:lnTo>
                  <a:lnTo>
                    <a:pt x="90" y="99"/>
                  </a:lnTo>
                  <a:lnTo>
                    <a:pt x="71" y="126"/>
                  </a:lnTo>
                  <a:lnTo>
                    <a:pt x="56" y="158"/>
                  </a:lnTo>
                  <a:lnTo>
                    <a:pt x="41" y="190"/>
                  </a:lnTo>
                  <a:lnTo>
                    <a:pt x="30" y="224"/>
                  </a:lnTo>
                  <a:lnTo>
                    <a:pt x="19" y="262"/>
                  </a:lnTo>
                  <a:lnTo>
                    <a:pt x="11" y="301"/>
                  </a:lnTo>
                  <a:lnTo>
                    <a:pt x="5" y="340"/>
                  </a:lnTo>
                  <a:lnTo>
                    <a:pt x="2" y="384"/>
                  </a:lnTo>
                  <a:lnTo>
                    <a:pt x="0" y="426"/>
                  </a:lnTo>
                  <a:lnTo>
                    <a:pt x="12" y="426"/>
                  </a:lnTo>
                  <a:lnTo>
                    <a:pt x="13" y="384"/>
                  </a:lnTo>
                  <a:lnTo>
                    <a:pt x="17" y="343"/>
                  </a:lnTo>
                  <a:lnTo>
                    <a:pt x="23" y="303"/>
                  </a:lnTo>
                  <a:lnTo>
                    <a:pt x="31" y="264"/>
                  </a:lnTo>
                  <a:lnTo>
                    <a:pt x="41" y="229"/>
                  </a:lnTo>
                  <a:lnTo>
                    <a:pt x="53" y="195"/>
                  </a:lnTo>
                  <a:lnTo>
                    <a:pt x="67" y="162"/>
                  </a:lnTo>
                  <a:lnTo>
                    <a:pt x="82" y="133"/>
                  </a:lnTo>
                  <a:lnTo>
                    <a:pt x="99" y="106"/>
                  </a:lnTo>
                  <a:lnTo>
                    <a:pt x="118" y="83"/>
                  </a:lnTo>
                  <a:lnTo>
                    <a:pt x="136" y="63"/>
                  </a:lnTo>
                  <a:lnTo>
                    <a:pt x="156" y="44"/>
                  </a:lnTo>
                  <a:lnTo>
                    <a:pt x="179" y="31"/>
                  </a:lnTo>
                  <a:lnTo>
                    <a:pt x="200" y="20"/>
                  </a:lnTo>
                  <a:lnTo>
                    <a:pt x="222" y="15"/>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3298" name="Freeform 66"/>
            <p:cNvSpPr>
              <a:spLocks/>
            </p:cNvSpPr>
            <p:nvPr/>
          </p:nvSpPr>
          <p:spPr bwMode="auto">
            <a:xfrm>
              <a:off x="1384" y="1859"/>
              <a:ext cx="49" cy="84"/>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1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3" y="382"/>
                  </a:lnTo>
                  <a:lnTo>
                    <a:pt x="240" y="339"/>
                  </a:lnTo>
                  <a:lnTo>
                    <a:pt x="234" y="299"/>
                  </a:lnTo>
                  <a:lnTo>
                    <a:pt x="226" y="261"/>
                  </a:lnTo>
                  <a:lnTo>
                    <a:pt x="215" y="222"/>
                  </a:lnTo>
                  <a:lnTo>
                    <a:pt x="204" y="188"/>
                  </a:lnTo>
                  <a:lnTo>
                    <a:pt x="189" y="156"/>
                  </a:lnTo>
                  <a:lnTo>
                    <a:pt x="173" y="125"/>
                  </a:lnTo>
                  <a:lnTo>
                    <a:pt x="155" y="98"/>
                  </a:lnTo>
                  <a:lnTo>
                    <a:pt x="138" y="74"/>
                  </a:lnTo>
                  <a:lnTo>
                    <a:pt x="118" y="51"/>
                  </a:lnTo>
                  <a:lnTo>
                    <a:pt x="96" y="34"/>
                  </a:lnTo>
                  <a:lnTo>
                    <a:pt x="73" y="18"/>
                  </a:lnTo>
                  <a:lnTo>
                    <a:pt x="50" y="8"/>
                  </a:lnTo>
                  <a:lnTo>
                    <a:pt x="25" y="2"/>
                  </a:lnTo>
                  <a:lnTo>
                    <a:pt x="0" y="0"/>
                  </a:lnTo>
                  <a:lnTo>
                    <a:pt x="0" y="11"/>
                  </a:lnTo>
                  <a:lnTo>
                    <a:pt x="23" y="14"/>
                  </a:lnTo>
                  <a:lnTo>
                    <a:pt x="45" y="20"/>
                  </a:lnTo>
                  <a:lnTo>
                    <a:pt x="66" y="30"/>
                  </a:lnTo>
                  <a:lnTo>
                    <a:pt x="89" y="43"/>
                  </a:lnTo>
                  <a:lnTo>
                    <a:pt x="109" y="61"/>
                  </a:lnTo>
                  <a:lnTo>
                    <a:pt x="129" y="81"/>
                  </a:lnTo>
                  <a:lnTo>
                    <a:pt x="146" y="105"/>
                  </a:lnTo>
                  <a:lnTo>
                    <a:pt x="164" y="132"/>
                  </a:lnTo>
                  <a:lnTo>
                    <a:pt x="178" y="160"/>
                  </a:lnTo>
                  <a:lnTo>
                    <a:pt x="192" y="193"/>
                  </a:lnTo>
                  <a:lnTo>
                    <a:pt x="204" y="227"/>
                  </a:lnTo>
                  <a:lnTo>
                    <a:pt x="214" y="264"/>
                  </a:lnTo>
                  <a:lnTo>
                    <a:pt x="222" y="301"/>
                  </a:lnTo>
                  <a:lnTo>
                    <a:pt x="228"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3299" name="Freeform 67"/>
            <p:cNvSpPr>
              <a:spLocks/>
            </p:cNvSpPr>
            <p:nvPr/>
          </p:nvSpPr>
          <p:spPr bwMode="auto">
            <a:xfrm>
              <a:off x="1384" y="1943"/>
              <a:ext cx="49" cy="86"/>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5" y="423"/>
                  </a:lnTo>
                  <a:lnTo>
                    <a:pt x="50" y="418"/>
                  </a:lnTo>
                  <a:lnTo>
                    <a:pt x="73" y="407"/>
                  </a:lnTo>
                  <a:lnTo>
                    <a:pt x="96" y="392"/>
                  </a:lnTo>
                  <a:lnTo>
                    <a:pt x="118" y="374"/>
                  </a:lnTo>
                  <a:lnTo>
                    <a:pt x="138" y="352"/>
                  </a:lnTo>
                  <a:lnTo>
                    <a:pt x="155" y="327"/>
                  </a:lnTo>
                  <a:lnTo>
                    <a:pt x="174" y="300"/>
                  </a:lnTo>
                  <a:lnTo>
                    <a:pt x="189" y="269"/>
                  </a:lnTo>
                  <a:lnTo>
                    <a:pt x="204" y="237"/>
                  </a:lnTo>
                  <a:lnTo>
                    <a:pt x="215" y="202"/>
                  </a:lnTo>
                  <a:lnTo>
                    <a:pt x="226" y="164"/>
                  </a:lnTo>
                  <a:lnTo>
                    <a:pt x="234" y="126"/>
                  </a:lnTo>
                  <a:lnTo>
                    <a:pt x="240" y="86"/>
                  </a:lnTo>
                  <a:lnTo>
                    <a:pt x="243" y="42"/>
                  </a:lnTo>
                  <a:lnTo>
                    <a:pt x="245" y="0"/>
                  </a:lnTo>
                  <a:lnTo>
                    <a:pt x="233" y="0"/>
                  </a:lnTo>
                  <a:lnTo>
                    <a:pt x="232" y="42"/>
                  </a:lnTo>
                  <a:lnTo>
                    <a:pt x="228" y="83"/>
                  </a:lnTo>
                  <a:lnTo>
                    <a:pt x="222" y="123"/>
                  </a:lnTo>
                  <a:lnTo>
                    <a:pt x="214" y="162"/>
                  </a:lnTo>
                  <a:lnTo>
                    <a:pt x="204" y="197"/>
                  </a:lnTo>
                  <a:lnTo>
                    <a:pt x="192" y="232"/>
                  </a:lnTo>
                  <a:lnTo>
                    <a:pt x="178" y="264"/>
                  </a:lnTo>
                  <a:lnTo>
                    <a:pt x="163" y="293"/>
                  </a:lnTo>
                  <a:lnTo>
                    <a:pt x="146" y="320"/>
                  </a:lnTo>
                  <a:lnTo>
                    <a:pt x="129" y="345"/>
                  </a:lnTo>
                  <a:lnTo>
                    <a:pt x="109" y="365"/>
                  </a:lnTo>
                  <a:lnTo>
                    <a:pt x="89" y="382"/>
                  </a:lnTo>
                  <a:lnTo>
                    <a:pt x="66" y="395"/>
                  </a:lnTo>
                  <a:lnTo>
                    <a:pt x="45" y="406"/>
                  </a:lnTo>
                  <a:lnTo>
                    <a:pt x="23"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3300" name="Freeform 68"/>
            <p:cNvSpPr>
              <a:spLocks/>
            </p:cNvSpPr>
            <p:nvPr/>
          </p:nvSpPr>
          <p:spPr bwMode="auto">
            <a:xfrm>
              <a:off x="1335" y="1943"/>
              <a:ext cx="49" cy="86"/>
            </a:xfrm>
            <a:custGeom>
              <a:avLst/>
              <a:gdLst>
                <a:gd name="T0" fmla="*/ 0 w 246"/>
                <a:gd name="T1" fmla="*/ 0 h 426"/>
                <a:gd name="T2" fmla="*/ 0 w 246"/>
                <a:gd name="T3" fmla="*/ 0 h 426"/>
                <a:gd name="T4" fmla="*/ 0 w 246"/>
                <a:gd name="T5" fmla="*/ 0 h 426"/>
                <a:gd name="T6" fmla="*/ 0 w 246"/>
                <a:gd name="T7" fmla="*/ 1 h 426"/>
                <a:gd name="T8" fmla="*/ 0 w 246"/>
                <a:gd name="T9" fmla="*/ 1 h 426"/>
                <a:gd name="T10" fmla="*/ 0 w 246"/>
                <a:gd name="T11" fmla="*/ 1 h 426"/>
                <a:gd name="T12" fmla="*/ 0 w 246"/>
                <a:gd name="T13" fmla="*/ 2 h 426"/>
                <a:gd name="T14" fmla="*/ 0 w 246"/>
                <a:gd name="T15" fmla="*/ 2 h 426"/>
                <a:gd name="T16" fmla="*/ 0 w 246"/>
                <a:gd name="T17" fmla="*/ 2 h 426"/>
                <a:gd name="T18" fmla="*/ 1 w 246"/>
                <a:gd name="T19" fmla="*/ 2 h 426"/>
                <a:gd name="T20" fmla="*/ 1 w 246"/>
                <a:gd name="T21" fmla="*/ 3 h 426"/>
                <a:gd name="T22" fmla="*/ 1 w 246"/>
                <a:gd name="T23" fmla="*/ 3 h 426"/>
                <a:gd name="T24" fmla="*/ 1 w 246"/>
                <a:gd name="T25" fmla="*/ 3 h 426"/>
                <a:gd name="T26" fmla="*/ 1 w 246"/>
                <a:gd name="T27" fmla="*/ 3 h 426"/>
                <a:gd name="T28" fmla="*/ 1 w 246"/>
                <a:gd name="T29" fmla="*/ 3 h 426"/>
                <a:gd name="T30" fmla="*/ 2 w 246"/>
                <a:gd name="T31" fmla="*/ 3 h 426"/>
                <a:gd name="T32" fmla="*/ 2 w 246"/>
                <a:gd name="T33" fmla="*/ 3 h 426"/>
                <a:gd name="T34" fmla="*/ 2 w 246"/>
                <a:gd name="T35" fmla="*/ 3 h 426"/>
                <a:gd name="T36" fmla="*/ 2 w 246"/>
                <a:gd name="T37" fmla="*/ 3 h 426"/>
                <a:gd name="T38" fmla="*/ 2 w 246"/>
                <a:gd name="T39" fmla="*/ 3 h 426"/>
                <a:gd name="T40" fmla="*/ 2 w 246"/>
                <a:gd name="T41" fmla="*/ 3 h 426"/>
                <a:gd name="T42" fmla="*/ 1 w 246"/>
                <a:gd name="T43" fmla="*/ 3 h 426"/>
                <a:gd name="T44" fmla="*/ 1 w 246"/>
                <a:gd name="T45" fmla="*/ 3 h 426"/>
                <a:gd name="T46" fmla="*/ 1 w 246"/>
                <a:gd name="T47" fmla="*/ 3 h 426"/>
                <a:gd name="T48" fmla="*/ 1 w 246"/>
                <a:gd name="T49" fmla="*/ 3 h 426"/>
                <a:gd name="T50" fmla="*/ 1 w 246"/>
                <a:gd name="T51" fmla="*/ 3 h 426"/>
                <a:gd name="T52" fmla="*/ 1 w 246"/>
                <a:gd name="T53" fmla="*/ 2 h 426"/>
                <a:gd name="T54" fmla="*/ 1 w 246"/>
                <a:gd name="T55" fmla="*/ 2 h 426"/>
                <a:gd name="T56" fmla="*/ 0 w 246"/>
                <a:gd name="T57" fmla="*/ 2 h 426"/>
                <a:gd name="T58" fmla="*/ 0 w 246"/>
                <a:gd name="T59" fmla="*/ 2 h 426"/>
                <a:gd name="T60" fmla="*/ 0 w 246"/>
                <a:gd name="T61" fmla="*/ 1 h 426"/>
                <a:gd name="T62" fmla="*/ 0 w 246"/>
                <a:gd name="T63" fmla="*/ 1 h 426"/>
                <a:gd name="T64" fmla="*/ 0 w 246"/>
                <a:gd name="T65" fmla="*/ 1 h 426"/>
                <a:gd name="T66" fmla="*/ 0 w 246"/>
                <a:gd name="T67" fmla="*/ 0 h 426"/>
                <a:gd name="T68" fmla="*/ 0 w 246"/>
                <a:gd name="T69" fmla="*/ 0 h 426"/>
                <a:gd name="T70" fmla="*/ 0 w 246"/>
                <a:gd name="T71" fmla="*/ 0 h 426"/>
                <a:gd name="T72" fmla="*/ 0 w 246"/>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0"/>
                  </a:moveTo>
                  <a:lnTo>
                    <a:pt x="0" y="0"/>
                  </a:lnTo>
                  <a:lnTo>
                    <a:pt x="1" y="42"/>
                  </a:lnTo>
                  <a:lnTo>
                    <a:pt x="4" y="86"/>
                  </a:lnTo>
                  <a:lnTo>
                    <a:pt x="10" y="126"/>
                  </a:lnTo>
                  <a:lnTo>
                    <a:pt x="18" y="164"/>
                  </a:lnTo>
                  <a:lnTo>
                    <a:pt x="29" y="202"/>
                  </a:lnTo>
                  <a:lnTo>
                    <a:pt x="41" y="237"/>
                  </a:lnTo>
                  <a:lnTo>
                    <a:pt x="55" y="269"/>
                  </a:lnTo>
                  <a:lnTo>
                    <a:pt x="71" y="300"/>
                  </a:lnTo>
                  <a:lnTo>
                    <a:pt x="89" y="327"/>
                  </a:lnTo>
                  <a:lnTo>
                    <a:pt x="107" y="352"/>
                  </a:lnTo>
                  <a:lnTo>
                    <a:pt x="127" y="374"/>
                  </a:lnTo>
                  <a:lnTo>
                    <a:pt x="150" y="392"/>
                  </a:lnTo>
                  <a:lnTo>
                    <a:pt x="171" y="407"/>
                  </a:lnTo>
                  <a:lnTo>
                    <a:pt x="195" y="418"/>
                  </a:lnTo>
                  <a:lnTo>
                    <a:pt x="220" y="423"/>
                  </a:lnTo>
                  <a:lnTo>
                    <a:pt x="246" y="426"/>
                  </a:lnTo>
                  <a:lnTo>
                    <a:pt x="246" y="414"/>
                  </a:lnTo>
                  <a:lnTo>
                    <a:pt x="222" y="412"/>
                  </a:lnTo>
                  <a:lnTo>
                    <a:pt x="200" y="406"/>
                  </a:lnTo>
                  <a:lnTo>
                    <a:pt x="178" y="395"/>
                  </a:lnTo>
                  <a:lnTo>
                    <a:pt x="157" y="382"/>
                  </a:lnTo>
                  <a:lnTo>
                    <a:pt x="137" y="365"/>
                  </a:lnTo>
                  <a:lnTo>
                    <a:pt x="117" y="345"/>
                  </a:lnTo>
                  <a:lnTo>
                    <a:pt x="98" y="320"/>
                  </a:lnTo>
                  <a:lnTo>
                    <a:pt x="83" y="293"/>
                  </a:lnTo>
                  <a:lnTo>
                    <a:pt x="66" y="264"/>
                  </a:lnTo>
                  <a:lnTo>
                    <a:pt x="52" y="232"/>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3301" name="Freeform 69"/>
            <p:cNvSpPr>
              <a:spLocks/>
            </p:cNvSpPr>
            <p:nvPr/>
          </p:nvSpPr>
          <p:spPr bwMode="auto">
            <a:xfrm>
              <a:off x="1335" y="1859"/>
              <a:ext cx="49" cy="84"/>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1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0" y="2"/>
                  </a:lnTo>
                  <a:lnTo>
                    <a:pt x="195" y="8"/>
                  </a:lnTo>
                  <a:lnTo>
                    <a:pt x="171" y="18"/>
                  </a:lnTo>
                  <a:lnTo>
                    <a:pt x="150" y="34"/>
                  </a:lnTo>
                  <a:lnTo>
                    <a:pt x="127" y="51"/>
                  </a:lnTo>
                  <a:lnTo>
                    <a:pt x="107" y="74"/>
                  </a:lnTo>
                  <a:lnTo>
                    <a:pt x="89" y="98"/>
                  </a:lnTo>
                  <a:lnTo>
                    <a:pt x="72" y="125"/>
                  </a:lnTo>
                  <a:lnTo>
                    <a:pt x="55" y="156"/>
                  </a:lnTo>
                  <a:lnTo>
                    <a:pt x="41" y="188"/>
                  </a:lnTo>
                  <a:lnTo>
                    <a:pt x="29" y="222"/>
                  </a:lnTo>
                  <a:lnTo>
                    <a:pt x="18" y="261"/>
                  </a:lnTo>
                  <a:lnTo>
                    <a:pt x="10" y="299"/>
                  </a:lnTo>
                  <a:lnTo>
                    <a:pt x="4" y="339"/>
                  </a:lnTo>
                  <a:lnTo>
                    <a:pt x="1" y="382"/>
                  </a:lnTo>
                  <a:lnTo>
                    <a:pt x="0" y="424"/>
                  </a:lnTo>
                  <a:lnTo>
                    <a:pt x="11" y="424"/>
                  </a:lnTo>
                  <a:lnTo>
                    <a:pt x="13" y="382"/>
                  </a:lnTo>
                  <a:lnTo>
                    <a:pt x="16" y="341"/>
                  </a:lnTo>
                  <a:lnTo>
                    <a:pt x="22" y="301"/>
                  </a:lnTo>
                  <a:lnTo>
                    <a:pt x="30" y="264"/>
                  </a:lnTo>
                  <a:lnTo>
                    <a:pt x="41" y="227"/>
                  </a:lnTo>
                  <a:lnTo>
                    <a:pt x="52" y="193"/>
                  </a:lnTo>
                  <a:lnTo>
                    <a:pt x="66" y="160"/>
                  </a:lnTo>
                  <a:lnTo>
                    <a:pt x="82" y="132"/>
                  </a:lnTo>
                  <a:lnTo>
                    <a:pt x="98" y="105"/>
                  </a:lnTo>
                  <a:lnTo>
                    <a:pt x="117" y="81"/>
                  </a:lnTo>
                  <a:lnTo>
                    <a:pt x="137" y="61"/>
                  </a:lnTo>
                  <a:lnTo>
                    <a:pt x="157" y="43"/>
                  </a:lnTo>
                  <a:lnTo>
                    <a:pt x="178" y="30"/>
                  </a:lnTo>
                  <a:lnTo>
                    <a:pt x="200" y="20"/>
                  </a:lnTo>
                  <a:lnTo>
                    <a:pt x="222" y="14"/>
                  </a:lnTo>
                  <a:lnTo>
                    <a:pt x="246" y="11"/>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3302" name="Freeform 70"/>
            <p:cNvSpPr>
              <a:spLocks/>
            </p:cNvSpPr>
            <p:nvPr/>
          </p:nvSpPr>
          <p:spPr bwMode="auto">
            <a:xfrm>
              <a:off x="1552" y="1751"/>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1" y="339"/>
                  </a:lnTo>
                  <a:lnTo>
                    <a:pt x="235" y="299"/>
                  </a:lnTo>
                  <a:lnTo>
                    <a:pt x="226" y="261"/>
                  </a:lnTo>
                  <a:lnTo>
                    <a:pt x="216" y="223"/>
                  </a:lnTo>
                  <a:lnTo>
                    <a:pt x="204" y="189"/>
                  </a:lnTo>
                  <a:lnTo>
                    <a:pt x="190" y="156"/>
                  </a:lnTo>
                  <a:lnTo>
                    <a:pt x="174" y="125"/>
                  </a:lnTo>
                  <a:lnTo>
                    <a:pt x="156" y="98"/>
                  </a:lnTo>
                  <a:lnTo>
                    <a:pt x="137" y="74"/>
                  </a:lnTo>
                  <a:lnTo>
                    <a:pt x="119" y="52"/>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8" y="81"/>
                  </a:lnTo>
                  <a:lnTo>
                    <a:pt x="147" y="105"/>
                  </a:lnTo>
                  <a:lnTo>
                    <a:pt x="164" y="132"/>
                  </a:lnTo>
                  <a:lnTo>
                    <a:pt x="178" y="161"/>
                  </a:lnTo>
                  <a:lnTo>
                    <a:pt x="193" y="193"/>
                  </a:lnTo>
                  <a:lnTo>
                    <a:pt x="204" y="227"/>
                  </a:lnTo>
                  <a:lnTo>
                    <a:pt x="215" y="264"/>
                  </a:lnTo>
                  <a:lnTo>
                    <a:pt x="223" y="301"/>
                  </a:lnTo>
                  <a:lnTo>
                    <a:pt x="229" y="341"/>
                  </a:lnTo>
                  <a:lnTo>
                    <a:pt x="232" y="382"/>
                  </a:lnTo>
                  <a:lnTo>
                    <a:pt x="234"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3303" name="Freeform 71"/>
            <p:cNvSpPr>
              <a:spLocks/>
            </p:cNvSpPr>
            <p:nvPr/>
          </p:nvSpPr>
          <p:spPr bwMode="auto">
            <a:xfrm>
              <a:off x="1552" y="1836"/>
              <a:ext cx="49" cy="85"/>
            </a:xfrm>
            <a:custGeom>
              <a:avLst/>
              <a:gdLst>
                <a:gd name="T0" fmla="*/ 0 w 245"/>
                <a:gd name="T1" fmla="*/ 3 h 425"/>
                <a:gd name="T2" fmla="*/ 0 w 245"/>
                <a:gd name="T3" fmla="*/ 3 h 425"/>
                <a:gd name="T4" fmla="*/ 0 w 245"/>
                <a:gd name="T5" fmla="*/ 3 h 425"/>
                <a:gd name="T6" fmla="*/ 0 w 245"/>
                <a:gd name="T7" fmla="*/ 3 h 425"/>
                <a:gd name="T8" fmla="*/ 1 w 245"/>
                <a:gd name="T9" fmla="*/ 3 h 425"/>
                <a:gd name="T10" fmla="*/ 1 w 245"/>
                <a:gd name="T11" fmla="*/ 3 h 425"/>
                <a:gd name="T12" fmla="*/ 1 w 245"/>
                <a:gd name="T13" fmla="*/ 3 h 425"/>
                <a:gd name="T14" fmla="*/ 1 w 245"/>
                <a:gd name="T15" fmla="*/ 3 h 425"/>
                <a:gd name="T16" fmla="*/ 1 w 245"/>
                <a:gd name="T17" fmla="*/ 3 h 425"/>
                <a:gd name="T18" fmla="*/ 1 w 245"/>
                <a:gd name="T19" fmla="*/ 2 h 425"/>
                <a:gd name="T20" fmla="*/ 2 w 245"/>
                <a:gd name="T21" fmla="*/ 2 h 425"/>
                <a:gd name="T22" fmla="*/ 2 w 245"/>
                <a:gd name="T23" fmla="*/ 2 h 425"/>
                <a:gd name="T24" fmla="*/ 2 w 245"/>
                <a:gd name="T25" fmla="*/ 2 h 425"/>
                <a:gd name="T26" fmla="*/ 2 w 245"/>
                <a:gd name="T27" fmla="*/ 1 h 425"/>
                <a:gd name="T28" fmla="*/ 2 w 245"/>
                <a:gd name="T29" fmla="*/ 1 h 425"/>
                <a:gd name="T30" fmla="*/ 2 w 245"/>
                <a:gd name="T31" fmla="*/ 1 h 425"/>
                <a:gd name="T32" fmla="*/ 2 w 245"/>
                <a:gd name="T33" fmla="*/ 0 h 425"/>
                <a:gd name="T34" fmla="*/ 2 w 245"/>
                <a:gd name="T35" fmla="*/ 0 h 425"/>
                <a:gd name="T36" fmla="*/ 2 w 245"/>
                <a:gd name="T37" fmla="*/ 0 h 425"/>
                <a:gd name="T38" fmla="*/ 2 w 245"/>
                <a:gd name="T39" fmla="*/ 0 h 425"/>
                <a:gd name="T40" fmla="*/ 2 w 245"/>
                <a:gd name="T41" fmla="*/ 1 h 425"/>
                <a:gd name="T42" fmla="*/ 2 w 245"/>
                <a:gd name="T43" fmla="*/ 1 h 425"/>
                <a:gd name="T44" fmla="*/ 2 w 245"/>
                <a:gd name="T45" fmla="*/ 1 h 425"/>
                <a:gd name="T46" fmla="*/ 2 w 245"/>
                <a:gd name="T47" fmla="*/ 2 h 425"/>
                <a:gd name="T48" fmla="*/ 2 w 245"/>
                <a:gd name="T49" fmla="*/ 2 h 425"/>
                <a:gd name="T50" fmla="*/ 1 w 245"/>
                <a:gd name="T51" fmla="*/ 2 h 425"/>
                <a:gd name="T52" fmla="*/ 1 w 245"/>
                <a:gd name="T53" fmla="*/ 2 h 425"/>
                <a:gd name="T54" fmla="*/ 1 w 245"/>
                <a:gd name="T55" fmla="*/ 3 h 425"/>
                <a:gd name="T56" fmla="*/ 1 w 245"/>
                <a:gd name="T57" fmla="*/ 3 h 425"/>
                <a:gd name="T58" fmla="*/ 1 w 245"/>
                <a:gd name="T59" fmla="*/ 3 h 425"/>
                <a:gd name="T60" fmla="*/ 1 w 245"/>
                <a:gd name="T61" fmla="*/ 3 h 425"/>
                <a:gd name="T62" fmla="*/ 1 w 245"/>
                <a:gd name="T63" fmla="*/ 3 h 425"/>
                <a:gd name="T64" fmla="*/ 0 w 245"/>
                <a:gd name="T65" fmla="*/ 3 h 425"/>
                <a:gd name="T66" fmla="*/ 0 w 245"/>
                <a:gd name="T67" fmla="*/ 3 h 425"/>
                <a:gd name="T68" fmla="*/ 0 w 245"/>
                <a:gd name="T69" fmla="*/ 3 h 425"/>
                <a:gd name="T70" fmla="*/ 0 w 245"/>
                <a:gd name="T71" fmla="*/ 3 h 425"/>
                <a:gd name="T72" fmla="*/ 0 w 245"/>
                <a:gd name="T73" fmla="*/ 3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5"/>
                <a:gd name="T113" fmla="*/ 245 w 245"/>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5">
                  <a:moveTo>
                    <a:pt x="0" y="425"/>
                  </a:moveTo>
                  <a:lnTo>
                    <a:pt x="0" y="425"/>
                  </a:lnTo>
                  <a:lnTo>
                    <a:pt x="26" y="422"/>
                  </a:lnTo>
                  <a:lnTo>
                    <a:pt x="51" y="417"/>
                  </a:lnTo>
                  <a:lnTo>
                    <a:pt x="74" y="406"/>
                  </a:lnTo>
                  <a:lnTo>
                    <a:pt x="96" y="391"/>
                  </a:lnTo>
                  <a:lnTo>
                    <a:pt x="119" y="373"/>
                  </a:lnTo>
                  <a:lnTo>
                    <a:pt x="137" y="351"/>
                  </a:lnTo>
                  <a:lnTo>
                    <a:pt x="156" y="326"/>
                  </a:lnTo>
                  <a:lnTo>
                    <a:pt x="174" y="299"/>
                  </a:lnTo>
                  <a:lnTo>
                    <a:pt x="190" y="269"/>
                  </a:lnTo>
                  <a:lnTo>
                    <a:pt x="204" y="236"/>
                  </a:lnTo>
                  <a:lnTo>
                    <a:pt x="216" y="202"/>
                  </a:lnTo>
                  <a:lnTo>
                    <a:pt x="226" y="163"/>
                  </a:lnTo>
                  <a:lnTo>
                    <a:pt x="235" y="126"/>
                  </a:lnTo>
                  <a:lnTo>
                    <a:pt x="241" y="86"/>
                  </a:lnTo>
                  <a:lnTo>
                    <a:pt x="244" y="43"/>
                  </a:lnTo>
                  <a:lnTo>
                    <a:pt x="245" y="0"/>
                  </a:lnTo>
                  <a:lnTo>
                    <a:pt x="234" y="0"/>
                  </a:lnTo>
                  <a:lnTo>
                    <a:pt x="232" y="43"/>
                  </a:lnTo>
                  <a:lnTo>
                    <a:pt x="229" y="84"/>
                  </a:lnTo>
                  <a:lnTo>
                    <a:pt x="223" y="123"/>
                  </a:lnTo>
                  <a:lnTo>
                    <a:pt x="215" y="161"/>
                  </a:lnTo>
                  <a:lnTo>
                    <a:pt x="204" y="197"/>
                  </a:lnTo>
                  <a:lnTo>
                    <a:pt x="193" y="231"/>
                  </a:lnTo>
                  <a:lnTo>
                    <a:pt x="178" y="264"/>
                  </a:lnTo>
                  <a:lnTo>
                    <a:pt x="164" y="292"/>
                  </a:lnTo>
                  <a:lnTo>
                    <a:pt x="147" y="319"/>
                  </a:lnTo>
                  <a:lnTo>
                    <a:pt x="128" y="344"/>
                  </a:lnTo>
                  <a:lnTo>
                    <a:pt x="109" y="364"/>
                  </a:lnTo>
                  <a:lnTo>
                    <a:pt x="89" y="381"/>
                  </a:lnTo>
                  <a:lnTo>
                    <a:pt x="67" y="394"/>
                  </a:lnTo>
                  <a:lnTo>
                    <a:pt x="46" y="405"/>
                  </a:lnTo>
                  <a:lnTo>
                    <a:pt x="24" y="411"/>
                  </a:lnTo>
                  <a:lnTo>
                    <a:pt x="0" y="413"/>
                  </a:lnTo>
                  <a:lnTo>
                    <a:pt x="0" y="425"/>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3304" name="Freeform 72"/>
            <p:cNvSpPr>
              <a:spLocks/>
            </p:cNvSpPr>
            <p:nvPr/>
          </p:nvSpPr>
          <p:spPr bwMode="auto">
            <a:xfrm>
              <a:off x="1502" y="1836"/>
              <a:ext cx="50" cy="85"/>
            </a:xfrm>
            <a:custGeom>
              <a:avLst/>
              <a:gdLst>
                <a:gd name="T0" fmla="*/ 0 w 246"/>
                <a:gd name="T1" fmla="*/ 0 h 425"/>
                <a:gd name="T2" fmla="*/ 0 w 246"/>
                <a:gd name="T3" fmla="*/ 0 h 425"/>
                <a:gd name="T4" fmla="*/ 0 w 246"/>
                <a:gd name="T5" fmla="*/ 0 h 425"/>
                <a:gd name="T6" fmla="*/ 0 w 246"/>
                <a:gd name="T7" fmla="*/ 1 h 425"/>
                <a:gd name="T8" fmla="*/ 0 w 246"/>
                <a:gd name="T9" fmla="*/ 1 h 425"/>
                <a:gd name="T10" fmla="*/ 0 w 246"/>
                <a:gd name="T11" fmla="*/ 1 h 425"/>
                <a:gd name="T12" fmla="*/ 0 w 246"/>
                <a:gd name="T13" fmla="*/ 2 h 425"/>
                <a:gd name="T14" fmla="*/ 0 w 246"/>
                <a:gd name="T15" fmla="*/ 2 h 425"/>
                <a:gd name="T16" fmla="*/ 0 w 246"/>
                <a:gd name="T17" fmla="*/ 2 h 425"/>
                <a:gd name="T18" fmla="*/ 1 w 246"/>
                <a:gd name="T19" fmla="*/ 2 h 425"/>
                <a:gd name="T20" fmla="*/ 1 w 246"/>
                <a:gd name="T21" fmla="*/ 3 h 425"/>
                <a:gd name="T22" fmla="*/ 1 w 246"/>
                <a:gd name="T23" fmla="*/ 3 h 425"/>
                <a:gd name="T24" fmla="*/ 1 w 246"/>
                <a:gd name="T25" fmla="*/ 3 h 425"/>
                <a:gd name="T26" fmla="*/ 1 w 246"/>
                <a:gd name="T27" fmla="*/ 3 h 425"/>
                <a:gd name="T28" fmla="*/ 1 w 246"/>
                <a:gd name="T29" fmla="*/ 3 h 425"/>
                <a:gd name="T30" fmla="*/ 2 w 246"/>
                <a:gd name="T31" fmla="*/ 3 h 425"/>
                <a:gd name="T32" fmla="*/ 2 w 246"/>
                <a:gd name="T33" fmla="*/ 3 h 425"/>
                <a:gd name="T34" fmla="*/ 2 w 246"/>
                <a:gd name="T35" fmla="*/ 3 h 425"/>
                <a:gd name="T36" fmla="*/ 2 w 246"/>
                <a:gd name="T37" fmla="*/ 3 h 425"/>
                <a:gd name="T38" fmla="*/ 2 w 246"/>
                <a:gd name="T39" fmla="*/ 3 h 425"/>
                <a:gd name="T40" fmla="*/ 2 w 246"/>
                <a:gd name="T41" fmla="*/ 3 h 425"/>
                <a:gd name="T42" fmla="*/ 1 w 246"/>
                <a:gd name="T43" fmla="*/ 3 h 425"/>
                <a:gd name="T44" fmla="*/ 1 w 246"/>
                <a:gd name="T45" fmla="*/ 3 h 425"/>
                <a:gd name="T46" fmla="*/ 1 w 246"/>
                <a:gd name="T47" fmla="*/ 3 h 425"/>
                <a:gd name="T48" fmla="*/ 1 w 246"/>
                <a:gd name="T49" fmla="*/ 3 h 425"/>
                <a:gd name="T50" fmla="*/ 1 w 246"/>
                <a:gd name="T51" fmla="*/ 3 h 425"/>
                <a:gd name="T52" fmla="*/ 1 w 246"/>
                <a:gd name="T53" fmla="*/ 2 h 425"/>
                <a:gd name="T54" fmla="*/ 1 w 246"/>
                <a:gd name="T55" fmla="*/ 2 h 425"/>
                <a:gd name="T56" fmla="*/ 0 w 246"/>
                <a:gd name="T57" fmla="*/ 2 h 425"/>
                <a:gd name="T58" fmla="*/ 0 w 246"/>
                <a:gd name="T59" fmla="*/ 2 h 425"/>
                <a:gd name="T60" fmla="*/ 0 w 246"/>
                <a:gd name="T61" fmla="*/ 1 h 425"/>
                <a:gd name="T62" fmla="*/ 0 w 246"/>
                <a:gd name="T63" fmla="*/ 1 h 425"/>
                <a:gd name="T64" fmla="*/ 0 w 246"/>
                <a:gd name="T65" fmla="*/ 1 h 425"/>
                <a:gd name="T66" fmla="*/ 0 w 246"/>
                <a:gd name="T67" fmla="*/ 0 h 425"/>
                <a:gd name="T68" fmla="*/ 0 w 246"/>
                <a:gd name="T69" fmla="*/ 0 h 425"/>
                <a:gd name="T70" fmla="*/ 0 w 246"/>
                <a:gd name="T71" fmla="*/ 0 h 425"/>
                <a:gd name="T72" fmla="*/ 0 w 246"/>
                <a:gd name="T73" fmla="*/ 0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5"/>
                <a:gd name="T113" fmla="*/ 246 w 246"/>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5">
                  <a:moveTo>
                    <a:pt x="0" y="0"/>
                  </a:moveTo>
                  <a:lnTo>
                    <a:pt x="0" y="0"/>
                  </a:lnTo>
                  <a:lnTo>
                    <a:pt x="2" y="43"/>
                  </a:lnTo>
                  <a:lnTo>
                    <a:pt x="5" y="86"/>
                  </a:lnTo>
                  <a:lnTo>
                    <a:pt x="11" y="126"/>
                  </a:lnTo>
                  <a:lnTo>
                    <a:pt x="19" y="163"/>
                  </a:lnTo>
                  <a:lnTo>
                    <a:pt x="30" y="202"/>
                  </a:lnTo>
                  <a:lnTo>
                    <a:pt x="41" y="236"/>
                  </a:lnTo>
                  <a:lnTo>
                    <a:pt x="55" y="269"/>
                  </a:lnTo>
                  <a:lnTo>
                    <a:pt x="73" y="299"/>
                  </a:lnTo>
                  <a:lnTo>
                    <a:pt x="89" y="326"/>
                  </a:lnTo>
                  <a:lnTo>
                    <a:pt x="108" y="351"/>
                  </a:lnTo>
                  <a:lnTo>
                    <a:pt x="128" y="373"/>
                  </a:lnTo>
                  <a:lnTo>
                    <a:pt x="150" y="391"/>
                  </a:lnTo>
                  <a:lnTo>
                    <a:pt x="171" y="406"/>
                  </a:lnTo>
                  <a:lnTo>
                    <a:pt x="196" y="417"/>
                  </a:lnTo>
                  <a:lnTo>
                    <a:pt x="221" y="422"/>
                  </a:lnTo>
                  <a:lnTo>
                    <a:pt x="246" y="425"/>
                  </a:lnTo>
                  <a:lnTo>
                    <a:pt x="246" y="413"/>
                  </a:lnTo>
                  <a:lnTo>
                    <a:pt x="223" y="411"/>
                  </a:lnTo>
                  <a:lnTo>
                    <a:pt x="201" y="405"/>
                  </a:lnTo>
                  <a:lnTo>
                    <a:pt x="178" y="394"/>
                  </a:lnTo>
                  <a:lnTo>
                    <a:pt x="157" y="381"/>
                  </a:lnTo>
                  <a:lnTo>
                    <a:pt x="137" y="364"/>
                  </a:lnTo>
                  <a:lnTo>
                    <a:pt x="117" y="344"/>
                  </a:lnTo>
                  <a:lnTo>
                    <a:pt x="99" y="319"/>
                  </a:lnTo>
                  <a:lnTo>
                    <a:pt x="82" y="292"/>
                  </a:lnTo>
                  <a:lnTo>
                    <a:pt x="67" y="264"/>
                  </a:lnTo>
                  <a:lnTo>
                    <a:pt x="53" y="231"/>
                  </a:lnTo>
                  <a:lnTo>
                    <a:pt x="41" y="197"/>
                  </a:lnTo>
                  <a:lnTo>
                    <a:pt x="31" y="161"/>
                  </a:lnTo>
                  <a:lnTo>
                    <a:pt x="23" y="123"/>
                  </a:lnTo>
                  <a:lnTo>
                    <a:pt x="17" y="84"/>
                  </a:lnTo>
                  <a:lnTo>
                    <a:pt x="13" y="4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3305" name="Freeform 73"/>
            <p:cNvSpPr>
              <a:spLocks/>
            </p:cNvSpPr>
            <p:nvPr/>
          </p:nvSpPr>
          <p:spPr bwMode="auto">
            <a:xfrm>
              <a:off x="1502" y="1751"/>
              <a:ext cx="50" cy="85"/>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2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1" y="2"/>
                  </a:lnTo>
                  <a:lnTo>
                    <a:pt x="196" y="8"/>
                  </a:lnTo>
                  <a:lnTo>
                    <a:pt x="171" y="19"/>
                  </a:lnTo>
                  <a:lnTo>
                    <a:pt x="150" y="34"/>
                  </a:lnTo>
                  <a:lnTo>
                    <a:pt x="128" y="52"/>
                  </a:lnTo>
                  <a:lnTo>
                    <a:pt x="108" y="74"/>
                  </a:lnTo>
                  <a:lnTo>
                    <a:pt x="89" y="98"/>
                  </a:lnTo>
                  <a:lnTo>
                    <a:pt x="73" y="125"/>
                  </a:lnTo>
                  <a:lnTo>
                    <a:pt x="55" y="156"/>
                  </a:lnTo>
                  <a:lnTo>
                    <a:pt x="41" y="189"/>
                  </a:lnTo>
                  <a:lnTo>
                    <a:pt x="30" y="223"/>
                  </a:lnTo>
                  <a:lnTo>
                    <a:pt x="19" y="261"/>
                  </a:lnTo>
                  <a:lnTo>
                    <a:pt x="11" y="299"/>
                  </a:lnTo>
                  <a:lnTo>
                    <a:pt x="5" y="339"/>
                  </a:lnTo>
                  <a:lnTo>
                    <a:pt x="2" y="382"/>
                  </a:lnTo>
                  <a:lnTo>
                    <a:pt x="0" y="424"/>
                  </a:lnTo>
                  <a:lnTo>
                    <a:pt x="12" y="424"/>
                  </a:lnTo>
                  <a:lnTo>
                    <a:pt x="13" y="382"/>
                  </a:lnTo>
                  <a:lnTo>
                    <a:pt x="17" y="341"/>
                  </a:lnTo>
                  <a:lnTo>
                    <a:pt x="23" y="301"/>
                  </a:lnTo>
                  <a:lnTo>
                    <a:pt x="31" y="264"/>
                  </a:lnTo>
                  <a:lnTo>
                    <a:pt x="41" y="227"/>
                  </a:lnTo>
                  <a:lnTo>
                    <a:pt x="53" y="193"/>
                  </a:lnTo>
                  <a:lnTo>
                    <a:pt x="67" y="161"/>
                  </a:lnTo>
                  <a:lnTo>
                    <a:pt x="82" y="132"/>
                  </a:lnTo>
                  <a:lnTo>
                    <a:pt x="99" y="105"/>
                  </a:lnTo>
                  <a:lnTo>
                    <a:pt x="117" y="81"/>
                  </a:lnTo>
                  <a:lnTo>
                    <a:pt x="137" y="61"/>
                  </a:lnTo>
                  <a:lnTo>
                    <a:pt x="157" y="43"/>
                  </a:lnTo>
                  <a:lnTo>
                    <a:pt x="178" y="30"/>
                  </a:lnTo>
                  <a:lnTo>
                    <a:pt x="201" y="20"/>
                  </a:lnTo>
                  <a:lnTo>
                    <a:pt x="223" y="14"/>
                  </a:lnTo>
                  <a:lnTo>
                    <a:pt x="246" y="12"/>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3306" name="Freeform 74"/>
            <p:cNvSpPr>
              <a:spLocks/>
            </p:cNvSpPr>
            <p:nvPr/>
          </p:nvSpPr>
          <p:spPr bwMode="auto">
            <a:xfrm>
              <a:off x="1565" y="2016"/>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0" y="339"/>
                  </a:lnTo>
                  <a:lnTo>
                    <a:pt x="234" y="299"/>
                  </a:lnTo>
                  <a:lnTo>
                    <a:pt x="226" y="261"/>
                  </a:lnTo>
                  <a:lnTo>
                    <a:pt x="216" y="223"/>
                  </a:lnTo>
                  <a:lnTo>
                    <a:pt x="204" y="189"/>
                  </a:lnTo>
                  <a:lnTo>
                    <a:pt x="190" y="156"/>
                  </a:lnTo>
                  <a:lnTo>
                    <a:pt x="174" y="125"/>
                  </a:lnTo>
                  <a:lnTo>
                    <a:pt x="156" y="98"/>
                  </a:lnTo>
                  <a:lnTo>
                    <a:pt x="138" y="74"/>
                  </a:lnTo>
                  <a:lnTo>
                    <a:pt x="118" y="51"/>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9" y="81"/>
                  </a:lnTo>
                  <a:lnTo>
                    <a:pt x="147" y="105"/>
                  </a:lnTo>
                  <a:lnTo>
                    <a:pt x="164" y="132"/>
                  </a:lnTo>
                  <a:lnTo>
                    <a:pt x="178" y="160"/>
                  </a:lnTo>
                  <a:lnTo>
                    <a:pt x="192" y="193"/>
                  </a:lnTo>
                  <a:lnTo>
                    <a:pt x="204" y="227"/>
                  </a:lnTo>
                  <a:lnTo>
                    <a:pt x="215" y="264"/>
                  </a:lnTo>
                  <a:lnTo>
                    <a:pt x="223" y="301"/>
                  </a:lnTo>
                  <a:lnTo>
                    <a:pt x="229"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3307" name="Freeform 75"/>
            <p:cNvSpPr>
              <a:spLocks/>
            </p:cNvSpPr>
            <p:nvPr/>
          </p:nvSpPr>
          <p:spPr bwMode="auto">
            <a:xfrm>
              <a:off x="1565" y="2101"/>
              <a:ext cx="49" cy="85"/>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6" y="423"/>
                  </a:lnTo>
                  <a:lnTo>
                    <a:pt x="51" y="418"/>
                  </a:lnTo>
                  <a:lnTo>
                    <a:pt x="74" y="407"/>
                  </a:lnTo>
                  <a:lnTo>
                    <a:pt x="96" y="392"/>
                  </a:lnTo>
                  <a:lnTo>
                    <a:pt x="118" y="373"/>
                  </a:lnTo>
                  <a:lnTo>
                    <a:pt x="138" y="351"/>
                  </a:lnTo>
                  <a:lnTo>
                    <a:pt x="156" y="327"/>
                  </a:lnTo>
                  <a:lnTo>
                    <a:pt x="175" y="299"/>
                  </a:lnTo>
                  <a:lnTo>
                    <a:pt x="190" y="269"/>
                  </a:lnTo>
                  <a:lnTo>
                    <a:pt x="204" y="236"/>
                  </a:lnTo>
                  <a:lnTo>
                    <a:pt x="216" y="202"/>
                  </a:lnTo>
                  <a:lnTo>
                    <a:pt x="226" y="164"/>
                  </a:lnTo>
                  <a:lnTo>
                    <a:pt x="234" y="126"/>
                  </a:lnTo>
                  <a:lnTo>
                    <a:pt x="240" y="86"/>
                  </a:lnTo>
                  <a:lnTo>
                    <a:pt x="244" y="42"/>
                  </a:lnTo>
                  <a:lnTo>
                    <a:pt x="245" y="0"/>
                  </a:lnTo>
                  <a:lnTo>
                    <a:pt x="233" y="0"/>
                  </a:lnTo>
                  <a:lnTo>
                    <a:pt x="232" y="42"/>
                  </a:lnTo>
                  <a:lnTo>
                    <a:pt x="229" y="83"/>
                  </a:lnTo>
                  <a:lnTo>
                    <a:pt x="223" y="123"/>
                  </a:lnTo>
                  <a:lnTo>
                    <a:pt x="215" y="162"/>
                  </a:lnTo>
                  <a:lnTo>
                    <a:pt x="204" y="197"/>
                  </a:lnTo>
                  <a:lnTo>
                    <a:pt x="192" y="231"/>
                  </a:lnTo>
                  <a:lnTo>
                    <a:pt x="178" y="264"/>
                  </a:lnTo>
                  <a:lnTo>
                    <a:pt x="163" y="292"/>
                  </a:lnTo>
                  <a:lnTo>
                    <a:pt x="147" y="320"/>
                  </a:lnTo>
                  <a:lnTo>
                    <a:pt x="129" y="344"/>
                  </a:lnTo>
                  <a:lnTo>
                    <a:pt x="109" y="364"/>
                  </a:lnTo>
                  <a:lnTo>
                    <a:pt x="89" y="382"/>
                  </a:lnTo>
                  <a:lnTo>
                    <a:pt x="67" y="395"/>
                  </a:lnTo>
                  <a:lnTo>
                    <a:pt x="46" y="406"/>
                  </a:lnTo>
                  <a:lnTo>
                    <a:pt x="24"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3308" name="Freeform 76"/>
            <p:cNvSpPr>
              <a:spLocks/>
            </p:cNvSpPr>
            <p:nvPr/>
          </p:nvSpPr>
          <p:spPr bwMode="auto">
            <a:xfrm>
              <a:off x="1516" y="2101"/>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5" y="86"/>
                  </a:lnTo>
                  <a:lnTo>
                    <a:pt x="11" y="126"/>
                  </a:lnTo>
                  <a:lnTo>
                    <a:pt x="19" y="164"/>
                  </a:lnTo>
                  <a:lnTo>
                    <a:pt x="30" y="202"/>
                  </a:lnTo>
                  <a:lnTo>
                    <a:pt x="41" y="236"/>
                  </a:lnTo>
                  <a:lnTo>
                    <a:pt x="55" y="269"/>
                  </a:lnTo>
                  <a:lnTo>
                    <a:pt x="71" y="299"/>
                  </a:lnTo>
                  <a:lnTo>
                    <a:pt x="89" y="327"/>
                  </a:lnTo>
                  <a:lnTo>
                    <a:pt x="107" y="351"/>
                  </a:lnTo>
                  <a:lnTo>
                    <a:pt x="127" y="373"/>
                  </a:lnTo>
                  <a:lnTo>
                    <a:pt x="149" y="392"/>
                  </a:lnTo>
                  <a:lnTo>
                    <a:pt x="171" y="407"/>
                  </a:lnTo>
                  <a:lnTo>
                    <a:pt x="195" y="418"/>
                  </a:lnTo>
                  <a:lnTo>
                    <a:pt x="219" y="423"/>
                  </a:lnTo>
                  <a:lnTo>
                    <a:pt x="245" y="426"/>
                  </a:lnTo>
                  <a:lnTo>
                    <a:pt x="245" y="414"/>
                  </a:lnTo>
                  <a:lnTo>
                    <a:pt x="222" y="412"/>
                  </a:lnTo>
                  <a:lnTo>
                    <a:pt x="199" y="406"/>
                  </a:lnTo>
                  <a:lnTo>
                    <a:pt x="178" y="395"/>
                  </a:lnTo>
                  <a:lnTo>
                    <a:pt x="156" y="382"/>
                  </a:lnTo>
                  <a:lnTo>
                    <a:pt x="136" y="364"/>
                  </a:lnTo>
                  <a:lnTo>
                    <a:pt x="116" y="344"/>
                  </a:lnTo>
                  <a:lnTo>
                    <a:pt x="99" y="320"/>
                  </a:lnTo>
                  <a:lnTo>
                    <a:pt x="82" y="292"/>
                  </a:lnTo>
                  <a:lnTo>
                    <a:pt x="67" y="264"/>
                  </a:lnTo>
                  <a:lnTo>
                    <a:pt x="53" y="231"/>
                  </a:lnTo>
                  <a:lnTo>
                    <a:pt x="41" y="197"/>
                  </a:lnTo>
                  <a:lnTo>
                    <a:pt x="31" y="162"/>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3309" name="Freeform 77"/>
            <p:cNvSpPr>
              <a:spLocks/>
            </p:cNvSpPr>
            <p:nvPr/>
          </p:nvSpPr>
          <p:spPr bwMode="auto">
            <a:xfrm>
              <a:off x="1516" y="2016"/>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5" y="8"/>
                  </a:lnTo>
                  <a:lnTo>
                    <a:pt x="171" y="19"/>
                  </a:lnTo>
                  <a:lnTo>
                    <a:pt x="149" y="34"/>
                  </a:lnTo>
                  <a:lnTo>
                    <a:pt x="127" y="51"/>
                  </a:lnTo>
                  <a:lnTo>
                    <a:pt x="107" y="74"/>
                  </a:lnTo>
                  <a:lnTo>
                    <a:pt x="89" y="98"/>
                  </a:lnTo>
                  <a:lnTo>
                    <a:pt x="72" y="125"/>
                  </a:lnTo>
                  <a:lnTo>
                    <a:pt x="55" y="156"/>
                  </a:lnTo>
                  <a:lnTo>
                    <a:pt x="41" y="189"/>
                  </a:lnTo>
                  <a:lnTo>
                    <a:pt x="30" y="223"/>
                  </a:lnTo>
                  <a:lnTo>
                    <a:pt x="19" y="261"/>
                  </a:lnTo>
                  <a:lnTo>
                    <a:pt x="11" y="299"/>
                  </a:lnTo>
                  <a:lnTo>
                    <a:pt x="5" y="339"/>
                  </a:lnTo>
                  <a:lnTo>
                    <a:pt x="1" y="382"/>
                  </a:lnTo>
                  <a:lnTo>
                    <a:pt x="0" y="424"/>
                  </a:lnTo>
                  <a:lnTo>
                    <a:pt x="12" y="424"/>
                  </a:lnTo>
                  <a:lnTo>
                    <a:pt x="13" y="382"/>
                  </a:lnTo>
                  <a:lnTo>
                    <a:pt x="17" y="341"/>
                  </a:lnTo>
                  <a:lnTo>
                    <a:pt x="23" y="301"/>
                  </a:lnTo>
                  <a:lnTo>
                    <a:pt x="31" y="264"/>
                  </a:lnTo>
                  <a:lnTo>
                    <a:pt x="41" y="227"/>
                  </a:lnTo>
                  <a:lnTo>
                    <a:pt x="53" y="193"/>
                  </a:lnTo>
                  <a:lnTo>
                    <a:pt x="67" y="160"/>
                  </a:lnTo>
                  <a:lnTo>
                    <a:pt x="81" y="132"/>
                  </a:lnTo>
                  <a:lnTo>
                    <a:pt x="99" y="105"/>
                  </a:lnTo>
                  <a:lnTo>
                    <a:pt x="116" y="81"/>
                  </a:lnTo>
                  <a:lnTo>
                    <a:pt x="136" y="61"/>
                  </a:lnTo>
                  <a:lnTo>
                    <a:pt x="156" y="43"/>
                  </a:lnTo>
                  <a:lnTo>
                    <a:pt x="178" y="30"/>
                  </a:lnTo>
                  <a:lnTo>
                    <a:pt x="199" y="20"/>
                  </a:lnTo>
                  <a:lnTo>
                    <a:pt x="222"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sp>
        <p:nvSpPr>
          <p:cNvPr id="53256" name="Rectangle 79"/>
          <p:cNvSpPr>
            <a:spLocks noChangeArrowheads="1"/>
          </p:cNvSpPr>
          <p:nvPr/>
        </p:nvSpPr>
        <p:spPr bwMode="auto">
          <a:xfrm>
            <a:off x="611188" y="0"/>
            <a:ext cx="6388100" cy="6477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3000"/>
              <a:t>Sem. 1 - Lundi</a:t>
            </a:r>
          </a:p>
        </p:txBody>
      </p:sp>
      <p:sp>
        <p:nvSpPr>
          <p:cNvPr id="53257" name="Text Box 80"/>
          <p:cNvSpPr txBox="1">
            <a:spLocks noChangeArrowheads="1"/>
          </p:cNvSpPr>
          <p:nvPr/>
        </p:nvSpPr>
        <p:spPr bwMode="auto">
          <a:xfrm>
            <a:off x="566738" y="2697163"/>
            <a:ext cx="3217862"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2. Pas de commandes</a:t>
            </a:r>
          </a:p>
        </p:txBody>
      </p:sp>
      <p:sp>
        <p:nvSpPr>
          <p:cNvPr id="53258" name="Text Box 81"/>
          <p:cNvSpPr txBox="1">
            <a:spLocks noChangeArrowheads="1"/>
          </p:cNvSpPr>
          <p:nvPr/>
        </p:nvSpPr>
        <p:spPr bwMode="auto">
          <a:xfrm>
            <a:off x="566738" y="5211763"/>
            <a:ext cx="6543675" cy="4429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eaLnBrk="1" hangingPunct="1">
              <a:spcBef>
                <a:spcPct val="0"/>
              </a:spcBef>
              <a:buFontTx/>
              <a:buNone/>
            </a:pPr>
            <a:r>
              <a:rPr lang="fr-FR" altLang="fr-FR" sz="2300"/>
              <a:t>4. Pointez la production sur votre feuille de suivi</a:t>
            </a:r>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4274" name="Group 2"/>
          <p:cNvGrpSpPr>
            <a:grpSpLocks/>
          </p:cNvGrpSpPr>
          <p:nvPr/>
        </p:nvGrpSpPr>
        <p:grpSpPr bwMode="auto">
          <a:xfrm>
            <a:off x="7073900" y="215900"/>
            <a:ext cx="1878013" cy="1250950"/>
            <a:chOff x="4456" y="136"/>
            <a:chExt cx="1183" cy="788"/>
          </a:xfrm>
        </p:grpSpPr>
        <p:grpSp>
          <p:nvGrpSpPr>
            <p:cNvPr id="54334" name="Group 3"/>
            <p:cNvGrpSpPr>
              <a:grpSpLocks/>
            </p:cNvGrpSpPr>
            <p:nvPr/>
          </p:nvGrpSpPr>
          <p:grpSpPr bwMode="auto">
            <a:xfrm>
              <a:off x="4766" y="232"/>
              <a:ext cx="873" cy="692"/>
              <a:chOff x="2185" y="310"/>
              <a:chExt cx="873" cy="692"/>
            </a:xfrm>
          </p:grpSpPr>
          <p:sp>
            <p:nvSpPr>
              <p:cNvPr id="54345" name="Freeform 4"/>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accent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4346" name="Freeform 5"/>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4347" name="Freeform 6"/>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4348" name="Freeform 7"/>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4349" name="Freeform 8"/>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4350" name="Freeform 9"/>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4351" name="Freeform 10"/>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grpSp>
          <p:nvGrpSpPr>
            <p:cNvPr id="54335" name="Group 11"/>
            <p:cNvGrpSpPr>
              <a:grpSpLocks/>
            </p:cNvGrpSpPr>
            <p:nvPr/>
          </p:nvGrpSpPr>
          <p:grpSpPr bwMode="auto">
            <a:xfrm>
              <a:off x="4949" y="336"/>
              <a:ext cx="591" cy="468"/>
              <a:chOff x="2185" y="310"/>
              <a:chExt cx="873" cy="692"/>
            </a:xfrm>
          </p:grpSpPr>
          <p:sp>
            <p:nvSpPr>
              <p:cNvPr id="54338" name="Freeform 12"/>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4339" name="Freeform 13"/>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4340" name="Freeform 14"/>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4341" name="Freeform 15"/>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4342" name="Freeform 16"/>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4343" name="Freeform 17"/>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4344" name="Freeform 18"/>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pic>
          <p:nvPicPr>
            <p:cNvPr id="54336" name="Picture 19"/>
            <p:cNvPicPr>
              <a:picLocks noChangeAspect="1" noChangeArrowheads="1"/>
            </p:cNvPicPr>
            <p:nvPr/>
          </p:nvPicPr>
          <p:blipFill>
            <a:blip r:embed="rId3" cstate="print">
              <a:extLst>
                <a:ext uri="{28A0092B-C50C-407E-A947-70E740481C1C}">
                  <a14:useLocalDpi xmlns:a14="http://schemas.microsoft.com/office/drawing/2010/main" val="0"/>
                </a:ext>
              </a:extLst>
            </a:blip>
            <a:srcRect l="-4282" t="-4369" r="-5199" b="-12012"/>
            <a:stretch>
              <a:fillRect/>
            </a:stretch>
          </p:blipFill>
          <p:spPr bwMode="auto">
            <a:xfrm>
              <a:off x="4456" y="136"/>
              <a:ext cx="480" cy="5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4337" name="Text Box 20"/>
            <p:cNvSpPr txBox="1">
              <a:spLocks noChangeArrowheads="1"/>
            </p:cNvSpPr>
            <p:nvPr/>
          </p:nvSpPr>
          <p:spPr bwMode="auto">
            <a:xfrm>
              <a:off x="5066" y="314"/>
              <a:ext cx="356" cy="49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4500" b="1">
                  <a:solidFill>
                    <a:srgbClr val="FF0000"/>
                  </a:solidFill>
                  <a:latin typeface="Arial Black" pitchFamily="34" charset="0"/>
                </a:rPr>
                <a:t>5</a:t>
              </a:r>
              <a:endParaRPr lang="fr-FR" altLang="fr-FR" sz="3200">
                <a:solidFill>
                  <a:schemeClr val="tx1"/>
                </a:solidFill>
                <a:latin typeface="Arial Black" pitchFamily="34" charset="0"/>
              </a:endParaRPr>
            </a:p>
          </p:txBody>
        </p:sp>
      </p:grpSp>
      <p:sp>
        <p:nvSpPr>
          <p:cNvPr id="54276" name="Text Box 23"/>
          <p:cNvSpPr txBox="1">
            <a:spLocks noChangeArrowheads="1"/>
          </p:cNvSpPr>
          <p:nvPr/>
        </p:nvSpPr>
        <p:spPr bwMode="auto">
          <a:xfrm>
            <a:off x="566738" y="1363663"/>
            <a:ext cx="1946275"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1. Tirez le dé</a:t>
            </a:r>
          </a:p>
        </p:txBody>
      </p:sp>
      <p:sp>
        <p:nvSpPr>
          <p:cNvPr id="54277" name="Text Box 24"/>
          <p:cNvSpPr txBox="1">
            <a:spLocks noChangeArrowheads="1"/>
          </p:cNvSpPr>
          <p:nvPr/>
        </p:nvSpPr>
        <p:spPr bwMode="auto">
          <a:xfrm>
            <a:off x="566738" y="3935413"/>
            <a:ext cx="18796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3. Produisez</a:t>
            </a:r>
          </a:p>
        </p:txBody>
      </p:sp>
      <p:grpSp>
        <p:nvGrpSpPr>
          <p:cNvPr id="54278" name="Group 26"/>
          <p:cNvGrpSpPr>
            <a:grpSpLocks/>
          </p:cNvGrpSpPr>
          <p:nvPr/>
        </p:nvGrpSpPr>
        <p:grpSpPr bwMode="auto">
          <a:xfrm>
            <a:off x="2986088" y="1306513"/>
            <a:ext cx="446087" cy="534987"/>
            <a:chOff x="868" y="1439"/>
            <a:chExt cx="811" cy="972"/>
          </a:xfrm>
        </p:grpSpPr>
        <p:sp>
          <p:nvSpPr>
            <p:cNvPr id="54283" name="Freeform 27"/>
            <p:cNvSpPr>
              <a:spLocks/>
            </p:cNvSpPr>
            <p:nvPr/>
          </p:nvSpPr>
          <p:spPr bwMode="auto">
            <a:xfrm>
              <a:off x="1548" y="2014"/>
              <a:ext cx="123" cy="100"/>
            </a:xfrm>
            <a:custGeom>
              <a:avLst/>
              <a:gdLst>
                <a:gd name="T0" fmla="*/ 5 w 618"/>
                <a:gd name="T1" fmla="*/ 0 h 502"/>
                <a:gd name="T2" fmla="*/ 5 w 618"/>
                <a:gd name="T3" fmla="*/ 0 h 502"/>
                <a:gd name="T4" fmla="*/ 0 w 618"/>
                <a:gd name="T5" fmla="*/ 4 h 502"/>
                <a:gd name="T6" fmla="*/ 0 w 618"/>
                <a:gd name="T7" fmla="*/ 4 h 502"/>
                <a:gd name="T8" fmla="*/ 5 w 618"/>
                <a:gd name="T9" fmla="*/ 0 h 502"/>
                <a:gd name="T10" fmla="*/ 5 w 618"/>
                <a:gd name="T11" fmla="*/ 0 h 502"/>
                <a:gd name="T12" fmla="*/ 5 w 618"/>
                <a:gd name="T13" fmla="*/ 0 h 502"/>
                <a:gd name="T14" fmla="*/ 5 w 618"/>
                <a:gd name="T15" fmla="*/ 0 h 502"/>
                <a:gd name="T16" fmla="*/ 5 w 618"/>
                <a:gd name="T17" fmla="*/ 0 h 502"/>
                <a:gd name="T18" fmla="*/ 5 w 618"/>
                <a:gd name="T19" fmla="*/ 0 h 502"/>
                <a:gd name="T20" fmla="*/ 5 w 618"/>
                <a:gd name="T21" fmla="*/ 0 h 502"/>
                <a:gd name="T22" fmla="*/ 5 w 618"/>
                <a:gd name="T23" fmla="*/ 0 h 502"/>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618"/>
                <a:gd name="T37" fmla="*/ 0 h 502"/>
                <a:gd name="T38" fmla="*/ 618 w 618"/>
                <a:gd name="T39" fmla="*/ 502 h 502"/>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618" h="502">
                  <a:moveTo>
                    <a:pt x="611" y="0"/>
                  </a:moveTo>
                  <a:lnTo>
                    <a:pt x="606" y="2"/>
                  </a:lnTo>
                  <a:lnTo>
                    <a:pt x="0" y="490"/>
                  </a:lnTo>
                  <a:lnTo>
                    <a:pt x="10" y="502"/>
                  </a:lnTo>
                  <a:lnTo>
                    <a:pt x="616" y="14"/>
                  </a:lnTo>
                  <a:lnTo>
                    <a:pt x="611" y="16"/>
                  </a:lnTo>
                  <a:lnTo>
                    <a:pt x="616" y="14"/>
                  </a:lnTo>
                  <a:lnTo>
                    <a:pt x="618" y="9"/>
                  </a:lnTo>
                  <a:lnTo>
                    <a:pt x="617" y="3"/>
                  </a:lnTo>
                  <a:lnTo>
                    <a:pt x="612" y="1"/>
                  </a:lnTo>
                  <a:lnTo>
                    <a:pt x="606" y="2"/>
                  </a:lnTo>
                  <a:lnTo>
                    <a:pt x="611"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4284" name="Freeform 28"/>
            <p:cNvSpPr>
              <a:spLocks/>
            </p:cNvSpPr>
            <p:nvPr/>
          </p:nvSpPr>
          <p:spPr bwMode="auto">
            <a:xfrm>
              <a:off x="876" y="1852"/>
              <a:ext cx="82" cy="373"/>
            </a:xfrm>
            <a:custGeom>
              <a:avLst/>
              <a:gdLst>
                <a:gd name="T0" fmla="*/ 3 w 413"/>
                <a:gd name="T1" fmla="*/ 15 h 1865"/>
                <a:gd name="T2" fmla="*/ 3 w 413"/>
                <a:gd name="T3" fmla="*/ 15 h 1865"/>
                <a:gd name="T4" fmla="*/ 0 w 413"/>
                <a:gd name="T5" fmla="*/ 0 h 1865"/>
                <a:gd name="T6" fmla="*/ 0 w 413"/>
                <a:gd name="T7" fmla="*/ 0 h 1865"/>
                <a:gd name="T8" fmla="*/ 3 w 413"/>
                <a:gd name="T9" fmla="*/ 15 h 1865"/>
                <a:gd name="T10" fmla="*/ 3 w 413"/>
                <a:gd name="T11" fmla="*/ 15 h 1865"/>
                <a:gd name="T12" fmla="*/ 3 w 413"/>
                <a:gd name="T13" fmla="*/ 15 h 1865"/>
                <a:gd name="T14" fmla="*/ 3 w 413"/>
                <a:gd name="T15" fmla="*/ 15 h 1865"/>
                <a:gd name="T16" fmla="*/ 3 w 413"/>
                <a:gd name="T17" fmla="*/ 15 h 1865"/>
                <a:gd name="T18" fmla="*/ 3 w 413"/>
                <a:gd name="T19" fmla="*/ 15 h 1865"/>
                <a:gd name="T20" fmla="*/ 3 w 413"/>
                <a:gd name="T21" fmla="*/ 15 h 1865"/>
                <a:gd name="T22" fmla="*/ 3 w 413"/>
                <a:gd name="T23" fmla="*/ 15 h 186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413"/>
                <a:gd name="T37" fmla="*/ 0 h 1865"/>
                <a:gd name="T38" fmla="*/ 413 w 413"/>
                <a:gd name="T39" fmla="*/ 1865 h 1865"/>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413" h="1865">
                  <a:moveTo>
                    <a:pt x="400" y="1864"/>
                  </a:moveTo>
                  <a:lnTo>
                    <a:pt x="413" y="1856"/>
                  </a:lnTo>
                  <a:lnTo>
                    <a:pt x="17" y="0"/>
                  </a:lnTo>
                  <a:lnTo>
                    <a:pt x="0" y="2"/>
                  </a:lnTo>
                  <a:lnTo>
                    <a:pt x="396" y="1858"/>
                  </a:lnTo>
                  <a:lnTo>
                    <a:pt x="409" y="1850"/>
                  </a:lnTo>
                  <a:lnTo>
                    <a:pt x="396" y="1858"/>
                  </a:lnTo>
                  <a:lnTo>
                    <a:pt x="400" y="1864"/>
                  </a:lnTo>
                  <a:lnTo>
                    <a:pt x="406" y="1865"/>
                  </a:lnTo>
                  <a:lnTo>
                    <a:pt x="410" y="1862"/>
                  </a:lnTo>
                  <a:lnTo>
                    <a:pt x="413" y="1856"/>
                  </a:lnTo>
                  <a:lnTo>
                    <a:pt x="400" y="186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4285" name="Freeform 29"/>
            <p:cNvSpPr>
              <a:spLocks/>
            </p:cNvSpPr>
            <p:nvPr/>
          </p:nvSpPr>
          <p:spPr bwMode="auto">
            <a:xfrm>
              <a:off x="1282" y="1533"/>
              <a:ext cx="35" cy="161"/>
            </a:xfrm>
            <a:custGeom>
              <a:avLst/>
              <a:gdLst>
                <a:gd name="T0" fmla="*/ 1 w 175"/>
                <a:gd name="T1" fmla="*/ 6 h 807"/>
                <a:gd name="T2" fmla="*/ 1 w 175"/>
                <a:gd name="T3" fmla="*/ 6 h 807"/>
                <a:gd name="T4" fmla="*/ 1 w 175"/>
                <a:gd name="T5" fmla="*/ 6 h 807"/>
                <a:gd name="T6" fmla="*/ 1 w 175"/>
                <a:gd name="T7" fmla="*/ 5 h 807"/>
                <a:gd name="T8" fmla="*/ 1 w 175"/>
                <a:gd name="T9" fmla="*/ 5 h 807"/>
                <a:gd name="T10" fmla="*/ 1 w 175"/>
                <a:gd name="T11" fmla="*/ 5 h 807"/>
                <a:gd name="T12" fmla="*/ 1 w 175"/>
                <a:gd name="T13" fmla="*/ 4 h 807"/>
                <a:gd name="T14" fmla="*/ 1 w 175"/>
                <a:gd name="T15" fmla="*/ 4 h 807"/>
                <a:gd name="T16" fmla="*/ 1 w 175"/>
                <a:gd name="T17" fmla="*/ 3 h 807"/>
                <a:gd name="T18" fmla="*/ 1 w 175"/>
                <a:gd name="T19" fmla="*/ 3 h 807"/>
                <a:gd name="T20" fmla="*/ 1 w 175"/>
                <a:gd name="T21" fmla="*/ 3 h 807"/>
                <a:gd name="T22" fmla="*/ 1 w 175"/>
                <a:gd name="T23" fmla="*/ 2 h 807"/>
                <a:gd name="T24" fmla="*/ 1 w 175"/>
                <a:gd name="T25" fmla="*/ 2 h 807"/>
                <a:gd name="T26" fmla="*/ 1 w 175"/>
                <a:gd name="T27" fmla="*/ 2 h 807"/>
                <a:gd name="T28" fmla="*/ 1 w 175"/>
                <a:gd name="T29" fmla="*/ 1 h 807"/>
                <a:gd name="T30" fmla="*/ 1 w 175"/>
                <a:gd name="T31" fmla="*/ 1 h 807"/>
                <a:gd name="T32" fmla="*/ 1 w 175"/>
                <a:gd name="T33" fmla="*/ 1 h 807"/>
                <a:gd name="T34" fmla="*/ 1 w 175"/>
                <a:gd name="T35" fmla="*/ 0 h 807"/>
                <a:gd name="T36" fmla="*/ 1 w 175"/>
                <a:gd name="T37" fmla="*/ 0 h 807"/>
                <a:gd name="T38" fmla="*/ 1 w 175"/>
                <a:gd name="T39" fmla="*/ 0 h 807"/>
                <a:gd name="T40" fmla="*/ 0 w 175"/>
                <a:gd name="T41" fmla="*/ 1 h 807"/>
                <a:gd name="T42" fmla="*/ 0 w 175"/>
                <a:gd name="T43" fmla="*/ 1 h 807"/>
                <a:gd name="T44" fmla="*/ 0 w 175"/>
                <a:gd name="T45" fmla="*/ 1 h 807"/>
                <a:gd name="T46" fmla="*/ 0 w 175"/>
                <a:gd name="T47" fmla="*/ 2 h 807"/>
                <a:gd name="T48" fmla="*/ 0 w 175"/>
                <a:gd name="T49" fmla="*/ 2 h 807"/>
                <a:gd name="T50" fmla="*/ 0 w 175"/>
                <a:gd name="T51" fmla="*/ 3 h 807"/>
                <a:gd name="T52" fmla="*/ 0 w 175"/>
                <a:gd name="T53" fmla="*/ 3 h 807"/>
                <a:gd name="T54" fmla="*/ 0 w 175"/>
                <a:gd name="T55" fmla="*/ 3 h 807"/>
                <a:gd name="T56" fmla="*/ 0 w 175"/>
                <a:gd name="T57" fmla="*/ 4 h 807"/>
                <a:gd name="T58" fmla="*/ 0 w 175"/>
                <a:gd name="T59" fmla="*/ 4 h 807"/>
                <a:gd name="T60" fmla="*/ 0 w 175"/>
                <a:gd name="T61" fmla="*/ 5 h 807"/>
                <a:gd name="T62" fmla="*/ 0 w 175"/>
                <a:gd name="T63" fmla="*/ 5 h 807"/>
                <a:gd name="T64" fmla="*/ 0 w 175"/>
                <a:gd name="T65" fmla="*/ 5 h 807"/>
                <a:gd name="T66" fmla="*/ 1 w 175"/>
                <a:gd name="T67" fmla="*/ 6 h 807"/>
                <a:gd name="T68" fmla="*/ 1 w 175"/>
                <a:gd name="T69" fmla="*/ 6 h 807"/>
                <a:gd name="T70" fmla="*/ 1 w 175"/>
                <a:gd name="T71" fmla="*/ 6 h 807"/>
                <a:gd name="T72" fmla="*/ 1 w 175"/>
                <a:gd name="T73" fmla="*/ 6 h 807"/>
                <a:gd name="T74" fmla="*/ 1 w 175"/>
                <a:gd name="T75" fmla="*/ 6 h 807"/>
                <a:gd name="T76" fmla="*/ 1 w 175"/>
                <a:gd name="T77" fmla="*/ 6 h 807"/>
                <a:gd name="T78" fmla="*/ 1 w 175"/>
                <a:gd name="T79" fmla="*/ 6 h 807"/>
                <a:gd name="T80" fmla="*/ 1 w 175"/>
                <a:gd name="T81" fmla="*/ 6 h 807"/>
                <a:gd name="T82" fmla="*/ 1 w 175"/>
                <a:gd name="T83" fmla="*/ 6 h 807"/>
                <a:gd name="T84" fmla="*/ 1 w 175"/>
                <a:gd name="T85" fmla="*/ 6 h 807"/>
                <a:gd name="T86" fmla="*/ 1 w 175"/>
                <a:gd name="T87" fmla="*/ 6 h 807"/>
                <a:gd name="T88" fmla="*/ 1 w 175"/>
                <a:gd name="T89" fmla="*/ 6 h 807"/>
                <a:gd name="T90" fmla="*/ 1 w 175"/>
                <a:gd name="T91" fmla="*/ 6 h 80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175"/>
                <a:gd name="T139" fmla="*/ 0 h 807"/>
                <a:gd name="T140" fmla="*/ 175 w 175"/>
                <a:gd name="T141" fmla="*/ 807 h 80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175" h="807">
                  <a:moveTo>
                    <a:pt x="169" y="740"/>
                  </a:moveTo>
                  <a:lnTo>
                    <a:pt x="169" y="739"/>
                  </a:lnTo>
                  <a:lnTo>
                    <a:pt x="149" y="698"/>
                  </a:lnTo>
                  <a:lnTo>
                    <a:pt x="133" y="656"/>
                  </a:lnTo>
                  <a:lnTo>
                    <a:pt x="120" y="611"/>
                  </a:lnTo>
                  <a:lnTo>
                    <a:pt x="108" y="565"/>
                  </a:lnTo>
                  <a:lnTo>
                    <a:pt x="100" y="520"/>
                  </a:lnTo>
                  <a:lnTo>
                    <a:pt x="96" y="472"/>
                  </a:lnTo>
                  <a:lnTo>
                    <a:pt x="93" y="425"/>
                  </a:lnTo>
                  <a:lnTo>
                    <a:pt x="93" y="377"/>
                  </a:lnTo>
                  <a:lnTo>
                    <a:pt x="96" y="330"/>
                  </a:lnTo>
                  <a:lnTo>
                    <a:pt x="100" y="283"/>
                  </a:lnTo>
                  <a:lnTo>
                    <a:pt x="106" y="238"/>
                  </a:lnTo>
                  <a:lnTo>
                    <a:pt x="115" y="195"/>
                  </a:lnTo>
                  <a:lnTo>
                    <a:pt x="126" y="153"/>
                  </a:lnTo>
                  <a:lnTo>
                    <a:pt x="139" y="114"/>
                  </a:lnTo>
                  <a:lnTo>
                    <a:pt x="153" y="77"/>
                  </a:lnTo>
                  <a:lnTo>
                    <a:pt x="169" y="43"/>
                  </a:lnTo>
                  <a:lnTo>
                    <a:pt x="87" y="0"/>
                  </a:lnTo>
                  <a:lnTo>
                    <a:pt x="69" y="39"/>
                  </a:lnTo>
                  <a:lnTo>
                    <a:pt x="52" y="81"/>
                  </a:lnTo>
                  <a:lnTo>
                    <a:pt x="37" y="127"/>
                  </a:lnTo>
                  <a:lnTo>
                    <a:pt x="24" y="174"/>
                  </a:lnTo>
                  <a:lnTo>
                    <a:pt x="15" y="222"/>
                  </a:lnTo>
                  <a:lnTo>
                    <a:pt x="7" y="271"/>
                  </a:lnTo>
                  <a:lnTo>
                    <a:pt x="2" y="323"/>
                  </a:lnTo>
                  <a:lnTo>
                    <a:pt x="0" y="374"/>
                  </a:lnTo>
                  <a:lnTo>
                    <a:pt x="0" y="427"/>
                  </a:lnTo>
                  <a:lnTo>
                    <a:pt x="2" y="479"/>
                  </a:lnTo>
                  <a:lnTo>
                    <a:pt x="9" y="531"/>
                  </a:lnTo>
                  <a:lnTo>
                    <a:pt x="17" y="584"/>
                  </a:lnTo>
                  <a:lnTo>
                    <a:pt x="29" y="635"/>
                  </a:lnTo>
                  <a:lnTo>
                    <a:pt x="44" y="686"/>
                  </a:lnTo>
                  <a:lnTo>
                    <a:pt x="65" y="736"/>
                  </a:lnTo>
                  <a:lnTo>
                    <a:pt x="87" y="784"/>
                  </a:lnTo>
                  <a:lnTo>
                    <a:pt x="87" y="782"/>
                  </a:lnTo>
                  <a:lnTo>
                    <a:pt x="87" y="784"/>
                  </a:lnTo>
                  <a:lnTo>
                    <a:pt x="100" y="799"/>
                  </a:lnTo>
                  <a:lnTo>
                    <a:pt x="117" y="807"/>
                  </a:lnTo>
                  <a:lnTo>
                    <a:pt x="134" y="807"/>
                  </a:lnTo>
                  <a:lnTo>
                    <a:pt x="151" y="801"/>
                  </a:lnTo>
                  <a:lnTo>
                    <a:pt x="164" y="791"/>
                  </a:lnTo>
                  <a:lnTo>
                    <a:pt x="173" y="777"/>
                  </a:lnTo>
                  <a:lnTo>
                    <a:pt x="175" y="759"/>
                  </a:lnTo>
                  <a:lnTo>
                    <a:pt x="169" y="739"/>
                  </a:lnTo>
                  <a:lnTo>
                    <a:pt x="169" y="74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4286" name="Freeform 30"/>
            <p:cNvSpPr>
              <a:spLocks/>
            </p:cNvSpPr>
            <p:nvPr/>
          </p:nvSpPr>
          <p:spPr bwMode="auto">
            <a:xfrm>
              <a:off x="1299" y="1681"/>
              <a:ext cx="157" cy="281"/>
            </a:xfrm>
            <a:custGeom>
              <a:avLst/>
              <a:gdLst>
                <a:gd name="T0" fmla="*/ 6 w 787"/>
                <a:gd name="T1" fmla="*/ 11 h 1404"/>
                <a:gd name="T2" fmla="*/ 6 w 787"/>
                <a:gd name="T3" fmla="*/ 11 h 1404"/>
                <a:gd name="T4" fmla="*/ 1 w 787"/>
                <a:gd name="T5" fmla="*/ 0 h 1404"/>
                <a:gd name="T6" fmla="*/ 0 w 787"/>
                <a:gd name="T7" fmla="*/ 0 h 1404"/>
                <a:gd name="T8" fmla="*/ 6 w 787"/>
                <a:gd name="T9" fmla="*/ 11 h 1404"/>
                <a:gd name="T10" fmla="*/ 6 w 787"/>
                <a:gd name="T11" fmla="*/ 11 h 1404"/>
                <a:gd name="T12" fmla="*/ 6 w 787"/>
                <a:gd name="T13" fmla="*/ 11 h 1404"/>
                <a:gd name="T14" fmla="*/ 6 w 787"/>
                <a:gd name="T15" fmla="*/ 11 h 1404"/>
                <a:gd name="T16" fmla="*/ 6 w 787"/>
                <a:gd name="T17" fmla="*/ 11 h 1404"/>
                <a:gd name="T18" fmla="*/ 6 w 787"/>
                <a:gd name="T19" fmla="*/ 11 h 1404"/>
                <a:gd name="T20" fmla="*/ 6 w 787"/>
                <a:gd name="T21" fmla="*/ 11 h 1404"/>
                <a:gd name="T22" fmla="*/ 6 w 787"/>
                <a:gd name="T23" fmla="*/ 11 h 1404"/>
                <a:gd name="T24" fmla="*/ 6 w 787"/>
                <a:gd name="T25" fmla="*/ 11 h 1404"/>
                <a:gd name="T26" fmla="*/ 6 w 787"/>
                <a:gd name="T27" fmla="*/ 11 h 1404"/>
                <a:gd name="T28" fmla="*/ 6 w 787"/>
                <a:gd name="T29" fmla="*/ 11 h 1404"/>
                <a:gd name="T30" fmla="*/ 6 w 787"/>
                <a:gd name="T31" fmla="*/ 11 h 1404"/>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787"/>
                <a:gd name="T49" fmla="*/ 0 h 1404"/>
                <a:gd name="T50" fmla="*/ 787 w 787"/>
                <a:gd name="T51" fmla="*/ 1404 h 1404"/>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787" h="1404">
                  <a:moveTo>
                    <a:pt x="781" y="1334"/>
                  </a:moveTo>
                  <a:lnTo>
                    <a:pt x="781" y="1337"/>
                  </a:lnTo>
                  <a:lnTo>
                    <a:pt x="82" y="0"/>
                  </a:lnTo>
                  <a:lnTo>
                    <a:pt x="0" y="42"/>
                  </a:lnTo>
                  <a:lnTo>
                    <a:pt x="699" y="1379"/>
                  </a:lnTo>
                  <a:lnTo>
                    <a:pt x="699" y="1381"/>
                  </a:lnTo>
                  <a:lnTo>
                    <a:pt x="699" y="1379"/>
                  </a:lnTo>
                  <a:lnTo>
                    <a:pt x="712" y="1395"/>
                  </a:lnTo>
                  <a:lnTo>
                    <a:pt x="727" y="1402"/>
                  </a:lnTo>
                  <a:lnTo>
                    <a:pt x="744" y="1404"/>
                  </a:lnTo>
                  <a:lnTo>
                    <a:pt x="761" y="1398"/>
                  </a:lnTo>
                  <a:lnTo>
                    <a:pt x="775" y="1388"/>
                  </a:lnTo>
                  <a:lnTo>
                    <a:pt x="784" y="1373"/>
                  </a:lnTo>
                  <a:lnTo>
                    <a:pt x="787" y="1357"/>
                  </a:lnTo>
                  <a:lnTo>
                    <a:pt x="781" y="1337"/>
                  </a:lnTo>
                  <a:lnTo>
                    <a:pt x="781" y="13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4287" name="Freeform 31"/>
            <p:cNvSpPr>
              <a:spLocks/>
            </p:cNvSpPr>
            <p:nvPr/>
          </p:nvSpPr>
          <p:spPr bwMode="auto">
            <a:xfrm>
              <a:off x="1439" y="1948"/>
              <a:ext cx="125" cy="76"/>
            </a:xfrm>
            <a:custGeom>
              <a:avLst/>
              <a:gdLst>
                <a:gd name="T0" fmla="*/ 5 w 628"/>
                <a:gd name="T1" fmla="*/ 2 h 383"/>
                <a:gd name="T2" fmla="*/ 5 w 628"/>
                <a:gd name="T3" fmla="*/ 2 h 383"/>
                <a:gd name="T4" fmla="*/ 4 w 628"/>
                <a:gd name="T5" fmla="*/ 2 h 383"/>
                <a:gd name="T6" fmla="*/ 4 w 628"/>
                <a:gd name="T7" fmla="*/ 2 h 383"/>
                <a:gd name="T8" fmla="*/ 4 w 628"/>
                <a:gd name="T9" fmla="*/ 2 h 383"/>
                <a:gd name="T10" fmla="*/ 3 w 628"/>
                <a:gd name="T11" fmla="*/ 2 h 383"/>
                <a:gd name="T12" fmla="*/ 3 w 628"/>
                <a:gd name="T13" fmla="*/ 2 h 383"/>
                <a:gd name="T14" fmla="*/ 3 w 628"/>
                <a:gd name="T15" fmla="*/ 2 h 383"/>
                <a:gd name="T16" fmla="*/ 3 w 628"/>
                <a:gd name="T17" fmla="*/ 2 h 383"/>
                <a:gd name="T18" fmla="*/ 2 w 628"/>
                <a:gd name="T19" fmla="*/ 2 h 383"/>
                <a:gd name="T20" fmla="*/ 2 w 628"/>
                <a:gd name="T21" fmla="*/ 2 h 383"/>
                <a:gd name="T22" fmla="*/ 2 w 628"/>
                <a:gd name="T23" fmla="*/ 1 h 383"/>
                <a:gd name="T24" fmla="*/ 2 w 628"/>
                <a:gd name="T25" fmla="*/ 1 h 383"/>
                <a:gd name="T26" fmla="*/ 1 w 628"/>
                <a:gd name="T27" fmla="*/ 1 h 383"/>
                <a:gd name="T28" fmla="*/ 1 w 628"/>
                <a:gd name="T29" fmla="*/ 1 h 383"/>
                <a:gd name="T30" fmla="*/ 1 w 628"/>
                <a:gd name="T31" fmla="*/ 1 h 383"/>
                <a:gd name="T32" fmla="*/ 1 w 628"/>
                <a:gd name="T33" fmla="*/ 0 h 383"/>
                <a:gd name="T34" fmla="*/ 1 w 628"/>
                <a:gd name="T35" fmla="*/ 0 h 383"/>
                <a:gd name="T36" fmla="*/ 0 w 628"/>
                <a:gd name="T37" fmla="*/ 0 h 383"/>
                <a:gd name="T38" fmla="*/ 0 w 628"/>
                <a:gd name="T39" fmla="*/ 1 h 383"/>
                <a:gd name="T40" fmla="*/ 0 w 628"/>
                <a:gd name="T41" fmla="*/ 1 h 383"/>
                <a:gd name="T42" fmla="*/ 1 w 628"/>
                <a:gd name="T43" fmla="*/ 1 h 383"/>
                <a:gd name="T44" fmla="*/ 1 w 628"/>
                <a:gd name="T45" fmla="*/ 1 h 383"/>
                <a:gd name="T46" fmla="*/ 1 w 628"/>
                <a:gd name="T47" fmla="*/ 2 h 383"/>
                <a:gd name="T48" fmla="*/ 1 w 628"/>
                <a:gd name="T49" fmla="*/ 2 h 383"/>
                <a:gd name="T50" fmla="*/ 2 w 628"/>
                <a:gd name="T51" fmla="*/ 2 h 383"/>
                <a:gd name="T52" fmla="*/ 2 w 628"/>
                <a:gd name="T53" fmla="*/ 2 h 383"/>
                <a:gd name="T54" fmla="*/ 2 w 628"/>
                <a:gd name="T55" fmla="*/ 2 h 383"/>
                <a:gd name="T56" fmla="*/ 3 w 628"/>
                <a:gd name="T57" fmla="*/ 3 h 383"/>
                <a:gd name="T58" fmla="*/ 3 w 628"/>
                <a:gd name="T59" fmla="*/ 3 h 383"/>
                <a:gd name="T60" fmla="*/ 3 w 628"/>
                <a:gd name="T61" fmla="*/ 3 h 383"/>
                <a:gd name="T62" fmla="*/ 4 w 628"/>
                <a:gd name="T63" fmla="*/ 3 h 383"/>
                <a:gd name="T64" fmla="*/ 4 w 628"/>
                <a:gd name="T65" fmla="*/ 3 h 383"/>
                <a:gd name="T66" fmla="*/ 4 w 628"/>
                <a:gd name="T67" fmla="*/ 3 h 383"/>
                <a:gd name="T68" fmla="*/ 5 w 628"/>
                <a:gd name="T69" fmla="*/ 3 h 383"/>
                <a:gd name="T70" fmla="*/ 5 w 628"/>
                <a:gd name="T71" fmla="*/ 3 h 383"/>
                <a:gd name="T72" fmla="*/ 5 w 628"/>
                <a:gd name="T73" fmla="*/ 3 h 383"/>
                <a:gd name="T74" fmla="*/ 5 w 628"/>
                <a:gd name="T75" fmla="*/ 3 h 383"/>
                <a:gd name="T76" fmla="*/ 5 w 628"/>
                <a:gd name="T77" fmla="*/ 3 h 383"/>
                <a:gd name="T78" fmla="*/ 5 w 628"/>
                <a:gd name="T79" fmla="*/ 3 h 383"/>
                <a:gd name="T80" fmla="*/ 5 w 628"/>
                <a:gd name="T81" fmla="*/ 3 h 383"/>
                <a:gd name="T82" fmla="*/ 5 w 628"/>
                <a:gd name="T83" fmla="*/ 3 h 383"/>
                <a:gd name="T84" fmla="*/ 5 w 628"/>
                <a:gd name="T85" fmla="*/ 2 h 383"/>
                <a:gd name="T86" fmla="*/ 5 w 628"/>
                <a:gd name="T87" fmla="*/ 2 h 383"/>
                <a:gd name="T88" fmla="*/ 5 w 628"/>
                <a:gd name="T89" fmla="*/ 2 h 383"/>
                <a:gd name="T90" fmla="*/ 5 w 628"/>
                <a:gd name="T91" fmla="*/ 2 h 38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628"/>
                <a:gd name="T139" fmla="*/ 0 h 383"/>
                <a:gd name="T140" fmla="*/ 628 w 628"/>
                <a:gd name="T141" fmla="*/ 383 h 38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628" h="383">
                  <a:moveTo>
                    <a:pt x="581" y="289"/>
                  </a:moveTo>
                  <a:lnTo>
                    <a:pt x="582" y="289"/>
                  </a:lnTo>
                  <a:lnTo>
                    <a:pt x="541" y="287"/>
                  </a:lnTo>
                  <a:lnTo>
                    <a:pt x="500" y="283"/>
                  </a:lnTo>
                  <a:lnTo>
                    <a:pt x="462" y="276"/>
                  </a:lnTo>
                  <a:lnTo>
                    <a:pt x="424" y="268"/>
                  </a:lnTo>
                  <a:lnTo>
                    <a:pt x="389" y="255"/>
                  </a:lnTo>
                  <a:lnTo>
                    <a:pt x="352" y="242"/>
                  </a:lnTo>
                  <a:lnTo>
                    <a:pt x="320" y="227"/>
                  </a:lnTo>
                  <a:lnTo>
                    <a:pt x="287" y="209"/>
                  </a:lnTo>
                  <a:lnTo>
                    <a:pt x="255" y="189"/>
                  </a:lnTo>
                  <a:lnTo>
                    <a:pt x="226" y="168"/>
                  </a:lnTo>
                  <a:lnTo>
                    <a:pt x="198" y="145"/>
                  </a:lnTo>
                  <a:lnTo>
                    <a:pt x="172" y="119"/>
                  </a:lnTo>
                  <a:lnTo>
                    <a:pt x="146" y="92"/>
                  </a:lnTo>
                  <a:lnTo>
                    <a:pt x="122" y="64"/>
                  </a:lnTo>
                  <a:lnTo>
                    <a:pt x="100" y="33"/>
                  </a:lnTo>
                  <a:lnTo>
                    <a:pt x="82" y="0"/>
                  </a:lnTo>
                  <a:lnTo>
                    <a:pt x="0" y="47"/>
                  </a:lnTo>
                  <a:lnTo>
                    <a:pt x="23" y="85"/>
                  </a:lnTo>
                  <a:lnTo>
                    <a:pt x="49" y="120"/>
                  </a:lnTo>
                  <a:lnTo>
                    <a:pt x="76" y="153"/>
                  </a:lnTo>
                  <a:lnTo>
                    <a:pt x="104" y="185"/>
                  </a:lnTo>
                  <a:lnTo>
                    <a:pt x="137" y="215"/>
                  </a:lnTo>
                  <a:lnTo>
                    <a:pt x="170" y="241"/>
                  </a:lnTo>
                  <a:lnTo>
                    <a:pt x="204" y="267"/>
                  </a:lnTo>
                  <a:lnTo>
                    <a:pt x="240" y="289"/>
                  </a:lnTo>
                  <a:lnTo>
                    <a:pt x="277" y="309"/>
                  </a:lnTo>
                  <a:lnTo>
                    <a:pt x="317" y="329"/>
                  </a:lnTo>
                  <a:lnTo>
                    <a:pt x="358" y="344"/>
                  </a:lnTo>
                  <a:lnTo>
                    <a:pt x="400" y="357"/>
                  </a:lnTo>
                  <a:lnTo>
                    <a:pt x="444" y="367"/>
                  </a:lnTo>
                  <a:lnTo>
                    <a:pt x="488" y="374"/>
                  </a:lnTo>
                  <a:lnTo>
                    <a:pt x="534" y="380"/>
                  </a:lnTo>
                  <a:lnTo>
                    <a:pt x="580" y="383"/>
                  </a:lnTo>
                  <a:lnTo>
                    <a:pt x="581" y="383"/>
                  </a:lnTo>
                  <a:lnTo>
                    <a:pt x="580" y="383"/>
                  </a:lnTo>
                  <a:lnTo>
                    <a:pt x="600" y="379"/>
                  </a:lnTo>
                  <a:lnTo>
                    <a:pt x="615" y="369"/>
                  </a:lnTo>
                  <a:lnTo>
                    <a:pt x="624" y="353"/>
                  </a:lnTo>
                  <a:lnTo>
                    <a:pt x="628" y="337"/>
                  </a:lnTo>
                  <a:lnTo>
                    <a:pt x="625" y="319"/>
                  </a:lnTo>
                  <a:lnTo>
                    <a:pt x="617" y="304"/>
                  </a:lnTo>
                  <a:lnTo>
                    <a:pt x="602" y="294"/>
                  </a:lnTo>
                  <a:lnTo>
                    <a:pt x="582" y="289"/>
                  </a:lnTo>
                  <a:lnTo>
                    <a:pt x="581" y="28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4288" name="Freeform 32"/>
            <p:cNvSpPr>
              <a:spLocks/>
            </p:cNvSpPr>
            <p:nvPr/>
          </p:nvSpPr>
          <p:spPr bwMode="auto">
            <a:xfrm>
              <a:off x="1587" y="1880"/>
              <a:ext cx="85" cy="49"/>
            </a:xfrm>
            <a:custGeom>
              <a:avLst/>
              <a:gdLst>
                <a:gd name="T0" fmla="*/ 3 w 426"/>
                <a:gd name="T1" fmla="*/ 0 h 245"/>
                <a:gd name="T2" fmla="*/ 3 w 426"/>
                <a:gd name="T3" fmla="*/ 0 h 245"/>
                <a:gd name="T4" fmla="*/ 3 w 426"/>
                <a:gd name="T5" fmla="*/ 0 h 245"/>
                <a:gd name="T6" fmla="*/ 3 w 426"/>
                <a:gd name="T7" fmla="*/ 0 h 245"/>
                <a:gd name="T8" fmla="*/ 2 w 426"/>
                <a:gd name="T9" fmla="*/ 0 h 245"/>
                <a:gd name="T10" fmla="*/ 2 w 426"/>
                <a:gd name="T11" fmla="*/ 0 h 245"/>
                <a:gd name="T12" fmla="*/ 2 w 426"/>
                <a:gd name="T13" fmla="*/ 0 h 245"/>
                <a:gd name="T14" fmla="*/ 2 w 426"/>
                <a:gd name="T15" fmla="*/ 0 h 245"/>
                <a:gd name="T16" fmla="*/ 1 w 426"/>
                <a:gd name="T17" fmla="*/ 0 h 245"/>
                <a:gd name="T18" fmla="*/ 1 w 426"/>
                <a:gd name="T19" fmla="*/ 1 h 245"/>
                <a:gd name="T20" fmla="*/ 1 w 426"/>
                <a:gd name="T21" fmla="*/ 1 h 245"/>
                <a:gd name="T22" fmla="*/ 1 w 426"/>
                <a:gd name="T23" fmla="*/ 1 h 245"/>
                <a:gd name="T24" fmla="*/ 0 w 426"/>
                <a:gd name="T25" fmla="*/ 1 h 245"/>
                <a:gd name="T26" fmla="*/ 0 w 426"/>
                <a:gd name="T27" fmla="*/ 1 h 245"/>
                <a:gd name="T28" fmla="*/ 0 w 426"/>
                <a:gd name="T29" fmla="*/ 1 h 245"/>
                <a:gd name="T30" fmla="*/ 0 w 426"/>
                <a:gd name="T31" fmla="*/ 2 h 245"/>
                <a:gd name="T32" fmla="*/ 0 w 426"/>
                <a:gd name="T33" fmla="*/ 2 h 245"/>
                <a:gd name="T34" fmla="*/ 0 w 426"/>
                <a:gd name="T35" fmla="*/ 2 h 245"/>
                <a:gd name="T36" fmla="*/ 0 w 426"/>
                <a:gd name="T37" fmla="*/ 2 h 245"/>
                <a:gd name="T38" fmla="*/ 0 w 426"/>
                <a:gd name="T39" fmla="*/ 2 h 245"/>
                <a:gd name="T40" fmla="*/ 0 w 426"/>
                <a:gd name="T41" fmla="*/ 2 h 245"/>
                <a:gd name="T42" fmla="*/ 0 w 426"/>
                <a:gd name="T43" fmla="*/ 1 h 245"/>
                <a:gd name="T44" fmla="*/ 0 w 426"/>
                <a:gd name="T45" fmla="*/ 1 h 245"/>
                <a:gd name="T46" fmla="*/ 0 w 426"/>
                <a:gd name="T47" fmla="*/ 1 h 245"/>
                <a:gd name="T48" fmla="*/ 1 w 426"/>
                <a:gd name="T49" fmla="*/ 1 h 245"/>
                <a:gd name="T50" fmla="*/ 1 w 426"/>
                <a:gd name="T51" fmla="*/ 1 h 245"/>
                <a:gd name="T52" fmla="*/ 1 w 426"/>
                <a:gd name="T53" fmla="*/ 1 h 245"/>
                <a:gd name="T54" fmla="*/ 1 w 426"/>
                <a:gd name="T55" fmla="*/ 1 h 245"/>
                <a:gd name="T56" fmla="*/ 2 w 426"/>
                <a:gd name="T57" fmla="*/ 0 h 245"/>
                <a:gd name="T58" fmla="*/ 2 w 426"/>
                <a:gd name="T59" fmla="*/ 0 h 245"/>
                <a:gd name="T60" fmla="*/ 2 w 426"/>
                <a:gd name="T61" fmla="*/ 0 h 245"/>
                <a:gd name="T62" fmla="*/ 2 w 426"/>
                <a:gd name="T63" fmla="*/ 0 h 245"/>
                <a:gd name="T64" fmla="*/ 3 w 426"/>
                <a:gd name="T65" fmla="*/ 0 h 245"/>
                <a:gd name="T66" fmla="*/ 3 w 426"/>
                <a:gd name="T67" fmla="*/ 0 h 245"/>
                <a:gd name="T68" fmla="*/ 3 w 426"/>
                <a:gd name="T69" fmla="*/ 0 h 245"/>
                <a:gd name="T70" fmla="*/ 3 w 426"/>
                <a:gd name="T71" fmla="*/ 0 h 245"/>
                <a:gd name="T72" fmla="*/ 3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426" y="0"/>
                  </a:moveTo>
                  <a:lnTo>
                    <a:pt x="426" y="0"/>
                  </a:lnTo>
                  <a:lnTo>
                    <a:pt x="384" y="1"/>
                  </a:lnTo>
                  <a:lnTo>
                    <a:pt x="340" y="4"/>
                  </a:lnTo>
                  <a:lnTo>
                    <a:pt x="300" y="10"/>
                  </a:lnTo>
                  <a:lnTo>
                    <a:pt x="262" y="18"/>
                  </a:lnTo>
                  <a:lnTo>
                    <a:pt x="224" y="29"/>
                  </a:lnTo>
                  <a:lnTo>
                    <a:pt x="189" y="41"/>
                  </a:lnTo>
                  <a:lnTo>
                    <a:pt x="157" y="55"/>
                  </a:lnTo>
                  <a:lnTo>
                    <a:pt x="126" y="70"/>
                  </a:lnTo>
                  <a:lnTo>
                    <a:pt x="99" y="89"/>
                  </a:lnTo>
                  <a:lnTo>
                    <a:pt x="74" y="106"/>
                  </a:lnTo>
                  <a:lnTo>
                    <a:pt x="52" y="126"/>
                  </a:lnTo>
                  <a:lnTo>
                    <a:pt x="34" y="148"/>
                  </a:lnTo>
                  <a:lnTo>
                    <a:pt x="19" y="171"/>
                  </a:lnTo>
                  <a:lnTo>
                    <a:pt x="9" y="194"/>
                  </a:lnTo>
                  <a:lnTo>
                    <a:pt x="3" y="219"/>
                  </a:lnTo>
                  <a:lnTo>
                    <a:pt x="0" y="245"/>
                  </a:lnTo>
                  <a:lnTo>
                    <a:pt x="12" y="245"/>
                  </a:lnTo>
                  <a:lnTo>
                    <a:pt x="15" y="221"/>
                  </a:lnTo>
                  <a:lnTo>
                    <a:pt x="20" y="199"/>
                  </a:lnTo>
                  <a:lnTo>
                    <a:pt x="31" y="178"/>
                  </a:lnTo>
                  <a:lnTo>
                    <a:pt x="44" y="156"/>
                  </a:lnTo>
                  <a:lnTo>
                    <a:pt x="61" y="136"/>
                  </a:lnTo>
                  <a:lnTo>
                    <a:pt x="81" y="116"/>
                  </a:lnTo>
                  <a:lnTo>
                    <a:pt x="106" y="98"/>
                  </a:lnTo>
                  <a:lnTo>
                    <a:pt x="133" y="82"/>
                  </a:lnTo>
                  <a:lnTo>
                    <a:pt x="162" y="66"/>
                  </a:lnTo>
                  <a:lnTo>
                    <a:pt x="194" y="52"/>
                  </a:lnTo>
                  <a:lnTo>
                    <a:pt x="229" y="41"/>
                  </a:lnTo>
                  <a:lnTo>
                    <a:pt x="264" y="30"/>
                  </a:lnTo>
                  <a:lnTo>
                    <a:pt x="303" y="22"/>
                  </a:lnTo>
                  <a:lnTo>
                    <a:pt x="343" y="16"/>
                  </a:lnTo>
                  <a:lnTo>
                    <a:pt x="384" y="12"/>
                  </a:lnTo>
                  <a:lnTo>
                    <a:pt x="426" y="11"/>
                  </a:lnTo>
                  <a:lnTo>
                    <a:pt x="42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4289" name="Freeform 33"/>
            <p:cNvSpPr>
              <a:spLocks/>
            </p:cNvSpPr>
            <p:nvPr/>
          </p:nvSpPr>
          <p:spPr bwMode="auto">
            <a:xfrm>
              <a:off x="1587" y="1929"/>
              <a:ext cx="85" cy="49"/>
            </a:xfrm>
            <a:custGeom>
              <a:avLst/>
              <a:gdLst>
                <a:gd name="T0" fmla="*/ 0 w 426"/>
                <a:gd name="T1" fmla="*/ 0 h 245"/>
                <a:gd name="T2" fmla="*/ 0 w 426"/>
                <a:gd name="T3" fmla="*/ 0 h 245"/>
                <a:gd name="T4" fmla="*/ 0 w 426"/>
                <a:gd name="T5" fmla="*/ 0 h 245"/>
                <a:gd name="T6" fmla="*/ 0 w 426"/>
                <a:gd name="T7" fmla="*/ 0 h 245"/>
                <a:gd name="T8" fmla="*/ 0 w 426"/>
                <a:gd name="T9" fmla="*/ 1 h 245"/>
                <a:gd name="T10" fmla="*/ 0 w 426"/>
                <a:gd name="T11" fmla="*/ 1 h 245"/>
                <a:gd name="T12" fmla="*/ 0 w 426"/>
                <a:gd name="T13" fmla="*/ 1 h 245"/>
                <a:gd name="T14" fmla="*/ 1 w 426"/>
                <a:gd name="T15" fmla="*/ 1 h 245"/>
                <a:gd name="T16" fmla="*/ 1 w 426"/>
                <a:gd name="T17" fmla="*/ 1 h 245"/>
                <a:gd name="T18" fmla="*/ 1 w 426"/>
                <a:gd name="T19" fmla="*/ 1 h 245"/>
                <a:gd name="T20" fmla="*/ 1 w 426"/>
                <a:gd name="T21" fmla="*/ 2 h 245"/>
                <a:gd name="T22" fmla="*/ 2 w 426"/>
                <a:gd name="T23" fmla="*/ 2 h 245"/>
                <a:gd name="T24" fmla="*/ 2 w 426"/>
                <a:gd name="T25" fmla="*/ 2 h 245"/>
                <a:gd name="T26" fmla="*/ 2 w 426"/>
                <a:gd name="T27" fmla="*/ 2 h 245"/>
                <a:gd name="T28" fmla="*/ 2 w 426"/>
                <a:gd name="T29" fmla="*/ 2 h 245"/>
                <a:gd name="T30" fmla="*/ 3 w 426"/>
                <a:gd name="T31" fmla="*/ 2 h 245"/>
                <a:gd name="T32" fmla="*/ 3 w 426"/>
                <a:gd name="T33" fmla="*/ 2 h 245"/>
                <a:gd name="T34" fmla="*/ 3 w 426"/>
                <a:gd name="T35" fmla="*/ 2 h 245"/>
                <a:gd name="T36" fmla="*/ 3 w 426"/>
                <a:gd name="T37" fmla="*/ 2 h 245"/>
                <a:gd name="T38" fmla="*/ 3 w 426"/>
                <a:gd name="T39" fmla="*/ 2 h 245"/>
                <a:gd name="T40" fmla="*/ 3 w 426"/>
                <a:gd name="T41" fmla="*/ 2 h 245"/>
                <a:gd name="T42" fmla="*/ 2 w 426"/>
                <a:gd name="T43" fmla="*/ 2 h 245"/>
                <a:gd name="T44" fmla="*/ 2 w 426"/>
                <a:gd name="T45" fmla="*/ 2 h 245"/>
                <a:gd name="T46" fmla="*/ 2 w 426"/>
                <a:gd name="T47" fmla="*/ 2 h 245"/>
                <a:gd name="T48" fmla="*/ 2 w 426"/>
                <a:gd name="T49" fmla="*/ 2 h 245"/>
                <a:gd name="T50" fmla="*/ 1 w 426"/>
                <a:gd name="T51" fmla="*/ 1 h 245"/>
                <a:gd name="T52" fmla="*/ 1 w 426"/>
                <a:gd name="T53" fmla="*/ 1 h 245"/>
                <a:gd name="T54" fmla="*/ 1 w 426"/>
                <a:gd name="T55" fmla="*/ 1 h 245"/>
                <a:gd name="T56" fmla="*/ 1 w 426"/>
                <a:gd name="T57" fmla="*/ 1 h 245"/>
                <a:gd name="T58" fmla="*/ 0 w 426"/>
                <a:gd name="T59" fmla="*/ 1 h 245"/>
                <a:gd name="T60" fmla="*/ 0 w 426"/>
                <a:gd name="T61" fmla="*/ 1 h 245"/>
                <a:gd name="T62" fmla="*/ 0 w 426"/>
                <a:gd name="T63" fmla="*/ 1 h 245"/>
                <a:gd name="T64" fmla="*/ 0 w 426"/>
                <a:gd name="T65" fmla="*/ 0 h 245"/>
                <a:gd name="T66" fmla="*/ 0 w 426"/>
                <a:gd name="T67" fmla="*/ 0 h 245"/>
                <a:gd name="T68" fmla="*/ 0 w 426"/>
                <a:gd name="T69" fmla="*/ 0 h 245"/>
                <a:gd name="T70" fmla="*/ 0 w 426"/>
                <a:gd name="T71" fmla="*/ 0 h 245"/>
                <a:gd name="T72" fmla="*/ 0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0" y="0"/>
                  </a:moveTo>
                  <a:lnTo>
                    <a:pt x="0" y="0"/>
                  </a:lnTo>
                  <a:lnTo>
                    <a:pt x="3" y="25"/>
                  </a:lnTo>
                  <a:lnTo>
                    <a:pt x="9" y="50"/>
                  </a:lnTo>
                  <a:lnTo>
                    <a:pt x="19" y="73"/>
                  </a:lnTo>
                  <a:lnTo>
                    <a:pt x="34" y="96"/>
                  </a:lnTo>
                  <a:lnTo>
                    <a:pt x="52" y="118"/>
                  </a:lnTo>
                  <a:lnTo>
                    <a:pt x="74" y="138"/>
                  </a:lnTo>
                  <a:lnTo>
                    <a:pt x="99" y="156"/>
                  </a:lnTo>
                  <a:lnTo>
                    <a:pt x="126" y="174"/>
                  </a:lnTo>
                  <a:lnTo>
                    <a:pt x="157" y="190"/>
                  </a:lnTo>
                  <a:lnTo>
                    <a:pt x="189" y="204"/>
                  </a:lnTo>
                  <a:lnTo>
                    <a:pt x="224" y="215"/>
                  </a:lnTo>
                  <a:lnTo>
                    <a:pt x="262" y="226"/>
                  </a:lnTo>
                  <a:lnTo>
                    <a:pt x="300" y="234"/>
                  </a:lnTo>
                  <a:lnTo>
                    <a:pt x="340" y="240"/>
                  </a:lnTo>
                  <a:lnTo>
                    <a:pt x="384" y="244"/>
                  </a:lnTo>
                  <a:lnTo>
                    <a:pt x="426" y="245"/>
                  </a:lnTo>
                  <a:lnTo>
                    <a:pt x="426" y="233"/>
                  </a:lnTo>
                  <a:lnTo>
                    <a:pt x="384" y="232"/>
                  </a:lnTo>
                  <a:lnTo>
                    <a:pt x="343" y="228"/>
                  </a:lnTo>
                  <a:lnTo>
                    <a:pt x="303" y="222"/>
                  </a:lnTo>
                  <a:lnTo>
                    <a:pt x="264" y="214"/>
                  </a:lnTo>
                  <a:lnTo>
                    <a:pt x="229" y="204"/>
                  </a:lnTo>
                  <a:lnTo>
                    <a:pt x="194" y="192"/>
                  </a:lnTo>
                  <a:lnTo>
                    <a:pt x="162" y="178"/>
                  </a:lnTo>
                  <a:lnTo>
                    <a:pt x="133" y="163"/>
                  </a:lnTo>
                  <a:lnTo>
                    <a:pt x="106" y="146"/>
                  </a:lnTo>
                  <a:lnTo>
                    <a:pt x="81" y="129"/>
                  </a:lnTo>
                  <a:lnTo>
                    <a:pt x="61" y="109"/>
                  </a:lnTo>
                  <a:lnTo>
                    <a:pt x="44" y="89"/>
                  </a:lnTo>
                  <a:lnTo>
                    <a:pt x="31" y="66"/>
                  </a:lnTo>
                  <a:lnTo>
                    <a:pt x="20" y="45"/>
                  </a:lnTo>
                  <a:lnTo>
                    <a:pt x="15" y="2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4290" name="Freeform 34"/>
            <p:cNvSpPr>
              <a:spLocks/>
            </p:cNvSpPr>
            <p:nvPr/>
          </p:nvSpPr>
          <p:spPr bwMode="auto">
            <a:xfrm>
              <a:off x="878" y="1448"/>
              <a:ext cx="792" cy="954"/>
            </a:xfrm>
            <a:custGeom>
              <a:avLst/>
              <a:gdLst>
                <a:gd name="T0" fmla="*/ 13 w 3960"/>
                <a:gd name="T1" fmla="*/ 38 h 4768"/>
                <a:gd name="T2" fmla="*/ 14 w 3960"/>
                <a:gd name="T3" fmla="*/ 38 h 4768"/>
                <a:gd name="T4" fmla="*/ 15 w 3960"/>
                <a:gd name="T5" fmla="*/ 38 h 4768"/>
                <a:gd name="T6" fmla="*/ 15 w 3960"/>
                <a:gd name="T7" fmla="*/ 38 h 4768"/>
                <a:gd name="T8" fmla="*/ 16 w 3960"/>
                <a:gd name="T9" fmla="*/ 38 h 4768"/>
                <a:gd name="T10" fmla="*/ 17 w 3960"/>
                <a:gd name="T11" fmla="*/ 38 h 4768"/>
                <a:gd name="T12" fmla="*/ 17 w 3960"/>
                <a:gd name="T13" fmla="*/ 38 h 4768"/>
                <a:gd name="T14" fmla="*/ 18 w 3960"/>
                <a:gd name="T15" fmla="*/ 38 h 4768"/>
                <a:gd name="T16" fmla="*/ 18 w 3960"/>
                <a:gd name="T17" fmla="*/ 38 h 4768"/>
                <a:gd name="T18" fmla="*/ 29 w 3960"/>
                <a:gd name="T19" fmla="*/ 30 h 4768"/>
                <a:gd name="T20" fmla="*/ 30 w 3960"/>
                <a:gd name="T21" fmla="*/ 30 h 4768"/>
                <a:gd name="T22" fmla="*/ 30 w 3960"/>
                <a:gd name="T23" fmla="*/ 29 h 4768"/>
                <a:gd name="T24" fmla="*/ 31 w 3960"/>
                <a:gd name="T25" fmla="*/ 28 h 4768"/>
                <a:gd name="T26" fmla="*/ 31 w 3960"/>
                <a:gd name="T27" fmla="*/ 28 h 4768"/>
                <a:gd name="T28" fmla="*/ 31 w 3960"/>
                <a:gd name="T29" fmla="*/ 27 h 4768"/>
                <a:gd name="T30" fmla="*/ 32 w 3960"/>
                <a:gd name="T31" fmla="*/ 26 h 4768"/>
                <a:gd name="T32" fmla="*/ 32 w 3960"/>
                <a:gd name="T33" fmla="*/ 25 h 4768"/>
                <a:gd name="T34" fmla="*/ 32 w 3960"/>
                <a:gd name="T35" fmla="*/ 11 h 4768"/>
                <a:gd name="T36" fmla="*/ 32 w 3960"/>
                <a:gd name="T37" fmla="*/ 10 h 4768"/>
                <a:gd name="T38" fmla="*/ 31 w 3960"/>
                <a:gd name="T39" fmla="*/ 9 h 4768"/>
                <a:gd name="T40" fmla="*/ 31 w 3960"/>
                <a:gd name="T41" fmla="*/ 9 h 4768"/>
                <a:gd name="T42" fmla="*/ 31 w 3960"/>
                <a:gd name="T43" fmla="*/ 8 h 4768"/>
                <a:gd name="T44" fmla="*/ 31 w 3960"/>
                <a:gd name="T45" fmla="*/ 8 h 4768"/>
                <a:gd name="T46" fmla="*/ 30 w 3960"/>
                <a:gd name="T47" fmla="*/ 7 h 4768"/>
                <a:gd name="T48" fmla="*/ 30 w 3960"/>
                <a:gd name="T49" fmla="*/ 7 h 4768"/>
                <a:gd name="T50" fmla="*/ 29 w 3960"/>
                <a:gd name="T51" fmla="*/ 6 h 4768"/>
                <a:gd name="T52" fmla="*/ 19 w 3960"/>
                <a:gd name="T53" fmla="*/ 1 h 4768"/>
                <a:gd name="T54" fmla="*/ 18 w 3960"/>
                <a:gd name="T55" fmla="*/ 0 h 4768"/>
                <a:gd name="T56" fmla="*/ 17 w 3960"/>
                <a:gd name="T57" fmla="*/ 0 h 4768"/>
                <a:gd name="T58" fmla="*/ 17 w 3960"/>
                <a:gd name="T59" fmla="*/ 0 h 4768"/>
                <a:gd name="T60" fmla="*/ 16 w 3960"/>
                <a:gd name="T61" fmla="*/ 0 h 4768"/>
                <a:gd name="T62" fmla="*/ 15 w 3960"/>
                <a:gd name="T63" fmla="*/ 0 h 4768"/>
                <a:gd name="T64" fmla="*/ 14 w 3960"/>
                <a:gd name="T65" fmla="*/ 0 h 4768"/>
                <a:gd name="T66" fmla="*/ 14 w 3960"/>
                <a:gd name="T67" fmla="*/ 0 h 4768"/>
                <a:gd name="T68" fmla="*/ 2 w 3960"/>
                <a:gd name="T69" fmla="*/ 6 h 4768"/>
                <a:gd name="T70" fmla="*/ 2 w 3960"/>
                <a:gd name="T71" fmla="*/ 7 h 4768"/>
                <a:gd name="T72" fmla="*/ 1 w 3960"/>
                <a:gd name="T73" fmla="*/ 7 h 4768"/>
                <a:gd name="T74" fmla="*/ 1 w 3960"/>
                <a:gd name="T75" fmla="*/ 8 h 4768"/>
                <a:gd name="T76" fmla="*/ 1 w 3960"/>
                <a:gd name="T77" fmla="*/ 8 h 4768"/>
                <a:gd name="T78" fmla="*/ 0 w 3960"/>
                <a:gd name="T79" fmla="*/ 9 h 4768"/>
                <a:gd name="T80" fmla="*/ 0 w 3960"/>
                <a:gd name="T81" fmla="*/ 9 h 4768"/>
                <a:gd name="T82" fmla="*/ 0 w 3960"/>
                <a:gd name="T83" fmla="*/ 10 h 4768"/>
                <a:gd name="T84" fmla="*/ 0 w 3960"/>
                <a:gd name="T85" fmla="*/ 11 h 4768"/>
                <a:gd name="T86" fmla="*/ 0 w 3960"/>
                <a:gd name="T87" fmla="*/ 25 h 4768"/>
                <a:gd name="T88" fmla="*/ 0 w 3960"/>
                <a:gd name="T89" fmla="*/ 26 h 4768"/>
                <a:gd name="T90" fmla="*/ 0 w 3960"/>
                <a:gd name="T91" fmla="*/ 27 h 4768"/>
                <a:gd name="T92" fmla="*/ 1 w 3960"/>
                <a:gd name="T93" fmla="*/ 28 h 4768"/>
                <a:gd name="T94" fmla="*/ 1 w 3960"/>
                <a:gd name="T95" fmla="*/ 29 h 4768"/>
                <a:gd name="T96" fmla="*/ 1 w 3960"/>
                <a:gd name="T97" fmla="*/ 29 h 4768"/>
                <a:gd name="T98" fmla="*/ 2 w 3960"/>
                <a:gd name="T99" fmla="*/ 30 h 4768"/>
                <a:gd name="T100" fmla="*/ 3 w 3960"/>
                <a:gd name="T101" fmla="*/ 31 h 4768"/>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w 3960"/>
                <a:gd name="T154" fmla="*/ 0 h 4768"/>
                <a:gd name="T155" fmla="*/ 3960 w 3960"/>
                <a:gd name="T156" fmla="*/ 4768 h 4768"/>
              </a:gdLst>
              <a:ahLst/>
              <a:cxnLst>
                <a:cxn ang="T102">
                  <a:pos x="T0" y="T1"/>
                </a:cxn>
                <a:cxn ang="T103">
                  <a:pos x="T2" y="T3"/>
                </a:cxn>
                <a:cxn ang="T104">
                  <a:pos x="T4" y="T5"/>
                </a:cxn>
                <a:cxn ang="T105">
                  <a:pos x="T6" y="T7"/>
                </a:cxn>
                <a:cxn ang="T106">
                  <a:pos x="T8" y="T9"/>
                </a:cxn>
                <a:cxn ang="T107">
                  <a:pos x="T10" y="T11"/>
                </a:cxn>
                <a:cxn ang="T108">
                  <a:pos x="T12" y="T13"/>
                </a:cxn>
                <a:cxn ang="T109">
                  <a:pos x="T14" y="T15"/>
                </a:cxn>
                <a:cxn ang="T110">
                  <a:pos x="T16" y="T17"/>
                </a:cxn>
                <a:cxn ang="T111">
                  <a:pos x="T18" y="T19"/>
                </a:cxn>
                <a:cxn ang="T112">
                  <a:pos x="T20" y="T21"/>
                </a:cxn>
                <a:cxn ang="T113">
                  <a:pos x="T22" y="T23"/>
                </a:cxn>
                <a:cxn ang="T114">
                  <a:pos x="T24" y="T25"/>
                </a:cxn>
                <a:cxn ang="T115">
                  <a:pos x="T26" y="T27"/>
                </a:cxn>
                <a:cxn ang="T116">
                  <a:pos x="T28" y="T29"/>
                </a:cxn>
                <a:cxn ang="T117">
                  <a:pos x="T30" y="T31"/>
                </a:cxn>
                <a:cxn ang="T118">
                  <a:pos x="T32" y="T33"/>
                </a:cxn>
                <a:cxn ang="T119">
                  <a:pos x="T34" y="T35"/>
                </a:cxn>
                <a:cxn ang="T120">
                  <a:pos x="T36" y="T37"/>
                </a:cxn>
                <a:cxn ang="T121">
                  <a:pos x="T38" y="T39"/>
                </a:cxn>
                <a:cxn ang="T122">
                  <a:pos x="T40" y="T41"/>
                </a:cxn>
                <a:cxn ang="T123">
                  <a:pos x="T42" y="T43"/>
                </a:cxn>
                <a:cxn ang="T124">
                  <a:pos x="T44" y="T45"/>
                </a:cxn>
                <a:cxn ang="T125">
                  <a:pos x="T46" y="T47"/>
                </a:cxn>
                <a:cxn ang="T126">
                  <a:pos x="T48" y="T49"/>
                </a:cxn>
                <a:cxn ang="T127">
                  <a:pos x="T50" y="T51"/>
                </a:cxn>
                <a:cxn ang="T128">
                  <a:pos x="T52" y="T53"/>
                </a:cxn>
                <a:cxn ang="T129">
                  <a:pos x="T54" y="T55"/>
                </a:cxn>
                <a:cxn ang="T130">
                  <a:pos x="T56" y="T57"/>
                </a:cxn>
                <a:cxn ang="T131">
                  <a:pos x="T58" y="T59"/>
                </a:cxn>
                <a:cxn ang="T132">
                  <a:pos x="T60" y="T61"/>
                </a:cxn>
                <a:cxn ang="T133">
                  <a:pos x="T62" y="T63"/>
                </a:cxn>
                <a:cxn ang="T134">
                  <a:pos x="T64" y="T65"/>
                </a:cxn>
                <a:cxn ang="T135">
                  <a:pos x="T66" y="T67"/>
                </a:cxn>
                <a:cxn ang="T136">
                  <a:pos x="T68" y="T69"/>
                </a:cxn>
                <a:cxn ang="T137">
                  <a:pos x="T70" y="T71"/>
                </a:cxn>
                <a:cxn ang="T138">
                  <a:pos x="T72" y="T73"/>
                </a:cxn>
                <a:cxn ang="T139">
                  <a:pos x="T74" y="T75"/>
                </a:cxn>
                <a:cxn ang="T140">
                  <a:pos x="T76" y="T77"/>
                </a:cxn>
                <a:cxn ang="T141">
                  <a:pos x="T78" y="T79"/>
                </a:cxn>
                <a:cxn ang="T142">
                  <a:pos x="T80" y="T81"/>
                </a:cxn>
                <a:cxn ang="T143">
                  <a:pos x="T82" y="T83"/>
                </a:cxn>
                <a:cxn ang="T144">
                  <a:pos x="T84" y="T85"/>
                </a:cxn>
                <a:cxn ang="T145">
                  <a:pos x="T86" y="T87"/>
                </a:cxn>
                <a:cxn ang="T146">
                  <a:pos x="T88" y="T89"/>
                </a:cxn>
                <a:cxn ang="T147">
                  <a:pos x="T90" y="T91"/>
                </a:cxn>
                <a:cxn ang="T148">
                  <a:pos x="T92" y="T93"/>
                </a:cxn>
                <a:cxn ang="T149">
                  <a:pos x="T94" y="T95"/>
                </a:cxn>
                <a:cxn ang="T150">
                  <a:pos x="T96" y="T97"/>
                </a:cxn>
                <a:cxn ang="T151">
                  <a:pos x="T98" y="T99"/>
                </a:cxn>
                <a:cxn ang="T152">
                  <a:pos x="T100" y="T101"/>
                </a:cxn>
              </a:cxnLst>
              <a:rect l="T153" t="T154" r="T155" b="T156"/>
              <a:pathLst>
                <a:path w="3960" h="4768">
                  <a:moveTo>
                    <a:pt x="353" y="3849"/>
                  </a:moveTo>
                  <a:lnTo>
                    <a:pt x="1661" y="4700"/>
                  </a:lnTo>
                  <a:lnTo>
                    <a:pt x="1697" y="4717"/>
                  </a:lnTo>
                  <a:lnTo>
                    <a:pt x="1736" y="4731"/>
                  </a:lnTo>
                  <a:lnTo>
                    <a:pt x="1776" y="4742"/>
                  </a:lnTo>
                  <a:lnTo>
                    <a:pt x="1818" y="4753"/>
                  </a:lnTo>
                  <a:lnTo>
                    <a:pt x="1860" y="4760"/>
                  </a:lnTo>
                  <a:lnTo>
                    <a:pt x="1902" y="4765"/>
                  </a:lnTo>
                  <a:lnTo>
                    <a:pt x="1946" y="4768"/>
                  </a:lnTo>
                  <a:lnTo>
                    <a:pt x="1988" y="4768"/>
                  </a:lnTo>
                  <a:lnTo>
                    <a:pt x="2031" y="4767"/>
                  </a:lnTo>
                  <a:lnTo>
                    <a:pt x="2073" y="4763"/>
                  </a:lnTo>
                  <a:lnTo>
                    <a:pt x="2114" y="4758"/>
                  </a:lnTo>
                  <a:lnTo>
                    <a:pt x="2154" y="4751"/>
                  </a:lnTo>
                  <a:lnTo>
                    <a:pt x="2193" y="4740"/>
                  </a:lnTo>
                  <a:lnTo>
                    <a:pt x="2230" y="4729"/>
                  </a:lnTo>
                  <a:lnTo>
                    <a:pt x="2264" y="4715"/>
                  </a:lnTo>
                  <a:lnTo>
                    <a:pt x="2297" y="4700"/>
                  </a:lnTo>
                  <a:lnTo>
                    <a:pt x="3639" y="3825"/>
                  </a:lnTo>
                  <a:lnTo>
                    <a:pt x="3673" y="3795"/>
                  </a:lnTo>
                  <a:lnTo>
                    <a:pt x="3707" y="3761"/>
                  </a:lnTo>
                  <a:lnTo>
                    <a:pt x="3738" y="3725"/>
                  </a:lnTo>
                  <a:lnTo>
                    <a:pt x="3768" y="3685"/>
                  </a:lnTo>
                  <a:lnTo>
                    <a:pt x="3796" y="3644"/>
                  </a:lnTo>
                  <a:lnTo>
                    <a:pt x="3821" y="3599"/>
                  </a:lnTo>
                  <a:lnTo>
                    <a:pt x="3846" y="3553"/>
                  </a:lnTo>
                  <a:lnTo>
                    <a:pt x="3868" y="3505"/>
                  </a:lnTo>
                  <a:lnTo>
                    <a:pt x="3888" y="3456"/>
                  </a:lnTo>
                  <a:lnTo>
                    <a:pt x="3907" y="3406"/>
                  </a:lnTo>
                  <a:lnTo>
                    <a:pt x="3922" y="3354"/>
                  </a:lnTo>
                  <a:lnTo>
                    <a:pt x="3935" y="3303"/>
                  </a:lnTo>
                  <a:lnTo>
                    <a:pt x="3946" y="3250"/>
                  </a:lnTo>
                  <a:lnTo>
                    <a:pt x="3953" y="3197"/>
                  </a:lnTo>
                  <a:lnTo>
                    <a:pt x="3957" y="3144"/>
                  </a:lnTo>
                  <a:lnTo>
                    <a:pt x="3960" y="3092"/>
                  </a:lnTo>
                  <a:lnTo>
                    <a:pt x="3959" y="1313"/>
                  </a:lnTo>
                  <a:lnTo>
                    <a:pt x="3955" y="1271"/>
                  </a:lnTo>
                  <a:lnTo>
                    <a:pt x="3949" y="1229"/>
                  </a:lnTo>
                  <a:lnTo>
                    <a:pt x="3941" y="1189"/>
                  </a:lnTo>
                  <a:lnTo>
                    <a:pt x="3930" y="1149"/>
                  </a:lnTo>
                  <a:lnTo>
                    <a:pt x="3918" y="1111"/>
                  </a:lnTo>
                  <a:lnTo>
                    <a:pt x="3902" y="1075"/>
                  </a:lnTo>
                  <a:lnTo>
                    <a:pt x="3886" y="1040"/>
                  </a:lnTo>
                  <a:lnTo>
                    <a:pt x="3867" y="1006"/>
                  </a:lnTo>
                  <a:lnTo>
                    <a:pt x="3846" y="973"/>
                  </a:lnTo>
                  <a:lnTo>
                    <a:pt x="3823" y="942"/>
                  </a:lnTo>
                  <a:lnTo>
                    <a:pt x="3798" y="913"/>
                  </a:lnTo>
                  <a:lnTo>
                    <a:pt x="3771" y="886"/>
                  </a:lnTo>
                  <a:lnTo>
                    <a:pt x="3743" y="860"/>
                  </a:lnTo>
                  <a:lnTo>
                    <a:pt x="3714" y="837"/>
                  </a:lnTo>
                  <a:lnTo>
                    <a:pt x="3682" y="816"/>
                  </a:lnTo>
                  <a:lnTo>
                    <a:pt x="3649" y="796"/>
                  </a:lnTo>
                  <a:lnTo>
                    <a:pt x="2386" y="83"/>
                  </a:lnTo>
                  <a:lnTo>
                    <a:pt x="2350" y="65"/>
                  </a:lnTo>
                  <a:lnTo>
                    <a:pt x="2310" y="50"/>
                  </a:lnTo>
                  <a:lnTo>
                    <a:pt x="2268" y="36"/>
                  </a:lnTo>
                  <a:lnTo>
                    <a:pt x="2223" y="24"/>
                  </a:lnTo>
                  <a:lnTo>
                    <a:pt x="2178" y="15"/>
                  </a:lnTo>
                  <a:lnTo>
                    <a:pt x="2131" y="8"/>
                  </a:lnTo>
                  <a:lnTo>
                    <a:pt x="2082" y="3"/>
                  </a:lnTo>
                  <a:lnTo>
                    <a:pt x="2032" y="0"/>
                  </a:lnTo>
                  <a:lnTo>
                    <a:pt x="1982" y="1"/>
                  </a:lnTo>
                  <a:lnTo>
                    <a:pt x="1933" y="3"/>
                  </a:lnTo>
                  <a:lnTo>
                    <a:pt x="1882" y="9"/>
                  </a:lnTo>
                  <a:lnTo>
                    <a:pt x="1833" y="17"/>
                  </a:lnTo>
                  <a:lnTo>
                    <a:pt x="1785" y="29"/>
                  </a:lnTo>
                  <a:lnTo>
                    <a:pt x="1737" y="43"/>
                  </a:lnTo>
                  <a:lnTo>
                    <a:pt x="1691" y="62"/>
                  </a:lnTo>
                  <a:lnTo>
                    <a:pt x="1647" y="83"/>
                  </a:lnTo>
                  <a:lnTo>
                    <a:pt x="311" y="782"/>
                  </a:lnTo>
                  <a:lnTo>
                    <a:pt x="276" y="803"/>
                  </a:lnTo>
                  <a:lnTo>
                    <a:pt x="243" y="826"/>
                  </a:lnTo>
                  <a:lnTo>
                    <a:pt x="213" y="852"/>
                  </a:lnTo>
                  <a:lnTo>
                    <a:pt x="184" y="879"/>
                  </a:lnTo>
                  <a:lnTo>
                    <a:pt x="155" y="908"/>
                  </a:lnTo>
                  <a:lnTo>
                    <a:pt x="131" y="939"/>
                  </a:lnTo>
                  <a:lnTo>
                    <a:pt x="107" y="971"/>
                  </a:lnTo>
                  <a:lnTo>
                    <a:pt x="86" y="1005"/>
                  </a:lnTo>
                  <a:lnTo>
                    <a:pt x="68" y="1040"/>
                  </a:lnTo>
                  <a:lnTo>
                    <a:pt x="50" y="1076"/>
                  </a:lnTo>
                  <a:lnTo>
                    <a:pt x="36" y="1115"/>
                  </a:lnTo>
                  <a:lnTo>
                    <a:pt x="23" y="1153"/>
                  </a:lnTo>
                  <a:lnTo>
                    <a:pt x="14" y="1195"/>
                  </a:lnTo>
                  <a:lnTo>
                    <a:pt x="7" y="1236"/>
                  </a:lnTo>
                  <a:lnTo>
                    <a:pt x="2" y="1279"/>
                  </a:lnTo>
                  <a:lnTo>
                    <a:pt x="0" y="1322"/>
                  </a:lnTo>
                  <a:lnTo>
                    <a:pt x="0" y="3093"/>
                  </a:lnTo>
                  <a:lnTo>
                    <a:pt x="2" y="3147"/>
                  </a:lnTo>
                  <a:lnTo>
                    <a:pt x="7" y="3202"/>
                  </a:lnTo>
                  <a:lnTo>
                    <a:pt x="15" y="3257"/>
                  </a:lnTo>
                  <a:lnTo>
                    <a:pt x="27" y="3312"/>
                  </a:lnTo>
                  <a:lnTo>
                    <a:pt x="42" y="3366"/>
                  </a:lnTo>
                  <a:lnTo>
                    <a:pt x="59" y="3420"/>
                  </a:lnTo>
                  <a:lnTo>
                    <a:pt x="79" y="3474"/>
                  </a:lnTo>
                  <a:lnTo>
                    <a:pt x="102" y="3525"/>
                  </a:lnTo>
                  <a:lnTo>
                    <a:pt x="127" y="3576"/>
                  </a:lnTo>
                  <a:lnTo>
                    <a:pt x="154" y="3624"/>
                  </a:lnTo>
                  <a:lnTo>
                    <a:pt x="184" y="3670"/>
                  </a:lnTo>
                  <a:lnTo>
                    <a:pt x="214" y="3712"/>
                  </a:lnTo>
                  <a:lnTo>
                    <a:pt x="247" y="3752"/>
                  </a:lnTo>
                  <a:lnTo>
                    <a:pt x="281" y="3788"/>
                  </a:lnTo>
                  <a:lnTo>
                    <a:pt x="317" y="3821"/>
                  </a:lnTo>
                  <a:lnTo>
                    <a:pt x="353" y="384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4291" name="Freeform 35"/>
            <p:cNvSpPr>
              <a:spLocks/>
            </p:cNvSpPr>
            <p:nvPr/>
          </p:nvSpPr>
          <p:spPr bwMode="auto">
            <a:xfrm>
              <a:off x="943" y="2210"/>
              <a:ext cx="276" cy="187"/>
            </a:xfrm>
            <a:custGeom>
              <a:avLst/>
              <a:gdLst>
                <a:gd name="T0" fmla="*/ 11 w 1380"/>
                <a:gd name="T1" fmla="*/ 7 h 937"/>
                <a:gd name="T2" fmla="*/ 11 w 1380"/>
                <a:gd name="T3" fmla="*/ 7 h 937"/>
                <a:gd name="T4" fmla="*/ 0 w 1380"/>
                <a:gd name="T5" fmla="*/ 0 h 937"/>
                <a:gd name="T6" fmla="*/ 0 w 1380"/>
                <a:gd name="T7" fmla="*/ 1 h 937"/>
                <a:gd name="T8" fmla="*/ 10 w 1380"/>
                <a:gd name="T9" fmla="*/ 7 h 937"/>
                <a:gd name="T10" fmla="*/ 10 w 1380"/>
                <a:gd name="T11" fmla="*/ 7 h 937"/>
                <a:gd name="T12" fmla="*/ 10 w 1380"/>
                <a:gd name="T13" fmla="*/ 7 h 937"/>
                <a:gd name="T14" fmla="*/ 11 w 1380"/>
                <a:gd name="T15" fmla="*/ 7 h 937"/>
                <a:gd name="T16" fmla="*/ 11 w 1380"/>
                <a:gd name="T17" fmla="*/ 7 h 937"/>
                <a:gd name="T18" fmla="*/ 11 w 1380"/>
                <a:gd name="T19" fmla="*/ 7 h 937"/>
                <a:gd name="T20" fmla="*/ 11 w 1380"/>
                <a:gd name="T21" fmla="*/ 7 h 937"/>
                <a:gd name="T22" fmla="*/ 11 w 1380"/>
                <a:gd name="T23" fmla="*/ 7 h 937"/>
                <a:gd name="T24" fmla="*/ 11 w 1380"/>
                <a:gd name="T25" fmla="*/ 7 h 937"/>
                <a:gd name="T26" fmla="*/ 11 w 1380"/>
                <a:gd name="T27" fmla="*/ 7 h 937"/>
                <a:gd name="T28" fmla="*/ 11 w 1380"/>
                <a:gd name="T29" fmla="*/ 7 h 937"/>
                <a:gd name="T30" fmla="*/ 11 w 1380"/>
                <a:gd name="T31" fmla="*/ 7 h 93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80"/>
                <a:gd name="T49" fmla="*/ 0 h 937"/>
                <a:gd name="T50" fmla="*/ 1380 w 1380"/>
                <a:gd name="T51" fmla="*/ 937 h 93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80" h="937">
                  <a:moveTo>
                    <a:pt x="1354" y="848"/>
                  </a:moveTo>
                  <a:lnTo>
                    <a:pt x="1359" y="851"/>
                  </a:lnTo>
                  <a:lnTo>
                    <a:pt x="51" y="0"/>
                  </a:lnTo>
                  <a:lnTo>
                    <a:pt x="0" y="78"/>
                  </a:lnTo>
                  <a:lnTo>
                    <a:pt x="1307" y="929"/>
                  </a:lnTo>
                  <a:lnTo>
                    <a:pt x="1312" y="932"/>
                  </a:lnTo>
                  <a:lnTo>
                    <a:pt x="1307" y="929"/>
                  </a:lnTo>
                  <a:lnTo>
                    <a:pt x="1326" y="937"/>
                  </a:lnTo>
                  <a:lnTo>
                    <a:pt x="1345" y="936"/>
                  </a:lnTo>
                  <a:lnTo>
                    <a:pt x="1360" y="929"/>
                  </a:lnTo>
                  <a:lnTo>
                    <a:pt x="1372" y="916"/>
                  </a:lnTo>
                  <a:lnTo>
                    <a:pt x="1379" y="899"/>
                  </a:lnTo>
                  <a:lnTo>
                    <a:pt x="1380" y="883"/>
                  </a:lnTo>
                  <a:lnTo>
                    <a:pt x="1374" y="865"/>
                  </a:lnTo>
                  <a:lnTo>
                    <a:pt x="1359" y="851"/>
                  </a:lnTo>
                  <a:lnTo>
                    <a:pt x="1354" y="84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4292" name="Freeform 36"/>
            <p:cNvSpPr>
              <a:spLocks/>
            </p:cNvSpPr>
            <p:nvPr/>
          </p:nvSpPr>
          <p:spPr bwMode="auto">
            <a:xfrm>
              <a:off x="1206" y="2379"/>
              <a:ext cx="140" cy="32"/>
            </a:xfrm>
            <a:custGeom>
              <a:avLst/>
              <a:gdLst>
                <a:gd name="T0" fmla="*/ 5 w 703"/>
                <a:gd name="T1" fmla="*/ 0 h 162"/>
                <a:gd name="T2" fmla="*/ 5 w 703"/>
                <a:gd name="T3" fmla="*/ 0 h 162"/>
                <a:gd name="T4" fmla="*/ 5 w 703"/>
                <a:gd name="T5" fmla="*/ 0 h 162"/>
                <a:gd name="T6" fmla="*/ 5 w 703"/>
                <a:gd name="T7" fmla="*/ 0 h 162"/>
                <a:gd name="T8" fmla="*/ 4 w 703"/>
                <a:gd name="T9" fmla="*/ 0 h 162"/>
                <a:gd name="T10" fmla="*/ 4 w 703"/>
                <a:gd name="T11" fmla="*/ 0 h 162"/>
                <a:gd name="T12" fmla="*/ 4 w 703"/>
                <a:gd name="T13" fmla="*/ 0 h 162"/>
                <a:gd name="T14" fmla="*/ 3 w 703"/>
                <a:gd name="T15" fmla="*/ 1 h 162"/>
                <a:gd name="T16" fmla="*/ 3 w 703"/>
                <a:gd name="T17" fmla="*/ 1 h 162"/>
                <a:gd name="T18" fmla="*/ 3 w 703"/>
                <a:gd name="T19" fmla="*/ 1 h 162"/>
                <a:gd name="T20" fmla="*/ 2 w 703"/>
                <a:gd name="T21" fmla="*/ 1 h 162"/>
                <a:gd name="T22" fmla="*/ 2 w 703"/>
                <a:gd name="T23" fmla="*/ 1 h 162"/>
                <a:gd name="T24" fmla="*/ 2 w 703"/>
                <a:gd name="T25" fmla="*/ 0 h 162"/>
                <a:gd name="T26" fmla="*/ 1 w 703"/>
                <a:gd name="T27" fmla="*/ 0 h 162"/>
                <a:gd name="T28" fmla="*/ 1 w 703"/>
                <a:gd name="T29" fmla="*/ 0 h 162"/>
                <a:gd name="T30" fmla="*/ 1 w 703"/>
                <a:gd name="T31" fmla="*/ 0 h 162"/>
                <a:gd name="T32" fmla="*/ 1 w 703"/>
                <a:gd name="T33" fmla="*/ 0 h 162"/>
                <a:gd name="T34" fmla="*/ 0 w 703"/>
                <a:gd name="T35" fmla="*/ 0 h 162"/>
                <a:gd name="T36" fmla="*/ 0 w 703"/>
                <a:gd name="T37" fmla="*/ 1 h 162"/>
                <a:gd name="T38" fmla="*/ 0 w 703"/>
                <a:gd name="T39" fmla="*/ 1 h 162"/>
                <a:gd name="T40" fmla="*/ 1 w 703"/>
                <a:gd name="T41" fmla="*/ 1 h 162"/>
                <a:gd name="T42" fmla="*/ 1 w 703"/>
                <a:gd name="T43" fmla="*/ 1 h 162"/>
                <a:gd name="T44" fmla="*/ 1 w 703"/>
                <a:gd name="T45" fmla="*/ 1 h 162"/>
                <a:gd name="T46" fmla="*/ 2 w 703"/>
                <a:gd name="T47" fmla="*/ 1 h 162"/>
                <a:gd name="T48" fmla="*/ 2 w 703"/>
                <a:gd name="T49" fmla="*/ 1 h 162"/>
                <a:gd name="T50" fmla="*/ 2 w 703"/>
                <a:gd name="T51" fmla="*/ 1 h 162"/>
                <a:gd name="T52" fmla="*/ 3 w 703"/>
                <a:gd name="T53" fmla="*/ 1 h 162"/>
                <a:gd name="T54" fmla="*/ 3 w 703"/>
                <a:gd name="T55" fmla="*/ 1 h 162"/>
                <a:gd name="T56" fmla="*/ 3 w 703"/>
                <a:gd name="T57" fmla="*/ 1 h 162"/>
                <a:gd name="T58" fmla="*/ 4 w 703"/>
                <a:gd name="T59" fmla="*/ 1 h 162"/>
                <a:gd name="T60" fmla="*/ 4 w 703"/>
                <a:gd name="T61" fmla="*/ 1 h 162"/>
                <a:gd name="T62" fmla="*/ 5 w 703"/>
                <a:gd name="T63" fmla="*/ 1 h 162"/>
                <a:gd name="T64" fmla="*/ 5 w 703"/>
                <a:gd name="T65" fmla="*/ 1 h 162"/>
                <a:gd name="T66" fmla="*/ 5 w 703"/>
                <a:gd name="T67" fmla="*/ 1 h 162"/>
                <a:gd name="T68" fmla="*/ 5 w 703"/>
                <a:gd name="T69" fmla="*/ 1 h 162"/>
                <a:gd name="T70" fmla="*/ 5 w 703"/>
                <a:gd name="T71" fmla="*/ 1 h 162"/>
                <a:gd name="T72" fmla="*/ 5 w 703"/>
                <a:gd name="T73" fmla="*/ 1 h 162"/>
                <a:gd name="T74" fmla="*/ 5 w 703"/>
                <a:gd name="T75" fmla="*/ 1 h 162"/>
                <a:gd name="T76" fmla="*/ 6 w 703"/>
                <a:gd name="T77" fmla="*/ 0 h 162"/>
                <a:gd name="T78" fmla="*/ 6 w 703"/>
                <a:gd name="T79" fmla="*/ 0 h 162"/>
                <a:gd name="T80" fmla="*/ 6 w 703"/>
                <a:gd name="T81" fmla="*/ 0 h 162"/>
                <a:gd name="T82" fmla="*/ 5 w 703"/>
                <a:gd name="T83" fmla="*/ 0 h 162"/>
                <a:gd name="T84" fmla="*/ 5 w 703"/>
                <a:gd name="T85" fmla="*/ 0 h 162"/>
                <a:gd name="T86" fmla="*/ 5 w 703"/>
                <a:gd name="T87" fmla="*/ 0 h 162"/>
                <a:gd name="T88" fmla="*/ 5 w 703"/>
                <a:gd name="T89" fmla="*/ 0 h 162"/>
                <a:gd name="T90" fmla="*/ 5 w 703"/>
                <a:gd name="T91" fmla="*/ 0 h 162"/>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703"/>
                <a:gd name="T139" fmla="*/ 0 h 162"/>
                <a:gd name="T140" fmla="*/ 703 w 703"/>
                <a:gd name="T141" fmla="*/ 162 h 162"/>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703" h="162">
                  <a:moveTo>
                    <a:pt x="631" y="8"/>
                  </a:moveTo>
                  <a:lnTo>
                    <a:pt x="636" y="6"/>
                  </a:lnTo>
                  <a:lnTo>
                    <a:pt x="606" y="20"/>
                  </a:lnTo>
                  <a:lnTo>
                    <a:pt x="575" y="32"/>
                  </a:lnTo>
                  <a:lnTo>
                    <a:pt x="540" y="42"/>
                  </a:lnTo>
                  <a:lnTo>
                    <a:pt x="504" y="52"/>
                  </a:lnTo>
                  <a:lnTo>
                    <a:pt x="467" y="59"/>
                  </a:lnTo>
                  <a:lnTo>
                    <a:pt x="428" y="64"/>
                  </a:lnTo>
                  <a:lnTo>
                    <a:pt x="389" y="67"/>
                  </a:lnTo>
                  <a:lnTo>
                    <a:pt x="348" y="68"/>
                  </a:lnTo>
                  <a:lnTo>
                    <a:pt x="308" y="68"/>
                  </a:lnTo>
                  <a:lnTo>
                    <a:pt x="267" y="65"/>
                  </a:lnTo>
                  <a:lnTo>
                    <a:pt x="226" y="61"/>
                  </a:lnTo>
                  <a:lnTo>
                    <a:pt x="187" y="54"/>
                  </a:lnTo>
                  <a:lnTo>
                    <a:pt x="148" y="44"/>
                  </a:lnTo>
                  <a:lnTo>
                    <a:pt x="110" y="33"/>
                  </a:lnTo>
                  <a:lnTo>
                    <a:pt x="75" y="20"/>
                  </a:lnTo>
                  <a:lnTo>
                    <a:pt x="42" y="5"/>
                  </a:lnTo>
                  <a:lnTo>
                    <a:pt x="0" y="89"/>
                  </a:lnTo>
                  <a:lnTo>
                    <a:pt x="40" y="107"/>
                  </a:lnTo>
                  <a:lnTo>
                    <a:pt x="82" y="122"/>
                  </a:lnTo>
                  <a:lnTo>
                    <a:pt x="124" y="135"/>
                  </a:lnTo>
                  <a:lnTo>
                    <a:pt x="169" y="146"/>
                  </a:lnTo>
                  <a:lnTo>
                    <a:pt x="214" y="153"/>
                  </a:lnTo>
                  <a:lnTo>
                    <a:pt x="258" y="158"/>
                  </a:lnTo>
                  <a:lnTo>
                    <a:pt x="303" y="162"/>
                  </a:lnTo>
                  <a:lnTo>
                    <a:pt x="348" y="162"/>
                  </a:lnTo>
                  <a:lnTo>
                    <a:pt x="394" y="161"/>
                  </a:lnTo>
                  <a:lnTo>
                    <a:pt x="439" y="157"/>
                  </a:lnTo>
                  <a:lnTo>
                    <a:pt x="481" y="150"/>
                  </a:lnTo>
                  <a:lnTo>
                    <a:pt x="525" y="143"/>
                  </a:lnTo>
                  <a:lnTo>
                    <a:pt x="566" y="132"/>
                  </a:lnTo>
                  <a:lnTo>
                    <a:pt x="606" y="121"/>
                  </a:lnTo>
                  <a:lnTo>
                    <a:pt x="643" y="105"/>
                  </a:lnTo>
                  <a:lnTo>
                    <a:pt x="678" y="88"/>
                  </a:lnTo>
                  <a:lnTo>
                    <a:pt x="683" y="86"/>
                  </a:lnTo>
                  <a:lnTo>
                    <a:pt x="678" y="88"/>
                  </a:lnTo>
                  <a:lnTo>
                    <a:pt x="695" y="75"/>
                  </a:lnTo>
                  <a:lnTo>
                    <a:pt x="702" y="60"/>
                  </a:lnTo>
                  <a:lnTo>
                    <a:pt x="703" y="42"/>
                  </a:lnTo>
                  <a:lnTo>
                    <a:pt x="698" y="26"/>
                  </a:lnTo>
                  <a:lnTo>
                    <a:pt x="688" y="12"/>
                  </a:lnTo>
                  <a:lnTo>
                    <a:pt x="674" y="3"/>
                  </a:lnTo>
                  <a:lnTo>
                    <a:pt x="656" y="0"/>
                  </a:lnTo>
                  <a:lnTo>
                    <a:pt x="636" y="6"/>
                  </a:lnTo>
                  <a:lnTo>
                    <a:pt x="631"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4293" name="Freeform 37"/>
            <p:cNvSpPr>
              <a:spLocks/>
            </p:cNvSpPr>
            <p:nvPr/>
          </p:nvSpPr>
          <p:spPr bwMode="auto">
            <a:xfrm>
              <a:off x="1332" y="2204"/>
              <a:ext cx="283" cy="192"/>
            </a:xfrm>
            <a:custGeom>
              <a:avLst/>
              <a:gdLst>
                <a:gd name="T0" fmla="*/ 11 w 1415"/>
                <a:gd name="T1" fmla="*/ 0 h 960"/>
                <a:gd name="T2" fmla="*/ 11 w 1415"/>
                <a:gd name="T3" fmla="*/ 0 h 960"/>
                <a:gd name="T4" fmla="*/ 0 w 1415"/>
                <a:gd name="T5" fmla="*/ 7 h 960"/>
                <a:gd name="T6" fmla="*/ 0 w 1415"/>
                <a:gd name="T7" fmla="*/ 8 h 960"/>
                <a:gd name="T8" fmla="*/ 11 w 1415"/>
                <a:gd name="T9" fmla="*/ 1 h 960"/>
                <a:gd name="T10" fmla="*/ 11 w 1415"/>
                <a:gd name="T11" fmla="*/ 1 h 960"/>
                <a:gd name="T12" fmla="*/ 11 w 1415"/>
                <a:gd name="T13" fmla="*/ 1 h 960"/>
                <a:gd name="T14" fmla="*/ 11 w 1415"/>
                <a:gd name="T15" fmla="*/ 1 h 960"/>
                <a:gd name="T16" fmla="*/ 11 w 1415"/>
                <a:gd name="T17" fmla="*/ 0 h 960"/>
                <a:gd name="T18" fmla="*/ 11 w 1415"/>
                <a:gd name="T19" fmla="*/ 0 h 960"/>
                <a:gd name="T20" fmla="*/ 11 w 1415"/>
                <a:gd name="T21" fmla="*/ 0 h 960"/>
                <a:gd name="T22" fmla="*/ 11 w 1415"/>
                <a:gd name="T23" fmla="*/ 0 h 960"/>
                <a:gd name="T24" fmla="*/ 11 w 1415"/>
                <a:gd name="T25" fmla="*/ 0 h 960"/>
                <a:gd name="T26" fmla="*/ 11 w 1415"/>
                <a:gd name="T27" fmla="*/ 0 h 960"/>
                <a:gd name="T28" fmla="*/ 11 w 1415"/>
                <a:gd name="T29" fmla="*/ 0 h 960"/>
                <a:gd name="T30" fmla="*/ 11 w 1415"/>
                <a:gd name="T31" fmla="*/ 0 h 96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15"/>
                <a:gd name="T49" fmla="*/ 0 h 960"/>
                <a:gd name="T50" fmla="*/ 1415 w 1415"/>
                <a:gd name="T51" fmla="*/ 960 h 96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15" h="960">
                  <a:moveTo>
                    <a:pt x="1338" y="10"/>
                  </a:moveTo>
                  <a:lnTo>
                    <a:pt x="1342" y="8"/>
                  </a:lnTo>
                  <a:lnTo>
                    <a:pt x="0" y="882"/>
                  </a:lnTo>
                  <a:lnTo>
                    <a:pt x="52" y="960"/>
                  </a:lnTo>
                  <a:lnTo>
                    <a:pt x="1393" y="85"/>
                  </a:lnTo>
                  <a:lnTo>
                    <a:pt x="1397" y="83"/>
                  </a:lnTo>
                  <a:lnTo>
                    <a:pt x="1393" y="85"/>
                  </a:lnTo>
                  <a:lnTo>
                    <a:pt x="1409" y="71"/>
                  </a:lnTo>
                  <a:lnTo>
                    <a:pt x="1415" y="53"/>
                  </a:lnTo>
                  <a:lnTo>
                    <a:pt x="1413" y="37"/>
                  </a:lnTo>
                  <a:lnTo>
                    <a:pt x="1406" y="21"/>
                  </a:lnTo>
                  <a:lnTo>
                    <a:pt x="1395" y="8"/>
                  </a:lnTo>
                  <a:lnTo>
                    <a:pt x="1379" y="1"/>
                  </a:lnTo>
                  <a:lnTo>
                    <a:pt x="1361" y="0"/>
                  </a:lnTo>
                  <a:lnTo>
                    <a:pt x="1342" y="8"/>
                  </a:lnTo>
                  <a:lnTo>
                    <a:pt x="1338" y="1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4294" name="Freeform 38"/>
            <p:cNvSpPr>
              <a:spLocks/>
            </p:cNvSpPr>
            <p:nvPr/>
          </p:nvSpPr>
          <p:spPr bwMode="auto">
            <a:xfrm>
              <a:off x="1599" y="2057"/>
              <a:ext cx="80" cy="163"/>
            </a:xfrm>
            <a:custGeom>
              <a:avLst/>
              <a:gdLst>
                <a:gd name="T0" fmla="*/ 2 w 398"/>
                <a:gd name="T1" fmla="*/ 0 h 817"/>
                <a:gd name="T2" fmla="*/ 2 w 398"/>
                <a:gd name="T3" fmla="*/ 0 h 817"/>
                <a:gd name="T4" fmla="*/ 2 w 398"/>
                <a:gd name="T5" fmla="*/ 1 h 817"/>
                <a:gd name="T6" fmla="*/ 2 w 398"/>
                <a:gd name="T7" fmla="*/ 1 h 817"/>
                <a:gd name="T8" fmla="*/ 2 w 398"/>
                <a:gd name="T9" fmla="*/ 2 h 817"/>
                <a:gd name="T10" fmla="*/ 2 w 398"/>
                <a:gd name="T11" fmla="*/ 2 h 817"/>
                <a:gd name="T12" fmla="*/ 2 w 398"/>
                <a:gd name="T13" fmla="*/ 2 h 817"/>
                <a:gd name="T14" fmla="*/ 2 w 398"/>
                <a:gd name="T15" fmla="*/ 3 h 817"/>
                <a:gd name="T16" fmla="*/ 2 w 398"/>
                <a:gd name="T17" fmla="*/ 3 h 817"/>
                <a:gd name="T18" fmla="*/ 2 w 398"/>
                <a:gd name="T19" fmla="*/ 4 h 817"/>
                <a:gd name="T20" fmla="*/ 2 w 398"/>
                <a:gd name="T21" fmla="*/ 4 h 817"/>
                <a:gd name="T22" fmla="*/ 1 w 398"/>
                <a:gd name="T23" fmla="*/ 4 h 817"/>
                <a:gd name="T24" fmla="*/ 1 w 398"/>
                <a:gd name="T25" fmla="*/ 5 h 817"/>
                <a:gd name="T26" fmla="*/ 1 w 398"/>
                <a:gd name="T27" fmla="*/ 5 h 817"/>
                <a:gd name="T28" fmla="*/ 1 w 398"/>
                <a:gd name="T29" fmla="*/ 5 h 817"/>
                <a:gd name="T30" fmla="*/ 1 w 398"/>
                <a:gd name="T31" fmla="*/ 5 h 817"/>
                <a:gd name="T32" fmla="*/ 0 w 398"/>
                <a:gd name="T33" fmla="*/ 6 h 817"/>
                <a:gd name="T34" fmla="*/ 0 w 398"/>
                <a:gd name="T35" fmla="*/ 6 h 817"/>
                <a:gd name="T36" fmla="*/ 0 w 398"/>
                <a:gd name="T37" fmla="*/ 7 h 817"/>
                <a:gd name="T38" fmla="*/ 1 w 398"/>
                <a:gd name="T39" fmla="*/ 6 h 817"/>
                <a:gd name="T40" fmla="*/ 1 w 398"/>
                <a:gd name="T41" fmla="*/ 6 h 817"/>
                <a:gd name="T42" fmla="*/ 1 w 398"/>
                <a:gd name="T43" fmla="*/ 6 h 817"/>
                <a:gd name="T44" fmla="*/ 2 w 398"/>
                <a:gd name="T45" fmla="*/ 5 h 817"/>
                <a:gd name="T46" fmla="*/ 2 w 398"/>
                <a:gd name="T47" fmla="*/ 5 h 817"/>
                <a:gd name="T48" fmla="*/ 2 w 398"/>
                <a:gd name="T49" fmla="*/ 5 h 817"/>
                <a:gd name="T50" fmla="*/ 2 w 398"/>
                <a:gd name="T51" fmla="*/ 4 h 817"/>
                <a:gd name="T52" fmla="*/ 2 w 398"/>
                <a:gd name="T53" fmla="*/ 4 h 817"/>
                <a:gd name="T54" fmla="*/ 3 w 398"/>
                <a:gd name="T55" fmla="*/ 3 h 817"/>
                <a:gd name="T56" fmla="*/ 3 w 398"/>
                <a:gd name="T57" fmla="*/ 3 h 817"/>
                <a:gd name="T58" fmla="*/ 3 w 398"/>
                <a:gd name="T59" fmla="*/ 3 h 817"/>
                <a:gd name="T60" fmla="*/ 3 w 398"/>
                <a:gd name="T61" fmla="*/ 2 h 817"/>
                <a:gd name="T62" fmla="*/ 3 w 398"/>
                <a:gd name="T63" fmla="*/ 2 h 817"/>
                <a:gd name="T64" fmla="*/ 3 w 398"/>
                <a:gd name="T65" fmla="*/ 1 h 817"/>
                <a:gd name="T66" fmla="*/ 3 w 398"/>
                <a:gd name="T67" fmla="*/ 1 h 817"/>
                <a:gd name="T68" fmla="*/ 3 w 398"/>
                <a:gd name="T69" fmla="*/ 0 h 817"/>
                <a:gd name="T70" fmla="*/ 3 w 398"/>
                <a:gd name="T71" fmla="*/ 0 h 817"/>
                <a:gd name="T72" fmla="*/ 3 w 398"/>
                <a:gd name="T73" fmla="*/ 0 h 817"/>
                <a:gd name="T74" fmla="*/ 3 w 398"/>
                <a:gd name="T75" fmla="*/ 0 h 817"/>
                <a:gd name="T76" fmla="*/ 3 w 398"/>
                <a:gd name="T77" fmla="*/ 0 h 817"/>
                <a:gd name="T78" fmla="*/ 3 w 398"/>
                <a:gd name="T79" fmla="*/ 0 h 817"/>
                <a:gd name="T80" fmla="*/ 3 w 398"/>
                <a:gd name="T81" fmla="*/ 0 h 817"/>
                <a:gd name="T82" fmla="*/ 3 w 398"/>
                <a:gd name="T83" fmla="*/ 0 h 817"/>
                <a:gd name="T84" fmla="*/ 3 w 398"/>
                <a:gd name="T85" fmla="*/ 0 h 817"/>
                <a:gd name="T86" fmla="*/ 2 w 398"/>
                <a:gd name="T87" fmla="*/ 0 h 817"/>
                <a:gd name="T88" fmla="*/ 2 w 398"/>
                <a:gd name="T89" fmla="*/ 0 h 817"/>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398"/>
                <a:gd name="T136" fmla="*/ 0 h 817"/>
                <a:gd name="T137" fmla="*/ 398 w 398"/>
                <a:gd name="T138" fmla="*/ 817 h 817"/>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398" h="817">
                  <a:moveTo>
                    <a:pt x="304" y="47"/>
                  </a:moveTo>
                  <a:lnTo>
                    <a:pt x="304" y="47"/>
                  </a:lnTo>
                  <a:lnTo>
                    <a:pt x="301" y="97"/>
                  </a:lnTo>
                  <a:lnTo>
                    <a:pt x="297" y="147"/>
                  </a:lnTo>
                  <a:lnTo>
                    <a:pt x="291" y="198"/>
                  </a:lnTo>
                  <a:lnTo>
                    <a:pt x="280" y="247"/>
                  </a:lnTo>
                  <a:lnTo>
                    <a:pt x="268" y="297"/>
                  </a:lnTo>
                  <a:lnTo>
                    <a:pt x="253" y="347"/>
                  </a:lnTo>
                  <a:lnTo>
                    <a:pt x="236" y="395"/>
                  </a:lnTo>
                  <a:lnTo>
                    <a:pt x="217" y="442"/>
                  </a:lnTo>
                  <a:lnTo>
                    <a:pt x="195" y="487"/>
                  </a:lnTo>
                  <a:lnTo>
                    <a:pt x="171" y="532"/>
                  </a:lnTo>
                  <a:lnTo>
                    <a:pt x="147" y="574"/>
                  </a:lnTo>
                  <a:lnTo>
                    <a:pt x="121" y="613"/>
                  </a:lnTo>
                  <a:lnTo>
                    <a:pt x="93" y="650"/>
                  </a:lnTo>
                  <a:lnTo>
                    <a:pt x="64" y="684"/>
                  </a:lnTo>
                  <a:lnTo>
                    <a:pt x="32" y="716"/>
                  </a:lnTo>
                  <a:lnTo>
                    <a:pt x="0" y="744"/>
                  </a:lnTo>
                  <a:lnTo>
                    <a:pt x="59" y="817"/>
                  </a:lnTo>
                  <a:lnTo>
                    <a:pt x="95" y="784"/>
                  </a:lnTo>
                  <a:lnTo>
                    <a:pt x="132" y="748"/>
                  </a:lnTo>
                  <a:lnTo>
                    <a:pt x="166" y="709"/>
                  </a:lnTo>
                  <a:lnTo>
                    <a:pt x="196" y="667"/>
                  </a:lnTo>
                  <a:lnTo>
                    <a:pt x="227" y="623"/>
                  </a:lnTo>
                  <a:lnTo>
                    <a:pt x="253" y="576"/>
                  </a:lnTo>
                  <a:lnTo>
                    <a:pt x="279" y="530"/>
                  </a:lnTo>
                  <a:lnTo>
                    <a:pt x="301" y="479"/>
                  </a:lnTo>
                  <a:lnTo>
                    <a:pt x="323" y="428"/>
                  </a:lnTo>
                  <a:lnTo>
                    <a:pt x="342" y="375"/>
                  </a:lnTo>
                  <a:lnTo>
                    <a:pt x="359" y="321"/>
                  </a:lnTo>
                  <a:lnTo>
                    <a:pt x="372" y="268"/>
                  </a:lnTo>
                  <a:lnTo>
                    <a:pt x="382" y="212"/>
                  </a:lnTo>
                  <a:lnTo>
                    <a:pt x="391" y="157"/>
                  </a:lnTo>
                  <a:lnTo>
                    <a:pt x="395" y="102"/>
                  </a:lnTo>
                  <a:lnTo>
                    <a:pt x="398" y="47"/>
                  </a:lnTo>
                  <a:lnTo>
                    <a:pt x="394" y="27"/>
                  </a:lnTo>
                  <a:lnTo>
                    <a:pt x="383" y="11"/>
                  </a:lnTo>
                  <a:lnTo>
                    <a:pt x="368" y="3"/>
                  </a:lnTo>
                  <a:lnTo>
                    <a:pt x="351" y="0"/>
                  </a:lnTo>
                  <a:lnTo>
                    <a:pt x="333" y="3"/>
                  </a:lnTo>
                  <a:lnTo>
                    <a:pt x="319" y="11"/>
                  </a:lnTo>
                  <a:lnTo>
                    <a:pt x="307" y="27"/>
                  </a:lnTo>
                  <a:lnTo>
                    <a:pt x="304" y="4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4295" name="Freeform 39"/>
            <p:cNvSpPr>
              <a:spLocks/>
            </p:cNvSpPr>
            <p:nvPr/>
          </p:nvSpPr>
          <p:spPr bwMode="auto">
            <a:xfrm>
              <a:off x="1660" y="1701"/>
              <a:ext cx="19" cy="365"/>
            </a:xfrm>
            <a:custGeom>
              <a:avLst/>
              <a:gdLst>
                <a:gd name="T0" fmla="*/ 0 w 95"/>
                <a:gd name="T1" fmla="*/ 0 h 1826"/>
                <a:gd name="T2" fmla="*/ 0 w 95"/>
                <a:gd name="T3" fmla="*/ 0 h 1826"/>
                <a:gd name="T4" fmla="*/ 0 w 95"/>
                <a:gd name="T5" fmla="*/ 15 h 1826"/>
                <a:gd name="T6" fmla="*/ 1 w 95"/>
                <a:gd name="T7" fmla="*/ 15 h 1826"/>
                <a:gd name="T8" fmla="*/ 1 w 95"/>
                <a:gd name="T9" fmla="*/ 0 h 1826"/>
                <a:gd name="T10" fmla="*/ 1 w 95"/>
                <a:gd name="T11" fmla="*/ 0 h 1826"/>
                <a:gd name="T12" fmla="*/ 1 w 95"/>
                <a:gd name="T13" fmla="*/ 0 h 1826"/>
                <a:gd name="T14" fmla="*/ 1 w 95"/>
                <a:gd name="T15" fmla="*/ 0 h 1826"/>
                <a:gd name="T16" fmla="*/ 1 w 95"/>
                <a:gd name="T17" fmla="*/ 0 h 1826"/>
                <a:gd name="T18" fmla="*/ 1 w 95"/>
                <a:gd name="T19" fmla="*/ 0 h 1826"/>
                <a:gd name="T20" fmla="*/ 0 w 95"/>
                <a:gd name="T21" fmla="*/ 0 h 1826"/>
                <a:gd name="T22" fmla="*/ 0 w 95"/>
                <a:gd name="T23" fmla="*/ 0 h 1826"/>
                <a:gd name="T24" fmla="*/ 0 w 95"/>
                <a:gd name="T25" fmla="*/ 0 h 1826"/>
                <a:gd name="T26" fmla="*/ 0 w 95"/>
                <a:gd name="T27" fmla="*/ 0 h 1826"/>
                <a:gd name="T28" fmla="*/ 0 w 95"/>
                <a:gd name="T29" fmla="*/ 0 h 1826"/>
                <a:gd name="T30" fmla="*/ 0 w 95"/>
                <a:gd name="T31" fmla="*/ 0 h 182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95"/>
                <a:gd name="T49" fmla="*/ 0 h 1826"/>
                <a:gd name="T50" fmla="*/ 95 w 95"/>
                <a:gd name="T51" fmla="*/ 1826 h 182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95" h="1826">
                  <a:moveTo>
                    <a:pt x="0" y="49"/>
                  </a:moveTo>
                  <a:lnTo>
                    <a:pt x="0" y="47"/>
                  </a:lnTo>
                  <a:lnTo>
                    <a:pt x="1" y="1826"/>
                  </a:lnTo>
                  <a:lnTo>
                    <a:pt x="95" y="1826"/>
                  </a:lnTo>
                  <a:lnTo>
                    <a:pt x="93" y="47"/>
                  </a:lnTo>
                  <a:lnTo>
                    <a:pt x="93" y="45"/>
                  </a:lnTo>
                  <a:lnTo>
                    <a:pt x="93" y="47"/>
                  </a:lnTo>
                  <a:lnTo>
                    <a:pt x="90" y="27"/>
                  </a:lnTo>
                  <a:lnTo>
                    <a:pt x="79" y="12"/>
                  </a:lnTo>
                  <a:lnTo>
                    <a:pt x="64" y="4"/>
                  </a:lnTo>
                  <a:lnTo>
                    <a:pt x="47" y="0"/>
                  </a:lnTo>
                  <a:lnTo>
                    <a:pt x="29" y="4"/>
                  </a:lnTo>
                  <a:lnTo>
                    <a:pt x="15" y="12"/>
                  </a:lnTo>
                  <a:lnTo>
                    <a:pt x="3" y="27"/>
                  </a:lnTo>
                  <a:lnTo>
                    <a:pt x="0" y="47"/>
                  </a:lnTo>
                  <a:lnTo>
                    <a:pt x="0" y="4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4296" name="Freeform 40"/>
            <p:cNvSpPr>
              <a:spLocks/>
            </p:cNvSpPr>
            <p:nvPr/>
          </p:nvSpPr>
          <p:spPr bwMode="auto">
            <a:xfrm>
              <a:off x="1598" y="1598"/>
              <a:ext cx="81" cy="113"/>
            </a:xfrm>
            <a:custGeom>
              <a:avLst/>
              <a:gdLst>
                <a:gd name="T0" fmla="*/ 0 w 401"/>
                <a:gd name="T1" fmla="*/ 1 h 566"/>
                <a:gd name="T2" fmla="*/ 0 w 401"/>
                <a:gd name="T3" fmla="*/ 1 h 566"/>
                <a:gd name="T4" fmla="*/ 0 w 401"/>
                <a:gd name="T5" fmla="*/ 1 h 566"/>
                <a:gd name="T6" fmla="*/ 1 w 401"/>
                <a:gd name="T7" fmla="*/ 1 h 566"/>
                <a:gd name="T8" fmla="*/ 1 w 401"/>
                <a:gd name="T9" fmla="*/ 1 h 566"/>
                <a:gd name="T10" fmla="*/ 1 w 401"/>
                <a:gd name="T11" fmla="*/ 1 h 566"/>
                <a:gd name="T12" fmla="*/ 1 w 401"/>
                <a:gd name="T13" fmla="*/ 2 h 566"/>
                <a:gd name="T14" fmla="*/ 1 w 401"/>
                <a:gd name="T15" fmla="*/ 2 h 566"/>
                <a:gd name="T16" fmla="*/ 2 w 401"/>
                <a:gd name="T17" fmla="*/ 2 h 566"/>
                <a:gd name="T18" fmla="*/ 2 w 401"/>
                <a:gd name="T19" fmla="*/ 2 h 566"/>
                <a:gd name="T20" fmla="*/ 2 w 401"/>
                <a:gd name="T21" fmla="*/ 2 h 566"/>
                <a:gd name="T22" fmla="*/ 2 w 401"/>
                <a:gd name="T23" fmla="*/ 3 h 566"/>
                <a:gd name="T24" fmla="*/ 2 w 401"/>
                <a:gd name="T25" fmla="*/ 3 h 566"/>
                <a:gd name="T26" fmla="*/ 2 w 401"/>
                <a:gd name="T27" fmla="*/ 3 h 566"/>
                <a:gd name="T28" fmla="*/ 2 w 401"/>
                <a:gd name="T29" fmla="*/ 4 h 566"/>
                <a:gd name="T30" fmla="*/ 2 w 401"/>
                <a:gd name="T31" fmla="*/ 4 h 566"/>
                <a:gd name="T32" fmla="*/ 2 w 401"/>
                <a:gd name="T33" fmla="*/ 4 h 566"/>
                <a:gd name="T34" fmla="*/ 3 w 401"/>
                <a:gd name="T35" fmla="*/ 5 h 566"/>
                <a:gd name="T36" fmla="*/ 3 w 401"/>
                <a:gd name="T37" fmla="*/ 4 h 566"/>
                <a:gd name="T38" fmla="*/ 3 w 401"/>
                <a:gd name="T39" fmla="*/ 4 h 566"/>
                <a:gd name="T40" fmla="*/ 3 w 401"/>
                <a:gd name="T41" fmla="*/ 4 h 566"/>
                <a:gd name="T42" fmla="*/ 3 w 401"/>
                <a:gd name="T43" fmla="*/ 3 h 566"/>
                <a:gd name="T44" fmla="*/ 3 w 401"/>
                <a:gd name="T45" fmla="*/ 3 h 566"/>
                <a:gd name="T46" fmla="*/ 3 w 401"/>
                <a:gd name="T47" fmla="*/ 3 h 566"/>
                <a:gd name="T48" fmla="*/ 3 w 401"/>
                <a:gd name="T49" fmla="*/ 2 h 566"/>
                <a:gd name="T50" fmla="*/ 3 w 401"/>
                <a:gd name="T51" fmla="*/ 2 h 566"/>
                <a:gd name="T52" fmla="*/ 2 w 401"/>
                <a:gd name="T53" fmla="*/ 2 h 566"/>
                <a:gd name="T54" fmla="*/ 2 w 401"/>
                <a:gd name="T55" fmla="*/ 2 h 566"/>
                <a:gd name="T56" fmla="*/ 2 w 401"/>
                <a:gd name="T57" fmla="*/ 1 h 566"/>
                <a:gd name="T58" fmla="*/ 2 w 401"/>
                <a:gd name="T59" fmla="*/ 1 h 566"/>
                <a:gd name="T60" fmla="*/ 2 w 401"/>
                <a:gd name="T61" fmla="*/ 1 h 566"/>
                <a:gd name="T62" fmla="*/ 1 w 401"/>
                <a:gd name="T63" fmla="*/ 1 h 566"/>
                <a:gd name="T64" fmla="*/ 1 w 401"/>
                <a:gd name="T65" fmla="*/ 0 h 566"/>
                <a:gd name="T66" fmla="*/ 1 w 401"/>
                <a:gd name="T67" fmla="*/ 0 h 566"/>
                <a:gd name="T68" fmla="*/ 1 w 401"/>
                <a:gd name="T69" fmla="*/ 0 h 566"/>
                <a:gd name="T70" fmla="*/ 1 w 401"/>
                <a:gd name="T71" fmla="*/ 0 h 566"/>
                <a:gd name="T72" fmla="*/ 1 w 401"/>
                <a:gd name="T73" fmla="*/ 0 h 566"/>
                <a:gd name="T74" fmla="*/ 0 w 401"/>
                <a:gd name="T75" fmla="*/ 0 h 566"/>
                <a:gd name="T76" fmla="*/ 0 w 401"/>
                <a:gd name="T77" fmla="*/ 0 h 566"/>
                <a:gd name="T78" fmla="*/ 0 w 401"/>
                <a:gd name="T79" fmla="*/ 0 h 566"/>
                <a:gd name="T80" fmla="*/ 0 w 401"/>
                <a:gd name="T81" fmla="*/ 0 h 566"/>
                <a:gd name="T82" fmla="*/ 0 w 401"/>
                <a:gd name="T83" fmla="*/ 0 h 566"/>
                <a:gd name="T84" fmla="*/ 0 w 401"/>
                <a:gd name="T85" fmla="*/ 0 h 566"/>
                <a:gd name="T86" fmla="*/ 0 w 401"/>
                <a:gd name="T87" fmla="*/ 1 h 566"/>
                <a:gd name="T88" fmla="*/ 0 w 401"/>
                <a:gd name="T89" fmla="*/ 1 h 56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401"/>
                <a:gd name="T136" fmla="*/ 0 h 566"/>
                <a:gd name="T137" fmla="*/ 401 w 401"/>
                <a:gd name="T138" fmla="*/ 566 h 566"/>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401" h="566">
                  <a:moveTo>
                    <a:pt x="23" y="88"/>
                  </a:moveTo>
                  <a:lnTo>
                    <a:pt x="23" y="88"/>
                  </a:lnTo>
                  <a:lnTo>
                    <a:pt x="53" y="107"/>
                  </a:lnTo>
                  <a:lnTo>
                    <a:pt x="83" y="125"/>
                  </a:lnTo>
                  <a:lnTo>
                    <a:pt x="108" y="147"/>
                  </a:lnTo>
                  <a:lnTo>
                    <a:pt x="135" y="171"/>
                  </a:lnTo>
                  <a:lnTo>
                    <a:pt x="160" y="196"/>
                  </a:lnTo>
                  <a:lnTo>
                    <a:pt x="182" y="223"/>
                  </a:lnTo>
                  <a:lnTo>
                    <a:pt x="205" y="251"/>
                  </a:lnTo>
                  <a:lnTo>
                    <a:pt x="223" y="281"/>
                  </a:lnTo>
                  <a:lnTo>
                    <a:pt x="240" y="312"/>
                  </a:lnTo>
                  <a:lnTo>
                    <a:pt x="256" y="345"/>
                  </a:lnTo>
                  <a:lnTo>
                    <a:pt x="270" y="379"/>
                  </a:lnTo>
                  <a:lnTo>
                    <a:pt x="282" y="414"/>
                  </a:lnTo>
                  <a:lnTo>
                    <a:pt x="291" y="450"/>
                  </a:lnTo>
                  <a:lnTo>
                    <a:pt x="299" y="488"/>
                  </a:lnTo>
                  <a:lnTo>
                    <a:pt x="304" y="526"/>
                  </a:lnTo>
                  <a:lnTo>
                    <a:pt x="308" y="566"/>
                  </a:lnTo>
                  <a:lnTo>
                    <a:pt x="401" y="562"/>
                  </a:lnTo>
                  <a:lnTo>
                    <a:pt x="398" y="517"/>
                  </a:lnTo>
                  <a:lnTo>
                    <a:pt x="391" y="471"/>
                  </a:lnTo>
                  <a:lnTo>
                    <a:pt x="383" y="429"/>
                  </a:lnTo>
                  <a:lnTo>
                    <a:pt x="371" y="386"/>
                  </a:lnTo>
                  <a:lnTo>
                    <a:pt x="357" y="346"/>
                  </a:lnTo>
                  <a:lnTo>
                    <a:pt x="340" y="307"/>
                  </a:lnTo>
                  <a:lnTo>
                    <a:pt x="324" y="270"/>
                  </a:lnTo>
                  <a:lnTo>
                    <a:pt x="303" y="232"/>
                  </a:lnTo>
                  <a:lnTo>
                    <a:pt x="280" y="197"/>
                  </a:lnTo>
                  <a:lnTo>
                    <a:pt x="255" y="164"/>
                  </a:lnTo>
                  <a:lnTo>
                    <a:pt x="228" y="132"/>
                  </a:lnTo>
                  <a:lnTo>
                    <a:pt x="199" y="103"/>
                  </a:lnTo>
                  <a:lnTo>
                    <a:pt x="169" y="76"/>
                  </a:lnTo>
                  <a:lnTo>
                    <a:pt x="137" y="50"/>
                  </a:lnTo>
                  <a:lnTo>
                    <a:pt x="103" y="27"/>
                  </a:lnTo>
                  <a:lnTo>
                    <a:pt x="67" y="6"/>
                  </a:lnTo>
                  <a:lnTo>
                    <a:pt x="48" y="0"/>
                  </a:lnTo>
                  <a:lnTo>
                    <a:pt x="30" y="2"/>
                  </a:lnTo>
                  <a:lnTo>
                    <a:pt x="16" y="12"/>
                  </a:lnTo>
                  <a:lnTo>
                    <a:pt x="5" y="25"/>
                  </a:lnTo>
                  <a:lnTo>
                    <a:pt x="0" y="41"/>
                  </a:lnTo>
                  <a:lnTo>
                    <a:pt x="0" y="59"/>
                  </a:lnTo>
                  <a:lnTo>
                    <a:pt x="8" y="75"/>
                  </a:lnTo>
                  <a:lnTo>
                    <a:pt x="23"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4297" name="Freeform 41"/>
            <p:cNvSpPr>
              <a:spLocks/>
            </p:cNvSpPr>
            <p:nvPr/>
          </p:nvSpPr>
          <p:spPr bwMode="auto">
            <a:xfrm>
              <a:off x="1346" y="1455"/>
              <a:ext cx="266" cy="160"/>
            </a:xfrm>
            <a:custGeom>
              <a:avLst/>
              <a:gdLst>
                <a:gd name="T0" fmla="*/ 0 w 1330"/>
                <a:gd name="T1" fmla="*/ 1 h 801"/>
                <a:gd name="T2" fmla="*/ 0 w 1330"/>
                <a:gd name="T3" fmla="*/ 1 h 801"/>
                <a:gd name="T4" fmla="*/ 10 w 1330"/>
                <a:gd name="T5" fmla="*/ 6 h 801"/>
                <a:gd name="T6" fmla="*/ 11 w 1330"/>
                <a:gd name="T7" fmla="*/ 6 h 801"/>
                <a:gd name="T8" fmla="*/ 1 w 1330"/>
                <a:gd name="T9" fmla="*/ 0 h 801"/>
                <a:gd name="T10" fmla="*/ 1 w 1330"/>
                <a:gd name="T11" fmla="*/ 0 h 801"/>
                <a:gd name="T12" fmla="*/ 1 w 1330"/>
                <a:gd name="T13" fmla="*/ 0 h 801"/>
                <a:gd name="T14" fmla="*/ 0 w 1330"/>
                <a:gd name="T15" fmla="*/ 0 h 801"/>
                <a:gd name="T16" fmla="*/ 0 w 1330"/>
                <a:gd name="T17" fmla="*/ 0 h 801"/>
                <a:gd name="T18" fmla="*/ 0 w 1330"/>
                <a:gd name="T19" fmla="*/ 0 h 801"/>
                <a:gd name="T20" fmla="*/ 0 w 1330"/>
                <a:gd name="T21" fmla="*/ 0 h 801"/>
                <a:gd name="T22" fmla="*/ 0 w 1330"/>
                <a:gd name="T23" fmla="*/ 0 h 801"/>
                <a:gd name="T24" fmla="*/ 0 w 1330"/>
                <a:gd name="T25" fmla="*/ 0 h 801"/>
                <a:gd name="T26" fmla="*/ 0 w 1330"/>
                <a:gd name="T27" fmla="*/ 1 h 801"/>
                <a:gd name="T28" fmla="*/ 0 w 1330"/>
                <a:gd name="T29" fmla="*/ 1 h 801"/>
                <a:gd name="T30" fmla="*/ 0 w 1330"/>
                <a:gd name="T31" fmla="*/ 1 h 801"/>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30"/>
                <a:gd name="T49" fmla="*/ 0 h 801"/>
                <a:gd name="T50" fmla="*/ 1330 w 1330"/>
                <a:gd name="T51" fmla="*/ 801 h 801"/>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30" h="801">
                  <a:moveTo>
                    <a:pt x="24" y="88"/>
                  </a:moveTo>
                  <a:lnTo>
                    <a:pt x="23" y="88"/>
                  </a:lnTo>
                  <a:lnTo>
                    <a:pt x="1286" y="801"/>
                  </a:lnTo>
                  <a:lnTo>
                    <a:pt x="1330" y="719"/>
                  </a:lnTo>
                  <a:lnTo>
                    <a:pt x="67" y="6"/>
                  </a:lnTo>
                  <a:lnTo>
                    <a:pt x="66" y="6"/>
                  </a:lnTo>
                  <a:lnTo>
                    <a:pt x="67" y="6"/>
                  </a:lnTo>
                  <a:lnTo>
                    <a:pt x="48" y="0"/>
                  </a:lnTo>
                  <a:lnTo>
                    <a:pt x="30" y="2"/>
                  </a:lnTo>
                  <a:lnTo>
                    <a:pt x="16" y="12"/>
                  </a:lnTo>
                  <a:lnTo>
                    <a:pt x="5" y="25"/>
                  </a:lnTo>
                  <a:lnTo>
                    <a:pt x="0" y="41"/>
                  </a:lnTo>
                  <a:lnTo>
                    <a:pt x="0" y="59"/>
                  </a:lnTo>
                  <a:lnTo>
                    <a:pt x="8" y="75"/>
                  </a:lnTo>
                  <a:lnTo>
                    <a:pt x="23" y="88"/>
                  </a:lnTo>
                  <a:lnTo>
                    <a:pt x="24"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4298" name="Freeform 42"/>
            <p:cNvSpPr>
              <a:spLocks/>
            </p:cNvSpPr>
            <p:nvPr/>
          </p:nvSpPr>
          <p:spPr bwMode="auto">
            <a:xfrm>
              <a:off x="1198" y="1439"/>
              <a:ext cx="161" cy="35"/>
            </a:xfrm>
            <a:custGeom>
              <a:avLst/>
              <a:gdLst>
                <a:gd name="T0" fmla="*/ 1 w 806"/>
                <a:gd name="T1" fmla="*/ 1 h 177"/>
                <a:gd name="T2" fmla="*/ 1 w 806"/>
                <a:gd name="T3" fmla="*/ 1 h 177"/>
                <a:gd name="T4" fmla="*/ 1 w 806"/>
                <a:gd name="T5" fmla="*/ 1 h 177"/>
                <a:gd name="T6" fmla="*/ 1 w 806"/>
                <a:gd name="T7" fmla="*/ 1 h 177"/>
                <a:gd name="T8" fmla="*/ 2 w 806"/>
                <a:gd name="T9" fmla="*/ 1 h 177"/>
                <a:gd name="T10" fmla="*/ 2 w 806"/>
                <a:gd name="T11" fmla="*/ 1 h 177"/>
                <a:gd name="T12" fmla="*/ 2 w 806"/>
                <a:gd name="T13" fmla="*/ 1 h 177"/>
                <a:gd name="T14" fmla="*/ 3 w 806"/>
                <a:gd name="T15" fmla="*/ 1 h 177"/>
                <a:gd name="T16" fmla="*/ 3 w 806"/>
                <a:gd name="T17" fmla="*/ 1 h 177"/>
                <a:gd name="T18" fmla="*/ 3 w 806"/>
                <a:gd name="T19" fmla="*/ 1 h 177"/>
                <a:gd name="T20" fmla="*/ 4 w 806"/>
                <a:gd name="T21" fmla="*/ 1 h 177"/>
                <a:gd name="T22" fmla="*/ 4 w 806"/>
                <a:gd name="T23" fmla="*/ 1 h 177"/>
                <a:gd name="T24" fmla="*/ 5 w 806"/>
                <a:gd name="T25" fmla="*/ 1 h 177"/>
                <a:gd name="T26" fmla="*/ 5 w 806"/>
                <a:gd name="T27" fmla="*/ 1 h 177"/>
                <a:gd name="T28" fmla="*/ 5 w 806"/>
                <a:gd name="T29" fmla="*/ 1 h 177"/>
                <a:gd name="T30" fmla="*/ 6 w 806"/>
                <a:gd name="T31" fmla="*/ 1 h 177"/>
                <a:gd name="T32" fmla="*/ 6 w 806"/>
                <a:gd name="T33" fmla="*/ 1 h 177"/>
                <a:gd name="T34" fmla="*/ 6 w 806"/>
                <a:gd name="T35" fmla="*/ 1 h 177"/>
                <a:gd name="T36" fmla="*/ 6 w 806"/>
                <a:gd name="T37" fmla="*/ 1 h 177"/>
                <a:gd name="T38" fmla="*/ 6 w 806"/>
                <a:gd name="T39" fmla="*/ 1 h 177"/>
                <a:gd name="T40" fmla="*/ 6 w 806"/>
                <a:gd name="T41" fmla="*/ 0 h 177"/>
                <a:gd name="T42" fmla="*/ 5 w 806"/>
                <a:gd name="T43" fmla="*/ 0 h 177"/>
                <a:gd name="T44" fmla="*/ 5 w 806"/>
                <a:gd name="T45" fmla="*/ 0 h 177"/>
                <a:gd name="T46" fmla="*/ 5 w 806"/>
                <a:gd name="T47" fmla="*/ 0 h 177"/>
                <a:gd name="T48" fmla="*/ 4 w 806"/>
                <a:gd name="T49" fmla="*/ 0 h 177"/>
                <a:gd name="T50" fmla="*/ 4 w 806"/>
                <a:gd name="T51" fmla="*/ 0 h 177"/>
                <a:gd name="T52" fmla="*/ 3 w 806"/>
                <a:gd name="T53" fmla="*/ 0 h 177"/>
                <a:gd name="T54" fmla="*/ 3 w 806"/>
                <a:gd name="T55" fmla="*/ 0 h 177"/>
                <a:gd name="T56" fmla="*/ 3 w 806"/>
                <a:gd name="T57" fmla="*/ 0 h 177"/>
                <a:gd name="T58" fmla="*/ 2 w 806"/>
                <a:gd name="T59" fmla="*/ 0 h 177"/>
                <a:gd name="T60" fmla="*/ 2 w 806"/>
                <a:gd name="T61" fmla="*/ 0 h 177"/>
                <a:gd name="T62" fmla="*/ 1 w 806"/>
                <a:gd name="T63" fmla="*/ 0 h 177"/>
                <a:gd name="T64" fmla="*/ 1 w 806"/>
                <a:gd name="T65" fmla="*/ 0 h 177"/>
                <a:gd name="T66" fmla="*/ 1 w 806"/>
                <a:gd name="T67" fmla="*/ 1 h 177"/>
                <a:gd name="T68" fmla="*/ 0 w 806"/>
                <a:gd name="T69" fmla="*/ 1 h 177"/>
                <a:gd name="T70" fmla="*/ 0 w 806"/>
                <a:gd name="T71" fmla="*/ 1 h 177"/>
                <a:gd name="T72" fmla="*/ 0 w 806"/>
                <a:gd name="T73" fmla="*/ 1 h 177"/>
                <a:gd name="T74" fmla="*/ 0 w 806"/>
                <a:gd name="T75" fmla="*/ 1 h 177"/>
                <a:gd name="T76" fmla="*/ 0 w 806"/>
                <a:gd name="T77" fmla="*/ 1 h 177"/>
                <a:gd name="T78" fmla="*/ 0 w 806"/>
                <a:gd name="T79" fmla="*/ 1 h 177"/>
                <a:gd name="T80" fmla="*/ 0 w 806"/>
                <a:gd name="T81" fmla="*/ 1 h 177"/>
                <a:gd name="T82" fmla="*/ 0 w 806"/>
                <a:gd name="T83" fmla="*/ 1 h 177"/>
                <a:gd name="T84" fmla="*/ 0 w 806"/>
                <a:gd name="T85" fmla="*/ 1 h 177"/>
                <a:gd name="T86" fmla="*/ 0 w 806"/>
                <a:gd name="T87" fmla="*/ 1 h 177"/>
                <a:gd name="T88" fmla="*/ 1 w 806"/>
                <a:gd name="T89" fmla="*/ 1 h 177"/>
                <a:gd name="T90" fmla="*/ 1 w 806"/>
                <a:gd name="T91" fmla="*/ 1 h 17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806"/>
                <a:gd name="T139" fmla="*/ 0 h 177"/>
                <a:gd name="T140" fmla="*/ 806 w 806"/>
                <a:gd name="T141" fmla="*/ 177 h 17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806" h="177">
                  <a:moveTo>
                    <a:pt x="67" y="171"/>
                  </a:moveTo>
                  <a:lnTo>
                    <a:pt x="68" y="171"/>
                  </a:lnTo>
                  <a:lnTo>
                    <a:pt x="109" y="151"/>
                  </a:lnTo>
                  <a:lnTo>
                    <a:pt x="151" y="135"/>
                  </a:lnTo>
                  <a:lnTo>
                    <a:pt x="196" y="122"/>
                  </a:lnTo>
                  <a:lnTo>
                    <a:pt x="242" y="110"/>
                  </a:lnTo>
                  <a:lnTo>
                    <a:pt x="287" y="102"/>
                  </a:lnTo>
                  <a:lnTo>
                    <a:pt x="335" y="97"/>
                  </a:lnTo>
                  <a:lnTo>
                    <a:pt x="382" y="95"/>
                  </a:lnTo>
                  <a:lnTo>
                    <a:pt x="430" y="94"/>
                  </a:lnTo>
                  <a:lnTo>
                    <a:pt x="477" y="97"/>
                  </a:lnTo>
                  <a:lnTo>
                    <a:pt x="524" y="102"/>
                  </a:lnTo>
                  <a:lnTo>
                    <a:pt x="568" y="108"/>
                  </a:lnTo>
                  <a:lnTo>
                    <a:pt x="612" y="117"/>
                  </a:lnTo>
                  <a:lnTo>
                    <a:pt x="654" y="128"/>
                  </a:lnTo>
                  <a:lnTo>
                    <a:pt x="693" y="141"/>
                  </a:lnTo>
                  <a:lnTo>
                    <a:pt x="730" y="155"/>
                  </a:lnTo>
                  <a:lnTo>
                    <a:pt x="764" y="171"/>
                  </a:lnTo>
                  <a:lnTo>
                    <a:pt x="806" y="89"/>
                  </a:lnTo>
                  <a:lnTo>
                    <a:pt x="768" y="70"/>
                  </a:lnTo>
                  <a:lnTo>
                    <a:pt x="725" y="54"/>
                  </a:lnTo>
                  <a:lnTo>
                    <a:pt x="680" y="39"/>
                  </a:lnTo>
                  <a:lnTo>
                    <a:pt x="633" y="26"/>
                  </a:lnTo>
                  <a:lnTo>
                    <a:pt x="585" y="16"/>
                  </a:lnTo>
                  <a:lnTo>
                    <a:pt x="536" y="8"/>
                  </a:lnTo>
                  <a:lnTo>
                    <a:pt x="484" y="3"/>
                  </a:lnTo>
                  <a:lnTo>
                    <a:pt x="433" y="0"/>
                  </a:lnTo>
                  <a:lnTo>
                    <a:pt x="380" y="1"/>
                  </a:lnTo>
                  <a:lnTo>
                    <a:pt x="328" y="3"/>
                  </a:lnTo>
                  <a:lnTo>
                    <a:pt x="276" y="10"/>
                  </a:lnTo>
                  <a:lnTo>
                    <a:pt x="223" y="19"/>
                  </a:lnTo>
                  <a:lnTo>
                    <a:pt x="172" y="30"/>
                  </a:lnTo>
                  <a:lnTo>
                    <a:pt x="121" y="46"/>
                  </a:lnTo>
                  <a:lnTo>
                    <a:pt x="72" y="67"/>
                  </a:lnTo>
                  <a:lnTo>
                    <a:pt x="24" y="89"/>
                  </a:lnTo>
                  <a:lnTo>
                    <a:pt x="25" y="89"/>
                  </a:lnTo>
                  <a:lnTo>
                    <a:pt x="24" y="89"/>
                  </a:lnTo>
                  <a:lnTo>
                    <a:pt x="8" y="102"/>
                  </a:lnTo>
                  <a:lnTo>
                    <a:pt x="0" y="118"/>
                  </a:lnTo>
                  <a:lnTo>
                    <a:pt x="0" y="136"/>
                  </a:lnTo>
                  <a:lnTo>
                    <a:pt x="6" y="152"/>
                  </a:lnTo>
                  <a:lnTo>
                    <a:pt x="17" y="165"/>
                  </a:lnTo>
                  <a:lnTo>
                    <a:pt x="31" y="175"/>
                  </a:lnTo>
                  <a:lnTo>
                    <a:pt x="48" y="177"/>
                  </a:lnTo>
                  <a:lnTo>
                    <a:pt x="68" y="171"/>
                  </a:lnTo>
                  <a:lnTo>
                    <a:pt x="67" y="1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4299" name="Freeform 43"/>
            <p:cNvSpPr>
              <a:spLocks/>
            </p:cNvSpPr>
            <p:nvPr/>
          </p:nvSpPr>
          <p:spPr bwMode="auto">
            <a:xfrm>
              <a:off x="931" y="1456"/>
              <a:ext cx="280" cy="158"/>
            </a:xfrm>
            <a:custGeom>
              <a:avLst/>
              <a:gdLst>
                <a:gd name="T0" fmla="*/ 1 w 1402"/>
                <a:gd name="T1" fmla="*/ 6 h 787"/>
                <a:gd name="T2" fmla="*/ 1 w 1402"/>
                <a:gd name="T3" fmla="*/ 6 h 787"/>
                <a:gd name="T4" fmla="*/ 11 w 1402"/>
                <a:gd name="T5" fmla="*/ 1 h 787"/>
                <a:gd name="T6" fmla="*/ 11 w 1402"/>
                <a:gd name="T7" fmla="*/ 0 h 787"/>
                <a:gd name="T8" fmla="*/ 0 w 1402"/>
                <a:gd name="T9" fmla="*/ 6 h 787"/>
                <a:gd name="T10" fmla="*/ 0 w 1402"/>
                <a:gd name="T11" fmla="*/ 6 h 787"/>
                <a:gd name="T12" fmla="*/ 0 w 1402"/>
                <a:gd name="T13" fmla="*/ 6 h 787"/>
                <a:gd name="T14" fmla="*/ 0 w 1402"/>
                <a:gd name="T15" fmla="*/ 6 h 787"/>
                <a:gd name="T16" fmla="*/ 0 w 1402"/>
                <a:gd name="T17" fmla="*/ 6 h 787"/>
                <a:gd name="T18" fmla="*/ 0 w 1402"/>
                <a:gd name="T19" fmla="*/ 6 h 787"/>
                <a:gd name="T20" fmla="*/ 0 w 1402"/>
                <a:gd name="T21" fmla="*/ 6 h 787"/>
                <a:gd name="T22" fmla="*/ 0 w 1402"/>
                <a:gd name="T23" fmla="*/ 6 h 787"/>
                <a:gd name="T24" fmla="*/ 0 w 1402"/>
                <a:gd name="T25" fmla="*/ 6 h 787"/>
                <a:gd name="T26" fmla="*/ 0 w 1402"/>
                <a:gd name="T27" fmla="*/ 6 h 787"/>
                <a:gd name="T28" fmla="*/ 1 w 1402"/>
                <a:gd name="T29" fmla="*/ 6 h 787"/>
                <a:gd name="T30" fmla="*/ 1 w 1402"/>
                <a:gd name="T31" fmla="*/ 6 h 78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02"/>
                <a:gd name="T49" fmla="*/ 0 h 787"/>
                <a:gd name="T50" fmla="*/ 1402 w 1402"/>
                <a:gd name="T51" fmla="*/ 787 h 78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02" h="787">
                  <a:moveTo>
                    <a:pt x="69" y="781"/>
                  </a:moveTo>
                  <a:lnTo>
                    <a:pt x="66" y="781"/>
                  </a:lnTo>
                  <a:lnTo>
                    <a:pt x="1402" y="82"/>
                  </a:lnTo>
                  <a:lnTo>
                    <a:pt x="1360" y="0"/>
                  </a:lnTo>
                  <a:lnTo>
                    <a:pt x="24" y="699"/>
                  </a:lnTo>
                  <a:lnTo>
                    <a:pt x="22" y="699"/>
                  </a:lnTo>
                  <a:lnTo>
                    <a:pt x="24" y="699"/>
                  </a:lnTo>
                  <a:lnTo>
                    <a:pt x="8" y="712"/>
                  </a:lnTo>
                  <a:lnTo>
                    <a:pt x="1" y="727"/>
                  </a:lnTo>
                  <a:lnTo>
                    <a:pt x="0" y="744"/>
                  </a:lnTo>
                  <a:lnTo>
                    <a:pt x="5" y="761"/>
                  </a:lnTo>
                  <a:lnTo>
                    <a:pt x="15" y="775"/>
                  </a:lnTo>
                  <a:lnTo>
                    <a:pt x="30" y="784"/>
                  </a:lnTo>
                  <a:lnTo>
                    <a:pt x="46" y="787"/>
                  </a:lnTo>
                  <a:lnTo>
                    <a:pt x="66" y="781"/>
                  </a:lnTo>
                  <a:lnTo>
                    <a:pt x="69" y="7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4300" name="Freeform 44"/>
            <p:cNvSpPr>
              <a:spLocks/>
            </p:cNvSpPr>
            <p:nvPr/>
          </p:nvSpPr>
          <p:spPr bwMode="auto">
            <a:xfrm>
              <a:off x="868" y="1596"/>
              <a:ext cx="77" cy="126"/>
            </a:xfrm>
            <a:custGeom>
              <a:avLst/>
              <a:gdLst>
                <a:gd name="T0" fmla="*/ 1 w 382"/>
                <a:gd name="T1" fmla="*/ 5 h 628"/>
                <a:gd name="T2" fmla="*/ 1 w 382"/>
                <a:gd name="T3" fmla="*/ 5 h 628"/>
                <a:gd name="T4" fmla="*/ 1 w 382"/>
                <a:gd name="T5" fmla="*/ 4 h 628"/>
                <a:gd name="T6" fmla="*/ 1 w 382"/>
                <a:gd name="T7" fmla="*/ 4 h 628"/>
                <a:gd name="T8" fmla="*/ 1 w 382"/>
                <a:gd name="T9" fmla="*/ 4 h 628"/>
                <a:gd name="T10" fmla="*/ 1 w 382"/>
                <a:gd name="T11" fmla="*/ 3 h 628"/>
                <a:gd name="T12" fmla="*/ 1 w 382"/>
                <a:gd name="T13" fmla="*/ 3 h 628"/>
                <a:gd name="T14" fmla="*/ 1 w 382"/>
                <a:gd name="T15" fmla="*/ 3 h 628"/>
                <a:gd name="T16" fmla="*/ 1 w 382"/>
                <a:gd name="T17" fmla="*/ 3 h 628"/>
                <a:gd name="T18" fmla="*/ 1 w 382"/>
                <a:gd name="T19" fmla="*/ 2 h 628"/>
                <a:gd name="T20" fmla="*/ 2 w 382"/>
                <a:gd name="T21" fmla="*/ 2 h 628"/>
                <a:gd name="T22" fmla="*/ 2 w 382"/>
                <a:gd name="T23" fmla="*/ 2 h 628"/>
                <a:gd name="T24" fmla="*/ 2 w 382"/>
                <a:gd name="T25" fmla="*/ 2 h 628"/>
                <a:gd name="T26" fmla="*/ 2 w 382"/>
                <a:gd name="T27" fmla="*/ 1 h 628"/>
                <a:gd name="T28" fmla="*/ 2 w 382"/>
                <a:gd name="T29" fmla="*/ 1 h 628"/>
                <a:gd name="T30" fmla="*/ 3 w 382"/>
                <a:gd name="T31" fmla="*/ 1 h 628"/>
                <a:gd name="T32" fmla="*/ 3 w 382"/>
                <a:gd name="T33" fmla="*/ 1 h 628"/>
                <a:gd name="T34" fmla="*/ 3 w 382"/>
                <a:gd name="T35" fmla="*/ 1 h 628"/>
                <a:gd name="T36" fmla="*/ 3 w 382"/>
                <a:gd name="T37" fmla="*/ 0 h 628"/>
                <a:gd name="T38" fmla="*/ 2 w 382"/>
                <a:gd name="T39" fmla="*/ 0 h 628"/>
                <a:gd name="T40" fmla="*/ 2 w 382"/>
                <a:gd name="T41" fmla="*/ 0 h 628"/>
                <a:gd name="T42" fmla="*/ 2 w 382"/>
                <a:gd name="T43" fmla="*/ 1 h 628"/>
                <a:gd name="T44" fmla="*/ 2 w 382"/>
                <a:gd name="T45" fmla="*/ 1 h 628"/>
                <a:gd name="T46" fmla="*/ 1 w 382"/>
                <a:gd name="T47" fmla="*/ 1 h 628"/>
                <a:gd name="T48" fmla="*/ 1 w 382"/>
                <a:gd name="T49" fmla="*/ 1 h 628"/>
                <a:gd name="T50" fmla="*/ 1 w 382"/>
                <a:gd name="T51" fmla="*/ 2 h 628"/>
                <a:gd name="T52" fmla="*/ 1 w 382"/>
                <a:gd name="T53" fmla="*/ 2 h 628"/>
                <a:gd name="T54" fmla="*/ 1 w 382"/>
                <a:gd name="T55" fmla="*/ 2 h 628"/>
                <a:gd name="T56" fmla="*/ 0 w 382"/>
                <a:gd name="T57" fmla="*/ 3 h 628"/>
                <a:gd name="T58" fmla="*/ 0 w 382"/>
                <a:gd name="T59" fmla="*/ 3 h 628"/>
                <a:gd name="T60" fmla="*/ 0 w 382"/>
                <a:gd name="T61" fmla="*/ 3 h 628"/>
                <a:gd name="T62" fmla="*/ 0 w 382"/>
                <a:gd name="T63" fmla="*/ 4 h 628"/>
                <a:gd name="T64" fmla="*/ 0 w 382"/>
                <a:gd name="T65" fmla="*/ 4 h 628"/>
                <a:gd name="T66" fmla="*/ 0 w 382"/>
                <a:gd name="T67" fmla="*/ 4 h 628"/>
                <a:gd name="T68" fmla="*/ 0 w 382"/>
                <a:gd name="T69" fmla="*/ 5 h 628"/>
                <a:gd name="T70" fmla="*/ 0 w 382"/>
                <a:gd name="T71" fmla="*/ 5 h 628"/>
                <a:gd name="T72" fmla="*/ 0 w 382"/>
                <a:gd name="T73" fmla="*/ 5 h 628"/>
                <a:gd name="T74" fmla="*/ 0 w 382"/>
                <a:gd name="T75" fmla="*/ 5 h 628"/>
                <a:gd name="T76" fmla="*/ 0 w 382"/>
                <a:gd name="T77" fmla="*/ 5 h 628"/>
                <a:gd name="T78" fmla="*/ 0 w 382"/>
                <a:gd name="T79" fmla="*/ 5 h 628"/>
                <a:gd name="T80" fmla="*/ 0 w 382"/>
                <a:gd name="T81" fmla="*/ 5 h 628"/>
                <a:gd name="T82" fmla="*/ 1 w 382"/>
                <a:gd name="T83" fmla="*/ 5 h 628"/>
                <a:gd name="T84" fmla="*/ 1 w 382"/>
                <a:gd name="T85" fmla="*/ 5 h 628"/>
                <a:gd name="T86" fmla="*/ 1 w 382"/>
                <a:gd name="T87" fmla="*/ 5 h 628"/>
                <a:gd name="T88" fmla="*/ 1 w 382"/>
                <a:gd name="T89" fmla="*/ 5 h 628"/>
                <a:gd name="T90" fmla="*/ 1 w 382"/>
                <a:gd name="T91" fmla="*/ 5 h 628"/>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382"/>
                <a:gd name="T139" fmla="*/ 0 h 628"/>
                <a:gd name="T140" fmla="*/ 382 w 382"/>
                <a:gd name="T141" fmla="*/ 628 h 628"/>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382" h="628">
                  <a:moveTo>
                    <a:pt x="94" y="581"/>
                  </a:moveTo>
                  <a:lnTo>
                    <a:pt x="94" y="582"/>
                  </a:lnTo>
                  <a:lnTo>
                    <a:pt x="96" y="541"/>
                  </a:lnTo>
                  <a:lnTo>
                    <a:pt x="99" y="500"/>
                  </a:lnTo>
                  <a:lnTo>
                    <a:pt x="106" y="463"/>
                  </a:lnTo>
                  <a:lnTo>
                    <a:pt x="115" y="424"/>
                  </a:lnTo>
                  <a:lnTo>
                    <a:pt x="127" y="389"/>
                  </a:lnTo>
                  <a:lnTo>
                    <a:pt x="140" y="353"/>
                  </a:lnTo>
                  <a:lnTo>
                    <a:pt x="156" y="320"/>
                  </a:lnTo>
                  <a:lnTo>
                    <a:pt x="173" y="287"/>
                  </a:lnTo>
                  <a:lnTo>
                    <a:pt x="193" y="255"/>
                  </a:lnTo>
                  <a:lnTo>
                    <a:pt x="214" y="226"/>
                  </a:lnTo>
                  <a:lnTo>
                    <a:pt x="238" y="198"/>
                  </a:lnTo>
                  <a:lnTo>
                    <a:pt x="263" y="172"/>
                  </a:lnTo>
                  <a:lnTo>
                    <a:pt x="290" y="146"/>
                  </a:lnTo>
                  <a:lnTo>
                    <a:pt x="318" y="122"/>
                  </a:lnTo>
                  <a:lnTo>
                    <a:pt x="349" y="101"/>
                  </a:lnTo>
                  <a:lnTo>
                    <a:pt x="382" y="82"/>
                  </a:lnTo>
                  <a:lnTo>
                    <a:pt x="335" y="0"/>
                  </a:lnTo>
                  <a:lnTo>
                    <a:pt x="297" y="23"/>
                  </a:lnTo>
                  <a:lnTo>
                    <a:pt x="262" y="49"/>
                  </a:lnTo>
                  <a:lnTo>
                    <a:pt x="229" y="76"/>
                  </a:lnTo>
                  <a:lnTo>
                    <a:pt x="198" y="104"/>
                  </a:lnTo>
                  <a:lnTo>
                    <a:pt x="167" y="137"/>
                  </a:lnTo>
                  <a:lnTo>
                    <a:pt x="142" y="170"/>
                  </a:lnTo>
                  <a:lnTo>
                    <a:pt x="116" y="204"/>
                  </a:lnTo>
                  <a:lnTo>
                    <a:pt x="94" y="240"/>
                  </a:lnTo>
                  <a:lnTo>
                    <a:pt x="74" y="278"/>
                  </a:lnTo>
                  <a:lnTo>
                    <a:pt x="54" y="317"/>
                  </a:lnTo>
                  <a:lnTo>
                    <a:pt x="38" y="359"/>
                  </a:lnTo>
                  <a:lnTo>
                    <a:pt x="26" y="401"/>
                  </a:lnTo>
                  <a:lnTo>
                    <a:pt x="15" y="444"/>
                  </a:lnTo>
                  <a:lnTo>
                    <a:pt x="8" y="489"/>
                  </a:lnTo>
                  <a:lnTo>
                    <a:pt x="2" y="534"/>
                  </a:lnTo>
                  <a:lnTo>
                    <a:pt x="0" y="580"/>
                  </a:lnTo>
                  <a:lnTo>
                    <a:pt x="0" y="581"/>
                  </a:lnTo>
                  <a:lnTo>
                    <a:pt x="0" y="580"/>
                  </a:lnTo>
                  <a:lnTo>
                    <a:pt x="3" y="600"/>
                  </a:lnTo>
                  <a:lnTo>
                    <a:pt x="14" y="615"/>
                  </a:lnTo>
                  <a:lnTo>
                    <a:pt x="29" y="625"/>
                  </a:lnTo>
                  <a:lnTo>
                    <a:pt x="45" y="628"/>
                  </a:lnTo>
                  <a:lnTo>
                    <a:pt x="63" y="626"/>
                  </a:lnTo>
                  <a:lnTo>
                    <a:pt x="78" y="616"/>
                  </a:lnTo>
                  <a:lnTo>
                    <a:pt x="89" y="602"/>
                  </a:lnTo>
                  <a:lnTo>
                    <a:pt x="94" y="582"/>
                  </a:lnTo>
                  <a:lnTo>
                    <a:pt x="94" y="5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4301" name="Freeform 45"/>
            <p:cNvSpPr>
              <a:spLocks/>
            </p:cNvSpPr>
            <p:nvPr/>
          </p:nvSpPr>
          <p:spPr bwMode="auto">
            <a:xfrm>
              <a:off x="868" y="1712"/>
              <a:ext cx="19" cy="364"/>
            </a:xfrm>
            <a:custGeom>
              <a:avLst/>
              <a:gdLst>
                <a:gd name="T0" fmla="*/ 1 w 94"/>
                <a:gd name="T1" fmla="*/ 14 h 1818"/>
                <a:gd name="T2" fmla="*/ 1 w 94"/>
                <a:gd name="T3" fmla="*/ 14 h 1818"/>
                <a:gd name="T4" fmla="*/ 1 w 94"/>
                <a:gd name="T5" fmla="*/ 0 h 1818"/>
                <a:gd name="T6" fmla="*/ 0 w 94"/>
                <a:gd name="T7" fmla="*/ 0 h 1818"/>
                <a:gd name="T8" fmla="*/ 0 w 94"/>
                <a:gd name="T9" fmla="*/ 14 h 1818"/>
                <a:gd name="T10" fmla="*/ 0 w 94"/>
                <a:gd name="T11" fmla="*/ 14 h 1818"/>
                <a:gd name="T12" fmla="*/ 0 w 94"/>
                <a:gd name="T13" fmla="*/ 14 h 1818"/>
                <a:gd name="T14" fmla="*/ 0 w 94"/>
                <a:gd name="T15" fmla="*/ 14 h 1818"/>
                <a:gd name="T16" fmla="*/ 0 w 94"/>
                <a:gd name="T17" fmla="*/ 14 h 1818"/>
                <a:gd name="T18" fmla="*/ 0 w 94"/>
                <a:gd name="T19" fmla="*/ 15 h 1818"/>
                <a:gd name="T20" fmla="*/ 0 w 94"/>
                <a:gd name="T21" fmla="*/ 15 h 1818"/>
                <a:gd name="T22" fmla="*/ 1 w 94"/>
                <a:gd name="T23" fmla="*/ 15 h 1818"/>
                <a:gd name="T24" fmla="*/ 1 w 94"/>
                <a:gd name="T25" fmla="*/ 14 h 1818"/>
                <a:gd name="T26" fmla="*/ 1 w 94"/>
                <a:gd name="T27" fmla="*/ 14 h 1818"/>
                <a:gd name="T28" fmla="*/ 1 w 94"/>
                <a:gd name="T29" fmla="*/ 14 h 1818"/>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94"/>
                <a:gd name="T46" fmla="*/ 0 h 1818"/>
                <a:gd name="T47" fmla="*/ 94 w 94"/>
                <a:gd name="T48" fmla="*/ 1818 h 1818"/>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94" h="1818">
                  <a:moveTo>
                    <a:pt x="94" y="1771"/>
                  </a:moveTo>
                  <a:lnTo>
                    <a:pt x="94" y="1771"/>
                  </a:lnTo>
                  <a:lnTo>
                    <a:pt x="94" y="0"/>
                  </a:lnTo>
                  <a:lnTo>
                    <a:pt x="0" y="0"/>
                  </a:lnTo>
                  <a:lnTo>
                    <a:pt x="0" y="1771"/>
                  </a:lnTo>
                  <a:lnTo>
                    <a:pt x="3" y="1791"/>
                  </a:lnTo>
                  <a:lnTo>
                    <a:pt x="15" y="1806"/>
                  </a:lnTo>
                  <a:lnTo>
                    <a:pt x="29" y="1814"/>
                  </a:lnTo>
                  <a:lnTo>
                    <a:pt x="47" y="1818"/>
                  </a:lnTo>
                  <a:lnTo>
                    <a:pt x="64" y="1814"/>
                  </a:lnTo>
                  <a:lnTo>
                    <a:pt x="79" y="1806"/>
                  </a:lnTo>
                  <a:lnTo>
                    <a:pt x="90" y="1791"/>
                  </a:lnTo>
                  <a:lnTo>
                    <a:pt x="94" y="17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4302" name="Freeform 46"/>
            <p:cNvSpPr>
              <a:spLocks/>
            </p:cNvSpPr>
            <p:nvPr/>
          </p:nvSpPr>
          <p:spPr bwMode="auto">
            <a:xfrm>
              <a:off x="868" y="2067"/>
              <a:ext cx="90" cy="160"/>
            </a:xfrm>
            <a:custGeom>
              <a:avLst/>
              <a:gdLst>
                <a:gd name="T0" fmla="*/ 3 w 449"/>
                <a:gd name="T1" fmla="*/ 6 h 803"/>
                <a:gd name="T2" fmla="*/ 3 w 449"/>
                <a:gd name="T3" fmla="*/ 6 h 803"/>
                <a:gd name="T4" fmla="*/ 3 w 449"/>
                <a:gd name="T5" fmla="*/ 5 h 803"/>
                <a:gd name="T6" fmla="*/ 3 w 449"/>
                <a:gd name="T7" fmla="*/ 5 h 803"/>
                <a:gd name="T8" fmla="*/ 3 w 449"/>
                <a:gd name="T9" fmla="*/ 5 h 803"/>
                <a:gd name="T10" fmla="*/ 2 w 449"/>
                <a:gd name="T11" fmla="*/ 5 h 803"/>
                <a:gd name="T12" fmla="*/ 2 w 449"/>
                <a:gd name="T13" fmla="*/ 4 h 803"/>
                <a:gd name="T14" fmla="*/ 2 w 449"/>
                <a:gd name="T15" fmla="*/ 4 h 803"/>
                <a:gd name="T16" fmla="*/ 2 w 449"/>
                <a:gd name="T17" fmla="*/ 4 h 803"/>
                <a:gd name="T18" fmla="*/ 2 w 449"/>
                <a:gd name="T19" fmla="*/ 3 h 803"/>
                <a:gd name="T20" fmla="*/ 1 w 449"/>
                <a:gd name="T21" fmla="*/ 3 h 803"/>
                <a:gd name="T22" fmla="*/ 1 w 449"/>
                <a:gd name="T23" fmla="*/ 2 h 803"/>
                <a:gd name="T24" fmla="*/ 1 w 449"/>
                <a:gd name="T25" fmla="*/ 2 h 803"/>
                <a:gd name="T26" fmla="*/ 1 w 449"/>
                <a:gd name="T27" fmla="*/ 2 h 803"/>
                <a:gd name="T28" fmla="*/ 1 w 449"/>
                <a:gd name="T29" fmla="*/ 1 h 803"/>
                <a:gd name="T30" fmla="*/ 1 w 449"/>
                <a:gd name="T31" fmla="*/ 1 h 803"/>
                <a:gd name="T32" fmla="*/ 1 w 449"/>
                <a:gd name="T33" fmla="*/ 0 h 803"/>
                <a:gd name="T34" fmla="*/ 1 w 449"/>
                <a:gd name="T35" fmla="*/ 0 h 803"/>
                <a:gd name="T36" fmla="*/ 0 w 449"/>
                <a:gd name="T37" fmla="*/ 0 h 803"/>
                <a:gd name="T38" fmla="*/ 0 w 449"/>
                <a:gd name="T39" fmla="*/ 0 h 803"/>
                <a:gd name="T40" fmla="*/ 0 w 449"/>
                <a:gd name="T41" fmla="*/ 1 h 803"/>
                <a:gd name="T42" fmla="*/ 0 w 449"/>
                <a:gd name="T43" fmla="*/ 1 h 803"/>
                <a:gd name="T44" fmla="*/ 0 w 449"/>
                <a:gd name="T45" fmla="*/ 2 h 803"/>
                <a:gd name="T46" fmla="*/ 0 w 449"/>
                <a:gd name="T47" fmla="*/ 2 h 803"/>
                <a:gd name="T48" fmla="*/ 0 w 449"/>
                <a:gd name="T49" fmla="*/ 3 h 803"/>
                <a:gd name="T50" fmla="*/ 1 w 449"/>
                <a:gd name="T51" fmla="*/ 3 h 803"/>
                <a:gd name="T52" fmla="*/ 1 w 449"/>
                <a:gd name="T53" fmla="*/ 4 h 803"/>
                <a:gd name="T54" fmla="*/ 1 w 449"/>
                <a:gd name="T55" fmla="*/ 4 h 803"/>
                <a:gd name="T56" fmla="*/ 1 w 449"/>
                <a:gd name="T57" fmla="*/ 4 h 803"/>
                <a:gd name="T58" fmla="*/ 2 w 449"/>
                <a:gd name="T59" fmla="*/ 5 h 803"/>
                <a:gd name="T60" fmla="*/ 2 w 449"/>
                <a:gd name="T61" fmla="*/ 5 h 803"/>
                <a:gd name="T62" fmla="*/ 2 w 449"/>
                <a:gd name="T63" fmla="*/ 5 h 803"/>
                <a:gd name="T64" fmla="*/ 2 w 449"/>
                <a:gd name="T65" fmla="*/ 6 h 803"/>
                <a:gd name="T66" fmla="*/ 3 w 449"/>
                <a:gd name="T67" fmla="*/ 6 h 803"/>
                <a:gd name="T68" fmla="*/ 3 w 449"/>
                <a:gd name="T69" fmla="*/ 6 h 803"/>
                <a:gd name="T70" fmla="*/ 3 w 449"/>
                <a:gd name="T71" fmla="*/ 6 h 803"/>
                <a:gd name="T72" fmla="*/ 3 w 449"/>
                <a:gd name="T73" fmla="*/ 6 h 803"/>
                <a:gd name="T74" fmla="*/ 3 w 449"/>
                <a:gd name="T75" fmla="*/ 6 h 803"/>
                <a:gd name="T76" fmla="*/ 3 w 449"/>
                <a:gd name="T77" fmla="*/ 6 h 803"/>
                <a:gd name="T78" fmla="*/ 3 w 449"/>
                <a:gd name="T79" fmla="*/ 6 h 803"/>
                <a:gd name="T80" fmla="*/ 4 w 449"/>
                <a:gd name="T81" fmla="*/ 6 h 803"/>
                <a:gd name="T82" fmla="*/ 4 w 449"/>
                <a:gd name="T83" fmla="*/ 6 h 803"/>
                <a:gd name="T84" fmla="*/ 4 w 449"/>
                <a:gd name="T85" fmla="*/ 6 h 803"/>
                <a:gd name="T86" fmla="*/ 4 w 449"/>
                <a:gd name="T87" fmla="*/ 6 h 803"/>
                <a:gd name="T88" fmla="*/ 3 w 449"/>
                <a:gd name="T89" fmla="*/ 6 h 803"/>
                <a:gd name="T90" fmla="*/ 3 w 449"/>
                <a:gd name="T91" fmla="*/ 6 h 80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449"/>
                <a:gd name="T139" fmla="*/ 0 h 803"/>
                <a:gd name="T140" fmla="*/ 449 w 449"/>
                <a:gd name="T141" fmla="*/ 803 h 80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449" h="803">
                  <a:moveTo>
                    <a:pt x="426" y="717"/>
                  </a:moveTo>
                  <a:lnTo>
                    <a:pt x="427" y="717"/>
                  </a:lnTo>
                  <a:lnTo>
                    <a:pt x="395" y="693"/>
                  </a:lnTo>
                  <a:lnTo>
                    <a:pt x="361" y="662"/>
                  </a:lnTo>
                  <a:lnTo>
                    <a:pt x="329" y="628"/>
                  </a:lnTo>
                  <a:lnTo>
                    <a:pt x="299" y="591"/>
                  </a:lnTo>
                  <a:lnTo>
                    <a:pt x="269" y="551"/>
                  </a:lnTo>
                  <a:lnTo>
                    <a:pt x="241" y="507"/>
                  </a:lnTo>
                  <a:lnTo>
                    <a:pt x="215" y="460"/>
                  </a:lnTo>
                  <a:lnTo>
                    <a:pt x="191" y="412"/>
                  </a:lnTo>
                  <a:lnTo>
                    <a:pt x="170" y="363"/>
                  </a:lnTo>
                  <a:lnTo>
                    <a:pt x="151" y="312"/>
                  </a:lnTo>
                  <a:lnTo>
                    <a:pt x="133" y="259"/>
                  </a:lnTo>
                  <a:lnTo>
                    <a:pt x="119" y="207"/>
                  </a:lnTo>
                  <a:lnTo>
                    <a:pt x="108" y="156"/>
                  </a:lnTo>
                  <a:lnTo>
                    <a:pt x="101" y="103"/>
                  </a:lnTo>
                  <a:lnTo>
                    <a:pt x="96" y="51"/>
                  </a:lnTo>
                  <a:lnTo>
                    <a:pt x="94" y="0"/>
                  </a:lnTo>
                  <a:lnTo>
                    <a:pt x="0" y="0"/>
                  </a:lnTo>
                  <a:lnTo>
                    <a:pt x="2" y="56"/>
                  </a:lnTo>
                  <a:lnTo>
                    <a:pt x="7" y="115"/>
                  </a:lnTo>
                  <a:lnTo>
                    <a:pt x="16" y="172"/>
                  </a:lnTo>
                  <a:lnTo>
                    <a:pt x="28" y="231"/>
                  </a:lnTo>
                  <a:lnTo>
                    <a:pt x="44" y="287"/>
                  </a:lnTo>
                  <a:lnTo>
                    <a:pt x="62" y="342"/>
                  </a:lnTo>
                  <a:lnTo>
                    <a:pt x="83" y="398"/>
                  </a:lnTo>
                  <a:lnTo>
                    <a:pt x="106" y="452"/>
                  </a:lnTo>
                  <a:lnTo>
                    <a:pt x="133" y="505"/>
                  </a:lnTo>
                  <a:lnTo>
                    <a:pt x="161" y="554"/>
                  </a:lnTo>
                  <a:lnTo>
                    <a:pt x="192" y="602"/>
                  </a:lnTo>
                  <a:lnTo>
                    <a:pt x="224" y="647"/>
                  </a:lnTo>
                  <a:lnTo>
                    <a:pt x="259" y="689"/>
                  </a:lnTo>
                  <a:lnTo>
                    <a:pt x="295" y="728"/>
                  </a:lnTo>
                  <a:lnTo>
                    <a:pt x="334" y="763"/>
                  </a:lnTo>
                  <a:lnTo>
                    <a:pt x="374" y="795"/>
                  </a:lnTo>
                  <a:lnTo>
                    <a:pt x="375" y="795"/>
                  </a:lnTo>
                  <a:lnTo>
                    <a:pt x="374" y="795"/>
                  </a:lnTo>
                  <a:lnTo>
                    <a:pt x="392" y="803"/>
                  </a:lnTo>
                  <a:lnTo>
                    <a:pt x="411" y="803"/>
                  </a:lnTo>
                  <a:lnTo>
                    <a:pt x="426" y="795"/>
                  </a:lnTo>
                  <a:lnTo>
                    <a:pt x="439" y="782"/>
                  </a:lnTo>
                  <a:lnTo>
                    <a:pt x="446" y="766"/>
                  </a:lnTo>
                  <a:lnTo>
                    <a:pt x="449" y="749"/>
                  </a:lnTo>
                  <a:lnTo>
                    <a:pt x="441" y="732"/>
                  </a:lnTo>
                  <a:lnTo>
                    <a:pt x="427" y="717"/>
                  </a:lnTo>
                  <a:lnTo>
                    <a:pt x="426" y="71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4303" name="Freeform 47"/>
            <p:cNvSpPr>
              <a:spLocks/>
            </p:cNvSpPr>
            <p:nvPr/>
          </p:nvSpPr>
          <p:spPr bwMode="auto">
            <a:xfrm>
              <a:off x="883" y="1673"/>
              <a:ext cx="379" cy="690"/>
            </a:xfrm>
            <a:custGeom>
              <a:avLst/>
              <a:gdLst>
                <a:gd name="T0" fmla="*/ 12 w 1897"/>
                <a:gd name="T1" fmla="*/ 6 h 3450"/>
                <a:gd name="T2" fmla="*/ 13 w 1897"/>
                <a:gd name="T3" fmla="*/ 7 h 3450"/>
                <a:gd name="T4" fmla="*/ 13 w 1897"/>
                <a:gd name="T5" fmla="*/ 7 h 3450"/>
                <a:gd name="T6" fmla="*/ 14 w 1897"/>
                <a:gd name="T7" fmla="*/ 8 h 3450"/>
                <a:gd name="T8" fmla="*/ 14 w 1897"/>
                <a:gd name="T9" fmla="*/ 9 h 3450"/>
                <a:gd name="T10" fmla="*/ 15 w 1897"/>
                <a:gd name="T11" fmla="*/ 10 h 3450"/>
                <a:gd name="T12" fmla="*/ 15 w 1897"/>
                <a:gd name="T13" fmla="*/ 11 h 3450"/>
                <a:gd name="T14" fmla="*/ 15 w 1897"/>
                <a:gd name="T15" fmla="*/ 11 h 3450"/>
                <a:gd name="T16" fmla="*/ 15 w 1897"/>
                <a:gd name="T17" fmla="*/ 12 h 3450"/>
                <a:gd name="T18" fmla="*/ 15 w 1897"/>
                <a:gd name="T19" fmla="*/ 26 h 3450"/>
                <a:gd name="T20" fmla="*/ 15 w 1897"/>
                <a:gd name="T21" fmla="*/ 26 h 3450"/>
                <a:gd name="T22" fmla="*/ 15 w 1897"/>
                <a:gd name="T23" fmla="*/ 27 h 3450"/>
                <a:gd name="T24" fmla="*/ 15 w 1897"/>
                <a:gd name="T25" fmla="*/ 27 h 3450"/>
                <a:gd name="T26" fmla="*/ 14 w 1897"/>
                <a:gd name="T27" fmla="*/ 27 h 3450"/>
                <a:gd name="T28" fmla="*/ 14 w 1897"/>
                <a:gd name="T29" fmla="*/ 28 h 3450"/>
                <a:gd name="T30" fmla="*/ 13 w 1897"/>
                <a:gd name="T31" fmla="*/ 28 h 3450"/>
                <a:gd name="T32" fmla="*/ 13 w 1897"/>
                <a:gd name="T33" fmla="*/ 27 h 3450"/>
                <a:gd name="T34" fmla="*/ 3 w 1897"/>
                <a:gd name="T35" fmla="*/ 21 h 3450"/>
                <a:gd name="T36" fmla="*/ 2 w 1897"/>
                <a:gd name="T37" fmla="*/ 21 h 3450"/>
                <a:gd name="T38" fmla="*/ 2 w 1897"/>
                <a:gd name="T39" fmla="*/ 20 h 3450"/>
                <a:gd name="T40" fmla="*/ 1 w 1897"/>
                <a:gd name="T41" fmla="*/ 19 h 3450"/>
                <a:gd name="T42" fmla="*/ 1 w 1897"/>
                <a:gd name="T43" fmla="*/ 19 h 3450"/>
                <a:gd name="T44" fmla="*/ 0 w 1897"/>
                <a:gd name="T45" fmla="*/ 18 h 3450"/>
                <a:gd name="T46" fmla="*/ 0 w 1897"/>
                <a:gd name="T47" fmla="*/ 17 h 3450"/>
                <a:gd name="T48" fmla="*/ 0 w 1897"/>
                <a:gd name="T49" fmla="*/ 16 h 3450"/>
                <a:gd name="T50" fmla="*/ 0 w 1897"/>
                <a:gd name="T51" fmla="*/ 15 h 3450"/>
                <a:gd name="T52" fmla="*/ 0 w 1897"/>
                <a:gd name="T53" fmla="*/ 2 h 3450"/>
                <a:gd name="T54" fmla="*/ 0 w 1897"/>
                <a:gd name="T55" fmla="*/ 1 h 3450"/>
                <a:gd name="T56" fmla="*/ 0 w 1897"/>
                <a:gd name="T57" fmla="*/ 1 h 3450"/>
                <a:gd name="T58" fmla="*/ 1 w 1897"/>
                <a:gd name="T59" fmla="*/ 0 h 3450"/>
                <a:gd name="T60" fmla="*/ 1 w 1897"/>
                <a:gd name="T61" fmla="*/ 0 h 3450"/>
                <a:gd name="T62" fmla="*/ 1 w 1897"/>
                <a:gd name="T63" fmla="*/ 0 h 3450"/>
                <a:gd name="T64" fmla="*/ 2 w 1897"/>
                <a:gd name="T65" fmla="*/ 0 h 3450"/>
                <a:gd name="T66" fmla="*/ 3 w 1897"/>
                <a:gd name="T67" fmla="*/ 0 h 3450"/>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897"/>
                <a:gd name="T103" fmla="*/ 0 h 3450"/>
                <a:gd name="T104" fmla="*/ 1897 w 1897"/>
                <a:gd name="T105" fmla="*/ 3450 h 3450"/>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897" h="3450">
                  <a:moveTo>
                    <a:pt x="357" y="49"/>
                  </a:moveTo>
                  <a:lnTo>
                    <a:pt x="1542" y="806"/>
                  </a:lnTo>
                  <a:lnTo>
                    <a:pt x="1579" y="832"/>
                  </a:lnTo>
                  <a:lnTo>
                    <a:pt x="1614" y="861"/>
                  </a:lnTo>
                  <a:lnTo>
                    <a:pt x="1648" y="895"/>
                  </a:lnTo>
                  <a:lnTo>
                    <a:pt x="1681" y="933"/>
                  </a:lnTo>
                  <a:lnTo>
                    <a:pt x="1711" y="973"/>
                  </a:lnTo>
                  <a:lnTo>
                    <a:pt x="1740" y="1016"/>
                  </a:lnTo>
                  <a:lnTo>
                    <a:pt x="1768" y="1062"/>
                  </a:lnTo>
                  <a:lnTo>
                    <a:pt x="1793" y="1109"/>
                  </a:lnTo>
                  <a:lnTo>
                    <a:pt x="1816" y="1158"/>
                  </a:lnTo>
                  <a:lnTo>
                    <a:pt x="1836" y="1208"/>
                  </a:lnTo>
                  <a:lnTo>
                    <a:pt x="1854" y="1260"/>
                  </a:lnTo>
                  <a:lnTo>
                    <a:pt x="1869" y="1313"/>
                  </a:lnTo>
                  <a:lnTo>
                    <a:pt x="1881" y="1364"/>
                  </a:lnTo>
                  <a:lnTo>
                    <a:pt x="1890" y="1417"/>
                  </a:lnTo>
                  <a:lnTo>
                    <a:pt x="1895" y="1469"/>
                  </a:lnTo>
                  <a:lnTo>
                    <a:pt x="1897" y="1519"/>
                  </a:lnTo>
                  <a:lnTo>
                    <a:pt x="1897" y="3142"/>
                  </a:lnTo>
                  <a:lnTo>
                    <a:pt x="1895" y="3190"/>
                  </a:lnTo>
                  <a:lnTo>
                    <a:pt x="1890" y="3235"/>
                  </a:lnTo>
                  <a:lnTo>
                    <a:pt x="1881" y="3276"/>
                  </a:lnTo>
                  <a:lnTo>
                    <a:pt x="1869" y="3313"/>
                  </a:lnTo>
                  <a:lnTo>
                    <a:pt x="1854" y="3346"/>
                  </a:lnTo>
                  <a:lnTo>
                    <a:pt x="1836" y="3375"/>
                  </a:lnTo>
                  <a:lnTo>
                    <a:pt x="1816" y="3398"/>
                  </a:lnTo>
                  <a:lnTo>
                    <a:pt x="1793" y="3418"/>
                  </a:lnTo>
                  <a:lnTo>
                    <a:pt x="1768" y="3434"/>
                  </a:lnTo>
                  <a:lnTo>
                    <a:pt x="1740" y="3444"/>
                  </a:lnTo>
                  <a:lnTo>
                    <a:pt x="1711" y="3450"/>
                  </a:lnTo>
                  <a:lnTo>
                    <a:pt x="1681" y="3450"/>
                  </a:lnTo>
                  <a:lnTo>
                    <a:pt x="1648" y="3445"/>
                  </a:lnTo>
                  <a:lnTo>
                    <a:pt x="1614" y="3436"/>
                  </a:lnTo>
                  <a:lnTo>
                    <a:pt x="1579" y="3421"/>
                  </a:lnTo>
                  <a:lnTo>
                    <a:pt x="1542" y="3400"/>
                  </a:lnTo>
                  <a:lnTo>
                    <a:pt x="357" y="2643"/>
                  </a:lnTo>
                  <a:lnTo>
                    <a:pt x="320" y="2618"/>
                  </a:lnTo>
                  <a:lnTo>
                    <a:pt x="285" y="2588"/>
                  </a:lnTo>
                  <a:lnTo>
                    <a:pt x="251" y="2554"/>
                  </a:lnTo>
                  <a:lnTo>
                    <a:pt x="218" y="2517"/>
                  </a:lnTo>
                  <a:lnTo>
                    <a:pt x="187" y="2477"/>
                  </a:lnTo>
                  <a:lnTo>
                    <a:pt x="157" y="2433"/>
                  </a:lnTo>
                  <a:lnTo>
                    <a:pt x="130" y="2388"/>
                  </a:lnTo>
                  <a:lnTo>
                    <a:pt x="105" y="2341"/>
                  </a:lnTo>
                  <a:lnTo>
                    <a:pt x="81" y="2292"/>
                  </a:lnTo>
                  <a:lnTo>
                    <a:pt x="61" y="2241"/>
                  </a:lnTo>
                  <a:lnTo>
                    <a:pt x="44" y="2190"/>
                  </a:lnTo>
                  <a:lnTo>
                    <a:pt x="29" y="2138"/>
                  </a:lnTo>
                  <a:lnTo>
                    <a:pt x="17" y="2085"/>
                  </a:lnTo>
                  <a:lnTo>
                    <a:pt x="7" y="2033"/>
                  </a:lnTo>
                  <a:lnTo>
                    <a:pt x="3" y="1981"/>
                  </a:lnTo>
                  <a:lnTo>
                    <a:pt x="0" y="1931"/>
                  </a:lnTo>
                  <a:lnTo>
                    <a:pt x="0" y="308"/>
                  </a:lnTo>
                  <a:lnTo>
                    <a:pt x="3" y="260"/>
                  </a:lnTo>
                  <a:lnTo>
                    <a:pt x="7" y="215"/>
                  </a:lnTo>
                  <a:lnTo>
                    <a:pt x="17" y="174"/>
                  </a:lnTo>
                  <a:lnTo>
                    <a:pt x="29" y="137"/>
                  </a:lnTo>
                  <a:lnTo>
                    <a:pt x="44" y="104"/>
                  </a:lnTo>
                  <a:lnTo>
                    <a:pt x="61" y="76"/>
                  </a:lnTo>
                  <a:lnTo>
                    <a:pt x="81" y="51"/>
                  </a:lnTo>
                  <a:lnTo>
                    <a:pt x="105" y="31"/>
                  </a:lnTo>
                  <a:lnTo>
                    <a:pt x="130" y="16"/>
                  </a:lnTo>
                  <a:lnTo>
                    <a:pt x="157" y="5"/>
                  </a:lnTo>
                  <a:lnTo>
                    <a:pt x="187" y="0"/>
                  </a:lnTo>
                  <a:lnTo>
                    <a:pt x="218" y="0"/>
                  </a:lnTo>
                  <a:lnTo>
                    <a:pt x="251" y="3"/>
                  </a:lnTo>
                  <a:lnTo>
                    <a:pt x="285" y="14"/>
                  </a:lnTo>
                  <a:lnTo>
                    <a:pt x="320" y="29"/>
                  </a:lnTo>
                  <a:lnTo>
                    <a:pt x="357" y="49"/>
                  </a:lnTo>
                  <a:close/>
                </a:path>
              </a:pathLst>
            </a:custGeom>
            <a:solidFill>
              <a:srgbClr val="BFBFB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4304" name="Freeform 48"/>
            <p:cNvSpPr>
              <a:spLocks/>
            </p:cNvSpPr>
            <p:nvPr/>
          </p:nvSpPr>
          <p:spPr bwMode="auto">
            <a:xfrm>
              <a:off x="1268" y="1663"/>
              <a:ext cx="393" cy="711"/>
            </a:xfrm>
            <a:custGeom>
              <a:avLst/>
              <a:gdLst>
                <a:gd name="T0" fmla="*/ 3 w 1962"/>
                <a:gd name="T1" fmla="*/ 7 h 3555"/>
                <a:gd name="T2" fmla="*/ 2 w 1962"/>
                <a:gd name="T3" fmla="*/ 7 h 3555"/>
                <a:gd name="T4" fmla="*/ 2 w 1962"/>
                <a:gd name="T5" fmla="*/ 8 h 3555"/>
                <a:gd name="T6" fmla="*/ 1 w 1962"/>
                <a:gd name="T7" fmla="*/ 8 h 3555"/>
                <a:gd name="T8" fmla="*/ 1 w 1962"/>
                <a:gd name="T9" fmla="*/ 9 h 3555"/>
                <a:gd name="T10" fmla="*/ 1 w 1962"/>
                <a:gd name="T11" fmla="*/ 10 h 3555"/>
                <a:gd name="T12" fmla="*/ 0 w 1962"/>
                <a:gd name="T13" fmla="*/ 11 h 3555"/>
                <a:gd name="T14" fmla="*/ 0 w 1962"/>
                <a:gd name="T15" fmla="*/ 12 h 3555"/>
                <a:gd name="T16" fmla="*/ 0 w 1962"/>
                <a:gd name="T17" fmla="*/ 13 h 3555"/>
                <a:gd name="T18" fmla="*/ 0 w 1962"/>
                <a:gd name="T19" fmla="*/ 26 h 3555"/>
                <a:gd name="T20" fmla="*/ 0 w 1962"/>
                <a:gd name="T21" fmla="*/ 27 h 3555"/>
                <a:gd name="T22" fmla="*/ 0 w 1962"/>
                <a:gd name="T23" fmla="*/ 28 h 3555"/>
                <a:gd name="T24" fmla="*/ 1 w 1962"/>
                <a:gd name="T25" fmla="*/ 28 h 3555"/>
                <a:gd name="T26" fmla="*/ 1 w 1962"/>
                <a:gd name="T27" fmla="*/ 28 h 3555"/>
                <a:gd name="T28" fmla="*/ 2 w 1962"/>
                <a:gd name="T29" fmla="*/ 28 h 3555"/>
                <a:gd name="T30" fmla="*/ 2 w 1962"/>
                <a:gd name="T31" fmla="*/ 28 h 3555"/>
                <a:gd name="T32" fmla="*/ 3 w 1962"/>
                <a:gd name="T33" fmla="*/ 28 h 3555"/>
                <a:gd name="T34" fmla="*/ 13 w 1962"/>
                <a:gd name="T35" fmla="*/ 22 h 3555"/>
                <a:gd name="T36" fmla="*/ 13 w 1962"/>
                <a:gd name="T37" fmla="*/ 21 h 3555"/>
                <a:gd name="T38" fmla="*/ 14 w 1962"/>
                <a:gd name="T39" fmla="*/ 21 h 3555"/>
                <a:gd name="T40" fmla="*/ 14 w 1962"/>
                <a:gd name="T41" fmla="*/ 20 h 3555"/>
                <a:gd name="T42" fmla="*/ 15 w 1962"/>
                <a:gd name="T43" fmla="*/ 19 h 3555"/>
                <a:gd name="T44" fmla="*/ 15 w 1962"/>
                <a:gd name="T45" fmla="*/ 18 h 3555"/>
                <a:gd name="T46" fmla="*/ 16 w 1962"/>
                <a:gd name="T47" fmla="*/ 18 h 3555"/>
                <a:gd name="T48" fmla="*/ 16 w 1962"/>
                <a:gd name="T49" fmla="*/ 17 h 3555"/>
                <a:gd name="T50" fmla="*/ 16 w 1962"/>
                <a:gd name="T51" fmla="*/ 16 h 3555"/>
                <a:gd name="T52" fmla="*/ 16 w 1962"/>
                <a:gd name="T53" fmla="*/ 2 h 3555"/>
                <a:gd name="T54" fmla="*/ 16 w 1962"/>
                <a:gd name="T55" fmla="*/ 1 h 3555"/>
                <a:gd name="T56" fmla="*/ 15 w 1962"/>
                <a:gd name="T57" fmla="*/ 1 h 3555"/>
                <a:gd name="T58" fmla="*/ 15 w 1962"/>
                <a:gd name="T59" fmla="*/ 0 h 3555"/>
                <a:gd name="T60" fmla="*/ 15 w 1962"/>
                <a:gd name="T61" fmla="*/ 0 h 3555"/>
                <a:gd name="T62" fmla="*/ 14 w 1962"/>
                <a:gd name="T63" fmla="*/ 0 h 3555"/>
                <a:gd name="T64" fmla="*/ 14 w 1962"/>
                <a:gd name="T65" fmla="*/ 0 h 3555"/>
                <a:gd name="T66" fmla="*/ 13 w 1962"/>
                <a:gd name="T67" fmla="*/ 0 h 3555"/>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962"/>
                <a:gd name="T103" fmla="*/ 0 h 3555"/>
                <a:gd name="T104" fmla="*/ 1962 w 1962"/>
                <a:gd name="T105" fmla="*/ 3555 h 3555"/>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962" h="3555">
                  <a:moveTo>
                    <a:pt x="1594" y="50"/>
                  </a:moveTo>
                  <a:lnTo>
                    <a:pt x="368" y="831"/>
                  </a:lnTo>
                  <a:lnTo>
                    <a:pt x="330" y="858"/>
                  </a:lnTo>
                  <a:lnTo>
                    <a:pt x="294" y="888"/>
                  </a:lnTo>
                  <a:lnTo>
                    <a:pt x="259" y="922"/>
                  </a:lnTo>
                  <a:lnTo>
                    <a:pt x="225" y="961"/>
                  </a:lnTo>
                  <a:lnTo>
                    <a:pt x="193" y="1003"/>
                  </a:lnTo>
                  <a:lnTo>
                    <a:pt x="163" y="1047"/>
                  </a:lnTo>
                  <a:lnTo>
                    <a:pt x="133" y="1094"/>
                  </a:lnTo>
                  <a:lnTo>
                    <a:pt x="108" y="1143"/>
                  </a:lnTo>
                  <a:lnTo>
                    <a:pt x="84" y="1193"/>
                  </a:lnTo>
                  <a:lnTo>
                    <a:pt x="63" y="1246"/>
                  </a:lnTo>
                  <a:lnTo>
                    <a:pt x="44" y="1299"/>
                  </a:lnTo>
                  <a:lnTo>
                    <a:pt x="29" y="1353"/>
                  </a:lnTo>
                  <a:lnTo>
                    <a:pt x="16" y="1405"/>
                  </a:lnTo>
                  <a:lnTo>
                    <a:pt x="7" y="1459"/>
                  </a:lnTo>
                  <a:lnTo>
                    <a:pt x="2" y="1512"/>
                  </a:lnTo>
                  <a:lnTo>
                    <a:pt x="0" y="1565"/>
                  </a:lnTo>
                  <a:lnTo>
                    <a:pt x="0" y="3237"/>
                  </a:lnTo>
                  <a:lnTo>
                    <a:pt x="2" y="3287"/>
                  </a:lnTo>
                  <a:lnTo>
                    <a:pt x="7" y="3333"/>
                  </a:lnTo>
                  <a:lnTo>
                    <a:pt x="16" y="3375"/>
                  </a:lnTo>
                  <a:lnTo>
                    <a:pt x="29" y="3413"/>
                  </a:lnTo>
                  <a:lnTo>
                    <a:pt x="44" y="3447"/>
                  </a:lnTo>
                  <a:lnTo>
                    <a:pt x="63" y="3477"/>
                  </a:lnTo>
                  <a:lnTo>
                    <a:pt x="84" y="3502"/>
                  </a:lnTo>
                  <a:lnTo>
                    <a:pt x="108" y="3522"/>
                  </a:lnTo>
                  <a:lnTo>
                    <a:pt x="133" y="3538"/>
                  </a:lnTo>
                  <a:lnTo>
                    <a:pt x="163" y="3549"/>
                  </a:lnTo>
                  <a:lnTo>
                    <a:pt x="193" y="3555"/>
                  </a:lnTo>
                  <a:lnTo>
                    <a:pt x="225" y="3555"/>
                  </a:lnTo>
                  <a:lnTo>
                    <a:pt x="259" y="3550"/>
                  </a:lnTo>
                  <a:lnTo>
                    <a:pt x="294" y="3541"/>
                  </a:lnTo>
                  <a:lnTo>
                    <a:pt x="330" y="3524"/>
                  </a:lnTo>
                  <a:lnTo>
                    <a:pt x="368" y="3503"/>
                  </a:lnTo>
                  <a:lnTo>
                    <a:pt x="1594" y="2722"/>
                  </a:lnTo>
                  <a:lnTo>
                    <a:pt x="1632" y="2696"/>
                  </a:lnTo>
                  <a:lnTo>
                    <a:pt x="1668" y="2665"/>
                  </a:lnTo>
                  <a:lnTo>
                    <a:pt x="1703" y="2631"/>
                  </a:lnTo>
                  <a:lnTo>
                    <a:pt x="1737" y="2592"/>
                  </a:lnTo>
                  <a:lnTo>
                    <a:pt x="1769" y="2551"/>
                  </a:lnTo>
                  <a:lnTo>
                    <a:pt x="1799" y="2506"/>
                  </a:lnTo>
                  <a:lnTo>
                    <a:pt x="1829" y="2460"/>
                  </a:lnTo>
                  <a:lnTo>
                    <a:pt x="1854" y="2411"/>
                  </a:lnTo>
                  <a:lnTo>
                    <a:pt x="1878" y="2361"/>
                  </a:lnTo>
                  <a:lnTo>
                    <a:pt x="1899" y="2308"/>
                  </a:lnTo>
                  <a:lnTo>
                    <a:pt x="1918" y="2256"/>
                  </a:lnTo>
                  <a:lnTo>
                    <a:pt x="1933" y="2202"/>
                  </a:lnTo>
                  <a:lnTo>
                    <a:pt x="1946" y="2149"/>
                  </a:lnTo>
                  <a:lnTo>
                    <a:pt x="1955" y="2095"/>
                  </a:lnTo>
                  <a:lnTo>
                    <a:pt x="1960" y="2042"/>
                  </a:lnTo>
                  <a:lnTo>
                    <a:pt x="1962" y="1989"/>
                  </a:lnTo>
                  <a:lnTo>
                    <a:pt x="1962" y="319"/>
                  </a:lnTo>
                  <a:lnTo>
                    <a:pt x="1960" y="269"/>
                  </a:lnTo>
                  <a:lnTo>
                    <a:pt x="1955" y="223"/>
                  </a:lnTo>
                  <a:lnTo>
                    <a:pt x="1946" y="180"/>
                  </a:lnTo>
                  <a:lnTo>
                    <a:pt x="1933" y="143"/>
                  </a:lnTo>
                  <a:lnTo>
                    <a:pt x="1918" y="109"/>
                  </a:lnTo>
                  <a:lnTo>
                    <a:pt x="1899" y="79"/>
                  </a:lnTo>
                  <a:lnTo>
                    <a:pt x="1878" y="54"/>
                  </a:lnTo>
                  <a:lnTo>
                    <a:pt x="1854" y="33"/>
                  </a:lnTo>
                  <a:lnTo>
                    <a:pt x="1829" y="17"/>
                  </a:lnTo>
                  <a:lnTo>
                    <a:pt x="1799" y="7"/>
                  </a:lnTo>
                  <a:lnTo>
                    <a:pt x="1769" y="0"/>
                  </a:lnTo>
                  <a:lnTo>
                    <a:pt x="1737" y="0"/>
                  </a:lnTo>
                  <a:lnTo>
                    <a:pt x="1703" y="4"/>
                  </a:lnTo>
                  <a:lnTo>
                    <a:pt x="1668" y="14"/>
                  </a:lnTo>
                  <a:lnTo>
                    <a:pt x="1632" y="29"/>
                  </a:lnTo>
                  <a:lnTo>
                    <a:pt x="1594" y="50"/>
                  </a:lnTo>
                  <a:close/>
                </a:path>
              </a:pathLst>
            </a:custGeom>
            <a:solidFill>
              <a:srgbClr val="E5E5E5"/>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4305" name="Freeform 49"/>
            <p:cNvSpPr>
              <a:spLocks noEditPoints="1"/>
            </p:cNvSpPr>
            <p:nvPr/>
          </p:nvSpPr>
          <p:spPr bwMode="auto">
            <a:xfrm>
              <a:off x="916" y="1589"/>
              <a:ext cx="697" cy="698"/>
            </a:xfrm>
            <a:custGeom>
              <a:avLst/>
              <a:gdLst>
                <a:gd name="T0" fmla="*/ 16 w 3485"/>
                <a:gd name="T1" fmla="*/ 0 h 3490"/>
                <a:gd name="T2" fmla="*/ 17 w 3485"/>
                <a:gd name="T3" fmla="*/ 2 h 3490"/>
                <a:gd name="T4" fmla="*/ 17 w 3485"/>
                <a:gd name="T5" fmla="*/ 3 h 3490"/>
                <a:gd name="T6" fmla="*/ 14 w 3485"/>
                <a:gd name="T7" fmla="*/ 4 h 3490"/>
                <a:gd name="T8" fmla="*/ 12 w 3485"/>
                <a:gd name="T9" fmla="*/ 4 h 3490"/>
                <a:gd name="T10" fmla="*/ 11 w 3485"/>
                <a:gd name="T11" fmla="*/ 2 h 3490"/>
                <a:gd name="T12" fmla="*/ 11 w 3485"/>
                <a:gd name="T13" fmla="*/ 1 h 3490"/>
                <a:gd name="T14" fmla="*/ 14 w 3485"/>
                <a:gd name="T15" fmla="*/ 0 h 3490"/>
                <a:gd name="T16" fmla="*/ 3 w 3485"/>
                <a:gd name="T17" fmla="*/ 7 h 3490"/>
                <a:gd name="T18" fmla="*/ 4 w 3485"/>
                <a:gd name="T19" fmla="*/ 9 h 3490"/>
                <a:gd name="T20" fmla="*/ 3 w 3485"/>
                <a:gd name="T21" fmla="*/ 12 h 3490"/>
                <a:gd name="T22" fmla="*/ 2 w 3485"/>
                <a:gd name="T23" fmla="*/ 13 h 3490"/>
                <a:gd name="T24" fmla="*/ 1 w 3485"/>
                <a:gd name="T25" fmla="*/ 12 h 3490"/>
                <a:gd name="T26" fmla="*/ 0 w 3485"/>
                <a:gd name="T27" fmla="*/ 10 h 3490"/>
                <a:gd name="T28" fmla="*/ 0 w 3485"/>
                <a:gd name="T29" fmla="*/ 8 h 3490"/>
                <a:gd name="T30" fmla="*/ 2 w 3485"/>
                <a:gd name="T31" fmla="*/ 6 h 3490"/>
                <a:gd name="T32" fmla="*/ 10 w 3485"/>
                <a:gd name="T33" fmla="*/ 20 h 3490"/>
                <a:gd name="T34" fmla="*/ 11 w 3485"/>
                <a:gd name="T35" fmla="*/ 22 h 3490"/>
                <a:gd name="T36" fmla="*/ 11 w 3485"/>
                <a:gd name="T37" fmla="*/ 25 h 3490"/>
                <a:gd name="T38" fmla="*/ 10 w 3485"/>
                <a:gd name="T39" fmla="*/ 27 h 3490"/>
                <a:gd name="T40" fmla="*/ 8 w 3485"/>
                <a:gd name="T41" fmla="*/ 26 h 3490"/>
                <a:gd name="T42" fmla="*/ 7 w 3485"/>
                <a:gd name="T43" fmla="*/ 24 h 3490"/>
                <a:gd name="T44" fmla="*/ 7 w 3485"/>
                <a:gd name="T45" fmla="*/ 22 h 3490"/>
                <a:gd name="T46" fmla="*/ 8 w 3485"/>
                <a:gd name="T47" fmla="*/ 20 h 3490"/>
                <a:gd name="T48" fmla="*/ 20 w 3485"/>
                <a:gd name="T49" fmla="*/ 21 h 3490"/>
                <a:gd name="T50" fmla="*/ 21 w 3485"/>
                <a:gd name="T51" fmla="*/ 23 h 3490"/>
                <a:gd name="T52" fmla="*/ 21 w 3485"/>
                <a:gd name="T53" fmla="*/ 26 h 3490"/>
                <a:gd name="T54" fmla="*/ 20 w 3485"/>
                <a:gd name="T55" fmla="*/ 28 h 3490"/>
                <a:gd name="T56" fmla="*/ 18 w 3485"/>
                <a:gd name="T57" fmla="*/ 28 h 3490"/>
                <a:gd name="T58" fmla="*/ 17 w 3485"/>
                <a:gd name="T59" fmla="*/ 26 h 3490"/>
                <a:gd name="T60" fmla="*/ 17 w 3485"/>
                <a:gd name="T61" fmla="*/ 23 h 3490"/>
                <a:gd name="T62" fmla="*/ 18 w 3485"/>
                <a:gd name="T63" fmla="*/ 21 h 3490"/>
                <a:gd name="T64" fmla="*/ 19 w 3485"/>
                <a:gd name="T65" fmla="*/ 11 h 3490"/>
                <a:gd name="T66" fmla="*/ 20 w 3485"/>
                <a:gd name="T67" fmla="*/ 13 h 3490"/>
                <a:gd name="T68" fmla="*/ 21 w 3485"/>
                <a:gd name="T69" fmla="*/ 15 h 3490"/>
                <a:gd name="T70" fmla="*/ 20 w 3485"/>
                <a:gd name="T71" fmla="*/ 17 h 3490"/>
                <a:gd name="T72" fmla="*/ 18 w 3485"/>
                <a:gd name="T73" fmla="*/ 17 h 3490"/>
                <a:gd name="T74" fmla="*/ 17 w 3485"/>
                <a:gd name="T75" fmla="*/ 16 h 3490"/>
                <a:gd name="T76" fmla="*/ 17 w 3485"/>
                <a:gd name="T77" fmla="*/ 13 h 3490"/>
                <a:gd name="T78" fmla="*/ 18 w 3485"/>
                <a:gd name="T79" fmla="*/ 11 h 3490"/>
                <a:gd name="T80" fmla="*/ 26 w 3485"/>
                <a:gd name="T81" fmla="*/ 7 h 3490"/>
                <a:gd name="T82" fmla="*/ 27 w 3485"/>
                <a:gd name="T83" fmla="*/ 8 h 3490"/>
                <a:gd name="T84" fmla="*/ 27 w 3485"/>
                <a:gd name="T85" fmla="*/ 11 h 3490"/>
                <a:gd name="T86" fmla="*/ 26 w 3485"/>
                <a:gd name="T87" fmla="*/ 13 h 3490"/>
                <a:gd name="T88" fmla="*/ 25 w 3485"/>
                <a:gd name="T89" fmla="*/ 13 h 3490"/>
                <a:gd name="T90" fmla="*/ 24 w 3485"/>
                <a:gd name="T91" fmla="*/ 12 h 3490"/>
                <a:gd name="T92" fmla="*/ 24 w 3485"/>
                <a:gd name="T93" fmla="*/ 9 h 3490"/>
                <a:gd name="T94" fmla="*/ 24 w 3485"/>
                <a:gd name="T95" fmla="*/ 7 h 3490"/>
                <a:gd name="T96" fmla="*/ 26 w 3485"/>
                <a:gd name="T97" fmla="*/ 17 h 3490"/>
                <a:gd name="T98" fmla="*/ 27 w 3485"/>
                <a:gd name="T99" fmla="*/ 18 h 3490"/>
                <a:gd name="T100" fmla="*/ 28 w 3485"/>
                <a:gd name="T101" fmla="*/ 21 h 3490"/>
                <a:gd name="T102" fmla="*/ 27 w 3485"/>
                <a:gd name="T103" fmla="*/ 23 h 3490"/>
                <a:gd name="T104" fmla="*/ 26 w 3485"/>
                <a:gd name="T105" fmla="*/ 24 h 3490"/>
                <a:gd name="T106" fmla="*/ 24 w 3485"/>
                <a:gd name="T107" fmla="*/ 23 h 3490"/>
                <a:gd name="T108" fmla="*/ 24 w 3485"/>
                <a:gd name="T109" fmla="*/ 20 h 3490"/>
                <a:gd name="T110" fmla="*/ 25 w 3485"/>
                <a:gd name="T111" fmla="*/ 18 h 3490"/>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w 3485"/>
                <a:gd name="T169" fmla="*/ 0 h 3490"/>
                <a:gd name="T170" fmla="*/ 3485 w 3485"/>
                <a:gd name="T171" fmla="*/ 3490 h 3490"/>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T168" t="T169" r="T170" b="T171"/>
              <a:pathLst>
                <a:path w="3485" h="3490">
                  <a:moveTo>
                    <a:pt x="1754" y="0"/>
                  </a:moveTo>
                  <a:lnTo>
                    <a:pt x="1797" y="2"/>
                  </a:lnTo>
                  <a:lnTo>
                    <a:pt x="1840" y="5"/>
                  </a:lnTo>
                  <a:lnTo>
                    <a:pt x="1881" y="12"/>
                  </a:lnTo>
                  <a:lnTo>
                    <a:pt x="1921" y="20"/>
                  </a:lnTo>
                  <a:lnTo>
                    <a:pt x="1959" y="31"/>
                  </a:lnTo>
                  <a:lnTo>
                    <a:pt x="1994" y="44"/>
                  </a:lnTo>
                  <a:lnTo>
                    <a:pt x="2028" y="59"/>
                  </a:lnTo>
                  <a:lnTo>
                    <a:pt x="2058" y="74"/>
                  </a:lnTo>
                  <a:lnTo>
                    <a:pt x="2086" y="93"/>
                  </a:lnTo>
                  <a:lnTo>
                    <a:pt x="2111" y="113"/>
                  </a:lnTo>
                  <a:lnTo>
                    <a:pt x="2132" y="133"/>
                  </a:lnTo>
                  <a:lnTo>
                    <a:pt x="2151" y="155"/>
                  </a:lnTo>
                  <a:lnTo>
                    <a:pt x="2165" y="179"/>
                  </a:lnTo>
                  <a:lnTo>
                    <a:pt x="2175" y="203"/>
                  </a:lnTo>
                  <a:lnTo>
                    <a:pt x="2182" y="229"/>
                  </a:lnTo>
                  <a:lnTo>
                    <a:pt x="2185" y="255"/>
                  </a:lnTo>
                  <a:lnTo>
                    <a:pt x="2182" y="281"/>
                  </a:lnTo>
                  <a:lnTo>
                    <a:pt x="2175" y="305"/>
                  </a:lnTo>
                  <a:lnTo>
                    <a:pt x="2165" y="330"/>
                  </a:lnTo>
                  <a:lnTo>
                    <a:pt x="2151" y="353"/>
                  </a:lnTo>
                  <a:lnTo>
                    <a:pt x="2132" y="376"/>
                  </a:lnTo>
                  <a:lnTo>
                    <a:pt x="2111" y="397"/>
                  </a:lnTo>
                  <a:lnTo>
                    <a:pt x="2086" y="417"/>
                  </a:lnTo>
                  <a:lnTo>
                    <a:pt x="2058" y="434"/>
                  </a:lnTo>
                  <a:lnTo>
                    <a:pt x="2028" y="451"/>
                  </a:lnTo>
                  <a:lnTo>
                    <a:pt x="1994" y="466"/>
                  </a:lnTo>
                  <a:lnTo>
                    <a:pt x="1959" y="479"/>
                  </a:lnTo>
                  <a:lnTo>
                    <a:pt x="1921" y="489"/>
                  </a:lnTo>
                  <a:lnTo>
                    <a:pt x="1881" y="498"/>
                  </a:lnTo>
                  <a:lnTo>
                    <a:pt x="1840" y="505"/>
                  </a:lnTo>
                  <a:lnTo>
                    <a:pt x="1797" y="508"/>
                  </a:lnTo>
                  <a:lnTo>
                    <a:pt x="1754" y="509"/>
                  </a:lnTo>
                  <a:lnTo>
                    <a:pt x="1710" y="508"/>
                  </a:lnTo>
                  <a:lnTo>
                    <a:pt x="1667" y="505"/>
                  </a:lnTo>
                  <a:lnTo>
                    <a:pt x="1626" y="498"/>
                  </a:lnTo>
                  <a:lnTo>
                    <a:pt x="1586" y="489"/>
                  </a:lnTo>
                  <a:lnTo>
                    <a:pt x="1548" y="479"/>
                  </a:lnTo>
                  <a:lnTo>
                    <a:pt x="1512" y="466"/>
                  </a:lnTo>
                  <a:lnTo>
                    <a:pt x="1479" y="451"/>
                  </a:lnTo>
                  <a:lnTo>
                    <a:pt x="1449" y="434"/>
                  </a:lnTo>
                  <a:lnTo>
                    <a:pt x="1421" y="417"/>
                  </a:lnTo>
                  <a:lnTo>
                    <a:pt x="1395" y="397"/>
                  </a:lnTo>
                  <a:lnTo>
                    <a:pt x="1374" y="376"/>
                  </a:lnTo>
                  <a:lnTo>
                    <a:pt x="1355" y="353"/>
                  </a:lnTo>
                  <a:lnTo>
                    <a:pt x="1341" y="330"/>
                  </a:lnTo>
                  <a:lnTo>
                    <a:pt x="1331" y="305"/>
                  </a:lnTo>
                  <a:lnTo>
                    <a:pt x="1324" y="281"/>
                  </a:lnTo>
                  <a:lnTo>
                    <a:pt x="1321" y="255"/>
                  </a:lnTo>
                  <a:lnTo>
                    <a:pt x="1324" y="229"/>
                  </a:lnTo>
                  <a:lnTo>
                    <a:pt x="1331" y="203"/>
                  </a:lnTo>
                  <a:lnTo>
                    <a:pt x="1341" y="179"/>
                  </a:lnTo>
                  <a:lnTo>
                    <a:pt x="1355" y="155"/>
                  </a:lnTo>
                  <a:lnTo>
                    <a:pt x="1374" y="133"/>
                  </a:lnTo>
                  <a:lnTo>
                    <a:pt x="1395" y="113"/>
                  </a:lnTo>
                  <a:lnTo>
                    <a:pt x="1421" y="93"/>
                  </a:lnTo>
                  <a:lnTo>
                    <a:pt x="1449" y="74"/>
                  </a:lnTo>
                  <a:lnTo>
                    <a:pt x="1479" y="59"/>
                  </a:lnTo>
                  <a:lnTo>
                    <a:pt x="1512" y="44"/>
                  </a:lnTo>
                  <a:lnTo>
                    <a:pt x="1548" y="31"/>
                  </a:lnTo>
                  <a:lnTo>
                    <a:pt x="1586" y="20"/>
                  </a:lnTo>
                  <a:lnTo>
                    <a:pt x="1626" y="12"/>
                  </a:lnTo>
                  <a:lnTo>
                    <a:pt x="1667" y="5"/>
                  </a:lnTo>
                  <a:lnTo>
                    <a:pt x="1710" y="2"/>
                  </a:lnTo>
                  <a:lnTo>
                    <a:pt x="1754" y="0"/>
                  </a:lnTo>
                  <a:close/>
                  <a:moveTo>
                    <a:pt x="239" y="786"/>
                  </a:moveTo>
                  <a:lnTo>
                    <a:pt x="263" y="788"/>
                  </a:lnTo>
                  <a:lnTo>
                    <a:pt x="287" y="794"/>
                  </a:lnTo>
                  <a:lnTo>
                    <a:pt x="309" y="805"/>
                  </a:lnTo>
                  <a:lnTo>
                    <a:pt x="331" y="819"/>
                  </a:lnTo>
                  <a:lnTo>
                    <a:pt x="352" y="836"/>
                  </a:lnTo>
                  <a:lnTo>
                    <a:pt x="372" y="857"/>
                  </a:lnTo>
                  <a:lnTo>
                    <a:pt x="390" y="882"/>
                  </a:lnTo>
                  <a:lnTo>
                    <a:pt x="407" y="909"/>
                  </a:lnTo>
                  <a:lnTo>
                    <a:pt x="423" y="940"/>
                  </a:lnTo>
                  <a:lnTo>
                    <a:pt x="437" y="971"/>
                  </a:lnTo>
                  <a:lnTo>
                    <a:pt x="448" y="1006"/>
                  </a:lnTo>
                  <a:lnTo>
                    <a:pt x="459" y="1043"/>
                  </a:lnTo>
                  <a:lnTo>
                    <a:pt x="467" y="1081"/>
                  </a:lnTo>
                  <a:lnTo>
                    <a:pt x="473" y="1121"/>
                  </a:lnTo>
                  <a:lnTo>
                    <a:pt x="476" y="1163"/>
                  </a:lnTo>
                  <a:lnTo>
                    <a:pt x="478" y="1206"/>
                  </a:lnTo>
                  <a:lnTo>
                    <a:pt x="476" y="1248"/>
                  </a:lnTo>
                  <a:lnTo>
                    <a:pt x="473" y="1290"/>
                  </a:lnTo>
                  <a:lnTo>
                    <a:pt x="467" y="1330"/>
                  </a:lnTo>
                  <a:lnTo>
                    <a:pt x="459" y="1367"/>
                  </a:lnTo>
                  <a:lnTo>
                    <a:pt x="448" y="1405"/>
                  </a:lnTo>
                  <a:lnTo>
                    <a:pt x="437" y="1439"/>
                  </a:lnTo>
                  <a:lnTo>
                    <a:pt x="423" y="1472"/>
                  </a:lnTo>
                  <a:lnTo>
                    <a:pt x="407" y="1501"/>
                  </a:lnTo>
                  <a:lnTo>
                    <a:pt x="390" y="1528"/>
                  </a:lnTo>
                  <a:lnTo>
                    <a:pt x="372" y="1553"/>
                  </a:lnTo>
                  <a:lnTo>
                    <a:pt x="352" y="1574"/>
                  </a:lnTo>
                  <a:lnTo>
                    <a:pt x="331" y="1591"/>
                  </a:lnTo>
                  <a:lnTo>
                    <a:pt x="309" y="1605"/>
                  </a:lnTo>
                  <a:lnTo>
                    <a:pt x="287" y="1616"/>
                  </a:lnTo>
                  <a:lnTo>
                    <a:pt x="263" y="1622"/>
                  </a:lnTo>
                  <a:lnTo>
                    <a:pt x="239" y="1624"/>
                  </a:lnTo>
                  <a:lnTo>
                    <a:pt x="214" y="1622"/>
                  </a:lnTo>
                  <a:lnTo>
                    <a:pt x="191" y="1616"/>
                  </a:lnTo>
                  <a:lnTo>
                    <a:pt x="168" y="1605"/>
                  </a:lnTo>
                  <a:lnTo>
                    <a:pt x="146" y="1591"/>
                  </a:lnTo>
                  <a:lnTo>
                    <a:pt x="125" y="1574"/>
                  </a:lnTo>
                  <a:lnTo>
                    <a:pt x="105" y="1553"/>
                  </a:lnTo>
                  <a:lnTo>
                    <a:pt x="87" y="1528"/>
                  </a:lnTo>
                  <a:lnTo>
                    <a:pt x="70" y="1501"/>
                  </a:lnTo>
                  <a:lnTo>
                    <a:pt x="55" y="1472"/>
                  </a:lnTo>
                  <a:lnTo>
                    <a:pt x="41" y="1439"/>
                  </a:lnTo>
                  <a:lnTo>
                    <a:pt x="29" y="1405"/>
                  </a:lnTo>
                  <a:lnTo>
                    <a:pt x="18" y="1367"/>
                  </a:lnTo>
                  <a:lnTo>
                    <a:pt x="10" y="1330"/>
                  </a:lnTo>
                  <a:lnTo>
                    <a:pt x="4" y="1290"/>
                  </a:lnTo>
                  <a:lnTo>
                    <a:pt x="1" y="1248"/>
                  </a:lnTo>
                  <a:lnTo>
                    <a:pt x="0" y="1206"/>
                  </a:lnTo>
                  <a:lnTo>
                    <a:pt x="1" y="1163"/>
                  </a:lnTo>
                  <a:lnTo>
                    <a:pt x="4" y="1121"/>
                  </a:lnTo>
                  <a:lnTo>
                    <a:pt x="10" y="1081"/>
                  </a:lnTo>
                  <a:lnTo>
                    <a:pt x="18" y="1043"/>
                  </a:lnTo>
                  <a:lnTo>
                    <a:pt x="29" y="1006"/>
                  </a:lnTo>
                  <a:lnTo>
                    <a:pt x="41" y="971"/>
                  </a:lnTo>
                  <a:lnTo>
                    <a:pt x="55" y="940"/>
                  </a:lnTo>
                  <a:lnTo>
                    <a:pt x="70" y="909"/>
                  </a:lnTo>
                  <a:lnTo>
                    <a:pt x="87" y="882"/>
                  </a:lnTo>
                  <a:lnTo>
                    <a:pt x="105" y="857"/>
                  </a:lnTo>
                  <a:lnTo>
                    <a:pt x="125" y="836"/>
                  </a:lnTo>
                  <a:lnTo>
                    <a:pt x="146" y="819"/>
                  </a:lnTo>
                  <a:lnTo>
                    <a:pt x="168" y="805"/>
                  </a:lnTo>
                  <a:lnTo>
                    <a:pt x="191" y="794"/>
                  </a:lnTo>
                  <a:lnTo>
                    <a:pt x="214" y="788"/>
                  </a:lnTo>
                  <a:lnTo>
                    <a:pt x="239" y="786"/>
                  </a:lnTo>
                  <a:close/>
                  <a:moveTo>
                    <a:pt x="1119" y="2495"/>
                  </a:moveTo>
                  <a:lnTo>
                    <a:pt x="1143" y="2498"/>
                  </a:lnTo>
                  <a:lnTo>
                    <a:pt x="1167" y="2504"/>
                  </a:lnTo>
                  <a:lnTo>
                    <a:pt x="1190" y="2514"/>
                  </a:lnTo>
                  <a:lnTo>
                    <a:pt x="1211" y="2528"/>
                  </a:lnTo>
                  <a:lnTo>
                    <a:pt x="1232" y="2546"/>
                  </a:lnTo>
                  <a:lnTo>
                    <a:pt x="1252" y="2567"/>
                  </a:lnTo>
                  <a:lnTo>
                    <a:pt x="1271" y="2592"/>
                  </a:lnTo>
                  <a:lnTo>
                    <a:pt x="1288" y="2618"/>
                  </a:lnTo>
                  <a:lnTo>
                    <a:pt x="1304" y="2648"/>
                  </a:lnTo>
                  <a:lnTo>
                    <a:pt x="1318" y="2681"/>
                  </a:lnTo>
                  <a:lnTo>
                    <a:pt x="1329" y="2715"/>
                  </a:lnTo>
                  <a:lnTo>
                    <a:pt x="1340" y="2752"/>
                  </a:lnTo>
                  <a:lnTo>
                    <a:pt x="1348" y="2790"/>
                  </a:lnTo>
                  <a:lnTo>
                    <a:pt x="1354" y="2830"/>
                  </a:lnTo>
                  <a:lnTo>
                    <a:pt x="1358" y="2872"/>
                  </a:lnTo>
                  <a:lnTo>
                    <a:pt x="1359" y="2914"/>
                  </a:lnTo>
                  <a:lnTo>
                    <a:pt x="1358" y="2956"/>
                  </a:lnTo>
                  <a:lnTo>
                    <a:pt x="1354" y="2998"/>
                  </a:lnTo>
                  <a:lnTo>
                    <a:pt x="1348" y="3038"/>
                  </a:lnTo>
                  <a:lnTo>
                    <a:pt x="1340" y="3077"/>
                  </a:lnTo>
                  <a:lnTo>
                    <a:pt x="1329" y="3113"/>
                  </a:lnTo>
                  <a:lnTo>
                    <a:pt x="1318" y="3147"/>
                  </a:lnTo>
                  <a:lnTo>
                    <a:pt x="1304" y="3180"/>
                  </a:lnTo>
                  <a:lnTo>
                    <a:pt x="1288" y="3209"/>
                  </a:lnTo>
                  <a:lnTo>
                    <a:pt x="1271" y="3238"/>
                  </a:lnTo>
                  <a:lnTo>
                    <a:pt x="1252" y="3261"/>
                  </a:lnTo>
                  <a:lnTo>
                    <a:pt x="1232" y="3282"/>
                  </a:lnTo>
                  <a:lnTo>
                    <a:pt x="1211" y="3301"/>
                  </a:lnTo>
                  <a:lnTo>
                    <a:pt x="1190" y="3315"/>
                  </a:lnTo>
                  <a:lnTo>
                    <a:pt x="1167" y="3325"/>
                  </a:lnTo>
                  <a:lnTo>
                    <a:pt x="1143" y="3331"/>
                  </a:lnTo>
                  <a:lnTo>
                    <a:pt x="1119" y="3334"/>
                  </a:lnTo>
                  <a:lnTo>
                    <a:pt x="1094" y="3331"/>
                  </a:lnTo>
                  <a:lnTo>
                    <a:pt x="1070" y="3325"/>
                  </a:lnTo>
                  <a:lnTo>
                    <a:pt x="1048" y="3315"/>
                  </a:lnTo>
                  <a:lnTo>
                    <a:pt x="1026" y="3301"/>
                  </a:lnTo>
                  <a:lnTo>
                    <a:pt x="1005" y="3282"/>
                  </a:lnTo>
                  <a:lnTo>
                    <a:pt x="985" y="3261"/>
                  </a:lnTo>
                  <a:lnTo>
                    <a:pt x="967" y="3238"/>
                  </a:lnTo>
                  <a:lnTo>
                    <a:pt x="950" y="3209"/>
                  </a:lnTo>
                  <a:lnTo>
                    <a:pt x="935" y="3180"/>
                  </a:lnTo>
                  <a:lnTo>
                    <a:pt x="921" y="3147"/>
                  </a:lnTo>
                  <a:lnTo>
                    <a:pt x="909" y="3113"/>
                  </a:lnTo>
                  <a:lnTo>
                    <a:pt x="898" y="3077"/>
                  </a:lnTo>
                  <a:lnTo>
                    <a:pt x="890" y="3038"/>
                  </a:lnTo>
                  <a:lnTo>
                    <a:pt x="884" y="2998"/>
                  </a:lnTo>
                  <a:lnTo>
                    <a:pt x="881" y="2956"/>
                  </a:lnTo>
                  <a:lnTo>
                    <a:pt x="880" y="2914"/>
                  </a:lnTo>
                  <a:lnTo>
                    <a:pt x="881" y="2872"/>
                  </a:lnTo>
                  <a:lnTo>
                    <a:pt x="884" y="2830"/>
                  </a:lnTo>
                  <a:lnTo>
                    <a:pt x="890" y="2790"/>
                  </a:lnTo>
                  <a:lnTo>
                    <a:pt x="898" y="2752"/>
                  </a:lnTo>
                  <a:lnTo>
                    <a:pt x="909" y="2715"/>
                  </a:lnTo>
                  <a:lnTo>
                    <a:pt x="921" y="2681"/>
                  </a:lnTo>
                  <a:lnTo>
                    <a:pt x="935" y="2648"/>
                  </a:lnTo>
                  <a:lnTo>
                    <a:pt x="950" y="2618"/>
                  </a:lnTo>
                  <a:lnTo>
                    <a:pt x="967" y="2592"/>
                  </a:lnTo>
                  <a:lnTo>
                    <a:pt x="985" y="2567"/>
                  </a:lnTo>
                  <a:lnTo>
                    <a:pt x="1005" y="2546"/>
                  </a:lnTo>
                  <a:lnTo>
                    <a:pt x="1026" y="2528"/>
                  </a:lnTo>
                  <a:lnTo>
                    <a:pt x="1048" y="2514"/>
                  </a:lnTo>
                  <a:lnTo>
                    <a:pt x="1070" y="2504"/>
                  </a:lnTo>
                  <a:lnTo>
                    <a:pt x="1094" y="2498"/>
                  </a:lnTo>
                  <a:lnTo>
                    <a:pt x="1119" y="2495"/>
                  </a:lnTo>
                  <a:close/>
                  <a:moveTo>
                    <a:pt x="2380" y="2651"/>
                  </a:moveTo>
                  <a:lnTo>
                    <a:pt x="2405" y="2654"/>
                  </a:lnTo>
                  <a:lnTo>
                    <a:pt x="2428" y="2660"/>
                  </a:lnTo>
                  <a:lnTo>
                    <a:pt x="2452" y="2670"/>
                  </a:lnTo>
                  <a:lnTo>
                    <a:pt x="2473" y="2684"/>
                  </a:lnTo>
                  <a:lnTo>
                    <a:pt x="2494" y="2703"/>
                  </a:lnTo>
                  <a:lnTo>
                    <a:pt x="2514" y="2724"/>
                  </a:lnTo>
                  <a:lnTo>
                    <a:pt x="2533" y="2747"/>
                  </a:lnTo>
                  <a:lnTo>
                    <a:pt x="2550" y="2774"/>
                  </a:lnTo>
                  <a:lnTo>
                    <a:pt x="2565" y="2805"/>
                  </a:lnTo>
                  <a:lnTo>
                    <a:pt x="2580" y="2838"/>
                  </a:lnTo>
                  <a:lnTo>
                    <a:pt x="2591" y="2872"/>
                  </a:lnTo>
                  <a:lnTo>
                    <a:pt x="2602" y="2908"/>
                  </a:lnTo>
                  <a:lnTo>
                    <a:pt x="2610" y="2947"/>
                  </a:lnTo>
                  <a:lnTo>
                    <a:pt x="2616" y="2987"/>
                  </a:lnTo>
                  <a:lnTo>
                    <a:pt x="2619" y="3029"/>
                  </a:lnTo>
                  <a:lnTo>
                    <a:pt x="2621" y="3071"/>
                  </a:lnTo>
                  <a:lnTo>
                    <a:pt x="2619" y="3113"/>
                  </a:lnTo>
                  <a:lnTo>
                    <a:pt x="2616" y="3155"/>
                  </a:lnTo>
                  <a:lnTo>
                    <a:pt x="2610" y="3195"/>
                  </a:lnTo>
                  <a:lnTo>
                    <a:pt x="2602" y="3233"/>
                  </a:lnTo>
                  <a:lnTo>
                    <a:pt x="2591" y="3270"/>
                  </a:lnTo>
                  <a:lnTo>
                    <a:pt x="2580" y="3304"/>
                  </a:lnTo>
                  <a:lnTo>
                    <a:pt x="2565" y="3337"/>
                  </a:lnTo>
                  <a:lnTo>
                    <a:pt x="2550" y="3367"/>
                  </a:lnTo>
                  <a:lnTo>
                    <a:pt x="2533" y="3393"/>
                  </a:lnTo>
                  <a:lnTo>
                    <a:pt x="2514" y="3418"/>
                  </a:lnTo>
                  <a:lnTo>
                    <a:pt x="2494" y="3439"/>
                  </a:lnTo>
                  <a:lnTo>
                    <a:pt x="2473" y="3457"/>
                  </a:lnTo>
                  <a:lnTo>
                    <a:pt x="2452" y="3471"/>
                  </a:lnTo>
                  <a:lnTo>
                    <a:pt x="2428" y="3481"/>
                  </a:lnTo>
                  <a:lnTo>
                    <a:pt x="2405" y="3487"/>
                  </a:lnTo>
                  <a:lnTo>
                    <a:pt x="2380" y="3490"/>
                  </a:lnTo>
                  <a:lnTo>
                    <a:pt x="2356" y="3487"/>
                  </a:lnTo>
                  <a:lnTo>
                    <a:pt x="2332" y="3481"/>
                  </a:lnTo>
                  <a:lnTo>
                    <a:pt x="2310" y="3471"/>
                  </a:lnTo>
                  <a:lnTo>
                    <a:pt x="2288" y="3457"/>
                  </a:lnTo>
                  <a:lnTo>
                    <a:pt x="2267" y="3439"/>
                  </a:lnTo>
                  <a:lnTo>
                    <a:pt x="2248" y="3418"/>
                  </a:lnTo>
                  <a:lnTo>
                    <a:pt x="2229" y="3393"/>
                  </a:lnTo>
                  <a:lnTo>
                    <a:pt x="2212" y="3367"/>
                  </a:lnTo>
                  <a:lnTo>
                    <a:pt x="2196" y="3337"/>
                  </a:lnTo>
                  <a:lnTo>
                    <a:pt x="2182" y="3304"/>
                  </a:lnTo>
                  <a:lnTo>
                    <a:pt x="2171" y="3270"/>
                  </a:lnTo>
                  <a:lnTo>
                    <a:pt x="2160" y="3233"/>
                  </a:lnTo>
                  <a:lnTo>
                    <a:pt x="2152" y="3195"/>
                  </a:lnTo>
                  <a:lnTo>
                    <a:pt x="2146" y="3155"/>
                  </a:lnTo>
                  <a:lnTo>
                    <a:pt x="2142" y="3113"/>
                  </a:lnTo>
                  <a:lnTo>
                    <a:pt x="2141" y="3071"/>
                  </a:lnTo>
                  <a:lnTo>
                    <a:pt x="2142" y="3029"/>
                  </a:lnTo>
                  <a:lnTo>
                    <a:pt x="2146" y="2987"/>
                  </a:lnTo>
                  <a:lnTo>
                    <a:pt x="2152" y="2947"/>
                  </a:lnTo>
                  <a:lnTo>
                    <a:pt x="2160" y="2908"/>
                  </a:lnTo>
                  <a:lnTo>
                    <a:pt x="2171" y="2872"/>
                  </a:lnTo>
                  <a:lnTo>
                    <a:pt x="2182" y="2838"/>
                  </a:lnTo>
                  <a:lnTo>
                    <a:pt x="2196" y="2805"/>
                  </a:lnTo>
                  <a:lnTo>
                    <a:pt x="2212" y="2774"/>
                  </a:lnTo>
                  <a:lnTo>
                    <a:pt x="2229" y="2747"/>
                  </a:lnTo>
                  <a:lnTo>
                    <a:pt x="2248" y="2724"/>
                  </a:lnTo>
                  <a:lnTo>
                    <a:pt x="2267" y="2703"/>
                  </a:lnTo>
                  <a:lnTo>
                    <a:pt x="2288" y="2684"/>
                  </a:lnTo>
                  <a:lnTo>
                    <a:pt x="2310" y="2670"/>
                  </a:lnTo>
                  <a:lnTo>
                    <a:pt x="2332" y="2660"/>
                  </a:lnTo>
                  <a:lnTo>
                    <a:pt x="2356" y="2654"/>
                  </a:lnTo>
                  <a:lnTo>
                    <a:pt x="2380" y="2651"/>
                  </a:lnTo>
                  <a:close/>
                  <a:moveTo>
                    <a:pt x="2342" y="1355"/>
                  </a:moveTo>
                  <a:lnTo>
                    <a:pt x="2366" y="1357"/>
                  </a:lnTo>
                  <a:lnTo>
                    <a:pt x="2390" y="1363"/>
                  </a:lnTo>
                  <a:lnTo>
                    <a:pt x="2412" y="1373"/>
                  </a:lnTo>
                  <a:lnTo>
                    <a:pt x="2434" y="1387"/>
                  </a:lnTo>
                  <a:lnTo>
                    <a:pt x="2455" y="1405"/>
                  </a:lnTo>
                  <a:lnTo>
                    <a:pt x="2475" y="1426"/>
                  </a:lnTo>
                  <a:lnTo>
                    <a:pt x="2493" y="1451"/>
                  </a:lnTo>
                  <a:lnTo>
                    <a:pt x="2510" y="1478"/>
                  </a:lnTo>
                  <a:lnTo>
                    <a:pt x="2526" y="1507"/>
                  </a:lnTo>
                  <a:lnTo>
                    <a:pt x="2540" y="1540"/>
                  </a:lnTo>
                  <a:lnTo>
                    <a:pt x="2551" y="1574"/>
                  </a:lnTo>
                  <a:lnTo>
                    <a:pt x="2562" y="1611"/>
                  </a:lnTo>
                  <a:lnTo>
                    <a:pt x="2570" y="1649"/>
                  </a:lnTo>
                  <a:lnTo>
                    <a:pt x="2576" y="1689"/>
                  </a:lnTo>
                  <a:lnTo>
                    <a:pt x="2580" y="1731"/>
                  </a:lnTo>
                  <a:lnTo>
                    <a:pt x="2581" y="1773"/>
                  </a:lnTo>
                  <a:lnTo>
                    <a:pt x="2580" y="1815"/>
                  </a:lnTo>
                  <a:lnTo>
                    <a:pt x="2576" y="1858"/>
                  </a:lnTo>
                  <a:lnTo>
                    <a:pt x="2570" y="1897"/>
                  </a:lnTo>
                  <a:lnTo>
                    <a:pt x="2562" y="1936"/>
                  </a:lnTo>
                  <a:lnTo>
                    <a:pt x="2551" y="1972"/>
                  </a:lnTo>
                  <a:lnTo>
                    <a:pt x="2540" y="2008"/>
                  </a:lnTo>
                  <a:lnTo>
                    <a:pt x="2526" y="2039"/>
                  </a:lnTo>
                  <a:lnTo>
                    <a:pt x="2510" y="2070"/>
                  </a:lnTo>
                  <a:lnTo>
                    <a:pt x="2493" y="2097"/>
                  </a:lnTo>
                  <a:lnTo>
                    <a:pt x="2475" y="2121"/>
                  </a:lnTo>
                  <a:lnTo>
                    <a:pt x="2455" y="2142"/>
                  </a:lnTo>
                  <a:lnTo>
                    <a:pt x="2434" y="2160"/>
                  </a:lnTo>
                  <a:lnTo>
                    <a:pt x="2412" y="2174"/>
                  </a:lnTo>
                  <a:lnTo>
                    <a:pt x="2390" y="2185"/>
                  </a:lnTo>
                  <a:lnTo>
                    <a:pt x="2366" y="2191"/>
                  </a:lnTo>
                  <a:lnTo>
                    <a:pt x="2342" y="2193"/>
                  </a:lnTo>
                  <a:lnTo>
                    <a:pt x="2317" y="2191"/>
                  </a:lnTo>
                  <a:lnTo>
                    <a:pt x="2294" y="2185"/>
                  </a:lnTo>
                  <a:lnTo>
                    <a:pt x="2270" y="2174"/>
                  </a:lnTo>
                  <a:lnTo>
                    <a:pt x="2249" y="2160"/>
                  </a:lnTo>
                  <a:lnTo>
                    <a:pt x="2228" y="2142"/>
                  </a:lnTo>
                  <a:lnTo>
                    <a:pt x="2208" y="2121"/>
                  </a:lnTo>
                  <a:lnTo>
                    <a:pt x="2189" y="2097"/>
                  </a:lnTo>
                  <a:lnTo>
                    <a:pt x="2173" y="2070"/>
                  </a:lnTo>
                  <a:lnTo>
                    <a:pt x="2157" y="2039"/>
                  </a:lnTo>
                  <a:lnTo>
                    <a:pt x="2142" y="2008"/>
                  </a:lnTo>
                  <a:lnTo>
                    <a:pt x="2131" y="1972"/>
                  </a:lnTo>
                  <a:lnTo>
                    <a:pt x="2120" y="1936"/>
                  </a:lnTo>
                  <a:lnTo>
                    <a:pt x="2112" y="1897"/>
                  </a:lnTo>
                  <a:lnTo>
                    <a:pt x="2106" y="1858"/>
                  </a:lnTo>
                  <a:lnTo>
                    <a:pt x="2103" y="1815"/>
                  </a:lnTo>
                  <a:lnTo>
                    <a:pt x="2101" y="1773"/>
                  </a:lnTo>
                  <a:lnTo>
                    <a:pt x="2103" y="1731"/>
                  </a:lnTo>
                  <a:lnTo>
                    <a:pt x="2106" y="1689"/>
                  </a:lnTo>
                  <a:lnTo>
                    <a:pt x="2112" y="1649"/>
                  </a:lnTo>
                  <a:lnTo>
                    <a:pt x="2120" y="1611"/>
                  </a:lnTo>
                  <a:lnTo>
                    <a:pt x="2131" y="1574"/>
                  </a:lnTo>
                  <a:lnTo>
                    <a:pt x="2142" y="1540"/>
                  </a:lnTo>
                  <a:lnTo>
                    <a:pt x="2157" y="1507"/>
                  </a:lnTo>
                  <a:lnTo>
                    <a:pt x="2173" y="1478"/>
                  </a:lnTo>
                  <a:lnTo>
                    <a:pt x="2189" y="1451"/>
                  </a:lnTo>
                  <a:lnTo>
                    <a:pt x="2208" y="1426"/>
                  </a:lnTo>
                  <a:lnTo>
                    <a:pt x="2228" y="1405"/>
                  </a:lnTo>
                  <a:lnTo>
                    <a:pt x="2249" y="1387"/>
                  </a:lnTo>
                  <a:lnTo>
                    <a:pt x="2270" y="1373"/>
                  </a:lnTo>
                  <a:lnTo>
                    <a:pt x="2294" y="1363"/>
                  </a:lnTo>
                  <a:lnTo>
                    <a:pt x="2317" y="1357"/>
                  </a:lnTo>
                  <a:lnTo>
                    <a:pt x="2342" y="1355"/>
                  </a:lnTo>
                  <a:close/>
                  <a:moveTo>
                    <a:pt x="3179" y="819"/>
                  </a:moveTo>
                  <a:lnTo>
                    <a:pt x="3204" y="821"/>
                  </a:lnTo>
                  <a:lnTo>
                    <a:pt x="3227" y="827"/>
                  </a:lnTo>
                  <a:lnTo>
                    <a:pt x="3250" y="838"/>
                  </a:lnTo>
                  <a:lnTo>
                    <a:pt x="3272" y="852"/>
                  </a:lnTo>
                  <a:lnTo>
                    <a:pt x="3293" y="869"/>
                  </a:lnTo>
                  <a:lnTo>
                    <a:pt x="3312" y="890"/>
                  </a:lnTo>
                  <a:lnTo>
                    <a:pt x="3331" y="915"/>
                  </a:lnTo>
                  <a:lnTo>
                    <a:pt x="3348" y="942"/>
                  </a:lnTo>
                  <a:lnTo>
                    <a:pt x="3363" y="971"/>
                  </a:lnTo>
                  <a:lnTo>
                    <a:pt x="3377" y="1004"/>
                  </a:lnTo>
                  <a:lnTo>
                    <a:pt x="3389" y="1038"/>
                  </a:lnTo>
                  <a:lnTo>
                    <a:pt x="3400" y="1076"/>
                  </a:lnTo>
                  <a:lnTo>
                    <a:pt x="3408" y="1113"/>
                  </a:lnTo>
                  <a:lnTo>
                    <a:pt x="3414" y="1153"/>
                  </a:lnTo>
                  <a:lnTo>
                    <a:pt x="3417" y="1195"/>
                  </a:lnTo>
                  <a:lnTo>
                    <a:pt x="3418" y="1237"/>
                  </a:lnTo>
                  <a:lnTo>
                    <a:pt x="3417" y="1280"/>
                  </a:lnTo>
                  <a:lnTo>
                    <a:pt x="3414" y="1322"/>
                  </a:lnTo>
                  <a:lnTo>
                    <a:pt x="3408" y="1362"/>
                  </a:lnTo>
                  <a:lnTo>
                    <a:pt x="3400" y="1399"/>
                  </a:lnTo>
                  <a:lnTo>
                    <a:pt x="3389" y="1437"/>
                  </a:lnTo>
                  <a:lnTo>
                    <a:pt x="3377" y="1471"/>
                  </a:lnTo>
                  <a:lnTo>
                    <a:pt x="3363" y="1503"/>
                  </a:lnTo>
                  <a:lnTo>
                    <a:pt x="3348" y="1533"/>
                  </a:lnTo>
                  <a:lnTo>
                    <a:pt x="3331" y="1560"/>
                  </a:lnTo>
                  <a:lnTo>
                    <a:pt x="3312" y="1584"/>
                  </a:lnTo>
                  <a:lnTo>
                    <a:pt x="3293" y="1605"/>
                  </a:lnTo>
                  <a:lnTo>
                    <a:pt x="3272" y="1623"/>
                  </a:lnTo>
                  <a:lnTo>
                    <a:pt x="3250" y="1637"/>
                  </a:lnTo>
                  <a:lnTo>
                    <a:pt x="3227" y="1648"/>
                  </a:lnTo>
                  <a:lnTo>
                    <a:pt x="3204" y="1654"/>
                  </a:lnTo>
                  <a:lnTo>
                    <a:pt x="3179" y="1656"/>
                  </a:lnTo>
                  <a:lnTo>
                    <a:pt x="3155" y="1654"/>
                  </a:lnTo>
                  <a:lnTo>
                    <a:pt x="3131" y="1648"/>
                  </a:lnTo>
                  <a:lnTo>
                    <a:pt x="3108" y="1637"/>
                  </a:lnTo>
                  <a:lnTo>
                    <a:pt x="3087" y="1623"/>
                  </a:lnTo>
                  <a:lnTo>
                    <a:pt x="3066" y="1605"/>
                  </a:lnTo>
                  <a:lnTo>
                    <a:pt x="3046" y="1584"/>
                  </a:lnTo>
                  <a:lnTo>
                    <a:pt x="3027" y="1560"/>
                  </a:lnTo>
                  <a:lnTo>
                    <a:pt x="3011" y="1533"/>
                  </a:lnTo>
                  <a:lnTo>
                    <a:pt x="2994" y="1503"/>
                  </a:lnTo>
                  <a:lnTo>
                    <a:pt x="2980" y="1471"/>
                  </a:lnTo>
                  <a:lnTo>
                    <a:pt x="2968" y="1437"/>
                  </a:lnTo>
                  <a:lnTo>
                    <a:pt x="2958" y="1399"/>
                  </a:lnTo>
                  <a:lnTo>
                    <a:pt x="2950" y="1362"/>
                  </a:lnTo>
                  <a:lnTo>
                    <a:pt x="2944" y="1322"/>
                  </a:lnTo>
                  <a:lnTo>
                    <a:pt x="2940" y="1280"/>
                  </a:lnTo>
                  <a:lnTo>
                    <a:pt x="2939" y="1237"/>
                  </a:lnTo>
                  <a:lnTo>
                    <a:pt x="2940" y="1195"/>
                  </a:lnTo>
                  <a:lnTo>
                    <a:pt x="2944" y="1153"/>
                  </a:lnTo>
                  <a:lnTo>
                    <a:pt x="2950" y="1113"/>
                  </a:lnTo>
                  <a:lnTo>
                    <a:pt x="2958" y="1076"/>
                  </a:lnTo>
                  <a:lnTo>
                    <a:pt x="2968" y="1038"/>
                  </a:lnTo>
                  <a:lnTo>
                    <a:pt x="2980" y="1004"/>
                  </a:lnTo>
                  <a:lnTo>
                    <a:pt x="2994" y="971"/>
                  </a:lnTo>
                  <a:lnTo>
                    <a:pt x="3011" y="942"/>
                  </a:lnTo>
                  <a:lnTo>
                    <a:pt x="3027" y="915"/>
                  </a:lnTo>
                  <a:lnTo>
                    <a:pt x="3046" y="890"/>
                  </a:lnTo>
                  <a:lnTo>
                    <a:pt x="3066" y="869"/>
                  </a:lnTo>
                  <a:lnTo>
                    <a:pt x="3087" y="852"/>
                  </a:lnTo>
                  <a:lnTo>
                    <a:pt x="3108" y="838"/>
                  </a:lnTo>
                  <a:lnTo>
                    <a:pt x="3131" y="827"/>
                  </a:lnTo>
                  <a:lnTo>
                    <a:pt x="3155" y="821"/>
                  </a:lnTo>
                  <a:lnTo>
                    <a:pt x="3179" y="819"/>
                  </a:lnTo>
                  <a:close/>
                  <a:moveTo>
                    <a:pt x="3246" y="2144"/>
                  </a:moveTo>
                  <a:lnTo>
                    <a:pt x="3271" y="2146"/>
                  </a:lnTo>
                  <a:lnTo>
                    <a:pt x="3294" y="2152"/>
                  </a:lnTo>
                  <a:lnTo>
                    <a:pt x="3316" y="2162"/>
                  </a:lnTo>
                  <a:lnTo>
                    <a:pt x="3339" y="2176"/>
                  </a:lnTo>
                  <a:lnTo>
                    <a:pt x="3360" y="2194"/>
                  </a:lnTo>
                  <a:lnTo>
                    <a:pt x="3380" y="2215"/>
                  </a:lnTo>
                  <a:lnTo>
                    <a:pt x="3397" y="2240"/>
                  </a:lnTo>
                  <a:lnTo>
                    <a:pt x="3415" y="2267"/>
                  </a:lnTo>
                  <a:lnTo>
                    <a:pt x="3430" y="2296"/>
                  </a:lnTo>
                  <a:lnTo>
                    <a:pt x="3444" y="2329"/>
                  </a:lnTo>
                  <a:lnTo>
                    <a:pt x="3456" y="2363"/>
                  </a:lnTo>
                  <a:lnTo>
                    <a:pt x="3466" y="2400"/>
                  </a:lnTo>
                  <a:lnTo>
                    <a:pt x="3475" y="2438"/>
                  </a:lnTo>
                  <a:lnTo>
                    <a:pt x="3480" y="2478"/>
                  </a:lnTo>
                  <a:lnTo>
                    <a:pt x="3484" y="2520"/>
                  </a:lnTo>
                  <a:lnTo>
                    <a:pt x="3485" y="2562"/>
                  </a:lnTo>
                  <a:lnTo>
                    <a:pt x="3484" y="2604"/>
                  </a:lnTo>
                  <a:lnTo>
                    <a:pt x="3480" y="2647"/>
                  </a:lnTo>
                  <a:lnTo>
                    <a:pt x="3475" y="2686"/>
                  </a:lnTo>
                  <a:lnTo>
                    <a:pt x="3466" y="2725"/>
                  </a:lnTo>
                  <a:lnTo>
                    <a:pt x="3456" y="2762"/>
                  </a:lnTo>
                  <a:lnTo>
                    <a:pt x="3444" y="2796"/>
                  </a:lnTo>
                  <a:lnTo>
                    <a:pt x="3430" y="2828"/>
                  </a:lnTo>
                  <a:lnTo>
                    <a:pt x="3415" y="2858"/>
                  </a:lnTo>
                  <a:lnTo>
                    <a:pt x="3397" y="2886"/>
                  </a:lnTo>
                  <a:lnTo>
                    <a:pt x="3380" y="2909"/>
                  </a:lnTo>
                  <a:lnTo>
                    <a:pt x="3360" y="2930"/>
                  </a:lnTo>
                  <a:lnTo>
                    <a:pt x="3339" y="2949"/>
                  </a:lnTo>
                  <a:lnTo>
                    <a:pt x="3316" y="2963"/>
                  </a:lnTo>
                  <a:lnTo>
                    <a:pt x="3294" y="2974"/>
                  </a:lnTo>
                  <a:lnTo>
                    <a:pt x="3271" y="2980"/>
                  </a:lnTo>
                  <a:lnTo>
                    <a:pt x="3246" y="2982"/>
                  </a:lnTo>
                  <a:lnTo>
                    <a:pt x="3222" y="2980"/>
                  </a:lnTo>
                  <a:lnTo>
                    <a:pt x="3198" y="2974"/>
                  </a:lnTo>
                  <a:lnTo>
                    <a:pt x="3176" y="2963"/>
                  </a:lnTo>
                  <a:lnTo>
                    <a:pt x="3154" y="2949"/>
                  </a:lnTo>
                  <a:lnTo>
                    <a:pt x="3133" y="2930"/>
                  </a:lnTo>
                  <a:lnTo>
                    <a:pt x="3113" y="2909"/>
                  </a:lnTo>
                  <a:lnTo>
                    <a:pt x="3095" y="2886"/>
                  </a:lnTo>
                  <a:lnTo>
                    <a:pt x="3077" y="2858"/>
                  </a:lnTo>
                  <a:lnTo>
                    <a:pt x="3062" y="2828"/>
                  </a:lnTo>
                  <a:lnTo>
                    <a:pt x="3048" y="2796"/>
                  </a:lnTo>
                  <a:lnTo>
                    <a:pt x="3036" y="2762"/>
                  </a:lnTo>
                  <a:lnTo>
                    <a:pt x="3026" y="2725"/>
                  </a:lnTo>
                  <a:lnTo>
                    <a:pt x="3018" y="2686"/>
                  </a:lnTo>
                  <a:lnTo>
                    <a:pt x="3012" y="2647"/>
                  </a:lnTo>
                  <a:lnTo>
                    <a:pt x="3008" y="2604"/>
                  </a:lnTo>
                  <a:lnTo>
                    <a:pt x="3007" y="2562"/>
                  </a:lnTo>
                  <a:lnTo>
                    <a:pt x="3008" y="2520"/>
                  </a:lnTo>
                  <a:lnTo>
                    <a:pt x="3012" y="2478"/>
                  </a:lnTo>
                  <a:lnTo>
                    <a:pt x="3018" y="2438"/>
                  </a:lnTo>
                  <a:lnTo>
                    <a:pt x="3026" y="2400"/>
                  </a:lnTo>
                  <a:lnTo>
                    <a:pt x="3036" y="2363"/>
                  </a:lnTo>
                  <a:lnTo>
                    <a:pt x="3048" y="2329"/>
                  </a:lnTo>
                  <a:lnTo>
                    <a:pt x="3062" y="2296"/>
                  </a:lnTo>
                  <a:lnTo>
                    <a:pt x="3077" y="2267"/>
                  </a:lnTo>
                  <a:lnTo>
                    <a:pt x="3095" y="2240"/>
                  </a:lnTo>
                  <a:lnTo>
                    <a:pt x="3113" y="2215"/>
                  </a:lnTo>
                  <a:lnTo>
                    <a:pt x="3133" y="2194"/>
                  </a:lnTo>
                  <a:lnTo>
                    <a:pt x="3154" y="2176"/>
                  </a:lnTo>
                  <a:lnTo>
                    <a:pt x="3176" y="2162"/>
                  </a:lnTo>
                  <a:lnTo>
                    <a:pt x="3198" y="2152"/>
                  </a:lnTo>
                  <a:lnTo>
                    <a:pt x="3222" y="2146"/>
                  </a:lnTo>
                  <a:lnTo>
                    <a:pt x="3246" y="214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4306" name="Freeform 50"/>
            <p:cNvSpPr>
              <a:spLocks/>
            </p:cNvSpPr>
            <p:nvPr/>
          </p:nvSpPr>
          <p:spPr bwMode="auto">
            <a:xfrm>
              <a:off x="1267" y="1588"/>
              <a:ext cx="87" cy="52"/>
            </a:xfrm>
            <a:custGeom>
              <a:avLst/>
              <a:gdLst>
                <a:gd name="T0" fmla="*/ 3 w 437"/>
                <a:gd name="T1" fmla="*/ 2 h 260"/>
                <a:gd name="T2" fmla="*/ 3 w 437"/>
                <a:gd name="T3" fmla="*/ 2 h 260"/>
                <a:gd name="T4" fmla="*/ 3 w 437"/>
                <a:gd name="T5" fmla="*/ 2 h 260"/>
                <a:gd name="T6" fmla="*/ 3 w 437"/>
                <a:gd name="T7" fmla="*/ 2 h 260"/>
                <a:gd name="T8" fmla="*/ 3 w 437"/>
                <a:gd name="T9" fmla="*/ 1 h 260"/>
                <a:gd name="T10" fmla="*/ 3 w 437"/>
                <a:gd name="T11" fmla="*/ 1 h 260"/>
                <a:gd name="T12" fmla="*/ 3 w 437"/>
                <a:gd name="T13" fmla="*/ 1 h 260"/>
                <a:gd name="T14" fmla="*/ 3 w 437"/>
                <a:gd name="T15" fmla="*/ 1 h 260"/>
                <a:gd name="T16" fmla="*/ 3 w 437"/>
                <a:gd name="T17" fmla="*/ 1 h 260"/>
                <a:gd name="T18" fmla="*/ 2 w 437"/>
                <a:gd name="T19" fmla="*/ 1 h 260"/>
                <a:gd name="T20" fmla="*/ 2 w 437"/>
                <a:gd name="T21" fmla="*/ 0 h 260"/>
                <a:gd name="T22" fmla="*/ 2 w 437"/>
                <a:gd name="T23" fmla="*/ 0 h 260"/>
                <a:gd name="T24" fmla="*/ 2 w 437"/>
                <a:gd name="T25" fmla="*/ 0 h 260"/>
                <a:gd name="T26" fmla="*/ 1 w 437"/>
                <a:gd name="T27" fmla="*/ 0 h 260"/>
                <a:gd name="T28" fmla="*/ 1 w 437"/>
                <a:gd name="T29" fmla="*/ 0 h 260"/>
                <a:gd name="T30" fmla="*/ 1 w 437"/>
                <a:gd name="T31" fmla="*/ 0 h 260"/>
                <a:gd name="T32" fmla="*/ 0 w 437"/>
                <a:gd name="T33" fmla="*/ 0 h 260"/>
                <a:gd name="T34" fmla="*/ 0 w 437"/>
                <a:gd name="T35" fmla="*/ 0 h 260"/>
                <a:gd name="T36" fmla="*/ 0 w 437"/>
                <a:gd name="T37" fmla="*/ 0 h 260"/>
                <a:gd name="T38" fmla="*/ 0 w 437"/>
                <a:gd name="T39" fmla="*/ 0 h 260"/>
                <a:gd name="T40" fmla="*/ 1 w 437"/>
                <a:gd name="T41" fmla="*/ 0 h 260"/>
                <a:gd name="T42" fmla="*/ 1 w 437"/>
                <a:gd name="T43" fmla="*/ 0 h 260"/>
                <a:gd name="T44" fmla="*/ 1 w 437"/>
                <a:gd name="T45" fmla="*/ 0 h 260"/>
                <a:gd name="T46" fmla="*/ 2 w 437"/>
                <a:gd name="T47" fmla="*/ 0 h 260"/>
                <a:gd name="T48" fmla="*/ 2 w 437"/>
                <a:gd name="T49" fmla="*/ 0 h 260"/>
                <a:gd name="T50" fmla="*/ 2 w 437"/>
                <a:gd name="T51" fmla="*/ 1 h 260"/>
                <a:gd name="T52" fmla="*/ 2 w 437"/>
                <a:gd name="T53" fmla="*/ 1 h 260"/>
                <a:gd name="T54" fmla="*/ 3 w 437"/>
                <a:gd name="T55" fmla="*/ 1 h 260"/>
                <a:gd name="T56" fmla="*/ 3 w 437"/>
                <a:gd name="T57" fmla="*/ 1 h 260"/>
                <a:gd name="T58" fmla="*/ 3 w 437"/>
                <a:gd name="T59" fmla="*/ 1 h 260"/>
                <a:gd name="T60" fmla="*/ 3 w 437"/>
                <a:gd name="T61" fmla="*/ 1 h 260"/>
                <a:gd name="T62" fmla="*/ 3 w 437"/>
                <a:gd name="T63" fmla="*/ 1 h 260"/>
                <a:gd name="T64" fmla="*/ 3 w 437"/>
                <a:gd name="T65" fmla="*/ 2 h 260"/>
                <a:gd name="T66" fmla="*/ 3 w 437"/>
                <a:gd name="T67" fmla="*/ 2 h 260"/>
                <a:gd name="T68" fmla="*/ 3 w 437"/>
                <a:gd name="T69" fmla="*/ 2 h 260"/>
                <a:gd name="T70" fmla="*/ 3 w 437"/>
                <a:gd name="T71" fmla="*/ 2 h 260"/>
                <a:gd name="T72" fmla="*/ 3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437" y="260"/>
                  </a:moveTo>
                  <a:lnTo>
                    <a:pt x="437" y="260"/>
                  </a:lnTo>
                  <a:lnTo>
                    <a:pt x="434" y="233"/>
                  </a:lnTo>
                  <a:lnTo>
                    <a:pt x="427" y="206"/>
                  </a:lnTo>
                  <a:lnTo>
                    <a:pt x="417" y="181"/>
                  </a:lnTo>
                  <a:lnTo>
                    <a:pt x="401" y="157"/>
                  </a:lnTo>
                  <a:lnTo>
                    <a:pt x="383" y="133"/>
                  </a:lnTo>
                  <a:lnTo>
                    <a:pt x="360" y="113"/>
                  </a:lnTo>
                  <a:lnTo>
                    <a:pt x="336" y="93"/>
                  </a:lnTo>
                  <a:lnTo>
                    <a:pt x="308" y="73"/>
                  </a:lnTo>
                  <a:lnTo>
                    <a:pt x="276" y="58"/>
                  </a:lnTo>
                  <a:lnTo>
                    <a:pt x="242" y="43"/>
                  </a:lnTo>
                  <a:lnTo>
                    <a:pt x="207" y="30"/>
                  </a:lnTo>
                  <a:lnTo>
                    <a:pt x="168" y="19"/>
                  </a:lnTo>
                  <a:lnTo>
                    <a:pt x="128" y="11"/>
                  </a:lnTo>
                  <a:lnTo>
                    <a:pt x="87" y="4"/>
                  </a:lnTo>
                  <a:lnTo>
                    <a:pt x="43" y="1"/>
                  </a:lnTo>
                  <a:lnTo>
                    <a:pt x="0" y="0"/>
                  </a:lnTo>
                  <a:lnTo>
                    <a:pt x="0" y="11"/>
                  </a:lnTo>
                  <a:lnTo>
                    <a:pt x="43" y="12"/>
                  </a:lnTo>
                  <a:lnTo>
                    <a:pt x="85" y="16"/>
                  </a:lnTo>
                  <a:lnTo>
                    <a:pt x="126" y="23"/>
                  </a:lnTo>
                  <a:lnTo>
                    <a:pt x="166" y="31"/>
                  </a:lnTo>
                  <a:lnTo>
                    <a:pt x="202" y="42"/>
                  </a:lnTo>
                  <a:lnTo>
                    <a:pt x="237" y="55"/>
                  </a:lnTo>
                  <a:lnTo>
                    <a:pt x="271" y="70"/>
                  </a:lnTo>
                  <a:lnTo>
                    <a:pt x="301" y="85"/>
                  </a:lnTo>
                  <a:lnTo>
                    <a:pt x="329" y="103"/>
                  </a:lnTo>
                  <a:lnTo>
                    <a:pt x="353" y="123"/>
                  </a:lnTo>
                  <a:lnTo>
                    <a:pt x="373" y="143"/>
                  </a:lnTo>
                  <a:lnTo>
                    <a:pt x="392" y="164"/>
                  </a:lnTo>
                  <a:lnTo>
                    <a:pt x="405" y="186"/>
                  </a:lnTo>
                  <a:lnTo>
                    <a:pt x="415" y="211"/>
                  </a:lnTo>
                  <a:lnTo>
                    <a:pt x="422" y="235"/>
                  </a:lnTo>
                  <a:lnTo>
                    <a:pt x="425" y="260"/>
                  </a:lnTo>
                  <a:lnTo>
                    <a:pt x="437"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4307" name="Freeform 51"/>
            <p:cNvSpPr>
              <a:spLocks/>
            </p:cNvSpPr>
            <p:nvPr/>
          </p:nvSpPr>
          <p:spPr bwMode="auto">
            <a:xfrm>
              <a:off x="1267" y="1640"/>
              <a:ext cx="87" cy="52"/>
            </a:xfrm>
            <a:custGeom>
              <a:avLst/>
              <a:gdLst>
                <a:gd name="T0" fmla="*/ 0 w 437"/>
                <a:gd name="T1" fmla="*/ 2 h 260"/>
                <a:gd name="T2" fmla="*/ 0 w 437"/>
                <a:gd name="T3" fmla="*/ 2 h 260"/>
                <a:gd name="T4" fmla="*/ 0 w 437"/>
                <a:gd name="T5" fmla="*/ 2 h 260"/>
                <a:gd name="T6" fmla="*/ 1 w 437"/>
                <a:gd name="T7" fmla="*/ 2 h 260"/>
                <a:gd name="T8" fmla="*/ 1 w 437"/>
                <a:gd name="T9" fmla="*/ 2 h 260"/>
                <a:gd name="T10" fmla="*/ 1 w 437"/>
                <a:gd name="T11" fmla="*/ 2 h 260"/>
                <a:gd name="T12" fmla="*/ 2 w 437"/>
                <a:gd name="T13" fmla="*/ 2 h 260"/>
                <a:gd name="T14" fmla="*/ 2 w 437"/>
                <a:gd name="T15" fmla="*/ 2 h 260"/>
                <a:gd name="T16" fmla="*/ 2 w 437"/>
                <a:gd name="T17" fmla="*/ 2 h 260"/>
                <a:gd name="T18" fmla="*/ 2 w 437"/>
                <a:gd name="T19" fmla="*/ 1 h 260"/>
                <a:gd name="T20" fmla="*/ 3 w 437"/>
                <a:gd name="T21" fmla="*/ 1 h 260"/>
                <a:gd name="T22" fmla="*/ 3 w 437"/>
                <a:gd name="T23" fmla="*/ 1 h 260"/>
                <a:gd name="T24" fmla="*/ 3 w 437"/>
                <a:gd name="T25" fmla="*/ 1 h 260"/>
                <a:gd name="T26" fmla="*/ 3 w 437"/>
                <a:gd name="T27" fmla="*/ 1 h 260"/>
                <a:gd name="T28" fmla="*/ 3 w 437"/>
                <a:gd name="T29" fmla="*/ 1 h 260"/>
                <a:gd name="T30" fmla="*/ 3 w 437"/>
                <a:gd name="T31" fmla="*/ 0 h 260"/>
                <a:gd name="T32" fmla="*/ 3 w 437"/>
                <a:gd name="T33" fmla="*/ 0 h 260"/>
                <a:gd name="T34" fmla="*/ 3 w 437"/>
                <a:gd name="T35" fmla="*/ 0 h 260"/>
                <a:gd name="T36" fmla="*/ 3 w 437"/>
                <a:gd name="T37" fmla="*/ 0 h 260"/>
                <a:gd name="T38" fmla="*/ 3 w 437"/>
                <a:gd name="T39" fmla="*/ 0 h 260"/>
                <a:gd name="T40" fmla="*/ 3 w 437"/>
                <a:gd name="T41" fmla="*/ 0 h 260"/>
                <a:gd name="T42" fmla="*/ 3 w 437"/>
                <a:gd name="T43" fmla="*/ 1 h 260"/>
                <a:gd name="T44" fmla="*/ 3 w 437"/>
                <a:gd name="T45" fmla="*/ 1 h 260"/>
                <a:gd name="T46" fmla="*/ 3 w 437"/>
                <a:gd name="T47" fmla="*/ 1 h 260"/>
                <a:gd name="T48" fmla="*/ 3 w 437"/>
                <a:gd name="T49" fmla="*/ 1 h 260"/>
                <a:gd name="T50" fmla="*/ 3 w 437"/>
                <a:gd name="T51" fmla="*/ 1 h 260"/>
                <a:gd name="T52" fmla="*/ 2 w 437"/>
                <a:gd name="T53" fmla="*/ 1 h 260"/>
                <a:gd name="T54" fmla="*/ 2 w 437"/>
                <a:gd name="T55" fmla="*/ 2 h 260"/>
                <a:gd name="T56" fmla="*/ 2 w 437"/>
                <a:gd name="T57" fmla="*/ 2 h 260"/>
                <a:gd name="T58" fmla="*/ 2 w 437"/>
                <a:gd name="T59" fmla="*/ 2 h 260"/>
                <a:gd name="T60" fmla="*/ 1 w 437"/>
                <a:gd name="T61" fmla="*/ 2 h 260"/>
                <a:gd name="T62" fmla="*/ 1 w 437"/>
                <a:gd name="T63" fmla="*/ 2 h 260"/>
                <a:gd name="T64" fmla="*/ 1 w 437"/>
                <a:gd name="T65" fmla="*/ 2 h 260"/>
                <a:gd name="T66" fmla="*/ 0 w 437"/>
                <a:gd name="T67" fmla="*/ 2 h 260"/>
                <a:gd name="T68" fmla="*/ 0 w 437"/>
                <a:gd name="T69" fmla="*/ 2 h 260"/>
                <a:gd name="T70" fmla="*/ 0 w 437"/>
                <a:gd name="T71" fmla="*/ 2 h 260"/>
                <a:gd name="T72" fmla="*/ 0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0" y="260"/>
                  </a:moveTo>
                  <a:lnTo>
                    <a:pt x="0" y="260"/>
                  </a:lnTo>
                  <a:lnTo>
                    <a:pt x="43" y="259"/>
                  </a:lnTo>
                  <a:lnTo>
                    <a:pt x="87" y="255"/>
                  </a:lnTo>
                  <a:lnTo>
                    <a:pt x="128" y="248"/>
                  </a:lnTo>
                  <a:lnTo>
                    <a:pt x="168" y="240"/>
                  </a:lnTo>
                  <a:lnTo>
                    <a:pt x="207" y="230"/>
                  </a:lnTo>
                  <a:lnTo>
                    <a:pt x="242" y="217"/>
                  </a:lnTo>
                  <a:lnTo>
                    <a:pt x="276" y="202"/>
                  </a:lnTo>
                  <a:lnTo>
                    <a:pt x="308" y="185"/>
                  </a:lnTo>
                  <a:lnTo>
                    <a:pt x="336" y="166"/>
                  </a:lnTo>
                  <a:lnTo>
                    <a:pt x="360" y="146"/>
                  </a:lnTo>
                  <a:lnTo>
                    <a:pt x="383" y="125"/>
                  </a:lnTo>
                  <a:lnTo>
                    <a:pt x="401" y="102"/>
                  </a:lnTo>
                  <a:lnTo>
                    <a:pt x="417" y="77"/>
                  </a:lnTo>
                  <a:lnTo>
                    <a:pt x="427" y="53"/>
                  </a:lnTo>
                  <a:lnTo>
                    <a:pt x="434" y="27"/>
                  </a:lnTo>
                  <a:lnTo>
                    <a:pt x="437" y="0"/>
                  </a:lnTo>
                  <a:lnTo>
                    <a:pt x="425" y="0"/>
                  </a:lnTo>
                  <a:lnTo>
                    <a:pt x="422" y="24"/>
                  </a:lnTo>
                  <a:lnTo>
                    <a:pt x="415" y="48"/>
                  </a:lnTo>
                  <a:lnTo>
                    <a:pt x="405" y="73"/>
                  </a:lnTo>
                  <a:lnTo>
                    <a:pt x="392" y="95"/>
                  </a:lnTo>
                  <a:lnTo>
                    <a:pt x="373" y="116"/>
                  </a:lnTo>
                  <a:lnTo>
                    <a:pt x="353" y="137"/>
                  </a:lnTo>
                  <a:lnTo>
                    <a:pt x="329" y="157"/>
                  </a:lnTo>
                  <a:lnTo>
                    <a:pt x="301" y="173"/>
                  </a:lnTo>
                  <a:lnTo>
                    <a:pt x="271" y="190"/>
                  </a:lnTo>
                  <a:lnTo>
                    <a:pt x="237" y="205"/>
                  </a:lnTo>
                  <a:lnTo>
                    <a:pt x="202" y="218"/>
                  </a:lnTo>
                  <a:lnTo>
                    <a:pt x="166" y="228"/>
                  </a:lnTo>
                  <a:lnTo>
                    <a:pt x="126" y="237"/>
                  </a:lnTo>
                  <a:lnTo>
                    <a:pt x="85" y="244"/>
                  </a:lnTo>
                  <a:lnTo>
                    <a:pt x="43" y="247"/>
                  </a:lnTo>
                  <a:lnTo>
                    <a:pt x="0" y="248"/>
                  </a:lnTo>
                  <a:lnTo>
                    <a:pt x="0"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4308" name="Freeform 52"/>
            <p:cNvSpPr>
              <a:spLocks/>
            </p:cNvSpPr>
            <p:nvPr/>
          </p:nvSpPr>
          <p:spPr bwMode="auto">
            <a:xfrm>
              <a:off x="1179" y="1640"/>
              <a:ext cx="88" cy="52"/>
            </a:xfrm>
            <a:custGeom>
              <a:avLst/>
              <a:gdLst>
                <a:gd name="T0" fmla="*/ 0 w 439"/>
                <a:gd name="T1" fmla="*/ 0 h 260"/>
                <a:gd name="T2" fmla="*/ 0 w 439"/>
                <a:gd name="T3" fmla="*/ 0 h 260"/>
                <a:gd name="T4" fmla="*/ 0 w 439"/>
                <a:gd name="T5" fmla="*/ 0 h 260"/>
                <a:gd name="T6" fmla="*/ 0 w 439"/>
                <a:gd name="T7" fmla="*/ 0 h 260"/>
                <a:gd name="T8" fmla="*/ 0 w 439"/>
                <a:gd name="T9" fmla="*/ 1 h 260"/>
                <a:gd name="T10" fmla="*/ 0 w 439"/>
                <a:gd name="T11" fmla="*/ 1 h 260"/>
                <a:gd name="T12" fmla="*/ 0 w 439"/>
                <a:gd name="T13" fmla="*/ 1 h 260"/>
                <a:gd name="T14" fmla="*/ 1 w 439"/>
                <a:gd name="T15" fmla="*/ 1 h 260"/>
                <a:gd name="T16" fmla="*/ 1 w 439"/>
                <a:gd name="T17" fmla="*/ 1 h 260"/>
                <a:gd name="T18" fmla="*/ 1 w 439"/>
                <a:gd name="T19" fmla="*/ 1 h 260"/>
                <a:gd name="T20" fmla="*/ 1 w 439"/>
                <a:gd name="T21" fmla="*/ 2 h 260"/>
                <a:gd name="T22" fmla="*/ 2 w 439"/>
                <a:gd name="T23" fmla="*/ 2 h 260"/>
                <a:gd name="T24" fmla="*/ 2 w 439"/>
                <a:gd name="T25" fmla="*/ 2 h 260"/>
                <a:gd name="T26" fmla="*/ 2 w 439"/>
                <a:gd name="T27" fmla="*/ 2 h 260"/>
                <a:gd name="T28" fmla="*/ 2 w 439"/>
                <a:gd name="T29" fmla="*/ 2 h 260"/>
                <a:gd name="T30" fmla="*/ 3 w 439"/>
                <a:gd name="T31" fmla="*/ 2 h 260"/>
                <a:gd name="T32" fmla="*/ 3 w 439"/>
                <a:gd name="T33" fmla="*/ 2 h 260"/>
                <a:gd name="T34" fmla="*/ 4 w 439"/>
                <a:gd name="T35" fmla="*/ 2 h 260"/>
                <a:gd name="T36" fmla="*/ 4 w 439"/>
                <a:gd name="T37" fmla="*/ 2 h 260"/>
                <a:gd name="T38" fmla="*/ 3 w 439"/>
                <a:gd name="T39" fmla="*/ 2 h 260"/>
                <a:gd name="T40" fmla="*/ 3 w 439"/>
                <a:gd name="T41" fmla="*/ 2 h 260"/>
                <a:gd name="T42" fmla="*/ 3 w 439"/>
                <a:gd name="T43" fmla="*/ 2 h 260"/>
                <a:gd name="T44" fmla="*/ 2 w 439"/>
                <a:gd name="T45" fmla="*/ 2 h 260"/>
                <a:gd name="T46" fmla="*/ 2 w 439"/>
                <a:gd name="T47" fmla="*/ 2 h 260"/>
                <a:gd name="T48" fmla="*/ 2 w 439"/>
                <a:gd name="T49" fmla="*/ 2 h 260"/>
                <a:gd name="T50" fmla="*/ 1 w 439"/>
                <a:gd name="T51" fmla="*/ 2 h 260"/>
                <a:gd name="T52" fmla="*/ 1 w 439"/>
                <a:gd name="T53" fmla="*/ 1 h 260"/>
                <a:gd name="T54" fmla="*/ 1 w 439"/>
                <a:gd name="T55" fmla="*/ 1 h 260"/>
                <a:gd name="T56" fmla="*/ 1 w 439"/>
                <a:gd name="T57" fmla="*/ 1 h 260"/>
                <a:gd name="T58" fmla="*/ 1 w 439"/>
                <a:gd name="T59" fmla="*/ 1 h 260"/>
                <a:gd name="T60" fmla="*/ 0 w 439"/>
                <a:gd name="T61" fmla="*/ 1 h 260"/>
                <a:gd name="T62" fmla="*/ 0 w 439"/>
                <a:gd name="T63" fmla="*/ 1 h 260"/>
                <a:gd name="T64" fmla="*/ 0 w 439"/>
                <a:gd name="T65" fmla="*/ 0 h 260"/>
                <a:gd name="T66" fmla="*/ 0 w 439"/>
                <a:gd name="T67" fmla="*/ 0 h 260"/>
                <a:gd name="T68" fmla="*/ 0 w 439"/>
                <a:gd name="T69" fmla="*/ 0 h 260"/>
                <a:gd name="T70" fmla="*/ 0 w 439"/>
                <a:gd name="T71" fmla="*/ 0 h 260"/>
                <a:gd name="T72" fmla="*/ 0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0" y="0"/>
                  </a:moveTo>
                  <a:lnTo>
                    <a:pt x="0" y="0"/>
                  </a:lnTo>
                  <a:lnTo>
                    <a:pt x="3" y="27"/>
                  </a:lnTo>
                  <a:lnTo>
                    <a:pt x="10" y="53"/>
                  </a:lnTo>
                  <a:lnTo>
                    <a:pt x="20" y="77"/>
                  </a:lnTo>
                  <a:lnTo>
                    <a:pt x="35" y="102"/>
                  </a:lnTo>
                  <a:lnTo>
                    <a:pt x="54" y="125"/>
                  </a:lnTo>
                  <a:lnTo>
                    <a:pt x="76" y="146"/>
                  </a:lnTo>
                  <a:lnTo>
                    <a:pt x="102" y="166"/>
                  </a:lnTo>
                  <a:lnTo>
                    <a:pt x="130" y="185"/>
                  </a:lnTo>
                  <a:lnTo>
                    <a:pt x="162" y="202"/>
                  </a:lnTo>
                  <a:lnTo>
                    <a:pt x="195" y="217"/>
                  </a:lnTo>
                  <a:lnTo>
                    <a:pt x="231" y="230"/>
                  </a:lnTo>
                  <a:lnTo>
                    <a:pt x="270" y="240"/>
                  </a:lnTo>
                  <a:lnTo>
                    <a:pt x="310" y="248"/>
                  </a:lnTo>
                  <a:lnTo>
                    <a:pt x="351" y="255"/>
                  </a:lnTo>
                  <a:lnTo>
                    <a:pt x="395" y="259"/>
                  </a:lnTo>
                  <a:lnTo>
                    <a:pt x="439" y="260"/>
                  </a:lnTo>
                  <a:lnTo>
                    <a:pt x="439" y="248"/>
                  </a:lnTo>
                  <a:lnTo>
                    <a:pt x="395" y="247"/>
                  </a:lnTo>
                  <a:lnTo>
                    <a:pt x="353" y="244"/>
                  </a:lnTo>
                  <a:lnTo>
                    <a:pt x="312" y="237"/>
                  </a:lnTo>
                  <a:lnTo>
                    <a:pt x="272" y="228"/>
                  </a:lnTo>
                  <a:lnTo>
                    <a:pt x="236" y="218"/>
                  </a:lnTo>
                  <a:lnTo>
                    <a:pt x="200" y="205"/>
                  </a:lnTo>
                  <a:lnTo>
                    <a:pt x="167" y="190"/>
                  </a:lnTo>
                  <a:lnTo>
                    <a:pt x="137" y="173"/>
                  </a:lnTo>
                  <a:lnTo>
                    <a:pt x="109" y="157"/>
                  </a:lnTo>
                  <a:lnTo>
                    <a:pt x="84" y="137"/>
                  </a:lnTo>
                  <a:lnTo>
                    <a:pt x="64" y="116"/>
                  </a:lnTo>
                  <a:lnTo>
                    <a:pt x="45" y="95"/>
                  </a:lnTo>
                  <a:lnTo>
                    <a:pt x="32" y="73"/>
                  </a:lnTo>
                  <a:lnTo>
                    <a:pt x="21" y="48"/>
                  </a:lnTo>
                  <a:lnTo>
                    <a:pt x="14" y="24"/>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4309" name="Freeform 53"/>
            <p:cNvSpPr>
              <a:spLocks/>
            </p:cNvSpPr>
            <p:nvPr/>
          </p:nvSpPr>
          <p:spPr bwMode="auto">
            <a:xfrm>
              <a:off x="1179" y="1588"/>
              <a:ext cx="88" cy="52"/>
            </a:xfrm>
            <a:custGeom>
              <a:avLst/>
              <a:gdLst>
                <a:gd name="T0" fmla="*/ 4 w 439"/>
                <a:gd name="T1" fmla="*/ 0 h 260"/>
                <a:gd name="T2" fmla="*/ 4 w 439"/>
                <a:gd name="T3" fmla="*/ 0 h 260"/>
                <a:gd name="T4" fmla="*/ 3 w 439"/>
                <a:gd name="T5" fmla="*/ 0 h 260"/>
                <a:gd name="T6" fmla="*/ 3 w 439"/>
                <a:gd name="T7" fmla="*/ 0 h 260"/>
                <a:gd name="T8" fmla="*/ 2 w 439"/>
                <a:gd name="T9" fmla="*/ 0 h 260"/>
                <a:gd name="T10" fmla="*/ 2 w 439"/>
                <a:gd name="T11" fmla="*/ 0 h 260"/>
                <a:gd name="T12" fmla="*/ 2 w 439"/>
                <a:gd name="T13" fmla="*/ 0 h 260"/>
                <a:gd name="T14" fmla="*/ 2 w 439"/>
                <a:gd name="T15" fmla="*/ 0 h 260"/>
                <a:gd name="T16" fmla="*/ 1 w 439"/>
                <a:gd name="T17" fmla="*/ 0 h 260"/>
                <a:gd name="T18" fmla="*/ 1 w 439"/>
                <a:gd name="T19" fmla="*/ 1 h 260"/>
                <a:gd name="T20" fmla="*/ 1 w 439"/>
                <a:gd name="T21" fmla="*/ 1 h 260"/>
                <a:gd name="T22" fmla="*/ 1 w 439"/>
                <a:gd name="T23" fmla="*/ 1 h 260"/>
                <a:gd name="T24" fmla="*/ 0 w 439"/>
                <a:gd name="T25" fmla="*/ 1 h 260"/>
                <a:gd name="T26" fmla="*/ 0 w 439"/>
                <a:gd name="T27" fmla="*/ 1 h 260"/>
                <a:gd name="T28" fmla="*/ 0 w 439"/>
                <a:gd name="T29" fmla="*/ 1 h 260"/>
                <a:gd name="T30" fmla="*/ 0 w 439"/>
                <a:gd name="T31" fmla="*/ 2 h 260"/>
                <a:gd name="T32" fmla="*/ 0 w 439"/>
                <a:gd name="T33" fmla="*/ 2 h 260"/>
                <a:gd name="T34" fmla="*/ 0 w 439"/>
                <a:gd name="T35" fmla="*/ 2 h 260"/>
                <a:gd name="T36" fmla="*/ 0 w 439"/>
                <a:gd name="T37" fmla="*/ 2 h 260"/>
                <a:gd name="T38" fmla="*/ 0 w 439"/>
                <a:gd name="T39" fmla="*/ 2 h 260"/>
                <a:gd name="T40" fmla="*/ 0 w 439"/>
                <a:gd name="T41" fmla="*/ 2 h 260"/>
                <a:gd name="T42" fmla="*/ 0 w 439"/>
                <a:gd name="T43" fmla="*/ 1 h 260"/>
                <a:gd name="T44" fmla="*/ 0 w 439"/>
                <a:gd name="T45" fmla="*/ 1 h 260"/>
                <a:gd name="T46" fmla="*/ 1 w 439"/>
                <a:gd name="T47" fmla="*/ 1 h 260"/>
                <a:gd name="T48" fmla="*/ 1 w 439"/>
                <a:gd name="T49" fmla="*/ 1 h 260"/>
                <a:gd name="T50" fmla="*/ 1 w 439"/>
                <a:gd name="T51" fmla="*/ 1 h 260"/>
                <a:gd name="T52" fmla="*/ 1 w 439"/>
                <a:gd name="T53" fmla="*/ 1 h 260"/>
                <a:gd name="T54" fmla="*/ 1 w 439"/>
                <a:gd name="T55" fmla="*/ 1 h 260"/>
                <a:gd name="T56" fmla="*/ 2 w 439"/>
                <a:gd name="T57" fmla="*/ 0 h 260"/>
                <a:gd name="T58" fmla="*/ 2 w 439"/>
                <a:gd name="T59" fmla="*/ 0 h 260"/>
                <a:gd name="T60" fmla="*/ 2 w 439"/>
                <a:gd name="T61" fmla="*/ 0 h 260"/>
                <a:gd name="T62" fmla="*/ 3 w 439"/>
                <a:gd name="T63" fmla="*/ 0 h 260"/>
                <a:gd name="T64" fmla="*/ 3 w 439"/>
                <a:gd name="T65" fmla="*/ 0 h 260"/>
                <a:gd name="T66" fmla="*/ 3 w 439"/>
                <a:gd name="T67" fmla="*/ 0 h 260"/>
                <a:gd name="T68" fmla="*/ 4 w 439"/>
                <a:gd name="T69" fmla="*/ 0 h 260"/>
                <a:gd name="T70" fmla="*/ 4 w 439"/>
                <a:gd name="T71" fmla="*/ 0 h 260"/>
                <a:gd name="T72" fmla="*/ 4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439" y="0"/>
                  </a:moveTo>
                  <a:lnTo>
                    <a:pt x="439" y="0"/>
                  </a:lnTo>
                  <a:lnTo>
                    <a:pt x="395" y="1"/>
                  </a:lnTo>
                  <a:lnTo>
                    <a:pt x="351" y="4"/>
                  </a:lnTo>
                  <a:lnTo>
                    <a:pt x="310" y="11"/>
                  </a:lnTo>
                  <a:lnTo>
                    <a:pt x="270" y="19"/>
                  </a:lnTo>
                  <a:lnTo>
                    <a:pt x="231" y="30"/>
                  </a:lnTo>
                  <a:lnTo>
                    <a:pt x="195" y="43"/>
                  </a:lnTo>
                  <a:lnTo>
                    <a:pt x="162" y="58"/>
                  </a:lnTo>
                  <a:lnTo>
                    <a:pt x="130" y="73"/>
                  </a:lnTo>
                  <a:lnTo>
                    <a:pt x="102" y="93"/>
                  </a:lnTo>
                  <a:lnTo>
                    <a:pt x="76" y="113"/>
                  </a:lnTo>
                  <a:lnTo>
                    <a:pt x="54" y="133"/>
                  </a:lnTo>
                  <a:lnTo>
                    <a:pt x="35" y="157"/>
                  </a:lnTo>
                  <a:lnTo>
                    <a:pt x="20" y="181"/>
                  </a:lnTo>
                  <a:lnTo>
                    <a:pt x="10" y="206"/>
                  </a:lnTo>
                  <a:lnTo>
                    <a:pt x="3" y="233"/>
                  </a:lnTo>
                  <a:lnTo>
                    <a:pt x="0" y="260"/>
                  </a:lnTo>
                  <a:lnTo>
                    <a:pt x="12" y="260"/>
                  </a:lnTo>
                  <a:lnTo>
                    <a:pt x="14" y="235"/>
                  </a:lnTo>
                  <a:lnTo>
                    <a:pt x="21" y="211"/>
                  </a:lnTo>
                  <a:lnTo>
                    <a:pt x="32" y="186"/>
                  </a:lnTo>
                  <a:lnTo>
                    <a:pt x="45" y="164"/>
                  </a:lnTo>
                  <a:lnTo>
                    <a:pt x="64" y="143"/>
                  </a:lnTo>
                  <a:lnTo>
                    <a:pt x="84" y="123"/>
                  </a:lnTo>
                  <a:lnTo>
                    <a:pt x="109" y="103"/>
                  </a:lnTo>
                  <a:lnTo>
                    <a:pt x="137" y="85"/>
                  </a:lnTo>
                  <a:lnTo>
                    <a:pt x="167" y="70"/>
                  </a:lnTo>
                  <a:lnTo>
                    <a:pt x="200" y="55"/>
                  </a:lnTo>
                  <a:lnTo>
                    <a:pt x="236" y="42"/>
                  </a:lnTo>
                  <a:lnTo>
                    <a:pt x="272" y="31"/>
                  </a:lnTo>
                  <a:lnTo>
                    <a:pt x="312" y="23"/>
                  </a:lnTo>
                  <a:lnTo>
                    <a:pt x="353" y="16"/>
                  </a:lnTo>
                  <a:lnTo>
                    <a:pt x="395" y="12"/>
                  </a:lnTo>
                  <a:lnTo>
                    <a:pt x="439" y="11"/>
                  </a:lnTo>
                  <a:lnTo>
                    <a:pt x="439"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4310" name="Freeform 54"/>
            <p:cNvSpPr>
              <a:spLocks/>
            </p:cNvSpPr>
            <p:nvPr/>
          </p:nvSpPr>
          <p:spPr bwMode="auto">
            <a:xfrm>
              <a:off x="964" y="1745"/>
              <a:ext cx="48" cy="85"/>
            </a:xfrm>
            <a:custGeom>
              <a:avLst/>
              <a:gdLst>
                <a:gd name="T0" fmla="*/ 2 w 244"/>
                <a:gd name="T1" fmla="*/ 3 h 426"/>
                <a:gd name="T2" fmla="*/ 2 w 244"/>
                <a:gd name="T3" fmla="*/ 3 h 426"/>
                <a:gd name="T4" fmla="*/ 2 w 244"/>
                <a:gd name="T5" fmla="*/ 3 h 426"/>
                <a:gd name="T6" fmla="*/ 2 w 244"/>
                <a:gd name="T7" fmla="*/ 3 h 426"/>
                <a:gd name="T8" fmla="*/ 2 w 244"/>
                <a:gd name="T9" fmla="*/ 2 h 426"/>
                <a:gd name="T10" fmla="*/ 2 w 244"/>
                <a:gd name="T11" fmla="*/ 2 h 426"/>
                <a:gd name="T12" fmla="*/ 2 w 244"/>
                <a:gd name="T13" fmla="*/ 2 h 426"/>
                <a:gd name="T14" fmla="*/ 2 w 244"/>
                <a:gd name="T15" fmla="*/ 2 h 426"/>
                <a:gd name="T16" fmla="*/ 1 w 244"/>
                <a:gd name="T17" fmla="*/ 1 h 426"/>
                <a:gd name="T18" fmla="*/ 1 w 244"/>
                <a:gd name="T19" fmla="*/ 1 h 426"/>
                <a:gd name="T20" fmla="*/ 1 w 244"/>
                <a:gd name="T21" fmla="*/ 1 h 426"/>
                <a:gd name="T22" fmla="*/ 1 w 244"/>
                <a:gd name="T23" fmla="*/ 1 h 426"/>
                <a:gd name="T24" fmla="*/ 1 w 244"/>
                <a:gd name="T25" fmla="*/ 0 h 426"/>
                <a:gd name="T26" fmla="*/ 1 w 244"/>
                <a:gd name="T27" fmla="*/ 0 h 426"/>
                <a:gd name="T28" fmla="*/ 1 w 244"/>
                <a:gd name="T29" fmla="*/ 0 h 426"/>
                <a:gd name="T30" fmla="*/ 0 w 244"/>
                <a:gd name="T31" fmla="*/ 0 h 426"/>
                <a:gd name="T32" fmla="*/ 0 w 244"/>
                <a:gd name="T33" fmla="*/ 0 h 426"/>
                <a:gd name="T34" fmla="*/ 0 w 244"/>
                <a:gd name="T35" fmla="*/ 0 h 426"/>
                <a:gd name="T36" fmla="*/ 0 w 244"/>
                <a:gd name="T37" fmla="*/ 0 h 426"/>
                <a:gd name="T38" fmla="*/ 0 w 244"/>
                <a:gd name="T39" fmla="*/ 0 h 426"/>
                <a:gd name="T40" fmla="*/ 0 w 244"/>
                <a:gd name="T41" fmla="*/ 0 h 426"/>
                <a:gd name="T42" fmla="*/ 1 w 244"/>
                <a:gd name="T43" fmla="*/ 0 h 426"/>
                <a:gd name="T44" fmla="*/ 1 w 244"/>
                <a:gd name="T45" fmla="*/ 0 h 426"/>
                <a:gd name="T46" fmla="*/ 1 w 244"/>
                <a:gd name="T47" fmla="*/ 0 h 426"/>
                <a:gd name="T48" fmla="*/ 1 w 244"/>
                <a:gd name="T49" fmla="*/ 1 h 426"/>
                <a:gd name="T50" fmla="*/ 1 w 244"/>
                <a:gd name="T51" fmla="*/ 1 h 426"/>
                <a:gd name="T52" fmla="*/ 1 w 244"/>
                <a:gd name="T53" fmla="*/ 1 h 426"/>
                <a:gd name="T54" fmla="*/ 1 w 244"/>
                <a:gd name="T55" fmla="*/ 1 h 426"/>
                <a:gd name="T56" fmla="*/ 1 w 244"/>
                <a:gd name="T57" fmla="*/ 2 h 426"/>
                <a:gd name="T58" fmla="*/ 2 w 244"/>
                <a:gd name="T59" fmla="*/ 2 h 426"/>
                <a:gd name="T60" fmla="*/ 2 w 244"/>
                <a:gd name="T61" fmla="*/ 2 h 426"/>
                <a:gd name="T62" fmla="*/ 2 w 244"/>
                <a:gd name="T63" fmla="*/ 2 h 426"/>
                <a:gd name="T64" fmla="*/ 2 w 244"/>
                <a:gd name="T65" fmla="*/ 3 h 426"/>
                <a:gd name="T66" fmla="*/ 2 w 244"/>
                <a:gd name="T67" fmla="*/ 3 h 426"/>
                <a:gd name="T68" fmla="*/ 2 w 244"/>
                <a:gd name="T69" fmla="*/ 3 h 426"/>
                <a:gd name="T70" fmla="*/ 2 w 244"/>
                <a:gd name="T71" fmla="*/ 3 h 426"/>
                <a:gd name="T72" fmla="*/ 2 w 244"/>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6"/>
                <a:gd name="T113" fmla="*/ 244 w 244"/>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6">
                  <a:moveTo>
                    <a:pt x="244" y="426"/>
                  </a:moveTo>
                  <a:lnTo>
                    <a:pt x="244" y="426"/>
                  </a:lnTo>
                  <a:lnTo>
                    <a:pt x="243" y="383"/>
                  </a:lnTo>
                  <a:lnTo>
                    <a:pt x="240" y="340"/>
                  </a:lnTo>
                  <a:lnTo>
                    <a:pt x="234" y="300"/>
                  </a:lnTo>
                  <a:lnTo>
                    <a:pt x="226" y="262"/>
                  </a:lnTo>
                  <a:lnTo>
                    <a:pt x="215" y="224"/>
                  </a:lnTo>
                  <a:lnTo>
                    <a:pt x="203" y="189"/>
                  </a:lnTo>
                  <a:lnTo>
                    <a:pt x="189" y="157"/>
                  </a:lnTo>
                  <a:lnTo>
                    <a:pt x="174" y="126"/>
                  </a:lnTo>
                  <a:lnTo>
                    <a:pt x="155" y="99"/>
                  </a:lnTo>
                  <a:lnTo>
                    <a:pt x="138" y="74"/>
                  </a:lnTo>
                  <a:lnTo>
                    <a:pt x="118" y="52"/>
                  </a:lnTo>
                  <a:lnTo>
                    <a:pt x="96" y="34"/>
                  </a:lnTo>
                  <a:lnTo>
                    <a:pt x="73" y="19"/>
                  </a:lnTo>
                  <a:lnTo>
                    <a:pt x="50" y="8"/>
                  </a:lnTo>
                  <a:lnTo>
                    <a:pt x="25" y="2"/>
                  </a:lnTo>
                  <a:lnTo>
                    <a:pt x="0" y="0"/>
                  </a:lnTo>
                  <a:lnTo>
                    <a:pt x="0" y="12"/>
                  </a:lnTo>
                  <a:lnTo>
                    <a:pt x="23" y="14"/>
                  </a:lnTo>
                  <a:lnTo>
                    <a:pt x="45" y="20"/>
                  </a:lnTo>
                  <a:lnTo>
                    <a:pt x="66" y="31"/>
                  </a:lnTo>
                  <a:lnTo>
                    <a:pt x="89" y="43"/>
                  </a:lnTo>
                  <a:lnTo>
                    <a:pt x="109" y="61"/>
                  </a:lnTo>
                  <a:lnTo>
                    <a:pt x="129" y="81"/>
                  </a:lnTo>
                  <a:lnTo>
                    <a:pt x="146" y="106"/>
                  </a:lnTo>
                  <a:lnTo>
                    <a:pt x="162" y="133"/>
                  </a:lnTo>
                  <a:lnTo>
                    <a:pt x="178" y="162"/>
                  </a:lnTo>
                  <a:lnTo>
                    <a:pt x="192" y="194"/>
                  </a:lnTo>
                  <a:lnTo>
                    <a:pt x="203" y="229"/>
                  </a:lnTo>
                  <a:lnTo>
                    <a:pt x="214" y="264"/>
                  </a:lnTo>
                  <a:lnTo>
                    <a:pt x="222" y="303"/>
                  </a:lnTo>
                  <a:lnTo>
                    <a:pt x="228" y="342"/>
                  </a:lnTo>
                  <a:lnTo>
                    <a:pt x="232" y="383"/>
                  </a:lnTo>
                  <a:lnTo>
                    <a:pt x="233" y="426"/>
                  </a:lnTo>
                  <a:lnTo>
                    <a:pt x="244"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4311" name="Freeform 55"/>
            <p:cNvSpPr>
              <a:spLocks/>
            </p:cNvSpPr>
            <p:nvPr/>
          </p:nvSpPr>
          <p:spPr bwMode="auto">
            <a:xfrm>
              <a:off x="964" y="1830"/>
              <a:ext cx="48" cy="85"/>
            </a:xfrm>
            <a:custGeom>
              <a:avLst/>
              <a:gdLst>
                <a:gd name="T0" fmla="*/ 0 w 244"/>
                <a:gd name="T1" fmla="*/ 3 h 424"/>
                <a:gd name="T2" fmla="*/ 0 w 244"/>
                <a:gd name="T3" fmla="*/ 3 h 424"/>
                <a:gd name="T4" fmla="*/ 0 w 244"/>
                <a:gd name="T5" fmla="*/ 3 h 424"/>
                <a:gd name="T6" fmla="*/ 0 w 244"/>
                <a:gd name="T7" fmla="*/ 3 h 424"/>
                <a:gd name="T8" fmla="*/ 1 w 244"/>
                <a:gd name="T9" fmla="*/ 3 h 424"/>
                <a:gd name="T10" fmla="*/ 1 w 244"/>
                <a:gd name="T11" fmla="*/ 3 h 424"/>
                <a:gd name="T12" fmla="*/ 1 w 244"/>
                <a:gd name="T13" fmla="*/ 3 h 424"/>
                <a:gd name="T14" fmla="*/ 1 w 244"/>
                <a:gd name="T15" fmla="*/ 3 h 424"/>
                <a:gd name="T16" fmla="*/ 1 w 244"/>
                <a:gd name="T17" fmla="*/ 3 h 424"/>
                <a:gd name="T18" fmla="*/ 1 w 244"/>
                <a:gd name="T19" fmla="*/ 2 h 424"/>
                <a:gd name="T20" fmla="*/ 1 w 244"/>
                <a:gd name="T21" fmla="*/ 2 h 424"/>
                <a:gd name="T22" fmla="*/ 2 w 244"/>
                <a:gd name="T23" fmla="*/ 2 h 424"/>
                <a:gd name="T24" fmla="*/ 2 w 244"/>
                <a:gd name="T25" fmla="*/ 2 h 424"/>
                <a:gd name="T26" fmla="*/ 2 w 244"/>
                <a:gd name="T27" fmla="*/ 1 h 424"/>
                <a:gd name="T28" fmla="*/ 2 w 244"/>
                <a:gd name="T29" fmla="*/ 1 h 424"/>
                <a:gd name="T30" fmla="*/ 2 w 244"/>
                <a:gd name="T31" fmla="*/ 1 h 424"/>
                <a:gd name="T32" fmla="*/ 2 w 244"/>
                <a:gd name="T33" fmla="*/ 0 h 424"/>
                <a:gd name="T34" fmla="*/ 2 w 244"/>
                <a:gd name="T35" fmla="*/ 0 h 424"/>
                <a:gd name="T36" fmla="*/ 2 w 244"/>
                <a:gd name="T37" fmla="*/ 0 h 424"/>
                <a:gd name="T38" fmla="*/ 2 w 244"/>
                <a:gd name="T39" fmla="*/ 0 h 424"/>
                <a:gd name="T40" fmla="*/ 2 w 244"/>
                <a:gd name="T41" fmla="*/ 1 h 424"/>
                <a:gd name="T42" fmla="*/ 2 w 244"/>
                <a:gd name="T43" fmla="*/ 1 h 424"/>
                <a:gd name="T44" fmla="*/ 2 w 244"/>
                <a:gd name="T45" fmla="*/ 1 h 424"/>
                <a:gd name="T46" fmla="*/ 2 w 244"/>
                <a:gd name="T47" fmla="*/ 2 h 424"/>
                <a:gd name="T48" fmla="*/ 1 w 244"/>
                <a:gd name="T49" fmla="*/ 2 h 424"/>
                <a:gd name="T50" fmla="*/ 1 w 244"/>
                <a:gd name="T51" fmla="*/ 2 h 424"/>
                <a:gd name="T52" fmla="*/ 1 w 244"/>
                <a:gd name="T53" fmla="*/ 2 h 424"/>
                <a:gd name="T54" fmla="*/ 1 w 244"/>
                <a:gd name="T55" fmla="*/ 3 h 424"/>
                <a:gd name="T56" fmla="*/ 1 w 244"/>
                <a:gd name="T57" fmla="*/ 3 h 424"/>
                <a:gd name="T58" fmla="*/ 1 w 244"/>
                <a:gd name="T59" fmla="*/ 3 h 424"/>
                <a:gd name="T60" fmla="*/ 1 w 244"/>
                <a:gd name="T61" fmla="*/ 3 h 424"/>
                <a:gd name="T62" fmla="*/ 1 w 244"/>
                <a:gd name="T63" fmla="*/ 3 h 424"/>
                <a:gd name="T64" fmla="*/ 0 w 244"/>
                <a:gd name="T65" fmla="*/ 3 h 424"/>
                <a:gd name="T66" fmla="*/ 0 w 244"/>
                <a:gd name="T67" fmla="*/ 3 h 424"/>
                <a:gd name="T68" fmla="*/ 0 w 244"/>
                <a:gd name="T69" fmla="*/ 3 h 424"/>
                <a:gd name="T70" fmla="*/ 0 w 244"/>
                <a:gd name="T71" fmla="*/ 3 h 424"/>
                <a:gd name="T72" fmla="*/ 0 w 244"/>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4"/>
                <a:gd name="T113" fmla="*/ 244 w 244"/>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4">
                  <a:moveTo>
                    <a:pt x="0" y="424"/>
                  </a:moveTo>
                  <a:lnTo>
                    <a:pt x="0" y="424"/>
                  </a:lnTo>
                  <a:lnTo>
                    <a:pt x="25" y="422"/>
                  </a:lnTo>
                  <a:lnTo>
                    <a:pt x="50" y="416"/>
                  </a:lnTo>
                  <a:lnTo>
                    <a:pt x="73" y="405"/>
                  </a:lnTo>
                  <a:lnTo>
                    <a:pt x="96" y="390"/>
                  </a:lnTo>
                  <a:lnTo>
                    <a:pt x="118" y="373"/>
                  </a:lnTo>
                  <a:lnTo>
                    <a:pt x="138" y="350"/>
                  </a:lnTo>
                  <a:lnTo>
                    <a:pt x="155" y="326"/>
                  </a:lnTo>
                  <a:lnTo>
                    <a:pt x="173" y="299"/>
                  </a:lnTo>
                  <a:lnTo>
                    <a:pt x="189" y="268"/>
                  </a:lnTo>
                  <a:lnTo>
                    <a:pt x="203" y="235"/>
                  </a:lnTo>
                  <a:lnTo>
                    <a:pt x="215" y="201"/>
                  </a:lnTo>
                  <a:lnTo>
                    <a:pt x="226" y="163"/>
                  </a:lnTo>
                  <a:lnTo>
                    <a:pt x="234" y="125"/>
                  </a:lnTo>
                  <a:lnTo>
                    <a:pt x="240" y="85"/>
                  </a:lnTo>
                  <a:lnTo>
                    <a:pt x="243" y="42"/>
                  </a:lnTo>
                  <a:lnTo>
                    <a:pt x="244" y="0"/>
                  </a:lnTo>
                  <a:lnTo>
                    <a:pt x="233" y="0"/>
                  </a:lnTo>
                  <a:lnTo>
                    <a:pt x="232" y="42"/>
                  </a:lnTo>
                  <a:lnTo>
                    <a:pt x="228" y="83"/>
                  </a:lnTo>
                  <a:lnTo>
                    <a:pt x="222" y="123"/>
                  </a:lnTo>
                  <a:lnTo>
                    <a:pt x="214" y="160"/>
                  </a:lnTo>
                  <a:lnTo>
                    <a:pt x="203" y="197"/>
                  </a:lnTo>
                  <a:lnTo>
                    <a:pt x="192" y="231"/>
                  </a:lnTo>
                  <a:lnTo>
                    <a:pt x="178" y="263"/>
                  </a:lnTo>
                  <a:lnTo>
                    <a:pt x="164" y="292"/>
                  </a:lnTo>
                  <a:lnTo>
                    <a:pt x="146" y="319"/>
                  </a:lnTo>
                  <a:lnTo>
                    <a:pt x="129" y="343"/>
                  </a:lnTo>
                  <a:lnTo>
                    <a:pt x="109" y="363"/>
                  </a:lnTo>
                  <a:lnTo>
                    <a:pt x="89" y="381"/>
                  </a:lnTo>
                  <a:lnTo>
                    <a:pt x="66" y="394"/>
                  </a:lnTo>
                  <a:lnTo>
                    <a:pt x="45" y="404"/>
                  </a:lnTo>
                  <a:lnTo>
                    <a:pt x="23" y="410"/>
                  </a:lnTo>
                  <a:lnTo>
                    <a:pt x="0" y="412"/>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4312" name="Freeform 56"/>
            <p:cNvSpPr>
              <a:spLocks/>
            </p:cNvSpPr>
            <p:nvPr/>
          </p:nvSpPr>
          <p:spPr bwMode="auto">
            <a:xfrm>
              <a:off x="915" y="1830"/>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1" y="42"/>
                  </a:lnTo>
                  <a:lnTo>
                    <a:pt x="4" y="85"/>
                  </a:lnTo>
                  <a:lnTo>
                    <a:pt x="10" y="125"/>
                  </a:lnTo>
                  <a:lnTo>
                    <a:pt x="19" y="163"/>
                  </a:lnTo>
                  <a:lnTo>
                    <a:pt x="29" y="201"/>
                  </a:lnTo>
                  <a:lnTo>
                    <a:pt x="41" y="235"/>
                  </a:lnTo>
                  <a:lnTo>
                    <a:pt x="55" y="268"/>
                  </a:lnTo>
                  <a:lnTo>
                    <a:pt x="71" y="299"/>
                  </a:lnTo>
                  <a:lnTo>
                    <a:pt x="89" y="326"/>
                  </a:lnTo>
                  <a:lnTo>
                    <a:pt x="106" y="350"/>
                  </a:lnTo>
                  <a:lnTo>
                    <a:pt x="126" y="373"/>
                  </a:lnTo>
                  <a:lnTo>
                    <a:pt x="149" y="390"/>
                  </a:lnTo>
                  <a:lnTo>
                    <a:pt x="171" y="405"/>
                  </a:lnTo>
                  <a:lnTo>
                    <a:pt x="194" y="416"/>
                  </a:lnTo>
                  <a:lnTo>
                    <a:pt x="219" y="422"/>
                  </a:lnTo>
                  <a:lnTo>
                    <a:pt x="245" y="424"/>
                  </a:lnTo>
                  <a:lnTo>
                    <a:pt x="245" y="412"/>
                  </a:lnTo>
                  <a:lnTo>
                    <a:pt x="221" y="410"/>
                  </a:lnTo>
                  <a:lnTo>
                    <a:pt x="199" y="404"/>
                  </a:lnTo>
                  <a:lnTo>
                    <a:pt x="178" y="394"/>
                  </a:lnTo>
                  <a:lnTo>
                    <a:pt x="156" y="381"/>
                  </a:lnTo>
                  <a:lnTo>
                    <a:pt x="136" y="363"/>
                  </a:lnTo>
                  <a:lnTo>
                    <a:pt x="116" y="343"/>
                  </a:lnTo>
                  <a:lnTo>
                    <a:pt x="98" y="319"/>
                  </a:lnTo>
                  <a:lnTo>
                    <a:pt x="81" y="292"/>
                  </a:lnTo>
                  <a:lnTo>
                    <a:pt x="67" y="263"/>
                  </a:lnTo>
                  <a:lnTo>
                    <a:pt x="52" y="231"/>
                  </a:lnTo>
                  <a:lnTo>
                    <a:pt x="41" y="197"/>
                  </a:lnTo>
                  <a:lnTo>
                    <a:pt x="30" y="160"/>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4313" name="Freeform 57"/>
            <p:cNvSpPr>
              <a:spLocks/>
            </p:cNvSpPr>
            <p:nvPr/>
          </p:nvSpPr>
          <p:spPr bwMode="auto">
            <a:xfrm>
              <a:off x="915" y="1745"/>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0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19" y="2"/>
                  </a:lnTo>
                  <a:lnTo>
                    <a:pt x="194" y="8"/>
                  </a:lnTo>
                  <a:lnTo>
                    <a:pt x="171" y="19"/>
                  </a:lnTo>
                  <a:lnTo>
                    <a:pt x="149" y="34"/>
                  </a:lnTo>
                  <a:lnTo>
                    <a:pt x="126" y="52"/>
                  </a:lnTo>
                  <a:lnTo>
                    <a:pt x="106" y="74"/>
                  </a:lnTo>
                  <a:lnTo>
                    <a:pt x="89" y="99"/>
                  </a:lnTo>
                  <a:lnTo>
                    <a:pt x="70" y="126"/>
                  </a:lnTo>
                  <a:lnTo>
                    <a:pt x="55" y="157"/>
                  </a:lnTo>
                  <a:lnTo>
                    <a:pt x="41" y="189"/>
                  </a:lnTo>
                  <a:lnTo>
                    <a:pt x="29" y="224"/>
                  </a:lnTo>
                  <a:lnTo>
                    <a:pt x="19" y="262"/>
                  </a:lnTo>
                  <a:lnTo>
                    <a:pt x="10" y="300"/>
                  </a:lnTo>
                  <a:lnTo>
                    <a:pt x="4" y="340"/>
                  </a:lnTo>
                  <a:lnTo>
                    <a:pt x="1" y="383"/>
                  </a:lnTo>
                  <a:lnTo>
                    <a:pt x="0" y="426"/>
                  </a:lnTo>
                  <a:lnTo>
                    <a:pt x="11" y="426"/>
                  </a:lnTo>
                  <a:lnTo>
                    <a:pt x="13" y="383"/>
                  </a:lnTo>
                  <a:lnTo>
                    <a:pt x="16" y="342"/>
                  </a:lnTo>
                  <a:lnTo>
                    <a:pt x="22" y="303"/>
                  </a:lnTo>
                  <a:lnTo>
                    <a:pt x="30" y="264"/>
                  </a:lnTo>
                  <a:lnTo>
                    <a:pt x="41" y="229"/>
                  </a:lnTo>
                  <a:lnTo>
                    <a:pt x="52" y="194"/>
                  </a:lnTo>
                  <a:lnTo>
                    <a:pt x="67" y="162"/>
                  </a:lnTo>
                  <a:lnTo>
                    <a:pt x="82" y="133"/>
                  </a:lnTo>
                  <a:lnTo>
                    <a:pt x="98" y="106"/>
                  </a:lnTo>
                  <a:lnTo>
                    <a:pt x="116" y="81"/>
                  </a:lnTo>
                  <a:lnTo>
                    <a:pt x="136" y="61"/>
                  </a:lnTo>
                  <a:lnTo>
                    <a:pt x="156" y="43"/>
                  </a:lnTo>
                  <a:lnTo>
                    <a:pt x="178" y="31"/>
                  </a:lnTo>
                  <a:lnTo>
                    <a:pt x="199" y="20"/>
                  </a:lnTo>
                  <a:lnTo>
                    <a:pt x="221"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4314" name="Freeform 58"/>
            <p:cNvSpPr>
              <a:spLocks/>
            </p:cNvSpPr>
            <p:nvPr/>
          </p:nvSpPr>
          <p:spPr bwMode="auto">
            <a:xfrm>
              <a:off x="1140" y="2087"/>
              <a:ext cx="49" cy="85"/>
            </a:xfrm>
            <a:custGeom>
              <a:avLst/>
              <a:gdLst>
                <a:gd name="T0" fmla="*/ 2 w 246"/>
                <a:gd name="T1" fmla="*/ 3 h 424"/>
                <a:gd name="T2" fmla="*/ 2 w 246"/>
                <a:gd name="T3" fmla="*/ 3 h 424"/>
                <a:gd name="T4" fmla="*/ 2 w 246"/>
                <a:gd name="T5" fmla="*/ 3 h 424"/>
                <a:gd name="T6" fmla="*/ 2 w 246"/>
                <a:gd name="T7" fmla="*/ 3 h 424"/>
                <a:gd name="T8" fmla="*/ 2 w 246"/>
                <a:gd name="T9" fmla="*/ 2 h 424"/>
                <a:gd name="T10" fmla="*/ 2 w 246"/>
                <a:gd name="T11" fmla="*/ 2 h 424"/>
                <a:gd name="T12" fmla="*/ 2 w 246"/>
                <a:gd name="T13" fmla="*/ 2 h 424"/>
                <a:gd name="T14" fmla="*/ 2 w 246"/>
                <a:gd name="T15" fmla="*/ 2 h 424"/>
                <a:gd name="T16" fmla="*/ 2 w 246"/>
                <a:gd name="T17" fmla="*/ 1 h 424"/>
                <a:gd name="T18" fmla="*/ 1 w 246"/>
                <a:gd name="T19" fmla="*/ 1 h 424"/>
                <a:gd name="T20" fmla="*/ 1 w 246"/>
                <a:gd name="T21" fmla="*/ 1 h 424"/>
                <a:gd name="T22" fmla="*/ 1 w 246"/>
                <a:gd name="T23" fmla="*/ 1 h 424"/>
                <a:gd name="T24" fmla="*/ 1 w 246"/>
                <a:gd name="T25" fmla="*/ 0 h 424"/>
                <a:gd name="T26" fmla="*/ 1 w 246"/>
                <a:gd name="T27" fmla="*/ 0 h 424"/>
                <a:gd name="T28" fmla="*/ 1 w 246"/>
                <a:gd name="T29" fmla="*/ 0 h 424"/>
                <a:gd name="T30" fmla="*/ 0 w 246"/>
                <a:gd name="T31" fmla="*/ 0 h 424"/>
                <a:gd name="T32" fmla="*/ 0 w 246"/>
                <a:gd name="T33" fmla="*/ 0 h 424"/>
                <a:gd name="T34" fmla="*/ 0 w 246"/>
                <a:gd name="T35" fmla="*/ 0 h 424"/>
                <a:gd name="T36" fmla="*/ 0 w 246"/>
                <a:gd name="T37" fmla="*/ 0 h 424"/>
                <a:gd name="T38" fmla="*/ 0 w 246"/>
                <a:gd name="T39" fmla="*/ 0 h 424"/>
                <a:gd name="T40" fmla="*/ 0 w 246"/>
                <a:gd name="T41" fmla="*/ 0 h 424"/>
                <a:gd name="T42" fmla="*/ 1 w 246"/>
                <a:gd name="T43" fmla="*/ 0 h 424"/>
                <a:gd name="T44" fmla="*/ 1 w 246"/>
                <a:gd name="T45" fmla="*/ 0 h 424"/>
                <a:gd name="T46" fmla="*/ 1 w 246"/>
                <a:gd name="T47" fmla="*/ 0 h 424"/>
                <a:gd name="T48" fmla="*/ 1 w 246"/>
                <a:gd name="T49" fmla="*/ 1 h 424"/>
                <a:gd name="T50" fmla="*/ 1 w 246"/>
                <a:gd name="T51" fmla="*/ 1 h 424"/>
                <a:gd name="T52" fmla="*/ 1 w 246"/>
                <a:gd name="T53" fmla="*/ 1 h 424"/>
                <a:gd name="T54" fmla="*/ 1 w 246"/>
                <a:gd name="T55" fmla="*/ 1 h 424"/>
                <a:gd name="T56" fmla="*/ 2 w 246"/>
                <a:gd name="T57" fmla="*/ 2 h 424"/>
                <a:gd name="T58" fmla="*/ 2 w 246"/>
                <a:gd name="T59" fmla="*/ 2 h 424"/>
                <a:gd name="T60" fmla="*/ 2 w 246"/>
                <a:gd name="T61" fmla="*/ 2 h 424"/>
                <a:gd name="T62" fmla="*/ 2 w 246"/>
                <a:gd name="T63" fmla="*/ 2 h 424"/>
                <a:gd name="T64" fmla="*/ 2 w 246"/>
                <a:gd name="T65" fmla="*/ 3 h 424"/>
                <a:gd name="T66" fmla="*/ 2 w 246"/>
                <a:gd name="T67" fmla="*/ 3 h 424"/>
                <a:gd name="T68" fmla="*/ 2 w 246"/>
                <a:gd name="T69" fmla="*/ 3 h 424"/>
                <a:gd name="T70" fmla="*/ 2 w 246"/>
                <a:gd name="T71" fmla="*/ 3 h 424"/>
                <a:gd name="T72" fmla="*/ 2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424"/>
                  </a:moveTo>
                  <a:lnTo>
                    <a:pt x="246" y="424"/>
                  </a:lnTo>
                  <a:lnTo>
                    <a:pt x="244" y="382"/>
                  </a:lnTo>
                  <a:lnTo>
                    <a:pt x="241" y="338"/>
                  </a:lnTo>
                  <a:lnTo>
                    <a:pt x="235" y="298"/>
                  </a:lnTo>
                  <a:lnTo>
                    <a:pt x="227" y="261"/>
                  </a:lnTo>
                  <a:lnTo>
                    <a:pt x="216" y="222"/>
                  </a:lnTo>
                  <a:lnTo>
                    <a:pt x="205" y="188"/>
                  </a:lnTo>
                  <a:lnTo>
                    <a:pt x="190" y="155"/>
                  </a:lnTo>
                  <a:lnTo>
                    <a:pt x="174" y="125"/>
                  </a:lnTo>
                  <a:lnTo>
                    <a:pt x="157" y="98"/>
                  </a:lnTo>
                  <a:lnTo>
                    <a:pt x="138" y="73"/>
                  </a:lnTo>
                  <a:lnTo>
                    <a:pt x="118" y="51"/>
                  </a:lnTo>
                  <a:lnTo>
                    <a:pt x="96" y="34"/>
                  </a:lnTo>
                  <a:lnTo>
                    <a:pt x="74" y="18"/>
                  </a:lnTo>
                  <a:lnTo>
                    <a:pt x="50" y="8"/>
                  </a:lnTo>
                  <a:lnTo>
                    <a:pt x="25" y="2"/>
                  </a:lnTo>
                  <a:lnTo>
                    <a:pt x="0" y="0"/>
                  </a:lnTo>
                  <a:lnTo>
                    <a:pt x="0" y="11"/>
                  </a:lnTo>
                  <a:lnTo>
                    <a:pt x="23" y="14"/>
                  </a:lnTo>
                  <a:lnTo>
                    <a:pt x="45" y="19"/>
                  </a:lnTo>
                  <a:lnTo>
                    <a:pt x="67" y="30"/>
                  </a:lnTo>
                  <a:lnTo>
                    <a:pt x="89" y="43"/>
                  </a:lnTo>
                  <a:lnTo>
                    <a:pt x="108" y="60"/>
                  </a:lnTo>
                  <a:lnTo>
                    <a:pt x="128" y="80"/>
                  </a:lnTo>
                  <a:lnTo>
                    <a:pt x="147" y="105"/>
                  </a:lnTo>
                  <a:lnTo>
                    <a:pt x="165" y="132"/>
                  </a:lnTo>
                  <a:lnTo>
                    <a:pt x="179" y="160"/>
                  </a:lnTo>
                  <a:lnTo>
                    <a:pt x="193" y="193"/>
                  </a:lnTo>
                  <a:lnTo>
                    <a:pt x="205" y="227"/>
                  </a:lnTo>
                  <a:lnTo>
                    <a:pt x="215" y="263"/>
                  </a:lnTo>
                  <a:lnTo>
                    <a:pt x="223" y="301"/>
                  </a:lnTo>
                  <a:lnTo>
                    <a:pt x="229" y="341"/>
                  </a:lnTo>
                  <a:lnTo>
                    <a:pt x="233" y="382"/>
                  </a:lnTo>
                  <a:lnTo>
                    <a:pt x="234" y="424"/>
                  </a:lnTo>
                  <a:lnTo>
                    <a:pt x="246"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4315" name="Freeform 59"/>
            <p:cNvSpPr>
              <a:spLocks/>
            </p:cNvSpPr>
            <p:nvPr/>
          </p:nvSpPr>
          <p:spPr bwMode="auto">
            <a:xfrm>
              <a:off x="1140" y="2172"/>
              <a:ext cx="49" cy="85"/>
            </a:xfrm>
            <a:custGeom>
              <a:avLst/>
              <a:gdLst>
                <a:gd name="T0" fmla="*/ 0 w 246"/>
                <a:gd name="T1" fmla="*/ 3 h 426"/>
                <a:gd name="T2" fmla="*/ 0 w 246"/>
                <a:gd name="T3" fmla="*/ 3 h 426"/>
                <a:gd name="T4" fmla="*/ 0 w 246"/>
                <a:gd name="T5" fmla="*/ 3 h 426"/>
                <a:gd name="T6" fmla="*/ 0 w 246"/>
                <a:gd name="T7" fmla="*/ 3 h 426"/>
                <a:gd name="T8" fmla="*/ 1 w 246"/>
                <a:gd name="T9" fmla="*/ 3 h 426"/>
                <a:gd name="T10" fmla="*/ 1 w 246"/>
                <a:gd name="T11" fmla="*/ 3 h 426"/>
                <a:gd name="T12" fmla="*/ 1 w 246"/>
                <a:gd name="T13" fmla="*/ 3 h 426"/>
                <a:gd name="T14" fmla="*/ 1 w 246"/>
                <a:gd name="T15" fmla="*/ 3 h 426"/>
                <a:gd name="T16" fmla="*/ 1 w 246"/>
                <a:gd name="T17" fmla="*/ 3 h 426"/>
                <a:gd name="T18" fmla="*/ 1 w 246"/>
                <a:gd name="T19" fmla="*/ 2 h 426"/>
                <a:gd name="T20" fmla="*/ 2 w 246"/>
                <a:gd name="T21" fmla="*/ 2 h 426"/>
                <a:gd name="T22" fmla="*/ 2 w 246"/>
                <a:gd name="T23" fmla="*/ 2 h 426"/>
                <a:gd name="T24" fmla="*/ 2 w 246"/>
                <a:gd name="T25" fmla="*/ 2 h 426"/>
                <a:gd name="T26" fmla="*/ 2 w 246"/>
                <a:gd name="T27" fmla="*/ 1 h 426"/>
                <a:gd name="T28" fmla="*/ 2 w 246"/>
                <a:gd name="T29" fmla="*/ 1 h 426"/>
                <a:gd name="T30" fmla="*/ 2 w 246"/>
                <a:gd name="T31" fmla="*/ 1 h 426"/>
                <a:gd name="T32" fmla="*/ 2 w 246"/>
                <a:gd name="T33" fmla="*/ 0 h 426"/>
                <a:gd name="T34" fmla="*/ 2 w 246"/>
                <a:gd name="T35" fmla="*/ 0 h 426"/>
                <a:gd name="T36" fmla="*/ 2 w 246"/>
                <a:gd name="T37" fmla="*/ 0 h 426"/>
                <a:gd name="T38" fmla="*/ 2 w 246"/>
                <a:gd name="T39" fmla="*/ 0 h 426"/>
                <a:gd name="T40" fmla="*/ 2 w 246"/>
                <a:gd name="T41" fmla="*/ 1 h 426"/>
                <a:gd name="T42" fmla="*/ 2 w 246"/>
                <a:gd name="T43" fmla="*/ 1 h 426"/>
                <a:gd name="T44" fmla="*/ 2 w 246"/>
                <a:gd name="T45" fmla="*/ 1 h 426"/>
                <a:gd name="T46" fmla="*/ 2 w 246"/>
                <a:gd name="T47" fmla="*/ 2 h 426"/>
                <a:gd name="T48" fmla="*/ 2 w 246"/>
                <a:gd name="T49" fmla="*/ 2 h 426"/>
                <a:gd name="T50" fmla="*/ 1 w 246"/>
                <a:gd name="T51" fmla="*/ 2 h 426"/>
                <a:gd name="T52" fmla="*/ 1 w 246"/>
                <a:gd name="T53" fmla="*/ 2 h 426"/>
                <a:gd name="T54" fmla="*/ 1 w 246"/>
                <a:gd name="T55" fmla="*/ 3 h 426"/>
                <a:gd name="T56" fmla="*/ 1 w 246"/>
                <a:gd name="T57" fmla="*/ 3 h 426"/>
                <a:gd name="T58" fmla="*/ 1 w 246"/>
                <a:gd name="T59" fmla="*/ 3 h 426"/>
                <a:gd name="T60" fmla="*/ 1 w 246"/>
                <a:gd name="T61" fmla="*/ 3 h 426"/>
                <a:gd name="T62" fmla="*/ 1 w 246"/>
                <a:gd name="T63" fmla="*/ 3 h 426"/>
                <a:gd name="T64" fmla="*/ 0 w 246"/>
                <a:gd name="T65" fmla="*/ 3 h 426"/>
                <a:gd name="T66" fmla="*/ 0 w 246"/>
                <a:gd name="T67" fmla="*/ 3 h 426"/>
                <a:gd name="T68" fmla="*/ 0 w 246"/>
                <a:gd name="T69" fmla="*/ 3 h 426"/>
                <a:gd name="T70" fmla="*/ 0 w 246"/>
                <a:gd name="T71" fmla="*/ 3 h 426"/>
                <a:gd name="T72" fmla="*/ 0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426"/>
                  </a:moveTo>
                  <a:lnTo>
                    <a:pt x="0" y="426"/>
                  </a:lnTo>
                  <a:lnTo>
                    <a:pt x="25" y="423"/>
                  </a:lnTo>
                  <a:lnTo>
                    <a:pt x="50" y="417"/>
                  </a:lnTo>
                  <a:lnTo>
                    <a:pt x="74" y="407"/>
                  </a:lnTo>
                  <a:lnTo>
                    <a:pt x="96" y="392"/>
                  </a:lnTo>
                  <a:lnTo>
                    <a:pt x="118" y="373"/>
                  </a:lnTo>
                  <a:lnTo>
                    <a:pt x="138" y="350"/>
                  </a:lnTo>
                  <a:lnTo>
                    <a:pt x="157" y="327"/>
                  </a:lnTo>
                  <a:lnTo>
                    <a:pt x="175" y="299"/>
                  </a:lnTo>
                  <a:lnTo>
                    <a:pt x="190" y="268"/>
                  </a:lnTo>
                  <a:lnTo>
                    <a:pt x="205" y="236"/>
                  </a:lnTo>
                  <a:lnTo>
                    <a:pt x="216" y="202"/>
                  </a:lnTo>
                  <a:lnTo>
                    <a:pt x="227" y="164"/>
                  </a:lnTo>
                  <a:lnTo>
                    <a:pt x="235" y="125"/>
                  </a:lnTo>
                  <a:lnTo>
                    <a:pt x="241" y="86"/>
                  </a:lnTo>
                  <a:lnTo>
                    <a:pt x="244" y="42"/>
                  </a:lnTo>
                  <a:lnTo>
                    <a:pt x="246" y="0"/>
                  </a:lnTo>
                  <a:lnTo>
                    <a:pt x="234" y="0"/>
                  </a:lnTo>
                  <a:lnTo>
                    <a:pt x="233" y="42"/>
                  </a:lnTo>
                  <a:lnTo>
                    <a:pt x="229" y="83"/>
                  </a:lnTo>
                  <a:lnTo>
                    <a:pt x="223" y="123"/>
                  </a:lnTo>
                  <a:lnTo>
                    <a:pt x="215" y="162"/>
                  </a:lnTo>
                  <a:lnTo>
                    <a:pt x="205" y="197"/>
                  </a:lnTo>
                  <a:lnTo>
                    <a:pt x="193" y="231"/>
                  </a:lnTo>
                  <a:lnTo>
                    <a:pt x="179" y="264"/>
                  </a:lnTo>
                  <a:lnTo>
                    <a:pt x="164" y="292"/>
                  </a:lnTo>
                  <a:lnTo>
                    <a:pt x="147" y="320"/>
                  </a:lnTo>
                  <a:lnTo>
                    <a:pt x="128" y="343"/>
                  </a:lnTo>
                  <a:lnTo>
                    <a:pt x="108" y="363"/>
                  </a:lnTo>
                  <a:lnTo>
                    <a:pt x="89" y="382"/>
                  </a:lnTo>
                  <a:lnTo>
                    <a:pt x="67" y="395"/>
                  </a:lnTo>
                  <a:lnTo>
                    <a:pt x="45" y="406"/>
                  </a:lnTo>
                  <a:lnTo>
                    <a:pt x="23" y="411"/>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4316" name="Freeform 60"/>
            <p:cNvSpPr>
              <a:spLocks/>
            </p:cNvSpPr>
            <p:nvPr/>
          </p:nvSpPr>
          <p:spPr bwMode="auto">
            <a:xfrm>
              <a:off x="1091" y="2172"/>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4" y="86"/>
                  </a:lnTo>
                  <a:lnTo>
                    <a:pt x="10" y="125"/>
                  </a:lnTo>
                  <a:lnTo>
                    <a:pt x="18" y="164"/>
                  </a:lnTo>
                  <a:lnTo>
                    <a:pt x="29" y="202"/>
                  </a:lnTo>
                  <a:lnTo>
                    <a:pt x="41" y="236"/>
                  </a:lnTo>
                  <a:lnTo>
                    <a:pt x="55" y="268"/>
                  </a:lnTo>
                  <a:lnTo>
                    <a:pt x="70" y="299"/>
                  </a:lnTo>
                  <a:lnTo>
                    <a:pt x="89" y="327"/>
                  </a:lnTo>
                  <a:lnTo>
                    <a:pt x="106" y="350"/>
                  </a:lnTo>
                  <a:lnTo>
                    <a:pt x="126" y="373"/>
                  </a:lnTo>
                  <a:lnTo>
                    <a:pt x="148" y="392"/>
                  </a:lnTo>
                  <a:lnTo>
                    <a:pt x="171" y="407"/>
                  </a:lnTo>
                  <a:lnTo>
                    <a:pt x="194" y="417"/>
                  </a:lnTo>
                  <a:lnTo>
                    <a:pt x="219" y="423"/>
                  </a:lnTo>
                  <a:lnTo>
                    <a:pt x="245" y="426"/>
                  </a:lnTo>
                  <a:lnTo>
                    <a:pt x="245" y="414"/>
                  </a:lnTo>
                  <a:lnTo>
                    <a:pt x="221" y="411"/>
                  </a:lnTo>
                  <a:lnTo>
                    <a:pt x="199" y="406"/>
                  </a:lnTo>
                  <a:lnTo>
                    <a:pt x="178" y="395"/>
                  </a:lnTo>
                  <a:lnTo>
                    <a:pt x="155" y="382"/>
                  </a:lnTo>
                  <a:lnTo>
                    <a:pt x="136" y="363"/>
                  </a:lnTo>
                  <a:lnTo>
                    <a:pt x="116" y="343"/>
                  </a:lnTo>
                  <a:lnTo>
                    <a:pt x="98" y="320"/>
                  </a:lnTo>
                  <a:lnTo>
                    <a:pt x="82" y="292"/>
                  </a:lnTo>
                  <a:lnTo>
                    <a:pt x="66" y="264"/>
                  </a:lnTo>
                  <a:lnTo>
                    <a:pt x="52" y="231"/>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4317" name="Freeform 61"/>
            <p:cNvSpPr>
              <a:spLocks/>
            </p:cNvSpPr>
            <p:nvPr/>
          </p:nvSpPr>
          <p:spPr bwMode="auto">
            <a:xfrm>
              <a:off x="1091" y="2087"/>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4" y="8"/>
                  </a:lnTo>
                  <a:lnTo>
                    <a:pt x="171" y="18"/>
                  </a:lnTo>
                  <a:lnTo>
                    <a:pt x="148" y="34"/>
                  </a:lnTo>
                  <a:lnTo>
                    <a:pt x="126" y="51"/>
                  </a:lnTo>
                  <a:lnTo>
                    <a:pt x="106" y="73"/>
                  </a:lnTo>
                  <a:lnTo>
                    <a:pt x="89" y="98"/>
                  </a:lnTo>
                  <a:lnTo>
                    <a:pt x="71" y="125"/>
                  </a:lnTo>
                  <a:lnTo>
                    <a:pt x="55" y="155"/>
                  </a:lnTo>
                  <a:lnTo>
                    <a:pt x="41" y="188"/>
                  </a:lnTo>
                  <a:lnTo>
                    <a:pt x="29" y="222"/>
                  </a:lnTo>
                  <a:lnTo>
                    <a:pt x="18" y="261"/>
                  </a:lnTo>
                  <a:lnTo>
                    <a:pt x="10" y="298"/>
                  </a:lnTo>
                  <a:lnTo>
                    <a:pt x="4" y="338"/>
                  </a:lnTo>
                  <a:lnTo>
                    <a:pt x="1" y="382"/>
                  </a:lnTo>
                  <a:lnTo>
                    <a:pt x="0" y="424"/>
                  </a:lnTo>
                  <a:lnTo>
                    <a:pt x="11" y="424"/>
                  </a:lnTo>
                  <a:lnTo>
                    <a:pt x="13" y="382"/>
                  </a:lnTo>
                  <a:lnTo>
                    <a:pt x="16" y="341"/>
                  </a:lnTo>
                  <a:lnTo>
                    <a:pt x="22" y="301"/>
                  </a:lnTo>
                  <a:lnTo>
                    <a:pt x="30" y="263"/>
                  </a:lnTo>
                  <a:lnTo>
                    <a:pt x="41" y="227"/>
                  </a:lnTo>
                  <a:lnTo>
                    <a:pt x="52" y="193"/>
                  </a:lnTo>
                  <a:lnTo>
                    <a:pt x="66" y="160"/>
                  </a:lnTo>
                  <a:lnTo>
                    <a:pt x="80" y="132"/>
                  </a:lnTo>
                  <a:lnTo>
                    <a:pt x="98" y="105"/>
                  </a:lnTo>
                  <a:lnTo>
                    <a:pt x="116" y="80"/>
                  </a:lnTo>
                  <a:lnTo>
                    <a:pt x="136" y="60"/>
                  </a:lnTo>
                  <a:lnTo>
                    <a:pt x="155" y="43"/>
                  </a:lnTo>
                  <a:lnTo>
                    <a:pt x="178" y="30"/>
                  </a:lnTo>
                  <a:lnTo>
                    <a:pt x="199" y="19"/>
                  </a:lnTo>
                  <a:lnTo>
                    <a:pt x="221" y="14"/>
                  </a:lnTo>
                  <a:lnTo>
                    <a:pt x="245" y="11"/>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4318" name="Freeform 62"/>
            <p:cNvSpPr>
              <a:spLocks/>
            </p:cNvSpPr>
            <p:nvPr/>
          </p:nvSpPr>
          <p:spPr bwMode="auto">
            <a:xfrm>
              <a:off x="1392" y="2118"/>
              <a:ext cx="49" cy="85"/>
            </a:xfrm>
            <a:custGeom>
              <a:avLst/>
              <a:gdLst>
                <a:gd name="T0" fmla="*/ 2 w 246"/>
                <a:gd name="T1" fmla="*/ 3 h 426"/>
                <a:gd name="T2" fmla="*/ 2 w 246"/>
                <a:gd name="T3" fmla="*/ 3 h 426"/>
                <a:gd name="T4" fmla="*/ 2 w 246"/>
                <a:gd name="T5" fmla="*/ 3 h 426"/>
                <a:gd name="T6" fmla="*/ 2 w 246"/>
                <a:gd name="T7" fmla="*/ 3 h 426"/>
                <a:gd name="T8" fmla="*/ 2 w 246"/>
                <a:gd name="T9" fmla="*/ 2 h 426"/>
                <a:gd name="T10" fmla="*/ 2 w 246"/>
                <a:gd name="T11" fmla="*/ 2 h 426"/>
                <a:gd name="T12" fmla="*/ 2 w 246"/>
                <a:gd name="T13" fmla="*/ 2 h 426"/>
                <a:gd name="T14" fmla="*/ 2 w 246"/>
                <a:gd name="T15" fmla="*/ 2 h 426"/>
                <a:gd name="T16" fmla="*/ 2 w 246"/>
                <a:gd name="T17" fmla="*/ 1 h 426"/>
                <a:gd name="T18" fmla="*/ 1 w 246"/>
                <a:gd name="T19" fmla="*/ 1 h 426"/>
                <a:gd name="T20" fmla="*/ 1 w 246"/>
                <a:gd name="T21" fmla="*/ 1 h 426"/>
                <a:gd name="T22" fmla="*/ 1 w 246"/>
                <a:gd name="T23" fmla="*/ 1 h 426"/>
                <a:gd name="T24" fmla="*/ 1 w 246"/>
                <a:gd name="T25" fmla="*/ 0 h 426"/>
                <a:gd name="T26" fmla="*/ 1 w 246"/>
                <a:gd name="T27" fmla="*/ 0 h 426"/>
                <a:gd name="T28" fmla="*/ 1 w 246"/>
                <a:gd name="T29" fmla="*/ 0 h 426"/>
                <a:gd name="T30" fmla="*/ 0 w 246"/>
                <a:gd name="T31" fmla="*/ 0 h 426"/>
                <a:gd name="T32" fmla="*/ 0 w 246"/>
                <a:gd name="T33" fmla="*/ 0 h 426"/>
                <a:gd name="T34" fmla="*/ 0 w 246"/>
                <a:gd name="T35" fmla="*/ 0 h 426"/>
                <a:gd name="T36" fmla="*/ 0 w 246"/>
                <a:gd name="T37" fmla="*/ 0 h 426"/>
                <a:gd name="T38" fmla="*/ 0 w 246"/>
                <a:gd name="T39" fmla="*/ 0 h 426"/>
                <a:gd name="T40" fmla="*/ 0 w 246"/>
                <a:gd name="T41" fmla="*/ 0 h 426"/>
                <a:gd name="T42" fmla="*/ 1 w 246"/>
                <a:gd name="T43" fmla="*/ 0 h 426"/>
                <a:gd name="T44" fmla="*/ 1 w 246"/>
                <a:gd name="T45" fmla="*/ 0 h 426"/>
                <a:gd name="T46" fmla="*/ 1 w 246"/>
                <a:gd name="T47" fmla="*/ 1 h 426"/>
                <a:gd name="T48" fmla="*/ 1 w 246"/>
                <a:gd name="T49" fmla="*/ 1 h 426"/>
                <a:gd name="T50" fmla="*/ 1 w 246"/>
                <a:gd name="T51" fmla="*/ 1 h 426"/>
                <a:gd name="T52" fmla="*/ 1 w 246"/>
                <a:gd name="T53" fmla="*/ 1 h 426"/>
                <a:gd name="T54" fmla="*/ 1 w 246"/>
                <a:gd name="T55" fmla="*/ 1 h 426"/>
                <a:gd name="T56" fmla="*/ 2 w 246"/>
                <a:gd name="T57" fmla="*/ 2 h 426"/>
                <a:gd name="T58" fmla="*/ 2 w 246"/>
                <a:gd name="T59" fmla="*/ 2 h 426"/>
                <a:gd name="T60" fmla="*/ 2 w 246"/>
                <a:gd name="T61" fmla="*/ 2 h 426"/>
                <a:gd name="T62" fmla="*/ 2 w 246"/>
                <a:gd name="T63" fmla="*/ 2 h 426"/>
                <a:gd name="T64" fmla="*/ 2 w 246"/>
                <a:gd name="T65" fmla="*/ 3 h 426"/>
                <a:gd name="T66" fmla="*/ 2 w 246"/>
                <a:gd name="T67" fmla="*/ 3 h 426"/>
                <a:gd name="T68" fmla="*/ 2 w 246"/>
                <a:gd name="T69" fmla="*/ 3 h 426"/>
                <a:gd name="T70" fmla="*/ 2 w 246"/>
                <a:gd name="T71" fmla="*/ 3 h 426"/>
                <a:gd name="T72" fmla="*/ 2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246" y="426"/>
                  </a:moveTo>
                  <a:lnTo>
                    <a:pt x="246" y="426"/>
                  </a:lnTo>
                  <a:lnTo>
                    <a:pt x="245" y="384"/>
                  </a:lnTo>
                  <a:lnTo>
                    <a:pt x="242" y="340"/>
                  </a:lnTo>
                  <a:lnTo>
                    <a:pt x="236" y="301"/>
                  </a:lnTo>
                  <a:lnTo>
                    <a:pt x="228" y="262"/>
                  </a:lnTo>
                  <a:lnTo>
                    <a:pt x="217" y="224"/>
                  </a:lnTo>
                  <a:lnTo>
                    <a:pt x="205" y="190"/>
                  </a:lnTo>
                  <a:lnTo>
                    <a:pt x="191" y="158"/>
                  </a:lnTo>
                  <a:lnTo>
                    <a:pt x="176" y="126"/>
                  </a:lnTo>
                  <a:lnTo>
                    <a:pt x="157" y="99"/>
                  </a:lnTo>
                  <a:lnTo>
                    <a:pt x="139" y="75"/>
                  </a:lnTo>
                  <a:lnTo>
                    <a:pt x="119" y="53"/>
                  </a:lnTo>
                  <a:lnTo>
                    <a:pt x="96" y="34"/>
                  </a:lnTo>
                  <a:lnTo>
                    <a:pt x="75" y="19"/>
                  </a:lnTo>
                  <a:lnTo>
                    <a:pt x="51" y="9"/>
                  </a:lnTo>
                  <a:lnTo>
                    <a:pt x="26" y="3"/>
                  </a:lnTo>
                  <a:lnTo>
                    <a:pt x="0" y="0"/>
                  </a:lnTo>
                  <a:lnTo>
                    <a:pt x="0" y="12"/>
                  </a:lnTo>
                  <a:lnTo>
                    <a:pt x="24" y="15"/>
                  </a:lnTo>
                  <a:lnTo>
                    <a:pt x="46" y="20"/>
                  </a:lnTo>
                  <a:lnTo>
                    <a:pt x="68" y="31"/>
                  </a:lnTo>
                  <a:lnTo>
                    <a:pt x="89" y="44"/>
                  </a:lnTo>
                  <a:lnTo>
                    <a:pt x="109" y="63"/>
                  </a:lnTo>
                  <a:lnTo>
                    <a:pt x="129" y="83"/>
                  </a:lnTo>
                  <a:lnTo>
                    <a:pt x="148" y="106"/>
                  </a:lnTo>
                  <a:lnTo>
                    <a:pt x="164" y="133"/>
                  </a:lnTo>
                  <a:lnTo>
                    <a:pt x="180" y="162"/>
                  </a:lnTo>
                  <a:lnTo>
                    <a:pt x="194" y="195"/>
                  </a:lnTo>
                  <a:lnTo>
                    <a:pt x="205" y="229"/>
                  </a:lnTo>
                  <a:lnTo>
                    <a:pt x="216" y="264"/>
                  </a:lnTo>
                  <a:lnTo>
                    <a:pt x="224" y="303"/>
                  </a:lnTo>
                  <a:lnTo>
                    <a:pt x="230" y="343"/>
                  </a:lnTo>
                  <a:lnTo>
                    <a:pt x="233" y="384"/>
                  </a:lnTo>
                  <a:lnTo>
                    <a:pt x="235" y="426"/>
                  </a:lnTo>
                  <a:lnTo>
                    <a:pt x="246"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4319" name="Freeform 63"/>
            <p:cNvSpPr>
              <a:spLocks/>
            </p:cNvSpPr>
            <p:nvPr/>
          </p:nvSpPr>
          <p:spPr bwMode="auto">
            <a:xfrm>
              <a:off x="1392" y="2203"/>
              <a:ext cx="49" cy="85"/>
            </a:xfrm>
            <a:custGeom>
              <a:avLst/>
              <a:gdLst>
                <a:gd name="T0" fmla="*/ 0 w 246"/>
                <a:gd name="T1" fmla="*/ 3 h 424"/>
                <a:gd name="T2" fmla="*/ 0 w 246"/>
                <a:gd name="T3" fmla="*/ 3 h 424"/>
                <a:gd name="T4" fmla="*/ 0 w 246"/>
                <a:gd name="T5" fmla="*/ 3 h 424"/>
                <a:gd name="T6" fmla="*/ 0 w 246"/>
                <a:gd name="T7" fmla="*/ 3 h 424"/>
                <a:gd name="T8" fmla="*/ 1 w 246"/>
                <a:gd name="T9" fmla="*/ 3 h 424"/>
                <a:gd name="T10" fmla="*/ 1 w 246"/>
                <a:gd name="T11" fmla="*/ 3 h 424"/>
                <a:gd name="T12" fmla="*/ 1 w 246"/>
                <a:gd name="T13" fmla="*/ 3 h 424"/>
                <a:gd name="T14" fmla="*/ 1 w 246"/>
                <a:gd name="T15" fmla="*/ 3 h 424"/>
                <a:gd name="T16" fmla="*/ 1 w 246"/>
                <a:gd name="T17" fmla="*/ 3 h 424"/>
                <a:gd name="T18" fmla="*/ 1 w 246"/>
                <a:gd name="T19" fmla="*/ 2 h 424"/>
                <a:gd name="T20" fmla="*/ 2 w 246"/>
                <a:gd name="T21" fmla="*/ 2 h 424"/>
                <a:gd name="T22" fmla="*/ 2 w 246"/>
                <a:gd name="T23" fmla="*/ 2 h 424"/>
                <a:gd name="T24" fmla="*/ 2 w 246"/>
                <a:gd name="T25" fmla="*/ 2 h 424"/>
                <a:gd name="T26" fmla="*/ 2 w 246"/>
                <a:gd name="T27" fmla="*/ 1 h 424"/>
                <a:gd name="T28" fmla="*/ 2 w 246"/>
                <a:gd name="T29" fmla="*/ 1 h 424"/>
                <a:gd name="T30" fmla="*/ 2 w 246"/>
                <a:gd name="T31" fmla="*/ 1 h 424"/>
                <a:gd name="T32" fmla="*/ 2 w 246"/>
                <a:gd name="T33" fmla="*/ 0 h 424"/>
                <a:gd name="T34" fmla="*/ 2 w 246"/>
                <a:gd name="T35" fmla="*/ 0 h 424"/>
                <a:gd name="T36" fmla="*/ 2 w 246"/>
                <a:gd name="T37" fmla="*/ 0 h 424"/>
                <a:gd name="T38" fmla="*/ 2 w 246"/>
                <a:gd name="T39" fmla="*/ 0 h 424"/>
                <a:gd name="T40" fmla="*/ 2 w 246"/>
                <a:gd name="T41" fmla="*/ 1 h 424"/>
                <a:gd name="T42" fmla="*/ 2 w 246"/>
                <a:gd name="T43" fmla="*/ 1 h 424"/>
                <a:gd name="T44" fmla="*/ 2 w 246"/>
                <a:gd name="T45" fmla="*/ 1 h 424"/>
                <a:gd name="T46" fmla="*/ 2 w 246"/>
                <a:gd name="T47" fmla="*/ 2 h 424"/>
                <a:gd name="T48" fmla="*/ 2 w 246"/>
                <a:gd name="T49" fmla="*/ 2 h 424"/>
                <a:gd name="T50" fmla="*/ 1 w 246"/>
                <a:gd name="T51" fmla="*/ 2 h 424"/>
                <a:gd name="T52" fmla="*/ 1 w 246"/>
                <a:gd name="T53" fmla="*/ 2 h 424"/>
                <a:gd name="T54" fmla="*/ 1 w 246"/>
                <a:gd name="T55" fmla="*/ 3 h 424"/>
                <a:gd name="T56" fmla="*/ 1 w 246"/>
                <a:gd name="T57" fmla="*/ 3 h 424"/>
                <a:gd name="T58" fmla="*/ 1 w 246"/>
                <a:gd name="T59" fmla="*/ 3 h 424"/>
                <a:gd name="T60" fmla="*/ 1 w 246"/>
                <a:gd name="T61" fmla="*/ 3 h 424"/>
                <a:gd name="T62" fmla="*/ 1 w 246"/>
                <a:gd name="T63" fmla="*/ 3 h 424"/>
                <a:gd name="T64" fmla="*/ 0 w 246"/>
                <a:gd name="T65" fmla="*/ 3 h 424"/>
                <a:gd name="T66" fmla="*/ 0 w 246"/>
                <a:gd name="T67" fmla="*/ 3 h 424"/>
                <a:gd name="T68" fmla="*/ 0 w 246"/>
                <a:gd name="T69" fmla="*/ 3 h 424"/>
                <a:gd name="T70" fmla="*/ 0 w 246"/>
                <a:gd name="T71" fmla="*/ 3 h 424"/>
                <a:gd name="T72" fmla="*/ 0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0" y="424"/>
                  </a:moveTo>
                  <a:lnTo>
                    <a:pt x="0" y="424"/>
                  </a:lnTo>
                  <a:lnTo>
                    <a:pt x="26" y="422"/>
                  </a:lnTo>
                  <a:lnTo>
                    <a:pt x="51" y="416"/>
                  </a:lnTo>
                  <a:lnTo>
                    <a:pt x="75" y="406"/>
                  </a:lnTo>
                  <a:lnTo>
                    <a:pt x="96" y="390"/>
                  </a:lnTo>
                  <a:lnTo>
                    <a:pt x="119" y="373"/>
                  </a:lnTo>
                  <a:lnTo>
                    <a:pt x="139" y="351"/>
                  </a:lnTo>
                  <a:lnTo>
                    <a:pt x="157" y="326"/>
                  </a:lnTo>
                  <a:lnTo>
                    <a:pt x="175" y="299"/>
                  </a:lnTo>
                  <a:lnTo>
                    <a:pt x="191" y="269"/>
                  </a:lnTo>
                  <a:lnTo>
                    <a:pt x="205" y="236"/>
                  </a:lnTo>
                  <a:lnTo>
                    <a:pt x="217" y="202"/>
                  </a:lnTo>
                  <a:lnTo>
                    <a:pt x="228" y="163"/>
                  </a:lnTo>
                  <a:lnTo>
                    <a:pt x="236" y="125"/>
                  </a:lnTo>
                  <a:lnTo>
                    <a:pt x="242" y="86"/>
                  </a:lnTo>
                  <a:lnTo>
                    <a:pt x="245" y="42"/>
                  </a:lnTo>
                  <a:lnTo>
                    <a:pt x="246" y="0"/>
                  </a:lnTo>
                  <a:lnTo>
                    <a:pt x="235" y="0"/>
                  </a:lnTo>
                  <a:lnTo>
                    <a:pt x="233" y="42"/>
                  </a:lnTo>
                  <a:lnTo>
                    <a:pt x="230" y="83"/>
                  </a:lnTo>
                  <a:lnTo>
                    <a:pt x="224" y="123"/>
                  </a:lnTo>
                  <a:lnTo>
                    <a:pt x="216" y="161"/>
                  </a:lnTo>
                  <a:lnTo>
                    <a:pt x="205" y="197"/>
                  </a:lnTo>
                  <a:lnTo>
                    <a:pt x="194" y="231"/>
                  </a:lnTo>
                  <a:lnTo>
                    <a:pt x="180" y="264"/>
                  </a:lnTo>
                  <a:lnTo>
                    <a:pt x="166" y="292"/>
                  </a:lnTo>
                  <a:lnTo>
                    <a:pt x="148" y="319"/>
                  </a:lnTo>
                  <a:lnTo>
                    <a:pt x="129" y="344"/>
                  </a:lnTo>
                  <a:lnTo>
                    <a:pt x="109" y="364"/>
                  </a:lnTo>
                  <a:lnTo>
                    <a:pt x="89" y="381"/>
                  </a:lnTo>
                  <a:lnTo>
                    <a:pt x="68" y="394"/>
                  </a:lnTo>
                  <a:lnTo>
                    <a:pt x="46" y="405"/>
                  </a:lnTo>
                  <a:lnTo>
                    <a:pt x="24" y="410"/>
                  </a:lnTo>
                  <a:lnTo>
                    <a:pt x="0" y="413"/>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4320" name="Freeform 64"/>
            <p:cNvSpPr>
              <a:spLocks/>
            </p:cNvSpPr>
            <p:nvPr/>
          </p:nvSpPr>
          <p:spPr bwMode="auto">
            <a:xfrm>
              <a:off x="1343" y="2203"/>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2" y="42"/>
                  </a:lnTo>
                  <a:lnTo>
                    <a:pt x="5" y="86"/>
                  </a:lnTo>
                  <a:lnTo>
                    <a:pt x="11" y="125"/>
                  </a:lnTo>
                  <a:lnTo>
                    <a:pt x="19" y="163"/>
                  </a:lnTo>
                  <a:lnTo>
                    <a:pt x="30" y="202"/>
                  </a:lnTo>
                  <a:lnTo>
                    <a:pt x="41" y="236"/>
                  </a:lnTo>
                  <a:lnTo>
                    <a:pt x="56" y="269"/>
                  </a:lnTo>
                  <a:lnTo>
                    <a:pt x="72" y="299"/>
                  </a:lnTo>
                  <a:lnTo>
                    <a:pt x="90" y="326"/>
                  </a:lnTo>
                  <a:lnTo>
                    <a:pt x="108" y="351"/>
                  </a:lnTo>
                  <a:lnTo>
                    <a:pt x="127" y="373"/>
                  </a:lnTo>
                  <a:lnTo>
                    <a:pt x="149" y="390"/>
                  </a:lnTo>
                  <a:lnTo>
                    <a:pt x="172" y="406"/>
                  </a:lnTo>
                  <a:lnTo>
                    <a:pt x="195" y="416"/>
                  </a:lnTo>
                  <a:lnTo>
                    <a:pt x="220" y="422"/>
                  </a:lnTo>
                  <a:lnTo>
                    <a:pt x="245" y="424"/>
                  </a:lnTo>
                  <a:lnTo>
                    <a:pt x="245" y="413"/>
                  </a:lnTo>
                  <a:lnTo>
                    <a:pt x="222" y="410"/>
                  </a:lnTo>
                  <a:lnTo>
                    <a:pt x="200" y="405"/>
                  </a:lnTo>
                  <a:lnTo>
                    <a:pt x="179" y="394"/>
                  </a:lnTo>
                  <a:lnTo>
                    <a:pt x="156" y="381"/>
                  </a:lnTo>
                  <a:lnTo>
                    <a:pt x="136" y="364"/>
                  </a:lnTo>
                  <a:lnTo>
                    <a:pt x="118" y="344"/>
                  </a:lnTo>
                  <a:lnTo>
                    <a:pt x="99" y="319"/>
                  </a:lnTo>
                  <a:lnTo>
                    <a:pt x="81" y="292"/>
                  </a:lnTo>
                  <a:lnTo>
                    <a:pt x="67" y="264"/>
                  </a:lnTo>
                  <a:lnTo>
                    <a:pt x="53" y="231"/>
                  </a:lnTo>
                  <a:lnTo>
                    <a:pt x="41" y="197"/>
                  </a:lnTo>
                  <a:lnTo>
                    <a:pt x="31" y="161"/>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4321" name="Freeform 65"/>
            <p:cNvSpPr>
              <a:spLocks/>
            </p:cNvSpPr>
            <p:nvPr/>
          </p:nvSpPr>
          <p:spPr bwMode="auto">
            <a:xfrm>
              <a:off x="1343" y="2118"/>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1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20" y="3"/>
                  </a:lnTo>
                  <a:lnTo>
                    <a:pt x="195" y="9"/>
                  </a:lnTo>
                  <a:lnTo>
                    <a:pt x="172" y="19"/>
                  </a:lnTo>
                  <a:lnTo>
                    <a:pt x="149" y="34"/>
                  </a:lnTo>
                  <a:lnTo>
                    <a:pt x="127" y="53"/>
                  </a:lnTo>
                  <a:lnTo>
                    <a:pt x="108" y="75"/>
                  </a:lnTo>
                  <a:lnTo>
                    <a:pt x="90" y="99"/>
                  </a:lnTo>
                  <a:lnTo>
                    <a:pt x="71" y="126"/>
                  </a:lnTo>
                  <a:lnTo>
                    <a:pt x="56" y="158"/>
                  </a:lnTo>
                  <a:lnTo>
                    <a:pt x="41" y="190"/>
                  </a:lnTo>
                  <a:lnTo>
                    <a:pt x="30" y="224"/>
                  </a:lnTo>
                  <a:lnTo>
                    <a:pt x="19" y="262"/>
                  </a:lnTo>
                  <a:lnTo>
                    <a:pt x="11" y="301"/>
                  </a:lnTo>
                  <a:lnTo>
                    <a:pt x="5" y="340"/>
                  </a:lnTo>
                  <a:lnTo>
                    <a:pt x="2" y="384"/>
                  </a:lnTo>
                  <a:lnTo>
                    <a:pt x="0" y="426"/>
                  </a:lnTo>
                  <a:lnTo>
                    <a:pt x="12" y="426"/>
                  </a:lnTo>
                  <a:lnTo>
                    <a:pt x="13" y="384"/>
                  </a:lnTo>
                  <a:lnTo>
                    <a:pt x="17" y="343"/>
                  </a:lnTo>
                  <a:lnTo>
                    <a:pt x="23" y="303"/>
                  </a:lnTo>
                  <a:lnTo>
                    <a:pt x="31" y="264"/>
                  </a:lnTo>
                  <a:lnTo>
                    <a:pt x="41" y="229"/>
                  </a:lnTo>
                  <a:lnTo>
                    <a:pt x="53" y="195"/>
                  </a:lnTo>
                  <a:lnTo>
                    <a:pt x="67" y="162"/>
                  </a:lnTo>
                  <a:lnTo>
                    <a:pt x="82" y="133"/>
                  </a:lnTo>
                  <a:lnTo>
                    <a:pt x="99" y="106"/>
                  </a:lnTo>
                  <a:lnTo>
                    <a:pt x="118" y="83"/>
                  </a:lnTo>
                  <a:lnTo>
                    <a:pt x="136" y="63"/>
                  </a:lnTo>
                  <a:lnTo>
                    <a:pt x="156" y="44"/>
                  </a:lnTo>
                  <a:lnTo>
                    <a:pt x="179" y="31"/>
                  </a:lnTo>
                  <a:lnTo>
                    <a:pt x="200" y="20"/>
                  </a:lnTo>
                  <a:lnTo>
                    <a:pt x="222" y="15"/>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4322" name="Freeform 66"/>
            <p:cNvSpPr>
              <a:spLocks/>
            </p:cNvSpPr>
            <p:nvPr/>
          </p:nvSpPr>
          <p:spPr bwMode="auto">
            <a:xfrm>
              <a:off x="1384" y="1859"/>
              <a:ext cx="49" cy="84"/>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1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3" y="382"/>
                  </a:lnTo>
                  <a:lnTo>
                    <a:pt x="240" y="339"/>
                  </a:lnTo>
                  <a:lnTo>
                    <a:pt x="234" y="299"/>
                  </a:lnTo>
                  <a:lnTo>
                    <a:pt x="226" y="261"/>
                  </a:lnTo>
                  <a:lnTo>
                    <a:pt x="215" y="222"/>
                  </a:lnTo>
                  <a:lnTo>
                    <a:pt x="204" y="188"/>
                  </a:lnTo>
                  <a:lnTo>
                    <a:pt x="189" y="156"/>
                  </a:lnTo>
                  <a:lnTo>
                    <a:pt x="173" y="125"/>
                  </a:lnTo>
                  <a:lnTo>
                    <a:pt x="155" y="98"/>
                  </a:lnTo>
                  <a:lnTo>
                    <a:pt x="138" y="74"/>
                  </a:lnTo>
                  <a:lnTo>
                    <a:pt x="118" y="51"/>
                  </a:lnTo>
                  <a:lnTo>
                    <a:pt x="96" y="34"/>
                  </a:lnTo>
                  <a:lnTo>
                    <a:pt x="73" y="18"/>
                  </a:lnTo>
                  <a:lnTo>
                    <a:pt x="50" y="8"/>
                  </a:lnTo>
                  <a:lnTo>
                    <a:pt x="25" y="2"/>
                  </a:lnTo>
                  <a:lnTo>
                    <a:pt x="0" y="0"/>
                  </a:lnTo>
                  <a:lnTo>
                    <a:pt x="0" y="11"/>
                  </a:lnTo>
                  <a:lnTo>
                    <a:pt x="23" y="14"/>
                  </a:lnTo>
                  <a:lnTo>
                    <a:pt x="45" y="20"/>
                  </a:lnTo>
                  <a:lnTo>
                    <a:pt x="66" y="30"/>
                  </a:lnTo>
                  <a:lnTo>
                    <a:pt x="89" y="43"/>
                  </a:lnTo>
                  <a:lnTo>
                    <a:pt x="109" y="61"/>
                  </a:lnTo>
                  <a:lnTo>
                    <a:pt x="129" y="81"/>
                  </a:lnTo>
                  <a:lnTo>
                    <a:pt x="146" y="105"/>
                  </a:lnTo>
                  <a:lnTo>
                    <a:pt x="164" y="132"/>
                  </a:lnTo>
                  <a:lnTo>
                    <a:pt x="178" y="160"/>
                  </a:lnTo>
                  <a:lnTo>
                    <a:pt x="192" y="193"/>
                  </a:lnTo>
                  <a:lnTo>
                    <a:pt x="204" y="227"/>
                  </a:lnTo>
                  <a:lnTo>
                    <a:pt x="214" y="264"/>
                  </a:lnTo>
                  <a:lnTo>
                    <a:pt x="222" y="301"/>
                  </a:lnTo>
                  <a:lnTo>
                    <a:pt x="228"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4323" name="Freeform 67"/>
            <p:cNvSpPr>
              <a:spLocks/>
            </p:cNvSpPr>
            <p:nvPr/>
          </p:nvSpPr>
          <p:spPr bwMode="auto">
            <a:xfrm>
              <a:off x="1384" y="1943"/>
              <a:ext cx="49" cy="86"/>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5" y="423"/>
                  </a:lnTo>
                  <a:lnTo>
                    <a:pt x="50" y="418"/>
                  </a:lnTo>
                  <a:lnTo>
                    <a:pt x="73" y="407"/>
                  </a:lnTo>
                  <a:lnTo>
                    <a:pt x="96" y="392"/>
                  </a:lnTo>
                  <a:lnTo>
                    <a:pt x="118" y="374"/>
                  </a:lnTo>
                  <a:lnTo>
                    <a:pt x="138" y="352"/>
                  </a:lnTo>
                  <a:lnTo>
                    <a:pt x="155" y="327"/>
                  </a:lnTo>
                  <a:lnTo>
                    <a:pt x="174" y="300"/>
                  </a:lnTo>
                  <a:lnTo>
                    <a:pt x="189" y="269"/>
                  </a:lnTo>
                  <a:lnTo>
                    <a:pt x="204" y="237"/>
                  </a:lnTo>
                  <a:lnTo>
                    <a:pt x="215" y="202"/>
                  </a:lnTo>
                  <a:lnTo>
                    <a:pt x="226" y="164"/>
                  </a:lnTo>
                  <a:lnTo>
                    <a:pt x="234" y="126"/>
                  </a:lnTo>
                  <a:lnTo>
                    <a:pt x="240" y="86"/>
                  </a:lnTo>
                  <a:lnTo>
                    <a:pt x="243" y="42"/>
                  </a:lnTo>
                  <a:lnTo>
                    <a:pt x="245" y="0"/>
                  </a:lnTo>
                  <a:lnTo>
                    <a:pt x="233" y="0"/>
                  </a:lnTo>
                  <a:lnTo>
                    <a:pt x="232" y="42"/>
                  </a:lnTo>
                  <a:lnTo>
                    <a:pt x="228" y="83"/>
                  </a:lnTo>
                  <a:lnTo>
                    <a:pt x="222" y="123"/>
                  </a:lnTo>
                  <a:lnTo>
                    <a:pt x="214" y="162"/>
                  </a:lnTo>
                  <a:lnTo>
                    <a:pt x="204" y="197"/>
                  </a:lnTo>
                  <a:lnTo>
                    <a:pt x="192" y="232"/>
                  </a:lnTo>
                  <a:lnTo>
                    <a:pt x="178" y="264"/>
                  </a:lnTo>
                  <a:lnTo>
                    <a:pt x="163" y="293"/>
                  </a:lnTo>
                  <a:lnTo>
                    <a:pt x="146" y="320"/>
                  </a:lnTo>
                  <a:lnTo>
                    <a:pt x="129" y="345"/>
                  </a:lnTo>
                  <a:lnTo>
                    <a:pt x="109" y="365"/>
                  </a:lnTo>
                  <a:lnTo>
                    <a:pt x="89" y="382"/>
                  </a:lnTo>
                  <a:lnTo>
                    <a:pt x="66" y="395"/>
                  </a:lnTo>
                  <a:lnTo>
                    <a:pt x="45" y="406"/>
                  </a:lnTo>
                  <a:lnTo>
                    <a:pt x="23"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4324" name="Freeform 68"/>
            <p:cNvSpPr>
              <a:spLocks/>
            </p:cNvSpPr>
            <p:nvPr/>
          </p:nvSpPr>
          <p:spPr bwMode="auto">
            <a:xfrm>
              <a:off x="1335" y="1943"/>
              <a:ext cx="49" cy="86"/>
            </a:xfrm>
            <a:custGeom>
              <a:avLst/>
              <a:gdLst>
                <a:gd name="T0" fmla="*/ 0 w 246"/>
                <a:gd name="T1" fmla="*/ 0 h 426"/>
                <a:gd name="T2" fmla="*/ 0 w 246"/>
                <a:gd name="T3" fmla="*/ 0 h 426"/>
                <a:gd name="T4" fmla="*/ 0 w 246"/>
                <a:gd name="T5" fmla="*/ 0 h 426"/>
                <a:gd name="T6" fmla="*/ 0 w 246"/>
                <a:gd name="T7" fmla="*/ 1 h 426"/>
                <a:gd name="T8" fmla="*/ 0 w 246"/>
                <a:gd name="T9" fmla="*/ 1 h 426"/>
                <a:gd name="T10" fmla="*/ 0 w 246"/>
                <a:gd name="T11" fmla="*/ 1 h 426"/>
                <a:gd name="T12" fmla="*/ 0 w 246"/>
                <a:gd name="T13" fmla="*/ 2 h 426"/>
                <a:gd name="T14" fmla="*/ 0 w 246"/>
                <a:gd name="T15" fmla="*/ 2 h 426"/>
                <a:gd name="T16" fmla="*/ 0 w 246"/>
                <a:gd name="T17" fmla="*/ 2 h 426"/>
                <a:gd name="T18" fmla="*/ 1 w 246"/>
                <a:gd name="T19" fmla="*/ 2 h 426"/>
                <a:gd name="T20" fmla="*/ 1 w 246"/>
                <a:gd name="T21" fmla="*/ 3 h 426"/>
                <a:gd name="T22" fmla="*/ 1 w 246"/>
                <a:gd name="T23" fmla="*/ 3 h 426"/>
                <a:gd name="T24" fmla="*/ 1 w 246"/>
                <a:gd name="T25" fmla="*/ 3 h 426"/>
                <a:gd name="T26" fmla="*/ 1 w 246"/>
                <a:gd name="T27" fmla="*/ 3 h 426"/>
                <a:gd name="T28" fmla="*/ 1 w 246"/>
                <a:gd name="T29" fmla="*/ 3 h 426"/>
                <a:gd name="T30" fmla="*/ 2 w 246"/>
                <a:gd name="T31" fmla="*/ 3 h 426"/>
                <a:gd name="T32" fmla="*/ 2 w 246"/>
                <a:gd name="T33" fmla="*/ 3 h 426"/>
                <a:gd name="T34" fmla="*/ 2 w 246"/>
                <a:gd name="T35" fmla="*/ 3 h 426"/>
                <a:gd name="T36" fmla="*/ 2 w 246"/>
                <a:gd name="T37" fmla="*/ 3 h 426"/>
                <a:gd name="T38" fmla="*/ 2 w 246"/>
                <a:gd name="T39" fmla="*/ 3 h 426"/>
                <a:gd name="T40" fmla="*/ 2 w 246"/>
                <a:gd name="T41" fmla="*/ 3 h 426"/>
                <a:gd name="T42" fmla="*/ 1 w 246"/>
                <a:gd name="T43" fmla="*/ 3 h 426"/>
                <a:gd name="T44" fmla="*/ 1 w 246"/>
                <a:gd name="T45" fmla="*/ 3 h 426"/>
                <a:gd name="T46" fmla="*/ 1 w 246"/>
                <a:gd name="T47" fmla="*/ 3 h 426"/>
                <a:gd name="T48" fmla="*/ 1 w 246"/>
                <a:gd name="T49" fmla="*/ 3 h 426"/>
                <a:gd name="T50" fmla="*/ 1 w 246"/>
                <a:gd name="T51" fmla="*/ 3 h 426"/>
                <a:gd name="T52" fmla="*/ 1 w 246"/>
                <a:gd name="T53" fmla="*/ 2 h 426"/>
                <a:gd name="T54" fmla="*/ 1 w 246"/>
                <a:gd name="T55" fmla="*/ 2 h 426"/>
                <a:gd name="T56" fmla="*/ 0 w 246"/>
                <a:gd name="T57" fmla="*/ 2 h 426"/>
                <a:gd name="T58" fmla="*/ 0 w 246"/>
                <a:gd name="T59" fmla="*/ 2 h 426"/>
                <a:gd name="T60" fmla="*/ 0 w 246"/>
                <a:gd name="T61" fmla="*/ 1 h 426"/>
                <a:gd name="T62" fmla="*/ 0 w 246"/>
                <a:gd name="T63" fmla="*/ 1 h 426"/>
                <a:gd name="T64" fmla="*/ 0 w 246"/>
                <a:gd name="T65" fmla="*/ 1 h 426"/>
                <a:gd name="T66" fmla="*/ 0 w 246"/>
                <a:gd name="T67" fmla="*/ 0 h 426"/>
                <a:gd name="T68" fmla="*/ 0 w 246"/>
                <a:gd name="T69" fmla="*/ 0 h 426"/>
                <a:gd name="T70" fmla="*/ 0 w 246"/>
                <a:gd name="T71" fmla="*/ 0 h 426"/>
                <a:gd name="T72" fmla="*/ 0 w 246"/>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0"/>
                  </a:moveTo>
                  <a:lnTo>
                    <a:pt x="0" y="0"/>
                  </a:lnTo>
                  <a:lnTo>
                    <a:pt x="1" y="42"/>
                  </a:lnTo>
                  <a:lnTo>
                    <a:pt x="4" y="86"/>
                  </a:lnTo>
                  <a:lnTo>
                    <a:pt x="10" y="126"/>
                  </a:lnTo>
                  <a:lnTo>
                    <a:pt x="18" y="164"/>
                  </a:lnTo>
                  <a:lnTo>
                    <a:pt x="29" y="202"/>
                  </a:lnTo>
                  <a:lnTo>
                    <a:pt x="41" y="237"/>
                  </a:lnTo>
                  <a:lnTo>
                    <a:pt x="55" y="269"/>
                  </a:lnTo>
                  <a:lnTo>
                    <a:pt x="71" y="300"/>
                  </a:lnTo>
                  <a:lnTo>
                    <a:pt x="89" y="327"/>
                  </a:lnTo>
                  <a:lnTo>
                    <a:pt x="107" y="352"/>
                  </a:lnTo>
                  <a:lnTo>
                    <a:pt x="127" y="374"/>
                  </a:lnTo>
                  <a:lnTo>
                    <a:pt x="150" y="392"/>
                  </a:lnTo>
                  <a:lnTo>
                    <a:pt x="171" y="407"/>
                  </a:lnTo>
                  <a:lnTo>
                    <a:pt x="195" y="418"/>
                  </a:lnTo>
                  <a:lnTo>
                    <a:pt x="220" y="423"/>
                  </a:lnTo>
                  <a:lnTo>
                    <a:pt x="246" y="426"/>
                  </a:lnTo>
                  <a:lnTo>
                    <a:pt x="246" y="414"/>
                  </a:lnTo>
                  <a:lnTo>
                    <a:pt x="222" y="412"/>
                  </a:lnTo>
                  <a:lnTo>
                    <a:pt x="200" y="406"/>
                  </a:lnTo>
                  <a:lnTo>
                    <a:pt x="178" y="395"/>
                  </a:lnTo>
                  <a:lnTo>
                    <a:pt x="157" y="382"/>
                  </a:lnTo>
                  <a:lnTo>
                    <a:pt x="137" y="365"/>
                  </a:lnTo>
                  <a:lnTo>
                    <a:pt x="117" y="345"/>
                  </a:lnTo>
                  <a:lnTo>
                    <a:pt x="98" y="320"/>
                  </a:lnTo>
                  <a:lnTo>
                    <a:pt x="83" y="293"/>
                  </a:lnTo>
                  <a:lnTo>
                    <a:pt x="66" y="264"/>
                  </a:lnTo>
                  <a:lnTo>
                    <a:pt x="52" y="232"/>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4325" name="Freeform 69"/>
            <p:cNvSpPr>
              <a:spLocks/>
            </p:cNvSpPr>
            <p:nvPr/>
          </p:nvSpPr>
          <p:spPr bwMode="auto">
            <a:xfrm>
              <a:off x="1335" y="1859"/>
              <a:ext cx="49" cy="84"/>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1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0" y="2"/>
                  </a:lnTo>
                  <a:lnTo>
                    <a:pt x="195" y="8"/>
                  </a:lnTo>
                  <a:lnTo>
                    <a:pt x="171" y="18"/>
                  </a:lnTo>
                  <a:lnTo>
                    <a:pt x="150" y="34"/>
                  </a:lnTo>
                  <a:lnTo>
                    <a:pt x="127" y="51"/>
                  </a:lnTo>
                  <a:lnTo>
                    <a:pt x="107" y="74"/>
                  </a:lnTo>
                  <a:lnTo>
                    <a:pt x="89" y="98"/>
                  </a:lnTo>
                  <a:lnTo>
                    <a:pt x="72" y="125"/>
                  </a:lnTo>
                  <a:lnTo>
                    <a:pt x="55" y="156"/>
                  </a:lnTo>
                  <a:lnTo>
                    <a:pt x="41" y="188"/>
                  </a:lnTo>
                  <a:lnTo>
                    <a:pt x="29" y="222"/>
                  </a:lnTo>
                  <a:lnTo>
                    <a:pt x="18" y="261"/>
                  </a:lnTo>
                  <a:lnTo>
                    <a:pt x="10" y="299"/>
                  </a:lnTo>
                  <a:lnTo>
                    <a:pt x="4" y="339"/>
                  </a:lnTo>
                  <a:lnTo>
                    <a:pt x="1" y="382"/>
                  </a:lnTo>
                  <a:lnTo>
                    <a:pt x="0" y="424"/>
                  </a:lnTo>
                  <a:lnTo>
                    <a:pt x="11" y="424"/>
                  </a:lnTo>
                  <a:lnTo>
                    <a:pt x="13" y="382"/>
                  </a:lnTo>
                  <a:lnTo>
                    <a:pt x="16" y="341"/>
                  </a:lnTo>
                  <a:lnTo>
                    <a:pt x="22" y="301"/>
                  </a:lnTo>
                  <a:lnTo>
                    <a:pt x="30" y="264"/>
                  </a:lnTo>
                  <a:lnTo>
                    <a:pt x="41" y="227"/>
                  </a:lnTo>
                  <a:lnTo>
                    <a:pt x="52" y="193"/>
                  </a:lnTo>
                  <a:lnTo>
                    <a:pt x="66" y="160"/>
                  </a:lnTo>
                  <a:lnTo>
                    <a:pt x="82" y="132"/>
                  </a:lnTo>
                  <a:lnTo>
                    <a:pt x="98" y="105"/>
                  </a:lnTo>
                  <a:lnTo>
                    <a:pt x="117" y="81"/>
                  </a:lnTo>
                  <a:lnTo>
                    <a:pt x="137" y="61"/>
                  </a:lnTo>
                  <a:lnTo>
                    <a:pt x="157" y="43"/>
                  </a:lnTo>
                  <a:lnTo>
                    <a:pt x="178" y="30"/>
                  </a:lnTo>
                  <a:lnTo>
                    <a:pt x="200" y="20"/>
                  </a:lnTo>
                  <a:lnTo>
                    <a:pt x="222" y="14"/>
                  </a:lnTo>
                  <a:lnTo>
                    <a:pt x="246" y="11"/>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4326" name="Freeform 70"/>
            <p:cNvSpPr>
              <a:spLocks/>
            </p:cNvSpPr>
            <p:nvPr/>
          </p:nvSpPr>
          <p:spPr bwMode="auto">
            <a:xfrm>
              <a:off x="1552" y="1751"/>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1" y="339"/>
                  </a:lnTo>
                  <a:lnTo>
                    <a:pt x="235" y="299"/>
                  </a:lnTo>
                  <a:lnTo>
                    <a:pt x="226" y="261"/>
                  </a:lnTo>
                  <a:lnTo>
                    <a:pt x="216" y="223"/>
                  </a:lnTo>
                  <a:lnTo>
                    <a:pt x="204" y="189"/>
                  </a:lnTo>
                  <a:lnTo>
                    <a:pt x="190" y="156"/>
                  </a:lnTo>
                  <a:lnTo>
                    <a:pt x="174" y="125"/>
                  </a:lnTo>
                  <a:lnTo>
                    <a:pt x="156" y="98"/>
                  </a:lnTo>
                  <a:lnTo>
                    <a:pt x="137" y="74"/>
                  </a:lnTo>
                  <a:lnTo>
                    <a:pt x="119" y="52"/>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8" y="81"/>
                  </a:lnTo>
                  <a:lnTo>
                    <a:pt x="147" y="105"/>
                  </a:lnTo>
                  <a:lnTo>
                    <a:pt x="164" y="132"/>
                  </a:lnTo>
                  <a:lnTo>
                    <a:pt x="178" y="161"/>
                  </a:lnTo>
                  <a:lnTo>
                    <a:pt x="193" y="193"/>
                  </a:lnTo>
                  <a:lnTo>
                    <a:pt x="204" y="227"/>
                  </a:lnTo>
                  <a:lnTo>
                    <a:pt x="215" y="264"/>
                  </a:lnTo>
                  <a:lnTo>
                    <a:pt x="223" y="301"/>
                  </a:lnTo>
                  <a:lnTo>
                    <a:pt x="229" y="341"/>
                  </a:lnTo>
                  <a:lnTo>
                    <a:pt x="232" y="382"/>
                  </a:lnTo>
                  <a:lnTo>
                    <a:pt x="234"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4327" name="Freeform 71"/>
            <p:cNvSpPr>
              <a:spLocks/>
            </p:cNvSpPr>
            <p:nvPr/>
          </p:nvSpPr>
          <p:spPr bwMode="auto">
            <a:xfrm>
              <a:off x="1552" y="1836"/>
              <a:ext cx="49" cy="85"/>
            </a:xfrm>
            <a:custGeom>
              <a:avLst/>
              <a:gdLst>
                <a:gd name="T0" fmla="*/ 0 w 245"/>
                <a:gd name="T1" fmla="*/ 3 h 425"/>
                <a:gd name="T2" fmla="*/ 0 w 245"/>
                <a:gd name="T3" fmla="*/ 3 h 425"/>
                <a:gd name="T4" fmla="*/ 0 w 245"/>
                <a:gd name="T5" fmla="*/ 3 h 425"/>
                <a:gd name="T6" fmla="*/ 0 w 245"/>
                <a:gd name="T7" fmla="*/ 3 h 425"/>
                <a:gd name="T8" fmla="*/ 1 w 245"/>
                <a:gd name="T9" fmla="*/ 3 h 425"/>
                <a:gd name="T10" fmla="*/ 1 w 245"/>
                <a:gd name="T11" fmla="*/ 3 h 425"/>
                <a:gd name="T12" fmla="*/ 1 w 245"/>
                <a:gd name="T13" fmla="*/ 3 h 425"/>
                <a:gd name="T14" fmla="*/ 1 w 245"/>
                <a:gd name="T15" fmla="*/ 3 h 425"/>
                <a:gd name="T16" fmla="*/ 1 w 245"/>
                <a:gd name="T17" fmla="*/ 3 h 425"/>
                <a:gd name="T18" fmla="*/ 1 w 245"/>
                <a:gd name="T19" fmla="*/ 2 h 425"/>
                <a:gd name="T20" fmla="*/ 2 w 245"/>
                <a:gd name="T21" fmla="*/ 2 h 425"/>
                <a:gd name="T22" fmla="*/ 2 w 245"/>
                <a:gd name="T23" fmla="*/ 2 h 425"/>
                <a:gd name="T24" fmla="*/ 2 w 245"/>
                <a:gd name="T25" fmla="*/ 2 h 425"/>
                <a:gd name="T26" fmla="*/ 2 w 245"/>
                <a:gd name="T27" fmla="*/ 1 h 425"/>
                <a:gd name="T28" fmla="*/ 2 w 245"/>
                <a:gd name="T29" fmla="*/ 1 h 425"/>
                <a:gd name="T30" fmla="*/ 2 w 245"/>
                <a:gd name="T31" fmla="*/ 1 h 425"/>
                <a:gd name="T32" fmla="*/ 2 w 245"/>
                <a:gd name="T33" fmla="*/ 0 h 425"/>
                <a:gd name="T34" fmla="*/ 2 w 245"/>
                <a:gd name="T35" fmla="*/ 0 h 425"/>
                <a:gd name="T36" fmla="*/ 2 w 245"/>
                <a:gd name="T37" fmla="*/ 0 h 425"/>
                <a:gd name="T38" fmla="*/ 2 w 245"/>
                <a:gd name="T39" fmla="*/ 0 h 425"/>
                <a:gd name="T40" fmla="*/ 2 w 245"/>
                <a:gd name="T41" fmla="*/ 1 h 425"/>
                <a:gd name="T42" fmla="*/ 2 w 245"/>
                <a:gd name="T43" fmla="*/ 1 h 425"/>
                <a:gd name="T44" fmla="*/ 2 w 245"/>
                <a:gd name="T45" fmla="*/ 1 h 425"/>
                <a:gd name="T46" fmla="*/ 2 w 245"/>
                <a:gd name="T47" fmla="*/ 2 h 425"/>
                <a:gd name="T48" fmla="*/ 2 w 245"/>
                <a:gd name="T49" fmla="*/ 2 h 425"/>
                <a:gd name="T50" fmla="*/ 1 w 245"/>
                <a:gd name="T51" fmla="*/ 2 h 425"/>
                <a:gd name="T52" fmla="*/ 1 w 245"/>
                <a:gd name="T53" fmla="*/ 2 h 425"/>
                <a:gd name="T54" fmla="*/ 1 w 245"/>
                <a:gd name="T55" fmla="*/ 3 h 425"/>
                <a:gd name="T56" fmla="*/ 1 w 245"/>
                <a:gd name="T57" fmla="*/ 3 h 425"/>
                <a:gd name="T58" fmla="*/ 1 w 245"/>
                <a:gd name="T59" fmla="*/ 3 h 425"/>
                <a:gd name="T60" fmla="*/ 1 w 245"/>
                <a:gd name="T61" fmla="*/ 3 h 425"/>
                <a:gd name="T62" fmla="*/ 1 w 245"/>
                <a:gd name="T63" fmla="*/ 3 h 425"/>
                <a:gd name="T64" fmla="*/ 0 w 245"/>
                <a:gd name="T65" fmla="*/ 3 h 425"/>
                <a:gd name="T66" fmla="*/ 0 w 245"/>
                <a:gd name="T67" fmla="*/ 3 h 425"/>
                <a:gd name="T68" fmla="*/ 0 w 245"/>
                <a:gd name="T69" fmla="*/ 3 h 425"/>
                <a:gd name="T70" fmla="*/ 0 w 245"/>
                <a:gd name="T71" fmla="*/ 3 h 425"/>
                <a:gd name="T72" fmla="*/ 0 w 245"/>
                <a:gd name="T73" fmla="*/ 3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5"/>
                <a:gd name="T113" fmla="*/ 245 w 245"/>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5">
                  <a:moveTo>
                    <a:pt x="0" y="425"/>
                  </a:moveTo>
                  <a:lnTo>
                    <a:pt x="0" y="425"/>
                  </a:lnTo>
                  <a:lnTo>
                    <a:pt x="26" y="422"/>
                  </a:lnTo>
                  <a:lnTo>
                    <a:pt x="51" y="417"/>
                  </a:lnTo>
                  <a:lnTo>
                    <a:pt x="74" y="406"/>
                  </a:lnTo>
                  <a:lnTo>
                    <a:pt x="96" y="391"/>
                  </a:lnTo>
                  <a:lnTo>
                    <a:pt x="119" y="373"/>
                  </a:lnTo>
                  <a:lnTo>
                    <a:pt x="137" y="351"/>
                  </a:lnTo>
                  <a:lnTo>
                    <a:pt x="156" y="326"/>
                  </a:lnTo>
                  <a:lnTo>
                    <a:pt x="174" y="299"/>
                  </a:lnTo>
                  <a:lnTo>
                    <a:pt x="190" y="269"/>
                  </a:lnTo>
                  <a:lnTo>
                    <a:pt x="204" y="236"/>
                  </a:lnTo>
                  <a:lnTo>
                    <a:pt x="216" y="202"/>
                  </a:lnTo>
                  <a:lnTo>
                    <a:pt x="226" y="163"/>
                  </a:lnTo>
                  <a:lnTo>
                    <a:pt x="235" y="126"/>
                  </a:lnTo>
                  <a:lnTo>
                    <a:pt x="241" y="86"/>
                  </a:lnTo>
                  <a:lnTo>
                    <a:pt x="244" y="43"/>
                  </a:lnTo>
                  <a:lnTo>
                    <a:pt x="245" y="0"/>
                  </a:lnTo>
                  <a:lnTo>
                    <a:pt x="234" y="0"/>
                  </a:lnTo>
                  <a:lnTo>
                    <a:pt x="232" y="43"/>
                  </a:lnTo>
                  <a:lnTo>
                    <a:pt x="229" y="84"/>
                  </a:lnTo>
                  <a:lnTo>
                    <a:pt x="223" y="123"/>
                  </a:lnTo>
                  <a:lnTo>
                    <a:pt x="215" y="161"/>
                  </a:lnTo>
                  <a:lnTo>
                    <a:pt x="204" y="197"/>
                  </a:lnTo>
                  <a:lnTo>
                    <a:pt x="193" y="231"/>
                  </a:lnTo>
                  <a:lnTo>
                    <a:pt x="178" y="264"/>
                  </a:lnTo>
                  <a:lnTo>
                    <a:pt x="164" y="292"/>
                  </a:lnTo>
                  <a:lnTo>
                    <a:pt x="147" y="319"/>
                  </a:lnTo>
                  <a:lnTo>
                    <a:pt x="128" y="344"/>
                  </a:lnTo>
                  <a:lnTo>
                    <a:pt x="109" y="364"/>
                  </a:lnTo>
                  <a:lnTo>
                    <a:pt x="89" y="381"/>
                  </a:lnTo>
                  <a:lnTo>
                    <a:pt x="67" y="394"/>
                  </a:lnTo>
                  <a:lnTo>
                    <a:pt x="46" y="405"/>
                  </a:lnTo>
                  <a:lnTo>
                    <a:pt x="24" y="411"/>
                  </a:lnTo>
                  <a:lnTo>
                    <a:pt x="0" y="413"/>
                  </a:lnTo>
                  <a:lnTo>
                    <a:pt x="0" y="425"/>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4328" name="Freeform 72"/>
            <p:cNvSpPr>
              <a:spLocks/>
            </p:cNvSpPr>
            <p:nvPr/>
          </p:nvSpPr>
          <p:spPr bwMode="auto">
            <a:xfrm>
              <a:off x="1502" y="1836"/>
              <a:ext cx="50" cy="85"/>
            </a:xfrm>
            <a:custGeom>
              <a:avLst/>
              <a:gdLst>
                <a:gd name="T0" fmla="*/ 0 w 246"/>
                <a:gd name="T1" fmla="*/ 0 h 425"/>
                <a:gd name="T2" fmla="*/ 0 w 246"/>
                <a:gd name="T3" fmla="*/ 0 h 425"/>
                <a:gd name="T4" fmla="*/ 0 w 246"/>
                <a:gd name="T5" fmla="*/ 0 h 425"/>
                <a:gd name="T6" fmla="*/ 0 w 246"/>
                <a:gd name="T7" fmla="*/ 1 h 425"/>
                <a:gd name="T8" fmla="*/ 0 w 246"/>
                <a:gd name="T9" fmla="*/ 1 h 425"/>
                <a:gd name="T10" fmla="*/ 0 w 246"/>
                <a:gd name="T11" fmla="*/ 1 h 425"/>
                <a:gd name="T12" fmla="*/ 0 w 246"/>
                <a:gd name="T13" fmla="*/ 2 h 425"/>
                <a:gd name="T14" fmla="*/ 0 w 246"/>
                <a:gd name="T15" fmla="*/ 2 h 425"/>
                <a:gd name="T16" fmla="*/ 0 w 246"/>
                <a:gd name="T17" fmla="*/ 2 h 425"/>
                <a:gd name="T18" fmla="*/ 1 w 246"/>
                <a:gd name="T19" fmla="*/ 2 h 425"/>
                <a:gd name="T20" fmla="*/ 1 w 246"/>
                <a:gd name="T21" fmla="*/ 3 h 425"/>
                <a:gd name="T22" fmla="*/ 1 w 246"/>
                <a:gd name="T23" fmla="*/ 3 h 425"/>
                <a:gd name="T24" fmla="*/ 1 w 246"/>
                <a:gd name="T25" fmla="*/ 3 h 425"/>
                <a:gd name="T26" fmla="*/ 1 w 246"/>
                <a:gd name="T27" fmla="*/ 3 h 425"/>
                <a:gd name="T28" fmla="*/ 1 w 246"/>
                <a:gd name="T29" fmla="*/ 3 h 425"/>
                <a:gd name="T30" fmla="*/ 2 w 246"/>
                <a:gd name="T31" fmla="*/ 3 h 425"/>
                <a:gd name="T32" fmla="*/ 2 w 246"/>
                <a:gd name="T33" fmla="*/ 3 h 425"/>
                <a:gd name="T34" fmla="*/ 2 w 246"/>
                <a:gd name="T35" fmla="*/ 3 h 425"/>
                <a:gd name="T36" fmla="*/ 2 w 246"/>
                <a:gd name="T37" fmla="*/ 3 h 425"/>
                <a:gd name="T38" fmla="*/ 2 w 246"/>
                <a:gd name="T39" fmla="*/ 3 h 425"/>
                <a:gd name="T40" fmla="*/ 2 w 246"/>
                <a:gd name="T41" fmla="*/ 3 h 425"/>
                <a:gd name="T42" fmla="*/ 1 w 246"/>
                <a:gd name="T43" fmla="*/ 3 h 425"/>
                <a:gd name="T44" fmla="*/ 1 w 246"/>
                <a:gd name="T45" fmla="*/ 3 h 425"/>
                <a:gd name="T46" fmla="*/ 1 w 246"/>
                <a:gd name="T47" fmla="*/ 3 h 425"/>
                <a:gd name="T48" fmla="*/ 1 w 246"/>
                <a:gd name="T49" fmla="*/ 3 h 425"/>
                <a:gd name="T50" fmla="*/ 1 w 246"/>
                <a:gd name="T51" fmla="*/ 3 h 425"/>
                <a:gd name="T52" fmla="*/ 1 w 246"/>
                <a:gd name="T53" fmla="*/ 2 h 425"/>
                <a:gd name="T54" fmla="*/ 1 w 246"/>
                <a:gd name="T55" fmla="*/ 2 h 425"/>
                <a:gd name="T56" fmla="*/ 0 w 246"/>
                <a:gd name="T57" fmla="*/ 2 h 425"/>
                <a:gd name="T58" fmla="*/ 0 w 246"/>
                <a:gd name="T59" fmla="*/ 2 h 425"/>
                <a:gd name="T60" fmla="*/ 0 w 246"/>
                <a:gd name="T61" fmla="*/ 1 h 425"/>
                <a:gd name="T62" fmla="*/ 0 w 246"/>
                <a:gd name="T63" fmla="*/ 1 h 425"/>
                <a:gd name="T64" fmla="*/ 0 w 246"/>
                <a:gd name="T65" fmla="*/ 1 h 425"/>
                <a:gd name="T66" fmla="*/ 0 w 246"/>
                <a:gd name="T67" fmla="*/ 0 h 425"/>
                <a:gd name="T68" fmla="*/ 0 w 246"/>
                <a:gd name="T69" fmla="*/ 0 h 425"/>
                <a:gd name="T70" fmla="*/ 0 w 246"/>
                <a:gd name="T71" fmla="*/ 0 h 425"/>
                <a:gd name="T72" fmla="*/ 0 w 246"/>
                <a:gd name="T73" fmla="*/ 0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5"/>
                <a:gd name="T113" fmla="*/ 246 w 246"/>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5">
                  <a:moveTo>
                    <a:pt x="0" y="0"/>
                  </a:moveTo>
                  <a:lnTo>
                    <a:pt x="0" y="0"/>
                  </a:lnTo>
                  <a:lnTo>
                    <a:pt x="2" y="43"/>
                  </a:lnTo>
                  <a:lnTo>
                    <a:pt x="5" y="86"/>
                  </a:lnTo>
                  <a:lnTo>
                    <a:pt x="11" y="126"/>
                  </a:lnTo>
                  <a:lnTo>
                    <a:pt x="19" y="163"/>
                  </a:lnTo>
                  <a:lnTo>
                    <a:pt x="30" y="202"/>
                  </a:lnTo>
                  <a:lnTo>
                    <a:pt x="41" y="236"/>
                  </a:lnTo>
                  <a:lnTo>
                    <a:pt x="55" y="269"/>
                  </a:lnTo>
                  <a:lnTo>
                    <a:pt x="73" y="299"/>
                  </a:lnTo>
                  <a:lnTo>
                    <a:pt x="89" y="326"/>
                  </a:lnTo>
                  <a:lnTo>
                    <a:pt x="108" y="351"/>
                  </a:lnTo>
                  <a:lnTo>
                    <a:pt x="128" y="373"/>
                  </a:lnTo>
                  <a:lnTo>
                    <a:pt x="150" y="391"/>
                  </a:lnTo>
                  <a:lnTo>
                    <a:pt x="171" y="406"/>
                  </a:lnTo>
                  <a:lnTo>
                    <a:pt x="196" y="417"/>
                  </a:lnTo>
                  <a:lnTo>
                    <a:pt x="221" y="422"/>
                  </a:lnTo>
                  <a:lnTo>
                    <a:pt x="246" y="425"/>
                  </a:lnTo>
                  <a:lnTo>
                    <a:pt x="246" y="413"/>
                  </a:lnTo>
                  <a:lnTo>
                    <a:pt x="223" y="411"/>
                  </a:lnTo>
                  <a:lnTo>
                    <a:pt x="201" y="405"/>
                  </a:lnTo>
                  <a:lnTo>
                    <a:pt x="178" y="394"/>
                  </a:lnTo>
                  <a:lnTo>
                    <a:pt x="157" y="381"/>
                  </a:lnTo>
                  <a:lnTo>
                    <a:pt x="137" y="364"/>
                  </a:lnTo>
                  <a:lnTo>
                    <a:pt x="117" y="344"/>
                  </a:lnTo>
                  <a:lnTo>
                    <a:pt x="99" y="319"/>
                  </a:lnTo>
                  <a:lnTo>
                    <a:pt x="82" y="292"/>
                  </a:lnTo>
                  <a:lnTo>
                    <a:pt x="67" y="264"/>
                  </a:lnTo>
                  <a:lnTo>
                    <a:pt x="53" y="231"/>
                  </a:lnTo>
                  <a:lnTo>
                    <a:pt x="41" y="197"/>
                  </a:lnTo>
                  <a:lnTo>
                    <a:pt x="31" y="161"/>
                  </a:lnTo>
                  <a:lnTo>
                    <a:pt x="23" y="123"/>
                  </a:lnTo>
                  <a:lnTo>
                    <a:pt x="17" y="84"/>
                  </a:lnTo>
                  <a:lnTo>
                    <a:pt x="13" y="4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4329" name="Freeform 73"/>
            <p:cNvSpPr>
              <a:spLocks/>
            </p:cNvSpPr>
            <p:nvPr/>
          </p:nvSpPr>
          <p:spPr bwMode="auto">
            <a:xfrm>
              <a:off x="1502" y="1751"/>
              <a:ext cx="50" cy="85"/>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2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1" y="2"/>
                  </a:lnTo>
                  <a:lnTo>
                    <a:pt x="196" y="8"/>
                  </a:lnTo>
                  <a:lnTo>
                    <a:pt x="171" y="19"/>
                  </a:lnTo>
                  <a:lnTo>
                    <a:pt x="150" y="34"/>
                  </a:lnTo>
                  <a:lnTo>
                    <a:pt x="128" y="52"/>
                  </a:lnTo>
                  <a:lnTo>
                    <a:pt x="108" y="74"/>
                  </a:lnTo>
                  <a:lnTo>
                    <a:pt x="89" y="98"/>
                  </a:lnTo>
                  <a:lnTo>
                    <a:pt x="73" y="125"/>
                  </a:lnTo>
                  <a:lnTo>
                    <a:pt x="55" y="156"/>
                  </a:lnTo>
                  <a:lnTo>
                    <a:pt x="41" y="189"/>
                  </a:lnTo>
                  <a:lnTo>
                    <a:pt x="30" y="223"/>
                  </a:lnTo>
                  <a:lnTo>
                    <a:pt x="19" y="261"/>
                  </a:lnTo>
                  <a:lnTo>
                    <a:pt x="11" y="299"/>
                  </a:lnTo>
                  <a:lnTo>
                    <a:pt x="5" y="339"/>
                  </a:lnTo>
                  <a:lnTo>
                    <a:pt x="2" y="382"/>
                  </a:lnTo>
                  <a:lnTo>
                    <a:pt x="0" y="424"/>
                  </a:lnTo>
                  <a:lnTo>
                    <a:pt x="12" y="424"/>
                  </a:lnTo>
                  <a:lnTo>
                    <a:pt x="13" y="382"/>
                  </a:lnTo>
                  <a:lnTo>
                    <a:pt x="17" y="341"/>
                  </a:lnTo>
                  <a:lnTo>
                    <a:pt x="23" y="301"/>
                  </a:lnTo>
                  <a:lnTo>
                    <a:pt x="31" y="264"/>
                  </a:lnTo>
                  <a:lnTo>
                    <a:pt x="41" y="227"/>
                  </a:lnTo>
                  <a:lnTo>
                    <a:pt x="53" y="193"/>
                  </a:lnTo>
                  <a:lnTo>
                    <a:pt x="67" y="161"/>
                  </a:lnTo>
                  <a:lnTo>
                    <a:pt x="82" y="132"/>
                  </a:lnTo>
                  <a:lnTo>
                    <a:pt x="99" y="105"/>
                  </a:lnTo>
                  <a:lnTo>
                    <a:pt x="117" y="81"/>
                  </a:lnTo>
                  <a:lnTo>
                    <a:pt x="137" y="61"/>
                  </a:lnTo>
                  <a:lnTo>
                    <a:pt x="157" y="43"/>
                  </a:lnTo>
                  <a:lnTo>
                    <a:pt x="178" y="30"/>
                  </a:lnTo>
                  <a:lnTo>
                    <a:pt x="201" y="20"/>
                  </a:lnTo>
                  <a:lnTo>
                    <a:pt x="223" y="14"/>
                  </a:lnTo>
                  <a:lnTo>
                    <a:pt x="246" y="12"/>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4330" name="Freeform 74"/>
            <p:cNvSpPr>
              <a:spLocks/>
            </p:cNvSpPr>
            <p:nvPr/>
          </p:nvSpPr>
          <p:spPr bwMode="auto">
            <a:xfrm>
              <a:off x="1565" y="2016"/>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0" y="339"/>
                  </a:lnTo>
                  <a:lnTo>
                    <a:pt x="234" y="299"/>
                  </a:lnTo>
                  <a:lnTo>
                    <a:pt x="226" y="261"/>
                  </a:lnTo>
                  <a:lnTo>
                    <a:pt x="216" y="223"/>
                  </a:lnTo>
                  <a:lnTo>
                    <a:pt x="204" y="189"/>
                  </a:lnTo>
                  <a:lnTo>
                    <a:pt x="190" y="156"/>
                  </a:lnTo>
                  <a:lnTo>
                    <a:pt x="174" y="125"/>
                  </a:lnTo>
                  <a:lnTo>
                    <a:pt x="156" y="98"/>
                  </a:lnTo>
                  <a:lnTo>
                    <a:pt x="138" y="74"/>
                  </a:lnTo>
                  <a:lnTo>
                    <a:pt x="118" y="51"/>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9" y="81"/>
                  </a:lnTo>
                  <a:lnTo>
                    <a:pt x="147" y="105"/>
                  </a:lnTo>
                  <a:lnTo>
                    <a:pt x="164" y="132"/>
                  </a:lnTo>
                  <a:lnTo>
                    <a:pt x="178" y="160"/>
                  </a:lnTo>
                  <a:lnTo>
                    <a:pt x="192" y="193"/>
                  </a:lnTo>
                  <a:lnTo>
                    <a:pt x="204" y="227"/>
                  </a:lnTo>
                  <a:lnTo>
                    <a:pt x="215" y="264"/>
                  </a:lnTo>
                  <a:lnTo>
                    <a:pt x="223" y="301"/>
                  </a:lnTo>
                  <a:lnTo>
                    <a:pt x="229"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4331" name="Freeform 75"/>
            <p:cNvSpPr>
              <a:spLocks/>
            </p:cNvSpPr>
            <p:nvPr/>
          </p:nvSpPr>
          <p:spPr bwMode="auto">
            <a:xfrm>
              <a:off x="1565" y="2101"/>
              <a:ext cx="49" cy="85"/>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6" y="423"/>
                  </a:lnTo>
                  <a:lnTo>
                    <a:pt x="51" y="418"/>
                  </a:lnTo>
                  <a:lnTo>
                    <a:pt x="74" y="407"/>
                  </a:lnTo>
                  <a:lnTo>
                    <a:pt x="96" y="392"/>
                  </a:lnTo>
                  <a:lnTo>
                    <a:pt x="118" y="373"/>
                  </a:lnTo>
                  <a:lnTo>
                    <a:pt x="138" y="351"/>
                  </a:lnTo>
                  <a:lnTo>
                    <a:pt x="156" y="327"/>
                  </a:lnTo>
                  <a:lnTo>
                    <a:pt x="175" y="299"/>
                  </a:lnTo>
                  <a:lnTo>
                    <a:pt x="190" y="269"/>
                  </a:lnTo>
                  <a:lnTo>
                    <a:pt x="204" y="236"/>
                  </a:lnTo>
                  <a:lnTo>
                    <a:pt x="216" y="202"/>
                  </a:lnTo>
                  <a:lnTo>
                    <a:pt x="226" y="164"/>
                  </a:lnTo>
                  <a:lnTo>
                    <a:pt x="234" y="126"/>
                  </a:lnTo>
                  <a:lnTo>
                    <a:pt x="240" y="86"/>
                  </a:lnTo>
                  <a:lnTo>
                    <a:pt x="244" y="42"/>
                  </a:lnTo>
                  <a:lnTo>
                    <a:pt x="245" y="0"/>
                  </a:lnTo>
                  <a:lnTo>
                    <a:pt x="233" y="0"/>
                  </a:lnTo>
                  <a:lnTo>
                    <a:pt x="232" y="42"/>
                  </a:lnTo>
                  <a:lnTo>
                    <a:pt x="229" y="83"/>
                  </a:lnTo>
                  <a:lnTo>
                    <a:pt x="223" y="123"/>
                  </a:lnTo>
                  <a:lnTo>
                    <a:pt x="215" y="162"/>
                  </a:lnTo>
                  <a:lnTo>
                    <a:pt x="204" y="197"/>
                  </a:lnTo>
                  <a:lnTo>
                    <a:pt x="192" y="231"/>
                  </a:lnTo>
                  <a:lnTo>
                    <a:pt x="178" y="264"/>
                  </a:lnTo>
                  <a:lnTo>
                    <a:pt x="163" y="292"/>
                  </a:lnTo>
                  <a:lnTo>
                    <a:pt x="147" y="320"/>
                  </a:lnTo>
                  <a:lnTo>
                    <a:pt x="129" y="344"/>
                  </a:lnTo>
                  <a:lnTo>
                    <a:pt x="109" y="364"/>
                  </a:lnTo>
                  <a:lnTo>
                    <a:pt x="89" y="382"/>
                  </a:lnTo>
                  <a:lnTo>
                    <a:pt x="67" y="395"/>
                  </a:lnTo>
                  <a:lnTo>
                    <a:pt x="46" y="406"/>
                  </a:lnTo>
                  <a:lnTo>
                    <a:pt x="24"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4332" name="Freeform 76"/>
            <p:cNvSpPr>
              <a:spLocks/>
            </p:cNvSpPr>
            <p:nvPr/>
          </p:nvSpPr>
          <p:spPr bwMode="auto">
            <a:xfrm>
              <a:off x="1516" y="2101"/>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5" y="86"/>
                  </a:lnTo>
                  <a:lnTo>
                    <a:pt x="11" y="126"/>
                  </a:lnTo>
                  <a:lnTo>
                    <a:pt x="19" y="164"/>
                  </a:lnTo>
                  <a:lnTo>
                    <a:pt x="30" y="202"/>
                  </a:lnTo>
                  <a:lnTo>
                    <a:pt x="41" y="236"/>
                  </a:lnTo>
                  <a:lnTo>
                    <a:pt x="55" y="269"/>
                  </a:lnTo>
                  <a:lnTo>
                    <a:pt x="71" y="299"/>
                  </a:lnTo>
                  <a:lnTo>
                    <a:pt x="89" y="327"/>
                  </a:lnTo>
                  <a:lnTo>
                    <a:pt x="107" y="351"/>
                  </a:lnTo>
                  <a:lnTo>
                    <a:pt x="127" y="373"/>
                  </a:lnTo>
                  <a:lnTo>
                    <a:pt x="149" y="392"/>
                  </a:lnTo>
                  <a:lnTo>
                    <a:pt x="171" y="407"/>
                  </a:lnTo>
                  <a:lnTo>
                    <a:pt x="195" y="418"/>
                  </a:lnTo>
                  <a:lnTo>
                    <a:pt x="219" y="423"/>
                  </a:lnTo>
                  <a:lnTo>
                    <a:pt x="245" y="426"/>
                  </a:lnTo>
                  <a:lnTo>
                    <a:pt x="245" y="414"/>
                  </a:lnTo>
                  <a:lnTo>
                    <a:pt x="222" y="412"/>
                  </a:lnTo>
                  <a:lnTo>
                    <a:pt x="199" y="406"/>
                  </a:lnTo>
                  <a:lnTo>
                    <a:pt x="178" y="395"/>
                  </a:lnTo>
                  <a:lnTo>
                    <a:pt x="156" y="382"/>
                  </a:lnTo>
                  <a:lnTo>
                    <a:pt x="136" y="364"/>
                  </a:lnTo>
                  <a:lnTo>
                    <a:pt x="116" y="344"/>
                  </a:lnTo>
                  <a:lnTo>
                    <a:pt x="99" y="320"/>
                  </a:lnTo>
                  <a:lnTo>
                    <a:pt x="82" y="292"/>
                  </a:lnTo>
                  <a:lnTo>
                    <a:pt x="67" y="264"/>
                  </a:lnTo>
                  <a:lnTo>
                    <a:pt x="53" y="231"/>
                  </a:lnTo>
                  <a:lnTo>
                    <a:pt x="41" y="197"/>
                  </a:lnTo>
                  <a:lnTo>
                    <a:pt x="31" y="162"/>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4333" name="Freeform 77"/>
            <p:cNvSpPr>
              <a:spLocks/>
            </p:cNvSpPr>
            <p:nvPr/>
          </p:nvSpPr>
          <p:spPr bwMode="auto">
            <a:xfrm>
              <a:off x="1516" y="2016"/>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5" y="8"/>
                  </a:lnTo>
                  <a:lnTo>
                    <a:pt x="171" y="19"/>
                  </a:lnTo>
                  <a:lnTo>
                    <a:pt x="149" y="34"/>
                  </a:lnTo>
                  <a:lnTo>
                    <a:pt x="127" y="51"/>
                  </a:lnTo>
                  <a:lnTo>
                    <a:pt x="107" y="74"/>
                  </a:lnTo>
                  <a:lnTo>
                    <a:pt x="89" y="98"/>
                  </a:lnTo>
                  <a:lnTo>
                    <a:pt x="72" y="125"/>
                  </a:lnTo>
                  <a:lnTo>
                    <a:pt x="55" y="156"/>
                  </a:lnTo>
                  <a:lnTo>
                    <a:pt x="41" y="189"/>
                  </a:lnTo>
                  <a:lnTo>
                    <a:pt x="30" y="223"/>
                  </a:lnTo>
                  <a:lnTo>
                    <a:pt x="19" y="261"/>
                  </a:lnTo>
                  <a:lnTo>
                    <a:pt x="11" y="299"/>
                  </a:lnTo>
                  <a:lnTo>
                    <a:pt x="5" y="339"/>
                  </a:lnTo>
                  <a:lnTo>
                    <a:pt x="1" y="382"/>
                  </a:lnTo>
                  <a:lnTo>
                    <a:pt x="0" y="424"/>
                  </a:lnTo>
                  <a:lnTo>
                    <a:pt x="12" y="424"/>
                  </a:lnTo>
                  <a:lnTo>
                    <a:pt x="13" y="382"/>
                  </a:lnTo>
                  <a:lnTo>
                    <a:pt x="17" y="341"/>
                  </a:lnTo>
                  <a:lnTo>
                    <a:pt x="23" y="301"/>
                  </a:lnTo>
                  <a:lnTo>
                    <a:pt x="31" y="264"/>
                  </a:lnTo>
                  <a:lnTo>
                    <a:pt x="41" y="227"/>
                  </a:lnTo>
                  <a:lnTo>
                    <a:pt x="53" y="193"/>
                  </a:lnTo>
                  <a:lnTo>
                    <a:pt x="67" y="160"/>
                  </a:lnTo>
                  <a:lnTo>
                    <a:pt x="81" y="132"/>
                  </a:lnTo>
                  <a:lnTo>
                    <a:pt x="99" y="105"/>
                  </a:lnTo>
                  <a:lnTo>
                    <a:pt x="116" y="81"/>
                  </a:lnTo>
                  <a:lnTo>
                    <a:pt x="136" y="61"/>
                  </a:lnTo>
                  <a:lnTo>
                    <a:pt x="156" y="43"/>
                  </a:lnTo>
                  <a:lnTo>
                    <a:pt x="178" y="30"/>
                  </a:lnTo>
                  <a:lnTo>
                    <a:pt x="199" y="20"/>
                  </a:lnTo>
                  <a:lnTo>
                    <a:pt x="222"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sp>
        <p:nvSpPr>
          <p:cNvPr id="54280" name="Rectangle 79"/>
          <p:cNvSpPr>
            <a:spLocks noChangeArrowheads="1"/>
          </p:cNvSpPr>
          <p:nvPr/>
        </p:nvSpPr>
        <p:spPr bwMode="auto">
          <a:xfrm>
            <a:off x="611188" y="0"/>
            <a:ext cx="6388100" cy="6477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3000"/>
              <a:t>Sem. 1 - Lundi</a:t>
            </a:r>
          </a:p>
        </p:txBody>
      </p:sp>
      <p:sp>
        <p:nvSpPr>
          <p:cNvPr id="54281" name="Text Box 80"/>
          <p:cNvSpPr txBox="1">
            <a:spLocks noChangeArrowheads="1"/>
          </p:cNvSpPr>
          <p:nvPr/>
        </p:nvSpPr>
        <p:spPr bwMode="auto">
          <a:xfrm>
            <a:off x="566738" y="2697163"/>
            <a:ext cx="3217862"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2. Pas de commandes</a:t>
            </a:r>
          </a:p>
        </p:txBody>
      </p:sp>
      <p:sp>
        <p:nvSpPr>
          <p:cNvPr id="54282" name="Text Box 81"/>
          <p:cNvSpPr txBox="1">
            <a:spLocks noChangeArrowheads="1"/>
          </p:cNvSpPr>
          <p:nvPr/>
        </p:nvSpPr>
        <p:spPr bwMode="auto">
          <a:xfrm>
            <a:off x="566738" y="5211763"/>
            <a:ext cx="6543675" cy="4429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eaLnBrk="1" hangingPunct="1">
              <a:spcBef>
                <a:spcPct val="0"/>
              </a:spcBef>
              <a:buFontTx/>
              <a:buNone/>
            </a:pPr>
            <a:r>
              <a:rPr lang="fr-FR" altLang="fr-FR" sz="2300"/>
              <a:t>4. Pointez la production sur votre feuille de suivi</a:t>
            </a:r>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5298" name="Group 2"/>
          <p:cNvGrpSpPr>
            <a:grpSpLocks/>
          </p:cNvGrpSpPr>
          <p:nvPr/>
        </p:nvGrpSpPr>
        <p:grpSpPr bwMode="auto">
          <a:xfrm>
            <a:off x="7073900" y="215900"/>
            <a:ext cx="1878013" cy="1250950"/>
            <a:chOff x="4456" y="136"/>
            <a:chExt cx="1183" cy="788"/>
          </a:xfrm>
        </p:grpSpPr>
        <p:grpSp>
          <p:nvGrpSpPr>
            <p:cNvPr id="55358" name="Group 3"/>
            <p:cNvGrpSpPr>
              <a:grpSpLocks/>
            </p:cNvGrpSpPr>
            <p:nvPr/>
          </p:nvGrpSpPr>
          <p:grpSpPr bwMode="auto">
            <a:xfrm>
              <a:off x="4766" y="232"/>
              <a:ext cx="873" cy="692"/>
              <a:chOff x="2185" y="310"/>
              <a:chExt cx="873" cy="692"/>
            </a:xfrm>
          </p:grpSpPr>
          <p:sp>
            <p:nvSpPr>
              <p:cNvPr id="55369" name="Freeform 4"/>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accent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5370" name="Freeform 5"/>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5371" name="Freeform 6"/>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5372" name="Freeform 7"/>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5373" name="Freeform 8"/>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5374" name="Freeform 9"/>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5375" name="Freeform 10"/>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grpSp>
          <p:nvGrpSpPr>
            <p:cNvPr id="55359" name="Group 11"/>
            <p:cNvGrpSpPr>
              <a:grpSpLocks/>
            </p:cNvGrpSpPr>
            <p:nvPr/>
          </p:nvGrpSpPr>
          <p:grpSpPr bwMode="auto">
            <a:xfrm>
              <a:off x="4949" y="336"/>
              <a:ext cx="591" cy="468"/>
              <a:chOff x="2185" y="310"/>
              <a:chExt cx="873" cy="692"/>
            </a:xfrm>
          </p:grpSpPr>
          <p:sp>
            <p:nvSpPr>
              <p:cNvPr id="55362" name="Freeform 12"/>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5363" name="Freeform 13"/>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5364" name="Freeform 14"/>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5365" name="Freeform 15"/>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5366" name="Freeform 16"/>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5367" name="Freeform 17"/>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5368" name="Freeform 18"/>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pic>
          <p:nvPicPr>
            <p:cNvPr id="55360" name="Picture 19"/>
            <p:cNvPicPr>
              <a:picLocks noChangeAspect="1" noChangeArrowheads="1"/>
            </p:cNvPicPr>
            <p:nvPr/>
          </p:nvPicPr>
          <p:blipFill>
            <a:blip r:embed="rId3" cstate="print">
              <a:extLst>
                <a:ext uri="{28A0092B-C50C-407E-A947-70E740481C1C}">
                  <a14:useLocalDpi xmlns:a14="http://schemas.microsoft.com/office/drawing/2010/main" val="0"/>
                </a:ext>
              </a:extLst>
            </a:blip>
            <a:srcRect l="-4282" t="-4369" r="-5199" b="-12012"/>
            <a:stretch>
              <a:fillRect/>
            </a:stretch>
          </p:blipFill>
          <p:spPr bwMode="auto">
            <a:xfrm>
              <a:off x="4456" y="136"/>
              <a:ext cx="480" cy="5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5361" name="Text Box 20"/>
            <p:cNvSpPr txBox="1">
              <a:spLocks noChangeArrowheads="1"/>
            </p:cNvSpPr>
            <p:nvPr/>
          </p:nvSpPr>
          <p:spPr bwMode="auto">
            <a:xfrm>
              <a:off x="5066" y="314"/>
              <a:ext cx="356" cy="49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4500" b="1">
                  <a:solidFill>
                    <a:srgbClr val="FF0000"/>
                  </a:solidFill>
                  <a:latin typeface="Arial Black" pitchFamily="34" charset="0"/>
                </a:rPr>
                <a:t>6</a:t>
              </a:r>
              <a:endParaRPr lang="fr-FR" altLang="fr-FR" sz="3200">
                <a:solidFill>
                  <a:schemeClr val="tx1"/>
                </a:solidFill>
                <a:latin typeface="Arial Black" pitchFamily="34" charset="0"/>
              </a:endParaRPr>
            </a:p>
          </p:txBody>
        </p:sp>
      </p:grpSp>
      <p:sp>
        <p:nvSpPr>
          <p:cNvPr id="55300" name="Text Box 23"/>
          <p:cNvSpPr txBox="1">
            <a:spLocks noChangeArrowheads="1"/>
          </p:cNvSpPr>
          <p:nvPr/>
        </p:nvSpPr>
        <p:spPr bwMode="auto">
          <a:xfrm>
            <a:off x="566738" y="1363663"/>
            <a:ext cx="1946275"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1. Tirez le dé</a:t>
            </a:r>
          </a:p>
        </p:txBody>
      </p:sp>
      <p:sp>
        <p:nvSpPr>
          <p:cNvPr id="55301" name="Text Box 24"/>
          <p:cNvSpPr txBox="1">
            <a:spLocks noChangeArrowheads="1"/>
          </p:cNvSpPr>
          <p:nvPr/>
        </p:nvSpPr>
        <p:spPr bwMode="auto">
          <a:xfrm>
            <a:off x="566738" y="3935413"/>
            <a:ext cx="18796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3. Produisez</a:t>
            </a:r>
          </a:p>
        </p:txBody>
      </p:sp>
      <p:grpSp>
        <p:nvGrpSpPr>
          <p:cNvPr id="55302" name="Group 26"/>
          <p:cNvGrpSpPr>
            <a:grpSpLocks/>
          </p:cNvGrpSpPr>
          <p:nvPr/>
        </p:nvGrpSpPr>
        <p:grpSpPr bwMode="auto">
          <a:xfrm>
            <a:off x="2986088" y="1306513"/>
            <a:ext cx="446087" cy="534987"/>
            <a:chOff x="868" y="1439"/>
            <a:chExt cx="811" cy="972"/>
          </a:xfrm>
        </p:grpSpPr>
        <p:sp>
          <p:nvSpPr>
            <p:cNvPr id="55307" name="Freeform 27"/>
            <p:cNvSpPr>
              <a:spLocks/>
            </p:cNvSpPr>
            <p:nvPr/>
          </p:nvSpPr>
          <p:spPr bwMode="auto">
            <a:xfrm>
              <a:off x="1548" y="2014"/>
              <a:ext cx="123" cy="100"/>
            </a:xfrm>
            <a:custGeom>
              <a:avLst/>
              <a:gdLst>
                <a:gd name="T0" fmla="*/ 5 w 618"/>
                <a:gd name="T1" fmla="*/ 0 h 502"/>
                <a:gd name="T2" fmla="*/ 5 w 618"/>
                <a:gd name="T3" fmla="*/ 0 h 502"/>
                <a:gd name="T4" fmla="*/ 0 w 618"/>
                <a:gd name="T5" fmla="*/ 4 h 502"/>
                <a:gd name="T6" fmla="*/ 0 w 618"/>
                <a:gd name="T7" fmla="*/ 4 h 502"/>
                <a:gd name="T8" fmla="*/ 5 w 618"/>
                <a:gd name="T9" fmla="*/ 0 h 502"/>
                <a:gd name="T10" fmla="*/ 5 w 618"/>
                <a:gd name="T11" fmla="*/ 0 h 502"/>
                <a:gd name="T12" fmla="*/ 5 w 618"/>
                <a:gd name="T13" fmla="*/ 0 h 502"/>
                <a:gd name="T14" fmla="*/ 5 w 618"/>
                <a:gd name="T15" fmla="*/ 0 h 502"/>
                <a:gd name="T16" fmla="*/ 5 w 618"/>
                <a:gd name="T17" fmla="*/ 0 h 502"/>
                <a:gd name="T18" fmla="*/ 5 w 618"/>
                <a:gd name="T19" fmla="*/ 0 h 502"/>
                <a:gd name="T20" fmla="*/ 5 w 618"/>
                <a:gd name="T21" fmla="*/ 0 h 502"/>
                <a:gd name="T22" fmla="*/ 5 w 618"/>
                <a:gd name="T23" fmla="*/ 0 h 502"/>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618"/>
                <a:gd name="T37" fmla="*/ 0 h 502"/>
                <a:gd name="T38" fmla="*/ 618 w 618"/>
                <a:gd name="T39" fmla="*/ 502 h 502"/>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618" h="502">
                  <a:moveTo>
                    <a:pt x="611" y="0"/>
                  </a:moveTo>
                  <a:lnTo>
                    <a:pt x="606" y="2"/>
                  </a:lnTo>
                  <a:lnTo>
                    <a:pt x="0" y="490"/>
                  </a:lnTo>
                  <a:lnTo>
                    <a:pt x="10" y="502"/>
                  </a:lnTo>
                  <a:lnTo>
                    <a:pt x="616" y="14"/>
                  </a:lnTo>
                  <a:lnTo>
                    <a:pt x="611" y="16"/>
                  </a:lnTo>
                  <a:lnTo>
                    <a:pt x="616" y="14"/>
                  </a:lnTo>
                  <a:lnTo>
                    <a:pt x="618" y="9"/>
                  </a:lnTo>
                  <a:lnTo>
                    <a:pt x="617" y="3"/>
                  </a:lnTo>
                  <a:lnTo>
                    <a:pt x="612" y="1"/>
                  </a:lnTo>
                  <a:lnTo>
                    <a:pt x="606" y="2"/>
                  </a:lnTo>
                  <a:lnTo>
                    <a:pt x="611"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5308" name="Freeform 28"/>
            <p:cNvSpPr>
              <a:spLocks/>
            </p:cNvSpPr>
            <p:nvPr/>
          </p:nvSpPr>
          <p:spPr bwMode="auto">
            <a:xfrm>
              <a:off x="876" y="1852"/>
              <a:ext cx="82" cy="373"/>
            </a:xfrm>
            <a:custGeom>
              <a:avLst/>
              <a:gdLst>
                <a:gd name="T0" fmla="*/ 3 w 413"/>
                <a:gd name="T1" fmla="*/ 15 h 1865"/>
                <a:gd name="T2" fmla="*/ 3 w 413"/>
                <a:gd name="T3" fmla="*/ 15 h 1865"/>
                <a:gd name="T4" fmla="*/ 0 w 413"/>
                <a:gd name="T5" fmla="*/ 0 h 1865"/>
                <a:gd name="T6" fmla="*/ 0 w 413"/>
                <a:gd name="T7" fmla="*/ 0 h 1865"/>
                <a:gd name="T8" fmla="*/ 3 w 413"/>
                <a:gd name="T9" fmla="*/ 15 h 1865"/>
                <a:gd name="T10" fmla="*/ 3 w 413"/>
                <a:gd name="T11" fmla="*/ 15 h 1865"/>
                <a:gd name="T12" fmla="*/ 3 w 413"/>
                <a:gd name="T13" fmla="*/ 15 h 1865"/>
                <a:gd name="T14" fmla="*/ 3 w 413"/>
                <a:gd name="T15" fmla="*/ 15 h 1865"/>
                <a:gd name="T16" fmla="*/ 3 w 413"/>
                <a:gd name="T17" fmla="*/ 15 h 1865"/>
                <a:gd name="T18" fmla="*/ 3 w 413"/>
                <a:gd name="T19" fmla="*/ 15 h 1865"/>
                <a:gd name="T20" fmla="*/ 3 w 413"/>
                <a:gd name="T21" fmla="*/ 15 h 1865"/>
                <a:gd name="T22" fmla="*/ 3 w 413"/>
                <a:gd name="T23" fmla="*/ 15 h 186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413"/>
                <a:gd name="T37" fmla="*/ 0 h 1865"/>
                <a:gd name="T38" fmla="*/ 413 w 413"/>
                <a:gd name="T39" fmla="*/ 1865 h 1865"/>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413" h="1865">
                  <a:moveTo>
                    <a:pt x="400" y="1864"/>
                  </a:moveTo>
                  <a:lnTo>
                    <a:pt x="413" y="1856"/>
                  </a:lnTo>
                  <a:lnTo>
                    <a:pt x="17" y="0"/>
                  </a:lnTo>
                  <a:lnTo>
                    <a:pt x="0" y="2"/>
                  </a:lnTo>
                  <a:lnTo>
                    <a:pt x="396" y="1858"/>
                  </a:lnTo>
                  <a:lnTo>
                    <a:pt x="409" y="1850"/>
                  </a:lnTo>
                  <a:lnTo>
                    <a:pt x="396" y="1858"/>
                  </a:lnTo>
                  <a:lnTo>
                    <a:pt x="400" y="1864"/>
                  </a:lnTo>
                  <a:lnTo>
                    <a:pt x="406" y="1865"/>
                  </a:lnTo>
                  <a:lnTo>
                    <a:pt x="410" y="1862"/>
                  </a:lnTo>
                  <a:lnTo>
                    <a:pt x="413" y="1856"/>
                  </a:lnTo>
                  <a:lnTo>
                    <a:pt x="400" y="186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5309" name="Freeform 29"/>
            <p:cNvSpPr>
              <a:spLocks/>
            </p:cNvSpPr>
            <p:nvPr/>
          </p:nvSpPr>
          <p:spPr bwMode="auto">
            <a:xfrm>
              <a:off x="1282" y="1533"/>
              <a:ext cx="35" cy="161"/>
            </a:xfrm>
            <a:custGeom>
              <a:avLst/>
              <a:gdLst>
                <a:gd name="T0" fmla="*/ 1 w 175"/>
                <a:gd name="T1" fmla="*/ 6 h 807"/>
                <a:gd name="T2" fmla="*/ 1 w 175"/>
                <a:gd name="T3" fmla="*/ 6 h 807"/>
                <a:gd name="T4" fmla="*/ 1 w 175"/>
                <a:gd name="T5" fmla="*/ 6 h 807"/>
                <a:gd name="T6" fmla="*/ 1 w 175"/>
                <a:gd name="T7" fmla="*/ 5 h 807"/>
                <a:gd name="T8" fmla="*/ 1 w 175"/>
                <a:gd name="T9" fmla="*/ 5 h 807"/>
                <a:gd name="T10" fmla="*/ 1 w 175"/>
                <a:gd name="T11" fmla="*/ 5 h 807"/>
                <a:gd name="T12" fmla="*/ 1 w 175"/>
                <a:gd name="T13" fmla="*/ 4 h 807"/>
                <a:gd name="T14" fmla="*/ 1 w 175"/>
                <a:gd name="T15" fmla="*/ 4 h 807"/>
                <a:gd name="T16" fmla="*/ 1 w 175"/>
                <a:gd name="T17" fmla="*/ 3 h 807"/>
                <a:gd name="T18" fmla="*/ 1 w 175"/>
                <a:gd name="T19" fmla="*/ 3 h 807"/>
                <a:gd name="T20" fmla="*/ 1 w 175"/>
                <a:gd name="T21" fmla="*/ 3 h 807"/>
                <a:gd name="T22" fmla="*/ 1 w 175"/>
                <a:gd name="T23" fmla="*/ 2 h 807"/>
                <a:gd name="T24" fmla="*/ 1 w 175"/>
                <a:gd name="T25" fmla="*/ 2 h 807"/>
                <a:gd name="T26" fmla="*/ 1 w 175"/>
                <a:gd name="T27" fmla="*/ 2 h 807"/>
                <a:gd name="T28" fmla="*/ 1 w 175"/>
                <a:gd name="T29" fmla="*/ 1 h 807"/>
                <a:gd name="T30" fmla="*/ 1 w 175"/>
                <a:gd name="T31" fmla="*/ 1 h 807"/>
                <a:gd name="T32" fmla="*/ 1 w 175"/>
                <a:gd name="T33" fmla="*/ 1 h 807"/>
                <a:gd name="T34" fmla="*/ 1 w 175"/>
                <a:gd name="T35" fmla="*/ 0 h 807"/>
                <a:gd name="T36" fmla="*/ 1 w 175"/>
                <a:gd name="T37" fmla="*/ 0 h 807"/>
                <a:gd name="T38" fmla="*/ 1 w 175"/>
                <a:gd name="T39" fmla="*/ 0 h 807"/>
                <a:gd name="T40" fmla="*/ 0 w 175"/>
                <a:gd name="T41" fmla="*/ 1 h 807"/>
                <a:gd name="T42" fmla="*/ 0 w 175"/>
                <a:gd name="T43" fmla="*/ 1 h 807"/>
                <a:gd name="T44" fmla="*/ 0 w 175"/>
                <a:gd name="T45" fmla="*/ 1 h 807"/>
                <a:gd name="T46" fmla="*/ 0 w 175"/>
                <a:gd name="T47" fmla="*/ 2 h 807"/>
                <a:gd name="T48" fmla="*/ 0 w 175"/>
                <a:gd name="T49" fmla="*/ 2 h 807"/>
                <a:gd name="T50" fmla="*/ 0 w 175"/>
                <a:gd name="T51" fmla="*/ 3 h 807"/>
                <a:gd name="T52" fmla="*/ 0 w 175"/>
                <a:gd name="T53" fmla="*/ 3 h 807"/>
                <a:gd name="T54" fmla="*/ 0 w 175"/>
                <a:gd name="T55" fmla="*/ 3 h 807"/>
                <a:gd name="T56" fmla="*/ 0 w 175"/>
                <a:gd name="T57" fmla="*/ 4 h 807"/>
                <a:gd name="T58" fmla="*/ 0 w 175"/>
                <a:gd name="T59" fmla="*/ 4 h 807"/>
                <a:gd name="T60" fmla="*/ 0 w 175"/>
                <a:gd name="T61" fmla="*/ 5 h 807"/>
                <a:gd name="T62" fmla="*/ 0 w 175"/>
                <a:gd name="T63" fmla="*/ 5 h 807"/>
                <a:gd name="T64" fmla="*/ 0 w 175"/>
                <a:gd name="T65" fmla="*/ 5 h 807"/>
                <a:gd name="T66" fmla="*/ 1 w 175"/>
                <a:gd name="T67" fmla="*/ 6 h 807"/>
                <a:gd name="T68" fmla="*/ 1 w 175"/>
                <a:gd name="T69" fmla="*/ 6 h 807"/>
                <a:gd name="T70" fmla="*/ 1 w 175"/>
                <a:gd name="T71" fmla="*/ 6 h 807"/>
                <a:gd name="T72" fmla="*/ 1 w 175"/>
                <a:gd name="T73" fmla="*/ 6 h 807"/>
                <a:gd name="T74" fmla="*/ 1 w 175"/>
                <a:gd name="T75" fmla="*/ 6 h 807"/>
                <a:gd name="T76" fmla="*/ 1 w 175"/>
                <a:gd name="T77" fmla="*/ 6 h 807"/>
                <a:gd name="T78" fmla="*/ 1 w 175"/>
                <a:gd name="T79" fmla="*/ 6 h 807"/>
                <a:gd name="T80" fmla="*/ 1 w 175"/>
                <a:gd name="T81" fmla="*/ 6 h 807"/>
                <a:gd name="T82" fmla="*/ 1 w 175"/>
                <a:gd name="T83" fmla="*/ 6 h 807"/>
                <a:gd name="T84" fmla="*/ 1 w 175"/>
                <a:gd name="T85" fmla="*/ 6 h 807"/>
                <a:gd name="T86" fmla="*/ 1 w 175"/>
                <a:gd name="T87" fmla="*/ 6 h 807"/>
                <a:gd name="T88" fmla="*/ 1 w 175"/>
                <a:gd name="T89" fmla="*/ 6 h 807"/>
                <a:gd name="T90" fmla="*/ 1 w 175"/>
                <a:gd name="T91" fmla="*/ 6 h 80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175"/>
                <a:gd name="T139" fmla="*/ 0 h 807"/>
                <a:gd name="T140" fmla="*/ 175 w 175"/>
                <a:gd name="T141" fmla="*/ 807 h 80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175" h="807">
                  <a:moveTo>
                    <a:pt x="169" y="740"/>
                  </a:moveTo>
                  <a:lnTo>
                    <a:pt x="169" y="739"/>
                  </a:lnTo>
                  <a:lnTo>
                    <a:pt x="149" y="698"/>
                  </a:lnTo>
                  <a:lnTo>
                    <a:pt x="133" y="656"/>
                  </a:lnTo>
                  <a:lnTo>
                    <a:pt x="120" y="611"/>
                  </a:lnTo>
                  <a:lnTo>
                    <a:pt x="108" y="565"/>
                  </a:lnTo>
                  <a:lnTo>
                    <a:pt x="100" y="520"/>
                  </a:lnTo>
                  <a:lnTo>
                    <a:pt x="96" y="472"/>
                  </a:lnTo>
                  <a:lnTo>
                    <a:pt x="93" y="425"/>
                  </a:lnTo>
                  <a:lnTo>
                    <a:pt x="93" y="377"/>
                  </a:lnTo>
                  <a:lnTo>
                    <a:pt x="96" y="330"/>
                  </a:lnTo>
                  <a:lnTo>
                    <a:pt x="100" y="283"/>
                  </a:lnTo>
                  <a:lnTo>
                    <a:pt x="106" y="238"/>
                  </a:lnTo>
                  <a:lnTo>
                    <a:pt x="115" y="195"/>
                  </a:lnTo>
                  <a:lnTo>
                    <a:pt x="126" y="153"/>
                  </a:lnTo>
                  <a:lnTo>
                    <a:pt x="139" y="114"/>
                  </a:lnTo>
                  <a:lnTo>
                    <a:pt x="153" y="77"/>
                  </a:lnTo>
                  <a:lnTo>
                    <a:pt x="169" y="43"/>
                  </a:lnTo>
                  <a:lnTo>
                    <a:pt x="87" y="0"/>
                  </a:lnTo>
                  <a:lnTo>
                    <a:pt x="69" y="39"/>
                  </a:lnTo>
                  <a:lnTo>
                    <a:pt x="52" y="81"/>
                  </a:lnTo>
                  <a:lnTo>
                    <a:pt x="37" y="127"/>
                  </a:lnTo>
                  <a:lnTo>
                    <a:pt x="24" y="174"/>
                  </a:lnTo>
                  <a:lnTo>
                    <a:pt x="15" y="222"/>
                  </a:lnTo>
                  <a:lnTo>
                    <a:pt x="7" y="271"/>
                  </a:lnTo>
                  <a:lnTo>
                    <a:pt x="2" y="323"/>
                  </a:lnTo>
                  <a:lnTo>
                    <a:pt x="0" y="374"/>
                  </a:lnTo>
                  <a:lnTo>
                    <a:pt x="0" y="427"/>
                  </a:lnTo>
                  <a:lnTo>
                    <a:pt x="2" y="479"/>
                  </a:lnTo>
                  <a:lnTo>
                    <a:pt x="9" y="531"/>
                  </a:lnTo>
                  <a:lnTo>
                    <a:pt x="17" y="584"/>
                  </a:lnTo>
                  <a:lnTo>
                    <a:pt x="29" y="635"/>
                  </a:lnTo>
                  <a:lnTo>
                    <a:pt x="44" y="686"/>
                  </a:lnTo>
                  <a:lnTo>
                    <a:pt x="65" y="736"/>
                  </a:lnTo>
                  <a:lnTo>
                    <a:pt x="87" y="784"/>
                  </a:lnTo>
                  <a:lnTo>
                    <a:pt x="87" y="782"/>
                  </a:lnTo>
                  <a:lnTo>
                    <a:pt x="87" y="784"/>
                  </a:lnTo>
                  <a:lnTo>
                    <a:pt x="100" y="799"/>
                  </a:lnTo>
                  <a:lnTo>
                    <a:pt x="117" y="807"/>
                  </a:lnTo>
                  <a:lnTo>
                    <a:pt x="134" y="807"/>
                  </a:lnTo>
                  <a:lnTo>
                    <a:pt x="151" y="801"/>
                  </a:lnTo>
                  <a:lnTo>
                    <a:pt x="164" y="791"/>
                  </a:lnTo>
                  <a:lnTo>
                    <a:pt x="173" y="777"/>
                  </a:lnTo>
                  <a:lnTo>
                    <a:pt x="175" y="759"/>
                  </a:lnTo>
                  <a:lnTo>
                    <a:pt x="169" y="739"/>
                  </a:lnTo>
                  <a:lnTo>
                    <a:pt x="169" y="74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5310" name="Freeform 30"/>
            <p:cNvSpPr>
              <a:spLocks/>
            </p:cNvSpPr>
            <p:nvPr/>
          </p:nvSpPr>
          <p:spPr bwMode="auto">
            <a:xfrm>
              <a:off x="1299" y="1681"/>
              <a:ext cx="157" cy="281"/>
            </a:xfrm>
            <a:custGeom>
              <a:avLst/>
              <a:gdLst>
                <a:gd name="T0" fmla="*/ 6 w 787"/>
                <a:gd name="T1" fmla="*/ 11 h 1404"/>
                <a:gd name="T2" fmla="*/ 6 w 787"/>
                <a:gd name="T3" fmla="*/ 11 h 1404"/>
                <a:gd name="T4" fmla="*/ 1 w 787"/>
                <a:gd name="T5" fmla="*/ 0 h 1404"/>
                <a:gd name="T6" fmla="*/ 0 w 787"/>
                <a:gd name="T7" fmla="*/ 0 h 1404"/>
                <a:gd name="T8" fmla="*/ 6 w 787"/>
                <a:gd name="T9" fmla="*/ 11 h 1404"/>
                <a:gd name="T10" fmla="*/ 6 w 787"/>
                <a:gd name="T11" fmla="*/ 11 h 1404"/>
                <a:gd name="T12" fmla="*/ 6 w 787"/>
                <a:gd name="T13" fmla="*/ 11 h 1404"/>
                <a:gd name="T14" fmla="*/ 6 w 787"/>
                <a:gd name="T15" fmla="*/ 11 h 1404"/>
                <a:gd name="T16" fmla="*/ 6 w 787"/>
                <a:gd name="T17" fmla="*/ 11 h 1404"/>
                <a:gd name="T18" fmla="*/ 6 w 787"/>
                <a:gd name="T19" fmla="*/ 11 h 1404"/>
                <a:gd name="T20" fmla="*/ 6 w 787"/>
                <a:gd name="T21" fmla="*/ 11 h 1404"/>
                <a:gd name="T22" fmla="*/ 6 w 787"/>
                <a:gd name="T23" fmla="*/ 11 h 1404"/>
                <a:gd name="T24" fmla="*/ 6 w 787"/>
                <a:gd name="T25" fmla="*/ 11 h 1404"/>
                <a:gd name="T26" fmla="*/ 6 w 787"/>
                <a:gd name="T27" fmla="*/ 11 h 1404"/>
                <a:gd name="T28" fmla="*/ 6 w 787"/>
                <a:gd name="T29" fmla="*/ 11 h 1404"/>
                <a:gd name="T30" fmla="*/ 6 w 787"/>
                <a:gd name="T31" fmla="*/ 11 h 1404"/>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787"/>
                <a:gd name="T49" fmla="*/ 0 h 1404"/>
                <a:gd name="T50" fmla="*/ 787 w 787"/>
                <a:gd name="T51" fmla="*/ 1404 h 1404"/>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787" h="1404">
                  <a:moveTo>
                    <a:pt x="781" y="1334"/>
                  </a:moveTo>
                  <a:lnTo>
                    <a:pt x="781" y="1337"/>
                  </a:lnTo>
                  <a:lnTo>
                    <a:pt x="82" y="0"/>
                  </a:lnTo>
                  <a:lnTo>
                    <a:pt x="0" y="42"/>
                  </a:lnTo>
                  <a:lnTo>
                    <a:pt x="699" y="1379"/>
                  </a:lnTo>
                  <a:lnTo>
                    <a:pt x="699" y="1381"/>
                  </a:lnTo>
                  <a:lnTo>
                    <a:pt x="699" y="1379"/>
                  </a:lnTo>
                  <a:lnTo>
                    <a:pt x="712" y="1395"/>
                  </a:lnTo>
                  <a:lnTo>
                    <a:pt x="727" y="1402"/>
                  </a:lnTo>
                  <a:lnTo>
                    <a:pt x="744" y="1404"/>
                  </a:lnTo>
                  <a:lnTo>
                    <a:pt x="761" y="1398"/>
                  </a:lnTo>
                  <a:lnTo>
                    <a:pt x="775" y="1388"/>
                  </a:lnTo>
                  <a:lnTo>
                    <a:pt x="784" y="1373"/>
                  </a:lnTo>
                  <a:lnTo>
                    <a:pt x="787" y="1357"/>
                  </a:lnTo>
                  <a:lnTo>
                    <a:pt x="781" y="1337"/>
                  </a:lnTo>
                  <a:lnTo>
                    <a:pt x="781" y="13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5311" name="Freeform 31"/>
            <p:cNvSpPr>
              <a:spLocks/>
            </p:cNvSpPr>
            <p:nvPr/>
          </p:nvSpPr>
          <p:spPr bwMode="auto">
            <a:xfrm>
              <a:off x="1439" y="1948"/>
              <a:ext cx="125" cy="76"/>
            </a:xfrm>
            <a:custGeom>
              <a:avLst/>
              <a:gdLst>
                <a:gd name="T0" fmla="*/ 5 w 628"/>
                <a:gd name="T1" fmla="*/ 2 h 383"/>
                <a:gd name="T2" fmla="*/ 5 w 628"/>
                <a:gd name="T3" fmla="*/ 2 h 383"/>
                <a:gd name="T4" fmla="*/ 4 w 628"/>
                <a:gd name="T5" fmla="*/ 2 h 383"/>
                <a:gd name="T6" fmla="*/ 4 w 628"/>
                <a:gd name="T7" fmla="*/ 2 h 383"/>
                <a:gd name="T8" fmla="*/ 4 w 628"/>
                <a:gd name="T9" fmla="*/ 2 h 383"/>
                <a:gd name="T10" fmla="*/ 3 w 628"/>
                <a:gd name="T11" fmla="*/ 2 h 383"/>
                <a:gd name="T12" fmla="*/ 3 w 628"/>
                <a:gd name="T13" fmla="*/ 2 h 383"/>
                <a:gd name="T14" fmla="*/ 3 w 628"/>
                <a:gd name="T15" fmla="*/ 2 h 383"/>
                <a:gd name="T16" fmla="*/ 3 w 628"/>
                <a:gd name="T17" fmla="*/ 2 h 383"/>
                <a:gd name="T18" fmla="*/ 2 w 628"/>
                <a:gd name="T19" fmla="*/ 2 h 383"/>
                <a:gd name="T20" fmla="*/ 2 w 628"/>
                <a:gd name="T21" fmla="*/ 2 h 383"/>
                <a:gd name="T22" fmla="*/ 2 w 628"/>
                <a:gd name="T23" fmla="*/ 1 h 383"/>
                <a:gd name="T24" fmla="*/ 2 w 628"/>
                <a:gd name="T25" fmla="*/ 1 h 383"/>
                <a:gd name="T26" fmla="*/ 1 w 628"/>
                <a:gd name="T27" fmla="*/ 1 h 383"/>
                <a:gd name="T28" fmla="*/ 1 w 628"/>
                <a:gd name="T29" fmla="*/ 1 h 383"/>
                <a:gd name="T30" fmla="*/ 1 w 628"/>
                <a:gd name="T31" fmla="*/ 1 h 383"/>
                <a:gd name="T32" fmla="*/ 1 w 628"/>
                <a:gd name="T33" fmla="*/ 0 h 383"/>
                <a:gd name="T34" fmla="*/ 1 w 628"/>
                <a:gd name="T35" fmla="*/ 0 h 383"/>
                <a:gd name="T36" fmla="*/ 0 w 628"/>
                <a:gd name="T37" fmla="*/ 0 h 383"/>
                <a:gd name="T38" fmla="*/ 0 w 628"/>
                <a:gd name="T39" fmla="*/ 1 h 383"/>
                <a:gd name="T40" fmla="*/ 0 w 628"/>
                <a:gd name="T41" fmla="*/ 1 h 383"/>
                <a:gd name="T42" fmla="*/ 1 w 628"/>
                <a:gd name="T43" fmla="*/ 1 h 383"/>
                <a:gd name="T44" fmla="*/ 1 w 628"/>
                <a:gd name="T45" fmla="*/ 1 h 383"/>
                <a:gd name="T46" fmla="*/ 1 w 628"/>
                <a:gd name="T47" fmla="*/ 2 h 383"/>
                <a:gd name="T48" fmla="*/ 1 w 628"/>
                <a:gd name="T49" fmla="*/ 2 h 383"/>
                <a:gd name="T50" fmla="*/ 2 w 628"/>
                <a:gd name="T51" fmla="*/ 2 h 383"/>
                <a:gd name="T52" fmla="*/ 2 w 628"/>
                <a:gd name="T53" fmla="*/ 2 h 383"/>
                <a:gd name="T54" fmla="*/ 2 w 628"/>
                <a:gd name="T55" fmla="*/ 2 h 383"/>
                <a:gd name="T56" fmla="*/ 3 w 628"/>
                <a:gd name="T57" fmla="*/ 3 h 383"/>
                <a:gd name="T58" fmla="*/ 3 w 628"/>
                <a:gd name="T59" fmla="*/ 3 h 383"/>
                <a:gd name="T60" fmla="*/ 3 w 628"/>
                <a:gd name="T61" fmla="*/ 3 h 383"/>
                <a:gd name="T62" fmla="*/ 4 w 628"/>
                <a:gd name="T63" fmla="*/ 3 h 383"/>
                <a:gd name="T64" fmla="*/ 4 w 628"/>
                <a:gd name="T65" fmla="*/ 3 h 383"/>
                <a:gd name="T66" fmla="*/ 4 w 628"/>
                <a:gd name="T67" fmla="*/ 3 h 383"/>
                <a:gd name="T68" fmla="*/ 5 w 628"/>
                <a:gd name="T69" fmla="*/ 3 h 383"/>
                <a:gd name="T70" fmla="*/ 5 w 628"/>
                <a:gd name="T71" fmla="*/ 3 h 383"/>
                <a:gd name="T72" fmla="*/ 5 w 628"/>
                <a:gd name="T73" fmla="*/ 3 h 383"/>
                <a:gd name="T74" fmla="*/ 5 w 628"/>
                <a:gd name="T75" fmla="*/ 3 h 383"/>
                <a:gd name="T76" fmla="*/ 5 w 628"/>
                <a:gd name="T77" fmla="*/ 3 h 383"/>
                <a:gd name="T78" fmla="*/ 5 w 628"/>
                <a:gd name="T79" fmla="*/ 3 h 383"/>
                <a:gd name="T80" fmla="*/ 5 w 628"/>
                <a:gd name="T81" fmla="*/ 3 h 383"/>
                <a:gd name="T82" fmla="*/ 5 w 628"/>
                <a:gd name="T83" fmla="*/ 3 h 383"/>
                <a:gd name="T84" fmla="*/ 5 w 628"/>
                <a:gd name="T85" fmla="*/ 2 h 383"/>
                <a:gd name="T86" fmla="*/ 5 w 628"/>
                <a:gd name="T87" fmla="*/ 2 h 383"/>
                <a:gd name="T88" fmla="*/ 5 w 628"/>
                <a:gd name="T89" fmla="*/ 2 h 383"/>
                <a:gd name="T90" fmla="*/ 5 w 628"/>
                <a:gd name="T91" fmla="*/ 2 h 38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628"/>
                <a:gd name="T139" fmla="*/ 0 h 383"/>
                <a:gd name="T140" fmla="*/ 628 w 628"/>
                <a:gd name="T141" fmla="*/ 383 h 38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628" h="383">
                  <a:moveTo>
                    <a:pt x="581" y="289"/>
                  </a:moveTo>
                  <a:lnTo>
                    <a:pt x="582" y="289"/>
                  </a:lnTo>
                  <a:lnTo>
                    <a:pt x="541" y="287"/>
                  </a:lnTo>
                  <a:lnTo>
                    <a:pt x="500" y="283"/>
                  </a:lnTo>
                  <a:lnTo>
                    <a:pt x="462" y="276"/>
                  </a:lnTo>
                  <a:lnTo>
                    <a:pt x="424" y="268"/>
                  </a:lnTo>
                  <a:lnTo>
                    <a:pt x="389" y="255"/>
                  </a:lnTo>
                  <a:lnTo>
                    <a:pt x="352" y="242"/>
                  </a:lnTo>
                  <a:lnTo>
                    <a:pt x="320" y="227"/>
                  </a:lnTo>
                  <a:lnTo>
                    <a:pt x="287" y="209"/>
                  </a:lnTo>
                  <a:lnTo>
                    <a:pt x="255" y="189"/>
                  </a:lnTo>
                  <a:lnTo>
                    <a:pt x="226" y="168"/>
                  </a:lnTo>
                  <a:lnTo>
                    <a:pt x="198" y="145"/>
                  </a:lnTo>
                  <a:lnTo>
                    <a:pt x="172" y="119"/>
                  </a:lnTo>
                  <a:lnTo>
                    <a:pt x="146" y="92"/>
                  </a:lnTo>
                  <a:lnTo>
                    <a:pt x="122" y="64"/>
                  </a:lnTo>
                  <a:lnTo>
                    <a:pt x="100" y="33"/>
                  </a:lnTo>
                  <a:lnTo>
                    <a:pt x="82" y="0"/>
                  </a:lnTo>
                  <a:lnTo>
                    <a:pt x="0" y="47"/>
                  </a:lnTo>
                  <a:lnTo>
                    <a:pt x="23" y="85"/>
                  </a:lnTo>
                  <a:lnTo>
                    <a:pt x="49" y="120"/>
                  </a:lnTo>
                  <a:lnTo>
                    <a:pt x="76" y="153"/>
                  </a:lnTo>
                  <a:lnTo>
                    <a:pt x="104" y="185"/>
                  </a:lnTo>
                  <a:lnTo>
                    <a:pt x="137" y="215"/>
                  </a:lnTo>
                  <a:lnTo>
                    <a:pt x="170" y="241"/>
                  </a:lnTo>
                  <a:lnTo>
                    <a:pt x="204" y="267"/>
                  </a:lnTo>
                  <a:lnTo>
                    <a:pt x="240" y="289"/>
                  </a:lnTo>
                  <a:lnTo>
                    <a:pt x="277" y="309"/>
                  </a:lnTo>
                  <a:lnTo>
                    <a:pt x="317" y="329"/>
                  </a:lnTo>
                  <a:lnTo>
                    <a:pt x="358" y="344"/>
                  </a:lnTo>
                  <a:lnTo>
                    <a:pt x="400" y="357"/>
                  </a:lnTo>
                  <a:lnTo>
                    <a:pt x="444" y="367"/>
                  </a:lnTo>
                  <a:lnTo>
                    <a:pt x="488" y="374"/>
                  </a:lnTo>
                  <a:lnTo>
                    <a:pt x="534" y="380"/>
                  </a:lnTo>
                  <a:lnTo>
                    <a:pt x="580" y="383"/>
                  </a:lnTo>
                  <a:lnTo>
                    <a:pt x="581" y="383"/>
                  </a:lnTo>
                  <a:lnTo>
                    <a:pt x="580" y="383"/>
                  </a:lnTo>
                  <a:lnTo>
                    <a:pt x="600" y="379"/>
                  </a:lnTo>
                  <a:lnTo>
                    <a:pt x="615" y="369"/>
                  </a:lnTo>
                  <a:lnTo>
                    <a:pt x="624" y="353"/>
                  </a:lnTo>
                  <a:lnTo>
                    <a:pt x="628" y="337"/>
                  </a:lnTo>
                  <a:lnTo>
                    <a:pt x="625" y="319"/>
                  </a:lnTo>
                  <a:lnTo>
                    <a:pt x="617" y="304"/>
                  </a:lnTo>
                  <a:lnTo>
                    <a:pt x="602" y="294"/>
                  </a:lnTo>
                  <a:lnTo>
                    <a:pt x="582" y="289"/>
                  </a:lnTo>
                  <a:lnTo>
                    <a:pt x="581" y="28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5312" name="Freeform 32"/>
            <p:cNvSpPr>
              <a:spLocks/>
            </p:cNvSpPr>
            <p:nvPr/>
          </p:nvSpPr>
          <p:spPr bwMode="auto">
            <a:xfrm>
              <a:off x="1587" y="1880"/>
              <a:ext cx="85" cy="49"/>
            </a:xfrm>
            <a:custGeom>
              <a:avLst/>
              <a:gdLst>
                <a:gd name="T0" fmla="*/ 3 w 426"/>
                <a:gd name="T1" fmla="*/ 0 h 245"/>
                <a:gd name="T2" fmla="*/ 3 w 426"/>
                <a:gd name="T3" fmla="*/ 0 h 245"/>
                <a:gd name="T4" fmla="*/ 3 w 426"/>
                <a:gd name="T5" fmla="*/ 0 h 245"/>
                <a:gd name="T6" fmla="*/ 3 w 426"/>
                <a:gd name="T7" fmla="*/ 0 h 245"/>
                <a:gd name="T8" fmla="*/ 2 w 426"/>
                <a:gd name="T9" fmla="*/ 0 h 245"/>
                <a:gd name="T10" fmla="*/ 2 w 426"/>
                <a:gd name="T11" fmla="*/ 0 h 245"/>
                <a:gd name="T12" fmla="*/ 2 w 426"/>
                <a:gd name="T13" fmla="*/ 0 h 245"/>
                <a:gd name="T14" fmla="*/ 2 w 426"/>
                <a:gd name="T15" fmla="*/ 0 h 245"/>
                <a:gd name="T16" fmla="*/ 1 w 426"/>
                <a:gd name="T17" fmla="*/ 0 h 245"/>
                <a:gd name="T18" fmla="*/ 1 w 426"/>
                <a:gd name="T19" fmla="*/ 1 h 245"/>
                <a:gd name="T20" fmla="*/ 1 w 426"/>
                <a:gd name="T21" fmla="*/ 1 h 245"/>
                <a:gd name="T22" fmla="*/ 1 w 426"/>
                <a:gd name="T23" fmla="*/ 1 h 245"/>
                <a:gd name="T24" fmla="*/ 0 w 426"/>
                <a:gd name="T25" fmla="*/ 1 h 245"/>
                <a:gd name="T26" fmla="*/ 0 w 426"/>
                <a:gd name="T27" fmla="*/ 1 h 245"/>
                <a:gd name="T28" fmla="*/ 0 w 426"/>
                <a:gd name="T29" fmla="*/ 1 h 245"/>
                <a:gd name="T30" fmla="*/ 0 w 426"/>
                <a:gd name="T31" fmla="*/ 2 h 245"/>
                <a:gd name="T32" fmla="*/ 0 w 426"/>
                <a:gd name="T33" fmla="*/ 2 h 245"/>
                <a:gd name="T34" fmla="*/ 0 w 426"/>
                <a:gd name="T35" fmla="*/ 2 h 245"/>
                <a:gd name="T36" fmla="*/ 0 w 426"/>
                <a:gd name="T37" fmla="*/ 2 h 245"/>
                <a:gd name="T38" fmla="*/ 0 w 426"/>
                <a:gd name="T39" fmla="*/ 2 h 245"/>
                <a:gd name="T40" fmla="*/ 0 w 426"/>
                <a:gd name="T41" fmla="*/ 2 h 245"/>
                <a:gd name="T42" fmla="*/ 0 w 426"/>
                <a:gd name="T43" fmla="*/ 1 h 245"/>
                <a:gd name="T44" fmla="*/ 0 w 426"/>
                <a:gd name="T45" fmla="*/ 1 h 245"/>
                <a:gd name="T46" fmla="*/ 0 w 426"/>
                <a:gd name="T47" fmla="*/ 1 h 245"/>
                <a:gd name="T48" fmla="*/ 1 w 426"/>
                <a:gd name="T49" fmla="*/ 1 h 245"/>
                <a:gd name="T50" fmla="*/ 1 w 426"/>
                <a:gd name="T51" fmla="*/ 1 h 245"/>
                <a:gd name="T52" fmla="*/ 1 w 426"/>
                <a:gd name="T53" fmla="*/ 1 h 245"/>
                <a:gd name="T54" fmla="*/ 1 w 426"/>
                <a:gd name="T55" fmla="*/ 1 h 245"/>
                <a:gd name="T56" fmla="*/ 2 w 426"/>
                <a:gd name="T57" fmla="*/ 0 h 245"/>
                <a:gd name="T58" fmla="*/ 2 w 426"/>
                <a:gd name="T59" fmla="*/ 0 h 245"/>
                <a:gd name="T60" fmla="*/ 2 w 426"/>
                <a:gd name="T61" fmla="*/ 0 h 245"/>
                <a:gd name="T62" fmla="*/ 2 w 426"/>
                <a:gd name="T63" fmla="*/ 0 h 245"/>
                <a:gd name="T64" fmla="*/ 3 w 426"/>
                <a:gd name="T65" fmla="*/ 0 h 245"/>
                <a:gd name="T66" fmla="*/ 3 w 426"/>
                <a:gd name="T67" fmla="*/ 0 h 245"/>
                <a:gd name="T68" fmla="*/ 3 w 426"/>
                <a:gd name="T69" fmla="*/ 0 h 245"/>
                <a:gd name="T70" fmla="*/ 3 w 426"/>
                <a:gd name="T71" fmla="*/ 0 h 245"/>
                <a:gd name="T72" fmla="*/ 3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426" y="0"/>
                  </a:moveTo>
                  <a:lnTo>
                    <a:pt x="426" y="0"/>
                  </a:lnTo>
                  <a:lnTo>
                    <a:pt x="384" y="1"/>
                  </a:lnTo>
                  <a:lnTo>
                    <a:pt x="340" y="4"/>
                  </a:lnTo>
                  <a:lnTo>
                    <a:pt x="300" y="10"/>
                  </a:lnTo>
                  <a:lnTo>
                    <a:pt x="262" y="18"/>
                  </a:lnTo>
                  <a:lnTo>
                    <a:pt x="224" y="29"/>
                  </a:lnTo>
                  <a:lnTo>
                    <a:pt x="189" y="41"/>
                  </a:lnTo>
                  <a:lnTo>
                    <a:pt x="157" y="55"/>
                  </a:lnTo>
                  <a:lnTo>
                    <a:pt x="126" y="70"/>
                  </a:lnTo>
                  <a:lnTo>
                    <a:pt x="99" y="89"/>
                  </a:lnTo>
                  <a:lnTo>
                    <a:pt x="74" y="106"/>
                  </a:lnTo>
                  <a:lnTo>
                    <a:pt x="52" y="126"/>
                  </a:lnTo>
                  <a:lnTo>
                    <a:pt x="34" y="148"/>
                  </a:lnTo>
                  <a:lnTo>
                    <a:pt x="19" y="171"/>
                  </a:lnTo>
                  <a:lnTo>
                    <a:pt x="9" y="194"/>
                  </a:lnTo>
                  <a:lnTo>
                    <a:pt x="3" y="219"/>
                  </a:lnTo>
                  <a:lnTo>
                    <a:pt x="0" y="245"/>
                  </a:lnTo>
                  <a:lnTo>
                    <a:pt x="12" y="245"/>
                  </a:lnTo>
                  <a:lnTo>
                    <a:pt x="15" y="221"/>
                  </a:lnTo>
                  <a:lnTo>
                    <a:pt x="20" y="199"/>
                  </a:lnTo>
                  <a:lnTo>
                    <a:pt x="31" y="178"/>
                  </a:lnTo>
                  <a:lnTo>
                    <a:pt x="44" y="156"/>
                  </a:lnTo>
                  <a:lnTo>
                    <a:pt x="61" y="136"/>
                  </a:lnTo>
                  <a:lnTo>
                    <a:pt x="81" y="116"/>
                  </a:lnTo>
                  <a:lnTo>
                    <a:pt x="106" y="98"/>
                  </a:lnTo>
                  <a:lnTo>
                    <a:pt x="133" y="82"/>
                  </a:lnTo>
                  <a:lnTo>
                    <a:pt x="162" y="66"/>
                  </a:lnTo>
                  <a:lnTo>
                    <a:pt x="194" y="52"/>
                  </a:lnTo>
                  <a:lnTo>
                    <a:pt x="229" y="41"/>
                  </a:lnTo>
                  <a:lnTo>
                    <a:pt x="264" y="30"/>
                  </a:lnTo>
                  <a:lnTo>
                    <a:pt x="303" y="22"/>
                  </a:lnTo>
                  <a:lnTo>
                    <a:pt x="343" y="16"/>
                  </a:lnTo>
                  <a:lnTo>
                    <a:pt x="384" y="12"/>
                  </a:lnTo>
                  <a:lnTo>
                    <a:pt x="426" y="11"/>
                  </a:lnTo>
                  <a:lnTo>
                    <a:pt x="42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5313" name="Freeform 33"/>
            <p:cNvSpPr>
              <a:spLocks/>
            </p:cNvSpPr>
            <p:nvPr/>
          </p:nvSpPr>
          <p:spPr bwMode="auto">
            <a:xfrm>
              <a:off x="1587" y="1929"/>
              <a:ext cx="85" cy="49"/>
            </a:xfrm>
            <a:custGeom>
              <a:avLst/>
              <a:gdLst>
                <a:gd name="T0" fmla="*/ 0 w 426"/>
                <a:gd name="T1" fmla="*/ 0 h 245"/>
                <a:gd name="T2" fmla="*/ 0 w 426"/>
                <a:gd name="T3" fmla="*/ 0 h 245"/>
                <a:gd name="T4" fmla="*/ 0 w 426"/>
                <a:gd name="T5" fmla="*/ 0 h 245"/>
                <a:gd name="T6" fmla="*/ 0 w 426"/>
                <a:gd name="T7" fmla="*/ 0 h 245"/>
                <a:gd name="T8" fmla="*/ 0 w 426"/>
                <a:gd name="T9" fmla="*/ 1 h 245"/>
                <a:gd name="T10" fmla="*/ 0 w 426"/>
                <a:gd name="T11" fmla="*/ 1 h 245"/>
                <a:gd name="T12" fmla="*/ 0 w 426"/>
                <a:gd name="T13" fmla="*/ 1 h 245"/>
                <a:gd name="T14" fmla="*/ 1 w 426"/>
                <a:gd name="T15" fmla="*/ 1 h 245"/>
                <a:gd name="T16" fmla="*/ 1 w 426"/>
                <a:gd name="T17" fmla="*/ 1 h 245"/>
                <a:gd name="T18" fmla="*/ 1 w 426"/>
                <a:gd name="T19" fmla="*/ 1 h 245"/>
                <a:gd name="T20" fmla="*/ 1 w 426"/>
                <a:gd name="T21" fmla="*/ 2 h 245"/>
                <a:gd name="T22" fmla="*/ 2 w 426"/>
                <a:gd name="T23" fmla="*/ 2 h 245"/>
                <a:gd name="T24" fmla="*/ 2 w 426"/>
                <a:gd name="T25" fmla="*/ 2 h 245"/>
                <a:gd name="T26" fmla="*/ 2 w 426"/>
                <a:gd name="T27" fmla="*/ 2 h 245"/>
                <a:gd name="T28" fmla="*/ 2 w 426"/>
                <a:gd name="T29" fmla="*/ 2 h 245"/>
                <a:gd name="T30" fmla="*/ 3 w 426"/>
                <a:gd name="T31" fmla="*/ 2 h 245"/>
                <a:gd name="T32" fmla="*/ 3 w 426"/>
                <a:gd name="T33" fmla="*/ 2 h 245"/>
                <a:gd name="T34" fmla="*/ 3 w 426"/>
                <a:gd name="T35" fmla="*/ 2 h 245"/>
                <a:gd name="T36" fmla="*/ 3 w 426"/>
                <a:gd name="T37" fmla="*/ 2 h 245"/>
                <a:gd name="T38" fmla="*/ 3 w 426"/>
                <a:gd name="T39" fmla="*/ 2 h 245"/>
                <a:gd name="T40" fmla="*/ 3 w 426"/>
                <a:gd name="T41" fmla="*/ 2 h 245"/>
                <a:gd name="T42" fmla="*/ 2 w 426"/>
                <a:gd name="T43" fmla="*/ 2 h 245"/>
                <a:gd name="T44" fmla="*/ 2 w 426"/>
                <a:gd name="T45" fmla="*/ 2 h 245"/>
                <a:gd name="T46" fmla="*/ 2 w 426"/>
                <a:gd name="T47" fmla="*/ 2 h 245"/>
                <a:gd name="T48" fmla="*/ 2 w 426"/>
                <a:gd name="T49" fmla="*/ 2 h 245"/>
                <a:gd name="T50" fmla="*/ 1 w 426"/>
                <a:gd name="T51" fmla="*/ 1 h 245"/>
                <a:gd name="T52" fmla="*/ 1 w 426"/>
                <a:gd name="T53" fmla="*/ 1 h 245"/>
                <a:gd name="T54" fmla="*/ 1 w 426"/>
                <a:gd name="T55" fmla="*/ 1 h 245"/>
                <a:gd name="T56" fmla="*/ 1 w 426"/>
                <a:gd name="T57" fmla="*/ 1 h 245"/>
                <a:gd name="T58" fmla="*/ 0 w 426"/>
                <a:gd name="T59" fmla="*/ 1 h 245"/>
                <a:gd name="T60" fmla="*/ 0 w 426"/>
                <a:gd name="T61" fmla="*/ 1 h 245"/>
                <a:gd name="T62" fmla="*/ 0 w 426"/>
                <a:gd name="T63" fmla="*/ 1 h 245"/>
                <a:gd name="T64" fmla="*/ 0 w 426"/>
                <a:gd name="T65" fmla="*/ 0 h 245"/>
                <a:gd name="T66" fmla="*/ 0 w 426"/>
                <a:gd name="T67" fmla="*/ 0 h 245"/>
                <a:gd name="T68" fmla="*/ 0 w 426"/>
                <a:gd name="T69" fmla="*/ 0 h 245"/>
                <a:gd name="T70" fmla="*/ 0 w 426"/>
                <a:gd name="T71" fmla="*/ 0 h 245"/>
                <a:gd name="T72" fmla="*/ 0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0" y="0"/>
                  </a:moveTo>
                  <a:lnTo>
                    <a:pt x="0" y="0"/>
                  </a:lnTo>
                  <a:lnTo>
                    <a:pt x="3" y="25"/>
                  </a:lnTo>
                  <a:lnTo>
                    <a:pt x="9" y="50"/>
                  </a:lnTo>
                  <a:lnTo>
                    <a:pt x="19" y="73"/>
                  </a:lnTo>
                  <a:lnTo>
                    <a:pt x="34" y="96"/>
                  </a:lnTo>
                  <a:lnTo>
                    <a:pt x="52" y="118"/>
                  </a:lnTo>
                  <a:lnTo>
                    <a:pt x="74" y="138"/>
                  </a:lnTo>
                  <a:lnTo>
                    <a:pt x="99" y="156"/>
                  </a:lnTo>
                  <a:lnTo>
                    <a:pt x="126" y="174"/>
                  </a:lnTo>
                  <a:lnTo>
                    <a:pt x="157" y="190"/>
                  </a:lnTo>
                  <a:lnTo>
                    <a:pt x="189" y="204"/>
                  </a:lnTo>
                  <a:lnTo>
                    <a:pt x="224" y="215"/>
                  </a:lnTo>
                  <a:lnTo>
                    <a:pt x="262" y="226"/>
                  </a:lnTo>
                  <a:lnTo>
                    <a:pt x="300" y="234"/>
                  </a:lnTo>
                  <a:lnTo>
                    <a:pt x="340" y="240"/>
                  </a:lnTo>
                  <a:lnTo>
                    <a:pt x="384" y="244"/>
                  </a:lnTo>
                  <a:lnTo>
                    <a:pt x="426" y="245"/>
                  </a:lnTo>
                  <a:lnTo>
                    <a:pt x="426" y="233"/>
                  </a:lnTo>
                  <a:lnTo>
                    <a:pt x="384" y="232"/>
                  </a:lnTo>
                  <a:lnTo>
                    <a:pt x="343" y="228"/>
                  </a:lnTo>
                  <a:lnTo>
                    <a:pt x="303" y="222"/>
                  </a:lnTo>
                  <a:lnTo>
                    <a:pt x="264" y="214"/>
                  </a:lnTo>
                  <a:lnTo>
                    <a:pt x="229" y="204"/>
                  </a:lnTo>
                  <a:lnTo>
                    <a:pt x="194" y="192"/>
                  </a:lnTo>
                  <a:lnTo>
                    <a:pt x="162" y="178"/>
                  </a:lnTo>
                  <a:lnTo>
                    <a:pt x="133" y="163"/>
                  </a:lnTo>
                  <a:lnTo>
                    <a:pt x="106" y="146"/>
                  </a:lnTo>
                  <a:lnTo>
                    <a:pt x="81" y="129"/>
                  </a:lnTo>
                  <a:lnTo>
                    <a:pt x="61" y="109"/>
                  </a:lnTo>
                  <a:lnTo>
                    <a:pt x="44" y="89"/>
                  </a:lnTo>
                  <a:lnTo>
                    <a:pt x="31" y="66"/>
                  </a:lnTo>
                  <a:lnTo>
                    <a:pt x="20" y="45"/>
                  </a:lnTo>
                  <a:lnTo>
                    <a:pt x="15" y="2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5314" name="Freeform 34"/>
            <p:cNvSpPr>
              <a:spLocks/>
            </p:cNvSpPr>
            <p:nvPr/>
          </p:nvSpPr>
          <p:spPr bwMode="auto">
            <a:xfrm>
              <a:off x="878" y="1448"/>
              <a:ext cx="792" cy="954"/>
            </a:xfrm>
            <a:custGeom>
              <a:avLst/>
              <a:gdLst>
                <a:gd name="T0" fmla="*/ 13 w 3960"/>
                <a:gd name="T1" fmla="*/ 38 h 4768"/>
                <a:gd name="T2" fmla="*/ 14 w 3960"/>
                <a:gd name="T3" fmla="*/ 38 h 4768"/>
                <a:gd name="T4" fmla="*/ 15 w 3960"/>
                <a:gd name="T5" fmla="*/ 38 h 4768"/>
                <a:gd name="T6" fmla="*/ 15 w 3960"/>
                <a:gd name="T7" fmla="*/ 38 h 4768"/>
                <a:gd name="T8" fmla="*/ 16 w 3960"/>
                <a:gd name="T9" fmla="*/ 38 h 4768"/>
                <a:gd name="T10" fmla="*/ 17 w 3960"/>
                <a:gd name="T11" fmla="*/ 38 h 4768"/>
                <a:gd name="T12" fmla="*/ 17 w 3960"/>
                <a:gd name="T13" fmla="*/ 38 h 4768"/>
                <a:gd name="T14" fmla="*/ 18 w 3960"/>
                <a:gd name="T15" fmla="*/ 38 h 4768"/>
                <a:gd name="T16" fmla="*/ 18 w 3960"/>
                <a:gd name="T17" fmla="*/ 38 h 4768"/>
                <a:gd name="T18" fmla="*/ 29 w 3960"/>
                <a:gd name="T19" fmla="*/ 30 h 4768"/>
                <a:gd name="T20" fmla="*/ 30 w 3960"/>
                <a:gd name="T21" fmla="*/ 30 h 4768"/>
                <a:gd name="T22" fmla="*/ 30 w 3960"/>
                <a:gd name="T23" fmla="*/ 29 h 4768"/>
                <a:gd name="T24" fmla="*/ 31 w 3960"/>
                <a:gd name="T25" fmla="*/ 28 h 4768"/>
                <a:gd name="T26" fmla="*/ 31 w 3960"/>
                <a:gd name="T27" fmla="*/ 28 h 4768"/>
                <a:gd name="T28" fmla="*/ 31 w 3960"/>
                <a:gd name="T29" fmla="*/ 27 h 4768"/>
                <a:gd name="T30" fmla="*/ 32 w 3960"/>
                <a:gd name="T31" fmla="*/ 26 h 4768"/>
                <a:gd name="T32" fmla="*/ 32 w 3960"/>
                <a:gd name="T33" fmla="*/ 25 h 4768"/>
                <a:gd name="T34" fmla="*/ 32 w 3960"/>
                <a:gd name="T35" fmla="*/ 11 h 4768"/>
                <a:gd name="T36" fmla="*/ 32 w 3960"/>
                <a:gd name="T37" fmla="*/ 10 h 4768"/>
                <a:gd name="T38" fmla="*/ 31 w 3960"/>
                <a:gd name="T39" fmla="*/ 9 h 4768"/>
                <a:gd name="T40" fmla="*/ 31 w 3960"/>
                <a:gd name="T41" fmla="*/ 9 h 4768"/>
                <a:gd name="T42" fmla="*/ 31 w 3960"/>
                <a:gd name="T43" fmla="*/ 8 h 4768"/>
                <a:gd name="T44" fmla="*/ 31 w 3960"/>
                <a:gd name="T45" fmla="*/ 8 h 4768"/>
                <a:gd name="T46" fmla="*/ 30 w 3960"/>
                <a:gd name="T47" fmla="*/ 7 h 4768"/>
                <a:gd name="T48" fmla="*/ 30 w 3960"/>
                <a:gd name="T49" fmla="*/ 7 h 4768"/>
                <a:gd name="T50" fmla="*/ 29 w 3960"/>
                <a:gd name="T51" fmla="*/ 6 h 4768"/>
                <a:gd name="T52" fmla="*/ 19 w 3960"/>
                <a:gd name="T53" fmla="*/ 1 h 4768"/>
                <a:gd name="T54" fmla="*/ 18 w 3960"/>
                <a:gd name="T55" fmla="*/ 0 h 4768"/>
                <a:gd name="T56" fmla="*/ 17 w 3960"/>
                <a:gd name="T57" fmla="*/ 0 h 4768"/>
                <a:gd name="T58" fmla="*/ 17 w 3960"/>
                <a:gd name="T59" fmla="*/ 0 h 4768"/>
                <a:gd name="T60" fmla="*/ 16 w 3960"/>
                <a:gd name="T61" fmla="*/ 0 h 4768"/>
                <a:gd name="T62" fmla="*/ 15 w 3960"/>
                <a:gd name="T63" fmla="*/ 0 h 4768"/>
                <a:gd name="T64" fmla="*/ 14 w 3960"/>
                <a:gd name="T65" fmla="*/ 0 h 4768"/>
                <a:gd name="T66" fmla="*/ 14 w 3960"/>
                <a:gd name="T67" fmla="*/ 0 h 4768"/>
                <a:gd name="T68" fmla="*/ 2 w 3960"/>
                <a:gd name="T69" fmla="*/ 6 h 4768"/>
                <a:gd name="T70" fmla="*/ 2 w 3960"/>
                <a:gd name="T71" fmla="*/ 7 h 4768"/>
                <a:gd name="T72" fmla="*/ 1 w 3960"/>
                <a:gd name="T73" fmla="*/ 7 h 4768"/>
                <a:gd name="T74" fmla="*/ 1 w 3960"/>
                <a:gd name="T75" fmla="*/ 8 h 4768"/>
                <a:gd name="T76" fmla="*/ 1 w 3960"/>
                <a:gd name="T77" fmla="*/ 8 h 4768"/>
                <a:gd name="T78" fmla="*/ 0 w 3960"/>
                <a:gd name="T79" fmla="*/ 9 h 4768"/>
                <a:gd name="T80" fmla="*/ 0 w 3960"/>
                <a:gd name="T81" fmla="*/ 9 h 4768"/>
                <a:gd name="T82" fmla="*/ 0 w 3960"/>
                <a:gd name="T83" fmla="*/ 10 h 4768"/>
                <a:gd name="T84" fmla="*/ 0 w 3960"/>
                <a:gd name="T85" fmla="*/ 11 h 4768"/>
                <a:gd name="T86" fmla="*/ 0 w 3960"/>
                <a:gd name="T87" fmla="*/ 25 h 4768"/>
                <a:gd name="T88" fmla="*/ 0 w 3960"/>
                <a:gd name="T89" fmla="*/ 26 h 4768"/>
                <a:gd name="T90" fmla="*/ 0 w 3960"/>
                <a:gd name="T91" fmla="*/ 27 h 4768"/>
                <a:gd name="T92" fmla="*/ 1 w 3960"/>
                <a:gd name="T93" fmla="*/ 28 h 4768"/>
                <a:gd name="T94" fmla="*/ 1 w 3960"/>
                <a:gd name="T95" fmla="*/ 29 h 4768"/>
                <a:gd name="T96" fmla="*/ 1 w 3960"/>
                <a:gd name="T97" fmla="*/ 29 h 4768"/>
                <a:gd name="T98" fmla="*/ 2 w 3960"/>
                <a:gd name="T99" fmla="*/ 30 h 4768"/>
                <a:gd name="T100" fmla="*/ 3 w 3960"/>
                <a:gd name="T101" fmla="*/ 31 h 4768"/>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w 3960"/>
                <a:gd name="T154" fmla="*/ 0 h 4768"/>
                <a:gd name="T155" fmla="*/ 3960 w 3960"/>
                <a:gd name="T156" fmla="*/ 4768 h 4768"/>
              </a:gdLst>
              <a:ahLst/>
              <a:cxnLst>
                <a:cxn ang="T102">
                  <a:pos x="T0" y="T1"/>
                </a:cxn>
                <a:cxn ang="T103">
                  <a:pos x="T2" y="T3"/>
                </a:cxn>
                <a:cxn ang="T104">
                  <a:pos x="T4" y="T5"/>
                </a:cxn>
                <a:cxn ang="T105">
                  <a:pos x="T6" y="T7"/>
                </a:cxn>
                <a:cxn ang="T106">
                  <a:pos x="T8" y="T9"/>
                </a:cxn>
                <a:cxn ang="T107">
                  <a:pos x="T10" y="T11"/>
                </a:cxn>
                <a:cxn ang="T108">
                  <a:pos x="T12" y="T13"/>
                </a:cxn>
                <a:cxn ang="T109">
                  <a:pos x="T14" y="T15"/>
                </a:cxn>
                <a:cxn ang="T110">
                  <a:pos x="T16" y="T17"/>
                </a:cxn>
                <a:cxn ang="T111">
                  <a:pos x="T18" y="T19"/>
                </a:cxn>
                <a:cxn ang="T112">
                  <a:pos x="T20" y="T21"/>
                </a:cxn>
                <a:cxn ang="T113">
                  <a:pos x="T22" y="T23"/>
                </a:cxn>
                <a:cxn ang="T114">
                  <a:pos x="T24" y="T25"/>
                </a:cxn>
                <a:cxn ang="T115">
                  <a:pos x="T26" y="T27"/>
                </a:cxn>
                <a:cxn ang="T116">
                  <a:pos x="T28" y="T29"/>
                </a:cxn>
                <a:cxn ang="T117">
                  <a:pos x="T30" y="T31"/>
                </a:cxn>
                <a:cxn ang="T118">
                  <a:pos x="T32" y="T33"/>
                </a:cxn>
                <a:cxn ang="T119">
                  <a:pos x="T34" y="T35"/>
                </a:cxn>
                <a:cxn ang="T120">
                  <a:pos x="T36" y="T37"/>
                </a:cxn>
                <a:cxn ang="T121">
                  <a:pos x="T38" y="T39"/>
                </a:cxn>
                <a:cxn ang="T122">
                  <a:pos x="T40" y="T41"/>
                </a:cxn>
                <a:cxn ang="T123">
                  <a:pos x="T42" y="T43"/>
                </a:cxn>
                <a:cxn ang="T124">
                  <a:pos x="T44" y="T45"/>
                </a:cxn>
                <a:cxn ang="T125">
                  <a:pos x="T46" y="T47"/>
                </a:cxn>
                <a:cxn ang="T126">
                  <a:pos x="T48" y="T49"/>
                </a:cxn>
                <a:cxn ang="T127">
                  <a:pos x="T50" y="T51"/>
                </a:cxn>
                <a:cxn ang="T128">
                  <a:pos x="T52" y="T53"/>
                </a:cxn>
                <a:cxn ang="T129">
                  <a:pos x="T54" y="T55"/>
                </a:cxn>
                <a:cxn ang="T130">
                  <a:pos x="T56" y="T57"/>
                </a:cxn>
                <a:cxn ang="T131">
                  <a:pos x="T58" y="T59"/>
                </a:cxn>
                <a:cxn ang="T132">
                  <a:pos x="T60" y="T61"/>
                </a:cxn>
                <a:cxn ang="T133">
                  <a:pos x="T62" y="T63"/>
                </a:cxn>
                <a:cxn ang="T134">
                  <a:pos x="T64" y="T65"/>
                </a:cxn>
                <a:cxn ang="T135">
                  <a:pos x="T66" y="T67"/>
                </a:cxn>
                <a:cxn ang="T136">
                  <a:pos x="T68" y="T69"/>
                </a:cxn>
                <a:cxn ang="T137">
                  <a:pos x="T70" y="T71"/>
                </a:cxn>
                <a:cxn ang="T138">
                  <a:pos x="T72" y="T73"/>
                </a:cxn>
                <a:cxn ang="T139">
                  <a:pos x="T74" y="T75"/>
                </a:cxn>
                <a:cxn ang="T140">
                  <a:pos x="T76" y="T77"/>
                </a:cxn>
                <a:cxn ang="T141">
                  <a:pos x="T78" y="T79"/>
                </a:cxn>
                <a:cxn ang="T142">
                  <a:pos x="T80" y="T81"/>
                </a:cxn>
                <a:cxn ang="T143">
                  <a:pos x="T82" y="T83"/>
                </a:cxn>
                <a:cxn ang="T144">
                  <a:pos x="T84" y="T85"/>
                </a:cxn>
                <a:cxn ang="T145">
                  <a:pos x="T86" y="T87"/>
                </a:cxn>
                <a:cxn ang="T146">
                  <a:pos x="T88" y="T89"/>
                </a:cxn>
                <a:cxn ang="T147">
                  <a:pos x="T90" y="T91"/>
                </a:cxn>
                <a:cxn ang="T148">
                  <a:pos x="T92" y="T93"/>
                </a:cxn>
                <a:cxn ang="T149">
                  <a:pos x="T94" y="T95"/>
                </a:cxn>
                <a:cxn ang="T150">
                  <a:pos x="T96" y="T97"/>
                </a:cxn>
                <a:cxn ang="T151">
                  <a:pos x="T98" y="T99"/>
                </a:cxn>
                <a:cxn ang="T152">
                  <a:pos x="T100" y="T101"/>
                </a:cxn>
              </a:cxnLst>
              <a:rect l="T153" t="T154" r="T155" b="T156"/>
              <a:pathLst>
                <a:path w="3960" h="4768">
                  <a:moveTo>
                    <a:pt x="353" y="3849"/>
                  </a:moveTo>
                  <a:lnTo>
                    <a:pt x="1661" y="4700"/>
                  </a:lnTo>
                  <a:lnTo>
                    <a:pt x="1697" y="4717"/>
                  </a:lnTo>
                  <a:lnTo>
                    <a:pt x="1736" y="4731"/>
                  </a:lnTo>
                  <a:lnTo>
                    <a:pt x="1776" y="4742"/>
                  </a:lnTo>
                  <a:lnTo>
                    <a:pt x="1818" y="4753"/>
                  </a:lnTo>
                  <a:lnTo>
                    <a:pt x="1860" y="4760"/>
                  </a:lnTo>
                  <a:lnTo>
                    <a:pt x="1902" y="4765"/>
                  </a:lnTo>
                  <a:lnTo>
                    <a:pt x="1946" y="4768"/>
                  </a:lnTo>
                  <a:lnTo>
                    <a:pt x="1988" y="4768"/>
                  </a:lnTo>
                  <a:lnTo>
                    <a:pt x="2031" y="4767"/>
                  </a:lnTo>
                  <a:lnTo>
                    <a:pt x="2073" y="4763"/>
                  </a:lnTo>
                  <a:lnTo>
                    <a:pt x="2114" y="4758"/>
                  </a:lnTo>
                  <a:lnTo>
                    <a:pt x="2154" y="4751"/>
                  </a:lnTo>
                  <a:lnTo>
                    <a:pt x="2193" y="4740"/>
                  </a:lnTo>
                  <a:lnTo>
                    <a:pt x="2230" y="4729"/>
                  </a:lnTo>
                  <a:lnTo>
                    <a:pt x="2264" y="4715"/>
                  </a:lnTo>
                  <a:lnTo>
                    <a:pt x="2297" y="4700"/>
                  </a:lnTo>
                  <a:lnTo>
                    <a:pt x="3639" y="3825"/>
                  </a:lnTo>
                  <a:lnTo>
                    <a:pt x="3673" y="3795"/>
                  </a:lnTo>
                  <a:lnTo>
                    <a:pt x="3707" y="3761"/>
                  </a:lnTo>
                  <a:lnTo>
                    <a:pt x="3738" y="3725"/>
                  </a:lnTo>
                  <a:lnTo>
                    <a:pt x="3768" y="3685"/>
                  </a:lnTo>
                  <a:lnTo>
                    <a:pt x="3796" y="3644"/>
                  </a:lnTo>
                  <a:lnTo>
                    <a:pt x="3821" y="3599"/>
                  </a:lnTo>
                  <a:lnTo>
                    <a:pt x="3846" y="3553"/>
                  </a:lnTo>
                  <a:lnTo>
                    <a:pt x="3868" y="3505"/>
                  </a:lnTo>
                  <a:lnTo>
                    <a:pt x="3888" y="3456"/>
                  </a:lnTo>
                  <a:lnTo>
                    <a:pt x="3907" y="3406"/>
                  </a:lnTo>
                  <a:lnTo>
                    <a:pt x="3922" y="3354"/>
                  </a:lnTo>
                  <a:lnTo>
                    <a:pt x="3935" y="3303"/>
                  </a:lnTo>
                  <a:lnTo>
                    <a:pt x="3946" y="3250"/>
                  </a:lnTo>
                  <a:lnTo>
                    <a:pt x="3953" y="3197"/>
                  </a:lnTo>
                  <a:lnTo>
                    <a:pt x="3957" y="3144"/>
                  </a:lnTo>
                  <a:lnTo>
                    <a:pt x="3960" y="3092"/>
                  </a:lnTo>
                  <a:lnTo>
                    <a:pt x="3959" y="1313"/>
                  </a:lnTo>
                  <a:lnTo>
                    <a:pt x="3955" y="1271"/>
                  </a:lnTo>
                  <a:lnTo>
                    <a:pt x="3949" y="1229"/>
                  </a:lnTo>
                  <a:lnTo>
                    <a:pt x="3941" y="1189"/>
                  </a:lnTo>
                  <a:lnTo>
                    <a:pt x="3930" y="1149"/>
                  </a:lnTo>
                  <a:lnTo>
                    <a:pt x="3918" y="1111"/>
                  </a:lnTo>
                  <a:lnTo>
                    <a:pt x="3902" y="1075"/>
                  </a:lnTo>
                  <a:lnTo>
                    <a:pt x="3886" y="1040"/>
                  </a:lnTo>
                  <a:lnTo>
                    <a:pt x="3867" y="1006"/>
                  </a:lnTo>
                  <a:lnTo>
                    <a:pt x="3846" y="973"/>
                  </a:lnTo>
                  <a:lnTo>
                    <a:pt x="3823" y="942"/>
                  </a:lnTo>
                  <a:lnTo>
                    <a:pt x="3798" y="913"/>
                  </a:lnTo>
                  <a:lnTo>
                    <a:pt x="3771" y="886"/>
                  </a:lnTo>
                  <a:lnTo>
                    <a:pt x="3743" y="860"/>
                  </a:lnTo>
                  <a:lnTo>
                    <a:pt x="3714" y="837"/>
                  </a:lnTo>
                  <a:lnTo>
                    <a:pt x="3682" y="816"/>
                  </a:lnTo>
                  <a:lnTo>
                    <a:pt x="3649" y="796"/>
                  </a:lnTo>
                  <a:lnTo>
                    <a:pt x="2386" y="83"/>
                  </a:lnTo>
                  <a:lnTo>
                    <a:pt x="2350" y="65"/>
                  </a:lnTo>
                  <a:lnTo>
                    <a:pt x="2310" y="50"/>
                  </a:lnTo>
                  <a:lnTo>
                    <a:pt x="2268" y="36"/>
                  </a:lnTo>
                  <a:lnTo>
                    <a:pt x="2223" y="24"/>
                  </a:lnTo>
                  <a:lnTo>
                    <a:pt x="2178" y="15"/>
                  </a:lnTo>
                  <a:lnTo>
                    <a:pt x="2131" y="8"/>
                  </a:lnTo>
                  <a:lnTo>
                    <a:pt x="2082" y="3"/>
                  </a:lnTo>
                  <a:lnTo>
                    <a:pt x="2032" y="0"/>
                  </a:lnTo>
                  <a:lnTo>
                    <a:pt x="1982" y="1"/>
                  </a:lnTo>
                  <a:lnTo>
                    <a:pt x="1933" y="3"/>
                  </a:lnTo>
                  <a:lnTo>
                    <a:pt x="1882" y="9"/>
                  </a:lnTo>
                  <a:lnTo>
                    <a:pt x="1833" y="17"/>
                  </a:lnTo>
                  <a:lnTo>
                    <a:pt x="1785" y="29"/>
                  </a:lnTo>
                  <a:lnTo>
                    <a:pt x="1737" y="43"/>
                  </a:lnTo>
                  <a:lnTo>
                    <a:pt x="1691" y="62"/>
                  </a:lnTo>
                  <a:lnTo>
                    <a:pt x="1647" y="83"/>
                  </a:lnTo>
                  <a:lnTo>
                    <a:pt x="311" y="782"/>
                  </a:lnTo>
                  <a:lnTo>
                    <a:pt x="276" y="803"/>
                  </a:lnTo>
                  <a:lnTo>
                    <a:pt x="243" y="826"/>
                  </a:lnTo>
                  <a:lnTo>
                    <a:pt x="213" y="852"/>
                  </a:lnTo>
                  <a:lnTo>
                    <a:pt x="184" y="879"/>
                  </a:lnTo>
                  <a:lnTo>
                    <a:pt x="155" y="908"/>
                  </a:lnTo>
                  <a:lnTo>
                    <a:pt x="131" y="939"/>
                  </a:lnTo>
                  <a:lnTo>
                    <a:pt x="107" y="971"/>
                  </a:lnTo>
                  <a:lnTo>
                    <a:pt x="86" y="1005"/>
                  </a:lnTo>
                  <a:lnTo>
                    <a:pt x="68" y="1040"/>
                  </a:lnTo>
                  <a:lnTo>
                    <a:pt x="50" y="1076"/>
                  </a:lnTo>
                  <a:lnTo>
                    <a:pt x="36" y="1115"/>
                  </a:lnTo>
                  <a:lnTo>
                    <a:pt x="23" y="1153"/>
                  </a:lnTo>
                  <a:lnTo>
                    <a:pt x="14" y="1195"/>
                  </a:lnTo>
                  <a:lnTo>
                    <a:pt x="7" y="1236"/>
                  </a:lnTo>
                  <a:lnTo>
                    <a:pt x="2" y="1279"/>
                  </a:lnTo>
                  <a:lnTo>
                    <a:pt x="0" y="1322"/>
                  </a:lnTo>
                  <a:lnTo>
                    <a:pt x="0" y="3093"/>
                  </a:lnTo>
                  <a:lnTo>
                    <a:pt x="2" y="3147"/>
                  </a:lnTo>
                  <a:lnTo>
                    <a:pt x="7" y="3202"/>
                  </a:lnTo>
                  <a:lnTo>
                    <a:pt x="15" y="3257"/>
                  </a:lnTo>
                  <a:lnTo>
                    <a:pt x="27" y="3312"/>
                  </a:lnTo>
                  <a:lnTo>
                    <a:pt x="42" y="3366"/>
                  </a:lnTo>
                  <a:lnTo>
                    <a:pt x="59" y="3420"/>
                  </a:lnTo>
                  <a:lnTo>
                    <a:pt x="79" y="3474"/>
                  </a:lnTo>
                  <a:lnTo>
                    <a:pt x="102" y="3525"/>
                  </a:lnTo>
                  <a:lnTo>
                    <a:pt x="127" y="3576"/>
                  </a:lnTo>
                  <a:lnTo>
                    <a:pt x="154" y="3624"/>
                  </a:lnTo>
                  <a:lnTo>
                    <a:pt x="184" y="3670"/>
                  </a:lnTo>
                  <a:lnTo>
                    <a:pt x="214" y="3712"/>
                  </a:lnTo>
                  <a:lnTo>
                    <a:pt x="247" y="3752"/>
                  </a:lnTo>
                  <a:lnTo>
                    <a:pt x="281" y="3788"/>
                  </a:lnTo>
                  <a:lnTo>
                    <a:pt x="317" y="3821"/>
                  </a:lnTo>
                  <a:lnTo>
                    <a:pt x="353" y="384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5315" name="Freeform 35"/>
            <p:cNvSpPr>
              <a:spLocks/>
            </p:cNvSpPr>
            <p:nvPr/>
          </p:nvSpPr>
          <p:spPr bwMode="auto">
            <a:xfrm>
              <a:off x="943" y="2210"/>
              <a:ext cx="276" cy="187"/>
            </a:xfrm>
            <a:custGeom>
              <a:avLst/>
              <a:gdLst>
                <a:gd name="T0" fmla="*/ 11 w 1380"/>
                <a:gd name="T1" fmla="*/ 7 h 937"/>
                <a:gd name="T2" fmla="*/ 11 w 1380"/>
                <a:gd name="T3" fmla="*/ 7 h 937"/>
                <a:gd name="T4" fmla="*/ 0 w 1380"/>
                <a:gd name="T5" fmla="*/ 0 h 937"/>
                <a:gd name="T6" fmla="*/ 0 w 1380"/>
                <a:gd name="T7" fmla="*/ 1 h 937"/>
                <a:gd name="T8" fmla="*/ 10 w 1380"/>
                <a:gd name="T9" fmla="*/ 7 h 937"/>
                <a:gd name="T10" fmla="*/ 10 w 1380"/>
                <a:gd name="T11" fmla="*/ 7 h 937"/>
                <a:gd name="T12" fmla="*/ 10 w 1380"/>
                <a:gd name="T13" fmla="*/ 7 h 937"/>
                <a:gd name="T14" fmla="*/ 11 w 1380"/>
                <a:gd name="T15" fmla="*/ 7 h 937"/>
                <a:gd name="T16" fmla="*/ 11 w 1380"/>
                <a:gd name="T17" fmla="*/ 7 h 937"/>
                <a:gd name="T18" fmla="*/ 11 w 1380"/>
                <a:gd name="T19" fmla="*/ 7 h 937"/>
                <a:gd name="T20" fmla="*/ 11 w 1380"/>
                <a:gd name="T21" fmla="*/ 7 h 937"/>
                <a:gd name="T22" fmla="*/ 11 w 1380"/>
                <a:gd name="T23" fmla="*/ 7 h 937"/>
                <a:gd name="T24" fmla="*/ 11 w 1380"/>
                <a:gd name="T25" fmla="*/ 7 h 937"/>
                <a:gd name="T26" fmla="*/ 11 w 1380"/>
                <a:gd name="T27" fmla="*/ 7 h 937"/>
                <a:gd name="T28" fmla="*/ 11 w 1380"/>
                <a:gd name="T29" fmla="*/ 7 h 937"/>
                <a:gd name="T30" fmla="*/ 11 w 1380"/>
                <a:gd name="T31" fmla="*/ 7 h 93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80"/>
                <a:gd name="T49" fmla="*/ 0 h 937"/>
                <a:gd name="T50" fmla="*/ 1380 w 1380"/>
                <a:gd name="T51" fmla="*/ 937 h 93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80" h="937">
                  <a:moveTo>
                    <a:pt x="1354" y="848"/>
                  </a:moveTo>
                  <a:lnTo>
                    <a:pt x="1359" y="851"/>
                  </a:lnTo>
                  <a:lnTo>
                    <a:pt x="51" y="0"/>
                  </a:lnTo>
                  <a:lnTo>
                    <a:pt x="0" y="78"/>
                  </a:lnTo>
                  <a:lnTo>
                    <a:pt x="1307" y="929"/>
                  </a:lnTo>
                  <a:lnTo>
                    <a:pt x="1312" y="932"/>
                  </a:lnTo>
                  <a:lnTo>
                    <a:pt x="1307" y="929"/>
                  </a:lnTo>
                  <a:lnTo>
                    <a:pt x="1326" y="937"/>
                  </a:lnTo>
                  <a:lnTo>
                    <a:pt x="1345" y="936"/>
                  </a:lnTo>
                  <a:lnTo>
                    <a:pt x="1360" y="929"/>
                  </a:lnTo>
                  <a:lnTo>
                    <a:pt x="1372" y="916"/>
                  </a:lnTo>
                  <a:lnTo>
                    <a:pt x="1379" y="899"/>
                  </a:lnTo>
                  <a:lnTo>
                    <a:pt x="1380" y="883"/>
                  </a:lnTo>
                  <a:lnTo>
                    <a:pt x="1374" y="865"/>
                  </a:lnTo>
                  <a:lnTo>
                    <a:pt x="1359" y="851"/>
                  </a:lnTo>
                  <a:lnTo>
                    <a:pt x="1354" y="84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5316" name="Freeform 36"/>
            <p:cNvSpPr>
              <a:spLocks/>
            </p:cNvSpPr>
            <p:nvPr/>
          </p:nvSpPr>
          <p:spPr bwMode="auto">
            <a:xfrm>
              <a:off x="1206" y="2379"/>
              <a:ext cx="140" cy="32"/>
            </a:xfrm>
            <a:custGeom>
              <a:avLst/>
              <a:gdLst>
                <a:gd name="T0" fmla="*/ 5 w 703"/>
                <a:gd name="T1" fmla="*/ 0 h 162"/>
                <a:gd name="T2" fmla="*/ 5 w 703"/>
                <a:gd name="T3" fmla="*/ 0 h 162"/>
                <a:gd name="T4" fmla="*/ 5 w 703"/>
                <a:gd name="T5" fmla="*/ 0 h 162"/>
                <a:gd name="T6" fmla="*/ 5 w 703"/>
                <a:gd name="T7" fmla="*/ 0 h 162"/>
                <a:gd name="T8" fmla="*/ 4 w 703"/>
                <a:gd name="T9" fmla="*/ 0 h 162"/>
                <a:gd name="T10" fmla="*/ 4 w 703"/>
                <a:gd name="T11" fmla="*/ 0 h 162"/>
                <a:gd name="T12" fmla="*/ 4 w 703"/>
                <a:gd name="T13" fmla="*/ 0 h 162"/>
                <a:gd name="T14" fmla="*/ 3 w 703"/>
                <a:gd name="T15" fmla="*/ 1 h 162"/>
                <a:gd name="T16" fmla="*/ 3 w 703"/>
                <a:gd name="T17" fmla="*/ 1 h 162"/>
                <a:gd name="T18" fmla="*/ 3 w 703"/>
                <a:gd name="T19" fmla="*/ 1 h 162"/>
                <a:gd name="T20" fmla="*/ 2 w 703"/>
                <a:gd name="T21" fmla="*/ 1 h 162"/>
                <a:gd name="T22" fmla="*/ 2 w 703"/>
                <a:gd name="T23" fmla="*/ 1 h 162"/>
                <a:gd name="T24" fmla="*/ 2 w 703"/>
                <a:gd name="T25" fmla="*/ 0 h 162"/>
                <a:gd name="T26" fmla="*/ 1 w 703"/>
                <a:gd name="T27" fmla="*/ 0 h 162"/>
                <a:gd name="T28" fmla="*/ 1 w 703"/>
                <a:gd name="T29" fmla="*/ 0 h 162"/>
                <a:gd name="T30" fmla="*/ 1 w 703"/>
                <a:gd name="T31" fmla="*/ 0 h 162"/>
                <a:gd name="T32" fmla="*/ 1 w 703"/>
                <a:gd name="T33" fmla="*/ 0 h 162"/>
                <a:gd name="T34" fmla="*/ 0 w 703"/>
                <a:gd name="T35" fmla="*/ 0 h 162"/>
                <a:gd name="T36" fmla="*/ 0 w 703"/>
                <a:gd name="T37" fmla="*/ 1 h 162"/>
                <a:gd name="T38" fmla="*/ 0 w 703"/>
                <a:gd name="T39" fmla="*/ 1 h 162"/>
                <a:gd name="T40" fmla="*/ 1 w 703"/>
                <a:gd name="T41" fmla="*/ 1 h 162"/>
                <a:gd name="T42" fmla="*/ 1 w 703"/>
                <a:gd name="T43" fmla="*/ 1 h 162"/>
                <a:gd name="T44" fmla="*/ 1 w 703"/>
                <a:gd name="T45" fmla="*/ 1 h 162"/>
                <a:gd name="T46" fmla="*/ 2 w 703"/>
                <a:gd name="T47" fmla="*/ 1 h 162"/>
                <a:gd name="T48" fmla="*/ 2 w 703"/>
                <a:gd name="T49" fmla="*/ 1 h 162"/>
                <a:gd name="T50" fmla="*/ 2 w 703"/>
                <a:gd name="T51" fmla="*/ 1 h 162"/>
                <a:gd name="T52" fmla="*/ 3 w 703"/>
                <a:gd name="T53" fmla="*/ 1 h 162"/>
                <a:gd name="T54" fmla="*/ 3 w 703"/>
                <a:gd name="T55" fmla="*/ 1 h 162"/>
                <a:gd name="T56" fmla="*/ 3 w 703"/>
                <a:gd name="T57" fmla="*/ 1 h 162"/>
                <a:gd name="T58" fmla="*/ 4 w 703"/>
                <a:gd name="T59" fmla="*/ 1 h 162"/>
                <a:gd name="T60" fmla="*/ 4 w 703"/>
                <a:gd name="T61" fmla="*/ 1 h 162"/>
                <a:gd name="T62" fmla="*/ 5 w 703"/>
                <a:gd name="T63" fmla="*/ 1 h 162"/>
                <a:gd name="T64" fmla="*/ 5 w 703"/>
                <a:gd name="T65" fmla="*/ 1 h 162"/>
                <a:gd name="T66" fmla="*/ 5 w 703"/>
                <a:gd name="T67" fmla="*/ 1 h 162"/>
                <a:gd name="T68" fmla="*/ 5 w 703"/>
                <a:gd name="T69" fmla="*/ 1 h 162"/>
                <a:gd name="T70" fmla="*/ 5 w 703"/>
                <a:gd name="T71" fmla="*/ 1 h 162"/>
                <a:gd name="T72" fmla="*/ 5 w 703"/>
                <a:gd name="T73" fmla="*/ 1 h 162"/>
                <a:gd name="T74" fmla="*/ 5 w 703"/>
                <a:gd name="T75" fmla="*/ 1 h 162"/>
                <a:gd name="T76" fmla="*/ 6 w 703"/>
                <a:gd name="T77" fmla="*/ 0 h 162"/>
                <a:gd name="T78" fmla="*/ 6 w 703"/>
                <a:gd name="T79" fmla="*/ 0 h 162"/>
                <a:gd name="T80" fmla="*/ 6 w 703"/>
                <a:gd name="T81" fmla="*/ 0 h 162"/>
                <a:gd name="T82" fmla="*/ 5 w 703"/>
                <a:gd name="T83" fmla="*/ 0 h 162"/>
                <a:gd name="T84" fmla="*/ 5 w 703"/>
                <a:gd name="T85" fmla="*/ 0 h 162"/>
                <a:gd name="T86" fmla="*/ 5 w 703"/>
                <a:gd name="T87" fmla="*/ 0 h 162"/>
                <a:gd name="T88" fmla="*/ 5 w 703"/>
                <a:gd name="T89" fmla="*/ 0 h 162"/>
                <a:gd name="T90" fmla="*/ 5 w 703"/>
                <a:gd name="T91" fmla="*/ 0 h 162"/>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703"/>
                <a:gd name="T139" fmla="*/ 0 h 162"/>
                <a:gd name="T140" fmla="*/ 703 w 703"/>
                <a:gd name="T141" fmla="*/ 162 h 162"/>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703" h="162">
                  <a:moveTo>
                    <a:pt x="631" y="8"/>
                  </a:moveTo>
                  <a:lnTo>
                    <a:pt x="636" y="6"/>
                  </a:lnTo>
                  <a:lnTo>
                    <a:pt x="606" y="20"/>
                  </a:lnTo>
                  <a:lnTo>
                    <a:pt x="575" y="32"/>
                  </a:lnTo>
                  <a:lnTo>
                    <a:pt x="540" y="42"/>
                  </a:lnTo>
                  <a:lnTo>
                    <a:pt x="504" y="52"/>
                  </a:lnTo>
                  <a:lnTo>
                    <a:pt x="467" y="59"/>
                  </a:lnTo>
                  <a:lnTo>
                    <a:pt x="428" y="64"/>
                  </a:lnTo>
                  <a:lnTo>
                    <a:pt x="389" y="67"/>
                  </a:lnTo>
                  <a:lnTo>
                    <a:pt x="348" y="68"/>
                  </a:lnTo>
                  <a:lnTo>
                    <a:pt x="308" y="68"/>
                  </a:lnTo>
                  <a:lnTo>
                    <a:pt x="267" y="65"/>
                  </a:lnTo>
                  <a:lnTo>
                    <a:pt x="226" y="61"/>
                  </a:lnTo>
                  <a:lnTo>
                    <a:pt x="187" y="54"/>
                  </a:lnTo>
                  <a:lnTo>
                    <a:pt x="148" y="44"/>
                  </a:lnTo>
                  <a:lnTo>
                    <a:pt x="110" y="33"/>
                  </a:lnTo>
                  <a:lnTo>
                    <a:pt x="75" y="20"/>
                  </a:lnTo>
                  <a:lnTo>
                    <a:pt x="42" y="5"/>
                  </a:lnTo>
                  <a:lnTo>
                    <a:pt x="0" y="89"/>
                  </a:lnTo>
                  <a:lnTo>
                    <a:pt x="40" y="107"/>
                  </a:lnTo>
                  <a:lnTo>
                    <a:pt x="82" y="122"/>
                  </a:lnTo>
                  <a:lnTo>
                    <a:pt x="124" y="135"/>
                  </a:lnTo>
                  <a:lnTo>
                    <a:pt x="169" y="146"/>
                  </a:lnTo>
                  <a:lnTo>
                    <a:pt x="214" y="153"/>
                  </a:lnTo>
                  <a:lnTo>
                    <a:pt x="258" y="158"/>
                  </a:lnTo>
                  <a:lnTo>
                    <a:pt x="303" y="162"/>
                  </a:lnTo>
                  <a:lnTo>
                    <a:pt x="348" y="162"/>
                  </a:lnTo>
                  <a:lnTo>
                    <a:pt x="394" y="161"/>
                  </a:lnTo>
                  <a:lnTo>
                    <a:pt x="439" y="157"/>
                  </a:lnTo>
                  <a:lnTo>
                    <a:pt x="481" y="150"/>
                  </a:lnTo>
                  <a:lnTo>
                    <a:pt x="525" y="143"/>
                  </a:lnTo>
                  <a:lnTo>
                    <a:pt x="566" y="132"/>
                  </a:lnTo>
                  <a:lnTo>
                    <a:pt x="606" y="121"/>
                  </a:lnTo>
                  <a:lnTo>
                    <a:pt x="643" y="105"/>
                  </a:lnTo>
                  <a:lnTo>
                    <a:pt x="678" y="88"/>
                  </a:lnTo>
                  <a:lnTo>
                    <a:pt x="683" y="86"/>
                  </a:lnTo>
                  <a:lnTo>
                    <a:pt x="678" y="88"/>
                  </a:lnTo>
                  <a:lnTo>
                    <a:pt x="695" y="75"/>
                  </a:lnTo>
                  <a:lnTo>
                    <a:pt x="702" y="60"/>
                  </a:lnTo>
                  <a:lnTo>
                    <a:pt x="703" y="42"/>
                  </a:lnTo>
                  <a:lnTo>
                    <a:pt x="698" y="26"/>
                  </a:lnTo>
                  <a:lnTo>
                    <a:pt x="688" y="12"/>
                  </a:lnTo>
                  <a:lnTo>
                    <a:pt x="674" y="3"/>
                  </a:lnTo>
                  <a:lnTo>
                    <a:pt x="656" y="0"/>
                  </a:lnTo>
                  <a:lnTo>
                    <a:pt x="636" y="6"/>
                  </a:lnTo>
                  <a:lnTo>
                    <a:pt x="631"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5317" name="Freeform 37"/>
            <p:cNvSpPr>
              <a:spLocks/>
            </p:cNvSpPr>
            <p:nvPr/>
          </p:nvSpPr>
          <p:spPr bwMode="auto">
            <a:xfrm>
              <a:off x="1332" y="2204"/>
              <a:ext cx="283" cy="192"/>
            </a:xfrm>
            <a:custGeom>
              <a:avLst/>
              <a:gdLst>
                <a:gd name="T0" fmla="*/ 11 w 1415"/>
                <a:gd name="T1" fmla="*/ 0 h 960"/>
                <a:gd name="T2" fmla="*/ 11 w 1415"/>
                <a:gd name="T3" fmla="*/ 0 h 960"/>
                <a:gd name="T4" fmla="*/ 0 w 1415"/>
                <a:gd name="T5" fmla="*/ 7 h 960"/>
                <a:gd name="T6" fmla="*/ 0 w 1415"/>
                <a:gd name="T7" fmla="*/ 8 h 960"/>
                <a:gd name="T8" fmla="*/ 11 w 1415"/>
                <a:gd name="T9" fmla="*/ 1 h 960"/>
                <a:gd name="T10" fmla="*/ 11 w 1415"/>
                <a:gd name="T11" fmla="*/ 1 h 960"/>
                <a:gd name="T12" fmla="*/ 11 w 1415"/>
                <a:gd name="T13" fmla="*/ 1 h 960"/>
                <a:gd name="T14" fmla="*/ 11 w 1415"/>
                <a:gd name="T15" fmla="*/ 1 h 960"/>
                <a:gd name="T16" fmla="*/ 11 w 1415"/>
                <a:gd name="T17" fmla="*/ 0 h 960"/>
                <a:gd name="T18" fmla="*/ 11 w 1415"/>
                <a:gd name="T19" fmla="*/ 0 h 960"/>
                <a:gd name="T20" fmla="*/ 11 w 1415"/>
                <a:gd name="T21" fmla="*/ 0 h 960"/>
                <a:gd name="T22" fmla="*/ 11 w 1415"/>
                <a:gd name="T23" fmla="*/ 0 h 960"/>
                <a:gd name="T24" fmla="*/ 11 w 1415"/>
                <a:gd name="T25" fmla="*/ 0 h 960"/>
                <a:gd name="T26" fmla="*/ 11 w 1415"/>
                <a:gd name="T27" fmla="*/ 0 h 960"/>
                <a:gd name="T28" fmla="*/ 11 w 1415"/>
                <a:gd name="T29" fmla="*/ 0 h 960"/>
                <a:gd name="T30" fmla="*/ 11 w 1415"/>
                <a:gd name="T31" fmla="*/ 0 h 96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15"/>
                <a:gd name="T49" fmla="*/ 0 h 960"/>
                <a:gd name="T50" fmla="*/ 1415 w 1415"/>
                <a:gd name="T51" fmla="*/ 960 h 96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15" h="960">
                  <a:moveTo>
                    <a:pt x="1338" y="10"/>
                  </a:moveTo>
                  <a:lnTo>
                    <a:pt x="1342" y="8"/>
                  </a:lnTo>
                  <a:lnTo>
                    <a:pt x="0" y="882"/>
                  </a:lnTo>
                  <a:lnTo>
                    <a:pt x="52" y="960"/>
                  </a:lnTo>
                  <a:lnTo>
                    <a:pt x="1393" y="85"/>
                  </a:lnTo>
                  <a:lnTo>
                    <a:pt x="1397" y="83"/>
                  </a:lnTo>
                  <a:lnTo>
                    <a:pt x="1393" y="85"/>
                  </a:lnTo>
                  <a:lnTo>
                    <a:pt x="1409" y="71"/>
                  </a:lnTo>
                  <a:lnTo>
                    <a:pt x="1415" y="53"/>
                  </a:lnTo>
                  <a:lnTo>
                    <a:pt x="1413" y="37"/>
                  </a:lnTo>
                  <a:lnTo>
                    <a:pt x="1406" y="21"/>
                  </a:lnTo>
                  <a:lnTo>
                    <a:pt x="1395" y="8"/>
                  </a:lnTo>
                  <a:lnTo>
                    <a:pt x="1379" y="1"/>
                  </a:lnTo>
                  <a:lnTo>
                    <a:pt x="1361" y="0"/>
                  </a:lnTo>
                  <a:lnTo>
                    <a:pt x="1342" y="8"/>
                  </a:lnTo>
                  <a:lnTo>
                    <a:pt x="1338" y="1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5318" name="Freeform 38"/>
            <p:cNvSpPr>
              <a:spLocks/>
            </p:cNvSpPr>
            <p:nvPr/>
          </p:nvSpPr>
          <p:spPr bwMode="auto">
            <a:xfrm>
              <a:off x="1599" y="2057"/>
              <a:ext cx="80" cy="163"/>
            </a:xfrm>
            <a:custGeom>
              <a:avLst/>
              <a:gdLst>
                <a:gd name="T0" fmla="*/ 2 w 398"/>
                <a:gd name="T1" fmla="*/ 0 h 817"/>
                <a:gd name="T2" fmla="*/ 2 w 398"/>
                <a:gd name="T3" fmla="*/ 0 h 817"/>
                <a:gd name="T4" fmla="*/ 2 w 398"/>
                <a:gd name="T5" fmla="*/ 1 h 817"/>
                <a:gd name="T6" fmla="*/ 2 w 398"/>
                <a:gd name="T7" fmla="*/ 1 h 817"/>
                <a:gd name="T8" fmla="*/ 2 w 398"/>
                <a:gd name="T9" fmla="*/ 2 h 817"/>
                <a:gd name="T10" fmla="*/ 2 w 398"/>
                <a:gd name="T11" fmla="*/ 2 h 817"/>
                <a:gd name="T12" fmla="*/ 2 w 398"/>
                <a:gd name="T13" fmla="*/ 2 h 817"/>
                <a:gd name="T14" fmla="*/ 2 w 398"/>
                <a:gd name="T15" fmla="*/ 3 h 817"/>
                <a:gd name="T16" fmla="*/ 2 w 398"/>
                <a:gd name="T17" fmla="*/ 3 h 817"/>
                <a:gd name="T18" fmla="*/ 2 w 398"/>
                <a:gd name="T19" fmla="*/ 4 h 817"/>
                <a:gd name="T20" fmla="*/ 2 w 398"/>
                <a:gd name="T21" fmla="*/ 4 h 817"/>
                <a:gd name="T22" fmla="*/ 1 w 398"/>
                <a:gd name="T23" fmla="*/ 4 h 817"/>
                <a:gd name="T24" fmla="*/ 1 w 398"/>
                <a:gd name="T25" fmla="*/ 5 h 817"/>
                <a:gd name="T26" fmla="*/ 1 w 398"/>
                <a:gd name="T27" fmla="*/ 5 h 817"/>
                <a:gd name="T28" fmla="*/ 1 w 398"/>
                <a:gd name="T29" fmla="*/ 5 h 817"/>
                <a:gd name="T30" fmla="*/ 1 w 398"/>
                <a:gd name="T31" fmla="*/ 5 h 817"/>
                <a:gd name="T32" fmla="*/ 0 w 398"/>
                <a:gd name="T33" fmla="*/ 6 h 817"/>
                <a:gd name="T34" fmla="*/ 0 w 398"/>
                <a:gd name="T35" fmla="*/ 6 h 817"/>
                <a:gd name="T36" fmla="*/ 0 w 398"/>
                <a:gd name="T37" fmla="*/ 7 h 817"/>
                <a:gd name="T38" fmla="*/ 1 w 398"/>
                <a:gd name="T39" fmla="*/ 6 h 817"/>
                <a:gd name="T40" fmla="*/ 1 w 398"/>
                <a:gd name="T41" fmla="*/ 6 h 817"/>
                <a:gd name="T42" fmla="*/ 1 w 398"/>
                <a:gd name="T43" fmla="*/ 6 h 817"/>
                <a:gd name="T44" fmla="*/ 2 w 398"/>
                <a:gd name="T45" fmla="*/ 5 h 817"/>
                <a:gd name="T46" fmla="*/ 2 w 398"/>
                <a:gd name="T47" fmla="*/ 5 h 817"/>
                <a:gd name="T48" fmla="*/ 2 w 398"/>
                <a:gd name="T49" fmla="*/ 5 h 817"/>
                <a:gd name="T50" fmla="*/ 2 w 398"/>
                <a:gd name="T51" fmla="*/ 4 h 817"/>
                <a:gd name="T52" fmla="*/ 2 w 398"/>
                <a:gd name="T53" fmla="*/ 4 h 817"/>
                <a:gd name="T54" fmla="*/ 3 w 398"/>
                <a:gd name="T55" fmla="*/ 3 h 817"/>
                <a:gd name="T56" fmla="*/ 3 w 398"/>
                <a:gd name="T57" fmla="*/ 3 h 817"/>
                <a:gd name="T58" fmla="*/ 3 w 398"/>
                <a:gd name="T59" fmla="*/ 3 h 817"/>
                <a:gd name="T60" fmla="*/ 3 w 398"/>
                <a:gd name="T61" fmla="*/ 2 h 817"/>
                <a:gd name="T62" fmla="*/ 3 w 398"/>
                <a:gd name="T63" fmla="*/ 2 h 817"/>
                <a:gd name="T64" fmla="*/ 3 w 398"/>
                <a:gd name="T65" fmla="*/ 1 h 817"/>
                <a:gd name="T66" fmla="*/ 3 w 398"/>
                <a:gd name="T67" fmla="*/ 1 h 817"/>
                <a:gd name="T68" fmla="*/ 3 w 398"/>
                <a:gd name="T69" fmla="*/ 0 h 817"/>
                <a:gd name="T70" fmla="*/ 3 w 398"/>
                <a:gd name="T71" fmla="*/ 0 h 817"/>
                <a:gd name="T72" fmla="*/ 3 w 398"/>
                <a:gd name="T73" fmla="*/ 0 h 817"/>
                <a:gd name="T74" fmla="*/ 3 w 398"/>
                <a:gd name="T75" fmla="*/ 0 h 817"/>
                <a:gd name="T76" fmla="*/ 3 w 398"/>
                <a:gd name="T77" fmla="*/ 0 h 817"/>
                <a:gd name="T78" fmla="*/ 3 w 398"/>
                <a:gd name="T79" fmla="*/ 0 h 817"/>
                <a:gd name="T80" fmla="*/ 3 w 398"/>
                <a:gd name="T81" fmla="*/ 0 h 817"/>
                <a:gd name="T82" fmla="*/ 3 w 398"/>
                <a:gd name="T83" fmla="*/ 0 h 817"/>
                <a:gd name="T84" fmla="*/ 3 w 398"/>
                <a:gd name="T85" fmla="*/ 0 h 817"/>
                <a:gd name="T86" fmla="*/ 2 w 398"/>
                <a:gd name="T87" fmla="*/ 0 h 817"/>
                <a:gd name="T88" fmla="*/ 2 w 398"/>
                <a:gd name="T89" fmla="*/ 0 h 817"/>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398"/>
                <a:gd name="T136" fmla="*/ 0 h 817"/>
                <a:gd name="T137" fmla="*/ 398 w 398"/>
                <a:gd name="T138" fmla="*/ 817 h 817"/>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398" h="817">
                  <a:moveTo>
                    <a:pt x="304" y="47"/>
                  </a:moveTo>
                  <a:lnTo>
                    <a:pt x="304" y="47"/>
                  </a:lnTo>
                  <a:lnTo>
                    <a:pt x="301" y="97"/>
                  </a:lnTo>
                  <a:lnTo>
                    <a:pt x="297" y="147"/>
                  </a:lnTo>
                  <a:lnTo>
                    <a:pt x="291" y="198"/>
                  </a:lnTo>
                  <a:lnTo>
                    <a:pt x="280" y="247"/>
                  </a:lnTo>
                  <a:lnTo>
                    <a:pt x="268" y="297"/>
                  </a:lnTo>
                  <a:lnTo>
                    <a:pt x="253" y="347"/>
                  </a:lnTo>
                  <a:lnTo>
                    <a:pt x="236" y="395"/>
                  </a:lnTo>
                  <a:lnTo>
                    <a:pt x="217" y="442"/>
                  </a:lnTo>
                  <a:lnTo>
                    <a:pt x="195" y="487"/>
                  </a:lnTo>
                  <a:lnTo>
                    <a:pt x="171" y="532"/>
                  </a:lnTo>
                  <a:lnTo>
                    <a:pt x="147" y="574"/>
                  </a:lnTo>
                  <a:lnTo>
                    <a:pt x="121" y="613"/>
                  </a:lnTo>
                  <a:lnTo>
                    <a:pt x="93" y="650"/>
                  </a:lnTo>
                  <a:lnTo>
                    <a:pt x="64" y="684"/>
                  </a:lnTo>
                  <a:lnTo>
                    <a:pt x="32" y="716"/>
                  </a:lnTo>
                  <a:lnTo>
                    <a:pt x="0" y="744"/>
                  </a:lnTo>
                  <a:lnTo>
                    <a:pt x="59" y="817"/>
                  </a:lnTo>
                  <a:lnTo>
                    <a:pt x="95" y="784"/>
                  </a:lnTo>
                  <a:lnTo>
                    <a:pt x="132" y="748"/>
                  </a:lnTo>
                  <a:lnTo>
                    <a:pt x="166" y="709"/>
                  </a:lnTo>
                  <a:lnTo>
                    <a:pt x="196" y="667"/>
                  </a:lnTo>
                  <a:lnTo>
                    <a:pt x="227" y="623"/>
                  </a:lnTo>
                  <a:lnTo>
                    <a:pt x="253" y="576"/>
                  </a:lnTo>
                  <a:lnTo>
                    <a:pt x="279" y="530"/>
                  </a:lnTo>
                  <a:lnTo>
                    <a:pt x="301" y="479"/>
                  </a:lnTo>
                  <a:lnTo>
                    <a:pt x="323" y="428"/>
                  </a:lnTo>
                  <a:lnTo>
                    <a:pt x="342" y="375"/>
                  </a:lnTo>
                  <a:lnTo>
                    <a:pt x="359" y="321"/>
                  </a:lnTo>
                  <a:lnTo>
                    <a:pt x="372" y="268"/>
                  </a:lnTo>
                  <a:lnTo>
                    <a:pt x="382" y="212"/>
                  </a:lnTo>
                  <a:lnTo>
                    <a:pt x="391" y="157"/>
                  </a:lnTo>
                  <a:lnTo>
                    <a:pt x="395" y="102"/>
                  </a:lnTo>
                  <a:lnTo>
                    <a:pt x="398" y="47"/>
                  </a:lnTo>
                  <a:lnTo>
                    <a:pt x="394" y="27"/>
                  </a:lnTo>
                  <a:lnTo>
                    <a:pt x="383" y="11"/>
                  </a:lnTo>
                  <a:lnTo>
                    <a:pt x="368" y="3"/>
                  </a:lnTo>
                  <a:lnTo>
                    <a:pt x="351" y="0"/>
                  </a:lnTo>
                  <a:lnTo>
                    <a:pt x="333" y="3"/>
                  </a:lnTo>
                  <a:lnTo>
                    <a:pt x="319" y="11"/>
                  </a:lnTo>
                  <a:lnTo>
                    <a:pt x="307" y="27"/>
                  </a:lnTo>
                  <a:lnTo>
                    <a:pt x="304" y="4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5319" name="Freeform 39"/>
            <p:cNvSpPr>
              <a:spLocks/>
            </p:cNvSpPr>
            <p:nvPr/>
          </p:nvSpPr>
          <p:spPr bwMode="auto">
            <a:xfrm>
              <a:off x="1660" y="1701"/>
              <a:ext cx="19" cy="365"/>
            </a:xfrm>
            <a:custGeom>
              <a:avLst/>
              <a:gdLst>
                <a:gd name="T0" fmla="*/ 0 w 95"/>
                <a:gd name="T1" fmla="*/ 0 h 1826"/>
                <a:gd name="T2" fmla="*/ 0 w 95"/>
                <a:gd name="T3" fmla="*/ 0 h 1826"/>
                <a:gd name="T4" fmla="*/ 0 w 95"/>
                <a:gd name="T5" fmla="*/ 15 h 1826"/>
                <a:gd name="T6" fmla="*/ 1 w 95"/>
                <a:gd name="T7" fmla="*/ 15 h 1826"/>
                <a:gd name="T8" fmla="*/ 1 w 95"/>
                <a:gd name="T9" fmla="*/ 0 h 1826"/>
                <a:gd name="T10" fmla="*/ 1 w 95"/>
                <a:gd name="T11" fmla="*/ 0 h 1826"/>
                <a:gd name="T12" fmla="*/ 1 w 95"/>
                <a:gd name="T13" fmla="*/ 0 h 1826"/>
                <a:gd name="T14" fmla="*/ 1 w 95"/>
                <a:gd name="T15" fmla="*/ 0 h 1826"/>
                <a:gd name="T16" fmla="*/ 1 w 95"/>
                <a:gd name="T17" fmla="*/ 0 h 1826"/>
                <a:gd name="T18" fmla="*/ 1 w 95"/>
                <a:gd name="T19" fmla="*/ 0 h 1826"/>
                <a:gd name="T20" fmla="*/ 0 w 95"/>
                <a:gd name="T21" fmla="*/ 0 h 1826"/>
                <a:gd name="T22" fmla="*/ 0 w 95"/>
                <a:gd name="T23" fmla="*/ 0 h 1826"/>
                <a:gd name="T24" fmla="*/ 0 w 95"/>
                <a:gd name="T25" fmla="*/ 0 h 1826"/>
                <a:gd name="T26" fmla="*/ 0 w 95"/>
                <a:gd name="T27" fmla="*/ 0 h 1826"/>
                <a:gd name="T28" fmla="*/ 0 w 95"/>
                <a:gd name="T29" fmla="*/ 0 h 1826"/>
                <a:gd name="T30" fmla="*/ 0 w 95"/>
                <a:gd name="T31" fmla="*/ 0 h 182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95"/>
                <a:gd name="T49" fmla="*/ 0 h 1826"/>
                <a:gd name="T50" fmla="*/ 95 w 95"/>
                <a:gd name="T51" fmla="*/ 1826 h 182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95" h="1826">
                  <a:moveTo>
                    <a:pt x="0" y="49"/>
                  </a:moveTo>
                  <a:lnTo>
                    <a:pt x="0" y="47"/>
                  </a:lnTo>
                  <a:lnTo>
                    <a:pt x="1" y="1826"/>
                  </a:lnTo>
                  <a:lnTo>
                    <a:pt x="95" y="1826"/>
                  </a:lnTo>
                  <a:lnTo>
                    <a:pt x="93" y="47"/>
                  </a:lnTo>
                  <a:lnTo>
                    <a:pt x="93" y="45"/>
                  </a:lnTo>
                  <a:lnTo>
                    <a:pt x="93" y="47"/>
                  </a:lnTo>
                  <a:lnTo>
                    <a:pt x="90" y="27"/>
                  </a:lnTo>
                  <a:lnTo>
                    <a:pt x="79" y="12"/>
                  </a:lnTo>
                  <a:lnTo>
                    <a:pt x="64" y="4"/>
                  </a:lnTo>
                  <a:lnTo>
                    <a:pt x="47" y="0"/>
                  </a:lnTo>
                  <a:lnTo>
                    <a:pt x="29" y="4"/>
                  </a:lnTo>
                  <a:lnTo>
                    <a:pt x="15" y="12"/>
                  </a:lnTo>
                  <a:lnTo>
                    <a:pt x="3" y="27"/>
                  </a:lnTo>
                  <a:lnTo>
                    <a:pt x="0" y="47"/>
                  </a:lnTo>
                  <a:lnTo>
                    <a:pt x="0" y="4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5320" name="Freeform 40"/>
            <p:cNvSpPr>
              <a:spLocks/>
            </p:cNvSpPr>
            <p:nvPr/>
          </p:nvSpPr>
          <p:spPr bwMode="auto">
            <a:xfrm>
              <a:off x="1598" y="1598"/>
              <a:ext cx="81" cy="113"/>
            </a:xfrm>
            <a:custGeom>
              <a:avLst/>
              <a:gdLst>
                <a:gd name="T0" fmla="*/ 0 w 401"/>
                <a:gd name="T1" fmla="*/ 1 h 566"/>
                <a:gd name="T2" fmla="*/ 0 w 401"/>
                <a:gd name="T3" fmla="*/ 1 h 566"/>
                <a:gd name="T4" fmla="*/ 0 w 401"/>
                <a:gd name="T5" fmla="*/ 1 h 566"/>
                <a:gd name="T6" fmla="*/ 1 w 401"/>
                <a:gd name="T7" fmla="*/ 1 h 566"/>
                <a:gd name="T8" fmla="*/ 1 w 401"/>
                <a:gd name="T9" fmla="*/ 1 h 566"/>
                <a:gd name="T10" fmla="*/ 1 w 401"/>
                <a:gd name="T11" fmla="*/ 1 h 566"/>
                <a:gd name="T12" fmla="*/ 1 w 401"/>
                <a:gd name="T13" fmla="*/ 2 h 566"/>
                <a:gd name="T14" fmla="*/ 1 w 401"/>
                <a:gd name="T15" fmla="*/ 2 h 566"/>
                <a:gd name="T16" fmla="*/ 2 w 401"/>
                <a:gd name="T17" fmla="*/ 2 h 566"/>
                <a:gd name="T18" fmla="*/ 2 w 401"/>
                <a:gd name="T19" fmla="*/ 2 h 566"/>
                <a:gd name="T20" fmla="*/ 2 w 401"/>
                <a:gd name="T21" fmla="*/ 2 h 566"/>
                <a:gd name="T22" fmla="*/ 2 w 401"/>
                <a:gd name="T23" fmla="*/ 3 h 566"/>
                <a:gd name="T24" fmla="*/ 2 w 401"/>
                <a:gd name="T25" fmla="*/ 3 h 566"/>
                <a:gd name="T26" fmla="*/ 2 w 401"/>
                <a:gd name="T27" fmla="*/ 3 h 566"/>
                <a:gd name="T28" fmla="*/ 2 w 401"/>
                <a:gd name="T29" fmla="*/ 4 h 566"/>
                <a:gd name="T30" fmla="*/ 2 w 401"/>
                <a:gd name="T31" fmla="*/ 4 h 566"/>
                <a:gd name="T32" fmla="*/ 2 w 401"/>
                <a:gd name="T33" fmla="*/ 4 h 566"/>
                <a:gd name="T34" fmla="*/ 3 w 401"/>
                <a:gd name="T35" fmla="*/ 5 h 566"/>
                <a:gd name="T36" fmla="*/ 3 w 401"/>
                <a:gd name="T37" fmla="*/ 4 h 566"/>
                <a:gd name="T38" fmla="*/ 3 w 401"/>
                <a:gd name="T39" fmla="*/ 4 h 566"/>
                <a:gd name="T40" fmla="*/ 3 w 401"/>
                <a:gd name="T41" fmla="*/ 4 h 566"/>
                <a:gd name="T42" fmla="*/ 3 w 401"/>
                <a:gd name="T43" fmla="*/ 3 h 566"/>
                <a:gd name="T44" fmla="*/ 3 w 401"/>
                <a:gd name="T45" fmla="*/ 3 h 566"/>
                <a:gd name="T46" fmla="*/ 3 w 401"/>
                <a:gd name="T47" fmla="*/ 3 h 566"/>
                <a:gd name="T48" fmla="*/ 3 w 401"/>
                <a:gd name="T49" fmla="*/ 2 h 566"/>
                <a:gd name="T50" fmla="*/ 3 w 401"/>
                <a:gd name="T51" fmla="*/ 2 h 566"/>
                <a:gd name="T52" fmla="*/ 2 w 401"/>
                <a:gd name="T53" fmla="*/ 2 h 566"/>
                <a:gd name="T54" fmla="*/ 2 w 401"/>
                <a:gd name="T55" fmla="*/ 2 h 566"/>
                <a:gd name="T56" fmla="*/ 2 w 401"/>
                <a:gd name="T57" fmla="*/ 1 h 566"/>
                <a:gd name="T58" fmla="*/ 2 w 401"/>
                <a:gd name="T59" fmla="*/ 1 h 566"/>
                <a:gd name="T60" fmla="*/ 2 w 401"/>
                <a:gd name="T61" fmla="*/ 1 h 566"/>
                <a:gd name="T62" fmla="*/ 1 w 401"/>
                <a:gd name="T63" fmla="*/ 1 h 566"/>
                <a:gd name="T64" fmla="*/ 1 w 401"/>
                <a:gd name="T65" fmla="*/ 0 h 566"/>
                <a:gd name="T66" fmla="*/ 1 w 401"/>
                <a:gd name="T67" fmla="*/ 0 h 566"/>
                <a:gd name="T68" fmla="*/ 1 w 401"/>
                <a:gd name="T69" fmla="*/ 0 h 566"/>
                <a:gd name="T70" fmla="*/ 1 w 401"/>
                <a:gd name="T71" fmla="*/ 0 h 566"/>
                <a:gd name="T72" fmla="*/ 1 w 401"/>
                <a:gd name="T73" fmla="*/ 0 h 566"/>
                <a:gd name="T74" fmla="*/ 0 w 401"/>
                <a:gd name="T75" fmla="*/ 0 h 566"/>
                <a:gd name="T76" fmla="*/ 0 w 401"/>
                <a:gd name="T77" fmla="*/ 0 h 566"/>
                <a:gd name="T78" fmla="*/ 0 w 401"/>
                <a:gd name="T79" fmla="*/ 0 h 566"/>
                <a:gd name="T80" fmla="*/ 0 w 401"/>
                <a:gd name="T81" fmla="*/ 0 h 566"/>
                <a:gd name="T82" fmla="*/ 0 w 401"/>
                <a:gd name="T83" fmla="*/ 0 h 566"/>
                <a:gd name="T84" fmla="*/ 0 w 401"/>
                <a:gd name="T85" fmla="*/ 0 h 566"/>
                <a:gd name="T86" fmla="*/ 0 w 401"/>
                <a:gd name="T87" fmla="*/ 1 h 566"/>
                <a:gd name="T88" fmla="*/ 0 w 401"/>
                <a:gd name="T89" fmla="*/ 1 h 56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401"/>
                <a:gd name="T136" fmla="*/ 0 h 566"/>
                <a:gd name="T137" fmla="*/ 401 w 401"/>
                <a:gd name="T138" fmla="*/ 566 h 566"/>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401" h="566">
                  <a:moveTo>
                    <a:pt x="23" y="88"/>
                  </a:moveTo>
                  <a:lnTo>
                    <a:pt x="23" y="88"/>
                  </a:lnTo>
                  <a:lnTo>
                    <a:pt x="53" y="107"/>
                  </a:lnTo>
                  <a:lnTo>
                    <a:pt x="83" y="125"/>
                  </a:lnTo>
                  <a:lnTo>
                    <a:pt x="108" y="147"/>
                  </a:lnTo>
                  <a:lnTo>
                    <a:pt x="135" y="171"/>
                  </a:lnTo>
                  <a:lnTo>
                    <a:pt x="160" y="196"/>
                  </a:lnTo>
                  <a:lnTo>
                    <a:pt x="182" y="223"/>
                  </a:lnTo>
                  <a:lnTo>
                    <a:pt x="205" y="251"/>
                  </a:lnTo>
                  <a:lnTo>
                    <a:pt x="223" y="281"/>
                  </a:lnTo>
                  <a:lnTo>
                    <a:pt x="240" y="312"/>
                  </a:lnTo>
                  <a:lnTo>
                    <a:pt x="256" y="345"/>
                  </a:lnTo>
                  <a:lnTo>
                    <a:pt x="270" y="379"/>
                  </a:lnTo>
                  <a:lnTo>
                    <a:pt x="282" y="414"/>
                  </a:lnTo>
                  <a:lnTo>
                    <a:pt x="291" y="450"/>
                  </a:lnTo>
                  <a:lnTo>
                    <a:pt x="299" y="488"/>
                  </a:lnTo>
                  <a:lnTo>
                    <a:pt x="304" y="526"/>
                  </a:lnTo>
                  <a:lnTo>
                    <a:pt x="308" y="566"/>
                  </a:lnTo>
                  <a:lnTo>
                    <a:pt x="401" y="562"/>
                  </a:lnTo>
                  <a:lnTo>
                    <a:pt x="398" y="517"/>
                  </a:lnTo>
                  <a:lnTo>
                    <a:pt x="391" y="471"/>
                  </a:lnTo>
                  <a:lnTo>
                    <a:pt x="383" y="429"/>
                  </a:lnTo>
                  <a:lnTo>
                    <a:pt x="371" y="386"/>
                  </a:lnTo>
                  <a:lnTo>
                    <a:pt x="357" y="346"/>
                  </a:lnTo>
                  <a:lnTo>
                    <a:pt x="340" y="307"/>
                  </a:lnTo>
                  <a:lnTo>
                    <a:pt x="324" y="270"/>
                  </a:lnTo>
                  <a:lnTo>
                    <a:pt x="303" y="232"/>
                  </a:lnTo>
                  <a:lnTo>
                    <a:pt x="280" y="197"/>
                  </a:lnTo>
                  <a:lnTo>
                    <a:pt x="255" y="164"/>
                  </a:lnTo>
                  <a:lnTo>
                    <a:pt x="228" y="132"/>
                  </a:lnTo>
                  <a:lnTo>
                    <a:pt x="199" y="103"/>
                  </a:lnTo>
                  <a:lnTo>
                    <a:pt x="169" y="76"/>
                  </a:lnTo>
                  <a:lnTo>
                    <a:pt x="137" y="50"/>
                  </a:lnTo>
                  <a:lnTo>
                    <a:pt x="103" y="27"/>
                  </a:lnTo>
                  <a:lnTo>
                    <a:pt x="67" y="6"/>
                  </a:lnTo>
                  <a:lnTo>
                    <a:pt x="48" y="0"/>
                  </a:lnTo>
                  <a:lnTo>
                    <a:pt x="30" y="2"/>
                  </a:lnTo>
                  <a:lnTo>
                    <a:pt x="16" y="12"/>
                  </a:lnTo>
                  <a:lnTo>
                    <a:pt x="5" y="25"/>
                  </a:lnTo>
                  <a:lnTo>
                    <a:pt x="0" y="41"/>
                  </a:lnTo>
                  <a:lnTo>
                    <a:pt x="0" y="59"/>
                  </a:lnTo>
                  <a:lnTo>
                    <a:pt x="8" y="75"/>
                  </a:lnTo>
                  <a:lnTo>
                    <a:pt x="23"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5321" name="Freeform 41"/>
            <p:cNvSpPr>
              <a:spLocks/>
            </p:cNvSpPr>
            <p:nvPr/>
          </p:nvSpPr>
          <p:spPr bwMode="auto">
            <a:xfrm>
              <a:off x="1346" y="1455"/>
              <a:ext cx="266" cy="160"/>
            </a:xfrm>
            <a:custGeom>
              <a:avLst/>
              <a:gdLst>
                <a:gd name="T0" fmla="*/ 0 w 1330"/>
                <a:gd name="T1" fmla="*/ 1 h 801"/>
                <a:gd name="T2" fmla="*/ 0 w 1330"/>
                <a:gd name="T3" fmla="*/ 1 h 801"/>
                <a:gd name="T4" fmla="*/ 10 w 1330"/>
                <a:gd name="T5" fmla="*/ 6 h 801"/>
                <a:gd name="T6" fmla="*/ 11 w 1330"/>
                <a:gd name="T7" fmla="*/ 6 h 801"/>
                <a:gd name="T8" fmla="*/ 1 w 1330"/>
                <a:gd name="T9" fmla="*/ 0 h 801"/>
                <a:gd name="T10" fmla="*/ 1 w 1330"/>
                <a:gd name="T11" fmla="*/ 0 h 801"/>
                <a:gd name="T12" fmla="*/ 1 w 1330"/>
                <a:gd name="T13" fmla="*/ 0 h 801"/>
                <a:gd name="T14" fmla="*/ 0 w 1330"/>
                <a:gd name="T15" fmla="*/ 0 h 801"/>
                <a:gd name="T16" fmla="*/ 0 w 1330"/>
                <a:gd name="T17" fmla="*/ 0 h 801"/>
                <a:gd name="T18" fmla="*/ 0 w 1330"/>
                <a:gd name="T19" fmla="*/ 0 h 801"/>
                <a:gd name="T20" fmla="*/ 0 w 1330"/>
                <a:gd name="T21" fmla="*/ 0 h 801"/>
                <a:gd name="T22" fmla="*/ 0 w 1330"/>
                <a:gd name="T23" fmla="*/ 0 h 801"/>
                <a:gd name="T24" fmla="*/ 0 w 1330"/>
                <a:gd name="T25" fmla="*/ 0 h 801"/>
                <a:gd name="T26" fmla="*/ 0 w 1330"/>
                <a:gd name="T27" fmla="*/ 1 h 801"/>
                <a:gd name="T28" fmla="*/ 0 w 1330"/>
                <a:gd name="T29" fmla="*/ 1 h 801"/>
                <a:gd name="T30" fmla="*/ 0 w 1330"/>
                <a:gd name="T31" fmla="*/ 1 h 801"/>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30"/>
                <a:gd name="T49" fmla="*/ 0 h 801"/>
                <a:gd name="T50" fmla="*/ 1330 w 1330"/>
                <a:gd name="T51" fmla="*/ 801 h 801"/>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30" h="801">
                  <a:moveTo>
                    <a:pt x="24" y="88"/>
                  </a:moveTo>
                  <a:lnTo>
                    <a:pt x="23" y="88"/>
                  </a:lnTo>
                  <a:lnTo>
                    <a:pt x="1286" y="801"/>
                  </a:lnTo>
                  <a:lnTo>
                    <a:pt x="1330" y="719"/>
                  </a:lnTo>
                  <a:lnTo>
                    <a:pt x="67" y="6"/>
                  </a:lnTo>
                  <a:lnTo>
                    <a:pt x="66" y="6"/>
                  </a:lnTo>
                  <a:lnTo>
                    <a:pt x="67" y="6"/>
                  </a:lnTo>
                  <a:lnTo>
                    <a:pt x="48" y="0"/>
                  </a:lnTo>
                  <a:lnTo>
                    <a:pt x="30" y="2"/>
                  </a:lnTo>
                  <a:lnTo>
                    <a:pt x="16" y="12"/>
                  </a:lnTo>
                  <a:lnTo>
                    <a:pt x="5" y="25"/>
                  </a:lnTo>
                  <a:lnTo>
                    <a:pt x="0" y="41"/>
                  </a:lnTo>
                  <a:lnTo>
                    <a:pt x="0" y="59"/>
                  </a:lnTo>
                  <a:lnTo>
                    <a:pt x="8" y="75"/>
                  </a:lnTo>
                  <a:lnTo>
                    <a:pt x="23" y="88"/>
                  </a:lnTo>
                  <a:lnTo>
                    <a:pt x="24"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5322" name="Freeform 42"/>
            <p:cNvSpPr>
              <a:spLocks/>
            </p:cNvSpPr>
            <p:nvPr/>
          </p:nvSpPr>
          <p:spPr bwMode="auto">
            <a:xfrm>
              <a:off x="1198" y="1439"/>
              <a:ext cx="161" cy="35"/>
            </a:xfrm>
            <a:custGeom>
              <a:avLst/>
              <a:gdLst>
                <a:gd name="T0" fmla="*/ 1 w 806"/>
                <a:gd name="T1" fmla="*/ 1 h 177"/>
                <a:gd name="T2" fmla="*/ 1 w 806"/>
                <a:gd name="T3" fmla="*/ 1 h 177"/>
                <a:gd name="T4" fmla="*/ 1 w 806"/>
                <a:gd name="T5" fmla="*/ 1 h 177"/>
                <a:gd name="T6" fmla="*/ 1 w 806"/>
                <a:gd name="T7" fmla="*/ 1 h 177"/>
                <a:gd name="T8" fmla="*/ 2 w 806"/>
                <a:gd name="T9" fmla="*/ 1 h 177"/>
                <a:gd name="T10" fmla="*/ 2 w 806"/>
                <a:gd name="T11" fmla="*/ 1 h 177"/>
                <a:gd name="T12" fmla="*/ 2 w 806"/>
                <a:gd name="T13" fmla="*/ 1 h 177"/>
                <a:gd name="T14" fmla="*/ 3 w 806"/>
                <a:gd name="T15" fmla="*/ 1 h 177"/>
                <a:gd name="T16" fmla="*/ 3 w 806"/>
                <a:gd name="T17" fmla="*/ 1 h 177"/>
                <a:gd name="T18" fmla="*/ 3 w 806"/>
                <a:gd name="T19" fmla="*/ 1 h 177"/>
                <a:gd name="T20" fmla="*/ 4 w 806"/>
                <a:gd name="T21" fmla="*/ 1 h 177"/>
                <a:gd name="T22" fmla="*/ 4 w 806"/>
                <a:gd name="T23" fmla="*/ 1 h 177"/>
                <a:gd name="T24" fmla="*/ 5 w 806"/>
                <a:gd name="T25" fmla="*/ 1 h 177"/>
                <a:gd name="T26" fmla="*/ 5 w 806"/>
                <a:gd name="T27" fmla="*/ 1 h 177"/>
                <a:gd name="T28" fmla="*/ 5 w 806"/>
                <a:gd name="T29" fmla="*/ 1 h 177"/>
                <a:gd name="T30" fmla="*/ 6 w 806"/>
                <a:gd name="T31" fmla="*/ 1 h 177"/>
                <a:gd name="T32" fmla="*/ 6 w 806"/>
                <a:gd name="T33" fmla="*/ 1 h 177"/>
                <a:gd name="T34" fmla="*/ 6 w 806"/>
                <a:gd name="T35" fmla="*/ 1 h 177"/>
                <a:gd name="T36" fmla="*/ 6 w 806"/>
                <a:gd name="T37" fmla="*/ 1 h 177"/>
                <a:gd name="T38" fmla="*/ 6 w 806"/>
                <a:gd name="T39" fmla="*/ 1 h 177"/>
                <a:gd name="T40" fmla="*/ 6 w 806"/>
                <a:gd name="T41" fmla="*/ 0 h 177"/>
                <a:gd name="T42" fmla="*/ 5 w 806"/>
                <a:gd name="T43" fmla="*/ 0 h 177"/>
                <a:gd name="T44" fmla="*/ 5 w 806"/>
                <a:gd name="T45" fmla="*/ 0 h 177"/>
                <a:gd name="T46" fmla="*/ 5 w 806"/>
                <a:gd name="T47" fmla="*/ 0 h 177"/>
                <a:gd name="T48" fmla="*/ 4 w 806"/>
                <a:gd name="T49" fmla="*/ 0 h 177"/>
                <a:gd name="T50" fmla="*/ 4 w 806"/>
                <a:gd name="T51" fmla="*/ 0 h 177"/>
                <a:gd name="T52" fmla="*/ 3 w 806"/>
                <a:gd name="T53" fmla="*/ 0 h 177"/>
                <a:gd name="T54" fmla="*/ 3 w 806"/>
                <a:gd name="T55" fmla="*/ 0 h 177"/>
                <a:gd name="T56" fmla="*/ 3 w 806"/>
                <a:gd name="T57" fmla="*/ 0 h 177"/>
                <a:gd name="T58" fmla="*/ 2 w 806"/>
                <a:gd name="T59" fmla="*/ 0 h 177"/>
                <a:gd name="T60" fmla="*/ 2 w 806"/>
                <a:gd name="T61" fmla="*/ 0 h 177"/>
                <a:gd name="T62" fmla="*/ 1 w 806"/>
                <a:gd name="T63" fmla="*/ 0 h 177"/>
                <a:gd name="T64" fmla="*/ 1 w 806"/>
                <a:gd name="T65" fmla="*/ 0 h 177"/>
                <a:gd name="T66" fmla="*/ 1 w 806"/>
                <a:gd name="T67" fmla="*/ 1 h 177"/>
                <a:gd name="T68" fmla="*/ 0 w 806"/>
                <a:gd name="T69" fmla="*/ 1 h 177"/>
                <a:gd name="T70" fmla="*/ 0 w 806"/>
                <a:gd name="T71" fmla="*/ 1 h 177"/>
                <a:gd name="T72" fmla="*/ 0 w 806"/>
                <a:gd name="T73" fmla="*/ 1 h 177"/>
                <a:gd name="T74" fmla="*/ 0 w 806"/>
                <a:gd name="T75" fmla="*/ 1 h 177"/>
                <a:gd name="T76" fmla="*/ 0 w 806"/>
                <a:gd name="T77" fmla="*/ 1 h 177"/>
                <a:gd name="T78" fmla="*/ 0 w 806"/>
                <a:gd name="T79" fmla="*/ 1 h 177"/>
                <a:gd name="T80" fmla="*/ 0 w 806"/>
                <a:gd name="T81" fmla="*/ 1 h 177"/>
                <a:gd name="T82" fmla="*/ 0 w 806"/>
                <a:gd name="T83" fmla="*/ 1 h 177"/>
                <a:gd name="T84" fmla="*/ 0 w 806"/>
                <a:gd name="T85" fmla="*/ 1 h 177"/>
                <a:gd name="T86" fmla="*/ 0 w 806"/>
                <a:gd name="T87" fmla="*/ 1 h 177"/>
                <a:gd name="T88" fmla="*/ 1 w 806"/>
                <a:gd name="T89" fmla="*/ 1 h 177"/>
                <a:gd name="T90" fmla="*/ 1 w 806"/>
                <a:gd name="T91" fmla="*/ 1 h 17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806"/>
                <a:gd name="T139" fmla="*/ 0 h 177"/>
                <a:gd name="T140" fmla="*/ 806 w 806"/>
                <a:gd name="T141" fmla="*/ 177 h 17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806" h="177">
                  <a:moveTo>
                    <a:pt x="67" y="171"/>
                  </a:moveTo>
                  <a:lnTo>
                    <a:pt x="68" y="171"/>
                  </a:lnTo>
                  <a:lnTo>
                    <a:pt x="109" y="151"/>
                  </a:lnTo>
                  <a:lnTo>
                    <a:pt x="151" y="135"/>
                  </a:lnTo>
                  <a:lnTo>
                    <a:pt x="196" y="122"/>
                  </a:lnTo>
                  <a:lnTo>
                    <a:pt x="242" y="110"/>
                  </a:lnTo>
                  <a:lnTo>
                    <a:pt x="287" y="102"/>
                  </a:lnTo>
                  <a:lnTo>
                    <a:pt x="335" y="97"/>
                  </a:lnTo>
                  <a:lnTo>
                    <a:pt x="382" y="95"/>
                  </a:lnTo>
                  <a:lnTo>
                    <a:pt x="430" y="94"/>
                  </a:lnTo>
                  <a:lnTo>
                    <a:pt x="477" y="97"/>
                  </a:lnTo>
                  <a:lnTo>
                    <a:pt x="524" y="102"/>
                  </a:lnTo>
                  <a:lnTo>
                    <a:pt x="568" y="108"/>
                  </a:lnTo>
                  <a:lnTo>
                    <a:pt x="612" y="117"/>
                  </a:lnTo>
                  <a:lnTo>
                    <a:pt x="654" y="128"/>
                  </a:lnTo>
                  <a:lnTo>
                    <a:pt x="693" y="141"/>
                  </a:lnTo>
                  <a:lnTo>
                    <a:pt x="730" y="155"/>
                  </a:lnTo>
                  <a:lnTo>
                    <a:pt x="764" y="171"/>
                  </a:lnTo>
                  <a:lnTo>
                    <a:pt x="806" y="89"/>
                  </a:lnTo>
                  <a:lnTo>
                    <a:pt x="768" y="70"/>
                  </a:lnTo>
                  <a:lnTo>
                    <a:pt x="725" y="54"/>
                  </a:lnTo>
                  <a:lnTo>
                    <a:pt x="680" y="39"/>
                  </a:lnTo>
                  <a:lnTo>
                    <a:pt x="633" y="26"/>
                  </a:lnTo>
                  <a:lnTo>
                    <a:pt x="585" y="16"/>
                  </a:lnTo>
                  <a:lnTo>
                    <a:pt x="536" y="8"/>
                  </a:lnTo>
                  <a:lnTo>
                    <a:pt x="484" y="3"/>
                  </a:lnTo>
                  <a:lnTo>
                    <a:pt x="433" y="0"/>
                  </a:lnTo>
                  <a:lnTo>
                    <a:pt x="380" y="1"/>
                  </a:lnTo>
                  <a:lnTo>
                    <a:pt x="328" y="3"/>
                  </a:lnTo>
                  <a:lnTo>
                    <a:pt x="276" y="10"/>
                  </a:lnTo>
                  <a:lnTo>
                    <a:pt x="223" y="19"/>
                  </a:lnTo>
                  <a:lnTo>
                    <a:pt x="172" y="30"/>
                  </a:lnTo>
                  <a:lnTo>
                    <a:pt x="121" y="46"/>
                  </a:lnTo>
                  <a:lnTo>
                    <a:pt x="72" y="67"/>
                  </a:lnTo>
                  <a:lnTo>
                    <a:pt x="24" y="89"/>
                  </a:lnTo>
                  <a:lnTo>
                    <a:pt x="25" y="89"/>
                  </a:lnTo>
                  <a:lnTo>
                    <a:pt x="24" y="89"/>
                  </a:lnTo>
                  <a:lnTo>
                    <a:pt x="8" y="102"/>
                  </a:lnTo>
                  <a:lnTo>
                    <a:pt x="0" y="118"/>
                  </a:lnTo>
                  <a:lnTo>
                    <a:pt x="0" y="136"/>
                  </a:lnTo>
                  <a:lnTo>
                    <a:pt x="6" y="152"/>
                  </a:lnTo>
                  <a:lnTo>
                    <a:pt x="17" y="165"/>
                  </a:lnTo>
                  <a:lnTo>
                    <a:pt x="31" y="175"/>
                  </a:lnTo>
                  <a:lnTo>
                    <a:pt x="48" y="177"/>
                  </a:lnTo>
                  <a:lnTo>
                    <a:pt x="68" y="171"/>
                  </a:lnTo>
                  <a:lnTo>
                    <a:pt x="67" y="1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5323" name="Freeform 43"/>
            <p:cNvSpPr>
              <a:spLocks/>
            </p:cNvSpPr>
            <p:nvPr/>
          </p:nvSpPr>
          <p:spPr bwMode="auto">
            <a:xfrm>
              <a:off x="931" y="1456"/>
              <a:ext cx="280" cy="158"/>
            </a:xfrm>
            <a:custGeom>
              <a:avLst/>
              <a:gdLst>
                <a:gd name="T0" fmla="*/ 1 w 1402"/>
                <a:gd name="T1" fmla="*/ 6 h 787"/>
                <a:gd name="T2" fmla="*/ 1 w 1402"/>
                <a:gd name="T3" fmla="*/ 6 h 787"/>
                <a:gd name="T4" fmla="*/ 11 w 1402"/>
                <a:gd name="T5" fmla="*/ 1 h 787"/>
                <a:gd name="T6" fmla="*/ 11 w 1402"/>
                <a:gd name="T7" fmla="*/ 0 h 787"/>
                <a:gd name="T8" fmla="*/ 0 w 1402"/>
                <a:gd name="T9" fmla="*/ 6 h 787"/>
                <a:gd name="T10" fmla="*/ 0 w 1402"/>
                <a:gd name="T11" fmla="*/ 6 h 787"/>
                <a:gd name="T12" fmla="*/ 0 w 1402"/>
                <a:gd name="T13" fmla="*/ 6 h 787"/>
                <a:gd name="T14" fmla="*/ 0 w 1402"/>
                <a:gd name="T15" fmla="*/ 6 h 787"/>
                <a:gd name="T16" fmla="*/ 0 w 1402"/>
                <a:gd name="T17" fmla="*/ 6 h 787"/>
                <a:gd name="T18" fmla="*/ 0 w 1402"/>
                <a:gd name="T19" fmla="*/ 6 h 787"/>
                <a:gd name="T20" fmla="*/ 0 w 1402"/>
                <a:gd name="T21" fmla="*/ 6 h 787"/>
                <a:gd name="T22" fmla="*/ 0 w 1402"/>
                <a:gd name="T23" fmla="*/ 6 h 787"/>
                <a:gd name="T24" fmla="*/ 0 w 1402"/>
                <a:gd name="T25" fmla="*/ 6 h 787"/>
                <a:gd name="T26" fmla="*/ 0 w 1402"/>
                <a:gd name="T27" fmla="*/ 6 h 787"/>
                <a:gd name="T28" fmla="*/ 1 w 1402"/>
                <a:gd name="T29" fmla="*/ 6 h 787"/>
                <a:gd name="T30" fmla="*/ 1 w 1402"/>
                <a:gd name="T31" fmla="*/ 6 h 78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02"/>
                <a:gd name="T49" fmla="*/ 0 h 787"/>
                <a:gd name="T50" fmla="*/ 1402 w 1402"/>
                <a:gd name="T51" fmla="*/ 787 h 78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02" h="787">
                  <a:moveTo>
                    <a:pt x="69" y="781"/>
                  </a:moveTo>
                  <a:lnTo>
                    <a:pt x="66" y="781"/>
                  </a:lnTo>
                  <a:lnTo>
                    <a:pt x="1402" y="82"/>
                  </a:lnTo>
                  <a:lnTo>
                    <a:pt x="1360" y="0"/>
                  </a:lnTo>
                  <a:lnTo>
                    <a:pt x="24" y="699"/>
                  </a:lnTo>
                  <a:lnTo>
                    <a:pt x="22" y="699"/>
                  </a:lnTo>
                  <a:lnTo>
                    <a:pt x="24" y="699"/>
                  </a:lnTo>
                  <a:lnTo>
                    <a:pt x="8" y="712"/>
                  </a:lnTo>
                  <a:lnTo>
                    <a:pt x="1" y="727"/>
                  </a:lnTo>
                  <a:lnTo>
                    <a:pt x="0" y="744"/>
                  </a:lnTo>
                  <a:lnTo>
                    <a:pt x="5" y="761"/>
                  </a:lnTo>
                  <a:lnTo>
                    <a:pt x="15" y="775"/>
                  </a:lnTo>
                  <a:lnTo>
                    <a:pt x="30" y="784"/>
                  </a:lnTo>
                  <a:lnTo>
                    <a:pt x="46" y="787"/>
                  </a:lnTo>
                  <a:lnTo>
                    <a:pt x="66" y="781"/>
                  </a:lnTo>
                  <a:lnTo>
                    <a:pt x="69" y="7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5324" name="Freeform 44"/>
            <p:cNvSpPr>
              <a:spLocks/>
            </p:cNvSpPr>
            <p:nvPr/>
          </p:nvSpPr>
          <p:spPr bwMode="auto">
            <a:xfrm>
              <a:off x="868" y="1596"/>
              <a:ext cx="77" cy="126"/>
            </a:xfrm>
            <a:custGeom>
              <a:avLst/>
              <a:gdLst>
                <a:gd name="T0" fmla="*/ 1 w 382"/>
                <a:gd name="T1" fmla="*/ 5 h 628"/>
                <a:gd name="T2" fmla="*/ 1 w 382"/>
                <a:gd name="T3" fmla="*/ 5 h 628"/>
                <a:gd name="T4" fmla="*/ 1 w 382"/>
                <a:gd name="T5" fmla="*/ 4 h 628"/>
                <a:gd name="T6" fmla="*/ 1 w 382"/>
                <a:gd name="T7" fmla="*/ 4 h 628"/>
                <a:gd name="T8" fmla="*/ 1 w 382"/>
                <a:gd name="T9" fmla="*/ 4 h 628"/>
                <a:gd name="T10" fmla="*/ 1 w 382"/>
                <a:gd name="T11" fmla="*/ 3 h 628"/>
                <a:gd name="T12" fmla="*/ 1 w 382"/>
                <a:gd name="T13" fmla="*/ 3 h 628"/>
                <a:gd name="T14" fmla="*/ 1 w 382"/>
                <a:gd name="T15" fmla="*/ 3 h 628"/>
                <a:gd name="T16" fmla="*/ 1 w 382"/>
                <a:gd name="T17" fmla="*/ 3 h 628"/>
                <a:gd name="T18" fmla="*/ 1 w 382"/>
                <a:gd name="T19" fmla="*/ 2 h 628"/>
                <a:gd name="T20" fmla="*/ 2 w 382"/>
                <a:gd name="T21" fmla="*/ 2 h 628"/>
                <a:gd name="T22" fmla="*/ 2 w 382"/>
                <a:gd name="T23" fmla="*/ 2 h 628"/>
                <a:gd name="T24" fmla="*/ 2 w 382"/>
                <a:gd name="T25" fmla="*/ 2 h 628"/>
                <a:gd name="T26" fmla="*/ 2 w 382"/>
                <a:gd name="T27" fmla="*/ 1 h 628"/>
                <a:gd name="T28" fmla="*/ 2 w 382"/>
                <a:gd name="T29" fmla="*/ 1 h 628"/>
                <a:gd name="T30" fmla="*/ 3 w 382"/>
                <a:gd name="T31" fmla="*/ 1 h 628"/>
                <a:gd name="T32" fmla="*/ 3 w 382"/>
                <a:gd name="T33" fmla="*/ 1 h 628"/>
                <a:gd name="T34" fmla="*/ 3 w 382"/>
                <a:gd name="T35" fmla="*/ 1 h 628"/>
                <a:gd name="T36" fmla="*/ 3 w 382"/>
                <a:gd name="T37" fmla="*/ 0 h 628"/>
                <a:gd name="T38" fmla="*/ 2 w 382"/>
                <a:gd name="T39" fmla="*/ 0 h 628"/>
                <a:gd name="T40" fmla="*/ 2 w 382"/>
                <a:gd name="T41" fmla="*/ 0 h 628"/>
                <a:gd name="T42" fmla="*/ 2 w 382"/>
                <a:gd name="T43" fmla="*/ 1 h 628"/>
                <a:gd name="T44" fmla="*/ 2 w 382"/>
                <a:gd name="T45" fmla="*/ 1 h 628"/>
                <a:gd name="T46" fmla="*/ 1 w 382"/>
                <a:gd name="T47" fmla="*/ 1 h 628"/>
                <a:gd name="T48" fmla="*/ 1 w 382"/>
                <a:gd name="T49" fmla="*/ 1 h 628"/>
                <a:gd name="T50" fmla="*/ 1 w 382"/>
                <a:gd name="T51" fmla="*/ 2 h 628"/>
                <a:gd name="T52" fmla="*/ 1 w 382"/>
                <a:gd name="T53" fmla="*/ 2 h 628"/>
                <a:gd name="T54" fmla="*/ 1 w 382"/>
                <a:gd name="T55" fmla="*/ 2 h 628"/>
                <a:gd name="T56" fmla="*/ 0 w 382"/>
                <a:gd name="T57" fmla="*/ 3 h 628"/>
                <a:gd name="T58" fmla="*/ 0 w 382"/>
                <a:gd name="T59" fmla="*/ 3 h 628"/>
                <a:gd name="T60" fmla="*/ 0 w 382"/>
                <a:gd name="T61" fmla="*/ 3 h 628"/>
                <a:gd name="T62" fmla="*/ 0 w 382"/>
                <a:gd name="T63" fmla="*/ 4 h 628"/>
                <a:gd name="T64" fmla="*/ 0 w 382"/>
                <a:gd name="T65" fmla="*/ 4 h 628"/>
                <a:gd name="T66" fmla="*/ 0 w 382"/>
                <a:gd name="T67" fmla="*/ 4 h 628"/>
                <a:gd name="T68" fmla="*/ 0 w 382"/>
                <a:gd name="T69" fmla="*/ 5 h 628"/>
                <a:gd name="T70" fmla="*/ 0 w 382"/>
                <a:gd name="T71" fmla="*/ 5 h 628"/>
                <a:gd name="T72" fmla="*/ 0 w 382"/>
                <a:gd name="T73" fmla="*/ 5 h 628"/>
                <a:gd name="T74" fmla="*/ 0 w 382"/>
                <a:gd name="T75" fmla="*/ 5 h 628"/>
                <a:gd name="T76" fmla="*/ 0 w 382"/>
                <a:gd name="T77" fmla="*/ 5 h 628"/>
                <a:gd name="T78" fmla="*/ 0 w 382"/>
                <a:gd name="T79" fmla="*/ 5 h 628"/>
                <a:gd name="T80" fmla="*/ 0 w 382"/>
                <a:gd name="T81" fmla="*/ 5 h 628"/>
                <a:gd name="T82" fmla="*/ 1 w 382"/>
                <a:gd name="T83" fmla="*/ 5 h 628"/>
                <a:gd name="T84" fmla="*/ 1 w 382"/>
                <a:gd name="T85" fmla="*/ 5 h 628"/>
                <a:gd name="T86" fmla="*/ 1 w 382"/>
                <a:gd name="T87" fmla="*/ 5 h 628"/>
                <a:gd name="T88" fmla="*/ 1 w 382"/>
                <a:gd name="T89" fmla="*/ 5 h 628"/>
                <a:gd name="T90" fmla="*/ 1 w 382"/>
                <a:gd name="T91" fmla="*/ 5 h 628"/>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382"/>
                <a:gd name="T139" fmla="*/ 0 h 628"/>
                <a:gd name="T140" fmla="*/ 382 w 382"/>
                <a:gd name="T141" fmla="*/ 628 h 628"/>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382" h="628">
                  <a:moveTo>
                    <a:pt x="94" y="581"/>
                  </a:moveTo>
                  <a:lnTo>
                    <a:pt x="94" y="582"/>
                  </a:lnTo>
                  <a:lnTo>
                    <a:pt x="96" y="541"/>
                  </a:lnTo>
                  <a:lnTo>
                    <a:pt x="99" y="500"/>
                  </a:lnTo>
                  <a:lnTo>
                    <a:pt x="106" y="463"/>
                  </a:lnTo>
                  <a:lnTo>
                    <a:pt x="115" y="424"/>
                  </a:lnTo>
                  <a:lnTo>
                    <a:pt x="127" y="389"/>
                  </a:lnTo>
                  <a:lnTo>
                    <a:pt x="140" y="353"/>
                  </a:lnTo>
                  <a:lnTo>
                    <a:pt x="156" y="320"/>
                  </a:lnTo>
                  <a:lnTo>
                    <a:pt x="173" y="287"/>
                  </a:lnTo>
                  <a:lnTo>
                    <a:pt x="193" y="255"/>
                  </a:lnTo>
                  <a:lnTo>
                    <a:pt x="214" y="226"/>
                  </a:lnTo>
                  <a:lnTo>
                    <a:pt x="238" y="198"/>
                  </a:lnTo>
                  <a:lnTo>
                    <a:pt x="263" y="172"/>
                  </a:lnTo>
                  <a:lnTo>
                    <a:pt x="290" y="146"/>
                  </a:lnTo>
                  <a:lnTo>
                    <a:pt x="318" y="122"/>
                  </a:lnTo>
                  <a:lnTo>
                    <a:pt x="349" y="101"/>
                  </a:lnTo>
                  <a:lnTo>
                    <a:pt x="382" y="82"/>
                  </a:lnTo>
                  <a:lnTo>
                    <a:pt x="335" y="0"/>
                  </a:lnTo>
                  <a:lnTo>
                    <a:pt x="297" y="23"/>
                  </a:lnTo>
                  <a:lnTo>
                    <a:pt x="262" y="49"/>
                  </a:lnTo>
                  <a:lnTo>
                    <a:pt x="229" y="76"/>
                  </a:lnTo>
                  <a:lnTo>
                    <a:pt x="198" y="104"/>
                  </a:lnTo>
                  <a:lnTo>
                    <a:pt x="167" y="137"/>
                  </a:lnTo>
                  <a:lnTo>
                    <a:pt x="142" y="170"/>
                  </a:lnTo>
                  <a:lnTo>
                    <a:pt x="116" y="204"/>
                  </a:lnTo>
                  <a:lnTo>
                    <a:pt x="94" y="240"/>
                  </a:lnTo>
                  <a:lnTo>
                    <a:pt x="74" y="278"/>
                  </a:lnTo>
                  <a:lnTo>
                    <a:pt x="54" y="317"/>
                  </a:lnTo>
                  <a:lnTo>
                    <a:pt x="38" y="359"/>
                  </a:lnTo>
                  <a:lnTo>
                    <a:pt x="26" y="401"/>
                  </a:lnTo>
                  <a:lnTo>
                    <a:pt x="15" y="444"/>
                  </a:lnTo>
                  <a:lnTo>
                    <a:pt x="8" y="489"/>
                  </a:lnTo>
                  <a:lnTo>
                    <a:pt x="2" y="534"/>
                  </a:lnTo>
                  <a:lnTo>
                    <a:pt x="0" y="580"/>
                  </a:lnTo>
                  <a:lnTo>
                    <a:pt x="0" y="581"/>
                  </a:lnTo>
                  <a:lnTo>
                    <a:pt x="0" y="580"/>
                  </a:lnTo>
                  <a:lnTo>
                    <a:pt x="3" y="600"/>
                  </a:lnTo>
                  <a:lnTo>
                    <a:pt x="14" y="615"/>
                  </a:lnTo>
                  <a:lnTo>
                    <a:pt x="29" y="625"/>
                  </a:lnTo>
                  <a:lnTo>
                    <a:pt x="45" y="628"/>
                  </a:lnTo>
                  <a:lnTo>
                    <a:pt x="63" y="626"/>
                  </a:lnTo>
                  <a:lnTo>
                    <a:pt x="78" y="616"/>
                  </a:lnTo>
                  <a:lnTo>
                    <a:pt x="89" y="602"/>
                  </a:lnTo>
                  <a:lnTo>
                    <a:pt x="94" y="582"/>
                  </a:lnTo>
                  <a:lnTo>
                    <a:pt x="94" y="5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5325" name="Freeform 45"/>
            <p:cNvSpPr>
              <a:spLocks/>
            </p:cNvSpPr>
            <p:nvPr/>
          </p:nvSpPr>
          <p:spPr bwMode="auto">
            <a:xfrm>
              <a:off x="868" y="1712"/>
              <a:ext cx="19" cy="364"/>
            </a:xfrm>
            <a:custGeom>
              <a:avLst/>
              <a:gdLst>
                <a:gd name="T0" fmla="*/ 1 w 94"/>
                <a:gd name="T1" fmla="*/ 14 h 1818"/>
                <a:gd name="T2" fmla="*/ 1 w 94"/>
                <a:gd name="T3" fmla="*/ 14 h 1818"/>
                <a:gd name="T4" fmla="*/ 1 w 94"/>
                <a:gd name="T5" fmla="*/ 0 h 1818"/>
                <a:gd name="T6" fmla="*/ 0 w 94"/>
                <a:gd name="T7" fmla="*/ 0 h 1818"/>
                <a:gd name="T8" fmla="*/ 0 w 94"/>
                <a:gd name="T9" fmla="*/ 14 h 1818"/>
                <a:gd name="T10" fmla="*/ 0 w 94"/>
                <a:gd name="T11" fmla="*/ 14 h 1818"/>
                <a:gd name="T12" fmla="*/ 0 w 94"/>
                <a:gd name="T13" fmla="*/ 14 h 1818"/>
                <a:gd name="T14" fmla="*/ 0 w 94"/>
                <a:gd name="T15" fmla="*/ 14 h 1818"/>
                <a:gd name="T16" fmla="*/ 0 w 94"/>
                <a:gd name="T17" fmla="*/ 14 h 1818"/>
                <a:gd name="T18" fmla="*/ 0 w 94"/>
                <a:gd name="T19" fmla="*/ 15 h 1818"/>
                <a:gd name="T20" fmla="*/ 0 w 94"/>
                <a:gd name="T21" fmla="*/ 15 h 1818"/>
                <a:gd name="T22" fmla="*/ 1 w 94"/>
                <a:gd name="T23" fmla="*/ 15 h 1818"/>
                <a:gd name="T24" fmla="*/ 1 w 94"/>
                <a:gd name="T25" fmla="*/ 14 h 1818"/>
                <a:gd name="T26" fmla="*/ 1 w 94"/>
                <a:gd name="T27" fmla="*/ 14 h 1818"/>
                <a:gd name="T28" fmla="*/ 1 w 94"/>
                <a:gd name="T29" fmla="*/ 14 h 1818"/>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94"/>
                <a:gd name="T46" fmla="*/ 0 h 1818"/>
                <a:gd name="T47" fmla="*/ 94 w 94"/>
                <a:gd name="T48" fmla="*/ 1818 h 1818"/>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94" h="1818">
                  <a:moveTo>
                    <a:pt x="94" y="1771"/>
                  </a:moveTo>
                  <a:lnTo>
                    <a:pt x="94" y="1771"/>
                  </a:lnTo>
                  <a:lnTo>
                    <a:pt x="94" y="0"/>
                  </a:lnTo>
                  <a:lnTo>
                    <a:pt x="0" y="0"/>
                  </a:lnTo>
                  <a:lnTo>
                    <a:pt x="0" y="1771"/>
                  </a:lnTo>
                  <a:lnTo>
                    <a:pt x="3" y="1791"/>
                  </a:lnTo>
                  <a:lnTo>
                    <a:pt x="15" y="1806"/>
                  </a:lnTo>
                  <a:lnTo>
                    <a:pt x="29" y="1814"/>
                  </a:lnTo>
                  <a:lnTo>
                    <a:pt x="47" y="1818"/>
                  </a:lnTo>
                  <a:lnTo>
                    <a:pt x="64" y="1814"/>
                  </a:lnTo>
                  <a:lnTo>
                    <a:pt x="79" y="1806"/>
                  </a:lnTo>
                  <a:lnTo>
                    <a:pt x="90" y="1791"/>
                  </a:lnTo>
                  <a:lnTo>
                    <a:pt x="94" y="17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5326" name="Freeform 46"/>
            <p:cNvSpPr>
              <a:spLocks/>
            </p:cNvSpPr>
            <p:nvPr/>
          </p:nvSpPr>
          <p:spPr bwMode="auto">
            <a:xfrm>
              <a:off x="868" y="2067"/>
              <a:ext cx="90" cy="160"/>
            </a:xfrm>
            <a:custGeom>
              <a:avLst/>
              <a:gdLst>
                <a:gd name="T0" fmla="*/ 3 w 449"/>
                <a:gd name="T1" fmla="*/ 6 h 803"/>
                <a:gd name="T2" fmla="*/ 3 w 449"/>
                <a:gd name="T3" fmla="*/ 6 h 803"/>
                <a:gd name="T4" fmla="*/ 3 w 449"/>
                <a:gd name="T5" fmla="*/ 5 h 803"/>
                <a:gd name="T6" fmla="*/ 3 w 449"/>
                <a:gd name="T7" fmla="*/ 5 h 803"/>
                <a:gd name="T8" fmla="*/ 3 w 449"/>
                <a:gd name="T9" fmla="*/ 5 h 803"/>
                <a:gd name="T10" fmla="*/ 2 w 449"/>
                <a:gd name="T11" fmla="*/ 5 h 803"/>
                <a:gd name="T12" fmla="*/ 2 w 449"/>
                <a:gd name="T13" fmla="*/ 4 h 803"/>
                <a:gd name="T14" fmla="*/ 2 w 449"/>
                <a:gd name="T15" fmla="*/ 4 h 803"/>
                <a:gd name="T16" fmla="*/ 2 w 449"/>
                <a:gd name="T17" fmla="*/ 4 h 803"/>
                <a:gd name="T18" fmla="*/ 2 w 449"/>
                <a:gd name="T19" fmla="*/ 3 h 803"/>
                <a:gd name="T20" fmla="*/ 1 w 449"/>
                <a:gd name="T21" fmla="*/ 3 h 803"/>
                <a:gd name="T22" fmla="*/ 1 w 449"/>
                <a:gd name="T23" fmla="*/ 2 h 803"/>
                <a:gd name="T24" fmla="*/ 1 w 449"/>
                <a:gd name="T25" fmla="*/ 2 h 803"/>
                <a:gd name="T26" fmla="*/ 1 w 449"/>
                <a:gd name="T27" fmla="*/ 2 h 803"/>
                <a:gd name="T28" fmla="*/ 1 w 449"/>
                <a:gd name="T29" fmla="*/ 1 h 803"/>
                <a:gd name="T30" fmla="*/ 1 w 449"/>
                <a:gd name="T31" fmla="*/ 1 h 803"/>
                <a:gd name="T32" fmla="*/ 1 w 449"/>
                <a:gd name="T33" fmla="*/ 0 h 803"/>
                <a:gd name="T34" fmla="*/ 1 w 449"/>
                <a:gd name="T35" fmla="*/ 0 h 803"/>
                <a:gd name="T36" fmla="*/ 0 w 449"/>
                <a:gd name="T37" fmla="*/ 0 h 803"/>
                <a:gd name="T38" fmla="*/ 0 w 449"/>
                <a:gd name="T39" fmla="*/ 0 h 803"/>
                <a:gd name="T40" fmla="*/ 0 w 449"/>
                <a:gd name="T41" fmla="*/ 1 h 803"/>
                <a:gd name="T42" fmla="*/ 0 w 449"/>
                <a:gd name="T43" fmla="*/ 1 h 803"/>
                <a:gd name="T44" fmla="*/ 0 w 449"/>
                <a:gd name="T45" fmla="*/ 2 h 803"/>
                <a:gd name="T46" fmla="*/ 0 w 449"/>
                <a:gd name="T47" fmla="*/ 2 h 803"/>
                <a:gd name="T48" fmla="*/ 0 w 449"/>
                <a:gd name="T49" fmla="*/ 3 h 803"/>
                <a:gd name="T50" fmla="*/ 1 w 449"/>
                <a:gd name="T51" fmla="*/ 3 h 803"/>
                <a:gd name="T52" fmla="*/ 1 w 449"/>
                <a:gd name="T53" fmla="*/ 4 h 803"/>
                <a:gd name="T54" fmla="*/ 1 w 449"/>
                <a:gd name="T55" fmla="*/ 4 h 803"/>
                <a:gd name="T56" fmla="*/ 1 w 449"/>
                <a:gd name="T57" fmla="*/ 4 h 803"/>
                <a:gd name="T58" fmla="*/ 2 w 449"/>
                <a:gd name="T59" fmla="*/ 5 h 803"/>
                <a:gd name="T60" fmla="*/ 2 w 449"/>
                <a:gd name="T61" fmla="*/ 5 h 803"/>
                <a:gd name="T62" fmla="*/ 2 w 449"/>
                <a:gd name="T63" fmla="*/ 5 h 803"/>
                <a:gd name="T64" fmla="*/ 2 w 449"/>
                <a:gd name="T65" fmla="*/ 6 h 803"/>
                <a:gd name="T66" fmla="*/ 3 w 449"/>
                <a:gd name="T67" fmla="*/ 6 h 803"/>
                <a:gd name="T68" fmla="*/ 3 w 449"/>
                <a:gd name="T69" fmla="*/ 6 h 803"/>
                <a:gd name="T70" fmla="*/ 3 w 449"/>
                <a:gd name="T71" fmla="*/ 6 h 803"/>
                <a:gd name="T72" fmla="*/ 3 w 449"/>
                <a:gd name="T73" fmla="*/ 6 h 803"/>
                <a:gd name="T74" fmla="*/ 3 w 449"/>
                <a:gd name="T75" fmla="*/ 6 h 803"/>
                <a:gd name="T76" fmla="*/ 3 w 449"/>
                <a:gd name="T77" fmla="*/ 6 h 803"/>
                <a:gd name="T78" fmla="*/ 3 w 449"/>
                <a:gd name="T79" fmla="*/ 6 h 803"/>
                <a:gd name="T80" fmla="*/ 4 w 449"/>
                <a:gd name="T81" fmla="*/ 6 h 803"/>
                <a:gd name="T82" fmla="*/ 4 w 449"/>
                <a:gd name="T83" fmla="*/ 6 h 803"/>
                <a:gd name="T84" fmla="*/ 4 w 449"/>
                <a:gd name="T85" fmla="*/ 6 h 803"/>
                <a:gd name="T86" fmla="*/ 4 w 449"/>
                <a:gd name="T87" fmla="*/ 6 h 803"/>
                <a:gd name="T88" fmla="*/ 3 w 449"/>
                <a:gd name="T89" fmla="*/ 6 h 803"/>
                <a:gd name="T90" fmla="*/ 3 w 449"/>
                <a:gd name="T91" fmla="*/ 6 h 80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449"/>
                <a:gd name="T139" fmla="*/ 0 h 803"/>
                <a:gd name="T140" fmla="*/ 449 w 449"/>
                <a:gd name="T141" fmla="*/ 803 h 80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449" h="803">
                  <a:moveTo>
                    <a:pt x="426" y="717"/>
                  </a:moveTo>
                  <a:lnTo>
                    <a:pt x="427" y="717"/>
                  </a:lnTo>
                  <a:lnTo>
                    <a:pt x="395" y="693"/>
                  </a:lnTo>
                  <a:lnTo>
                    <a:pt x="361" y="662"/>
                  </a:lnTo>
                  <a:lnTo>
                    <a:pt x="329" y="628"/>
                  </a:lnTo>
                  <a:lnTo>
                    <a:pt x="299" y="591"/>
                  </a:lnTo>
                  <a:lnTo>
                    <a:pt x="269" y="551"/>
                  </a:lnTo>
                  <a:lnTo>
                    <a:pt x="241" y="507"/>
                  </a:lnTo>
                  <a:lnTo>
                    <a:pt x="215" y="460"/>
                  </a:lnTo>
                  <a:lnTo>
                    <a:pt x="191" y="412"/>
                  </a:lnTo>
                  <a:lnTo>
                    <a:pt x="170" y="363"/>
                  </a:lnTo>
                  <a:lnTo>
                    <a:pt x="151" y="312"/>
                  </a:lnTo>
                  <a:lnTo>
                    <a:pt x="133" y="259"/>
                  </a:lnTo>
                  <a:lnTo>
                    <a:pt x="119" y="207"/>
                  </a:lnTo>
                  <a:lnTo>
                    <a:pt x="108" y="156"/>
                  </a:lnTo>
                  <a:lnTo>
                    <a:pt x="101" y="103"/>
                  </a:lnTo>
                  <a:lnTo>
                    <a:pt x="96" y="51"/>
                  </a:lnTo>
                  <a:lnTo>
                    <a:pt x="94" y="0"/>
                  </a:lnTo>
                  <a:lnTo>
                    <a:pt x="0" y="0"/>
                  </a:lnTo>
                  <a:lnTo>
                    <a:pt x="2" y="56"/>
                  </a:lnTo>
                  <a:lnTo>
                    <a:pt x="7" y="115"/>
                  </a:lnTo>
                  <a:lnTo>
                    <a:pt x="16" y="172"/>
                  </a:lnTo>
                  <a:lnTo>
                    <a:pt x="28" y="231"/>
                  </a:lnTo>
                  <a:lnTo>
                    <a:pt x="44" y="287"/>
                  </a:lnTo>
                  <a:lnTo>
                    <a:pt x="62" y="342"/>
                  </a:lnTo>
                  <a:lnTo>
                    <a:pt x="83" y="398"/>
                  </a:lnTo>
                  <a:lnTo>
                    <a:pt x="106" y="452"/>
                  </a:lnTo>
                  <a:lnTo>
                    <a:pt x="133" y="505"/>
                  </a:lnTo>
                  <a:lnTo>
                    <a:pt x="161" y="554"/>
                  </a:lnTo>
                  <a:lnTo>
                    <a:pt x="192" y="602"/>
                  </a:lnTo>
                  <a:lnTo>
                    <a:pt x="224" y="647"/>
                  </a:lnTo>
                  <a:lnTo>
                    <a:pt x="259" y="689"/>
                  </a:lnTo>
                  <a:lnTo>
                    <a:pt x="295" y="728"/>
                  </a:lnTo>
                  <a:lnTo>
                    <a:pt x="334" y="763"/>
                  </a:lnTo>
                  <a:lnTo>
                    <a:pt x="374" y="795"/>
                  </a:lnTo>
                  <a:lnTo>
                    <a:pt x="375" y="795"/>
                  </a:lnTo>
                  <a:lnTo>
                    <a:pt x="374" y="795"/>
                  </a:lnTo>
                  <a:lnTo>
                    <a:pt x="392" y="803"/>
                  </a:lnTo>
                  <a:lnTo>
                    <a:pt x="411" y="803"/>
                  </a:lnTo>
                  <a:lnTo>
                    <a:pt x="426" y="795"/>
                  </a:lnTo>
                  <a:lnTo>
                    <a:pt x="439" y="782"/>
                  </a:lnTo>
                  <a:lnTo>
                    <a:pt x="446" y="766"/>
                  </a:lnTo>
                  <a:lnTo>
                    <a:pt x="449" y="749"/>
                  </a:lnTo>
                  <a:lnTo>
                    <a:pt x="441" y="732"/>
                  </a:lnTo>
                  <a:lnTo>
                    <a:pt x="427" y="717"/>
                  </a:lnTo>
                  <a:lnTo>
                    <a:pt x="426" y="71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5327" name="Freeform 47"/>
            <p:cNvSpPr>
              <a:spLocks/>
            </p:cNvSpPr>
            <p:nvPr/>
          </p:nvSpPr>
          <p:spPr bwMode="auto">
            <a:xfrm>
              <a:off x="883" y="1673"/>
              <a:ext cx="379" cy="690"/>
            </a:xfrm>
            <a:custGeom>
              <a:avLst/>
              <a:gdLst>
                <a:gd name="T0" fmla="*/ 12 w 1897"/>
                <a:gd name="T1" fmla="*/ 6 h 3450"/>
                <a:gd name="T2" fmla="*/ 13 w 1897"/>
                <a:gd name="T3" fmla="*/ 7 h 3450"/>
                <a:gd name="T4" fmla="*/ 13 w 1897"/>
                <a:gd name="T5" fmla="*/ 7 h 3450"/>
                <a:gd name="T6" fmla="*/ 14 w 1897"/>
                <a:gd name="T7" fmla="*/ 8 h 3450"/>
                <a:gd name="T8" fmla="*/ 14 w 1897"/>
                <a:gd name="T9" fmla="*/ 9 h 3450"/>
                <a:gd name="T10" fmla="*/ 15 w 1897"/>
                <a:gd name="T11" fmla="*/ 10 h 3450"/>
                <a:gd name="T12" fmla="*/ 15 w 1897"/>
                <a:gd name="T13" fmla="*/ 11 h 3450"/>
                <a:gd name="T14" fmla="*/ 15 w 1897"/>
                <a:gd name="T15" fmla="*/ 11 h 3450"/>
                <a:gd name="T16" fmla="*/ 15 w 1897"/>
                <a:gd name="T17" fmla="*/ 12 h 3450"/>
                <a:gd name="T18" fmla="*/ 15 w 1897"/>
                <a:gd name="T19" fmla="*/ 26 h 3450"/>
                <a:gd name="T20" fmla="*/ 15 w 1897"/>
                <a:gd name="T21" fmla="*/ 26 h 3450"/>
                <a:gd name="T22" fmla="*/ 15 w 1897"/>
                <a:gd name="T23" fmla="*/ 27 h 3450"/>
                <a:gd name="T24" fmla="*/ 15 w 1897"/>
                <a:gd name="T25" fmla="*/ 27 h 3450"/>
                <a:gd name="T26" fmla="*/ 14 w 1897"/>
                <a:gd name="T27" fmla="*/ 27 h 3450"/>
                <a:gd name="T28" fmla="*/ 14 w 1897"/>
                <a:gd name="T29" fmla="*/ 28 h 3450"/>
                <a:gd name="T30" fmla="*/ 13 w 1897"/>
                <a:gd name="T31" fmla="*/ 28 h 3450"/>
                <a:gd name="T32" fmla="*/ 13 w 1897"/>
                <a:gd name="T33" fmla="*/ 27 h 3450"/>
                <a:gd name="T34" fmla="*/ 3 w 1897"/>
                <a:gd name="T35" fmla="*/ 21 h 3450"/>
                <a:gd name="T36" fmla="*/ 2 w 1897"/>
                <a:gd name="T37" fmla="*/ 21 h 3450"/>
                <a:gd name="T38" fmla="*/ 2 w 1897"/>
                <a:gd name="T39" fmla="*/ 20 h 3450"/>
                <a:gd name="T40" fmla="*/ 1 w 1897"/>
                <a:gd name="T41" fmla="*/ 19 h 3450"/>
                <a:gd name="T42" fmla="*/ 1 w 1897"/>
                <a:gd name="T43" fmla="*/ 19 h 3450"/>
                <a:gd name="T44" fmla="*/ 0 w 1897"/>
                <a:gd name="T45" fmla="*/ 18 h 3450"/>
                <a:gd name="T46" fmla="*/ 0 w 1897"/>
                <a:gd name="T47" fmla="*/ 17 h 3450"/>
                <a:gd name="T48" fmla="*/ 0 w 1897"/>
                <a:gd name="T49" fmla="*/ 16 h 3450"/>
                <a:gd name="T50" fmla="*/ 0 w 1897"/>
                <a:gd name="T51" fmla="*/ 15 h 3450"/>
                <a:gd name="T52" fmla="*/ 0 w 1897"/>
                <a:gd name="T53" fmla="*/ 2 h 3450"/>
                <a:gd name="T54" fmla="*/ 0 w 1897"/>
                <a:gd name="T55" fmla="*/ 1 h 3450"/>
                <a:gd name="T56" fmla="*/ 0 w 1897"/>
                <a:gd name="T57" fmla="*/ 1 h 3450"/>
                <a:gd name="T58" fmla="*/ 1 w 1897"/>
                <a:gd name="T59" fmla="*/ 0 h 3450"/>
                <a:gd name="T60" fmla="*/ 1 w 1897"/>
                <a:gd name="T61" fmla="*/ 0 h 3450"/>
                <a:gd name="T62" fmla="*/ 1 w 1897"/>
                <a:gd name="T63" fmla="*/ 0 h 3450"/>
                <a:gd name="T64" fmla="*/ 2 w 1897"/>
                <a:gd name="T65" fmla="*/ 0 h 3450"/>
                <a:gd name="T66" fmla="*/ 3 w 1897"/>
                <a:gd name="T67" fmla="*/ 0 h 3450"/>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897"/>
                <a:gd name="T103" fmla="*/ 0 h 3450"/>
                <a:gd name="T104" fmla="*/ 1897 w 1897"/>
                <a:gd name="T105" fmla="*/ 3450 h 3450"/>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897" h="3450">
                  <a:moveTo>
                    <a:pt x="357" y="49"/>
                  </a:moveTo>
                  <a:lnTo>
                    <a:pt x="1542" y="806"/>
                  </a:lnTo>
                  <a:lnTo>
                    <a:pt x="1579" y="832"/>
                  </a:lnTo>
                  <a:lnTo>
                    <a:pt x="1614" y="861"/>
                  </a:lnTo>
                  <a:lnTo>
                    <a:pt x="1648" y="895"/>
                  </a:lnTo>
                  <a:lnTo>
                    <a:pt x="1681" y="933"/>
                  </a:lnTo>
                  <a:lnTo>
                    <a:pt x="1711" y="973"/>
                  </a:lnTo>
                  <a:lnTo>
                    <a:pt x="1740" y="1016"/>
                  </a:lnTo>
                  <a:lnTo>
                    <a:pt x="1768" y="1062"/>
                  </a:lnTo>
                  <a:lnTo>
                    <a:pt x="1793" y="1109"/>
                  </a:lnTo>
                  <a:lnTo>
                    <a:pt x="1816" y="1158"/>
                  </a:lnTo>
                  <a:lnTo>
                    <a:pt x="1836" y="1208"/>
                  </a:lnTo>
                  <a:lnTo>
                    <a:pt x="1854" y="1260"/>
                  </a:lnTo>
                  <a:lnTo>
                    <a:pt x="1869" y="1313"/>
                  </a:lnTo>
                  <a:lnTo>
                    <a:pt x="1881" y="1364"/>
                  </a:lnTo>
                  <a:lnTo>
                    <a:pt x="1890" y="1417"/>
                  </a:lnTo>
                  <a:lnTo>
                    <a:pt x="1895" y="1469"/>
                  </a:lnTo>
                  <a:lnTo>
                    <a:pt x="1897" y="1519"/>
                  </a:lnTo>
                  <a:lnTo>
                    <a:pt x="1897" y="3142"/>
                  </a:lnTo>
                  <a:lnTo>
                    <a:pt x="1895" y="3190"/>
                  </a:lnTo>
                  <a:lnTo>
                    <a:pt x="1890" y="3235"/>
                  </a:lnTo>
                  <a:lnTo>
                    <a:pt x="1881" y="3276"/>
                  </a:lnTo>
                  <a:lnTo>
                    <a:pt x="1869" y="3313"/>
                  </a:lnTo>
                  <a:lnTo>
                    <a:pt x="1854" y="3346"/>
                  </a:lnTo>
                  <a:lnTo>
                    <a:pt x="1836" y="3375"/>
                  </a:lnTo>
                  <a:lnTo>
                    <a:pt x="1816" y="3398"/>
                  </a:lnTo>
                  <a:lnTo>
                    <a:pt x="1793" y="3418"/>
                  </a:lnTo>
                  <a:lnTo>
                    <a:pt x="1768" y="3434"/>
                  </a:lnTo>
                  <a:lnTo>
                    <a:pt x="1740" y="3444"/>
                  </a:lnTo>
                  <a:lnTo>
                    <a:pt x="1711" y="3450"/>
                  </a:lnTo>
                  <a:lnTo>
                    <a:pt x="1681" y="3450"/>
                  </a:lnTo>
                  <a:lnTo>
                    <a:pt x="1648" y="3445"/>
                  </a:lnTo>
                  <a:lnTo>
                    <a:pt x="1614" y="3436"/>
                  </a:lnTo>
                  <a:lnTo>
                    <a:pt x="1579" y="3421"/>
                  </a:lnTo>
                  <a:lnTo>
                    <a:pt x="1542" y="3400"/>
                  </a:lnTo>
                  <a:lnTo>
                    <a:pt x="357" y="2643"/>
                  </a:lnTo>
                  <a:lnTo>
                    <a:pt x="320" y="2618"/>
                  </a:lnTo>
                  <a:lnTo>
                    <a:pt x="285" y="2588"/>
                  </a:lnTo>
                  <a:lnTo>
                    <a:pt x="251" y="2554"/>
                  </a:lnTo>
                  <a:lnTo>
                    <a:pt x="218" y="2517"/>
                  </a:lnTo>
                  <a:lnTo>
                    <a:pt x="187" y="2477"/>
                  </a:lnTo>
                  <a:lnTo>
                    <a:pt x="157" y="2433"/>
                  </a:lnTo>
                  <a:lnTo>
                    <a:pt x="130" y="2388"/>
                  </a:lnTo>
                  <a:lnTo>
                    <a:pt x="105" y="2341"/>
                  </a:lnTo>
                  <a:lnTo>
                    <a:pt x="81" y="2292"/>
                  </a:lnTo>
                  <a:lnTo>
                    <a:pt x="61" y="2241"/>
                  </a:lnTo>
                  <a:lnTo>
                    <a:pt x="44" y="2190"/>
                  </a:lnTo>
                  <a:lnTo>
                    <a:pt x="29" y="2138"/>
                  </a:lnTo>
                  <a:lnTo>
                    <a:pt x="17" y="2085"/>
                  </a:lnTo>
                  <a:lnTo>
                    <a:pt x="7" y="2033"/>
                  </a:lnTo>
                  <a:lnTo>
                    <a:pt x="3" y="1981"/>
                  </a:lnTo>
                  <a:lnTo>
                    <a:pt x="0" y="1931"/>
                  </a:lnTo>
                  <a:lnTo>
                    <a:pt x="0" y="308"/>
                  </a:lnTo>
                  <a:lnTo>
                    <a:pt x="3" y="260"/>
                  </a:lnTo>
                  <a:lnTo>
                    <a:pt x="7" y="215"/>
                  </a:lnTo>
                  <a:lnTo>
                    <a:pt x="17" y="174"/>
                  </a:lnTo>
                  <a:lnTo>
                    <a:pt x="29" y="137"/>
                  </a:lnTo>
                  <a:lnTo>
                    <a:pt x="44" y="104"/>
                  </a:lnTo>
                  <a:lnTo>
                    <a:pt x="61" y="76"/>
                  </a:lnTo>
                  <a:lnTo>
                    <a:pt x="81" y="51"/>
                  </a:lnTo>
                  <a:lnTo>
                    <a:pt x="105" y="31"/>
                  </a:lnTo>
                  <a:lnTo>
                    <a:pt x="130" y="16"/>
                  </a:lnTo>
                  <a:lnTo>
                    <a:pt x="157" y="5"/>
                  </a:lnTo>
                  <a:lnTo>
                    <a:pt x="187" y="0"/>
                  </a:lnTo>
                  <a:lnTo>
                    <a:pt x="218" y="0"/>
                  </a:lnTo>
                  <a:lnTo>
                    <a:pt x="251" y="3"/>
                  </a:lnTo>
                  <a:lnTo>
                    <a:pt x="285" y="14"/>
                  </a:lnTo>
                  <a:lnTo>
                    <a:pt x="320" y="29"/>
                  </a:lnTo>
                  <a:lnTo>
                    <a:pt x="357" y="49"/>
                  </a:lnTo>
                  <a:close/>
                </a:path>
              </a:pathLst>
            </a:custGeom>
            <a:solidFill>
              <a:srgbClr val="BFBFB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5328" name="Freeform 48"/>
            <p:cNvSpPr>
              <a:spLocks/>
            </p:cNvSpPr>
            <p:nvPr/>
          </p:nvSpPr>
          <p:spPr bwMode="auto">
            <a:xfrm>
              <a:off x="1268" y="1663"/>
              <a:ext cx="393" cy="711"/>
            </a:xfrm>
            <a:custGeom>
              <a:avLst/>
              <a:gdLst>
                <a:gd name="T0" fmla="*/ 3 w 1962"/>
                <a:gd name="T1" fmla="*/ 7 h 3555"/>
                <a:gd name="T2" fmla="*/ 2 w 1962"/>
                <a:gd name="T3" fmla="*/ 7 h 3555"/>
                <a:gd name="T4" fmla="*/ 2 w 1962"/>
                <a:gd name="T5" fmla="*/ 8 h 3555"/>
                <a:gd name="T6" fmla="*/ 1 w 1962"/>
                <a:gd name="T7" fmla="*/ 8 h 3555"/>
                <a:gd name="T8" fmla="*/ 1 w 1962"/>
                <a:gd name="T9" fmla="*/ 9 h 3555"/>
                <a:gd name="T10" fmla="*/ 1 w 1962"/>
                <a:gd name="T11" fmla="*/ 10 h 3555"/>
                <a:gd name="T12" fmla="*/ 0 w 1962"/>
                <a:gd name="T13" fmla="*/ 11 h 3555"/>
                <a:gd name="T14" fmla="*/ 0 w 1962"/>
                <a:gd name="T15" fmla="*/ 12 h 3555"/>
                <a:gd name="T16" fmla="*/ 0 w 1962"/>
                <a:gd name="T17" fmla="*/ 13 h 3555"/>
                <a:gd name="T18" fmla="*/ 0 w 1962"/>
                <a:gd name="T19" fmla="*/ 26 h 3555"/>
                <a:gd name="T20" fmla="*/ 0 w 1962"/>
                <a:gd name="T21" fmla="*/ 27 h 3555"/>
                <a:gd name="T22" fmla="*/ 0 w 1962"/>
                <a:gd name="T23" fmla="*/ 28 h 3555"/>
                <a:gd name="T24" fmla="*/ 1 w 1962"/>
                <a:gd name="T25" fmla="*/ 28 h 3555"/>
                <a:gd name="T26" fmla="*/ 1 w 1962"/>
                <a:gd name="T27" fmla="*/ 28 h 3555"/>
                <a:gd name="T28" fmla="*/ 2 w 1962"/>
                <a:gd name="T29" fmla="*/ 28 h 3555"/>
                <a:gd name="T30" fmla="*/ 2 w 1962"/>
                <a:gd name="T31" fmla="*/ 28 h 3555"/>
                <a:gd name="T32" fmla="*/ 3 w 1962"/>
                <a:gd name="T33" fmla="*/ 28 h 3555"/>
                <a:gd name="T34" fmla="*/ 13 w 1962"/>
                <a:gd name="T35" fmla="*/ 22 h 3555"/>
                <a:gd name="T36" fmla="*/ 13 w 1962"/>
                <a:gd name="T37" fmla="*/ 21 h 3555"/>
                <a:gd name="T38" fmla="*/ 14 w 1962"/>
                <a:gd name="T39" fmla="*/ 21 h 3555"/>
                <a:gd name="T40" fmla="*/ 14 w 1962"/>
                <a:gd name="T41" fmla="*/ 20 h 3555"/>
                <a:gd name="T42" fmla="*/ 15 w 1962"/>
                <a:gd name="T43" fmla="*/ 19 h 3555"/>
                <a:gd name="T44" fmla="*/ 15 w 1962"/>
                <a:gd name="T45" fmla="*/ 18 h 3555"/>
                <a:gd name="T46" fmla="*/ 16 w 1962"/>
                <a:gd name="T47" fmla="*/ 18 h 3555"/>
                <a:gd name="T48" fmla="*/ 16 w 1962"/>
                <a:gd name="T49" fmla="*/ 17 h 3555"/>
                <a:gd name="T50" fmla="*/ 16 w 1962"/>
                <a:gd name="T51" fmla="*/ 16 h 3555"/>
                <a:gd name="T52" fmla="*/ 16 w 1962"/>
                <a:gd name="T53" fmla="*/ 2 h 3555"/>
                <a:gd name="T54" fmla="*/ 16 w 1962"/>
                <a:gd name="T55" fmla="*/ 1 h 3555"/>
                <a:gd name="T56" fmla="*/ 15 w 1962"/>
                <a:gd name="T57" fmla="*/ 1 h 3555"/>
                <a:gd name="T58" fmla="*/ 15 w 1962"/>
                <a:gd name="T59" fmla="*/ 0 h 3555"/>
                <a:gd name="T60" fmla="*/ 15 w 1962"/>
                <a:gd name="T61" fmla="*/ 0 h 3555"/>
                <a:gd name="T62" fmla="*/ 14 w 1962"/>
                <a:gd name="T63" fmla="*/ 0 h 3555"/>
                <a:gd name="T64" fmla="*/ 14 w 1962"/>
                <a:gd name="T65" fmla="*/ 0 h 3555"/>
                <a:gd name="T66" fmla="*/ 13 w 1962"/>
                <a:gd name="T67" fmla="*/ 0 h 3555"/>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962"/>
                <a:gd name="T103" fmla="*/ 0 h 3555"/>
                <a:gd name="T104" fmla="*/ 1962 w 1962"/>
                <a:gd name="T105" fmla="*/ 3555 h 3555"/>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962" h="3555">
                  <a:moveTo>
                    <a:pt x="1594" y="50"/>
                  </a:moveTo>
                  <a:lnTo>
                    <a:pt x="368" y="831"/>
                  </a:lnTo>
                  <a:lnTo>
                    <a:pt x="330" y="858"/>
                  </a:lnTo>
                  <a:lnTo>
                    <a:pt x="294" y="888"/>
                  </a:lnTo>
                  <a:lnTo>
                    <a:pt x="259" y="922"/>
                  </a:lnTo>
                  <a:lnTo>
                    <a:pt x="225" y="961"/>
                  </a:lnTo>
                  <a:lnTo>
                    <a:pt x="193" y="1003"/>
                  </a:lnTo>
                  <a:lnTo>
                    <a:pt x="163" y="1047"/>
                  </a:lnTo>
                  <a:lnTo>
                    <a:pt x="133" y="1094"/>
                  </a:lnTo>
                  <a:lnTo>
                    <a:pt x="108" y="1143"/>
                  </a:lnTo>
                  <a:lnTo>
                    <a:pt x="84" y="1193"/>
                  </a:lnTo>
                  <a:lnTo>
                    <a:pt x="63" y="1246"/>
                  </a:lnTo>
                  <a:lnTo>
                    <a:pt x="44" y="1299"/>
                  </a:lnTo>
                  <a:lnTo>
                    <a:pt x="29" y="1353"/>
                  </a:lnTo>
                  <a:lnTo>
                    <a:pt x="16" y="1405"/>
                  </a:lnTo>
                  <a:lnTo>
                    <a:pt x="7" y="1459"/>
                  </a:lnTo>
                  <a:lnTo>
                    <a:pt x="2" y="1512"/>
                  </a:lnTo>
                  <a:lnTo>
                    <a:pt x="0" y="1565"/>
                  </a:lnTo>
                  <a:lnTo>
                    <a:pt x="0" y="3237"/>
                  </a:lnTo>
                  <a:lnTo>
                    <a:pt x="2" y="3287"/>
                  </a:lnTo>
                  <a:lnTo>
                    <a:pt x="7" y="3333"/>
                  </a:lnTo>
                  <a:lnTo>
                    <a:pt x="16" y="3375"/>
                  </a:lnTo>
                  <a:lnTo>
                    <a:pt x="29" y="3413"/>
                  </a:lnTo>
                  <a:lnTo>
                    <a:pt x="44" y="3447"/>
                  </a:lnTo>
                  <a:lnTo>
                    <a:pt x="63" y="3477"/>
                  </a:lnTo>
                  <a:lnTo>
                    <a:pt x="84" y="3502"/>
                  </a:lnTo>
                  <a:lnTo>
                    <a:pt x="108" y="3522"/>
                  </a:lnTo>
                  <a:lnTo>
                    <a:pt x="133" y="3538"/>
                  </a:lnTo>
                  <a:lnTo>
                    <a:pt x="163" y="3549"/>
                  </a:lnTo>
                  <a:lnTo>
                    <a:pt x="193" y="3555"/>
                  </a:lnTo>
                  <a:lnTo>
                    <a:pt x="225" y="3555"/>
                  </a:lnTo>
                  <a:lnTo>
                    <a:pt x="259" y="3550"/>
                  </a:lnTo>
                  <a:lnTo>
                    <a:pt x="294" y="3541"/>
                  </a:lnTo>
                  <a:lnTo>
                    <a:pt x="330" y="3524"/>
                  </a:lnTo>
                  <a:lnTo>
                    <a:pt x="368" y="3503"/>
                  </a:lnTo>
                  <a:lnTo>
                    <a:pt x="1594" y="2722"/>
                  </a:lnTo>
                  <a:lnTo>
                    <a:pt x="1632" y="2696"/>
                  </a:lnTo>
                  <a:lnTo>
                    <a:pt x="1668" y="2665"/>
                  </a:lnTo>
                  <a:lnTo>
                    <a:pt x="1703" y="2631"/>
                  </a:lnTo>
                  <a:lnTo>
                    <a:pt x="1737" y="2592"/>
                  </a:lnTo>
                  <a:lnTo>
                    <a:pt x="1769" y="2551"/>
                  </a:lnTo>
                  <a:lnTo>
                    <a:pt x="1799" y="2506"/>
                  </a:lnTo>
                  <a:lnTo>
                    <a:pt x="1829" y="2460"/>
                  </a:lnTo>
                  <a:lnTo>
                    <a:pt x="1854" y="2411"/>
                  </a:lnTo>
                  <a:lnTo>
                    <a:pt x="1878" y="2361"/>
                  </a:lnTo>
                  <a:lnTo>
                    <a:pt x="1899" y="2308"/>
                  </a:lnTo>
                  <a:lnTo>
                    <a:pt x="1918" y="2256"/>
                  </a:lnTo>
                  <a:lnTo>
                    <a:pt x="1933" y="2202"/>
                  </a:lnTo>
                  <a:lnTo>
                    <a:pt x="1946" y="2149"/>
                  </a:lnTo>
                  <a:lnTo>
                    <a:pt x="1955" y="2095"/>
                  </a:lnTo>
                  <a:lnTo>
                    <a:pt x="1960" y="2042"/>
                  </a:lnTo>
                  <a:lnTo>
                    <a:pt x="1962" y="1989"/>
                  </a:lnTo>
                  <a:lnTo>
                    <a:pt x="1962" y="319"/>
                  </a:lnTo>
                  <a:lnTo>
                    <a:pt x="1960" y="269"/>
                  </a:lnTo>
                  <a:lnTo>
                    <a:pt x="1955" y="223"/>
                  </a:lnTo>
                  <a:lnTo>
                    <a:pt x="1946" y="180"/>
                  </a:lnTo>
                  <a:lnTo>
                    <a:pt x="1933" y="143"/>
                  </a:lnTo>
                  <a:lnTo>
                    <a:pt x="1918" y="109"/>
                  </a:lnTo>
                  <a:lnTo>
                    <a:pt x="1899" y="79"/>
                  </a:lnTo>
                  <a:lnTo>
                    <a:pt x="1878" y="54"/>
                  </a:lnTo>
                  <a:lnTo>
                    <a:pt x="1854" y="33"/>
                  </a:lnTo>
                  <a:lnTo>
                    <a:pt x="1829" y="17"/>
                  </a:lnTo>
                  <a:lnTo>
                    <a:pt x="1799" y="7"/>
                  </a:lnTo>
                  <a:lnTo>
                    <a:pt x="1769" y="0"/>
                  </a:lnTo>
                  <a:lnTo>
                    <a:pt x="1737" y="0"/>
                  </a:lnTo>
                  <a:lnTo>
                    <a:pt x="1703" y="4"/>
                  </a:lnTo>
                  <a:lnTo>
                    <a:pt x="1668" y="14"/>
                  </a:lnTo>
                  <a:lnTo>
                    <a:pt x="1632" y="29"/>
                  </a:lnTo>
                  <a:lnTo>
                    <a:pt x="1594" y="50"/>
                  </a:lnTo>
                  <a:close/>
                </a:path>
              </a:pathLst>
            </a:custGeom>
            <a:solidFill>
              <a:srgbClr val="E5E5E5"/>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5329" name="Freeform 49"/>
            <p:cNvSpPr>
              <a:spLocks noEditPoints="1"/>
            </p:cNvSpPr>
            <p:nvPr/>
          </p:nvSpPr>
          <p:spPr bwMode="auto">
            <a:xfrm>
              <a:off x="916" y="1589"/>
              <a:ext cx="697" cy="698"/>
            </a:xfrm>
            <a:custGeom>
              <a:avLst/>
              <a:gdLst>
                <a:gd name="T0" fmla="*/ 16 w 3485"/>
                <a:gd name="T1" fmla="*/ 0 h 3490"/>
                <a:gd name="T2" fmla="*/ 17 w 3485"/>
                <a:gd name="T3" fmla="*/ 2 h 3490"/>
                <a:gd name="T4" fmla="*/ 17 w 3485"/>
                <a:gd name="T5" fmla="*/ 3 h 3490"/>
                <a:gd name="T6" fmla="*/ 14 w 3485"/>
                <a:gd name="T7" fmla="*/ 4 h 3490"/>
                <a:gd name="T8" fmla="*/ 12 w 3485"/>
                <a:gd name="T9" fmla="*/ 4 h 3490"/>
                <a:gd name="T10" fmla="*/ 11 w 3485"/>
                <a:gd name="T11" fmla="*/ 2 h 3490"/>
                <a:gd name="T12" fmla="*/ 11 w 3485"/>
                <a:gd name="T13" fmla="*/ 1 h 3490"/>
                <a:gd name="T14" fmla="*/ 14 w 3485"/>
                <a:gd name="T15" fmla="*/ 0 h 3490"/>
                <a:gd name="T16" fmla="*/ 3 w 3485"/>
                <a:gd name="T17" fmla="*/ 7 h 3490"/>
                <a:gd name="T18" fmla="*/ 4 w 3485"/>
                <a:gd name="T19" fmla="*/ 9 h 3490"/>
                <a:gd name="T20" fmla="*/ 3 w 3485"/>
                <a:gd name="T21" fmla="*/ 12 h 3490"/>
                <a:gd name="T22" fmla="*/ 2 w 3485"/>
                <a:gd name="T23" fmla="*/ 13 h 3490"/>
                <a:gd name="T24" fmla="*/ 1 w 3485"/>
                <a:gd name="T25" fmla="*/ 12 h 3490"/>
                <a:gd name="T26" fmla="*/ 0 w 3485"/>
                <a:gd name="T27" fmla="*/ 10 h 3490"/>
                <a:gd name="T28" fmla="*/ 0 w 3485"/>
                <a:gd name="T29" fmla="*/ 8 h 3490"/>
                <a:gd name="T30" fmla="*/ 2 w 3485"/>
                <a:gd name="T31" fmla="*/ 6 h 3490"/>
                <a:gd name="T32" fmla="*/ 10 w 3485"/>
                <a:gd name="T33" fmla="*/ 20 h 3490"/>
                <a:gd name="T34" fmla="*/ 11 w 3485"/>
                <a:gd name="T35" fmla="*/ 22 h 3490"/>
                <a:gd name="T36" fmla="*/ 11 w 3485"/>
                <a:gd name="T37" fmla="*/ 25 h 3490"/>
                <a:gd name="T38" fmla="*/ 10 w 3485"/>
                <a:gd name="T39" fmla="*/ 27 h 3490"/>
                <a:gd name="T40" fmla="*/ 8 w 3485"/>
                <a:gd name="T41" fmla="*/ 26 h 3490"/>
                <a:gd name="T42" fmla="*/ 7 w 3485"/>
                <a:gd name="T43" fmla="*/ 24 h 3490"/>
                <a:gd name="T44" fmla="*/ 7 w 3485"/>
                <a:gd name="T45" fmla="*/ 22 h 3490"/>
                <a:gd name="T46" fmla="*/ 8 w 3485"/>
                <a:gd name="T47" fmla="*/ 20 h 3490"/>
                <a:gd name="T48" fmla="*/ 20 w 3485"/>
                <a:gd name="T49" fmla="*/ 21 h 3490"/>
                <a:gd name="T50" fmla="*/ 21 w 3485"/>
                <a:gd name="T51" fmla="*/ 23 h 3490"/>
                <a:gd name="T52" fmla="*/ 21 w 3485"/>
                <a:gd name="T53" fmla="*/ 26 h 3490"/>
                <a:gd name="T54" fmla="*/ 20 w 3485"/>
                <a:gd name="T55" fmla="*/ 28 h 3490"/>
                <a:gd name="T56" fmla="*/ 18 w 3485"/>
                <a:gd name="T57" fmla="*/ 28 h 3490"/>
                <a:gd name="T58" fmla="*/ 17 w 3485"/>
                <a:gd name="T59" fmla="*/ 26 h 3490"/>
                <a:gd name="T60" fmla="*/ 17 w 3485"/>
                <a:gd name="T61" fmla="*/ 23 h 3490"/>
                <a:gd name="T62" fmla="*/ 18 w 3485"/>
                <a:gd name="T63" fmla="*/ 21 h 3490"/>
                <a:gd name="T64" fmla="*/ 19 w 3485"/>
                <a:gd name="T65" fmla="*/ 11 h 3490"/>
                <a:gd name="T66" fmla="*/ 20 w 3485"/>
                <a:gd name="T67" fmla="*/ 13 h 3490"/>
                <a:gd name="T68" fmla="*/ 21 w 3485"/>
                <a:gd name="T69" fmla="*/ 15 h 3490"/>
                <a:gd name="T70" fmla="*/ 20 w 3485"/>
                <a:gd name="T71" fmla="*/ 17 h 3490"/>
                <a:gd name="T72" fmla="*/ 18 w 3485"/>
                <a:gd name="T73" fmla="*/ 17 h 3490"/>
                <a:gd name="T74" fmla="*/ 17 w 3485"/>
                <a:gd name="T75" fmla="*/ 16 h 3490"/>
                <a:gd name="T76" fmla="*/ 17 w 3485"/>
                <a:gd name="T77" fmla="*/ 13 h 3490"/>
                <a:gd name="T78" fmla="*/ 18 w 3485"/>
                <a:gd name="T79" fmla="*/ 11 h 3490"/>
                <a:gd name="T80" fmla="*/ 26 w 3485"/>
                <a:gd name="T81" fmla="*/ 7 h 3490"/>
                <a:gd name="T82" fmla="*/ 27 w 3485"/>
                <a:gd name="T83" fmla="*/ 8 h 3490"/>
                <a:gd name="T84" fmla="*/ 27 w 3485"/>
                <a:gd name="T85" fmla="*/ 11 h 3490"/>
                <a:gd name="T86" fmla="*/ 26 w 3485"/>
                <a:gd name="T87" fmla="*/ 13 h 3490"/>
                <a:gd name="T88" fmla="*/ 25 w 3485"/>
                <a:gd name="T89" fmla="*/ 13 h 3490"/>
                <a:gd name="T90" fmla="*/ 24 w 3485"/>
                <a:gd name="T91" fmla="*/ 12 h 3490"/>
                <a:gd name="T92" fmla="*/ 24 w 3485"/>
                <a:gd name="T93" fmla="*/ 9 h 3490"/>
                <a:gd name="T94" fmla="*/ 24 w 3485"/>
                <a:gd name="T95" fmla="*/ 7 h 3490"/>
                <a:gd name="T96" fmla="*/ 26 w 3485"/>
                <a:gd name="T97" fmla="*/ 17 h 3490"/>
                <a:gd name="T98" fmla="*/ 27 w 3485"/>
                <a:gd name="T99" fmla="*/ 18 h 3490"/>
                <a:gd name="T100" fmla="*/ 28 w 3485"/>
                <a:gd name="T101" fmla="*/ 21 h 3490"/>
                <a:gd name="T102" fmla="*/ 27 w 3485"/>
                <a:gd name="T103" fmla="*/ 23 h 3490"/>
                <a:gd name="T104" fmla="*/ 26 w 3485"/>
                <a:gd name="T105" fmla="*/ 24 h 3490"/>
                <a:gd name="T106" fmla="*/ 24 w 3485"/>
                <a:gd name="T107" fmla="*/ 23 h 3490"/>
                <a:gd name="T108" fmla="*/ 24 w 3485"/>
                <a:gd name="T109" fmla="*/ 20 h 3490"/>
                <a:gd name="T110" fmla="*/ 25 w 3485"/>
                <a:gd name="T111" fmla="*/ 18 h 3490"/>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w 3485"/>
                <a:gd name="T169" fmla="*/ 0 h 3490"/>
                <a:gd name="T170" fmla="*/ 3485 w 3485"/>
                <a:gd name="T171" fmla="*/ 3490 h 3490"/>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T168" t="T169" r="T170" b="T171"/>
              <a:pathLst>
                <a:path w="3485" h="3490">
                  <a:moveTo>
                    <a:pt x="1754" y="0"/>
                  </a:moveTo>
                  <a:lnTo>
                    <a:pt x="1797" y="2"/>
                  </a:lnTo>
                  <a:lnTo>
                    <a:pt x="1840" y="5"/>
                  </a:lnTo>
                  <a:lnTo>
                    <a:pt x="1881" y="12"/>
                  </a:lnTo>
                  <a:lnTo>
                    <a:pt x="1921" y="20"/>
                  </a:lnTo>
                  <a:lnTo>
                    <a:pt x="1959" y="31"/>
                  </a:lnTo>
                  <a:lnTo>
                    <a:pt x="1994" y="44"/>
                  </a:lnTo>
                  <a:lnTo>
                    <a:pt x="2028" y="59"/>
                  </a:lnTo>
                  <a:lnTo>
                    <a:pt x="2058" y="74"/>
                  </a:lnTo>
                  <a:lnTo>
                    <a:pt x="2086" y="93"/>
                  </a:lnTo>
                  <a:lnTo>
                    <a:pt x="2111" y="113"/>
                  </a:lnTo>
                  <a:lnTo>
                    <a:pt x="2132" y="133"/>
                  </a:lnTo>
                  <a:lnTo>
                    <a:pt x="2151" y="155"/>
                  </a:lnTo>
                  <a:lnTo>
                    <a:pt x="2165" y="179"/>
                  </a:lnTo>
                  <a:lnTo>
                    <a:pt x="2175" y="203"/>
                  </a:lnTo>
                  <a:lnTo>
                    <a:pt x="2182" y="229"/>
                  </a:lnTo>
                  <a:lnTo>
                    <a:pt x="2185" y="255"/>
                  </a:lnTo>
                  <a:lnTo>
                    <a:pt x="2182" y="281"/>
                  </a:lnTo>
                  <a:lnTo>
                    <a:pt x="2175" y="305"/>
                  </a:lnTo>
                  <a:lnTo>
                    <a:pt x="2165" y="330"/>
                  </a:lnTo>
                  <a:lnTo>
                    <a:pt x="2151" y="353"/>
                  </a:lnTo>
                  <a:lnTo>
                    <a:pt x="2132" y="376"/>
                  </a:lnTo>
                  <a:lnTo>
                    <a:pt x="2111" y="397"/>
                  </a:lnTo>
                  <a:lnTo>
                    <a:pt x="2086" y="417"/>
                  </a:lnTo>
                  <a:lnTo>
                    <a:pt x="2058" y="434"/>
                  </a:lnTo>
                  <a:lnTo>
                    <a:pt x="2028" y="451"/>
                  </a:lnTo>
                  <a:lnTo>
                    <a:pt x="1994" y="466"/>
                  </a:lnTo>
                  <a:lnTo>
                    <a:pt x="1959" y="479"/>
                  </a:lnTo>
                  <a:lnTo>
                    <a:pt x="1921" y="489"/>
                  </a:lnTo>
                  <a:lnTo>
                    <a:pt x="1881" y="498"/>
                  </a:lnTo>
                  <a:lnTo>
                    <a:pt x="1840" y="505"/>
                  </a:lnTo>
                  <a:lnTo>
                    <a:pt x="1797" y="508"/>
                  </a:lnTo>
                  <a:lnTo>
                    <a:pt x="1754" y="509"/>
                  </a:lnTo>
                  <a:lnTo>
                    <a:pt x="1710" y="508"/>
                  </a:lnTo>
                  <a:lnTo>
                    <a:pt x="1667" y="505"/>
                  </a:lnTo>
                  <a:lnTo>
                    <a:pt x="1626" y="498"/>
                  </a:lnTo>
                  <a:lnTo>
                    <a:pt x="1586" y="489"/>
                  </a:lnTo>
                  <a:lnTo>
                    <a:pt x="1548" y="479"/>
                  </a:lnTo>
                  <a:lnTo>
                    <a:pt x="1512" y="466"/>
                  </a:lnTo>
                  <a:lnTo>
                    <a:pt x="1479" y="451"/>
                  </a:lnTo>
                  <a:lnTo>
                    <a:pt x="1449" y="434"/>
                  </a:lnTo>
                  <a:lnTo>
                    <a:pt x="1421" y="417"/>
                  </a:lnTo>
                  <a:lnTo>
                    <a:pt x="1395" y="397"/>
                  </a:lnTo>
                  <a:lnTo>
                    <a:pt x="1374" y="376"/>
                  </a:lnTo>
                  <a:lnTo>
                    <a:pt x="1355" y="353"/>
                  </a:lnTo>
                  <a:lnTo>
                    <a:pt x="1341" y="330"/>
                  </a:lnTo>
                  <a:lnTo>
                    <a:pt x="1331" y="305"/>
                  </a:lnTo>
                  <a:lnTo>
                    <a:pt x="1324" y="281"/>
                  </a:lnTo>
                  <a:lnTo>
                    <a:pt x="1321" y="255"/>
                  </a:lnTo>
                  <a:lnTo>
                    <a:pt x="1324" y="229"/>
                  </a:lnTo>
                  <a:lnTo>
                    <a:pt x="1331" y="203"/>
                  </a:lnTo>
                  <a:lnTo>
                    <a:pt x="1341" y="179"/>
                  </a:lnTo>
                  <a:lnTo>
                    <a:pt x="1355" y="155"/>
                  </a:lnTo>
                  <a:lnTo>
                    <a:pt x="1374" y="133"/>
                  </a:lnTo>
                  <a:lnTo>
                    <a:pt x="1395" y="113"/>
                  </a:lnTo>
                  <a:lnTo>
                    <a:pt x="1421" y="93"/>
                  </a:lnTo>
                  <a:lnTo>
                    <a:pt x="1449" y="74"/>
                  </a:lnTo>
                  <a:lnTo>
                    <a:pt x="1479" y="59"/>
                  </a:lnTo>
                  <a:lnTo>
                    <a:pt x="1512" y="44"/>
                  </a:lnTo>
                  <a:lnTo>
                    <a:pt x="1548" y="31"/>
                  </a:lnTo>
                  <a:lnTo>
                    <a:pt x="1586" y="20"/>
                  </a:lnTo>
                  <a:lnTo>
                    <a:pt x="1626" y="12"/>
                  </a:lnTo>
                  <a:lnTo>
                    <a:pt x="1667" y="5"/>
                  </a:lnTo>
                  <a:lnTo>
                    <a:pt x="1710" y="2"/>
                  </a:lnTo>
                  <a:lnTo>
                    <a:pt x="1754" y="0"/>
                  </a:lnTo>
                  <a:close/>
                  <a:moveTo>
                    <a:pt x="239" y="786"/>
                  </a:moveTo>
                  <a:lnTo>
                    <a:pt x="263" y="788"/>
                  </a:lnTo>
                  <a:lnTo>
                    <a:pt x="287" y="794"/>
                  </a:lnTo>
                  <a:lnTo>
                    <a:pt x="309" y="805"/>
                  </a:lnTo>
                  <a:lnTo>
                    <a:pt x="331" y="819"/>
                  </a:lnTo>
                  <a:lnTo>
                    <a:pt x="352" y="836"/>
                  </a:lnTo>
                  <a:lnTo>
                    <a:pt x="372" y="857"/>
                  </a:lnTo>
                  <a:lnTo>
                    <a:pt x="390" y="882"/>
                  </a:lnTo>
                  <a:lnTo>
                    <a:pt x="407" y="909"/>
                  </a:lnTo>
                  <a:lnTo>
                    <a:pt x="423" y="940"/>
                  </a:lnTo>
                  <a:lnTo>
                    <a:pt x="437" y="971"/>
                  </a:lnTo>
                  <a:lnTo>
                    <a:pt x="448" y="1006"/>
                  </a:lnTo>
                  <a:lnTo>
                    <a:pt x="459" y="1043"/>
                  </a:lnTo>
                  <a:lnTo>
                    <a:pt x="467" y="1081"/>
                  </a:lnTo>
                  <a:lnTo>
                    <a:pt x="473" y="1121"/>
                  </a:lnTo>
                  <a:lnTo>
                    <a:pt x="476" y="1163"/>
                  </a:lnTo>
                  <a:lnTo>
                    <a:pt x="478" y="1206"/>
                  </a:lnTo>
                  <a:lnTo>
                    <a:pt x="476" y="1248"/>
                  </a:lnTo>
                  <a:lnTo>
                    <a:pt x="473" y="1290"/>
                  </a:lnTo>
                  <a:lnTo>
                    <a:pt x="467" y="1330"/>
                  </a:lnTo>
                  <a:lnTo>
                    <a:pt x="459" y="1367"/>
                  </a:lnTo>
                  <a:lnTo>
                    <a:pt x="448" y="1405"/>
                  </a:lnTo>
                  <a:lnTo>
                    <a:pt x="437" y="1439"/>
                  </a:lnTo>
                  <a:lnTo>
                    <a:pt x="423" y="1472"/>
                  </a:lnTo>
                  <a:lnTo>
                    <a:pt x="407" y="1501"/>
                  </a:lnTo>
                  <a:lnTo>
                    <a:pt x="390" y="1528"/>
                  </a:lnTo>
                  <a:lnTo>
                    <a:pt x="372" y="1553"/>
                  </a:lnTo>
                  <a:lnTo>
                    <a:pt x="352" y="1574"/>
                  </a:lnTo>
                  <a:lnTo>
                    <a:pt x="331" y="1591"/>
                  </a:lnTo>
                  <a:lnTo>
                    <a:pt x="309" y="1605"/>
                  </a:lnTo>
                  <a:lnTo>
                    <a:pt x="287" y="1616"/>
                  </a:lnTo>
                  <a:lnTo>
                    <a:pt x="263" y="1622"/>
                  </a:lnTo>
                  <a:lnTo>
                    <a:pt x="239" y="1624"/>
                  </a:lnTo>
                  <a:lnTo>
                    <a:pt x="214" y="1622"/>
                  </a:lnTo>
                  <a:lnTo>
                    <a:pt x="191" y="1616"/>
                  </a:lnTo>
                  <a:lnTo>
                    <a:pt x="168" y="1605"/>
                  </a:lnTo>
                  <a:lnTo>
                    <a:pt x="146" y="1591"/>
                  </a:lnTo>
                  <a:lnTo>
                    <a:pt x="125" y="1574"/>
                  </a:lnTo>
                  <a:lnTo>
                    <a:pt x="105" y="1553"/>
                  </a:lnTo>
                  <a:lnTo>
                    <a:pt x="87" y="1528"/>
                  </a:lnTo>
                  <a:lnTo>
                    <a:pt x="70" y="1501"/>
                  </a:lnTo>
                  <a:lnTo>
                    <a:pt x="55" y="1472"/>
                  </a:lnTo>
                  <a:lnTo>
                    <a:pt x="41" y="1439"/>
                  </a:lnTo>
                  <a:lnTo>
                    <a:pt x="29" y="1405"/>
                  </a:lnTo>
                  <a:lnTo>
                    <a:pt x="18" y="1367"/>
                  </a:lnTo>
                  <a:lnTo>
                    <a:pt x="10" y="1330"/>
                  </a:lnTo>
                  <a:lnTo>
                    <a:pt x="4" y="1290"/>
                  </a:lnTo>
                  <a:lnTo>
                    <a:pt x="1" y="1248"/>
                  </a:lnTo>
                  <a:lnTo>
                    <a:pt x="0" y="1206"/>
                  </a:lnTo>
                  <a:lnTo>
                    <a:pt x="1" y="1163"/>
                  </a:lnTo>
                  <a:lnTo>
                    <a:pt x="4" y="1121"/>
                  </a:lnTo>
                  <a:lnTo>
                    <a:pt x="10" y="1081"/>
                  </a:lnTo>
                  <a:lnTo>
                    <a:pt x="18" y="1043"/>
                  </a:lnTo>
                  <a:lnTo>
                    <a:pt x="29" y="1006"/>
                  </a:lnTo>
                  <a:lnTo>
                    <a:pt x="41" y="971"/>
                  </a:lnTo>
                  <a:lnTo>
                    <a:pt x="55" y="940"/>
                  </a:lnTo>
                  <a:lnTo>
                    <a:pt x="70" y="909"/>
                  </a:lnTo>
                  <a:lnTo>
                    <a:pt x="87" y="882"/>
                  </a:lnTo>
                  <a:lnTo>
                    <a:pt x="105" y="857"/>
                  </a:lnTo>
                  <a:lnTo>
                    <a:pt x="125" y="836"/>
                  </a:lnTo>
                  <a:lnTo>
                    <a:pt x="146" y="819"/>
                  </a:lnTo>
                  <a:lnTo>
                    <a:pt x="168" y="805"/>
                  </a:lnTo>
                  <a:lnTo>
                    <a:pt x="191" y="794"/>
                  </a:lnTo>
                  <a:lnTo>
                    <a:pt x="214" y="788"/>
                  </a:lnTo>
                  <a:lnTo>
                    <a:pt x="239" y="786"/>
                  </a:lnTo>
                  <a:close/>
                  <a:moveTo>
                    <a:pt x="1119" y="2495"/>
                  </a:moveTo>
                  <a:lnTo>
                    <a:pt x="1143" y="2498"/>
                  </a:lnTo>
                  <a:lnTo>
                    <a:pt x="1167" y="2504"/>
                  </a:lnTo>
                  <a:lnTo>
                    <a:pt x="1190" y="2514"/>
                  </a:lnTo>
                  <a:lnTo>
                    <a:pt x="1211" y="2528"/>
                  </a:lnTo>
                  <a:lnTo>
                    <a:pt x="1232" y="2546"/>
                  </a:lnTo>
                  <a:lnTo>
                    <a:pt x="1252" y="2567"/>
                  </a:lnTo>
                  <a:lnTo>
                    <a:pt x="1271" y="2592"/>
                  </a:lnTo>
                  <a:lnTo>
                    <a:pt x="1288" y="2618"/>
                  </a:lnTo>
                  <a:lnTo>
                    <a:pt x="1304" y="2648"/>
                  </a:lnTo>
                  <a:lnTo>
                    <a:pt x="1318" y="2681"/>
                  </a:lnTo>
                  <a:lnTo>
                    <a:pt x="1329" y="2715"/>
                  </a:lnTo>
                  <a:lnTo>
                    <a:pt x="1340" y="2752"/>
                  </a:lnTo>
                  <a:lnTo>
                    <a:pt x="1348" y="2790"/>
                  </a:lnTo>
                  <a:lnTo>
                    <a:pt x="1354" y="2830"/>
                  </a:lnTo>
                  <a:lnTo>
                    <a:pt x="1358" y="2872"/>
                  </a:lnTo>
                  <a:lnTo>
                    <a:pt x="1359" y="2914"/>
                  </a:lnTo>
                  <a:lnTo>
                    <a:pt x="1358" y="2956"/>
                  </a:lnTo>
                  <a:lnTo>
                    <a:pt x="1354" y="2998"/>
                  </a:lnTo>
                  <a:lnTo>
                    <a:pt x="1348" y="3038"/>
                  </a:lnTo>
                  <a:lnTo>
                    <a:pt x="1340" y="3077"/>
                  </a:lnTo>
                  <a:lnTo>
                    <a:pt x="1329" y="3113"/>
                  </a:lnTo>
                  <a:lnTo>
                    <a:pt x="1318" y="3147"/>
                  </a:lnTo>
                  <a:lnTo>
                    <a:pt x="1304" y="3180"/>
                  </a:lnTo>
                  <a:lnTo>
                    <a:pt x="1288" y="3209"/>
                  </a:lnTo>
                  <a:lnTo>
                    <a:pt x="1271" y="3238"/>
                  </a:lnTo>
                  <a:lnTo>
                    <a:pt x="1252" y="3261"/>
                  </a:lnTo>
                  <a:lnTo>
                    <a:pt x="1232" y="3282"/>
                  </a:lnTo>
                  <a:lnTo>
                    <a:pt x="1211" y="3301"/>
                  </a:lnTo>
                  <a:lnTo>
                    <a:pt x="1190" y="3315"/>
                  </a:lnTo>
                  <a:lnTo>
                    <a:pt x="1167" y="3325"/>
                  </a:lnTo>
                  <a:lnTo>
                    <a:pt x="1143" y="3331"/>
                  </a:lnTo>
                  <a:lnTo>
                    <a:pt x="1119" y="3334"/>
                  </a:lnTo>
                  <a:lnTo>
                    <a:pt x="1094" y="3331"/>
                  </a:lnTo>
                  <a:lnTo>
                    <a:pt x="1070" y="3325"/>
                  </a:lnTo>
                  <a:lnTo>
                    <a:pt x="1048" y="3315"/>
                  </a:lnTo>
                  <a:lnTo>
                    <a:pt x="1026" y="3301"/>
                  </a:lnTo>
                  <a:lnTo>
                    <a:pt x="1005" y="3282"/>
                  </a:lnTo>
                  <a:lnTo>
                    <a:pt x="985" y="3261"/>
                  </a:lnTo>
                  <a:lnTo>
                    <a:pt x="967" y="3238"/>
                  </a:lnTo>
                  <a:lnTo>
                    <a:pt x="950" y="3209"/>
                  </a:lnTo>
                  <a:lnTo>
                    <a:pt x="935" y="3180"/>
                  </a:lnTo>
                  <a:lnTo>
                    <a:pt x="921" y="3147"/>
                  </a:lnTo>
                  <a:lnTo>
                    <a:pt x="909" y="3113"/>
                  </a:lnTo>
                  <a:lnTo>
                    <a:pt x="898" y="3077"/>
                  </a:lnTo>
                  <a:lnTo>
                    <a:pt x="890" y="3038"/>
                  </a:lnTo>
                  <a:lnTo>
                    <a:pt x="884" y="2998"/>
                  </a:lnTo>
                  <a:lnTo>
                    <a:pt x="881" y="2956"/>
                  </a:lnTo>
                  <a:lnTo>
                    <a:pt x="880" y="2914"/>
                  </a:lnTo>
                  <a:lnTo>
                    <a:pt x="881" y="2872"/>
                  </a:lnTo>
                  <a:lnTo>
                    <a:pt x="884" y="2830"/>
                  </a:lnTo>
                  <a:lnTo>
                    <a:pt x="890" y="2790"/>
                  </a:lnTo>
                  <a:lnTo>
                    <a:pt x="898" y="2752"/>
                  </a:lnTo>
                  <a:lnTo>
                    <a:pt x="909" y="2715"/>
                  </a:lnTo>
                  <a:lnTo>
                    <a:pt x="921" y="2681"/>
                  </a:lnTo>
                  <a:lnTo>
                    <a:pt x="935" y="2648"/>
                  </a:lnTo>
                  <a:lnTo>
                    <a:pt x="950" y="2618"/>
                  </a:lnTo>
                  <a:lnTo>
                    <a:pt x="967" y="2592"/>
                  </a:lnTo>
                  <a:lnTo>
                    <a:pt x="985" y="2567"/>
                  </a:lnTo>
                  <a:lnTo>
                    <a:pt x="1005" y="2546"/>
                  </a:lnTo>
                  <a:lnTo>
                    <a:pt x="1026" y="2528"/>
                  </a:lnTo>
                  <a:lnTo>
                    <a:pt x="1048" y="2514"/>
                  </a:lnTo>
                  <a:lnTo>
                    <a:pt x="1070" y="2504"/>
                  </a:lnTo>
                  <a:lnTo>
                    <a:pt x="1094" y="2498"/>
                  </a:lnTo>
                  <a:lnTo>
                    <a:pt x="1119" y="2495"/>
                  </a:lnTo>
                  <a:close/>
                  <a:moveTo>
                    <a:pt x="2380" y="2651"/>
                  </a:moveTo>
                  <a:lnTo>
                    <a:pt x="2405" y="2654"/>
                  </a:lnTo>
                  <a:lnTo>
                    <a:pt x="2428" y="2660"/>
                  </a:lnTo>
                  <a:lnTo>
                    <a:pt x="2452" y="2670"/>
                  </a:lnTo>
                  <a:lnTo>
                    <a:pt x="2473" y="2684"/>
                  </a:lnTo>
                  <a:lnTo>
                    <a:pt x="2494" y="2703"/>
                  </a:lnTo>
                  <a:lnTo>
                    <a:pt x="2514" y="2724"/>
                  </a:lnTo>
                  <a:lnTo>
                    <a:pt x="2533" y="2747"/>
                  </a:lnTo>
                  <a:lnTo>
                    <a:pt x="2550" y="2774"/>
                  </a:lnTo>
                  <a:lnTo>
                    <a:pt x="2565" y="2805"/>
                  </a:lnTo>
                  <a:lnTo>
                    <a:pt x="2580" y="2838"/>
                  </a:lnTo>
                  <a:lnTo>
                    <a:pt x="2591" y="2872"/>
                  </a:lnTo>
                  <a:lnTo>
                    <a:pt x="2602" y="2908"/>
                  </a:lnTo>
                  <a:lnTo>
                    <a:pt x="2610" y="2947"/>
                  </a:lnTo>
                  <a:lnTo>
                    <a:pt x="2616" y="2987"/>
                  </a:lnTo>
                  <a:lnTo>
                    <a:pt x="2619" y="3029"/>
                  </a:lnTo>
                  <a:lnTo>
                    <a:pt x="2621" y="3071"/>
                  </a:lnTo>
                  <a:lnTo>
                    <a:pt x="2619" y="3113"/>
                  </a:lnTo>
                  <a:lnTo>
                    <a:pt x="2616" y="3155"/>
                  </a:lnTo>
                  <a:lnTo>
                    <a:pt x="2610" y="3195"/>
                  </a:lnTo>
                  <a:lnTo>
                    <a:pt x="2602" y="3233"/>
                  </a:lnTo>
                  <a:lnTo>
                    <a:pt x="2591" y="3270"/>
                  </a:lnTo>
                  <a:lnTo>
                    <a:pt x="2580" y="3304"/>
                  </a:lnTo>
                  <a:lnTo>
                    <a:pt x="2565" y="3337"/>
                  </a:lnTo>
                  <a:lnTo>
                    <a:pt x="2550" y="3367"/>
                  </a:lnTo>
                  <a:lnTo>
                    <a:pt x="2533" y="3393"/>
                  </a:lnTo>
                  <a:lnTo>
                    <a:pt x="2514" y="3418"/>
                  </a:lnTo>
                  <a:lnTo>
                    <a:pt x="2494" y="3439"/>
                  </a:lnTo>
                  <a:lnTo>
                    <a:pt x="2473" y="3457"/>
                  </a:lnTo>
                  <a:lnTo>
                    <a:pt x="2452" y="3471"/>
                  </a:lnTo>
                  <a:lnTo>
                    <a:pt x="2428" y="3481"/>
                  </a:lnTo>
                  <a:lnTo>
                    <a:pt x="2405" y="3487"/>
                  </a:lnTo>
                  <a:lnTo>
                    <a:pt x="2380" y="3490"/>
                  </a:lnTo>
                  <a:lnTo>
                    <a:pt x="2356" y="3487"/>
                  </a:lnTo>
                  <a:lnTo>
                    <a:pt x="2332" y="3481"/>
                  </a:lnTo>
                  <a:lnTo>
                    <a:pt x="2310" y="3471"/>
                  </a:lnTo>
                  <a:lnTo>
                    <a:pt x="2288" y="3457"/>
                  </a:lnTo>
                  <a:lnTo>
                    <a:pt x="2267" y="3439"/>
                  </a:lnTo>
                  <a:lnTo>
                    <a:pt x="2248" y="3418"/>
                  </a:lnTo>
                  <a:lnTo>
                    <a:pt x="2229" y="3393"/>
                  </a:lnTo>
                  <a:lnTo>
                    <a:pt x="2212" y="3367"/>
                  </a:lnTo>
                  <a:lnTo>
                    <a:pt x="2196" y="3337"/>
                  </a:lnTo>
                  <a:lnTo>
                    <a:pt x="2182" y="3304"/>
                  </a:lnTo>
                  <a:lnTo>
                    <a:pt x="2171" y="3270"/>
                  </a:lnTo>
                  <a:lnTo>
                    <a:pt x="2160" y="3233"/>
                  </a:lnTo>
                  <a:lnTo>
                    <a:pt x="2152" y="3195"/>
                  </a:lnTo>
                  <a:lnTo>
                    <a:pt x="2146" y="3155"/>
                  </a:lnTo>
                  <a:lnTo>
                    <a:pt x="2142" y="3113"/>
                  </a:lnTo>
                  <a:lnTo>
                    <a:pt x="2141" y="3071"/>
                  </a:lnTo>
                  <a:lnTo>
                    <a:pt x="2142" y="3029"/>
                  </a:lnTo>
                  <a:lnTo>
                    <a:pt x="2146" y="2987"/>
                  </a:lnTo>
                  <a:lnTo>
                    <a:pt x="2152" y="2947"/>
                  </a:lnTo>
                  <a:lnTo>
                    <a:pt x="2160" y="2908"/>
                  </a:lnTo>
                  <a:lnTo>
                    <a:pt x="2171" y="2872"/>
                  </a:lnTo>
                  <a:lnTo>
                    <a:pt x="2182" y="2838"/>
                  </a:lnTo>
                  <a:lnTo>
                    <a:pt x="2196" y="2805"/>
                  </a:lnTo>
                  <a:lnTo>
                    <a:pt x="2212" y="2774"/>
                  </a:lnTo>
                  <a:lnTo>
                    <a:pt x="2229" y="2747"/>
                  </a:lnTo>
                  <a:lnTo>
                    <a:pt x="2248" y="2724"/>
                  </a:lnTo>
                  <a:lnTo>
                    <a:pt x="2267" y="2703"/>
                  </a:lnTo>
                  <a:lnTo>
                    <a:pt x="2288" y="2684"/>
                  </a:lnTo>
                  <a:lnTo>
                    <a:pt x="2310" y="2670"/>
                  </a:lnTo>
                  <a:lnTo>
                    <a:pt x="2332" y="2660"/>
                  </a:lnTo>
                  <a:lnTo>
                    <a:pt x="2356" y="2654"/>
                  </a:lnTo>
                  <a:lnTo>
                    <a:pt x="2380" y="2651"/>
                  </a:lnTo>
                  <a:close/>
                  <a:moveTo>
                    <a:pt x="2342" y="1355"/>
                  </a:moveTo>
                  <a:lnTo>
                    <a:pt x="2366" y="1357"/>
                  </a:lnTo>
                  <a:lnTo>
                    <a:pt x="2390" y="1363"/>
                  </a:lnTo>
                  <a:lnTo>
                    <a:pt x="2412" y="1373"/>
                  </a:lnTo>
                  <a:lnTo>
                    <a:pt x="2434" y="1387"/>
                  </a:lnTo>
                  <a:lnTo>
                    <a:pt x="2455" y="1405"/>
                  </a:lnTo>
                  <a:lnTo>
                    <a:pt x="2475" y="1426"/>
                  </a:lnTo>
                  <a:lnTo>
                    <a:pt x="2493" y="1451"/>
                  </a:lnTo>
                  <a:lnTo>
                    <a:pt x="2510" y="1478"/>
                  </a:lnTo>
                  <a:lnTo>
                    <a:pt x="2526" y="1507"/>
                  </a:lnTo>
                  <a:lnTo>
                    <a:pt x="2540" y="1540"/>
                  </a:lnTo>
                  <a:lnTo>
                    <a:pt x="2551" y="1574"/>
                  </a:lnTo>
                  <a:lnTo>
                    <a:pt x="2562" y="1611"/>
                  </a:lnTo>
                  <a:lnTo>
                    <a:pt x="2570" y="1649"/>
                  </a:lnTo>
                  <a:lnTo>
                    <a:pt x="2576" y="1689"/>
                  </a:lnTo>
                  <a:lnTo>
                    <a:pt x="2580" y="1731"/>
                  </a:lnTo>
                  <a:lnTo>
                    <a:pt x="2581" y="1773"/>
                  </a:lnTo>
                  <a:lnTo>
                    <a:pt x="2580" y="1815"/>
                  </a:lnTo>
                  <a:lnTo>
                    <a:pt x="2576" y="1858"/>
                  </a:lnTo>
                  <a:lnTo>
                    <a:pt x="2570" y="1897"/>
                  </a:lnTo>
                  <a:lnTo>
                    <a:pt x="2562" y="1936"/>
                  </a:lnTo>
                  <a:lnTo>
                    <a:pt x="2551" y="1972"/>
                  </a:lnTo>
                  <a:lnTo>
                    <a:pt x="2540" y="2008"/>
                  </a:lnTo>
                  <a:lnTo>
                    <a:pt x="2526" y="2039"/>
                  </a:lnTo>
                  <a:lnTo>
                    <a:pt x="2510" y="2070"/>
                  </a:lnTo>
                  <a:lnTo>
                    <a:pt x="2493" y="2097"/>
                  </a:lnTo>
                  <a:lnTo>
                    <a:pt x="2475" y="2121"/>
                  </a:lnTo>
                  <a:lnTo>
                    <a:pt x="2455" y="2142"/>
                  </a:lnTo>
                  <a:lnTo>
                    <a:pt x="2434" y="2160"/>
                  </a:lnTo>
                  <a:lnTo>
                    <a:pt x="2412" y="2174"/>
                  </a:lnTo>
                  <a:lnTo>
                    <a:pt x="2390" y="2185"/>
                  </a:lnTo>
                  <a:lnTo>
                    <a:pt x="2366" y="2191"/>
                  </a:lnTo>
                  <a:lnTo>
                    <a:pt x="2342" y="2193"/>
                  </a:lnTo>
                  <a:lnTo>
                    <a:pt x="2317" y="2191"/>
                  </a:lnTo>
                  <a:lnTo>
                    <a:pt x="2294" y="2185"/>
                  </a:lnTo>
                  <a:lnTo>
                    <a:pt x="2270" y="2174"/>
                  </a:lnTo>
                  <a:lnTo>
                    <a:pt x="2249" y="2160"/>
                  </a:lnTo>
                  <a:lnTo>
                    <a:pt x="2228" y="2142"/>
                  </a:lnTo>
                  <a:lnTo>
                    <a:pt x="2208" y="2121"/>
                  </a:lnTo>
                  <a:lnTo>
                    <a:pt x="2189" y="2097"/>
                  </a:lnTo>
                  <a:lnTo>
                    <a:pt x="2173" y="2070"/>
                  </a:lnTo>
                  <a:lnTo>
                    <a:pt x="2157" y="2039"/>
                  </a:lnTo>
                  <a:lnTo>
                    <a:pt x="2142" y="2008"/>
                  </a:lnTo>
                  <a:lnTo>
                    <a:pt x="2131" y="1972"/>
                  </a:lnTo>
                  <a:lnTo>
                    <a:pt x="2120" y="1936"/>
                  </a:lnTo>
                  <a:lnTo>
                    <a:pt x="2112" y="1897"/>
                  </a:lnTo>
                  <a:lnTo>
                    <a:pt x="2106" y="1858"/>
                  </a:lnTo>
                  <a:lnTo>
                    <a:pt x="2103" y="1815"/>
                  </a:lnTo>
                  <a:lnTo>
                    <a:pt x="2101" y="1773"/>
                  </a:lnTo>
                  <a:lnTo>
                    <a:pt x="2103" y="1731"/>
                  </a:lnTo>
                  <a:lnTo>
                    <a:pt x="2106" y="1689"/>
                  </a:lnTo>
                  <a:lnTo>
                    <a:pt x="2112" y="1649"/>
                  </a:lnTo>
                  <a:lnTo>
                    <a:pt x="2120" y="1611"/>
                  </a:lnTo>
                  <a:lnTo>
                    <a:pt x="2131" y="1574"/>
                  </a:lnTo>
                  <a:lnTo>
                    <a:pt x="2142" y="1540"/>
                  </a:lnTo>
                  <a:lnTo>
                    <a:pt x="2157" y="1507"/>
                  </a:lnTo>
                  <a:lnTo>
                    <a:pt x="2173" y="1478"/>
                  </a:lnTo>
                  <a:lnTo>
                    <a:pt x="2189" y="1451"/>
                  </a:lnTo>
                  <a:lnTo>
                    <a:pt x="2208" y="1426"/>
                  </a:lnTo>
                  <a:lnTo>
                    <a:pt x="2228" y="1405"/>
                  </a:lnTo>
                  <a:lnTo>
                    <a:pt x="2249" y="1387"/>
                  </a:lnTo>
                  <a:lnTo>
                    <a:pt x="2270" y="1373"/>
                  </a:lnTo>
                  <a:lnTo>
                    <a:pt x="2294" y="1363"/>
                  </a:lnTo>
                  <a:lnTo>
                    <a:pt x="2317" y="1357"/>
                  </a:lnTo>
                  <a:lnTo>
                    <a:pt x="2342" y="1355"/>
                  </a:lnTo>
                  <a:close/>
                  <a:moveTo>
                    <a:pt x="3179" y="819"/>
                  </a:moveTo>
                  <a:lnTo>
                    <a:pt x="3204" y="821"/>
                  </a:lnTo>
                  <a:lnTo>
                    <a:pt x="3227" y="827"/>
                  </a:lnTo>
                  <a:lnTo>
                    <a:pt x="3250" y="838"/>
                  </a:lnTo>
                  <a:lnTo>
                    <a:pt x="3272" y="852"/>
                  </a:lnTo>
                  <a:lnTo>
                    <a:pt x="3293" y="869"/>
                  </a:lnTo>
                  <a:lnTo>
                    <a:pt x="3312" y="890"/>
                  </a:lnTo>
                  <a:lnTo>
                    <a:pt x="3331" y="915"/>
                  </a:lnTo>
                  <a:lnTo>
                    <a:pt x="3348" y="942"/>
                  </a:lnTo>
                  <a:lnTo>
                    <a:pt x="3363" y="971"/>
                  </a:lnTo>
                  <a:lnTo>
                    <a:pt x="3377" y="1004"/>
                  </a:lnTo>
                  <a:lnTo>
                    <a:pt x="3389" y="1038"/>
                  </a:lnTo>
                  <a:lnTo>
                    <a:pt x="3400" y="1076"/>
                  </a:lnTo>
                  <a:lnTo>
                    <a:pt x="3408" y="1113"/>
                  </a:lnTo>
                  <a:lnTo>
                    <a:pt x="3414" y="1153"/>
                  </a:lnTo>
                  <a:lnTo>
                    <a:pt x="3417" y="1195"/>
                  </a:lnTo>
                  <a:lnTo>
                    <a:pt x="3418" y="1237"/>
                  </a:lnTo>
                  <a:lnTo>
                    <a:pt x="3417" y="1280"/>
                  </a:lnTo>
                  <a:lnTo>
                    <a:pt x="3414" y="1322"/>
                  </a:lnTo>
                  <a:lnTo>
                    <a:pt x="3408" y="1362"/>
                  </a:lnTo>
                  <a:lnTo>
                    <a:pt x="3400" y="1399"/>
                  </a:lnTo>
                  <a:lnTo>
                    <a:pt x="3389" y="1437"/>
                  </a:lnTo>
                  <a:lnTo>
                    <a:pt x="3377" y="1471"/>
                  </a:lnTo>
                  <a:lnTo>
                    <a:pt x="3363" y="1503"/>
                  </a:lnTo>
                  <a:lnTo>
                    <a:pt x="3348" y="1533"/>
                  </a:lnTo>
                  <a:lnTo>
                    <a:pt x="3331" y="1560"/>
                  </a:lnTo>
                  <a:lnTo>
                    <a:pt x="3312" y="1584"/>
                  </a:lnTo>
                  <a:lnTo>
                    <a:pt x="3293" y="1605"/>
                  </a:lnTo>
                  <a:lnTo>
                    <a:pt x="3272" y="1623"/>
                  </a:lnTo>
                  <a:lnTo>
                    <a:pt x="3250" y="1637"/>
                  </a:lnTo>
                  <a:lnTo>
                    <a:pt x="3227" y="1648"/>
                  </a:lnTo>
                  <a:lnTo>
                    <a:pt x="3204" y="1654"/>
                  </a:lnTo>
                  <a:lnTo>
                    <a:pt x="3179" y="1656"/>
                  </a:lnTo>
                  <a:lnTo>
                    <a:pt x="3155" y="1654"/>
                  </a:lnTo>
                  <a:lnTo>
                    <a:pt x="3131" y="1648"/>
                  </a:lnTo>
                  <a:lnTo>
                    <a:pt x="3108" y="1637"/>
                  </a:lnTo>
                  <a:lnTo>
                    <a:pt x="3087" y="1623"/>
                  </a:lnTo>
                  <a:lnTo>
                    <a:pt x="3066" y="1605"/>
                  </a:lnTo>
                  <a:lnTo>
                    <a:pt x="3046" y="1584"/>
                  </a:lnTo>
                  <a:lnTo>
                    <a:pt x="3027" y="1560"/>
                  </a:lnTo>
                  <a:lnTo>
                    <a:pt x="3011" y="1533"/>
                  </a:lnTo>
                  <a:lnTo>
                    <a:pt x="2994" y="1503"/>
                  </a:lnTo>
                  <a:lnTo>
                    <a:pt x="2980" y="1471"/>
                  </a:lnTo>
                  <a:lnTo>
                    <a:pt x="2968" y="1437"/>
                  </a:lnTo>
                  <a:lnTo>
                    <a:pt x="2958" y="1399"/>
                  </a:lnTo>
                  <a:lnTo>
                    <a:pt x="2950" y="1362"/>
                  </a:lnTo>
                  <a:lnTo>
                    <a:pt x="2944" y="1322"/>
                  </a:lnTo>
                  <a:lnTo>
                    <a:pt x="2940" y="1280"/>
                  </a:lnTo>
                  <a:lnTo>
                    <a:pt x="2939" y="1237"/>
                  </a:lnTo>
                  <a:lnTo>
                    <a:pt x="2940" y="1195"/>
                  </a:lnTo>
                  <a:lnTo>
                    <a:pt x="2944" y="1153"/>
                  </a:lnTo>
                  <a:lnTo>
                    <a:pt x="2950" y="1113"/>
                  </a:lnTo>
                  <a:lnTo>
                    <a:pt x="2958" y="1076"/>
                  </a:lnTo>
                  <a:lnTo>
                    <a:pt x="2968" y="1038"/>
                  </a:lnTo>
                  <a:lnTo>
                    <a:pt x="2980" y="1004"/>
                  </a:lnTo>
                  <a:lnTo>
                    <a:pt x="2994" y="971"/>
                  </a:lnTo>
                  <a:lnTo>
                    <a:pt x="3011" y="942"/>
                  </a:lnTo>
                  <a:lnTo>
                    <a:pt x="3027" y="915"/>
                  </a:lnTo>
                  <a:lnTo>
                    <a:pt x="3046" y="890"/>
                  </a:lnTo>
                  <a:lnTo>
                    <a:pt x="3066" y="869"/>
                  </a:lnTo>
                  <a:lnTo>
                    <a:pt x="3087" y="852"/>
                  </a:lnTo>
                  <a:lnTo>
                    <a:pt x="3108" y="838"/>
                  </a:lnTo>
                  <a:lnTo>
                    <a:pt x="3131" y="827"/>
                  </a:lnTo>
                  <a:lnTo>
                    <a:pt x="3155" y="821"/>
                  </a:lnTo>
                  <a:lnTo>
                    <a:pt x="3179" y="819"/>
                  </a:lnTo>
                  <a:close/>
                  <a:moveTo>
                    <a:pt x="3246" y="2144"/>
                  </a:moveTo>
                  <a:lnTo>
                    <a:pt x="3271" y="2146"/>
                  </a:lnTo>
                  <a:lnTo>
                    <a:pt x="3294" y="2152"/>
                  </a:lnTo>
                  <a:lnTo>
                    <a:pt x="3316" y="2162"/>
                  </a:lnTo>
                  <a:lnTo>
                    <a:pt x="3339" y="2176"/>
                  </a:lnTo>
                  <a:lnTo>
                    <a:pt x="3360" y="2194"/>
                  </a:lnTo>
                  <a:lnTo>
                    <a:pt x="3380" y="2215"/>
                  </a:lnTo>
                  <a:lnTo>
                    <a:pt x="3397" y="2240"/>
                  </a:lnTo>
                  <a:lnTo>
                    <a:pt x="3415" y="2267"/>
                  </a:lnTo>
                  <a:lnTo>
                    <a:pt x="3430" y="2296"/>
                  </a:lnTo>
                  <a:lnTo>
                    <a:pt x="3444" y="2329"/>
                  </a:lnTo>
                  <a:lnTo>
                    <a:pt x="3456" y="2363"/>
                  </a:lnTo>
                  <a:lnTo>
                    <a:pt x="3466" y="2400"/>
                  </a:lnTo>
                  <a:lnTo>
                    <a:pt x="3475" y="2438"/>
                  </a:lnTo>
                  <a:lnTo>
                    <a:pt x="3480" y="2478"/>
                  </a:lnTo>
                  <a:lnTo>
                    <a:pt x="3484" y="2520"/>
                  </a:lnTo>
                  <a:lnTo>
                    <a:pt x="3485" y="2562"/>
                  </a:lnTo>
                  <a:lnTo>
                    <a:pt x="3484" y="2604"/>
                  </a:lnTo>
                  <a:lnTo>
                    <a:pt x="3480" y="2647"/>
                  </a:lnTo>
                  <a:lnTo>
                    <a:pt x="3475" y="2686"/>
                  </a:lnTo>
                  <a:lnTo>
                    <a:pt x="3466" y="2725"/>
                  </a:lnTo>
                  <a:lnTo>
                    <a:pt x="3456" y="2762"/>
                  </a:lnTo>
                  <a:lnTo>
                    <a:pt x="3444" y="2796"/>
                  </a:lnTo>
                  <a:lnTo>
                    <a:pt x="3430" y="2828"/>
                  </a:lnTo>
                  <a:lnTo>
                    <a:pt x="3415" y="2858"/>
                  </a:lnTo>
                  <a:lnTo>
                    <a:pt x="3397" y="2886"/>
                  </a:lnTo>
                  <a:lnTo>
                    <a:pt x="3380" y="2909"/>
                  </a:lnTo>
                  <a:lnTo>
                    <a:pt x="3360" y="2930"/>
                  </a:lnTo>
                  <a:lnTo>
                    <a:pt x="3339" y="2949"/>
                  </a:lnTo>
                  <a:lnTo>
                    <a:pt x="3316" y="2963"/>
                  </a:lnTo>
                  <a:lnTo>
                    <a:pt x="3294" y="2974"/>
                  </a:lnTo>
                  <a:lnTo>
                    <a:pt x="3271" y="2980"/>
                  </a:lnTo>
                  <a:lnTo>
                    <a:pt x="3246" y="2982"/>
                  </a:lnTo>
                  <a:lnTo>
                    <a:pt x="3222" y="2980"/>
                  </a:lnTo>
                  <a:lnTo>
                    <a:pt x="3198" y="2974"/>
                  </a:lnTo>
                  <a:lnTo>
                    <a:pt x="3176" y="2963"/>
                  </a:lnTo>
                  <a:lnTo>
                    <a:pt x="3154" y="2949"/>
                  </a:lnTo>
                  <a:lnTo>
                    <a:pt x="3133" y="2930"/>
                  </a:lnTo>
                  <a:lnTo>
                    <a:pt x="3113" y="2909"/>
                  </a:lnTo>
                  <a:lnTo>
                    <a:pt x="3095" y="2886"/>
                  </a:lnTo>
                  <a:lnTo>
                    <a:pt x="3077" y="2858"/>
                  </a:lnTo>
                  <a:lnTo>
                    <a:pt x="3062" y="2828"/>
                  </a:lnTo>
                  <a:lnTo>
                    <a:pt x="3048" y="2796"/>
                  </a:lnTo>
                  <a:lnTo>
                    <a:pt x="3036" y="2762"/>
                  </a:lnTo>
                  <a:lnTo>
                    <a:pt x="3026" y="2725"/>
                  </a:lnTo>
                  <a:lnTo>
                    <a:pt x="3018" y="2686"/>
                  </a:lnTo>
                  <a:lnTo>
                    <a:pt x="3012" y="2647"/>
                  </a:lnTo>
                  <a:lnTo>
                    <a:pt x="3008" y="2604"/>
                  </a:lnTo>
                  <a:lnTo>
                    <a:pt x="3007" y="2562"/>
                  </a:lnTo>
                  <a:lnTo>
                    <a:pt x="3008" y="2520"/>
                  </a:lnTo>
                  <a:lnTo>
                    <a:pt x="3012" y="2478"/>
                  </a:lnTo>
                  <a:lnTo>
                    <a:pt x="3018" y="2438"/>
                  </a:lnTo>
                  <a:lnTo>
                    <a:pt x="3026" y="2400"/>
                  </a:lnTo>
                  <a:lnTo>
                    <a:pt x="3036" y="2363"/>
                  </a:lnTo>
                  <a:lnTo>
                    <a:pt x="3048" y="2329"/>
                  </a:lnTo>
                  <a:lnTo>
                    <a:pt x="3062" y="2296"/>
                  </a:lnTo>
                  <a:lnTo>
                    <a:pt x="3077" y="2267"/>
                  </a:lnTo>
                  <a:lnTo>
                    <a:pt x="3095" y="2240"/>
                  </a:lnTo>
                  <a:lnTo>
                    <a:pt x="3113" y="2215"/>
                  </a:lnTo>
                  <a:lnTo>
                    <a:pt x="3133" y="2194"/>
                  </a:lnTo>
                  <a:lnTo>
                    <a:pt x="3154" y="2176"/>
                  </a:lnTo>
                  <a:lnTo>
                    <a:pt x="3176" y="2162"/>
                  </a:lnTo>
                  <a:lnTo>
                    <a:pt x="3198" y="2152"/>
                  </a:lnTo>
                  <a:lnTo>
                    <a:pt x="3222" y="2146"/>
                  </a:lnTo>
                  <a:lnTo>
                    <a:pt x="3246" y="214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5330" name="Freeform 50"/>
            <p:cNvSpPr>
              <a:spLocks/>
            </p:cNvSpPr>
            <p:nvPr/>
          </p:nvSpPr>
          <p:spPr bwMode="auto">
            <a:xfrm>
              <a:off x="1267" y="1588"/>
              <a:ext cx="87" cy="52"/>
            </a:xfrm>
            <a:custGeom>
              <a:avLst/>
              <a:gdLst>
                <a:gd name="T0" fmla="*/ 3 w 437"/>
                <a:gd name="T1" fmla="*/ 2 h 260"/>
                <a:gd name="T2" fmla="*/ 3 w 437"/>
                <a:gd name="T3" fmla="*/ 2 h 260"/>
                <a:gd name="T4" fmla="*/ 3 w 437"/>
                <a:gd name="T5" fmla="*/ 2 h 260"/>
                <a:gd name="T6" fmla="*/ 3 w 437"/>
                <a:gd name="T7" fmla="*/ 2 h 260"/>
                <a:gd name="T8" fmla="*/ 3 w 437"/>
                <a:gd name="T9" fmla="*/ 1 h 260"/>
                <a:gd name="T10" fmla="*/ 3 w 437"/>
                <a:gd name="T11" fmla="*/ 1 h 260"/>
                <a:gd name="T12" fmla="*/ 3 w 437"/>
                <a:gd name="T13" fmla="*/ 1 h 260"/>
                <a:gd name="T14" fmla="*/ 3 w 437"/>
                <a:gd name="T15" fmla="*/ 1 h 260"/>
                <a:gd name="T16" fmla="*/ 3 w 437"/>
                <a:gd name="T17" fmla="*/ 1 h 260"/>
                <a:gd name="T18" fmla="*/ 2 w 437"/>
                <a:gd name="T19" fmla="*/ 1 h 260"/>
                <a:gd name="T20" fmla="*/ 2 w 437"/>
                <a:gd name="T21" fmla="*/ 0 h 260"/>
                <a:gd name="T22" fmla="*/ 2 w 437"/>
                <a:gd name="T23" fmla="*/ 0 h 260"/>
                <a:gd name="T24" fmla="*/ 2 w 437"/>
                <a:gd name="T25" fmla="*/ 0 h 260"/>
                <a:gd name="T26" fmla="*/ 1 w 437"/>
                <a:gd name="T27" fmla="*/ 0 h 260"/>
                <a:gd name="T28" fmla="*/ 1 w 437"/>
                <a:gd name="T29" fmla="*/ 0 h 260"/>
                <a:gd name="T30" fmla="*/ 1 w 437"/>
                <a:gd name="T31" fmla="*/ 0 h 260"/>
                <a:gd name="T32" fmla="*/ 0 w 437"/>
                <a:gd name="T33" fmla="*/ 0 h 260"/>
                <a:gd name="T34" fmla="*/ 0 w 437"/>
                <a:gd name="T35" fmla="*/ 0 h 260"/>
                <a:gd name="T36" fmla="*/ 0 w 437"/>
                <a:gd name="T37" fmla="*/ 0 h 260"/>
                <a:gd name="T38" fmla="*/ 0 w 437"/>
                <a:gd name="T39" fmla="*/ 0 h 260"/>
                <a:gd name="T40" fmla="*/ 1 w 437"/>
                <a:gd name="T41" fmla="*/ 0 h 260"/>
                <a:gd name="T42" fmla="*/ 1 w 437"/>
                <a:gd name="T43" fmla="*/ 0 h 260"/>
                <a:gd name="T44" fmla="*/ 1 w 437"/>
                <a:gd name="T45" fmla="*/ 0 h 260"/>
                <a:gd name="T46" fmla="*/ 2 w 437"/>
                <a:gd name="T47" fmla="*/ 0 h 260"/>
                <a:gd name="T48" fmla="*/ 2 w 437"/>
                <a:gd name="T49" fmla="*/ 0 h 260"/>
                <a:gd name="T50" fmla="*/ 2 w 437"/>
                <a:gd name="T51" fmla="*/ 1 h 260"/>
                <a:gd name="T52" fmla="*/ 2 w 437"/>
                <a:gd name="T53" fmla="*/ 1 h 260"/>
                <a:gd name="T54" fmla="*/ 3 w 437"/>
                <a:gd name="T55" fmla="*/ 1 h 260"/>
                <a:gd name="T56" fmla="*/ 3 w 437"/>
                <a:gd name="T57" fmla="*/ 1 h 260"/>
                <a:gd name="T58" fmla="*/ 3 w 437"/>
                <a:gd name="T59" fmla="*/ 1 h 260"/>
                <a:gd name="T60" fmla="*/ 3 w 437"/>
                <a:gd name="T61" fmla="*/ 1 h 260"/>
                <a:gd name="T62" fmla="*/ 3 w 437"/>
                <a:gd name="T63" fmla="*/ 1 h 260"/>
                <a:gd name="T64" fmla="*/ 3 w 437"/>
                <a:gd name="T65" fmla="*/ 2 h 260"/>
                <a:gd name="T66" fmla="*/ 3 w 437"/>
                <a:gd name="T67" fmla="*/ 2 h 260"/>
                <a:gd name="T68" fmla="*/ 3 w 437"/>
                <a:gd name="T69" fmla="*/ 2 h 260"/>
                <a:gd name="T70" fmla="*/ 3 w 437"/>
                <a:gd name="T71" fmla="*/ 2 h 260"/>
                <a:gd name="T72" fmla="*/ 3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437" y="260"/>
                  </a:moveTo>
                  <a:lnTo>
                    <a:pt x="437" y="260"/>
                  </a:lnTo>
                  <a:lnTo>
                    <a:pt x="434" y="233"/>
                  </a:lnTo>
                  <a:lnTo>
                    <a:pt x="427" y="206"/>
                  </a:lnTo>
                  <a:lnTo>
                    <a:pt x="417" y="181"/>
                  </a:lnTo>
                  <a:lnTo>
                    <a:pt x="401" y="157"/>
                  </a:lnTo>
                  <a:lnTo>
                    <a:pt x="383" y="133"/>
                  </a:lnTo>
                  <a:lnTo>
                    <a:pt x="360" y="113"/>
                  </a:lnTo>
                  <a:lnTo>
                    <a:pt x="336" y="93"/>
                  </a:lnTo>
                  <a:lnTo>
                    <a:pt x="308" y="73"/>
                  </a:lnTo>
                  <a:lnTo>
                    <a:pt x="276" y="58"/>
                  </a:lnTo>
                  <a:lnTo>
                    <a:pt x="242" y="43"/>
                  </a:lnTo>
                  <a:lnTo>
                    <a:pt x="207" y="30"/>
                  </a:lnTo>
                  <a:lnTo>
                    <a:pt x="168" y="19"/>
                  </a:lnTo>
                  <a:lnTo>
                    <a:pt x="128" y="11"/>
                  </a:lnTo>
                  <a:lnTo>
                    <a:pt x="87" y="4"/>
                  </a:lnTo>
                  <a:lnTo>
                    <a:pt x="43" y="1"/>
                  </a:lnTo>
                  <a:lnTo>
                    <a:pt x="0" y="0"/>
                  </a:lnTo>
                  <a:lnTo>
                    <a:pt x="0" y="11"/>
                  </a:lnTo>
                  <a:lnTo>
                    <a:pt x="43" y="12"/>
                  </a:lnTo>
                  <a:lnTo>
                    <a:pt x="85" y="16"/>
                  </a:lnTo>
                  <a:lnTo>
                    <a:pt x="126" y="23"/>
                  </a:lnTo>
                  <a:lnTo>
                    <a:pt x="166" y="31"/>
                  </a:lnTo>
                  <a:lnTo>
                    <a:pt x="202" y="42"/>
                  </a:lnTo>
                  <a:lnTo>
                    <a:pt x="237" y="55"/>
                  </a:lnTo>
                  <a:lnTo>
                    <a:pt x="271" y="70"/>
                  </a:lnTo>
                  <a:lnTo>
                    <a:pt x="301" y="85"/>
                  </a:lnTo>
                  <a:lnTo>
                    <a:pt x="329" y="103"/>
                  </a:lnTo>
                  <a:lnTo>
                    <a:pt x="353" y="123"/>
                  </a:lnTo>
                  <a:lnTo>
                    <a:pt x="373" y="143"/>
                  </a:lnTo>
                  <a:lnTo>
                    <a:pt x="392" y="164"/>
                  </a:lnTo>
                  <a:lnTo>
                    <a:pt x="405" y="186"/>
                  </a:lnTo>
                  <a:lnTo>
                    <a:pt x="415" y="211"/>
                  </a:lnTo>
                  <a:lnTo>
                    <a:pt x="422" y="235"/>
                  </a:lnTo>
                  <a:lnTo>
                    <a:pt x="425" y="260"/>
                  </a:lnTo>
                  <a:lnTo>
                    <a:pt x="437"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5331" name="Freeform 51"/>
            <p:cNvSpPr>
              <a:spLocks/>
            </p:cNvSpPr>
            <p:nvPr/>
          </p:nvSpPr>
          <p:spPr bwMode="auto">
            <a:xfrm>
              <a:off x="1267" y="1640"/>
              <a:ext cx="87" cy="52"/>
            </a:xfrm>
            <a:custGeom>
              <a:avLst/>
              <a:gdLst>
                <a:gd name="T0" fmla="*/ 0 w 437"/>
                <a:gd name="T1" fmla="*/ 2 h 260"/>
                <a:gd name="T2" fmla="*/ 0 w 437"/>
                <a:gd name="T3" fmla="*/ 2 h 260"/>
                <a:gd name="T4" fmla="*/ 0 w 437"/>
                <a:gd name="T5" fmla="*/ 2 h 260"/>
                <a:gd name="T6" fmla="*/ 1 w 437"/>
                <a:gd name="T7" fmla="*/ 2 h 260"/>
                <a:gd name="T8" fmla="*/ 1 w 437"/>
                <a:gd name="T9" fmla="*/ 2 h 260"/>
                <a:gd name="T10" fmla="*/ 1 w 437"/>
                <a:gd name="T11" fmla="*/ 2 h 260"/>
                <a:gd name="T12" fmla="*/ 2 w 437"/>
                <a:gd name="T13" fmla="*/ 2 h 260"/>
                <a:gd name="T14" fmla="*/ 2 w 437"/>
                <a:gd name="T15" fmla="*/ 2 h 260"/>
                <a:gd name="T16" fmla="*/ 2 w 437"/>
                <a:gd name="T17" fmla="*/ 2 h 260"/>
                <a:gd name="T18" fmla="*/ 2 w 437"/>
                <a:gd name="T19" fmla="*/ 1 h 260"/>
                <a:gd name="T20" fmla="*/ 3 w 437"/>
                <a:gd name="T21" fmla="*/ 1 h 260"/>
                <a:gd name="T22" fmla="*/ 3 w 437"/>
                <a:gd name="T23" fmla="*/ 1 h 260"/>
                <a:gd name="T24" fmla="*/ 3 w 437"/>
                <a:gd name="T25" fmla="*/ 1 h 260"/>
                <a:gd name="T26" fmla="*/ 3 w 437"/>
                <a:gd name="T27" fmla="*/ 1 h 260"/>
                <a:gd name="T28" fmla="*/ 3 w 437"/>
                <a:gd name="T29" fmla="*/ 1 h 260"/>
                <a:gd name="T30" fmla="*/ 3 w 437"/>
                <a:gd name="T31" fmla="*/ 0 h 260"/>
                <a:gd name="T32" fmla="*/ 3 w 437"/>
                <a:gd name="T33" fmla="*/ 0 h 260"/>
                <a:gd name="T34" fmla="*/ 3 w 437"/>
                <a:gd name="T35" fmla="*/ 0 h 260"/>
                <a:gd name="T36" fmla="*/ 3 w 437"/>
                <a:gd name="T37" fmla="*/ 0 h 260"/>
                <a:gd name="T38" fmla="*/ 3 w 437"/>
                <a:gd name="T39" fmla="*/ 0 h 260"/>
                <a:gd name="T40" fmla="*/ 3 w 437"/>
                <a:gd name="T41" fmla="*/ 0 h 260"/>
                <a:gd name="T42" fmla="*/ 3 w 437"/>
                <a:gd name="T43" fmla="*/ 1 h 260"/>
                <a:gd name="T44" fmla="*/ 3 w 437"/>
                <a:gd name="T45" fmla="*/ 1 h 260"/>
                <a:gd name="T46" fmla="*/ 3 w 437"/>
                <a:gd name="T47" fmla="*/ 1 h 260"/>
                <a:gd name="T48" fmla="*/ 3 w 437"/>
                <a:gd name="T49" fmla="*/ 1 h 260"/>
                <a:gd name="T50" fmla="*/ 3 w 437"/>
                <a:gd name="T51" fmla="*/ 1 h 260"/>
                <a:gd name="T52" fmla="*/ 2 w 437"/>
                <a:gd name="T53" fmla="*/ 1 h 260"/>
                <a:gd name="T54" fmla="*/ 2 w 437"/>
                <a:gd name="T55" fmla="*/ 2 h 260"/>
                <a:gd name="T56" fmla="*/ 2 w 437"/>
                <a:gd name="T57" fmla="*/ 2 h 260"/>
                <a:gd name="T58" fmla="*/ 2 w 437"/>
                <a:gd name="T59" fmla="*/ 2 h 260"/>
                <a:gd name="T60" fmla="*/ 1 w 437"/>
                <a:gd name="T61" fmla="*/ 2 h 260"/>
                <a:gd name="T62" fmla="*/ 1 w 437"/>
                <a:gd name="T63" fmla="*/ 2 h 260"/>
                <a:gd name="T64" fmla="*/ 1 w 437"/>
                <a:gd name="T65" fmla="*/ 2 h 260"/>
                <a:gd name="T66" fmla="*/ 0 w 437"/>
                <a:gd name="T67" fmla="*/ 2 h 260"/>
                <a:gd name="T68" fmla="*/ 0 w 437"/>
                <a:gd name="T69" fmla="*/ 2 h 260"/>
                <a:gd name="T70" fmla="*/ 0 w 437"/>
                <a:gd name="T71" fmla="*/ 2 h 260"/>
                <a:gd name="T72" fmla="*/ 0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0" y="260"/>
                  </a:moveTo>
                  <a:lnTo>
                    <a:pt x="0" y="260"/>
                  </a:lnTo>
                  <a:lnTo>
                    <a:pt x="43" y="259"/>
                  </a:lnTo>
                  <a:lnTo>
                    <a:pt x="87" y="255"/>
                  </a:lnTo>
                  <a:lnTo>
                    <a:pt x="128" y="248"/>
                  </a:lnTo>
                  <a:lnTo>
                    <a:pt x="168" y="240"/>
                  </a:lnTo>
                  <a:lnTo>
                    <a:pt x="207" y="230"/>
                  </a:lnTo>
                  <a:lnTo>
                    <a:pt x="242" y="217"/>
                  </a:lnTo>
                  <a:lnTo>
                    <a:pt x="276" y="202"/>
                  </a:lnTo>
                  <a:lnTo>
                    <a:pt x="308" y="185"/>
                  </a:lnTo>
                  <a:lnTo>
                    <a:pt x="336" y="166"/>
                  </a:lnTo>
                  <a:lnTo>
                    <a:pt x="360" y="146"/>
                  </a:lnTo>
                  <a:lnTo>
                    <a:pt x="383" y="125"/>
                  </a:lnTo>
                  <a:lnTo>
                    <a:pt x="401" y="102"/>
                  </a:lnTo>
                  <a:lnTo>
                    <a:pt x="417" y="77"/>
                  </a:lnTo>
                  <a:lnTo>
                    <a:pt x="427" y="53"/>
                  </a:lnTo>
                  <a:lnTo>
                    <a:pt x="434" y="27"/>
                  </a:lnTo>
                  <a:lnTo>
                    <a:pt x="437" y="0"/>
                  </a:lnTo>
                  <a:lnTo>
                    <a:pt x="425" y="0"/>
                  </a:lnTo>
                  <a:lnTo>
                    <a:pt x="422" y="24"/>
                  </a:lnTo>
                  <a:lnTo>
                    <a:pt x="415" y="48"/>
                  </a:lnTo>
                  <a:lnTo>
                    <a:pt x="405" y="73"/>
                  </a:lnTo>
                  <a:lnTo>
                    <a:pt x="392" y="95"/>
                  </a:lnTo>
                  <a:lnTo>
                    <a:pt x="373" y="116"/>
                  </a:lnTo>
                  <a:lnTo>
                    <a:pt x="353" y="137"/>
                  </a:lnTo>
                  <a:lnTo>
                    <a:pt x="329" y="157"/>
                  </a:lnTo>
                  <a:lnTo>
                    <a:pt x="301" y="173"/>
                  </a:lnTo>
                  <a:lnTo>
                    <a:pt x="271" y="190"/>
                  </a:lnTo>
                  <a:lnTo>
                    <a:pt x="237" y="205"/>
                  </a:lnTo>
                  <a:lnTo>
                    <a:pt x="202" y="218"/>
                  </a:lnTo>
                  <a:lnTo>
                    <a:pt x="166" y="228"/>
                  </a:lnTo>
                  <a:lnTo>
                    <a:pt x="126" y="237"/>
                  </a:lnTo>
                  <a:lnTo>
                    <a:pt x="85" y="244"/>
                  </a:lnTo>
                  <a:lnTo>
                    <a:pt x="43" y="247"/>
                  </a:lnTo>
                  <a:lnTo>
                    <a:pt x="0" y="248"/>
                  </a:lnTo>
                  <a:lnTo>
                    <a:pt x="0"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5332" name="Freeform 52"/>
            <p:cNvSpPr>
              <a:spLocks/>
            </p:cNvSpPr>
            <p:nvPr/>
          </p:nvSpPr>
          <p:spPr bwMode="auto">
            <a:xfrm>
              <a:off x="1179" y="1640"/>
              <a:ext cx="88" cy="52"/>
            </a:xfrm>
            <a:custGeom>
              <a:avLst/>
              <a:gdLst>
                <a:gd name="T0" fmla="*/ 0 w 439"/>
                <a:gd name="T1" fmla="*/ 0 h 260"/>
                <a:gd name="T2" fmla="*/ 0 w 439"/>
                <a:gd name="T3" fmla="*/ 0 h 260"/>
                <a:gd name="T4" fmla="*/ 0 w 439"/>
                <a:gd name="T5" fmla="*/ 0 h 260"/>
                <a:gd name="T6" fmla="*/ 0 w 439"/>
                <a:gd name="T7" fmla="*/ 0 h 260"/>
                <a:gd name="T8" fmla="*/ 0 w 439"/>
                <a:gd name="T9" fmla="*/ 1 h 260"/>
                <a:gd name="T10" fmla="*/ 0 w 439"/>
                <a:gd name="T11" fmla="*/ 1 h 260"/>
                <a:gd name="T12" fmla="*/ 0 w 439"/>
                <a:gd name="T13" fmla="*/ 1 h 260"/>
                <a:gd name="T14" fmla="*/ 1 w 439"/>
                <a:gd name="T15" fmla="*/ 1 h 260"/>
                <a:gd name="T16" fmla="*/ 1 w 439"/>
                <a:gd name="T17" fmla="*/ 1 h 260"/>
                <a:gd name="T18" fmla="*/ 1 w 439"/>
                <a:gd name="T19" fmla="*/ 1 h 260"/>
                <a:gd name="T20" fmla="*/ 1 w 439"/>
                <a:gd name="T21" fmla="*/ 2 h 260"/>
                <a:gd name="T22" fmla="*/ 2 w 439"/>
                <a:gd name="T23" fmla="*/ 2 h 260"/>
                <a:gd name="T24" fmla="*/ 2 w 439"/>
                <a:gd name="T25" fmla="*/ 2 h 260"/>
                <a:gd name="T26" fmla="*/ 2 w 439"/>
                <a:gd name="T27" fmla="*/ 2 h 260"/>
                <a:gd name="T28" fmla="*/ 2 w 439"/>
                <a:gd name="T29" fmla="*/ 2 h 260"/>
                <a:gd name="T30" fmla="*/ 3 w 439"/>
                <a:gd name="T31" fmla="*/ 2 h 260"/>
                <a:gd name="T32" fmla="*/ 3 w 439"/>
                <a:gd name="T33" fmla="*/ 2 h 260"/>
                <a:gd name="T34" fmla="*/ 4 w 439"/>
                <a:gd name="T35" fmla="*/ 2 h 260"/>
                <a:gd name="T36" fmla="*/ 4 w 439"/>
                <a:gd name="T37" fmla="*/ 2 h 260"/>
                <a:gd name="T38" fmla="*/ 3 w 439"/>
                <a:gd name="T39" fmla="*/ 2 h 260"/>
                <a:gd name="T40" fmla="*/ 3 w 439"/>
                <a:gd name="T41" fmla="*/ 2 h 260"/>
                <a:gd name="T42" fmla="*/ 3 w 439"/>
                <a:gd name="T43" fmla="*/ 2 h 260"/>
                <a:gd name="T44" fmla="*/ 2 w 439"/>
                <a:gd name="T45" fmla="*/ 2 h 260"/>
                <a:gd name="T46" fmla="*/ 2 w 439"/>
                <a:gd name="T47" fmla="*/ 2 h 260"/>
                <a:gd name="T48" fmla="*/ 2 w 439"/>
                <a:gd name="T49" fmla="*/ 2 h 260"/>
                <a:gd name="T50" fmla="*/ 1 w 439"/>
                <a:gd name="T51" fmla="*/ 2 h 260"/>
                <a:gd name="T52" fmla="*/ 1 w 439"/>
                <a:gd name="T53" fmla="*/ 1 h 260"/>
                <a:gd name="T54" fmla="*/ 1 w 439"/>
                <a:gd name="T55" fmla="*/ 1 h 260"/>
                <a:gd name="T56" fmla="*/ 1 w 439"/>
                <a:gd name="T57" fmla="*/ 1 h 260"/>
                <a:gd name="T58" fmla="*/ 1 w 439"/>
                <a:gd name="T59" fmla="*/ 1 h 260"/>
                <a:gd name="T60" fmla="*/ 0 w 439"/>
                <a:gd name="T61" fmla="*/ 1 h 260"/>
                <a:gd name="T62" fmla="*/ 0 w 439"/>
                <a:gd name="T63" fmla="*/ 1 h 260"/>
                <a:gd name="T64" fmla="*/ 0 w 439"/>
                <a:gd name="T65" fmla="*/ 0 h 260"/>
                <a:gd name="T66" fmla="*/ 0 w 439"/>
                <a:gd name="T67" fmla="*/ 0 h 260"/>
                <a:gd name="T68" fmla="*/ 0 w 439"/>
                <a:gd name="T69" fmla="*/ 0 h 260"/>
                <a:gd name="T70" fmla="*/ 0 w 439"/>
                <a:gd name="T71" fmla="*/ 0 h 260"/>
                <a:gd name="T72" fmla="*/ 0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0" y="0"/>
                  </a:moveTo>
                  <a:lnTo>
                    <a:pt x="0" y="0"/>
                  </a:lnTo>
                  <a:lnTo>
                    <a:pt x="3" y="27"/>
                  </a:lnTo>
                  <a:lnTo>
                    <a:pt x="10" y="53"/>
                  </a:lnTo>
                  <a:lnTo>
                    <a:pt x="20" y="77"/>
                  </a:lnTo>
                  <a:lnTo>
                    <a:pt x="35" y="102"/>
                  </a:lnTo>
                  <a:lnTo>
                    <a:pt x="54" y="125"/>
                  </a:lnTo>
                  <a:lnTo>
                    <a:pt x="76" y="146"/>
                  </a:lnTo>
                  <a:lnTo>
                    <a:pt x="102" y="166"/>
                  </a:lnTo>
                  <a:lnTo>
                    <a:pt x="130" y="185"/>
                  </a:lnTo>
                  <a:lnTo>
                    <a:pt x="162" y="202"/>
                  </a:lnTo>
                  <a:lnTo>
                    <a:pt x="195" y="217"/>
                  </a:lnTo>
                  <a:lnTo>
                    <a:pt x="231" y="230"/>
                  </a:lnTo>
                  <a:lnTo>
                    <a:pt x="270" y="240"/>
                  </a:lnTo>
                  <a:lnTo>
                    <a:pt x="310" y="248"/>
                  </a:lnTo>
                  <a:lnTo>
                    <a:pt x="351" y="255"/>
                  </a:lnTo>
                  <a:lnTo>
                    <a:pt x="395" y="259"/>
                  </a:lnTo>
                  <a:lnTo>
                    <a:pt x="439" y="260"/>
                  </a:lnTo>
                  <a:lnTo>
                    <a:pt x="439" y="248"/>
                  </a:lnTo>
                  <a:lnTo>
                    <a:pt x="395" y="247"/>
                  </a:lnTo>
                  <a:lnTo>
                    <a:pt x="353" y="244"/>
                  </a:lnTo>
                  <a:lnTo>
                    <a:pt x="312" y="237"/>
                  </a:lnTo>
                  <a:lnTo>
                    <a:pt x="272" y="228"/>
                  </a:lnTo>
                  <a:lnTo>
                    <a:pt x="236" y="218"/>
                  </a:lnTo>
                  <a:lnTo>
                    <a:pt x="200" y="205"/>
                  </a:lnTo>
                  <a:lnTo>
                    <a:pt x="167" y="190"/>
                  </a:lnTo>
                  <a:lnTo>
                    <a:pt x="137" y="173"/>
                  </a:lnTo>
                  <a:lnTo>
                    <a:pt x="109" y="157"/>
                  </a:lnTo>
                  <a:lnTo>
                    <a:pt x="84" y="137"/>
                  </a:lnTo>
                  <a:lnTo>
                    <a:pt x="64" y="116"/>
                  </a:lnTo>
                  <a:lnTo>
                    <a:pt x="45" y="95"/>
                  </a:lnTo>
                  <a:lnTo>
                    <a:pt x="32" y="73"/>
                  </a:lnTo>
                  <a:lnTo>
                    <a:pt x="21" y="48"/>
                  </a:lnTo>
                  <a:lnTo>
                    <a:pt x="14" y="24"/>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5333" name="Freeform 53"/>
            <p:cNvSpPr>
              <a:spLocks/>
            </p:cNvSpPr>
            <p:nvPr/>
          </p:nvSpPr>
          <p:spPr bwMode="auto">
            <a:xfrm>
              <a:off x="1179" y="1588"/>
              <a:ext cx="88" cy="52"/>
            </a:xfrm>
            <a:custGeom>
              <a:avLst/>
              <a:gdLst>
                <a:gd name="T0" fmla="*/ 4 w 439"/>
                <a:gd name="T1" fmla="*/ 0 h 260"/>
                <a:gd name="T2" fmla="*/ 4 w 439"/>
                <a:gd name="T3" fmla="*/ 0 h 260"/>
                <a:gd name="T4" fmla="*/ 3 w 439"/>
                <a:gd name="T5" fmla="*/ 0 h 260"/>
                <a:gd name="T6" fmla="*/ 3 w 439"/>
                <a:gd name="T7" fmla="*/ 0 h 260"/>
                <a:gd name="T8" fmla="*/ 2 w 439"/>
                <a:gd name="T9" fmla="*/ 0 h 260"/>
                <a:gd name="T10" fmla="*/ 2 w 439"/>
                <a:gd name="T11" fmla="*/ 0 h 260"/>
                <a:gd name="T12" fmla="*/ 2 w 439"/>
                <a:gd name="T13" fmla="*/ 0 h 260"/>
                <a:gd name="T14" fmla="*/ 2 w 439"/>
                <a:gd name="T15" fmla="*/ 0 h 260"/>
                <a:gd name="T16" fmla="*/ 1 w 439"/>
                <a:gd name="T17" fmla="*/ 0 h 260"/>
                <a:gd name="T18" fmla="*/ 1 w 439"/>
                <a:gd name="T19" fmla="*/ 1 h 260"/>
                <a:gd name="T20" fmla="*/ 1 w 439"/>
                <a:gd name="T21" fmla="*/ 1 h 260"/>
                <a:gd name="T22" fmla="*/ 1 w 439"/>
                <a:gd name="T23" fmla="*/ 1 h 260"/>
                <a:gd name="T24" fmla="*/ 0 w 439"/>
                <a:gd name="T25" fmla="*/ 1 h 260"/>
                <a:gd name="T26" fmla="*/ 0 w 439"/>
                <a:gd name="T27" fmla="*/ 1 h 260"/>
                <a:gd name="T28" fmla="*/ 0 w 439"/>
                <a:gd name="T29" fmla="*/ 1 h 260"/>
                <a:gd name="T30" fmla="*/ 0 w 439"/>
                <a:gd name="T31" fmla="*/ 2 h 260"/>
                <a:gd name="T32" fmla="*/ 0 w 439"/>
                <a:gd name="T33" fmla="*/ 2 h 260"/>
                <a:gd name="T34" fmla="*/ 0 w 439"/>
                <a:gd name="T35" fmla="*/ 2 h 260"/>
                <a:gd name="T36" fmla="*/ 0 w 439"/>
                <a:gd name="T37" fmla="*/ 2 h 260"/>
                <a:gd name="T38" fmla="*/ 0 w 439"/>
                <a:gd name="T39" fmla="*/ 2 h 260"/>
                <a:gd name="T40" fmla="*/ 0 w 439"/>
                <a:gd name="T41" fmla="*/ 2 h 260"/>
                <a:gd name="T42" fmla="*/ 0 w 439"/>
                <a:gd name="T43" fmla="*/ 1 h 260"/>
                <a:gd name="T44" fmla="*/ 0 w 439"/>
                <a:gd name="T45" fmla="*/ 1 h 260"/>
                <a:gd name="T46" fmla="*/ 1 w 439"/>
                <a:gd name="T47" fmla="*/ 1 h 260"/>
                <a:gd name="T48" fmla="*/ 1 w 439"/>
                <a:gd name="T49" fmla="*/ 1 h 260"/>
                <a:gd name="T50" fmla="*/ 1 w 439"/>
                <a:gd name="T51" fmla="*/ 1 h 260"/>
                <a:gd name="T52" fmla="*/ 1 w 439"/>
                <a:gd name="T53" fmla="*/ 1 h 260"/>
                <a:gd name="T54" fmla="*/ 1 w 439"/>
                <a:gd name="T55" fmla="*/ 1 h 260"/>
                <a:gd name="T56" fmla="*/ 2 w 439"/>
                <a:gd name="T57" fmla="*/ 0 h 260"/>
                <a:gd name="T58" fmla="*/ 2 w 439"/>
                <a:gd name="T59" fmla="*/ 0 h 260"/>
                <a:gd name="T60" fmla="*/ 2 w 439"/>
                <a:gd name="T61" fmla="*/ 0 h 260"/>
                <a:gd name="T62" fmla="*/ 3 w 439"/>
                <a:gd name="T63" fmla="*/ 0 h 260"/>
                <a:gd name="T64" fmla="*/ 3 w 439"/>
                <a:gd name="T65" fmla="*/ 0 h 260"/>
                <a:gd name="T66" fmla="*/ 3 w 439"/>
                <a:gd name="T67" fmla="*/ 0 h 260"/>
                <a:gd name="T68" fmla="*/ 4 w 439"/>
                <a:gd name="T69" fmla="*/ 0 h 260"/>
                <a:gd name="T70" fmla="*/ 4 w 439"/>
                <a:gd name="T71" fmla="*/ 0 h 260"/>
                <a:gd name="T72" fmla="*/ 4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439" y="0"/>
                  </a:moveTo>
                  <a:lnTo>
                    <a:pt x="439" y="0"/>
                  </a:lnTo>
                  <a:lnTo>
                    <a:pt x="395" y="1"/>
                  </a:lnTo>
                  <a:lnTo>
                    <a:pt x="351" y="4"/>
                  </a:lnTo>
                  <a:lnTo>
                    <a:pt x="310" y="11"/>
                  </a:lnTo>
                  <a:lnTo>
                    <a:pt x="270" y="19"/>
                  </a:lnTo>
                  <a:lnTo>
                    <a:pt x="231" y="30"/>
                  </a:lnTo>
                  <a:lnTo>
                    <a:pt x="195" y="43"/>
                  </a:lnTo>
                  <a:lnTo>
                    <a:pt x="162" y="58"/>
                  </a:lnTo>
                  <a:lnTo>
                    <a:pt x="130" y="73"/>
                  </a:lnTo>
                  <a:lnTo>
                    <a:pt x="102" y="93"/>
                  </a:lnTo>
                  <a:lnTo>
                    <a:pt x="76" y="113"/>
                  </a:lnTo>
                  <a:lnTo>
                    <a:pt x="54" y="133"/>
                  </a:lnTo>
                  <a:lnTo>
                    <a:pt x="35" y="157"/>
                  </a:lnTo>
                  <a:lnTo>
                    <a:pt x="20" y="181"/>
                  </a:lnTo>
                  <a:lnTo>
                    <a:pt x="10" y="206"/>
                  </a:lnTo>
                  <a:lnTo>
                    <a:pt x="3" y="233"/>
                  </a:lnTo>
                  <a:lnTo>
                    <a:pt x="0" y="260"/>
                  </a:lnTo>
                  <a:lnTo>
                    <a:pt x="12" y="260"/>
                  </a:lnTo>
                  <a:lnTo>
                    <a:pt x="14" y="235"/>
                  </a:lnTo>
                  <a:lnTo>
                    <a:pt x="21" y="211"/>
                  </a:lnTo>
                  <a:lnTo>
                    <a:pt x="32" y="186"/>
                  </a:lnTo>
                  <a:lnTo>
                    <a:pt x="45" y="164"/>
                  </a:lnTo>
                  <a:lnTo>
                    <a:pt x="64" y="143"/>
                  </a:lnTo>
                  <a:lnTo>
                    <a:pt x="84" y="123"/>
                  </a:lnTo>
                  <a:lnTo>
                    <a:pt x="109" y="103"/>
                  </a:lnTo>
                  <a:lnTo>
                    <a:pt x="137" y="85"/>
                  </a:lnTo>
                  <a:lnTo>
                    <a:pt x="167" y="70"/>
                  </a:lnTo>
                  <a:lnTo>
                    <a:pt x="200" y="55"/>
                  </a:lnTo>
                  <a:lnTo>
                    <a:pt x="236" y="42"/>
                  </a:lnTo>
                  <a:lnTo>
                    <a:pt x="272" y="31"/>
                  </a:lnTo>
                  <a:lnTo>
                    <a:pt x="312" y="23"/>
                  </a:lnTo>
                  <a:lnTo>
                    <a:pt x="353" y="16"/>
                  </a:lnTo>
                  <a:lnTo>
                    <a:pt x="395" y="12"/>
                  </a:lnTo>
                  <a:lnTo>
                    <a:pt x="439" y="11"/>
                  </a:lnTo>
                  <a:lnTo>
                    <a:pt x="439"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5334" name="Freeform 54"/>
            <p:cNvSpPr>
              <a:spLocks/>
            </p:cNvSpPr>
            <p:nvPr/>
          </p:nvSpPr>
          <p:spPr bwMode="auto">
            <a:xfrm>
              <a:off x="964" y="1745"/>
              <a:ext cx="48" cy="85"/>
            </a:xfrm>
            <a:custGeom>
              <a:avLst/>
              <a:gdLst>
                <a:gd name="T0" fmla="*/ 2 w 244"/>
                <a:gd name="T1" fmla="*/ 3 h 426"/>
                <a:gd name="T2" fmla="*/ 2 w 244"/>
                <a:gd name="T3" fmla="*/ 3 h 426"/>
                <a:gd name="T4" fmla="*/ 2 w 244"/>
                <a:gd name="T5" fmla="*/ 3 h 426"/>
                <a:gd name="T6" fmla="*/ 2 w 244"/>
                <a:gd name="T7" fmla="*/ 3 h 426"/>
                <a:gd name="T8" fmla="*/ 2 w 244"/>
                <a:gd name="T9" fmla="*/ 2 h 426"/>
                <a:gd name="T10" fmla="*/ 2 w 244"/>
                <a:gd name="T11" fmla="*/ 2 h 426"/>
                <a:gd name="T12" fmla="*/ 2 w 244"/>
                <a:gd name="T13" fmla="*/ 2 h 426"/>
                <a:gd name="T14" fmla="*/ 2 w 244"/>
                <a:gd name="T15" fmla="*/ 2 h 426"/>
                <a:gd name="T16" fmla="*/ 1 w 244"/>
                <a:gd name="T17" fmla="*/ 1 h 426"/>
                <a:gd name="T18" fmla="*/ 1 w 244"/>
                <a:gd name="T19" fmla="*/ 1 h 426"/>
                <a:gd name="T20" fmla="*/ 1 w 244"/>
                <a:gd name="T21" fmla="*/ 1 h 426"/>
                <a:gd name="T22" fmla="*/ 1 w 244"/>
                <a:gd name="T23" fmla="*/ 1 h 426"/>
                <a:gd name="T24" fmla="*/ 1 w 244"/>
                <a:gd name="T25" fmla="*/ 0 h 426"/>
                <a:gd name="T26" fmla="*/ 1 w 244"/>
                <a:gd name="T27" fmla="*/ 0 h 426"/>
                <a:gd name="T28" fmla="*/ 1 w 244"/>
                <a:gd name="T29" fmla="*/ 0 h 426"/>
                <a:gd name="T30" fmla="*/ 0 w 244"/>
                <a:gd name="T31" fmla="*/ 0 h 426"/>
                <a:gd name="T32" fmla="*/ 0 w 244"/>
                <a:gd name="T33" fmla="*/ 0 h 426"/>
                <a:gd name="T34" fmla="*/ 0 w 244"/>
                <a:gd name="T35" fmla="*/ 0 h 426"/>
                <a:gd name="T36" fmla="*/ 0 w 244"/>
                <a:gd name="T37" fmla="*/ 0 h 426"/>
                <a:gd name="T38" fmla="*/ 0 w 244"/>
                <a:gd name="T39" fmla="*/ 0 h 426"/>
                <a:gd name="T40" fmla="*/ 0 w 244"/>
                <a:gd name="T41" fmla="*/ 0 h 426"/>
                <a:gd name="T42" fmla="*/ 1 w 244"/>
                <a:gd name="T43" fmla="*/ 0 h 426"/>
                <a:gd name="T44" fmla="*/ 1 w 244"/>
                <a:gd name="T45" fmla="*/ 0 h 426"/>
                <a:gd name="T46" fmla="*/ 1 w 244"/>
                <a:gd name="T47" fmla="*/ 0 h 426"/>
                <a:gd name="T48" fmla="*/ 1 w 244"/>
                <a:gd name="T49" fmla="*/ 1 h 426"/>
                <a:gd name="T50" fmla="*/ 1 w 244"/>
                <a:gd name="T51" fmla="*/ 1 h 426"/>
                <a:gd name="T52" fmla="*/ 1 w 244"/>
                <a:gd name="T53" fmla="*/ 1 h 426"/>
                <a:gd name="T54" fmla="*/ 1 w 244"/>
                <a:gd name="T55" fmla="*/ 1 h 426"/>
                <a:gd name="T56" fmla="*/ 1 w 244"/>
                <a:gd name="T57" fmla="*/ 2 h 426"/>
                <a:gd name="T58" fmla="*/ 2 w 244"/>
                <a:gd name="T59" fmla="*/ 2 h 426"/>
                <a:gd name="T60" fmla="*/ 2 w 244"/>
                <a:gd name="T61" fmla="*/ 2 h 426"/>
                <a:gd name="T62" fmla="*/ 2 w 244"/>
                <a:gd name="T63" fmla="*/ 2 h 426"/>
                <a:gd name="T64" fmla="*/ 2 w 244"/>
                <a:gd name="T65" fmla="*/ 3 h 426"/>
                <a:gd name="T66" fmla="*/ 2 w 244"/>
                <a:gd name="T67" fmla="*/ 3 h 426"/>
                <a:gd name="T68" fmla="*/ 2 w 244"/>
                <a:gd name="T69" fmla="*/ 3 h 426"/>
                <a:gd name="T70" fmla="*/ 2 w 244"/>
                <a:gd name="T71" fmla="*/ 3 h 426"/>
                <a:gd name="T72" fmla="*/ 2 w 244"/>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6"/>
                <a:gd name="T113" fmla="*/ 244 w 244"/>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6">
                  <a:moveTo>
                    <a:pt x="244" y="426"/>
                  </a:moveTo>
                  <a:lnTo>
                    <a:pt x="244" y="426"/>
                  </a:lnTo>
                  <a:lnTo>
                    <a:pt x="243" y="383"/>
                  </a:lnTo>
                  <a:lnTo>
                    <a:pt x="240" y="340"/>
                  </a:lnTo>
                  <a:lnTo>
                    <a:pt x="234" y="300"/>
                  </a:lnTo>
                  <a:lnTo>
                    <a:pt x="226" y="262"/>
                  </a:lnTo>
                  <a:lnTo>
                    <a:pt x="215" y="224"/>
                  </a:lnTo>
                  <a:lnTo>
                    <a:pt x="203" y="189"/>
                  </a:lnTo>
                  <a:lnTo>
                    <a:pt x="189" y="157"/>
                  </a:lnTo>
                  <a:lnTo>
                    <a:pt x="174" y="126"/>
                  </a:lnTo>
                  <a:lnTo>
                    <a:pt x="155" y="99"/>
                  </a:lnTo>
                  <a:lnTo>
                    <a:pt x="138" y="74"/>
                  </a:lnTo>
                  <a:lnTo>
                    <a:pt x="118" y="52"/>
                  </a:lnTo>
                  <a:lnTo>
                    <a:pt x="96" y="34"/>
                  </a:lnTo>
                  <a:lnTo>
                    <a:pt x="73" y="19"/>
                  </a:lnTo>
                  <a:lnTo>
                    <a:pt x="50" y="8"/>
                  </a:lnTo>
                  <a:lnTo>
                    <a:pt x="25" y="2"/>
                  </a:lnTo>
                  <a:lnTo>
                    <a:pt x="0" y="0"/>
                  </a:lnTo>
                  <a:lnTo>
                    <a:pt x="0" y="12"/>
                  </a:lnTo>
                  <a:lnTo>
                    <a:pt x="23" y="14"/>
                  </a:lnTo>
                  <a:lnTo>
                    <a:pt x="45" y="20"/>
                  </a:lnTo>
                  <a:lnTo>
                    <a:pt x="66" y="31"/>
                  </a:lnTo>
                  <a:lnTo>
                    <a:pt x="89" y="43"/>
                  </a:lnTo>
                  <a:lnTo>
                    <a:pt x="109" y="61"/>
                  </a:lnTo>
                  <a:lnTo>
                    <a:pt x="129" y="81"/>
                  </a:lnTo>
                  <a:lnTo>
                    <a:pt x="146" y="106"/>
                  </a:lnTo>
                  <a:lnTo>
                    <a:pt x="162" y="133"/>
                  </a:lnTo>
                  <a:lnTo>
                    <a:pt x="178" y="162"/>
                  </a:lnTo>
                  <a:lnTo>
                    <a:pt x="192" y="194"/>
                  </a:lnTo>
                  <a:lnTo>
                    <a:pt x="203" y="229"/>
                  </a:lnTo>
                  <a:lnTo>
                    <a:pt x="214" y="264"/>
                  </a:lnTo>
                  <a:lnTo>
                    <a:pt x="222" y="303"/>
                  </a:lnTo>
                  <a:lnTo>
                    <a:pt x="228" y="342"/>
                  </a:lnTo>
                  <a:lnTo>
                    <a:pt x="232" y="383"/>
                  </a:lnTo>
                  <a:lnTo>
                    <a:pt x="233" y="426"/>
                  </a:lnTo>
                  <a:lnTo>
                    <a:pt x="244"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5335" name="Freeform 55"/>
            <p:cNvSpPr>
              <a:spLocks/>
            </p:cNvSpPr>
            <p:nvPr/>
          </p:nvSpPr>
          <p:spPr bwMode="auto">
            <a:xfrm>
              <a:off x="964" y="1830"/>
              <a:ext cx="48" cy="85"/>
            </a:xfrm>
            <a:custGeom>
              <a:avLst/>
              <a:gdLst>
                <a:gd name="T0" fmla="*/ 0 w 244"/>
                <a:gd name="T1" fmla="*/ 3 h 424"/>
                <a:gd name="T2" fmla="*/ 0 w 244"/>
                <a:gd name="T3" fmla="*/ 3 h 424"/>
                <a:gd name="T4" fmla="*/ 0 w 244"/>
                <a:gd name="T5" fmla="*/ 3 h 424"/>
                <a:gd name="T6" fmla="*/ 0 w 244"/>
                <a:gd name="T7" fmla="*/ 3 h 424"/>
                <a:gd name="T8" fmla="*/ 1 w 244"/>
                <a:gd name="T9" fmla="*/ 3 h 424"/>
                <a:gd name="T10" fmla="*/ 1 w 244"/>
                <a:gd name="T11" fmla="*/ 3 h 424"/>
                <a:gd name="T12" fmla="*/ 1 w 244"/>
                <a:gd name="T13" fmla="*/ 3 h 424"/>
                <a:gd name="T14" fmla="*/ 1 w 244"/>
                <a:gd name="T15" fmla="*/ 3 h 424"/>
                <a:gd name="T16" fmla="*/ 1 w 244"/>
                <a:gd name="T17" fmla="*/ 3 h 424"/>
                <a:gd name="T18" fmla="*/ 1 w 244"/>
                <a:gd name="T19" fmla="*/ 2 h 424"/>
                <a:gd name="T20" fmla="*/ 1 w 244"/>
                <a:gd name="T21" fmla="*/ 2 h 424"/>
                <a:gd name="T22" fmla="*/ 2 w 244"/>
                <a:gd name="T23" fmla="*/ 2 h 424"/>
                <a:gd name="T24" fmla="*/ 2 w 244"/>
                <a:gd name="T25" fmla="*/ 2 h 424"/>
                <a:gd name="T26" fmla="*/ 2 w 244"/>
                <a:gd name="T27" fmla="*/ 1 h 424"/>
                <a:gd name="T28" fmla="*/ 2 w 244"/>
                <a:gd name="T29" fmla="*/ 1 h 424"/>
                <a:gd name="T30" fmla="*/ 2 w 244"/>
                <a:gd name="T31" fmla="*/ 1 h 424"/>
                <a:gd name="T32" fmla="*/ 2 w 244"/>
                <a:gd name="T33" fmla="*/ 0 h 424"/>
                <a:gd name="T34" fmla="*/ 2 w 244"/>
                <a:gd name="T35" fmla="*/ 0 h 424"/>
                <a:gd name="T36" fmla="*/ 2 w 244"/>
                <a:gd name="T37" fmla="*/ 0 h 424"/>
                <a:gd name="T38" fmla="*/ 2 w 244"/>
                <a:gd name="T39" fmla="*/ 0 h 424"/>
                <a:gd name="T40" fmla="*/ 2 w 244"/>
                <a:gd name="T41" fmla="*/ 1 h 424"/>
                <a:gd name="T42" fmla="*/ 2 w 244"/>
                <a:gd name="T43" fmla="*/ 1 h 424"/>
                <a:gd name="T44" fmla="*/ 2 w 244"/>
                <a:gd name="T45" fmla="*/ 1 h 424"/>
                <a:gd name="T46" fmla="*/ 2 w 244"/>
                <a:gd name="T47" fmla="*/ 2 h 424"/>
                <a:gd name="T48" fmla="*/ 1 w 244"/>
                <a:gd name="T49" fmla="*/ 2 h 424"/>
                <a:gd name="T50" fmla="*/ 1 w 244"/>
                <a:gd name="T51" fmla="*/ 2 h 424"/>
                <a:gd name="T52" fmla="*/ 1 w 244"/>
                <a:gd name="T53" fmla="*/ 2 h 424"/>
                <a:gd name="T54" fmla="*/ 1 w 244"/>
                <a:gd name="T55" fmla="*/ 3 h 424"/>
                <a:gd name="T56" fmla="*/ 1 w 244"/>
                <a:gd name="T57" fmla="*/ 3 h 424"/>
                <a:gd name="T58" fmla="*/ 1 w 244"/>
                <a:gd name="T59" fmla="*/ 3 h 424"/>
                <a:gd name="T60" fmla="*/ 1 w 244"/>
                <a:gd name="T61" fmla="*/ 3 h 424"/>
                <a:gd name="T62" fmla="*/ 1 w 244"/>
                <a:gd name="T63" fmla="*/ 3 h 424"/>
                <a:gd name="T64" fmla="*/ 0 w 244"/>
                <a:gd name="T65" fmla="*/ 3 h 424"/>
                <a:gd name="T66" fmla="*/ 0 w 244"/>
                <a:gd name="T67" fmla="*/ 3 h 424"/>
                <a:gd name="T68" fmla="*/ 0 w 244"/>
                <a:gd name="T69" fmla="*/ 3 h 424"/>
                <a:gd name="T70" fmla="*/ 0 w 244"/>
                <a:gd name="T71" fmla="*/ 3 h 424"/>
                <a:gd name="T72" fmla="*/ 0 w 244"/>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4"/>
                <a:gd name="T113" fmla="*/ 244 w 244"/>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4">
                  <a:moveTo>
                    <a:pt x="0" y="424"/>
                  </a:moveTo>
                  <a:lnTo>
                    <a:pt x="0" y="424"/>
                  </a:lnTo>
                  <a:lnTo>
                    <a:pt x="25" y="422"/>
                  </a:lnTo>
                  <a:lnTo>
                    <a:pt x="50" y="416"/>
                  </a:lnTo>
                  <a:lnTo>
                    <a:pt x="73" y="405"/>
                  </a:lnTo>
                  <a:lnTo>
                    <a:pt x="96" y="390"/>
                  </a:lnTo>
                  <a:lnTo>
                    <a:pt x="118" y="373"/>
                  </a:lnTo>
                  <a:lnTo>
                    <a:pt x="138" y="350"/>
                  </a:lnTo>
                  <a:lnTo>
                    <a:pt x="155" y="326"/>
                  </a:lnTo>
                  <a:lnTo>
                    <a:pt x="173" y="299"/>
                  </a:lnTo>
                  <a:lnTo>
                    <a:pt x="189" y="268"/>
                  </a:lnTo>
                  <a:lnTo>
                    <a:pt x="203" y="235"/>
                  </a:lnTo>
                  <a:lnTo>
                    <a:pt x="215" y="201"/>
                  </a:lnTo>
                  <a:lnTo>
                    <a:pt x="226" y="163"/>
                  </a:lnTo>
                  <a:lnTo>
                    <a:pt x="234" y="125"/>
                  </a:lnTo>
                  <a:lnTo>
                    <a:pt x="240" y="85"/>
                  </a:lnTo>
                  <a:lnTo>
                    <a:pt x="243" y="42"/>
                  </a:lnTo>
                  <a:lnTo>
                    <a:pt x="244" y="0"/>
                  </a:lnTo>
                  <a:lnTo>
                    <a:pt x="233" y="0"/>
                  </a:lnTo>
                  <a:lnTo>
                    <a:pt x="232" y="42"/>
                  </a:lnTo>
                  <a:lnTo>
                    <a:pt x="228" y="83"/>
                  </a:lnTo>
                  <a:lnTo>
                    <a:pt x="222" y="123"/>
                  </a:lnTo>
                  <a:lnTo>
                    <a:pt x="214" y="160"/>
                  </a:lnTo>
                  <a:lnTo>
                    <a:pt x="203" y="197"/>
                  </a:lnTo>
                  <a:lnTo>
                    <a:pt x="192" y="231"/>
                  </a:lnTo>
                  <a:lnTo>
                    <a:pt x="178" y="263"/>
                  </a:lnTo>
                  <a:lnTo>
                    <a:pt x="164" y="292"/>
                  </a:lnTo>
                  <a:lnTo>
                    <a:pt x="146" y="319"/>
                  </a:lnTo>
                  <a:lnTo>
                    <a:pt x="129" y="343"/>
                  </a:lnTo>
                  <a:lnTo>
                    <a:pt x="109" y="363"/>
                  </a:lnTo>
                  <a:lnTo>
                    <a:pt x="89" y="381"/>
                  </a:lnTo>
                  <a:lnTo>
                    <a:pt x="66" y="394"/>
                  </a:lnTo>
                  <a:lnTo>
                    <a:pt x="45" y="404"/>
                  </a:lnTo>
                  <a:lnTo>
                    <a:pt x="23" y="410"/>
                  </a:lnTo>
                  <a:lnTo>
                    <a:pt x="0" y="412"/>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5336" name="Freeform 56"/>
            <p:cNvSpPr>
              <a:spLocks/>
            </p:cNvSpPr>
            <p:nvPr/>
          </p:nvSpPr>
          <p:spPr bwMode="auto">
            <a:xfrm>
              <a:off x="915" y="1830"/>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1" y="42"/>
                  </a:lnTo>
                  <a:lnTo>
                    <a:pt x="4" y="85"/>
                  </a:lnTo>
                  <a:lnTo>
                    <a:pt x="10" y="125"/>
                  </a:lnTo>
                  <a:lnTo>
                    <a:pt x="19" y="163"/>
                  </a:lnTo>
                  <a:lnTo>
                    <a:pt x="29" y="201"/>
                  </a:lnTo>
                  <a:lnTo>
                    <a:pt x="41" y="235"/>
                  </a:lnTo>
                  <a:lnTo>
                    <a:pt x="55" y="268"/>
                  </a:lnTo>
                  <a:lnTo>
                    <a:pt x="71" y="299"/>
                  </a:lnTo>
                  <a:lnTo>
                    <a:pt x="89" y="326"/>
                  </a:lnTo>
                  <a:lnTo>
                    <a:pt x="106" y="350"/>
                  </a:lnTo>
                  <a:lnTo>
                    <a:pt x="126" y="373"/>
                  </a:lnTo>
                  <a:lnTo>
                    <a:pt x="149" y="390"/>
                  </a:lnTo>
                  <a:lnTo>
                    <a:pt x="171" y="405"/>
                  </a:lnTo>
                  <a:lnTo>
                    <a:pt x="194" y="416"/>
                  </a:lnTo>
                  <a:lnTo>
                    <a:pt x="219" y="422"/>
                  </a:lnTo>
                  <a:lnTo>
                    <a:pt x="245" y="424"/>
                  </a:lnTo>
                  <a:lnTo>
                    <a:pt x="245" y="412"/>
                  </a:lnTo>
                  <a:lnTo>
                    <a:pt x="221" y="410"/>
                  </a:lnTo>
                  <a:lnTo>
                    <a:pt x="199" y="404"/>
                  </a:lnTo>
                  <a:lnTo>
                    <a:pt x="178" y="394"/>
                  </a:lnTo>
                  <a:lnTo>
                    <a:pt x="156" y="381"/>
                  </a:lnTo>
                  <a:lnTo>
                    <a:pt x="136" y="363"/>
                  </a:lnTo>
                  <a:lnTo>
                    <a:pt x="116" y="343"/>
                  </a:lnTo>
                  <a:lnTo>
                    <a:pt x="98" y="319"/>
                  </a:lnTo>
                  <a:lnTo>
                    <a:pt x="81" y="292"/>
                  </a:lnTo>
                  <a:lnTo>
                    <a:pt x="67" y="263"/>
                  </a:lnTo>
                  <a:lnTo>
                    <a:pt x="52" y="231"/>
                  </a:lnTo>
                  <a:lnTo>
                    <a:pt x="41" y="197"/>
                  </a:lnTo>
                  <a:lnTo>
                    <a:pt x="30" y="160"/>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5337" name="Freeform 57"/>
            <p:cNvSpPr>
              <a:spLocks/>
            </p:cNvSpPr>
            <p:nvPr/>
          </p:nvSpPr>
          <p:spPr bwMode="auto">
            <a:xfrm>
              <a:off x="915" y="1745"/>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0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19" y="2"/>
                  </a:lnTo>
                  <a:lnTo>
                    <a:pt x="194" y="8"/>
                  </a:lnTo>
                  <a:lnTo>
                    <a:pt x="171" y="19"/>
                  </a:lnTo>
                  <a:lnTo>
                    <a:pt x="149" y="34"/>
                  </a:lnTo>
                  <a:lnTo>
                    <a:pt x="126" y="52"/>
                  </a:lnTo>
                  <a:lnTo>
                    <a:pt x="106" y="74"/>
                  </a:lnTo>
                  <a:lnTo>
                    <a:pt x="89" y="99"/>
                  </a:lnTo>
                  <a:lnTo>
                    <a:pt x="70" y="126"/>
                  </a:lnTo>
                  <a:lnTo>
                    <a:pt x="55" y="157"/>
                  </a:lnTo>
                  <a:lnTo>
                    <a:pt x="41" y="189"/>
                  </a:lnTo>
                  <a:lnTo>
                    <a:pt x="29" y="224"/>
                  </a:lnTo>
                  <a:lnTo>
                    <a:pt x="19" y="262"/>
                  </a:lnTo>
                  <a:lnTo>
                    <a:pt x="10" y="300"/>
                  </a:lnTo>
                  <a:lnTo>
                    <a:pt x="4" y="340"/>
                  </a:lnTo>
                  <a:lnTo>
                    <a:pt x="1" y="383"/>
                  </a:lnTo>
                  <a:lnTo>
                    <a:pt x="0" y="426"/>
                  </a:lnTo>
                  <a:lnTo>
                    <a:pt x="11" y="426"/>
                  </a:lnTo>
                  <a:lnTo>
                    <a:pt x="13" y="383"/>
                  </a:lnTo>
                  <a:lnTo>
                    <a:pt x="16" y="342"/>
                  </a:lnTo>
                  <a:lnTo>
                    <a:pt x="22" y="303"/>
                  </a:lnTo>
                  <a:lnTo>
                    <a:pt x="30" y="264"/>
                  </a:lnTo>
                  <a:lnTo>
                    <a:pt x="41" y="229"/>
                  </a:lnTo>
                  <a:lnTo>
                    <a:pt x="52" y="194"/>
                  </a:lnTo>
                  <a:lnTo>
                    <a:pt x="67" y="162"/>
                  </a:lnTo>
                  <a:lnTo>
                    <a:pt x="82" y="133"/>
                  </a:lnTo>
                  <a:lnTo>
                    <a:pt x="98" y="106"/>
                  </a:lnTo>
                  <a:lnTo>
                    <a:pt x="116" y="81"/>
                  </a:lnTo>
                  <a:lnTo>
                    <a:pt x="136" y="61"/>
                  </a:lnTo>
                  <a:lnTo>
                    <a:pt x="156" y="43"/>
                  </a:lnTo>
                  <a:lnTo>
                    <a:pt x="178" y="31"/>
                  </a:lnTo>
                  <a:lnTo>
                    <a:pt x="199" y="20"/>
                  </a:lnTo>
                  <a:lnTo>
                    <a:pt x="221"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5338" name="Freeform 58"/>
            <p:cNvSpPr>
              <a:spLocks/>
            </p:cNvSpPr>
            <p:nvPr/>
          </p:nvSpPr>
          <p:spPr bwMode="auto">
            <a:xfrm>
              <a:off x="1140" y="2087"/>
              <a:ext cx="49" cy="85"/>
            </a:xfrm>
            <a:custGeom>
              <a:avLst/>
              <a:gdLst>
                <a:gd name="T0" fmla="*/ 2 w 246"/>
                <a:gd name="T1" fmla="*/ 3 h 424"/>
                <a:gd name="T2" fmla="*/ 2 w 246"/>
                <a:gd name="T3" fmla="*/ 3 h 424"/>
                <a:gd name="T4" fmla="*/ 2 w 246"/>
                <a:gd name="T5" fmla="*/ 3 h 424"/>
                <a:gd name="T6" fmla="*/ 2 w 246"/>
                <a:gd name="T7" fmla="*/ 3 h 424"/>
                <a:gd name="T8" fmla="*/ 2 w 246"/>
                <a:gd name="T9" fmla="*/ 2 h 424"/>
                <a:gd name="T10" fmla="*/ 2 w 246"/>
                <a:gd name="T11" fmla="*/ 2 h 424"/>
                <a:gd name="T12" fmla="*/ 2 w 246"/>
                <a:gd name="T13" fmla="*/ 2 h 424"/>
                <a:gd name="T14" fmla="*/ 2 w 246"/>
                <a:gd name="T15" fmla="*/ 2 h 424"/>
                <a:gd name="T16" fmla="*/ 2 w 246"/>
                <a:gd name="T17" fmla="*/ 1 h 424"/>
                <a:gd name="T18" fmla="*/ 1 w 246"/>
                <a:gd name="T19" fmla="*/ 1 h 424"/>
                <a:gd name="T20" fmla="*/ 1 w 246"/>
                <a:gd name="T21" fmla="*/ 1 h 424"/>
                <a:gd name="T22" fmla="*/ 1 w 246"/>
                <a:gd name="T23" fmla="*/ 1 h 424"/>
                <a:gd name="T24" fmla="*/ 1 w 246"/>
                <a:gd name="T25" fmla="*/ 0 h 424"/>
                <a:gd name="T26" fmla="*/ 1 w 246"/>
                <a:gd name="T27" fmla="*/ 0 h 424"/>
                <a:gd name="T28" fmla="*/ 1 w 246"/>
                <a:gd name="T29" fmla="*/ 0 h 424"/>
                <a:gd name="T30" fmla="*/ 0 w 246"/>
                <a:gd name="T31" fmla="*/ 0 h 424"/>
                <a:gd name="T32" fmla="*/ 0 w 246"/>
                <a:gd name="T33" fmla="*/ 0 h 424"/>
                <a:gd name="T34" fmla="*/ 0 w 246"/>
                <a:gd name="T35" fmla="*/ 0 h 424"/>
                <a:gd name="T36" fmla="*/ 0 w 246"/>
                <a:gd name="T37" fmla="*/ 0 h 424"/>
                <a:gd name="T38" fmla="*/ 0 w 246"/>
                <a:gd name="T39" fmla="*/ 0 h 424"/>
                <a:gd name="T40" fmla="*/ 0 w 246"/>
                <a:gd name="T41" fmla="*/ 0 h 424"/>
                <a:gd name="T42" fmla="*/ 1 w 246"/>
                <a:gd name="T43" fmla="*/ 0 h 424"/>
                <a:gd name="T44" fmla="*/ 1 w 246"/>
                <a:gd name="T45" fmla="*/ 0 h 424"/>
                <a:gd name="T46" fmla="*/ 1 w 246"/>
                <a:gd name="T47" fmla="*/ 0 h 424"/>
                <a:gd name="T48" fmla="*/ 1 w 246"/>
                <a:gd name="T49" fmla="*/ 1 h 424"/>
                <a:gd name="T50" fmla="*/ 1 w 246"/>
                <a:gd name="T51" fmla="*/ 1 h 424"/>
                <a:gd name="T52" fmla="*/ 1 w 246"/>
                <a:gd name="T53" fmla="*/ 1 h 424"/>
                <a:gd name="T54" fmla="*/ 1 w 246"/>
                <a:gd name="T55" fmla="*/ 1 h 424"/>
                <a:gd name="T56" fmla="*/ 2 w 246"/>
                <a:gd name="T57" fmla="*/ 2 h 424"/>
                <a:gd name="T58" fmla="*/ 2 w 246"/>
                <a:gd name="T59" fmla="*/ 2 h 424"/>
                <a:gd name="T60" fmla="*/ 2 w 246"/>
                <a:gd name="T61" fmla="*/ 2 h 424"/>
                <a:gd name="T62" fmla="*/ 2 w 246"/>
                <a:gd name="T63" fmla="*/ 2 h 424"/>
                <a:gd name="T64" fmla="*/ 2 w 246"/>
                <a:gd name="T65" fmla="*/ 3 h 424"/>
                <a:gd name="T66" fmla="*/ 2 w 246"/>
                <a:gd name="T67" fmla="*/ 3 h 424"/>
                <a:gd name="T68" fmla="*/ 2 w 246"/>
                <a:gd name="T69" fmla="*/ 3 h 424"/>
                <a:gd name="T70" fmla="*/ 2 w 246"/>
                <a:gd name="T71" fmla="*/ 3 h 424"/>
                <a:gd name="T72" fmla="*/ 2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424"/>
                  </a:moveTo>
                  <a:lnTo>
                    <a:pt x="246" y="424"/>
                  </a:lnTo>
                  <a:lnTo>
                    <a:pt x="244" y="382"/>
                  </a:lnTo>
                  <a:lnTo>
                    <a:pt x="241" y="338"/>
                  </a:lnTo>
                  <a:lnTo>
                    <a:pt x="235" y="298"/>
                  </a:lnTo>
                  <a:lnTo>
                    <a:pt x="227" y="261"/>
                  </a:lnTo>
                  <a:lnTo>
                    <a:pt x="216" y="222"/>
                  </a:lnTo>
                  <a:lnTo>
                    <a:pt x="205" y="188"/>
                  </a:lnTo>
                  <a:lnTo>
                    <a:pt x="190" y="155"/>
                  </a:lnTo>
                  <a:lnTo>
                    <a:pt x="174" y="125"/>
                  </a:lnTo>
                  <a:lnTo>
                    <a:pt x="157" y="98"/>
                  </a:lnTo>
                  <a:lnTo>
                    <a:pt x="138" y="73"/>
                  </a:lnTo>
                  <a:lnTo>
                    <a:pt x="118" y="51"/>
                  </a:lnTo>
                  <a:lnTo>
                    <a:pt x="96" y="34"/>
                  </a:lnTo>
                  <a:lnTo>
                    <a:pt x="74" y="18"/>
                  </a:lnTo>
                  <a:lnTo>
                    <a:pt x="50" y="8"/>
                  </a:lnTo>
                  <a:lnTo>
                    <a:pt x="25" y="2"/>
                  </a:lnTo>
                  <a:lnTo>
                    <a:pt x="0" y="0"/>
                  </a:lnTo>
                  <a:lnTo>
                    <a:pt x="0" y="11"/>
                  </a:lnTo>
                  <a:lnTo>
                    <a:pt x="23" y="14"/>
                  </a:lnTo>
                  <a:lnTo>
                    <a:pt x="45" y="19"/>
                  </a:lnTo>
                  <a:lnTo>
                    <a:pt x="67" y="30"/>
                  </a:lnTo>
                  <a:lnTo>
                    <a:pt x="89" y="43"/>
                  </a:lnTo>
                  <a:lnTo>
                    <a:pt x="108" y="60"/>
                  </a:lnTo>
                  <a:lnTo>
                    <a:pt x="128" y="80"/>
                  </a:lnTo>
                  <a:lnTo>
                    <a:pt x="147" y="105"/>
                  </a:lnTo>
                  <a:lnTo>
                    <a:pt x="165" y="132"/>
                  </a:lnTo>
                  <a:lnTo>
                    <a:pt x="179" y="160"/>
                  </a:lnTo>
                  <a:lnTo>
                    <a:pt x="193" y="193"/>
                  </a:lnTo>
                  <a:lnTo>
                    <a:pt x="205" y="227"/>
                  </a:lnTo>
                  <a:lnTo>
                    <a:pt x="215" y="263"/>
                  </a:lnTo>
                  <a:lnTo>
                    <a:pt x="223" y="301"/>
                  </a:lnTo>
                  <a:lnTo>
                    <a:pt x="229" y="341"/>
                  </a:lnTo>
                  <a:lnTo>
                    <a:pt x="233" y="382"/>
                  </a:lnTo>
                  <a:lnTo>
                    <a:pt x="234" y="424"/>
                  </a:lnTo>
                  <a:lnTo>
                    <a:pt x="246"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5339" name="Freeform 59"/>
            <p:cNvSpPr>
              <a:spLocks/>
            </p:cNvSpPr>
            <p:nvPr/>
          </p:nvSpPr>
          <p:spPr bwMode="auto">
            <a:xfrm>
              <a:off x="1140" y="2172"/>
              <a:ext cx="49" cy="85"/>
            </a:xfrm>
            <a:custGeom>
              <a:avLst/>
              <a:gdLst>
                <a:gd name="T0" fmla="*/ 0 w 246"/>
                <a:gd name="T1" fmla="*/ 3 h 426"/>
                <a:gd name="T2" fmla="*/ 0 w 246"/>
                <a:gd name="T3" fmla="*/ 3 h 426"/>
                <a:gd name="T4" fmla="*/ 0 w 246"/>
                <a:gd name="T5" fmla="*/ 3 h 426"/>
                <a:gd name="T6" fmla="*/ 0 w 246"/>
                <a:gd name="T7" fmla="*/ 3 h 426"/>
                <a:gd name="T8" fmla="*/ 1 w 246"/>
                <a:gd name="T9" fmla="*/ 3 h 426"/>
                <a:gd name="T10" fmla="*/ 1 w 246"/>
                <a:gd name="T11" fmla="*/ 3 h 426"/>
                <a:gd name="T12" fmla="*/ 1 w 246"/>
                <a:gd name="T13" fmla="*/ 3 h 426"/>
                <a:gd name="T14" fmla="*/ 1 w 246"/>
                <a:gd name="T15" fmla="*/ 3 h 426"/>
                <a:gd name="T16" fmla="*/ 1 w 246"/>
                <a:gd name="T17" fmla="*/ 3 h 426"/>
                <a:gd name="T18" fmla="*/ 1 w 246"/>
                <a:gd name="T19" fmla="*/ 2 h 426"/>
                <a:gd name="T20" fmla="*/ 2 w 246"/>
                <a:gd name="T21" fmla="*/ 2 h 426"/>
                <a:gd name="T22" fmla="*/ 2 w 246"/>
                <a:gd name="T23" fmla="*/ 2 h 426"/>
                <a:gd name="T24" fmla="*/ 2 w 246"/>
                <a:gd name="T25" fmla="*/ 2 h 426"/>
                <a:gd name="T26" fmla="*/ 2 w 246"/>
                <a:gd name="T27" fmla="*/ 1 h 426"/>
                <a:gd name="T28" fmla="*/ 2 w 246"/>
                <a:gd name="T29" fmla="*/ 1 h 426"/>
                <a:gd name="T30" fmla="*/ 2 w 246"/>
                <a:gd name="T31" fmla="*/ 1 h 426"/>
                <a:gd name="T32" fmla="*/ 2 w 246"/>
                <a:gd name="T33" fmla="*/ 0 h 426"/>
                <a:gd name="T34" fmla="*/ 2 w 246"/>
                <a:gd name="T35" fmla="*/ 0 h 426"/>
                <a:gd name="T36" fmla="*/ 2 w 246"/>
                <a:gd name="T37" fmla="*/ 0 h 426"/>
                <a:gd name="T38" fmla="*/ 2 w 246"/>
                <a:gd name="T39" fmla="*/ 0 h 426"/>
                <a:gd name="T40" fmla="*/ 2 w 246"/>
                <a:gd name="T41" fmla="*/ 1 h 426"/>
                <a:gd name="T42" fmla="*/ 2 w 246"/>
                <a:gd name="T43" fmla="*/ 1 h 426"/>
                <a:gd name="T44" fmla="*/ 2 w 246"/>
                <a:gd name="T45" fmla="*/ 1 h 426"/>
                <a:gd name="T46" fmla="*/ 2 w 246"/>
                <a:gd name="T47" fmla="*/ 2 h 426"/>
                <a:gd name="T48" fmla="*/ 2 w 246"/>
                <a:gd name="T49" fmla="*/ 2 h 426"/>
                <a:gd name="T50" fmla="*/ 1 w 246"/>
                <a:gd name="T51" fmla="*/ 2 h 426"/>
                <a:gd name="T52" fmla="*/ 1 w 246"/>
                <a:gd name="T53" fmla="*/ 2 h 426"/>
                <a:gd name="T54" fmla="*/ 1 w 246"/>
                <a:gd name="T55" fmla="*/ 3 h 426"/>
                <a:gd name="T56" fmla="*/ 1 w 246"/>
                <a:gd name="T57" fmla="*/ 3 h 426"/>
                <a:gd name="T58" fmla="*/ 1 w 246"/>
                <a:gd name="T59" fmla="*/ 3 h 426"/>
                <a:gd name="T60" fmla="*/ 1 w 246"/>
                <a:gd name="T61" fmla="*/ 3 h 426"/>
                <a:gd name="T62" fmla="*/ 1 w 246"/>
                <a:gd name="T63" fmla="*/ 3 h 426"/>
                <a:gd name="T64" fmla="*/ 0 w 246"/>
                <a:gd name="T65" fmla="*/ 3 h 426"/>
                <a:gd name="T66" fmla="*/ 0 w 246"/>
                <a:gd name="T67" fmla="*/ 3 h 426"/>
                <a:gd name="T68" fmla="*/ 0 w 246"/>
                <a:gd name="T69" fmla="*/ 3 h 426"/>
                <a:gd name="T70" fmla="*/ 0 w 246"/>
                <a:gd name="T71" fmla="*/ 3 h 426"/>
                <a:gd name="T72" fmla="*/ 0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426"/>
                  </a:moveTo>
                  <a:lnTo>
                    <a:pt x="0" y="426"/>
                  </a:lnTo>
                  <a:lnTo>
                    <a:pt x="25" y="423"/>
                  </a:lnTo>
                  <a:lnTo>
                    <a:pt x="50" y="417"/>
                  </a:lnTo>
                  <a:lnTo>
                    <a:pt x="74" y="407"/>
                  </a:lnTo>
                  <a:lnTo>
                    <a:pt x="96" y="392"/>
                  </a:lnTo>
                  <a:lnTo>
                    <a:pt x="118" y="373"/>
                  </a:lnTo>
                  <a:lnTo>
                    <a:pt x="138" y="350"/>
                  </a:lnTo>
                  <a:lnTo>
                    <a:pt x="157" y="327"/>
                  </a:lnTo>
                  <a:lnTo>
                    <a:pt x="175" y="299"/>
                  </a:lnTo>
                  <a:lnTo>
                    <a:pt x="190" y="268"/>
                  </a:lnTo>
                  <a:lnTo>
                    <a:pt x="205" y="236"/>
                  </a:lnTo>
                  <a:lnTo>
                    <a:pt x="216" y="202"/>
                  </a:lnTo>
                  <a:lnTo>
                    <a:pt x="227" y="164"/>
                  </a:lnTo>
                  <a:lnTo>
                    <a:pt x="235" y="125"/>
                  </a:lnTo>
                  <a:lnTo>
                    <a:pt x="241" y="86"/>
                  </a:lnTo>
                  <a:lnTo>
                    <a:pt x="244" y="42"/>
                  </a:lnTo>
                  <a:lnTo>
                    <a:pt x="246" y="0"/>
                  </a:lnTo>
                  <a:lnTo>
                    <a:pt x="234" y="0"/>
                  </a:lnTo>
                  <a:lnTo>
                    <a:pt x="233" y="42"/>
                  </a:lnTo>
                  <a:lnTo>
                    <a:pt x="229" y="83"/>
                  </a:lnTo>
                  <a:lnTo>
                    <a:pt x="223" y="123"/>
                  </a:lnTo>
                  <a:lnTo>
                    <a:pt x="215" y="162"/>
                  </a:lnTo>
                  <a:lnTo>
                    <a:pt x="205" y="197"/>
                  </a:lnTo>
                  <a:lnTo>
                    <a:pt x="193" y="231"/>
                  </a:lnTo>
                  <a:lnTo>
                    <a:pt x="179" y="264"/>
                  </a:lnTo>
                  <a:lnTo>
                    <a:pt x="164" y="292"/>
                  </a:lnTo>
                  <a:lnTo>
                    <a:pt x="147" y="320"/>
                  </a:lnTo>
                  <a:lnTo>
                    <a:pt x="128" y="343"/>
                  </a:lnTo>
                  <a:lnTo>
                    <a:pt x="108" y="363"/>
                  </a:lnTo>
                  <a:lnTo>
                    <a:pt x="89" y="382"/>
                  </a:lnTo>
                  <a:lnTo>
                    <a:pt x="67" y="395"/>
                  </a:lnTo>
                  <a:lnTo>
                    <a:pt x="45" y="406"/>
                  </a:lnTo>
                  <a:lnTo>
                    <a:pt x="23" y="411"/>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5340" name="Freeform 60"/>
            <p:cNvSpPr>
              <a:spLocks/>
            </p:cNvSpPr>
            <p:nvPr/>
          </p:nvSpPr>
          <p:spPr bwMode="auto">
            <a:xfrm>
              <a:off x="1091" y="2172"/>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4" y="86"/>
                  </a:lnTo>
                  <a:lnTo>
                    <a:pt x="10" y="125"/>
                  </a:lnTo>
                  <a:lnTo>
                    <a:pt x="18" y="164"/>
                  </a:lnTo>
                  <a:lnTo>
                    <a:pt x="29" y="202"/>
                  </a:lnTo>
                  <a:lnTo>
                    <a:pt x="41" y="236"/>
                  </a:lnTo>
                  <a:lnTo>
                    <a:pt x="55" y="268"/>
                  </a:lnTo>
                  <a:lnTo>
                    <a:pt x="70" y="299"/>
                  </a:lnTo>
                  <a:lnTo>
                    <a:pt x="89" y="327"/>
                  </a:lnTo>
                  <a:lnTo>
                    <a:pt x="106" y="350"/>
                  </a:lnTo>
                  <a:lnTo>
                    <a:pt x="126" y="373"/>
                  </a:lnTo>
                  <a:lnTo>
                    <a:pt x="148" y="392"/>
                  </a:lnTo>
                  <a:lnTo>
                    <a:pt x="171" y="407"/>
                  </a:lnTo>
                  <a:lnTo>
                    <a:pt x="194" y="417"/>
                  </a:lnTo>
                  <a:lnTo>
                    <a:pt x="219" y="423"/>
                  </a:lnTo>
                  <a:lnTo>
                    <a:pt x="245" y="426"/>
                  </a:lnTo>
                  <a:lnTo>
                    <a:pt x="245" y="414"/>
                  </a:lnTo>
                  <a:lnTo>
                    <a:pt x="221" y="411"/>
                  </a:lnTo>
                  <a:lnTo>
                    <a:pt x="199" y="406"/>
                  </a:lnTo>
                  <a:lnTo>
                    <a:pt x="178" y="395"/>
                  </a:lnTo>
                  <a:lnTo>
                    <a:pt x="155" y="382"/>
                  </a:lnTo>
                  <a:lnTo>
                    <a:pt x="136" y="363"/>
                  </a:lnTo>
                  <a:lnTo>
                    <a:pt x="116" y="343"/>
                  </a:lnTo>
                  <a:lnTo>
                    <a:pt x="98" y="320"/>
                  </a:lnTo>
                  <a:lnTo>
                    <a:pt x="82" y="292"/>
                  </a:lnTo>
                  <a:lnTo>
                    <a:pt x="66" y="264"/>
                  </a:lnTo>
                  <a:lnTo>
                    <a:pt x="52" y="231"/>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5341" name="Freeform 61"/>
            <p:cNvSpPr>
              <a:spLocks/>
            </p:cNvSpPr>
            <p:nvPr/>
          </p:nvSpPr>
          <p:spPr bwMode="auto">
            <a:xfrm>
              <a:off x="1091" y="2087"/>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4" y="8"/>
                  </a:lnTo>
                  <a:lnTo>
                    <a:pt x="171" y="18"/>
                  </a:lnTo>
                  <a:lnTo>
                    <a:pt x="148" y="34"/>
                  </a:lnTo>
                  <a:lnTo>
                    <a:pt x="126" y="51"/>
                  </a:lnTo>
                  <a:lnTo>
                    <a:pt x="106" y="73"/>
                  </a:lnTo>
                  <a:lnTo>
                    <a:pt x="89" y="98"/>
                  </a:lnTo>
                  <a:lnTo>
                    <a:pt x="71" y="125"/>
                  </a:lnTo>
                  <a:lnTo>
                    <a:pt x="55" y="155"/>
                  </a:lnTo>
                  <a:lnTo>
                    <a:pt x="41" y="188"/>
                  </a:lnTo>
                  <a:lnTo>
                    <a:pt x="29" y="222"/>
                  </a:lnTo>
                  <a:lnTo>
                    <a:pt x="18" y="261"/>
                  </a:lnTo>
                  <a:lnTo>
                    <a:pt x="10" y="298"/>
                  </a:lnTo>
                  <a:lnTo>
                    <a:pt x="4" y="338"/>
                  </a:lnTo>
                  <a:lnTo>
                    <a:pt x="1" y="382"/>
                  </a:lnTo>
                  <a:lnTo>
                    <a:pt x="0" y="424"/>
                  </a:lnTo>
                  <a:lnTo>
                    <a:pt x="11" y="424"/>
                  </a:lnTo>
                  <a:lnTo>
                    <a:pt x="13" y="382"/>
                  </a:lnTo>
                  <a:lnTo>
                    <a:pt x="16" y="341"/>
                  </a:lnTo>
                  <a:lnTo>
                    <a:pt x="22" y="301"/>
                  </a:lnTo>
                  <a:lnTo>
                    <a:pt x="30" y="263"/>
                  </a:lnTo>
                  <a:lnTo>
                    <a:pt x="41" y="227"/>
                  </a:lnTo>
                  <a:lnTo>
                    <a:pt x="52" y="193"/>
                  </a:lnTo>
                  <a:lnTo>
                    <a:pt x="66" y="160"/>
                  </a:lnTo>
                  <a:lnTo>
                    <a:pt x="80" y="132"/>
                  </a:lnTo>
                  <a:lnTo>
                    <a:pt x="98" y="105"/>
                  </a:lnTo>
                  <a:lnTo>
                    <a:pt x="116" y="80"/>
                  </a:lnTo>
                  <a:lnTo>
                    <a:pt x="136" y="60"/>
                  </a:lnTo>
                  <a:lnTo>
                    <a:pt x="155" y="43"/>
                  </a:lnTo>
                  <a:lnTo>
                    <a:pt x="178" y="30"/>
                  </a:lnTo>
                  <a:lnTo>
                    <a:pt x="199" y="19"/>
                  </a:lnTo>
                  <a:lnTo>
                    <a:pt x="221" y="14"/>
                  </a:lnTo>
                  <a:lnTo>
                    <a:pt x="245" y="11"/>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5342" name="Freeform 62"/>
            <p:cNvSpPr>
              <a:spLocks/>
            </p:cNvSpPr>
            <p:nvPr/>
          </p:nvSpPr>
          <p:spPr bwMode="auto">
            <a:xfrm>
              <a:off x="1392" y="2118"/>
              <a:ext cx="49" cy="85"/>
            </a:xfrm>
            <a:custGeom>
              <a:avLst/>
              <a:gdLst>
                <a:gd name="T0" fmla="*/ 2 w 246"/>
                <a:gd name="T1" fmla="*/ 3 h 426"/>
                <a:gd name="T2" fmla="*/ 2 w 246"/>
                <a:gd name="T3" fmla="*/ 3 h 426"/>
                <a:gd name="T4" fmla="*/ 2 w 246"/>
                <a:gd name="T5" fmla="*/ 3 h 426"/>
                <a:gd name="T6" fmla="*/ 2 w 246"/>
                <a:gd name="T7" fmla="*/ 3 h 426"/>
                <a:gd name="T8" fmla="*/ 2 w 246"/>
                <a:gd name="T9" fmla="*/ 2 h 426"/>
                <a:gd name="T10" fmla="*/ 2 w 246"/>
                <a:gd name="T11" fmla="*/ 2 h 426"/>
                <a:gd name="T12" fmla="*/ 2 w 246"/>
                <a:gd name="T13" fmla="*/ 2 h 426"/>
                <a:gd name="T14" fmla="*/ 2 w 246"/>
                <a:gd name="T15" fmla="*/ 2 h 426"/>
                <a:gd name="T16" fmla="*/ 2 w 246"/>
                <a:gd name="T17" fmla="*/ 1 h 426"/>
                <a:gd name="T18" fmla="*/ 1 w 246"/>
                <a:gd name="T19" fmla="*/ 1 h 426"/>
                <a:gd name="T20" fmla="*/ 1 w 246"/>
                <a:gd name="T21" fmla="*/ 1 h 426"/>
                <a:gd name="T22" fmla="*/ 1 w 246"/>
                <a:gd name="T23" fmla="*/ 1 h 426"/>
                <a:gd name="T24" fmla="*/ 1 w 246"/>
                <a:gd name="T25" fmla="*/ 0 h 426"/>
                <a:gd name="T26" fmla="*/ 1 w 246"/>
                <a:gd name="T27" fmla="*/ 0 h 426"/>
                <a:gd name="T28" fmla="*/ 1 w 246"/>
                <a:gd name="T29" fmla="*/ 0 h 426"/>
                <a:gd name="T30" fmla="*/ 0 w 246"/>
                <a:gd name="T31" fmla="*/ 0 h 426"/>
                <a:gd name="T32" fmla="*/ 0 w 246"/>
                <a:gd name="T33" fmla="*/ 0 h 426"/>
                <a:gd name="T34" fmla="*/ 0 w 246"/>
                <a:gd name="T35" fmla="*/ 0 h 426"/>
                <a:gd name="T36" fmla="*/ 0 w 246"/>
                <a:gd name="T37" fmla="*/ 0 h 426"/>
                <a:gd name="T38" fmla="*/ 0 w 246"/>
                <a:gd name="T39" fmla="*/ 0 h 426"/>
                <a:gd name="T40" fmla="*/ 0 w 246"/>
                <a:gd name="T41" fmla="*/ 0 h 426"/>
                <a:gd name="T42" fmla="*/ 1 w 246"/>
                <a:gd name="T43" fmla="*/ 0 h 426"/>
                <a:gd name="T44" fmla="*/ 1 w 246"/>
                <a:gd name="T45" fmla="*/ 0 h 426"/>
                <a:gd name="T46" fmla="*/ 1 w 246"/>
                <a:gd name="T47" fmla="*/ 1 h 426"/>
                <a:gd name="T48" fmla="*/ 1 w 246"/>
                <a:gd name="T49" fmla="*/ 1 h 426"/>
                <a:gd name="T50" fmla="*/ 1 w 246"/>
                <a:gd name="T51" fmla="*/ 1 h 426"/>
                <a:gd name="T52" fmla="*/ 1 w 246"/>
                <a:gd name="T53" fmla="*/ 1 h 426"/>
                <a:gd name="T54" fmla="*/ 1 w 246"/>
                <a:gd name="T55" fmla="*/ 1 h 426"/>
                <a:gd name="T56" fmla="*/ 2 w 246"/>
                <a:gd name="T57" fmla="*/ 2 h 426"/>
                <a:gd name="T58" fmla="*/ 2 w 246"/>
                <a:gd name="T59" fmla="*/ 2 h 426"/>
                <a:gd name="T60" fmla="*/ 2 w 246"/>
                <a:gd name="T61" fmla="*/ 2 h 426"/>
                <a:gd name="T62" fmla="*/ 2 w 246"/>
                <a:gd name="T63" fmla="*/ 2 h 426"/>
                <a:gd name="T64" fmla="*/ 2 w 246"/>
                <a:gd name="T65" fmla="*/ 3 h 426"/>
                <a:gd name="T66" fmla="*/ 2 w 246"/>
                <a:gd name="T67" fmla="*/ 3 h 426"/>
                <a:gd name="T68" fmla="*/ 2 w 246"/>
                <a:gd name="T69" fmla="*/ 3 h 426"/>
                <a:gd name="T70" fmla="*/ 2 w 246"/>
                <a:gd name="T71" fmla="*/ 3 h 426"/>
                <a:gd name="T72" fmla="*/ 2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246" y="426"/>
                  </a:moveTo>
                  <a:lnTo>
                    <a:pt x="246" y="426"/>
                  </a:lnTo>
                  <a:lnTo>
                    <a:pt x="245" y="384"/>
                  </a:lnTo>
                  <a:lnTo>
                    <a:pt x="242" y="340"/>
                  </a:lnTo>
                  <a:lnTo>
                    <a:pt x="236" y="301"/>
                  </a:lnTo>
                  <a:lnTo>
                    <a:pt x="228" y="262"/>
                  </a:lnTo>
                  <a:lnTo>
                    <a:pt x="217" y="224"/>
                  </a:lnTo>
                  <a:lnTo>
                    <a:pt x="205" y="190"/>
                  </a:lnTo>
                  <a:lnTo>
                    <a:pt x="191" y="158"/>
                  </a:lnTo>
                  <a:lnTo>
                    <a:pt x="176" y="126"/>
                  </a:lnTo>
                  <a:lnTo>
                    <a:pt x="157" y="99"/>
                  </a:lnTo>
                  <a:lnTo>
                    <a:pt x="139" y="75"/>
                  </a:lnTo>
                  <a:lnTo>
                    <a:pt x="119" y="53"/>
                  </a:lnTo>
                  <a:lnTo>
                    <a:pt x="96" y="34"/>
                  </a:lnTo>
                  <a:lnTo>
                    <a:pt x="75" y="19"/>
                  </a:lnTo>
                  <a:lnTo>
                    <a:pt x="51" y="9"/>
                  </a:lnTo>
                  <a:lnTo>
                    <a:pt x="26" y="3"/>
                  </a:lnTo>
                  <a:lnTo>
                    <a:pt x="0" y="0"/>
                  </a:lnTo>
                  <a:lnTo>
                    <a:pt x="0" y="12"/>
                  </a:lnTo>
                  <a:lnTo>
                    <a:pt x="24" y="15"/>
                  </a:lnTo>
                  <a:lnTo>
                    <a:pt x="46" y="20"/>
                  </a:lnTo>
                  <a:lnTo>
                    <a:pt x="68" y="31"/>
                  </a:lnTo>
                  <a:lnTo>
                    <a:pt x="89" y="44"/>
                  </a:lnTo>
                  <a:lnTo>
                    <a:pt x="109" y="63"/>
                  </a:lnTo>
                  <a:lnTo>
                    <a:pt x="129" y="83"/>
                  </a:lnTo>
                  <a:lnTo>
                    <a:pt x="148" y="106"/>
                  </a:lnTo>
                  <a:lnTo>
                    <a:pt x="164" y="133"/>
                  </a:lnTo>
                  <a:lnTo>
                    <a:pt x="180" y="162"/>
                  </a:lnTo>
                  <a:lnTo>
                    <a:pt x="194" y="195"/>
                  </a:lnTo>
                  <a:lnTo>
                    <a:pt x="205" y="229"/>
                  </a:lnTo>
                  <a:lnTo>
                    <a:pt x="216" y="264"/>
                  </a:lnTo>
                  <a:lnTo>
                    <a:pt x="224" y="303"/>
                  </a:lnTo>
                  <a:lnTo>
                    <a:pt x="230" y="343"/>
                  </a:lnTo>
                  <a:lnTo>
                    <a:pt x="233" y="384"/>
                  </a:lnTo>
                  <a:lnTo>
                    <a:pt x="235" y="426"/>
                  </a:lnTo>
                  <a:lnTo>
                    <a:pt x="246"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5343" name="Freeform 63"/>
            <p:cNvSpPr>
              <a:spLocks/>
            </p:cNvSpPr>
            <p:nvPr/>
          </p:nvSpPr>
          <p:spPr bwMode="auto">
            <a:xfrm>
              <a:off x="1392" y="2203"/>
              <a:ext cx="49" cy="85"/>
            </a:xfrm>
            <a:custGeom>
              <a:avLst/>
              <a:gdLst>
                <a:gd name="T0" fmla="*/ 0 w 246"/>
                <a:gd name="T1" fmla="*/ 3 h 424"/>
                <a:gd name="T2" fmla="*/ 0 w 246"/>
                <a:gd name="T3" fmla="*/ 3 h 424"/>
                <a:gd name="T4" fmla="*/ 0 w 246"/>
                <a:gd name="T5" fmla="*/ 3 h 424"/>
                <a:gd name="T6" fmla="*/ 0 w 246"/>
                <a:gd name="T7" fmla="*/ 3 h 424"/>
                <a:gd name="T8" fmla="*/ 1 w 246"/>
                <a:gd name="T9" fmla="*/ 3 h 424"/>
                <a:gd name="T10" fmla="*/ 1 w 246"/>
                <a:gd name="T11" fmla="*/ 3 h 424"/>
                <a:gd name="T12" fmla="*/ 1 w 246"/>
                <a:gd name="T13" fmla="*/ 3 h 424"/>
                <a:gd name="T14" fmla="*/ 1 w 246"/>
                <a:gd name="T15" fmla="*/ 3 h 424"/>
                <a:gd name="T16" fmla="*/ 1 w 246"/>
                <a:gd name="T17" fmla="*/ 3 h 424"/>
                <a:gd name="T18" fmla="*/ 1 w 246"/>
                <a:gd name="T19" fmla="*/ 2 h 424"/>
                <a:gd name="T20" fmla="*/ 2 w 246"/>
                <a:gd name="T21" fmla="*/ 2 h 424"/>
                <a:gd name="T22" fmla="*/ 2 w 246"/>
                <a:gd name="T23" fmla="*/ 2 h 424"/>
                <a:gd name="T24" fmla="*/ 2 w 246"/>
                <a:gd name="T25" fmla="*/ 2 h 424"/>
                <a:gd name="T26" fmla="*/ 2 w 246"/>
                <a:gd name="T27" fmla="*/ 1 h 424"/>
                <a:gd name="T28" fmla="*/ 2 w 246"/>
                <a:gd name="T29" fmla="*/ 1 h 424"/>
                <a:gd name="T30" fmla="*/ 2 w 246"/>
                <a:gd name="T31" fmla="*/ 1 h 424"/>
                <a:gd name="T32" fmla="*/ 2 w 246"/>
                <a:gd name="T33" fmla="*/ 0 h 424"/>
                <a:gd name="T34" fmla="*/ 2 w 246"/>
                <a:gd name="T35" fmla="*/ 0 h 424"/>
                <a:gd name="T36" fmla="*/ 2 w 246"/>
                <a:gd name="T37" fmla="*/ 0 h 424"/>
                <a:gd name="T38" fmla="*/ 2 w 246"/>
                <a:gd name="T39" fmla="*/ 0 h 424"/>
                <a:gd name="T40" fmla="*/ 2 w 246"/>
                <a:gd name="T41" fmla="*/ 1 h 424"/>
                <a:gd name="T42" fmla="*/ 2 w 246"/>
                <a:gd name="T43" fmla="*/ 1 h 424"/>
                <a:gd name="T44" fmla="*/ 2 w 246"/>
                <a:gd name="T45" fmla="*/ 1 h 424"/>
                <a:gd name="T46" fmla="*/ 2 w 246"/>
                <a:gd name="T47" fmla="*/ 2 h 424"/>
                <a:gd name="T48" fmla="*/ 2 w 246"/>
                <a:gd name="T49" fmla="*/ 2 h 424"/>
                <a:gd name="T50" fmla="*/ 1 w 246"/>
                <a:gd name="T51" fmla="*/ 2 h 424"/>
                <a:gd name="T52" fmla="*/ 1 w 246"/>
                <a:gd name="T53" fmla="*/ 2 h 424"/>
                <a:gd name="T54" fmla="*/ 1 w 246"/>
                <a:gd name="T55" fmla="*/ 3 h 424"/>
                <a:gd name="T56" fmla="*/ 1 w 246"/>
                <a:gd name="T57" fmla="*/ 3 h 424"/>
                <a:gd name="T58" fmla="*/ 1 w 246"/>
                <a:gd name="T59" fmla="*/ 3 h 424"/>
                <a:gd name="T60" fmla="*/ 1 w 246"/>
                <a:gd name="T61" fmla="*/ 3 h 424"/>
                <a:gd name="T62" fmla="*/ 1 w 246"/>
                <a:gd name="T63" fmla="*/ 3 h 424"/>
                <a:gd name="T64" fmla="*/ 0 w 246"/>
                <a:gd name="T65" fmla="*/ 3 h 424"/>
                <a:gd name="T66" fmla="*/ 0 w 246"/>
                <a:gd name="T67" fmla="*/ 3 h 424"/>
                <a:gd name="T68" fmla="*/ 0 w 246"/>
                <a:gd name="T69" fmla="*/ 3 h 424"/>
                <a:gd name="T70" fmla="*/ 0 w 246"/>
                <a:gd name="T71" fmla="*/ 3 h 424"/>
                <a:gd name="T72" fmla="*/ 0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0" y="424"/>
                  </a:moveTo>
                  <a:lnTo>
                    <a:pt x="0" y="424"/>
                  </a:lnTo>
                  <a:lnTo>
                    <a:pt x="26" y="422"/>
                  </a:lnTo>
                  <a:lnTo>
                    <a:pt x="51" y="416"/>
                  </a:lnTo>
                  <a:lnTo>
                    <a:pt x="75" y="406"/>
                  </a:lnTo>
                  <a:lnTo>
                    <a:pt x="96" y="390"/>
                  </a:lnTo>
                  <a:lnTo>
                    <a:pt x="119" y="373"/>
                  </a:lnTo>
                  <a:lnTo>
                    <a:pt x="139" y="351"/>
                  </a:lnTo>
                  <a:lnTo>
                    <a:pt x="157" y="326"/>
                  </a:lnTo>
                  <a:lnTo>
                    <a:pt x="175" y="299"/>
                  </a:lnTo>
                  <a:lnTo>
                    <a:pt x="191" y="269"/>
                  </a:lnTo>
                  <a:lnTo>
                    <a:pt x="205" y="236"/>
                  </a:lnTo>
                  <a:lnTo>
                    <a:pt x="217" y="202"/>
                  </a:lnTo>
                  <a:lnTo>
                    <a:pt x="228" y="163"/>
                  </a:lnTo>
                  <a:lnTo>
                    <a:pt x="236" y="125"/>
                  </a:lnTo>
                  <a:lnTo>
                    <a:pt x="242" y="86"/>
                  </a:lnTo>
                  <a:lnTo>
                    <a:pt x="245" y="42"/>
                  </a:lnTo>
                  <a:lnTo>
                    <a:pt x="246" y="0"/>
                  </a:lnTo>
                  <a:lnTo>
                    <a:pt x="235" y="0"/>
                  </a:lnTo>
                  <a:lnTo>
                    <a:pt x="233" y="42"/>
                  </a:lnTo>
                  <a:lnTo>
                    <a:pt x="230" y="83"/>
                  </a:lnTo>
                  <a:lnTo>
                    <a:pt x="224" y="123"/>
                  </a:lnTo>
                  <a:lnTo>
                    <a:pt x="216" y="161"/>
                  </a:lnTo>
                  <a:lnTo>
                    <a:pt x="205" y="197"/>
                  </a:lnTo>
                  <a:lnTo>
                    <a:pt x="194" y="231"/>
                  </a:lnTo>
                  <a:lnTo>
                    <a:pt x="180" y="264"/>
                  </a:lnTo>
                  <a:lnTo>
                    <a:pt x="166" y="292"/>
                  </a:lnTo>
                  <a:lnTo>
                    <a:pt x="148" y="319"/>
                  </a:lnTo>
                  <a:lnTo>
                    <a:pt x="129" y="344"/>
                  </a:lnTo>
                  <a:lnTo>
                    <a:pt x="109" y="364"/>
                  </a:lnTo>
                  <a:lnTo>
                    <a:pt x="89" y="381"/>
                  </a:lnTo>
                  <a:lnTo>
                    <a:pt x="68" y="394"/>
                  </a:lnTo>
                  <a:lnTo>
                    <a:pt x="46" y="405"/>
                  </a:lnTo>
                  <a:lnTo>
                    <a:pt x="24" y="410"/>
                  </a:lnTo>
                  <a:lnTo>
                    <a:pt x="0" y="413"/>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5344" name="Freeform 64"/>
            <p:cNvSpPr>
              <a:spLocks/>
            </p:cNvSpPr>
            <p:nvPr/>
          </p:nvSpPr>
          <p:spPr bwMode="auto">
            <a:xfrm>
              <a:off x="1343" y="2203"/>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2" y="42"/>
                  </a:lnTo>
                  <a:lnTo>
                    <a:pt x="5" y="86"/>
                  </a:lnTo>
                  <a:lnTo>
                    <a:pt x="11" y="125"/>
                  </a:lnTo>
                  <a:lnTo>
                    <a:pt x="19" y="163"/>
                  </a:lnTo>
                  <a:lnTo>
                    <a:pt x="30" y="202"/>
                  </a:lnTo>
                  <a:lnTo>
                    <a:pt x="41" y="236"/>
                  </a:lnTo>
                  <a:lnTo>
                    <a:pt x="56" y="269"/>
                  </a:lnTo>
                  <a:lnTo>
                    <a:pt x="72" y="299"/>
                  </a:lnTo>
                  <a:lnTo>
                    <a:pt x="90" y="326"/>
                  </a:lnTo>
                  <a:lnTo>
                    <a:pt x="108" y="351"/>
                  </a:lnTo>
                  <a:lnTo>
                    <a:pt x="127" y="373"/>
                  </a:lnTo>
                  <a:lnTo>
                    <a:pt x="149" y="390"/>
                  </a:lnTo>
                  <a:lnTo>
                    <a:pt x="172" y="406"/>
                  </a:lnTo>
                  <a:lnTo>
                    <a:pt x="195" y="416"/>
                  </a:lnTo>
                  <a:lnTo>
                    <a:pt x="220" y="422"/>
                  </a:lnTo>
                  <a:lnTo>
                    <a:pt x="245" y="424"/>
                  </a:lnTo>
                  <a:lnTo>
                    <a:pt x="245" y="413"/>
                  </a:lnTo>
                  <a:lnTo>
                    <a:pt x="222" y="410"/>
                  </a:lnTo>
                  <a:lnTo>
                    <a:pt x="200" y="405"/>
                  </a:lnTo>
                  <a:lnTo>
                    <a:pt x="179" y="394"/>
                  </a:lnTo>
                  <a:lnTo>
                    <a:pt x="156" y="381"/>
                  </a:lnTo>
                  <a:lnTo>
                    <a:pt x="136" y="364"/>
                  </a:lnTo>
                  <a:lnTo>
                    <a:pt x="118" y="344"/>
                  </a:lnTo>
                  <a:lnTo>
                    <a:pt x="99" y="319"/>
                  </a:lnTo>
                  <a:lnTo>
                    <a:pt x="81" y="292"/>
                  </a:lnTo>
                  <a:lnTo>
                    <a:pt x="67" y="264"/>
                  </a:lnTo>
                  <a:lnTo>
                    <a:pt x="53" y="231"/>
                  </a:lnTo>
                  <a:lnTo>
                    <a:pt x="41" y="197"/>
                  </a:lnTo>
                  <a:lnTo>
                    <a:pt x="31" y="161"/>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5345" name="Freeform 65"/>
            <p:cNvSpPr>
              <a:spLocks/>
            </p:cNvSpPr>
            <p:nvPr/>
          </p:nvSpPr>
          <p:spPr bwMode="auto">
            <a:xfrm>
              <a:off x="1343" y="2118"/>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1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20" y="3"/>
                  </a:lnTo>
                  <a:lnTo>
                    <a:pt x="195" y="9"/>
                  </a:lnTo>
                  <a:lnTo>
                    <a:pt x="172" y="19"/>
                  </a:lnTo>
                  <a:lnTo>
                    <a:pt x="149" y="34"/>
                  </a:lnTo>
                  <a:lnTo>
                    <a:pt x="127" y="53"/>
                  </a:lnTo>
                  <a:lnTo>
                    <a:pt x="108" y="75"/>
                  </a:lnTo>
                  <a:lnTo>
                    <a:pt x="90" y="99"/>
                  </a:lnTo>
                  <a:lnTo>
                    <a:pt x="71" y="126"/>
                  </a:lnTo>
                  <a:lnTo>
                    <a:pt x="56" y="158"/>
                  </a:lnTo>
                  <a:lnTo>
                    <a:pt x="41" y="190"/>
                  </a:lnTo>
                  <a:lnTo>
                    <a:pt x="30" y="224"/>
                  </a:lnTo>
                  <a:lnTo>
                    <a:pt x="19" y="262"/>
                  </a:lnTo>
                  <a:lnTo>
                    <a:pt x="11" y="301"/>
                  </a:lnTo>
                  <a:lnTo>
                    <a:pt x="5" y="340"/>
                  </a:lnTo>
                  <a:lnTo>
                    <a:pt x="2" y="384"/>
                  </a:lnTo>
                  <a:lnTo>
                    <a:pt x="0" y="426"/>
                  </a:lnTo>
                  <a:lnTo>
                    <a:pt x="12" y="426"/>
                  </a:lnTo>
                  <a:lnTo>
                    <a:pt x="13" y="384"/>
                  </a:lnTo>
                  <a:lnTo>
                    <a:pt x="17" y="343"/>
                  </a:lnTo>
                  <a:lnTo>
                    <a:pt x="23" y="303"/>
                  </a:lnTo>
                  <a:lnTo>
                    <a:pt x="31" y="264"/>
                  </a:lnTo>
                  <a:lnTo>
                    <a:pt x="41" y="229"/>
                  </a:lnTo>
                  <a:lnTo>
                    <a:pt x="53" y="195"/>
                  </a:lnTo>
                  <a:lnTo>
                    <a:pt x="67" y="162"/>
                  </a:lnTo>
                  <a:lnTo>
                    <a:pt x="82" y="133"/>
                  </a:lnTo>
                  <a:lnTo>
                    <a:pt x="99" y="106"/>
                  </a:lnTo>
                  <a:lnTo>
                    <a:pt x="118" y="83"/>
                  </a:lnTo>
                  <a:lnTo>
                    <a:pt x="136" y="63"/>
                  </a:lnTo>
                  <a:lnTo>
                    <a:pt x="156" y="44"/>
                  </a:lnTo>
                  <a:lnTo>
                    <a:pt x="179" y="31"/>
                  </a:lnTo>
                  <a:lnTo>
                    <a:pt x="200" y="20"/>
                  </a:lnTo>
                  <a:lnTo>
                    <a:pt x="222" y="15"/>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5346" name="Freeform 66"/>
            <p:cNvSpPr>
              <a:spLocks/>
            </p:cNvSpPr>
            <p:nvPr/>
          </p:nvSpPr>
          <p:spPr bwMode="auto">
            <a:xfrm>
              <a:off x="1384" y="1859"/>
              <a:ext cx="49" cy="84"/>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1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3" y="382"/>
                  </a:lnTo>
                  <a:lnTo>
                    <a:pt x="240" y="339"/>
                  </a:lnTo>
                  <a:lnTo>
                    <a:pt x="234" y="299"/>
                  </a:lnTo>
                  <a:lnTo>
                    <a:pt x="226" y="261"/>
                  </a:lnTo>
                  <a:lnTo>
                    <a:pt x="215" y="222"/>
                  </a:lnTo>
                  <a:lnTo>
                    <a:pt x="204" y="188"/>
                  </a:lnTo>
                  <a:lnTo>
                    <a:pt x="189" y="156"/>
                  </a:lnTo>
                  <a:lnTo>
                    <a:pt x="173" y="125"/>
                  </a:lnTo>
                  <a:lnTo>
                    <a:pt x="155" y="98"/>
                  </a:lnTo>
                  <a:lnTo>
                    <a:pt x="138" y="74"/>
                  </a:lnTo>
                  <a:lnTo>
                    <a:pt x="118" y="51"/>
                  </a:lnTo>
                  <a:lnTo>
                    <a:pt x="96" y="34"/>
                  </a:lnTo>
                  <a:lnTo>
                    <a:pt x="73" y="18"/>
                  </a:lnTo>
                  <a:lnTo>
                    <a:pt x="50" y="8"/>
                  </a:lnTo>
                  <a:lnTo>
                    <a:pt x="25" y="2"/>
                  </a:lnTo>
                  <a:lnTo>
                    <a:pt x="0" y="0"/>
                  </a:lnTo>
                  <a:lnTo>
                    <a:pt x="0" y="11"/>
                  </a:lnTo>
                  <a:lnTo>
                    <a:pt x="23" y="14"/>
                  </a:lnTo>
                  <a:lnTo>
                    <a:pt x="45" y="20"/>
                  </a:lnTo>
                  <a:lnTo>
                    <a:pt x="66" y="30"/>
                  </a:lnTo>
                  <a:lnTo>
                    <a:pt x="89" y="43"/>
                  </a:lnTo>
                  <a:lnTo>
                    <a:pt x="109" y="61"/>
                  </a:lnTo>
                  <a:lnTo>
                    <a:pt x="129" y="81"/>
                  </a:lnTo>
                  <a:lnTo>
                    <a:pt x="146" y="105"/>
                  </a:lnTo>
                  <a:lnTo>
                    <a:pt x="164" y="132"/>
                  </a:lnTo>
                  <a:lnTo>
                    <a:pt x="178" y="160"/>
                  </a:lnTo>
                  <a:lnTo>
                    <a:pt x="192" y="193"/>
                  </a:lnTo>
                  <a:lnTo>
                    <a:pt x="204" y="227"/>
                  </a:lnTo>
                  <a:lnTo>
                    <a:pt x="214" y="264"/>
                  </a:lnTo>
                  <a:lnTo>
                    <a:pt x="222" y="301"/>
                  </a:lnTo>
                  <a:lnTo>
                    <a:pt x="228"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5347" name="Freeform 67"/>
            <p:cNvSpPr>
              <a:spLocks/>
            </p:cNvSpPr>
            <p:nvPr/>
          </p:nvSpPr>
          <p:spPr bwMode="auto">
            <a:xfrm>
              <a:off x="1384" y="1943"/>
              <a:ext cx="49" cy="86"/>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5" y="423"/>
                  </a:lnTo>
                  <a:lnTo>
                    <a:pt x="50" y="418"/>
                  </a:lnTo>
                  <a:lnTo>
                    <a:pt x="73" y="407"/>
                  </a:lnTo>
                  <a:lnTo>
                    <a:pt x="96" y="392"/>
                  </a:lnTo>
                  <a:lnTo>
                    <a:pt x="118" y="374"/>
                  </a:lnTo>
                  <a:lnTo>
                    <a:pt x="138" y="352"/>
                  </a:lnTo>
                  <a:lnTo>
                    <a:pt x="155" y="327"/>
                  </a:lnTo>
                  <a:lnTo>
                    <a:pt x="174" y="300"/>
                  </a:lnTo>
                  <a:lnTo>
                    <a:pt x="189" y="269"/>
                  </a:lnTo>
                  <a:lnTo>
                    <a:pt x="204" y="237"/>
                  </a:lnTo>
                  <a:lnTo>
                    <a:pt x="215" y="202"/>
                  </a:lnTo>
                  <a:lnTo>
                    <a:pt x="226" y="164"/>
                  </a:lnTo>
                  <a:lnTo>
                    <a:pt x="234" y="126"/>
                  </a:lnTo>
                  <a:lnTo>
                    <a:pt x="240" y="86"/>
                  </a:lnTo>
                  <a:lnTo>
                    <a:pt x="243" y="42"/>
                  </a:lnTo>
                  <a:lnTo>
                    <a:pt x="245" y="0"/>
                  </a:lnTo>
                  <a:lnTo>
                    <a:pt x="233" y="0"/>
                  </a:lnTo>
                  <a:lnTo>
                    <a:pt x="232" y="42"/>
                  </a:lnTo>
                  <a:lnTo>
                    <a:pt x="228" y="83"/>
                  </a:lnTo>
                  <a:lnTo>
                    <a:pt x="222" y="123"/>
                  </a:lnTo>
                  <a:lnTo>
                    <a:pt x="214" y="162"/>
                  </a:lnTo>
                  <a:lnTo>
                    <a:pt x="204" y="197"/>
                  </a:lnTo>
                  <a:lnTo>
                    <a:pt x="192" y="232"/>
                  </a:lnTo>
                  <a:lnTo>
                    <a:pt x="178" y="264"/>
                  </a:lnTo>
                  <a:lnTo>
                    <a:pt x="163" y="293"/>
                  </a:lnTo>
                  <a:lnTo>
                    <a:pt x="146" y="320"/>
                  </a:lnTo>
                  <a:lnTo>
                    <a:pt x="129" y="345"/>
                  </a:lnTo>
                  <a:lnTo>
                    <a:pt x="109" y="365"/>
                  </a:lnTo>
                  <a:lnTo>
                    <a:pt x="89" y="382"/>
                  </a:lnTo>
                  <a:lnTo>
                    <a:pt x="66" y="395"/>
                  </a:lnTo>
                  <a:lnTo>
                    <a:pt x="45" y="406"/>
                  </a:lnTo>
                  <a:lnTo>
                    <a:pt x="23"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5348" name="Freeform 68"/>
            <p:cNvSpPr>
              <a:spLocks/>
            </p:cNvSpPr>
            <p:nvPr/>
          </p:nvSpPr>
          <p:spPr bwMode="auto">
            <a:xfrm>
              <a:off x="1335" y="1943"/>
              <a:ext cx="49" cy="86"/>
            </a:xfrm>
            <a:custGeom>
              <a:avLst/>
              <a:gdLst>
                <a:gd name="T0" fmla="*/ 0 w 246"/>
                <a:gd name="T1" fmla="*/ 0 h 426"/>
                <a:gd name="T2" fmla="*/ 0 w 246"/>
                <a:gd name="T3" fmla="*/ 0 h 426"/>
                <a:gd name="T4" fmla="*/ 0 w 246"/>
                <a:gd name="T5" fmla="*/ 0 h 426"/>
                <a:gd name="T6" fmla="*/ 0 w 246"/>
                <a:gd name="T7" fmla="*/ 1 h 426"/>
                <a:gd name="T8" fmla="*/ 0 w 246"/>
                <a:gd name="T9" fmla="*/ 1 h 426"/>
                <a:gd name="T10" fmla="*/ 0 w 246"/>
                <a:gd name="T11" fmla="*/ 1 h 426"/>
                <a:gd name="T12" fmla="*/ 0 w 246"/>
                <a:gd name="T13" fmla="*/ 2 h 426"/>
                <a:gd name="T14" fmla="*/ 0 w 246"/>
                <a:gd name="T15" fmla="*/ 2 h 426"/>
                <a:gd name="T16" fmla="*/ 0 w 246"/>
                <a:gd name="T17" fmla="*/ 2 h 426"/>
                <a:gd name="T18" fmla="*/ 1 w 246"/>
                <a:gd name="T19" fmla="*/ 2 h 426"/>
                <a:gd name="T20" fmla="*/ 1 w 246"/>
                <a:gd name="T21" fmla="*/ 3 h 426"/>
                <a:gd name="T22" fmla="*/ 1 w 246"/>
                <a:gd name="T23" fmla="*/ 3 h 426"/>
                <a:gd name="T24" fmla="*/ 1 w 246"/>
                <a:gd name="T25" fmla="*/ 3 h 426"/>
                <a:gd name="T26" fmla="*/ 1 w 246"/>
                <a:gd name="T27" fmla="*/ 3 h 426"/>
                <a:gd name="T28" fmla="*/ 1 w 246"/>
                <a:gd name="T29" fmla="*/ 3 h 426"/>
                <a:gd name="T30" fmla="*/ 2 w 246"/>
                <a:gd name="T31" fmla="*/ 3 h 426"/>
                <a:gd name="T32" fmla="*/ 2 w 246"/>
                <a:gd name="T33" fmla="*/ 3 h 426"/>
                <a:gd name="T34" fmla="*/ 2 w 246"/>
                <a:gd name="T35" fmla="*/ 3 h 426"/>
                <a:gd name="T36" fmla="*/ 2 w 246"/>
                <a:gd name="T37" fmla="*/ 3 h 426"/>
                <a:gd name="T38" fmla="*/ 2 w 246"/>
                <a:gd name="T39" fmla="*/ 3 h 426"/>
                <a:gd name="T40" fmla="*/ 2 w 246"/>
                <a:gd name="T41" fmla="*/ 3 h 426"/>
                <a:gd name="T42" fmla="*/ 1 w 246"/>
                <a:gd name="T43" fmla="*/ 3 h 426"/>
                <a:gd name="T44" fmla="*/ 1 w 246"/>
                <a:gd name="T45" fmla="*/ 3 h 426"/>
                <a:gd name="T46" fmla="*/ 1 w 246"/>
                <a:gd name="T47" fmla="*/ 3 h 426"/>
                <a:gd name="T48" fmla="*/ 1 w 246"/>
                <a:gd name="T49" fmla="*/ 3 h 426"/>
                <a:gd name="T50" fmla="*/ 1 w 246"/>
                <a:gd name="T51" fmla="*/ 3 h 426"/>
                <a:gd name="T52" fmla="*/ 1 w 246"/>
                <a:gd name="T53" fmla="*/ 2 h 426"/>
                <a:gd name="T54" fmla="*/ 1 w 246"/>
                <a:gd name="T55" fmla="*/ 2 h 426"/>
                <a:gd name="T56" fmla="*/ 0 w 246"/>
                <a:gd name="T57" fmla="*/ 2 h 426"/>
                <a:gd name="T58" fmla="*/ 0 w 246"/>
                <a:gd name="T59" fmla="*/ 2 h 426"/>
                <a:gd name="T60" fmla="*/ 0 w 246"/>
                <a:gd name="T61" fmla="*/ 1 h 426"/>
                <a:gd name="T62" fmla="*/ 0 w 246"/>
                <a:gd name="T63" fmla="*/ 1 h 426"/>
                <a:gd name="T64" fmla="*/ 0 w 246"/>
                <a:gd name="T65" fmla="*/ 1 h 426"/>
                <a:gd name="T66" fmla="*/ 0 w 246"/>
                <a:gd name="T67" fmla="*/ 0 h 426"/>
                <a:gd name="T68" fmla="*/ 0 w 246"/>
                <a:gd name="T69" fmla="*/ 0 h 426"/>
                <a:gd name="T70" fmla="*/ 0 w 246"/>
                <a:gd name="T71" fmla="*/ 0 h 426"/>
                <a:gd name="T72" fmla="*/ 0 w 246"/>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0"/>
                  </a:moveTo>
                  <a:lnTo>
                    <a:pt x="0" y="0"/>
                  </a:lnTo>
                  <a:lnTo>
                    <a:pt x="1" y="42"/>
                  </a:lnTo>
                  <a:lnTo>
                    <a:pt x="4" y="86"/>
                  </a:lnTo>
                  <a:lnTo>
                    <a:pt x="10" y="126"/>
                  </a:lnTo>
                  <a:lnTo>
                    <a:pt x="18" y="164"/>
                  </a:lnTo>
                  <a:lnTo>
                    <a:pt x="29" y="202"/>
                  </a:lnTo>
                  <a:lnTo>
                    <a:pt x="41" y="237"/>
                  </a:lnTo>
                  <a:lnTo>
                    <a:pt x="55" y="269"/>
                  </a:lnTo>
                  <a:lnTo>
                    <a:pt x="71" y="300"/>
                  </a:lnTo>
                  <a:lnTo>
                    <a:pt x="89" y="327"/>
                  </a:lnTo>
                  <a:lnTo>
                    <a:pt x="107" y="352"/>
                  </a:lnTo>
                  <a:lnTo>
                    <a:pt x="127" y="374"/>
                  </a:lnTo>
                  <a:lnTo>
                    <a:pt x="150" y="392"/>
                  </a:lnTo>
                  <a:lnTo>
                    <a:pt x="171" y="407"/>
                  </a:lnTo>
                  <a:lnTo>
                    <a:pt x="195" y="418"/>
                  </a:lnTo>
                  <a:lnTo>
                    <a:pt x="220" y="423"/>
                  </a:lnTo>
                  <a:lnTo>
                    <a:pt x="246" y="426"/>
                  </a:lnTo>
                  <a:lnTo>
                    <a:pt x="246" y="414"/>
                  </a:lnTo>
                  <a:lnTo>
                    <a:pt x="222" y="412"/>
                  </a:lnTo>
                  <a:lnTo>
                    <a:pt x="200" y="406"/>
                  </a:lnTo>
                  <a:lnTo>
                    <a:pt x="178" y="395"/>
                  </a:lnTo>
                  <a:lnTo>
                    <a:pt x="157" y="382"/>
                  </a:lnTo>
                  <a:lnTo>
                    <a:pt x="137" y="365"/>
                  </a:lnTo>
                  <a:lnTo>
                    <a:pt x="117" y="345"/>
                  </a:lnTo>
                  <a:lnTo>
                    <a:pt x="98" y="320"/>
                  </a:lnTo>
                  <a:lnTo>
                    <a:pt x="83" y="293"/>
                  </a:lnTo>
                  <a:lnTo>
                    <a:pt x="66" y="264"/>
                  </a:lnTo>
                  <a:lnTo>
                    <a:pt x="52" y="232"/>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5349" name="Freeform 69"/>
            <p:cNvSpPr>
              <a:spLocks/>
            </p:cNvSpPr>
            <p:nvPr/>
          </p:nvSpPr>
          <p:spPr bwMode="auto">
            <a:xfrm>
              <a:off x="1335" y="1859"/>
              <a:ext cx="49" cy="84"/>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1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0" y="2"/>
                  </a:lnTo>
                  <a:lnTo>
                    <a:pt x="195" y="8"/>
                  </a:lnTo>
                  <a:lnTo>
                    <a:pt x="171" y="18"/>
                  </a:lnTo>
                  <a:lnTo>
                    <a:pt x="150" y="34"/>
                  </a:lnTo>
                  <a:lnTo>
                    <a:pt x="127" y="51"/>
                  </a:lnTo>
                  <a:lnTo>
                    <a:pt x="107" y="74"/>
                  </a:lnTo>
                  <a:lnTo>
                    <a:pt x="89" y="98"/>
                  </a:lnTo>
                  <a:lnTo>
                    <a:pt x="72" y="125"/>
                  </a:lnTo>
                  <a:lnTo>
                    <a:pt x="55" y="156"/>
                  </a:lnTo>
                  <a:lnTo>
                    <a:pt x="41" y="188"/>
                  </a:lnTo>
                  <a:lnTo>
                    <a:pt x="29" y="222"/>
                  </a:lnTo>
                  <a:lnTo>
                    <a:pt x="18" y="261"/>
                  </a:lnTo>
                  <a:lnTo>
                    <a:pt x="10" y="299"/>
                  </a:lnTo>
                  <a:lnTo>
                    <a:pt x="4" y="339"/>
                  </a:lnTo>
                  <a:lnTo>
                    <a:pt x="1" y="382"/>
                  </a:lnTo>
                  <a:lnTo>
                    <a:pt x="0" y="424"/>
                  </a:lnTo>
                  <a:lnTo>
                    <a:pt x="11" y="424"/>
                  </a:lnTo>
                  <a:lnTo>
                    <a:pt x="13" y="382"/>
                  </a:lnTo>
                  <a:lnTo>
                    <a:pt x="16" y="341"/>
                  </a:lnTo>
                  <a:lnTo>
                    <a:pt x="22" y="301"/>
                  </a:lnTo>
                  <a:lnTo>
                    <a:pt x="30" y="264"/>
                  </a:lnTo>
                  <a:lnTo>
                    <a:pt x="41" y="227"/>
                  </a:lnTo>
                  <a:lnTo>
                    <a:pt x="52" y="193"/>
                  </a:lnTo>
                  <a:lnTo>
                    <a:pt x="66" y="160"/>
                  </a:lnTo>
                  <a:lnTo>
                    <a:pt x="82" y="132"/>
                  </a:lnTo>
                  <a:lnTo>
                    <a:pt x="98" y="105"/>
                  </a:lnTo>
                  <a:lnTo>
                    <a:pt x="117" y="81"/>
                  </a:lnTo>
                  <a:lnTo>
                    <a:pt x="137" y="61"/>
                  </a:lnTo>
                  <a:lnTo>
                    <a:pt x="157" y="43"/>
                  </a:lnTo>
                  <a:lnTo>
                    <a:pt x="178" y="30"/>
                  </a:lnTo>
                  <a:lnTo>
                    <a:pt x="200" y="20"/>
                  </a:lnTo>
                  <a:lnTo>
                    <a:pt x="222" y="14"/>
                  </a:lnTo>
                  <a:lnTo>
                    <a:pt x="246" y="11"/>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5350" name="Freeform 70"/>
            <p:cNvSpPr>
              <a:spLocks/>
            </p:cNvSpPr>
            <p:nvPr/>
          </p:nvSpPr>
          <p:spPr bwMode="auto">
            <a:xfrm>
              <a:off x="1552" y="1751"/>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1" y="339"/>
                  </a:lnTo>
                  <a:lnTo>
                    <a:pt x="235" y="299"/>
                  </a:lnTo>
                  <a:lnTo>
                    <a:pt x="226" y="261"/>
                  </a:lnTo>
                  <a:lnTo>
                    <a:pt x="216" y="223"/>
                  </a:lnTo>
                  <a:lnTo>
                    <a:pt x="204" y="189"/>
                  </a:lnTo>
                  <a:lnTo>
                    <a:pt x="190" y="156"/>
                  </a:lnTo>
                  <a:lnTo>
                    <a:pt x="174" y="125"/>
                  </a:lnTo>
                  <a:lnTo>
                    <a:pt x="156" y="98"/>
                  </a:lnTo>
                  <a:lnTo>
                    <a:pt x="137" y="74"/>
                  </a:lnTo>
                  <a:lnTo>
                    <a:pt x="119" y="52"/>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8" y="81"/>
                  </a:lnTo>
                  <a:lnTo>
                    <a:pt x="147" y="105"/>
                  </a:lnTo>
                  <a:lnTo>
                    <a:pt x="164" y="132"/>
                  </a:lnTo>
                  <a:lnTo>
                    <a:pt x="178" y="161"/>
                  </a:lnTo>
                  <a:lnTo>
                    <a:pt x="193" y="193"/>
                  </a:lnTo>
                  <a:lnTo>
                    <a:pt x="204" y="227"/>
                  </a:lnTo>
                  <a:lnTo>
                    <a:pt x="215" y="264"/>
                  </a:lnTo>
                  <a:lnTo>
                    <a:pt x="223" y="301"/>
                  </a:lnTo>
                  <a:lnTo>
                    <a:pt x="229" y="341"/>
                  </a:lnTo>
                  <a:lnTo>
                    <a:pt x="232" y="382"/>
                  </a:lnTo>
                  <a:lnTo>
                    <a:pt x="234"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5351" name="Freeform 71"/>
            <p:cNvSpPr>
              <a:spLocks/>
            </p:cNvSpPr>
            <p:nvPr/>
          </p:nvSpPr>
          <p:spPr bwMode="auto">
            <a:xfrm>
              <a:off x="1552" y="1836"/>
              <a:ext cx="49" cy="85"/>
            </a:xfrm>
            <a:custGeom>
              <a:avLst/>
              <a:gdLst>
                <a:gd name="T0" fmla="*/ 0 w 245"/>
                <a:gd name="T1" fmla="*/ 3 h 425"/>
                <a:gd name="T2" fmla="*/ 0 w 245"/>
                <a:gd name="T3" fmla="*/ 3 h 425"/>
                <a:gd name="T4" fmla="*/ 0 w 245"/>
                <a:gd name="T5" fmla="*/ 3 h 425"/>
                <a:gd name="T6" fmla="*/ 0 w 245"/>
                <a:gd name="T7" fmla="*/ 3 h 425"/>
                <a:gd name="T8" fmla="*/ 1 w 245"/>
                <a:gd name="T9" fmla="*/ 3 h 425"/>
                <a:gd name="T10" fmla="*/ 1 w 245"/>
                <a:gd name="T11" fmla="*/ 3 h 425"/>
                <a:gd name="T12" fmla="*/ 1 w 245"/>
                <a:gd name="T13" fmla="*/ 3 h 425"/>
                <a:gd name="T14" fmla="*/ 1 w 245"/>
                <a:gd name="T15" fmla="*/ 3 h 425"/>
                <a:gd name="T16" fmla="*/ 1 w 245"/>
                <a:gd name="T17" fmla="*/ 3 h 425"/>
                <a:gd name="T18" fmla="*/ 1 w 245"/>
                <a:gd name="T19" fmla="*/ 2 h 425"/>
                <a:gd name="T20" fmla="*/ 2 w 245"/>
                <a:gd name="T21" fmla="*/ 2 h 425"/>
                <a:gd name="T22" fmla="*/ 2 w 245"/>
                <a:gd name="T23" fmla="*/ 2 h 425"/>
                <a:gd name="T24" fmla="*/ 2 w 245"/>
                <a:gd name="T25" fmla="*/ 2 h 425"/>
                <a:gd name="T26" fmla="*/ 2 w 245"/>
                <a:gd name="T27" fmla="*/ 1 h 425"/>
                <a:gd name="T28" fmla="*/ 2 w 245"/>
                <a:gd name="T29" fmla="*/ 1 h 425"/>
                <a:gd name="T30" fmla="*/ 2 w 245"/>
                <a:gd name="T31" fmla="*/ 1 h 425"/>
                <a:gd name="T32" fmla="*/ 2 w 245"/>
                <a:gd name="T33" fmla="*/ 0 h 425"/>
                <a:gd name="T34" fmla="*/ 2 w 245"/>
                <a:gd name="T35" fmla="*/ 0 h 425"/>
                <a:gd name="T36" fmla="*/ 2 w 245"/>
                <a:gd name="T37" fmla="*/ 0 h 425"/>
                <a:gd name="T38" fmla="*/ 2 w 245"/>
                <a:gd name="T39" fmla="*/ 0 h 425"/>
                <a:gd name="T40" fmla="*/ 2 w 245"/>
                <a:gd name="T41" fmla="*/ 1 h 425"/>
                <a:gd name="T42" fmla="*/ 2 w 245"/>
                <a:gd name="T43" fmla="*/ 1 h 425"/>
                <a:gd name="T44" fmla="*/ 2 w 245"/>
                <a:gd name="T45" fmla="*/ 1 h 425"/>
                <a:gd name="T46" fmla="*/ 2 w 245"/>
                <a:gd name="T47" fmla="*/ 2 h 425"/>
                <a:gd name="T48" fmla="*/ 2 w 245"/>
                <a:gd name="T49" fmla="*/ 2 h 425"/>
                <a:gd name="T50" fmla="*/ 1 w 245"/>
                <a:gd name="T51" fmla="*/ 2 h 425"/>
                <a:gd name="T52" fmla="*/ 1 w 245"/>
                <a:gd name="T53" fmla="*/ 2 h 425"/>
                <a:gd name="T54" fmla="*/ 1 w 245"/>
                <a:gd name="T55" fmla="*/ 3 h 425"/>
                <a:gd name="T56" fmla="*/ 1 w 245"/>
                <a:gd name="T57" fmla="*/ 3 h 425"/>
                <a:gd name="T58" fmla="*/ 1 w 245"/>
                <a:gd name="T59" fmla="*/ 3 h 425"/>
                <a:gd name="T60" fmla="*/ 1 w 245"/>
                <a:gd name="T61" fmla="*/ 3 h 425"/>
                <a:gd name="T62" fmla="*/ 1 w 245"/>
                <a:gd name="T63" fmla="*/ 3 h 425"/>
                <a:gd name="T64" fmla="*/ 0 w 245"/>
                <a:gd name="T65" fmla="*/ 3 h 425"/>
                <a:gd name="T66" fmla="*/ 0 w 245"/>
                <a:gd name="T67" fmla="*/ 3 h 425"/>
                <a:gd name="T68" fmla="*/ 0 w 245"/>
                <a:gd name="T69" fmla="*/ 3 h 425"/>
                <a:gd name="T70" fmla="*/ 0 w 245"/>
                <a:gd name="T71" fmla="*/ 3 h 425"/>
                <a:gd name="T72" fmla="*/ 0 w 245"/>
                <a:gd name="T73" fmla="*/ 3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5"/>
                <a:gd name="T113" fmla="*/ 245 w 245"/>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5">
                  <a:moveTo>
                    <a:pt x="0" y="425"/>
                  </a:moveTo>
                  <a:lnTo>
                    <a:pt x="0" y="425"/>
                  </a:lnTo>
                  <a:lnTo>
                    <a:pt x="26" y="422"/>
                  </a:lnTo>
                  <a:lnTo>
                    <a:pt x="51" y="417"/>
                  </a:lnTo>
                  <a:lnTo>
                    <a:pt x="74" y="406"/>
                  </a:lnTo>
                  <a:lnTo>
                    <a:pt x="96" y="391"/>
                  </a:lnTo>
                  <a:lnTo>
                    <a:pt x="119" y="373"/>
                  </a:lnTo>
                  <a:lnTo>
                    <a:pt x="137" y="351"/>
                  </a:lnTo>
                  <a:lnTo>
                    <a:pt x="156" y="326"/>
                  </a:lnTo>
                  <a:lnTo>
                    <a:pt x="174" y="299"/>
                  </a:lnTo>
                  <a:lnTo>
                    <a:pt x="190" y="269"/>
                  </a:lnTo>
                  <a:lnTo>
                    <a:pt x="204" y="236"/>
                  </a:lnTo>
                  <a:lnTo>
                    <a:pt x="216" y="202"/>
                  </a:lnTo>
                  <a:lnTo>
                    <a:pt x="226" y="163"/>
                  </a:lnTo>
                  <a:lnTo>
                    <a:pt x="235" y="126"/>
                  </a:lnTo>
                  <a:lnTo>
                    <a:pt x="241" y="86"/>
                  </a:lnTo>
                  <a:lnTo>
                    <a:pt x="244" y="43"/>
                  </a:lnTo>
                  <a:lnTo>
                    <a:pt x="245" y="0"/>
                  </a:lnTo>
                  <a:lnTo>
                    <a:pt x="234" y="0"/>
                  </a:lnTo>
                  <a:lnTo>
                    <a:pt x="232" y="43"/>
                  </a:lnTo>
                  <a:lnTo>
                    <a:pt x="229" y="84"/>
                  </a:lnTo>
                  <a:lnTo>
                    <a:pt x="223" y="123"/>
                  </a:lnTo>
                  <a:lnTo>
                    <a:pt x="215" y="161"/>
                  </a:lnTo>
                  <a:lnTo>
                    <a:pt x="204" y="197"/>
                  </a:lnTo>
                  <a:lnTo>
                    <a:pt x="193" y="231"/>
                  </a:lnTo>
                  <a:lnTo>
                    <a:pt x="178" y="264"/>
                  </a:lnTo>
                  <a:lnTo>
                    <a:pt x="164" y="292"/>
                  </a:lnTo>
                  <a:lnTo>
                    <a:pt x="147" y="319"/>
                  </a:lnTo>
                  <a:lnTo>
                    <a:pt x="128" y="344"/>
                  </a:lnTo>
                  <a:lnTo>
                    <a:pt x="109" y="364"/>
                  </a:lnTo>
                  <a:lnTo>
                    <a:pt x="89" y="381"/>
                  </a:lnTo>
                  <a:lnTo>
                    <a:pt x="67" y="394"/>
                  </a:lnTo>
                  <a:lnTo>
                    <a:pt x="46" y="405"/>
                  </a:lnTo>
                  <a:lnTo>
                    <a:pt x="24" y="411"/>
                  </a:lnTo>
                  <a:lnTo>
                    <a:pt x="0" y="413"/>
                  </a:lnTo>
                  <a:lnTo>
                    <a:pt x="0" y="425"/>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5352" name="Freeform 72"/>
            <p:cNvSpPr>
              <a:spLocks/>
            </p:cNvSpPr>
            <p:nvPr/>
          </p:nvSpPr>
          <p:spPr bwMode="auto">
            <a:xfrm>
              <a:off x="1502" y="1836"/>
              <a:ext cx="50" cy="85"/>
            </a:xfrm>
            <a:custGeom>
              <a:avLst/>
              <a:gdLst>
                <a:gd name="T0" fmla="*/ 0 w 246"/>
                <a:gd name="T1" fmla="*/ 0 h 425"/>
                <a:gd name="T2" fmla="*/ 0 w 246"/>
                <a:gd name="T3" fmla="*/ 0 h 425"/>
                <a:gd name="T4" fmla="*/ 0 w 246"/>
                <a:gd name="T5" fmla="*/ 0 h 425"/>
                <a:gd name="T6" fmla="*/ 0 w 246"/>
                <a:gd name="T7" fmla="*/ 1 h 425"/>
                <a:gd name="T8" fmla="*/ 0 w 246"/>
                <a:gd name="T9" fmla="*/ 1 h 425"/>
                <a:gd name="T10" fmla="*/ 0 w 246"/>
                <a:gd name="T11" fmla="*/ 1 h 425"/>
                <a:gd name="T12" fmla="*/ 0 w 246"/>
                <a:gd name="T13" fmla="*/ 2 h 425"/>
                <a:gd name="T14" fmla="*/ 0 w 246"/>
                <a:gd name="T15" fmla="*/ 2 h 425"/>
                <a:gd name="T16" fmla="*/ 0 w 246"/>
                <a:gd name="T17" fmla="*/ 2 h 425"/>
                <a:gd name="T18" fmla="*/ 1 w 246"/>
                <a:gd name="T19" fmla="*/ 2 h 425"/>
                <a:gd name="T20" fmla="*/ 1 w 246"/>
                <a:gd name="T21" fmla="*/ 3 h 425"/>
                <a:gd name="T22" fmla="*/ 1 w 246"/>
                <a:gd name="T23" fmla="*/ 3 h 425"/>
                <a:gd name="T24" fmla="*/ 1 w 246"/>
                <a:gd name="T25" fmla="*/ 3 h 425"/>
                <a:gd name="T26" fmla="*/ 1 w 246"/>
                <a:gd name="T27" fmla="*/ 3 h 425"/>
                <a:gd name="T28" fmla="*/ 1 w 246"/>
                <a:gd name="T29" fmla="*/ 3 h 425"/>
                <a:gd name="T30" fmla="*/ 2 w 246"/>
                <a:gd name="T31" fmla="*/ 3 h 425"/>
                <a:gd name="T32" fmla="*/ 2 w 246"/>
                <a:gd name="T33" fmla="*/ 3 h 425"/>
                <a:gd name="T34" fmla="*/ 2 w 246"/>
                <a:gd name="T35" fmla="*/ 3 h 425"/>
                <a:gd name="T36" fmla="*/ 2 w 246"/>
                <a:gd name="T37" fmla="*/ 3 h 425"/>
                <a:gd name="T38" fmla="*/ 2 w 246"/>
                <a:gd name="T39" fmla="*/ 3 h 425"/>
                <a:gd name="T40" fmla="*/ 2 w 246"/>
                <a:gd name="T41" fmla="*/ 3 h 425"/>
                <a:gd name="T42" fmla="*/ 1 w 246"/>
                <a:gd name="T43" fmla="*/ 3 h 425"/>
                <a:gd name="T44" fmla="*/ 1 w 246"/>
                <a:gd name="T45" fmla="*/ 3 h 425"/>
                <a:gd name="T46" fmla="*/ 1 w 246"/>
                <a:gd name="T47" fmla="*/ 3 h 425"/>
                <a:gd name="T48" fmla="*/ 1 w 246"/>
                <a:gd name="T49" fmla="*/ 3 h 425"/>
                <a:gd name="T50" fmla="*/ 1 w 246"/>
                <a:gd name="T51" fmla="*/ 3 h 425"/>
                <a:gd name="T52" fmla="*/ 1 w 246"/>
                <a:gd name="T53" fmla="*/ 2 h 425"/>
                <a:gd name="T54" fmla="*/ 1 w 246"/>
                <a:gd name="T55" fmla="*/ 2 h 425"/>
                <a:gd name="T56" fmla="*/ 0 w 246"/>
                <a:gd name="T57" fmla="*/ 2 h 425"/>
                <a:gd name="T58" fmla="*/ 0 w 246"/>
                <a:gd name="T59" fmla="*/ 2 h 425"/>
                <a:gd name="T60" fmla="*/ 0 w 246"/>
                <a:gd name="T61" fmla="*/ 1 h 425"/>
                <a:gd name="T62" fmla="*/ 0 w 246"/>
                <a:gd name="T63" fmla="*/ 1 h 425"/>
                <a:gd name="T64" fmla="*/ 0 w 246"/>
                <a:gd name="T65" fmla="*/ 1 h 425"/>
                <a:gd name="T66" fmla="*/ 0 w 246"/>
                <a:gd name="T67" fmla="*/ 0 h 425"/>
                <a:gd name="T68" fmla="*/ 0 w 246"/>
                <a:gd name="T69" fmla="*/ 0 h 425"/>
                <a:gd name="T70" fmla="*/ 0 w 246"/>
                <a:gd name="T71" fmla="*/ 0 h 425"/>
                <a:gd name="T72" fmla="*/ 0 w 246"/>
                <a:gd name="T73" fmla="*/ 0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5"/>
                <a:gd name="T113" fmla="*/ 246 w 246"/>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5">
                  <a:moveTo>
                    <a:pt x="0" y="0"/>
                  </a:moveTo>
                  <a:lnTo>
                    <a:pt x="0" y="0"/>
                  </a:lnTo>
                  <a:lnTo>
                    <a:pt x="2" y="43"/>
                  </a:lnTo>
                  <a:lnTo>
                    <a:pt x="5" y="86"/>
                  </a:lnTo>
                  <a:lnTo>
                    <a:pt x="11" y="126"/>
                  </a:lnTo>
                  <a:lnTo>
                    <a:pt x="19" y="163"/>
                  </a:lnTo>
                  <a:lnTo>
                    <a:pt x="30" y="202"/>
                  </a:lnTo>
                  <a:lnTo>
                    <a:pt x="41" y="236"/>
                  </a:lnTo>
                  <a:lnTo>
                    <a:pt x="55" y="269"/>
                  </a:lnTo>
                  <a:lnTo>
                    <a:pt x="73" y="299"/>
                  </a:lnTo>
                  <a:lnTo>
                    <a:pt x="89" y="326"/>
                  </a:lnTo>
                  <a:lnTo>
                    <a:pt x="108" y="351"/>
                  </a:lnTo>
                  <a:lnTo>
                    <a:pt x="128" y="373"/>
                  </a:lnTo>
                  <a:lnTo>
                    <a:pt x="150" y="391"/>
                  </a:lnTo>
                  <a:lnTo>
                    <a:pt x="171" y="406"/>
                  </a:lnTo>
                  <a:lnTo>
                    <a:pt x="196" y="417"/>
                  </a:lnTo>
                  <a:lnTo>
                    <a:pt x="221" y="422"/>
                  </a:lnTo>
                  <a:lnTo>
                    <a:pt x="246" y="425"/>
                  </a:lnTo>
                  <a:lnTo>
                    <a:pt x="246" y="413"/>
                  </a:lnTo>
                  <a:lnTo>
                    <a:pt x="223" y="411"/>
                  </a:lnTo>
                  <a:lnTo>
                    <a:pt x="201" y="405"/>
                  </a:lnTo>
                  <a:lnTo>
                    <a:pt x="178" y="394"/>
                  </a:lnTo>
                  <a:lnTo>
                    <a:pt x="157" y="381"/>
                  </a:lnTo>
                  <a:lnTo>
                    <a:pt x="137" y="364"/>
                  </a:lnTo>
                  <a:lnTo>
                    <a:pt x="117" y="344"/>
                  </a:lnTo>
                  <a:lnTo>
                    <a:pt x="99" y="319"/>
                  </a:lnTo>
                  <a:lnTo>
                    <a:pt x="82" y="292"/>
                  </a:lnTo>
                  <a:lnTo>
                    <a:pt x="67" y="264"/>
                  </a:lnTo>
                  <a:lnTo>
                    <a:pt x="53" y="231"/>
                  </a:lnTo>
                  <a:lnTo>
                    <a:pt x="41" y="197"/>
                  </a:lnTo>
                  <a:lnTo>
                    <a:pt x="31" y="161"/>
                  </a:lnTo>
                  <a:lnTo>
                    <a:pt x="23" y="123"/>
                  </a:lnTo>
                  <a:lnTo>
                    <a:pt x="17" y="84"/>
                  </a:lnTo>
                  <a:lnTo>
                    <a:pt x="13" y="4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5353" name="Freeform 73"/>
            <p:cNvSpPr>
              <a:spLocks/>
            </p:cNvSpPr>
            <p:nvPr/>
          </p:nvSpPr>
          <p:spPr bwMode="auto">
            <a:xfrm>
              <a:off x="1502" y="1751"/>
              <a:ext cx="50" cy="85"/>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2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1" y="2"/>
                  </a:lnTo>
                  <a:lnTo>
                    <a:pt x="196" y="8"/>
                  </a:lnTo>
                  <a:lnTo>
                    <a:pt x="171" y="19"/>
                  </a:lnTo>
                  <a:lnTo>
                    <a:pt x="150" y="34"/>
                  </a:lnTo>
                  <a:lnTo>
                    <a:pt x="128" y="52"/>
                  </a:lnTo>
                  <a:lnTo>
                    <a:pt x="108" y="74"/>
                  </a:lnTo>
                  <a:lnTo>
                    <a:pt x="89" y="98"/>
                  </a:lnTo>
                  <a:lnTo>
                    <a:pt x="73" y="125"/>
                  </a:lnTo>
                  <a:lnTo>
                    <a:pt x="55" y="156"/>
                  </a:lnTo>
                  <a:lnTo>
                    <a:pt x="41" y="189"/>
                  </a:lnTo>
                  <a:lnTo>
                    <a:pt x="30" y="223"/>
                  </a:lnTo>
                  <a:lnTo>
                    <a:pt x="19" y="261"/>
                  </a:lnTo>
                  <a:lnTo>
                    <a:pt x="11" y="299"/>
                  </a:lnTo>
                  <a:lnTo>
                    <a:pt x="5" y="339"/>
                  </a:lnTo>
                  <a:lnTo>
                    <a:pt x="2" y="382"/>
                  </a:lnTo>
                  <a:lnTo>
                    <a:pt x="0" y="424"/>
                  </a:lnTo>
                  <a:lnTo>
                    <a:pt x="12" y="424"/>
                  </a:lnTo>
                  <a:lnTo>
                    <a:pt x="13" y="382"/>
                  </a:lnTo>
                  <a:lnTo>
                    <a:pt x="17" y="341"/>
                  </a:lnTo>
                  <a:lnTo>
                    <a:pt x="23" y="301"/>
                  </a:lnTo>
                  <a:lnTo>
                    <a:pt x="31" y="264"/>
                  </a:lnTo>
                  <a:lnTo>
                    <a:pt x="41" y="227"/>
                  </a:lnTo>
                  <a:lnTo>
                    <a:pt x="53" y="193"/>
                  </a:lnTo>
                  <a:lnTo>
                    <a:pt x="67" y="161"/>
                  </a:lnTo>
                  <a:lnTo>
                    <a:pt x="82" y="132"/>
                  </a:lnTo>
                  <a:lnTo>
                    <a:pt x="99" y="105"/>
                  </a:lnTo>
                  <a:lnTo>
                    <a:pt x="117" y="81"/>
                  </a:lnTo>
                  <a:lnTo>
                    <a:pt x="137" y="61"/>
                  </a:lnTo>
                  <a:lnTo>
                    <a:pt x="157" y="43"/>
                  </a:lnTo>
                  <a:lnTo>
                    <a:pt x="178" y="30"/>
                  </a:lnTo>
                  <a:lnTo>
                    <a:pt x="201" y="20"/>
                  </a:lnTo>
                  <a:lnTo>
                    <a:pt x="223" y="14"/>
                  </a:lnTo>
                  <a:lnTo>
                    <a:pt x="246" y="12"/>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5354" name="Freeform 74"/>
            <p:cNvSpPr>
              <a:spLocks/>
            </p:cNvSpPr>
            <p:nvPr/>
          </p:nvSpPr>
          <p:spPr bwMode="auto">
            <a:xfrm>
              <a:off x="1565" y="2016"/>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0" y="339"/>
                  </a:lnTo>
                  <a:lnTo>
                    <a:pt x="234" y="299"/>
                  </a:lnTo>
                  <a:lnTo>
                    <a:pt x="226" y="261"/>
                  </a:lnTo>
                  <a:lnTo>
                    <a:pt x="216" y="223"/>
                  </a:lnTo>
                  <a:lnTo>
                    <a:pt x="204" y="189"/>
                  </a:lnTo>
                  <a:lnTo>
                    <a:pt x="190" y="156"/>
                  </a:lnTo>
                  <a:lnTo>
                    <a:pt x="174" y="125"/>
                  </a:lnTo>
                  <a:lnTo>
                    <a:pt x="156" y="98"/>
                  </a:lnTo>
                  <a:lnTo>
                    <a:pt x="138" y="74"/>
                  </a:lnTo>
                  <a:lnTo>
                    <a:pt x="118" y="51"/>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9" y="81"/>
                  </a:lnTo>
                  <a:lnTo>
                    <a:pt x="147" y="105"/>
                  </a:lnTo>
                  <a:lnTo>
                    <a:pt x="164" y="132"/>
                  </a:lnTo>
                  <a:lnTo>
                    <a:pt x="178" y="160"/>
                  </a:lnTo>
                  <a:lnTo>
                    <a:pt x="192" y="193"/>
                  </a:lnTo>
                  <a:lnTo>
                    <a:pt x="204" y="227"/>
                  </a:lnTo>
                  <a:lnTo>
                    <a:pt x="215" y="264"/>
                  </a:lnTo>
                  <a:lnTo>
                    <a:pt x="223" y="301"/>
                  </a:lnTo>
                  <a:lnTo>
                    <a:pt x="229"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5355" name="Freeform 75"/>
            <p:cNvSpPr>
              <a:spLocks/>
            </p:cNvSpPr>
            <p:nvPr/>
          </p:nvSpPr>
          <p:spPr bwMode="auto">
            <a:xfrm>
              <a:off x="1565" y="2101"/>
              <a:ext cx="49" cy="85"/>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6" y="423"/>
                  </a:lnTo>
                  <a:lnTo>
                    <a:pt x="51" y="418"/>
                  </a:lnTo>
                  <a:lnTo>
                    <a:pt x="74" y="407"/>
                  </a:lnTo>
                  <a:lnTo>
                    <a:pt x="96" y="392"/>
                  </a:lnTo>
                  <a:lnTo>
                    <a:pt x="118" y="373"/>
                  </a:lnTo>
                  <a:lnTo>
                    <a:pt x="138" y="351"/>
                  </a:lnTo>
                  <a:lnTo>
                    <a:pt x="156" y="327"/>
                  </a:lnTo>
                  <a:lnTo>
                    <a:pt x="175" y="299"/>
                  </a:lnTo>
                  <a:lnTo>
                    <a:pt x="190" y="269"/>
                  </a:lnTo>
                  <a:lnTo>
                    <a:pt x="204" y="236"/>
                  </a:lnTo>
                  <a:lnTo>
                    <a:pt x="216" y="202"/>
                  </a:lnTo>
                  <a:lnTo>
                    <a:pt x="226" y="164"/>
                  </a:lnTo>
                  <a:lnTo>
                    <a:pt x="234" y="126"/>
                  </a:lnTo>
                  <a:lnTo>
                    <a:pt x="240" y="86"/>
                  </a:lnTo>
                  <a:lnTo>
                    <a:pt x="244" y="42"/>
                  </a:lnTo>
                  <a:lnTo>
                    <a:pt x="245" y="0"/>
                  </a:lnTo>
                  <a:lnTo>
                    <a:pt x="233" y="0"/>
                  </a:lnTo>
                  <a:lnTo>
                    <a:pt x="232" y="42"/>
                  </a:lnTo>
                  <a:lnTo>
                    <a:pt x="229" y="83"/>
                  </a:lnTo>
                  <a:lnTo>
                    <a:pt x="223" y="123"/>
                  </a:lnTo>
                  <a:lnTo>
                    <a:pt x="215" y="162"/>
                  </a:lnTo>
                  <a:lnTo>
                    <a:pt x="204" y="197"/>
                  </a:lnTo>
                  <a:lnTo>
                    <a:pt x="192" y="231"/>
                  </a:lnTo>
                  <a:lnTo>
                    <a:pt x="178" y="264"/>
                  </a:lnTo>
                  <a:lnTo>
                    <a:pt x="163" y="292"/>
                  </a:lnTo>
                  <a:lnTo>
                    <a:pt x="147" y="320"/>
                  </a:lnTo>
                  <a:lnTo>
                    <a:pt x="129" y="344"/>
                  </a:lnTo>
                  <a:lnTo>
                    <a:pt x="109" y="364"/>
                  </a:lnTo>
                  <a:lnTo>
                    <a:pt x="89" y="382"/>
                  </a:lnTo>
                  <a:lnTo>
                    <a:pt x="67" y="395"/>
                  </a:lnTo>
                  <a:lnTo>
                    <a:pt x="46" y="406"/>
                  </a:lnTo>
                  <a:lnTo>
                    <a:pt x="24"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5356" name="Freeform 76"/>
            <p:cNvSpPr>
              <a:spLocks/>
            </p:cNvSpPr>
            <p:nvPr/>
          </p:nvSpPr>
          <p:spPr bwMode="auto">
            <a:xfrm>
              <a:off x="1516" y="2101"/>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5" y="86"/>
                  </a:lnTo>
                  <a:lnTo>
                    <a:pt x="11" y="126"/>
                  </a:lnTo>
                  <a:lnTo>
                    <a:pt x="19" y="164"/>
                  </a:lnTo>
                  <a:lnTo>
                    <a:pt x="30" y="202"/>
                  </a:lnTo>
                  <a:lnTo>
                    <a:pt x="41" y="236"/>
                  </a:lnTo>
                  <a:lnTo>
                    <a:pt x="55" y="269"/>
                  </a:lnTo>
                  <a:lnTo>
                    <a:pt x="71" y="299"/>
                  </a:lnTo>
                  <a:lnTo>
                    <a:pt x="89" y="327"/>
                  </a:lnTo>
                  <a:lnTo>
                    <a:pt x="107" y="351"/>
                  </a:lnTo>
                  <a:lnTo>
                    <a:pt x="127" y="373"/>
                  </a:lnTo>
                  <a:lnTo>
                    <a:pt x="149" y="392"/>
                  </a:lnTo>
                  <a:lnTo>
                    <a:pt x="171" y="407"/>
                  </a:lnTo>
                  <a:lnTo>
                    <a:pt x="195" y="418"/>
                  </a:lnTo>
                  <a:lnTo>
                    <a:pt x="219" y="423"/>
                  </a:lnTo>
                  <a:lnTo>
                    <a:pt x="245" y="426"/>
                  </a:lnTo>
                  <a:lnTo>
                    <a:pt x="245" y="414"/>
                  </a:lnTo>
                  <a:lnTo>
                    <a:pt x="222" y="412"/>
                  </a:lnTo>
                  <a:lnTo>
                    <a:pt x="199" y="406"/>
                  </a:lnTo>
                  <a:lnTo>
                    <a:pt x="178" y="395"/>
                  </a:lnTo>
                  <a:lnTo>
                    <a:pt x="156" y="382"/>
                  </a:lnTo>
                  <a:lnTo>
                    <a:pt x="136" y="364"/>
                  </a:lnTo>
                  <a:lnTo>
                    <a:pt x="116" y="344"/>
                  </a:lnTo>
                  <a:lnTo>
                    <a:pt x="99" y="320"/>
                  </a:lnTo>
                  <a:lnTo>
                    <a:pt x="82" y="292"/>
                  </a:lnTo>
                  <a:lnTo>
                    <a:pt x="67" y="264"/>
                  </a:lnTo>
                  <a:lnTo>
                    <a:pt x="53" y="231"/>
                  </a:lnTo>
                  <a:lnTo>
                    <a:pt x="41" y="197"/>
                  </a:lnTo>
                  <a:lnTo>
                    <a:pt x="31" y="162"/>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5357" name="Freeform 77"/>
            <p:cNvSpPr>
              <a:spLocks/>
            </p:cNvSpPr>
            <p:nvPr/>
          </p:nvSpPr>
          <p:spPr bwMode="auto">
            <a:xfrm>
              <a:off x="1516" y="2016"/>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5" y="8"/>
                  </a:lnTo>
                  <a:lnTo>
                    <a:pt x="171" y="19"/>
                  </a:lnTo>
                  <a:lnTo>
                    <a:pt x="149" y="34"/>
                  </a:lnTo>
                  <a:lnTo>
                    <a:pt x="127" y="51"/>
                  </a:lnTo>
                  <a:lnTo>
                    <a:pt x="107" y="74"/>
                  </a:lnTo>
                  <a:lnTo>
                    <a:pt x="89" y="98"/>
                  </a:lnTo>
                  <a:lnTo>
                    <a:pt x="72" y="125"/>
                  </a:lnTo>
                  <a:lnTo>
                    <a:pt x="55" y="156"/>
                  </a:lnTo>
                  <a:lnTo>
                    <a:pt x="41" y="189"/>
                  </a:lnTo>
                  <a:lnTo>
                    <a:pt x="30" y="223"/>
                  </a:lnTo>
                  <a:lnTo>
                    <a:pt x="19" y="261"/>
                  </a:lnTo>
                  <a:lnTo>
                    <a:pt x="11" y="299"/>
                  </a:lnTo>
                  <a:lnTo>
                    <a:pt x="5" y="339"/>
                  </a:lnTo>
                  <a:lnTo>
                    <a:pt x="1" y="382"/>
                  </a:lnTo>
                  <a:lnTo>
                    <a:pt x="0" y="424"/>
                  </a:lnTo>
                  <a:lnTo>
                    <a:pt x="12" y="424"/>
                  </a:lnTo>
                  <a:lnTo>
                    <a:pt x="13" y="382"/>
                  </a:lnTo>
                  <a:lnTo>
                    <a:pt x="17" y="341"/>
                  </a:lnTo>
                  <a:lnTo>
                    <a:pt x="23" y="301"/>
                  </a:lnTo>
                  <a:lnTo>
                    <a:pt x="31" y="264"/>
                  </a:lnTo>
                  <a:lnTo>
                    <a:pt x="41" y="227"/>
                  </a:lnTo>
                  <a:lnTo>
                    <a:pt x="53" y="193"/>
                  </a:lnTo>
                  <a:lnTo>
                    <a:pt x="67" y="160"/>
                  </a:lnTo>
                  <a:lnTo>
                    <a:pt x="81" y="132"/>
                  </a:lnTo>
                  <a:lnTo>
                    <a:pt x="99" y="105"/>
                  </a:lnTo>
                  <a:lnTo>
                    <a:pt x="116" y="81"/>
                  </a:lnTo>
                  <a:lnTo>
                    <a:pt x="136" y="61"/>
                  </a:lnTo>
                  <a:lnTo>
                    <a:pt x="156" y="43"/>
                  </a:lnTo>
                  <a:lnTo>
                    <a:pt x="178" y="30"/>
                  </a:lnTo>
                  <a:lnTo>
                    <a:pt x="199" y="20"/>
                  </a:lnTo>
                  <a:lnTo>
                    <a:pt x="222"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sp>
        <p:nvSpPr>
          <p:cNvPr id="55304" name="Rectangle 79"/>
          <p:cNvSpPr>
            <a:spLocks noChangeArrowheads="1"/>
          </p:cNvSpPr>
          <p:nvPr/>
        </p:nvSpPr>
        <p:spPr bwMode="auto">
          <a:xfrm>
            <a:off x="611188" y="0"/>
            <a:ext cx="6388100" cy="6477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3000"/>
              <a:t>Sem. 1 - Lundi</a:t>
            </a:r>
          </a:p>
        </p:txBody>
      </p:sp>
      <p:sp>
        <p:nvSpPr>
          <p:cNvPr id="55305" name="Text Box 80"/>
          <p:cNvSpPr txBox="1">
            <a:spLocks noChangeArrowheads="1"/>
          </p:cNvSpPr>
          <p:nvPr/>
        </p:nvSpPr>
        <p:spPr bwMode="auto">
          <a:xfrm>
            <a:off x="566738" y="2697163"/>
            <a:ext cx="3217862"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2. Pas de commandes</a:t>
            </a:r>
          </a:p>
        </p:txBody>
      </p:sp>
      <p:sp>
        <p:nvSpPr>
          <p:cNvPr id="55306" name="Text Box 81"/>
          <p:cNvSpPr txBox="1">
            <a:spLocks noChangeArrowheads="1"/>
          </p:cNvSpPr>
          <p:nvPr/>
        </p:nvSpPr>
        <p:spPr bwMode="auto">
          <a:xfrm>
            <a:off x="566738" y="5211763"/>
            <a:ext cx="6543675" cy="4429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eaLnBrk="1" hangingPunct="1">
              <a:spcBef>
                <a:spcPct val="0"/>
              </a:spcBef>
              <a:buFontTx/>
              <a:buNone/>
            </a:pPr>
            <a:r>
              <a:rPr lang="fr-FR" altLang="fr-FR" sz="2300"/>
              <a:t>4. Pointez la production sur votre feuille de suivi</a:t>
            </a:r>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6322" name="Group 2"/>
          <p:cNvGrpSpPr>
            <a:grpSpLocks/>
          </p:cNvGrpSpPr>
          <p:nvPr/>
        </p:nvGrpSpPr>
        <p:grpSpPr bwMode="auto">
          <a:xfrm>
            <a:off x="7073900" y="215900"/>
            <a:ext cx="1878013" cy="1250950"/>
            <a:chOff x="4456" y="136"/>
            <a:chExt cx="1183" cy="788"/>
          </a:xfrm>
        </p:grpSpPr>
        <p:grpSp>
          <p:nvGrpSpPr>
            <p:cNvPr id="56382" name="Group 3"/>
            <p:cNvGrpSpPr>
              <a:grpSpLocks/>
            </p:cNvGrpSpPr>
            <p:nvPr/>
          </p:nvGrpSpPr>
          <p:grpSpPr bwMode="auto">
            <a:xfrm>
              <a:off x="4766" y="232"/>
              <a:ext cx="873" cy="692"/>
              <a:chOff x="2185" y="310"/>
              <a:chExt cx="873" cy="692"/>
            </a:xfrm>
          </p:grpSpPr>
          <p:sp>
            <p:nvSpPr>
              <p:cNvPr id="56393" name="Freeform 4"/>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accent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6394" name="Freeform 5"/>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6395" name="Freeform 6"/>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6396" name="Freeform 7"/>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6397" name="Freeform 8"/>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6398" name="Freeform 9"/>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6399" name="Freeform 10"/>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grpSp>
          <p:nvGrpSpPr>
            <p:cNvPr id="56383" name="Group 11"/>
            <p:cNvGrpSpPr>
              <a:grpSpLocks/>
            </p:cNvGrpSpPr>
            <p:nvPr/>
          </p:nvGrpSpPr>
          <p:grpSpPr bwMode="auto">
            <a:xfrm>
              <a:off x="4949" y="336"/>
              <a:ext cx="591" cy="468"/>
              <a:chOff x="2185" y="310"/>
              <a:chExt cx="873" cy="692"/>
            </a:xfrm>
          </p:grpSpPr>
          <p:sp>
            <p:nvSpPr>
              <p:cNvPr id="56386" name="Freeform 12"/>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6387" name="Freeform 13"/>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6388" name="Freeform 14"/>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6389" name="Freeform 15"/>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6390" name="Freeform 16"/>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6391" name="Freeform 17"/>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6392" name="Freeform 18"/>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pic>
          <p:nvPicPr>
            <p:cNvPr id="56384" name="Picture 19"/>
            <p:cNvPicPr>
              <a:picLocks noChangeAspect="1" noChangeArrowheads="1"/>
            </p:cNvPicPr>
            <p:nvPr/>
          </p:nvPicPr>
          <p:blipFill>
            <a:blip r:embed="rId3" cstate="print">
              <a:extLst>
                <a:ext uri="{28A0092B-C50C-407E-A947-70E740481C1C}">
                  <a14:useLocalDpi xmlns:a14="http://schemas.microsoft.com/office/drawing/2010/main" val="0"/>
                </a:ext>
              </a:extLst>
            </a:blip>
            <a:srcRect l="-4282" t="-4369" r="-5199" b="-12012"/>
            <a:stretch>
              <a:fillRect/>
            </a:stretch>
          </p:blipFill>
          <p:spPr bwMode="auto">
            <a:xfrm>
              <a:off x="4456" y="136"/>
              <a:ext cx="480" cy="5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6385" name="Text Box 20"/>
            <p:cNvSpPr txBox="1">
              <a:spLocks noChangeArrowheads="1"/>
            </p:cNvSpPr>
            <p:nvPr/>
          </p:nvSpPr>
          <p:spPr bwMode="auto">
            <a:xfrm>
              <a:off x="5066" y="314"/>
              <a:ext cx="356" cy="49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4500" b="1">
                  <a:solidFill>
                    <a:srgbClr val="FF0000"/>
                  </a:solidFill>
                  <a:latin typeface="Arial Black" pitchFamily="34" charset="0"/>
                </a:rPr>
                <a:t>7</a:t>
              </a:r>
              <a:endParaRPr lang="fr-FR" altLang="fr-FR" sz="3200">
                <a:solidFill>
                  <a:schemeClr val="tx1"/>
                </a:solidFill>
                <a:latin typeface="Arial Black" pitchFamily="34" charset="0"/>
              </a:endParaRPr>
            </a:p>
          </p:txBody>
        </p:sp>
      </p:grpSp>
      <p:sp>
        <p:nvSpPr>
          <p:cNvPr id="56324" name="Text Box 23"/>
          <p:cNvSpPr txBox="1">
            <a:spLocks noChangeArrowheads="1"/>
          </p:cNvSpPr>
          <p:nvPr/>
        </p:nvSpPr>
        <p:spPr bwMode="auto">
          <a:xfrm>
            <a:off x="566738" y="1363663"/>
            <a:ext cx="1946275"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1. Tirez le dé</a:t>
            </a:r>
          </a:p>
        </p:txBody>
      </p:sp>
      <p:sp>
        <p:nvSpPr>
          <p:cNvPr id="56325" name="Text Box 24"/>
          <p:cNvSpPr txBox="1">
            <a:spLocks noChangeArrowheads="1"/>
          </p:cNvSpPr>
          <p:nvPr/>
        </p:nvSpPr>
        <p:spPr bwMode="auto">
          <a:xfrm>
            <a:off x="566738" y="3935413"/>
            <a:ext cx="18796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3. Produisez</a:t>
            </a:r>
          </a:p>
        </p:txBody>
      </p:sp>
      <p:grpSp>
        <p:nvGrpSpPr>
          <p:cNvPr id="56326" name="Group 26"/>
          <p:cNvGrpSpPr>
            <a:grpSpLocks/>
          </p:cNvGrpSpPr>
          <p:nvPr/>
        </p:nvGrpSpPr>
        <p:grpSpPr bwMode="auto">
          <a:xfrm>
            <a:off x="2986088" y="1306513"/>
            <a:ext cx="446087" cy="534987"/>
            <a:chOff x="868" y="1439"/>
            <a:chExt cx="811" cy="972"/>
          </a:xfrm>
        </p:grpSpPr>
        <p:sp>
          <p:nvSpPr>
            <p:cNvPr id="56331" name="Freeform 27"/>
            <p:cNvSpPr>
              <a:spLocks/>
            </p:cNvSpPr>
            <p:nvPr/>
          </p:nvSpPr>
          <p:spPr bwMode="auto">
            <a:xfrm>
              <a:off x="1548" y="2014"/>
              <a:ext cx="123" cy="100"/>
            </a:xfrm>
            <a:custGeom>
              <a:avLst/>
              <a:gdLst>
                <a:gd name="T0" fmla="*/ 5 w 618"/>
                <a:gd name="T1" fmla="*/ 0 h 502"/>
                <a:gd name="T2" fmla="*/ 5 w 618"/>
                <a:gd name="T3" fmla="*/ 0 h 502"/>
                <a:gd name="T4" fmla="*/ 0 w 618"/>
                <a:gd name="T5" fmla="*/ 4 h 502"/>
                <a:gd name="T6" fmla="*/ 0 w 618"/>
                <a:gd name="T7" fmla="*/ 4 h 502"/>
                <a:gd name="T8" fmla="*/ 5 w 618"/>
                <a:gd name="T9" fmla="*/ 0 h 502"/>
                <a:gd name="T10" fmla="*/ 5 w 618"/>
                <a:gd name="T11" fmla="*/ 0 h 502"/>
                <a:gd name="T12" fmla="*/ 5 w 618"/>
                <a:gd name="T13" fmla="*/ 0 h 502"/>
                <a:gd name="T14" fmla="*/ 5 w 618"/>
                <a:gd name="T15" fmla="*/ 0 h 502"/>
                <a:gd name="T16" fmla="*/ 5 w 618"/>
                <a:gd name="T17" fmla="*/ 0 h 502"/>
                <a:gd name="T18" fmla="*/ 5 w 618"/>
                <a:gd name="T19" fmla="*/ 0 h 502"/>
                <a:gd name="T20" fmla="*/ 5 w 618"/>
                <a:gd name="T21" fmla="*/ 0 h 502"/>
                <a:gd name="T22" fmla="*/ 5 w 618"/>
                <a:gd name="T23" fmla="*/ 0 h 502"/>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618"/>
                <a:gd name="T37" fmla="*/ 0 h 502"/>
                <a:gd name="T38" fmla="*/ 618 w 618"/>
                <a:gd name="T39" fmla="*/ 502 h 502"/>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618" h="502">
                  <a:moveTo>
                    <a:pt x="611" y="0"/>
                  </a:moveTo>
                  <a:lnTo>
                    <a:pt x="606" y="2"/>
                  </a:lnTo>
                  <a:lnTo>
                    <a:pt x="0" y="490"/>
                  </a:lnTo>
                  <a:lnTo>
                    <a:pt x="10" y="502"/>
                  </a:lnTo>
                  <a:lnTo>
                    <a:pt x="616" y="14"/>
                  </a:lnTo>
                  <a:lnTo>
                    <a:pt x="611" y="16"/>
                  </a:lnTo>
                  <a:lnTo>
                    <a:pt x="616" y="14"/>
                  </a:lnTo>
                  <a:lnTo>
                    <a:pt x="618" y="9"/>
                  </a:lnTo>
                  <a:lnTo>
                    <a:pt x="617" y="3"/>
                  </a:lnTo>
                  <a:lnTo>
                    <a:pt x="612" y="1"/>
                  </a:lnTo>
                  <a:lnTo>
                    <a:pt x="606" y="2"/>
                  </a:lnTo>
                  <a:lnTo>
                    <a:pt x="611"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6332" name="Freeform 28"/>
            <p:cNvSpPr>
              <a:spLocks/>
            </p:cNvSpPr>
            <p:nvPr/>
          </p:nvSpPr>
          <p:spPr bwMode="auto">
            <a:xfrm>
              <a:off x="876" y="1852"/>
              <a:ext cx="82" cy="373"/>
            </a:xfrm>
            <a:custGeom>
              <a:avLst/>
              <a:gdLst>
                <a:gd name="T0" fmla="*/ 3 w 413"/>
                <a:gd name="T1" fmla="*/ 15 h 1865"/>
                <a:gd name="T2" fmla="*/ 3 w 413"/>
                <a:gd name="T3" fmla="*/ 15 h 1865"/>
                <a:gd name="T4" fmla="*/ 0 w 413"/>
                <a:gd name="T5" fmla="*/ 0 h 1865"/>
                <a:gd name="T6" fmla="*/ 0 w 413"/>
                <a:gd name="T7" fmla="*/ 0 h 1865"/>
                <a:gd name="T8" fmla="*/ 3 w 413"/>
                <a:gd name="T9" fmla="*/ 15 h 1865"/>
                <a:gd name="T10" fmla="*/ 3 w 413"/>
                <a:gd name="T11" fmla="*/ 15 h 1865"/>
                <a:gd name="T12" fmla="*/ 3 w 413"/>
                <a:gd name="T13" fmla="*/ 15 h 1865"/>
                <a:gd name="T14" fmla="*/ 3 w 413"/>
                <a:gd name="T15" fmla="*/ 15 h 1865"/>
                <a:gd name="T16" fmla="*/ 3 w 413"/>
                <a:gd name="T17" fmla="*/ 15 h 1865"/>
                <a:gd name="T18" fmla="*/ 3 w 413"/>
                <a:gd name="T19" fmla="*/ 15 h 1865"/>
                <a:gd name="T20" fmla="*/ 3 w 413"/>
                <a:gd name="T21" fmla="*/ 15 h 1865"/>
                <a:gd name="T22" fmla="*/ 3 w 413"/>
                <a:gd name="T23" fmla="*/ 15 h 186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413"/>
                <a:gd name="T37" fmla="*/ 0 h 1865"/>
                <a:gd name="T38" fmla="*/ 413 w 413"/>
                <a:gd name="T39" fmla="*/ 1865 h 1865"/>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413" h="1865">
                  <a:moveTo>
                    <a:pt x="400" y="1864"/>
                  </a:moveTo>
                  <a:lnTo>
                    <a:pt x="413" y="1856"/>
                  </a:lnTo>
                  <a:lnTo>
                    <a:pt x="17" y="0"/>
                  </a:lnTo>
                  <a:lnTo>
                    <a:pt x="0" y="2"/>
                  </a:lnTo>
                  <a:lnTo>
                    <a:pt x="396" y="1858"/>
                  </a:lnTo>
                  <a:lnTo>
                    <a:pt x="409" y="1850"/>
                  </a:lnTo>
                  <a:lnTo>
                    <a:pt x="396" y="1858"/>
                  </a:lnTo>
                  <a:lnTo>
                    <a:pt x="400" y="1864"/>
                  </a:lnTo>
                  <a:lnTo>
                    <a:pt x="406" y="1865"/>
                  </a:lnTo>
                  <a:lnTo>
                    <a:pt x="410" y="1862"/>
                  </a:lnTo>
                  <a:lnTo>
                    <a:pt x="413" y="1856"/>
                  </a:lnTo>
                  <a:lnTo>
                    <a:pt x="400" y="186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6333" name="Freeform 29"/>
            <p:cNvSpPr>
              <a:spLocks/>
            </p:cNvSpPr>
            <p:nvPr/>
          </p:nvSpPr>
          <p:spPr bwMode="auto">
            <a:xfrm>
              <a:off x="1282" y="1533"/>
              <a:ext cx="35" cy="161"/>
            </a:xfrm>
            <a:custGeom>
              <a:avLst/>
              <a:gdLst>
                <a:gd name="T0" fmla="*/ 1 w 175"/>
                <a:gd name="T1" fmla="*/ 6 h 807"/>
                <a:gd name="T2" fmla="*/ 1 w 175"/>
                <a:gd name="T3" fmla="*/ 6 h 807"/>
                <a:gd name="T4" fmla="*/ 1 w 175"/>
                <a:gd name="T5" fmla="*/ 6 h 807"/>
                <a:gd name="T6" fmla="*/ 1 w 175"/>
                <a:gd name="T7" fmla="*/ 5 h 807"/>
                <a:gd name="T8" fmla="*/ 1 w 175"/>
                <a:gd name="T9" fmla="*/ 5 h 807"/>
                <a:gd name="T10" fmla="*/ 1 w 175"/>
                <a:gd name="T11" fmla="*/ 5 h 807"/>
                <a:gd name="T12" fmla="*/ 1 w 175"/>
                <a:gd name="T13" fmla="*/ 4 h 807"/>
                <a:gd name="T14" fmla="*/ 1 w 175"/>
                <a:gd name="T15" fmla="*/ 4 h 807"/>
                <a:gd name="T16" fmla="*/ 1 w 175"/>
                <a:gd name="T17" fmla="*/ 3 h 807"/>
                <a:gd name="T18" fmla="*/ 1 w 175"/>
                <a:gd name="T19" fmla="*/ 3 h 807"/>
                <a:gd name="T20" fmla="*/ 1 w 175"/>
                <a:gd name="T21" fmla="*/ 3 h 807"/>
                <a:gd name="T22" fmla="*/ 1 w 175"/>
                <a:gd name="T23" fmla="*/ 2 h 807"/>
                <a:gd name="T24" fmla="*/ 1 w 175"/>
                <a:gd name="T25" fmla="*/ 2 h 807"/>
                <a:gd name="T26" fmla="*/ 1 w 175"/>
                <a:gd name="T27" fmla="*/ 2 h 807"/>
                <a:gd name="T28" fmla="*/ 1 w 175"/>
                <a:gd name="T29" fmla="*/ 1 h 807"/>
                <a:gd name="T30" fmla="*/ 1 w 175"/>
                <a:gd name="T31" fmla="*/ 1 h 807"/>
                <a:gd name="T32" fmla="*/ 1 w 175"/>
                <a:gd name="T33" fmla="*/ 1 h 807"/>
                <a:gd name="T34" fmla="*/ 1 w 175"/>
                <a:gd name="T35" fmla="*/ 0 h 807"/>
                <a:gd name="T36" fmla="*/ 1 w 175"/>
                <a:gd name="T37" fmla="*/ 0 h 807"/>
                <a:gd name="T38" fmla="*/ 1 w 175"/>
                <a:gd name="T39" fmla="*/ 0 h 807"/>
                <a:gd name="T40" fmla="*/ 0 w 175"/>
                <a:gd name="T41" fmla="*/ 1 h 807"/>
                <a:gd name="T42" fmla="*/ 0 w 175"/>
                <a:gd name="T43" fmla="*/ 1 h 807"/>
                <a:gd name="T44" fmla="*/ 0 w 175"/>
                <a:gd name="T45" fmla="*/ 1 h 807"/>
                <a:gd name="T46" fmla="*/ 0 w 175"/>
                <a:gd name="T47" fmla="*/ 2 h 807"/>
                <a:gd name="T48" fmla="*/ 0 w 175"/>
                <a:gd name="T49" fmla="*/ 2 h 807"/>
                <a:gd name="T50" fmla="*/ 0 w 175"/>
                <a:gd name="T51" fmla="*/ 3 h 807"/>
                <a:gd name="T52" fmla="*/ 0 w 175"/>
                <a:gd name="T53" fmla="*/ 3 h 807"/>
                <a:gd name="T54" fmla="*/ 0 w 175"/>
                <a:gd name="T55" fmla="*/ 3 h 807"/>
                <a:gd name="T56" fmla="*/ 0 w 175"/>
                <a:gd name="T57" fmla="*/ 4 h 807"/>
                <a:gd name="T58" fmla="*/ 0 w 175"/>
                <a:gd name="T59" fmla="*/ 4 h 807"/>
                <a:gd name="T60" fmla="*/ 0 w 175"/>
                <a:gd name="T61" fmla="*/ 5 h 807"/>
                <a:gd name="T62" fmla="*/ 0 w 175"/>
                <a:gd name="T63" fmla="*/ 5 h 807"/>
                <a:gd name="T64" fmla="*/ 0 w 175"/>
                <a:gd name="T65" fmla="*/ 5 h 807"/>
                <a:gd name="T66" fmla="*/ 1 w 175"/>
                <a:gd name="T67" fmla="*/ 6 h 807"/>
                <a:gd name="T68" fmla="*/ 1 w 175"/>
                <a:gd name="T69" fmla="*/ 6 h 807"/>
                <a:gd name="T70" fmla="*/ 1 w 175"/>
                <a:gd name="T71" fmla="*/ 6 h 807"/>
                <a:gd name="T72" fmla="*/ 1 w 175"/>
                <a:gd name="T73" fmla="*/ 6 h 807"/>
                <a:gd name="T74" fmla="*/ 1 w 175"/>
                <a:gd name="T75" fmla="*/ 6 h 807"/>
                <a:gd name="T76" fmla="*/ 1 w 175"/>
                <a:gd name="T77" fmla="*/ 6 h 807"/>
                <a:gd name="T78" fmla="*/ 1 w 175"/>
                <a:gd name="T79" fmla="*/ 6 h 807"/>
                <a:gd name="T80" fmla="*/ 1 w 175"/>
                <a:gd name="T81" fmla="*/ 6 h 807"/>
                <a:gd name="T82" fmla="*/ 1 w 175"/>
                <a:gd name="T83" fmla="*/ 6 h 807"/>
                <a:gd name="T84" fmla="*/ 1 w 175"/>
                <a:gd name="T85" fmla="*/ 6 h 807"/>
                <a:gd name="T86" fmla="*/ 1 w 175"/>
                <a:gd name="T87" fmla="*/ 6 h 807"/>
                <a:gd name="T88" fmla="*/ 1 w 175"/>
                <a:gd name="T89" fmla="*/ 6 h 807"/>
                <a:gd name="T90" fmla="*/ 1 w 175"/>
                <a:gd name="T91" fmla="*/ 6 h 80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175"/>
                <a:gd name="T139" fmla="*/ 0 h 807"/>
                <a:gd name="T140" fmla="*/ 175 w 175"/>
                <a:gd name="T141" fmla="*/ 807 h 80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175" h="807">
                  <a:moveTo>
                    <a:pt x="169" y="740"/>
                  </a:moveTo>
                  <a:lnTo>
                    <a:pt x="169" y="739"/>
                  </a:lnTo>
                  <a:lnTo>
                    <a:pt x="149" y="698"/>
                  </a:lnTo>
                  <a:lnTo>
                    <a:pt x="133" y="656"/>
                  </a:lnTo>
                  <a:lnTo>
                    <a:pt x="120" y="611"/>
                  </a:lnTo>
                  <a:lnTo>
                    <a:pt x="108" y="565"/>
                  </a:lnTo>
                  <a:lnTo>
                    <a:pt x="100" y="520"/>
                  </a:lnTo>
                  <a:lnTo>
                    <a:pt x="96" y="472"/>
                  </a:lnTo>
                  <a:lnTo>
                    <a:pt x="93" y="425"/>
                  </a:lnTo>
                  <a:lnTo>
                    <a:pt x="93" y="377"/>
                  </a:lnTo>
                  <a:lnTo>
                    <a:pt x="96" y="330"/>
                  </a:lnTo>
                  <a:lnTo>
                    <a:pt x="100" y="283"/>
                  </a:lnTo>
                  <a:lnTo>
                    <a:pt x="106" y="238"/>
                  </a:lnTo>
                  <a:lnTo>
                    <a:pt x="115" y="195"/>
                  </a:lnTo>
                  <a:lnTo>
                    <a:pt x="126" y="153"/>
                  </a:lnTo>
                  <a:lnTo>
                    <a:pt x="139" y="114"/>
                  </a:lnTo>
                  <a:lnTo>
                    <a:pt x="153" y="77"/>
                  </a:lnTo>
                  <a:lnTo>
                    <a:pt x="169" y="43"/>
                  </a:lnTo>
                  <a:lnTo>
                    <a:pt x="87" y="0"/>
                  </a:lnTo>
                  <a:lnTo>
                    <a:pt x="69" y="39"/>
                  </a:lnTo>
                  <a:lnTo>
                    <a:pt x="52" y="81"/>
                  </a:lnTo>
                  <a:lnTo>
                    <a:pt x="37" y="127"/>
                  </a:lnTo>
                  <a:lnTo>
                    <a:pt x="24" y="174"/>
                  </a:lnTo>
                  <a:lnTo>
                    <a:pt x="15" y="222"/>
                  </a:lnTo>
                  <a:lnTo>
                    <a:pt x="7" y="271"/>
                  </a:lnTo>
                  <a:lnTo>
                    <a:pt x="2" y="323"/>
                  </a:lnTo>
                  <a:lnTo>
                    <a:pt x="0" y="374"/>
                  </a:lnTo>
                  <a:lnTo>
                    <a:pt x="0" y="427"/>
                  </a:lnTo>
                  <a:lnTo>
                    <a:pt x="2" y="479"/>
                  </a:lnTo>
                  <a:lnTo>
                    <a:pt x="9" y="531"/>
                  </a:lnTo>
                  <a:lnTo>
                    <a:pt x="17" y="584"/>
                  </a:lnTo>
                  <a:lnTo>
                    <a:pt x="29" y="635"/>
                  </a:lnTo>
                  <a:lnTo>
                    <a:pt x="44" y="686"/>
                  </a:lnTo>
                  <a:lnTo>
                    <a:pt x="65" y="736"/>
                  </a:lnTo>
                  <a:lnTo>
                    <a:pt x="87" y="784"/>
                  </a:lnTo>
                  <a:lnTo>
                    <a:pt x="87" y="782"/>
                  </a:lnTo>
                  <a:lnTo>
                    <a:pt x="87" y="784"/>
                  </a:lnTo>
                  <a:lnTo>
                    <a:pt x="100" y="799"/>
                  </a:lnTo>
                  <a:lnTo>
                    <a:pt x="117" y="807"/>
                  </a:lnTo>
                  <a:lnTo>
                    <a:pt x="134" y="807"/>
                  </a:lnTo>
                  <a:lnTo>
                    <a:pt x="151" y="801"/>
                  </a:lnTo>
                  <a:lnTo>
                    <a:pt x="164" y="791"/>
                  </a:lnTo>
                  <a:lnTo>
                    <a:pt x="173" y="777"/>
                  </a:lnTo>
                  <a:lnTo>
                    <a:pt x="175" y="759"/>
                  </a:lnTo>
                  <a:lnTo>
                    <a:pt x="169" y="739"/>
                  </a:lnTo>
                  <a:lnTo>
                    <a:pt x="169" y="74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6334" name="Freeform 30"/>
            <p:cNvSpPr>
              <a:spLocks/>
            </p:cNvSpPr>
            <p:nvPr/>
          </p:nvSpPr>
          <p:spPr bwMode="auto">
            <a:xfrm>
              <a:off x="1299" y="1681"/>
              <a:ext cx="157" cy="281"/>
            </a:xfrm>
            <a:custGeom>
              <a:avLst/>
              <a:gdLst>
                <a:gd name="T0" fmla="*/ 6 w 787"/>
                <a:gd name="T1" fmla="*/ 11 h 1404"/>
                <a:gd name="T2" fmla="*/ 6 w 787"/>
                <a:gd name="T3" fmla="*/ 11 h 1404"/>
                <a:gd name="T4" fmla="*/ 1 w 787"/>
                <a:gd name="T5" fmla="*/ 0 h 1404"/>
                <a:gd name="T6" fmla="*/ 0 w 787"/>
                <a:gd name="T7" fmla="*/ 0 h 1404"/>
                <a:gd name="T8" fmla="*/ 6 w 787"/>
                <a:gd name="T9" fmla="*/ 11 h 1404"/>
                <a:gd name="T10" fmla="*/ 6 w 787"/>
                <a:gd name="T11" fmla="*/ 11 h 1404"/>
                <a:gd name="T12" fmla="*/ 6 w 787"/>
                <a:gd name="T13" fmla="*/ 11 h 1404"/>
                <a:gd name="T14" fmla="*/ 6 w 787"/>
                <a:gd name="T15" fmla="*/ 11 h 1404"/>
                <a:gd name="T16" fmla="*/ 6 w 787"/>
                <a:gd name="T17" fmla="*/ 11 h 1404"/>
                <a:gd name="T18" fmla="*/ 6 w 787"/>
                <a:gd name="T19" fmla="*/ 11 h 1404"/>
                <a:gd name="T20" fmla="*/ 6 w 787"/>
                <a:gd name="T21" fmla="*/ 11 h 1404"/>
                <a:gd name="T22" fmla="*/ 6 w 787"/>
                <a:gd name="T23" fmla="*/ 11 h 1404"/>
                <a:gd name="T24" fmla="*/ 6 w 787"/>
                <a:gd name="T25" fmla="*/ 11 h 1404"/>
                <a:gd name="T26" fmla="*/ 6 w 787"/>
                <a:gd name="T27" fmla="*/ 11 h 1404"/>
                <a:gd name="T28" fmla="*/ 6 w 787"/>
                <a:gd name="T29" fmla="*/ 11 h 1404"/>
                <a:gd name="T30" fmla="*/ 6 w 787"/>
                <a:gd name="T31" fmla="*/ 11 h 1404"/>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787"/>
                <a:gd name="T49" fmla="*/ 0 h 1404"/>
                <a:gd name="T50" fmla="*/ 787 w 787"/>
                <a:gd name="T51" fmla="*/ 1404 h 1404"/>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787" h="1404">
                  <a:moveTo>
                    <a:pt x="781" y="1334"/>
                  </a:moveTo>
                  <a:lnTo>
                    <a:pt x="781" y="1337"/>
                  </a:lnTo>
                  <a:lnTo>
                    <a:pt x="82" y="0"/>
                  </a:lnTo>
                  <a:lnTo>
                    <a:pt x="0" y="42"/>
                  </a:lnTo>
                  <a:lnTo>
                    <a:pt x="699" y="1379"/>
                  </a:lnTo>
                  <a:lnTo>
                    <a:pt x="699" y="1381"/>
                  </a:lnTo>
                  <a:lnTo>
                    <a:pt x="699" y="1379"/>
                  </a:lnTo>
                  <a:lnTo>
                    <a:pt x="712" y="1395"/>
                  </a:lnTo>
                  <a:lnTo>
                    <a:pt x="727" y="1402"/>
                  </a:lnTo>
                  <a:lnTo>
                    <a:pt x="744" y="1404"/>
                  </a:lnTo>
                  <a:lnTo>
                    <a:pt x="761" y="1398"/>
                  </a:lnTo>
                  <a:lnTo>
                    <a:pt x="775" y="1388"/>
                  </a:lnTo>
                  <a:lnTo>
                    <a:pt x="784" y="1373"/>
                  </a:lnTo>
                  <a:lnTo>
                    <a:pt x="787" y="1357"/>
                  </a:lnTo>
                  <a:lnTo>
                    <a:pt x="781" y="1337"/>
                  </a:lnTo>
                  <a:lnTo>
                    <a:pt x="781" y="13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6335" name="Freeform 31"/>
            <p:cNvSpPr>
              <a:spLocks/>
            </p:cNvSpPr>
            <p:nvPr/>
          </p:nvSpPr>
          <p:spPr bwMode="auto">
            <a:xfrm>
              <a:off x="1439" y="1948"/>
              <a:ext cx="125" cy="76"/>
            </a:xfrm>
            <a:custGeom>
              <a:avLst/>
              <a:gdLst>
                <a:gd name="T0" fmla="*/ 5 w 628"/>
                <a:gd name="T1" fmla="*/ 2 h 383"/>
                <a:gd name="T2" fmla="*/ 5 w 628"/>
                <a:gd name="T3" fmla="*/ 2 h 383"/>
                <a:gd name="T4" fmla="*/ 4 w 628"/>
                <a:gd name="T5" fmla="*/ 2 h 383"/>
                <a:gd name="T6" fmla="*/ 4 w 628"/>
                <a:gd name="T7" fmla="*/ 2 h 383"/>
                <a:gd name="T8" fmla="*/ 4 w 628"/>
                <a:gd name="T9" fmla="*/ 2 h 383"/>
                <a:gd name="T10" fmla="*/ 3 w 628"/>
                <a:gd name="T11" fmla="*/ 2 h 383"/>
                <a:gd name="T12" fmla="*/ 3 w 628"/>
                <a:gd name="T13" fmla="*/ 2 h 383"/>
                <a:gd name="T14" fmla="*/ 3 w 628"/>
                <a:gd name="T15" fmla="*/ 2 h 383"/>
                <a:gd name="T16" fmla="*/ 3 w 628"/>
                <a:gd name="T17" fmla="*/ 2 h 383"/>
                <a:gd name="T18" fmla="*/ 2 w 628"/>
                <a:gd name="T19" fmla="*/ 2 h 383"/>
                <a:gd name="T20" fmla="*/ 2 w 628"/>
                <a:gd name="T21" fmla="*/ 2 h 383"/>
                <a:gd name="T22" fmla="*/ 2 w 628"/>
                <a:gd name="T23" fmla="*/ 1 h 383"/>
                <a:gd name="T24" fmla="*/ 2 w 628"/>
                <a:gd name="T25" fmla="*/ 1 h 383"/>
                <a:gd name="T26" fmla="*/ 1 w 628"/>
                <a:gd name="T27" fmla="*/ 1 h 383"/>
                <a:gd name="T28" fmla="*/ 1 w 628"/>
                <a:gd name="T29" fmla="*/ 1 h 383"/>
                <a:gd name="T30" fmla="*/ 1 w 628"/>
                <a:gd name="T31" fmla="*/ 1 h 383"/>
                <a:gd name="T32" fmla="*/ 1 w 628"/>
                <a:gd name="T33" fmla="*/ 0 h 383"/>
                <a:gd name="T34" fmla="*/ 1 w 628"/>
                <a:gd name="T35" fmla="*/ 0 h 383"/>
                <a:gd name="T36" fmla="*/ 0 w 628"/>
                <a:gd name="T37" fmla="*/ 0 h 383"/>
                <a:gd name="T38" fmla="*/ 0 w 628"/>
                <a:gd name="T39" fmla="*/ 1 h 383"/>
                <a:gd name="T40" fmla="*/ 0 w 628"/>
                <a:gd name="T41" fmla="*/ 1 h 383"/>
                <a:gd name="T42" fmla="*/ 1 w 628"/>
                <a:gd name="T43" fmla="*/ 1 h 383"/>
                <a:gd name="T44" fmla="*/ 1 w 628"/>
                <a:gd name="T45" fmla="*/ 1 h 383"/>
                <a:gd name="T46" fmla="*/ 1 w 628"/>
                <a:gd name="T47" fmla="*/ 2 h 383"/>
                <a:gd name="T48" fmla="*/ 1 w 628"/>
                <a:gd name="T49" fmla="*/ 2 h 383"/>
                <a:gd name="T50" fmla="*/ 2 w 628"/>
                <a:gd name="T51" fmla="*/ 2 h 383"/>
                <a:gd name="T52" fmla="*/ 2 w 628"/>
                <a:gd name="T53" fmla="*/ 2 h 383"/>
                <a:gd name="T54" fmla="*/ 2 w 628"/>
                <a:gd name="T55" fmla="*/ 2 h 383"/>
                <a:gd name="T56" fmla="*/ 3 w 628"/>
                <a:gd name="T57" fmla="*/ 3 h 383"/>
                <a:gd name="T58" fmla="*/ 3 w 628"/>
                <a:gd name="T59" fmla="*/ 3 h 383"/>
                <a:gd name="T60" fmla="*/ 3 w 628"/>
                <a:gd name="T61" fmla="*/ 3 h 383"/>
                <a:gd name="T62" fmla="*/ 4 w 628"/>
                <a:gd name="T63" fmla="*/ 3 h 383"/>
                <a:gd name="T64" fmla="*/ 4 w 628"/>
                <a:gd name="T65" fmla="*/ 3 h 383"/>
                <a:gd name="T66" fmla="*/ 4 w 628"/>
                <a:gd name="T67" fmla="*/ 3 h 383"/>
                <a:gd name="T68" fmla="*/ 5 w 628"/>
                <a:gd name="T69" fmla="*/ 3 h 383"/>
                <a:gd name="T70" fmla="*/ 5 w 628"/>
                <a:gd name="T71" fmla="*/ 3 h 383"/>
                <a:gd name="T72" fmla="*/ 5 w 628"/>
                <a:gd name="T73" fmla="*/ 3 h 383"/>
                <a:gd name="T74" fmla="*/ 5 w 628"/>
                <a:gd name="T75" fmla="*/ 3 h 383"/>
                <a:gd name="T76" fmla="*/ 5 w 628"/>
                <a:gd name="T77" fmla="*/ 3 h 383"/>
                <a:gd name="T78" fmla="*/ 5 w 628"/>
                <a:gd name="T79" fmla="*/ 3 h 383"/>
                <a:gd name="T80" fmla="*/ 5 w 628"/>
                <a:gd name="T81" fmla="*/ 3 h 383"/>
                <a:gd name="T82" fmla="*/ 5 w 628"/>
                <a:gd name="T83" fmla="*/ 3 h 383"/>
                <a:gd name="T84" fmla="*/ 5 w 628"/>
                <a:gd name="T85" fmla="*/ 2 h 383"/>
                <a:gd name="T86" fmla="*/ 5 w 628"/>
                <a:gd name="T87" fmla="*/ 2 h 383"/>
                <a:gd name="T88" fmla="*/ 5 w 628"/>
                <a:gd name="T89" fmla="*/ 2 h 383"/>
                <a:gd name="T90" fmla="*/ 5 w 628"/>
                <a:gd name="T91" fmla="*/ 2 h 38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628"/>
                <a:gd name="T139" fmla="*/ 0 h 383"/>
                <a:gd name="T140" fmla="*/ 628 w 628"/>
                <a:gd name="T141" fmla="*/ 383 h 38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628" h="383">
                  <a:moveTo>
                    <a:pt x="581" y="289"/>
                  </a:moveTo>
                  <a:lnTo>
                    <a:pt x="582" y="289"/>
                  </a:lnTo>
                  <a:lnTo>
                    <a:pt x="541" y="287"/>
                  </a:lnTo>
                  <a:lnTo>
                    <a:pt x="500" y="283"/>
                  </a:lnTo>
                  <a:lnTo>
                    <a:pt x="462" y="276"/>
                  </a:lnTo>
                  <a:lnTo>
                    <a:pt x="424" y="268"/>
                  </a:lnTo>
                  <a:lnTo>
                    <a:pt x="389" y="255"/>
                  </a:lnTo>
                  <a:lnTo>
                    <a:pt x="352" y="242"/>
                  </a:lnTo>
                  <a:lnTo>
                    <a:pt x="320" y="227"/>
                  </a:lnTo>
                  <a:lnTo>
                    <a:pt x="287" y="209"/>
                  </a:lnTo>
                  <a:lnTo>
                    <a:pt x="255" y="189"/>
                  </a:lnTo>
                  <a:lnTo>
                    <a:pt x="226" y="168"/>
                  </a:lnTo>
                  <a:lnTo>
                    <a:pt x="198" y="145"/>
                  </a:lnTo>
                  <a:lnTo>
                    <a:pt x="172" y="119"/>
                  </a:lnTo>
                  <a:lnTo>
                    <a:pt x="146" y="92"/>
                  </a:lnTo>
                  <a:lnTo>
                    <a:pt x="122" y="64"/>
                  </a:lnTo>
                  <a:lnTo>
                    <a:pt x="100" y="33"/>
                  </a:lnTo>
                  <a:lnTo>
                    <a:pt x="82" y="0"/>
                  </a:lnTo>
                  <a:lnTo>
                    <a:pt x="0" y="47"/>
                  </a:lnTo>
                  <a:lnTo>
                    <a:pt x="23" y="85"/>
                  </a:lnTo>
                  <a:lnTo>
                    <a:pt x="49" y="120"/>
                  </a:lnTo>
                  <a:lnTo>
                    <a:pt x="76" y="153"/>
                  </a:lnTo>
                  <a:lnTo>
                    <a:pt x="104" y="185"/>
                  </a:lnTo>
                  <a:lnTo>
                    <a:pt x="137" y="215"/>
                  </a:lnTo>
                  <a:lnTo>
                    <a:pt x="170" y="241"/>
                  </a:lnTo>
                  <a:lnTo>
                    <a:pt x="204" y="267"/>
                  </a:lnTo>
                  <a:lnTo>
                    <a:pt x="240" y="289"/>
                  </a:lnTo>
                  <a:lnTo>
                    <a:pt x="277" y="309"/>
                  </a:lnTo>
                  <a:lnTo>
                    <a:pt x="317" y="329"/>
                  </a:lnTo>
                  <a:lnTo>
                    <a:pt x="358" y="344"/>
                  </a:lnTo>
                  <a:lnTo>
                    <a:pt x="400" y="357"/>
                  </a:lnTo>
                  <a:lnTo>
                    <a:pt x="444" y="367"/>
                  </a:lnTo>
                  <a:lnTo>
                    <a:pt x="488" y="374"/>
                  </a:lnTo>
                  <a:lnTo>
                    <a:pt x="534" y="380"/>
                  </a:lnTo>
                  <a:lnTo>
                    <a:pt x="580" y="383"/>
                  </a:lnTo>
                  <a:lnTo>
                    <a:pt x="581" y="383"/>
                  </a:lnTo>
                  <a:lnTo>
                    <a:pt x="580" y="383"/>
                  </a:lnTo>
                  <a:lnTo>
                    <a:pt x="600" y="379"/>
                  </a:lnTo>
                  <a:lnTo>
                    <a:pt x="615" y="369"/>
                  </a:lnTo>
                  <a:lnTo>
                    <a:pt x="624" y="353"/>
                  </a:lnTo>
                  <a:lnTo>
                    <a:pt x="628" y="337"/>
                  </a:lnTo>
                  <a:lnTo>
                    <a:pt x="625" y="319"/>
                  </a:lnTo>
                  <a:lnTo>
                    <a:pt x="617" y="304"/>
                  </a:lnTo>
                  <a:lnTo>
                    <a:pt x="602" y="294"/>
                  </a:lnTo>
                  <a:lnTo>
                    <a:pt x="582" y="289"/>
                  </a:lnTo>
                  <a:lnTo>
                    <a:pt x="581" y="28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6336" name="Freeform 32"/>
            <p:cNvSpPr>
              <a:spLocks/>
            </p:cNvSpPr>
            <p:nvPr/>
          </p:nvSpPr>
          <p:spPr bwMode="auto">
            <a:xfrm>
              <a:off x="1587" y="1880"/>
              <a:ext cx="85" cy="49"/>
            </a:xfrm>
            <a:custGeom>
              <a:avLst/>
              <a:gdLst>
                <a:gd name="T0" fmla="*/ 3 w 426"/>
                <a:gd name="T1" fmla="*/ 0 h 245"/>
                <a:gd name="T2" fmla="*/ 3 w 426"/>
                <a:gd name="T3" fmla="*/ 0 h 245"/>
                <a:gd name="T4" fmla="*/ 3 w 426"/>
                <a:gd name="T5" fmla="*/ 0 h 245"/>
                <a:gd name="T6" fmla="*/ 3 w 426"/>
                <a:gd name="T7" fmla="*/ 0 h 245"/>
                <a:gd name="T8" fmla="*/ 2 w 426"/>
                <a:gd name="T9" fmla="*/ 0 h 245"/>
                <a:gd name="T10" fmla="*/ 2 w 426"/>
                <a:gd name="T11" fmla="*/ 0 h 245"/>
                <a:gd name="T12" fmla="*/ 2 w 426"/>
                <a:gd name="T13" fmla="*/ 0 h 245"/>
                <a:gd name="T14" fmla="*/ 2 w 426"/>
                <a:gd name="T15" fmla="*/ 0 h 245"/>
                <a:gd name="T16" fmla="*/ 1 w 426"/>
                <a:gd name="T17" fmla="*/ 0 h 245"/>
                <a:gd name="T18" fmla="*/ 1 w 426"/>
                <a:gd name="T19" fmla="*/ 1 h 245"/>
                <a:gd name="T20" fmla="*/ 1 w 426"/>
                <a:gd name="T21" fmla="*/ 1 h 245"/>
                <a:gd name="T22" fmla="*/ 1 w 426"/>
                <a:gd name="T23" fmla="*/ 1 h 245"/>
                <a:gd name="T24" fmla="*/ 0 w 426"/>
                <a:gd name="T25" fmla="*/ 1 h 245"/>
                <a:gd name="T26" fmla="*/ 0 w 426"/>
                <a:gd name="T27" fmla="*/ 1 h 245"/>
                <a:gd name="T28" fmla="*/ 0 w 426"/>
                <a:gd name="T29" fmla="*/ 1 h 245"/>
                <a:gd name="T30" fmla="*/ 0 w 426"/>
                <a:gd name="T31" fmla="*/ 2 h 245"/>
                <a:gd name="T32" fmla="*/ 0 w 426"/>
                <a:gd name="T33" fmla="*/ 2 h 245"/>
                <a:gd name="T34" fmla="*/ 0 w 426"/>
                <a:gd name="T35" fmla="*/ 2 h 245"/>
                <a:gd name="T36" fmla="*/ 0 w 426"/>
                <a:gd name="T37" fmla="*/ 2 h 245"/>
                <a:gd name="T38" fmla="*/ 0 w 426"/>
                <a:gd name="T39" fmla="*/ 2 h 245"/>
                <a:gd name="T40" fmla="*/ 0 w 426"/>
                <a:gd name="T41" fmla="*/ 2 h 245"/>
                <a:gd name="T42" fmla="*/ 0 w 426"/>
                <a:gd name="T43" fmla="*/ 1 h 245"/>
                <a:gd name="T44" fmla="*/ 0 w 426"/>
                <a:gd name="T45" fmla="*/ 1 h 245"/>
                <a:gd name="T46" fmla="*/ 0 w 426"/>
                <a:gd name="T47" fmla="*/ 1 h 245"/>
                <a:gd name="T48" fmla="*/ 1 w 426"/>
                <a:gd name="T49" fmla="*/ 1 h 245"/>
                <a:gd name="T50" fmla="*/ 1 w 426"/>
                <a:gd name="T51" fmla="*/ 1 h 245"/>
                <a:gd name="T52" fmla="*/ 1 w 426"/>
                <a:gd name="T53" fmla="*/ 1 h 245"/>
                <a:gd name="T54" fmla="*/ 1 w 426"/>
                <a:gd name="T55" fmla="*/ 1 h 245"/>
                <a:gd name="T56" fmla="*/ 2 w 426"/>
                <a:gd name="T57" fmla="*/ 0 h 245"/>
                <a:gd name="T58" fmla="*/ 2 w 426"/>
                <a:gd name="T59" fmla="*/ 0 h 245"/>
                <a:gd name="T60" fmla="*/ 2 w 426"/>
                <a:gd name="T61" fmla="*/ 0 h 245"/>
                <a:gd name="T62" fmla="*/ 2 w 426"/>
                <a:gd name="T63" fmla="*/ 0 h 245"/>
                <a:gd name="T64" fmla="*/ 3 w 426"/>
                <a:gd name="T65" fmla="*/ 0 h 245"/>
                <a:gd name="T66" fmla="*/ 3 w 426"/>
                <a:gd name="T67" fmla="*/ 0 h 245"/>
                <a:gd name="T68" fmla="*/ 3 w 426"/>
                <a:gd name="T69" fmla="*/ 0 h 245"/>
                <a:gd name="T70" fmla="*/ 3 w 426"/>
                <a:gd name="T71" fmla="*/ 0 h 245"/>
                <a:gd name="T72" fmla="*/ 3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426" y="0"/>
                  </a:moveTo>
                  <a:lnTo>
                    <a:pt x="426" y="0"/>
                  </a:lnTo>
                  <a:lnTo>
                    <a:pt x="384" y="1"/>
                  </a:lnTo>
                  <a:lnTo>
                    <a:pt x="340" y="4"/>
                  </a:lnTo>
                  <a:lnTo>
                    <a:pt x="300" y="10"/>
                  </a:lnTo>
                  <a:lnTo>
                    <a:pt x="262" y="18"/>
                  </a:lnTo>
                  <a:lnTo>
                    <a:pt x="224" y="29"/>
                  </a:lnTo>
                  <a:lnTo>
                    <a:pt x="189" y="41"/>
                  </a:lnTo>
                  <a:lnTo>
                    <a:pt x="157" y="55"/>
                  </a:lnTo>
                  <a:lnTo>
                    <a:pt x="126" y="70"/>
                  </a:lnTo>
                  <a:lnTo>
                    <a:pt x="99" y="89"/>
                  </a:lnTo>
                  <a:lnTo>
                    <a:pt x="74" y="106"/>
                  </a:lnTo>
                  <a:lnTo>
                    <a:pt x="52" y="126"/>
                  </a:lnTo>
                  <a:lnTo>
                    <a:pt x="34" y="148"/>
                  </a:lnTo>
                  <a:lnTo>
                    <a:pt x="19" y="171"/>
                  </a:lnTo>
                  <a:lnTo>
                    <a:pt x="9" y="194"/>
                  </a:lnTo>
                  <a:lnTo>
                    <a:pt x="3" y="219"/>
                  </a:lnTo>
                  <a:lnTo>
                    <a:pt x="0" y="245"/>
                  </a:lnTo>
                  <a:lnTo>
                    <a:pt x="12" y="245"/>
                  </a:lnTo>
                  <a:lnTo>
                    <a:pt x="15" y="221"/>
                  </a:lnTo>
                  <a:lnTo>
                    <a:pt x="20" y="199"/>
                  </a:lnTo>
                  <a:lnTo>
                    <a:pt x="31" y="178"/>
                  </a:lnTo>
                  <a:lnTo>
                    <a:pt x="44" y="156"/>
                  </a:lnTo>
                  <a:lnTo>
                    <a:pt x="61" y="136"/>
                  </a:lnTo>
                  <a:lnTo>
                    <a:pt x="81" y="116"/>
                  </a:lnTo>
                  <a:lnTo>
                    <a:pt x="106" y="98"/>
                  </a:lnTo>
                  <a:lnTo>
                    <a:pt x="133" y="82"/>
                  </a:lnTo>
                  <a:lnTo>
                    <a:pt x="162" y="66"/>
                  </a:lnTo>
                  <a:lnTo>
                    <a:pt x="194" y="52"/>
                  </a:lnTo>
                  <a:lnTo>
                    <a:pt x="229" y="41"/>
                  </a:lnTo>
                  <a:lnTo>
                    <a:pt x="264" y="30"/>
                  </a:lnTo>
                  <a:lnTo>
                    <a:pt x="303" y="22"/>
                  </a:lnTo>
                  <a:lnTo>
                    <a:pt x="343" y="16"/>
                  </a:lnTo>
                  <a:lnTo>
                    <a:pt x="384" y="12"/>
                  </a:lnTo>
                  <a:lnTo>
                    <a:pt x="426" y="11"/>
                  </a:lnTo>
                  <a:lnTo>
                    <a:pt x="42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6337" name="Freeform 33"/>
            <p:cNvSpPr>
              <a:spLocks/>
            </p:cNvSpPr>
            <p:nvPr/>
          </p:nvSpPr>
          <p:spPr bwMode="auto">
            <a:xfrm>
              <a:off x="1587" y="1929"/>
              <a:ext cx="85" cy="49"/>
            </a:xfrm>
            <a:custGeom>
              <a:avLst/>
              <a:gdLst>
                <a:gd name="T0" fmla="*/ 0 w 426"/>
                <a:gd name="T1" fmla="*/ 0 h 245"/>
                <a:gd name="T2" fmla="*/ 0 w 426"/>
                <a:gd name="T3" fmla="*/ 0 h 245"/>
                <a:gd name="T4" fmla="*/ 0 w 426"/>
                <a:gd name="T5" fmla="*/ 0 h 245"/>
                <a:gd name="T6" fmla="*/ 0 w 426"/>
                <a:gd name="T7" fmla="*/ 0 h 245"/>
                <a:gd name="T8" fmla="*/ 0 w 426"/>
                <a:gd name="T9" fmla="*/ 1 h 245"/>
                <a:gd name="T10" fmla="*/ 0 w 426"/>
                <a:gd name="T11" fmla="*/ 1 h 245"/>
                <a:gd name="T12" fmla="*/ 0 w 426"/>
                <a:gd name="T13" fmla="*/ 1 h 245"/>
                <a:gd name="T14" fmla="*/ 1 w 426"/>
                <a:gd name="T15" fmla="*/ 1 h 245"/>
                <a:gd name="T16" fmla="*/ 1 w 426"/>
                <a:gd name="T17" fmla="*/ 1 h 245"/>
                <a:gd name="T18" fmla="*/ 1 w 426"/>
                <a:gd name="T19" fmla="*/ 1 h 245"/>
                <a:gd name="T20" fmla="*/ 1 w 426"/>
                <a:gd name="T21" fmla="*/ 2 h 245"/>
                <a:gd name="T22" fmla="*/ 2 w 426"/>
                <a:gd name="T23" fmla="*/ 2 h 245"/>
                <a:gd name="T24" fmla="*/ 2 w 426"/>
                <a:gd name="T25" fmla="*/ 2 h 245"/>
                <a:gd name="T26" fmla="*/ 2 w 426"/>
                <a:gd name="T27" fmla="*/ 2 h 245"/>
                <a:gd name="T28" fmla="*/ 2 w 426"/>
                <a:gd name="T29" fmla="*/ 2 h 245"/>
                <a:gd name="T30" fmla="*/ 3 w 426"/>
                <a:gd name="T31" fmla="*/ 2 h 245"/>
                <a:gd name="T32" fmla="*/ 3 w 426"/>
                <a:gd name="T33" fmla="*/ 2 h 245"/>
                <a:gd name="T34" fmla="*/ 3 w 426"/>
                <a:gd name="T35" fmla="*/ 2 h 245"/>
                <a:gd name="T36" fmla="*/ 3 w 426"/>
                <a:gd name="T37" fmla="*/ 2 h 245"/>
                <a:gd name="T38" fmla="*/ 3 w 426"/>
                <a:gd name="T39" fmla="*/ 2 h 245"/>
                <a:gd name="T40" fmla="*/ 3 w 426"/>
                <a:gd name="T41" fmla="*/ 2 h 245"/>
                <a:gd name="T42" fmla="*/ 2 w 426"/>
                <a:gd name="T43" fmla="*/ 2 h 245"/>
                <a:gd name="T44" fmla="*/ 2 w 426"/>
                <a:gd name="T45" fmla="*/ 2 h 245"/>
                <a:gd name="T46" fmla="*/ 2 w 426"/>
                <a:gd name="T47" fmla="*/ 2 h 245"/>
                <a:gd name="T48" fmla="*/ 2 w 426"/>
                <a:gd name="T49" fmla="*/ 2 h 245"/>
                <a:gd name="T50" fmla="*/ 1 w 426"/>
                <a:gd name="T51" fmla="*/ 1 h 245"/>
                <a:gd name="T52" fmla="*/ 1 w 426"/>
                <a:gd name="T53" fmla="*/ 1 h 245"/>
                <a:gd name="T54" fmla="*/ 1 w 426"/>
                <a:gd name="T55" fmla="*/ 1 h 245"/>
                <a:gd name="T56" fmla="*/ 1 w 426"/>
                <a:gd name="T57" fmla="*/ 1 h 245"/>
                <a:gd name="T58" fmla="*/ 0 w 426"/>
                <a:gd name="T59" fmla="*/ 1 h 245"/>
                <a:gd name="T60" fmla="*/ 0 w 426"/>
                <a:gd name="T61" fmla="*/ 1 h 245"/>
                <a:gd name="T62" fmla="*/ 0 w 426"/>
                <a:gd name="T63" fmla="*/ 1 h 245"/>
                <a:gd name="T64" fmla="*/ 0 w 426"/>
                <a:gd name="T65" fmla="*/ 0 h 245"/>
                <a:gd name="T66" fmla="*/ 0 w 426"/>
                <a:gd name="T67" fmla="*/ 0 h 245"/>
                <a:gd name="T68" fmla="*/ 0 w 426"/>
                <a:gd name="T69" fmla="*/ 0 h 245"/>
                <a:gd name="T70" fmla="*/ 0 w 426"/>
                <a:gd name="T71" fmla="*/ 0 h 245"/>
                <a:gd name="T72" fmla="*/ 0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0" y="0"/>
                  </a:moveTo>
                  <a:lnTo>
                    <a:pt x="0" y="0"/>
                  </a:lnTo>
                  <a:lnTo>
                    <a:pt x="3" y="25"/>
                  </a:lnTo>
                  <a:lnTo>
                    <a:pt x="9" y="50"/>
                  </a:lnTo>
                  <a:lnTo>
                    <a:pt x="19" y="73"/>
                  </a:lnTo>
                  <a:lnTo>
                    <a:pt x="34" y="96"/>
                  </a:lnTo>
                  <a:lnTo>
                    <a:pt x="52" y="118"/>
                  </a:lnTo>
                  <a:lnTo>
                    <a:pt x="74" y="138"/>
                  </a:lnTo>
                  <a:lnTo>
                    <a:pt x="99" y="156"/>
                  </a:lnTo>
                  <a:lnTo>
                    <a:pt x="126" y="174"/>
                  </a:lnTo>
                  <a:lnTo>
                    <a:pt x="157" y="190"/>
                  </a:lnTo>
                  <a:lnTo>
                    <a:pt x="189" y="204"/>
                  </a:lnTo>
                  <a:lnTo>
                    <a:pt x="224" y="215"/>
                  </a:lnTo>
                  <a:lnTo>
                    <a:pt x="262" y="226"/>
                  </a:lnTo>
                  <a:lnTo>
                    <a:pt x="300" y="234"/>
                  </a:lnTo>
                  <a:lnTo>
                    <a:pt x="340" y="240"/>
                  </a:lnTo>
                  <a:lnTo>
                    <a:pt x="384" y="244"/>
                  </a:lnTo>
                  <a:lnTo>
                    <a:pt x="426" y="245"/>
                  </a:lnTo>
                  <a:lnTo>
                    <a:pt x="426" y="233"/>
                  </a:lnTo>
                  <a:lnTo>
                    <a:pt x="384" y="232"/>
                  </a:lnTo>
                  <a:lnTo>
                    <a:pt x="343" y="228"/>
                  </a:lnTo>
                  <a:lnTo>
                    <a:pt x="303" y="222"/>
                  </a:lnTo>
                  <a:lnTo>
                    <a:pt x="264" y="214"/>
                  </a:lnTo>
                  <a:lnTo>
                    <a:pt x="229" y="204"/>
                  </a:lnTo>
                  <a:lnTo>
                    <a:pt x="194" y="192"/>
                  </a:lnTo>
                  <a:lnTo>
                    <a:pt x="162" y="178"/>
                  </a:lnTo>
                  <a:lnTo>
                    <a:pt x="133" y="163"/>
                  </a:lnTo>
                  <a:lnTo>
                    <a:pt x="106" y="146"/>
                  </a:lnTo>
                  <a:lnTo>
                    <a:pt x="81" y="129"/>
                  </a:lnTo>
                  <a:lnTo>
                    <a:pt x="61" y="109"/>
                  </a:lnTo>
                  <a:lnTo>
                    <a:pt x="44" y="89"/>
                  </a:lnTo>
                  <a:lnTo>
                    <a:pt x="31" y="66"/>
                  </a:lnTo>
                  <a:lnTo>
                    <a:pt x="20" y="45"/>
                  </a:lnTo>
                  <a:lnTo>
                    <a:pt x="15" y="2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6338" name="Freeform 34"/>
            <p:cNvSpPr>
              <a:spLocks/>
            </p:cNvSpPr>
            <p:nvPr/>
          </p:nvSpPr>
          <p:spPr bwMode="auto">
            <a:xfrm>
              <a:off x="878" y="1448"/>
              <a:ext cx="792" cy="954"/>
            </a:xfrm>
            <a:custGeom>
              <a:avLst/>
              <a:gdLst>
                <a:gd name="T0" fmla="*/ 13 w 3960"/>
                <a:gd name="T1" fmla="*/ 38 h 4768"/>
                <a:gd name="T2" fmla="*/ 14 w 3960"/>
                <a:gd name="T3" fmla="*/ 38 h 4768"/>
                <a:gd name="T4" fmla="*/ 15 w 3960"/>
                <a:gd name="T5" fmla="*/ 38 h 4768"/>
                <a:gd name="T6" fmla="*/ 15 w 3960"/>
                <a:gd name="T7" fmla="*/ 38 h 4768"/>
                <a:gd name="T8" fmla="*/ 16 w 3960"/>
                <a:gd name="T9" fmla="*/ 38 h 4768"/>
                <a:gd name="T10" fmla="*/ 17 w 3960"/>
                <a:gd name="T11" fmla="*/ 38 h 4768"/>
                <a:gd name="T12" fmla="*/ 17 w 3960"/>
                <a:gd name="T13" fmla="*/ 38 h 4768"/>
                <a:gd name="T14" fmla="*/ 18 w 3960"/>
                <a:gd name="T15" fmla="*/ 38 h 4768"/>
                <a:gd name="T16" fmla="*/ 18 w 3960"/>
                <a:gd name="T17" fmla="*/ 38 h 4768"/>
                <a:gd name="T18" fmla="*/ 29 w 3960"/>
                <a:gd name="T19" fmla="*/ 30 h 4768"/>
                <a:gd name="T20" fmla="*/ 30 w 3960"/>
                <a:gd name="T21" fmla="*/ 30 h 4768"/>
                <a:gd name="T22" fmla="*/ 30 w 3960"/>
                <a:gd name="T23" fmla="*/ 29 h 4768"/>
                <a:gd name="T24" fmla="*/ 31 w 3960"/>
                <a:gd name="T25" fmla="*/ 28 h 4768"/>
                <a:gd name="T26" fmla="*/ 31 w 3960"/>
                <a:gd name="T27" fmla="*/ 28 h 4768"/>
                <a:gd name="T28" fmla="*/ 31 w 3960"/>
                <a:gd name="T29" fmla="*/ 27 h 4768"/>
                <a:gd name="T30" fmla="*/ 32 w 3960"/>
                <a:gd name="T31" fmla="*/ 26 h 4768"/>
                <a:gd name="T32" fmla="*/ 32 w 3960"/>
                <a:gd name="T33" fmla="*/ 25 h 4768"/>
                <a:gd name="T34" fmla="*/ 32 w 3960"/>
                <a:gd name="T35" fmla="*/ 11 h 4768"/>
                <a:gd name="T36" fmla="*/ 32 w 3960"/>
                <a:gd name="T37" fmla="*/ 10 h 4768"/>
                <a:gd name="T38" fmla="*/ 31 w 3960"/>
                <a:gd name="T39" fmla="*/ 9 h 4768"/>
                <a:gd name="T40" fmla="*/ 31 w 3960"/>
                <a:gd name="T41" fmla="*/ 9 h 4768"/>
                <a:gd name="T42" fmla="*/ 31 w 3960"/>
                <a:gd name="T43" fmla="*/ 8 h 4768"/>
                <a:gd name="T44" fmla="*/ 31 w 3960"/>
                <a:gd name="T45" fmla="*/ 8 h 4768"/>
                <a:gd name="T46" fmla="*/ 30 w 3960"/>
                <a:gd name="T47" fmla="*/ 7 h 4768"/>
                <a:gd name="T48" fmla="*/ 30 w 3960"/>
                <a:gd name="T49" fmla="*/ 7 h 4768"/>
                <a:gd name="T50" fmla="*/ 29 w 3960"/>
                <a:gd name="T51" fmla="*/ 6 h 4768"/>
                <a:gd name="T52" fmla="*/ 19 w 3960"/>
                <a:gd name="T53" fmla="*/ 1 h 4768"/>
                <a:gd name="T54" fmla="*/ 18 w 3960"/>
                <a:gd name="T55" fmla="*/ 0 h 4768"/>
                <a:gd name="T56" fmla="*/ 17 w 3960"/>
                <a:gd name="T57" fmla="*/ 0 h 4768"/>
                <a:gd name="T58" fmla="*/ 17 w 3960"/>
                <a:gd name="T59" fmla="*/ 0 h 4768"/>
                <a:gd name="T60" fmla="*/ 16 w 3960"/>
                <a:gd name="T61" fmla="*/ 0 h 4768"/>
                <a:gd name="T62" fmla="*/ 15 w 3960"/>
                <a:gd name="T63" fmla="*/ 0 h 4768"/>
                <a:gd name="T64" fmla="*/ 14 w 3960"/>
                <a:gd name="T65" fmla="*/ 0 h 4768"/>
                <a:gd name="T66" fmla="*/ 14 w 3960"/>
                <a:gd name="T67" fmla="*/ 0 h 4768"/>
                <a:gd name="T68" fmla="*/ 2 w 3960"/>
                <a:gd name="T69" fmla="*/ 6 h 4768"/>
                <a:gd name="T70" fmla="*/ 2 w 3960"/>
                <a:gd name="T71" fmla="*/ 7 h 4768"/>
                <a:gd name="T72" fmla="*/ 1 w 3960"/>
                <a:gd name="T73" fmla="*/ 7 h 4768"/>
                <a:gd name="T74" fmla="*/ 1 w 3960"/>
                <a:gd name="T75" fmla="*/ 8 h 4768"/>
                <a:gd name="T76" fmla="*/ 1 w 3960"/>
                <a:gd name="T77" fmla="*/ 8 h 4768"/>
                <a:gd name="T78" fmla="*/ 0 w 3960"/>
                <a:gd name="T79" fmla="*/ 9 h 4768"/>
                <a:gd name="T80" fmla="*/ 0 w 3960"/>
                <a:gd name="T81" fmla="*/ 9 h 4768"/>
                <a:gd name="T82" fmla="*/ 0 w 3960"/>
                <a:gd name="T83" fmla="*/ 10 h 4768"/>
                <a:gd name="T84" fmla="*/ 0 w 3960"/>
                <a:gd name="T85" fmla="*/ 11 h 4768"/>
                <a:gd name="T86" fmla="*/ 0 w 3960"/>
                <a:gd name="T87" fmla="*/ 25 h 4768"/>
                <a:gd name="T88" fmla="*/ 0 w 3960"/>
                <a:gd name="T89" fmla="*/ 26 h 4768"/>
                <a:gd name="T90" fmla="*/ 0 w 3960"/>
                <a:gd name="T91" fmla="*/ 27 h 4768"/>
                <a:gd name="T92" fmla="*/ 1 w 3960"/>
                <a:gd name="T93" fmla="*/ 28 h 4768"/>
                <a:gd name="T94" fmla="*/ 1 w 3960"/>
                <a:gd name="T95" fmla="*/ 29 h 4768"/>
                <a:gd name="T96" fmla="*/ 1 w 3960"/>
                <a:gd name="T97" fmla="*/ 29 h 4768"/>
                <a:gd name="T98" fmla="*/ 2 w 3960"/>
                <a:gd name="T99" fmla="*/ 30 h 4768"/>
                <a:gd name="T100" fmla="*/ 3 w 3960"/>
                <a:gd name="T101" fmla="*/ 31 h 4768"/>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w 3960"/>
                <a:gd name="T154" fmla="*/ 0 h 4768"/>
                <a:gd name="T155" fmla="*/ 3960 w 3960"/>
                <a:gd name="T156" fmla="*/ 4768 h 4768"/>
              </a:gdLst>
              <a:ahLst/>
              <a:cxnLst>
                <a:cxn ang="T102">
                  <a:pos x="T0" y="T1"/>
                </a:cxn>
                <a:cxn ang="T103">
                  <a:pos x="T2" y="T3"/>
                </a:cxn>
                <a:cxn ang="T104">
                  <a:pos x="T4" y="T5"/>
                </a:cxn>
                <a:cxn ang="T105">
                  <a:pos x="T6" y="T7"/>
                </a:cxn>
                <a:cxn ang="T106">
                  <a:pos x="T8" y="T9"/>
                </a:cxn>
                <a:cxn ang="T107">
                  <a:pos x="T10" y="T11"/>
                </a:cxn>
                <a:cxn ang="T108">
                  <a:pos x="T12" y="T13"/>
                </a:cxn>
                <a:cxn ang="T109">
                  <a:pos x="T14" y="T15"/>
                </a:cxn>
                <a:cxn ang="T110">
                  <a:pos x="T16" y="T17"/>
                </a:cxn>
                <a:cxn ang="T111">
                  <a:pos x="T18" y="T19"/>
                </a:cxn>
                <a:cxn ang="T112">
                  <a:pos x="T20" y="T21"/>
                </a:cxn>
                <a:cxn ang="T113">
                  <a:pos x="T22" y="T23"/>
                </a:cxn>
                <a:cxn ang="T114">
                  <a:pos x="T24" y="T25"/>
                </a:cxn>
                <a:cxn ang="T115">
                  <a:pos x="T26" y="T27"/>
                </a:cxn>
                <a:cxn ang="T116">
                  <a:pos x="T28" y="T29"/>
                </a:cxn>
                <a:cxn ang="T117">
                  <a:pos x="T30" y="T31"/>
                </a:cxn>
                <a:cxn ang="T118">
                  <a:pos x="T32" y="T33"/>
                </a:cxn>
                <a:cxn ang="T119">
                  <a:pos x="T34" y="T35"/>
                </a:cxn>
                <a:cxn ang="T120">
                  <a:pos x="T36" y="T37"/>
                </a:cxn>
                <a:cxn ang="T121">
                  <a:pos x="T38" y="T39"/>
                </a:cxn>
                <a:cxn ang="T122">
                  <a:pos x="T40" y="T41"/>
                </a:cxn>
                <a:cxn ang="T123">
                  <a:pos x="T42" y="T43"/>
                </a:cxn>
                <a:cxn ang="T124">
                  <a:pos x="T44" y="T45"/>
                </a:cxn>
                <a:cxn ang="T125">
                  <a:pos x="T46" y="T47"/>
                </a:cxn>
                <a:cxn ang="T126">
                  <a:pos x="T48" y="T49"/>
                </a:cxn>
                <a:cxn ang="T127">
                  <a:pos x="T50" y="T51"/>
                </a:cxn>
                <a:cxn ang="T128">
                  <a:pos x="T52" y="T53"/>
                </a:cxn>
                <a:cxn ang="T129">
                  <a:pos x="T54" y="T55"/>
                </a:cxn>
                <a:cxn ang="T130">
                  <a:pos x="T56" y="T57"/>
                </a:cxn>
                <a:cxn ang="T131">
                  <a:pos x="T58" y="T59"/>
                </a:cxn>
                <a:cxn ang="T132">
                  <a:pos x="T60" y="T61"/>
                </a:cxn>
                <a:cxn ang="T133">
                  <a:pos x="T62" y="T63"/>
                </a:cxn>
                <a:cxn ang="T134">
                  <a:pos x="T64" y="T65"/>
                </a:cxn>
                <a:cxn ang="T135">
                  <a:pos x="T66" y="T67"/>
                </a:cxn>
                <a:cxn ang="T136">
                  <a:pos x="T68" y="T69"/>
                </a:cxn>
                <a:cxn ang="T137">
                  <a:pos x="T70" y="T71"/>
                </a:cxn>
                <a:cxn ang="T138">
                  <a:pos x="T72" y="T73"/>
                </a:cxn>
                <a:cxn ang="T139">
                  <a:pos x="T74" y="T75"/>
                </a:cxn>
                <a:cxn ang="T140">
                  <a:pos x="T76" y="T77"/>
                </a:cxn>
                <a:cxn ang="T141">
                  <a:pos x="T78" y="T79"/>
                </a:cxn>
                <a:cxn ang="T142">
                  <a:pos x="T80" y="T81"/>
                </a:cxn>
                <a:cxn ang="T143">
                  <a:pos x="T82" y="T83"/>
                </a:cxn>
                <a:cxn ang="T144">
                  <a:pos x="T84" y="T85"/>
                </a:cxn>
                <a:cxn ang="T145">
                  <a:pos x="T86" y="T87"/>
                </a:cxn>
                <a:cxn ang="T146">
                  <a:pos x="T88" y="T89"/>
                </a:cxn>
                <a:cxn ang="T147">
                  <a:pos x="T90" y="T91"/>
                </a:cxn>
                <a:cxn ang="T148">
                  <a:pos x="T92" y="T93"/>
                </a:cxn>
                <a:cxn ang="T149">
                  <a:pos x="T94" y="T95"/>
                </a:cxn>
                <a:cxn ang="T150">
                  <a:pos x="T96" y="T97"/>
                </a:cxn>
                <a:cxn ang="T151">
                  <a:pos x="T98" y="T99"/>
                </a:cxn>
                <a:cxn ang="T152">
                  <a:pos x="T100" y="T101"/>
                </a:cxn>
              </a:cxnLst>
              <a:rect l="T153" t="T154" r="T155" b="T156"/>
              <a:pathLst>
                <a:path w="3960" h="4768">
                  <a:moveTo>
                    <a:pt x="353" y="3849"/>
                  </a:moveTo>
                  <a:lnTo>
                    <a:pt x="1661" y="4700"/>
                  </a:lnTo>
                  <a:lnTo>
                    <a:pt x="1697" y="4717"/>
                  </a:lnTo>
                  <a:lnTo>
                    <a:pt x="1736" y="4731"/>
                  </a:lnTo>
                  <a:lnTo>
                    <a:pt x="1776" y="4742"/>
                  </a:lnTo>
                  <a:lnTo>
                    <a:pt x="1818" y="4753"/>
                  </a:lnTo>
                  <a:lnTo>
                    <a:pt x="1860" y="4760"/>
                  </a:lnTo>
                  <a:lnTo>
                    <a:pt x="1902" y="4765"/>
                  </a:lnTo>
                  <a:lnTo>
                    <a:pt x="1946" y="4768"/>
                  </a:lnTo>
                  <a:lnTo>
                    <a:pt x="1988" y="4768"/>
                  </a:lnTo>
                  <a:lnTo>
                    <a:pt x="2031" y="4767"/>
                  </a:lnTo>
                  <a:lnTo>
                    <a:pt x="2073" y="4763"/>
                  </a:lnTo>
                  <a:lnTo>
                    <a:pt x="2114" y="4758"/>
                  </a:lnTo>
                  <a:lnTo>
                    <a:pt x="2154" y="4751"/>
                  </a:lnTo>
                  <a:lnTo>
                    <a:pt x="2193" y="4740"/>
                  </a:lnTo>
                  <a:lnTo>
                    <a:pt x="2230" y="4729"/>
                  </a:lnTo>
                  <a:lnTo>
                    <a:pt x="2264" y="4715"/>
                  </a:lnTo>
                  <a:lnTo>
                    <a:pt x="2297" y="4700"/>
                  </a:lnTo>
                  <a:lnTo>
                    <a:pt x="3639" y="3825"/>
                  </a:lnTo>
                  <a:lnTo>
                    <a:pt x="3673" y="3795"/>
                  </a:lnTo>
                  <a:lnTo>
                    <a:pt x="3707" y="3761"/>
                  </a:lnTo>
                  <a:lnTo>
                    <a:pt x="3738" y="3725"/>
                  </a:lnTo>
                  <a:lnTo>
                    <a:pt x="3768" y="3685"/>
                  </a:lnTo>
                  <a:lnTo>
                    <a:pt x="3796" y="3644"/>
                  </a:lnTo>
                  <a:lnTo>
                    <a:pt x="3821" y="3599"/>
                  </a:lnTo>
                  <a:lnTo>
                    <a:pt x="3846" y="3553"/>
                  </a:lnTo>
                  <a:lnTo>
                    <a:pt x="3868" y="3505"/>
                  </a:lnTo>
                  <a:lnTo>
                    <a:pt x="3888" y="3456"/>
                  </a:lnTo>
                  <a:lnTo>
                    <a:pt x="3907" y="3406"/>
                  </a:lnTo>
                  <a:lnTo>
                    <a:pt x="3922" y="3354"/>
                  </a:lnTo>
                  <a:lnTo>
                    <a:pt x="3935" y="3303"/>
                  </a:lnTo>
                  <a:lnTo>
                    <a:pt x="3946" y="3250"/>
                  </a:lnTo>
                  <a:lnTo>
                    <a:pt x="3953" y="3197"/>
                  </a:lnTo>
                  <a:lnTo>
                    <a:pt x="3957" y="3144"/>
                  </a:lnTo>
                  <a:lnTo>
                    <a:pt x="3960" y="3092"/>
                  </a:lnTo>
                  <a:lnTo>
                    <a:pt x="3959" y="1313"/>
                  </a:lnTo>
                  <a:lnTo>
                    <a:pt x="3955" y="1271"/>
                  </a:lnTo>
                  <a:lnTo>
                    <a:pt x="3949" y="1229"/>
                  </a:lnTo>
                  <a:lnTo>
                    <a:pt x="3941" y="1189"/>
                  </a:lnTo>
                  <a:lnTo>
                    <a:pt x="3930" y="1149"/>
                  </a:lnTo>
                  <a:lnTo>
                    <a:pt x="3918" y="1111"/>
                  </a:lnTo>
                  <a:lnTo>
                    <a:pt x="3902" y="1075"/>
                  </a:lnTo>
                  <a:lnTo>
                    <a:pt x="3886" y="1040"/>
                  </a:lnTo>
                  <a:lnTo>
                    <a:pt x="3867" y="1006"/>
                  </a:lnTo>
                  <a:lnTo>
                    <a:pt x="3846" y="973"/>
                  </a:lnTo>
                  <a:lnTo>
                    <a:pt x="3823" y="942"/>
                  </a:lnTo>
                  <a:lnTo>
                    <a:pt x="3798" y="913"/>
                  </a:lnTo>
                  <a:lnTo>
                    <a:pt x="3771" y="886"/>
                  </a:lnTo>
                  <a:lnTo>
                    <a:pt x="3743" y="860"/>
                  </a:lnTo>
                  <a:lnTo>
                    <a:pt x="3714" y="837"/>
                  </a:lnTo>
                  <a:lnTo>
                    <a:pt x="3682" y="816"/>
                  </a:lnTo>
                  <a:lnTo>
                    <a:pt x="3649" y="796"/>
                  </a:lnTo>
                  <a:lnTo>
                    <a:pt x="2386" y="83"/>
                  </a:lnTo>
                  <a:lnTo>
                    <a:pt x="2350" y="65"/>
                  </a:lnTo>
                  <a:lnTo>
                    <a:pt x="2310" y="50"/>
                  </a:lnTo>
                  <a:lnTo>
                    <a:pt x="2268" y="36"/>
                  </a:lnTo>
                  <a:lnTo>
                    <a:pt x="2223" y="24"/>
                  </a:lnTo>
                  <a:lnTo>
                    <a:pt x="2178" y="15"/>
                  </a:lnTo>
                  <a:lnTo>
                    <a:pt x="2131" y="8"/>
                  </a:lnTo>
                  <a:lnTo>
                    <a:pt x="2082" y="3"/>
                  </a:lnTo>
                  <a:lnTo>
                    <a:pt x="2032" y="0"/>
                  </a:lnTo>
                  <a:lnTo>
                    <a:pt x="1982" y="1"/>
                  </a:lnTo>
                  <a:lnTo>
                    <a:pt x="1933" y="3"/>
                  </a:lnTo>
                  <a:lnTo>
                    <a:pt x="1882" y="9"/>
                  </a:lnTo>
                  <a:lnTo>
                    <a:pt x="1833" y="17"/>
                  </a:lnTo>
                  <a:lnTo>
                    <a:pt x="1785" y="29"/>
                  </a:lnTo>
                  <a:lnTo>
                    <a:pt x="1737" y="43"/>
                  </a:lnTo>
                  <a:lnTo>
                    <a:pt x="1691" y="62"/>
                  </a:lnTo>
                  <a:lnTo>
                    <a:pt x="1647" y="83"/>
                  </a:lnTo>
                  <a:lnTo>
                    <a:pt x="311" y="782"/>
                  </a:lnTo>
                  <a:lnTo>
                    <a:pt x="276" y="803"/>
                  </a:lnTo>
                  <a:lnTo>
                    <a:pt x="243" y="826"/>
                  </a:lnTo>
                  <a:lnTo>
                    <a:pt x="213" y="852"/>
                  </a:lnTo>
                  <a:lnTo>
                    <a:pt x="184" y="879"/>
                  </a:lnTo>
                  <a:lnTo>
                    <a:pt x="155" y="908"/>
                  </a:lnTo>
                  <a:lnTo>
                    <a:pt x="131" y="939"/>
                  </a:lnTo>
                  <a:lnTo>
                    <a:pt x="107" y="971"/>
                  </a:lnTo>
                  <a:lnTo>
                    <a:pt x="86" y="1005"/>
                  </a:lnTo>
                  <a:lnTo>
                    <a:pt x="68" y="1040"/>
                  </a:lnTo>
                  <a:lnTo>
                    <a:pt x="50" y="1076"/>
                  </a:lnTo>
                  <a:lnTo>
                    <a:pt x="36" y="1115"/>
                  </a:lnTo>
                  <a:lnTo>
                    <a:pt x="23" y="1153"/>
                  </a:lnTo>
                  <a:lnTo>
                    <a:pt x="14" y="1195"/>
                  </a:lnTo>
                  <a:lnTo>
                    <a:pt x="7" y="1236"/>
                  </a:lnTo>
                  <a:lnTo>
                    <a:pt x="2" y="1279"/>
                  </a:lnTo>
                  <a:lnTo>
                    <a:pt x="0" y="1322"/>
                  </a:lnTo>
                  <a:lnTo>
                    <a:pt x="0" y="3093"/>
                  </a:lnTo>
                  <a:lnTo>
                    <a:pt x="2" y="3147"/>
                  </a:lnTo>
                  <a:lnTo>
                    <a:pt x="7" y="3202"/>
                  </a:lnTo>
                  <a:lnTo>
                    <a:pt x="15" y="3257"/>
                  </a:lnTo>
                  <a:lnTo>
                    <a:pt x="27" y="3312"/>
                  </a:lnTo>
                  <a:lnTo>
                    <a:pt x="42" y="3366"/>
                  </a:lnTo>
                  <a:lnTo>
                    <a:pt x="59" y="3420"/>
                  </a:lnTo>
                  <a:lnTo>
                    <a:pt x="79" y="3474"/>
                  </a:lnTo>
                  <a:lnTo>
                    <a:pt x="102" y="3525"/>
                  </a:lnTo>
                  <a:lnTo>
                    <a:pt x="127" y="3576"/>
                  </a:lnTo>
                  <a:lnTo>
                    <a:pt x="154" y="3624"/>
                  </a:lnTo>
                  <a:lnTo>
                    <a:pt x="184" y="3670"/>
                  </a:lnTo>
                  <a:lnTo>
                    <a:pt x="214" y="3712"/>
                  </a:lnTo>
                  <a:lnTo>
                    <a:pt x="247" y="3752"/>
                  </a:lnTo>
                  <a:lnTo>
                    <a:pt x="281" y="3788"/>
                  </a:lnTo>
                  <a:lnTo>
                    <a:pt x="317" y="3821"/>
                  </a:lnTo>
                  <a:lnTo>
                    <a:pt x="353" y="384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6339" name="Freeform 35"/>
            <p:cNvSpPr>
              <a:spLocks/>
            </p:cNvSpPr>
            <p:nvPr/>
          </p:nvSpPr>
          <p:spPr bwMode="auto">
            <a:xfrm>
              <a:off x="943" y="2210"/>
              <a:ext cx="276" cy="187"/>
            </a:xfrm>
            <a:custGeom>
              <a:avLst/>
              <a:gdLst>
                <a:gd name="T0" fmla="*/ 11 w 1380"/>
                <a:gd name="T1" fmla="*/ 7 h 937"/>
                <a:gd name="T2" fmla="*/ 11 w 1380"/>
                <a:gd name="T3" fmla="*/ 7 h 937"/>
                <a:gd name="T4" fmla="*/ 0 w 1380"/>
                <a:gd name="T5" fmla="*/ 0 h 937"/>
                <a:gd name="T6" fmla="*/ 0 w 1380"/>
                <a:gd name="T7" fmla="*/ 1 h 937"/>
                <a:gd name="T8" fmla="*/ 10 w 1380"/>
                <a:gd name="T9" fmla="*/ 7 h 937"/>
                <a:gd name="T10" fmla="*/ 10 w 1380"/>
                <a:gd name="T11" fmla="*/ 7 h 937"/>
                <a:gd name="T12" fmla="*/ 10 w 1380"/>
                <a:gd name="T13" fmla="*/ 7 h 937"/>
                <a:gd name="T14" fmla="*/ 11 w 1380"/>
                <a:gd name="T15" fmla="*/ 7 h 937"/>
                <a:gd name="T16" fmla="*/ 11 w 1380"/>
                <a:gd name="T17" fmla="*/ 7 h 937"/>
                <a:gd name="T18" fmla="*/ 11 w 1380"/>
                <a:gd name="T19" fmla="*/ 7 h 937"/>
                <a:gd name="T20" fmla="*/ 11 w 1380"/>
                <a:gd name="T21" fmla="*/ 7 h 937"/>
                <a:gd name="T22" fmla="*/ 11 w 1380"/>
                <a:gd name="T23" fmla="*/ 7 h 937"/>
                <a:gd name="T24" fmla="*/ 11 w 1380"/>
                <a:gd name="T25" fmla="*/ 7 h 937"/>
                <a:gd name="T26" fmla="*/ 11 w 1380"/>
                <a:gd name="T27" fmla="*/ 7 h 937"/>
                <a:gd name="T28" fmla="*/ 11 w 1380"/>
                <a:gd name="T29" fmla="*/ 7 h 937"/>
                <a:gd name="T30" fmla="*/ 11 w 1380"/>
                <a:gd name="T31" fmla="*/ 7 h 93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80"/>
                <a:gd name="T49" fmla="*/ 0 h 937"/>
                <a:gd name="T50" fmla="*/ 1380 w 1380"/>
                <a:gd name="T51" fmla="*/ 937 h 93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80" h="937">
                  <a:moveTo>
                    <a:pt x="1354" y="848"/>
                  </a:moveTo>
                  <a:lnTo>
                    <a:pt x="1359" y="851"/>
                  </a:lnTo>
                  <a:lnTo>
                    <a:pt x="51" y="0"/>
                  </a:lnTo>
                  <a:lnTo>
                    <a:pt x="0" y="78"/>
                  </a:lnTo>
                  <a:lnTo>
                    <a:pt x="1307" y="929"/>
                  </a:lnTo>
                  <a:lnTo>
                    <a:pt x="1312" y="932"/>
                  </a:lnTo>
                  <a:lnTo>
                    <a:pt x="1307" y="929"/>
                  </a:lnTo>
                  <a:lnTo>
                    <a:pt x="1326" y="937"/>
                  </a:lnTo>
                  <a:lnTo>
                    <a:pt x="1345" y="936"/>
                  </a:lnTo>
                  <a:lnTo>
                    <a:pt x="1360" y="929"/>
                  </a:lnTo>
                  <a:lnTo>
                    <a:pt x="1372" y="916"/>
                  </a:lnTo>
                  <a:lnTo>
                    <a:pt x="1379" y="899"/>
                  </a:lnTo>
                  <a:lnTo>
                    <a:pt x="1380" y="883"/>
                  </a:lnTo>
                  <a:lnTo>
                    <a:pt x="1374" y="865"/>
                  </a:lnTo>
                  <a:lnTo>
                    <a:pt x="1359" y="851"/>
                  </a:lnTo>
                  <a:lnTo>
                    <a:pt x="1354" y="84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6340" name="Freeform 36"/>
            <p:cNvSpPr>
              <a:spLocks/>
            </p:cNvSpPr>
            <p:nvPr/>
          </p:nvSpPr>
          <p:spPr bwMode="auto">
            <a:xfrm>
              <a:off x="1206" y="2379"/>
              <a:ext cx="140" cy="32"/>
            </a:xfrm>
            <a:custGeom>
              <a:avLst/>
              <a:gdLst>
                <a:gd name="T0" fmla="*/ 5 w 703"/>
                <a:gd name="T1" fmla="*/ 0 h 162"/>
                <a:gd name="T2" fmla="*/ 5 w 703"/>
                <a:gd name="T3" fmla="*/ 0 h 162"/>
                <a:gd name="T4" fmla="*/ 5 w 703"/>
                <a:gd name="T5" fmla="*/ 0 h 162"/>
                <a:gd name="T6" fmla="*/ 5 w 703"/>
                <a:gd name="T7" fmla="*/ 0 h 162"/>
                <a:gd name="T8" fmla="*/ 4 w 703"/>
                <a:gd name="T9" fmla="*/ 0 h 162"/>
                <a:gd name="T10" fmla="*/ 4 w 703"/>
                <a:gd name="T11" fmla="*/ 0 h 162"/>
                <a:gd name="T12" fmla="*/ 4 w 703"/>
                <a:gd name="T13" fmla="*/ 0 h 162"/>
                <a:gd name="T14" fmla="*/ 3 w 703"/>
                <a:gd name="T15" fmla="*/ 1 h 162"/>
                <a:gd name="T16" fmla="*/ 3 w 703"/>
                <a:gd name="T17" fmla="*/ 1 h 162"/>
                <a:gd name="T18" fmla="*/ 3 w 703"/>
                <a:gd name="T19" fmla="*/ 1 h 162"/>
                <a:gd name="T20" fmla="*/ 2 w 703"/>
                <a:gd name="T21" fmla="*/ 1 h 162"/>
                <a:gd name="T22" fmla="*/ 2 w 703"/>
                <a:gd name="T23" fmla="*/ 1 h 162"/>
                <a:gd name="T24" fmla="*/ 2 w 703"/>
                <a:gd name="T25" fmla="*/ 0 h 162"/>
                <a:gd name="T26" fmla="*/ 1 w 703"/>
                <a:gd name="T27" fmla="*/ 0 h 162"/>
                <a:gd name="T28" fmla="*/ 1 w 703"/>
                <a:gd name="T29" fmla="*/ 0 h 162"/>
                <a:gd name="T30" fmla="*/ 1 w 703"/>
                <a:gd name="T31" fmla="*/ 0 h 162"/>
                <a:gd name="T32" fmla="*/ 1 w 703"/>
                <a:gd name="T33" fmla="*/ 0 h 162"/>
                <a:gd name="T34" fmla="*/ 0 w 703"/>
                <a:gd name="T35" fmla="*/ 0 h 162"/>
                <a:gd name="T36" fmla="*/ 0 w 703"/>
                <a:gd name="T37" fmla="*/ 1 h 162"/>
                <a:gd name="T38" fmla="*/ 0 w 703"/>
                <a:gd name="T39" fmla="*/ 1 h 162"/>
                <a:gd name="T40" fmla="*/ 1 w 703"/>
                <a:gd name="T41" fmla="*/ 1 h 162"/>
                <a:gd name="T42" fmla="*/ 1 w 703"/>
                <a:gd name="T43" fmla="*/ 1 h 162"/>
                <a:gd name="T44" fmla="*/ 1 w 703"/>
                <a:gd name="T45" fmla="*/ 1 h 162"/>
                <a:gd name="T46" fmla="*/ 2 w 703"/>
                <a:gd name="T47" fmla="*/ 1 h 162"/>
                <a:gd name="T48" fmla="*/ 2 w 703"/>
                <a:gd name="T49" fmla="*/ 1 h 162"/>
                <a:gd name="T50" fmla="*/ 2 w 703"/>
                <a:gd name="T51" fmla="*/ 1 h 162"/>
                <a:gd name="T52" fmla="*/ 3 w 703"/>
                <a:gd name="T53" fmla="*/ 1 h 162"/>
                <a:gd name="T54" fmla="*/ 3 w 703"/>
                <a:gd name="T55" fmla="*/ 1 h 162"/>
                <a:gd name="T56" fmla="*/ 3 w 703"/>
                <a:gd name="T57" fmla="*/ 1 h 162"/>
                <a:gd name="T58" fmla="*/ 4 w 703"/>
                <a:gd name="T59" fmla="*/ 1 h 162"/>
                <a:gd name="T60" fmla="*/ 4 w 703"/>
                <a:gd name="T61" fmla="*/ 1 h 162"/>
                <a:gd name="T62" fmla="*/ 5 w 703"/>
                <a:gd name="T63" fmla="*/ 1 h 162"/>
                <a:gd name="T64" fmla="*/ 5 w 703"/>
                <a:gd name="T65" fmla="*/ 1 h 162"/>
                <a:gd name="T66" fmla="*/ 5 w 703"/>
                <a:gd name="T67" fmla="*/ 1 h 162"/>
                <a:gd name="T68" fmla="*/ 5 w 703"/>
                <a:gd name="T69" fmla="*/ 1 h 162"/>
                <a:gd name="T70" fmla="*/ 5 w 703"/>
                <a:gd name="T71" fmla="*/ 1 h 162"/>
                <a:gd name="T72" fmla="*/ 5 w 703"/>
                <a:gd name="T73" fmla="*/ 1 h 162"/>
                <a:gd name="T74" fmla="*/ 5 w 703"/>
                <a:gd name="T75" fmla="*/ 1 h 162"/>
                <a:gd name="T76" fmla="*/ 6 w 703"/>
                <a:gd name="T77" fmla="*/ 0 h 162"/>
                <a:gd name="T78" fmla="*/ 6 w 703"/>
                <a:gd name="T79" fmla="*/ 0 h 162"/>
                <a:gd name="T80" fmla="*/ 6 w 703"/>
                <a:gd name="T81" fmla="*/ 0 h 162"/>
                <a:gd name="T82" fmla="*/ 5 w 703"/>
                <a:gd name="T83" fmla="*/ 0 h 162"/>
                <a:gd name="T84" fmla="*/ 5 w 703"/>
                <a:gd name="T85" fmla="*/ 0 h 162"/>
                <a:gd name="T86" fmla="*/ 5 w 703"/>
                <a:gd name="T87" fmla="*/ 0 h 162"/>
                <a:gd name="T88" fmla="*/ 5 w 703"/>
                <a:gd name="T89" fmla="*/ 0 h 162"/>
                <a:gd name="T90" fmla="*/ 5 w 703"/>
                <a:gd name="T91" fmla="*/ 0 h 162"/>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703"/>
                <a:gd name="T139" fmla="*/ 0 h 162"/>
                <a:gd name="T140" fmla="*/ 703 w 703"/>
                <a:gd name="T141" fmla="*/ 162 h 162"/>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703" h="162">
                  <a:moveTo>
                    <a:pt x="631" y="8"/>
                  </a:moveTo>
                  <a:lnTo>
                    <a:pt x="636" y="6"/>
                  </a:lnTo>
                  <a:lnTo>
                    <a:pt x="606" y="20"/>
                  </a:lnTo>
                  <a:lnTo>
                    <a:pt x="575" y="32"/>
                  </a:lnTo>
                  <a:lnTo>
                    <a:pt x="540" y="42"/>
                  </a:lnTo>
                  <a:lnTo>
                    <a:pt x="504" y="52"/>
                  </a:lnTo>
                  <a:lnTo>
                    <a:pt x="467" y="59"/>
                  </a:lnTo>
                  <a:lnTo>
                    <a:pt x="428" y="64"/>
                  </a:lnTo>
                  <a:lnTo>
                    <a:pt x="389" y="67"/>
                  </a:lnTo>
                  <a:lnTo>
                    <a:pt x="348" y="68"/>
                  </a:lnTo>
                  <a:lnTo>
                    <a:pt x="308" y="68"/>
                  </a:lnTo>
                  <a:lnTo>
                    <a:pt x="267" y="65"/>
                  </a:lnTo>
                  <a:lnTo>
                    <a:pt x="226" y="61"/>
                  </a:lnTo>
                  <a:lnTo>
                    <a:pt x="187" y="54"/>
                  </a:lnTo>
                  <a:lnTo>
                    <a:pt x="148" y="44"/>
                  </a:lnTo>
                  <a:lnTo>
                    <a:pt x="110" y="33"/>
                  </a:lnTo>
                  <a:lnTo>
                    <a:pt x="75" y="20"/>
                  </a:lnTo>
                  <a:lnTo>
                    <a:pt x="42" y="5"/>
                  </a:lnTo>
                  <a:lnTo>
                    <a:pt x="0" y="89"/>
                  </a:lnTo>
                  <a:lnTo>
                    <a:pt x="40" y="107"/>
                  </a:lnTo>
                  <a:lnTo>
                    <a:pt x="82" y="122"/>
                  </a:lnTo>
                  <a:lnTo>
                    <a:pt x="124" y="135"/>
                  </a:lnTo>
                  <a:lnTo>
                    <a:pt x="169" y="146"/>
                  </a:lnTo>
                  <a:lnTo>
                    <a:pt x="214" y="153"/>
                  </a:lnTo>
                  <a:lnTo>
                    <a:pt x="258" y="158"/>
                  </a:lnTo>
                  <a:lnTo>
                    <a:pt x="303" y="162"/>
                  </a:lnTo>
                  <a:lnTo>
                    <a:pt x="348" y="162"/>
                  </a:lnTo>
                  <a:lnTo>
                    <a:pt x="394" y="161"/>
                  </a:lnTo>
                  <a:lnTo>
                    <a:pt x="439" y="157"/>
                  </a:lnTo>
                  <a:lnTo>
                    <a:pt x="481" y="150"/>
                  </a:lnTo>
                  <a:lnTo>
                    <a:pt x="525" y="143"/>
                  </a:lnTo>
                  <a:lnTo>
                    <a:pt x="566" y="132"/>
                  </a:lnTo>
                  <a:lnTo>
                    <a:pt x="606" y="121"/>
                  </a:lnTo>
                  <a:lnTo>
                    <a:pt x="643" y="105"/>
                  </a:lnTo>
                  <a:lnTo>
                    <a:pt x="678" y="88"/>
                  </a:lnTo>
                  <a:lnTo>
                    <a:pt x="683" y="86"/>
                  </a:lnTo>
                  <a:lnTo>
                    <a:pt x="678" y="88"/>
                  </a:lnTo>
                  <a:lnTo>
                    <a:pt x="695" y="75"/>
                  </a:lnTo>
                  <a:lnTo>
                    <a:pt x="702" y="60"/>
                  </a:lnTo>
                  <a:lnTo>
                    <a:pt x="703" y="42"/>
                  </a:lnTo>
                  <a:lnTo>
                    <a:pt x="698" y="26"/>
                  </a:lnTo>
                  <a:lnTo>
                    <a:pt x="688" y="12"/>
                  </a:lnTo>
                  <a:lnTo>
                    <a:pt x="674" y="3"/>
                  </a:lnTo>
                  <a:lnTo>
                    <a:pt x="656" y="0"/>
                  </a:lnTo>
                  <a:lnTo>
                    <a:pt x="636" y="6"/>
                  </a:lnTo>
                  <a:lnTo>
                    <a:pt x="631"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6341" name="Freeform 37"/>
            <p:cNvSpPr>
              <a:spLocks/>
            </p:cNvSpPr>
            <p:nvPr/>
          </p:nvSpPr>
          <p:spPr bwMode="auto">
            <a:xfrm>
              <a:off x="1332" y="2204"/>
              <a:ext cx="283" cy="192"/>
            </a:xfrm>
            <a:custGeom>
              <a:avLst/>
              <a:gdLst>
                <a:gd name="T0" fmla="*/ 11 w 1415"/>
                <a:gd name="T1" fmla="*/ 0 h 960"/>
                <a:gd name="T2" fmla="*/ 11 w 1415"/>
                <a:gd name="T3" fmla="*/ 0 h 960"/>
                <a:gd name="T4" fmla="*/ 0 w 1415"/>
                <a:gd name="T5" fmla="*/ 7 h 960"/>
                <a:gd name="T6" fmla="*/ 0 w 1415"/>
                <a:gd name="T7" fmla="*/ 8 h 960"/>
                <a:gd name="T8" fmla="*/ 11 w 1415"/>
                <a:gd name="T9" fmla="*/ 1 h 960"/>
                <a:gd name="T10" fmla="*/ 11 w 1415"/>
                <a:gd name="T11" fmla="*/ 1 h 960"/>
                <a:gd name="T12" fmla="*/ 11 w 1415"/>
                <a:gd name="T13" fmla="*/ 1 h 960"/>
                <a:gd name="T14" fmla="*/ 11 w 1415"/>
                <a:gd name="T15" fmla="*/ 1 h 960"/>
                <a:gd name="T16" fmla="*/ 11 w 1415"/>
                <a:gd name="T17" fmla="*/ 0 h 960"/>
                <a:gd name="T18" fmla="*/ 11 w 1415"/>
                <a:gd name="T19" fmla="*/ 0 h 960"/>
                <a:gd name="T20" fmla="*/ 11 w 1415"/>
                <a:gd name="T21" fmla="*/ 0 h 960"/>
                <a:gd name="T22" fmla="*/ 11 w 1415"/>
                <a:gd name="T23" fmla="*/ 0 h 960"/>
                <a:gd name="T24" fmla="*/ 11 w 1415"/>
                <a:gd name="T25" fmla="*/ 0 h 960"/>
                <a:gd name="T26" fmla="*/ 11 w 1415"/>
                <a:gd name="T27" fmla="*/ 0 h 960"/>
                <a:gd name="T28" fmla="*/ 11 w 1415"/>
                <a:gd name="T29" fmla="*/ 0 h 960"/>
                <a:gd name="T30" fmla="*/ 11 w 1415"/>
                <a:gd name="T31" fmla="*/ 0 h 96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15"/>
                <a:gd name="T49" fmla="*/ 0 h 960"/>
                <a:gd name="T50" fmla="*/ 1415 w 1415"/>
                <a:gd name="T51" fmla="*/ 960 h 96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15" h="960">
                  <a:moveTo>
                    <a:pt x="1338" y="10"/>
                  </a:moveTo>
                  <a:lnTo>
                    <a:pt x="1342" y="8"/>
                  </a:lnTo>
                  <a:lnTo>
                    <a:pt x="0" y="882"/>
                  </a:lnTo>
                  <a:lnTo>
                    <a:pt x="52" y="960"/>
                  </a:lnTo>
                  <a:lnTo>
                    <a:pt x="1393" y="85"/>
                  </a:lnTo>
                  <a:lnTo>
                    <a:pt x="1397" y="83"/>
                  </a:lnTo>
                  <a:lnTo>
                    <a:pt x="1393" y="85"/>
                  </a:lnTo>
                  <a:lnTo>
                    <a:pt x="1409" y="71"/>
                  </a:lnTo>
                  <a:lnTo>
                    <a:pt x="1415" y="53"/>
                  </a:lnTo>
                  <a:lnTo>
                    <a:pt x="1413" y="37"/>
                  </a:lnTo>
                  <a:lnTo>
                    <a:pt x="1406" y="21"/>
                  </a:lnTo>
                  <a:lnTo>
                    <a:pt x="1395" y="8"/>
                  </a:lnTo>
                  <a:lnTo>
                    <a:pt x="1379" y="1"/>
                  </a:lnTo>
                  <a:lnTo>
                    <a:pt x="1361" y="0"/>
                  </a:lnTo>
                  <a:lnTo>
                    <a:pt x="1342" y="8"/>
                  </a:lnTo>
                  <a:lnTo>
                    <a:pt x="1338" y="1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6342" name="Freeform 38"/>
            <p:cNvSpPr>
              <a:spLocks/>
            </p:cNvSpPr>
            <p:nvPr/>
          </p:nvSpPr>
          <p:spPr bwMode="auto">
            <a:xfrm>
              <a:off x="1599" y="2057"/>
              <a:ext cx="80" cy="163"/>
            </a:xfrm>
            <a:custGeom>
              <a:avLst/>
              <a:gdLst>
                <a:gd name="T0" fmla="*/ 2 w 398"/>
                <a:gd name="T1" fmla="*/ 0 h 817"/>
                <a:gd name="T2" fmla="*/ 2 w 398"/>
                <a:gd name="T3" fmla="*/ 0 h 817"/>
                <a:gd name="T4" fmla="*/ 2 w 398"/>
                <a:gd name="T5" fmla="*/ 1 h 817"/>
                <a:gd name="T6" fmla="*/ 2 w 398"/>
                <a:gd name="T7" fmla="*/ 1 h 817"/>
                <a:gd name="T8" fmla="*/ 2 w 398"/>
                <a:gd name="T9" fmla="*/ 2 h 817"/>
                <a:gd name="T10" fmla="*/ 2 w 398"/>
                <a:gd name="T11" fmla="*/ 2 h 817"/>
                <a:gd name="T12" fmla="*/ 2 w 398"/>
                <a:gd name="T13" fmla="*/ 2 h 817"/>
                <a:gd name="T14" fmla="*/ 2 w 398"/>
                <a:gd name="T15" fmla="*/ 3 h 817"/>
                <a:gd name="T16" fmla="*/ 2 w 398"/>
                <a:gd name="T17" fmla="*/ 3 h 817"/>
                <a:gd name="T18" fmla="*/ 2 w 398"/>
                <a:gd name="T19" fmla="*/ 4 h 817"/>
                <a:gd name="T20" fmla="*/ 2 w 398"/>
                <a:gd name="T21" fmla="*/ 4 h 817"/>
                <a:gd name="T22" fmla="*/ 1 w 398"/>
                <a:gd name="T23" fmla="*/ 4 h 817"/>
                <a:gd name="T24" fmla="*/ 1 w 398"/>
                <a:gd name="T25" fmla="*/ 5 h 817"/>
                <a:gd name="T26" fmla="*/ 1 w 398"/>
                <a:gd name="T27" fmla="*/ 5 h 817"/>
                <a:gd name="T28" fmla="*/ 1 w 398"/>
                <a:gd name="T29" fmla="*/ 5 h 817"/>
                <a:gd name="T30" fmla="*/ 1 w 398"/>
                <a:gd name="T31" fmla="*/ 5 h 817"/>
                <a:gd name="T32" fmla="*/ 0 w 398"/>
                <a:gd name="T33" fmla="*/ 6 h 817"/>
                <a:gd name="T34" fmla="*/ 0 w 398"/>
                <a:gd name="T35" fmla="*/ 6 h 817"/>
                <a:gd name="T36" fmla="*/ 0 w 398"/>
                <a:gd name="T37" fmla="*/ 7 h 817"/>
                <a:gd name="T38" fmla="*/ 1 w 398"/>
                <a:gd name="T39" fmla="*/ 6 h 817"/>
                <a:gd name="T40" fmla="*/ 1 w 398"/>
                <a:gd name="T41" fmla="*/ 6 h 817"/>
                <a:gd name="T42" fmla="*/ 1 w 398"/>
                <a:gd name="T43" fmla="*/ 6 h 817"/>
                <a:gd name="T44" fmla="*/ 2 w 398"/>
                <a:gd name="T45" fmla="*/ 5 h 817"/>
                <a:gd name="T46" fmla="*/ 2 w 398"/>
                <a:gd name="T47" fmla="*/ 5 h 817"/>
                <a:gd name="T48" fmla="*/ 2 w 398"/>
                <a:gd name="T49" fmla="*/ 5 h 817"/>
                <a:gd name="T50" fmla="*/ 2 w 398"/>
                <a:gd name="T51" fmla="*/ 4 h 817"/>
                <a:gd name="T52" fmla="*/ 2 w 398"/>
                <a:gd name="T53" fmla="*/ 4 h 817"/>
                <a:gd name="T54" fmla="*/ 3 w 398"/>
                <a:gd name="T55" fmla="*/ 3 h 817"/>
                <a:gd name="T56" fmla="*/ 3 w 398"/>
                <a:gd name="T57" fmla="*/ 3 h 817"/>
                <a:gd name="T58" fmla="*/ 3 w 398"/>
                <a:gd name="T59" fmla="*/ 3 h 817"/>
                <a:gd name="T60" fmla="*/ 3 w 398"/>
                <a:gd name="T61" fmla="*/ 2 h 817"/>
                <a:gd name="T62" fmla="*/ 3 w 398"/>
                <a:gd name="T63" fmla="*/ 2 h 817"/>
                <a:gd name="T64" fmla="*/ 3 w 398"/>
                <a:gd name="T65" fmla="*/ 1 h 817"/>
                <a:gd name="T66" fmla="*/ 3 w 398"/>
                <a:gd name="T67" fmla="*/ 1 h 817"/>
                <a:gd name="T68" fmla="*/ 3 w 398"/>
                <a:gd name="T69" fmla="*/ 0 h 817"/>
                <a:gd name="T70" fmla="*/ 3 w 398"/>
                <a:gd name="T71" fmla="*/ 0 h 817"/>
                <a:gd name="T72" fmla="*/ 3 w 398"/>
                <a:gd name="T73" fmla="*/ 0 h 817"/>
                <a:gd name="T74" fmla="*/ 3 w 398"/>
                <a:gd name="T75" fmla="*/ 0 h 817"/>
                <a:gd name="T76" fmla="*/ 3 w 398"/>
                <a:gd name="T77" fmla="*/ 0 h 817"/>
                <a:gd name="T78" fmla="*/ 3 w 398"/>
                <a:gd name="T79" fmla="*/ 0 h 817"/>
                <a:gd name="T80" fmla="*/ 3 w 398"/>
                <a:gd name="T81" fmla="*/ 0 h 817"/>
                <a:gd name="T82" fmla="*/ 3 w 398"/>
                <a:gd name="T83" fmla="*/ 0 h 817"/>
                <a:gd name="T84" fmla="*/ 3 w 398"/>
                <a:gd name="T85" fmla="*/ 0 h 817"/>
                <a:gd name="T86" fmla="*/ 2 w 398"/>
                <a:gd name="T87" fmla="*/ 0 h 817"/>
                <a:gd name="T88" fmla="*/ 2 w 398"/>
                <a:gd name="T89" fmla="*/ 0 h 817"/>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398"/>
                <a:gd name="T136" fmla="*/ 0 h 817"/>
                <a:gd name="T137" fmla="*/ 398 w 398"/>
                <a:gd name="T138" fmla="*/ 817 h 817"/>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398" h="817">
                  <a:moveTo>
                    <a:pt x="304" y="47"/>
                  </a:moveTo>
                  <a:lnTo>
                    <a:pt x="304" y="47"/>
                  </a:lnTo>
                  <a:lnTo>
                    <a:pt x="301" y="97"/>
                  </a:lnTo>
                  <a:lnTo>
                    <a:pt x="297" y="147"/>
                  </a:lnTo>
                  <a:lnTo>
                    <a:pt x="291" y="198"/>
                  </a:lnTo>
                  <a:lnTo>
                    <a:pt x="280" y="247"/>
                  </a:lnTo>
                  <a:lnTo>
                    <a:pt x="268" y="297"/>
                  </a:lnTo>
                  <a:lnTo>
                    <a:pt x="253" y="347"/>
                  </a:lnTo>
                  <a:lnTo>
                    <a:pt x="236" y="395"/>
                  </a:lnTo>
                  <a:lnTo>
                    <a:pt x="217" y="442"/>
                  </a:lnTo>
                  <a:lnTo>
                    <a:pt x="195" y="487"/>
                  </a:lnTo>
                  <a:lnTo>
                    <a:pt x="171" y="532"/>
                  </a:lnTo>
                  <a:lnTo>
                    <a:pt x="147" y="574"/>
                  </a:lnTo>
                  <a:lnTo>
                    <a:pt x="121" y="613"/>
                  </a:lnTo>
                  <a:lnTo>
                    <a:pt x="93" y="650"/>
                  </a:lnTo>
                  <a:lnTo>
                    <a:pt x="64" y="684"/>
                  </a:lnTo>
                  <a:lnTo>
                    <a:pt x="32" y="716"/>
                  </a:lnTo>
                  <a:lnTo>
                    <a:pt x="0" y="744"/>
                  </a:lnTo>
                  <a:lnTo>
                    <a:pt x="59" y="817"/>
                  </a:lnTo>
                  <a:lnTo>
                    <a:pt x="95" y="784"/>
                  </a:lnTo>
                  <a:lnTo>
                    <a:pt x="132" y="748"/>
                  </a:lnTo>
                  <a:lnTo>
                    <a:pt x="166" y="709"/>
                  </a:lnTo>
                  <a:lnTo>
                    <a:pt x="196" y="667"/>
                  </a:lnTo>
                  <a:lnTo>
                    <a:pt x="227" y="623"/>
                  </a:lnTo>
                  <a:lnTo>
                    <a:pt x="253" y="576"/>
                  </a:lnTo>
                  <a:lnTo>
                    <a:pt x="279" y="530"/>
                  </a:lnTo>
                  <a:lnTo>
                    <a:pt x="301" y="479"/>
                  </a:lnTo>
                  <a:lnTo>
                    <a:pt x="323" y="428"/>
                  </a:lnTo>
                  <a:lnTo>
                    <a:pt x="342" y="375"/>
                  </a:lnTo>
                  <a:lnTo>
                    <a:pt x="359" y="321"/>
                  </a:lnTo>
                  <a:lnTo>
                    <a:pt x="372" y="268"/>
                  </a:lnTo>
                  <a:lnTo>
                    <a:pt x="382" y="212"/>
                  </a:lnTo>
                  <a:lnTo>
                    <a:pt x="391" y="157"/>
                  </a:lnTo>
                  <a:lnTo>
                    <a:pt x="395" y="102"/>
                  </a:lnTo>
                  <a:lnTo>
                    <a:pt x="398" y="47"/>
                  </a:lnTo>
                  <a:lnTo>
                    <a:pt x="394" y="27"/>
                  </a:lnTo>
                  <a:lnTo>
                    <a:pt x="383" y="11"/>
                  </a:lnTo>
                  <a:lnTo>
                    <a:pt x="368" y="3"/>
                  </a:lnTo>
                  <a:lnTo>
                    <a:pt x="351" y="0"/>
                  </a:lnTo>
                  <a:lnTo>
                    <a:pt x="333" y="3"/>
                  </a:lnTo>
                  <a:lnTo>
                    <a:pt x="319" y="11"/>
                  </a:lnTo>
                  <a:lnTo>
                    <a:pt x="307" y="27"/>
                  </a:lnTo>
                  <a:lnTo>
                    <a:pt x="304" y="4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6343" name="Freeform 39"/>
            <p:cNvSpPr>
              <a:spLocks/>
            </p:cNvSpPr>
            <p:nvPr/>
          </p:nvSpPr>
          <p:spPr bwMode="auto">
            <a:xfrm>
              <a:off x="1660" y="1701"/>
              <a:ext cx="19" cy="365"/>
            </a:xfrm>
            <a:custGeom>
              <a:avLst/>
              <a:gdLst>
                <a:gd name="T0" fmla="*/ 0 w 95"/>
                <a:gd name="T1" fmla="*/ 0 h 1826"/>
                <a:gd name="T2" fmla="*/ 0 w 95"/>
                <a:gd name="T3" fmla="*/ 0 h 1826"/>
                <a:gd name="T4" fmla="*/ 0 w 95"/>
                <a:gd name="T5" fmla="*/ 15 h 1826"/>
                <a:gd name="T6" fmla="*/ 1 w 95"/>
                <a:gd name="T7" fmla="*/ 15 h 1826"/>
                <a:gd name="T8" fmla="*/ 1 w 95"/>
                <a:gd name="T9" fmla="*/ 0 h 1826"/>
                <a:gd name="T10" fmla="*/ 1 w 95"/>
                <a:gd name="T11" fmla="*/ 0 h 1826"/>
                <a:gd name="T12" fmla="*/ 1 w 95"/>
                <a:gd name="T13" fmla="*/ 0 h 1826"/>
                <a:gd name="T14" fmla="*/ 1 w 95"/>
                <a:gd name="T15" fmla="*/ 0 h 1826"/>
                <a:gd name="T16" fmla="*/ 1 w 95"/>
                <a:gd name="T17" fmla="*/ 0 h 1826"/>
                <a:gd name="T18" fmla="*/ 1 w 95"/>
                <a:gd name="T19" fmla="*/ 0 h 1826"/>
                <a:gd name="T20" fmla="*/ 0 w 95"/>
                <a:gd name="T21" fmla="*/ 0 h 1826"/>
                <a:gd name="T22" fmla="*/ 0 w 95"/>
                <a:gd name="T23" fmla="*/ 0 h 1826"/>
                <a:gd name="T24" fmla="*/ 0 w 95"/>
                <a:gd name="T25" fmla="*/ 0 h 1826"/>
                <a:gd name="T26" fmla="*/ 0 w 95"/>
                <a:gd name="T27" fmla="*/ 0 h 1826"/>
                <a:gd name="T28" fmla="*/ 0 w 95"/>
                <a:gd name="T29" fmla="*/ 0 h 1826"/>
                <a:gd name="T30" fmla="*/ 0 w 95"/>
                <a:gd name="T31" fmla="*/ 0 h 182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95"/>
                <a:gd name="T49" fmla="*/ 0 h 1826"/>
                <a:gd name="T50" fmla="*/ 95 w 95"/>
                <a:gd name="T51" fmla="*/ 1826 h 182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95" h="1826">
                  <a:moveTo>
                    <a:pt x="0" y="49"/>
                  </a:moveTo>
                  <a:lnTo>
                    <a:pt x="0" y="47"/>
                  </a:lnTo>
                  <a:lnTo>
                    <a:pt x="1" y="1826"/>
                  </a:lnTo>
                  <a:lnTo>
                    <a:pt x="95" y="1826"/>
                  </a:lnTo>
                  <a:lnTo>
                    <a:pt x="93" y="47"/>
                  </a:lnTo>
                  <a:lnTo>
                    <a:pt x="93" y="45"/>
                  </a:lnTo>
                  <a:lnTo>
                    <a:pt x="93" y="47"/>
                  </a:lnTo>
                  <a:lnTo>
                    <a:pt x="90" y="27"/>
                  </a:lnTo>
                  <a:lnTo>
                    <a:pt x="79" y="12"/>
                  </a:lnTo>
                  <a:lnTo>
                    <a:pt x="64" y="4"/>
                  </a:lnTo>
                  <a:lnTo>
                    <a:pt x="47" y="0"/>
                  </a:lnTo>
                  <a:lnTo>
                    <a:pt x="29" y="4"/>
                  </a:lnTo>
                  <a:lnTo>
                    <a:pt x="15" y="12"/>
                  </a:lnTo>
                  <a:lnTo>
                    <a:pt x="3" y="27"/>
                  </a:lnTo>
                  <a:lnTo>
                    <a:pt x="0" y="47"/>
                  </a:lnTo>
                  <a:lnTo>
                    <a:pt x="0" y="4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6344" name="Freeform 40"/>
            <p:cNvSpPr>
              <a:spLocks/>
            </p:cNvSpPr>
            <p:nvPr/>
          </p:nvSpPr>
          <p:spPr bwMode="auto">
            <a:xfrm>
              <a:off x="1598" y="1598"/>
              <a:ext cx="81" cy="113"/>
            </a:xfrm>
            <a:custGeom>
              <a:avLst/>
              <a:gdLst>
                <a:gd name="T0" fmla="*/ 0 w 401"/>
                <a:gd name="T1" fmla="*/ 1 h 566"/>
                <a:gd name="T2" fmla="*/ 0 w 401"/>
                <a:gd name="T3" fmla="*/ 1 h 566"/>
                <a:gd name="T4" fmla="*/ 0 w 401"/>
                <a:gd name="T5" fmla="*/ 1 h 566"/>
                <a:gd name="T6" fmla="*/ 1 w 401"/>
                <a:gd name="T7" fmla="*/ 1 h 566"/>
                <a:gd name="T8" fmla="*/ 1 w 401"/>
                <a:gd name="T9" fmla="*/ 1 h 566"/>
                <a:gd name="T10" fmla="*/ 1 w 401"/>
                <a:gd name="T11" fmla="*/ 1 h 566"/>
                <a:gd name="T12" fmla="*/ 1 w 401"/>
                <a:gd name="T13" fmla="*/ 2 h 566"/>
                <a:gd name="T14" fmla="*/ 1 w 401"/>
                <a:gd name="T15" fmla="*/ 2 h 566"/>
                <a:gd name="T16" fmla="*/ 2 w 401"/>
                <a:gd name="T17" fmla="*/ 2 h 566"/>
                <a:gd name="T18" fmla="*/ 2 w 401"/>
                <a:gd name="T19" fmla="*/ 2 h 566"/>
                <a:gd name="T20" fmla="*/ 2 w 401"/>
                <a:gd name="T21" fmla="*/ 2 h 566"/>
                <a:gd name="T22" fmla="*/ 2 w 401"/>
                <a:gd name="T23" fmla="*/ 3 h 566"/>
                <a:gd name="T24" fmla="*/ 2 w 401"/>
                <a:gd name="T25" fmla="*/ 3 h 566"/>
                <a:gd name="T26" fmla="*/ 2 w 401"/>
                <a:gd name="T27" fmla="*/ 3 h 566"/>
                <a:gd name="T28" fmla="*/ 2 w 401"/>
                <a:gd name="T29" fmla="*/ 4 h 566"/>
                <a:gd name="T30" fmla="*/ 2 w 401"/>
                <a:gd name="T31" fmla="*/ 4 h 566"/>
                <a:gd name="T32" fmla="*/ 2 w 401"/>
                <a:gd name="T33" fmla="*/ 4 h 566"/>
                <a:gd name="T34" fmla="*/ 3 w 401"/>
                <a:gd name="T35" fmla="*/ 5 h 566"/>
                <a:gd name="T36" fmla="*/ 3 w 401"/>
                <a:gd name="T37" fmla="*/ 4 h 566"/>
                <a:gd name="T38" fmla="*/ 3 w 401"/>
                <a:gd name="T39" fmla="*/ 4 h 566"/>
                <a:gd name="T40" fmla="*/ 3 w 401"/>
                <a:gd name="T41" fmla="*/ 4 h 566"/>
                <a:gd name="T42" fmla="*/ 3 w 401"/>
                <a:gd name="T43" fmla="*/ 3 h 566"/>
                <a:gd name="T44" fmla="*/ 3 w 401"/>
                <a:gd name="T45" fmla="*/ 3 h 566"/>
                <a:gd name="T46" fmla="*/ 3 w 401"/>
                <a:gd name="T47" fmla="*/ 3 h 566"/>
                <a:gd name="T48" fmla="*/ 3 w 401"/>
                <a:gd name="T49" fmla="*/ 2 h 566"/>
                <a:gd name="T50" fmla="*/ 3 w 401"/>
                <a:gd name="T51" fmla="*/ 2 h 566"/>
                <a:gd name="T52" fmla="*/ 2 w 401"/>
                <a:gd name="T53" fmla="*/ 2 h 566"/>
                <a:gd name="T54" fmla="*/ 2 w 401"/>
                <a:gd name="T55" fmla="*/ 2 h 566"/>
                <a:gd name="T56" fmla="*/ 2 w 401"/>
                <a:gd name="T57" fmla="*/ 1 h 566"/>
                <a:gd name="T58" fmla="*/ 2 w 401"/>
                <a:gd name="T59" fmla="*/ 1 h 566"/>
                <a:gd name="T60" fmla="*/ 2 w 401"/>
                <a:gd name="T61" fmla="*/ 1 h 566"/>
                <a:gd name="T62" fmla="*/ 1 w 401"/>
                <a:gd name="T63" fmla="*/ 1 h 566"/>
                <a:gd name="T64" fmla="*/ 1 w 401"/>
                <a:gd name="T65" fmla="*/ 0 h 566"/>
                <a:gd name="T66" fmla="*/ 1 w 401"/>
                <a:gd name="T67" fmla="*/ 0 h 566"/>
                <a:gd name="T68" fmla="*/ 1 w 401"/>
                <a:gd name="T69" fmla="*/ 0 h 566"/>
                <a:gd name="T70" fmla="*/ 1 w 401"/>
                <a:gd name="T71" fmla="*/ 0 h 566"/>
                <a:gd name="T72" fmla="*/ 1 w 401"/>
                <a:gd name="T73" fmla="*/ 0 h 566"/>
                <a:gd name="T74" fmla="*/ 0 w 401"/>
                <a:gd name="T75" fmla="*/ 0 h 566"/>
                <a:gd name="T76" fmla="*/ 0 w 401"/>
                <a:gd name="T77" fmla="*/ 0 h 566"/>
                <a:gd name="T78" fmla="*/ 0 w 401"/>
                <a:gd name="T79" fmla="*/ 0 h 566"/>
                <a:gd name="T80" fmla="*/ 0 w 401"/>
                <a:gd name="T81" fmla="*/ 0 h 566"/>
                <a:gd name="T82" fmla="*/ 0 w 401"/>
                <a:gd name="T83" fmla="*/ 0 h 566"/>
                <a:gd name="T84" fmla="*/ 0 w 401"/>
                <a:gd name="T85" fmla="*/ 0 h 566"/>
                <a:gd name="T86" fmla="*/ 0 w 401"/>
                <a:gd name="T87" fmla="*/ 1 h 566"/>
                <a:gd name="T88" fmla="*/ 0 w 401"/>
                <a:gd name="T89" fmla="*/ 1 h 56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401"/>
                <a:gd name="T136" fmla="*/ 0 h 566"/>
                <a:gd name="T137" fmla="*/ 401 w 401"/>
                <a:gd name="T138" fmla="*/ 566 h 566"/>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401" h="566">
                  <a:moveTo>
                    <a:pt x="23" y="88"/>
                  </a:moveTo>
                  <a:lnTo>
                    <a:pt x="23" y="88"/>
                  </a:lnTo>
                  <a:lnTo>
                    <a:pt x="53" y="107"/>
                  </a:lnTo>
                  <a:lnTo>
                    <a:pt x="83" y="125"/>
                  </a:lnTo>
                  <a:lnTo>
                    <a:pt x="108" y="147"/>
                  </a:lnTo>
                  <a:lnTo>
                    <a:pt x="135" y="171"/>
                  </a:lnTo>
                  <a:lnTo>
                    <a:pt x="160" y="196"/>
                  </a:lnTo>
                  <a:lnTo>
                    <a:pt x="182" y="223"/>
                  </a:lnTo>
                  <a:lnTo>
                    <a:pt x="205" y="251"/>
                  </a:lnTo>
                  <a:lnTo>
                    <a:pt x="223" y="281"/>
                  </a:lnTo>
                  <a:lnTo>
                    <a:pt x="240" y="312"/>
                  </a:lnTo>
                  <a:lnTo>
                    <a:pt x="256" y="345"/>
                  </a:lnTo>
                  <a:lnTo>
                    <a:pt x="270" y="379"/>
                  </a:lnTo>
                  <a:lnTo>
                    <a:pt x="282" y="414"/>
                  </a:lnTo>
                  <a:lnTo>
                    <a:pt x="291" y="450"/>
                  </a:lnTo>
                  <a:lnTo>
                    <a:pt x="299" y="488"/>
                  </a:lnTo>
                  <a:lnTo>
                    <a:pt x="304" y="526"/>
                  </a:lnTo>
                  <a:lnTo>
                    <a:pt x="308" y="566"/>
                  </a:lnTo>
                  <a:lnTo>
                    <a:pt x="401" y="562"/>
                  </a:lnTo>
                  <a:lnTo>
                    <a:pt x="398" y="517"/>
                  </a:lnTo>
                  <a:lnTo>
                    <a:pt x="391" y="471"/>
                  </a:lnTo>
                  <a:lnTo>
                    <a:pt x="383" y="429"/>
                  </a:lnTo>
                  <a:lnTo>
                    <a:pt x="371" y="386"/>
                  </a:lnTo>
                  <a:lnTo>
                    <a:pt x="357" y="346"/>
                  </a:lnTo>
                  <a:lnTo>
                    <a:pt x="340" y="307"/>
                  </a:lnTo>
                  <a:lnTo>
                    <a:pt x="324" y="270"/>
                  </a:lnTo>
                  <a:lnTo>
                    <a:pt x="303" y="232"/>
                  </a:lnTo>
                  <a:lnTo>
                    <a:pt x="280" y="197"/>
                  </a:lnTo>
                  <a:lnTo>
                    <a:pt x="255" y="164"/>
                  </a:lnTo>
                  <a:lnTo>
                    <a:pt x="228" y="132"/>
                  </a:lnTo>
                  <a:lnTo>
                    <a:pt x="199" y="103"/>
                  </a:lnTo>
                  <a:lnTo>
                    <a:pt x="169" y="76"/>
                  </a:lnTo>
                  <a:lnTo>
                    <a:pt x="137" y="50"/>
                  </a:lnTo>
                  <a:lnTo>
                    <a:pt x="103" y="27"/>
                  </a:lnTo>
                  <a:lnTo>
                    <a:pt x="67" y="6"/>
                  </a:lnTo>
                  <a:lnTo>
                    <a:pt x="48" y="0"/>
                  </a:lnTo>
                  <a:lnTo>
                    <a:pt x="30" y="2"/>
                  </a:lnTo>
                  <a:lnTo>
                    <a:pt x="16" y="12"/>
                  </a:lnTo>
                  <a:lnTo>
                    <a:pt x="5" y="25"/>
                  </a:lnTo>
                  <a:lnTo>
                    <a:pt x="0" y="41"/>
                  </a:lnTo>
                  <a:lnTo>
                    <a:pt x="0" y="59"/>
                  </a:lnTo>
                  <a:lnTo>
                    <a:pt x="8" y="75"/>
                  </a:lnTo>
                  <a:lnTo>
                    <a:pt x="23"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6345" name="Freeform 41"/>
            <p:cNvSpPr>
              <a:spLocks/>
            </p:cNvSpPr>
            <p:nvPr/>
          </p:nvSpPr>
          <p:spPr bwMode="auto">
            <a:xfrm>
              <a:off x="1346" y="1455"/>
              <a:ext cx="266" cy="160"/>
            </a:xfrm>
            <a:custGeom>
              <a:avLst/>
              <a:gdLst>
                <a:gd name="T0" fmla="*/ 0 w 1330"/>
                <a:gd name="T1" fmla="*/ 1 h 801"/>
                <a:gd name="T2" fmla="*/ 0 w 1330"/>
                <a:gd name="T3" fmla="*/ 1 h 801"/>
                <a:gd name="T4" fmla="*/ 10 w 1330"/>
                <a:gd name="T5" fmla="*/ 6 h 801"/>
                <a:gd name="T6" fmla="*/ 11 w 1330"/>
                <a:gd name="T7" fmla="*/ 6 h 801"/>
                <a:gd name="T8" fmla="*/ 1 w 1330"/>
                <a:gd name="T9" fmla="*/ 0 h 801"/>
                <a:gd name="T10" fmla="*/ 1 w 1330"/>
                <a:gd name="T11" fmla="*/ 0 h 801"/>
                <a:gd name="T12" fmla="*/ 1 w 1330"/>
                <a:gd name="T13" fmla="*/ 0 h 801"/>
                <a:gd name="T14" fmla="*/ 0 w 1330"/>
                <a:gd name="T15" fmla="*/ 0 h 801"/>
                <a:gd name="T16" fmla="*/ 0 w 1330"/>
                <a:gd name="T17" fmla="*/ 0 h 801"/>
                <a:gd name="T18" fmla="*/ 0 w 1330"/>
                <a:gd name="T19" fmla="*/ 0 h 801"/>
                <a:gd name="T20" fmla="*/ 0 w 1330"/>
                <a:gd name="T21" fmla="*/ 0 h 801"/>
                <a:gd name="T22" fmla="*/ 0 w 1330"/>
                <a:gd name="T23" fmla="*/ 0 h 801"/>
                <a:gd name="T24" fmla="*/ 0 w 1330"/>
                <a:gd name="T25" fmla="*/ 0 h 801"/>
                <a:gd name="T26" fmla="*/ 0 w 1330"/>
                <a:gd name="T27" fmla="*/ 1 h 801"/>
                <a:gd name="T28" fmla="*/ 0 w 1330"/>
                <a:gd name="T29" fmla="*/ 1 h 801"/>
                <a:gd name="T30" fmla="*/ 0 w 1330"/>
                <a:gd name="T31" fmla="*/ 1 h 801"/>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30"/>
                <a:gd name="T49" fmla="*/ 0 h 801"/>
                <a:gd name="T50" fmla="*/ 1330 w 1330"/>
                <a:gd name="T51" fmla="*/ 801 h 801"/>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30" h="801">
                  <a:moveTo>
                    <a:pt x="24" y="88"/>
                  </a:moveTo>
                  <a:lnTo>
                    <a:pt x="23" y="88"/>
                  </a:lnTo>
                  <a:lnTo>
                    <a:pt x="1286" y="801"/>
                  </a:lnTo>
                  <a:lnTo>
                    <a:pt x="1330" y="719"/>
                  </a:lnTo>
                  <a:lnTo>
                    <a:pt x="67" y="6"/>
                  </a:lnTo>
                  <a:lnTo>
                    <a:pt x="66" y="6"/>
                  </a:lnTo>
                  <a:lnTo>
                    <a:pt x="67" y="6"/>
                  </a:lnTo>
                  <a:lnTo>
                    <a:pt x="48" y="0"/>
                  </a:lnTo>
                  <a:lnTo>
                    <a:pt x="30" y="2"/>
                  </a:lnTo>
                  <a:lnTo>
                    <a:pt x="16" y="12"/>
                  </a:lnTo>
                  <a:lnTo>
                    <a:pt x="5" y="25"/>
                  </a:lnTo>
                  <a:lnTo>
                    <a:pt x="0" y="41"/>
                  </a:lnTo>
                  <a:lnTo>
                    <a:pt x="0" y="59"/>
                  </a:lnTo>
                  <a:lnTo>
                    <a:pt x="8" y="75"/>
                  </a:lnTo>
                  <a:lnTo>
                    <a:pt x="23" y="88"/>
                  </a:lnTo>
                  <a:lnTo>
                    <a:pt x="24"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6346" name="Freeform 42"/>
            <p:cNvSpPr>
              <a:spLocks/>
            </p:cNvSpPr>
            <p:nvPr/>
          </p:nvSpPr>
          <p:spPr bwMode="auto">
            <a:xfrm>
              <a:off x="1198" y="1439"/>
              <a:ext cx="161" cy="35"/>
            </a:xfrm>
            <a:custGeom>
              <a:avLst/>
              <a:gdLst>
                <a:gd name="T0" fmla="*/ 1 w 806"/>
                <a:gd name="T1" fmla="*/ 1 h 177"/>
                <a:gd name="T2" fmla="*/ 1 w 806"/>
                <a:gd name="T3" fmla="*/ 1 h 177"/>
                <a:gd name="T4" fmla="*/ 1 w 806"/>
                <a:gd name="T5" fmla="*/ 1 h 177"/>
                <a:gd name="T6" fmla="*/ 1 w 806"/>
                <a:gd name="T7" fmla="*/ 1 h 177"/>
                <a:gd name="T8" fmla="*/ 2 w 806"/>
                <a:gd name="T9" fmla="*/ 1 h 177"/>
                <a:gd name="T10" fmla="*/ 2 w 806"/>
                <a:gd name="T11" fmla="*/ 1 h 177"/>
                <a:gd name="T12" fmla="*/ 2 w 806"/>
                <a:gd name="T13" fmla="*/ 1 h 177"/>
                <a:gd name="T14" fmla="*/ 3 w 806"/>
                <a:gd name="T15" fmla="*/ 1 h 177"/>
                <a:gd name="T16" fmla="*/ 3 w 806"/>
                <a:gd name="T17" fmla="*/ 1 h 177"/>
                <a:gd name="T18" fmla="*/ 3 w 806"/>
                <a:gd name="T19" fmla="*/ 1 h 177"/>
                <a:gd name="T20" fmla="*/ 4 w 806"/>
                <a:gd name="T21" fmla="*/ 1 h 177"/>
                <a:gd name="T22" fmla="*/ 4 w 806"/>
                <a:gd name="T23" fmla="*/ 1 h 177"/>
                <a:gd name="T24" fmla="*/ 5 w 806"/>
                <a:gd name="T25" fmla="*/ 1 h 177"/>
                <a:gd name="T26" fmla="*/ 5 w 806"/>
                <a:gd name="T27" fmla="*/ 1 h 177"/>
                <a:gd name="T28" fmla="*/ 5 w 806"/>
                <a:gd name="T29" fmla="*/ 1 h 177"/>
                <a:gd name="T30" fmla="*/ 6 w 806"/>
                <a:gd name="T31" fmla="*/ 1 h 177"/>
                <a:gd name="T32" fmla="*/ 6 w 806"/>
                <a:gd name="T33" fmla="*/ 1 h 177"/>
                <a:gd name="T34" fmla="*/ 6 w 806"/>
                <a:gd name="T35" fmla="*/ 1 h 177"/>
                <a:gd name="T36" fmla="*/ 6 w 806"/>
                <a:gd name="T37" fmla="*/ 1 h 177"/>
                <a:gd name="T38" fmla="*/ 6 w 806"/>
                <a:gd name="T39" fmla="*/ 1 h 177"/>
                <a:gd name="T40" fmla="*/ 6 w 806"/>
                <a:gd name="T41" fmla="*/ 0 h 177"/>
                <a:gd name="T42" fmla="*/ 5 w 806"/>
                <a:gd name="T43" fmla="*/ 0 h 177"/>
                <a:gd name="T44" fmla="*/ 5 w 806"/>
                <a:gd name="T45" fmla="*/ 0 h 177"/>
                <a:gd name="T46" fmla="*/ 5 w 806"/>
                <a:gd name="T47" fmla="*/ 0 h 177"/>
                <a:gd name="T48" fmla="*/ 4 w 806"/>
                <a:gd name="T49" fmla="*/ 0 h 177"/>
                <a:gd name="T50" fmla="*/ 4 w 806"/>
                <a:gd name="T51" fmla="*/ 0 h 177"/>
                <a:gd name="T52" fmla="*/ 3 w 806"/>
                <a:gd name="T53" fmla="*/ 0 h 177"/>
                <a:gd name="T54" fmla="*/ 3 w 806"/>
                <a:gd name="T55" fmla="*/ 0 h 177"/>
                <a:gd name="T56" fmla="*/ 3 w 806"/>
                <a:gd name="T57" fmla="*/ 0 h 177"/>
                <a:gd name="T58" fmla="*/ 2 w 806"/>
                <a:gd name="T59" fmla="*/ 0 h 177"/>
                <a:gd name="T60" fmla="*/ 2 w 806"/>
                <a:gd name="T61" fmla="*/ 0 h 177"/>
                <a:gd name="T62" fmla="*/ 1 w 806"/>
                <a:gd name="T63" fmla="*/ 0 h 177"/>
                <a:gd name="T64" fmla="*/ 1 w 806"/>
                <a:gd name="T65" fmla="*/ 0 h 177"/>
                <a:gd name="T66" fmla="*/ 1 w 806"/>
                <a:gd name="T67" fmla="*/ 1 h 177"/>
                <a:gd name="T68" fmla="*/ 0 w 806"/>
                <a:gd name="T69" fmla="*/ 1 h 177"/>
                <a:gd name="T70" fmla="*/ 0 w 806"/>
                <a:gd name="T71" fmla="*/ 1 h 177"/>
                <a:gd name="T72" fmla="*/ 0 w 806"/>
                <a:gd name="T73" fmla="*/ 1 h 177"/>
                <a:gd name="T74" fmla="*/ 0 w 806"/>
                <a:gd name="T75" fmla="*/ 1 h 177"/>
                <a:gd name="T76" fmla="*/ 0 w 806"/>
                <a:gd name="T77" fmla="*/ 1 h 177"/>
                <a:gd name="T78" fmla="*/ 0 w 806"/>
                <a:gd name="T79" fmla="*/ 1 h 177"/>
                <a:gd name="T80" fmla="*/ 0 w 806"/>
                <a:gd name="T81" fmla="*/ 1 h 177"/>
                <a:gd name="T82" fmla="*/ 0 w 806"/>
                <a:gd name="T83" fmla="*/ 1 h 177"/>
                <a:gd name="T84" fmla="*/ 0 w 806"/>
                <a:gd name="T85" fmla="*/ 1 h 177"/>
                <a:gd name="T86" fmla="*/ 0 w 806"/>
                <a:gd name="T87" fmla="*/ 1 h 177"/>
                <a:gd name="T88" fmla="*/ 1 w 806"/>
                <a:gd name="T89" fmla="*/ 1 h 177"/>
                <a:gd name="T90" fmla="*/ 1 w 806"/>
                <a:gd name="T91" fmla="*/ 1 h 17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806"/>
                <a:gd name="T139" fmla="*/ 0 h 177"/>
                <a:gd name="T140" fmla="*/ 806 w 806"/>
                <a:gd name="T141" fmla="*/ 177 h 17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806" h="177">
                  <a:moveTo>
                    <a:pt x="67" y="171"/>
                  </a:moveTo>
                  <a:lnTo>
                    <a:pt x="68" y="171"/>
                  </a:lnTo>
                  <a:lnTo>
                    <a:pt x="109" y="151"/>
                  </a:lnTo>
                  <a:lnTo>
                    <a:pt x="151" y="135"/>
                  </a:lnTo>
                  <a:lnTo>
                    <a:pt x="196" y="122"/>
                  </a:lnTo>
                  <a:lnTo>
                    <a:pt x="242" y="110"/>
                  </a:lnTo>
                  <a:lnTo>
                    <a:pt x="287" y="102"/>
                  </a:lnTo>
                  <a:lnTo>
                    <a:pt x="335" y="97"/>
                  </a:lnTo>
                  <a:lnTo>
                    <a:pt x="382" y="95"/>
                  </a:lnTo>
                  <a:lnTo>
                    <a:pt x="430" y="94"/>
                  </a:lnTo>
                  <a:lnTo>
                    <a:pt x="477" y="97"/>
                  </a:lnTo>
                  <a:lnTo>
                    <a:pt x="524" y="102"/>
                  </a:lnTo>
                  <a:lnTo>
                    <a:pt x="568" y="108"/>
                  </a:lnTo>
                  <a:lnTo>
                    <a:pt x="612" y="117"/>
                  </a:lnTo>
                  <a:lnTo>
                    <a:pt x="654" y="128"/>
                  </a:lnTo>
                  <a:lnTo>
                    <a:pt x="693" y="141"/>
                  </a:lnTo>
                  <a:lnTo>
                    <a:pt x="730" y="155"/>
                  </a:lnTo>
                  <a:lnTo>
                    <a:pt x="764" y="171"/>
                  </a:lnTo>
                  <a:lnTo>
                    <a:pt x="806" y="89"/>
                  </a:lnTo>
                  <a:lnTo>
                    <a:pt x="768" y="70"/>
                  </a:lnTo>
                  <a:lnTo>
                    <a:pt x="725" y="54"/>
                  </a:lnTo>
                  <a:lnTo>
                    <a:pt x="680" y="39"/>
                  </a:lnTo>
                  <a:lnTo>
                    <a:pt x="633" y="26"/>
                  </a:lnTo>
                  <a:lnTo>
                    <a:pt x="585" y="16"/>
                  </a:lnTo>
                  <a:lnTo>
                    <a:pt x="536" y="8"/>
                  </a:lnTo>
                  <a:lnTo>
                    <a:pt x="484" y="3"/>
                  </a:lnTo>
                  <a:lnTo>
                    <a:pt x="433" y="0"/>
                  </a:lnTo>
                  <a:lnTo>
                    <a:pt x="380" y="1"/>
                  </a:lnTo>
                  <a:lnTo>
                    <a:pt x="328" y="3"/>
                  </a:lnTo>
                  <a:lnTo>
                    <a:pt x="276" y="10"/>
                  </a:lnTo>
                  <a:lnTo>
                    <a:pt x="223" y="19"/>
                  </a:lnTo>
                  <a:lnTo>
                    <a:pt x="172" y="30"/>
                  </a:lnTo>
                  <a:lnTo>
                    <a:pt x="121" y="46"/>
                  </a:lnTo>
                  <a:lnTo>
                    <a:pt x="72" y="67"/>
                  </a:lnTo>
                  <a:lnTo>
                    <a:pt x="24" y="89"/>
                  </a:lnTo>
                  <a:lnTo>
                    <a:pt x="25" y="89"/>
                  </a:lnTo>
                  <a:lnTo>
                    <a:pt x="24" y="89"/>
                  </a:lnTo>
                  <a:lnTo>
                    <a:pt x="8" y="102"/>
                  </a:lnTo>
                  <a:lnTo>
                    <a:pt x="0" y="118"/>
                  </a:lnTo>
                  <a:lnTo>
                    <a:pt x="0" y="136"/>
                  </a:lnTo>
                  <a:lnTo>
                    <a:pt x="6" y="152"/>
                  </a:lnTo>
                  <a:lnTo>
                    <a:pt x="17" y="165"/>
                  </a:lnTo>
                  <a:lnTo>
                    <a:pt x="31" y="175"/>
                  </a:lnTo>
                  <a:lnTo>
                    <a:pt x="48" y="177"/>
                  </a:lnTo>
                  <a:lnTo>
                    <a:pt x="68" y="171"/>
                  </a:lnTo>
                  <a:lnTo>
                    <a:pt x="67" y="1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6347" name="Freeform 43"/>
            <p:cNvSpPr>
              <a:spLocks/>
            </p:cNvSpPr>
            <p:nvPr/>
          </p:nvSpPr>
          <p:spPr bwMode="auto">
            <a:xfrm>
              <a:off x="931" y="1456"/>
              <a:ext cx="280" cy="158"/>
            </a:xfrm>
            <a:custGeom>
              <a:avLst/>
              <a:gdLst>
                <a:gd name="T0" fmla="*/ 1 w 1402"/>
                <a:gd name="T1" fmla="*/ 6 h 787"/>
                <a:gd name="T2" fmla="*/ 1 w 1402"/>
                <a:gd name="T3" fmla="*/ 6 h 787"/>
                <a:gd name="T4" fmla="*/ 11 w 1402"/>
                <a:gd name="T5" fmla="*/ 1 h 787"/>
                <a:gd name="T6" fmla="*/ 11 w 1402"/>
                <a:gd name="T7" fmla="*/ 0 h 787"/>
                <a:gd name="T8" fmla="*/ 0 w 1402"/>
                <a:gd name="T9" fmla="*/ 6 h 787"/>
                <a:gd name="T10" fmla="*/ 0 w 1402"/>
                <a:gd name="T11" fmla="*/ 6 h 787"/>
                <a:gd name="T12" fmla="*/ 0 w 1402"/>
                <a:gd name="T13" fmla="*/ 6 h 787"/>
                <a:gd name="T14" fmla="*/ 0 w 1402"/>
                <a:gd name="T15" fmla="*/ 6 h 787"/>
                <a:gd name="T16" fmla="*/ 0 w 1402"/>
                <a:gd name="T17" fmla="*/ 6 h 787"/>
                <a:gd name="T18" fmla="*/ 0 w 1402"/>
                <a:gd name="T19" fmla="*/ 6 h 787"/>
                <a:gd name="T20" fmla="*/ 0 w 1402"/>
                <a:gd name="T21" fmla="*/ 6 h 787"/>
                <a:gd name="T22" fmla="*/ 0 w 1402"/>
                <a:gd name="T23" fmla="*/ 6 h 787"/>
                <a:gd name="T24" fmla="*/ 0 w 1402"/>
                <a:gd name="T25" fmla="*/ 6 h 787"/>
                <a:gd name="T26" fmla="*/ 0 w 1402"/>
                <a:gd name="T27" fmla="*/ 6 h 787"/>
                <a:gd name="T28" fmla="*/ 1 w 1402"/>
                <a:gd name="T29" fmla="*/ 6 h 787"/>
                <a:gd name="T30" fmla="*/ 1 w 1402"/>
                <a:gd name="T31" fmla="*/ 6 h 78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02"/>
                <a:gd name="T49" fmla="*/ 0 h 787"/>
                <a:gd name="T50" fmla="*/ 1402 w 1402"/>
                <a:gd name="T51" fmla="*/ 787 h 78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02" h="787">
                  <a:moveTo>
                    <a:pt x="69" y="781"/>
                  </a:moveTo>
                  <a:lnTo>
                    <a:pt x="66" y="781"/>
                  </a:lnTo>
                  <a:lnTo>
                    <a:pt x="1402" y="82"/>
                  </a:lnTo>
                  <a:lnTo>
                    <a:pt x="1360" y="0"/>
                  </a:lnTo>
                  <a:lnTo>
                    <a:pt x="24" y="699"/>
                  </a:lnTo>
                  <a:lnTo>
                    <a:pt x="22" y="699"/>
                  </a:lnTo>
                  <a:lnTo>
                    <a:pt x="24" y="699"/>
                  </a:lnTo>
                  <a:lnTo>
                    <a:pt x="8" y="712"/>
                  </a:lnTo>
                  <a:lnTo>
                    <a:pt x="1" y="727"/>
                  </a:lnTo>
                  <a:lnTo>
                    <a:pt x="0" y="744"/>
                  </a:lnTo>
                  <a:lnTo>
                    <a:pt x="5" y="761"/>
                  </a:lnTo>
                  <a:lnTo>
                    <a:pt x="15" y="775"/>
                  </a:lnTo>
                  <a:lnTo>
                    <a:pt x="30" y="784"/>
                  </a:lnTo>
                  <a:lnTo>
                    <a:pt x="46" y="787"/>
                  </a:lnTo>
                  <a:lnTo>
                    <a:pt x="66" y="781"/>
                  </a:lnTo>
                  <a:lnTo>
                    <a:pt x="69" y="7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6348" name="Freeform 44"/>
            <p:cNvSpPr>
              <a:spLocks/>
            </p:cNvSpPr>
            <p:nvPr/>
          </p:nvSpPr>
          <p:spPr bwMode="auto">
            <a:xfrm>
              <a:off x="868" y="1596"/>
              <a:ext cx="77" cy="126"/>
            </a:xfrm>
            <a:custGeom>
              <a:avLst/>
              <a:gdLst>
                <a:gd name="T0" fmla="*/ 1 w 382"/>
                <a:gd name="T1" fmla="*/ 5 h 628"/>
                <a:gd name="T2" fmla="*/ 1 w 382"/>
                <a:gd name="T3" fmla="*/ 5 h 628"/>
                <a:gd name="T4" fmla="*/ 1 w 382"/>
                <a:gd name="T5" fmla="*/ 4 h 628"/>
                <a:gd name="T6" fmla="*/ 1 w 382"/>
                <a:gd name="T7" fmla="*/ 4 h 628"/>
                <a:gd name="T8" fmla="*/ 1 w 382"/>
                <a:gd name="T9" fmla="*/ 4 h 628"/>
                <a:gd name="T10" fmla="*/ 1 w 382"/>
                <a:gd name="T11" fmla="*/ 3 h 628"/>
                <a:gd name="T12" fmla="*/ 1 w 382"/>
                <a:gd name="T13" fmla="*/ 3 h 628"/>
                <a:gd name="T14" fmla="*/ 1 w 382"/>
                <a:gd name="T15" fmla="*/ 3 h 628"/>
                <a:gd name="T16" fmla="*/ 1 w 382"/>
                <a:gd name="T17" fmla="*/ 3 h 628"/>
                <a:gd name="T18" fmla="*/ 1 w 382"/>
                <a:gd name="T19" fmla="*/ 2 h 628"/>
                <a:gd name="T20" fmla="*/ 2 w 382"/>
                <a:gd name="T21" fmla="*/ 2 h 628"/>
                <a:gd name="T22" fmla="*/ 2 w 382"/>
                <a:gd name="T23" fmla="*/ 2 h 628"/>
                <a:gd name="T24" fmla="*/ 2 w 382"/>
                <a:gd name="T25" fmla="*/ 2 h 628"/>
                <a:gd name="T26" fmla="*/ 2 w 382"/>
                <a:gd name="T27" fmla="*/ 1 h 628"/>
                <a:gd name="T28" fmla="*/ 2 w 382"/>
                <a:gd name="T29" fmla="*/ 1 h 628"/>
                <a:gd name="T30" fmla="*/ 3 w 382"/>
                <a:gd name="T31" fmla="*/ 1 h 628"/>
                <a:gd name="T32" fmla="*/ 3 w 382"/>
                <a:gd name="T33" fmla="*/ 1 h 628"/>
                <a:gd name="T34" fmla="*/ 3 w 382"/>
                <a:gd name="T35" fmla="*/ 1 h 628"/>
                <a:gd name="T36" fmla="*/ 3 w 382"/>
                <a:gd name="T37" fmla="*/ 0 h 628"/>
                <a:gd name="T38" fmla="*/ 2 w 382"/>
                <a:gd name="T39" fmla="*/ 0 h 628"/>
                <a:gd name="T40" fmla="*/ 2 w 382"/>
                <a:gd name="T41" fmla="*/ 0 h 628"/>
                <a:gd name="T42" fmla="*/ 2 w 382"/>
                <a:gd name="T43" fmla="*/ 1 h 628"/>
                <a:gd name="T44" fmla="*/ 2 w 382"/>
                <a:gd name="T45" fmla="*/ 1 h 628"/>
                <a:gd name="T46" fmla="*/ 1 w 382"/>
                <a:gd name="T47" fmla="*/ 1 h 628"/>
                <a:gd name="T48" fmla="*/ 1 w 382"/>
                <a:gd name="T49" fmla="*/ 1 h 628"/>
                <a:gd name="T50" fmla="*/ 1 w 382"/>
                <a:gd name="T51" fmla="*/ 2 h 628"/>
                <a:gd name="T52" fmla="*/ 1 w 382"/>
                <a:gd name="T53" fmla="*/ 2 h 628"/>
                <a:gd name="T54" fmla="*/ 1 w 382"/>
                <a:gd name="T55" fmla="*/ 2 h 628"/>
                <a:gd name="T56" fmla="*/ 0 w 382"/>
                <a:gd name="T57" fmla="*/ 3 h 628"/>
                <a:gd name="T58" fmla="*/ 0 w 382"/>
                <a:gd name="T59" fmla="*/ 3 h 628"/>
                <a:gd name="T60" fmla="*/ 0 w 382"/>
                <a:gd name="T61" fmla="*/ 3 h 628"/>
                <a:gd name="T62" fmla="*/ 0 w 382"/>
                <a:gd name="T63" fmla="*/ 4 h 628"/>
                <a:gd name="T64" fmla="*/ 0 w 382"/>
                <a:gd name="T65" fmla="*/ 4 h 628"/>
                <a:gd name="T66" fmla="*/ 0 w 382"/>
                <a:gd name="T67" fmla="*/ 4 h 628"/>
                <a:gd name="T68" fmla="*/ 0 w 382"/>
                <a:gd name="T69" fmla="*/ 5 h 628"/>
                <a:gd name="T70" fmla="*/ 0 w 382"/>
                <a:gd name="T71" fmla="*/ 5 h 628"/>
                <a:gd name="T72" fmla="*/ 0 w 382"/>
                <a:gd name="T73" fmla="*/ 5 h 628"/>
                <a:gd name="T74" fmla="*/ 0 w 382"/>
                <a:gd name="T75" fmla="*/ 5 h 628"/>
                <a:gd name="T76" fmla="*/ 0 w 382"/>
                <a:gd name="T77" fmla="*/ 5 h 628"/>
                <a:gd name="T78" fmla="*/ 0 w 382"/>
                <a:gd name="T79" fmla="*/ 5 h 628"/>
                <a:gd name="T80" fmla="*/ 0 w 382"/>
                <a:gd name="T81" fmla="*/ 5 h 628"/>
                <a:gd name="T82" fmla="*/ 1 w 382"/>
                <a:gd name="T83" fmla="*/ 5 h 628"/>
                <a:gd name="T84" fmla="*/ 1 w 382"/>
                <a:gd name="T85" fmla="*/ 5 h 628"/>
                <a:gd name="T86" fmla="*/ 1 w 382"/>
                <a:gd name="T87" fmla="*/ 5 h 628"/>
                <a:gd name="T88" fmla="*/ 1 w 382"/>
                <a:gd name="T89" fmla="*/ 5 h 628"/>
                <a:gd name="T90" fmla="*/ 1 w 382"/>
                <a:gd name="T91" fmla="*/ 5 h 628"/>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382"/>
                <a:gd name="T139" fmla="*/ 0 h 628"/>
                <a:gd name="T140" fmla="*/ 382 w 382"/>
                <a:gd name="T141" fmla="*/ 628 h 628"/>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382" h="628">
                  <a:moveTo>
                    <a:pt x="94" y="581"/>
                  </a:moveTo>
                  <a:lnTo>
                    <a:pt x="94" y="582"/>
                  </a:lnTo>
                  <a:lnTo>
                    <a:pt x="96" y="541"/>
                  </a:lnTo>
                  <a:lnTo>
                    <a:pt x="99" y="500"/>
                  </a:lnTo>
                  <a:lnTo>
                    <a:pt x="106" y="463"/>
                  </a:lnTo>
                  <a:lnTo>
                    <a:pt x="115" y="424"/>
                  </a:lnTo>
                  <a:lnTo>
                    <a:pt x="127" y="389"/>
                  </a:lnTo>
                  <a:lnTo>
                    <a:pt x="140" y="353"/>
                  </a:lnTo>
                  <a:lnTo>
                    <a:pt x="156" y="320"/>
                  </a:lnTo>
                  <a:lnTo>
                    <a:pt x="173" y="287"/>
                  </a:lnTo>
                  <a:lnTo>
                    <a:pt x="193" y="255"/>
                  </a:lnTo>
                  <a:lnTo>
                    <a:pt x="214" y="226"/>
                  </a:lnTo>
                  <a:lnTo>
                    <a:pt x="238" y="198"/>
                  </a:lnTo>
                  <a:lnTo>
                    <a:pt x="263" y="172"/>
                  </a:lnTo>
                  <a:lnTo>
                    <a:pt x="290" y="146"/>
                  </a:lnTo>
                  <a:lnTo>
                    <a:pt x="318" y="122"/>
                  </a:lnTo>
                  <a:lnTo>
                    <a:pt x="349" y="101"/>
                  </a:lnTo>
                  <a:lnTo>
                    <a:pt x="382" y="82"/>
                  </a:lnTo>
                  <a:lnTo>
                    <a:pt x="335" y="0"/>
                  </a:lnTo>
                  <a:lnTo>
                    <a:pt x="297" y="23"/>
                  </a:lnTo>
                  <a:lnTo>
                    <a:pt x="262" y="49"/>
                  </a:lnTo>
                  <a:lnTo>
                    <a:pt x="229" y="76"/>
                  </a:lnTo>
                  <a:lnTo>
                    <a:pt x="198" y="104"/>
                  </a:lnTo>
                  <a:lnTo>
                    <a:pt x="167" y="137"/>
                  </a:lnTo>
                  <a:lnTo>
                    <a:pt x="142" y="170"/>
                  </a:lnTo>
                  <a:lnTo>
                    <a:pt x="116" y="204"/>
                  </a:lnTo>
                  <a:lnTo>
                    <a:pt x="94" y="240"/>
                  </a:lnTo>
                  <a:lnTo>
                    <a:pt x="74" y="278"/>
                  </a:lnTo>
                  <a:lnTo>
                    <a:pt x="54" y="317"/>
                  </a:lnTo>
                  <a:lnTo>
                    <a:pt x="38" y="359"/>
                  </a:lnTo>
                  <a:lnTo>
                    <a:pt x="26" y="401"/>
                  </a:lnTo>
                  <a:lnTo>
                    <a:pt x="15" y="444"/>
                  </a:lnTo>
                  <a:lnTo>
                    <a:pt x="8" y="489"/>
                  </a:lnTo>
                  <a:lnTo>
                    <a:pt x="2" y="534"/>
                  </a:lnTo>
                  <a:lnTo>
                    <a:pt x="0" y="580"/>
                  </a:lnTo>
                  <a:lnTo>
                    <a:pt x="0" y="581"/>
                  </a:lnTo>
                  <a:lnTo>
                    <a:pt x="0" y="580"/>
                  </a:lnTo>
                  <a:lnTo>
                    <a:pt x="3" y="600"/>
                  </a:lnTo>
                  <a:lnTo>
                    <a:pt x="14" y="615"/>
                  </a:lnTo>
                  <a:lnTo>
                    <a:pt x="29" y="625"/>
                  </a:lnTo>
                  <a:lnTo>
                    <a:pt x="45" y="628"/>
                  </a:lnTo>
                  <a:lnTo>
                    <a:pt x="63" y="626"/>
                  </a:lnTo>
                  <a:lnTo>
                    <a:pt x="78" y="616"/>
                  </a:lnTo>
                  <a:lnTo>
                    <a:pt x="89" y="602"/>
                  </a:lnTo>
                  <a:lnTo>
                    <a:pt x="94" y="582"/>
                  </a:lnTo>
                  <a:lnTo>
                    <a:pt x="94" y="5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6349" name="Freeform 45"/>
            <p:cNvSpPr>
              <a:spLocks/>
            </p:cNvSpPr>
            <p:nvPr/>
          </p:nvSpPr>
          <p:spPr bwMode="auto">
            <a:xfrm>
              <a:off x="868" y="1712"/>
              <a:ext cx="19" cy="364"/>
            </a:xfrm>
            <a:custGeom>
              <a:avLst/>
              <a:gdLst>
                <a:gd name="T0" fmla="*/ 1 w 94"/>
                <a:gd name="T1" fmla="*/ 14 h 1818"/>
                <a:gd name="T2" fmla="*/ 1 w 94"/>
                <a:gd name="T3" fmla="*/ 14 h 1818"/>
                <a:gd name="T4" fmla="*/ 1 w 94"/>
                <a:gd name="T5" fmla="*/ 0 h 1818"/>
                <a:gd name="T6" fmla="*/ 0 w 94"/>
                <a:gd name="T7" fmla="*/ 0 h 1818"/>
                <a:gd name="T8" fmla="*/ 0 w 94"/>
                <a:gd name="T9" fmla="*/ 14 h 1818"/>
                <a:gd name="T10" fmla="*/ 0 w 94"/>
                <a:gd name="T11" fmla="*/ 14 h 1818"/>
                <a:gd name="T12" fmla="*/ 0 w 94"/>
                <a:gd name="T13" fmla="*/ 14 h 1818"/>
                <a:gd name="T14" fmla="*/ 0 w 94"/>
                <a:gd name="T15" fmla="*/ 14 h 1818"/>
                <a:gd name="T16" fmla="*/ 0 w 94"/>
                <a:gd name="T17" fmla="*/ 14 h 1818"/>
                <a:gd name="T18" fmla="*/ 0 w 94"/>
                <a:gd name="T19" fmla="*/ 15 h 1818"/>
                <a:gd name="T20" fmla="*/ 0 w 94"/>
                <a:gd name="T21" fmla="*/ 15 h 1818"/>
                <a:gd name="T22" fmla="*/ 1 w 94"/>
                <a:gd name="T23" fmla="*/ 15 h 1818"/>
                <a:gd name="T24" fmla="*/ 1 w 94"/>
                <a:gd name="T25" fmla="*/ 14 h 1818"/>
                <a:gd name="T26" fmla="*/ 1 w 94"/>
                <a:gd name="T27" fmla="*/ 14 h 1818"/>
                <a:gd name="T28" fmla="*/ 1 w 94"/>
                <a:gd name="T29" fmla="*/ 14 h 1818"/>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94"/>
                <a:gd name="T46" fmla="*/ 0 h 1818"/>
                <a:gd name="T47" fmla="*/ 94 w 94"/>
                <a:gd name="T48" fmla="*/ 1818 h 1818"/>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94" h="1818">
                  <a:moveTo>
                    <a:pt x="94" y="1771"/>
                  </a:moveTo>
                  <a:lnTo>
                    <a:pt x="94" y="1771"/>
                  </a:lnTo>
                  <a:lnTo>
                    <a:pt x="94" y="0"/>
                  </a:lnTo>
                  <a:lnTo>
                    <a:pt x="0" y="0"/>
                  </a:lnTo>
                  <a:lnTo>
                    <a:pt x="0" y="1771"/>
                  </a:lnTo>
                  <a:lnTo>
                    <a:pt x="3" y="1791"/>
                  </a:lnTo>
                  <a:lnTo>
                    <a:pt x="15" y="1806"/>
                  </a:lnTo>
                  <a:lnTo>
                    <a:pt x="29" y="1814"/>
                  </a:lnTo>
                  <a:lnTo>
                    <a:pt x="47" y="1818"/>
                  </a:lnTo>
                  <a:lnTo>
                    <a:pt x="64" y="1814"/>
                  </a:lnTo>
                  <a:lnTo>
                    <a:pt x="79" y="1806"/>
                  </a:lnTo>
                  <a:lnTo>
                    <a:pt x="90" y="1791"/>
                  </a:lnTo>
                  <a:lnTo>
                    <a:pt x="94" y="17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6350" name="Freeform 46"/>
            <p:cNvSpPr>
              <a:spLocks/>
            </p:cNvSpPr>
            <p:nvPr/>
          </p:nvSpPr>
          <p:spPr bwMode="auto">
            <a:xfrm>
              <a:off x="868" y="2067"/>
              <a:ext cx="90" cy="160"/>
            </a:xfrm>
            <a:custGeom>
              <a:avLst/>
              <a:gdLst>
                <a:gd name="T0" fmla="*/ 3 w 449"/>
                <a:gd name="T1" fmla="*/ 6 h 803"/>
                <a:gd name="T2" fmla="*/ 3 w 449"/>
                <a:gd name="T3" fmla="*/ 6 h 803"/>
                <a:gd name="T4" fmla="*/ 3 w 449"/>
                <a:gd name="T5" fmla="*/ 5 h 803"/>
                <a:gd name="T6" fmla="*/ 3 w 449"/>
                <a:gd name="T7" fmla="*/ 5 h 803"/>
                <a:gd name="T8" fmla="*/ 3 w 449"/>
                <a:gd name="T9" fmla="*/ 5 h 803"/>
                <a:gd name="T10" fmla="*/ 2 w 449"/>
                <a:gd name="T11" fmla="*/ 5 h 803"/>
                <a:gd name="T12" fmla="*/ 2 w 449"/>
                <a:gd name="T13" fmla="*/ 4 h 803"/>
                <a:gd name="T14" fmla="*/ 2 w 449"/>
                <a:gd name="T15" fmla="*/ 4 h 803"/>
                <a:gd name="T16" fmla="*/ 2 w 449"/>
                <a:gd name="T17" fmla="*/ 4 h 803"/>
                <a:gd name="T18" fmla="*/ 2 w 449"/>
                <a:gd name="T19" fmla="*/ 3 h 803"/>
                <a:gd name="T20" fmla="*/ 1 w 449"/>
                <a:gd name="T21" fmla="*/ 3 h 803"/>
                <a:gd name="T22" fmla="*/ 1 w 449"/>
                <a:gd name="T23" fmla="*/ 2 h 803"/>
                <a:gd name="T24" fmla="*/ 1 w 449"/>
                <a:gd name="T25" fmla="*/ 2 h 803"/>
                <a:gd name="T26" fmla="*/ 1 w 449"/>
                <a:gd name="T27" fmla="*/ 2 h 803"/>
                <a:gd name="T28" fmla="*/ 1 w 449"/>
                <a:gd name="T29" fmla="*/ 1 h 803"/>
                <a:gd name="T30" fmla="*/ 1 w 449"/>
                <a:gd name="T31" fmla="*/ 1 h 803"/>
                <a:gd name="T32" fmla="*/ 1 w 449"/>
                <a:gd name="T33" fmla="*/ 0 h 803"/>
                <a:gd name="T34" fmla="*/ 1 w 449"/>
                <a:gd name="T35" fmla="*/ 0 h 803"/>
                <a:gd name="T36" fmla="*/ 0 w 449"/>
                <a:gd name="T37" fmla="*/ 0 h 803"/>
                <a:gd name="T38" fmla="*/ 0 w 449"/>
                <a:gd name="T39" fmla="*/ 0 h 803"/>
                <a:gd name="T40" fmla="*/ 0 w 449"/>
                <a:gd name="T41" fmla="*/ 1 h 803"/>
                <a:gd name="T42" fmla="*/ 0 w 449"/>
                <a:gd name="T43" fmla="*/ 1 h 803"/>
                <a:gd name="T44" fmla="*/ 0 w 449"/>
                <a:gd name="T45" fmla="*/ 2 h 803"/>
                <a:gd name="T46" fmla="*/ 0 w 449"/>
                <a:gd name="T47" fmla="*/ 2 h 803"/>
                <a:gd name="T48" fmla="*/ 0 w 449"/>
                <a:gd name="T49" fmla="*/ 3 h 803"/>
                <a:gd name="T50" fmla="*/ 1 w 449"/>
                <a:gd name="T51" fmla="*/ 3 h 803"/>
                <a:gd name="T52" fmla="*/ 1 w 449"/>
                <a:gd name="T53" fmla="*/ 4 h 803"/>
                <a:gd name="T54" fmla="*/ 1 w 449"/>
                <a:gd name="T55" fmla="*/ 4 h 803"/>
                <a:gd name="T56" fmla="*/ 1 w 449"/>
                <a:gd name="T57" fmla="*/ 4 h 803"/>
                <a:gd name="T58" fmla="*/ 2 w 449"/>
                <a:gd name="T59" fmla="*/ 5 h 803"/>
                <a:gd name="T60" fmla="*/ 2 w 449"/>
                <a:gd name="T61" fmla="*/ 5 h 803"/>
                <a:gd name="T62" fmla="*/ 2 w 449"/>
                <a:gd name="T63" fmla="*/ 5 h 803"/>
                <a:gd name="T64" fmla="*/ 2 w 449"/>
                <a:gd name="T65" fmla="*/ 6 h 803"/>
                <a:gd name="T66" fmla="*/ 3 w 449"/>
                <a:gd name="T67" fmla="*/ 6 h 803"/>
                <a:gd name="T68" fmla="*/ 3 w 449"/>
                <a:gd name="T69" fmla="*/ 6 h 803"/>
                <a:gd name="T70" fmla="*/ 3 w 449"/>
                <a:gd name="T71" fmla="*/ 6 h 803"/>
                <a:gd name="T72" fmla="*/ 3 w 449"/>
                <a:gd name="T73" fmla="*/ 6 h 803"/>
                <a:gd name="T74" fmla="*/ 3 w 449"/>
                <a:gd name="T75" fmla="*/ 6 h 803"/>
                <a:gd name="T76" fmla="*/ 3 w 449"/>
                <a:gd name="T77" fmla="*/ 6 h 803"/>
                <a:gd name="T78" fmla="*/ 3 w 449"/>
                <a:gd name="T79" fmla="*/ 6 h 803"/>
                <a:gd name="T80" fmla="*/ 4 w 449"/>
                <a:gd name="T81" fmla="*/ 6 h 803"/>
                <a:gd name="T82" fmla="*/ 4 w 449"/>
                <a:gd name="T83" fmla="*/ 6 h 803"/>
                <a:gd name="T84" fmla="*/ 4 w 449"/>
                <a:gd name="T85" fmla="*/ 6 h 803"/>
                <a:gd name="T86" fmla="*/ 4 w 449"/>
                <a:gd name="T87" fmla="*/ 6 h 803"/>
                <a:gd name="T88" fmla="*/ 3 w 449"/>
                <a:gd name="T89" fmla="*/ 6 h 803"/>
                <a:gd name="T90" fmla="*/ 3 w 449"/>
                <a:gd name="T91" fmla="*/ 6 h 80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449"/>
                <a:gd name="T139" fmla="*/ 0 h 803"/>
                <a:gd name="T140" fmla="*/ 449 w 449"/>
                <a:gd name="T141" fmla="*/ 803 h 80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449" h="803">
                  <a:moveTo>
                    <a:pt x="426" y="717"/>
                  </a:moveTo>
                  <a:lnTo>
                    <a:pt x="427" y="717"/>
                  </a:lnTo>
                  <a:lnTo>
                    <a:pt x="395" y="693"/>
                  </a:lnTo>
                  <a:lnTo>
                    <a:pt x="361" y="662"/>
                  </a:lnTo>
                  <a:lnTo>
                    <a:pt x="329" y="628"/>
                  </a:lnTo>
                  <a:lnTo>
                    <a:pt x="299" y="591"/>
                  </a:lnTo>
                  <a:lnTo>
                    <a:pt x="269" y="551"/>
                  </a:lnTo>
                  <a:lnTo>
                    <a:pt x="241" y="507"/>
                  </a:lnTo>
                  <a:lnTo>
                    <a:pt x="215" y="460"/>
                  </a:lnTo>
                  <a:lnTo>
                    <a:pt x="191" y="412"/>
                  </a:lnTo>
                  <a:lnTo>
                    <a:pt x="170" y="363"/>
                  </a:lnTo>
                  <a:lnTo>
                    <a:pt x="151" y="312"/>
                  </a:lnTo>
                  <a:lnTo>
                    <a:pt x="133" y="259"/>
                  </a:lnTo>
                  <a:lnTo>
                    <a:pt x="119" y="207"/>
                  </a:lnTo>
                  <a:lnTo>
                    <a:pt x="108" y="156"/>
                  </a:lnTo>
                  <a:lnTo>
                    <a:pt x="101" y="103"/>
                  </a:lnTo>
                  <a:lnTo>
                    <a:pt x="96" y="51"/>
                  </a:lnTo>
                  <a:lnTo>
                    <a:pt x="94" y="0"/>
                  </a:lnTo>
                  <a:lnTo>
                    <a:pt x="0" y="0"/>
                  </a:lnTo>
                  <a:lnTo>
                    <a:pt x="2" y="56"/>
                  </a:lnTo>
                  <a:lnTo>
                    <a:pt x="7" y="115"/>
                  </a:lnTo>
                  <a:lnTo>
                    <a:pt x="16" y="172"/>
                  </a:lnTo>
                  <a:lnTo>
                    <a:pt x="28" y="231"/>
                  </a:lnTo>
                  <a:lnTo>
                    <a:pt x="44" y="287"/>
                  </a:lnTo>
                  <a:lnTo>
                    <a:pt x="62" y="342"/>
                  </a:lnTo>
                  <a:lnTo>
                    <a:pt x="83" y="398"/>
                  </a:lnTo>
                  <a:lnTo>
                    <a:pt x="106" y="452"/>
                  </a:lnTo>
                  <a:lnTo>
                    <a:pt x="133" y="505"/>
                  </a:lnTo>
                  <a:lnTo>
                    <a:pt x="161" y="554"/>
                  </a:lnTo>
                  <a:lnTo>
                    <a:pt x="192" y="602"/>
                  </a:lnTo>
                  <a:lnTo>
                    <a:pt x="224" y="647"/>
                  </a:lnTo>
                  <a:lnTo>
                    <a:pt x="259" y="689"/>
                  </a:lnTo>
                  <a:lnTo>
                    <a:pt x="295" y="728"/>
                  </a:lnTo>
                  <a:lnTo>
                    <a:pt x="334" y="763"/>
                  </a:lnTo>
                  <a:lnTo>
                    <a:pt x="374" y="795"/>
                  </a:lnTo>
                  <a:lnTo>
                    <a:pt x="375" y="795"/>
                  </a:lnTo>
                  <a:lnTo>
                    <a:pt x="374" y="795"/>
                  </a:lnTo>
                  <a:lnTo>
                    <a:pt x="392" y="803"/>
                  </a:lnTo>
                  <a:lnTo>
                    <a:pt x="411" y="803"/>
                  </a:lnTo>
                  <a:lnTo>
                    <a:pt x="426" y="795"/>
                  </a:lnTo>
                  <a:lnTo>
                    <a:pt x="439" y="782"/>
                  </a:lnTo>
                  <a:lnTo>
                    <a:pt x="446" y="766"/>
                  </a:lnTo>
                  <a:lnTo>
                    <a:pt x="449" y="749"/>
                  </a:lnTo>
                  <a:lnTo>
                    <a:pt x="441" y="732"/>
                  </a:lnTo>
                  <a:lnTo>
                    <a:pt x="427" y="717"/>
                  </a:lnTo>
                  <a:lnTo>
                    <a:pt x="426" y="71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6351" name="Freeform 47"/>
            <p:cNvSpPr>
              <a:spLocks/>
            </p:cNvSpPr>
            <p:nvPr/>
          </p:nvSpPr>
          <p:spPr bwMode="auto">
            <a:xfrm>
              <a:off x="883" y="1673"/>
              <a:ext cx="379" cy="690"/>
            </a:xfrm>
            <a:custGeom>
              <a:avLst/>
              <a:gdLst>
                <a:gd name="T0" fmla="*/ 12 w 1897"/>
                <a:gd name="T1" fmla="*/ 6 h 3450"/>
                <a:gd name="T2" fmla="*/ 13 w 1897"/>
                <a:gd name="T3" fmla="*/ 7 h 3450"/>
                <a:gd name="T4" fmla="*/ 13 w 1897"/>
                <a:gd name="T5" fmla="*/ 7 h 3450"/>
                <a:gd name="T6" fmla="*/ 14 w 1897"/>
                <a:gd name="T7" fmla="*/ 8 h 3450"/>
                <a:gd name="T8" fmla="*/ 14 w 1897"/>
                <a:gd name="T9" fmla="*/ 9 h 3450"/>
                <a:gd name="T10" fmla="*/ 15 w 1897"/>
                <a:gd name="T11" fmla="*/ 10 h 3450"/>
                <a:gd name="T12" fmla="*/ 15 w 1897"/>
                <a:gd name="T13" fmla="*/ 11 h 3450"/>
                <a:gd name="T14" fmla="*/ 15 w 1897"/>
                <a:gd name="T15" fmla="*/ 11 h 3450"/>
                <a:gd name="T16" fmla="*/ 15 w 1897"/>
                <a:gd name="T17" fmla="*/ 12 h 3450"/>
                <a:gd name="T18" fmla="*/ 15 w 1897"/>
                <a:gd name="T19" fmla="*/ 26 h 3450"/>
                <a:gd name="T20" fmla="*/ 15 w 1897"/>
                <a:gd name="T21" fmla="*/ 26 h 3450"/>
                <a:gd name="T22" fmla="*/ 15 w 1897"/>
                <a:gd name="T23" fmla="*/ 27 h 3450"/>
                <a:gd name="T24" fmla="*/ 15 w 1897"/>
                <a:gd name="T25" fmla="*/ 27 h 3450"/>
                <a:gd name="T26" fmla="*/ 14 w 1897"/>
                <a:gd name="T27" fmla="*/ 27 h 3450"/>
                <a:gd name="T28" fmla="*/ 14 w 1897"/>
                <a:gd name="T29" fmla="*/ 28 h 3450"/>
                <a:gd name="T30" fmla="*/ 13 w 1897"/>
                <a:gd name="T31" fmla="*/ 28 h 3450"/>
                <a:gd name="T32" fmla="*/ 13 w 1897"/>
                <a:gd name="T33" fmla="*/ 27 h 3450"/>
                <a:gd name="T34" fmla="*/ 3 w 1897"/>
                <a:gd name="T35" fmla="*/ 21 h 3450"/>
                <a:gd name="T36" fmla="*/ 2 w 1897"/>
                <a:gd name="T37" fmla="*/ 21 h 3450"/>
                <a:gd name="T38" fmla="*/ 2 w 1897"/>
                <a:gd name="T39" fmla="*/ 20 h 3450"/>
                <a:gd name="T40" fmla="*/ 1 w 1897"/>
                <a:gd name="T41" fmla="*/ 19 h 3450"/>
                <a:gd name="T42" fmla="*/ 1 w 1897"/>
                <a:gd name="T43" fmla="*/ 19 h 3450"/>
                <a:gd name="T44" fmla="*/ 0 w 1897"/>
                <a:gd name="T45" fmla="*/ 18 h 3450"/>
                <a:gd name="T46" fmla="*/ 0 w 1897"/>
                <a:gd name="T47" fmla="*/ 17 h 3450"/>
                <a:gd name="T48" fmla="*/ 0 w 1897"/>
                <a:gd name="T49" fmla="*/ 16 h 3450"/>
                <a:gd name="T50" fmla="*/ 0 w 1897"/>
                <a:gd name="T51" fmla="*/ 15 h 3450"/>
                <a:gd name="T52" fmla="*/ 0 w 1897"/>
                <a:gd name="T53" fmla="*/ 2 h 3450"/>
                <a:gd name="T54" fmla="*/ 0 w 1897"/>
                <a:gd name="T55" fmla="*/ 1 h 3450"/>
                <a:gd name="T56" fmla="*/ 0 w 1897"/>
                <a:gd name="T57" fmla="*/ 1 h 3450"/>
                <a:gd name="T58" fmla="*/ 1 w 1897"/>
                <a:gd name="T59" fmla="*/ 0 h 3450"/>
                <a:gd name="T60" fmla="*/ 1 w 1897"/>
                <a:gd name="T61" fmla="*/ 0 h 3450"/>
                <a:gd name="T62" fmla="*/ 1 w 1897"/>
                <a:gd name="T63" fmla="*/ 0 h 3450"/>
                <a:gd name="T64" fmla="*/ 2 w 1897"/>
                <a:gd name="T65" fmla="*/ 0 h 3450"/>
                <a:gd name="T66" fmla="*/ 3 w 1897"/>
                <a:gd name="T67" fmla="*/ 0 h 3450"/>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897"/>
                <a:gd name="T103" fmla="*/ 0 h 3450"/>
                <a:gd name="T104" fmla="*/ 1897 w 1897"/>
                <a:gd name="T105" fmla="*/ 3450 h 3450"/>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897" h="3450">
                  <a:moveTo>
                    <a:pt x="357" y="49"/>
                  </a:moveTo>
                  <a:lnTo>
                    <a:pt x="1542" y="806"/>
                  </a:lnTo>
                  <a:lnTo>
                    <a:pt x="1579" y="832"/>
                  </a:lnTo>
                  <a:lnTo>
                    <a:pt x="1614" y="861"/>
                  </a:lnTo>
                  <a:lnTo>
                    <a:pt x="1648" y="895"/>
                  </a:lnTo>
                  <a:lnTo>
                    <a:pt x="1681" y="933"/>
                  </a:lnTo>
                  <a:lnTo>
                    <a:pt x="1711" y="973"/>
                  </a:lnTo>
                  <a:lnTo>
                    <a:pt x="1740" y="1016"/>
                  </a:lnTo>
                  <a:lnTo>
                    <a:pt x="1768" y="1062"/>
                  </a:lnTo>
                  <a:lnTo>
                    <a:pt x="1793" y="1109"/>
                  </a:lnTo>
                  <a:lnTo>
                    <a:pt x="1816" y="1158"/>
                  </a:lnTo>
                  <a:lnTo>
                    <a:pt x="1836" y="1208"/>
                  </a:lnTo>
                  <a:lnTo>
                    <a:pt x="1854" y="1260"/>
                  </a:lnTo>
                  <a:lnTo>
                    <a:pt x="1869" y="1313"/>
                  </a:lnTo>
                  <a:lnTo>
                    <a:pt x="1881" y="1364"/>
                  </a:lnTo>
                  <a:lnTo>
                    <a:pt x="1890" y="1417"/>
                  </a:lnTo>
                  <a:lnTo>
                    <a:pt x="1895" y="1469"/>
                  </a:lnTo>
                  <a:lnTo>
                    <a:pt x="1897" y="1519"/>
                  </a:lnTo>
                  <a:lnTo>
                    <a:pt x="1897" y="3142"/>
                  </a:lnTo>
                  <a:lnTo>
                    <a:pt x="1895" y="3190"/>
                  </a:lnTo>
                  <a:lnTo>
                    <a:pt x="1890" y="3235"/>
                  </a:lnTo>
                  <a:lnTo>
                    <a:pt x="1881" y="3276"/>
                  </a:lnTo>
                  <a:lnTo>
                    <a:pt x="1869" y="3313"/>
                  </a:lnTo>
                  <a:lnTo>
                    <a:pt x="1854" y="3346"/>
                  </a:lnTo>
                  <a:lnTo>
                    <a:pt x="1836" y="3375"/>
                  </a:lnTo>
                  <a:lnTo>
                    <a:pt x="1816" y="3398"/>
                  </a:lnTo>
                  <a:lnTo>
                    <a:pt x="1793" y="3418"/>
                  </a:lnTo>
                  <a:lnTo>
                    <a:pt x="1768" y="3434"/>
                  </a:lnTo>
                  <a:lnTo>
                    <a:pt x="1740" y="3444"/>
                  </a:lnTo>
                  <a:lnTo>
                    <a:pt x="1711" y="3450"/>
                  </a:lnTo>
                  <a:lnTo>
                    <a:pt x="1681" y="3450"/>
                  </a:lnTo>
                  <a:lnTo>
                    <a:pt x="1648" y="3445"/>
                  </a:lnTo>
                  <a:lnTo>
                    <a:pt x="1614" y="3436"/>
                  </a:lnTo>
                  <a:lnTo>
                    <a:pt x="1579" y="3421"/>
                  </a:lnTo>
                  <a:lnTo>
                    <a:pt x="1542" y="3400"/>
                  </a:lnTo>
                  <a:lnTo>
                    <a:pt x="357" y="2643"/>
                  </a:lnTo>
                  <a:lnTo>
                    <a:pt x="320" y="2618"/>
                  </a:lnTo>
                  <a:lnTo>
                    <a:pt x="285" y="2588"/>
                  </a:lnTo>
                  <a:lnTo>
                    <a:pt x="251" y="2554"/>
                  </a:lnTo>
                  <a:lnTo>
                    <a:pt x="218" y="2517"/>
                  </a:lnTo>
                  <a:lnTo>
                    <a:pt x="187" y="2477"/>
                  </a:lnTo>
                  <a:lnTo>
                    <a:pt x="157" y="2433"/>
                  </a:lnTo>
                  <a:lnTo>
                    <a:pt x="130" y="2388"/>
                  </a:lnTo>
                  <a:lnTo>
                    <a:pt x="105" y="2341"/>
                  </a:lnTo>
                  <a:lnTo>
                    <a:pt x="81" y="2292"/>
                  </a:lnTo>
                  <a:lnTo>
                    <a:pt x="61" y="2241"/>
                  </a:lnTo>
                  <a:lnTo>
                    <a:pt x="44" y="2190"/>
                  </a:lnTo>
                  <a:lnTo>
                    <a:pt x="29" y="2138"/>
                  </a:lnTo>
                  <a:lnTo>
                    <a:pt x="17" y="2085"/>
                  </a:lnTo>
                  <a:lnTo>
                    <a:pt x="7" y="2033"/>
                  </a:lnTo>
                  <a:lnTo>
                    <a:pt x="3" y="1981"/>
                  </a:lnTo>
                  <a:lnTo>
                    <a:pt x="0" y="1931"/>
                  </a:lnTo>
                  <a:lnTo>
                    <a:pt x="0" y="308"/>
                  </a:lnTo>
                  <a:lnTo>
                    <a:pt x="3" y="260"/>
                  </a:lnTo>
                  <a:lnTo>
                    <a:pt x="7" y="215"/>
                  </a:lnTo>
                  <a:lnTo>
                    <a:pt x="17" y="174"/>
                  </a:lnTo>
                  <a:lnTo>
                    <a:pt x="29" y="137"/>
                  </a:lnTo>
                  <a:lnTo>
                    <a:pt x="44" y="104"/>
                  </a:lnTo>
                  <a:lnTo>
                    <a:pt x="61" y="76"/>
                  </a:lnTo>
                  <a:lnTo>
                    <a:pt x="81" y="51"/>
                  </a:lnTo>
                  <a:lnTo>
                    <a:pt x="105" y="31"/>
                  </a:lnTo>
                  <a:lnTo>
                    <a:pt x="130" y="16"/>
                  </a:lnTo>
                  <a:lnTo>
                    <a:pt x="157" y="5"/>
                  </a:lnTo>
                  <a:lnTo>
                    <a:pt x="187" y="0"/>
                  </a:lnTo>
                  <a:lnTo>
                    <a:pt x="218" y="0"/>
                  </a:lnTo>
                  <a:lnTo>
                    <a:pt x="251" y="3"/>
                  </a:lnTo>
                  <a:lnTo>
                    <a:pt x="285" y="14"/>
                  </a:lnTo>
                  <a:lnTo>
                    <a:pt x="320" y="29"/>
                  </a:lnTo>
                  <a:lnTo>
                    <a:pt x="357" y="49"/>
                  </a:lnTo>
                  <a:close/>
                </a:path>
              </a:pathLst>
            </a:custGeom>
            <a:solidFill>
              <a:srgbClr val="BFBFB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6352" name="Freeform 48"/>
            <p:cNvSpPr>
              <a:spLocks/>
            </p:cNvSpPr>
            <p:nvPr/>
          </p:nvSpPr>
          <p:spPr bwMode="auto">
            <a:xfrm>
              <a:off x="1268" y="1663"/>
              <a:ext cx="393" cy="711"/>
            </a:xfrm>
            <a:custGeom>
              <a:avLst/>
              <a:gdLst>
                <a:gd name="T0" fmla="*/ 3 w 1962"/>
                <a:gd name="T1" fmla="*/ 7 h 3555"/>
                <a:gd name="T2" fmla="*/ 2 w 1962"/>
                <a:gd name="T3" fmla="*/ 7 h 3555"/>
                <a:gd name="T4" fmla="*/ 2 w 1962"/>
                <a:gd name="T5" fmla="*/ 8 h 3555"/>
                <a:gd name="T6" fmla="*/ 1 w 1962"/>
                <a:gd name="T7" fmla="*/ 8 h 3555"/>
                <a:gd name="T8" fmla="*/ 1 w 1962"/>
                <a:gd name="T9" fmla="*/ 9 h 3555"/>
                <a:gd name="T10" fmla="*/ 1 w 1962"/>
                <a:gd name="T11" fmla="*/ 10 h 3555"/>
                <a:gd name="T12" fmla="*/ 0 w 1962"/>
                <a:gd name="T13" fmla="*/ 11 h 3555"/>
                <a:gd name="T14" fmla="*/ 0 w 1962"/>
                <a:gd name="T15" fmla="*/ 12 h 3555"/>
                <a:gd name="T16" fmla="*/ 0 w 1962"/>
                <a:gd name="T17" fmla="*/ 13 h 3555"/>
                <a:gd name="T18" fmla="*/ 0 w 1962"/>
                <a:gd name="T19" fmla="*/ 26 h 3555"/>
                <a:gd name="T20" fmla="*/ 0 w 1962"/>
                <a:gd name="T21" fmla="*/ 27 h 3555"/>
                <a:gd name="T22" fmla="*/ 0 w 1962"/>
                <a:gd name="T23" fmla="*/ 28 h 3555"/>
                <a:gd name="T24" fmla="*/ 1 w 1962"/>
                <a:gd name="T25" fmla="*/ 28 h 3555"/>
                <a:gd name="T26" fmla="*/ 1 w 1962"/>
                <a:gd name="T27" fmla="*/ 28 h 3555"/>
                <a:gd name="T28" fmla="*/ 2 w 1962"/>
                <a:gd name="T29" fmla="*/ 28 h 3555"/>
                <a:gd name="T30" fmla="*/ 2 w 1962"/>
                <a:gd name="T31" fmla="*/ 28 h 3555"/>
                <a:gd name="T32" fmla="*/ 3 w 1962"/>
                <a:gd name="T33" fmla="*/ 28 h 3555"/>
                <a:gd name="T34" fmla="*/ 13 w 1962"/>
                <a:gd name="T35" fmla="*/ 22 h 3555"/>
                <a:gd name="T36" fmla="*/ 13 w 1962"/>
                <a:gd name="T37" fmla="*/ 21 h 3555"/>
                <a:gd name="T38" fmla="*/ 14 w 1962"/>
                <a:gd name="T39" fmla="*/ 21 h 3555"/>
                <a:gd name="T40" fmla="*/ 14 w 1962"/>
                <a:gd name="T41" fmla="*/ 20 h 3555"/>
                <a:gd name="T42" fmla="*/ 15 w 1962"/>
                <a:gd name="T43" fmla="*/ 19 h 3555"/>
                <a:gd name="T44" fmla="*/ 15 w 1962"/>
                <a:gd name="T45" fmla="*/ 18 h 3555"/>
                <a:gd name="T46" fmla="*/ 16 w 1962"/>
                <a:gd name="T47" fmla="*/ 18 h 3555"/>
                <a:gd name="T48" fmla="*/ 16 w 1962"/>
                <a:gd name="T49" fmla="*/ 17 h 3555"/>
                <a:gd name="T50" fmla="*/ 16 w 1962"/>
                <a:gd name="T51" fmla="*/ 16 h 3555"/>
                <a:gd name="T52" fmla="*/ 16 w 1962"/>
                <a:gd name="T53" fmla="*/ 2 h 3555"/>
                <a:gd name="T54" fmla="*/ 16 w 1962"/>
                <a:gd name="T55" fmla="*/ 1 h 3555"/>
                <a:gd name="T56" fmla="*/ 15 w 1962"/>
                <a:gd name="T57" fmla="*/ 1 h 3555"/>
                <a:gd name="T58" fmla="*/ 15 w 1962"/>
                <a:gd name="T59" fmla="*/ 0 h 3555"/>
                <a:gd name="T60" fmla="*/ 15 w 1962"/>
                <a:gd name="T61" fmla="*/ 0 h 3555"/>
                <a:gd name="T62" fmla="*/ 14 w 1962"/>
                <a:gd name="T63" fmla="*/ 0 h 3555"/>
                <a:gd name="T64" fmla="*/ 14 w 1962"/>
                <a:gd name="T65" fmla="*/ 0 h 3555"/>
                <a:gd name="T66" fmla="*/ 13 w 1962"/>
                <a:gd name="T67" fmla="*/ 0 h 3555"/>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962"/>
                <a:gd name="T103" fmla="*/ 0 h 3555"/>
                <a:gd name="T104" fmla="*/ 1962 w 1962"/>
                <a:gd name="T105" fmla="*/ 3555 h 3555"/>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962" h="3555">
                  <a:moveTo>
                    <a:pt x="1594" y="50"/>
                  </a:moveTo>
                  <a:lnTo>
                    <a:pt x="368" y="831"/>
                  </a:lnTo>
                  <a:lnTo>
                    <a:pt x="330" y="858"/>
                  </a:lnTo>
                  <a:lnTo>
                    <a:pt x="294" y="888"/>
                  </a:lnTo>
                  <a:lnTo>
                    <a:pt x="259" y="922"/>
                  </a:lnTo>
                  <a:lnTo>
                    <a:pt x="225" y="961"/>
                  </a:lnTo>
                  <a:lnTo>
                    <a:pt x="193" y="1003"/>
                  </a:lnTo>
                  <a:lnTo>
                    <a:pt x="163" y="1047"/>
                  </a:lnTo>
                  <a:lnTo>
                    <a:pt x="133" y="1094"/>
                  </a:lnTo>
                  <a:lnTo>
                    <a:pt x="108" y="1143"/>
                  </a:lnTo>
                  <a:lnTo>
                    <a:pt x="84" y="1193"/>
                  </a:lnTo>
                  <a:lnTo>
                    <a:pt x="63" y="1246"/>
                  </a:lnTo>
                  <a:lnTo>
                    <a:pt x="44" y="1299"/>
                  </a:lnTo>
                  <a:lnTo>
                    <a:pt x="29" y="1353"/>
                  </a:lnTo>
                  <a:lnTo>
                    <a:pt x="16" y="1405"/>
                  </a:lnTo>
                  <a:lnTo>
                    <a:pt x="7" y="1459"/>
                  </a:lnTo>
                  <a:lnTo>
                    <a:pt x="2" y="1512"/>
                  </a:lnTo>
                  <a:lnTo>
                    <a:pt x="0" y="1565"/>
                  </a:lnTo>
                  <a:lnTo>
                    <a:pt x="0" y="3237"/>
                  </a:lnTo>
                  <a:lnTo>
                    <a:pt x="2" y="3287"/>
                  </a:lnTo>
                  <a:lnTo>
                    <a:pt x="7" y="3333"/>
                  </a:lnTo>
                  <a:lnTo>
                    <a:pt x="16" y="3375"/>
                  </a:lnTo>
                  <a:lnTo>
                    <a:pt x="29" y="3413"/>
                  </a:lnTo>
                  <a:lnTo>
                    <a:pt x="44" y="3447"/>
                  </a:lnTo>
                  <a:lnTo>
                    <a:pt x="63" y="3477"/>
                  </a:lnTo>
                  <a:lnTo>
                    <a:pt x="84" y="3502"/>
                  </a:lnTo>
                  <a:lnTo>
                    <a:pt x="108" y="3522"/>
                  </a:lnTo>
                  <a:lnTo>
                    <a:pt x="133" y="3538"/>
                  </a:lnTo>
                  <a:lnTo>
                    <a:pt x="163" y="3549"/>
                  </a:lnTo>
                  <a:lnTo>
                    <a:pt x="193" y="3555"/>
                  </a:lnTo>
                  <a:lnTo>
                    <a:pt x="225" y="3555"/>
                  </a:lnTo>
                  <a:lnTo>
                    <a:pt x="259" y="3550"/>
                  </a:lnTo>
                  <a:lnTo>
                    <a:pt x="294" y="3541"/>
                  </a:lnTo>
                  <a:lnTo>
                    <a:pt x="330" y="3524"/>
                  </a:lnTo>
                  <a:lnTo>
                    <a:pt x="368" y="3503"/>
                  </a:lnTo>
                  <a:lnTo>
                    <a:pt x="1594" y="2722"/>
                  </a:lnTo>
                  <a:lnTo>
                    <a:pt x="1632" y="2696"/>
                  </a:lnTo>
                  <a:lnTo>
                    <a:pt x="1668" y="2665"/>
                  </a:lnTo>
                  <a:lnTo>
                    <a:pt x="1703" y="2631"/>
                  </a:lnTo>
                  <a:lnTo>
                    <a:pt x="1737" y="2592"/>
                  </a:lnTo>
                  <a:lnTo>
                    <a:pt x="1769" y="2551"/>
                  </a:lnTo>
                  <a:lnTo>
                    <a:pt x="1799" y="2506"/>
                  </a:lnTo>
                  <a:lnTo>
                    <a:pt x="1829" y="2460"/>
                  </a:lnTo>
                  <a:lnTo>
                    <a:pt x="1854" y="2411"/>
                  </a:lnTo>
                  <a:lnTo>
                    <a:pt x="1878" y="2361"/>
                  </a:lnTo>
                  <a:lnTo>
                    <a:pt x="1899" y="2308"/>
                  </a:lnTo>
                  <a:lnTo>
                    <a:pt x="1918" y="2256"/>
                  </a:lnTo>
                  <a:lnTo>
                    <a:pt x="1933" y="2202"/>
                  </a:lnTo>
                  <a:lnTo>
                    <a:pt x="1946" y="2149"/>
                  </a:lnTo>
                  <a:lnTo>
                    <a:pt x="1955" y="2095"/>
                  </a:lnTo>
                  <a:lnTo>
                    <a:pt x="1960" y="2042"/>
                  </a:lnTo>
                  <a:lnTo>
                    <a:pt x="1962" y="1989"/>
                  </a:lnTo>
                  <a:lnTo>
                    <a:pt x="1962" y="319"/>
                  </a:lnTo>
                  <a:lnTo>
                    <a:pt x="1960" y="269"/>
                  </a:lnTo>
                  <a:lnTo>
                    <a:pt x="1955" y="223"/>
                  </a:lnTo>
                  <a:lnTo>
                    <a:pt x="1946" y="180"/>
                  </a:lnTo>
                  <a:lnTo>
                    <a:pt x="1933" y="143"/>
                  </a:lnTo>
                  <a:lnTo>
                    <a:pt x="1918" y="109"/>
                  </a:lnTo>
                  <a:lnTo>
                    <a:pt x="1899" y="79"/>
                  </a:lnTo>
                  <a:lnTo>
                    <a:pt x="1878" y="54"/>
                  </a:lnTo>
                  <a:lnTo>
                    <a:pt x="1854" y="33"/>
                  </a:lnTo>
                  <a:lnTo>
                    <a:pt x="1829" y="17"/>
                  </a:lnTo>
                  <a:lnTo>
                    <a:pt x="1799" y="7"/>
                  </a:lnTo>
                  <a:lnTo>
                    <a:pt x="1769" y="0"/>
                  </a:lnTo>
                  <a:lnTo>
                    <a:pt x="1737" y="0"/>
                  </a:lnTo>
                  <a:lnTo>
                    <a:pt x="1703" y="4"/>
                  </a:lnTo>
                  <a:lnTo>
                    <a:pt x="1668" y="14"/>
                  </a:lnTo>
                  <a:lnTo>
                    <a:pt x="1632" y="29"/>
                  </a:lnTo>
                  <a:lnTo>
                    <a:pt x="1594" y="50"/>
                  </a:lnTo>
                  <a:close/>
                </a:path>
              </a:pathLst>
            </a:custGeom>
            <a:solidFill>
              <a:srgbClr val="E5E5E5"/>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6353" name="Freeform 49"/>
            <p:cNvSpPr>
              <a:spLocks noEditPoints="1"/>
            </p:cNvSpPr>
            <p:nvPr/>
          </p:nvSpPr>
          <p:spPr bwMode="auto">
            <a:xfrm>
              <a:off x="916" y="1589"/>
              <a:ext cx="697" cy="698"/>
            </a:xfrm>
            <a:custGeom>
              <a:avLst/>
              <a:gdLst>
                <a:gd name="T0" fmla="*/ 16 w 3485"/>
                <a:gd name="T1" fmla="*/ 0 h 3490"/>
                <a:gd name="T2" fmla="*/ 17 w 3485"/>
                <a:gd name="T3" fmla="*/ 2 h 3490"/>
                <a:gd name="T4" fmla="*/ 17 w 3485"/>
                <a:gd name="T5" fmla="*/ 3 h 3490"/>
                <a:gd name="T6" fmla="*/ 14 w 3485"/>
                <a:gd name="T7" fmla="*/ 4 h 3490"/>
                <a:gd name="T8" fmla="*/ 12 w 3485"/>
                <a:gd name="T9" fmla="*/ 4 h 3490"/>
                <a:gd name="T10" fmla="*/ 11 w 3485"/>
                <a:gd name="T11" fmla="*/ 2 h 3490"/>
                <a:gd name="T12" fmla="*/ 11 w 3485"/>
                <a:gd name="T13" fmla="*/ 1 h 3490"/>
                <a:gd name="T14" fmla="*/ 14 w 3485"/>
                <a:gd name="T15" fmla="*/ 0 h 3490"/>
                <a:gd name="T16" fmla="*/ 3 w 3485"/>
                <a:gd name="T17" fmla="*/ 7 h 3490"/>
                <a:gd name="T18" fmla="*/ 4 w 3485"/>
                <a:gd name="T19" fmla="*/ 9 h 3490"/>
                <a:gd name="T20" fmla="*/ 3 w 3485"/>
                <a:gd name="T21" fmla="*/ 12 h 3490"/>
                <a:gd name="T22" fmla="*/ 2 w 3485"/>
                <a:gd name="T23" fmla="*/ 13 h 3490"/>
                <a:gd name="T24" fmla="*/ 1 w 3485"/>
                <a:gd name="T25" fmla="*/ 12 h 3490"/>
                <a:gd name="T26" fmla="*/ 0 w 3485"/>
                <a:gd name="T27" fmla="*/ 10 h 3490"/>
                <a:gd name="T28" fmla="*/ 0 w 3485"/>
                <a:gd name="T29" fmla="*/ 8 h 3490"/>
                <a:gd name="T30" fmla="*/ 2 w 3485"/>
                <a:gd name="T31" fmla="*/ 6 h 3490"/>
                <a:gd name="T32" fmla="*/ 10 w 3485"/>
                <a:gd name="T33" fmla="*/ 20 h 3490"/>
                <a:gd name="T34" fmla="*/ 11 w 3485"/>
                <a:gd name="T35" fmla="*/ 22 h 3490"/>
                <a:gd name="T36" fmla="*/ 11 w 3485"/>
                <a:gd name="T37" fmla="*/ 25 h 3490"/>
                <a:gd name="T38" fmla="*/ 10 w 3485"/>
                <a:gd name="T39" fmla="*/ 27 h 3490"/>
                <a:gd name="T40" fmla="*/ 8 w 3485"/>
                <a:gd name="T41" fmla="*/ 26 h 3490"/>
                <a:gd name="T42" fmla="*/ 7 w 3485"/>
                <a:gd name="T43" fmla="*/ 24 h 3490"/>
                <a:gd name="T44" fmla="*/ 7 w 3485"/>
                <a:gd name="T45" fmla="*/ 22 h 3490"/>
                <a:gd name="T46" fmla="*/ 8 w 3485"/>
                <a:gd name="T47" fmla="*/ 20 h 3490"/>
                <a:gd name="T48" fmla="*/ 20 w 3485"/>
                <a:gd name="T49" fmla="*/ 21 h 3490"/>
                <a:gd name="T50" fmla="*/ 21 w 3485"/>
                <a:gd name="T51" fmla="*/ 23 h 3490"/>
                <a:gd name="T52" fmla="*/ 21 w 3485"/>
                <a:gd name="T53" fmla="*/ 26 h 3490"/>
                <a:gd name="T54" fmla="*/ 20 w 3485"/>
                <a:gd name="T55" fmla="*/ 28 h 3490"/>
                <a:gd name="T56" fmla="*/ 18 w 3485"/>
                <a:gd name="T57" fmla="*/ 28 h 3490"/>
                <a:gd name="T58" fmla="*/ 17 w 3485"/>
                <a:gd name="T59" fmla="*/ 26 h 3490"/>
                <a:gd name="T60" fmla="*/ 17 w 3485"/>
                <a:gd name="T61" fmla="*/ 23 h 3490"/>
                <a:gd name="T62" fmla="*/ 18 w 3485"/>
                <a:gd name="T63" fmla="*/ 21 h 3490"/>
                <a:gd name="T64" fmla="*/ 19 w 3485"/>
                <a:gd name="T65" fmla="*/ 11 h 3490"/>
                <a:gd name="T66" fmla="*/ 20 w 3485"/>
                <a:gd name="T67" fmla="*/ 13 h 3490"/>
                <a:gd name="T68" fmla="*/ 21 w 3485"/>
                <a:gd name="T69" fmla="*/ 15 h 3490"/>
                <a:gd name="T70" fmla="*/ 20 w 3485"/>
                <a:gd name="T71" fmla="*/ 17 h 3490"/>
                <a:gd name="T72" fmla="*/ 18 w 3485"/>
                <a:gd name="T73" fmla="*/ 17 h 3490"/>
                <a:gd name="T74" fmla="*/ 17 w 3485"/>
                <a:gd name="T75" fmla="*/ 16 h 3490"/>
                <a:gd name="T76" fmla="*/ 17 w 3485"/>
                <a:gd name="T77" fmla="*/ 13 h 3490"/>
                <a:gd name="T78" fmla="*/ 18 w 3485"/>
                <a:gd name="T79" fmla="*/ 11 h 3490"/>
                <a:gd name="T80" fmla="*/ 26 w 3485"/>
                <a:gd name="T81" fmla="*/ 7 h 3490"/>
                <a:gd name="T82" fmla="*/ 27 w 3485"/>
                <a:gd name="T83" fmla="*/ 8 h 3490"/>
                <a:gd name="T84" fmla="*/ 27 w 3485"/>
                <a:gd name="T85" fmla="*/ 11 h 3490"/>
                <a:gd name="T86" fmla="*/ 26 w 3485"/>
                <a:gd name="T87" fmla="*/ 13 h 3490"/>
                <a:gd name="T88" fmla="*/ 25 w 3485"/>
                <a:gd name="T89" fmla="*/ 13 h 3490"/>
                <a:gd name="T90" fmla="*/ 24 w 3485"/>
                <a:gd name="T91" fmla="*/ 12 h 3490"/>
                <a:gd name="T92" fmla="*/ 24 w 3485"/>
                <a:gd name="T93" fmla="*/ 9 h 3490"/>
                <a:gd name="T94" fmla="*/ 24 w 3485"/>
                <a:gd name="T95" fmla="*/ 7 h 3490"/>
                <a:gd name="T96" fmla="*/ 26 w 3485"/>
                <a:gd name="T97" fmla="*/ 17 h 3490"/>
                <a:gd name="T98" fmla="*/ 27 w 3485"/>
                <a:gd name="T99" fmla="*/ 18 h 3490"/>
                <a:gd name="T100" fmla="*/ 28 w 3485"/>
                <a:gd name="T101" fmla="*/ 21 h 3490"/>
                <a:gd name="T102" fmla="*/ 27 w 3485"/>
                <a:gd name="T103" fmla="*/ 23 h 3490"/>
                <a:gd name="T104" fmla="*/ 26 w 3485"/>
                <a:gd name="T105" fmla="*/ 24 h 3490"/>
                <a:gd name="T106" fmla="*/ 24 w 3485"/>
                <a:gd name="T107" fmla="*/ 23 h 3490"/>
                <a:gd name="T108" fmla="*/ 24 w 3485"/>
                <a:gd name="T109" fmla="*/ 20 h 3490"/>
                <a:gd name="T110" fmla="*/ 25 w 3485"/>
                <a:gd name="T111" fmla="*/ 18 h 3490"/>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w 3485"/>
                <a:gd name="T169" fmla="*/ 0 h 3490"/>
                <a:gd name="T170" fmla="*/ 3485 w 3485"/>
                <a:gd name="T171" fmla="*/ 3490 h 3490"/>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T168" t="T169" r="T170" b="T171"/>
              <a:pathLst>
                <a:path w="3485" h="3490">
                  <a:moveTo>
                    <a:pt x="1754" y="0"/>
                  </a:moveTo>
                  <a:lnTo>
                    <a:pt x="1797" y="2"/>
                  </a:lnTo>
                  <a:lnTo>
                    <a:pt x="1840" y="5"/>
                  </a:lnTo>
                  <a:lnTo>
                    <a:pt x="1881" y="12"/>
                  </a:lnTo>
                  <a:lnTo>
                    <a:pt x="1921" y="20"/>
                  </a:lnTo>
                  <a:lnTo>
                    <a:pt x="1959" y="31"/>
                  </a:lnTo>
                  <a:lnTo>
                    <a:pt x="1994" y="44"/>
                  </a:lnTo>
                  <a:lnTo>
                    <a:pt x="2028" y="59"/>
                  </a:lnTo>
                  <a:lnTo>
                    <a:pt x="2058" y="74"/>
                  </a:lnTo>
                  <a:lnTo>
                    <a:pt x="2086" y="93"/>
                  </a:lnTo>
                  <a:lnTo>
                    <a:pt x="2111" y="113"/>
                  </a:lnTo>
                  <a:lnTo>
                    <a:pt x="2132" y="133"/>
                  </a:lnTo>
                  <a:lnTo>
                    <a:pt x="2151" y="155"/>
                  </a:lnTo>
                  <a:lnTo>
                    <a:pt x="2165" y="179"/>
                  </a:lnTo>
                  <a:lnTo>
                    <a:pt x="2175" y="203"/>
                  </a:lnTo>
                  <a:lnTo>
                    <a:pt x="2182" y="229"/>
                  </a:lnTo>
                  <a:lnTo>
                    <a:pt x="2185" y="255"/>
                  </a:lnTo>
                  <a:lnTo>
                    <a:pt x="2182" y="281"/>
                  </a:lnTo>
                  <a:lnTo>
                    <a:pt x="2175" y="305"/>
                  </a:lnTo>
                  <a:lnTo>
                    <a:pt x="2165" y="330"/>
                  </a:lnTo>
                  <a:lnTo>
                    <a:pt x="2151" y="353"/>
                  </a:lnTo>
                  <a:lnTo>
                    <a:pt x="2132" y="376"/>
                  </a:lnTo>
                  <a:lnTo>
                    <a:pt x="2111" y="397"/>
                  </a:lnTo>
                  <a:lnTo>
                    <a:pt x="2086" y="417"/>
                  </a:lnTo>
                  <a:lnTo>
                    <a:pt x="2058" y="434"/>
                  </a:lnTo>
                  <a:lnTo>
                    <a:pt x="2028" y="451"/>
                  </a:lnTo>
                  <a:lnTo>
                    <a:pt x="1994" y="466"/>
                  </a:lnTo>
                  <a:lnTo>
                    <a:pt x="1959" y="479"/>
                  </a:lnTo>
                  <a:lnTo>
                    <a:pt x="1921" y="489"/>
                  </a:lnTo>
                  <a:lnTo>
                    <a:pt x="1881" y="498"/>
                  </a:lnTo>
                  <a:lnTo>
                    <a:pt x="1840" y="505"/>
                  </a:lnTo>
                  <a:lnTo>
                    <a:pt x="1797" y="508"/>
                  </a:lnTo>
                  <a:lnTo>
                    <a:pt x="1754" y="509"/>
                  </a:lnTo>
                  <a:lnTo>
                    <a:pt x="1710" y="508"/>
                  </a:lnTo>
                  <a:lnTo>
                    <a:pt x="1667" y="505"/>
                  </a:lnTo>
                  <a:lnTo>
                    <a:pt x="1626" y="498"/>
                  </a:lnTo>
                  <a:lnTo>
                    <a:pt x="1586" y="489"/>
                  </a:lnTo>
                  <a:lnTo>
                    <a:pt x="1548" y="479"/>
                  </a:lnTo>
                  <a:lnTo>
                    <a:pt x="1512" y="466"/>
                  </a:lnTo>
                  <a:lnTo>
                    <a:pt x="1479" y="451"/>
                  </a:lnTo>
                  <a:lnTo>
                    <a:pt x="1449" y="434"/>
                  </a:lnTo>
                  <a:lnTo>
                    <a:pt x="1421" y="417"/>
                  </a:lnTo>
                  <a:lnTo>
                    <a:pt x="1395" y="397"/>
                  </a:lnTo>
                  <a:lnTo>
                    <a:pt x="1374" y="376"/>
                  </a:lnTo>
                  <a:lnTo>
                    <a:pt x="1355" y="353"/>
                  </a:lnTo>
                  <a:lnTo>
                    <a:pt x="1341" y="330"/>
                  </a:lnTo>
                  <a:lnTo>
                    <a:pt x="1331" y="305"/>
                  </a:lnTo>
                  <a:lnTo>
                    <a:pt x="1324" y="281"/>
                  </a:lnTo>
                  <a:lnTo>
                    <a:pt x="1321" y="255"/>
                  </a:lnTo>
                  <a:lnTo>
                    <a:pt x="1324" y="229"/>
                  </a:lnTo>
                  <a:lnTo>
                    <a:pt x="1331" y="203"/>
                  </a:lnTo>
                  <a:lnTo>
                    <a:pt x="1341" y="179"/>
                  </a:lnTo>
                  <a:lnTo>
                    <a:pt x="1355" y="155"/>
                  </a:lnTo>
                  <a:lnTo>
                    <a:pt x="1374" y="133"/>
                  </a:lnTo>
                  <a:lnTo>
                    <a:pt x="1395" y="113"/>
                  </a:lnTo>
                  <a:lnTo>
                    <a:pt x="1421" y="93"/>
                  </a:lnTo>
                  <a:lnTo>
                    <a:pt x="1449" y="74"/>
                  </a:lnTo>
                  <a:lnTo>
                    <a:pt x="1479" y="59"/>
                  </a:lnTo>
                  <a:lnTo>
                    <a:pt x="1512" y="44"/>
                  </a:lnTo>
                  <a:lnTo>
                    <a:pt x="1548" y="31"/>
                  </a:lnTo>
                  <a:lnTo>
                    <a:pt x="1586" y="20"/>
                  </a:lnTo>
                  <a:lnTo>
                    <a:pt x="1626" y="12"/>
                  </a:lnTo>
                  <a:lnTo>
                    <a:pt x="1667" y="5"/>
                  </a:lnTo>
                  <a:lnTo>
                    <a:pt x="1710" y="2"/>
                  </a:lnTo>
                  <a:lnTo>
                    <a:pt x="1754" y="0"/>
                  </a:lnTo>
                  <a:close/>
                  <a:moveTo>
                    <a:pt x="239" y="786"/>
                  </a:moveTo>
                  <a:lnTo>
                    <a:pt x="263" y="788"/>
                  </a:lnTo>
                  <a:lnTo>
                    <a:pt x="287" y="794"/>
                  </a:lnTo>
                  <a:lnTo>
                    <a:pt x="309" y="805"/>
                  </a:lnTo>
                  <a:lnTo>
                    <a:pt x="331" y="819"/>
                  </a:lnTo>
                  <a:lnTo>
                    <a:pt x="352" y="836"/>
                  </a:lnTo>
                  <a:lnTo>
                    <a:pt x="372" y="857"/>
                  </a:lnTo>
                  <a:lnTo>
                    <a:pt x="390" y="882"/>
                  </a:lnTo>
                  <a:lnTo>
                    <a:pt x="407" y="909"/>
                  </a:lnTo>
                  <a:lnTo>
                    <a:pt x="423" y="940"/>
                  </a:lnTo>
                  <a:lnTo>
                    <a:pt x="437" y="971"/>
                  </a:lnTo>
                  <a:lnTo>
                    <a:pt x="448" y="1006"/>
                  </a:lnTo>
                  <a:lnTo>
                    <a:pt x="459" y="1043"/>
                  </a:lnTo>
                  <a:lnTo>
                    <a:pt x="467" y="1081"/>
                  </a:lnTo>
                  <a:lnTo>
                    <a:pt x="473" y="1121"/>
                  </a:lnTo>
                  <a:lnTo>
                    <a:pt x="476" y="1163"/>
                  </a:lnTo>
                  <a:lnTo>
                    <a:pt x="478" y="1206"/>
                  </a:lnTo>
                  <a:lnTo>
                    <a:pt x="476" y="1248"/>
                  </a:lnTo>
                  <a:lnTo>
                    <a:pt x="473" y="1290"/>
                  </a:lnTo>
                  <a:lnTo>
                    <a:pt x="467" y="1330"/>
                  </a:lnTo>
                  <a:lnTo>
                    <a:pt x="459" y="1367"/>
                  </a:lnTo>
                  <a:lnTo>
                    <a:pt x="448" y="1405"/>
                  </a:lnTo>
                  <a:lnTo>
                    <a:pt x="437" y="1439"/>
                  </a:lnTo>
                  <a:lnTo>
                    <a:pt x="423" y="1472"/>
                  </a:lnTo>
                  <a:lnTo>
                    <a:pt x="407" y="1501"/>
                  </a:lnTo>
                  <a:lnTo>
                    <a:pt x="390" y="1528"/>
                  </a:lnTo>
                  <a:lnTo>
                    <a:pt x="372" y="1553"/>
                  </a:lnTo>
                  <a:lnTo>
                    <a:pt x="352" y="1574"/>
                  </a:lnTo>
                  <a:lnTo>
                    <a:pt x="331" y="1591"/>
                  </a:lnTo>
                  <a:lnTo>
                    <a:pt x="309" y="1605"/>
                  </a:lnTo>
                  <a:lnTo>
                    <a:pt x="287" y="1616"/>
                  </a:lnTo>
                  <a:lnTo>
                    <a:pt x="263" y="1622"/>
                  </a:lnTo>
                  <a:lnTo>
                    <a:pt x="239" y="1624"/>
                  </a:lnTo>
                  <a:lnTo>
                    <a:pt x="214" y="1622"/>
                  </a:lnTo>
                  <a:lnTo>
                    <a:pt x="191" y="1616"/>
                  </a:lnTo>
                  <a:lnTo>
                    <a:pt x="168" y="1605"/>
                  </a:lnTo>
                  <a:lnTo>
                    <a:pt x="146" y="1591"/>
                  </a:lnTo>
                  <a:lnTo>
                    <a:pt x="125" y="1574"/>
                  </a:lnTo>
                  <a:lnTo>
                    <a:pt x="105" y="1553"/>
                  </a:lnTo>
                  <a:lnTo>
                    <a:pt x="87" y="1528"/>
                  </a:lnTo>
                  <a:lnTo>
                    <a:pt x="70" y="1501"/>
                  </a:lnTo>
                  <a:lnTo>
                    <a:pt x="55" y="1472"/>
                  </a:lnTo>
                  <a:lnTo>
                    <a:pt x="41" y="1439"/>
                  </a:lnTo>
                  <a:lnTo>
                    <a:pt x="29" y="1405"/>
                  </a:lnTo>
                  <a:lnTo>
                    <a:pt x="18" y="1367"/>
                  </a:lnTo>
                  <a:lnTo>
                    <a:pt x="10" y="1330"/>
                  </a:lnTo>
                  <a:lnTo>
                    <a:pt x="4" y="1290"/>
                  </a:lnTo>
                  <a:lnTo>
                    <a:pt x="1" y="1248"/>
                  </a:lnTo>
                  <a:lnTo>
                    <a:pt x="0" y="1206"/>
                  </a:lnTo>
                  <a:lnTo>
                    <a:pt x="1" y="1163"/>
                  </a:lnTo>
                  <a:lnTo>
                    <a:pt x="4" y="1121"/>
                  </a:lnTo>
                  <a:lnTo>
                    <a:pt x="10" y="1081"/>
                  </a:lnTo>
                  <a:lnTo>
                    <a:pt x="18" y="1043"/>
                  </a:lnTo>
                  <a:lnTo>
                    <a:pt x="29" y="1006"/>
                  </a:lnTo>
                  <a:lnTo>
                    <a:pt x="41" y="971"/>
                  </a:lnTo>
                  <a:lnTo>
                    <a:pt x="55" y="940"/>
                  </a:lnTo>
                  <a:lnTo>
                    <a:pt x="70" y="909"/>
                  </a:lnTo>
                  <a:lnTo>
                    <a:pt x="87" y="882"/>
                  </a:lnTo>
                  <a:lnTo>
                    <a:pt x="105" y="857"/>
                  </a:lnTo>
                  <a:lnTo>
                    <a:pt x="125" y="836"/>
                  </a:lnTo>
                  <a:lnTo>
                    <a:pt x="146" y="819"/>
                  </a:lnTo>
                  <a:lnTo>
                    <a:pt x="168" y="805"/>
                  </a:lnTo>
                  <a:lnTo>
                    <a:pt x="191" y="794"/>
                  </a:lnTo>
                  <a:lnTo>
                    <a:pt x="214" y="788"/>
                  </a:lnTo>
                  <a:lnTo>
                    <a:pt x="239" y="786"/>
                  </a:lnTo>
                  <a:close/>
                  <a:moveTo>
                    <a:pt x="1119" y="2495"/>
                  </a:moveTo>
                  <a:lnTo>
                    <a:pt x="1143" y="2498"/>
                  </a:lnTo>
                  <a:lnTo>
                    <a:pt x="1167" y="2504"/>
                  </a:lnTo>
                  <a:lnTo>
                    <a:pt x="1190" y="2514"/>
                  </a:lnTo>
                  <a:lnTo>
                    <a:pt x="1211" y="2528"/>
                  </a:lnTo>
                  <a:lnTo>
                    <a:pt x="1232" y="2546"/>
                  </a:lnTo>
                  <a:lnTo>
                    <a:pt x="1252" y="2567"/>
                  </a:lnTo>
                  <a:lnTo>
                    <a:pt x="1271" y="2592"/>
                  </a:lnTo>
                  <a:lnTo>
                    <a:pt x="1288" y="2618"/>
                  </a:lnTo>
                  <a:lnTo>
                    <a:pt x="1304" y="2648"/>
                  </a:lnTo>
                  <a:lnTo>
                    <a:pt x="1318" y="2681"/>
                  </a:lnTo>
                  <a:lnTo>
                    <a:pt x="1329" y="2715"/>
                  </a:lnTo>
                  <a:lnTo>
                    <a:pt x="1340" y="2752"/>
                  </a:lnTo>
                  <a:lnTo>
                    <a:pt x="1348" y="2790"/>
                  </a:lnTo>
                  <a:lnTo>
                    <a:pt x="1354" y="2830"/>
                  </a:lnTo>
                  <a:lnTo>
                    <a:pt x="1358" y="2872"/>
                  </a:lnTo>
                  <a:lnTo>
                    <a:pt x="1359" y="2914"/>
                  </a:lnTo>
                  <a:lnTo>
                    <a:pt x="1358" y="2956"/>
                  </a:lnTo>
                  <a:lnTo>
                    <a:pt x="1354" y="2998"/>
                  </a:lnTo>
                  <a:lnTo>
                    <a:pt x="1348" y="3038"/>
                  </a:lnTo>
                  <a:lnTo>
                    <a:pt x="1340" y="3077"/>
                  </a:lnTo>
                  <a:lnTo>
                    <a:pt x="1329" y="3113"/>
                  </a:lnTo>
                  <a:lnTo>
                    <a:pt x="1318" y="3147"/>
                  </a:lnTo>
                  <a:lnTo>
                    <a:pt x="1304" y="3180"/>
                  </a:lnTo>
                  <a:lnTo>
                    <a:pt x="1288" y="3209"/>
                  </a:lnTo>
                  <a:lnTo>
                    <a:pt x="1271" y="3238"/>
                  </a:lnTo>
                  <a:lnTo>
                    <a:pt x="1252" y="3261"/>
                  </a:lnTo>
                  <a:lnTo>
                    <a:pt x="1232" y="3282"/>
                  </a:lnTo>
                  <a:lnTo>
                    <a:pt x="1211" y="3301"/>
                  </a:lnTo>
                  <a:lnTo>
                    <a:pt x="1190" y="3315"/>
                  </a:lnTo>
                  <a:lnTo>
                    <a:pt x="1167" y="3325"/>
                  </a:lnTo>
                  <a:lnTo>
                    <a:pt x="1143" y="3331"/>
                  </a:lnTo>
                  <a:lnTo>
                    <a:pt x="1119" y="3334"/>
                  </a:lnTo>
                  <a:lnTo>
                    <a:pt x="1094" y="3331"/>
                  </a:lnTo>
                  <a:lnTo>
                    <a:pt x="1070" y="3325"/>
                  </a:lnTo>
                  <a:lnTo>
                    <a:pt x="1048" y="3315"/>
                  </a:lnTo>
                  <a:lnTo>
                    <a:pt x="1026" y="3301"/>
                  </a:lnTo>
                  <a:lnTo>
                    <a:pt x="1005" y="3282"/>
                  </a:lnTo>
                  <a:lnTo>
                    <a:pt x="985" y="3261"/>
                  </a:lnTo>
                  <a:lnTo>
                    <a:pt x="967" y="3238"/>
                  </a:lnTo>
                  <a:lnTo>
                    <a:pt x="950" y="3209"/>
                  </a:lnTo>
                  <a:lnTo>
                    <a:pt x="935" y="3180"/>
                  </a:lnTo>
                  <a:lnTo>
                    <a:pt x="921" y="3147"/>
                  </a:lnTo>
                  <a:lnTo>
                    <a:pt x="909" y="3113"/>
                  </a:lnTo>
                  <a:lnTo>
                    <a:pt x="898" y="3077"/>
                  </a:lnTo>
                  <a:lnTo>
                    <a:pt x="890" y="3038"/>
                  </a:lnTo>
                  <a:lnTo>
                    <a:pt x="884" y="2998"/>
                  </a:lnTo>
                  <a:lnTo>
                    <a:pt x="881" y="2956"/>
                  </a:lnTo>
                  <a:lnTo>
                    <a:pt x="880" y="2914"/>
                  </a:lnTo>
                  <a:lnTo>
                    <a:pt x="881" y="2872"/>
                  </a:lnTo>
                  <a:lnTo>
                    <a:pt x="884" y="2830"/>
                  </a:lnTo>
                  <a:lnTo>
                    <a:pt x="890" y="2790"/>
                  </a:lnTo>
                  <a:lnTo>
                    <a:pt x="898" y="2752"/>
                  </a:lnTo>
                  <a:lnTo>
                    <a:pt x="909" y="2715"/>
                  </a:lnTo>
                  <a:lnTo>
                    <a:pt x="921" y="2681"/>
                  </a:lnTo>
                  <a:lnTo>
                    <a:pt x="935" y="2648"/>
                  </a:lnTo>
                  <a:lnTo>
                    <a:pt x="950" y="2618"/>
                  </a:lnTo>
                  <a:lnTo>
                    <a:pt x="967" y="2592"/>
                  </a:lnTo>
                  <a:lnTo>
                    <a:pt x="985" y="2567"/>
                  </a:lnTo>
                  <a:lnTo>
                    <a:pt x="1005" y="2546"/>
                  </a:lnTo>
                  <a:lnTo>
                    <a:pt x="1026" y="2528"/>
                  </a:lnTo>
                  <a:lnTo>
                    <a:pt x="1048" y="2514"/>
                  </a:lnTo>
                  <a:lnTo>
                    <a:pt x="1070" y="2504"/>
                  </a:lnTo>
                  <a:lnTo>
                    <a:pt x="1094" y="2498"/>
                  </a:lnTo>
                  <a:lnTo>
                    <a:pt x="1119" y="2495"/>
                  </a:lnTo>
                  <a:close/>
                  <a:moveTo>
                    <a:pt x="2380" y="2651"/>
                  </a:moveTo>
                  <a:lnTo>
                    <a:pt x="2405" y="2654"/>
                  </a:lnTo>
                  <a:lnTo>
                    <a:pt x="2428" y="2660"/>
                  </a:lnTo>
                  <a:lnTo>
                    <a:pt x="2452" y="2670"/>
                  </a:lnTo>
                  <a:lnTo>
                    <a:pt x="2473" y="2684"/>
                  </a:lnTo>
                  <a:lnTo>
                    <a:pt x="2494" y="2703"/>
                  </a:lnTo>
                  <a:lnTo>
                    <a:pt x="2514" y="2724"/>
                  </a:lnTo>
                  <a:lnTo>
                    <a:pt x="2533" y="2747"/>
                  </a:lnTo>
                  <a:lnTo>
                    <a:pt x="2550" y="2774"/>
                  </a:lnTo>
                  <a:lnTo>
                    <a:pt x="2565" y="2805"/>
                  </a:lnTo>
                  <a:lnTo>
                    <a:pt x="2580" y="2838"/>
                  </a:lnTo>
                  <a:lnTo>
                    <a:pt x="2591" y="2872"/>
                  </a:lnTo>
                  <a:lnTo>
                    <a:pt x="2602" y="2908"/>
                  </a:lnTo>
                  <a:lnTo>
                    <a:pt x="2610" y="2947"/>
                  </a:lnTo>
                  <a:lnTo>
                    <a:pt x="2616" y="2987"/>
                  </a:lnTo>
                  <a:lnTo>
                    <a:pt x="2619" y="3029"/>
                  </a:lnTo>
                  <a:lnTo>
                    <a:pt x="2621" y="3071"/>
                  </a:lnTo>
                  <a:lnTo>
                    <a:pt x="2619" y="3113"/>
                  </a:lnTo>
                  <a:lnTo>
                    <a:pt x="2616" y="3155"/>
                  </a:lnTo>
                  <a:lnTo>
                    <a:pt x="2610" y="3195"/>
                  </a:lnTo>
                  <a:lnTo>
                    <a:pt x="2602" y="3233"/>
                  </a:lnTo>
                  <a:lnTo>
                    <a:pt x="2591" y="3270"/>
                  </a:lnTo>
                  <a:lnTo>
                    <a:pt x="2580" y="3304"/>
                  </a:lnTo>
                  <a:lnTo>
                    <a:pt x="2565" y="3337"/>
                  </a:lnTo>
                  <a:lnTo>
                    <a:pt x="2550" y="3367"/>
                  </a:lnTo>
                  <a:lnTo>
                    <a:pt x="2533" y="3393"/>
                  </a:lnTo>
                  <a:lnTo>
                    <a:pt x="2514" y="3418"/>
                  </a:lnTo>
                  <a:lnTo>
                    <a:pt x="2494" y="3439"/>
                  </a:lnTo>
                  <a:lnTo>
                    <a:pt x="2473" y="3457"/>
                  </a:lnTo>
                  <a:lnTo>
                    <a:pt x="2452" y="3471"/>
                  </a:lnTo>
                  <a:lnTo>
                    <a:pt x="2428" y="3481"/>
                  </a:lnTo>
                  <a:lnTo>
                    <a:pt x="2405" y="3487"/>
                  </a:lnTo>
                  <a:lnTo>
                    <a:pt x="2380" y="3490"/>
                  </a:lnTo>
                  <a:lnTo>
                    <a:pt x="2356" y="3487"/>
                  </a:lnTo>
                  <a:lnTo>
                    <a:pt x="2332" y="3481"/>
                  </a:lnTo>
                  <a:lnTo>
                    <a:pt x="2310" y="3471"/>
                  </a:lnTo>
                  <a:lnTo>
                    <a:pt x="2288" y="3457"/>
                  </a:lnTo>
                  <a:lnTo>
                    <a:pt x="2267" y="3439"/>
                  </a:lnTo>
                  <a:lnTo>
                    <a:pt x="2248" y="3418"/>
                  </a:lnTo>
                  <a:lnTo>
                    <a:pt x="2229" y="3393"/>
                  </a:lnTo>
                  <a:lnTo>
                    <a:pt x="2212" y="3367"/>
                  </a:lnTo>
                  <a:lnTo>
                    <a:pt x="2196" y="3337"/>
                  </a:lnTo>
                  <a:lnTo>
                    <a:pt x="2182" y="3304"/>
                  </a:lnTo>
                  <a:lnTo>
                    <a:pt x="2171" y="3270"/>
                  </a:lnTo>
                  <a:lnTo>
                    <a:pt x="2160" y="3233"/>
                  </a:lnTo>
                  <a:lnTo>
                    <a:pt x="2152" y="3195"/>
                  </a:lnTo>
                  <a:lnTo>
                    <a:pt x="2146" y="3155"/>
                  </a:lnTo>
                  <a:lnTo>
                    <a:pt x="2142" y="3113"/>
                  </a:lnTo>
                  <a:lnTo>
                    <a:pt x="2141" y="3071"/>
                  </a:lnTo>
                  <a:lnTo>
                    <a:pt x="2142" y="3029"/>
                  </a:lnTo>
                  <a:lnTo>
                    <a:pt x="2146" y="2987"/>
                  </a:lnTo>
                  <a:lnTo>
                    <a:pt x="2152" y="2947"/>
                  </a:lnTo>
                  <a:lnTo>
                    <a:pt x="2160" y="2908"/>
                  </a:lnTo>
                  <a:lnTo>
                    <a:pt x="2171" y="2872"/>
                  </a:lnTo>
                  <a:lnTo>
                    <a:pt x="2182" y="2838"/>
                  </a:lnTo>
                  <a:lnTo>
                    <a:pt x="2196" y="2805"/>
                  </a:lnTo>
                  <a:lnTo>
                    <a:pt x="2212" y="2774"/>
                  </a:lnTo>
                  <a:lnTo>
                    <a:pt x="2229" y="2747"/>
                  </a:lnTo>
                  <a:lnTo>
                    <a:pt x="2248" y="2724"/>
                  </a:lnTo>
                  <a:lnTo>
                    <a:pt x="2267" y="2703"/>
                  </a:lnTo>
                  <a:lnTo>
                    <a:pt x="2288" y="2684"/>
                  </a:lnTo>
                  <a:lnTo>
                    <a:pt x="2310" y="2670"/>
                  </a:lnTo>
                  <a:lnTo>
                    <a:pt x="2332" y="2660"/>
                  </a:lnTo>
                  <a:lnTo>
                    <a:pt x="2356" y="2654"/>
                  </a:lnTo>
                  <a:lnTo>
                    <a:pt x="2380" y="2651"/>
                  </a:lnTo>
                  <a:close/>
                  <a:moveTo>
                    <a:pt x="2342" y="1355"/>
                  </a:moveTo>
                  <a:lnTo>
                    <a:pt x="2366" y="1357"/>
                  </a:lnTo>
                  <a:lnTo>
                    <a:pt x="2390" y="1363"/>
                  </a:lnTo>
                  <a:lnTo>
                    <a:pt x="2412" y="1373"/>
                  </a:lnTo>
                  <a:lnTo>
                    <a:pt x="2434" y="1387"/>
                  </a:lnTo>
                  <a:lnTo>
                    <a:pt x="2455" y="1405"/>
                  </a:lnTo>
                  <a:lnTo>
                    <a:pt x="2475" y="1426"/>
                  </a:lnTo>
                  <a:lnTo>
                    <a:pt x="2493" y="1451"/>
                  </a:lnTo>
                  <a:lnTo>
                    <a:pt x="2510" y="1478"/>
                  </a:lnTo>
                  <a:lnTo>
                    <a:pt x="2526" y="1507"/>
                  </a:lnTo>
                  <a:lnTo>
                    <a:pt x="2540" y="1540"/>
                  </a:lnTo>
                  <a:lnTo>
                    <a:pt x="2551" y="1574"/>
                  </a:lnTo>
                  <a:lnTo>
                    <a:pt x="2562" y="1611"/>
                  </a:lnTo>
                  <a:lnTo>
                    <a:pt x="2570" y="1649"/>
                  </a:lnTo>
                  <a:lnTo>
                    <a:pt x="2576" y="1689"/>
                  </a:lnTo>
                  <a:lnTo>
                    <a:pt x="2580" y="1731"/>
                  </a:lnTo>
                  <a:lnTo>
                    <a:pt x="2581" y="1773"/>
                  </a:lnTo>
                  <a:lnTo>
                    <a:pt x="2580" y="1815"/>
                  </a:lnTo>
                  <a:lnTo>
                    <a:pt x="2576" y="1858"/>
                  </a:lnTo>
                  <a:lnTo>
                    <a:pt x="2570" y="1897"/>
                  </a:lnTo>
                  <a:lnTo>
                    <a:pt x="2562" y="1936"/>
                  </a:lnTo>
                  <a:lnTo>
                    <a:pt x="2551" y="1972"/>
                  </a:lnTo>
                  <a:lnTo>
                    <a:pt x="2540" y="2008"/>
                  </a:lnTo>
                  <a:lnTo>
                    <a:pt x="2526" y="2039"/>
                  </a:lnTo>
                  <a:lnTo>
                    <a:pt x="2510" y="2070"/>
                  </a:lnTo>
                  <a:lnTo>
                    <a:pt x="2493" y="2097"/>
                  </a:lnTo>
                  <a:lnTo>
                    <a:pt x="2475" y="2121"/>
                  </a:lnTo>
                  <a:lnTo>
                    <a:pt x="2455" y="2142"/>
                  </a:lnTo>
                  <a:lnTo>
                    <a:pt x="2434" y="2160"/>
                  </a:lnTo>
                  <a:lnTo>
                    <a:pt x="2412" y="2174"/>
                  </a:lnTo>
                  <a:lnTo>
                    <a:pt x="2390" y="2185"/>
                  </a:lnTo>
                  <a:lnTo>
                    <a:pt x="2366" y="2191"/>
                  </a:lnTo>
                  <a:lnTo>
                    <a:pt x="2342" y="2193"/>
                  </a:lnTo>
                  <a:lnTo>
                    <a:pt x="2317" y="2191"/>
                  </a:lnTo>
                  <a:lnTo>
                    <a:pt x="2294" y="2185"/>
                  </a:lnTo>
                  <a:lnTo>
                    <a:pt x="2270" y="2174"/>
                  </a:lnTo>
                  <a:lnTo>
                    <a:pt x="2249" y="2160"/>
                  </a:lnTo>
                  <a:lnTo>
                    <a:pt x="2228" y="2142"/>
                  </a:lnTo>
                  <a:lnTo>
                    <a:pt x="2208" y="2121"/>
                  </a:lnTo>
                  <a:lnTo>
                    <a:pt x="2189" y="2097"/>
                  </a:lnTo>
                  <a:lnTo>
                    <a:pt x="2173" y="2070"/>
                  </a:lnTo>
                  <a:lnTo>
                    <a:pt x="2157" y="2039"/>
                  </a:lnTo>
                  <a:lnTo>
                    <a:pt x="2142" y="2008"/>
                  </a:lnTo>
                  <a:lnTo>
                    <a:pt x="2131" y="1972"/>
                  </a:lnTo>
                  <a:lnTo>
                    <a:pt x="2120" y="1936"/>
                  </a:lnTo>
                  <a:lnTo>
                    <a:pt x="2112" y="1897"/>
                  </a:lnTo>
                  <a:lnTo>
                    <a:pt x="2106" y="1858"/>
                  </a:lnTo>
                  <a:lnTo>
                    <a:pt x="2103" y="1815"/>
                  </a:lnTo>
                  <a:lnTo>
                    <a:pt x="2101" y="1773"/>
                  </a:lnTo>
                  <a:lnTo>
                    <a:pt x="2103" y="1731"/>
                  </a:lnTo>
                  <a:lnTo>
                    <a:pt x="2106" y="1689"/>
                  </a:lnTo>
                  <a:lnTo>
                    <a:pt x="2112" y="1649"/>
                  </a:lnTo>
                  <a:lnTo>
                    <a:pt x="2120" y="1611"/>
                  </a:lnTo>
                  <a:lnTo>
                    <a:pt x="2131" y="1574"/>
                  </a:lnTo>
                  <a:lnTo>
                    <a:pt x="2142" y="1540"/>
                  </a:lnTo>
                  <a:lnTo>
                    <a:pt x="2157" y="1507"/>
                  </a:lnTo>
                  <a:lnTo>
                    <a:pt x="2173" y="1478"/>
                  </a:lnTo>
                  <a:lnTo>
                    <a:pt x="2189" y="1451"/>
                  </a:lnTo>
                  <a:lnTo>
                    <a:pt x="2208" y="1426"/>
                  </a:lnTo>
                  <a:lnTo>
                    <a:pt x="2228" y="1405"/>
                  </a:lnTo>
                  <a:lnTo>
                    <a:pt x="2249" y="1387"/>
                  </a:lnTo>
                  <a:lnTo>
                    <a:pt x="2270" y="1373"/>
                  </a:lnTo>
                  <a:lnTo>
                    <a:pt x="2294" y="1363"/>
                  </a:lnTo>
                  <a:lnTo>
                    <a:pt x="2317" y="1357"/>
                  </a:lnTo>
                  <a:lnTo>
                    <a:pt x="2342" y="1355"/>
                  </a:lnTo>
                  <a:close/>
                  <a:moveTo>
                    <a:pt x="3179" y="819"/>
                  </a:moveTo>
                  <a:lnTo>
                    <a:pt x="3204" y="821"/>
                  </a:lnTo>
                  <a:lnTo>
                    <a:pt x="3227" y="827"/>
                  </a:lnTo>
                  <a:lnTo>
                    <a:pt x="3250" y="838"/>
                  </a:lnTo>
                  <a:lnTo>
                    <a:pt x="3272" y="852"/>
                  </a:lnTo>
                  <a:lnTo>
                    <a:pt x="3293" y="869"/>
                  </a:lnTo>
                  <a:lnTo>
                    <a:pt x="3312" y="890"/>
                  </a:lnTo>
                  <a:lnTo>
                    <a:pt x="3331" y="915"/>
                  </a:lnTo>
                  <a:lnTo>
                    <a:pt x="3348" y="942"/>
                  </a:lnTo>
                  <a:lnTo>
                    <a:pt x="3363" y="971"/>
                  </a:lnTo>
                  <a:lnTo>
                    <a:pt x="3377" y="1004"/>
                  </a:lnTo>
                  <a:lnTo>
                    <a:pt x="3389" y="1038"/>
                  </a:lnTo>
                  <a:lnTo>
                    <a:pt x="3400" y="1076"/>
                  </a:lnTo>
                  <a:lnTo>
                    <a:pt x="3408" y="1113"/>
                  </a:lnTo>
                  <a:lnTo>
                    <a:pt x="3414" y="1153"/>
                  </a:lnTo>
                  <a:lnTo>
                    <a:pt x="3417" y="1195"/>
                  </a:lnTo>
                  <a:lnTo>
                    <a:pt x="3418" y="1237"/>
                  </a:lnTo>
                  <a:lnTo>
                    <a:pt x="3417" y="1280"/>
                  </a:lnTo>
                  <a:lnTo>
                    <a:pt x="3414" y="1322"/>
                  </a:lnTo>
                  <a:lnTo>
                    <a:pt x="3408" y="1362"/>
                  </a:lnTo>
                  <a:lnTo>
                    <a:pt x="3400" y="1399"/>
                  </a:lnTo>
                  <a:lnTo>
                    <a:pt x="3389" y="1437"/>
                  </a:lnTo>
                  <a:lnTo>
                    <a:pt x="3377" y="1471"/>
                  </a:lnTo>
                  <a:lnTo>
                    <a:pt x="3363" y="1503"/>
                  </a:lnTo>
                  <a:lnTo>
                    <a:pt x="3348" y="1533"/>
                  </a:lnTo>
                  <a:lnTo>
                    <a:pt x="3331" y="1560"/>
                  </a:lnTo>
                  <a:lnTo>
                    <a:pt x="3312" y="1584"/>
                  </a:lnTo>
                  <a:lnTo>
                    <a:pt x="3293" y="1605"/>
                  </a:lnTo>
                  <a:lnTo>
                    <a:pt x="3272" y="1623"/>
                  </a:lnTo>
                  <a:lnTo>
                    <a:pt x="3250" y="1637"/>
                  </a:lnTo>
                  <a:lnTo>
                    <a:pt x="3227" y="1648"/>
                  </a:lnTo>
                  <a:lnTo>
                    <a:pt x="3204" y="1654"/>
                  </a:lnTo>
                  <a:lnTo>
                    <a:pt x="3179" y="1656"/>
                  </a:lnTo>
                  <a:lnTo>
                    <a:pt x="3155" y="1654"/>
                  </a:lnTo>
                  <a:lnTo>
                    <a:pt x="3131" y="1648"/>
                  </a:lnTo>
                  <a:lnTo>
                    <a:pt x="3108" y="1637"/>
                  </a:lnTo>
                  <a:lnTo>
                    <a:pt x="3087" y="1623"/>
                  </a:lnTo>
                  <a:lnTo>
                    <a:pt x="3066" y="1605"/>
                  </a:lnTo>
                  <a:lnTo>
                    <a:pt x="3046" y="1584"/>
                  </a:lnTo>
                  <a:lnTo>
                    <a:pt x="3027" y="1560"/>
                  </a:lnTo>
                  <a:lnTo>
                    <a:pt x="3011" y="1533"/>
                  </a:lnTo>
                  <a:lnTo>
                    <a:pt x="2994" y="1503"/>
                  </a:lnTo>
                  <a:lnTo>
                    <a:pt x="2980" y="1471"/>
                  </a:lnTo>
                  <a:lnTo>
                    <a:pt x="2968" y="1437"/>
                  </a:lnTo>
                  <a:lnTo>
                    <a:pt x="2958" y="1399"/>
                  </a:lnTo>
                  <a:lnTo>
                    <a:pt x="2950" y="1362"/>
                  </a:lnTo>
                  <a:lnTo>
                    <a:pt x="2944" y="1322"/>
                  </a:lnTo>
                  <a:lnTo>
                    <a:pt x="2940" y="1280"/>
                  </a:lnTo>
                  <a:lnTo>
                    <a:pt x="2939" y="1237"/>
                  </a:lnTo>
                  <a:lnTo>
                    <a:pt x="2940" y="1195"/>
                  </a:lnTo>
                  <a:lnTo>
                    <a:pt x="2944" y="1153"/>
                  </a:lnTo>
                  <a:lnTo>
                    <a:pt x="2950" y="1113"/>
                  </a:lnTo>
                  <a:lnTo>
                    <a:pt x="2958" y="1076"/>
                  </a:lnTo>
                  <a:lnTo>
                    <a:pt x="2968" y="1038"/>
                  </a:lnTo>
                  <a:lnTo>
                    <a:pt x="2980" y="1004"/>
                  </a:lnTo>
                  <a:lnTo>
                    <a:pt x="2994" y="971"/>
                  </a:lnTo>
                  <a:lnTo>
                    <a:pt x="3011" y="942"/>
                  </a:lnTo>
                  <a:lnTo>
                    <a:pt x="3027" y="915"/>
                  </a:lnTo>
                  <a:lnTo>
                    <a:pt x="3046" y="890"/>
                  </a:lnTo>
                  <a:lnTo>
                    <a:pt x="3066" y="869"/>
                  </a:lnTo>
                  <a:lnTo>
                    <a:pt x="3087" y="852"/>
                  </a:lnTo>
                  <a:lnTo>
                    <a:pt x="3108" y="838"/>
                  </a:lnTo>
                  <a:lnTo>
                    <a:pt x="3131" y="827"/>
                  </a:lnTo>
                  <a:lnTo>
                    <a:pt x="3155" y="821"/>
                  </a:lnTo>
                  <a:lnTo>
                    <a:pt x="3179" y="819"/>
                  </a:lnTo>
                  <a:close/>
                  <a:moveTo>
                    <a:pt x="3246" y="2144"/>
                  </a:moveTo>
                  <a:lnTo>
                    <a:pt x="3271" y="2146"/>
                  </a:lnTo>
                  <a:lnTo>
                    <a:pt x="3294" y="2152"/>
                  </a:lnTo>
                  <a:lnTo>
                    <a:pt x="3316" y="2162"/>
                  </a:lnTo>
                  <a:lnTo>
                    <a:pt x="3339" y="2176"/>
                  </a:lnTo>
                  <a:lnTo>
                    <a:pt x="3360" y="2194"/>
                  </a:lnTo>
                  <a:lnTo>
                    <a:pt x="3380" y="2215"/>
                  </a:lnTo>
                  <a:lnTo>
                    <a:pt x="3397" y="2240"/>
                  </a:lnTo>
                  <a:lnTo>
                    <a:pt x="3415" y="2267"/>
                  </a:lnTo>
                  <a:lnTo>
                    <a:pt x="3430" y="2296"/>
                  </a:lnTo>
                  <a:lnTo>
                    <a:pt x="3444" y="2329"/>
                  </a:lnTo>
                  <a:lnTo>
                    <a:pt x="3456" y="2363"/>
                  </a:lnTo>
                  <a:lnTo>
                    <a:pt x="3466" y="2400"/>
                  </a:lnTo>
                  <a:lnTo>
                    <a:pt x="3475" y="2438"/>
                  </a:lnTo>
                  <a:lnTo>
                    <a:pt x="3480" y="2478"/>
                  </a:lnTo>
                  <a:lnTo>
                    <a:pt x="3484" y="2520"/>
                  </a:lnTo>
                  <a:lnTo>
                    <a:pt x="3485" y="2562"/>
                  </a:lnTo>
                  <a:lnTo>
                    <a:pt x="3484" y="2604"/>
                  </a:lnTo>
                  <a:lnTo>
                    <a:pt x="3480" y="2647"/>
                  </a:lnTo>
                  <a:lnTo>
                    <a:pt x="3475" y="2686"/>
                  </a:lnTo>
                  <a:lnTo>
                    <a:pt x="3466" y="2725"/>
                  </a:lnTo>
                  <a:lnTo>
                    <a:pt x="3456" y="2762"/>
                  </a:lnTo>
                  <a:lnTo>
                    <a:pt x="3444" y="2796"/>
                  </a:lnTo>
                  <a:lnTo>
                    <a:pt x="3430" y="2828"/>
                  </a:lnTo>
                  <a:lnTo>
                    <a:pt x="3415" y="2858"/>
                  </a:lnTo>
                  <a:lnTo>
                    <a:pt x="3397" y="2886"/>
                  </a:lnTo>
                  <a:lnTo>
                    <a:pt x="3380" y="2909"/>
                  </a:lnTo>
                  <a:lnTo>
                    <a:pt x="3360" y="2930"/>
                  </a:lnTo>
                  <a:lnTo>
                    <a:pt x="3339" y="2949"/>
                  </a:lnTo>
                  <a:lnTo>
                    <a:pt x="3316" y="2963"/>
                  </a:lnTo>
                  <a:lnTo>
                    <a:pt x="3294" y="2974"/>
                  </a:lnTo>
                  <a:lnTo>
                    <a:pt x="3271" y="2980"/>
                  </a:lnTo>
                  <a:lnTo>
                    <a:pt x="3246" y="2982"/>
                  </a:lnTo>
                  <a:lnTo>
                    <a:pt x="3222" y="2980"/>
                  </a:lnTo>
                  <a:lnTo>
                    <a:pt x="3198" y="2974"/>
                  </a:lnTo>
                  <a:lnTo>
                    <a:pt x="3176" y="2963"/>
                  </a:lnTo>
                  <a:lnTo>
                    <a:pt x="3154" y="2949"/>
                  </a:lnTo>
                  <a:lnTo>
                    <a:pt x="3133" y="2930"/>
                  </a:lnTo>
                  <a:lnTo>
                    <a:pt x="3113" y="2909"/>
                  </a:lnTo>
                  <a:lnTo>
                    <a:pt x="3095" y="2886"/>
                  </a:lnTo>
                  <a:lnTo>
                    <a:pt x="3077" y="2858"/>
                  </a:lnTo>
                  <a:lnTo>
                    <a:pt x="3062" y="2828"/>
                  </a:lnTo>
                  <a:lnTo>
                    <a:pt x="3048" y="2796"/>
                  </a:lnTo>
                  <a:lnTo>
                    <a:pt x="3036" y="2762"/>
                  </a:lnTo>
                  <a:lnTo>
                    <a:pt x="3026" y="2725"/>
                  </a:lnTo>
                  <a:lnTo>
                    <a:pt x="3018" y="2686"/>
                  </a:lnTo>
                  <a:lnTo>
                    <a:pt x="3012" y="2647"/>
                  </a:lnTo>
                  <a:lnTo>
                    <a:pt x="3008" y="2604"/>
                  </a:lnTo>
                  <a:lnTo>
                    <a:pt x="3007" y="2562"/>
                  </a:lnTo>
                  <a:lnTo>
                    <a:pt x="3008" y="2520"/>
                  </a:lnTo>
                  <a:lnTo>
                    <a:pt x="3012" y="2478"/>
                  </a:lnTo>
                  <a:lnTo>
                    <a:pt x="3018" y="2438"/>
                  </a:lnTo>
                  <a:lnTo>
                    <a:pt x="3026" y="2400"/>
                  </a:lnTo>
                  <a:lnTo>
                    <a:pt x="3036" y="2363"/>
                  </a:lnTo>
                  <a:lnTo>
                    <a:pt x="3048" y="2329"/>
                  </a:lnTo>
                  <a:lnTo>
                    <a:pt x="3062" y="2296"/>
                  </a:lnTo>
                  <a:lnTo>
                    <a:pt x="3077" y="2267"/>
                  </a:lnTo>
                  <a:lnTo>
                    <a:pt x="3095" y="2240"/>
                  </a:lnTo>
                  <a:lnTo>
                    <a:pt x="3113" y="2215"/>
                  </a:lnTo>
                  <a:lnTo>
                    <a:pt x="3133" y="2194"/>
                  </a:lnTo>
                  <a:lnTo>
                    <a:pt x="3154" y="2176"/>
                  </a:lnTo>
                  <a:lnTo>
                    <a:pt x="3176" y="2162"/>
                  </a:lnTo>
                  <a:lnTo>
                    <a:pt x="3198" y="2152"/>
                  </a:lnTo>
                  <a:lnTo>
                    <a:pt x="3222" y="2146"/>
                  </a:lnTo>
                  <a:lnTo>
                    <a:pt x="3246" y="214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6354" name="Freeform 50"/>
            <p:cNvSpPr>
              <a:spLocks/>
            </p:cNvSpPr>
            <p:nvPr/>
          </p:nvSpPr>
          <p:spPr bwMode="auto">
            <a:xfrm>
              <a:off x="1267" y="1588"/>
              <a:ext cx="87" cy="52"/>
            </a:xfrm>
            <a:custGeom>
              <a:avLst/>
              <a:gdLst>
                <a:gd name="T0" fmla="*/ 3 w 437"/>
                <a:gd name="T1" fmla="*/ 2 h 260"/>
                <a:gd name="T2" fmla="*/ 3 w 437"/>
                <a:gd name="T3" fmla="*/ 2 h 260"/>
                <a:gd name="T4" fmla="*/ 3 w 437"/>
                <a:gd name="T5" fmla="*/ 2 h 260"/>
                <a:gd name="T6" fmla="*/ 3 w 437"/>
                <a:gd name="T7" fmla="*/ 2 h 260"/>
                <a:gd name="T8" fmla="*/ 3 w 437"/>
                <a:gd name="T9" fmla="*/ 1 h 260"/>
                <a:gd name="T10" fmla="*/ 3 w 437"/>
                <a:gd name="T11" fmla="*/ 1 h 260"/>
                <a:gd name="T12" fmla="*/ 3 w 437"/>
                <a:gd name="T13" fmla="*/ 1 h 260"/>
                <a:gd name="T14" fmla="*/ 3 w 437"/>
                <a:gd name="T15" fmla="*/ 1 h 260"/>
                <a:gd name="T16" fmla="*/ 3 w 437"/>
                <a:gd name="T17" fmla="*/ 1 h 260"/>
                <a:gd name="T18" fmla="*/ 2 w 437"/>
                <a:gd name="T19" fmla="*/ 1 h 260"/>
                <a:gd name="T20" fmla="*/ 2 w 437"/>
                <a:gd name="T21" fmla="*/ 0 h 260"/>
                <a:gd name="T22" fmla="*/ 2 w 437"/>
                <a:gd name="T23" fmla="*/ 0 h 260"/>
                <a:gd name="T24" fmla="*/ 2 w 437"/>
                <a:gd name="T25" fmla="*/ 0 h 260"/>
                <a:gd name="T26" fmla="*/ 1 w 437"/>
                <a:gd name="T27" fmla="*/ 0 h 260"/>
                <a:gd name="T28" fmla="*/ 1 w 437"/>
                <a:gd name="T29" fmla="*/ 0 h 260"/>
                <a:gd name="T30" fmla="*/ 1 w 437"/>
                <a:gd name="T31" fmla="*/ 0 h 260"/>
                <a:gd name="T32" fmla="*/ 0 w 437"/>
                <a:gd name="T33" fmla="*/ 0 h 260"/>
                <a:gd name="T34" fmla="*/ 0 w 437"/>
                <a:gd name="T35" fmla="*/ 0 h 260"/>
                <a:gd name="T36" fmla="*/ 0 w 437"/>
                <a:gd name="T37" fmla="*/ 0 h 260"/>
                <a:gd name="T38" fmla="*/ 0 w 437"/>
                <a:gd name="T39" fmla="*/ 0 h 260"/>
                <a:gd name="T40" fmla="*/ 1 w 437"/>
                <a:gd name="T41" fmla="*/ 0 h 260"/>
                <a:gd name="T42" fmla="*/ 1 w 437"/>
                <a:gd name="T43" fmla="*/ 0 h 260"/>
                <a:gd name="T44" fmla="*/ 1 w 437"/>
                <a:gd name="T45" fmla="*/ 0 h 260"/>
                <a:gd name="T46" fmla="*/ 2 w 437"/>
                <a:gd name="T47" fmla="*/ 0 h 260"/>
                <a:gd name="T48" fmla="*/ 2 w 437"/>
                <a:gd name="T49" fmla="*/ 0 h 260"/>
                <a:gd name="T50" fmla="*/ 2 w 437"/>
                <a:gd name="T51" fmla="*/ 1 h 260"/>
                <a:gd name="T52" fmla="*/ 2 w 437"/>
                <a:gd name="T53" fmla="*/ 1 h 260"/>
                <a:gd name="T54" fmla="*/ 3 w 437"/>
                <a:gd name="T55" fmla="*/ 1 h 260"/>
                <a:gd name="T56" fmla="*/ 3 w 437"/>
                <a:gd name="T57" fmla="*/ 1 h 260"/>
                <a:gd name="T58" fmla="*/ 3 w 437"/>
                <a:gd name="T59" fmla="*/ 1 h 260"/>
                <a:gd name="T60" fmla="*/ 3 w 437"/>
                <a:gd name="T61" fmla="*/ 1 h 260"/>
                <a:gd name="T62" fmla="*/ 3 w 437"/>
                <a:gd name="T63" fmla="*/ 1 h 260"/>
                <a:gd name="T64" fmla="*/ 3 w 437"/>
                <a:gd name="T65" fmla="*/ 2 h 260"/>
                <a:gd name="T66" fmla="*/ 3 w 437"/>
                <a:gd name="T67" fmla="*/ 2 h 260"/>
                <a:gd name="T68" fmla="*/ 3 w 437"/>
                <a:gd name="T69" fmla="*/ 2 h 260"/>
                <a:gd name="T70" fmla="*/ 3 w 437"/>
                <a:gd name="T71" fmla="*/ 2 h 260"/>
                <a:gd name="T72" fmla="*/ 3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437" y="260"/>
                  </a:moveTo>
                  <a:lnTo>
                    <a:pt x="437" y="260"/>
                  </a:lnTo>
                  <a:lnTo>
                    <a:pt x="434" y="233"/>
                  </a:lnTo>
                  <a:lnTo>
                    <a:pt x="427" y="206"/>
                  </a:lnTo>
                  <a:lnTo>
                    <a:pt x="417" y="181"/>
                  </a:lnTo>
                  <a:lnTo>
                    <a:pt x="401" y="157"/>
                  </a:lnTo>
                  <a:lnTo>
                    <a:pt x="383" y="133"/>
                  </a:lnTo>
                  <a:lnTo>
                    <a:pt x="360" y="113"/>
                  </a:lnTo>
                  <a:lnTo>
                    <a:pt x="336" y="93"/>
                  </a:lnTo>
                  <a:lnTo>
                    <a:pt x="308" y="73"/>
                  </a:lnTo>
                  <a:lnTo>
                    <a:pt x="276" y="58"/>
                  </a:lnTo>
                  <a:lnTo>
                    <a:pt x="242" y="43"/>
                  </a:lnTo>
                  <a:lnTo>
                    <a:pt x="207" y="30"/>
                  </a:lnTo>
                  <a:lnTo>
                    <a:pt x="168" y="19"/>
                  </a:lnTo>
                  <a:lnTo>
                    <a:pt x="128" y="11"/>
                  </a:lnTo>
                  <a:lnTo>
                    <a:pt x="87" y="4"/>
                  </a:lnTo>
                  <a:lnTo>
                    <a:pt x="43" y="1"/>
                  </a:lnTo>
                  <a:lnTo>
                    <a:pt x="0" y="0"/>
                  </a:lnTo>
                  <a:lnTo>
                    <a:pt x="0" y="11"/>
                  </a:lnTo>
                  <a:lnTo>
                    <a:pt x="43" y="12"/>
                  </a:lnTo>
                  <a:lnTo>
                    <a:pt x="85" y="16"/>
                  </a:lnTo>
                  <a:lnTo>
                    <a:pt x="126" y="23"/>
                  </a:lnTo>
                  <a:lnTo>
                    <a:pt x="166" y="31"/>
                  </a:lnTo>
                  <a:lnTo>
                    <a:pt x="202" y="42"/>
                  </a:lnTo>
                  <a:lnTo>
                    <a:pt x="237" y="55"/>
                  </a:lnTo>
                  <a:lnTo>
                    <a:pt x="271" y="70"/>
                  </a:lnTo>
                  <a:lnTo>
                    <a:pt x="301" y="85"/>
                  </a:lnTo>
                  <a:lnTo>
                    <a:pt x="329" y="103"/>
                  </a:lnTo>
                  <a:lnTo>
                    <a:pt x="353" y="123"/>
                  </a:lnTo>
                  <a:lnTo>
                    <a:pt x="373" y="143"/>
                  </a:lnTo>
                  <a:lnTo>
                    <a:pt x="392" y="164"/>
                  </a:lnTo>
                  <a:lnTo>
                    <a:pt x="405" y="186"/>
                  </a:lnTo>
                  <a:lnTo>
                    <a:pt x="415" y="211"/>
                  </a:lnTo>
                  <a:lnTo>
                    <a:pt x="422" y="235"/>
                  </a:lnTo>
                  <a:lnTo>
                    <a:pt x="425" y="260"/>
                  </a:lnTo>
                  <a:lnTo>
                    <a:pt x="437"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6355" name="Freeform 51"/>
            <p:cNvSpPr>
              <a:spLocks/>
            </p:cNvSpPr>
            <p:nvPr/>
          </p:nvSpPr>
          <p:spPr bwMode="auto">
            <a:xfrm>
              <a:off x="1267" y="1640"/>
              <a:ext cx="87" cy="52"/>
            </a:xfrm>
            <a:custGeom>
              <a:avLst/>
              <a:gdLst>
                <a:gd name="T0" fmla="*/ 0 w 437"/>
                <a:gd name="T1" fmla="*/ 2 h 260"/>
                <a:gd name="T2" fmla="*/ 0 w 437"/>
                <a:gd name="T3" fmla="*/ 2 h 260"/>
                <a:gd name="T4" fmla="*/ 0 w 437"/>
                <a:gd name="T5" fmla="*/ 2 h 260"/>
                <a:gd name="T6" fmla="*/ 1 w 437"/>
                <a:gd name="T7" fmla="*/ 2 h 260"/>
                <a:gd name="T8" fmla="*/ 1 w 437"/>
                <a:gd name="T9" fmla="*/ 2 h 260"/>
                <a:gd name="T10" fmla="*/ 1 w 437"/>
                <a:gd name="T11" fmla="*/ 2 h 260"/>
                <a:gd name="T12" fmla="*/ 2 w 437"/>
                <a:gd name="T13" fmla="*/ 2 h 260"/>
                <a:gd name="T14" fmla="*/ 2 w 437"/>
                <a:gd name="T15" fmla="*/ 2 h 260"/>
                <a:gd name="T16" fmla="*/ 2 w 437"/>
                <a:gd name="T17" fmla="*/ 2 h 260"/>
                <a:gd name="T18" fmla="*/ 2 w 437"/>
                <a:gd name="T19" fmla="*/ 1 h 260"/>
                <a:gd name="T20" fmla="*/ 3 w 437"/>
                <a:gd name="T21" fmla="*/ 1 h 260"/>
                <a:gd name="T22" fmla="*/ 3 w 437"/>
                <a:gd name="T23" fmla="*/ 1 h 260"/>
                <a:gd name="T24" fmla="*/ 3 w 437"/>
                <a:gd name="T25" fmla="*/ 1 h 260"/>
                <a:gd name="T26" fmla="*/ 3 w 437"/>
                <a:gd name="T27" fmla="*/ 1 h 260"/>
                <a:gd name="T28" fmla="*/ 3 w 437"/>
                <a:gd name="T29" fmla="*/ 1 h 260"/>
                <a:gd name="T30" fmla="*/ 3 w 437"/>
                <a:gd name="T31" fmla="*/ 0 h 260"/>
                <a:gd name="T32" fmla="*/ 3 w 437"/>
                <a:gd name="T33" fmla="*/ 0 h 260"/>
                <a:gd name="T34" fmla="*/ 3 w 437"/>
                <a:gd name="T35" fmla="*/ 0 h 260"/>
                <a:gd name="T36" fmla="*/ 3 w 437"/>
                <a:gd name="T37" fmla="*/ 0 h 260"/>
                <a:gd name="T38" fmla="*/ 3 w 437"/>
                <a:gd name="T39" fmla="*/ 0 h 260"/>
                <a:gd name="T40" fmla="*/ 3 w 437"/>
                <a:gd name="T41" fmla="*/ 0 h 260"/>
                <a:gd name="T42" fmla="*/ 3 w 437"/>
                <a:gd name="T43" fmla="*/ 1 h 260"/>
                <a:gd name="T44" fmla="*/ 3 w 437"/>
                <a:gd name="T45" fmla="*/ 1 h 260"/>
                <a:gd name="T46" fmla="*/ 3 w 437"/>
                <a:gd name="T47" fmla="*/ 1 h 260"/>
                <a:gd name="T48" fmla="*/ 3 w 437"/>
                <a:gd name="T49" fmla="*/ 1 h 260"/>
                <a:gd name="T50" fmla="*/ 3 w 437"/>
                <a:gd name="T51" fmla="*/ 1 h 260"/>
                <a:gd name="T52" fmla="*/ 2 w 437"/>
                <a:gd name="T53" fmla="*/ 1 h 260"/>
                <a:gd name="T54" fmla="*/ 2 w 437"/>
                <a:gd name="T55" fmla="*/ 2 h 260"/>
                <a:gd name="T56" fmla="*/ 2 w 437"/>
                <a:gd name="T57" fmla="*/ 2 h 260"/>
                <a:gd name="T58" fmla="*/ 2 w 437"/>
                <a:gd name="T59" fmla="*/ 2 h 260"/>
                <a:gd name="T60" fmla="*/ 1 w 437"/>
                <a:gd name="T61" fmla="*/ 2 h 260"/>
                <a:gd name="T62" fmla="*/ 1 w 437"/>
                <a:gd name="T63" fmla="*/ 2 h 260"/>
                <a:gd name="T64" fmla="*/ 1 w 437"/>
                <a:gd name="T65" fmla="*/ 2 h 260"/>
                <a:gd name="T66" fmla="*/ 0 w 437"/>
                <a:gd name="T67" fmla="*/ 2 h 260"/>
                <a:gd name="T68" fmla="*/ 0 w 437"/>
                <a:gd name="T69" fmla="*/ 2 h 260"/>
                <a:gd name="T70" fmla="*/ 0 w 437"/>
                <a:gd name="T71" fmla="*/ 2 h 260"/>
                <a:gd name="T72" fmla="*/ 0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0" y="260"/>
                  </a:moveTo>
                  <a:lnTo>
                    <a:pt x="0" y="260"/>
                  </a:lnTo>
                  <a:lnTo>
                    <a:pt x="43" y="259"/>
                  </a:lnTo>
                  <a:lnTo>
                    <a:pt x="87" y="255"/>
                  </a:lnTo>
                  <a:lnTo>
                    <a:pt x="128" y="248"/>
                  </a:lnTo>
                  <a:lnTo>
                    <a:pt x="168" y="240"/>
                  </a:lnTo>
                  <a:lnTo>
                    <a:pt x="207" y="230"/>
                  </a:lnTo>
                  <a:lnTo>
                    <a:pt x="242" y="217"/>
                  </a:lnTo>
                  <a:lnTo>
                    <a:pt x="276" y="202"/>
                  </a:lnTo>
                  <a:lnTo>
                    <a:pt x="308" y="185"/>
                  </a:lnTo>
                  <a:lnTo>
                    <a:pt x="336" y="166"/>
                  </a:lnTo>
                  <a:lnTo>
                    <a:pt x="360" y="146"/>
                  </a:lnTo>
                  <a:lnTo>
                    <a:pt x="383" y="125"/>
                  </a:lnTo>
                  <a:lnTo>
                    <a:pt x="401" y="102"/>
                  </a:lnTo>
                  <a:lnTo>
                    <a:pt x="417" y="77"/>
                  </a:lnTo>
                  <a:lnTo>
                    <a:pt x="427" y="53"/>
                  </a:lnTo>
                  <a:lnTo>
                    <a:pt x="434" y="27"/>
                  </a:lnTo>
                  <a:lnTo>
                    <a:pt x="437" y="0"/>
                  </a:lnTo>
                  <a:lnTo>
                    <a:pt x="425" y="0"/>
                  </a:lnTo>
                  <a:lnTo>
                    <a:pt x="422" y="24"/>
                  </a:lnTo>
                  <a:lnTo>
                    <a:pt x="415" y="48"/>
                  </a:lnTo>
                  <a:lnTo>
                    <a:pt x="405" y="73"/>
                  </a:lnTo>
                  <a:lnTo>
                    <a:pt x="392" y="95"/>
                  </a:lnTo>
                  <a:lnTo>
                    <a:pt x="373" y="116"/>
                  </a:lnTo>
                  <a:lnTo>
                    <a:pt x="353" y="137"/>
                  </a:lnTo>
                  <a:lnTo>
                    <a:pt x="329" y="157"/>
                  </a:lnTo>
                  <a:lnTo>
                    <a:pt x="301" y="173"/>
                  </a:lnTo>
                  <a:lnTo>
                    <a:pt x="271" y="190"/>
                  </a:lnTo>
                  <a:lnTo>
                    <a:pt x="237" y="205"/>
                  </a:lnTo>
                  <a:lnTo>
                    <a:pt x="202" y="218"/>
                  </a:lnTo>
                  <a:lnTo>
                    <a:pt x="166" y="228"/>
                  </a:lnTo>
                  <a:lnTo>
                    <a:pt x="126" y="237"/>
                  </a:lnTo>
                  <a:lnTo>
                    <a:pt x="85" y="244"/>
                  </a:lnTo>
                  <a:lnTo>
                    <a:pt x="43" y="247"/>
                  </a:lnTo>
                  <a:lnTo>
                    <a:pt x="0" y="248"/>
                  </a:lnTo>
                  <a:lnTo>
                    <a:pt x="0"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6356" name="Freeform 52"/>
            <p:cNvSpPr>
              <a:spLocks/>
            </p:cNvSpPr>
            <p:nvPr/>
          </p:nvSpPr>
          <p:spPr bwMode="auto">
            <a:xfrm>
              <a:off x="1179" y="1640"/>
              <a:ext cx="88" cy="52"/>
            </a:xfrm>
            <a:custGeom>
              <a:avLst/>
              <a:gdLst>
                <a:gd name="T0" fmla="*/ 0 w 439"/>
                <a:gd name="T1" fmla="*/ 0 h 260"/>
                <a:gd name="T2" fmla="*/ 0 w 439"/>
                <a:gd name="T3" fmla="*/ 0 h 260"/>
                <a:gd name="T4" fmla="*/ 0 w 439"/>
                <a:gd name="T5" fmla="*/ 0 h 260"/>
                <a:gd name="T6" fmla="*/ 0 w 439"/>
                <a:gd name="T7" fmla="*/ 0 h 260"/>
                <a:gd name="T8" fmla="*/ 0 w 439"/>
                <a:gd name="T9" fmla="*/ 1 h 260"/>
                <a:gd name="T10" fmla="*/ 0 w 439"/>
                <a:gd name="T11" fmla="*/ 1 h 260"/>
                <a:gd name="T12" fmla="*/ 0 w 439"/>
                <a:gd name="T13" fmla="*/ 1 h 260"/>
                <a:gd name="T14" fmla="*/ 1 w 439"/>
                <a:gd name="T15" fmla="*/ 1 h 260"/>
                <a:gd name="T16" fmla="*/ 1 w 439"/>
                <a:gd name="T17" fmla="*/ 1 h 260"/>
                <a:gd name="T18" fmla="*/ 1 w 439"/>
                <a:gd name="T19" fmla="*/ 1 h 260"/>
                <a:gd name="T20" fmla="*/ 1 w 439"/>
                <a:gd name="T21" fmla="*/ 2 h 260"/>
                <a:gd name="T22" fmla="*/ 2 w 439"/>
                <a:gd name="T23" fmla="*/ 2 h 260"/>
                <a:gd name="T24" fmla="*/ 2 w 439"/>
                <a:gd name="T25" fmla="*/ 2 h 260"/>
                <a:gd name="T26" fmla="*/ 2 w 439"/>
                <a:gd name="T27" fmla="*/ 2 h 260"/>
                <a:gd name="T28" fmla="*/ 2 w 439"/>
                <a:gd name="T29" fmla="*/ 2 h 260"/>
                <a:gd name="T30" fmla="*/ 3 w 439"/>
                <a:gd name="T31" fmla="*/ 2 h 260"/>
                <a:gd name="T32" fmla="*/ 3 w 439"/>
                <a:gd name="T33" fmla="*/ 2 h 260"/>
                <a:gd name="T34" fmla="*/ 4 w 439"/>
                <a:gd name="T35" fmla="*/ 2 h 260"/>
                <a:gd name="T36" fmla="*/ 4 w 439"/>
                <a:gd name="T37" fmla="*/ 2 h 260"/>
                <a:gd name="T38" fmla="*/ 3 w 439"/>
                <a:gd name="T39" fmla="*/ 2 h 260"/>
                <a:gd name="T40" fmla="*/ 3 w 439"/>
                <a:gd name="T41" fmla="*/ 2 h 260"/>
                <a:gd name="T42" fmla="*/ 3 w 439"/>
                <a:gd name="T43" fmla="*/ 2 h 260"/>
                <a:gd name="T44" fmla="*/ 2 w 439"/>
                <a:gd name="T45" fmla="*/ 2 h 260"/>
                <a:gd name="T46" fmla="*/ 2 w 439"/>
                <a:gd name="T47" fmla="*/ 2 h 260"/>
                <a:gd name="T48" fmla="*/ 2 w 439"/>
                <a:gd name="T49" fmla="*/ 2 h 260"/>
                <a:gd name="T50" fmla="*/ 1 w 439"/>
                <a:gd name="T51" fmla="*/ 2 h 260"/>
                <a:gd name="T52" fmla="*/ 1 w 439"/>
                <a:gd name="T53" fmla="*/ 1 h 260"/>
                <a:gd name="T54" fmla="*/ 1 w 439"/>
                <a:gd name="T55" fmla="*/ 1 h 260"/>
                <a:gd name="T56" fmla="*/ 1 w 439"/>
                <a:gd name="T57" fmla="*/ 1 h 260"/>
                <a:gd name="T58" fmla="*/ 1 w 439"/>
                <a:gd name="T59" fmla="*/ 1 h 260"/>
                <a:gd name="T60" fmla="*/ 0 w 439"/>
                <a:gd name="T61" fmla="*/ 1 h 260"/>
                <a:gd name="T62" fmla="*/ 0 w 439"/>
                <a:gd name="T63" fmla="*/ 1 h 260"/>
                <a:gd name="T64" fmla="*/ 0 w 439"/>
                <a:gd name="T65" fmla="*/ 0 h 260"/>
                <a:gd name="T66" fmla="*/ 0 w 439"/>
                <a:gd name="T67" fmla="*/ 0 h 260"/>
                <a:gd name="T68" fmla="*/ 0 w 439"/>
                <a:gd name="T69" fmla="*/ 0 h 260"/>
                <a:gd name="T70" fmla="*/ 0 w 439"/>
                <a:gd name="T71" fmla="*/ 0 h 260"/>
                <a:gd name="T72" fmla="*/ 0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0" y="0"/>
                  </a:moveTo>
                  <a:lnTo>
                    <a:pt x="0" y="0"/>
                  </a:lnTo>
                  <a:lnTo>
                    <a:pt x="3" y="27"/>
                  </a:lnTo>
                  <a:lnTo>
                    <a:pt x="10" y="53"/>
                  </a:lnTo>
                  <a:lnTo>
                    <a:pt x="20" y="77"/>
                  </a:lnTo>
                  <a:lnTo>
                    <a:pt x="35" y="102"/>
                  </a:lnTo>
                  <a:lnTo>
                    <a:pt x="54" y="125"/>
                  </a:lnTo>
                  <a:lnTo>
                    <a:pt x="76" y="146"/>
                  </a:lnTo>
                  <a:lnTo>
                    <a:pt x="102" y="166"/>
                  </a:lnTo>
                  <a:lnTo>
                    <a:pt x="130" y="185"/>
                  </a:lnTo>
                  <a:lnTo>
                    <a:pt x="162" y="202"/>
                  </a:lnTo>
                  <a:lnTo>
                    <a:pt x="195" y="217"/>
                  </a:lnTo>
                  <a:lnTo>
                    <a:pt x="231" y="230"/>
                  </a:lnTo>
                  <a:lnTo>
                    <a:pt x="270" y="240"/>
                  </a:lnTo>
                  <a:lnTo>
                    <a:pt x="310" y="248"/>
                  </a:lnTo>
                  <a:lnTo>
                    <a:pt x="351" y="255"/>
                  </a:lnTo>
                  <a:lnTo>
                    <a:pt x="395" y="259"/>
                  </a:lnTo>
                  <a:lnTo>
                    <a:pt x="439" y="260"/>
                  </a:lnTo>
                  <a:lnTo>
                    <a:pt x="439" y="248"/>
                  </a:lnTo>
                  <a:lnTo>
                    <a:pt x="395" y="247"/>
                  </a:lnTo>
                  <a:lnTo>
                    <a:pt x="353" y="244"/>
                  </a:lnTo>
                  <a:lnTo>
                    <a:pt x="312" y="237"/>
                  </a:lnTo>
                  <a:lnTo>
                    <a:pt x="272" y="228"/>
                  </a:lnTo>
                  <a:lnTo>
                    <a:pt x="236" y="218"/>
                  </a:lnTo>
                  <a:lnTo>
                    <a:pt x="200" y="205"/>
                  </a:lnTo>
                  <a:lnTo>
                    <a:pt x="167" y="190"/>
                  </a:lnTo>
                  <a:lnTo>
                    <a:pt x="137" y="173"/>
                  </a:lnTo>
                  <a:lnTo>
                    <a:pt x="109" y="157"/>
                  </a:lnTo>
                  <a:lnTo>
                    <a:pt x="84" y="137"/>
                  </a:lnTo>
                  <a:lnTo>
                    <a:pt x="64" y="116"/>
                  </a:lnTo>
                  <a:lnTo>
                    <a:pt x="45" y="95"/>
                  </a:lnTo>
                  <a:lnTo>
                    <a:pt x="32" y="73"/>
                  </a:lnTo>
                  <a:lnTo>
                    <a:pt x="21" y="48"/>
                  </a:lnTo>
                  <a:lnTo>
                    <a:pt x="14" y="24"/>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6357" name="Freeform 53"/>
            <p:cNvSpPr>
              <a:spLocks/>
            </p:cNvSpPr>
            <p:nvPr/>
          </p:nvSpPr>
          <p:spPr bwMode="auto">
            <a:xfrm>
              <a:off x="1179" y="1588"/>
              <a:ext cx="88" cy="52"/>
            </a:xfrm>
            <a:custGeom>
              <a:avLst/>
              <a:gdLst>
                <a:gd name="T0" fmla="*/ 4 w 439"/>
                <a:gd name="T1" fmla="*/ 0 h 260"/>
                <a:gd name="T2" fmla="*/ 4 w 439"/>
                <a:gd name="T3" fmla="*/ 0 h 260"/>
                <a:gd name="T4" fmla="*/ 3 w 439"/>
                <a:gd name="T5" fmla="*/ 0 h 260"/>
                <a:gd name="T6" fmla="*/ 3 w 439"/>
                <a:gd name="T7" fmla="*/ 0 h 260"/>
                <a:gd name="T8" fmla="*/ 2 w 439"/>
                <a:gd name="T9" fmla="*/ 0 h 260"/>
                <a:gd name="T10" fmla="*/ 2 w 439"/>
                <a:gd name="T11" fmla="*/ 0 h 260"/>
                <a:gd name="T12" fmla="*/ 2 w 439"/>
                <a:gd name="T13" fmla="*/ 0 h 260"/>
                <a:gd name="T14" fmla="*/ 2 w 439"/>
                <a:gd name="T15" fmla="*/ 0 h 260"/>
                <a:gd name="T16" fmla="*/ 1 w 439"/>
                <a:gd name="T17" fmla="*/ 0 h 260"/>
                <a:gd name="T18" fmla="*/ 1 w 439"/>
                <a:gd name="T19" fmla="*/ 1 h 260"/>
                <a:gd name="T20" fmla="*/ 1 w 439"/>
                <a:gd name="T21" fmla="*/ 1 h 260"/>
                <a:gd name="T22" fmla="*/ 1 w 439"/>
                <a:gd name="T23" fmla="*/ 1 h 260"/>
                <a:gd name="T24" fmla="*/ 0 w 439"/>
                <a:gd name="T25" fmla="*/ 1 h 260"/>
                <a:gd name="T26" fmla="*/ 0 w 439"/>
                <a:gd name="T27" fmla="*/ 1 h 260"/>
                <a:gd name="T28" fmla="*/ 0 w 439"/>
                <a:gd name="T29" fmla="*/ 1 h 260"/>
                <a:gd name="T30" fmla="*/ 0 w 439"/>
                <a:gd name="T31" fmla="*/ 2 h 260"/>
                <a:gd name="T32" fmla="*/ 0 w 439"/>
                <a:gd name="T33" fmla="*/ 2 h 260"/>
                <a:gd name="T34" fmla="*/ 0 w 439"/>
                <a:gd name="T35" fmla="*/ 2 h 260"/>
                <a:gd name="T36" fmla="*/ 0 w 439"/>
                <a:gd name="T37" fmla="*/ 2 h 260"/>
                <a:gd name="T38" fmla="*/ 0 w 439"/>
                <a:gd name="T39" fmla="*/ 2 h 260"/>
                <a:gd name="T40" fmla="*/ 0 w 439"/>
                <a:gd name="T41" fmla="*/ 2 h 260"/>
                <a:gd name="T42" fmla="*/ 0 w 439"/>
                <a:gd name="T43" fmla="*/ 1 h 260"/>
                <a:gd name="T44" fmla="*/ 0 w 439"/>
                <a:gd name="T45" fmla="*/ 1 h 260"/>
                <a:gd name="T46" fmla="*/ 1 w 439"/>
                <a:gd name="T47" fmla="*/ 1 h 260"/>
                <a:gd name="T48" fmla="*/ 1 w 439"/>
                <a:gd name="T49" fmla="*/ 1 h 260"/>
                <a:gd name="T50" fmla="*/ 1 w 439"/>
                <a:gd name="T51" fmla="*/ 1 h 260"/>
                <a:gd name="T52" fmla="*/ 1 w 439"/>
                <a:gd name="T53" fmla="*/ 1 h 260"/>
                <a:gd name="T54" fmla="*/ 1 w 439"/>
                <a:gd name="T55" fmla="*/ 1 h 260"/>
                <a:gd name="T56" fmla="*/ 2 w 439"/>
                <a:gd name="T57" fmla="*/ 0 h 260"/>
                <a:gd name="T58" fmla="*/ 2 w 439"/>
                <a:gd name="T59" fmla="*/ 0 h 260"/>
                <a:gd name="T60" fmla="*/ 2 w 439"/>
                <a:gd name="T61" fmla="*/ 0 h 260"/>
                <a:gd name="T62" fmla="*/ 3 w 439"/>
                <a:gd name="T63" fmla="*/ 0 h 260"/>
                <a:gd name="T64" fmla="*/ 3 w 439"/>
                <a:gd name="T65" fmla="*/ 0 h 260"/>
                <a:gd name="T66" fmla="*/ 3 w 439"/>
                <a:gd name="T67" fmla="*/ 0 h 260"/>
                <a:gd name="T68" fmla="*/ 4 w 439"/>
                <a:gd name="T69" fmla="*/ 0 h 260"/>
                <a:gd name="T70" fmla="*/ 4 w 439"/>
                <a:gd name="T71" fmla="*/ 0 h 260"/>
                <a:gd name="T72" fmla="*/ 4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439" y="0"/>
                  </a:moveTo>
                  <a:lnTo>
                    <a:pt x="439" y="0"/>
                  </a:lnTo>
                  <a:lnTo>
                    <a:pt x="395" y="1"/>
                  </a:lnTo>
                  <a:lnTo>
                    <a:pt x="351" y="4"/>
                  </a:lnTo>
                  <a:lnTo>
                    <a:pt x="310" y="11"/>
                  </a:lnTo>
                  <a:lnTo>
                    <a:pt x="270" y="19"/>
                  </a:lnTo>
                  <a:lnTo>
                    <a:pt x="231" y="30"/>
                  </a:lnTo>
                  <a:lnTo>
                    <a:pt x="195" y="43"/>
                  </a:lnTo>
                  <a:lnTo>
                    <a:pt x="162" y="58"/>
                  </a:lnTo>
                  <a:lnTo>
                    <a:pt x="130" y="73"/>
                  </a:lnTo>
                  <a:lnTo>
                    <a:pt x="102" y="93"/>
                  </a:lnTo>
                  <a:lnTo>
                    <a:pt x="76" y="113"/>
                  </a:lnTo>
                  <a:lnTo>
                    <a:pt x="54" y="133"/>
                  </a:lnTo>
                  <a:lnTo>
                    <a:pt x="35" y="157"/>
                  </a:lnTo>
                  <a:lnTo>
                    <a:pt x="20" y="181"/>
                  </a:lnTo>
                  <a:lnTo>
                    <a:pt x="10" y="206"/>
                  </a:lnTo>
                  <a:lnTo>
                    <a:pt x="3" y="233"/>
                  </a:lnTo>
                  <a:lnTo>
                    <a:pt x="0" y="260"/>
                  </a:lnTo>
                  <a:lnTo>
                    <a:pt x="12" y="260"/>
                  </a:lnTo>
                  <a:lnTo>
                    <a:pt x="14" y="235"/>
                  </a:lnTo>
                  <a:lnTo>
                    <a:pt x="21" y="211"/>
                  </a:lnTo>
                  <a:lnTo>
                    <a:pt x="32" y="186"/>
                  </a:lnTo>
                  <a:lnTo>
                    <a:pt x="45" y="164"/>
                  </a:lnTo>
                  <a:lnTo>
                    <a:pt x="64" y="143"/>
                  </a:lnTo>
                  <a:lnTo>
                    <a:pt x="84" y="123"/>
                  </a:lnTo>
                  <a:lnTo>
                    <a:pt x="109" y="103"/>
                  </a:lnTo>
                  <a:lnTo>
                    <a:pt x="137" y="85"/>
                  </a:lnTo>
                  <a:lnTo>
                    <a:pt x="167" y="70"/>
                  </a:lnTo>
                  <a:lnTo>
                    <a:pt x="200" y="55"/>
                  </a:lnTo>
                  <a:lnTo>
                    <a:pt x="236" y="42"/>
                  </a:lnTo>
                  <a:lnTo>
                    <a:pt x="272" y="31"/>
                  </a:lnTo>
                  <a:lnTo>
                    <a:pt x="312" y="23"/>
                  </a:lnTo>
                  <a:lnTo>
                    <a:pt x="353" y="16"/>
                  </a:lnTo>
                  <a:lnTo>
                    <a:pt x="395" y="12"/>
                  </a:lnTo>
                  <a:lnTo>
                    <a:pt x="439" y="11"/>
                  </a:lnTo>
                  <a:lnTo>
                    <a:pt x="439"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6358" name="Freeform 54"/>
            <p:cNvSpPr>
              <a:spLocks/>
            </p:cNvSpPr>
            <p:nvPr/>
          </p:nvSpPr>
          <p:spPr bwMode="auto">
            <a:xfrm>
              <a:off x="964" y="1745"/>
              <a:ext cx="48" cy="85"/>
            </a:xfrm>
            <a:custGeom>
              <a:avLst/>
              <a:gdLst>
                <a:gd name="T0" fmla="*/ 2 w 244"/>
                <a:gd name="T1" fmla="*/ 3 h 426"/>
                <a:gd name="T2" fmla="*/ 2 w 244"/>
                <a:gd name="T3" fmla="*/ 3 h 426"/>
                <a:gd name="T4" fmla="*/ 2 w 244"/>
                <a:gd name="T5" fmla="*/ 3 h 426"/>
                <a:gd name="T6" fmla="*/ 2 w 244"/>
                <a:gd name="T7" fmla="*/ 3 h 426"/>
                <a:gd name="T8" fmla="*/ 2 w 244"/>
                <a:gd name="T9" fmla="*/ 2 h 426"/>
                <a:gd name="T10" fmla="*/ 2 w 244"/>
                <a:gd name="T11" fmla="*/ 2 h 426"/>
                <a:gd name="T12" fmla="*/ 2 w 244"/>
                <a:gd name="T13" fmla="*/ 2 h 426"/>
                <a:gd name="T14" fmla="*/ 2 w 244"/>
                <a:gd name="T15" fmla="*/ 2 h 426"/>
                <a:gd name="T16" fmla="*/ 1 w 244"/>
                <a:gd name="T17" fmla="*/ 1 h 426"/>
                <a:gd name="T18" fmla="*/ 1 w 244"/>
                <a:gd name="T19" fmla="*/ 1 h 426"/>
                <a:gd name="T20" fmla="*/ 1 w 244"/>
                <a:gd name="T21" fmla="*/ 1 h 426"/>
                <a:gd name="T22" fmla="*/ 1 w 244"/>
                <a:gd name="T23" fmla="*/ 1 h 426"/>
                <a:gd name="T24" fmla="*/ 1 w 244"/>
                <a:gd name="T25" fmla="*/ 0 h 426"/>
                <a:gd name="T26" fmla="*/ 1 w 244"/>
                <a:gd name="T27" fmla="*/ 0 h 426"/>
                <a:gd name="T28" fmla="*/ 1 w 244"/>
                <a:gd name="T29" fmla="*/ 0 h 426"/>
                <a:gd name="T30" fmla="*/ 0 w 244"/>
                <a:gd name="T31" fmla="*/ 0 h 426"/>
                <a:gd name="T32" fmla="*/ 0 w 244"/>
                <a:gd name="T33" fmla="*/ 0 h 426"/>
                <a:gd name="T34" fmla="*/ 0 w 244"/>
                <a:gd name="T35" fmla="*/ 0 h 426"/>
                <a:gd name="T36" fmla="*/ 0 w 244"/>
                <a:gd name="T37" fmla="*/ 0 h 426"/>
                <a:gd name="T38" fmla="*/ 0 w 244"/>
                <a:gd name="T39" fmla="*/ 0 h 426"/>
                <a:gd name="T40" fmla="*/ 0 w 244"/>
                <a:gd name="T41" fmla="*/ 0 h 426"/>
                <a:gd name="T42" fmla="*/ 1 w 244"/>
                <a:gd name="T43" fmla="*/ 0 h 426"/>
                <a:gd name="T44" fmla="*/ 1 w 244"/>
                <a:gd name="T45" fmla="*/ 0 h 426"/>
                <a:gd name="T46" fmla="*/ 1 w 244"/>
                <a:gd name="T47" fmla="*/ 0 h 426"/>
                <a:gd name="T48" fmla="*/ 1 w 244"/>
                <a:gd name="T49" fmla="*/ 1 h 426"/>
                <a:gd name="T50" fmla="*/ 1 w 244"/>
                <a:gd name="T51" fmla="*/ 1 h 426"/>
                <a:gd name="T52" fmla="*/ 1 w 244"/>
                <a:gd name="T53" fmla="*/ 1 h 426"/>
                <a:gd name="T54" fmla="*/ 1 w 244"/>
                <a:gd name="T55" fmla="*/ 1 h 426"/>
                <a:gd name="T56" fmla="*/ 1 w 244"/>
                <a:gd name="T57" fmla="*/ 2 h 426"/>
                <a:gd name="T58" fmla="*/ 2 w 244"/>
                <a:gd name="T59" fmla="*/ 2 h 426"/>
                <a:gd name="T60" fmla="*/ 2 w 244"/>
                <a:gd name="T61" fmla="*/ 2 h 426"/>
                <a:gd name="T62" fmla="*/ 2 w 244"/>
                <a:gd name="T63" fmla="*/ 2 h 426"/>
                <a:gd name="T64" fmla="*/ 2 w 244"/>
                <a:gd name="T65" fmla="*/ 3 h 426"/>
                <a:gd name="T66" fmla="*/ 2 w 244"/>
                <a:gd name="T67" fmla="*/ 3 h 426"/>
                <a:gd name="T68" fmla="*/ 2 w 244"/>
                <a:gd name="T69" fmla="*/ 3 h 426"/>
                <a:gd name="T70" fmla="*/ 2 w 244"/>
                <a:gd name="T71" fmla="*/ 3 h 426"/>
                <a:gd name="T72" fmla="*/ 2 w 244"/>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6"/>
                <a:gd name="T113" fmla="*/ 244 w 244"/>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6">
                  <a:moveTo>
                    <a:pt x="244" y="426"/>
                  </a:moveTo>
                  <a:lnTo>
                    <a:pt x="244" y="426"/>
                  </a:lnTo>
                  <a:lnTo>
                    <a:pt x="243" y="383"/>
                  </a:lnTo>
                  <a:lnTo>
                    <a:pt x="240" y="340"/>
                  </a:lnTo>
                  <a:lnTo>
                    <a:pt x="234" y="300"/>
                  </a:lnTo>
                  <a:lnTo>
                    <a:pt x="226" y="262"/>
                  </a:lnTo>
                  <a:lnTo>
                    <a:pt x="215" y="224"/>
                  </a:lnTo>
                  <a:lnTo>
                    <a:pt x="203" y="189"/>
                  </a:lnTo>
                  <a:lnTo>
                    <a:pt x="189" y="157"/>
                  </a:lnTo>
                  <a:lnTo>
                    <a:pt x="174" y="126"/>
                  </a:lnTo>
                  <a:lnTo>
                    <a:pt x="155" y="99"/>
                  </a:lnTo>
                  <a:lnTo>
                    <a:pt x="138" y="74"/>
                  </a:lnTo>
                  <a:lnTo>
                    <a:pt x="118" y="52"/>
                  </a:lnTo>
                  <a:lnTo>
                    <a:pt x="96" y="34"/>
                  </a:lnTo>
                  <a:lnTo>
                    <a:pt x="73" y="19"/>
                  </a:lnTo>
                  <a:lnTo>
                    <a:pt x="50" y="8"/>
                  </a:lnTo>
                  <a:lnTo>
                    <a:pt x="25" y="2"/>
                  </a:lnTo>
                  <a:lnTo>
                    <a:pt x="0" y="0"/>
                  </a:lnTo>
                  <a:lnTo>
                    <a:pt x="0" y="12"/>
                  </a:lnTo>
                  <a:lnTo>
                    <a:pt x="23" y="14"/>
                  </a:lnTo>
                  <a:lnTo>
                    <a:pt x="45" y="20"/>
                  </a:lnTo>
                  <a:lnTo>
                    <a:pt x="66" y="31"/>
                  </a:lnTo>
                  <a:lnTo>
                    <a:pt x="89" y="43"/>
                  </a:lnTo>
                  <a:lnTo>
                    <a:pt x="109" y="61"/>
                  </a:lnTo>
                  <a:lnTo>
                    <a:pt x="129" y="81"/>
                  </a:lnTo>
                  <a:lnTo>
                    <a:pt x="146" y="106"/>
                  </a:lnTo>
                  <a:lnTo>
                    <a:pt x="162" y="133"/>
                  </a:lnTo>
                  <a:lnTo>
                    <a:pt x="178" y="162"/>
                  </a:lnTo>
                  <a:lnTo>
                    <a:pt x="192" y="194"/>
                  </a:lnTo>
                  <a:lnTo>
                    <a:pt x="203" y="229"/>
                  </a:lnTo>
                  <a:lnTo>
                    <a:pt x="214" y="264"/>
                  </a:lnTo>
                  <a:lnTo>
                    <a:pt x="222" y="303"/>
                  </a:lnTo>
                  <a:lnTo>
                    <a:pt x="228" y="342"/>
                  </a:lnTo>
                  <a:lnTo>
                    <a:pt x="232" y="383"/>
                  </a:lnTo>
                  <a:lnTo>
                    <a:pt x="233" y="426"/>
                  </a:lnTo>
                  <a:lnTo>
                    <a:pt x="244"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6359" name="Freeform 55"/>
            <p:cNvSpPr>
              <a:spLocks/>
            </p:cNvSpPr>
            <p:nvPr/>
          </p:nvSpPr>
          <p:spPr bwMode="auto">
            <a:xfrm>
              <a:off x="964" y="1830"/>
              <a:ext cx="48" cy="85"/>
            </a:xfrm>
            <a:custGeom>
              <a:avLst/>
              <a:gdLst>
                <a:gd name="T0" fmla="*/ 0 w 244"/>
                <a:gd name="T1" fmla="*/ 3 h 424"/>
                <a:gd name="T2" fmla="*/ 0 w 244"/>
                <a:gd name="T3" fmla="*/ 3 h 424"/>
                <a:gd name="T4" fmla="*/ 0 w 244"/>
                <a:gd name="T5" fmla="*/ 3 h 424"/>
                <a:gd name="T6" fmla="*/ 0 w 244"/>
                <a:gd name="T7" fmla="*/ 3 h 424"/>
                <a:gd name="T8" fmla="*/ 1 w 244"/>
                <a:gd name="T9" fmla="*/ 3 h 424"/>
                <a:gd name="T10" fmla="*/ 1 w 244"/>
                <a:gd name="T11" fmla="*/ 3 h 424"/>
                <a:gd name="T12" fmla="*/ 1 w 244"/>
                <a:gd name="T13" fmla="*/ 3 h 424"/>
                <a:gd name="T14" fmla="*/ 1 w 244"/>
                <a:gd name="T15" fmla="*/ 3 h 424"/>
                <a:gd name="T16" fmla="*/ 1 w 244"/>
                <a:gd name="T17" fmla="*/ 3 h 424"/>
                <a:gd name="T18" fmla="*/ 1 w 244"/>
                <a:gd name="T19" fmla="*/ 2 h 424"/>
                <a:gd name="T20" fmla="*/ 1 w 244"/>
                <a:gd name="T21" fmla="*/ 2 h 424"/>
                <a:gd name="T22" fmla="*/ 2 w 244"/>
                <a:gd name="T23" fmla="*/ 2 h 424"/>
                <a:gd name="T24" fmla="*/ 2 w 244"/>
                <a:gd name="T25" fmla="*/ 2 h 424"/>
                <a:gd name="T26" fmla="*/ 2 w 244"/>
                <a:gd name="T27" fmla="*/ 1 h 424"/>
                <a:gd name="T28" fmla="*/ 2 w 244"/>
                <a:gd name="T29" fmla="*/ 1 h 424"/>
                <a:gd name="T30" fmla="*/ 2 w 244"/>
                <a:gd name="T31" fmla="*/ 1 h 424"/>
                <a:gd name="T32" fmla="*/ 2 w 244"/>
                <a:gd name="T33" fmla="*/ 0 h 424"/>
                <a:gd name="T34" fmla="*/ 2 w 244"/>
                <a:gd name="T35" fmla="*/ 0 h 424"/>
                <a:gd name="T36" fmla="*/ 2 w 244"/>
                <a:gd name="T37" fmla="*/ 0 h 424"/>
                <a:gd name="T38" fmla="*/ 2 w 244"/>
                <a:gd name="T39" fmla="*/ 0 h 424"/>
                <a:gd name="T40" fmla="*/ 2 w 244"/>
                <a:gd name="T41" fmla="*/ 1 h 424"/>
                <a:gd name="T42" fmla="*/ 2 w 244"/>
                <a:gd name="T43" fmla="*/ 1 h 424"/>
                <a:gd name="T44" fmla="*/ 2 w 244"/>
                <a:gd name="T45" fmla="*/ 1 h 424"/>
                <a:gd name="T46" fmla="*/ 2 w 244"/>
                <a:gd name="T47" fmla="*/ 2 h 424"/>
                <a:gd name="T48" fmla="*/ 1 w 244"/>
                <a:gd name="T49" fmla="*/ 2 h 424"/>
                <a:gd name="T50" fmla="*/ 1 w 244"/>
                <a:gd name="T51" fmla="*/ 2 h 424"/>
                <a:gd name="T52" fmla="*/ 1 w 244"/>
                <a:gd name="T53" fmla="*/ 2 h 424"/>
                <a:gd name="T54" fmla="*/ 1 w 244"/>
                <a:gd name="T55" fmla="*/ 3 h 424"/>
                <a:gd name="T56" fmla="*/ 1 w 244"/>
                <a:gd name="T57" fmla="*/ 3 h 424"/>
                <a:gd name="T58" fmla="*/ 1 w 244"/>
                <a:gd name="T59" fmla="*/ 3 h 424"/>
                <a:gd name="T60" fmla="*/ 1 w 244"/>
                <a:gd name="T61" fmla="*/ 3 h 424"/>
                <a:gd name="T62" fmla="*/ 1 w 244"/>
                <a:gd name="T63" fmla="*/ 3 h 424"/>
                <a:gd name="T64" fmla="*/ 0 w 244"/>
                <a:gd name="T65" fmla="*/ 3 h 424"/>
                <a:gd name="T66" fmla="*/ 0 w 244"/>
                <a:gd name="T67" fmla="*/ 3 h 424"/>
                <a:gd name="T68" fmla="*/ 0 w 244"/>
                <a:gd name="T69" fmla="*/ 3 h 424"/>
                <a:gd name="T70" fmla="*/ 0 w 244"/>
                <a:gd name="T71" fmla="*/ 3 h 424"/>
                <a:gd name="T72" fmla="*/ 0 w 244"/>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4"/>
                <a:gd name="T113" fmla="*/ 244 w 244"/>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4">
                  <a:moveTo>
                    <a:pt x="0" y="424"/>
                  </a:moveTo>
                  <a:lnTo>
                    <a:pt x="0" y="424"/>
                  </a:lnTo>
                  <a:lnTo>
                    <a:pt x="25" y="422"/>
                  </a:lnTo>
                  <a:lnTo>
                    <a:pt x="50" y="416"/>
                  </a:lnTo>
                  <a:lnTo>
                    <a:pt x="73" y="405"/>
                  </a:lnTo>
                  <a:lnTo>
                    <a:pt x="96" y="390"/>
                  </a:lnTo>
                  <a:lnTo>
                    <a:pt x="118" y="373"/>
                  </a:lnTo>
                  <a:lnTo>
                    <a:pt x="138" y="350"/>
                  </a:lnTo>
                  <a:lnTo>
                    <a:pt x="155" y="326"/>
                  </a:lnTo>
                  <a:lnTo>
                    <a:pt x="173" y="299"/>
                  </a:lnTo>
                  <a:lnTo>
                    <a:pt x="189" y="268"/>
                  </a:lnTo>
                  <a:lnTo>
                    <a:pt x="203" y="235"/>
                  </a:lnTo>
                  <a:lnTo>
                    <a:pt x="215" y="201"/>
                  </a:lnTo>
                  <a:lnTo>
                    <a:pt x="226" y="163"/>
                  </a:lnTo>
                  <a:lnTo>
                    <a:pt x="234" y="125"/>
                  </a:lnTo>
                  <a:lnTo>
                    <a:pt x="240" y="85"/>
                  </a:lnTo>
                  <a:lnTo>
                    <a:pt x="243" y="42"/>
                  </a:lnTo>
                  <a:lnTo>
                    <a:pt x="244" y="0"/>
                  </a:lnTo>
                  <a:lnTo>
                    <a:pt x="233" y="0"/>
                  </a:lnTo>
                  <a:lnTo>
                    <a:pt x="232" y="42"/>
                  </a:lnTo>
                  <a:lnTo>
                    <a:pt x="228" y="83"/>
                  </a:lnTo>
                  <a:lnTo>
                    <a:pt x="222" y="123"/>
                  </a:lnTo>
                  <a:lnTo>
                    <a:pt x="214" y="160"/>
                  </a:lnTo>
                  <a:lnTo>
                    <a:pt x="203" y="197"/>
                  </a:lnTo>
                  <a:lnTo>
                    <a:pt x="192" y="231"/>
                  </a:lnTo>
                  <a:lnTo>
                    <a:pt x="178" y="263"/>
                  </a:lnTo>
                  <a:lnTo>
                    <a:pt x="164" y="292"/>
                  </a:lnTo>
                  <a:lnTo>
                    <a:pt x="146" y="319"/>
                  </a:lnTo>
                  <a:lnTo>
                    <a:pt x="129" y="343"/>
                  </a:lnTo>
                  <a:lnTo>
                    <a:pt x="109" y="363"/>
                  </a:lnTo>
                  <a:lnTo>
                    <a:pt x="89" y="381"/>
                  </a:lnTo>
                  <a:lnTo>
                    <a:pt x="66" y="394"/>
                  </a:lnTo>
                  <a:lnTo>
                    <a:pt x="45" y="404"/>
                  </a:lnTo>
                  <a:lnTo>
                    <a:pt x="23" y="410"/>
                  </a:lnTo>
                  <a:lnTo>
                    <a:pt x="0" y="412"/>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6360" name="Freeform 56"/>
            <p:cNvSpPr>
              <a:spLocks/>
            </p:cNvSpPr>
            <p:nvPr/>
          </p:nvSpPr>
          <p:spPr bwMode="auto">
            <a:xfrm>
              <a:off x="915" y="1830"/>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1" y="42"/>
                  </a:lnTo>
                  <a:lnTo>
                    <a:pt x="4" y="85"/>
                  </a:lnTo>
                  <a:lnTo>
                    <a:pt x="10" y="125"/>
                  </a:lnTo>
                  <a:lnTo>
                    <a:pt x="19" y="163"/>
                  </a:lnTo>
                  <a:lnTo>
                    <a:pt x="29" y="201"/>
                  </a:lnTo>
                  <a:lnTo>
                    <a:pt x="41" y="235"/>
                  </a:lnTo>
                  <a:lnTo>
                    <a:pt x="55" y="268"/>
                  </a:lnTo>
                  <a:lnTo>
                    <a:pt x="71" y="299"/>
                  </a:lnTo>
                  <a:lnTo>
                    <a:pt x="89" y="326"/>
                  </a:lnTo>
                  <a:lnTo>
                    <a:pt x="106" y="350"/>
                  </a:lnTo>
                  <a:lnTo>
                    <a:pt x="126" y="373"/>
                  </a:lnTo>
                  <a:lnTo>
                    <a:pt x="149" y="390"/>
                  </a:lnTo>
                  <a:lnTo>
                    <a:pt x="171" y="405"/>
                  </a:lnTo>
                  <a:lnTo>
                    <a:pt x="194" y="416"/>
                  </a:lnTo>
                  <a:lnTo>
                    <a:pt x="219" y="422"/>
                  </a:lnTo>
                  <a:lnTo>
                    <a:pt x="245" y="424"/>
                  </a:lnTo>
                  <a:lnTo>
                    <a:pt x="245" y="412"/>
                  </a:lnTo>
                  <a:lnTo>
                    <a:pt x="221" y="410"/>
                  </a:lnTo>
                  <a:lnTo>
                    <a:pt x="199" y="404"/>
                  </a:lnTo>
                  <a:lnTo>
                    <a:pt x="178" y="394"/>
                  </a:lnTo>
                  <a:lnTo>
                    <a:pt x="156" y="381"/>
                  </a:lnTo>
                  <a:lnTo>
                    <a:pt x="136" y="363"/>
                  </a:lnTo>
                  <a:lnTo>
                    <a:pt x="116" y="343"/>
                  </a:lnTo>
                  <a:lnTo>
                    <a:pt x="98" y="319"/>
                  </a:lnTo>
                  <a:lnTo>
                    <a:pt x="81" y="292"/>
                  </a:lnTo>
                  <a:lnTo>
                    <a:pt x="67" y="263"/>
                  </a:lnTo>
                  <a:lnTo>
                    <a:pt x="52" y="231"/>
                  </a:lnTo>
                  <a:lnTo>
                    <a:pt x="41" y="197"/>
                  </a:lnTo>
                  <a:lnTo>
                    <a:pt x="30" y="160"/>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6361" name="Freeform 57"/>
            <p:cNvSpPr>
              <a:spLocks/>
            </p:cNvSpPr>
            <p:nvPr/>
          </p:nvSpPr>
          <p:spPr bwMode="auto">
            <a:xfrm>
              <a:off x="915" y="1745"/>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0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19" y="2"/>
                  </a:lnTo>
                  <a:lnTo>
                    <a:pt x="194" y="8"/>
                  </a:lnTo>
                  <a:lnTo>
                    <a:pt x="171" y="19"/>
                  </a:lnTo>
                  <a:lnTo>
                    <a:pt x="149" y="34"/>
                  </a:lnTo>
                  <a:lnTo>
                    <a:pt x="126" y="52"/>
                  </a:lnTo>
                  <a:lnTo>
                    <a:pt x="106" y="74"/>
                  </a:lnTo>
                  <a:lnTo>
                    <a:pt x="89" y="99"/>
                  </a:lnTo>
                  <a:lnTo>
                    <a:pt x="70" y="126"/>
                  </a:lnTo>
                  <a:lnTo>
                    <a:pt x="55" y="157"/>
                  </a:lnTo>
                  <a:lnTo>
                    <a:pt x="41" y="189"/>
                  </a:lnTo>
                  <a:lnTo>
                    <a:pt x="29" y="224"/>
                  </a:lnTo>
                  <a:lnTo>
                    <a:pt x="19" y="262"/>
                  </a:lnTo>
                  <a:lnTo>
                    <a:pt x="10" y="300"/>
                  </a:lnTo>
                  <a:lnTo>
                    <a:pt x="4" y="340"/>
                  </a:lnTo>
                  <a:lnTo>
                    <a:pt x="1" y="383"/>
                  </a:lnTo>
                  <a:lnTo>
                    <a:pt x="0" y="426"/>
                  </a:lnTo>
                  <a:lnTo>
                    <a:pt x="11" y="426"/>
                  </a:lnTo>
                  <a:lnTo>
                    <a:pt x="13" y="383"/>
                  </a:lnTo>
                  <a:lnTo>
                    <a:pt x="16" y="342"/>
                  </a:lnTo>
                  <a:lnTo>
                    <a:pt x="22" y="303"/>
                  </a:lnTo>
                  <a:lnTo>
                    <a:pt x="30" y="264"/>
                  </a:lnTo>
                  <a:lnTo>
                    <a:pt x="41" y="229"/>
                  </a:lnTo>
                  <a:lnTo>
                    <a:pt x="52" y="194"/>
                  </a:lnTo>
                  <a:lnTo>
                    <a:pt x="67" y="162"/>
                  </a:lnTo>
                  <a:lnTo>
                    <a:pt x="82" y="133"/>
                  </a:lnTo>
                  <a:lnTo>
                    <a:pt x="98" y="106"/>
                  </a:lnTo>
                  <a:lnTo>
                    <a:pt x="116" y="81"/>
                  </a:lnTo>
                  <a:lnTo>
                    <a:pt x="136" y="61"/>
                  </a:lnTo>
                  <a:lnTo>
                    <a:pt x="156" y="43"/>
                  </a:lnTo>
                  <a:lnTo>
                    <a:pt x="178" y="31"/>
                  </a:lnTo>
                  <a:lnTo>
                    <a:pt x="199" y="20"/>
                  </a:lnTo>
                  <a:lnTo>
                    <a:pt x="221"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6362" name="Freeform 58"/>
            <p:cNvSpPr>
              <a:spLocks/>
            </p:cNvSpPr>
            <p:nvPr/>
          </p:nvSpPr>
          <p:spPr bwMode="auto">
            <a:xfrm>
              <a:off x="1140" y="2087"/>
              <a:ext cx="49" cy="85"/>
            </a:xfrm>
            <a:custGeom>
              <a:avLst/>
              <a:gdLst>
                <a:gd name="T0" fmla="*/ 2 w 246"/>
                <a:gd name="T1" fmla="*/ 3 h 424"/>
                <a:gd name="T2" fmla="*/ 2 w 246"/>
                <a:gd name="T3" fmla="*/ 3 h 424"/>
                <a:gd name="T4" fmla="*/ 2 w 246"/>
                <a:gd name="T5" fmla="*/ 3 h 424"/>
                <a:gd name="T6" fmla="*/ 2 w 246"/>
                <a:gd name="T7" fmla="*/ 3 h 424"/>
                <a:gd name="T8" fmla="*/ 2 w 246"/>
                <a:gd name="T9" fmla="*/ 2 h 424"/>
                <a:gd name="T10" fmla="*/ 2 w 246"/>
                <a:gd name="T11" fmla="*/ 2 h 424"/>
                <a:gd name="T12" fmla="*/ 2 w 246"/>
                <a:gd name="T13" fmla="*/ 2 h 424"/>
                <a:gd name="T14" fmla="*/ 2 w 246"/>
                <a:gd name="T15" fmla="*/ 2 h 424"/>
                <a:gd name="T16" fmla="*/ 2 w 246"/>
                <a:gd name="T17" fmla="*/ 1 h 424"/>
                <a:gd name="T18" fmla="*/ 1 w 246"/>
                <a:gd name="T19" fmla="*/ 1 h 424"/>
                <a:gd name="T20" fmla="*/ 1 w 246"/>
                <a:gd name="T21" fmla="*/ 1 h 424"/>
                <a:gd name="T22" fmla="*/ 1 w 246"/>
                <a:gd name="T23" fmla="*/ 1 h 424"/>
                <a:gd name="T24" fmla="*/ 1 w 246"/>
                <a:gd name="T25" fmla="*/ 0 h 424"/>
                <a:gd name="T26" fmla="*/ 1 w 246"/>
                <a:gd name="T27" fmla="*/ 0 h 424"/>
                <a:gd name="T28" fmla="*/ 1 w 246"/>
                <a:gd name="T29" fmla="*/ 0 h 424"/>
                <a:gd name="T30" fmla="*/ 0 w 246"/>
                <a:gd name="T31" fmla="*/ 0 h 424"/>
                <a:gd name="T32" fmla="*/ 0 w 246"/>
                <a:gd name="T33" fmla="*/ 0 h 424"/>
                <a:gd name="T34" fmla="*/ 0 w 246"/>
                <a:gd name="T35" fmla="*/ 0 h 424"/>
                <a:gd name="T36" fmla="*/ 0 w 246"/>
                <a:gd name="T37" fmla="*/ 0 h 424"/>
                <a:gd name="T38" fmla="*/ 0 w 246"/>
                <a:gd name="T39" fmla="*/ 0 h 424"/>
                <a:gd name="T40" fmla="*/ 0 w 246"/>
                <a:gd name="T41" fmla="*/ 0 h 424"/>
                <a:gd name="T42" fmla="*/ 1 w 246"/>
                <a:gd name="T43" fmla="*/ 0 h 424"/>
                <a:gd name="T44" fmla="*/ 1 w 246"/>
                <a:gd name="T45" fmla="*/ 0 h 424"/>
                <a:gd name="T46" fmla="*/ 1 w 246"/>
                <a:gd name="T47" fmla="*/ 0 h 424"/>
                <a:gd name="T48" fmla="*/ 1 w 246"/>
                <a:gd name="T49" fmla="*/ 1 h 424"/>
                <a:gd name="T50" fmla="*/ 1 w 246"/>
                <a:gd name="T51" fmla="*/ 1 h 424"/>
                <a:gd name="T52" fmla="*/ 1 w 246"/>
                <a:gd name="T53" fmla="*/ 1 h 424"/>
                <a:gd name="T54" fmla="*/ 1 w 246"/>
                <a:gd name="T55" fmla="*/ 1 h 424"/>
                <a:gd name="T56" fmla="*/ 2 w 246"/>
                <a:gd name="T57" fmla="*/ 2 h 424"/>
                <a:gd name="T58" fmla="*/ 2 w 246"/>
                <a:gd name="T59" fmla="*/ 2 h 424"/>
                <a:gd name="T60" fmla="*/ 2 w 246"/>
                <a:gd name="T61" fmla="*/ 2 h 424"/>
                <a:gd name="T62" fmla="*/ 2 w 246"/>
                <a:gd name="T63" fmla="*/ 2 h 424"/>
                <a:gd name="T64" fmla="*/ 2 w 246"/>
                <a:gd name="T65" fmla="*/ 3 h 424"/>
                <a:gd name="T66" fmla="*/ 2 w 246"/>
                <a:gd name="T67" fmla="*/ 3 h 424"/>
                <a:gd name="T68" fmla="*/ 2 w 246"/>
                <a:gd name="T69" fmla="*/ 3 h 424"/>
                <a:gd name="T70" fmla="*/ 2 w 246"/>
                <a:gd name="T71" fmla="*/ 3 h 424"/>
                <a:gd name="T72" fmla="*/ 2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424"/>
                  </a:moveTo>
                  <a:lnTo>
                    <a:pt x="246" y="424"/>
                  </a:lnTo>
                  <a:lnTo>
                    <a:pt x="244" y="382"/>
                  </a:lnTo>
                  <a:lnTo>
                    <a:pt x="241" y="338"/>
                  </a:lnTo>
                  <a:lnTo>
                    <a:pt x="235" y="298"/>
                  </a:lnTo>
                  <a:lnTo>
                    <a:pt x="227" y="261"/>
                  </a:lnTo>
                  <a:lnTo>
                    <a:pt x="216" y="222"/>
                  </a:lnTo>
                  <a:lnTo>
                    <a:pt x="205" y="188"/>
                  </a:lnTo>
                  <a:lnTo>
                    <a:pt x="190" y="155"/>
                  </a:lnTo>
                  <a:lnTo>
                    <a:pt x="174" y="125"/>
                  </a:lnTo>
                  <a:lnTo>
                    <a:pt x="157" y="98"/>
                  </a:lnTo>
                  <a:lnTo>
                    <a:pt x="138" y="73"/>
                  </a:lnTo>
                  <a:lnTo>
                    <a:pt x="118" y="51"/>
                  </a:lnTo>
                  <a:lnTo>
                    <a:pt x="96" y="34"/>
                  </a:lnTo>
                  <a:lnTo>
                    <a:pt x="74" y="18"/>
                  </a:lnTo>
                  <a:lnTo>
                    <a:pt x="50" y="8"/>
                  </a:lnTo>
                  <a:lnTo>
                    <a:pt x="25" y="2"/>
                  </a:lnTo>
                  <a:lnTo>
                    <a:pt x="0" y="0"/>
                  </a:lnTo>
                  <a:lnTo>
                    <a:pt x="0" y="11"/>
                  </a:lnTo>
                  <a:lnTo>
                    <a:pt x="23" y="14"/>
                  </a:lnTo>
                  <a:lnTo>
                    <a:pt x="45" y="19"/>
                  </a:lnTo>
                  <a:lnTo>
                    <a:pt x="67" y="30"/>
                  </a:lnTo>
                  <a:lnTo>
                    <a:pt x="89" y="43"/>
                  </a:lnTo>
                  <a:lnTo>
                    <a:pt x="108" y="60"/>
                  </a:lnTo>
                  <a:lnTo>
                    <a:pt x="128" y="80"/>
                  </a:lnTo>
                  <a:lnTo>
                    <a:pt x="147" y="105"/>
                  </a:lnTo>
                  <a:lnTo>
                    <a:pt x="165" y="132"/>
                  </a:lnTo>
                  <a:lnTo>
                    <a:pt x="179" y="160"/>
                  </a:lnTo>
                  <a:lnTo>
                    <a:pt x="193" y="193"/>
                  </a:lnTo>
                  <a:lnTo>
                    <a:pt x="205" y="227"/>
                  </a:lnTo>
                  <a:lnTo>
                    <a:pt x="215" y="263"/>
                  </a:lnTo>
                  <a:lnTo>
                    <a:pt x="223" y="301"/>
                  </a:lnTo>
                  <a:lnTo>
                    <a:pt x="229" y="341"/>
                  </a:lnTo>
                  <a:lnTo>
                    <a:pt x="233" y="382"/>
                  </a:lnTo>
                  <a:lnTo>
                    <a:pt x="234" y="424"/>
                  </a:lnTo>
                  <a:lnTo>
                    <a:pt x="246"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6363" name="Freeform 59"/>
            <p:cNvSpPr>
              <a:spLocks/>
            </p:cNvSpPr>
            <p:nvPr/>
          </p:nvSpPr>
          <p:spPr bwMode="auto">
            <a:xfrm>
              <a:off x="1140" y="2172"/>
              <a:ext cx="49" cy="85"/>
            </a:xfrm>
            <a:custGeom>
              <a:avLst/>
              <a:gdLst>
                <a:gd name="T0" fmla="*/ 0 w 246"/>
                <a:gd name="T1" fmla="*/ 3 h 426"/>
                <a:gd name="T2" fmla="*/ 0 w 246"/>
                <a:gd name="T3" fmla="*/ 3 h 426"/>
                <a:gd name="T4" fmla="*/ 0 w 246"/>
                <a:gd name="T5" fmla="*/ 3 h 426"/>
                <a:gd name="T6" fmla="*/ 0 w 246"/>
                <a:gd name="T7" fmla="*/ 3 h 426"/>
                <a:gd name="T8" fmla="*/ 1 w 246"/>
                <a:gd name="T9" fmla="*/ 3 h 426"/>
                <a:gd name="T10" fmla="*/ 1 w 246"/>
                <a:gd name="T11" fmla="*/ 3 h 426"/>
                <a:gd name="T12" fmla="*/ 1 w 246"/>
                <a:gd name="T13" fmla="*/ 3 h 426"/>
                <a:gd name="T14" fmla="*/ 1 w 246"/>
                <a:gd name="T15" fmla="*/ 3 h 426"/>
                <a:gd name="T16" fmla="*/ 1 w 246"/>
                <a:gd name="T17" fmla="*/ 3 h 426"/>
                <a:gd name="T18" fmla="*/ 1 w 246"/>
                <a:gd name="T19" fmla="*/ 2 h 426"/>
                <a:gd name="T20" fmla="*/ 2 w 246"/>
                <a:gd name="T21" fmla="*/ 2 h 426"/>
                <a:gd name="T22" fmla="*/ 2 w 246"/>
                <a:gd name="T23" fmla="*/ 2 h 426"/>
                <a:gd name="T24" fmla="*/ 2 w 246"/>
                <a:gd name="T25" fmla="*/ 2 h 426"/>
                <a:gd name="T26" fmla="*/ 2 w 246"/>
                <a:gd name="T27" fmla="*/ 1 h 426"/>
                <a:gd name="T28" fmla="*/ 2 w 246"/>
                <a:gd name="T29" fmla="*/ 1 h 426"/>
                <a:gd name="T30" fmla="*/ 2 w 246"/>
                <a:gd name="T31" fmla="*/ 1 h 426"/>
                <a:gd name="T32" fmla="*/ 2 w 246"/>
                <a:gd name="T33" fmla="*/ 0 h 426"/>
                <a:gd name="T34" fmla="*/ 2 w 246"/>
                <a:gd name="T35" fmla="*/ 0 h 426"/>
                <a:gd name="T36" fmla="*/ 2 w 246"/>
                <a:gd name="T37" fmla="*/ 0 h 426"/>
                <a:gd name="T38" fmla="*/ 2 w 246"/>
                <a:gd name="T39" fmla="*/ 0 h 426"/>
                <a:gd name="T40" fmla="*/ 2 w 246"/>
                <a:gd name="T41" fmla="*/ 1 h 426"/>
                <a:gd name="T42" fmla="*/ 2 w 246"/>
                <a:gd name="T43" fmla="*/ 1 h 426"/>
                <a:gd name="T44" fmla="*/ 2 w 246"/>
                <a:gd name="T45" fmla="*/ 1 h 426"/>
                <a:gd name="T46" fmla="*/ 2 w 246"/>
                <a:gd name="T47" fmla="*/ 2 h 426"/>
                <a:gd name="T48" fmla="*/ 2 w 246"/>
                <a:gd name="T49" fmla="*/ 2 h 426"/>
                <a:gd name="T50" fmla="*/ 1 w 246"/>
                <a:gd name="T51" fmla="*/ 2 h 426"/>
                <a:gd name="T52" fmla="*/ 1 w 246"/>
                <a:gd name="T53" fmla="*/ 2 h 426"/>
                <a:gd name="T54" fmla="*/ 1 w 246"/>
                <a:gd name="T55" fmla="*/ 3 h 426"/>
                <a:gd name="T56" fmla="*/ 1 w 246"/>
                <a:gd name="T57" fmla="*/ 3 h 426"/>
                <a:gd name="T58" fmla="*/ 1 w 246"/>
                <a:gd name="T59" fmla="*/ 3 h 426"/>
                <a:gd name="T60" fmla="*/ 1 w 246"/>
                <a:gd name="T61" fmla="*/ 3 h 426"/>
                <a:gd name="T62" fmla="*/ 1 w 246"/>
                <a:gd name="T63" fmla="*/ 3 h 426"/>
                <a:gd name="T64" fmla="*/ 0 w 246"/>
                <a:gd name="T65" fmla="*/ 3 h 426"/>
                <a:gd name="T66" fmla="*/ 0 w 246"/>
                <a:gd name="T67" fmla="*/ 3 h 426"/>
                <a:gd name="T68" fmla="*/ 0 w 246"/>
                <a:gd name="T69" fmla="*/ 3 h 426"/>
                <a:gd name="T70" fmla="*/ 0 w 246"/>
                <a:gd name="T71" fmla="*/ 3 h 426"/>
                <a:gd name="T72" fmla="*/ 0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426"/>
                  </a:moveTo>
                  <a:lnTo>
                    <a:pt x="0" y="426"/>
                  </a:lnTo>
                  <a:lnTo>
                    <a:pt x="25" y="423"/>
                  </a:lnTo>
                  <a:lnTo>
                    <a:pt x="50" y="417"/>
                  </a:lnTo>
                  <a:lnTo>
                    <a:pt x="74" y="407"/>
                  </a:lnTo>
                  <a:lnTo>
                    <a:pt x="96" y="392"/>
                  </a:lnTo>
                  <a:lnTo>
                    <a:pt x="118" y="373"/>
                  </a:lnTo>
                  <a:lnTo>
                    <a:pt x="138" y="350"/>
                  </a:lnTo>
                  <a:lnTo>
                    <a:pt x="157" y="327"/>
                  </a:lnTo>
                  <a:lnTo>
                    <a:pt x="175" y="299"/>
                  </a:lnTo>
                  <a:lnTo>
                    <a:pt x="190" y="268"/>
                  </a:lnTo>
                  <a:lnTo>
                    <a:pt x="205" y="236"/>
                  </a:lnTo>
                  <a:lnTo>
                    <a:pt x="216" y="202"/>
                  </a:lnTo>
                  <a:lnTo>
                    <a:pt x="227" y="164"/>
                  </a:lnTo>
                  <a:lnTo>
                    <a:pt x="235" y="125"/>
                  </a:lnTo>
                  <a:lnTo>
                    <a:pt x="241" y="86"/>
                  </a:lnTo>
                  <a:lnTo>
                    <a:pt x="244" y="42"/>
                  </a:lnTo>
                  <a:lnTo>
                    <a:pt x="246" y="0"/>
                  </a:lnTo>
                  <a:lnTo>
                    <a:pt x="234" y="0"/>
                  </a:lnTo>
                  <a:lnTo>
                    <a:pt x="233" y="42"/>
                  </a:lnTo>
                  <a:lnTo>
                    <a:pt x="229" y="83"/>
                  </a:lnTo>
                  <a:lnTo>
                    <a:pt x="223" y="123"/>
                  </a:lnTo>
                  <a:lnTo>
                    <a:pt x="215" y="162"/>
                  </a:lnTo>
                  <a:lnTo>
                    <a:pt x="205" y="197"/>
                  </a:lnTo>
                  <a:lnTo>
                    <a:pt x="193" y="231"/>
                  </a:lnTo>
                  <a:lnTo>
                    <a:pt x="179" y="264"/>
                  </a:lnTo>
                  <a:lnTo>
                    <a:pt x="164" y="292"/>
                  </a:lnTo>
                  <a:lnTo>
                    <a:pt x="147" y="320"/>
                  </a:lnTo>
                  <a:lnTo>
                    <a:pt x="128" y="343"/>
                  </a:lnTo>
                  <a:lnTo>
                    <a:pt x="108" y="363"/>
                  </a:lnTo>
                  <a:lnTo>
                    <a:pt x="89" y="382"/>
                  </a:lnTo>
                  <a:lnTo>
                    <a:pt x="67" y="395"/>
                  </a:lnTo>
                  <a:lnTo>
                    <a:pt x="45" y="406"/>
                  </a:lnTo>
                  <a:lnTo>
                    <a:pt x="23" y="411"/>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6364" name="Freeform 60"/>
            <p:cNvSpPr>
              <a:spLocks/>
            </p:cNvSpPr>
            <p:nvPr/>
          </p:nvSpPr>
          <p:spPr bwMode="auto">
            <a:xfrm>
              <a:off x="1091" y="2172"/>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4" y="86"/>
                  </a:lnTo>
                  <a:lnTo>
                    <a:pt x="10" y="125"/>
                  </a:lnTo>
                  <a:lnTo>
                    <a:pt x="18" y="164"/>
                  </a:lnTo>
                  <a:lnTo>
                    <a:pt x="29" y="202"/>
                  </a:lnTo>
                  <a:lnTo>
                    <a:pt x="41" y="236"/>
                  </a:lnTo>
                  <a:lnTo>
                    <a:pt x="55" y="268"/>
                  </a:lnTo>
                  <a:lnTo>
                    <a:pt x="70" y="299"/>
                  </a:lnTo>
                  <a:lnTo>
                    <a:pt x="89" y="327"/>
                  </a:lnTo>
                  <a:lnTo>
                    <a:pt x="106" y="350"/>
                  </a:lnTo>
                  <a:lnTo>
                    <a:pt x="126" y="373"/>
                  </a:lnTo>
                  <a:lnTo>
                    <a:pt x="148" y="392"/>
                  </a:lnTo>
                  <a:lnTo>
                    <a:pt x="171" y="407"/>
                  </a:lnTo>
                  <a:lnTo>
                    <a:pt x="194" y="417"/>
                  </a:lnTo>
                  <a:lnTo>
                    <a:pt x="219" y="423"/>
                  </a:lnTo>
                  <a:lnTo>
                    <a:pt x="245" y="426"/>
                  </a:lnTo>
                  <a:lnTo>
                    <a:pt x="245" y="414"/>
                  </a:lnTo>
                  <a:lnTo>
                    <a:pt x="221" y="411"/>
                  </a:lnTo>
                  <a:lnTo>
                    <a:pt x="199" y="406"/>
                  </a:lnTo>
                  <a:lnTo>
                    <a:pt x="178" y="395"/>
                  </a:lnTo>
                  <a:lnTo>
                    <a:pt x="155" y="382"/>
                  </a:lnTo>
                  <a:lnTo>
                    <a:pt x="136" y="363"/>
                  </a:lnTo>
                  <a:lnTo>
                    <a:pt x="116" y="343"/>
                  </a:lnTo>
                  <a:lnTo>
                    <a:pt x="98" y="320"/>
                  </a:lnTo>
                  <a:lnTo>
                    <a:pt x="82" y="292"/>
                  </a:lnTo>
                  <a:lnTo>
                    <a:pt x="66" y="264"/>
                  </a:lnTo>
                  <a:lnTo>
                    <a:pt x="52" y="231"/>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6365" name="Freeform 61"/>
            <p:cNvSpPr>
              <a:spLocks/>
            </p:cNvSpPr>
            <p:nvPr/>
          </p:nvSpPr>
          <p:spPr bwMode="auto">
            <a:xfrm>
              <a:off x="1091" y="2087"/>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4" y="8"/>
                  </a:lnTo>
                  <a:lnTo>
                    <a:pt x="171" y="18"/>
                  </a:lnTo>
                  <a:lnTo>
                    <a:pt x="148" y="34"/>
                  </a:lnTo>
                  <a:lnTo>
                    <a:pt x="126" y="51"/>
                  </a:lnTo>
                  <a:lnTo>
                    <a:pt x="106" y="73"/>
                  </a:lnTo>
                  <a:lnTo>
                    <a:pt x="89" y="98"/>
                  </a:lnTo>
                  <a:lnTo>
                    <a:pt x="71" y="125"/>
                  </a:lnTo>
                  <a:lnTo>
                    <a:pt x="55" y="155"/>
                  </a:lnTo>
                  <a:lnTo>
                    <a:pt x="41" y="188"/>
                  </a:lnTo>
                  <a:lnTo>
                    <a:pt x="29" y="222"/>
                  </a:lnTo>
                  <a:lnTo>
                    <a:pt x="18" y="261"/>
                  </a:lnTo>
                  <a:lnTo>
                    <a:pt x="10" y="298"/>
                  </a:lnTo>
                  <a:lnTo>
                    <a:pt x="4" y="338"/>
                  </a:lnTo>
                  <a:lnTo>
                    <a:pt x="1" y="382"/>
                  </a:lnTo>
                  <a:lnTo>
                    <a:pt x="0" y="424"/>
                  </a:lnTo>
                  <a:lnTo>
                    <a:pt x="11" y="424"/>
                  </a:lnTo>
                  <a:lnTo>
                    <a:pt x="13" y="382"/>
                  </a:lnTo>
                  <a:lnTo>
                    <a:pt x="16" y="341"/>
                  </a:lnTo>
                  <a:lnTo>
                    <a:pt x="22" y="301"/>
                  </a:lnTo>
                  <a:lnTo>
                    <a:pt x="30" y="263"/>
                  </a:lnTo>
                  <a:lnTo>
                    <a:pt x="41" y="227"/>
                  </a:lnTo>
                  <a:lnTo>
                    <a:pt x="52" y="193"/>
                  </a:lnTo>
                  <a:lnTo>
                    <a:pt x="66" y="160"/>
                  </a:lnTo>
                  <a:lnTo>
                    <a:pt x="80" y="132"/>
                  </a:lnTo>
                  <a:lnTo>
                    <a:pt x="98" y="105"/>
                  </a:lnTo>
                  <a:lnTo>
                    <a:pt x="116" y="80"/>
                  </a:lnTo>
                  <a:lnTo>
                    <a:pt x="136" y="60"/>
                  </a:lnTo>
                  <a:lnTo>
                    <a:pt x="155" y="43"/>
                  </a:lnTo>
                  <a:lnTo>
                    <a:pt x="178" y="30"/>
                  </a:lnTo>
                  <a:lnTo>
                    <a:pt x="199" y="19"/>
                  </a:lnTo>
                  <a:lnTo>
                    <a:pt x="221" y="14"/>
                  </a:lnTo>
                  <a:lnTo>
                    <a:pt x="245" y="11"/>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6366" name="Freeform 62"/>
            <p:cNvSpPr>
              <a:spLocks/>
            </p:cNvSpPr>
            <p:nvPr/>
          </p:nvSpPr>
          <p:spPr bwMode="auto">
            <a:xfrm>
              <a:off x="1392" y="2118"/>
              <a:ext cx="49" cy="85"/>
            </a:xfrm>
            <a:custGeom>
              <a:avLst/>
              <a:gdLst>
                <a:gd name="T0" fmla="*/ 2 w 246"/>
                <a:gd name="T1" fmla="*/ 3 h 426"/>
                <a:gd name="T2" fmla="*/ 2 w 246"/>
                <a:gd name="T3" fmla="*/ 3 h 426"/>
                <a:gd name="T4" fmla="*/ 2 w 246"/>
                <a:gd name="T5" fmla="*/ 3 h 426"/>
                <a:gd name="T6" fmla="*/ 2 w 246"/>
                <a:gd name="T7" fmla="*/ 3 h 426"/>
                <a:gd name="T8" fmla="*/ 2 w 246"/>
                <a:gd name="T9" fmla="*/ 2 h 426"/>
                <a:gd name="T10" fmla="*/ 2 w 246"/>
                <a:gd name="T11" fmla="*/ 2 h 426"/>
                <a:gd name="T12" fmla="*/ 2 w 246"/>
                <a:gd name="T13" fmla="*/ 2 h 426"/>
                <a:gd name="T14" fmla="*/ 2 w 246"/>
                <a:gd name="T15" fmla="*/ 2 h 426"/>
                <a:gd name="T16" fmla="*/ 2 w 246"/>
                <a:gd name="T17" fmla="*/ 1 h 426"/>
                <a:gd name="T18" fmla="*/ 1 w 246"/>
                <a:gd name="T19" fmla="*/ 1 h 426"/>
                <a:gd name="T20" fmla="*/ 1 w 246"/>
                <a:gd name="T21" fmla="*/ 1 h 426"/>
                <a:gd name="T22" fmla="*/ 1 w 246"/>
                <a:gd name="T23" fmla="*/ 1 h 426"/>
                <a:gd name="T24" fmla="*/ 1 w 246"/>
                <a:gd name="T25" fmla="*/ 0 h 426"/>
                <a:gd name="T26" fmla="*/ 1 w 246"/>
                <a:gd name="T27" fmla="*/ 0 h 426"/>
                <a:gd name="T28" fmla="*/ 1 w 246"/>
                <a:gd name="T29" fmla="*/ 0 h 426"/>
                <a:gd name="T30" fmla="*/ 0 w 246"/>
                <a:gd name="T31" fmla="*/ 0 h 426"/>
                <a:gd name="T32" fmla="*/ 0 w 246"/>
                <a:gd name="T33" fmla="*/ 0 h 426"/>
                <a:gd name="T34" fmla="*/ 0 w 246"/>
                <a:gd name="T35" fmla="*/ 0 h 426"/>
                <a:gd name="T36" fmla="*/ 0 w 246"/>
                <a:gd name="T37" fmla="*/ 0 h 426"/>
                <a:gd name="T38" fmla="*/ 0 w 246"/>
                <a:gd name="T39" fmla="*/ 0 h 426"/>
                <a:gd name="T40" fmla="*/ 0 w 246"/>
                <a:gd name="T41" fmla="*/ 0 h 426"/>
                <a:gd name="T42" fmla="*/ 1 w 246"/>
                <a:gd name="T43" fmla="*/ 0 h 426"/>
                <a:gd name="T44" fmla="*/ 1 w 246"/>
                <a:gd name="T45" fmla="*/ 0 h 426"/>
                <a:gd name="T46" fmla="*/ 1 w 246"/>
                <a:gd name="T47" fmla="*/ 1 h 426"/>
                <a:gd name="T48" fmla="*/ 1 w 246"/>
                <a:gd name="T49" fmla="*/ 1 h 426"/>
                <a:gd name="T50" fmla="*/ 1 w 246"/>
                <a:gd name="T51" fmla="*/ 1 h 426"/>
                <a:gd name="T52" fmla="*/ 1 w 246"/>
                <a:gd name="T53" fmla="*/ 1 h 426"/>
                <a:gd name="T54" fmla="*/ 1 w 246"/>
                <a:gd name="T55" fmla="*/ 1 h 426"/>
                <a:gd name="T56" fmla="*/ 2 w 246"/>
                <a:gd name="T57" fmla="*/ 2 h 426"/>
                <a:gd name="T58" fmla="*/ 2 w 246"/>
                <a:gd name="T59" fmla="*/ 2 h 426"/>
                <a:gd name="T60" fmla="*/ 2 w 246"/>
                <a:gd name="T61" fmla="*/ 2 h 426"/>
                <a:gd name="T62" fmla="*/ 2 w 246"/>
                <a:gd name="T63" fmla="*/ 2 h 426"/>
                <a:gd name="T64" fmla="*/ 2 w 246"/>
                <a:gd name="T65" fmla="*/ 3 h 426"/>
                <a:gd name="T66" fmla="*/ 2 w 246"/>
                <a:gd name="T67" fmla="*/ 3 h 426"/>
                <a:gd name="T68" fmla="*/ 2 w 246"/>
                <a:gd name="T69" fmla="*/ 3 h 426"/>
                <a:gd name="T70" fmla="*/ 2 w 246"/>
                <a:gd name="T71" fmla="*/ 3 h 426"/>
                <a:gd name="T72" fmla="*/ 2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246" y="426"/>
                  </a:moveTo>
                  <a:lnTo>
                    <a:pt x="246" y="426"/>
                  </a:lnTo>
                  <a:lnTo>
                    <a:pt x="245" y="384"/>
                  </a:lnTo>
                  <a:lnTo>
                    <a:pt x="242" y="340"/>
                  </a:lnTo>
                  <a:lnTo>
                    <a:pt x="236" y="301"/>
                  </a:lnTo>
                  <a:lnTo>
                    <a:pt x="228" y="262"/>
                  </a:lnTo>
                  <a:lnTo>
                    <a:pt x="217" y="224"/>
                  </a:lnTo>
                  <a:lnTo>
                    <a:pt x="205" y="190"/>
                  </a:lnTo>
                  <a:lnTo>
                    <a:pt x="191" y="158"/>
                  </a:lnTo>
                  <a:lnTo>
                    <a:pt x="176" y="126"/>
                  </a:lnTo>
                  <a:lnTo>
                    <a:pt x="157" y="99"/>
                  </a:lnTo>
                  <a:lnTo>
                    <a:pt x="139" y="75"/>
                  </a:lnTo>
                  <a:lnTo>
                    <a:pt x="119" y="53"/>
                  </a:lnTo>
                  <a:lnTo>
                    <a:pt x="96" y="34"/>
                  </a:lnTo>
                  <a:lnTo>
                    <a:pt x="75" y="19"/>
                  </a:lnTo>
                  <a:lnTo>
                    <a:pt x="51" y="9"/>
                  </a:lnTo>
                  <a:lnTo>
                    <a:pt x="26" y="3"/>
                  </a:lnTo>
                  <a:lnTo>
                    <a:pt x="0" y="0"/>
                  </a:lnTo>
                  <a:lnTo>
                    <a:pt x="0" y="12"/>
                  </a:lnTo>
                  <a:lnTo>
                    <a:pt x="24" y="15"/>
                  </a:lnTo>
                  <a:lnTo>
                    <a:pt x="46" y="20"/>
                  </a:lnTo>
                  <a:lnTo>
                    <a:pt x="68" y="31"/>
                  </a:lnTo>
                  <a:lnTo>
                    <a:pt x="89" y="44"/>
                  </a:lnTo>
                  <a:lnTo>
                    <a:pt x="109" y="63"/>
                  </a:lnTo>
                  <a:lnTo>
                    <a:pt x="129" y="83"/>
                  </a:lnTo>
                  <a:lnTo>
                    <a:pt x="148" y="106"/>
                  </a:lnTo>
                  <a:lnTo>
                    <a:pt x="164" y="133"/>
                  </a:lnTo>
                  <a:lnTo>
                    <a:pt x="180" y="162"/>
                  </a:lnTo>
                  <a:lnTo>
                    <a:pt x="194" y="195"/>
                  </a:lnTo>
                  <a:lnTo>
                    <a:pt x="205" y="229"/>
                  </a:lnTo>
                  <a:lnTo>
                    <a:pt x="216" y="264"/>
                  </a:lnTo>
                  <a:lnTo>
                    <a:pt x="224" y="303"/>
                  </a:lnTo>
                  <a:lnTo>
                    <a:pt x="230" y="343"/>
                  </a:lnTo>
                  <a:lnTo>
                    <a:pt x="233" y="384"/>
                  </a:lnTo>
                  <a:lnTo>
                    <a:pt x="235" y="426"/>
                  </a:lnTo>
                  <a:lnTo>
                    <a:pt x="246"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6367" name="Freeform 63"/>
            <p:cNvSpPr>
              <a:spLocks/>
            </p:cNvSpPr>
            <p:nvPr/>
          </p:nvSpPr>
          <p:spPr bwMode="auto">
            <a:xfrm>
              <a:off x="1392" y="2203"/>
              <a:ext cx="49" cy="85"/>
            </a:xfrm>
            <a:custGeom>
              <a:avLst/>
              <a:gdLst>
                <a:gd name="T0" fmla="*/ 0 w 246"/>
                <a:gd name="T1" fmla="*/ 3 h 424"/>
                <a:gd name="T2" fmla="*/ 0 w 246"/>
                <a:gd name="T3" fmla="*/ 3 h 424"/>
                <a:gd name="T4" fmla="*/ 0 w 246"/>
                <a:gd name="T5" fmla="*/ 3 h 424"/>
                <a:gd name="T6" fmla="*/ 0 w 246"/>
                <a:gd name="T7" fmla="*/ 3 h 424"/>
                <a:gd name="T8" fmla="*/ 1 w 246"/>
                <a:gd name="T9" fmla="*/ 3 h 424"/>
                <a:gd name="T10" fmla="*/ 1 w 246"/>
                <a:gd name="T11" fmla="*/ 3 h 424"/>
                <a:gd name="T12" fmla="*/ 1 w 246"/>
                <a:gd name="T13" fmla="*/ 3 h 424"/>
                <a:gd name="T14" fmla="*/ 1 w 246"/>
                <a:gd name="T15" fmla="*/ 3 h 424"/>
                <a:gd name="T16" fmla="*/ 1 w 246"/>
                <a:gd name="T17" fmla="*/ 3 h 424"/>
                <a:gd name="T18" fmla="*/ 1 w 246"/>
                <a:gd name="T19" fmla="*/ 2 h 424"/>
                <a:gd name="T20" fmla="*/ 2 w 246"/>
                <a:gd name="T21" fmla="*/ 2 h 424"/>
                <a:gd name="T22" fmla="*/ 2 w 246"/>
                <a:gd name="T23" fmla="*/ 2 h 424"/>
                <a:gd name="T24" fmla="*/ 2 w 246"/>
                <a:gd name="T25" fmla="*/ 2 h 424"/>
                <a:gd name="T26" fmla="*/ 2 w 246"/>
                <a:gd name="T27" fmla="*/ 1 h 424"/>
                <a:gd name="T28" fmla="*/ 2 w 246"/>
                <a:gd name="T29" fmla="*/ 1 h 424"/>
                <a:gd name="T30" fmla="*/ 2 w 246"/>
                <a:gd name="T31" fmla="*/ 1 h 424"/>
                <a:gd name="T32" fmla="*/ 2 w 246"/>
                <a:gd name="T33" fmla="*/ 0 h 424"/>
                <a:gd name="T34" fmla="*/ 2 w 246"/>
                <a:gd name="T35" fmla="*/ 0 h 424"/>
                <a:gd name="T36" fmla="*/ 2 w 246"/>
                <a:gd name="T37" fmla="*/ 0 h 424"/>
                <a:gd name="T38" fmla="*/ 2 w 246"/>
                <a:gd name="T39" fmla="*/ 0 h 424"/>
                <a:gd name="T40" fmla="*/ 2 w 246"/>
                <a:gd name="T41" fmla="*/ 1 h 424"/>
                <a:gd name="T42" fmla="*/ 2 w 246"/>
                <a:gd name="T43" fmla="*/ 1 h 424"/>
                <a:gd name="T44" fmla="*/ 2 w 246"/>
                <a:gd name="T45" fmla="*/ 1 h 424"/>
                <a:gd name="T46" fmla="*/ 2 w 246"/>
                <a:gd name="T47" fmla="*/ 2 h 424"/>
                <a:gd name="T48" fmla="*/ 2 w 246"/>
                <a:gd name="T49" fmla="*/ 2 h 424"/>
                <a:gd name="T50" fmla="*/ 1 w 246"/>
                <a:gd name="T51" fmla="*/ 2 h 424"/>
                <a:gd name="T52" fmla="*/ 1 w 246"/>
                <a:gd name="T53" fmla="*/ 2 h 424"/>
                <a:gd name="T54" fmla="*/ 1 w 246"/>
                <a:gd name="T55" fmla="*/ 3 h 424"/>
                <a:gd name="T56" fmla="*/ 1 w 246"/>
                <a:gd name="T57" fmla="*/ 3 h 424"/>
                <a:gd name="T58" fmla="*/ 1 w 246"/>
                <a:gd name="T59" fmla="*/ 3 h 424"/>
                <a:gd name="T60" fmla="*/ 1 w 246"/>
                <a:gd name="T61" fmla="*/ 3 h 424"/>
                <a:gd name="T62" fmla="*/ 1 w 246"/>
                <a:gd name="T63" fmla="*/ 3 h 424"/>
                <a:gd name="T64" fmla="*/ 0 w 246"/>
                <a:gd name="T65" fmla="*/ 3 h 424"/>
                <a:gd name="T66" fmla="*/ 0 w 246"/>
                <a:gd name="T67" fmla="*/ 3 h 424"/>
                <a:gd name="T68" fmla="*/ 0 w 246"/>
                <a:gd name="T69" fmla="*/ 3 h 424"/>
                <a:gd name="T70" fmla="*/ 0 w 246"/>
                <a:gd name="T71" fmla="*/ 3 h 424"/>
                <a:gd name="T72" fmla="*/ 0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0" y="424"/>
                  </a:moveTo>
                  <a:lnTo>
                    <a:pt x="0" y="424"/>
                  </a:lnTo>
                  <a:lnTo>
                    <a:pt x="26" y="422"/>
                  </a:lnTo>
                  <a:lnTo>
                    <a:pt x="51" y="416"/>
                  </a:lnTo>
                  <a:lnTo>
                    <a:pt x="75" y="406"/>
                  </a:lnTo>
                  <a:lnTo>
                    <a:pt x="96" y="390"/>
                  </a:lnTo>
                  <a:lnTo>
                    <a:pt x="119" y="373"/>
                  </a:lnTo>
                  <a:lnTo>
                    <a:pt x="139" y="351"/>
                  </a:lnTo>
                  <a:lnTo>
                    <a:pt x="157" y="326"/>
                  </a:lnTo>
                  <a:lnTo>
                    <a:pt x="175" y="299"/>
                  </a:lnTo>
                  <a:lnTo>
                    <a:pt x="191" y="269"/>
                  </a:lnTo>
                  <a:lnTo>
                    <a:pt x="205" y="236"/>
                  </a:lnTo>
                  <a:lnTo>
                    <a:pt x="217" y="202"/>
                  </a:lnTo>
                  <a:lnTo>
                    <a:pt x="228" y="163"/>
                  </a:lnTo>
                  <a:lnTo>
                    <a:pt x="236" y="125"/>
                  </a:lnTo>
                  <a:lnTo>
                    <a:pt x="242" y="86"/>
                  </a:lnTo>
                  <a:lnTo>
                    <a:pt x="245" y="42"/>
                  </a:lnTo>
                  <a:lnTo>
                    <a:pt x="246" y="0"/>
                  </a:lnTo>
                  <a:lnTo>
                    <a:pt x="235" y="0"/>
                  </a:lnTo>
                  <a:lnTo>
                    <a:pt x="233" y="42"/>
                  </a:lnTo>
                  <a:lnTo>
                    <a:pt x="230" y="83"/>
                  </a:lnTo>
                  <a:lnTo>
                    <a:pt x="224" y="123"/>
                  </a:lnTo>
                  <a:lnTo>
                    <a:pt x="216" y="161"/>
                  </a:lnTo>
                  <a:lnTo>
                    <a:pt x="205" y="197"/>
                  </a:lnTo>
                  <a:lnTo>
                    <a:pt x="194" y="231"/>
                  </a:lnTo>
                  <a:lnTo>
                    <a:pt x="180" y="264"/>
                  </a:lnTo>
                  <a:lnTo>
                    <a:pt x="166" y="292"/>
                  </a:lnTo>
                  <a:lnTo>
                    <a:pt x="148" y="319"/>
                  </a:lnTo>
                  <a:lnTo>
                    <a:pt x="129" y="344"/>
                  </a:lnTo>
                  <a:lnTo>
                    <a:pt x="109" y="364"/>
                  </a:lnTo>
                  <a:lnTo>
                    <a:pt x="89" y="381"/>
                  </a:lnTo>
                  <a:lnTo>
                    <a:pt x="68" y="394"/>
                  </a:lnTo>
                  <a:lnTo>
                    <a:pt x="46" y="405"/>
                  </a:lnTo>
                  <a:lnTo>
                    <a:pt x="24" y="410"/>
                  </a:lnTo>
                  <a:lnTo>
                    <a:pt x="0" y="413"/>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6368" name="Freeform 64"/>
            <p:cNvSpPr>
              <a:spLocks/>
            </p:cNvSpPr>
            <p:nvPr/>
          </p:nvSpPr>
          <p:spPr bwMode="auto">
            <a:xfrm>
              <a:off x="1343" y="2203"/>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2" y="42"/>
                  </a:lnTo>
                  <a:lnTo>
                    <a:pt x="5" y="86"/>
                  </a:lnTo>
                  <a:lnTo>
                    <a:pt x="11" y="125"/>
                  </a:lnTo>
                  <a:lnTo>
                    <a:pt x="19" y="163"/>
                  </a:lnTo>
                  <a:lnTo>
                    <a:pt x="30" y="202"/>
                  </a:lnTo>
                  <a:lnTo>
                    <a:pt x="41" y="236"/>
                  </a:lnTo>
                  <a:lnTo>
                    <a:pt x="56" y="269"/>
                  </a:lnTo>
                  <a:lnTo>
                    <a:pt x="72" y="299"/>
                  </a:lnTo>
                  <a:lnTo>
                    <a:pt x="90" y="326"/>
                  </a:lnTo>
                  <a:lnTo>
                    <a:pt x="108" y="351"/>
                  </a:lnTo>
                  <a:lnTo>
                    <a:pt x="127" y="373"/>
                  </a:lnTo>
                  <a:lnTo>
                    <a:pt x="149" y="390"/>
                  </a:lnTo>
                  <a:lnTo>
                    <a:pt x="172" y="406"/>
                  </a:lnTo>
                  <a:lnTo>
                    <a:pt x="195" y="416"/>
                  </a:lnTo>
                  <a:lnTo>
                    <a:pt x="220" y="422"/>
                  </a:lnTo>
                  <a:lnTo>
                    <a:pt x="245" y="424"/>
                  </a:lnTo>
                  <a:lnTo>
                    <a:pt x="245" y="413"/>
                  </a:lnTo>
                  <a:lnTo>
                    <a:pt x="222" y="410"/>
                  </a:lnTo>
                  <a:lnTo>
                    <a:pt x="200" y="405"/>
                  </a:lnTo>
                  <a:lnTo>
                    <a:pt x="179" y="394"/>
                  </a:lnTo>
                  <a:lnTo>
                    <a:pt x="156" y="381"/>
                  </a:lnTo>
                  <a:lnTo>
                    <a:pt x="136" y="364"/>
                  </a:lnTo>
                  <a:lnTo>
                    <a:pt x="118" y="344"/>
                  </a:lnTo>
                  <a:lnTo>
                    <a:pt x="99" y="319"/>
                  </a:lnTo>
                  <a:lnTo>
                    <a:pt x="81" y="292"/>
                  </a:lnTo>
                  <a:lnTo>
                    <a:pt x="67" y="264"/>
                  </a:lnTo>
                  <a:lnTo>
                    <a:pt x="53" y="231"/>
                  </a:lnTo>
                  <a:lnTo>
                    <a:pt x="41" y="197"/>
                  </a:lnTo>
                  <a:lnTo>
                    <a:pt x="31" y="161"/>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6369" name="Freeform 65"/>
            <p:cNvSpPr>
              <a:spLocks/>
            </p:cNvSpPr>
            <p:nvPr/>
          </p:nvSpPr>
          <p:spPr bwMode="auto">
            <a:xfrm>
              <a:off x="1343" y="2118"/>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1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20" y="3"/>
                  </a:lnTo>
                  <a:lnTo>
                    <a:pt x="195" y="9"/>
                  </a:lnTo>
                  <a:lnTo>
                    <a:pt x="172" y="19"/>
                  </a:lnTo>
                  <a:lnTo>
                    <a:pt x="149" y="34"/>
                  </a:lnTo>
                  <a:lnTo>
                    <a:pt x="127" y="53"/>
                  </a:lnTo>
                  <a:lnTo>
                    <a:pt x="108" y="75"/>
                  </a:lnTo>
                  <a:lnTo>
                    <a:pt x="90" y="99"/>
                  </a:lnTo>
                  <a:lnTo>
                    <a:pt x="71" y="126"/>
                  </a:lnTo>
                  <a:lnTo>
                    <a:pt x="56" y="158"/>
                  </a:lnTo>
                  <a:lnTo>
                    <a:pt x="41" y="190"/>
                  </a:lnTo>
                  <a:lnTo>
                    <a:pt x="30" y="224"/>
                  </a:lnTo>
                  <a:lnTo>
                    <a:pt x="19" y="262"/>
                  </a:lnTo>
                  <a:lnTo>
                    <a:pt x="11" y="301"/>
                  </a:lnTo>
                  <a:lnTo>
                    <a:pt x="5" y="340"/>
                  </a:lnTo>
                  <a:lnTo>
                    <a:pt x="2" y="384"/>
                  </a:lnTo>
                  <a:lnTo>
                    <a:pt x="0" y="426"/>
                  </a:lnTo>
                  <a:lnTo>
                    <a:pt x="12" y="426"/>
                  </a:lnTo>
                  <a:lnTo>
                    <a:pt x="13" y="384"/>
                  </a:lnTo>
                  <a:lnTo>
                    <a:pt x="17" y="343"/>
                  </a:lnTo>
                  <a:lnTo>
                    <a:pt x="23" y="303"/>
                  </a:lnTo>
                  <a:lnTo>
                    <a:pt x="31" y="264"/>
                  </a:lnTo>
                  <a:lnTo>
                    <a:pt x="41" y="229"/>
                  </a:lnTo>
                  <a:lnTo>
                    <a:pt x="53" y="195"/>
                  </a:lnTo>
                  <a:lnTo>
                    <a:pt x="67" y="162"/>
                  </a:lnTo>
                  <a:lnTo>
                    <a:pt x="82" y="133"/>
                  </a:lnTo>
                  <a:lnTo>
                    <a:pt x="99" y="106"/>
                  </a:lnTo>
                  <a:lnTo>
                    <a:pt x="118" y="83"/>
                  </a:lnTo>
                  <a:lnTo>
                    <a:pt x="136" y="63"/>
                  </a:lnTo>
                  <a:lnTo>
                    <a:pt x="156" y="44"/>
                  </a:lnTo>
                  <a:lnTo>
                    <a:pt x="179" y="31"/>
                  </a:lnTo>
                  <a:lnTo>
                    <a:pt x="200" y="20"/>
                  </a:lnTo>
                  <a:lnTo>
                    <a:pt x="222" y="15"/>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6370" name="Freeform 66"/>
            <p:cNvSpPr>
              <a:spLocks/>
            </p:cNvSpPr>
            <p:nvPr/>
          </p:nvSpPr>
          <p:spPr bwMode="auto">
            <a:xfrm>
              <a:off x="1384" y="1859"/>
              <a:ext cx="49" cy="84"/>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1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3" y="382"/>
                  </a:lnTo>
                  <a:lnTo>
                    <a:pt x="240" y="339"/>
                  </a:lnTo>
                  <a:lnTo>
                    <a:pt x="234" y="299"/>
                  </a:lnTo>
                  <a:lnTo>
                    <a:pt x="226" y="261"/>
                  </a:lnTo>
                  <a:lnTo>
                    <a:pt x="215" y="222"/>
                  </a:lnTo>
                  <a:lnTo>
                    <a:pt x="204" y="188"/>
                  </a:lnTo>
                  <a:lnTo>
                    <a:pt x="189" y="156"/>
                  </a:lnTo>
                  <a:lnTo>
                    <a:pt x="173" y="125"/>
                  </a:lnTo>
                  <a:lnTo>
                    <a:pt x="155" y="98"/>
                  </a:lnTo>
                  <a:lnTo>
                    <a:pt x="138" y="74"/>
                  </a:lnTo>
                  <a:lnTo>
                    <a:pt x="118" y="51"/>
                  </a:lnTo>
                  <a:lnTo>
                    <a:pt x="96" y="34"/>
                  </a:lnTo>
                  <a:lnTo>
                    <a:pt x="73" y="18"/>
                  </a:lnTo>
                  <a:lnTo>
                    <a:pt x="50" y="8"/>
                  </a:lnTo>
                  <a:lnTo>
                    <a:pt x="25" y="2"/>
                  </a:lnTo>
                  <a:lnTo>
                    <a:pt x="0" y="0"/>
                  </a:lnTo>
                  <a:lnTo>
                    <a:pt x="0" y="11"/>
                  </a:lnTo>
                  <a:lnTo>
                    <a:pt x="23" y="14"/>
                  </a:lnTo>
                  <a:lnTo>
                    <a:pt x="45" y="20"/>
                  </a:lnTo>
                  <a:lnTo>
                    <a:pt x="66" y="30"/>
                  </a:lnTo>
                  <a:lnTo>
                    <a:pt x="89" y="43"/>
                  </a:lnTo>
                  <a:lnTo>
                    <a:pt x="109" y="61"/>
                  </a:lnTo>
                  <a:lnTo>
                    <a:pt x="129" y="81"/>
                  </a:lnTo>
                  <a:lnTo>
                    <a:pt x="146" y="105"/>
                  </a:lnTo>
                  <a:lnTo>
                    <a:pt x="164" y="132"/>
                  </a:lnTo>
                  <a:lnTo>
                    <a:pt x="178" y="160"/>
                  </a:lnTo>
                  <a:lnTo>
                    <a:pt x="192" y="193"/>
                  </a:lnTo>
                  <a:lnTo>
                    <a:pt x="204" y="227"/>
                  </a:lnTo>
                  <a:lnTo>
                    <a:pt x="214" y="264"/>
                  </a:lnTo>
                  <a:lnTo>
                    <a:pt x="222" y="301"/>
                  </a:lnTo>
                  <a:lnTo>
                    <a:pt x="228"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6371" name="Freeform 67"/>
            <p:cNvSpPr>
              <a:spLocks/>
            </p:cNvSpPr>
            <p:nvPr/>
          </p:nvSpPr>
          <p:spPr bwMode="auto">
            <a:xfrm>
              <a:off x="1384" y="1943"/>
              <a:ext cx="49" cy="86"/>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5" y="423"/>
                  </a:lnTo>
                  <a:lnTo>
                    <a:pt x="50" y="418"/>
                  </a:lnTo>
                  <a:lnTo>
                    <a:pt x="73" y="407"/>
                  </a:lnTo>
                  <a:lnTo>
                    <a:pt x="96" y="392"/>
                  </a:lnTo>
                  <a:lnTo>
                    <a:pt x="118" y="374"/>
                  </a:lnTo>
                  <a:lnTo>
                    <a:pt x="138" y="352"/>
                  </a:lnTo>
                  <a:lnTo>
                    <a:pt x="155" y="327"/>
                  </a:lnTo>
                  <a:lnTo>
                    <a:pt x="174" y="300"/>
                  </a:lnTo>
                  <a:lnTo>
                    <a:pt x="189" y="269"/>
                  </a:lnTo>
                  <a:lnTo>
                    <a:pt x="204" y="237"/>
                  </a:lnTo>
                  <a:lnTo>
                    <a:pt x="215" y="202"/>
                  </a:lnTo>
                  <a:lnTo>
                    <a:pt x="226" y="164"/>
                  </a:lnTo>
                  <a:lnTo>
                    <a:pt x="234" y="126"/>
                  </a:lnTo>
                  <a:lnTo>
                    <a:pt x="240" y="86"/>
                  </a:lnTo>
                  <a:lnTo>
                    <a:pt x="243" y="42"/>
                  </a:lnTo>
                  <a:lnTo>
                    <a:pt x="245" y="0"/>
                  </a:lnTo>
                  <a:lnTo>
                    <a:pt x="233" y="0"/>
                  </a:lnTo>
                  <a:lnTo>
                    <a:pt x="232" y="42"/>
                  </a:lnTo>
                  <a:lnTo>
                    <a:pt x="228" y="83"/>
                  </a:lnTo>
                  <a:lnTo>
                    <a:pt x="222" y="123"/>
                  </a:lnTo>
                  <a:lnTo>
                    <a:pt x="214" y="162"/>
                  </a:lnTo>
                  <a:lnTo>
                    <a:pt x="204" y="197"/>
                  </a:lnTo>
                  <a:lnTo>
                    <a:pt x="192" y="232"/>
                  </a:lnTo>
                  <a:lnTo>
                    <a:pt x="178" y="264"/>
                  </a:lnTo>
                  <a:lnTo>
                    <a:pt x="163" y="293"/>
                  </a:lnTo>
                  <a:lnTo>
                    <a:pt x="146" y="320"/>
                  </a:lnTo>
                  <a:lnTo>
                    <a:pt x="129" y="345"/>
                  </a:lnTo>
                  <a:lnTo>
                    <a:pt x="109" y="365"/>
                  </a:lnTo>
                  <a:lnTo>
                    <a:pt x="89" y="382"/>
                  </a:lnTo>
                  <a:lnTo>
                    <a:pt x="66" y="395"/>
                  </a:lnTo>
                  <a:lnTo>
                    <a:pt x="45" y="406"/>
                  </a:lnTo>
                  <a:lnTo>
                    <a:pt x="23"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6372" name="Freeform 68"/>
            <p:cNvSpPr>
              <a:spLocks/>
            </p:cNvSpPr>
            <p:nvPr/>
          </p:nvSpPr>
          <p:spPr bwMode="auto">
            <a:xfrm>
              <a:off x="1335" y="1943"/>
              <a:ext cx="49" cy="86"/>
            </a:xfrm>
            <a:custGeom>
              <a:avLst/>
              <a:gdLst>
                <a:gd name="T0" fmla="*/ 0 w 246"/>
                <a:gd name="T1" fmla="*/ 0 h 426"/>
                <a:gd name="T2" fmla="*/ 0 w 246"/>
                <a:gd name="T3" fmla="*/ 0 h 426"/>
                <a:gd name="T4" fmla="*/ 0 w 246"/>
                <a:gd name="T5" fmla="*/ 0 h 426"/>
                <a:gd name="T6" fmla="*/ 0 w 246"/>
                <a:gd name="T7" fmla="*/ 1 h 426"/>
                <a:gd name="T8" fmla="*/ 0 w 246"/>
                <a:gd name="T9" fmla="*/ 1 h 426"/>
                <a:gd name="T10" fmla="*/ 0 w 246"/>
                <a:gd name="T11" fmla="*/ 1 h 426"/>
                <a:gd name="T12" fmla="*/ 0 w 246"/>
                <a:gd name="T13" fmla="*/ 2 h 426"/>
                <a:gd name="T14" fmla="*/ 0 w 246"/>
                <a:gd name="T15" fmla="*/ 2 h 426"/>
                <a:gd name="T16" fmla="*/ 0 w 246"/>
                <a:gd name="T17" fmla="*/ 2 h 426"/>
                <a:gd name="T18" fmla="*/ 1 w 246"/>
                <a:gd name="T19" fmla="*/ 2 h 426"/>
                <a:gd name="T20" fmla="*/ 1 w 246"/>
                <a:gd name="T21" fmla="*/ 3 h 426"/>
                <a:gd name="T22" fmla="*/ 1 w 246"/>
                <a:gd name="T23" fmla="*/ 3 h 426"/>
                <a:gd name="T24" fmla="*/ 1 w 246"/>
                <a:gd name="T25" fmla="*/ 3 h 426"/>
                <a:gd name="T26" fmla="*/ 1 w 246"/>
                <a:gd name="T27" fmla="*/ 3 h 426"/>
                <a:gd name="T28" fmla="*/ 1 w 246"/>
                <a:gd name="T29" fmla="*/ 3 h 426"/>
                <a:gd name="T30" fmla="*/ 2 w 246"/>
                <a:gd name="T31" fmla="*/ 3 h 426"/>
                <a:gd name="T32" fmla="*/ 2 w 246"/>
                <a:gd name="T33" fmla="*/ 3 h 426"/>
                <a:gd name="T34" fmla="*/ 2 w 246"/>
                <a:gd name="T35" fmla="*/ 3 h 426"/>
                <a:gd name="T36" fmla="*/ 2 w 246"/>
                <a:gd name="T37" fmla="*/ 3 h 426"/>
                <a:gd name="T38" fmla="*/ 2 w 246"/>
                <a:gd name="T39" fmla="*/ 3 h 426"/>
                <a:gd name="T40" fmla="*/ 2 w 246"/>
                <a:gd name="T41" fmla="*/ 3 h 426"/>
                <a:gd name="T42" fmla="*/ 1 w 246"/>
                <a:gd name="T43" fmla="*/ 3 h 426"/>
                <a:gd name="T44" fmla="*/ 1 w 246"/>
                <a:gd name="T45" fmla="*/ 3 h 426"/>
                <a:gd name="T46" fmla="*/ 1 w 246"/>
                <a:gd name="T47" fmla="*/ 3 h 426"/>
                <a:gd name="T48" fmla="*/ 1 w 246"/>
                <a:gd name="T49" fmla="*/ 3 h 426"/>
                <a:gd name="T50" fmla="*/ 1 w 246"/>
                <a:gd name="T51" fmla="*/ 3 h 426"/>
                <a:gd name="T52" fmla="*/ 1 w 246"/>
                <a:gd name="T53" fmla="*/ 2 h 426"/>
                <a:gd name="T54" fmla="*/ 1 w 246"/>
                <a:gd name="T55" fmla="*/ 2 h 426"/>
                <a:gd name="T56" fmla="*/ 0 w 246"/>
                <a:gd name="T57" fmla="*/ 2 h 426"/>
                <a:gd name="T58" fmla="*/ 0 w 246"/>
                <a:gd name="T59" fmla="*/ 2 h 426"/>
                <a:gd name="T60" fmla="*/ 0 w 246"/>
                <a:gd name="T61" fmla="*/ 1 h 426"/>
                <a:gd name="T62" fmla="*/ 0 w 246"/>
                <a:gd name="T63" fmla="*/ 1 h 426"/>
                <a:gd name="T64" fmla="*/ 0 w 246"/>
                <a:gd name="T65" fmla="*/ 1 h 426"/>
                <a:gd name="T66" fmla="*/ 0 w 246"/>
                <a:gd name="T67" fmla="*/ 0 h 426"/>
                <a:gd name="T68" fmla="*/ 0 w 246"/>
                <a:gd name="T69" fmla="*/ 0 h 426"/>
                <a:gd name="T70" fmla="*/ 0 w 246"/>
                <a:gd name="T71" fmla="*/ 0 h 426"/>
                <a:gd name="T72" fmla="*/ 0 w 246"/>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0"/>
                  </a:moveTo>
                  <a:lnTo>
                    <a:pt x="0" y="0"/>
                  </a:lnTo>
                  <a:lnTo>
                    <a:pt x="1" y="42"/>
                  </a:lnTo>
                  <a:lnTo>
                    <a:pt x="4" y="86"/>
                  </a:lnTo>
                  <a:lnTo>
                    <a:pt x="10" y="126"/>
                  </a:lnTo>
                  <a:lnTo>
                    <a:pt x="18" y="164"/>
                  </a:lnTo>
                  <a:lnTo>
                    <a:pt x="29" y="202"/>
                  </a:lnTo>
                  <a:lnTo>
                    <a:pt x="41" y="237"/>
                  </a:lnTo>
                  <a:lnTo>
                    <a:pt x="55" y="269"/>
                  </a:lnTo>
                  <a:lnTo>
                    <a:pt x="71" y="300"/>
                  </a:lnTo>
                  <a:lnTo>
                    <a:pt x="89" y="327"/>
                  </a:lnTo>
                  <a:lnTo>
                    <a:pt x="107" y="352"/>
                  </a:lnTo>
                  <a:lnTo>
                    <a:pt x="127" y="374"/>
                  </a:lnTo>
                  <a:lnTo>
                    <a:pt x="150" y="392"/>
                  </a:lnTo>
                  <a:lnTo>
                    <a:pt x="171" y="407"/>
                  </a:lnTo>
                  <a:lnTo>
                    <a:pt x="195" y="418"/>
                  </a:lnTo>
                  <a:lnTo>
                    <a:pt x="220" y="423"/>
                  </a:lnTo>
                  <a:lnTo>
                    <a:pt x="246" y="426"/>
                  </a:lnTo>
                  <a:lnTo>
                    <a:pt x="246" y="414"/>
                  </a:lnTo>
                  <a:lnTo>
                    <a:pt x="222" y="412"/>
                  </a:lnTo>
                  <a:lnTo>
                    <a:pt x="200" y="406"/>
                  </a:lnTo>
                  <a:lnTo>
                    <a:pt x="178" y="395"/>
                  </a:lnTo>
                  <a:lnTo>
                    <a:pt x="157" y="382"/>
                  </a:lnTo>
                  <a:lnTo>
                    <a:pt x="137" y="365"/>
                  </a:lnTo>
                  <a:lnTo>
                    <a:pt x="117" y="345"/>
                  </a:lnTo>
                  <a:lnTo>
                    <a:pt x="98" y="320"/>
                  </a:lnTo>
                  <a:lnTo>
                    <a:pt x="83" y="293"/>
                  </a:lnTo>
                  <a:lnTo>
                    <a:pt x="66" y="264"/>
                  </a:lnTo>
                  <a:lnTo>
                    <a:pt x="52" y="232"/>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6373" name="Freeform 69"/>
            <p:cNvSpPr>
              <a:spLocks/>
            </p:cNvSpPr>
            <p:nvPr/>
          </p:nvSpPr>
          <p:spPr bwMode="auto">
            <a:xfrm>
              <a:off x="1335" y="1859"/>
              <a:ext cx="49" cy="84"/>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1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0" y="2"/>
                  </a:lnTo>
                  <a:lnTo>
                    <a:pt x="195" y="8"/>
                  </a:lnTo>
                  <a:lnTo>
                    <a:pt x="171" y="18"/>
                  </a:lnTo>
                  <a:lnTo>
                    <a:pt x="150" y="34"/>
                  </a:lnTo>
                  <a:lnTo>
                    <a:pt x="127" y="51"/>
                  </a:lnTo>
                  <a:lnTo>
                    <a:pt x="107" y="74"/>
                  </a:lnTo>
                  <a:lnTo>
                    <a:pt x="89" y="98"/>
                  </a:lnTo>
                  <a:lnTo>
                    <a:pt x="72" y="125"/>
                  </a:lnTo>
                  <a:lnTo>
                    <a:pt x="55" y="156"/>
                  </a:lnTo>
                  <a:lnTo>
                    <a:pt x="41" y="188"/>
                  </a:lnTo>
                  <a:lnTo>
                    <a:pt x="29" y="222"/>
                  </a:lnTo>
                  <a:lnTo>
                    <a:pt x="18" y="261"/>
                  </a:lnTo>
                  <a:lnTo>
                    <a:pt x="10" y="299"/>
                  </a:lnTo>
                  <a:lnTo>
                    <a:pt x="4" y="339"/>
                  </a:lnTo>
                  <a:lnTo>
                    <a:pt x="1" y="382"/>
                  </a:lnTo>
                  <a:lnTo>
                    <a:pt x="0" y="424"/>
                  </a:lnTo>
                  <a:lnTo>
                    <a:pt x="11" y="424"/>
                  </a:lnTo>
                  <a:lnTo>
                    <a:pt x="13" y="382"/>
                  </a:lnTo>
                  <a:lnTo>
                    <a:pt x="16" y="341"/>
                  </a:lnTo>
                  <a:lnTo>
                    <a:pt x="22" y="301"/>
                  </a:lnTo>
                  <a:lnTo>
                    <a:pt x="30" y="264"/>
                  </a:lnTo>
                  <a:lnTo>
                    <a:pt x="41" y="227"/>
                  </a:lnTo>
                  <a:lnTo>
                    <a:pt x="52" y="193"/>
                  </a:lnTo>
                  <a:lnTo>
                    <a:pt x="66" y="160"/>
                  </a:lnTo>
                  <a:lnTo>
                    <a:pt x="82" y="132"/>
                  </a:lnTo>
                  <a:lnTo>
                    <a:pt x="98" y="105"/>
                  </a:lnTo>
                  <a:lnTo>
                    <a:pt x="117" y="81"/>
                  </a:lnTo>
                  <a:lnTo>
                    <a:pt x="137" y="61"/>
                  </a:lnTo>
                  <a:lnTo>
                    <a:pt x="157" y="43"/>
                  </a:lnTo>
                  <a:lnTo>
                    <a:pt x="178" y="30"/>
                  </a:lnTo>
                  <a:lnTo>
                    <a:pt x="200" y="20"/>
                  </a:lnTo>
                  <a:lnTo>
                    <a:pt x="222" y="14"/>
                  </a:lnTo>
                  <a:lnTo>
                    <a:pt x="246" y="11"/>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6374" name="Freeform 70"/>
            <p:cNvSpPr>
              <a:spLocks/>
            </p:cNvSpPr>
            <p:nvPr/>
          </p:nvSpPr>
          <p:spPr bwMode="auto">
            <a:xfrm>
              <a:off x="1552" y="1751"/>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1" y="339"/>
                  </a:lnTo>
                  <a:lnTo>
                    <a:pt x="235" y="299"/>
                  </a:lnTo>
                  <a:lnTo>
                    <a:pt x="226" y="261"/>
                  </a:lnTo>
                  <a:lnTo>
                    <a:pt x="216" y="223"/>
                  </a:lnTo>
                  <a:lnTo>
                    <a:pt x="204" y="189"/>
                  </a:lnTo>
                  <a:lnTo>
                    <a:pt x="190" y="156"/>
                  </a:lnTo>
                  <a:lnTo>
                    <a:pt x="174" y="125"/>
                  </a:lnTo>
                  <a:lnTo>
                    <a:pt x="156" y="98"/>
                  </a:lnTo>
                  <a:lnTo>
                    <a:pt x="137" y="74"/>
                  </a:lnTo>
                  <a:lnTo>
                    <a:pt x="119" y="52"/>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8" y="81"/>
                  </a:lnTo>
                  <a:lnTo>
                    <a:pt x="147" y="105"/>
                  </a:lnTo>
                  <a:lnTo>
                    <a:pt x="164" y="132"/>
                  </a:lnTo>
                  <a:lnTo>
                    <a:pt x="178" y="161"/>
                  </a:lnTo>
                  <a:lnTo>
                    <a:pt x="193" y="193"/>
                  </a:lnTo>
                  <a:lnTo>
                    <a:pt x="204" y="227"/>
                  </a:lnTo>
                  <a:lnTo>
                    <a:pt x="215" y="264"/>
                  </a:lnTo>
                  <a:lnTo>
                    <a:pt x="223" y="301"/>
                  </a:lnTo>
                  <a:lnTo>
                    <a:pt x="229" y="341"/>
                  </a:lnTo>
                  <a:lnTo>
                    <a:pt x="232" y="382"/>
                  </a:lnTo>
                  <a:lnTo>
                    <a:pt x="234"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6375" name="Freeform 71"/>
            <p:cNvSpPr>
              <a:spLocks/>
            </p:cNvSpPr>
            <p:nvPr/>
          </p:nvSpPr>
          <p:spPr bwMode="auto">
            <a:xfrm>
              <a:off x="1552" y="1836"/>
              <a:ext cx="49" cy="85"/>
            </a:xfrm>
            <a:custGeom>
              <a:avLst/>
              <a:gdLst>
                <a:gd name="T0" fmla="*/ 0 w 245"/>
                <a:gd name="T1" fmla="*/ 3 h 425"/>
                <a:gd name="T2" fmla="*/ 0 w 245"/>
                <a:gd name="T3" fmla="*/ 3 h 425"/>
                <a:gd name="T4" fmla="*/ 0 w 245"/>
                <a:gd name="T5" fmla="*/ 3 h 425"/>
                <a:gd name="T6" fmla="*/ 0 w 245"/>
                <a:gd name="T7" fmla="*/ 3 h 425"/>
                <a:gd name="T8" fmla="*/ 1 w 245"/>
                <a:gd name="T9" fmla="*/ 3 h 425"/>
                <a:gd name="T10" fmla="*/ 1 w 245"/>
                <a:gd name="T11" fmla="*/ 3 h 425"/>
                <a:gd name="T12" fmla="*/ 1 w 245"/>
                <a:gd name="T13" fmla="*/ 3 h 425"/>
                <a:gd name="T14" fmla="*/ 1 w 245"/>
                <a:gd name="T15" fmla="*/ 3 h 425"/>
                <a:gd name="T16" fmla="*/ 1 w 245"/>
                <a:gd name="T17" fmla="*/ 3 h 425"/>
                <a:gd name="T18" fmla="*/ 1 w 245"/>
                <a:gd name="T19" fmla="*/ 2 h 425"/>
                <a:gd name="T20" fmla="*/ 2 w 245"/>
                <a:gd name="T21" fmla="*/ 2 h 425"/>
                <a:gd name="T22" fmla="*/ 2 w 245"/>
                <a:gd name="T23" fmla="*/ 2 h 425"/>
                <a:gd name="T24" fmla="*/ 2 w 245"/>
                <a:gd name="T25" fmla="*/ 2 h 425"/>
                <a:gd name="T26" fmla="*/ 2 w 245"/>
                <a:gd name="T27" fmla="*/ 1 h 425"/>
                <a:gd name="T28" fmla="*/ 2 w 245"/>
                <a:gd name="T29" fmla="*/ 1 h 425"/>
                <a:gd name="T30" fmla="*/ 2 w 245"/>
                <a:gd name="T31" fmla="*/ 1 h 425"/>
                <a:gd name="T32" fmla="*/ 2 w 245"/>
                <a:gd name="T33" fmla="*/ 0 h 425"/>
                <a:gd name="T34" fmla="*/ 2 w 245"/>
                <a:gd name="T35" fmla="*/ 0 h 425"/>
                <a:gd name="T36" fmla="*/ 2 w 245"/>
                <a:gd name="T37" fmla="*/ 0 h 425"/>
                <a:gd name="T38" fmla="*/ 2 w 245"/>
                <a:gd name="T39" fmla="*/ 0 h 425"/>
                <a:gd name="T40" fmla="*/ 2 w 245"/>
                <a:gd name="T41" fmla="*/ 1 h 425"/>
                <a:gd name="T42" fmla="*/ 2 w 245"/>
                <a:gd name="T43" fmla="*/ 1 h 425"/>
                <a:gd name="T44" fmla="*/ 2 w 245"/>
                <a:gd name="T45" fmla="*/ 1 h 425"/>
                <a:gd name="T46" fmla="*/ 2 w 245"/>
                <a:gd name="T47" fmla="*/ 2 h 425"/>
                <a:gd name="T48" fmla="*/ 2 w 245"/>
                <a:gd name="T49" fmla="*/ 2 h 425"/>
                <a:gd name="T50" fmla="*/ 1 w 245"/>
                <a:gd name="T51" fmla="*/ 2 h 425"/>
                <a:gd name="T52" fmla="*/ 1 w 245"/>
                <a:gd name="T53" fmla="*/ 2 h 425"/>
                <a:gd name="T54" fmla="*/ 1 w 245"/>
                <a:gd name="T55" fmla="*/ 3 h 425"/>
                <a:gd name="T56" fmla="*/ 1 w 245"/>
                <a:gd name="T57" fmla="*/ 3 h 425"/>
                <a:gd name="T58" fmla="*/ 1 w 245"/>
                <a:gd name="T59" fmla="*/ 3 h 425"/>
                <a:gd name="T60" fmla="*/ 1 w 245"/>
                <a:gd name="T61" fmla="*/ 3 h 425"/>
                <a:gd name="T62" fmla="*/ 1 w 245"/>
                <a:gd name="T63" fmla="*/ 3 h 425"/>
                <a:gd name="T64" fmla="*/ 0 w 245"/>
                <a:gd name="T65" fmla="*/ 3 h 425"/>
                <a:gd name="T66" fmla="*/ 0 w 245"/>
                <a:gd name="T67" fmla="*/ 3 h 425"/>
                <a:gd name="T68" fmla="*/ 0 w 245"/>
                <a:gd name="T69" fmla="*/ 3 h 425"/>
                <a:gd name="T70" fmla="*/ 0 w 245"/>
                <a:gd name="T71" fmla="*/ 3 h 425"/>
                <a:gd name="T72" fmla="*/ 0 w 245"/>
                <a:gd name="T73" fmla="*/ 3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5"/>
                <a:gd name="T113" fmla="*/ 245 w 245"/>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5">
                  <a:moveTo>
                    <a:pt x="0" y="425"/>
                  </a:moveTo>
                  <a:lnTo>
                    <a:pt x="0" y="425"/>
                  </a:lnTo>
                  <a:lnTo>
                    <a:pt x="26" y="422"/>
                  </a:lnTo>
                  <a:lnTo>
                    <a:pt x="51" y="417"/>
                  </a:lnTo>
                  <a:lnTo>
                    <a:pt x="74" y="406"/>
                  </a:lnTo>
                  <a:lnTo>
                    <a:pt x="96" y="391"/>
                  </a:lnTo>
                  <a:lnTo>
                    <a:pt x="119" y="373"/>
                  </a:lnTo>
                  <a:lnTo>
                    <a:pt x="137" y="351"/>
                  </a:lnTo>
                  <a:lnTo>
                    <a:pt x="156" y="326"/>
                  </a:lnTo>
                  <a:lnTo>
                    <a:pt x="174" y="299"/>
                  </a:lnTo>
                  <a:lnTo>
                    <a:pt x="190" y="269"/>
                  </a:lnTo>
                  <a:lnTo>
                    <a:pt x="204" y="236"/>
                  </a:lnTo>
                  <a:lnTo>
                    <a:pt x="216" y="202"/>
                  </a:lnTo>
                  <a:lnTo>
                    <a:pt x="226" y="163"/>
                  </a:lnTo>
                  <a:lnTo>
                    <a:pt x="235" y="126"/>
                  </a:lnTo>
                  <a:lnTo>
                    <a:pt x="241" y="86"/>
                  </a:lnTo>
                  <a:lnTo>
                    <a:pt x="244" y="43"/>
                  </a:lnTo>
                  <a:lnTo>
                    <a:pt x="245" y="0"/>
                  </a:lnTo>
                  <a:lnTo>
                    <a:pt x="234" y="0"/>
                  </a:lnTo>
                  <a:lnTo>
                    <a:pt x="232" y="43"/>
                  </a:lnTo>
                  <a:lnTo>
                    <a:pt x="229" y="84"/>
                  </a:lnTo>
                  <a:lnTo>
                    <a:pt x="223" y="123"/>
                  </a:lnTo>
                  <a:lnTo>
                    <a:pt x="215" y="161"/>
                  </a:lnTo>
                  <a:lnTo>
                    <a:pt x="204" y="197"/>
                  </a:lnTo>
                  <a:lnTo>
                    <a:pt x="193" y="231"/>
                  </a:lnTo>
                  <a:lnTo>
                    <a:pt x="178" y="264"/>
                  </a:lnTo>
                  <a:lnTo>
                    <a:pt x="164" y="292"/>
                  </a:lnTo>
                  <a:lnTo>
                    <a:pt x="147" y="319"/>
                  </a:lnTo>
                  <a:lnTo>
                    <a:pt x="128" y="344"/>
                  </a:lnTo>
                  <a:lnTo>
                    <a:pt x="109" y="364"/>
                  </a:lnTo>
                  <a:lnTo>
                    <a:pt x="89" y="381"/>
                  </a:lnTo>
                  <a:lnTo>
                    <a:pt x="67" y="394"/>
                  </a:lnTo>
                  <a:lnTo>
                    <a:pt x="46" y="405"/>
                  </a:lnTo>
                  <a:lnTo>
                    <a:pt x="24" y="411"/>
                  </a:lnTo>
                  <a:lnTo>
                    <a:pt x="0" y="413"/>
                  </a:lnTo>
                  <a:lnTo>
                    <a:pt x="0" y="425"/>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6376" name="Freeform 72"/>
            <p:cNvSpPr>
              <a:spLocks/>
            </p:cNvSpPr>
            <p:nvPr/>
          </p:nvSpPr>
          <p:spPr bwMode="auto">
            <a:xfrm>
              <a:off x="1502" y="1836"/>
              <a:ext cx="50" cy="85"/>
            </a:xfrm>
            <a:custGeom>
              <a:avLst/>
              <a:gdLst>
                <a:gd name="T0" fmla="*/ 0 w 246"/>
                <a:gd name="T1" fmla="*/ 0 h 425"/>
                <a:gd name="T2" fmla="*/ 0 w 246"/>
                <a:gd name="T3" fmla="*/ 0 h 425"/>
                <a:gd name="T4" fmla="*/ 0 w 246"/>
                <a:gd name="T5" fmla="*/ 0 h 425"/>
                <a:gd name="T6" fmla="*/ 0 w 246"/>
                <a:gd name="T7" fmla="*/ 1 h 425"/>
                <a:gd name="T8" fmla="*/ 0 w 246"/>
                <a:gd name="T9" fmla="*/ 1 h 425"/>
                <a:gd name="T10" fmla="*/ 0 w 246"/>
                <a:gd name="T11" fmla="*/ 1 h 425"/>
                <a:gd name="T12" fmla="*/ 0 w 246"/>
                <a:gd name="T13" fmla="*/ 2 h 425"/>
                <a:gd name="T14" fmla="*/ 0 w 246"/>
                <a:gd name="T15" fmla="*/ 2 h 425"/>
                <a:gd name="T16" fmla="*/ 0 w 246"/>
                <a:gd name="T17" fmla="*/ 2 h 425"/>
                <a:gd name="T18" fmla="*/ 1 w 246"/>
                <a:gd name="T19" fmla="*/ 2 h 425"/>
                <a:gd name="T20" fmla="*/ 1 w 246"/>
                <a:gd name="T21" fmla="*/ 3 h 425"/>
                <a:gd name="T22" fmla="*/ 1 w 246"/>
                <a:gd name="T23" fmla="*/ 3 h 425"/>
                <a:gd name="T24" fmla="*/ 1 w 246"/>
                <a:gd name="T25" fmla="*/ 3 h 425"/>
                <a:gd name="T26" fmla="*/ 1 w 246"/>
                <a:gd name="T27" fmla="*/ 3 h 425"/>
                <a:gd name="T28" fmla="*/ 1 w 246"/>
                <a:gd name="T29" fmla="*/ 3 h 425"/>
                <a:gd name="T30" fmla="*/ 2 w 246"/>
                <a:gd name="T31" fmla="*/ 3 h 425"/>
                <a:gd name="T32" fmla="*/ 2 w 246"/>
                <a:gd name="T33" fmla="*/ 3 h 425"/>
                <a:gd name="T34" fmla="*/ 2 w 246"/>
                <a:gd name="T35" fmla="*/ 3 h 425"/>
                <a:gd name="T36" fmla="*/ 2 w 246"/>
                <a:gd name="T37" fmla="*/ 3 h 425"/>
                <a:gd name="T38" fmla="*/ 2 w 246"/>
                <a:gd name="T39" fmla="*/ 3 h 425"/>
                <a:gd name="T40" fmla="*/ 2 w 246"/>
                <a:gd name="T41" fmla="*/ 3 h 425"/>
                <a:gd name="T42" fmla="*/ 1 w 246"/>
                <a:gd name="T43" fmla="*/ 3 h 425"/>
                <a:gd name="T44" fmla="*/ 1 w 246"/>
                <a:gd name="T45" fmla="*/ 3 h 425"/>
                <a:gd name="T46" fmla="*/ 1 w 246"/>
                <a:gd name="T47" fmla="*/ 3 h 425"/>
                <a:gd name="T48" fmla="*/ 1 w 246"/>
                <a:gd name="T49" fmla="*/ 3 h 425"/>
                <a:gd name="T50" fmla="*/ 1 w 246"/>
                <a:gd name="T51" fmla="*/ 3 h 425"/>
                <a:gd name="T52" fmla="*/ 1 w 246"/>
                <a:gd name="T53" fmla="*/ 2 h 425"/>
                <a:gd name="T54" fmla="*/ 1 w 246"/>
                <a:gd name="T55" fmla="*/ 2 h 425"/>
                <a:gd name="T56" fmla="*/ 0 w 246"/>
                <a:gd name="T57" fmla="*/ 2 h 425"/>
                <a:gd name="T58" fmla="*/ 0 w 246"/>
                <a:gd name="T59" fmla="*/ 2 h 425"/>
                <a:gd name="T60" fmla="*/ 0 w 246"/>
                <a:gd name="T61" fmla="*/ 1 h 425"/>
                <a:gd name="T62" fmla="*/ 0 w 246"/>
                <a:gd name="T63" fmla="*/ 1 h 425"/>
                <a:gd name="T64" fmla="*/ 0 w 246"/>
                <a:gd name="T65" fmla="*/ 1 h 425"/>
                <a:gd name="T66" fmla="*/ 0 w 246"/>
                <a:gd name="T67" fmla="*/ 0 h 425"/>
                <a:gd name="T68" fmla="*/ 0 w 246"/>
                <a:gd name="T69" fmla="*/ 0 h 425"/>
                <a:gd name="T70" fmla="*/ 0 w 246"/>
                <a:gd name="T71" fmla="*/ 0 h 425"/>
                <a:gd name="T72" fmla="*/ 0 w 246"/>
                <a:gd name="T73" fmla="*/ 0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5"/>
                <a:gd name="T113" fmla="*/ 246 w 246"/>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5">
                  <a:moveTo>
                    <a:pt x="0" y="0"/>
                  </a:moveTo>
                  <a:lnTo>
                    <a:pt x="0" y="0"/>
                  </a:lnTo>
                  <a:lnTo>
                    <a:pt x="2" y="43"/>
                  </a:lnTo>
                  <a:lnTo>
                    <a:pt x="5" y="86"/>
                  </a:lnTo>
                  <a:lnTo>
                    <a:pt x="11" y="126"/>
                  </a:lnTo>
                  <a:lnTo>
                    <a:pt x="19" y="163"/>
                  </a:lnTo>
                  <a:lnTo>
                    <a:pt x="30" y="202"/>
                  </a:lnTo>
                  <a:lnTo>
                    <a:pt x="41" y="236"/>
                  </a:lnTo>
                  <a:lnTo>
                    <a:pt x="55" y="269"/>
                  </a:lnTo>
                  <a:lnTo>
                    <a:pt x="73" y="299"/>
                  </a:lnTo>
                  <a:lnTo>
                    <a:pt x="89" y="326"/>
                  </a:lnTo>
                  <a:lnTo>
                    <a:pt x="108" y="351"/>
                  </a:lnTo>
                  <a:lnTo>
                    <a:pt x="128" y="373"/>
                  </a:lnTo>
                  <a:lnTo>
                    <a:pt x="150" y="391"/>
                  </a:lnTo>
                  <a:lnTo>
                    <a:pt x="171" y="406"/>
                  </a:lnTo>
                  <a:lnTo>
                    <a:pt x="196" y="417"/>
                  </a:lnTo>
                  <a:lnTo>
                    <a:pt x="221" y="422"/>
                  </a:lnTo>
                  <a:lnTo>
                    <a:pt x="246" y="425"/>
                  </a:lnTo>
                  <a:lnTo>
                    <a:pt x="246" y="413"/>
                  </a:lnTo>
                  <a:lnTo>
                    <a:pt x="223" y="411"/>
                  </a:lnTo>
                  <a:lnTo>
                    <a:pt x="201" y="405"/>
                  </a:lnTo>
                  <a:lnTo>
                    <a:pt x="178" y="394"/>
                  </a:lnTo>
                  <a:lnTo>
                    <a:pt x="157" y="381"/>
                  </a:lnTo>
                  <a:lnTo>
                    <a:pt x="137" y="364"/>
                  </a:lnTo>
                  <a:lnTo>
                    <a:pt x="117" y="344"/>
                  </a:lnTo>
                  <a:lnTo>
                    <a:pt x="99" y="319"/>
                  </a:lnTo>
                  <a:lnTo>
                    <a:pt x="82" y="292"/>
                  </a:lnTo>
                  <a:lnTo>
                    <a:pt x="67" y="264"/>
                  </a:lnTo>
                  <a:lnTo>
                    <a:pt x="53" y="231"/>
                  </a:lnTo>
                  <a:lnTo>
                    <a:pt x="41" y="197"/>
                  </a:lnTo>
                  <a:lnTo>
                    <a:pt x="31" y="161"/>
                  </a:lnTo>
                  <a:lnTo>
                    <a:pt x="23" y="123"/>
                  </a:lnTo>
                  <a:lnTo>
                    <a:pt x="17" y="84"/>
                  </a:lnTo>
                  <a:lnTo>
                    <a:pt x="13" y="4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6377" name="Freeform 73"/>
            <p:cNvSpPr>
              <a:spLocks/>
            </p:cNvSpPr>
            <p:nvPr/>
          </p:nvSpPr>
          <p:spPr bwMode="auto">
            <a:xfrm>
              <a:off x="1502" y="1751"/>
              <a:ext cx="50" cy="85"/>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2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1" y="2"/>
                  </a:lnTo>
                  <a:lnTo>
                    <a:pt x="196" y="8"/>
                  </a:lnTo>
                  <a:lnTo>
                    <a:pt x="171" y="19"/>
                  </a:lnTo>
                  <a:lnTo>
                    <a:pt x="150" y="34"/>
                  </a:lnTo>
                  <a:lnTo>
                    <a:pt x="128" y="52"/>
                  </a:lnTo>
                  <a:lnTo>
                    <a:pt x="108" y="74"/>
                  </a:lnTo>
                  <a:lnTo>
                    <a:pt x="89" y="98"/>
                  </a:lnTo>
                  <a:lnTo>
                    <a:pt x="73" y="125"/>
                  </a:lnTo>
                  <a:lnTo>
                    <a:pt x="55" y="156"/>
                  </a:lnTo>
                  <a:lnTo>
                    <a:pt x="41" y="189"/>
                  </a:lnTo>
                  <a:lnTo>
                    <a:pt x="30" y="223"/>
                  </a:lnTo>
                  <a:lnTo>
                    <a:pt x="19" y="261"/>
                  </a:lnTo>
                  <a:lnTo>
                    <a:pt x="11" y="299"/>
                  </a:lnTo>
                  <a:lnTo>
                    <a:pt x="5" y="339"/>
                  </a:lnTo>
                  <a:lnTo>
                    <a:pt x="2" y="382"/>
                  </a:lnTo>
                  <a:lnTo>
                    <a:pt x="0" y="424"/>
                  </a:lnTo>
                  <a:lnTo>
                    <a:pt x="12" y="424"/>
                  </a:lnTo>
                  <a:lnTo>
                    <a:pt x="13" y="382"/>
                  </a:lnTo>
                  <a:lnTo>
                    <a:pt x="17" y="341"/>
                  </a:lnTo>
                  <a:lnTo>
                    <a:pt x="23" y="301"/>
                  </a:lnTo>
                  <a:lnTo>
                    <a:pt x="31" y="264"/>
                  </a:lnTo>
                  <a:lnTo>
                    <a:pt x="41" y="227"/>
                  </a:lnTo>
                  <a:lnTo>
                    <a:pt x="53" y="193"/>
                  </a:lnTo>
                  <a:lnTo>
                    <a:pt x="67" y="161"/>
                  </a:lnTo>
                  <a:lnTo>
                    <a:pt x="82" y="132"/>
                  </a:lnTo>
                  <a:lnTo>
                    <a:pt x="99" y="105"/>
                  </a:lnTo>
                  <a:lnTo>
                    <a:pt x="117" y="81"/>
                  </a:lnTo>
                  <a:lnTo>
                    <a:pt x="137" y="61"/>
                  </a:lnTo>
                  <a:lnTo>
                    <a:pt x="157" y="43"/>
                  </a:lnTo>
                  <a:lnTo>
                    <a:pt x="178" y="30"/>
                  </a:lnTo>
                  <a:lnTo>
                    <a:pt x="201" y="20"/>
                  </a:lnTo>
                  <a:lnTo>
                    <a:pt x="223" y="14"/>
                  </a:lnTo>
                  <a:lnTo>
                    <a:pt x="246" y="12"/>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6378" name="Freeform 74"/>
            <p:cNvSpPr>
              <a:spLocks/>
            </p:cNvSpPr>
            <p:nvPr/>
          </p:nvSpPr>
          <p:spPr bwMode="auto">
            <a:xfrm>
              <a:off x="1565" y="2016"/>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0" y="339"/>
                  </a:lnTo>
                  <a:lnTo>
                    <a:pt x="234" y="299"/>
                  </a:lnTo>
                  <a:lnTo>
                    <a:pt x="226" y="261"/>
                  </a:lnTo>
                  <a:lnTo>
                    <a:pt x="216" y="223"/>
                  </a:lnTo>
                  <a:lnTo>
                    <a:pt x="204" y="189"/>
                  </a:lnTo>
                  <a:lnTo>
                    <a:pt x="190" y="156"/>
                  </a:lnTo>
                  <a:lnTo>
                    <a:pt x="174" y="125"/>
                  </a:lnTo>
                  <a:lnTo>
                    <a:pt x="156" y="98"/>
                  </a:lnTo>
                  <a:lnTo>
                    <a:pt x="138" y="74"/>
                  </a:lnTo>
                  <a:lnTo>
                    <a:pt x="118" y="51"/>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9" y="81"/>
                  </a:lnTo>
                  <a:lnTo>
                    <a:pt x="147" y="105"/>
                  </a:lnTo>
                  <a:lnTo>
                    <a:pt x="164" y="132"/>
                  </a:lnTo>
                  <a:lnTo>
                    <a:pt x="178" y="160"/>
                  </a:lnTo>
                  <a:lnTo>
                    <a:pt x="192" y="193"/>
                  </a:lnTo>
                  <a:lnTo>
                    <a:pt x="204" y="227"/>
                  </a:lnTo>
                  <a:lnTo>
                    <a:pt x="215" y="264"/>
                  </a:lnTo>
                  <a:lnTo>
                    <a:pt x="223" y="301"/>
                  </a:lnTo>
                  <a:lnTo>
                    <a:pt x="229"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6379" name="Freeform 75"/>
            <p:cNvSpPr>
              <a:spLocks/>
            </p:cNvSpPr>
            <p:nvPr/>
          </p:nvSpPr>
          <p:spPr bwMode="auto">
            <a:xfrm>
              <a:off x="1565" y="2101"/>
              <a:ext cx="49" cy="85"/>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6" y="423"/>
                  </a:lnTo>
                  <a:lnTo>
                    <a:pt x="51" y="418"/>
                  </a:lnTo>
                  <a:lnTo>
                    <a:pt x="74" y="407"/>
                  </a:lnTo>
                  <a:lnTo>
                    <a:pt x="96" y="392"/>
                  </a:lnTo>
                  <a:lnTo>
                    <a:pt x="118" y="373"/>
                  </a:lnTo>
                  <a:lnTo>
                    <a:pt x="138" y="351"/>
                  </a:lnTo>
                  <a:lnTo>
                    <a:pt x="156" y="327"/>
                  </a:lnTo>
                  <a:lnTo>
                    <a:pt x="175" y="299"/>
                  </a:lnTo>
                  <a:lnTo>
                    <a:pt x="190" y="269"/>
                  </a:lnTo>
                  <a:lnTo>
                    <a:pt x="204" y="236"/>
                  </a:lnTo>
                  <a:lnTo>
                    <a:pt x="216" y="202"/>
                  </a:lnTo>
                  <a:lnTo>
                    <a:pt x="226" y="164"/>
                  </a:lnTo>
                  <a:lnTo>
                    <a:pt x="234" y="126"/>
                  </a:lnTo>
                  <a:lnTo>
                    <a:pt x="240" y="86"/>
                  </a:lnTo>
                  <a:lnTo>
                    <a:pt x="244" y="42"/>
                  </a:lnTo>
                  <a:lnTo>
                    <a:pt x="245" y="0"/>
                  </a:lnTo>
                  <a:lnTo>
                    <a:pt x="233" y="0"/>
                  </a:lnTo>
                  <a:lnTo>
                    <a:pt x="232" y="42"/>
                  </a:lnTo>
                  <a:lnTo>
                    <a:pt x="229" y="83"/>
                  </a:lnTo>
                  <a:lnTo>
                    <a:pt x="223" y="123"/>
                  </a:lnTo>
                  <a:lnTo>
                    <a:pt x="215" y="162"/>
                  </a:lnTo>
                  <a:lnTo>
                    <a:pt x="204" y="197"/>
                  </a:lnTo>
                  <a:lnTo>
                    <a:pt x="192" y="231"/>
                  </a:lnTo>
                  <a:lnTo>
                    <a:pt x="178" y="264"/>
                  </a:lnTo>
                  <a:lnTo>
                    <a:pt x="163" y="292"/>
                  </a:lnTo>
                  <a:lnTo>
                    <a:pt x="147" y="320"/>
                  </a:lnTo>
                  <a:lnTo>
                    <a:pt x="129" y="344"/>
                  </a:lnTo>
                  <a:lnTo>
                    <a:pt x="109" y="364"/>
                  </a:lnTo>
                  <a:lnTo>
                    <a:pt x="89" y="382"/>
                  </a:lnTo>
                  <a:lnTo>
                    <a:pt x="67" y="395"/>
                  </a:lnTo>
                  <a:lnTo>
                    <a:pt x="46" y="406"/>
                  </a:lnTo>
                  <a:lnTo>
                    <a:pt x="24"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6380" name="Freeform 76"/>
            <p:cNvSpPr>
              <a:spLocks/>
            </p:cNvSpPr>
            <p:nvPr/>
          </p:nvSpPr>
          <p:spPr bwMode="auto">
            <a:xfrm>
              <a:off x="1516" y="2101"/>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5" y="86"/>
                  </a:lnTo>
                  <a:lnTo>
                    <a:pt x="11" y="126"/>
                  </a:lnTo>
                  <a:lnTo>
                    <a:pt x="19" y="164"/>
                  </a:lnTo>
                  <a:lnTo>
                    <a:pt x="30" y="202"/>
                  </a:lnTo>
                  <a:lnTo>
                    <a:pt x="41" y="236"/>
                  </a:lnTo>
                  <a:lnTo>
                    <a:pt x="55" y="269"/>
                  </a:lnTo>
                  <a:lnTo>
                    <a:pt x="71" y="299"/>
                  </a:lnTo>
                  <a:lnTo>
                    <a:pt x="89" y="327"/>
                  </a:lnTo>
                  <a:lnTo>
                    <a:pt x="107" y="351"/>
                  </a:lnTo>
                  <a:lnTo>
                    <a:pt x="127" y="373"/>
                  </a:lnTo>
                  <a:lnTo>
                    <a:pt x="149" y="392"/>
                  </a:lnTo>
                  <a:lnTo>
                    <a:pt x="171" y="407"/>
                  </a:lnTo>
                  <a:lnTo>
                    <a:pt x="195" y="418"/>
                  </a:lnTo>
                  <a:lnTo>
                    <a:pt x="219" y="423"/>
                  </a:lnTo>
                  <a:lnTo>
                    <a:pt x="245" y="426"/>
                  </a:lnTo>
                  <a:lnTo>
                    <a:pt x="245" y="414"/>
                  </a:lnTo>
                  <a:lnTo>
                    <a:pt x="222" y="412"/>
                  </a:lnTo>
                  <a:lnTo>
                    <a:pt x="199" y="406"/>
                  </a:lnTo>
                  <a:lnTo>
                    <a:pt x="178" y="395"/>
                  </a:lnTo>
                  <a:lnTo>
                    <a:pt x="156" y="382"/>
                  </a:lnTo>
                  <a:lnTo>
                    <a:pt x="136" y="364"/>
                  </a:lnTo>
                  <a:lnTo>
                    <a:pt x="116" y="344"/>
                  </a:lnTo>
                  <a:lnTo>
                    <a:pt x="99" y="320"/>
                  </a:lnTo>
                  <a:lnTo>
                    <a:pt x="82" y="292"/>
                  </a:lnTo>
                  <a:lnTo>
                    <a:pt x="67" y="264"/>
                  </a:lnTo>
                  <a:lnTo>
                    <a:pt x="53" y="231"/>
                  </a:lnTo>
                  <a:lnTo>
                    <a:pt x="41" y="197"/>
                  </a:lnTo>
                  <a:lnTo>
                    <a:pt x="31" y="162"/>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6381" name="Freeform 77"/>
            <p:cNvSpPr>
              <a:spLocks/>
            </p:cNvSpPr>
            <p:nvPr/>
          </p:nvSpPr>
          <p:spPr bwMode="auto">
            <a:xfrm>
              <a:off x="1516" y="2016"/>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5" y="8"/>
                  </a:lnTo>
                  <a:lnTo>
                    <a:pt x="171" y="19"/>
                  </a:lnTo>
                  <a:lnTo>
                    <a:pt x="149" y="34"/>
                  </a:lnTo>
                  <a:lnTo>
                    <a:pt x="127" y="51"/>
                  </a:lnTo>
                  <a:lnTo>
                    <a:pt x="107" y="74"/>
                  </a:lnTo>
                  <a:lnTo>
                    <a:pt x="89" y="98"/>
                  </a:lnTo>
                  <a:lnTo>
                    <a:pt x="72" y="125"/>
                  </a:lnTo>
                  <a:lnTo>
                    <a:pt x="55" y="156"/>
                  </a:lnTo>
                  <a:lnTo>
                    <a:pt x="41" y="189"/>
                  </a:lnTo>
                  <a:lnTo>
                    <a:pt x="30" y="223"/>
                  </a:lnTo>
                  <a:lnTo>
                    <a:pt x="19" y="261"/>
                  </a:lnTo>
                  <a:lnTo>
                    <a:pt x="11" y="299"/>
                  </a:lnTo>
                  <a:lnTo>
                    <a:pt x="5" y="339"/>
                  </a:lnTo>
                  <a:lnTo>
                    <a:pt x="1" y="382"/>
                  </a:lnTo>
                  <a:lnTo>
                    <a:pt x="0" y="424"/>
                  </a:lnTo>
                  <a:lnTo>
                    <a:pt x="12" y="424"/>
                  </a:lnTo>
                  <a:lnTo>
                    <a:pt x="13" y="382"/>
                  </a:lnTo>
                  <a:lnTo>
                    <a:pt x="17" y="341"/>
                  </a:lnTo>
                  <a:lnTo>
                    <a:pt x="23" y="301"/>
                  </a:lnTo>
                  <a:lnTo>
                    <a:pt x="31" y="264"/>
                  </a:lnTo>
                  <a:lnTo>
                    <a:pt x="41" y="227"/>
                  </a:lnTo>
                  <a:lnTo>
                    <a:pt x="53" y="193"/>
                  </a:lnTo>
                  <a:lnTo>
                    <a:pt x="67" y="160"/>
                  </a:lnTo>
                  <a:lnTo>
                    <a:pt x="81" y="132"/>
                  </a:lnTo>
                  <a:lnTo>
                    <a:pt x="99" y="105"/>
                  </a:lnTo>
                  <a:lnTo>
                    <a:pt x="116" y="81"/>
                  </a:lnTo>
                  <a:lnTo>
                    <a:pt x="136" y="61"/>
                  </a:lnTo>
                  <a:lnTo>
                    <a:pt x="156" y="43"/>
                  </a:lnTo>
                  <a:lnTo>
                    <a:pt x="178" y="30"/>
                  </a:lnTo>
                  <a:lnTo>
                    <a:pt x="199" y="20"/>
                  </a:lnTo>
                  <a:lnTo>
                    <a:pt x="222"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sp>
        <p:nvSpPr>
          <p:cNvPr id="56328" name="Rectangle 79"/>
          <p:cNvSpPr>
            <a:spLocks noChangeArrowheads="1"/>
          </p:cNvSpPr>
          <p:nvPr/>
        </p:nvSpPr>
        <p:spPr bwMode="auto">
          <a:xfrm>
            <a:off x="611188" y="0"/>
            <a:ext cx="6388100" cy="6477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3000"/>
              <a:t>Sem. 1 - Lundi</a:t>
            </a:r>
          </a:p>
        </p:txBody>
      </p:sp>
      <p:sp>
        <p:nvSpPr>
          <p:cNvPr id="56329" name="Text Box 80"/>
          <p:cNvSpPr txBox="1">
            <a:spLocks noChangeArrowheads="1"/>
          </p:cNvSpPr>
          <p:nvPr/>
        </p:nvSpPr>
        <p:spPr bwMode="auto">
          <a:xfrm>
            <a:off x="566738" y="2697163"/>
            <a:ext cx="3217862"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2. Pas de commandes</a:t>
            </a:r>
          </a:p>
        </p:txBody>
      </p:sp>
      <p:sp>
        <p:nvSpPr>
          <p:cNvPr id="56330" name="Text Box 81"/>
          <p:cNvSpPr txBox="1">
            <a:spLocks noChangeArrowheads="1"/>
          </p:cNvSpPr>
          <p:nvPr/>
        </p:nvSpPr>
        <p:spPr bwMode="auto">
          <a:xfrm>
            <a:off x="566738" y="5211763"/>
            <a:ext cx="6543675" cy="4429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eaLnBrk="1" hangingPunct="1">
              <a:spcBef>
                <a:spcPct val="0"/>
              </a:spcBef>
              <a:buFontTx/>
              <a:buNone/>
            </a:pPr>
            <a:r>
              <a:rPr lang="fr-FR" altLang="fr-FR" sz="2300"/>
              <a:t>4. Pointez la production sur votre feuille de suivi</a:t>
            </a:r>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7346" name="Group 2"/>
          <p:cNvGrpSpPr>
            <a:grpSpLocks/>
          </p:cNvGrpSpPr>
          <p:nvPr/>
        </p:nvGrpSpPr>
        <p:grpSpPr bwMode="auto">
          <a:xfrm>
            <a:off x="7073900" y="215900"/>
            <a:ext cx="1878013" cy="1250950"/>
            <a:chOff x="4456" y="136"/>
            <a:chExt cx="1183" cy="788"/>
          </a:xfrm>
        </p:grpSpPr>
        <p:grpSp>
          <p:nvGrpSpPr>
            <p:cNvPr id="57406" name="Group 3"/>
            <p:cNvGrpSpPr>
              <a:grpSpLocks/>
            </p:cNvGrpSpPr>
            <p:nvPr/>
          </p:nvGrpSpPr>
          <p:grpSpPr bwMode="auto">
            <a:xfrm>
              <a:off x="4766" y="232"/>
              <a:ext cx="873" cy="692"/>
              <a:chOff x="2185" y="310"/>
              <a:chExt cx="873" cy="692"/>
            </a:xfrm>
          </p:grpSpPr>
          <p:sp>
            <p:nvSpPr>
              <p:cNvPr id="57417" name="Freeform 4"/>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accent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7418" name="Freeform 5"/>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7419" name="Freeform 6"/>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7420" name="Freeform 7"/>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7421" name="Freeform 8"/>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7422" name="Freeform 9"/>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7423" name="Freeform 10"/>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grpSp>
          <p:nvGrpSpPr>
            <p:cNvPr id="57407" name="Group 11"/>
            <p:cNvGrpSpPr>
              <a:grpSpLocks/>
            </p:cNvGrpSpPr>
            <p:nvPr/>
          </p:nvGrpSpPr>
          <p:grpSpPr bwMode="auto">
            <a:xfrm>
              <a:off x="4949" y="336"/>
              <a:ext cx="591" cy="468"/>
              <a:chOff x="2185" y="310"/>
              <a:chExt cx="873" cy="692"/>
            </a:xfrm>
          </p:grpSpPr>
          <p:sp>
            <p:nvSpPr>
              <p:cNvPr id="57410" name="Freeform 12"/>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7411" name="Freeform 13"/>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7412" name="Freeform 14"/>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7413" name="Freeform 15"/>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7414" name="Freeform 16"/>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7415" name="Freeform 17"/>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7416" name="Freeform 18"/>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pic>
          <p:nvPicPr>
            <p:cNvPr id="57408" name="Picture 19"/>
            <p:cNvPicPr>
              <a:picLocks noChangeAspect="1" noChangeArrowheads="1"/>
            </p:cNvPicPr>
            <p:nvPr/>
          </p:nvPicPr>
          <p:blipFill>
            <a:blip r:embed="rId3" cstate="print">
              <a:extLst>
                <a:ext uri="{28A0092B-C50C-407E-A947-70E740481C1C}">
                  <a14:useLocalDpi xmlns:a14="http://schemas.microsoft.com/office/drawing/2010/main" val="0"/>
                </a:ext>
              </a:extLst>
            </a:blip>
            <a:srcRect l="-4282" t="-4369" r="-5199" b="-12012"/>
            <a:stretch>
              <a:fillRect/>
            </a:stretch>
          </p:blipFill>
          <p:spPr bwMode="auto">
            <a:xfrm>
              <a:off x="4456" y="136"/>
              <a:ext cx="480" cy="5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7409" name="Text Box 20"/>
            <p:cNvSpPr txBox="1">
              <a:spLocks noChangeArrowheads="1"/>
            </p:cNvSpPr>
            <p:nvPr/>
          </p:nvSpPr>
          <p:spPr bwMode="auto">
            <a:xfrm>
              <a:off x="5066" y="314"/>
              <a:ext cx="356" cy="49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4500" b="1">
                  <a:solidFill>
                    <a:srgbClr val="FF0000"/>
                  </a:solidFill>
                  <a:latin typeface="Arial Black" pitchFamily="34" charset="0"/>
                </a:rPr>
                <a:t>8</a:t>
              </a:r>
              <a:endParaRPr lang="fr-FR" altLang="fr-FR" sz="3200">
                <a:solidFill>
                  <a:schemeClr val="tx1"/>
                </a:solidFill>
                <a:latin typeface="Arial Black" pitchFamily="34" charset="0"/>
              </a:endParaRPr>
            </a:p>
          </p:txBody>
        </p:sp>
      </p:grpSp>
      <p:sp>
        <p:nvSpPr>
          <p:cNvPr id="57348" name="Text Box 23"/>
          <p:cNvSpPr txBox="1">
            <a:spLocks noChangeArrowheads="1"/>
          </p:cNvSpPr>
          <p:nvPr/>
        </p:nvSpPr>
        <p:spPr bwMode="auto">
          <a:xfrm>
            <a:off x="566738" y="1363663"/>
            <a:ext cx="1946275"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1. Tirez le dé</a:t>
            </a:r>
          </a:p>
        </p:txBody>
      </p:sp>
      <p:sp>
        <p:nvSpPr>
          <p:cNvPr id="57349" name="Text Box 24"/>
          <p:cNvSpPr txBox="1">
            <a:spLocks noChangeArrowheads="1"/>
          </p:cNvSpPr>
          <p:nvPr/>
        </p:nvSpPr>
        <p:spPr bwMode="auto">
          <a:xfrm>
            <a:off x="566738" y="3935413"/>
            <a:ext cx="18796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3. Produisez</a:t>
            </a:r>
          </a:p>
        </p:txBody>
      </p:sp>
      <p:grpSp>
        <p:nvGrpSpPr>
          <p:cNvPr id="57350" name="Group 26"/>
          <p:cNvGrpSpPr>
            <a:grpSpLocks/>
          </p:cNvGrpSpPr>
          <p:nvPr/>
        </p:nvGrpSpPr>
        <p:grpSpPr bwMode="auto">
          <a:xfrm>
            <a:off x="2986088" y="1306513"/>
            <a:ext cx="446087" cy="534987"/>
            <a:chOff x="868" y="1439"/>
            <a:chExt cx="811" cy="972"/>
          </a:xfrm>
        </p:grpSpPr>
        <p:sp>
          <p:nvSpPr>
            <p:cNvPr id="57355" name="Freeform 27"/>
            <p:cNvSpPr>
              <a:spLocks/>
            </p:cNvSpPr>
            <p:nvPr/>
          </p:nvSpPr>
          <p:spPr bwMode="auto">
            <a:xfrm>
              <a:off x="1548" y="2014"/>
              <a:ext cx="123" cy="100"/>
            </a:xfrm>
            <a:custGeom>
              <a:avLst/>
              <a:gdLst>
                <a:gd name="T0" fmla="*/ 5 w 618"/>
                <a:gd name="T1" fmla="*/ 0 h 502"/>
                <a:gd name="T2" fmla="*/ 5 w 618"/>
                <a:gd name="T3" fmla="*/ 0 h 502"/>
                <a:gd name="T4" fmla="*/ 0 w 618"/>
                <a:gd name="T5" fmla="*/ 4 h 502"/>
                <a:gd name="T6" fmla="*/ 0 w 618"/>
                <a:gd name="T7" fmla="*/ 4 h 502"/>
                <a:gd name="T8" fmla="*/ 5 w 618"/>
                <a:gd name="T9" fmla="*/ 0 h 502"/>
                <a:gd name="T10" fmla="*/ 5 w 618"/>
                <a:gd name="T11" fmla="*/ 0 h 502"/>
                <a:gd name="T12" fmla="*/ 5 w 618"/>
                <a:gd name="T13" fmla="*/ 0 h 502"/>
                <a:gd name="T14" fmla="*/ 5 w 618"/>
                <a:gd name="T15" fmla="*/ 0 h 502"/>
                <a:gd name="T16" fmla="*/ 5 w 618"/>
                <a:gd name="T17" fmla="*/ 0 h 502"/>
                <a:gd name="T18" fmla="*/ 5 w 618"/>
                <a:gd name="T19" fmla="*/ 0 h 502"/>
                <a:gd name="T20" fmla="*/ 5 w 618"/>
                <a:gd name="T21" fmla="*/ 0 h 502"/>
                <a:gd name="T22" fmla="*/ 5 w 618"/>
                <a:gd name="T23" fmla="*/ 0 h 502"/>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618"/>
                <a:gd name="T37" fmla="*/ 0 h 502"/>
                <a:gd name="T38" fmla="*/ 618 w 618"/>
                <a:gd name="T39" fmla="*/ 502 h 502"/>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618" h="502">
                  <a:moveTo>
                    <a:pt x="611" y="0"/>
                  </a:moveTo>
                  <a:lnTo>
                    <a:pt x="606" y="2"/>
                  </a:lnTo>
                  <a:lnTo>
                    <a:pt x="0" y="490"/>
                  </a:lnTo>
                  <a:lnTo>
                    <a:pt x="10" y="502"/>
                  </a:lnTo>
                  <a:lnTo>
                    <a:pt x="616" y="14"/>
                  </a:lnTo>
                  <a:lnTo>
                    <a:pt x="611" y="16"/>
                  </a:lnTo>
                  <a:lnTo>
                    <a:pt x="616" y="14"/>
                  </a:lnTo>
                  <a:lnTo>
                    <a:pt x="618" y="9"/>
                  </a:lnTo>
                  <a:lnTo>
                    <a:pt x="617" y="3"/>
                  </a:lnTo>
                  <a:lnTo>
                    <a:pt x="612" y="1"/>
                  </a:lnTo>
                  <a:lnTo>
                    <a:pt x="606" y="2"/>
                  </a:lnTo>
                  <a:lnTo>
                    <a:pt x="611"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7356" name="Freeform 28"/>
            <p:cNvSpPr>
              <a:spLocks/>
            </p:cNvSpPr>
            <p:nvPr/>
          </p:nvSpPr>
          <p:spPr bwMode="auto">
            <a:xfrm>
              <a:off x="876" y="1852"/>
              <a:ext cx="82" cy="373"/>
            </a:xfrm>
            <a:custGeom>
              <a:avLst/>
              <a:gdLst>
                <a:gd name="T0" fmla="*/ 3 w 413"/>
                <a:gd name="T1" fmla="*/ 15 h 1865"/>
                <a:gd name="T2" fmla="*/ 3 w 413"/>
                <a:gd name="T3" fmla="*/ 15 h 1865"/>
                <a:gd name="T4" fmla="*/ 0 w 413"/>
                <a:gd name="T5" fmla="*/ 0 h 1865"/>
                <a:gd name="T6" fmla="*/ 0 w 413"/>
                <a:gd name="T7" fmla="*/ 0 h 1865"/>
                <a:gd name="T8" fmla="*/ 3 w 413"/>
                <a:gd name="T9" fmla="*/ 15 h 1865"/>
                <a:gd name="T10" fmla="*/ 3 w 413"/>
                <a:gd name="T11" fmla="*/ 15 h 1865"/>
                <a:gd name="T12" fmla="*/ 3 w 413"/>
                <a:gd name="T13" fmla="*/ 15 h 1865"/>
                <a:gd name="T14" fmla="*/ 3 w 413"/>
                <a:gd name="T15" fmla="*/ 15 h 1865"/>
                <a:gd name="T16" fmla="*/ 3 w 413"/>
                <a:gd name="T17" fmla="*/ 15 h 1865"/>
                <a:gd name="T18" fmla="*/ 3 w 413"/>
                <a:gd name="T19" fmla="*/ 15 h 1865"/>
                <a:gd name="T20" fmla="*/ 3 w 413"/>
                <a:gd name="T21" fmla="*/ 15 h 1865"/>
                <a:gd name="T22" fmla="*/ 3 w 413"/>
                <a:gd name="T23" fmla="*/ 15 h 186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413"/>
                <a:gd name="T37" fmla="*/ 0 h 1865"/>
                <a:gd name="T38" fmla="*/ 413 w 413"/>
                <a:gd name="T39" fmla="*/ 1865 h 1865"/>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413" h="1865">
                  <a:moveTo>
                    <a:pt x="400" y="1864"/>
                  </a:moveTo>
                  <a:lnTo>
                    <a:pt x="413" y="1856"/>
                  </a:lnTo>
                  <a:lnTo>
                    <a:pt x="17" y="0"/>
                  </a:lnTo>
                  <a:lnTo>
                    <a:pt x="0" y="2"/>
                  </a:lnTo>
                  <a:lnTo>
                    <a:pt x="396" y="1858"/>
                  </a:lnTo>
                  <a:lnTo>
                    <a:pt x="409" y="1850"/>
                  </a:lnTo>
                  <a:lnTo>
                    <a:pt x="396" y="1858"/>
                  </a:lnTo>
                  <a:lnTo>
                    <a:pt x="400" y="1864"/>
                  </a:lnTo>
                  <a:lnTo>
                    <a:pt x="406" y="1865"/>
                  </a:lnTo>
                  <a:lnTo>
                    <a:pt x="410" y="1862"/>
                  </a:lnTo>
                  <a:lnTo>
                    <a:pt x="413" y="1856"/>
                  </a:lnTo>
                  <a:lnTo>
                    <a:pt x="400" y="186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7357" name="Freeform 29"/>
            <p:cNvSpPr>
              <a:spLocks/>
            </p:cNvSpPr>
            <p:nvPr/>
          </p:nvSpPr>
          <p:spPr bwMode="auto">
            <a:xfrm>
              <a:off x="1282" y="1533"/>
              <a:ext cx="35" cy="161"/>
            </a:xfrm>
            <a:custGeom>
              <a:avLst/>
              <a:gdLst>
                <a:gd name="T0" fmla="*/ 1 w 175"/>
                <a:gd name="T1" fmla="*/ 6 h 807"/>
                <a:gd name="T2" fmla="*/ 1 w 175"/>
                <a:gd name="T3" fmla="*/ 6 h 807"/>
                <a:gd name="T4" fmla="*/ 1 w 175"/>
                <a:gd name="T5" fmla="*/ 6 h 807"/>
                <a:gd name="T6" fmla="*/ 1 w 175"/>
                <a:gd name="T7" fmla="*/ 5 h 807"/>
                <a:gd name="T8" fmla="*/ 1 w 175"/>
                <a:gd name="T9" fmla="*/ 5 h 807"/>
                <a:gd name="T10" fmla="*/ 1 w 175"/>
                <a:gd name="T11" fmla="*/ 5 h 807"/>
                <a:gd name="T12" fmla="*/ 1 w 175"/>
                <a:gd name="T13" fmla="*/ 4 h 807"/>
                <a:gd name="T14" fmla="*/ 1 w 175"/>
                <a:gd name="T15" fmla="*/ 4 h 807"/>
                <a:gd name="T16" fmla="*/ 1 w 175"/>
                <a:gd name="T17" fmla="*/ 3 h 807"/>
                <a:gd name="T18" fmla="*/ 1 w 175"/>
                <a:gd name="T19" fmla="*/ 3 h 807"/>
                <a:gd name="T20" fmla="*/ 1 w 175"/>
                <a:gd name="T21" fmla="*/ 3 h 807"/>
                <a:gd name="T22" fmla="*/ 1 w 175"/>
                <a:gd name="T23" fmla="*/ 2 h 807"/>
                <a:gd name="T24" fmla="*/ 1 w 175"/>
                <a:gd name="T25" fmla="*/ 2 h 807"/>
                <a:gd name="T26" fmla="*/ 1 w 175"/>
                <a:gd name="T27" fmla="*/ 2 h 807"/>
                <a:gd name="T28" fmla="*/ 1 w 175"/>
                <a:gd name="T29" fmla="*/ 1 h 807"/>
                <a:gd name="T30" fmla="*/ 1 w 175"/>
                <a:gd name="T31" fmla="*/ 1 h 807"/>
                <a:gd name="T32" fmla="*/ 1 w 175"/>
                <a:gd name="T33" fmla="*/ 1 h 807"/>
                <a:gd name="T34" fmla="*/ 1 w 175"/>
                <a:gd name="T35" fmla="*/ 0 h 807"/>
                <a:gd name="T36" fmla="*/ 1 w 175"/>
                <a:gd name="T37" fmla="*/ 0 h 807"/>
                <a:gd name="T38" fmla="*/ 1 w 175"/>
                <a:gd name="T39" fmla="*/ 0 h 807"/>
                <a:gd name="T40" fmla="*/ 0 w 175"/>
                <a:gd name="T41" fmla="*/ 1 h 807"/>
                <a:gd name="T42" fmla="*/ 0 w 175"/>
                <a:gd name="T43" fmla="*/ 1 h 807"/>
                <a:gd name="T44" fmla="*/ 0 w 175"/>
                <a:gd name="T45" fmla="*/ 1 h 807"/>
                <a:gd name="T46" fmla="*/ 0 w 175"/>
                <a:gd name="T47" fmla="*/ 2 h 807"/>
                <a:gd name="T48" fmla="*/ 0 w 175"/>
                <a:gd name="T49" fmla="*/ 2 h 807"/>
                <a:gd name="T50" fmla="*/ 0 w 175"/>
                <a:gd name="T51" fmla="*/ 3 h 807"/>
                <a:gd name="T52" fmla="*/ 0 w 175"/>
                <a:gd name="T53" fmla="*/ 3 h 807"/>
                <a:gd name="T54" fmla="*/ 0 w 175"/>
                <a:gd name="T55" fmla="*/ 3 h 807"/>
                <a:gd name="T56" fmla="*/ 0 w 175"/>
                <a:gd name="T57" fmla="*/ 4 h 807"/>
                <a:gd name="T58" fmla="*/ 0 w 175"/>
                <a:gd name="T59" fmla="*/ 4 h 807"/>
                <a:gd name="T60" fmla="*/ 0 w 175"/>
                <a:gd name="T61" fmla="*/ 5 h 807"/>
                <a:gd name="T62" fmla="*/ 0 w 175"/>
                <a:gd name="T63" fmla="*/ 5 h 807"/>
                <a:gd name="T64" fmla="*/ 0 w 175"/>
                <a:gd name="T65" fmla="*/ 5 h 807"/>
                <a:gd name="T66" fmla="*/ 1 w 175"/>
                <a:gd name="T67" fmla="*/ 6 h 807"/>
                <a:gd name="T68" fmla="*/ 1 w 175"/>
                <a:gd name="T69" fmla="*/ 6 h 807"/>
                <a:gd name="T70" fmla="*/ 1 w 175"/>
                <a:gd name="T71" fmla="*/ 6 h 807"/>
                <a:gd name="T72" fmla="*/ 1 w 175"/>
                <a:gd name="T73" fmla="*/ 6 h 807"/>
                <a:gd name="T74" fmla="*/ 1 w 175"/>
                <a:gd name="T75" fmla="*/ 6 h 807"/>
                <a:gd name="T76" fmla="*/ 1 w 175"/>
                <a:gd name="T77" fmla="*/ 6 h 807"/>
                <a:gd name="T78" fmla="*/ 1 w 175"/>
                <a:gd name="T79" fmla="*/ 6 h 807"/>
                <a:gd name="T80" fmla="*/ 1 w 175"/>
                <a:gd name="T81" fmla="*/ 6 h 807"/>
                <a:gd name="T82" fmla="*/ 1 w 175"/>
                <a:gd name="T83" fmla="*/ 6 h 807"/>
                <a:gd name="T84" fmla="*/ 1 w 175"/>
                <a:gd name="T85" fmla="*/ 6 h 807"/>
                <a:gd name="T86" fmla="*/ 1 w 175"/>
                <a:gd name="T87" fmla="*/ 6 h 807"/>
                <a:gd name="T88" fmla="*/ 1 w 175"/>
                <a:gd name="T89" fmla="*/ 6 h 807"/>
                <a:gd name="T90" fmla="*/ 1 w 175"/>
                <a:gd name="T91" fmla="*/ 6 h 80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175"/>
                <a:gd name="T139" fmla="*/ 0 h 807"/>
                <a:gd name="T140" fmla="*/ 175 w 175"/>
                <a:gd name="T141" fmla="*/ 807 h 80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175" h="807">
                  <a:moveTo>
                    <a:pt x="169" y="740"/>
                  </a:moveTo>
                  <a:lnTo>
                    <a:pt x="169" y="739"/>
                  </a:lnTo>
                  <a:lnTo>
                    <a:pt x="149" y="698"/>
                  </a:lnTo>
                  <a:lnTo>
                    <a:pt x="133" y="656"/>
                  </a:lnTo>
                  <a:lnTo>
                    <a:pt x="120" y="611"/>
                  </a:lnTo>
                  <a:lnTo>
                    <a:pt x="108" y="565"/>
                  </a:lnTo>
                  <a:lnTo>
                    <a:pt x="100" y="520"/>
                  </a:lnTo>
                  <a:lnTo>
                    <a:pt x="96" y="472"/>
                  </a:lnTo>
                  <a:lnTo>
                    <a:pt x="93" y="425"/>
                  </a:lnTo>
                  <a:lnTo>
                    <a:pt x="93" y="377"/>
                  </a:lnTo>
                  <a:lnTo>
                    <a:pt x="96" y="330"/>
                  </a:lnTo>
                  <a:lnTo>
                    <a:pt x="100" y="283"/>
                  </a:lnTo>
                  <a:lnTo>
                    <a:pt x="106" y="238"/>
                  </a:lnTo>
                  <a:lnTo>
                    <a:pt x="115" y="195"/>
                  </a:lnTo>
                  <a:lnTo>
                    <a:pt x="126" y="153"/>
                  </a:lnTo>
                  <a:lnTo>
                    <a:pt x="139" y="114"/>
                  </a:lnTo>
                  <a:lnTo>
                    <a:pt x="153" y="77"/>
                  </a:lnTo>
                  <a:lnTo>
                    <a:pt x="169" y="43"/>
                  </a:lnTo>
                  <a:lnTo>
                    <a:pt x="87" y="0"/>
                  </a:lnTo>
                  <a:lnTo>
                    <a:pt x="69" y="39"/>
                  </a:lnTo>
                  <a:lnTo>
                    <a:pt x="52" y="81"/>
                  </a:lnTo>
                  <a:lnTo>
                    <a:pt x="37" y="127"/>
                  </a:lnTo>
                  <a:lnTo>
                    <a:pt x="24" y="174"/>
                  </a:lnTo>
                  <a:lnTo>
                    <a:pt x="15" y="222"/>
                  </a:lnTo>
                  <a:lnTo>
                    <a:pt x="7" y="271"/>
                  </a:lnTo>
                  <a:lnTo>
                    <a:pt x="2" y="323"/>
                  </a:lnTo>
                  <a:lnTo>
                    <a:pt x="0" y="374"/>
                  </a:lnTo>
                  <a:lnTo>
                    <a:pt x="0" y="427"/>
                  </a:lnTo>
                  <a:lnTo>
                    <a:pt x="2" y="479"/>
                  </a:lnTo>
                  <a:lnTo>
                    <a:pt x="9" y="531"/>
                  </a:lnTo>
                  <a:lnTo>
                    <a:pt x="17" y="584"/>
                  </a:lnTo>
                  <a:lnTo>
                    <a:pt x="29" y="635"/>
                  </a:lnTo>
                  <a:lnTo>
                    <a:pt x="44" y="686"/>
                  </a:lnTo>
                  <a:lnTo>
                    <a:pt x="65" y="736"/>
                  </a:lnTo>
                  <a:lnTo>
                    <a:pt x="87" y="784"/>
                  </a:lnTo>
                  <a:lnTo>
                    <a:pt x="87" y="782"/>
                  </a:lnTo>
                  <a:lnTo>
                    <a:pt x="87" y="784"/>
                  </a:lnTo>
                  <a:lnTo>
                    <a:pt x="100" y="799"/>
                  </a:lnTo>
                  <a:lnTo>
                    <a:pt x="117" y="807"/>
                  </a:lnTo>
                  <a:lnTo>
                    <a:pt x="134" y="807"/>
                  </a:lnTo>
                  <a:lnTo>
                    <a:pt x="151" y="801"/>
                  </a:lnTo>
                  <a:lnTo>
                    <a:pt x="164" y="791"/>
                  </a:lnTo>
                  <a:lnTo>
                    <a:pt x="173" y="777"/>
                  </a:lnTo>
                  <a:lnTo>
                    <a:pt x="175" y="759"/>
                  </a:lnTo>
                  <a:lnTo>
                    <a:pt x="169" y="739"/>
                  </a:lnTo>
                  <a:lnTo>
                    <a:pt x="169" y="74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7358" name="Freeform 30"/>
            <p:cNvSpPr>
              <a:spLocks/>
            </p:cNvSpPr>
            <p:nvPr/>
          </p:nvSpPr>
          <p:spPr bwMode="auto">
            <a:xfrm>
              <a:off x="1299" y="1681"/>
              <a:ext cx="157" cy="281"/>
            </a:xfrm>
            <a:custGeom>
              <a:avLst/>
              <a:gdLst>
                <a:gd name="T0" fmla="*/ 6 w 787"/>
                <a:gd name="T1" fmla="*/ 11 h 1404"/>
                <a:gd name="T2" fmla="*/ 6 w 787"/>
                <a:gd name="T3" fmla="*/ 11 h 1404"/>
                <a:gd name="T4" fmla="*/ 1 w 787"/>
                <a:gd name="T5" fmla="*/ 0 h 1404"/>
                <a:gd name="T6" fmla="*/ 0 w 787"/>
                <a:gd name="T7" fmla="*/ 0 h 1404"/>
                <a:gd name="T8" fmla="*/ 6 w 787"/>
                <a:gd name="T9" fmla="*/ 11 h 1404"/>
                <a:gd name="T10" fmla="*/ 6 w 787"/>
                <a:gd name="T11" fmla="*/ 11 h 1404"/>
                <a:gd name="T12" fmla="*/ 6 w 787"/>
                <a:gd name="T13" fmla="*/ 11 h 1404"/>
                <a:gd name="T14" fmla="*/ 6 w 787"/>
                <a:gd name="T15" fmla="*/ 11 h 1404"/>
                <a:gd name="T16" fmla="*/ 6 w 787"/>
                <a:gd name="T17" fmla="*/ 11 h 1404"/>
                <a:gd name="T18" fmla="*/ 6 w 787"/>
                <a:gd name="T19" fmla="*/ 11 h 1404"/>
                <a:gd name="T20" fmla="*/ 6 w 787"/>
                <a:gd name="T21" fmla="*/ 11 h 1404"/>
                <a:gd name="T22" fmla="*/ 6 w 787"/>
                <a:gd name="T23" fmla="*/ 11 h 1404"/>
                <a:gd name="T24" fmla="*/ 6 w 787"/>
                <a:gd name="T25" fmla="*/ 11 h 1404"/>
                <a:gd name="T26" fmla="*/ 6 w 787"/>
                <a:gd name="T27" fmla="*/ 11 h 1404"/>
                <a:gd name="T28" fmla="*/ 6 w 787"/>
                <a:gd name="T29" fmla="*/ 11 h 1404"/>
                <a:gd name="T30" fmla="*/ 6 w 787"/>
                <a:gd name="T31" fmla="*/ 11 h 1404"/>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787"/>
                <a:gd name="T49" fmla="*/ 0 h 1404"/>
                <a:gd name="T50" fmla="*/ 787 w 787"/>
                <a:gd name="T51" fmla="*/ 1404 h 1404"/>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787" h="1404">
                  <a:moveTo>
                    <a:pt x="781" y="1334"/>
                  </a:moveTo>
                  <a:lnTo>
                    <a:pt x="781" y="1337"/>
                  </a:lnTo>
                  <a:lnTo>
                    <a:pt x="82" y="0"/>
                  </a:lnTo>
                  <a:lnTo>
                    <a:pt x="0" y="42"/>
                  </a:lnTo>
                  <a:lnTo>
                    <a:pt x="699" y="1379"/>
                  </a:lnTo>
                  <a:lnTo>
                    <a:pt x="699" y="1381"/>
                  </a:lnTo>
                  <a:lnTo>
                    <a:pt x="699" y="1379"/>
                  </a:lnTo>
                  <a:lnTo>
                    <a:pt x="712" y="1395"/>
                  </a:lnTo>
                  <a:lnTo>
                    <a:pt x="727" y="1402"/>
                  </a:lnTo>
                  <a:lnTo>
                    <a:pt x="744" y="1404"/>
                  </a:lnTo>
                  <a:lnTo>
                    <a:pt x="761" y="1398"/>
                  </a:lnTo>
                  <a:lnTo>
                    <a:pt x="775" y="1388"/>
                  </a:lnTo>
                  <a:lnTo>
                    <a:pt x="784" y="1373"/>
                  </a:lnTo>
                  <a:lnTo>
                    <a:pt x="787" y="1357"/>
                  </a:lnTo>
                  <a:lnTo>
                    <a:pt x="781" y="1337"/>
                  </a:lnTo>
                  <a:lnTo>
                    <a:pt x="781" y="13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7359" name="Freeform 31"/>
            <p:cNvSpPr>
              <a:spLocks/>
            </p:cNvSpPr>
            <p:nvPr/>
          </p:nvSpPr>
          <p:spPr bwMode="auto">
            <a:xfrm>
              <a:off x="1439" y="1948"/>
              <a:ext cx="125" cy="76"/>
            </a:xfrm>
            <a:custGeom>
              <a:avLst/>
              <a:gdLst>
                <a:gd name="T0" fmla="*/ 5 w 628"/>
                <a:gd name="T1" fmla="*/ 2 h 383"/>
                <a:gd name="T2" fmla="*/ 5 w 628"/>
                <a:gd name="T3" fmla="*/ 2 h 383"/>
                <a:gd name="T4" fmla="*/ 4 w 628"/>
                <a:gd name="T5" fmla="*/ 2 h 383"/>
                <a:gd name="T6" fmla="*/ 4 w 628"/>
                <a:gd name="T7" fmla="*/ 2 h 383"/>
                <a:gd name="T8" fmla="*/ 4 w 628"/>
                <a:gd name="T9" fmla="*/ 2 h 383"/>
                <a:gd name="T10" fmla="*/ 3 w 628"/>
                <a:gd name="T11" fmla="*/ 2 h 383"/>
                <a:gd name="T12" fmla="*/ 3 w 628"/>
                <a:gd name="T13" fmla="*/ 2 h 383"/>
                <a:gd name="T14" fmla="*/ 3 w 628"/>
                <a:gd name="T15" fmla="*/ 2 h 383"/>
                <a:gd name="T16" fmla="*/ 3 w 628"/>
                <a:gd name="T17" fmla="*/ 2 h 383"/>
                <a:gd name="T18" fmla="*/ 2 w 628"/>
                <a:gd name="T19" fmla="*/ 2 h 383"/>
                <a:gd name="T20" fmla="*/ 2 w 628"/>
                <a:gd name="T21" fmla="*/ 2 h 383"/>
                <a:gd name="T22" fmla="*/ 2 w 628"/>
                <a:gd name="T23" fmla="*/ 1 h 383"/>
                <a:gd name="T24" fmla="*/ 2 w 628"/>
                <a:gd name="T25" fmla="*/ 1 h 383"/>
                <a:gd name="T26" fmla="*/ 1 w 628"/>
                <a:gd name="T27" fmla="*/ 1 h 383"/>
                <a:gd name="T28" fmla="*/ 1 w 628"/>
                <a:gd name="T29" fmla="*/ 1 h 383"/>
                <a:gd name="T30" fmla="*/ 1 w 628"/>
                <a:gd name="T31" fmla="*/ 1 h 383"/>
                <a:gd name="T32" fmla="*/ 1 w 628"/>
                <a:gd name="T33" fmla="*/ 0 h 383"/>
                <a:gd name="T34" fmla="*/ 1 w 628"/>
                <a:gd name="T35" fmla="*/ 0 h 383"/>
                <a:gd name="T36" fmla="*/ 0 w 628"/>
                <a:gd name="T37" fmla="*/ 0 h 383"/>
                <a:gd name="T38" fmla="*/ 0 w 628"/>
                <a:gd name="T39" fmla="*/ 1 h 383"/>
                <a:gd name="T40" fmla="*/ 0 w 628"/>
                <a:gd name="T41" fmla="*/ 1 h 383"/>
                <a:gd name="T42" fmla="*/ 1 w 628"/>
                <a:gd name="T43" fmla="*/ 1 h 383"/>
                <a:gd name="T44" fmla="*/ 1 w 628"/>
                <a:gd name="T45" fmla="*/ 1 h 383"/>
                <a:gd name="T46" fmla="*/ 1 w 628"/>
                <a:gd name="T47" fmla="*/ 2 h 383"/>
                <a:gd name="T48" fmla="*/ 1 w 628"/>
                <a:gd name="T49" fmla="*/ 2 h 383"/>
                <a:gd name="T50" fmla="*/ 2 w 628"/>
                <a:gd name="T51" fmla="*/ 2 h 383"/>
                <a:gd name="T52" fmla="*/ 2 w 628"/>
                <a:gd name="T53" fmla="*/ 2 h 383"/>
                <a:gd name="T54" fmla="*/ 2 w 628"/>
                <a:gd name="T55" fmla="*/ 2 h 383"/>
                <a:gd name="T56" fmla="*/ 3 w 628"/>
                <a:gd name="T57" fmla="*/ 3 h 383"/>
                <a:gd name="T58" fmla="*/ 3 w 628"/>
                <a:gd name="T59" fmla="*/ 3 h 383"/>
                <a:gd name="T60" fmla="*/ 3 w 628"/>
                <a:gd name="T61" fmla="*/ 3 h 383"/>
                <a:gd name="T62" fmla="*/ 4 w 628"/>
                <a:gd name="T63" fmla="*/ 3 h 383"/>
                <a:gd name="T64" fmla="*/ 4 w 628"/>
                <a:gd name="T65" fmla="*/ 3 h 383"/>
                <a:gd name="T66" fmla="*/ 4 w 628"/>
                <a:gd name="T67" fmla="*/ 3 h 383"/>
                <a:gd name="T68" fmla="*/ 5 w 628"/>
                <a:gd name="T69" fmla="*/ 3 h 383"/>
                <a:gd name="T70" fmla="*/ 5 w 628"/>
                <a:gd name="T71" fmla="*/ 3 h 383"/>
                <a:gd name="T72" fmla="*/ 5 w 628"/>
                <a:gd name="T73" fmla="*/ 3 h 383"/>
                <a:gd name="T74" fmla="*/ 5 w 628"/>
                <a:gd name="T75" fmla="*/ 3 h 383"/>
                <a:gd name="T76" fmla="*/ 5 w 628"/>
                <a:gd name="T77" fmla="*/ 3 h 383"/>
                <a:gd name="T78" fmla="*/ 5 w 628"/>
                <a:gd name="T79" fmla="*/ 3 h 383"/>
                <a:gd name="T80" fmla="*/ 5 w 628"/>
                <a:gd name="T81" fmla="*/ 3 h 383"/>
                <a:gd name="T82" fmla="*/ 5 w 628"/>
                <a:gd name="T83" fmla="*/ 3 h 383"/>
                <a:gd name="T84" fmla="*/ 5 w 628"/>
                <a:gd name="T85" fmla="*/ 2 h 383"/>
                <a:gd name="T86" fmla="*/ 5 w 628"/>
                <a:gd name="T87" fmla="*/ 2 h 383"/>
                <a:gd name="T88" fmla="*/ 5 w 628"/>
                <a:gd name="T89" fmla="*/ 2 h 383"/>
                <a:gd name="T90" fmla="*/ 5 w 628"/>
                <a:gd name="T91" fmla="*/ 2 h 38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628"/>
                <a:gd name="T139" fmla="*/ 0 h 383"/>
                <a:gd name="T140" fmla="*/ 628 w 628"/>
                <a:gd name="T141" fmla="*/ 383 h 38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628" h="383">
                  <a:moveTo>
                    <a:pt x="581" y="289"/>
                  </a:moveTo>
                  <a:lnTo>
                    <a:pt x="582" y="289"/>
                  </a:lnTo>
                  <a:lnTo>
                    <a:pt x="541" y="287"/>
                  </a:lnTo>
                  <a:lnTo>
                    <a:pt x="500" y="283"/>
                  </a:lnTo>
                  <a:lnTo>
                    <a:pt x="462" y="276"/>
                  </a:lnTo>
                  <a:lnTo>
                    <a:pt x="424" y="268"/>
                  </a:lnTo>
                  <a:lnTo>
                    <a:pt x="389" y="255"/>
                  </a:lnTo>
                  <a:lnTo>
                    <a:pt x="352" y="242"/>
                  </a:lnTo>
                  <a:lnTo>
                    <a:pt x="320" y="227"/>
                  </a:lnTo>
                  <a:lnTo>
                    <a:pt x="287" y="209"/>
                  </a:lnTo>
                  <a:lnTo>
                    <a:pt x="255" y="189"/>
                  </a:lnTo>
                  <a:lnTo>
                    <a:pt x="226" y="168"/>
                  </a:lnTo>
                  <a:lnTo>
                    <a:pt x="198" y="145"/>
                  </a:lnTo>
                  <a:lnTo>
                    <a:pt x="172" y="119"/>
                  </a:lnTo>
                  <a:lnTo>
                    <a:pt x="146" y="92"/>
                  </a:lnTo>
                  <a:lnTo>
                    <a:pt x="122" y="64"/>
                  </a:lnTo>
                  <a:lnTo>
                    <a:pt x="100" y="33"/>
                  </a:lnTo>
                  <a:lnTo>
                    <a:pt x="82" y="0"/>
                  </a:lnTo>
                  <a:lnTo>
                    <a:pt x="0" y="47"/>
                  </a:lnTo>
                  <a:lnTo>
                    <a:pt x="23" y="85"/>
                  </a:lnTo>
                  <a:lnTo>
                    <a:pt x="49" y="120"/>
                  </a:lnTo>
                  <a:lnTo>
                    <a:pt x="76" y="153"/>
                  </a:lnTo>
                  <a:lnTo>
                    <a:pt x="104" y="185"/>
                  </a:lnTo>
                  <a:lnTo>
                    <a:pt x="137" y="215"/>
                  </a:lnTo>
                  <a:lnTo>
                    <a:pt x="170" y="241"/>
                  </a:lnTo>
                  <a:lnTo>
                    <a:pt x="204" y="267"/>
                  </a:lnTo>
                  <a:lnTo>
                    <a:pt x="240" y="289"/>
                  </a:lnTo>
                  <a:lnTo>
                    <a:pt x="277" y="309"/>
                  </a:lnTo>
                  <a:lnTo>
                    <a:pt x="317" y="329"/>
                  </a:lnTo>
                  <a:lnTo>
                    <a:pt x="358" y="344"/>
                  </a:lnTo>
                  <a:lnTo>
                    <a:pt x="400" y="357"/>
                  </a:lnTo>
                  <a:lnTo>
                    <a:pt x="444" y="367"/>
                  </a:lnTo>
                  <a:lnTo>
                    <a:pt x="488" y="374"/>
                  </a:lnTo>
                  <a:lnTo>
                    <a:pt x="534" y="380"/>
                  </a:lnTo>
                  <a:lnTo>
                    <a:pt x="580" y="383"/>
                  </a:lnTo>
                  <a:lnTo>
                    <a:pt x="581" y="383"/>
                  </a:lnTo>
                  <a:lnTo>
                    <a:pt x="580" y="383"/>
                  </a:lnTo>
                  <a:lnTo>
                    <a:pt x="600" y="379"/>
                  </a:lnTo>
                  <a:lnTo>
                    <a:pt x="615" y="369"/>
                  </a:lnTo>
                  <a:lnTo>
                    <a:pt x="624" y="353"/>
                  </a:lnTo>
                  <a:lnTo>
                    <a:pt x="628" y="337"/>
                  </a:lnTo>
                  <a:lnTo>
                    <a:pt x="625" y="319"/>
                  </a:lnTo>
                  <a:lnTo>
                    <a:pt x="617" y="304"/>
                  </a:lnTo>
                  <a:lnTo>
                    <a:pt x="602" y="294"/>
                  </a:lnTo>
                  <a:lnTo>
                    <a:pt x="582" y="289"/>
                  </a:lnTo>
                  <a:lnTo>
                    <a:pt x="581" y="28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7360" name="Freeform 32"/>
            <p:cNvSpPr>
              <a:spLocks/>
            </p:cNvSpPr>
            <p:nvPr/>
          </p:nvSpPr>
          <p:spPr bwMode="auto">
            <a:xfrm>
              <a:off x="1587" y="1880"/>
              <a:ext cx="85" cy="49"/>
            </a:xfrm>
            <a:custGeom>
              <a:avLst/>
              <a:gdLst>
                <a:gd name="T0" fmla="*/ 3 w 426"/>
                <a:gd name="T1" fmla="*/ 0 h 245"/>
                <a:gd name="T2" fmla="*/ 3 w 426"/>
                <a:gd name="T3" fmla="*/ 0 h 245"/>
                <a:gd name="T4" fmla="*/ 3 w 426"/>
                <a:gd name="T5" fmla="*/ 0 h 245"/>
                <a:gd name="T6" fmla="*/ 3 w 426"/>
                <a:gd name="T7" fmla="*/ 0 h 245"/>
                <a:gd name="T8" fmla="*/ 2 w 426"/>
                <a:gd name="T9" fmla="*/ 0 h 245"/>
                <a:gd name="T10" fmla="*/ 2 w 426"/>
                <a:gd name="T11" fmla="*/ 0 h 245"/>
                <a:gd name="T12" fmla="*/ 2 w 426"/>
                <a:gd name="T13" fmla="*/ 0 h 245"/>
                <a:gd name="T14" fmla="*/ 2 w 426"/>
                <a:gd name="T15" fmla="*/ 0 h 245"/>
                <a:gd name="T16" fmla="*/ 1 w 426"/>
                <a:gd name="T17" fmla="*/ 0 h 245"/>
                <a:gd name="T18" fmla="*/ 1 w 426"/>
                <a:gd name="T19" fmla="*/ 1 h 245"/>
                <a:gd name="T20" fmla="*/ 1 w 426"/>
                <a:gd name="T21" fmla="*/ 1 h 245"/>
                <a:gd name="T22" fmla="*/ 1 w 426"/>
                <a:gd name="T23" fmla="*/ 1 h 245"/>
                <a:gd name="T24" fmla="*/ 0 w 426"/>
                <a:gd name="T25" fmla="*/ 1 h 245"/>
                <a:gd name="T26" fmla="*/ 0 w 426"/>
                <a:gd name="T27" fmla="*/ 1 h 245"/>
                <a:gd name="T28" fmla="*/ 0 w 426"/>
                <a:gd name="T29" fmla="*/ 1 h 245"/>
                <a:gd name="T30" fmla="*/ 0 w 426"/>
                <a:gd name="T31" fmla="*/ 2 h 245"/>
                <a:gd name="T32" fmla="*/ 0 w 426"/>
                <a:gd name="T33" fmla="*/ 2 h 245"/>
                <a:gd name="T34" fmla="*/ 0 w 426"/>
                <a:gd name="T35" fmla="*/ 2 h 245"/>
                <a:gd name="T36" fmla="*/ 0 w 426"/>
                <a:gd name="T37" fmla="*/ 2 h 245"/>
                <a:gd name="T38" fmla="*/ 0 w 426"/>
                <a:gd name="T39" fmla="*/ 2 h 245"/>
                <a:gd name="T40" fmla="*/ 0 w 426"/>
                <a:gd name="T41" fmla="*/ 2 h 245"/>
                <a:gd name="T42" fmla="*/ 0 w 426"/>
                <a:gd name="T43" fmla="*/ 1 h 245"/>
                <a:gd name="T44" fmla="*/ 0 w 426"/>
                <a:gd name="T45" fmla="*/ 1 h 245"/>
                <a:gd name="T46" fmla="*/ 0 w 426"/>
                <a:gd name="T47" fmla="*/ 1 h 245"/>
                <a:gd name="T48" fmla="*/ 1 w 426"/>
                <a:gd name="T49" fmla="*/ 1 h 245"/>
                <a:gd name="T50" fmla="*/ 1 w 426"/>
                <a:gd name="T51" fmla="*/ 1 h 245"/>
                <a:gd name="T52" fmla="*/ 1 w 426"/>
                <a:gd name="T53" fmla="*/ 1 h 245"/>
                <a:gd name="T54" fmla="*/ 1 w 426"/>
                <a:gd name="T55" fmla="*/ 1 h 245"/>
                <a:gd name="T56" fmla="*/ 2 w 426"/>
                <a:gd name="T57" fmla="*/ 0 h 245"/>
                <a:gd name="T58" fmla="*/ 2 w 426"/>
                <a:gd name="T59" fmla="*/ 0 h 245"/>
                <a:gd name="T60" fmla="*/ 2 w 426"/>
                <a:gd name="T61" fmla="*/ 0 h 245"/>
                <a:gd name="T62" fmla="*/ 2 w 426"/>
                <a:gd name="T63" fmla="*/ 0 h 245"/>
                <a:gd name="T64" fmla="*/ 3 w 426"/>
                <a:gd name="T65" fmla="*/ 0 h 245"/>
                <a:gd name="T66" fmla="*/ 3 w 426"/>
                <a:gd name="T67" fmla="*/ 0 h 245"/>
                <a:gd name="T68" fmla="*/ 3 w 426"/>
                <a:gd name="T69" fmla="*/ 0 h 245"/>
                <a:gd name="T70" fmla="*/ 3 w 426"/>
                <a:gd name="T71" fmla="*/ 0 h 245"/>
                <a:gd name="T72" fmla="*/ 3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426" y="0"/>
                  </a:moveTo>
                  <a:lnTo>
                    <a:pt x="426" y="0"/>
                  </a:lnTo>
                  <a:lnTo>
                    <a:pt x="384" y="1"/>
                  </a:lnTo>
                  <a:lnTo>
                    <a:pt x="340" y="4"/>
                  </a:lnTo>
                  <a:lnTo>
                    <a:pt x="300" y="10"/>
                  </a:lnTo>
                  <a:lnTo>
                    <a:pt x="262" y="18"/>
                  </a:lnTo>
                  <a:lnTo>
                    <a:pt x="224" y="29"/>
                  </a:lnTo>
                  <a:lnTo>
                    <a:pt x="189" y="41"/>
                  </a:lnTo>
                  <a:lnTo>
                    <a:pt x="157" y="55"/>
                  </a:lnTo>
                  <a:lnTo>
                    <a:pt x="126" y="70"/>
                  </a:lnTo>
                  <a:lnTo>
                    <a:pt x="99" y="89"/>
                  </a:lnTo>
                  <a:lnTo>
                    <a:pt x="74" y="106"/>
                  </a:lnTo>
                  <a:lnTo>
                    <a:pt x="52" y="126"/>
                  </a:lnTo>
                  <a:lnTo>
                    <a:pt x="34" y="148"/>
                  </a:lnTo>
                  <a:lnTo>
                    <a:pt x="19" y="171"/>
                  </a:lnTo>
                  <a:lnTo>
                    <a:pt x="9" y="194"/>
                  </a:lnTo>
                  <a:lnTo>
                    <a:pt x="3" y="219"/>
                  </a:lnTo>
                  <a:lnTo>
                    <a:pt x="0" y="245"/>
                  </a:lnTo>
                  <a:lnTo>
                    <a:pt x="12" y="245"/>
                  </a:lnTo>
                  <a:lnTo>
                    <a:pt x="15" y="221"/>
                  </a:lnTo>
                  <a:lnTo>
                    <a:pt x="20" y="199"/>
                  </a:lnTo>
                  <a:lnTo>
                    <a:pt x="31" y="178"/>
                  </a:lnTo>
                  <a:lnTo>
                    <a:pt x="44" y="156"/>
                  </a:lnTo>
                  <a:lnTo>
                    <a:pt x="61" y="136"/>
                  </a:lnTo>
                  <a:lnTo>
                    <a:pt x="81" y="116"/>
                  </a:lnTo>
                  <a:lnTo>
                    <a:pt x="106" y="98"/>
                  </a:lnTo>
                  <a:lnTo>
                    <a:pt x="133" y="82"/>
                  </a:lnTo>
                  <a:lnTo>
                    <a:pt x="162" y="66"/>
                  </a:lnTo>
                  <a:lnTo>
                    <a:pt x="194" y="52"/>
                  </a:lnTo>
                  <a:lnTo>
                    <a:pt x="229" y="41"/>
                  </a:lnTo>
                  <a:lnTo>
                    <a:pt x="264" y="30"/>
                  </a:lnTo>
                  <a:lnTo>
                    <a:pt x="303" y="22"/>
                  </a:lnTo>
                  <a:lnTo>
                    <a:pt x="343" y="16"/>
                  </a:lnTo>
                  <a:lnTo>
                    <a:pt x="384" y="12"/>
                  </a:lnTo>
                  <a:lnTo>
                    <a:pt x="426" y="11"/>
                  </a:lnTo>
                  <a:lnTo>
                    <a:pt x="42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7361" name="Freeform 33"/>
            <p:cNvSpPr>
              <a:spLocks/>
            </p:cNvSpPr>
            <p:nvPr/>
          </p:nvSpPr>
          <p:spPr bwMode="auto">
            <a:xfrm>
              <a:off x="1587" y="1929"/>
              <a:ext cx="85" cy="49"/>
            </a:xfrm>
            <a:custGeom>
              <a:avLst/>
              <a:gdLst>
                <a:gd name="T0" fmla="*/ 0 w 426"/>
                <a:gd name="T1" fmla="*/ 0 h 245"/>
                <a:gd name="T2" fmla="*/ 0 w 426"/>
                <a:gd name="T3" fmla="*/ 0 h 245"/>
                <a:gd name="T4" fmla="*/ 0 w 426"/>
                <a:gd name="T5" fmla="*/ 0 h 245"/>
                <a:gd name="T6" fmla="*/ 0 w 426"/>
                <a:gd name="T7" fmla="*/ 0 h 245"/>
                <a:gd name="T8" fmla="*/ 0 w 426"/>
                <a:gd name="T9" fmla="*/ 1 h 245"/>
                <a:gd name="T10" fmla="*/ 0 w 426"/>
                <a:gd name="T11" fmla="*/ 1 h 245"/>
                <a:gd name="T12" fmla="*/ 0 w 426"/>
                <a:gd name="T13" fmla="*/ 1 h 245"/>
                <a:gd name="T14" fmla="*/ 1 w 426"/>
                <a:gd name="T15" fmla="*/ 1 h 245"/>
                <a:gd name="T16" fmla="*/ 1 w 426"/>
                <a:gd name="T17" fmla="*/ 1 h 245"/>
                <a:gd name="T18" fmla="*/ 1 w 426"/>
                <a:gd name="T19" fmla="*/ 1 h 245"/>
                <a:gd name="T20" fmla="*/ 1 w 426"/>
                <a:gd name="T21" fmla="*/ 2 h 245"/>
                <a:gd name="T22" fmla="*/ 2 w 426"/>
                <a:gd name="T23" fmla="*/ 2 h 245"/>
                <a:gd name="T24" fmla="*/ 2 w 426"/>
                <a:gd name="T25" fmla="*/ 2 h 245"/>
                <a:gd name="T26" fmla="*/ 2 w 426"/>
                <a:gd name="T27" fmla="*/ 2 h 245"/>
                <a:gd name="T28" fmla="*/ 2 w 426"/>
                <a:gd name="T29" fmla="*/ 2 h 245"/>
                <a:gd name="T30" fmla="*/ 3 w 426"/>
                <a:gd name="T31" fmla="*/ 2 h 245"/>
                <a:gd name="T32" fmla="*/ 3 w 426"/>
                <a:gd name="T33" fmla="*/ 2 h 245"/>
                <a:gd name="T34" fmla="*/ 3 w 426"/>
                <a:gd name="T35" fmla="*/ 2 h 245"/>
                <a:gd name="T36" fmla="*/ 3 w 426"/>
                <a:gd name="T37" fmla="*/ 2 h 245"/>
                <a:gd name="T38" fmla="*/ 3 w 426"/>
                <a:gd name="T39" fmla="*/ 2 h 245"/>
                <a:gd name="T40" fmla="*/ 3 w 426"/>
                <a:gd name="T41" fmla="*/ 2 h 245"/>
                <a:gd name="T42" fmla="*/ 2 w 426"/>
                <a:gd name="T43" fmla="*/ 2 h 245"/>
                <a:gd name="T44" fmla="*/ 2 w 426"/>
                <a:gd name="T45" fmla="*/ 2 h 245"/>
                <a:gd name="T46" fmla="*/ 2 w 426"/>
                <a:gd name="T47" fmla="*/ 2 h 245"/>
                <a:gd name="T48" fmla="*/ 2 w 426"/>
                <a:gd name="T49" fmla="*/ 2 h 245"/>
                <a:gd name="T50" fmla="*/ 1 w 426"/>
                <a:gd name="T51" fmla="*/ 1 h 245"/>
                <a:gd name="T52" fmla="*/ 1 w 426"/>
                <a:gd name="T53" fmla="*/ 1 h 245"/>
                <a:gd name="T54" fmla="*/ 1 w 426"/>
                <a:gd name="T55" fmla="*/ 1 h 245"/>
                <a:gd name="T56" fmla="*/ 1 w 426"/>
                <a:gd name="T57" fmla="*/ 1 h 245"/>
                <a:gd name="T58" fmla="*/ 0 w 426"/>
                <a:gd name="T59" fmla="*/ 1 h 245"/>
                <a:gd name="T60" fmla="*/ 0 w 426"/>
                <a:gd name="T61" fmla="*/ 1 h 245"/>
                <a:gd name="T62" fmla="*/ 0 w 426"/>
                <a:gd name="T63" fmla="*/ 1 h 245"/>
                <a:gd name="T64" fmla="*/ 0 w 426"/>
                <a:gd name="T65" fmla="*/ 0 h 245"/>
                <a:gd name="T66" fmla="*/ 0 w 426"/>
                <a:gd name="T67" fmla="*/ 0 h 245"/>
                <a:gd name="T68" fmla="*/ 0 w 426"/>
                <a:gd name="T69" fmla="*/ 0 h 245"/>
                <a:gd name="T70" fmla="*/ 0 w 426"/>
                <a:gd name="T71" fmla="*/ 0 h 245"/>
                <a:gd name="T72" fmla="*/ 0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0" y="0"/>
                  </a:moveTo>
                  <a:lnTo>
                    <a:pt x="0" y="0"/>
                  </a:lnTo>
                  <a:lnTo>
                    <a:pt x="3" y="25"/>
                  </a:lnTo>
                  <a:lnTo>
                    <a:pt x="9" y="50"/>
                  </a:lnTo>
                  <a:lnTo>
                    <a:pt x="19" y="73"/>
                  </a:lnTo>
                  <a:lnTo>
                    <a:pt x="34" y="96"/>
                  </a:lnTo>
                  <a:lnTo>
                    <a:pt x="52" y="118"/>
                  </a:lnTo>
                  <a:lnTo>
                    <a:pt x="74" y="138"/>
                  </a:lnTo>
                  <a:lnTo>
                    <a:pt x="99" y="156"/>
                  </a:lnTo>
                  <a:lnTo>
                    <a:pt x="126" y="174"/>
                  </a:lnTo>
                  <a:lnTo>
                    <a:pt x="157" y="190"/>
                  </a:lnTo>
                  <a:lnTo>
                    <a:pt x="189" y="204"/>
                  </a:lnTo>
                  <a:lnTo>
                    <a:pt x="224" y="215"/>
                  </a:lnTo>
                  <a:lnTo>
                    <a:pt x="262" y="226"/>
                  </a:lnTo>
                  <a:lnTo>
                    <a:pt x="300" y="234"/>
                  </a:lnTo>
                  <a:lnTo>
                    <a:pt x="340" y="240"/>
                  </a:lnTo>
                  <a:lnTo>
                    <a:pt x="384" y="244"/>
                  </a:lnTo>
                  <a:lnTo>
                    <a:pt x="426" y="245"/>
                  </a:lnTo>
                  <a:lnTo>
                    <a:pt x="426" y="233"/>
                  </a:lnTo>
                  <a:lnTo>
                    <a:pt x="384" y="232"/>
                  </a:lnTo>
                  <a:lnTo>
                    <a:pt x="343" y="228"/>
                  </a:lnTo>
                  <a:lnTo>
                    <a:pt x="303" y="222"/>
                  </a:lnTo>
                  <a:lnTo>
                    <a:pt x="264" y="214"/>
                  </a:lnTo>
                  <a:lnTo>
                    <a:pt x="229" y="204"/>
                  </a:lnTo>
                  <a:lnTo>
                    <a:pt x="194" y="192"/>
                  </a:lnTo>
                  <a:lnTo>
                    <a:pt x="162" y="178"/>
                  </a:lnTo>
                  <a:lnTo>
                    <a:pt x="133" y="163"/>
                  </a:lnTo>
                  <a:lnTo>
                    <a:pt x="106" y="146"/>
                  </a:lnTo>
                  <a:lnTo>
                    <a:pt x="81" y="129"/>
                  </a:lnTo>
                  <a:lnTo>
                    <a:pt x="61" y="109"/>
                  </a:lnTo>
                  <a:lnTo>
                    <a:pt x="44" y="89"/>
                  </a:lnTo>
                  <a:lnTo>
                    <a:pt x="31" y="66"/>
                  </a:lnTo>
                  <a:lnTo>
                    <a:pt x="20" y="45"/>
                  </a:lnTo>
                  <a:lnTo>
                    <a:pt x="15" y="2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7362" name="Freeform 34"/>
            <p:cNvSpPr>
              <a:spLocks/>
            </p:cNvSpPr>
            <p:nvPr/>
          </p:nvSpPr>
          <p:spPr bwMode="auto">
            <a:xfrm>
              <a:off x="878" y="1448"/>
              <a:ext cx="792" cy="954"/>
            </a:xfrm>
            <a:custGeom>
              <a:avLst/>
              <a:gdLst>
                <a:gd name="T0" fmla="*/ 13 w 3960"/>
                <a:gd name="T1" fmla="*/ 38 h 4768"/>
                <a:gd name="T2" fmla="*/ 14 w 3960"/>
                <a:gd name="T3" fmla="*/ 38 h 4768"/>
                <a:gd name="T4" fmla="*/ 15 w 3960"/>
                <a:gd name="T5" fmla="*/ 38 h 4768"/>
                <a:gd name="T6" fmla="*/ 15 w 3960"/>
                <a:gd name="T7" fmla="*/ 38 h 4768"/>
                <a:gd name="T8" fmla="*/ 16 w 3960"/>
                <a:gd name="T9" fmla="*/ 38 h 4768"/>
                <a:gd name="T10" fmla="*/ 17 w 3960"/>
                <a:gd name="T11" fmla="*/ 38 h 4768"/>
                <a:gd name="T12" fmla="*/ 17 w 3960"/>
                <a:gd name="T13" fmla="*/ 38 h 4768"/>
                <a:gd name="T14" fmla="*/ 18 w 3960"/>
                <a:gd name="T15" fmla="*/ 38 h 4768"/>
                <a:gd name="T16" fmla="*/ 18 w 3960"/>
                <a:gd name="T17" fmla="*/ 38 h 4768"/>
                <a:gd name="T18" fmla="*/ 29 w 3960"/>
                <a:gd name="T19" fmla="*/ 30 h 4768"/>
                <a:gd name="T20" fmla="*/ 30 w 3960"/>
                <a:gd name="T21" fmla="*/ 30 h 4768"/>
                <a:gd name="T22" fmla="*/ 30 w 3960"/>
                <a:gd name="T23" fmla="*/ 29 h 4768"/>
                <a:gd name="T24" fmla="*/ 31 w 3960"/>
                <a:gd name="T25" fmla="*/ 28 h 4768"/>
                <a:gd name="T26" fmla="*/ 31 w 3960"/>
                <a:gd name="T27" fmla="*/ 28 h 4768"/>
                <a:gd name="T28" fmla="*/ 31 w 3960"/>
                <a:gd name="T29" fmla="*/ 27 h 4768"/>
                <a:gd name="T30" fmla="*/ 32 w 3960"/>
                <a:gd name="T31" fmla="*/ 26 h 4768"/>
                <a:gd name="T32" fmla="*/ 32 w 3960"/>
                <a:gd name="T33" fmla="*/ 25 h 4768"/>
                <a:gd name="T34" fmla="*/ 32 w 3960"/>
                <a:gd name="T35" fmla="*/ 11 h 4768"/>
                <a:gd name="T36" fmla="*/ 32 w 3960"/>
                <a:gd name="T37" fmla="*/ 10 h 4768"/>
                <a:gd name="T38" fmla="*/ 31 w 3960"/>
                <a:gd name="T39" fmla="*/ 9 h 4768"/>
                <a:gd name="T40" fmla="*/ 31 w 3960"/>
                <a:gd name="T41" fmla="*/ 9 h 4768"/>
                <a:gd name="T42" fmla="*/ 31 w 3960"/>
                <a:gd name="T43" fmla="*/ 8 h 4768"/>
                <a:gd name="T44" fmla="*/ 31 w 3960"/>
                <a:gd name="T45" fmla="*/ 8 h 4768"/>
                <a:gd name="T46" fmla="*/ 30 w 3960"/>
                <a:gd name="T47" fmla="*/ 7 h 4768"/>
                <a:gd name="T48" fmla="*/ 30 w 3960"/>
                <a:gd name="T49" fmla="*/ 7 h 4768"/>
                <a:gd name="T50" fmla="*/ 29 w 3960"/>
                <a:gd name="T51" fmla="*/ 6 h 4768"/>
                <a:gd name="T52" fmla="*/ 19 w 3960"/>
                <a:gd name="T53" fmla="*/ 1 h 4768"/>
                <a:gd name="T54" fmla="*/ 18 w 3960"/>
                <a:gd name="T55" fmla="*/ 0 h 4768"/>
                <a:gd name="T56" fmla="*/ 17 w 3960"/>
                <a:gd name="T57" fmla="*/ 0 h 4768"/>
                <a:gd name="T58" fmla="*/ 17 w 3960"/>
                <a:gd name="T59" fmla="*/ 0 h 4768"/>
                <a:gd name="T60" fmla="*/ 16 w 3960"/>
                <a:gd name="T61" fmla="*/ 0 h 4768"/>
                <a:gd name="T62" fmla="*/ 15 w 3960"/>
                <a:gd name="T63" fmla="*/ 0 h 4768"/>
                <a:gd name="T64" fmla="*/ 14 w 3960"/>
                <a:gd name="T65" fmla="*/ 0 h 4768"/>
                <a:gd name="T66" fmla="*/ 14 w 3960"/>
                <a:gd name="T67" fmla="*/ 0 h 4768"/>
                <a:gd name="T68" fmla="*/ 2 w 3960"/>
                <a:gd name="T69" fmla="*/ 6 h 4768"/>
                <a:gd name="T70" fmla="*/ 2 w 3960"/>
                <a:gd name="T71" fmla="*/ 7 h 4768"/>
                <a:gd name="T72" fmla="*/ 1 w 3960"/>
                <a:gd name="T73" fmla="*/ 7 h 4768"/>
                <a:gd name="T74" fmla="*/ 1 w 3960"/>
                <a:gd name="T75" fmla="*/ 8 h 4768"/>
                <a:gd name="T76" fmla="*/ 1 w 3960"/>
                <a:gd name="T77" fmla="*/ 8 h 4768"/>
                <a:gd name="T78" fmla="*/ 0 w 3960"/>
                <a:gd name="T79" fmla="*/ 9 h 4768"/>
                <a:gd name="T80" fmla="*/ 0 w 3960"/>
                <a:gd name="T81" fmla="*/ 9 h 4768"/>
                <a:gd name="T82" fmla="*/ 0 w 3960"/>
                <a:gd name="T83" fmla="*/ 10 h 4768"/>
                <a:gd name="T84" fmla="*/ 0 w 3960"/>
                <a:gd name="T85" fmla="*/ 11 h 4768"/>
                <a:gd name="T86" fmla="*/ 0 w 3960"/>
                <a:gd name="T87" fmla="*/ 25 h 4768"/>
                <a:gd name="T88" fmla="*/ 0 w 3960"/>
                <a:gd name="T89" fmla="*/ 26 h 4768"/>
                <a:gd name="T90" fmla="*/ 0 w 3960"/>
                <a:gd name="T91" fmla="*/ 27 h 4768"/>
                <a:gd name="T92" fmla="*/ 1 w 3960"/>
                <a:gd name="T93" fmla="*/ 28 h 4768"/>
                <a:gd name="T94" fmla="*/ 1 w 3960"/>
                <a:gd name="T95" fmla="*/ 29 h 4768"/>
                <a:gd name="T96" fmla="*/ 1 w 3960"/>
                <a:gd name="T97" fmla="*/ 29 h 4768"/>
                <a:gd name="T98" fmla="*/ 2 w 3960"/>
                <a:gd name="T99" fmla="*/ 30 h 4768"/>
                <a:gd name="T100" fmla="*/ 3 w 3960"/>
                <a:gd name="T101" fmla="*/ 31 h 4768"/>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w 3960"/>
                <a:gd name="T154" fmla="*/ 0 h 4768"/>
                <a:gd name="T155" fmla="*/ 3960 w 3960"/>
                <a:gd name="T156" fmla="*/ 4768 h 4768"/>
              </a:gdLst>
              <a:ahLst/>
              <a:cxnLst>
                <a:cxn ang="T102">
                  <a:pos x="T0" y="T1"/>
                </a:cxn>
                <a:cxn ang="T103">
                  <a:pos x="T2" y="T3"/>
                </a:cxn>
                <a:cxn ang="T104">
                  <a:pos x="T4" y="T5"/>
                </a:cxn>
                <a:cxn ang="T105">
                  <a:pos x="T6" y="T7"/>
                </a:cxn>
                <a:cxn ang="T106">
                  <a:pos x="T8" y="T9"/>
                </a:cxn>
                <a:cxn ang="T107">
                  <a:pos x="T10" y="T11"/>
                </a:cxn>
                <a:cxn ang="T108">
                  <a:pos x="T12" y="T13"/>
                </a:cxn>
                <a:cxn ang="T109">
                  <a:pos x="T14" y="T15"/>
                </a:cxn>
                <a:cxn ang="T110">
                  <a:pos x="T16" y="T17"/>
                </a:cxn>
                <a:cxn ang="T111">
                  <a:pos x="T18" y="T19"/>
                </a:cxn>
                <a:cxn ang="T112">
                  <a:pos x="T20" y="T21"/>
                </a:cxn>
                <a:cxn ang="T113">
                  <a:pos x="T22" y="T23"/>
                </a:cxn>
                <a:cxn ang="T114">
                  <a:pos x="T24" y="T25"/>
                </a:cxn>
                <a:cxn ang="T115">
                  <a:pos x="T26" y="T27"/>
                </a:cxn>
                <a:cxn ang="T116">
                  <a:pos x="T28" y="T29"/>
                </a:cxn>
                <a:cxn ang="T117">
                  <a:pos x="T30" y="T31"/>
                </a:cxn>
                <a:cxn ang="T118">
                  <a:pos x="T32" y="T33"/>
                </a:cxn>
                <a:cxn ang="T119">
                  <a:pos x="T34" y="T35"/>
                </a:cxn>
                <a:cxn ang="T120">
                  <a:pos x="T36" y="T37"/>
                </a:cxn>
                <a:cxn ang="T121">
                  <a:pos x="T38" y="T39"/>
                </a:cxn>
                <a:cxn ang="T122">
                  <a:pos x="T40" y="T41"/>
                </a:cxn>
                <a:cxn ang="T123">
                  <a:pos x="T42" y="T43"/>
                </a:cxn>
                <a:cxn ang="T124">
                  <a:pos x="T44" y="T45"/>
                </a:cxn>
                <a:cxn ang="T125">
                  <a:pos x="T46" y="T47"/>
                </a:cxn>
                <a:cxn ang="T126">
                  <a:pos x="T48" y="T49"/>
                </a:cxn>
                <a:cxn ang="T127">
                  <a:pos x="T50" y="T51"/>
                </a:cxn>
                <a:cxn ang="T128">
                  <a:pos x="T52" y="T53"/>
                </a:cxn>
                <a:cxn ang="T129">
                  <a:pos x="T54" y="T55"/>
                </a:cxn>
                <a:cxn ang="T130">
                  <a:pos x="T56" y="T57"/>
                </a:cxn>
                <a:cxn ang="T131">
                  <a:pos x="T58" y="T59"/>
                </a:cxn>
                <a:cxn ang="T132">
                  <a:pos x="T60" y="T61"/>
                </a:cxn>
                <a:cxn ang="T133">
                  <a:pos x="T62" y="T63"/>
                </a:cxn>
                <a:cxn ang="T134">
                  <a:pos x="T64" y="T65"/>
                </a:cxn>
                <a:cxn ang="T135">
                  <a:pos x="T66" y="T67"/>
                </a:cxn>
                <a:cxn ang="T136">
                  <a:pos x="T68" y="T69"/>
                </a:cxn>
                <a:cxn ang="T137">
                  <a:pos x="T70" y="T71"/>
                </a:cxn>
                <a:cxn ang="T138">
                  <a:pos x="T72" y="T73"/>
                </a:cxn>
                <a:cxn ang="T139">
                  <a:pos x="T74" y="T75"/>
                </a:cxn>
                <a:cxn ang="T140">
                  <a:pos x="T76" y="T77"/>
                </a:cxn>
                <a:cxn ang="T141">
                  <a:pos x="T78" y="T79"/>
                </a:cxn>
                <a:cxn ang="T142">
                  <a:pos x="T80" y="T81"/>
                </a:cxn>
                <a:cxn ang="T143">
                  <a:pos x="T82" y="T83"/>
                </a:cxn>
                <a:cxn ang="T144">
                  <a:pos x="T84" y="T85"/>
                </a:cxn>
                <a:cxn ang="T145">
                  <a:pos x="T86" y="T87"/>
                </a:cxn>
                <a:cxn ang="T146">
                  <a:pos x="T88" y="T89"/>
                </a:cxn>
                <a:cxn ang="T147">
                  <a:pos x="T90" y="T91"/>
                </a:cxn>
                <a:cxn ang="T148">
                  <a:pos x="T92" y="T93"/>
                </a:cxn>
                <a:cxn ang="T149">
                  <a:pos x="T94" y="T95"/>
                </a:cxn>
                <a:cxn ang="T150">
                  <a:pos x="T96" y="T97"/>
                </a:cxn>
                <a:cxn ang="T151">
                  <a:pos x="T98" y="T99"/>
                </a:cxn>
                <a:cxn ang="T152">
                  <a:pos x="T100" y="T101"/>
                </a:cxn>
              </a:cxnLst>
              <a:rect l="T153" t="T154" r="T155" b="T156"/>
              <a:pathLst>
                <a:path w="3960" h="4768">
                  <a:moveTo>
                    <a:pt x="353" y="3849"/>
                  </a:moveTo>
                  <a:lnTo>
                    <a:pt x="1661" y="4700"/>
                  </a:lnTo>
                  <a:lnTo>
                    <a:pt x="1697" y="4717"/>
                  </a:lnTo>
                  <a:lnTo>
                    <a:pt x="1736" y="4731"/>
                  </a:lnTo>
                  <a:lnTo>
                    <a:pt x="1776" y="4742"/>
                  </a:lnTo>
                  <a:lnTo>
                    <a:pt x="1818" y="4753"/>
                  </a:lnTo>
                  <a:lnTo>
                    <a:pt x="1860" y="4760"/>
                  </a:lnTo>
                  <a:lnTo>
                    <a:pt x="1902" y="4765"/>
                  </a:lnTo>
                  <a:lnTo>
                    <a:pt x="1946" y="4768"/>
                  </a:lnTo>
                  <a:lnTo>
                    <a:pt x="1988" y="4768"/>
                  </a:lnTo>
                  <a:lnTo>
                    <a:pt x="2031" y="4767"/>
                  </a:lnTo>
                  <a:lnTo>
                    <a:pt x="2073" y="4763"/>
                  </a:lnTo>
                  <a:lnTo>
                    <a:pt x="2114" y="4758"/>
                  </a:lnTo>
                  <a:lnTo>
                    <a:pt x="2154" y="4751"/>
                  </a:lnTo>
                  <a:lnTo>
                    <a:pt x="2193" y="4740"/>
                  </a:lnTo>
                  <a:lnTo>
                    <a:pt x="2230" y="4729"/>
                  </a:lnTo>
                  <a:lnTo>
                    <a:pt x="2264" y="4715"/>
                  </a:lnTo>
                  <a:lnTo>
                    <a:pt x="2297" y="4700"/>
                  </a:lnTo>
                  <a:lnTo>
                    <a:pt x="3639" y="3825"/>
                  </a:lnTo>
                  <a:lnTo>
                    <a:pt x="3673" y="3795"/>
                  </a:lnTo>
                  <a:lnTo>
                    <a:pt x="3707" y="3761"/>
                  </a:lnTo>
                  <a:lnTo>
                    <a:pt x="3738" y="3725"/>
                  </a:lnTo>
                  <a:lnTo>
                    <a:pt x="3768" y="3685"/>
                  </a:lnTo>
                  <a:lnTo>
                    <a:pt x="3796" y="3644"/>
                  </a:lnTo>
                  <a:lnTo>
                    <a:pt x="3821" y="3599"/>
                  </a:lnTo>
                  <a:lnTo>
                    <a:pt x="3846" y="3553"/>
                  </a:lnTo>
                  <a:lnTo>
                    <a:pt x="3868" y="3505"/>
                  </a:lnTo>
                  <a:lnTo>
                    <a:pt x="3888" y="3456"/>
                  </a:lnTo>
                  <a:lnTo>
                    <a:pt x="3907" y="3406"/>
                  </a:lnTo>
                  <a:lnTo>
                    <a:pt x="3922" y="3354"/>
                  </a:lnTo>
                  <a:lnTo>
                    <a:pt x="3935" y="3303"/>
                  </a:lnTo>
                  <a:lnTo>
                    <a:pt x="3946" y="3250"/>
                  </a:lnTo>
                  <a:lnTo>
                    <a:pt x="3953" y="3197"/>
                  </a:lnTo>
                  <a:lnTo>
                    <a:pt x="3957" y="3144"/>
                  </a:lnTo>
                  <a:lnTo>
                    <a:pt x="3960" y="3092"/>
                  </a:lnTo>
                  <a:lnTo>
                    <a:pt x="3959" y="1313"/>
                  </a:lnTo>
                  <a:lnTo>
                    <a:pt x="3955" y="1271"/>
                  </a:lnTo>
                  <a:lnTo>
                    <a:pt x="3949" y="1229"/>
                  </a:lnTo>
                  <a:lnTo>
                    <a:pt x="3941" y="1189"/>
                  </a:lnTo>
                  <a:lnTo>
                    <a:pt x="3930" y="1149"/>
                  </a:lnTo>
                  <a:lnTo>
                    <a:pt x="3918" y="1111"/>
                  </a:lnTo>
                  <a:lnTo>
                    <a:pt x="3902" y="1075"/>
                  </a:lnTo>
                  <a:lnTo>
                    <a:pt x="3886" y="1040"/>
                  </a:lnTo>
                  <a:lnTo>
                    <a:pt x="3867" y="1006"/>
                  </a:lnTo>
                  <a:lnTo>
                    <a:pt x="3846" y="973"/>
                  </a:lnTo>
                  <a:lnTo>
                    <a:pt x="3823" y="942"/>
                  </a:lnTo>
                  <a:lnTo>
                    <a:pt x="3798" y="913"/>
                  </a:lnTo>
                  <a:lnTo>
                    <a:pt x="3771" y="886"/>
                  </a:lnTo>
                  <a:lnTo>
                    <a:pt x="3743" y="860"/>
                  </a:lnTo>
                  <a:lnTo>
                    <a:pt x="3714" y="837"/>
                  </a:lnTo>
                  <a:lnTo>
                    <a:pt x="3682" y="816"/>
                  </a:lnTo>
                  <a:lnTo>
                    <a:pt x="3649" y="796"/>
                  </a:lnTo>
                  <a:lnTo>
                    <a:pt x="2386" y="83"/>
                  </a:lnTo>
                  <a:lnTo>
                    <a:pt x="2350" y="65"/>
                  </a:lnTo>
                  <a:lnTo>
                    <a:pt x="2310" y="50"/>
                  </a:lnTo>
                  <a:lnTo>
                    <a:pt x="2268" y="36"/>
                  </a:lnTo>
                  <a:lnTo>
                    <a:pt x="2223" y="24"/>
                  </a:lnTo>
                  <a:lnTo>
                    <a:pt x="2178" y="15"/>
                  </a:lnTo>
                  <a:lnTo>
                    <a:pt x="2131" y="8"/>
                  </a:lnTo>
                  <a:lnTo>
                    <a:pt x="2082" y="3"/>
                  </a:lnTo>
                  <a:lnTo>
                    <a:pt x="2032" y="0"/>
                  </a:lnTo>
                  <a:lnTo>
                    <a:pt x="1982" y="1"/>
                  </a:lnTo>
                  <a:lnTo>
                    <a:pt x="1933" y="3"/>
                  </a:lnTo>
                  <a:lnTo>
                    <a:pt x="1882" y="9"/>
                  </a:lnTo>
                  <a:lnTo>
                    <a:pt x="1833" y="17"/>
                  </a:lnTo>
                  <a:lnTo>
                    <a:pt x="1785" y="29"/>
                  </a:lnTo>
                  <a:lnTo>
                    <a:pt x="1737" y="43"/>
                  </a:lnTo>
                  <a:lnTo>
                    <a:pt x="1691" y="62"/>
                  </a:lnTo>
                  <a:lnTo>
                    <a:pt x="1647" y="83"/>
                  </a:lnTo>
                  <a:lnTo>
                    <a:pt x="311" y="782"/>
                  </a:lnTo>
                  <a:lnTo>
                    <a:pt x="276" y="803"/>
                  </a:lnTo>
                  <a:lnTo>
                    <a:pt x="243" y="826"/>
                  </a:lnTo>
                  <a:lnTo>
                    <a:pt x="213" y="852"/>
                  </a:lnTo>
                  <a:lnTo>
                    <a:pt x="184" y="879"/>
                  </a:lnTo>
                  <a:lnTo>
                    <a:pt x="155" y="908"/>
                  </a:lnTo>
                  <a:lnTo>
                    <a:pt x="131" y="939"/>
                  </a:lnTo>
                  <a:lnTo>
                    <a:pt x="107" y="971"/>
                  </a:lnTo>
                  <a:lnTo>
                    <a:pt x="86" y="1005"/>
                  </a:lnTo>
                  <a:lnTo>
                    <a:pt x="68" y="1040"/>
                  </a:lnTo>
                  <a:lnTo>
                    <a:pt x="50" y="1076"/>
                  </a:lnTo>
                  <a:lnTo>
                    <a:pt x="36" y="1115"/>
                  </a:lnTo>
                  <a:lnTo>
                    <a:pt x="23" y="1153"/>
                  </a:lnTo>
                  <a:lnTo>
                    <a:pt x="14" y="1195"/>
                  </a:lnTo>
                  <a:lnTo>
                    <a:pt x="7" y="1236"/>
                  </a:lnTo>
                  <a:lnTo>
                    <a:pt x="2" y="1279"/>
                  </a:lnTo>
                  <a:lnTo>
                    <a:pt x="0" y="1322"/>
                  </a:lnTo>
                  <a:lnTo>
                    <a:pt x="0" y="3093"/>
                  </a:lnTo>
                  <a:lnTo>
                    <a:pt x="2" y="3147"/>
                  </a:lnTo>
                  <a:lnTo>
                    <a:pt x="7" y="3202"/>
                  </a:lnTo>
                  <a:lnTo>
                    <a:pt x="15" y="3257"/>
                  </a:lnTo>
                  <a:lnTo>
                    <a:pt x="27" y="3312"/>
                  </a:lnTo>
                  <a:lnTo>
                    <a:pt x="42" y="3366"/>
                  </a:lnTo>
                  <a:lnTo>
                    <a:pt x="59" y="3420"/>
                  </a:lnTo>
                  <a:lnTo>
                    <a:pt x="79" y="3474"/>
                  </a:lnTo>
                  <a:lnTo>
                    <a:pt x="102" y="3525"/>
                  </a:lnTo>
                  <a:lnTo>
                    <a:pt x="127" y="3576"/>
                  </a:lnTo>
                  <a:lnTo>
                    <a:pt x="154" y="3624"/>
                  </a:lnTo>
                  <a:lnTo>
                    <a:pt x="184" y="3670"/>
                  </a:lnTo>
                  <a:lnTo>
                    <a:pt x="214" y="3712"/>
                  </a:lnTo>
                  <a:lnTo>
                    <a:pt x="247" y="3752"/>
                  </a:lnTo>
                  <a:lnTo>
                    <a:pt x="281" y="3788"/>
                  </a:lnTo>
                  <a:lnTo>
                    <a:pt x="317" y="3821"/>
                  </a:lnTo>
                  <a:lnTo>
                    <a:pt x="353" y="384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7363" name="Freeform 35"/>
            <p:cNvSpPr>
              <a:spLocks/>
            </p:cNvSpPr>
            <p:nvPr/>
          </p:nvSpPr>
          <p:spPr bwMode="auto">
            <a:xfrm>
              <a:off x="943" y="2210"/>
              <a:ext cx="276" cy="187"/>
            </a:xfrm>
            <a:custGeom>
              <a:avLst/>
              <a:gdLst>
                <a:gd name="T0" fmla="*/ 11 w 1380"/>
                <a:gd name="T1" fmla="*/ 7 h 937"/>
                <a:gd name="T2" fmla="*/ 11 w 1380"/>
                <a:gd name="T3" fmla="*/ 7 h 937"/>
                <a:gd name="T4" fmla="*/ 0 w 1380"/>
                <a:gd name="T5" fmla="*/ 0 h 937"/>
                <a:gd name="T6" fmla="*/ 0 w 1380"/>
                <a:gd name="T7" fmla="*/ 1 h 937"/>
                <a:gd name="T8" fmla="*/ 10 w 1380"/>
                <a:gd name="T9" fmla="*/ 7 h 937"/>
                <a:gd name="T10" fmla="*/ 10 w 1380"/>
                <a:gd name="T11" fmla="*/ 7 h 937"/>
                <a:gd name="T12" fmla="*/ 10 w 1380"/>
                <a:gd name="T13" fmla="*/ 7 h 937"/>
                <a:gd name="T14" fmla="*/ 11 w 1380"/>
                <a:gd name="T15" fmla="*/ 7 h 937"/>
                <a:gd name="T16" fmla="*/ 11 w 1380"/>
                <a:gd name="T17" fmla="*/ 7 h 937"/>
                <a:gd name="T18" fmla="*/ 11 w 1380"/>
                <a:gd name="T19" fmla="*/ 7 h 937"/>
                <a:gd name="T20" fmla="*/ 11 w 1380"/>
                <a:gd name="T21" fmla="*/ 7 h 937"/>
                <a:gd name="T22" fmla="*/ 11 w 1380"/>
                <a:gd name="T23" fmla="*/ 7 h 937"/>
                <a:gd name="T24" fmla="*/ 11 w 1380"/>
                <a:gd name="T25" fmla="*/ 7 h 937"/>
                <a:gd name="T26" fmla="*/ 11 w 1380"/>
                <a:gd name="T27" fmla="*/ 7 h 937"/>
                <a:gd name="T28" fmla="*/ 11 w 1380"/>
                <a:gd name="T29" fmla="*/ 7 h 937"/>
                <a:gd name="T30" fmla="*/ 11 w 1380"/>
                <a:gd name="T31" fmla="*/ 7 h 93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80"/>
                <a:gd name="T49" fmla="*/ 0 h 937"/>
                <a:gd name="T50" fmla="*/ 1380 w 1380"/>
                <a:gd name="T51" fmla="*/ 937 h 93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80" h="937">
                  <a:moveTo>
                    <a:pt x="1354" y="848"/>
                  </a:moveTo>
                  <a:lnTo>
                    <a:pt x="1359" y="851"/>
                  </a:lnTo>
                  <a:lnTo>
                    <a:pt x="51" y="0"/>
                  </a:lnTo>
                  <a:lnTo>
                    <a:pt x="0" y="78"/>
                  </a:lnTo>
                  <a:lnTo>
                    <a:pt x="1307" y="929"/>
                  </a:lnTo>
                  <a:lnTo>
                    <a:pt x="1312" y="932"/>
                  </a:lnTo>
                  <a:lnTo>
                    <a:pt x="1307" y="929"/>
                  </a:lnTo>
                  <a:lnTo>
                    <a:pt x="1326" y="937"/>
                  </a:lnTo>
                  <a:lnTo>
                    <a:pt x="1345" y="936"/>
                  </a:lnTo>
                  <a:lnTo>
                    <a:pt x="1360" y="929"/>
                  </a:lnTo>
                  <a:lnTo>
                    <a:pt x="1372" y="916"/>
                  </a:lnTo>
                  <a:lnTo>
                    <a:pt x="1379" y="899"/>
                  </a:lnTo>
                  <a:lnTo>
                    <a:pt x="1380" y="883"/>
                  </a:lnTo>
                  <a:lnTo>
                    <a:pt x="1374" y="865"/>
                  </a:lnTo>
                  <a:lnTo>
                    <a:pt x="1359" y="851"/>
                  </a:lnTo>
                  <a:lnTo>
                    <a:pt x="1354" y="84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7364" name="Freeform 36"/>
            <p:cNvSpPr>
              <a:spLocks/>
            </p:cNvSpPr>
            <p:nvPr/>
          </p:nvSpPr>
          <p:spPr bwMode="auto">
            <a:xfrm>
              <a:off x="1206" y="2379"/>
              <a:ext cx="140" cy="32"/>
            </a:xfrm>
            <a:custGeom>
              <a:avLst/>
              <a:gdLst>
                <a:gd name="T0" fmla="*/ 5 w 703"/>
                <a:gd name="T1" fmla="*/ 0 h 162"/>
                <a:gd name="T2" fmla="*/ 5 w 703"/>
                <a:gd name="T3" fmla="*/ 0 h 162"/>
                <a:gd name="T4" fmla="*/ 5 w 703"/>
                <a:gd name="T5" fmla="*/ 0 h 162"/>
                <a:gd name="T6" fmla="*/ 5 w 703"/>
                <a:gd name="T7" fmla="*/ 0 h 162"/>
                <a:gd name="T8" fmla="*/ 4 w 703"/>
                <a:gd name="T9" fmla="*/ 0 h 162"/>
                <a:gd name="T10" fmla="*/ 4 w 703"/>
                <a:gd name="T11" fmla="*/ 0 h 162"/>
                <a:gd name="T12" fmla="*/ 4 w 703"/>
                <a:gd name="T13" fmla="*/ 0 h 162"/>
                <a:gd name="T14" fmla="*/ 3 w 703"/>
                <a:gd name="T15" fmla="*/ 1 h 162"/>
                <a:gd name="T16" fmla="*/ 3 w 703"/>
                <a:gd name="T17" fmla="*/ 1 h 162"/>
                <a:gd name="T18" fmla="*/ 3 w 703"/>
                <a:gd name="T19" fmla="*/ 1 h 162"/>
                <a:gd name="T20" fmla="*/ 2 w 703"/>
                <a:gd name="T21" fmla="*/ 1 h 162"/>
                <a:gd name="T22" fmla="*/ 2 w 703"/>
                <a:gd name="T23" fmla="*/ 1 h 162"/>
                <a:gd name="T24" fmla="*/ 2 w 703"/>
                <a:gd name="T25" fmla="*/ 0 h 162"/>
                <a:gd name="T26" fmla="*/ 1 w 703"/>
                <a:gd name="T27" fmla="*/ 0 h 162"/>
                <a:gd name="T28" fmla="*/ 1 w 703"/>
                <a:gd name="T29" fmla="*/ 0 h 162"/>
                <a:gd name="T30" fmla="*/ 1 w 703"/>
                <a:gd name="T31" fmla="*/ 0 h 162"/>
                <a:gd name="T32" fmla="*/ 1 w 703"/>
                <a:gd name="T33" fmla="*/ 0 h 162"/>
                <a:gd name="T34" fmla="*/ 0 w 703"/>
                <a:gd name="T35" fmla="*/ 0 h 162"/>
                <a:gd name="T36" fmla="*/ 0 w 703"/>
                <a:gd name="T37" fmla="*/ 1 h 162"/>
                <a:gd name="T38" fmla="*/ 0 w 703"/>
                <a:gd name="T39" fmla="*/ 1 h 162"/>
                <a:gd name="T40" fmla="*/ 1 w 703"/>
                <a:gd name="T41" fmla="*/ 1 h 162"/>
                <a:gd name="T42" fmla="*/ 1 w 703"/>
                <a:gd name="T43" fmla="*/ 1 h 162"/>
                <a:gd name="T44" fmla="*/ 1 w 703"/>
                <a:gd name="T45" fmla="*/ 1 h 162"/>
                <a:gd name="T46" fmla="*/ 2 w 703"/>
                <a:gd name="T47" fmla="*/ 1 h 162"/>
                <a:gd name="T48" fmla="*/ 2 w 703"/>
                <a:gd name="T49" fmla="*/ 1 h 162"/>
                <a:gd name="T50" fmla="*/ 2 w 703"/>
                <a:gd name="T51" fmla="*/ 1 h 162"/>
                <a:gd name="T52" fmla="*/ 3 w 703"/>
                <a:gd name="T53" fmla="*/ 1 h 162"/>
                <a:gd name="T54" fmla="*/ 3 w 703"/>
                <a:gd name="T55" fmla="*/ 1 h 162"/>
                <a:gd name="T56" fmla="*/ 3 w 703"/>
                <a:gd name="T57" fmla="*/ 1 h 162"/>
                <a:gd name="T58" fmla="*/ 4 w 703"/>
                <a:gd name="T59" fmla="*/ 1 h 162"/>
                <a:gd name="T60" fmla="*/ 4 w 703"/>
                <a:gd name="T61" fmla="*/ 1 h 162"/>
                <a:gd name="T62" fmla="*/ 5 w 703"/>
                <a:gd name="T63" fmla="*/ 1 h 162"/>
                <a:gd name="T64" fmla="*/ 5 w 703"/>
                <a:gd name="T65" fmla="*/ 1 h 162"/>
                <a:gd name="T66" fmla="*/ 5 w 703"/>
                <a:gd name="T67" fmla="*/ 1 h 162"/>
                <a:gd name="T68" fmla="*/ 5 w 703"/>
                <a:gd name="T69" fmla="*/ 1 h 162"/>
                <a:gd name="T70" fmla="*/ 5 w 703"/>
                <a:gd name="T71" fmla="*/ 1 h 162"/>
                <a:gd name="T72" fmla="*/ 5 w 703"/>
                <a:gd name="T73" fmla="*/ 1 h 162"/>
                <a:gd name="T74" fmla="*/ 5 w 703"/>
                <a:gd name="T75" fmla="*/ 1 h 162"/>
                <a:gd name="T76" fmla="*/ 6 w 703"/>
                <a:gd name="T77" fmla="*/ 0 h 162"/>
                <a:gd name="T78" fmla="*/ 6 w 703"/>
                <a:gd name="T79" fmla="*/ 0 h 162"/>
                <a:gd name="T80" fmla="*/ 6 w 703"/>
                <a:gd name="T81" fmla="*/ 0 h 162"/>
                <a:gd name="T82" fmla="*/ 5 w 703"/>
                <a:gd name="T83" fmla="*/ 0 h 162"/>
                <a:gd name="T84" fmla="*/ 5 w 703"/>
                <a:gd name="T85" fmla="*/ 0 h 162"/>
                <a:gd name="T86" fmla="*/ 5 w 703"/>
                <a:gd name="T87" fmla="*/ 0 h 162"/>
                <a:gd name="T88" fmla="*/ 5 w 703"/>
                <a:gd name="T89" fmla="*/ 0 h 162"/>
                <a:gd name="T90" fmla="*/ 5 w 703"/>
                <a:gd name="T91" fmla="*/ 0 h 162"/>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703"/>
                <a:gd name="T139" fmla="*/ 0 h 162"/>
                <a:gd name="T140" fmla="*/ 703 w 703"/>
                <a:gd name="T141" fmla="*/ 162 h 162"/>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703" h="162">
                  <a:moveTo>
                    <a:pt x="631" y="8"/>
                  </a:moveTo>
                  <a:lnTo>
                    <a:pt x="636" y="6"/>
                  </a:lnTo>
                  <a:lnTo>
                    <a:pt x="606" y="20"/>
                  </a:lnTo>
                  <a:lnTo>
                    <a:pt x="575" y="32"/>
                  </a:lnTo>
                  <a:lnTo>
                    <a:pt x="540" y="42"/>
                  </a:lnTo>
                  <a:lnTo>
                    <a:pt x="504" y="52"/>
                  </a:lnTo>
                  <a:lnTo>
                    <a:pt x="467" y="59"/>
                  </a:lnTo>
                  <a:lnTo>
                    <a:pt x="428" y="64"/>
                  </a:lnTo>
                  <a:lnTo>
                    <a:pt x="389" y="67"/>
                  </a:lnTo>
                  <a:lnTo>
                    <a:pt x="348" y="68"/>
                  </a:lnTo>
                  <a:lnTo>
                    <a:pt x="308" y="68"/>
                  </a:lnTo>
                  <a:lnTo>
                    <a:pt x="267" y="65"/>
                  </a:lnTo>
                  <a:lnTo>
                    <a:pt x="226" y="61"/>
                  </a:lnTo>
                  <a:lnTo>
                    <a:pt x="187" y="54"/>
                  </a:lnTo>
                  <a:lnTo>
                    <a:pt x="148" y="44"/>
                  </a:lnTo>
                  <a:lnTo>
                    <a:pt x="110" y="33"/>
                  </a:lnTo>
                  <a:lnTo>
                    <a:pt x="75" y="20"/>
                  </a:lnTo>
                  <a:lnTo>
                    <a:pt x="42" y="5"/>
                  </a:lnTo>
                  <a:lnTo>
                    <a:pt x="0" y="89"/>
                  </a:lnTo>
                  <a:lnTo>
                    <a:pt x="40" y="107"/>
                  </a:lnTo>
                  <a:lnTo>
                    <a:pt x="82" y="122"/>
                  </a:lnTo>
                  <a:lnTo>
                    <a:pt x="124" y="135"/>
                  </a:lnTo>
                  <a:lnTo>
                    <a:pt x="169" y="146"/>
                  </a:lnTo>
                  <a:lnTo>
                    <a:pt x="214" y="153"/>
                  </a:lnTo>
                  <a:lnTo>
                    <a:pt x="258" y="158"/>
                  </a:lnTo>
                  <a:lnTo>
                    <a:pt x="303" y="162"/>
                  </a:lnTo>
                  <a:lnTo>
                    <a:pt x="348" y="162"/>
                  </a:lnTo>
                  <a:lnTo>
                    <a:pt x="394" y="161"/>
                  </a:lnTo>
                  <a:lnTo>
                    <a:pt x="439" y="157"/>
                  </a:lnTo>
                  <a:lnTo>
                    <a:pt x="481" y="150"/>
                  </a:lnTo>
                  <a:lnTo>
                    <a:pt x="525" y="143"/>
                  </a:lnTo>
                  <a:lnTo>
                    <a:pt x="566" y="132"/>
                  </a:lnTo>
                  <a:lnTo>
                    <a:pt x="606" y="121"/>
                  </a:lnTo>
                  <a:lnTo>
                    <a:pt x="643" y="105"/>
                  </a:lnTo>
                  <a:lnTo>
                    <a:pt x="678" y="88"/>
                  </a:lnTo>
                  <a:lnTo>
                    <a:pt x="683" y="86"/>
                  </a:lnTo>
                  <a:lnTo>
                    <a:pt x="678" y="88"/>
                  </a:lnTo>
                  <a:lnTo>
                    <a:pt x="695" y="75"/>
                  </a:lnTo>
                  <a:lnTo>
                    <a:pt x="702" y="60"/>
                  </a:lnTo>
                  <a:lnTo>
                    <a:pt x="703" y="42"/>
                  </a:lnTo>
                  <a:lnTo>
                    <a:pt x="698" y="26"/>
                  </a:lnTo>
                  <a:lnTo>
                    <a:pt x="688" y="12"/>
                  </a:lnTo>
                  <a:lnTo>
                    <a:pt x="674" y="3"/>
                  </a:lnTo>
                  <a:lnTo>
                    <a:pt x="656" y="0"/>
                  </a:lnTo>
                  <a:lnTo>
                    <a:pt x="636" y="6"/>
                  </a:lnTo>
                  <a:lnTo>
                    <a:pt x="631"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7365" name="Freeform 37"/>
            <p:cNvSpPr>
              <a:spLocks/>
            </p:cNvSpPr>
            <p:nvPr/>
          </p:nvSpPr>
          <p:spPr bwMode="auto">
            <a:xfrm>
              <a:off x="1332" y="2204"/>
              <a:ext cx="283" cy="192"/>
            </a:xfrm>
            <a:custGeom>
              <a:avLst/>
              <a:gdLst>
                <a:gd name="T0" fmla="*/ 11 w 1415"/>
                <a:gd name="T1" fmla="*/ 0 h 960"/>
                <a:gd name="T2" fmla="*/ 11 w 1415"/>
                <a:gd name="T3" fmla="*/ 0 h 960"/>
                <a:gd name="T4" fmla="*/ 0 w 1415"/>
                <a:gd name="T5" fmla="*/ 7 h 960"/>
                <a:gd name="T6" fmla="*/ 0 w 1415"/>
                <a:gd name="T7" fmla="*/ 8 h 960"/>
                <a:gd name="T8" fmla="*/ 11 w 1415"/>
                <a:gd name="T9" fmla="*/ 1 h 960"/>
                <a:gd name="T10" fmla="*/ 11 w 1415"/>
                <a:gd name="T11" fmla="*/ 1 h 960"/>
                <a:gd name="T12" fmla="*/ 11 w 1415"/>
                <a:gd name="T13" fmla="*/ 1 h 960"/>
                <a:gd name="T14" fmla="*/ 11 w 1415"/>
                <a:gd name="T15" fmla="*/ 1 h 960"/>
                <a:gd name="T16" fmla="*/ 11 w 1415"/>
                <a:gd name="T17" fmla="*/ 0 h 960"/>
                <a:gd name="T18" fmla="*/ 11 w 1415"/>
                <a:gd name="T19" fmla="*/ 0 h 960"/>
                <a:gd name="T20" fmla="*/ 11 w 1415"/>
                <a:gd name="T21" fmla="*/ 0 h 960"/>
                <a:gd name="T22" fmla="*/ 11 w 1415"/>
                <a:gd name="T23" fmla="*/ 0 h 960"/>
                <a:gd name="T24" fmla="*/ 11 w 1415"/>
                <a:gd name="T25" fmla="*/ 0 h 960"/>
                <a:gd name="T26" fmla="*/ 11 w 1415"/>
                <a:gd name="T27" fmla="*/ 0 h 960"/>
                <a:gd name="T28" fmla="*/ 11 w 1415"/>
                <a:gd name="T29" fmla="*/ 0 h 960"/>
                <a:gd name="T30" fmla="*/ 11 w 1415"/>
                <a:gd name="T31" fmla="*/ 0 h 96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15"/>
                <a:gd name="T49" fmla="*/ 0 h 960"/>
                <a:gd name="T50" fmla="*/ 1415 w 1415"/>
                <a:gd name="T51" fmla="*/ 960 h 96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15" h="960">
                  <a:moveTo>
                    <a:pt x="1338" y="10"/>
                  </a:moveTo>
                  <a:lnTo>
                    <a:pt x="1342" y="8"/>
                  </a:lnTo>
                  <a:lnTo>
                    <a:pt x="0" y="882"/>
                  </a:lnTo>
                  <a:lnTo>
                    <a:pt x="52" y="960"/>
                  </a:lnTo>
                  <a:lnTo>
                    <a:pt x="1393" y="85"/>
                  </a:lnTo>
                  <a:lnTo>
                    <a:pt x="1397" y="83"/>
                  </a:lnTo>
                  <a:lnTo>
                    <a:pt x="1393" y="85"/>
                  </a:lnTo>
                  <a:lnTo>
                    <a:pt x="1409" y="71"/>
                  </a:lnTo>
                  <a:lnTo>
                    <a:pt x="1415" y="53"/>
                  </a:lnTo>
                  <a:lnTo>
                    <a:pt x="1413" y="37"/>
                  </a:lnTo>
                  <a:lnTo>
                    <a:pt x="1406" y="21"/>
                  </a:lnTo>
                  <a:lnTo>
                    <a:pt x="1395" y="8"/>
                  </a:lnTo>
                  <a:lnTo>
                    <a:pt x="1379" y="1"/>
                  </a:lnTo>
                  <a:lnTo>
                    <a:pt x="1361" y="0"/>
                  </a:lnTo>
                  <a:lnTo>
                    <a:pt x="1342" y="8"/>
                  </a:lnTo>
                  <a:lnTo>
                    <a:pt x="1338" y="1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7366" name="Freeform 38"/>
            <p:cNvSpPr>
              <a:spLocks/>
            </p:cNvSpPr>
            <p:nvPr/>
          </p:nvSpPr>
          <p:spPr bwMode="auto">
            <a:xfrm>
              <a:off x="1599" y="2057"/>
              <a:ext cx="80" cy="163"/>
            </a:xfrm>
            <a:custGeom>
              <a:avLst/>
              <a:gdLst>
                <a:gd name="T0" fmla="*/ 2 w 398"/>
                <a:gd name="T1" fmla="*/ 0 h 817"/>
                <a:gd name="T2" fmla="*/ 2 w 398"/>
                <a:gd name="T3" fmla="*/ 0 h 817"/>
                <a:gd name="T4" fmla="*/ 2 w 398"/>
                <a:gd name="T5" fmla="*/ 1 h 817"/>
                <a:gd name="T6" fmla="*/ 2 w 398"/>
                <a:gd name="T7" fmla="*/ 1 h 817"/>
                <a:gd name="T8" fmla="*/ 2 w 398"/>
                <a:gd name="T9" fmla="*/ 2 h 817"/>
                <a:gd name="T10" fmla="*/ 2 w 398"/>
                <a:gd name="T11" fmla="*/ 2 h 817"/>
                <a:gd name="T12" fmla="*/ 2 w 398"/>
                <a:gd name="T13" fmla="*/ 2 h 817"/>
                <a:gd name="T14" fmla="*/ 2 w 398"/>
                <a:gd name="T15" fmla="*/ 3 h 817"/>
                <a:gd name="T16" fmla="*/ 2 w 398"/>
                <a:gd name="T17" fmla="*/ 3 h 817"/>
                <a:gd name="T18" fmla="*/ 2 w 398"/>
                <a:gd name="T19" fmla="*/ 4 h 817"/>
                <a:gd name="T20" fmla="*/ 2 w 398"/>
                <a:gd name="T21" fmla="*/ 4 h 817"/>
                <a:gd name="T22" fmla="*/ 1 w 398"/>
                <a:gd name="T23" fmla="*/ 4 h 817"/>
                <a:gd name="T24" fmla="*/ 1 w 398"/>
                <a:gd name="T25" fmla="*/ 5 h 817"/>
                <a:gd name="T26" fmla="*/ 1 w 398"/>
                <a:gd name="T27" fmla="*/ 5 h 817"/>
                <a:gd name="T28" fmla="*/ 1 w 398"/>
                <a:gd name="T29" fmla="*/ 5 h 817"/>
                <a:gd name="T30" fmla="*/ 1 w 398"/>
                <a:gd name="T31" fmla="*/ 5 h 817"/>
                <a:gd name="T32" fmla="*/ 0 w 398"/>
                <a:gd name="T33" fmla="*/ 6 h 817"/>
                <a:gd name="T34" fmla="*/ 0 w 398"/>
                <a:gd name="T35" fmla="*/ 6 h 817"/>
                <a:gd name="T36" fmla="*/ 0 w 398"/>
                <a:gd name="T37" fmla="*/ 7 h 817"/>
                <a:gd name="T38" fmla="*/ 1 w 398"/>
                <a:gd name="T39" fmla="*/ 6 h 817"/>
                <a:gd name="T40" fmla="*/ 1 w 398"/>
                <a:gd name="T41" fmla="*/ 6 h 817"/>
                <a:gd name="T42" fmla="*/ 1 w 398"/>
                <a:gd name="T43" fmla="*/ 6 h 817"/>
                <a:gd name="T44" fmla="*/ 2 w 398"/>
                <a:gd name="T45" fmla="*/ 5 h 817"/>
                <a:gd name="T46" fmla="*/ 2 w 398"/>
                <a:gd name="T47" fmla="*/ 5 h 817"/>
                <a:gd name="T48" fmla="*/ 2 w 398"/>
                <a:gd name="T49" fmla="*/ 5 h 817"/>
                <a:gd name="T50" fmla="*/ 2 w 398"/>
                <a:gd name="T51" fmla="*/ 4 h 817"/>
                <a:gd name="T52" fmla="*/ 2 w 398"/>
                <a:gd name="T53" fmla="*/ 4 h 817"/>
                <a:gd name="T54" fmla="*/ 3 w 398"/>
                <a:gd name="T55" fmla="*/ 3 h 817"/>
                <a:gd name="T56" fmla="*/ 3 w 398"/>
                <a:gd name="T57" fmla="*/ 3 h 817"/>
                <a:gd name="T58" fmla="*/ 3 w 398"/>
                <a:gd name="T59" fmla="*/ 3 h 817"/>
                <a:gd name="T60" fmla="*/ 3 w 398"/>
                <a:gd name="T61" fmla="*/ 2 h 817"/>
                <a:gd name="T62" fmla="*/ 3 w 398"/>
                <a:gd name="T63" fmla="*/ 2 h 817"/>
                <a:gd name="T64" fmla="*/ 3 w 398"/>
                <a:gd name="T65" fmla="*/ 1 h 817"/>
                <a:gd name="T66" fmla="*/ 3 w 398"/>
                <a:gd name="T67" fmla="*/ 1 h 817"/>
                <a:gd name="T68" fmla="*/ 3 w 398"/>
                <a:gd name="T69" fmla="*/ 0 h 817"/>
                <a:gd name="T70" fmla="*/ 3 w 398"/>
                <a:gd name="T71" fmla="*/ 0 h 817"/>
                <a:gd name="T72" fmla="*/ 3 w 398"/>
                <a:gd name="T73" fmla="*/ 0 h 817"/>
                <a:gd name="T74" fmla="*/ 3 w 398"/>
                <a:gd name="T75" fmla="*/ 0 h 817"/>
                <a:gd name="T76" fmla="*/ 3 w 398"/>
                <a:gd name="T77" fmla="*/ 0 h 817"/>
                <a:gd name="T78" fmla="*/ 3 w 398"/>
                <a:gd name="T79" fmla="*/ 0 h 817"/>
                <a:gd name="T80" fmla="*/ 3 w 398"/>
                <a:gd name="T81" fmla="*/ 0 h 817"/>
                <a:gd name="T82" fmla="*/ 3 w 398"/>
                <a:gd name="T83" fmla="*/ 0 h 817"/>
                <a:gd name="T84" fmla="*/ 3 w 398"/>
                <a:gd name="T85" fmla="*/ 0 h 817"/>
                <a:gd name="T86" fmla="*/ 2 w 398"/>
                <a:gd name="T87" fmla="*/ 0 h 817"/>
                <a:gd name="T88" fmla="*/ 2 w 398"/>
                <a:gd name="T89" fmla="*/ 0 h 817"/>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398"/>
                <a:gd name="T136" fmla="*/ 0 h 817"/>
                <a:gd name="T137" fmla="*/ 398 w 398"/>
                <a:gd name="T138" fmla="*/ 817 h 817"/>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398" h="817">
                  <a:moveTo>
                    <a:pt x="304" y="47"/>
                  </a:moveTo>
                  <a:lnTo>
                    <a:pt x="304" y="47"/>
                  </a:lnTo>
                  <a:lnTo>
                    <a:pt x="301" y="97"/>
                  </a:lnTo>
                  <a:lnTo>
                    <a:pt x="297" y="147"/>
                  </a:lnTo>
                  <a:lnTo>
                    <a:pt x="291" y="198"/>
                  </a:lnTo>
                  <a:lnTo>
                    <a:pt x="280" y="247"/>
                  </a:lnTo>
                  <a:lnTo>
                    <a:pt x="268" y="297"/>
                  </a:lnTo>
                  <a:lnTo>
                    <a:pt x="253" y="347"/>
                  </a:lnTo>
                  <a:lnTo>
                    <a:pt x="236" y="395"/>
                  </a:lnTo>
                  <a:lnTo>
                    <a:pt x="217" y="442"/>
                  </a:lnTo>
                  <a:lnTo>
                    <a:pt x="195" y="487"/>
                  </a:lnTo>
                  <a:lnTo>
                    <a:pt x="171" y="532"/>
                  </a:lnTo>
                  <a:lnTo>
                    <a:pt x="147" y="574"/>
                  </a:lnTo>
                  <a:lnTo>
                    <a:pt x="121" y="613"/>
                  </a:lnTo>
                  <a:lnTo>
                    <a:pt x="93" y="650"/>
                  </a:lnTo>
                  <a:lnTo>
                    <a:pt x="64" y="684"/>
                  </a:lnTo>
                  <a:lnTo>
                    <a:pt x="32" y="716"/>
                  </a:lnTo>
                  <a:lnTo>
                    <a:pt x="0" y="744"/>
                  </a:lnTo>
                  <a:lnTo>
                    <a:pt x="59" y="817"/>
                  </a:lnTo>
                  <a:lnTo>
                    <a:pt x="95" y="784"/>
                  </a:lnTo>
                  <a:lnTo>
                    <a:pt x="132" y="748"/>
                  </a:lnTo>
                  <a:lnTo>
                    <a:pt x="166" y="709"/>
                  </a:lnTo>
                  <a:lnTo>
                    <a:pt x="196" y="667"/>
                  </a:lnTo>
                  <a:lnTo>
                    <a:pt x="227" y="623"/>
                  </a:lnTo>
                  <a:lnTo>
                    <a:pt x="253" y="576"/>
                  </a:lnTo>
                  <a:lnTo>
                    <a:pt x="279" y="530"/>
                  </a:lnTo>
                  <a:lnTo>
                    <a:pt x="301" y="479"/>
                  </a:lnTo>
                  <a:lnTo>
                    <a:pt x="323" y="428"/>
                  </a:lnTo>
                  <a:lnTo>
                    <a:pt x="342" y="375"/>
                  </a:lnTo>
                  <a:lnTo>
                    <a:pt x="359" y="321"/>
                  </a:lnTo>
                  <a:lnTo>
                    <a:pt x="372" y="268"/>
                  </a:lnTo>
                  <a:lnTo>
                    <a:pt x="382" y="212"/>
                  </a:lnTo>
                  <a:lnTo>
                    <a:pt x="391" y="157"/>
                  </a:lnTo>
                  <a:lnTo>
                    <a:pt x="395" y="102"/>
                  </a:lnTo>
                  <a:lnTo>
                    <a:pt x="398" y="47"/>
                  </a:lnTo>
                  <a:lnTo>
                    <a:pt x="394" y="27"/>
                  </a:lnTo>
                  <a:lnTo>
                    <a:pt x="383" y="11"/>
                  </a:lnTo>
                  <a:lnTo>
                    <a:pt x="368" y="3"/>
                  </a:lnTo>
                  <a:lnTo>
                    <a:pt x="351" y="0"/>
                  </a:lnTo>
                  <a:lnTo>
                    <a:pt x="333" y="3"/>
                  </a:lnTo>
                  <a:lnTo>
                    <a:pt x="319" y="11"/>
                  </a:lnTo>
                  <a:lnTo>
                    <a:pt x="307" y="27"/>
                  </a:lnTo>
                  <a:lnTo>
                    <a:pt x="304" y="4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7367" name="Freeform 39"/>
            <p:cNvSpPr>
              <a:spLocks/>
            </p:cNvSpPr>
            <p:nvPr/>
          </p:nvSpPr>
          <p:spPr bwMode="auto">
            <a:xfrm>
              <a:off x="1660" y="1701"/>
              <a:ext cx="19" cy="365"/>
            </a:xfrm>
            <a:custGeom>
              <a:avLst/>
              <a:gdLst>
                <a:gd name="T0" fmla="*/ 0 w 95"/>
                <a:gd name="T1" fmla="*/ 0 h 1826"/>
                <a:gd name="T2" fmla="*/ 0 w 95"/>
                <a:gd name="T3" fmla="*/ 0 h 1826"/>
                <a:gd name="T4" fmla="*/ 0 w 95"/>
                <a:gd name="T5" fmla="*/ 15 h 1826"/>
                <a:gd name="T6" fmla="*/ 1 w 95"/>
                <a:gd name="T7" fmla="*/ 15 h 1826"/>
                <a:gd name="T8" fmla="*/ 1 w 95"/>
                <a:gd name="T9" fmla="*/ 0 h 1826"/>
                <a:gd name="T10" fmla="*/ 1 w 95"/>
                <a:gd name="T11" fmla="*/ 0 h 1826"/>
                <a:gd name="T12" fmla="*/ 1 w 95"/>
                <a:gd name="T13" fmla="*/ 0 h 1826"/>
                <a:gd name="T14" fmla="*/ 1 w 95"/>
                <a:gd name="T15" fmla="*/ 0 h 1826"/>
                <a:gd name="T16" fmla="*/ 1 w 95"/>
                <a:gd name="T17" fmla="*/ 0 h 1826"/>
                <a:gd name="T18" fmla="*/ 1 w 95"/>
                <a:gd name="T19" fmla="*/ 0 h 1826"/>
                <a:gd name="T20" fmla="*/ 0 w 95"/>
                <a:gd name="T21" fmla="*/ 0 h 1826"/>
                <a:gd name="T22" fmla="*/ 0 w 95"/>
                <a:gd name="T23" fmla="*/ 0 h 1826"/>
                <a:gd name="T24" fmla="*/ 0 w 95"/>
                <a:gd name="T25" fmla="*/ 0 h 1826"/>
                <a:gd name="T26" fmla="*/ 0 w 95"/>
                <a:gd name="T27" fmla="*/ 0 h 1826"/>
                <a:gd name="T28" fmla="*/ 0 w 95"/>
                <a:gd name="T29" fmla="*/ 0 h 1826"/>
                <a:gd name="T30" fmla="*/ 0 w 95"/>
                <a:gd name="T31" fmla="*/ 0 h 182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95"/>
                <a:gd name="T49" fmla="*/ 0 h 1826"/>
                <a:gd name="T50" fmla="*/ 95 w 95"/>
                <a:gd name="T51" fmla="*/ 1826 h 182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95" h="1826">
                  <a:moveTo>
                    <a:pt x="0" y="49"/>
                  </a:moveTo>
                  <a:lnTo>
                    <a:pt x="0" y="47"/>
                  </a:lnTo>
                  <a:lnTo>
                    <a:pt x="1" y="1826"/>
                  </a:lnTo>
                  <a:lnTo>
                    <a:pt x="95" y="1826"/>
                  </a:lnTo>
                  <a:lnTo>
                    <a:pt x="93" y="47"/>
                  </a:lnTo>
                  <a:lnTo>
                    <a:pt x="93" y="45"/>
                  </a:lnTo>
                  <a:lnTo>
                    <a:pt x="93" y="47"/>
                  </a:lnTo>
                  <a:lnTo>
                    <a:pt x="90" y="27"/>
                  </a:lnTo>
                  <a:lnTo>
                    <a:pt x="79" y="12"/>
                  </a:lnTo>
                  <a:lnTo>
                    <a:pt x="64" y="4"/>
                  </a:lnTo>
                  <a:lnTo>
                    <a:pt x="47" y="0"/>
                  </a:lnTo>
                  <a:lnTo>
                    <a:pt x="29" y="4"/>
                  </a:lnTo>
                  <a:lnTo>
                    <a:pt x="15" y="12"/>
                  </a:lnTo>
                  <a:lnTo>
                    <a:pt x="3" y="27"/>
                  </a:lnTo>
                  <a:lnTo>
                    <a:pt x="0" y="47"/>
                  </a:lnTo>
                  <a:lnTo>
                    <a:pt x="0" y="4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7368" name="Freeform 40"/>
            <p:cNvSpPr>
              <a:spLocks/>
            </p:cNvSpPr>
            <p:nvPr/>
          </p:nvSpPr>
          <p:spPr bwMode="auto">
            <a:xfrm>
              <a:off x="1598" y="1598"/>
              <a:ext cx="81" cy="113"/>
            </a:xfrm>
            <a:custGeom>
              <a:avLst/>
              <a:gdLst>
                <a:gd name="T0" fmla="*/ 0 w 401"/>
                <a:gd name="T1" fmla="*/ 1 h 566"/>
                <a:gd name="T2" fmla="*/ 0 w 401"/>
                <a:gd name="T3" fmla="*/ 1 h 566"/>
                <a:gd name="T4" fmla="*/ 0 w 401"/>
                <a:gd name="T5" fmla="*/ 1 h 566"/>
                <a:gd name="T6" fmla="*/ 1 w 401"/>
                <a:gd name="T7" fmla="*/ 1 h 566"/>
                <a:gd name="T8" fmla="*/ 1 w 401"/>
                <a:gd name="T9" fmla="*/ 1 h 566"/>
                <a:gd name="T10" fmla="*/ 1 w 401"/>
                <a:gd name="T11" fmla="*/ 1 h 566"/>
                <a:gd name="T12" fmla="*/ 1 w 401"/>
                <a:gd name="T13" fmla="*/ 2 h 566"/>
                <a:gd name="T14" fmla="*/ 1 w 401"/>
                <a:gd name="T15" fmla="*/ 2 h 566"/>
                <a:gd name="T16" fmla="*/ 2 w 401"/>
                <a:gd name="T17" fmla="*/ 2 h 566"/>
                <a:gd name="T18" fmla="*/ 2 w 401"/>
                <a:gd name="T19" fmla="*/ 2 h 566"/>
                <a:gd name="T20" fmla="*/ 2 w 401"/>
                <a:gd name="T21" fmla="*/ 2 h 566"/>
                <a:gd name="T22" fmla="*/ 2 w 401"/>
                <a:gd name="T23" fmla="*/ 3 h 566"/>
                <a:gd name="T24" fmla="*/ 2 w 401"/>
                <a:gd name="T25" fmla="*/ 3 h 566"/>
                <a:gd name="T26" fmla="*/ 2 w 401"/>
                <a:gd name="T27" fmla="*/ 3 h 566"/>
                <a:gd name="T28" fmla="*/ 2 w 401"/>
                <a:gd name="T29" fmla="*/ 4 h 566"/>
                <a:gd name="T30" fmla="*/ 2 w 401"/>
                <a:gd name="T31" fmla="*/ 4 h 566"/>
                <a:gd name="T32" fmla="*/ 2 w 401"/>
                <a:gd name="T33" fmla="*/ 4 h 566"/>
                <a:gd name="T34" fmla="*/ 3 w 401"/>
                <a:gd name="T35" fmla="*/ 5 h 566"/>
                <a:gd name="T36" fmla="*/ 3 w 401"/>
                <a:gd name="T37" fmla="*/ 4 h 566"/>
                <a:gd name="T38" fmla="*/ 3 w 401"/>
                <a:gd name="T39" fmla="*/ 4 h 566"/>
                <a:gd name="T40" fmla="*/ 3 w 401"/>
                <a:gd name="T41" fmla="*/ 4 h 566"/>
                <a:gd name="T42" fmla="*/ 3 w 401"/>
                <a:gd name="T43" fmla="*/ 3 h 566"/>
                <a:gd name="T44" fmla="*/ 3 w 401"/>
                <a:gd name="T45" fmla="*/ 3 h 566"/>
                <a:gd name="T46" fmla="*/ 3 w 401"/>
                <a:gd name="T47" fmla="*/ 3 h 566"/>
                <a:gd name="T48" fmla="*/ 3 w 401"/>
                <a:gd name="T49" fmla="*/ 2 h 566"/>
                <a:gd name="T50" fmla="*/ 3 w 401"/>
                <a:gd name="T51" fmla="*/ 2 h 566"/>
                <a:gd name="T52" fmla="*/ 2 w 401"/>
                <a:gd name="T53" fmla="*/ 2 h 566"/>
                <a:gd name="T54" fmla="*/ 2 w 401"/>
                <a:gd name="T55" fmla="*/ 2 h 566"/>
                <a:gd name="T56" fmla="*/ 2 w 401"/>
                <a:gd name="T57" fmla="*/ 1 h 566"/>
                <a:gd name="T58" fmla="*/ 2 w 401"/>
                <a:gd name="T59" fmla="*/ 1 h 566"/>
                <a:gd name="T60" fmla="*/ 2 w 401"/>
                <a:gd name="T61" fmla="*/ 1 h 566"/>
                <a:gd name="T62" fmla="*/ 1 w 401"/>
                <a:gd name="T63" fmla="*/ 1 h 566"/>
                <a:gd name="T64" fmla="*/ 1 w 401"/>
                <a:gd name="T65" fmla="*/ 0 h 566"/>
                <a:gd name="T66" fmla="*/ 1 w 401"/>
                <a:gd name="T67" fmla="*/ 0 h 566"/>
                <a:gd name="T68" fmla="*/ 1 w 401"/>
                <a:gd name="T69" fmla="*/ 0 h 566"/>
                <a:gd name="T70" fmla="*/ 1 w 401"/>
                <a:gd name="T71" fmla="*/ 0 h 566"/>
                <a:gd name="T72" fmla="*/ 1 w 401"/>
                <a:gd name="T73" fmla="*/ 0 h 566"/>
                <a:gd name="T74" fmla="*/ 0 w 401"/>
                <a:gd name="T75" fmla="*/ 0 h 566"/>
                <a:gd name="T76" fmla="*/ 0 w 401"/>
                <a:gd name="T77" fmla="*/ 0 h 566"/>
                <a:gd name="T78" fmla="*/ 0 w 401"/>
                <a:gd name="T79" fmla="*/ 0 h 566"/>
                <a:gd name="T80" fmla="*/ 0 w 401"/>
                <a:gd name="T81" fmla="*/ 0 h 566"/>
                <a:gd name="T82" fmla="*/ 0 w 401"/>
                <a:gd name="T83" fmla="*/ 0 h 566"/>
                <a:gd name="T84" fmla="*/ 0 w 401"/>
                <a:gd name="T85" fmla="*/ 0 h 566"/>
                <a:gd name="T86" fmla="*/ 0 w 401"/>
                <a:gd name="T87" fmla="*/ 1 h 566"/>
                <a:gd name="T88" fmla="*/ 0 w 401"/>
                <a:gd name="T89" fmla="*/ 1 h 56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401"/>
                <a:gd name="T136" fmla="*/ 0 h 566"/>
                <a:gd name="T137" fmla="*/ 401 w 401"/>
                <a:gd name="T138" fmla="*/ 566 h 566"/>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401" h="566">
                  <a:moveTo>
                    <a:pt x="23" y="88"/>
                  </a:moveTo>
                  <a:lnTo>
                    <a:pt x="23" y="88"/>
                  </a:lnTo>
                  <a:lnTo>
                    <a:pt x="53" y="107"/>
                  </a:lnTo>
                  <a:lnTo>
                    <a:pt x="83" y="125"/>
                  </a:lnTo>
                  <a:lnTo>
                    <a:pt x="108" y="147"/>
                  </a:lnTo>
                  <a:lnTo>
                    <a:pt x="135" y="171"/>
                  </a:lnTo>
                  <a:lnTo>
                    <a:pt x="160" y="196"/>
                  </a:lnTo>
                  <a:lnTo>
                    <a:pt x="182" y="223"/>
                  </a:lnTo>
                  <a:lnTo>
                    <a:pt x="205" y="251"/>
                  </a:lnTo>
                  <a:lnTo>
                    <a:pt x="223" y="281"/>
                  </a:lnTo>
                  <a:lnTo>
                    <a:pt x="240" y="312"/>
                  </a:lnTo>
                  <a:lnTo>
                    <a:pt x="256" y="345"/>
                  </a:lnTo>
                  <a:lnTo>
                    <a:pt x="270" y="379"/>
                  </a:lnTo>
                  <a:lnTo>
                    <a:pt x="282" y="414"/>
                  </a:lnTo>
                  <a:lnTo>
                    <a:pt x="291" y="450"/>
                  </a:lnTo>
                  <a:lnTo>
                    <a:pt x="299" y="488"/>
                  </a:lnTo>
                  <a:lnTo>
                    <a:pt x="304" y="526"/>
                  </a:lnTo>
                  <a:lnTo>
                    <a:pt x="308" y="566"/>
                  </a:lnTo>
                  <a:lnTo>
                    <a:pt x="401" y="562"/>
                  </a:lnTo>
                  <a:lnTo>
                    <a:pt x="398" y="517"/>
                  </a:lnTo>
                  <a:lnTo>
                    <a:pt x="391" y="471"/>
                  </a:lnTo>
                  <a:lnTo>
                    <a:pt x="383" y="429"/>
                  </a:lnTo>
                  <a:lnTo>
                    <a:pt x="371" y="386"/>
                  </a:lnTo>
                  <a:lnTo>
                    <a:pt x="357" y="346"/>
                  </a:lnTo>
                  <a:lnTo>
                    <a:pt x="340" y="307"/>
                  </a:lnTo>
                  <a:lnTo>
                    <a:pt x="324" y="270"/>
                  </a:lnTo>
                  <a:lnTo>
                    <a:pt x="303" y="232"/>
                  </a:lnTo>
                  <a:lnTo>
                    <a:pt x="280" y="197"/>
                  </a:lnTo>
                  <a:lnTo>
                    <a:pt x="255" y="164"/>
                  </a:lnTo>
                  <a:lnTo>
                    <a:pt x="228" y="132"/>
                  </a:lnTo>
                  <a:lnTo>
                    <a:pt x="199" y="103"/>
                  </a:lnTo>
                  <a:lnTo>
                    <a:pt x="169" y="76"/>
                  </a:lnTo>
                  <a:lnTo>
                    <a:pt x="137" y="50"/>
                  </a:lnTo>
                  <a:lnTo>
                    <a:pt x="103" y="27"/>
                  </a:lnTo>
                  <a:lnTo>
                    <a:pt x="67" y="6"/>
                  </a:lnTo>
                  <a:lnTo>
                    <a:pt x="48" y="0"/>
                  </a:lnTo>
                  <a:lnTo>
                    <a:pt x="30" y="2"/>
                  </a:lnTo>
                  <a:lnTo>
                    <a:pt x="16" y="12"/>
                  </a:lnTo>
                  <a:lnTo>
                    <a:pt x="5" y="25"/>
                  </a:lnTo>
                  <a:lnTo>
                    <a:pt x="0" y="41"/>
                  </a:lnTo>
                  <a:lnTo>
                    <a:pt x="0" y="59"/>
                  </a:lnTo>
                  <a:lnTo>
                    <a:pt x="8" y="75"/>
                  </a:lnTo>
                  <a:lnTo>
                    <a:pt x="23"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7369" name="Freeform 41"/>
            <p:cNvSpPr>
              <a:spLocks/>
            </p:cNvSpPr>
            <p:nvPr/>
          </p:nvSpPr>
          <p:spPr bwMode="auto">
            <a:xfrm>
              <a:off x="1346" y="1455"/>
              <a:ext cx="266" cy="160"/>
            </a:xfrm>
            <a:custGeom>
              <a:avLst/>
              <a:gdLst>
                <a:gd name="T0" fmla="*/ 0 w 1330"/>
                <a:gd name="T1" fmla="*/ 1 h 801"/>
                <a:gd name="T2" fmla="*/ 0 w 1330"/>
                <a:gd name="T3" fmla="*/ 1 h 801"/>
                <a:gd name="T4" fmla="*/ 10 w 1330"/>
                <a:gd name="T5" fmla="*/ 6 h 801"/>
                <a:gd name="T6" fmla="*/ 11 w 1330"/>
                <a:gd name="T7" fmla="*/ 6 h 801"/>
                <a:gd name="T8" fmla="*/ 1 w 1330"/>
                <a:gd name="T9" fmla="*/ 0 h 801"/>
                <a:gd name="T10" fmla="*/ 1 w 1330"/>
                <a:gd name="T11" fmla="*/ 0 h 801"/>
                <a:gd name="T12" fmla="*/ 1 w 1330"/>
                <a:gd name="T13" fmla="*/ 0 h 801"/>
                <a:gd name="T14" fmla="*/ 0 w 1330"/>
                <a:gd name="T15" fmla="*/ 0 h 801"/>
                <a:gd name="T16" fmla="*/ 0 w 1330"/>
                <a:gd name="T17" fmla="*/ 0 h 801"/>
                <a:gd name="T18" fmla="*/ 0 w 1330"/>
                <a:gd name="T19" fmla="*/ 0 h 801"/>
                <a:gd name="T20" fmla="*/ 0 w 1330"/>
                <a:gd name="T21" fmla="*/ 0 h 801"/>
                <a:gd name="T22" fmla="*/ 0 w 1330"/>
                <a:gd name="T23" fmla="*/ 0 h 801"/>
                <a:gd name="T24" fmla="*/ 0 w 1330"/>
                <a:gd name="T25" fmla="*/ 0 h 801"/>
                <a:gd name="T26" fmla="*/ 0 w 1330"/>
                <a:gd name="T27" fmla="*/ 1 h 801"/>
                <a:gd name="T28" fmla="*/ 0 w 1330"/>
                <a:gd name="T29" fmla="*/ 1 h 801"/>
                <a:gd name="T30" fmla="*/ 0 w 1330"/>
                <a:gd name="T31" fmla="*/ 1 h 801"/>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30"/>
                <a:gd name="T49" fmla="*/ 0 h 801"/>
                <a:gd name="T50" fmla="*/ 1330 w 1330"/>
                <a:gd name="T51" fmla="*/ 801 h 801"/>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30" h="801">
                  <a:moveTo>
                    <a:pt x="24" y="88"/>
                  </a:moveTo>
                  <a:lnTo>
                    <a:pt x="23" y="88"/>
                  </a:lnTo>
                  <a:lnTo>
                    <a:pt x="1286" y="801"/>
                  </a:lnTo>
                  <a:lnTo>
                    <a:pt x="1330" y="719"/>
                  </a:lnTo>
                  <a:lnTo>
                    <a:pt x="67" y="6"/>
                  </a:lnTo>
                  <a:lnTo>
                    <a:pt x="66" y="6"/>
                  </a:lnTo>
                  <a:lnTo>
                    <a:pt x="67" y="6"/>
                  </a:lnTo>
                  <a:lnTo>
                    <a:pt x="48" y="0"/>
                  </a:lnTo>
                  <a:lnTo>
                    <a:pt x="30" y="2"/>
                  </a:lnTo>
                  <a:lnTo>
                    <a:pt x="16" y="12"/>
                  </a:lnTo>
                  <a:lnTo>
                    <a:pt x="5" y="25"/>
                  </a:lnTo>
                  <a:lnTo>
                    <a:pt x="0" y="41"/>
                  </a:lnTo>
                  <a:lnTo>
                    <a:pt x="0" y="59"/>
                  </a:lnTo>
                  <a:lnTo>
                    <a:pt x="8" y="75"/>
                  </a:lnTo>
                  <a:lnTo>
                    <a:pt x="23" y="88"/>
                  </a:lnTo>
                  <a:lnTo>
                    <a:pt x="24"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7370" name="Freeform 42"/>
            <p:cNvSpPr>
              <a:spLocks/>
            </p:cNvSpPr>
            <p:nvPr/>
          </p:nvSpPr>
          <p:spPr bwMode="auto">
            <a:xfrm>
              <a:off x="1198" y="1439"/>
              <a:ext cx="161" cy="35"/>
            </a:xfrm>
            <a:custGeom>
              <a:avLst/>
              <a:gdLst>
                <a:gd name="T0" fmla="*/ 1 w 806"/>
                <a:gd name="T1" fmla="*/ 1 h 177"/>
                <a:gd name="T2" fmla="*/ 1 w 806"/>
                <a:gd name="T3" fmla="*/ 1 h 177"/>
                <a:gd name="T4" fmla="*/ 1 w 806"/>
                <a:gd name="T5" fmla="*/ 1 h 177"/>
                <a:gd name="T6" fmla="*/ 1 w 806"/>
                <a:gd name="T7" fmla="*/ 1 h 177"/>
                <a:gd name="T8" fmla="*/ 2 w 806"/>
                <a:gd name="T9" fmla="*/ 1 h 177"/>
                <a:gd name="T10" fmla="*/ 2 w 806"/>
                <a:gd name="T11" fmla="*/ 1 h 177"/>
                <a:gd name="T12" fmla="*/ 2 w 806"/>
                <a:gd name="T13" fmla="*/ 1 h 177"/>
                <a:gd name="T14" fmla="*/ 3 w 806"/>
                <a:gd name="T15" fmla="*/ 1 h 177"/>
                <a:gd name="T16" fmla="*/ 3 w 806"/>
                <a:gd name="T17" fmla="*/ 1 h 177"/>
                <a:gd name="T18" fmla="*/ 3 w 806"/>
                <a:gd name="T19" fmla="*/ 1 h 177"/>
                <a:gd name="T20" fmla="*/ 4 w 806"/>
                <a:gd name="T21" fmla="*/ 1 h 177"/>
                <a:gd name="T22" fmla="*/ 4 w 806"/>
                <a:gd name="T23" fmla="*/ 1 h 177"/>
                <a:gd name="T24" fmla="*/ 5 w 806"/>
                <a:gd name="T25" fmla="*/ 1 h 177"/>
                <a:gd name="T26" fmla="*/ 5 w 806"/>
                <a:gd name="T27" fmla="*/ 1 h 177"/>
                <a:gd name="T28" fmla="*/ 5 w 806"/>
                <a:gd name="T29" fmla="*/ 1 h 177"/>
                <a:gd name="T30" fmla="*/ 6 w 806"/>
                <a:gd name="T31" fmla="*/ 1 h 177"/>
                <a:gd name="T32" fmla="*/ 6 w 806"/>
                <a:gd name="T33" fmla="*/ 1 h 177"/>
                <a:gd name="T34" fmla="*/ 6 w 806"/>
                <a:gd name="T35" fmla="*/ 1 h 177"/>
                <a:gd name="T36" fmla="*/ 6 w 806"/>
                <a:gd name="T37" fmla="*/ 1 h 177"/>
                <a:gd name="T38" fmla="*/ 6 w 806"/>
                <a:gd name="T39" fmla="*/ 1 h 177"/>
                <a:gd name="T40" fmla="*/ 6 w 806"/>
                <a:gd name="T41" fmla="*/ 0 h 177"/>
                <a:gd name="T42" fmla="*/ 5 w 806"/>
                <a:gd name="T43" fmla="*/ 0 h 177"/>
                <a:gd name="T44" fmla="*/ 5 w 806"/>
                <a:gd name="T45" fmla="*/ 0 h 177"/>
                <a:gd name="T46" fmla="*/ 5 w 806"/>
                <a:gd name="T47" fmla="*/ 0 h 177"/>
                <a:gd name="T48" fmla="*/ 4 w 806"/>
                <a:gd name="T49" fmla="*/ 0 h 177"/>
                <a:gd name="T50" fmla="*/ 4 w 806"/>
                <a:gd name="T51" fmla="*/ 0 h 177"/>
                <a:gd name="T52" fmla="*/ 3 w 806"/>
                <a:gd name="T53" fmla="*/ 0 h 177"/>
                <a:gd name="T54" fmla="*/ 3 w 806"/>
                <a:gd name="T55" fmla="*/ 0 h 177"/>
                <a:gd name="T56" fmla="*/ 3 w 806"/>
                <a:gd name="T57" fmla="*/ 0 h 177"/>
                <a:gd name="T58" fmla="*/ 2 w 806"/>
                <a:gd name="T59" fmla="*/ 0 h 177"/>
                <a:gd name="T60" fmla="*/ 2 w 806"/>
                <a:gd name="T61" fmla="*/ 0 h 177"/>
                <a:gd name="T62" fmla="*/ 1 w 806"/>
                <a:gd name="T63" fmla="*/ 0 h 177"/>
                <a:gd name="T64" fmla="*/ 1 w 806"/>
                <a:gd name="T65" fmla="*/ 0 h 177"/>
                <a:gd name="T66" fmla="*/ 1 w 806"/>
                <a:gd name="T67" fmla="*/ 1 h 177"/>
                <a:gd name="T68" fmla="*/ 0 w 806"/>
                <a:gd name="T69" fmla="*/ 1 h 177"/>
                <a:gd name="T70" fmla="*/ 0 w 806"/>
                <a:gd name="T71" fmla="*/ 1 h 177"/>
                <a:gd name="T72" fmla="*/ 0 w 806"/>
                <a:gd name="T73" fmla="*/ 1 h 177"/>
                <a:gd name="T74" fmla="*/ 0 w 806"/>
                <a:gd name="T75" fmla="*/ 1 h 177"/>
                <a:gd name="T76" fmla="*/ 0 w 806"/>
                <a:gd name="T77" fmla="*/ 1 h 177"/>
                <a:gd name="T78" fmla="*/ 0 w 806"/>
                <a:gd name="T79" fmla="*/ 1 h 177"/>
                <a:gd name="T80" fmla="*/ 0 w 806"/>
                <a:gd name="T81" fmla="*/ 1 h 177"/>
                <a:gd name="T82" fmla="*/ 0 w 806"/>
                <a:gd name="T83" fmla="*/ 1 h 177"/>
                <a:gd name="T84" fmla="*/ 0 w 806"/>
                <a:gd name="T85" fmla="*/ 1 h 177"/>
                <a:gd name="T86" fmla="*/ 0 w 806"/>
                <a:gd name="T87" fmla="*/ 1 h 177"/>
                <a:gd name="T88" fmla="*/ 1 w 806"/>
                <a:gd name="T89" fmla="*/ 1 h 177"/>
                <a:gd name="T90" fmla="*/ 1 w 806"/>
                <a:gd name="T91" fmla="*/ 1 h 17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806"/>
                <a:gd name="T139" fmla="*/ 0 h 177"/>
                <a:gd name="T140" fmla="*/ 806 w 806"/>
                <a:gd name="T141" fmla="*/ 177 h 17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806" h="177">
                  <a:moveTo>
                    <a:pt x="67" y="171"/>
                  </a:moveTo>
                  <a:lnTo>
                    <a:pt x="68" y="171"/>
                  </a:lnTo>
                  <a:lnTo>
                    <a:pt x="109" y="151"/>
                  </a:lnTo>
                  <a:lnTo>
                    <a:pt x="151" y="135"/>
                  </a:lnTo>
                  <a:lnTo>
                    <a:pt x="196" y="122"/>
                  </a:lnTo>
                  <a:lnTo>
                    <a:pt x="242" y="110"/>
                  </a:lnTo>
                  <a:lnTo>
                    <a:pt x="287" y="102"/>
                  </a:lnTo>
                  <a:lnTo>
                    <a:pt x="335" y="97"/>
                  </a:lnTo>
                  <a:lnTo>
                    <a:pt x="382" y="95"/>
                  </a:lnTo>
                  <a:lnTo>
                    <a:pt x="430" y="94"/>
                  </a:lnTo>
                  <a:lnTo>
                    <a:pt x="477" y="97"/>
                  </a:lnTo>
                  <a:lnTo>
                    <a:pt x="524" y="102"/>
                  </a:lnTo>
                  <a:lnTo>
                    <a:pt x="568" y="108"/>
                  </a:lnTo>
                  <a:lnTo>
                    <a:pt x="612" y="117"/>
                  </a:lnTo>
                  <a:lnTo>
                    <a:pt x="654" y="128"/>
                  </a:lnTo>
                  <a:lnTo>
                    <a:pt x="693" y="141"/>
                  </a:lnTo>
                  <a:lnTo>
                    <a:pt x="730" y="155"/>
                  </a:lnTo>
                  <a:lnTo>
                    <a:pt x="764" y="171"/>
                  </a:lnTo>
                  <a:lnTo>
                    <a:pt x="806" y="89"/>
                  </a:lnTo>
                  <a:lnTo>
                    <a:pt x="768" y="70"/>
                  </a:lnTo>
                  <a:lnTo>
                    <a:pt x="725" y="54"/>
                  </a:lnTo>
                  <a:lnTo>
                    <a:pt x="680" y="39"/>
                  </a:lnTo>
                  <a:lnTo>
                    <a:pt x="633" y="26"/>
                  </a:lnTo>
                  <a:lnTo>
                    <a:pt x="585" y="16"/>
                  </a:lnTo>
                  <a:lnTo>
                    <a:pt x="536" y="8"/>
                  </a:lnTo>
                  <a:lnTo>
                    <a:pt x="484" y="3"/>
                  </a:lnTo>
                  <a:lnTo>
                    <a:pt x="433" y="0"/>
                  </a:lnTo>
                  <a:lnTo>
                    <a:pt x="380" y="1"/>
                  </a:lnTo>
                  <a:lnTo>
                    <a:pt x="328" y="3"/>
                  </a:lnTo>
                  <a:lnTo>
                    <a:pt x="276" y="10"/>
                  </a:lnTo>
                  <a:lnTo>
                    <a:pt x="223" y="19"/>
                  </a:lnTo>
                  <a:lnTo>
                    <a:pt x="172" y="30"/>
                  </a:lnTo>
                  <a:lnTo>
                    <a:pt x="121" y="46"/>
                  </a:lnTo>
                  <a:lnTo>
                    <a:pt x="72" y="67"/>
                  </a:lnTo>
                  <a:lnTo>
                    <a:pt x="24" y="89"/>
                  </a:lnTo>
                  <a:lnTo>
                    <a:pt x="25" y="89"/>
                  </a:lnTo>
                  <a:lnTo>
                    <a:pt x="24" y="89"/>
                  </a:lnTo>
                  <a:lnTo>
                    <a:pt x="8" y="102"/>
                  </a:lnTo>
                  <a:lnTo>
                    <a:pt x="0" y="118"/>
                  </a:lnTo>
                  <a:lnTo>
                    <a:pt x="0" y="136"/>
                  </a:lnTo>
                  <a:lnTo>
                    <a:pt x="6" y="152"/>
                  </a:lnTo>
                  <a:lnTo>
                    <a:pt x="17" y="165"/>
                  </a:lnTo>
                  <a:lnTo>
                    <a:pt x="31" y="175"/>
                  </a:lnTo>
                  <a:lnTo>
                    <a:pt x="48" y="177"/>
                  </a:lnTo>
                  <a:lnTo>
                    <a:pt x="68" y="171"/>
                  </a:lnTo>
                  <a:lnTo>
                    <a:pt x="67" y="1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7371" name="Freeform 43"/>
            <p:cNvSpPr>
              <a:spLocks/>
            </p:cNvSpPr>
            <p:nvPr/>
          </p:nvSpPr>
          <p:spPr bwMode="auto">
            <a:xfrm>
              <a:off x="931" y="1456"/>
              <a:ext cx="280" cy="158"/>
            </a:xfrm>
            <a:custGeom>
              <a:avLst/>
              <a:gdLst>
                <a:gd name="T0" fmla="*/ 1 w 1402"/>
                <a:gd name="T1" fmla="*/ 6 h 787"/>
                <a:gd name="T2" fmla="*/ 1 w 1402"/>
                <a:gd name="T3" fmla="*/ 6 h 787"/>
                <a:gd name="T4" fmla="*/ 11 w 1402"/>
                <a:gd name="T5" fmla="*/ 1 h 787"/>
                <a:gd name="T6" fmla="*/ 11 w 1402"/>
                <a:gd name="T7" fmla="*/ 0 h 787"/>
                <a:gd name="T8" fmla="*/ 0 w 1402"/>
                <a:gd name="T9" fmla="*/ 6 h 787"/>
                <a:gd name="T10" fmla="*/ 0 w 1402"/>
                <a:gd name="T11" fmla="*/ 6 h 787"/>
                <a:gd name="T12" fmla="*/ 0 w 1402"/>
                <a:gd name="T13" fmla="*/ 6 h 787"/>
                <a:gd name="T14" fmla="*/ 0 w 1402"/>
                <a:gd name="T15" fmla="*/ 6 h 787"/>
                <a:gd name="T16" fmla="*/ 0 w 1402"/>
                <a:gd name="T17" fmla="*/ 6 h 787"/>
                <a:gd name="T18" fmla="*/ 0 w 1402"/>
                <a:gd name="T19" fmla="*/ 6 h 787"/>
                <a:gd name="T20" fmla="*/ 0 w 1402"/>
                <a:gd name="T21" fmla="*/ 6 h 787"/>
                <a:gd name="T22" fmla="*/ 0 w 1402"/>
                <a:gd name="T23" fmla="*/ 6 h 787"/>
                <a:gd name="T24" fmla="*/ 0 w 1402"/>
                <a:gd name="T25" fmla="*/ 6 h 787"/>
                <a:gd name="T26" fmla="*/ 0 w 1402"/>
                <a:gd name="T27" fmla="*/ 6 h 787"/>
                <a:gd name="T28" fmla="*/ 1 w 1402"/>
                <a:gd name="T29" fmla="*/ 6 h 787"/>
                <a:gd name="T30" fmla="*/ 1 w 1402"/>
                <a:gd name="T31" fmla="*/ 6 h 78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02"/>
                <a:gd name="T49" fmla="*/ 0 h 787"/>
                <a:gd name="T50" fmla="*/ 1402 w 1402"/>
                <a:gd name="T51" fmla="*/ 787 h 78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02" h="787">
                  <a:moveTo>
                    <a:pt x="69" y="781"/>
                  </a:moveTo>
                  <a:lnTo>
                    <a:pt x="66" y="781"/>
                  </a:lnTo>
                  <a:lnTo>
                    <a:pt x="1402" y="82"/>
                  </a:lnTo>
                  <a:lnTo>
                    <a:pt x="1360" y="0"/>
                  </a:lnTo>
                  <a:lnTo>
                    <a:pt x="24" y="699"/>
                  </a:lnTo>
                  <a:lnTo>
                    <a:pt x="22" y="699"/>
                  </a:lnTo>
                  <a:lnTo>
                    <a:pt x="24" y="699"/>
                  </a:lnTo>
                  <a:lnTo>
                    <a:pt x="8" y="712"/>
                  </a:lnTo>
                  <a:lnTo>
                    <a:pt x="1" y="727"/>
                  </a:lnTo>
                  <a:lnTo>
                    <a:pt x="0" y="744"/>
                  </a:lnTo>
                  <a:lnTo>
                    <a:pt x="5" y="761"/>
                  </a:lnTo>
                  <a:lnTo>
                    <a:pt x="15" y="775"/>
                  </a:lnTo>
                  <a:lnTo>
                    <a:pt x="30" y="784"/>
                  </a:lnTo>
                  <a:lnTo>
                    <a:pt x="46" y="787"/>
                  </a:lnTo>
                  <a:lnTo>
                    <a:pt x="66" y="781"/>
                  </a:lnTo>
                  <a:lnTo>
                    <a:pt x="69" y="7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7372" name="Freeform 44"/>
            <p:cNvSpPr>
              <a:spLocks/>
            </p:cNvSpPr>
            <p:nvPr/>
          </p:nvSpPr>
          <p:spPr bwMode="auto">
            <a:xfrm>
              <a:off x="868" y="1596"/>
              <a:ext cx="77" cy="126"/>
            </a:xfrm>
            <a:custGeom>
              <a:avLst/>
              <a:gdLst>
                <a:gd name="T0" fmla="*/ 1 w 382"/>
                <a:gd name="T1" fmla="*/ 5 h 628"/>
                <a:gd name="T2" fmla="*/ 1 w 382"/>
                <a:gd name="T3" fmla="*/ 5 h 628"/>
                <a:gd name="T4" fmla="*/ 1 w 382"/>
                <a:gd name="T5" fmla="*/ 4 h 628"/>
                <a:gd name="T6" fmla="*/ 1 w 382"/>
                <a:gd name="T7" fmla="*/ 4 h 628"/>
                <a:gd name="T8" fmla="*/ 1 w 382"/>
                <a:gd name="T9" fmla="*/ 4 h 628"/>
                <a:gd name="T10" fmla="*/ 1 w 382"/>
                <a:gd name="T11" fmla="*/ 3 h 628"/>
                <a:gd name="T12" fmla="*/ 1 w 382"/>
                <a:gd name="T13" fmla="*/ 3 h 628"/>
                <a:gd name="T14" fmla="*/ 1 w 382"/>
                <a:gd name="T15" fmla="*/ 3 h 628"/>
                <a:gd name="T16" fmla="*/ 1 w 382"/>
                <a:gd name="T17" fmla="*/ 3 h 628"/>
                <a:gd name="T18" fmla="*/ 1 w 382"/>
                <a:gd name="T19" fmla="*/ 2 h 628"/>
                <a:gd name="T20" fmla="*/ 2 w 382"/>
                <a:gd name="T21" fmla="*/ 2 h 628"/>
                <a:gd name="T22" fmla="*/ 2 w 382"/>
                <a:gd name="T23" fmla="*/ 2 h 628"/>
                <a:gd name="T24" fmla="*/ 2 w 382"/>
                <a:gd name="T25" fmla="*/ 2 h 628"/>
                <a:gd name="T26" fmla="*/ 2 w 382"/>
                <a:gd name="T27" fmla="*/ 1 h 628"/>
                <a:gd name="T28" fmla="*/ 2 w 382"/>
                <a:gd name="T29" fmla="*/ 1 h 628"/>
                <a:gd name="T30" fmla="*/ 3 w 382"/>
                <a:gd name="T31" fmla="*/ 1 h 628"/>
                <a:gd name="T32" fmla="*/ 3 w 382"/>
                <a:gd name="T33" fmla="*/ 1 h 628"/>
                <a:gd name="T34" fmla="*/ 3 w 382"/>
                <a:gd name="T35" fmla="*/ 1 h 628"/>
                <a:gd name="T36" fmla="*/ 3 w 382"/>
                <a:gd name="T37" fmla="*/ 0 h 628"/>
                <a:gd name="T38" fmla="*/ 2 w 382"/>
                <a:gd name="T39" fmla="*/ 0 h 628"/>
                <a:gd name="T40" fmla="*/ 2 w 382"/>
                <a:gd name="T41" fmla="*/ 0 h 628"/>
                <a:gd name="T42" fmla="*/ 2 w 382"/>
                <a:gd name="T43" fmla="*/ 1 h 628"/>
                <a:gd name="T44" fmla="*/ 2 w 382"/>
                <a:gd name="T45" fmla="*/ 1 h 628"/>
                <a:gd name="T46" fmla="*/ 1 w 382"/>
                <a:gd name="T47" fmla="*/ 1 h 628"/>
                <a:gd name="T48" fmla="*/ 1 w 382"/>
                <a:gd name="T49" fmla="*/ 1 h 628"/>
                <a:gd name="T50" fmla="*/ 1 w 382"/>
                <a:gd name="T51" fmla="*/ 2 h 628"/>
                <a:gd name="T52" fmla="*/ 1 w 382"/>
                <a:gd name="T53" fmla="*/ 2 h 628"/>
                <a:gd name="T54" fmla="*/ 1 w 382"/>
                <a:gd name="T55" fmla="*/ 2 h 628"/>
                <a:gd name="T56" fmla="*/ 0 w 382"/>
                <a:gd name="T57" fmla="*/ 3 h 628"/>
                <a:gd name="T58" fmla="*/ 0 w 382"/>
                <a:gd name="T59" fmla="*/ 3 h 628"/>
                <a:gd name="T60" fmla="*/ 0 w 382"/>
                <a:gd name="T61" fmla="*/ 3 h 628"/>
                <a:gd name="T62" fmla="*/ 0 w 382"/>
                <a:gd name="T63" fmla="*/ 4 h 628"/>
                <a:gd name="T64" fmla="*/ 0 w 382"/>
                <a:gd name="T65" fmla="*/ 4 h 628"/>
                <a:gd name="T66" fmla="*/ 0 w 382"/>
                <a:gd name="T67" fmla="*/ 4 h 628"/>
                <a:gd name="T68" fmla="*/ 0 w 382"/>
                <a:gd name="T69" fmla="*/ 5 h 628"/>
                <a:gd name="T70" fmla="*/ 0 w 382"/>
                <a:gd name="T71" fmla="*/ 5 h 628"/>
                <a:gd name="T72" fmla="*/ 0 w 382"/>
                <a:gd name="T73" fmla="*/ 5 h 628"/>
                <a:gd name="T74" fmla="*/ 0 w 382"/>
                <a:gd name="T75" fmla="*/ 5 h 628"/>
                <a:gd name="T76" fmla="*/ 0 w 382"/>
                <a:gd name="T77" fmla="*/ 5 h 628"/>
                <a:gd name="T78" fmla="*/ 0 w 382"/>
                <a:gd name="T79" fmla="*/ 5 h 628"/>
                <a:gd name="T80" fmla="*/ 0 w 382"/>
                <a:gd name="T81" fmla="*/ 5 h 628"/>
                <a:gd name="T82" fmla="*/ 1 w 382"/>
                <a:gd name="T83" fmla="*/ 5 h 628"/>
                <a:gd name="T84" fmla="*/ 1 w 382"/>
                <a:gd name="T85" fmla="*/ 5 h 628"/>
                <a:gd name="T86" fmla="*/ 1 w 382"/>
                <a:gd name="T87" fmla="*/ 5 h 628"/>
                <a:gd name="T88" fmla="*/ 1 w 382"/>
                <a:gd name="T89" fmla="*/ 5 h 628"/>
                <a:gd name="T90" fmla="*/ 1 w 382"/>
                <a:gd name="T91" fmla="*/ 5 h 628"/>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382"/>
                <a:gd name="T139" fmla="*/ 0 h 628"/>
                <a:gd name="T140" fmla="*/ 382 w 382"/>
                <a:gd name="T141" fmla="*/ 628 h 628"/>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382" h="628">
                  <a:moveTo>
                    <a:pt x="94" y="581"/>
                  </a:moveTo>
                  <a:lnTo>
                    <a:pt x="94" y="582"/>
                  </a:lnTo>
                  <a:lnTo>
                    <a:pt x="96" y="541"/>
                  </a:lnTo>
                  <a:lnTo>
                    <a:pt x="99" y="500"/>
                  </a:lnTo>
                  <a:lnTo>
                    <a:pt x="106" y="463"/>
                  </a:lnTo>
                  <a:lnTo>
                    <a:pt x="115" y="424"/>
                  </a:lnTo>
                  <a:lnTo>
                    <a:pt x="127" y="389"/>
                  </a:lnTo>
                  <a:lnTo>
                    <a:pt x="140" y="353"/>
                  </a:lnTo>
                  <a:lnTo>
                    <a:pt x="156" y="320"/>
                  </a:lnTo>
                  <a:lnTo>
                    <a:pt x="173" y="287"/>
                  </a:lnTo>
                  <a:lnTo>
                    <a:pt x="193" y="255"/>
                  </a:lnTo>
                  <a:lnTo>
                    <a:pt x="214" y="226"/>
                  </a:lnTo>
                  <a:lnTo>
                    <a:pt x="238" y="198"/>
                  </a:lnTo>
                  <a:lnTo>
                    <a:pt x="263" y="172"/>
                  </a:lnTo>
                  <a:lnTo>
                    <a:pt x="290" y="146"/>
                  </a:lnTo>
                  <a:lnTo>
                    <a:pt x="318" y="122"/>
                  </a:lnTo>
                  <a:lnTo>
                    <a:pt x="349" y="101"/>
                  </a:lnTo>
                  <a:lnTo>
                    <a:pt x="382" y="82"/>
                  </a:lnTo>
                  <a:lnTo>
                    <a:pt x="335" y="0"/>
                  </a:lnTo>
                  <a:lnTo>
                    <a:pt x="297" y="23"/>
                  </a:lnTo>
                  <a:lnTo>
                    <a:pt x="262" y="49"/>
                  </a:lnTo>
                  <a:lnTo>
                    <a:pt x="229" y="76"/>
                  </a:lnTo>
                  <a:lnTo>
                    <a:pt x="198" y="104"/>
                  </a:lnTo>
                  <a:lnTo>
                    <a:pt x="167" y="137"/>
                  </a:lnTo>
                  <a:lnTo>
                    <a:pt x="142" y="170"/>
                  </a:lnTo>
                  <a:lnTo>
                    <a:pt x="116" y="204"/>
                  </a:lnTo>
                  <a:lnTo>
                    <a:pt x="94" y="240"/>
                  </a:lnTo>
                  <a:lnTo>
                    <a:pt x="74" y="278"/>
                  </a:lnTo>
                  <a:lnTo>
                    <a:pt x="54" y="317"/>
                  </a:lnTo>
                  <a:lnTo>
                    <a:pt x="38" y="359"/>
                  </a:lnTo>
                  <a:lnTo>
                    <a:pt x="26" y="401"/>
                  </a:lnTo>
                  <a:lnTo>
                    <a:pt x="15" y="444"/>
                  </a:lnTo>
                  <a:lnTo>
                    <a:pt x="8" y="489"/>
                  </a:lnTo>
                  <a:lnTo>
                    <a:pt x="2" y="534"/>
                  </a:lnTo>
                  <a:lnTo>
                    <a:pt x="0" y="580"/>
                  </a:lnTo>
                  <a:lnTo>
                    <a:pt x="0" y="581"/>
                  </a:lnTo>
                  <a:lnTo>
                    <a:pt x="0" y="580"/>
                  </a:lnTo>
                  <a:lnTo>
                    <a:pt x="3" y="600"/>
                  </a:lnTo>
                  <a:lnTo>
                    <a:pt x="14" y="615"/>
                  </a:lnTo>
                  <a:lnTo>
                    <a:pt x="29" y="625"/>
                  </a:lnTo>
                  <a:lnTo>
                    <a:pt x="45" y="628"/>
                  </a:lnTo>
                  <a:lnTo>
                    <a:pt x="63" y="626"/>
                  </a:lnTo>
                  <a:lnTo>
                    <a:pt x="78" y="616"/>
                  </a:lnTo>
                  <a:lnTo>
                    <a:pt x="89" y="602"/>
                  </a:lnTo>
                  <a:lnTo>
                    <a:pt x="94" y="582"/>
                  </a:lnTo>
                  <a:lnTo>
                    <a:pt x="94" y="5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7373" name="Freeform 45"/>
            <p:cNvSpPr>
              <a:spLocks/>
            </p:cNvSpPr>
            <p:nvPr/>
          </p:nvSpPr>
          <p:spPr bwMode="auto">
            <a:xfrm>
              <a:off x="868" y="1712"/>
              <a:ext cx="19" cy="364"/>
            </a:xfrm>
            <a:custGeom>
              <a:avLst/>
              <a:gdLst>
                <a:gd name="T0" fmla="*/ 1 w 94"/>
                <a:gd name="T1" fmla="*/ 14 h 1818"/>
                <a:gd name="T2" fmla="*/ 1 w 94"/>
                <a:gd name="T3" fmla="*/ 14 h 1818"/>
                <a:gd name="T4" fmla="*/ 1 w 94"/>
                <a:gd name="T5" fmla="*/ 0 h 1818"/>
                <a:gd name="T6" fmla="*/ 0 w 94"/>
                <a:gd name="T7" fmla="*/ 0 h 1818"/>
                <a:gd name="T8" fmla="*/ 0 w 94"/>
                <a:gd name="T9" fmla="*/ 14 h 1818"/>
                <a:gd name="T10" fmla="*/ 0 w 94"/>
                <a:gd name="T11" fmla="*/ 14 h 1818"/>
                <a:gd name="T12" fmla="*/ 0 w 94"/>
                <a:gd name="T13" fmla="*/ 14 h 1818"/>
                <a:gd name="T14" fmla="*/ 0 w 94"/>
                <a:gd name="T15" fmla="*/ 14 h 1818"/>
                <a:gd name="T16" fmla="*/ 0 w 94"/>
                <a:gd name="T17" fmla="*/ 14 h 1818"/>
                <a:gd name="T18" fmla="*/ 0 w 94"/>
                <a:gd name="T19" fmla="*/ 15 h 1818"/>
                <a:gd name="T20" fmla="*/ 0 w 94"/>
                <a:gd name="T21" fmla="*/ 15 h 1818"/>
                <a:gd name="T22" fmla="*/ 1 w 94"/>
                <a:gd name="T23" fmla="*/ 15 h 1818"/>
                <a:gd name="T24" fmla="*/ 1 w 94"/>
                <a:gd name="T25" fmla="*/ 14 h 1818"/>
                <a:gd name="T26" fmla="*/ 1 w 94"/>
                <a:gd name="T27" fmla="*/ 14 h 1818"/>
                <a:gd name="T28" fmla="*/ 1 w 94"/>
                <a:gd name="T29" fmla="*/ 14 h 1818"/>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94"/>
                <a:gd name="T46" fmla="*/ 0 h 1818"/>
                <a:gd name="T47" fmla="*/ 94 w 94"/>
                <a:gd name="T48" fmla="*/ 1818 h 1818"/>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94" h="1818">
                  <a:moveTo>
                    <a:pt x="94" y="1771"/>
                  </a:moveTo>
                  <a:lnTo>
                    <a:pt x="94" y="1771"/>
                  </a:lnTo>
                  <a:lnTo>
                    <a:pt x="94" y="0"/>
                  </a:lnTo>
                  <a:lnTo>
                    <a:pt x="0" y="0"/>
                  </a:lnTo>
                  <a:lnTo>
                    <a:pt x="0" y="1771"/>
                  </a:lnTo>
                  <a:lnTo>
                    <a:pt x="3" y="1791"/>
                  </a:lnTo>
                  <a:lnTo>
                    <a:pt x="15" y="1806"/>
                  </a:lnTo>
                  <a:lnTo>
                    <a:pt x="29" y="1814"/>
                  </a:lnTo>
                  <a:lnTo>
                    <a:pt x="47" y="1818"/>
                  </a:lnTo>
                  <a:lnTo>
                    <a:pt x="64" y="1814"/>
                  </a:lnTo>
                  <a:lnTo>
                    <a:pt x="79" y="1806"/>
                  </a:lnTo>
                  <a:lnTo>
                    <a:pt x="90" y="1791"/>
                  </a:lnTo>
                  <a:lnTo>
                    <a:pt x="94" y="17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7374" name="Freeform 46"/>
            <p:cNvSpPr>
              <a:spLocks/>
            </p:cNvSpPr>
            <p:nvPr/>
          </p:nvSpPr>
          <p:spPr bwMode="auto">
            <a:xfrm>
              <a:off x="868" y="2067"/>
              <a:ext cx="90" cy="160"/>
            </a:xfrm>
            <a:custGeom>
              <a:avLst/>
              <a:gdLst>
                <a:gd name="T0" fmla="*/ 3 w 449"/>
                <a:gd name="T1" fmla="*/ 6 h 803"/>
                <a:gd name="T2" fmla="*/ 3 w 449"/>
                <a:gd name="T3" fmla="*/ 6 h 803"/>
                <a:gd name="T4" fmla="*/ 3 w 449"/>
                <a:gd name="T5" fmla="*/ 5 h 803"/>
                <a:gd name="T6" fmla="*/ 3 w 449"/>
                <a:gd name="T7" fmla="*/ 5 h 803"/>
                <a:gd name="T8" fmla="*/ 3 w 449"/>
                <a:gd name="T9" fmla="*/ 5 h 803"/>
                <a:gd name="T10" fmla="*/ 2 w 449"/>
                <a:gd name="T11" fmla="*/ 5 h 803"/>
                <a:gd name="T12" fmla="*/ 2 w 449"/>
                <a:gd name="T13" fmla="*/ 4 h 803"/>
                <a:gd name="T14" fmla="*/ 2 w 449"/>
                <a:gd name="T15" fmla="*/ 4 h 803"/>
                <a:gd name="T16" fmla="*/ 2 w 449"/>
                <a:gd name="T17" fmla="*/ 4 h 803"/>
                <a:gd name="T18" fmla="*/ 2 w 449"/>
                <a:gd name="T19" fmla="*/ 3 h 803"/>
                <a:gd name="T20" fmla="*/ 1 w 449"/>
                <a:gd name="T21" fmla="*/ 3 h 803"/>
                <a:gd name="T22" fmla="*/ 1 w 449"/>
                <a:gd name="T23" fmla="*/ 2 h 803"/>
                <a:gd name="T24" fmla="*/ 1 w 449"/>
                <a:gd name="T25" fmla="*/ 2 h 803"/>
                <a:gd name="T26" fmla="*/ 1 w 449"/>
                <a:gd name="T27" fmla="*/ 2 h 803"/>
                <a:gd name="T28" fmla="*/ 1 w 449"/>
                <a:gd name="T29" fmla="*/ 1 h 803"/>
                <a:gd name="T30" fmla="*/ 1 w 449"/>
                <a:gd name="T31" fmla="*/ 1 h 803"/>
                <a:gd name="T32" fmla="*/ 1 w 449"/>
                <a:gd name="T33" fmla="*/ 0 h 803"/>
                <a:gd name="T34" fmla="*/ 1 w 449"/>
                <a:gd name="T35" fmla="*/ 0 h 803"/>
                <a:gd name="T36" fmla="*/ 0 w 449"/>
                <a:gd name="T37" fmla="*/ 0 h 803"/>
                <a:gd name="T38" fmla="*/ 0 w 449"/>
                <a:gd name="T39" fmla="*/ 0 h 803"/>
                <a:gd name="T40" fmla="*/ 0 w 449"/>
                <a:gd name="T41" fmla="*/ 1 h 803"/>
                <a:gd name="T42" fmla="*/ 0 w 449"/>
                <a:gd name="T43" fmla="*/ 1 h 803"/>
                <a:gd name="T44" fmla="*/ 0 w 449"/>
                <a:gd name="T45" fmla="*/ 2 h 803"/>
                <a:gd name="T46" fmla="*/ 0 w 449"/>
                <a:gd name="T47" fmla="*/ 2 h 803"/>
                <a:gd name="T48" fmla="*/ 0 w 449"/>
                <a:gd name="T49" fmla="*/ 3 h 803"/>
                <a:gd name="T50" fmla="*/ 1 w 449"/>
                <a:gd name="T51" fmla="*/ 3 h 803"/>
                <a:gd name="T52" fmla="*/ 1 w 449"/>
                <a:gd name="T53" fmla="*/ 4 h 803"/>
                <a:gd name="T54" fmla="*/ 1 w 449"/>
                <a:gd name="T55" fmla="*/ 4 h 803"/>
                <a:gd name="T56" fmla="*/ 1 w 449"/>
                <a:gd name="T57" fmla="*/ 4 h 803"/>
                <a:gd name="T58" fmla="*/ 2 w 449"/>
                <a:gd name="T59" fmla="*/ 5 h 803"/>
                <a:gd name="T60" fmla="*/ 2 w 449"/>
                <a:gd name="T61" fmla="*/ 5 h 803"/>
                <a:gd name="T62" fmla="*/ 2 w 449"/>
                <a:gd name="T63" fmla="*/ 5 h 803"/>
                <a:gd name="T64" fmla="*/ 2 w 449"/>
                <a:gd name="T65" fmla="*/ 6 h 803"/>
                <a:gd name="T66" fmla="*/ 3 w 449"/>
                <a:gd name="T67" fmla="*/ 6 h 803"/>
                <a:gd name="T68" fmla="*/ 3 w 449"/>
                <a:gd name="T69" fmla="*/ 6 h 803"/>
                <a:gd name="T70" fmla="*/ 3 w 449"/>
                <a:gd name="T71" fmla="*/ 6 h 803"/>
                <a:gd name="T72" fmla="*/ 3 w 449"/>
                <a:gd name="T73" fmla="*/ 6 h 803"/>
                <a:gd name="T74" fmla="*/ 3 w 449"/>
                <a:gd name="T75" fmla="*/ 6 h 803"/>
                <a:gd name="T76" fmla="*/ 3 w 449"/>
                <a:gd name="T77" fmla="*/ 6 h 803"/>
                <a:gd name="T78" fmla="*/ 3 w 449"/>
                <a:gd name="T79" fmla="*/ 6 h 803"/>
                <a:gd name="T80" fmla="*/ 4 w 449"/>
                <a:gd name="T81" fmla="*/ 6 h 803"/>
                <a:gd name="T82" fmla="*/ 4 w 449"/>
                <a:gd name="T83" fmla="*/ 6 h 803"/>
                <a:gd name="T84" fmla="*/ 4 w 449"/>
                <a:gd name="T85" fmla="*/ 6 h 803"/>
                <a:gd name="T86" fmla="*/ 4 w 449"/>
                <a:gd name="T87" fmla="*/ 6 h 803"/>
                <a:gd name="T88" fmla="*/ 3 w 449"/>
                <a:gd name="T89" fmla="*/ 6 h 803"/>
                <a:gd name="T90" fmla="*/ 3 w 449"/>
                <a:gd name="T91" fmla="*/ 6 h 80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449"/>
                <a:gd name="T139" fmla="*/ 0 h 803"/>
                <a:gd name="T140" fmla="*/ 449 w 449"/>
                <a:gd name="T141" fmla="*/ 803 h 80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449" h="803">
                  <a:moveTo>
                    <a:pt x="426" y="717"/>
                  </a:moveTo>
                  <a:lnTo>
                    <a:pt x="427" y="717"/>
                  </a:lnTo>
                  <a:lnTo>
                    <a:pt x="395" y="693"/>
                  </a:lnTo>
                  <a:lnTo>
                    <a:pt x="361" y="662"/>
                  </a:lnTo>
                  <a:lnTo>
                    <a:pt x="329" y="628"/>
                  </a:lnTo>
                  <a:lnTo>
                    <a:pt x="299" y="591"/>
                  </a:lnTo>
                  <a:lnTo>
                    <a:pt x="269" y="551"/>
                  </a:lnTo>
                  <a:lnTo>
                    <a:pt x="241" y="507"/>
                  </a:lnTo>
                  <a:lnTo>
                    <a:pt x="215" y="460"/>
                  </a:lnTo>
                  <a:lnTo>
                    <a:pt x="191" y="412"/>
                  </a:lnTo>
                  <a:lnTo>
                    <a:pt x="170" y="363"/>
                  </a:lnTo>
                  <a:lnTo>
                    <a:pt x="151" y="312"/>
                  </a:lnTo>
                  <a:lnTo>
                    <a:pt x="133" y="259"/>
                  </a:lnTo>
                  <a:lnTo>
                    <a:pt x="119" y="207"/>
                  </a:lnTo>
                  <a:lnTo>
                    <a:pt x="108" y="156"/>
                  </a:lnTo>
                  <a:lnTo>
                    <a:pt x="101" y="103"/>
                  </a:lnTo>
                  <a:lnTo>
                    <a:pt x="96" y="51"/>
                  </a:lnTo>
                  <a:lnTo>
                    <a:pt x="94" y="0"/>
                  </a:lnTo>
                  <a:lnTo>
                    <a:pt x="0" y="0"/>
                  </a:lnTo>
                  <a:lnTo>
                    <a:pt x="2" y="56"/>
                  </a:lnTo>
                  <a:lnTo>
                    <a:pt x="7" y="115"/>
                  </a:lnTo>
                  <a:lnTo>
                    <a:pt x="16" y="172"/>
                  </a:lnTo>
                  <a:lnTo>
                    <a:pt x="28" y="231"/>
                  </a:lnTo>
                  <a:lnTo>
                    <a:pt x="44" y="287"/>
                  </a:lnTo>
                  <a:lnTo>
                    <a:pt x="62" y="342"/>
                  </a:lnTo>
                  <a:lnTo>
                    <a:pt x="83" y="398"/>
                  </a:lnTo>
                  <a:lnTo>
                    <a:pt x="106" y="452"/>
                  </a:lnTo>
                  <a:lnTo>
                    <a:pt x="133" y="505"/>
                  </a:lnTo>
                  <a:lnTo>
                    <a:pt x="161" y="554"/>
                  </a:lnTo>
                  <a:lnTo>
                    <a:pt x="192" y="602"/>
                  </a:lnTo>
                  <a:lnTo>
                    <a:pt x="224" y="647"/>
                  </a:lnTo>
                  <a:lnTo>
                    <a:pt x="259" y="689"/>
                  </a:lnTo>
                  <a:lnTo>
                    <a:pt x="295" y="728"/>
                  </a:lnTo>
                  <a:lnTo>
                    <a:pt x="334" y="763"/>
                  </a:lnTo>
                  <a:lnTo>
                    <a:pt x="374" y="795"/>
                  </a:lnTo>
                  <a:lnTo>
                    <a:pt x="375" y="795"/>
                  </a:lnTo>
                  <a:lnTo>
                    <a:pt x="374" y="795"/>
                  </a:lnTo>
                  <a:lnTo>
                    <a:pt x="392" y="803"/>
                  </a:lnTo>
                  <a:lnTo>
                    <a:pt x="411" y="803"/>
                  </a:lnTo>
                  <a:lnTo>
                    <a:pt x="426" y="795"/>
                  </a:lnTo>
                  <a:lnTo>
                    <a:pt x="439" y="782"/>
                  </a:lnTo>
                  <a:lnTo>
                    <a:pt x="446" y="766"/>
                  </a:lnTo>
                  <a:lnTo>
                    <a:pt x="449" y="749"/>
                  </a:lnTo>
                  <a:lnTo>
                    <a:pt x="441" y="732"/>
                  </a:lnTo>
                  <a:lnTo>
                    <a:pt x="427" y="717"/>
                  </a:lnTo>
                  <a:lnTo>
                    <a:pt x="426" y="71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7375" name="Freeform 47"/>
            <p:cNvSpPr>
              <a:spLocks/>
            </p:cNvSpPr>
            <p:nvPr/>
          </p:nvSpPr>
          <p:spPr bwMode="auto">
            <a:xfrm>
              <a:off x="883" y="1673"/>
              <a:ext cx="379" cy="690"/>
            </a:xfrm>
            <a:custGeom>
              <a:avLst/>
              <a:gdLst>
                <a:gd name="T0" fmla="*/ 12 w 1897"/>
                <a:gd name="T1" fmla="*/ 6 h 3450"/>
                <a:gd name="T2" fmla="*/ 13 w 1897"/>
                <a:gd name="T3" fmla="*/ 7 h 3450"/>
                <a:gd name="T4" fmla="*/ 13 w 1897"/>
                <a:gd name="T5" fmla="*/ 7 h 3450"/>
                <a:gd name="T6" fmla="*/ 14 w 1897"/>
                <a:gd name="T7" fmla="*/ 8 h 3450"/>
                <a:gd name="T8" fmla="*/ 14 w 1897"/>
                <a:gd name="T9" fmla="*/ 9 h 3450"/>
                <a:gd name="T10" fmla="*/ 15 w 1897"/>
                <a:gd name="T11" fmla="*/ 10 h 3450"/>
                <a:gd name="T12" fmla="*/ 15 w 1897"/>
                <a:gd name="T13" fmla="*/ 11 h 3450"/>
                <a:gd name="T14" fmla="*/ 15 w 1897"/>
                <a:gd name="T15" fmla="*/ 11 h 3450"/>
                <a:gd name="T16" fmla="*/ 15 w 1897"/>
                <a:gd name="T17" fmla="*/ 12 h 3450"/>
                <a:gd name="T18" fmla="*/ 15 w 1897"/>
                <a:gd name="T19" fmla="*/ 26 h 3450"/>
                <a:gd name="T20" fmla="*/ 15 w 1897"/>
                <a:gd name="T21" fmla="*/ 26 h 3450"/>
                <a:gd name="T22" fmla="*/ 15 w 1897"/>
                <a:gd name="T23" fmla="*/ 27 h 3450"/>
                <a:gd name="T24" fmla="*/ 15 w 1897"/>
                <a:gd name="T25" fmla="*/ 27 h 3450"/>
                <a:gd name="T26" fmla="*/ 14 w 1897"/>
                <a:gd name="T27" fmla="*/ 27 h 3450"/>
                <a:gd name="T28" fmla="*/ 14 w 1897"/>
                <a:gd name="T29" fmla="*/ 28 h 3450"/>
                <a:gd name="T30" fmla="*/ 13 w 1897"/>
                <a:gd name="T31" fmla="*/ 28 h 3450"/>
                <a:gd name="T32" fmla="*/ 13 w 1897"/>
                <a:gd name="T33" fmla="*/ 27 h 3450"/>
                <a:gd name="T34" fmla="*/ 3 w 1897"/>
                <a:gd name="T35" fmla="*/ 21 h 3450"/>
                <a:gd name="T36" fmla="*/ 2 w 1897"/>
                <a:gd name="T37" fmla="*/ 21 h 3450"/>
                <a:gd name="T38" fmla="*/ 2 w 1897"/>
                <a:gd name="T39" fmla="*/ 20 h 3450"/>
                <a:gd name="T40" fmla="*/ 1 w 1897"/>
                <a:gd name="T41" fmla="*/ 19 h 3450"/>
                <a:gd name="T42" fmla="*/ 1 w 1897"/>
                <a:gd name="T43" fmla="*/ 19 h 3450"/>
                <a:gd name="T44" fmla="*/ 0 w 1897"/>
                <a:gd name="T45" fmla="*/ 18 h 3450"/>
                <a:gd name="T46" fmla="*/ 0 w 1897"/>
                <a:gd name="T47" fmla="*/ 17 h 3450"/>
                <a:gd name="T48" fmla="*/ 0 w 1897"/>
                <a:gd name="T49" fmla="*/ 16 h 3450"/>
                <a:gd name="T50" fmla="*/ 0 w 1897"/>
                <a:gd name="T51" fmla="*/ 15 h 3450"/>
                <a:gd name="T52" fmla="*/ 0 w 1897"/>
                <a:gd name="T53" fmla="*/ 2 h 3450"/>
                <a:gd name="T54" fmla="*/ 0 w 1897"/>
                <a:gd name="T55" fmla="*/ 1 h 3450"/>
                <a:gd name="T56" fmla="*/ 0 w 1897"/>
                <a:gd name="T57" fmla="*/ 1 h 3450"/>
                <a:gd name="T58" fmla="*/ 1 w 1897"/>
                <a:gd name="T59" fmla="*/ 0 h 3450"/>
                <a:gd name="T60" fmla="*/ 1 w 1897"/>
                <a:gd name="T61" fmla="*/ 0 h 3450"/>
                <a:gd name="T62" fmla="*/ 1 w 1897"/>
                <a:gd name="T63" fmla="*/ 0 h 3450"/>
                <a:gd name="T64" fmla="*/ 2 w 1897"/>
                <a:gd name="T65" fmla="*/ 0 h 3450"/>
                <a:gd name="T66" fmla="*/ 3 w 1897"/>
                <a:gd name="T67" fmla="*/ 0 h 3450"/>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897"/>
                <a:gd name="T103" fmla="*/ 0 h 3450"/>
                <a:gd name="T104" fmla="*/ 1897 w 1897"/>
                <a:gd name="T105" fmla="*/ 3450 h 3450"/>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897" h="3450">
                  <a:moveTo>
                    <a:pt x="357" y="49"/>
                  </a:moveTo>
                  <a:lnTo>
                    <a:pt x="1542" y="806"/>
                  </a:lnTo>
                  <a:lnTo>
                    <a:pt x="1579" y="832"/>
                  </a:lnTo>
                  <a:lnTo>
                    <a:pt x="1614" y="861"/>
                  </a:lnTo>
                  <a:lnTo>
                    <a:pt x="1648" y="895"/>
                  </a:lnTo>
                  <a:lnTo>
                    <a:pt x="1681" y="933"/>
                  </a:lnTo>
                  <a:lnTo>
                    <a:pt x="1711" y="973"/>
                  </a:lnTo>
                  <a:lnTo>
                    <a:pt x="1740" y="1016"/>
                  </a:lnTo>
                  <a:lnTo>
                    <a:pt x="1768" y="1062"/>
                  </a:lnTo>
                  <a:lnTo>
                    <a:pt x="1793" y="1109"/>
                  </a:lnTo>
                  <a:lnTo>
                    <a:pt x="1816" y="1158"/>
                  </a:lnTo>
                  <a:lnTo>
                    <a:pt x="1836" y="1208"/>
                  </a:lnTo>
                  <a:lnTo>
                    <a:pt x="1854" y="1260"/>
                  </a:lnTo>
                  <a:lnTo>
                    <a:pt x="1869" y="1313"/>
                  </a:lnTo>
                  <a:lnTo>
                    <a:pt x="1881" y="1364"/>
                  </a:lnTo>
                  <a:lnTo>
                    <a:pt x="1890" y="1417"/>
                  </a:lnTo>
                  <a:lnTo>
                    <a:pt x="1895" y="1469"/>
                  </a:lnTo>
                  <a:lnTo>
                    <a:pt x="1897" y="1519"/>
                  </a:lnTo>
                  <a:lnTo>
                    <a:pt x="1897" y="3142"/>
                  </a:lnTo>
                  <a:lnTo>
                    <a:pt x="1895" y="3190"/>
                  </a:lnTo>
                  <a:lnTo>
                    <a:pt x="1890" y="3235"/>
                  </a:lnTo>
                  <a:lnTo>
                    <a:pt x="1881" y="3276"/>
                  </a:lnTo>
                  <a:lnTo>
                    <a:pt x="1869" y="3313"/>
                  </a:lnTo>
                  <a:lnTo>
                    <a:pt x="1854" y="3346"/>
                  </a:lnTo>
                  <a:lnTo>
                    <a:pt x="1836" y="3375"/>
                  </a:lnTo>
                  <a:lnTo>
                    <a:pt x="1816" y="3398"/>
                  </a:lnTo>
                  <a:lnTo>
                    <a:pt x="1793" y="3418"/>
                  </a:lnTo>
                  <a:lnTo>
                    <a:pt x="1768" y="3434"/>
                  </a:lnTo>
                  <a:lnTo>
                    <a:pt x="1740" y="3444"/>
                  </a:lnTo>
                  <a:lnTo>
                    <a:pt x="1711" y="3450"/>
                  </a:lnTo>
                  <a:lnTo>
                    <a:pt x="1681" y="3450"/>
                  </a:lnTo>
                  <a:lnTo>
                    <a:pt x="1648" y="3445"/>
                  </a:lnTo>
                  <a:lnTo>
                    <a:pt x="1614" y="3436"/>
                  </a:lnTo>
                  <a:lnTo>
                    <a:pt x="1579" y="3421"/>
                  </a:lnTo>
                  <a:lnTo>
                    <a:pt x="1542" y="3400"/>
                  </a:lnTo>
                  <a:lnTo>
                    <a:pt x="357" y="2643"/>
                  </a:lnTo>
                  <a:lnTo>
                    <a:pt x="320" y="2618"/>
                  </a:lnTo>
                  <a:lnTo>
                    <a:pt x="285" y="2588"/>
                  </a:lnTo>
                  <a:lnTo>
                    <a:pt x="251" y="2554"/>
                  </a:lnTo>
                  <a:lnTo>
                    <a:pt x="218" y="2517"/>
                  </a:lnTo>
                  <a:lnTo>
                    <a:pt x="187" y="2477"/>
                  </a:lnTo>
                  <a:lnTo>
                    <a:pt x="157" y="2433"/>
                  </a:lnTo>
                  <a:lnTo>
                    <a:pt x="130" y="2388"/>
                  </a:lnTo>
                  <a:lnTo>
                    <a:pt x="105" y="2341"/>
                  </a:lnTo>
                  <a:lnTo>
                    <a:pt x="81" y="2292"/>
                  </a:lnTo>
                  <a:lnTo>
                    <a:pt x="61" y="2241"/>
                  </a:lnTo>
                  <a:lnTo>
                    <a:pt x="44" y="2190"/>
                  </a:lnTo>
                  <a:lnTo>
                    <a:pt x="29" y="2138"/>
                  </a:lnTo>
                  <a:lnTo>
                    <a:pt x="17" y="2085"/>
                  </a:lnTo>
                  <a:lnTo>
                    <a:pt x="7" y="2033"/>
                  </a:lnTo>
                  <a:lnTo>
                    <a:pt x="3" y="1981"/>
                  </a:lnTo>
                  <a:lnTo>
                    <a:pt x="0" y="1931"/>
                  </a:lnTo>
                  <a:lnTo>
                    <a:pt x="0" y="308"/>
                  </a:lnTo>
                  <a:lnTo>
                    <a:pt x="3" y="260"/>
                  </a:lnTo>
                  <a:lnTo>
                    <a:pt x="7" y="215"/>
                  </a:lnTo>
                  <a:lnTo>
                    <a:pt x="17" y="174"/>
                  </a:lnTo>
                  <a:lnTo>
                    <a:pt x="29" y="137"/>
                  </a:lnTo>
                  <a:lnTo>
                    <a:pt x="44" y="104"/>
                  </a:lnTo>
                  <a:lnTo>
                    <a:pt x="61" y="76"/>
                  </a:lnTo>
                  <a:lnTo>
                    <a:pt x="81" y="51"/>
                  </a:lnTo>
                  <a:lnTo>
                    <a:pt x="105" y="31"/>
                  </a:lnTo>
                  <a:lnTo>
                    <a:pt x="130" y="16"/>
                  </a:lnTo>
                  <a:lnTo>
                    <a:pt x="157" y="5"/>
                  </a:lnTo>
                  <a:lnTo>
                    <a:pt x="187" y="0"/>
                  </a:lnTo>
                  <a:lnTo>
                    <a:pt x="218" y="0"/>
                  </a:lnTo>
                  <a:lnTo>
                    <a:pt x="251" y="3"/>
                  </a:lnTo>
                  <a:lnTo>
                    <a:pt x="285" y="14"/>
                  </a:lnTo>
                  <a:lnTo>
                    <a:pt x="320" y="29"/>
                  </a:lnTo>
                  <a:lnTo>
                    <a:pt x="357" y="49"/>
                  </a:lnTo>
                  <a:close/>
                </a:path>
              </a:pathLst>
            </a:custGeom>
            <a:solidFill>
              <a:srgbClr val="BFBFB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7376" name="Freeform 48"/>
            <p:cNvSpPr>
              <a:spLocks/>
            </p:cNvSpPr>
            <p:nvPr/>
          </p:nvSpPr>
          <p:spPr bwMode="auto">
            <a:xfrm>
              <a:off x="1268" y="1663"/>
              <a:ext cx="393" cy="711"/>
            </a:xfrm>
            <a:custGeom>
              <a:avLst/>
              <a:gdLst>
                <a:gd name="T0" fmla="*/ 3 w 1962"/>
                <a:gd name="T1" fmla="*/ 7 h 3555"/>
                <a:gd name="T2" fmla="*/ 2 w 1962"/>
                <a:gd name="T3" fmla="*/ 7 h 3555"/>
                <a:gd name="T4" fmla="*/ 2 w 1962"/>
                <a:gd name="T5" fmla="*/ 8 h 3555"/>
                <a:gd name="T6" fmla="*/ 1 w 1962"/>
                <a:gd name="T7" fmla="*/ 8 h 3555"/>
                <a:gd name="T8" fmla="*/ 1 w 1962"/>
                <a:gd name="T9" fmla="*/ 9 h 3555"/>
                <a:gd name="T10" fmla="*/ 1 w 1962"/>
                <a:gd name="T11" fmla="*/ 10 h 3555"/>
                <a:gd name="T12" fmla="*/ 0 w 1962"/>
                <a:gd name="T13" fmla="*/ 11 h 3555"/>
                <a:gd name="T14" fmla="*/ 0 w 1962"/>
                <a:gd name="T15" fmla="*/ 12 h 3555"/>
                <a:gd name="T16" fmla="*/ 0 w 1962"/>
                <a:gd name="T17" fmla="*/ 13 h 3555"/>
                <a:gd name="T18" fmla="*/ 0 w 1962"/>
                <a:gd name="T19" fmla="*/ 26 h 3555"/>
                <a:gd name="T20" fmla="*/ 0 w 1962"/>
                <a:gd name="T21" fmla="*/ 27 h 3555"/>
                <a:gd name="T22" fmla="*/ 0 w 1962"/>
                <a:gd name="T23" fmla="*/ 28 h 3555"/>
                <a:gd name="T24" fmla="*/ 1 w 1962"/>
                <a:gd name="T25" fmla="*/ 28 h 3555"/>
                <a:gd name="T26" fmla="*/ 1 w 1962"/>
                <a:gd name="T27" fmla="*/ 28 h 3555"/>
                <a:gd name="T28" fmla="*/ 2 w 1962"/>
                <a:gd name="T29" fmla="*/ 28 h 3555"/>
                <a:gd name="T30" fmla="*/ 2 w 1962"/>
                <a:gd name="T31" fmla="*/ 28 h 3555"/>
                <a:gd name="T32" fmla="*/ 3 w 1962"/>
                <a:gd name="T33" fmla="*/ 28 h 3555"/>
                <a:gd name="T34" fmla="*/ 13 w 1962"/>
                <a:gd name="T35" fmla="*/ 22 h 3555"/>
                <a:gd name="T36" fmla="*/ 13 w 1962"/>
                <a:gd name="T37" fmla="*/ 21 h 3555"/>
                <a:gd name="T38" fmla="*/ 14 w 1962"/>
                <a:gd name="T39" fmla="*/ 21 h 3555"/>
                <a:gd name="T40" fmla="*/ 14 w 1962"/>
                <a:gd name="T41" fmla="*/ 20 h 3555"/>
                <a:gd name="T42" fmla="*/ 15 w 1962"/>
                <a:gd name="T43" fmla="*/ 19 h 3555"/>
                <a:gd name="T44" fmla="*/ 15 w 1962"/>
                <a:gd name="T45" fmla="*/ 18 h 3555"/>
                <a:gd name="T46" fmla="*/ 16 w 1962"/>
                <a:gd name="T47" fmla="*/ 18 h 3555"/>
                <a:gd name="T48" fmla="*/ 16 w 1962"/>
                <a:gd name="T49" fmla="*/ 17 h 3555"/>
                <a:gd name="T50" fmla="*/ 16 w 1962"/>
                <a:gd name="T51" fmla="*/ 16 h 3555"/>
                <a:gd name="T52" fmla="*/ 16 w 1962"/>
                <a:gd name="T53" fmla="*/ 2 h 3555"/>
                <a:gd name="T54" fmla="*/ 16 w 1962"/>
                <a:gd name="T55" fmla="*/ 1 h 3555"/>
                <a:gd name="T56" fmla="*/ 15 w 1962"/>
                <a:gd name="T57" fmla="*/ 1 h 3555"/>
                <a:gd name="T58" fmla="*/ 15 w 1962"/>
                <a:gd name="T59" fmla="*/ 0 h 3555"/>
                <a:gd name="T60" fmla="*/ 15 w 1962"/>
                <a:gd name="T61" fmla="*/ 0 h 3555"/>
                <a:gd name="T62" fmla="*/ 14 w 1962"/>
                <a:gd name="T63" fmla="*/ 0 h 3555"/>
                <a:gd name="T64" fmla="*/ 14 w 1962"/>
                <a:gd name="T65" fmla="*/ 0 h 3555"/>
                <a:gd name="T66" fmla="*/ 13 w 1962"/>
                <a:gd name="T67" fmla="*/ 0 h 3555"/>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962"/>
                <a:gd name="T103" fmla="*/ 0 h 3555"/>
                <a:gd name="T104" fmla="*/ 1962 w 1962"/>
                <a:gd name="T105" fmla="*/ 3555 h 3555"/>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962" h="3555">
                  <a:moveTo>
                    <a:pt x="1594" y="50"/>
                  </a:moveTo>
                  <a:lnTo>
                    <a:pt x="368" y="831"/>
                  </a:lnTo>
                  <a:lnTo>
                    <a:pt x="330" y="858"/>
                  </a:lnTo>
                  <a:lnTo>
                    <a:pt x="294" y="888"/>
                  </a:lnTo>
                  <a:lnTo>
                    <a:pt x="259" y="922"/>
                  </a:lnTo>
                  <a:lnTo>
                    <a:pt x="225" y="961"/>
                  </a:lnTo>
                  <a:lnTo>
                    <a:pt x="193" y="1003"/>
                  </a:lnTo>
                  <a:lnTo>
                    <a:pt x="163" y="1047"/>
                  </a:lnTo>
                  <a:lnTo>
                    <a:pt x="133" y="1094"/>
                  </a:lnTo>
                  <a:lnTo>
                    <a:pt x="108" y="1143"/>
                  </a:lnTo>
                  <a:lnTo>
                    <a:pt x="84" y="1193"/>
                  </a:lnTo>
                  <a:lnTo>
                    <a:pt x="63" y="1246"/>
                  </a:lnTo>
                  <a:lnTo>
                    <a:pt x="44" y="1299"/>
                  </a:lnTo>
                  <a:lnTo>
                    <a:pt x="29" y="1353"/>
                  </a:lnTo>
                  <a:lnTo>
                    <a:pt x="16" y="1405"/>
                  </a:lnTo>
                  <a:lnTo>
                    <a:pt x="7" y="1459"/>
                  </a:lnTo>
                  <a:lnTo>
                    <a:pt x="2" y="1512"/>
                  </a:lnTo>
                  <a:lnTo>
                    <a:pt x="0" y="1565"/>
                  </a:lnTo>
                  <a:lnTo>
                    <a:pt x="0" y="3237"/>
                  </a:lnTo>
                  <a:lnTo>
                    <a:pt x="2" y="3287"/>
                  </a:lnTo>
                  <a:lnTo>
                    <a:pt x="7" y="3333"/>
                  </a:lnTo>
                  <a:lnTo>
                    <a:pt x="16" y="3375"/>
                  </a:lnTo>
                  <a:lnTo>
                    <a:pt x="29" y="3413"/>
                  </a:lnTo>
                  <a:lnTo>
                    <a:pt x="44" y="3447"/>
                  </a:lnTo>
                  <a:lnTo>
                    <a:pt x="63" y="3477"/>
                  </a:lnTo>
                  <a:lnTo>
                    <a:pt x="84" y="3502"/>
                  </a:lnTo>
                  <a:lnTo>
                    <a:pt x="108" y="3522"/>
                  </a:lnTo>
                  <a:lnTo>
                    <a:pt x="133" y="3538"/>
                  </a:lnTo>
                  <a:lnTo>
                    <a:pt x="163" y="3549"/>
                  </a:lnTo>
                  <a:lnTo>
                    <a:pt x="193" y="3555"/>
                  </a:lnTo>
                  <a:lnTo>
                    <a:pt x="225" y="3555"/>
                  </a:lnTo>
                  <a:lnTo>
                    <a:pt x="259" y="3550"/>
                  </a:lnTo>
                  <a:lnTo>
                    <a:pt x="294" y="3541"/>
                  </a:lnTo>
                  <a:lnTo>
                    <a:pt x="330" y="3524"/>
                  </a:lnTo>
                  <a:lnTo>
                    <a:pt x="368" y="3503"/>
                  </a:lnTo>
                  <a:lnTo>
                    <a:pt x="1594" y="2722"/>
                  </a:lnTo>
                  <a:lnTo>
                    <a:pt x="1632" y="2696"/>
                  </a:lnTo>
                  <a:lnTo>
                    <a:pt x="1668" y="2665"/>
                  </a:lnTo>
                  <a:lnTo>
                    <a:pt x="1703" y="2631"/>
                  </a:lnTo>
                  <a:lnTo>
                    <a:pt x="1737" y="2592"/>
                  </a:lnTo>
                  <a:lnTo>
                    <a:pt x="1769" y="2551"/>
                  </a:lnTo>
                  <a:lnTo>
                    <a:pt x="1799" y="2506"/>
                  </a:lnTo>
                  <a:lnTo>
                    <a:pt x="1829" y="2460"/>
                  </a:lnTo>
                  <a:lnTo>
                    <a:pt x="1854" y="2411"/>
                  </a:lnTo>
                  <a:lnTo>
                    <a:pt x="1878" y="2361"/>
                  </a:lnTo>
                  <a:lnTo>
                    <a:pt x="1899" y="2308"/>
                  </a:lnTo>
                  <a:lnTo>
                    <a:pt x="1918" y="2256"/>
                  </a:lnTo>
                  <a:lnTo>
                    <a:pt x="1933" y="2202"/>
                  </a:lnTo>
                  <a:lnTo>
                    <a:pt x="1946" y="2149"/>
                  </a:lnTo>
                  <a:lnTo>
                    <a:pt x="1955" y="2095"/>
                  </a:lnTo>
                  <a:lnTo>
                    <a:pt x="1960" y="2042"/>
                  </a:lnTo>
                  <a:lnTo>
                    <a:pt x="1962" y="1989"/>
                  </a:lnTo>
                  <a:lnTo>
                    <a:pt x="1962" y="319"/>
                  </a:lnTo>
                  <a:lnTo>
                    <a:pt x="1960" y="269"/>
                  </a:lnTo>
                  <a:lnTo>
                    <a:pt x="1955" y="223"/>
                  </a:lnTo>
                  <a:lnTo>
                    <a:pt x="1946" y="180"/>
                  </a:lnTo>
                  <a:lnTo>
                    <a:pt x="1933" y="143"/>
                  </a:lnTo>
                  <a:lnTo>
                    <a:pt x="1918" y="109"/>
                  </a:lnTo>
                  <a:lnTo>
                    <a:pt x="1899" y="79"/>
                  </a:lnTo>
                  <a:lnTo>
                    <a:pt x="1878" y="54"/>
                  </a:lnTo>
                  <a:lnTo>
                    <a:pt x="1854" y="33"/>
                  </a:lnTo>
                  <a:lnTo>
                    <a:pt x="1829" y="17"/>
                  </a:lnTo>
                  <a:lnTo>
                    <a:pt x="1799" y="7"/>
                  </a:lnTo>
                  <a:lnTo>
                    <a:pt x="1769" y="0"/>
                  </a:lnTo>
                  <a:lnTo>
                    <a:pt x="1737" y="0"/>
                  </a:lnTo>
                  <a:lnTo>
                    <a:pt x="1703" y="4"/>
                  </a:lnTo>
                  <a:lnTo>
                    <a:pt x="1668" y="14"/>
                  </a:lnTo>
                  <a:lnTo>
                    <a:pt x="1632" y="29"/>
                  </a:lnTo>
                  <a:lnTo>
                    <a:pt x="1594" y="50"/>
                  </a:lnTo>
                  <a:close/>
                </a:path>
              </a:pathLst>
            </a:custGeom>
            <a:solidFill>
              <a:srgbClr val="E5E5E5"/>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7377" name="Freeform 49"/>
            <p:cNvSpPr>
              <a:spLocks noEditPoints="1"/>
            </p:cNvSpPr>
            <p:nvPr/>
          </p:nvSpPr>
          <p:spPr bwMode="auto">
            <a:xfrm>
              <a:off x="916" y="1589"/>
              <a:ext cx="697" cy="698"/>
            </a:xfrm>
            <a:custGeom>
              <a:avLst/>
              <a:gdLst>
                <a:gd name="T0" fmla="*/ 16 w 3485"/>
                <a:gd name="T1" fmla="*/ 0 h 3490"/>
                <a:gd name="T2" fmla="*/ 17 w 3485"/>
                <a:gd name="T3" fmla="*/ 2 h 3490"/>
                <a:gd name="T4" fmla="*/ 17 w 3485"/>
                <a:gd name="T5" fmla="*/ 3 h 3490"/>
                <a:gd name="T6" fmla="*/ 14 w 3485"/>
                <a:gd name="T7" fmla="*/ 4 h 3490"/>
                <a:gd name="T8" fmla="*/ 12 w 3485"/>
                <a:gd name="T9" fmla="*/ 4 h 3490"/>
                <a:gd name="T10" fmla="*/ 11 w 3485"/>
                <a:gd name="T11" fmla="*/ 2 h 3490"/>
                <a:gd name="T12" fmla="*/ 11 w 3485"/>
                <a:gd name="T13" fmla="*/ 1 h 3490"/>
                <a:gd name="T14" fmla="*/ 14 w 3485"/>
                <a:gd name="T15" fmla="*/ 0 h 3490"/>
                <a:gd name="T16" fmla="*/ 3 w 3485"/>
                <a:gd name="T17" fmla="*/ 7 h 3490"/>
                <a:gd name="T18" fmla="*/ 4 w 3485"/>
                <a:gd name="T19" fmla="*/ 9 h 3490"/>
                <a:gd name="T20" fmla="*/ 3 w 3485"/>
                <a:gd name="T21" fmla="*/ 12 h 3490"/>
                <a:gd name="T22" fmla="*/ 2 w 3485"/>
                <a:gd name="T23" fmla="*/ 13 h 3490"/>
                <a:gd name="T24" fmla="*/ 1 w 3485"/>
                <a:gd name="T25" fmla="*/ 12 h 3490"/>
                <a:gd name="T26" fmla="*/ 0 w 3485"/>
                <a:gd name="T27" fmla="*/ 10 h 3490"/>
                <a:gd name="T28" fmla="*/ 0 w 3485"/>
                <a:gd name="T29" fmla="*/ 8 h 3490"/>
                <a:gd name="T30" fmla="*/ 2 w 3485"/>
                <a:gd name="T31" fmla="*/ 6 h 3490"/>
                <a:gd name="T32" fmla="*/ 10 w 3485"/>
                <a:gd name="T33" fmla="*/ 20 h 3490"/>
                <a:gd name="T34" fmla="*/ 11 w 3485"/>
                <a:gd name="T35" fmla="*/ 22 h 3490"/>
                <a:gd name="T36" fmla="*/ 11 w 3485"/>
                <a:gd name="T37" fmla="*/ 25 h 3490"/>
                <a:gd name="T38" fmla="*/ 10 w 3485"/>
                <a:gd name="T39" fmla="*/ 27 h 3490"/>
                <a:gd name="T40" fmla="*/ 8 w 3485"/>
                <a:gd name="T41" fmla="*/ 26 h 3490"/>
                <a:gd name="T42" fmla="*/ 7 w 3485"/>
                <a:gd name="T43" fmla="*/ 24 h 3490"/>
                <a:gd name="T44" fmla="*/ 7 w 3485"/>
                <a:gd name="T45" fmla="*/ 22 h 3490"/>
                <a:gd name="T46" fmla="*/ 8 w 3485"/>
                <a:gd name="T47" fmla="*/ 20 h 3490"/>
                <a:gd name="T48" fmla="*/ 20 w 3485"/>
                <a:gd name="T49" fmla="*/ 21 h 3490"/>
                <a:gd name="T50" fmla="*/ 21 w 3485"/>
                <a:gd name="T51" fmla="*/ 23 h 3490"/>
                <a:gd name="T52" fmla="*/ 21 w 3485"/>
                <a:gd name="T53" fmla="*/ 26 h 3490"/>
                <a:gd name="T54" fmla="*/ 20 w 3485"/>
                <a:gd name="T55" fmla="*/ 28 h 3490"/>
                <a:gd name="T56" fmla="*/ 18 w 3485"/>
                <a:gd name="T57" fmla="*/ 28 h 3490"/>
                <a:gd name="T58" fmla="*/ 17 w 3485"/>
                <a:gd name="T59" fmla="*/ 26 h 3490"/>
                <a:gd name="T60" fmla="*/ 17 w 3485"/>
                <a:gd name="T61" fmla="*/ 23 h 3490"/>
                <a:gd name="T62" fmla="*/ 18 w 3485"/>
                <a:gd name="T63" fmla="*/ 21 h 3490"/>
                <a:gd name="T64" fmla="*/ 19 w 3485"/>
                <a:gd name="T65" fmla="*/ 11 h 3490"/>
                <a:gd name="T66" fmla="*/ 20 w 3485"/>
                <a:gd name="T67" fmla="*/ 13 h 3490"/>
                <a:gd name="T68" fmla="*/ 21 w 3485"/>
                <a:gd name="T69" fmla="*/ 15 h 3490"/>
                <a:gd name="T70" fmla="*/ 20 w 3485"/>
                <a:gd name="T71" fmla="*/ 17 h 3490"/>
                <a:gd name="T72" fmla="*/ 18 w 3485"/>
                <a:gd name="T73" fmla="*/ 17 h 3490"/>
                <a:gd name="T74" fmla="*/ 17 w 3485"/>
                <a:gd name="T75" fmla="*/ 16 h 3490"/>
                <a:gd name="T76" fmla="*/ 17 w 3485"/>
                <a:gd name="T77" fmla="*/ 13 h 3490"/>
                <a:gd name="T78" fmla="*/ 18 w 3485"/>
                <a:gd name="T79" fmla="*/ 11 h 3490"/>
                <a:gd name="T80" fmla="*/ 26 w 3485"/>
                <a:gd name="T81" fmla="*/ 7 h 3490"/>
                <a:gd name="T82" fmla="*/ 27 w 3485"/>
                <a:gd name="T83" fmla="*/ 8 h 3490"/>
                <a:gd name="T84" fmla="*/ 27 w 3485"/>
                <a:gd name="T85" fmla="*/ 11 h 3490"/>
                <a:gd name="T86" fmla="*/ 26 w 3485"/>
                <a:gd name="T87" fmla="*/ 13 h 3490"/>
                <a:gd name="T88" fmla="*/ 25 w 3485"/>
                <a:gd name="T89" fmla="*/ 13 h 3490"/>
                <a:gd name="T90" fmla="*/ 24 w 3485"/>
                <a:gd name="T91" fmla="*/ 12 h 3490"/>
                <a:gd name="T92" fmla="*/ 24 w 3485"/>
                <a:gd name="T93" fmla="*/ 9 h 3490"/>
                <a:gd name="T94" fmla="*/ 24 w 3485"/>
                <a:gd name="T95" fmla="*/ 7 h 3490"/>
                <a:gd name="T96" fmla="*/ 26 w 3485"/>
                <a:gd name="T97" fmla="*/ 17 h 3490"/>
                <a:gd name="T98" fmla="*/ 27 w 3485"/>
                <a:gd name="T99" fmla="*/ 18 h 3490"/>
                <a:gd name="T100" fmla="*/ 28 w 3485"/>
                <a:gd name="T101" fmla="*/ 21 h 3490"/>
                <a:gd name="T102" fmla="*/ 27 w 3485"/>
                <a:gd name="T103" fmla="*/ 23 h 3490"/>
                <a:gd name="T104" fmla="*/ 26 w 3485"/>
                <a:gd name="T105" fmla="*/ 24 h 3490"/>
                <a:gd name="T106" fmla="*/ 24 w 3485"/>
                <a:gd name="T107" fmla="*/ 23 h 3490"/>
                <a:gd name="T108" fmla="*/ 24 w 3485"/>
                <a:gd name="T109" fmla="*/ 20 h 3490"/>
                <a:gd name="T110" fmla="*/ 25 w 3485"/>
                <a:gd name="T111" fmla="*/ 18 h 3490"/>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w 3485"/>
                <a:gd name="T169" fmla="*/ 0 h 3490"/>
                <a:gd name="T170" fmla="*/ 3485 w 3485"/>
                <a:gd name="T171" fmla="*/ 3490 h 3490"/>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T168" t="T169" r="T170" b="T171"/>
              <a:pathLst>
                <a:path w="3485" h="3490">
                  <a:moveTo>
                    <a:pt x="1754" y="0"/>
                  </a:moveTo>
                  <a:lnTo>
                    <a:pt x="1797" y="2"/>
                  </a:lnTo>
                  <a:lnTo>
                    <a:pt x="1840" y="5"/>
                  </a:lnTo>
                  <a:lnTo>
                    <a:pt x="1881" y="12"/>
                  </a:lnTo>
                  <a:lnTo>
                    <a:pt x="1921" y="20"/>
                  </a:lnTo>
                  <a:lnTo>
                    <a:pt x="1959" y="31"/>
                  </a:lnTo>
                  <a:lnTo>
                    <a:pt x="1994" y="44"/>
                  </a:lnTo>
                  <a:lnTo>
                    <a:pt x="2028" y="59"/>
                  </a:lnTo>
                  <a:lnTo>
                    <a:pt x="2058" y="74"/>
                  </a:lnTo>
                  <a:lnTo>
                    <a:pt x="2086" y="93"/>
                  </a:lnTo>
                  <a:lnTo>
                    <a:pt x="2111" y="113"/>
                  </a:lnTo>
                  <a:lnTo>
                    <a:pt x="2132" y="133"/>
                  </a:lnTo>
                  <a:lnTo>
                    <a:pt x="2151" y="155"/>
                  </a:lnTo>
                  <a:lnTo>
                    <a:pt x="2165" y="179"/>
                  </a:lnTo>
                  <a:lnTo>
                    <a:pt x="2175" y="203"/>
                  </a:lnTo>
                  <a:lnTo>
                    <a:pt x="2182" y="229"/>
                  </a:lnTo>
                  <a:lnTo>
                    <a:pt x="2185" y="255"/>
                  </a:lnTo>
                  <a:lnTo>
                    <a:pt x="2182" y="281"/>
                  </a:lnTo>
                  <a:lnTo>
                    <a:pt x="2175" y="305"/>
                  </a:lnTo>
                  <a:lnTo>
                    <a:pt x="2165" y="330"/>
                  </a:lnTo>
                  <a:lnTo>
                    <a:pt x="2151" y="353"/>
                  </a:lnTo>
                  <a:lnTo>
                    <a:pt x="2132" y="376"/>
                  </a:lnTo>
                  <a:lnTo>
                    <a:pt x="2111" y="397"/>
                  </a:lnTo>
                  <a:lnTo>
                    <a:pt x="2086" y="417"/>
                  </a:lnTo>
                  <a:lnTo>
                    <a:pt x="2058" y="434"/>
                  </a:lnTo>
                  <a:lnTo>
                    <a:pt x="2028" y="451"/>
                  </a:lnTo>
                  <a:lnTo>
                    <a:pt x="1994" y="466"/>
                  </a:lnTo>
                  <a:lnTo>
                    <a:pt x="1959" y="479"/>
                  </a:lnTo>
                  <a:lnTo>
                    <a:pt x="1921" y="489"/>
                  </a:lnTo>
                  <a:lnTo>
                    <a:pt x="1881" y="498"/>
                  </a:lnTo>
                  <a:lnTo>
                    <a:pt x="1840" y="505"/>
                  </a:lnTo>
                  <a:lnTo>
                    <a:pt x="1797" y="508"/>
                  </a:lnTo>
                  <a:lnTo>
                    <a:pt x="1754" y="509"/>
                  </a:lnTo>
                  <a:lnTo>
                    <a:pt x="1710" y="508"/>
                  </a:lnTo>
                  <a:lnTo>
                    <a:pt x="1667" y="505"/>
                  </a:lnTo>
                  <a:lnTo>
                    <a:pt x="1626" y="498"/>
                  </a:lnTo>
                  <a:lnTo>
                    <a:pt x="1586" y="489"/>
                  </a:lnTo>
                  <a:lnTo>
                    <a:pt x="1548" y="479"/>
                  </a:lnTo>
                  <a:lnTo>
                    <a:pt x="1512" y="466"/>
                  </a:lnTo>
                  <a:lnTo>
                    <a:pt x="1479" y="451"/>
                  </a:lnTo>
                  <a:lnTo>
                    <a:pt x="1449" y="434"/>
                  </a:lnTo>
                  <a:lnTo>
                    <a:pt x="1421" y="417"/>
                  </a:lnTo>
                  <a:lnTo>
                    <a:pt x="1395" y="397"/>
                  </a:lnTo>
                  <a:lnTo>
                    <a:pt x="1374" y="376"/>
                  </a:lnTo>
                  <a:lnTo>
                    <a:pt x="1355" y="353"/>
                  </a:lnTo>
                  <a:lnTo>
                    <a:pt x="1341" y="330"/>
                  </a:lnTo>
                  <a:lnTo>
                    <a:pt x="1331" y="305"/>
                  </a:lnTo>
                  <a:lnTo>
                    <a:pt x="1324" y="281"/>
                  </a:lnTo>
                  <a:lnTo>
                    <a:pt x="1321" y="255"/>
                  </a:lnTo>
                  <a:lnTo>
                    <a:pt x="1324" y="229"/>
                  </a:lnTo>
                  <a:lnTo>
                    <a:pt x="1331" y="203"/>
                  </a:lnTo>
                  <a:lnTo>
                    <a:pt x="1341" y="179"/>
                  </a:lnTo>
                  <a:lnTo>
                    <a:pt x="1355" y="155"/>
                  </a:lnTo>
                  <a:lnTo>
                    <a:pt x="1374" y="133"/>
                  </a:lnTo>
                  <a:lnTo>
                    <a:pt x="1395" y="113"/>
                  </a:lnTo>
                  <a:lnTo>
                    <a:pt x="1421" y="93"/>
                  </a:lnTo>
                  <a:lnTo>
                    <a:pt x="1449" y="74"/>
                  </a:lnTo>
                  <a:lnTo>
                    <a:pt x="1479" y="59"/>
                  </a:lnTo>
                  <a:lnTo>
                    <a:pt x="1512" y="44"/>
                  </a:lnTo>
                  <a:lnTo>
                    <a:pt x="1548" y="31"/>
                  </a:lnTo>
                  <a:lnTo>
                    <a:pt x="1586" y="20"/>
                  </a:lnTo>
                  <a:lnTo>
                    <a:pt x="1626" y="12"/>
                  </a:lnTo>
                  <a:lnTo>
                    <a:pt x="1667" y="5"/>
                  </a:lnTo>
                  <a:lnTo>
                    <a:pt x="1710" y="2"/>
                  </a:lnTo>
                  <a:lnTo>
                    <a:pt x="1754" y="0"/>
                  </a:lnTo>
                  <a:close/>
                  <a:moveTo>
                    <a:pt x="239" y="786"/>
                  </a:moveTo>
                  <a:lnTo>
                    <a:pt x="263" y="788"/>
                  </a:lnTo>
                  <a:lnTo>
                    <a:pt x="287" y="794"/>
                  </a:lnTo>
                  <a:lnTo>
                    <a:pt x="309" y="805"/>
                  </a:lnTo>
                  <a:lnTo>
                    <a:pt x="331" y="819"/>
                  </a:lnTo>
                  <a:lnTo>
                    <a:pt x="352" y="836"/>
                  </a:lnTo>
                  <a:lnTo>
                    <a:pt x="372" y="857"/>
                  </a:lnTo>
                  <a:lnTo>
                    <a:pt x="390" y="882"/>
                  </a:lnTo>
                  <a:lnTo>
                    <a:pt x="407" y="909"/>
                  </a:lnTo>
                  <a:lnTo>
                    <a:pt x="423" y="940"/>
                  </a:lnTo>
                  <a:lnTo>
                    <a:pt x="437" y="971"/>
                  </a:lnTo>
                  <a:lnTo>
                    <a:pt x="448" y="1006"/>
                  </a:lnTo>
                  <a:lnTo>
                    <a:pt x="459" y="1043"/>
                  </a:lnTo>
                  <a:lnTo>
                    <a:pt x="467" y="1081"/>
                  </a:lnTo>
                  <a:lnTo>
                    <a:pt x="473" y="1121"/>
                  </a:lnTo>
                  <a:lnTo>
                    <a:pt x="476" y="1163"/>
                  </a:lnTo>
                  <a:lnTo>
                    <a:pt x="478" y="1206"/>
                  </a:lnTo>
                  <a:lnTo>
                    <a:pt x="476" y="1248"/>
                  </a:lnTo>
                  <a:lnTo>
                    <a:pt x="473" y="1290"/>
                  </a:lnTo>
                  <a:lnTo>
                    <a:pt x="467" y="1330"/>
                  </a:lnTo>
                  <a:lnTo>
                    <a:pt x="459" y="1367"/>
                  </a:lnTo>
                  <a:lnTo>
                    <a:pt x="448" y="1405"/>
                  </a:lnTo>
                  <a:lnTo>
                    <a:pt x="437" y="1439"/>
                  </a:lnTo>
                  <a:lnTo>
                    <a:pt x="423" y="1472"/>
                  </a:lnTo>
                  <a:lnTo>
                    <a:pt x="407" y="1501"/>
                  </a:lnTo>
                  <a:lnTo>
                    <a:pt x="390" y="1528"/>
                  </a:lnTo>
                  <a:lnTo>
                    <a:pt x="372" y="1553"/>
                  </a:lnTo>
                  <a:lnTo>
                    <a:pt x="352" y="1574"/>
                  </a:lnTo>
                  <a:lnTo>
                    <a:pt x="331" y="1591"/>
                  </a:lnTo>
                  <a:lnTo>
                    <a:pt x="309" y="1605"/>
                  </a:lnTo>
                  <a:lnTo>
                    <a:pt x="287" y="1616"/>
                  </a:lnTo>
                  <a:lnTo>
                    <a:pt x="263" y="1622"/>
                  </a:lnTo>
                  <a:lnTo>
                    <a:pt x="239" y="1624"/>
                  </a:lnTo>
                  <a:lnTo>
                    <a:pt x="214" y="1622"/>
                  </a:lnTo>
                  <a:lnTo>
                    <a:pt x="191" y="1616"/>
                  </a:lnTo>
                  <a:lnTo>
                    <a:pt x="168" y="1605"/>
                  </a:lnTo>
                  <a:lnTo>
                    <a:pt x="146" y="1591"/>
                  </a:lnTo>
                  <a:lnTo>
                    <a:pt x="125" y="1574"/>
                  </a:lnTo>
                  <a:lnTo>
                    <a:pt x="105" y="1553"/>
                  </a:lnTo>
                  <a:lnTo>
                    <a:pt x="87" y="1528"/>
                  </a:lnTo>
                  <a:lnTo>
                    <a:pt x="70" y="1501"/>
                  </a:lnTo>
                  <a:lnTo>
                    <a:pt x="55" y="1472"/>
                  </a:lnTo>
                  <a:lnTo>
                    <a:pt x="41" y="1439"/>
                  </a:lnTo>
                  <a:lnTo>
                    <a:pt x="29" y="1405"/>
                  </a:lnTo>
                  <a:lnTo>
                    <a:pt x="18" y="1367"/>
                  </a:lnTo>
                  <a:lnTo>
                    <a:pt x="10" y="1330"/>
                  </a:lnTo>
                  <a:lnTo>
                    <a:pt x="4" y="1290"/>
                  </a:lnTo>
                  <a:lnTo>
                    <a:pt x="1" y="1248"/>
                  </a:lnTo>
                  <a:lnTo>
                    <a:pt x="0" y="1206"/>
                  </a:lnTo>
                  <a:lnTo>
                    <a:pt x="1" y="1163"/>
                  </a:lnTo>
                  <a:lnTo>
                    <a:pt x="4" y="1121"/>
                  </a:lnTo>
                  <a:lnTo>
                    <a:pt x="10" y="1081"/>
                  </a:lnTo>
                  <a:lnTo>
                    <a:pt x="18" y="1043"/>
                  </a:lnTo>
                  <a:lnTo>
                    <a:pt x="29" y="1006"/>
                  </a:lnTo>
                  <a:lnTo>
                    <a:pt x="41" y="971"/>
                  </a:lnTo>
                  <a:lnTo>
                    <a:pt x="55" y="940"/>
                  </a:lnTo>
                  <a:lnTo>
                    <a:pt x="70" y="909"/>
                  </a:lnTo>
                  <a:lnTo>
                    <a:pt x="87" y="882"/>
                  </a:lnTo>
                  <a:lnTo>
                    <a:pt x="105" y="857"/>
                  </a:lnTo>
                  <a:lnTo>
                    <a:pt x="125" y="836"/>
                  </a:lnTo>
                  <a:lnTo>
                    <a:pt x="146" y="819"/>
                  </a:lnTo>
                  <a:lnTo>
                    <a:pt x="168" y="805"/>
                  </a:lnTo>
                  <a:lnTo>
                    <a:pt x="191" y="794"/>
                  </a:lnTo>
                  <a:lnTo>
                    <a:pt x="214" y="788"/>
                  </a:lnTo>
                  <a:lnTo>
                    <a:pt x="239" y="786"/>
                  </a:lnTo>
                  <a:close/>
                  <a:moveTo>
                    <a:pt x="1119" y="2495"/>
                  </a:moveTo>
                  <a:lnTo>
                    <a:pt x="1143" y="2498"/>
                  </a:lnTo>
                  <a:lnTo>
                    <a:pt x="1167" y="2504"/>
                  </a:lnTo>
                  <a:lnTo>
                    <a:pt x="1190" y="2514"/>
                  </a:lnTo>
                  <a:lnTo>
                    <a:pt x="1211" y="2528"/>
                  </a:lnTo>
                  <a:lnTo>
                    <a:pt x="1232" y="2546"/>
                  </a:lnTo>
                  <a:lnTo>
                    <a:pt x="1252" y="2567"/>
                  </a:lnTo>
                  <a:lnTo>
                    <a:pt x="1271" y="2592"/>
                  </a:lnTo>
                  <a:lnTo>
                    <a:pt x="1288" y="2618"/>
                  </a:lnTo>
                  <a:lnTo>
                    <a:pt x="1304" y="2648"/>
                  </a:lnTo>
                  <a:lnTo>
                    <a:pt x="1318" y="2681"/>
                  </a:lnTo>
                  <a:lnTo>
                    <a:pt x="1329" y="2715"/>
                  </a:lnTo>
                  <a:lnTo>
                    <a:pt x="1340" y="2752"/>
                  </a:lnTo>
                  <a:lnTo>
                    <a:pt x="1348" y="2790"/>
                  </a:lnTo>
                  <a:lnTo>
                    <a:pt x="1354" y="2830"/>
                  </a:lnTo>
                  <a:lnTo>
                    <a:pt x="1358" y="2872"/>
                  </a:lnTo>
                  <a:lnTo>
                    <a:pt x="1359" y="2914"/>
                  </a:lnTo>
                  <a:lnTo>
                    <a:pt x="1358" y="2956"/>
                  </a:lnTo>
                  <a:lnTo>
                    <a:pt x="1354" y="2998"/>
                  </a:lnTo>
                  <a:lnTo>
                    <a:pt x="1348" y="3038"/>
                  </a:lnTo>
                  <a:lnTo>
                    <a:pt x="1340" y="3077"/>
                  </a:lnTo>
                  <a:lnTo>
                    <a:pt x="1329" y="3113"/>
                  </a:lnTo>
                  <a:lnTo>
                    <a:pt x="1318" y="3147"/>
                  </a:lnTo>
                  <a:lnTo>
                    <a:pt x="1304" y="3180"/>
                  </a:lnTo>
                  <a:lnTo>
                    <a:pt x="1288" y="3209"/>
                  </a:lnTo>
                  <a:lnTo>
                    <a:pt x="1271" y="3238"/>
                  </a:lnTo>
                  <a:lnTo>
                    <a:pt x="1252" y="3261"/>
                  </a:lnTo>
                  <a:lnTo>
                    <a:pt x="1232" y="3282"/>
                  </a:lnTo>
                  <a:lnTo>
                    <a:pt x="1211" y="3301"/>
                  </a:lnTo>
                  <a:lnTo>
                    <a:pt x="1190" y="3315"/>
                  </a:lnTo>
                  <a:lnTo>
                    <a:pt x="1167" y="3325"/>
                  </a:lnTo>
                  <a:lnTo>
                    <a:pt x="1143" y="3331"/>
                  </a:lnTo>
                  <a:lnTo>
                    <a:pt x="1119" y="3334"/>
                  </a:lnTo>
                  <a:lnTo>
                    <a:pt x="1094" y="3331"/>
                  </a:lnTo>
                  <a:lnTo>
                    <a:pt x="1070" y="3325"/>
                  </a:lnTo>
                  <a:lnTo>
                    <a:pt x="1048" y="3315"/>
                  </a:lnTo>
                  <a:lnTo>
                    <a:pt x="1026" y="3301"/>
                  </a:lnTo>
                  <a:lnTo>
                    <a:pt x="1005" y="3282"/>
                  </a:lnTo>
                  <a:lnTo>
                    <a:pt x="985" y="3261"/>
                  </a:lnTo>
                  <a:lnTo>
                    <a:pt x="967" y="3238"/>
                  </a:lnTo>
                  <a:lnTo>
                    <a:pt x="950" y="3209"/>
                  </a:lnTo>
                  <a:lnTo>
                    <a:pt x="935" y="3180"/>
                  </a:lnTo>
                  <a:lnTo>
                    <a:pt x="921" y="3147"/>
                  </a:lnTo>
                  <a:lnTo>
                    <a:pt x="909" y="3113"/>
                  </a:lnTo>
                  <a:lnTo>
                    <a:pt x="898" y="3077"/>
                  </a:lnTo>
                  <a:lnTo>
                    <a:pt x="890" y="3038"/>
                  </a:lnTo>
                  <a:lnTo>
                    <a:pt x="884" y="2998"/>
                  </a:lnTo>
                  <a:lnTo>
                    <a:pt x="881" y="2956"/>
                  </a:lnTo>
                  <a:lnTo>
                    <a:pt x="880" y="2914"/>
                  </a:lnTo>
                  <a:lnTo>
                    <a:pt x="881" y="2872"/>
                  </a:lnTo>
                  <a:lnTo>
                    <a:pt x="884" y="2830"/>
                  </a:lnTo>
                  <a:lnTo>
                    <a:pt x="890" y="2790"/>
                  </a:lnTo>
                  <a:lnTo>
                    <a:pt x="898" y="2752"/>
                  </a:lnTo>
                  <a:lnTo>
                    <a:pt x="909" y="2715"/>
                  </a:lnTo>
                  <a:lnTo>
                    <a:pt x="921" y="2681"/>
                  </a:lnTo>
                  <a:lnTo>
                    <a:pt x="935" y="2648"/>
                  </a:lnTo>
                  <a:lnTo>
                    <a:pt x="950" y="2618"/>
                  </a:lnTo>
                  <a:lnTo>
                    <a:pt x="967" y="2592"/>
                  </a:lnTo>
                  <a:lnTo>
                    <a:pt x="985" y="2567"/>
                  </a:lnTo>
                  <a:lnTo>
                    <a:pt x="1005" y="2546"/>
                  </a:lnTo>
                  <a:lnTo>
                    <a:pt x="1026" y="2528"/>
                  </a:lnTo>
                  <a:lnTo>
                    <a:pt x="1048" y="2514"/>
                  </a:lnTo>
                  <a:lnTo>
                    <a:pt x="1070" y="2504"/>
                  </a:lnTo>
                  <a:lnTo>
                    <a:pt x="1094" y="2498"/>
                  </a:lnTo>
                  <a:lnTo>
                    <a:pt x="1119" y="2495"/>
                  </a:lnTo>
                  <a:close/>
                  <a:moveTo>
                    <a:pt x="2380" y="2651"/>
                  </a:moveTo>
                  <a:lnTo>
                    <a:pt x="2405" y="2654"/>
                  </a:lnTo>
                  <a:lnTo>
                    <a:pt x="2428" y="2660"/>
                  </a:lnTo>
                  <a:lnTo>
                    <a:pt x="2452" y="2670"/>
                  </a:lnTo>
                  <a:lnTo>
                    <a:pt x="2473" y="2684"/>
                  </a:lnTo>
                  <a:lnTo>
                    <a:pt x="2494" y="2703"/>
                  </a:lnTo>
                  <a:lnTo>
                    <a:pt x="2514" y="2724"/>
                  </a:lnTo>
                  <a:lnTo>
                    <a:pt x="2533" y="2747"/>
                  </a:lnTo>
                  <a:lnTo>
                    <a:pt x="2550" y="2774"/>
                  </a:lnTo>
                  <a:lnTo>
                    <a:pt x="2565" y="2805"/>
                  </a:lnTo>
                  <a:lnTo>
                    <a:pt x="2580" y="2838"/>
                  </a:lnTo>
                  <a:lnTo>
                    <a:pt x="2591" y="2872"/>
                  </a:lnTo>
                  <a:lnTo>
                    <a:pt x="2602" y="2908"/>
                  </a:lnTo>
                  <a:lnTo>
                    <a:pt x="2610" y="2947"/>
                  </a:lnTo>
                  <a:lnTo>
                    <a:pt x="2616" y="2987"/>
                  </a:lnTo>
                  <a:lnTo>
                    <a:pt x="2619" y="3029"/>
                  </a:lnTo>
                  <a:lnTo>
                    <a:pt x="2621" y="3071"/>
                  </a:lnTo>
                  <a:lnTo>
                    <a:pt x="2619" y="3113"/>
                  </a:lnTo>
                  <a:lnTo>
                    <a:pt x="2616" y="3155"/>
                  </a:lnTo>
                  <a:lnTo>
                    <a:pt x="2610" y="3195"/>
                  </a:lnTo>
                  <a:lnTo>
                    <a:pt x="2602" y="3233"/>
                  </a:lnTo>
                  <a:lnTo>
                    <a:pt x="2591" y="3270"/>
                  </a:lnTo>
                  <a:lnTo>
                    <a:pt x="2580" y="3304"/>
                  </a:lnTo>
                  <a:lnTo>
                    <a:pt x="2565" y="3337"/>
                  </a:lnTo>
                  <a:lnTo>
                    <a:pt x="2550" y="3367"/>
                  </a:lnTo>
                  <a:lnTo>
                    <a:pt x="2533" y="3393"/>
                  </a:lnTo>
                  <a:lnTo>
                    <a:pt x="2514" y="3418"/>
                  </a:lnTo>
                  <a:lnTo>
                    <a:pt x="2494" y="3439"/>
                  </a:lnTo>
                  <a:lnTo>
                    <a:pt x="2473" y="3457"/>
                  </a:lnTo>
                  <a:lnTo>
                    <a:pt x="2452" y="3471"/>
                  </a:lnTo>
                  <a:lnTo>
                    <a:pt x="2428" y="3481"/>
                  </a:lnTo>
                  <a:lnTo>
                    <a:pt x="2405" y="3487"/>
                  </a:lnTo>
                  <a:lnTo>
                    <a:pt x="2380" y="3490"/>
                  </a:lnTo>
                  <a:lnTo>
                    <a:pt x="2356" y="3487"/>
                  </a:lnTo>
                  <a:lnTo>
                    <a:pt x="2332" y="3481"/>
                  </a:lnTo>
                  <a:lnTo>
                    <a:pt x="2310" y="3471"/>
                  </a:lnTo>
                  <a:lnTo>
                    <a:pt x="2288" y="3457"/>
                  </a:lnTo>
                  <a:lnTo>
                    <a:pt x="2267" y="3439"/>
                  </a:lnTo>
                  <a:lnTo>
                    <a:pt x="2248" y="3418"/>
                  </a:lnTo>
                  <a:lnTo>
                    <a:pt x="2229" y="3393"/>
                  </a:lnTo>
                  <a:lnTo>
                    <a:pt x="2212" y="3367"/>
                  </a:lnTo>
                  <a:lnTo>
                    <a:pt x="2196" y="3337"/>
                  </a:lnTo>
                  <a:lnTo>
                    <a:pt x="2182" y="3304"/>
                  </a:lnTo>
                  <a:lnTo>
                    <a:pt x="2171" y="3270"/>
                  </a:lnTo>
                  <a:lnTo>
                    <a:pt x="2160" y="3233"/>
                  </a:lnTo>
                  <a:lnTo>
                    <a:pt x="2152" y="3195"/>
                  </a:lnTo>
                  <a:lnTo>
                    <a:pt x="2146" y="3155"/>
                  </a:lnTo>
                  <a:lnTo>
                    <a:pt x="2142" y="3113"/>
                  </a:lnTo>
                  <a:lnTo>
                    <a:pt x="2141" y="3071"/>
                  </a:lnTo>
                  <a:lnTo>
                    <a:pt x="2142" y="3029"/>
                  </a:lnTo>
                  <a:lnTo>
                    <a:pt x="2146" y="2987"/>
                  </a:lnTo>
                  <a:lnTo>
                    <a:pt x="2152" y="2947"/>
                  </a:lnTo>
                  <a:lnTo>
                    <a:pt x="2160" y="2908"/>
                  </a:lnTo>
                  <a:lnTo>
                    <a:pt x="2171" y="2872"/>
                  </a:lnTo>
                  <a:lnTo>
                    <a:pt x="2182" y="2838"/>
                  </a:lnTo>
                  <a:lnTo>
                    <a:pt x="2196" y="2805"/>
                  </a:lnTo>
                  <a:lnTo>
                    <a:pt x="2212" y="2774"/>
                  </a:lnTo>
                  <a:lnTo>
                    <a:pt x="2229" y="2747"/>
                  </a:lnTo>
                  <a:lnTo>
                    <a:pt x="2248" y="2724"/>
                  </a:lnTo>
                  <a:lnTo>
                    <a:pt x="2267" y="2703"/>
                  </a:lnTo>
                  <a:lnTo>
                    <a:pt x="2288" y="2684"/>
                  </a:lnTo>
                  <a:lnTo>
                    <a:pt x="2310" y="2670"/>
                  </a:lnTo>
                  <a:lnTo>
                    <a:pt x="2332" y="2660"/>
                  </a:lnTo>
                  <a:lnTo>
                    <a:pt x="2356" y="2654"/>
                  </a:lnTo>
                  <a:lnTo>
                    <a:pt x="2380" y="2651"/>
                  </a:lnTo>
                  <a:close/>
                  <a:moveTo>
                    <a:pt x="2342" y="1355"/>
                  </a:moveTo>
                  <a:lnTo>
                    <a:pt x="2366" y="1357"/>
                  </a:lnTo>
                  <a:lnTo>
                    <a:pt x="2390" y="1363"/>
                  </a:lnTo>
                  <a:lnTo>
                    <a:pt x="2412" y="1373"/>
                  </a:lnTo>
                  <a:lnTo>
                    <a:pt x="2434" y="1387"/>
                  </a:lnTo>
                  <a:lnTo>
                    <a:pt x="2455" y="1405"/>
                  </a:lnTo>
                  <a:lnTo>
                    <a:pt x="2475" y="1426"/>
                  </a:lnTo>
                  <a:lnTo>
                    <a:pt x="2493" y="1451"/>
                  </a:lnTo>
                  <a:lnTo>
                    <a:pt x="2510" y="1478"/>
                  </a:lnTo>
                  <a:lnTo>
                    <a:pt x="2526" y="1507"/>
                  </a:lnTo>
                  <a:lnTo>
                    <a:pt x="2540" y="1540"/>
                  </a:lnTo>
                  <a:lnTo>
                    <a:pt x="2551" y="1574"/>
                  </a:lnTo>
                  <a:lnTo>
                    <a:pt x="2562" y="1611"/>
                  </a:lnTo>
                  <a:lnTo>
                    <a:pt x="2570" y="1649"/>
                  </a:lnTo>
                  <a:lnTo>
                    <a:pt x="2576" y="1689"/>
                  </a:lnTo>
                  <a:lnTo>
                    <a:pt x="2580" y="1731"/>
                  </a:lnTo>
                  <a:lnTo>
                    <a:pt x="2581" y="1773"/>
                  </a:lnTo>
                  <a:lnTo>
                    <a:pt x="2580" y="1815"/>
                  </a:lnTo>
                  <a:lnTo>
                    <a:pt x="2576" y="1858"/>
                  </a:lnTo>
                  <a:lnTo>
                    <a:pt x="2570" y="1897"/>
                  </a:lnTo>
                  <a:lnTo>
                    <a:pt x="2562" y="1936"/>
                  </a:lnTo>
                  <a:lnTo>
                    <a:pt x="2551" y="1972"/>
                  </a:lnTo>
                  <a:lnTo>
                    <a:pt x="2540" y="2008"/>
                  </a:lnTo>
                  <a:lnTo>
                    <a:pt x="2526" y="2039"/>
                  </a:lnTo>
                  <a:lnTo>
                    <a:pt x="2510" y="2070"/>
                  </a:lnTo>
                  <a:lnTo>
                    <a:pt x="2493" y="2097"/>
                  </a:lnTo>
                  <a:lnTo>
                    <a:pt x="2475" y="2121"/>
                  </a:lnTo>
                  <a:lnTo>
                    <a:pt x="2455" y="2142"/>
                  </a:lnTo>
                  <a:lnTo>
                    <a:pt x="2434" y="2160"/>
                  </a:lnTo>
                  <a:lnTo>
                    <a:pt x="2412" y="2174"/>
                  </a:lnTo>
                  <a:lnTo>
                    <a:pt x="2390" y="2185"/>
                  </a:lnTo>
                  <a:lnTo>
                    <a:pt x="2366" y="2191"/>
                  </a:lnTo>
                  <a:lnTo>
                    <a:pt x="2342" y="2193"/>
                  </a:lnTo>
                  <a:lnTo>
                    <a:pt x="2317" y="2191"/>
                  </a:lnTo>
                  <a:lnTo>
                    <a:pt x="2294" y="2185"/>
                  </a:lnTo>
                  <a:lnTo>
                    <a:pt x="2270" y="2174"/>
                  </a:lnTo>
                  <a:lnTo>
                    <a:pt x="2249" y="2160"/>
                  </a:lnTo>
                  <a:lnTo>
                    <a:pt x="2228" y="2142"/>
                  </a:lnTo>
                  <a:lnTo>
                    <a:pt x="2208" y="2121"/>
                  </a:lnTo>
                  <a:lnTo>
                    <a:pt x="2189" y="2097"/>
                  </a:lnTo>
                  <a:lnTo>
                    <a:pt x="2173" y="2070"/>
                  </a:lnTo>
                  <a:lnTo>
                    <a:pt x="2157" y="2039"/>
                  </a:lnTo>
                  <a:lnTo>
                    <a:pt x="2142" y="2008"/>
                  </a:lnTo>
                  <a:lnTo>
                    <a:pt x="2131" y="1972"/>
                  </a:lnTo>
                  <a:lnTo>
                    <a:pt x="2120" y="1936"/>
                  </a:lnTo>
                  <a:lnTo>
                    <a:pt x="2112" y="1897"/>
                  </a:lnTo>
                  <a:lnTo>
                    <a:pt x="2106" y="1858"/>
                  </a:lnTo>
                  <a:lnTo>
                    <a:pt x="2103" y="1815"/>
                  </a:lnTo>
                  <a:lnTo>
                    <a:pt x="2101" y="1773"/>
                  </a:lnTo>
                  <a:lnTo>
                    <a:pt x="2103" y="1731"/>
                  </a:lnTo>
                  <a:lnTo>
                    <a:pt x="2106" y="1689"/>
                  </a:lnTo>
                  <a:lnTo>
                    <a:pt x="2112" y="1649"/>
                  </a:lnTo>
                  <a:lnTo>
                    <a:pt x="2120" y="1611"/>
                  </a:lnTo>
                  <a:lnTo>
                    <a:pt x="2131" y="1574"/>
                  </a:lnTo>
                  <a:lnTo>
                    <a:pt x="2142" y="1540"/>
                  </a:lnTo>
                  <a:lnTo>
                    <a:pt x="2157" y="1507"/>
                  </a:lnTo>
                  <a:lnTo>
                    <a:pt x="2173" y="1478"/>
                  </a:lnTo>
                  <a:lnTo>
                    <a:pt x="2189" y="1451"/>
                  </a:lnTo>
                  <a:lnTo>
                    <a:pt x="2208" y="1426"/>
                  </a:lnTo>
                  <a:lnTo>
                    <a:pt x="2228" y="1405"/>
                  </a:lnTo>
                  <a:lnTo>
                    <a:pt x="2249" y="1387"/>
                  </a:lnTo>
                  <a:lnTo>
                    <a:pt x="2270" y="1373"/>
                  </a:lnTo>
                  <a:lnTo>
                    <a:pt x="2294" y="1363"/>
                  </a:lnTo>
                  <a:lnTo>
                    <a:pt x="2317" y="1357"/>
                  </a:lnTo>
                  <a:lnTo>
                    <a:pt x="2342" y="1355"/>
                  </a:lnTo>
                  <a:close/>
                  <a:moveTo>
                    <a:pt x="3179" y="819"/>
                  </a:moveTo>
                  <a:lnTo>
                    <a:pt x="3204" y="821"/>
                  </a:lnTo>
                  <a:lnTo>
                    <a:pt x="3227" y="827"/>
                  </a:lnTo>
                  <a:lnTo>
                    <a:pt x="3250" y="838"/>
                  </a:lnTo>
                  <a:lnTo>
                    <a:pt x="3272" y="852"/>
                  </a:lnTo>
                  <a:lnTo>
                    <a:pt x="3293" y="869"/>
                  </a:lnTo>
                  <a:lnTo>
                    <a:pt x="3312" y="890"/>
                  </a:lnTo>
                  <a:lnTo>
                    <a:pt x="3331" y="915"/>
                  </a:lnTo>
                  <a:lnTo>
                    <a:pt x="3348" y="942"/>
                  </a:lnTo>
                  <a:lnTo>
                    <a:pt x="3363" y="971"/>
                  </a:lnTo>
                  <a:lnTo>
                    <a:pt x="3377" y="1004"/>
                  </a:lnTo>
                  <a:lnTo>
                    <a:pt x="3389" y="1038"/>
                  </a:lnTo>
                  <a:lnTo>
                    <a:pt x="3400" y="1076"/>
                  </a:lnTo>
                  <a:lnTo>
                    <a:pt x="3408" y="1113"/>
                  </a:lnTo>
                  <a:lnTo>
                    <a:pt x="3414" y="1153"/>
                  </a:lnTo>
                  <a:lnTo>
                    <a:pt x="3417" y="1195"/>
                  </a:lnTo>
                  <a:lnTo>
                    <a:pt x="3418" y="1237"/>
                  </a:lnTo>
                  <a:lnTo>
                    <a:pt x="3417" y="1280"/>
                  </a:lnTo>
                  <a:lnTo>
                    <a:pt x="3414" y="1322"/>
                  </a:lnTo>
                  <a:lnTo>
                    <a:pt x="3408" y="1362"/>
                  </a:lnTo>
                  <a:lnTo>
                    <a:pt x="3400" y="1399"/>
                  </a:lnTo>
                  <a:lnTo>
                    <a:pt x="3389" y="1437"/>
                  </a:lnTo>
                  <a:lnTo>
                    <a:pt x="3377" y="1471"/>
                  </a:lnTo>
                  <a:lnTo>
                    <a:pt x="3363" y="1503"/>
                  </a:lnTo>
                  <a:lnTo>
                    <a:pt x="3348" y="1533"/>
                  </a:lnTo>
                  <a:lnTo>
                    <a:pt x="3331" y="1560"/>
                  </a:lnTo>
                  <a:lnTo>
                    <a:pt x="3312" y="1584"/>
                  </a:lnTo>
                  <a:lnTo>
                    <a:pt x="3293" y="1605"/>
                  </a:lnTo>
                  <a:lnTo>
                    <a:pt x="3272" y="1623"/>
                  </a:lnTo>
                  <a:lnTo>
                    <a:pt x="3250" y="1637"/>
                  </a:lnTo>
                  <a:lnTo>
                    <a:pt x="3227" y="1648"/>
                  </a:lnTo>
                  <a:lnTo>
                    <a:pt x="3204" y="1654"/>
                  </a:lnTo>
                  <a:lnTo>
                    <a:pt x="3179" y="1656"/>
                  </a:lnTo>
                  <a:lnTo>
                    <a:pt x="3155" y="1654"/>
                  </a:lnTo>
                  <a:lnTo>
                    <a:pt x="3131" y="1648"/>
                  </a:lnTo>
                  <a:lnTo>
                    <a:pt x="3108" y="1637"/>
                  </a:lnTo>
                  <a:lnTo>
                    <a:pt x="3087" y="1623"/>
                  </a:lnTo>
                  <a:lnTo>
                    <a:pt x="3066" y="1605"/>
                  </a:lnTo>
                  <a:lnTo>
                    <a:pt x="3046" y="1584"/>
                  </a:lnTo>
                  <a:lnTo>
                    <a:pt x="3027" y="1560"/>
                  </a:lnTo>
                  <a:lnTo>
                    <a:pt x="3011" y="1533"/>
                  </a:lnTo>
                  <a:lnTo>
                    <a:pt x="2994" y="1503"/>
                  </a:lnTo>
                  <a:lnTo>
                    <a:pt x="2980" y="1471"/>
                  </a:lnTo>
                  <a:lnTo>
                    <a:pt x="2968" y="1437"/>
                  </a:lnTo>
                  <a:lnTo>
                    <a:pt x="2958" y="1399"/>
                  </a:lnTo>
                  <a:lnTo>
                    <a:pt x="2950" y="1362"/>
                  </a:lnTo>
                  <a:lnTo>
                    <a:pt x="2944" y="1322"/>
                  </a:lnTo>
                  <a:lnTo>
                    <a:pt x="2940" y="1280"/>
                  </a:lnTo>
                  <a:lnTo>
                    <a:pt x="2939" y="1237"/>
                  </a:lnTo>
                  <a:lnTo>
                    <a:pt x="2940" y="1195"/>
                  </a:lnTo>
                  <a:lnTo>
                    <a:pt x="2944" y="1153"/>
                  </a:lnTo>
                  <a:lnTo>
                    <a:pt x="2950" y="1113"/>
                  </a:lnTo>
                  <a:lnTo>
                    <a:pt x="2958" y="1076"/>
                  </a:lnTo>
                  <a:lnTo>
                    <a:pt x="2968" y="1038"/>
                  </a:lnTo>
                  <a:lnTo>
                    <a:pt x="2980" y="1004"/>
                  </a:lnTo>
                  <a:lnTo>
                    <a:pt x="2994" y="971"/>
                  </a:lnTo>
                  <a:lnTo>
                    <a:pt x="3011" y="942"/>
                  </a:lnTo>
                  <a:lnTo>
                    <a:pt x="3027" y="915"/>
                  </a:lnTo>
                  <a:lnTo>
                    <a:pt x="3046" y="890"/>
                  </a:lnTo>
                  <a:lnTo>
                    <a:pt x="3066" y="869"/>
                  </a:lnTo>
                  <a:lnTo>
                    <a:pt x="3087" y="852"/>
                  </a:lnTo>
                  <a:lnTo>
                    <a:pt x="3108" y="838"/>
                  </a:lnTo>
                  <a:lnTo>
                    <a:pt x="3131" y="827"/>
                  </a:lnTo>
                  <a:lnTo>
                    <a:pt x="3155" y="821"/>
                  </a:lnTo>
                  <a:lnTo>
                    <a:pt x="3179" y="819"/>
                  </a:lnTo>
                  <a:close/>
                  <a:moveTo>
                    <a:pt x="3246" y="2144"/>
                  </a:moveTo>
                  <a:lnTo>
                    <a:pt x="3271" y="2146"/>
                  </a:lnTo>
                  <a:lnTo>
                    <a:pt x="3294" y="2152"/>
                  </a:lnTo>
                  <a:lnTo>
                    <a:pt x="3316" y="2162"/>
                  </a:lnTo>
                  <a:lnTo>
                    <a:pt x="3339" y="2176"/>
                  </a:lnTo>
                  <a:lnTo>
                    <a:pt x="3360" y="2194"/>
                  </a:lnTo>
                  <a:lnTo>
                    <a:pt x="3380" y="2215"/>
                  </a:lnTo>
                  <a:lnTo>
                    <a:pt x="3397" y="2240"/>
                  </a:lnTo>
                  <a:lnTo>
                    <a:pt x="3415" y="2267"/>
                  </a:lnTo>
                  <a:lnTo>
                    <a:pt x="3430" y="2296"/>
                  </a:lnTo>
                  <a:lnTo>
                    <a:pt x="3444" y="2329"/>
                  </a:lnTo>
                  <a:lnTo>
                    <a:pt x="3456" y="2363"/>
                  </a:lnTo>
                  <a:lnTo>
                    <a:pt x="3466" y="2400"/>
                  </a:lnTo>
                  <a:lnTo>
                    <a:pt x="3475" y="2438"/>
                  </a:lnTo>
                  <a:lnTo>
                    <a:pt x="3480" y="2478"/>
                  </a:lnTo>
                  <a:lnTo>
                    <a:pt x="3484" y="2520"/>
                  </a:lnTo>
                  <a:lnTo>
                    <a:pt x="3485" y="2562"/>
                  </a:lnTo>
                  <a:lnTo>
                    <a:pt x="3484" y="2604"/>
                  </a:lnTo>
                  <a:lnTo>
                    <a:pt x="3480" y="2647"/>
                  </a:lnTo>
                  <a:lnTo>
                    <a:pt x="3475" y="2686"/>
                  </a:lnTo>
                  <a:lnTo>
                    <a:pt x="3466" y="2725"/>
                  </a:lnTo>
                  <a:lnTo>
                    <a:pt x="3456" y="2762"/>
                  </a:lnTo>
                  <a:lnTo>
                    <a:pt x="3444" y="2796"/>
                  </a:lnTo>
                  <a:lnTo>
                    <a:pt x="3430" y="2828"/>
                  </a:lnTo>
                  <a:lnTo>
                    <a:pt x="3415" y="2858"/>
                  </a:lnTo>
                  <a:lnTo>
                    <a:pt x="3397" y="2886"/>
                  </a:lnTo>
                  <a:lnTo>
                    <a:pt x="3380" y="2909"/>
                  </a:lnTo>
                  <a:lnTo>
                    <a:pt x="3360" y="2930"/>
                  </a:lnTo>
                  <a:lnTo>
                    <a:pt x="3339" y="2949"/>
                  </a:lnTo>
                  <a:lnTo>
                    <a:pt x="3316" y="2963"/>
                  </a:lnTo>
                  <a:lnTo>
                    <a:pt x="3294" y="2974"/>
                  </a:lnTo>
                  <a:lnTo>
                    <a:pt x="3271" y="2980"/>
                  </a:lnTo>
                  <a:lnTo>
                    <a:pt x="3246" y="2982"/>
                  </a:lnTo>
                  <a:lnTo>
                    <a:pt x="3222" y="2980"/>
                  </a:lnTo>
                  <a:lnTo>
                    <a:pt x="3198" y="2974"/>
                  </a:lnTo>
                  <a:lnTo>
                    <a:pt x="3176" y="2963"/>
                  </a:lnTo>
                  <a:lnTo>
                    <a:pt x="3154" y="2949"/>
                  </a:lnTo>
                  <a:lnTo>
                    <a:pt x="3133" y="2930"/>
                  </a:lnTo>
                  <a:lnTo>
                    <a:pt x="3113" y="2909"/>
                  </a:lnTo>
                  <a:lnTo>
                    <a:pt x="3095" y="2886"/>
                  </a:lnTo>
                  <a:lnTo>
                    <a:pt x="3077" y="2858"/>
                  </a:lnTo>
                  <a:lnTo>
                    <a:pt x="3062" y="2828"/>
                  </a:lnTo>
                  <a:lnTo>
                    <a:pt x="3048" y="2796"/>
                  </a:lnTo>
                  <a:lnTo>
                    <a:pt x="3036" y="2762"/>
                  </a:lnTo>
                  <a:lnTo>
                    <a:pt x="3026" y="2725"/>
                  </a:lnTo>
                  <a:lnTo>
                    <a:pt x="3018" y="2686"/>
                  </a:lnTo>
                  <a:lnTo>
                    <a:pt x="3012" y="2647"/>
                  </a:lnTo>
                  <a:lnTo>
                    <a:pt x="3008" y="2604"/>
                  </a:lnTo>
                  <a:lnTo>
                    <a:pt x="3007" y="2562"/>
                  </a:lnTo>
                  <a:lnTo>
                    <a:pt x="3008" y="2520"/>
                  </a:lnTo>
                  <a:lnTo>
                    <a:pt x="3012" y="2478"/>
                  </a:lnTo>
                  <a:lnTo>
                    <a:pt x="3018" y="2438"/>
                  </a:lnTo>
                  <a:lnTo>
                    <a:pt x="3026" y="2400"/>
                  </a:lnTo>
                  <a:lnTo>
                    <a:pt x="3036" y="2363"/>
                  </a:lnTo>
                  <a:lnTo>
                    <a:pt x="3048" y="2329"/>
                  </a:lnTo>
                  <a:lnTo>
                    <a:pt x="3062" y="2296"/>
                  </a:lnTo>
                  <a:lnTo>
                    <a:pt x="3077" y="2267"/>
                  </a:lnTo>
                  <a:lnTo>
                    <a:pt x="3095" y="2240"/>
                  </a:lnTo>
                  <a:lnTo>
                    <a:pt x="3113" y="2215"/>
                  </a:lnTo>
                  <a:lnTo>
                    <a:pt x="3133" y="2194"/>
                  </a:lnTo>
                  <a:lnTo>
                    <a:pt x="3154" y="2176"/>
                  </a:lnTo>
                  <a:lnTo>
                    <a:pt x="3176" y="2162"/>
                  </a:lnTo>
                  <a:lnTo>
                    <a:pt x="3198" y="2152"/>
                  </a:lnTo>
                  <a:lnTo>
                    <a:pt x="3222" y="2146"/>
                  </a:lnTo>
                  <a:lnTo>
                    <a:pt x="3246" y="214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7378" name="Freeform 50"/>
            <p:cNvSpPr>
              <a:spLocks/>
            </p:cNvSpPr>
            <p:nvPr/>
          </p:nvSpPr>
          <p:spPr bwMode="auto">
            <a:xfrm>
              <a:off x="1267" y="1588"/>
              <a:ext cx="87" cy="52"/>
            </a:xfrm>
            <a:custGeom>
              <a:avLst/>
              <a:gdLst>
                <a:gd name="T0" fmla="*/ 3 w 437"/>
                <a:gd name="T1" fmla="*/ 2 h 260"/>
                <a:gd name="T2" fmla="*/ 3 w 437"/>
                <a:gd name="T3" fmla="*/ 2 h 260"/>
                <a:gd name="T4" fmla="*/ 3 w 437"/>
                <a:gd name="T5" fmla="*/ 2 h 260"/>
                <a:gd name="T6" fmla="*/ 3 w 437"/>
                <a:gd name="T7" fmla="*/ 2 h 260"/>
                <a:gd name="T8" fmla="*/ 3 w 437"/>
                <a:gd name="T9" fmla="*/ 1 h 260"/>
                <a:gd name="T10" fmla="*/ 3 w 437"/>
                <a:gd name="T11" fmla="*/ 1 h 260"/>
                <a:gd name="T12" fmla="*/ 3 w 437"/>
                <a:gd name="T13" fmla="*/ 1 h 260"/>
                <a:gd name="T14" fmla="*/ 3 w 437"/>
                <a:gd name="T15" fmla="*/ 1 h 260"/>
                <a:gd name="T16" fmla="*/ 3 w 437"/>
                <a:gd name="T17" fmla="*/ 1 h 260"/>
                <a:gd name="T18" fmla="*/ 2 w 437"/>
                <a:gd name="T19" fmla="*/ 1 h 260"/>
                <a:gd name="T20" fmla="*/ 2 w 437"/>
                <a:gd name="T21" fmla="*/ 0 h 260"/>
                <a:gd name="T22" fmla="*/ 2 w 437"/>
                <a:gd name="T23" fmla="*/ 0 h 260"/>
                <a:gd name="T24" fmla="*/ 2 w 437"/>
                <a:gd name="T25" fmla="*/ 0 h 260"/>
                <a:gd name="T26" fmla="*/ 1 w 437"/>
                <a:gd name="T27" fmla="*/ 0 h 260"/>
                <a:gd name="T28" fmla="*/ 1 w 437"/>
                <a:gd name="T29" fmla="*/ 0 h 260"/>
                <a:gd name="T30" fmla="*/ 1 w 437"/>
                <a:gd name="T31" fmla="*/ 0 h 260"/>
                <a:gd name="T32" fmla="*/ 0 w 437"/>
                <a:gd name="T33" fmla="*/ 0 h 260"/>
                <a:gd name="T34" fmla="*/ 0 w 437"/>
                <a:gd name="T35" fmla="*/ 0 h 260"/>
                <a:gd name="T36" fmla="*/ 0 w 437"/>
                <a:gd name="T37" fmla="*/ 0 h 260"/>
                <a:gd name="T38" fmla="*/ 0 w 437"/>
                <a:gd name="T39" fmla="*/ 0 h 260"/>
                <a:gd name="T40" fmla="*/ 1 w 437"/>
                <a:gd name="T41" fmla="*/ 0 h 260"/>
                <a:gd name="T42" fmla="*/ 1 w 437"/>
                <a:gd name="T43" fmla="*/ 0 h 260"/>
                <a:gd name="T44" fmla="*/ 1 w 437"/>
                <a:gd name="T45" fmla="*/ 0 h 260"/>
                <a:gd name="T46" fmla="*/ 2 w 437"/>
                <a:gd name="T47" fmla="*/ 0 h 260"/>
                <a:gd name="T48" fmla="*/ 2 w 437"/>
                <a:gd name="T49" fmla="*/ 0 h 260"/>
                <a:gd name="T50" fmla="*/ 2 w 437"/>
                <a:gd name="T51" fmla="*/ 1 h 260"/>
                <a:gd name="T52" fmla="*/ 2 w 437"/>
                <a:gd name="T53" fmla="*/ 1 h 260"/>
                <a:gd name="T54" fmla="*/ 3 w 437"/>
                <a:gd name="T55" fmla="*/ 1 h 260"/>
                <a:gd name="T56" fmla="*/ 3 w 437"/>
                <a:gd name="T57" fmla="*/ 1 h 260"/>
                <a:gd name="T58" fmla="*/ 3 w 437"/>
                <a:gd name="T59" fmla="*/ 1 h 260"/>
                <a:gd name="T60" fmla="*/ 3 w 437"/>
                <a:gd name="T61" fmla="*/ 1 h 260"/>
                <a:gd name="T62" fmla="*/ 3 w 437"/>
                <a:gd name="T63" fmla="*/ 1 h 260"/>
                <a:gd name="T64" fmla="*/ 3 w 437"/>
                <a:gd name="T65" fmla="*/ 2 h 260"/>
                <a:gd name="T66" fmla="*/ 3 w 437"/>
                <a:gd name="T67" fmla="*/ 2 h 260"/>
                <a:gd name="T68" fmla="*/ 3 w 437"/>
                <a:gd name="T69" fmla="*/ 2 h 260"/>
                <a:gd name="T70" fmla="*/ 3 w 437"/>
                <a:gd name="T71" fmla="*/ 2 h 260"/>
                <a:gd name="T72" fmla="*/ 3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437" y="260"/>
                  </a:moveTo>
                  <a:lnTo>
                    <a:pt x="437" y="260"/>
                  </a:lnTo>
                  <a:lnTo>
                    <a:pt x="434" y="233"/>
                  </a:lnTo>
                  <a:lnTo>
                    <a:pt x="427" y="206"/>
                  </a:lnTo>
                  <a:lnTo>
                    <a:pt x="417" y="181"/>
                  </a:lnTo>
                  <a:lnTo>
                    <a:pt x="401" y="157"/>
                  </a:lnTo>
                  <a:lnTo>
                    <a:pt x="383" y="133"/>
                  </a:lnTo>
                  <a:lnTo>
                    <a:pt x="360" y="113"/>
                  </a:lnTo>
                  <a:lnTo>
                    <a:pt x="336" y="93"/>
                  </a:lnTo>
                  <a:lnTo>
                    <a:pt x="308" y="73"/>
                  </a:lnTo>
                  <a:lnTo>
                    <a:pt x="276" y="58"/>
                  </a:lnTo>
                  <a:lnTo>
                    <a:pt x="242" y="43"/>
                  </a:lnTo>
                  <a:lnTo>
                    <a:pt x="207" y="30"/>
                  </a:lnTo>
                  <a:lnTo>
                    <a:pt x="168" y="19"/>
                  </a:lnTo>
                  <a:lnTo>
                    <a:pt x="128" y="11"/>
                  </a:lnTo>
                  <a:lnTo>
                    <a:pt x="87" y="4"/>
                  </a:lnTo>
                  <a:lnTo>
                    <a:pt x="43" y="1"/>
                  </a:lnTo>
                  <a:lnTo>
                    <a:pt x="0" y="0"/>
                  </a:lnTo>
                  <a:lnTo>
                    <a:pt x="0" y="11"/>
                  </a:lnTo>
                  <a:lnTo>
                    <a:pt x="43" y="12"/>
                  </a:lnTo>
                  <a:lnTo>
                    <a:pt x="85" y="16"/>
                  </a:lnTo>
                  <a:lnTo>
                    <a:pt x="126" y="23"/>
                  </a:lnTo>
                  <a:lnTo>
                    <a:pt x="166" y="31"/>
                  </a:lnTo>
                  <a:lnTo>
                    <a:pt x="202" y="42"/>
                  </a:lnTo>
                  <a:lnTo>
                    <a:pt x="237" y="55"/>
                  </a:lnTo>
                  <a:lnTo>
                    <a:pt x="271" y="70"/>
                  </a:lnTo>
                  <a:lnTo>
                    <a:pt x="301" y="85"/>
                  </a:lnTo>
                  <a:lnTo>
                    <a:pt x="329" y="103"/>
                  </a:lnTo>
                  <a:lnTo>
                    <a:pt x="353" y="123"/>
                  </a:lnTo>
                  <a:lnTo>
                    <a:pt x="373" y="143"/>
                  </a:lnTo>
                  <a:lnTo>
                    <a:pt x="392" y="164"/>
                  </a:lnTo>
                  <a:lnTo>
                    <a:pt x="405" y="186"/>
                  </a:lnTo>
                  <a:lnTo>
                    <a:pt x="415" y="211"/>
                  </a:lnTo>
                  <a:lnTo>
                    <a:pt x="422" y="235"/>
                  </a:lnTo>
                  <a:lnTo>
                    <a:pt x="425" y="260"/>
                  </a:lnTo>
                  <a:lnTo>
                    <a:pt x="437"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7379" name="Freeform 51"/>
            <p:cNvSpPr>
              <a:spLocks/>
            </p:cNvSpPr>
            <p:nvPr/>
          </p:nvSpPr>
          <p:spPr bwMode="auto">
            <a:xfrm>
              <a:off x="1267" y="1640"/>
              <a:ext cx="87" cy="52"/>
            </a:xfrm>
            <a:custGeom>
              <a:avLst/>
              <a:gdLst>
                <a:gd name="T0" fmla="*/ 0 w 437"/>
                <a:gd name="T1" fmla="*/ 2 h 260"/>
                <a:gd name="T2" fmla="*/ 0 w 437"/>
                <a:gd name="T3" fmla="*/ 2 h 260"/>
                <a:gd name="T4" fmla="*/ 0 w 437"/>
                <a:gd name="T5" fmla="*/ 2 h 260"/>
                <a:gd name="T6" fmla="*/ 1 w 437"/>
                <a:gd name="T7" fmla="*/ 2 h 260"/>
                <a:gd name="T8" fmla="*/ 1 w 437"/>
                <a:gd name="T9" fmla="*/ 2 h 260"/>
                <a:gd name="T10" fmla="*/ 1 w 437"/>
                <a:gd name="T11" fmla="*/ 2 h 260"/>
                <a:gd name="T12" fmla="*/ 2 w 437"/>
                <a:gd name="T13" fmla="*/ 2 h 260"/>
                <a:gd name="T14" fmla="*/ 2 w 437"/>
                <a:gd name="T15" fmla="*/ 2 h 260"/>
                <a:gd name="T16" fmla="*/ 2 w 437"/>
                <a:gd name="T17" fmla="*/ 2 h 260"/>
                <a:gd name="T18" fmla="*/ 2 w 437"/>
                <a:gd name="T19" fmla="*/ 1 h 260"/>
                <a:gd name="T20" fmla="*/ 3 w 437"/>
                <a:gd name="T21" fmla="*/ 1 h 260"/>
                <a:gd name="T22" fmla="*/ 3 w 437"/>
                <a:gd name="T23" fmla="*/ 1 h 260"/>
                <a:gd name="T24" fmla="*/ 3 w 437"/>
                <a:gd name="T25" fmla="*/ 1 h 260"/>
                <a:gd name="T26" fmla="*/ 3 w 437"/>
                <a:gd name="T27" fmla="*/ 1 h 260"/>
                <a:gd name="T28" fmla="*/ 3 w 437"/>
                <a:gd name="T29" fmla="*/ 1 h 260"/>
                <a:gd name="T30" fmla="*/ 3 w 437"/>
                <a:gd name="T31" fmla="*/ 0 h 260"/>
                <a:gd name="T32" fmla="*/ 3 w 437"/>
                <a:gd name="T33" fmla="*/ 0 h 260"/>
                <a:gd name="T34" fmla="*/ 3 w 437"/>
                <a:gd name="T35" fmla="*/ 0 h 260"/>
                <a:gd name="T36" fmla="*/ 3 w 437"/>
                <a:gd name="T37" fmla="*/ 0 h 260"/>
                <a:gd name="T38" fmla="*/ 3 w 437"/>
                <a:gd name="T39" fmla="*/ 0 h 260"/>
                <a:gd name="T40" fmla="*/ 3 w 437"/>
                <a:gd name="T41" fmla="*/ 0 h 260"/>
                <a:gd name="T42" fmla="*/ 3 w 437"/>
                <a:gd name="T43" fmla="*/ 1 h 260"/>
                <a:gd name="T44" fmla="*/ 3 w 437"/>
                <a:gd name="T45" fmla="*/ 1 h 260"/>
                <a:gd name="T46" fmla="*/ 3 w 437"/>
                <a:gd name="T47" fmla="*/ 1 h 260"/>
                <a:gd name="T48" fmla="*/ 3 w 437"/>
                <a:gd name="T49" fmla="*/ 1 h 260"/>
                <a:gd name="T50" fmla="*/ 3 w 437"/>
                <a:gd name="T51" fmla="*/ 1 h 260"/>
                <a:gd name="T52" fmla="*/ 2 w 437"/>
                <a:gd name="T53" fmla="*/ 1 h 260"/>
                <a:gd name="T54" fmla="*/ 2 w 437"/>
                <a:gd name="T55" fmla="*/ 2 h 260"/>
                <a:gd name="T56" fmla="*/ 2 w 437"/>
                <a:gd name="T57" fmla="*/ 2 h 260"/>
                <a:gd name="T58" fmla="*/ 2 w 437"/>
                <a:gd name="T59" fmla="*/ 2 h 260"/>
                <a:gd name="T60" fmla="*/ 1 w 437"/>
                <a:gd name="T61" fmla="*/ 2 h 260"/>
                <a:gd name="T62" fmla="*/ 1 w 437"/>
                <a:gd name="T63" fmla="*/ 2 h 260"/>
                <a:gd name="T64" fmla="*/ 1 w 437"/>
                <a:gd name="T65" fmla="*/ 2 h 260"/>
                <a:gd name="T66" fmla="*/ 0 w 437"/>
                <a:gd name="T67" fmla="*/ 2 h 260"/>
                <a:gd name="T68" fmla="*/ 0 w 437"/>
                <a:gd name="T69" fmla="*/ 2 h 260"/>
                <a:gd name="T70" fmla="*/ 0 w 437"/>
                <a:gd name="T71" fmla="*/ 2 h 260"/>
                <a:gd name="T72" fmla="*/ 0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0" y="260"/>
                  </a:moveTo>
                  <a:lnTo>
                    <a:pt x="0" y="260"/>
                  </a:lnTo>
                  <a:lnTo>
                    <a:pt x="43" y="259"/>
                  </a:lnTo>
                  <a:lnTo>
                    <a:pt x="87" y="255"/>
                  </a:lnTo>
                  <a:lnTo>
                    <a:pt x="128" y="248"/>
                  </a:lnTo>
                  <a:lnTo>
                    <a:pt x="168" y="240"/>
                  </a:lnTo>
                  <a:lnTo>
                    <a:pt x="207" y="230"/>
                  </a:lnTo>
                  <a:lnTo>
                    <a:pt x="242" y="217"/>
                  </a:lnTo>
                  <a:lnTo>
                    <a:pt x="276" y="202"/>
                  </a:lnTo>
                  <a:lnTo>
                    <a:pt x="308" y="185"/>
                  </a:lnTo>
                  <a:lnTo>
                    <a:pt x="336" y="166"/>
                  </a:lnTo>
                  <a:lnTo>
                    <a:pt x="360" y="146"/>
                  </a:lnTo>
                  <a:lnTo>
                    <a:pt x="383" y="125"/>
                  </a:lnTo>
                  <a:lnTo>
                    <a:pt x="401" y="102"/>
                  </a:lnTo>
                  <a:lnTo>
                    <a:pt x="417" y="77"/>
                  </a:lnTo>
                  <a:lnTo>
                    <a:pt x="427" y="53"/>
                  </a:lnTo>
                  <a:lnTo>
                    <a:pt x="434" y="27"/>
                  </a:lnTo>
                  <a:lnTo>
                    <a:pt x="437" y="0"/>
                  </a:lnTo>
                  <a:lnTo>
                    <a:pt x="425" y="0"/>
                  </a:lnTo>
                  <a:lnTo>
                    <a:pt x="422" y="24"/>
                  </a:lnTo>
                  <a:lnTo>
                    <a:pt x="415" y="48"/>
                  </a:lnTo>
                  <a:lnTo>
                    <a:pt x="405" y="73"/>
                  </a:lnTo>
                  <a:lnTo>
                    <a:pt x="392" y="95"/>
                  </a:lnTo>
                  <a:lnTo>
                    <a:pt x="373" y="116"/>
                  </a:lnTo>
                  <a:lnTo>
                    <a:pt x="353" y="137"/>
                  </a:lnTo>
                  <a:lnTo>
                    <a:pt x="329" y="157"/>
                  </a:lnTo>
                  <a:lnTo>
                    <a:pt x="301" y="173"/>
                  </a:lnTo>
                  <a:lnTo>
                    <a:pt x="271" y="190"/>
                  </a:lnTo>
                  <a:lnTo>
                    <a:pt x="237" y="205"/>
                  </a:lnTo>
                  <a:lnTo>
                    <a:pt x="202" y="218"/>
                  </a:lnTo>
                  <a:lnTo>
                    <a:pt x="166" y="228"/>
                  </a:lnTo>
                  <a:lnTo>
                    <a:pt x="126" y="237"/>
                  </a:lnTo>
                  <a:lnTo>
                    <a:pt x="85" y="244"/>
                  </a:lnTo>
                  <a:lnTo>
                    <a:pt x="43" y="247"/>
                  </a:lnTo>
                  <a:lnTo>
                    <a:pt x="0" y="248"/>
                  </a:lnTo>
                  <a:lnTo>
                    <a:pt x="0"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7380" name="Freeform 52"/>
            <p:cNvSpPr>
              <a:spLocks/>
            </p:cNvSpPr>
            <p:nvPr/>
          </p:nvSpPr>
          <p:spPr bwMode="auto">
            <a:xfrm>
              <a:off x="1179" y="1640"/>
              <a:ext cx="88" cy="52"/>
            </a:xfrm>
            <a:custGeom>
              <a:avLst/>
              <a:gdLst>
                <a:gd name="T0" fmla="*/ 0 w 439"/>
                <a:gd name="T1" fmla="*/ 0 h 260"/>
                <a:gd name="T2" fmla="*/ 0 w 439"/>
                <a:gd name="T3" fmla="*/ 0 h 260"/>
                <a:gd name="T4" fmla="*/ 0 w 439"/>
                <a:gd name="T5" fmla="*/ 0 h 260"/>
                <a:gd name="T6" fmla="*/ 0 w 439"/>
                <a:gd name="T7" fmla="*/ 0 h 260"/>
                <a:gd name="T8" fmla="*/ 0 w 439"/>
                <a:gd name="T9" fmla="*/ 1 h 260"/>
                <a:gd name="T10" fmla="*/ 0 w 439"/>
                <a:gd name="T11" fmla="*/ 1 h 260"/>
                <a:gd name="T12" fmla="*/ 0 w 439"/>
                <a:gd name="T13" fmla="*/ 1 h 260"/>
                <a:gd name="T14" fmla="*/ 1 w 439"/>
                <a:gd name="T15" fmla="*/ 1 h 260"/>
                <a:gd name="T16" fmla="*/ 1 w 439"/>
                <a:gd name="T17" fmla="*/ 1 h 260"/>
                <a:gd name="T18" fmla="*/ 1 w 439"/>
                <a:gd name="T19" fmla="*/ 1 h 260"/>
                <a:gd name="T20" fmla="*/ 1 w 439"/>
                <a:gd name="T21" fmla="*/ 2 h 260"/>
                <a:gd name="T22" fmla="*/ 2 w 439"/>
                <a:gd name="T23" fmla="*/ 2 h 260"/>
                <a:gd name="T24" fmla="*/ 2 w 439"/>
                <a:gd name="T25" fmla="*/ 2 h 260"/>
                <a:gd name="T26" fmla="*/ 2 w 439"/>
                <a:gd name="T27" fmla="*/ 2 h 260"/>
                <a:gd name="T28" fmla="*/ 2 w 439"/>
                <a:gd name="T29" fmla="*/ 2 h 260"/>
                <a:gd name="T30" fmla="*/ 3 w 439"/>
                <a:gd name="T31" fmla="*/ 2 h 260"/>
                <a:gd name="T32" fmla="*/ 3 w 439"/>
                <a:gd name="T33" fmla="*/ 2 h 260"/>
                <a:gd name="T34" fmla="*/ 4 w 439"/>
                <a:gd name="T35" fmla="*/ 2 h 260"/>
                <a:gd name="T36" fmla="*/ 4 w 439"/>
                <a:gd name="T37" fmla="*/ 2 h 260"/>
                <a:gd name="T38" fmla="*/ 3 w 439"/>
                <a:gd name="T39" fmla="*/ 2 h 260"/>
                <a:gd name="T40" fmla="*/ 3 w 439"/>
                <a:gd name="T41" fmla="*/ 2 h 260"/>
                <a:gd name="T42" fmla="*/ 3 w 439"/>
                <a:gd name="T43" fmla="*/ 2 h 260"/>
                <a:gd name="T44" fmla="*/ 2 w 439"/>
                <a:gd name="T45" fmla="*/ 2 h 260"/>
                <a:gd name="T46" fmla="*/ 2 w 439"/>
                <a:gd name="T47" fmla="*/ 2 h 260"/>
                <a:gd name="T48" fmla="*/ 2 w 439"/>
                <a:gd name="T49" fmla="*/ 2 h 260"/>
                <a:gd name="T50" fmla="*/ 1 w 439"/>
                <a:gd name="T51" fmla="*/ 2 h 260"/>
                <a:gd name="T52" fmla="*/ 1 w 439"/>
                <a:gd name="T53" fmla="*/ 1 h 260"/>
                <a:gd name="T54" fmla="*/ 1 w 439"/>
                <a:gd name="T55" fmla="*/ 1 h 260"/>
                <a:gd name="T56" fmla="*/ 1 w 439"/>
                <a:gd name="T57" fmla="*/ 1 h 260"/>
                <a:gd name="T58" fmla="*/ 1 w 439"/>
                <a:gd name="T59" fmla="*/ 1 h 260"/>
                <a:gd name="T60" fmla="*/ 0 w 439"/>
                <a:gd name="T61" fmla="*/ 1 h 260"/>
                <a:gd name="T62" fmla="*/ 0 w 439"/>
                <a:gd name="T63" fmla="*/ 1 h 260"/>
                <a:gd name="T64" fmla="*/ 0 w 439"/>
                <a:gd name="T65" fmla="*/ 0 h 260"/>
                <a:gd name="T66" fmla="*/ 0 w 439"/>
                <a:gd name="T67" fmla="*/ 0 h 260"/>
                <a:gd name="T68" fmla="*/ 0 w 439"/>
                <a:gd name="T69" fmla="*/ 0 h 260"/>
                <a:gd name="T70" fmla="*/ 0 w 439"/>
                <a:gd name="T71" fmla="*/ 0 h 260"/>
                <a:gd name="T72" fmla="*/ 0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0" y="0"/>
                  </a:moveTo>
                  <a:lnTo>
                    <a:pt x="0" y="0"/>
                  </a:lnTo>
                  <a:lnTo>
                    <a:pt x="3" y="27"/>
                  </a:lnTo>
                  <a:lnTo>
                    <a:pt x="10" y="53"/>
                  </a:lnTo>
                  <a:lnTo>
                    <a:pt x="20" y="77"/>
                  </a:lnTo>
                  <a:lnTo>
                    <a:pt x="35" y="102"/>
                  </a:lnTo>
                  <a:lnTo>
                    <a:pt x="54" y="125"/>
                  </a:lnTo>
                  <a:lnTo>
                    <a:pt x="76" y="146"/>
                  </a:lnTo>
                  <a:lnTo>
                    <a:pt x="102" y="166"/>
                  </a:lnTo>
                  <a:lnTo>
                    <a:pt x="130" y="185"/>
                  </a:lnTo>
                  <a:lnTo>
                    <a:pt x="162" y="202"/>
                  </a:lnTo>
                  <a:lnTo>
                    <a:pt x="195" y="217"/>
                  </a:lnTo>
                  <a:lnTo>
                    <a:pt x="231" y="230"/>
                  </a:lnTo>
                  <a:lnTo>
                    <a:pt x="270" y="240"/>
                  </a:lnTo>
                  <a:lnTo>
                    <a:pt x="310" y="248"/>
                  </a:lnTo>
                  <a:lnTo>
                    <a:pt x="351" y="255"/>
                  </a:lnTo>
                  <a:lnTo>
                    <a:pt x="395" y="259"/>
                  </a:lnTo>
                  <a:lnTo>
                    <a:pt x="439" y="260"/>
                  </a:lnTo>
                  <a:lnTo>
                    <a:pt x="439" y="248"/>
                  </a:lnTo>
                  <a:lnTo>
                    <a:pt x="395" y="247"/>
                  </a:lnTo>
                  <a:lnTo>
                    <a:pt x="353" y="244"/>
                  </a:lnTo>
                  <a:lnTo>
                    <a:pt x="312" y="237"/>
                  </a:lnTo>
                  <a:lnTo>
                    <a:pt x="272" y="228"/>
                  </a:lnTo>
                  <a:lnTo>
                    <a:pt x="236" y="218"/>
                  </a:lnTo>
                  <a:lnTo>
                    <a:pt x="200" y="205"/>
                  </a:lnTo>
                  <a:lnTo>
                    <a:pt x="167" y="190"/>
                  </a:lnTo>
                  <a:lnTo>
                    <a:pt x="137" y="173"/>
                  </a:lnTo>
                  <a:lnTo>
                    <a:pt x="109" y="157"/>
                  </a:lnTo>
                  <a:lnTo>
                    <a:pt x="84" y="137"/>
                  </a:lnTo>
                  <a:lnTo>
                    <a:pt x="64" y="116"/>
                  </a:lnTo>
                  <a:lnTo>
                    <a:pt x="45" y="95"/>
                  </a:lnTo>
                  <a:lnTo>
                    <a:pt x="32" y="73"/>
                  </a:lnTo>
                  <a:lnTo>
                    <a:pt x="21" y="48"/>
                  </a:lnTo>
                  <a:lnTo>
                    <a:pt x="14" y="24"/>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7381" name="Freeform 53"/>
            <p:cNvSpPr>
              <a:spLocks/>
            </p:cNvSpPr>
            <p:nvPr/>
          </p:nvSpPr>
          <p:spPr bwMode="auto">
            <a:xfrm>
              <a:off x="1179" y="1588"/>
              <a:ext cx="88" cy="52"/>
            </a:xfrm>
            <a:custGeom>
              <a:avLst/>
              <a:gdLst>
                <a:gd name="T0" fmla="*/ 4 w 439"/>
                <a:gd name="T1" fmla="*/ 0 h 260"/>
                <a:gd name="T2" fmla="*/ 4 w 439"/>
                <a:gd name="T3" fmla="*/ 0 h 260"/>
                <a:gd name="T4" fmla="*/ 3 w 439"/>
                <a:gd name="T5" fmla="*/ 0 h 260"/>
                <a:gd name="T6" fmla="*/ 3 w 439"/>
                <a:gd name="T7" fmla="*/ 0 h 260"/>
                <a:gd name="T8" fmla="*/ 2 w 439"/>
                <a:gd name="T9" fmla="*/ 0 h 260"/>
                <a:gd name="T10" fmla="*/ 2 w 439"/>
                <a:gd name="T11" fmla="*/ 0 h 260"/>
                <a:gd name="T12" fmla="*/ 2 w 439"/>
                <a:gd name="T13" fmla="*/ 0 h 260"/>
                <a:gd name="T14" fmla="*/ 2 w 439"/>
                <a:gd name="T15" fmla="*/ 0 h 260"/>
                <a:gd name="T16" fmla="*/ 1 w 439"/>
                <a:gd name="T17" fmla="*/ 0 h 260"/>
                <a:gd name="T18" fmla="*/ 1 w 439"/>
                <a:gd name="T19" fmla="*/ 1 h 260"/>
                <a:gd name="T20" fmla="*/ 1 w 439"/>
                <a:gd name="T21" fmla="*/ 1 h 260"/>
                <a:gd name="T22" fmla="*/ 1 w 439"/>
                <a:gd name="T23" fmla="*/ 1 h 260"/>
                <a:gd name="T24" fmla="*/ 0 w 439"/>
                <a:gd name="T25" fmla="*/ 1 h 260"/>
                <a:gd name="T26" fmla="*/ 0 w 439"/>
                <a:gd name="T27" fmla="*/ 1 h 260"/>
                <a:gd name="T28" fmla="*/ 0 w 439"/>
                <a:gd name="T29" fmla="*/ 1 h 260"/>
                <a:gd name="T30" fmla="*/ 0 w 439"/>
                <a:gd name="T31" fmla="*/ 2 h 260"/>
                <a:gd name="T32" fmla="*/ 0 w 439"/>
                <a:gd name="T33" fmla="*/ 2 h 260"/>
                <a:gd name="T34" fmla="*/ 0 w 439"/>
                <a:gd name="T35" fmla="*/ 2 h 260"/>
                <a:gd name="T36" fmla="*/ 0 w 439"/>
                <a:gd name="T37" fmla="*/ 2 h 260"/>
                <a:gd name="T38" fmla="*/ 0 w 439"/>
                <a:gd name="T39" fmla="*/ 2 h 260"/>
                <a:gd name="T40" fmla="*/ 0 w 439"/>
                <a:gd name="T41" fmla="*/ 2 h 260"/>
                <a:gd name="T42" fmla="*/ 0 w 439"/>
                <a:gd name="T43" fmla="*/ 1 h 260"/>
                <a:gd name="T44" fmla="*/ 0 w 439"/>
                <a:gd name="T45" fmla="*/ 1 h 260"/>
                <a:gd name="T46" fmla="*/ 1 w 439"/>
                <a:gd name="T47" fmla="*/ 1 h 260"/>
                <a:gd name="T48" fmla="*/ 1 w 439"/>
                <a:gd name="T49" fmla="*/ 1 h 260"/>
                <a:gd name="T50" fmla="*/ 1 w 439"/>
                <a:gd name="T51" fmla="*/ 1 h 260"/>
                <a:gd name="T52" fmla="*/ 1 w 439"/>
                <a:gd name="T53" fmla="*/ 1 h 260"/>
                <a:gd name="T54" fmla="*/ 1 w 439"/>
                <a:gd name="T55" fmla="*/ 1 h 260"/>
                <a:gd name="T56" fmla="*/ 2 w 439"/>
                <a:gd name="T57" fmla="*/ 0 h 260"/>
                <a:gd name="T58" fmla="*/ 2 w 439"/>
                <a:gd name="T59" fmla="*/ 0 h 260"/>
                <a:gd name="T60" fmla="*/ 2 w 439"/>
                <a:gd name="T61" fmla="*/ 0 h 260"/>
                <a:gd name="T62" fmla="*/ 3 w 439"/>
                <a:gd name="T63" fmla="*/ 0 h 260"/>
                <a:gd name="T64" fmla="*/ 3 w 439"/>
                <a:gd name="T65" fmla="*/ 0 h 260"/>
                <a:gd name="T66" fmla="*/ 3 w 439"/>
                <a:gd name="T67" fmla="*/ 0 h 260"/>
                <a:gd name="T68" fmla="*/ 4 w 439"/>
                <a:gd name="T69" fmla="*/ 0 h 260"/>
                <a:gd name="T70" fmla="*/ 4 w 439"/>
                <a:gd name="T71" fmla="*/ 0 h 260"/>
                <a:gd name="T72" fmla="*/ 4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439" y="0"/>
                  </a:moveTo>
                  <a:lnTo>
                    <a:pt x="439" y="0"/>
                  </a:lnTo>
                  <a:lnTo>
                    <a:pt x="395" y="1"/>
                  </a:lnTo>
                  <a:lnTo>
                    <a:pt x="351" y="4"/>
                  </a:lnTo>
                  <a:lnTo>
                    <a:pt x="310" y="11"/>
                  </a:lnTo>
                  <a:lnTo>
                    <a:pt x="270" y="19"/>
                  </a:lnTo>
                  <a:lnTo>
                    <a:pt x="231" y="30"/>
                  </a:lnTo>
                  <a:lnTo>
                    <a:pt x="195" y="43"/>
                  </a:lnTo>
                  <a:lnTo>
                    <a:pt x="162" y="58"/>
                  </a:lnTo>
                  <a:lnTo>
                    <a:pt x="130" y="73"/>
                  </a:lnTo>
                  <a:lnTo>
                    <a:pt x="102" y="93"/>
                  </a:lnTo>
                  <a:lnTo>
                    <a:pt x="76" y="113"/>
                  </a:lnTo>
                  <a:lnTo>
                    <a:pt x="54" y="133"/>
                  </a:lnTo>
                  <a:lnTo>
                    <a:pt x="35" y="157"/>
                  </a:lnTo>
                  <a:lnTo>
                    <a:pt x="20" y="181"/>
                  </a:lnTo>
                  <a:lnTo>
                    <a:pt x="10" y="206"/>
                  </a:lnTo>
                  <a:lnTo>
                    <a:pt x="3" y="233"/>
                  </a:lnTo>
                  <a:lnTo>
                    <a:pt x="0" y="260"/>
                  </a:lnTo>
                  <a:lnTo>
                    <a:pt x="12" y="260"/>
                  </a:lnTo>
                  <a:lnTo>
                    <a:pt x="14" y="235"/>
                  </a:lnTo>
                  <a:lnTo>
                    <a:pt x="21" y="211"/>
                  </a:lnTo>
                  <a:lnTo>
                    <a:pt x="32" y="186"/>
                  </a:lnTo>
                  <a:lnTo>
                    <a:pt x="45" y="164"/>
                  </a:lnTo>
                  <a:lnTo>
                    <a:pt x="64" y="143"/>
                  </a:lnTo>
                  <a:lnTo>
                    <a:pt x="84" y="123"/>
                  </a:lnTo>
                  <a:lnTo>
                    <a:pt x="109" y="103"/>
                  </a:lnTo>
                  <a:lnTo>
                    <a:pt x="137" y="85"/>
                  </a:lnTo>
                  <a:lnTo>
                    <a:pt x="167" y="70"/>
                  </a:lnTo>
                  <a:lnTo>
                    <a:pt x="200" y="55"/>
                  </a:lnTo>
                  <a:lnTo>
                    <a:pt x="236" y="42"/>
                  </a:lnTo>
                  <a:lnTo>
                    <a:pt x="272" y="31"/>
                  </a:lnTo>
                  <a:lnTo>
                    <a:pt x="312" y="23"/>
                  </a:lnTo>
                  <a:lnTo>
                    <a:pt x="353" y="16"/>
                  </a:lnTo>
                  <a:lnTo>
                    <a:pt x="395" y="12"/>
                  </a:lnTo>
                  <a:lnTo>
                    <a:pt x="439" y="11"/>
                  </a:lnTo>
                  <a:lnTo>
                    <a:pt x="439"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7382" name="Freeform 54"/>
            <p:cNvSpPr>
              <a:spLocks/>
            </p:cNvSpPr>
            <p:nvPr/>
          </p:nvSpPr>
          <p:spPr bwMode="auto">
            <a:xfrm>
              <a:off x="964" y="1745"/>
              <a:ext cx="48" cy="85"/>
            </a:xfrm>
            <a:custGeom>
              <a:avLst/>
              <a:gdLst>
                <a:gd name="T0" fmla="*/ 2 w 244"/>
                <a:gd name="T1" fmla="*/ 3 h 426"/>
                <a:gd name="T2" fmla="*/ 2 w 244"/>
                <a:gd name="T3" fmla="*/ 3 h 426"/>
                <a:gd name="T4" fmla="*/ 2 w 244"/>
                <a:gd name="T5" fmla="*/ 3 h 426"/>
                <a:gd name="T6" fmla="*/ 2 w 244"/>
                <a:gd name="T7" fmla="*/ 3 h 426"/>
                <a:gd name="T8" fmla="*/ 2 w 244"/>
                <a:gd name="T9" fmla="*/ 2 h 426"/>
                <a:gd name="T10" fmla="*/ 2 w 244"/>
                <a:gd name="T11" fmla="*/ 2 h 426"/>
                <a:gd name="T12" fmla="*/ 2 w 244"/>
                <a:gd name="T13" fmla="*/ 2 h 426"/>
                <a:gd name="T14" fmla="*/ 2 w 244"/>
                <a:gd name="T15" fmla="*/ 2 h 426"/>
                <a:gd name="T16" fmla="*/ 1 w 244"/>
                <a:gd name="T17" fmla="*/ 1 h 426"/>
                <a:gd name="T18" fmla="*/ 1 w 244"/>
                <a:gd name="T19" fmla="*/ 1 h 426"/>
                <a:gd name="T20" fmla="*/ 1 w 244"/>
                <a:gd name="T21" fmla="*/ 1 h 426"/>
                <a:gd name="T22" fmla="*/ 1 w 244"/>
                <a:gd name="T23" fmla="*/ 1 h 426"/>
                <a:gd name="T24" fmla="*/ 1 w 244"/>
                <a:gd name="T25" fmla="*/ 0 h 426"/>
                <a:gd name="T26" fmla="*/ 1 w 244"/>
                <a:gd name="T27" fmla="*/ 0 h 426"/>
                <a:gd name="T28" fmla="*/ 1 w 244"/>
                <a:gd name="T29" fmla="*/ 0 h 426"/>
                <a:gd name="T30" fmla="*/ 0 w 244"/>
                <a:gd name="T31" fmla="*/ 0 h 426"/>
                <a:gd name="T32" fmla="*/ 0 w 244"/>
                <a:gd name="T33" fmla="*/ 0 h 426"/>
                <a:gd name="T34" fmla="*/ 0 w 244"/>
                <a:gd name="T35" fmla="*/ 0 h 426"/>
                <a:gd name="T36" fmla="*/ 0 w 244"/>
                <a:gd name="T37" fmla="*/ 0 h 426"/>
                <a:gd name="T38" fmla="*/ 0 w 244"/>
                <a:gd name="T39" fmla="*/ 0 h 426"/>
                <a:gd name="T40" fmla="*/ 0 w 244"/>
                <a:gd name="T41" fmla="*/ 0 h 426"/>
                <a:gd name="T42" fmla="*/ 1 w 244"/>
                <a:gd name="T43" fmla="*/ 0 h 426"/>
                <a:gd name="T44" fmla="*/ 1 w 244"/>
                <a:gd name="T45" fmla="*/ 0 h 426"/>
                <a:gd name="T46" fmla="*/ 1 w 244"/>
                <a:gd name="T47" fmla="*/ 0 h 426"/>
                <a:gd name="T48" fmla="*/ 1 w 244"/>
                <a:gd name="T49" fmla="*/ 1 h 426"/>
                <a:gd name="T50" fmla="*/ 1 w 244"/>
                <a:gd name="T51" fmla="*/ 1 h 426"/>
                <a:gd name="T52" fmla="*/ 1 w 244"/>
                <a:gd name="T53" fmla="*/ 1 h 426"/>
                <a:gd name="T54" fmla="*/ 1 w 244"/>
                <a:gd name="T55" fmla="*/ 1 h 426"/>
                <a:gd name="T56" fmla="*/ 1 w 244"/>
                <a:gd name="T57" fmla="*/ 2 h 426"/>
                <a:gd name="T58" fmla="*/ 2 w 244"/>
                <a:gd name="T59" fmla="*/ 2 h 426"/>
                <a:gd name="T60" fmla="*/ 2 w 244"/>
                <a:gd name="T61" fmla="*/ 2 h 426"/>
                <a:gd name="T62" fmla="*/ 2 w 244"/>
                <a:gd name="T63" fmla="*/ 2 h 426"/>
                <a:gd name="T64" fmla="*/ 2 w 244"/>
                <a:gd name="T65" fmla="*/ 3 h 426"/>
                <a:gd name="T66" fmla="*/ 2 w 244"/>
                <a:gd name="T67" fmla="*/ 3 h 426"/>
                <a:gd name="T68" fmla="*/ 2 w 244"/>
                <a:gd name="T69" fmla="*/ 3 h 426"/>
                <a:gd name="T70" fmla="*/ 2 w 244"/>
                <a:gd name="T71" fmla="*/ 3 h 426"/>
                <a:gd name="T72" fmla="*/ 2 w 244"/>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6"/>
                <a:gd name="T113" fmla="*/ 244 w 244"/>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6">
                  <a:moveTo>
                    <a:pt x="244" y="426"/>
                  </a:moveTo>
                  <a:lnTo>
                    <a:pt x="244" y="426"/>
                  </a:lnTo>
                  <a:lnTo>
                    <a:pt x="243" y="383"/>
                  </a:lnTo>
                  <a:lnTo>
                    <a:pt x="240" y="340"/>
                  </a:lnTo>
                  <a:lnTo>
                    <a:pt x="234" y="300"/>
                  </a:lnTo>
                  <a:lnTo>
                    <a:pt x="226" y="262"/>
                  </a:lnTo>
                  <a:lnTo>
                    <a:pt x="215" y="224"/>
                  </a:lnTo>
                  <a:lnTo>
                    <a:pt x="203" y="189"/>
                  </a:lnTo>
                  <a:lnTo>
                    <a:pt x="189" y="157"/>
                  </a:lnTo>
                  <a:lnTo>
                    <a:pt x="174" y="126"/>
                  </a:lnTo>
                  <a:lnTo>
                    <a:pt x="155" y="99"/>
                  </a:lnTo>
                  <a:lnTo>
                    <a:pt x="138" y="74"/>
                  </a:lnTo>
                  <a:lnTo>
                    <a:pt x="118" y="52"/>
                  </a:lnTo>
                  <a:lnTo>
                    <a:pt x="96" y="34"/>
                  </a:lnTo>
                  <a:lnTo>
                    <a:pt x="73" y="19"/>
                  </a:lnTo>
                  <a:lnTo>
                    <a:pt x="50" y="8"/>
                  </a:lnTo>
                  <a:lnTo>
                    <a:pt x="25" y="2"/>
                  </a:lnTo>
                  <a:lnTo>
                    <a:pt x="0" y="0"/>
                  </a:lnTo>
                  <a:lnTo>
                    <a:pt x="0" y="12"/>
                  </a:lnTo>
                  <a:lnTo>
                    <a:pt x="23" y="14"/>
                  </a:lnTo>
                  <a:lnTo>
                    <a:pt x="45" y="20"/>
                  </a:lnTo>
                  <a:lnTo>
                    <a:pt x="66" y="31"/>
                  </a:lnTo>
                  <a:lnTo>
                    <a:pt x="89" y="43"/>
                  </a:lnTo>
                  <a:lnTo>
                    <a:pt x="109" y="61"/>
                  </a:lnTo>
                  <a:lnTo>
                    <a:pt x="129" y="81"/>
                  </a:lnTo>
                  <a:lnTo>
                    <a:pt x="146" y="106"/>
                  </a:lnTo>
                  <a:lnTo>
                    <a:pt x="162" y="133"/>
                  </a:lnTo>
                  <a:lnTo>
                    <a:pt x="178" y="162"/>
                  </a:lnTo>
                  <a:lnTo>
                    <a:pt x="192" y="194"/>
                  </a:lnTo>
                  <a:lnTo>
                    <a:pt x="203" y="229"/>
                  </a:lnTo>
                  <a:lnTo>
                    <a:pt x="214" y="264"/>
                  </a:lnTo>
                  <a:lnTo>
                    <a:pt x="222" y="303"/>
                  </a:lnTo>
                  <a:lnTo>
                    <a:pt x="228" y="342"/>
                  </a:lnTo>
                  <a:lnTo>
                    <a:pt x="232" y="383"/>
                  </a:lnTo>
                  <a:lnTo>
                    <a:pt x="233" y="426"/>
                  </a:lnTo>
                  <a:lnTo>
                    <a:pt x="244"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7383" name="Freeform 55"/>
            <p:cNvSpPr>
              <a:spLocks/>
            </p:cNvSpPr>
            <p:nvPr/>
          </p:nvSpPr>
          <p:spPr bwMode="auto">
            <a:xfrm>
              <a:off x="964" y="1830"/>
              <a:ext cx="48" cy="85"/>
            </a:xfrm>
            <a:custGeom>
              <a:avLst/>
              <a:gdLst>
                <a:gd name="T0" fmla="*/ 0 w 244"/>
                <a:gd name="T1" fmla="*/ 3 h 424"/>
                <a:gd name="T2" fmla="*/ 0 w 244"/>
                <a:gd name="T3" fmla="*/ 3 h 424"/>
                <a:gd name="T4" fmla="*/ 0 w 244"/>
                <a:gd name="T5" fmla="*/ 3 h 424"/>
                <a:gd name="T6" fmla="*/ 0 w 244"/>
                <a:gd name="T7" fmla="*/ 3 h 424"/>
                <a:gd name="T8" fmla="*/ 1 w 244"/>
                <a:gd name="T9" fmla="*/ 3 h 424"/>
                <a:gd name="T10" fmla="*/ 1 w 244"/>
                <a:gd name="T11" fmla="*/ 3 h 424"/>
                <a:gd name="T12" fmla="*/ 1 w 244"/>
                <a:gd name="T13" fmla="*/ 3 h 424"/>
                <a:gd name="T14" fmla="*/ 1 w 244"/>
                <a:gd name="T15" fmla="*/ 3 h 424"/>
                <a:gd name="T16" fmla="*/ 1 w 244"/>
                <a:gd name="T17" fmla="*/ 3 h 424"/>
                <a:gd name="T18" fmla="*/ 1 w 244"/>
                <a:gd name="T19" fmla="*/ 2 h 424"/>
                <a:gd name="T20" fmla="*/ 1 w 244"/>
                <a:gd name="T21" fmla="*/ 2 h 424"/>
                <a:gd name="T22" fmla="*/ 2 w 244"/>
                <a:gd name="T23" fmla="*/ 2 h 424"/>
                <a:gd name="T24" fmla="*/ 2 w 244"/>
                <a:gd name="T25" fmla="*/ 2 h 424"/>
                <a:gd name="T26" fmla="*/ 2 w 244"/>
                <a:gd name="T27" fmla="*/ 1 h 424"/>
                <a:gd name="T28" fmla="*/ 2 w 244"/>
                <a:gd name="T29" fmla="*/ 1 h 424"/>
                <a:gd name="T30" fmla="*/ 2 w 244"/>
                <a:gd name="T31" fmla="*/ 1 h 424"/>
                <a:gd name="T32" fmla="*/ 2 w 244"/>
                <a:gd name="T33" fmla="*/ 0 h 424"/>
                <a:gd name="T34" fmla="*/ 2 w 244"/>
                <a:gd name="T35" fmla="*/ 0 h 424"/>
                <a:gd name="T36" fmla="*/ 2 w 244"/>
                <a:gd name="T37" fmla="*/ 0 h 424"/>
                <a:gd name="T38" fmla="*/ 2 w 244"/>
                <a:gd name="T39" fmla="*/ 0 h 424"/>
                <a:gd name="T40" fmla="*/ 2 w 244"/>
                <a:gd name="T41" fmla="*/ 1 h 424"/>
                <a:gd name="T42" fmla="*/ 2 w 244"/>
                <a:gd name="T43" fmla="*/ 1 h 424"/>
                <a:gd name="T44" fmla="*/ 2 w 244"/>
                <a:gd name="T45" fmla="*/ 1 h 424"/>
                <a:gd name="T46" fmla="*/ 2 w 244"/>
                <a:gd name="T47" fmla="*/ 2 h 424"/>
                <a:gd name="T48" fmla="*/ 1 w 244"/>
                <a:gd name="T49" fmla="*/ 2 h 424"/>
                <a:gd name="T50" fmla="*/ 1 w 244"/>
                <a:gd name="T51" fmla="*/ 2 h 424"/>
                <a:gd name="T52" fmla="*/ 1 w 244"/>
                <a:gd name="T53" fmla="*/ 2 h 424"/>
                <a:gd name="T54" fmla="*/ 1 w 244"/>
                <a:gd name="T55" fmla="*/ 3 h 424"/>
                <a:gd name="T56" fmla="*/ 1 w 244"/>
                <a:gd name="T57" fmla="*/ 3 h 424"/>
                <a:gd name="T58" fmla="*/ 1 w 244"/>
                <a:gd name="T59" fmla="*/ 3 h 424"/>
                <a:gd name="T60" fmla="*/ 1 w 244"/>
                <a:gd name="T61" fmla="*/ 3 h 424"/>
                <a:gd name="T62" fmla="*/ 1 w 244"/>
                <a:gd name="T63" fmla="*/ 3 h 424"/>
                <a:gd name="T64" fmla="*/ 0 w 244"/>
                <a:gd name="T65" fmla="*/ 3 h 424"/>
                <a:gd name="T66" fmla="*/ 0 w 244"/>
                <a:gd name="T67" fmla="*/ 3 h 424"/>
                <a:gd name="T68" fmla="*/ 0 w 244"/>
                <a:gd name="T69" fmla="*/ 3 h 424"/>
                <a:gd name="T70" fmla="*/ 0 w 244"/>
                <a:gd name="T71" fmla="*/ 3 h 424"/>
                <a:gd name="T72" fmla="*/ 0 w 244"/>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4"/>
                <a:gd name="T113" fmla="*/ 244 w 244"/>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4">
                  <a:moveTo>
                    <a:pt x="0" y="424"/>
                  </a:moveTo>
                  <a:lnTo>
                    <a:pt x="0" y="424"/>
                  </a:lnTo>
                  <a:lnTo>
                    <a:pt x="25" y="422"/>
                  </a:lnTo>
                  <a:lnTo>
                    <a:pt x="50" y="416"/>
                  </a:lnTo>
                  <a:lnTo>
                    <a:pt x="73" y="405"/>
                  </a:lnTo>
                  <a:lnTo>
                    <a:pt x="96" y="390"/>
                  </a:lnTo>
                  <a:lnTo>
                    <a:pt x="118" y="373"/>
                  </a:lnTo>
                  <a:lnTo>
                    <a:pt x="138" y="350"/>
                  </a:lnTo>
                  <a:lnTo>
                    <a:pt x="155" y="326"/>
                  </a:lnTo>
                  <a:lnTo>
                    <a:pt x="173" y="299"/>
                  </a:lnTo>
                  <a:lnTo>
                    <a:pt x="189" y="268"/>
                  </a:lnTo>
                  <a:lnTo>
                    <a:pt x="203" y="235"/>
                  </a:lnTo>
                  <a:lnTo>
                    <a:pt x="215" y="201"/>
                  </a:lnTo>
                  <a:lnTo>
                    <a:pt x="226" y="163"/>
                  </a:lnTo>
                  <a:lnTo>
                    <a:pt x="234" y="125"/>
                  </a:lnTo>
                  <a:lnTo>
                    <a:pt x="240" y="85"/>
                  </a:lnTo>
                  <a:lnTo>
                    <a:pt x="243" y="42"/>
                  </a:lnTo>
                  <a:lnTo>
                    <a:pt x="244" y="0"/>
                  </a:lnTo>
                  <a:lnTo>
                    <a:pt x="233" y="0"/>
                  </a:lnTo>
                  <a:lnTo>
                    <a:pt x="232" y="42"/>
                  </a:lnTo>
                  <a:lnTo>
                    <a:pt x="228" y="83"/>
                  </a:lnTo>
                  <a:lnTo>
                    <a:pt x="222" y="123"/>
                  </a:lnTo>
                  <a:lnTo>
                    <a:pt x="214" y="160"/>
                  </a:lnTo>
                  <a:lnTo>
                    <a:pt x="203" y="197"/>
                  </a:lnTo>
                  <a:lnTo>
                    <a:pt x="192" y="231"/>
                  </a:lnTo>
                  <a:lnTo>
                    <a:pt x="178" y="263"/>
                  </a:lnTo>
                  <a:lnTo>
                    <a:pt x="164" y="292"/>
                  </a:lnTo>
                  <a:lnTo>
                    <a:pt x="146" y="319"/>
                  </a:lnTo>
                  <a:lnTo>
                    <a:pt x="129" y="343"/>
                  </a:lnTo>
                  <a:lnTo>
                    <a:pt x="109" y="363"/>
                  </a:lnTo>
                  <a:lnTo>
                    <a:pt x="89" y="381"/>
                  </a:lnTo>
                  <a:lnTo>
                    <a:pt x="66" y="394"/>
                  </a:lnTo>
                  <a:lnTo>
                    <a:pt x="45" y="404"/>
                  </a:lnTo>
                  <a:lnTo>
                    <a:pt x="23" y="410"/>
                  </a:lnTo>
                  <a:lnTo>
                    <a:pt x="0" y="412"/>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7384" name="Freeform 56"/>
            <p:cNvSpPr>
              <a:spLocks/>
            </p:cNvSpPr>
            <p:nvPr/>
          </p:nvSpPr>
          <p:spPr bwMode="auto">
            <a:xfrm>
              <a:off x="915" y="1830"/>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1" y="42"/>
                  </a:lnTo>
                  <a:lnTo>
                    <a:pt x="4" y="85"/>
                  </a:lnTo>
                  <a:lnTo>
                    <a:pt x="10" y="125"/>
                  </a:lnTo>
                  <a:lnTo>
                    <a:pt x="19" y="163"/>
                  </a:lnTo>
                  <a:lnTo>
                    <a:pt x="29" y="201"/>
                  </a:lnTo>
                  <a:lnTo>
                    <a:pt x="41" y="235"/>
                  </a:lnTo>
                  <a:lnTo>
                    <a:pt x="55" y="268"/>
                  </a:lnTo>
                  <a:lnTo>
                    <a:pt x="71" y="299"/>
                  </a:lnTo>
                  <a:lnTo>
                    <a:pt x="89" y="326"/>
                  </a:lnTo>
                  <a:lnTo>
                    <a:pt x="106" y="350"/>
                  </a:lnTo>
                  <a:lnTo>
                    <a:pt x="126" y="373"/>
                  </a:lnTo>
                  <a:lnTo>
                    <a:pt x="149" y="390"/>
                  </a:lnTo>
                  <a:lnTo>
                    <a:pt x="171" y="405"/>
                  </a:lnTo>
                  <a:lnTo>
                    <a:pt x="194" y="416"/>
                  </a:lnTo>
                  <a:lnTo>
                    <a:pt x="219" y="422"/>
                  </a:lnTo>
                  <a:lnTo>
                    <a:pt x="245" y="424"/>
                  </a:lnTo>
                  <a:lnTo>
                    <a:pt x="245" y="412"/>
                  </a:lnTo>
                  <a:lnTo>
                    <a:pt x="221" y="410"/>
                  </a:lnTo>
                  <a:lnTo>
                    <a:pt x="199" y="404"/>
                  </a:lnTo>
                  <a:lnTo>
                    <a:pt x="178" y="394"/>
                  </a:lnTo>
                  <a:lnTo>
                    <a:pt x="156" y="381"/>
                  </a:lnTo>
                  <a:lnTo>
                    <a:pt x="136" y="363"/>
                  </a:lnTo>
                  <a:lnTo>
                    <a:pt x="116" y="343"/>
                  </a:lnTo>
                  <a:lnTo>
                    <a:pt x="98" y="319"/>
                  </a:lnTo>
                  <a:lnTo>
                    <a:pt x="81" y="292"/>
                  </a:lnTo>
                  <a:lnTo>
                    <a:pt x="67" y="263"/>
                  </a:lnTo>
                  <a:lnTo>
                    <a:pt x="52" y="231"/>
                  </a:lnTo>
                  <a:lnTo>
                    <a:pt x="41" y="197"/>
                  </a:lnTo>
                  <a:lnTo>
                    <a:pt x="30" y="160"/>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7385" name="Freeform 57"/>
            <p:cNvSpPr>
              <a:spLocks/>
            </p:cNvSpPr>
            <p:nvPr/>
          </p:nvSpPr>
          <p:spPr bwMode="auto">
            <a:xfrm>
              <a:off x="915" y="1745"/>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0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19" y="2"/>
                  </a:lnTo>
                  <a:lnTo>
                    <a:pt x="194" y="8"/>
                  </a:lnTo>
                  <a:lnTo>
                    <a:pt x="171" y="19"/>
                  </a:lnTo>
                  <a:lnTo>
                    <a:pt x="149" y="34"/>
                  </a:lnTo>
                  <a:lnTo>
                    <a:pt x="126" y="52"/>
                  </a:lnTo>
                  <a:lnTo>
                    <a:pt x="106" y="74"/>
                  </a:lnTo>
                  <a:lnTo>
                    <a:pt x="89" y="99"/>
                  </a:lnTo>
                  <a:lnTo>
                    <a:pt x="70" y="126"/>
                  </a:lnTo>
                  <a:lnTo>
                    <a:pt x="55" y="157"/>
                  </a:lnTo>
                  <a:lnTo>
                    <a:pt x="41" y="189"/>
                  </a:lnTo>
                  <a:lnTo>
                    <a:pt x="29" y="224"/>
                  </a:lnTo>
                  <a:lnTo>
                    <a:pt x="19" y="262"/>
                  </a:lnTo>
                  <a:lnTo>
                    <a:pt x="10" y="300"/>
                  </a:lnTo>
                  <a:lnTo>
                    <a:pt x="4" y="340"/>
                  </a:lnTo>
                  <a:lnTo>
                    <a:pt x="1" y="383"/>
                  </a:lnTo>
                  <a:lnTo>
                    <a:pt x="0" y="426"/>
                  </a:lnTo>
                  <a:lnTo>
                    <a:pt x="11" y="426"/>
                  </a:lnTo>
                  <a:lnTo>
                    <a:pt x="13" y="383"/>
                  </a:lnTo>
                  <a:lnTo>
                    <a:pt x="16" y="342"/>
                  </a:lnTo>
                  <a:lnTo>
                    <a:pt x="22" y="303"/>
                  </a:lnTo>
                  <a:lnTo>
                    <a:pt x="30" y="264"/>
                  </a:lnTo>
                  <a:lnTo>
                    <a:pt x="41" y="229"/>
                  </a:lnTo>
                  <a:lnTo>
                    <a:pt x="52" y="194"/>
                  </a:lnTo>
                  <a:lnTo>
                    <a:pt x="67" y="162"/>
                  </a:lnTo>
                  <a:lnTo>
                    <a:pt x="82" y="133"/>
                  </a:lnTo>
                  <a:lnTo>
                    <a:pt x="98" y="106"/>
                  </a:lnTo>
                  <a:lnTo>
                    <a:pt x="116" y="81"/>
                  </a:lnTo>
                  <a:lnTo>
                    <a:pt x="136" y="61"/>
                  </a:lnTo>
                  <a:lnTo>
                    <a:pt x="156" y="43"/>
                  </a:lnTo>
                  <a:lnTo>
                    <a:pt x="178" y="31"/>
                  </a:lnTo>
                  <a:lnTo>
                    <a:pt x="199" y="20"/>
                  </a:lnTo>
                  <a:lnTo>
                    <a:pt x="221"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7386" name="Freeform 58"/>
            <p:cNvSpPr>
              <a:spLocks/>
            </p:cNvSpPr>
            <p:nvPr/>
          </p:nvSpPr>
          <p:spPr bwMode="auto">
            <a:xfrm>
              <a:off x="1140" y="2087"/>
              <a:ext cx="49" cy="85"/>
            </a:xfrm>
            <a:custGeom>
              <a:avLst/>
              <a:gdLst>
                <a:gd name="T0" fmla="*/ 2 w 246"/>
                <a:gd name="T1" fmla="*/ 3 h 424"/>
                <a:gd name="T2" fmla="*/ 2 w 246"/>
                <a:gd name="T3" fmla="*/ 3 h 424"/>
                <a:gd name="T4" fmla="*/ 2 w 246"/>
                <a:gd name="T5" fmla="*/ 3 h 424"/>
                <a:gd name="T6" fmla="*/ 2 w 246"/>
                <a:gd name="T7" fmla="*/ 3 h 424"/>
                <a:gd name="T8" fmla="*/ 2 w 246"/>
                <a:gd name="T9" fmla="*/ 2 h 424"/>
                <a:gd name="T10" fmla="*/ 2 w 246"/>
                <a:gd name="T11" fmla="*/ 2 h 424"/>
                <a:gd name="T12" fmla="*/ 2 w 246"/>
                <a:gd name="T13" fmla="*/ 2 h 424"/>
                <a:gd name="T14" fmla="*/ 2 w 246"/>
                <a:gd name="T15" fmla="*/ 2 h 424"/>
                <a:gd name="T16" fmla="*/ 2 w 246"/>
                <a:gd name="T17" fmla="*/ 1 h 424"/>
                <a:gd name="T18" fmla="*/ 1 w 246"/>
                <a:gd name="T19" fmla="*/ 1 h 424"/>
                <a:gd name="T20" fmla="*/ 1 w 246"/>
                <a:gd name="T21" fmla="*/ 1 h 424"/>
                <a:gd name="T22" fmla="*/ 1 w 246"/>
                <a:gd name="T23" fmla="*/ 1 h 424"/>
                <a:gd name="T24" fmla="*/ 1 w 246"/>
                <a:gd name="T25" fmla="*/ 0 h 424"/>
                <a:gd name="T26" fmla="*/ 1 w 246"/>
                <a:gd name="T27" fmla="*/ 0 h 424"/>
                <a:gd name="T28" fmla="*/ 1 w 246"/>
                <a:gd name="T29" fmla="*/ 0 h 424"/>
                <a:gd name="T30" fmla="*/ 0 w 246"/>
                <a:gd name="T31" fmla="*/ 0 h 424"/>
                <a:gd name="T32" fmla="*/ 0 w 246"/>
                <a:gd name="T33" fmla="*/ 0 h 424"/>
                <a:gd name="T34" fmla="*/ 0 w 246"/>
                <a:gd name="T35" fmla="*/ 0 h 424"/>
                <a:gd name="T36" fmla="*/ 0 w 246"/>
                <a:gd name="T37" fmla="*/ 0 h 424"/>
                <a:gd name="T38" fmla="*/ 0 w 246"/>
                <a:gd name="T39" fmla="*/ 0 h 424"/>
                <a:gd name="T40" fmla="*/ 0 w 246"/>
                <a:gd name="T41" fmla="*/ 0 h 424"/>
                <a:gd name="T42" fmla="*/ 1 w 246"/>
                <a:gd name="T43" fmla="*/ 0 h 424"/>
                <a:gd name="T44" fmla="*/ 1 w 246"/>
                <a:gd name="T45" fmla="*/ 0 h 424"/>
                <a:gd name="T46" fmla="*/ 1 w 246"/>
                <a:gd name="T47" fmla="*/ 0 h 424"/>
                <a:gd name="T48" fmla="*/ 1 w 246"/>
                <a:gd name="T49" fmla="*/ 1 h 424"/>
                <a:gd name="T50" fmla="*/ 1 w 246"/>
                <a:gd name="T51" fmla="*/ 1 h 424"/>
                <a:gd name="T52" fmla="*/ 1 w 246"/>
                <a:gd name="T53" fmla="*/ 1 h 424"/>
                <a:gd name="T54" fmla="*/ 1 w 246"/>
                <a:gd name="T55" fmla="*/ 1 h 424"/>
                <a:gd name="T56" fmla="*/ 2 w 246"/>
                <a:gd name="T57" fmla="*/ 2 h 424"/>
                <a:gd name="T58" fmla="*/ 2 w 246"/>
                <a:gd name="T59" fmla="*/ 2 h 424"/>
                <a:gd name="T60" fmla="*/ 2 w 246"/>
                <a:gd name="T61" fmla="*/ 2 h 424"/>
                <a:gd name="T62" fmla="*/ 2 w 246"/>
                <a:gd name="T63" fmla="*/ 2 h 424"/>
                <a:gd name="T64" fmla="*/ 2 w 246"/>
                <a:gd name="T65" fmla="*/ 3 h 424"/>
                <a:gd name="T66" fmla="*/ 2 w 246"/>
                <a:gd name="T67" fmla="*/ 3 h 424"/>
                <a:gd name="T68" fmla="*/ 2 w 246"/>
                <a:gd name="T69" fmla="*/ 3 h 424"/>
                <a:gd name="T70" fmla="*/ 2 w 246"/>
                <a:gd name="T71" fmla="*/ 3 h 424"/>
                <a:gd name="T72" fmla="*/ 2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424"/>
                  </a:moveTo>
                  <a:lnTo>
                    <a:pt x="246" y="424"/>
                  </a:lnTo>
                  <a:lnTo>
                    <a:pt x="244" y="382"/>
                  </a:lnTo>
                  <a:lnTo>
                    <a:pt x="241" y="338"/>
                  </a:lnTo>
                  <a:lnTo>
                    <a:pt x="235" y="298"/>
                  </a:lnTo>
                  <a:lnTo>
                    <a:pt x="227" y="261"/>
                  </a:lnTo>
                  <a:lnTo>
                    <a:pt x="216" y="222"/>
                  </a:lnTo>
                  <a:lnTo>
                    <a:pt x="205" y="188"/>
                  </a:lnTo>
                  <a:lnTo>
                    <a:pt x="190" y="155"/>
                  </a:lnTo>
                  <a:lnTo>
                    <a:pt x="174" y="125"/>
                  </a:lnTo>
                  <a:lnTo>
                    <a:pt x="157" y="98"/>
                  </a:lnTo>
                  <a:lnTo>
                    <a:pt x="138" y="73"/>
                  </a:lnTo>
                  <a:lnTo>
                    <a:pt x="118" y="51"/>
                  </a:lnTo>
                  <a:lnTo>
                    <a:pt x="96" y="34"/>
                  </a:lnTo>
                  <a:lnTo>
                    <a:pt x="74" y="18"/>
                  </a:lnTo>
                  <a:lnTo>
                    <a:pt x="50" y="8"/>
                  </a:lnTo>
                  <a:lnTo>
                    <a:pt x="25" y="2"/>
                  </a:lnTo>
                  <a:lnTo>
                    <a:pt x="0" y="0"/>
                  </a:lnTo>
                  <a:lnTo>
                    <a:pt x="0" y="11"/>
                  </a:lnTo>
                  <a:lnTo>
                    <a:pt x="23" y="14"/>
                  </a:lnTo>
                  <a:lnTo>
                    <a:pt x="45" y="19"/>
                  </a:lnTo>
                  <a:lnTo>
                    <a:pt x="67" y="30"/>
                  </a:lnTo>
                  <a:lnTo>
                    <a:pt x="89" y="43"/>
                  </a:lnTo>
                  <a:lnTo>
                    <a:pt x="108" y="60"/>
                  </a:lnTo>
                  <a:lnTo>
                    <a:pt x="128" y="80"/>
                  </a:lnTo>
                  <a:lnTo>
                    <a:pt x="147" y="105"/>
                  </a:lnTo>
                  <a:lnTo>
                    <a:pt x="165" y="132"/>
                  </a:lnTo>
                  <a:lnTo>
                    <a:pt x="179" y="160"/>
                  </a:lnTo>
                  <a:lnTo>
                    <a:pt x="193" y="193"/>
                  </a:lnTo>
                  <a:lnTo>
                    <a:pt x="205" y="227"/>
                  </a:lnTo>
                  <a:lnTo>
                    <a:pt x="215" y="263"/>
                  </a:lnTo>
                  <a:lnTo>
                    <a:pt x="223" y="301"/>
                  </a:lnTo>
                  <a:lnTo>
                    <a:pt x="229" y="341"/>
                  </a:lnTo>
                  <a:lnTo>
                    <a:pt x="233" y="382"/>
                  </a:lnTo>
                  <a:lnTo>
                    <a:pt x="234" y="424"/>
                  </a:lnTo>
                  <a:lnTo>
                    <a:pt x="246"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7387" name="Freeform 59"/>
            <p:cNvSpPr>
              <a:spLocks/>
            </p:cNvSpPr>
            <p:nvPr/>
          </p:nvSpPr>
          <p:spPr bwMode="auto">
            <a:xfrm>
              <a:off x="1140" y="2172"/>
              <a:ext cx="49" cy="85"/>
            </a:xfrm>
            <a:custGeom>
              <a:avLst/>
              <a:gdLst>
                <a:gd name="T0" fmla="*/ 0 w 246"/>
                <a:gd name="T1" fmla="*/ 3 h 426"/>
                <a:gd name="T2" fmla="*/ 0 w 246"/>
                <a:gd name="T3" fmla="*/ 3 h 426"/>
                <a:gd name="T4" fmla="*/ 0 w 246"/>
                <a:gd name="T5" fmla="*/ 3 h 426"/>
                <a:gd name="T6" fmla="*/ 0 w 246"/>
                <a:gd name="T7" fmla="*/ 3 h 426"/>
                <a:gd name="T8" fmla="*/ 1 w 246"/>
                <a:gd name="T9" fmla="*/ 3 h 426"/>
                <a:gd name="T10" fmla="*/ 1 w 246"/>
                <a:gd name="T11" fmla="*/ 3 h 426"/>
                <a:gd name="T12" fmla="*/ 1 w 246"/>
                <a:gd name="T13" fmla="*/ 3 h 426"/>
                <a:gd name="T14" fmla="*/ 1 w 246"/>
                <a:gd name="T15" fmla="*/ 3 h 426"/>
                <a:gd name="T16" fmla="*/ 1 w 246"/>
                <a:gd name="T17" fmla="*/ 3 h 426"/>
                <a:gd name="T18" fmla="*/ 1 w 246"/>
                <a:gd name="T19" fmla="*/ 2 h 426"/>
                <a:gd name="T20" fmla="*/ 2 w 246"/>
                <a:gd name="T21" fmla="*/ 2 h 426"/>
                <a:gd name="T22" fmla="*/ 2 w 246"/>
                <a:gd name="T23" fmla="*/ 2 h 426"/>
                <a:gd name="T24" fmla="*/ 2 w 246"/>
                <a:gd name="T25" fmla="*/ 2 h 426"/>
                <a:gd name="T26" fmla="*/ 2 w 246"/>
                <a:gd name="T27" fmla="*/ 1 h 426"/>
                <a:gd name="T28" fmla="*/ 2 w 246"/>
                <a:gd name="T29" fmla="*/ 1 h 426"/>
                <a:gd name="T30" fmla="*/ 2 w 246"/>
                <a:gd name="T31" fmla="*/ 1 h 426"/>
                <a:gd name="T32" fmla="*/ 2 w 246"/>
                <a:gd name="T33" fmla="*/ 0 h 426"/>
                <a:gd name="T34" fmla="*/ 2 w 246"/>
                <a:gd name="T35" fmla="*/ 0 h 426"/>
                <a:gd name="T36" fmla="*/ 2 w 246"/>
                <a:gd name="T37" fmla="*/ 0 h 426"/>
                <a:gd name="T38" fmla="*/ 2 w 246"/>
                <a:gd name="T39" fmla="*/ 0 h 426"/>
                <a:gd name="T40" fmla="*/ 2 w 246"/>
                <a:gd name="T41" fmla="*/ 1 h 426"/>
                <a:gd name="T42" fmla="*/ 2 w 246"/>
                <a:gd name="T43" fmla="*/ 1 h 426"/>
                <a:gd name="T44" fmla="*/ 2 w 246"/>
                <a:gd name="T45" fmla="*/ 1 h 426"/>
                <a:gd name="T46" fmla="*/ 2 w 246"/>
                <a:gd name="T47" fmla="*/ 2 h 426"/>
                <a:gd name="T48" fmla="*/ 2 w 246"/>
                <a:gd name="T49" fmla="*/ 2 h 426"/>
                <a:gd name="T50" fmla="*/ 1 w 246"/>
                <a:gd name="T51" fmla="*/ 2 h 426"/>
                <a:gd name="T52" fmla="*/ 1 w 246"/>
                <a:gd name="T53" fmla="*/ 2 h 426"/>
                <a:gd name="T54" fmla="*/ 1 w 246"/>
                <a:gd name="T55" fmla="*/ 3 h 426"/>
                <a:gd name="T56" fmla="*/ 1 w 246"/>
                <a:gd name="T57" fmla="*/ 3 h 426"/>
                <a:gd name="T58" fmla="*/ 1 w 246"/>
                <a:gd name="T59" fmla="*/ 3 h 426"/>
                <a:gd name="T60" fmla="*/ 1 w 246"/>
                <a:gd name="T61" fmla="*/ 3 h 426"/>
                <a:gd name="T62" fmla="*/ 1 w 246"/>
                <a:gd name="T63" fmla="*/ 3 h 426"/>
                <a:gd name="T64" fmla="*/ 0 w 246"/>
                <a:gd name="T65" fmla="*/ 3 h 426"/>
                <a:gd name="T66" fmla="*/ 0 w 246"/>
                <a:gd name="T67" fmla="*/ 3 h 426"/>
                <a:gd name="T68" fmla="*/ 0 w 246"/>
                <a:gd name="T69" fmla="*/ 3 h 426"/>
                <a:gd name="T70" fmla="*/ 0 w 246"/>
                <a:gd name="T71" fmla="*/ 3 h 426"/>
                <a:gd name="T72" fmla="*/ 0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426"/>
                  </a:moveTo>
                  <a:lnTo>
                    <a:pt x="0" y="426"/>
                  </a:lnTo>
                  <a:lnTo>
                    <a:pt x="25" y="423"/>
                  </a:lnTo>
                  <a:lnTo>
                    <a:pt x="50" y="417"/>
                  </a:lnTo>
                  <a:lnTo>
                    <a:pt x="74" y="407"/>
                  </a:lnTo>
                  <a:lnTo>
                    <a:pt x="96" y="392"/>
                  </a:lnTo>
                  <a:lnTo>
                    <a:pt x="118" y="373"/>
                  </a:lnTo>
                  <a:lnTo>
                    <a:pt x="138" y="350"/>
                  </a:lnTo>
                  <a:lnTo>
                    <a:pt x="157" y="327"/>
                  </a:lnTo>
                  <a:lnTo>
                    <a:pt x="175" y="299"/>
                  </a:lnTo>
                  <a:lnTo>
                    <a:pt x="190" y="268"/>
                  </a:lnTo>
                  <a:lnTo>
                    <a:pt x="205" y="236"/>
                  </a:lnTo>
                  <a:lnTo>
                    <a:pt x="216" y="202"/>
                  </a:lnTo>
                  <a:lnTo>
                    <a:pt x="227" y="164"/>
                  </a:lnTo>
                  <a:lnTo>
                    <a:pt x="235" y="125"/>
                  </a:lnTo>
                  <a:lnTo>
                    <a:pt x="241" y="86"/>
                  </a:lnTo>
                  <a:lnTo>
                    <a:pt x="244" y="42"/>
                  </a:lnTo>
                  <a:lnTo>
                    <a:pt x="246" y="0"/>
                  </a:lnTo>
                  <a:lnTo>
                    <a:pt x="234" y="0"/>
                  </a:lnTo>
                  <a:lnTo>
                    <a:pt x="233" y="42"/>
                  </a:lnTo>
                  <a:lnTo>
                    <a:pt x="229" y="83"/>
                  </a:lnTo>
                  <a:lnTo>
                    <a:pt x="223" y="123"/>
                  </a:lnTo>
                  <a:lnTo>
                    <a:pt x="215" y="162"/>
                  </a:lnTo>
                  <a:lnTo>
                    <a:pt x="205" y="197"/>
                  </a:lnTo>
                  <a:lnTo>
                    <a:pt x="193" y="231"/>
                  </a:lnTo>
                  <a:lnTo>
                    <a:pt x="179" y="264"/>
                  </a:lnTo>
                  <a:lnTo>
                    <a:pt x="164" y="292"/>
                  </a:lnTo>
                  <a:lnTo>
                    <a:pt x="147" y="320"/>
                  </a:lnTo>
                  <a:lnTo>
                    <a:pt x="128" y="343"/>
                  </a:lnTo>
                  <a:lnTo>
                    <a:pt x="108" y="363"/>
                  </a:lnTo>
                  <a:lnTo>
                    <a:pt x="89" y="382"/>
                  </a:lnTo>
                  <a:lnTo>
                    <a:pt x="67" y="395"/>
                  </a:lnTo>
                  <a:lnTo>
                    <a:pt x="45" y="406"/>
                  </a:lnTo>
                  <a:lnTo>
                    <a:pt x="23" y="411"/>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7388" name="Freeform 60"/>
            <p:cNvSpPr>
              <a:spLocks/>
            </p:cNvSpPr>
            <p:nvPr/>
          </p:nvSpPr>
          <p:spPr bwMode="auto">
            <a:xfrm>
              <a:off x="1091" y="2172"/>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4" y="86"/>
                  </a:lnTo>
                  <a:lnTo>
                    <a:pt x="10" y="125"/>
                  </a:lnTo>
                  <a:lnTo>
                    <a:pt x="18" y="164"/>
                  </a:lnTo>
                  <a:lnTo>
                    <a:pt x="29" y="202"/>
                  </a:lnTo>
                  <a:lnTo>
                    <a:pt x="41" y="236"/>
                  </a:lnTo>
                  <a:lnTo>
                    <a:pt x="55" y="268"/>
                  </a:lnTo>
                  <a:lnTo>
                    <a:pt x="70" y="299"/>
                  </a:lnTo>
                  <a:lnTo>
                    <a:pt x="89" y="327"/>
                  </a:lnTo>
                  <a:lnTo>
                    <a:pt x="106" y="350"/>
                  </a:lnTo>
                  <a:lnTo>
                    <a:pt x="126" y="373"/>
                  </a:lnTo>
                  <a:lnTo>
                    <a:pt x="148" y="392"/>
                  </a:lnTo>
                  <a:lnTo>
                    <a:pt x="171" y="407"/>
                  </a:lnTo>
                  <a:lnTo>
                    <a:pt x="194" y="417"/>
                  </a:lnTo>
                  <a:lnTo>
                    <a:pt x="219" y="423"/>
                  </a:lnTo>
                  <a:lnTo>
                    <a:pt x="245" y="426"/>
                  </a:lnTo>
                  <a:lnTo>
                    <a:pt x="245" y="414"/>
                  </a:lnTo>
                  <a:lnTo>
                    <a:pt x="221" y="411"/>
                  </a:lnTo>
                  <a:lnTo>
                    <a:pt x="199" y="406"/>
                  </a:lnTo>
                  <a:lnTo>
                    <a:pt x="178" y="395"/>
                  </a:lnTo>
                  <a:lnTo>
                    <a:pt x="155" y="382"/>
                  </a:lnTo>
                  <a:lnTo>
                    <a:pt x="136" y="363"/>
                  </a:lnTo>
                  <a:lnTo>
                    <a:pt x="116" y="343"/>
                  </a:lnTo>
                  <a:lnTo>
                    <a:pt x="98" y="320"/>
                  </a:lnTo>
                  <a:lnTo>
                    <a:pt x="82" y="292"/>
                  </a:lnTo>
                  <a:lnTo>
                    <a:pt x="66" y="264"/>
                  </a:lnTo>
                  <a:lnTo>
                    <a:pt x="52" y="231"/>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7389" name="Freeform 61"/>
            <p:cNvSpPr>
              <a:spLocks/>
            </p:cNvSpPr>
            <p:nvPr/>
          </p:nvSpPr>
          <p:spPr bwMode="auto">
            <a:xfrm>
              <a:off x="1091" y="2087"/>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4" y="8"/>
                  </a:lnTo>
                  <a:lnTo>
                    <a:pt x="171" y="18"/>
                  </a:lnTo>
                  <a:lnTo>
                    <a:pt x="148" y="34"/>
                  </a:lnTo>
                  <a:lnTo>
                    <a:pt x="126" y="51"/>
                  </a:lnTo>
                  <a:lnTo>
                    <a:pt x="106" y="73"/>
                  </a:lnTo>
                  <a:lnTo>
                    <a:pt x="89" y="98"/>
                  </a:lnTo>
                  <a:lnTo>
                    <a:pt x="71" y="125"/>
                  </a:lnTo>
                  <a:lnTo>
                    <a:pt x="55" y="155"/>
                  </a:lnTo>
                  <a:lnTo>
                    <a:pt x="41" y="188"/>
                  </a:lnTo>
                  <a:lnTo>
                    <a:pt x="29" y="222"/>
                  </a:lnTo>
                  <a:lnTo>
                    <a:pt x="18" y="261"/>
                  </a:lnTo>
                  <a:lnTo>
                    <a:pt x="10" y="298"/>
                  </a:lnTo>
                  <a:lnTo>
                    <a:pt x="4" y="338"/>
                  </a:lnTo>
                  <a:lnTo>
                    <a:pt x="1" y="382"/>
                  </a:lnTo>
                  <a:lnTo>
                    <a:pt x="0" y="424"/>
                  </a:lnTo>
                  <a:lnTo>
                    <a:pt x="11" y="424"/>
                  </a:lnTo>
                  <a:lnTo>
                    <a:pt x="13" y="382"/>
                  </a:lnTo>
                  <a:lnTo>
                    <a:pt x="16" y="341"/>
                  </a:lnTo>
                  <a:lnTo>
                    <a:pt x="22" y="301"/>
                  </a:lnTo>
                  <a:lnTo>
                    <a:pt x="30" y="263"/>
                  </a:lnTo>
                  <a:lnTo>
                    <a:pt x="41" y="227"/>
                  </a:lnTo>
                  <a:lnTo>
                    <a:pt x="52" y="193"/>
                  </a:lnTo>
                  <a:lnTo>
                    <a:pt x="66" y="160"/>
                  </a:lnTo>
                  <a:lnTo>
                    <a:pt x="80" y="132"/>
                  </a:lnTo>
                  <a:lnTo>
                    <a:pt x="98" y="105"/>
                  </a:lnTo>
                  <a:lnTo>
                    <a:pt x="116" y="80"/>
                  </a:lnTo>
                  <a:lnTo>
                    <a:pt x="136" y="60"/>
                  </a:lnTo>
                  <a:lnTo>
                    <a:pt x="155" y="43"/>
                  </a:lnTo>
                  <a:lnTo>
                    <a:pt x="178" y="30"/>
                  </a:lnTo>
                  <a:lnTo>
                    <a:pt x="199" y="19"/>
                  </a:lnTo>
                  <a:lnTo>
                    <a:pt x="221" y="14"/>
                  </a:lnTo>
                  <a:lnTo>
                    <a:pt x="245" y="11"/>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7390" name="Freeform 62"/>
            <p:cNvSpPr>
              <a:spLocks/>
            </p:cNvSpPr>
            <p:nvPr/>
          </p:nvSpPr>
          <p:spPr bwMode="auto">
            <a:xfrm>
              <a:off x="1392" y="2118"/>
              <a:ext cx="49" cy="85"/>
            </a:xfrm>
            <a:custGeom>
              <a:avLst/>
              <a:gdLst>
                <a:gd name="T0" fmla="*/ 2 w 246"/>
                <a:gd name="T1" fmla="*/ 3 h 426"/>
                <a:gd name="T2" fmla="*/ 2 w 246"/>
                <a:gd name="T3" fmla="*/ 3 h 426"/>
                <a:gd name="T4" fmla="*/ 2 w 246"/>
                <a:gd name="T5" fmla="*/ 3 h 426"/>
                <a:gd name="T6" fmla="*/ 2 w 246"/>
                <a:gd name="T7" fmla="*/ 3 h 426"/>
                <a:gd name="T8" fmla="*/ 2 w 246"/>
                <a:gd name="T9" fmla="*/ 2 h 426"/>
                <a:gd name="T10" fmla="*/ 2 w 246"/>
                <a:gd name="T11" fmla="*/ 2 h 426"/>
                <a:gd name="T12" fmla="*/ 2 w 246"/>
                <a:gd name="T13" fmla="*/ 2 h 426"/>
                <a:gd name="T14" fmla="*/ 2 w 246"/>
                <a:gd name="T15" fmla="*/ 2 h 426"/>
                <a:gd name="T16" fmla="*/ 2 w 246"/>
                <a:gd name="T17" fmla="*/ 1 h 426"/>
                <a:gd name="T18" fmla="*/ 1 w 246"/>
                <a:gd name="T19" fmla="*/ 1 h 426"/>
                <a:gd name="T20" fmla="*/ 1 w 246"/>
                <a:gd name="T21" fmla="*/ 1 h 426"/>
                <a:gd name="T22" fmla="*/ 1 w 246"/>
                <a:gd name="T23" fmla="*/ 1 h 426"/>
                <a:gd name="T24" fmla="*/ 1 w 246"/>
                <a:gd name="T25" fmla="*/ 0 h 426"/>
                <a:gd name="T26" fmla="*/ 1 w 246"/>
                <a:gd name="T27" fmla="*/ 0 h 426"/>
                <a:gd name="T28" fmla="*/ 1 w 246"/>
                <a:gd name="T29" fmla="*/ 0 h 426"/>
                <a:gd name="T30" fmla="*/ 0 w 246"/>
                <a:gd name="T31" fmla="*/ 0 h 426"/>
                <a:gd name="T32" fmla="*/ 0 w 246"/>
                <a:gd name="T33" fmla="*/ 0 h 426"/>
                <a:gd name="T34" fmla="*/ 0 w 246"/>
                <a:gd name="T35" fmla="*/ 0 h 426"/>
                <a:gd name="T36" fmla="*/ 0 w 246"/>
                <a:gd name="T37" fmla="*/ 0 h 426"/>
                <a:gd name="T38" fmla="*/ 0 w 246"/>
                <a:gd name="T39" fmla="*/ 0 h 426"/>
                <a:gd name="T40" fmla="*/ 0 w 246"/>
                <a:gd name="T41" fmla="*/ 0 h 426"/>
                <a:gd name="T42" fmla="*/ 1 w 246"/>
                <a:gd name="T43" fmla="*/ 0 h 426"/>
                <a:gd name="T44" fmla="*/ 1 w 246"/>
                <a:gd name="T45" fmla="*/ 0 h 426"/>
                <a:gd name="T46" fmla="*/ 1 w 246"/>
                <a:gd name="T47" fmla="*/ 1 h 426"/>
                <a:gd name="T48" fmla="*/ 1 w 246"/>
                <a:gd name="T49" fmla="*/ 1 h 426"/>
                <a:gd name="T50" fmla="*/ 1 w 246"/>
                <a:gd name="T51" fmla="*/ 1 h 426"/>
                <a:gd name="T52" fmla="*/ 1 w 246"/>
                <a:gd name="T53" fmla="*/ 1 h 426"/>
                <a:gd name="T54" fmla="*/ 1 w 246"/>
                <a:gd name="T55" fmla="*/ 1 h 426"/>
                <a:gd name="T56" fmla="*/ 2 w 246"/>
                <a:gd name="T57" fmla="*/ 2 h 426"/>
                <a:gd name="T58" fmla="*/ 2 w 246"/>
                <a:gd name="T59" fmla="*/ 2 h 426"/>
                <a:gd name="T60" fmla="*/ 2 w 246"/>
                <a:gd name="T61" fmla="*/ 2 h 426"/>
                <a:gd name="T62" fmla="*/ 2 w 246"/>
                <a:gd name="T63" fmla="*/ 2 h 426"/>
                <a:gd name="T64" fmla="*/ 2 w 246"/>
                <a:gd name="T65" fmla="*/ 3 h 426"/>
                <a:gd name="T66" fmla="*/ 2 w 246"/>
                <a:gd name="T67" fmla="*/ 3 h 426"/>
                <a:gd name="T68" fmla="*/ 2 w 246"/>
                <a:gd name="T69" fmla="*/ 3 h 426"/>
                <a:gd name="T70" fmla="*/ 2 w 246"/>
                <a:gd name="T71" fmla="*/ 3 h 426"/>
                <a:gd name="T72" fmla="*/ 2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246" y="426"/>
                  </a:moveTo>
                  <a:lnTo>
                    <a:pt x="246" y="426"/>
                  </a:lnTo>
                  <a:lnTo>
                    <a:pt x="245" y="384"/>
                  </a:lnTo>
                  <a:lnTo>
                    <a:pt x="242" y="340"/>
                  </a:lnTo>
                  <a:lnTo>
                    <a:pt x="236" y="301"/>
                  </a:lnTo>
                  <a:lnTo>
                    <a:pt x="228" y="262"/>
                  </a:lnTo>
                  <a:lnTo>
                    <a:pt x="217" y="224"/>
                  </a:lnTo>
                  <a:lnTo>
                    <a:pt x="205" y="190"/>
                  </a:lnTo>
                  <a:lnTo>
                    <a:pt x="191" y="158"/>
                  </a:lnTo>
                  <a:lnTo>
                    <a:pt x="176" y="126"/>
                  </a:lnTo>
                  <a:lnTo>
                    <a:pt x="157" y="99"/>
                  </a:lnTo>
                  <a:lnTo>
                    <a:pt x="139" y="75"/>
                  </a:lnTo>
                  <a:lnTo>
                    <a:pt x="119" y="53"/>
                  </a:lnTo>
                  <a:lnTo>
                    <a:pt x="96" y="34"/>
                  </a:lnTo>
                  <a:lnTo>
                    <a:pt x="75" y="19"/>
                  </a:lnTo>
                  <a:lnTo>
                    <a:pt x="51" y="9"/>
                  </a:lnTo>
                  <a:lnTo>
                    <a:pt x="26" y="3"/>
                  </a:lnTo>
                  <a:lnTo>
                    <a:pt x="0" y="0"/>
                  </a:lnTo>
                  <a:lnTo>
                    <a:pt x="0" y="12"/>
                  </a:lnTo>
                  <a:lnTo>
                    <a:pt x="24" y="15"/>
                  </a:lnTo>
                  <a:lnTo>
                    <a:pt x="46" y="20"/>
                  </a:lnTo>
                  <a:lnTo>
                    <a:pt x="68" y="31"/>
                  </a:lnTo>
                  <a:lnTo>
                    <a:pt x="89" y="44"/>
                  </a:lnTo>
                  <a:lnTo>
                    <a:pt x="109" y="63"/>
                  </a:lnTo>
                  <a:lnTo>
                    <a:pt x="129" y="83"/>
                  </a:lnTo>
                  <a:lnTo>
                    <a:pt x="148" y="106"/>
                  </a:lnTo>
                  <a:lnTo>
                    <a:pt x="164" y="133"/>
                  </a:lnTo>
                  <a:lnTo>
                    <a:pt x="180" y="162"/>
                  </a:lnTo>
                  <a:lnTo>
                    <a:pt x="194" y="195"/>
                  </a:lnTo>
                  <a:lnTo>
                    <a:pt x="205" y="229"/>
                  </a:lnTo>
                  <a:lnTo>
                    <a:pt x="216" y="264"/>
                  </a:lnTo>
                  <a:lnTo>
                    <a:pt x="224" y="303"/>
                  </a:lnTo>
                  <a:lnTo>
                    <a:pt x="230" y="343"/>
                  </a:lnTo>
                  <a:lnTo>
                    <a:pt x="233" y="384"/>
                  </a:lnTo>
                  <a:lnTo>
                    <a:pt x="235" y="426"/>
                  </a:lnTo>
                  <a:lnTo>
                    <a:pt x="246"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7391" name="Freeform 63"/>
            <p:cNvSpPr>
              <a:spLocks/>
            </p:cNvSpPr>
            <p:nvPr/>
          </p:nvSpPr>
          <p:spPr bwMode="auto">
            <a:xfrm>
              <a:off x="1392" y="2203"/>
              <a:ext cx="49" cy="85"/>
            </a:xfrm>
            <a:custGeom>
              <a:avLst/>
              <a:gdLst>
                <a:gd name="T0" fmla="*/ 0 w 246"/>
                <a:gd name="T1" fmla="*/ 3 h 424"/>
                <a:gd name="T2" fmla="*/ 0 w 246"/>
                <a:gd name="T3" fmla="*/ 3 h 424"/>
                <a:gd name="T4" fmla="*/ 0 w 246"/>
                <a:gd name="T5" fmla="*/ 3 h 424"/>
                <a:gd name="T6" fmla="*/ 0 w 246"/>
                <a:gd name="T7" fmla="*/ 3 h 424"/>
                <a:gd name="T8" fmla="*/ 1 w 246"/>
                <a:gd name="T9" fmla="*/ 3 h 424"/>
                <a:gd name="T10" fmla="*/ 1 w 246"/>
                <a:gd name="T11" fmla="*/ 3 h 424"/>
                <a:gd name="T12" fmla="*/ 1 w 246"/>
                <a:gd name="T13" fmla="*/ 3 h 424"/>
                <a:gd name="T14" fmla="*/ 1 w 246"/>
                <a:gd name="T15" fmla="*/ 3 h 424"/>
                <a:gd name="T16" fmla="*/ 1 w 246"/>
                <a:gd name="T17" fmla="*/ 3 h 424"/>
                <a:gd name="T18" fmla="*/ 1 w 246"/>
                <a:gd name="T19" fmla="*/ 2 h 424"/>
                <a:gd name="T20" fmla="*/ 2 w 246"/>
                <a:gd name="T21" fmla="*/ 2 h 424"/>
                <a:gd name="T22" fmla="*/ 2 w 246"/>
                <a:gd name="T23" fmla="*/ 2 h 424"/>
                <a:gd name="T24" fmla="*/ 2 w 246"/>
                <a:gd name="T25" fmla="*/ 2 h 424"/>
                <a:gd name="T26" fmla="*/ 2 w 246"/>
                <a:gd name="T27" fmla="*/ 1 h 424"/>
                <a:gd name="T28" fmla="*/ 2 w 246"/>
                <a:gd name="T29" fmla="*/ 1 h 424"/>
                <a:gd name="T30" fmla="*/ 2 w 246"/>
                <a:gd name="T31" fmla="*/ 1 h 424"/>
                <a:gd name="T32" fmla="*/ 2 w 246"/>
                <a:gd name="T33" fmla="*/ 0 h 424"/>
                <a:gd name="T34" fmla="*/ 2 w 246"/>
                <a:gd name="T35" fmla="*/ 0 h 424"/>
                <a:gd name="T36" fmla="*/ 2 w 246"/>
                <a:gd name="T37" fmla="*/ 0 h 424"/>
                <a:gd name="T38" fmla="*/ 2 w 246"/>
                <a:gd name="T39" fmla="*/ 0 h 424"/>
                <a:gd name="T40" fmla="*/ 2 w 246"/>
                <a:gd name="T41" fmla="*/ 1 h 424"/>
                <a:gd name="T42" fmla="*/ 2 w 246"/>
                <a:gd name="T43" fmla="*/ 1 h 424"/>
                <a:gd name="T44" fmla="*/ 2 w 246"/>
                <a:gd name="T45" fmla="*/ 1 h 424"/>
                <a:gd name="T46" fmla="*/ 2 w 246"/>
                <a:gd name="T47" fmla="*/ 2 h 424"/>
                <a:gd name="T48" fmla="*/ 2 w 246"/>
                <a:gd name="T49" fmla="*/ 2 h 424"/>
                <a:gd name="T50" fmla="*/ 1 w 246"/>
                <a:gd name="T51" fmla="*/ 2 h 424"/>
                <a:gd name="T52" fmla="*/ 1 w 246"/>
                <a:gd name="T53" fmla="*/ 2 h 424"/>
                <a:gd name="T54" fmla="*/ 1 w 246"/>
                <a:gd name="T55" fmla="*/ 3 h 424"/>
                <a:gd name="T56" fmla="*/ 1 w 246"/>
                <a:gd name="T57" fmla="*/ 3 h 424"/>
                <a:gd name="T58" fmla="*/ 1 w 246"/>
                <a:gd name="T59" fmla="*/ 3 h 424"/>
                <a:gd name="T60" fmla="*/ 1 w 246"/>
                <a:gd name="T61" fmla="*/ 3 h 424"/>
                <a:gd name="T62" fmla="*/ 1 w 246"/>
                <a:gd name="T63" fmla="*/ 3 h 424"/>
                <a:gd name="T64" fmla="*/ 0 w 246"/>
                <a:gd name="T65" fmla="*/ 3 h 424"/>
                <a:gd name="T66" fmla="*/ 0 w 246"/>
                <a:gd name="T67" fmla="*/ 3 h 424"/>
                <a:gd name="T68" fmla="*/ 0 w 246"/>
                <a:gd name="T69" fmla="*/ 3 h 424"/>
                <a:gd name="T70" fmla="*/ 0 w 246"/>
                <a:gd name="T71" fmla="*/ 3 h 424"/>
                <a:gd name="T72" fmla="*/ 0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0" y="424"/>
                  </a:moveTo>
                  <a:lnTo>
                    <a:pt x="0" y="424"/>
                  </a:lnTo>
                  <a:lnTo>
                    <a:pt x="26" y="422"/>
                  </a:lnTo>
                  <a:lnTo>
                    <a:pt x="51" y="416"/>
                  </a:lnTo>
                  <a:lnTo>
                    <a:pt x="75" y="406"/>
                  </a:lnTo>
                  <a:lnTo>
                    <a:pt x="96" y="390"/>
                  </a:lnTo>
                  <a:lnTo>
                    <a:pt x="119" y="373"/>
                  </a:lnTo>
                  <a:lnTo>
                    <a:pt x="139" y="351"/>
                  </a:lnTo>
                  <a:lnTo>
                    <a:pt x="157" y="326"/>
                  </a:lnTo>
                  <a:lnTo>
                    <a:pt x="175" y="299"/>
                  </a:lnTo>
                  <a:lnTo>
                    <a:pt x="191" y="269"/>
                  </a:lnTo>
                  <a:lnTo>
                    <a:pt x="205" y="236"/>
                  </a:lnTo>
                  <a:lnTo>
                    <a:pt x="217" y="202"/>
                  </a:lnTo>
                  <a:lnTo>
                    <a:pt x="228" y="163"/>
                  </a:lnTo>
                  <a:lnTo>
                    <a:pt x="236" y="125"/>
                  </a:lnTo>
                  <a:lnTo>
                    <a:pt x="242" y="86"/>
                  </a:lnTo>
                  <a:lnTo>
                    <a:pt x="245" y="42"/>
                  </a:lnTo>
                  <a:lnTo>
                    <a:pt x="246" y="0"/>
                  </a:lnTo>
                  <a:lnTo>
                    <a:pt x="235" y="0"/>
                  </a:lnTo>
                  <a:lnTo>
                    <a:pt x="233" y="42"/>
                  </a:lnTo>
                  <a:lnTo>
                    <a:pt x="230" y="83"/>
                  </a:lnTo>
                  <a:lnTo>
                    <a:pt x="224" y="123"/>
                  </a:lnTo>
                  <a:lnTo>
                    <a:pt x="216" y="161"/>
                  </a:lnTo>
                  <a:lnTo>
                    <a:pt x="205" y="197"/>
                  </a:lnTo>
                  <a:lnTo>
                    <a:pt x="194" y="231"/>
                  </a:lnTo>
                  <a:lnTo>
                    <a:pt x="180" y="264"/>
                  </a:lnTo>
                  <a:lnTo>
                    <a:pt x="166" y="292"/>
                  </a:lnTo>
                  <a:lnTo>
                    <a:pt x="148" y="319"/>
                  </a:lnTo>
                  <a:lnTo>
                    <a:pt x="129" y="344"/>
                  </a:lnTo>
                  <a:lnTo>
                    <a:pt x="109" y="364"/>
                  </a:lnTo>
                  <a:lnTo>
                    <a:pt x="89" y="381"/>
                  </a:lnTo>
                  <a:lnTo>
                    <a:pt x="68" y="394"/>
                  </a:lnTo>
                  <a:lnTo>
                    <a:pt x="46" y="405"/>
                  </a:lnTo>
                  <a:lnTo>
                    <a:pt x="24" y="410"/>
                  </a:lnTo>
                  <a:lnTo>
                    <a:pt x="0" y="413"/>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7392" name="Freeform 64"/>
            <p:cNvSpPr>
              <a:spLocks/>
            </p:cNvSpPr>
            <p:nvPr/>
          </p:nvSpPr>
          <p:spPr bwMode="auto">
            <a:xfrm>
              <a:off x="1343" y="2203"/>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2" y="42"/>
                  </a:lnTo>
                  <a:lnTo>
                    <a:pt x="5" y="86"/>
                  </a:lnTo>
                  <a:lnTo>
                    <a:pt x="11" y="125"/>
                  </a:lnTo>
                  <a:lnTo>
                    <a:pt x="19" y="163"/>
                  </a:lnTo>
                  <a:lnTo>
                    <a:pt x="30" y="202"/>
                  </a:lnTo>
                  <a:lnTo>
                    <a:pt x="41" y="236"/>
                  </a:lnTo>
                  <a:lnTo>
                    <a:pt x="56" y="269"/>
                  </a:lnTo>
                  <a:lnTo>
                    <a:pt x="72" y="299"/>
                  </a:lnTo>
                  <a:lnTo>
                    <a:pt x="90" y="326"/>
                  </a:lnTo>
                  <a:lnTo>
                    <a:pt x="108" y="351"/>
                  </a:lnTo>
                  <a:lnTo>
                    <a:pt x="127" y="373"/>
                  </a:lnTo>
                  <a:lnTo>
                    <a:pt x="149" y="390"/>
                  </a:lnTo>
                  <a:lnTo>
                    <a:pt x="172" y="406"/>
                  </a:lnTo>
                  <a:lnTo>
                    <a:pt x="195" y="416"/>
                  </a:lnTo>
                  <a:lnTo>
                    <a:pt x="220" y="422"/>
                  </a:lnTo>
                  <a:lnTo>
                    <a:pt x="245" y="424"/>
                  </a:lnTo>
                  <a:lnTo>
                    <a:pt x="245" y="413"/>
                  </a:lnTo>
                  <a:lnTo>
                    <a:pt x="222" y="410"/>
                  </a:lnTo>
                  <a:lnTo>
                    <a:pt x="200" y="405"/>
                  </a:lnTo>
                  <a:lnTo>
                    <a:pt x="179" y="394"/>
                  </a:lnTo>
                  <a:lnTo>
                    <a:pt x="156" y="381"/>
                  </a:lnTo>
                  <a:lnTo>
                    <a:pt x="136" y="364"/>
                  </a:lnTo>
                  <a:lnTo>
                    <a:pt x="118" y="344"/>
                  </a:lnTo>
                  <a:lnTo>
                    <a:pt x="99" y="319"/>
                  </a:lnTo>
                  <a:lnTo>
                    <a:pt x="81" y="292"/>
                  </a:lnTo>
                  <a:lnTo>
                    <a:pt x="67" y="264"/>
                  </a:lnTo>
                  <a:lnTo>
                    <a:pt x="53" y="231"/>
                  </a:lnTo>
                  <a:lnTo>
                    <a:pt x="41" y="197"/>
                  </a:lnTo>
                  <a:lnTo>
                    <a:pt x="31" y="161"/>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7393" name="Freeform 65"/>
            <p:cNvSpPr>
              <a:spLocks/>
            </p:cNvSpPr>
            <p:nvPr/>
          </p:nvSpPr>
          <p:spPr bwMode="auto">
            <a:xfrm>
              <a:off x="1343" y="2118"/>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1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20" y="3"/>
                  </a:lnTo>
                  <a:lnTo>
                    <a:pt x="195" y="9"/>
                  </a:lnTo>
                  <a:lnTo>
                    <a:pt x="172" y="19"/>
                  </a:lnTo>
                  <a:lnTo>
                    <a:pt x="149" y="34"/>
                  </a:lnTo>
                  <a:lnTo>
                    <a:pt x="127" y="53"/>
                  </a:lnTo>
                  <a:lnTo>
                    <a:pt x="108" y="75"/>
                  </a:lnTo>
                  <a:lnTo>
                    <a:pt x="90" y="99"/>
                  </a:lnTo>
                  <a:lnTo>
                    <a:pt x="71" y="126"/>
                  </a:lnTo>
                  <a:lnTo>
                    <a:pt x="56" y="158"/>
                  </a:lnTo>
                  <a:lnTo>
                    <a:pt x="41" y="190"/>
                  </a:lnTo>
                  <a:lnTo>
                    <a:pt x="30" y="224"/>
                  </a:lnTo>
                  <a:lnTo>
                    <a:pt x="19" y="262"/>
                  </a:lnTo>
                  <a:lnTo>
                    <a:pt x="11" y="301"/>
                  </a:lnTo>
                  <a:lnTo>
                    <a:pt x="5" y="340"/>
                  </a:lnTo>
                  <a:lnTo>
                    <a:pt x="2" y="384"/>
                  </a:lnTo>
                  <a:lnTo>
                    <a:pt x="0" y="426"/>
                  </a:lnTo>
                  <a:lnTo>
                    <a:pt x="12" y="426"/>
                  </a:lnTo>
                  <a:lnTo>
                    <a:pt x="13" y="384"/>
                  </a:lnTo>
                  <a:lnTo>
                    <a:pt x="17" y="343"/>
                  </a:lnTo>
                  <a:lnTo>
                    <a:pt x="23" y="303"/>
                  </a:lnTo>
                  <a:lnTo>
                    <a:pt x="31" y="264"/>
                  </a:lnTo>
                  <a:lnTo>
                    <a:pt x="41" y="229"/>
                  </a:lnTo>
                  <a:lnTo>
                    <a:pt x="53" y="195"/>
                  </a:lnTo>
                  <a:lnTo>
                    <a:pt x="67" y="162"/>
                  </a:lnTo>
                  <a:lnTo>
                    <a:pt x="82" y="133"/>
                  </a:lnTo>
                  <a:lnTo>
                    <a:pt x="99" y="106"/>
                  </a:lnTo>
                  <a:lnTo>
                    <a:pt x="118" y="83"/>
                  </a:lnTo>
                  <a:lnTo>
                    <a:pt x="136" y="63"/>
                  </a:lnTo>
                  <a:lnTo>
                    <a:pt x="156" y="44"/>
                  </a:lnTo>
                  <a:lnTo>
                    <a:pt x="179" y="31"/>
                  </a:lnTo>
                  <a:lnTo>
                    <a:pt x="200" y="20"/>
                  </a:lnTo>
                  <a:lnTo>
                    <a:pt x="222" y="15"/>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7394" name="Freeform 66"/>
            <p:cNvSpPr>
              <a:spLocks/>
            </p:cNvSpPr>
            <p:nvPr/>
          </p:nvSpPr>
          <p:spPr bwMode="auto">
            <a:xfrm>
              <a:off x="1384" y="1859"/>
              <a:ext cx="49" cy="84"/>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1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3" y="382"/>
                  </a:lnTo>
                  <a:lnTo>
                    <a:pt x="240" y="339"/>
                  </a:lnTo>
                  <a:lnTo>
                    <a:pt x="234" y="299"/>
                  </a:lnTo>
                  <a:lnTo>
                    <a:pt x="226" y="261"/>
                  </a:lnTo>
                  <a:lnTo>
                    <a:pt x="215" y="222"/>
                  </a:lnTo>
                  <a:lnTo>
                    <a:pt x="204" y="188"/>
                  </a:lnTo>
                  <a:lnTo>
                    <a:pt x="189" y="156"/>
                  </a:lnTo>
                  <a:lnTo>
                    <a:pt x="173" y="125"/>
                  </a:lnTo>
                  <a:lnTo>
                    <a:pt x="155" y="98"/>
                  </a:lnTo>
                  <a:lnTo>
                    <a:pt x="138" y="74"/>
                  </a:lnTo>
                  <a:lnTo>
                    <a:pt x="118" y="51"/>
                  </a:lnTo>
                  <a:lnTo>
                    <a:pt x="96" y="34"/>
                  </a:lnTo>
                  <a:lnTo>
                    <a:pt x="73" y="18"/>
                  </a:lnTo>
                  <a:lnTo>
                    <a:pt x="50" y="8"/>
                  </a:lnTo>
                  <a:lnTo>
                    <a:pt x="25" y="2"/>
                  </a:lnTo>
                  <a:lnTo>
                    <a:pt x="0" y="0"/>
                  </a:lnTo>
                  <a:lnTo>
                    <a:pt x="0" y="11"/>
                  </a:lnTo>
                  <a:lnTo>
                    <a:pt x="23" y="14"/>
                  </a:lnTo>
                  <a:lnTo>
                    <a:pt x="45" y="20"/>
                  </a:lnTo>
                  <a:lnTo>
                    <a:pt x="66" y="30"/>
                  </a:lnTo>
                  <a:lnTo>
                    <a:pt x="89" y="43"/>
                  </a:lnTo>
                  <a:lnTo>
                    <a:pt x="109" y="61"/>
                  </a:lnTo>
                  <a:lnTo>
                    <a:pt x="129" y="81"/>
                  </a:lnTo>
                  <a:lnTo>
                    <a:pt x="146" y="105"/>
                  </a:lnTo>
                  <a:lnTo>
                    <a:pt x="164" y="132"/>
                  </a:lnTo>
                  <a:lnTo>
                    <a:pt x="178" y="160"/>
                  </a:lnTo>
                  <a:lnTo>
                    <a:pt x="192" y="193"/>
                  </a:lnTo>
                  <a:lnTo>
                    <a:pt x="204" y="227"/>
                  </a:lnTo>
                  <a:lnTo>
                    <a:pt x="214" y="264"/>
                  </a:lnTo>
                  <a:lnTo>
                    <a:pt x="222" y="301"/>
                  </a:lnTo>
                  <a:lnTo>
                    <a:pt x="228"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7395" name="Freeform 67"/>
            <p:cNvSpPr>
              <a:spLocks/>
            </p:cNvSpPr>
            <p:nvPr/>
          </p:nvSpPr>
          <p:spPr bwMode="auto">
            <a:xfrm>
              <a:off x="1384" y="1943"/>
              <a:ext cx="49" cy="86"/>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5" y="423"/>
                  </a:lnTo>
                  <a:lnTo>
                    <a:pt x="50" y="418"/>
                  </a:lnTo>
                  <a:lnTo>
                    <a:pt x="73" y="407"/>
                  </a:lnTo>
                  <a:lnTo>
                    <a:pt x="96" y="392"/>
                  </a:lnTo>
                  <a:lnTo>
                    <a:pt x="118" y="374"/>
                  </a:lnTo>
                  <a:lnTo>
                    <a:pt x="138" y="352"/>
                  </a:lnTo>
                  <a:lnTo>
                    <a:pt x="155" y="327"/>
                  </a:lnTo>
                  <a:lnTo>
                    <a:pt x="174" y="300"/>
                  </a:lnTo>
                  <a:lnTo>
                    <a:pt x="189" y="269"/>
                  </a:lnTo>
                  <a:lnTo>
                    <a:pt x="204" y="237"/>
                  </a:lnTo>
                  <a:lnTo>
                    <a:pt x="215" y="202"/>
                  </a:lnTo>
                  <a:lnTo>
                    <a:pt x="226" y="164"/>
                  </a:lnTo>
                  <a:lnTo>
                    <a:pt x="234" y="126"/>
                  </a:lnTo>
                  <a:lnTo>
                    <a:pt x="240" y="86"/>
                  </a:lnTo>
                  <a:lnTo>
                    <a:pt x="243" y="42"/>
                  </a:lnTo>
                  <a:lnTo>
                    <a:pt x="245" y="0"/>
                  </a:lnTo>
                  <a:lnTo>
                    <a:pt x="233" y="0"/>
                  </a:lnTo>
                  <a:lnTo>
                    <a:pt x="232" y="42"/>
                  </a:lnTo>
                  <a:lnTo>
                    <a:pt x="228" y="83"/>
                  </a:lnTo>
                  <a:lnTo>
                    <a:pt x="222" y="123"/>
                  </a:lnTo>
                  <a:lnTo>
                    <a:pt x="214" y="162"/>
                  </a:lnTo>
                  <a:lnTo>
                    <a:pt x="204" y="197"/>
                  </a:lnTo>
                  <a:lnTo>
                    <a:pt x="192" y="232"/>
                  </a:lnTo>
                  <a:lnTo>
                    <a:pt x="178" y="264"/>
                  </a:lnTo>
                  <a:lnTo>
                    <a:pt x="163" y="293"/>
                  </a:lnTo>
                  <a:lnTo>
                    <a:pt x="146" y="320"/>
                  </a:lnTo>
                  <a:lnTo>
                    <a:pt x="129" y="345"/>
                  </a:lnTo>
                  <a:lnTo>
                    <a:pt x="109" y="365"/>
                  </a:lnTo>
                  <a:lnTo>
                    <a:pt x="89" y="382"/>
                  </a:lnTo>
                  <a:lnTo>
                    <a:pt x="66" y="395"/>
                  </a:lnTo>
                  <a:lnTo>
                    <a:pt x="45" y="406"/>
                  </a:lnTo>
                  <a:lnTo>
                    <a:pt x="23"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7396" name="Freeform 68"/>
            <p:cNvSpPr>
              <a:spLocks/>
            </p:cNvSpPr>
            <p:nvPr/>
          </p:nvSpPr>
          <p:spPr bwMode="auto">
            <a:xfrm>
              <a:off x="1335" y="1943"/>
              <a:ext cx="49" cy="86"/>
            </a:xfrm>
            <a:custGeom>
              <a:avLst/>
              <a:gdLst>
                <a:gd name="T0" fmla="*/ 0 w 246"/>
                <a:gd name="T1" fmla="*/ 0 h 426"/>
                <a:gd name="T2" fmla="*/ 0 w 246"/>
                <a:gd name="T3" fmla="*/ 0 h 426"/>
                <a:gd name="T4" fmla="*/ 0 w 246"/>
                <a:gd name="T5" fmla="*/ 0 h 426"/>
                <a:gd name="T6" fmla="*/ 0 w 246"/>
                <a:gd name="T7" fmla="*/ 1 h 426"/>
                <a:gd name="T8" fmla="*/ 0 w 246"/>
                <a:gd name="T9" fmla="*/ 1 h 426"/>
                <a:gd name="T10" fmla="*/ 0 w 246"/>
                <a:gd name="T11" fmla="*/ 1 h 426"/>
                <a:gd name="T12" fmla="*/ 0 w 246"/>
                <a:gd name="T13" fmla="*/ 2 h 426"/>
                <a:gd name="T14" fmla="*/ 0 w 246"/>
                <a:gd name="T15" fmla="*/ 2 h 426"/>
                <a:gd name="T16" fmla="*/ 0 w 246"/>
                <a:gd name="T17" fmla="*/ 2 h 426"/>
                <a:gd name="T18" fmla="*/ 1 w 246"/>
                <a:gd name="T19" fmla="*/ 2 h 426"/>
                <a:gd name="T20" fmla="*/ 1 w 246"/>
                <a:gd name="T21" fmla="*/ 3 h 426"/>
                <a:gd name="T22" fmla="*/ 1 w 246"/>
                <a:gd name="T23" fmla="*/ 3 h 426"/>
                <a:gd name="T24" fmla="*/ 1 w 246"/>
                <a:gd name="T25" fmla="*/ 3 h 426"/>
                <a:gd name="T26" fmla="*/ 1 w 246"/>
                <a:gd name="T27" fmla="*/ 3 h 426"/>
                <a:gd name="T28" fmla="*/ 1 w 246"/>
                <a:gd name="T29" fmla="*/ 3 h 426"/>
                <a:gd name="T30" fmla="*/ 2 w 246"/>
                <a:gd name="T31" fmla="*/ 3 h 426"/>
                <a:gd name="T32" fmla="*/ 2 w 246"/>
                <a:gd name="T33" fmla="*/ 3 h 426"/>
                <a:gd name="T34" fmla="*/ 2 w 246"/>
                <a:gd name="T35" fmla="*/ 3 h 426"/>
                <a:gd name="T36" fmla="*/ 2 w 246"/>
                <a:gd name="T37" fmla="*/ 3 h 426"/>
                <a:gd name="T38" fmla="*/ 2 w 246"/>
                <a:gd name="T39" fmla="*/ 3 h 426"/>
                <a:gd name="T40" fmla="*/ 2 w 246"/>
                <a:gd name="T41" fmla="*/ 3 h 426"/>
                <a:gd name="T42" fmla="*/ 1 w 246"/>
                <a:gd name="T43" fmla="*/ 3 h 426"/>
                <a:gd name="T44" fmla="*/ 1 w 246"/>
                <a:gd name="T45" fmla="*/ 3 h 426"/>
                <a:gd name="T46" fmla="*/ 1 w 246"/>
                <a:gd name="T47" fmla="*/ 3 h 426"/>
                <a:gd name="T48" fmla="*/ 1 w 246"/>
                <a:gd name="T49" fmla="*/ 3 h 426"/>
                <a:gd name="T50" fmla="*/ 1 w 246"/>
                <a:gd name="T51" fmla="*/ 3 h 426"/>
                <a:gd name="T52" fmla="*/ 1 w 246"/>
                <a:gd name="T53" fmla="*/ 2 h 426"/>
                <a:gd name="T54" fmla="*/ 1 w 246"/>
                <a:gd name="T55" fmla="*/ 2 h 426"/>
                <a:gd name="T56" fmla="*/ 0 w 246"/>
                <a:gd name="T57" fmla="*/ 2 h 426"/>
                <a:gd name="T58" fmla="*/ 0 w 246"/>
                <a:gd name="T59" fmla="*/ 2 h 426"/>
                <a:gd name="T60" fmla="*/ 0 w 246"/>
                <a:gd name="T61" fmla="*/ 1 h 426"/>
                <a:gd name="T62" fmla="*/ 0 w 246"/>
                <a:gd name="T63" fmla="*/ 1 h 426"/>
                <a:gd name="T64" fmla="*/ 0 w 246"/>
                <a:gd name="T65" fmla="*/ 1 h 426"/>
                <a:gd name="T66" fmla="*/ 0 w 246"/>
                <a:gd name="T67" fmla="*/ 0 h 426"/>
                <a:gd name="T68" fmla="*/ 0 w 246"/>
                <a:gd name="T69" fmla="*/ 0 h 426"/>
                <a:gd name="T70" fmla="*/ 0 w 246"/>
                <a:gd name="T71" fmla="*/ 0 h 426"/>
                <a:gd name="T72" fmla="*/ 0 w 246"/>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0"/>
                  </a:moveTo>
                  <a:lnTo>
                    <a:pt x="0" y="0"/>
                  </a:lnTo>
                  <a:lnTo>
                    <a:pt x="1" y="42"/>
                  </a:lnTo>
                  <a:lnTo>
                    <a:pt x="4" y="86"/>
                  </a:lnTo>
                  <a:lnTo>
                    <a:pt x="10" y="126"/>
                  </a:lnTo>
                  <a:lnTo>
                    <a:pt x="18" y="164"/>
                  </a:lnTo>
                  <a:lnTo>
                    <a:pt x="29" y="202"/>
                  </a:lnTo>
                  <a:lnTo>
                    <a:pt x="41" y="237"/>
                  </a:lnTo>
                  <a:lnTo>
                    <a:pt x="55" y="269"/>
                  </a:lnTo>
                  <a:lnTo>
                    <a:pt x="71" y="300"/>
                  </a:lnTo>
                  <a:lnTo>
                    <a:pt x="89" y="327"/>
                  </a:lnTo>
                  <a:lnTo>
                    <a:pt x="107" y="352"/>
                  </a:lnTo>
                  <a:lnTo>
                    <a:pt x="127" y="374"/>
                  </a:lnTo>
                  <a:lnTo>
                    <a:pt x="150" y="392"/>
                  </a:lnTo>
                  <a:lnTo>
                    <a:pt x="171" y="407"/>
                  </a:lnTo>
                  <a:lnTo>
                    <a:pt x="195" y="418"/>
                  </a:lnTo>
                  <a:lnTo>
                    <a:pt x="220" y="423"/>
                  </a:lnTo>
                  <a:lnTo>
                    <a:pt x="246" y="426"/>
                  </a:lnTo>
                  <a:lnTo>
                    <a:pt x="246" y="414"/>
                  </a:lnTo>
                  <a:lnTo>
                    <a:pt x="222" y="412"/>
                  </a:lnTo>
                  <a:lnTo>
                    <a:pt x="200" y="406"/>
                  </a:lnTo>
                  <a:lnTo>
                    <a:pt x="178" y="395"/>
                  </a:lnTo>
                  <a:lnTo>
                    <a:pt x="157" y="382"/>
                  </a:lnTo>
                  <a:lnTo>
                    <a:pt x="137" y="365"/>
                  </a:lnTo>
                  <a:lnTo>
                    <a:pt x="117" y="345"/>
                  </a:lnTo>
                  <a:lnTo>
                    <a:pt x="98" y="320"/>
                  </a:lnTo>
                  <a:lnTo>
                    <a:pt x="83" y="293"/>
                  </a:lnTo>
                  <a:lnTo>
                    <a:pt x="66" y="264"/>
                  </a:lnTo>
                  <a:lnTo>
                    <a:pt x="52" y="232"/>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7397" name="Freeform 69"/>
            <p:cNvSpPr>
              <a:spLocks/>
            </p:cNvSpPr>
            <p:nvPr/>
          </p:nvSpPr>
          <p:spPr bwMode="auto">
            <a:xfrm>
              <a:off x="1335" y="1859"/>
              <a:ext cx="49" cy="84"/>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1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0" y="2"/>
                  </a:lnTo>
                  <a:lnTo>
                    <a:pt x="195" y="8"/>
                  </a:lnTo>
                  <a:lnTo>
                    <a:pt x="171" y="18"/>
                  </a:lnTo>
                  <a:lnTo>
                    <a:pt x="150" y="34"/>
                  </a:lnTo>
                  <a:lnTo>
                    <a:pt x="127" y="51"/>
                  </a:lnTo>
                  <a:lnTo>
                    <a:pt x="107" y="74"/>
                  </a:lnTo>
                  <a:lnTo>
                    <a:pt x="89" y="98"/>
                  </a:lnTo>
                  <a:lnTo>
                    <a:pt x="72" y="125"/>
                  </a:lnTo>
                  <a:lnTo>
                    <a:pt x="55" y="156"/>
                  </a:lnTo>
                  <a:lnTo>
                    <a:pt x="41" y="188"/>
                  </a:lnTo>
                  <a:lnTo>
                    <a:pt x="29" y="222"/>
                  </a:lnTo>
                  <a:lnTo>
                    <a:pt x="18" y="261"/>
                  </a:lnTo>
                  <a:lnTo>
                    <a:pt x="10" y="299"/>
                  </a:lnTo>
                  <a:lnTo>
                    <a:pt x="4" y="339"/>
                  </a:lnTo>
                  <a:lnTo>
                    <a:pt x="1" y="382"/>
                  </a:lnTo>
                  <a:lnTo>
                    <a:pt x="0" y="424"/>
                  </a:lnTo>
                  <a:lnTo>
                    <a:pt x="11" y="424"/>
                  </a:lnTo>
                  <a:lnTo>
                    <a:pt x="13" y="382"/>
                  </a:lnTo>
                  <a:lnTo>
                    <a:pt x="16" y="341"/>
                  </a:lnTo>
                  <a:lnTo>
                    <a:pt x="22" y="301"/>
                  </a:lnTo>
                  <a:lnTo>
                    <a:pt x="30" y="264"/>
                  </a:lnTo>
                  <a:lnTo>
                    <a:pt x="41" y="227"/>
                  </a:lnTo>
                  <a:lnTo>
                    <a:pt x="52" y="193"/>
                  </a:lnTo>
                  <a:lnTo>
                    <a:pt x="66" y="160"/>
                  </a:lnTo>
                  <a:lnTo>
                    <a:pt x="82" y="132"/>
                  </a:lnTo>
                  <a:lnTo>
                    <a:pt x="98" y="105"/>
                  </a:lnTo>
                  <a:lnTo>
                    <a:pt x="117" y="81"/>
                  </a:lnTo>
                  <a:lnTo>
                    <a:pt x="137" y="61"/>
                  </a:lnTo>
                  <a:lnTo>
                    <a:pt x="157" y="43"/>
                  </a:lnTo>
                  <a:lnTo>
                    <a:pt x="178" y="30"/>
                  </a:lnTo>
                  <a:lnTo>
                    <a:pt x="200" y="20"/>
                  </a:lnTo>
                  <a:lnTo>
                    <a:pt x="222" y="14"/>
                  </a:lnTo>
                  <a:lnTo>
                    <a:pt x="246" y="11"/>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7398" name="Freeform 70"/>
            <p:cNvSpPr>
              <a:spLocks/>
            </p:cNvSpPr>
            <p:nvPr/>
          </p:nvSpPr>
          <p:spPr bwMode="auto">
            <a:xfrm>
              <a:off x="1552" y="1751"/>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1" y="339"/>
                  </a:lnTo>
                  <a:lnTo>
                    <a:pt x="235" y="299"/>
                  </a:lnTo>
                  <a:lnTo>
                    <a:pt x="226" y="261"/>
                  </a:lnTo>
                  <a:lnTo>
                    <a:pt x="216" y="223"/>
                  </a:lnTo>
                  <a:lnTo>
                    <a:pt x="204" y="189"/>
                  </a:lnTo>
                  <a:lnTo>
                    <a:pt x="190" y="156"/>
                  </a:lnTo>
                  <a:lnTo>
                    <a:pt x="174" y="125"/>
                  </a:lnTo>
                  <a:lnTo>
                    <a:pt x="156" y="98"/>
                  </a:lnTo>
                  <a:lnTo>
                    <a:pt x="137" y="74"/>
                  </a:lnTo>
                  <a:lnTo>
                    <a:pt x="119" y="52"/>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8" y="81"/>
                  </a:lnTo>
                  <a:lnTo>
                    <a:pt x="147" y="105"/>
                  </a:lnTo>
                  <a:lnTo>
                    <a:pt x="164" y="132"/>
                  </a:lnTo>
                  <a:lnTo>
                    <a:pt x="178" y="161"/>
                  </a:lnTo>
                  <a:lnTo>
                    <a:pt x="193" y="193"/>
                  </a:lnTo>
                  <a:lnTo>
                    <a:pt x="204" y="227"/>
                  </a:lnTo>
                  <a:lnTo>
                    <a:pt x="215" y="264"/>
                  </a:lnTo>
                  <a:lnTo>
                    <a:pt x="223" y="301"/>
                  </a:lnTo>
                  <a:lnTo>
                    <a:pt x="229" y="341"/>
                  </a:lnTo>
                  <a:lnTo>
                    <a:pt x="232" y="382"/>
                  </a:lnTo>
                  <a:lnTo>
                    <a:pt x="234"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7399" name="Freeform 71"/>
            <p:cNvSpPr>
              <a:spLocks/>
            </p:cNvSpPr>
            <p:nvPr/>
          </p:nvSpPr>
          <p:spPr bwMode="auto">
            <a:xfrm>
              <a:off x="1552" y="1836"/>
              <a:ext cx="49" cy="85"/>
            </a:xfrm>
            <a:custGeom>
              <a:avLst/>
              <a:gdLst>
                <a:gd name="T0" fmla="*/ 0 w 245"/>
                <a:gd name="T1" fmla="*/ 3 h 425"/>
                <a:gd name="T2" fmla="*/ 0 w 245"/>
                <a:gd name="T3" fmla="*/ 3 h 425"/>
                <a:gd name="T4" fmla="*/ 0 w 245"/>
                <a:gd name="T5" fmla="*/ 3 h 425"/>
                <a:gd name="T6" fmla="*/ 0 w 245"/>
                <a:gd name="T7" fmla="*/ 3 h 425"/>
                <a:gd name="T8" fmla="*/ 1 w 245"/>
                <a:gd name="T9" fmla="*/ 3 h 425"/>
                <a:gd name="T10" fmla="*/ 1 w 245"/>
                <a:gd name="T11" fmla="*/ 3 h 425"/>
                <a:gd name="T12" fmla="*/ 1 w 245"/>
                <a:gd name="T13" fmla="*/ 3 h 425"/>
                <a:gd name="T14" fmla="*/ 1 w 245"/>
                <a:gd name="T15" fmla="*/ 3 h 425"/>
                <a:gd name="T16" fmla="*/ 1 w 245"/>
                <a:gd name="T17" fmla="*/ 3 h 425"/>
                <a:gd name="T18" fmla="*/ 1 w 245"/>
                <a:gd name="T19" fmla="*/ 2 h 425"/>
                <a:gd name="T20" fmla="*/ 2 w 245"/>
                <a:gd name="T21" fmla="*/ 2 h 425"/>
                <a:gd name="T22" fmla="*/ 2 w 245"/>
                <a:gd name="T23" fmla="*/ 2 h 425"/>
                <a:gd name="T24" fmla="*/ 2 w 245"/>
                <a:gd name="T25" fmla="*/ 2 h 425"/>
                <a:gd name="T26" fmla="*/ 2 w 245"/>
                <a:gd name="T27" fmla="*/ 1 h 425"/>
                <a:gd name="T28" fmla="*/ 2 w 245"/>
                <a:gd name="T29" fmla="*/ 1 h 425"/>
                <a:gd name="T30" fmla="*/ 2 w 245"/>
                <a:gd name="T31" fmla="*/ 1 h 425"/>
                <a:gd name="T32" fmla="*/ 2 w 245"/>
                <a:gd name="T33" fmla="*/ 0 h 425"/>
                <a:gd name="T34" fmla="*/ 2 w 245"/>
                <a:gd name="T35" fmla="*/ 0 h 425"/>
                <a:gd name="T36" fmla="*/ 2 w 245"/>
                <a:gd name="T37" fmla="*/ 0 h 425"/>
                <a:gd name="T38" fmla="*/ 2 w 245"/>
                <a:gd name="T39" fmla="*/ 0 h 425"/>
                <a:gd name="T40" fmla="*/ 2 w 245"/>
                <a:gd name="T41" fmla="*/ 1 h 425"/>
                <a:gd name="T42" fmla="*/ 2 w 245"/>
                <a:gd name="T43" fmla="*/ 1 h 425"/>
                <a:gd name="T44" fmla="*/ 2 w 245"/>
                <a:gd name="T45" fmla="*/ 1 h 425"/>
                <a:gd name="T46" fmla="*/ 2 w 245"/>
                <a:gd name="T47" fmla="*/ 2 h 425"/>
                <a:gd name="T48" fmla="*/ 2 w 245"/>
                <a:gd name="T49" fmla="*/ 2 h 425"/>
                <a:gd name="T50" fmla="*/ 1 w 245"/>
                <a:gd name="T51" fmla="*/ 2 h 425"/>
                <a:gd name="T52" fmla="*/ 1 w 245"/>
                <a:gd name="T53" fmla="*/ 2 h 425"/>
                <a:gd name="T54" fmla="*/ 1 w 245"/>
                <a:gd name="T55" fmla="*/ 3 h 425"/>
                <a:gd name="T56" fmla="*/ 1 w 245"/>
                <a:gd name="T57" fmla="*/ 3 h 425"/>
                <a:gd name="T58" fmla="*/ 1 w 245"/>
                <a:gd name="T59" fmla="*/ 3 h 425"/>
                <a:gd name="T60" fmla="*/ 1 w 245"/>
                <a:gd name="T61" fmla="*/ 3 h 425"/>
                <a:gd name="T62" fmla="*/ 1 w 245"/>
                <a:gd name="T63" fmla="*/ 3 h 425"/>
                <a:gd name="T64" fmla="*/ 0 w 245"/>
                <a:gd name="T65" fmla="*/ 3 h 425"/>
                <a:gd name="T66" fmla="*/ 0 w 245"/>
                <a:gd name="T67" fmla="*/ 3 h 425"/>
                <a:gd name="T68" fmla="*/ 0 w 245"/>
                <a:gd name="T69" fmla="*/ 3 h 425"/>
                <a:gd name="T70" fmla="*/ 0 w 245"/>
                <a:gd name="T71" fmla="*/ 3 h 425"/>
                <a:gd name="T72" fmla="*/ 0 w 245"/>
                <a:gd name="T73" fmla="*/ 3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5"/>
                <a:gd name="T113" fmla="*/ 245 w 245"/>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5">
                  <a:moveTo>
                    <a:pt x="0" y="425"/>
                  </a:moveTo>
                  <a:lnTo>
                    <a:pt x="0" y="425"/>
                  </a:lnTo>
                  <a:lnTo>
                    <a:pt x="26" y="422"/>
                  </a:lnTo>
                  <a:lnTo>
                    <a:pt x="51" y="417"/>
                  </a:lnTo>
                  <a:lnTo>
                    <a:pt x="74" y="406"/>
                  </a:lnTo>
                  <a:lnTo>
                    <a:pt x="96" y="391"/>
                  </a:lnTo>
                  <a:lnTo>
                    <a:pt x="119" y="373"/>
                  </a:lnTo>
                  <a:lnTo>
                    <a:pt x="137" y="351"/>
                  </a:lnTo>
                  <a:lnTo>
                    <a:pt x="156" y="326"/>
                  </a:lnTo>
                  <a:lnTo>
                    <a:pt x="174" y="299"/>
                  </a:lnTo>
                  <a:lnTo>
                    <a:pt x="190" y="269"/>
                  </a:lnTo>
                  <a:lnTo>
                    <a:pt x="204" y="236"/>
                  </a:lnTo>
                  <a:lnTo>
                    <a:pt x="216" y="202"/>
                  </a:lnTo>
                  <a:lnTo>
                    <a:pt x="226" y="163"/>
                  </a:lnTo>
                  <a:lnTo>
                    <a:pt x="235" y="126"/>
                  </a:lnTo>
                  <a:lnTo>
                    <a:pt x="241" y="86"/>
                  </a:lnTo>
                  <a:lnTo>
                    <a:pt x="244" y="43"/>
                  </a:lnTo>
                  <a:lnTo>
                    <a:pt x="245" y="0"/>
                  </a:lnTo>
                  <a:lnTo>
                    <a:pt x="234" y="0"/>
                  </a:lnTo>
                  <a:lnTo>
                    <a:pt x="232" y="43"/>
                  </a:lnTo>
                  <a:lnTo>
                    <a:pt x="229" y="84"/>
                  </a:lnTo>
                  <a:lnTo>
                    <a:pt x="223" y="123"/>
                  </a:lnTo>
                  <a:lnTo>
                    <a:pt x="215" y="161"/>
                  </a:lnTo>
                  <a:lnTo>
                    <a:pt x="204" y="197"/>
                  </a:lnTo>
                  <a:lnTo>
                    <a:pt x="193" y="231"/>
                  </a:lnTo>
                  <a:lnTo>
                    <a:pt x="178" y="264"/>
                  </a:lnTo>
                  <a:lnTo>
                    <a:pt x="164" y="292"/>
                  </a:lnTo>
                  <a:lnTo>
                    <a:pt x="147" y="319"/>
                  </a:lnTo>
                  <a:lnTo>
                    <a:pt x="128" y="344"/>
                  </a:lnTo>
                  <a:lnTo>
                    <a:pt x="109" y="364"/>
                  </a:lnTo>
                  <a:lnTo>
                    <a:pt x="89" y="381"/>
                  </a:lnTo>
                  <a:lnTo>
                    <a:pt x="67" y="394"/>
                  </a:lnTo>
                  <a:lnTo>
                    <a:pt x="46" y="405"/>
                  </a:lnTo>
                  <a:lnTo>
                    <a:pt x="24" y="411"/>
                  </a:lnTo>
                  <a:lnTo>
                    <a:pt x="0" y="413"/>
                  </a:lnTo>
                  <a:lnTo>
                    <a:pt x="0" y="425"/>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7400" name="Freeform 72"/>
            <p:cNvSpPr>
              <a:spLocks/>
            </p:cNvSpPr>
            <p:nvPr/>
          </p:nvSpPr>
          <p:spPr bwMode="auto">
            <a:xfrm>
              <a:off x="1502" y="1836"/>
              <a:ext cx="50" cy="85"/>
            </a:xfrm>
            <a:custGeom>
              <a:avLst/>
              <a:gdLst>
                <a:gd name="T0" fmla="*/ 0 w 246"/>
                <a:gd name="T1" fmla="*/ 0 h 425"/>
                <a:gd name="T2" fmla="*/ 0 w 246"/>
                <a:gd name="T3" fmla="*/ 0 h 425"/>
                <a:gd name="T4" fmla="*/ 0 w 246"/>
                <a:gd name="T5" fmla="*/ 0 h 425"/>
                <a:gd name="T6" fmla="*/ 0 w 246"/>
                <a:gd name="T7" fmla="*/ 1 h 425"/>
                <a:gd name="T8" fmla="*/ 0 w 246"/>
                <a:gd name="T9" fmla="*/ 1 h 425"/>
                <a:gd name="T10" fmla="*/ 0 w 246"/>
                <a:gd name="T11" fmla="*/ 1 h 425"/>
                <a:gd name="T12" fmla="*/ 0 w 246"/>
                <a:gd name="T13" fmla="*/ 2 h 425"/>
                <a:gd name="T14" fmla="*/ 0 w 246"/>
                <a:gd name="T15" fmla="*/ 2 h 425"/>
                <a:gd name="T16" fmla="*/ 0 w 246"/>
                <a:gd name="T17" fmla="*/ 2 h 425"/>
                <a:gd name="T18" fmla="*/ 1 w 246"/>
                <a:gd name="T19" fmla="*/ 2 h 425"/>
                <a:gd name="T20" fmla="*/ 1 w 246"/>
                <a:gd name="T21" fmla="*/ 3 h 425"/>
                <a:gd name="T22" fmla="*/ 1 w 246"/>
                <a:gd name="T23" fmla="*/ 3 h 425"/>
                <a:gd name="T24" fmla="*/ 1 w 246"/>
                <a:gd name="T25" fmla="*/ 3 h 425"/>
                <a:gd name="T26" fmla="*/ 1 w 246"/>
                <a:gd name="T27" fmla="*/ 3 h 425"/>
                <a:gd name="T28" fmla="*/ 1 w 246"/>
                <a:gd name="T29" fmla="*/ 3 h 425"/>
                <a:gd name="T30" fmla="*/ 2 w 246"/>
                <a:gd name="T31" fmla="*/ 3 h 425"/>
                <a:gd name="T32" fmla="*/ 2 w 246"/>
                <a:gd name="T33" fmla="*/ 3 h 425"/>
                <a:gd name="T34" fmla="*/ 2 w 246"/>
                <a:gd name="T35" fmla="*/ 3 h 425"/>
                <a:gd name="T36" fmla="*/ 2 w 246"/>
                <a:gd name="T37" fmla="*/ 3 h 425"/>
                <a:gd name="T38" fmla="*/ 2 w 246"/>
                <a:gd name="T39" fmla="*/ 3 h 425"/>
                <a:gd name="T40" fmla="*/ 2 w 246"/>
                <a:gd name="T41" fmla="*/ 3 h 425"/>
                <a:gd name="T42" fmla="*/ 1 w 246"/>
                <a:gd name="T43" fmla="*/ 3 h 425"/>
                <a:gd name="T44" fmla="*/ 1 w 246"/>
                <a:gd name="T45" fmla="*/ 3 h 425"/>
                <a:gd name="T46" fmla="*/ 1 w 246"/>
                <a:gd name="T47" fmla="*/ 3 h 425"/>
                <a:gd name="T48" fmla="*/ 1 w 246"/>
                <a:gd name="T49" fmla="*/ 3 h 425"/>
                <a:gd name="T50" fmla="*/ 1 w 246"/>
                <a:gd name="T51" fmla="*/ 3 h 425"/>
                <a:gd name="T52" fmla="*/ 1 w 246"/>
                <a:gd name="T53" fmla="*/ 2 h 425"/>
                <a:gd name="T54" fmla="*/ 1 w 246"/>
                <a:gd name="T55" fmla="*/ 2 h 425"/>
                <a:gd name="T56" fmla="*/ 0 w 246"/>
                <a:gd name="T57" fmla="*/ 2 h 425"/>
                <a:gd name="T58" fmla="*/ 0 w 246"/>
                <a:gd name="T59" fmla="*/ 2 h 425"/>
                <a:gd name="T60" fmla="*/ 0 w 246"/>
                <a:gd name="T61" fmla="*/ 1 h 425"/>
                <a:gd name="T62" fmla="*/ 0 w 246"/>
                <a:gd name="T63" fmla="*/ 1 h 425"/>
                <a:gd name="T64" fmla="*/ 0 w 246"/>
                <a:gd name="T65" fmla="*/ 1 h 425"/>
                <a:gd name="T66" fmla="*/ 0 w 246"/>
                <a:gd name="T67" fmla="*/ 0 h 425"/>
                <a:gd name="T68" fmla="*/ 0 w 246"/>
                <a:gd name="T69" fmla="*/ 0 h 425"/>
                <a:gd name="T70" fmla="*/ 0 w 246"/>
                <a:gd name="T71" fmla="*/ 0 h 425"/>
                <a:gd name="T72" fmla="*/ 0 w 246"/>
                <a:gd name="T73" fmla="*/ 0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5"/>
                <a:gd name="T113" fmla="*/ 246 w 246"/>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5">
                  <a:moveTo>
                    <a:pt x="0" y="0"/>
                  </a:moveTo>
                  <a:lnTo>
                    <a:pt x="0" y="0"/>
                  </a:lnTo>
                  <a:lnTo>
                    <a:pt x="2" y="43"/>
                  </a:lnTo>
                  <a:lnTo>
                    <a:pt x="5" y="86"/>
                  </a:lnTo>
                  <a:lnTo>
                    <a:pt x="11" y="126"/>
                  </a:lnTo>
                  <a:lnTo>
                    <a:pt x="19" y="163"/>
                  </a:lnTo>
                  <a:lnTo>
                    <a:pt x="30" y="202"/>
                  </a:lnTo>
                  <a:lnTo>
                    <a:pt x="41" y="236"/>
                  </a:lnTo>
                  <a:lnTo>
                    <a:pt x="55" y="269"/>
                  </a:lnTo>
                  <a:lnTo>
                    <a:pt x="73" y="299"/>
                  </a:lnTo>
                  <a:lnTo>
                    <a:pt x="89" y="326"/>
                  </a:lnTo>
                  <a:lnTo>
                    <a:pt x="108" y="351"/>
                  </a:lnTo>
                  <a:lnTo>
                    <a:pt x="128" y="373"/>
                  </a:lnTo>
                  <a:lnTo>
                    <a:pt x="150" y="391"/>
                  </a:lnTo>
                  <a:lnTo>
                    <a:pt x="171" y="406"/>
                  </a:lnTo>
                  <a:lnTo>
                    <a:pt x="196" y="417"/>
                  </a:lnTo>
                  <a:lnTo>
                    <a:pt x="221" y="422"/>
                  </a:lnTo>
                  <a:lnTo>
                    <a:pt x="246" y="425"/>
                  </a:lnTo>
                  <a:lnTo>
                    <a:pt x="246" y="413"/>
                  </a:lnTo>
                  <a:lnTo>
                    <a:pt x="223" y="411"/>
                  </a:lnTo>
                  <a:lnTo>
                    <a:pt x="201" y="405"/>
                  </a:lnTo>
                  <a:lnTo>
                    <a:pt x="178" y="394"/>
                  </a:lnTo>
                  <a:lnTo>
                    <a:pt x="157" y="381"/>
                  </a:lnTo>
                  <a:lnTo>
                    <a:pt x="137" y="364"/>
                  </a:lnTo>
                  <a:lnTo>
                    <a:pt x="117" y="344"/>
                  </a:lnTo>
                  <a:lnTo>
                    <a:pt x="99" y="319"/>
                  </a:lnTo>
                  <a:lnTo>
                    <a:pt x="82" y="292"/>
                  </a:lnTo>
                  <a:lnTo>
                    <a:pt x="67" y="264"/>
                  </a:lnTo>
                  <a:lnTo>
                    <a:pt x="53" y="231"/>
                  </a:lnTo>
                  <a:lnTo>
                    <a:pt x="41" y="197"/>
                  </a:lnTo>
                  <a:lnTo>
                    <a:pt x="31" y="161"/>
                  </a:lnTo>
                  <a:lnTo>
                    <a:pt x="23" y="123"/>
                  </a:lnTo>
                  <a:lnTo>
                    <a:pt x="17" y="84"/>
                  </a:lnTo>
                  <a:lnTo>
                    <a:pt x="13" y="4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7401" name="Freeform 73"/>
            <p:cNvSpPr>
              <a:spLocks/>
            </p:cNvSpPr>
            <p:nvPr/>
          </p:nvSpPr>
          <p:spPr bwMode="auto">
            <a:xfrm>
              <a:off x="1502" y="1751"/>
              <a:ext cx="50" cy="85"/>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2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1" y="2"/>
                  </a:lnTo>
                  <a:lnTo>
                    <a:pt x="196" y="8"/>
                  </a:lnTo>
                  <a:lnTo>
                    <a:pt x="171" y="19"/>
                  </a:lnTo>
                  <a:lnTo>
                    <a:pt x="150" y="34"/>
                  </a:lnTo>
                  <a:lnTo>
                    <a:pt x="128" y="52"/>
                  </a:lnTo>
                  <a:lnTo>
                    <a:pt x="108" y="74"/>
                  </a:lnTo>
                  <a:lnTo>
                    <a:pt x="89" y="98"/>
                  </a:lnTo>
                  <a:lnTo>
                    <a:pt x="73" y="125"/>
                  </a:lnTo>
                  <a:lnTo>
                    <a:pt x="55" y="156"/>
                  </a:lnTo>
                  <a:lnTo>
                    <a:pt x="41" y="189"/>
                  </a:lnTo>
                  <a:lnTo>
                    <a:pt x="30" y="223"/>
                  </a:lnTo>
                  <a:lnTo>
                    <a:pt x="19" y="261"/>
                  </a:lnTo>
                  <a:lnTo>
                    <a:pt x="11" y="299"/>
                  </a:lnTo>
                  <a:lnTo>
                    <a:pt x="5" y="339"/>
                  </a:lnTo>
                  <a:lnTo>
                    <a:pt x="2" y="382"/>
                  </a:lnTo>
                  <a:lnTo>
                    <a:pt x="0" y="424"/>
                  </a:lnTo>
                  <a:lnTo>
                    <a:pt x="12" y="424"/>
                  </a:lnTo>
                  <a:lnTo>
                    <a:pt x="13" y="382"/>
                  </a:lnTo>
                  <a:lnTo>
                    <a:pt x="17" y="341"/>
                  </a:lnTo>
                  <a:lnTo>
                    <a:pt x="23" y="301"/>
                  </a:lnTo>
                  <a:lnTo>
                    <a:pt x="31" y="264"/>
                  </a:lnTo>
                  <a:lnTo>
                    <a:pt x="41" y="227"/>
                  </a:lnTo>
                  <a:lnTo>
                    <a:pt x="53" y="193"/>
                  </a:lnTo>
                  <a:lnTo>
                    <a:pt x="67" y="161"/>
                  </a:lnTo>
                  <a:lnTo>
                    <a:pt x="82" y="132"/>
                  </a:lnTo>
                  <a:lnTo>
                    <a:pt x="99" y="105"/>
                  </a:lnTo>
                  <a:lnTo>
                    <a:pt x="117" y="81"/>
                  </a:lnTo>
                  <a:lnTo>
                    <a:pt x="137" y="61"/>
                  </a:lnTo>
                  <a:lnTo>
                    <a:pt x="157" y="43"/>
                  </a:lnTo>
                  <a:lnTo>
                    <a:pt x="178" y="30"/>
                  </a:lnTo>
                  <a:lnTo>
                    <a:pt x="201" y="20"/>
                  </a:lnTo>
                  <a:lnTo>
                    <a:pt x="223" y="14"/>
                  </a:lnTo>
                  <a:lnTo>
                    <a:pt x="246" y="12"/>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7402" name="Freeform 74"/>
            <p:cNvSpPr>
              <a:spLocks/>
            </p:cNvSpPr>
            <p:nvPr/>
          </p:nvSpPr>
          <p:spPr bwMode="auto">
            <a:xfrm>
              <a:off x="1565" y="2016"/>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0" y="339"/>
                  </a:lnTo>
                  <a:lnTo>
                    <a:pt x="234" y="299"/>
                  </a:lnTo>
                  <a:lnTo>
                    <a:pt x="226" y="261"/>
                  </a:lnTo>
                  <a:lnTo>
                    <a:pt x="216" y="223"/>
                  </a:lnTo>
                  <a:lnTo>
                    <a:pt x="204" y="189"/>
                  </a:lnTo>
                  <a:lnTo>
                    <a:pt x="190" y="156"/>
                  </a:lnTo>
                  <a:lnTo>
                    <a:pt x="174" y="125"/>
                  </a:lnTo>
                  <a:lnTo>
                    <a:pt x="156" y="98"/>
                  </a:lnTo>
                  <a:lnTo>
                    <a:pt x="138" y="74"/>
                  </a:lnTo>
                  <a:lnTo>
                    <a:pt x="118" y="51"/>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9" y="81"/>
                  </a:lnTo>
                  <a:lnTo>
                    <a:pt x="147" y="105"/>
                  </a:lnTo>
                  <a:lnTo>
                    <a:pt x="164" y="132"/>
                  </a:lnTo>
                  <a:lnTo>
                    <a:pt x="178" y="160"/>
                  </a:lnTo>
                  <a:lnTo>
                    <a:pt x="192" y="193"/>
                  </a:lnTo>
                  <a:lnTo>
                    <a:pt x="204" y="227"/>
                  </a:lnTo>
                  <a:lnTo>
                    <a:pt x="215" y="264"/>
                  </a:lnTo>
                  <a:lnTo>
                    <a:pt x="223" y="301"/>
                  </a:lnTo>
                  <a:lnTo>
                    <a:pt x="229"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7403" name="Freeform 75"/>
            <p:cNvSpPr>
              <a:spLocks/>
            </p:cNvSpPr>
            <p:nvPr/>
          </p:nvSpPr>
          <p:spPr bwMode="auto">
            <a:xfrm>
              <a:off x="1565" y="2101"/>
              <a:ext cx="49" cy="85"/>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6" y="423"/>
                  </a:lnTo>
                  <a:lnTo>
                    <a:pt x="51" y="418"/>
                  </a:lnTo>
                  <a:lnTo>
                    <a:pt x="74" y="407"/>
                  </a:lnTo>
                  <a:lnTo>
                    <a:pt x="96" y="392"/>
                  </a:lnTo>
                  <a:lnTo>
                    <a:pt x="118" y="373"/>
                  </a:lnTo>
                  <a:lnTo>
                    <a:pt x="138" y="351"/>
                  </a:lnTo>
                  <a:lnTo>
                    <a:pt x="156" y="327"/>
                  </a:lnTo>
                  <a:lnTo>
                    <a:pt x="175" y="299"/>
                  </a:lnTo>
                  <a:lnTo>
                    <a:pt x="190" y="269"/>
                  </a:lnTo>
                  <a:lnTo>
                    <a:pt x="204" y="236"/>
                  </a:lnTo>
                  <a:lnTo>
                    <a:pt x="216" y="202"/>
                  </a:lnTo>
                  <a:lnTo>
                    <a:pt x="226" y="164"/>
                  </a:lnTo>
                  <a:lnTo>
                    <a:pt x="234" y="126"/>
                  </a:lnTo>
                  <a:lnTo>
                    <a:pt x="240" y="86"/>
                  </a:lnTo>
                  <a:lnTo>
                    <a:pt x="244" y="42"/>
                  </a:lnTo>
                  <a:lnTo>
                    <a:pt x="245" y="0"/>
                  </a:lnTo>
                  <a:lnTo>
                    <a:pt x="233" y="0"/>
                  </a:lnTo>
                  <a:lnTo>
                    <a:pt x="232" y="42"/>
                  </a:lnTo>
                  <a:lnTo>
                    <a:pt x="229" y="83"/>
                  </a:lnTo>
                  <a:lnTo>
                    <a:pt x="223" y="123"/>
                  </a:lnTo>
                  <a:lnTo>
                    <a:pt x="215" y="162"/>
                  </a:lnTo>
                  <a:lnTo>
                    <a:pt x="204" y="197"/>
                  </a:lnTo>
                  <a:lnTo>
                    <a:pt x="192" y="231"/>
                  </a:lnTo>
                  <a:lnTo>
                    <a:pt x="178" y="264"/>
                  </a:lnTo>
                  <a:lnTo>
                    <a:pt x="163" y="292"/>
                  </a:lnTo>
                  <a:lnTo>
                    <a:pt x="147" y="320"/>
                  </a:lnTo>
                  <a:lnTo>
                    <a:pt x="129" y="344"/>
                  </a:lnTo>
                  <a:lnTo>
                    <a:pt x="109" y="364"/>
                  </a:lnTo>
                  <a:lnTo>
                    <a:pt x="89" y="382"/>
                  </a:lnTo>
                  <a:lnTo>
                    <a:pt x="67" y="395"/>
                  </a:lnTo>
                  <a:lnTo>
                    <a:pt x="46" y="406"/>
                  </a:lnTo>
                  <a:lnTo>
                    <a:pt x="24"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7404" name="Freeform 76"/>
            <p:cNvSpPr>
              <a:spLocks/>
            </p:cNvSpPr>
            <p:nvPr/>
          </p:nvSpPr>
          <p:spPr bwMode="auto">
            <a:xfrm>
              <a:off x="1516" y="2101"/>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5" y="86"/>
                  </a:lnTo>
                  <a:lnTo>
                    <a:pt x="11" y="126"/>
                  </a:lnTo>
                  <a:lnTo>
                    <a:pt x="19" y="164"/>
                  </a:lnTo>
                  <a:lnTo>
                    <a:pt x="30" y="202"/>
                  </a:lnTo>
                  <a:lnTo>
                    <a:pt x="41" y="236"/>
                  </a:lnTo>
                  <a:lnTo>
                    <a:pt x="55" y="269"/>
                  </a:lnTo>
                  <a:lnTo>
                    <a:pt x="71" y="299"/>
                  </a:lnTo>
                  <a:lnTo>
                    <a:pt x="89" y="327"/>
                  </a:lnTo>
                  <a:lnTo>
                    <a:pt x="107" y="351"/>
                  </a:lnTo>
                  <a:lnTo>
                    <a:pt x="127" y="373"/>
                  </a:lnTo>
                  <a:lnTo>
                    <a:pt x="149" y="392"/>
                  </a:lnTo>
                  <a:lnTo>
                    <a:pt x="171" y="407"/>
                  </a:lnTo>
                  <a:lnTo>
                    <a:pt x="195" y="418"/>
                  </a:lnTo>
                  <a:lnTo>
                    <a:pt x="219" y="423"/>
                  </a:lnTo>
                  <a:lnTo>
                    <a:pt x="245" y="426"/>
                  </a:lnTo>
                  <a:lnTo>
                    <a:pt x="245" y="414"/>
                  </a:lnTo>
                  <a:lnTo>
                    <a:pt x="222" y="412"/>
                  </a:lnTo>
                  <a:lnTo>
                    <a:pt x="199" y="406"/>
                  </a:lnTo>
                  <a:lnTo>
                    <a:pt x="178" y="395"/>
                  </a:lnTo>
                  <a:lnTo>
                    <a:pt x="156" y="382"/>
                  </a:lnTo>
                  <a:lnTo>
                    <a:pt x="136" y="364"/>
                  </a:lnTo>
                  <a:lnTo>
                    <a:pt x="116" y="344"/>
                  </a:lnTo>
                  <a:lnTo>
                    <a:pt x="99" y="320"/>
                  </a:lnTo>
                  <a:lnTo>
                    <a:pt x="82" y="292"/>
                  </a:lnTo>
                  <a:lnTo>
                    <a:pt x="67" y="264"/>
                  </a:lnTo>
                  <a:lnTo>
                    <a:pt x="53" y="231"/>
                  </a:lnTo>
                  <a:lnTo>
                    <a:pt x="41" y="197"/>
                  </a:lnTo>
                  <a:lnTo>
                    <a:pt x="31" y="162"/>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7405" name="Freeform 77"/>
            <p:cNvSpPr>
              <a:spLocks/>
            </p:cNvSpPr>
            <p:nvPr/>
          </p:nvSpPr>
          <p:spPr bwMode="auto">
            <a:xfrm>
              <a:off x="1516" y="2016"/>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5" y="8"/>
                  </a:lnTo>
                  <a:lnTo>
                    <a:pt x="171" y="19"/>
                  </a:lnTo>
                  <a:lnTo>
                    <a:pt x="149" y="34"/>
                  </a:lnTo>
                  <a:lnTo>
                    <a:pt x="127" y="51"/>
                  </a:lnTo>
                  <a:lnTo>
                    <a:pt x="107" y="74"/>
                  </a:lnTo>
                  <a:lnTo>
                    <a:pt x="89" y="98"/>
                  </a:lnTo>
                  <a:lnTo>
                    <a:pt x="72" y="125"/>
                  </a:lnTo>
                  <a:lnTo>
                    <a:pt x="55" y="156"/>
                  </a:lnTo>
                  <a:lnTo>
                    <a:pt x="41" y="189"/>
                  </a:lnTo>
                  <a:lnTo>
                    <a:pt x="30" y="223"/>
                  </a:lnTo>
                  <a:lnTo>
                    <a:pt x="19" y="261"/>
                  </a:lnTo>
                  <a:lnTo>
                    <a:pt x="11" y="299"/>
                  </a:lnTo>
                  <a:lnTo>
                    <a:pt x="5" y="339"/>
                  </a:lnTo>
                  <a:lnTo>
                    <a:pt x="1" y="382"/>
                  </a:lnTo>
                  <a:lnTo>
                    <a:pt x="0" y="424"/>
                  </a:lnTo>
                  <a:lnTo>
                    <a:pt x="12" y="424"/>
                  </a:lnTo>
                  <a:lnTo>
                    <a:pt x="13" y="382"/>
                  </a:lnTo>
                  <a:lnTo>
                    <a:pt x="17" y="341"/>
                  </a:lnTo>
                  <a:lnTo>
                    <a:pt x="23" y="301"/>
                  </a:lnTo>
                  <a:lnTo>
                    <a:pt x="31" y="264"/>
                  </a:lnTo>
                  <a:lnTo>
                    <a:pt x="41" y="227"/>
                  </a:lnTo>
                  <a:lnTo>
                    <a:pt x="53" y="193"/>
                  </a:lnTo>
                  <a:lnTo>
                    <a:pt x="67" y="160"/>
                  </a:lnTo>
                  <a:lnTo>
                    <a:pt x="81" y="132"/>
                  </a:lnTo>
                  <a:lnTo>
                    <a:pt x="99" y="105"/>
                  </a:lnTo>
                  <a:lnTo>
                    <a:pt x="116" y="81"/>
                  </a:lnTo>
                  <a:lnTo>
                    <a:pt x="136" y="61"/>
                  </a:lnTo>
                  <a:lnTo>
                    <a:pt x="156" y="43"/>
                  </a:lnTo>
                  <a:lnTo>
                    <a:pt x="178" y="30"/>
                  </a:lnTo>
                  <a:lnTo>
                    <a:pt x="199" y="20"/>
                  </a:lnTo>
                  <a:lnTo>
                    <a:pt x="222"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sp>
        <p:nvSpPr>
          <p:cNvPr id="57352" name="Rectangle 79"/>
          <p:cNvSpPr>
            <a:spLocks noChangeArrowheads="1"/>
          </p:cNvSpPr>
          <p:nvPr/>
        </p:nvSpPr>
        <p:spPr bwMode="auto">
          <a:xfrm>
            <a:off x="611188" y="0"/>
            <a:ext cx="6388100" cy="6477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3000"/>
              <a:t>Sem. 1 - Lundi</a:t>
            </a:r>
          </a:p>
        </p:txBody>
      </p:sp>
      <p:sp>
        <p:nvSpPr>
          <p:cNvPr id="57353" name="Text Box 80"/>
          <p:cNvSpPr txBox="1">
            <a:spLocks noChangeArrowheads="1"/>
          </p:cNvSpPr>
          <p:nvPr/>
        </p:nvSpPr>
        <p:spPr bwMode="auto">
          <a:xfrm>
            <a:off x="566738" y="2697163"/>
            <a:ext cx="3217862"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2. Pas de commandes</a:t>
            </a:r>
          </a:p>
        </p:txBody>
      </p:sp>
      <p:sp>
        <p:nvSpPr>
          <p:cNvPr id="57354" name="Text Box 81"/>
          <p:cNvSpPr txBox="1">
            <a:spLocks noChangeArrowheads="1"/>
          </p:cNvSpPr>
          <p:nvPr/>
        </p:nvSpPr>
        <p:spPr bwMode="auto">
          <a:xfrm>
            <a:off x="566738" y="5211763"/>
            <a:ext cx="6543675" cy="4429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eaLnBrk="1" hangingPunct="1">
              <a:spcBef>
                <a:spcPct val="0"/>
              </a:spcBef>
              <a:buFontTx/>
              <a:buNone/>
            </a:pPr>
            <a:r>
              <a:rPr lang="fr-FR" altLang="fr-FR" sz="2300"/>
              <a:t>4. Pointez la production sur votre feuille de suivi</a:t>
            </a:r>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8371" name="Group 3"/>
          <p:cNvGrpSpPr>
            <a:grpSpLocks/>
          </p:cNvGrpSpPr>
          <p:nvPr/>
        </p:nvGrpSpPr>
        <p:grpSpPr bwMode="auto">
          <a:xfrm>
            <a:off x="7073900" y="215900"/>
            <a:ext cx="1878013" cy="1250950"/>
            <a:chOff x="4456" y="136"/>
            <a:chExt cx="1183" cy="788"/>
          </a:xfrm>
        </p:grpSpPr>
        <p:grpSp>
          <p:nvGrpSpPr>
            <p:cNvPr id="58488" name="Group 4"/>
            <p:cNvGrpSpPr>
              <a:grpSpLocks/>
            </p:cNvGrpSpPr>
            <p:nvPr/>
          </p:nvGrpSpPr>
          <p:grpSpPr bwMode="auto">
            <a:xfrm>
              <a:off x="4766" y="232"/>
              <a:ext cx="873" cy="692"/>
              <a:chOff x="2185" y="310"/>
              <a:chExt cx="873" cy="692"/>
            </a:xfrm>
          </p:grpSpPr>
          <p:sp>
            <p:nvSpPr>
              <p:cNvPr id="58499" name="Freeform 5"/>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accent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8500" name="Freeform 6"/>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8501" name="Freeform 7"/>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8502" name="Freeform 8"/>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8503" name="Freeform 9"/>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8504" name="Freeform 10"/>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8505" name="Freeform 11"/>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grpSp>
          <p:nvGrpSpPr>
            <p:cNvPr id="58489" name="Group 12"/>
            <p:cNvGrpSpPr>
              <a:grpSpLocks/>
            </p:cNvGrpSpPr>
            <p:nvPr/>
          </p:nvGrpSpPr>
          <p:grpSpPr bwMode="auto">
            <a:xfrm>
              <a:off x="4949" y="336"/>
              <a:ext cx="591" cy="468"/>
              <a:chOff x="2185" y="310"/>
              <a:chExt cx="873" cy="692"/>
            </a:xfrm>
          </p:grpSpPr>
          <p:sp>
            <p:nvSpPr>
              <p:cNvPr id="58492" name="Freeform 13"/>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8493" name="Freeform 14"/>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8494" name="Freeform 15"/>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8495" name="Freeform 16"/>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8496" name="Freeform 17"/>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8497" name="Freeform 18"/>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8498" name="Freeform 19"/>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pic>
          <p:nvPicPr>
            <p:cNvPr id="58490" name="Picture 20"/>
            <p:cNvPicPr>
              <a:picLocks noChangeAspect="1" noChangeArrowheads="1"/>
            </p:cNvPicPr>
            <p:nvPr/>
          </p:nvPicPr>
          <p:blipFill>
            <a:blip r:embed="rId3" cstate="print">
              <a:extLst>
                <a:ext uri="{28A0092B-C50C-407E-A947-70E740481C1C}">
                  <a14:useLocalDpi xmlns:a14="http://schemas.microsoft.com/office/drawing/2010/main" val="0"/>
                </a:ext>
              </a:extLst>
            </a:blip>
            <a:srcRect l="-4282" t="-4369" r="-5199" b="-12012"/>
            <a:stretch>
              <a:fillRect/>
            </a:stretch>
          </p:blipFill>
          <p:spPr bwMode="auto">
            <a:xfrm>
              <a:off x="4456" y="136"/>
              <a:ext cx="480" cy="5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8491" name="Text Box 21"/>
            <p:cNvSpPr txBox="1">
              <a:spLocks noChangeArrowheads="1"/>
            </p:cNvSpPr>
            <p:nvPr/>
          </p:nvSpPr>
          <p:spPr bwMode="auto">
            <a:xfrm>
              <a:off x="5066" y="314"/>
              <a:ext cx="356" cy="49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4500" b="1">
                  <a:solidFill>
                    <a:srgbClr val="FF0000"/>
                  </a:solidFill>
                  <a:latin typeface="Arial Black" pitchFamily="34" charset="0"/>
                </a:rPr>
                <a:t>9</a:t>
              </a:r>
              <a:endParaRPr lang="fr-FR" altLang="fr-FR" sz="3200">
                <a:solidFill>
                  <a:schemeClr val="tx1"/>
                </a:solidFill>
                <a:latin typeface="Arial Black" pitchFamily="34" charset="0"/>
              </a:endParaRPr>
            </a:p>
          </p:txBody>
        </p:sp>
      </p:grpSp>
      <p:sp>
        <p:nvSpPr>
          <p:cNvPr id="58372" name="Text Box 22"/>
          <p:cNvSpPr txBox="1">
            <a:spLocks noChangeArrowheads="1"/>
          </p:cNvSpPr>
          <p:nvPr/>
        </p:nvSpPr>
        <p:spPr bwMode="auto">
          <a:xfrm>
            <a:off x="487363" y="3729038"/>
            <a:ext cx="828675"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a:spcBef>
                <a:spcPct val="0"/>
              </a:spcBef>
              <a:buFontTx/>
              <a:buNone/>
            </a:pPr>
            <a:r>
              <a:rPr lang="fr-FR" altLang="fr-FR" sz="2400">
                <a:solidFill>
                  <a:srgbClr val="FC2C1C"/>
                </a:solidFill>
              </a:rPr>
              <a:t>1 R1</a:t>
            </a:r>
          </a:p>
        </p:txBody>
      </p:sp>
      <p:sp>
        <p:nvSpPr>
          <p:cNvPr id="58373" name="Text Box 23"/>
          <p:cNvSpPr txBox="1">
            <a:spLocks noChangeArrowheads="1"/>
          </p:cNvSpPr>
          <p:nvPr/>
        </p:nvSpPr>
        <p:spPr bwMode="auto">
          <a:xfrm>
            <a:off x="1881188" y="3729038"/>
            <a:ext cx="828675"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a:spcBef>
                <a:spcPct val="0"/>
              </a:spcBef>
              <a:buFontTx/>
              <a:buNone/>
            </a:pPr>
            <a:r>
              <a:rPr lang="fr-FR" altLang="fr-FR" sz="2400">
                <a:solidFill>
                  <a:srgbClr val="FC2C1C"/>
                </a:solidFill>
              </a:rPr>
              <a:t>2 R3</a:t>
            </a:r>
          </a:p>
        </p:txBody>
      </p:sp>
      <p:sp>
        <p:nvSpPr>
          <p:cNvPr id="58374" name="Text Box 24"/>
          <p:cNvSpPr txBox="1">
            <a:spLocks noChangeArrowheads="1"/>
          </p:cNvSpPr>
          <p:nvPr/>
        </p:nvSpPr>
        <p:spPr bwMode="auto">
          <a:xfrm>
            <a:off x="3351213" y="3729038"/>
            <a:ext cx="828675"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a:spcBef>
                <a:spcPct val="0"/>
              </a:spcBef>
              <a:buFontTx/>
              <a:buNone/>
            </a:pPr>
            <a:r>
              <a:rPr lang="fr-FR" altLang="fr-FR" sz="2400">
                <a:solidFill>
                  <a:srgbClr val="FC2C1C"/>
                </a:solidFill>
              </a:rPr>
              <a:t>3 R4</a:t>
            </a:r>
          </a:p>
        </p:txBody>
      </p:sp>
      <p:sp>
        <p:nvSpPr>
          <p:cNvPr id="58375" name="Oval 25"/>
          <p:cNvSpPr>
            <a:spLocks noChangeArrowheads="1"/>
          </p:cNvSpPr>
          <p:nvPr/>
        </p:nvSpPr>
        <p:spPr bwMode="auto">
          <a:xfrm rot="-5400000">
            <a:off x="6265069" y="3220244"/>
            <a:ext cx="336550" cy="312738"/>
          </a:xfrm>
          <a:prstGeom prst="ellipse">
            <a:avLst/>
          </a:prstGeom>
          <a:solidFill>
            <a:schemeClr val="bg1"/>
          </a:solidFill>
          <a:ln w="9525">
            <a:solidFill>
              <a:schemeClr val="tx1"/>
            </a:solidFill>
            <a:round/>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58376" name="Text Box 26"/>
          <p:cNvSpPr txBox="1">
            <a:spLocks noChangeArrowheads="1"/>
          </p:cNvSpPr>
          <p:nvPr/>
        </p:nvSpPr>
        <p:spPr bwMode="auto">
          <a:xfrm>
            <a:off x="5940425" y="3749675"/>
            <a:ext cx="3113088"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a:spcBef>
                <a:spcPct val="0"/>
              </a:spcBef>
              <a:buFontTx/>
              <a:buNone/>
            </a:pPr>
            <a:r>
              <a:rPr lang="fr-FR" altLang="fr-FR" sz="2400">
                <a:solidFill>
                  <a:srgbClr val="FC2C1C"/>
                </a:solidFill>
              </a:rPr>
              <a:t>5 Couronnes (ph. A)</a:t>
            </a:r>
          </a:p>
        </p:txBody>
      </p:sp>
      <p:sp>
        <p:nvSpPr>
          <p:cNvPr id="58377" name="Rectangle 27"/>
          <p:cNvSpPr>
            <a:spLocks noGrp="1" noChangeArrowheads="1"/>
          </p:cNvSpPr>
          <p:nvPr>
            <p:ph type="title"/>
          </p:nvPr>
        </p:nvSpPr>
        <p:spPr>
          <a:xfrm>
            <a:off x="1525588" y="0"/>
            <a:ext cx="5372100" cy="647700"/>
          </a:xfrm>
        </p:spPr>
        <p:txBody>
          <a:bodyPr/>
          <a:lstStyle/>
          <a:p>
            <a:pPr eaLnBrk="1" hangingPunct="1"/>
            <a:r>
              <a:rPr lang="fr-FR" altLang="fr-FR"/>
              <a:t>Sem. 1 - Mardi (Ste Carine)</a:t>
            </a:r>
          </a:p>
        </p:txBody>
      </p:sp>
      <p:sp>
        <p:nvSpPr>
          <p:cNvPr id="58378" name="Text Box 28"/>
          <p:cNvSpPr txBox="1">
            <a:spLocks noChangeArrowheads="1"/>
          </p:cNvSpPr>
          <p:nvPr/>
        </p:nvSpPr>
        <p:spPr bwMode="auto">
          <a:xfrm>
            <a:off x="574675" y="2030413"/>
            <a:ext cx="3557588"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2. Livrez les commandes</a:t>
            </a:r>
          </a:p>
        </p:txBody>
      </p:sp>
      <p:sp>
        <p:nvSpPr>
          <p:cNvPr id="58379" name="Text Box 29"/>
          <p:cNvSpPr txBox="1">
            <a:spLocks noChangeArrowheads="1"/>
          </p:cNvSpPr>
          <p:nvPr/>
        </p:nvSpPr>
        <p:spPr bwMode="auto">
          <a:xfrm>
            <a:off x="566738" y="1154113"/>
            <a:ext cx="1946275"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1. Tirez le dé</a:t>
            </a:r>
          </a:p>
        </p:txBody>
      </p:sp>
      <p:sp>
        <p:nvSpPr>
          <p:cNvPr id="58380" name="Text Box 30"/>
          <p:cNvSpPr txBox="1">
            <a:spLocks noChangeArrowheads="1"/>
          </p:cNvSpPr>
          <p:nvPr/>
        </p:nvSpPr>
        <p:spPr bwMode="auto">
          <a:xfrm>
            <a:off x="579438" y="4316413"/>
            <a:ext cx="18796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3. Produisez</a:t>
            </a:r>
          </a:p>
        </p:txBody>
      </p:sp>
      <p:grpSp>
        <p:nvGrpSpPr>
          <p:cNvPr id="58381" name="Group 32"/>
          <p:cNvGrpSpPr>
            <a:grpSpLocks/>
          </p:cNvGrpSpPr>
          <p:nvPr/>
        </p:nvGrpSpPr>
        <p:grpSpPr bwMode="auto">
          <a:xfrm>
            <a:off x="2843213" y="1106488"/>
            <a:ext cx="446087" cy="534987"/>
            <a:chOff x="868" y="1439"/>
            <a:chExt cx="811" cy="972"/>
          </a:xfrm>
        </p:grpSpPr>
        <p:sp>
          <p:nvSpPr>
            <p:cNvPr id="58437" name="Freeform 33"/>
            <p:cNvSpPr>
              <a:spLocks/>
            </p:cNvSpPr>
            <p:nvPr/>
          </p:nvSpPr>
          <p:spPr bwMode="auto">
            <a:xfrm>
              <a:off x="1548" y="2014"/>
              <a:ext cx="123" cy="100"/>
            </a:xfrm>
            <a:custGeom>
              <a:avLst/>
              <a:gdLst>
                <a:gd name="T0" fmla="*/ 5 w 618"/>
                <a:gd name="T1" fmla="*/ 0 h 502"/>
                <a:gd name="T2" fmla="*/ 5 w 618"/>
                <a:gd name="T3" fmla="*/ 0 h 502"/>
                <a:gd name="T4" fmla="*/ 0 w 618"/>
                <a:gd name="T5" fmla="*/ 4 h 502"/>
                <a:gd name="T6" fmla="*/ 0 w 618"/>
                <a:gd name="T7" fmla="*/ 4 h 502"/>
                <a:gd name="T8" fmla="*/ 5 w 618"/>
                <a:gd name="T9" fmla="*/ 0 h 502"/>
                <a:gd name="T10" fmla="*/ 5 w 618"/>
                <a:gd name="T11" fmla="*/ 0 h 502"/>
                <a:gd name="T12" fmla="*/ 5 w 618"/>
                <a:gd name="T13" fmla="*/ 0 h 502"/>
                <a:gd name="T14" fmla="*/ 5 w 618"/>
                <a:gd name="T15" fmla="*/ 0 h 502"/>
                <a:gd name="T16" fmla="*/ 5 w 618"/>
                <a:gd name="T17" fmla="*/ 0 h 502"/>
                <a:gd name="T18" fmla="*/ 5 w 618"/>
                <a:gd name="T19" fmla="*/ 0 h 502"/>
                <a:gd name="T20" fmla="*/ 5 w 618"/>
                <a:gd name="T21" fmla="*/ 0 h 502"/>
                <a:gd name="T22" fmla="*/ 5 w 618"/>
                <a:gd name="T23" fmla="*/ 0 h 502"/>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618"/>
                <a:gd name="T37" fmla="*/ 0 h 502"/>
                <a:gd name="T38" fmla="*/ 618 w 618"/>
                <a:gd name="T39" fmla="*/ 502 h 502"/>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618" h="502">
                  <a:moveTo>
                    <a:pt x="611" y="0"/>
                  </a:moveTo>
                  <a:lnTo>
                    <a:pt x="606" y="2"/>
                  </a:lnTo>
                  <a:lnTo>
                    <a:pt x="0" y="490"/>
                  </a:lnTo>
                  <a:lnTo>
                    <a:pt x="10" y="502"/>
                  </a:lnTo>
                  <a:lnTo>
                    <a:pt x="616" y="14"/>
                  </a:lnTo>
                  <a:lnTo>
                    <a:pt x="611" y="16"/>
                  </a:lnTo>
                  <a:lnTo>
                    <a:pt x="616" y="14"/>
                  </a:lnTo>
                  <a:lnTo>
                    <a:pt x="618" y="9"/>
                  </a:lnTo>
                  <a:lnTo>
                    <a:pt x="617" y="3"/>
                  </a:lnTo>
                  <a:lnTo>
                    <a:pt x="612" y="1"/>
                  </a:lnTo>
                  <a:lnTo>
                    <a:pt x="606" y="2"/>
                  </a:lnTo>
                  <a:lnTo>
                    <a:pt x="611"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8438" name="Freeform 34"/>
            <p:cNvSpPr>
              <a:spLocks/>
            </p:cNvSpPr>
            <p:nvPr/>
          </p:nvSpPr>
          <p:spPr bwMode="auto">
            <a:xfrm>
              <a:off x="876" y="1852"/>
              <a:ext cx="82" cy="373"/>
            </a:xfrm>
            <a:custGeom>
              <a:avLst/>
              <a:gdLst>
                <a:gd name="T0" fmla="*/ 3 w 413"/>
                <a:gd name="T1" fmla="*/ 15 h 1865"/>
                <a:gd name="T2" fmla="*/ 3 w 413"/>
                <a:gd name="T3" fmla="*/ 15 h 1865"/>
                <a:gd name="T4" fmla="*/ 0 w 413"/>
                <a:gd name="T5" fmla="*/ 0 h 1865"/>
                <a:gd name="T6" fmla="*/ 0 w 413"/>
                <a:gd name="T7" fmla="*/ 0 h 1865"/>
                <a:gd name="T8" fmla="*/ 3 w 413"/>
                <a:gd name="T9" fmla="*/ 15 h 1865"/>
                <a:gd name="T10" fmla="*/ 3 w 413"/>
                <a:gd name="T11" fmla="*/ 15 h 1865"/>
                <a:gd name="T12" fmla="*/ 3 w 413"/>
                <a:gd name="T13" fmla="*/ 15 h 1865"/>
                <a:gd name="T14" fmla="*/ 3 w 413"/>
                <a:gd name="T15" fmla="*/ 15 h 1865"/>
                <a:gd name="T16" fmla="*/ 3 w 413"/>
                <a:gd name="T17" fmla="*/ 15 h 1865"/>
                <a:gd name="T18" fmla="*/ 3 w 413"/>
                <a:gd name="T19" fmla="*/ 15 h 1865"/>
                <a:gd name="T20" fmla="*/ 3 w 413"/>
                <a:gd name="T21" fmla="*/ 15 h 1865"/>
                <a:gd name="T22" fmla="*/ 3 w 413"/>
                <a:gd name="T23" fmla="*/ 15 h 186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413"/>
                <a:gd name="T37" fmla="*/ 0 h 1865"/>
                <a:gd name="T38" fmla="*/ 413 w 413"/>
                <a:gd name="T39" fmla="*/ 1865 h 1865"/>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413" h="1865">
                  <a:moveTo>
                    <a:pt x="400" y="1864"/>
                  </a:moveTo>
                  <a:lnTo>
                    <a:pt x="413" y="1856"/>
                  </a:lnTo>
                  <a:lnTo>
                    <a:pt x="17" y="0"/>
                  </a:lnTo>
                  <a:lnTo>
                    <a:pt x="0" y="2"/>
                  </a:lnTo>
                  <a:lnTo>
                    <a:pt x="396" y="1858"/>
                  </a:lnTo>
                  <a:lnTo>
                    <a:pt x="409" y="1850"/>
                  </a:lnTo>
                  <a:lnTo>
                    <a:pt x="396" y="1858"/>
                  </a:lnTo>
                  <a:lnTo>
                    <a:pt x="400" y="1864"/>
                  </a:lnTo>
                  <a:lnTo>
                    <a:pt x="406" y="1865"/>
                  </a:lnTo>
                  <a:lnTo>
                    <a:pt x="410" y="1862"/>
                  </a:lnTo>
                  <a:lnTo>
                    <a:pt x="413" y="1856"/>
                  </a:lnTo>
                  <a:lnTo>
                    <a:pt x="400" y="186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8439" name="Freeform 35"/>
            <p:cNvSpPr>
              <a:spLocks/>
            </p:cNvSpPr>
            <p:nvPr/>
          </p:nvSpPr>
          <p:spPr bwMode="auto">
            <a:xfrm>
              <a:off x="1282" y="1533"/>
              <a:ext cx="35" cy="161"/>
            </a:xfrm>
            <a:custGeom>
              <a:avLst/>
              <a:gdLst>
                <a:gd name="T0" fmla="*/ 1 w 175"/>
                <a:gd name="T1" fmla="*/ 6 h 807"/>
                <a:gd name="T2" fmla="*/ 1 w 175"/>
                <a:gd name="T3" fmla="*/ 6 h 807"/>
                <a:gd name="T4" fmla="*/ 1 w 175"/>
                <a:gd name="T5" fmla="*/ 6 h 807"/>
                <a:gd name="T6" fmla="*/ 1 w 175"/>
                <a:gd name="T7" fmla="*/ 5 h 807"/>
                <a:gd name="T8" fmla="*/ 1 w 175"/>
                <a:gd name="T9" fmla="*/ 5 h 807"/>
                <a:gd name="T10" fmla="*/ 1 w 175"/>
                <a:gd name="T11" fmla="*/ 5 h 807"/>
                <a:gd name="T12" fmla="*/ 1 w 175"/>
                <a:gd name="T13" fmla="*/ 4 h 807"/>
                <a:gd name="T14" fmla="*/ 1 w 175"/>
                <a:gd name="T15" fmla="*/ 4 h 807"/>
                <a:gd name="T16" fmla="*/ 1 w 175"/>
                <a:gd name="T17" fmla="*/ 3 h 807"/>
                <a:gd name="T18" fmla="*/ 1 w 175"/>
                <a:gd name="T19" fmla="*/ 3 h 807"/>
                <a:gd name="T20" fmla="*/ 1 w 175"/>
                <a:gd name="T21" fmla="*/ 3 h 807"/>
                <a:gd name="T22" fmla="*/ 1 w 175"/>
                <a:gd name="T23" fmla="*/ 2 h 807"/>
                <a:gd name="T24" fmla="*/ 1 w 175"/>
                <a:gd name="T25" fmla="*/ 2 h 807"/>
                <a:gd name="T26" fmla="*/ 1 w 175"/>
                <a:gd name="T27" fmla="*/ 2 h 807"/>
                <a:gd name="T28" fmla="*/ 1 w 175"/>
                <a:gd name="T29" fmla="*/ 1 h 807"/>
                <a:gd name="T30" fmla="*/ 1 w 175"/>
                <a:gd name="T31" fmla="*/ 1 h 807"/>
                <a:gd name="T32" fmla="*/ 1 w 175"/>
                <a:gd name="T33" fmla="*/ 1 h 807"/>
                <a:gd name="T34" fmla="*/ 1 w 175"/>
                <a:gd name="T35" fmla="*/ 0 h 807"/>
                <a:gd name="T36" fmla="*/ 1 w 175"/>
                <a:gd name="T37" fmla="*/ 0 h 807"/>
                <a:gd name="T38" fmla="*/ 1 w 175"/>
                <a:gd name="T39" fmla="*/ 0 h 807"/>
                <a:gd name="T40" fmla="*/ 0 w 175"/>
                <a:gd name="T41" fmla="*/ 1 h 807"/>
                <a:gd name="T42" fmla="*/ 0 w 175"/>
                <a:gd name="T43" fmla="*/ 1 h 807"/>
                <a:gd name="T44" fmla="*/ 0 w 175"/>
                <a:gd name="T45" fmla="*/ 1 h 807"/>
                <a:gd name="T46" fmla="*/ 0 w 175"/>
                <a:gd name="T47" fmla="*/ 2 h 807"/>
                <a:gd name="T48" fmla="*/ 0 w 175"/>
                <a:gd name="T49" fmla="*/ 2 h 807"/>
                <a:gd name="T50" fmla="*/ 0 w 175"/>
                <a:gd name="T51" fmla="*/ 3 h 807"/>
                <a:gd name="T52" fmla="*/ 0 w 175"/>
                <a:gd name="T53" fmla="*/ 3 h 807"/>
                <a:gd name="T54" fmla="*/ 0 w 175"/>
                <a:gd name="T55" fmla="*/ 3 h 807"/>
                <a:gd name="T56" fmla="*/ 0 w 175"/>
                <a:gd name="T57" fmla="*/ 4 h 807"/>
                <a:gd name="T58" fmla="*/ 0 w 175"/>
                <a:gd name="T59" fmla="*/ 4 h 807"/>
                <a:gd name="T60" fmla="*/ 0 w 175"/>
                <a:gd name="T61" fmla="*/ 5 h 807"/>
                <a:gd name="T62" fmla="*/ 0 w 175"/>
                <a:gd name="T63" fmla="*/ 5 h 807"/>
                <a:gd name="T64" fmla="*/ 0 w 175"/>
                <a:gd name="T65" fmla="*/ 5 h 807"/>
                <a:gd name="T66" fmla="*/ 1 w 175"/>
                <a:gd name="T67" fmla="*/ 6 h 807"/>
                <a:gd name="T68" fmla="*/ 1 w 175"/>
                <a:gd name="T69" fmla="*/ 6 h 807"/>
                <a:gd name="T70" fmla="*/ 1 w 175"/>
                <a:gd name="T71" fmla="*/ 6 h 807"/>
                <a:gd name="T72" fmla="*/ 1 w 175"/>
                <a:gd name="T73" fmla="*/ 6 h 807"/>
                <a:gd name="T74" fmla="*/ 1 w 175"/>
                <a:gd name="T75" fmla="*/ 6 h 807"/>
                <a:gd name="T76" fmla="*/ 1 w 175"/>
                <a:gd name="T77" fmla="*/ 6 h 807"/>
                <a:gd name="T78" fmla="*/ 1 w 175"/>
                <a:gd name="T79" fmla="*/ 6 h 807"/>
                <a:gd name="T80" fmla="*/ 1 w 175"/>
                <a:gd name="T81" fmla="*/ 6 h 807"/>
                <a:gd name="T82" fmla="*/ 1 w 175"/>
                <a:gd name="T83" fmla="*/ 6 h 807"/>
                <a:gd name="T84" fmla="*/ 1 w 175"/>
                <a:gd name="T85" fmla="*/ 6 h 807"/>
                <a:gd name="T86" fmla="*/ 1 w 175"/>
                <a:gd name="T87" fmla="*/ 6 h 807"/>
                <a:gd name="T88" fmla="*/ 1 w 175"/>
                <a:gd name="T89" fmla="*/ 6 h 807"/>
                <a:gd name="T90" fmla="*/ 1 w 175"/>
                <a:gd name="T91" fmla="*/ 6 h 80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175"/>
                <a:gd name="T139" fmla="*/ 0 h 807"/>
                <a:gd name="T140" fmla="*/ 175 w 175"/>
                <a:gd name="T141" fmla="*/ 807 h 80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175" h="807">
                  <a:moveTo>
                    <a:pt x="169" y="740"/>
                  </a:moveTo>
                  <a:lnTo>
                    <a:pt x="169" y="739"/>
                  </a:lnTo>
                  <a:lnTo>
                    <a:pt x="149" y="698"/>
                  </a:lnTo>
                  <a:lnTo>
                    <a:pt x="133" y="656"/>
                  </a:lnTo>
                  <a:lnTo>
                    <a:pt x="120" y="611"/>
                  </a:lnTo>
                  <a:lnTo>
                    <a:pt x="108" y="565"/>
                  </a:lnTo>
                  <a:lnTo>
                    <a:pt x="100" y="520"/>
                  </a:lnTo>
                  <a:lnTo>
                    <a:pt x="96" y="472"/>
                  </a:lnTo>
                  <a:lnTo>
                    <a:pt x="93" y="425"/>
                  </a:lnTo>
                  <a:lnTo>
                    <a:pt x="93" y="377"/>
                  </a:lnTo>
                  <a:lnTo>
                    <a:pt x="96" y="330"/>
                  </a:lnTo>
                  <a:lnTo>
                    <a:pt x="100" y="283"/>
                  </a:lnTo>
                  <a:lnTo>
                    <a:pt x="106" y="238"/>
                  </a:lnTo>
                  <a:lnTo>
                    <a:pt x="115" y="195"/>
                  </a:lnTo>
                  <a:lnTo>
                    <a:pt x="126" y="153"/>
                  </a:lnTo>
                  <a:lnTo>
                    <a:pt x="139" y="114"/>
                  </a:lnTo>
                  <a:lnTo>
                    <a:pt x="153" y="77"/>
                  </a:lnTo>
                  <a:lnTo>
                    <a:pt x="169" y="43"/>
                  </a:lnTo>
                  <a:lnTo>
                    <a:pt x="87" y="0"/>
                  </a:lnTo>
                  <a:lnTo>
                    <a:pt x="69" y="39"/>
                  </a:lnTo>
                  <a:lnTo>
                    <a:pt x="52" y="81"/>
                  </a:lnTo>
                  <a:lnTo>
                    <a:pt x="37" y="127"/>
                  </a:lnTo>
                  <a:lnTo>
                    <a:pt x="24" y="174"/>
                  </a:lnTo>
                  <a:lnTo>
                    <a:pt x="15" y="222"/>
                  </a:lnTo>
                  <a:lnTo>
                    <a:pt x="7" y="271"/>
                  </a:lnTo>
                  <a:lnTo>
                    <a:pt x="2" y="323"/>
                  </a:lnTo>
                  <a:lnTo>
                    <a:pt x="0" y="374"/>
                  </a:lnTo>
                  <a:lnTo>
                    <a:pt x="0" y="427"/>
                  </a:lnTo>
                  <a:lnTo>
                    <a:pt x="2" y="479"/>
                  </a:lnTo>
                  <a:lnTo>
                    <a:pt x="9" y="531"/>
                  </a:lnTo>
                  <a:lnTo>
                    <a:pt x="17" y="584"/>
                  </a:lnTo>
                  <a:lnTo>
                    <a:pt x="29" y="635"/>
                  </a:lnTo>
                  <a:lnTo>
                    <a:pt x="44" y="686"/>
                  </a:lnTo>
                  <a:lnTo>
                    <a:pt x="65" y="736"/>
                  </a:lnTo>
                  <a:lnTo>
                    <a:pt x="87" y="784"/>
                  </a:lnTo>
                  <a:lnTo>
                    <a:pt x="87" y="782"/>
                  </a:lnTo>
                  <a:lnTo>
                    <a:pt x="87" y="784"/>
                  </a:lnTo>
                  <a:lnTo>
                    <a:pt x="100" y="799"/>
                  </a:lnTo>
                  <a:lnTo>
                    <a:pt x="117" y="807"/>
                  </a:lnTo>
                  <a:lnTo>
                    <a:pt x="134" y="807"/>
                  </a:lnTo>
                  <a:lnTo>
                    <a:pt x="151" y="801"/>
                  </a:lnTo>
                  <a:lnTo>
                    <a:pt x="164" y="791"/>
                  </a:lnTo>
                  <a:lnTo>
                    <a:pt x="173" y="777"/>
                  </a:lnTo>
                  <a:lnTo>
                    <a:pt x="175" y="759"/>
                  </a:lnTo>
                  <a:lnTo>
                    <a:pt x="169" y="739"/>
                  </a:lnTo>
                  <a:lnTo>
                    <a:pt x="169" y="74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8440" name="Freeform 36"/>
            <p:cNvSpPr>
              <a:spLocks/>
            </p:cNvSpPr>
            <p:nvPr/>
          </p:nvSpPr>
          <p:spPr bwMode="auto">
            <a:xfrm>
              <a:off x="1299" y="1681"/>
              <a:ext cx="157" cy="281"/>
            </a:xfrm>
            <a:custGeom>
              <a:avLst/>
              <a:gdLst>
                <a:gd name="T0" fmla="*/ 6 w 787"/>
                <a:gd name="T1" fmla="*/ 11 h 1404"/>
                <a:gd name="T2" fmla="*/ 6 w 787"/>
                <a:gd name="T3" fmla="*/ 11 h 1404"/>
                <a:gd name="T4" fmla="*/ 1 w 787"/>
                <a:gd name="T5" fmla="*/ 0 h 1404"/>
                <a:gd name="T6" fmla="*/ 0 w 787"/>
                <a:gd name="T7" fmla="*/ 0 h 1404"/>
                <a:gd name="T8" fmla="*/ 6 w 787"/>
                <a:gd name="T9" fmla="*/ 11 h 1404"/>
                <a:gd name="T10" fmla="*/ 6 w 787"/>
                <a:gd name="T11" fmla="*/ 11 h 1404"/>
                <a:gd name="T12" fmla="*/ 6 w 787"/>
                <a:gd name="T13" fmla="*/ 11 h 1404"/>
                <a:gd name="T14" fmla="*/ 6 w 787"/>
                <a:gd name="T15" fmla="*/ 11 h 1404"/>
                <a:gd name="T16" fmla="*/ 6 w 787"/>
                <a:gd name="T17" fmla="*/ 11 h 1404"/>
                <a:gd name="T18" fmla="*/ 6 w 787"/>
                <a:gd name="T19" fmla="*/ 11 h 1404"/>
                <a:gd name="T20" fmla="*/ 6 w 787"/>
                <a:gd name="T21" fmla="*/ 11 h 1404"/>
                <a:gd name="T22" fmla="*/ 6 w 787"/>
                <a:gd name="T23" fmla="*/ 11 h 1404"/>
                <a:gd name="T24" fmla="*/ 6 w 787"/>
                <a:gd name="T25" fmla="*/ 11 h 1404"/>
                <a:gd name="T26" fmla="*/ 6 w 787"/>
                <a:gd name="T27" fmla="*/ 11 h 1404"/>
                <a:gd name="T28" fmla="*/ 6 w 787"/>
                <a:gd name="T29" fmla="*/ 11 h 1404"/>
                <a:gd name="T30" fmla="*/ 6 w 787"/>
                <a:gd name="T31" fmla="*/ 11 h 1404"/>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787"/>
                <a:gd name="T49" fmla="*/ 0 h 1404"/>
                <a:gd name="T50" fmla="*/ 787 w 787"/>
                <a:gd name="T51" fmla="*/ 1404 h 1404"/>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787" h="1404">
                  <a:moveTo>
                    <a:pt x="781" y="1334"/>
                  </a:moveTo>
                  <a:lnTo>
                    <a:pt x="781" y="1337"/>
                  </a:lnTo>
                  <a:lnTo>
                    <a:pt x="82" y="0"/>
                  </a:lnTo>
                  <a:lnTo>
                    <a:pt x="0" y="42"/>
                  </a:lnTo>
                  <a:lnTo>
                    <a:pt x="699" y="1379"/>
                  </a:lnTo>
                  <a:lnTo>
                    <a:pt x="699" y="1381"/>
                  </a:lnTo>
                  <a:lnTo>
                    <a:pt x="699" y="1379"/>
                  </a:lnTo>
                  <a:lnTo>
                    <a:pt x="712" y="1395"/>
                  </a:lnTo>
                  <a:lnTo>
                    <a:pt x="727" y="1402"/>
                  </a:lnTo>
                  <a:lnTo>
                    <a:pt x="744" y="1404"/>
                  </a:lnTo>
                  <a:lnTo>
                    <a:pt x="761" y="1398"/>
                  </a:lnTo>
                  <a:lnTo>
                    <a:pt x="775" y="1388"/>
                  </a:lnTo>
                  <a:lnTo>
                    <a:pt x="784" y="1373"/>
                  </a:lnTo>
                  <a:lnTo>
                    <a:pt x="787" y="1357"/>
                  </a:lnTo>
                  <a:lnTo>
                    <a:pt x="781" y="1337"/>
                  </a:lnTo>
                  <a:lnTo>
                    <a:pt x="781" y="13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8441" name="Freeform 37"/>
            <p:cNvSpPr>
              <a:spLocks/>
            </p:cNvSpPr>
            <p:nvPr/>
          </p:nvSpPr>
          <p:spPr bwMode="auto">
            <a:xfrm>
              <a:off x="1439" y="1948"/>
              <a:ext cx="125" cy="76"/>
            </a:xfrm>
            <a:custGeom>
              <a:avLst/>
              <a:gdLst>
                <a:gd name="T0" fmla="*/ 5 w 628"/>
                <a:gd name="T1" fmla="*/ 2 h 383"/>
                <a:gd name="T2" fmla="*/ 5 w 628"/>
                <a:gd name="T3" fmla="*/ 2 h 383"/>
                <a:gd name="T4" fmla="*/ 4 w 628"/>
                <a:gd name="T5" fmla="*/ 2 h 383"/>
                <a:gd name="T6" fmla="*/ 4 w 628"/>
                <a:gd name="T7" fmla="*/ 2 h 383"/>
                <a:gd name="T8" fmla="*/ 4 w 628"/>
                <a:gd name="T9" fmla="*/ 2 h 383"/>
                <a:gd name="T10" fmla="*/ 3 w 628"/>
                <a:gd name="T11" fmla="*/ 2 h 383"/>
                <a:gd name="T12" fmla="*/ 3 w 628"/>
                <a:gd name="T13" fmla="*/ 2 h 383"/>
                <a:gd name="T14" fmla="*/ 3 w 628"/>
                <a:gd name="T15" fmla="*/ 2 h 383"/>
                <a:gd name="T16" fmla="*/ 3 w 628"/>
                <a:gd name="T17" fmla="*/ 2 h 383"/>
                <a:gd name="T18" fmla="*/ 2 w 628"/>
                <a:gd name="T19" fmla="*/ 2 h 383"/>
                <a:gd name="T20" fmla="*/ 2 w 628"/>
                <a:gd name="T21" fmla="*/ 2 h 383"/>
                <a:gd name="T22" fmla="*/ 2 w 628"/>
                <a:gd name="T23" fmla="*/ 1 h 383"/>
                <a:gd name="T24" fmla="*/ 2 w 628"/>
                <a:gd name="T25" fmla="*/ 1 h 383"/>
                <a:gd name="T26" fmla="*/ 1 w 628"/>
                <a:gd name="T27" fmla="*/ 1 h 383"/>
                <a:gd name="T28" fmla="*/ 1 w 628"/>
                <a:gd name="T29" fmla="*/ 1 h 383"/>
                <a:gd name="T30" fmla="*/ 1 w 628"/>
                <a:gd name="T31" fmla="*/ 1 h 383"/>
                <a:gd name="T32" fmla="*/ 1 w 628"/>
                <a:gd name="T33" fmla="*/ 0 h 383"/>
                <a:gd name="T34" fmla="*/ 1 w 628"/>
                <a:gd name="T35" fmla="*/ 0 h 383"/>
                <a:gd name="T36" fmla="*/ 0 w 628"/>
                <a:gd name="T37" fmla="*/ 0 h 383"/>
                <a:gd name="T38" fmla="*/ 0 w 628"/>
                <a:gd name="T39" fmla="*/ 1 h 383"/>
                <a:gd name="T40" fmla="*/ 0 w 628"/>
                <a:gd name="T41" fmla="*/ 1 h 383"/>
                <a:gd name="T42" fmla="*/ 1 w 628"/>
                <a:gd name="T43" fmla="*/ 1 h 383"/>
                <a:gd name="T44" fmla="*/ 1 w 628"/>
                <a:gd name="T45" fmla="*/ 1 h 383"/>
                <a:gd name="T46" fmla="*/ 1 w 628"/>
                <a:gd name="T47" fmla="*/ 2 h 383"/>
                <a:gd name="T48" fmla="*/ 1 w 628"/>
                <a:gd name="T49" fmla="*/ 2 h 383"/>
                <a:gd name="T50" fmla="*/ 2 w 628"/>
                <a:gd name="T51" fmla="*/ 2 h 383"/>
                <a:gd name="T52" fmla="*/ 2 w 628"/>
                <a:gd name="T53" fmla="*/ 2 h 383"/>
                <a:gd name="T54" fmla="*/ 2 w 628"/>
                <a:gd name="T55" fmla="*/ 2 h 383"/>
                <a:gd name="T56" fmla="*/ 3 w 628"/>
                <a:gd name="T57" fmla="*/ 3 h 383"/>
                <a:gd name="T58" fmla="*/ 3 w 628"/>
                <a:gd name="T59" fmla="*/ 3 h 383"/>
                <a:gd name="T60" fmla="*/ 3 w 628"/>
                <a:gd name="T61" fmla="*/ 3 h 383"/>
                <a:gd name="T62" fmla="*/ 4 w 628"/>
                <a:gd name="T63" fmla="*/ 3 h 383"/>
                <a:gd name="T64" fmla="*/ 4 w 628"/>
                <a:gd name="T65" fmla="*/ 3 h 383"/>
                <a:gd name="T66" fmla="*/ 4 w 628"/>
                <a:gd name="T67" fmla="*/ 3 h 383"/>
                <a:gd name="T68" fmla="*/ 5 w 628"/>
                <a:gd name="T69" fmla="*/ 3 h 383"/>
                <a:gd name="T70" fmla="*/ 5 w 628"/>
                <a:gd name="T71" fmla="*/ 3 h 383"/>
                <a:gd name="T72" fmla="*/ 5 w 628"/>
                <a:gd name="T73" fmla="*/ 3 h 383"/>
                <a:gd name="T74" fmla="*/ 5 w 628"/>
                <a:gd name="T75" fmla="*/ 3 h 383"/>
                <a:gd name="T76" fmla="*/ 5 w 628"/>
                <a:gd name="T77" fmla="*/ 3 h 383"/>
                <a:gd name="T78" fmla="*/ 5 w 628"/>
                <a:gd name="T79" fmla="*/ 3 h 383"/>
                <a:gd name="T80" fmla="*/ 5 w 628"/>
                <a:gd name="T81" fmla="*/ 3 h 383"/>
                <a:gd name="T82" fmla="*/ 5 w 628"/>
                <a:gd name="T83" fmla="*/ 3 h 383"/>
                <a:gd name="T84" fmla="*/ 5 w 628"/>
                <a:gd name="T85" fmla="*/ 2 h 383"/>
                <a:gd name="T86" fmla="*/ 5 w 628"/>
                <a:gd name="T87" fmla="*/ 2 h 383"/>
                <a:gd name="T88" fmla="*/ 5 w 628"/>
                <a:gd name="T89" fmla="*/ 2 h 383"/>
                <a:gd name="T90" fmla="*/ 5 w 628"/>
                <a:gd name="T91" fmla="*/ 2 h 38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628"/>
                <a:gd name="T139" fmla="*/ 0 h 383"/>
                <a:gd name="T140" fmla="*/ 628 w 628"/>
                <a:gd name="T141" fmla="*/ 383 h 38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628" h="383">
                  <a:moveTo>
                    <a:pt x="581" y="289"/>
                  </a:moveTo>
                  <a:lnTo>
                    <a:pt x="582" y="289"/>
                  </a:lnTo>
                  <a:lnTo>
                    <a:pt x="541" y="287"/>
                  </a:lnTo>
                  <a:lnTo>
                    <a:pt x="500" y="283"/>
                  </a:lnTo>
                  <a:lnTo>
                    <a:pt x="462" y="276"/>
                  </a:lnTo>
                  <a:lnTo>
                    <a:pt x="424" y="268"/>
                  </a:lnTo>
                  <a:lnTo>
                    <a:pt x="389" y="255"/>
                  </a:lnTo>
                  <a:lnTo>
                    <a:pt x="352" y="242"/>
                  </a:lnTo>
                  <a:lnTo>
                    <a:pt x="320" y="227"/>
                  </a:lnTo>
                  <a:lnTo>
                    <a:pt x="287" y="209"/>
                  </a:lnTo>
                  <a:lnTo>
                    <a:pt x="255" y="189"/>
                  </a:lnTo>
                  <a:lnTo>
                    <a:pt x="226" y="168"/>
                  </a:lnTo>
                  <a:lnTo>
                    <a:pt x="198" y="145"/>
                  </a:lnTo>
                  <a:lnTo>
                    <a:pt x="172" y="119"/>
                  </a:lnTo>
                  <a:lnTo>
                    <a:pt x="146" y="92"/>
                  </a:lnTo>
                  <a:lnTo>
                    <a:pt x="122" y="64"/>
                  </a:lnTo>
                  <a:lnTo>
                    <a:pt x="100" y="33"/>
                  </a:lnTo>
                  <a:lnTo>
                    <a:pt x="82" y="0"/>
                  </a:lnTo>
                  <a:lnTo>
                    <a:pt x="0" y="47"/>
                  </a:lnTo>
                  <a:lnTo>
                    <a:pt x="23" y="85"/>
                  </a:lnTo>
                  <a:lnTo>
                    <a:pt x="49" y="120"/>
                  </a:lnTo>
                  <a:lnTo>
                    <a:pt x="76" y="153"/>
                  </a:lnTo>
                  <a:lnTo>
                    <a:pt x="104" y="185"/>
                  </a:lnTo>
                  <a:lnTo>
                    <a:pt x="137" y="215"/>
                  </a:lnTo>
                  <a:lnTo>
                    <a:pt x="170" y="241"/>
                  </a:lnTo>
                  <a:lnTo>
                    <a:pt x="204" y="267"/>
                  </a:lnTo>
                  <a:lnTo>
                    <a:pt x="240" y="289"/>
                  </a:lnTo>
                  <a:lnTo>
                    <a:pt x="277" y="309"/>
                  </a:lnTo>
                  <a:lnTo>
                    <a:pt x="317" y="329"/>
                  </a:lnTo>
                  <a:lnTo>
                    <a:pt x="358" y="344"/>
                  </a:lnTo>
                  <a:lnTo>
                    <a:pt x="400" y="357"/>
                  </a:lnTo>
                  <a:lnTo>
                    <a:pt x="444" y="367"/>
                  </a:lnTo>
                  <a:lnTo>
                    <a:pt x="488" y="374"/>
                  </a:lnTo>
                  <a:lnTo>
                    <a:pt x="534" y="380"/>
                  </a:lnTo>
                  <a:lnTo>
                    <a:pt x="580" y="383"/>
                  </a:lnTo>
                  <a:lnTo>
                    <a:pt x="581" y="383"/>
                  </a:lnTo>
                  <a:lnTo>
                    <a:pt x="580" y="383"/>
                  </a:lnTo>
                  <a:lnTo>
                    <a:pt x="600" y="379"/>
                  </a:lnTo>
                  <a:lnTo>
                    <a:pt x="615" y="369"/>
                  </a:lnTo>
                  <a:lnTo>
                    <a:pt x="624" y="353"/>
                  </a:lnTo>
                  <a:lnTo>
                    <a:pt x="628" y="337"/>
                  </a:lnTo>
                  <a:lnTo>
                    <a:pt x="625" y="319"/>
                  </a:lnTo>
                  <a:lnTo>
                    <a:pt x="617" y="304"/>
                  </a:lnTo>
                  <a:lnTo>
                    <a:pt x="602" y="294"/>
                  </a:lnTo>
                  <a:lnTo>
                    <a:pt x="582" y="289"/>
                  </a:lnTo>
                  <a:lnTo>
                    <a:pt x="581" y="28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8442" name="Freeform 38"/>
            <p:cNvSpPr>
              <a:spLocks/>
            </p:cNvSpPr>
            <p:nvPr/>
          </p:nvSpPr>
          <p:spPr bwMode="auto">
            <a:xfrm>
              <a:off x="1587" y="1880"/>
              <a:ext cx="85" cy="49"/>
            </a:xfrm>
            <a:custGeom>
              <a:avLst/>
              <a:gdLst>
                <a:gd name="T0" fmla="*/ 3 w 426"/>
                <a:gd name="T1" fmla="*/ 0 h 245"/>
                <a:gd name="T2" fmla="*/ 3 w 426"/>
                <a:gd name="T3" fmla="*/ 0 h 245"/>
                <a:gd name="T4" fmla="*/ 3 w 426"/>
                <a:gd name="T5" fmla="*/ 0 h 245"/>
                <a:gd name="T6" fmla="*/ 3 w 426"/>
                <a:gd name="T7" fmla="*/ 0 h 245"/>
                <a:gd name="T8" fmla="*/ 2 w 426"/>
                <a:gd name="T9" fmla="*/ 0 h 245"/>
                <a:gd name="T10" fmla="*/ 2 w 426"/>
                <a:gd name="T11" fmla="*/ 0 h 245"/>
                <a:gd name="T12" fmla="*/ 2 w 426"/>
                <a:gd name="T13" fmla="*/ 0 h 245"/>
                <a:gd name="T14" fmla="*/ 2 w 426"/>
                <a:gd name="T15" fmla="*/ 0 h 245"/>
                <a:gd name="T16" fmla="*/ 1 w 426"/>
                <a:gd name="T17" fmla="*/ 0 h 245"/>
                <a:gd name="T18" fmla="*/ 1 w 426"/>
                <a:gd name="T19" fmla="*/ 1 h 245"/>
                <a:gd name="T20" fmla="*/ 1 w 426"/>
                <a:gd name="T21" fmla="*/ 1 h 245"/>
                <a:gd name="T22" fmla="*/ 1 w 426"/>
                <a:gd name="T23" fmla="*/ 1 h 245"/>
                <a:gd name="T24" fmla="*/ 0 w 426"/>
                <a:gd name="T25" fmla="*/ 1 h 245"/>
                <a:gd name="T26" fmla="*/ 0 w 426"/>
                <a:gd name="T27" fmla="*/ 1 h 245"/>
                <a:gd name="T28" fmla="*/ 0 w 426"/>
                <a:gd name="T29" fmla="*/ 1 h 245"/>
                <a:gd name="T30" fmla="*/ 0 w 426"/>
                <a:gd name="T31" fmla="*/ 2 h 245"/>
                <a:gd name="T32" fmla="*/ 0 w 426"/>
                <a:gd name="T33" fmla="*/ 2 h 245"/>
                <a:gd name="T34" fmla="*/ 0 w 426"/>
                <a:gd name="T35" fmla="*/ 2 h 245"/>
                <a:gd name="T36" fmla="*/ 0 w 426"/>
                <a:gd name="T37" fmla="*/ 2 h 245"/>
                <a:gd name="T38" fmla="*/ 0 w 426"/>
                <a:gd name="T39" fmla="*/ 2 h 245"/>
                <a:gd name="T40" fmla="*/ 0 w 426"/>
                <a:gd name="T41" fmla="*/ 2 h 245"/>
                <a:gd name="T42" fmla="*/ 0 w 426"/>
                <a:gd name="T43" fmla="*/ 1 h 245"/>
                <a:gd name="T44" fmla="*/ 0 w 426"/>
                <a:gd name="T45" fmla="*/ 1 h 245"/>
                <a:gd name="T46" fmla="*/ 0 w 426"/>
                <a:gd name="T47" fmla="*/ 1 h 245"/>
                <a:gd name="T48" fmla="*/ 1 w 426"/>
                <a:gd name="T49" fmla="*/ 1 h 245"/>
                <a:gd name="T50" fmla="*/ 1 w 426"/>
                <a:gd name="T51" fmla="*/ 1 h 245"/>
                <a:gd name="T52" fmla="*/ 1 w 426"/>
                <a:gd name="T53" fmla="*/ 1 h 245"/>
                <a:gd name="T54" fmla="*/ 1 w 426"/>
                <a:gd name="T55" fmla="*/ 1 h 245"/>
                <a:gd name="T56" fmla="*/ 2 w 426"/>
                <a:gd name="T57" fmla="*/ 0 h 245"/>
                <a:gd name="T58" fmla="*/ 2 w 426"/>
                <a:gd name="T59" fmla="*/ 0 h 245"/>
                <a:gd name="T60" fmla="*/ 2 w 426"/>
                <a:gd name="T61" fmla="*/ 0 h 245"/>
                <a:gd name="T62" fmla="*/ 2 w 426"/>
                <a:gd name="T63" fmla="*/ 0 h 245"/>
                <a:gd name="T64" fmla="*/ 3 w 426"/>
                <a:gd name="T65" fmla="*/ 0 h 245"/>
                <a:gd name="T66" fmla="*/ 3 w 426"/>
                <a:gd name="T67" fmla="*/ 0 h 245"/>
                <a:gd name="T68" fmla="*/ 3 w 426"/>
                <a:gd name="T69" fmla="*/ 0 h 245"/>
                <a:gd name="T70" fmla="*/ 3 w 426"/>
                <a:gd name="T71" fmla="*/ 0 h 245"/>
                <a:gd name="T72" fmla="*/ 3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426" y="0"/>
                  </a:moveTo>
                  <a:lnTo>
                    <a:pt x="426" y="0"/>
                  </a:lnTo>
                  <a:lnTo>
                    <a:pt x="384" y="1"/>
                  </a:lnTo>
                  <a:lnTo>
                    <a:pt x="340" y="4"/>
                  </a:lnTo>
                  <a:lnTo>
                    <a:pt x="300" y="10"/>
                  </a:lnTo>
                  <a:lnTo>
                    <a:pt x="262" y="18"/>
                  </a:lnTo>
                  <a:lnTo>
                    <a:pt x="224" y="29"/>
                  </a:lnTo>
                  <a:lnTo>
                    <a:pt x="189" y="41"/>
                  </a:lnTo>
                  <a:lnTo>
                    <a:pt x="157" y="55"/>
                  </a:lnTo>
                  <a:lnTo>
                    <a:pt x="126" y="70"/>
                  </a:lnTo>
                  <a:lnTo>
                    <a:pt x="99" y="89"/>
                  </a:lnTo>
                  <a:lnTo>
                    <a:pt x="74" y="106"/>
                  </a:lnTo>
                  <a:lnTo>
                    <a:pt x="52" y="126"/>
                  </a:lnTo>
                  <a:lnTo>
                    <a:pt x="34" y="148"/>
                  </a:lnTo>
                  <a:lnTo>
                    <a:pt x="19" y="171"/>
                  </a:lnTo>
                  <a:lnTo>
                    <a:pt x="9" y="194"/>
                  </a:lnTo>
                  <a:lnTo>
                    <a:pt x="3" y="219"/>
                  </a:lnTo>
                  <a:lnTo>
                    <a:pt x="0" y="245"/>
                  </a:lnTo>
                  <a:lnTo>
                    <a:pt x="12" y="245"/>
                  </a:lnTo>
                  <a:lnTo>
                    <a:pt x="15" y="221"/>
                  </a:lnTo>
                  <a:lnTo>
                    <a:pt x="20" y="199"/>
                  </a:lnTo>
                  <a:lnTo>
                    <a:pt x="31" y="178"/>
                  </a:lnTo>
                  <a:lnTo>
                    <a:pt x="44" y="156"/>
                  </a:lnTo>
                  <a:lnTo>
                    <a:pt x="61" y="136"/>
                  </a:lnTo>
                  <a:lnTo>
                    <a:pt x="81" y="116"/>
                  </a:lnTo>
                  <a:lnTo>
                    <a:pt x="106" y="98"/>
                  </a:lnTo>
                  <a:lnTo>
                    <a:pt x="133" y="82"/>
                  </a:lnTo>
                  <a:lnTo>
                    <a:pt x="162" y="66"/>
                  </a:lnTo>
                  <a:lnTo>
                    <a:pt x="194" y="52"/>
                  </a:lnTo>
                  <a:lnTo>
                    <a:pt x="229" y="41"/>
                  </a:lnTo>
                  <a:lnTo>
                    <a:pt x="264" y="30"/>
                  </a:lnTo>
                  <a:lnTo>
                    <a:pt x="303" y="22"/>
                  </a:lnTo>
                  <a:lnTo>
                    <a:pt x="343" y="16"/>
                  </a:lnTo>
                  <a:lnTo>
                    <a:pt x="384" y="12"/>
                  </a:lnTo>
                  <a:lnTo>
                    <a:pt x="426" y="11"/>
                  </a:lnTo>
                  <a:lnTo>
                    <a:pt x="42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8443" name="Freeform 39"/>
            <p:cNvSpPr>
              <a:spLocks/>
            </p:cNvSpPr>
            <p:nvPr/>
          </p:nvSpPr>
          <p:spPr bwMode="auto">
            <a:xfrm>
              <a:off x="1587" y="1929"/>
              <a:ext cx="85" cy="49"/>
            </a:xfrm>
            <a:custGeom>
              <a:avLst/>
              <a:gdLst>
                <a:gd name="T0" fmla="*/ 0 w 426"/>
                <a:gd name="T1" fmla="*/ 0 h 245"/>
                <a:gd name="T2" fmla="*/ 0 w 426"/>
                <a:gd name="T3" fmla="*/ 0 h 245"/>
                <a:gd name="T4" fmla="*/ 0 w 426"/>
                <a:gd name="T5" fmla="*/ 0 h 245"/>
                <a:gd name="T6" fmla="*/ 0 w 426"/>
                <a:gd name="T7" fmla="*/ 0 h 245"/>
                <a:gd name="T8" fmla="*/ 0 w 426"/>
                <a:gd name="T9" fmla="*/ 1 h 245"/>
                <a:gd name="T10" fmla="*/ 0 w 426"/>
                <a:gd name="T11" fmla="*/ 1 h 245"/>
                <a:gd name="T12" fmla="*/ 0 w 426"/>
                <a:gd name="T13" fmla="*/ 1 h 245"/>
                <a:gd name="T14" fmla="*/ 1 w 426"/>
                <a:gd name="T15" fmla="*/ 1 h 245"/>
                <a:gd name="T16" fmla="*/ 1 w 426"/>
                <a:gd name="T17" fmla="*/ 1 h 245"/>
                <a:gd name="T18" fmla="*/ 1 w 426"/>
                <a:gd name="T19" fmla="*/ 1 h 245"/>
                <a:gd name="T20" fmla="*/ 1 w 426"/>
                <a:gd name="T21" fmla="*/ 2 h 245"/>
                <a:gd name="T22" fmla="*/ 2 w 426"/>
                <a:gd name="T23" fmla="*/ 2 h 245"/>
                <a:gd name="T24" fmla="*/ 2 w 426"/>
                <a:gd name="T25" fmla="*/ 2 h 245"/>
                <a:gd name="T26" fmla="*/ 2 w 426"/>
                <a:gd name="T27" fmla="*/ 2 h 245"/>
                <a:gd name="T28" fmla="*/ 2 w 426"/>
                <a:gd name="T29" fmla="*/ 2 h 245"/>
                <a:gd name="T30" fmla="*/ 3 w 426"/>
                <a:gd name="T31" fmla="*/ 2 h 245"/>
                <a:gd name="T32" fmla="*/ 3 w 426"/>
                <a:gd name="T33" fmla="*/ 2 h 245"/>
                <a:gd name="T34" fmla="*/ 3 w 426"/>
                <a:gd name="T35" fmla="*/ 2 h 245"/>
                <a:gd name="T36" fmla="*/ 3 w 426"/>
                <a:gd name="T37" fmla="*/ 2 h 245"/>
                <a:gd name="T38" fmla="*/ 3 w 426"/>
                <a:gd name="T39" fmla="*/ 2 h 245"/>
                <a:gd name="T40" fmla="*/ 3 w 426"/>
                <a:gd name="T41" fmla="*/ 2 h 245"/>
                <a:gd name="T42" fmla="*/ 2 w 426"/>
                <a:gd name="T43" fmla="*/ 2 h 245"/>
                <a:gd name="T44" fmla="*/ 2 w 426"/>
                <a:gd name="T45" fmla="*/ 2 h 245"/>
                <a:gd name="T46" fmla="*/ 2 w 426"/>
                <a:gd name="T47" fmla="*/ 2 h 245"/>
                <a:gd name="T48" fmla="*/ 2 w 426"/>
                <a:gd name="T49" fmla="*/ 2 h 245"/>
                <a:gd name="T50" fmla="*/ 1 w 426"/>
                <a:gd name="T51" fmla="*/ 1 h 245"/>
                <a:gd name="T52" fmla="*/ 1 w 426"/>
                <a:gd name="T53" fmla="*/ 1 h 245"/>
                <a:gd name="T54" fmla="*/ 1 w 426"/>
                <a:gd name="T55" fmla="*/ 1 h 245"/>
                <a:gd name="T56" fmla="*/ 1 w 426"/>
                <a:gd name="T57" fmla="*/ 1 h 245"/>
                <a:gd name="T58" fmla="*/ 0 w 426"/>
                <a:gd name="T59" fmla="*/ 1 h 245"/>
                <a:gd name="T60" fmla="*/ 0 w 426"/>
                <a:gd name="T61" fmla="*/ 1 h 245"/>
                <a:gd name="T62" fmla="*/ 0 w 426"/>
                <a:gd name="T63" fmla="*/ 1 h 245"/>
                <a:gd name="T64" fmla="*/ 0 w 426"/>
                <a:gd name="T65" fmla="*/ 0 h 245"/>
                <a:gd name="T66" fmla="*/ 0 w 426"/>
                <a:gd name="T67" fmla="*/ 0 h 245"/>
                <a:gd name="T68" fmla="*/ 0 w 426"/>
                <a:gd name="T69" fmla="*/ 0 h 245"/>
                <a:gd name="T70" fmla="*/ 0 w 426"/>
                <a:gd name="T71" fmla="*/ 0 h 245"/>
                <a:gd name="T72" fmla="*/ 0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0" y="0"/>
                  </a:moveTo>
                  <a:lnTo>
                    <a:pt x="0" y="0"/>
                  </a:lnTo>
                  <a:lnTo>
                    <a:pt x="3" y="25"/>
                  </a:lnTo>
                  <a:lnTo>
                    <a:pt x="9" y="50"/>
                  </a:lnTo>
                  <a:lnTo>
                    <a:pt x="19" y="73"/>
                  </a:lnTo>
                  <a:lnTo>
                    <a:pt x="34" y="96"/>
                  </a:lnTo>
                  <a:lnTo>
                    <a:pt x="52" y="118"/>
                  </a:lnTo>
                  <a:lnTo>
                    <a:pt x="74" y="138"/>
                  </a:lnTo>
                  <a:lnTo>
                    <a:pt x="99" y="156"/>
                  </a:lnTo>
                  <a:lnTo>
                    <a:pt x="126" y="174"/>
                  </a:lnTo>
                  <a:lnTo>
                    <a:pt x="157" y="190"/>
                  </a:lnTo>
                  <a:lnTo>
                    <a:pt x="189" y="204"/>
                  </a:lnTo>
                  <a:lnTo>
                    <a:pt x="224" y="215"/>
                  </a:lnTo>
                  <a:lnTo>
                    <a:pt x="262" y="226"/>
                  </a:lnTo>
                  <a:lnTo>
                    <a:pt x="300" y="234"/>
                  </a:lnTo>
                  <a:lnTo>
                    <a:pt x="340" y="240"/>
                  </a:lnTo>
                  <a:lnTo>
                    <a:pt x="384" y="244"/>
                  </a:lnTo>
                  <a:lnTo>
                    <a:pt x="426" y="245"/>
                  </a:lnTo>
                  <a:lnTo>
                    <a:pt x="426" y="233"/>
                  </a:lnTo>
                  <a:lnTo>
                    <a:pt x="384" y="232"/>
                  </a:lnTo>
                  <a:lnTo>
                    <a:pt x="343" y="228"/>
                  </a:lnTo>
                  <a:lnTo>
                    <a:pt x="303" y="222"/>
                  </a:lnTo>
                  <a:lnTo>
                    <a:pt x="264" y="214"/>
                  </a:lnTo>
                  <a:lnTo>
                    <a:pt x="229" y="204"/>
                  </a:lnTo>
                  <a:lnTo>
                    <a:pt x="194" y="192"/>
                  </a:lnTo>
                  <a:lnTo>
                    <a:pt x="162" y="178"/>
                  </a:lnTo>
                  <a:lnTo>
                    <a:pt x="133" y="163"/>
                  </a:lnTo>
                  <a:lnTo>
                    <a:pt x="106" y="146"/>
                  </a:lnTo>
                  <a:lnTo>
                    <a:pt x="81" y="129"/>
                  </a:lnTo>
                  <a:lnTo>
                    <a:pt x="61" y="109"/>
                  </a:lnTo>
                  <a:lnTo>
                    <a:pt x="44" y="89"/>
                  </a:lnTo>
                  <a:lnTo>
                    <a:pt x="31" y="66"/>
                  </a:lnTo>
                  <a:lnTo>
                    <a:pt x="20" y="45"/>
                  </a:lnTo>
                  <a:lnTo>
                    <a:pt x="15" y="2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8444" name="Freeform 40"/>
            <p:cNvSpPr>
              <a:spLocks/>
            </p:cNvSpPr>
            <p:nvPr/>
          </p:nvSpPr>
          <p:spPr bwMode="auto">
            <a:xfrm>
              <a:off x="878" y="1448"/>
              <a:ext cx="792" cy="954"/>
            </a:xfrm>
            <a:custGeom>
              <a:avLst/>
              <a:gdLst>
                <a:gd name="T0" fmla="*/ 13 w 3960"/>
                <a:gd name="T1" fmla="*/ 38 h 4768"/>
                <a:gd name="T2" fmla="*/ 14 w 3960"/>
                <a:gd name="T3" fmla="*/ 38 h 4768"/>
                <a:gd name="T4" fmla="*/ 15 w 3960"/>
                <a:gd name="T5" fmla="*/ 38 h 4768"/>
                <a:gd name="T6" fmla="*/ 15 w 3960"/>
                <a:gd name="T7" fmla="*/ 38 h 4768"/>
                <a:gd name="T8" fmla="*/ 16 w 3960"/>
                <a:gd name="T9" fmla="*/ 38 h 4768"/>
                <a:gd name="T10" fmla="*/ 17 w 3960"/>
                <a:gd name="T11" fmla="*/ 38 h 4768"/>
                <a:gd name="T12" fmla="*/ 17 w 3960"/>
                <a:gd name="T13" fmla="*/ 38 h 4768"/>
                <a:gd name="T14" fmla="*/ 18 w 3960"/>
                <a:gd name="T15" fmla="*/ 38 h 4768"/>
                <a:gd name="T16" fmla="*/ 18 w 3960"/>
                <a:gd name="T17" fmla="*/ 38 h 4768"/>
                <a:gd name="T18" fmla="*/ 29 w 3960"/>
                <a:gd name="T19" fmla="*/ 30 h 4768"/>
                <a:gd name="T20" fmla="*/ 30 w 3960"/>
                <a:gd name="T21" fmla="*/ 30 h 4768"/>
                <a:gd name="T22" fmla="*/ 30 w 3960"/>
                <a:gd name="T23" fmla="*/ 29 h 4768"/>
                <a:gd name="T24" fmla="*/ 31 w 3960"/>
                <a:gd name="T25" fmla="*/ 28 h 4768"/>
                <a:gd name="T26" fmla="*/ 31 w 3960"/>
                <a:gd name="T27" fmla="*/ 28 h 4768"/>
                <a:gd name="T28" fmla="*/ 31 w 3960"/>
                <a:gd name="T29" fmla="*/ 27 h 4768"/>
                <a:gd name="T30" fmla="*/ 32 w 3960"/>
                <a:gd name="T31" fmla="*/ 26 h 4768"/>
                <a:gd name="T32" fmla="*/ 32 w 3960"/>
                <a:gd name="T33" fmla="*/ 25 h 4768"/>
                <a:gd name="T34" fmla="*/ 32 w 3960"/>
                <a:gd name="T35" fmla="*/ 11 h 4768"/>
                <a:gd name="T36" fmla="*/ 32 w 3960"/>
                <a:gd name="T37" fmla="*/ 10 h 4768"/>
                <a:gd name="T38" fmla="*/ 31 w 3960"/>
                <a:gd name="T39" fmla="*/ 9 h 4768"/>
                <a:gd name="T40" fmla="*/ 31 w 3960"/>
                <a:gd name="T41" fmla="*/ 9 h 4768"/>
                <a:gd name="T42" fmla="*/ 31 w 3960"/>
                <a:gd name="T43" fmla="*/ 8 h 4768"/>
                <a:gd name="T44" fmla="*/ 31 w 3960"/>
                <a:gd name="T45" fmla="*/ 8 h 4768"/>
                <a:gd name="T46" fmla="*/ 30 w 3960"/>
                <a:gd name="T47" fmla="*/ 7 h 4768"/>
                <a:gd name="T48" fmla="*/ 30 w 3960"/>
                <a:gd name="T49" fmla="*/ 7 h 4768"/>
                <a:gd name="T50" fmla="*/ 29 w 3960"/>
                <a:gd name="T51" fmla="*/ 6 h 4768"/>
                <a:gd name="T52" fmla="*/ 19 w 3960"/>
                <a:gd name="T53" fmla="*/ 1 h 4768"/>
                <a:gd name="T54" fmla="*/ 18 w 3960"/>
                <a:gd name="T55" fmla="*/ 0 h 4768"/>
                <a:gd name="T56" fmla="*/ 17 w 3960"/>
                <a:gd name="T57" fmla="*/ 0 h 4768"/>
                <a:gd name="T58" fmla="*/ 17 w 3960"/>
                <a:gd name="T59" fmla="*/ 0 h 4768"/>
                <a:gd name="T60" fmla="*/ 16 w 3960"/>
                <a:gd name="T61" fmla="*/ 0 h 4768"/>
                <a:gd name="T62" fmla="*/ 15 w 3960"/>
                <a:gd name="T63" fmla="*/ 0 h 4768"/>
                <a:gd name="T64" fmla="*/ 14 w 3960"/>
                <a:gd name="T65" fmla="*/ 0 h 4768"/>
                <a:gd name="T66" fmla="*/ 14 w 3960"/>
                <a:gd name="T67" fmla="*/ 0 h 4768"/>
                <a:gd name="T68" fmla="*/ 2 w 3960"/>
                <a:gd name="T69" fmla="*/ 6 h 4768"/>
                <a:gd name="T70" fmla="*/ 2 w 3960"/>
                <a:gd name="T71" fmla="*/ 7 h 4768"/>
                <a:gd name="T72" fmla="*/ 1 w 3960"/>
                <a:gd name="T73" fmla="*/ 7 h 4768"/>
                <a:gd name="T74" fmla="*/ 1 w 3960"/>
                <a:gd name="T75" fmla="*/ 8 h 4768"/>
                <a:gd name="T76" fmla="*/ 1 w 3960"/>
                <a:gd name="T77" fmla="*/ 8 h 4768"/>
                <a:gd name="T78" fmla="*/ 0 w 3960"/>
                <a:gd name="T79" fmla="*/ 9 h 4768"/>
                <a:gd name="T80" fmla="*/ 0 w 3960"/>
                <a:gd name="T81" fmla="*/ 9 h 4768"/>
                <a:gd name="T82" fmla="*/ 0 w 3960"/>
                <a:gd name="T83" fmla="*/ 10 h 4768"/>
                <a:gd name="T84" fmla="*/ 0 w 3960"/>
                <a:gd name="T85" fmla="*/ 11 h 4768"/>
                <a:gd name="T86" fmla="*/ 0 w 3960"/>
                <a:gd name="T87" fmla="*/ 25 h 4768"/>
                <a:gd name="T88" fmla="*/ 0 w 3960"/>
                <a:gd name="T89" fmla="*/ 26 h 4768"/>
                <a:gd name="T90" fmla="*/ 0 w 3960"/>
                <a:gd name="T91" fmla="*/ 27 h 4768"/>
                <a:gd name="T92" fmla="*/ 1 w 3960"/>
                <a:gd name="T93" fmla="*/ 28 h 4768"/>
                <a:gd name="T94" fmla="*/ 1 w 3960"/>
                <a:gd name="T95" fmla="*/ 29 h 4768"/>
                <a:gd name="T96" fmla="*/ 1 w 3960"/>
                <a:gd name="T97" fmla="*/ 29 h 4768"/>
                <a:gd name="T98" fmla="*/ 2 w 3960"/>
                <a:gd name="T99" fmla="*/ 30 h 4768"/>
                <a:gd name="T100" fmla="*/ 3 w 3960"/>
                <a:gd name="T101" fmla="*/ 31 h 4768"/>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w 3960"/>
                <a:gd name="T154" fmla="*/ 0 h 4768"/>
                <a:gd name="T155" fmla="*/ 3960 w 3960"/>
                <a:gd name="T156" fmla="*/ 4768 h 4768"/>
              </a:gdLst>
              <a:ahLst/>
              <a:cxnLst>
                <a:cxn ang="T102">
                  <a:pos x="T0" y="T1"/>
                </a:cxn>
                <a:cxn ang="T103">
                  <a:pos x="T2" y="T3"/>
                </a:cxn>
                <a:cxn ang="T104">
                  <a:pos x="T4" y="T5"/>
                </a:cxn>
                <a:cxn ang="T105">
                  <a:pos x="T6" y="T7"/>
                </a:cxn>
                <a:cxn ang="T106">
                  <a:pos x="T8" y="T9"/>
                </a:cxn>
                <a:cxn ang="T107">
                  <a:pos x="T10" y="T11"/>
                </a:cxn>
                <a:cxn ang="T108">
                  <a:pos x="T12" y="T13"/>
                </a:cxn>
                <a:cxn ang="T109">
                  <a:pos x="T14" y="T15"/>
                </a:cxn>
                <a:cxn ang="T110">
                  <a:pos x="T16" y="T17"/>
                </a:cxn>
                <a:cxn ang="T111">
                  <a:pos x="T18" y="T19"/>
                </a:cxn>
                <a:cxn ang="T112">
                  <a:pos x="T20" y="T21"/>
                </a:cxn>
                <a:cxn ang="T113">
                  <a:pos x="T22" y="T23"/>
                </a:cxn>
                <a:cxn ang="T114">
                  <a:pos x="T24" y="T25"/>
                </a:cxn>
                <a:cxn ang="T115">
                  <a:pos x="T26" y="T27"/>
                </a:cxn>
                <a:cxn ang="T116">
                  <a:pos x="T28" y="T29"/>
                </a:cxn>
                <a:cxn ang="T117">
                  <a:pos x="T30" y="T31"/>
                </a:cxn>
                <a:cxn ang="T118">
                  <a:pos x="T32" y="T33"/>
                </a:cxn>
                <a:cxn ang="T119">
                  <a:pos x="T34" y="T35"/>
                </a:cxn>
                <a:cxn ang="T120">
                  <a:pos x="T36" y="T37"/>
                </a:cxn>
                <a:cxn ang="T121">
                  <a:pos x="T38" y="T39"/>
                </a:cxn>
                <a:cxn ang="T122">
                  <a:pos x="T40" y="T41"/>
                </a:cxn>
                <a:cxn ang="T123">
                  <a:pos x="T42" y="T43"/>
                </a:cxn>
                <a:cxn ang="T124">
                  <a:pos x="T44" y="T45"/>
                </a:cxn>
                <a:cxn ang="T125">
                  <a:pos x="T46" y="T47"/>
                </a:cxn>
                <a:cxn ang="T126">
                  <a:pos x="T48" y="T49"/>
                </a:cxn>
                <a:cxn ang="T127">
                  <a:pos x="T50" y="T51"/>
                </a:cxn>
                <a:cxn ang="T128">
                  <a:pos x="T52" y="T53"/>
                </a:cxn>
                <a:cxn ang="T129">
                  <a:pos x="T54" y="T55"/>
                </a:cxn>
                <a:cxn ang="T130">
                  <a:pos x="T56" y="T57"/>
                </a:cxn>
                <a:cxn ang="T131">
                  <a:pos x="T58" y="T59"/>
                </a:cxn>
                <a:cxn ang="T132">
                  <a:pos x="T60" y="T61"/>
                </a:cxn>
                <a:cxn ang="T133">
                  <a:pos x="T62" y="T63"/>
                </a:cxn>
                <a:cxn ang="T134">
                  <a:pos x="T64" y="T65"/>
                </a:cxn>
                <a:cxn ang="T135">
                  <a:pos x="T66" y="T67"/>
                </a:cxn>
                <a:cxn ang="T136">
                  <a:pos x="T68" y="T69"/>
                </a:cxn>
                <a:cxn ang="T137">
                  <a:pos x="T70" y="T71"/>
                </a:cxn>
                <a:cxn ang="T138">
                  <a:pos x="T72" y="T73"/>
                </a:cxn>
                <a:cxn ang="T139">
                  <a:pos x="T74" y="T75"/>
                </a:cxn>
                <a:cxn ang="T140">
                  <a:pos x="T76" y="T77"/>
                </a:cxn>
                <a:cxn ang="T141">
                  <a:pos x="T78" y="T79"/>
                </a:cxn>
                <a:cxn ang="T142">
                  <a:pos x="T80" y="T81"/>
                </a:cxn>
                <a:cxn ang="T143">
                  <a:pos x="T82" y="T83"/>
                </a:cxn>
                <a:cxn ang="T144">
                  <a:pos x="T84" y="T85"/>
                </a:cxn>
                <a:cxn ang="T145">
                  <a:pos x="T86" y="T87"/>
                </a:cxn>
                <a:cxn ang="T146">
                  <a:pos x="T88" y="T89"/>
                </a:cxn>
                <a:cxn ang="T147">
                  <a:pos x="T90" y="T91"/>
                </a:cxn>
                <a:cxn ang="T148">
                  <a:pos x="T92" y="T93"/>
                </a:cxn>
                <a:cxn ang="T149">
                  <a:pos x="T94" y="T95"/>
                </a:cxn>
                <a:cxn ang="T150">
                  <a:pos x="T96" y="T97"/>
                </a:cxn>
                <a:cxn ang="T151">
                  <a:pos x="T98" y="T99"/>
                </a:cxn>
                <a:cxn ang="T152">
                  <a:pos x="T100" y="T101"/>
                </a:cxn>
              </a:cxnLst>
              <a:rect l="T153" t="T154" r="T155" b="T156"/>
              <a:pathLst>
                <a:path w="3960" h="4768">
                  <a:moveTo>
                    <a:pt x="353" y="3849"/>
                  </a:moveTo>
                  <a:lnTo>
                    <a:pt x="1661" y="4700"/>
                  </a:lnTo>
                  <a:lnTo>
                    <a:pt x="1697" y="4717"/>
                  </a:lnTo>
                  <a:lnTo>
                    <a:pt x="1736" y="4731"/>
                  </a:lnTo>
                  <a:lnTo>
                    <a:pt x="1776" y="4742"/>
                  </a:lnTo>
                  <a:lnTo>
                    <a:pt x="1818" y="4753"/>
                  </a:lnTo>
                  <a:lnTo>
                    <a:pt x="1860" y="4760"/>
                  </a:lnTo>
                  <a:lnTo>
                    <a:pt x="1902" y="4765"/>
                  </a:lnTo>
                  <a:lnTo>
                    <a:pt x="1946" y="4768"/>
                  </a:lnTo>
                  <a:lnTo>
                    <a:pt x="1988" y="4768"/>
                  </a:lnTo>
                  <a:lnTo>
                    <a:pt x="2031" y="4767"/>
                  </a:lnTo>
                  <a:lnTo>
                    <a:pt x="2073" y="4763"/>
                  </a:lnTo>
                  <a:lnTo>
                    <a:pt x="2114" y="4758"/>
                  </a:lnTo>
                  <a:lnTo>
                    <a:pt x="2154" y="4751"/>
                  </a:lnTo>
                  <a:lnTo>
                    <a:pt x="2193" y="4740"/>
                  </a:lnTo>
                  <a:lnTo>
                    <a:pt x="2230" y="4729"/>
                  </a:lnTo>
                  <a:lnTo>
                    <a:pt x="2264" y="4715"/>
                  </a:lnTo>
                  <a:lnTo>
                    <a:pt x="2297" y="4700"/>
                  </a:lnTo>
                  <a:lnTo>
                    <a:pt x="3639" y="3825"/>
                  </a:lnTo>
                  <a:lnTo>
                    <a:pt x="3673" y="3795"/>
                  </a:lnTo>
                  <a:lnTo>
                    <a:pt x="3707" y="3761"/>
                  </a:lnTo>
                  <a:lnTo>
                    <a:pt x="3738" y="3725"/>
                  </a:lnTo>
                  <a:lnTo>
                    <a:pt x="3768" y="3685"/>
                  </a:lnTo>
                  <a:lnTo>
                    <a:pt x="3796" y="3644"/>
                  </a:lnTo>
                  <a:lnTo>
                    <a:pt x="3821" y="3599"/>
                  </a:lnTo>
                  <a:lnTo>
                    <a:pt x="3846" y="3553"/>
                  </a:lnTo>
                  <a:lnTo>
                    <a:pt x="3868" y="3505"/>
                  </a:lnTo>
                  <a:lnTo>
                    <a:pt x="3888" y="3456"/>
                  </a:lnTo>
                  <a:lnTo>
                    <a:pt x="3907" y="3406"/>
                  </a:lnTo>
                  <a:lnTo>
                    <a:pt x="3922" y="3354"/>
                  </a:lnTo>
                  <a:lnTo>
                    <a:pt x="3935" y="3303"/>
                  </a:lnTo>
                  <a:lnTo>
                    <a:pt x="3946" y="3250"/>
                  </a:lnTo>
                  <a:lnTo>
                    <a:pt x="3953" y="3197"/>
                  </a:lnTo>
                  <a:lnTo>
                    <a:pt x="3957" y="3144"/>
                  </a:lnTo>
                  <a:lnTo>
                    <a:pt x="3960" y="3092"/>
                  </a:lnTo>
                  <a:lnTo>
                    <a:pt x="3959" y="1313"/>
                  </a:lnTo>
                  <a:lnTo>
                    <a:pt x="3955" y="1271"/>
                  </a:lnTo>
                  <a:lnTo>
                    <a:pt x="3949" y="1229"/>
                  </a:lnTo>
                  <a:lnTo>
                    <a:pt x="3941" y="1189"/>
                  </a:lnTo>
                  <a:lnTo>
                    <a:pt x="3930" y="1149"/>
                  </a:lnTo>
                  <a:lnTo>
                    <a:pt x="3918" y="1111"/>
                  </a:lnTo>
                  <a:lnTo>
                    <a:pt x="3902" y="1075"/>
                  </a:lnTo>
                  <a:lnTo>
                    <a:pt x="3886" y="1040"/>
                  </a:lnTo>
                  <a:lnTo>
                    <a:pt x="3867" y="1006"/>
                  </a:lnTo>
                  <a:lnTo>
                    <a:pt x="3846" y="973"/>
                  </a:lnTo>
                  <a:lnTo>
                    <a:pt x="3823" y="942"/>
                  </a:lnTo>
                  <a:lnTo>
                    <a:pt x="3798" y="913"/>
                  </a:lnTo>
                  <a:lnTo>
                    <a:pt x="3771" y="886"/>
                  </a:lnTo>
                  <a:lnTo>
                    <a:pt x="3743" y="860"/>
                  </a:lnTo>
                  <a:lnTo>
                    <a:pt x="3714" y="837"/>
                  </a:lnTo>
                  <a:lnTo>
                    <a:pt x="3682" y="816"/>
                  </a:lnTo>
                  <a:lnTo>
                    <a:pt x="3649" y="796"/>
                  </a:lnTo>
                  <a:lnTo>
                    <a:pt x="2386" y="83"/>
                  </a:lnTo>
                  <a:lnTo>
                    <a:pt x="2350" y="65"/>
                  </a:lnTo>
                  <a:lnTo>
                    <a:pt x="2310" y="50"/>
                  </a:lnTo>
                  <a:lnTo>
                    <a:pt x="2268" y="36"/>
                  </a:lnTo>
                  <a:lnTo>
                    <a:pt x="2223" y="24"/>
                  </a:lnTo>
                  <a:lnTo>
                    <a:pt x="2178" y="15"/>
                  </a:lnTo>
                  <a:lnTo>
                    <a:pt x="2131" y="8"/>
                  </a:lnTo>
                  <a:lnTo>
                    <a:pt x="2082" y="3"/>
                  </a:lnTo>
                  <a:lnTo>
                    <a:pt x="2032" y="0"/>
                  </a:lnTo>
                  <a:lnTo>
                    <a:pt x="1982" y="1"/>
                  </a:lnTo>
                  <a:lnTo>
                    <a:pt x="1933" y="3"/>
                  </a:lnTo>
                  <a:lnTo>
                    <a:pt x="1882" y="9"/>
                  </a:lnTo>
                  <a:lnTo>
                    <a:pt x="1833" y="17"/>
                  </a:lnTo>
                  <a:lnTo>
                    <a:pt x="1785" y="29"/>
                  </a:lnTo>
                  <a:lnTo>
                    <a:pt x="1737" y="43"/>
                  </a:lnTo>
                  <a:lnTo>
                    <a:pt x="1691" y="62"/>
                  </a:lnTo>
                  <a:lnTo>
                    <a:pt x="1647" y="83"/>
                  </a:lnTo>
                  <a:lnTo>
                    <a:pt x="311" y="782"/>
                  </a:lnTo>
                  <a:lnTo>
                    <a:pt x="276" y="803"/>
                  </a:lnTo>
                  <a:lnTo>
                    <a:pt x="243" y="826"/>
                  </a:lnTo>
                  <a:lnTo>
                    <a:pt x="213" y="852"/>
                  </a:lnTo>
                  <a:lnTo>
                    <a:pt x="184" y="879"/>
                  </a:lnTo>
                  <a:lnTo>
                    <a:pt x="155" y="908"/>
                  </a:lnTo>
                  <a:lnTo>
                    <a:pt x="131" y="939"/>
                  </a:lnTo>
                  <a:lnTo>
                    <a:pt x="107" y="971"/>
                  </a:lnTo>
                  <a:lnTo>
                    <a:pt x="86" y="1005"/>
                  </a:lnTo>
                  <a:lnTo>
                    <a:pt x="68" y="1040"/>
                  </a:lnTo>
                  <a:lnTo>
                    <a:pt x="50" y="1076"/>
                  </a:lnTo>
                  <a:lnTo>
                    <a:pt x="36" y="1115"/>
                  </a:lnTo>
                  <a:lnTo>
                    <a:pt x="23" y="1153"/>
                  </a:lnTo>
                  <a:lnTo>
                    <a:pt x="14" y="1195"/>
                  </a:lnTo>
                  <a:lnTo>
                    <a:pt x="7" y="1236"/>
                  </a:lnTo>
                  <a:lnTo>
                    <a:pt x="2" y="1279"/>
                  </a:lnTo>
                  <a:lnTo>
                    <a:pt x="0" y="1322"/>
                  </a:lnTo>
                  <a:lnTo>
                    <a:pt x="0" y="3093"/>
                  </a:lnTo>
                  <a:lnTo>
                    <a:pt x="2" y="3147"/>
                  </a:lnTo>
                  <a:lnTo>
                    <a:pt x="7" y="3202"/>
                  </a:lnTo>
                  <a:lnTo>
                    <a:pt x="15" y="3257"/>
                  </a:lnTo>
                  <a:lnTo>
                    <a:pt x="27" y="3312"/>
                  </a:lnTo>
                  <a:lnTo>
                    <a:pt x="42" y="3366"/>
                  </a:lnTo>
                  <a:lnTo>
                    <a:pt x="59" y="3420"/>
                  </a:lnTo>
                  <a:lnTo>
                    <a:pt x="79" y="3474"/>
                  </a:lnTo>
                  <a:lnTo>
                    <a:pt x="102" y="3525"/>
                  </a:lnTo>
                  <a:lnTo>
                    <a:pt x="127" y="3576"/>
                  </a:lnTo>
                  <a:lnTo>
                    <a:pt x="154" y="3624"/>
                  </a:lnTo>
                  <a:lnTo>
                    <a:pt x="184" y="3670"/>
                  </a:lnTo>
                  <a:lnTo>
                    <a:pt x="214" y="3712"/>
                  </a:lnTo>
                  <a:lnTo>
                    <a:pt x="247" y="3752"/>
                  </a:lnTo>
                  <a:lnTo>
                    <a:pt x="281" y="3788"/>
                  </a:lnTo>
                  <a:lnTo>
                    <a:pt x="317" y="3821"/>
                  </a:lnTo>
                  <a:lnTo>
                    <a:pt x="353" y="384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8445" name="Freeform 41"/>
            <p:cNvSpPr>
              <a:spLocks/>
            </p:cNvSpPr>
            <p:nvPr/>
          </p:nvSpPr>
          <p:spPr bwMode="auto">
            <a:xfrm>
              <a:off x="943" y="2210"/>
              <a:ext cx="276" cy="187"/>
            </a:xfrm>
            <a:custGeom>
              <a:avLst/>
              <a:gdLst>
                <a:gd name="T0" fmla="*/ 11 w 1380"/>
                <a:gd name="T1" fmla="*/ 7 h 937"/>
                <a:gd name="T2" fmla="*/ 11 w 1380"/>
                <a:gd name="T3" fmla="*/ 7 h 937"/>
                <a:gd name="T4" fmla="*/ 0 w 1380"/>
                <a:gd name="T5" fmla="*/ 0 h 937"/>
                <a:gd name="T6" fmla="*/ 0 w 1380"/>
                <a:gd name="T7" fmla="*/ 1 h 937"/>
                <a:gd name="T8" fmla="*/ 10 w 1380"/>
                <a:gd name="T9" fmla="*/ 7 h 937"/>
                <a:gd name="T10" fmla="*/ 10 w 1380"/>
                <a:gd name="T11" fmla="*/ 7 h 937"/>
                <a:gd name="T12" fmla="*/ 10 w 1380"/>
                <a:gd name="T13" fmla="*/ 7 h 937"/>
                <a:gd name="T14" fmla="*/ 11 w 1380"/>
                <a:gd name="T15" fmla="*/ 7 h 937"/>
                <a:gd name="T16" fmla="*/ 11 w 1380"/>
                <a:gd name="T17" fmla="*/ 7 h 937"/>
                <a:gd name="T18" fmla="*/ 11 w 1380"/>
                <a:gd name="T19" fmla="*/ 7 h 937"/>
                <a:gd name="T20" fmla="*/ 11 w 1380"/>
                <a:gd name="T21" fmla="*/ 7 h 937"/>
                <a:gd name="T22" fmla="*/ 11 w 1380"/>
                <a:gd name="T23" fmla="*/ 7 h 937"/>
                <a:gd name="T24" fmla="*/ 11 w 1380"/>
                <a:gd name="T25" fmla="*/ 7 h 937"/>
                <a:gd name="T26" fmla="*/ 11 w 1380"/>
                <a:gd name="T27" fmla="*/ 7 h 937"/>
                <a:gd name="T28" fmla="*/ 11 w 1380"/>
                <a:gd name="T29" fmla="*/ 7 h 937"/>
                <a:gd name="T30" fmla="*/ 11 w 1380"/>
                <a:gd name="T31" fmla="*/ 7 h 93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80"/>
                <a:gd name="T49" fmla="*/ 0 h 937"/>
                <a:gd name="T50" fmla="*/ 1380 w 1380"/>
                <a:gd name="T51" fmla="*/ 937 h 93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80" h="937">
                  <a:moveTo>
                    <a:pt x="1354" y="848"/>
                  </a:moveTo>
                  <a:lnTo>
                    <a:pt x="1359" y="851"/>
                  </a:lnTo>
                  <a:lnTo>
                    <a:pt x="51" y="0"/>
                  </a:lnTo>
                  <a:lnTo>
                    <a:pt x="0" y="78"/>
                  </a:lnTo>
                  <a:lnTo>
                    <a:pt x="1307" y="929"/>
                  </a:lnTo>
                  <a:lnTo>
                    <a:pt x="1312" y="932"/>
                  </a:lnTo>
                  <a:lnTo>
                    <a:pt x="1307" y="929"/>
                  </a:lnTo>
                  <a:lnTo>
                    <a:pt x="1326" y="937"/>
                  </a:lnTo>
                  <a:lnTo>
                    <a:pt x="1345" y="936"/>
                  </a:lnTo>
                  <a:lnTo>
                    <a:pt x="1360" y="929"/>
                  </a:lnTo>
                  <a:lnTo>
                    <a:pt x="1372" y="916"/>
                  </a:lnTo>
                  <a:lnTo>
                    <a:pt x="1379" y="899"/>
                  </a:lnTo>
                  <a:lnTo>
                    <a:pt x="1380" y="883"/>
                  </a:lnTo>
                  <a:lnTo>
                    <a:pt x="1374" y="865"/>
                  </a:lnTo>
                  <a:lnTo>
                    <a:pt x="1359" y="851"/>
                  </a:lnTo>
                  <a:lnTo>
                    <a:pt x="1354" y="84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8446" name="Freeform 42"/>
            <p:cNvSpPr>
              <a:spLocks/>
            </p:cNvSpPr>
            <p:nvPr/>
          </p:nvSpPr>
          <p:spPr bwMode="auto">
            <a:xfrm>
              <a:off x="1206" y="2379"/>
              <a:ext cx="140" cy="32"/>
            </a:xfrm>
            <a:custGeom>
              <a:avLst/>
              <a:gdLst>
                <a:gd name="T0" fmla="*/ 5 w 703"/>
                <a:gd name="T1" fmla="*/ 0 h 162"/>
                <a:gd name="T2" fmla="*/ 5 w 703"/>
                <a:gd name="T3" fmla="*/ 0 h 162"/>
                <a:gd name="T4" fmla="*/ 5 w 703"/>
                <a:gd name="T5" fmla="*/ 0 h 162"/>
                <a:gd name="T6" fmla="*/ 5 w 703"/>
                <a:gd name="T7" fmla="*/ 0 h 162"/>
                <a:gd name="T8" fmla="*/ 4 w 703"/>
                <a:gd name="T9" fmla="*/ 0 h 162"/>
                <a:gd name="T10" fmla="*/ 4 w 703"/>
                <a:gd name="T11" fmla="*/ 0 h 162"/>
                <a:gd name="T12" fmla="*/ 4 w 703"/>
                <a:gd name="T13" fmla="*/ 0 h 162"/>
                <a:gd name="T14" fmla="*/ 3 w 703"/>
                <a:gd name="T15" fmla="*/ 1 h 162"/>
                <a:gd name="T16" fmla="*/ 3 w 703"/>
                <a:gd name="T17" fmla="*/ 1 h 162"/>
                <a:gd name="T18" fmla="*/ 3 w 703"/>
                <a:gd name="T19" fmla="*/ 1 h 162"/>
                <a:gd name="T20" fmla="*/ 2 w 703"/>
                <a:gd name="T21" fmla="*/ 1 h 162"/>
                <a:gd name="T22" fmla="*/ 2 w 703"/>
                <a:gd name="T23" fmla="*/ 1 h 162"/>
                <a:gd name="T24" fmla="*/ 2 w 703"/>
                <a:gd name="T25" fmla="*/ 0 h 162"/>
                <a:gd name="T26" fmla="*/ 1 w 703"/>
                <a:gd name="T27" fmla="*/ 0 h 162"/>
                <a:gd name="T28" fmla="*/ 1 w 703"/>
                <a:gd name="T29" fmla="*/ 0 h 162"/>
                <a:gd name="T30" fmla="*/ 1 w 703"/>
                <a:gd name="T31" fmla="*/ 0 h 162"/>
                <a:gd name="T32" fmla="*/ 1 w 703"/>
                <a:gd name="T33" fmla="*/ 0 h 162"/>
                <a:gd name="T34" fmla="*/ 0 w 703"/>
                <a:gd name="T35" fmla="*/ 0 h 162"/>
                <a:gd name="T36" fmla="*/ 0 w 703"/>
                <a:gd name="T37" fmla="*/ 1 h 162"/>
                <a:gd name="T38" fmla="*/ 0 w 703"/>
                <a:gd name="T39" fmla="*/ 1 h 162"/>
                <a:gd name="T40" fmla="*/ 1 w 703"/>
                <a:gd name="T41" fmla="*/ 1 h 162"/>
                <a:gd name="T42" fmla="*/ 1 w 703"/>
                <a:gd name="T43" fmla="*/ 1 h 162"/>
                <a:gd name="T44" fmla="*/ 1 w 703"/>
                <a:gd name="T45" fmla="*/ 1 h 162"/>
                <a:gd name="T46" fmla="*/ 2 w 703"/>
                <a:gd name="T47" fmla="*/ 1 h 162"/>
                <a:gd name="T48" fmla="*/ 2 w 703"/>
                <a:gd name="T49" fmla="*/ 1 h 162"/>
                <a:gd name="T50" fmla="*/ 2 w 703"/>
                <a:gd name="T51" fmla="*/ 1 h 162"/>
                <a:gd name="T52" fmla="*/ 3 w 703"/>
                <a:gd name="T53" fmla="*/ 1 h 162"/>
                <a:gd name="T54" fmla="*/ 3 w 703"/>
                <a:gd name="T55" fmla="*/ 1 h 162"/>
                <a:gd name="T56" fmla="*/ 3 w 703"/>
                <a:gd name="T57" fmla="*/ 1 h 162"/>
                <a:gd name="T58" fmla="*/ 4 w 703"/>
                <a:gd name="T59" fmla="*/ 1 h 162"/>
                <a:gd name="T60" fmla="*/ 4 w 703"/>
                <a:gd name="T61" fmla="*/ 1 h 162"/>
                <a:gd name="T62" fmla="*/ 5 w 703"/>
                <a:gd name="T63" fmla="*/ 1 h 162"/>
                <a:gd name="T64" fmla="*/ 5 w 703"/>
                <a:gd name="T65" fmla="*/ 1 h 162"/>
                <a:gd name="T66" fmla="*/ 5 w 703"/>
                <a:gd name="T67" fmla="*/ 1 h 162"/>
                <a:gd name="T68" fmla="*/ 5 w 703"/>
                <a:gd name="T69" fmla="*/ 1 h 162"/>
                <a:gd name="T70" fmla="*/ 5 w 703"/>
                <a:gd name="T71" fmla="*/ 1 h 162"/>
                <a:gd name="T72" fmla="*/ 5 w 703"/>
                <a:gd name="T73" fmla="*/ 1 h 162"/>
                <a:gd name="T74" fmla="*/ 5 w 703"/>
                <a:gd name="T75" fmla="*/ 1 h 162"/>
                <a:gd name="T76" fmla="*/ 6 w 703"/>
                <a:gd name="T77" fmla="*/ 0 h 162"/>
                <a:gd name="T78" fmla="*/ 6 w 703"/>
                <a:gd name="T79" fmla="*/ 0 h 162"/>
                <a:gd name="T80" fmla="*/ 6 w 703"/>
                <a:gd name="T81" fmla="*/ 0 h 162"/>
                <a:gd name="T82" fmla="*/ 5 w 703"/>
                <a:gd name="T83" fmla="*/ 0 h 162"/>
                <a:gd name="T84" fmla="*/ 5 w 703"/>
                <a:gd name="T85" fmla="*/ 0 h 162"/>
                <a:gd name="T86" fmla="*/ 5 w 703"/>
                <a:gd name="T87" fmla="*/ 0 h 162"/>
                <a:gd name="T88" fmla="*/ 5 w 703"/>
                <a:gd name="T89" fmla="*/ 0 h 162"/>
                <a:gd name="T90" fmla="*/ 5 w 703"/>
                <a:gd name="T91" fmla="*/ 0 h 162"/>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703"/>
                <a:gd name="T139" fmla="*/ 0 h 162"/>
                <a:gd name="T140" fmla="*/ 703 w 703"/>
                <a:gd name="T141" fmla="*/ 162 h 162"/>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703" h="162">
                  <a:moveTo>
                    <a:pt x="631" y="8"/>
                  </a:moveTo>
                  <a:lnTo>
                    <a:pt x="636" y="6"/>
                  </a:lnTo>
                  <a:lnTo>
                    <a:pt x="606" y="20"/>
                  </a:lnTo>
                  <a:lnTo>
                    <a:pt x="575" y="32"/>
                  </a:lnTo>
                  <a:lnTo>
                    <a:pt x="540" y="42"/>
                  </a:lnTo>
                  <a:lnTo>
                    <a:pt x="504" y="52"/>
                  </a:lnTo>
                  <a:lnTo>
                    <a:pt x="467" y="59"/>
                  </a:lnTo>
                  <a:lnTo>
                    <a:pt x="428" y="64"/>
                  </a:lnTo>
                  <a:lnTo>
                    <a:pt x="389" y="67"/>
                  </a:lnTo>
                  <a:lnTo>
                    <a:pt x="348" y="68"/>
                  </a:lnTo>
                  <a:lnTo>
                    <a:pt x="308" y="68"/>
                  </a:lnTo>
                  <a:lnTo>
                    <a:pt x="267" y="65"/>
                  </a:lnTo>
                  <a:lnTo>
                    <a:pt x="226" y="61"/>
                  </a:lnTo>
                  <a:lnTo>
                    <a:pt x="187" y="54"/>
                  </a:lnTo>
                  <a:lnTo>
                    <a:pt x="148" y="44"/>
                  </a:lnTo>
                  <a:lnTo>
                    <a:pt x="110" y="33"/>
                  </a:lnTo>
                  <a:lnTo>
                    <a:pt x="75" y="20"/>
                  </a:lnTo>
                  <a:lnTo>
                    <a:pt x="42" y="5"/>
                  </a:lnTo>
                  <a:lnTo>
                    <a:pt x="0" y="89"/>
                  </a:lnTo>
                  <a:lnTo>
                    <a:pt x="40" y="107"/>
                  </a:lnTo>
                  <a:lnTo>
                    <a:pt x="82" y="122"/>
                  </a:lnTo>
                  <a:lnTo>
                    <a:pt x="124" y="135"/>
                  </a:lnTo>
                  <a:lnTo>
                    <a:pt x="169" y="146"/>
                  </a:lnTo>
                  <a:lnTo>
                    <a:pt x="214" y="153"/>
                  </a:lnTo>
                  <a:lnTo>
                    <a:pt x="258" y="158"/>
                  </a:lnTo>
                  <a:lnTo>
                    <a:pt x="303" y="162"/>
                  </a:lnTo>
                  <a:lnTo>
                    <a:pt x="348" y="162"/>
                  </a:lnTo>
                  <a:lnTo>
                    <a:pt x="394" y="161"/>
                  </a:lnTo>
                  <a:lnTo>
                    <a:pt x="439" y="157"/>
                  </a:lnTo>
                  <a:lnTo>
                    <a:pt x="481" y="150"/>
                  </a:lnTo>
                  <a:lnTo>
                    <a:pt x="525" y="143"/>
                  </a:lnTo>
                  <a:lnTo>
                    <a:pt x="566" y="132"/>
                  </a:lnTo>
                  <a:lnTo>
                    <a:pt x="606" y="121"/>
                  </a:lnTo>
                  <a:lnTo>
                    <a:pt x="643" y="105"/>
                  </a:lnTo>
                  <a:lnTo>
                    <a:pt x="678" y="88"/>
                  </a:lnTo>
                  <a:lnTo>
                    <a:pt x="683" y="86"/>
                  </a:lnTo>
                  <a:lnTo>
                    <a:pt x="678" y="88"/>
                  </a:lnTo>
                  <a:lnTo>
                    <a:pt x="695" y="75"/>
                  </a:lnTo>
                  <a:lnTo>
                    <a:pt x="702" y="60"/>
                  </a:lnTo>
                  <a:lnTo>
                    <a:pt x="703" y="42"/>
                  </a:lnTo>
                  <a:lnTo>
                    <a:pt x="698" y="26"/>
                  </a:lnTo>
                  <a:lnTo>
                    <a:pt x="688" y="12"/>
                  </a:lnTo>
                  <a:lnTo>
                    <a:pt x="674" y="3"/>
                  </a:lnTo>
                  <a:lnTo>
                    <a:pt x="656" y="0"/>
                  </a:lnTo>
                  <a:lnTo>
                    <a:pt x="636" y="6"/>
                  </a:lnTo>
                  <a:lnTo>
                    <a:pt x="631"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8447" name="Freeform 43"/>
            <p:cNvSpPr>
              <a:spLocks/>
            </p:cNvSpPr>
            <p:nvPr/>
          </p:nvSpPr>
          <p:spPr bwMode="auto">
            <a:xfrm>
              <a:off x="1332" y="2204"/>
              <a:ext cx="283" cy="192"/>
            </a:xfrm>
            <a:custGeom>
              <a:avLst/>
              <a:gdLst>
                <a:gd name="T0" fmla="*/ 11 w 1415"/>
                <a:gd name="T1" fmla="*/ 0 h 960"/>
                <a:gd name="T2" fmla="*/ 11 w 1415"/>
                <a:gd name="T3" fmla="*/ 0 h 960"/>
                <a:gd name="T4" fmla="*/ 0 w 1415"/>
                <a:gd name="T5" fmla="*/ 7 h 960"/>
                <a:gd name="T6" fmla="*/ 0 w 1415"/>
                <a:gd name="T7" fmla="*/ 8 h 960"/>
                <a:gd name="T8" fmla="*/ 11 w 1415"/>
                <a:gd name="T9" fmla="*/ 1 h 960"/>
                <a:gd name="T10" fmla="*/ 11 w 1415"/>
                <a:gd name="T11" fmla="*/ 1 h 960"/>
                <a:gd name="T12" fmla="*/ 11 w 1415"/>
                <a:gd name="T13" fmla="*/ 1 h 960"/>
                <a:gd name="T14" fmla="*/ 11 w 1415"/>
                <a:gd name="T15" fmla="*/ 1 h 960"/>
                <a:gd name="T16" fmla="*/ 11 w 1415"/>
                <a:gd name="T17" fmla="*/ 0 h 960"/>
                <a:gd name="T18" fmla="*/ 11 w 1415"/>
                <a:gd name="T19" fmla="*/ 0 h 960"/>
                <a:gd name="T20" fmla="*/ 11 w 1415"/>
                <a:gd name="T21" fmla="*/ 0 h 960"/>
                <a:gd name="T22" fmla="*/ 11 w 1415"/>
                <a:gd name="T23" fmla="*/ 0 h 960"/>
                <a:gd name="T24" fmla="*/ 11 w 1415"/>
                <a:gd name="T25" fmla="*/ 0 h 960"/>
                <a:gd name="T26" fmla="*/ 11 w 1415"/>
                <a:gd name="T27" fmla="*/ 0 h 960"/>
                <a:gd name="T28" fmla="*/ 11 w 1415"/>
                <a:gd name="T29" fmla="*/ 0 h 960"/>
                <a:gd name="T30" fmla="*/ 11 w 1415"/>
                <a:gd name="T31" fmla="*/ 0 h 96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15"/>
                <a:gd name="T49" fmla="*/ 0 h 960"/>
                <a:gd name="T50" fmla="*/ 1415 w 1415"/>
                <a:gd name="T51" fmla="*/ 960 h 96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15" h="960">
                  <a:moveTo>
                    <a:pt x="1338" y="10"/>
                  </a:moveTo>
                  <a:lnTo>
                    <a:pt x="1342" y="8"/>
                  </a:lnTo>
                  <a:lnTo>
                    <a:pt x="0" y="882"/>
                  </a:lnTo>
                  <a:lnTo>
                    <a:pt x="52" y="960"/>
                  </a:lnTo>
                  <a:lnTo>
                    <a:pt x="1393" y="85"/>
                  </a:lnTo>
                  <a:lnTo>
                    <a:pt x="1397" y="83"/>
                  </a:lnTo>
                  <a:lnTo>
                    <a:pt x="1393" y="85"/>
                  </a:lnTo>
                  <a:lnTo>
                    <a:pt x="1409" y="71"/>
                  </a:lnTo>
                  <a:lnTo>
                    <a:pt x="1415" y="53"/>
                  </a:lnTo>
                  <a:lnTo>
                    <a:pt x="1413" y="37"/>
                  </a:lnTo>
                  <a:lnTo>
                    <a:pt x="1406" y="21"/>
                  </a:lnTo>
                  <a:lnTo>
                    <a:pt x="1395" y="8"/>
                  </a:lnTo>
                  <a:lnTo>
                    <a:pt x="1379" y="1"/>
                  </a:lnTo>
                  <a:lnTo>
                    <a:pt x="1361" y="0"/>
                  </a:lnTo>
                  <a:lnTo>
                    <a:pt x="1342" y="8"/>
                  </a:lnTo>
                  <a:lnTo>
                    <a:pt x="1338" y="1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8448" name="Freeform 44"/>
            <p:cNvSpPr>
              <a:spLocks/>
            </p:cNvSpPr>
            <p:nvPr/>
          </p:nvSpPr>
          <p:spPr bwMode="auto">
            <a:xfrm>
              <a:off x="1599" y="2057"/>
              <a:ext cx="80" cy="163"/>
            </a:xfrm>
            <a:custGeom>
              <a:avLst/>
              <a:gdLst>
                <a:gd name="T0" fmla="*/ 2 w 398"/>
                <a:gd name="T1" fmla="*/ 0 h 817"/>
                <a:gd name="T2" fmla="*/ 2 w 398"/>
                <a:gd name="T3" fmla="*/ 0 h 817"/>
                <a:gd name="T4" fmla="*/ 2 w 398"/>
                <a:gd name="T5" fmla="*/ 1 h 817"/>
                <a:gd name="T6" fmla="*/ 2 w 398"/>
                <a:gd name="T7" fmla="*/ 1 h 817"/>
                <a:gd name="T8" fmla="*/ 2 w 398"/>
                <a:gd name="T9" fmla="*/ 2 h 817"/>
                <a:gd name="T10" fmla="*/ 2 w 398"/>
                <a:gd name="T11" fmla="*/ 2 h 817"/>
                <a:gd name="T12" fmla="*/ 2 w 398"/>
                <a:gd name="T13" fmla="*/ 2 h 817"/>
                <a:gd name="T14" fmla="*/ 2 w 398"/>
                <a:gd name="T15" fmla="*/ 3 h 817"/>
                <a:gd name="T16" fmla="*/ 2 w 398"/>
                <a:gd name="T17" fmla="*/ 3 h 817"/>
                <a:gd name="T18" fmla="*/ 2 w 398"/>
                <a:gd name="T19" fmla="*/ 4 h 817"/>
                <a:gd name="T20" fmla="*/ 2 w 398"/>
                <a:gd name="T21" fmla="*/ 4 h 817"/>
                <a:gd name="T22" fmla="*/ 1 w 398"/>
                <a:gd name="T23" fmla="*/ 4 h 817"/>
                <a:gd name="T24" fmla="*/ 1 w 398"/>
                <a:gd name="T25" fmla="*/ 5 h 817"/>
                <a:gd name="T26" fmla="*/ 1 w 398"/>
                <a:gd name="T27" fmla="*/ 5 h 817"/>
                <a:gd name="T28" fmla="*/ 1 w 398"/>
                <a:gd name="T29" fmla="*/ 5 h 817"/>
                <a:gd name="T30" fmla="*/ 1 w 398"/>
                <a:gd name="T31" fmla="*/ 5 h 817"/>
                <a:gd name="T32" fmla="*/ 0 w 398"/>
                <a:gd name="T33" fmla="*/ 6 h 817"/>
                <a:gd name="T34" fmla="*/ 0 w 398"/>
                <a:gd name="T35" fmla="*/ 6 h 817"/>
                <a:gd name="T36" fmla="*/ 0 w 398"/>
                <a:gd name="T37" fmla="*/ 7 h 817"/>
                <a:gd name="T38" fmla="*/ 1 w 398"/>
                <a:gd name="T39" fmla="*/ 6 h 817"/>
                <a:gd name="T40" fmla="*/ 1 w 398"/>
                <a:gd name="T41" fmla="*/ 6 h 817"/>
                <a:gd name="T42" fmla="*/ 1 w 398"/>
                <a:gd name="T43" fmla="*/ 6 h 817"/>
                <a:gd name="T44" fmla="*/ 2 w 398"/>
                <a:gd name="T45" fmla="*/ 5 h 817"/>
                <a:gd name="T46" fmla="*/ 2 w 398"/>
                <a:gd name="T47" fmla="*/ 5 h 817"/>
                <a:gd name="T48" fmla="*/ 2 w 398"/>
                <a:gd name="T49" fmla="*/ 5 h 817"/>
                <a:gd name="T50" fmla="*/ 2 w 398"/>
                <a:gd name="T51" fmla="*/ 4 h 817"/>
                <a:gd name="T52" fmla="*/ 2 w 398"/>
                <a:gd name="T53" fmla="*/ 4 h 817"/>
                <a:gd name="T54" fmla="*/ 3 w 398"/>
                <a:gd name="T55" fmla="*/ 3 h 817"/>
                <a:gd name="T56" fmla="*/ 3 w 398"/>
                <a:gd name="T57" fmla="*/ 3 h 817"/>
                <a:gd name="T58" fmla="*/ 3 w 398"/>
                <a:gd name="T59" fmla="*/ 3 h 817"/>
                <a:gd name="T60" fmla="*/ 3 w 398"/>
                <a:gd name="T61" fmla="*/ 2 h 817"/>
                <a:gd name="T62" fmla="*/ 3 w 398"/>
                <a:gd name="T63" fmla="*/ 2 h 817"/>
                <a:gd name="T64" fmla="*/ 3 w 398"/>
                <a:gd name="T65" fmla="*/ 1 h 817"/>
                <a:gd name="T66" fmla="*/ 3 w 398"/>
                <a:gd name="T67" fmla="*/ 1 h 817"/>
                <a:gd name="T68" fmla="*/ 3 w 398"/>
                <a:gd name="T69" fmla="*/ 0 h 817"/>
                <a:gd name="T70" fmla="*/ 3 w 398"/>
                <a:gd name="T71" fmla="*/ 0 h 817"/>
                <a:gd name="T72" fmla="*/ 3 w 398"/>
                <a:gd name="T73" fmla="*/ 0 h 817"/>
                <a:gd name="T74" fmla="*/ 3 w 398"/>
                <a:gd name="T75" fmla="*/ 0 h 817"/>
                <a:gd name="T76" fmla="*/ 3 w 398"/>
                <a:gd name="T77" fmla="*/ 0 h 817"/>
                <a:gd name="T78" fmla="*/ 3 w 398"/>
                <a:gd name="T79" fmla="*/ 0 h 817"/>
                <a:gd name="T80" fmla="*/ 3 w 398"/>
                <a:gd name="T81" fmla="*/ 0 h 817"/>
                <a:gd name="T82" fmla="*/ 3 w 398"/>
                <a:gd name="T83" fmla="*/ 0 h 817"/>
                <a:gd name="T84" fmla="*/ 3 w 398"/>
                <a:gd name="T85" fmla="*/ 0 h 817"/>
                <a:gd name="T86" fmla="*/ 2 w 398"/>
                <a:gd name="T87" fmla="*/ 0 h 817"/>
                <a:gd name="T88" fmla="*/ 2 w 398"/>
                <a:gd name="T89" fmla="*/ 0 h 817"/>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398"/>
                <a:gd name="T136" fmla="*/ 0 h 817"/>
                <a:gd name="T137" fmla="*/ 398 w 398"/>
                <a:gd name="T138" fmla="*/ 817 h 817"/>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398" h="817">
                  <a:moveTo>
                    <a:pt x="304" y="47"/>
                  </a:moveTo>
                  <a:lnTo>
                    <a:pt x="304" y="47"/>
                  </a:lnTo>
                  <a:lnTo>
                    <a:pt x="301" y="97"/>
                  </a:lnTo>
                  <a:lnTo>
                    <a:pt x="297" y="147"/>
                  </a:lnTo>
                  <a:lnTo>
                    <a:pt x="291" y="198"/>
                  </a:lnTo>
                  <a:lnTo>
                    <a:pt x="280" y="247"/>
                  </a:lnTo>
                  <a:lnTo>
                    <a:pt x="268" y="297"/>
                  </a:lnTo>
                  <a:lnTo>
                    <a:pt x="253" y="347"/>
                  </a:lnTo>
                  <a:lnTo>
                    <a:pt x="236" y="395"/>
                  </a:lnTo>
                  <a:lnTo>
                    <a:pt x="217" y="442"/>
                  </a:lnTo>
                  <a:lnTo>
                    <a:pt x="195" y="487"/>
                  </a:lnTo>
                  <a:lnTo>
                    <a:pt x="171" y="532"/>
                  </a:lnTo>
                  <a:lnTo>
                    <a:pt x="147" y="574"/>
                  </a:lnTo>
                  <a:lnTo>
                    <a:pt x="121" y="613"/>
                  </a:lnTo>
                  <a:lnTo>
                    <a:pt x="93" y="650"/>
                  </a:lnTo>
                  <a:lnTo>
                    <a:pt x="64" y="684"/>
                  </a:lnTo>
                  <a:lnTo>
                    <a:pt x="32" y="716"/>
                  </a:lnTo>
                  <a:lnTo>
                    <a:pt x="0" y="744"/>
                  </a:lnTo>
                  <a:lnTo>
                    <a:pt x="59" y="817"/>
                  </a:lnTo>
                  <a:lnTo>
                    <a:pt x="95" y="784"/>
                  </a:lnTo>
                  <a:lnTo>
                    <a:pt x="132" y="748"/>
                  </a:lnTo>
                  <a:lnTo>
                    <a:pt x="166" y="709"/>
                  </a:lnTo>
                  <a:lnTo>
                    <a:pt x="196" y="667"/>
                  </a:lnTo>
                  <a:lnTo>
                    <a:pt x="227" y="623"/>
                  </a:lnTo>
                  <a:lnTo>
                    <a:pt x="253" y="576"/>
                  </a:lnTo>
                  <a:lnTo>
                    <a:pt x="279" y="530"/>
                  </a:lnTo>
                  <a:lnTo>
                    <a:pt x="301" y="479"/>
                  </a:lnTo>
                  <a:lnTo>
                    <a:pt x="323" y="428"/>
                  </a:lnTo>
                  <a:lnTo>
                    <a:pt x="342" y="375"/>
                  </a:lnTo>
                  <a:lnTo>
                    <a:pt x="359" y="321"/>
                  </a:lnTo>
                  <a:lnTo>
                    <a:pt x="372" y="268"/>
                  </a:lnTo>
                  <a:lnTo>
                    <a:pt x="382" y="212"/>
                  </a:lnTo>
                  <a:lnTo>
                    <a:pt x="391" y="157"/>
                  </a:lnTo>
                  <a:lnTo>
                    <a:pt x="395" y="102"/>
                  </a:lnTo>
                  <a:lnTo>
                    <a:pt x="398" y="47"/>
                  </a:lnTo>
                  <a:lnTo>
                    <a:pt x="394" y="27"/>
                  </a:lnTo>
                  <a:lnTo>
                    <a:pt x="383" y="11"/>
                  </a:lnTo>
                  <a:lnTo>
                    <a:pt x="368" y="3"/>
                  </a:lnTo>
                  <a:lnTo>
                    <a:pt x="351" y="0"/>
                  </a:lnTo>
                  <a:lnTo>
                    <a:pt x="333" y="3"/>
                  </a:lnTo>
                  <a:lnTo>
                    <a:pt x="319" y="11"/>
                  </a:lnTo>
                  <a:lnTo>
                    <a:pt x="307" y="27"/>
                  </a:lnTo>
                  <a:lnTo>
                    <a:pt x="304" y="4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8449" name="Freeform 45"/>
            <p:cNvSpPr>
              <a:spLocks/>
            </p:cNvSpPr>
            <p:nvPr/>
          </p:nvSpPr>
          <p:spPr bwMode="auto">
            <a:xfrm>
              <a:off x="1660" y="1701"/>
              <a:ext cx="19" cy="365"/>
            </a:xfrm>
            <a:custGeom>
              <a:avLst/>
              <a:gdLst>
                <a:gd name="T0" fmla="*/ 0 w 95"/>
                <a:gd name="T1" fmla="*/ 0 h 1826"/>
                <a:gd name="T2" fmla="*/ 0 w 95"/>
                <a:gd name="T3" fmla="*/ 0 h 1826"/>
                <a:gd name="T4" fmla="*/ 0 w 95"/>
                <a:gd name="T5" fmla="*/ 15 h 1826"/>
                <a:gd name="T6" fmla="*/ 1 w 95"/>
                <a:gd name="T7" fmla="*/ 15 h 1826"/>
                <a:gd name="T8" fmla="*/ 1 w 95"/>
                <a:gd name="T9" fmla="*/ 0 h 1826"/>
                <a:gd name="T10" fmla="*/ 1 w 95"/>
                <a:gd name="T11" fmla="*/ 0 h 1826"/>
                <a:gd name="T12" fmla="*/ 1 w 95"/>
                <a:gd name="T13" fmla="*/ 0 h 1826"/>
                <a:gd name="T14" fmla="*/ 1 w 95"/>
                <a:gd name="T15" fmla="*/ 0 h 1826"/>
                <a:gd name="T16" fmla="*/ 1 w 95"/>
                <a:gd name="T17" fmla="*/ 0 h 1826"/>
                <a:gd name="T18" fmla="*/ 1 w 95"/>
                <a:gd name="T19" fmla="*/ 0 h 1826"/>
                <a:gd name="T20" fmla="*/ 0 w 95"/>
                <a:gd name="T21" fmla="*/ 0 h 1826"/>
                <a:gd name="T22" fmla="*/ 0 w 95"/>
                <a:gd name="T23" fmla="*/ 0 h 1826"/>
                <a:gd name="T24" fmla="*/ 0 w 95"/>
                <a:gd name="T25" fmla="*/ 0 h 1826"/>
                <a:gd name="T26" fmla="*/ 0 w 95"/>
                <a:gd name="T27" fmla="*/ 0 h 1826"/>
                <a:gd name="T28" fmla="*/ 0 w 95"/>
                <a:gd name="T29" fmla="*/ 0 h 1826"/>
                <a:gd name="T30" fmla="*/ 0 w 95"/>
                <a:gd name="T31" fmla="*/ 0 h 182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95"/>
                <a:gd name="T49" fmla="*/ 0 h 1826"/>
                <a:gd name="T50" fmla="*/ 95 w 95"/>
                <a:gd name="T51" fmla="*/ 1826 h 182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95" h="1826">
                  <a:moveTo>
                    <a:pt x="0" y="49"/>
                  </a:moveTo>
                  <a:lnTo>
                    <a:pt x="0" y="47"/>
                  </a:lnTo>
                  <a:lnTo>
                    <a:pt x="1" y="1826"/>
                  </a:lnTo>
                  <a:lnTo>
                    <a:pt x="95" y="1826"/>
                  </a:lnTo>
                  <a:lnTo>
                    <a:pt x="93" y="47"/>
                  </a:lnTo>
                  <a:lnTo>
                    <a:pt x="93" y="45"/>
                  </a:lnTo>
                  <a:lnTo>
                    <a:pt x="93" y="47"/>
                  </a:lnTo>
                  <a:lnTo>
                    <a:pt x="90" y="27"/>
                  </a:lnTo>
                  <a:lnTo>
                    <a:pt x="79" y="12"/>
                  </a:lnTo>
                  <a:lnTo>
                    <a:pt x="64" y="4"/>
                  </a:lnTo>
                  <a:lnTo>
                    <a:pt x="47" y="0"/>
                  </a:lnTo>
                  <a:lnTo>
                    <a:pt x="29" y="4"/>
                  </a:lnTo>
                  <a:lnTo>
                    <a:pt x="15" y="12"/>
                  </a:lnTo>
                  <a:lnTo>
                    <a:pt x="3" y="27"/>
                  </a:lnTo>
                  <a:lnTo>
                    <a:pt x="0" y="47"/>
                  </a:lnTo>
                  <a:lnTo>
                    <a:pt x="0" y="4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8450" name="Freeform 46"/>
            <p:cNvSpPr>
              <a:spLocks/>
            </p:cNvSpPr>
            <p:nvPr/>
          </p:nvSpPr>
          <p:spPr bwMode="auto">
            <a:xfrm>
              <a:off x="1598" y="1598"/>
              <a:ext cx="81" cy="113"/>
            </a:xfrm>
            <a:custGeom>
              <a:avLst/>
              <a:gdLst>
                <a:gd name="T0" fmla="*/ 0 w 401"/>
                <a:gd name="T1" fmla="*/ 1 h 566"/>
                <a:gd name="T2" fmla="*/ 0 w 401"/>
                <a:gd name="T3" fmla="*/ 1 h 566"/>
                <a:gd name="T4" fmla="*/ 0 w 401"/>
                <a:gd name="T5" fmla="*/ 1 h 566"/>
                <a:gd name="T6" fmla="*/ 1 w 401"/>
                <a:gd name="T7" fmla="*/ 1 h 566"/>
                <a:gd name="T8" fmla="*/ 1 w 401"/>
                <a:gd name="T9" fmla="*/ 1 h 566"/>
                <a:gd name="T10" fmla="*/ 1 w 401"/>
                <a:gd name="T11" fmla="*/ 1 h 566"/>
                <a:gd name="T12" fmla="*/ 1 w 401"/>
                <a:gd name="T13" fmla="*/ 2 h 566"/>
                <a:gd name="T14" fmla="*/ 1 w 401"/>
                <a:gd name="T15" fmla="*/ 2 h 566"/>
                <a:gd name="T16" fmla="*/ 2 w 401"/>
                <a:gd name="T17" fmla="*/ 2 h 566"/>
                <a:gd name="T18" fmla="*/ 2 w 401"/>
                <a:gd name="T19" fmla="*/ 2 h 566"/>
                <a:gd name="T20" fmla="*/ 2 w 401"/>
                <a:gd name="T21" fmla="*/ 2 h 566"/>
                <a:gd name="T22" fmla="*/ 2 w 401"/>
                <a:gd name="T23" fmla="*/ 3 h 566"/>
                <a:gd name="T24" fmla="*/ 2 w 401"/>
                <a:gd name="T25" fmla="*/ 3 h 566"/>
                <a:gd name="T26" fmla="*/ 2 w 401"/>
                <a:gd name="T27" fmla="*/ 3 h 566"/>
                <a:gd name="T28" fmla="*/ 2 w 401"/>
                <a:gd name="T29" fmla="*/ 4 h 566"/>
                <a:gd name="T30" fmla="*/ 2 w 401"/>
                <a:gd name="T31" fmla="*/ 4 h 566"/>
                <a:gd name="T32" fmla="*/ 2 w 401"/>
                <a:gd name="T33" fmla="*/ 4 h 566"/>
                <a:gd name="T34" fmla="*/ 3 w 401"/>
                <a:gd name="T35" fmla="*/ 5 h 566"/>
                <a:gd name="T36" fmla="*/ 3 w 401"/>
                <a:gd name="T37" fmla="*/ 4 h 566"/>
                <a:gd name="T38" fmla="*/ 3 w 401"/>
                <a:gd name="T39" fmla="*/ 4 h 566"/>
                <a:gd name="T40" fmla="*/ 3 w 401"/>
                <a:gd name="T41" fmla="*/ 4 h 566"/>
                <a:gd name="T42" fmla="*/ 3 w 401"/>
                <a:gd name="T43" fmla="*/ 3 h 566"/>
                <a:gd name="T44" fmla="*/ 3 w 401"/>
                <a:gd name="T45" fmla="*/ 3 h 566"/>
                <a:gd name="T46" fmla="*/ 3 w 401"/>
                <a:gd name="T47" fmla="*/ 3 h 566"/>
                <a:gd name="T48" fmla="*/ 3 w 401"/>
                <a:gd name="T49" fmla="*/ 2 h 566"/>
                <a:gd name="T50" fmla="*/ 3 w 401"/>
                <a:gd name="T51" fmla="*/ 2 h 566"/>
                <a:gd name="T52" fmla="*/ 2 w 401"/>
                <a:gd name="T53" fmla="*/ 2 h 566"/>
                <a:gd name="T54" fmla="*/ 2 w 401"/>
                <a:gd name="T55" fmla="*/ 2 h 566"/>
                <a:gd name="T56" fmla="*/ 2 w 401"/>
                <a:gd name="T57" fmla="*/ 1 h 566"/>
                <a:gd name="T58" fmla="*/ 2 w 401"/>
                <a:gd name="T59" fmla="*/ 1 h 566"/>
                <a:gd name="T60" fmla="*/ 2 w 401"/>
                <a:gd name="T61" fmla="*/ 1 h 566"/>
                <a:gd name="T62" fmla="*/ 1 w 401"/>
                <a:gd name="T63" fmla="*/ 1 h 566"/>
                <a:gd name="T64" fmla="*/ 1 w 401"/>
                <a:gd name="T65" fmla="*/ 0 h 566"/>
                <a:gd name="T66" fmla="*/ 1 w 401"/>
                <a:gd name="T67" fmla="*/ 0 h 566"/>
                <a:gd name="T68" fmla="*/ 1 w 401"/>
                <a:gd name="T69" fmla="*/ 0 h 566"/>
                <a:gd name="T70" fmla="*/ 1 w 401"/>
                <a:gd name="T71" fmla="*/ 0 h 566"/>
                <a:gd name="T72" fmla="*/ 1 w 401"/>
                <a:gd name="T73" fmla="*/ 0 h 566"/>
                <a:gd name="T74" fmla="*/ 0 w 401"/>
                <a:gd name="T75" fmla="*/ 0 h 566"/>
                <a:gd name="T76" fmla="*/ 0 w 401"/>
                <a:gd name="T77" fmla="*/ 0 h 566"/>
                <a:gd name="T78" fmla="*/ 0 w 401"/>
                <a:gd name="T79" fmla="*/ 0 h 566"/>
                <a:gd name="T80" fmla="*/ 0 w 401"/>
                <a:gd name="T81" fmla="*/ 0 h 566"/>
                <a:gd name="T82" fmla="*/ 0 w 401"/>
                <a:gd name="T83" fmla="*/ 0 h 566"/>
                <a:gd name="T84" fmla="*/ 0 w 401"/>
                <a:gd name="T85" fmla="*/ 0 h 566"/>
                <a:gd name="T86" fmla="*/ 0 w 401"/>
                <a:gd name="T87" fmla="*/ 1 h 566"/>
                <a:gd name="T88" fmla="*/ 0 w 401"/>
                <a:gd name="T89" fmla="*/ 1 h 56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401"/>
                <a:gd name="T136" fmla="*/ 0 h 566"/>
                <a:gd name="T137" fmla="*/ 401 w 401"/>
                <a:gd name="T138" fmla="*/ 566 h 566"/>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401" h="566">
                  <a:moveTo>
                    <a:pt x="23" y="88"/>
                  </a:moveTo>
                  <a:lnTo>
                    <a:pt x="23" y="88"/>
                  </a:lnTo>
                  <a:lnTo>
                    <a:pt x="53" y="107"/>
                  </a:lnTo>
                  <a:lnTo>
                    <a:pt x="83" y="125"/>
                  </a:lnTo>
                  <a:lnTo>
                    <a:pt x="108" y="147"/>
                  </a:lnTo>
                  <a:lnTo>
                    <a:pt x="135" y="171"/>
                  </a:lnTo>
                  <a:lnTo>
                    <a:pt x="160" y="196"/>
                  </a:lnTo>
                  <a:lnTo>
                    <a:pt x="182" y="223"/>
                  </a:lnTo>
                  <a:lnTo>
                    <a:pt x="205" y="251"/>
                  </a:lnTo>
                  <a:lnTo>
                    <a:pt x="223" y="281"/>
                  </a:lnTo>
                  <a:lnTo>
                    <a:pt x="240" y="312"/>
                  </a:lnTo>
                  <a:lnTo>
                    <a:pt x="256" y="345"/>
                  </a:lnTo>
                  <a:lnTo>
                    <a:pt x="270" y="379"/>
                  </a:lnTo>
                  <a:lnTo>
                    <a:pt x="282" y="414"/>
                  </a:lnTo>
                  <a:lnTo>
                    <a:pt x="291" y="450"/>
                  </a:lnTo>
                  <a:lnTo>
                    <a:pt x="299" y="488"/>
                  </a:lnTo>
                  <a:lnTo>
                    <a:pt x="304" y="526"/>
                  </a:lnTo>
                  <a:lnTo>
                    <a:pt x="308" y="566"/>
                  </a:lnTo>
                  <a:lnTo>
                    <a:pt x="401" y="562"/>
                  </a:lnTo>
                  <a:lnTo>
                    <a:pt x="398" y="517"/>
                  </a:lnTo>
                  <a:lnTo>
                    <a:pt x="391" y="471"/>
                  </a:lnTo>
                  <a:lnTo>
                    <a:pt x="383" y="429"/>
                  </a:lnTo>
                  <a:lnTo>
                    <a:pt x="371" y="386"/>
                  </a:lnTo>
                  <a:lnTo>
                    <a:pt x="357" y="346"/>
                  </a:lnTo>
                  <a:lnTo>
                    <a:pt x="340" y="307"/>
                  </a:lnTo>
                  <a:lnTo>
                    <a:pt x="324" y="270"/>
                  </a:lnTo>
                  <a:lnTo>
                    <a:pt x="303" y="232"/>
                  </a:lnTo>
                  <a:lnTo>
                    <a:pt x="280" y="197"/>
                  </a:lnTo>
                  <a:lnTo>
                    <a:pt x="255" y="164"/>
                  </a:lnTo>
                  <a:lnTo>
                    <a:pt x="228" y="132"/>
                  </a:lnTo>
                  <a:lnTo>
                    <a:pt x="199" y="103"/>
                  </a:lnTo>
                  <a:lnTo>
                    <a:pt x="169" y="76"/>
                  </a:lnTo>
                  <a:lnTo>
                    <a:pt x="137" y="50"/>
                  </a:lnTo>
                  <a:lnTo>
                    <a:pt x="103" y="27"/>
                  </a:lnTo>
                  <a:lnTo>
                    <a:pt x="67" y="6"/>
                  </a:lnTo>
                  <a:lnTo>
                    <a:pt x="48" y="0"/>
                  </a:lnTo>
                  <a:lnTo>
                    <a:pt x="30" y="2"/>
                  </a:lnTo>
                  <a:lnTo>
                    <a:pt x="16" y="12"/>
                  </a:lnTo>
                  <a:lnTo>
                    <a:pt x="5" y="25"/>
                  </a:lnTo>
                  <a:lnTo>
                    <a:pt x="0" y="41"/>
                  </a:lnTo>
                  <a:lnTo>
                    <a:pt x="0" y="59"/>
                  </a:lnTo>
                  <a:lnTo>
                    <a:pt x="8" y="75"/>
                  </a:lnTo>
                  <a:lnTo>
                    <a:pt x="23"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8451" name="Freeform 47"/>
            <p:cNvSpPr>
              <a:spLocks/>
            </p:cNvSpPr>
            <p:nvPr/>
          </p:nvSpPr>
          <p:spPr bwMode="auto">
            <a:xfrm>
              <a:off x="1346" y="1455"/>
              <a:ext cx="266" cy="160"/>
            </a:xfrm>
            <a:custGeom>
              <a:avLst/>
              <a:gdLst>
                <a:gd name="T0" fmla="*/ 0 w 1330"/>
                <a:gd name="T1" fmla="*/ 1 h 801"/>
                <a:gd name="T2" fmla="*/ 0 w 1330"/>
                <a:gd name="T3" fmla="*/ 1 h 801"/>
                <a:gd name="T4" fmla="*/ 10 w 1330"/>
                <a:gd name="T5" fmla="*/ 6 h 801"/>
                <a:gd name="T6" fmla="*/ 11 w 1330"/>
                <a:gd name="T7" fmla="*/ 6 h 801"/>
                <a:gd name="T8" fmla="*/ 1 w 1330"/>
                <a:gd name="T9" fmla="*/ 0 h 801"/>
                <a:gd name="T10" fmla="*/ 1 w 1330"/>
                <a:gd name="T11" fmla="*/ 0 h 801"/>
                <a:gd name="T12" fmla="*/ 1 w 1330"/>
                <a:gd name="T13" fmla="*/ 0 h 801"/>
                <a:gd name="T14" fmla="*/ 0 w 1330"/>
                <a:gd name="T15" fmla="*/ 0 h 801"/>
                <a:gd name="T16" fmla="*/ 0 w 1330"/>
                <a:gd name="T17" fmla="*/ 0 h 801"/>
                <a:gd name="T18" fmla="*/ 0 w 1330"/>
                <a:gd name="T19" fmla="*/ 0 h 801"/>
                <a:gd name="T20" fmla="*/ 0 w 1330"/>
                <a:gd name="T21" fmla="*/ 0 h 801"/>
                <a:gd name="T22" fmla="*/ 0 w 1330"/>
                <a:gd name="T23" fmla="*/ 0 h 801"/>
                <a:gd name="T24" fmla="*/ 0 w 1330"/>
                <a:gd name="T25" fmla="*/ 0 h 801"/>
                <a:gd name="T26" fmla="*/ 0 w 1330"/>
                <a:gd name="T27" fmla="*/ 1 h 801"/>
                <a:gd name="T28" fmla="*/ 0 w 1330"/>
                <a:gd name="T29" fmla="*/ 1 h 801"/>
                <a:gd name="T30" fmla="*/ 0 w 1330"/>
                <a:gd name="T31" fmla="*/ 1 h 801"/>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30"/>
                <a:gd name="T49" fmla="*/ 0 h 801"/>
                <a:gd name="T50" fmla="*/ 1330 w 1330"/>
                <a:gd name="T51" fmla="*/ 801 h 801"/>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30" h="801">
                  <a:moveTo>
                    <a:pt x="24" y="88"/>
                  </a:moveTo>
                  <a:lnTo>
                    <a:pt x="23" y="88"/>
                  </a:lnTo>
                  <a:lnTo>
                    <a:pt x="1286" y="801"/>
                  </a:lnTo>
                  <a:lnTo>
                    <a:pt x="1330" y="719"/>
                  </a:lnTo>
                  <a:lnTo>
                    <a:pt x="67" y="6"/>
                  </a:lnTo>
                  <a:lnTo>
                    <a:pt x="66" y="6"/>
                  </a:lnTo>
                  <a:lnTo>
                    <a:pt x="67" y="6"/>
                  </a:lnTo>
                  <a:lnTo>
                    <a:pt x="48" y="0"/>
                  </a:lnTo>
                  <a:lnTo>
                    <a:pt x="30" y="2"/>
                  </a:lnTo>
                  <a:lnTo>
                    <a:pt x="16" y="12"/>
                  </a:lnTo>
                  <a:lnTo>
                    <a:pt x="5" y="25"/>
                  </a:lnTo>
                  <a:lnTo>
                    <a:pt x="0" y="41"/>
                  </a:lnTo>
                  <a:lnTo>
                    <a:pt x="0" y="59"/>
                  </a:lnTo>
                  <a:lnTo>
                    <a:pt x="8" y="75"/>
                  </a:lnTo>
                  <a:lnTo>
                    <a:pt x="23" y="88"/>
                  </a:lnTo>
                  <a:lnTo>
                    <a:pt x="24"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8452" name="Freeform 48"/>
            <p:cNvSpPr>
              <a:spLocks/>
            </p:cNvSpPr>
            <p:nvPr/>
          </p:nvSpPr>
          <p:spPr bwMode="auto">
            <a:xfrm>
              <a:off x="1198" y="1439"/>
              <a:ext cx="161" cy="35"/>
            </a:xfrm>
            <a:custGeom>
              <a:avLst/>
              <a:gdLst>
                <a:gd name="T0" fmla="*/ 1 w 806"/>
                <a:gd name="T1" fmla="*/ 1 h 177"/>
                <a:gd name="T2" fmla="*/ 1 w 806"/>
                <a:gd name="T3" fmla="*/ 1 h 177"/>
                <a:gd name="T4" fmla="*/ 1 w 806"/>
                <a:gd name="T5" fmla="*/ 1 h 177"/>
                <a:gd name="T6" fmla="*/ 1 w 806"/>
                <a:gd name="T7" fmla="*/ 1 h 177"/>
                <a:gd name="T8" fmla="*/ 2 w 806"/>
                <a:gd name="T9" fmla="*/ 1 h 177"/>
                <a:gd name="T10" fmla="*/ 2 w 806"/>
                <a:gd name="T11" fmla="*/ 1 h 177"/>
                <a:gd name="T12" fmla="*/ 2 w 806"/>
                <a:gd name="T13" fmla="*/ 1 h 177"/>
                <a:gd name="T14" fmla="*/ 3 w 806"/>
                <a:gd name="T15" fmla="*/ 1 h 177"/>
                <a:gd name="T16" fmla="*/ 3 w 806"/>
                <a:gd name="T17" fmla="*/ 1 h 177"/>
                <a:gd name="T18" fmla="*/ 3 w 806"/>
                <a:gd name="T19" fmla="*/ 1 h 177"/>
                <a:gd name="T20" fmla="*/ 4 w 806"/>
                <a:gd name="T21" fmla="*/ 1 h 177"/>
                <a:gd name="T22" fmla="*/ 4 w 806"/>
                <a:gd name="T23" fmla="*/ 1 h 177"/>
                <a:gd name="T24" fmla="*/ 5 w 806"/>
                <a:gd name="T25" fmla="*/ 1 h 177"/>
                <a:gd name="T26" fmla="*/ 5 w 806"/>
                <a:gd name="T27" fmla="*/ 1 h 177"/>
                <a:gd name="T28" fmla="*/ 5 w 806"/>
                <a:gd name="T29" fmla="*/ 1 h 177"/>
                <a:gd name="T30" fmla="*/ 6 w 806"/>
                <a:gd name="T31" fmla="*/ 1 h 177"/>
                <a:gd name="T32" fmla="*/ 6 w 806"/>
                <a:gd name="T33" fmla="*/ 1 h 177"/>
                <a:gd name="T34" fmla="*/ 6 w 806"/>
                <a:gd name="T35" fmla="*/ 1 h 177"/>
                <a:gd name="T36" fmla="*/ 6 w 806"/>
                <a:gd name="T37" fmla="*/ 1 h 177"/>
                <a:gd name="T38" fmla="*/ 6 w 806"/>
                <a:gd name="T39" fmla="*/ 1 h 177"/>
                <a:gd name="T40" fmla="*/ 6 w 806"/>
                <a:gd name="T41" fmla="*/ 0 h 177"/>
                <a:gd name="T42" fmla="*/ 5 w 806"/>
                <a:gd name="T43" fmla="*/ 0 h 177"/>
                <a:gd name="T44" fmla="*/ 5 w 806"/>
                <a:gd name="T45" fmla="*/ 0 h 177"/>
                <a:gd name="T46" fmla="*/ 5 w 806"/>
                <a:gd name="T47" fmla="*/ 0 h 177"/>
                <a:gd name="T48" fmla="*/ 4 w 806"/>
                <a:gd name="T49" fmla="*/ 0 h 177"/>
                <a:gd name="T50" fmla="*/ 4 w 806"/>
                <a:gd name="T51" fmla="*/ 0 h 177"/>
                <a:gd name="T52" fmla="*/ 3 w 806"/>
                <a:gd name="T53" fmla="*/ 0 h 177"/>
                <a:gd name="T54" fmla="*/ 3 w 806"/>
                <a:gd name="T55" fmla="*/ 0 h 177"/>
                <a:gd name="T56" fmla="*/ 3 w 806"/>
                <a:gd name="T57" fmla="*/ 0 h 177"/>
                <a:gd name="T58" fmla="*/ 2 w 806"/>
                <a:gd name="T59" fmla="*/ 0 h 177"/>
                <a:gd name="T60" fmla="*/ 2 w 806"/>
                <a:gd name="T61" fmla="*/ 0 h 177"/>
                <a:gd name="T62" fmla="*/ 1 w 806"/>
                <a:gd name="T63" fmla="*/ 0 h 177"/>
                <a:gd name="T64" fmla="*/ 1 w 806"/>
                <a:gd name="T65" fmla="*/ 0 h 177"/>
                <a:gd name="T66" fmla="*/ 1 w 806"/>
                <a:gd name="T67" fmla="*/ 1 h 177"/>
                <a:gd name="T68" fmla="*/ 0 w 806"/>
                <a:gd name="T69" fmla="*/ 1 h 177"/>
                <a:gd name="T70" fmla="*/ 0 w 806"/>
                <a:gd name="T71" fmla="*/ 1 h 177"/>
                <a:gd name="T72" fmla="*/ 0 w 806"/>
                <a:gd name="T73" fmla="*/ 1 h 177"/>
                <a:gd name="T74" fmla="*/ 0 w 806"/>
                <a:gd name="T75" fmla="*/ 1 h 177"/>
                <a:gd name="T76" fmla="*/ 0 w 806"/>
                <a:gd name="T77" fmla="*/ 1 h 177"/>
                <a:gd name="T78" fmla="*/ 0 w 806"/>
                <a:gd name="T79" fmla="*/ 1 h 177"/>
                <a:gd name="T80" fmla="*/ 0 w 806"/>
                <a:gd name="T81" fmla="*/ 1 h 177"/>
                <a:gd name="T82" fmla="*/ 0 w 806"/>
                <a:gd name="T83" fmla="*/ 1 h 177"/>
                <a:gd name="T84" fmla="*/ 0 w 806"/>
                <a:gd name="T85" fmla="*/ 1 h 177"/>
                <a:gd name="T86" fmla="*/ 0 w 806"/>
                <a:gd name="T87" fmla="*/ 1 h 177"/>
                <a:gd name="T88" fmla="*/ 1 w 806"/>
                <a:gd name="T89" fmla="*/ 1 h 177"/>
                <a:gd name="T90" fmla="*/ 1 w 806"/>
                <a:gd name="T91" fmla="*/ 1 h 17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806"/>
                <a:gd name="T139" fmla="*/ 0 h 177"/>
                <a:gd name="T140" fmla="*/ 806 w 806"/>
                <a:gd name="T141" fmla="*/ 177 h 17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806" h="177">
                  <a:moveTo>
                    <a:pt x="67" y="171"/>
                  </a:moveTo>
                  <a:lnTo>
                    <a:pt x="68" y="171"/>
                  </a:lnTo>
                  <a:lnTo>
                    <a:pt x="109" y="151"/>
                  </a:lnTo>
                  <a:lnTo>
                    <a:pt x="151" y="135"/>
                  </a:lnTo>
                  <a:lnTo>
                    <a:pt x="196" y="122"/>
                  </a:lnTo>
                  <a:lnTo>
                    <a:pt x="242" y="110"/>
                  </a:lnTo>
                  <a:lnTo>
                    <a:pt x="287" y="102"/>
                  </a:lnTo>
                  <a:lnTo>
                    <a:pt x="335" y="97"/>
                  </a:lnTo>
                  <a:lnTo>
                    <a:pt x="382" y="95"/>
                  </a:lnTo>
                  <a:lnTo>
                    <a:pt x="430" y="94"/>
                  </a:lnTo>
                  <a:lnTo>
                    <a:pt x="477" y="97"/>
                  </a:lnTo>
                  <a:lnTo>
                    <a:pt x="524" y="102"/>
                  </a:lnTo>
                  <a:lnTo>
                    <a:pt x="568" y="108"/>
                  </a:lnTo>
                  <a:lnTo>
                    <a:pt x="612" y="117"/>
                  </a:lnTo>
                  <a:lnTo>
                    <a:pt x="654" y="128"/>
                  </a:lnTo>
                  <a:lnTo>
                    <a:pt x="693" y="141"/>
                  </a:lnTo>
                  <a:lnTo>
                    <a:pt x="730" y="155"/>
                  </a:lnTo>
                  <a:lnTo>
                    <a:pt x="764" y="171"/>
                  </a:lnTo>
                  <a:lnTo>
                    <a:pt x="806" y="89"/>
                  </a:lnTo>
                  <a:lnTo>
                    <a:pt x="768" y="70"/>
                  </a:lnTo>
                  <a:lnTo>
                    <a:pt x="725" y="54"/>
                  </a:lnTo>
                  <a:lnTo>
                    <a:pt x="680" y="39"/>
                  </a:lnTo>
                  <a:lnTo>
                    <a:pt x="633" y="26"/>
                  </a:lnTo>
                  <a:lnTo>
                    <a:pt x="585" y="16"/>
                  </a:lnTo>
                  <a:lnTo>
                    <a:pt x="536" y="8"/>
                  </a:lnTo>
                  <a:lnTo>
                    <a:pt x="484" y="3"/>
                  </a:lnTo>
                  <a:lnTo>
                    <a:pt x="433" y="0"/>
                  </a:lnTo>
                  <a:lnTo>
                    <a:pt x="380" y="1"/>
                  </a:lnTo>
                  <a:lnTo>
                    <a:pt x="328" y="3"/>
                  </a:lnTo>
                  <a:lnTo>
                    <a:pt x="276" y="10"/>
                  </a:lnTo>
                  <a:lnTo>
                    <a:pt x="223" y="19"/>
                  </a:lnTo>
                  <a:lnTo>
                    <a:pt x="172" y="30"/>
                  </a:lnTo>
                  <a:lnTo>
                    <a:pt x="121" y="46"/>
                  </a:lnTo>
                  <a:lnTo>
                    <a:pt x="72" y="67"/>
                  </a:lnTo>
                  <a:lnTo>
                    <a:pt x="24" y="89"/>
                  </a:lnTo>
                  <a:lnTo>
                    <a:pt x="25" y="89"/>
                  </a:lnTo>
                  <a:lnTo>
                    <a:pt x="24" y="89"/>
                  </a:lnTo>
                  <a:lnTo>
                    <a:pt x="8" y="102"/>
                  </a:lnTo>
                  <a:lnTo>
                    <a:pt x="0" y="118"/>
                  </a:lnTo>
                  <a:lnTo>
                    <a:pt x="0" y="136"/>
                  </a:lnTo>
                  <a:lnTo>
                    <a:pt x="6" y="152"/>
                  </a:lnTo>
                  <a:lnTo>
                    <a:pt x="17" y="165"/>
                  </a:lnTo>
                  <a:lnTo>
                    <a:pt x="31" y="175"/>
                  </a:lnTo>
                  <a:lnTo>
                    <a:pt x="48" y="177"/>
                  </a:lnTo>
                  <a:lnTo>
                    <a:pt x="68" y="171"/>
                  </a:lnTo>
                  <a:lnTo>
                    <a:pt x="67" y="1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8453" name="Freeform 49"/>
            <p:cNvSpPr>
              <a:spLocks/>
            </p:cNvSpPr>
            <p:nvPr/>
          </p:nvSpPr>
          <p:spPr bwMode="auto">
            <a:xfrm>
              <a:off x="931" y="1456"/>
              <a:ext cx="280" cy="158"/>
            </a:xfrm>
            <a:custGeom>
              <a:avLst/>
              <a:gdLst>
                <a:gd name="T0" fmla="*/ 1 w 1402"/>
                <a:gd name="T1" fmla="*/ 6 h 787"/>
                <a:gd name="T2" fmla="*/ 1 w 1402"/>
                <a:gd name="T3" fmla="*/ 6 h 787"/>
                <a:gd name="T4" fmla="*/ 11 w 1402"/>
                <a:gd name="T5" fmla="*/ 1 h 787"/>
                <a:gd name="T6" fmla="*/ 11 w 1402"/>
                <a:gd name="T7" fmla="*/ 0 h 787"/>
                <a:gd name="T8" fmla="*/ 0 w 1402"/>
                <a:gd name="T9" fmla="*/ 6 h 787"/>
                <a:gd name="T10" fmla="*/ 0 w 1402"/>
                <a:gd name="T11" fmla="*/ 6 h 787"/>
                <a:gd name="T12" fmla="*/ 0 w 1402"/>
                <a:gd name="T13" fmla="*/ 6 h 787"/>
                <a:gd name="T14" fmla="*/ 0 w 1402"/>
                <a:gd name="T15" fmla="*/ 6 h 787"/>
                <a:gd name="T16" fmla="*/ 0 w 1402"/>
                <a:gd name="T17" fmla="*/ 6 h 787"/>
                <a:gd name="T18" fmla="*/ 0 w 1402"/>
                <a:gd name="T19" fmla="*/ 6 h 787"/>
                <a:gd name="T20" fmla="*/ 0 w 1402"/>
                <a:gd name="T21" fmla="*/ 6 h 787"/>
                <a:gd name="T22" fmla="*/ 0 w 1402"/>
                <a:gd name="T23" fmla="*/ 6 h 787"/>
                <a:gd name="T24" fmla="*/ 0 w 1402"/>
                <a:gd name="T25" fmla="*/ 6 h 787"/>
                <a:gd name="T26" fmla="*/ 0 w 1402"/>
                <a:gd name="T27" fmla="*/ 6 h 787"/>
                <a:gd name="T28" fmla="*/ 1 w 1402"/>
                <a:gd name="T29" fmla="*/ 6 h 787"/>
                <a:gd name="T30" fmla="*/ 1 w 1402"/>
                <a:gd name="T31" fmla="*/ 6 h 78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02"/>
                <a:gd name="T49" fmla="*/ 0 h 787"/>
                <a:gd name="T50" fmla="*/ 1402 w 1402"/>
                <a:gd name="T51" fmla="*/ 787 h 78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02" h="787">
                  <a:moveTo>
                    <a:pt x="69" y="781"/>
                  </a:moveTo>
                  <a:lnTo>
                    <a:pt x="66" y="781"/>
                  </a:lnTo>
                  <a:lnTo>
                    <a:pt x="1402" y="82"/>
                  </a:lnTo>
                  <a:lnTo>
                    <a:pt x="1360" y="0"/>
                  </a:lnTo>
                  <a:lnTo>
                    <a:pt x="24" y="699"/>
                  </a:lnTo>
                  <a:lnTo>
                    <a:pt x="22" y="699"/>
                  </a:lnTo>
                  <a:lnTo>
                    <a:pt x="24" y="699"/>
                  </a:lnTo>
                  <a:lnTo>
                    <a:pt x="8" y="712"/>
                  </a:lnTo>
                  <a:lnTo>
                    <a:pt x="1" y="727"/>
                  </a:lnTo>
                  <a:lnTo>
                    <a:pt x="0" y="744"/>
                  </a:lnTo>
                  <a:lnTo>
                    <a:pt x="5" y="761"/>
                  </a:lnTo>
                  <a:lnTo>
                    <a:pt x="15" y="775"/>
                  </a:lnTo>
                  <a:lnTo>
                    <a:pt x="30" y="784"/>
                  </a:lnTo>
                  <a:lnTo>
                    <a:pt x="46" y="787"/>
                  </a:lnTo>
                  <a:lnTo>
                    <a:pt x="66" y="781"/>
                  </a:lnTo>
                  <a:lnTo>
                    <a:pt x="69" y="7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8454" name="Freeform 50"/>
            <p:cNvSpPr>
              <a:spLocks/>
            </p:cNvSpPr>
            <p:nvPr/>
          </p:nvSpPr>
          <p:spPr bwMode="auto">
            <a:xfrm>
              <a:off x="868" y="1596"/>
              <a:ext cx="77" cy="126"/>
            </a:xfrm>
            <a:custGeom>
              <a:avLst/>
              <a:gdLst>
                <a:gd name="T0" fmla="*/ 1 w 382"/>
                <a:gd name="T1" fmla="*/ 5 h 628"/>
                <a:gd name="T2" fmla="*/ 1 w 382"/>
                <a:gd name="T3" fmla="*/ 5 h 628"/>
                <a:gd name="T4" fmla="*/ 1 w 382"/>
                <a:gd name="T5" fmla="*/ 4 h 628"/>
                <a:gd name="T6" fmla="*/ 1 w 382"/>
                <a:gd name="T7" fmla="*/ 4 h 628"/>
                <a:gd name="T8" fmla="*/ 1 w 382"/>
                <a:gd name="T9" fmla="*/ 4 h 628"/>
                <a:gd name="T10" fmla="*/ 1 w 382"/>
                <a:gd name="T11" fmla="*/ 3 h 628"/>
                <a:gd name="T12" fmla="*/ 1 w 382"/>
                <a:gd name="T13" fmla="*/ 3 h 628"/>
                <a:gd name="T14" fmla="*/ 1 w 382"/>
                <a:gd name="T15" fmla="*/ 3 h 628"/>
                <a:gd name="T16" fmla="*/ 1 w 382"/>
                <a:gd name="T17" fmla="*/ 3 h 628"/>
                <a:gd name="T18" fmla="*/ 1 w 382"/>
                <a:gd name="T19" fmla="*/ 2 h 628"/>
                <a:gd name="T20" fmla="*/ 2 w 382"/>
                <a:gd name="T21" fmla="*/ 2 h 628"/>
                <a:gd name="T22" fmla="*/ 2 w 382"/>
                <a:gd name="T23" fmla="*/ 2 h 628"/>
                <a:gd name="T24" fmla="*/ 2 w 382"/>
                <a:gd name="T25" fmla="*/ 2 h 628"/>
                <a:gd name="T26" fmla="*/ 2 w 382"/>
                <a:gd name="T27" fmla="*/ 1 h 628"/>
                <a:gd name="T28" fmla="*/ 2 w 382"/>
                <a:gd name="T29" fmla="*/ 1 h 628"/>
                <a:gd name="T30" fmla="*/ 3 w 382"/>
                <a:gd name="T31" fmla="*/ 1 h 628"/>
                <a:gd name="T32" fmla="*/ 3 w 382"/>
                <a:gd name="T33" fmla="*/ 1 h 628"/>
                <a:gd name="T34" fmla="*/ 3 w 382"/>
                <a:gd name="T35" fmla="*/ 1 h 628"/>
                <a:gd name="T36" fmla="*/ 3 w 382"/>
                <a:gd name="T37" fmla="*/ 0 h 628"/>
                <a:gd name="T38" fmla="*/ 2 w 382"/>
                <a:gd name="T39" fmla="*/ 0 h 628"/>
                <a:gd name="T40" fmla="*/ 2 w 382"/>
                <a:gd name="T41" fmla="*/ 0 h 628"/>
                <a:gd name="T42" fmla="*/ 2 w 382"/>
                <a:gd name="T43" fmla="*/ 1 h 628"/>
                <a:gd name="T44" fmla="*/ 2 w 382"/>
                <a:gd name="T45" fmla="*/ 1 h 628"/>
                <a:gd name="T46" fmla="*/ 1 w 382"/>
                <a:gd name="T47" fmla="*/ 1 h 628"/>
                <a:gd name="T48" fmla="*/ 1 w 382"/>
                <a:gd name="T49" fmla="*/ 1 h 628"/>
                <a:gd name="T50" fmla="*/ 1 w 382"/>
                <a:gd name="T51" fmla="*/ 2 h 628"/>
                <a:gd name="T52" fmla="*/ 1 w 382"/>
                <a:gd name="T53" fmla="*/ 2 h 628"/>
                <a:gd name="T54" fmla="*/ 1 w 382"/>
                <a:gd name="T55" fmla="*/ 2 h 628"/>
                <a:gd name="T56" fmla="*/ 0 w 382"/>
                <a:gd name="T57" fmla="*/ 3 h 628"/>
                <a:gd name="T58" fmla="*/ 0 w 382"/>
                <a:gd name="T59" fmla="*/ 3 h 628"/>
                <a:gd name="T60" fmla="*/ 0 w 382"/>
                <a:gd name="T61" fmla="*/ 3 h 628"/>
                <a:gd name="T62" fmla="*/ 0 w 382"/>
                <a:gd name="T63" fmla="*/ 4 h 628"/>
                <a:gd name="T64" fmla="*/ 0 w 382"/>
                <a:gd name="T65" fmla="*/ 4 h 628"/>
                <a:gd name="T66" fmla="*/ 0 w 382"/>
                <a:gd name="T67" fmla="*/ 4 h 628"/>
                <a:gd name="T68" fmla="*/ 0 w 382"/>
                <a:gd name="T69" fmla="*/ 5 h 628"/>
                <a:gd name="T70" fmla="*/ 0 w 382"/>
                <a:gd name="T71" fmla="*/ 5 h 628"/>
                <a:gd name="T72" fmla="*/ 0 w 382"/>
                <a:gd name="T73" fmla="*/ 5 h 628"/>
                <a:gd name="T74" fmla="*/ 0 w 382"/>
                <a:gd name="T75" fmla="*/ 5 h 628"/>
                <a:gd name="T76" fmla="*/ 0 w 382"/>
                <a:gd name="T77" fmla="*/ 5 h 628"/>
                <a:gd name="T78" fmla="*/ 0 w 382"/>
                <a:gd name="T79" fmla="*/ 5 h 628"/>
                <a:gd name="T80" fmla="*/ 0 w 382"/>
                <a:gd name="T81" fmla="*/ 5 h 628"/>
                <a:gd name="T82" fmla="*/ 1 w 382"/>
                <a:gd name="T83" fmla="*/ 5 h 628"/>
                <a:gd name="T84" fmla="*/ 1 w 382"/>
                <a:gd name="T85" fmla="*/ 5 h 628"/>
                <a:gd name="T86" fmla="*/ 1 w 382"/>
                <a:gd name="T87" fmla="*/ 5 h 628"/>
                <a:gd name="T88" fmla="*/ 1 w 382"/>
                <a:gd name="T89" fmla="*/ 5 h 628"/>
                <a:gd name="T90" fmla="*/ 1 w 382"/>
                <a:gd name="T91" fmla="*/ 5 h 628"/>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382"/>
                <a:gd name="T139" fmla="*/ 0 h 628"/>
                <a:gd name="T140" fmla="*/ 382 w 382"/>
                <a:gd name="T141" fmla="*/ 628 h 628"/>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382" h="628">
                  <a:moveTo>
                    <a:pt x="94" y="581"/>
                  </a:moveTo>
                  <a:lnTo>
                    <a:pt x="94" y="582"/>
                  </a:lnTo>
                  <a:lnTo>
                    <a:pt x="96" y="541"/>
                  </a:lnTo>
                  <a:lnTo>
                    <a:pt x="99" y="500"/>
                  </a:lnTo>
                  <a:lnTo>
                    <a:pt x="106" y="463"/>
                  </a:lnTo>
                  <a:lnTo>
                    <a:pt x="115" y="424"/>
                  </a:lnTo>
                  <a:lnTo>
                    <a:pt x="127" y="389"/>
                  </a:lnTo>
                  <a:lnTo>
                    <a:pt x="140" y="353"/>
                  </a:lnTo>
                  <a:lnTo>
                    <a:pt x="156" y="320"/>
                  </a:lnTo>
                  <a:lnTo>
                    <a:pt x="173" y="287"/>
                  </a:lnTo>
                  <a:lnTo>
                    <a:pt x="193" y="255"/>
                  </a:lnTo>
                  <a:lnTo>
                    <a:pt x="214" y="226"/>
                  </a:lnTo>
                  <a:lnTo>
                    <a:pt x="238" y="198"/>
                  </a:lnTo>
                  <a:lnTo>
                    <a:pt x="263" y="172"/>
                  </a:lnTo>
                  <a:lnTo>
                    <a:pt x="290" y="146"/>
                  </a:lnTo>
                  <a:lnTo>
                    <a:pt x="318" y="122"/>
                  </a:lnTo>
                  <a:lnTo>
                    <a:pt x="349" y="101"/>
                  </a:lnTo>
                  <a:lnTo>
                    <a:pt x="382" y="82"/>
                  </a:lnTo>
                  <a:lnTo>
                    <a:pt x="335" y="0"/>
                  </a:lnTo>
                  <a:lnTo>
                    <a:pt x="297" y="23"/>
                  </a:lnTo>
                  <a:lnTo>
                    <a:pt x="262" y="49"/>
                  </a:lnTo>
                  <a:lnTo>
                    <a:pt x="229" y="76"/>
                  </a:lnTo>
                  <a:lnTo>
                    <a:pt x="198" y="104"/>
                  </a:lnTo>
                  <a:lnTo>
                    <a:pt x="167" y="137"/>
                  </a:lnTo>
                  <a:lnTo>
                    <a:pt x="142" y="170"/>
                  </a:lnTo>
                  <a:lnTo>
                    <a:pt x="116" y="204"/>
                  </a:lnTo>
                  <a:lnTo>
                    <a:pt x="94" y="240"/>
                  </a:lnTo>
                  <a:lnTo>
                    <a:pt x="74" y="278"/>
                  </a:lnTo>
                  <a:lnTo>
                    <a:pt x="54" y="317"/>
                  </a:lnTo>
                  <a:lnTo>
                    <a:pt x="38" y="359"/>
                  </a:lnTo>
                  <a:lnTo>
                    <a:pt x="26" y="401"/>
                  </a:lnTo>
                  <a:lnTo>
                    <a:pt x="15" y="444"/>
                  </a:lnTo>
                  <a:lnTo>
                    <a:pt x="8" y="489"/>
                  </a:lnTo>
                  <a:lnTo>
                    <a:pt x="2" y="534"/>
                  </a:lnTo>
                  <a:lnTo>
                    <a:pt x="0" y="580"/>
                  </a:lnTo>
                  <a:lnTo>
                    <a:pt x="0" y="581"/>
                  </a:lnTo>
                  <a:lnTo>
                    <a:pt x="0" y="580"/>
                  </a:lnTo>
                  <a:lnTo>
                    <a:pt x="3" y="600"/>
                  </a:lnTo>
                  <a:lnTo>
                    <a:pt x="14" y="615"/>
                  </a:lnTo>
                  <a:lnTo>
                    <a:pt x="29" y="625"/>
                  </a:lnTo>
                  <a:lnTo>
                    <a:pt x="45" y="628"/>
                  </a:lnTo>
                  <a:lnTo>
                    <a:pt x="63" y="626"/>
                  </a:lnTo>
                  <a:lnTo>
                    <a:pt x="78" y="616"/>
                  </a:lnTo>
                  <a:lnTo>
                    <a:pt x="89" y="602"/>
                  </a:lnTo>
                  <a:lnTo>
                    <a:pt x="94" y="582"/>
                  </a:lnTo>
                  <a:lnTo>
                    <a:pt x="94" y="5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8455" name="Freeform 51"/>
            <p:cNvSpPr>
              <a:spLocks/>
            </p:cNvSpPr>
            <p:nvPr/>
          </p:nvSpPr>
          <p:spPr bwMode="auto">
            <a:xfrm>
              <a:off x="868" y="1712"/>
              <a:ext cx="19" cy="364"/>
            </a:xfrm>
            <a:custGeom>
              <a:avLst/>
              <a:gdLst>
                <a:gd name="T0" fmla="*/ 1 w 94"/>
                <a:gd name="T1" fmla="*/ 14 h 1818"/>
                <a:gd name="T2" fmla="*/ 1 w 94"/>
                <a:gd name="T3" fmla="*/ 14 h 1818"/>
                <a:gd name="T4" fmla="*/ 1 w 94"/>
                <a:gd name="T5" fmla="*/ 0 h 1818"/>
                <a:gd name="T6" fmla="*/ 0 w 94"/>
                <a:gd name="T7" fmla="*/ 0 h 1818"/>
                <a:gd name="T8" fmla="*/ 0 w 94"/>
                <a:gd name="T9" fmla="*/ 14 h 1818"/>
                <a:gd name="T10" fmla="*/ 0 w 94"/>
                <a:gd name="T11" fmla="*/ 14 h 1818"/>
                <a:gd name="T12" fmla="*/ 0 w 94"/>
                <a:gd name="T13" fmla="*/ 14 h 1818"/>
                <a:gd name="T14" fmla="*/ 0 w 94"/>
                <a:gd name="T15" fmla="*/ 14 h 1818"/>
                <a:gd name="T16" fmla="*/ 0 w 94"/>
                <a:gd name="T17" fmla="*/ 14 h 1818"/>
                <a:gd name="T18" fmla="*/ 0 w 94"/>
                <a:gd name="T19" fmla="*/ 15 h 1818"/>
                <a:gd name="T20" fmla="*/ 0 w 94"/>
                <a:gd name="T21" fmla="*/ 15 h 1818"/>
                <a:gd name="T22" fmla="*/ 1 w 94"/>
                <a:gd name="T23" fmla="*/ 15 h 1818"/>
                <a:gd name="T24" fmla="*/ 1 w 94"/>
                <a:gd name="T25" fmla="*/ 14 h 1818"/>
                <a:gd name="T26" fmla="*/ 1 w 94"/>
                <a:gd name="T27" fmla="*/ 14 h 1818"/>
                <a:gd name="T28" fmla="*/ 1 w 94"/>
                <a:gd name="T29" fmla="*/ 14 h 1818"/>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94"/>
                <a:gd name="T46" fmla="*/ 0 h 1818"/>
                <a:gd name="T47" fmla="*/ 94 w 94"/>
                <a:gd name="T48" fmla="*/ 1818 h 1818"/>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94" h="1818">
                  <a:moveTo>
                    <a:pt x="94" y="1771"/>
                  </a:moveTo>
                  <a:lnTo>
                    <a:pt x="94" y="1771"/>
                  </a:lnTo>
                  <a:lnTo>
                    <a:pt x="94" y="0"/>
                  </a:lnTo>
                  <a:lnTo>
                    <a:pt x="0" y="0"/>
                  </a:lnTo>
                  <a:lnTo>
                    <a:pt x="0" y="1771"/>
                  </a:lnTo>
                  <a:lnTo>
                    <a:pt x="3" y="1791"/>
                  </a:lnTo>
                  <a:lnTo>
                    <a:pt x="15" y="1806"/>
                  </a:lnTo>
                  <a:lnTo>
                    <a:pt x="29" y="1814"/>
                  </a:lnTo>
                  <a:lnTo>
                    <a:pt x="47" y="1818"/>
                  </a:lnTo>
                  <a:lnTo>
                    <a:pt x="64" y="1814"/>
                  </a:lnTo>
                  <a:lnTo>
                    <a:pt x="79" y="1806"/>
                  </a:lnTo>
                  <a:lnTo>
                    <a:pt x="90" y="1791"/>
                  </a:lnTo>
                  <a:lnTo>
                    <a:pt x="94" y="17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8456" name="Freeform 52"/>
            <p:cNvSpPr>
              <a:spLocks/>
            </p:cNvSpPr>
            <p:nvPr/>
          </p:nvSpPr>
          <p:spPr bwMode="auto">
            <a:xfrm>
              <a:off x="868" y="2067"/>
              <a:ext cx="90" cy="160"/>
            </a:xfrm>
            <a:custGeom>
              <a:avLst/>
              <a:gdLst>
                <a:gd name="T0" fmla="*/ 3 w 449"/>
                <a:gd name="T1" fmla="*/ 6 h 803"/>
                <a:gd name="T2" fmla="*/ 3 w 449"/>
                <a:gd name="T3" fmla="*/ 6 h 803"/>
                <a:gd name="T4" fmla="*/ 3 w 449"/>
                <a:gd name="T5" fmla="*/ 5 h 803"/>
                <a:gd name="T6" fmla="*/ 3 w 449"/>
                <a:gd name="T7" fmla="*/ 5 h 803"/>
                <a:gd name="T8" fmla="*/ 3 w 449"/>
                <a:gd name="T9" fmla="*/ 5 h 803"/>
                <a:gd name="T10" fmla="*/ 2 w 449"/>
                <a:gd name="T11" fmla="*/ 5 h 803"/>
                <a:gd name="T12" fmla="*/ 2 w 449"/>
                <a:gd name="T13" fmla="*/ 4 h 803"/>
                <a:gd name="T14" fmla="*/ 2 w 449"/>
                <a:gd name="T15" fmla="*/ 4 h 803"/>
                <a:gd name="T16" fmla="*/ 2 w 449"/>
                <a:gd name="T17" fmla="*/ 4 h 803"/>
                <a:gd name="T18" fmla="*/ 2 w 449"/>
                <a:gd name="T19" fmla="*/ 3 h 803"/>
                <a:gd name="T20" fmla="*/ 1 w 449"/>
                <a:gd name="T21" fmla="*/ 3 h 803"/>
                <a:gd name="T22" fmla="*/ 1 w 449"/>
                <a:gd name="T23" fmla="*/ 2 h 803"/>
                <a:gd name="T24" fmla="*/ 1 w 449"/>
                <a:gd name="T25" fmla="*/ 2 h 803"/>
                <a:gd name="T26" fmla="*/ 1 w 449"/>
                <a:gd name="T27" fmla="*/ 2 h 803"/>
                <a:gd name="T28" fmla="*/ 1 w 449"/>
                <a:gd name="T29" fmla="*/ 1 h 803"/>
                <a:gd name="T30" fmla="*/ 1 w 449"/>
                <a:gd name="T31" fmla="*/ 1 h 803"/>
                <a:gd name="T32" fmla="*/ 1 w 449"/>
                <a:gd name="T33" fmla="*/ 0 h 803"/>
                <a:gd name="T34" fmla="*/ 1 w 449"/>
                <a:gd name="T35" fmla="*/ 0 h 803"/>
                <a:gd name="T36" fmla="*/ 0 w 449"/>
                <a:gd name="T37" fmla="*/ 0 h 803"/>
                <a:gd name="T38" fmla="*/ 0 w 449"/>
                <a:gd name="T39" fmla="*/ 0 h 803"/>
                <a:gd name="T40" fmla="*/ 0 w 449"/>
                <a:gd name="T41" fmla="*/ 1 h 803"/>
                <a:gd name="T42" fmla="*/ 0 w 449"/>
                <a:gd name="T43" fmla="*/ 1 h 803"/>
                <a:gd name="T44" fmla="*/ 0 w 449"/>
                <a:gd name="T45" fmla="*/ 2 h 803"/>
                <a:gd name="T46" fmla="*/ 0 w 449"/>
                <a:gd name="T47" fmla="*/ 2 h 803"/>
                <a:gd name="T48" fmla="*/ 0 w 449"/>
                <a:gd name="T49" fmla="*/ 3 h 803"/>
                <a:gd name="T50" fmla="*/ 1 w 449"/>
                <a:gd name="T51" fmla="*/ 3 h 803"/>
                <a:gd name="T52" fmla="*/ 1 w 449"/>
                <a:gd name="T53" fmla="*/ 4 h 803"/>
                <a:gd name="T54" fmla="*/ 1 w 449"/>
                <a:gd name="T55" fmla="*/ 4 h 803"/>
                <a:gd name="T56" fmla="*/ 1 w 449"/>
                <a:gd name="T57" fmla="*/ 4 h 803"/>
                <a:gd name="T58" fmla="*/ 2 w 449"/>
                <a:gd name="T59" fmla="*/ 5 h 803"/>
                <a:gd name="T60" fmla="*/ 2 w 449"/>
                <a:gd name="T61" fmla="*/ 5 h 803"/>
                <a:gd name="T62" fmla="*/ 2 w 449"/>
                <a:gd name="T63" fmla="*/ 5 h 803"/>
                <a:gd name="T64" fmla="*/ 2 w 449"/>
                <a:gd name="T65" fmla="*/ 6 h 803"/>
                <a:gd name="T66" fmla="*/ 3 w 449"/>
                <a:gd name="T67" fmla="*/ 6 h 803"/>
                <a:gd name="T68" fmla="*/ 3 w 449"/>
                <a:gd name="T69" fmla="*/ 6 h 803"/>
                <a:gd name="T70" fmla="*/ 3 w 449"/>
                <a:gd name="T71" fmla="*/ 6 h 803"/>
                <a:gd name="T72" fmla="*/ 3 w 449"/>
                <a:gd name="T73" fmla="*/ 6 h 803"/>
                <a:gd name="T74" fmla="*/ 3 w 449"/>
                <a:gd name="T75" fmla="*/ 6 h 803"/>
                <a:gd name="T76" fmla="*/ 3 w 449"/>
                <a:gd name="T77" fmla="*/ 6 h 803"/>
                <a:gd name="T78" fmla="*/ 3 w 449"/>
                <a:gd name="T79" fmla="*/ 6 h 803"/>
                <a:gd name="T80" fmla="*/ 4 w 449"/>
                <a:gd name="T81" fmla="*/ 6 h 803"/>
                <a:gd name="T82" fmla="*/ 4 w 449"/>
                <a:gd name="T83" fmla="*/ 6 h 803"/>
                <a:gd name="T84" fmla="*/ 4 w 449"/>
                <a:gd name="T85" fmla="*/ 6 h 803"/>
                <a:gd name="T86" fmla="*/ 4 w 449"/>
                <a:gd name="T87" fmla="*/ 6 h 803"/>
                <a:gd name="T88" fmla="*/ 3 w 449"/>
                <a:gd name="T89" fmla="*/ 6 h 803"/>
                <a:gd name="T90" fmla="*/ 3 w 449"/>
                <a:gd name="T91" fmla="*/ 6 h 80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449"/>
                <a:gd name="T139" fmla="*/ 0 h 803"/>
                <a:gd name="T140" fmla="*/ 449 w 449"/>
                <a:gd name="T141" fmla="*/ 803 h 80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449" h="803">
                  <a:moveTo>
                    <a:pt x="426" y="717"/>
                  </a:moveTo>
                  <a:lnTo>
                    <a:pt x="427" y="717"/>
                  </a:lnTo>
                  <a:lnTo>
                    <a:pt x="395" y="693"/>
                  </a:lnTo>
                  <a:lnTo>
                    <a:pt x="361" y="662"/>
                  </a:lnTo>
                  <a:lnTo>
                    <a:pt x="329" y="628"/>
                  </a:lnTo>
                  <a:lnTo>
                    <a:pt x="299" y="591"/>
                  </a:lnTo>
                  <a:lnTo>
                    <a:pt x="269" y="551"/>
                  </a:lnTo>
                  <a:lnTo>
                    <a:pt x="241" y="507"/>
                  </a:lnTo>
                  <a:lnTo>
                    <a:pt x="215" y="460"/>
                  </a:lnTo>
                  <a:lnTo>
                    <a:pt x="191" y="412"/>
                  </a:lnTo>
                  <a:lnTo>
                    <a:pt x="170" y="363"/>
                  </a:lnTo>
                  <a:lnTo>
                    <a:pt x="151" y="312"/>
                  </a:lnTo>
                  <a:lnTo>
                    <a:pt x="133" y="259"/>
                  </a:lnTo>
                  <a:lnTo>
                    <a:pt x="119" y="207"/>
                  </a:lnTo>
                  <a:lnTo>
                    <a:pt x="108" y="156"/>
                  </a:lnTo>
                  <a:lnTo>
                    <a:pt x="101" y="103"/>
                  </a:lnTo>
                  <a:lnTo>
                    <a:pt x="96" y="51"/>
                  </a:lnTo>
                  <a:lnTo>
                    <a:pt x="94" y="0"/>
                  </a:lnTo>
                  <a:lnTo>
                    <a:pt x="0" y="0"/>
                  </a:lnTo>
                  <a:lnTo>
                    <a:pt x="2" y="56"/>
                  </a:lnTo>
                  <a:lnTo>
                    <a:pt x="7" y="115"/>
                  </a:lnTo>
                  <a:lnTo>
                    <a:pt x="16" y="172"/>
                  </a:lnTo>
                  <a:lnTo>
                    <a:pt x="28" y="231"/>
                  </a:lnTo>
                  <a:lnTo>
                    <a:pt x="44" y="287"/>
                  </a:lnTo>
                  <a:lnTo>
                    <a:pt x="62" y="342"/>
                  </a:lnTo>
                  <a:lnTo>
                    <a:pt x="83" y="398"/>
                  </a:lnTo>
                  <a:lnTo>
                    <a:pt x="106" y="452"/>
                  </a:lnTo>
                  <a:lnTo>
                    <a:pt x="133" y="505"/>
                  </a:lnTo>
                  <a:lnTo>
                    <a:pt x="161" y="554"/>
                  </a:lnTo>
                  <a:lnTo>
                    <a:pt x="192" y="602"/>
                  </a:lnTo>
                  <a:lnTo>
                    <a:pt x="224" y="647"/>
                  </a:lnTo>
                  <a:lnTo>
                    <a:pt x="259" y="689"/>
                  </a:lnTo>
                  <a:lnTo>
                    <a:pt x="295" y="728"/>
                  </a:lnTo>
                  <a:lnTo>
                    <a:pt x="334" y="763"/>
                  </a:lnTo>
                  <a:lnTo>
                    <a:pt x="374" y="795"/>
                  </a:lnTo>
                  <a:lnTo>
                    <a:pt x="375" y="795"/>
                  </a:lnTo>
                  <a:lnTo>
                    <a:pt x="374" y="795"/>
                  </a:lnTo>
                  <a:lnTo>
                    <a:pt x="392" y="803"/>
                  </a:lnTo>
                  <a:lnTo>
                    <a:pt x="411" y="803"/>
                  </a:lnTo>
                  <a:lnTo>
                    <a:pt x="426" y="795"/>
                  </a:lnTo>
                  <a:lnTo>
                    <a:pt x="439" y="782"/>
                  </a:lnTo>
                  <a:lnTo>
                    <a:pt x="446" y="766"/>
                  </a:lnTo>
                  <a:lnTo>
                    <a:pt x="449" y="749"/>
                  </a:lnTo>
                  <a:lnTo>
                    <a:pt x="441" y="732"/>
                  </a:lnTo>
                  <a:lnTo>
                    <a:pt x="427" y="717"/>
                  </a:lnTo>
                  <a:lnTo>
                    <a:pt x="426" y="71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8457" name="Freeform 53"/>
            <p:cNvSpPr>
              <a:spLocks/>
            </p:cNvSpPr>
            <p:nvPr/>
          </p:nvSpPr>
          <p:spPr bwMode="auto">
            <a:xfrm>
              <a:off x="883" y="1673"/>
              <a:ext cx="379" cy="690"/>
            </a:xfrm>
            <a:custGeom>
              <a:avLst/>
              <a:gdLst>
                <a:gd name="T0" fmla="*/ 12 w 1897"/>
                <a:gd name="T1" fmla="*/ 6 h 3450"/>
                <a:gd name="T2" fmla="*/ 13 w 1897"/>
                <a:gd name="T3" fmla="*/ 7 h 3450"/>
                <a:gd name="T4" fmla="*/ 13 w 1897"/>
                <a:gd name="T5" fmla="*/ 7 h 3450"/>
                <a:gd name="T6" fmla="*/ 14 w 1897"/>
                <a:gd name="T7" fmla="*/ 8 h 3450"/>
                <a:gd name="T8" fmla="*/ 14 w 1897"/>
                <a:gd name="T9" fmla="*/ 9 h 3450"/>
                <a:gd name="T10" fmla="*/ 15 w 1897"/>
                <a:gd name="T11" fmla="*/ 10 h 3450"/>
                <a:gd name="T12" fmla="*/ 15 w 1897"/>
                <a:gd name="T13" fmla="*/ 11 h 3450"/>
                <a:gd name="T14" fmla="*/ 15 w 1897"/>
                <a:gd name="T15" fmla="*/ 11 h 3450"/>
                <a:gd name="T16" fmla="*/ 15 w 1897"/>
                <a:gd name="T17" fmla="*/ 12 h 3450"/>
                <a:gd name="T18" fmla="*/ 15 w 1897"/>
                <a:gd name="T19" fmla="*/ 26 h 3450"/>
                <a:gd name="T20" fmla="*/ 15 w 1897"/>
                <a:gd name="T21" fmla="*/ 26 h 3450"/>
                <a:gd name="T22" fmla="*/ 15 w 1897"/>
                <a:gd name="T23" fmla="*/ 27 h 3450"/>
                <a:gd name="T24" fmla="*/ 15 w 1897"/>
                <a:gd name="T25" fmla="*/ 27 h 3450"/>
                <a:gd name="T26" fmla="*/ 14 w 1897"/>
                <a:gd name="T27" fmla="*/ 27 h 3450"/>
                <a:gd name="T28" fmla="*/ 14 w 1897"/>
                <a:gd name="T29" fmla="*/ 28 h 3450"/>
                <a:gd name="T30" fmla="*/ 13 w 1897"/>
                <a:gd name="T31" fmla="*/ 28 h 3450"/>
                <a:gd name="T32" fmla="*/ 13 w 1897"/>
                <a:gd name="T33" fmla="*/ 27 h 3450"/>
                <a:gd name="T34" fmla="*/ 3 w 1897"/>
                <a:gd name="T35" fmla="*/ 21 h 3450"/>
                <a:gd name="T36" fmla="*/ 2 w 1897"/>
                <a:gd name="T37" fmla="*/ 21 h 3450"/>
                <a:gd name="T38" fmla="*/ 2 w 1897"/>
                <a:gd name="T39" fmla="*/ 20 h 3450"/>
                <a:gd name="T40" fmla="*/ 1 w 1897"/>
                <a:gd name="T41" fmla="*/ 19 h 3450"/>
                <a:gd name="T42" fmla="*/ 1 w 1897"/>
                <a:gd name="T43" fmla="*/ 19 h 3450"/>
                <a:gd name="T44" fmla="*/ 0 w 1897"/>
                <a:gd name="T45" fmla="*/ 18 h 3450"/>
                <a:gd name="T46" fmla="*/ 0 w 1897"/>
                <a:gd name="T47" fmla="*/ 17 h 3450"/>
                <a:gd name="T48" fmla="*/ 0 w 1897"/>
                <a:gd name="T49" fmla="*/ 16 h 3450"/>
                <a:gd name="T50" fmla="*/ 0 w 1897"/>
                <a:gd name="T51" fmla="*/ 15 h 3450"/>
                <a:gd name="T52" fmla="*/ 0 w 1897"/>
                <a:gd name="T53" fmla="*/ 2 h 3450"/>
                <a:gd name="T54" fmla="*/ 0 w 1897"/>
                <a:gd name="T55" fmla="*/ 1 h 3450"/>
                <a:gd name="T56" fmla="*/ 0 w 1897"/>
                <a:gd name="T57" fmla="*/ 1 h 3450"/>
                <a:gd name="T58" fmla="*/ 1 w 1897"/>
                <a:gd name="T59" fmla="*/ 0 h 3450"/>
                <a:gd name="T60" fmla="*/ 1 w 1897"/>
                <a:gd name="T61" fmla="*/ 0 h 3450"/>
                <a:gd name="T62" fmla="*/ 1 w 1897"/>
                <a:gd name="T63" fmla="*/ 0 h 3450"/>
                <a:gd name="T64" fmla="*/ 2 w 1897"/>
                <a:gd name="T65" fmla="*/ 0 h 3450"/>
                <a:gd name="T66" fmla="*/ 3 w 1897"/>
                <a:gd name="T67" fmla="*/ 0 h 3450"/>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897"/>
                <a:gd name="T103" fmla="*/ 0 h 3450"/>
                <a:gd name="T104" fmla="*/ 1897 w 1897"/>
                <a:gd name="T105" fmla="*/ 3450 h 3450"/>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897" h="3450">
                  <a:moveTo>
                    <a:pt x="357" y="49"/>
                  </a:moveTo>
                  <a:lnTo>
                    <a:pt x="1542" y="806"/>
                  </a:lnTo>
                  <a:lnTo>
                    <a:pt x="1579" y="832"/>
                  </a:lnTo>
                  <a:lnTo>
                    <a:pt x="1614" y="861"/>
                  </a:lnTo>
                  <a:lnTo>
                    <a:pt x="1648" y="895"/>
                  </a:lnTo>
                  <a:lnTo>
                    <a:pt x="1681" y="933"/>
                  </a:lnTo>
                  <a:lnTo>
                    <a:pt x="1711" y="973"/>
                  </a:lnTo>
                  <a:lnTo>
                    <a:pt x="1740" y="1016"/>
                  </a:lnTo>
                  <a:lnTo>
                    <a:pt x="1768" y="1062"/>
                  </a:lnTo>
                  <a:lnTo>
                    <a:pt x="1793" y="1109"/>
                  </a:lnTo>
                  <a:lnTo>
                    <a:pt x="1816" y="1158"/>
                  </a:lnTo>
                  <a:lnTo>
                    <a:pt x="1836" y="1208"/>
                  </a:lnTo>
                  <a:lnTo>
                    <a:pt x="1854" y="1260"/>
                  </a:lnTo>
                  <a:lnTo>
                    <a:pt x="1869" y="1313"/>
                  </a:lnTo>
                  <a:lnTo>
                    <a:pt x="1881" y="1364"/>
                  </a:lnTo>
                  <a:lnTo>
                    <a:pt x="1890" y="1417"/>
                  </a:lnTo>
                  <a:lnTo>
                    <a:pt x="1895" y="1469"/>
                  </a:lnTo>
                  <a:lnTo>
                    <a:pt x="1897" y="1519"/>
                  </a:lnTo>
                  <a:lnTo>
                    <a:pt x="1897" y="3142"/>
                  </a:lnTo>
                  <a:lnTo>
                    <a:pt x="1895" y="3190"/>
                  </a:lnTo>
                  <a:lnTo>
                    <a:pt x="1890" y="3235"/>
                  </a:lnTo>
                  <a:lnTo>
                    <a:pt x="1881" y="3276"/>
                  </a:lnTo>
                  <a:lnTo>
                    <a:pt x="1869" y="3313"/>
                  </a:lnTo>
                  <a:lnTo>
                    <a:pt x="1854" y="3346"/>
                  </a:lnTo>
                  <a:lnTo>
                    <a:pt x="1836" y="3375"/>
                  </a:lnTo>
                  <a:lnTo>
                    <a:pt x="1816" y="3398"/>
                  </a:lnTo>
                  <a:lnTo>
                    <a:pt x="1793" y="3418"/>
                  </a:lnTo>
                  <a:lnTo>
                    <a:pt x="1768" y="3434"/>
                  </a:lnTo>
                  <a:lnTo>
                    <a:pt x="1740" y="3444"/>
                  </a:lnTo>
                  <a:lnTo>
                    <a:pt x="1711" y="3450"/>
                  </a:lnTo>
                  <a:lnTo>
                    <a:pt x="1681" y="3450"/>
                  </a:lnTo>
                  <a:lnTo>
                    <a:pt x="1648" y="3445"/>
                  </a:lnTo>
                  <a:lnTo>
                    <a:pt x="1614" y="3436"/>
                  </a:lnTo>
                  <a:lnTo>
                    <a:pt x="1579" y="3421"/>
                  </a:lnTo>
                  <a:lnTo>
                    <a:pt x="1542" y="3400"/>
                  </a:lnTo>
                  <a:lnTo>
                    <a:pt x="357" y="2643"/>
                  </a:lnTo>
                  <a:lnTo>
                    <a:pt x="320" y="2618"/>
                  </a:lnTo>
                  <a:lnTo>
                    <a:pt x="285" y="2588"/>
                  </a:lnTo>
                  <a:lnTo>
                    <a:pt x="251" y="2554"/>
                  </a:lnTo>
                  <a:lnTo>
                    <a:pt x="218" y="2517"/>
                  </a:lnTo>
                  <a:lnTo>
                    <a:pt x="187" y="2477"/>
                  </a:lnTo>
                  <a:lnTo>
                    <a:pt x="157" y="2433"/>
                  </a:lnTo>
                  <a:lnTo>
                    <a:pt x="130" y="2388"/>
                  </a:lnTo>
                  <a:lnTo>
                    <a:pt x="105" y="2341"/>
                  </a:lnTo>
                  <a:lnTo>
                    <a:pt x="81" y="2292"/>
                  </a:lnTo>
                  <a:lnTo>
                    <a:pt x="61" y="2241"/>
                  </a:lnTo>
                  <a:lnTo>
                    <a:pt x="44" y="2190"/>
                  </a:lnTo>
                  <a:lnTo>
                    <a:pt x="29" y="2138"/>
                  </a:lnTo>
                  <a:lnTo>
                    <a:pt x="17" y="2085"/>
                  </a:lnTo>
                  <a:lnTo>
                    <a:pt x="7" y="2033"/>
                  </a:lnTo>
                  <a:lnTo>
                    <a:pt x="3" y="1981"/>
                  </a:lnTo>
                  <a:lnTo>
                    <a:pt x="0" y="1931"/>
                  </a:lnTo>
                  <a:lnTo>
                    <a:pt x="0" y="308"/>
                  </a:lnTo>
                  <a:lnTo>
                    <a:pt x="3" y="260"/>
                  </a:lnTo>
                  <a:lnTo>
                    <a:pt x="7" y="215"/>
                  </a:lnTo>
                  <a:lnTo>
                    <a:pt x="17" y="174"/>
                  </a:lnTo>
                  <a:lnTo>
                    <a:pt x="29" y="137"/>
                  </a:lnTo>
                  <a:lnTo>
                    <a:pt x="44" y="104"/>
                  </a:lnTo>
                  <a:lnTo>
                    <a:pt x="61" y="76"/>
                  </a:lnTo>
                  <a:lnTo>
                    <a:pt x="81" y="51"/>
                  </a:lnTo>
                  <a:lnTo>
                    <a:pt x="105" y="31"/>
                  </a:lnTo>
                  <a:lnTo>
                    <a:pt x="130" y="16"/>
                  </a:lnTo>
                  <a:lnTo>
                    <a:pt x="157" y="5"/>
                  </a:lnTo>
                  <a:lnTo>
                    <a:pt x="187" y="0"/>
                  </a:lnTo>
                  <a:lnTo>
                    <a:pt x="218" y="0"/>
                  </a:lnTo>
                  <a:lnTo>
                    <a:pt x="251" y="3"/>
                  </a:lnTo>
                  <a:lnTo>
                    <a:pt x="285" y="14"/>
                  </a:lnTo>
                  <a:lnTo>
                    <a:pt x="320" y="29"/>
                  </a:lnTo>
                  <a:lnTo>
                    <a:pt x="357" y="49"/>
                  </a:lnTo>
                  <a:close/>
                </a:path>
              </a:pathLst>
            </a:custGeom>
            <a:solidFill>
              <a:srgbClr val="BFBFB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8458" name="Freeform 54"/>
            <p:cNvSpPr>
              <a:spLocks/>
            </p:cNvSpPr>
            <p:nvPr/>
          </p:nvSpPr>
          <p:spPr bwMode="auto">
            <a:xfrm>
              <a:off x="1268" y="1663"/>
              <a:ext cx="393" cy="711"/>
            </a:xfrm>
            <a:custGeom>
              <a:avLst/>
              <a:gdLst>
                <a:gd name="T0" fmla="*/ 3 w 1962"/>
                <a:gd name="T1" fmla="*/ 7 h 3555"/>
                <a:gd name="T2" fmla="*/ 2 w 1962"/>
                <a:gd name="T3" fmla="*/ 7 h 3555"/>
                <a:gd name="T4" fmla="*/ 2 w 1962"/>
                <a:gd name="T5" fmla="*/ 8 h 3555"/>
                <a:gd name="T6" fmla="*/ 1 w 1962"/>
                <a:gd name="T7" fmla="*/ 8 h 3555"/>
                <a:gd name="T8" fmla="*/ 1 w 1962"/>
                <a:gd name="T9" fmla="*/ 9 h 3555"/>
                <a:gd name="T10" fmla="*/ 1 w 1962"/>
                <a:gd name="T11" fmla="*/ 10 h 3555"/>
                <a:gd name="T12" fmla="*/ 0 w 1962"/>
                <a:gd name="T13" fmla="*/ 11 h 3555"/>
                <a:gd name="T14" fmla="*/ 0 w 1962"/>
                <a:gd name="T15" fmla="*/ 12 h 3555"/>
                <a:gd name="T16" fmla="*/ 0 w 1962"/>
                <a:gd name="T17" fmla="*/ 13 h 3555"/>
                <a:gd name="T18" fmla="*/ 0 w 1962"/>
                <a:gd name="T19" fmla="*/ 26 h 3555"/>
                <a:gd name="T20" fmla="*/ 0 w 1962"/>
                <a:gd name="T21" fmla="*/ 27 h 3555"/>
                <a:gd name="T22" fmla="*/ 0 w 1962"/>
                <a:gd name="T23" fmla="*/ 28 h 3555"/>
                <a:gd name="T24" fmla="*/ 1 w 1962"/>
                <a:gd name="T25" fmla="*/ 28 h 3555"/>
                <a:gd name="T26" fmla="*/ 1 w 1962"/>
                <a:gd name="T27" fmla="*/ 28 h 3555"/>
                <a:gd name="T28" fmla="*/ 2 w 1962"/>
                <a:gd name="T29" fmla="*/ 28 h 3555"/>
                <a:gd name="T30" fmla="*/ 2 w 1962"/>
                <a:gd name="T31" fmla="*/ 28 h 3555"/>
                <a:gd name="T32" fmla="*/ 3 w 1962"/>
                <a:gd name="T33" fmla="*/ 28 h 3555"/>
                <a:gd name="T34" fmla="*/ 13 w 1962"/>
                <a:gd name="T35" fmla="*/ 22 h 3555"/>
                <a:gd name="T36" fmla="*/ 13 w 1962"/>
                <a:gd name="T37" fmla="*/ 21 h 3555"/>
                <a:gd name="T38" fmla="*/ 14 w 1962"/>
                <a:gd name="T39" fmla="*/ 21 h 3555"/>
                <a:gd name="T40" fmla="*/ 14 w 1962"/>
                <a:gd name="T41" fmla="*/ 20 h 3555"/>
                <a:gd name="T42" fmla="*/ 15 w 1962"/>
                <a:gd name="T43" fmla="*/ 19 h 3555"/>
                <a:gd name="T44" fmla="*/ 15 w 1962"/>
                <a:gd name="T45" fmla="*/ 18 h 3555"/>
                <a:gd name="T46" fmla="*/ 16 w 1962"/>
                <a:gd name="T47" fmla="*/ 18 h 3555"/>
                <a:gd name="T48" fmla="*/ 16 w 1962"/>
                <a:gd name="T49" fmla="*/ 17 h 3555"/>
                <a:gd name="T50" fmla="*/ 16 w 1962"/>
                <a:gd name="T51" fmla="*/ 16 h 3555"/>
                <a:gd name="T52" fmla="*/ 16 w 1962"/>
                <a:gd name="T53" fmla="*/ 2 h 3555"/>
                <a:gd name="T54" fmla="*/ 16 w 1962"/>
                <a:gd name="T55" fmla="*/ 1 h 3555"/>
                <a:gd name="T56" fmla="*/ 15 w 1962"/>
                <a:gd name="T57" fmla="*/ 1 h 3555"/>
                <a:gd name="T58" fmla="*/ 15 w 1962"/>
                <a:gd name="T59" fmla="*/ 0 h 3555"/>
                <a:gd name="T60" fmla="*/ 15 w 1962"/>
                <a:gd name="T61" fmla="*/ 0 h 3555"/>
                <a:gd name="T62" fmla="*/ 14 w 1962"/>
                <a:gd name="T63" fmla="*/ 0 h 3555"/>
                <a:gd name="T64" fmla="*/ 14 w 1962"/>
                <a:gd name="T65" fmla="*/ 0 h 3555"/>
                <a:gd name="T66" fmla="*/ 13 w 1962"/>
                <a:gd name="T67" fmla="*/ 0 h 3555"/>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962"/>
                <a:gd name="T103" fmla="*/ 0 h 3555"/>
                <a:gd name="T104" fmla="*/ 1962 w 1962"/>
                <a:gd name="T105" fmla="*/ 3555 h 3555"/>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962" h="3555">
                  <a:moveTo>
                    <a:pt x="1594" y="50"/>
                  </a:moveTo>
                  <a:lnTo>
                    <a:pt x="368" y="831"/>
                  </a:lnTo>
                  <a:lnTo>
                    <a:pt x="330" y="858"/>
                  </a:lnTo>
                  <a:lnTo>
                    <a:pt x="294" y="888"/>
                  </a:lnTo>
                  <a:lnTo>
                    <a:pt x="259" y="922"/>
                  </a:lnTo>
                  <a:lnTo>
                    <a:pt x="225" y="961"/>
                  </a:lnTo>
                  <a:lnTo>
                    <a:pt x="193" y="1003"/>
                  </a:lnTo>
                  <a:lnTo>
                    <a:pt x="163" y="1047"/>
                  </a:lnTo>
                  <a:lnTo>
                    <a:pt x="133" y="1094"/>
                  </a:lnTo>
                  <a:lnTo>
                    <a:pt x="108" y="1143"/>
                  </a:lnTo>
                  <a:lnTo>
                    <a:pt x="84" y="1193"/>
                  </a:lnTo>
                  <a:lnTo>
                    <a:pt x="63" y="1246"/>
                  </a:lnTo>
                  <a:lnTo>
                    <a:pt x="44" y="1299"/>
                  </a:lnTo>
                  <a:lnTo>
                    <a:pt x="29" y="1353"/>
                  </a:lnTo>
                  <a:lnTo>
                    <a:pt x="16" y="1405"/>
                  </a:lnTo>
                  <a:lnTo>
                    <a:pt x="7" y="1459"/>
                  </a:lnTo>
                  <a:lnTo>
                    <a:pt x="2" y="1512"/>
                  </a:lnTo>
                  <a:lnTo>
                    <a:pt x="0" y="1565"/>
                  </a:lnTo>
                  <a:lnTo>
                    <a:pt x="0" y="3237"/>
                  </a:lnTo>
                  <a:lnTo>
                    <a:pt x="2" y="3287"/>
                  </a:lnTo>
                  <a:lnTo>
                    <a:pt x="7" y="3333"/>
                  </a:lnTo>
                  <a:lnTo>
                    <a:pt x="16" y="3375"/>
                  </a:lnTo>
                  <a:lnTo>
                    <a:pt x="29" y="3413"/>
                  </a:lnTo>
                  <a:lnTo>
                    <a:pt x="44" y="3447"/>
                  </a:lnTo>
                  <a:lnTo>
                    <a:pt x="63" y="3477"/>
                  </a:lnTo>
                  <a:lnTo>
                    <a:pt x="84" y="3502"/>
                  </a:lnTo>
                  <a:lnTo>
                    <a:pt x="108" y="3522"/>
                  </a:lnTo>
                  <a:lnTo>
                    <a:pt x="133" y="3538"/>
                  </a:lnTo>
                  <a:lnTo>
                    <a:pt x="163" y="3549"/>
                  </a:lnTo>
                  <a:lnTo>
                    <a:pt x="193" y="3555"/>
                  </a:lnTo>
                  <a:lnTo>
                    <a:pt x="225" y="3555"/>
                  </a:lnTo>
                  <a:lnTo>
                    <a:pt x="259" y="3550"/>
                  </a:lnTo>
                  <a:lnTo>
                    <a:pt x="294" y="3541"/>
                  </a:lnTo>
                  <a:lnTo>
                    <a:pt x="330" y="3524"/>
                  </a:lnTo>
                  <a:lnTo>
                    <a:pt x="368" y="3503"/>
                  </a:lnTo>
                  <a:lnTo>
                    <a:pt x="1594" y="2722"/>
                  </a:lnTo>
                  <a:lnTo>
                    <a:pt x="1632" y="2696"/>
                  </a:lnTo>
                  <a:lnTo>
                    <a:pt x="1668" y="2665"/>
                  </a:lnTo>
                  <a:lnTo>
                    <a:pt x="1703" y="2631"/>
                  </a:lnTo>
                  <a:lnTo>
                    <a:pt x="1737" y="2592"/>
                  </a:lnTo>
                  <a:lnTo>
                    <a:pt x="1769" y="2551"/>
                  </a:lnTo>
                  <a:lnTo>
                    <a:pt x="1799" y="2506"/>
                  </a:lnTo>
                  <a:lnTo>
                    <a:pt x="1829" y="2460"/>
                  </a:lnTo>
                  <a:lnTo>
                    <a:pt x="1854" y="2411"/>
                  </a:lnTo>
                  <a:lnTo>
                    <a:pt x="1878" y="2361"/>
                  </a:lnTo>
                  <a:lnTo>
                    <a:pt x="1899" y="2308"/>
                  </a:lnTo>
                  <a:lnTo>
                    <a:pt x="1918" y="2256"/>
                  </a:lnTo>
                  <a:lnTo>
                    <a:pt x="1933" y="2202"/>
                  </a:lnTo>
                  <a:lnTo>
                    <a:pt x="1946" y="2149"/>
                  </a:lnTo>
                  <a:lnTo>
                    <a:pt x="1955" y="2095"/>
                  </a:lnTo>
                  <a:lnTo>
                    <a:pt x="1960" y="2042"/>
                  </a:lnTo>
                  <a:lnTo>
                    <a:pt x="1962" y="1989"/>
                  </a:lnTo>
                  <a:lnTo>
                    <a:pt x="1962" y="319"/>
                  </a:lnTo>
                  <a:lnTo>
                    <a:pt x="1960" y="269"/>
                  </a:lnTo>
                  <a:lnTo>
                    <a:pt x="1955" y="223"/>
                  </a:lnTo>
                  <a:lnTo>
                    <a:pt x="1946" y="180"/>
                  </a:lnTo>
                  <a:lnTo>
                    <a:pt x="1933" y="143"/>
                  </a:lnTo>
                  <a:lnTo>
                    <a:pt x="1918" y="109"/>
                  </a:lnTo>
                  <a:lnTo>
                    <a:pt x="1899" y="79"/>
                  </a:lnTo>
                  <a:lnTo>
                    <a:pt x="1878" y="54"/>
                  </a:lnTo>
                  <a:lnTo>
                    <a:pt x="1854" y="33"/>
                  </a:lnTo>
                  <a:lnTo>
                    <a:pt x="1829" y="17"/>
                  </a:lnTo>
                  <a:lnTo>
                    <a:pt x="1799" y="7"/>
                  </a:lnTo>
                  <a:lnTo>
                    <a:pt x="1769" y="0"/>
                  </a:lnTo>
                  <a:lnTo>
                    <a:pt x="1737" y="0"/>
                  </a:lnTo>
                  <a:lnTo>
                    <a:pt x="1703" y="4"/>
                  </a:lnTo>
                  <a:lnTo>
                    <a:pt x="1668" y="14"/>
                  </a:lnTo>
                  <a:lnTo>
                    <a:pt x="1632" y="29"/>
                  </a:lnTo>
                  <a:lnTo>
                    <a:pt x="1594" y="50"/>
                  </a:lnTo>
                  <a:close/>
                </a:path>
              </a:pathLst>
            </a:custGeom>
            <a:solidFill>
              <a:srgbClr val="E5E5E5"/>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8459" name="Freeform 55"/>
            <p:cNvSpPr>
              <a:spLocks noEditPoints="1"/>
            </p:cNvSpPr>
            <p:nvPr/>
          </p:nvSpPr>
          <p:spPr bwMode="auto">
            <a:xfrm>
              <a:off x="916" y="1589"/>
              <a:ext cx="697" cy="698"/>
            </a:xfrm>
            <a:custGeom>
              <a:avLst/>
              <a:gdLst>
                <a:gd name="T0" fmla="*/ 16 w 3485"/>
                <a:gd name="T1" fmla="*/ 0 h 3490"/>
                <a:gd name="T2" fmla="*/ 17 w 3485"/>
                <a:gd name="T3" fmla="*/ 2 h 3490"/>
                <a:gd name="T4" fmla="*/ 17 w 3485"/>
                <a:gd name="T5" fmla="*/ 3 h 3490"/>
                <a:gd name="T6" fmla="*/ 14 w 3485"/>
                <a:gd name="T7" fmla="*/ 4 h 3490"/>
                <a:gd name="T8" fmla="*/ 12 w 3485"/>
                <a:gd name="T9" fmla="*/ 4 h 3490"/>
                <a:gd name="T10" fmla="*/ 11 w 3485"/>
                <a:gd name="T11" fmla="*/ 2 h 3490"/>
                <a:gd name="T12" fmla="*/ 11 w 3485"/>
                <a:gd name="T13" fmla="*/ 1 h 3490"/>
                <a:gd name="T14" fmla="*/ 14 w 3485"/>
                <a:gd name="T15" fmla="*/ 0 h 3490"/>
                <a:gd name="T16" fmla="*/ 3 w 3485"/>
                <a:gd name="T17" fmla="*/ 7 h 3490"/>
                <a:gd name="T18" fmla="*/ 4 w 3485"/>
                <a:gd name="T19" fmla="*/ 9 h 3490"/>
                <a:gd name="T20" fmla="*/ 3 w 3485"/>
                <a:gd name="T21" fmla="*/ 12 h 3490"/>
                <a:gd name="T22" fmla="*/ 2 w 3485"/>
                <a:gd name="T23" fmla="*/ 13 h 3490"/>
                <a:gd name="T24" fmla="*/ 1 w 3485"/>
                <a:gd name="T25" fmla="*/ 12 h 3490"/>
                <a:gd name="T26" fmla="*/ 0 w 3485"/>
                <a:gd name="T27" fmla="*/ 10 h 3490"/>
                <a:gd name="T28" fmla="*/ 0 w 3485"/>
                <a:gd name="T29" fmla="*/ 8 h 3490"/>
                <a:gd name="T30" fmla="*/ 2 w 3485"/>
                <a:gd name="T31" fmla="*/ 6 h 3490"/>
                <a:gd name="T32" fmla="*/ 10 w 3485"/>
                <a:gd name="T33" fmla="*/ 20 h 3490"/>
                <a:gd name="T34" fmla="*/ 11 w 3485"/>
                <a:gd name="T35" fmla="*/ 22 h 3490"/>
                <a:gd name="T36" fmla="*/ 11 w 3485"/>
                <a:gd name="T37" fmla="*/ 25 h 3490"/>
                <a:gd name="T38" fmla="*/ 10 w 3485"/>
                <a:gd name="T39" fmla="*/ 27 h 3490"/>
                <a:gd name="T40" fmla="*/ 8 w 3485"/>
                <a:gd name="T41" fmla="*/ 26 h 3490"/>
                <a:gd name="T42" fmla="*/ 7 w 3485"/>
                <a:gd name="T43" fmla="*/ 24 h 3490"/>
                <a:gd name="T44" fmla="*/ 7 w 3485"/>
                <a:gd name="T45" fmla="*/ 22 h 3490"/>
                <a:gd name="T46" fmla="*/ 8 w 3485"/>
                <a:gd name="T47" fmla="*/ 20 h 3490"/>
                <a:gd name="T48" fmla="*/ 20 w 3485"/>
                <a:gd name="T49" fmla="*/ 21 h 3490"/>
                <a:gd name="T50" fmla="*/ 21 w 3485"/>
                <a:gd name="T51" fmla="*/ 23 h 3490"/>
                <a:gd name="T52" fmla="*/ 21 w 3485"/>
                <a:gd name="T53" fmla="*/ 26 h 3490"/>
                <a:gd name="T54" fmla="*/ 20 w 3485"/>
                <a:gd name="T55" fmla="*/ 28 h 3490"/>
                <a:gd name="T56" fmla="*/ 18 w 3485"/>
                <a:gd name="T57" fmla="*/ 28 h 3490"/>
                <a:gd name="T58" fmla="*/ 17 w 3485"/>
                <a:gd name="T59" fmla="*/ 26 h 3490"/>
                <a:gd name="T60" fmla="*/ 17 w 3485"/>
                <a:gd name="T61" fmla="*/ 23 h 3490"/>
                <a:gd name="T62" fmla="*/ 18 w 3485"/>
                <a:gd name="T63" fmla="*/ 21 h 3490"/>
                <a:gd name="T64" fmla="*/ 19 w 3485"/>
                <a:gd name="T65" fmla="*/ 11 h 3490"/>
                <a:gd name="T66" fmla="*/ 20 w 3485"/>
                <a:gd name="T67" fmla="*/ 13 h 3490"/>
                <a:gd name="T68" fmla="*/ 21 w 3485"/>
                <a:gd name="T69" fmla="*/ 15 h 3490"/>
                <a:gd name="T70" fmla="*/ 20 w 3485"/>
                <a:gd name="T71" fmla="*/ 17 h 3490"/>
                <a:gd name="T72" fmla="*/ 18 w 3485"/>
                <a:gd name="T73" fmla="*/ 17 h 3490"/>
                <a:gd name="T74" fmla="*/ 17 w 3485"/>
                <a:gd name="T75" fmla="*/ 16 h 3490"/>
                <a:gd name="T76" fmla="*/ 17 w 3485"/>
                <a:gd name="T77" fmla="*/ 13 h 3490"/>
                <a:gd name="T78" fmla="*/ 18 w 3485"/>
                <a:gd name="T79" fmla="*/ 11 h 3490"/>
                <a:gd name="T80" fmla="*/ 26 w 3485"/>
                <a:gd name="T81" fmla="*/ 7 h 3490"/>
                <a:gd name="T82" fmla="*/ 27 w 3485"/>
                <a:gd name="T83" fmla="*/ 8 h 3490"/>
                <a:gd name="T84" fmla="*/ 27 w 3485"/>
                <a:gd name="T85" fmla="*/ 11 h 3490"/>
                <a:gd name="T86" fmla="*/ 26 w 3485"/>
                <a:gd name="T87" fmla="*/ 13 h 3490"/>
                <a:gd name="T88" fmla="*/ 25 w 3485"/>
                <a:gd name="T89" fmla="*/ 13 h 3490"/>
                <a:gd name="T90" fmla="*/ 24 w 3485"/>
                <a:gd name="T91" fmla="*/ 12 h 3490"/>
                <a:gd name="T92" fmla="*/ 24 w 3485"/>
                <a:gd name="T93" fmla="*/ 9 h 3490"/>
                <a:gd name="T94" fmla="*/ 24 w 3485"/>
                <a:gd name="T95" fmla="*/ 7 h 3490"/>
                <a:gd name="T96" fmla="*/ 26 w 3485"/>
                <a:gd name="T97" fmla="*/ 17 h 3490"/>
                <a:gd name="T98" fmla="*/ 27 w 3485"/>
                <a:gd name="T99" fmla="*/ 18 h 3490"/>
                <a:gd name="T100" fmla="*/ 28 w 3485"/>
                <a:gd name="T101" fmla="*/ 21 h 3490"/>
                <a:gd name="T102" fmla="*/ 27 w 3485"/>
                <a:gd name="T103" fmla="*/ 23 h 3490"/>
                <a:gd name="T104" fmla="*/ 26 w 3485"/>
                <a:gd name="T105" fmla="*/ 24 h 3490"/>
                <a:gd name="T106" fmla="*/ 24 w 3485"/>
                <a:gd name="T107" fmla="*/ 23 h 3490"/>
                <a:gd name="T108" fmla="*/ 24 w 3485"/>
                <a:gd name="T109" fmla="*/ 20 h 3490"/>
                <a:gd name="T110" fmla="*/ 25 w 3485"/>
                <a:gd name="T111" fmla="*/ 18 h 3490"/>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w 3485"/>
                <a:gd name="T169" fmla="*/ 0 h 3490"/>
                <a:gd name="T170" fmla="*/ 3485 w 3485"/>
                <a:gd name="T171" fmla="*/ 3490 h 3490"/>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T168" t="T169" r="T170" b="T171"/>
              <a:pathLst>
                <a:path w="3485" h="3490">
                  <a:moveTo>
                    <a:pt x="1754" y="0"/>
                  </a:moveTo>
                  <a:lnTo>
                    <a:pt x="1797" y="2"/>
                  </a:lnTo>
                  <a:lnTo>
                    <a:pt x="1840" y="5"/>
                  </a:lnTo>
                  <a:lnTo>
                    <a:pt x="1881" y="12"/>
                  </a:lnTo>
                  <a:lnTo>
                    <a:pt x="1921" y="20"/>
                  </a:lnTo>
                  <a:lnTo>
                    <a:pt x="1959" y="31"/>
                  </a:lnTo>
                  <a:lnTo>
                    <a:pt x="1994" y="44"/>
                  </a:lnTo>
                  <a:lnTo>
                    <a:pt x="2028" y="59"/>
                  </a:lnTo>
                  <a:lnTo>
                    <a:pt x="2058" y="74"/>
                  </a:lnTo>
                  <a:lnTo>
                    <a:pt x="2086" y="93"/>
                  </a:lnTo>
                  <a:lnTo>
                    <a:pt x="2111" y="113"/>
                  </a:lnTo>
                  <a:lnTo>
                    <a:pt x="2132" y="133"/>
                  </a:lnTo>
                  <a:lnTo>
                    <a:pt x="2151" y="155"/>
                  </a:lnTo>
                  <a:lnTo>
                    <a:pt x="2165" y="179"/>
                  </a:lnTo>
                  <a:lnTo>
                    <a:pt x="2175" y="203"/>
                  </a:lnTo>
                  <a:lnTo>
                    <a:pt x="2182" y="229"/>
                  </a:lnTo>
                  <a:lnTo>
                    <a:pt x="2185" y="255"/>
                  </a:lnTo>
                  <a:lnTo>
                    <a:pt x="2182" y="281"/>
                  </a:lnTo>
                  <a:lnTo>
                    <a:pt x="2175" y="305"/>
                  </a:lnTo>
                  <a:lnTo>
                    <a:pt x="2165" y="330"/>
                  </a:lnTo>
                  <a:lnTo>
                    <a:pt x="2151" y="353"/>
                  </a:lnTo>
                  <a:lnTo>
                    <a:pt x="2132" y="376"/>
                  </a:lnTo>
                  <a:lnTo>
                    <a:pt x="2111" y="397"/>
                  </a:lnTo>
                  <a:lnTo>
                    <a:pt x="2086" y="417"/>
                  </a:lnTo>
                  <a:lnTo>
                    <a:pt x="2058" y="434"/>
                  </a:lnTo>
                  <a:lnTo>
                    <a:pt x="2028" y="451"/>
                  </a:lnTo>
                  <a:lnTo>
                    <a:pt x="1994" y="466"/>
                  </a:lnTo>
                  <a:lnTo>
                    <a:pt x="1959" y="479"/>
                  </a:lnTo>
                  <a:lnTo>
                    <a:pt x="1921" y="489"/>
                  </a:lnTo>
                  <a:lnTo>
                    <a:pt x="1881" y="498"/>
                  </a:lnTo>
                  <a:lnTo>
                    <a:pt x="1840" y="505"/>
                  </a:lnTo>
                  <a:lnTo>
                    <a:pt x="1797" y="508"/>
                  </a:lnTo>
                  <a:lnTo>
                    <a:pt x="1754" y="509"/>
                  </a:lnTo>
                  <a:lnTo>
                    <a:pt x="1710" y="508"/>
                  </a:lnTo>
                  <a:lnTo>
                    <a:pt x="1667" y="505"/>
                  </a:lnTo>
                  <a:lnTo>
                    <a:pt x="1626" y="498"/>
                  </a:lnTo>
                  <a:lnTo>
                    <a:pt x="1586" y="489"/>
                  </a:lnTo>
                  <a:lnTo>
                    <a:pt x="1548" y="479"/>
                  </a:lnTo>
                  <a:lnTo>
                    <a:pt x="1512" y="466"/>
                  </a:lnTo>
                  <a:lnTo>
                    <a:pt x="1479" y="451"/>
                  </a:lnTo>
                  <a:lnTo>
                    <a:pt x="1449" y="434"/>
                  </a:lnTo>
                  <a:lnTo>
                    <a:pt x="1421" y="417"/>
                  </a:lnTo>
                  <a:lnTo>
                    <a:pt x="1395" y="397"/>
                  </a:lnTo>
                  <a:lnTo>
                    <a:pt x="1374" y="376"/>
                  </a:lnTo>
                  <a:lnTo>
                    <a:pt x="1355" y="353"/>
                  </a:lnTo>
                  <a:lnTo>
                    <a:pt x="1341" y="330"/>
                  </a:lnTo>
                  <a:lnTo>
                    <a:pt x="1331" y="305"/>
                  </a:lnTo>
                  <a:lnTo>
                    <a:pt x="1324" y="281"/>
                  </a:lnTo>
                  <a:lnTo>
                    <a:pt x="1321" y="255"/>
                  </a:lnTo>
                  <a:lnTo>
                    <a:pt x="1324" y="229"/>
                  </a:lnTo>
                  <a:lnTo>
                    <a:pt x="1331" y="203"/>
                  </a:lnTo>
                  <a:lnTo>
                    <a:pt x="1341" y="179"/>
                  </a:lnTo>
                  <a:lnTo>
                    <a:pt x="1355" y="155"/>
                  </a:lnTo>
                  <a:lnTo>
                    <a:pt x="1374" y="133"/>
                  </a:lnTo>
                  <a:lnTo>
                    <a:pt x="1395" y="113"/>
                  </a:lnTo>
                  <a:lnTo>
                    <a:pt x="1421" y="93"/>
                  </a:lnTo>
                  <a:lnTo>
                    <a:pt x="1449" y="74"/>
                  </a:lnTo>
                  <a:lnTo>
                    <a:pt x="1479" y="59"/>
                  </a:lnTo>
                  <a:lnTo>
                    <a:pt x="1512" y="44"/>
                  </a:lnTo>
                  <a:lnTo>
                    <a:pt x="1548" y="31"/>
                  </a:lnTo>
                  <a:lnTo>
                    <a:pt x="1586" y="20"/>
                  </a:lnTo>
                  <a:lnTo>
                    <a:pt x="1626" y="12"/>
                  </a:lnTo>
                  <a:lnTo>
                    <a:pt x="1667" y="5"/>
                  </a:lnTo>
                  <a:lnTo>
                    <a:pt x="1710" y="2"/>
                  </a:lnTo>
                  <a:lnTo>
                    <a:pt x="1754" y="0"/>
                  </a:lnTo>
                  <a:close/>
                  <a:moveTo>
                    <a:pt x="239" y="786"/>
                  </a:moveTo>
                  <a:lnTo>
                    <a:pt x="263" y="788"/>
                  </a:lnTo>
                  <a:lnTo>
                    <a:pt x="287" y="794"/>
                  </a:lnTo>
                  <a:lnTo>
                    <a:pt x="309" y="805"/>
                  </a:lnTo>
                  <a:lnTo>
                    <a:pt x="331" y="819"/>
                  </a:lnTo>
                  <a:lnTo>
                    <a:pt x="352" y="836"/>
                  </a:lnTo>
                  <a:lnTo>
                    <a:pt x="372" y="857"/>
                  </a:lnTo>
                  <a:lnTo>
                    <a:pt x="390" y="882"/>
                  </a:lnTo>
                  <a:lnTo>
                    <a:pt x="407" y="909"/>
                  </a:lnTo>
                  <a:lnTo>
                    <a:pt x="423" y="940"/>
                  </a:lnTo>
                  <a:lnTo>
                    <a:pt x="437" y="971"/>
                  </a:lnTo>
                  <a:lnTo>
                    <a:pt x="448" y="1006"/>
                  </a:lnTo>
                  <a:lnTo>
                    <a:pt x="459" y="1043"/>
                  </a:lnTo>
                  <a:lnTo>
                    <a:pt x="467" y="1081"/>
                  </a:lnTo>
                  <a:lnTo>
                    <a:pt x="473" y="1121"/>
                  </a:lnTo>
                  <a:lnTo>
                    <a:pt x="476" y="1163"/>
                  </a:lnTo>
                  <a:lnTo>
                    <a:pt x="478" y="1206"/>
                  </a:lnTo>
                  <a:lnTo>
                    <a:pt x="476" y="1248"/>
                  </a:lnTo>
                  <a:lnTo>
                    <a:pt x="473" y="1290"/>
                  </a:lnTo>
                  <a:lnTo>
                    <a:pt x="467" y="1330"/>
                  </a:lnTo>
                  <a:lnTo>
                    <a:pt x="459" y="1367"/>
                  </a:lnTo>
                  <a:lnTo>
                    <a:pt x="448" y="1405"/>
                  </a:lnTo>
                  <a:lnTo>
                    <a:pt x="437" y="1439"/>
                  </a:lnTo>
                  <a:lnTo>
                    <a:pt x="423" y="1472"/>
                  </a:lnTo>
                  <a:lnTo>
                    <a:pt x="407" y="1501"/>
                  </a:lnTo>
                  <a:lnTo>
                    <a:pt x="390" y="1528"/>
                  </a:lnTo>
                  <a:lnTo>
                    <a:pt x="372" y="1553"/>
                  </a:lnTo>
                  <a:lnTo>
                    <a:pt x="352" y="1574"/>
                  </a:lnTo>
                  <a:lnTo>
                    <a:pt x="331" y="1591"/>
                  </a:lnTo>
                  <a:lnTo>
                    <a:pt x="309" y="1605"/>
                  </a:lnTo>
                  <a:lnTo>
                    <a:pt x="287" y="1616"/>
                  </a:lnTo>
                  <a:lnTo>
                    <a:pt x="263" y="1622"/>
                  </a:lnTo>
                  <a:lnTo>
                    <a:pt x="239" y="1624"/>
                  </a:lnTo>
                  <a:lnTo>
                    <a:pt x="214" y="1622"/>
                  </a:lnTo>
                  <a:lnTo>
                    <a:pt x="191" y="1616"/>
                  </a:lnTo>
                  <a:lnTo>
                    <a:pt x="168" y="1605"/>
                  </a:lnTo>
                  <a:lnTo>
                    <a:pt x="146" y="1591"/>
                  </a:lnTo>
                  <a:lnTo>
                    <a:pt x="125" y="1574"/>
                  </a:lnTo>
                  <a:lnTo>
                    <a:pt x="105" y="1553"/>
                  </a:lnTo>
                  <a:lnTo>
                    <a:pt x="87" y="1528"/>
                  </a:lnTo>
                  <a:lnTo>
                    <a:pt x="70" y="1501"/>
                  </a:lnTo>
                  <a:lnTo>
                    <a:pt x="55" y="1472"/>
                  </a:lnTo>
                  <a:lnTo>
                    <a:pt x="41" y="1439"/>
                  </a:lnTo>
                  <a:lnTo>
                    <a:pt x="29" y="1405"/>
                  </a:lnTo>
                  <a:lnTo>
                    <a:pt x="18" y="1367"/>
                  </a:lnTo>
                  <a:lnTo>
                    <a:pt x="10" y="1330"/>
                  </a:lnTo>
                  <a:lnTo>
                    <a:pt x="4" y="1290"/>
                  </a:lnTo>
                  <a:lnTo>
                    <a:pt x="1" y="1248"/>
                  </a:lnTo>
                  <a:lnTo>
                    <a:pt x="0" y="1206"/>
                  </a:lnTo>
                  <a:lnTo>
                    <a:pt x="1" y="1163"/>
                  </a:lnTo>
                  <a:lnTo>
                    <a:pt x="4" y="1121"/>
                  </a:lnTo>
                  <a:lnTo>
                    <a:pt x="10" y="1081"/>
                  </a:lnTo>
                  <a:lnTo>
                    <a:pt x="18" y="1043"/>
                  </a:lnTo>
                  <a:lnTo>
                    <a:pt x="29" y="1006"/>
                  </a:lnTo>
                  <a:lnTo>
                    <a:pt x="41" y="971"/>
                  </a:lnTo>
                  <a:lnTo>
                    <a:pt x="55" y="940"/>
                  </a:lnTo>
                  <a:lnTo>
                    <a:pt x="70" y="909"/>
                  </a:lnTo>
                  <a:lnTo>
                    <a:pt x="87" y="882"/>
                  </a:lnTo>
                  <a:lnTo>
                    <a:pt x="105" y="857"/>
                  </a:lnTo>
                  <a:lnTo>
                    <a:pt x="125" y="836"/>
                  </a:lnTo>
                  <a:lnTo>
                    <a:pt x="146" y="819"/>
                  </a:lnTo>
                  <a:lnTo>
                    <a:pt x="168" y="805"/>
                  </a:lnTo>
                  <a:lnTo>
                    <a:pt x="191" y="794"/>
                  </a:lnTo>
                  <a:lnTo>
                    <a:pt x="214" y="788"/>
                  </a:lnTo>
                  <a:lnTo>
                    <a:pt x="239" y="786"/>
                  </a:lnTo>
                  <a:close/>
                  <a:moveTo>
                    <a:pt x="1119" y="2495"/>
                  </a:moveTo>
                  <a:lnTo>
                    <a:pt x="1143" y="2498"/>
                  </a:lnTo>
                  <a:lnTo>
                    <a:pt x="1167" y="2504"/>
                  </a:lnTo>
                  <a:lnTo>
                    <a:pt x="1190" y="2514"/>
                  </a:lnTo>
                  <a:lnTo>
                    <a:pt x="1211" y="2528"/>
                  </a:lnTo>
                  <a:lnTo>
                    <a:pt x="1232" y="2546"/>
                  </a:lnTo>
                  <a:lnTo>
                    <a:pt x="1252" y="2567"/>
                  </a:lnTo>
                  <a:lnTo>
                    <a:pt x="1271" y="2592"/>
                  </a:lnTo>
                  <a:lnTo>
                    <a:pt x="1288" y="2618"/>
                  </a:lnTo>
                  <a:lnTo>
                    <a:pt x="1304" y="2648"/>
                  </a:lnTo>
                  <a:lnTo>
                    <a:pt x="1318" y="2681"/>
                  </a:lnTo>
                  <a:lnTo>
                    <a:pt x="1329" y="2715"/>
                  </a:lnTo>
                  <a:lnTo>
                    <a:pt x="1340" y="2752"/>
                  </a:lnTo>
                  <a:lnTo>
                    <a:pt x="1348" y="2790"/>
                  </a:lnTo>
                  <a:lnTo>
                    <a:pt x="1354" y="2830"/>
                  </a:lnTo>
                  <a:lnTo>
                    <a:pt x="1358" y="2872"/>
                  </a:lnTo>
                  <a:lnTo>
                    <a:pt x="1359" y="2914"/>
                  </a:lnTo>
                  <a:lnTo>
                    <a:pt x="1358" y="2956"/>
                  </a:lnTo>
                  <a:lnTo>
                    <a:pt x="1354" y="2998"/>
                  </a:lnTo>
                  <a:lnTo>
                    <a:pt x="1348" y="3038"/>
                  </a:lnTo>
                  <a:lnTo>
                    <a:pt x="1340" y="3077"/>
                  </a:lnTo>
                  <a:lnTo>
                    <a:pt x="1329" y="3113"/>
                  </a:lnTo>
                  <a:lnTo>
                    <a:pt x="1318" y="3147"/>
                  </a:lnTo>
                  <a:lnTo>
                    <a:pt x="1304" y="3180"/>
                  </a:lnTo>
                  <a:lnTo>
                    <a:pt x="1288" y="3209"/>
                  </a:lnTo>
                  <a:lnTo>
                    <a:pt x="1271" y="3238"/>
                  </a:lnTo>
                  <a:lnTo>
                    <a:pt x="1252" y="3261"/>
                  </a:lnTo>
                  <a:lnTo>
                    <a:pt x="1232" y="3282"/>
                  </a:lnTo>
                  <a:lnTo>
                    <a:pt x="1211" y="3301"/>
                  </a:lnTo>
                  <a:lnTo>
                    <a:pt x="1190" y="3315"/>
                  </a:lnTo>
                  <a:lnTo>
                    <a:pt x="1167" y="3325"/>
                  </a:lnTo>
                  <a:lnTo>
                    <a:pt x="1143" y="3331"/>
                  </a:lnTo>
                  <a:lnTo>
                    <a:pt x="1119" y="3334"/>
                  </a:lnTo>
                  <a:lnTo>
                    <a:pt x="1094" y="3331"/>
                  </a:lnTo>
                  <a:lnTo>
                    <a:pt x="1070" y="3325"/>
                  </a:lnTo>
                  <a:lnTo>
                    <a:pt x="1048" y="3315"/>
                  </a:lnTo>
                  <a:lnTo>
                    <a:pt x="1026" y="3301"/>
                  </a:lnTo>
                  <a:lnTo>
                    <a:pt x="1005" y="3282"/>
                  </a:lnTo>
                  <a:lnTo>
                    <a:pt x="985" y="3261"/>
                  </a:lnTo>
                  <a:lnTo>
                    <a:pt x="967" y="3238"/>
                  </a:lnTo>
                  <a:lnTo>
                    <a:pt x="950" y="3209"/>
                  </a:lnTo>
                  <a:lnTo>
                    <a:pt x="935" y="3180"/>
                  </a:lnTo>
                  <a:lnTo>
                    <a:pt x="921" y="3147"/>
                  </a:lnTo>
                  <a:lnTo>
                    <a:pt x="909" y="3113"/>
                  </a:lnTo>
                  <a:lnTo>
                    <a:pt x="898" y="3077"/>
                  </a:lnTo>
                  <a:lnTo>
                    <a:pt x="890" y="3038"/>
                  </a:lnTo>
                  <a:lnTo>
                    <a:pt x="884" y="2998"/>
                  </a:lnTo>
                  <a:lnTo>
                    <a:pt x="881" y="2956"/>
                  </a:lnTo>
                  <a:lnTo>
                    <a:pt x="880" y="2914"/>
                  </a:lnTo>
                  <a:lnTo>
                    <a:pt x="881" y="2872"/>
                  </a:lnTo>
                  <a:lnTo>
                    <a:pt x="884" y="2830"/>
                  </a:lnTo>
                  <a:lnTo>
                    <a:pt x="890" y="2790"/>
                  </a:lnTo>
                  <a:lnTo>
                    <a:pt x="898" y="2752"/>
                  </a:lnTo>
                  <a:lnTo>
                    <a:pt x="909" y="2715"/>
                  </a:lnTo>
                  <a:lnTo>
                    <a:pt x="921" y="2681"/>
                  </a:lnTo>
                  <a:lnTo>
                    <a:pt x="935" y="2648"/>
                  </a:lnTo>
                  <a:lnTo>
                    <a:pt x="950" y="2618"/>
                  </a:lnTo>
                  <a:lnTo>
                    <a:pt x="967" y="2592"/>
                  </a:lnTo>
                  <a:lnTo>
                    <a:pt x="985" y="2567"/>
                  </a:lnTo>
                  <a:lnTo>
                    <a:pt x="1005" y="2546"/>
                  </a:lnTo>
                  <a:lnTo>
                    <a:pt x="1026" y="2528"/>
                  </a:lnTo>
                  <a:lnTo>
                    <a:pt x="1048" y="2514"/>
                  </a:lnTo>
                  <a:lnTo>
                    <a:pt x="1070" y="2504"/>
                  </a:lnTo>
                  <a:lnTo>
                    <a:pt x="1094" y="2498"/>
                  </a:lnTo>
                  <a:lnTo>
                    <a:pt x="1119" y="2495"/>
                  </a:lnTo>
                  <a:close/>
                  <a:moveTo>
                    <a:pt x="2380" y="2651"/>
                  </a:moveTo>
                  <a:lnTo>
                    <a:pt x="2405" y="2654"/>
                  </a:lnTo>
                  <a:lnTo>
                    <a:pt x="2428" y="2660"/>
                  </a:lnTo>
                  <a:lnTo>
                    <a:pt x="2452" y="2670"/>
                  </a:lnTo>
                  <a:lnTo>
                    <a:pt x="2473" y="2684"/>
                  </a:lnTo>
                  <a:lnTo>
                    <a:pt x="2494" y="2703"/>
                  </a:lnTo>
                  <a:lnTo>
                    <a:pt x="2514" y="2724"/>
                  </a:lnTo>
                  <a:lnTo>
                    <a:pt x="2533" y="2747"/>
                  </a:lnTo>
                  <a:lnTo>
                    <a:pt x="2550" y="2774"/>
                  </a:lnTo>
                  <a:lnTo>
                    <a:pt x="2565" y="2805"/>
                  </a:lnTo>
                  <a:lnTo>
                    <a:pt x="2580" y="2838"/>
                  </a:lnTo>
                  <a:lnTo>
                    <a:pt x="2591" y="2872"/>
                  </a:lnTo>
                  <a:lnTo>
                    <a:pt x="2602" y="2908"/>
                  </a:lnTo>
                  <a:lnTo>
                    <a:pt x="2610" y="2947"/>
                  </a:lnTo>
                  <a:lnTo>
                    <a:pt x="2616" y="2987"/>
                  </a:lnTo>
                  <a:lnTo>
                    <a:pt x="2619" y="3029"/>
                  </a:lnTo>
                  <a:lnTo>
                    <a:pt x="2621" y="3071"/>
                  </a:lnTo>
                  <a:lnTo>
                    <a:pt x="2619" y="3113"/>
                  </a:lnTo>
                  <a:lnTo>
                    <a:pt x="2616" y="3155"/>
                  </a:lnTo>
                  <a:lnTo>
                    <a:pt x="2610" y="3195"/>
                  </a:lnTo>
                  <a:lnTo>
                    <a:pt x="2602" y="3233"/>
                  </a:lnTo>
                  <a:lnTo>
                    <a:pt x="2591" y="3270"/>
                  </a:lnTo>
                  <a:lnTo>
                    <a:pt x="2580" y="3304"/>
                  </a:lnTo>
                  <a:lnTo>
                    <a:pt x="2565" y="3337"/>
                  </a:lnTo>
                  <a:lnTo>
                    <a:pt x="2550" y="3367"/>
                  </a:lnTo>
                  <a:lnTo>
                    <a:pt x="2533" y="3393"/>
                  </a:lnTo>
                  <a:lnTo>
                    <a:pt x="2514" y="3418"/>
                  </a:lnTo>
                  <a:lnTo>
                    <a:pt x="2494" y="3439"/>
                  </a:lnTo>
                  <a:lnTo>
                    <a:pt x="2473" y="3457"/>
                  </a:lnTo>
                  <a:lnTo>
                    <a:pt x="2452" y="3471"/>
                  </a:lnTo>
                  <a:lnTo>
                    <a:pt x="2428" y="3481"/>
                  </a:lnTo>
                  <a:lnTo>
                    <a:pt x="2405" y="3487"/>
                  </a:lnTo>
                  <a:lnTo>
                    <a:pt x="2380" y="3490"/>
                  </a:lnTo>
                  <a:lnTo>
                    <a:pt x="2356" y="3487"/>
                  </a:lnTo>
                  <a:lnTo>
                    <a:pt x="2332" y="3481"/>
                  </a:lnTo>
                  <a:lnTo>
                    <a:pt x="2310" y="3471"/>
                  </a:lnTo>
                  <a:lnTo>
                    <a:pt x="2288" y="3457"/>
                  </a:lnTo>
                  <a:lnTo>
                    <a:pt x="2267" y="3439"/>
                  </a:lnTo>
                  <a:lnTo>
                    <a:pt x="2248" y="3418"/>
                  </a:lnTo>
                  <a:lnTo>
                    <a:pt x="2229" y="3393"/>
                  </a:lnTo>
                  <a:lnTo>
                    <a:pt x="2212" y="3367"/>
                  </a:lnTo>
                  <a:lnTo>
                    <a:pt x="2196" y="3337"/>
                  </a:lnTo>
                  <a:lnTo>
                    <a:pt x="2182" y="3304"/>
                  </a:lnTo>
                  <a:lnTo>
                    <a:pt x="2171" y="3270"/>
                  </a:lnTo>
                  <a:lnTo>
                    <a:pt x="2160" y="3233"/>
                  </a:lnTo>
                  <a:lnTo>
                    <a:pt x="2152" y="3195"/>
                  </a:lnTo>
                  <a:lnTo>
                    <a:pt x="2146" y="3155"/>
                  </a:lnTo>
                  <a:lnTo>
                    <a:pt x="2142" y="3113"/>
                  </a:lnTo>
                  <a:lnTo>
                    <a:pt x="2141" y="3071"/>
                  </a:lnTo>
                  <a:lnTo>
                    <a:pt x="2142" y="3029"/>
                  </a:lnTo>
                  <a:lnTo>
                    <a:pt x="2146" y="2987"/>
                  </a:lnTo>
                  <a:lnTo>
                    <a:pt x="2152" y="2947"/>
                  </a:lnTo>
                  <a:lnTo>
                    <a:pt x="2160" y="2908"/>
                  </a:lnTo>
                  <a:lnTo>
                    <a:pt x="2171" y="2872"/>
                  </a:lnTo>
                  <a:lnTo>
                    <a:pt x="2182" y="2838"/>
                  </a:lnTo>
                  <a:lnTo>
                    <a:pt x="2196" y="2805"/>
                  </a:lnTo>
                  <a:lnTo>
                    <a:pt x="2212" y="2774"/>
                  </a:lnTo>
                  <a:lnTo>
                    <a:pt x="2229" y="2747"/>
                  </a:lnTo>
                  <a:lnTo>
                    <a:pt x="2248" y="2724"/>
                  </a:lnTo>
                  <a:lnTo>
                    <a:pt x="2267" y="2703"/>
                  </a:lnTo>
                  <a:lnTo>
                    <a:pt x="2288" y="2684"/>
                  </a:lnTo>
                  <a:lnTo>
                    <a:pt x="2310" y="2670"/>
                  </a:lnTo>
                  <a:lnTo>
                    <a:pt x="2332" y="2660"/>
                  </a:lnTo>
                  <a:lnTo>
                    <a:pt x="2356" y="2654"/>
                  </a:lnTo>
                  <a:lnTo>
                    <a:pt x="2380" y="2651"/>
                  </a:lnTo>
                  <a:close/>
                  <a:moveTo>
                    <a:pt x="2342" y="1355"/>
                  </a:moveTo>
                  <a:lnTo>
                    <a:pt x="2366" y="1357"/>
                  </a:lnTo>
                  <a:lnTo>
                    <a:pt x="2390" y="1363"/>
                  </a:lnTo>
                  <a:lnTo>
                    <a:pt x="2412" y="1373"/>
                  </a:lnTo>
                  <a:lnTo>
                    <a:pt x="2434" y="1387"/>
                  </a:lnTo>
                  <a:lnTo>
                    <a:pt x="2455" y="1405"/>
                  </a:lnTo>
                  <a:lnTo>
                    <a:pt x="2475" y="1426"/>
                  </a:lnTo>
                  <a:lnTo>
                    <a:pt x="2493" y="1451"/>
                  </a:lnTo>
                  <a:lnTo>
                    <a:pt x="2510" y="1478"/>
                  </a:lnTo>
                  <a:lnTo>
                    <a:pt x="2526" y="1507"/>
                  </a:lnTo>
                  <a:lnTo>
                    <a:pt x="2540" y="1540"/>
                  </a:lnTo>
                  <a:lnTo>
                    <a:pt x="2551" y="1574"/>
                  </a:lnTo>
                  <a:lnTo>
                    <a:pt x="2562" y="1611"/>
                  </a:lnTo>
                  <a:lnTo>
                    <a:pt x="2570" y="1649"/>
                  </a:lnTo>
                  <a:lnTo>
                    <a:pt x="2576" y="1689"/>
                  </a:lnTo>
                  <a:lnTo>
                    <a:pt x="2580" y="1731"/>
                  </a:lnTo>
                  <a:lnTo>
                    <a:pt x="2581" y="1773"/>
                  </a:lnTo>
                  <a:lnTo>
                    <a:pt x="2580" y="1815"/>
                  </a:lnTo>
                  <a:lnTo>
                    <a:pt x="2576" y="1858"/>
                  </a:lnTo>
                  <a:lnTo>
                    <a:pt x="2570" y="1897"/>
                  </a:lnTo>
                  <a:lnTo>
                    <a:pt x="2562" y="1936"/>
                  </a:lnTo>
                  <a:lnTo>
                    <a:pt x="2551" y="1972"/>
                  </a:lnTo>
                  <a:lnTo>
                    <a:pt x="2540" y="2008"/>
                  </a:lnTo>
                  <a:lnTo>
                    <a:pt x="2526" y="2039"/>
                  </a:lnTo>
                  <a:lnTo>
                    <a:pt x="2510" y="2070"/>
                  </a:lnTo>
                  <a:lnTo>
                    <a:pt x="2493" y="2097"/>
                  </a:lnTo>
                  <a:lnTo>
                    <a:pt x="2475" y="2121"/>
                  </a:lnTo>
                  <a:lnTo>
                    <a:pt x="2455" y="2142"/>
                  </a:lnTo>
                  <a:lnTo>
                    <a:pt x="2434" y="2160"/>
                  </a:lnTo>
                  <a:lnTo>
                    <a:pt x="2412" y="2174"/>
                  </a:lnTo>
                  <a:lnTo>
                    <a:pt x="2390" y="2185"/>
                  </a:lnTo>
                  <a:lnTo>
                    <a:pt x="2366" y="2191"/>
                  </a:lnTo>
                  <a:lnTo>
                    <a:pt x="2342" y="2193"/>
                  </a:lnTo>
                  <a:lnTo>
                    <a:pt x="2317" y="2191"/>
                  </a:lnTo>
                  <a:lnTo>
                    <a:pt x="2294" y="2185"/>
                  </a:lnTo>
                  <a:lnTo>
                    <a:pt x="2270" y="2174"/>
                  </a:lnTo>
                  <a:lnTo>
                    <a:pt x="2249" y="2160"/>
                  </a:lnTo>
                  <a:lnTo>
                    <a:pt x="2228" y="2142"/>
                  </a:lnTo>
                  <a:lnTo>
                    <a:pt x="2208" y="2121"/>
                  </a:lnTo>
                  <a:lnTo>
                    <a:pt x="2189" y="2097"/>
                  </a:lnTo>
                  <a:lnTo>
                    <a:pt x="2173" y="2070"/>
                  </a:lnTo>
                  <a:lnTo>
                    <a:pt x="2157" y="2039"/>
                  </a:lnTo>
                  <a:lnTo>
                    <a:pt x="2142" y="2008"/>
                  </a:lnTo>
                  <a:lnTo>
                    <a:pt x="2131" y="1972"/>
                  </a:lnTo>
                  <a:lnTo>
                    <a:pt x="2120" y="1936"/>
                  </a:lnTo>
                  <a:lnTo>
                    <a:pt x="2112" y="1897"/>
                  </a:lnTo>
                  <a:lnTo>
                    <a:pt x="2106" y="1858"/>
                  </a:lnTo>
                  <a:lnTo>
                    <a:pt x="2103" y="1815"/>
                  </a:lnTo>
                  <a:lnTo>
                    <a:pt x="2101" y="1773"/>
                  </a:lnTo>
                  <a:lnTo>
                    <a:pt x="2103" y="1731"/>
                  </a:lnTo>
                  <a:lnTo>
                    <a:pt x="2106" y="1689"/>
                  </a:lnTo>
                  <a:lnTo>
                    <a:pt x="2112" y="1649"/>
                  </a:lnTo>
                  <a:lnTo>
                    <a:pt x="2120" y="1611"/>
                  </a:lnTo>
                  <a:lnTo>
                    <a:pt x="2131" y="1574"/>
                  </a:lnTo>
                  <a:lnTo>
                    <a:pt x="2142" y="1540"/>
                  </a:lnTo>
                  <a:lnTo>
                    <a:pt x="2157" y="1507"/>
                  </a:lnTo>
                  <a:lnTo>
                    <a:pt x="2173" y="1478"/>
                  </a:lnTo>
                  <a:lnTo>
                    <a:pt x="2189" y="1451"/>
                  </a:lnTo>
                  <a:lnTo>
                    <a:pt x="2208" y="1426"/>
                  </a:lnTo>
                  <a:lnTo>
                    <a:pt x="2228" y="1405"/>
                  </a:lnTo>
                  <a:lnTo>
                    <a:pt x="2249" y="1387"/>
                  </a:lnTo>
                  <a:lnTo>
                    <a:pt x="2270" y="1373"/>
                  </a:lnTo>
                  <a:lnTo>
                    <a:pt x="2294" y="1363"/>
                  </a:lnTo>
                  <a:lnTo>
                    <a:pt x="2317" y="1357"/>
                  </a:lnTo>
                  <a:lnTo>
                    <a:pt x="2342" y="1355"/>
                  </a:lnTo>
                  <a:close/>
                  <a:moveTo>
                    <a:pt x="3179" y="819"/>
                  </a:moveTo>
                  <a:lnTo>
                    <a:pt x="3204" y="821"/>
                  </a:lnTo>
                  <a:lnTo>
                    <a:pt x="3227" y="827"/>
                  </a:lnTo>
                  <a:lnTo>
                    <a:pt x="3250" y="838"/>
                  </a:lnTo>
                  <a:lnTo>
                    <a:pt x="3272" y="852"/>
                  </a:lnTo>
                  <a:lnTo>
                    <a:pt x="3293" y="869"/>
                  </a:lnTo>
                  <a:lnTo>
                    <a:pt x="3312" y="890"/>
                  </a:lnTo>
                  <a:lnTo>
                    <a:pt x="3331" y="915"/>
                  </a:lnTo>
                  <a:lnTo>
                    <a:pt x="3348" y="942"/>
                  </a:lnTo>
                  <a:lnTo>
                    <a:pt x="3363" y="971"/>
                  </a:lnTo>
                  <a:lnTo>
                    <a:pt x="3377" y="1004"/>
                  </a:lnTo>
                  <a:lnTo>
                    <a:pt x="3389" y="1038"/>
                  </a:lnTo>
                  <a:lnTo>
                    <a:pt x="3400" y="1076"/>
                  </a:lnTo>
                  <a:lnTo>
                    <a:pt x="3408" y="1113"/>
                  </a:lnTo>
                  <a:lnTo>
                    <a:pt x="3414" y="1153"/>
                  </a:lnTo>
                  <a:lnTo>
                    <a:pt x="3417" y="1195"/>
                  </a:lnTo>
                  <a:lnTo>
                    <a:pt x="3418" y="1237"/>
                  </a:lnTo>
                  <a:lnTo>
                    <a:pt x="3417" y="1280"/>
                  </a:lnTo>
                  <a:lnTo>
                    <a:pt x="3414" y="1322"/>
                  </a:lnTo>
                  <a:lnTo>
                    <a:pt x="3408" y="1362"/>
                  </a:lnTo>
                  <a:lnTo>
                    <a:pt x="3400" y="1399"/>
                  </a:lnTo>
                  <a:lnTo>
                    <a:pt x="3389" y="1437"/>
                  </a:lnTo>
                  <a:lnTo>
                    <a:pt x="3377" y="1471"/>
                  </a:lnTo>
                  <a:lnTo>
                    <a:pt x="3363" y="1503"/>
                  </a:lnTo>
                  <a:lnTo>
                    <a:pt x="3348" y="1533"/>
                  </a:lnTo>
                  <a:lnTo>
                    <a:pt x="3331" y="1560"/>
                  </a:lnTo>
                  <a:lnTo>
                    <a:pt x="3312" y="1584"/>
                  </a:lnTo>
                  <a:lnTo>
                    <a:pt x="3293" y="1605"/>
                  </a:lnTo>
                  <a:lnTo>
                    <a:pt x="3272" y="1623"/>
                  </a:lnTo>
                  <a:lnTo>
                    <a:pt x="3250" y="1637"/>
                  </a:lnTo>
                  <a:lnTo>
                    <a:pt x="3227" y="1648"/>
                  </a:lnTo>
                  <a:lnTo>
                    <a:pt x="3204" y="1654"/>
                  </a:lnTo>
                  <a:lnTo>
                    <a:pt x="3179" y="1656"/>
                  </a:lnTo>
                  <a:lnTo>
                    <a:pt x="3155" y="1654"/>
                  </a:lnTo>
                  <a:lnTo>
                    <a:pt x="3131" y="1648"/>
                  </a:lnTo>
                  <a:lnTo>
                    <a:pt x="3108" y="1637"/>
                  </a:lnTo>
                  <a:lnTo>
                    <a:pt x="3087" y="1623"/>
                  </a:lnTo>
                  <a:lnTo>
                    <a:pt x="3066" y="1605"/>
                  </a:lnTo>
                  <a:lnTo>
                    <a:pt x="3046" y="1584"/>
                  </a:lnTo>
                  <a:lnTo>
                    <a:pt x="3027" y="1560"/>
                  </a:lnTo>
                  <a:lnTo>
                    <a:pt x="3011" y="1533"/>
                  </a:lnTo>
                  <a:lnTo>
                    <a:pt x="2994" y="1503"/>
                  </a:lnTo>
                  <a:lnTo>
                    <a:pt x="2980" y="1471"/>
                  </a:lnTo>
                  <a:lnTo>
                    <a:pt x="2968" y="1437"/>
                  </a:lnTo>
                  <a:lnTo>
                    <a:pt x="2958" y="1399"/>
                  </a:lnTo>
                  <a:lnTo>
                    <a:pt x="2950" y="1362"/>
                  </a:lnTo>
                  <a:lnTo>
                    <a:pt x="2944" y="1322"/>
                  </a:lnTo>
                  <a:lnTo>
                    <a:pt x="2940" y="1280"/>
                  </a:lnTo>
                  <a:lnTo>
                    <a:pt x="2939" y="1237"/>
                  </a:lnTo>
                  <a:lnTo>
                    <a:pt x="2940" y="1195"/>
                  </a:lnTo>
                  <a:lnTo>
                    <a:pt x="2944" y="1153"/>
                  </a:lnTo>
                  <a:lnTo>
                    <a:pt x="2950" y="1113"/>
                  </a:lnTo>
                  <a:lnTo>
                    <a:pt x="2958" y="1076"/>
                  </a:lnTo>
                  <a:lnTo>
                    <a:pt x="2968" y="1038"/>
                  </a:lnTo>
                  <a:lnTo>
                    <a:pt x="2980" y="1004"/>
                  </a:lnTo>
                  <a:lnTo>
                    <a:pt x="2994" y="971"/>
                  </a:lnTo>
                  <a:lnTo>
                    <a:pt x="3011" y="942"/>
                  </a:lnTo>
                  <a:lnTo>
                    <a:pt x="3027" y="915"/>
                  </a:lnTo>
                  <a:lnTo>
                    <a:pt x="3046" y="890"/>
                  </a:lnTo>
                  <a:lnTo>
                    <a:pt x="3066" y="869"/>
                  </a:lnTo>
                  <a:lnTo>
                    <a:pt x="3087" y="852"/>
                  </a:lnTo>
                  <a:lnTo>
                    <a:pt x="3108" y="838"/>
                  </a:lnTo>
                  <a:lnTo>
                    <a:pt x="3131" y="827"/>
                  </a:lnTo>
                  <a:lnTo>
                    <a:pt x="3155" y="821"/>
                  </a:lnTo>
                  <a:lnTo>
                    <a:pt x="3179" y="819"/>
                  </a:lnTo>
                  <a:close/>
                  <a:moveTo>
                    <a:pt x="3246" y="2144"/>
                  </a:moveTo>
                  <a:lnTo>
                    <a:pt x="3271" y="2146"/>
                  </a:lnTo>
                  <a:lnTo>
                    <a:pt x="3294" y="2152"/>
                  </a:lnTo>
                  <a:lnTo>
                    <a:pt x="3316" y="2162"/>
                  </a:lnTo>
                  <a:lnTo>
                    <a:pt x="3339" y="2176"/>
                  </a:lnTo>
                  <a:lnTo>
                    <a:pt x="3360" y="2194"/>
                  </a:lnTo>
                  <a:lnTo>
                    <a:pt x="3380" y="2215"/>
                  </a:lnTo>
                  <a:lnTo>
                    <a:pt x="3397" y="2240"/>
                  </a:lnTo>
                  <a:lnTo>
                    <a:pt x="3415" y="2267"/>
                  </a:lnTo>
                  <a:lnTo>
                    <a:pt x="3430" y="2296"/>
                  </a:lnTo>
                  <a:lnTo>
                    <a:pt x="3444" y="2329"/>
                  </a:lnTo>
                  <a:lnTo>
                    <a:pt x="3456" y="2363"/>
                  </a:lnTo>
                  <a:lnTo>
                    <a:pt x="3466" y="2400"/>
                  </a:lnTo>
                  <a:lnTo>
                    <a:pt x="3475" y="2438"/>
                  </a:lnTo>
                  <a:lnTo>
                    <a:pt x="3480" y="2478"/>
                  </a:lnTo>
                  <a:lnTo>
                    <a:pt x="3484" y="2520"/>
                  </a:lnTo>
                  <a:lnTo>
                    <a:pt x="3485" y="2562"/>
                  </a:lnTo>
                  <a:lnTo>
                    <a:pt x="3484" y="2604"/>
                  </a:lnTo>
                  <a:lnTo>
                    <a:pt x="3480" y="2647"/>
                  </a:lnTo>
                  <a:lnTo>
                    <a:pt x="3475" y="2686"/>
                  </a:lnTo>
                  <a:lnTo>
                    <a:pt x="3466" y="2725"/>
                  </a:lnTo>
                  <a:lnTo>
                    <a:pt x="3456" y="2762"/>
                  </a:lnTo>
                  <a:lnTo>
                    <a:pt x="3444" y="2796"/>
                  </a:lnTo>
                  <a:lnTo>
                    <a:pt x="3430" y="2828"/>
                  </a:lnTo>
                  <a:lnTo>
                    <a:pt x="3415" y="2858"/>
                  </a:lnTo>
                  <a:lnTo>
                    <a:pt x="3397" y="2886"/>
                  </a:lnTo>
                  <a:lnTo>
                    <a:pt x="3380" y="2909"/>
                  </a:lnTo>
                  <a:lnTo>
                    <a:pt x="3360" y="2930"/>
                  </a:lnTo>
                  <a:lnTo>
                    <a:pt x="3339" y="2949"/>
                  </a:lnTo>
                  <a:lnTo>
                    <a:pt x="3316" y="2963"/>
                  </a:lnTo>
                  <a:lnTo>
                    <a:pt x="3294" y="2974"/>
                  </a:lnTo>
                  <a:lnTo>
                    <a:pt x="3271" y="2980"/>
                  </a:lnTo>
                  <a:lnTo>
                    <a:pt x="3246" y="2982"/>
                  </a:lnTo>
                  <a:lnTo>
                    <a:pt x="3222" y="2980"/>
                  </a:lnTo>
                  <a:lnTo>
                    <a:pt x="3198" y="2974"/>
                  </a:lnTo>
                  <a:lnTo>
                    <a:pt x="3176" y="2963"/>
                  </a:lnTo>
                  <a:lnTo>
                    <a:pt x="3154" y="2949"/>
                  </a:lnTo>
                  <a:lnTo>
                    <a:pt x="3133" y="2930"/>
                  </a:lnTo>
                  <a:lnTo>
                    <a:pt x="3113" y="2909"/>
                  </a:lnTo>
                  <a:lnTo>
                    <a:pt x="3095" y="2886"/>
                  </a:lnTo>
                  <a:lnTo>
                    <a:pt x="3077" y="2858"/>
                  </a:lnTo>
                  <a:lnTo>
                    <a:pt x="3062" y="2828"/>
                  </a:lnTo>
                  <a:lnTo>
                    <a:pt x="3048" y="2796"/>
                  </a:lnTo>
                  <a:lnTo>
                    <a:pt x="3036" y="2762"/>
                  </a:lnTo>
                  <a:lnTo>
                    <a:pt x="3026" y="2725"/>
                  </a:lnTo>
                  <a:lnTo>
                    <a:pt x="3018" y="2686"/>
                  </a:lnTo>
                  <a:lnTo>
                    <a:pt x="3012" y="2647"/>
                  </a:lnTo>
                  <a:lnTo>
                    <a:pt x="3008" y="2604"/>
                  </a:lnTo>
                  <a:lnTo>
                    <a:pt x="3007" y="2562"/>
                  </a:lnTo>
                  <a:lnTo>
                    <a:pt x="3008" y="2520"/>
                  </a:lnTo>
                  <a:lnTo>
                    <a:pt x="3012" y="2478"/>
                  </a:lnTo>
                  <a:lnTo>
                    <a:pt x="3018" y="2438"/>
                  </a:lnTo>
                  <a:lnTo>
                    <a:pt x="3026" y="2400"/>
                  </a:lnTo>
                  <a:lnTo>
                    <a:pt x="3036" y="2363"/>
                  </a:lnTo>
                  <a:lnTo>
                    <a:pt x="3048" y="2329"/>
                  </a:lnTo>
                  <a:lnTo>
                    <a:pt x="3062" y="2296"/>
                  </a:lnTo>
                  <a:lnTo>
                    <a:pt x="3077" y="2267"/>
                  </a:lnTo>
                  <a:lnTo>
                    <a:pt x="3095" y="2240"/>
                  </a:lnTo>
                  <a:lnTo>
                    <a:pt x="3113" y="2215"/>
                  </a:lnTo>
                  <a:lnTo>
                    <a:pt x="3133" y="2194"/>
                  </a:lnTo>
                  <a:lnTo>
                    <a:pt x="3154" y="2176"/>
                  </a:lnTo>
                  <a:lnTo>
                    <a:pt x="3176" y="2162"/>
                  </a:lnTo>
                  <a:lnTo>
                    <a:pt x="3198" y="2152"/>
                  </a:lnTo>
                  <a:lnTo>
                    <a:pt x="3222" y="2146"/>
                  </a:lnTo>
                  <a:lnTo>
                    <a:pt x="3246" y="214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8460" name="Freeform 56"/>
            <p:cNvSpPr>
              <a:spLocks/>
            </p:cNvSpPr>
            <p:nvPr/>
          </p:nvSpPr>
          <p:spPr bwMode="auto">
            <a:xfrm>
              <a:off x="1267" y="1588"/>
              <a:ext cx="87" cy="52"/>
            </a:xfrm>
            <a:custGeom>
              <a:avLst/>
              <a:gdLst>
                <a:gd name="T0" fmla="*/ 3 w 437"/>
                <a:gd name="T1" fmla="*/ 2 h 260"/>
                <a:gd name="T2" fmla="*/ 3 w 437"/>
                <a:gd name="T3" fmla="*/ 2 h 260"/>
                <a:gd name="T4" fmla="*/ 3 w 437"/>
                <a:gd name="T5" fmla="*/ 2 h 260"/>
                <a:gd name="T6" fmla="*/ 3 w 437"/>
                <a:gd name="T7" fmla="*/ 2 h 260"/>
                <a:gd name="T8" fmla="*/ 3 w 437"/>
                <a:gd name="T9" fmla="*/ 1 h 260"/>
                <a:gd name="T10" fmla="*/ 3 w 437"/>
                <a:gd name="T11" fmla="*/ 1 h 260"/>
                <a:gd name="T12" fmla="*/ 3 w 437"/>
                <a:gd name="T13" fmla="*/ 1 h 260"/>
                <a:gd name="T14" fmla="*/ 3 w 437"/>
                <a:gd name="T15" fmla="*/ 1 h 260"/>
                <a:gd name="T16" fmla="*/ 3 w 437"/>
                <a:gd name="T17" fmla="*/ 1 h 260"/>
                <a:gd name="T18" fmla="*/ 2 w 437"/>
                <a:gd name="T19" fmla="*/ 1 h 260"/>
                <a:gd name="T20" fmla="*/ 2 w 437"/>
                <a:gd name="T21" fmla="*/ 0 h 260"/>
                <a:gd name="T22" fmla="*/ 2 w 437"/>
                <a:gd name="T23" fmla="*/ 0 h 260"/>
                <a:gd name="T24" fmla="*/ 2 w 437"/>
                <a:gd name="T25" fmla="*/ 0 h 260"/>
                <a:gd name="T26" fmla="*/ 1 w 437"/>
                <a:gd name="T27" fmla="*/ 0 h 260"/>
                <a:gd name="T28" fmla="*/ 1 w 437"/>
                <a:gd name="T29" fmla="*/ 0 h 260"/>
                <a:gd name="T30" fmla="*/ 1 w 437"/>
                <a:gd name="T31" fmla="*/ 0 h 260"/>
                <a:gd name="T32" fmla="*/ 0 w 437"/>
                <a:gd name="T33" fmla="*/ 0 h 260"/>
                <a:gd name="T34" fmla="*/ 0 w 437"/>
                <a:gd name="T35" fmla="*/ 0 h 260"/>
                <a:gd name="T36" fmla="*/ 0 w 437"/>
                <a:gd name="T37" fmla="*/ 0 h 260"/>
                <a:gd name="T38" fmla="*/ 0 w 437"/>
                <a:gd name="T39" fmla="*/ 0 h 260"/>
                <a:gd name="T40" fmla="*/ 1 w 437"/>
                <a:gd name="T41" fmla="*/ 0 h 260"/>
                <a:gd name="T42" fmla="*/ 1 w 437"/>
                <a:gd name="T43" fmla="*/ 0 h 260"/>
                <a:gd name="T44" fmla="*/ 1 w 437"/>
                <a:gd name="T45" fmla="*/ 0 h 260"/>
                <a:gd name="T46" fmla="*/ 2 w 437"/>
                <a:gd name="T47" fmla="*/ 0 h 260"/>
                <a:gd name="T48" fmla="*/ 2 w 437"/>
                <a:gd name="T49" fmla="*/ 0 h 260"/>
                <a:gd name="T50" fmla="*/ 2 w 437"/>
                <a:gd name="T51" fmla="*/ 1 h 260"/>
                <a:gd name="T52" fmla="*/ 2 w 437"/>
                <a:gd name="T53" fmla="*/ 1 h 260"/>
                <a:gd name="T54" fmla="*/ 3 w 437"/>
                <a:gd name="T55" fmla="*/ 1 h 260"/>
                <a:gd name="T56" fmla="*/ 3 w 437"/>
                <a:gd name="T57" fmla="*/ 1 h 260"/>
                <a:gd name="T58" fmla="*/ 3 w 437"/>
                <a:gd name="T59" fmla="*/ 1 h 260"/>
                <a:gd name="T60" fmla="*/ 3 w 437"/>
                <a:gd name="T61" fmla="*/ 1 h 260"/>
                <a:gd name="T62" fmla="*/ 3 w 437"/>
                <a:gd name="T63" fmla="*/ 1 h 260"/>
                <a:gd name="T64" fmla="*/ 3 w 437"/>
                <a:gd name="T65" fmla="*/ 2 h 260"/>
                <a:gd name="T66" fmla="*/ 3 w 437"/>
                <a:gd name="T67" fmla="*/ 2 h 260"/>
                <a:gd name="T68" fmla="*/ 3 w 437"/>
                <a:gd name="T69" fmla="*/ 2 h 260"/>
                <a:gd name="T70" fmla="*/ 3 w 437"/>
                <a:gd name="T71" fmla="*/ 2 h 260"/>
                <a:gd name="T72" fmla="*/ 3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437" y="260"/>
                  </a:moveTo>
                  <a:lnTo>
                    <a:pt x="437" y="260"/>
                  </a:lnTo>
                  <a:lnTo>
                    <a:pt x="434" y="233"/>
                  </a:lnTo>
                  <a:lnTo>
                    <a:pt x="427" y="206"/>
                  </a:lnTo>
                  <a:lnTo>
                    <a:pt x="417" y="181"/>
                  </a:lnTo>
                  <a:lnTo>
                    <a:pt x="401" y="157"/>
                  </a:lnTo>
                  <a:lnTo>
                    <a:pt x="383" y="133"/>
                  </a:lnTo>
                  <a:lnTo>
                    <a:pt x="360" y="113"/>
                  </a:lnTo>
                  <a:lnTo>
                    <a:pt x="336" y="93"/>
                  </a:lnTo>
                  <a:lnTo>
                    <a:pt x="308" y="73"/>
                  </a:lnTo>
                  <a:lnTo>
                    <a:pt x="276" y="58"/>
                  </a:lnTo>
                  <a:lnTo>
                    <a:pt x="242" y="43"/>
                  </a:lnTo>
                  <a:lnTo>
                    <a:pt x="207" y="30"/>
                  </a:lnTo>
                  <a:lnTo>
                    <a:pt x="168" y="19"/>
                  </a:lnTo>
                  <a:lnTo>
                    <a:pt x="128" y="11"/>
                  </a:lnTo>
                  <a:lnTo>
                    <a:pt x="87" y="4"/>
                  </a:lnTo>
                  <a:lnTo>
                    <a:pt x="43" y="1"/>
                  </a:lnTo>
                  <a:lnTo>
                    <a:pt x="0" y="0"/>
                  </a:lnTo>
                  <a:lnTo>
                    <a:pt x="0" y="11"/>
                  </a:lnTo>
                  <a:lnTo>
                    <a:pt x="43" y="12"/>
                  </a:lnTo>
                  <a:lnTo>
                    <a:pt x="85" y="16"/>
                  </a:lnTo>
                  <a:lnTo>
                    <a:pt x="126" y="23"/>
                  </a:lnTo>
                  <a:lnTo>
                    <a:pt x="166" y="31"/>
                  </a:lnTo>
                  <a:lnTo>
                    <a:pt x="202" y="42"/>
                  </a:lnTo>
                  <a:lnTo>
                    <a:pt x="237" y="55"/>
                  </a:lnTo>
                  <a:lnTo>
                    <a:pt x="271" y="70"/>
                  </a:lnTo>
                  <a:lnTo>
                    <a:pt x="301" y="85"/>
                  </a:lnTo>
                  <a:lnTo>
                    <a:pt x="329" y="103"/>
                  </a:lnTo>
                  <a:lnTo>
                    <a:pt x="353" y="123"/>
                  </a:lnTo>
                  <a:lnTo>
                    <a:pt x="373" y="143"/>
                  </a:lnTo>
                  <a:lnTo>
                    <a:pt x="392" y="164"/>
                  </a:lnTo>
                  <a:lnTo>
                    <a:pt x="405" y="186"/>
                  </a:lnTo>
                  <a:lnTo>
                    <a:pt x="415" y="211"/>
                  </a:lnTo>
                  <a:lnTo>
                    <a:pt x="422" y="235"/>
                  </a:lnTo>
                  <a:lnTo>
                    <a:pt x="425" y="260"/>
                  </a:lnTo>
                  <a:lnTo>
                    <a:pt x="437"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8461" name="Freeform 57"/>
            <p:cNvSpPr>
              <a:spLocks/>
            </p:cNvSpPr>
            <p:nvPr/>
          </p:nvSpPr>
          <p:spPr bwMode="auto">
            <a:xfrm>
              <a:off x="1267" y="1640"/>
              <a:ext cx="87" cy="52"/>
            </a:xfrm>
            <a:custGeom>
              <a:avLst/>
              <a:gdLst>
                <a:gd name="T0" fmla="*/ 0 w 437"/>
                <a:gd name="T1" fmla="*/ 2 h 260"/>
                <a:gd name="T2" fmla="*/ 0 w 437"/>
                <a:gd name="T3" fmla="*/ 2 h 260"/>
                <a:gd name="T4" fmla="*/ 0 w 437"/>
                <a:gd name="T5" fmla="*/ 2 h 260"/>
                <a:gd name="T6" fmla="*/ 1 w 437"/>
                <a:gd name="T7" fmla="*/ 2 h 260"/>
                <a:gd name="T8" fmla="*/ 1 w 437"/>
                <a:gd name="T9" fmla="*/ 2 h 260"/>
                <a:gd name="T10" fmla="*/ 1 w 437"/>
                <a:gd name="T11" fmla="*/ 2 h 260"/>
                <a:gd name="T12" fmla="*/ 2 w 437"/>
                <a:gd name="T13" fmla="*/ 2 h 260"/>
                <a:gd name="T14" fmla="*/ 2 w 437"/>
                <a:gd name="T15" fmla="*/ 2 h 260"/>
                <a:gd name="T16" fmla="*/ 2 w 437"/>
                <a:gd name="T17" fmla="*/ 2 h 260"/>
                <a:gd name="T18" fmla="*/ 2 w 437"/>
                <a:gd name="T19" fmla="*/ 1 h 260"/>
                <a:gd name="T20" fmla="*/ 3 w 437"/>
                <a:gd name="T21" fmla="*/ 1 h 260"/>
                <a:gd name="T22" fmla="*/ 3 w 437"/>
                <a:gd name="T23" fmla="*/ 1 h 260"/>
                <a:gd name="T24" fmla="*/ 3 w 437"/>
                <a:gd name="T25" fmla="*/ 1 h 260"/>
                <a:gd name="T26" fmla="*/ 3 w 437"/>
                <a:gd name="T27" fmla="*/ 1 h 260"/>
                <a:gd name="T28" fmla="*/ 3 w 437"/>
                <a:gd name="T29" fmla="*/ 1 h 260"/>
                <a:gd name="T30" fmla="*/ 3 w 437"/>
                <a:gd name="T31" fmla="*/ 0 h 260"/>
                <a:gd name="T32" fmla="*/ 3 w 437"/>
                <a:gd name="T33" fmla="*/ 0 h 260"/>
                <a:gd name="T34" fmla="*/ 3 w 437"/>
                <a:gd name="T35" fmla="*/ 0 h 260"/>
                <a:gd name="T36" fmla="*/ 3 w 437"/>
                <a:gd name="T37" fmla="*/ 0 h 260"/>
                <a:gd name="T38" fmla="*/ 3 w 437"/>
                <a:gd name="T39" fmla="*/ 0 h 260"/>
                <a:gd name="T40" fmla="*/ 3 w 437"/>
                <a:gd name="T41" fmla="*/ 0 h 260"/>
                <a:gd name="T42" fmla="*/ 3 w 437"/>
                <a:gd name="T43" fmla="*/ 1 h 260"/>
                <a:gd name="T44" fmla="*/ 3 w 437"/>
                <a:gd name="T45" fmla="*/ 1 h 260"/>
                <a:gd name="T46" fmla="*/ 3 w 437"/>
                <a:gd name="T47" fmla="*/ 1 h 260"/>
                <a:gd name="T48" fmla="*/ 3 w 437"/>
                <a:gd name="T49" fmla="*/ 1 h 260"/>
                <a:gd name="T50" fmla="*/ 3 w 437"/>
                <a:gd name="T51" fmla="*/ 1 h 260"/>
                <a:gd name="T52" fmla="*/ 2 w 437"/>
                <a:gd name="T53" fmla="*/ 1 h 260"/>
                <a:gd name="T54" fmla="*/ 2 w 437"/>
                <a:gd name="T55" fmla="*/ 2 h 260"/>
                <a:gd name="T56" fmla="*/ 2 w 437"/>
                <a:gd name="T57" fmla="*/ 2 h 260"/>
                <a:gd name="T58" fmla="*/ 2 w 437"/>
                <a:gd name="T59" fmla="*/ 2 h 260"/>
                <a:gd name="T60" fmla="*/ 1 w 437"/>
                <a:gd name="T61" fmla="*/ 2 h 260"/>
                <a:gd name="T62" fmla="*/ 1 w 437"/>
                <a:gd name="T63" fmla="*/ 2 h 260"/>
                <a:gd name="T64" fmla="*/ 1 w 437"/>
                <a:gd name="T65" fmla="*/ 2 h 260"/>
                <a:gd name="T66" fmla="*/ 0 w 437"/>
                <a:gd name="T67" fmla="*/ 2 h 260"/>
                <a:gd name="T68" fmla="*/ 0 w 437"/>
                <a:gd name="T69" fmla="*/ 2 h 260"/>
                <a:gd name="T70" fmla="*/ 0 w 437"/>
                <a:gd name="T71" fmla="*/ 2 h 260"/>
                <a:gd name="T72" fmla="*/ 0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0" y="260"/>
                  </a:moveTo>
                  <a:lnTo>
                    <a:pt x="0" y="260"/>
                  </a:lnTo>
                  <a:lnTo>
                    <a:pt x="43" y="259"/>
                  </a:lnTo>
                  <a:lnTo>
                    <a:pt x="87" y="255"/>
                  </a:lnTo>
                  <a:lnTo>
                    <a:pt x="128" y="248"/>
                  </a:lnTo>
                  <a:lnTo>
                    <a:pt x="168" y="240"/>
                  </a:lnTo>
                  <a:lnTo>
                    <a:pt x="207" y="230"/>
                  </a:lnTo>
                  <a:lnTo>
                    <a:pt x="242" y="217"/>
                  </a:lnTo>
                  <a:lnTo>
                    <a:pt x="276" y="202"/>
                  </a:lnTo>
                  <a:lnTo>
                    <a:pt x="308" y="185"/>
                  </a:lnTo>
                  <a:lnTo>
                    <a:pt x="336" y="166"/>
                  </a:lnTo>
                  <a:lnTo>
                    <a:pt x="360" y="146"/>
                  </a:lnTo>
                  <a:lnTo>
                    <a:pt x="383" y="125"/>
                  </a:lnTo>
                  <a:lnTo>
                    <a:pt x="401" y="102"/>
                  </a:lnTo>
                  <a:lnTo>
                    <a:pt x="417" y="77"/>
                  </a:lnTo>
                  <a:lnTo>
                    <a:pt x="427" y="53"/>
                  </a:lnTo>
                  <a:lnTo>
                    <a:pt x="434" y="27"/>
                  </a:lnTo>
                  <a:lnTo>
                    <a:pt x="437" y="0"/>
                  </a:lnTo>
                  <a:lnTo>
                    <a:pt x="425" y="0"/>
                  </a:lnTo>
                  <a:lnTo>
                    <a:pt x="422" y="24"/>
                  </a:lnTo>
                  <a:lnTo>
                    <a:pt x="415" y="48"/>
                  </a:lnTo>
                  <a:lnTo>
                    <a:pt x="405" y="73"/>
                  </a:lnTo>
                  <a:lnTo>
                    <a:pt x="392" y="95"/>
                  </a:lnTo>
                  <a:lnTo>
                    <a:pt x="373" y="116"/>
                  </a:lnTo>
                  <a:lnTo>
                    <a:pt x="353" y="137"/>
                  </a:lnTo>
                  <a:lnTo>
                    <a:pt x="329" y="157"/>
                  </a:lnTo>
                  <a:lnTo>
                    <a:pt x="301" y="173"/>
                  </a:lnTo>
                  <a:lnTo>
                    <a:pt x="271" y="190"/>
                  </a:lnTo>
                  <a:lnTo>
                    <a:pt x="237" y="205"/>
                  </a:lnTo>
                  <a:lnTo>
                    <a:pt x="202" y="218"/>
                  </a:lnTo>
                  <a:lnTo>
                    <a:pt x="166" y="228"/>
                  </a:lnTo>
                  <a:lnTo>
                    <a:pt x="126" y="237"/>
                  </a:lnTo>
                  <a:lnTo>
                    <a:pt x="85" y="244"/>
                  </a:lnTo>
                  <a:lnTo>
                    <a:pt x="43" y="247"/>
                  </a:lnTo>
                  <a:lnTo>
                    <a:pt x="0" y="248"/>
                  </a:lnTo>
                  <a:lnTo>
                    <a:pt x="0"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8462" name="Freeform 58"/>
            <p:cNvSpPr>
              <a:spLocks/>
            </p:cNvSpPr>
            <p:nvPr/>
          </p:nvSpPr>
          <p:spPr bwMode="auto">
            <a:xfrm>
              <a:off x="1179" y="1640"/>
              <a:ext cx="88" cy="52"/>
            </a:xfrm>
            <a:custGeom>
              <a:avLst/>
              <a:gdLst>
                <a:gd name="T0" fmla="*/ 0 w 439"/>
                <a:gd name="T1" fmla="*/ 0 h 260"/>
                <a:gd name="T2" fmla="*/ 0 w 439"/>
                <a:gd name="T3" fmla="*/ 0 h 260"/>
                <a:gd name="T4" fmla="*/ 0 w 439"/>
                <a:gd name="T5" fmla="*/ 0 h 260"/>
                <a:gd name="T6" fmla="*/ 0 w 439"/>
                <a:gd name="T7" fmla="*/ 0 h 260"/>
                <a:gd name="T8" fmla="*/ 0 w 439"/>
                <a:gd name="T9" fmla="*/ 1 h 260"/>
                <a:gd name="T10" fmla="*/ 0 w 439"/>
                <a:gd name="T11" fmla="*/ 1 h 260"/>
                <a:gd name="T12" fmla="*/ 0 w 439"/>
                <a:gd name="T13" fmla="*/ 1 h 260"/>
                <a:gd name="T14" fmla="*/ 1 w 439"/>
                <a:gd name="T15" fmla="*/ 1 h 260"/>
                <a:gd name="T16" fmla="*/ 1 w 439"/>
                <a:gd name="T17" fmla="*/ 1 h 260"/>
                <a:gd name="T18" fmla="*/ 1 w 439"/>
                <a:gd name="T19" fmla="*/ 1 h 260"/>
                <a:gd name="T20" fmla="*/ 1 w 439"/>
                <a:gd name="T21" fmla="*/ 2 h 260"/>
                <a:gd name="T22" fmla="*/ 2 w 439"/>
                <a:gd name="T23" fmla="*/ 2 h 260"/>
                <a:gd name="T24" fmla="*/ 2 w 439"/>
                <a:gd name="T25" fmla="*/ 2 h 260"/>
                <a:gd name="T26" fmla="*/ 2 w 439"/>
                <a:gd name="T27" fmla="*/ 2 h 260"/>
                <a:gd name="T28" fmla="*/ 2 w 439"/>
                <a:gd name="T29" fmla="*/ 2 h 260"/>
                <a:gd name="T30" fmla="*/ 3 w 439"/>
                <a:gd name="T31" fmla="*/ 2 h 260"/>
                <a:gd name="T32" fmla="*/ 3 w 439"/>
                <a:gd name="T33" fmla="*/ 2 h 260"/>
                <a:gd name="T34" fmla="*/ 4 w 439"/>
                <a:gd name="T35" fmla="*/ 2 h 260"/>
                <a:gd name="T36" fmla="*/ 4 w 439"/>
                <a:gd name="T37" fmla="*/ 2 h 260"/>
                <a:gd name="T38" fmla="*/ 3 w 439"/>
                <a:gd name="T39" fmla="*/ 2 h 260"/>
                <a:gd name="T40" fmla="*/ 3 w 439"/>
                <a:gd name="T41" fmla="*/ 2 h 260"/>
                <a:gd name="T42" fmla="*/ 3 w 439"/>
                <a:gd name="T43" fmla="*/ 2 h 260"/>
                <a:gd name="T44" fmla="*/ 2 w 439"/>
                <a:gd name="T45" fmla="*/ 2 h 260"/>
                <a:gd name="T46" fmla="*/ 2 w 439"/>
                <a:gd name="T47" fmla="*/ 2 h 260"/>
                <a:gd name="T48" fmla="*/ 2 w 439"/>
                <a:gd name="T49" fmla="*/ 2 h 260"/>
                <a:gd name="T50" fmla="*/ 1 w 439"/>
                <a:gd name="T51" fmla="*/ 2 h 260"/>
                <a:gd name="T52" fmla="*/ 1 w 439"/>
                <a:gd name="T53" fmla="*/ 1 h 260"/>
                <a:gd name="T54" fmla="*/ 1 w 439"/>
                <a:gd name="T55" fmla="*/ 1 h 260"/>
                <a:gd name="T56" fmla="*/ 1 w 439"/>
                <a:gd name="T57" fmla="*/ 1 h 260"/>
                <a:gd name="T58" fmla="*/ 1 w 439"/>
                <a:gd name="T59" fmla="*/ 1 h 260"/>
                <a:gd name="T60" fmla="*/ 0 w 439"/>
                <a:gd name="T61" fmla="*/ 1 h 260"/>
                <a:gd name="T62" fmla="*/ 0 w 439"/>
                <a:gd name="T63" fmla="*/ 1 h 260"/>
                <a:gd name="T64" fmla="*/ 0 w 439"/>
                <a:gd name="T65" fmla="*/ 0 h 260"/>
                <a:gd name="T66" fmla="*/ 0 w 439"/>
                <a:gd name="T67" fmla="*/ 0 h 260"/>
                <a:gd name="T68" fmla="*/ 0 w 439"/>
                <a:gd name="T69" fmla="*/ 0 h 260"/>
                <a:gd name="T70" fmla="*/ 0 w 439"/>
                <a:gd name="T71" fmla="*/ 0 h 260"/>
                <a:gd name="T72" fmla="*/ 0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0" y="0"/>
                  </a:moveTo>
                  <a:lnTo>
                    <a:pt x="0" y="0"/>
                  </a:lnTo>
                  <a:lnTo>
                    <a:pt x="3" y="27"/>
                  </a:lnTo>
                  <a:lnTo>
                    <a:pt x="10" y="53"/>
                  </a:lnTo>
                  <a:lnTo>
                    <a:pt x="20" y="77"/>
                  </a:lnTo>
                  <a:lnTo>
                    <a:pt x="35" y="102"/>
                  </a:lnTo>
                  <a:lnTo>
                    <a:pt x="54" y="125"/>
                  </a:lnTo>
                  <a:lnTo>
                    <a:pt x="76" y="146"/>
                  </a:lnTo>
                  <a:lnTo>
                    <a:pt x="102" y="166"/>
                  </a:lnTo>
                  <a:lnTo>
                    <a:pt x="130" y="185"/>
                  </a:lnTo>
                  <a:lnTo>
                    <a:pt x="162" y="202"/>
                  </a:lnTo>
                  <a:lnTo>
                    <a:pt x="195" y="217"/>
                  </a:lnTo>
                  <a:lnTo>
                    <a:pt x="231" y="230"/>
                  </a:lnTo>
                  <a:lnTo>
                    <a:pt x="270" y="240"/>
                  </a:lnTo>
                  <a:lnTo>
                    <a:pt x="310" y="248"/>
                  </a:lnTo>
                  <a:lnTo>
                    <a:pt x="351" y="255"/>
                  </a:lnTo>
                  <a:lnTo>
                    <a:pt x="395" y="259"/>
                  </a:lnTo>
                  <a:lnTo>
                    <a:pt x="439" y="260"/>
                  </a:lnTo>
                  <a:lnTo>
                    <a:pt x="439" y="248"/>
                  </a:lnTo>
                  <a:lnTo>
                    <a:pt x="395" y="247"/>
                  </a:lnTo>
                  <a:lnTo>
                    <a:pt x="353" y="244"/>
                  </a:lnTo>
                  <a:lnTo>
                    <a:pt x="312" y="237"/>
                  </a:lnTo>
                  <a:lnTo>
                    <a:pt x="272" y="228"/>
                  </a:lnTo>
                  <a:lnTo>
                    <a:pt x="236" y="218"/>
                  </a:lnTo>
                  <a:lnTo>
                    <a:pt x="200" y="205"/>
                  </a:lnTo>
                  <a:lnTo>
                    <a:pt x="167" y="190"/>
                  </a:lnTo>
                  <a:lnTo>
                    <a:pt x="137" y="173"/>
                  </a:lnTo>
                  <a:lnTo>
                    <a:pt x="109" y="157"/>
                  </a:lnTo>
                  <a:lnTo>
                    <a:pt x="84" y="137"/>
                  </a:lnTo>
                  <a:lnTo>
                    <a:pt x="64" y="116"/>
                  </a:lnTo>
                  <a:lnTo>
                    <a:pt x="45" y="95"/>
                  </a:lnTo>
                  <a:lnTo>
                    <a:pt x="32" y="73"/>
                  </a:lnTo>
                  <a:lnTo>
                    <a:pt x="21" y="48"/>
                  </a:lnTo>
                  <a:lnTo>
                    <a:pt x="14" y="24"/>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8463" name="Freeform 59"/>
            <p:cNvSpPr>
              <a:spLocks/>
            </p:cNvSpPr>
            <p:nvPr/>
          </p:nvSpPr>
          <p:spPr bwMode="auto">
            <a:xfrm>
              <a:off x="1179" y="1588"/>
              <a:ext cx="88" cy="52"/>
            </a:xfrm>
            <a:custGeom>
              <a:avLst/>
              <a:gdLst>
                <a:gd name="T0" fmla="*/ 4 w 439"/>
                <a:gd name="T1" fmla="*/ 0 h 260"/>
                <a:gd name="T2" fmla="*/ 4 w 439"/>
                <a:gd name="T3" fmla="*/ 0 h 260"/>
                <a:gd name="T4" fmla="*/ 3 w 439"/>
                <a:gd name="T5" fmla="*/ 0 h 260"/>
                <a:gd name="T6" fmla="*/ 3 w 439"/>
                <a:gd name="T7" fmla="*/ 0 h 260"/>
                <a:gd name="T8" fmla="*/ 2 w 439"/>
                <a:gd name="T9" fmla="*/ 0 h 260"/>
                <a:gd name="T10" fmla="*/ 2 w 439"/>
                <a:gd name="T11" fmla="*/ 0 h 260"/>
                <a:gd name="T12" fmla="*/ 2 w 439"/>
                <a:gd name="T13" fmla="*/ 0 h 260"/>
                <a:gd name="T14" fmla="*/ 2 w 439"/>
                <a:gd name="T15" fmla="*/ 0 h 260"/>
                <a:gd name="T16" fmla="*/ 1 w 439"/>
                <a:gd name="T17" fmla="*/ 0 h 260"/>
                <a:gd name="T18" fmla="*/ 1 w 439"/>
                <a:gd name="T19" fmla="*/ 1 h 260"/>
                <a:gd name="T20" fmla="*/ 1 w 439"/>
                <a:gd name="T21" fmla="*/ 1 h 260"/>
                <a:gd name="T22" fmla="*/ 1 w 439"/>
                <a:gd name="T23" fmla="*/ 1 h 260"/>
                <a:gd name="T24" fmla="*/ 0 w 439"/>
                <a:gd name="T25" fmla="*/ 1 h 260"/>
                <a:gd name="T26" fmla="*/ 0 w 439"/>
                <a:gd name="T27" fmla="*/ 1 h 260"/>
                <a:gd name="T28" fmla="*/ 0 w 439"/>
                <a:gd name="T29" fmla="*/ 1 h 260"/>
                <a:gd name="T30" fmla="*/ 0 w 439"/>
                <a:gd name="T31" fmla="*/ 2 h 260"/>
                <a:gd name="T32" fmla="*/ 0 w 439"/>
                <a:gd name="T33" fmla="*/ 2 h 260"/>
                <a:gd name="T34" fmla="*/ 0 w 439"/>
                <a:gd name="T35" fmla="*/ 2 h 260"/>
                <a:gd name="T36" fmla="*/ 0 w 439"/>
                <a:gd name="T37" fmla="*/ 2 h 260"/>
                <a:gd name="T38" fmla="*/ 0 w 439"/>
                <a:gd name="T39" fmla="*/ 2 h 260"/>
                <a:gd name="T40" fmla="*/ 0 w 439"/>
                <a:gd name="T41" fmla="*/ 2 h 260"/>
                <a:gd name="T42" fmla="*/ 0 w 439"/>
                <a:gd name="T43" fmla="*/ 1 h 260"/>
                <a:gd name="T44" fmla="*/ 0 w 439"/>
                <a:gd name="T45" fmla="*/ 1 h 260"/>
                <a:gd name="T46" fmla="*/ 1 w 439"/>
                <a:gd name="T47" fmla="*/ 1 h 260"/>
                <a:gd name="T48" fmla="*/ 1 w 439"/>
                <a:gd name="T49" fmla="*/ 1 h 260"/>
                <a:gd name="T50" fmla="*/ 1 w 439"/>
                <a:gd name="T51" fmla="*/ 1 h 260"/>
                <a:gd name="T52" fmla="*/ 1 w 439"/>
                <a:gd name="T53" fmla="*/ 1 h 260"/>
                <a:gd name="T54" fmla="*/ 1 w 439"/>
                <a:gd name="T55" fmla="*/ 1 h 260"/>
                <a:gd name="T56" fmla="*/ 2 w 439"/>
                <a:gd name="T57" fmla="*/ 0 h 260"/>
                <a:gd name="T58" fmla="*/ 2 w 439"/>
                <a:gd name="T59" fmla="*/ 0 h 260"/>
                <a:gd name="T60" fmla="*/ 2 w 439"/>
                <a:gd name="T61" fmla="*/ 0 h 260"/>
                <a:gd name="T62" fmla="*/ 3 w 439"/>
                <a:gd name="T63" fmla="*/ 0 h 260"/>
                <a:gd name="T64" fmla="*/ 3 w 439"/>
                <a:gd name="T65" fmla="*/ 0 h 260"/>
                <a:gd name="T66" fmla="*/ 3 w 439"/>
                <a:gd name="T67" fmla="*/ 0 h 260"/>
                <a:gd name="T68" fmla="*/ 4 w 439"/>
                <a:gd name="T69" fmla="*/ 0 h 260"/>
                <a:gd name="T70" fmla="*/ 4 w 439"/>
                <a:gd name="T71" fmla="*/ 0 h 260"/>
                <a:gd name="T72" fmla="*/ 4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439" y="0"/>
                  </a:moveTo>
                  <a:lnTo>
                    <a:pt x="439" y="0"/>
                  </a:lnTo>
                  <a:lnTo>
                    <a:pt x="395" y="1"/>
                  </a:lnTo>
                  <a:lnTo>
                    <a:pt x="351" y="4"/>
                  </a:lnTo>
                  <a:lnTo>
                    <a:pt x="310" y="11"/>
                  </a:lnTo>
                  <a:lnTo>
                    <a:pt x="270" y="19"/>
                  </a:lnTo>
                  <a:lnTo>
                    <a:pt x="231" y="30"/>
                  </a:lnTo>
                  <a:lnTo>
                    <a:pt x="195" y="43"/>
                  </a:lnTo>
                  <a:lnTo>
                    <a:pt x="162" y="58"/>
                  </a:lnTo>
                  <a:lnTo>
                    <a:pt x="130" y="73"/>
                  </a:lnTo>
                  <a:lnTo>
                    <a:pt x="102" y="93"/>
                  </a:lnTo>
                  <a:lnTo>
                    <a:pt x="76" y="113"/>
                  </a:lnTo>
                  <a:lnTo>
                    <a:pt x="54" y="133"/>
                  </a:lnTo>
                  <a:lnTo>
                    <a:pt x="35" y="157"/>
                  </a:lnTo>
                  <a:lnTo>
                    <a:pt x="20" y="181"/>
                  </a:lnTo>
                  <a:lnTo>
                    <a:pt x="10" y="206"/>
                  </a:lnTo>
                  <a:lnTo>
                    <a:pt x="3" y="233"/>
                  </a:lnTo>
                  <a:lnTo>
                    <a:pt x="0" y="260"/>
                  </a:lnTo>
                  <a:lnTo>
                    <a:pt x="12" y="260"/>
                  </a:lnTo>
                  <a:lnTo>
                    <a:pt x="14" y="235"/>
                  </a:lnTo>
                  <a:lnTo>
                    <a:pt x="21" y="211"/>
                  </a:lnTo>
                  <a:lnTo>
                    <a:pt x="32" y="186"/>
                  </a:lnTo>
                  <a:lnTo>
                    <a:pt x="45" y="164"/>
                  </a:lnTo>
                  <a:lnTo>
                    <a:pt x="64" y="143"/>
                  </a:lnTo>
                  <a:lnTo>
                    <a:pt x="84" y="123"/>
                  </a:lnTo>
                  <a:lnTo>
                    <a:pt x="109" y="103"/>
                  </a:lnTo>
                  <a:lnTo>
                    <a:pt x="137" y="85"/>
                  </a:lnTo>
                  <a:lnTo>
                    <a:pt x="167" y="70"/>
                  </a:lnTo>
                  <a:lnTo>
                    <a:pt x="200" y="55"/>
                  </a:lnTo>
                  <a:lnTo>
                    <a:pt x="236" y="42"/>
                  </a:lnTo>
                  <a:lnTo>
                    <a:pt x="272" y="31"/>
                  </a:lnTo>
                  <a:lnTo>
                    <a:pt x="312" y="23"/>
                  </a:lnTo>
                  <a:lnTo>
                    <a:pt x="353" y="16"/>
                  </a:lnTo>
                  <a:lnTo>
                    <a:pt x="395" y="12"/>
                  </a:lnTo>
                  <a:lnTo>
                    <a:pt x="439" y="11"/>
                  </a:lnTo>
                  <a:lnTo>
                    <a:pt x="439"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8464" name="Freeform 60"/>
            <p:cNvSpPr>
              <a:spLocks/>
            </p:cNvSpPr>
            <p:nvPr/>
          </p:nvSpPr>
          <p:spPr bwMode="auto">
            <a:xfrm>
              <a:off x="964" y="1745"/>
              <a:ext cx="48" cy="85"/>
            </a:xfrm>
            <a:custGeom>
              <a:avLst/>
              <a:gdLst>
                <a:gd name="T0" fmla="*/ 2 w 244"/>
                <a:gd name="T1" fmla="*/ 3 h 426"/>
                <a:gd name="T2" fmla="*/ 2 w 244"/>
                <a:gd name="T3" fmla="*/ 3 h 426"/>
                <a:gd name="T4" fmla="*/ 2 w 244"/>
                <a:gd name="T5" fmla="*/ 3 h 426"/>
                <a:gd name="T6" fmla="*/ 2 w 244"/>
                <a:gd name="T7" fmla="*/ 3 h 426"/>
                <a:gd name="T8" fmla="*/ 2 w 244"/>
                <a:gd name="T9" fmla="*/ 2 h 426"/>
                <a:gd name="T10" fmla="*/ 2 w 244"/>
                <a:gd name="T11" fmla="*/ 2 h 426"/>
                <a:gd name="T12" fmla="*/ 2 w 244"/>
                <a:gd name="T13" fmla="*/ 2 h 426"/>
                <a:gd name="T14" fmla="*/ 2 w 244"/>
                <a:gd name="T15" fmla="*/ 2 h 426"/>
                <a:gd name="T16" fmla="*/ 1 w 244"/>
                <a:gd name="T17" fmla="*/ 1 h 426"/>
                <a:gd name="T18" fmla="*/ 1 w 244"/>
                <a:gd name="T19" fmla="*/ 1 h 426"/>
                <a:gd name="T20" fmla="*/ 1 w 244"/>
                <a:gd name="T21" fmla="*/ 1 h 426"/>
                <a:gd name="T22" fmla="*/ 1 w 244"/>
                <a:gd name="T23" fmla="*/ 1 h 426"/>
                <a:gd name="T24" fmla="*/ 1 w 244"/>
                <a:gd name="T25" fmla="*/ 0 h 426"/>
                <a:gd name="T26" fmla="*/ 1 w 244"/>
                <a:gd name="T27" fmla="*/ 0 h 426"/>
                <a:gd name="T28" fmla="*/ 1 w 244"/>
                <a:gd name="T29" fmla="*/ 0 h 426"/>
                <a:gd name="T30" fmla="*/ 0 w 244"/>
                <a:gd name="T31" fmla="*/ 0 h 426"/>
                <a:gd name="T32" fmla="*/ 0 w 244"/>
                <a:gd name="T33" fmla="*/ 0 h 426"/>
                <a:gd name="T34" fmla="*/ 0 w 244"/>
                <a:gd name="T35" fmla="*/ 0 h 426"/>
                <a:gd name="T36" fmla="*/ 0 w 244"/>
                <a:gd name="T37" fmla="*/ 0 h 426"/>
                <a:gd name="T38" fmla="*/ 0 w 244"/>
                <a:gd name="T39" fmla="*/ 0 h 426"/>
                <a:gd name="T40" fmla="*/ 0 w 244"/>
                <a:gd name="T41" fmla="*/ 0 h 426"/>
                <a:gd name="T42" fmla="*/ 1 w 244"/>
                <a:gd name="T43" fmla="*/ 0 h 426"/>
                <a:gd name="T44" fmla="*/ 1 w 244"/>
                <a:gd name="T45" fmla="*/ 0 h 426"/>
                <a:gd name="T46" fmla="*/ 1 w 244"/>
                <a:gd name="T47" fmla="*/ 0 h 426"/>
                <a:gd name="T48" fmla="*/ 1 w 244"/>
                <a:gd name="T49" fmla="*/ 1 h 426"/>
                <a:gd name="T50" fmla="*/ 1 w 244"/>
                <a:gd name="T51" fmla="*/ 1 h 426"/>
                <a:gd name="T52" fmla="*/ 1 w 244"/>
                <a:gd name="T53" fmla="*/ 1 h 426"/>
                <a:gd name="T54" fmla="*/ 1 w 244"/>
                <a:gd name="T55" fmla="*/ 1 h 426"/>
                <a:gd name="T56" fmla="*/ 1 w 244"/>
                <a:gd name="T57" fmla="*/ 2 h 426"/>
                <a:gd name="T58" fmla="*/ 2 w 244"/>
                <a:gd name="T59" fmla="*/ 2 h 426"/>
                <a:gd name="T60" fmla="*/ 2 w 244"/>
                <a:gd name="T61" fmla="*/ 2 h 426"/>
                <a:gd name="T62" fmla="*/ 2 w 244"/>
                <a:gd name="T63" fmla="*/ 2 h 426"/>
                <a:gd name="T64" fmla="*/ 2 w 244"/>
                <a:gd name="T65" fmla="*/ 3 h 426"/>
                <a:gd name="T66" fmla="*/ 2 w 244"/>
                <a:gd name="T67" fmla="*/ 3 h 426"/>
                <a:gd name="T68" fmla="*/ 2 w 244"/>
                <a:gd name="T69" fmla="*/ 3 h 426"/>
                <a:gd name="T70" fmla="*/ 2 w 244"/>
                <a:gd name="T71" fmla="*/ 3 h 426"/>
                <a:gd name="T72" fmla="*/ 2 w 244"/>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6"/>
                <a:gd name="T113" fmla="*/ 244 w 244"/>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6">
                  <a:moveTo>
                    <a:pt x="244" y="426"/>
                  </a:moveTo>
                  <a:lnTo>
                    <a:pt x="244" y="426"/>
                  </a:lnTo>
                  <a:lnTo>
                    <a:pt x="243" y="383"/>
                  </a:lnTo>
                  <a:lnTo>
                    <a:pt x="240" y="340"/>
                  </a:lnTo>
                  <a:lnTo>
                    <a:pt x="234" y="300"/>
                  </a:lnTo>
                  <a:lnTo>
                    <a:pt x="226" y="262"/>
                  </a:lnTo>
                  <a:lnTo>
                    <a:pt x="215" y="224"/>
                  </a:lnTo>
                  <a:lnTo>
                    <a:pt x="203" y="189"/>
                  </a:lnTo>
                  <a:lnTo>
                    <a:pt x="189" y="157"/>
                  </a:lnTo>
                  <a:lnTo>
                    <a:pt x="174" y="126"/>
                  </a:lnTo>
                  <a:lnTo>
                    <a:pt x="155" y="99"/>
                  </a:lnTo>
                  <a:lnTo>
                    <a:pt x="138" y="74"/>
                  </a:lnTo>
                  <a:lnTo>
                    <a:pt x="118" y="52"/>
                  </a:lnTo>
                  <a:lnTo>
                    <a:pt x="96" y="34"/>
                  </a:lnTo>
                  <a:lnTo>
                    <a:pt x="73" y="19"/>
                  </a:lnTo>
                  <a:lnTo>
                    <a:pt x="50" y="8"/>
                  </a:lnTo>
                  <a:lnTo>
                    <a:pt x="25" y="2"/>
                  </a:lnTo>
                  <a:lnTo>
                    <a:pt x="0" y="0"/>
                  </a:lnTo>
                  <a:lnTo>
                    <a:pt x="0" y="12"/>
                  </a:lnTo>
                  <a:lnTo>
                    <a:pt x="23" y="14"/>
                  </a:lnTo>
                  <a:lnTo>
                    <a:pt x="45" y="20"/>
                  </a:lnTo>
                  <a:lnTo>
                    <a:pt x="66" y="31"/>
                  </a:lnTo>
                  <a:lnTo>
                    <a:pt x="89" y="43"/>
                  </a:lnTo>
                  <a:lnTo>
                    <a:pt x="109" y="61"/>
                  </a:lnTo>
                  <a:lnTo>
                    <a:pt x="129" y="81"/>
                  </a:lnTo>
                  <a:lnTo>
                    <a:pt x="146" y="106"/>
                  </a:lnTo>
                  <a:lnTo>
                    <a:pt x="162" y="133"/>
                  </a:lnTo>
                  <a:lnTo>
                    <a:pt x="178" y="162"/>
                  </a:lnTo>
                  <a:lnTo>
                    <a:pt x="192" y="194"/>
                  </a:lnTo>
                  <a:lnTo>
                    <a:pt x="203" y="229"/>
                  </a:lnTo>
                  <a:lnTo>
                    <a:pt x="214" y="264"/>
                  </a:lnTo>
                  <a:lnTo>
                    <a:pt x="222" y="303"/>
                  </a:lnTo>
                  <a:lnTo>
                    <a:pt x="228" y="342"/>
                  </a:lnTo>
                  <a:lnTo>
                    <a:pt x="232" y="383"/>
                  </a:lnTo>
                  <a:lnTo>
                    <a:pt x="233" y="426"/>
                  </a:lnTo>
                  <a:lnTo>
                    <a:pt x="244"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8465" name="Freeform 61"/>
            <p:cNvSpPr>
              <a:spLocks/>
            </p:cNvSpPr>
            <p:nvPr/>
          </p:nvSpPr>
          <p:spPr bwMode="auto">
            <a:xfrm>
              <a:off x="964" y="1830"/>
              <a:ext cx="48" cy="85"/>
            </a:xfrm>
            <a:custGeom>
              <a:avLst/>
              <a:gdLst>
                <a:gd name="T0" fmla="*/ 0 w 244"/>
                <a:gd name="T1" fmla="*/ 3 h 424"/>
                <a:gd name="T2" fmla="*/ 0 w 244"/>
                <a:gd name="T3" fmla="*/ 3 h 424"/>
                <a:gd name="T4" fmla="*/ 0 w 244"/>
                <a:gd name="T5" fmla="*/ 3 h 424"/>
                <a:gd name="T6" fmla="*/ 0 w 244"/>
                <a:gd name="T7" fmla="*/ 3 h 424"/>
                <a:gd name="T8" fmla="*/ 1 w 244"/>
                <a:gd name="T9" fmla="*/ 3 h 424"/>
                <a:gd name="T10" fmla="*/ 1 w 244"/>
                <a:gd name="T11" fmla="*/ 3 h 424"/>
                <a:gd name="T12" fmla="*/ 1 w 244"/>
                <a:gd name="T13" fmla="*/ 3 h 424"/>
                <a:gd name="T14" fmla="*/ 1 w 244"/>
                <a:gd name="T15" fmla="*/ 3 h 424"/>
                <a:gd name="T16" fmla="*/ 1 w 244"/>
                <a:gd name="T17" fmla="*/ 3 h 424"/>
                <a:gd name="T18" fmla="*/ 1 w 244"/>
                <a:gd name="T19" fmla="*/ 2 h 424"/>
                <a:gd name="T20" fmla="*/ 1 w 244"/>
                <a:gd name="T21" fmla="*/ 2 h 424"/>
                <a:gd name="T22" fmla="*/ 2 w 244"/>
                <a:gd name="T23" fmla="*/ 2 h 424"/>
                <a:gd name="T24" fmla="*/ 2 w 244"/>
                <a:gd name="T25" fmla="*/ 2 h 424"/>
                <a:gd name="T26" fmla="*/ 2 w 244"/>
                <a:gd name="T27" fmla="*/ 1 h 424"/>
                <a:gd name="T28" fmla="*/ 2 w 244"/>
                <a:gd name="T29" fmla="*/ 1 h 424"/>
                <a:gd name="T30" fmla="*/ 2 w 244"/>
                <a:gd name="T31" fmla="*/ 1 h 424"/>
                <a:gd name="T32" fmla="*/ 2 w 244"/>
                <a:gd name="T33" fmla="*/ 0 h 424"/>
                <a:gd name="T34" fmla="*/ 2 w 244"/>
                <a:gd name="T35" fmla="*/ 0 h 424"/>
                <a:gd name="T36" fmla="*/ 2 w 244"/>
                <a:gd name="T37" fmla="*/ 0 h 424"/>
                <a:gd name="T38" fmla="*/ 2 w 244"/>
                <a:gd name="T39" fmla="*/ 0 h 424"/>
                <a:gd name="T40" fmla="*/ 2 w 244"/>
                <a:gd name="T41" fmla="*/ 1 h 424"/>
                <a:gd name="T42" fmla="*/ 2 w 244"/>
                <a:gd name="T43" fmla="*/ 1 h 424"/>
                <a:gd name="T44" fmla="*/ 2 w 244"/>
                <a:gd name="T45" fmla="*/ 1 h 424"/>
                <a:gd name="T46" fmla="*/ 2 w 244"/>
                <a:gd name="T47" fmla="*/ 2 h 424"/>
                <a:gd name="T48" fmla="*/ 1 w 244"/>
                <a:gd name="T49" fmla="*/ 2 h 424"/>
                <a:gd name="T50" fmla="*/ 1 w 244"/>
                <a:gd name="T51" fmla="*/ 2 h 424"/>
                <a:gd name="T52" fmla="*/ 1 w 244"/>
                <a:gd name="T53" fmla="*/ 2 h 424"/>
                <a:gd name="T54" fmla="*/ 1 w 244"/>
                <a:gd name="T55" fmla="*/ 3 h 424"/>
                <a:gd name="T56" fmla="*/ 1 w 244"/>
                <a:gd name="T57" fmla="*/ 3 h 424"/>
                <a:gd name="T58" fmla="*/ 1 w 244"/>
                <a:gd name="T59" fmla="*/ 3 h 424"/>
                <a:gd name="T60" fmla="*/ 1 w 244"/>
                <a:gd name="T61" fmla="*/ 3 h 424"/>
                <a:gd name="T62" fmla="*/ 1 w 244"/>
                <a:gd name="T63" fmla="*/ 3 h 424"/>
                <a:gd name="T64" fmla="*/ 0 w 244"/>
                <a:gd name="T65" fmla="*/ 3 h 424"/>
                <a:gd name="T66" fmla="*/ 0 w 244"/>
                <a:gd name="T67" fmla="*/ 3 h 424"/>
                <a:gd name="T68" fmla="*/ 0 w 244"/>
                <a:gd name="T69" fmla="*/ 3 h 424"/>
                <a:gd name="T70" fmla="*/ 0 w 244"/>
                <a:gd name="T71" fmla="*/ 3 h 424"/>
                <a:gd name="T72" fmla="*/ 0 w 244"/>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4"/>
                <a:gd name="T113" fmla="*/ 244 w 244"/>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4">
                  <a:moveTo>
                    <a:pt x="0" y="424"/>
                  </a:moveTo>
                  <a:lnTo>
                    <a:pt x="0" y="424"/>
                  </a:lnTo>
                  <a:lnTo>
                    <a:pt x="25" y="422"/>
                  </a:lnTo>
                  <a:lnTo>
                    <a:pt x="50" y="416"/>
                  </a:lnTo>
                  <a:lnTo>
                    <a:pt x="73" y="405"/>
                  </a:lnTo>
                  <a:lnTo>
                    <a:pt x="96" y="390"/>
                  </a:lnTo>
                  <a:lnTo>
                    <a:pt x="118" y="373"/>
                  </a:lnTo>
                  <a:lnTo>
                    <a:pt x="138" y="350"/>
                  </a:lnTo>
                  <a:lnTo>
                    <a:pt x="155" y="326"/>
                  </a:lnTo>
                  <a:lnTo>
                    <a:pt x="173" y="299"/>
                  </a:lnTo>
                  <a:lnTo>
                    <a:pt x="189" y="268"/>
                  </a:lnTo>
                  <a:lnTo>
                    <a:pt x="203" y="235"/>
                  </a:lnTo>
                  <a:lnTo>
                    <a:pt x="215" y="201"/>
                  </a:lnTo>
                  <a:lnTo>
                    <a:pt x="226" y="163"/>
                  </a:lnTo>
                  <a:lnTo>
                    <a:pt x="234" y="125"/>
                  </a:lnTo>
                  <a:lnTo>
                    <a:pt x="240" y="85"/>
                  </a:lnTo>
                  <a:lnTo>
                    <a:pt x="243" y="42"/>
                  </a:lnTo>
                  <a:lnTo>
                    <a:pt x="244" y="0"/>
                  </a:lnTo>
                  <a:lnTo>
                    <a:pt x="233" y="0"/>
                  </a:lnTo>
                  <a:lnTo>
                    <a:pt x="232" y="42"/>
                  </a:lnTo>
                  <a:lnTo>
                    <a:pt x="228" y="83"/>
                  </a:lnTo>
                  <a:lnTo>
                    <a:pt x="222" y="123"/>
                  </a:lnTo>
                  <a:lnTo>
                    <a:pt x="214" y="160"/>
                  </a:lnTo>
                  <a:lnTo>
                    <a:pt x="203" y="197"/>
                  </a:lnTo>
                  <a:lnTo>
                    <a:pt x="192" y="231"/>
                  </a:lnTo>
                  <a:lnTo>
                    <a:pt x="178" y="263"/>
                  </a:lnTo>
                  <a:lnTo>
                    <a:pt x="164" y="292"/>
                  </a:lnTo>
                  <a:lnTo>
                    <a:pt x="146" y="319"/>
                  </a:lnTo>
                  <a:lnTo>
                    <a:pt x="129" y="343"/>
                  </a:lnTo>
                  <a:lnTo>
                    <a:pt x="109" y="363"/>
                  </a:lnTo>
                  <a:lnTo>
                    <a:pt x="89" y="381"/>
                  </a:lnTo>
                  <a:lnTo>
                    <a:pt x="66" y="394"/>
                  </a:lnTo>
                  <a:lnTo>
                    <a:pt x="45" y="404"/>
                  </a:lnTo>
                  <a:lnTo>
                    <a:pt x="23" y="410"/>
                  </a:lnTo>
                  <a:lnTo>
                    <a:pt x="0" y="412"/>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8466" name="Freeform 62"/>
            <p:cNvSpPr>
              <a:spLocks/>
            </p:cNvSpPr>
            <p:nvPr/>
          </p:nvSpPr>
          <p:spPr bwMode="auto">
            <a:xfrm>
              <a:off x="915" y="1830"/>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1" y="42"/>
                  </a:lnTo>
                  <a:lnTo>
                    <a:pt x="4" y="85"/>
                  </a:lnTo>
                  <a:lnTo>
                    <a:pt x="10" y="125"/>
                  </a:lnTo>
                  <a:lnTo>
                    <a:pt x="19" y="163"/>
                  </a:lnTo>
                  <a:lnTo>
                    <a:pt x="29" y="201"/>
                  </a:lnTo>
                  <a:lnTo>
                    <a:pt x="41" y="235"/>
                  </a:lnTo>
                  <a:lnTo>
                    <a:pt x="55" y="268"/>
                  </a:lnTo>
                  <a:lnTo>
                    <a:pt x="71" y="299"/>
                  </a:lnTo>
                  <a:lnTo>
                    <a:pt x="89" y="326"/>
                  </a:lnTo>
                  <a:lnTo>
                    <a:pt x="106" y="350"/>
                  </a:lnTo>
                  <a:lnTo>
                    <a:pt x="126" y="373"/>
                  </a:lnTo>
                  <a:lnTo>
                    <a:pt x="149" y="390"/>
                  </a:lnTo>
                  <a:lnTo>
                    <a:pt x="171" y="405"/>
                  </a:lnTo>
                  <a:lnTo>
                    <a:pt x="194" y="416"/>
                  </a:lnTo>
                  <a:lnTo>
                    <a:pt x="219" y="422"/>
                  </a:lnTo>
                  <a:lnTo>
                    <a:pt x="245" y="424"/>
                  </a:lnTo>
                  <a:lnTo>
                    <a:pt x="245" y="412"/>
                  </a:lnTo>
                  <a:lnTo>
                    <a:pt x="221" y="410"/>
                  </a:lnTo>
                  <a:lnTo>
                    <a:pt x="199" y="404"/>
                  </a:lnTo>
                  <a:lnTo>
                    <a:pt x="178" y="394"/>
                  </a:lnTo>
                  <a:lnTo>
                    <a:pt x="156" y="381"/>
                  </a:lnTo>
                  <a:lnTo>
                    <a:pt x="136" y="363"/>
                  </a:lnTo>
                  <a:lnTo>
                    <a:pt x="116" y="343"/>
                  </a:lnTo>
                  <a:lnTo>
                    <a:pt x="98" y="319"/>
                  </a:lnTo>
                  <a:lnTo>
                    <a:pt x="81" y="292"/>
                  </a:lnTo>
                  <a:lnTo>
                    <a:pt x="67" y="263"/>
                  </a:lnTo>
                  <a:lnTo>
                    <a:pt x="52" y="231"/>
                  </a:lnTo>
                  <a:lnTo>
                    <a:pt x="41" y="197"/>
                  </a:lnTo>
                  <a:lnTo>
                    <a:pt x="30" y="160"/>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8467" name="Freeform 63"/>
            <p:cNvSpPr>
              <a:spLocks/>
            </p:cNvSpPr>
            <p:nvPr/>
          </p:nvSpPr>
          <p:spPr bwMode="auto">
            <a:xfrm>
              <a:off x="915" y="1745"/>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0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19" y="2"/>
                  </a:lnTo>
                  <a:lnTo>
                    <a:pt x="194" y="8"/>
                  </a:lnTo>
                  <a:lnTo>
                    <a:pt x="171" y="19"/>
                  </a:lnTo>
                  <a:lnTo>
                    <a:pt x="149" y="34"/>
                  </a:lnTo>
                  <a:lnTo>
                    <a:pt x="126" y="52"/>
                  </a:lnTo>
                  <a:lnTo>
                    <a:pt x="106" y="74"/>
                  </a:lnTo>
                  <a:lnTo>
                    <a:pt x="89" y="99"/>
                  </a:lnTo>
                  <a:lnTo>
                    <a:pt x="70" y="126"/>
                  </a:lnTo>
                  <a:lnTo>
                    <a:pt x="55" y="157"/>
                  </a:lnTo>
                  <a:lnTo>
                    <a:pt x="41" y="189"/>
                  </a:lnTo>
                  <a:lnTo>
                    <a:pt x="29" y="224"/>
                  </a:lnTo>
                  <a:lnTo>
                    <a:pt x="19" y="262"/>
                  </a:lnTo>
                  <a:lnTo>
                    <a:pt x="10" y="300"/>
                  </a:lnTo>
                  <a:lnTo>
                    <a:pt x="4" y="340"/>
                  </a:lnTo>
                  <a:lnTo>
                    <a:pt x="1" y="383"/>
                  </a:lnTo>
                  <a:lnTo>
                    <a:pt x="0" y="426"/>
                  </a:lnTo>
                  <a:lnTo>
                    <a:pt x="11" y="426"/>
                  </a:lnTo>
                  <a:lnTo>
                    <a:pt x="13" y="383"/>
                  </a:lnTo>
                  <a:lnTo>
                    <a:pt x="16" y="342"/>
                  </a:lnTo>
                  <a:lnTo>
                    <a:pt x="22" y="303"/>
                  </a:lnTo>
                  <a:lnTo>
                    <a:pt x="30" y="264"/>
                  </a:lnTo>
                  <a:lnTo>
                    <a:pt x="41" y="229"/>
                  </a:lnTo>
                  <a:lnTo>
                    <a:pt x="52" y="194"/>
                  </a:lnTo>
                  <a:lnTo>
                    <a:pt x="67" y="162"/>
                  </a:lnTo>
                  <a:lnTo>
                    <a:pt x="82" y="133"/>
                  </a:lnTo>
                  <a:lnTo>
                    <a:pt x="98" y="106"/>
                  </a:lnTo>
                  <a:lnTo>
                    <a:pt x="116" y="81"/>
                  </a:lnTo>
                  <a:lnTo>
                    <a:pt x="136" y="61"/>
                  </a:lnTo>
                  <a:lnTo>
                    <a:pt x="156" y="43"/>
                  </a:lnTo>
                  <a:lnTo>
                    <a:pt x="178" y="31"/>
                  </a:lnTo>
                  <a:lnTo>
                    <a:pt x="199" y="20"/>
                  </a:lnTo>
                  <a:lnTo>
                    <a:pt x="221"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8468" name="Freeform 64"/>
            <p:cNvSpPr>
              <a:spLocks/>
            </p:cNvSpPr>
            <p:nvPr/>
          </p:nvSpPr>
          <p:spPr bwMode="auto">
            <a:xfrm>
              <a:off x="1140" y="2087"/>
              <a:ext cx="49" cy="85"/>
            </a:xfrm>
            <a:custGeom>
              <a:avLst/>
              <a:gdLst>
                <a:gd name="T0" fmla="*/ 2 w 246"/>
                <a:gd name="T1" fmla="*/ 3 h 424"/>
                <a:gd name="T2" fmla="*/ 2 w 246"/>
                <a:gd name="T3" fmla="*/ 3 h 424"/>
                <a:gd name="T4" fmla="*/ 2 w 246"/>
                <a:gd name="T5" fmla="*/ 3 h 424"/>
                <a:gd name="T6" fmla="*/ 2 w 246"/>
                <a:gd name="T7" fmla="*/ 3 h 424"/>
                <a:gd name="T8" fmla="*/ 2 w 246"/>
                <a:gd name="T9" fmla="*/ 2 h 424"/>
                <a:gd name="T10" fmla="*/ 2 w 246"/>
                <a:gd name="T11" fmla="*/ 2 h 424"/>
                <a:gd name="T12" fmla="*/ 2 w 246"/>
                <a:gd name="T13" fmla="*/ 2 h 424"/>
                <a:gd name="T14" fmla="*/ 2 w 246"/>
                <a:gd name="T15" fmla="*/ 2 h 424"/>
                <a:gd name="T16" fmla="*/ 2 w 246"/>
                <a:gd name="T17" fmla="*/ 1 h 424"/>
                <a:gd name="T18" fmla="*/ 1 w 246"/>
                <a:gd name="T19" fmla="*/ 1 h 424"/>
                <a:gd name="T20" fmla="*/ 1 w 246"/>
                <a:gd name="T21" fmla="*/ 1 h 424"/>
                <a:gd name="T22" fmla="*/ 1 w 246"/>
                <a:gd name="T23" fmla="*/ 1 h 424"/>
                <a:gd name="T24" fmla="*/ 1 w 246"/>
                <a:gd name="T25" fmla="*/ 0 h 424"/>
                <a:gd name="T26" fmla="*/ 1 w 246"/>
                <a:gd name="T27" fmla="*/ 0 h 424"/>
                <a:gd name="T28" fmla="*/ 1 w 246"/>
                <a:gd name="T29" fmla="*/ 0 h 424"/>
                <a:gd name="T30" fmla="*/ 0 w 246"/>
                <a:gd name="T31" fmla="*/ 0 h 424"/>
                <a:gd name="T32" fmla="*/ 0 w 246"/>
                <a:gd name="T33" fmla="*/ 0 h 424"/>
                <a:gd name="T34" fmla="*/ 0 w 246"/>
                <a:gd name="T35" fmla="*/ 0 h 424"/>
                <a:gd name="T36" fmla="*/ 0 w 246"/>
                <a:gd name="T37" fmla="*/ 0 h 424"/>
                <a:gd name="T38" fmla="*/ 0 w 246"/>
                <a:gd name="T39" fmla="*/ 0 h 424"/>
                <a:gd name="T40" fmla="*/ 0 w 246"/>
                <a:gd name="T41" fmla="*/ 0 h 424"/>
                <a:gd name="T42" fmla="*/ 1 w 246"/>
                <a:gd name="T43" fmla="*/ 0 h 424"/>
                <a:gd name="T44" fmla="*/ 1 w 246"/>
                <a:gd name="T45" fmla="*/ 0 h 424"/>
                <a:gd name="T46" fmla="*/ 1 w 246"/>
                <a:gd name="T47" fmla="*/ 0 h 424"/>
                <a:gd name="T48" fmla="*/ 1 w 246"/>
                <a:gd name="T49" fmla="*/ 1 h 424"/>
                <a:gd name="T50" fmla="*/ 1 w 246"/>
                <a:gd name="T51" fmla="*/ 1 h 424"/>
                <a:gd name="T52" fmla="*/ 1 w 246"/>
                <a:gd name="T53" fmla="*/ 1 h 424"/>
                <a:gd name="T54" fmla="*/ 1 w 246"/>
                <a:gd name="T55" fmla="*/ 1 h 424"/>
                <a:gd name="T56" fmla="*/ 2 w 246"/>
                <a:gd name="T57" fmla="*/ 2 h 424"/>
                <a:gd name="T58" fmla="*/ 2 w 246"/>
                <a:gd name="T59" fmla="*/ 2 h 424"/>
                <a:gd name="T60" fmla="*/ 2 w 246"/>
                <a:gd name="T61" fmla="*/ 2 h 424"/>
                <a:gd name="T62" fmla="*/ 2 w 246"/>
                <a:gd name="T63" fmla="*/ 2 h 424"/>
                <a:gd name="T64" fmla="*/ 2 w 246"/>
                <a:gd name="T65" fmla="*/ 3 h 424"/>
                <a:gd name="T66" fmla="*/ 2 w 246"/>
                <a:gd name="T67" fmla="*/ 3 h 424"/>
                <a:gd name="T68" fmla="*/ 2 w 246"/>
                <a:gd name="T69" fmla="*/ 3 h 424"/>
                <a:gd name="T70" fmla="*/ 2 w 246"/>
                <a:gd name="T71" fmla="*/ 3 h 424"/>
                <a:gd name="T72" fmla="*/ 2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424"/>
                  </a:moveTo>
                  <a:lnTo>
                    <a:pt x="246" y="424"/>
                  </a:lnTo>
                  <a:lnTo>
                    <a:pt x="244" y="382"/>
                  </a:lnTo>
                  <a:lnTo>
                    <a:pt x="241" y="338"/>
                  </a:lnTo>
                  <a:lnTo>
                    <a:pt x="235" y="298"/>
                  </a:lnTo>
                  <a:lnTo>
                    <a:pt x="227" y="261"/>
                  </a:lnTo>
                  <a:lnTo>
                    <a:pt x="216" y="222"/>
                  </a:lnTo>
                  <a:lnTo>
                    <a:pt x="205" y="188"/>
                  </a:lnTo>
                  <a:lnTo>
                    <a:pt x="190" y="155"/>
                  </a:lnTo>
                  <a:lnTo>
                    <a:pt x="174" y="125"/>
                  </a:lnTo>
                  <a:lnTo>
                    <a:pt x="157" y="98"/>
                  </a:lnTo>
                  <a:lnTo>
                    <a:pt x="138" y="73"/>
                  </a:lnTo>
                  <a:lnTo>
                    <a:pt x="118" y="51"/>
                  </a:lnTo>
                  <a:lnTo>
                    <a:pt x="96" y="34"/>
                  </a:lnTo>
                  <a:lnTo>
                    <a:pt x="74" y="18"/>
                  </a:lnTo>
                  <a:lnTo>
                    <a:pt x="50" y="8"/>
                  </a:lnTo>
                  <a:lnTo>
                    <a:pt x="25" y="2"/>
                  </a:lnTo>
                  <a:lnTo>
                    <a:pt x="0" y="0"/>
                  </a:lnTo>
                  <a:lnTo>
                    <a:pt x="0" y="11"/>
                  </a:lnTo>
                  <a:lnTo>
                    <a:pt x="23" y="14"/>
                  </a:lnTo>
                  <a:lnTo>
                    <a:pt x="45" y="19"/>
                  </a:lnTo>
                  <a:lnTo>
                    <a:pt x="67" y="30"/>
                  </a:lnTo>
                  <a:lnTo>
                    <a:pt x="89" y="43"/>
                  </a:lnTo>
                  <a:lnTo>
                    <a:pt x="108" y="60"/>
                  </a:lnTo>
                  <a:lnTo>
                    <a:pt x="128" y="80"/>
                  </a:lnTo>
                  <a:lnTo>
                    <a:pt x="147" y="105"/>
                  </a:lnTo>
                  <a:lnTo>
                    <a:pt x="165" y="132"/>
                  </a:lnTo>
                  <a:lnTo>
                    <a:pt x="179" y="160"/>
                  </a:lnTo>
                  <a:lnTo>
                    <a:pt x="193" y="193"/>
                  </a:lnTo>
                  <a:lnTo>
                    <a:pt x="205" y="227"/>
                  </a:lnTo>
                  <a:lnTo>
                    <a:pt x="215" y="263"/>
                  </a:lnTo>
                  <a:lnTo>
                    <a:pt x="223" y="301"/>
                  </a:lnTo>
                  <a:lnTo>
                    <a:pt x="229" y="341"/>
                  </a:lnTo>
                  <a:lnTo>
                    <a:pt x="233" y="382"/>
                  </a:lnTo>
                  <a:lnTo>
                    <a:pt x="234" y="424"/>
                  </a:lnTo>
                  <a:lnTo>
                    <a:pt x="246"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8469" name="Freeform 65"/>
            <p:cNvSpPr>
              <a:spLocks/>
            </p:cNvSpPr>
            <p:nvPr/>
          </p:nvSpPr>
          <p:spPr bwMode="auto">
            <a:xfrm>
              <a:off x="1140" y="2172"/>
              <a:ext cx="49" cy="85"/>
            </a:xfrm>
            <a:custGeom>
              <a:avLst/>
              <a:gdLst>
                <a:gd name="T0" fmla="*/ 0 w 246"/>
                <a:gd name="T1" fmla="*/ 3 h 426"/>
                <a:gd name="T2" fmla="*/ 0 w 246"/>
                <a:gd name="T3" fmla="*/ 3 h 426"/>
                <a:gd name="T4" fmla="*/ 0 w 246"/>
                <a:gd name="T5" fmla="*/ 3 h 426"/>
                <a:gd name="T6" fmla="*/ 0 w 246"/>
                <a:gd name="T7" fmla="*/ 3 h 426"/>
                <a:gd name="T8" fmla="*/ 1 w 246"/>
                <a:gd name="T9" fmla="*/ 3 h 426"/>
                <a:gd name="T10" fmla="*/ 1 w 246"/>
                <a:gd name="T11" fmla="*/ 3 h 426"/>
                <a:gd name="T12" fmla="*/ 1 w 246"/>
                <a:gd name="T13" fmla="*/ 3 h 426"/>
                <a:gd name="T14" fmla="*/ 1 w 246"/>
                <a:gd name="T15" fmla="*/ 3 h 426"/>
                <a:gd name="T16" fmla="*/ 1 w 246"/>
                <a:gd name="T17" fmla="*/ 3 h 426"/>
                <a:gd name="T18" fmla="*/ 1 w 246"/>
                <a:gd name="T19" fmla="*/ 2 h 426"/>
                <a:gd name="T20" fmla="*/ 2 w 246"/>
                <a:gd name="T21" fmla="*/ 2 h 426"/>
                <a:gd name="T22" fmla="*/ 2 w 246"/>
                <a:gd name="T23" fmla="*/ 2 h 426"/>
                <a:gd name="T24" fmla="*/ 2 w 246"/>
                <a:gd name="T25" fmla="*/ 2 h 426"/>
                <a:gd name="T26" fmla="*/ 2 w 246"/>
                <a:gd name="T27" fmla="*/ 1 h 426"/>
                <a:gd name="T28" fmla="*/ 2 w 246"/>
                <a:gd name="T29" fmla="*/ 1 h 426"/>
                <a:gd name="T30" fmla="*/ 2 w 246"/>
                <a:gd name="T31" fmla="*/ 1 h 426"/>
                <a:gd name="T32" fmla="*/ 2 w 246"/>
                <a:gd name="T33" fmla="*/ 0 h 426"/>
                <a:gd name="T34" fmla="*/ 2 w 246"/>
                <a:gd name="T35" fmla="*/ 0 h 426"/>
                <a:gd name="T36" fmla="*/ 2 w 246"/>
                <a:gd name="T37" fmla="*/ 0 h 426"/>
                <a:gd name="T38" fmla="*/ 2 w 246"/>
                <a:gd name="T39" fmla="*/ 0 h 426"/>
                <a:gd name="T40" fmla="*/ 2 w 246"/>
                <a:gd name="T41" fmla="*/ 1 h 426"/>
                <a:gd name="T42" fmla="*/ 2 w 246"/>
                <a:gd name="T43" fmla="*/ 1 h 426"/>
                <a:gd name="T44" fmla="*/ 2 w 246"/>
                <a:gd name="T45" fmla="*/ 1 h 426"/>
                <a:gd name="T46" fmla="*/ 2 w 246"/>
                <a:gd name="T47" fmla="*/ 2 h 426"/>
                <a:gd name="T48" fmla="*/ 2 w 246"/>
                <a:gd name="T49" fmla="*/ 2 h 426"/>
                <a:gd name="T50" fmla="*/ 1 w 246"/>
                <a:gd name="T51" fmla="*/ 2 h 426"/>
                <a:gd name="T52" fmla="*/ 1 w 246"/>
                <a:gd name="T53" fmla="*/ 2 h 426"/>
                <a:gd name="T54" fmla="*/ 1 w 246"/>
                <a:gd name="T55" fmla="*/ 3 h 426"/>
                <a:gd name="T56" fmla="*/ 1 w 246"/>
                <a:gd name="T57" fmla="*/ 3 h 426"/>
                <a:gd name="T58" fmla="*/ 1 w 246"/>
                <a:gd name="T59" fmla="*/ 3 h 426"/>
                <a:gd name="T60" fmla="*/ 1 w 246"/>
                <a:gd name="T61" fmla="*/ 3 h 426"/>
                <a:gd name="T62" fmla="*/ 1 w 246"/>
                <a:gd name="T63" fmla="*/ 3 h 426"/>
                <a:gd name="T64" fmla="*/ 0 w 246"/>
                <a:gd name="T65" fmla="*/ 3 h 426"/>
                <a:gd name="T66" fmla="*/ 0 w 246"/>
                <a:gd name="T67" fmla="*/ 3 h 426"/>
                <a:gd name="T68" fmla="*/ 0 w 246"/>
                <a:gd name="T69" fmla="*/ 3 h 426"/>
                <a:gd name="T70" fmla="*/ 0 w 246"/>
                <a:gd name="T71" fmla="*/ 3 h 426"/>
                <a:gd name="T72" fmla="*/ 0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426"/>
                  </a:moveTo>
                  <a:lnTo>
                    <a:pt x="0" y="426"/>
                  </a:lnTo>
                  <a:lnTo>
                    <a:pt x="25" y="423"/>
                  </a:lnTo>
                  <a:lnTo>
                    <a:pt x="50" y="417"/>
                  </a:lnTo>
                  <a:lnTo>
                    <a:pt x="74" y="407"/>
                  </a:lnTo>
                  <a:lnTo>
                    <a:pt x="96" y="392"/>
                  </a:lnTo>
                  <a:lnTo>
                    <a:pt x="118" y="373"/>
                  </a:lnTo>
                  <a:lnTo>
                    <a:pt x="138" y="350"/>
                  </a:lnTo>
                  <a:lnTo>
                    <a:pt x="157" y="327"/>
                  </a:lnTo>
                  <a:lnTo>
                    <a:pt x="175" y="299"/>
                  </a:lnTo>
                  <a:lnTo>
                    <a:pt x="190" y="268"/>
                  </a:lnTo>
                  <a:lnTo>
                    <a:pt x="205" y="236"/>
                  </a:lnTo>
                  <a:lnTo>
                    <a:pt x="216" y="202"/>
                  </a:lnTo>
                  <a:lnTo>
                    <a:pt x="227" y="164"/>
                  </a:lnTo>
                  <a:lnTo>
                    <a:pt x="235" y="125"/>
                  </a:lnTo>
                  <a:lnTo>
                    <a:pt x="241" y="86"/>
                  </a:lnTo>
                  <a:lnTo>
                    <a:pt x="244" y="42"/>
                  </a:lnTo>
                  <a:lnTo>
                    <a:pt x="246" y="0"/>
                  </a:lnTo>
                  <a:lnTo>
                    <a:pt x="234" y="0"/>
                  </a:lnTo>
                  <a:lnTo>
                    <a:pt x="233" y="42"/>
                  </a:lnTo>
                  <a:lnTo>
                    <a:pt x="229" y="83"/>
                  </a:lnTo>
                  <a:lnTo>
                    <a:pt x="223" y="123"/>
                  </a:lnTo>
                  <a:lnTo>
                    <a:pt x="215" y="162"/>
                  </a:lnTo>
                  <a:lnTo>
                    <a:pt x="205" y="197"/>
                  </a:lnTo>
                  <a:lnTo>
                    <a:pt x="193" y="231"/>
                  </a:lnTo>
                  <a:lnTo>
                    <a:pt x="179" y="264"/>
                  </a:lnTo>
                  <a:lnTo>
                    <a:pt x="164" y="292"/>
                  </a:lnTo>
                  <a:lnTo>
                    <a:pt x="147" y="320"/>
                  </a:lnTo>
                  <a:lnTo>
                    <a:pt x="128" y="343"/>
                  </a:lnTo>
                  <a:lnTo>
                    <a:pt x="108" y="363"/>
                  </a:lnTo>
                  <a:lnTo>
                    <a:pt x="89" y="382"/>
                  </a:lnTo>
                  <a:lnTo>
                    <a:pt x="67" y="395"/>
                  </a:lnTo>
                  <a:lnTo>
                    <a:pt x="45" y="406"/>
                  </a:lnTo>
                  <a:lnTo>
                    <a:pt x="23" y="411"/>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8470" name="Freeform 66"/>
            <p:cNvSpPr>
              <a:spLocks/>
            </p:cNvSpPr>
            <p:nvPr/>
          </p:nvSpPr>
          <p:spPr bwMode="auto">
            <a:xfrm>
              <a:off x="1091" y="2172"/>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4" y="86"/>
                  </a:lnTo>
                  <a:lnTo>
                    <a:pt x="10" y="125"/>
                  </a:lnTo>
                  <a:lnTo>
                    <a:pt x="18" y="164"/>
                  </a:lnTo>
                  <a:lnTo>
                    <a:pt x="29" y="202"/>
                  </a:lnTo>
                  <a:lnTo>
                    <a:pt x="41" y="236"/>
                  </a:lnTo>
                  <a:lnTo>
                    <a:pt x="55" y="268"/>
                  </a:lnTo>
                  <a:lnTo>
                    <a:pt x="70" y="299"/>
                  </a:lnTo>
                  <a:lnTo>
                    <a:pt x="89" y="327"/>
                  </a:lnTo>
                  <a:lnTo>
                    <a:pt x="106" y="350"/>
                  </a:lnTo>
                  <a:lnTo>
                    <a:pt x="126" y="373"/>
                  </a:lnTo>
                  <a:lnTo>
                    <a:pt x="148" y="392"/>
                  </a:lnTo>
                  <a:lnTo>
                    <a:pt x="171" y="407"/>
                  </a:lnTo>
                  <a:lnTo>
                    <a:pt x="194" y="417"/>
                  </a:lnTo>
                  <a:lnTo>
                    <a:pt x="219" y="423"/>
                  </a:lnTo>
                  <a:lnTo>
                    <a:pt x="245" y="426"/>
                  </a:lnTo>
                  <a:lnTo>
                    <a:pt x="245" y="414"/>
                  </a:lnTo>
                  <a:lnTo>
                    <a:pt x="221" y="411"/>
                  </a:lnTo>
                  <a:lnTo>
                    <a:pt x="199" y="406"/>
                  </a:lnTo>
                  <a:lnTo>
                    <a:pt x="178" y="395"/>
                  </a:lnTo>
                  <a:lnTo>
                    <a:pt x="155" y="382"/>
                  </a:lnTo>
                  <a:lnTo>
                    <a:pt x="136" y="363"/>
                  </a:lnTo>
                  <a:lnTo>
                    <a:pt x="116" y="343"/>
                  </a:lnTo>
                  <a:lnTo>
                    <a:pt x="98" y="320"/>
                  </a:lnTo>
                  <a:lnTo>
                    <a:pt x="82" y="292"/>
                  </a:lnTo>
                  <a:lnTo>
                    <a:pt x="66" y="264"/>
                  </a:lnTo>
                  <a:lnTo>
                    <a:pt x="52" y="231"/>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8471" name="Freeform 67"/>
            <p:cNvSpPr>
              <a:spLocks/>
            </p:cNvSpPr>
            <p:nvPr/>
          </p:nvSpPr>
          <p:spPr bwMode="auto">
            <a:xfrm>
              <a:off x="1091" y="2087"/>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4" y="8"/>
                  </a:lnTo>
                  <a:lnTo>
                    <a:pt x="171" y="18"/>
                  </a:lnTo>
                  <a:lnTo>
                    <a:pt x="148" y="34"/>
                  </a:lnTo>
                  <a:lnTo>
                    <a:pt x="126" y="51"/>
                  </a:lnTo>
                  <a:lnTo>
                    <a:pt x="106" y="73"/>
                  </a:lnTo>
                  <a:lnTo>
                    <a:pt x="89" y="98"/>
                  </a:lnTo>
                  <a:lnTo>
                    <a:pt x="71" y="125"/>
                  </a:lnTo>
                  <a:lnTo>
                    <a:pt x="55" y="155"/>
                  </a:lnTo>
                  <a:lnTo>
                    <a:pt x="41" y="188"/>
                  </a:lnTo>
                  <a:lnTo>
                    <a:pt x="29" y="222"/>
                  </a:lnTo>
                  <a:lnTo>
                    <a:pt x="18" y="261"/>
                  </a:lnTo>
                  <a:lnTo>
                    <a:pt x="10" y="298"/>
                  </a:lnTo>
                  <a:lnTo>
                    <a:pt x="4" y="338"/>
                  </a:lnTo>
                  <a:lnTo>
                    <a:pt x="1" y="382"/>
                  </a:lnTo>
                  <a:lnTo>
                    <a:pt x="0" y="424"/>
                  </a:lnTo>
                  <a:lnTo>
                    <a:pt x="11" y="424"/>
                  </a:lnTo>
                  <a:lnTo>
                    <a:pt x="13" y="382"/>
                  </a:lnTo>
                  <a:lnTo>
                    <a:pt x="16" y="341"/>
                  </a:lnTo>
                  <a:lnTo>
                    <a:pt x="22" y="301"/>
                  </a:lnTo>
                  <a:lnTo>
                    <a:pt x="30" y="263"/>
                  </a:lnTo>
                  <a:lnTo>
                    <a:pt x="41" y="227"/>
                  </a:lnTo>
                  <a:lnTo>
                    <a:pt x="52" y="193"/>
                  </a:lnTo>
                  <a:lnTo>
                    <a:pt x="66" y="160"/>
                  </a:lnTo>
                  <a:lnTo>
                    <a:pt x="80" y="132"/>
                  </a:lnTo>
                  <a:lnTo>
                    <a:pt x="98" y="105"/>
                  </a:lnTo>
                  <a:lnTo>
                    <a:pt x="116" y="80"/>
                  </a:lnTo>
                  <a:lnTo>
                    <a:pt x="136" y="60"/>
                  </a:lnTo>
                  <a:lnTo>
                    <a:pt x="155" y="43"/>
                  </a:lnTo>
                  <a:lnTo>
                    <a:pt x="178" y="30"/>
                  </a:lnTo>
                  <a:lnTo>
                    <a:pt x="199" y="19"/>
                  </a:lnTo>
                  <a:lnTo>
                    <a:pt x="221" y="14"/>
                  </a:lnTo>
                  <a:lnTo>
                    <a:pt x="245" y="11"/>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8472" name="Freeform 68"/>
            <p:cNvSpPr>
              <a:spLocks/>
            </p:cNvSpPr>
            <p:nvPr/>
          </p:nvSpPr>
          <p:spPr bwMode="auto">
            <a:xfrm>
              <a:off x="1392" y="2118"/>
              <a:ext cx="49" cy="85"/>
            </a:xfrm>
            <a:custGeom>
              <a:avLst/>
              <a:gdLst>
                <a:gd name="T0" fmla="*/ 2 w 246"/>
                <a:gd name="T1" fmla="*/ 3 h 426"/>
                <a:gd name="T2" fmla="*/ 2 w 246"/>
                <a:gd name="T3" fmla="*/ 3 h 426"/>
                <a:gd name="T4" fmla="*/ 2 w 246"/>
                <a:gd name="T5" fmla="*/ 3 h 426"/>
                <a:gd name="T6" fmla="*/ 2 w 246"/>
                <a:gd name="T7" fmla="*/ 3 h 426"/>
                <a:gd name="T8" fmla="*/ 2 w 246"/>
                <a:gd name="T9" fmla="*/ 2 h 426"/>
                <a:gd name="T10" fmla="*/ 2 w 246"/>
                <a:gd name="T11" fmla="*/ 2 h 426"/>
                <a:gd name="T12" fmla="*/ 2 w 246"/>
                <a:gd name="T13" fmla="*/ 2 h 426"/>
                <a:gd name="T14" fmla="*/ 2 w 246"/>
                <a:gd name="T15" fmla="*/ 2 h 426"/>
                <a:gd name="T16" fmla="*/ 2 w 246"/>
                <a:gd name="T17" fmla="*/ 1 h 426"/>
                <a:gd name="T18" fmla="*/ 1 w 246"/>
                <a:gd name="T19" fmla="*/ 1 h 426"/>
                <a:gd name="T20" fmla="*/ 1 w 246"/>
                <a:gd name="T21" fmla="*/ 1 h 426"/>
                <a:gd name="T22" fmla="*/ 1 w 246"/>
                <a:gd name="T23" fmla="*/ 1 h 426"/>
                <a:gd name="T24" fmla="*/ 1 w 246"/>
                <a:gd name="T25" fmla="*/ 0 h 426"/>
                <a:gd name="T26" fmla="*/ 1 w 246"/>
                <a:gd name="T27" fmla="*/ 0 h 426"/>
                <a:gd name="T28" fmla="*/ 1 w 246"/>
                <a:gd name="T29" fmla="*/ 0 h 426"/>
                <a:gd name="T30" fmla="*/ 0 w 246"/>
                <a:gd name="T31" fmla="*/ 0 h 426"/>
                <a:gd name="T32" fmla="*/ 0 w 246"/>
                <a:gd name="T33" fmla="*/ 0 h 426"/>
                <a:gd name="T34" fmla="*/ 0 w 246"/>
                <a:gd name="T35" fmla="*/ 0 h 426"/>
                <a:gd name="T36" fmla="*/ 0 w 246"/>
                <a:gd name="T37" fmla="*/ 0 h 426"/>
                <a:gd name="T38" fmla="*/ 0 w 246"/>
                <a:gd name="T39" fmla="*/ 0 h 426"/>
                <a:gd name="T40" fmla="*/ 0 w 246"/>
                <a:gd name="T41" fmla="*/ 0 h 426"/>
                <a:gd name="T42" fmla="*/ 1 w 246"/>
                <a:gd name="T43" fmla="*/ 0 h 426"/>
                <a:gd name="T44" fmla="*/ 1 w 246"/>
                <a:gd name="T45" fmla="*/ 0 h 426"/>
                <a:gd name="T46" fmla="*/ 1 w 246"/>
                <a:gd name="T47" fmla="*/ 1 h 426"/>
                <a:gd name="T48" fmla="*/ 1 w 246"/>
                <a:gd name="T49" fmla="*/ 1 h 426"/>
                <a:gd name="T50" fmla="*/ 1 w 246"/>
                <a:gd name="T51" fmla="*/ 1 h 426"/>
                <a:gd name="T52" fmla="*/ 1 w 246"/>
                <a:gd name="T53" fmla="*/ 1 h 426"/>
                <a:gd name="T54" fmla="*/ 1 w 246"/>
                <a:gd name="T55" fmla="*/ 1 h 426"/>
                <a:gd name="T56" fmla="*/ 2 w 246"/>
                <a:gd name="T57" fmla="*/ 2 h 426"/>
                <a:gd name="T58" fmla="*/ 2 w 246"/>
                <a:gd name="T59" fmla="*/ 2 h 426"/>
                <a:gd name="T60" fmla="*/ 2 w 246"/>
                <a:gd name="T61" fmla="*/ 2 h 426"/>
                <a:gd name="T62" fmla="*/ 2 w 246"/>
                <a:gd name="T63" fmla="*/ 2 h 426"/>
                <a:gd name="T64" fmla="*/ 2 w 246"/>
                <a:gd name="T65" fmla="*/ 3 h 426"/>
                <a:gd name="T66" fmla="*/ 2 w 246"/>
                <a:gd name="T67" fmla="*/ 3 h 426"/>
                <a:gd name="T68" fmla="*/ 2 w 246"/>
                <a:gd name="T69" fmla="*/ 3 h 426"/>
                <a:gd name="T70" fmla="*/ 2 w 246"/>
                <a:gd name="T71" fmla="*/ 3 h 426"/>
                <a:gd name="T72" fmla="*/ 2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246" y="426"/>
                  </a:moveTo>
                  <a:lnTo>
                    <a:pt x="246" y="426"/>
                  </a:lnTo>
                  <a:lnTo>
                    <a:pt x="245" y="384"/>
                  </a:lnTo>
                  <a:lnTo>
                    <a:pt x="242" y="340"/>
                  </a:lnTo>
                  <a:lnTo>
                    <a:pt x="236" y="301"/>
                  </a:lnTo>
                  <a:lnTo>
                    <a:pt x="228" y="262"/>
                  </a:lnTo>
                  <a:lnTo>
                    <a:pt x="217" y="224"/>
                  </a:lnTo>
                  <a:lnTo>
                    <a:pt x="205" y="190"/>
                  </a:lnTo>
                  <a:lnTo>
                    <a:pt x="191" y="158"/>
                  </a:lnTo>
                  <a:lnTo>
                    <a:pt x="176" y="126"/>
                  </a:lnTo>
                  <a:lnTo>
                    <a:pt x="157" y="99"/>
                  </a:lnTo>
                  <a:lnTo>
                    <a:pt x="139" y="75"/>
                  </a:lnTo>
                  <a:lnTo>
                    <a:pt x="119" y="53"/>
                  </a:lnTo>
                  <a:lnTo>
                    <a:pt x="96" y="34"/>
                  </a:lnTo>
                  <a:lnTo>
                    <a:pt x="75" y="19"/>
                  </a:lnTo>
                  <a:lnTo>
                    <a:pt x="51" y="9"/>
                  </a:lnTo>
                  <a:lnTo>
                    <a:pt x="26" y="3"/>
                  </a:lnTo>
                  <a:lnTo>
                    <a:pt x="0" y="0"/>
                  </a:lnTo>
                  <a:lnTo>
                    <a:pt x="0" y="12"/>
                  </a:lnTo>
                  <a:lnTo>
                    <a:pt x="24" y="15"/>
                  </a:lnTo>
                  <a:lnTo>
                    <a:pt x="46" y="20"/>
                  </a:lnTo>
                  <a:lnTo>
                    <a:pt x="68" y="31"/>
                  </a:lnTo>
                  <a:lnTo>
                    <a:pt x="89" y="44"/>
                  </a:lnTo>
                  <a:lnTo>
                    <a:pt x="109" y="63"/>
                  </a:lnTo>
                  <a:lnTo>
                    <a:pt x="129" y="83"/>
                  </a:lnTo>
                  <a:lnTo>
                    <a:pt x="148" y="106"/>
                  </a:lnTo>
                  <a:lnTo>
                    <a:pt x="164" y="133"/>
                  </a:lnTo>
                  <a:lnTo>
                    <a:pt x="180" y="162"/>
                  </a:lnTo>
                  <a:lnTo>
                    <a:pt x="194" y="195"/>
                  </a:lnTo>
                  <a:lnTo>
                    <a:pt x="205" y="229"/>
                  </a:lnTo>
                  <a:lnTo>
                    <a:pt x="216" y="264"/>
                  </a:lnTo>
                  <a:lnTo>
                    <a:pt x="224" y="303"/>
                  </a:lnTo>
                  <a:lnTo>
                    <a:pt x="230" y="343"/>
                  </a:lnTo>
                  <a:lnTo>
                    <a:pt x="233" y="384"/>
                  </a:lnTo>
                  <a:lnTo>
                    <a:pt x="235" y="426"/>
                  </a:lnTo>
                  <a:lnTo>
                    <a:pt x="246"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8473" name="Freeform 69"/>
            <p:cNvSpPr>
              <a:spLocks/>
            </p:cNvSpPr>
            <p:nvPr/>
          </p:nvSpPr>
          <p:spPr bwMode="auto">
            <a:xfrm>
              <a:off x="1392" y="2203"/>
              <a:ext cx="49" cy="85"/>
            </a:xfrm>
            <a:custGeom>
              <a:avLst/>
              <a:gdLst>
                <a:gd name="T0" fmla="*/ 0 w 246"/>
                <a:gd name="T1" fmla="*/ 3 h 424"/>
                <a:gd name="T2" fmla="*/ 0 w 246"/>
                <a:gd name="T3" fmla="*/ 3 h 424"/>
                <a:gd name="T4" fmla="*/ 0 w 246"/>
                <a:gd name="T5" fmla="*/ 3 h 424"/>
                <a:gd name="T6" fmla="*/ 0 w 246"/>
                <a:gd name="T7" fmla="*/ 3 h 424"/>
                <a:gd name="T8" fmla="*/ 1 w 246"/>
                <a:gd name="T9" fmla="*/ 3 h 424"/>
                <a:gd name="T10" fmla="*/ 1 w 246"/>
                <a:gd name="T11" fmla="*/ 3 h 424"/>
                <a:gd name="T12" fmla="*/ 1 w 246"/>
                <a:gd name="T13" fmla="*/ 3 h 424"/>
                <a:gd name="T14" fmla="*/ 1 w 246"/>
                <a:gd name="T15" fmla="*/ 3 h 424"/>
                <a:gd name="T16" fmla="*/ 1 w 246"/>
                <a:gd name="T17" fmla="*/ 3 h 424"/>
                <a:gd name="T18" fmla="*/ 1 w 246"/>
                <a:gd name="T19" fmla="*/ 2 h 424"/>
                <a:gd name="T20" fmla="*/ 2 w 246"/>
                <a:gd name="T21" fmla="*/ 2 h 424"/>
                <a:gd name="T22" fmla="*/ 2 w 246"/>
                <a:gd name="T23" fmla="*/ 2 h 424"/>
                <a:gd name="T24" fmla="*/ 2 w 246"/>
                <a:gd name="T25" fmla="*/ 2 h 424"/>
                <a:gd name="T26" fmla="*/ 2 w 246"/>
                <a:gd name="T27" fmla="*/ 1 h 424"/>
                <a:gd name="T28" fmla="*/ 2 w 246"/>
                <a:gd name="T29" fmla="*/ 1 h 424"/>
                <a:gd name="T30" fmla="*/ 2 w 246"/>
                <a:gd name="T31" fmla="*/ 1 h 424"/>
                <a:gd name="T32" fmla="*/ 2 w 246"/>
                <a:gd name="T33" fmla="*/ 0 h 424"/>
                <a:gd name="T34" fmla="*/ 2 w 246"/>
                <a:gd name="T35" fmla="*/ 0 h 424"/>
                <a:gd name="T36" fmla="*/ 2 w 246"/>
                <a:gd name="T37" fmla="*/ 0 h 424"/>
                <a:gd name="T38" fmla="*/ 2 w 246"/>
                <a:gd name="T39" fmla="*/ 0 h 424"/>
                <a:gd name="T40" fmla="*/ 2 w 246"/>
                <a:gd name="T41" fmla="*/ 1 h 424"/>
                <a:gd name="T42" fmla="*/ 2 w 246"/>
                <a:gd name="T43" fmla="*/ 1 h 424"/>
                <a:gd name="T44" fmla="*/ 2 w 246"/>
                <a:gd name="T45" fmla="*/ 1 h 424"/>
                <a:gd name="T46" fmla="*/ 2 w 246"/>
                <a:gd name="T47" fmla="*/ 2 h 424"/>
                <a:gd name="T48" fmla="*/ 2 w 246"/>
                <a:gd name="T49" fmla="*/ 2 h 424"/>
                <a:gd name="T50" fmla="*/ 1 w 246"/>
                <a:gd name="T51" fmla="*/ 2 h 424"/>
                <a:gd name="T52" fmla="*/ 1 w 246"/>
                <a:gd name="T53" fmla="*/ 2 h 424"/>
                <a:gd name="T54" fmla="*/ 1 w 246"/>
                <a:gd name="T55" fmla="*/ 3 h 424"/>
                <a:gd name="T56" fmla="*/ 1 w 246"/>
                <a:gd name="T57" fmla="*/ 3 h 424"/>
                <a:gd name="T58" fmla="*/ 1 w 246"/>
                <a:gd name="T59" fmla="*/ 3 h 424"/>
                <a:gd name="T60" fmla="*/ 1 w 246"/>
                <a:gd name="T61" fmla="*/ 3 h 424"/>
                <a:gd name="T62" fmla="*/ 1 w 246"/>
                <a:gd name="T63" fmla="*/ 3 h 424"/>
                <a:gd name="T64" fmla="*/ 0 w 246"/>
                <a:gd name="T65" fmla="*/ 3 h 424"/>
                <a:gd name="T66" fmla="*/ 0 w 246"/>
                <a:gd name="T67" fmla="*/ 3 h 424"/>
                <a:gd name="T68" fmla="*/ 0 w 246"/>
                <a:gd name="T69" fmla="*/ 3 h 424"/>
                <a:gd name="T70" fmla="*/ 0 w 246"/>
                <a:gd name="T71" fmla="*/ 3 h 424"/>
                <a:gd name="T72" fmla="*/ 0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0" y="424"/>
                  </a:moveTo>
                  <a:lnTo>
                    <a:pt x="0" y="424"/>
                  </a:lnTo>
                  <a:lnTo>
                    <a:pt x="26" y="422"/>
                  </a:lnTo>
                  <a:lnTo>
                    <a:pt x="51" y="416"/>
                  </a:lnTo>
                  <a:lnTo>
                    <a:pt x="75" y="406"/>
                  </a:lnTo>
                  <a:lnTo>
                    <a:pt x="96" y="390"/>
                  </a:lnTo>
                  <a:lnTo>
                    <a:pt x="119" y="373"/>
                  </a:lnTo>
                  <a:lnTo>
                    <a:pt x="139" y="351"/>
                  </a:lnTo>
                  <a:lnTo>
                    <a:pt x="157" y="326"/>
                  </a:lnTo>
                  <a:lnTo>
                    <a:pt x="175" y="299"/>
                  </a:lnTo>
                  <a:lnTo>
                    <a:pt x="191" y="269"/>
                  </a:lnTo>
                  <a:lnTo>
                    <a:pt x="205" y="236"/>
                  </a:lnTo>
                  <a:lnTo>
                    <a:pt x="217" y="202"/>
                  </a:lnTo>
                  <a:lnTo>
                    <a:pt x="228" y="163"/>
                  </a:lnTo>
                  <a:lnTo>
                    <a:pt x="236" y="125"/>
                  </a:lnTo>
                  <a:lnTo>
                    <a:pt x="242" y="86"/>
                  </a:lnTo>
                  <a:lnTo>
                    <a:pt x="245" y="42"/>
                  </a:lnTo>
                  <a:lnTo>
                    <a:pt x="246" y="0"/>
                  </a:lnTo>
                  <a:lnTo>
                    <a:pt x="235" y="0"/>
                  </a:lnTo>
                  <a:lnTo>
                    <a:pt x="233" y="42"/>
                  </a:lnTo>
                  <a:lnTo>
                    <a:pt x="230" y="83"/>
                  </a:lnTo>
                  <a:lnTo>
                    <a:pt x="224" y="123"/>
                  </a:lnTo>
                  <a:lnTo>
                    <a:pt x="216" y="161"/>
                  </a:lnTo>
                  <a:lnTo>
                    <a:pt x="205" y="197"/>
                  </a:lnTo>
                  <a:lnTo>
                    <a:pt x="194" y="231"/>
                  </a:lnTo>
                  <a:lnTo>
                    <a:pt x="180" y="264"/>
                  </a:lnTo>
                  <a:lnTo>
                    <a:pt x="166" y="292"/>
                  </a:lnTo>
                  <a:lnTo>
                    <a:pt x="148" y="319"/>
                  </a:lnTo>
                  <a:lnTo>
                    <a:pt x="129" y="344"/>
                  </a:lnTo>
                  <a:lnTo>
                    <a:pt x="109" y="364"/>
                  </a:lnTo>
                  <a:lnTo>
                    <a:pt x="89" y="381"/>
                  </a:lnTo>
                  <a:lnTo>
                    <a:pt x="68" y="394"/>
                  </a:lnTo>
                  <a:lnTo>
                    <a:pt x="46" y="405"/>
                  </a:lnTo>
                  <a:lnTo>
                    <a:pt x="24" y="410"/>
                  </a:lnTo>
                  <a:lnTo>
                    <a:pt x="0" y="413"/>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8474" name="Freeform 70"/>
            <p:cNvSpPr>
              <a:spLocks/>
            </p:cNvSpPr>
            <p:nvPr/>
          </p:nvSpPr>
          <p:spPr bwMode="auto">
            <a:xfrm>
              <a:off x="1343" y="2203"/>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2" y="42"/>
                  </a:lnTo>
                  <a:lnTo>
                    <a:pt x="5" y="86"/>
                  </a:lnTo>
                  <a:lnTo>
                    <a:pt x="11" y="125"/>
                  </a:lnTo>
                  <a:lnTo>
                    <a:pt x="19" y="163"/>
                  </a:lnTo>
                  <a:lnTo>
                    <a:pt x="30" y="202"/>
                  </a:lnTo>
                  <a:lnTo>
                    <a:pt x="41" y="236"/>
                  </a:lnTo>
                  <a:lnTo>
                    <a:pt x="56" y="269"/>
                  </a:lnTo>
                  <a:lnTo>
                    <a:pt x="72" y="299"/>
                  </a:lnTo>
                  <a:lnTo>
                    <a:pt x="90" y="326"/>
                  </a:lnTo>
                  <a:lnTo>
                    <a:pt x="108" y="351"/>
                  </a:lnTo>
                  <a:lnTo>
                    <a:pt x="127" y="373"/>
                  </a:lnTo>
                  <a:lnTo>
                    <a:pt x="149" y="390"/>
                  </a:lnTo>
                  <a:lnTo>
                    <a:pt x="172" y="406"/>
                  </a:lnTo>
                  <a:lnTo>
                    <a:pt x="195" y="416"/>
                  </a:lnTo>
                  <a:lnTo>
                    <a:pt x="220" y="422"/>
                  </a:lnTo>
                  <a:lnTo>
                    <a:pt x="245" y="424"/>
                  </a:lnTo>
                  <a:lnTo>
                    <a:pt x="245" y="413"/>
                  </a:lnTo>
                  <a:lnTo>
                    <a:pt x="222" y="410"/>
                  </a:lnTo>
                  <a:lnTo>
                    <a:pt x="200" y="405"/>
                  </a:lnTo>
                  <a:lnTo>
                    <a:pt x="179" y="394"/>
                  </a:lnTo>
                  <a:lnTo>
                    <a:pt x="156" y="381"/>
                  </a:lnTo>
                  <a:lnTo>
                    <a:pt x="136" y="364"/>
                  </a:lnTo>
                  <a:lnTo>
                    <a:pt x="118" y="344"/>
                  </a:lnTo>
                  <a:lnTo>
                    <a:pt x="99" y="319"/>
                  </a:lnTo>
                  <a:lnTo>
                    <a:pt x="81" y="292"/>
                  </a:lnTo>
                  <a:lnTo>
                    <a:pt x="67" y="264"/>
                  </a:lnTo>
                  <a:lnTo>
                    <a:pt x="53" y="231"/>
                  </a:lnTo>
                  <a:lnTo>
                    <a:pt x="41" y="197"/>
                  </a:lnTo>
                  <a:lnTo>
                    <a:pt x="31" y="161"/>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8475" name="Freeform 71"/>
            <p:cNvSpPr>
              <a:spLocks/>
            </p:cNvSpPr>
            <p:nvPr/>
          </p:nvSpPr>
          <p:spPr bwMode="auto">
            <a:xfrm>
              <a:off x="1343" y="2118"/>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1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20" y="3"/>
                  </a:lnTo>
                  <a:lnTo>
                    <a:pt x="195" y="9"/>
                  </a:lnTo>
                  <a:lnTo>
                    <a:pt x="172" y="19"/>
                  </a:lnTo>
                  <a:lnTo>
                    <a:pt x="149" y="34"/>
                  </a:lnTo>
                  <a:lnTo>
                    <a:pt x="127" y="53"/>
                  </a:lnTo>
                  <a:lnTo>
                    <a:pt x="108" y="75"/>
                  </a:lnTo>
                  <a:lnTo>
                    <a:pt x="90" y="99"/>
                  </a:lnTo>
                  <a:lnTo>
                    <a:pt x="71" y="126"/>
                  </a:lnTo>
                  <a:lnTo>
                    <a:pt x="56" y="158"/>
                  </a:lnTo>
                  <a:lnTo>
                    <a:pt x="41" y="190"/>
                  </a:lnTo>
                  <a:lnTo>
                    <a:pt x="30" y="224"/>
                  </a:lnTo>
                  <a:lnTo>
                    <a:pt x="19" y="262"/>
                  </a:lnTo>
                  <a:lnTo>
                    <a:pt x="11" y="301"/>
                  </a:lnTo>
                  <a:lnTo>
                    <a:pt x="5" y="340"/>
                  </a:lnTo>
                  <a:lnTo>
                    <a:pt x="2" y="384"/>
                  </a:lnTo>
                  <a:lnTo>
                    <a:pt x="0" y="426"/>
                  </a:lnTo>
                  <a:lnTo>
                    <a:pt x="12" y="426"/>
                  </a:lnTo>
                  <a:lnTo>
                    <a:pt x="13" y="384"/>
                  </a:lnTo>
                  <a:lnTo>
                    <a:pt x="17" y="343"/>
                  </a:lnTo>
                  <a:lnTo>
                    <a:pt x="23" y="303"/>
                  </a:lnTo>
                  <a:lnTo>
                    <a:pt x="31" y="264"/>
                  </a:lnTo>
                  <a:lnTo>
                    <a:pt x="41" y="229"/>
                  </a:lnTo>
                  <a:lnTo>
                    <a:pt x="53" y="195"/>
                  </a:lnTo>
                  <a:lnTo>
                    <a:pt x="67" y="162"/>
                  </a:lnTo>
                  <a:lnTo>
                    <a:pt x="82" y="133"/>
                  </a:lnTo>
                  <a:lnTo>
                    <a:pt x="99" y="106"/>
                  </a:lnTo>
                  <a:lnTo>
                    <a:pt x="118" y="83"/>
                  </a:lnTo>
                  <a:lnTo>
                    <a:pt x="136" y="63"/>
                  </a:lnTo>
                  <a:lnTo>
                    <a:pt x="156" y="44"/>
                  </a:lnTo>
                  <a:lnTo>
                    <a:pt x="179" y="31"/>
                  </a:lnTo>
                  <a:lnTo>
                    <a:pt x="200" y="20"/>
                  </a:lnTo>
                  <a:lnTo>
                    <a:pt x="222" y="15"/>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8476" name="Freeform 72"/>
            <p:cNvSpPr>
              <a:spLocks/>
            </p:cNvSpPr>
            <p:nvPr/>
          </p:nvSpPr>
          <p:spPr bwMode="auto">
            <a:xfrm>
              <a:off x="1384" y="1859"/>
              <a:ext cx="49" cy="84"/>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1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3" y="382"/>
                  </a:lnTo>
                  <a:lnTo>
                    <a:pt x="240" y="339"/>
                  </a:lnTo>
                  <a:lnTo>
                    <a:pt x="234" y="299"/>
                  </a:lnTo>
                  <a:lnTo>
                    <a:pt x="226" y="261"/>
                  </a:lnTo>
                  <a:lnTo>
                    <a:pt x="215" y="222"/>
                  </a:lnTo>
                  <a:lnTo>
                    <a:pt x="204" y="188"/>
                  </a:lnTo>
                  <a:lnTo>
                    <a:pt x="189" y="156"/>
                  </a:lnTo>
                  <a:lnTo>
                    <a:pt x="173" y="125"/>
                  </a:lnTo>
                  <a:lnTo>
                    <a:pt x="155" y="98"/>
                  </a:lnTo>
                  <a:lnTo>
                    <a:pt x="138" y="74"/>
                  </a:lnTo>
                  <a:lnTo>
                    <a:pt x="118" y="51"/>
                  </a:lnTo>
                  <a:lnTo>
                    <a:pt x="96" y="34"/>
                  </a:lnTo>
                  <a:lnTo>
                    <a:pt x="73" y="18"/>
                  </a:lnTo>
                  <a:lnTo>
                    <a:pt x="50" y="8"/>
                  </a:lnTo>
                  <a:lnTo>
                    <a:pt x="25" y="2"/>
                  </a:lnTo>
                  <a:lnTo>
                    <a:pt x="0" y="0"/>
                  </a:lnTo>
                  <a:lnTo>
                    <a:pt x="0" y="11"/>
                  </a:lnTo>
                  <a:lnTo>
                    <a:pt x="23" y="14"/>
                  </a:lnTo>
                  <a:lnTo>
                    <a:pt x="45" y="20"/>
                  </a:lnTo>
                  <a:lnTo>
                    <a:pt x="66" y="30"/>
                  </a:lnTo>
                  <a:lnTo>
                    <a:pt x="89" y="43"/>
                  </a:lnTo>
                  <a:lnTo>
                    <a:pt x="109" y="61"/>
                  </a:lnTo>
                  <a:lnTo>
                    <a:pt x="129" y="81"/>
                  </a:lnTo>
                  <a:lnTo>
                    <a:pt x="146" y="105"/>
                  </a:lnTo>
                  <a:lnTo>
                    <a:pt x="164" y="132"/>
                  </a:lnTo>
                  <a:lnTo>
                    <a:pt x="178" y="160"/>
                  </a:lnTo>
                  <a:lnTo>
                    <a:pt x="192" y="193"/>
                  </a:lnTo>
                  <a:lnTo>
                    <a:pt x="204" y="227"/>
                  </a:lnTo>
                  <a:lnTo>
                    <a:pt x="214" y="264"/>
                  </a:lnTo>
                  <a:lnTo>
                    <a:pt x="222" y="301"/>
                  </a:lnTo>
                  <a:lnTo>
                    <a:pt x="228"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8477" name="Freeform 73"/>
            <p:cNvSpPr>
              <a:spLocks/>
            </p:cNvSpPr>
            <p:nvPr/>
          </p:nvSpPr>
          <p:spPr bwMode="auto">
            <a:xfrm>
              <a:off x="1384" y="1943"/>
              <a:ext cx="49" cy="86"/>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5" y="423"/>
                  </a:lnTo>
                  <a:lnTo>
                    <a:pt x="50" y="418"/>
                  </a:lnTo>
                  <a:lnTo>
                    <a:pt x="73" y="407"/>
                  </a:lnTo>
                  <a:lnTo>
                    <a:pt x="96" y="392"/>
                  </a:lnTo>
                  <a:lnTo>
                    <a:pt x="118" y="374"/>
                  </a:lnTo>
                  <a:lnTo>
                    <a:pt x="138" y="352"/>
                  </a:lnTo>
                  <a:lnTo>
                    <a:pt x="155" y="327"/>
                  </a:lnTo>
                  <a:lnTo>
                    <a:pt x="174" y="300"/>
                  </a:lnTo>
                  <a:lnTo>
                    <a:pt x="189" y="269"/>
                  </a:lnTo>
                  <a:lnTo>
                    <a:pt x="204" y="237"/>
                  </a:lnTo>
                  <a:lnTo>
                    <a:pt x="215" y="202"/>
                  </a:lnTo>
                  <a:lnTo>
                    <a:pt x="226" y="164"/>
                  </a:lnTo>
                  <a:lnTo>
                    <a:pt x="234" y="126"/>
                  </a:lnTo>
                  <a:lnTo>
                    <a:pt x="240" y="86"/>
                  </a:lnTo>
                  <a:lnTo>
                    <a:pt x="243" y="42"/>
                  </a:lnTo>
                  <a:lnTo>
                    <a:pt x="245" y="0"/>
                  </a:lnTo>
                  <a:lnTo>
                    <a:pt x="233" y="0"/>
                  </a:lnTo>
                  <a:lnTo>
                    <a:pt x="232" y="42"/>
                  </a:lnTo>
                  <a:lnTo>
                    <a:pt x="228" y="83"/>
                  </a:lnTo>
                  <a:lnTo>
                    <a:pt x="222" y="123"/>
                  </a:lnTo>
                  <a:lnTo>
                    <a:pt x="214" y="162"/>
                  </a:lnTo>
                  <a:lnTo>
                    <a:pt x="204" y="197"/>
                  </a:lnTo>
                  <a:lnTo>
                    <a:pt x="192" y="232"/>
                  </a:lnTo>
                  <a:lnTo>
                    <a:pt x="178" y="264"/>
                  </a:lnTo>
                  <a:lnTo>
                    <a:pt x="163" y="293"/>
                  </a:lnTo>
                  <a:lnTo>
                    <a:pt x="146" y="320"/>
                  </a:lnTo>
                  <a:lnTo>
                    <a:pt x="129" y="345"/>
                  </a:lnTo>
                  <a:lnTo>
                    <a:pt x="109" y="365"/>
                  </a:lnTo>
                  <a:lnTo>
                    <a:pt x="89" y="382"/>
                  </a:lnTo>
                  <a:lnTo>
                    <a:pt x="66" y="395"/>
                  </a:lnTo>
                  <a:lnTo>
                    <a:pt x="45" y="406"/>
                  </a:lnTo>
                  <a:lnTo>
                    <a:pt x="23"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8478" name="Freeform 74"/>
            <p:cNvSpPr>
              <a:spLocks/>
            </p:cNvSpPr>
            <p:nvPr/>
          </p:nvSpPr>
          <p:spPr bwMode="auto">
            <a:xfrm>
              <a:off x="1335" y="1943"/>
              <a:ext cx="49" cy="86"/>
            </a:xfrm>
            <a:custGeom>
              <a:avLst/>
              <a:gdLst>
                <a:gd name="T0" fmla="*/ 0 w 246"/>
                <a:gd name="T1" fmla="*/ 0 h 426"/>
                <a:gd name="T2" fmla="*/ 0 w 246"/>
                <a:gd name="T3" fmla="*/ 0 h 426"/>
                <a:gd name="T4" fmla="*/ 0 w 246"/>
                <a:gd name="T5" fmla="*/ 0 h 426"/>
                <a:gd name="T6" fmla="*/ 0 w 246"/>
                <a:gd name="T7" fmla="*/ 1 h 426"/>
                <a:gd name="T8" fmla="*/ 0 w 246"/>
                <a:gd name="T9" fmla="*/ 1 h 426"/>
                <a:gd name="T10" fmla="*/ 0 w 246"/>
                <a:gd name="T11" fmla="*/ 1 h 426"/>
                <a:gd name="T12" fmla="*/ 0 w 246"/>
                <a:gd name="T13" fmla="*/ 2 h 426"/>
                <a:gd name="T14" fmla="*/ 0 w 246"/>
                <a:gd name="T15" fmla="*/ 2 h 426"/>
                <a:gd name="T16" fmla="*/ 0 w 246"/>
                <a:gd name="T17" fmla="*/ 2 h 426"/>
                <a:gd name="T18" fmla="*/ 1 w 246"/>
                <a:gd name="T19" fmla="*/ 2 h 426"/>
                <a:gd name="T20" fmla="*/ 1 w 246"/>
                <a:gd name="T21" fmla="*/ 3 h 426"/>
                <a:gd name="T22" fmla="*/ 1 w 246"/>
                <a:gd name="T23" fmla="*/ 3 h 426"/>
                <a:gd name="T24" fmla="*/ 1 w 246"/>
                <a:gd name="T25" fmla="*/ 3 h 426"/>
                <a:gd name="T26" fmla="*/ 1 w 246"/>
                <a:gd name="T27" fmla="*/ 3 h 426"/>
                <a:gd name="T28" fmla="*/ 1 w 246"/>
                <a:gd name="T29" fmla="*/ 3 h 426"/>
                <a:gd name="T30" fmla="*/ 2 w 246"/>
                <a:gd name="T31" fmla="*/ 3 h 426"/>
                <a:gd name="T32" fmla="*/ 2 w 246"/>
                <a:gd name="T33" fmla="*/ 3 h 426"/>
                <a:gd name="T34" fmla="*/ 2 w 246"/>
                <a:gd name="T35" fmla="*/ 3 h 426"/>
                <a:gd name="T36" fmla="*/ 2 w 246"/>
                <a:gd name="T37" fmla="*/ 3 h 426"/>
                <a:gd name="T38" fmla="*/ 2 w 246"/>
                <a:gd name="T39" fmla="*/ 3 h 426"/>
                <a:gd name="T40" fmla="*/ 2 w 246"/>
                <a:gd name="T41" fmla="*/ 3 h 426"/>
                <a:gd name="T42" fmla="*/ 1 w 246"/>
                <a:gd name="T43" fmla="*/ 3 h 426"/>
                <a:gd name="T44" fmla="*/ 1 w 246"/>
                <a:gd name="T45" fmla="*/ 3 h 426"/>
                <a:gd name="T46" fmla="*/ 1 w 246"/>
                <a:gd name="T47" fmla="*/ 3 h 426"/>
                <a:gd name="T48" fmla="*/ 1 w 246"/>
                <a:gd name="T49" fmla="*/ 3 h 426"/>
                <a:gd name="T50" fmla="*/ 1 w 246"/>
                <a:gd name="T51" fmla="*/ 3 h 426"/>
                <a:gd name="T52" fmla="*/ 1 w 246"/>
                <a:gd name="T53" fmla="*/ 2 h 426"/>
                <a:gd name="T54" fmla="*/ 1 w 246"/>
                <a:gd name="T55" fmla="*/ 2 h 426"/>
                <a:gd name="T56" fmla="*/ 0 w 246"/>
                <a:gd name="T57" fmla="*/ 2 h 426"/>
                <a:gd name="T58" fmla="*/ 0 w 246"/>
                <a:gd name="T59" fmla="*/ 2 h 426"/>
                <a:gd name="T60" fmla="*/ 0 w 246"/>
                <a:gd name="T61" fmla="*/ 1 h 426"/>
                <a:gd name="T62" fmla="*/ 0 w 246"/>
                <a:gd name="T63" fmla="*/ 1 h 426"/>
                <a:gd name="T64" fmla="*/ 0 w 246"/>
                <a:gd name="T65" fmla="*/ 1 h 426"/>
                <a:gd name="T66" fmla="*/ 0 w 246"/>
                <a:gd name="T67" fmla="*/ 0 h 426"/>
                <a:gd name="T68" fmla="*/ 0 w 246"/>
                <a:gd name="T69" fmla="*/ 0 h 426"/>
                <a:gd name="T70" fmla="*/ 0 w 246"/>
                <a:gd name="T71" fmla="*/ 0 h 426"/>
                <a:gd name="T72" fmla="*/ 0 w 246"/>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0"/>
                  </a:moveTo>
                  <a:lnTo>
                    <a:pt x="0" y="0"/>
                  </a:lnTo>
                  <a:lnTo>
                    <a:pt x="1" y="42"/>
                  </a:lnTo>
                  <a:lnTo>
                    <a:pt x="4" y="86"/>
                  </a:lnTo>
                  <a:lnTo>
                    <a:pt x="10" y="126"/>
                  </a:lnTo>
                  <a:lnTo>
                    <a:pt x="18" y="164"/>
                  </a:lnTo>
                  <a:lnTo>
                    <a:pt x="29" y="202"/>
                  </a:lnTo>
                  <a:lnTo>
                    <a:pt x="41" y="237"/>
                  </a:lnTo>
                  <a:lnTo>
                    <a:pt x="55" y="269"/>
                  </a:lnTo>
                  <a:lnTo>
                    <a:pt x="71" y="300"/>
                  </a:lnTo>
                  <a:lnTo>
                    <a:pt x="89" y="327"/>
                  </a:lnTo>
                  <a:lnTo>
                    <a:pt x="107" y="352"/>
                  </a:lnTo>
                  <a:lnTo>
                    <a:pt x="127" y="374"/>
                  </a:lnTo>
                  <a:lnTo>
                    <a:pt x="150" y="392"/>
                  </a:lnTo>
                  <a:lnTo>
                    <a:pt x="171" y="407"/>
                  </a:lnTo>
                  <a:lnTo>
                    <a:pt x="195" y="418"/>
                  </a:lnTo>
                  <a:lnTo>
                    <a:pt x="220" y="423"/>
                  </a:lnTo>
                  <a:lnTo>
                    <a:pt x="246" y="426"/>
                  </a:lnTo>
                  <a:lnTo>
                    <a:pt x="246" y="414"/>
                  </a:lnTo>
                  <a:lnTo>
                    <a:pt x="222" y="412"/>
                  </a:lnTo>
                  <a:lnTo>
                    <a:pt x="200" y="406"/>
                  </a:lnTo>
                  <a:lnTo>
                    <a:pt x="178" y="395"/>
                  </a:lnTo>
                  <a:lnTo>
                    <a:pt x="157" y="382"/>
                  </a:lnTo>
                  <a:lnTo>
                    <a:pt x="137" y="365"/>
                  </a:lnTo>
                  <a:lnTo>
                    <a:pt x="117" y="345"/>
                  </a:lnTo>
                  <a:lnTo>
                    <a:pt x="98" y="320"/>
                  </a:lnTo>
                  <a:lnTo>
                    <a:pt x="83" y="293"/>
                  </a:lnTo>
                  <a:lnTo>
                    <a:pt x="66" y="264"/>
                  </a:lnTo>
                  <a:lnTo>
                    <a:pt x="52" y="232"/>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8479" name="Freeform 75"/>
            <p:cNvSpPr>
              <a:spLocks/>
            </p:cNvSpPr>
            <p:nvPr/>
          </p:nvSpPr>
          <p:spPr bwMode="auto">
            <a:xfrm>
              <a:off x="1335" y="1859"/>
              <a:ext cx="49" cy="84"/>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1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0" y="2"/>
                  </a:lnTo>
                  <a:lnTo>
                    <a:pt x="195" y="8"/>
                  </a:lnTo>
                  <a:lnTo>
                    <a:pt x="171" y="18"/>
                  </a:lnTo>
                  <a:lnTo>
                    <a:pt x="150" y="34"/>
                  </a:lnTo>
                  <a:lnTo>
                    <a:pt x="127" y="51"/>
                  </a:lnTo>
                  <a:lnTo>
                    <a:pt x="107" y="74"/>
                  </a:lnTo>
                  <a:lnTo>
                    <a:pt x="89" y="98"/>
                  </a:lnTo>
                  <a:lnTo>
                    <a:pt x="72" y="125"/>
                  </a:lnTo>
                  <a:lnTo>
                    <a:pt x="55" y="156"/>
                  </a:lnTo>
                  <a:lnTo>
                    <a:pt x="41" y="188"/>
                  </a:lnTo>
                  <a:lnTo>
                    <a:pt x="29" y="222"/>
                  </a:lnTo>
                  <a:lnTo>
                    <a:pt x="18" y="261"/>
                  </a:lnTo>
                  <a:lnTo>
                    <a:pt x="10" y="299"/>
                  </a:lnTo>
                  <a:lnTo>
                    <a:pt x="4" y="339"/>
                  </a:lnTo>
                  <a:lnTo>
                    <a:pt x="1" y="382"/>
                  </a:lnTo>
                  <a:lnTo>
                    <a:pt x="0" y="424"/>
                  </a:lnTo>
                  <a:lnTo>
                    <a:pt x="11" y="424"/>
                  </a:lnTo>
                  <a:lnTo>
                    <a:pt x="13" y="382"/>
                  </a:lnTo>
                  <a:lnTo>
                    <a:pt x="16" y="341"/>
                  </a:lnTo>
                  <a:lnTo>
                    <a:pt x="22" y="301"/>
                  </a:lnTo>
                  <a:lnTo>
                    <a:pt x="30" y="264"/>
                  </a:lnTo>
                  <a:lnTo>
                    <a:pt x="41" y="227"/>
                  </a:lnTo>
                  <a:lnTo>
                    <a:pt x="52" y="193"/>
                  </a:lnTo>
                  <a:lnTo>
                    <a:pt x="66" y="160"/>
                  </a:lnTo>
                  <a:lnTo>
                    <a:pt x="82" y="132"/>
                  </a:lnTo>
                  <a:lnTo>
                    <a:pt x="98" y="105"/>
                  </a:lnTo>
                  <a:lnTo>
                    <a:pt x="117" y="81"/>
                  </a:lnTo>
                  <a:lnTo>
                    <a:pt x="137" y="61"/>
                  </a:lnTo>
                  <a:lnTo>
                    <a:pt x="157" y="43"/>
                  </a:lnTo>
                  <a:lnTo>
                    <a:pt x="178" y="30"/>
                  </a:lnTo>
                  <a:lnTo>
                    <a:pt x="200" y="20"/>
                  </a:lnTo>
                  <a:lnTo>
                    <a:pt x="222" y="14"/>
                  </a:lnTo>
                  <a:lnTo>
                    <a:pt x="246" y="11"/>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8480" name="Freeform 76"/>
            <p:cNvSpPr>
              <a:spLocks/>
            </p:cNvSpPr>
            <p:nvPr/>
          </p:nvSpPr>
          <p:spPr bwMode="auto">
            <a:xfrm>
              <a:off x="1552" y="1751"/>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1" y="339"/>
                  </a:lnTo>
                  <a:lnTo>
                    <a:pt x="235" y="299"/>
                  </a:lnTo>
                  <a:lnTo>
                    <a:pt x="226" y="261"/>
                  </a:lnTo>
                  <a:lnTo>
                    <a:pt x="216" y="223"/>
                  </a:lnTo>
                  <a:lnTo>
                    <a:pt x="204" y="189"/>
                  </a:lnTo>
                  <a:lnTo>
                    <a:pt x="190" y="156"/>
                  </a:lnTo>
                  <a:lnTo>
                    <a:pt x="174" y="125"/>
                  </a:lnTo>
                  <a:lnTo>
                    <a:pt x="156" y="98"/>
                  </a:lnTo>
                  <a:lnTo>
                    <a:pt x="137" y="74"/>
                  </a:lnTo>
                  <a:lnTo>
                    <a:pt x="119" y="52"/>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8" y="81"/>
                  </a:lnTo>
                  <a:lnTo>
                    <a:pt x="147" y="105"/>
                  </a:lnTo>
                  <a:lnTo>
                    <a:pt x="164" y="132"/>
                  </a:lnTo>
                  <a:lnTo>
                    <a:pt x="178" y="161"/>
                  </a:lnTo>
                  <a:lnTo>
                    <a:pt x="193" y="193"/>
                  </a:lnTo>
                  <a:lnTo>
                    <a:pt x="204" y="227"/>
                  </a:lnTo>
                  <a:lnTo>
                    <a:pt x="215" y="264"/>
                  </a:lnTo>
                  <a:lnTo>
                    <a:pt x="223" y="301"/>
                  </a:lnTo>
                  <a:lnTo>
                    <a:pt x="229" y="341"/>
                  </a:lnTo>
                  <a:lnTo>
                    <a:pt x="232" y="382"/>
                  </a:lnTo>
                  <a:lnTo>
                    <a:pt x="234"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8481" name="Freeform 77"/>
            <p:cNvSpPr>
              <a:spLocks/>
            </p:cNvSpPr>
            <p:nvPr/>
          </p:nvSpPr>
          <p:spPr bwMode="auto">
            <a:xfrm>
              <a:off x="1552" y="1836"/>
              <a:ext cx="49" cy="85"/>
            </a:xfrm>
            <a:custGeom>
              <a:avLst/>
              <a:gdLst>
                <a:gd name="T0" fmla="*/ 0 w 245"/>
                <a:gd name="T1" fmla="*/ 3 h 425"/>
                <a:gd name="T2" fmla="*/ 0 w 245"/>
                <a:gd name="T3" fmla="*/ 3 h 425"/>
                <a:gd name="T4" fmla="*/ 0 w 245"/>
                <a:gd name="T5" fmla="*/ 3 h 425"/>
                <a:gd name="T6" fmla="*/ 0 w 245"/>
                <a:gd name="T7" fmla="*/ 3 h 425"/>
                <a:gd name="T8" fmla="*/ 1 w 245"/>
                <a:gd name="T9" fmla="*/ 3 h 425"/>
                <a:gd name="T10" fmla="*/ 1 w 245"/>
                <a:gd name="T11" fmla="*/ 3 h 425"/>
                <a:gd name="T12" fmla="*/ 1 w 245"/>
                <a:gd name="T13" fmla="*/ 3 h 425"/>
                <a:gd name="T14" fmla="*/ 1 w 245"/>
                <a:gd name="T15" fmla="*/ 3 h 425"/>
                <a:gd name="T16" fmla="*/ 1 w 245"/>
                <a:gd name="T17" fmla="*/ 3 h 425"/>
                <a:gd name="T18" fmla="*/ 1 w 245"/>
                <a:gd name="T19" fmla="*/ 2 h 425"/>
                <a:gd name="T20" fmla="*/ 2 w 245"/>
                <a:gd name="T21" fmla="*/ 2 h 425"/>
                <a:gd name="T22" fmla="*/ 2 w 245"/>
                <a:gd name="T23" fmla="*/ 2 h 425"/>
                <a:gd name="T24" fmla="*/ 2 w 245"/>
                <a:gd name="T25" fmla="*/ 2 h 425"/>
                <a:gd name="T26" fmla="*/ 2 w 245"/>
                <a:gd name="T27" fmla="*/ 1 h 425"/>
                <a:gd name="T28" fmla="*/ 2 w 245"/>
                <a:gd name="T29" fmla="*/ 1 h 425"/>
                <a:gd name="T30" fmla="*/ 2 w 245"/>
                <a:gd name="T31" fmla="*/ 1 h 425"/>
                <a:gd name="T32" fmla="*/ 2 w 245"/>
                <a:gd name="T33" fmla="*/ 0 h 425"/>
                <a:gd name="T34" fmla="*/ 2 w 245"/>
                <a:gd name="T35" fmla="*/ 0 h 425"/>
                <a:gd name="T36" fmla="*/ 2 w 245"/>
                <a:gd name="T37" fmla="*/ 0 h 425"/>
                <a:gd name="T38" fmla="*/ 2 w 245"/>
                <a:gd name="T39" fmla="*/ 0 h 425"/>
                <a:gd name="T40" fmla="*/ 2 w 245"/>
                <a:gd name="T41" fmla="*/ 1 h 425"/>
                <a:gd name="T42" fmla="*/ 2 w 245"/>
                <a:gd name="T43" fmla="*/ 1 h 425"/>
                <a:gd name="T44" fmla="*/ 2 w 245"/>
                <a:gd name="T45" fmla="*/ 1 h 425"/>
                <a:gd name="T46" fmla="*/ 2 w 245"/>
                <a:gd name="T47" fmla="*/ 2 h 425"/>
                <a:gd name="T48" fmla="*/ 2 w 245"/>
                <a:gd name="T49" fmla="*/ 2 h 425"/>
                <a:gd name="T50" fmla="*/ 1 w 245"/>
                <a:gd name="T51" fmla="*/ 2 h 425"/>
                <a:gd name="T52" fmla="*/ 1 w 245"/>
                <a:gd name="T53" fmla="*/ 2 h 425"/>
                <a:gd name="T54" fmla="*/ 1 w 245"/>
                <a:gd name="T55" fmla="*/ 3 h 425"/>
                <a:gd name="T56" fmla="*/ 1 w 245"/>
                <a:gd name="T57" fmla="*/ 3 h 425"/>
                <a:gd name="T58" fmla="*/ 1 w 245"/>
                <a:gd name="T59" fmla="*/ 3 h 425"/>
                <a:gd name="T60" fmla="*/ 1 w 245"/>
                <a:gd name="T61" fmla="*/ 3 h 425"/>
                <a:gd name="T62" fmla="*/ 1 w 245"/>
                <a:gd name="T63" fmla="*/ 3 h 425"/>
                <a:gd name="T64" fmla="*/ 0 w 245"/>
                <a:gd name="T65" fmla="*/ 3 h 425"/>
                <a:gd name="T66" fmla="*/ 0 w 245"/>
                <a:gd name="T67" fmla="*/ 3 h 425"/>
                <a:gd name="T68" fmla="*/ 0 w 245"/>
                <a:gd name="T69" fmla="*/ 3 h 425"/>
                <a:gd name="T70" fmla="*/ 0 w 245"/>
                <a:gd name="T71" fmla="*/ 3 h 425"/>
                <a:gd name="T72" fmla="*/ 0 w 245"/>
                <a:gd name="T73" fmla="*/ 3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5"/>
                <a:gd name="T113" fmla="*/ 245 w 245"/>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5">
                  <a:moveTo>
                    <a:pt x="0" y="425"/>
                  </a:moveTo>
                  <a:lnTo>
                    <a:pt x="0" y="425"/>
                  </a:lnTo>
                  <a:lnTo>
                    <a:pt x="26" y="422"/>
                  </a:lnTo>
                  <a:lnTo>
                    <a:pt x="51" y="417"/>
                  </a:lnTo>
                  <a:lnTo>
                    <a:pt x="74" y="406"/>
                  </a:lnTo>
                  <a:lnTo>
                    <a:pt x="96" y="391"/>
                  </a:lnTo>
                  <a:lnTo>
                    <a:pt x="119" y="373"/>
                  </a:lnTo>
                  <a:lnTo>
                    <a:pt x="137" y="351"/>
                  </a:lnTo>
                  <a:lnTo>
                    <a:pt x="156" y="326"/>
                  </a:lnTo>
                  <a:lnTo>
                    <a:pt x="174" y="299"/>
                  </a:lnTo>
                  <a:lnTo>
                    <a:pt x="190" y="269"/>
                  </a:lnTo>
                  <a:lnTo>
                    <a:pt x="204" y="236"/>
                  </a:lnTo>
                  <a:lnTo>
                    <a:pt x="216" y="202"/>
                  </a:lnTo>
                  <a:lnTo>
                    <a:pt x="226" y="163"/>
                  </a:lnTo>
                  <a:lnTo>
                    <a:pt x="235" y="126"/>
                  </a:lnTo>
                  <a:lnTo>
                    <a:pt x="241" y="86"/>
                  </a:lnTo>
                  <a:lnTo>
                    <a:pt x="244" y="43"/>
                  </a:lnTo>
                  <a:lnTo>
                    <a:pt x="245" y="0"/>
                  </a:lnTo>
                  <a:lnTo>
                    <a:pt x="234" y="0"/>
                  </a:lnTo>
                  <a:lnTo>
                    <a:pt x="232" y="43"/>
                  </a:lnTo>
                  <a:lnTo>
                    <a:pt x="229" y="84"/>
                  </a:lnTo>
                  <a:lnTo>
                    <a:pt x="223" y="123"/>
                  </a:lnTo>
                  <a:lnTo>
                    <a:pt x="215" y="161"/>
                  </a:lnTo>
                  <a:lnTo>
                    <a:pt x="204" y="197"/>
                  </a:lnTo>
                  <a:lnTo>
                    <a:pt x="193" y="231"/>
                  </a:lnTo>
                  <a:lnTo>
                    <a:pt x="178" y="264"/>
                  </a:lnTo>
                  <a:lnTo>
                    <a:pt x="164" y="292"/>
                  </a:lnTo>
                  <a:lnTo>
                    <a:pt x="147" y="319"/>
                  </a:lnTo>
                  <a:lnTo>
                    <a:pt x="128" y="344"/>
                  </a:lnTo>
                  <a:lnTo>
                    <a:pt x="109" y="364"/>
                  </a:lnTo>
                  <a:lnTo>
                    <a:pt x="89" y="381"/>
                  </a:lnTo>
                  <a:lnTo>
                    <a:pt x="67" y="394"/>
                  </a:lnTo>
                  <a:lnTo>
                    <a:pt x="46" y="405"/>
                  </a:lnTo>
                  <a:lnTo>
                    <a:pt x="24" y="411"/>
                  </a:lnTo>
                  <a:lnTo>
                    <a:pt x="0" y="413"/>
                  </a:lnTo>
                  <a:lnTo>
                    <a:pt x="0" y="425"/>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8482" name="Freeform 78"/>
            <p:cNvSpPr>
              <a:spLocks/>
            </p:cNvSpPr>
            <p:nvPr/>
          </p:nvSpPr>
          <p:spPr bwMode="auto">
            <a:xfrm>
              <a:off x="1502" y="1836"/>
              <a:ext cx="50" cy="85"/>
            </a:xfrm>
            <a:custGeom>
              <a:avLst/>
              <a:gdLst>
                <a:gd name="T0" fmla="*/ 0 w 246"/>
                <a:gd name="T1" fmla="*/ 0 h 425"/>
                <a:gd name="T2" fmla="*/ 0 w 246"/>
                <a:gd name="T3" fmla="*/ 0 h 425"/>
                <a:gd name="T4" fmla="*/ 0 w 246"/>
                <a:gd name="T5" fmla="*/ 0 h 425"/>
                <a:gd name="T6" fmla="*/ 0 w 246"/>
                <a:gd name="T7" fmla="*/ 1 h 425"/>
                <a:gd name="T8" fmla="*/ 0 w 246"/>
                <a:gd name="T9" fmla="*/ 1 h 425"/>
                <a:gd name="T10" fmla="*/ 0 w 246"/>
                <a:gd name="T11" fmla="*/ 1 h 425"/>
                <a:gd name="T12" fmla="*/ 0 w 246"/>
                <a:gd name="T13" fmla="*/ 2 h 425"/>
                <a:gd name="T14" fmla="*/ 0 w 246"/>
                <a:gd name="T15" fmla="*/ 2 h 425"/>
                <a:gd name="T16" fmla="*/ 0 w 246"/>
                <a:gd name="T17" fmla="*/ 2 h 425"/>
                <a:gd name="T18" fmla="*/ 1 w 246"/>
                <a:gd name="T19" fmla="*/ 2 h 425"/>
                <a:gd name="T20" fmla="*/ 1 w 246"/>
                <a:gd name="T21" fmla="*/ 3 h 425"/>
                <a:gd name="T22" fmla="*/ 1 w 246"/>
                <a:gd name="T23" fmla="*/ 3 h 425"/>
                <a:gd name="T24" fmla="*/ 1 w 246"/>
                <a:gd name="T25" fmla="*/ 3 h 425"/>
                <a:gd name="T26" fmla="*/ 1 w 246"/>
                <a:gd name="T27" fmla="*/ 3 h 425"/>
                <a:gd name="T28" fmla="*/ 1 w 246"/>
                <a:gd name="T29" fmla="*/ 3 h 425"/>
                <a:gd name="T30" fmla="*/ 2 w 246"/>
                <a:gd name="T31" fmla="*/ 3 h 425"/>
                <a:gd name="T32" fmla="*/ 2 w 246"/>
                <a:gd name="T33" fmla="*/ 3 h 425"/>
                <a:gd name="T34" fmla="*/ 2 w 246"/>
                <a:gd name="T35" fmla="*/ 3 h 425"/>
                <a:gd name="T36" fmla="*/ 2 w 246"/>
                <a:gd name="T37" fmla="*/ 3 h 425"/>
                <a:gd name="T38" fmla="*/ 2 w 246"/>
                <a:gd name="T39" fmla="*/ 3 h 425"/>
                <a:gd name="T40" fmla="*/ 2 w 246"/>
                <a:gd name="T41" fmla="*/ 3 h 425"/>
                <a:gd name="T42" fmla="*/ 1 w 246"/>
                <a:gd name="T43" fmla="*/ 3 h 425"/>
                <a:gd name="T44" fmla="*/ 1 w 246"/>
                <a:gd name="T45" fmla="*/ 3 h 425"/>
                <a:gd name="T46" fmla="*/ 1 w 246"/>
                <a:gd name="T47" fmla="*/ 3 h 425"/>
                <a:gd name="T48" fmla="*/ 1 w 246"/>
                <a:gd name="T49" fmla="*/ 3 h 425"/>
                <a:gd name="T50" fmla="*/ 1 w 246"/>
                <a:gd name="T51" fmla="*/ 3 h 425"/>
                <a:gd name="T52" fmla="*/ 1 w 246"/>
                <a:gd name="T53" fmla="*/ 2 h 425"/>
                <a:gd name="T54" fmla="*/ 1 w 246"/>
                <a:gd name="T55" fmla="*/ 2 h 425"/>
                <a:gd name="T56" fmla="*/ 0 w 246"/>
                <a:gd name="T57" fmla="*/ 2 h 425"/>
                <a:gd name="T58" fmla="*/ 0 w 246"/>
                <a:gd name="T59" fmla="*/ 2 h 425"/>
                <a:gd name="T60" fmla="*/ 0 w 246"/>
                <a:gd name="T61" fmla="*/ 1 h 425"/>
                <a:gd name="T62" fmla="*/ 0 w 246"/>
                <a:gd name="T63" fmla="*/ 1 h 425"/>
                <a:gd name="T64" fmla="*/ 0 w 246"/>
                <a:gd name="T65" fmla="*/ 1 h 425"/>
                <a:gd name="T66" fmla="*/ 0 w 246"/>
                <a:gd name="T67" fmla="*/ 0 h 425"/>
                <a:gd name="T68" fmla="*/ 0 w 246"/>
                <a:gd name="T69" fmla="*/ 0 h 425"/>
                <a:gd name="T70" fmla="*/ 0 w 246"/>
                <a:gd name="T71" fmla="*/ 0 h 425"/>
                <a:gd name="T72" fmla="*/ 0 w 246"/>
                <a:gd name="T73" fmla="*/ 0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5"/>
                <a:gd name="T113" fmla="*/ 246 w 246"/>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5">
                  <a:moveTo>
                    <a:pt x="0" y="0"/>
                  </a:moveTo>
                  <a:lnTo>
                    <a:pt x="0" y="0"/>
                  </a:lnTo>
                  <a:lnTo>
                    <a:pt x="2" y="43"/>
                  </a:lnTo>
                  <a:lnTo>
                    <a:pt x="5" y="86"/>
                  </a:lnTo>
                  <a:lnTo>
                    <a:pt x="11" y="126"/>
                  </a:lnTo>
                  <a:lnTo>
                    <a:pt x="19" y="163"/>
                  </a:lnTo>
                  <a:lnTo>
                    <a:pt x="30" y="202"/>
                  </a:lnTo>
                  <a:lnTo>
                    <a:pt x="41" y="236"/>
                  </a:lnTo>
                  <a:lnTo>
                    <a:pt x="55" y="269"/>
                  </a:lnTo>
                  <a:lnTo>
                    <a:pt x="73" y="299"/>
                  </a:lnTo>
                  <a:lnTo>
                    <a:pt x="89" y="326"/>
                  </a:lnTo>
                  <a:lnTo>
                    <a:pt x="108" y="351"/>
                  </a:lnTo>
                  <a:lnTo>
                    <a:pt x="128" y="373"/>
                  </a:lnTo>
                  <a:lnTo>
                    <a:pt x="150" y="391"/>
                  </a:lnTo>
                  <a:lnTo>
                    <a:pt x="171" y="406"/>
                  </a:lnTo>
                  <a:lnTo>
                    <a:pt x="196" y="417"/>
                  </a:lnTo>
                  <a:lnTo>
                    <a:pt x="221" y="422"/>
                  </a:lnTo>
                  <a:lnTo>
                    <a:pt x="246" y="425"/>
                  </a:lnTo>
                  <a:lnTo>
                    <a:pt x="246" y="413"/>
                  </a:lnTo>
                  <a:lnTo>
                    <a:pt x="223" y="411"/>
                  </a:lnTo>
                  <a:lnTo>
                    <a:pt x="201" y="405"/>
                  </a:lnTo>
                  <a:lnTo>
                    <a:pt x="178" y="394"/>
                  </a:lnTo>
                  <a:lnTo>
                    <a:pt x="157" y="381"/>
                  </a:lnTo>
                  <a:lnTo>
                    <a:pt x="137" y="364"/>
                  </a:lnTo>
                  <a:lnTo>
                    <a:pt x="117" y="344"/>
                  </a:lnTo>
                  <a:lnTo>
                    <a:pt x="99" y="319"/>
                  </a:lnTo>
                  <a:lnTo>
                    <a:pt x="82" y="292"/>
                  </a:lnTo>
                  <a:lnTo>
                    <a:pt x="67" y="264"/>
                  </a:lnTo>
                  <a:lnTo>
                    <a:pt x="53" y="231"/>
                  </a:lnTo>
                  <a:lnTo>
                    <a:pt x="41" y="197"/>
                  </a:lnTo>
                  <a:lnTo>
                    <a:pt x="31" y="161"/>
                  </a:lnTo>
                  <a:lnTo>
                    <a:pt x="23" y="123"/>
                  </a:lnTo>
                  <a:lnTo>
                    <a:pt x="17" y="84"/>
                  </a:lnTo>
                  <a:lnTo>
                    <a:pt x="13" y="4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8483" name="Freeform 79"/>
            <p:cNvSpPr>
              <a:spLocks/>
            </p:cNvSpPr>
            <p:nvPr/>
          </p:nvSpPr>
          <p:spPr bwMode="auto">
            <a:xfrm>
              <a:off x="1502" y="1751"/>
              <a:ext cx="50" cy="85"/>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2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1" y="2"/>
                  </a:lnTo>
                  <a:lnTo>
                    <a:pt x="196" y="8"/>
                  </a:lnTo>
                  <a:lnTo>
                    <a:pt x="171" y="19"/>
                  </a:lnTo>
                  <a:lnTo>
                    <a:pt x="150" y="34"/>
                  </a:lnTo>
                  <a:lnTo>
                    <a:pt x="128" y="52"/>
                  </a:lnTo>
                  <a:lnTo>
                    <a:pt x="108" y="74"/>
                  </a:lnTo>
                  <a:lnTo>
                    <a:pt x="89" y="98"/>
                  </a:lnTo>
                  <a:lnTo>
                    <a:pt x="73" y="125"/>
                  </a:lnTo>
                  <a:lnTo>
                    <a:pt x="55" y="156"/>
                  </a:lnTo>
                  <a:lnTo>
                    <a:pt x="41" y="189"/>
                  </a:lnTo>
                  <a:lnTo>
                    <a:pt x="30" y="223"/>
                  </a:lnTo>
                  <a:lnTo>
                    <a:pt x="19" y="261"/>
                  </a:lnTo>
                  <a:lnTo>
                    <a:pt x="11" y="299"/>
                  </a:lnTo>
                  <a:lnTo>
                    <a:pt x="5" y="339"/>
                  </a:lnTo>
                  <a:lnTo>
                    <a:pt x="2" y="382"/>
                  </a:lnTo>
                  <a:lnTo>
                    <a:pt x="0" y="424"/>
                  </a:lnTo>
                  <a:lnTo>
                    <a:pt x="12" y="424"/>
                  </a:lnTo>
                  <a:lnTo>
                    <a:pt x="13" y="382"/>
                  </a:lnTo>
                  <a:lnTo>
                    <a:pt x="17" y="341"/>
                  </a:lnTo>
                  <a:lnTo>
                    <a:pt x="23" y="301"/>
                  </a:lnTo>
                  <a:lnTo>
                    <a:pt x="31" y="264"/>
                  </a:lnTo>
                  <a:lnTo>
                    <a:pt x="41" y="227"/>
                  </a:lnTo>
                  <a:lnTo>
                    <a:pt x="53" y="193"/>
                  </a:lnTo>
                  <a:lnTo>
                    <a:pt x="67" y="161"/>
                  </a:lnTo>
                  <a:lnTo>
                    <a:pt x="82" y="132"/>
                  </a:lnTo>
                  <a:lnTo>
                    <a:pt x="99" y="105"/>
                  </a:lnTo>
                  <a:lnTo>
                    <a:pt x="117" y="81"/>
                  </a:lnTo>
                  <a:lnTo>
                    <a:pt x="137" y="61"/>
                  </a:lnTo>
                  <a:lnTo>
                    <a:pt x="157" y="43"/>
                  </a:lnTo>
                  <a:lnTo>
                    <a:pt x="178" y="30"/>
                  </a:lnTo>
                  <a:lnTo>
                    <a:pt x="201" y="20"/>
                  </a:lnTo>
                  <a:lnTo>
                    <a:pt x="223" y="14"/>
                  </a:lnTo>
                  <a:lnTo>
                    <a:pt x="246" y="12"/>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8484" name="Freeform 80"/>
            <p:cNvSpPr>
              <a:spLocks/>
            </p:cNvSpPr>
            <p:nvPr/>
          </p:nvSpPr>
          <p:spPr bwMode="auto">
            <a:xfrm>
              <a:off x="1565" y="2016"/>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0" y="339"/>
                  </a:lnTo>
                  <a:lnTo>
                    <a:pt x="234" y="299"/>
                  </a:lnTo>
                  <a:lnTo>
                    <a:pt x="226" y="261"/>
                  </a:lnTo>
                  <a:lnTo>
                    <a:pt x="216" y="223"/>
                  </a:lnTo>
                  <a:lnTo>
                    <a:pt x="204" y="189"/>
                  </a:lnTo>
                  <a:lnTo>
                    <a:pt x="190" y="156"/>
                  </a:lnTo>
                  <a:lnTo>
                    <a:pt x="174" y="125"/>
                  </a:lnTo>
                  <a:lnTo>
                    <a:pt x="156" y="98"/>
                  </a:lnTo>
                  <a:lnTo>
                    <a:pt x="138" y="74"/>
                  </a:lnTo>
                  <a:lnTo>
                    <a:pt x="118" y="51"/>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9" y="81"/>
                  </a:lnTo>
                  <a:lnTo>
                    <a:pt x="147" y="105"/>
                  </a:lnTo>
                  <a:lnTo>
                    <a:pt x="164" y="132"/>
                  </a:lnTo>
                  <a:lnTo>
                    <a:pt x="178" y="160"/>
                  </a:lnTo>
                  <a:lnTo>
                    <a:pt x="192" y="193"/>
                  </a:lnTo>
                  <a:lnTo>
                    <a:pt x="204" y="227"/>
                  </a:lnTo>
                  <a:lnTo>
                    <a:pt x="215" y="264"/>
                  </a:lnTo>
                  <a:lnTo>
                    <a:pt x="223" y="301"/>
                  </a:lnTo>
                  <a:lnTo>
                    <a:pt x="229"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8485" name="Freeform 81"/>
            <p:cNvSpPr>
              <a:spLocks/>
            </p:cNvSpPr>
            <p:nvPr/>
          </p:nvSpPr>
          <p:spPr bwMode="auto">
            <a:xfrm>
              <a:off x="1565" y="2101"/>
              <a:ext cx="49" cy="85"/>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6" y="423"/>
                  </a:lnTo>
                  <a:lnTo>
                    <a:pt x="51" y="418"/>
                  </a:lnTo>
                  <a:lnTo>
                    <a:pt x="74" y="407"/>
                  </a:lnTo>
                  <a:lnTo>
                    <a:pt x="96" y="392"/>
                  </a:lnTo>
                  <a:lnTo>
                    <a:pt x="118" y="373"/>
                  </a:lnTo>
                  <a:lnTo>
                    <a:pt x="138" y="351"/>
                  </a:lnTo>
                  <a:lnTo>
                    <a:pt x="156" y="327"/>
                  </a:lnTo>
                  <a:lnTo>
                    <a:pt x="175" y="299"/>
                  </a:lnTo>
                  <a:lnTo>
                    <a:pt x="190" y="269"/>
                  </a:lnTo>
                  <a:lnTo>
                    <a:pt x="204" y="236"/>
                  </a:lnTo>
                  <a:lnTo>
                    <a:pt x="216" y="202"/>
                  </a:lnTo>
                  <a:lnTo>
                    <a:pt x="226" y="164"/>
                  </a:lnTo>
                  <a:lnTo>
                    <a:pt x="234" y="126"/>
                  </a:lnTo>
                  <a:lnTo>
                    <a:pt x="240" y="86"/>
                  </a:lnTo>
                  <a:lnTo>
                    <a:pt x="244" y="42"/>
                  </a:lnTo>
                  <a:lnTo>
                    <a:pt x="245" y="0"/>
                  </a:lnTo>
                  <a:lnTo>
                    <a:pt x="233" y="0"/>
                  </a:lnTo>
                  <a:lnTo>
                    <a:pt x="232" y="42"/>
                  </a:lnTo>
                  <a:lnTo>
                    <a:pt x="229" y="83"/>
                  </a:lnTo>
                  <a:lnTo>
                    <a:pt x="223" y="123"/>
                  </a:lnTo>
                  <a:lnTo>
                    <a:pt x="215" y="162"/>
                  </a:lnTo>
                  <a:lnTo>
                    <a:pt x="204" y="197"/>
                  </a:lnTo>
                  <a:lnTo>
                    <a:pt x="192" y="231"/>
                  </a:lnTo>
                  <a:lnTo>
                    <a:pt x="178" y="264"/>
                  </a:lnTo>
                  <a:lnTo>
                    <a:pt x="163" y="292"/>
                  </a:lnTo>
                  <a:lnTo>
                    <a:pt x="147" y="320"/>
                  </a:lnTo>
                  <a:lnTo>
                    <a:pt x="129" y="344"/>
                  </a:lnTo>
                  <a:lnTo>
                    <a:pt x="109" y="364"/>
                  </a:lnTo>
                  <a:lnTo>
                    <a:pt x="89" y="382"/>
                  </a:lnTo>
                  <a:lnTo>
                    <a:pt x="67" y="395"/>
                  </a:lnTo>
                  <a:lnTo>
                    <a:pt x="46" y="406"/>
                  </a:lnTo>
                  <a:lnTo>
                    <a:pt x="24"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8486" name="Freeform 82"/>
            <p:cNvSpPr>
              <a:spLocks/>
            </p:cNvSpPr>
            <p:nvPr/>
          </p:nvSpPr>
          <p:spPr bwMode="auto">
            <a:xfrm>
              <a:off x="1516" y="2101"/>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5" y="86"/>
                  </a:lnTo>
                  <a:lnTo>
                    <a:pt x="11" y="126"/>
                  </a:lnTo>
                  <a:lnTo>
                    <a:pt x="19" y="164"/>
                  </a:lnTo>
                  <a:lnTo>
                    <a:pt x="30" y="202"/>
                  </a:lnTo>
                  <a:lnTo>
                    <a:pt x="41" y="236"/>
                  </a:lnTo>
                  <a:lnTo>
                    <a:pt x="55" y="269"/>
                  </a:lnTo>
                  <a:lnTo>
                    <a:pt x="71" y="299"/>
                  </a:lnTo>
                  <a:lnTo>
                    <a:pt x="89" y="327"/>
                  </a:lnTo>
                  <a:lnTo>
                    <a:pt x="107" y="351"/>
                  </a:lnTo>
                  <a:lnTo>
                    <a:pt x="127" y="373"/>
                  </a:lnTo>
                  <a:lnTo>
                    <a:pt x="149" y="392"/>
                  </a:lnTo>
                  <a:lnTo>
                    <a:pt x="171" y="407"/>
                  </a:lnTo>
                  <a:lnTo>
                    <a:pt x="195" y="418"/>
                  </a:lnTo>
                  <a:lnTo>
                    <a:pt x="219" y="423"/>
                  </a:lnTo>
                  <a:lnTo>
                    <a:pt x="245" y="426"/>
                  </a:lnTo>
                  <a:lnTo>
                    <a:pt x="245" y="414"/>
                  </a:lnTo>
                  <a:lnTo>
                    <a:pt x="222" y="412"/>
                  </a:lnTo>
                  <a:lnTo>
                    <a:pt x="199" y="406"/>
                  </a:lnTo>
                  <a:lnTo>
                    <a:pt x="178" y="395"/>
                  </a:lnTo>
                  <a:lnTo>
                    <a:pt x="156" y="382"/>
                  </a:lnTo>
                  <a:lnTo>
                    <a:pt x="136" y="364"/>
                  </a:lnTo>
                  <a:lnTo>
                    <a:pt x="116" y="344"/>
                  </a:lnTo>
                  <a:lnTo>
                    <a:pt x="99" y="320"/>
                  </a:lnTo>
                  <a:lnTo>
                    <a:pt x="82" y="292"/>
                  </a:lnTo>
                  <a:lnTo>
                    <a:pt x="67" y="264"/>
                  </a:lnTo>
                  <a:lnTo>
                    <a:pt x="53" y="231"/>
                  </a:lnTo>
                  <a:lnTo>
                    <a:pt x="41" y="197"/>
                  </a:lnTo>
                  <a:lnTo>
                    <a:pt x="31" y="162"/>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8487" name="Freeform 83"/>
            <p:cNvSpPr>
              <a:spLocks/>
            </p:cNvSpPr>
            <p:nvPr/>
          </p:nvSpPr>
          <p:spPr bwMode="auto">
            <a:xfrm>
              <a:off x="1516" y="2016"/>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5" y="8"/>
                  </a:lnTo>
                  <a:lnTo>
                    <a:pt x="171" y="19"/>
                  </a:lnTo>
                  <a:lnTo>
                    <a:pt x="149" y="34"/>
                  </a:lnTo>
                  <a:lnTo>
                    <a:pt x="127" y="51"/>
                  </a:lnTo>
                  <a:lnTo>
                    <a:pt x="107" y="74"/>
                  </a:lnTo>
                  <a:lnTo>
                    <a:pt x="89" y="98"/>
                  </a:lnTo>
                  <a:lnTo>
                    <a:pt x="72" y="125"/>
                  </a:lnTo>
                  <a:lnTo>
                    <a:pt x="55" y="156"/>
                  </a:lnTo>
                  <a:lnTo>
                    <a:pt x="41" y="189"/>
                  </a:lnTo>
                  <a:lnTo>
                    <a:pt x="30" y="223"/>
                  </a:lnTo>
                  <a:lnTo>
                    <a:pt x="19" y="261"/>
                  </a:lnTo>
                  <a:lnTo>
                    <a:pt x="11" y="299"/>
                  </a:lnTo>
                  <a:lnTo>
                    <a:pt x="5" y="339"/>
                  </a:lnTo>
                  <a:lnTo>
                    <a:pt x="1" y="382"/>
                  </a:lnTo>
                  <a:lnTo>
                    <a:pt x="0" y="424"/>
                  </a:lnTo>
                  <a:lnTo>
                    <a:pt x="12" y="424"/>
                  </a:lnTo>
                  <a:lnTo>
                    <a:pt x="13" y="382"/>
                  </a:lnTo>
                  <a:lnTo>
                    <a:pt x="17" y="341"/>
                  </a:lnTo>
                  <a:lnTo>
                    <a:pt x="23" y="301"/>
                  </a:lnTo>
                  <a:lnTo>
                    <a:pt x="31" y="264"/>
                  </a:lnTo>
                  <a:lnTo>
                    <a:pt x="41" y="227"/>
                  </a:lnTo>
                  <a:lnTo>
                    <a:pt x="53" y="193"/>
                  </a:lnTo>
                  <a:lnTo>
                    <a:pt x="67" y="160"/>
                  </a:lnTo>
                  <a:lnTo>
                    <a:pt x="81" y="132"/>
                  </a:lnTo>
                  <a:lnTo>
                    <a:pt x="99" y="105"/>
                  </a:lnTo>
                  <a:lnTo>
                    <a:pt x="116" y="81"/>
                  </a:lnTo>
                  <a:lnTo>
                    <a:pt x="136" y="61"/>
                  </a:lnTo>
                  <a:lnTo>
                    <a:pt x="156" y="43"/>
                  </a:lnTo>
                  <a:lnTo>
                    <a:pt x="178" y="30"/>
                  </a:lnTo>
                  <a:lnTo>
                    <a:pt x="199" y="20"/>
                  </a:lnTo>
                  <a:lnTo>
                    <a:pt x="222"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grpSp>
        <p:nvGrpSpPr>
          <p:cNvPr id="58382" name="Group 84"/>
          <p:cNvGrpSpPr>
            <a:grpSpLocks/>
          </p:cNvGrpSpPr>
          <p:nvPr/>
        </p:nvGrpSpPr>
        <p:grpSpPr bwMode="auto">
          <a:xfrm rot="-223274">
            <a:off x="506413" y="2897188"/>
            <a:ext cx="744537" cy="733425"/>
            <a:chOff x="2757" y="1666"/>
            <a:chExt cx="812" cy="800"/>
          </a:xfrm>
        </p:grpSpPr>
        <p:sp>
          <p:nvSpPr>
            <p:cNvPr id="58431" name="Freeform 85"/>
            <p:cNvSpPr>
              <a:spLocks/>
            </p:cNvSpPr>
            <p:nvPr/>
          </p:nvSpPr>
          <p:spPr bwMode="auto">
            <a:xfrm>
              <a:off x="2762" y="1667"/>
              <a:ext cx="807" cy="584"/>
            </a:xfrm>
            <a:custGeom>
              <a:avLst/>
              <a:gdLst>
                <a:gd name="T0" fmla="*/ 497 w 807"/>
                <a:gd name="T1" fmla="*/ 583 h 584"/>
                <a:gd name="T2" fmla="*/ 0 w 807"/>
                <a:gd name="T3" fmla="*/ 452 h 584"/>
                <a:gd name="T4" fmla="*/ 337 w 807"/>
                <a:gd name="T5" fmla="*/ 0 h 584"/>
                <a:gd name="T6" fmla="*/ 806 w 807"/>
                <a:gd name="T7" fmla="*/ 98 h 584"/>
                <a:gd name="T8" fmla="*/ 497 w 807"/>
                <a:gd name="T9" fmla="*/ 583 h 584"/>
                <a:gd name="T10" fmla="*/ 0 60000 65536"/>
                <a:gd name="T11" fmla="*/ 0 60000 65536"/>
                <a:gd name="T12" fmla="*/ 0 60000 65536"/>
                <a:gd name="T13" fmla="*/ 0 60000 65536"/>
                <a:gd name="T14" fmla="*/ 0 60000 65536"/>
                <a:gd name="T15" fmla="*/ 0 w 807"/>
                <a:gd name="T16" fmla="*/ 0 h 584"/>
                <a:gd name="T17" fmla="*/ 807 w 807"/>
                <a:gd name="T18" fmla="*/ 584 h 584"/>
              </a:gdLst>
              <a:ahLst/>
              <a:cxnLst>
                <a:cxn ang="T10">
                  <a:pos x="T0" y="T1"/>
                </a:cxn>
                <a:cxn ang="T11">
                  <a:pos x="T2" y="T3"/>
                </a:cxn>
                <a:cxn ang="T12">
                  <a:pos x="T4" y="T5"/>
                </a:cxn>
                <a:cxn ang="T13">
                  <a:pos x="T6" y="T7"/>
                </a:cxn>
                <a:cxn ang="T14">
                  <a:pos x="T8" y="T9"/>
                </a:cxn>
              </a:cxnLst>
              <a:rect l="T15" t="T16" r="T17" b="T18"/>
              <a:pathLst>
                <a:path w="807" h="584">
                  <a:moveTo>
                    <a:pt x="497" y="583"/>
                  </a:moveTo>
                  <a:lnTo>
                    <a:pt x="0" y="452"/>
                  </a:lnTo>
                  <a:lnTo>
                    <a:pt x="337" y="0"/>
                  </a:lnTo>
                  <a:lnTo>
                    <a:pt x="806" y="98"/>
                  </a:lnTo>
                  <a:lnTo>
                    <a:pt x="497" y="583"/>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58432" name="Freeform 86"/>
            <p:cNvSpPr>
              <a:spLocks/>
            </p:cNvSpPr>
            <p:nvPr/>
          </p:nvSpPr>
          <p:spPr bwMode="auto">
            <a:xfrm>
              <a:off x="2882" y="1861"/>
              <a:ext cx="578" cy="384"/>
            </a:xfrm>
            <a:custGeom>
              <a:avLst/>
              <a:gdLst>
                <a:gd name="T0" fmla="*/ 377 w 578"/>
                <a:gd name="T1" fmla="*/ 383 h 384"/>
                <a:gd name="T2" fmla="*/ 0 w 578"/>
                <a:gd name="T3" fmla="*/ 291 h 384"/>
                <a:gd name="T4" fmla="*/ 217 w 578"/>
                <a:gd name="T5" fmla="*/ 0 h 384"/>
                <a:gd name="T6" fmla="*/ 577 w 578"/>
                <a:gd name="T7" fmla="*/ 74 h 384"/>
                <a:gd name="T8" fmla="*/ 377 w 578"/>
                <a:gd name="T9" fmla="*/ 383 h 384"/>
                <a:gd name="T10" fmla="*/ 0 60000 65536"/>
                <a:gd name="T11" fmla="*/ 0 60000 65536"/>
                <a:gd name="T12" fmla="*/ 0 60000 65536"/>
                <a:gd name="T13" fmla="*/ 0 60000 65536"/>
                <a:gd name="T14" fmla="*/ 0 60000 65536"/>
                <a:gd name="T15" fmla="*/ 0 w 578"/>
                <a:gd name="T16" fmla="*/ 0 h 384"/>
                <a:gd name="T17" fmla="*/ 578 w 578"/>
                <a:gd name="T18" fmla="*/ 384 h 384"/>
              </a:gdLst>
              <a:ahLst/>
              <a:cxnLst>
                <a:cxn ang="T10">
                  <a:pos x="T0" y="T1"/>
                </a:cxn>
                <a:cxn ang="T11">
                  <a:pos x="T2" y="T3"/>
                </a:cxn>
                <a:cxn ang="T12">
                  <a:pos x="T4" y="T5"/>
                </a:cxn>
                <a:cxn ang="T13">
                  <a:pos x="T6" y="T7"/>
                </a:cxn>
                <a:cxn ang="T14">
                  <a:pos x="T8" y="T9"/>
                </a:cxn>
              </a:cxnLst>
              <a:rect l="T15" t="T16" r="T17" b="T18"/>
              <a:pathLst>
                <a:path w="578" h="384">
                  <a:moveTo>
                    <a:pt x="377" y="383"/>
                  </a:moveTo>
                  <a:lnTo>
                    <a:pt x="0" y="291"/>
                  </a:lnTo>
                  <a:lnTo>
                    <a:pt x="217" y="0"/>
                  </a:lnTo>
                  <a:lnTo>
                    <a:pt x="577" y="74"/>
                  </a:lnTo>
                  <a:lnTo>
                    <a:pt x="377" y="383"/>
                  </a:lnTo>
                </a:path>
              </a:pathLst>
            </a:custGeom>
            <a:solidFill>
              <a:srgbClr val="E22B00"/>
            </a:solidFill>
            <a:ln>
              <a:noFill/>
            </a:ln>
            <a:extLst>
              <a:ext uri="{91240B29-F687-4F45-9708-019B960494DF}">
                <a14:hiddenLine xmlns:a14="http://schemas.microsoft.com/office/drawing/2010/main" w="12700" cap="rnd" cmpd="sng">
                  <a:solidFill>
                    <a:srgbClr val="000000"/>
                  </a:solidFill>
                  <a:prstDash val="solid"/>
                  <a:round/>
                  <a:headEnd type="none" w="med" len="med"/>
                  <a:tailEnd type="none" w="med" len="med"/>
                </a14:hiddenLine>
              </a:ext>
            </a:extLst>
          </p:spPr>
          <p:txBody>
            <a:bodyPr/>
            <a:lstStyle/>
            <a:p>
              <a:endParaRPr lang="fr-FR"/>
            </a:p>
          </p:txBody>
        </p:sp>
        <p:sp>
          <p:nvSpPr>
            <p:cNvPr id="58433" name="Line 87"/>
            <p:cNvSpPr>
              <a:spLocks noChangeShapeType="1"/>
            </p:cNvSpPr>
            <p:nvPr/>
          </p:nvSpPr>
          <p:spPr bwMode="auto">
            <a:xfrm>
              <a:off x="3102" y="1862"/>
              <a:ext cx="352" cy="7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fr-FR"/>
            </a:p>
          </p:txBody>
        </p:sp>
        <p:sp>
          <p:nvSpPr>
            <p:cNvPr id="58434" name="Freeform 88"/>
            <p:cNvSpPr>
              <a:spLocks/>
            </p:cNvSpPr>
            <p:nvPr/>
          </p:nvSpPr>
          <p:spPr bwMode="auto">
            <a:xfrm>
              <a:off x="2762" y="1666"/>
              <a:ext cx="337" cy="485"/>
            </a:xfrm>
            <a:custGeom>
              <a:avLst/>
              <a:gdLst>
                <a:gd name="T0" fmla="*/ 336 w 337"/>
                <a:gd name="T1" fmla="*/ 194 h 485"/>
                <a:gd name="T2" fmla="*/ 118 w 337"/>
                <a:gd name="T3" fmla="*/ 484 h 485"/>
                <a:gd name="T4" fmla="*/ 0 w 337"/>
                <a:gd name="T5" fmla="*/ 452 h 485"/>
                <a:gd name="T6" fmla="*/ 336 w 337"/>
                <a:gd name="T7" fmla="*/ 0 h 485"/>
                <a:gd name="T8" fmla="*/ 336 w 337"/>
                <a:gd name="T9" fmla="*/ 152 h 485"/>
                <a:gd name="T10" fmla="*/ 336 w 337"/>
                <a:gd name="T11" fmla="*/ 194 h 485"/>
                <a:gd name="T12" fmla="*/ 0 60000 65536"/>
                <a:gd name="T13" fmla="*/ 0 60000 65536"/>
                <a:gd name="T14" fmla="*/ 0 60000 65536"/>
                <a:gd name="T15" fmla="*/ 0 60000 65536"/>
                <a:gd name="T16" fmla="*/ 0 60000 65536"/>
                <a:gd name="T17" fmla="*/ 0 60000 65536"/>
                <a:gd name="T18" fmla="*/ 0 w 337"/>
                <a:gd name="T19" fmla="*/ 0 h 485"/>
                <a:gd name="T20" fmla="*/ 337 w 337"/>
                <a:gd name="T21" fmla="*/ 485 h 485"/>
              </a:gdLst>
              <a:ahLst/>
              <a:cxnLst>
                <a:cxn ang="T12">
                  <a:pos x="T0" y="T1"/>
                </a:cxn>
                <a:cxn ang="T13">
                  <a:pos x="T2" y="T3"/>
                </a:cxn>
                <a:cxn ang="T14">
                  <a:pos x="T4" y="T5"/>
                </a:cxn>
                <a:cxn ang="T15">
                  <a:pos x="T6" y="T7"/>
                </a:cxn>
                <a:cxn ang="T16">
                  <a:pos x="T8" y="T9"/>
                </a:cxn>
                <a:cxn ang="T17">
                  <a:pos x="T10" y="T11"/>
                </a:cxn>
              </a:cxnLst>
              <a:rect l="T18" t="T19" r="T20" b="T21"/>
              <a:pathLst>
                <a:path w="337" h="485">
                  <a:moveTo>
                    <a:pt x="336" y="194"/>
                  </a:moveTo>
                  <a:lnTo>
                    <a:pt x="118" y="484"/>
                  </a:lnTo>
                  <a:lnTo>
                    <a:pt x="0" y="452"/>
                  </a:lnTo>
                  <a:lnTo>
                    <a:pt x="336" y="0"/>
                  </a:lnTo>
                  <a:lnTo>
                    <a:pt x="336" y="152"/>
                  </a:lnTo>
                  <a:lnTo>
                    <a:pt x="336" y="194"/>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58435" name="Freeform 89"/>
            <p:cNvSpPr>
              <a:spLocks/>
            </p:cNvSpPr>
            <p:nvPr/>
          </p:nvSpPr>
          <p:spPr bwMode="auto">
            <a:xfrm>
              <a:off x="2757" y="2124"/>
              <a:ext cx="509" cy="339"/>
            </a:xfrm>
            <a:custGeom>
              <a:avLst/>
              <a:gdLst>
                <a:gd name="T0" fmla="*/ 0 w 506"/>
                <a:gd name="T1" fmla="*/ 0 h 345"/>
                <a:gd name="T2" fmla="*/ 1 w 506"/>
                <a:gd name="T3" fmla="*/ 198 h 345"/>
                <a:gd name="T4" fmla="*/ 514 w 506"/>
                <a:gd name="T5" fmla="*/ 326 h 345"/>
                <a:gd name="T6" fmla="*/ 513 w 506"/>
                <a:gd name="T7" fmla="*/ 124 h 345"/>
                <a:gd name="T8" fmla="*/ 0 60000 65536"/>
                <a:gd name="T9" fmla="*/ 0 60000 65536"/>
                <a:gd name="T10" fmla="*/ 0 60000 65536"/>
                <a:gd name="T11" fmla="*/ 0 60000 65536"/>
                <a:gd name="T12" fmla="*/ 0 w 506"/>
                <a:gd name="T13" fmla="*/ 0 h 345"/>
                <a:gd name="T14" fmla="*/ 506 w 506"/>
                <a:gd name="T15" fmla="*/ 345 h 345"/>
              </a:gdLst>
              <a:ahLst/>
              <a:cxnLst>
                <a:cxn ang="T8">
                  <a:pos x="T0" y="T1"/>
                </a:cxn>
                <a:cxn ang="T9">
                  <a:pos x="T2" y="T3"/>
                </a:cxn>
                <a:cxn ang="T10">
                  <a:pos x="T4" y="T5"/>
                </a:cxn>
                <a:cxn ang="T11">
                  <a:pos x="T6" y="T7"/>
                </a:cxn>
              </a:cxnLst>
              <a:rect l="T12" t="T13" r="T14" b="T15"/>
              <a:pathLst>
                <a:path w="506" h="345">
                  <a:moveTo>
                    <a:pt x="0" y="0"/>
                  </a:moveTo>
                  <a:lnTo>
                    <a:pt x="1" y="209"/>
                  </a:lnTo>
                  <a:lnTo>
                    <a:pt x="505" y="344"/>
                  </a:lnTo>
                  <a:lnTo>
                    <a:pt x="504" y="130"/>
                  </a:lnTo>
                </a:path>
              </a:pathLst>
            </a:custGeom>
            <a:solidFill>
              <a:srgbClr val="FC2C1C"/>
            </a:solidFill>
            <a:ln w="12700" cap="rnd" cmpd="sng">
              <a:solidFill>
                <a:schemeClr val="bg2"/>
              </a:solidFill>
              <a:prstDash val="solid"/>
              <a:round/>
              <a:headEnd type="none" w="med" len="med"/>
              <a:tailEnd type="none" w="med" len="med"/>
            </a:ln>
          </p:spPr>
          <p:txBody>
            <a:bodyPr/>
            <a:lstStyle/>
            <a:p>
              <a:endParaRPr lang="fr-FR"/>
            </a:p>
          </p:txBody>
        </p:sp>
        <p:sp>
          <p:nvSpPr>
            <p:cNvPr id="58436" name="AutoShape 90"/>
            <p:cNvSpPr>
              <a:spLocks noChangeArrowheads="1"/>
            </p:cNvSpPr>
            <p:nvPr/>
          </p:nvSpPr>
          <p:spPr bwMode="auto">
            <a:xfrm rot="16200000" flipH="1">
              <a:off x="3067" y="1967"/>
              <a:ext cx="693" cy="306"/>
            </a:xfrm>
            <a:prstGeom prst="parallelogram">
              <a:avLst>
                <a:gd name="adj" fmla="val 156202"/>
              </a:avLst>
            </a:prstGeom>
            <a:solidFill>
              <a:srgbClr val="FC2C1C"/>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grpSp>
        <p:nvGrpSpPr>
          <p:cNvPr id="58383" name="Group 98"/>
          <p:cNvGrpSpPr>
            <a:grpSpLocks/>
          </p:cNvGrpSpPr>
          <p:nvPr/>
        </p:nvGrpSpPr>
        <p:grpSpPr bwMode="auto">
          <a:xfrm rot="-223274">
            <a:off x="1958975" y="2962275"/>
            <a:ext cx="744538" cy="733425"/>
            <a:chOff x="2757" y="1666"/>
            <a:chExt cx="812" cy="800"/>
          </a:xfrm>
        </p:grpSpPr>
        <p:sp>
          <p:nvSpPr>
            <p:cNvPr id="58425" name="Freeform 99"/>
            <p:cNvSpPr>
              <a:spLocks/>
            </p:cNvSpPr>
            <p:nvPr/>
          </p:nvSpPr>
          <p:spPr bwMode="auto">
            <a:xfrm>
              <a:off x="2762" y="1667"/>
              <a:ext cx="807" cy="584"/>
            </a:xfrm>
            <a:custGeom>
              <a:avLst/>
              <a:gdLst>
                <a:gd name="T0" fmla="*/ 497 w 807"/>
                <a:gd name="T1" fmla="*/ 583 h 584"/>
                <a:gd name="T2" fmla="*/ 0 w 807"/>
                <a:gd name="T3" fmla="*/ 452 h 584"/>
                <a:gd name="T4" fmla="*/ 337 w 807"/>
                <a:gd name="T5" fmla="*/ 0 h 584"/>
                <a:gd name="T6" fmla="*/ 806 w 807"/>
                <a:gd name="T7" fmla="*/ 98 h 584"/>
                <a:gd name="T8" fmla="*/ 497 w 807"/>
                <a:gd name="T9" fmla="*/ 583 h 584"/>
                <a:gd name="T10" fmla="*/ 0 60000 65536"/>
                <a:gd name="T11" fmla="*/ 0 60000 65536"/>
                <a:gd name="T12" fmla="*/ 0 60000 65536"/>
                <a:gd name="T13" fmla="*/ 0 60000 65536"/>
                <a:gd name="T14" fmla="*/ 0 60000 65536"/>
                <a:gd name="T15" fmla="*/ 0 w 807"/>
                <a:gd name="T16" fmla="*/ 0 h 584"/>
                <a:gd name="T17" fmla="*/ 807 w 807"/>
                <a:gd name="T18" fmla="*/ 584 h 584"/>
              </a:gdLst>
              <a:ahLst/>
              <a:cxnLst>
                <a:cxn ang="T10">
                  <a:pos x="T0" y="T1"/>
                </a:cxn>
                <a:cxn ang="T11">
                  <a:pos x="T2" y="T3"/>
                </a:cxn>
                <a:cxn ang="T12">
                  <a:pos x="T4" y="T5"/>
                </a:cxn>
                <a:cxn ang="T13">
                  <a:pos x="T6" y="T7"/>
                </a:cxn>
                <a:cxn ang="T14">
                  <a:pos x="T8" y="T9"/>
                </a:cxn>
              </a:cxnLst>
              <a:rect l="T15" t="T16" r="T17" b="T18"/>
              <a:pathLst>
                <a:path w="807" h="584">
                  <a:moveTo>
                    <a:pt x="497" y="583"/>
                  </a:moveTo>
                  <a:lnTo>
                    <a:pt x="0" y="452"/>
                  </a:lnTo>
                  <a:lnTo>
                    <a:pt x="337" y="0"/>
                  </a:lnTo>
                  <a:lnTo>
                    <a:pt x="806" y="98"/>
                  </a:lnTo>
                  <a:lnTo>
                    <a:pt x="497" y="583"/>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58426" name="Freeform 100"/>
            <p:cNvSpPr>
              <a:spLocks/>
            </p:cNvSpPr>
            <p:nvPr/>
          </p:nvSpPr>
          <p:spPr bwMode="auto">
            <a:xfrm>
              <a:off x="2882" y="1861"/>
              <a:ext cx="578" cy="384"/>
            </a:xfrm>
            <a:custGeom>
              <a:avLst/>
              <a:gdLst>
                <a:gd name="T0" fmla="*/ 377 w 578"/>
                <a:gd name="T1" fmla="*/ 383 h 384"/>
                <a:gd name="T2" fmla="*/ 0 w 578"/>
                <a:gd name="T3" fmla="*/ 291 h 384"/>
                <a:gd name="T4" fmla="*/ 217 w 578"/>
                <a:gd name="T5" fmla="*/ 0 h 384"/>
                <a:gd name="T6" fmla="*/ 577 w 578"/>
                <a:gd name="T7" fmla="*/ 74 h 384"/>
                <a:gd name="T8" fmla="*/ 377 w 578"/>
                <a:gd name="T9" fmla="*/ 383 h 384"/>
                <a:gd name="T10" fmla="*/ 0 60000 65536"/>
                <a:gd name="T11" fmla="*/ 0 60000 65536"/>
                <a:gd name="T12" fmla="*/ 0 60000 65536"/>
                <a:gd name="T13" fmla="*/ 0 60000 65536"/>
                <a:gd name="T14" fmla="*/ 0 60000 65536"/>
                <a:gd name="T15" fmla="*/ 0 w 578"/>
                <a:gd name="T16" fmla="*/ 0 h 384"/>
                <a:gd name="T17" fmla="*/ 578 w 578"/>
                <a:gd name="T18" fmla="*/ 384 h 384"/>
              </a:gdLst>
              <a:ahLst/>
              <a:cxnLst>
                <a:cxn ang="T10">
                  <a:pos x="T0" y="T1"/>
                </a:cxn>
                <a:cxn ang="T11">
                  <a:pos x="T2" y="T3"/>
                </a:cxn>
                <a:cxn ang="T12">
                  <a:pos x="T4" y="T5"/>
                </a:cxn>
                <a:cxn ang="T13">
                  <a:pos x="T6" y="T7"/>
                </a:cxn>
                <a:cxn ang="T14">
                  <a:pos x="T8" y="T9"/>
                </a:cxn>
              </a:cxnLst>
              <a:rect l="T15" t="T16" r="T17" b="T18"/>
              <a:pathLst>
                <a:path w="578" h="384">
                  <a:moveTo>
                    <a:pt x="377" y="383"/>
                  </a:moveTo>
                  <a:lnTo>
                    <a:pt x="0" y="291"/>
                  </a:lnTo>
                  <a:lnTo>
                    <a:pt x="217" y="0"/>
                  </a:lnTo>
                  <a:lnTo>
                    <a:pt x="577" y="74"/>
                  </a:lnTo>
                  <a:lnTo>
                    <a:pt x="377" y="383"/>
                  </a:lnTo>
                </a:path>
              </a:pathLst>
            </a:custGeom>
            <a:solidFill>
              <a:srgbClr val="E22B00"/>
            </a:solidFill>
            <a:ln>
              <a:noFill/>
            </a:ln>
            <a:extLst>
              <a:ext uri="{91240B29-F687-4F45-9708-019B960494DF}">
                <a14:hiddenLine xmlns:a14="http://schemas.microsoft.com/office/drawing/2010/main" w="12700" cap="rnd" cmpd="sng">
                  <a:solidFill>
                    <a:srgbClr val="000000"/>
                  </a:solidFill>
                  <a:prstDash val="solid"/>
                  <a:round/>
                  <a:headEnd type="none" w="med" len="med"/>
                  <a:tailEnd type="none" w="med" len="med"/>
                </a14:hiddenLine>
              </a:ext>
            </a:extLst>
          </p:spPr>
          <p:txBody>
            <a:bodyPr/>
            <a:lstStyle/>
            <a:p>
              <a:endParaRPr lang="fr-FR"/>
            </a:p>
          </p:txBody>
        </p:sp>
        <p:sp>
          <p:nvSpPr>
            <p:cNvPr id="58427" name="Line 101"/>
            <p:cNvSpPr>
              <a:spLocks noChangeShapeType="1"/>
            </p:cNvSpPr>
            <p:nvPr/>
          </p:nvSpPr>
          <p:spPr bwMode="auto">
            <a:xfrm>
              <a:off x="3102" y="1862"/>
              <a:ext cx="352" cy="7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fr-FR"/>
            </a:p>
          </p:txBody>
        </p:sp>
        <p:sp>
          <p:nvSpPr>
            <p:cNvPr id="58428" name="Freeform 102"/>
            <p:cNvSpPr>
              <a:spLocks/>
            </p:cNvSpPr>
            <p:nvPr/>
          </p:nvSpPr>
          <p:spPr bwMode="auto">
            <a:xfrm>
              <a:off x="2762" y="1666"/>
              <a:ext cx="337" cy="485"/>
            </a:xfrm>
            <a:custGeom>
              <a:avLst/>
              <a:gdLst>
                <a:gd name="T0" fmla="*/ 336 w 337"/>
                <a:gd name="T1" fmla="*/ 194 h 485"/>
                <a:gd name="T2" fmla="*/ 118 w 337"/>
                <a:gd name="T3" fmla="*/ 484 h 485"/>
                <a:gd name="T4" fmla="*/ 0 w 337"/>
                <a:gd name="T5" fmla="*/ 452 h 485"/>
                <a:gd name="T6" fmla="*/ 336 w 337"/>
                <a:gd name="T7" fmla="*/ 0 h 485"/>
                <a:gd name="T8" fmla="*/ 336 w 337"/>
                <a:gd name="T9" fmla="*/ 152 h 485"/>
                <a:gd name="T10" fmla="*/ 336 w 337"/>
                <a:gd name="T11" fmla="*/ 194 h 485"/>
                <a:gd name="T12" fmla="*/ 0 60000 65536"/>
                <a:gd name="T13" fmla="*/ 0 60000 65536"/>
                <a:gd name="T14" fmla="*/ 0 60000 65536"/>
                <a:gd name="T15" fmla="*/ 0 60000 65536"/>
                <a:gd name="T16" fmla="*/ 0 60000 65536"/>
                <a:gd name="T17" fmla="*/ 0 60000 65536"/>
                <a:gd name="T18" fmla="*/ 0 w 337"/>
                <a:gd name="T19" fmla="*/ 0 h 485"/>
                <a:gd name="T20" fmla="*/ 337 w 337"/>
                <a:gd name="T21" fmla="*/ 485 h 485"/>
              </a:gdLst>
              <a:ahLst/>
              <a:cxnLst>
                <a:cxn ang="T12">
                  <a:pos x="T0" y="T1"/>
                </a:cxn>
                <a:cxn ang="T13">
                  <a:pos x="T2" y="T3"/>
                </a:cxn>
                <a:cxn ang="T14">
                  <a:pos x="T4" y="T5"/>
                </a:cxn>
                <a:cxn ang="T15">
                  <a:pos x="T6" y="T7"/>
                </a:cxn>
                <a:cxn ang="T16">
                  <a:pos x="T8" y="T9"/>
                </a:cxn>
                <a:cxn ang="T17">
                  <a:pos x="T10" y="T11"/>
                </a:cxn>
              </a:cxnLst>
              <a:rect l="T18" t="T19" r="T20" b="T21"/>
              <a:pathLst>
                <a:path w="337" h="485">
                  <a:moveTo>
                    <a:pt x="336" y="194"/>
                  </a:moveTo>
                  <a:lnTo>
                    <a:pt x="118" y="484"/>
                  </a:lnTo>
                  <a:lnTo>
                    <a:pt x="0" y="452"/>
                  </a:lnTo>
                  <a:lnTo>
                    <a:pt x="336" y="0"/>
                  </a:lnTo>
                  <a:lnTo>
                    <a:pt x="336" y="152"/>
                  </a:lnTo>
                  <a:lnTo>
                    <a:pt x="336" y="194"/>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58429" name="Freeform 103"/>
            <p:cNvSpPr>
              <a:spLocks/>
            </p:cNvSpPr>
            <p:nvPr/>
          </p:nvSpPr>
          <p:spPr bwMode="auto">
            <a:xfrm>
              <a:off x="2757" y="2124"/>
              <a:ext cx="509" cy="339"/>
            </a:xfrm>
            <a:custGeom>
              <a:avLst/>
              <a:gdLst>
                <a:gd name="T0" fmla="*/ 0 w 506"/>
                <a:gd name="T1" fmla="*/ 0 h 345"/>
                <a:gd name="T2" fmla="*/ 1 w 506"/>
                <a:gd name="T3" fmla="*/ 198 h 345"/>
                <a:gd name="T4" fmla="*/ 514 w 506"/>
                <a:gd name="T5" fmla="*/ 326 h 345"/>
                <a:gd name="T6" fmla="*/ 513 w 506"/>
                <a:gd name="T7" fmla="*/ 124 h 345"/>
                <a:gd name="T8" fmla="*/ 0 60000 65536"/>
                <a:gd name="T9" fmla="*/ 0 60000 65536"/>
                <a:gd name="T10" fmla="*/ 0 60000 65536"/>
                <a:gd name="T11" fmla="*/ 0 60000 65536"/>
                <a:gd name="T12" fmla="*/ 0 w 506"/>
                <a:gd name="T13" fmla="*/ 0 h 345"/>
                <a:gd name="T14" fmla="*/ 506 w 506"/>
                <a:gd name="T15" fmla="*/ 345 h 345"/>
              </a:gdLst>
              <a:ahLst/>
              <a:cxnLst>
                <a:cxn ang="T8">
                  <a:pos x="T0" y="T1"/>
                </a:cxn>
                <a:cxn ang="T9">
                  <a:pos x="T2" y="T3"/>
                </a:cxn>
                <a:cxn ang="T10">
                  <a:pos x="T4" y="T5"/>
                </a:cxn>
                <a:cxn ang="T11">
                  <a:pos x="T6" y="T7"/>
                </a:cxn>
              </a:cxnLst>
              <a:rect l="T12" t="T13" r="T14" b="T15"/>
              <a:pathLst>
                <a:path w="506" h="345">
                  <a:moveTo>
                    <a:pt x="0" y="0"/>
                  </a:moveTo>
                  <a:lnTo>
                    <a:pt x="1" y="209"/>
                  </a:lnTo>
                  <a:lnTo>
                    <a:pt x="505" y="344"/>
                  </a:lnTo>
                  <a:lnTo>
                    <a:pt x="504" y="130"/>
                  </a:lnTo>
                </a:path>
              </a:pathLst>
            </a:custGeom>
            <a:solidFill>
              <a:srgbClr val="FC2C1C"/>
            </a:solidFill>
            <a:ln w="12700" cap="rnd" cmpd="sng">
              <a:solidFill>
                <a:schemeClr val="bg2"/>
              </a:solidFill>
              <a:prstDash val="solid"/>
              <a:round/>
              <a:headEnd type="none" w="med" len="med"/>
              <a:tailEnd type="none" w="med" len="med"/>
            </a:ln>
          </p:spPr>
          <p:txBody>
            <a:bodyPr/>
            <a:lstStyle/>
            <a:p>
              <a:endParaRPr lang="fr-FR"/>
            </a:p>
          </p:txBody>
        </p:sp>
        <p:sp>
          <p:nvSpPr>
            <p:cNvPr id="58430" name="AutoShape 104"/>
            <p:cNvSpPr>
              <a:spLocks noChangeArrowheads="1"/>
            </p:cNvSpPr>
            <p:nvPr/>
          </p:nvSpPr>
          <p:spPr bwMode="auto">
            <a:xfrm rot="16200000" flipH="1">
              <a:off x="3067" y="1967"/>
              <a:ext cx="693" cy="306"/>
            </a:xfrm>
            <a:prstGeom prst="parallelogram">
              <a:avLst>
                <a:gd name="adj" fmla="val 156202"/>
              </a:avLst>
            </a:prstGeom>
            <a:solidFill>
              <a:srgbClr val="FC2C1C"/>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grpSp>
        <p:nvGrpSpPr>
          <p:cNvPr id="58384" name="Group 105"/>
          <p:cNvGrpSpPr>
            <a:grpSpLocks/>
          </p:cNvGrpSpPr>
          <p:nvPr/>
        </p:nvGrpSpPr>
        <p:grpSpPr bwMode="auto">
          <a:xfrm rot="-223274">
            <a:off x="3446463" y="3016250"/>
            <a:ext cx="744537" cy="733425"/>
            <a:chOff x="2757" y="1666"/>
            <a:chExt cx="812" cy="800"/>
          </a:xfrm>
        </p:grpSpPr>
        <p:sp>
          <p:nvSpPr>
            <p:cNvPr id="58419" name="Freeform 106"/>
            <p:cNvSpPr>
              <a:spLocks/>
            </p:cNvSpPr>
            <p:nvPr/>
          </p:nvSpPr>
          <p:spPr bwMode="auto">
            <a:xfrm>
              <a:off x="2762" y="1667"/>
              <a:ext cx="807" cy="584"/>
            </a:xfrm>
            <a:custGeom>
              <a:avLst/>
              <a:gdLst>
                <a:gd name="T0" fmla="*/ 497 w 807"/>
                <a:gd name="T1" fmla="*/ 583 h 584"/>
                <a:gd name="T2" fmla="*/ 0 w 807"/>
                <a:gd name="T3" fmla="*/ 452 h 584"/>
                <a:gd name="T4" fmla="*/ 337 w 807"/>
                <a:gd name="T5" fmla="*/ 0 h 584"/>
                <a:gd name="T6" fmla="*/ 806 w 807"/>
                <a:gd name="T7" fmla="*/ 98 h 584"/>
                <a:gd name="T8" fmla="*/ 497 w 807"/>
                <a:gd name="T9" fmla="*/ 583 h 584"/>
                <a:gd name="T10" fmla="*/ 0 60000 65536"/>
                <a:gd name="T11" fmla="*/ 0 60000 65536"/>
                <a:gd name="T12" fmla="*/ 0 60000 65536"/>
                <a:gd name="T13" fmla="*/ 0 60000 65536"/>
                <a:gd name="T14" fmla="*/ 0 60000 65536"/>
                <a:gd name="T15" fmla="*/ 0 w 807"/>
                <a:gd name="T16" fmla="*/ 0 h 584"/>
                <a:gd name="T17" fmla="*/ 807 w 807"/>
                <a:gd name="T18" fmla="*/ 584 h 584"/>
              </a:gdLst>
              <a:ahLst/>
              <a:cxnLst>
                <a:cxn ang="T10">
                  <a:pos x="T0" y="T1"/>
                </a:cxn>
                <a:cxn ang="T11">
                  <a:pos x="T2" y="T3"/>
                </a:cxn>
                <a:cxn ang="T12">
                  <a:pos x="T4" y="T5"/>
                </a:cxn>
                <a:cxn ang="T13">
                  <a:pos x="T6" y="T7"/>
                </a:cxn>
                <a:cxn ang="T14">
                  <a:pos x="T8" y="T9"/>
                </a:cxn>
              </a:cxnLst>
              <a:rect l="T15" t="T16" r="T17" b="T18"/>
              <a:pathLst>
                <a:path w="807" h="584">
                  <a:moveTo>
                    <a:pt x="497" y="583"/>
                  </a:moveTo>
                  <a:lnTo>
                    <a:pt x="0" y="452"/>
                  </a:lnTo>
                  <a:lnTo>
                    <a:pt x="337" y="0"/>
                  </a:lnTo>
                  <a:lnTo>
                    <a:pt x="806" y="98"/>
                  </a:lnTo>
                  <a:lnTo>
                    <a:pt x="497" y="583"/>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58420" name="Freeform 107"/>
            <p:cNvSpPr>
              <a:spLocks/>
            </p:cNvSpPr>
            <p:nvPr/>
          </p:nvSpPr>
          <p:spPr bwMode="auto">
            <a:xfrm>
              <a:off x="2882" y="1861"/>
              <a:ext cx="578" cy="384"/>
            </a:xfrm>
            <a:custGeom>
              <a:avLst/>
              <a:gdLst>
                <a:gd name="T0" fmla="*/ 377 w 578"/>
                <a:gd name="T1" fmla="*/ 383 h 384"/>
                <a:gd name="T2" fmla="*/ 0 w 578"/>
                <a:gd name="T3" fmla="*/ 291 h 384"/>
                <a:gd name="T4" fmla="*/ 217 w 578"/>
                <a:gd name="T5" fmla="*/ 0 h 384"/>
                <a:gd name="T6" fmla="*/ 577 w 578"/>
                <a:gd name="T7" fmla="*/ 74 h 384"/>
                <a:gd name="T8" fmla="*/ 377 w 578"/>
                <a:gd name="T9" fmla="*/ 383 h 384"/>
                <a:gd name="T10" fmla="*/ 0 60000 65536"/>
                <a:gd name="T11" fmla="*/ 0 60000 65536"/>
                <a:gd name="T12" fmla="*/ 0 60000 65536"/>
                <a:gd name="T13" fmla="*/ 0 60000 65536"/>
                <a:gd name="T14" fmla="*/ 0 60000 65536"/>
                <a:gd name="T15" fmla="*/ 0 w 578"/>
                <a:gd name="T16" fmla="*/ 0 h 384"/>
                <a:gd name="T17" fmla="*/ 578 w 578"/>
                <a:gd name="T18" fmla="*/ 384 h 384"/>
              </a:gdLst>
              <a:ahLst/>
              <a:cxnLst>
                <a:cxn ang="T10">
                  <a:pos x="T0" y="T1"/>
                </a:cxn>
                <a:cxn ang="T11">
                  <a:pos x="T2" y="T3"/>
                </a:cxn>
                <a:cxn ang="T12">
                  <a:pos x="T4" y="T5"/>
                </a:cxn>
                <a:cxn ang="T13">
                  <a:pos x="T6" y="T7"/>
                </a:cxn>
                <a:cxn ang="T14">
                  <a:pos x="T8" y="T9"/>
                </a:cxn>
              </a:cxnLst>
              <a:rect l="T15" t="T16" r="T17" b="T18"/>
              <a:pathLst>
                <a:path w="578" h="384">
                  <a:moveTo>
                    <a:pt x="377" y="383"/>
                  </a:moveTo>
                  <a:lnTo>
                    <a:pt x="0" y="291"/>
                  </a:lnTo>
                  <a:lnTo>
                    <a:pt x="217" y="0"/>
                  </a:lnTo>
                  <a:lnTo>
                    <a:pt x="577" y="74"/>
                  </a:lnTo>
                  <a:lnTo>
                    <a:pt x="377" y="383"/>
                  </a:lnTo>
                </a:path>
              </a:pathLst>
            </a:custGeom>
            <a:solidFill>
              <a:srgbClr val="E22B00"/>
            </a:solidFill>
            <a:ln>
              <a:noFill/>
            </a:ln>
            <a:extLst>
              <a:ext uri="{91240B29-F687-4F45-9708-019B960494DF}">
                <a14:hiddenLine xmlns:a14="http://schemas.microsoft.com/office/drawing/2010/main" w="12700" cap="rnd" cmpd="sng">
                  <a:solidFill>
                    <a:srgbClr val="000000"/>
                  </a:solidFill>
                  <a:prstDash val="solid"/>
                  <a:round/>
                  <a:headEnd type="none" w="med" len="med"/>
                  <a:tailEnd type="none" w="med" len="med"/>
                </a14:hiddenLine>
              </a:ext>
            </a:extLst>
          </p:spPr>
          <p:txBody>
            <a:bodyPr/>
            <a:lstStyle/>
            <a:p>
              <a:endParaRPr lang="fr-FR"/>
            </a:p>
          </p:txBody>
        </p:sp>
        <p:sp>
          <p:nvSpPr>
            <p:cNvPr id="58421" name="Line 108"/>
            <p:cNvSpPr>
              <a:spLocks noChangeShapeType="1"/>
            </p:cNvSpPr>
            <p:nvPr/>
          </p:nvSpPr>
          <p:spPr bwMode="auto">
            <a:xfrm>
              <a:off x="3102" y="1862"/>
              <a:ext cx="352" cy="7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fr-FR"/>
            </a:p>
          </p:txBody>
        </p:sp>
        <p:sp>
          <p:nvSpPr>
            <p:cNvPr id="58422" name="Freeform 109"/>
            <p:cNvSpPr>
              <a:spLocks/>
            </p:cNvSpPr>
            <p:nvPr/>
          </p:nvSpPr>
          <p:spPr bwMode="auto">
            <a:xfrm>
              <a:off x="2762" y="1666"/>
              <a:ext cx="337" cy="485"/>
            </a:xfrm>
            <a:custGeom>
              <a:avLst/>
              <a:gdLst>
                <a:gd name="T0" fmla="*/ 336 w 337"/>
                <a:gd name="T1" fmla="*/ 194 h 485"/>
                <a:gd name="T2" fmla="*/ 118 w 337"/>
                <a:gd name="T3" fmla="*/ 484 h 485"/>
                <a:gd name="T4" fmla="*/ 0 w 337"/>
                <a:gd name="T5" fmla="*/ 452 h 485"/>
                <a:gd name="T6" fmla="*/ 336 w 337"/>
                <a:gd name="T7" fmla="*/ 0 h 485"/>
                <a:gd name="T8" fmla="*/ 336 w 337"/>
                <a:gd name="T9" fmla="*/ 152 h 485"/>
                <a:gd name="T10" fmla="*/ 336 w 337"/>
                <a:gd name="T11" fmla="*/ 194 h 485"/>
                <a:gd name="T12" fmla="*/ 0 60000 65536"/>
                <a:gd name="T13" fmla="*/ 0 60000 65536"/>
                <a:gd name="T14" fmla="*/ 0 60000 65536"/>
                <a:gd name="T15" fmla="*/ 0 60000 65536"/>
                <a:gd name="T16" fmla="*/ 0 60000 65536"/>
                <a:gd name="T17" fmla="*/ 0 60000 65536"/>
                <a:gd name="T18" fmla="*/ 0 w 337"/>
                <a:gd name="T19" fmla="*/ 0 h 485"/>
                <a:gd name="T20" fmla="*/ 337 w 337"/>
                <a:gd name="T21" fmla="*/ 485 h 485"/>
              </a:gdLst>
              <a:ahLst/>
              <a:cxnLst>
                <a:cxn ang="T12">
                  <a:pos x="T0" y="T1"/>
                </a:cxn>
                <a:cxn ang="T13">
                  <a:pos x="T2" y="T3"/>
                </a:cxn>
                <a:cxn ang="T14">
                  <a:pos x="T4" y="T5"/>
                </a:cxn>
                <a:cxn ang="T15">
                  <a:pos x="T6" y="T7"/>
                </a:cxn>
                <a:cxn ang="T16">
                  <a:pos x="T8" y="T9"/>
                </a:cxn>
                <a:cxn ang="T17">
                  <a:pos x="T10" y="T11"/>
                </a:cxn>
              </a:cxnLst>
              <a:rect l="T18" t="T19" r="T20" b="T21"/>
              <a:pathLst>
                <a:path w="337" h="485">
                  <a:moveTo>
                    <a:pt x="336" y="194"/>
                  </a:moveTo>
                  <a:lnTo>
                    <a:pt x="118" y="484"/>
                  </a:lnTo>
                  <a:lnTo>
                    <a:pt x="0" y="452"/>
                  </a:lnTo>
                  <a:lnTo>
                    <a:pt x="336" y="0"/>
                  </a:lnTo>
                  <a:lnTo>
                    <a:pt x="336" y="152"/>
                  </a:lnTo>
                  <a:lnTo>
                    <a:pt x="336" y="194"/>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58423" name="Freeform 110"/>
            <p:cNvSpPr>
              <a:spLocks/>
            </p:cNvSpPr>
            <p:nvPr/>
          </p:nvSpPr>
          <p:spPr bwMode="auto">
            <a:xfrm>
              <a:off x="2757" y="2124"/>
              <a:ext cx="509" cy="339"/>
            </a:xfrm>
            <a:custGeom>
              <a:avLst/>
              <a:gdLst>
                <a:gd name="T0" fmla="*/ 0 w 506"/>
                <a:gd name="T1" fmla="*/ 0 h 345"/>
                <a:gd name="T2" fmla="*/ 1 w 506"/>
                <a:gd name="T3" fmla="*/ 198 h 345"/>
                <a:gd name="T4" fmla="*/ 514 w 506"/>
                <a:gd name="T5" fmla="*/ 326 h 345"/>
                <a:gd name="T6" fmla="*/ 513 w 506"/>
                <a:gd name="T7" fmla="*/ 124 h 345"/>
                <a:gd name="T8" fmla="*/ 0 60000 65536"/>
                <a:gd name="T9" fmla="*/ 0 60000 65536"/>
                <a:gd name="T10" fmla="*/ 0 60000 65536"/>
                <a:gd name="T11" fmla="*/ 0 60000 65536"/>
                <a:gd name="T12" fmla="*/ 0 w 506"/>
                <a:gd name="T13" fmla="*/ 0 h 345"/>
                <a:gd name="T14" fmla="*/ 506 w 506"/>
                <a:gd name="T15" fmla="*/ 345 h 345"/>
              </a:gdLst>
              <a:ahLst/>
              <a:cxnLst>
                <a:cxn ang="T8">
                  <a:pos x="T0" y="T1"/>
                </a:cxn>
                <a:cxn ang="T9">
                  <a:pos x="T2" y="T3"/>
                </a:cxn>
                <a:cxn ang="T10">
                  <a:pos x="T4" y="T5"/>
                </a:cxn>
                <a:cxn ang="T11">
                  <a:pos x="T6" y="T7"/>
                </a:cxn>
              </a:cxnLst>
              <a:rect l="T12" t="T13" r="T14" b="T15"/>
              <a:pathLst>
                <a:path w="506" h="345">
                  <a:moveTo>
                    <a:pt x="0" y="0"/>
                  </a:moveTo>
                  <a:lnTo>
                    <a:pt x="1" y="209"/>
                  </a:lnTo>
                  <a:lnTo>
                    <a:pt x="505" y="344"/>
                  </a:lnTo>
                  <a:lnTo>
                    <a:pt x="504" y="130"/>
                  </a:lnTo>
                </a:path>
              </a:pathLst>
            </a:custGeom>
            <a:solidFill>
              <a:srgbClr val="FC2C1C"/>
            </a:solidFill>
            <a:ln w="12700" cap="rnd" cmpd="sng">
              <a:solidFill>
                <a:schemeClr val="bg2"/>
              </a:solidFill>
              <a:prstDash val="solid"/>
              <a:round/>
              <a:headEnd type="none" w="med" len="med"/>
              <a:tailEnd type="none" w="med" len="med"/>
            </a:ln>
          </p:spPr>
          <p:txBody>
            <a:bodyPr/>
            <a:lstStyle/>
            <a:p>
              <a:endParaRPr lang="fr-FR"/>
            </a:p>
          </p:txBody>
        </p:sp>
        <p:sp>
          <p:nvSpPr>
            <p:cNvPr id="58424" name="AutoShape 111"/>
            <p:cNvSpPr>
              <a:spLocks noChangeArrowheads="1"/>
            </p:cNvSpPr>
            <p:nvPr/>
          </p:nvSpPr>
          <p:spPr bwMode="auto">
            <a:xfrm rot="16200000" flipH="1">
              <a:off x="3067" y="1967"/>
              <a:ext cx="693" cy="306"/>
            </a:xfrm>
            <a:prstGeom prst="parallelogram">
              <a:avLst>
                <a:gd name="adj" fmla="val 156202"/>
              </a:avLst>
            </a:prstGeom>
            <a:solidFill>
              <a:srgbClr val="FC2C1C"/>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grpSp>
        <p:nvGrpSpPr>
          <p:cNvPr id="58385" name="Group 112"/>
          <p:cNvGrpSpPr>
            <a:grpSpLocks/>
          </p:cNvGrpSpPr>
          <p:nvPr/>
        </p:nvGrpSpPr>
        <p:grpSpPr bwMode="auto">
          <a:xfrm rot="-223274">
            <a:off x="3417888" y="2774950"/>
            <a:ext cx="744537" cy="733425"/>
            <a:chOff x="2757" y="1666"/>
            <a:chExt cx="812" cy="800"/>
          </a:xfrm>
        </p:grpSpPr>
        <p:sp>
          <p:nvSpPr>
            <p:cNvPr id="58413" name="Freeform 113"/>
            <p:cNvSpPr>
              <a:spLocks/>
            </p:cNvSpPr>
            <p:nvPr/>
          </p:nvSpPr>
          <p:spPr bwMode="auto">
            <a:xfrm>
              <a:off x="2762" y="1667"/>
              <a:ext cx="807" cy="584"/>
            </a:xfrm>
            <a:custGeom>
              <a:avLst/>
              <a:gdLst>
                <a:gd name="T0" fmla="*/ 497 w 807"/>
                <a:gd name="T1" fmla="*/ 583 h 584"/>
                <a:gd name="T2" fmla="*/ 0 w 807"/>
                <a:gd name="T3" fmla="*/ 452 h 584"/>
                <a:gd name="T4" fmla="*/ 337 w 807"/>
                <a:gd name="T5" fmla="*/ 0 h 584"/>
                <a:gd name="T6" fmla="*/ 806 w 807"/>
                <a:gd name="T7" fmla="*/ 98 h 584"/>
                <a:gd name="T8" fmla="*/ 497 w 807"/>
                <a:gd name="T9" fmla="*/ 583 h 584"/>
                <a:gd name="T10" fmla="*/ 0 60000 65536"/>
                <a:gd name="T11" fmla="*/ 0 60000 65536"/>
                <a:gd name="T12" fmla="*/ 0 60000 65536"/>
                <a:gd name="T13" fmla="*/ 0 60000 65536"/>
                <a:gd name="T14" fmla="*/ 0 60000 65536"/>
                <a:gd name="T15" fmla="*/ 0 w 807"/>
                <a:gd name="T16" fmla="*/ 0 h 584"/>
                <a:gd name="T17" fmla="*/ 807 w 807"/>
                <a:gd name="T18" fmla="*/ 584 h 584"/>
              </a:gdLst>
              <a:ahLst/>
              <a:cxnLst>
                <a:cxn ang="T10">
                  <a:pos x="T0" y="T1"/>
                </a:cxn>
                <a:cxn ang="T11">
                  <a:pos x="T2" y="T3"/>
                </a:cxn>
                <a:cxn ang="T12">
                  <a:pos x="T4" y="T5"/>
                </a:cxn>
                <a:cxn ang="T13">
                  <a:pos x="T6" y="T7"/>
                </a:cxn>
                <a:cxn ang="T14">
                  <a:pos x="T8" y="T9"/>
                </a:cxn>
              </a:cxnLst>
              <a:rect l="T15" t="T16" r="T17" b="T18"/>
              <a:pathLst>
                <a:path w="807" h="584">
                  <a:moveTo>
                    <a:pt x="497" y="583"/>
                  </a:moveTo>
                  <a:lnTo>
                    <a:pt x="0" y="452"/>
                  </a:lnTo>
                  <a:lnTo>
                    <a:pt x="337" y="0"/>
                  </a:lnTo>
                  <a:lnTo>
                    <a:pt x="806" y="98"/>
                  </a:lnTo>
                  <a:lnTo>
                    <a:pt x="497" y="583"/>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58414" name="Freeform 114"/>
            <p:cNvSpPr>
              <a:spLocks/>
            </p:cNvSpPr>
            <p:nvPr/>
          </p:nvSpPr>
          <p:spPr bwMode="auto">
            <a:xfrm>
              <a:off x="2882" y="1861"/>
              <a:ext cx="578" cy="384"/>
            </a:xfrm>
            <a:custGeom>
              <a:avLst/>
              <a:gdLst>
                <a:gd name="T0" fmla="*/ 377 w 578"/>
                <a:gd name="T1" fmla="*/ 383 h 384"/>
                <a:gd name="T2" fmla="*/ 0 w 578"/>
                <a:gd name="T3" fmla="*/ 291 h 384"/>
                <a:gd name="T4" fmla="*/ 217 w 578"/>
                <a:gd name="T5" fmla="*/ 0 h 384"/>
                <a:gd name="T6" fmla="*/ 577 w 578"/>
                <a:gd name="T7" fmla="*/ 74 h 384"/>
                <a:gd name="T8" fmla="*/ 377 w 578"/>
                <a:gd name="T9" fmla="*/ 383 h 384"/>
                <a:gd name="T10" fmla="*/ 0 60000 65536"/>
                <a:gd name="T11" fmla="*/ 0 60000 65536"/>
                <a:gd name="T12" fmla="*/ 0 60000 65536"/>
                <a:gd name="T13" fmla="*/ 0 60000 65536"/>
                <a:gd name="T14" fmla="*/ 0 60000 65536"/>
                <a:gd name="T15" fmla="*/ 0 w 578"/>
                <a:gd name="T16" fmla="*/ 0 h 384"/>
                <a:gd name="T17" fmla="*/ 578 w 578"/>
                <a:gd name="T18" fmla="*/ 384 h 384"/>
              </a:gdLst>
              <a:ahLst/>
              <a:cxnLst>
                <a:cxn ang="T10">
                  <a:pos x="T0" y="T1"/>
                </a:cxn>
                <a:cxn ang="T11">
                  <a:pos x="T2" y="T3"/>
                </a:cxn>
                <a:cxn ang="T12">
                  <a:pos x="T4" y="T5"/>
                </a:cxn>
                <a:cxn ang="T13">
                  <a:pos x="T6" y="T7"/>
                </a:cxn>
                <a:cxn ang="T14">
                  <a:pos x="T8" y="T9"/>
                </a:cxn>
              </a:cxnLst>
              <a:rect l="T15" t="T16" r="T17" b="T18"/>
              <a:pathLst>
                <a:path w="578" h="384">
                  <a:moveTo>
                    <a:pt x="377" y="383"/>
                  </a:moveTo>
                  <a:lnTo>
                    <a:pt x="0" y="291"/>
                  </a:lnTo>
                  <a:lnTo>
                    <a:pt x="217" y="0"/>
                  </a:lnTo>
                  <a:lnTo>
                    <a:pt x="577" y="74"/>
                  </a:lnTo>
                  <a:lnTo>
                    <a:pt x="377" y="383"/>
                  </a:lnTo>
                </a:path>
              </a:pathLst>
            </a:custGeom>
            <a:solidFill>
              <a:srgbClr val="E22B00"/>
            </a:solidFill>
            <a:ln>
              <a:noFill/>
            </a:ln>
            <a:extLst>
              <a:ext uri="{91240B29-F687-4F45-9708-019B960494DF}">
                <a14:hiddenLine xmlns:a14="http://schemas.microsoft.com/office/drawing/2010/main" w="12700" cap="rnd" cmpd="sng">
                  <a:solidFill>
                    <a:srgbClr val="000000"/>
                  </a:solidFill>
                  <a:prstDash val="solid"/>
                  <a:round/>
                  <a:headEnd type="none" w="med" len="med"/>
                  <a:tailEnd type="none" w="med" len="med"/>
                </a14:hiddenLine>
              </a:ext>
            </a:extLst>
          </p:spPr>
          <p:txBody>
            <a:bodyPr/>
            <a:lstStyle/>
            <a:p>
              <a:endParaRPr lang="fr-FR"/>
            </a:p>
          </p:txBody>
        </p:sp>
        <p:sp>
          <p:nvSpPr>
            <p:cNvPr id="58415" name="Line 115"/>
            <p:cNvSpPr>
              <a:spLocks noChangeShapeType="1"/>
            </p:cNvSpPr>
            <p:nvPr/>
          </p:nvSpPr>
          <p:spPr bwMode="auto">
            <a:xfrm>
              <a:off x="3102" y="1862"/>
              <a:ext cx="352" cy="7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fr-FR"/>
            </a:p>
          </p:txBody>
        </p:sp>
        <p:sp>
          <p:nvSpPr>
            <p:cNvPr id="58416" name="Freeform 116"/>
            <p:cNvSpPr>
              <a:spLocks/>
            </p:cNvSpPr>
            <p:nvPr/>
          </p:nvSpPr>
          <p:spPr bwMode="auto">
            <a:xfrm>
              <a:off x="2762" y="1666"/>
              <a:ext cx="337" cy="485"/>
            </a:xfrm>
            <a:custGeom>
              <a:avLst/>
              <a:gdLst>
                <a:gd name="T0" fmla="*/ 336 w 337"/>
                <a:gd name="T1" fmla="*/ 194 h 485"/>
                <a:gd name="T2" fmla="*/ 118 w 337"/>
                <a:gd name="T3" fmla="*/ 484 h 485"/>
                <a:gd name="T4" fmla="*/ 0 w 337"/>
                <a:gd name="T5" fmla="*/ 452 h 485"/>
                <a:gd name="T6" fmla="*/ 336 w 337"/>
                <a:gd name="T7" fmla="*/ 0 h 485"/>
                <a:gd name="T8" fmla="*/ 336 w 337"/>
                <a:gd name="T9" fmla="*/ 152 h 485"/>
                <a:gd name="T10" fmla="*/ 336 w 337"/>
                <a:gd name="T11" fmla="*/ 194 h 485"/>
                <a:gd name="T12" fmla="*/ 0 60000 65536"/>
                <a:gd name="T13" fmla="*/ 0 60000 65536"/>
                <a:gd name="T14" fmla="*/ 0 60000 65536"/>
                <a:gd name="T15" fmla="*/ 0 60000 65536"/>
                <a:gd name="T16" fmla="*/ 0 60000 65536"/>
                <a:gd name="T17" fmla="*/ 0 60000 65536"/>
                <a:gd name="T18" fmla="*/ 0 w 337"/>
                <a:gd name="T19" fmla="*/ 0 h 485"/>
                <a:gd name="T20" fmla="*/ 337 w 337"/>
                <a:gd name="T21" fmla="*/ 485 h 485"/>
              </a:gdLst>
              <a:ahLst/>
              <a:cxnLst>
                <a:cxn ang="T12">
                  <a:pos x="T0" y="T1"/>
                </a:cxn>
                <a:cxn ang="T13">
                  <a:pos x="T2" y="T3"/>
                </a:cxn>
                <a:cxn ang="T14">
                  <a:pos x="T4" y="T5"/>
                </a:cxn>
                <a:cxn ang="T15">
                  <a:pos x="T6" y="T7"/>
                </a:cxn>
                <a:cxn ang="T16">
                  <a:pos x="T8" y="T9"/>
                </a:cxn>
                <a:cxn ang="T17">
                  <a:pos x="T10" y="T11"/>
                </a:cxn>
              </a:cxnLst>
              <a:rect l="T18" t="T19" r="T20" b="T21"/>
              <a:pathLst>
                <a:path w="337" h="485">
                  <a:moveTo>
                    <a:pt x="336" y="194"/>
                  </a:moveTo>
                  <a:lnTo>
                    <a:pt x="118" y="484"/>
                  </a:lnTo>
                  <a:lnTo>
                    <a:pt x="0" y="452"/>
                  </a:lnTo>
                  <a:lnTo>
                    <a:pt x="336" y="0"/>
                  </a:lnTo>
                  <a:lnTo>
                    <a:pt x="336" y="152"/>
                  </a:lnTo>
                  <a:lnTo>
                    <a:pt x="336" y="194"/>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58417" name="Freeform 117"/>
            <p:cNvSpPr>
              <a:spLocks/>
            </p:cNvSpPr>
            <p:nvPr/>
          </p:nvSpPr>
          <p:spPr bwMode="auto">
            <a:xfrm>
              <a:off x="2757" y="2124"/>
              <a:ext cx="509" cy="339"/>
            </a:xfrm>
            <a:custGeom>
              <a:avLst/>
              <a:gdLst>
                <a:gd name="T0" fmla="*/ 0 w 506"/>
                <a:gd name="T1" fmla="*/ 0 h 345"/>
                <a:gd name="T2" fmla="*/ 1 w 506"/>
                <a:gd name="T3" fmla="*/ 198 h 345"/>
                <a:gd name="T4" fmla="*/ 514 w 506"/>
                <a:gd name="T5" fmla="*/ 326 h 345"/>
                <a:gd name="T6" fmla="*/ 513 w 506"/>
                <a:gd name="T7" fmla="*/ 124 h 345"/>
                <a:gd name="T8" fmla="*/ 0 60000 65536"/>
                <a:gd name="T9" fmla="*/ 0 60000 65536"/>
                <a:gd name="T10" fmla="*/ 0 60000 65536"/>
                <a:gd name="T11" fmla="*/ 0 60000 65536"/>
                <a:gd name="T12" fmla="*/ 0 w 506"/>
                <a:gd name="T13" fmla="*/ 0 h 345"/>
                <a:gd name="T14" fmla="*/ 506 w 506"/>
                <a:gd name="T15" fmla="*/ 345 h 345"/>
              </a:gdLst>
              <a:ahLst/>
              <a:cxnLst>
                <a:cxn ang="T8">
                  <a:pos x="T0" y="T1"/>
                </a:cxn>
                <a:cxn ang="T9">
                  <a:pos x="T2" y="T3"/>
                </a:cxn>
                <a:cxn ang="T10">
                  <a:pos x="T4" y="T5"/>
                </a:cxn>
                <a:cxn ang="T11">
                  <a:pos x="T6" y="T7"/>
                </a:cxn>
              </a:cxnLst>
              <a:rect l="T12" t="T13" r="T14" b="T15"/>
              <a:pathLst>
                <a:path w="506" h="345">
                  <a:moveTo>
                    <a:pt x="0" y="0"/>
                  </a:moveTo>
                  <a:lnTo>
                    <a:pt x="1" y="209"/>
                  </a:lnTo>
                  <a:lnTo>
                    <a:pt x="505" y="344"/>
                  </a:lnTo>
                  <a:lnTo>
                    <a:pt x="504" y="130"/>
                  </a:lnTo>
                </a:path>
              </a:pathLst>
            </a:custGeom>
            <a:solidFill>
              <a:srgbClr val="FC2C1C"/>
            </a:solidFill>
            <a:ln w="12700" cap="rnd" cmpd="sng">
              <a:solidFill>
                <a:schemeClr val="bg2"/>
              </a:solidFill>
              <a:prstDash val="solid"/>
              <a:round/>
              <a:headEnd type="none" w="med" len="med"/>
              <a:tailEnd type="none" w="med" len="med"/>
            </a:ln>
          </p:spPr>
          <p:txBody>
            <a:bodyPr/>
            <a:lstStyle/>
            <a:p>
              <a:endParaRPr lang="fr-FR"/>
            </a:p>
          </p:txBody>
        </p:sp>
        <p:sp>
          <p:nvSpPr>
            <p:cNvPr id="58418" name="AutoShape 118"/>
            <p:cNvSpPr>
              <a:spLocks noChangeArrowheads="1"/>
            </p:cNvSpPr>
            <p:nvPr/>
          </p:nvSpPr>
          <p:spPr bwMode="auto">
            <a:xfrm rot="16200000" flipH="1">
              <a:off x="3067" y="1967"/>
              <a:ext cx="693" cy="306"/>
            </a:xfrm>
            <a:prstGeom prst="parallelogram">
              <a:avLst>
                <a:gd name="adj" fmla="val 156202"/>
              </a:avLst>
            </a:prstGeom>
            <a:solidFill>
              <a:srgbClr val="FC2C1C"/>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sp>
        <p:nvSpPr>
          <p:cNvPr id="58386" name="Oval 119"/>
          <p:cNvSpPr>
            <a:spLocks noChangeArrowheads="1"/>
          </p:cNvSpPr>
          <p:nvPr/>
        </p:nvSpPr>
        <p:spPr bwMode="auto">
          <a:xfrm rot="-5400000">
            <a:off x="6646069" y="3220244"/>
            <a:ext cx="336550" cy="312738"/>
          </a:xfrm>
          <a:prstGeom prst="ellipse">
            <a:avLst/>
          </a:prstGeom>
          <a:solidFill>
            <a:schemeClr val="bg1"/>
          </a:solidFill>
          <a:ln w="9525">
            <a:solidFill>
              <a:schemeClr val="tx1"/>
            </a:solidFill>
            <a:round/>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58387" name="Oval 120"/>
          <p:cNvSpPr>
            <a:spLocks noChangeArrowheads="1"/>
          </p:cNvSpPr>
          <p:nvPr/>
        </p:nvSpPr>
        <p:spPr bwMode="auto">
          <a:xfrm rot="-5400000">
            <a:off x="7009607" y="3220244"/>
            <a:ext cx="336550" cy="312737"/>
          </a:xfrm>
          <a:prstGeom prst="ellipse">
            <a:avLst/>
          </a:prstGeom>
          <a:solidFill>
            <a:schemeClr val="bg1"/>
          </a:solidFill>
          <a:ln w="9525">
            <a:solidFill>
              <a:schemeClr val="tx1"/>
            </a:solidFill>
            <a:round/>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58388" name="Oval 121"/>
          <p:cNvSpPr>
            <a:spLocks noChangeArrowheads="1"/>
          </p:cNvSpPr>
          <p:nvPr/>
        </p:nvSpPr>
        <p:spPr bwMode="auto">
          <a:xfrm rot="-5400000">
            <a:off x="7385844" y="3220244"/>
            <a:ext cx="336550" cy="312738"/>
          </a:xfrm>
          <a:prstGeom prst="ellipse">
            <a:avLst/>
          </a:prstGeom>
          <a:solidFill>
            <a:schemeClr val="bg1"/>
          </a:solidFill>
          <a:ln w="9525">
            <a:solidFill>
              <a:schemeClr val="tx1"/>
            </a:solidFill>
            <a:round/>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58389" name="Oval 122"/>
          <p:cNvSpPr>
            <a:spLocks noChangeArrowheads="1"/>
          </p:cNvSpPr>
          <p:nvPr/>
        </p:nvSpPr>
        <p:spPr bwMode="auto">
          <a:xfrm rot="-5400000">
            <a:off x="7749382" y="3220244"/>
            <a:ext cx="336550" cy="312737"/>
          </a:xfrm>
          <a:prstGeom prst="ellipse">
            <a:avLst/>
          </a:prstGeom>
          <a:solidFill>
            <a:schemeClr val="bg1"/>
          </a:solidFill>
          <a:ln w="9525">
            <a:solidFill>
              <a:schemeClr val="tx1"/>
            </a:solidFill>
            <a:round/>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nvGrpSpPr>
          <p:cNvPr id="58390" name="Group 123"/>
          <p:cNvGrpSpPr>
            <a:grpSpLocks/>
          </p:cNvGrpSpPr>
          <p:nvPr/>
        </p:nvGrpSpPr>
        <p:grpSpPr bwMode="auto">
          <a:xfrm rot="-223274">
            <a:off x="1925638" y="2701925"/>
            <a:ext cx="744537" cy="733425"/>
            <a:chOff x="2757" y="1666"/>
            <a:chExt cx="812" cy="800"/>
          </a:xfrm>
        </p:grpSpPr>
        <p:sp>
          <p:nvSpPr>
            <p:cNvPr id="58407" name="Freeform 124"/>
            <p:cNvSpPr>
              <a:spLocks/>
            </p:cNvSpPr>
            <p:nvPr/>
          </p:nvSpPr>
          <p:spPr bwMode="auto">
            <a:xfrm>
              <a:off x="2762" y="1667"/>
              <a:ext cx="807" cy="584"/>
            </a:xfrm>
            <a:custGeom>
              <a:avLst/>
              <a:gdLst>
                <a:gd name="T0" fmla="*/ 497 w 807"/>
                <a:gd name="T1" fmla="*/ 583 h 584"/>
                <a:gd name="T2" fmla="*/ 0 w 807"/>
                <a:gd name="T3" fmla="*/ 452 h 584"/>
                <a:gd name="T4" fmla="*/ 337 w 807"/>
                <a:gd name="T5" fmla="*/ 0 h 584"/>
                <a:gd name="T6" fmla="*/ 806 w 807"/>
                <a:gd name="T7" fmla="*/ 98 h 584"/>
                <a:gd name="T8" fmla="*/ 497 w 807"/>
                <a:gd name="T9" fmla="*/ 583 h 584"/>
                <a:gd name="T10" fmla="*/ 0 60000 65536"/>
                <a:gd name="T11" fmla="*/ 0 60000 65536"/>
                <a:gd name="T12" fmla="*/ 0 60000 65536"/>
                <a:gd name="T13" fmla="*/ 0 60000 65536"/>
                <a:gd name="T14" fmla="*/ 0 60000 65536"/>
                <a:gd name="T15" fmla="*/ 0 w 807"/>
                <a:gd name="T16" fmla="*/ 0 h 584"/>
                <a:gd name="T17" fmla="*/ 807 w 807"/>
                <a:gd name="T18" fmla="*/ 584 h 584"/>
              </a:gdLst>
              <a:ahLst/>
              <a:cxnLst>
                <a:cxn ang="T10">
                  <a:pos x="T0" y="T1"/>
                </a:cxn>
                <a:cxn ang="T11">
                  <a:pos x="T2" y="T3"/>
                </a:cxn>
                <a:cxn ang="T12">
                  <a:pos x="T4" y="T5"/>
                </a:cxn>
                <a:cxn ang="T13">
                  <a:pos x="T6" y="T7"/>
                </a:cxn>
                <a:cxn ang="T14">
                  <a:pos x="T8" y="T9"/>
                </a:cxn>
              </a:cxnLst>
              <a:rect l="T15" t="T16" r="T17" b="T18"/>
              <a:pathLst>
                <a:path w="807" h="584">
                  <a:moveTo>
                    <a:pt x="497" y="583"/>
                  </a:moveTo>
                  <a:lnTo>
                    <a:pt x="0" y="452"/>
                  </a:lnTo>
                  <a:lnTo>
                    <a:pt x="337" y="0"/>
                  </a:lnTo>
                  <a:lnTo>
                    <a:pt x="806" y="98"/>
                  </a:lnTo>
                  <a:lnTo>
                    <a:pt x="497" y="583"/>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58408" name="Freeform 125"/>
            <p:cNvSpPr>
              <a:spLocks/>
            </p:cNvSpPr>
            <p:nvPr/>
          </p:nvSpPr>
          <p:spPr bwMode="auto">
            <a:xfrm>
              <a:off x="2882" y="1861"/>
              <a:ext cx="578" cy="384"/>
            </a:xfrm>
            <a:custGeom>
              <a:avLst/>
              <a:gdLst>
                <a:gd name="T0" fmla="*/ 377 w 578"/>
                <a:gd name="T1" fmla="*/ 383 h 384"/>
                <a:gd name="T2" fmla="*/ 0 w 578"/>
                <a:gd name="T3" fmla="*/ 291 h 384"/>
                <a:gd name="T4" fmla="*/ 217 w 578"/>
                <a:gd name="T5" fmla="*/ 0 h 384"/>
                <a:gd name="T6" fmla="*/ 577 w 578"/>
                <a:gd name="T7" fmla="*/ 74 h 384"/>
                <a:gd name="T8" fmla="*/ 377 w 578"/>
                <a:gd name="T9" fmla="*/ 383 h 384"/>
                <a:gd name="T10" fmla="*/ 0 60000 65536"/>
                <a:gd name="T11" fmla="*/ 0 60000 65536"/>
                <a:gd name="T12" fmla="*/ 0 60000 65536"/>
                <a:gd name="T13" fmla="*/ 0 60000 65536"/>
                <a:gd name="T14" fmla="*/ 0 60000 65536"/>
                <a:gd name="T15" fmla="*/ 0 w 578"/>
                <a:gd name="T16" fmla="*/ 0 h 384"/>
                <a:gd name="T17" fmla="*/ 578 w 578"/>
                <a:gd name="T18" fmla="*/ 384 h 384"/>
              </a:gdLst>
              <a:ahLst/>
              <a:cxnLst>
                <a:cxn ang="T10">
                  <a:pos x="T0" y="T1"/>
                </a:cxn>
                <a:cxn ang="T11">
                  <a:pos x="T2" y="T3"/>
                </a:cxn>
                <a:cxn ang="T12">
                  <a:pos x="T4" y="T5"/>
                </a:cxn>
                <a:cxn ang="T13">
                  <a:pos x="T6" y="T7"/>
                </a:cxn>
                <a:cxn ang="T14">
                  <a:pos x="T8" y="T9"/>
                </a:cxn>
              </a:cxnLst>
              <a:rect l="T15" t="T16" r="T17" b="T18"/>
              <a:pathLst>
                <a:path w="578" h="384">
                  <a:moveTo>
                    <a:pt x="377" y="383"/>
                  </a:moveTo>
                  <a:lnTo>
                    <a:pt x="0" y="291"/>
                  </a:lnTo>
                  <a:lnTo>
                    <a:pt x="217" y="0"/>
                  </a:lnTo>
                  <a:lnTo>
                    <a:pt x="577" y="74"/>
                  </a:lnTo>
                  <a:lnTo>
                    <a:pt x="377" y="383"/>
                  </a:lnTo>
                </a:path>
              </a:pathLst>
            </a:custGeom>
            <a:solidFill>
              <a:srgbClr val="E22B00"/>
            </a:solidFill>
            <a:ln>
              <a:noFill/>
            </a:ln>
            <a:extLst>
              <a:ext uri="{91240B29-F687-4F45-9708-019B960494DF}">
                <a14:hiddenLine xmlns:a14="http://schemas.microsoft.com/office/drawing/2010/main" w="12700" cap="rnd" cmpd="sng">
                  <a:solidFill>
                    <a:srgbClr val="000000"/>
                  </a:solidFill>
                  <a:prstDash val="solid"/>
                  <a:round/>
                  <a:headEnd type="none" w="med" len="med"/>
                  <a:tailEnd type="none" w="med" len="med"/>
                </a14:hiddenLine>
              </a:ext>
            </a:extLst>
          </p:spPr>
          <p:txBody>
            <a:bodyPr/>
            <a:lstStyle/>
            <a:p>
              <a:endParaRPr lang="fr-FR"/>
            </a:p>
          </p:txBody>
        </p:sp>
        <p:sp>
          <p:nvSpPr>
            <p:cNvPr id="58409" name="Line 126"/>
            <p:cNvSpPr>
              <a:spLocks noChangeShapeType="1"/>
            </p:cNvSpPr>
            <p:nvPr/>
          </p:nvSpPr>
          <p:spPr bwMode="auto">
            <a:xfrm>
              <a:off x="3102" y="1862"/>
              <a:ext cx="352" cy="7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fr-FR"/>
            </a:p>
          </p:txBody>
        </p:sp>
        <p:sp>
          <p:nvSpPr>
            <p:cNvPr id="58410" name="Freeform 127"/>
            <p:cNvSpPr>
              <a:spLocks/>
            </p:cNvSpPr>
            <p:nvPr/>
          </p:nvSpPr>
          <p:spPr bwMode="auto">
            <a:xfrm>
              <a:off x="2762" y="1666"/>
              <a:ext cx="337" cy="485"/>
            </a:xfrm>
            <a:custGeom>
              <a:avLst/>
              <a:gdLst>
                <a:gd name="T0" fmla="*/ 336 w 337"/>
                <a:gd name="T1" fmla="*/ 194 h 485"/>
                <a:gd name="T2" fmla="*/ 118 w 337"/>
                <a:gd name="T3" fmla="*/ 484 h 485"/>
                <a:gd name="T4" fmla="*/ 0 w 337"/>
                <a:gd name="T5" fmla="*/ 452 h 485"/>
                <a:gd name="T6" fmla="*/ 336 w 337"/>
                <a:gd name="T7" fmla="*/ 0 h 485"/>
                <a:gd name="T8" fmla="*/ 336 w 337"/>
                <a:gd name="T9" fmla="*/ 152 h 485"/>
                <a:gd name="T10" fmla="*/ 336 w 337"/>
                <a:gd name="T11" fmla="*/ 194 h 485"/>
                <a:gd name="T12" fmla="*/ 0 60000 65536"/>
                <a:gd name="T13" fmla="*/ 0 60000 65536"/>
                <a:gd name="T14" fmla="*/ 0 60000 65536"/>
                <a:gd name="T15" fmla="*/ 0 60000 65536"/>
                <a:gd name="T16" fmla="*/ 0 60000 65536"/>
                <a:gd name="T17" fmla="*/ 0 60000 65536"/>
                <a:gd name="T18" fmla="*/ 0 w 337"/>
                <a:gd name="T19" fmla="*/ 0 h 485"/>
                <a:gd name="T20" fmla="*/ 337 w 337"/>
                <a:gd name="T21" fmla="*/ 485 h 485"/>
              </a:gdLst>
              <a:ahLst/>
              <a:cxnLst>
                <a:cxn ang="T12">
                  <a:pos x="T0" y="T1"/>
                </a:cxn>
                <a:cxn ang="T13">
                  <a:pos x="T2" y="T3"/>
                </a:cxn>
                <a:cxn ang="T14">
                  <a:pos x="T4" y="T5"/>
                </a:cxn>
                <a:cxn ang="T15">
                  <a:pos x="T6" y="T7"/>
                </a:cxn>
                <a:cxn ang="T16">
                  <a:pos x="T8" y="T9"/>
                </a:cxn>
                <a:cxn ang="T17">
                  <a:pos x="T10" y="T11"/>
                </a:cxn>
              </a:cxnLst>
              <a:rect l="T18" t="T19" r="T20" b="T21"/>
              <a:pathLst>
                <a:path w="337" h="485">
                  <a:moveTo>
                    <a:pt x="336" y="194"/>
                  </a:moveTo>
                  <a:lnTo>
                    <a:pt x="118" y="484"/>
                  </a:lnTo>
                  <a:lnTo>
                    <a:pt x="0" y="452"/>
                  </a:lnTo>
                  <a:lnTo>
                    <a:pt x="336" y="0"/>
                  </a:lnTo>
                  <a:lnTo>
                    <a:pt x="336" y="152"/>
                  </a:lnTo>
                  <a:lnTo>
                    <a:pt x="336" y="194"/>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58411" name="Freeform 128"/>
            <p:cNvSpPr>
              <a:spLocks/>
            </p:cNvSpPr>
            <p:nvPr/>
          </p:nvSpPr>
          <p:spPr bwMode="auto">
            <a:xfrm>
              <a:off x="2757" y="2124"/>
              <a:ext cx="509" cy="339"/>
            </a:xfrm>
            <a:custGeom>
              <a:avLst/>
              <a:gdLst>
                <a:gd name="T0" fmla="*/ 0 w 506"/>
                <a:gd name="T1" fmla="*/ 0 h 345"/>
                <a:gd name="T2" fmla="*/ 1 w 506"/>
                <a:gd name="T3" fmla="*/ 198 h 345"/>
                <a:gd name="T4" fmla="*/ 514 w 506"/>
                <a:gd name="T5" fmla="*/ 326 h 345"/>
                <a:gd name="T6" fmla="*/ 513 w 506"/>
                <a:gd name="T7" fmla="*/ 124 h 345"/>
                <a:gd name="T8" fmla="*/ 0 60000 65536"/>
                <a:gd name="T9" fmla="*/ 0 60000 65536"/>
                <a:gd name="T10" fmla="*/ 0 60000 65536"/>
                <a:gd name="T11" fmla="*/ 0 60000 65536"/>
                <a:gd name="T12" fmla="*/ 0 w 506"/>
                <a:gd name="T13" fmla="*/ 0 h 345"/>
                <a:gd name="T14" fmla="*/ 506 w 506"/>
                <a:gd name="T15" fmla="*/ 345 h 345"/>
              </a:gdLst>
              <a:ahLst/>
              <a:cxnLst>
                <a:cxn ang="T8">
                  <a:pos x="T0" y="T1"/>
                </a:cxn>
                <a:cxn ang="T9">
                  <a:pos x="T2" y="T3"/>
                </a:cxn>
                <a:cxn ang="T10">
                  <a:pos x="T4" y="T5"/>
                </a:cxn>
                <a:cxn ang="T11">
                  <a:pos x="T6" y="T7"/>
                </a:cxn>
              </a:cxnLst>
              <a:rect l="T12" t="T13" r="T14" b="T15"/>
              <a:pathLst>
                <a:path w="506" h="345">
                  <a:moveTo>
                    <a:pt x="0" y="0"/>
                  </a:moveTo>
                  <a:lnTo>
                    <a:pt x="1" y="209"/>
                  </a:lnTo>
                  <a:lnTo>
                    <a:pt x="505" y="344"/>
                  </a:lnTo>
                  <a:lnTo>
                    <a:pt x="504" y="130"/>
                  </a:lnTo>
                </a:path>
              </a:pathLst>
            </a:custGeom>
            <a:solidFill>
              <a:srgbClr val="FC2C1C"/>
            </a:solidFill>
            <a:ln w="12700" cap="rnd" cmpd="sng">
              <a:solidFill>
                <a:schemeClr val="bg2"/>
              </a:solidFill>
              <a:prstDash val="solid"/>
              <a:round/>
              <a:headEnd type="none" w="med" len="med"/>
              <a:tailEnd type="none" w="med" len="med"/>
            </a:ln>
          </p:spPr>
          <p:txBody>
            <a:bodyPr/>
            <a:lstStyle/>
            <a:p>
              <a:endParaRPr lang="fr-FR"/>
            </a:p>
          </p:txBody>
        </p:sp>
        <p:sp>
          <p:nvSpPr>
            <p:cNvPr id="58412" name="AutoShape 129"/>
            <p:cNvSpPr>
              <a:spLocks noChangeArrowheads="1"/>
            </p:cNvSpPr>
            <p:nvPr/>
          </p:nvSpPr>
          <p:spPr bwMode="auto">
            <a:xfrm rot="16200000" flipH="1">
              <a:off x="3067" y="1967"/>
              <a:ext cx="693" cy="306"/>
            </a:xfrm>
            <a:prstGeom prst="parallelogram">
              <a:avLst>
                <a:gd name="adj" fmla="val 156202"/>
              </a:avLst>
            </a:prstGeom>
            <a:solidFill>
              <a:srgbClr val="FC2C1C"/>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grpSp>
        <p:nvGrpSpPr>
          <p:cNvPr id="58391" name="Group 130"/>
          <p:cNvGrpSpPr>
            <a:grpSpLocks/>
          </p:cNvGrpSpPr>
          <p:nvPr/>
        </p:nvGrpSpPr>
        <p:grpSpPr bwMode="auto">
          <a:xfrm rot="-223274">
            <a:off x="3386138" y="2544763"/>
            <a:ext cx="744537" cy="733425"/>
            <a:chOff x="2757" y="1666"/>
            <a:chExt cx="812" cy="800"/>
          </a:xfrm>
        </p:grpSpPr>
        <p:sp>
          <p:nvSpPr>
            <p:cNvPr id="58401" name="Freeform 131"/>
            <p:cNvSpPr>
              <a:spLocks/>
            </p:cNvSpPr>
            <p:nvPr/>
          </p:nvSpPr>
          <p:spPr bwMode="auto">
            <a:xfrm>
              <a:off x="2762" y="1667"/>
              <a:ext cx="807" cy="584"/>
            </a:xfrm>
            <a:custGeom>
              <a:avLst/>
              <a:gdLst>
                <a:gd name="T0" fmla="*/ 497 w 807"/>
                <a:gd name="T1" fmla="*/ 583 h 584"/>
                <a:gd name="T2" fmla="*/ 0 w 807"/>
                <a:gd name="T3" fmla="*/ 452 h 584"/>
                <a:gd name="T4" fmla="*/ 337 w 807"/>
                <a:gd name="T5" fmla="*/ 0 h 584"/>
                <a:gd name="T6" fmla="*/ 806 w 807"/>
                <a:gd name="T7" fmla="*/ 98 h 584"/>
                <a:gd name="T8" fmla="*/ 497 w 807"/>
                <a:gd name="T9" fmla="*/ 583 h 584"/>
                <a:gd name="T10" fmla="*/ 0 60000 65536"/>
                <a:gd name="T11" fmla="*/ 0 60000 65536"/>
                <a:gd name="T12" fmla="*/ 0 60000 65536"/>
                <a:gd name="T13" fmla="*/ 0 60000 65536"/>
                <a:gd name="T14" fmla="*/ 0 60000 65536"/>
                <a:gd name="T15" fmla="*/ 0 w 807"/>
                <a:gd name="T16" fmla="*/ 0 h 584"/>
                <a:gd name="T17" fmla="*/ 807 w 807"/>
                <a:gd name="T18" fmla="*/ 584 h 584"/>
              </a:gdLst>
              <a:ahLst/>
              <a:cxnLst>
                <a:cxn ang="T10">
                  <a:pos x="T0" y="T1"/>
                </a:cxn>
                <a:cxn ang="T11">
                  <a:pos x="T2" y="T3"/>
                </a:cxn>
                <a:cxn ang="T12">
                  <a:pos x="T4" y="T5"/>
                </a:cxn>
                <a:cxn ang="T13">
                  <a:pos x="T6" y="T7"/>
                </a:cxn>
                <a:cxn ang="T14">
                  <a:pos x="T8" y="T9"/>
                </a:cxn>
              </a:cxnLst>
              <a:rect l="T15" t="T16" r="T17" b="T18"/>
              <a:pathLst>
                <a:path w="807" h="584">
                  <a:moveTo>
                    <a:pt x="497" y="583"/>
                  </a:moveTo>
                  <a:lnTo>
                    <a:pt x="0" y="452"/>
                  </a:lnTo>
                  <a:lnTo>
                    <a:pt x="337" y="0"/>
                  </a:lnTo>
                  <a:lnTo>
                    <a:pt x="806" y="98"/>
                  </a:lnTo>
                  <a:lnTo>
                    <a:pt x="497" y="583"/>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58402" name="Freeform 132"/>
            <p:cNvSpPr>
              <a:spLocks/>
            </p:cNvSpPr>
            <p:nvPr/>
          </p:nvSpPr>
          <p:spPr bwMode="auto">
            <a:xfrm>
              <a:off x="2882" y="1861"/>
              <a:ext cx="578" cy="384"/>
            </a:xfrm>
            <a:custGeom>
              <a:avLst/>
              <a:gdLst>
                <a:gd name="T0" fmla="*/ 377 w 578"/>
                <a:gd name="T1" fmla="*/ 383 h 384"/>
                <a:gd name="T2" fmla="*/ 0 w 578"/>
                <a:gd name="T3" fmla="*/ 291 h 384"/>
                <a:gd name="T4" fmla="*/ 217 w 578"/>
                <a:gd name="T5" fmla="*/ 0 h 384"/>
                <a:gd name="T6" fmla="*/ 577 w 578"/>
                <a:gd name="T7" fmla="*/ 74 h 384"/>
                <a:gd name="T8" fmla="*/ 377 w 578"/>
                <a:gd name="T9" fmla="*/ 383 h 384"/>
                <a:gd name="T10" fmla="*/ 0 60000 65536"/>
                <a:gd name="T11" fmla="*/ 0 60000 65536"/>
                <a:gd name="T12" fmla="*/ 0 60000 65536"/>
                <a:gd name="T13" fmla="*/ 0 60000 65536"/>
                <a:gd name="T14" fmla="*/ 0 60000 65536"/>
                <a:gd name="T15" fmla="*/ 0 w 578"/>
                <a:gd name="T16" fmla="*/ 0 h 384"/>
                <a:gd name="T17" fmla="*/ 578 w 578"/>
                <a:gd name="T18" fmla="*/ 384 h 384"/>
              </a:gdLst>
              <a:ahLst/>
              <a:cxnLst>
                <a:cxn ang="T10">
                  <a:pos x="T0" y="T1"/>
                </a:cxn>
                <a:cxn ang="T11">
                  <a:pos x="T2" y="T3"/>
                </a:cxn>
                <a:cxn ang="T12">
                  <a:pos x="T4" y="T5"/>
                </a:cxn>
                <a:cxn ang="T13">
                  <a:pos x="T6" y="T7"/>
                </a:cxn>
                <a:cxn ang="T14">
                  <a:pos x="T8" y="T9"/>
                </a:cxn>
              </a:cxnLst>
              <a:rect l="T15" t="T16" r="T17" b="T18"/>
              <a:pathLst>
                <a:path w="578" h="384">
                  <a:moveTo>
                    <a:pt x="377" y="383"/>
                  </a:moveTo>
                  <a:lnTo>
                    <a:pt x="0" y="291"/>
                  </a:lnTo>
                  <a:lnTo>
                    <a:pt x="217" y="0"/>
                  </a:lnTo>
                  <a:lnTo>
                    <a:pt x="577" y="74"/>
                  </a:lnTo>
                  <a:lnTo>
                    <a:pt x="377" y="383"/>
                  </a:lnTo>
                </a:path>
              </a:pathLst>
            </a:custGeom>
            <a:solidFill>
              <a:srgbClr val="E22B00"/>
            </a:solidFill>
            <a:ln>
              <a:noFill/>
            </a:ln>
            <a:extLst>
              <a:ext uri="{91240B29-F687-4F45-9708-019B960494DF}">
                <a14:hiddenLine xmlns:a14="http://schemas.microsoft.com/office/drawing/2010/main" w="12700" cap="rnd" cmpd="sng">
                  <a:solidFill>
                    <a:srgbClr val="000000"/>
                  </a:solidFill>
                  <a:prstDash val="solid"/>
                  <a:round/>
                  <a:headEnd type="none" w="med" len="med"/>
                  <a:tailEnd type="none" w="med" len="med"/>
                </a14:hiddenLine>
              </a:ext>
            </a:extLst>
          </p:spPr>
          <p:txBody>
            <a:bodyPr/>
            <a:lstStyle/>
            <a:p>
              <a:endParaRPr lang="fr-FR"/>
            </a:p>
          </p:txBody>
        </p:sp>
        <p:sp>
          <p:nvSpPr>
            <p:cNvPr id="58403" name="Line 133"/>
            <p:cNvSpPr>
              <a:spLocks noChangeShapeType="1"/>
            </p:cNvSpPr>
            <p:nvPr/>
          </p:nvSpPr>
          <p:spPr bwMode="auto">
            <a:xfrm>
              <a:off x="3102" y="1862"/>
              <a:ext cx="352" cy="7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fr-FR"/>
            </a:p>
          </p:txBody>
        </p:sp>
        <p:sp>
          <p:nvSpPr>
            <p:cNvPr id="58404" name="Freeform 134"/>
            <p:cNvSpPr>
              <a:spLocks/>
            </p:cNvSpPr>
            <p:nvPr/>
          </p:nvSpPr>
          <p:spPr bwMode="auto">
            <a:xfrm>
              <a:off x="2762" y="1666"/>
              <a:ext cx="337" cy="485"/>
            </a:xfrm>
            <a:custGeom>
              <a:avLst/>
              <a:gdLst>
                <a:gd name="T0" fmla="*/ 336 w 337"/>
                <a:gd name="T1" fmla="*/ 194 h 485"/>
                <a:gd name="T2" fmla="*/ 118 w 337"/>
                <a:gd name="T3" fmla="*/ 484 h 485"/>
                <a:gd name="T4" fmla="*/ 0 w 337"/>
                <a:gd name="T5" fmla="*/ 452 h 485"/>
                <a:gd name="T6" fmla="*/ 336 w 337"/>
                <a:gd name="T7" fmla="*/ 0 h 485"/>
                <a:gd name="T8" fmla="*/ 336 w 337"/>
                <a:gd name="T9" fmla="*/ 152 h 485"/>
                <a:gd name="T10" fmla="*/ 336 w 337"/>
                <a:gd name="T11" fmla="*/ 194 h 485"/>
                <a:gd name="T12" fmla="*/ 0 60000 65536"/>
                <a:gd name="T13" fmla="*/ 0 60000 65536"/>
                <a:gd name="T14" fmla="*/ 0 60000 65536"/>
                <a:gd name="T15" fmla="*/ 0 60000 65536"/>
                <a:gd name="T16" fmla="*/ 0 60000 65536"/>
                <a:gd name="T17" fmla="*/ 0 60000 65536"/>
                <a:gd name="T18" fmla="*/ 0 w 337"/>
                <a:gd name="T19" fmla="*/ 0 h 485"/>
                <a:gd name="T20" fmla="*/ 337 w 337"/>
                <a:gd name="T21" fmla="*/ 485 h 485"/>
              </a:gdLst>
              <a:ahLst/>
              <a:cxnLst>
                <a:cxn ang="T12">
                  <a:pos x="T0" y="T1"/>
                </a:cxn>
                <a:cxn ang="T13">
                  <a:pos x="T2" y="T3"/>
                </a:cxn>
                <a:cxn ang="T14">
                  <a:pos x="T4" y="T5"/>
                </a:cxn>
                <a:cxn ang="T15">
                  <a:pos x="T6" y="T7"/>
                </a:cxn>
                <a:cxn ang="T16">
                  <a:pos x="T8" y="T9"/>
                </a:cxn>
                <a:cxn ang="T17">
                  <a:pos x="T10" y="T11"/>
                </a:cxn>
              </a:cxnLst>
              <a:rect l="T18" t="T19" r="T20" b="T21"/>
              <a:pathLst>
                <a:path w="337" h="485">
                  <a:moveTo>
                    <a:pt x="336" y="194"/>
                  </a:moveTo>
                  <a:lnTo>
                    <a:pt x="118" y="484"/>
                  </a:lnTo>
                  <a:lnTo>
                    <a:pt x="0" y="452"/>
                  </a:lnTo>
                  <a:lnTo>
                    <a:pt x="336" y="0"/>
                  </a:lnTo>
                  <a:lnTo>
                    <a:pt x="336" y="152"/>
                  </a:lnTo>
                  <a:lnTo>
                    <a:pt x="336" y="194"/>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58405" name="Freeform 135"/>
            <p:cNvSpPr>
              <a:spLocks/>
            </p:cNvSpPr>
            <p:nvPr/>
          </p:nvSpPr>
          <p:spPr bwMode="auto">
            <a:xfrm>
              <a:off x="2757" y="2124"/>
              <a:ext cx="509" cy="339"/>
            </a:xfrm>
            <a:custGeom>
              <a:avLst/>
              <a:gdLst>
                <a:gd name="T0" fmla="*/ 0 w 506"/>
                <a:gd name="T1" fmla="*/ 0 h 345"/>
                <a:gd name="T2" fmla="*/ 1 w 506"/>
                <a:gd name="T3" fmla="*/ 198 h 345"/>
                <a:gd name="T4" fmla="*/ 514 w 506"/>
                <a:gd name="T5" fmla="*/ 326 h 345"/>
                <a:gd name="T6" fmla="*/ 513 w 506"/>
                <a:gd name="T7" fmla="*/ 124 h 345"/>
                <a:gd name="T8" fmla="*/ 0 60000 65536"/>
                <a:gd name="T9" fmla="*/ 0 60000 65536"/>
                <a:gd name="T10" fmla="*/ 0 60000 65536"/>
                <a:gd name="T11" fmla="*/ 0 60000 65536"/>
                <a:gd name="T12" fmla="*/ 0 w 506"/>
                <a:gd name="T13" fmla="*/ 0 h 345"/>
                <a:gd name="T14" fmla="*/ 506 w 506"/>
                <a:gd name="T15" fmla="*/ 345 h 345"/>
              </a:gdLst>
              <a:ahLst/>
              <a:cxnLst>
                <a:cxn ang="T8">
                  <a:pos x="T0" y="T1"/>
                </a:cxn>
                <a:cxn ang="T9">
                  <a:pos x="T2" y="T3"/>
                </a:cxn>
                <a:cxn ang="T10">
                  <a:pos x="T4" y="T5"/>
                </a:cxn>
                <a:cxn ang="T11">
                  <a:pos x="T6" y="T7"/>
                </a:cxn>
              </a:cxnLst>
              <a:rect l="T12" t="T13" r="T14" b="T15"/>
              <a:pathLst>
                <a:path w="506" h="345">
                  <a:moveTo>
                    <a:pt x="0" y="0"/>
                  </a:moveTo>
                  <a:lnTo>
                    <a:pt x="1" y="209"/>
                  </a:lnTo>
                  <a:lnTo>
                    <a:pt x="505" y="344"/>
                  </a:lnTo>
                  <a:lnTo>
                    <a:pt x="504" y="130"/>
                  </a:lnTo>
                </a:path>
              </a:pathLst>
            </a:custGeom>
            <a:solidFill>
              <a:srgbClr val="FC2C1C"/>
            </a:solidFill>
            <a:ln w="12700" cap="rnd" cmpd="sng">
              <a:solidFill>
                <a:schemeClr val="bg2"/>
              </a:solidFill>
              <a:prstDash val="solid"/>
              <a:round/>
              <a:headEnd type="none" w="med" len="med"/>
              <a:tailEnd type="none" w="med" len="med"/>
            </a:ln>
          </p:spPr>
          <p:txBody>
            <a:bodyPr/>
            <a:lstStyle/>
            <a:p>
              <a:endParaRPr lang="fr-FR"/>
            </a:p>
          </p:txBody>
        </p:sp>
        <p:sp>
          <p:nvSpPr>
            <p:cNvPr id="58406" name="AutoShape 136"/>
            <p:cNvSpPr>
              <a:spLocks noChangeArrowheads="1"/>
            </p:cNvSpPr>
            <p:nvPr/>
          </p:nvSpPr>
          <p:spPr bwMode="auto">
            <a:xfrm rot="16200000" flipH="1">
              <a:off x="3067" y="1967"/>
              <a:ext cx="693" cy="306"/>
            </a:xfrm>
            <a:prstGeom prst="parallelogram">
              <a:avLst>
                <a:gd name="adj" fmla="val 156202"/>
              </a:avLst>
            </a:prstGeom>
            <a:solidFill>
              <a:srgbClr val="FC2C1C"/>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sp>
        <p:nvSpPr>
          <p:cNvPr id="58392" name="Text Box 137"/>
          <p:cNvSpPr txBox="1">
            <a:spLocks noChangeArrowheads="1"/>
          </p:cNvSpPr>
          <p:nvPr/>
        </p:nvSpPr>
        <p:spPr bwMode="auto">
          <a:xfrm>
            <a:off x="566738" y="5211763"/>
            <a:ext cx="6543675" cy="4429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eaLnBrk="1" hangingPunct="1">
              <a:spcBef>
                <a:spcPct val="0"/>
              </a:spcBef>
              <a:buFontTx/>
              <a:buNone/>
            </a:pPr>
            <a:r>
              <a:rPr lang="fr-FR" altLang="fr-FR" sz="2300"/>
              <a:t>4. Pointez la production sur votre feuille de suivi</a:t>
            </a:r>
          </a:p>
        </p:txBody>
      </p:sp>
      <p:sp>
        <p:nvSpPr>
          <p:cNvPr id="58393" name="Text Box 138"/>
          <p:cNvSpPr txBox="1">
            <a:spLocks noChangeArrowheads="1"/>
          </p:cNvSpPr>
          <p:nvPr/>
        </p:nvSpPr>
        <p:spPr bwMode="auto">
          <a:xfrm>
            <a:off x="4792663" y="3729038"/>
            <a:ext cx="828675"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a:spcBef>
                <a:spcPct val="0"/>
              </a:spcBef>
              <a:buFontTx/>
              <a:buNone/>
            </a:pPr>
            <a:r>
              <a:rPr lang="fr-FR" altLang="fr-FR" sz="2400" dirty="0">
                <a:solidFill>
                  <a:srgbClr val="FC2C1C"/>
                </a:solidFill>
              </a:rPr>
              <a:t>2 R6</a:t>
            </a:r>
          </a:p>
        </p:txBody>
      </p:sp>
      <p:grpSp>
        <p:nvGrpSpPr>
          <p:cNvPr id="58394" name="Group 139"/>
          <p:cNvGrpSpPr>
            <a:grpSpLocks/>
          </p:cNvGrpSpPr>
          <p:nvPr/>
        </p:nvGrpSpPr>
        <p:grpSpPr bwMode="auto">
          <a:xfrm rot="-223274">
            <a:off x="4811713" y="2897188"/>
            <a:ext cx="744537" cy="733425"/>
            <a:chOff x="2757" y="1666"/>
            <a:chExt cx="812" cy="800"/>
          </a:xfrm>
        </p:grpSpPr>
        <p:sp>
          <p:nvSpPr>
            <p:cNvPr id="58395" name="Freeform 140"/>
            <p:cNvSpPr>
              <a:spLocks/>
            </p:cNvSpPr>
            <p:nvPr/>
          </p:nvSpPr>
          <p:spPr bwMode="auto">
            <a:xfrm>
              <a:off x="2762" y="1667"/>
              <a:ext cx="807" cy="584"/>
            </a:xfrm>
            <a:custGeom>
              <a:avLst/>
              <a:gdLst>
                <a:gd name="T0" fmla="*/ 497 w 807"/>
                <a:gd name="T1" fmla="*/ 583 h 584"/>
                <a:gd name="T2" fmla="*/ 0 w 807"/>
                <a:gd name="T3" fmla="*/ 452 h 584"/>
                <a:gd name="T4" fmla="*/ 337 w 807"/>
                <a:gd name="T5" fmla="*/ 0 h 584"/>
                <a:gd name="T6" fmla="*/ 806 w 807"/>
                <a:gd name="T7" fmla="*/ 98 h 584"/>
                <a:gd name="T8" fmla="*/ 497 w 807"/>
                <a:gd name="T9" fmla="*/ 583 h 584"/>
                <a:gd name="T10" fmla="*/ 0 60000 65536"/>
                <a:gd name="T11" fmla="*/ 0 60000 65536"/>
                <a:gd name="T12" fmla="*/ 0 60000 65536"/>
                <a:gd name="T13" fmla="*/ 0 60000 65536"/>
                <a:gd name="T14" fmla="*/ 0 60000 65536"/>
                <a:gd name="T15" fmla="*/ 0 w 807"/>
                <a:gd name="T16" fmla="*/ 0 h 584"/>
                <a:gd name="T17" fmla="*/ 807 w 807"/>
                <a:gd name="T18" fmla="*/ 584 h 584"/>
              </a:gdLst>
              <a:ahLst/>
              <a:cxnLst>
                <a:cxn ang="T10">
                  <a:pos x="T0" y="T1"/>
                </a:cxn>
                <a:cxn ang="T11">
                  <a:pos x="T2" y="T3"/>
                </a:cxn>
                <a:cxn ang="T12">
                  <a:pos x="T4" y="T5"/>
                </a:cxn>
                <a:cxn ang="T13">
                  <a:pos x="T6" y="T7"/>
                </a:cxn>
                <a:cxn ang="T14">
                  <a:pos x="T8" y="T9"/>
                </a:cxn>
              </a:cxnLst>
              <a:rect l="T15" t="T16" r="T17" b="T18"/>
              <a:pathLst>
                <a:path w="807" h="584">
                  <a:moveTo>
                    <a:pt x="497" y="583"/>
                  </a:moveTo>
                  <a:lnTo>
                    <a:pt x="0" y="452"/>
                  </a:lnTo>
                  <a:lnTo>
                    <a:pt x="337" y="0"/>
                  </a:lnTo>
                  <a:lnTo>
                    <a:pt x="806" y="98"/>
                  </a:lnTo>
                  <a:lnTo>
                    <a:pt x="497" y="583"/>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58396" name="Freeform 141"/>
            <p:cNvSpPr>
              <a:spLocks/>
            </p:cNvSpPr>
            <p:nvPr/>
          </p:nvSpPr>
          <p:spPr bwMode="auto">
            <a:xfrm>
              <a:off x="2882" y="1861"/>
              <a:ext cx="578" cy="384"/>
            </a:xfrm>
            <a:custGeom>
              <a:avLst/>
              <a:gdLst>
                <a:gd name="T0" fmla="*/ 377 w 578"/>
                <a:gd name="T1" fmla="*/ 383 h 384"/>
                <a:gd name="T2" fmla="*/ 0 w 578"/>
                <a:gd name="T3" fmla="*/ 291 h 384"/>
                <a:gd name="T4" fmla="*/ 217 w 578"/>
                <a:gd name="T5" fmla="*/ 0 h 384"/>
                <a:gd name="T6" fmla="*/ 577 w 578"/>
                <a:gd name="T7" fmla="*/ 74 h 384"/>
                <a:gd name="T8" fmla="*/ 377 w 578"/>
                <a:gd name="T9" fmla="*/ 383 h 384"/>
                <a:gd name="T10" fmla="*/ 0 60000 65536"/>
                <a:gd name="T11" fmla="*/ 0 60000 65536"/>
                <a:gd name="T12" fmla="*/ 0 60000 65536"/>
                <a:gd name="T13" fmla="*/ 0 60000 65536"/>
                <a:gd name="T14" fmla="*/ 0 60000 65536"/>
                <a:gd name="T15" fmla="*/ 0 w 578"/>
                <a:gd name="T16" fmla="*/ 0 h 384"/>
                <a:gd name="T17" fmla="*/ 578 w 578"/>
                <a:gd name="T18" fmla="*/ 384 h 384"/>
              </a:gdLst>
              <a:ahLst/>
              <a:cxnLst>
                <a:cxn ang="T10">
                  <a:pos x="T0" y="T1"/>
                </a:cxn>
                <a:cxn ang="T11">
                  <a:pos x="T2" y="T3"/>
                </a:cxn>
                <a:cxn ang="T12">
                  <a:pos x="T4" y="T5"/>
                </a:cxn>
                <a:cxn ang="T13">
                  <a:pos x="T6" y="T7"/>
                </a:cxn>
                <a:cxn ang="T14">
                  <a:pos x="T8" y="T9"/>
                </a:cxn>
              </a:cxnLst>
              <a:rect l="T15" t="T16" r="T17" b="T18"/>
              <a:pathLst>
                <a:path w="578" h="384">
                  <a:moveTo>
                    <a:pt x="377" y="383"/>
                  </a:moveTo>
                  <a:lnTo>
                    <a:pt x="0" y="291"/>
                  </a:lnTo>
                  <a:lnTo>
                    <a:pt x="217" y="0"/>
                  </a:lnTo>
                  <a:lnTo>
                    <a:pt x="577" y="74"/>
                  </a:lnTo>
                  <a:lnTo>
                    <a:pt x="377" y="383"/>
                  </a:lnTo>
                </a:path>
              </a:pathLst>
            </a:custGeom>
            <a:solidFill>
              <a:srgbClr val="E22B00"/>
            </a:solidFill>
            <a:ln>
              <a:noFill/>
            </a:ln>
            <a:extLst>
              <a:ext uri="{91240B29-F687-4F45-9708-019B960494DF}">
                <a14:hiddenLine xmlns:a14="http://schemas.microsoft.com/office/drawing/2010/main" w="12700" cap="rnd" cmpd="sng">
                  <a:solidFill>
                    <a:srgbClr val="000000"/>
                  </a:solidFill>
                  <a:prstDash val="solid"/>
                  <a:round/>
                  <a:headEnd type="none" w="med" len="med"/>
                  <a:tailEnd type="none" w="med" len="med"/>
                </a14:hiddenLine>
              </a:ext>
            </a:extLst>
          </p:spPr>
          <p:txBody>
            <a:bodyPr/>
            <a:lstStyle/>
            <a:p>
              <a:endParaRPr lang="fr-FR"/>
            </a:p>
          </p:txBody>
        </p:sp>
        <p:sp>
          <p:nvSpPr>
            <p:cNvPr id="58397" name="Line 142"/>
            <p:cNvSpPr>
              <a:spLocks noChangeShapeType="1"/>
            </p:cNvSpPr>
            <p:nvPr/>
          </p:nvSpPr>
          <p:spPr bwMode="auto">
            <a:xfrm>
              <a:off x="3102" y="1862"/>
              <a:ext cx="352" cy="7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fr-FR"/>
            </a:p>
          </p:txBody>
        </p:sp>
        <p:sp>
          <p:nvSpPr>
            <p:cNvPr id="58398" name="Freeform 143"/>
            <p:cNvSpPr>
              <a:spLocks/>
            </p:cNvSpPr>
            <p:nvPr/>
          </p:nvSpPr>
          <p:spPr bwMode="auto">
            <a:xfrm>
              <a:off x="2762" y="1666"/>
              <a:ext cx="337" cy="485"/>
            </a:xfrm>
            <a:custGeom>
              <a:avLst/>
              <a:gdLst>
                <a:gd name="T0" fmla="*/ 336 w 337"/>
                <a:gd name="T1" fmla="*/ 194 h 485"/>
                <a:gd name="T2" fmla="*/ 118 w 337"/>
                <a:gd name="T3" fmla="*/ 484 h 485"/>
                <a:gd name="T4" fmla="*/ 0 w 337"/>
                <a:gd name="T5" fmla="*/ 452 h 485"/>
                <a:gd name="T6" fmla="*/ 336 w 337"/>
                <a:gd name="T7" fmla="*/ 0 h 485"/>
                <a:gd name="T8" fmla="*/ 336 w 337"/>
                <a:gd name="T9" fmla="*/ 152 h 485"/>
                <a:gd name="T10" fmla="*/ 336 w 337"/>
                <a:gd name="T11" fmla="*/ 194 h 485"/>
                <a:gd name="T12" fmla="*/ 0 60000 65536"/>
                <a:gd name="T13" fmla="*/ 0 60000 65536"/>
                <a:gd name="T14" fmla="*/ 0 60000 65536"/>
                <a:gd name="T15" fmla="*/ 0 60000 65536"/>
                <a:gd name="T16" fmla="*/ 0 60000 65536"/>
                <a:gd name="T17" fmla="*/ 0 60000 65536"/>
                <a:gd name="T18" fmla="*/ 0 w 337"/>
                <a:gd name="T19" fmla="*/ 0 h 485"/>
                <a:gd name="T20" fmla="*/ 337 w 337"/>
                <a:gd name="T21" fmla="*/ 485 h 485"/>
              </a:gdLst>
              <a:ahLst/>
              <a:cxnLst>
                <a:cxn ang="T12">
                  <a:pos x="T0" y="T1"/>
                </a:cxn>
                <a:cxn ang="T13">
                  <a:pos x="T2" y="T3"/>
                </a:cxn>
                <a:cxn ang="T14">
                  <a:pos x="T4" y="T5"/>
                </a:cxn>
                <a:cxn ang="T15">
                  <a:pos x="T6" y="T7"/>
                </a:cxn>
                <a:cxn ang="T16">
                  <a:pos x="T8" y="T9"/>
                </a:cxn>
                <a:cxn ang="T17">
                  <a:pos x="T10" y="T11"/>
                </a:cxn>
              </a:cxnLst>
              <a:rect l="T18" t="T19" r="T20" b="T21"/>
              <a:pathLst>
                <a:path w="337" h="485">
                  <a:moveTo>
                    <a:pt x="336" y="194"/>
                  </a:moveTo>
                  <a:lnTo>
                    <a:pt x="118" y="484"/>
                  </a:lnTo>
                  <a:lnTo>
                    <a:pt x="0" y="452"/>
                  </a:lnTo>
                  <a:lnTo>
                    <a:pt x="336" y="0"/>
                  </a:lnTo>
                  <a:lnTo>
                    <a:pt x="336" y="152"/>
                  </a:lnTo>
                  <a:lnTo>
                    <a:pt x="336" y="194"/>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58399" name="Freeform 144"/>
            <p:cNvSpPr>
              <a:spLocks/>
            </p:cNvSpPr>
            <p:nvPr/>
          </p:nvSpPr>
          <p:spPr bwMode="auto">
            <a:xfrm>
              <a:off x="2757" y="2124"/>
              <a:ext cx="509" cy="339"/>
            </a:xfrm>
            <a:custGeom>
              <a:avLst/>
              <a:gdLst>
                <a:gd name="T0" fmla="*/ 0 w 506"/>
                <a:gd name="T1" fmla="*/ 0 h 345"/>
                <a:gd name="T2" fmla="*/ 1 w 506"/>
                <a:gd name="T3" fmla="*/ 198 h 345"/>
                <a:gd name="T4" fmla="*/ 514 w 506"/>
                <a:gd name="T5" fmla="*/ 326 h 345"/>
                <a:gd name="T6" fmla="*/ 513 w 506"/>
                <a:gd name="T7" fmla="*/ 124 h 345"/>
                <a:gd name="T8" fmla="*/ 0 60000 65536"/>
                <a:gd name="T9" fmla="*/ 0 60000 65536"/>
                <a:gd name="T10" fmla="*/ 0 60000 65536"/>
                <a:gd name="T11" fmla="*/ 0 60000 65536"/>
                <a:gd name="T12" fmla="*/ 0 w 506"/>
                <a:gd name="T13" fmla="*/ 0 h 345"/>
                <a:gd name="T14" fmla="*/ 506 w 506"/>
                <a:gd name="T15" fmla="*/ 345 h 345"/>
              </a:gdLst>
              <a:ahLst/>
              <a:cxnLst>
                <a:cxn ang="T8">
                  <a:pos x="T0" y="T1"/>
                </a:cxn>
                <a:cxn ang="T9">
                  <a:pos x="T2" y="T3"/>
                </a:cxn>
                <a:cxn ang="T10">
                  <a:pos x="T4" y="T5"/>
                </a:cxn>
                <a:cxn ang="T11">
                  <a:pos x="T6" y="T7"/>
                </a:cxn>
              </a:cxnLst>
              <a:rect l="T12" t="T13" r="T14" b="T15"/>
              <a:pathLst>
                <a:path w="506" h="345">
                  <a:moveTo>
                    <a:pt x="0" y="0"/>
                  </a:moveTo>
                  <a:lnTo>
                    <a:pt x="1" y="209"/>
                  </a:lnTo>
                  <a:lnTo>
                    <a:pt x="505" y="344"/>
                  </a:lnTo>
                  <a:lnTo>
                    <a:pt x="504" y="130"/>
                  </a:lnTo>
                </a:path>
              </a:pathLst>
            </a:custGeom>
            <a:solidFill>
              <a:srgbClr val="FC2C1C"/>
            </a:solidFill>
            <a:ln w="12700" cap="rnd" cmpd="sng">
              <a:solidFill>
                <a:schemeClr val="bg2"/>
              </a:solidFill>
              <a:prstDash val="solid"/>
              <a:round/>
              <a:headEnd type="none" w="med" len="med"/>
              <a:tailEnd type="none" w="med" len="med"/>
            </a:ln>
          </p:spPr>
          <p:txBody>
            <a:bodyPr/>
            <a:lstStyle/>
            <a:p>
              <a:endParaRPr lang="fr-FR"/>
            </a:p>
          </p:txBody>
        </p:sp>
        <p:sp>
          <p:nvSpPr>
            <p:cNvPr id="58400" name="AutoShape 145"/>
            <p:cNvSpPr>
              <a:spLocks noChangeArrowheads="1"/>
            </p:cNvSpPr>
            <p:nvPr/>
          </p:nvSpPr>
          <p:spPr bwMode="auto">
            <a:xfrm rot="16200000" flipH="1">
              <a:off x="3067" y="1967"/>
              <a:ext cx="693" cy="306"/>
            </a:xfrm>
            <a:prstGeom prst="parallelogram">
              <a:avLst>
                <a:gd name="adj" fmla="val 156202"/>
              </a:avLst>
            </a:prstGeom>
            <a:solidFill>
              <a:srgbClr val="FC2C1C"/>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grpSp>
        <p:nvGrpSpPr>
          <p:cNvPr id="2" name="Group 139">
            <a:extLst>
              <a:ext uri="{FF2B5EF4-FFF2-40B4-BE49-F238E27FC236}">
                <a16:creationId xmlns:a16="http://schemas.microsoft.com/office/drawing/2014/main" id="{13AB7D1D-7C61-0C38-EB39-8599046F7EFC}"/>
              </a:ext>
            </a:extLst>
          </p:cNvPr>
          <p:cNvGrpSpPr>
            <a:grpSpLocks/>
          </p:cNvGrpSpPr>
          <p:nvPr/>
        </p:nvGrpSpPr>
        <p:grpSpPr bwMode="auto">
          <a:xfrm rot="-223274">
            <a:off x="4834732" y="2603924"/>
            <a:ext cx="744537" cy="733425"/>
            <a:chOff x="2757" y="1666"/>
            <a:chExt cx="812" cy="800"/>
          </a:xfrm>
        </p:grpSpPr>
        <p:sp>
          <p:nvSpPr>
            <p:cNvPr id="3" name="Freeform 140">
              <a:extLst>
                <a:ext uri="{FF2B5EF4-FFF2-40B4-BE49-F238E27FC236}">
                  <a16:creationId xmlns:a16="http://schemas.microsoft.com/office/drawing/2014/main" id="{54897CF3-0BC7-A355-6516-6E3A147739B7}"/>
                </a:ext>
              </a:extLst>
            </p:cNvPr>
            <p:cNvSpPr>
              <a:spLocks/>
            </p:cNvSpPr>
            <p:nvPr/>
          </p:nvSpPr>
          <p:spPr bwMode="auto">
            <a:xfrm>
              <a:off x="2762" y="1667"/>
              <a:ext cx="807" cy="584"/>
            </a:xfrm>
            <a:custGeom>
              <a:avLst/>
              <a:gdLst>
                <a:gd name="T0" fmla="*/ 497 w 807"/>
                <a:gd name="T1" fmla="*/ 583 h 584"/>
                <a:gd name="T2" fmla="*/ 0 w 807"/>
                <a:gd name="T3" fmla="*/ 452 h 584"/>
                <a:gd name="T4" fmla="*/ 337 w 807"/>
                <a:gd name="T5" fmla="*/ 0 h 584"/>
                <a:gd name="T6" fmla="*/ 806 w 807"/>
                <a:gd name="T7" fmla="*/ 98 h 584"/>
                <a:gd name="T8" fmla="*/ 497 w 807"/>
                <a:gd name="T9" fmla="*/ 583 h 584"/>
                <a:gd name="T10" fmla="*/ 0 60000 65536"/>
                <a:gd name="T11" fmla="*/ 0 60000 65536"/>
                <a:gd name="T12" fmla="*/ 0 60000 65536"/>
                <a:gd name="T13" fmla="*/ 0 60000 65536"/>
                <a:gd name="T14" fmla="*/ 0 60000 65536"/>
                <a:gd name="T15" fmla="*/ 0 w 807"/>
                <a:gd name="T16" fmla="*/ 0 h 584"/>
                <a:gd name="T17" fmla="*/ 807 w 807"/>
                <a:gd name="T18" fmla="*/ 584 h 584"/>
              </a:gdLst>
              <a:ahLst/>
              <a:cxnLst>
                <a:cxn ang="T10">
                  <a:pos x="T0" y="T1"/>
                </a:cxn>
                <a:cxn ang="T11">
                  <a:pos x="T2" y="T3"/>
                </a:cxn>
                <a:cxn ang="T12">
                  <a:pos x="T4" y="T5"/>
                </a:cxn>
                <a:cxn ang="T13">
                  <a:pos x="T6" y="T7"/>
                </a:cxn>
                <a:cxn ang="T14">
                  <a:pos x="T8" y="T9"/>
                </a:cxn>
              </a:cxnLst>
              <a:rect l="T15" t="T16" r="T17" b="T18"/>
              <a:pathLst>
                <a:path w="807" h="584">
                  <a:moveTo>
                    <a:pt x="497" y="583"/>
                  </a:moveTo>
                  <a:lnTo>
                    <a:pt x="0" y="452"/>
                  </a:lnTo>
                  <a:lnTo>
                    <a:pt x="337" y="0"/>
                  </a:lnTo>
                  <a:lnTo>
                    <a:pt x="806" y="98"/>
                  </a:lnTo>
                  <a:lnTo>
                    <a:pt x="497" y="583"/>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4" name="Freeform 141">
              <a:extLst>
                <a:ext uri="{FF2B5EF4-FFF2-40B4-BE49-F238E27FC236}">
                  <a16:creationId xmlns:a16="http://schemas.microsoft.com/office/drawing/2014/main" id="{5D78901B-40FD-3200-7794-23A65A16C63B}"/>
                </a:ext>
              </a:extLst>
            </p:cNvPr>
            <p:cNvSpPr>
              <a:spLocks/>
            </p:cNvSpPr>
            <p:nvPr/>
          </p:nvSpPr>
          <p:spPr bwMode="auto">
            <a:xfrm>
              <a:off x="2882" y="1861"/>
              <a:ext cx="578" cy="384"/>
            </a:xfrm>
            <a:custGeom>
              <a:avLst/>
              <a:gdLst>
                <a:gd name="T0" fmla="*/ 377 w 578"/>
                <a:gd name="T1" fmla="*/ 383 h 384"/>
                <a:gd name="T2" fmla="*/ 0 w 578"/>
                <a:gd name="T3" fmla="*/ 291 h 384"/>
                <a:gd name="T4" fmla="*/ 217 w 578"/>
                <a:gd name="T5" fmla="*/ 0 h 384"/>
                <a:gd name="T6" fmla="*/ 577 w 578"/>
                <a:gd name="T7" fmla="*/ 74 h 384"/>
                <a:gd name="T8" fmla="*/ 377 w 578"/>
                <a:gd name="T9" fmla="*/ 383 h 384"/>
                <a:gd name="T10" fmla="*/ 0 60000 65536"/>
                <a:gd name="T11" fmla="*/ 0 60000 65536"/>
                <a:gd name="T12" fmla="*/ 0 60000 65536"/>
                <a:gd name="T13" fmla="*/ 0 60000 65536"/>
                <a:gd name="T14" fmla="*/ 0 60000 65536"/>
                <a:gd name="T15" fmla="*/ 0 w 578"/>
                <a:gd name="T16" fmla="*/ 0 h 384"/>
                <a:gd name="T17" fmla="*/ 578 w 578"/>
                <a:gd name="T18" fmla="*/ 384 h 384"/>
              </a:gdLst>
              <a:ahLst/>
              <a:cxnLst>
                <a:cxn ang="T10">
                  <a:pos x="T0" y="T1"/>
                </a:cxn>
                <a:cxn ang="T11">
                  <a:pos x="T2" y="T3"/>
                </a:cxn>
                <a:cxn ang="T12">
                  <a:pos x="T4" y="T5"/>
                </a:cxn>
                <a:cxn ang="T13">
                  <a:pos x="T6" y="T7"/>
                </a:cxn>
                <a:cxn ang="T14">
                  <a:pos x="T8" y="T9"/>
                </a:cxn>
              </a:cxnLst>
              <a:rect l="T15" t="T16" r="T17" b="T18"/>
              <a:pathLst>
                <a:path w="578" h="384">
                  <a:moveTo>
                    <a:pt x="377" y="383"/>
                  </a:moveTo>
                  <a:lnTo>
                    <a:pt x="0" y="291"/>
                  </a:lnTo>
                  <a:lnTo>
                    <a:pt x="217" y="0"/>
                  </a:lnTo>
                  <a:lnTo>
                    <a:pt x="577" y="74"/>
                  </a:lnTo>
                  <a:lnTo>
                    <a:pt x="377" y="383"/>
                  </a:lnTo>
                </a:path>
              </a:pathLst>
            </a:custGeom>
            <a:solidFill>
              <a:srgbClr val="E22B00"/>
            </a:solidFill>
            <a:ln>
              <a:noFill/>
            </a:ln>
            <a:extLst>
              <a:ext uri="{91240B29-F687-4F45-9708-019B960494DF}">
                <a14:hiddenLine xmlns:a14="http://schemas.microsoft.com/office/drawing/2010/main" w="12700" cap="rnd" cmpd="sng">
                  <a:solidFill>
                    <a:srgbClr val="000000"/>
                  </a:solidFill>
                  <a:prstDash val="solid"/>
                  <a:round/>
                  <a:headEnd type="none" w="med" len="med"/>
                  <a:tailEnd type="none" w="med" len="med"/>
                </a14:hiddenLine>
              </a:ext>
            </a:extLst>
          </p:spPr>
          <p:txBody>
            <a:bodyPr/>
            <a:lstStyle/>
            <a:p>
              <a:endParaRPr lang="fr-FR"/>
            </a:p>
          </p:txBody>
        </p:sp>
        <p:sp>
          <p:nvSpPr>
            <p:cNvPr id="5" name="Line 142">
              <a:extLst>
                <a:ext uri="{FF2B5EF4-FFF2-40B4-BE49-F238E27FC236}">
                  <a16:creationId xmlns:a16="http://schemas.microsoft.com/office/drawing/2014/main" id="{7D9B8552-1257-08FD-7D17-A371F4F73611}"/>
                </a:ext>
              </a:extLst>
            </p:cNvPr>
            <p:cNvSpPr>
              <a:spLocks noChangeShapeType="1"/>
            </p:cNvSpPr>
            <p:nvPr/>
          </p:nvSpPr>
          <p:spPr bwMode="auto">
            <a:xfrm>
              <a:off x="3102" y="1862"/>
              <a:ext cx="352" cy="7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fr-FR"/>
            </a:p>
          </p:txBody>
        </p:sp>
        <p:sp>
          <p:nvSpPr>
            <p:cNvPr id="6" name="Freeform 143">
              <a:extLst>
                <a:ext uri="{FF2B5EF4-FFF2-40B4-BE49-F238E27FC236}">
                  <a16:creationId xmlns:a16="http://schemas.microsoft.com/office/drawing/2014/main" id="{DCC24045-2DC3-F241-2C3F-EE8831E7AA04}"/>
                </a:ext>
              </a:extLst>
            </p:cNvPr>
            <p:cNvSpPr>
              <a:spLocks/>
            </p:cNvSpPr>
            <p:nvPr/>
          </p:nvSpPr>
          <p:spPr bwMode="auto">
            <a:xfrm>
              <a:off x="2762" y="1666"/>
              <a:ext cx="337" cy="485"/>
            </a:xfrm>
            <a:custGeom>
              <a:avLst/>
              <a:gdLst>
                <a:gd name="T0" fmla="*/ 336 w 337"/>
                <a:gd name="T1" fmla="*/ 194 h 485"/>
                <a:gd name="T2" fmla="*/ 118 w 337"/>
                <a:gd name="T3" fmla="*/ 484 h 485"/>
                <a:gd name="T4" fmla="*/ 0 w 337"/>
                <a:gd name="T5" fmla="*/ 452 h 485"/>
                <a:gd name="T6" fmla="*/ 336 w 337"/>
                <a:gd name="T7" fmla="*/ 0 h 485"/>
                <a:gd name="T8" fmla="*/ 336 w 337"/>
                <a:gd name="T9" fmla="*/ 152 h 485"/>
                <a:gd name="T10" fmla="*/ 336 w 337"/>
                <a:gd name="T11" fmla="*/ 194 h 485"/>
                <a:gd name="T12" fmla="*/ 0 60000 65536"/>
                <a:gd name="T13" fmla="*/ 0 60000 65536"/>
                <a:gd name="T14" fmla="*/ 0 60000 65536"/>
                <a:gd name="T15" fmla="*/ 0 60000 65536"/>
                <a:gd name="T16" fmla="*/ 0 60000 65536"/>
                <a:gd name="T17" fmla="*/ 0 60000 65536"/>
                <a:gd name="T18" fmla="*/ 0 w 337"/>
                <a:gd name="T19" fmla="*/ 0 h 485"/>
                <a:gd name="T20" fmla="*/ 337 w 337"/>
                <a:gd name="T21" fmla="*/ 485 h 485"/>
              </a:gdLst>
              <a:ahLst/>
              <a:cxnLst>
                <a:cxn ang="T12">
                  <a:pos x="T0" y="T1"/>
                </a:cxn>
                <a:cxn ang="T13">
                  <a:pos x="T2" y="T3"/>
                </a:cxn>
                <a:cxn ang="T14">
                  <a:pos x="T4" y="T5"/>
                </a:cxn>
                <a:cxn ang="T15">
                  <a:pos x="T6" y="T7"/>
                </a:cxn>
                <a:cxn ang="T16">
                  <a:pos x="T8" y="T9"/>
                </a:cxn>
                <a:cxn ang="T17">
                  <a:pos x="T10" y="T11"/>
                </a:cxn>
              </a:cxnLst>
              <a:rect l="T18" t="T19" r="T20" b="T21"/>
              <a:pathLst>
                <a:path w="337" h="485">
                  <a:moveTo>
                    <a:pt x="336" y="194"/>
                  </a:moveTo>
                  <a:lnTo>
                    <a:pt x="118" y="484"/>
                  </a:lnTo>
                  <a:lnTo>
                    <a:pt x="0" y="452"/>
                  </a:lnTo>
                  <a:lnTo>
                    <a:pt x="336" y="0"/>
                  </a:lnTo>
                  <a:lnTo>
                    <a:pt x="336" y="152"/>
                  </a:lnTo>
                  <a:lnTo>
                    <a:pt x="336" y="194"/>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7" name="Freeform 144">
              <a:extLst>
                <a:ext uri="{FF2B5EF4-FFF2-40B4-BE49-F238E27FC236}">
                  <a16:creationId xmlns:a16="http://schemas.microsoft.com/office/drawing/2014/main" id="{415F37A8-E076-FCBA-DF54-0CCB96F1075E}"/>
                </a:ext>
              </a:extLst>
            </p:cNvPr>
            <p:cNvSpPr>
              <a:spLocks/>
            </p:cNvSpPr>
            <p:nvPr/>
          </p:nvSpPr>
          <p:spPr bwMode="auto">
            <a:xfrm>
              <a:off x="2757" y="2124"/>
              <a:ext cx="509" cy="339"/>
            </a:xfrm>
            <a:custGeom>
              <a:avLst/>
              <a:gdLst>
                <a:gd name="T0" fmla="*/ 0 w 506"/>
                <a:gd name="T1" fmla="*/ 0 h 345"/>
                <a:gd name="T2" fmla="*/ 1 w 506"/>
                <a:gd name="T3" fmla="*/ 198 h 345"/>
                <a:gd name="T4" fmla="*/ 514 w 506"/>
                <a:gd name="T5" fmla="*/ 326 h 345"/>
                <a:gd name="T6" fmla="*/ 513 w 506"/>
                <a:gd name="T7" fmla="*/ 124 h 345"/>
                <a:gd name="T8" fmla="*/ 0 60000 65536"/>
                <a:gd name="T9" fmla="*/ 0 60000 65536"/>
                <a:gd name="T10" fmla="*/ 0 60000 65536"/>
                <a:gd name="T11" fmla="*/ 0 60000 65536"/>
                <a:gd name="T12" fmla="*/ 0 w 506"/>
                <a:gd name="T13" fmla="*/ 0 h 345"/>
                <a:gd name="T14" fmla="*/ 506 w 506"/>
                <a:gd name="T15" fmla="*/ 345 h 345"/>
              </a:gdLst>
              <a:ahLst/>
              <a:cxnLst>
                <a:cxn ang="T8">
                  <a:pos x="T0" y="T1"/>
                </a:cxn>
                <a:cxn ang="T9">
                  <a:pos x="T2" y="T3"/>
                </a:cxn>
                <a:cxn ang="T10">
                  <a:pos x="T4" y="T5"/>
                </a:cxn>
                <a:cxn ang="T11">
                  <a:pos x="T6" y="T7"/>
                </a:cxn>
              </a:cxnLst>
              <a:rect l="T12" t="T13" r="T14" b="T15"/>
              <a:pathLst>
                <a:path w="506" h="345">
                  <a:moveTo>
                    <a:pt x="0" y="0"/>
                  </a:moveTo>
                  <a:lnTo>
                    <a:pt x="1" y="209"/>
                  </a:lnTo>
                  <a:lnTo>
                    <a:pt x="505" y="344"/>
                  </a:lnTo>
                  <a:lnTo>
                    <a:pt x="504" y="130"/>
                  </a:lnTo>
                </a:path>
              </a:pathLst>
            </a:custGeom>
            <a:solidFill>
              <a:srgbClr val="FC2C1C"/>
            </a:solidFill>
            <a:ln w="12700" cap="rnd" cmpd="sng">
              <a:solidFill>
                <a:schemeClr val="bg2"/>
              </a:solidFill>
              <a:prstDash val="solid"/>
              <a:round/>
              <a:headEnd type="none" w="med" len="med"/>
              <a:tailEnd type="none" w="med" len="med"/>
            </a:ln>
          </p:spPr>
          <p:txBody>
            <a:bodyPr/>
            <a:lstStyle/>
            <a:p>
              <a:endParaRPr lang="fr-FR"/>
            </a:p>
          </p:txBody>
        </p:sp>
        <p:sp>
          <p:nvSpPr>
            <p:cNvPr id="8" name="AutoShape 145">
              <a:extLst>
                <a:ext uri="{FF2B5EF4-FFF2-40B4-BE49-F238E27FC236}">
                  <a16:creationId xmlns:a16="http://schemas.microsoft.com/office/drawing/2014/main" id="{AEBDB115-4FCB-0460-F4C1-CAD07ED5FF66}"/>
                </a:ext>
              </a:extLst>
            </p:cNvPr>
            <p:cNvSpPr>
              <a:spLocks noChangeArrowheads="1"/>
            </p:cNvSpPr>
            <p:nvPr/>
          </p:nvSpPr>
          <p:spPr bwMode="auto">
            <a:xfrm rot="16200000" flipH="1">
              <a:off x="3067" y="1967"/>
              <a:ext cx="693" cy="306"/>
            </a:xfrm>
            <a:prstGeom prst="parallelogram">
              <a:avLst>
                <a:gd name="adj" fmla="val 156202"/>
              </a:avLst>
            </a:prstGeom>
            <a:solidFill>
              <a:srgbClr val="FC2C1C"/>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9394" name="Group 2"/>
          <p:cNvGrpSpPr>
            <a:grpSpLocks/>
          </p:cNvGrpSpPr>
          <p:nvPr/>
        </p:nvGrpSpPr>
        <p:grpSpPr bwMode="auto">
          <a:xfrm>
            <a:off x="7073900" y="215900"/>
            <a:ext cx="1878013" cy="1250950"/>
            <a:chOff x="4456" y="136"/>
            <a:chExt cx="1183" cy="788"/>
          </a:xfrm>
        </p:grpSpPr>
        <p:grpSp>
          <p:nvGrpSpPr>
            <p:cNvPr id="59454" name="Group 3"/>
            <p:cNvGrpSpPr>
              <a:grpSpLocks/>
            </p:cNvGrpSpPr>
            <p:nvPr/>
          </p:nvGrpSpPr>
          <p:grpSpPr bwMode="auto">
            <a:xfrm>
              <a:off x="4766" y="232"/>
              <a:ext cx="873" cy="692"/>
              <a:chOff x="2185" y="310"/>
              <a:chExt cx="873" cy="692"/>
            </a:xfrm>
          </p:grpSpPr>
          <p:sp>
            <p:nvSpPr>
              <p:cNvPr id="59465" name="Freeform 4"/>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accent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9466" name="Freeform 5"/>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9467" name="Freeform 6"/>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9468" name="Freeform 7"/>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9469" name="Freeform 8"/>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9470" name="Freeform 9"/>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9471" name="Freeform 10"/>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grpSp>
          <p:nvGrpSpPr>
            <p:cNvPr id="59455" name="Group 11"/>
            <p:cNvGrpSpPr>
              <a:grpSpLocks/>
            </p:cNvGrpSpPr>
            <p:nvPr/>
          </p:nvGrpSpPr>
          <p:grpSpPr bwMode="auto">
            <a:xfrm>
              <a:off x="4949" y="336"/>
              <a:ext cx="591" cy="468"/>
              <a:chOff x="2185" y="310"/>
              <a:chExt cx="873" cy="692"/>
            </a:xfrm>
          </p:grpSpPr>
          <p:sp>
            <p:nvSpPr>
              <p:cNvPr id="59458" name="Freeform 12"/>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9459" name="Freeform 13"/>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9460" name="Freeform 14"/>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9461" name="Freeform 15"/>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9462" name="Freeform 16"/>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9463" name="Freeform 17"/>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9464" name="Freeform 18"/>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pic>
          <p:nvPicPr>
            <p:cNvPr id="59456" name="Picture 19"/>
            <p:cNvPicPr>
              <a:picLocks noChangeAspect="1" noChangeArrowheads="1"/>
            </p:cNvPicPr>
            <p:nvPr/>
          </p:nvPicPr>
          <p:blipFill>
            <a:blip r:embed="rId3" cstate="print">
              <a:extLst>
                <a:ext uri="{28A0092B-C50C-407E-A947-70E740481C1C}">
                  <a14:useLocalDpi xmlns:a14="http://schemas.microsoft.com/office/drawing/2010/main" val="0"/>
                </a:ext>
              </a:extLst>
            </a:blip>
            <a:srcRect l="-4282" t="-4369" r="-5199" b="-12012"/>
            <a:stretch>
              <a:fillRect/>
            </a:stretch>
          </p:blipFill>
          <p:spPr bwMode="auto">
            <a:xfrm>
              <a:off x="4456" y="136"/>
              <a:ext cx="480" cy="5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9457" name="Text Box 20"/>
            <p:cNvSpPr txBox="1">
              <a:spLocks noChangeArrowheads="1"/>
            </p:cNvSpPr>
            <p:nvPr/>
          </p:nvSpPr>
          <p:spPr bwMode="auto">
            <a:xfrm>
              <a:off x="4946" y="314"/>
              <a:ext cx="596" cy="49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4500" b="1">
                  <a:solidFill>
                    <a:srgbClr val="FF0000"/>
                  </a:solidFill>
                  <a:latin typeface="Arial Black" pitchFamily="34" charset="0"/>
                </a:rPr>
                <a:t>10</a:t>
              </a:r>
              <a:endParaRPr lang="fr-FR" altLang="fr-FR" sz="3200">
                <a:solidFill>
                  <a:schemeClr val="tx1"/>
                </a:solidFill>
                <a:latin typeface="Arial Black" pitchFamily="34" charset="0"/>
              </a:endParaRPr>
            </a:p>
          </p:txBody>
        </p:sp>
      </p:grpSp>
      <p:sp>
        <p:nvSpPr>
          <p:cNvPr id="59396" name="Text Box 22"/>
          <p:cNvSpPr txBox="1">
            <a:spLocks noChangeArrowheads="1"/>
          </p:cNvSpPr>
          <p:nvPr/>
        </p:nvSpPr>
        <p:spPr bwMode="auto">
          <a:xfrm>
            <a:off x="566738" y="1363663"/>
            <a:ext cx="1946275"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1. Tirez le dé</a:t>
            </a:r>
          </a:p>
        </p:txBody>
      </p:sp>
      <p:sp>
        <p:nvSpPr>
          <p:cNvPr id="59397" name="Text Box 23"/>
          <p:cNvSpPr txBox="1">
            <a:spLocks noChangeArrowheads="1"/>
          </p:cNvSpPr>
          <p:nvPr/>
        </p:nvSpPr>
        <p:spPr bwMode="auto">
          <a:xfrm>
            <a:off x="566738" y="3935413"/>
            <a:ext cx="18796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3. Produisez</a:t>
            </a:r>
          </a:p>
        </p:txBody>
      </p:sp>
      <p:grpSp>
        <p:nvGrpSpPr>
          <p:cNvPr id="59398" name="Group 24"/>
          <p:cNvGrpSpPr>
            <a:grpSpLocks/>
          </p:cNvGrpSpPr>
          <p:nvPr/>
        </p:nvGrpSpPr>
        <p:grpSpPr bwMode="auto">
          <a:xfrm>
            <a:off x="2986088" y="1306513"/>
            <a:ext cx="446087" cy="534987"/>
            <a:chOff x="868" y="1439"/>
            <a:chExt cx="811" cy="972"/>
          </a:xfrm>
        </p:grpSpPr>
        <p:sp>
          <p:nvSpPr>
            <p:cNvPr id="59403" name="Freeform 25"/>
            <p:cNvSpPr>
              <a:spLocks/>
            </p:cNvSpPr>
            <p:nvPr/>
          </p:nvSpPr>
          <p:spPr bwMode="auto">
            <a:xfrm>
              <a:off x="1548" y="2014"/>
              <a:ext cx="123" cy="100"/>
            </a:xfrm>
            <a:custGeom>
              <a:avLst/>
              <a:gdLst>
                <a:gd name="T0" fmla="*/ 5 w 618"/>
                <a:gd name="T1" fmla="*/ 0 h 502"/>
                <a:gd name="T2" fmla="*/ 5 w 618"/>
                <a:gd name="T3" fmla="*/ 0 h 502"/>
                <a:gd name="T4" fmla="*/ 0 w 618"/>
                <a:gd name="T5" fmla="*/ 4 h 502"/>
                <a:gd name="T6" fmla="*/ 0 w 618"/>
                <a:gd name="T7" fmla="*/ 4 h 502"/>
                <a:gd name="T8" fmla="*/ 5 w 618"/>
                <a:gd name="T9" fmla="*/ 0 h 502"/>
                <a:gd name="T10" fmla="*/ 5 w 618"/>
                <a:gd name="T11" fmla="*/ 0 h 502"/>
                <a:gd name="T12" fmla="*/ 5 w 618"/>
                <a:gd name="T13" fmla="*/ 0 h 502"/>
                <a:gd name="T14" fmla="*/ 5 w 618"/>
                <a:gd name="T15" fmla="*/ 0 h 502"/>
                <a:gd name="T16" fmla="*/ 5 w 618"/>
                <a:gd name="T17" fmla="*/ 0 h 502"/>
                <a:gd name="T18" fmla="*/ 5 w 618"/>
                <a:gd name="T19" fmla="*/ 0 h 502"/>
                <a:gd name="T20" fmla="*/ 5 w 618"/>
                <a:gd name="T21" fmla="*/ 0 h 502"/>
                <a:gd name="T22" fmla="*/ 5 w 618"/>
                <a:gd name="T23" fmla="*/ 0 h 502"/>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618"/>
                <a:gd name="T37" fmla="*/ 0 h 502"/>
                <a:gd name="T38" fmla="*/ 618 w 618"/>
                <a:gd name="T39" fmla="*/ 502 h 502"/>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618" h="502">
                  <a:moveTo>
                    <a:pt x="611" y="0"/>
                  </a:moveTo>
                  <a:lnTo>
                    <a:pt x="606" y="2"/>
                  </a:lnTo>
                  <a:lnTo>
                    <a:pt x="0" y="490"/>
                  </a:lnTo>
                  <a:lnTo>
                    <a:pt x="10" y="502"/>
                  </a:lnTo>
                  <a:lnTo>
                    <a:pt x="616" y="14"/>
                  </a:lnTo>
                  <a:lnTo>
                    <a:pt x="611" y="16"/>
                  </a:lnTo>
                  <a:lnTo>
                    <a:pt x="616" y="14"/>
                  </a:lnTo>
                  <a:lnTo>
                    <a:pt x="618" y="9"/>
                  </a:lnTo>
                  <a:lnTo>
                    <a:pt x="617" y="3"/>
                  </a:lnTo>
                  <a:lnTo>
                    <a:pt x="612" y="1"/>
                  </a:lnTo>
                  <a:lnTo>
                    <a:pt x="606" y="2"/>
                  </a:lnTo>
                  <a:lnTo>
                    <a:pt x="611"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9404" name="Freeform 26"/>
            <p:cNvSpPr>
              <a:spLocks/>
            </p:cNvSpPr>
            <p:nvPr/>
          </p:nvSpPr>
          <p:spPr bwMode="auto">
            <a:xfrm>
              <a:off x="876" y="1852"/>
              <a:ext cx="82" cy="373"/>
            </a:xfrm>
            <a:custGeom>
              <a:avLst/>
              <a:gdLst>
                <a:gd name="T0" fmla="*/ 3 w 413"/>
                <a:gd name="T1" fmla="*/ 15 h 1865"/>
                <a:gd name="T2" fmla="*/ 3 w 413"/>
                <a:gd name="T3" fmla="*/ 15 h 1865"/>
                <a:gd name="T4" fmla="*/ 0 w 413"/>
                <a:gd name="T5" fmla="*/ 0 h 1865"/>
                <a:gd name="T6" fmla="*/ 0 w 413"/>
                <a:gd name="T7" fmla="*/ 0 h 1865"/>
                <a:gd name="T8" fmla="*/ 3 w 413"/>
                <a:gd name="T9" fmla="*/ 15 h 1865"/>
                <a:gd name="T10" fmla="*/ 3 w 413"/>
                <a:gd name="T11" fmla="*/ 15 h 1865"/>
                <a:gd name="T12" fmla="*/ 3 w 413"/>
                <a:gd name="T13" fmla="*/ 15 h 1865"/>
                <a:gd name="T14" fmla="*/ 3 w 413"/>
                <a:gd name="T15" fmla="*/ 15 h 1865"/>
                <a:gd name="T16" fmla="*/ 3 w 413"/>
                <a:gd name="T17" fmla="*/ 15 h 1865"/>
                <a:gd name="T18" fmla="*/ 3 w 413"/>
                <a:gd name="T19" fmla="*/ 15 h 1865"/>
                <a:gd name="T20" fmla="*/ 3 w 413"/>
                <a:gd name="T21" fmla="*/ 15 h 1865"/>
                <a:gd name="T22" fmla="*/ 3 w 413"/>
                <a:gd name="T23" fmla="*/ 15 h 186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413"/>
                <a:gd name="T37" fmla="*/ 0 h 1865"/>
                <a:gd name="T38" fmla="*/ 413 w 413"/>
                <a:gd name="T39" fmla="*/ 1865 h 1865"/>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413" h="1865">
                  <a:moveTo>
                    <a:pt x="400" y="1864"/>
                  </a:moveTo>
                  <a:lnTo>
                    <a:pt x="413" y="1856"/>
                  </a:lnTo>
                  <a:lnTo>
                    <a:pt x="17" y="0"/>
                  </a:lnTo>
                  <a:lnTo>
                    <a:pt x="0" y="2"/>
                  </a:lnTo>
                  <a:lnTo>
                    <a:pt x="396" y="1858"/>
                  </a:lnTo>
                  <a:lnTo>
                    <a:pt x="409" y="1850"/>
                  </a:lnTo>
                  <a:lnTo>
                    <a:pt x="396" y="1858"/>
                  </a:lnTo>
                  <a:lnTo>
                    <a:pt x="400" y="1864"/>
                  </a:lnTo>
                  <a:lnTo>
                    <a:pt x="406" y="1865"/>
                  </a:lnTo>
                  <a:lnTo>
                    <a:pt x="410" y="1862"/>
                  </a:lnTo>
                  <a:lnTo>
                    <a:pt x="413" y="1856"/>
                  </a:lnTo>
                  <a:lnTo>
                    <a:pt x="400" y="186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9405" name="Freeform 27"/>
            <p:cNvSpPr>
              <a:spLocks/>
            </p:cNvSpPr>
            <p:nvPr/>
          </p:nvSpPr>
          <p:spPr bwMode="auto">
            <a:xfrm>
              <a:off x="1282" y="1533"/>
              <a:ext cx="35" cy="161"/>
            </a:xfrm>
            <a:custGeom>
              <a:avLst/>
              <a:gdLst>
                <a:gd name="T0" fmla="*/ 1 w 175"/>
                <a:gd name="T1" fmla="*/ 6 h 807"/>
                <a:gd name="T2" fmla="*/ 1 w 175"/>
                <a:gd name="T3" fmla="*/ 6 h 807"/>
                <a:gd name="T4" fmla="*/ 1 w 175"/>
                <a:gd name="T5" fmla="*/ 6 h 807"/>
                <a:gd name="T6" fmla="*/ 1 w 175"/>
                <a:gd name="T7" fmla="*/ 5 h 807"/>
                <a:gd name="T8" fmla="*/ 1 w 175"/>
                <a:gd name="T9" fmla="*/ 5 h 807"/>
                <a:gd name="T10" fmla="*/ 1 w 175"/>
                <a:gd name="T11" fmla="*/ 5 h 807"/>
                <a:gd name="T12" fmla="*/ 1 w 175"/>
                <a:gd name="T13" fmla="*/ 4 h 807"/>
                <a:gd name="T14" fmla="*/ 1 w 175"/>
                <a:gd name="T15" fmla="*/ 4 h 807"/>
                <a:gd name="T16" fmla="*/ 1 w 175"/>
                <a:gd name="T17" fmla="*/ 3 h 807"/>
                <a:gd name="T18" fmla="*/ 1 w 175"/>
                <a:gd name="T19" fmla="*/ 3 h 807"/>
                <a:gd name="T20" fmla="*/ 1 w 175"/>
                <a:gd name="T21" fmla="*/ 3 h 807"/>
                <a:gd name="T22" fmla="*/ 1 w 175"/>
                <a:gd name="T23" fmla="*/ 2 h 807"/>
                <a:gd name="T24" fmla="*/ 1 w 175"/>
                <a:gd name="T25" fmla="*/ 2 h 807"/>
                <a:gd name="T26" fmla="*/ 1 w 175"/>
                <a:gd name="T27" fmla="*/ 2 h 807"/>
                <a:gd name="T28" fmla="*/ 1 w 175"/>
                <a:gd name="T29" fmla="*/ 1 h 807"/>
                <a:gd name="T30" fmla="*/ 1 w 175"/>
                <a:gd name="T31" fmla="*/ 1 h 807"/>
                <a:gd name="T32" fmla="*/ 1 w 175"/>
                <a:gd name="T33" fmla="*/ 1 h 807"/>
                <a:gd name="T34" fmla="*/ 1 w 175"/>
                <a:gd name="T35" fmla="*/ 0 h 807"/>
                <a:gd name="T36" fmla="*/ 1 w 175"/>
                <a:gd name="T37" fmla="*/ 0 h 807"/>
                <a:gd name="T38" fmla="*/ 1 w 175"/>
                <a:gd name="T39" fmla="*/ 0 h 807"/>
                <a:gd name="T40" fmla="*/ 0 w 175"/>
                <a:gd name="T41" fmla="*/ 1 h 807"/>
                <a:gd name="T42" fmla="*/ 0 w 175"/>
                <a:gd name="T43" fmla="*/ 1 h 807"/>
                <a:gd name="T44" fmla="*/ 0 w 175"/>
                <a:gd name="T45" fmla="*/ 1 h 807"/>
                <a:gd name="T46" fmla="*/ 0 w 175"/>
                <a:gd name="T47" fmla="*/ 2 h 807"/>
                <a:gd name="T48" fmla="*/ 0 w 175"/>
                <a:gd name="T49" fmla="*/ 2 h 807"/>
                <a:gd name="T50" fmla="*/ 0 w 175"/>
                <a:gd name="T51" fmla="*/ 3 h 807"/>
                <a:gd name="T52" fmla="*/ 0 w 175"/>
                <a:gd name="T53" fmla="*/ 3 h 807"/>
                <a:gd name="T54" fmla="*/ 0 w 175"/>
                <a:gd name="T55" fmla="*/ 3 h 807"/>
                <a:gd name="T56" fmla="*/ 0 w 175"/>
                <a:gd name="T57" fmla="*/ 4 h 807"/>
                <a:gd name="T58" fmla="*/ 0 w 175"/>
                <a:gd name="T59" fmla="*/ 4 h 807"/>
                <a:gd name="T60" fmla="*/ 0 w 175"/>
                <a:gd name="T61" fmla="*/ 5 h 807"/>
                <a:gd name="T62" fmla="*/ 0 w 175"/>
                <a:gd name="T63" fmla="*/ 5 h 807"/>
                <a:gd name="T64" fmla="*/ 0 w 175"/>
                <a:gd name="T65" fmla="*/ 5 h 807"/>
                <a:gd name="T66" fmla="*/ 1 w 175"/>
                <a:gd name="T67" fmla="*/ 6 h 807"/>
                <a:gd name="T68" fmla="*/ 1 w 175"/>
                <a:gd name="T69" fmla="*/ 6 h 807"/>
                <a:gd name="T70" fmla="*/ 1 w 175"/>
                <a:gd name="T71" fmla="*/ 6 h 807"/>
                <a:gd name="T72" fmla="*/ 1 w 175"/>
                <a:gd name="T73" fmla="*/ 6 h 807"/>
                <a:gd name="T74" fmla="*/ 1 w 175"/>
                <a:gd name="T75" fmla="*/ 6 h 807"/>
                <a:gd name="T76" fmla="*/ 1 w 175"/>
                <a:gd name="T77" fmla="*/ 6 h 807"/>
                <a:gd name="T78" fmla="*/ 1 w 175"/>
                <a:gd name="T79" fmla="*/ 6 h 807"/>
                <a:gd name="T80" fmla="*/ 1 w 175"/>
                <a:gd name="T81" fmla="*/ 6 h 807"/>
                <a:gd name="T82" fmla="*/ 1 w 175"/>
                <a:gd name="T83" fmla="*/ 6 h 807"/>
                <a:gd name="T84" fmla="*/ 1 w 175"/>
                <a:gd name="T85" fmla="*/ 6 h 807"/>
                <a:gd name="T86" fmla="*/ 1 w 175"/>
                <a:gd name="T87" fmla="*/ 6 h 807"/>
                <a:gd name="T88" fmla="*/ 1 w 175"/>
                <a:gd name="T89" fmla="*/ 6 h 807"/>
                <a:gd name="T90" fmla="*/ 1 w 175"/>
                <a:gd name="T91" fmla="*/ 6 h 80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175"/>
                <a:gd name="T139" fmla="*/ 0 h 807"/>
                <a:gd name="T140" fmla="*/ 175 w 175"/>
                <a:gd name="T141" fmla="*/ 807 h 80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175" h="807">
                  <a:moveTo>
                    <a:pt x="169" y="740"/>
                  </a:moveTo>
                  <a:lnTo>
                    <a:pt x="169" y="739"/>
                  </a:lnTo>
                  <a:lnTo>
                    <a:pt x="149" y="698"/>
                  </a:lnTo>
                  <a:lnTo>
                    <a:pt x="133" y="656"/>
                  </a:lnTo>
                  <a:lnTo>
                    <a:pt x="120" y="611"/>
                  </a:lnTo>
                  <a:lnTo>
                    <a:pt x="108" y="565"/>
                  </a:lnTo>
                  <a:lnTo>
                    <a:pt x="100" y="520"/>
                  </a:lnTo>
                  <a:lnTo>
                    <a:pt x="96" y="472"/>
                  </a:lnTo>
                  <a:lnTo>
                    <a:pt x="93" y="425"/>
                  </a:lnTo>
                  <a:lnTo>
                    <a:pt x="93" y="377"/>
                  </a:lnTo>
                  <a:lnTo>
                    <a:pt x="96" y="330"/>
                  </a:lnTo>
                  <a:lnTo>
                    <a:pt x="100" y="283"/>
                  </a:lnTo>
                  <a:lnTo>
                    <a:pt x="106" y="238"/>
                  </a:lnTo>
                  <a:lnTo>
                    <a:pt x="115" y="195"/>
                  </a:lnTo>
                  <a:lnTo>
                    <a:pt x="126" y="153"/>
                  </a:lnTo>
                  <a:lnTo>
                    <a:pt x="139" y="114"/>
                  </a:lnTo>
                  <a:lnTo>
                    <a:pt x="153" y="77"/>
                  </a:lnTo>
                  <a:lnTo>
                    <a:pt x="169" y="43"/>
                  </a:lnTo>
                  <a:lnTo>
                    <a:pt x="87" y="0"/>
                  </a:lnTo>
                  <a:lnTo>
                    <a:pt x="69" y="39"/>
                  </a:lnTo>
                  <a:lnTo>
                    <a:pt x="52" y="81"/>
                  </a:lnTo>
                  <a:lnTo>
                    <a:pt x="37" y="127"/>
                  </a:lnTo>
                  <a:lnTo>
                    <a:pt x="24" y="174"/>
                  </a:lnTo>
                  <a:lnTo>
                    <a:pt x="15" y="222"/>
                  </a:lnTo>
                  <a:lnTo>
                    <a:pt x="7" y="271"/>
                  </a:lnTo>
                  <a:lnTo>
                    <a:pt x="2" y="323"/>
                  </a:lnTo>
                  <a:lnTo>
                    <a:pt x="0" y="374"/>
                  </a:lnTo>
                  <a:lnTo>
                    <a:pt x="0" y="427"/>
                  </a:lnTo>
                  <a:lnTo>
                    <a:pt x="2" y="479"/>
                  </a:lnTo>
                  <a:lnTo>
                    <a:pt x="9" y="531"/>
                  </a:lnTo>
                  <a:lnTo>
                    <a:pt x="17" y="584"/>
                  </a:lnTo>
                  <a:lnTo>
                    <a:pt x="29" y="635"/>
                  </a:lnTo>
                  <a:lnTo>
                    <a:pt x="44" y="686"/>
                  </a:lnTo>
                  <a:lnTo>
                    <a:pt x="65" y="736"/>
                  </a:lnTo>
                  <a:lnTo>
                    <a:pt x="87" y="784"/>
                  </a:lnTo>
                  <a:lnTo>
                    <a:pt x="87" y="782"/>
                  </a:lnTo>
                  <a:lnTo>
                    <a:pt x="87" y="784"/>
                  </a:lnTo>
                  <a:lnTo>
                    <a:pt x="100" y="799"/>
                  </a:lnTo>
                  <a:lnTo>
                    <a:pt x="117" y="807"/>
                  </a:lnTo>
                  <a:lnTo>
                    <a:pt x="134" y="807"/>
                  </a:lnTo>
                  <a:lnTo>
                    <a:pt x="151" y="801"/>
                  </a:lnTo>
                  <a:lnTo>
                    <a:pt x="164" y="791"/>
                  </a:lnTo>
                  <a:lnTo>
                    <a:pt x="173" y="777"/>
                  </a:lnTo>
                  <a:lnTo>
                    <a:pt x="175" y="759"/>
                  </a:lnTo>
                  <a:lnTo>
                    <a:pt x="169" y="739"/>
                  </a:lnTo>
                  <a:lnTo>
                    <a:pt x="169" y="74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9406" name="Freeform 28"/>
            <p:cNvSpPr>
              <a:spLocks/>
            </p:cNvSpPr>
            <p:nvPr/>
          </p:nvSpPr>
          <p:spPr bwMode="auto">
            <a:xfrm>
              <a:off x="1299" y="1681"/>
              <a:ext cx="157" cy="281"/>
            </a:xfrm>
            <a:custGeom>
              <a:avLst/>
              <a:gdLst>
                <a:gd name="T0" fmla="*/ 6 w 787"/>
                <a:gd name="T1" fmla="*/ 11 h 1404"/>
                <a:gd name="T2" fmla="*/ 6 w 787"/>
                <a:gd name="T3" fmla="*/ 11 h 1404"/>
                <a:gd name="T4" fmla="*/ 1 w 787"/>
                <a:gd name="T5" fmla="*/ 0 h 1404"/>
                <a:gd name="T6" fmla="*/ 0 w 787"/>
                <a:gd name="T7" fmla="*/ 0 h 1404"/>
                <a:gd name="T8" fmla="*/ 6 w 787"/>
                <a:gd name="T9" fmla="*/ 11 h 1404"/>
                <a:gd name="T10" fmla="*/ 6 w 787"/>
                <a:gd name="T11" fmla="*/ 11 h 1404"/>
                <a:gd name="T12" fmla="*/ 6 w 787"/>
                <a:gd name="T13" fmla="*/ 11 h 1404"/>
                <a:gd name="T14" fmla="*/ 6 w 787"/>
                <a:gd name="T15" fmla="*/ 11 h 1404"/>
                <a:gd name="T16" fmla="*/ 6 w 787"/>
                <a:gd name="T17" fmla="*/ 11 h 1404"/>
                <a:gd name="T18" fmla="*/ 6 w 787"/>
                <a:gd name="T19" fmla="*/ 11 h 1404"/>
                <a:gd name="T20" fmla="*/ 6 w 787"/>
                <a:gd name="T21" fmla="*/ 11 h 1404"/>
                <a:gd name="T22" fmla="*/ 6 w 787"/>
                <a:gd name="T23" fmla="*/ 11 h 1404"/>
                <a:gd name="T24" fmla="*/ 6 w 787"/>
                <a:gd name="T25" fmla="*/ 11 h 1404"/>
                <a:gd name="T26" fmla="*/ 6 w 787"/>
                <a:gd name="T27" fmla="*/ 11 h 1404"/>
                <a:gd name="T28" fmla="*/ 6 w 787"/>
                <a:gd name="T29" fmla="*/ 11 h 1404"/>
                <a:gd name="T30" fmla="*/ 6 w 787"/>
                <a:gd name="T31" fmla="*/ 11 h 1404"/>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787"/>
                <a:gd name="T49" fmla="*/ 0 h 1404"/>
                <a:gd name="T50" fmla="*/ 787 w 787"/>
                <a:gd name="T51" fmla="*/ 1404 h 1404"/>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787" h="1404">
                  <a:moveTo>
                    <a:pt x="781" y="1334"/>
                  </a:moveTo>
                  <a:lnTo>
                    <a:pt x="781" y="1337"/>
                  </a:lnTo>
                  <a:lnTo>
                    <a:pt x="82" y="0"/>
                  </a:lnTo>
                  <a:lnTo>
                    <a:pt x="0" y="42"/>
                  </a:lnTo>
                  <a:lnTo>
                    <a:pt x="699" y="1379"/>
                  </a:lnTo>
                  <a:lnTo>
                    <a:pt x="699" y="1381"/>
                  </a:lnTo>
                  <a:lnTo>
                    <a:pt x="699" y="1379"/>
                  </a:lnTo>
                  <a:lnTo>
                    <a:pt x="712" y="1395"/>
                  </a:lnTo>
                  <a:lnTo>
                    <a:pt x="727" y="1402"/>
                  </a:lnTo>
                  <a:lnTo>
                    <a:pt x="744" y="1404"/>
                  </a:lnTo>
                  <a:lnTo>
                    <a:pt x="761" y="1398"/>
                  </a:lnTo>
                  <a:lnTo>
                    <a:pt x="775" y="1388"/>
                  </a:lnTo>
                  <a:lnTo>
                    <a:pt x="784" y="1373"/>
                  </a:lnTo>
                  <a:lnTo>
                    <a:pt x="787" y="1357"/>
                  </a:lnTo>
                  <a:lnTo>
                    <a:pt x="781" y="1337"/>
                  </a:lnTo>
                  <a:lnTo>
                    <a:pt x="781" y="13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9407" name="Freeform 29"/>
            <p:cNvSpPr>
              <a:spLocks/>
            </p:cNvSpPr>
            <p:nvPr/>
          </p:nvSpPr>
          <p:spPr bwMode="auto">
            <a:xfrm>
              <a:off x="1439" y="1948"/>
              <a:ext cx="125" cy="76"/>
            </a:xfrm>
            <a:custGeom>
              <a:avLst/>
              <a:gdLst>
                <a:gd name="T0" fmla="*/ 5 w 628"/>
                <a:gd name="T1" fmla="*/ 2 h 383"/>
                <a:gd name="T2" fmla="*/ 5 w 628"/>
                <a:gd name="T3" fmla="*/ 2 h 383"/>
                <a:gd name="T4" fmla="*/ 4 w 628"/>
                <a:gd name="T5" fmla="*/ 2 h 383"/>
                <a:gd name="T6" fmla="*/ 4 w 628"/>
                <a:gd name="T7" fmla="*/ 2 h 383"/>
                <a:gd name="T8" fmla="*/ 4 w 628"/>
                <a:gd name="T9" fmla="*/ 2 h 383"/>
                <a:gd name="T10" fmla="*/ 3 w 628"/>
                <a:gd name="T11" fmla="*/ 2 h 383"/>
                <a:gd name="T12" fmla="*/ 3 w 628"/>
                <a:gd name="T13" fmla="*/ 2 h 383"/>
                <a:gd name="T14" fmla="*/ 3 w 628"/>
                <a:gd name="T15" fmla="*/ 2 h 383"/>
                <a:gd name="T16" fmla="*/ 3 w 628"/>
                <a:gd name="T17" fmla="*/ 2 h 383"/>
                <a:gd name="T18" fmla="*/ 2 w 628"/>
                <a:gd name="T19" fmla="*/ 2 h 383"/>
                <a:gd name="T20" fmla="*/ 2 w 628"/>
                <a:gd name="T21" fmla="*/ 2 h 383"/>
                <a:gd name="T22" fmla="*/ 2 w 628"/>
                <a:gd name="T23" fmla="*/ 1 h 383"/>
                <a:gd name="T24" fmla="*/ 2 w 628"/>
                <a:gd name="T25" fmla="*/ 1 h 383"/>
                <a:gd name="T26" fmla="*/ 1 w 628"/>
                <a:gd name="T27" fmla="*/ 1 h 383"/>
                <a:gd name="T28" fmla="*/ 1 w 628"/>
                <a:gd name="T29" fmla="*/ 1 h 383"/>
                <a:gd name="T30" fmla="*/ 1 w 628"/>
                <a:gd name="T31" fmla="*/ 1 h 383"/>
                <a:gd name="T32" fmla="*/ 1 w 628"/>
                <a:gd name="T33" fmla="*/ 0 h 383"/>
                <a:gd name="T34" fmla="*/ 1 w 628"/>
                <a:gd name="T35" fmla="*/ 0 h 383"/>
                <a:gd name="T36" fmla="*/ 0 w 628"/>
                <a:gd name="T37" fmla="*/ 0 h 383"/>
                <a:gd name="T38" fmla="*/ 0 w 628"/>
                <a:gd name="T39" fmla="*/ 1 h 383"/>
                <a:gd name="T40" fmla="*/ 0 w 628"/>
                <a:gd name="T41" fmla="*/ 1 h 383"/>
                <a:gd name="T42" fmla="*/ 1 w 628"/>
                <a:gd name="T43" fmla="*/ 1 h 383"/>
                <a:gd name="T44" fmla="*/ 1 w 628"/>
                <a:gd name="T45" fmla="*/ 1 h 383"/>
                <a:gd name="T46" fmla="*/ 1 w 628"/>
                <a:gd name="T47" fmla="*/ 2 h 383"/>
                <a:gd name="T48" fmla="*/ 1 w 628"/>
                <a:gd name="T49" fmla="*/ 2 h 383"/>
                <a:gd name="T50" fmla="*/ 2 w 628"/>
                <a:gd name="T51" fmla="*/ 2 h 383"/>
                <a:gd name="T52" fmla="*/ 2 w 628"/>
                <a:gd name="T53" fmla="*/ 2 h 383"/>
                <a:gd name="T54" fmla="*/ 2 w 628"/>
                <a:gd name="T55" fmla="*/ 2 h 383"/>
                <a:gd name="T56" fmla="*/ 3 w 628"/>
                <a:gd name="T57" fmla="*/ 3 h 383"/>
                <a:gd name="T58" fmla="*/ 3 w 628"/>
                <a:gd name="T59" fmla="*/ 3 h 383"/>
                <a:gd name="T60" fmla="*/ 3 w 628"/>
                <a:gd name="T61" fmla="*/ 3 h 383"/>
                <a:gd name="T62" fmla="*/ 4 w 628"/>
                <a:gd name="T63" fmla="*/ 3 h 383"/>
                <a:gd name="T64" fmla="*/ 4 w 628"/>
                <a:gd name="T65" fmla="*/ 3 h 383"/>
                <a:gd name="T66" fmla="*/ 4 w 628"/>
                <a:gd name="T67" fmla="*/ 3 h 383"/>
                <a:gd name="T68" fmla="*/ 5 w 628"/>
                <a:gd name="T69" fmla="*/ 3 h 383"/>
                <a:gd name="T70" fmla="*/ 5 w 628"/>
                <a:gd name="T71" fmla="*/ 3 h 383"/>
                <a:gd name="T72" fmla="*/ 5 w 628"/>
                <a:gd name="T73" fmla="*/ 3 h 383"/>
                <a:gd name="T74" fmla="*/ 5 w 628"/>
                <a:gd name="T75" fmla="*/ 3 h 383"/>
                <a:gd name="T76" fmla="*/ 5 w 628"/>
                <a:gd name="T77" fmla="*/ 3 h 383"/>
                <a:gd name="T78" fmla="*/ 5 w 628"/>
                <a:gd name="T79" fmla="*/ 3 h 383"/>
                <a:gd name="T80" fmla="*/ 5 w 628"/>
                <a:gd name="T81" fmla="*/ 3 h 383"/>
                <a:gd name="T82" fmla="*/ 5 w 628"/>
                <a:gd name="T83" fmla="*/ 3 h 383"/>
                <a:gd name="T84" fmla="*/ 5 w 628"/>
                <a:gd name="T85" fmla="*/ 2 h 383"/>
                <a:gd name="T86" fmla="*/ 5 w 628"/>
                <a:gd name="T87" fmla="*/ 2 h 383"/>
                <a:gd name="T88" fmla="*/ 5 w 628"/>
                <a:gd name="T89" fmla="*/ 2 h 383"/>
                <a:gd name="T90" fmla="*/ 5 w 628"/>
                <a:gd name="T91" fmla="*/ 2 h 38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628"/>
                <a:gd name="T139" fmla="*/ 0 h 383"/>
                <a:gd name="T140" fmla="*/ 628 w 628"/>
                <a:gd name="T141" fmla="*/ 383 h 38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628" h="383">
                  <a:moveTo>
                    <a:pt x="581" y="289"/>
                  </a:moveTo>
                  <a:lnTo>
                    <a:pt x="582" y="289"/>
                  </a:lnTo>
                  <a:lnTo>
                    <a:pt x="541" y="287"/>
                  </a:lnTo>
                  <a:lnTo>
                    <a:pt x="500" y="283"/>
                  </a:lnTo>
                  <a:lnTo>
                    <a:pt x="462" y="276"/>
                  </a:lnTo>
                  <a:lnTo>
                    <a:pt x="424" y="268"/>
                  </a:lnTo>
                  <a:lnTo>
                    <a:pt x="389" y="255"/>
                  </a:lnTo>
                  <a:lnTo>
                    <a:pt x="352" y="242"/>
                  </a:lnTo>
                  <a:lnTo>
                    <a:pt x="320" y="227"/>
                  </a:lnTo>
                  <a:lnTo>
                    <a:pt x="287" y="209"/>
                  </a:lnTo>
                  <a:lnTo>
                    <a:pt x="255" y="189"/>
                  </a:lnTo>
                  <a:lnTo>
                    <a:pt x="226" y="168"/>
                  </a:lnTo>
                  <a:lnTo>
                    <a:pt x="198" y="145"/>
                  </a:lnTo>
                  <a:lnTo>
                    <a:pt x="172" y="119"/>
                  </a:lnTo>
                  <a:lnTo>
                    <a:pt x="146" y="92"/>
                  </a:lnTo>
                  <a:lnTo>
                    <a:pt x="122" y="64"/>
                  </a:lnTo>
                  <a:lnTo>
                    <a:pt x="100" y="33"/>
                  </a:lnTo>
                  <a:lnTo>
                    <a:pt x="82" y="0"/>
                  </a:lnTo>
                  <a:lnTo>
                    <a:pt x="0" y="47"/>
                  </a:lnTo>
                  <a:lnTo>
                    <a:pt x="23" y="85"/>
                  </a:lnTo>
                  <a:lnTo>
                    <a:pt x="49" y="120"/>
                  </a:lnTo>
                  <a:lnTo>
                    <a:pt x="76" y="153"/>
                  </a:lnTo>
                  <a:lnTo>
                    <a:pt x="104" y="185"/>
                  </a:lnTo>
                  <a:lnTo>
                    <a:pt x="137" y="215"/>
                  </a:lnTo>
                  <a:lnTo>
                    <a:pt x="170" y="241"/>
                  </a:lnTo>
                  <a:lnTo>
                    <a:pt x="204" y="267"/>
                  </a:lnTo>
                  <a:lnTo>
                    <a:pt x="240" y="289"/>
                  </a:lnTo>
                  <a:lnTo>
                    <a:pt x="277" y="309"/>
                  </a:lnTo>
                  <a:lnTo>
                    <a:pt x="317" y="329"/>
                  </a:lnTo>
                  <a:lnTo>
                    <a:pt x="358" y="344"/>
                  </a:lnTo>
                  <a:lnTo>
                    <a:pt x="400" y="357"/>
                  </a:lnTo>
                  <a:lnTo>
                    <a:pt x="444" y="367"/>
                  </a:lnTo>
                  <a:lnTo>
                    <a:pt x="488" y="374"/>
                  </a:lnTo>
                  <a:lnTo>
                    <a:pt x="534" y="380"/>
                  </a:lnTo>
                  <a:lnTo>
                    <a:pt x="580" y="383"/>
                  </a:lnTo>
                  <a:lnTo>
                    <a:pt x="581" y="383"/>
                  </a:lnTo>
                  <a:lnTo>
                    <a:pt x="580" y="383"/>
                  </a:lnTo>
                  <a:lnTo>
                    <a:pt x="600" y="379"/>
                  </a:lnTo>
                  <a:lnTo>
                    <a:pt x="615" y="369"/>
                  </a:lnTo>
                  <a:lnTo>
                    <a:pt x="624" y="353"/>
                  </a:lnTo>
                  <a:lnTo>
                    <a:pt x="628" y="337"/>
                  </a:lnTo>
                  <a:lnTo>
                    <a:pt x="625" y="319"/>
                  </a:lnTo>
                  <a:lnTo>
                    <a:pt x="617" y="304"/>
                  </a:lnTo>
                  <a:lnTo>
                    <a:pt x="602" y="294"/>
                  </a:lnTo>
                  <a:lnTo>
                    <a:pt x="582" y="289"/>
                  </a:lnTo>
                  <a:lnTo>
                    <a:pt x="581" y="28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9408" name="Freeform 30"/>
            <p:cNvSpPr>
              <a:spLocks/>
            </p:cNvSpPr>
            <p:nvPr/>
          </p:nvSpPr>
          <p:spPr bwMode="auto">
            <a:xfrm>
              <a:off x="1587" y="1880"/>
              <a:ext cx="85" cy="49"/>
            </a:xfrm>
            <a:custGeom>
              <a:avLst/>
              <a:gdLst>
                <a:gd name="T0" fmla="*/ 3 w 426"/>
                <a:gd name="T1" fmla="*/ 0 h 245"/>
                <a:gd name="T2" fmla="*/ 3 w 426"/>
                <a:gd name="T3" fmla="*/ 0 h 245"/>
                <a:gd name="T4" fmla="*/ 3 w 426"/>
                <a:gd name="T5" fmla="*/ 0 h 245"/>
                <a:gd name="T6" fmla="*/ 3 w 426"/>
                <a:gd name="T7" fmla="*/ 0 h 245"/>
                <a:gd name="T8" fmla="*/ 2 w 426"/>
                <a:gd name="T9" fmla="*/ 0 h 245"/>
                <a:gd name="T10" fmla="*/ 2 w 426"/>
                <a:gd name="T11" fmla="*/ 0 h 245"/>
                <a:gd name="T12" fmla="*/ 2 w 426"/>
                <a:gd name="T13" fmla="*/ 0 h 245"/>
                <a:gd name="T14" fmla="*/ 2 w 426"/>
                <a:gd name="T15" fmla="*/ 0 h 245"/>
                <a:gd name="T16" fmla="*/ 1 w 426"/>
                <a:gd name="T17" fmla="*/ 0 h 245"/>
                <a:gd name="T18" fmla="*/ 1 w 426"/>
                <a:gd name="T19" fmla="*/ 1 h 245"/>
                <a:gd name="T20" fmla="*/ 1 w 426"/>
                <a:gd name="T21" fmla="*/ 1 h 245"/>
                <a:gd name="T22" fmla="*/ 1 w 426"/>
                <a:gd name="T23" fmla="*/ 1 h 245"/>
                <a:gd name="T24" fmla="*/ 0 w 426"/>
                <a:gd name="T25" fmla="*/ 1 h 245"/>
                <a:gd name="T26" fmla="*/ 0 w 426"/>
                <a:gd name="T27" fmla="*/ 1 h 245"/>
                <a:gd name="T28" fmla="*/ 0 w 426"/>
                <a:gd name="T29" fmla="*/ 1 h 245"/>
                <a:gd name="T30" fmla="*/ 0 w 426"/>
                <a:gd name="T31" fmla="*/ 2 h 245"/>
                <a:gd name="T32" fmla="*/ 0 w 426"/>
                <a:gd name="T33" fmla="*/ 2 h 245"/>
                <a:gd name="T34" fmla="*/ 0 w 426"/>
                <a:gd name="T35" fmla="*/ 2 h 245"/>
                <a:gd name="T36" fmla="*/ 0 w 426"/>
                <a:gd name="T37" fmla="*/ 2 h 245"/>
                <a:gd name="T38" fmla="*/ 0 w 426"/>
                <a:gd name="T39" fmla="*/ 2 h 245"/>
                <a:gd name="T40" fmla="*/ 0 w 426"/>
                <a:gd name="T41" fmla="*/ 2 h 245"/>
                <a:gd name="T42" fmla="*/ 0 w 426"/>
                <a:gd name="T43" fmla="*/ 1 h 245"/>
                <a:gd name="T44" fmla="*/ 0 w 426"/>
                <a:gd name="T45" fmla="*/ 1 h 245"/>
                <a:gd name="T46" fmla="*/ 0 w 426"/>
                <a:gd name="T47" fmla="*/ 1 h 245"/>
                <a:gd name="T48" fmla="*/ 1 w 426"/>
                <a:gd name="T49" fmla="*/ 1 h 245"/>
                <a:gd name="T50" fmla="*/ 1 w 426"/>
                <a:gd name="T51" fmla="*/ 1 h 245"/>
                <a:gd name="T52" fmla="*/ 1 w 426"/>
                <a:gd name="T53" fmla="*/ 1 h 245"/>
                <a:gd name="T54" fmla="*/ 1 w 426"/>
                <a:gd name="T55" fmla="*/ 1 h 245"/>
                <a:gd name="T56" fmla="*/ 2 w 426"/>
                <a:gd name="T57" fmla="*/ 0 h 245"/>
                <a:gd name="T58" fmla="*/ 2 w 426"/>
                <a:gd name="T59" fmla="*/ 0 h 245"/>
                <a:gd name="T60" fmla="*/ 2 w 426"/>
                <a:gd name="T61" fmla="*/ 0 h 245"/>
                <a:gd name="T62" fmla="*/ 2 w 426"/>
                <a:gd name="T63" fmla="*/ 0 h 245"/>
                <a:gd name="T64" fmla="*/ 3 w 426"/>
                <a:gd name="T65" fmla="*/ 0 h 245"/>
                <a:gd name="T66" fmla="*/ 3 w 426"/>
                <a:gd name="T67" fmla="*/ 0 h 245"/>
                <a:gd name="T68" fmla="*/ 3 w 426"/>
                <a:gd name="T69" fmla="*/ 0 h 245"/>
                <a:gd name="T70" fmla="*/ 3 w 426"/>
                <a:gd name="T71" fmla="*/ 0 h 245"/>
                <a:gd name="T72" fmla="*/ 3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426" y="0"/>
                  </a:moveTo>
                  <a:lnTo>
                    <a:pt x="426" y="0"/>
                  </a:lnTo>
                  <a:lnTo>
                    <a:pt x="384" y="1"/>
                  </a:lnTo>
                  <a:lnTo>
                    <a:pt x="340" y="4"/>
                  </a:lnTo>
                  <a:lnTo>
                    <a:pt x="300" y="10"/>
                  </a:lnTo>
                  <a:lnTo>
                    <a:pt x="262" y="18"/>
                  </a:lnTo>
                  <a:lnTo>
                    <a:pt x="224" y="29"/>
                  </a:lnTo>
                  <a:lnTo>
                    <a:pt x="189" y="41"/>
                  </a:lnTo>
                  <a:lnTo>
                    <a:pt x="157" y="55"/>
                  </a:lnTo>
                  <a:lnTo>
                    <a:pt x="126" y="70"/>
                  </a:lnTo>
                  <a:lnTo>
                    <a:pt x="99" y="89"/>
                  </a:lnTo>
                  <a:lnTo>
                    <a:pt x="74" y="106"/>
                  </a:lnTo>
                  <a:lnTo>
                    <a:pt x="52" y="126"/>
                  </a:lnTo>
                  <a:lnTo>
                    <a:pt x="34" y="148"/>
                  </a:lnTo>
                  <a:lnTo>
                    <a:pt x="19" y="171"/>
                  </a:lnTo>
                  <a:lnTo>
                    <a:pt x="9" y="194"/>
                  </a:lnTo>
                  <a:lnTo>
                    <a:pt x="3" y="219"/>
                  </a:lnTo>
                  <a:lnTo>
                    <a:pt x="0" y="245"/>
                  </a:lnTo>
                  <a:lnTo>
                    <a:pt x="12" y="245"/>
                  </a:lnTo>
                  <a:lnTo>
                    <a:pt x="15" y="221"/>
                  </a:lnTo>
                  <a:lnTo>
                    <a:pt x="20" y="199"/>
                  </a:lnTo>
                  <a:lnTo>
                    <a:pt x="31" y="178"/>
                  </a:lnTo>
                  <a:lnTo>
                    <a:pt x="44" y="156"/>
                  </a:lnTo>
                  <a:lnTo>
                    <a:pt x="61" y="136"/>
                  </a:lnTo>
                  <a:lnTo>
                    <a:pt x="81" y="116"/>
                  </a:lnTo>
                  <a:lnTo>
                    <a:pt x="106" y="98"/>
                  </a:lnTo>
                  <a:lnTo>
                    <a:pt x="133" y="82"/>
                  </a:lnTo>
                  <a:lnTo>
                    <a:pt x="162" y="66"/>
                  </a:lnTo>
                  <a:lnTo>
                    <a:pt x="194" y="52"/>
                  </a:lnTo>
                  <a:lnTo>
                    <a:pt x="229" y="41"/>
                  </a:lnTo>
                  <a:lnTo>
                    <a:pt x="264" y="30"/>
                  </a:lnTo>
                  <a:lnTo>
                    <a:pt x="303" y="22"/>
                  </a:lnTo>
                  <a:lnTo>
                    <a:pt x="343" y="16"/>
                  </a:lnTo>
                  <a:lnTo>
                    <a:pt x="384" y="12"/>
                  </a:lnTo>
                  <a:lnTo>
                    <a:pt x="426" y="11"/>
                  </a:lnTo>
                  <a:lnTo>
                    <a:pt x="42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9409" name="Freeform 31"/>
            <p:cNvSpPr>
              <a:spLocks/>
            </p:cNvSpPr>
            <p:nvPr/>
          </p:nvSpPr>
          <p:spPr bwMode="auto">
            <a:xfrm>
              <a:off x="1587" y="1929"/>
              <a:ext cx="85" cy="49"/>
            </a:xfrm>
            <a:custGeom>
              <a:avLst/>
              <a:gdLst>
                <a:gd name="T0" fmla="*/ 0 w 426"/>
                <a:gd name="T1" fmla="*/ 0 h 245"/>
                <a:gd name="T2" fmla="*/ 0 w 426"/>
                <a:gd name="T3" fmla="*/ 0 h 245"/>
                <a:gd name="T4" fmla="*/ 0 w 426"/>
                <a:gd name="T5" fmla="*/ 0 h 245"/>
                <a:gd name="T6" fmla="*/ 0 w 426"/>
                <a:gd name="T7" fmla="*/ 0 h 245"/>
                <a:gd name="T8" fmla="*/ 0 w 426"/>
                <a:gd name="T9" fmla="*/ 1 h 245"/>
                <a:gd name="T10" fmla="*/ 0 w 426"/>
                <a:gd name="T11" fmla="*/ 1 h 245"/>
                <a:gd name="T12" fmla="*/ 0 w 426"/>
                <a:gd name="T13" fmla="*/ 1 h 245"/>
                <a:gd name="T14" fmla="*/ 1 w 426"/>
                <a:gd name="T15" fmla="*/ 1 h 245"/>
                <a:gd name="T16" fmla="*/ 1 w 426"/>
                <a:gd name="T17" fmla="*/ 1 h 245"/>
                <a:gd name="T18" fmla="*/ 1 w 426"/>
                <a:gd name="T19" fmla="*/ 1 h 245"/>
                <a:gd name="T20" fmla="*/ 1 w 426"/>
                <a:gd name="T21" fmla="*/ 2 h 245"/>
                <a:gd name="T22" fmla="*/ 2 w 426"/>
                <a:gd name="T23" fmla="*/ 2 h 245"/>
                <a:gd name="T24" fmla="*/ 2 w 426"/>
                <a:gd name="T25" fmla="*/ 2 h 245"/>
                <a:gd name="T26" fmla="*/ 2 w 426"/>
                <a:gd name="T27" fmla="*/ 2 h 245"/>
                <a:gd name="T28" fmla="*/ 2 w 426"/>
                <a:gd name="T29" fmla="*/ 2 h 245"/>
                <a:gd name="T30" fmla="*/ 3 w 426"/>
                <a:gd name="T31" fmla="*/ 2 h 245"/>
                <a:gd name="T32" fmla="*/ 3 w 426"/>
                <a:gd name="T33" fmla="*/ 2 h 245"/>
                <a:gd name="T34" fmla="*/ 3 w 426"/>
                <a:gd name="T35" fmla="*/ 2 h 245"/>
                <a:gd name="T36" fmla="*/ 3 w 426"/>
                <a:gd name="T37" fmla="*/ 2 h 245"/>
                <a:gd name="T38" fmla="*/ 3 w 426"/>
                <a:gd name="T39" fmla="*/ 2 h 245"/>
                <a:gd name="T40" fmla="*/ 3 w 426"/>
                <a:gd name="T41" fmla="*/ 2 h 245"/>
                <a:gd name="T42" fmla="*/ 2 w 426"/>
                <a:gd name="T43" fmla="*/ 2 h 245"/>
                <a:gd name="T44" fmla="*/ 2 w 426"/>
                <a:gd name="T45" fmla="*/ 2 h 245"/>
                <a:gd name="T46" fmla="*/ 2 w 426"/>
                <a:gd name="T47" fmla="*/ 2 h 245"/>
                <a:gd name="T48" fmla="*/ 2 w 426"/>
                <a:gd name="T49" fmla="*/ 2 h 245"/>
                <a:gd name="T50" fmla="*/ 1 w 426"/>
                <a:gd name="T51" fmla="*/ 1 h 245"/>
                <a:gd name="T52" fmla="*/ 1 w 426"/>
                <a:gd name="T53" fmla="*/ 1 h 245"/>
                <a:gd name="T54" fmla="*/ 1 w 426"/>
                <a:gd name="T55" fmla="*/ 1 h 245"/>
                <a:gd name="T56" fmla="*/ 1 w 426"/>
                <a:gd name="T57" fmla="*/ 1 h 245"/>
                <a:gd name="T58" fmla="*/ 0 w 426"/>
                <a:gd name="T59" fmla="*/ 1 h 245"/>
                <a:gd name="T60" fmla="*/ 0 w 426"/>
                <a:gd name="T61" fmla="*/ 1 h 245"/>
                <a:gd name="T62" fmla="*/ 0 w 426"/>
                <a:gd name="T63" fmla="*/ 1 h 245"/>
                <a:gd name="T64" fmla="*/ 0 w 426"/>
                <a:gd name="T65" fmla="*/ 0 h 245"/>
                <a:gd name="T66" fmla="*/ 0 w 426"/>
                <a:gd name="T67" fmla="*/ 0 h 245"/>
                <a:gd name="T68" fmla="*/ 0 w 426"/>
                <a:gd name="T69" fmla="*/ 0 h 245"/>
                <a:gd name="T70" fmla="*/ 0 w 426"/>
                <a:gd name="T71" fmla="*/ 0 h 245"/>
                <a:gd name="T72" fmla="*/ 0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0" y="0"/>
                  </a:moveTo>
                  <a:lnTo>
                    <a:pt x="0" y="0"/>
                  </a:lnTo>
                  <a:lnTo>
                    <a:pt x="3" y="25"/>
                  </a:lnTo>
                  <a:lnTo>
                    <a:pt x="9" y="50"/>
                  </a:lnTo>
                  <a:lnTo>
                    <a:pt x="19" y="73"/>
                  </a:lnTo>
                  <a:lnTo>
                    <a:pt x="34" y="96"/>
                  </a:lnTo>
                  <a:lnTo>
                    <a:pt x="52" y="118"/>
                  </a:lnTo>
                  <a:lnTo>
                    <a:pt x="74" y="138"/>
                  </a:lnTo>
                  <a:lnTo>
                    <a:pt x="99" y="156"/>
                  </a:lnTo>
                  <a:lnTo>
                    <a:pt x="126" y="174"/>
                  </a:lnTo>
                  <a:lnTo>
                    <a:pt x="157" y="190"/>
                  </a:lnTo>
                  <a:lnTo>
                    <a:pt x="189" y="204"/>
                  </a:lnTo>
                  <a:lnTo>
                    <a:pt x="224" y="215"/>
                  </a:lnTo>
                  <a:lnTo>
                    <a:pt x="262" y="226"/>
                  </a:lnTo>
                  <a:lnTo>
                    <a:pt x="300" y="234"/>
                  </a:lnTo>
                  <a:lnTo>
                    <a:pt x="340" y="240"/>
                  </a:lnTo>
                  <a:lnTo>
                    <a:pt x="384" y="244"/>
                  </a:lnTo>
                  <a:lnTo>
                    <a:pt x="426" y="245"/>
                  </a:lnTo>
                  <a:lnTo>
                    <a:pt x="426" y="233"/>
                  </a:lnTo>
                  <a:lnTo>
                    <a:pt x="384" y="232"/>
                  </a:lnTo>
                  <a:lnTo>
                    <a:pt x="343" y="228"/>
                  </a:lnTo>
                  <a:lnTo>
                    <a:pt x="303" y="222"/>
                  </a:lnTo>
                  <a:lnTo>
                    <a:pt x="264" y="214"/>
                  </a:lnTo>
                  <a:lnTo>
                    <a:pt x="229" y="204"/>
                  </a:lnTo>
                  <a:lnTo>
                    <a:pt x="194" y="192"/>
                  </a:lnTo>
                  <a:lnTo>
                    <a:pt x="162" y="178"/>
                  </a:lnTo>
                  <a:lnTo>
                    <a:pt x="133" y="163"/>
                  </a:lnTo>
                  <a:lnTo>
                    <a:pt x="106" y="146"/>
                  </a:lnTo>
                  <a:lnTo>
                    <a:pt x="81" y="129"/>
                  </a:lnTo>
                  <a:lnTo>
                    <a:pt x="61" y="109"/>
                  </a:lnTo>
                  <a:lnTo>
                    <a:pt x="44" y="89"/>
                  </a:lnTo>
                  <a:lnTo>
                    <a:pt x="31" y="66"/>
                  </a:lnTo>
                  <a:lnTo>
                    <a:pt x="20" y="45"/>
                  </a:lnTo>
                  <a:lnTo>
                    <a:pt x="15" y="2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9410" name="Freeform 32"/>
            <p:cNvSpPr>
              <a:spLocks/>
            </p:cNvSpPr>
            <p:nvPr/>
          </p:nvSpPr>
          <p:spPr bwMode="auto">
            <a:xfrm>
              <a:off x="878" y="1448"/>
              <a:ext cx="792" cy="954"/>
            </a:xfrm>
            <a:custGeom>
              <a:avLst/>
              <a:gdLst>
                <a:gd name="T0" fmla="*/ 13 w 3960"/>
                <a:gd name="T1" fmla="*/ 38 h 4768"/>
                <a:gd name="T2" fmla="*/ 14 w 3960"/>
                <a:gd name="T3" fmla="*/ 38 h 4768"/>
                <a:gd name="T4" fmla="*/ 15 w 3960"/>
                <a:gd name="T5" fmla="*/ 38 h 4768"/>
                <a:gd name="T6" fmla="*/ 15 w 3960"/>
                <a:gd name="T7" fmla="*/ 38 h 4768"/>
                <a:gd name="T8" fmla="*/ 16 w 3960"/>
                <a:gd name="T9" fmla="*/ 38 h 4768"/>
                <a:gd name="T10" fmla="*/ 17 w 3960"/>
                <a:gd name="T11" fmla="*/ 38 h 4768"/>
                <a:gd name="T12" fmla="*/ 17 w 3960"/>
                <a:gd name="T13" fmla="*/ 38 h 4768"/>
                <a:gd name="T14" fmla="*/ 18 w 3960"/>
                <a:gd name="T15" fmla="*/ 38 h 4768"/>
                <a:gd name="T16" fmla="*/ 18 w 3960"/>
                <a:gd name="T17" fmla="*/ 38 h 4768"/>
                <a:gd name="T18" fmla="*/ 29 w 3960"/>
                <a:gd name="T19" fmla="*/ 30 h 4768"/>
                <a:gd name="T20" fmla="*/ 30 w 3960"/>
                <a:gd name="T21" fmla="*/ 30 h 4768"/>
                <a:gd name="T22" fmla="*/ 30 w 3960"/>
                <a:gd name="T23" fmla="*/ 29 h 4768"/>
                <a:gd name="T24" fmla="*/ 31 w 3960"/>
                <a:gd name="T25" fmla="*/ 28 h 4768"/>
                <a:gd name="T26" fmla="*/ 31 w 3960"/>
                <a:gd name="T27" fmla="*/ 28 h 4768"/>
                <a:gd name="T28" fmla="*/ 31 w 3960"/>
                <a:gd name="T29" fmla="*/ 27 h 4768"/>
                <a:gd name="T30" fmla="*/ 32 w 3960"/>
                <a:gd name="T31" fmla="*/ 26 h 4768"/>
                <a:gd name="T32" fmla="*/ 32 w 3960"/>
                <a:gd name="T33" fmla="*/ 25 h 4768"/>
                <a:gd name="T34" fmla="*/ 32 w 3960"/>
                <a:gd name="T35" fmla="*/ 11 h 4768"/>
                <a:gd name="T36" fmla="*/ 32 w 3960"/>
                <a:gd name="T37" fmla="*/ 10 h 4768"/>
                <a:gd name="T38" fmla="*/ 31 w 3960"/>
                <a:gd name="T39" fmla="*/ 9 h 4768"/>
                <a:gd name="T40" fmla="*/ 31 w 3960"/>
                <a:gd name="T41" fmla="*/ 9 h 4768"/>
                <a:gd name="T42" fmla="*/ 31 w 3960"/>
                <a:gd name="T43" fmla="*/ 8 h 4768"/>
                <a:gd name="T44" fmla="*/ 31 w 3960"/>
                <a:gd name="T45" fmla="*/ 8 h 4768"/>
                <a:gd name="T46" fmla="*/ 30 w 3960"/>
                <a:gd name="T47" fmla="*/ 7 h 4768"/>
                <a:gd name="T48" fmla="*/ 30 w 3960"/>
                <a:gd name="T49" fmla="*/ 7 h 4768"/>
                <a:gd name="T50" fmla="*/ 29 w 3960"/>
                <a:gd name="T51" fmla="*/ 6 h 4768"/>
                <a:gd name="T52" fmla="*/ 19 w 3960"/>
                <a:gd name="T53" fmla="*/ 1 h 4768"/>
                <a:gd name="T54" fmla="*/ 18 w 3960"/>
                <a:gd name="T55" fmla="*/ 0 h 4768"/>
                <a:gd name="T56" fmla="*/ 17 w 3960"/>
                <a:gd name="T57" fmla="*/ 0 h 4768"/>
                <a:gd name="T58" fmla="*/ 17 w 3960"/>
                <a:gd name="T59" fmla="*/ 0 h 4768"/>
                <a:gd name="T60" fmla="*/ 16 w 3960"/>
                <a:gd name="T61" fmla="*/ 0 h 4768"/>
                <a:gd name="T62" fmla="*/ 15 w 3960"/>
                <a:gd name="T63" fmla="*/ 0 h 4768"/>
                <a:gd name="T64" fmla="*/ 14 w 3960"/>
                <a:gd name="T65" fmla="*/ 0 h 4768"/>
                <a:gd name="T66" fmla="*/ 14 w 3960"/>
                <a:gd name="T67" fmla="*/ 0 h 4768"/>
                <a:gd name="T68" fmla="*/ 2 w 3960"/>
                <a:gd name="T69" fmla="*/ 6 h 4768"/>
                <a:gd name="T70" fmla="*/ 2 w 3960"/>
                <a:gd name="T71" fmla="*/ 7 h 4768"/>
                <a:gd name="T72" fmla="*/ 1 w 3960"/>
                <a:gd name="T73" fmla="*/ 7 h 4768"/>
                <a:gd name="T74" fmla="*/ 1 w 3960"/>
                <a:gd name="T75" fmla="*/ 8 h 4768"/>
                <a:gd name="T76" fmla="*/ 1 w 3960"/>
                <a:gd name="T77" fmla="*/ 8 h 4768"/>
                <a:gd name="T78" fmla="*/ 0 w 3960"/>
                <a:gd name="T79" fmla="*/ 9 h 4768"/>
                <a:gd name="T80" fmla="*/ 0 w 3960"/>
                <a:gd name="T81" fmla="*/ 9 h 4768"/>
                <a:gd name="T82" fmla="*/ 0 w 3960"/>
                <a:gd name="T83" fmla="*/ 10 h 4768"/>
                <a:gd name="T84" fmla="*/ 0 w 3960"/>
                <a:gd name="T85" fmla="*/ 11 h 4768"/>
                <a:gd name="T86" fmla="*/ 0 w 3960"/>
                <a:gd name="T87" fmla="*/ 25 h 4768"/>
                <a:gd name="T88" fmla="*/ 0 w 3960"/>
                <a:gd name="T89" fmla="*/ 26 h 4768"/>
                <a:gd name="T90" fmla="*/ 0 w 3960"/>
                <a:gd name="T91" fmla="*/ 27 h 4768"/>
                <a:gd name="T92" fmla="*/ 1 w 3960"/>
                <a:gd name="T93" fmla="*/ 28 h 4768"/>
                <a:gd name="T94" fmla="*/ 1 w 3960"/>
                <a:gd name="T95" fmla="*/ 29 h 4768"/>
                <a:gd name="T96" fmla="*/ 1 w 3960"/>
                <a:gd name="T97" fmla="*/ 29 h 4768"/>
                <a:gd name="T98" fmla="*/ 2 w 3960"/>
                <a:gd name="T99" fmla="*/ 30 h 4768"/>
                <a:gd name="T100" fmla="*/ 3 w 3960"/>
                <a:gd name="T101" fmla="*/ 31 h 4768"/>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w 3960"/>
                <a:gd name="T154" fmla="*/ 0 h 4768"/>
                <a:gd name="T155" fmla="*/ 3960 w 3960"/>
                <a:gd name="T156" fmla="*/ 4768 h 4768"/>
              </a:gdLst>
              <a:ahLst/>
              <a:cxnLst>
                <a:cxn ang="T102">
                  <a:pos x="T0" y="T1"/>
                </a:cxn>
                <a:cxn ang="T103">
                  <a:pos x="T2" y="T3"/>
                </a:cxn>
                <a:cxn ang="T104">
                  <a:pos x="T4" y="T5"/>
                </a:cxn>
                <a:cxn ang="T105">
                  <a:pos x="T6" y="T7"/>
                </a:cxn>
                <a:cxn ang="T106">
                  <a:pos x="T8" y="T9"/>
                </a:cxn>
                <a:cxn ang="T107">
                  <a:pos x="T10" y="T11"/>
                </a:cxn>
                <a:cxn ang="T108">
                  <a:pos x="T12" y="T13"/>
                </a:cxn>
                <a:cxn ang="T109">
                  <a:pos x="T14" y="T15"/>
                </a:cxn>
                <a:cxn ang="T110">
                  <a:pos x="T16" y="T17"/>
                </a:cxn>
                <a:cxn ang="T111">
                  <a:pos x="T18" y="T19"/>
                </a:cxn>
                <a:cxn ang="T112">
                  <a:pos x="T20" y="T21"/>
                </a:cxn>
                <a:cxn ang="T113">
                  <a:pos x="T22" y="T23"/>
                </a:cxn>
                <a:cxn ang="T114">
                  <a:pos x="T24" y="T25"/>
                </a:cxn>
                <a:cxn ang="T115">
                  <a:pos x="T26" y="T27"/>
                </a:cxn>
                <a:cxn ang="T116">
                  <a:pos x="T28" y="T29"/>
                </a:cxn>
                <a:cxn ang="T117">
                  <a:pos x="T30" y="T31"/>
                </a:cxn>
                <a:cxn ang="T118">
                  <a:pos x="T32" y="T33"/>
                </a:cxn>
                <a:cxn ang="T119">
                  <a:pos x="T34" y="T35"/>
                </a:cxn>
                <a:cxn ang="T120">
                  <a:pos x="T36" y="T37"/>
                </a:cxn>
                <a:cxn ang="T121">
                  <a:pos x="T38" y="T39"/>
                </a:cxn>
                <a:cxn ang="T122">
                  <a:pos x="T40" y="T41"/>
                </a:cxn>
                <a:cxn ang="T123">
                  <a:pos x="T42" y="T43"/>
                </a:cxn>
                <a:cxn ang="T124">
                  <a:pos x="T44" y="T45"/>
                </a:cxn>
                <a:cxn ang="T125">
                  <a:pos x="T46" y="T47"/>
                </a:cxn>
                <a:cxn ang="T126">
                  <a:pos x="T48" y="T49"/>
                </a:cxn>
                <a:cxn ang="T127">
                  <a:pos x="T50" y="T51"/>
                </a:cxn>
                <a:cxn ang="T128">
                  <a:pos x="T52" y="T53"/>
                </a:cxn>
                <a:cxn ang="T129">
                  <a:pos x="T54" y="T55"/>
                </a:cxn>
                <a:cxn ang="T130">
                  <a:pos x="T56" y="T57"/>
                </a:cxn>
                <a:cxn ang="T131">
                  <a:pos x="T58" y="T59"/>
                </a:cxn>
                <a:cxn ang="T132">
                  <a:pos x="T60" y="T61"/>
                </a:cxn>
                <a:cxn ang="T133">
                  <a:pos x="T62" y="T63"/>
                </a:cxn>
                <a:cxn ang="T134">
                  <a:pos x="T64" y="T65"/>
                </a:cxn>
                <a:cxn ang="T135">
                  <a:pos x="T66" y="T67"/>
                </a:cxn>
                <a:cxn ang="T136">
                  <a:pos x="T68" y="T69"/>
                </a:cxn>
                <a:cxn ang="T137">
                  <a:pos x="T70" y="T71"/>
                </a:cxn>
                <a:cxn ang="T138">
                  <a:pos x="T72" y="T73"/>
                </a:cxn>
                <a:cxn ang="T139">
                  <a:pos x="T74" y="T75"/>
                </a:cxn>
                <a:cxn ang="T140">
                  <a:pos x="T76" y="T77"/>
                </a:cxn>
                <a:cxn ang="T141">
                  <a:pos x="T78" y="T79"/>
                </a:cxn>
                <a:cxn ang="T142">
                  <a:pos x="T80" y="T81"/>
                </a:cxn>
                <a:cxn ang="T143">
                  <a:pos x="T82" y="T83"/>
                </a:cxn>
                <a:cxn ang="T144">
                  <a:pos x="T84" y="T85"/>
                </a:cxn>
                <a:cxn ang="T145">
                  <a:pos x="T86" y="T87"/>
                </a:cxn>
                <a:cxn ang="T146">
                  <a:pos x="T88" y="T89"/>
                </a:cxn>
                <a:cxn ang="T147">
                  <a:pos x="T90" y="T91"/>
                </a:cxn>
                <a:cxn ang="T148">
                  <a:pos x="T92" y="T93"/>
                </a:cxn>
                <a:cxn ang="T149">
                  <a:pos x="T94" y="T95"/>
                </a:cxn>
                <a:cxn ang="T150">
                  <a:pos x="T96" y="T97"/>
                </a:cxn>
                <a:cxn ang="T151">
                  <a:pos x="T98" y="T99"/>
                </a:cxn>
                <a:cxn ang="T152">
                  <a:pos x="T100" y="T101"/>
                </a:cxn>
              </a:cxnLst>
              <a:rect l="T153" t="T154" r="T155" b="T156"/>
              <a:pathLst>
                <a:path w="3960" h="4768">
                  <a:moveTo>
                    <a:pt x="353" y="3849"/>
                  </a:moveTo>
                  <a:lnTo>
                    <a:pt x="1661" y="4700"/>
                  </a:lnTo>
                  <a:lnTo>
                    <a:pt x="1697" y="4717"/>
                  </a:lnTo>
                  <a:lnTo>
                    <a:pt x="1736" y="4731"/>
                  </a:lnTo>
                  <a:lnTo>
                    <a:pt x="1776" y="4742"/>
                  </a:lnTo>
                  <a:lnTo>
                    <a:pt x="1818" y="4753"/>
                  </a:lnTo>
                  <a:lnTo>
                    <a:pt x="1860" y="4760"/>
                  </a:lnTo>
                  <a:lnTo>
                    <a:pt x="1902" y="4765"/>
                  </a:lnTo>
                  <a:lnTo>
                    <a:pt x="1946" y="4768"/>
                  </a:lnTo>
                  <a:lnTo>
                    <a:pt x="1988" y="4768"/>
                  </a:lnTo>
                  <a:lnTo>
                    <a:pt x="2031" y="4767"/>
                  </a:lnTo>
                  <a:lnTo>
                    <a:pt x="2073" y="4763"/>
                  </a:lnTo>
                  <a:lnTo>
                    <a:pt x="2114" y="4758"/>
                  </a:lnTo>
                  <a:lnTo>
                    <a:pt x="2154" y="4751"/>
                  </a:lnTo>
                  <a:lnTo>
                    <a:pt x="2193" y="4740"/>
                  </a:lnTo>
                  <a:lnTo>
                    <a:pt x="2230" y="4729"/>
                  </a:lnTo>
                  <a:lnTo>
                    <a:pt x="2264" y="4715"/>
                  </a:lnTo>
                  <a:lnTo>
                    <a:pt x="2297" y="4700"/>
                  </a:lnTo>
                  <a:lnTo>
                    <a:pt x="3639" y="3825"/>
                  </a:lnTo>
                  <a:lnTo>
                    <a:pt x="3673" y="3795"/>
                  </a:lnTo>
                  <a:lnTo>
                    <a:pt x="3707" y="3761"/>
                  </a:lnTo>
                  <a:lnTo>
                    <a:pt x="3738" y="3725"/>
                  </a:lnTo>
                  <a:lnTo>
                    <a:pt x="3768" y="3685"/>
                  </a:lnTo>
                  <a:lnTo>
                    <a:pt x="3796" y="3644"/>
                  </a:lnTo>
                  <a:lnTo>
                    <a:pt x="3821" y="3599"/>
                  </a:lnTo>
                  <a:lnTo>
                    <a:pt x="3846" y="3553"/>
                  </a:lnTo>
                  <a:lnTo>
                    <a:pt x="3868" y="3505"/>
                  </a:lnTo>
                  <a:lnTo>
                    <a:pt x="3888" y="3456"/>
                  </a:lnTo>
                  <a:lnTo>
                    <a:pt x="3907" y="3406"/>
                  </a:lnTo>
                  <a:lnTo>
                    <a:pt x="3922" y="3354"/>
                  </a:lnTo>
                  <a:lnTo>
                    <a:pt x="3935" y="3303"/>
                  </a:lnTo>
                  <a:lnTo>
                    <a:pt x="3946" y="3250"/>
                  </a:lnTo>
                  <a:lnTo>
                    <a:pt x="3953" y="3197"/>
                  </a:lnTo>
                  <a:lnTo>
                    <a:pt x="3957" y="3144"/>
                  </a:lnTo>
                  <a:lnTo>
                    <a:pt x="3960" y="3092"/>
                  </a:lnTo>
                  <a:lnTo>
                    <a:pt x="3959" y="1313"/>
                  </a:lnTo>
                  <a:lnTo>
                    <a:pt x="3955" y="1271"/>
                  </a:lnTo>
                  <a:lnTo>
                    <a:pt x="3949" y="1229"/>
                  </a:lnTo>
                  <a:lnTo>
                    <a:pt x="3941" y="1189"/>
                  </a:lnTo>
                  <a:lnTo>
                    <a:pt x="3930" y="1149"/>
                  </a:lnTo>
                  <a:lnTo>
                    <a:pt x="3918" y="1111"/>
                  </a:lnTo>
                  <a:lnTo>
                    <a:pt x="3902" y="1075"/>
                  </a:lnTo>
                  <a:lnTo>
                    <a:pt x="3886" y="1040"/>
                  </a:lnTo>
                  <a:lnTo>
                    <a:pt x="3867" y="1006"/>
                  </a:lnTo>
                  <a:lnTo>
                    <a:pt x="3846" y="973"/>
                  </a:lnTo>
                  <a:lnTo>
                    <a:pt x="3823" y="942"/>
                  </a:lnTo>
                  <a:lnTo>
                    <a:pt x="3798" y="913"/>
                  </a:lnTo>
                  <a:lnTo>
                    <a:pt x="3771" y="886"/>
                  </a:lnTo>
                  <a:lnTo>
                    <a:pt x="3743" y="860"/>
                  </a:lnTo>
                  <a:lnTo>
                    <a:pt x="3714" y="837"/>
                  </a:lnTo>
                  <a:lnTo>
                    <a:pt x="3682" y="816"/>
                  </a:lnTo>
                  <a:lnTo>
                    <a:pt x="3649" y="796"/>
                  </a:lnTo>
                  <a:lnTo>
                    <a:pt x="2386" y="83"/>
                  </a:lnTo>
                  <a:lnTo>
                    <a:pt x="2350" y="65"/>
                  </a:lnTo>
                  <a:lnTo>
                    <a:pt x="2310" y="50"/>
                  </a:lnTo>
                  <a:lnTo>
                    <a:pt x="2268" y="36"/>
                  </a:lnTo>
                  <a:lnTo>
                    <a:pt x="2223" y="24"/>
                  </a:lnTo>
                  <a:lnTo>
                    <a:pt x="2178" y="15"/>
                  </a:lnTo>
                  <a:lnTo>
                    <a:pt x="2131" y="8"/>
                  </a:lnTo>
                  <a:lnTo>
                    <a:pt x="2082" y="3"/>
                  </a:lnTo>
                  <a:lnTo>
                    <a:pt x="2032" y="0"/>
                  </a:lnTo>
                  <a:lnTo>
                    <a:pt x="1982" y="1"/>
                  </a:lnTo>
                  <a:lnTo>
                    <a:pt x="1933" y="3"/>
                  </a:lnTo>
                  <a:lnTo>
                    <a:pt x="1882" y="9"/>
                  </a:lnTo>
                  <a:lnTo>
                    <a:pt x="1833" y="17"/>
                  </a:lnTo>
                  <a:lnTo>
                    <a:pt x="1785" y="29"/>
                  </a:lnTo>
                  <a:lnTo>
                    <a:pt x="1737" y="43"/>
                  </a:lnTo>
                  <a:lnTo>
                    <a:pt x="1691" y="62"/>
                  </a:lnTo>
                  <a:lnTo>
                    <a:pt x="1647" y="83"/>
                  </a:lnTo>
                  <a:lnTo>
                    <a:pt x="311" y="782"/>
                  </a:lnTo>
                  <a:lnTo>
                    <a:pt x="276" y="803"/>
                  </a:lnTo>
                  <a:lnTo>
                    <a:pt x="243" y="826"/>
                  </a:lnTo>
                  <a:lnTo>
                    <a:pt x="213" y="852"/>
                  </a:lnTo>
                  <a:lnTo>
                    <a:pt x="184" y="879"/>
                  </a:lnTo>
                  <a:lnTo>
                    <a:pt x="155" y="908"/>
                  </a:lnTo>
                  <a:lnTo>
                    <a:pt x="131" y="939"/>
                  </a:lnTo>
                  <a:lnTo>
                    <a:pt x="107" y="971"/>
                  </a:lnTo>
                  <a:lnTo>
                    <a:pt x="86" y="1005"/>
                  </a:lnTo>
                  <a:lnTo>
                    <a:pt x="68" y="1040"/>
                  </a:lnTo>
                  <a:lnTo>
                    <a:pt x="50" y="1076"/>
                  </a:lnTo>
                  <a:lnTo>
                    <a:pt x="36" y="1115"/>
                  </a:lnTo>
                  <a:lnTo>
                    <a:pt x="23" y="1153"/>
                  </a:lnTo>
                  <a:lnTo>
                    <a:pt x="14" y="1195"/>
                  </a:lnTo>
                  <a:lnTo>
                    <a:pt x="7" y="1236"/>
                  </a:lnTo>
                  <a:lnTo>
                    <a:pt x="2" y="1279"/>
                  </a:lnTo>
                  <a:lnTo>
                    <a:pt x="0" y="1322"/>
                  </a:lnTo>
                  <a:lnTo>
                    <a:pt x="0" y="3093"/>
                  </a:lnTo>
                  <a:lnTo>
                    <a:pt x="2" y="3147"/>
                  </a:lnTo>
                  <a:lnTo>
                    <a:pt x="7" y="3202"/>
                  </a:lnTo>
                  <a:lnTo>
                    <a:pt x="15" y="3257"/>
                  </a:lnTo>
                  <a:lnTo>
                    <a:pt x="27" y="3312"/>
                  </a:lnTo>
                  <a:lnTo>
                    <a:pt x="42" y="3366"/>
                  </a:lnTo>
                  <a:lnTo>
                    <a:pt x="59" y="3420"/>
                  </a:lnTo>
                  <a:lnTo>
                    <a:pt x="79" y="3474"/>
                  </a:lnTo>
                  <a:lnTo>
                    <a:pt x="102" y="3525"/>
                  </a:lnTo>
                  <a:lnTo>
                    <a:pt x="127" y="3576"/>
                  </a:lnTo>
                  <a:lnTo>
                    <a:pt x="154" y="3624"/>
                  </a:lnTo>
                  <a:lnTo>
                    <a:pt x="184" y="3670"/>
                  </a:lnTo>
                  <a:lnTo>
                    <a:pt x="214" y="3712"/>
                  </a:lnTo>
                  <a:lnTo>
                    <a:pt x="247" y="3752"/>
                  </a:lnTo>
                  <a:lnTo>
                    <a:pt x="281" y="3788"/>
                  </a:lnTo>
                  <a:lnTo>
                    <a:pt x="317" y="3821"/>
                  </a:lnTo>
                  <a:lnTo>
                    <a:pt x="353" y="384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9411" name="Freeform 33"/>
            <p:cNvSpPr>
              <a:spLocks/>
            </p:cNvSpPr>
            <p:nvPr/>
          </p:nvSpPr>
          <p:spPr bwMode="auto">
            <a:xfrm>
              <a:off x="943" y="2210"/>
              <a:ext cx="276" cy="187"/>
            </a:xfrm>
            <a:custGeom>
              <a:avLst/>
              <a:gdLst>
                <a:gd name="T0" fmla="*/ 11 w 1380"/>
                <a:gd name="T1" fmla="*/ 7 h 937"/>
                <a:gd name="T2" fmla="*/ 11 w 1380"/>
                <a:gd name="T3" fmla="*/ 7 h 937"/>
                <a:gd name="T4" fmla="*/ 0 w 1380"/>
                <a:gd name="T5" fmla="*/ 0 h 937"/>
                <a:gd name="T6" fmla="*/ 0 w 1380"/>
                <a:gd name="T7" fmla="*/ 1 h 937"/>
                <a:gd name="T8" fmla="*/ 10 w 1380"/>
                <a:gd name="T9" fmla="*/ 7 h 937"/>
                <a:gd name="T10" fmla="*/ 10 w 1380"/>
                <a:gd name="T11" fmla="*/ 7 h 937"/>
                <a:gd name="T12" fmla="*/ 10 w 1380"/>
                <a:gd name="T13" fmla="*/ 7 h 937"/>
                <a:gd name="T14" fmla="*/ 11 w 1380"/>
                <a:gd name="T15" fmla="*/ 7 h 937"/>
                <a:gd name="T16" fmla="*/ 11 w 1380"/>
                <a:gd name="T17" fmla="*/ 7 h 937"/>
                <a:gd name="T18" fmla="*/ 11 w 1380"/>
                <a:gd name="T19" fmla="*/ 7 h 937"/>
                <a:gd name="T20" fmla="*/ 11 w 1380"/>
                <a:gd name="T21" fmla="*/ 7 h 937"/>
                <a:gd name="T22" fmla="*/ 11 w 1380"/>
                <a:gd name="T23" fmla="*/ 7 h 937"/>
                <a:gd name="T24" fmla="*/ 11 w 1380"/>
                <a:gd name="T25" fmla="*/ 7 h 937"/>
                <a:gd name="T26" fmla="*/ 11 w 1380"/>
                <a:gd name="T27" fmla="*/ 7 h 937"/>
                <a:gd name="T28" fmla="*/ 11 w 1380"/>
                <a:gd name="T29" fmla="*/ 7 h 937"/>
                <a:gd name="T30" fmla="*/ 11 w 1380"/>
                <a:gd name="T31" fmla="*/ 7 h 93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80"/>
                <a:gd name="T49" fmla="*/ 0 h 937"/>
                <a:gd name="T50" fmla="*/ 1380 w 1380"/>
                <a:gd name="T51" fmla="*/ 937 h 93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80" h="937">
                  <a:moveTo>
                    <a:pt x="1354" y="848"/>
                  </a:moveTo>
                  <a:lnTo>
                    <a:pt x="1359" y="851"/>
                  </a:lnTo>
                  <a:lnTo>
                    <a:pt x="51" y="0"/>
                  </a:lnTo>
                  <a:lnTo>
                    <a:pt x="0" y="78"/>
                  </a:lnTo>
                  <a:lnTo>
                    <a:pt x="1307" y="929"/>
                  </a:lnTo>
                  <a:lnTo>
                    <a:pt x="1312" y="932"/>
                  </a:lnTo>
                  <a:lnTo>
                    <a:pt x="1307" y="929"/>
                  </a:lnTo>
                  <a:lnTo>
                    <a:pt x="1326" y="937"/>
                  </a:lnTo>
                  <a:lnTo>
                    <a:pt x="1345" y="936"/>
                  </a:lnTo>
                  <a:lnTo>
                    <a:pt x="1360" y="929"/>
                  </a:lnTo>
                  <a:lnTo>
                    <a:pt x="1372" y="916"/>
                  </a:lnTo>
                  <a:lnTo>
                    <a:pt x="1379" y="899"/>
                  </a:lnTo>
                  <a:lnTo>
                    <a:pt x="1380" y="883"/>
                  </a:lnTo>
                  <a:lnTo>
                    <a:pt x="1374" y="865"/>
                  </a:lnTo>
                  <a:lnTo>
                    <a:pt x="1359" y="851"/>
                  </a:lnTo>
                  <a:lnTo>
                    <a:pt x="1354" y="84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9412" name="Freeform 34"/>
            <p:cNvSpPr>
              <a:spLocks/>
            </p:cNvSpPr>
            <p:nvPr/>
          </p:nvSpPr>
          <p:spPr bwMode="auto">
            <a:xfrm>
              <a:off x="1206" y="2379"/>
              <a:ext cx="140" cy="32"/>
            </a:xfrm>
            <a:custGeom>
              <a:avLst/>
              <a:gdLst>
                <a:gd name="T0" fmla="*/ 5 w 703"/>
                <a:gd name="T1" fmla="*/ 0 h 162"/>
                <a:gd name="T2" fmla="*/ 5 w 703"/>
                <a:gd name="T3" fmla="*/ 0 h 162"/>
                <a:gd name="T4" fmla="*/ 5 w 703"/>
                <a:gd name="T5" fmla="*/ 0 h 162"/>
                <a:gd name="T6" fmla="*/ 5 w 703"/>
                <a:gd name="T7" fmla="*/ 0 h 162"/>
                <a:gd name="T8" fmla="*/ 4 w 703"/>
                <a:gd name="T9" fmla="*/ 0 h 162"/>
                <a:gd name="T10" fmla="*/ 4 w 703"/>
                <a:gd name="T11" fmla="*/ 0 h 162"/>
                <a:gd name="T12" fmla="*/ 4 w 703"/>
                <a:gd name="T13" fmla="*/ 0 h 162"/>
                <a:gd name="T14" fmla="*/ 3 w 703"/>
                <a:gd name="T15" fmla="*/ 1 h 162"/>
                <a:gd name="T16" fmla="*/ 3 w 703"/>
                <a:gd name="T17" fmla="*/ 1 h 162"/>
                <a:gd name="T18" fmla="*/ 3 w 703"/>
                <a:gd name="T19" fmla="*/ 1 h 162"/>
                <a:gd name="T20" fmla="*/ 2 w 703"/>
                <a:gd name="T21" fmla="*/ 1 h 162"/>
                <a:gd name="T22" fmla="*/ 2 w 703"/>
                <a:gd name="T23" fmla="*/ 1 h 162"/>
                <a:gd name="T24" fmla="*/ 2 w 703"/>
                <a:gd name="T25" fmla="*/ 0 h 162"/>
                <a:gd name="T26" fmla="*/ 1 w 703"/>
                <a:gd name="T27" fmla="*/ 0 h 162"/>
                <a:gd name="T28" fmla="*/ 1 w 703"/>
                <a:gd name="T29" fmla="*/ 0 h 162"/>
                <a:gd name="T30" fmla="*/ 1 w 703"/>
                <a:gd name="T31" fmla="*/ 0 h 162"/>
                <a:gd name="T32" fmla="*/ 1 w 703"/>
                <a:gd name="T33" fmla="*/ 0 h 162"/>
                <a:gd name="T34" fmla="*/ 0 w 703"/>
                <a:gd name="T35" fmla="*/ 0 h 162"/>
                <a:gd name="T36" fmla="*/ 0 w 703"/>
                <a:gd name="T37" fmla="*/ 1 h 162"/>
                <a:gd name="T38" fmla="*/ 0 w 703"/>
                <a:gd name="T39" fmla="*/ 1 h 162"/>
                <a:gd name="T40" fmla="*/ 1 w 703"/>
                <a:gd name="T41" fmla="*/ 1 h 162"/>
                <a:gd name="T42" fmla="*/ 1 w 703"/>
                <a:gd name="T43" fmla="*/ 1 h 162"/>
                <a:gd name="T44" fmla="*/ 1 w 703"/>
                <a:gd name="T45" fmla="*/ 1 h 162"/>
                <a:gd name="T46" fmla="*/ 2 w 703"/>
                <a:gd name="T47" fmla="*/ 1 h 162"/>
                <a:gd name="T48" fmla="*/ 2 w 703"/>
                <a:gd name="T49" fmla="*/ 1 h 162"/>
                <a:gd name="T50" fmla="*/ 2 w 703"/>
                <a:gd name="T51" fmla="*/ 1 h 162"/>
                <a:gd name="T52" fmla="*/ 3 w 703"/>
                <a:gd name="T53" fmla="*/ 1 h 162"/>
                <a:gd name="T54" fmla="*/ 3 w 703"/>
                <a:gd name="T55" fmla="*/ 1 h 162"/>
                <a:gd name="T56" fmla="*/ 3 w 703"/>
                <a:gd name="T57" fmla="*/ 1 h 162"/>
                <a:gd name="T58" fmla="*/ 4 w 703"/>
                <a:gd name="T59" fmla="*/ 1 h 162"/>
                <a:gd name="T60" fmla="*/ 4 w 703"/>
                <a:gd name="T61" fmla="*/ 1 h 162"/>
                <a:gd name="T62" fmla="*/ 5 w 703"/>
                <a:gd name="T63" fmla="*/ 1 h 162"/>
                <a:gd name="T64" fmla="*/ 5 w 703"/>
                <a:gd name="T65" fmla="*/ 1 h 162"/>
                <a:gd name="T66" fmla="*/ 5 w 703"/>
                <a:gd name="T67" fmla="*/ 1 h 162"/>
                <a:gd name="T68" fmla="*/ 5 w 703"/>
                <a:gd name="T69" fmla="*/ 1 h 162"/>
                <a:gd name="T70" fmla="*/ 5 w 703"/>
                <a:gd name="T71" fmla="*/ 1 h 162"/>
                <a:gd name="T72" fmla="*/ 5 w 703"/>
                <a:gd name="T73" fmla="*/ 1 h 162"/>
                <a:gd name="T74" fmla="*/ 5 w 703"/>
                <a:gd name="T75" fmla="*/ 1 h 162"/>
                <a:gd name="T76" fmla="*/ 6 w 703"/>
                <a:gd name="T77" fmla="*/ 0 h 162"/>
                <a:gd name="T78" fmla="*/ 6 w 703"/>
                <a:gd name="T79" fmla="*/ 0 h 162"/>
                <a:gd name="T80" fmla="*/ 6 w 703"/>
                <a:gd name="T81" fmla="*/ 0 h 162"/>
                <a:gd name="T82" fmla="*/ 5 w 703"/>
                <a:gd name="T83" fmla="*/ 0 h 162"/>
                <a:gd name="T84" fmla="*/ 5 w 703"/>
                <a:gd name="T85" fmla="*/ 0 h 162"/>
                <a:gd name="T86" fmla="*/ 5 w 703"/>
                <a:gd name="T87" fmla="*/ 0 h 162"/>
                <a:gd name="T88" fmla="*/ 5 w 703"/>
                <a:gd name="T89" fmla="*/ 0 h 162"/>
                <a:gd name="T90" fmla="*/ 5 w 703"/>
                <a:gd name="T91" fmla="*/ 0 h 162"/>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703"/>
                <a:gd name="T139" fmla="*/ 0 h 162"/>
                <a:gd name="T140" fmla="*/ 703 w 703"/>
                <a:gd name="T141" fmla="*/ 162 h 162"/>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703" h="162">
                  <a:moveTo>
                    <a:pt x="631" y="8"/>
                  </a:moveTo>
                  <a:lnTo>
                    <a:pt x="636" y="6"/>
                  </a:lnTo>
                  <a:lnTo>
                    <a:pt x="606" y="20"/>
                  </a:lnTo>
                  <a:lnTo>
                    <a:pt x="575" y="32"/>
                  </a:lnTo>
                  <a:lnTo>
                    <a:pt x="540" y="42"/>
                  </a:lnTo>
                  <a:lnTo>
                    <a:pt x="504" y="52"/>
                  </a:lnTo>
                  <a:lnTo>
                    <a:pt x="467" y="59"/>
                  </a:lnTo>
                  <a:lnTo>
                    <a:pt x="428" y="64"/>
                  </a:lnTo>
                  <a:lnTo>
                    <a:pt x="389" y="67"/>
                  </a:lnTo>
                  <a:lnTo>
                    <a:pt x="348" y="68"/>
                  </a:lnTo>
                  <a:lnTo>
                    <a:pt x="308" y="68"/>
                  </a:lnTo>
                  <a:lnTo>
                    <a:pt x="267" y="65"/>
                  </a:lnTo>
                  <a:lnTo>
                    <a:pt x="226" y="61"/>
                  </a:lnTo>
                  <a:lnTo>
                    <a:pt x="187" y="54"/>
                  </a:lnTo>
                  <a:lnTo>
                    <a:pt x="148" y="44"/>
                  </a:lnTo>
                  <a:lnTo>
                    <a:pt x="110" y="33"/>
                  </a:lnTo>
                  <a:lnTo>
                    <a:pt x="75" y="20"/>
                  </a:lnTo>
                  <a:lnTo>
                    <a:pt x="42" y="5"/>
                  </a:lnTo>
                  <a:lnTo>
                    <a:pt x="0" y="89"/>
                  </a:lnTo>
                  <a:lnTo>
                    <a:pt x="40" y="107"/>
                  </a:lnTo>
                  <a:lnTo>
                    <a:pt x="82" y="122"/>
                  </a:lnTo>
                  <a:lnTo>
                    <a:pt x="124" y="135"/>
                  </a:lnTo>
                  <a:lnTo>
                    <a:pt x="169" y="146"/>
                  </a:lnTo>
                  <a:lnTo>
                    <a:pt x="214" y="153"/>
                  </a:lnTo>
                  <a:lnTo>
                    <a:pt x="258" y="158"/>
                  </a:lnTo>
                  <a:lnTo>
                    <a:pt x="303" y="162"/>
                  </a:lnTo>
                  <a:lnTo>
                    <a:pt x="348" y="162"/>
                  </a:lnTo>
                  <a:lnTo>
                    <a:pt x="394" y="161"/>
                  </a:lnTo>
                  <a:lnTo>
                    <a:pt x="439" y="157"/>
                  </a:lnTo>
                  <a:lnTo>
                    <a:pt x="481" y="150"/>
                  </a:lnTo>
                  <a:lnTo>
                    <a:pt x="525" y="143"/>
                  </a:lnTo>
                  <a:lnTo>
                    <a:pt x="566" y="132"/>
                  </a:lnTo>
                  <a:lnTo>
                    <a:pt x="606" y="121"/>
                  </a:lnTo>
                  <a:lnTo>
                    <a:pt x="643" y="105"/>
                  </a:lnTo>
                  <a:lnTo>
                    <a:pt x="678" y="88"/>
                  </a:lnTo>
                  <a:lnTo>
                    <a:pt x="683" y="86"/>
                  </a:lnTo>
                  <a:lnTo>
                    <a:pt x="678" y="88"/>
                  </a:lnTo>
                  <a:lnTo>
                    <a:pt x="695" y="75"/>
                  </a:lnTo>
                  <a:lnTo>
                    <a:pt x="702" y="60"/>
                  </a:lnTo>
                  <a:lnTo>
                    <a:pt x="703" y="42"/>
                  </a:lnTo>
                  <a:lnTo>
                    <a:pt x="698" y="26"/>
                  </a:lnTo>
                  <a:lnTo>
                    <a:pt x="688" y="12"/>
                  </a:lnTo>
                  <a:lnTo>
                    <a:pt x="674" y="3"/>
                  </a:lnTo>
                  <a:lnTo>
                    <a:pt x="656" y="0"/>
                  </a:lnTo>
                  <a:lnTo>
                    <a:pt x="636" y="6"/>
                  </a:lnTo>
                  <a:lnTo>
                    <a:pt x="631"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9413" name="Freeform 35"/>
            <p:cNvSpPr>
              <a:spLocks/>
            </p:cNvSpPr>
            <p:nvPr/>
          </p:nvSpPr>
          <p:spPr bwMode="auto">
            <a:xfrm>
              <a:off x="1332" y="2204"/>
              <a:ext cx="283" cy="192"/>
            </a:xfrm>
            <a:custGeom>
              <a:avLst/>
              <a:gdLst>
                <a:gd name="T0" fmla="*/ 11 w 1415"/>
                <a:gd name="T1" fmla="*/ 0 h 960"/>
                <a:gd name="T2" fmla="*/ 11 w 1415"/>
                <a:gd name="T3" fmla="*/ 0 h 960"/>
                <a:gd name="T4" fmla="*/ 0 w 1415"/>
                <a:gd name="T5" fmla="*/ 7 h 960"/>
                <a:gd name="T6" fmla="*/ 0 w 1415"/>
                <a:gd name="T7" fmla="*/ 8 h 960"/>
                <a:gd name="T8" fmla="*/ 11 w 1415"/>
                <a:gd name="T9" fmla="*/ 1 h 960"/>
                <a:gd name="T10" fmla="*/ 11 w 1415"/>
                <a:gd name="T11" fmla="*/ 1 h 960"/>
                <a:gd name="T12" fmla="*/ 11 w 1415"/>
                <a:gd name="T13" fmla="*/ 1 h 960"/>
                <a:gd name="T14" fmla="*/ 11 w 1415"/>
                <a:gd name="T15" fmla="*/ 1 h 960"/>
                <a:gd name="T16" fmla="*/ 11 w 1415"/>
                <a:gd name="T17" fmla="*/ 0 h 960"/>
                <a:gd name="T18" fmla="*/ 11 w 1415"/>
                <a:gd name="T19" fmla="*/ 0 h 960"/>
                <a:gd name="T20" fmla="*/ 11 w 1415"/>
                <a:gd name="T21" fmla="*/ 0 h 960"/>
                <a:gd name="T22" fmla="*/ 11 w 1415"/>
                <a:gd name="T23" fmla="*/ 0 h 960"/>
                <a:gd name="T24" fmla="*/ 11 w 1415"/>
                <a:gd name="T25" fmla="*/ 0 h 960"/>
                <a:gd name="T26" fmla="*/ 11 w 1415"/>
                <a:gd name="T27" fmla="*/ 0 h 960"/>
                <a:gd name="T28" fmla="*/ 11 w 1415"/>
                <a:gd name="T29" fmla="*/ 0 h 960"/>
                <a:gd name="T30" fmla="*/ 11 w 1415"/>
                <a:gd name="T31" fmla="*/ 0 h 96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15"/>
                <a:gd name="T49" fmla="*/ 0 h 960"/>
                <a:gd name="T50" fmla="*/ 1415 w 1415"/>
                <a:gd name="T51" fmla="*/ 960 h 96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15" h="960">
                  <a:moveTo>
                    <a:pt x="1338" y="10"/>
                  </a:moveTo>
                  <a:lnTo>
                    <a:pt x="1342" y="8"/>
                  </a:lnTo>
                  <a:lnTo>
                    <a:pt x="0" y="882"/>
                  </a:lnTo>
                  <a:lnTo>
                    <a:pt x="52" y="960"/>
                  </a:lnTo>
                  <a:lnTo>
                    <a:pt x="1393" y="85"/>
                  </a:lnTo>
                  <a:lnTo>
                    <a:pt x="1397" y="83"/>
                  </a:lnTo>
                  <a:lnTo>
                    <a:pt x="1393" y="85"/>
                  </a:lnTo>
                  <a:lnTo>
                    <a:pt x="1409" y="71"/>
                  </a:lnTo>
                  <a:lnTo>
                    <a:pt x="1415" y="53"/>
                  </a:lnTo>
                  <a:lnTo>
                    <a:pt x="1413" y="37"/>
                  </a:lnTo>
                  <a:lnTo>
                    <a:pt x="1406" y="21"/>
                  </a:lnTo>
                  <a:lnTo>
                    <a:pt x="1395" y="8"/>
                  </a:lnTo>
                  <a:lnTo>
                    <a:pt x="1379" y="1"/>
                  </a:lnTo>
                  <a:lnTo>
                    <a:pt x="1361" y="0"/>
                  </a:lnTo>
                  <a:lnTo>
                    <a:pt x="1342" y="8"/>
                  </a:lnTo>
                  <a:lnTo>
                    <a:pt x="1338" y="1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9414" name="Freeform 36"/>
            <p:cNvSpPr>
              <a:spLocks/>
            </p:cNvSpPr>
            <p:nvPr/>
          </p:nvSpPr>
          <p:spPr bwMode="auto">
            <a:xfrm>
              <a:off x="1599" y="2057"/>
              <a:ext cx="80" cy="163"/>
            </a:xfrm>
            <a:custGeom>
              <a:avLst/>
              <a:gdLst>
                <a:gd name="T0" fmla="*/ 2 w 398"/>
                <a:gd name="T1" fmla="*/ 0 h 817"/>
                <a:gd name="T2" fmla="*/ 2 w 398"/>
                <a:gd name="T3" fmla="*/ 0 h 817"/>
                <a:gd name="T4" fmla="*/ 2 w 398"/>
                <a:gd name="T5" fmla="*/ 1 h 817"/>
                <a:gd name="T6" fmla="*/ 2 w 398"/>
                <a:gd name="T7" fmla="*/ 1 h 817"/>
                <a:gd name="T8" fmla="*/ 2 w 398"/>
                <a:gd name="T9" fmla="*/ 2 h 817"/>
                <a:gd name="T10" fmla="*/ 2 w 398"/>
                <a:gd name="T11" fmla="*/ 2 h 817"/>
                <a:gd name="T12" fmla="*/ 2 w 398"/>
                <a:gd name="T13" fmla="*/ 2 h 817"/>
                <a:gd name="T14" fmla="*/ 2 w 398"/>
                <a:gd name="T15" fmla="*/ 3 h 817"/>
                <a:gd name="T16" fmla="*/ 2 w 398"/>
                <a:gd name="T17" fmla="*/ 3 h 817"/>
                <a:gd name="T18" fmla="*/ 2 w 398"/>
                <a:gd name="T19" fmla="*/ 4 h 817"/>
                <a:gd name="T20" fmla="*/ 2 w 398"/>
                <a:gd name="T21" fmla="*/ 4 h 817"/>
                <a:gd name="T22" fmla="*/ 1 w 398"/>
                <a:gd name="T23" fmla="*/ 4 h 817"/>
                <a:gd name="T24" fmla="*/ 1 w 398"/>
                <a:gd name="T25" fmla="*/ 5 h 817"/>
                <a:gd name="T26" fmla="*/ 1 w 398"/>
                <a:gd name="T27" fmla="*/ 5 h 817"/>
                <a:gd name="T28" fmla="*/ 1 w 398"/>
                <a:gd name="T29" fmla="*/ 5 h 817"/>
                <a:gd name="T30" fmla="*/ 1 w 398"/>
                <a:gd name="T31" fmla="*/ 5 h 817"/>
                <a:gd name="T32" fmla="*/ 0 w 398"/>
                <a:gd name="T33" fmla="*/ 6 h 817"/>
                <a:gd name="T34" fmla="*/ 0 w 398"/>
                <a:gd name="T35" fmla="*/ 6 h 817"/>
                <a:gd name="T36" fmla="*/ 0 w 398"/>
                <a:gd name="T37" fmla="*/ 7 h 817"/>
                <a:gd name="T38" fmla="*/ 1 w 398"/>
                <a:gd name="T39" fmla="*/ 6 h 817"/>
                <a:gd name="T40" fmla="*/ 1 w 398"/>
                <a:gd name="T41" fmla="*/ 6 h 817"/>
                <a:gd name="T42" fmla="*/ 1 w 398"/>
                <a:gd name="T43" fmla="*/ 6 h 817"/>
                <a:gd name="T44" fmla="*/ 2 w 398"/>
                <a:gd name="T45" fmla="*/ 5 h 817"/>
                <a:gd name="T46" fmla="*/ 2 w 398"/>
                <a:gd name="T47" fmla="*/ 5 h 817"/>
                <a:gd name="T48" fmla="*/ 2 w 398"/>
                <a:gd name="T49" fmla="*/ 5 h 817"/>
                <a:gd name="T50" fmla="*/ 2 w 398"/>
                <a:gd name="T51" fmla="*/ 4 h 817"/>
                <a:gd name="T52" fmla="*/ 2 w 398"/>
                <a:gd name="T53" fmla="*/ 4 h 817"/>
                <a:gd name="T54" fmla="*/ 3 w 398"/>
                <a:gd name="T55" fmla="*/ 3 h 817"/>
                <a:gd name="T56" fmla="*/ 3 w 398"/>
                <a:gd name="T57" fmla="*/ 3 h 817"/>
                <a:gd name="T58" fmla="*/ 3 w 398"/>
                <a:gd name="T59" fmla="*/ 3 h 817"/>
                <a:gd name="T60" fmla="*/ 3 w 398"/>
                <a:gd name="T61" fmla="*/ 2 h 817"/>
                <a:gd name="T62" fmla="*/ 3 w 398"/>
                <a:gd name="T63" fmla="*/ 2 h 817"/>
                <a:gd name="T64" fmla="*/ 3 w 398"/>
                <a:gd name="T65" fmla="*/ 1 h 817"/>
                <a:gd name="T66" fmla="*/ 3 w 398"/>
                <a:gd name="T67" fmla="*/ 1 h 817"/>
                <a:gd name="T68" fmla="*/ 3 w 398"/>
                <a:gd name="T69" fmla="*/ 0 h 817"/>
                <a:gd name="T70" fmla="*/ 3 w 398"/>
                <a:gd name="T71" fmla="*/ 0 h 817"/>
                <a:gd name="T72" fmla="*/ 3 w 398"/>
                <a:gd name="T73" fmla="*/ 0 h 817"/>
                <a:gd name="T74" fmla="*/ 3 w 398"/>
                <a:gd name="T75" fmla="*/ 0 h 817"/>
                <a:gd name="T76" fmla="*/ 3 w 398"/>
                <a:gd name="T77" fmla="*/ 0 h 817"/>
                <a:gd name="T78" fmla="*/ 3 w 398"/>
                <a:gd name="T79" fmla="*/ 0 h 817"/>
                <a:gd name="T80" fmla="*/ 3 w 398"/>
                <a:gd name="T81" fmla="*/ 0 h 817"/>
                <a:gd name="T82" fmla="*/ 3 w 398"/>
                <a:gd name="T83" fmla="*/ 0 h 817"/>
                <a:gd name="T84" fmla="*/ 3 w 398"/>
                <a:gd name="T85" fmla="*/ 0 h 817"/>
                <a:gd name="T86" fmla="*/ 2 w 398"/>
                <a:gd name="T87" fmla="*/ 0 h 817"/>
                <a:gd name="T88" fmla="*/ 2 w 398"/>
                <a:gd name="T89" fmla="*/ 0 h 817"/>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398"/>
                <a:gd name="T136" fmla="*/ 0 h 817"/>
                <a:gd name="T137" fmla="*/ 398 w 398"/>
                <a:gd name="T138" fmla="*/ 817 h 817"/>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398" h="817">
                  <a:moveTo>
                    <a:pt x="304" y="47"/>
                  </a:moveTo>
                  <a:lnTo>
                    <a:pt x="304" y="47"/>
                  </a:lnTo>
                  <a:lnTo>
                    <a:pt x="301" y="97"/>
                  </a:lnTo>
                  <a:lnTo>
                    <a:pt x="297" y="147"/>
                  </a:lnTo>
                  <a:lnTo>
                    <a:pt x="291" y="198"/>
                  </a:lnTo>
                  <a:lnTo>
                    <a:pt x="280" y="247"/>
                  </a:lnTo>
                  <a:lnTo>
                    <a:pt x="268" y="297"/>
                  </a:lnTo>
                  <a:lnTo>
                    <a:pt x="253" y="347"/>
                  </a:lnTo>
                  <a:lnTo>
                    <a:pt x="236" y="395"/>
                  </a:lnTo>
                  <a:lnTo>
                    <a:pt x="217" y="442"/>
                  </a:lnTo>
                  <a:lnTo>
                    <a:pt x="195" y="487"/>
                  </a:lnTo>
                  <a:lnTo>
                    <a:pt x="171" y="532"/>
                  </a:lnTo>
                  <a:lnTo>
                    <a:pt x="147" y="574"/>
                  </a:lnTo>
                  <a:lnTo>
                    <a:pt x="121" y="613"/>
                  </a:lnTo>
                  <a:lnTo>
                    <a:pt x="93" y="650"/>
                  </a:lnTo>
                  <a:lnTo>
                    <a:pt x="64" y="684"/>
                  </a:lnTo>
                  <a:lnTo>
                    <a:pt x="32" y="716"/>
                  </a:lnTo>
                  <a:lnTo>
                    <a:pt x="0" y="744"/>
                  </a:lnTo>
                  <a:lnTo>
                    <a:pt x="59" y="817"/>
                  </a:lnTo>
                  <a:lnTo>
                    <a:pt x="95" y="784"/>
                  </a:lnTo>
                  <a:lnTo>
                    <a:pt x="132" y="748"/>
                  </a:lnTo>
                  <a:lnTo>
                    <a:pt x="166" y="709"/>
                  </a:lnTo>
                  <a:lnTo>
                    <a:pt x="196" y="667"/>
                  </a:lnTo>
                  <a:lnTo>
                    <a:pt x="227" y="623"/>
                  </a:lnTo>
                  <a:lnTo>
                    <a:pt x="253" y="576"/>
                  </a:lnTo>
                  <a:lnTo>
                    <a:pt x="279" y="530"/>
                  </a:lnTo>
                  <a:lnTo>
                    <a:pt x="301" y="479"/>
                  </a:lnTo>
                  <a:lnTo>
                    <a:pt x="323" y="428"/>
                  </a:lnTo>
                  <a:lnTo>
                    <a:pt x="342" y="375"/>
                  </a:lnTo>
                  <a:lnTo>
                    <a:pt x="359" y="321"/>
                  </a:lnTo>
                  <a:lnTo>
                    <a:pt x="372" y="268"/>
                  </a:lnTo>
                  <a:lnTo>
                    <a:pt x="382" y="212"/>
                  </a:lnTo>
                  <a:lnTo>
                    <a:pt x="391" y="157"/>
                  </a:lnTo>
                  <a:lnTo>
                    <a:pt x="395" y="102"/>
                  </a:lnTo>
                  <a:lnTo>
                    <a:pt x="398" y="47"/>
                  </a:lnTo>
                  <a:lnTo>
                    <a:pt x="394" y="27"/>
                  </a:lnTo>
                  <a:lnTo>
                    <a:pt x="383" y="11"/>
                  </a:lnTo>
                  <a:lnTo>
                    <a:pt x="368" y="3"/>
                  </a:lnTo>
                  <a:lnTo>
                    <a:pt x="351" y="0"/>
                  </a:lnTo>
                  <a:lnTo>
                    <a:pt x="333" y="3"/>
                  </a:lnTo>
                  <a:lnTo>
                    <a:pt x="319" y="11"/>
                  </a:lnTo>
                  <a:lnTo>
                    <a:pt x="307" y="27"/>
                  </a:lnTo>
                  <a:lnTo>
                    <a:pt x="304" y="4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9415" name="Freeform 37"/>
            <p:cNvSpPr>
              <a:spLocks/>
            </p:cNvSpPr>
            <p:nvPr/>
          </p:nvSpPr>
          <p:spPr bwMode="auto">
            <a:xfrm>
              <a:off x="1660" y="1701"/>
              <a:ext cx="19" cy="365"/>
            </a:xfrm>
            <a:custGeom>
              <a:avLst/>
              <a:gdLst>
                <a:gd name="T0" fmla="*/ 0 w 95"/>
                <a:gd name="T1" fmla="*/ 0 h 1826"/>
                <a:gd name="T2" fmla="*/ 0 w 95"/>
                <a:gd name="T3" fmla="*/ 0 h 1826"/>
                <a:gd name="T4" fmla="*/ 0 w 95"/>
                <a:gd name="T5" fmla="*/ 15 h 1826"/>
                <a:gd name="T6" fmla="*/ 1 w 95"/>
                <a:gd name="T7" fmla="*/ 15 h 1826"/>
                <a:gd name="T8" fmla="*/ 1 w 95"/>
                <a:gd name="T9" fmla="*/ 0 h 1826"/>
                <a:gd name="T10" fmla="*/ 1 w 95"/>
                <a:gd name="T11" fmla="*/ 0 h 1826"/>
                <a:gd name="T12" fmla="*/ 1 w 95"/>
                <a:gd name="T13" fmla="*/ 0 h 1826"/>
                <a:gd name="T14" fmla="*/ 1 w 95"/>
                <a:gd name="T15" fmla="*/ 0 h 1826"/>
                <a:gd name="T16" fmla="*/ 1 w 95"/>
                <a:gd name="T17" fmla="*/ 0 h 1826"/>
                <a:gd name="T18" fmla="*/ 1 w 95"/>
                <a:gd name="T19" fmla="*/ 0 h 1826"/>
                <a:gd name="T20" fmla="*/ 0 w 95"/>
                <a:gd name="T21" fmla="*/ 0 h 1826"/>
                <a:gd name="T22" fmla="*/ 0 w 95"/>
                <a:gd name="T23" fmla="*/ 0 h 1826"/>
                <a:gd name="T24" fmla="*/ 0 w 95"/>
                <a:gd name="T25" fmla="*/ 0 h 1826"/>
                <a:gd name="T26" fmla="*/ 0 w 95"/>
                <a:gd name="T27" fmla="*/ 0 h 1826"/>
                <a:gd name="T28" fmla="*/ 0 w 95"/>
                <a:gd name="T29" fmla="*/ 0 h 1826"/>
                <a:gd name="T30" fmla="*/ 0 w 95"/>
                <a:gd name="T31" fmla="*/ 0 h 182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95"/>
                <a:gd name="T49" fmla="*/ 0 h 1826"/>
                <a:gd name="T50" fmla="*/ 95 w 95"/>
                <a:gd name="T51" fmla="*/ 1826 h 182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95" h="1826">
                  <a:moveTo>
                    <a:pt x="0" y="49"/>
                  </a:moveTo>
                  <a:lnTo>
                    <a:pt x="0" y="47"/>
                  </a:lnTo>
                  <a:lnTo>
                    <a:pt x="1" y="1826"/>
                  </a:lnTo>
                  <a:lnTo>
                    <a:pt x="95" y="1826"/>
                  </a:lnTo>
                  <a:lnTo>
                    <a:pt x="93" y="47"/>
                  </a:lnTo>
                  <a:lnTo>
                    <a:pt x="93" y="45"/>
                  </a:lnTo>
                  <a:lnTo>
                    <a:pt x="93" y="47"/>
                  </a:lnTo>
                  <a:lnTo>
                    <a:pt x="90" y="27"/>
                  </a:lnTo>
                  <a:lnTo>
                    <a:pt x="79" y="12"/>
                  </a:lnTo>
                  <a:lnTo>
                    <a:pt x="64" y="4"/>
                  </a:lnTo>
                  <a:lnTo>
                    <a:pt x="47" y="0"/>
                  </a:lnTo>
                  <a:lnTo>
                    <a:pt x="29" y="4"/>
                  </a:lnTo>
                  <a:lnTo>
                    <a:pt x="15" y="12"/>
                  </a:lnTo>
                  <a:lnTo>
                    <a:pt x="3" y="27"/>
                  </a:lnTo>
                  <a:lnTo>
                    <a:pt x="0" y="47"/>
                  </a:lnTo>
                  <a:lnTo>
                    <a:pt x="0" y="4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9416" name="Freeform 38"/>
            <p:cNvSpPr>
              <a:spLocks/>
            </p:cNvSpPr>
            <p:nvPr/>
          </p:nvSpPr>
          <p:spPr bwMode="auto">
            <a:xfrm>
              <a:off x="1598" y="1598"/>
              <a:ext cx="81" cy="113"/>
            </a:xfrm>
            <a:custGeom>
              <a:avLst/>
              <a:gdLst>
                <a:gd name="T0" fmla="*/ 0 w 401"/>
                <a:gd name="T1" fmla="*/ 1 h 566"/>
                <a:gd name="T2" fmla="*/ 0 w 401"/>
                <a:gd name="T3" fmla="*/ 1 h 566"/>
                <a:gd name="T4" fmla="*/ 0 w 401"/>
                <a:gd name="T5" fmla="*/ 1 h 566"/>
                <a:gd name="T6" fmla="*/ 1 w 401"/>
                <a:gd name="T7" fmla="*/ 1 h 566"/>
                <a:gd name="T8" fmla="*/ 1 w 401"/>
                <a:gd name="T9" fmla="*/ 1 h 566"/>
                <a:gd name="T10" fmla="*/ 1 w 401"/>
                <a:gd name="T11" fmla="*/ 1 h 566"/>
                <a:gd name="T12" fmla="*/ 1 w 401"/>
                <a:gd name="T13" fmla="*/ 2 h 566"/>
                <a:gd name="T14" fmla="*/ 1 w 401"/>
                <a:gd name="T15" fmla="*/ 2 h 566"/>
                <a:gd name="T16" fmla="*/ 2 w 401"/>
                <a:gd name="T17" fmla="*/ 2 h 566"/>
                <a:gd name="T18" fmla="*/ 2 w 401"/>
                <a:gd name="T19" fmla="*/ 2 h 566"/>
                <a:gd name="T20" fmla="*/ 2 w 401"/>
                <a:gd name="T21" fmla="*/ 2 h 566"/>
                <a:gd name="T22" fmla="*/ 2 w 401"/>
                <a:gd name="T23" fmla="*/ 3 h 566"/>
                <a:gd name="T24" fmla="*/ 2 w 401"/>
                <a:gd name="T25" fmla="*/ 3 h 566"/>
                <a:gd name="T26" fmla="*/ 2 w 401"/>
                <a:gd name="T27" fmla="*/ 3 h 566"/>
                <a:gd name="T28" fmla="*/ 2 w 401"/>
                <a:gd name="T29" fmla="*/ 4 h 566"/>
                <a:gd name="T30" fmla="*/ 2 w 401"/>
                <a:gd name="T31" fmla="*/ 4 h 566"/>
                <a:gd name="T32" fmla="*/ 2 w 401"/>
                <a:gd name="T33" fmla="*/ 4 h 566"/>
                <a:gd name="T34" fmla="*/ 3 w 401"/>
                <a:gd name="T35" fmla="*/ 5 h 566"/>
                <a:gd name="T36" fmla="*/ 3 w 401"/>
                <a:gd name="T37" fmla="*/ 4 h 566"/>
                <a:gd name="T38" fmla="*/ 3 w 401"/>
                <a:gd name="T39" fmla="*/ 4 h 566"/>
                <a:gd name="T40" fmla="*/ 3 w 401"/>
                <a:gd name="T41" fmla="*/ 4 h 566"/>
                <a:gd name="T42" fmla="*/ 3 w 401"/>
                <a:gd name="T43" fmla="*/ 3 h 566"/>
                <a:gd name="T44" fmla="*/ 3 w 401"/>
                <a:gd name="T45" fmla="*/ 3 h 566"/>
                <a:gd name="T46" fmla="*/ 3 w 401"/>
                <a:gd name="T47" fmla="*/ 3 h 566"/>
                <a:gd name="T48" fmla="*/ 3 w 401"/>
                <a:gd name="T49" fmla="*/ 2 h 566"/>
                <a:gd name="T50" fmla="*/ 3 w 401"/>
                <a:gd name="T51" fmla="*/ 2 h 566"/>
                <a:gd name="T52" fmla="*/ 2 w 401"/>
                <a:gd name="T53" fmla="*/ 2 h 566"/>
                <a:gd name="T54" fmla="*/ 2 w 401"/>
                <a:gd name="T55" fmla="*/ 2 h 566"/>
                <a:gd name="T56" fmla="*/ 2 w 401"/>
                <a:gd name="T57" fmla="*/ 1 h 566"/>
                <a:gd name="T58" fmla="*/ 2 w 401"/>
                <a:gd name="T59" fmla="*/ 1 h 566"/>
                <a:gd name="T60" fmla="*/ 2 w 401"/>
                <a:gd name="T61" fmla="*/ 1 h 566"/>
                <a:gd name="T62" fmla="*/ 1 w 401"/>
                <a:gd name="T63" fmla="*/ 1 h 566"/>
                <a:gd name="T64" fmla="*/ 1 w 401"/>
                <a:gd name="T65" fmla="*/ 0 h 566"/>
                <a:gd name="T66" fmla="*/ 1 w 401"/>
                <a:gd name="T67" fmla="*/ 0 h 566"/>
                <a:gd name="T68" fmla="*/ 1 w 401"/>
                <a:gd name="T69" fmla="*/ 0 h 566"/>
                <a:gd name="T70" fmla="*/ 1 w 401"/>
                <a:gd name="T71" fmla="*/ 0 h 566"/>
                <a:gd name="T72" fmla="*/ 1 w 401"/>
                <a:gd name="T73" fmla="*/ 0 h 566"/>
                <a:gd name="T74" fmla="*/ 0 w 401"/>
                <a:gd name="T75" fmla="*/ 0 h 566"/>
                <a:gd name="T76" fmla="*/ 0 w 401"/>
                <a:gd name="T77" fmla="*/ 0 h 566"/>
                <a:gd name="T78" fmla="*/ 0 w 401"/>
                <a:gd name="T79" fmla="*/ 0 h 566"/>
                <a:gd name="T80" fmla="*/ 0 w 401"/>
                <a:gd name="T81" fmla="*/ 0 h 566"/>
                <a:gd name="T82" fmla="*/ 0 w 401"/>
                <a:gd name="T83" fmla="*/ 0 h 566"/>
                <a:gd name="T84" fmla="*/ 0 w 401"/>
                <a:gd name="T85" fmla="*/ 0 h 566"/>
                <a:gd name="T86" fmla="*/ 0 w 401"/>
                <a:gd name="T87" fmla="*/ 1 h 566"/>
                <a:gd name="T88" fmla="*/ 0 w 401"/>
                <a:gd name="T89" fmla="*/ 1 h 56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401"/>
                <a:gd name="T136" fmla="*/ 0 h 566"/>
                <a:gd name="T137" fmla="*/ 401 w 401"/>
                <a:gd name="T138" fmla="*/ 566 h 566"/>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401" h="566">
                  <a:moveTo>
                    <a:pt x="23" y="88"/>
                  </a:moveTo>
                  <a:lnTo>
                    <a:pt x="23" y="88"/>
                  </a:lnTo>
                  <a:lnTo>
                    <a:pt x="53" y="107"/>
                  </a:lnTo>
                  <a:lnTo>
                    <a:pt x="83" y="125"/>
                  </a:lnTo>
                  <a:lnTo>
                    <a:pt x="108" y="147"/>
                  </a:lnTo>
                  <a:lnTo>
                    <a:pt x="135" y="171"/>
                  </a:lnTo>
                  <a:lnTo>
                    <a:pt x="160" y="196"/>
                  </a:lnTo>
                  <a:lnTo>
                    <a:pt x="182" y="223"/>
                  </a:lnTo>
                  <a:lnTo>
                    <a:pt x="205" y="251"/>
                  </a:lnTo>
                  <a:lnTo>
                    <a:pt x="223" y="281"/>
                  </a:lnTo>
                  <a:lnTo>
                    <a:pt x="240" y="312"/>
                  </a:lnTo>
                  <a:lnTo>
                    <a:pt x="256" y="345"/>
                  </a:lnTo>
                  <a:lnTo>
                    <a:pt x="270" y="379"/>
                  </a:lnTo>
                  <a:lnTo>
                    <a:pt x="282" y="414"/>
                  </a:lnTo>
                  <a:lnTo>
                    <a:pt x="291" y="450"/>
                  </a:lnTo>
                  <a:lnTo>
                    <a:pt x="299" y="488"/>
                  </a:lnTo>
                  <a:lnTo>
                    <a:pt x="304" y="526"/>
                  </a:lnTo>
                  <a:lnTo>
                    <a:pt x="308" y="566"/>
                  </a:lnTo>
                  <a:lnTo>
                    <a:pt x="401" y="562"/>
                  </a:lnTo>
                  <a:lnTo>
                    <a:pt x="398" y="517"/>
                  </a:lnTo>
                  <a:lnTo>
                    <a:pt x="391" y="471"/>
                  </a:lnTo>
                  <a:lnTo>
                    <a:pt x="383" y="429"/>
                  </a:lnTo>
                  <a:lnTo>
                    <a:pt x="371" y="386"/>
                  </a:lnTo>
                  <a:lnTo>
                    <a:pt x="357" y="346"/>
                  </a:lnTo>
                  <a:lnTo>
                    <a:pt x="340" y="307"/>
                  </a:lnTo>
                  <a:lnTo>
                    <a:pt x="324" y="270"/>
                  </a:lnTo>
                  <a:lnTo>
                    <a:pt x="303" y="232"/>
                  </a:lnTo>
                  <a:lnTo>
                    <a:pt x="280" y="197"/>
                  </a:lnTo>
                  <a:lnTo>
                    <a:pt x="255" y="164"/>
                  </a:lnTo>
                  <a:lnTo>
                    <a:pt x="228" y="132"/>
                  </a:lnTo>
                  <a:lnTo>
                    <a:pt x="199" y="103"/>
                  </a:lnTo>
                  <a:lnTo>
                    <a:pt x="169" y="76"/>
                  </a:lnTo>
                  <a:lnTo>
                    <a:pt x="137" y="50"/>
                  </a:lnTo>
                  <a:lnTo>
                    <a:pt x="103" y="27"/>
                  </a:lnTo>
                  <a:lnTo>
                    <a:pt x="67" y="6"/>
                  </a:lnTo>
                  <a:lnTo>
                    <a:pt x="48" y="0"/>
                  </a:lnTo>
                  <a:lnTo>
                    <a:pt x="30" y="2"/>
                  </a:lnTo>
                  <a:lnTo>
                    <a:pt x="16" y="12"/>
                  </a:lnTo>
                  <a:lnTo>
                    <a:pt x="5" y="25"/>
                  </a:lnTo>
                  <a:lnTo>
                    <a:pt x="0" y="41"/>
                  </a:lnTo>
                  <a:lnTo>
                    <a:pt x="0" y="59"/>
                  </a:lnTo>
                  <a:lnTo>
                    <a:pt x="8" y="75"/>
                  </a:lnTo>
                  <a:lnTo>
                    <a:pt x="23"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9417" name="Freeform 39"/>
            <p:cNvSpPr>
              <a:spLocks/>
            </p:cNvSpPr>
            <p:nvPr/>
          </p:nvSpPr>
          <p:spPr bwMode="auto">
            <a:xfrm>
              <a:off x="1346" y="1455"/>
              <a:ext cx="266" cy="160"/>
            </a:xfrm>
            <a:custGeom>
              <a:avLst/>
              <a:gdLst>
                <a:gd name="T0" fmla="*/ 0 w 1330"/>
                <a:gd name="T1" fmla="*/ 1 h 801"/>
                <a:gd name="T2" fmla="*/ 0 w 1330"/>
                <a:gd name="T3" fmla="*/ 1 h 801"/>
                <a:gd name="T4" fmla="*/ 10 w 1330"/>
                <a:gd name="T5" fmla="*/ 6 h 801"/>
                <a:gd name="T6" fmla="*/ 11 w 1330"/>
                <a:gd name="T7" fmla="*/ 6 h 801"/>
                <a:gd name="T8" fmla="*/ 1 w 1330"/>
                <a:gd name="T9" fmla="*/ 0 h 801"/>
                <a:gd name="T10" fmla="*/ 1 w 1330"/>
                <a:gd name="T11" fmla="*/ 0 h 801"/>
                <a:gd name="T12" fmla="*/ 1 w 1330"/>
                <a:gd name="T13" fmla="*/ 0 h 801"/>
                <a:gd name="T14" fmla="*/ 0 w 1330"/>
                <a:gd name="T15" fmla="*/ 0 h 801"/>
                <a:gd name="T16" fmla="*/ 0 w 1330"/>
                <a:gd name="T17" fmla="*/ 0 h 801"/>
                <a:gd name="T18" fmla="*/ 0 w 1330"/>
                <a:gd name="T19" fmla="*/ 0 h 801"/>
                <a:gd name="T20" fmla="*/ 0 w 1330"/>
                <a:gd name="T21" fmla="*/ 0 h 801"/>
                <a:gd name="T22" fmla="*/ 0 w 1330"/>
                <a:gd name="T23" fmla="*/ 0 h 801"/>
                <a:gd name="T24" fmla="*/ 0 w 1330"/>
                <a:gd name="T25" fmla="*/ 0 h 801"/>
                <a:gd name="T26" fmla="*/ 0 w 1330"/>
                <a:gd name="T27" fmla="*/ 1 h 801"/>
                <a:gd name="T28" fmla="*/ 0 w 1330"/>
                <a:gd name="T29" fmla="*/ 1 h 801"/>
                <a:gd name="T30" fmla="*/ 0 w 1330"/>
                <a:gd name="T31" fmla="*/ 1 h 801"/>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30"/>
                <a:gd name="T49" fmla="*/ 0 h 801"/>
                <a:gd name="T50" fmla="*/ 1330 w 1330"/>
                <a:gd name="T51" fmla="*/ 801 h 801"/>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30" h="801">
                  <a:moveTo>
                    <a:pt x="24" y="88"/>
                  </a:moveTo>
                  <a:lnTo>
                    <a:pt x="23" y="88"/>
                  </a:lnTo>
                  <a:lnTo>
                    <a:pt x="1286" y="801"/>
                  </a:lnTo>
                  <a:lnTo>
                    <a:pt x="1330" y="719"/>
                  </a:lnTo>
                  <a:lnTo>
                    <a:pt x="67" y="6"/>
                  </a:lnTo>
                  <a:lnTo>
                    <a:pt x="66" y="6"/>
                  </a:lnTo>
                  <a:lnTo>
                    <a:pt x="67" y="6"/>
                  </a:lnTo>
                  <a:lnTo>
                    <a:pt x="48" y="0"/>
                  </a:lnTo>
                  <a:lnTo>
                    <a:pt x="30" y="2"/>
                  </a:lnTo>
                  <a:lnTo>
                    <a:pt x="16" y="12"/>
                  </a:lnTo>
                  <a:lnTo>
                    <a:pt x="5" y="25"/>
                  </a:lnTo>
                  <a:lnTo>
                    <a:pt x="0" y="41"/>
                  </a:lnTo>
                  <a:lnTo>
                    <a:pt x="0" y="59"/>
                  </a:lnTo>
                  <a:lnTo>
                    <a:pt x="8" y="75"/>
                  </a:lnTo>
                  <a:lnTo>
                    <a:pt x="23" y="88"/>
                  </a:lnTo>
                  <a:lnTo>
                    <a:pt x="24"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9418" name="Freeform 40"/>
            <p:cNvSpPr>
              <a:spLocks/>
            </p:cNvSpPr>
            <p:nvPr/>
          </p:nvSpPr>
          <p:spPr bwMode="auto">
            <a:xfrm>
              <a:off x="1198" y="1439"/>
              <a:ext cx="161" cy="35"/>
            </a:xfrm>
            <a:custGeom>
              <a:avLst/>
              <a:gdLst>
                <a:gd name="T0" fmla="*/ 1 w 806"/>
                <a:gd name="T1" fmla="*/ 1 h 177"/>
                <a:gd name="T2" fmla="*/ 1 w 806"/>
                <a:gd name="T3" fmla="*/ 1 h 177"/>
                <a:gd name="T4" fmla="*/ 1 w 806"/>
                <a:gd name="T5" fmla="*/ 1 h 177"/>
                <a:gd name="T6" fmla="*/ 1 w 806"/>
                <a:gd name="T7" fmla="*/ 1 h 177"/>
                <a:gd name="T8" fmla="*/ 2 w 806"/>
                <a:gd name="T9" fmla="*/ 1 h 177"/>
                <a:gd name="T10" fmla="*/ 2 w 806"/>
                <a:gd name="T11" fmla="*/ 1 h 177"/>
                <a:gd name="T12" fmla="*/ 2 w 806"/>
                <a:gd name="T13" fmla="*/ 1 h 177"/>
                <a:gd name="T14" fmla="*/ 3 w 806"/>
                <a:gd name="T15" fmla="*/ 1 h 177"/>
                <a:gd name="T16" fmla="*/ 3 w 806"/>
                <a:gd name="T17" fmla="*/ 1 h 177"/>
                <a:gd name="T18" fmla="*/ 3 w 806"/>
                <a:gd name="T19" fmla="*/ 1 h 177"/>
                <a:gd name="T20" fmla="*/ 4 w 806"/>
                <a:gd name="T21" fmla="*/ 1 h 177"/>
                <a:gd name="T22" fmla="*/ 4 w 806"/>
                <a:gd name="T23" fmla="*/ 1 h 177"/>
                <a:gd name="T24" fmla="*/ 5 w 806"/>
                <a:gd name="T25" fmla="*/ 1 h 177"/>
                <a:gd name="T26" fmla="*/ 5 w 806"/>
                <a:gd name="T27" fmla="*/ 1 h 177"/>
                <a:gd name="T28" fmla="*/ 5 w 806"/>
                <a:gd name="T29" fmla="*/ 1 h 177"/>
                <a:gd name="T30" fmla="*/ 6 w 806"/>
                <a:gd name="T31" fmla="*/ 1 h 177"/>
                <a:gd name="T32" fmla="*/ 6 w 806"/>
                <a:gd name="T33" fmla="*/ 1 h 177"/>
                <a:gd name="T34" fmla="*/ 6 w 806"/>
                <a:gd name="T35" fmla="*/ 1 h 177"/>
                <a:gd name="T36" fmla="*/ 6 w 806"/>
                <a:gd name="T37" fmla="*/ 1 h 177"/>
                <a:gd name="T38" fmla="*/ 6 w 806"/>
                <a:gd name="T39" fmla="*/ 1 h 177"/>
                <a:gd name="T40" fmla="*/ 6 w 806"/>
                <a:gd name="T41" fmla="*/ 0 h 177"/>
                <a:gd name="T42" fmla="*/ 5 w 806"/>
                <a:gd name="T43" fmla="*/ 0 h 177"/>
                <a:gd name="T44" fmla="*/ 5 w 806"/>
                <a:gd name="T45" fmla="*/ 0 h 177"/>
                <a:gd name="T46" fmla="*/ 5 w 806"/>
                <a:gd name="T47" fmla="*/ 0 h 177"/>
                <a:gd name="T48" fmla="*/ 4 w 806"/>
                <a:gd name="T49" fmla="*/ 0 h 177"/>
                <a:gd name="T50" fmla="*/ 4 w 806"/>
                <a:gd name="T51" fmla="*/ 0 h 177"/>
                <a:gd name="T52" fmla="*/ 3 w 806"/>
                <a:gd name="T53" fmla="*/ 0 h 177"/>
                <a:gd name="T54" fmla="*/ 3 w 806"/>
                <a:gd name="T55" fmla="*/ 0 h 177"/>
                <a:gd name="T56" fmla="*/ 3 w 806"/>
                <a:gd name="T57" fmla="*/ 0 h 177"/>
                <a:gd name="T58" fmla="*/ 2 w 806"/>
                <a:gd name="T59" fmla="*/ 0 h 177"/>
                <a:gd name="T60" fmla="*/ 2 w 806"/>
                <a:gd name="T61" fmla="*/ 0 h 177"/>
                <a:gd name="T62" fmla="*/ 1 w 806"/>
                <a:gd name="T63" fmla="*/ 0 h 177"/>
                <a:gd name="T64" fmla="*/ 1 w 806"/>
                <a:gd name="T65" fmla="*/ 0 h 177"/>
                <a:gd name="T66" fmla="*/ 1 w 806"/>
                <a:gd name="T67" fmla="*/ 1 h 177"/>
                <a:gd name="T68" fmla="*/ 0 w 806"/>
                <a:gd name="T69" fmla="*/ 1 h 177"/>
                <a:gd name="T70" fmla="*/ 0 w 806"/>
                <a:gd name="T71" fmla="*/ 1 h 177"/>
                <a:gd name="T72" fmla="*/ 0 w 806"/>
                <a:gd name="T73" fmla="*/ 1 h 177"/>
                <a:gd name="T74" fmla="*/ 0 w 806"/>
                <a:gd name="T75" fmla="*/ 1 h 177"/>
                <a:gd name="T76" fmla="*/ 0 w 806"/>
                <a:gd name="T77" fmla="*/ 1 h 177"/>
                <a:gd name="T78" fmla="*/ 0 w 806"/>
                <a:gd name="T79" fmla="*/ 1 h 177"/>
                <a:gd name="T80" fmla="*/ 0 w 806"/>
                <a:gd name="T81" fmla="*/ 1 h 177"/>
                <a:gd name="T82" fmla="*/ 0 w 806"/>
                <a:gd name="T83" fmla="*/ 1 h 177"/>
                <a:gd name="T84" fmla="*/ 0 w 806"/>
                <a:gd name="T85" fmla="*/ 1 h 177"/>
                <a:gd name="T86" fmla="*/ 0 w 806"/>
                <a:gd name="T87" fmla="*/ 1 h 177"/>
                <a:gd name="T88" fmla="*/ 1 w 806"/>
                <a:gd name="T89" fmla="*/ 1 h 177"/>
                <a:gd name="T90" fmla="*/ 1 w 806"/>
                <a:gd name="T91" fmla="*/ 1 h 17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806"/>
                <a:gd name="T139" fmla="*/ 0 h 177"/>
                <a:gd name="T140" fmla="*/ 806 w 806"/>
                <a:gd name="T141" fmla="*/ 177 h 17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806" h="177">
                  <a:moveTo>
                    <a:pt x="67" y="171"/>
                  </a:moveTo>
                  <a:lnTo>
                    <a:pt x="68" y="171"/>
                  </a:lnTo>
                  <a:lnTo>
                    <a:pt x="109" y="151"/>
                  </a:lnTo>
                  <a:lnTo>
                    <a:pt x="151" y="135"/>
                  </a:lnTo>
                  <a:lnTo>
                    <a:pt x="196" y="122"/>
                  </a:lnTo>
                  <a:lnTo>
                    <a:pt x="242" y="110"/>
                  </a:lnTo>
                  <a:lnTo>
                    <a:pt x="287" y="102"/>
                  </a:lnTo>
                  <a:lnTo>
                    <a:pt x="335" y="97"/>
                  </a:lnTo>
                  <a:lnTo>
                    <a:pt x="382" y="95"/>
                  </a:lnTo>
                  <a:lnTo>
                    <a:pt x="430" y="94"/>
                  </a:lnTo>
                  <a:lnTo>
                    <a:pt x="477" y="97"/>
                  </a:lnTo>
                  <a:lnTo>
                    <a:pt x="524" y="102"/>
                  </a:lnTo>
                  <a:lnTo>
                    <a:pt x="568" y="108"/>
                  </a:lnTo>
                  <a:lnTo>
                    <a:pt x="612" y="117"/>
                  </a:lnTo>
                  <a:lnTo>
                    <a:pt x="654" y="128"/>
                  </a:lnTo>
                  <a:lnTo>
                    <a:pt x="693" y="141"/>
                  </a:lnTo>
                  <a:lnTo>
                    <a:pt x="730" y="155"/>
                  </a:lnTo>
                  <a:lnTo>
                    <a:pt x="764" y="171"/>
                  </a:lnTo>
                  <a:lnTo>
                    <a:pt x="806" y="89"/>
                  </a:lnTo>
                  <a:lnTo>
                    <a:pt x="768" y="70"/>
                  </a:lnTo>
                  <a:lnTo>
                    <a:pt x="725" y="54"/>
                  </a:lnTo>
                  <a:lnTo>
                    <a:pt x="680" y="39"/>
                  </a:lnTo>
                  <a:lnTo>
                    <a:pt x="633" y="26"/>
                  </a:lnTo>
                  <a:lnTo>
                    <a:pt x="585" y="16"/>
                  </a:lnTo>
                  <a:lnTo>
                    <a:pt x="536" y="8"/>
                  </a:lnTo>
                  <a:lnTo>
                    <a:pt x="484" y="3"/>
                  </a:lnTo>
                  <a:lnTo>
                    <a:pt x="433" y="0"/>
                  </a:lnTo>
                  <a:lnTo>
                    <a:pt x="380" y="1"/>
                  </a:lnTo>
                  <a:lnTo>
                    <a:pt x="328" y="3"/>
                  </a:lnTo>
                  <a:lnTo>
                    <a:pt x="276" y="10"/>
                  </a:lnTo>
                  <a:lnTo>
                    <a:pt x="223" y="19"/>
                  </a:lnTo>
                  <a:lnTo>
                    <a:pt x="172" y="30"/>
                  </a:lnTo>
                  <a:lnTo>
                    <a:pt x="121" y="46"/>
                  </a:lnTo>
                  <a:lnTo>
                    <a:pt x="72" y="67"/>
                  </a:lnTo>
                  <a:lnTo>
                    <a:pt x="24" y="89"/>
                  </a:lnTo>
                  <a:lnTo>
                    <a:pt x="25" y="89"/>
                  </a:lnTo>
                  <a:lnTo>
                    <a:pt x="24" y="89"/>
                  </a:lnTo>
                  <a:lnTo>
                    <a:pt x="8" y="102"/>
                  </a:lnTo>
                  <a:lnTo>
                    <a:pt x="0" y="118"/>
                  </a:lnTo>
                  <a:lnTo>
                    <a:pt x="0" y="136"/>
                  </a:lnTo>
                  <a:lnTo>
                    <a:pt x="6" y="152"/>
                  </a:lnTo>
                  <a:lnTo>
                    <a:pt x="17" y="165"/>
                  </a:lnTo>
                  <a:lnTo>
                    <a:pt x="31" y="175"/>
                  </a:lnTo>
                  <a:lnTo>
                    <a:pt x="48" y="177"/>
                  </a:lnTo>
                  <a:lnTo>
                    <a:pt x="68" y="171"/>
                  </a:lnTo>
                  <a:lnTo>
                    <a:pt x="67" y="1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9419" name="Freeform 41"/>
            <p:cNvSpPr>
              <a:spLocks/>
            </p:cNvSpPr>
            <p:nvPr/>
          </p:nvSpPr>
          <p:spPr bwMode="auto">
            <a:xfrm>
              <a:off x="931" y="1456"/>
              <a:ext cx="280" cy="158"/>
            </a:xfrm>
            <a:custGeom>
              <a:avLst/>
              <a:gdLst>
                <a:gd name="T0" fmla="*/ 1 w 1402"/>
                <a:gd name="T1" fmla="*/ 6 h 787"/>
                <a:gd name="T2" fmla="*/ 1 w 1402"/>
                <a:gd name="T3" fmla="*/ 6 h 787"/>
                <a:gd name="T4" fmla="*/ 11 w 1402"/>
                <a:gd name="T5" fmla="*/ 1 h 787"/>
                <a:gd name="T6" fmla="*/ 11 w 1402"/>
                <a:gd name="T7" fmla="*/ 0 h 787"/>
                <a:gd name="T8" fmla="*/ 0 w 1402"/>
                <a:gd name="T9" fmla="*/ 6 h 787"/>
                <a:gd name="T10" fmla="*/ 0 w 1402"/>
                <a:gd name="T11" fmla="*/ 6 h 787"/>
                <a:gd name="T12" fmla="*/ 0 w 1402"/>
                <a:gd name="T13" fmla="*/ 6 h 787"/>
                <a:gd name="T14" fmla="*/ 0 w 1402"/>
                <a:gd name="T15" fmla="*/ 6 h 787"/>
                <a:gd name="T16" fmla="*/ 0 w 1402"/>
                <a:gd name="T17" fmla="*/ 6 h 787"/>
                <a:gd name="T18" fmla="*/ 0 w 1402"/>
                <a:gd name="T19" fmla="*/ 6 h 787"/>
                <a:gd name="T20" fmla="*/ 0 w 1402"/>
                <a:gd name="T21" fmla="*/ 6 h 787"/>
                <a:gd name="T22" fmla="*/ 0 w 1402"/>
                <a:gd name="T23" fmla="*/ 6 h 787"/>
                <a:gd name="T24" fmla="*/ 0 w 1402"/>
                <a:gd name="T25" fmla="*/ 6 h 787"/>
                <a:gd name="T26" fmla="*/ 0 w 1402"/>
                <a:gd name="T27" fmla="*/ 6 h 787"/>
                <a:gd name="T28" fmla="*/ 1 w 1402"/>
                <a:gd name="T29" fmla="*/ 6 h 787"/>
                <a:gd name="T30" fmla="*/ 1 w 1402"/>
                <a:gd name="T31" fmla="*/ 6 h 78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02"/>
                <a:gd name="T49" fmla="*/ 0 h 787"/>
                <a:gd name="T50" fmla="*/ 1402 w 1402"/>
                <a:gd name="T51" fmla="*/ 787 h 78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02" h="787">
                  <a:moveTo>
                    <a:pt x="69" y="781"/>
                  </a:moveTo>
                  <a:lnTo>
                    <a:pt x="66" y="781"/>
                  </a:lnTo>
                  <a:lnTo>
                    <a:pt x="1402" y="82"/>
                  </a:lnTo>
                  <a:lnTo>
                    <a:pt x="1360" y="0"/>
                  </a:lnTo>
                  <a:lnTo>
                    <a:pt x="24" y="699"/>
                  </a:lnTo>
                  <a:lnTo>
                    <a:pt x="22" y="699"/>
                  </a:lnTo>
                  <a:lnTo>
                    <a:pt x="24" y="699"/>
                  </a:lnTo>
                  <a:lnTo>
                    <a:pt x="8" y="712"/>
                  </a:lnTo>
                  <a:lnTo>
                    <a:pt x="1" y="727"/>
                  </a:lnTo>
                  <a:lnTo>
                    <a:pt x="0" y="744"/>
                  </a:lnTo>
                  <a:lnTo>
                    <a:pt x="5" y="761"/>
                  </a:lnTo>
                  <a:lnTo>
                    <a:pt x="15" y="775"/>
                  </a:lnTo>
                  <a:lnTo>
                    <a:pt x="30" y="784"/>
                  </a:lnTo>
                  <a:lnTo>
                    <a:pt x="46" y="787"/>
                  </a:lnTo>
                  <a:lnTo>
                    <a:pt x="66" y="781"/>
                  </a:lnTo>
                  <a:lnTo>
                    <a:pt x="69" y="7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9420" name="Freeform 42"/>
            <p:cNvSpPr>
              <a:spLocks/>
            </p:cNvSpPr>
            <p:nvPr/>
          </p:nvSpPr>
          <p:spPr bwMode="auto">
            <a:xfrm>
              <a:off x="868" y="1596"/>
              <a:ext cx="77" cy="126"/>
            </a:xfrm>
            <a:custGeom>
              <a:avLst/>
              <a:gdLst>
                <a:gd name="T0" fmla="*/ 1 w 382"/>
                <a:gd name="T1" fmla="*/ 5 h 628"/>
                <a:gd name="T2" fmla="*/ 1 w 382"/>
                <a:gd name="T3" fmla="*/ 5 h 628"/>
                <a:gd name="T4" fmla="*/ 1 w 382"/>
                <a:gd name="T5" fmla="*/ 4 h 628"/>
                <a:gd name="T6" fmla="*/ 1 w 382"/>
                <a:gd name="T7" fmla="*/ 4 h 628"/>
                <a:gd name="T8" fmla="*/ 1 w 382"/>
                <a:gd name="T9" fmla="*/ 4 h 628"/>
                <a:gd name="T10" fmla="*/ 1 w 382"/>
                <a:gd name="T11" fmla="*/ 3 h 628"/>
                <a:gd name="T12" fmla="*/ 1 w 382"/>
                <a:gd name="T13" fmla="*/ 3 h 628"/>
                <a:gd name="T14" fmla="*/ 1 w 382"/>
                <a:gd name="T15" fmla="*/ 3 h 628"/>
                <a:gd name="T16" fmla="*/ 1 w 382"/>
                <a:gd name="T17" fmla="*/ 3 h 628"/>
                <a:gd name="T18" fmla="*/ 1 w 382"/>
                <a:gd name="T19" fmla="*/ 2 h 628"/>
                <a:gd name="T20" fmla="*/ 2 w 382"/>
                <a:gd name="T21" fmla="*/ 2 h 628"/>
                <a:gd name="T22" fmla="*/ 2 w 382"/>
                <a:gd name="T23" fmla="*/ 2 h 628"/>
                <a:gd name="T24" fmla="*/ 2 w 382"/>
                <a:gd name="T25" fmla="*/ 2 h 628"/>
                <a:gd name="T26" fmla="*/ 2 w 382"/>
                <a:gd name="T27" fmla="*/ 1 h 628"/>
                <a:gd name="T28" fmla="*/ 2 w 382"/>
                <a:gd name="T29" fmla="*/ 1 h 628"/>
                <a:gd name="T30" fmla="*/ 3 w 382"/>
                <a:gd name="T31" fmla="*/ 1 h 628"/>
                <a:gd name="T32" fmla="*/ 3 w 382"/>
                <a:gd name="T33" fmla="*/ 1 h 628"/>
                <a:gd name="T34" fmla="*/ 3 w 382"/>
                <a:gd name="T35" fmla="*/ 1 h 628"/>
                <a:gd name="T36" fmla="*/ 3 w 382"/>
                <a:gd name="T37" fmla="*/ 0 h 628"/>
                <a:gd name="T38" fmla="*/ 2 w 382"/>
                <a:gd name="T39" fmla="*/ 0 h 628"/>
                <a:gd name="T40" fmla="*/ 2 w 382"/>
                <a:gd name="T41" fmla="*/ 0 h 628"/>
                <a:gd name="T42" fmla="*/ 2 w 382"/>
                <a:gd name="T43" fmla="*/ 1 h 628"/>
                <a:gd name="T44" fmla="*/ 2 w 382"/>
                <a:gd name="T45" fmla="*/ 1 h 628"/>
                <a:gd name="T46" fmla="*/ 1 w 382"/>
                <a:gd name="T47" fmla="*/ 1 h 628"/>
                <a:gd name="T48" fmla="*/ 1 w 382"/>
                <a:gd name="T49" fmla="*/ 1 h 628"/>
                <a:gd name="T50" fmla="*/ 1 w 382"/>
                <a:gd name="T51" fmla="*/ 2 h 628"/>
                <a:gd name="T52" fmla="*/ 1 w 382"/>
                <a:gd name="T53" fmla="*/ 2 h 628"/>
                <a:gd name="T54" fmla="*/ 1 w 382"/>
                <a:gd name="T55" fmla="*/ 2 h 628"/>
                <a:gd name="T56" fmla="*/ 0 w 382"/>
                <a:gd name="T57" fmla="*/ 3 h 628"/>
                <a:gd name="T58" fmla="*/ 0 w 382"/>
                <a:gd name="T59" fmla="*/ 3 h 628"/>
                <a:gd name="T60" fmla="*/ 0 w 382"/>
                <a:gd name="T61" fmla="*/ 3 h 628"/>
                <a:gd name="T62" fmla="*/ 0 w 382"/>
                <a:gd name="T63" fmla="*/ 4 h 628"/>
                <a:gd name="T64" fmla="*/ 0 w 382"/>
                <a:gd name="T65" fmla="*/ 4 h 628"/>
                <a:gd name="T66" fmla="*/ 0 w 382"/>
                <a:gd name="T67" fmla="*/ 4 h 628"/>
                <a:gd name="T68" fmla="*/ 0 w 382"/>
                <a:gd name="T69" fmla="*/ 5 h 628"/>
                <a:gd name="T70" fmla="*/ 0 w 382"/>
                <a:gd name="T71" fmla="*/ 5 h 628"/>
                <a:gd name="T72" fmla="*/ 0 w 382"/>
                <a:gd name="T73" fmla="*/ 5 h 628"/>
                <a:gd name="T74" fmla="*/ 0 w 382"/>
                <a:gd name="T75" fmla="*/ 5 h 628"/>
                <a:gd name="T76" fmla="*/ 0 w 382"/>
                <a:gd name="T77" fmla="*/ 5 h 628"/>
                <a:gd name="T78" fmla="*/ 0 w 382"/>
                <a:gd name="T79" fmla="*/ 5 h 628"/>
                <a:gd name="T80" fmla="*/ 0 w 382"/>
                <a:gd name="T81" fmla="*/ 5 h 628"/>
                <a:gd name="T82" fmla="*/ 1 w 382"/>
                <a:gd name="T83" fmla="*/ 5 h 628"/>
                <a:gd name="T84" fmla="*/ 1 w 382"/>
                <a:gd name="T85" fmla="*/ 5 h 628"/>
                <a:gd name="T86" fmla="*/ 1 w 382"/>
                <a:gd name="T87" fmla="*/ 5 h 628"/>
                <a:gd name="T88" fmla="*/ 1 w 382"/>
                <a:gd name="T89" fmla="*/ 5 h 628"/>
                <a:gd name="T90" fmla="*/ 1 w 382"/>
                <a:gd name="T91" fmla="*/ 5 h 628"/>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382"/>
                <a:gd name="T139" fmla="*/ 0 h 628"/>
                <a:gd name="T140" fmla="*/ 382 w 382"/>
                <a:gd name="T141" fmla="*/ 628 h 628"/>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382" h="628">
                  <a:moveTo>
                    <a:pt x="94" y="581"/>
                  </a:moveTo>
                  <a:lnTo>
                    <a:pt x="94" y="582"/>
                  </a:lnTo>
                  <a:lnTo>
                    <a:pt x="96" y="541"/>
                  </a:lnTo>
                  <a:lnTo>
                    <a:pt x="99" y="500"/>
                  </a:lnTo>
                  <a:lnTo>
                    <a:pt x="106" y="463"/>
                  </a:lnTo>
                  <a:lnTo>
                    <a:pt x="115" y="424"/>
                  </a:lnTo>
                  <a:lnTo>
                    <a:pt x="127" y="389"/>
                  </a:lnTo>
                  <a:lnTo>
                    <a:pt x="140" y="353"/>
                  </a:lnTo>
                  <a:lnTo>
                    <a:pt x="156" y="320"/>
                  </a:lnTo>
                  <a:lnTo>
                    <a:pt x="173" y="287"/>
                  </a:lnTo>
                  <a:lnTo>
                    <a:pt x="193" y="255"/>
                  </a:lnTo>
                  <a:lnTo>
                    <a:pt x="214" y="226"/>
                  </a:lnTo>
                  <a:lnTo>
                    <a:pt x="238" y="198"/>
                  </a:lnTo>
                  <a:lnTo>
                    <a:pt x="263" y="172"/>
                  </a:lnTo>
                  <a:lnTo>
                    <a:pt x="290" y="146"/>
                  </a:lnTo>
                  <a:lnTo>
                    <a:pt x="318" y="122"/>
                  </a:lnTo>
                  <a:lnTo>
                    <a:pt x="349" y="101"/>
                  </a:lnTo>
                  <a:lnTo>
                    <a:pt x="382" y="82"/>
                  </a:lnTo>
                  <a:lnTo>
                    <a:pt x="335" y="0"/>
                  </a:lnTo>
                  <a:lnTo>
                    <a:pt x="297" y="23"/>
                  </a:lnTo>
                  <a:lnTo>
                    <a:pt x="262" y="49"/>
                  </a:lnTo>
                  <a:lnTo>
                    <a:pt x="229" y="76"/>
                  </a:lnTo>
                  <a:lnTo>
                    <a:pt x="198" y="104"/>
                  </a:lnTo>
                  <a:lnTo>
                    <a:pt x="167" y="137"/>
                  </a:lnTo>
                  <a:lnTo>
                    <a:pt x="142" y="170"/>
                  </a:lnTo>
                  <a:lnTo>
                    <a:pt x="116" y="204"/>
                  </a:lnTo>
                  <a:lnTo>
                    <a:pt x="94" y="240"/>
                  </a:lnTo>
                  <a:lnTo>
                    <a:pt x="74" y="278"/>
                  </a:lnTo>
                  <a:lnTo>
                    <a:pt x="54" y="317"/>
                  </a:lnTo>
                  <a:lnTo>
                    <a:pt x="38" y="359"/>
                  </a:lnTo>
                  <a:lnTo>
                    <a:pt x="26" y="401"/>
                  </a:lnTo>
                  <a:lnTo>
                    <a:pt x="15" y="444"/>
                  </a:lnTo>
                  <a:lnTo>
                    <a:pt x="8" y="489"/>
                  </a:lnTo>
                  <a:lnTo>
                    <a:pt x="2" y="534"/>
                  </a:lnTo>
                  <a:lnTo>
                    <a:pt x="0" y="580"/>
                  </a:lnTo>
                  <a:lnTo>
                    <a:pt x="0" y="581"/>
                  </a:lnTo>
                  <a:lnTo>
                    <a:pt x="0" y="580"/>
                  </a:lnTo>
                  <a:lnTo>
                    <a:pt x="3" y="600"/>
                  </a:lnTo>
                  <a:lnTo>
                    <a:pt x="14" y="615"/>
                  </a:lnTo>
                  <a:lnTo>
                    <a:pt x="29" y="625"/>
                  </a:lnTo>
                  <a:lnTo>
                    <a:pt x="45" y="628"/>
                  </a:lnTo>
                  <a:lnTo>
                    <a:pt x="63" y="626"/>
                  </a:lnTo>
                  <a:lnTo>
                    <a:pt x="78" y="616"/>
                  </a:lnTo>
                  <a:lnTo>
                    <a:pt x="89" y="602"/>
                  </a:lnTo>
                  <a:lnTo>
                    <a:pt x="94" y="582"/>
                  </a:lnTo>
                  <a:lnTo>
                    <a:pt x="94" y="5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9421" name="Freeform 43"/>
            <p:cNvSpPr>
              <a:spLocks/>
            </p:cNvSpPr>
            <p:nvPr/>
          </p:nvSpPr>
          <p:spPr bwMode="auto">
            <a:xfrm>
              <a:off x="868" y="1712"/>
              <a:ext cx="19" cy="364"/>
            </a:xfrm>
            <a:custGeom>
              <a:avLst/>
              <a:gdLst>
                <a:gd name="T0" fmla="*/ 1 w 94"/>
                <a:gd name="T1" fmla="*/ 14 h 1818"/>
                <a:gd name="T2" fmla="*/ 1 w 94"/>
                <a:gd name="T3" fmla="*/ 14 h 1818"/>
                <a:gd name="T4" fmla="*/ 1 w 94"/>
                <a:gd name="T5" fmla="*/ 0 h 1818"/>
                <a:gd name="T6" fmla="*/ 0 w 94"/>
                <a:gd name="T7" fmla="*/ 0 h 1818"/>
                <a:gd name="T8" fmla="*/ 0 w 94"/>
                <a:gd name="T9" fmla="*/ 14 h 1818"/>
                <a:gd name="T10" fmla="*/ 0 w 94"/>
                <a:gd name="T11" fmla="*/ 14 h 1818"/>
                <a:gd name="T12" fmla="*/ 0 w 94"/>
                <a:gd name="T13" fmla="*/ 14 h 1818"/>
                <a:gd name="T14" fmla="*/ 0 w 94"/>
                <a:gd name="T15" fmla="*/ 14 h 1818"/>
                <a:gd name="T16" fmla="*/ 0 w 94"/>
                <a:gd name="T17" fmla="*/ 14 h 1818"/>
                <a:gd name="T18" fmla="*/ 0 w 94"/>
                <a:gd name="T19" fmla="*/ 15 h 1818"/>
                <a:gd name="T20" fmla="*/ 0 w 94"/>
                <a:gd name="T21" fmla="*/ 15 h 1818"/>
                <a:gd name="T22" fmla="*/ 1 w 94"/>
                <a:gd name="T23" fmla="*/ 15 h 1818"/>
                <a:gd name="T24" fmla="*/ 1 w 94"/>
                <a:gd name="T25" fmla="*/ 14 h 1818"/>
                <a:gd name="T26" fmla="*/ 1 w 94"/>
                <a:gd name="T27" fmla="*/ 14 h 1818"/>
                <a:gd name="T28" fmla="*/ 1 w 94"/>
                <a:gd name="T29" fmla="*/ 14 h 1818"/>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94"/>
                <a:gd name="T46" fmla="*/ 0 h 1818"/>
                <a:gd name="T47" fmla="*/ 94 w 94"/>
                <a:gd name="T48" fmla="*/ 1818 h 1818"/>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94" h="1818">
                  <a:moveTo>
                    <a:pt x="94" y="1771"/>
                  </a:moveTo>
                  <a:lnTo>
                    <a:pt x="94" y="1771"/>
                  </a:lnTo>
                  <a:lnTo>
                    <a:pt x="94" y="0"/>
                  </a:lnTo>
                  <a:lnTo>
                    <a:pt x="0" y="0"/>
                  </a:lnTo>
                  <a:lnTo>
                    <a:pt x="0" y="1771"/>
                  </a:lnTo>
                  <a:lnTo>
                    <a:pt x="3" y="1791"/>
                  </a:lnTo>
                  <a:lnTo>
                    <a:pt x="15" y="1806"/>
                  </a:lnTo>
                  <a:lnTo>
                    <a:pt x="29" y="1814"/>
                  </a:lnTo>
                  <a:lnTo>
                    <a:pt x="47" y="1818"/>
                  </a:lnTo>
                  <a:lnTo>
                    <a:pt x="64" y="1814"/>
                  </a:lnTo>
                  <a:lnTo>
                    <a:pt x="79" y="1806"/>
                  </a:lnTo>
                  <a:lnTo>
                    <a:pt x="90" y="1791"/>
                  </a:lnTo>
                  <a:lnTo>
                    <a:pt x="94" y="17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9422" name="Freeform 44"/>
            <p:cNvSpPr>
              <a:spLocks/>
            </p:cNvSpPr>
            <p:nvPr/>
          </p:nvSpPr>
          <p:spPr bwMode="auto">
            <a:xfrm>
              <a:off x="868" y="2067"/>
              <a:ext cx="90" cy="160"/>
            </a:xfrm>
            <a:custGeom>
              <a:avLst/>
              <a:gdLst>
                <a:gd name="T0" fmla="*/ 3 w 449"/>
                <a:gd name="T1" fmla="*/ 6 h 803"/>
                <a:gd name="T2" fmla="*/ 3 w 449"/>
                <a:gd name="T3" fmla="*/ 6 h 803"/>
                <a:gd name="T4" fmla="*/ 3 w 449"/>
                <a:gd name="T5" fmla="*/ 5 h 803"/>
                <a:gd name="T6" fmla="*/ 3 w 449"/>
                <a:gd name="T7" fmla="*/ 5 h 803"/>
                <a:gd name="T8" fmla="*/ 3 w 449"/>
                <a:gd name="T9" fmla="*/ 5 h 803"/>
                <a:gd name="T10" fmla="*/ 2 w 449"/>
                <a:gd name="T11" fmla="*/ 5 h 803"/>
                <a:gd name="T12" fmla="*/ 2 w 449"/>
                <a:gd name="T13" fmla="*/ 4 h 803"/>
                <a:gd name="T14" fmla="*/ 2 w 449"/>
                <a:gd name="T15" fmla="*/ 4 h 803"/>
                <a:gd name="T16" fmla="*/ 2 w 449"/>
                <a:gd name="T17" fmla="*/ 4 h 803"/>
                <a:gd name="T18" fmla="*/ 2 w 449"/>
                <a:gd name="T19" fmla="*/ 3 h 803"/>
                <a:gd name="T20" fmla="*/ 1 w 449"/>
                <a:gd name="T21" fmla="*/ 3 h 803"/>
                <a:gd name="T22" fmla="*/ 1 w 449"/>
                <a:gd name="T23" fmla="*/ 2 h 803"/>
                <a:gd name="T24" fmla="*/ 1 w 449"/>
                <a:gd name="T25" fmla="*/ 2 h 803"/>
                <a:gd name="T26" fmla="*/ 1 w 449"/>
                <a:gd name="T27" fmla="*/ 2 h 803"/>
                <a:gd name="T28" fmla="*/ 1 w 449"/>
                <a:gd name="T29" fmla="*/ 1 h 803"/>
                <a:gd name="T30" fmla="*/ 1 w 449"/>
                <a:gd name="T31" fmla="*/ 1 h 803"/>
                <a:gd name="T32" fmla="*/ 1 w 449"/>
                <a:gd name="T33" fmla="*/ 0 h 803"/>
                <a:gd name="T34" fmla="*/ 1 w 449"/>
                <a:gd name="T35" fmla="*/ 0 h 803"/>
                <a:gd name="T36" fmla="*/ 0 w 449"/>
                <a:gd name="T37" fmla="*/ 0 h 803"/>
                <a:gd name="T38" fmla="*/ 0 w 449"/>
                <a:gd name="T39" fmla="*/ 0 h 803"/>
                <a:gd name="T40" fmla="*/ 0 w 449"/>
                <a:gd name="T41" fmla="*/ 1 h 803"/>
                <a:gd name="T42" fmla="*/ 0 w 449"/>
                <a:gd name="T43" fmla="*/ 1 h 803"/>
                <a:gd name="T44" fmla="*/ 0 w 449"/>
                <a:gd name="T45" fmla="*/ 2 h 803"/>
                <a:gd name="T46" fmla="*/ 0 w 449"/>
                <a:gd name="T47" fmla="*/ 2 h 803"/>
                <a:gd name="T48" fmla="*/ 0 w 449"/>
                <a:gd name="T49" fmla="*/ 3 h 803"/>
                <a:gd name="T50" fmla="*/ 1 w 449"/>
                <a:gd name="T51" fmla="*/ 3 h 803"/>
                <a:gd name="T52" fmla="*/ 1 w 449"/>
                <a:gd name="T53" fmla="*/ 4 h 803"/>
                <a:gd name="T54" fmla="*/ 1 w 449"/>
                <a:gd name="T55" fmla="*/ 4 h 803"/>
                <a:gd name="T56" fmla="*/ 1 w 449"/>
                <a:gd name="T57" fmla="*/ 4 h 803"/>
                <a:gd name="T58" fmla="*/ 2 w 449"/>
                <a:gd name="T59" fmla="*/ 5 h 803"/>
                <a:gd name="T60" fmla="*/ 2 w 449"/>
                <a:gd name="T61" fmla="*/ 5 h 803"/>
                <a:gd name="T62" fmla="*/ 2 w 449"/>
                <a:gd name="T63" fmla="*/ 5 h 803"/>
                <a:gd name="T64" fmla="*/ 2 w 449"/>
                <a:gd name="T65" fmla="*/ 6 h 803"/>
                <a:gd name="T66" fmla="*/ 3 w 449"/>
                <a:gd name="T67" fmla="*/ 6 h 803"/>
                <a:gd name="T68" fmla="*/ 3 w 449"/>
                <a:gd name="T69" fmla="*/ 6 h 803"/>
                <a:gd name="T70" fmla="*/ 3 w 449"/>
                <a:gd name="T71" fmla="*/ 6 h 803"/>
                <a:gd name="T72" fmla="*/ 3 w 449"/>
                <a:gd name="T73" fmla="*/ 6 h 803"/>
                <a:gd name="T74" fmla="*/ 3 w 449"/>
                <a:gd name="T75" fmla="*/ 6 h 803"/>
                <a:gd name="T76" fmla="*/ 3 w 449"/>
                <a:gd name="T77" fmla="*/ 6 h 803"/>
                <a:gd name="T78" fmla="*/ 3 w 449"/>
                <a:gd name="T79" fmla="*/ 6 h 803"/>
                <a:gd name="T80" fmla="*/ 4 w 449"/>
                <a:gd name="T81" fmla="*/ 6 h 803"/>
                <a:gd name="T82" fmla="*/ 4 w 449"/>
                <a:gd name="T83" fmla="*/ 6 h 803"/>
                <a:gd name="T84" fmla="*/ 4 w 449"/>
                <a:gd name="T85" fmla="*/ 6 h 803"/>
                <a:gd name="T86" fmla="*/ 4 w 449"/>
                <a:gd name="T87" fmla="*/ 6 h 803"/>
                <a:gd name="T88" fmla="*/ 3 w 449"/>
                <a:gd name="T89" fmla="*/ 6 h 803"/>
                <a:gd name="T90" fmla="*/ 3 w 449"/>
                <a:gd name="T91" fmla="*/ 6 h 80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449"/>
                <a:gd name="T139" fmla="*/ 0 h 803"/>
                <a:gd name="T140" fmla="*/ 449 w 449"/>
                <a:gd name="T141" fmla="*/ 803 h 80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449" h="803">
                  <a:moveTo>
                    <a:pt x="426" y="717"/>
                  </a:moveTo>
                  <a:lnTo>
                    <a:pt x="427" y="717"/>
                  </a:lnTo>
                  <a:lnTo>
                    <a:pt x="395" y="693"/>
                  </a:lnTo>
                  <a:lnTo>
                    <a:pt x="361" y="662"/>
                  </a:lnTo>
                  <a:lnTo>
                    <a:pt x="329" y="628"/>
                  </a:lnTo>
                  <a:lnTo>
                    <a:pt x="299" y="591"/>
                  </a:lnTo>
                  <a:lnTo>
                    <a:pt x="269" y="551"/>
                  </a:lnTo>
                  <a:lnTo>
                    <a:pt x="241" y="507"/>
                  </a:lnTo>
                  <a:lnTo>
                    <a:pt x="215" y="460"/>
                  </a:lnTo>
                  <a:lnTo>
                    <a:pt x="191" y="412"/>
                  </a:lnTo>
                  <a:lnTo>
                    <a:pt x="170" y="363"/>
                  </a:lnTo>
                  <a:lnTo>
                    <a:pt x="151" y="312"/>
                  </a:lnTo>
                  <a:lnTo>
                    <a:pt x="133" y="259"/>
                  </a:lnTo>
                  <a:lnTo>
                    <a:pt x="119" y="207"/>
                  </a:lnTo>
                  <a:lnTo>
                    <a:pt x="108" y="156"/>
                  </a:lnTo>
                  <a:lnTo>
                    <a:pt x="101" y="103"/>
                  </a:lnTo>
                  <a:lnTo>
                    <a:pt x="96" y="51"/>
                  </a:lnTo>
                  <a:lnTo>
                    <a:pt x="94" y="0"/>
                  </a:lnTo>
                  <a:lnTo>
                    <a:pt x="0" y="0"/>
                  </a:lnTo>
                  <a:lnTo>
                    <a:pt x="2" y="56"/>
                  </a:lnTo>
                  <a:lnTo>
                    <a:pt x="7" y="115"/>
                  </a:lnTo>
                  <a:lnTo>
                    <a:pt x="16" y="172"/>
                  </a:lnTo>
                  <a:lnTo>
                    <a:pt x="28" y="231"/>
                  </a:lnTo>
                  <a:lnTo>
                    <a:pt x="44" y="287"/>
                  </a:lnTo>
                  <a:lnTo>
                    <a:pt x="62" y="342"/>
                  </a:lnTo>
                  <a:lnTo>
                    <a:pt x="83" y="398"/>
                  </a:lnTo>
                  <a:lnTo>
                    <a:pt x="106" y="452"/>
                  </a:lnTo>
                  <a:lnTo>
                    <a:pt x="133" y="505"/>
                  </a:lnTo>
                  <a:lnTo>
                    <a:pt x="161" y="554"/>
                  </a:lnTo>
                  <a:lnTo>
                    <a:pt x="192" y="602"/>
                  </a:lnTo>
                  <a:lnTo>
                    <a:pt x="224" y="647"/>
                  </a:lnTo>
                  <a:lnTo>
                    <a:pt x="259" y="689"/>
                  </a:lnTo>
                  <a:lnTo>
                    <a:pt x="295" y="728"/>
                  </a:lnTo>
                  <a:lnTo>
                    <a:pt x="334" y="763"/>
                  </a:lnTo>
                  <a:lnTo>
                    <a:pt x="374" y="795"/>
                  </a:lnTo>
                  <a:lnTo>
                    <a:pt x="375" y="795"/>
                  </a:lnTo>
                  <a:lnTo>
                    <a:pt x="374" y="795"/>
                  </a:lnTo>
                  <a:lnTo>
                    <a:pt x="392" y="803"/>
                  </a:lnTo>
                  <a:lnTo>
                    <a:pt x="411" y="803"/>
                  </a:lnTo>
                  <a:lnTo>
                    <a:pt x="426" y="795"/>
                  </a:lnTo>
                  <a:lnTo>
                    <a:pt x="439" y="782"/>
                  </a:lnTo>
                  <a:lnTo>
                    <a:pt x="446" y="766"/>
                  </a:lnTo>
                  <a:lnTo>
                    <a:pt x="449" y="749"/>
                  </a:lnTo>
                  <a:lnTo>
                    <a:pt x="441" y="732"/>
                  </a:lnTo>
                  <a:lnTo>
                    <a:pt x="427" y="717"/>
                  </a:lnTo>
                  <a:lnTo>
                    <a:pt x="426" y="71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9423" name="Freeform 45"/>
            <p:cNvSpPr>
              <a:spLocks/>
            </p:cNvSpPr>
            <p:nvPr/>
          </p:nvSpPr>
          <p:spPr bwMode="auto">
            <a:xfrm>
              <a:off x="883" y="1673"/>
              <a:ext cx="379" cy="690"/>
            </a:xfrm>
            <a:custGeom>
              <a:avLst/>
              <a:gdLst>
                <a:gd name="T0" fmla="*/ 12 w 1897"/>
                <a:gd name="T1" fmla="*/ 6 h 3450"/>
                <a:gd name="T2" fmla="*/ 13 w 1897"/>
                <a:gd name="T3" fmla="*/ 7 h 3450"/>
                <a:gd name="T4" fmla="*/ 13 w 1897"/>
                <a:gd name="T5" fmla="*/ 7 h 3450"/>
                <a:gd name="T6" fmla="*/ 14 w 1897"/>
                <a:gd name="T7" fmla="*/ 8 h 3450"/>
                <a:gd name="T8" fmla="*/ 14 w 1897"/>
                <a:gd name="T9" fmla="*/ 9 h 3450"/>
                <a:gd name="T10" fmla="*/ 15 w 1897"/>
                <a:gd name="T11" fmla="*/ 10 h 3450"/>
                <a:gd name="T12" fmla="*/ 15 w 1897"/>
                <a:gd name="T13" fmla="*/ 11 h 3450"/>
                <a:gd name="T14" fmla="*/ 15 w 1897"/>
                <a:gd name="T15" fmla="*/ 11 h 3450"/>
                <a:gd name="T16" fmla="*/ 15 w 1897"/>
                <a:gd name="T17" fmla="*/ 12 h 3450"/>
                <a:gd name="T18" fmla="*/ 15 w 1897"/>
                <a:gd name="T19" fmla="*/ 26 h 3450"/>
                <a:gd name="T20" fmla="*/ 15 w 1897"/>
                <a:gd name="T21" fmla="*/ 26 h 3450"/>
                <a:gd name="T22" fmla="*/ 15 w 1897"/>
                <a:gd name="T23" fmla="*/ 27 h 3450"/>
                <a:gd name="T24" fmla="*/ 15 w 1897"/>
                <a:gd name="T25" fmla="*/ 27 h 3450"/>
                <a:gd name="T26" fmla="*/ 14 w 1897"/>
                <a:gd name="T27" fmla="*/ 27 h 3450"/>
                <a:gd name="T28" fmla="*/ 14 w 1897"/>
                <a:gd name="T29" fmla="*/ 28 h 3450"/>
                <a:gd name="T30" fmla="*/ 13 w 1897"/>
                <a:gd name="T31" fmla="*/ 28 h 3450"/>
                <a:gd name="T32" fmla="*/ 13 w 1897"/>
                <a:gd name="T33" fmla="*/ 27 h 3450"/>
                <a:gd name="T34" fmla="*/ 3 w 1897"/>
                <a:gd name="T35" fmla="*/ 21 h 3450"/>
                <a:gd name="T36" fmla="*/ 2 w 1897"/>
                <a:gd name="T37" fmla="*/ 21 h 3450"/>
                <a:gd name="T38" fmla="*/ 2 w 1897"/>
                <a:gd name="T39" fmla="*/ 20 h 3450"/>
                <a:gd name="T40" fmla="*/ 1 w 1897"/>
                <a:gd name="T41" fmla="*/ 19 h 3450"/>
                <a:gd name="T42" fmla="*/ 1 w 1897"/>
                <a:gd name="T43" fmla="*/ 19 h 3450"/>
                <a:gd name="T44" fmla="*/ 0 w 1897"/>
                <a:gd name="T45" fmla="*/ 18 h 3450"/>
                <a:gd name="T46" fmla="*/ 0 w 1897"/>
                <a:gd name="T47" fmla="*/ 17 h 3450"/>
                <a:gd name="T48" fmla="*/ 0 w 1897"/>
                <a:gd name="T49" fmla="*/ 16 h 3450"/>
                <a:gd name="T50" fmla="*/ 0 w 1897"/>
                <a:gd name="T51" fmla="*/ 15 h 3450"/>
                <a:gd name="T52" fmla="*/ 0 w 1897"/>
                <a:gd name="T53" fmla="*/ 2 h 3450"/>
                <a:gd name="T54" fmla="*/ 0 w 1897"/>
                <a:gd name="T55" fmla="*/ 1 h 3450"/>
                <a:gd name="T56" fmla="*/ 0 w 1897"/>
                <a:gd name="T57" fmla="*/ 1 h 3450"/>
                <a:gd name="T58" fmla="*/ 1 w 1897"/>
                <a:gd name="T59" fmla="*/ 0 h 3450"/>
                <a:gd name="T60" fmla="*/ 1 w 1897"/>
                <a:gd name="T61" fmla="*/ 0 h 3450"/>
                <a:gd name="T62" fmla="*/ 1 w 1897"/>
                <a:gd name="T63" fmla="*/ 0 h 3450"/>
                <a:gd name="T64" fmla="*/ 2 w 1897"/>
                <a:gd name="T65" fmla="*/ 0 h 3450"/>
                <a:gd name="T66" fmla="*/ 3 w 1897"/>
                <a:gd name="T67" fmla="*/ 0 h 3450"/>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897"/>
                <a:gd name="T103" fmla="*/ 0 h 3450"/>
                <a:gd name="T104" fmla="*/ 1897 w 1897"/>
                <a:gd name="T105" fmla="*/ 3450 h 3450"/>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897" h="3450">
                  <a:moveTo>
                    <a:pt x="357" y="49"/>
                  </a:moveTo>
                  <a:lnTo>
                    <a:pt x="1542" y="806"/>
                  </a:lnTo>
                  <a:lnTo>
                    <a:pt x="1579" y="832"/>
                  </a:lnTo>
                  <a:lnTo>
                    <a:pt x="1614" y="861"/>
                  </a:lnTo>
                  <a:lnTo>
                    <a:pt x="1648" y="895"/>
                  </a:lnTo>
                  <a:lnTo>
                    <a:pt x="1681" y="933"/>
                  </a:lnTo>
                  <a:lnTo>
                    <a:pt x="1711" y="973"/>
                  </a:lnTo>
                  <a:lnTo>
                    <a:pt x="1740" y="1016"/>
                  </a:lnTo>
                  <a:lnTo>
                    <a:pt x="1768" y="1062"/>
                  </a:lnTo>
                  <a:lnTo>
                    <a:pt x="1793" y="1109"/>
                  </a:lnTo>
                  <a:lnTo>
                    <a:pt x="1816" y="1158"/>
                  </a:lnTo>
                  <a:lnTo>
                    <a:pt x="1836" y="1208"/>
                  </a:lnTo>
                  <a:lnTo>
                    <a:pt x="1854" y="1260"/>
                  </a:lnTo>
                  <a:lnTo>
                    <a:pt x="1869" y="1313"/>
                  </a:lnTo>
                  <a:lnTo>
                    <a:pt x="1881" y="1364"/>
                  </a:lnTo>
                  <a:lnTo>
                    <a:pt x="1890" y="1417"/>
                  </a:lnTo>
                  <a:lnTo>
                    <a:pt x="1895" y="1469"/>
                  </a:lnTo>
                  <a:lnTo>
                    <a:pt x="1897" y="1519"/>
                  </a:lnTo>
                  <a:lnTo>
                    <a:pt x="1897" y="3142"/>
                  </a:lnTo>
                  <a:lnTo>
                    <a:pt x="1895" y="3190"/>
                  </a:lnTo>
                  <a:lnTo>
                    <a:pt x="1890" y="3235"/>
                  </a:lnTo>
                  <a:lnTo>
                    <a:pt x="1881" y="3276"/>
                  </a:lnTo>
                  <a:lnTo>
                    <a:pt x="1869" y="3313"/>
                  </a:lnTo>
                  <a:lnTo>
                    <a:pt x="1854" y="3346"/>
                  </a:lnTo>
                  <a:lnTo>
                    <a:pt x="1836" y="3375"/>
                  </a:lnTo>
                  <a:lnTo>
                    <a:pt x="1816" y="3398"/>
                  </a:lnTo>
                  <a:lnTo>
                    <a:pt x="1793" y="3418"/>
                  </a:lnTo>
                  <a:lnTo>
                    <a:pt x="1768" y="3434"/>
                  </a:lnTo>
                  <a:lnTo>
                    <a:pt x="1740" y="3444"/>
                  </a:lnTo>
                  <a:lnTo>
                    <a:pt x="1711" y="3450"/>
                  </a:lnTo>
                  <a:lnTo>
                    <a:pt x="1681" y="3450"/>
                  </a:lnTo>
                  <a:lnTo>
                    <a:pt x="1648" y="3445"/>
                  </a:lnTo>
                  <a:lnTo>
                    <a:pt x="1614" y="3436"/>
                  </a:lnTo>
                  <a:lnTo>
                    <a:pt x="1579" y="3421"/>
                  </a:lnTo>
                  <a:lnTo>
                    <a:pt x="1542" y="3400"/>
                  </a:lnTo>
                  <a:lnTo>
                    <a:pt x="357" y="2643"/>
                  </a:lnTo>
                  <a:lnTo>
                    <a:pt x="320" y="2618"/>
                  </a:lnTo>
                  <a:lnTo>
                    <a:pt x="285" y="2588"/>
                  </a:lnTo>
                  <a:lnTo>
                    <a:pt x="251" y="2554"/>
                  </a:lnTo>
                  <a:lnTo>
                    <a:pt x="218" y="2517"/>
                  </a:lnTo>
                  <a:lnTo>
                    <a:pt x="187" y="2477"/>
                  </a:lnTo>
                  <a:lnTo>
                    <a:pt x="157" y="2433"/>
                  </a:lnTo>
                  <a:lnTo>
                    <a:pt x="130" y="2388"/>
                  </a:lnTo>
                  <a:lnTo>
                    <a:pt x="105" y="2341"/>
                  </a:lnTo>
                  <a:lnTo>
                    <a:pt x="81" y="2292"/>
                  </a:lnTo>
                  <a:lnTo>
                    <a:pt x="61" y="2241"/>
                  </a:lnTo>
                  <a:lnTo>
                    <a:pt x="44" y="2190"/>
                  </a:lnTo>
                  <a:lnTo>
                    <a:pt x="29" y="2138"/>
                  </a:lnTo>
                  <a:lnTo>
                    <a:pt x="17" y="2085"/>
                  </a:lnTo>
                  <a:lnTo>
                    <a:pt x="7" y="2033"/>
                  </a:lnTo>
                  <a:lnTo>
                    <a:pt x="3" y="1981"/>
                  </a:lnTo>
                  <a:lnTo>
                    <a:pt x="0" y="1931"/>
                  </a:lnTo>
                  <a:lnTo>
                    <a:pt x="0" y="308"/>
                  </a:lnTo>
                  <a:lnTo>
                    <a:pt x="3" y="260"/>
                  </a:lnTo>
                  <a:lnTo>
                    <a:pt x="7" y="215"/>
                  </a:lnTo>
                  <a:lnTo>
                    <a:pt x="17" y="174"/>
                  </a:lnTo>
                  <a:lnTo>
                    <a:pt x="29" y="137"/>
                  </a:lnTo>
                  <a:lnTo>
                    <a:pt x="44" y="104"/>
                  </a:lnTo>
                  <a:lnTo>
                    <a:pt x="61" y="76"/>
                  </a:lnTo>
                  <a:lnTo>
                    <a:pt x="81" y="51"/>
                  </a:lnTo>
                  <a:lnTo>
                    <a:pt x="105" y="31"/>
                  </a:lnTo>
                  <a:lnTo>
                    <a:pt x="130" y="16"/>
                  </a:lnTo>
                  <a:lnTo>
                    <a:pt x="157" y="5"/>
                  </a:lnTo>
                  <a:lnTo>
                    <a:pt x="187" y="0"/>
                  </a:lnTo>
                  <a:lnTo>
                    <a:pt x="218" y="0"/>
                  </a:lnTo>
                  <a:lnTo>
                    <a:pt x="251" y="3"/>
                  </a:lnTo>
                  <a:lnTo>
                    <a:pt x="285" y="14"/>
                  </a:lnTo>
                  <a:lnTo>
                    <a:pt x="320" y="29"/>
                  </a:lnTo>
                  <a:lnTo>
                    <a:pt x="357" y="49"/>
                  </a:lnTo>
                  <a:close/>
                </a:path>
              </a:pathLst>
            </a:custGeom>
            <a:solidFill>
              <a:srgbClr val="BFBFB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9424" name="Freeform 46"/>
            <p:cNvSpPr>
              <a:spLocks/>
            </p:cNvSpPr>
            <p:nvPr/>
          </p:nvSpPr>
          <p:spPr bwMode="auto">
            <a:xfrm>
              <a:off x="1268" y="1663"/>
              <a:ext cx="393" cy="711"/>
            </a:xfrm>
            <a:custGeom>
              <a:avLst/>
              <a:gdLst>
                <a:gd name="T0" fmla="*/ 3 w 1962"/>
                <a:gd name="T1" fmla="*/ 7 h 3555"/>
                <a:gd name="T2" fmla="*/ 2 w 1962"/>
                <a:gd name="T3" fmla="*/ 7 h 3555"/>
                <a:gd name="T4" fmla="*/ 2 w 1962"/>
                <a:gd name="T5" fmla="*/ 8 h 3555"/>
                <a:gd name="T6" fmla="*/ 1 w 1962"/>
                <a:gd name="T7" fmla="*/ 8 h 3555"/>
                <a:gd name="T8" fmla="*/ 1 w 1962"/>
                <a:gd name="T9" fmla="*/ 9 h 3555"/>
                <a:gd name="T10" fmla="*/ 1 w 1962"/>
                <a:gd name="T11" fmla="*/ 10 h 3555"/>
                <a:gd name="T12" fmla="*/ 0 w 1962"/>
                <a:gd name="T13" fmla="*/ 11 h 3555"/>
                <a:gd name="T14" fmla="*/ 0 w 1962"/>
                <a:gd name="T15" fmla="*/ 12 h 3555"/>
                <a:gd name="T16" fmla="*/ 0 w 1962"/>
                <a:gd name="T17" fmla="*/ 13 h 3555"/>
                <a:gd name="T18" fmla="*/ 0 w 1962"/>
                <a:gd name="T19" fmla="*/ 26 h 3555"/>
                <a:gd name="T20" fmla="*/ 0 w 1962"/>
                <a:gd name="T21" fmla="*/ 27 h 3555"/>
                <a:gd name="T22" fmla="*/ 0 w 1962"/>
                <a:gd name="T23" fmla="*/ 28 h 3555"/>
                <a:gd name="T24" fmla="*/ 1 w 1962"/>
                <a:gd name="T25" fmla="*/ 28 h 3555"/>
                <a:gd name="T26" fmla="*/ 1 w 1962"/>
                <a:gd name="T27" fmla="*/ 28 h 3555"/>
                <a:gd name="T28" fmla="*/ 2 w 1962"/>
                <a:gd name="T29" fmla="*/ 28 h 3555"/>
                <a:gd name="T30" fmla="*/ 2 w 1962"/>
                <a:gd name="T31" fmla="*/ 28 h 3555"/>
                <a:gd name="T32" fmla="*/ 3 w 1962"/>
                <a:gd name="T33" fmla="*/ 28 h 3555"/>
                <a:gd name="T34" fmla="*/ 13 w 1962"/>
                <a:gd name="T35" fmla="*/ 22 h 3555"/>
                <a:gd name="T36" fmla="*/ 13 w 1962"/>
                <a:gd name="T37" fmla="*/ 21 h 3555"/>
                <a:gd name="T38" fmla="*/ 14 w 1962"/>
                <a:gd name="T39" fmla="*/ 21 h 3555"/>
                <a:gd name="T40" fmla="*/ 14 w 1962"/>
                <a:gd name="T41" fmla="*/ 20 h 3555"/>
                <a:gd name="T42" fmla="*/ 15 w 1962"/>
                <a:gd name="T43" fmla="*/ 19 h 3555"/>
                <a:gd name="T44" fmla="*/ 15 w 1962"/>
                <a:gd name="T45" fmla="*/ 18 h 3555"/>
                <a:gd name="T46" fmla="*/ 16 w 1962"/>
                <a:gd name="T47" fmla="*/ 18 h 3555"/>
                <a:gd name="T48" fmla="*/ 16 w 1962"/>
                <a:gd name="T49" fmla="*/ 17 h 3555"/>
                <a:gd name="T50" fmla="*/ 16 w 1962"/>
                <a:gd name="T51" fmla="*/ 16 h 3555"/>
                <a:gd name="T52" fmla="*/ 16 w 1962"/>
                <a:gd name="T53" fmla="*/ 2 h 3555"/>
                <a:gd name="T54" fmla="*/ 16 w 1962"/>
                <a:gd name="T55" fmla="*/ 1 h 3555"/>
                <a:gd name="T56" fmla="*/ 15 w 1962"/>
                <a:gd name="T57" fmla="*/ 1 h 3555"/>
                <a:gd name="T58" fmla="*/ 15 w 1962"/>
                <a:gd name="T59" fmla="*/ 0 h 3555"/>
                <a:gd name="T60" fmla="*/ 15 w 1962"/>
                <a:gd name="T61" fmla="*/ 0 h 3555"/>
                <a:gd name="T62" fmla="*/ 14 w 1962"/>
                <a:gd name="T63" fmla="*/ 0 h 3555"/>
                <a:gd name="T64" fmla="*/ 14 w 1962"/>
                <a:gd name="T65" fmla="*/ 0 h 3555"/>
                <a:gd name="T66" fmla="*/ 13 w 1962"/>
                <a:gd name="T67" fmla="*/ 0 h 3555"/>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962"/>
                <a:gd name="T103" fmla="*/ 0 h 3555"/>
                <a:gd name="T104" fmla="*/ 1962 w 1962"/>
                <a:gd name="T105" fmla="*/ 3555 h 3555"/>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962" h="3555">
                  <a:moveTo>
                    <a:pt x="1594" y="50"/>
                  </a:moveTo>
                  <a:lnTo>
                    <a:pt x="368" y="831"/>
                  </a:lnTo>
                  <a:lnTo>
                    <a:pt x="330" y="858"/>
                  </a:lnTo>
                  <a:lnTo>
                    <a:pt x="294" y="888"/>
                  </a:lnTo>
                  <a:lnTo>
                    <a:pt x="259" y="922"/>
                  </a:lnTo>
                  <a:lnTo>
                    <a:pt x="225" y="961"/>
                  </a:lnTo>
                  <a:lnTo>
                    <a:pt x="193" y="1003"/>
                  </a:lnTo>
                  <a:lnTo>
                    <a:pt x="163" y="1047"/>
                  </a:lnTo>
                  <a:lnTo>
                    <a:pt x="133" y="1094"/>
                  </a:lnTo>
                  <a:lnTo>
                    <a:pt x="108" y="1143"/>
                  </a:lnTo>
                  <a:lnTo>
                    <a:pt x="84" y="1193"/>
                  </a:lnTo>
                  <a:lnTo>
                    <a:pt x="63" y="1246"/>
                  </a:lnTo>
                  <a:lnTo>
                    <a:pt x="44" y="1299"/>
                  </a:lnTo>
                  <a:lnTo>
                    <a:pt x="29" y="1353"/>
                  </a:lnTo>
                  <a:lnTo>
                    <a:pt x="16" y="1405"/>
                  </a:lnTo>
                  <a:lnTo>
                    <a:pt x="7" y="1459"/>
                  </a:lnTo>
                  <a:lnTo>
                    <a:pt x="2" y="1512"/>
                  </a:lnTo>
                  <a:lnTo>
                    <a:pt x="0" y="1565"/>
                  </a:lnTo>
                  <a:lnTo>
                    <a:pt x="0" y="3237"/>
                  </a:lnTo>
                  <a:lnTo>
                    <a:pt x="2" y="3287"/>
                  </a:lnTo>
                  <a:lnTo>
                    <a:pt x="7" y="3333"/>
                  </a:lnTo>
                  <a:lnTo>
                    <a:pt x="16" y="3375"/>
                  </a:lnTo>
                  <a:lnTo>
                    <a:pt x="29" y="3413"/>
                  </a:lnTo>
                  <a:lnTo>
                    <a:pt x="44" y="3447"/>
                  </a:lnTo>
                  <a:lnTo>
                    <a:pt x="63" y="3477"/>
                  </a:lnTo>
                  <a:lnTo>
                    <a:pt x="84" y="3502"/>
                  </a:lnTo>
                  <a:lnTo>
                    <a:pt x="108" y="3522"/>
                  </a:lnTo>
                  <a:lnTo>
                    <a:pt x="133" y="3538"/>
                  </a:lnTo>
                  <a:lnTo>
                    <a:pt x="163" y="3549"/>
                  </a:lnTo>
                  <a:lnTo>
                    <a:pt x="193" y="3555"/>
                  </a:lnTo>
                  <a:lnTo>
                    <a:pt x="225" y="3555"/>
                  </a:lnTo>
                  <a:lnTo>
                    <a:pt x="259" y="3550"/>
                  </a:lnTo>
                  <a:lnTo>
                    <a:pt x="294" y="3541"/>
                  </a:lnTo>
                  <a:lnTo>
                    <a:pt x="330" y="3524"/>
                  </a:lnTo>
                  <a:lnTo>
                    <a:pt x="368" y="3503"/>
                  </a:lnTo>
                  <a:lnTo>
                    <a:pt x="1594" y="2722"/>
                  </a:lnTo>
                  <a:lnTo>
                    <a:pt x="1632" y="2696"/>
                  </a:lnTo>
                  <a:lnTo>
                    <a:pt x="1668" y="2665"/>
                  </a:lnTo>
                  <a:lnTo>
                    <a:pt x="1703" y="2631"/>
                  </a:lnTo>
                  <a:lnTo>
                    <a:pt x="1737" y="2592"/>
                  </a:lnTo>
                  <a:lnTo>
                    <a:pt x="1769" y="2551"/>
                  </a:lnTo>
                  <a:lnTo>
                    <a:pt x="1799" y="2506"/>
                  </a:lnTo>
                  <a:lnTo>
                    <a:pt x="1829" y="2460"/>
                  </a:lnTo>
                  <a:lnTo>
                    <a:pt x="1854" y="2411"/>
                  </a:lnTo>
                  <a:lnTo>
                    <a:pt x="1878" y="2361"/>
                  </a:lnTo>
                  <a:lnTo>
                    <a:pt x="1899" y="2308"/>
                  </a:lnTo>
                  <a:lnTo>
                    <a:pt x="1918" y="2256"/>
                  </a:lnTo>
                  <a:lnTo>
                    <a:pt x="1933" y="2202"/>
                  </a:lnTo>
                  <a:lnTo>
                    <a:pt x="1946" y="2149"/>
                  </a:lnTo>
                  <a:lnTo>
                    <a:pt x="1955" y="2095"/>
                  </a:lnTo>
                  <a:lnTo>
                    <a:pt x="1960" y="2042"/>
                  </a:lnTo>
                  <a:lnTo>
                    <a:pt x="1962" y="1989"/>
                  </a:lnTo>
                  <a:lnTo>
                    <a:pt x="1962" y="319"/>
                  </a:lnTo>
                  <a:lnTo>
                    <a:pt x="1960" y="269"/>
                  </a:lnTo>
                  <a:lnTo>
                    <a:pt x="1955" y="223"/>
                  </a:lnTo>
                  <a:lnTo>
                    <a:pt x="1946" y="180"/>
                  </a:lnTo>
                  <a:lnTo>
                    <a:pt x="1933" y="143"/>
                  </a:lnTo>
                  <a:lnTo>
                    <a:pt x="1918" y="109"/>
                  </a:lnTo>
                  <a:lnTo>
                    <a:pt x="1899" y="79"/>
                  </a:lnTo>
                  <a:lnTo>
                    <a:pt x="1878" y="54"/>
                  </a:lnTo>
                  <a:lnTo>
                    <a:pt x="1854" y="33"/>
                  </a:lnTo>
                  <a:lnTo>
                    <a:pt x="1829" y="17"/>
                  </a:lnTo>
                  <a:lnTo>
                    <a:pt x="1799" y="7"/>
                  </a:lnTo>
                  <a:lnTo>
                    <a:pt x="1769" y="0"/>
                  </a:lnTo>
                  <a:lnTo>
                    <a:pt x="1737" y="0"/>
                  </a:lnTo>
                  <a:lnTo>
                    <a:pt x="1703" y="4"/>
                  </a:lnTo>
                  <a:lnTo>
                    <a:pt x="1668" y="14"/>
                  </a:lnTo>
                  <a:lnTo>
                    <a:pt x="1632" y="29"/>
                  </a:lnTo>
                  <a:lnTo>
                    <a:pt x="1594" y="50"/>
                  </a:lnTo>
                  <a:close/>
                </a:path>
              </a:pathLst>
            </a:custGeom>
            <a:solidFill>
              <a:srgbClr val="E5E5E5"/>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9425" name="Freeform 47"/>
            <p:cNvSpPr>
              <a:spLocks noEditPoints="1"/>
            </p:cNvSpPr>
            <p:nvPr/>
          </p:nvSpPr>
          <p:spPr bwMode="auto">
            <a:xfrm>
              <a:off x="916" y="1589"/>
              <a:ext cx="697" cy="698"/>
            </a:xfrm>
            <a:custGeom>
              <a:avLst/>
              <a:gdLst>
                <a:gd name="T0" fmla="*/ 16 w 3485"/>
                <a:gd name="T1" fmla="*/ 0 h 3490"/>
                <a:gd name="T2" fmla="*/ 17 w 3485"/>
                <a:gd name="T3" fmla="*/ 2 h 3490"/>
                <a:gd name="T4" fmla="*/ 17 w 3485"/>
                <a:gd name="T5" fmla="*/ 3 h 3490"/>
                <a:gd name="T6" fmla="*/ 14 w 3485"/>
                <a:gd name="T7" fmla="*/ 4 h 3490"/>
                <a:gd name="T8" fmla="*/ 12 w 3485"/>
                <a:gd name="T9" fmla="*/ 4 h 3490"/>
                <a:gd name="T10" fmla="*/ 11 w 3485"/>
                <a:gd name="T11" fmla="*/ 2 h 3490"/>
                <a:gd name="T12" fmla="*/ 11 w 3485"/>
                <a:gd name="T13" fmla="*/ 1 h 3490"/>
                <a:gd name="T14" fmla="*/ 14 w 3485"/>
                <a:gd name="T15" fmla="*/ 0 h 3490"/>
                <a:gd name="T16" fmla="*/ 3 w 3485"/>
                <a:gd name="T17" fmla="*/ 7 h 3490"/>
                <a:gd name="T18" fmla="*/ 4 w 3485"/>
                <a:gd name="T19" fmla="*/ 9 h 3490"/>
                <a:gd name="T20" fmla="*/ 3 w 3485"/>
                <a:gd name="T21" fmla="*/ 12 h 3490"/>
                <a:gd name="T22" fmla="*/ 2 w 3485"/>
                <a:gd name="T23" fmla="*/ 13 h 3490"/>
                <a:gd name="T24" fmla="*/ 1 w 3485"/>
                <a:gd name="T25" fmla="*/ 12 h 3490"/>
                <a:gd name="T26" fmla="*/ 0 w 3485"/>
                <a:gd name="T27" fmla="*/ 10 h 3490"/>
                <a:gd name="T28" fmla="*/ 0 w 3485"/>
                <a:gd name="T29" fmla="*/ 8 h 3490"/>
                <a:gd name="T30" fmla="*/ 2 w 3485"/>
                <a:gd name="T31" fmla="*/ 6 h 3490"/>
                <a:gd name="T32" fmla="*/ 10 w 3485"/>
                <a:gd name="T33" fmla="*/ 20 h 3490"/>
                <a:gd name="T34" fmla="*/ 11 w 3485"/>
                <a:gd name="T35" fmla="*/ 22 h 3490"/>
                <a:gd name="T36" fmla="*/ 11 w 3485"/>
                <a:gd name="T37" fmla="*/ 25 h 3490"/>
                <a:gd name="T38" fmla="*/ 10 w 3485"/>
                <a:gd name="T39" fmla="*/ 27 h 3490"/>
                <a:gd name="T40" fmla="*/ 8 w 3485"/>
                <a:gd name="T41" fmla="*/ 26 h 3490"/>
                <a:gd name="T42" fmla="*/ 7 w 3485"/>
                <a:gd name="T43" fmla="*/ 24 h 3490"/>
                <a:gd name="T44" fmla="*/ 7 w 3485"/>
                <a:gd name="T45" fmla="*/ 22 h 3490"/>
                <a:gd name="T46" fmla="*/ 8 w 3485"/>
                <a:gd name="T47" fmla="*/ 20 h 3490"/>
                <a:gd name="T48" fmla="*/ 20 w 3485"/>
                <a:gd name="T49" fmla="*/ 21 h 3490"/>
                <a:gd name="T50" fmla="*/ 21 w 3485"/>
                <a:gd name="T51" fmla="*/ 23 h 3490"/>
                <a:gd name="T52" fmla="*/ 21 w 3485"/>
                <a:gd name="T53" fmla="*/ 26 h 3490"/>
                <a:gd name="T54" fmla="*/ 20 w 3485"/>
                <a:gd name="T55" fmla="*/ 28 h 3490"/>
                <a:gd name="T56" fmla="*/ 18 w 3485"/>
                <a:gd name="T57" fmla="*/ 28 h 3490"/>
                <a:gd name="T58" fmla="*/ 17 w 3485"/>
                <a:gd name="T59" fmla="*/ 26 h 3490"/>
                <a:gd name="T60" fmla="*/ 17 w 3485"/>
                <a:gd name="T61" fmla="*/ 23 h 3490"/>
                <a:gd name="T62" fmla="*/ 18 w 3485"/>
                <a:gd name="T63" fmla="*/ 21 h 3490"/>
                <a:gd name="T64" fmla="*/ 19 w 3485"/>
                <a:gd name="T65" fmla="*/ 11 h 3490"/>
                <a:gd name="T66" fmla="*/ 20 w 3485"/>
                <a:gd name="T67" fmla="*/ 13 h 3490"/>
                <a:gd name="T68" fmla="*/ 21 w 3485"/>
                <a:gd name="T69" fmla="*/ 15 h 3490"/>
                <a:gd name="T70" fmla="*/ 20 w 3485"/>
                <a:gd name="T71" fmla="*/ 17 h 3490"/>
                <a:gd name="T72" fmla="*/ 18 w 3485"/>
                <a:gd name="T73" fmla="*/ 17 h 3490"/>
                <a:gd name="T74" fmla="*/ 17 w 3485"/>
                <a:gd name="T75" fmla="*/ 16 h 3490"/>
                <a:gd name="T76" fmla="*/ 17 w 3485"/>
                <a:gd name="T77" fmla="*/ 13 h 3490"/>
                <a:gd name="T78" fmla="*/ 18 w 3485"/>
                <a:gd name="T79" fmla="*/ 11 h 3490"/>
                <a:gd name="T80" fmla="*/ 26 w 3485"/>
                <a:gd name="T81" fmla="*/ 7 h 3490"/>
                <a:gd name="T82" fmla="*/ 27 w 3485"/>
                <a:gd name="T83" fmla="*/ 8 h 3490"/>
                <a:gd name="T84" fmla="*/ 27 w 3485"/>
                <a:gd name="T85" fmla="*/ 11 h 3490"/>
                <a:gd name="T86" fmla="*/ 26 w 3485"/>
                <a:gd name="T87" fmla="*/ 13 h 3490"/>
                <a:gd name="T88" fmla="*/ 25 w 3485"/>
                <a:gd name="T89" fmla="*/ 13 h 3490"/>
                <a:gd name="T90" fmla="*/ 24 w 3485"/>
                <a:gd name="T91" fmla="*/ 12 h 3490"/>
                <a:gd name="T92" fmla="*/ 24 w 3485"/>
                <a:gd name="T93" fmla="*/ 9 h 3490"/>
                <a:gd name="T94" fmla="*/ 24 w 3485"/>
                <a:gd name="T95" fmla="*/ 7 h 3490"/>
                <a:gd name="T96" fmla="*/ 26 w 3485"/>
                <a:gd name="T97" fmla="*/ 17 h 3490"/>
                <a:gd name="T98" fmla="*/ 27 w 3485"/>
                <a:gd name="T99" fmla="*/ 18 h 3490"/>
                <a:gd name="T100" fmla="*/ 28 w 3485"/>
                <a:gd name="T101" fmla="*/ 21 h 3490"/>
                <a:gd name="T102" fmla="*/ 27 w 3485"/>
                <a:gd name="T103" fmla="*/ 23 h 3490"/>
                <a:gd name="T104" fmla="*/ 26 w 3485"/>
                <a:gd name="T105" fmla="*/ 24 h 3490"/>
                <a:gd name="T106" fmla="*/ 24 w 3485"/>
                <a:gd name="T107" fmla="*/ 23 h 3490"/>
                <a:gd name="T108" fmla="*/ 24 w 3485"/>
                <a:gd name="T109" fmla="*/ 20 h 3490"/>
                <a:gd name="T110" fmla="*/ 25 w 3485"/>
                <a:gd name="T111" fmla="*/ 18 h 3490"/>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w 3485"/>
                <a:gd name="T169" fmla="*/ 0 h 3490"/>
                <a:gd name="T170" fmla="*/ 3485 w 3485"/>
                <a:gd name="T171" fmla="*/ 3490 h 3490"/>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T168" t="T169" r="T170" b="T171"/>
              <a:pathLst>
                <a:path w="3485" h="3490">
                  <a:moveTo>
                    <a:pt x="1754" y="0"/>
                  </a:moveTo>
                  <a:lnTo>
                    <a:pt x="1797" y="2"/>
                  </a:lnTo>
                  <a:lnTo>
                    <a:pt x="1840" y="5"/>
                  </a:lnTo>
                  <a:lnTo>
                    <a:pt x="1881" y="12"/>
                  </a:lnTo>
                  <a:lnTo>
                    <a:pt x="1921" y="20"/>
                  </a:lnTo>
                  <a:lnTo>
                    <a:pt x="1959" y="31"/>
                  </a:lnTo>
                  <a:lnTo>
                    <a:pt x="1994" y="44"/>
                  </a:lnTo>
                  <a:lnTo>
                    <a:pt x="2028" y="59"/>
                  </a:lnTo>
                  <a:lnTo>
                    <a:pt x="2058" y="74"/>
                  </a:lnTo>
                  <a:lnTo>
                    <a:pt x="2086" y="93"/>
                  </a:lnTo>
                  <a:lnTo>
                    <a:pt x="2111" y="113"/>
                  </a:lnTo>
                  <a:lnTo>
                    <a:pt x="2132" y="133"/>
                  </a:lnTo>
                  <a:lnTo>
                    <a:pt x="2151" y="155"/>
                  </a:lnTo>
                  <a:lnTo>
                    <a:pt x="2165" y="179"/>
                  </a:lnTo>
                  <a:lnTo>
                    <a:pt x="2175" y="203"/>
                  </a:lnTo>
                  <a:lnTo>
                    <a:pt x="2182" y="229"/>
                  </a:lnTo>
                  <a:lnTo>
                    <a:pt x="2185" y="255"/>
                  </a:lnTo>
                  <a:lnTo>
                    <a:pt x="2182" y="281"/>
                  </a:lnTo>
                  <a:lnTo>
                    <a:pt x="2175" y="305"/>
                  </a:lnTo>
                  <a:lnTo>
                    <a:pt x="2165" y="330"/>
                  </a:lnTo>
                  <a:lnTo>
                    <a:pt x="2151" y="353"/>
                  </a:lnTo>
                  <a:lnTo>
                    <a:pt x="2132" y="376"/>
                  </a:lnTo>
                  <a:lnTo>
                    <a:pt x="2111" y="397"/>
                  </a:lnTo>
                  <a:lnTo>
                    <a:pt x="2086" y="417"/>
                  </a:lnTo>
                  <a:lnTo>
                    <a:pt x="2058" y="434"/>
                  </a:lnTo>
                  <a:lnTo>
                    <a:pt x="2028" y="451"/>
                  </a:lnTo>
                  <a:lnTo>
                    <a:pt x="1994" y="466"/>
                  </a:lnTo>
                  <a:lnTo>
                    <a:pt x="1959" y="479"/>
                  </a:lnTo>
                  <a:lnTo>
                    <a:pt x="1921" y="489"/>
                  </a:lnTo>
                  <a:lnTo>
                    <a:pt x="1881" y="498"/>
                  </a:lnTo>
                  <a:lnTo>
                    <a:pt x="1840" y="505"/>
                  </a:lnTo>
                  <a:lnTo>
                    <a:pt x="1797" y="508"/>
                  </a:lnTo>
                  <a:lnTo>
                    <a:pt x="1754" y="509"/>
                  </a:lnTo>
                  <a:lnTo>
                    <a:pt x="1710" y="508"/>
                  </a:lnTo>
                  <a:lnTo>
                    <a:pt x="1667" y="505"/>
                  </a:lnTo>
                  <a:lnTo>
                    <a:pt x="1626" y="498"/>
                  </a:lnTo>
                  <a:lnTo>
                    <a:pt x="1586" y="489"/>
                  </a:lnTo>
                  <a:lnTo>
                    <a:pt x="1548" y="479"/>
                  </a:lnTo>
                  <a:lnTo>
                    <a:pt x="1512" y="466"/>
                  </a:lnTo>
                  <a:lnTo>
                    <a:pt x="1479" y="451"/>
                  </a:lnTo>
                  <a:lnTo>
                    <a:pt x="1449" y="434"/>
                  </a:lnTo>
                  <a:lnTo>
                    <a:pt x="1421" y="417"/>
                  </a:lnTo>
                  <a:lnTo>
                    <a:pt x="1395" y="397"/>
                  </a:lnTo>
                  <a:lnTo>
                    <a:pt x="1374" y="376"/>
                  </a:lnTo>
                  <a:lnTo>
                    <a:pt x="1355" y="353"/>
                  </a:lnTo>
                  <a:lnTo>
                    <a:pt x="1341" y="330"/>
                  </a:lnTo>
                  <a:lnTo>
                    <a:pt x="1331" y="305"/>
                  </a:lnTo>
                  <a:lnTo>
                    <a:pt x="1324" y="281"/>
                  </a:lnTo>
                  <a:lnTo>
                    <a:pt x="1321" y="255"/>
                  </a:lnTo>
                  <a:lnTo>
                    <a:pt x="1324" y="229"/>
                  </a:lnTo>
                  <a:lnTo>
                    <a:pt x="1331" y="203"/>
                  </a:lnTo>
                  <a:lnTo>
                    <a:pt x="1341" y="179"/>
                  </a:lnTo>
                  <a:lnTo>
                    <a:pt x="1355" y="155"/>
                  </a:lnTo>
                  <a:lnTo>
                    <a:pt x="1374" y="133"/>
                  </a:lnTo>
                  <a:lnTo>
                    <a:pt x="1395" y="113"/>
                  </a:lnTo>
                  <a:lnTo>
                    <a:pt x="1421" y="93"/>
                  </a:lnTo>
                  <a:lnTo>
                    <a:pt x="1449" y="74"/>
                  </a:lnTo>
                  <a:lnTo>
                    <a:pt x="1479" y="59"/>
                  </a:lnTo>
                  <a:lnTo>
                    <a:pt x="1512" y="44"/>
                  </a:lnTo>
                  <a:lnTo>
                    <a:pt x="1548" y="31"/>
                  </a:lnTo>
                  <a:lnTo>
                    <a:pt x="1586" y="20"/>
                  </a:lnTo>
                  <a:lnTo>
                    <a:pt x="1626" y="12"/>
                  </a:lnTo>
                  <a:lnTo>
                    <a:pt x="1667" y="5"/>
                  </a:lnTo>
                  <a:lnTo>
                    <a:pt x="1710" y="2"/>
                  </a:lnTo>
                  <a:lnTo>
                    <a:pt x="1754" y="0"/>
                  </a:lnTo>
                  <a:close/>
                  <a:moveTo>
                    <a:pt x="239" y="786"/>
                  </a:moveTo>
                  <a:lnTo>
                    <a:pt x="263" y="788"/>
                  </a:lnTo>
                  <a:lnTo>
                    <a:pt x="287" y="794"/>
                  </a:lnTo>
                  <a:lnTo>
                    <a:pt x="309" y="805"/>
                  </a:lnTo>
                  <a:lnTo>
                    <a:pt x="331" y="819"/>
                  </a:lnTo>
                  <a:lnTo>
                    <a:pt x="352" y="836"/>
                  </a:lnTo>
                  <a:lnTo>
                    <a:pt x="372" y="857"/>
                  </a:lnTo>
                  <a:lnTo>
                    <a:pt x="390" y="882"/>
                  </a:lnTo>
                  <a:lnTo>
                    <a:pt x="407" y="909"/>
                  </a:lnTo>
                  <a:lnTo>
                    <a:pt x="423" y="940"/>
                  </a:lnTo>
                  <a:lnTo>
                    <a:pt x="437" y="971"/>
                  </a:lnTo>
                  <a:lnTo>
                    <a:pt x="448" y="1006"/>
                  </a:lnTo>
                  <a:lnTo>
                    <a:pt x="459" y="1043"/>
                  </a:lnTo>
                  <a:lnTo>
                    <a:pt x="467" y="1081"/>
                  </a:lnTo>
                  <a:lnTo>
                    <a:pt x="473" y="1121"/>
                  </a:lnTo>
                  <a:lnTo>
                    <a:pt x="476" y="1163"/>
                  </a:lnTo>
                  <a:lnTo>
                    <a:pt x="478" y="1206"/>
                  </a:lnTo>
                  <a:lnTo>
                    <a:pt x="476" y="1248"/>
                  </a:lnTo>
                  <a:lnTo>
                    <a:pt x="473" y="1290"/>
                  </a:lnTo>
                  <a:lnTo>
                    <a:pt x="467" y="1330"/>
                  </a:lnTo>
                  <a:lnTo>
                    <a:pt x="459" y="1367"/>
                  </a:lnTo>
                  <a:lnTo>
                    <a:pt x="448" y="1405"/>
                  </a:lnTo>
                  <a:lnTo>
                    <a:pt x="437" y="1439"/>
                  </a:lnTo>
                  <a:lnTo>
                    <a:pt x="423" y="1472"/>
                  </a:lnTo>
                  <a:lnTo>
                    <a:pt x="407" y="1501"/>
                  </a:lnTo>
                  <a:lnTo>
                    <a:pt x="390" y="1528"/>
                  </a:lnTo>
                  <a:lnTo>
                    <a:pt x="372" y="1553"/>
                  </a:lnTo>
                  <a:lnTo>
                    <a:pt x="352" y="1574"/>
                  </a:lnTo>
                  <a:lnTo>
                    <a:pt x="331" y="1591"/>
                  </a:lnTo>
                  <a:lnTo>
                    <a:pt x="309" y="1605"/>
                  </a:lnTo>
                  <a:lnTo>
                    <a:pt x="287" y="1616"/>
                  </a:lnTo>
                  <a:lnTo>
                    <a:pt x="263" y="1622"/>
                  </a:lnTo>
                  <a:lnTo>
                    <a:pt x="239" y="1624"/>
                  </a:lnTo>
                  <a:lnTo>
                    <a:pt x="214" y="1622"/>
                  </a:lnTo>
                  <a:lnTo>
                    <a:pt x="191" y="1616"/>
                  </a:lnTo>
                  <a:lnTo>
                    <a:pt x="168" y="1605"/>
                  </a:lnTo>
                  <a:lnTo>
                    <a:pt x="146" y="1591"/>
                  </a:lnTo>
                  <a:lnTo>
                    <a:pt x="125" y="1574"/>
                  </a:lnTo>
                  <a:lnTo>
                    <a:pt x="105" y="1553"/>
                  </a:lnTo>
                  <a:lnTo>
                    <a:pt x="87" y="1528"/>
                  </a:lnTo>
                  <a:lnTo>
                    <a:pt x="70" y="1501"/>
                  </a:lnTo>
                  <a:lnTo>
                    <a:pt x="55" y="1472"/>
                  </a:lnTo>
                  <a:lnTo>
                    <a:pt x="41" y="1439"/>
                  </a:lnTo>
                  <a:lnTo>
                    <a:pt x="29" y="1405"/>
                  </a:lnTo>
                  <a:lnTo>
                    <a:pt x="18" y="1367"/>
                  </a:lnTo>
                  <a:lnTo>
                    <a:pt x="10" y="1330"/>
                  </a:lnTo>
                  <a:lnTo>
                    <a:pt x="4" y="1290"/>
                  </a:lnTo>
                  <a:lnTo>
                    <a:pt x="1" y="1248"/>
                  </a:lnTo>
                  <a:lnTo>
                    <a:pt x="0" y="1206"/>
                  </a:lnTo>
                  <a:lnTo>
                    <a:pt x="1" y="1163"/>
                  </a:lnTo>
                  <a:lnTo>
                    <a:pt x="4" y="1121"/>
                  </a:lnTo>
                  <a:lnTo>
                    <a:pt x="10" y="1081"/>
                  </a:lnTo>
                  <a:lnTo>
                    <a:pt x="18" y="1043"/>
                  </a:lnTo>
                  <a:lnTo>
                    <a:pt x="29" y="1006"/>
                  </a:lnTo>
                  <a:lnTo>
                    <a:pt x="41" y="971"/>
                  </a:lnTo>
                  <a:lnTo>
                    <a:pt x="55" y="940"/>
                  </a:lnTo>
                  <a:lnTo>
                    <a:pt x="70" y="909"/>
                  </a:lnTo>
                  <a:lnTo>
                    <a:pt x="87" y="882"/>
                  </a:lnTo>
                  <a:lnTo>
                    <a:pt x="105" y="857"/>
                  </a:lnTo>
                  <a:lnTo>
                    <a:pt x="125" y="836"/>
                  </a:lnTo>
                  <a:lnTo>
                    <a:pt x="146" y="819"/>
                  </a:lnTo>
                  <a:lnTo>
                    <a:pt x="168" y="805"/>
                  </a:lnTo>
                  <a:lnTo>
                    <a:pt x="191" y="794"/>
                  </a:lnTo>
                  <a:lnTo>
                    <a:pt x="214" y="788"/>
                  </a:lnTo>
                  <a:lnTo>
                    <a:pt x="239" y="786"/>
                  </a:lnTo>
                  <a:close/>
                  <a:moveTo>
                    <a:pt x="1119" y="2495"/>
                  </a:moveTo>
                  <a:lnTo>
                    <a:pt x="1143" y="2498"/>
                  </a:lnTo>
                  <a:lnTo>
                    <a:pt x="1167" y="2504"/>
                  </a:lnTo>
                  <a:lnTo>
                    <a:pt x="1190" y="2514"/>
                  </a:lnTo>
                  <a:lnTo>
                    <a:pt x="1211" y="2528"/>
                  </a:lnTo>
                  <a:lnTo>
                    <a:pt x="1232" y="2546"/>
                  </a:lnTo>
                  <a:lnTo>
                    <a:pt x="1252" y="2567"/>
                  </a:lnTo>
                  <a:lnTo>
                    <a:pt x="1271" y="2592"/>
                  </a:lnTo>
                  <a:lnTo>
                    <a:pt x="1288" y="2618"/>
                  </a:lnTo>
                  <a:lnTo>
                    <a:pt x="1304" y="2648"/>
                  </a:lnTo>
                  <a:lnTo>
                    <a:pt x="1318" y="2681"/>
                  </a:lnTo>
                  <a:lnTo>
                    <a:pt x="1329" y="2715"/>
                  </a:lnTo>
                  <a:lnTo>
                    <a:pt x="1340" y="2752"/>
                  </a:lnTo>
                  <a:lnTo>
                    <a:pt x="1348" y="2790"/>
                  </a:lnTo>
                  <a:lnTo>
                    <a:pt x="1354" y="2830"/>
                  </a:lnTo>
                  <a:lnTo>
                    <a:pt x="1358" y="2872"/>
                  </a:lnTo>
                  <a:lnTo>
                    <a:pt x="1359" y="2914"/>
                  </a:lnTo>
                  <a:lnTo>
                    <a:pt x="1358" y="2956"/>
                  </a:lnTo>
                  <a:lnTo>
                    <a:pt x="1354" y="2998"/>
                  </a:lnTo>
                  <a:lnTo>
                    <a:pt x="1348" y="3038"/>
                  </a:lnTo>
                  <a:lnTo>
                    <a:pt x="1340" y="3077"/>
                  </a:lnTo>
                  <a:lnTo>
                    <a:pt x="1329" y="3113"/>
                  </a:lnTo>
                  <a:lnTo>
                    <a:pt x="1318" y="3147"/>
                  </a:lnTo>
                  <a:lnTo>
                    <a:pt x="1304" y="3180"/>
                  </a:lnTo>
                  <a:lnTo>
                    <a:pt x="1288" y="3209"/>
                  </a:lnTo>
                  <a:lnTo>
                    <a:pt x="1271" y="3238"/>
                  </a:lnTo>
                  <a:lnTo>
                    <a:pt x="1252" y="3261"/>
                  </a:lnTo>
                  <a:lnTo>
                    <a:pt x="1232" y="3282"/>
                  </a:lnTo>
                  <a:lnTo>
                    <a:pt x="1211" y="3301"/>
                  </a:lnTo>
                  <a:lnTo>
                    <a:pt x="1190" y="3315"/>
                  </a:lnTo>
                  <a:lnTo>
                    <a:pt x="1167" y="3325"/>
                  </a:lnTo>
                  <a:lnTo>
                    <a:pt x="1143" y="3331"/>
                  </a:lnTo>
                  <a:lnTo>
                    <a:pt x="1119" y="3334"/>
                  </a:lnTo>
                  <a:lnTo>
                    <a:pt x="1094" y="3331"/>
                  </a:lnTo>
                  <a:lnTo>
                    <a:pt x="1070" y="3325"/>
                  </a:lnTo>
                  <a:lnTo>
                    <a:pt x="1048" y="3315"/>
                  </a:lnTo>
                  <a:lnTo>
                    <a:pt x="1026" y="3301"/>
                  </a:lnTo>
                  <a:lnTo>
                    <a:pt x="1005" y="3282"/>
                  </a:lnTo>
                  <a:lnTo>
                    <a:pt x="985" y="3261"/>
                  </a:lnTo>
                  <a:lnTo>
                    <a:pt x="967" y="3238"/>
                  </a:lnTo>
                  <a:lnTo>
                    <a:pt x="950" y="3209"/>
                  </a:lnTo>
                  <a:lnTo>
                    <a:pt x="935" y="3180"/>
                  </a:lnTo>
                  <a:lnTo>
                    <a:pt x="921" y="3147"/>
                  </a:lnTo>
                  <a:lnTo>
                    <a:pt x="909" y="3113"/>
                  </a:lnTo>
                  <a:lnTo>
                    <a:pt x="898" y="3077"/>
                  </a:lnTo>
                  <a:lnTo>
                    <a:pt x="890" y="3038"/>
                  </a:lnTo>
                  <a:lnTo>
                    <a:pt x="884" y="2998"/>
                  </a:lnTo>
                  <a:lnTo>
                    <a:pt x="881" y="2956"/>
                  </a:lnTo>
                  <a:lnTo>
                    <a:pt x="880" y="2914"/>
                  </a:lnTo>
                  <a:lnTo>
                    <a:pt x="881" y="2872"/>
                  </a:lnTo>
                  <a:lnTo>
                    <a:pt x="884" y="2830"/>
                  </a:lnTo>
                  <a:lnTo>
                    <a:pt x="890" y="2790"/>
                  </a:lnTo>
                  <a:lnTo>
                    <a:pt x="898" y="2752"/>
                  </a:lnTo>
                  <a:lnTo>
                    <a:pt x="909" y="2715"/>
                  </a:lnTo>
                  <a:lnTo>
                    <a:pt x="921" y="2681"/>
                  </a:lnTo>
                  <a:lnTo>
                    <a:pt x="935" y="2648"/>
                  </a:lnTo>
                  <a:lnTo>
                    <a:pt x="950" y="2618"/>
                  </a:lnTo>
                  <a:lnTo>
                    <a:pt x="967" y="2592"/>
                  </a:lnTo>
                  <a:lnTo>
                    <a:pt x="985" y="2567"/>
                  </a:lnTo>
                  <a:lnTo>
                    <a:pt x="1005" y="2546"/>
                  </a:lnTo>
                  <a:lnTo>
                    <a:pt x="1026" y="2528"/>
                  </a:lnTo>
                  <a:lnTo>
                    <a:pt x="1048" y="2514"/>
                  </a:lnTo>
                  <a:lnTo>
                    <a:pt x="1070" y="2504"/>
                  </a:lnTo>
                  <a:lnTo>
                    <a:pt x="1094" y="2498"/>
                  </a:lnTo>
                  <a:lnTo>
                    <a:pt x="1119" y="2495"/>
                  </a:lnTo>
                  <a:close/>
                  <a:moveTo>
                    <a:pt x="2380" y="2651"/>
                  </a:moveTo>
                  <a:lnTo>
                    <a:pt x="2405" y="2654"/>
                  </a:lnTo>
                  <a:lnTo>
                    <a:pt x="2428" y="2660"/>
                  </a:lnTo>
                  <a:lnTo>
                    <a:pt x="2452" y="2670"/>
                  </a:lnTo>
                  <a:lnTo>
                    <a:pt x="2473" y="2684"/>
                  </a:lnTo>
                  <a:lnTo>
                    <a:pt x="2494" y="2703"/>
                  </a:lnTo>
                  <a:lnTo>
                    <a:pt x="2514" y="2724"/>
                  </a:lnTo>
                  <a:lnTo>
                    <a:pt x="2533" y="2747"/>
                  </a:lnTo>
                  <a:lnTo>
                    <a:pt x="2550" y="2774"/>
                  </a:lnTo>
                  <a:lnTo>
                    <a:pt x="2565" y="2805"/>
                  </a:lnTo>
                  <a:lnTo>
                    <a:pt x="2580" y="2838"/>
                  </a:lnTo>
                  <a:lnTo>
                    <a:pt x="2591" y="2872"/>
                  </a:lnTo>
                  <a:lnTo>
                    <a:pt x="2602" y="2908"/>
                  </a:lnTo>
                  <a:lnTo>
                    <a:pt x="2610" y="2947"/>
                  </a:lnTo>
                  <a:lnTo>
                    <a:pt x="2616" y="2987"/>
                  </a:lnTo>
                  <a:lnTo>
                    <a:pt x="2619" y="3029"/>
                  </a:lnTo>
                  <a:lnTo>
                    <a:pt x="2621" y="3071"/>
                  </a:lnTo>
                  <a:lnTo>
                    <a:pt x="2619" y="3113"/>
                  </a:lnTo>
                  <a:lnTo>
                    <a:pt x="2616" y="3155"/>
                  </a:lnTo>
                  <a:lnTo>
                    <a:pt x="2610" y="3195"/>
                  </a:lnTo>
                  <a:lnTo>
                    <a:pt x="2602" y="3233"/>
                  </a:lnTo>
                  <a:lnTo>
                    <a:pt x="2591" y="3270"/>
                  </a:lnTo>
                  <a:lnTo>
                    <a:pt x="2580" y="3304"/>
                  </a:lnTo>
                  <a:lnTo>
                    <a:pt x="2565" y="3337"/>
                  </a:lnTo>
                  <a:lnTo>
                    <a:pt x="2550" y="3367"/>
                  </a:lnTo>
                  <a:lnTo>
                    <a:pt x="2533" y="3393"/>
                  </a:lnTo>
                  <a:lnTo>
                    <a:pt x="2514" y="3418"/>
                  </a:lnTo>
                  <a:lnTo>
                    <a:pt x="2494" y="3439"/>
                  </a:lnTo>
                  <a:lnTo>
                    <a:pt x="2473" y="3457"/>
                  </a:lnTo>
                  <a:lnTo>
                    <a:pt x="2452" y="3471"/>
                  </a:lnTo>
                  <a:lnTo>
                    <a:pt x="2428" y="3481"/>
                  </a:lnTo>
                  <a:lnTo>
                    <a:pt x="2405" y="3487"/>
                  </a:lnTo>
                  <a:lnTo>
                    <a:pt x="2380" y="3490"/>
                  </a:lnTo>
                  <a:lnTo>
                    <a:pt x="2356" y="3487"/>
                  </a:lnTo>
                  <a:lnTo>
                    <a:pt x="2332" y="3481"/>
                  </a:lnTo>
                  <a:lnTo>
                    <a:pt x="2310" y="3471"/>
                  </a:lnTo>
                  <a:lnTo>
                    <a:pt x="2288" y="3457"/>
                  </a:lnTo>
                  <a:lnTo>
                    <a:pt x="2267" y="3439"/>
                  </a:lnTo>
                  <a:lnTo>
                    <a:pt x="2248" y="3418"/>
                  </a:lnTo>
                  <a:lnTo>
                    <a:pt x="2229" y="3393"/>
                  </a:lnTo>
                  <a:lnTo>
                    <a:pt x="2212" y="3367"/>
                  </a:lnTo>
                  <a:lnTo>
                    <a:pt x="2196" y="3337"/>
                  </a:lnTo>
                  <a:lnTo>
                    <a:pt x="2182" y="3304"/>
                  </a:lnTo>
                  <a:lnTo>
                    <a:pt x="2171" y="3270"/>
                  </a:lnTo>
                  <a:lnTo>
                    <a:pt x="2160" y="3233"/>
                  </a:lnTo>
                  <a:lnTo>
                    <a:pt x="2152" y="3195"/>
                  </a:lnTo>
                  <a:lnTo>
                    <a:pt x="2146" y="3155"/>
                  </a:lnTo>
                  <a:lnTo>
                    <a:pt x="2142" y="3113"/>
                  </a:lnTo>
                  <a:lnTo>
                    <a:pt x="2141" y="3071"/>
                  </a:lnTo>
                  <a:lnTo>
                    <a:pt x="2142" y="3029"/>
                  </a:lnTo>
                  <a:lnTo>
                    <a:pt x="2146" y="2987"/>
                  </a:lnTo>
                  <a:lnTo>
                    <a:pt x="2152" y="2947"/>
                  </a:lnTo>
                  <a:lnTo>
                    <a:pt x="2160" y="2908"/>
                  </a:lnTo>
                  <a:lnTo>
                    <a:pt x="2171" y="2872"/>
                  </a:lnTo>
                  <a:lnTo>
                    <a:pt x="2182" y="2838"/>
                  </a:lnTo>
                  <a:lnTo>
                    <a:pt x="2196" y="2805"/>
                  </a:lnTo>
                  <a:lnTo>
                    <a:pt x="2212" y="2774"/>
                  </a:lnTo>
                  <a:lnTo>
                    <a:pt x="2229" y="2747"/>
                  </a:lnTo>
                  <a:lnTo>
                    <a:pt x="2248" y="2724"/>
                  </a:lnTo>
                  <a:lnTo>
                    <a:pt x="2267" y="2703"/>
                  </a:lnTo>
                  <a:lnTo>
                    <a:pt x="2288" y="2684"/>
                  </a:lnTo>
                  <a:lnTo>
                    <a:pt x="2310" y="2670"/>
                  </a:lnTo>
                  <a:lnTo>
                    <a:pt x="2332" y="2660"/>
                  </a:lnTo>
                  <a:lnTo>
                    <a:pt x="2356" y="2654"/>
                  </a:lnTo>
                  <a:lnTo>
                    <a:pt x="2380" y="2651"/>
                  </a:lnTo>
                  <a:close/>
                  <a:moveTo>
                    <a:pt x="2342" y="1355"/>
                  </a:moveTo>
                  <a:lnTo>
                    <a:pt x="2366" y="1357"/>
                  </a:lnTo>
                  <a:lnTo>
                    <a:pt x="2390" y="1363"/>
                  </a:lnTo>
                  <a:lnTo>
                    <a:pt x="2412" y="1373"/>
                  </a:lnTo>
                  <a:lnTo>
                    <a:pt x="2434" y="1387"/>
                  </a:lnTo>
                  <a:lnTo>
                    <a:pt x="2455" y="1405"/>
                  </a:lnTo>
                  <a:lnTo>
                    <a:pt x="2475" y="1426"/>
                  </a:lnTo>
                  <a:lnTo>
                    <a:pt x="2493" y="1451"/>
                  </a:lnTo>
                  <a:lnTo>
                    <a:pt x="2510" y="1478"/>
                  </a:lnTo>
                  <a:lnTo>
                    <a:pt x="2526" y="1507"/>
                  </a:lnTo>
                  <a:lnTo>
                    <a:pt x="2540" y="1540"/>
                  </a:lnTo>
                  <a:lnTo>
                    <a:pt x="2551" y="1574"/>
                  </a:lnTo>
                  <a:lnTo>
                    <a:pt x="2562" y="1611"/>
                  </a:lnTo>
                  <a:lnTo>
                    <a:pt x="2570" y="1649"/>
                  </a:lnTo>
                  <a:lnTo>
                    <a:pt x="2576" y="1689"/>
                  </a:lnTo>
                  <a:lnTo>
                    <a:pt x="2580" y="1731"/>
                  </a:lnTo>
                  <a:lnTo>
                    <a:pt x="2581" y="1773"/>
                  </a:lnTo>
                  <a:lnTo>
                    <a:pt x="2580" y="1815"/>
                  </a:lnTo>
                  <a:lnTo>
                    <a:pt x="2576" y="1858"/>
                  </a:lnTo>
                  <a:lnTo>
                    <a:pt x="2570" y="1897"/>
                  </a:lnTo>
                  <a:lnTo>
                    <a:pt x="2562" y="1936"/>
                  </a:lnTo>
                  <a:lnTo>
                    <a:pt x="2551" y="1972"/>
                  </a:lnTo>
                  <a:lnTo>
                    <a:pt x="2540" y="2008"/>
                  </a:lnTo>
                  <a:lnTo>
                    <a:pt x="2526" y="2039"/>
                  </a:lnTo>
                  <a:lnTo>
                    <a:pt x="2510" y="2070"/>
                  </a:lnTo>
                  <a:lnTo>
                    <a:pt x="2493" y="2097"/>
                  </a:lnTo>
                  <a:lnTo>
                    <a:pt x="2475" y="2121"/>
                  </a:lnTo>
                  <a:lnTo>
                    <a:pt x="2455" y="2142"/>
                  </a:lnTo>
                  <a:lnTo>
                    <a:pt x="2434" y="2160"/>
                  </a:lnTo>
                  <a:lnTo>
                    <a:pt x="2412" y="2174"/>
                  </a:lnTo>
                  <a:lnTo>
                    <a:pt x="2390" y="2185"/>
                  </a:lnTo>
                  <a:lnTo>
                    <a:pt x="2366" y="2191"/>
                  </a:lnTo>
                  <a:lnTo>
                    <a:pt x="2342" y="2193"/>
                  </a:lnTo>
                  <a:lnTo>
                    <a:pt x="2317" y="2191"/>
                  </a:lnTo>
                  <a:lnTo>
                    <a:pt x="2294" y="2185"/>
                  </a:lnTo>
                  <a:lnTo>
                    <a:pt x="2270" y="2174"/>
                  </a:lnTo>
                  <a:lnTo>
                    <a:pt x="2249" y="2160"/>
                  </a:lnTo>
                  <a:lnTo>
                    <a:pt x="2228" y="2142"/>
                  </a:lnTo>
                  <a:lnTo>
                    <a:pt x="2208" y="2121"/>
                  </a:lnTo>
                  <a:lnTo>
                    <a:pt x="2189" y="2097"/>
                  </a:lnTo>
                  <a:lnTo>
                    <a:pt x="2173" y="2070"/>
                  </a:lnTo>
                  <a:lnTo>
                    <a:pt x="2157" y="2039"/>
                  </a:lnTo>
                  <a:lnTo>
                    <a:pt x="2142" y="2008"/>
                  </a:lnTo>
                  <a:lnTo>
                    <a:pt x="2131" y="1972"/>
                  </a:lnTo>
                  <a:lnTo>
                    <a:pt x="2120" y="1936"/>
                  </a:lnTo>
                  <a:lnTo>
                    <a:pt x="2112" y="1897"/>
                  </a:lnTo>
                  <a:lnTo>
                    <a:pt x="2106" y="1858"/>
                  </a:lnTo>
                  <a:lnTo>
                    <a:pt x="2103" y="1815"/>
                  </a:lnTo>
                  <a:lnTo>
                    <a:pt x="2101" y="1773"/>
                  </a:lnTo>
                  <a:lnTo>
                    <a:pt x="2103" y="1731"/>
                  </a:lnTo>
                  <a:lnTo>
                    <a:pt x="2106" y="1689"/>
                  </a:lnTo>
                  <a:lnTo>
                    <a:pt x="2112" y="1649"/>
                  </a:lnTo>
                  <a:lnTo>
                    <a:pt x="2120" y="1611"/>
                  </a:lnTo>
                  <a:lnTo>
                    <a:pt x="2131" y="1574"/>
                  </a:lnTo>
                  <a:lnTo>
                    <a:pt x="2142" y="1540"/>
                  </a:lnTo>
                  <a:lnTo>
                    <a:pt x="2157" y="1507"/>
                  </a:lnTo>
                  <a:lnTo>
                    <a:pt x="2173" y="1478"/>
                  </a:lnTo>
                  <a:lnTo>
                    <a:pt x="2189" y="1451"/>
                  </a:lnTo>
                  <a:lnTo>
                    <a:pt x="2208" y="1426"/>
                  </a:lnTo>
                  <a:lnTo>
                    <a:pt x="2228" y="1405"/>
                  </a:lnTo>
                  <a:lnTo>
                    <a:pt x="2249" y="1387"/>
                  </a:lnTo>
                  <a:lnTo>
                    <a:pt x="2270" y="1373"/>
                  </a:lnTo>
                  <a:lnTo>
                    <a:pt x="2294" y="1363"/>
                  </a:lnTo>
                  <a:lnTo>
                    <a:pt x="2317" y="1357"/>
                  </a:lnTo>
                  <a:lnTo>
                    <a:pt x="2342" y="1355"/>
                  </a:lnTo>
                  <a:close/>
                  <a:moveTo>
                    <a:pt x="3179" y="819"/>
                  </a:moveTo>
                  <a:lnTo>
                    <a:pt x="3204" y="821"/>
                  </a:lnTo>
                  <a:lnTo>
                    <a:pt x="3227" y="827"/>
                  </a:lnTo>
                  <a:lnTo>
                    <a:pt x="3250" y="838"/>
                  </a:lnTo>
                  <a:lnTo>
                    <a:pt x="3272" y="852"/>
                  </a:lnTo>
                  <a:lnTo>
                    <a:pt x="3293" y="869"/>
                  </a:lnTo>
                  <a:lnTo>
                    <a:pt x="3312" y="890"/>
                  </a:lnTo>
                  <a:lnTo>
                    <a:pt x="3331" y="915"/>
                  </a:lnTo>
                  <a:lnTo>
                    <a:pt x="3348" y="942"/>
                  </a:lnTo>
                  <a:lnTo>
                    <a:pt x="3363" y="971"/>
                  </a:lnTo>
                  <a:lnTo>
                    <a:pt x="3377" y="1004"/>
                  </a:lnTo>
                  <a:lnTo>
                    <a:pt x="3389" y="1038"/>
                  </a:lnTo>
                  <a:lnTo>
                    <a:pt x="3400" y="1076"/>
                  </a:lnTo>
                  <a:lnTo>
                    <a:pt x="3408" y="1113"/>
                  </a:lnTo>
                  <a:lnTo>
                    <a:pt x="3414" y="1153"/>
                  </a:lnTo>
                  <a:lnTo>
                    <a:pt x="3417" y="1195"/>
                  </a:lnTo>
                  <a:lnTo>
                    <a:pt x="3418" y="1237"/>
                  </a:lnTo>
                  <a:lnTo>
                    <a:pt x="3417" y="1280"/>
                  </a:lnTo>
                  <a:lnTo>
                    <a:pt x="3414" y="1322"/>
                  </a:lnTo>
                  <a:lnTo>
                    <a:pt x="3408" y="1362"/>
                  </a:lnTo>
                  <a:lnTo>
                    <a:pt x="3400" y="1399"/>
                  </a:lnTo>
                  <a:lnTo>
                    <a:pt x="3389" y="1437"/>
                  </a:lnTo>
                  <a:lnTo>
                    <a:pt x="3377" y="1471"/>
                  </a:lnTo>
                  <a:lnTo>
                    <a:pt x="3363" y="1503"/>
                  </a:lnTo>
                  <a:lnTo>
                    <a:pt x="3348" y="1533"/>
                  </a:lnTo>
                  <a:lnTo>
                    <a:pt x="3331" y="1560"/>
                  </a:lnTo>
                  <a:lnTo>
                    <a:pt x="3312" y="1584"/>
                  </a:lnTo>
                  <a:lnTo>
                    <a:pt x="3293" y="1605"/>
                  </a:lnTo>
                  <a:lnTo>
                    <a:pt x="3272" y="1623"/>
                  </a:lnTo>
                  <a:lnTo>
                    <a:pt x="3250" y="1637"/>
                  </a:lnTo>
                  <a:lnTo>
                    <a:pt x="3227" y="1648"/>
                  </a:lnTo>
                  <a:lnTo>
                    <a:pt x="3204" y="1654"/>
                  </a:lnTo>
                  <a:lnTo>
                    <a:pt x="3179" y="1656"/>
                  </a:lnTo>
                  <a:lnTo>
                    <a:pt x="3155" y="1654"/>
                  </a:lnTo>
                  <a:lnTo>
                    <a:pt x="3131" y="1648"/>
                  </a:lnTo>
                  <a:lnTo>
                    <a:pt x="3108" y="1637"/>
                  </a:lnTo>
                  <a:lnTo>
                    <a:pt x="3087" y="1623"/>
                  </a:lnTo>
                  <a:lnTo>
                    <a:pt x="3066" y="1605"/>
                  </a:lnTo>
                  <a:lnTo>
                    <a:pt x="3046" y="1584"/>
                  </a:lnTo>
                  <a:lnTo>
                    <a:pt x="3027" y="1560"/>
                  </a:lnTo>
                  <a:lnTo>
                    <a:pt x="3011" y="1533"/>
                  </a:lnTo>
                  <a:lnTo>
                    <a:pt x="2994" y="1503"/>
                  </a:lnTo>
                  <a:lnTo>
                    <a:pt x="2980" y="1471"/>
                  </a:lnTo>
                  <a:lnTo>
                    <a:pt x="2968" y="1437"/>
                  </a:lnTo>
                  <a:lnTo>
                    <a:pt x="2958" y="1399"/>
                  </a:lnTo>
                  <a:lnTo>
                    <a:pt x="2950" y="1362"/>
                  </a:lnTo>
                  <a:lnTo>
                    <a:pt x="2944" y="1322"/>
                  </a:lnTo>
                  <a:lnTo>
                    <a:pt x="2940" y="1280"/>
                  </a:lnTo>
                  <a:lnTo>
                    <a:pt x="2939" y="1237"/>
                  </a:lnTo>
                  <a:lnTo>
                    <a:pt x="2940" y="1195"/>
                  </a:lnTo>
                  <a:lnTo>
                    <a:pt x="2944" y="1153"/>
                  </a:lnTo>
                  <a:lnTo>
                    <a:pt x="2950" y="1113"/>
                  </a:lnTo>
                  <a:lnTo>
                    <a:pt x="2958" y="1076"/>
                  </a:lnTo>
                  <a:lnTo>
                    <a:pt x="2968" y="1038"/>
                  </a:lnTo>
                  <a:lnTo>
                    <a:pt x="2980" y="1004"/>
                  </a:lnTo>
                  <a:lnTo>
                    <a:pt x="2994" y="971"/>
                  </a:lnTo>
                  <a:lnTo>
                    <a:pt x="3011" y="942"/>
                  </a:lnTo>
                  <a:lnTo>
                    <a:pt x="3027" y="915"/>
                  </a:lnTo>
                  <a:lnTo>
                    <a:pt x="3046" y="890"/>
                  </a:lnTo>
                  <a:lnTo>
                    <a:pt x="3066" y="869"/>
                  </a:lnTo>
                  <a:lnTo>
                    <a:pt x="3087" y="852"/>
                  </a:lnTo>
                  <a:lnTo>
                    <a:pt x="3108" y="838"/>
                  </a:lnTo>
                  <a:lnTo>
                    <a:pt x="3131" y="827"/>
                  </a:lnTo>
                  <a:lnTo>
                    <a:pt x="3155" y="821"/>
                  </a:lnTo>
                  <a:lnTo>
                    <a:pt x="3179" y="819"/>
                  </a:lnTo>
                  <a:close/>
                  <a:moveTo>
                    <a:pt x="3246" y="2144"/>
                  </a:moveTo>
                  <a:lnTo>
                    <a:pt x="3271" y="2146"/>
                  </a:lnTo>
                  <a:lnTo>
                    <a:pt x="3294" y="2152"/>
                  </a:lnTo>
                  <a:lnTo>
                    <a:pt x="3316" y="2162"/>
                  </a:lnTo>
                  <a:lnTo>
                    <a:pt x="3339" y="2176"/>
                  </a:lnTo>
                  <a:lnTo>
                    <a:pt x="3360" y="2194"/>
                  </a:lnTo>
                  <a:lnTo>
                    <a:pt x="3380" y="2215"/>
                  </a:lnTo>
                  <a:lnTo>
                    <a:pt x="3397" y="2240"/>
                  </a:lnTo>
                  <a:lnTo>
                    <a:pt x="3415" y="2267"/>
                  </a:lnTo>
                  <a:lnTo>
                    <a:pt x="3430" y="2296"/>
                  </a:lnTo>
                  <a:lnTo>
                    <a:pt x="3444" y="2329"/>
                  </a:lnTo>
                  <a:lnTo>
                    <a:pt x="3456" y="2363"/>
                  </a:lnTo>
                  <a:lnTo>
                    <a:pt x="3466" y="2400"/>
                  </a:lnTo>
                  <a:lnTo>
                    <a:pt x="3475" y="2438"/>
                  </a:lnTo>
                  <a:lnTo>
                    <a:pt x="3480" y="2478"/>
                  </a:lnTo>
                  <a:lnTo>
                    <a:pt x="3484" y="2520"/>
                  </a:lnTo>
                  <a:lnTo>
                    <a:pt x="3485" y="2562"/>
                  </a:lnTo>
                  <a:lnTo>
                    <a:pt x="3484" y="2604"/>
                  </a:lnTo>
                  <a:lnTo>
                    <a:pt x="3480" y="2647"/>
                  </a:lnTo>
                  <a:lnTo>
                    <a:pt x="3475" y="2686"/>
                  </a:lnTo>
                  <a:lnTo>
                    <a:pt x="3466" y="2725"/>
                  </a:lnTo>
                  <a:lnTo>
                    <a:pt x="3456" y="2762"/>
                  </a:lnTo>
                  <a:lnTo>
                    <a:pt x="3444" y="2796"/>
                  </a:lnTo>
                  <a:lnTo>
                    <a:pt x="3430" y="2828"/>
                  </a:lnTo>
                  <a:lnTo>
                    <a:pt x="3415" y="2858"/>
                  </a:lnTo>
                  <a:lnTo>
                    <a:pt x="3397" y="2886"/>
                  </a:lnTo>
                  <a:lnTo>
                    <a:pt x="3380" y="2909"/>
                  </a:lnTo>
                  <a:lnTo>
                    <a:pt x="3360" y="2930"/>
                  </a:lnTo>
                  <a:lnTo>
                    <a:pt x="3339" y="2949"/>
                  </a:lnTo>
                  <a:lnTo>
                    <a:pt x="3316" y="2963"/>
                  </a:lnTo>
                  <a:lnTo>
                    <a:pt x="3294" y="2974"/>
                  </a:lnTo>
                  <a:lnTo>
                    <a:pt x="3271" y="2980"/>
                  </a:lnTo>
                  <a:lnTo>
                    <a:pt x="3246" y="2982"/>
                  </a:lnTo>
                  <a:lnTo>
                    <a:pt x="3222" y="2980"/>
                  </a:lnTo>
                  <a:lnTo>
                    <a:pt x="3198" y="2974"/>
                  </a:lnTo>
                  <a:lnTo>
                    <a:pt x="3176" y="2963"/>
                  </a:lnTo>
                  <a:lnTo>
                    <a:pt x="3154" y="2949"/>
                  </a:lnTo>
                  <a:lnTo>
                    <a:pt x="3133" y="2930"/>
                  </a:lnTo>
                  <a:lnTo>
                    <a:pt x="3113" y="2909"/>
                  </a:lnTo>
                  <a:lnTo>
                    <a:pt x="3095" y="2886"/>
                  </a:lnTo>
                  <a:lnTo>
                    <a:pt x="3077" y="2858"/>
                  </a:lnTo>
                  <a:lnTo>
                    <a:pt x="3062" y="2828"/>
                  </a:lnTo>
                  <a:lnTo>
                    <a:pt x="3048" y="2796"/>
                  </a:lnTo>
                  <a:lnTo>
                    <a:pt x="3036" y="2762"/>
                  </a:lnTo>
                  <a:lnTo>
                    <a:pt x="3026" y="2725"/>
                  </a:lnTo>
                  <a:lnTo>
                    <a:pt x="3018" y="2686"/>
                  </a:lnTo>
                  <a:lnTo>
                    <a:pt x="3012" y="2647"/>
                  </a:lnTo>
                  <a:lnTo>
                    <a:pt x="3008" y="2604"/>
                  </a:lnTo>
                  <a:lnTo>
                    <a:pt x="3007" y="2562"/>
                  </a:lnTo>
                  <a:lnTo>
                    <a:pt x="3008" y="2520"/>
                  </a:lnTo>
                  <a:lnTo>
                    <a:pt x="3012" y="2478"/>
                  </a:lnTo>
                  <a:lnTo>
                    <a:pt x="3018" y="2438"/>
                  </a:lnTo>
                  <a:lnTo>
                    <a:pt x="3026" y="2400"/>
                  </a:lnTo>
                  <a:lnTo>
                    <a:pt x="3036" y="2363"/>
                  </a:lnTo>
                  <a:lnTo>
                    <a:pt x="3048" y="2329"/>
                  </a:lnTo>
                  <a:lnTo>
                    <a:pt x="3062" y="2296"/>
                  </a:lnTo>
                  <a:lnTo>
                    <a:pt x="3077" y="2267"/>
                  </a:lnTo>
                  <a:lnTo>
                    <a:pt x="3095" y="2240"/>
                  </a:lnTo>
                  <a:lnTo>
                    <a:pt x="3113" y="2215"/>
                  </a:lnTo>
                  <a:lnTo>
                    <a:pt x="3133" y="2194"/>
                  </a:lnTo>
                  <a:lnTo>
                    <a:pt x="3154" y="2176"/>
                  </a:lnTo>
                  <a:lnTo>
                    <a:pt x="3176" y="2162"/>
                  </a:lnTo>
                  <a:lnTo>
                    <a:pt x="3198" y="2152"/>
                  </a:lnTo>
                  <a:lnTo>
                    <a:pt x="3222" y="2146"/>
                  </a:lnTo>
                  <a:lnTo>
                    <a:pt x="3246" y="214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9426" name="Freeform 48"/>
            <p:cNvSpPr>
              <a:spLocks/>
            </p:cNvSpPr>
            <p:nvPr/>
          </p:nvSpPr>
          <p:spPr bwMode="auto">
            <a:xfrm>
              <a:off x="1267" y="1588"/>
              <a:ext cx="87" cy="52"/>
            </a:xfrm>
            <a:custGeom>
              <a:avLst/>
              <a:gdLst>
                <a:gd name="T0" fmla="*/ 3 w 437"/>
                <a:gd name="T1" fmla="*/ 2 h 260"/>
                <a:gd name="T2" fmla="*/ 3 w 437"/>
                <a:gd name="T3" fmla="*/ 2 h 260"/>
                <a:gd name="T4" fmla="*/ 3 w 437"/>
                <a:gd name="T5" fmla="*/ 2 h 260"/>
                <a:gd name="T6" fmla="*/ 3 w 437"/>
                <a:gd name="T7" fmla="*/ 2 h 260"/>
                <a:gd name="T8" fmla="*/ 3 w 437"/>
                <a:gd name="T9" fmla="*/ 1 h 260"/>
                <a:gd name="T10" fmla="*/ 3 w 437"/>
                <a:gd name="T11" fmla="*/ 1 h 260"/>
                <a:gd name="T12" fmla="*/ 3 w 437"/>
                <a:gd name="T13" fmla="*/ 1 h 260"/>
                <a:gd name="T14" fmla="*/ 3 w 437"/>
                <a:gd name="T15" fmla="*/ 1 h 260"/>
                <a:gd name="T16" fmla="*/ 3 w 437"/>
                <a:gd name="T17" fmla="*/ 1 h 260"/>
                <a:gd name="T18" fmla="*/ 2 w 437"/>
                <a:gd name="T19" fmla="*/ 1 h 260"/>
                <a:gd name="T20" fmla="*/ 2 w 437"/>
                <a:gd name="T21" fmla="*/ 0 h 260"/>
                <a:gd name="T22" fmla="*/ 2 w 437"/>
                <a:gd name="T23" fmla="*/ 0 h 260"/>
                <a:gd name="T24" fmla="*/ 2 w 437"/>
                <a:gd name="T25" fmla="*/ 0 h 260"/>
                <a:gd name="T26" fmla="*/ 1 w 437"/>
                <a:gd name="T27" fmla="*/ 0 h 260"/>
                <a:gd name="T28" fmla="*/ 1 w 437"/>
                <a:gd name="T29" fmla="*/ 0 h 260"/>
                <a:gd name="T30" fmla="*/ 1 w 437"/>
                <a:gd name="T31" fmla="*/ 0 h 260"/>
                <a:gd name="T32" fmla="*/ 0 w 437"/>
                <a:gd name="T33" fmla="*/ 0 h 260"/>
                <a:gd name="T34" fmla="*/ 0 w 437"/>
                <a:gd name="T35" fmla="*/ 0 h 260"/>
                <a:gd name="T36" fmla="*/ 0 w 437"/>
                <a:gd name="T37" fmla="*/ 0 h 260"/>
                <a:gd name="T38" fmla="*/ 0 w 437"/>
                <a:gd name="T39" fmla="*/ 0 h 260"/>
                <a:gd name="T40" fmla="*/ 1 w 437"/>
                <a:gd name="T41" fmla="*/ 0 h 260"/>
                <a:gd name="T42" fmla="*/ 1 w 437"/>
                <a:gd name="T43" fmla="*/ 0 h 260"/>
                <a:gd name="T44" fmla="*/ 1 w 437"/>
                <a:gd name="T45" fmla="*/ 0 h 260"/>
                <a:gd name="T46" fmla="*/ 2 w 437"/>
                <a:gd name="T47" fmla="*/ 0 h 260"/>
                <a:gd name="T48" fmla="*/ 2 w 437"/>
                <a:gd name="T49" fmla="*/ 0 h 260"/>
                <a:gd name="T50" fmla="*/ 2 w 437"/>
                <a:gd name="T51" fmla="*/ 1 h 260"/>
                <a:gd name="T52" fmla="*/ 2 w 437"/>
                <a:gd name="T53" fmla="*/ 1 h 260"/>
                <a:gd name="T54" fmla="*/ 3 w 437"/>
                <a:gd name="T55" fmla="*/ 1 h 260"/>
                <a:gd name="T56" fmla="*/ 3 w 437"/>
                <a:gd name="T57" fmla="*/ 1 h 260"/>
                <a:gd name="T58" fmla="*/ 3 w 437"/>
                <a:gd name="T59" fmla="*/ 1 h 260"/>
                <a:gd name="T60" fmla="*/ 3 w 437"/>
                <a:gd name="T61" fmla="*/ 1 h 260"/>
                <a:gd name="T62" fmla="*/ 3 w 437"/>
                <a:gd name="T63" fmla="*/ 1 h 260"/>
                <a:gd name="T64" fmla="*/ 3 w 437"/>
                <a:gd name="T65" fmla="*/ 2 h 260"/>
                <a:gd name="T66" fmla="*/ 3 w 437"/>
                <a:gd name="T67" fmla="*/ 2 h 260"/>
                <a:gd name="T68" fmla="*/ 3 w 437"/>
                <a:gd name="T69" fmla="*/ 2 h 260"/>
                <a:gd name="T70" fmla="*/ 3 w 437"/>
                <a:gd name="T71" fmla="*/ 2 h 260"/>
                <a:gd name="T72" fmla="*/ 3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437" y="260"/>
                  </a:moveTo>
                  <a:lnTo>
                    <a:pt x="437" y="260"/>
                  </a:lnTo>
                  <a:lnTo>
                    <a:pt x="434" y="233"/>
                  </a:lnTo>
                  <a:lnTo>
                    <a:pt x="427" y="206"/>
                  </a:lnTo>
                  <a:lnTo>
                    <a:pt x="417" y="181"/>
                  </a:lnTo>
                  <a:lnTo>
                    <a:pt x="401" y="157"/>
                  </a:lnTo>
                  <a:lnTo>
                    <a:pt x="383" y="133"/>
                  </a:lnTo>
                  <a:lnTo>
                    <a:pt x="360" y="113"/>
                  </a:lnTo>
                  <a:lnTo>
                    <a:pt x="336" y="93"/>
                  </a:lnTo>
                  <a:lnTo>
                    <a:pt x="308" y="73"/>
                  </a:lnTo>
                  <a:lnTo>
                    <a:pt x="276" y="58"/>
                  </a:lnTo>
                  <a:lnTo>
                    <a:pt x="242" y="43"/>
                  </a:lnTo>
                  <a:lnTo>
                    <a:pt x="207" y="30"/>
                  </a:lnTo>
                  <a:lnTo>
                    <a:pt x="168" y="19"/>
                  </a:lnTo>
                  <a:lnTo>
                    <a:pt x="128" y="11"/>
                  </a:lnTo>
                  <a:lnTo>
                    <a:pt x="87" y="4"/>
                  </a:lnTo>
                  <a:lnTo>
                    <a:pt x="43" y="1"/>
                  </a:lnTo>
                  <a:lnTo>
                    <a:pt x="0" y="0"/>
                  </a:lnTo>
                  <a:lnTo>
                    <a:pt x="0" y="11"/>
                  </a:lnTo>
                  <a:lnTo>
                    <a:pt x="43" y="12"/>
                  </a:lnTo>
                  <a:lnTo>
                    <a:pt x="85" y="16"/>
                  </a:lnTo>
                  <a:lnTo>
                    <a:pt x="126" y="23"/>
                  </a:lnTo>
                  <a:lnTo>
                    <a:pt x="166" y="31"/>
                  </a:lnTo>
                  <a:lnTo>
                    <a:pt x="202" y="42"/>
                  </a:lnTo>
                  <a:lnTo>
                    <a:pt x="237" y="55"/>
                  </a:lnTo>
                  <a:lnTo>
                    <a:pt x="271" y="70"/>
                  </a:lnTo>
                  <a:lnTo>
                    <a:pt x="301" y="85"/>
                  </a:lnTo>
                  <a:lnTo>
                    <a:pt x="329" y="103"/>
                  </a:lnTo>
                  <a:lnTo>
                    <a:pt x="353" y="123"/>
                  </a:lnTo>
                  <a:lnTo>
                    <a:pt x="373" y="143"/>
                  </a:lnTo>
                  <a:lnTo>
                    <a:pt x="392" y="164"/>
                  </a:lnTo>
                  <a:lnTo>
                    <a:pt x="405" y="186"/>
                  </a:lnTo>
                  <a:lnTo>
                    <a:pt x="415" y="211"/>
                  </a:lnTo>
                  <a:lnTo>
                    <a:pt x="422" y="235"/>
                  </a:lnTo>
                  <a:lnTo>
                    <a:pt x="425" y="260"/>
                  </a:lnTo>
                  <a:lnTo>
                    <a:pt x="437"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9427" name="Freeform 49"/>
            <p:cNvSpPr>
              <a:spLocks/>
            </p:cNvSpPr>
            <p:nvPr/>
          </p:nvSpPr>
          <p:spPr bwMode="auto">
            <a:xfrm>
              <a:off x="1267" y="1640"/>
              <a:ext cx="87" cy="52"/>
            </a:xfrm>
            <a:custGeom>
              <a:avLst/>
              <a:gdLst>
                <a:gd name="T0" fmla="*/ 0 w 437"/>
                <a:gd name="T1" fmla="*/ 2 h 260"/>
                <a:gd name="T2" fmla="*/ 0 w 437"/>
                <a:gd name="T3" fmla="*/ 2 h 260"/>
                <a:gd name="T4" fmla="*/ 0 w 437"/>
                <a:gd name="T5" fmla="*/ 2 h 260"/>
                <a:gd name="T6" fmla="*/ 1 w 437"/>
                <a:gd name="T7" fmla="*/ 2 h 260"/>
                <a:gd name="T8" fmla="*/ 1 w 437"/>
                <a:gd name="T9" fmla="*/ 2 h 260"/>
                <a:gd name="T10" fmla="*/ 1 w 437"/>
                <a:gd name="T11" fmla="*/ 2 h 260"/>
                <a:gd name="T12" fmla="*/ 2 w 437"/>
                <a:gd name="T13" fmla="*/ 2 h 260"/>
                <a:gd name="T14" fmla="*/ 2 w 437"/>
                <a:gd name="T15" fmla="*/ 2 h 260"/>
                <a:gd name="T16" fmla="*/ 2 w 437"/>
                <a:gd name="T17" fmla="*/ 2 h 260"/>
                <a:gd name="T18" fmla="*/ 2 w 437"/>
                <a:gd name="T19" fmla="*/ 1 h 260"/>
                <a:gd name="T20" fmla="*/ 3 w 437"/>
                <a:gd name="T21" fmla="*/ 1 h 260"/>
                <a:gd name="T22" fmla="*/ 3 w 437"/>
                <a:gd name="T23" fmla="*/ 1 h 260"/>
                <a:gd name="T24" fmla="*/ 3 w 437"/>
                <a:gd name="T25" fmla="*/ 1 h 260"/>
                <a:gd name="T26" fmla="*/ 3 w 437"/>
                <a:gd name="T27" fmla="*/ 1 h 260"/>
                <a:gd name="T28" fmla="*/ 3 w 437"/>
                <a:gd name="T29" fmla="*/ 1 h 260"/>
                <a:gd name="T30" fmla="*/ 3 w 437"/>
                <a:gd name="T31" fmla="*/ 0 h 260"/>
                <a:gd name="T32" fmla="*/ 3 w 437"/>
                <a:gd name="T33" fmla="*/ 0 h 260"/>
                <a:gd name="T34" fmla="*/ 3 w 437"/>
                <a:gd name="T35" fmla="*/ 0 h 260"/>
                <a:gd name="T36" fmla="*/ 3 w 437"/>
                <a:gd name="T37" fmla="*/ 0 h 260"/>
                <a:gd name="T38" fmla="*/ 3 w 437"/>
                <a:gd name="T39" fmla="*/ 0 h 260"/>
                <a:gd name="T40" fmla="*/ 3 w 437"/>
                <a:gd name="T41" fmla="*/ 0 h 260"/>
                <a:gd name="T42" fmla="*/ 3 w 437"/>
                <a:gd name="T43" fmla="*/ 1 h 260"/>
                <a:gd name="T44" fmla="*/ 3 w 437"/>
                <a:gd name="T45" fmla="*/ 1 h 260"/>
                <a:gd name="T46" fmla="*/ 3 w 437"/>
                <a:gd name="T47" fmla="*/ 1 h 260"/>
                <a:gd name="T48" fmla="*/ 3 w 437"/>
                <a:gd name="T49" fmla="*/ 1 h 260"/>
                <a:gd name="T50" fmla="*/ 3 w 437"/>
                <a:gd name="T51" fmla="*/ 1 h 260"/>
                <a:gd name="T52" fmla="*/ 2 w 437"/>
                <a:gd name="T53" fmla="*/ 1 h 260"/>
                <a:gd name="T54" fmla="*/ 2 w 437"/>
                <a:gd name="T55" fmla="*/ 2 h 260"/>
                <a:gd name="T56" fmla="*/ 2 w 437"/>
                <a:gd name="T57" fmla="*/ 2 h 260"/>
                <a:gd name="T58" fmla="*/ 2 w 437"/>
                <a:gd name="T59" fmla="*/ 2 h 260"/>
                <a:gd name="T60" fmla="*/ 1 w 437"/>
                <a:gd name="T61" fmla="*/ 2 h 260"/>
                <a:gd name="T62" fmla="*/ 1 w 437"/>
                <a:gd name="T63" fmla="*/ 2 h 260"/>
                <a:gd name="T64" fmla="*/ 1 w 437"/>
                <a:gd name="T65" fmla="*/ 2 h 260"/>
                <a:gd name="T66" fmla="*/ 0 w 437"/>
                <a:gd name="T67" fmla="*/ 2 h 260"/>
                <a:gd name="T68" fmla="*/ 0 w 437"/>
                <a:gd name="T69" fmla="*/ 2 h 260"/>
                <a:gd name="T70" fmla="*/ 0 w 437"/>
                <a:gd name="T71" fmla="*/ 2 h 260"/>
                <a:gd name="T72" fmla="*/ 0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0" y="260"/>
                  </a:moveTo>
                  <a:lnTo>
                    <a:pt x="0" y="260"/>
                  </a:lnTo>
                  <a:lnTo>
                    <a:pt x="43" y="259"/>
                  </a:lnTo>
                  <a:lnTo>
                    <a:pt x="87" y="255"/>
                  </a:lnTo>
                  <a:lnTo>
                    <a:pt x="128" y="248"/>
                  </a:lnTo>
                  <a:lnTo>
                    <a:pt x="168" y="240"/>
                  </a:lnTo>
                  <a:lnTo>
                    <a:pt x="207" y="230"/>
                  </a:lnTo>
                  <a:lnTo>
                    <a:pt x="242" y="217"/>
                  </a:lnTo>
                  <a:lnTo>
                    <a:pt x="276" y="202"/>
                  </a:lnTo>
                  <a:lnTo>
                    <a:pt x="308" y="185"/>
                  </a:lnTo>
                  <a:lnTo>
                    <a:pt x="336" y="166"/>
                  </a:lnTo>
                  <a:lnTo>
                    <a:pt x="360" y="146"/>
                  </a:lnTo>
                  <a:lnTo>
                    <a:pt x="383" y="125"/>
                  </a:lnTo>
                  <a:lnTo>
                    <a:pt x="401" y="102"/>
                  </a:lnTo>
                  <a:lnTo>
                    <a:pt x="417" y="77"/>
                  </a:lnTo>
                  <a:lnTo>
                    <a:pt x="427" y="53"/>
                  </a:lnTo>
                  <a:lnTo>
                    <a:pt x="434" y="27"/>
                  </a:lnTo>
                  <a:lnTo>
                    <a:pt x="437" y="0"/>
                  </a:lnTo>
                  <a:lnTo>
                    <a:pt x="425" y="0"/>
                  </a:lnTo>
                  <a:lnTo>
                    <a:pt x="422" y="24"/>
                  </a:lnTo>
                  <a:lnTo>
                    <a:pt x="415" y="48"/>
                  </a:lnTo>
                  <a:lnTo>
                    <a:pt x="405" y="73"/>
                  </a:lnTo>
                  <a:lnTo>
                    <a:pt x="392" y="95"/>
                  </a:lnTo>
                  <a:lnTo>
                    <a:pt x="373" y="116"/>
                  </a:lnTo>
                  <a:lnTo>
                    <a:pt x="353" y="137"/>
                  </a:lnTo>
                  <a:lnTo>
                    <a:pt x="329" y="157"/>
                  </a:lnTo>
                  <a:lnTo>
                    <a:pt x="301" y="173"/>
                  </a:lnTo>
                  <a:lnTo>
                    <a:pt x="271" y="190"/>
                  </a:lnTo>
                  <a:lnTo>
                    <a:pt x="237" y="205"/>
                  </a:lnTo>
                  <a:lnTo>
                    <a:pt x="202" y="218"/>
                  </a:lnTo>
                  <a:lnTo>
                    <a:pt x="166" y="228"/>
                  </a:lnTo>
                  <a:lnTo>
                    <a:pt x="126" y="237"/>
                  </a:lnTo>
                  <a:lnTo>
                    <a:pt x="85" y="244"/>
                  </a:lnTo>
                  <a:lnTo>
                    <a:pt x="43" y="247"/>
                  </a:lnTo>
                  <a:lnTo>
                    <a:pt x="0" y="248"/>
                  </a:lnTo>
                  <a:lnTo>
                    <a:pt x="0"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9428" name="Freeform 50"/>
            <p:cNvSpPr>
              <a:spLocks/>
            </p:cNvSpPr>
            <p:nvPr/>
          </p:nvSpPr>
          <p:spPr bwMode="auto">
            <a:xfrm>
              <a:off x="1179" y="1640"/>
              <a:ext cx="88" cy="52"/>
            </a:xfrm>
            <a:custGeom>
              <a:avLst/>
              <a:gdLst>
                <a:gd name="T0" fmla="*/ 0 w 439"/>
                <a:gd name="T1" fmla="*/ 0 h 260"/>
                <a:gd name="T2" fmla="*/ 0 w 439"/>
                <a:gd name="T3" fmla="*/ 0 h 260"/>
                <a:gd name="T4" fmla="*/ 0 w 439"/>
                <a:gd name="T5" fmla="*/ 0 h 260"/>
                <a:gd name="T6" fmla="*/ 0 w 439"/>
                <a:gd name="T7" fmla="*/ 0 h 260"/>
                <a:gd name="T8" fmla="*/ 0 w 439"/>
                <a:gd name="T9" fmla="*/ 1 h 260"/>
                <a:gd name="T10" fmla="*/ 0 w 439"/>
                <a:gd name="T11" fmla="*/ 1 h 260"/>
                <a:gd name="T12" fmla="*/ 0 w 439"/>
                <a:gd name="T13" fmla="*/ 1 h 260"/>
                <a:gd name="T14" fmla="*/ 1 w 439"/>
                <a:gd name="T15" fmla="*/ 1 h 260"/>
                <a:gd name="T16" fmla="*/ 1 w 439"/>
                <a:gd name="T17" fmla="*/ 1 h 260"/>
                <a:gd name="T18" fmla="*/ 1 w 439"/>
                <a:gd name="T19" fmla="*/ 1 h 260"/>
                <a:gd name="T20" fmla="*/ 1 w 439"/>
                <a:gd name="T21" fmla="*/ 2 h 260"/>
                <a:gd name="T22" fmla="*/ 2 w 439"/>
                <a:gd name="T23" fmla="*/ 2 h 260"/>
                <a:gd name="T24" fmla="*/ 2 w 439"/>
                <a:gd name="T25" fmla="*/ 2 h 260"/>
                <a:gd name="T26" fmla="*/ 2 w 439"/>
                <a:gd name="T27" fmla="*/ 2 h 260"/>
                <a:gd name="T28" fmla="*/ 2 w 439"/>
                <a:gd name="T29" fmla="*/ 2 h 260"/>
                <a:gd name="T30" fmla="*/ 3 w 439"/>
                <a:gd name="T31" fmla="*/ 2 h 260"/>
                <a:gd name="T32" fmla="*/ 3 w 439"/>
                <a:gd name="T33" fmla="*/ 2 h 260"/>
                <a:gd name="T34" fmla="*/ 4 w 439"/>
                <a:gd name="T35" fmla="*/ 2 h 260"/>
                <a:gd name="T36" fmla="*/ 4 w 439"/>
                <a:gd name="T37" fmla="*/ 2 h 260"/>
                <a:gd name="T38" fmla="*/ 3 w 439"/>
                <a:gd name="T39" fmla="*/ 2 h 260"/>
                <a:gd name="T40" fmla="*/ 3 w 439"/>
                <a:gd name="T41" fmla="*/ 2 h 260"/>
                <a:gd name="T42" fmla="*/ 3 w 439"/>
                <a:gd name="T43" fmla="*/ 2 h 260"/>
                <a:gd name="T44" fmla="*/ 2 w 439"/>
                <a:gd name="T45" fmla="*/ 2 h 260"/>
                <a:gd name="T46" fmla="*/ 2 w 439"/>
                <a:gd name="T47" fmla="*/ 2 h 260"/>
                <a:gd name="T48" fmla="*/ 2 w 439"/>
                <a:gd name="T49" fmla="*/ 2 h 260"/>
                <a:gd name="T50" fmla="*/ 1 w 439"/>
                <a:gd name="T51" fmla="*/ 2 h 260"/>
                <a:gd name="T52" fmla="*/ 1 w 439"/>
                <a:gd name="T53" fmla="*/ 1 h 260"/>
                <a:gd name="T54" fmla="*/ 1 w 439"/>
                <a:gd name="T55" fmla="*/ 1 h 260"/>
                <a:gd name="T56" fmla="*/ 1 w 439"/>
                <a:gd name="T57" fmla="*/ 1 h 260"/>
                <a:gd name="T58" fmla="*/ 1 w 439"/>
                <a:gd name="T59" fmla="*/ 1 h 260"/>
                <a:gd name="T60" fmla="*/ 0 w 439"/>
                <a:gd name="T61" fmla="*/ 1 h 260"/>
                <a:gd name="T62" fmla="*/ 0 w 439"/>
                <a:gd name="T63" fmla="*/ 1 h 260"/>
                <a:gd name="T64" fmla="*/ 0 w 439"/>
                <a:gd name="T65" fmla="*/ 0 h 260"/>
                <a:gd name="T66" fmla="*/ 0 w 439"/>
                <a:gd name="T67" fmla="*/ 0 h 260"/>
                <a:gd name="T68" fmla="*/ 0 w 439"/>
                <a:gd name="T69" fmla="*/ 0 h 260"/>
                <a:gd name="T70" fmla="*/ 0 w 439"/>
                <a:gd name="T71" fmla="*/ 0 h 260"/>
                <a:gd name="T72" fmla="*/ 0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0" y="0"/>
                  </a:moveTo>
                  <a:lnTo>
                    <a:pt x="0" y="0"/>
                  </a:lnTo>
                  <a:lnTo>
                    <a:pt x="3" y="27"/>
                  </a:lnTo>
                  <a:lnTo>
                    <a:pt x="10" y="53"/>
                  </a:lnTo>
                  <a:lnTo>
                    <a:pt x="20" y="77"/>
                  </a:lnTo>
                  <a:lnTo>
                    <a:pt x="35" y="102"/>
                  </a:lnTo>
                  <a:lnTo>
                    <a:pt x="54" y="125"/>
                  </a:lnTo>
                  <a:lnTo>
                    <a:pt x="76" y="146"/>
                  </a:lnTo>
                  <a:lnTo>
                    <a:pt x="102" y="166"/>
                  </a:lnTo>
                  <a:lnTo>
                    <a:pt x="130" y="185"/>
                  </a:lnTo>
                  <a:lnTo>
                    <a:pt x="162" y="202"/>
                  </a:lnTo>
                  <a:lnTo>
                    <a:pt x="195" y="217"/>
                  </a:lnTo>
                  <a:lnTo>
                    <a:pt x="231" y="230"/>
                  </a:lnTo>
                  <a:lnTo>
                    <a:pt x="270" y="240"/>
                  </a:lnTo>
                  <a:lnTo>
                    <a:pt x="310" y="248"/>
                  </a:lnTo>
                  <a:lnTo>
                    <a:pt x="351" y="255"/>
                  </a:lnTo>
                  <a:lnTo>
                    <a:pt x="395" y="259"/>
                  </a:lnTo>
                  <a:lnTo>
                    <a:pt x="439" y="260"/>
                  </a:lnTo>
                  <a:lnTo>
                    <a:pt x="439" y="248"/>
                  </a:lnTo>
                  <a:lnTo>
                    <a:pt x="395" y="247"/>
                  </a:lnTo>
                  <a:lnTo>
                    <a:pt x="353" y="244"/>
                  </a:lnTo>
                  <a:lnTo>
                    <a:pt x="312" y="237"/>
                  </a:lnTo>
                  <a:lnTo>
                    <a:pt x="272" y="228"/>
                  </a:lnTo>
                  <a:lnTo>
                    <a:pt x="236" y="218"/>
                  </a:lnTo>
                  <a:lnTo>
                    <a:pt x="200" y="205"/>
                  </a:lnTo>
                  <a:lnTo>
                    <a:pt x="167" y="190"/>
                  </a:lnTo>
                  <a:lnTo>
                    <a:pt x="137" y="173"/>
                  </a:lnTo>
                  <a:lnTo>
                    <a:pt x="109" y="157"/>
                  </a:lnTo>
                  <a:lnTo>
                    <a:pt x="84" y="137"/>
                  </a:lnTo>
                  <a:lnTo>
                    <a:pt x="64" y="116"/>
                  </a:lnTo>
                  <a:lnTo>
                    <a:pt x="45" y="95"/>
                  </a:lnTo>
                  <a:lnTo>
                    <a:pt x="32" y="73"/>
                  </a:lnTo>
                  <a:lnTo>
                    <a:pt x="21" y="48"/>
                  </a:lnTo>
                  <a:lnTo>
                    <a:pt x="14" y="24"/>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9429" name="Freeform 51"/>
            <p:cNvSpPr>
              <a:spLocks/>
            </p:cNvSpPr>
            <p:nvPr/>
          </p:nvSpPr>
          <p:spPr bwMode="auto">
            <a:xfrm>
              <a:off x="1179" y="1588"/>
              <a:ext cx="88" cy="52"/>
            </a:xfrm>
            <a:custGeom>
              <a:avLst/>
              <a:gdLst>
                <a:gd name="T0" fmla="*/ 4 w 439"/>
                <a:gd name="T1" fmla="*/ 0 h 260"/>
                <a:gd name="T2" fmla="*/ 4 w 439"/>
                <a:gd name="T3" fmla="*/ 0 h 260"/>
                <a:gd name="T4" fmla="*/ 3 w 439"/>
                <a:gd name="T5" fmla="*/ 0 h 260"/>
                <a:gd name="T6" fmla="*/ 3 w 439"/>
                <a:gd name="T7" fmla="*/ 0 h 260"/>
                <a:gd name="T8" fmla="*/ 2 w 439"/>
                <a:gd name="T9" fmla="*/ 0 h 260"/>
                <a:gd name="T10" fmla="*/ 2 w 439"/>
                <a:gd name="T11" fmla="*/ 0 h 260"/>
                <a:gd name="T12" fmla="*/ 2 w 439"/>
                <a:gd name="T13" fmla="*/ 0 h 260"/>
                <a:gd name="T14" fmla="*/ 2 w 439"/>
                <a:gd name="T15" fmla="*/ 0 h 260"/>
                <a:gd name="T16" fmla="*/ 1 w 439"/>
                <a:gd name="T17" fmla="*/ 0 h 260"/>
                <a:gd name="T18" fmla="*/ 1 w 439"/>
                <a:gd name="T19" fmla="*/ 1 h 260"/>
                <a:gd name="T20" fmla="*/ 1 w 439"/>
                <a:gd name="T21" fmla="*/ 1 h 260"/>
                <a:gd name="T22" fmla="*/ 1 w 439"/>
                <a:gd name="T23" fmla="*/ 1 h 260"/>
                <a:gd name="T24" fmla="*/ 0 w 439"/>
                <a:gd name="T25" fmla="*/ 1 h 260"/>
                <a:gd name="T26" fmla="*/ 0 w 439"/>
                <a:gd name="T27" fmla="*/ 1 h 260"/>
                <a:gd name="T28" fmla="*/ 0 w 439"/>
                <a:gd name="T29" fmla="*/ 1 h 260"/>
                <a:gd name="T30" fmla="*/ 0 w 439"/>
                <a:gd name="T31" fmla="*/ 2 h 260"/>
                <a:gd name="T32" fmla="*/ 0 w 439"/>
                <a:gd name="T33" fmla="*/ 2 h 260"/>
                <a:gd name="T34" fmla="*/ 0 w 439"/>
                <a:gd name="T35" fmla="*/ 2 h 260"/>
                <a:gd name="T36" fmla="*/ 0 w 439"/>
                <a:gd name="T37" fmla="*/ 2 h 260"/>
                <a:gd name="T38" fmla="*/ 0 w 439"/>
                <a:gd name="T39" fmla="*/ 2 h 260"/>
                <a:gd name="T40" fmla="*/ 0 w 439"/>
                <a:gd name="T41" fmla="*/ 2 h 260"/>
                <a:gd name="T42" fmla="*/ 0 w 439"/>
                <a:gd name="T43" fmla="*/ 1 h 260"/>
                <a:gd name="T44" fmla="*/ 0 w 439"/>
                <a:gd name="T45" fmla="*/ 1 h 260"/>
                <a:gd name="T46" fmla="*/ 1 w 439"/>
                <a:gd name="T47" fmla="*/ 1 h 260"/>
                <a:gd name="T48" fmla="*/ 1 w 439"/>
                <a:gd name="T49" fmla="*/ 1 h 260"/>
                <a:gd name="T50" fmla="*/ 1 w 439"/>
                <a:gd name="T51" fmla="*/ 1 h 260"/>
                <a:gd name="T52" fmla="*/ 1 w 439"/>
                <a:gd name="T53" fmla="*/ 1 h 260"/>
                <a:gd name="T54" fmla="*/ 1 w 439"/>
                <a:gd name="T55" fmla="*/ 1 h 260"/>
                <a:gd name="T56" fmla="*/ 2 w 439"/>
                <a:gd name="T57" fmla="*/ 0 h 260"/>
                <a:gd name="T58" fmla="*/ 2 w 439"/>
                <a:gd name="T59" fmla="*/ 0 h 260"/>
                <a:gd name="T60" fmla="*/ 2 w 439"/>
                <a:gd name="T61" fmla="*/ 0 h 260"/>
                <a:gd name="T62" fmla="*/ 3 w 439"/>
                <a:gd name="T63" fmla="*/ 0 h 260"/>
                <a:gd name="T64" fmla="*/ 3 w 439"/>
                <a:gd name="T65" fmla="*/ 0 h 260"/>
                <a:gd name="T66" fmla="*/ 3 w 439"/>
                <a:gd name="T67" fmla="*/ 0 h 260"/>
                <a:gd name="T68" fmla="*/ 4 w 439"/>
                <a:gd name="T69" fmla="*/ 0 h 260"/>
                <a:gd name="T70" fmla="*/ 4 w 439"/>
                <a:gd name="T71" fmla="*/ 0 h 260"/>
                <a:gd name="T72" fmla="*/ 4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439" y="0"/>
                  </a:moveTo>
                  <a:lnTo>
                    <a:pt x="439" y="0"/>
                  </a:lnTo>
                  <a:lnTo>
                    <a:pt x="395" y="1"/>
                  </a:lnTo>
                  <a:lnTo>
                    <a:pt x="351" y="4"/>
                  </a:lnTo>
                  <a:lnTo>
                    <a:pt x="310" y="11"/>
                  </a:lnTo>
                  <a:lnTo>
                    <a:pt x="270" y="19"/>
                  </a:lnTo>
                  <a:lnTo>
                    <a:pt x="231" y="30"/>
                  </a:lnTo>
                  <a:lnTo>
                    <a:pt x="195" y="43"/>
                  </a:lnTo>
                  <a:lnTo>
                    <a:pt x="162" y="58"/>
                  </a:lnTo>
                  <a:lnTo>
                    <a:pt x="130" y="73"/>
                  </a:lnTo>
                  <a:lnTo>
                    <a:pt x="102" y="93"/>
                  </a:lnTo>
                  <a:lnTo>
                    <a:pt x="76" y="113"/>
                  </a:lnTo>
                  <a:lnTo>
                    <a:pt x="54" y="133"/>
                  </a:lnTo>
                  <a:lnTo>
                    <a:pt x="35" y="157"/>
                  </a:lnTo>
                  <a:lnTo>
                    <a:pt x="20" y="181"/>
                  </a:lnTo>
                  <a:lnTo>
                    <a:pt x="10" y="206"/>
                  </a:lnTo>
                  <a:lnTo>
                    <a:pt x="3" y="233"/>
                  </a:lnTo>
                  <a:lnTo>
                    <a:pt x="0" y="260"/>
                  </a:lnTo>
                  <a:lnTo>
                    <a:pt x="12" y="260"/>
                  </a:lnTo>
                  <a:lnTo>
                    <a:pt x="14" y="235"/>
                  </a:lnTo>
                  <a:lnTo>
                    <a:pt x="21" y="211"/>
                  </a:lnTo>
                  <a:lnTo>
                    <a:pt x="32" y="186"/>
                  </a:lnTo>
                  <a:lnTo>
                    <a:pt x="45" y="164"/>
                  </a:lnTo>
                  <a:lnTo>
                    <a:pt x="64" y="143"/>
                  </a:lnTo>
                  <a:lnTo>
                    <a:pt x="84" y="123"/>
                  </a:lnTo>
                  <a:lnTo>
                    <a:pt x="109" y="103"/>
                  </a:lnTo>
                  <a:lnTo>
                    <a:pt x="137" y="85"/>
                  </a:lnTo>
                  <a:lnTo>
                    <a:pt x="167" y="70"/>
                  </a:lnTo>
                  <a:lnTo>
                    <a:pt x="200" y="55"/>
                  </a:lnTo>
                  <a:lnTo>
                    <a:pt x="236" y="42"/>
                  </a:lnTo>
                  <a:lnTo>
                    <a:pt x="272" y="31"/>
                  </a:lnTo>
                  <a:lnTo>
                    <a:pt x="312" y="23"/>
                  </a:lnTo>
                  <a:lnTo>
                    <a:pt x="353" y="16"/>
                  </a:lnTo>
                  <a:lnTo>
                    <a:pt x="395" y="12"/>
                  </a:lnTo>
                  <a:lnTo>
                    <a:pt x="439" y="11"/>
                  </a:lnTo>
                  <a:lnTo>
                    <a:pt x="439"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9430" name="Freeform 52"/>
            <p:cNvSpPr>
              <a:spLocks/>
            </p:cNvSpPr>
            <p:nvPr/>
          </p:nvSpPr>
          <p:spPr bwMode="auto">
            <a:xfrm>
              <a:off x="964" y="1745"/>
              <a:ext cx="48" cy="85"/>
            </a:xfrm>
            <a:custGeom>
              <a:avLst/>
              <a:gdLst>
                <a:gd name="T0" fmla="*/ 2 w 244"/>
                <a:gd name="T1" fmla="*/ 3 h 426"/>
                <a:gd name="T2" fmla="*/ 2 w 244"/>
                <a:gd name="T3" fmla="*/ 3 h 426"/>
                <a:gd name="T4" fmla="*/ 2 w 244"/>
                <a:gd name="T5" fmla="*/ 3 h 426"/>
                <a:gd name="T6" fmla="*/ 2 w 244"/>
                <a:gd name="T7" fmla="*/ 3 h 426"/>
                <a:gd name="T8" fmla="*/ 2 w 244"/>
                <a:gd name="T9" fmla="*/ 2 h 426"/>
                <a:gd name="T10" fmla="*/ 2 w 244"/>
                <a:gd name="T11" fmla="*/ 2 h 426"/>
                <a:gd name="T12" fmla="*/ 2 w 244"/>
                <a:gd name="T13" fmla="*/ 2 h 426"/>
                <a:gd name="T14" fmla="*/ 2 w 244"/>
                <a:gd name="T15" fmla="*/ 2 h 426"/>
                <a:gd name="T16" fmla="*/ 1 w 244"/>
                <a:gd name="T17" fmla="*/ 1 h 426"/>
                <a:gd name="T18" fmla="*/ 1 w 244"/>
                <a:gd name="T19" fmla="*/ 1 h 426"/>
                <a:gd name="T20" fmla="*/ 1 w 244"/>
                <a:gd name="T21" fmla="*/ 1 h 426"/>
                <a:gd name="T22" fmla="*/ 1 w 244"/>
                <a:gd name="T23" fmla="*/ 1 h 426"/>
                <a:gd name="T24" fmla="*/ 1 w 244"/>
                <a:gd name="T25" fmla="*/ 0 h 426"/>
                <a:gd name="T26" fmla="*/ 1 w 244"/>
                <a:gd name="T27" fmla="*/ 0 h 426"/>
                <a:gd name="T28" fmla="*/ 1 w 244"/>
                <a:gd name="T29" fmla="*/ 0 h 426"/>
                <a:gd name="T30" fmla="*/ 0 w 244"/>
                <a:gd name="T31" fmla="*/ 0 h 426"/>
                <a:gd name="T32" fmla="*/ 0 w 244"/>
                <a:gd name="T33" fmla="*/ 0 h 426"/>
                <a:gd name="T34" fmla="*/ 0 w 244"/>
                <a:gd name="T35" fmla="*/ 0 h 426"/>
                <a:gd name="T36" fmla="*/ 0 w 244"/>
                <a:gd name="T37" fmla="*/ 0 h 426"/>
                <a:gd name="T38" fmla="*/ 0 w 244"/>
                <a:gd name="T39" fmla="*/ 0 h 426"/>
                <a:gd name="T40" fmla="*/ 0 w 244"/>
                <a:gd name="T41" fmla="*/ 0 h 426"/>
                <a:gd name="T42" fmla="*/ 1 w 244"/>
                <a:gd name="T43" fmla="*/ 0 h 426"/>
                <a:gd name="T44" fmla="*/ 1 w 244"/>
                <a:gd name="T45" fmla="*/ 0 h 426"/>
                <a:gd name="T46" fmla="*/ 1 w 244"/>
                <a:gd name="T47" fmla="*/ 0 h 426"/>
                <a:gd name="T48" fmla="*/ 1 w 244"/>
                <a:gd name="T49" fmla="*/ 1 h 426"/>
                <a:gd name="T50" fmla="*/ 1 w 244"/>
                <a:gd name="T51" fmla="*/ 1 h 426"/>
                <a:gd name="T52" fmla="*/ 1 w 244"/>
                <a:gd name="T53" fmla="*/ 1 h 426"/>
                <a:gd name="T54" fmla="*/ 1 w 244"/>
                <a:gd name="T55" fmla="*/ 1 h 426"/>
                <a:gd name="T56" fmla="*/ 1 w 244"/>
                <a:gd name="T57" fmla="*/ 2 h 426"/>
                <a:gd name="T58" fmla="*/ 2 w 244"/>
                <a:gd name="T59" fmla="*/ 2 h 426"/>
                <a:gd name="T60" fmla="*/ 2 w 244"/>
                <a:gd name="T61" fmla="*/ 2 h 426"/>
                <a:gd name="T62" fmla="*/ 2 w 244"/>
                <a:gd name="T63" fmla="*/ 2 h 426"/>
                <a:gd name="T64" fmla="*/ 2 w 244"/>
                <a:gd name="T65" fmla="*/ 3 h 426"/>
                <a:gd name="T66" fmla="*/ 2 w 244"/>
                <a:gd name="T67" fmla="*/ 3 h 426"/>
                <a:gd name="T68" fmla="*/ 2 w 244"/>
                <a:gd name="T69" fmla="*/ 3 h 426"/>
                <a:gd name="T70" fmla="*/ 2 w 244"/>
                <a:gd name="T71" fmla="*/ 3 h 426"/>
                <a:gd name="T72" fmla="*/ 2 w 244"/>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6"/>
                <a:gd name="T113" fmla="*/ 244 w 244"/>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6">
                  <a:moveTo>
                    <a:pt x="244" y="426"/>
                  </a:moveTo>
                  <a:lnTo>
                    <a:pt x="244" y="426"/>
                  </a:lnTo>
                  <a:lnTo>
                    <a:pt x="243" y="383"/>
                  </a:lnTo>
                  <a:lnTo>
                    <a:pt x="240" y="340"/>
                  </a:lnTo>
                  <a:lnTo>
                    <a:pt x="234" y="300"/>
                  </a:lnTo>
                  <a:lnTo>
                    <a:pt x="226" y="262"/>
                  </a:lnTo>
                  <a:lnTo>
                    <a:pt x="215" y="224"/>
                  </a:lnTo>
                  <a:lnTo>
                    <a:pt x="203" y="189"/>
                  </a:lnTo>
                  <a:lnTo>
                    <a:pt x="189" y="157"/>
                  </a:lnTo>
                  <a:lnTo>
                    <a:pt x="174" y="126"/>
                  </a:lnTo>
                  <a:lnTo>
                    <a:pt x="155" y="99"/>
                  </a:lnTo>
                  <a:lnTo>
                    <a:pt x="138" y="74"/>
                  </a:lnTo>
                  <a:lnTo>
                    <a:pt x="118" y="52"/>
                  </a:lnTo>
                  <a:lnTo>
                    <a:pt x="96" y="34"/>
                  </a:lnTo>
                  <a:lnTo>
                    <a:pt x="73" y="19"/>
                  </a:lnTo>
                  <a:lnTo>
                    <a:pt x="50" y="8"/>
                  </a:lnTo>
                  <a:lnTo>
                    <a:pt x="25" y="2"/>
                  </a:lnTo>
                  <a:lnTo>
                    <a:pt x="0" y="0"/>
                  </a:lnTo>
                  <a:lnTo>
                    <a:pt x="0" y="12"/>
                  </a:lnTo>
                  <a:lnTo>
                    <a:pt x="23" y="14"/>
                  </a:lnTo>
                  <a:lnTo>
                    <a:pt x="45" y="20"/>
                  </a:lnTo>
                  <a:lnTo>
                    <a:pt x="66" y="31"/>
                  </a:lnTo>
                  <a:lnTo>
                    <a:pt x="89" y="43"/>
                  </a:lnTo>
                  <a:lnTo>
                    <a:pt x="109" y="61"/>
                  </a:lnTo>
                  <a:lnTo>
                    <a:pt x="129" y="81"/>
                  </a:lnTo>
                  <a:lnTo>
                    <a:pt x="146" y="106"/>
                  </a:lnTo>
                  <a:lnTo>
                    <a:pt x="162" y="133"/>
                  </a:lnTo>
                  <a:lnTo>
                    <a:pt x="178" y="162"/>
                  </a:lnTo>
                  <a:lnTo>
                    <a:pt x="192" y="194"/>
                  </a:lnTo>
                  <a:lnTo>
                    <a:pt x="203" y="229"/>
                  </a:lnTo>
                  <a:lnTo>
                    <a:pt x="214" y="264"/>
                  </a:lnTo>
                  <a:lnTo>
                    <a:pt x="222" y="303"/>
                  </a:lnTo>
                  <a:lnTo>
                    <a:pt x="228" y="342"/>
                  </a:lnTo>
                  <a:lnTo>
                    <a:pt x="232" y="383"/>
                  </a:lnTo>
                  <a:lnTo>
                    <a:pt x="233" y="426"/>
                  </a:lnTo>
                  <a:lnTo>
                    <a:pt x="244"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9431" name="Freeform 53"/>
            <p:cNvSpPr>
              <a:spLocks/>
            </p:cNvSpPr>
            <p:nvPr/>
          </p:nvSpPr>
          <p:spPr bwMode="auto">
            <a:xfrm>
              <a:off x="964" y="1830"/>
              <a:ext cx="48" cy="85"/>
            </a:xfrm>
            <a:custGeom>
              <a:avLst/>
              <a:gdLst>
                <a:gd name="T0" fmla="*/ 0 w 244"/>
                <a:gd name="T1" fmla="*/ 3 h 424"/>
                <a:gd name="T2" fmla="*/ 0 w 244"/>
                <a:gd name="T3" fmla="*/ 3 h 424"/>
                <a:gd name="T4" fmla="*/ 0 w 244"/>
                <a:gd name="T5" fmla="*/ 3 h 424"/>
                <a:gd name="T6" fmla="*/ 0 w 244"/>
                <a:gd name="T7" fmla="*/ 3 h 424"/>
                <a:gd name="T8" fmla="*/ 1 w 244"/>
                <a:gd name="T9" fmla="*/ 3 h 424"/>
                <a:gd name="T10" fmla="*/ 1 w 244"/>
                <a:gd name="T11" fmla="*/ 3 h 424"/>
                <a:gd name="T12" fmla="*/ 1 w 244"/>
                <a:gd name="T13" fmla="*/ 3 h 424"/>
                <a:gd name="T14" fmla="*/ 1 w 244"/>
                <a:gd name="T15" fmla="*/ 3 h 424"/>
                <a:gd name="T16" fmla="*/ 1 w 244"/>
                <a:gd name="T17" fmla="*/ 3 h 424"/>
                <a:gd name="T18" fmla="*/ 1 w 244"/>
                <a:gd name="T19" fmla="*/ 2 h 424"/>
                <a:gd name="T20" fmla="*/ 1 w 244"/>
                <a:gd name="T21" fmla="*/ 2 h 424"/>
                <a:gd name="T22" fmla="*/ 2 w 244"/>
                <a:gd name="T23" fmla="*/ 2 h 424"/>
                <a:gd name="T24" fmla="*/ 2 w 244"/>
                <a:gd name="T25" fmla="*/ 2 h 424"/>
                <a:gd name="T26" fmla="*/ 2 w 244"/>
                <a:gd name="T27" fmla="*/ 1 h 424"/>
                <a:gd name="T28" fmla="*/ 2 w 244"/>
                <a:gd name="T29" fmla="*/ 1 h 424"/>
                <a:gd name="T30" fmla="*/ 2 w 244"/>
                <a:gd name="T31" fmla="*/ 1 h 424"/>
                <a:gd name="T32" fmla="*/ 2 w 244"/>
                <a:gd name="T33" fmla="*/ 0 h 424"/>
                <a:gd name="T34" fmla="*/ 2 w 244"/>
                <a:gd name="T35" fmla="*/ 0 h 424"/>
                <a:gd name="T36" fmla="*/ 2 w 244"/>
                <a:gd name="T37" fmla="*/ 0 h 424"/>
                <a:gd name="T38" fmla="*/ 2 w 244"/>
                <a:gd name="T39" fmla="*/ 0 h 424"/>
                <a:gd name="T40" fmla="*/ 2 w 244"/>
                <a:gd name="T41" fmla="*/ 1 h 424"/>
                <a:gd name="T42" fmla="*/ 2 w 244"/>
                <a:gd name="T43" fmla="*/ 1 h 424"/>
                <a:gd name="T44" fmla="*/ 2 w 244"/>
                <a:gd name="T45" fmla="*/ 1 h 424"/>
                <a:gd name="T46" fmla="*/ 2 w 244"/>
                <a:gd name="T47" fmla="*/ 2 h 424"/>
                <a:gd name="T48" fmla="*/ 1 w 244"/>
                <a:gd name="T49" fmla="*/ 2 h 424"/>
                <a:gd name="T50" fmla="*/ 1 w 244"/>
                <a:gd name="T51" fmla="*/ 2 h 424"/>
                <a:gd name="T52" fmla="*/ 1 w 244"/>
                <a:gd name="T53" fmla="*/ 2 h 424"/>
                <a:gd name="T54" fmla="*/ 1 w 244"/>
                <a:gd name="T55" fmla="*/ 3 h 424"/>
                <a:gd name="T56" fmla="*/ 1 w 244"/>
                <a:gd name="T57" fmla="*/ 3 h 424"/>
                <a:gd name="T58" fmla="*/ 1 w 244"/>
                <a:gd name="T59" fmla="*/ 3 h 424"/>
                <a:gd name="T60" fmla="*/ 1 w 244"/>
                <a:gd name="T61" fmla="*/ 3 h 424"/>
                <a:gd name="T62" fmla="*/ 1 w 244"/>
                <a:gd name="T63" fmla="*/ 3 h 424"/>
                <a:gd name="T64" fmla="*/ 0 w 244"/>
                <a:gd name="T65" fmla="*/ 3 h 424"/>
                <a:gd name="T66" fmla="*/ 0 w 244"/>
                <a:gd name="T67" fmla="*/ 3 h 424"/>
                <a:gd name="T68" fmla="*/ 0 w 244"/>
                <a:gd name="T69" fmla="*/ 3 h 424"/>
                <a:gd name="T70" fmla="*/ 0 w 244"/>
                <a:gd name="T71" fmla="*/ 3 h 424"/>
                <a:gd name="T72" fmla="*/ 0 w 244"/>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4"/>
                <a:gd name="T113" fmla="*/ 244 w 244"/>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4">
                  <a:moveTo>
                    <a:pt x="0" y="424"/>
                  </a:moveTo>
                  <a:lnTo>
                    <a:pt x="0" y="424"/>
                  </a:lnTo>
                  <a:lnTo>
                    <a:pt x="25" y="422"/>
                  </a:lnTo>
                  <a:lnTo>
                    <a:pt x="50" y="416"/>
                  </a:lnTo>
                  <a:lnTo>
                    <a:pt x="73" y="405"/>
                  </a:lnTo>
                  <a:lnTo>
                    <a:pt x="96" y="390"/>
                  </a:lnTo>
                  <a:lnTo>
                    <a:pt x="118" y="373"/>
                  </a:lnTo>
                  <a:lnTo>
                    <a:pt x="138" y="350"/>
                  </a:lnTo>
                  <a:lnTo>
                    <a:pt x="155" y="326"/>
                  </a:lnTo>
                  <a:lnTo>
                    <a:pt x="173" y="299"/>
                  </a:lnTo>
                  <a:lnTo>
                    <a:pt x="189" y="268"/>
                  </a:lnTo>
                  <a:lnTo>
                    <a:pt x="203" y="235"/>
                  </a:lnTo>
                  <a:lnTo>
                    <a:pt x="215" y="201"/>
                  </a:lnTo>
                  <a:lnTo>
                    <a:pt x="226" y="163"/>
                  </a:lnTo>
                  <a:lnTo>
                    <a:pt x="234" y="125"/>
                  </a:lnTo>
                  <a:lnTo>
                    <a:pt x="240" y="85"/>
                  </a:lnTo>
                  <a:lnTo>
                    <a:pt x="243" y="42"/>
                  </a:lnTo>
                  <a:lnTo>
                    <a:pt x="244" y="0"/>
                  </a:lnTo>
                  <a:lnTo>
                    <a:pt x="233" y="0"/>
                  </a:lnTo>
                  <a:lnTo>
                    <a:pt x="232" y="42"/>
                  </a:lnTo>
                  <a:lnTo>
                    <a:pt x="228" y="83"/>
                  </a:lnTo>
                  <a:lnTo>
                    <a:pt x="222" y="123"/>
                  </a:lnTo>
                  <a:lnTo>
                    <a:pt x="214" y="160"/>
                  </a:lnTo>
                  <a:lnTo>
                    <a:pt x="203" y="197"/>
                  </a:lnTo>
                  <a:lnTo>
                    <a:pt x="192" y="231"/>
                  </a:lnTo>
                  <a:lnTo>
                    <a:pt x="178" y="263"/>
                  </a:lnTo>
                  <a:lnTo>
                    <a:pt x="164" y="292"/>
                  </a:lnTo>
                  <a:lnTo>
                    <a:pt x="146" y="319"/>
                  </a:lnTo>
                  <a:lnTo>
                    <a:pt x="129" y="343"/>
                  </a:lnTo>
                  <a:lnTo>
                    <a:pt x="109" y="363"/>
                  </a:lnTo>
                  <a:lnTo>
                    <a:pt x="89" y="381"/>
                  </a:lnTo>
                  <a:lnTo>
                    <a:pt x="66" y="394"/>
                  </a:lnTo>
                  <a:lnTo>
                    <a:pt x="45" y="404"/>
                  </a:lnTo>
                  <a:lnTo>
                    <a:pt x="23" y="410"/>
                  </a:lnTo>
                  <a:lnTo>
                    <a:pt x="0" y="412"/>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9432" name="Freeform 54"/>
            <p:cNvSpPr>
              <a:spLocks/>
            </p:cNvSpPr>
            <p:nvPr/>
          </p:nvSpPr>
          <p:spPr bwMode="auto">
            <a:xfrm>
              <a:off x="915" y="1830"/>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1" y="42"/>
                  </a:lnTo>
                  <a:lnTo>
                    <a:pt x="4" y="85"/>
                  </a:lnTo>
                  <a:lnTo>
                    <a:pt x="10" y="125"/>
                  </a:lnTo>
                  <a:lnTo>
                    <a:pt x="19" y="163"/>
                  </a:lnTo>
                  <a:lnTo>
                    <a:pt x="29" y="201"/>
                  </a:lnTo>
                  <a:lnTo>
                    <a:pt x="41" y="235"/>
                  </a:lnTo>
                  <a:lnTo>
                    <a:pt x="55" y="268"/>
                  </a:lnTo>
                  <a:lnTo>
                    <a:pt x="71" y="299"/>
                  </a:lnTo>
                  <a:lnTo>
                    <a:pt x="89" y="326"/>
                  </a:lnTo>
                  <a:lnTo>
                    <a:pt x="106" y="350"/>
                  </a:lnTo>
                  <a:lnTo>
                    <a:pt x="126" y="373"/>
                  </a:lnTo>
                  <a:lnTo>
                    <a:pt x="149" y="390"/>
                  </a:lnTo>
                  <a:lnTo>
                    <a:pt x="171" y="405"/>
                  </a:lnTo>
                  <a:lnTo>
                    <a:pt x="194" y="416"/>
                  </a:lnTo>
                  <a:lnTo>
                    <a:pt x="219" y="422"/>
                  </a:lnTo>
                  <a:lnTo>
                    <a:pt x="245" y="424"/>
                  </a:lnTo>
                  <a:lnTo>
                    <a:pt x="245" y="412"/>
                  </a:lnTo>
                  <a:lnTo>
                    <a:pt x="221" y="410"/>
                  </a:lnTo>
                  <a:lnTo>
                    <a:pt x="199" y="404"/>
                  </a:lnTo>
                  <a:lnTo>
                    <a:pt x="178" y="394"/>
                  </a:lnTo>
                  <a:lnTo>
                    <a:pt x="156" y="381"/>
                  </a:lnTo>
                  <a:lnTo>
                    <a:pt x="136" y="363"/>
                  </a:lnTo>
                  <a:lnTo>
                    <a:pt x="116" y="343"/>
                  </a:lnTo>
                  <a:lnTo>
                    <a:pt x="98" y="319"/>
                  </a:lnTo>
                  <a:lnTo>
                    <a:pt x="81" y="292"/>
                  </a:lnTo>
                  <a:lnTo>
                    <a:pt x="67" y="263"/>
                  </a:lnTo>
                  <a:lnTo>
                    <a:pt x="52" y="231"/>
                  </a:lnTo>
                  <a:lnTo>
                    <a:pt x="41" y="197"/>
                  </a:lnTo>
                  <a:lnTo>
                    <a:pt x="30" y="160"/>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9433" name="Freeform 55"/>
            <p:cNvSpPr>
              <a:spLocks/>
            </p:cNvSpPr>
            <p:nvPr/>
          </p:nvSpPr>
          <p:spPr bwMode="auto">
            <a:xfrm>
              <a:off x="915" y="1745"/>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0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19" y="2"/>
                  </a:lnTo>
                  <a:lnTo>
                    <a:pt x="194" y="8"/>
                  </a:lnTo>
                  <a:lnTo>
                    <a:pt x="171" y="19"/>
                  </a:lnTo>
                  <a:lnTo>
                    <a:pt x="149" y="34"/>
                  </a:lnTo>
                  <a:lnTo>
                    <a:pt x="126" y="52"/>
                  </a:lnTo>
                  <a:lnTo>
                    <a:pt x="106" y="74"/>
                  </a:lnTo>
                  <a:lnTo>
                    <a:pt x="89" y="99"/>
                  </a:lnTo>
                  <a:lnTo>
                    <a:pt x="70" y="126"/>
                  </a:lnTo>
                  <a:lnTo>
                    <a:pt x="55" y="157"/>
                  </a:lnTo>
                  <a:lnTo>
                    <a:pt x="41" y="189"/>
                  </a:lnTo>
                  <a:lnTo>
                    <a:pt x="29" y="224"/>
                  </a:lnTo>
                  <a:lnTo>
                    <a:pt x="19" y="262"/>
                  </a:lnTo>
                  <a:lnTo>
                    <a:pt x="10" y="300"/>
                  </a:lnTo>
                  <a:lnTo>
                    <a:pt x="4" y="340"/>
                  </a:lnTo>
                  <a:lnTo>
                    <a:pt x="1" y="383"/>
                  </a:lnTo>
                  <a:lnTo>
                    <a:pt x="0" y="426"/>
                  </a:lnTo>
                  <a:lnTo>
                    <a:pt x="11" y="426"/>
                  </a:lnTo>
                  <a:lnTo>
                    <a:pt x="13" y="383"/>
                  </a:lnTo>
                  <a:lnTo>
                    <a:pt x="16" y="342"/>
                  </a:lnTo>
                  <a:lnTo>
                    <a:pt x="22" y="303"/>
                  </a:lnTo>
                  <a:lnTo>
                    <a:pt x="30" y="264"/>
                  </a:lnTo>
                  <a:lnTo>
                    <a:pt x="41" y="229"/>
                  </a:lnTo>
                  <a:lnTo>
                    <a:pt x="52" y="194"/>
                  </a:lnTo>
                  <a:lnTo>
                    <a:pt x="67" y="162"/>
                  </a:lnTo>
                  <a:lnTo>
                    <a:pt x="82" y="133"/>
                  </a:lnTo>
                  <a:lnTo>
                    <a:pt x="98" y="106"/>
                  </a:lnTo>
                  <a:lnTo>
                    <a:pt x="116" y="81"/>
                  </a:lnTo>
                  <a:lnTo>
                    <a:pt x="136" y="61"/>
                  </a:lnTo>
                  <a:lnTo>
                    <a:pt x="156" y="43"/>
                  </a:lnTo>
                  <a:lnTo>
                    <a:pt x="178" y="31"/>
                  </a:lnTo>
                  <a:lnTo>
                    <a:pt x="199" y="20"/>
                  </a:lnTo>
                  <a:lnTo>
                    <a:pt x="221"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9434" name="Freeform 56"/>
            <p:cNvSpPr>
              <a:spLocks/>
            </p:cNvSpPr>
            <p:nvPr/>
          </p:nvSpPr>
          <p:spPr bwMode="auto">
            <a:xfrm>
              <a:off x="1140" y="2087"/>
              <a:ext cx="49" cy="85"/>
            </a:xfrm>
            <a:custGeom>
              <a:avLst/>
              <a:gdLst>
                <a:gd name="T0" fmla="*/ 2 w 246"/>
                <a:gd name="T1" fmla="*/ 3 h 424"/>
                <a:gd name="T2" fmla="*/ 2 w 246"/>
                <a:gd name="T3" fmla="*/ 3 h 424"/>
                <a:gd name="T4" fmla="*/ 2 w 246"/>
                <a:gd name="T5" fmla="*/ 3 h 424"/>
                <a:gd name="T6" fmla="*/ 2 w 246"/>
                <a:gd name="T7" fmla="*/ 3 h 424"/>
                <a:gd name="T8" fmla="*/ 2 w 246"/>
                <a:gd name="T9" fmla="*/ 2 h 424"/>
                <a:gd name="T10" fmla="*/ 2 w 246"/>
                <a:gd name="T11" fmla="*/ 2 h 424"/>
                <a:gd name="T12" fmla="*/ 2 w 246"/>
                <a:gd name="T13" fmla="*/ 2 h 424"/>
                <a:gd name="T14" fmla="*/ 2 w 246"/>
                <a:gd name="T15" fmla="*/ 2 h 424"/>
                <a:gd name="T16" fmla="*/ 2 w 246"/>
                <a:gd name="T17" fmla="*/ 1 h 424"/>
                <a:gd name="T18" fmla="*/ 1 w 246"/>
                <a:gd name="T19" fmla="*/ 1 h 424"/>
                <a:gd name="T20" fmla="*/ 1 w 246"/>
                <a:gd name="T21" fmla="*/ 1 h 424"/>
                <a:gd name="T22" fmla="*/ 1 w 246"/>
                <a:gd name="T23" fmla="*/ 1 h 424"/>
                <a:gd name="T24" fmla="*/ 1 w 246"/>
                <a:gd name="T25" fmla="*/ 0 h 424"/>
                <a:gd name="T26" fmla="*/ 1 w 246"/>
                <a:gd name="T27" fmla="*/ 0 h 424"/>
                <a:gd name="T28" fmla="*/ 1 w 246"/>
                <a:gd name="T29" fmla="*/ 0 h 424"/>
                <a:gd name="T30" fmla="*/ 0 w 246"/>
                <a:gd name="T31" fmla="*/ 0 h 424"/>
                <a:gd name="T32" fmla="*/ 0 w 246"/>
                <a:gd name="T33" fmla="*/ 0 h 424"/>
                <a:gd name="T34" fmla="*/ 0 w 246"/>
                <a:gd name="T35" fmla="*/ 0 h 424"/>
                <a:gd name="T36" fmla="*/ 0 w 246"/>
                <a:gd name="T37" fmla="*/ 0 h 424"/>
                <a:gd name="T38" fmla="*/ 0 w 246"/>
                <a:gd name="T39" fmla="*/ 0 h 424"/>
                <a:gd name="T40" fmla="*/ 0 w 246"/>
                <a:gd name="T41" fmla="*/ 0 h 424"/>
                <a:gd name="T42" fmla="*/ 1 w 246"/>
                <a:gd name="T43" fmla="*/ 0 h 424"/>
                <a:gd name="T44" fmla="*/ 1 w 246"/>
                <a:gd name="T45" fmla="*/ 0 h 424"/>
                <a:gd name="T46" fmla="*/ 1 w 246"/>
                <a:gd name="T47" fmla="*/ 0 h 424"/>
                <a:gd name="T48" fmla="*/ 1 w 246"/>
                <a:gd name="T49" fmla="*/ 1 h 424"/>
                <a:gd name="T50" fmla="*/ 1 w 246"/>
                <a:gd name="T51" fmla="*/ 1 h 424"/>
                <a:gd name="T52" fmla="*/ 1 w 246"/>
                <a:gd name="T53" fmla="*/ 1 h 424"/>
                <a:gd name="T54" fmla="*/ 1 w 246"/>
                <a:gd name="T55" fmla="*/ 1 h 424"/>
                <a:gd name="T56" fmla="*/ 2 w 246"/>
                <a:gd name="T57" fmla="*/ 2 h 424"/>
                <a:gd name="T58" fmla="*/ 2 w 246"/>
                <a:gd name="T59" fmla="*/ 2 h 424"/>
                <a:gd name="T60" fmla="*/ 2 w 246"/>
                <a:gd name="T61" fmla="*/ 2 h 424"/>
                <a:gd name="T62" fmla="*/ 2 w 246"/>
                <a:gd name="T63" fmla="*/ 2 h 424"/>
                <a:gd name="T64" fmla="*/ 2 w 246"/>
                <a:gd name="T65" fmla="*/ 3 h 424"/>
                <a:gd name="T66" fmla="*/ 2 w 246"/>
                <a:gd name="T67" fmla="*/ 3 h 424"/>
                <a:gd name="T68" fmla="*/ 2 w 246"/>
                <a:gd name="T69" fmla="*/ 3 h 424"/>
                <a:gd name="T70" fmla="*/ 2 w 246"/>
                <a:gd name="T71" fmla="*/ 3 h 424"/>
                <a:gd name="T72" fmla="*/ 2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424"/>
                  </a:moveTo>
                  <a:lnTo>
                    <a:pt x="246" y="424"/>
                  </a:lnTo>
                  <a:lnTo>
                    <a:pt x="244" y="382"/>
                  </a:lnTo>
                  <a:lnTo>
                    <a:pt x="241" y="338"/>
                  </a:lnTo>
                  <a:lnTo>
                    <a:pt x="235" y="298"/>
                  </a:lnTo>
                  <a:lnTo>
                    <a:pt x="227" y="261"/>
                  </a:lnTo>
                  <a:lnTo>
                    <a:pt x="216" y="222"/>
                  </a:lnTo>
                  <a:lnTo>
                    <a:pt x="205" y="188"/>
                  </a:lnTo>
                  <a:lnTo>
                    <a:pt x="190" y="155"/>
                  </a:lnTo>
                  <a:lnTo>
                    <a:pt x="174" y="125"/>
                  </a:lnTo>
                  <a:lnTo>
                    <a:pt x="157" y="98"/>
                  </a:lnTo>
                  <a:lnTo>
                    <a:pt x="138" y="73"/>
                  </a:lnTo>
                  <a:lnTo>
                    <a:pt x="118" y="51"/>
                  </a:lnTo>
                  <a:lnTo>
                    <a:pt x="96" y="34"/>
                  </a:lnTo>
                  <a:lnTo>
                    <a:pt x="74" y="18"/>
                  </a:lnTo>
                  <a:lnTo>
                    <a:pt x="50" y="8"/>
                  </a:lnTo>
                  <a:lnTo>
                    <a:pt x="25" y="2"/>
                  </a:lnTo>
                  <a:lnTo>
                    <a:pt x="0" y="0"/>
                  </a:lnTo>
                  <a:lnTo>
                    <a:pt x="0" y="11"/>
                  </a:lnTo>
                  <a:lnTo>
                    <a:pt x="23" y="14"/>
                  </a:lnTo>
                  <a:lnTo>
                    <a:pt x="45" y="19"/>
                  </a:lnTo>
                  <a:lnTo>
                    <a:pt x="67" y="30"/>
                  </a:lnTo>
                  <a:lnTo>
                    <a:pt x="89" y="43"/>
                  </a:lnTo>
                  <a:lnTo>
                    <a:pt x="108" y="60"/>
                  </a:lnTo>
                  <a:lnTo>
                    <a:pt x="128" y="80"/>
                  </a:lnTo>
                  <a:lnTo>
                    <a:pt x="147" y="105"/>
                  </a:lnTo>
                  <a:lnTo>
                    <a:pt x="165" y="132"/>
                  </a:lnTo>
                  <a:lnTo>
                    <a:pt x="179" y="160"/>
                  </a:lnTo>
                  <a:lnTo>
                    <a:pt x="193" y="193"/>
                  </a:lnTo>
                  <a:lnTo>
                    <a:pt x="205" y="227"/>
                  </a:lnTo>
                  <a:lnTo>
                    <a:pt x="215" y="263"/>
                  </a:lnTo>
                  <a:lnTo>
                    <a:pt x="223" y="301"/>
                  </a:lnTo>
                  <a:lnTo>
                    <a:pt x="229" y="341"/>
                  </a:lnTo>
                  <a:lnTo>
                    <a:pt x="233" y="382"/>
                  </a:lnTo>
                  <a:lnTo>
                    <a:pt x="234" y="424"/>
                  </a:lnTo>
                  <a:lnTo>
                    <a:pt x="246"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9435" name="Freeform 57"/>
            <p:cNvSpPr>
              <a:spLocks/>
            </p:cNvSpPr>
            <p:nvPr/>
          </p:nvSpPr>
          <p:spPr bwMode="auto">
            <a:xfrm>
              <a:off x="1140" y="2172"/>
              <a:ext cx="49" cy="85"/>
            </a:xfrm>
            <a:custGeom>
              <a:avLst/>
              <a:gdLst>
                <a:gd name="T0" fmla="*/ 0 w 246"/>
                <a:gd name="T1" fmla="*/ 3 h 426"/>
                <a:gd name="T2" fmla="*/ 0 w 246"/>
                <a:gd name="T3" fmla="*/ 3 h 426"/>
                <a:gd name="T4" fmla="*/ 0 w 246"/>
                <a:gd name="T5" fmla="*/ 3 h 426"/>
                <a:gd name="T6" fmla="*/ 0 w 246"/>
                <a:gd name="T7" fmla="*/ 3 h 426"/>
                <a:gd name="T8" fmla="*/ 1 w 246"/>
                <a:gd name="T9" fmla="*/ 3 h 426"/>
                <a:gd name="T10" fmla="*/ 1 w 246"/>
                <a:gd name="T11" fmla="*/ 3 h 426"/>
                <a:gd name="T12" fmla="*/ 1 w 246"/>
                <a:gd name="T13" fmla="*/ 3 h 426"/>
                <a:gd name="T14" fmla="*/ 1 w 246"/>
                <a:gd name="T15" fmla="*/ 3 h 426"/>
                <a:gd name="T16" fmla="*/ 1 w 246"/>
                <a:gd name="T17" fmla="*/ 3 h 426"/>
                <a:gd name="T18" fmla="*/ 1 w 246"/>
                <a:gd name="T19" fmla="*/ 2 h 426"/>
                <a:gd name="T20" fmla="*/ 2 w 246"/>
                <a:gd name="T21" fmla="*/ 2 h 426"/>
                <a:gd name="T22" fmla="*/ 2 w 246"/>
                <a:gd name="T23" fmla="*/ 2 h 426"/>
                <a:gd name="T24" fmla="*/ 2 w 246"/>
                <a:gd name="T25" fmla="*/ 2 h 426"/>
                <a:gd name="T26" fmla="*/ 2 w 246"/>
                <a:gd name="T27" fmla="*/ 1 h 426"/>
                <a:gd name="T28" fmla="*/ 2 w 246"/>
                <a:gd name="T29" fmla="*/ 1 h 426"/>
                <a:gd name="T30" fmla="*/ 2 w 246"/>
                <a:gd name="T31" fmla="*/ 1 h 426"/>
                <a:gd name="T32" fmla="*/ 2 w 246"/>
                <a:gd name="T33" fmla="*/ 0 h 426"/>
                <a:gd name="T34" fmla="*/ 2 w 246"/>
                <a:gd name="T35" fmla="*/ 0 h 426"/>
                <a:gd name="T36" fmla="*/ 2 w 246"/>
                <a:gd name="T37" fmla="*/ 0 h 426"/>
                <a:gd name="T38" fmla="*/ 2 w 246"/>
                <a:gd name="T39" fmla="*/ 0 h 426"/>
                <a:gd name="T40" fmla="*/ 2 w 246"/>
                <a:gd name="T41" fmla="*/ 1 h 426"/>
                <a:gd name="T42" fmla="*/ 2 w 246"/>
                <a:gd name="T43" fmla="*/ 1 h 426"/>
                <a:gd name="T44" fmla="*/ 2 w 246"/>
                <a:gd name="T45" fmla="*/ 1 h 426"/>
                <a:gd name="T46" fmla="*/ 2 w 246"/>
                <a:gd name="T47" fmla="*/ 2 h 426"/>
                <a:gd name="T48" fmla="*/ 2 w 246"/>
                <a:gd name="T49" fmla="*/ 2 h 426"/>
                <a:gd name="T50" fmla="*/ 1 w 246"/>
                <a:gd name="T51" fmla="*/ 2 h 426"/>
                <a:gd name="T52" fmla="*/ 1 w 246"/>
                <a:gd name="T53" fmla="*/ 2 h 426"/>
                <a:gd name="T54" fmla="*/ 1 w 246"/>
                <a:gd name="T55" fmla="*/ 3 h 426"/>
                <a:gd name="T56" fmla="*/ 1 w 246"/>
                <a:gd name="T57" fmla="*/ 3 h 426"/>
                <a:gd name="T58" fmla="*/ 1 w 246"/>
                <a:gd name="T59" fmla="*/ 3 h 426"/>
                <a:gd name="T60" fmla="*/ 1 w 246"/>
                <a:gd name="T61" fmla="*/ 3 h 426"/>
                <a:gd name="T62" fmla="*/ 1 w 246"/>
                <a:gd name="T63" fmla="*/ 3 h 426"/>
                <a:gd name="T64" fmla="*/ 0 w 246"/>
                <a:gd name="T65" fmla="*/ 3 h 426"/>
                <a:gd name="T66" fmla="*/ 0 w 246"/>
                <a:gd name="T67" fmla="*/ 3 h 426"/>
                <a:gd name="T68" fmla="*/ 0 w 246"/>
                <a:gd name="T69" fmla="*/ 3 h 426"/>
                <a:gd name="T70" fmla="*/ 0 w 246"/>
                <a:gd name="T71" fmla="*/ 3 h 426"/>
                <a:gd name="T72" fmla="*/ 0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426"/>
                  </a:moveTo>
                  <a:lnTo>
                    <a:pt x="0" y="426"/>
                  </a:lnTo>
                  <a:lnTo>
                    <a:pt x="25" y="423"/>
                  </a:lnTo>
                  <a:lnTo>
                    <a:pt x="50" y="417"/>
                  </a:lnTo>
                  <a:lnTo>
                    <a:pt x="74" y="407"/>
                  </a:lnTo>
                  <a:lnTo>
                    <a:pt x="96" y="392"/>
                  </a:lnTo>
                  <a:lnTo>
                    <a:pt x="118" y="373"/>
                  </a:lnTo>
                  <a:lnTo>
                    <a:pt x="138" y="350"/>
                  </a:lnTo>
                  <a:lnTo>
                    <a:pt x="157" y="327"/>
                  </a:lnTo>
                  <a:lnTo>
                    <a:pt x="175" y="299"/>
                  </a:lnTo>
                  <a:lnTo>
                    <a:pt x="190" y="268"/>
                  </a:lnTo>
                  <a:lnTo>
                    <a:pt x="205" y="236"/>
                  </a:lnTo>
                  <a:lnTo>
                    <a:pt x="216" y="202"/>
                  </a:lnTo>
                  <a:lnTo>
                    <a:pt x="227" y="164"/>
                  </a:lnTo>
                  <a:lnTo>
                    <a:pt x="235" y="125"/>
                  </a:lnTo>
                  <a:lnTo>
                    <a:pt x="241" y="86"/>
                  </a:lnTo>
                  <a:lnTo>
                    <a:pt x="244" y="42"/>
                  </a:lnTo>
                  <a:lnTo>
                    <a:pt x="246" y="0"/>
                  </a:lnTo>
                  <a:lnTo>
                    <a:pt x="234" y="0"/>
                  </a:lnTo>
                  <a:lnTo>
                    <a:pt x="233" y="42"/>
                  </a:lnTo>
                  <a:lnTo>
                    <a:pt x="229" y="83"/>
                  </a:lnTo>
                  <a:lnTo>
                    <a:pt x="223" y="123"/>
                  </a:lnTo>
                  <a:lnTo>
                    <a:pt x="215" y="162"/>
                  </a:lnTo>
                  <a:lnTo>
                    <a:pt x="205" y="197"/>
                  </a:lnTo>
                  <a:lnTo>
                    <a:pt x="193" y="231"/>
                  </a:lnTo>
                  <a:lnTo>
                    <a:pt x="179" y="264"/>
                  </a:lnTo>
                  <a:lnTo>
                    <a:pt x="164" y="292"/>
                  </a:lnTo>
                  <a:lnTo>
                    <a:pt x="147" y="320"/>
                  </a:lnTo>
                  <a:lnTo>
                    <a:pt x="128" y="343"/>
                  </a:lnTo>
                  <a:lnTo>
                    <a:pt x="108" y="363"/>
                  </a:lnTo>
                  <a:lnTo>
                    <a:pt x="89" y="382"/>
                  </a:lnTo>
                  <a:lnTo>
                    <a:pt x="67" y="395"/>
                  </a:lnTo>
                  <a:lnTo>
                    <a:pt x="45" y="406"/>
                  </a:lnTo>
                  <a:lnTo>
                    <a:pt x="23" y="411"/>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9436" name="Freeform 58"/>
            <p:cNvSpPr>
              <a:spLocks/>
            </p:cNvSpPr>
            <p:nvPr/>
          </p:nvSpPr>
          <p:spPr bwMode="auto">
            <a:xfrm>
              <a:off x="1091" y="2172"/>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4" y="86"/>
                  </a:lnTo>
                  <a:lnTo>
                    <a:pt x="10" y="125"/>
                  </a:lnTo>
                  <a:lnTo>
                    <a:pt x="18" y="164"/>
                  </a:lnTo>
                  <a:lnTo>
                    <a:pt x="29" y="202"/>
                  </a:lnTo>
                  <a:lnTo>
                    <a:pt x="41" y="236"/>
                  </a:lnTo>
                  <a:lnTo>
                    <a:pt x="55" y="268"/>
                  </a:lnTo>
                  <a:lnTo>
                    <a:pt x="70" y="299"/>
                  </a:lnTo>
                  <a:lnTo>
                    <a:pt x="89" y="327"/>
                  </a:lnTo>
                  <a:lnTo>
                    <a:pt x="106" y="350"/>
                  </a:lnTo>
                  <a:lnTo>
                    <a:pt x="126" y="373"/>
                  </a:lnTo>
                  <a:lnTo>
                    <a:pt x="148" y="392"/>
                  </a:lnTo>
                  <a:lnTo>
                    <a:pt x="171" y="407"/>
                  </a:lnTo>
                  <a:lnTo>
                    <a:pt x="194" y="417"/>
                  </a:lnTo>
                  <a:lnTo>
                    <a:pt x="219" y="423"/>
                  </a:lnTo>
                  <a:lnTo>
                    <a:pt x="245" y="426"/>
                  </a:lnTo>
                  <a:lnTo>
                    <a:pt x="245" y="414"/>
                  </a:lnTo>
                  <a:lnTo>
                    <a:pt x="221" y="411"/>
                  </a:lnTo>
                  <a:lnTo>
                    <a:pt x="199" y="406"/>
                  </a:lnTo>
                  <a:lnTo>
                    <a:pt x="178" y="395"/>
                  </a:lnTo>
                  <a:lnTo>
                    <a:pt x="155" y="382"/>
                  </a:lnTo>
                  <a:lnTo>
                    <a:pt x="136" y="363"/>
                  </a:lnTo>
                  <a:lnTo>
                    <a:pt x="116" y="343"/>
                  </a:lnTo>
                  <a:lnTo>
                    <a:pt x="98" y="320"/>
                  </a:lnTo>
                  <a:lnTo>
                    <a:pt x="82" y="292"/>
                  </a:lnTo>
                  <a:lnTo>
                    <a:pt x="66" y="264"/>
                  </a:lnTo>
                  <a:lnTo>
                    <a:pt x="52" y="231"/>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9437" name="Freeform 59"/>
            <p:cNvSpPr>
              <a:spLocks/>
            </p:cNvSpPr>
            <p:nvPr/>
          </p:nvSpPr>
          <p:spPr bwMode="auto">
            <a:xfrm>
              <a:off x="1091" y="2087"/>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4" y="8"/>
                  </a:lnTo>
                  <a:lnTo>
                    <a:pt x="171" y="18"/>
                  </a:lnTo>
                  <a:lnTo>
                    <a:pt x="148" y="34"/>
                  </a:lnTo>
                  <a:lnTo>
                    <a:pt x="126" y="51"/>
                  </a:lnTo>
                  <a:lnTo>
                    <a:pt x="106" y="73"/>
                  </a:lnTo>
                  <a:lnTo>
                    <a:pt x="89" y="98"/>
                  </a:lnTo>
                  <a:lnTo>
                    <a:pt x="71" y="125"/>
                  </a:lnTo>
                  <a:lnTo>
                    <a:pt x="55" y="155"/>
                  </a:lnTo>
                  <a:lnTo>
                    <a:pt x="41" y="188"/>
                  </a:lnTo>
                  <a:lnTo>
                    <a:pt x="29" y="222"/>
                  </a:lnTo>
                  <a:lnTo>
                    <a:pt x="18" y="261"/>
                  </a:lnTo>
                  <a:lnTo>
                    <a:pt x="10" y="298"/>
                  </a:lnTo>
                  <a:lnTo>
                    <a:pt x="4" y="338"/>
                  </a:lnTo>
                  <a:lnTo>
                    <a:pt x="1" y="382"/>
                  </a:lnTo>
                  <a:lnTo>
                    <a:pt x="0" y="424"/>
                  </a:lnTo>
                  <a:lnTo>
                    <a:pt x="11" y="424"/>
                  </a:lnTo>
                  <a:lnTo>
                    <a:pt x="13" y="382"/>
                  </a:lnTo>
                  <a:lnTo>
                    <a:pt x="16" y="341"/>
                  </a:lnTo>
                  <a:lnTo>
                    <a:pt x="22" y="301"/>
                  </a:lnTo>
                  <a:lnTo>
                    <a:pt x="30" y="263"/>
                  </a:lnTo>
                  <a:lnTo>
                    <a:pt x="41" y="227"/>
                  </a:lnTo>
                  <a:lnTo>
                    <a:pt x="52" y="193"/>
                  </a:lnTo>
                  <a:lnTo>
                    <a:pt x="66" y="160"/>
                  </a:lnTo>
                  <a:lnTo>
                    <a:pt x="80" y="132"/>
                  </a:lnTo>
                  <a:lnTo>
                    <a:pt x="98" y="105"/>
                  </a:lnTo>
                  <a:lnTo>
                    <a:pt x="116" y="80"/>
                  </a:lnTo>
                  <a:lnTo>
                    <a:pt x="136" y="60"/>
                  </a:lnTo>
                  <a:lnTo>
                    <a:pt x="155" y="43"/>
                  </a:lnTo>
                  <a:lnTo>
                    <a:pt x="178" y="30"/>
                  </a:lnTo>
                  <a:lnTo>
                    <a:pt x="199" y="19"/>
                  </a:lnTo>
                  <a:lnTo>
                    <a:pt x="221" y="14"/>
                  </a:lnTo>
                  <a:lnTo>
                    <a:pt x="245" y="11"/>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9438" name="Freeform 60"/>
            <p:cNvSpPr>
              <a:spLocks/>
            </p:cNvSpPr>
            <p:nvPr/>
          </p:nvSpPr>
          <p:spPr bwMode="auto">
            <a:xfrm>
              <a:off x="1392" y="2118"/>
              <a:ext cx="49" cy="85"/>
            </a:xfrm>
            <a:custGeom>
              <a:avLst/>
              <a:gdLst>
                <a:gd name="T0" fmla="*/ 2 w 246"/>
                <a:gd name="T1" fmla="*/ 3 h 426"/>
                <a:gd name="T2" fmla="*/ 2 w 246"/>
                <a:gd name="T3" fmla="*/ 3 h 426"/>
                <a:gd name="T4" fmla="*/ 2 w 246"/>
                <a:gd name="T5" fmla="*/ 3 h 426"/>
                <a:gd name="T6" fmla="*/ 2 w 246"/>
                <a:gd name="T7" fmla="*/ 3 h 426"/>
                <a:gd name="T8" fmla="*/ 2 w 246"/>
                <a:gd name="T9" fmla="*/ 2 h 426"/>
                <a:gd name="T10" fmla="*/ 2 w 246"/>
                <a:gd name="T11" fmla="*/ 2 h 426"/>
                <a:gd name="T12" fmla="*/ 2 w 246"/>
                <a:gd name="T13" fmla="*/ 2 h 426"/>
                <a:gd name="T14" fmla="*/ 2 w 246"/>
                <a:gd name="T15" fmla="*/ 2 h 426"/>
                <a:gd name="T16" fmla="*/ 2 w 246"/>
                <a:gd name="T17" fmla="*/ 1 h 426"/>
                <a:gd name="T18" fmla="*/ 1 w 246"/>
                <a:gd name="T19" fmla="*/ 1 h 426"/>
                <a:gd name="T20" fmla="*/ 1 w 246"/>
                <a:gd name="T21" fmla="*/ 1 h 426"/>
                <a:gd name="T22" fmla="*/ 1 w 246"/>
                <a:gd name="T23" fmla="*/ 1 h 426"/>
                <a:gd name="T24" fmla="*/ 1 w 246"/>
                <a:gd name="T25" fmla="*/ 0 h 426"/>
                <a:gd name="T26" fmla="*/ 1 w 246"/>
                <a:gd name="T27" fmla="*/ 0 h 426"/>
                <a:gd name="T28" fmla="*/ 1 w 246"/>
                <a:gd name="T29" fmla="*/ 0 h 426"/>
                <a:gd name="T30" fmla="*/ 0 w 246"/>
                <a:gd name="T31" fmla="*/ 0 h 426"/>
                <a:gd name="T32" fmla="*/ 0 w 246"/>
                <a:gd name="T33" fmla="*/ 0 h 426"/>
                <a:gd name="T34" fmla="*/ 0 w 246"/>
                <a:gd name="T35" fmla="*/ 0 h 426"/>
                <a:gd name="T36" fmla="*/ 0 w 246"/>
                <a:gd name="T37" fmla="*/ 0 h 426"/>
                <a:gd name="T38" fmla="*/ 0 w 246"/>
                <a:gd name="T39" fmla="*/ 0 h 426"/>
                <a:gd name="T40" fmla="*/ 0 w 246"/>
                <a:gd name="T41" fmla="*/ 0 h 426"/>
                <a:gd name="T42" fmla="*/ 1 w 246"/>
                <a:gd name="T43" fmla="*/ 0 h 426"/>
                <a:gd name="T44" fmla="*/ 1 w 246"/>
                <a:gd name="T45" fmla="*/ 0 h 426"/>
                <a:gd name="T46" fmla="*/ 1 w 246"/>
                <a:gd name="T47" fmla="*/ 1 h 426"/>
                <a:gd name="T48" fmla="*/ 1 w 246"/>
                <a:gd name="T49" fmla="*/ 1 h 426"/>
                <a:gd name="T50" fmla="*/ 1 w 246"/>
                <a:gd name="T51" fmla="*/ 1 h 426"/>
                <a:gd name="T52" fmla="*/ 1 w 246"/>
                <a:gd name="T53" fmla="*/ 1 h 426"/>
                <a:gd name="T54" fmla="*/ 1 w 246"/>
                <a:gd name="T55" fmla="*/ 1 h 426"/>
                <a:gd name="T56" fmla="*/ 2 w 246"/>
                <a:gd name="T57" fmla="*/ 2 h 426"/>
                <a:gd name="T58" fmla="*/ 2 w 246"/>
                <a:gd name="T59" fmla="*/ 2 h 426"/>
                <a:gd name="T60" fmla="*/ 2 w 246"/>
                <a:gd name="T61" fmla="*/ 2 h 426"/>
                <a:gd name="T62" fmla="*/ 2 w 246"/>
                <a:gd name="T63" fmla="*/ 2 h 426"/>
                <a:gd name="T64" fmla="*/ 2 w 246"/>
                <a:gd name="T65" fmla="*/ 3 h 426"/>
                <a:gd name="T66" fmla="*/ 2 w 246"/>
                <a:gd name="T67" fmla="*/ 3 h 426"/>
                <a:gd name="T68" fmla="*/ 2 w 246"/>
                <a:gd name="T69" fmla="*/ 3 h 426"/>
                <a:gd name="T70" fmla="*/ 2 w 246"/>
                <a:gd name="T71" fmla="*/ 3 h 426"/>
                <a:gd name="T72" fmla="*/ 2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246" y="426"/>
                  </a:moveTo>
                  <a:lnTo>
                    <a:pt x="246" y="426"/>
                  </a:lnTo>
                  <a:lnTo>
                    <a:pt x="245" y="384"/>
                  </a:lnTo>
                  <a:lnTo>
                    <a:pt x="242" y="340"/>
                  </a:lnTo>
                  <a:lnTo>
                    <a:pt x="236" y="301"/>
                  </a:lnTo>
                  <a:lnTo>
                    <a:pt x="228" y="262"/>
                  </a:lnTo>
                  <a:lnTo>
                    <a:pt x="217" y="224"/>
                  </a:lnTo>
                  <a:lnTo>
                    <a:pt x="205" y="190"/>
                  </a:lnTo>
                  <a:lnTo>
                    <a:pt x="191" y="158"/>
                  </a:lnTo>
                  <a:lnTo>
                    <a:pt x="176" y="126"/>
                  </a:lnTo>
                  <a:lnTo>
                    <a:pt x="157" y="99"/>
                  </a:lnTo>
                  <a:lnTo>
                    <a:pt x="139" y="75"/>
                  </a:lnTo>
                  <a:lnTo>
                    <a:pt x="119" y="53"/>
                  </a:lnTo>
                  <a:lnTo>
                    <a:pt x="96" y="34"/>
                  </a:lnTo>
                  <a:lnTo>
                    <a:pt x="75" y="19"/>
                  </a:lnTo>
                  <a:lnTo>
                    <a:pt x="51" y="9"/>
                  </a:lnTo>
                  <a:lnTo>
                    <a:pt x="26" y="3"/>
                  </a:lnTo>
                  <a:lnTo>
                    <a:pt x="0" y="0"/>
                  </a:lnTo>
                  <a:lnTo>
                    <a:pt x="0" y="12"/>
                  </a:lnTo>
                  <a:lnTo>
                    <a:pt x="24" y="15"/>
                  </a:lnTo>
                  <a:lnTo>
                    <a:pt x="46" y="20"/>
                  </a:lnTo>
                  <a:lnTo>
                    <a:pt x="68" y="31"/>
                  </a:lnTo>
                  <a:lnTo>
                    <a:pt x="89" y="44"/>
                  </a:lnTo>
                  <a:lnTo>
                    <a:pt x="109" y="63"/>
                  </a:lnTo>
                  <a:lnTo>
                    <a:pt x="129" y="83"/>
                  </a:lnTo>
                  <a:lnTo>
                    <a:pt x="148" y="106"/>
                  </a:lnTo>
                  <a:lnTo>
                    <a:pt x="164" y="133"/>
                  </a:lnTo>
                  <a:lnTo>
                    <a:pt x="180" y="162"/>
                  </a:lnTo>
                  <a:lnTo>
                    <a:pt x="194" y="195"/>
                  </a:lnTo>
                  <a:lnTo>
                    <a:pt x="205" y="229"/>
                  </a:lnTo>
                  <a:lnTo>
                    <a:pt x="216" y="264"/>
                  </a:lnTo>
                  <a:lnTo>
                    <a:pt x="224" y="303"/>
                  </a:lnTo>
                  <a:lnTo>
                    <a:pt x="230" y="343"/>
                  </a:lnTo>
                  <a:lnTo>
                    <a:pt x="233" y="384"/>
                  </a:lnTo>
                  <a:lnTo>
                    <a:pt x="235" y="426"/>
                  </a:lnTo>
                  <a:lnTo>
                    <a:pt x="246"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9439" name="Freeform 61"/>
            <p:cNvSpPr>
              <a:spLocks/>
            </p:cNvSpPr>
            <p:nvPr/>
          </p:nvSpPr>
          <p:spPr bwMode="auto">
            <a:xfrm>
              <a:off x="1392" y="2203"/>
              <a:ext cx="49" cy="85"/>
            </a:xfrm>
            <a:custGeom>
              <a:avLst/>
              <a:gdLst>
                <a:gd name="T0" fmla="*/ 0 w 246"/>
                <a:gd name="T1" fmla="*/ 3 h 424"/>
                <a:gd name="T2" fmla="*/ 0 w 246"/>
                <a:gd name="T3" fmla="*/ 3 h 424"/>
                <a:gd name="T4" fmla="*/ 0 w 246"/>
                <a:gd name="T5" fmla="*/ 3 h 424"/>
                <a:gd name="T6" fmla="*/ 0 w 246"/>
                <a:gd name="T7" fmla="*/ 3 h 424"/>
                <a:gd name="T8" fmla="*/ 1 w 246"/>
                <a:gd name="T9" fmla="*/ 3 h 424"/>
                <a:gd name="T10" fmla="*/ 1 w 246"/>
                <a:gd name="T11" fmla="*/ 3 h 424"/>
                <a:gd name="T12" fmla="*/ 1 w 246"/>
                <a:gd name="T13" fmla="*/ 3 h 424"/>
                <a:gd name="T14" fmla="*/ 1 w 246"/>
                <a:gd name="T15" fmla="*/ 3 h 424"/>
                <a:gd name="T16" fmla="*/ 1 w 246"/>
                <a:gd name="T17" fmla="*/ 3 h 424"/>
                <a:gd name="T18" fmla="*/ 1 w 246"/>
                <a:gd name="T19" fmla="*/ 2 h 424"/>
                <a:gd name="T20" fmla="*/ 2 w 246"/>
                <a:gd name="T21" fmla="*/ 2 h 424"/>
                <a:gd name="T22" fmla="*/ 2 w 246"/>
                <a:gd name="T23" fmla="*/ 2 h 424"/>
                <a:gd name="T24" fmla="*/ 2 w 246"/>
                <a:gd name="T25" fmla="*/ 2 h 424"/>
                <a:gd name="T26" fmla="*/ 2 w 246"/>
                <a:gd name="T27" fmla="*/ 1 h 424"/>
                <a:gd name="T28" fmla="*/ 2 w 246"/>
                <a:gd name="T29" fmla="*/ 1 h 424"/>
                <a:gd name="T30" fmla="*/ 2 w 246"/>
                <a:gd name="T31" fmla="*/ 1 h 424"/>
                <a:gd name="T32" fmla="*/ 2 w 246"/>
                <a:gd name="T33" fmla="*/ 0 h 424"/>
                <a:gd name="T34" fmla="*/ 2 w 246"/>
                <a:gd name="T35" fmla="*/ 0 h 424"/>
                <a:gd name="T36" fmla="*/ 2 w 246"/>
                <a:gd name="T37" fmla="*/ 0 h 424"/>
                <a:gd name="T38" fmla="*/ 2 w 246"/>
                <a:gd name="T39" fmla="*/ 0 h 424"/>
                <a:gd name="T40" fmla="*/ 2 w 246"/>
                <a:gd name="T41" fmla="*/ 1 h 424"/>
                <a:gd name="T42" fmla="*/ 2 w 246"/>
                <a:gd name="T43" fmla="*/ 1 h 424"/>
                <a:gd name="T44" fmla="*/ 2 w 246"/>
                <a:gd name="T45" fmla="*/ 1 h 424"/>
                <a:gd name="T46" fmla="*/ 2 w 246"/>
                <a:gd name="T47" fmla="*/ 2 h 424"/>
                <a:gd name="T48" fmla="*/ 2 w 246"/>
                <a:gd name="T49" fmla="*/ 2 h 424"/>
                <a:gd name="T50" fmla="*/ 1 w 246"/>
                <a:gd name="T51" fmla="*/ 2 h 424"/>
                <a:gd name="T52" fmla="*/ 1 w 246"/>
                <a:gd name="T53" fmla="*/ 2 h 424"/>
                <a:gd name="T54" fmla="*/ 1 w 246"/>
                <a:gd name="T55" fmla="*/ 3 h 424"/>
                <a:gd name="T56" fmla="*/ 1 w 246"/>
                <a:gd name="T57" fmla="*/ 3 h 424"/>
                <a:gd name="T58" fmla="*/ 1 w 246"/>
                <a:gd name="T59" fmla="*/ 3 h 424"/>
                <a:gd name="T60" fmla="*/ 1 w 246"/>
                <a:gd name="T61" fmla="*/ 3 h 424"/>
                <a:gd name="T62" fmla="*/ 1 w 246"/>
                <a:gd name="T63" fmla="*/ 3 h 424"/>
                <a:gd name="T64" fmla="*/ 0 w 246"/>
                <a:gd name="T65" fmla="*/ 3 h 424"/>
                <a:gd name="T66" fmla="*/ 0 w 246"/>
                <a:gd name="T67" fmla="*/ 3 h 424"/>
                <a:gd name="T68" fmla="*/ 0 w 246"/>
                <a:gd name="T69" fmla="*/ 3 h 424"/>
                <a:gd name="T70" fmla="*/ 0 w 246"/>
                <a:gd name="T71" fmla="*/ 3 h 424"/>
                <a:gd name="T72" fmla="*/ 0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0" y="424"/>
                  </a:moveTo>
                  <a:lnTo>
                    <a:pt x="0" y="424"/>
                  </a:lnTo>
                  <a:lnTo>
                    <a:pt x="26" y="422"/>
                  </a:lnTo>
                  <a:lnTo>
                    <a:pt x="51" y="416"/>
                  </a:lnTo>
                  <a:lnTo>
                    <a:pt x="75" y="406"/>
                  </a:lnTo>
                  <a:lnTo>
                    <a:pt x="96" y="390"/>
                  </a:lnTo>
                  <a:lnTo>
                    <a:pt x="119" y="373"/>
                  </a:lnTo>
                  <a:lnTo>
                    <a:pt x="139" y="351"/>
                  </a:lnTo>
                  <a:lnTo>
                    <a:pt x="157" y="326"/>
                  </a:lnTo>
                  <a:lnTo>
                    <a:pt x="175" y="299"/>
                  </a:lnTo>
                  <a:lnTo>
                    <a:pt x="191" y="269"/>
                  </a:lnTo>
                  <a:lnTo>
                    <a:pt x="205" y="236"/>
                  </a:lnTo>
                  <a:lnTo>
                    <a:pt x="217" y="202"/>
                  </a:lnTo>
                  <a:lnTo>
                    <a:pt x="228" y="163"/>
                  </a:lnTo>
                  <a:lnTo>
                    <a:pt x="236" y="125"/>
                  </a:lnTo>
                  <a:lnTo>
                    <a:pt x="242" y="86"/>
                  </a:lnTo>
                  <a:lnTo>
                    <a:pt x="245" y="42"/>
                  </a:lnTo>
                  <a:lnTo>
                    <a:pt x="246" y="0"/>
                  </a:lnTo>
                  <a:lnTo>
                    <a:pt x="235" y="0"/>
                  </a:lnTo>
                  <a:lnTo>
                    <a:pt x="233" y="42"/>
                  </a:lnTo>
                  <a:lnTo>
                    <a:pt x="230" y="83"/>
                  </a:lnTo>
                  <a:lnTo>
                    <a:pt x="224" y="123"/>
                  </a:lnTo>
                  <a:lnTo>
                    <a:pt x="216" y="161"/>
                  </a:lnTo>
                  <a:lnTo>
                    <a:pt x="205" y="197"/>
                  </a:lnTo>
                  <a:lnTo>
                    <a:pt x="194" y="231"/>
                  </a:lnTo>
                  <a:lnTo>
                    <a:pt x="180" y="264"/>
                  </a:lnTo>
                  <a:lnTo>
                    <a:pt x="166" y="292"/>
                  </a:lnTo>
                  <a:lnTo>
                    <a:pt x="148" y="319"/>
                  </a:lnTo>
                  <a:lnTo>
                    <a:pt x="129" y="344"/>
                  </a:lnTo>
                  <a:lnTo>
                    <a:pt x="109" y="364"/>
                  </a:lnTo>
                  <a:lnTo>
                    <a:pt x="89" y="381"/>
                  </a:lnTo>
                  <a:lnTo>
                    <a:pt x="68" y="394"/>
                  </a:lnTo>
                  <a:lnTo>
                    <a:pt x="46" y="405"/>
                  </a:lnTo>
                  <a:lnTo>
                    <a:pt x="24" y="410"/>
                  </a:lnTo>
                  <a:lnTo>
                    <a:pt x="0" y="413"/>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9440" name="Freeform 62"/>
            <p:cNvSpPr>
              <a:spLocks/>
            </p:cNvSpPr>
            <p:nvPr/>
          </p:nvSpPr>
          <p:spPr bwMode="auto">
            <a:xfrm>
              <a:off x="1343" y="2203"/>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2" y="42"/>
                  </a:lnTo>
                  <a:lnTo>
                    <a:pt x="5" y="86"/>
                  </a:lnTo>
                  <a:lnTo>
                    <a:pt x="11" y="125"/>
                  </a:lnTo>
                  <a:lnTo>
                    <a:pt x="19" y="163"/>
                  </a:lnTo>
                  <a:lnTo>
                    <a:pt x="30" y="202"/>
                  </a:lnTo>
                  <a:lnTo>
                    <a:pt x="41" y="236"/>
                  </a:lnTo>
                  <a:lnTo>
                    <a:pt x="56" y="269"/>
                  </a:lnTo>
                  <a:lnTo>
                    <a:pt x="72" y="299"/>
                  </a:lnTo>
                  <a:lnTo>
                    <a:pt x="90" y="326"/>
                  </a:lnTo>
                  <a:lnTo>
                    <a:pt x="108" y="351"/>
                  </a:lnTo>
                  <a:lnTo>
                    <a:pt x="127" y="373"/>
                  </a:lnTo>
                  <a:lnTo>
                    <a:pt x="149" y="390"/>
                  </a:lnTo>
                  <a:lnTo>
                    <a:pt x="172" y="406"/>
                  </a:lnTo>
                  <a:lnTo>
                    <a:pt x="195" y="416"/>
                  </a:lnTo>
                  <a:lnTo>
                    <a:pt x="220" y="422"/>
                  </a:lnTo>
                  <a:lnTo>
                    <a:pt x="245" y="424"/>
                  </a:lnTo>
                  <a:lnTo>
                    <a:pt x="245" y="413"/>
                  </a:lnTo>
                  <a:lnTo>
                    <a:pt x="222" y="410"/>
                  </a:lnTo>
                  <a:lnTo>
                    <a:pt x="200" y="405"/>
                  </a:lnTo>
                  <a:lnTo>
                    <a:pt x="179" y="394"/>
                  </a:lnTo>
                  <a:lnTo>
                    <a:pt x="156" y="381"/>
                  </a:lnTo>
                  <a:lnTo>
                    <a:pt x="136" y="364"/>
                  </a:lnTo>
                  <a:lnTo>
                    <a:pt x="118" y="344"/>
                  </a:lnTo>
                  <a:lnTo>
                    <a:pt x="99" y="319"/>
                  </a:lnTo>
                  <a:lnTo>
                    <a:pt x="81" y="292"/>
                  </a:lnTo>
                  <a:lnTo>
                    <a:pt x="67" y="264"/>
                  </a:lnTo>
                  <a:lnTo>
                    <a:pt x="53" y="231"/>
                  </a:lnTo>
                  <a:lnTo>
                    <a:pt x="41" y="197"/>
                  </a:lnTo>
                  <a:lnTo>
                    <a:pt x="31" y="161"/>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9441" name="Freeform 63"/>
            <p:cNvSpPr>
              <a:spLocks/>
            </p:cNvSpPr>
            <p:nvPr/>
          </p:nvSpPr>
          <p:spPr bwMode="auto">
            <a:xfrm>
              <a:off x="1343" y="2118"/>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1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20" y="3"/>
                  </a:lnTo>
                  <a:lnTo>
                    <a:pt x="195" y="9"/>
                  </a:lnTo>
                  <a:lnTo>
                    <a:pt x="172" y="19"/>
                  </a:lnTo>
                  <a:lnTo>
                    <a:pt x="149" y="34"/>
                  </a:lnTo>
                  <a:lnTo>
                    <a:pt x="127" y="53"/>
                  </a:lnTo>
                  <a:lnTo>
                    <a:pt x="108" y="75"/>
                  </a:lnTo>
                  <a:lnTo>
                    <a:pt x="90" y="99"/>
                  </a:lnTo>
                  <a:lnTo>
                    <a:pt x="71" y="126"/>
                  </a:lnTo>
                  <a:lnTo>
                    <a:pt x="56" y="158"/>
                  </a:lnTo>
                  <a:lnTo>
                    <a:pt x="41" y="190"/>
                  </a:lnTo>
                  <a:lnTo>
                    <a:pt x="30" y="224"/>
                  </a:lnTo>
                  <a:lnTo>
                    <a:pt x="19" y="262"/>
                  </a:lnTo>
                  <a:lnTo>
                    <a:pt x="11" y="301"/>
                  </a:lnTo>
                  <a:lnTo>
                    <a:pt x="5" y="340"/>
                  </a:lnTo>
                  <a:lnTo>
                    <a:pt x="2" y="384"/>
                  </a:lnTo>
                  <a:lnTo>
                    <a:pt x="0" y="426"/>
                  </a:lnTo>
                  <a:lnTo>
                    <a:pt x="12" y="426"/>
                  </a:lnTo>
                  <a:lnTo>
                    <a:pt x="13" y="384"/>
                  </a:lnTo>
                  <a:lnTo>
                    <a:pt x="17" y="343"/>
                  </a:lnTo>
                  <a:lnTo>
                    <a:pt x="23" y="303"/>
                  </a:lnTo>
                  <a:lnTo>
                    <a:pt x="31" y="264"/>
                  </a:lnTo>
                  <a:lnTo>
                    <a:pt x="41" y="229"/>
                  </a:lnTo>
                  <a:lnTo>
                    <a:pt x="53" y="195"/>
                  </a:lnTo>
                  <a:lnTo>
                    <a:pt x="67" y="162"/>
                  </a:lnTo>
                  <a:lnTo>
                    <a:pt x="82" y="133"/>
                  </a:lnTo>
                  <a:lnTo>
                    <a:pt x="99" y="106"/>
                  </a:lnTo>
                  <a:lnTo>
                    <a:pt x="118" y="83"/>
                  </a:lnTo>
                  <a:lnTo>
                    <a:pt x="136" y="63"/>
                  </a:lnTo>
                  <a:lnTo>
                    <a:pt x="156" y="44"/>
                  </a:lnTo>
                  <a:lnTo>
                    <a:pt x="179" y="31"/>
                  </a:lnTo>
                  <a:lnTo>
                    <a:pt x="200" y="20"/>
                  </a:lnTo>
                  <a:lnTo>
                    <a:pt x="222" y="15"/>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9442" name="Freeform 64"/>
            <p:cNvSpPr>
              <a:spLocks/>
            </p:cNvSpPr>
            <p:nvPr/>
          </p:nvSpPr>
          <p:spPr bwMode="auto">
            <a:xfrm>
              <a:off x="1384" y="1859"/>
              <a:ext cx="49" cy="84"/>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1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3" y="382"/>
                  </a:lnTo>
                  <a:lnTo>
                    <a:pt x="240" y="339"/>
                  </a:lnTo>
                  <a:lnTo>
                    <a:pt x="234" y="299"/>
                  </a:lnTo>
                  <a:lnTo>
                    <a:pt x="226" y="261"/>
                  </a:lnTo>
                  <a:lnTo>
                    <a:pt x="215" y="222"/>
                  </a:lnTo>
                  <a:lnTo>
                    <a:pt x="204" y="188"/>
                  </a:lnTo>
                  <a:lnTo>
                    <a:pt x="189" y="156"/>
                  </a:lnTo>
                  <a:lnTo>
                    <a:pt x="173" y="125"/>
                  </a:lnTo>
                  <a:lnTo>
                    <a:pt x="155" y="98"/>
                  </a:lnTo>
                  <a:lnTo>
                    <a:pt x="138" y="74"/>
                  </a:lnTo>
                  <a:lnTo>
                    <a:pt x="118" y="51"/>
                  </a:lnTo>
                  <a:lnTo>
                    <a:pt x="96" y="34"/>
                  </a:lnTo>
                  <a:lnTo>
                    <a:pt x="73" y="18"/>
                  </a:lnTo>
                  <a:lnTo>
                    <a:pt x="50" y="8"/>
                  </a:lnTo>
                  <a:lnTo>
                    <a:pt x="25" y="2"/>
                  </a:lnTo>
                  <a:lnTo>
                    <a:pt x="0" y="0"/>
                  </a:lnTo>
                  <a:lnTo>
                    <a:pt x="0" y="11"/>
                  </a:lnTo>
                  <a:lnTo>
                    <a:pt x="23" y="14"/>
                  </a:lnTo>
                  <a:lnTo>
                    <a:pt x="45" y="20"/>
                  </a:lnTo>
                  <a:lnTo>
                    <a:pt x="66" y="30"/>
                  </a:lnTo>
                  <a:lnTo>
                    <a:pt x="89" y="43"/>
                  </a:lnTo>
                  <a:lnTo>
                    <a:pt x="109" y="61"/>
                  </a:lnTo>
                  <a:lnTo>
                    <a:pt x="129" y="81"/>
                  </a:lnTo>
                  <a:lnTo>
                    <a:pt x="146" y="105"/>
                  </a:lnTo>
                  <a:lnTo>
                    <a:pt x="164" y="132"/>
                  </a:lnTo>
                  <a:lnTo>
                    <a:pt x="178" y="160"/>
                  </a:lnTo>
                  <a:lnTo>
                    <a:pt x="192" y="193"/>
                  </a:lnTo>
                  <a:lnTo>
                    <a:pt x="204" y="227"/>
                  </a:lnTo>
                  <a:lnTo>
                    <a:pt x="214" y="264"/>
                  </a:lnTo>
                  <a:lnTo>
                    <a:pt x="222" y="301"/>
                  </a:lnTo>
                  <a:lnTo>
                    <a:pt x="228"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9443" name="Freeform 65"/>
            <p:cNvSpPr>
              <a:spLocks/>
            </p:cNvSpPr>
            <p:nvPr/>
          </p:nvSpPr>
          <p:spPr bwMode="auto">
            <a:xfrm>
              <a:off x="1384" y="1943"/>
              <a:ext cx="49" cy="86"/>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5" y="423"/>
                  </a:lnTo>
                  <a:lnTo>
                    <a:pt x="50" y="418"/>
                  </a:lnTo>
                  <a:lnTo>
                    <a:pt x="73" y="407"/>
                  </a:lnTo>
                  <a:lnTo>
                    <a:pt x="96" y="392"/>
                  </a:lnTo>
                  <a:lnTo>
                    <a:pt x="118" y="374"/>
                  </a:lnTo>
                  <a:lnTo>
                    <a:pt x="138" y="352"/>
                  </a:lnTo>
                  <a:lnTo>
                    <a:pt x="155" y="327"/>
                  </a:lnTo>
                  <a:lnTo>
                    <a:pt x="174" y="300"/>
                  </a:lnTo>
                  <a:lnTo>
                    <a:pt x="189" y="269"/>
                  </a:lnTo>
                  <a:lnTo>
                    <a:pt x="204" y="237"/>
                  </a:lnTo>
                  <a:lnTo>
                    <a:pt x="215" y="202"/>
                  </a:lnTo>
                  <a:lnTo>
                    <a:pt x="226" y="164"/>
                  </a:lnTo>
                  <a:lnTo>
                    <a:pt x="234" y="126"/>
                  </a:lnTo>
                  <a:lnTo>
                    <a:pt x="240" y="86"/>
                  </a:lnTo>
                  <a:lnTo>
                    <a:pt x="243" y="42"/>
                  </a:lnTo>
                  <a:lnTo>
                    <a:pt x="245" y="0"/>
                  </a:lnTo>
                  <a:lnTo>
                    <a:pt x="233" y="0"/>
                  </a:lnTo>
                  <a:lnTo>
                    <a:pt x="232" y="42"/>
                  </a:lnTo>
                  <a:lnTo>
                    <a:pt x="228" y="83"/>
                  </a:lnTo>
                  <a:lnTo>
                    <a:pt x="222" y="123"/>
                  </a:lnTo>
                  <a:lnTo>
                    <a:pt x="214" y="162"/>
                  </a:lnTo>
                  <a:lnTo>
                    <a:pt x="204" y="197"/>
                  </a:lnTo>
                  <a:lnTo>
                    <a:pt x="192" y="232"/>
                  </a:lnTo>
                  <a:lnTo>
                    <a:pt x="178" y="264"/>
                  </a:lnTo>
                  <a:lnTo>
                    <a:pt x="163" y="293"/>
                  </a:lnTo>
                  <a:lnTo>
                    <a:pt x="146" y="320"/>
                  </a:lnTo>
                  <a:lnTo>
                    <a:pt x="129" y="345"/>
                  </a:lnTo>
                  <a:lnTo>
                    <a:pt x="109" y="365"/>
                  </a:lnTo>
                  <a:lnTo>
                    <a:pt x="89" y="382"/>
                  </a:lnTo>
                  <a:lnTo>
                    <a:pt x="66" y="395"/>
                  </a:lnTo>
                  <a:lnTo>
                    <a:pt x="45" y="406"/>
                  </a:lnTo>
                  <a:lnTo>
                    <a:pt x="23"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9444" name="Freeform 66"/>
            <p:cNvSpPr>
              <a:spLocks/>
            </p:cNvSpPr>
            <p:nvPr/>
          </p:nvSpPr>
          <p:spPr bwMode="auto">
            <a:xfrm>
              <a:off x="1335" y="1943"/>
              <a:ext cx="49" cy="86"/>
            </a:xfrm>
            <a:custGeom>
              <a:avLst/>
              <a:gdLst>
                <a:gd name="T0" fmla="*/ 0 w 246"/>
                <a:gd name="T1" fmla="*/ 0 h 426"/>
                <a:gd name="T2" fmla="*/ 0 w 246"/>
                <a:gd name="T3" fmla="*/ 0 h 426"/>
                <a:gd name="T4" fmla="*/ 0 w 246"/>
                <a:gd name="T5" fmla="*/ 0 h 426"/>
                <a:gd name="T6" fmla="*/ 0 w 246"/>
                <a:gd name="T7" fmla="*/ 1 h 426"/>
                <a:gd name="T8" fmla="*/ 0 w 246"/>
                <a:gd name="T9" fmla="*/ 1 h 426"/>
                <a:gd name="T10" fmla="*/ 0 w 246"/>
                <a:gd name="T11" fmla="*/ 1 h 426"/>
                <a:gd name="T12" fmla="*/ 0 w 246"/>
                <a:gd name="T13" fmla="*/ 2 h 426"/>
                <a:gd name="T14" fmla="*/ 0 w 246"/>
                <a:gd name="T15" fmla="*/ 2 h 426"/>
                <a:gd name="T16" fmla="*/ 0 w 246"/>
                <a:gd name="T17" fmla="*/ 2 h 426"/>
                <a:gd name="T18" fmla="*/ 1 w 246"/>
                <a:gd name="T19" fmla="*/ 2 h 426"/>
                <a:gd name="T20" fmla="*/ 1 w 246"/>
                <a:gd name="T21" fmla="*/ 3 h 426"/>
                <a:gd name="T22" fmla="*/ 1 w 246"/>
                <a:gd name="T23" fmla="*/ 3 h 426"/>
                <a:gd name="T24" fmla="*/ 1 w 246"/>
                <a:gd name="T25" fmla="*/ 3 h 426"/>
                <a:gd name="T26" fmla="*/ 1 w 246"/>
                <a:gd name="T27" fmla="*/ 3 h 426"/>
                <a:gd name="T28" fmla="*/ 1 w 246"/>
                <a:gd name="T29" fmla="*/ 3 h 426"/>
                <a:gd name="T30" fmla="*/ 2 w 246"/>
                <a:gd name="T31" fmla="*/ 3 h 426"/>
                <a:gd name="T32" fmla="*/ 2 w 246"/>
                <a:gd name="T33" fmla="*/ 3 h 426"/>
                <a:gd name="T34" fmla="*/ 2 w 246"/>
                <a:gd name="T35" fmla="*/ 3 h 426"/>
                <a:gd name="T36" fmla="*/ 2 w 246"/>
                <a:gd name="T37" fmla="*/ 3 h 426"/>
                <a:gd name="T38" fmla="*/ 2 w 246"/>
                <a:gd name="T39" fmla="*/ 3 h 426"/>
                <a:gd name="T40" fmla="*/ 2 w 246"/>
                <a:gd name="T41" fmla="*/ 3 h 426"/>
                <a:gd name="T42" fmla="*/ 1 w 246"/>
                <a:gd name="T43" fmla="*/ 3 h 426"/>
                <a:gd name="T44" fmla="*/ 1 w 246"/>
                <a:gd name="T45" fmla="*/ 3 h 426"/>
                <a:gd name="T46" fmla="*/ 1 w 246"/>
                <a:gd name="T47" fmla="*/ 3 h 426"/>
                <a:gd name="T48" fmla="*/ 1 w 246"/>
                <a:gd name="T49" fmla="*/ 3 h 426"/>
                <a:gd name="T50" fmla="*/ 1 w 246"/>
                <a:gd name="T51" fmla="*/ 3 h 426"/>
                <a:gd name="T52" fmla="*/ 1 w 246"/>
                <a:gd name="T53" fmla="*/ 2 h 426"/>
                <a:gd name="T54" fmla="*/ 1 w 246"/>
                <a:gd name="T55" fmla="*/ 2 h 426"/>
                <a:gd name="T56" fmla="*/ 0 w 246"/>
                <a:gd name="T57" fmla="*/ 2 h 426"/>
                <a:gd name="T58" fmla="*/ 0 w 246"/>
                <a:gd name="T59" fmla="*/ 2 h 426"/>
                <a:gd name="T60" fmla="*/ 0 w 246"/>
                <a:gd name="T61" fmla="*/ 1 h 426"/>
                <a:gd name="T62" fmla="*/ 0 w 246"/>
                <a:gd name="T63" fmla="*/ 1 h 426"/>
                <a:gd name="T64" fmla="*/ 0 w 246"/>
                <a:gd name="T65" fmla="*/ 1 h 426"/>
                <a:gd name="T66" fmla="*/ 0 w 246"/>
                <a:gd name="T67" fmla="*/ 0 h 426"/>
                <a:gd name="T68" fmla="*/ 0 w 246"/>
                <a:gd name="T69" fmla="*/ 0 h 426"/>
                <a:gd name="T70" fmla="*/ 0 w 246"/>
                <a:gd name="T71" fmla="*/ 0 h 426"/>
                <a:gd name="T72" fmla="*/ 0 w 246"/>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0"/>
                  </a:moveTo>
                  <a:lnTo>
                    <a:pt x="0" y="0"/>
                  </a:lnTo>
                  <a:lnTo>
                    <a:pt x="1" y="42"/>
                  </a:lnTo>
                  <a:lnTo>
                    <a:pt x="4" y="86"/>
                  </a:lnTo>
                  <a:lnTo>
                    <a:pt x="10" y="126"/>
                  </a:lnTo>
                  <a:lnTo>
                    <a:pt x="18" y="164"/>
                  </a:lnTo>
                  <a:lnTo>
                    <a:pt x="29" y="202"/>
                  </a:lnTo>
                  <a:lnTo>
                    <a:pt x="41" y="237"/>
                  </a:lnTo>
                  <a:lnTo>
                    <a:pt x="55" y="269"/>
                  </a:lnTo>
                  <a:lnTo>
                    <a:pt x="71" y="300"/>
                  </a:lnTo>
                  <a:lnTo>
                    <a:pt x="89" y="327"/>
                  </a:lnTo>
                  <a:lnTo>
                    <a:pt x="107" y="352"/>
                  </a:lnTo>
                  <a:lnTo>
                    <a:pt x="127" y="374"/>
                  </a:lnTo>
                  <a:lnTo>
                    <a:pt x="150" y="392"/>
                  </a:lnTo>
                  <a:lnTo>
                    <a:pt x="171" y="407"/>
                  </a:lnTo>
                  <a:lnTo>
                    <a:pt x="195" y="418"/>
                  </a:lnTo>
                  <a:lnTo>
                    <a:pt x="220" y="423"/>
                  </a:lnTo>
                  <a:lnTo>
                    <a:pt x="246" y="426"/>
                  </a:lnTo>
                  <a:lnTo>
                    <a:pt x="246" y="414"/>
                  </a:lnTo>
                  <a:lnTo>
                    <a:pt x="222" y="412"/>
                  </a:lnTo>
                  <a:lnTo>
                    <a:pt x="200" y="406"/>
                  </a:lnTo>
                  <a:lnTo>
                    <a:pt x="178" y="395"/>
                  </a:lnTo>
                  <a:lnTo>
                    <a:pt x="157" y="382"/>
                  </a:lnTo>
                  <a:lnTo>
                    <a:pt x="137" y="365"/>
                  </a:lnTo>
                  <a:lnTo>
                    <a:pt x="117" y="345"/>
                  </a:lnTo>
                  <a:lnTo>
                    <a:pt x="98" y="320"/>
                  </a:lnTo>
                  <a:lnTo>
                    <a:pt x="83" y="293"/>
                  </a:lnTo>
                  <a:lnTo>
                    <a:pt x="66" y="264"/>
                  </a:lnTo>
                  <a:lnTo>
                    <a:pt x="52" y="232"/>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9445" name="Freeform 67"/>
            <p:cNvSpPr>
              <a:spLocks/>
            </p:cNvSpPr>
            <p:nvPr/>
          </p:nvSpPr>
          <p:spPr bwMode="auto">
            <a:xfrm>
              <a:off x="1335" y="1859"/>
              <a:ext cx="49" cy="84"/>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1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0" y="2"/>
                  </a:lnTo>
                  <a:lnTo>
                    <a:pt x="195" y="8"/>
                  </a:lnTo>
                  <a:lnTo>
                    <a:pt x="171" y="18"/>
                  </a:lnTo>
                  <a:lnTo>
                    <a:pt x="150" y="34"/>
                  </a:lnTo>
                  <a:lnTo>
                    <a:pt x="127" y="51"/>
                  </a:lnTo>
                  <a:lnTo>
                    <a:pt x="107" y="74"/>
                  </a:lnTo>
                  <a:lnTo>
                    <a:pt x="89" y="98"/>
                  </a:lnTo>
                  <a:lnTo>
                    <a:pt x="72" y="125"/>
                  </a:lnTo>
                  <a:lnTo>
                    <a:pt x="55" y="156"/>
                  </a:lnTo>
                  <a:lnTo>
                    <a:pt x="41" y="188"/>
                  </a:lnTo>
                  <a:lnTo>
                    <a:pt x="29" y="222"/>
                  </a:lnTo>
                  <a:lnTo>
                    <a:pt x="18" y="261"/>
                  </a:lnTo>
                  <a:lnTo>
                    <a:pt x="10" y="299"/>
                  </a:lnTo>
                  <a:lnTo>
                    <a:pt x="4" y="339"/>
                  </a:lnTo>
                  <a:lnTo>
                    <a:pt x="1" y="382"/>
                  </a:lnTo>
                  <a:lnTo>
                    <a:pt x="0" y="424"/>
                  </a:lnTo>
                  <a:lnTo>
                    <a:pt x="11" y="424"/>
                  </a:lnTo>
                  <a:lnTo>
                    <a:pt x="13" y="382"/>
                  </a:lnTo>
                  <a:lnTo>
                    <a:pt x="16" y="341"/>
                  </a:lnTo>
                  <a:lnTo>
                    <a:pt x="22" y="301"/>
                  </a:lnTo>
                  <a:lnTo>
                    <a:pt x="30" y="264"/>
                  </a:lnTo>
                  <a:lnTo>
                    <a:pt x="41" y="227"/>
                  </a:lnTo>
                  <a:lnTo>
                    <a:pt x="52" y="193"/>
                  </a:lnTo>
                  <a:lnTo>
                    <a:pt x="66" y="160"/>
                  </a:lnTo>
                  <a:lnTo>
                    <a:pt x="82" y="132"/>
                  </a:lnTo>
                  <a:lnTo>
                    <a:pt x="98" y="105"/>
                  </a:lnTo>
                  <a:lnTo>
                    <a:pt x="117" y="81"/>
                  </a:lnTo>
                  <a:lnTo>
                    <a:pt x="137" y="61"/>
                  </a:lnTo>
                  <a:lnTo>
                    <a:pt x="157" y="43"/>
                  </a:lnTo>
                  <a:lnTo>
                    <a:pt x="178" y="30"/>
                  </a:lnTo>
                  <a:lnTo>
                    <a:pt x="200" y="20"/>
                  </a:lnTo>
                  <a:lnTo>
                    <a:pt x="222" y="14"/>
                  </a:lnTo>
                  <a:lnTo>
                    <a:pt x="246" y="11"/>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9446" name="Freeform 68"/>
            <p:cNvSpPr>
              <a:spLocks/>
            </p:cNvSpPr>
            <p:nvPr/>
          </p:nvSpPr>
          <p:spPr bwMode="auto">
            <a:xfrm>
              <a:off x="1552" y="1751"/>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1" y="339"/>
                  </a:lnTo>
                  <a:lnTo>
                    <a:pt x="235" y="299"/>
                  </a:lnTo>
                  <a:lnTo>
                    <a:pt x="226" y="261"/>
                  </a:lnTo>
                  <a:lnTo>
                    <a:pt x="216" y="223"/>
                  </a:lnTo>
                  <a:lnTo>
                    <a:pt x="204" y="189"/>
                  </a:lnTo>
                  <a:lnTo>
                    <a:pt x="190" y="156"/>
                  </a:lnTo>
                  <a:lnTo>
                    <a:pt x="174" y="125"/>
                  </a:lnTo>
                  <a:lnTo>
                    <a:pt x="156" y="98"/>
                  </a:lnTo>
                  <a:lnTo>
                    <a:pt x="137" y="74"/>
                  </a:lnTo>
                  <a:lnTo>
                    <a:pt x="119" y="52"/>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8" y="81"/>
                  </a:lnTo>
                  <a:lnTo>
                    <a:pt x="147" y="105"/>
                  </a:lnTo>
                  <a:lnTo>
                    <a:pt x="164" y="132"/>
                  </a:lnTo>
                  <a:lnTo>
                    <a:pt x="178" y="161"/>
                  </a:lnTo>
                  <a:lnTo>
                    <a:pt x="193" y="193"/>
                  </a:lnTo>
                  <a:lnTo>
                    <a:pt x="204" y="227"/>
                  </a:lnTo>
                  <a:lnTo>
                    <a:pt x="215" y="264"/>
                  </a:lnTo>
                  <a:lnTo>
                    <a:pt x="223" y="301"/>
                  </a:lnTo>
                  <a:lnTo>
                    <a:pt x="229" y="341"/>
                  </a:lnTo>
                  <a:lnTo>
                    <a:pt x="232" y="382"/>
                  </a:lnTo>
                  <a:lnTo>
                    <a:pt x="234"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9447" name="Freeform 69"/>
            <p:cNvSpPr>
              <a:spLocks/>
            </p:cNvSpPr>
            <p:nvPr/>
          </p:nvSpPr>
          <p:spPr bwMode="auto">
            <a:xfrm>
              <a:off x="1552" y="1836"/>
              <a:ext cx="49" cy="85"/>
            </a:xfrm>
            <a:custGeom>
              <a:avLst/>
              <a:gdLst>
                <a:gd name="T0" fmla="*/ 0 w 245"/>
                <a:gd name="T1" fmla="*/ 3 h 425"/>
                <a:gd name="T2" fmla="*/ 0 w 245"/>
                <a:gd name="T3" fmla="*/ 3 h 425"/>
                <a:gd name="T4" fmla="*/ 0 w 245"/>
                <a:gd name="T5" fmla="*/ 3 h 425"/>
                <a:gd name="T6" fmla="*/ 0 w 245"/>
                <a:gd name="T7" fmla="*/ 3 h 425"/>
                <a:gd name="T8" fmla="*/ 1 w 245"/>
                <a:gd name="T9" fmla="*/ 3 h 425"/>
                <a:gd name="T10" fmla="*/ 1 w 245"/>
                <a:gd name="T11" fmla="*/ 3 h 425"/>
                <a:gd name="T12" fmla="*/ 1 w 245"/>
                <a:gd name="T13" fmla="*/ 3 h 425"/>
                <a:gd name="T14" fmla="*/ 1 w 245"/>
                <a:gd name="T15" fmla="*/ 3 h 425"/>
                <a:gd name="T16" fmla="*/ 1 w 245"/>
                <a:gd name="T17" fmla="*/ 3 h 425"/>
                <a:gd name="T18" fmla="*/ 1 w 245"/>
                <a:gd name="T19" fmla="*/ 2 h 425"/>
                <a:gd name="T20" fmla="*/ 2 w 245"/>
                <a:gd name="T21" fmla="*/ 2 h 425"/>
                <a:gd name="T22" fmla="*/ 2 w 245"/>
                <a:gd name="T23" fmla="*/ 2 h 425"/>
                <a:gd name="T24" fmla="*/ 2 w 245"/>
                <a:gd name="T25" fmla="*/ 2 h 425"/>
                <a:gd name="T26" fmla="*/ 2 w 245"/>
                <a:gd name="T27" fmla="*/ 1 h 425"/>
                <a:gd name="T28" fmla="*/ 2 w 245"/>
                <a:gd name="T29" fmla="*/ 1 h 425"/>
                <a:gd name="T30" fmla="*/ 2 w 245"/>
                <a:gd name="T31" fmla="*/ 1 h 425"/>
                <a:gd name="T32" fmla="*/ 2 w 245"/>
                <a:gd name="T33" fmla="*/ 0 h 425"/>
                <a:gd name="T34" fmla="*/ 2 w 245"/>
                <a:gd name="T35" fmla="*/ 0 h 425"/>
                <a:gd name="T36" fmla="*/ 2 w 245"/>
                <a:gd name="T37" fmla="*/ 0 h 425"/>
                <a:gd name="T38" fmla="*/ 2 w 245"/>
                <a:gd name="T39" fmla="*/ 0 h 425"/>
                <a:gd name="T40" fmla="*/ 2 w 245"/>
                <a:gd name="T41" fmla="*/ 1 h 425"/>
                <a:gd name="T42" fmla="*/ 2 w 245"/>
                <a:gd name="T43" fmla="*/ 1 h 425"/>
                <a:gd name="T44" fmla="*/ 2 w 245"/>
                <a:gd name="T45" fmla="*/ 1 h 425"/>
                <a:gd name="T46" fmla="*/ 2 w 245"/>
                <a:gd name="T47" fmla="*/ 2 h 425"/>
                <a:gd name="T48" fmla="*/ 2 w 245"/>
                <a:gd name="T49" fmla="*/ 2 h 425"/>
                <a:gd name="T50" fmla="*/ 1 w 245"/>
                <a:gd name="T51" fmla="*/ 2 h 425"/>
                <a:gd name="T52" fmla="*/ 1 w 245"/>
                <a:gd name="T53" fmla="*/ 2 h 425"/>
                <a:gd name="T54" fmla="*/ 1 w 245"/>
                <a:gd name="T55" fmla="*/ 3 h 425"/>
                <a:gd name="T56" fmla="*/ 1 w 245"/>
                <a:gd name="T57" fmla="*/ 3 h 425"/>
                <a:gd name="T58" fmla="*/ 1 w 245"/>
                <a:gd name="T59" fmla="*/ 3 h 425"/>
                <a:gd name="T60" fmla="*/ 1 w 245"/>
                <a:gd name="T61" fmla="*/ 3 h 425"/>
                <a:gd name="T62" fmla="*/ 1 w 245"/>
                <a:gd name="T63" fmla="*/ 3 h 425"/>
                <a:gd name="T64" fmla="*/ 0 w 245"/>
                <a:gd name="T65" fmla="*/ 3 h 425"/>
                <a:gd name="T66" fmla="*/ 0 w 245"/>
                <a:gd name="T67" fmla="*/ 3 h 425"/>
                <a:gd name="T68" fmla="*/ 0 w 245"/>
                <a:gd name="T69" fmla="*/ 3 h 425"/>
                <a:gd name="T70" fmla="*/ 0 w 245"/>
                <a:gd name="T71" fmla="*/ 3 h 425"/>
                <a:gd name="T72" fmla="*/ 0 w 245"/>
                <a:gd name="T73" fmla="*/ 3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5"/>
                <a:gd name="T113" fmla="*/ 245 w 245"/>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5">
                  <a:moveTo>
                    <a:pt x="0" y="425"/>
                  </a:moveTo>
                  <a:lnTo>
                    <a:pt x="0" y="425"/>
                  </a:lnTo>
                  <a:lnTo>
                    <a:pt x="26" y="422"/>
                  </a:lnTo>
                  <a:lnTo>
                    <a:pt x="51" y="417"/>
                  </a:lnTo>
                  <a:lnTo>
                    <a:pt x="74" y="406"/>
                  </a:lnTo>
                  <a:lnTo>
                    <a:pt x="96" y="391"/>
                  </a:lnTo>
                  <a:lnTo>
                    <a:pt x="119" y="373"/>
                  </a:lnTo>
                  <a:lnTo>
                    <a:pt x="137" y="351"/>
                  </a:lnTo>
                  <a:lnTo>
                    <a:pt x="156" y="326"/>
                  </a:lnTo>
                  <a:lnTo>
                    <a:pt x="174" y="299"/>
                  </a:lnTo>
                  <a:lnTo>
                    <a:pt x="190" y="269"/>
                  </a:lnTo>
                  <a:lnTo>
                    <a:pt x="204" y="236"/>
                  </a:lnTo>
                  <a:lnTo>
                    <a:pt x="216" y="202"/>
                  </a:lnTo>
                  <a:lnTo>
                    <a:pt x="226" y="163"/>
                  </a:lnTo>
                  <a:lnTo>
                    <a:pt x="235" y="126"/>
                  </a:lnTo>
                  <a:lnTo>
                    <a:pt x="241" y="86"/>
                  </a:lnTo>
                  <a:lnTo>
                    <a:pt x="244" y="43"/>
                  </a:lnTo>
                  <a:lnTo>
                    <a:pt x="245" y="0"/>
                  </a:lnTo>
                  <a:lnTo>
                    <a:pt x="234" y="0"/>
                  </a:lnTo>
                  <a:lnTo>
                    <a:pt x="232" y="43"/>
                  </a:lnTo>
                  <a:lnTo>
                    <a:pt x="229" y="84"/>
                  </a:lnTo>
                  <a:lnTo>
                    <a:pt x="223" y="123"/>
                  </a:lnTo>
                  <a:lnTo>
                    <a:pt x="215" y="161"/>
                  </a:lnTo>
                  <a:lnTo>
                    <a:pt x="204" y="197"/>
                  </a:lnTo>
                  <a:lnTo>
                    <a:pt x="193" y="231"/>
                  </a:lnTo>
                  <a:lnTo>
                    <a:pt x="178" y="264"/>
                  </a:lnTo>
                  <a:lnTo>
                    <a:pt x="164" y="292"/>
                  </a:lnTo>
                  <a:lnTo>
                    <a:pt x="147" y="319"/>
                  </a:lnTo>
                  <a:lnTo>
                    <a:pt x="128" y="344"/>
                  </a:lnTo>
                  <a:lnTo>
                    <a:pt x="109" y="364"/>
                  </a:lnTo>
                  <a:lnTo>
                    <a:pt x="89" y="381"/>
                  </a:lnTo>
                  <a:lnTo>
                    <a:pt x="67" y="394"/>
                  </a:lnTo>
                  <a:lnTo>
                    <a:pt x="46" y="405"/>
                  </a:lnTo>
                  <a:lnTo>
                    <a:pt x="24" y="411"/>
                  </a:lnTo>
                  <a:lnTo>
                    <a:pt x="0" y="413"/>
                  </a:lnTo>
                  <a:lnTo>
                    <a:pt x="0" y="425"/>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9448" name="Freeform 70"/>
            <p:cNvSpPr>
              <a:spLocks/>
            </p:cNvSpPr>
            <p:nvPr/>
          </p:nvSpPr>
          <p:spPr bwMode="auto">
            <a:xfrm>
              <a:off x="1502" y="1836"/>
              <a:ext cx="50" cy="85"/>
            </a:xfrm>
            <a:custGeom>
              <a:avLst/>
              <a:gdLst>
                <a:gd name="T0" fmla="*/ 0 w 246"/>
                <a:gd name="T1" fmla="*/ 0 h 425"/>
                <a:gd name="T2" fmla="*/ 0 w 246"/>
                <a:gd name="T3" fmla="*/ 0 h 425"/>
                <a:gd name="T4" fmla="*/ 0 w 246"/>
                <a:gd name="T5" fmla="*/ 0 h 425"/>
                <a:gd name="T6" fmla="*/ 0 w 246"/>
                <a:gd name="T7" fmla="*/ 1 h 425"/>
                <a:gd name="T8" fmla="*/ 0 w 246"/>
                <a:gd name="T9" fmla="*/ 1 h 425"/>
                <a:gd name="T10" fmla="*/ 0 w 246"/>
                <a:gd name="T11" fmla="*/ 1 h 425"/>
                <a:gd name="T12" fmla="*/ 0 w 246"/>
                <a:gd name="T13" fmla="*/ 2 h 425"/>
                <a:gd name="T14" fmla="*/ 0 w 246"/>
                <a:gd name="T15" fmla="*/ 2 h 425"/>
                <a:gd name="T16" fmla="*/ 0 w 246"/>
                <a:gd name="T17" fmla="*/ 2 h 425"/>
                <a:gd name="T18" fmla="*/ 1 w 246"/>
                <a:gd name="T19" fmla="*/ 2 h 425"/>
                <a:gd name="T20" fmla="*/ 1 w 246"/>
                <a:gd name="T21" fmla="*/ 3 h 425"/>
                <a:gd name="T22" fmla="*/ 1 w 246"/>
                <a:gd name="T23" fmla="*/ 3 h 425"/>
                <a:gd name="T24" fmla="*/ 1 w 246"/>
                <a:gd name="T25" fmla="*/ 3 h 425"/>
                <a:gd name="T26" fmla="*/ 1 w 246"/>
                <a:gd name="T27" fmla="*/ 3 h 425"/>
                <a:gd name="T28" fmla="*/ 1 w 246"/>
                <a:gd name="T29" fmla="*/ 3 h 425"/>
                <a:gd name="T30" fmla="*/ 2 w 246"/>
                <a:gd name="T31" fmla="*/ 3 h 425"/>
                <a:gd name="T32" fmla="*/ 2 w 246"/>
                <a:gd name="T33" fmla="*/ 3 h 425"/>
                <a:gd name="T34" fmla="*/ 2 w 246"/>
                <a:gd name="T35" fmla="*/ 3 h 425"/>
                <a:gd name="T36" fmla="*/ 2 w 246"/>
                <a:gd name="T37" fmla="*/ 3 h 425"/>
                <a:gd name="T38" fmla="*/ 2 w 246"/>
                <a:gd name="T39" fmla="*/ 3 h 425"/>
                <a:gd name="T40" fmla="*/ 2 w 246"/>
                <a:gd name="T41" fmla="*/ 3 h 425"/>
                <a:gd name="T42" fmla="*/ 1 w 246"/>
                <a:gd name="T43" fmla="*/ 3 h 425"/>
                <a:gd name="T44" fmla="*/ 1 w 246"/>
                <a:gd name="T45" fmla="*/ 3 h 425"/>
                <a:gd name="T46" fmla="*/ 1 w 246"/>
                <a:gd name="T47" fmla="*/ 3 h 425"/>
                <a:gd name="T48" fmla="*/ 1 w 246"/>
                <a:gd name="T49" fmla="*/ 3 h 425"/>
                <a:gd name="T50" fmla="*/ 1 w 246"/>
                <a:gd name="T51" fmla="*/ 3 h 425"/>
                <a:gd name="T52" fmla="*/ 1 w 246"/>
                <a:gd name="T53" fmla="*/ 2 h 425"/>
                <a:gd name="T54" fmla="*/ 1 w 246"/>
                <a:gd name="T55" fmla="*/ 2 h 425"/>
                <a:gd name="T56" fmla="*/ 0 w 246"/>
                <a:gd name="T57" fmla="*/ 2 h 425"/>
                <a:gd name="T58" fmla="*/ 0 w 246"/>
                <a:gd name="T59" fmla="*/ 2 h 425"/>
                <a:gd name="T60" fmla="*/ 0 w 246"/>
                <a:gd name="T61" fmla="*/ 1 h 425"/>
                <a:gd name="T62" fmla="*/ 0 w 246"/>
                <a:gd name="T63" fmla="*/ 1 h 425"/>
                <a:gd name="T64" fmla="*/ 0 w 246"/>
                <a:gd name="T65" fmla="*/ 1 h 425"/>
                <a:gd name="T66" fmla="*/ 0 w 246"/>
                <a:gd name="T67" fmla="*/ 0 h 425"/>
                <a:gd name="T68" fmla="*/ 0 w 246"/>
                <a:gd name="T69" fmla="*/ 0 h 425"/>
                <a:gd name="T70" fmla="*/ 0 w 246"/>
                <a:gd name="T71" fmla="*/ 0 h 425"/>
                <a:gd name="T72" fmla="*/ 0 w 246"/>
                <a:gd name="T73" fmla="*/ 0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5"/>
                <a:gd name="T113" fmla="*/ 246 w 246"/>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5">
                  <a:moveTo>
                    <a:pt x="0" y="0"/>
                  </a:moveTo>
                  <a:lnTo>
                    <a:pt x="0" y="0"/>
                  </a:lnTo>
                  <a:lnTo>
                    <a:pt x="2" y="43"/>
                  </a:lnTo>
                  <a:lnTo>
                    <a:pt x="5" y="86"/>
                  </a:lnTo>
                  <a:lnTo>
                    <a:pt x="11" y="126"/>
                  </a:lnTo>
                  <a:lnTo>
                    <a:pt x="19" y="163"/>
                  </a:lnTo>
                  <a:lnTo>
                    <a:pt x="30" y="202"/>
                  </a:lnTo>
                  <a:lnTo>
                    <a:pt x="41" y="236"/>
                  </a:lnTo>
                  <a:lnTo>
                    <a:pt x="55" y="269"/>
                  </a:lnTo>
                  <a:lnTo>
                    <a:pt x="73" y="299"/>
                  </a:lnTo>
                  <a:lnTo>
                    <a:pt x="89" y="326"/>
                  </a:lnTo>
                  <a:lnTo>
                    <a:pt x="108" y="351"/>
                  </a:lnTo>
                  <a:lnTo>
                    <a:pt x="128" y="373"/>
                  </a:lnTo>
                  <a:lnTo>
                    <a:pt x="150" y="391"/>
                  </a:lnTo>
                  <a:lnTo>
                    <a:pt x="171" y="406"/>
                  </a:lnTo>
                  <a:lnTo>
                    <a:pt x="196" y="417"/>
                  </a:lnTo>
                  <a:lnTo>
                    <a:pt x="221" y="422"/>
                  </a:lnTo>
                  <a:lnTo>
                    <a:pt x="246" y="425"/>
                  </a:lnTo>
                  <a:lnTo>
                    <a:pt x="246" y="413"/>
                  </a:lnTo>
                  <a:lnTo>
                    <a:pt x="223" y="411"/>
                  </a:lnTo>
                  <a:lnTo>
                    <a:pt x="201" y="405"/>
                  </a:lnTo>
                  <a:lnTo>
                    <a:pt x="178" y="394"/>
                  </a:lnTo>
                  <a:lnTo>
                    <a:pt x="157" y="381"/>
                  </a:lnTo>
                  <a:lnTo>
                    <a:pt x="137" y="364"/>
                  </a:lnTo>
                  <a:lnTo>
                    <a:pt x="117" y="344"/>
                  </a:lnTo>
                  <a:lnTo>
                    <a:pt x="99" y="319"/>
                  </a:lnTo>
                  <a:lnTo>
                    <a:pt x="82" y="292"/>
                  </a:lnTo>
                  <a:lnTo>
                    <a:pt x="67" y="264"/>
                  </a:lnTo>
                  <a:lnTo>
                    <a:pt x="53" y="231"/>
                  </a:lnTo>
                  <a:lnTo>
                    <a:pt x="41" y="197"/>
                  </a:lnTo>
                  <a:lnTo>
                    <a:pt x="31" y="161"/>
                  </a:lnTo>
                  <a:lnTo>
                    <a:pt x="23" y="123"/>
                  </a:lnTo>
                  <a:lnTo>
                    <a:pt x="17" y="84"/>
                  </a:lnTo>
                  <a:lnTo>
                    <a:pt x="13" y="4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9449" name="Freeform 71"/>
            <p:cNvSpPr>
              <a:spLocks/>
            </p:cNvSpPr>
            <p:nvPr/>
          </p:nvSpPr>
          <p:spPr bwMode="auto">
            <a:xfrm>
              <a:off x="1502" y="1751"/>
              <a:ext cx="50" cy="85"/>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2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1" y="2"/>
                  </a:lnTo>
                  <a:lnTo>
                    <a:pt x="196" y="8"/>
                  </a:lnTo>
                  <a:lnTo>
                    <a:pt x="171" y="19"/>
                  </a:lnTo>
                  <a:lnTo>
                    <a:pt x="150" y="34"/>
                  </a:lnTo>
                  <a:lnTo>
                    <a:pt x="128" y="52"/>
                  </a:lnTo>
                  <a:lnTo>
                    <a:pt x="108" y="74"/>
                  </a:lnTo>
                  <a:lnTo>
                    <a:pt x="89" y="98"/>
                  </a:lnTo>
                  <a:lnTo>
                    <a:pt x="73" y="125"/>
                  </a:lnTo>
                  <a:lnTo>
                    <a:pt x="55" y="156"/>
                  </a:lnTo>
                  <a:lnTo>
                    <a:pt x="41" y="189"/>
                  </a:lnTo>
                  <a:lnTo>
                    <a:pt x="30" y="223"/>
                  </a:lnTo>
                  <a:lnTo>
                    <a:pt x="19" y="261"/>
                  </a:lnTo>
                  <a:lnTo>
                    <a:pt x="11" y="299"/>
                  </a:lnTo>
                  <a:lnTo>
                    <a:pt x="5" y="339"/>
                  </a:lnTo>
                  <a:lnTo>
                    <a:pt x="2" y="382"/>
                  </a:lnTo>
                  <a:lnTo>
                    <a:pt x="0" y="424"/>
                  </a:lnTo>
                  <a:lnTo>
                    <a:pt x="12" y="424"/>
                  </a:lnTo>
                  <a:lnTo>
                    <a:pt x="13" y="382"/>
                  </a:lnTo>
                  <a:lnTo>
                    <a:pt x="17" y="341"/>
                  </a:lnTo>
                  <a:lnTo>
                    <a:pt x="23" y="301"/>
                  </a:lnTo>
                  <a:lnTo>
                    <a:pt x="31" y="264"/>
                  </a:lnTo>
                  <a:lnTo>
                    <a:pt x="41" y="227"/>
                  </a:lnTo>
                  <a:lnTo>
                    <a:pt x="53" y="193"/>
                  </a:lnTo>
                  <a:lnTo>
                    <a:pt x="67" y="161"/>
                  </a:lnTo>
                  <a:lnTo>
                    <a:pt x="82" y="132"/>
                  </a:lnTo>
                  <a:lnTo>
                    <a:pt x="99" y="105"/>
                  </a:lnTo>
                  <a:lnTo>
                    <a:pt x="117" y="81"/>
                  </a:lnTo>
                  <a:lnTo>
                    <a:pt x="137" y="61"/>
                  </a:lnTo>
                  <a:lnTo>
                    <a:pt x="157" y="43"/>
                  </a:lnTo>
                  <a:lnTo>
                    <a:pt x="178" y="30"/>
                  </a:lnTo>
                  <a:lnTo>
                    <a:pt x="201" y="20"/>
                  </a:lnTo>
                  <a:lnTo>
                    <a:pt x="223" y="14"/>
                  </a:lnTo>
                  <a:lnTo>
                    <a:pt x="246" y="12"/>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9450" name="Freeform 72"/>
            <p:cNvSpPr>
              <a:spLocks/>
            </p:cNvSpPr>
            <p:nvPr/>
          </p:nvSpPr>
          <p:spPr bwMode="auto">
            <a:xfrm>
              <a:off x="1565" y="2016"/>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0" y="339"/>
                  </a:lnTo>
                  <a:lnTo>
                    <a:pt x="234" y="299"/>
                  </a:lnTo>
                  <a:lnTo>
                    <a:pt x="226" y="261"/>
                  </a:lnTo>
                  <a:lnTo>
                    <a:pt x="216" y="223"/>
                  </a:lnTo>
                  <a:lnTo>
                    <a:pt x="204" y="189"/>
                  </a:lnTo>
                  <a:lnTo>
                    <a:pt x="190" y="156"/>
                  </a:lnTo>
                  <a:lnTo>
                    <a:pt x="174" y="125"/>
                  </a:lnTo>
                  <a:lnTo>
                    <a:pt x="156" y="98"/>
                  </a:lnTo>
                  <a:lnTo>
                    <a:pt x="138" y="74"/>
                  </a:lnTo>
                  <a:lnTo>
                    <a:pt x="118" y="51"/>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9" y="81"/>
                  </a:lnTo>
                  <a:lnTo>
                    <a:pt x="147" y="105"/>
                  </a:lnTo>
                  <a:lnTo>
                    <a:pt x="164" y="132"/>
                  </a:lnTo>
                  <a:lnTo>
                    <a:pt x="178" y="160"/>
                  </a:lnTo>
                  <a:lnTo>
                    <a:pt x="192" y="193"/>
                  </a:lnTo>
                  <a:lnTo>
                    <a:pt x="204" y="227"/>
                  </a:lnTo>
                  <a:lnTo>
                    <a:pt x="215" y="264"/>
                  </a:lnTo>
                  <a:lnTo>
                    <a:pt x="223" y="301"/>
                  </a:lnTo>
                  <a:lnTo>
                    <a:pt x="229"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9451" name="Freeform 73"/>
            <p:cNvSpPr>
              <a:spLocks/>
            </p:cNvSpPr>
            <p:nvPr/>
          </p:nvSpPr>
          <p:spPr bwMode="auto">
            <a:xfrm>
              <a:off x="1565" y="2101"/>
              <a:ext cx="49" cy="85"/>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6" y="423"/>
                  </a:lnTo>
                  <a:lnTo>
                    <a:pt x="51" y="418"/>
                  </a:lnTo>
                  <a:lnTo>
                    <a:pt x="74" y="407"/>
                  </a:lnTo>
                  <a:lnTo>
                    <a:pt x="96" y="392"/>
                  </a:lnTo>
                  <a:lnTo>
                    <a:pt x="118" y="373"/>
                  </a:lnTo>
                  <a:lnTo>
                    <a:pt x="138" y="351"/>
                  </a:lnTo>
                  <a:lnTo>
                    <a:pt x="156" y="327"/>
                  </a:lnTo>
                  <a:lnTo>
                    <a:pt x="175" y="299"/>
                  </a:lnTo>
                  <a:lnTo>
                    <a:pt x="190" y="269"/>
                  </a:lnTo>
                  <a:lnTo>
                    <a:pt x="204" y="236"/>
                  </a:lnTo>
                  <a:lnTo>
                    <a:pt x="216" y="202"/>
                  </a:lnTo>
                  <a:lnTo>
                    <a:pt x="226" y="164"/>
                  </a:lnTo>
                  <a:lnTo>
                    <a:pt x="234" y="126"/>
                  </a:lnTo>
                  <a:lnTo>
                    <a:pt x="240" y="86"/>
                  </a:lnTo>
                  <a:lnTo>
                    <a:pt x="244" y="42"/>
                  </a:lnTo>
                  <a:lnTo>
                    <a:pt x="245" y="0"/>
                  </a:lnTo>
                  <a:lnTo>
                    <a:pt x="233" y="0"/>
                  </a:lnTo>
                  <a:lnTo>
                    <a:pt x="232" y="42"/>
                  </a:lnTo>
                  <a:lnTo>
                    <a:pt x="229" y="83"/>
                  </a:lnTo>
                  <a:lnTo>
                    <a:pt x="223" y="123"/>
                  </a:lnTo>
                  <a:lnTo>
                    <a:pt x="215" y="162"/>
                  </a:lnTo>
                  <a:lnTo>
                    <a:pt x="204" y="197"/>
                  </a:lnTo>
                  <a:lnTo>
                    <a:pt x="192" y="231"/>
                  </a:lnTo>
                  <a:lnTo>
                    <a:pt x="178" y="264"/>
                  </a:lnTo>
                  <a:lnTo>
                    <a:pt x="163" y="292"/>
                  </a:lnTo>
                  <a:lnTo>
                    <a:pt x="147" y="320"/>
                  </a:lnTo>
                  <a:lnTo>
                    <a:pt x="129" y="344"/>
                  </a:lnTo>
                  <a:lnTo>
                    <a:pt x="109" y="364"/>
                  </a:lnTo>
                  <a:lnTo>
                    <a:pt x="89" y="382"/>
                  </a:lnTo>
                  <a:lnTo>
                    <a:pt x="67" y="395"/>
                  </a:lnTo>
                  <a:lnTo>
                    <a:pt x="46" y="406"/>
                  </a:lnTo>
                  <a:lnTo>
                    <a:pt x="24"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9452" name="Freeform 74"/>
            <p:cNvSpPr>
              <a:spLocks/>
            </p:cNvSpPr>
            <p:nvPr/>
          </p:nvSpPr>
          <p:spPr bwMode="auto">
            <a:xfrm>
              <a:off x="1516" y="2101"/>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5" y="86"/>
                  </a:lnTo>
                  <a:lnTo>
                    <a:pt x="11" y="126"/>
                  </a:lnTo>
                  <a:lnTo>
                    <a:pt x="19" y="164"/>
                  </a:lnTo>
                  <a:lnTo>
                    <a:pt x="30" y="202"/>
                  </a:lnTo>
                  <a:lnTo>
                    <a:pt x="41" y="236"/>
                  </a:lnTo>
                  <a:lnTo>
                    <a:pt x="55" y="269"/>
                  </a:lnTo>
                  <a:lnTo>
                    <a:pt x="71" y="299"/>
                  </a:lnTo>
                  <a:lnTo>
                    <a:pt x="89" y="327"/>
                  </a:lnTo>
                  <a:lnTo>
                    <a:pt x="107" y="351"/>
                  </a:lnTo>
                  <a:lnTo>
                    <a:pt x="127" y="373"/>
                  </a:lnTo>
                  <a:lnTo>
                    <a:pt x="149" y="392"/>
                  </a:lnTo>
                  <a:lnTo>
                    <a:pt x="171" y="407"/>
                  </a:lnTo>
                  <a:lnTo>
                    <a:pt x="195" y="418"/>
                  </a:lnTo>
                  <a:lnTo>
                    <a:pt x="219" y="423"/>
                  </a:lnTo>
                  <a:lnTo>
                    <a:pt x="245" y="426"/>
                  </a:lnTo>
                  <a:lnTo>
                    <a:pt x="245" y="414"/>
                  </a:lnTo>
                  <a:lnTo>
                    <a:pt x="222" y="412"/>
                  </a:lnTo>
                  <a:lnTo>
                    <a:pt x="199" y="406"/>
                  </a:lnTo>
                  <a:lnTo>
                    <a:pt x="178" y="395"/>
                  </a:lnTo>
                  <a:lnTo>
                    <a:pt x="156" y="382"/>
                  </a:lnTo>
                  <a:lnTo>
                    <a:pt x="136" y="364"/>
                  </a:lnTo>
                  <a:lnTo>
                    <a:pt x="116" y="344"/>
                  </a:lnTo>
                  <a:lnTo>
                    <a:pt x="99" y="320"/>
                  </a:lnTo>
                  <a:lnTo>
                    <a:pt x="82" y="292"/>
                  </a:lnTo>
                  <a:lnTo>
                    <a:pt x="67" y="264"/>
                  </a:lnTo>
                  <a:lnTo>
                    <a:pt x="53" y="231"/>
                  </a:lnTo>
                  <a:lnTo>
                    <a:pt x="41" y="197"/>
                  </a:lnTo>
                  <a:lnTo>
                    <a:pt x="31" y="162"/>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59453" name="Freeform 75"/>
            <p:cNvSpPr>
              <a:spLocks/>
            </p:cNvSpPr>
            <p:nvPr/>
          </p:nvSpPr>
          <p:spPr bwMode="auto">
            <a:xfrm>
              <a:off x="1516" y="2016"/>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5" y="8"/>
                  </a:lnTo>
                  <a:lnTo>
                    <a:pt x="171" y="19"/>
                  </a:lnTo>
                  <a:lnTo>
                    <a:pt x="149" y="34"/>
                  </a:lnTo>
                  <a:lnTo>
                    <a:pt x="127" y="51"/>
                  </a:lnTo>
                  <a:lnTo>
                    <a:pt x="107" y="74"/>
                  </a:lnTo>
                  <a:lnTo>
                    <a:pt x="89" y="98"/>
                  </a:lnTo>
                  <a:lnTo>
                    <a:pt x="72" y="125"/>
                  </a:lnTo>
                  <a:lnTo>
                    <a:pt x="55" y="156"/>
                  </a:lnTo>
                  <a:lnTo>
                    <a:pt x="41" y="189"/>
                  </a:lnTo>
                  <a:lnTo>
                    <a:pt x="30" y="223"/>
                  </a:lnTo>
                  <a:lnTo>
                    <a:pt x="19" y="261"/>
                  </a:lnTo>
                  <a:lnTo>
                    <a:pt x="11" y="299"/>
                  </a:lnTo>
                  <a:lnTo>
                    <a:pt x="5" y="339"/>
                  </a:lnTo>
                  <a:lnTo>
                    <a:pt x="1" y="382"/>
                  </a:lnTo>
                  <a:lnTo>
                    <a:pt x="0" y="424"/>
                  </a:lnTo>
                  <a:lnTo>
                    <a:pt x="12" y="424"/>
                  </a:lnTo>
                  <a:lnTo>
                    <a:pt x="13" y="382"/>
                  </a:lnTo>
                  <a:lnTo>
                    <a:pt x="17" y="341"/>
                  </a:lnTo>
                  <a:lnTo>
                    <a:pt x="23" y="301"/>
                  </a:lnTo>
                  <a:lnTo>
                    <a:pt x="31" y="264"/>
                  </a:lnTo>
                  <a:lnTo>
                    <a:pt x="41" y="227"/>
                  </a:lnTo>
                  <a:lnTo>
                    <a:pt x="53" y="193"/>
                  </a:lnTo>
                  <a:lnTo>
                    <a:pt x="67" y="160"/>
                  </a:lnTo>
                  <a:lnTo>
                    <a:pt x="81" y="132"/>
                  </a:lnTo>
                  <a:lnTo>
                    <a:pt x="99" y="105"/>
                  </a:lnTo>
                  <a:lnTo>
                    <a:pt x="116" y="81"/>
                  </a:lnTo>
                  <a:lnTo>
                    <a:pt x="136" y="61"/>
                  </a:lnTo>
                  <a:lnTo>
                    <a:pt x="156" y="43"/>
                  </a:lnTo>
                  <a:lnTo>
                    <a:pt x="178" y="30"/>
                  </a:lnTo>
                  <a:lnTo>
                    <a:pt x="199" y="20"/>
                  </a:lnTo>
                  <a:lnTo>
                    <a:pt x="222"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sp>
        <p:nvSpPr>
          <p:cNvPr id="59400" name="Rectangle 77"/>
          <p:cNvSpPr>
            <a:spLocks noChangeArrowheads="1"/>
          </p:cNvSpPr>
          <p:nvPr/>
        </p:nvSpPr>
        <p:spPr bwMode="auto">
          <a:xfrm>
            <a:off x="611188" y="0"/>
            <a:ext cx="6388100" cy="6477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3000"/>
              <a:t>Sem. 1 - Mardi</a:t>
            </a:r>
          </a:p>
        </p:txBody>
      </p:sp>
      <p:sp>
        <p:nvSpPr>
          <p:cNvPr id="59401" name="Text Box 78"/>
          <p:cNvSpPr txBox="1">
            <a:spLocks noChangeArrowheads="1"/>
          </p:cNvSpPr>
          <p:nvPr/>
        </p:nvSpPr>
        <p:spPr bwMode="auto">
          <a:xfrm>
            <a:off x="566738" y="2697163"/>
            <a:ext cx="3217862"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2. Pas de commandes</a:t>
            </a:r>
          </a:p>
        </p:txBody>
      </p:sp>
      <p:sp>
        <p:nvSpPr>
          <p:cNvPr id="59402" name="Text Box 79"/>
          <p:cNvSpPr txBox="1">
            <a:spLocks noChangeArrowheads="1"/>
          </p:cNvSpPr>
          <p:nvPr/>
        </p:nvSpPr>
        <p:spPr bwMode="auto">
          <a:xfrm>
            <a:off x="566738" y="5211763"/>
            <a:ext cx="6543675" cy="4429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eaLnBrk="1" hangingPunct="1">
              <a:spcBef>
                <a:spcPct val="0"/>
              </a:spcBef>
              <a:buFontTx/>
              <a:buNone/>
            </a:pPr>
            <a:r>
              <a:rPr lang="fr-FR" altLang="fr-FR" sz="2300"/>
              <a:t>4. Pointez la production sur votre feuille de suivi</a:t>
            </a:r>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0418" name="Group 2"/>
          <p:cNvGrpSpPr>
            <a:grpSpLocks/>
          </p:cNvGrpSpPr>
          <p:nvPr/>
        </p:nvGrpSpPr>
        <p:grpSpPr bwMode="auto">
          <a:xfrm>
            <a:off x="7073900" y="215900"/>
            <a:ext cx="1878013" cy="1250950"/>
            <a:chOff x="4456" y="136"/>
            <a:chExt cx="1183" cy="788"/>
          </a:xfrm>
        </p:grpSpPr>
        <p:grpSp>
          <p:nvGrpSpPr>
            <p:cNvPr id="60478" name="Group 3"/>
            <p:cNvGrpSpPr>
              <a:grpSpLocks/>
            </p:cNvGrpSpPr>
            <p:nvPr/>
          </p:nvGrpSpPr>
          <p:grpSpPr bwMode="auto">
            <a:xfrm>
              <a:off x="4766" y="232"/>
              <a:ext cx="873" cy="692"/>
              <a:chOff x="2185" y="310"/>
              <a:chExt cx="873" cy="692"/>
            </a:xfrm>
          </p:grpSpPr>
          <p:sp>
            <p:nvSpPr>
              <p:cNvPr id="60489" name="Freeform 4"/>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accent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0490" name="Freeform 5"/>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0491" name="Freeform 6"/>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0492" name="Freeform 7"/>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0493" name="Freeform 8"/>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0494" name="Freeform 9"/>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0495" name="Freeform 10"/>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grpSp>
          <p:nvGrpSpPr>
            <p:cNvPr id="60479" name="Group 11"/>
            <p:cNvGrpSpPr>
              <a:grpSpLocks/>
            </p:cNvGrpSpPr>
            <p:nvPr/>
          </p:nvGrpSpPr>
          <p:grpSpPr bwMode="auto">
            <a:xfrm>
              <a:off x="4949" y="336"/>
              <a:ext cx="591" cy="468"/>
              <a:chOff x="2185" y="310"/>
              <a:chExt cx="873" cy="692"/>
            </a:xfrm>
          </p:grpSpPr>
          <p:sp>
            <p:nvSpPr>
              <p:cNvPr id="60482" name="Freeform 12"/>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0483" name="Freeform 13"/>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0484" name="Freeform 14"/>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0485" name="Freeform 15"/>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0486" name="Freeform 16"/>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0487" name="Freeform 17"/>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0488" name="Freeform 18"/>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pic>
          <p:nvPicPr>
            <p:cNvPr id="60480" name="Picture 19"/>
            <p:cNvPicPr>
              <a:picLocks noChangeAspect="1" noChangeArrowheads="1"/>
            </p:cNvPicPr>
            <p:nvPr/>
          </p:nvPicPr>
          <p:blipFill>
            <a:blip r:embed="rId3" cstate="print">
              <a:extLst>
                <a:ext uri="{28A0092B-C50C-407E-A947-70E740481C1C}">
                  <a14:useLocalDpi xmlns:a14="http://schemas.microsoft.com/office/drawing/2010/main" val="0"/>
                </a:ext>
              </a:extLst>
            </a:blip>
            <a:srcRect l="-4282" t="-4369" r="-5199" b="-12012"/>
            <a:stretch>
              <a:fillRect/>
            </a:stretch>
          </p:blipFill>
          <p:spPr bwMode="auto">
            <a:xfrm>
              <a:off x="4456" y="136"/>
              <a:ext cx="480" cy="5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60481" name="Text Box 20"/>
            <p:cNvSpPr txBox="1">
              <a:spLocks noChangeArrowheads="1"/>
            </p:cNvSpPr>
            <p:nvPr/>
          </p:nvSpPr>
          <p:spPr bwMode="auto">
            <a:xfrm>
              <a:off x="4946" y="314"/>
              <a:ext cx="596" cy="49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4500" b="1">
                  <a:solidFill>
                    <a:srgbClr val="FF0000"/>
                  </a:solidFill>
                  <a:latin typeface="Arial Black" pitchFamily="34" charset="0"/>
                </a:rPr>
                <a:t>11</a:t>
              </a:r>
              <a:endParaRPr lang="fr-FR" altLang="fr-FR" sz="3200">
                <a:solidFill>
                  <a:schemeClr val="tx1"/>
                </a:solidFill>
                <a:latin typeface="Arial Black" pitchFamily="34" charset="0"/>
              </a:endParaRPr>
            </a:p>
          </p:txBody>
        </p:sp>
      </p:grpSp>
      <p:sp>
        <p:nvSpPr>
          <p:cNvPr id="60420" name="Text Box 22"/>
          <p:cNvSpPr txBox="1">
            <a:spLocks noChangeArrowheads="1"/>
          </p:cNvSpPr>
          <p:nvPr/>
        </p:nvSpPr>
        <p:spPr bwMode="auto">
          <a:xfrm>
            <a:off x="566738" y="1363663"/>
            <a:ext cx="1946275"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1. Tirez le dé</a:t>
            </a:r>
          </a:p>
        </p:txBody>
      </p:sp>
      <p:sp>
        <p:nvSpPr>
          <p:cNvPr id="60421" name="Text Box 23"/>
          <p:cNvSpPr txBox="1">
            <a:spLocks noChangeArrowheads="1"/>
          </p:cNvSpPr>
          <p:nvPr/>
        </p:nvSpPr>
        <p:spPr bwMode="auto">
          <a:xfrm>
            <a:off x="566738" y="3935413"/>
            <a:ext cx="18796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3. Produisez</a:t>
            </a:r>
          </a:p>
        </p:txBody>
      </p:sp>
      <p:grpSp>
        <p:nvGrpSpPr>
          <p:cNvPr id="60422" name="Group 24"/>
          <p:cNvGrpSpPr>
            <a:grpSpLocks/>
          </p:cNvGrpSpPr>
          <p:nvPr/>
        </p:nvGrpSpPr>
        <p:grpSpPr bwMode="auto">
          <a:xfrm>
            <a:off x="2986088" y="1306513"/>
            <a:ext cx="446087" cy="534987"/>
            <a:chOff x="868" y="1439"/>
            <a:chExt cx="811" cy="972"/>
          </a:xfrm>
        </p:grpSpPr>
        <p:sp>
          <p:nvSpPr>
            <p:cNvPr id="60427" name="Freeform 25"/>
            <p:cNvSpPr>
              <a:spLocks/>
            </p:cNvSpPr>
            <p:nvPr/>
          </p:nvSpPr>
          <p:spPr bwMode="auto">
            <a:xfrm>
              <a:off x="1548" y="2014"/>
              <a:ext cx="123" cy="100"/>
            </a:xfrm>
            <a:custGeom>
              <a:avLst/>
              <a:gdLst>
                <a:gd name="T0" fmla="*/ 5 w 618"/>
                <a:gd name="T1" fmla="*/ 0 h 502"/>
                <a:gd name="T2" fmla="*/ 5 w 618"/>
                <a:gd name="T3" fmla="*/ 0 h 502"/>
                <a:gd name="T4" fmla="*/ 0 w 618"/>
                <a:gd name="T5" fmla="*/ 4 h 502"/>
                <a:gd name="T6" fmla="*/ 0 w 618"/>
                <a:gd name="T7" fmla="*/ 4 h 502"/>
                <a:gd name="T8" fmla="*/ 5 w 618"/>
                <a:gd name="T9" fmla="*/ 0 h 502"/>
                <a:gd name="T10" fmla="*/ 5 w 618"/>
                <a:gd name="T11" fmla="*/ 0 h 502"/>
                <a:gd name="T12" fmla="*/ 5 w 618"/>
                <a:gd name="T13" fmla="*/ 0 h 502"/>
                <a:gd name="T14" fmla="*/ 5 w 618"/>
                <a:gd name="T15" fmla="*/ 0 h 502"/>
                <a:gd name="T16" fmla="*/ 5 w 618"/>
                <a:gd name="T17" fmla="*/ 0 h 502"/>
                <a:gd name="T18" fmla="*/ 5 w 618"/>
                <a:gd name="T19" fmla="*/ 0 h 502"/>
                <a:gd name="T20" fmla="*/ 5 w 618"/>
                <a:gd name="T21" fmla="*/ 0 h 502"/>
                <a:gd name="T22" fmla="*/ 5 w 618"/>
                <a:gd name="T23" fmla="*/ 0 h 502"/>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618"/>
                <a:gd name="T37" fmla="*/ 0 h 502"/>
                <a:gd name="T38" fmla="*/ 618 w 618"/>
                <a:gd name="T39" fmla="*/ 502 h 502"/>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618" h="502">
                  <a:moveTo>
                    <a:pt x="611" y="0"/>
                  </a:moveTo>
                  <a:lnTo>
                    <a:pt x="606" y="2"/>
                  </a:lnTo>
                  <a:lnTo>
                    <a:pt x="0" y="490"/>
                  </a:lnTo>
                  <a:lnTo>
                    <a:pt x="10" y="502"/>
                  </a:lnTo>
                  <a:lnTo>
                    <a:pt x="616" y="14"/>
                  </a:lnTo>
                  <a:lnTo>
                    <a:pt x="611" y="16"/>
                  </a:lnTo>
                  <a:lnTo>
                    <a:pt x="616" y="14"/>
                  </a:lnTo>
                  <a:lnTo>
                    <a:pt x="618" y="9"/>
                  </a:lnTo>
                  <a:lnTo>
                    <a:pt x="617" y="3"/>
                  </a:lnTo>
                  <a:lnTo>
                    <a:pt x="612" y="1"/>
                  </a:lnTo>
                  <a:lnTo>
                    <a:pt x="606" y="2"/>
                  </a:lnTo>
                  <a:lnTo>
                    <a:pt x="611"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0428" name="Freeform 26"/>
            <p:cNvSpPr>
              <a:spLocks/>
            </p:cNvSpPr>
            <p:nvPr/>
          </p:nvSpPr>
          <p:spPr bwMode="auto">
            <a:xfrm>
              <a:off x="876" y="1852"/>
              <a:ext cx="82" cy="373"/>
            </a:xfrm>
            <a:custGeom>
              <a:avLst/>
              <a:gdLst>
                <a:gd name="T0" fmla="*/ 3 w 413"/>
                <a:gd name="T1" fmla="*/ 15 h 1865"/>
                <a:gd name="T2" fmla="*/ 3 w 413"/>
                <a:gd name="T3" fmla="*/ 15 h 1865"/>
                <a:gd name="T4" fmla="*/ 0 w 413"/>
                <a:gd name="T5" fmla="*/ 0 h 1865"/>
                <a:gd name="T6" fmla="*/ 0 w 413"/>
                <a:gd name="T7" fmla="*/ 0 h 1865"/>
                <a:gd name="T8" fmla="*/ 3 w 413"/>
                <a:gd name="T9" fmla="*/ 15 h 1865"/>
                <a:gd name="T10" fmla="*/ 3 w 413"/>
                <a:gd name="T11" fmla="*/ 15 h 1865"/>
                <a:gd name="T12" fmla="*/ 3 w 413"/>
                <a:gd name="T13" fmla="*/ 15 h 1865"/>
                <a:gd name="T14" fmla="*/ 3 w 413"/>
                <a:gd name="T15" fmla="*/ 15 h 1865"/>
                <a:gd name="T16" fmla="*/ 3 w 413"/>
                <a:gd name="T17" fmla="*/ 15 h 1865"/>
                <a:gd name="T18" fmla="*/ 3 w 413"/>
                <a:gd name="T19" fmla="*/ 15 h 1865"/>
                <a:gd name="T20" fmla="*/ 3 w 413"/>
                <a:gd name="T21" fmla="*/ 15 h 1865"/>
                <a:gd name="T22" fmla="*/ 3 w 413"/>
                <a:gd name="T23" fmla="*/ 15 h 186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413"/>
                <a:gd name="T37" fmla="*/ 0 h 1865"/>
                <a:gd name="T38" fmla="*/ 413 w 413"/>
                <a:gd name="T39" fmla="*/ 1865 h 1865"/>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413" h="1865">
                  <a:moveTo>
                    <a:pt x="400" y="1864"/>
                  </a:moveTo>
                  <a:lnTo>
                    <a:pt x="413" y="1856"/>
                  </a:lnTo>
                  <a:lnTo>
                    <a:pt x="17" y="0"/>
                  </a:lnTo>
                  <a:lnTo>
                    <a:pt x="0" y="2"/>
                  </a:lnTo>
                  <a:lnTo>
                    <a:pt x="396" y="1858"/>
                  </a:lnTo>
                  <a:lnTo>
                    <a:pt x="409" y="1850"/>
                  </a:lnTo>
                  <a:lnTo>
                    <a:pt x="396" y="1858"/>
                  </a:lnTo>
                  <a:lnTo>
                    <a:pt x="400" y="1864"/>
                  </a:lnTo>
                  <a:lnTo>
                    <a:pt x="406" y="1865"/>
                  </a:lnTo>
                  <a:lnTo>
                    <a:pt x="410" y="1862"/>
                  </a:lnTo>
                  <a:lnTo>
                    <a:pt x="413" y="1856"/>
                  </a:lnTo>
                  <a:lnTo>
                    <a:pt x="400" y="186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0429" name="Freeform 27"/>
            <p:cNvSpPr>
              <a:spLocks/>
            </p:cNvSpPr>
            <p:nvPr/>
          </p:nvSpPr>
          <p:spPr bwMode="auto">
            <a:xfrm>
              <a:off x="1282" y="1533"/>
              <a:ext cx="35" cy="161"/>
            </a:xfrm>
            <a:custGeom>
              <a:avLst/>
              <a:gdLst>
                <a:gd name="T0" fmla="*/ 1 w 175"/>
                <a:gd name="T1" fmla="*/ 6 h 807"/>
                <a:gd name="T2" fmla="*/ 1 w 175"/>
                <a:gd name="T3" fmla="*/ 6 h 807"/>
                <a:gd name="T4" fmla="*/ 1 w 175"/>
                <a:gd name="T5" fmla="*/ 6 h 807"/>
                <a:gd name="T6" fmla="*/ 1 w 175"/>
                <a:gd name="T7" fmla="*/ 5 h 807"/>
                <a:gd name="T8" fmla="*/ 1 w 175"/>
                <a:gd name="T9" fmla="*/ 5 h 807"/>
                <a:gd name="T10" fmla="*/ 1 w 175"/>
                <a:gd name="T11" fmla="*/ 5 h 807"/>
                <a:gd name="T12" fmla="*/ 1 w 175"/>
                <a:gd name="T13" fmla="*/ 4 h 807"/>
                <a:gd name="T14" fmla="*/ 1 w 175"/>
                <a:gd name="T15" fmla="*/ 4 h 807"/>
                <a:gd name="T16" fmla="*/ 1 w 175"/>
                <a:gd name="T17" fmla="*/ 3 h 807"/>
                <a:gd name="T18" fmla="*/ 1 w 175"/>
                <a:gd name="T19" fmla="*/ 3 h 807"/>
                <a:gd name="T20" fmla="*/ 1 w 175"/>
                <a:gd name="T21" fmla="*/ 3 h 807"/>
                <a:gd name="T22" fmla="*/ 1 w 175"/>
                <a:gd name="T23" fmla="*/ 2 h 807"/>
                <a:gd name="T24" fmla="*/ 1 w 175"/>
                <a:gd name="T25" fmla="*/ 2 h 807"/>
                <a:gd name="T26" fmla="*/ 1 w 175"/>
                <a:gd name="T27" fmla="*/ 2 h 807"/>
                <a:gd name="T28" fmla="*/ 1 w 175"/>
                <a:gd name="T29" fmla="*/ 1 h 807"/>
                <a:gd name="T30" fmla="*/ 1 w 175"/>
                <a:gd name="T31" fmla="*/ 1 h 807"/>
                <a:gd name="T32" fmla="*/ 1 w 175"/>
                <a:gd name="T33" fmla="*/ 1 h 807"/>
                <a:gd name="T34" fmla="*/ 1 w 175"/>
                <a:gd name="T35" fmla="*/ 0 h 807"/>
                <a:gd name="T36" fmla="*/ 1 w 175"/>
                <a:gd name="T37" fmla="*/ 0 h 807"/>
                <a:gd name="T38" fmla="*/ 1 w 175"/>
                <a:gd name="T39" fmla="*/ 0 h 807"/>
                <a:gd name="T40" fmla="*/ 0 w 175"/>
                <a:gd name="T41" fmla="*/ 1 h 807"/>
                <a:gd name="T42" fmla="*/ 0 w 175"/>
                <a:gd name="T43" fmla="*/ 1 h 807"/>
                <a:gd name="T44" fmla="*/ 0 w 175"/>
                <a:gd name="T45" fmla="*/ 1 h 807"/>
                <a:gd name="T46" fmla="*/ 0 w 175"/>
                <a:gd name="T47" fmla="*/ 2 h 807"/>
                <a:gd name="T48" fmla="*/ 0 w 175"/>
                <a:gd name="T49" fmla="*/ 2 h 807"/>
                <a:gd name="T50" fmla="*/ 0 w 175"/>
                <a:gd name="T51" fmla="*/ 3 h 807"/>
                <a:gd name="T52" fmla="*/ 0 w 175"/>
                <a:gd name="T53" fmla="*/ 3 h 807"/>
                <a:gd name="T54" fmla="*/ 0 w 175"/>
                <a:gd name="T55" fmla="*/ 3 h 807"/>
                <a:gd name="T56" fmla="*/ 0 w 175"/>
                <a:gd name="T57" fmla="*/ 4 h 807"/>
                <a:gd name="T58" fmla="*/ 0 w 175"/>
                <a:gd name="T59" fmla="*/ 4 h 807"/>
                <a:gd name="T60" fmla="*/ 0 w 175"/>
                <a:gd name="T61" fmla="*/ 5 h 807"/>
                <a:gd name="T62" fmla="*/ 0 w 175"/>
                <a:gd name="T63" fmla="*/ 5 h 807"/>
                <a:gd name="T64" fmla="*/ 0 w 175"/>
                <a:gd name="T65" fmla="*/ 5 h 807"/>
                <a:gd name="T66" fmla="*/ 1 w 175"/>
                <a:gd name="T67" fmla="*/ 6 h 807"/>
                <a:gd name="T68" fmla="*/ 1 w 175"/>
                <a:gd name="T69" fmla="*/ 6 h 807"/>
                <a:gd name="T70" fmla="*/ 1 w 175"/>
                <a:gd name="T71" fmla="*/ 6 h 807"/>
                <a:gd name="T72" fmla="*/ 1 w 175"/>
                <a:gd name="T73" fmla="*/ 6 h 807"/>
                <a:gd name="T74" fmla="*/ 1 w 175"/>
                <a:gd name="T75" fmla="*/ 6 h 807"/>
                <a:gd name="T76" fmla="*/ 1 w 175"/>
                <a:gd name="T77" fmla="*/ 6 h 807"/>
                <a:gd name="T78" fmla="*/ 1 w 175"/>
                <a:gd name="T79" fmla="*/ 6 h 807"/>
                <a:gd name="T80" fmla="*/ 1 w 175"/>
                <a:gd name="T81" fmla="*/ 6 h 807"/>
                <a:gd name="T82" fmla="*/ 1 w 175"/>
                <a:gd name="T83" fmla="*/ 6 h 807"/>
                <a:gd name="T84" fmla="*/ 1 w 175"/>
                <a:gd name="T85" fmla="*/ 6 h 807"/>
                <a:gd name="T86" fmla="*/ 1 w 175"/>
                <a:gd name="T87" fmla="*/ 6 h 807"/>
                <a:gd name="T88" fmla="*/ 1 w 175"/>
                <a:gd name="T89" fmla="*/ 6 h 807"/>
                <a:gd name="T90" fmla="*/ 1 w 175"/>
                <a:gd name="T91" fmla="*/ 6 h 80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175"/>
                <a:gd name="T139" fmla="*/ 0 h 807"/>
                <a:gd name="T140" fmla="*/ 175 w 175"/>
                <a:gd name="T141" fmla="*/ 807 h 80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175" h="807">
                  <a:moveTo>
                    <a:pt x="169" y="740"/>
                  </a:moveTo>
                  <a:lnTo>
                    <a:pt x="169" y="739"/>
                  </a:lnTo>
                  <a:lnTo>
                    <a:pt x="149" y="698"/>
                  </a:lnTo>
                  <a:lnTo>
                    <a:pt x="133" y="656"/>
                  </a:lnTo>
                  <a:lnTo>
                    <a:pt x="120" y="611"/>
                  </a:lnTo>
                  <a:lnTo>
                    <a:pt x="108" y="565"/>
                  </a:lnTo>
                  <a:lnTo>
                    <a:pt x="100" y="520"/>
                  </a:lnTo>
                  <a:lnTo>
                    <a:pt x="96" y="472"/>
                  </a:lnTo>
                  <a:lnTo>
                    <a:pt x="93" y="425"/>
                  </a:lnTo>
                  <a:lnTo>
                    <a:pt x="93" y="377"/>
                  </a:lnTo>
                  <a:lnTo>
                    <a:pt x="96" y="330"/>
                  </a:lnTo>
                  <a:lnTo>
                    <a:pt x="100" y="283"/>
                  </a:lnTo>
                  <a:lnTo>
                    <a:pt x="106" y="238"/>
                  </a:lnTo>
                  <a:lnTo>
                    <a:pt x="115" y="195"/>
                  </a:lnTo>
                  <a:lnTo>
                    <a:pt x="126" y="153"/>
                  </a:lnTo>
                  <a:lnTo>
                    <a:pt x="139" y="114"/>
                  </a:lnTo>
                  <a:lnTo>
                    <a:pt x="153" y="77"/>
                  </a:lnTo>
                  <a:lnTo>
                    <a:pt x="169" y="43"/>
                  </a:lnTo>
                  <a:lnTo>
                    <a:pt x="87" y="0"/>
                  </a:lnTo>
                  <a:lnTo>
                    <a:pt x="69" y="39"/>
                  </a:lnTo>
                  <a:lnTo>
                    <a:pt x="52" y="81"/>
                  </a:lnTo>
                  <a:lnTo>
                    <a:pt x="37" y="127"/>
                  </a:lnTo>
                  <a:lnTo>
                    <a:pt x="24" y="174"/>
                  </a:lnTo>
                  <a:lnTo>
                    <a:pt x="15" y="222"/>
                  </a:lnTo>
                  <a:lnTo>
                    <a:pt x="7" y="271"/>
                  </a:lnTo>
                  <a:lnTo>
                    <a:pt x="2" y="323"/>
                  </a:lnTo>
                  <a:lnTo>
                    <a:pt x="0" y="374"/>
                  </a:lnTo>
                  <a:lnTo>
                    <a:pt x="0" y="427"/>
                  </a:lnTo>
                  <a:lnTo>
                    <a:pt x="2" y="479"/>
                  </a:lnTo>
                  <a:lnTo>
                    <a:pt x="9" y="531"/>
                  </a:lnTo>
                  <a:lnTo>
                    <a:pt x="17" y="584"/>
                  </a:lnTo>
                  <a:lnTo>
                    <a:pt x="29" y="635"/>
                  </a:lnTo>
                  <a:lnTo>
                    <a:pt x="44" y="686"/>
                  </a:lnTo>
                  <a:lnTo>
                    <a:pt x="65" y="736"/>
                  </a:lnTo>
                  <a:lnTo>
                    <a:pt x="87" y="784"/>
                  </a:lnTo>
                  <a:lnTo>
                    <a:pt x="87" y="782"/>
                  </a:lnTo>
                  <a:lnTo>
                    <a:pt x="87" y="784"/>
                  </a:lnTo>
                  <a:lnTo>
                    <a:pt x="100" y="799"/>
                  </a:lnTo>
                  <a:lnTo>
                    <a:pt x="117" y="807"/>
                  </a:lnTo>
                  <a:lnTo>
                    <a:pt x="134" y="807"/>
                  </a:lnTo>
                  <a:lnTo>
                    <a:pt x="151" y="801"/>
                  </a:lnTo>
                  <a:lnTo>
                    <a:pt x="164" y="791"/>
                  </a:lnTo>
                  <a:lnTo>
                    <a:pt x="173" y="777"/>
                  </a:lnTo>
                  <a:lnTo>
                    <a:pt x="175" y="759"/>
                  </a:lnTo>
                  <a:lnTo>
                    <a:pt x="169" y="739"/>
                  </a:lnTo>
                  <a:lnTo>
                    <a:pt x="169" y="74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0430" name="Freeform 28"/>
            <p:cNvSpPr>
              <a:spLocks/>
            </p:cNvSpPr>
            <p:nvPr/>
          </p:nvSpPr>
          <p:spPr bwMode="auto">
            <a:xfrm>
              <a:off x="1299" y="1681"/>
              <a:ext cx="157" cy="281"/>
            </a:xfrm>
            <a:custGeom>
              <a:avLst/>
              <a:gdLst>
                <a:gd name="T0" fmla="*/ 6 w 787"/>
                <a:gd name="T1" fmla="*/ 11 h 1404"/>
                <a:gd name="T2" fmla="*/ 6 w 787"/>
                <a:gd name="T3" fmla="*/ 11 h 1404"/>
                <a:gd name="T4" fmla="*/ 1 w 787"/>
                <a:gd name="T5" fmla="*/ 0 h 1404"/>
                <a:gd name="T6" fmla="*/ 0 w 787"/>
                <a:gd name="T7" fmla="*/ 0 h 1404"/>
                <a:gd name="T8" fmla="*/ 6 w 787"/>
                <a:gd name="T9" fmla="*/ 11 h 1404"/>
                <a:gd name="T10" fmla="*/ 6 w 787"/>
                <a:gd name="T11" fmla="*/ 11 h 1404"/>
                <a:gd name="T12" fmla="*/ 6 w 787"/>
                <a:gd name="T13" fmla="*/ 11 h 1404"/>
                <a:gd name="T14" fmla="*/ 6 w 787"/>
                <a:gd name="T15" fmla="*/ 11 h 1404"/>
                <a:gd name="T16" fmla="*/ 6 w 787"/>
                <a:gd name="T17" fmla="*/ 11 h 1404"/>
                <a:gd name="T18" fmla="*/ 6 w 787"/>
                <a:gd name="T19" fmla="*/ 11 h 1404"/>
                <a:gd name="T20" fmla="*/ 6 w 787"/>
                <a:gd name="T21" fmla="*/ 11 h 1404"/>
                <a:gd name="T22" fmla="*/ 6 w 787"/>
                <a:gd name="T23" fmla="*/ 11 h 1404"/>
                <a:gd name="T24" fmla="*/ 6 w 787"/>
                <a:gd name="T25" fmla="*/ 11 h 1404"/>
                <a:gd name="T26" fmla="*/ 6 w 787"/>
                <a:gd name="T27" fmla="*/ 11 h 1404"/>
                <a:gd name="T28" fmla="*/ 6 w 787"/>
                <a:gd name="T29" fmla="*/ 11 h 1404"/>
                <a:gd name="T30" fmla="*/ 6 w 787"/>
                <a:gd name="T31" fmla="*/ 11 h 1404"/>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787"/>
                <a:gd name="T49" fmla="*/ 0 h 1404"/>
                <a:gd name="T50" fmla="*/ 787 w 787"/>
                <a:gd name="T51" fmla="*/ 1404 h 1404"/>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787" h="1404">
                  <a:moveTo>
                    <a:pt x="781" y="1334"/>
                  </a:moveTo>
                  <a:lnTo>
                    <a:pt x="781" y="1337"/>
                  </a:lnTo>
                  <a:lnTo>
                    <a:pt x="82" y="0"/>
                  </a:lnTo>
                  <a:lnTo>
                    <a:pt x="0" y="42"/>
                  </a:lnTo>
                  <a:lnTo>
                    <a:pt x="699" y="1379"/>
                  </a:lnTo>
                  <a:lnTo>
                    <a:pt x="699" y="1381"/>
                  </a:lnTo>
                  <a:lnTo>
                    <a:pt x="699" y="1379"/>
                  </a:lnTo>
                  <a:lnTo>
                    <a:pt x="712" y="1395"/>
                  </a:lnTo>
                  <a:lnTo>
                    <a:pt x="727" y="1402"/>
                  </a:lnTo>
                  <a:lnTo>
                    <a:pt x="744" y="1404"/>
                  </a:lnTo>
                  <a:lnTo>
                    <a:pt x="761" y="1398"/>
                  </a:lnTo>
                  <a:lnTo>
                    <a:pt x="775" y="1388"/>
                  </a:lnTo>
                  <a:lnTo>
                    <a:pt x="784" y="1373"/>
                  </a:lnTo>
                  <a:lnTo>
                    <a:pt x="787" y="1357"/>
                  </a:lnTo>
                  <a:lnTo>
                    <a:pt x="781" y="1337"/>
                  </a:lnTo>
                  <a:lnTo>
                    <a:pt x="781" y="13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0431" name="Freeform 29"/>
            <p:cNvSpPr>
              <a:spLocks/>
            </p:cNvSpPr>
            <p:nvPr/>
          </p:nvSpPr>
          <p:spPr bwMode="auto">
            <a:xfrm>
              <a:off x="1439" y="1948"/>
              <a:ext cx="125" cy="76"/>
            </a:xfrm>
            <a:custGeom>
              <a:avLst/>
              <a:gdLst>
                <a:gd name="T0" fmla="*/ 5 w 628"/>
                <a:gd name="T1" fmla="*/ 2 h 383"/>
                <a:gd name="T2" fmla="*/ 5 w 628"/>
                <a:gd name="T3" fmla="*/ 2 h 383"/>
                <a:gd name="T4" fmla="*/ 4 w 628"/>
                <a:gd name="T5" fmla="*/ 2 h 383"/>
                <a:gd name="T6" fmla="*/ 4 w 628"/>
                <a:gd name="T7" fmla="*/ 2 h 383"/>
                <a:gd name="T8" fmla="*/ 4 w 628"/>
                <a:gd name="T9" fmla="*/ 2 h 383"/>
                <a:gd name="T10" fmla="*/ 3 w 628"/>
                <a:gd name="T11" fmla="*/ 2 h 383"/>
                <a:gd name="T12" fmla="*/ 3 w 628"/>
                <a:gd name="T13" fmla="*/ 2 h 383"/>
                <a:gd name="T14" fmla="*/ 3 w 628"/>
                <a:gd name="T15" fmla="*/ 2 h 383"/>
                <a:gd name="T16" fmla="*/ 3 w 628"/>
                <a:gd name="T17" fmla="*/ 2 h 383"/>
                <a:gd name="T18" fmla="*/ 2 w 628"/>
                <a:gd name="T19" fmla="*/ 2 h 383"/>
                <a:gd name="T20" fmla="*/ 2 w 628"/>
                <a:gd name="T21" fmla="*/ 2 h 383"/>
                <a:gd name="T22" fmla="*/ 2 w 628"/>
                <a:gd name="T23" fmla="*/ 1 h 383"/>
                <a:gd name="T24" fmla="*/ 2 w 628"/>
                <a:gd name="T25" fmla="*/ 1 h 383"/>
                <a:gd name="T26" fmla="*/ 1 w 628"/>
                <a:gd name="T27" fmla="*/ 1 h 383"/>
                <a:gd name="T28" fmla="*/ 1 w 628"/>
                <a:gd name="T29" fmla="*/ 1 h 383"/>
                <a:gd name="T30" fmla="*/ 1 w 628"/>
                <a:gd name="T31" fmla="*/ 1 h 383"/>
                <a:gd name="T32" fmla="*/ 1 w 628"/>
                <a:gd name="T33" fmla="*/ 0 h 383"/>
                <a:gd name="T34" fmla="*/ 1 w 628"/>
                <a:gd name="T35" fmla="*/ 0 h 383"/>
                <a:gd name="T36" fmla="*/ 0 w 628"/>
                <a:gd name="T37" fmla="*/ 0 h 383"/>
                <a:gd name="T38" fmla="*/ 0 w 628"/>
                <a:gd name="T39" fmla="*/ 1 h 383"/>
                <a:gd name="T40" fmla="*/ 0 w 628"/>
                <a:gd name="T41" fmla="*/ 1 h 383"/>
                <a:gd name="T42" fmla="*/ 1 w 628"/>
                <a:gd name="T43" fmla="*/ 1 h 383"/>
                <a:gd name="T44" fmla="*/ 1 w 628"/>
                <a:gd name="T45" fmla="*/ 1 h 383"/>
                <a:gd name="T46" fmla="*/ 1 w 628"/>
                <a:gd name="T47" fmla="*/ 2 h 383"/>
                <a:gd name="T48" fmla="*/ 1 w 628"/>
                <a:gd name="T49" fmla="*/ 2 h 383"/>
                <a:gd name="T50" fmla="*/ 2 w 628"/>
                <a:gd name="T51" fmla="*/ 2 h 383"/>
                <a:gd name="T52" fmla="*/ 2 w 628"/>
                <a:gd name="T53" fmla="*/ 2 h 383"/>
                <a:gd name="T54" fmla="*/ 2 w 628"/>
                <a:gd name="T55" fmla="*/ 2 h 383"/>
                <a:gd name="T56" fmla="*/ 3 w 628"/>
                <a:gd name="T57" fmla="*/ 3 h 383"/>
                <a:gd name="T58" fmla="*/ 3 w 628"/>
                <a:gd name="T59" fmla="*/ 3 h 383"/>
                <a:gd name="T60" fmla="*/ 3 w 628"/>
                <a:gd name="T61" fmla="*/ 3 h 383"/>
                <a:gd name="T62" fmla="*/ 4 w 628"/>
                <a:gd name="T63" fmla="*/ 3 h 383"/>
                <a:gd name="T64" fmla="*/ 4 w 628"/>
                <a:gd name="T65" fmla="*/ 3 h 383"/>
                <a:gd name="T66" fmla="*/ 4 w 628"/>
                <a:gd name="T67" fmla="*/ 3 h 383"/>
                <a:gd name="T68" fmla="*/ 5 w 628"/>
                <a:gd name="T69" fmla="*/ 3 h 383"/>
                <a:gd name="T70" fmla="*/ 5 w 628"/>
                <a:gd name="T71" fmla="*/ 3 h 383"/>
                <a:gd name="T72" fmla="*/ 5 w 628"/>
                <a:gd name="T73" fmla="*/ 3 h 383"/>
                <a:gd name="T74" fmla="*/ 5 w 628"/>
                <a:gd name="T75" fmla="*/ 3 h 383"/>
                <a:gd name="T76" fmla="*/ 5 w 628"/>
                <a:gd name="T77" fmla="*/ 3 h 383"/>
                <a:gd name="T78" fmla="*/ 5 w 628"/>
                <a:gd name="T79" fmla="*/ 3 h 383"/>
                <a:gd name="T80" fmla="*/ 5 w 628"/>
                <a:gd name="T81" fmla="*/ 3 h 383"/>
                <a:gd name="T82" fmla="*/ 5 w 628"/>
                <a:gd name="T83" fmla="*/ 3 h 383"/>
                <a:gd name="T84" fmla="*/ 5 w 628"/>
                <a:gd name="T85" fmla="*/ 2 h 383"/>
                <a:gd name="T86" fmla="*/ 5 w 628"/>
                <a:gd name="T87" fmla="*/ 2 h 383"/>
                <a:gd name="T88" fmla="*/ 5 w 628"/>
                <a:gd name="T89" fmla="*/ 2 h 383"/>
                <a:gd name="T90" fmla="*/ 5 w 628"/>
                <a:gd name="T91" fmla="*/ 2 h 38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628"/>
                <a:gd name="T139" fmla="*/ 0 h 383"/>
                <a:gd name="T140" fmla="*/ 628 w 628"/>
                <a:gd name="T141" fmla="*/ 383 h 38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628" h="383">
                  <a:moveTo>
                    <a:pt x="581" y="289"/>
                  </a:moveTo>
                  <a:lnTo>
                    <a:pt x="582" y="289"/>
                  </a:lnTo>
                  <a:lnTo>
                    <a:pt x="541" y="287"/>
                  </a:lnTo>
                  <a:lnTo>
                    <a:pt x="500" y="283"/>
                  </a:lnTo>
                  <a:lnTo>
                    <a:pt x="462" y="276"/>
                  </a:lnTo>
                  <a:lnTo>
                    <a:pt x="424" y="268"/>
                  </a:lnTo>
                  <a:lnTo>
                    <a:pt x="389" y="255"/>
                  </a:lnTo>
                  <a:lnTo>
                    <a:pt x="352" y="242"/>
                  </a:lnTo>
                  <a:lnTo>
                    <a:pt x="320" y="227"/>
                  </a:lnTo>
                  <a:lnTo>
                    <a:pt x="287" y="209"/>
                  </a:lnTo>
                  <a:lnTo>
                    <a:pt x="255" y="189"/>
                  </a:lnTo>
                  <a:lnTo>
                    <a:pt x="226" y="168"/>
                  </a:lnTo>
                  <a:lnTo>
                    <a:pt x="198" y="145"/>
                  </a:lnTo>
                  <a:lnTo>
                    <a:pt x="172" y="119"/>
                  </a:lnTo>
                  <a:lnTo>
                    <a:pt x="146" y="92"/>
                  </a:lnTo>
                  <a:lnTo>
                    <a:pt x="122" y="64"/>
                  </a:lnTo>
                  <a:lnTo>
                    <a:pt x="100" y="33"/>
                  </a:lnTo>
                  <a:lnTo>
                    <a:pt x="82" y="0"/>
                  </a:lnTo>
                  <a:lnTo>
                    <a:pt x="0" y="47"/>
                  </a:lnTo>
                  <a:lnTo>
                    <a:pt x="23" y="85"/>
                  </a:lnTo>
                  <a:lnTo>
                    <a:pt x="49" y="120"/>
                  </a:lnTo>
                  <a:lnTo>
                    <a:pt x="76" y="153"/>
                  </a:lnTo>
                  <a:lnTo>
                    <a:pt x="104" y="185"/>
                  </a:lnTo>
                  <a:lnTo>
                    <a:pt x="137" y="215"/>
                  </a:lnTo>
                  <a:lnTo>
                    <a:pt x="170" y="241"/>
                  </a:lnTo>
                  <a:lnTo>
                    <a:pt x="204" y="267"/>
                  </a:lnTo>
                  <a:lnTo>
                    <a:pt x="240" y="289"/>
                  </a:lnTo>
                  <a:lnTo>
                    <a:pt x="277" y="309"/>
                  </a:lnTo>
                  <a:lnTo>
                    <a:pt x="317" y="329"/>
                  </a:lnTo>
                  <a:lnTo>
                    <a:pt x="358" y="344"/>
                  </a:lnTo>
                  <a:lnTo>
                    <a:pt x="400" y="357"/>
                  </a:lnTo>
                  <a:lnTo>
                    <a:pt x="444" y="367"/>
                  </a:lnTo>
                  <a:lnTo>
                    <a:pt x="488" y="374"/>
                  </a:lnTo>
                  <a:lnTo>
                    <a:pt x="534" y="380"/>
                  </a:lnTo>
                  <a:lnTo>
                    <a:pt x="580" y="383"/>
                  </a:lnTo>
                  <a:lnTo>
                    <a:pt x="581" y="383"/>
                  </a:lnTo>
                  <a:lnTo>
                    <a:pt x="580" y="383"/>
                  </a:lnTo>
                  <a:lnTo>
                    <a:pt x="600" y="379"/>
                  </a:lnTo>
                  <a:lnTo>
                    <a:pt x="615" y="369"/>
                  </a:lnTo>
                  <a:lnTo>
                    <a:pt x="624" y="353"/>
                  </a:lnTo>
                  <a:lnTo>
                    <a:pt x="628" y="337"/>
                  </a:lnTo>
                  <a:lnTo>
                    <a:pt x="625" y="319"/>
                  </a:lnTo>
                  <a:lnTo>
                    <a:pt x="617" y="304"/>
                  </a:lnTo>
                  <a:lnTo>
                    <a:pt x="602" y="294"/>
                  </a:lnTo>
                  <a:lnTo>
                    <a:pt x="582" y="289"/>
                  </a:lnTo>
                  <a:lnTo>
                    <a:pt x="581" y="28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0432" name="Freeform 30"/>
            <p:cNvSpPr>
              <a:spLocks/>
            </p:cNvSpPr>
            <p:nvPr/>
          </p:nvSpPr>
          <p:spPr bwMode="auto">
            <a:xfrm>
              <a:off x="1587" y="1880"/>
              <a:ext cx="85" cy="49"/>
            </a:xfrm>
            <a:custGeom>
              <a:avLst/>
              <a:gdLst>
                <a:gd name="T0" fmla="*/ 3 w 426"/>
                <a:gd name="T1" fmla="*/ 0 h 245"/>
                <a:gd name="T2" fmla="*/ 3 w 426"/>
                <a:gd name="T3" fmla="*/ 0 h 245"/>
                <a:gd name="T4" fmla="*/ 3 w 426"/>
                <a:gd name="T5" fmla="*/ 0 h 245"/>
                <a:gd name="T6" fmla="*/ 3 w 426"/>
                <a:gd name="T7" fmla="*/ 0 h 245"/>
                <a:gd name="T8" fmla="*/ 2 w 426"/>
                <a:gd name="T9" fmla="*/ 0 h 245"/>
                <a:gd name="T10" fmla="*/ 2 w 426"/>
                <a:gd name="T11" fmla="*/ 0 h 245"/>
                <a:gd name="T12" fmla="*/ 2 w 426"/>
                <a:gd name="T13" fmla="*/ 0 h 245"/>
                <a:gd name="T14" fmla="*/ 2 w 426"/>
                <a:gd name="T15" fmla="*/ 0 h 245"/>
                <a:gd name="T16" fmla="*/ 1 w 426"/>
                <a:gd name="T17" fmla="*/ 0 h 245"/>
                <a:gd name="T18" fmla="*/ 1 w 426"/>
                <a:gd name="T19" fmla="*/ 1 h 245"/>
                <a:gd name="T20" fmla="*/ 1 w 426"/>
                <a:gd name="T21" fmla="*/ 1 h 245"/>
                <a:gd name="T22" fmla="*/ 1 w 426"/>
                <a:gd name="T23" fmla="*/ 1 h 245"/>
                <a:gd name="T24" fmla="*/ 0 w 426"/>
                <a:gd name="T25" fmla="*/ 1 h 245"/>
                <a:gd name="T26" fmla="*/ 0 w 426"/>
                <a:gd name="T27" fmla="*/ 1 h 245"/>
                <a:gd name="T28" fmla="*/ 0 w 426"/>
                <a:gd name="T29" fmla="*/ 1 h 245"/>
                <a:gd name="T30" fmla="*/ 0 w 426"/>
                <a:gd name="T31" fmla="*/ 2 h 245"/>
                <a:gd name="T32" fmla="*/ 0 w 426"/>
                <a:gd name="T33" fmla="*/ 2 h 245"/>
                <a:gd name="T34" fmla="*/ 0 w 426"/>
                <a:gd name="T35" fmla="*/ 2 h 245"/>
                <a:gd name="T36" fmla="*/ 0 w 426"/>
                <a:gd name="T37" fmla="*/ 2 h 245"/>
                <a:gd name="T38" fmla="*/ 0 w 426"/>
                <a:gd name="T39" fmla="*/ 2 h 245"/>
                <a:gd name="T40" fmla="*/ 0 w 426"/>
                <a:gd name="T41" fmla="*/ 2 h 245"/>
                <a:gd name="T42" fmla="*/ 0 w 426"/>
                <a:gd name="T43" fmla="*/ 1 h 245"/>
                <a:gd name="T44" fmla="*/ 0 w 426"/>
                <a:gd name="T45" fmla="*/ 1 h 245"/>
                <a:gd name="T46" fmla="*/ 0 w 426"/>
                <a:gd name="T47" fmla="*/ 1 h 245"/>
                <a:gd name="T48" fmla="*/ 1 w 426"/>
                <a:gd name="T49" fmla="*/ 1 h 245"/>
                <a:gd name="T50" fmla="*/ 1 w 426"/>
                <a:gd name="T51" fmla="*/ 1 h 245"/>
                <a:gd name="T52" fmla="*/ 1 w 426"/>
                <a:gd name="T53" fmla="*/ 1 h 245"/>
                <a:gd name="T54" fmla="*/ 1 w 426"/>
                <a:gd name="T55" fmla="*/ 1 h 245"/>
                <a:gd name="T56" fmla="*/ 2 w 426"/>
                <a:gd name="T57" fmla="*/ 0 h 245"/>
                <a:gd name="T58" fmla="*/ 2 w 426"/>
                <a:gd name="T59" fmla="*/ 0 h 245"/>
                <a:gd name="T60" fmla="*/ 2 w 426"/>
                <a:gd name="T61" fmla="*/ 0 h 245"/>
                <a:gd name="T62" fmla="*/ 2 w 426"/>
                <a:gd name="T63" fmla="*/ 0 h 245"/>
                <a:gd name="T64" fmla="*/ 3 w 426"/>
                <a:gd name="T65" fmla="*/ 0 h 245"/>
                <a:gd name="T66" fmla="*/ 3 w 426"/>
                <a:gd name="T67" fmla="*/ 0 h 245"/>
                <a:gd name="T68" fmla="*/ 3 w 426"/>
                <a:gd name="T69" fmla="*/ 0 h 245"/>
                <a:gd name="T70" fmla="*/ 3 w 426"/>
                <a:gd name="T71" fmla="*/ 0 h 245"/>
                <a:gd name="T72" fmla="*/ 3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426" y="0"/>
                  </a:moveTo>
                  <a:lnTo>
                    <a:pt x="426" y="0"/>
                  </a:lnTo>
                  <a:lnTo>
                    <a:pt x="384" y="1"/>
                  </a:lnTo>
                  <a:lnTo>
                    <a:pt x="340" y="4"/>
                  </a:lnTo>
                  <a:lnTo>
                    <a:pt x="300" y="10"/>
                  </a:lnTo>
                  <a:lnTo>
                    <a:pt x="262" y="18"/>
                  </a:lnTo>
                  <a:lnTo>
                    <a:pt x="224" y="29"/>
                  </a:lnTo>
                  <a:lnTo>
                    <a:pt x="189" y="41"/>
                  </a:lnTo>
                  <a:lnTo>
                    <a:pt x="157" y="55"/>
                  </a:lnTo>
                  <a:lnTo>
                    <a:pt x="126" y="70"/>
                  </a:lnTo>
                  <a:lnTo>
                    <a:pt x="99" y="89"/>
                  </a:lnTo>
                  <a:lnTo>
                    <a:pt x="74" y="106"/>
                  </a:lnTo>
                  <a:lnTo>
                    <a:pt x="52" y="126"/>
                  </a:lnTo>
                  <a:lnTo>
                    <a:pt x="34" y="148"/>
                  </a:lnTo>
                  <a:lnTo>
                    <a:pt x="19" y="171"/>
                  </a:lnTo>
                  <a:lnTo>
                    <a:pt x="9" y="194"/>
                  </a:lnTo>
                  <a:lnTo>
                    <a:pt x="3" y="219"/>
                  </a:lnTo>
                  <a:lnTo>
                    <a:pt x="0" y="245"/>
                  </a:lnTo>
                  <a:lnTo>
                    <a:pt x="12" y="245"/>
                  </a:lnTo>
                  <a:lnTo>
                    <a:pt x="15" y="221"/>
                  </a:lnTo>
                  <a:lnTo>
                    <a:pt x="20" y="199"/>
                  </a:lnTo>
                  <a:lnTo>
                    <a:pt x="31" y="178"/>
                  </a:lnTo>
                  <a:lnTo>
                    <a:pt x="44" y="156"/>
                  </a:lnTo>
                  <a:lnTo>
                    <a:pt x="61" y="136"/>
                  </a:lnTo>
                  <a:lnTo>
                    <a:pt x="81" y="116"/>
                  </a:lnTo>
                  <a:lnTo>
                    <a:pt x="106" y="98"/>
                  </a:lnTo>
                  <a:lnTo>
                    <a:pt x="133" y="82"/>
                  </a:lnTo>
                  <a:lnTo>
                    <a:pt x="162" y="66"/>
                  </a:lnTo>
                  <a:lnTo>
                    <a:pt x="194" y="52"/>
                  </a:lnTo>
                  <a:lnTo>
                    <a:pt x="229" y="41"/>
                  </a:lnTo>
                  <a:lnTo>
                    <a:pt x="264" y="30"/>
                  </a:lnTo>
                  <a:lnTo>
                    <a:pt x="303" y="22"/>
                  </a:lnTo>
                  <a:lnTo>
                    <a:pt x="343" y="16"/>
                  </a:lnTo>
                  <a:lnTo>
                    <a:pt x="384" y="12"/>
                  </a:lnTo>
                  <a:lnTo>
                    <a:pt x="426" y="11"/>
                  </a:lnTo>
                  <a:lnTo>
                    <a:pt x="42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0433" name="Freeform 31"/>
            <p:cNvSpPr>
              <a:spLocks/>
            </p:cNvSpPr>
            <p:nvPr/>
          </p:nvSpPr>
          <p:spPr bwMode="auto">
            <a:xfrm>
              <a:off x="1587" y="1929"/>
              <a:ext cx="85" cy="49"/>
            </a:xfrm>
            <a:custGeom>
              <a:avLst/>
              <a:gdLst>
                <a:gd name="T0" fmla="*/ 0 w 426"/>
                <a:gd name="T1" fmla="*/ 0 h 245"/>
                <a:gd name="T2" fmla="*/ 0 w 426"/>
                <a:gd name="T3" fmla="*/ 0 h 245"/>
                <a:gd name="T4" fmla="*/ 0 w 426"/>
                <a:gd name="T5" fmla="*/ 0 h 245"/>
                <a:gd name="T6" fmla="*/ 0 w 426"/>
                <a:gd name="T7" fmla="*/ 0 h 245"/>
                <a:gd name="T8" fmla="*/ 0 w 426"/>
                <a:gd name="T9" fmla="*/ 1 h 245"/>
                <a:gd name="T10" fmla="*/ 0 w 426"/>
                <a:gd name="T11" fmla="*/ 1 h 245"/>
                <a:gd name="T12" fmla="*/ 0 w 426"/>
                <a:gd name="T13" fmla="*/ 1 h 245"/>
                <a:gd name="T14" fmla="*/ 1 w 426"/>
                <a:gd name="T15" fmla="*/ 1 h 245"/>
                <a:gd name="T16" fmla="*/ 1 w 426"/>
                <a:gd name="T17" fmla="*/ 1 h 245"/>
                <a:gd name="T18" fmla="*/ 1 w 426"/>
                <a:gd name="T19" fmla="*/ 1 h 245"/>
                <a:gd name="T20" fmla="*/ 1 w 426"/>
                <a:gd name="T21" fmla="*/ 2 h 245"/>
                <a:gd name="T22" fmla="*/ 2 w 426"/>
                <a:gd name="T23" fmla="*/ 2 h 245"/>
                <a:gd name="T24" fmla="*/ 2 w 426"/>
                <a:gd name="T25" fmla="*/ 2 h 245"/>
                <a:gd name="T26" fmla="*/ 2 w 426"/>
                <a:gd name="T27" fmla="*/ 2 h 245"/>
                <a:gd name="T28" fmla="*/ 2 w 426"/>
                <a:gd name="T29" fmla="*/ 2 h 245"/>
                <a:gd name="T30" fmla="*/ 3 w 426"/>
                <a:gd name="T31" fmla="*/ 2 h 245"/>
                <a:gd name="T32" fmla="*/ 3 w 426"/>
                <a:gd name="T33" fmla="*/ 2 h 245"/>
                <a:gd name="T34" fmla="*/ 3 w 426"/>
                <a:gd name="T35" fmla="*/ 2 h 245"/>
                <a:gd name="T36" fmla="*/ 3 w 426"/>
                <a:gd name="T37" fmla="*/ 2 h 245"/>
                <a:gd name="T38" fmla="*/ 3 w 426"/>
                <a:gd name="T39" fmla="*/ 2 h 245"/>
                <a:gd name="T40" fmla="*/ 3 w 426"/>
                <a:gd name="T41" fmla="*/ 2 h 245"/>
                <a:gd name="T42" fmla="*/ 2 w 426"/>
                <a:gd name="T43" fmla="*/ 2 h 245"/>
                <a:gd name="T44" fmla="*/ 2 w 426"/>
                <a:gd name="T45" fmla="*/ 2 h 245"/>
                <a:gd name="T46" fmla="*/ 2 w 426"/>
                <a:gd name="T47" fmla="*/ 2 h 245"/>
                <a:gd name="T48" fmla="*/ 2 w 426"/>
                <a:gd name="T49" fmla="*/ 2 h 245"/>
                <a:gd name="T50" fmla="*/ 1 w 426"/>
                <a:gd name="T51" fmla="*/ 1 h 245"/>
                <a:gd name="T52" fmla="*/ 1 w 426"/>
                <a:gd name="T53" fmla="*/ 1 h 245"/>
                <a:gd name="T54" fmla="*/ 1 w 426"/>
                <a:gd name="T55" fmla="*/ 1 h 245"/>
                <a:gd name="T56" fmla="*/ 1 w 426"/>
                <a:gd name="T57" fmla="*/ 1 h 245"/>
                <a:gd name="T58" fmla="*/ 0 w 426"/>
                <a:gd name="T59" fmla="*/ 1 h 245"/>
                <a:gd name="T60" fmla="*/ 0 w 426"/>
                <a:gd name="T61" fmla="*/ 1 h 245"/>
                <a:gd name="T62" fmla="*/ 0 w 426"/>
                <a:gd name="T63" fmla="*/ 1 h 245"/>
                <a:gd name="T64" fmla="*/ 0 w 426"/>
                <a:gd name="T65" fmla="*/ 0 h 245"/>
                <a:gd name="T66" fmla="*/ 0 w 426"/>
                <a:gd name="T67" fmla="*/ 0 h 245"/>
                <a:gd name="T68" fmla="*/ 0 w 426"/>
                <a:gd name="T69" fmla="*/ 0 h 245"/>
                <a:gd name="T70" fmla="*/ 0 w 426"/>
                <a:gd name="T71" fmla="*/ 0 h 245"/>
                <a:gd name="T72" fmla="*/ 0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0" y="0"/>
                  </a:moveTo>
                  <a:lnTo>
                    <a:pt x="0" y="0"/>
                  </a:lnTo>
                  <a:lnTo>
                    <a:pt x="3" y="25"/>
                  </a:lnTo>
                  <a:lnTo>
                    <a:pt x="9" y="50"/>
                  </a:lnTo>
                  <a:lnTo>
                    <a:pt x="19" y="73"/>
                  </a:lnTo>
                  <a:lnTo>
                    <a:pt x="34" y="96"/>
                  </a:lnTo>
                  <a:lnTo>
                    <a:pt x="52" y="118"/>
                  </a:lnTo>
                  <a:lnTo>
                    <a:pt x="74" y="138"/>
                  </a:lnTo>
                  <a:lnTo>
                    <a:pt x="99" y="156"/>
                  </a:lnTo>
                  <a:lnTo>
                    <a:pt x="126" y="174"/>
                  </a:lnTo>
                  <a:lnTo>
                    <a:pt x="157" y="190"/>
                  </a:lnTo>
                  <a:lnTo>
                    <a:pt x="189" y="204"/>
                  </a:lnTo>
                  <a:lnTo>
                    <a:pt x="224" y="215"/>
                  </a:lnTo>
                  <a:lnTo>
                    <a:pt x="262" y="226"/>
                  </a:lnTo>
                  <a:lnTo>
                    <a:pt x="300" y="234"/>
                  </a:lnTo>
                  <a:lnTo>
                    <a:pt x="340" y="240"/>
                  </a:lnTo>
                  <a:lnTo>
                    <a:pt x="384" y="244"/>
                  </a:lnTo>
                  <a:lnTo>
                    <a:pt x="426" y="245"/>
                  </a:lnTo>
                  <a:lnTo>
                    <a:pt x="426" y="233"/>
                  </a:lnTo>
                  <a:lnTo>
                    <a:pt x="384" y="232"/>
                  </a:lnTo>
                  <a:lnTo>
                    <a:pt x="343" y="228"/>
                  </a:lnTo>
                  <a:lnTo>
                    <a:pt x="303" y="222"/>
                  </a:lnTo>
                  <a:lnTo>
                    <a:pt x="264" y="214"/>
                  </a:lnTo>
                  <a:lnTo>
                    <a:pt x="229" y="204"/>
                  </a:lnTo>
                  <a:lnTo>
                    <a:pt x="194" y="192"/>
                  </a:lnTo>
                  <a:lnTo>
                    <a:pt x="162" y="178"/>
                  </a:lnTo>
                  <a:lnTo>
                    <a:pt x="133" y="163"/>
                  </a:lnTo>
                  <a:lnTo>
                    <a:pt x="106" y="146"/>
                  </a:lnTo>
                  <a:lnTo>
                    <a:pt x="81" y="129"/>
                  </a:lnTo>
                  <a:lnTo>
                    <a:pt x="61" y="109"/>
                  </a:lnTo>
                  <a:lnTo>
                    <a:pt x="44" y="89"/>
                  </a:lnTo>
                  <a:lnTo>
                    <a:pt x="31" y="66"/>
                  </a:lnTo>
                  <a:lnTo>
                    <a:pt x="20" y="45"/>
                  </a:lnTo>
                  <a:lnTo>
                    <a:pt x="15" y="2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0434" name="Freeform 32"/>
            <p:cNvSpPr>
              <a:spLocks/>
            </p:cNvSpPr>
            <p:nvPr/>
          </p:nvSpPr>
          <p:spPr bwMode="auto">
            <a:xfrm>
              <a:off x="878" y="1448"/>
              <a:ext cx="792" cy="954"/>
            </a:xfrm>
            <a:custGeom>
              <a:avLst/>
              <a:gdLst>
                <a:gd name="T0" fmla="*/ 13 w 3960"/>
                <a:gd name="T1" fmla="*/ 38 h 4768"/>
                <a:gd name="T2" fmla="*/ 14 w 3960"/>
                <a:gd name="T3" fmla="*/ 38 h 4768"/>
                <a:gd name="T4" fmla="*/ 15 w 3960"/>
                <a:gd name="T5" fmla="*/ 38 h 4768"/>
                <a:gd name="T6" fmla="*/ 15 w 3960"/>
                <a:gd name="T7" fmla="*/ 38 h 4768"/>
                <a:gd name="T8" fmla="*/ 16 w 3960"/>
                <a:gd name="T9" fmla="*/ 38 h 4768"/>
                <a:gd name="T10" fmla="*/ 17 w 3960"/>
                <a:gd name="T11" fmla="*/ 38 h 4768"/>
                <a:gd name="T12" fmla="*/ 17 w 3960"/>
                <a:gd name="T13" fmla="*/ 38 h 4768"/>
                <a:gd name="T14" fmla="*/ 18 w 3960"/>
                <a:gd name="T15" fmla="*/ 38 h 4768"/>
                <a:gd name="T16" fmla="*/ 18 w 3960"/>
                <a:gd name="T17" fmla="*/ 38 h 4768"/>
                <a:gd name="T18" fmla="*/ 29 w 3960"/>
                <a:gd name="T19" fmla="*/ 30 h 4768"/>
                <a:gd name="T20" fmla="*/ 30 w 3960"/>
                <a:gd name="T21" fmla="*/ 30 h 4768"/>
                <a:gd name="T22" fmla="*/ 30 w 3960"/>
                <a:gd name="T23" fmla="*/ 29 h 4768"/>
                <a:gd name="T24" fmla="*/ 31 w 3960"/>
                <a:gd name="T25" fmla="*/ 28 h 4768"/>
                <a:gd name="T26" fmla="*/ 31 w 3960"/>
                <a:gd name="T27" fmla="*/ 28 h 4768"/>
                <a:gd name="T28" fmla="*/ 31 w 3960"/>
                <a:gd name="T29" fmla="*/ 27 h 4768"/>
                <a:gd name="T30" fmla="*/ 32 w 3960"/>
                <a:gd name="T31" fmla="*/ 26 h 4768"/>
                <a:gd name="T32" fmla="*/ 32 w 3960"/>
                <a:gd name="T33" fmla="*/ 25 h 4768"/>
                <a:gd name="T34" fmla="*/ 32 w 3960"/>
                <a:gd name="T35" fmla="*/ 11 h 4768"/>
                <a:gd name="T36" fmla="*/ 32 w 3960"/>
                <a:gd name="T37" fmla="*/ 10 h 4768"/>
                <a:gd name="T38" fmla="*/ 31 w 3960"/>
                <a:gd name="T39" fmla="*/ 9 h 4768"/>
                <a:gd name="T40" fmla="*/ 31 w 3960"/>
                <a:gd name="T41" fmla="*/ 9 h 4768"/>
                <a:gd name="T42" fmla="*/ 31 w 3960"/>
                <a:gd name="T43" fmla="*/ 8 h 4768"/>
                <a:gd name="T44" fmla="*/ 31 w 3960"/>
                <a:gd name="T45" fmla="*/ 8 h 4768"/>
                <a:gd name="T46" fmla="*/ 30 w 3960"/>
                <a:gd name="T47" fmla="*/ 7 h 4768"/>
                <a:gd name="T48" fmla="*/ 30 w 3960"/>
                <a:gd name="T49" fmla="*/ 7 h 4768"/>
                <a:gd name="T50" fmla="*/ 29 w 3960"/>
                <a:gd name="T51" fmla="*/ 6 h 4768"/>
                <a:gd name="T52" fmla="*/ 19 w 3960"/>
                <a:gd name="T53" fmla="*/ 1 h 4768"/>
                <a:gd name="T54" fmla="*/ 18 w 3960"/>
                <a:gd name="T55" fmla="*/ 0 h 4768"/>
                <a:gd name="T56" fmla="*/ 17 w 3960"/>
                <a:gd name="T57" fmla="*/ 0 h 4768"/>
                <a:gd name="T58" fmla="*/ 17 w 3960"/>
                <a:gd name="T59" fmla="*/ 0 h 4768"/>
                <a:gd name="T60" fmla="*/ 16 w 3960"/>
                <a:gd name="T61" fmla="*/ 0 h 4768"/>
                <a:gd name="T62" fmla="*/ 15 w 3960"/>
                <a:gd name="T63" fmla="*/ 0 h 4768"/>
                <a:gd name="T64" fmla="*/ 14 w 3960"/>
                <a:gd name="T65" fmla="*/ 0 h 4768"/>
                <a:gd name="T66" fmla="*/ 14 w 3960"/>
                <a:gd name="T67" fmla="*/ 0 h 4768"/>
                <a:gd name="T68" fmla="*/ 2 w 3960"/>
                <a:gd name="T69" fmla="*/ 6 h 4768"/>
                <a:gd name="T70" fmla="*/ 2 w 3960"/>
                <a:gd name="T71" fmla="*/ 7 h 4768"/>
                <a:gd name="T72" fmla="*/ 1 w 3960"/>
                <a:gd name="T73" fmla="*/ 7 h 4768"/>
                <a:gd name="T74" fmla="*/ 1 w 3960"/>
                <a:gd name="T75" fmla="*/ 8 h 4768"/>
                <a:gd name="T76" fmla="*/ 1 w 3960"/>
                <a:gd name="T77" fmla="*/ 8 h 4768"/>
                <a:gd name="T78" fmla="*/ 0 w 3960"/>
                <a:gd name="T79" fmla="*/ 9 h 4768"/>
                <a:gd name="T80" fmla="*/ 0 w 3960"/>
                <a:gd name="T81" fmla="*/ 9 h 4768"/>
                <a:gd name="T82" fmla="*/ 0 w 3960"/>
                <a:gd name="T83" fmla="*/ 10 h 4768"/>
                <a:gd name="T84" fmla="*/ 0 w 3960"/>
                <a:gd name="T85" fmla="*/ 11 h 4768"/>
                <a:gd name="T86" fmla="*/ 0 w 3960"/>
                <a:gd name="T87" fmla="*/ 25 h 4768"/>
                <a:gd name="T88" fmla="*/ 0 w 3960"/>
                <a:gd name="T89" fmla="*/ 26 h 4768"/>
                <a:gd name="T90" fmla="*/ 0 w 3960"/>
                <a:gd name="T91" fmla="*/ 27 h 4768"/>
                <a:gd name="T92" fmla="*/ 1 w 3960"/>
                <a:gd name="T93" fmla="*/ 28 h 4768"/>
                <a:gd name="T94" fmla="*/ 1 w 3960"/>
                <a:gd name="T95" fmla="*/ 29 h 4768"/>
                <a:gd name="T96" fmla="*/ 1 w 3960"/>
                <a:gd name="T97" fmla="*/ 29 h 4768"/>
                <a:gd name="T98" fmla="*/ 2 w 3960"/>
                <a:gd name="T99" fmla="*/ 30 h 4768"/>
                <a:gd name="T100" fmla="*/ 3 w 3960"/>
                <a:gd name="T101" fmla="*/ 31 h 4768"/>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w 3960"/>
                <a:gd name="T154" fmla="*/ 0 h 4768"/>
                <a:gd name="T155" fmla="*/ 3960 w 3960"/>
                <a:gd name="T156" fmla="*/ 4768 h 4768"/>
              </a:gdLst>
              <a:ahLst/>
              <a:cxnLst>
                <a:cxn ang="T102">
                  <a:pos x="T0" y="T1"/>
                </a:cxn>
                <a:cxn ang="T103">
                  <a:pos x="T2" y="T3"/>
                </a:cxn>
                <a:cxn ang="T104">
                  <a:pos x="T4" y="T5"/>
                </a:cxn>
                <a:cxn ang="T105">
                  <a:pos x="T6" y="T7"/>
                </a:cxn>
                <a:cxn ang="T106">
                  <a:pos x="T8" y="T9"/>
                </a:cxn>
                <a:cxn ang="T107">
                  <a:pos x="T10" y="T11"/>
                </a:cxn>
                <a:cxn ang="T108">
                  <a:pos x="T12" y="T13"/>
                </a:cxn>
                <a:cxn ang="T109">
                  <a:pos x="T14" y="T15"/>
                </a:cxn>
                <a:cxn ang="T110">
                  <a:pos x="T16" y="T17"/>
                </a:cxn>
                <a:cxn ang="T111">
                  <a:pos x="T18" y="T19"/>
                </a:cxn>
                <a:cxn ang="T112">
                  <a:pos x="T20" y="T21"/>
                </a:cxn>
                <a:cxn ang="T113">
                  <a:pos x="T22" y="T23"/>
                </a:cxn>
                <a:cxn ang="T114">
                  <a:pos x="T24" y="T25"/>
                </a:cxn>
                <a:cxn ang="T115">
                  <a:pos x="T26" y="T27"/>
                </a:cxn>
                <a:cxn ang="T116">
                  <a:pos x="T28" y="T29"/>
                </a:cxn>
                <a:cxn ang="T117">
                  <a:pos x="T30" y="T31"/>
                </a:cxn>
                <a:cxn ang="T118">
                  <a:pos x="T32" y="T33"/>
                </a:cxn>
                <a:cxn ang="T119">
                  <a:pos x="T34" y="T35"/>
                </a:cxn>
                <a:cxn ang="T120">
                  <a:pos x="T36" y="T37"/>
                </a:cxn>
                <a:cxn ang="T121">
                  <a:pos x="T38" y="T39"/>
                </a:cxn>
                <a:cxn ang="T122">
                  <a:pos x="T40" y="T41"/>
                </a:cxn>
                <a:cxn ang="T123">
                  <a:pos x="T42" y="T43"/>
                </a:cxn>
                <a:cxn ang="T124">
                  <a:pos x="T44" y="T45"/>
                </a:cxn>
                <a:cxn ang="T125">
                  <a:pos x="T46" y="T47"/>
                </a:cxn>
                <a:cxn ang="T126">
                  <a:pos x="T48" y="T49"/>
                </a:cxn>
                <a:cxn ang="T127">
                  <a:pos x="T50" y="T51"/>
                </a:cxn>
                <a:cxn ang="T128">
                  <a:pos x="T52" y="T53"/>
                </a:cxn>
                <a:cxn ang="T129">
                  <a:pos x="T54" y="T55"/>
                </a:cxn>
                <a:cxn ang="T130">
                  <a:pos x="T56" y="T57"/>
                </a:cxn>
                <a:cxn ang="T131">
                  <a:pos x="T58" y="T59"/>
                </a:cxn>
                <a:cxn ang="T132">
                  <a:pos x="T60" y="T61"/>
                </a:cxn>
                <a:cxn ang="T133">
                  <a:pos x="T62" y="T63"/>
                </a:cxn>
                <a:cxn ang="T134">
                  <a:pos x="T64" y="T65"/>
                </a:cxn>
                <a:cxn ang="T135">
                  <a:pos x="T66" y="T67"/>
                </a:cxn>
                <a:cxn ang="T136">
                  <a:pos x="T68" y="T69"/>
                </a:cxn>
                <a:cxn ang="T137">
                  <a:pos x="T70" y="T71"/>
                </a:cxn>
                <a:cxn ang="T138">
                  <a:pos x="T72" y="T73"/>
                </a:cxn>
                <a:cxn ang="T139">
                  <a:pos x="T74" y="T75"/>
                </a:cxn>
                <a:cxn ang="T140">
                  <a:pos x="T76" y="T77"/>
                </a:cxn>
                <a:cxn ang="T141">
                  <a:pos x="T78" y="T79"/>
                </a:cxn>
                <a:cxn ang="T142">
                  <a:pos x="T80" y="T81"/>
                </a:cxn>
                <a:cxn ang="T143">
                  <a:pos x="T82" y="T83"/>
                </a:cxn>
                <a:cxn ang="T144">
                  <a:pos x="T84" y="T85"/>
                </a:cxn>
                <a:cxn ang="T145">
                  <a:pos x="T86" y="T87"/>
                </a:cxn>
                <a:cxn ang="T146">
                  <a:pos x="T88" y="T89"/>
                </a:cxn>
                <a:cxn ang="T147">
                  <a:pos x="T90" y="T91"/>
                </a:cxn>
                <a:cxn ang="T148">
                  <a:pos x="T92" y="T93"/>
                </a:cxn>
                <a:cxn ang="T149">
                  <a:pos x="T94" y="T95"/>
                </a:cxn>
                <a:cxn ang="T150">
                  <a:pos x="T96" y="T97"/>
                </a:cxn>
                <a:cxn ang="T151">
                  <a:pos x="T98" y="T99"/>
                </a:cxn>
                <a:cxn ang="T152">
                  <a:pos x="T100" y="T101"/>
                </a:cxn>
              </a:cxnLst>
              <a:rect l="T153" t="T154" r="T155" b="T156"/>
              <a:pathLst>
                <a:path w="3960" h="4768">
                  <a:moveTo>
                    <a:pt x="353" y="3849"/>
                  </a:moveTo>
                  <a:lnTo>
                    <a:pt x="1661" y="4700"/>
                  </a:lnTo>
                  <a:lnTo>
                    <a:pt x="1697" y="4717"/>
                  </a:lnTo>
                  <a:lnTo>
                    <a:pt x="1736" y="4731"/>
                  </a:lnTo>
                  <a:lnTo>
                    <a:pt x="1776" y="4742"/>
                  </a:lnTo>
                  <a:lnTo>
                    <a:pt x="1818" y="4753"/>
                  </a:lnTo>
                  <a:lnTo>
                    <a:pt x="1860" y="4760"/>
                  </a:lnTo>
                  <a:lnTo>
                    <a:pt x="1902" y="4765"/>
                  </a:lnTo>
                  <a:lnTo>
                    <a:pt x="1946" y="4768"/>
                  </a:lnTo>
                  <a:lnTo>
                    <a:pt x="1988" y="4768"/>
                  </a:lnTo>
                  <a:lnTo>
                    <a:pt x="2031" y="4767"/>
                  </a:lnTo>
                  <a:lnTo>
                    <a:pt x="2073" y="4763"/>
                  </a:lnTo>
                  <a:lnTo>
                    <a:pt x="2114" y="4758"/>
                  </a:lnTo>
                  <a:lnTo>
                    <a:pt x="2154" y="4751"/>
                  </a:lnTo>
                  <a:lnTo>
                    <a:pt x="2193" y="4740"/>
                  </a:lnTo>
                  <a:lnTo>
                    <a:pt x="2230" y="4729"/>
                  </a:lnTo>
                  <a:lnTo>
                    <a:pt x="2264" y="4715"/>
                  </a:lnTo>
                  <a:lnTo>
                    <a:pt x="2297" y="4700"/>
                  </a:lnTo>
                  <a:lnTo>
                    <a:pt x="3639" y="3825"/>
                  </a:lnTo>
                  <a:lnTo>
                    <a:pt x="3673" y="3795"/>
                  </a:lnTo>
                  <a:lnTo>
                    <a:pt x="3707" y="3761"/>
                  </a:lnTo>
                  <a:lnTo>
                    <a:pt x="3738" y="3725"/>
                  </a:lnTo>
                  <a:lnTo>
                    <a:pt x="3768" y="3685"/>
                  </a:lnTo>
                  <a:lnTo>
                    <a:pt x="3796" y="3644"/>
                  </a:lnTo>
                  <a:lnTo>
                    <a:pt x="3821" y="3599"/>
                  </a:lnTo>
                  <a:lnTo>
                    <a:pt x="3846" y="3553"/>
                  </a:lnTo>
                  <a:lnTo>
                    <a:pt x="3868" y="3505"/>
                  </a:lnTo>
                  <a:lnTo>
                    <a:pt x="3888" y="3456"/>
                  </a:lnTo>
                  <a:lnTo>
                    <a:pt x="3907" y="3406"/>
                  </a:lnTo>
                  <a:lnTo>
                    <a:pt x="3922" y="3354"/>
                  </a:lnTo>
                  <a:lnTo>
                    <a:pt x="3935" y="3303"/>
                  </a:lnTo>
                  <a:lnTo>
                    <a:pt x="3946" y="3250"/>
                  </a:lnTo>
                  <a:lnTo>
                    <a:pt x="3953" y="3197"/>
                  </a:lnTo>
                  <a:lnTo>
                    <a:pt x="3957" y="3144"/>
                  </a:lnTo>
                  <a:lnTo>
                    <a:pt x="3960" y="3092"/>
                  </a:lnTo>
                  <a:lnTo>
                    <a:pt x="3959" y="1313"/>
                  </a:lnTo>
                  <a:lnTo>
                    <a:pt x="3955" y="1271"/>
                  </a:lnTo>
                  <a:lnTo>
                    <a:pt x="3949" y="1229"/>
                  </a:lnTo>
                  <a:lnTo>
                    <a:pt x="3941" y="1189"/>
                  </a:lnTo>
                  <a:lnTo>
                    <a:pt x="3930" y="1149"/>
                  </a:lnTo>
                  <a:lnTo>
                    <a:pt x="3918" y="1111"/>
                  </a:lnTo>
                  <a:lnTo>
                    <a:pt x="3902" y="1075"/>
                  </a:lnTo>
                  <a:lnTo>
                    <a:pt x="3886" y="1040"/>
                  </a:lnTo>
                  <a:lnTo>
                    <a:pt x="3867" y="1006"/>
                  </a:lnTo>
                  <a:lnTo>
                    <a:pt x="3846" y="973"/>
                  </a:lnTo>
                  <a:lnTo>
                    <a:pt x="3823" y="942"/>
                  </a:lnTo>
                  <a:lnTo>
                    <a:pt x="3798" y="913"/>
                  </a:lnTo>
                  <a:lnTo>
                    <a:pt x="3771" y="886"/>
                  </a:lnTo>
                  <a:lnTo>
                    <a:pt x="3743" y="860"/>
                  </a:lnTo>
                  <a:lnTo>
                    <a:pt x="3714" y="837"/>
                  </a:lnTo>
                  <a:lnTo>
                    <a:pt x="3682" y="816"/>
                  </a:lnTo>
                  <a:lnTo>
                    <a:pt x="3649" y="796"/>
                  </a:lnTo>
                  <a:lnTo>
                    <a:pt x="2386" y="83"/>
                  </a:lnTo>
                  <a:lnTo>
                    <a:pt x="2350" y="65"/>
                  </a:lnTo>
                  <a:lnTo>
                    <a:pt x="2310" y="50"/>
                  </a:lnTo>
                  <a:lnTo>
                    <a:pt x="2268" y="36"/>
                  </a:lnTo>
                  <a:lnTo>
                    <a:pt x="2223" y="24"/>
                  </a:lnTo>
                  <a:lnTo>
                    <a:pt x="2178" y="15"/>
                  </a:lnTo>
                  <a:lnTo>
                    <a:pt x="2131" y="8"/>
                  </a:lnTo>
                  <a:lnTo>
                    <a:pt x="2082" y="3"/>
                  </a:lnTo>
                  <a:lnTo>
                    <a:pt x="2032" y="0"/>
                  </a:lnTo>
                  <a:lnTo>
                    <a:pt x="1982" y="1"/>
                  </a:lnTo>
                  <a:lnTo>
                    <a:pt x="1933" y="3"/>
                  </a:lnTo>
                  <a:lnTo>
                    <a:pt x="1882" y="9"/>
                  </a:lnTo>
                  <a:lnTo>
                    <a:pt x="1833" y="17"/>
                  </a:lnTo>
                  <a:lnTo>
                    <a:pt x="1785" y="29"/>
                  </a:lnTo>
                  <a:lnTo>
                    <a:pt x="1737" y="43"/>
                  </a:lnTo>
                  <a:lnTo>
                    <a:pt x="1691" y="62"/>
                  </a:lnTo>
                  <a:lnTo>
                    <a:pt x="1647" y="83"/>
                  </a:lnTo>
                  <a:lnTo>
                    <a:pt x="311" y="782"/>
                  </a:lnTo>
                  <a:lnTo>
                    <a:pt x="276" y="803"/>
                  </a:lnTo>
                  <a:lnTo>
                    <a:pt x="243" y="826"/>
                  </a:lnTo>
                  <a:lnTo>
                    <a:pt x="213" y="852"/>
                  </a:lnTo>
                  <a:lnTo>
                    <a:pt x="184" y="879"/>
                  </a:lnTo>
                  <a:lnTo>
                    <a:pt x="155" y="908"/>
                  </a:lnTo>
                  <a:lnTo>
                    <a:pt x="131" y="939"/>
                  </a:lnTo>
                  <a:lnTo>
                    <a:pt x="107" y="971"/>
                  </a:lnTo>
                  <a:lnTo>
                    <a:pt x="86" y="1005"/>
                  </a:lnTo>
                  <a:lnTo>
                    <a:pt x="68" y="1040"/>
                  </a:lnTo>
                  <a:lnTo>
                    <a:pt x="50" y="1076"/>
                  </a:lnTo>
                  <a:lnTo>
                    <a:pt x="36" y="1115"/>
                  </a:lnTo>
                  <a:lnTo>
                    <a:pt x="23" y="1153"/>
                  </a:lnTo>
                  <a:lnTo>
                    <a:pt x="14" y="1195"/>
                  </a:lnTo>
                  <a:lnTo>
                    <a:pt x="7" y="1236"/>
                  </a:lnTo>
                  <a:lnTo>
                    <a:pt x="2" y="1279"/>
                  </a:lnTo>
                  <a:lnTo>
                    <a:pt x="0" y="1322"/>
                  </a:lnTo>
                  <a:lnTo>
                    <a:pt x="0" y="3093"/>
                  </a:lnTo>
                  <a:lnTo>
                    <a:pt x="2" y="3147"/>
                  </a:lnTo>
                  <a:lnTo>
                    <a:pt x="7" y="3202"/>
                  </a:lnTo>
                  <a:lnTo>
                    <a:pt x="15" y="3257"/>
                  </a:lnTo>
                  <a:lnTo>
                    <a:pt x="27" y="3312"/>
                  </a:lnTo>
                  <a:lnTo>
                    <a:pt x="42" y="3366"/>
                  </a:lnTo>
                  <a:lnTo>
                    <a:pt x="59" y="3420"/>
                  </a:lnTo>
                  <a:lnTo>
                    <a:pt x="79" y="3474"/>
                  </a:lnTo>
                  <a:lnTo>
                    <a:pt x="102" y="3525"/>
                  </a:lnTo>
                  <a:lnTo>
                    <a:pt x="127" y="3576"/>
                  </a:lnTo>
                  <a:lnTo>
                    <a:pt x="154" y="3624"/>
                  </a:lnTo>
                  <a:lnTo>
                    <a:pt x="184" y="3670"/>
                  </a:lnTo>
                  <a:lnTo>
                    <a:pt x="214" y="3712"/>
                  </a:lnTo>
                  <a:lnTo>
                    <a:pt x="247" y="3752"/>
                  </a:lnTo>
                  <a:lnTo>
                    <a:pt x="281" y="3788"/>
                  </a:lnTo>
                  <a:lnTo>
                    <a:pt x="317" y="3821"/>
                  </a:lnTo>
                  <a:lnTo>
                    <a:pt x="353" y="384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0435" name="Freeform 33"/>
            <p:cNvSpPr>
              <a:spLocks/>
            </p:cNvSpPr>
            <p:nvPr/>
          </p:nvSpPr>
          <p:spPr bwMode="auto">
            <a:xfrm>
              <a:off x="943" y="2210"/>
              <a:ext cx="276" cy="187"/>
            </a:xfrm>
            <a:custGeom>
              <a:avLst/>
              <a:gdLst>
                <a:gd name="T0" fmla="*/ 11 w 1380"/>
                <a:gd name="T1" fmla="*/ 7 h 937"/>
                <a:gd name="T2" fmla="*/ 11 w 1380"/>
                <a:gd name="T3" fmla="*/ 7 h 937"/>
                <a:gd name="T4" fmla="*/ 0 w 1380"/>
                <a:gd name="T5" fmla="*/ 0 h 937"/>
                <a:gd name="T6" fmla="*/ 0 w 1380"/>
                <a:gd name="T7" fmla="*/ 1 h 937"/>
                <a:gd name="T8" fmla="*/ 10 w 1380"/>
                <a:gd name="T9" fmla="*/ 7 h 937"/>
                <a:gd name="T10" fmla="*/ 10 w 1380"/>
                <a:gd name="T11" fmla="*/ 7 h 937"/>
                <a:gd name="T12" fmla="*/ 10 w 1380"/>
                <a:gd name="T13" fmla="*/ 7 h 937"/>
                <a:gd name="T14" fmla="*/ 11 w 1380"/>
                <a:gd name="T15" fmla="*/ 7 h 937"/>
                <a:gd name="T16" fmla="*/ 11 w 1380"/>
                <a:gd name="T17" fmla="*/ 7 h 937"/>
                <a:gd name="T18" fmla="*/ 11 w 1380"/>
                <a:gd name="T19" fmla="*/ 7 h 937"/>
                <a:gd name="T20" fmla="*/ 11 w 1380"/>
                <a:gd name="T21" fmla="*/ 7 h 937"/>
                <a:gd name="T22" fmla="*/ 11 w 1380"/>
                <a:gd name="T23" fmla="*/ 7 h 937"/>
                <a:gd name="T24" fmla="*/ 11 w 1380"/>
                <a:gd name="T25" fmla="*/ 7 h 937"/>
                <a:gd name="T26" fmla="*/ 11 w 1380"/>
                <a:gd name="T27" fmla="*/ 7 h 937"/>
                <a:gd name="T28" fmla="*/ 11 w 1380"/>
                <a:gd name="T29" fmla="*/ 7 h 937"/>
                <a:gd name="T30" fmla="*/ 11 w 1380"/>
                <a:gd name="T31" fmla="*/ 7 h 93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80"/>
                <a:gd name="T49" fmla="*/ 0 h 937"/>
                <a:gd name="T50" fmla="*/ 1380 w 1380"/>
                <a:gd name="T51" fmla="*/ 937 h 93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80" h="937">
                  <a:moveTo>
                    <a:pt x="1354" y="848"/>
                  </a:moveTo>
                  <a:lnTo>
                    <a:pt x="1359" y="851"/>
                  </a:lnTo>
                  <a:lnTo>
                    <a:pt x="51" y="0"/>
                  </a:lnTo>
                  <a:lnTo>
                    <a:pt x="0" y="78"/>
                  </a:lnTo>
                  <a:lnTo>
                    <a:pt x="1307" y="929"/>
                  </a:lnTo>
                  <a:lnTo>
                    <a:pt x="1312" y="932"/>
                  </a:lnTo>
                  <a:lnTo>
                    <a:pt x="1307" y="929"/>
                  </a:lnTo>
                  <a:lnTo>
                    <a:pt x="1326" y="937"/>
                  </a:lnTo>
                  <a:lnTo>
                    <a:pt x="1345" y="936"/>
                  </a:lnTo>
                  <a:lnTo>
                    <a:pt x="1360" y="929"/>
                  </a:lnTo>
                  <a:lnTo>
                    <a:pt x="1372" y="916"/>
                  </a:lnTo>
                  <a:lnTo>
                    <a:pt x="1379" y="899"/>
                  </a:lnTo>
                  <a:lnTo>
                    <a:pt x="1380" y="883"/>
                  </a:lnTo>
                  <a:lnTo>
                    <a:pt x="1374" y="865"/>
                  </a:lnTo>
                  <a:lnTo>
                    <a:pt x="1359" y="851"/>
                  </a:lnTo>
                  <a:lnTo>
                    <a:pt x="1354" y="84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0436" name="Freeform 34"/>
            <p:cNvSpPr>
              <a:spLocks/>
            </p:cNvSpPr>
            <p:nvPr/>
          </p:nvSpPr>
          <p:spPr bwMode="auto">
            <a:xfrm>
              <a:off x="1206" y="2379"/>
              <a:ext cx="140" cy="32"/>
            </a:xfrm>
            <a:custGeom>
              <a:avLst/>
              <a:gdLst>
                <a:gd name="T0" fmla="*/ 5 w 703"/>
                <a:gd name="T1" fmla="*/ 0 h 162"/>
                <a:gd name="T2" fmla="*/ 5 w 703"/>
                <a:gd name="T3" fmla="*/ 0 h 162"/>
                <a:gd name="T4" fmla="*/ 5 w 703"/>
                <a:gd name="T5" fmla="*/ 0 h 162"/>
                <a:gd name="T6" fmla="*/ 5 w 703"/>
                <a:gd name="T7" fmla="*/ 0 h 162"/>
                <a:gd name="T8" fmla="*/ 4 w 703"/>
                <a:gd name="T9" fmla="*/ 0 h 162"/>
                <a:gd name="T10" fmla="*/ 4 w 703"/>
                <a:gd name="T11" fmla="*/ 0 h 162"/>
                <a:gd name="T12" fmla="*/ 4 w 703"/>
                <a:gd name="T13" fmla="*/ 0 h 162"/>
                <a:gd name="T14" fmla="*/ 3 w 703"/>
                <a:gd name="T15" fmla="*/ 1 h 162"/>
                <a:gd name="T16" fmla="*/ 3 w 703"/>
                <a:gd name="T17" fmla="*/ 1 h 162"/>
                <a:gd name="T18" fmla="*/ 3 w 703"/>
                <a:gd name="T19" fmla="*/ 1 h 162"/>
                <a:gd name="T20" fmla="*/ 2 w 703"/>
                <a:gd name="T21" fmla="*/ 1 h 162"/>
                <a:gd name="T22" fmla="*/ 2 w 703"/>
                <a:gd name="T23" fmla="*/ 1 h 162"/>
                <a:gd name="T24" fmla="*/ 2 w 703"/>
                <a:gd name="T25" fmla="*/ 0 h 162"/>
                <a:gd name="T26" fmla="*/ 1 w 703"/>
                <a:gd name="T27" fmla="*/ 0 h 162"/>
                <a:gd name="T28" fmla="*/ 1 w 703"/>
                <a:gd name="T29" fmla="*/ 0 h 162"/>
                <a:gd name="T30" fmla="*/ 1 w 703"/>
                <a:gd name="T31" fmla="*/ 0 h 162"/>
                <a:gd name="T32" fmla="*/ 1 w 703"/>
                <a:gd name="T33" fmla="*/ 0 h 162"/>
                <a:gd name="T34" fmla="*/ 0 w 703"/>
                <a:gd name="T35" fmla="*/ 0 h 162"/>
                <a:gd name="T36" fmla="*/ 0 w 703"/>
                <a:gd name="T37" fmla="*/ 1 h 162"/>
                <a:gd name="T38" fmla="*/ 0 w 703"/>
                <a:gd name="T39" fmla="*/ 1 h 162"/>
                <a:gd name="T40" fmla="*/ 1 w 703"/>
                <a:gd name="T41" fmla="*/ 1 h 162"/>
                <a:gd name="T42" fmla="*/ 1 w 703"/>
                <a:gd name="T43" fmla="*/ 1 h 162"/>
                <a:gd name="T44" fmla="*/ 1 w 703"/>
                <a:gd name="T45" fmla="*/ 1 h 162"/>
                <a:gd name="T46" fmla="*/ 2 w 703"/>
                <a:gd name="T47" fmla="*/ 1 h 162"/>
                <a:gd name="T48" fmla="*/ 2 w 703"/>
                <a:gd name="T49" fmla="*/ 1 h 162"/>
                <a:gd name="T50" fmla="*/ 2 w 703"/>
                <a:gd name="T51" fmla="*/ 1 h 162"/>
                <a:gd name="T52" fmla="*/ 3 w 703"/>
                <a:gd name="T53" fmla="*/ 1 h 162"/>
                <a:gd name="T54" fmla="*/ 3 w 703"/>
                <a:gd name="T55" fmla="*/ 1 h 162"/>
                <a:gd name="T56" fmla="*/ 3 w 703"/>
                <a:gd name="T57" fmla="*/ 1 h 162"/>
                <a:gd name="T58" fmla="*/ 4 w 703"/>
                <a:gd name="T59" fmla="*/ 1 h 162"/>
                <a:gd name="T60" fmla="*/ 4 w 703"/>
                <a:gd name="T61" fmla="*/ 1 h 162"/>
                <a:gd name="T62" fmla="*/ 5 w 703"/>
                <a:gd name="T63" fmla="*/ 1 h 162"/>
                <a:gd name="T64" fmla="*/ 5 w 703"/>
                <a:gd name="T65" fmla="*/ 1 h 162"/>
                <a:gd name="T66" fmla="*/ 5 w 703"/>
                <a:gd name="T67" fmla="*/ 1 h 162"/>
                <a:gd name="T68" fmla="*/ 5 w 703"/>
                <a:gd name="T69" fmla="*/ 1 h 162"/>
                <a:gd name="T70" fmla="*/ 5 w 703"/>
                <a:gd name="T71" fmla="*/ 1 h 162"/>
                <a:gd name="T72" fmla="*/ 5 w 703"/>
                <a:gd name="T73" fmla="*/ 1 h 162"/>
                <a:gd name="T74" fmla="*/ 5 w 703"/>
                <a:gd name="T75" fmla="*/ 1 h 162"/>
                <a:gd name="T76" fmla="*/ 6 w 703"/>
                <a:gd name="T77" fmla="*/ 0 h 162"/>
                <a:gd name="T78" fmla="*/ 6 w 703"/>
                <a:gd name="T79" fmla="*/ 0 h 162"/>
                <a:gd name="T80" fmla="*/ 6 w 703"/>
                <a:gd name="T81" fmla="*/ 0 h 162"/>
                <a:gd name="T82" fmla="*/ 5 w 703"/>
                <a:gd name="T83" fmla="*/ 0 h 162"/>
                <a:gd name="T84" fmla="*/ 5 w 703"/>
                <a:gd name="T85" fmla="*/ 0 h 162"/>
                <a:gd name="T86" fmla="*/ 5 w 703"/>
                <a:gd name="T87" fmla="*/ 0 h 162"/>
                <a:gd name="T88" fmla="*/ 5 w 703"/>
                <a:gd name="T89" fmla="*/ 0 h 162"/>
                <a:gd name="T90" fmla="*/ 5 w 703"/>
                <a:gd name="T91" fmla="*/ 0 h 162"/>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703"/>
                <a:gd name="T139" fmla="*/ 0 h 162"/>
                <a:gd name="T140" fmla="*/ 703 w 703"/>
                <a:gd name="T141" fmla="*/ 162 h 162"/>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703" h="162">
                  <a:moveTo>
                    <a:pt x="631" y="8"/>
                  </a:moveTo>
                  <a:lnTo>
                    <a:pt x="636" y="6"/>
                  </a:lnTo>
                  <a:lnTo>
                    <a:pt x="606" y="20"/>
                  </a:lnTo>
                  <a:lnTo>
                    <a:pt x="575" y="32"/>
                  </a:lnTo>
                  <a:lnTo>
                    <a:pt x="540" y="42"/>
                  </a:lnTo>
                  <a:lnTo>
                    <a:pt x="504" y="52"/>
                  </a:lnTo>
                  <a:lnTo>
                    <a:pt x="467" y="59"/>
                  </a:lnTo>
                  <a:lnTo>
                    <a:pt x="428" y="64"/>
                  </a:lnTo>
                  <a:lnTo>
                    <a:pt x="389" y="67"/>
                  </a:lnTo>
                  <a:lnTo>
                    <a:pt x="348" y="68"/>
                  </a:lnTo>
                  <a:lnTo>
                    <a:pt x="308" y="68"/>
                  </a:lnTo>
                  <a:lnTo>
                    <a:pt x="267" y="65"/>
                  </a:lnTo>
                  <a:lnTo>
                    <a:pt x="226" y="61"/>
                  </a:lnTo>
                  <a:lnTo>
                    <a:pt x="187" y="54"/>
                  </a:lnTo>
                  <a:lnTo>
                    <a:pt x="148" y="44"/>
                  </a:lnTo>
                  <a:lnTo>
                    <a:pt x="110" y="33"/>
                  </a:lnTo>
                  <a:lnTo>
                    <a:pt x="75" y="20"/>
                  </a:lnTo>
                  <a:lnTo>
                    <a:pt x="42" y="5"/>
                  </a:lnTo>
                  <a:lnTo>
                    <a:pt x="0" y="89"/>
                  </a:lnTo>
                  <a:lnTo>
                    <a:pt x="40" y="107"/>
                  </a:lnTo>
                  <a:lnTo>
                    <a:pt x="82" y="122"/>
                  </a:lnTo>
                  <a:lnTo>
                    <a:pt x="124" y="135"/>
                  </a:lnTo>
                  <a:lnTo>
                    <a:pt x="169" y="146"/>
                  </a:lnTo>
                  <a:lnTo>
                    <a:pt x="214" y="153"/>
                  </a:lnTo>
                  <a:lnTo>
                    <a:pt x="258" y="158"/>
                  </a:lnTo>
                  <a:lnTo>
                    <a:pt x="303" y="162"/>
                  </a:lnTo>
                  <a:lnTo>
                    <a:pt x="348" y="162"/>
                  </a:lnTo>
                  <a:lnTo>
                    <a:pt x="394" y="161"/>
                  </a:lnTo>
                  <a:lnTo>
                    <a:pt x="439" y="157"/>
                  </a:lnTo>
                  <a:lnTo>
                    <a:pt x="481" y="150"/>
                  </a:lnTo>
                  <a:lnTo>
                    <a:pt x="525" y="143"/>
                  </a:lnTo>
                  <a:lnTo>
                    <a:pt x="566" y="132"/>
                  </a:lnTo>
                  <a:lnTo>
                    <a:pt x="606" y="121"/>
                  </a:lnTo>
                  <a:lnTo>
                    <a:pt x="643" y="105"/>
                  </a:lnTo>
                  <a:lnTo>
                    <a:pt x="678" y="88"/>
                  </a:lnTo>
                  <a:lnTo>
                    <a:pt x="683" y="86"/>
                  </a:lnTo>
                  <a:lnTo>
                    <a:pt x="678" y="88"/>
                  </a:lnTo>
                  <a:lnTo>
                    <a:pt x="695" y="75"/>
                  </a:lnTo>
                  <a:lnTo>
                    <a:pt x="702" y="60"/>
                  </a:lnTo>
                  <a:lnTo>
                    <a:pt x="703" y="42"/>
                  </a:lnTo>
                  <a:lnTo>
                    <a:pt x="698" y="26"/>
                  </a:lnTo>
                  <a:lnTo>
                    <a:pt x="688" y="12"/>
                  </a:lnTo>
                  <a:lnTo>
                    <a:pt x="674" y="3"/>
                  </a:lnTo>
                  <a:lnTo>
                    <a:pt x="656" y="0"/>
                  </a:lnTo>
                  <a:lnTo>
                    <a:pt x="636" y="6"/>
                  </a:lnTo>
                  <a:lnTo>
                    <a:pt x="631"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0437" name="Freeform 35"/>
            <p:cNvSpPr>
              <a:spLocks/>
            </p:cNvSpPr>
            <p:nvPr/>
          </p:nvSpPr>
          <p:spPr bwMode="auto">
            <a:xfrm>
              <a:off x="1332" y="2204"/>
              <a:ext cx="283" cy="192"/>
            </a:xfrm>
            <a:custGeom>
              <a:avLst/>
              <a:gdLst>
                <a:gd name="T0" fmla="*/ 11 w 1415"/>
                <a:gd name="T1" fmla="*/ 0 h 960"/>
                <a:gd name="T2" fmla="*/ 11 w 1415"/>
                <a:gd name="T3" fmla="*/ 0 h 960"/>
                <a:gd name="T4" fmla="*/ 0 w 1415"/>
                <a:gd name="T5" fmla="*/ 7 h 960"/>
                <a:gd name="T6" fmla="*/ 0 w 1415"/>
                <a:gd name="T7" fmla="*/ 8 h 960"/>
                <a:gd name="T8" fmla="*/ 11 w 1415"/>
                <a:gd name="T9" fmla="*/ 1 h 960"/>
                <a:gd name="T10" fmla="*/ 11 w 1415"/>
                <a:gd name="T11" fmla="*/ 1 h 960"/>
                <a:gd name="T12" fmla="*/ 11 w 1415"/>
                <a:gd name="T13" fmla="*/ 1 h 960"/>
                <a:gd name="T14" fmla="*/ 11 w 1415"/>
                <a:gd name="T15" fmla="*/ 1 h 960"/>
                <a:gd name="T16" fmla="*/ 11 w 1415"/>
                <a:gd name="T17" fmla="*/ 0 h 960"/>
                <a:gd name="T18" fmla="*/ 11 w 1415"/>
                <a:gd name="T19" fmla="*/ 0 h 960"/>
                <a:gd name="T20" fmla="*/ 11 w 1415"/>
                <a:gd name="T21" fmla="*/ 0 h 960"/>
                <a:gd name="T22" fmla="*/ 11 w 1415"/>
                <a:gd name="T23" fmla="*/ 0 h 960"/>
                <a:gd name="T24" fmla="*/ 11 w 1415"/>
                <a:gd name="T25" fmla="*/ 0 h 960"/>
                <a:gd name="T26" fmla="*/ 11 w 1415"/>
                <a:gd name="T27" fmla="*/ 0 h 960"/>
                <a:gd name="T28" fmla="*/ 11 w 1415"/>
                <a:gd name="T29" fmla="*/ 0 h 960"/>
                <a:gd name="T30" fmla="*/ 11 w 1415"/>
                <a:gd name="T31" fmla="*/ 0 h 96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15"/>
                <a:gd name="T49" fmla="*/ 0 h 960"/>
                <a:gd name="T50" fmla="*/ 1415 w 1415"/>
                <a:gd name="T51" fmla="*/ 960 h 96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15" h="960">
                  <a:moveTo>
                    <a:pt x="1338" y="10"/>
                  </a:moveTo>
                  <a:lnTo>
                    <a:pt x="1342" y="8"/>
                  </a:lnTo>
                  <a:lnTo>
                    <a:pt x="0" y="882"/>
                  </a:lnTo>
                  <a:lnTo>
                    <a:pt x="52" y="960"/>
                  </a:lnTo>
                  <a:lnTo>
                    <a:pt x="1393" y="85"/>
                  </a:lnTo>
                  <a:lnTo>
                    <a:pt x="1397" y="83"/>
                  </a:lnTo>
                  <a:lnTo>
                    <a:pt x="1393" y="85"/>
                  </a:lnTo>
                  <a:lnTo>
                    <a:pt x="1409" y="71"/>
                  </a:lnTo>
                  <a:lnTo>
                    <a:pt x="1415" y="53"/>
                  </a:lnTo>
                  <a:lnTo>
                    <a:pt x="1413" y="37"/>
                  </a:lnTo>
                  <a:lnTo>
                    <a:pt x="1406" y="21"/>
                  </a:lnTo>
                  <a:lnTo>
                    <a:pt x="1395" y="8"/>
                  </a:lnTo>
                  <a:lnTo>
                    <a:pt x="1379" y="1"/>
                  </a:lnTo>
                  <a:lnTo>
                    <a:pt x="1361" y="0"/>
                  </a:lnTo>
                  <a:lnTo>
                    <a:pt x="1342" y="8"/>
                  </a:lnTo>
                  <a:lnTo>
                    <a:pt x="1338" y="1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0438" name="Freeform 36"/>
            <p:cNvSpPr>
              <a:spLocks/>
            </p:cNvSpPr>
            <p:nvPr/>
          </p:nvSpPr>
          <p:spPr bwMode="auto">
            <a:xfrm>
              <a:off x="1599" y="2057"/>
              <a:ext cx="80" cy="163"/>
            </a:xfrm>
            <a:custGeom>
              <a:avLst/>
              <a:gdLst>
                <a:gd name="T0" fmla="*/ 2 w 398"/>
                <a:gd name="T1" fmla="*/ 0 h 817"/>
                <a:gd name="T2" fmla="*/ 2 w 398"/>
                <a:gd name="T3" fmla="*/ 0 h 817"/>
                <a:gd name="T4" fmla="*/ 2 w 398"/>
                <a:gd name="T5" fmla="*/ 1 h 817"/>
                <a:gd name="T6" fmla="*/ 2 w 398"/>
                <a:gd name="T7" fmla="*/ 1 h 817"/>
                <a:gd name="T8" fmla="*/ 2 w 398"/>
                <a:gd name="T9" fmla="*/ 2 h 817"/>
                <a:gd name="T10" fmla="*/ 2 w 398"/>
                <a:gd name="T11" fmla="*/ 2 h 817"/>
                <a:gd name="T12" fmla="*/ 2 w 398"/>
                <a:gd name="T13" fmla="*/ 2 h 817"/>
                <a:gd name="T14" fmla="*/ 2 w 398"/>
                <a:gd name="T15" fmla="*/ 3 h 817"/>
                <a:gd name="T16" fmla="*/ 2 w 398"/>
                <a:gd name="T17" fmla="*/ 3 h 817"/>
                <a:gd name="T18" fmla="*/ 2 w 398"/>
                <a:gd name="T19" fmla="*/ 4 h 817"/>
                <a:gd name="T20" fmla="*/ 2 w 398"/>
                <a:gd name="T21" fmla="*/ 4 h 817"/>
                <a:gd name="T22" fmla="*/ 1 w 398"/>
                <a:gd name="T23" fmla="*/ 4 h 817"/>
                <a:gd name="T24" fmla="*/ 1 w 398"/>
                <a:gd name="T25" fmla="*/ 5 h 817"/>
                <a:gd name="T26" fmla="*/ 1 w 398"/>
                <a:gd name="T27" fmla="*/ 5 h 817"/>
                <a:gd name="T28" fmla="*/ 1 w 398"/>
                <a:gd name="T29" fmla="*/ 5 h 817"/>
                <a:gd name="T30" fmla="*/ 1 w 398"/>
                <a:gd name="T31" fmla="*/ 5 h 817"/>
                <a:gd name="T32" fmla="*/ 0 w 398"/>
                <a:gd name="T33" fmla="*/ 6 h 817"/>
                <a:gd name="T34" fmla="*/ 0 w 398"/>
                <a:gd name="T35" fmla="*/ 6 h 817"/>
                <a:gd name="T36" fmla="*/ 0 w 398"/>
                <a:gd name="T37" fmla="*/ 7 h 817"/>
                <a:gd name="T38" fmla="*/ 1 w 398"/>
                <a:gd name="T39" fmla="*/ 6 h 817"/>
                <a:gd name="T40" fmla="*/ 1 w 398"/>
                <a:gd name="T41" fmla="*/ 6 h 817"/>
                <a:gd name="T42" fmla="*/ 1 w 398"/>
                <a:gd name="T43" fmla="*/ 6 h 817"/>
                <a:gd name="T44" fmla="*/ 2 w 398"/>
                <a:gd name="T45" fmla="*/ 5 h 817"/>
                <a:gd name="T46" fmla="*/ 2 w 398"/>
                <a:gd name="T47" fmla="*/ 5 h 817"/>
                <a:gd name="T48" fmla="*/ 2 w 398"/>
                <a:gd name="T49" fmla="*/ 5 h 817"/>
                <a:gd name="T50" fmla="*/ 2 w 398"/>
                <a:gd name="T51" fmla="*/ 4 h 817"/>
                <a:gd name="T52" fmla="*/ 2 w 398"/>
                <a:gd name="T53" fmla="*/ 4 h 817"/>
                <a:gd name="T54" fmla="*/ 3 w 398"/>
                <a:gd name="T55" fmla="*/ 3 h 817"/>
                <a:gd name="T56" fmla="*/ 3 w 398"/>
                <a:gd name="T57" fmla="*/ 3 h 817"/>
                <a:gd name="T58" fmla="*/ 3 w 398"/>
                <a:gd name="T59" fmla="*/ 3 h 817"/>
                <a:gd name="T60" fmla="*/ 3 w 398"/>
                <a:gd name="T61" fmla="*/ 2 h 817"/>
                <a:gd name="T62" fmla="*/ 3 w 398"/>
                <a:gd name="T63" fmla="*/ 2 h 817"/>
                <a:gd name="T64" fmla="*/ 3 w 398"/>
                <a:gd name="T65" fmla="*/ 1 h 817"/>
                <a:gd name="T66" fmla="*/ 3 w 398"/>
                <a:gd name="T67" fmla="*/ 1 h 817"/>
                <a:gd name="T68" fmla="*/ 3 w 398"/>
                <a:gd name="T69" fmla="*/ 0 h 817"/>
                <a:gd name="T70" fmla="*/ 3 w 398"/>
                <a:gd name="T71" fmla="*/ 0 h 817"/>
                <a:gd name="T72" fmla="*/ 3 w 398"/>
                <a:gd name="T73" fmla="*/ 0 h 817"/>
                <a:gd name="T74" fmla="*/ 3 w 398"/>
                <a:gd name="T75" fmla="*/ 0 h 817"/>
                <a:gd name="T76" fmla="*/ 3 w 398"/>
                <a:gd name="T77" fmla="*/ 0 h 817"/>
                <a:gd name="T78" fmla="*/ 3 w 398"/>
                <a:gd name="T79" fmla="*/ 0 h 817"/>
                <a:gd name="T80" fmla="*/ 3 w 398"/>
                <a:gd name="T81" fmla="*/ 0 h 817"/>
                <a:gd name="T82" fmla="*/ 3 w 398"/>
                <a:gd name="T83" fmla="*/ 0 h 817"/>
                <a:gd name="T84" fmla="*/ 3 w 398"/>
                <a:gd name="T85" fmla="*/ 0 h 817"/>
                <a:gd name="T86" fmla="*/ 2 w 398"/>
                <a:gd name="T87" fmla="*/ 0 h 817"/>
                <a:gd name="T88" fmla="*/ 2 w 398"/>
                <a:gd name="T89" fmla="*/ 0 h 817"/>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398"/>
                <a:gd name="T136" fmla="*/ 0 h 817"/>
                <a:gd name="T137" fmla="*/ 398 w 398"/>
                <a:gd name="T138" fmla="*/ 817 h 817"/>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398" h="817">
                  <a:moveTo>
                    <a:pt x="304" y="47"/>
                  </a:moveTo>
                  <a:lnTo>
                    <a:pt x="304" y="47"/>
                  </a:lnTo>
                  <a:lnTo>
                    <a:pt x="301" y="97"/>
                  </a:lnTo>
                  <a:lnTo>
                    <a:pt x="297" y="147"/>
                  </a:lnTo>
                  <a:lnTo>
                    <a:pt x="291" y="198"/>
                  </a:lnTo>
                  <a:lnTo>
                    <a:pt x="280" y="247"/>
                  </a:lnTo>
                  <a:lnTo>
                    <a:pt x="268" y="297"/>
                  </a:lnTo>
                  <a:lnTo>
                    <a:pt x="253" y="347"/>
                  </a:lnTo>
                  <a:lnTo>
                    <a:pt x="236" y="395"/>
                  </a:lnTo>
                  <a:lnTo>
                    <a:pt x="217" y="442"/>
                  </a:lnTo>
                  <a:lnTo>
                    <a:pt x="195" y="487"/>
                  </a:lnTo>
                  <a:lnTo>
                    <a:pt x="171" y="532"/>
                  </a:lnTo>
                  <a:lnTo>
                    <a:pt x="147" y="574"/>
                  </a:lnTo>
                  <a:lnTo>
                    <a:pt x="121" y="613"/>
                  </a:lnTo>
                  <a:lnTo>
                    <a:pt x="93" y="650"/>
                  </a:lnTo>
                  <a:lnTo>
                    <a:pt x="64" y="684"/>
                  </a:lnTo>
                  <a:lnTo>
                    <a:pt x="32" y="716"/>
                  </a:lnTo>
                  <a:lnTo>
                    <a:pt x="0" y="744"/>
                  </a:lnTo>
                  <a:lnTo>
                    <a:pt x="59" y="817"/>
                  </a:lnTo>
                  <a:lnTo>
                    <a:pt x="95" y="784"/>
                  </a:lnTo>
                  <a:lnTo>
                    <a:pt x="132" y="748"/>
                  </a:lnTo>
                  <a:lnTo>
                    <a:pt x="166" y="709"/>
                  </a:lnTo>
                  <a:lnTo>
                    <a:pt x="196" y="667"/>
                  </a:lnTo>
                  <a:lnTo>
                    <a:pt x="227" y="623"/>
                  </a:lnTo>
                  <a:lnTo>
                    <a:pt x="253" y="576"/>
                  </a:lnTo>
                  <a:lnTo>
                    <a:pt x="279" y="530"/>
                  </a:lnTo>
                  <a:lnTo>
                    <a:pt x="301" y="479"/>
                  </a:lnTo>
                  <a:lnTo>
                    <a:pt x="323" y="428"/>
                  </a:lnTo>
                  <a:lnTo>
                    <a:pt x="342" y="375"/>
                  </a:lnTo>
                  <a:lnTo>
                    <a:pt x="359" y="321"/>
                  </a:lnTo>
                  <a:lnTo>
                    <a:pt x="372" y="268"/>
                  </a:lnTo>
                  <a:lnTo>
                    <a:pt x="382" y="212"/>
                  </a:lnTo>
                  <a:lnTo>
                    <a:pt x="391" y="157"/>
                  </a:lnTo>
                  <a:lnTo>
                    <a:pt x="395" y="102"/>
                  </a:lnTo>
                  <a:lnTo>
                    <a:pt x="398" y="47"/>
                  </a:lnTo>
                  <a:lnTo>
                    <a:pt x="394" y="27"/>
                  </a:lnTo>
                  <a:lnTo>
                    <a:pt x="383" y="11"/>
                  </a:lnTo>
                  <a:lnTo>
                    <a:pt x="368" y="3"/>
                  </a:lnTo>
                  <a:lnTo>
                    <a:pt x="351" y="0"/>
                  </a:lnTo>
                  <a:lnTo>
                    <a:pt x="333" y="3"/>
                  </a:lnTo>
                  <a:lnTo>
                    <a:pt x="319" y="11"/>
                  </a:lnTo>
                  <a:lnTo>
                    <a:pt x="307" y="27"/>
                  </a:lnTo>
                  <a:lnTo>
                    <a:pt x="304" y="4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0439" name="Freeform 37"/>
            <p:cNvSpPr>
              <a:spLocks/>
            </p:cNvSpPr>
            <p:nvPr/>
          </p:nvSpPr>
          <p:spPr bwMode="auto">
            <a:xfrm>
              <a:off x="1660" y="1701"/>
              <a:ext cx="19" cy="365"/>
            </a:xfrm>
            <a:custGeom>
              <a:avLst/>
              <a:gdLst>
                <a:gd name="T0" fmla="*/ 0 w 95"/>
                <a:gd name="T1" fmla="*/ 0 h 1826"/>
                <a:gd name="T2" fmla="*/ 0 w 95"/>
                <a:gd name="T3" fmla="*/ 0 h 1826"/>
                <a:gd name="T4" fmla="*/ 0 w 95"/>
                <a:gd name="T5" fmla="*/ 15 h 1826"/>
                <a:gd name="T6" fmla="*/ 1 w 95"/>
                <a:gd name="T7" fmla="*/ 15 h 1826"/>
                <a:gd name="T8" fmla="*/ 1 w 95"/>
                <a:gd name="T9" fmla="*/ 0 h 1826"/>
                <a:gd name="T10" fmla="*/ 1 w 95"/>
                <a:gd name="T11" fmla="*/ 0 h 1826"/>
                <a:gd name="T12" fmla="*/ 1 w 95"/>
                <a:gd name="T13" fmla="*/ 0 h 1826"/>
                <a:gd name="T14" fmla="*/ 1 w 95"/>
                <a:gd name="T15" fmla="*/ 0 h 1826"/>
                <a:gd name="T16" fmla="*/ 1 w 95"/>
                <a:gd name="T17" fmla="*/ 0 h 1826"/>
                <a:gd name="T18" fmla="*/ 1 w 95"/>
                <a:gd name="T19" fmla="*/ 0 h 1826"/>
                <a:gd name="T20" fmla="*/ 0 w 95"/>
                <a:gd name="T21" fmla="*/ 0 h 1826"/>
                <a:gd name="T22" fmla="*/ 0 w 95"/>
                <a:gd name="T23" fmla="*/ 0 h 1826"/>
                <a:gd name="T24" fmla="*/ 0 w 95"/>
                <a:gd name="T25" fmla="*/ 0 h 1826"/>
                <a:gd name="T26" fmla="*/ 0 w 95"/>
                <a:gd name="T27" fmla="*/ 0 h 1826"/>
                <a:gd name="T28" fmla="*/ 0 w 95"/>
                <a:gd name="T29" fmla="*/ 0 h 1826"/>
                <a:gd name="T30" fmla="*/ 0 w 95"/>
                <a:gd name="T31" fmla="*/ 0 h 182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95"/>
                <a:gd name="T49" fmla="*/ 0 h 1826"/>
                <a:gd name="T50" fmla="*/ 95 w 95"/>
                <a:gd name="T51" fmla="*/ 1826 h 182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95" h="1826">
                  <a:moveTo>
                    <a:pt x="0" y="49"/>
                  </a:moveTo>
                  <a:lnTo>
                    <a:pt x="0" y="47"/>
                  </a:lnTo>
                  <a:lnTo>
                    <a:pt x="1" y="1826"/>
                  </a:lnTo>
                  <a:lnTo>
                    <a:pt x="95" y="1826"/>
                  </a:lnTo>
                  <a:lnTo>
                    <a:pt x="93" y="47"/>
                  </a:lnTo>
                  <a:lnTo>
                    <a:pt x="93" y="45"/>
                  </a:lnTo>
                  <a:lnTo>
                    <a:pt x="93" y="47"/>
                  </a:lnTo>
                  <a:lnTo>
                    <a:pt x="90" y="27"/>
                  </a:lnTo>
                  <a:lnTo>
                    <a:pt x="79" y="12"/>
                  </a:lnTo>
                  <a:lnTo>
                    <a:pt x="64" y="4"/>
                  </a:lnTo>
                  <a:lnTo>
                    <a:pt x="47" y="0"/>
                  </a:lnTo>
                  <a:lnTo>
                    <a:pt x="29" y="4"/>
                  </a:lnTo>
                  <a:lnTo>
                    <a:pt x="15" y="12"/>
                  </a:lnTo>
                  <a:lnTo>
                    <a:pt x="3" y="27"/>
                  </a:lnTo>
                  <a:lnTo>
                    <a:pt x="0" y="47"/>
                  </a:lnTo>
                  <a:lnTo>
                    <a:pt x="0" y="4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0440" name="Freeform 38"/>
            <p:cNvSpPr>
              <a:spLocks/>
            </p:cNvSpPr>
            <p:nvPr/>
          </p:nvSpPr>
          <p:spPr bwMode="auto">
            <a:xfrm>
              <a:off x="1598" y="1598"/>
              <a:ext cx="81" cy="113"/>
            </a:xfrm>
            <a:custGeom>
              <a:avLst/>
              <a:gdLst>
                <a:gd name="T0" fmla="*/ 0 w 401"/>
                <a:gd name="T1" fmla="*/ 1 h 566"/>
                <a:gd name="T2" fmla="*/ 0 w 401"/>
                <a:gd name="T3" fmla="*/ 1 h 566"/>
                <a:gd name="T4" fmla="*/ 0 w 401"/>
                <a:gd name="T5" fmla="*/ 1 h 566"/>
                <a:gd name="T6" fmla="*/ 1 w 401"/>
                <a:gd name="T7" fmla="*/ 1 h 566"/>
                <a:gd name="T8" fmla="*/ 1 w 401"/>
                <a:gd name="T9" fmla="*/ 1 h 566"/>
                <a:gd name="T10" fmla="*/ 1 w 401"/>
                <a:gd name="T11" fmla="*/ 1 h 566"/>
                <a:gd name="T12" fmla="*/ 1 w 401"/>
                <a:gd name="T13" fmla="*/ 2 h 566"/>
                <a:gd name="T14" fmla="*/ 1 w 401"/>
                <a:gd name="T15" fmla="*/ 2 h 566"/>
                <a:gd name="T16" fmla="*/ 2 w 401"/>
                <a:gd name="T17" fmla="*/ 2 h 566"/>
                <a:gd name="T18" fmla="*/ 2 w 401"/>
                <a:gd name="T19" fmla="*/ 2 h 566"/>
                <a:gd name="T20" fmla="*/ 2 w 401"/>
                <a:gd name="T21" fmla="*/ 2 h 566"/>
                <a:gd name="T22" fmla="*/ 2 w 401"/>
                <a:gd name="T23" fmla="*/ 3 h 566"/>
                <a:gd name="T24" fmla="*/ 2 w 401"/>
                <a:gd name="T25" fmla="*/ 3 h 566"/>
                <a:gd name="T26" fmla="*/ 2 w 401"/>
                <a:gd name="T27" fmla="*/ 3 h 566"/>
                <a:gd name="T28" fmla="*/ 2 w 401"/>
                <a:gd name="T29" fmla="*/ 4 h 566"/>
                <a:gd name="T30" fmla="*/ 2 w 401"/>
                <a:gd name="T31" fmla="*/ 4 h 566"/>
                <a:gd name="T32" fmla="*/ 2 w 401"/>
                <a:gd name="T33" fmla="*/ 4 h 566"/>
                <a:gd name="T34" fmla="*/ 3 w 401"/>
                <a:gd name="T35" fmla="*/ 5 h 566"/>
                <a:gd name="T36" fmla="*/ 3 w 401"/>
                <a:gd name="T37" fmla="*/ 4 h 566"/>
                <a:gd name="T38" fmla="*/ 3 w 401"/>
                <a:gd name="T39" fmla="*/ 4 h 566"/>
                <a:gd name="T40" fmla="*/ 3 w 401"/>
                <a:gd name="T41" fmla="*/ 4 h 566"/>
                <a:gd name="T42" fmla="*/ 3 w 401"/>
                <a:gd name="T43" fmla="*/ 3 h 566"/>
                <a:gd name="T44" fmla="*/ 3 w 401"/>
                <a:gd name="T45" fmla="*/ 3 h 566"/>
                <a:gd name="T46" fmla="*/ 3 w 401"/>
                <a:gd name="T47" fmla="*/ 3 h 566"/>
                <a:gd name="T48" fmla="*/ 3 w 401"/>
                <a:gd name="T49" fmla="*/ 2 h 566"/>
                <a:gd name="T50" fmla="*/ 3 w 401"/>
                <a:gd name="T51" fmla="*/ 2 h 566"/>
                <a:gd name="T52" fmla="*/ 2 w 401"/>
                <a:gd name="T53" fmla="*/ 2 h 566"/>
                <a:gd name="T54" fmla="*/ 2 w 401"/>
                <a:gd name="T55" fmla="*/ 2 h 566"/>
                <a:gd name="T56" fmla="*/ 2 w 401"/>
                <a:gd name="T57" fmla="*/ 1 h 566"/>
                <a:gd name="T58" fmla="*/ 2 w 401"/>
                <a:gd name="T59" fmla="*/ 1 h 566"/>
                <a:gd name="T60" fmla="*/ 2 w 401"/>
                <a:gd name="T61" fmla="*/ 1 h 566"/>
                <a:gd name="T62" fmla="*/ 1 w 401"/>
                <a:gd name="T63" fmla="*/ 1 h 566"/>
                <a:gd name="T64" fmla="*/ 1 w 401"/>
                <a:gd name="T65" fmla="*/ 0 h 566"/>
                <a:gd name="T66" fmla="*/ 1 w 401"/>
                <a:gd name="T67" fmla="*/ 0 h 566"/>
                <a:gd name="T68" fmla="*/ 1 w 401"/>
                <a:gd name="T69" fmla="*/ 0 h 566"/>
                <a:gd name="T70" fmla="*/ 1 w 401"/>
                <a:gd name="T71" fmla="*/ 0 h 566"/>
                <a:gd name="T72" fmla="*/ 1 w 401"/>
                <a:gd name="T73" fmla="*/ 0 h 566"/>
                <a:gd name="T74" fmla="*/ 0 w 401"/>
                <a:gd name="T75" fmla="*/ 0 h 566"/>
                <a:gd name="T76" fmla="*/ 0 w 401"/>
                <a:gd name="T77" fmla="*/ 0 h 566"/>
                <a:gd name="T78" fmla="*/ 0 w 401"/>
                <a:gd name="T79" fmla="*/ 0 h 566"/>
                <a:gd name="T80" fmla="*/ 0 w 401"/>
                <a:gd name="T81" fmla="*/ 0 h 566"/>
                <a:gd name="T82" fmla="*/ 0 w 401"/>
                <a:gd name="T83" fmla="*/ 0 h 566"/>
                <a:gd name="T84" fmla="*/ 0 w 401"/>
                <a:gd name="T85" fmla="*/ 0 h 566"/>
                <a:gd name="T86" fmla="*/ 0 w 401"/>
                <a:gd name="T87" fmla="*/ 1 h 566"/>
                <a:gd name="T88" fmla="*/ 0 w 401"/>
                <a:gd name="T89" fmla="*/ 1 h 56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401"/>
                <a:gd name="T136" fmla="*/ 0 h 566"/>
                <a:gd name="T137" fmla="*/ 401 w 401"/>
                <a:gd name="T138" fmla="*/ 566 h 566"/>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401" h="566">
                  <a:moveTo>
                    <a:pt x="23" y="88"/>
                  </a:moveTo>
                  <a:lnTo>
                    <a:pt x="23" y="88"/>
                  </a:lnTo>
                  <a:lnTo>
                    <a:pt x="53" y="107"/>
                  </a:lnTo>
                  <a:lnTo>
                    <a:pt x="83" y="125"/>
                  </a:lnTo>
                  <a:lnTo>
                    <a:pt x="108" y="147"/>
                  </a:lnTo>
                  <a:lnTo>
                    <a:pt x="135" y="171"/>
                  </a:lnTo>
                  <a:lnTo>
                    <a:pt x="160" y="196"/>
                  </a:lnTo>
                  <a:lnTo>
                    <a:pt x="182" y="223"/>
                  </a:lnTo>
                  <a:lnTo>
                    <a:pt x="205" y="251"/>
                  </a:lnTo>
                  <a:lnTo>
                    <a:pt x="223" y="281"/>
                  </a:lnTo>
                  <a:lnTo>
                    <a:pt x="240" y="312"/>
                  </a:lnTo>
                  <a:lnTo>
                    <a:pt x="256" y="345"/>
                  </a:lnTo>
                  <a:lnTo>
                    <a:pt x="270" y="379"/>
                  </a:lnTo>
                  <a:lnTo>
                    <a:pt x="282" y="414"/>
                  </a:lnTo>
                  <a:lnTo>
                    <a:pt x="291" y="450"/>
                  </a:lnTo>
                  <a:lnTo>
                    <a:pt x="299" y="488"/>
                  </a:lnTo>
                  <a:lnTo>
                    <a:pt x="304" y="526"/>
                  </a:lnTo>
                  <a:lnTo>
                    <a:pt x="308" y="566"/>
                  </a:lnTo>
                  <a:lnTo>
                    <a:pt x="401" y="562"/>
                  </a:lnTo>
                  <a:lnTo>
                    <a:pt x="398" y="517"/>
                  </a:lnTo>
                  <a:lnTo>
                    <a:pt x="391" y="471"/>
                  </a:lnTo>
                  <a:lnTo>
                    <a:pt x="383" y="429"/>
                  </a:lnTo>
                  <a:lnTo>
                    <a:pt x="371" y="386"/>
                  </a:lnTo>
                  <a:lnTo>
                    <a:pt x="357" y="346"/>
                  </a:lnTo>
                  <a:lnTo>
                    <a:pt x="340" y="307"/>
                  </a:lnTo>
                  <a:lnTo>
                    <a:pt x="324" y="270"/>
                  </a:lnTo>
                  <a:lnTo>
                    <a:pt x="303" y="232"/>
                  </a:lnTo>
                  <a:lnTo>
                    <a:pt x="280" y="197"/>
                  </a:lnTo>
                  <a:lnTo>
                    <a:pt x="255" y="164"/>
                  </a:lnTo>
                  <a:lnTo>
                    <a:pt x="228" y="132"/>
                  </a:lnTo>
                  <a:lnTo>
                    <a:pt x="199" y="103"/>
                  </a:lnTo>
                  <a:lnTo>
                    <a:pt x="169" y="76"/>
                  </a:lnTo>
                  <a:lnTo>
                    <a:pt x="137" y="50"/>
                  </a:lnTo>
                  <a:lnTo>
                    <a:pt x="103" y="27"/>
                  </a:lnTo>
                  <a:lnTo>
                    <a:pt x="67" y="6"/>
                  </a:lnTo>
                  <a:lnTo>
                    <a:pt x="48" y="0"/>
                  </a:lnTo>
                  <a:lnTo>
                    <a:pt x="30" y="2"/>
                  </a:lnTo>
                  <a:lnTo>
                    <a:pt x="16" y="12"/>
                  </a:lnTo>
                  <a:lnTo>
                    <a:pt x="5" y="25"/>
                  </a:lnTo>
                  <a:lnTo>
                    <a:pt x="0" y="41"/>
                  </a:lnTo>
                  <a:lnTo>
                    <a:pt x="0" y="59"/>
                  </a:lnTo>
                  <a:lnTo>
                    <a:pt x="8" y="75"/>
                  </a:lnTo>
                  <a:lnTo>
                    <a:pt x="23"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0441" name="Freeform 39"/>
            <p:cNvSpPr>
              <a:spLocks/>
            </p:cNvSpPr>
            <p:nvPr/>
          </p:nvSpPr>
          <p:spPr bwMode="auto">
            <a:xfrm>
              <a:off x="1346" y="1455"/>
              <a:ext cx="266" cy="160"/>
            </a:xfrm>
            <a:custGeom>
              <a:avLst/>
              <a:gdLst>
                <a:gd name="T0" fmla="*/ 0 w 1330"/>
                <a:gd name="T1" fmla="*/ 1 h 801"/>
                <a:gd name="T2" fmla="*/ 0 w 1330"/>
                <a:gd name="T3" fmla="*/ 1 h 801"/>
                <a:gd name="T4" fmla="*/ 10 w 1330"/>
                <a:gd name="T5" fmla="*/ 6 h 801"/>
                <a:gd name="T6" fmla="*/ 11 w 1330"/>
                <a:gd name="T7" fmla="*/ 6 h 801"/>
                <a:gd name="T8" fmla="*/ 1 w 1330"/>
                <a:gd name="T9" fmla="*/ 0 h 801"/>
                <a:gd name="T10" fmla="*/ 1 w 1330"/>
                <a:gd name="T11" fmla="*/ 0 h 801"/>
                <a:gd name="T12" fmla="*/ 1 w 1330"/>
                <a:gd name="T13" fmla="*/ 0 h 801"/>
                <a:gd name="T14" fmla="*/ 0 w 1330"/>
                <a:gd name="T15" fmla="*/ 0 h 801"/>
                <a:gd name="T16" fmla="*/ 0 w 1330"/>
                <a:gd name="T17" fmla="*/ 0 h 801"/>
                <a:gd name="T18" fmla="*/ 0 w 1330"/>
                <a:gd name="T19" fmla="*/ 0 h 801"/>
                <a:gd name="T20" fmla="*/ 0 w 1330"/>
                <a:gd name="T21" fmla="*/ 0 h 801"/>
                <a:gd name="T22" fmla="*/ 0 w 1330"/>
                <a:gd name="T23" fmla="*/ 0 h 801"/>
                <a:gd name="T24" fmla="*/ 0 w 1330"/>
                <a:gd name="T25" fmla="*/ 0 h 801"/>
                <a:gd name="T26" fmla="*/ 0 w 1330"/>
                <a:gd name="T27" fmla="*/ 1 h 801"/>
                <a:gd name="T28" fmla="*/ 0 w 1330"/>
                <a:gd name="T29" fmla="*/ 1 h 801"/>
                <a:gd name="T30" fmla="*/ 0 w 1330"/>
                <a:gd name="T31" fmla="*/ 1 h 801"/>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30"/>
                <a:gd name="T49" fmla="*/ 0 h 801"/>
                <a:gd name="T50" fmla="*/ 1330 w 1330"/>
                <a:gd name="T51" fmla="*/ 801 h 801"/>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30" h="801">
                  <a:moveTo>
                    <a:pt x="24" y="88"/>
                  </a:moveTo>
                  <a:lnTo>
                    <a:pt x="23" y="88"/>
                  </a:lnTo>
                  <a:lnTo>
                    <a:pt x="1286" y="801"/>
                  </a:lnTo>
                  <a:lnTo>
                    <a:pt x="1330" y="719"/>
                  </a:lnTo>
                  <a:lnTo>
                    <a:pt x="67" y="6"/>
                  </a:lnTo>
                  <a:lnTo>
                    <a:pt x="66" y="6"/>
                  </a:lnTo>
                  <a:lnTo>
                    <a:pt x="67" y="6"/>
                  </a:lnTo>
                  <a:lnTo>
                    <a:pt x="48" y="0"/>
                  </a:lnTo>
                  <a:lnTo>
                    <a:pt x="30" y="2"/>
                  </a:lnTo>
                  <a:lnTo>
                    <a:pt x="16" y="12"/>
                  </a:lnTo>
                  <a:lnTo>
                    <a:pt x="5" y="25"/>
                  </a:lnTo>
                  <a:lnTo>
                    <a:pt x="0" y="41"/>
                  </a:lnTo>
                  <a:lnTo>
                    <a:pt x="0" y="59"/>
                  </a:lnTo>
                  <a:lnTo>
                    <a:pt x="8" y="75"/>
                  </a:lnTo>
                  <a:lnTo>
                    <a:pt x="23" y="88"/>
                  </a:lnTo>
                  <a:lnTo>
                    <a:pt x="24"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0442" name="Freeform 40"/>
            <p:cNvSpPr>
              <a:spLocks/>
            </p:cNvSpPr>
            <p:nvPr/>
          </p:nvSpPr>
          <p:spPr bwMode="auto">
            <a:xfrm>
              <a:off x="1198" y="1439"/>
              <a:ext cx="161" cy="35"/>
            </a:xfrm>
            <a:custGeom>
              <a:avLst/>
              <a:gdLst>
                <a:gd name="T0" fmla="*/ 1 w 806"/>
                <a:gd name="T1" fmla="*/ 1 h 177"/>
                <a:gd name="T2" fmla="*/ 1 w 806"/>
                <a:gd name="T3" fmla="*/ 1 h 177"/>
                <a:gd name="T4" fmla="*/ 1 w 806"/>
                <a:gd name="T5" fmla="*/ 1 h 177"/>
                <a:gd name="T6" fmla="*/ 1 w 806"/>
                <a:gd name="T7" fmla="*/ 1 h 177"/>
                <a:gd name="T8" fmla="*/ 2 w 806"/>
                <a:gd name="T9" fmla="*/ 1 h 177"/>
                <a:gd name="T10" fmla="*/ 2 w 806"/>
                <a:gd name="T11" fmla="*/ 1 h 177"/>
                <a:gd name="T12" fmla="*/ 2 w 806"/>
                <a:gd name="T13" fmla="*/ 1 h 177"/>
                <a:gd name="T14" fmla="*/ 3 w 806"/>
                <a:gd name="T15" fmla="*/ 1 h 177"/>
                <a:gd name="T16" fmla="*/ 3 w 806"/>
                <a:gd name="T17" fmla="*/ 1 h 177"/>
                <a:gd name="T18" fmla="*/ 3 w 806"/>
                <a:gd name="T19" fmla="*/ 1 h 177"/>
                <a:gd name="T20" fmla="*/ 4 w 806"/>
                <a:gd name="T21" fmla="*/ 1 h 177"/>
                <a:gd name="T22" fmla="*/ 4 w 806"/>
                <a:gd name="T23" fmla="*/ 1 h 177"/>
                <a:gd name="T24" fmla="*/ 5 w 806"/>
                <a:gd name="T25" fmla="*/ 1 h 177"/>
                <a:gd name="T26" fmla="*/ 5 w 806"/>
                <a:gd name="T27" fmla="*/ 1 h 177"/>
                <a:gd name="T28" fmla="*/ 5 w 806"/>
                <a:gd name="T29" fmla="*/ 1 h 177"/>
                <a:gd name="T30" fmla="*/ 6 w 806"/>
                <a:gd name="T31" fmla="*/ 1 h 177"/>
                <a:gd name="T32" fmla="*/ 6 w 806"/>
                <a:gd name="T33" fmla="*/ 1 h 177"/>
                <a:gd name="T34" fmla="*/ 6 w 806"/>
                <a:gd name="T35" fmla="*/ 1 h 177"/>
                <a:gd name="T36" fmla="*/ 6 w 806"/>
                <a:gd name="T37" fmla="*/ 1 h 177"/>
                <a:gd name="T38" fmla="*/ 6 w 806"/>
                <a:gd name="T39" fmla="*/ 1 h 177"/>
                <a:gd name="T40" fmla="*/ 6 w 806"/>
                <a:gd name="T41" fmla="*/ 0 h 177"/>
                <a:gd name="T42" fmla="*/ 5 w 806"/>
                <a:gd name="T43" fmla="*/ 0 h 177"/>
                <a:gd name="T44" fmla="*/ 5 w 806"/>
                <a:gd name="T45" fmla="*/ 0 h 177"/>
                <a:gd name="T46" fmla="*/ 5 w 806"/>
                <a:gd name="T47" fmla="*/ 0 h 177"/>
                <a:gd name="T48" fmla="*/ 4 w 806"/>
                <a:gd name="T49" fmla="*/ 0 h 177"/>
                <a:gd name="T50" fmla="*/ 4 w 806"/>
                <a:gd name="T51" fmla="*/ 0 h 177"/>
                <a:gd name="T52" fmla="*/ 3 w 806"/>
                <a:gd name="T53" fmla="*/ 0 h 177"/>
                <a:gd name="T54" fmla="*/ 3 w 806"/>
                <a:gd name="T55" fmla="*/ 0 h 177"/>
                <a:gd name="T56" fmla="*/ 3 w 806"/>
                <a:gd name="T57" fmla="*/ 0 h 177"/>
                <a:gd name="T58" fmla="*/ 2 w 806"/>
                <a:gd name="T59" fmla="*/ 0 h 177"/>
                <a:gd name="T60" fmla="*/ 2 w 806"/>
                <a:gd name="T61" fmla="*/ 0 h 177"/>
                <a:gd name="T62" fmla="*/ 1 w 806"/>
                <a:gd name="T63" fmla="*/ 0 h 177"/>
                <a:gd name="T64" fmla="*/ 1 w 806"/>
                <a:gd name="T65" fmla="*/ 0 h 177"/>
                <a:gd name="T66" fmla="*/ 1 w 806"/>
                <a:gd name="T67" fmla="*/ 1 h 177"/>
                <a:gd name="T68" fmla="*/ 0 w 806"/>
                <a:gd name="T69" fmla="*/ 1 h 177"/>
                <a:gd name="T70" fmla="*/ 0 w 806"/>
                <a:gd name="T71" fmla="*/ 1 h 177"/>
                <a:gd name="T72" fmla="*/ 0 w 806"/>
                <a:gd name="T73" fmla="*/ 1 h 177"/>
                <a:gd name="T74" fmla="*/ 0 w 806"/>
                <a:gd name="T75" fmla="*/ 1 h 177"/>
                <a:gd name="T76" fmla="*/ 0 w 806"/>
                <a:gd name="T77" fmla="*/ 1 h 177"/>
                <a:gd name="T78" fmla="*/ 0 w 806"/>
                <a:gd name="T79" fmla="*/ 1 h 177"/>
                <a:gd name="T80" fmla="*/ 0 w 806"/>
                <a:gd name="T81" fmla="*/ 1 h 177"/>
                <a:gd name="T82" fmla="*/ 0 w 806"/>
                <a:gd name="T83" fmla="*/ 1 h 177"/>
                <a:gd name="T84" fmla="*/ 0 w 806"/>
                <a:gd name="T85" fmla="*/ 1 h 177"/>
                <a:gd name="T86" fmla="*/ 0 w 806"/>
                <a:gd name="T87" fmla="*/ 1 h 177"/>
                <a:gd name="T88" fmla="*/ 1 w 806"/>
                <a:gd name="T89" fmla="*/ 1 h 177"/>
                <a:gd name="T90" fmla="*/ 1 w 806"/>
                <a:gd name="T91" fmla="*/ 1 h 17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806"/>
                <a:gd name="T139" fmla="*/ 0 h 177"/>
                <a:gd name="T140" fmla="*/ 806 w 806"/>
                <a:gd name="T141" fmla="*/ 177 h 17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806" h="177">
                  <a:moveTo>
                    <a:pt x="67" y="171"/>
                  </a:moveTo>
                  <a:lnTo>
                    <a:pt x="68" y="171"/>
                  </a:lnTo>
                  <a:lnTo>
                    <a:pt x="109" y="151"/>
                  </a:lnTo>
                  <a:lnTo>
                    <a:pt x="151" y="135"/>
                  </a:lnTo>
                  <a:lnTo>
                    <a:pt x="196" y="122"/>
                  </a:lnTo>
                  <a:lnTo>
                    <a:pt x="242" y="110"/>
                  </a:lnTo>
                  <a:lnTo>
                    <a:pt x="287" y="102"/>
                  </a:lnTo>
                  <a:lnTo>
                    <a:pt x="335" y="97"/>
                  </a:lnTo>
                  <a:lnTo>
                    <a:pt x="382" y="95"/>
                  </a:lnTo>
                  <a:lnTo>
                    <a:pt x="430" y="94"/>
                  </a:lnTo>
                  <a:lnTo>
                    <a:pt x="477" y="97"/>
                  </a:lnTo>
                  <a:lnTo>
                    <a:pt x="524" y="102"/>
                  </a:lnTo>
                  <a:lnTo>
                    <a:pt x="568" y="108"/>
                  </a:lnTo>
                  <a:lnTo>
                    <a:pt x="612" y="117"/>
                  </a:lnTo>
                  <a:lnTo>
                    <a:pt x="654" y="128"/>
                  </a:lnTo>
                  <a:lnTo>
                    <a:pt x="693" y="141"/>
                  </a:lnTo>
                  <a:lnTo>
                    <a:pt x="730" y="155"/>
                  </a:lnTo>
                  <a:lnTo>
                    <a:pt x="764" y="171"/>
                  </a:lnTo>
                  <a:lnTo>
                    <a:pt x="806" y="89"/>
                  </a:lnTo>
                  <a:lnTo>
                    <a:pt x="768" y="70"/>
                  </a:lnTo>
                  <a:lnTo>
                    <a:pt x="725" y="54"/>
                  </a:lnTo>
                  <a:lnTo>
                    <a:pt x="680" y="39"/>
                  </a:lnTo>
                  <a:lnTo>
                    <a:pt x="633" y="26"/>
                  </a:lnTo>
                  <a:lnTo>
                    <a:pt x="585" y="16"/>
                  </a:lnTo>
                  <a:lnTo>
                    <a:pt x="536" y="8"/>
                  </a:lnTo>
                  <a:lnTo>
                    <a:pt x="484" y="3"/>
                  </a:lnTo>
                  <a:lnTo>
                    <a:pt x="433" y="0"/>
                  </a:lnTo>
                  <a:lnTo>
                    <a:pt x="380" y="1"/>
                  </a:lnTo>
                  <a:lnTo>
                    <a:pt x="328" y="3"/>
                  </a:lnTo>
                  <a:lnTo>
                    <a:pt x="276" y="10"/>
                  </a:lnTo>
                  <a:lnTo>
                    <a:pt x="223" y="19"/>
                  </a:lnTo>
                  <a:lnTo>
                    <a:pt x="172" y="30"/>
                  </a:lnTo>
                  <a:lnTo>
                    <a:pt x="121" y="46"/>
                  </a:lnTo>
                  <a:lnTo>
                    <a:pt x="72" y="67"/>
                  </a:lnTo>
                  <a:lnTo>
                    <a:pt x="24" y="89"/>
                  </a:lnTo>
                  <a:lnTo>
                    <a:pt x="25" y="89"/>
                  </a:lnTo>
                  <a:lnTo>
                    <a:pt x="24" y="89"/>
                  </a:lnTo>
                  <a:lnTo>
                    <a:pt x="8" y="102"/>
                  </a:lnTo>
                  <a:lnTo>
                    <a:pt x="0" y="118"/>
                  </a:lnTo>
                  <a:lnTo>
                    <a:pt x="0" y="136"/>
                  </a:lnTo>
                  <a:lnTo>
                    <a:pt x="6" y="152"/>
                  </a:lnTo>
                  <a:lnTo>
                    <a:pt x="17" y="165"/>
                  </a:lnTo>
                  <a:lnTo>
                    <a:pt x="31" y="175"/>
                  </a:lnTo>
                  <a:lnTo>
                    <a:pt x="48" y="177"/>
                  </a:lnTo>
                  <a:lnTo>
                    <a:pt x="68" y="171"/>
                  </a:lnTo>
                  <a:lnTo>
                    <a:pt x="67" y="1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0443" name="Freeform 41"/>
            <p:cNvSpPr>
              <a:spLocks/>
            </p:cNvSpPr>
            <p:nvPr/>
          </p:nvSpPr>
          <p:spPr bwMode="auto">
            <a:xfrm>
              <a:off x="931" y="1456"/>
              <a:ext cx="280" cy="158"/>
            </a:xfrm>
            <a:custGeom>
              <a:avLst/>
              <a:gdLst>
                <a:gd name="T0" fmla="*/ 1 w 1402"/>
                <a:gd name="T1" fmla="*/ 6 h 787"/>
                <a:gd name="T2" fmla="*/ 1 w 1402"/>
                <a:gd name="T3" fmla="*/ 6 h 787"/>
                <a:gd name="T4" fmla="*/ 11 w 1402"/>
                <a:gd name="T5" fmla="*/ 1 h 787"/>
                <a:gd name="T6" fmla="*/ 11 w 1402"/>
                <a:gd name="T7" fmla="*/ 0 h 787"/>
                <a:gd name="T8" fmla="*/ 0 w 1402"/>
                <a:gd name="T9" fmla="*/ 6 h 787"/>
                <a:gd name="T10" fmla="*/ 0 w 1402"/>
                <a:gd name="T11" fmla="*/ 6 h 787"/>
                <a:gd name="T12" fmla="*/ 0 w 1402"/>
                <a:gd name="T13" fmla="*/ 6 h 787"/>
                <a:gd name="T14" fmla="*/ 0 w 1402"/>
                <a:gd name="T15" fmla="*/ 6 h 787"/>
                <a:gd name="T16" fmla="*/ 0 w 1402"/>
                <a:gd name="T17" fmla="*/ 6 h 787"/>
                <a:gd name="T18" fmla="*/ 0 w 1402"/>
                <a:gd name="T19" fmla="*/ 6 h 787"/>
                <a:gd name="T20" fmla="*/ 0 w 1402"/>
                <a:gd name="T21" fmla="*/ 6 h 787"/>
                <a:gd name="T22" fmla="*/ 0 w 1402"/>
                <a:gd name="T23" fmla="*/ 6 h 787"/>
                <a:gd name="T24" fmla="*/ 0 w 1402"/>
                <a:gd name="T25" fmla="*/ 6 h 787"/>
                <a:gd name="T26" fmla="*/ 0 w 1402"/>
                <a:gd name="T27" fmla="*/ 6 h 787"/>
                <a:gd name="T28" fmla="*/ 1 w 1402"/>
                <a:gd name="T29" fmla="*/ 6 h 787"/>
                <a:gd name="T30" fmla="*/ 1 w 1402"/>
                <a:gd name="T31" fmla="*/ 6 h 78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02"/>
                <a:gd name="T49" fmla="*/ 0 h 787"/>
                <a:gd name="T50" fmla="*/ 1402 w 1402"/>
                <a:gd name="T51" fmla="*/ 787 h 78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02" h="787">
                  <a:moveTo>
                    <a:pt x="69" y="781"/>
                  </a:moveTo>
                  <a:lnTo>
                    <a:pt x="66" y="781"/>
                  </a:lnTo>
                  <a:lnTo>
                    <a:pt x="1402" y="82"/>
                  </a:lnTo>
                  <a:lnTo>
                    <a:pt x="1360" y="0"/>
                  </a:lnTo>
                  <a:lnTo>
                    <a:pt x="24" y="699"/>
                  </a:lnTo>
                  <a:lnTo>
                    <a:pt x="22" y="699"/>
                  </a:lnTo>
                  <a:lnTo>
                    <a:pt x="24" y="699"/>
                  </a:lnTo>
                  <a:lnTo>
                    <a:pt x="8" y="712"/>
                  </a:lnTo>
                  <a:lnTo>
                    <a:pt x="1" y="727"/>
                  </a:lnTo>
                  <a:lnTo>
                    <a:pt x="0" y="744"/>
                  </a:lnTo>
                  <a:lnTo>
                    <a:pt x="5" y="761"/>
                  </a:lnTo>
                  <a:lnTo>
                    <a:pt x="15" y="775"/>
                  </a:lnTo>
                  <a:lnTo>
                    <a:pt x="30" y="784"/>
                  </a:lnTo>
                  <a:lnTo>
                    <a:pt x="46" y="787"/>
                  </a:lnTo>
                  <a:lnTo>
                    <a:pt x="66" y="781"/>
                  </a:lnTo>
                  <a:lnTo>
                    <a:pt x="69" y="7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0444" name="Freeform 42"/>
            <p:cNvSpPr>
              <a:spLocks/>
            </p:cNvSpPr>
            <p:nvPr/>
          </p:nvSpPr>
          <p:spPr bwMode="auto">
            <a:xfrm>
              <a:off x="868" y="1596"/>
              <a:ext cx="77" cy="126"/>
            </a:xfrm>
            <a:custGeom>
              <a:avLst/>
              <a:gdLst>
                <a:gd name="T0" fmla="*/ 1 w 382"/>
                <a:gd name="T1" fmla="*/ 5 h 628"/>
                <a:gd name="T2" fmla="*/ 1 w 382"/>
                <a:gd name="T3" fmla="*/ 5 h 628"/>
                <a:gd name="T4" fmla="*/ 1 w 382"/>
                <a:gd name="T5" fmla="*/ 4 h 628"/>
                <a:gd name="T6" fmla="*/ 1 w 382"/>
                <a:gd name="T7" fmla="*/ 4 h 628"/>
                <a:gd name="T8" fmla="*/ 1 w 382"/>
                <a:gd name="T9" fmla="*/ 4 h 628"/>
                <a:gd name="T10" fmla="*/ 1 w 382"/>
                <a:gd name="T11" fmla="*/ 3 h 628"/>
                <a:gd name="T12" fmla="*/ 1 w 382"/>
                <a:gd name="T13" fmla="*/ 3 h 628"/>
                <a:gd name="T14" fmla="*/ 1 w 382"/>
                <a:gd name="T15" fmla="*/ 3 h 628"/>
                <a:gd name="T16" fmla="*/ 1 w 382"/>
                <a:gd name="T17" fmla="*/ 3 h 628"/>
                <a:gd name="T18" fmla="*/ 1 w 382"/>
                <a:gd name="T19" fmla="*/ 2 h 628"/>
                <a:gd name="T20" fmla="*/ 2 w 382"/>
                <a:gd name="T21" fmla="*/ 2 h 628"/>
                <a:gd name="T22" fmla="*/ 2 w 382"/>
                <a:gd name="T23" fmla="*/ 2 h 628"/>
                <a:gd name="T24" fmla="*/ 2 w 382"/>
                <a:gd name="T25" fmla="*/ 2 h 628"/>
                <a:gd name="T26" fmla="*/ 2 w 382"/>
                <a:gd name="T27" fmla="*/ 1 h 628"/>
                <a:gd name="T28" fmla="*/ 2 w 382"/>
                <a:gd name="T29" fmla="*/ 1 h 628"/>
                <a:gd name="T30" fmla="*/ 3 w 382"/>
                <a:gd name="T31" fmla="*/ 1 h 628"/>
                <a:gd name="T32" fmla="*/ 3 w 382"/>
                <a:gd name="T33" fmla="*/ 1 h 628"/>
                <a:gd name="T34" fmla="*/ 3 w 382"/>
                <a:gd name="T35" fmla="*/ 1 h 628"/>
                <a:gd name="T36" fmla="*/ 3 w 382"/>
                <a:gd name="T37" fmla="*/ 0 h 628"/>
                <a:gd name="T38" fmla="*/ 2 w 382"/>
                <a:gd name="T39" fmla="*/ 0 h 628"/>
                <a:gd name="T40" fmla="*/ 2 w 382"/>
                <a:gd name="T41" fmla="*/ 0 h 628"/>
                <a:gd name="T42" fmla="*/ 2 w 382"/>
                <a:gd name="T43" fmla="*/ 1 h 628"/>
                <a:gd name="T44" fmla="*/ 2 w 382"/>
                <a:gd name="T45" fmla="*/ 1 h 628"/>
                <a:gd name="T46" fmla="*/ 1 w 382"/>
                <a:gd name="T47" fmla="*/ 1 h 628"/>
                <a:gd name="T48" fmla="*/ 1 w 382"/>
                <a:gd name="T49" fmla="*/ 1 h 628"/>
                <a:gd name="T50" fmla="*/ 1 w 382"/>
                <a:gd name="T51" fmla="*/ 2 h 628"/>
                <a:gd name="T52" fmla="*/ 1 w 382"/>
                <a:gd name="T53" fmla="*/ 2 h 628"/>
                <a:gd name="T54" fmla="*/ 1 w 382"/>
                <a:gd name="T55" fmla="*/ 2 h 628"/>
                <a:gd name="T56" fmla="*/ 0 w 382"/>
                <a:gd name="T57" fmla="*/ 3 h 628"/>
                <a:gd name="T58" fmla="*/ 0 w 382"/>
                <a:gd name="T59" fmla="*/ 3 h 628"/>
                <a:gd name="T60" fmla="*/ 0 w 382"/>
                <a:gd name="T61" fmla="*/ 3 h 628"/>
                <a:gd name="T62" fmla="*/ 0 w 382"/>
                <a:gd name="T63" fmla="*/ 4 h 628"/>
                <a:gd name="T64" fmla="*/ 0 w 382"/>
                <a:gd name="T65" fmla="*/ 4 h 628"/>
                <a:gd name="T66" fmla="*/ 0 w 382"/>
                <a:gd name="T67" fmla="*/ 4 h 628"/>
                <a:gd name="T68" fmla="*/ 0 w 382"/>
                <a:gd name="T69" fmla="*/ 5 h 628"/>
                <a:gd name="T70" fmla="*/ 0 w 382"/>
                <a:gd name="T71" fmla="*/ 5 h 628"/>
                <a:gd name="T72" fmla="*/ 0 w 382"/>
                <a:gd name="T73" fmla="*/ 5 h 628"/>
                <a:gd name="T74" fmla="*/ 0 w 382"/>
                <a:gd name="T75" fmla="*/ 5 h 628"/>
                <a:gd name="T76" fmla="*/ 0 w 382"/>
                <a:gd name="T77" fmla="*/ 5 h 628"/>
                <a:gd name="T78" fmla="*/ 0 w 382"/>
                <a:gd name="T79" fmla="*/ 5 h 628"/>
                <a:gd name="T80" fmla="*/ 0 w 382"/>
                <a:gd name="T81" fmla="*/ 5 h 628"/>
                <a:gd name="T82" fmla="*/ 1 w 382"/>
                <a:gd name="T83" fmla="*/ 5 h 628"/>
                <a:gd name="T84" fmla="*/ 1 w 382"/>
                <a:gd name="T85" fmla="*/ 5 h 628"/>
                <a:gd name="T86" fmla="*/ 1 w 382"/>
                <a:gd name="T87" fmla="*/ 5 h 628"/>
                <a:gd name="T88" fmla="*/ 1 w 382"/>
                <a:gd name="T89" fmla="*/ 5 h 628"/>
                <a:gd name="T90" fmla="*/ 1 w 382"/>
                <a:gd name="T91" fmla="*/ 5 h 628"/>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382"/>
                <a:gd name="T139" fmla="*/ 0 h 628"/>
                <a:gd name="T140" fmla="*/ 382 w 382"/>
                <a:gd name="T141" fmla="*/ 628 h 628"/>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382" h="628">
                  <a:moveTo>
                    <a:pt x="94" y="581"/>
                  </a:moveTo>
                  <a:lnTo>
                    <a:pt x="94" y="582"/>
                  </a:lnTo>
                  <a:lnTo>
                    <a:pt x="96" y="541"/>
                  </a:lnTo>
                  <a:lnTo>
                    <a:pt x="99" y="500"/>
                  </a:lnTo>
                  <a:lnTo>
                    <a:pt x="106" y="463"/>
                  </a:lnTo>
                  <a:lnTo>
                    <a:pt x="115" y="424"/>
                  </a:lnTo>
                  <a:lnTo>
                    <a:pt x="127" y="389"/>
                  </a:lnTo>
                  <a:lnTo>
                    <a:pt x="140" y="353"/>
                  </a:lnTo>
                  <a:lnTo>
                    <a:pt x="156" y="320"/>
                  </a:lnTo>
                  <a:lnTo>
                    <a:pt x="173" y="287"/>
                  </a:lnTo>
                  <a:lnTo>
                    <a:pt x="193" y="255"/>
                  </a:lnTo>
                  <a:lnTo>
                    <a:pt x="214" y="226"/>
                  </a:lnTo>
                  <a:lnTo>
                    <a:pt x="238" y="198"/>
                  </a:lnTo>
                  <a:lnTo>
                    <a:pt x="263" y="172"/>
                  </a:lnTo>
                  <a:lnTo>
                    <a:pt x="290" y="146"/>
                  </a:lnTo>
                  <a:lnTo>
                    <a:pt x="318" y="122"/>
                  </a:lnTo>
                  <a:lnTo>
                    <a:pt x="349" y="101"/>
                  </a:lnTo>
                  <a:lnTo>
                    <a:pt x="382" y="82"/>
                  </a:lnTo>
                  <a:lnTo>
                    <a:pt x="335" y="0"/>
                  </a:lnTo>
                  <a:lnTo>
                    <a:pt x="297" y="23"/>
                  </a:lnTo>
                  <a:lnTo>
                    <a:pt x="262" y="49"/>
                  </a:lnTo>
                  <a:lnTo>
                    <a:pt x="229" y="76"/>
                  </a:lnTo>
                  <a:lnTo>
                    <a:pt x="198" y="104"/>
                  </a:lnTo>
                  <a:lnTo>
                    <a:pt x="167" y="137"/>
                  </a:lnTo>
                  <a:lnTo>
                    <a:pt x="142" y="170"/>
                  </a:lnTo>
                  <a:lnTo>
                    <a:pt x="116" y="204"/>
                  </a:lnTo>
                  <a:lnTo>
                    <a:pt x="94" y="240"/>
                  </a:lnTo>
                  <a:lnTo>
                    <a:pt x="74" y="278"/>
                  </a:lnTo>
                  <a:lnTo>
                    <a:pt x="54" y="317"/>
                  </a:lnTo>
                  <a:lnTo>
                    <a:pt x="38" y="359"/>
                  </a:lnTo>
                  <a:lnTo>
                    <a:pt x="26" y="401"/>
                  </a:lnTo>
                  <a:lnTo>
                    <a:pt x="15" y="444"/>
                  </a:lnTo>
                  <a:lnTo>
                    <a:pt x="8" y="489"/>
                  </a:lnTo>
                  <a:lnTo>
                    <a:pt x="2" y="534"/>
                  </a:lnTo>
                  <a:lnTo>
                    <a:pt x="0" y="580"/>
                  </a:lnTo>
                  <a:lnTo>
                    <a:pt x="0" y="581"/>
                  </a:lnTo>
                  <a:lnTo>
                    <a:pt x="0" y="580"/>
                  </a:lnTo>
                  <a:lnTo>
                    <a:pt x="3" y="600"/>
                  </a:lnTo>
                  <a:lnTo>
                    <a:pt x="14" y="615"/>
                  </a:lnTo>
                  <a:lnTo>
                    <a:pt x="29" y="625"/>
                  </a:lnTo>
                  <a:lnTo>
                    <a:pt x="45" y="628"/>
                  </a:lnTo>
                  <a:lnTo>
                    <a:pt x="63" y="626"/>
                  </a:lnTo>
                  <a:lnTo>
                    <a:pt x="78" y="616"/>
                  </a:lnTo>
                  <a:lnTo>
                    <a:pt x="89" y="602"/>
                  </a:lnTo>
                  <a:lnTo>
                    <a:pt x="94" y="582"/>
                  </a:lnTo>
                  <a:lnTo>
                    <a:pt x="94" y="5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0445" name="Freeform 43"/>
            <p:cNvSpPr>
              <a:spLocks/>
            </p:cNvSpPr>
            <p:nvPr/>
          </p:nvSpPr>
          <p:spPr bwMode="auto">
            <a:xfrm>
              <a:off x="868" y="1712"/>
              <a:ext cx="19" cy="364"/>
            </a:xfrm>
            <a:custGeom>
              <a:avLst/>
              <a:gdLst>
                <a:gd name="T0" fmla="*/ 1 w 94"/>
                <a:gd name="T1" fmla="*/ 14 h 1818"/>
                <a:gd name="T2" fmla="*/ 1 w 94"/>
                <a:gd name="T3" fmla="*/ 14 h 1818"/>
                <a:gd name="T4" fmla="*/ 1 w 94"/>
                <a:gd name="T5" fmla="*/ 0 h 1818"/>
                <a:gd name="T6" fmla="*/ 0 w 94"/>
                <a:gd name="T7" fmla="*/ 0 h 1818"/>
                <a:gd name="T8" fmla="*/ 0 w 94"/>
                <a:gd name="T9" fmla="*/ 14 h 1818"/>
                <a:gd name="T10" fmla="*/ 0 w 94"/>
                <a:gd name="T11" fmla="*/ 14 h 1818"/>
                <a:gd name="T12" fmla="*/ 0 w 94"/>
                <a:gd name="T13" fmla="*/ 14 h 1818"/>
                <a:gd name="T14" fmla="*/ 0 w 94"/>
                <a:gd name="T15" fmla="*/ 14 h 1818"/>
                <a:gd name="T16" fmla="*/ 0 w 94"/>
                <a:gd name="T17" fmla="*/ 14 h 1818"/>
                <a:gd name="T18" fmla="*/ 0 w 94"/>
                <a:gd name="T19" fmla="*/ 15 h 1818"/>
                <a:gd name="T20" fmla="*/ 0 w 94"/>
                <a:gd name="T21" fmla="*/ 15 h 1818"/>
                <a:gd name="T22" fmla="*/ 1 w 94"/>
                <a:gd name="T23" fmla="*/ 15 h 1818"/>
                <a:gd name="T24" fmla="*/ 1 w 94"/>
                <a:gd name="T25" fmla="*/ 14 h 1818"/>
                <a:gd name="T26" fmla="*/ 1 w 94"/>
                <a:gd name="T27" fmla="*/ 14 h 1818"/>
                <a:gd name="T28" fmla="*/ 1 w 94"/>
                <a:gd name="T29" fmla="*/ 14 h 1818"/>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94"/>
                <a:gd name="T46" fmla="*/ 0 h 1818"/>
                <a:gd name="T47" fmla="*/ 94 w 94"/>
                <a:gd name="T48" fmla="*/ 1818 h 1818"/>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94" h="1818">
                  <a:moveTo>
                    <a:pt x="94" y="1771"/>
                  </a:moveTo>
                  <a:lnTo>
                    <a:pt x="94" y="1771"/>
                  </a:lnTo>
                  <a:lnTo>
                    <a:pt x="94" y="0"/>
                  </a:lnTo>
                  <a:lnTo>
                    <a:pt x="0" y="0"/>
                  </a:lnTo>
                  <a:lnTo>
                    <a:pt x="0" y="1771"/>
                  </a:lnTo>
                  <a:lnTo>
                    <a:pt x="3" y="1791"/>
                  </a:lnTo>
                  <a:lnTo>
                    <a:pt x="15" y="1806"/>
                  </a:lnTo>
                  <a:lnTo>
                    <a:pt x="29" y="1814"/>
                  </a:lnTo>
                  <a:lnTo>
                    <a:pt x="47" y="1818"/>
                  </a:lnTo>
                  <a:lnTo>
                    <a:pt x="64" y="1814"/>
                  </a:lnTo>
                  <a:lnTo>
                    <a:pt x="79" y="1806"/>
                  </a:lnTo>
                  <a:lnTo>
                    <a:pt x="90" y="1791"/>
                  </a:lnTo>
                  <a:lnTo>
                    <a:pt x="94" y="17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0446" name="Freeform 44"/>
            <p:cNvSpPr>
              <a:spLocks/>
            </p:cNvSpPr>
            <p:nvPr/>
          </p:nvSpPr>
          <p:spPr bwMode="auto">
            <a:xfrm>
              <a:off x="868" y="2067"/>
              <a:ext cx="90" cy="160"/>
            </a:xfrm>
            <a:custGeom>
              <a:avLst/>
              <a:gdLst>
                <a:gd name="T0" fmla="*/ 3 w 449"/>
                <a:gd name="T1" fmla="*/ 6 h 803"/>
                <a:gd name="T2" fmla="*/ 3 w 449"/>
                <a:gd name="T3" fmla="*/ 6 h 803"/>
                <a:gd name="T4" fmla="*/ 3 w 449"/>
                <a:gd name="T5" fmla="*/ 5 h 803"/>
                <a:gd name="T6" fmla="*/ 3 w 449"/>
                <a:gd name="T7" fmla="*/ 5 h 803"/>
                <a:gd name="T8" fmla="*/ 3 w 449"/>
                <a:gd name="T9" fmla="*/ 5 h 803"/>
                <a:gd name="T10" fmla="*/ 2 w 449"/>
                <a:gd name="T11" fmla="*/ 5 h 803"/>
                <a:gd name="T12" fmla="*/ 2 w 449"/>
                <a:gd name="T13" fmla="*/ 4 h 803"/>
                <a:gd name="T14" fmla="*/ 2 w 449"/>
                <a:gd name="T15" fmla="*/ 4 h 803"/>
                <a:gd name="T16" fmla="*/ 2 w 449"/>
                <a:gd name="T17" fmla="*/ 4 h 803"/>
                <a:gd name="T18" fmla="*/ 2 w 449"/>
                <a:gd name="T19" fmla="*/ 3 h 803"/>
                <a:gd name="T20" fmla="*/ 1 w 449"/>
                <a:gd name="T21" fmla="*/ 3 h 803"/>
                <a:gd name="T22" fmla="*/ 1 w 449"/>
                <a:gd name="T23" fmla="*/ 2 h 803"/>
                <a:gd name="T24" fmla="*/ 1 w 449"/>
                <a:gd name="T25" fmla="*/ 2 h 803"/>
                <a:gd name="T26" fmla="*/ 1 w 449"/>
                <a:gd name="T27" fmla="*/ 2 h 803"/>
                <a:gd name="T28" fmla="*/ 1 w 449"/>
                <a:gd name="T29" fmla="*/ 1 h 803"/>
                <a:gd name="T30" fmla="*/ 1 w 449"/>
                <a:gd name="T31" fmla="*/ 1 h 803"/>
                <a:gd name="T32" fmla="*/ 1 w 449"/>
                <a:gd name="T33" fmla="*/ 0 h 803"/>
                <a:gd name="T34" fmla="*/ 1 w 449"/>
                <a:gd name="T35" fmla="*/ 0 h 803"/>
                <a:gd name="T36" fmla="*/ 0 w 449"/>
                <a:gd name="T37" fmla="*/ 0 h 803"/>
                <a:gd name="T38" fmla="*/ 0 w 449"/>
                <a:gd name="T39" fmla="*/ 0 h 803"/>
                <a:gd name="T40" fmla="*/ 0 w 449"/>
                <a:gd name="T41" fmla="*/ 1 h 803"/>
                <a:gd name="T42" fmla="*/ 0 w 449"/>
                <a:gd name="T43" fmla="*/ 1 h 803"/>
                <a:gd name="T44" fmla="*/ 0 w 449"/>
                <a:gd name="T45" fmla="*/ 2 h 803"/>
                <a:gd name="T46" fmla="*/ 0 w 449"/>
                <a:gd name="T47" fmla="*/ 2 h 803"/>
                <a:gd name="T48" fmla="*/ 0 w 449"/>
                <a:gd name="T49" fmla="*/ 3 h 803"/>
                <a:gd name="T50" fmla="*/ 1 w 449"/>
                <a:gd name="T51" fmla="*/ 3 h 803"/>
                <a:gd name="T52" fmla="*/ 1 w 449"/>
                <a:gd name="T53" fmla="*/ 4 h 803"/>
                <a:gd name="T54" fmla="*/ 1 w 449"/>
                <a:gd name="T55" fmla="*/ 4 h 803"/>
                <a:gd name="T56" fmla="*/ 1 w 449"/>
                <a:gd name="T57" fmla="*/ 4 h 803"/>
                <a:gd name="T58" fmla="*/ 2 w 449"/>
                <a:gd name="T59" fmla="*/ 5 h 803"/>
                <a:gd name="T60" fmla="*/ 2 w 449"/>
                <a:gd name="T61" fmla="*/ 5 h 803"/>
                <a:gd name="T62" fmla="*/ 2 w 449"/>
                <a:gd name="T63" fmla="*/ 5 h 803"/>
                <a:gd name="T64" fmla="*/ 2 w 449"/>
                <a:gd name="T65" fmla="*/ 6 h 803"/>
                <a:gd name="T66" fmla="*/ 3 w 449"/>
                <a:gd name="T67" fmla="*/ 6 h 803"/>
                <a:gd name="T68" fmla="*/ 3 w 449"/>
                <a:gd name="T69" fmla="*/ 6 h 803"/>
                <a:gd name="T70" fmla="*/ 3 w 449"/>
                <a:gd name="T71" fmla="*/ 6 h 803"/>
                <a:gd name="T72" fmla="*/ 3 w 449"/>
                <a:gd name="T73" fmla="*/ 6 h 803"/>
                <a:gd name="T74" fmla="*/ 3 w 449"/>
                <a:gd name="T75" fmla="*/ 6 h 803"/>
                <a:gd name="T76" fmla="*/ 3 w 449"/>
                <a:gd name="T77" fmla="*/ 6 h 803"/>
                <a:gd name="T78" fmla="*/ 3 w 449"/>
                <a:gd name="T79" fmla="*/ 6 h 803"/>
                <a:gd name="T80" fmla="*/ 4 w 449"/>
                <a:gd name="T81" fmla="*/ 6 h 803"/>
                <a:gd name="T82" fmla="*/ 4 w 449"/>
                <a:gd name="T83" fmla="*/ 6 h 803"/>
                <a:gd name="T84" fmla="*/ 4 w 449"/>
                <a:gd name="T85" fmla="*/ 6 h 803"/>
                <a:gd name="T86" fmla="*/ 4 w 449"/>
                <a:gd name="T87" fmla="*/ 6 h 803"/>
                <a:gd name="T88" fmla="*/ 3 w 449"/>
                <a:gd name="T89" fmla="*/ 6 h 803"/>
                <a:gd name="T90" fmla="*/ 3 w 449"/>
                <a:gd name="T91" fmla="*/ 6 h 80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449"/>
                <a:gd name="T139" fmla="*/ 0 h 803"/>
                <a:gd name="T140" fmla="*/ 449 w 449"/>
                <a:gd name="T141" fmla="*/ 803 h 80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449" h="803">
                  <a:moveTo>
                    <a:pt x="426" y="717"/>
                  </a:moveTo>
                  <a:lnTo>
                    <a:pt x="427" y="717"/>
                  </a:lnTo>
                  <a:lnTo>
                    <a:pt x="395" y="693"/>
                  </a:lnTo>
                  <a:lnTo>
                    <a:pt x="361" y="662"/>
                  </a:lnTo>
                  <a:lnTo>
                    <a:pt x="329" y="628"/>
                  </a:lnTo>
                  <a:lnTo>
                    <a:pt x="299" y="591"/>
                  </a:lnTo>
                  <a:lnTo>
                    <a:pt x="269" y="551"/>
                  </a:lnTo>
                  <a:lnTo>
                    <a:pt x="241" y="507"/>
                  </a:lnTo>
                  <a:lnTo>
                    <a:pt x="215" y="460"/>
                  </a:lnTo>
                  <a:lnTo>
                    <a:pt x="191" y="412"/>
                  </a:lnTo>
                  <a:lnTo>
                    <a:pt x="170" y="363"/>
                  </a:lnTo>
                  <a:lnTo>
                    <a:pt x="151" y="312"/>
                  </a:lnTo>
                  <a:lnTo>
                    <a:pt x="133" y="259"/>
                  </a:lnTo>
                  <a:lnTo>
                    <a:pt x="119" y="207"/>
                  </a:lnTo>
                  <a:lnTo>
                    <a:pt x="108" y="156"/>
                  </a:lnTo>
                  <a:lnTo>
                    <a:pt x="101" y="103"/>
                  </a:lnTo>
                  <a:lnTo>
                    <a:pt x="96" y="51"/>
                  </a:lnTo>
                  <a:lnTo>
                    <a:pt x="94" y="0"/>
                  </a:lnTo>
                  <a:lnTo>
                    <a:pt x="0" y="0"/>
                  </a:lnTo>
                  <a:lnTo>
                    <a:pt x="2" y="56"/>
                  </a:lnTo>
                  <a:lnTo>
                    <a:pt x="7" y="115"/>
                  </a:lnTo>
                  <a:lnTo>
                    <a:pt x="16" y="172"/>
                  </a:lnTo>
                  <a:lnTo>
                    <a:pt x="28" y="231"/>
                  </a:lnTo>
                  <a:lnTo>
                    <a:pt x="44" y="287"/>
                  </a:lnTo>
                  <a:lnTo>
                    <a:pt x="62" y="342"/>
                  </a:lnTo>
                  <a:lnTo>
                    <a:pt x="83" y="398"/>
                  </a:lnTo>
                  <a:lnTo>
                    <a:pt x="106" y="452"/>
                  </a:lnTo>
                  <a:lnTo>
                    <a:pt x="133" y="505"/>
                  </a:lnTo>
                  <a:lnTo>
                    <a:pt x="161" y="554"/>
                  </a:lnTo>
                  <a:lnTo>
                    <a:pt x="192" y="602"/>
                  </a:lnTo>
                  <a:lnTo>
                    <a:pt x="224" y="647"/>
                  </a:lnTo>
                  <a:lnTo>
                    <a:pt x="259" y="689"/>
                  </a:lnTo>
                  <a:lnTo>
                    <a:pt x="295" y="728"/>
                  </a:lnTo>
                  <a:lnTo>
                    <a:pt x="334" y="763"/>
                  </a:lnTo>
                  <a:lnTo>
                    <a:pt x="374" y="795"/>
                  </a:lnTo>
                  <a:lnTo>
                    <a:pt x="375" y="795"/>
                  </a:lnTo>
                  <a:lnTo>
                    <a:pt x="374" y="795"/>
                  </a:lnTo>
                  <a:lnTo>
                    <a:pt x="392" y="803"/>
                  </a:lnTo>
                  <a:lnTo>
                    <a:pt x="411" y="803"/>
                  </a:lnTo>
                  <a:lnTo>
                    <a:pt x="426" y="795"/>
                  </a:lnTo>
                  <a:lnTo>
                    <a:pt x="439" y="782"/>
                  </a:lnTo>
                  <a:lnTo>
                    <a:pt x="446" y="766"/>
                  </a:lnTo>
                  <a:lnTo>
                    <a:pt x="449" y="749"/>
                  </a:lnTo>
                  <a:lnTo>
                    <a:pt x="441" y="732"/>
                  </a:lnTo>
                  <a:lnTo>
                    <a:pt x="427" y="717"/>
                  </a:lnTo>
                  <a:lnTo>
                    <a:pt x="426" y="71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0447" name="Freeform 45"/>
            <p:cNvSpPr>
              <a:spLocks/>
            </p:cNvSpPr>
            <p:nvPr/>
          </p:nvSpPr>
          <p:spPr bwMode="auto">
            <a:xfrm>
              <a:off x="883" y="1673"/>
              <a:ext cx="379" cy="690"/>
            </a:xfrm>
            <a:custGeom>
              <a:avLst/>
              <a:gdLst>
                <a:gd name="T0" fmla="*/ 12 w 1897"/>
                <a:gd name="T1" fmla="*/ 6 h 3450"/>
                <a:gd name="T2" fmla="*/ 13 w 1897"/>
                <a:gd name="T3" fmla="*/ 7 h 3450"/>
                <a:gd name="T4" fmla="*/ 13 w 1897"/>
                <a:gd name="T5" fmla="*/ 7 h 3450"/>
                <a:gd name="T6" fmla="*/ 14 w 1897"/>
                <a:gd name="T7" fmla="*/ 8 h 3450"/>
                <a:gd name="T8" fmla="*/ 14 w 1897"/>
                <a:gd name="T9" fmla="*/ 9 h 3450"/>
                <a:gd name="T10" fmla="*/ 15 w 1897"/>
                <a:gd name="T11" fmla="*/ 10 h 3450"/>
                <a:gd name="T12" fmla="*/ 15 w 1897"/>
                <a:gd name="T13" fmla="*/ 11 h 3450"/>
                <a:gd name="T14" fmla="*/ 15 w 1897"/>
                <a:gd name="T15" fmla="*/ 11 h 3450"/>
                <a:gd name="T16" fmla="*/ 15 w 1897"/>
                <a:gd name="T17" fmla="*/ 12 h 3450"/>
                <a:gd name="T18" fmla="*/ 15 w 1897"/>
                <a:gd name="T19" fmla="*/ 26 h 3450"/>
                <a:gd name="T20" fmla="*/ 15 w 1897"/>
                <a:gd name="T21" fmla="*/ 26 h 3450"/>
                <a:gd name="T22" fmla="*/ 15 w 1897"/>
                <a:gd name="T23" fmla="*/ 27 h 3450"/>
                <a:gd name="T24" fmla="*/ 15 w 1897"/>
                <a:gd name="T25" fmla="*/ 27 h 3450"/>
                <a:gd name="T26" fmla="*/ 14 w 1897"/>
                <a:gd name="T27" fmla="*/ 27 h 3450"/>
                <a:gd name="T28" fmla="*/ 14 w 1897"/>
                <a:gd name="T29" fmla="*/ 28 h 3450"/>
                <a:gd name="T30" fmla="*/ 13 w 1897"/>
                <a:gd name="T31" fmla="*/ 28 h 3450"/>
                <a:gd name="T32" fmla="*/ 13 w 1897"/>
                <a:gd name="T33" fmla="*/ 27 h 3450"/>
                <a:gd name="T34" fmla="*/ 3 w 1897"/>
                <a:gd name="T35" fmla="*/ 21 h 3450"/>
                <a:gd name="T36" fmla="*/ 2 w 1897"/>
                <a:gd name="T37" fmla="*/ 21 h 3450"/>
                <a:gd name="T38" fmla="*/ 2 w 1897"/>
                <a:gd name="T39" fmla="*/ 20 h 3450"/>
                <a:gd name="T40" fmla="*/ 1 w 1897"/>
                <a:gd name="T41" fmla="*/ 19 h 3450"/>
                <a:gd name="T42" fmla="*/ 1 w 1897"/>
                <a:gd name="T43" fmla="*/ 19 h 3450"/>
                <a:gd name="T44" fmla="*/ 0 w 1897"/>
                <a:gd name="T45" fmla="*/ 18 h 3450"/>
                <a:gd name="T46" fmla="*/ 0 w 1897"/>
                <a:gd name="T47" fmla="*/ 17 h 3450"/>
                <a:gd name="T48" fmla="*/ 0 w 1897"/>
                <a:gd name="T49" fmla="*/ 16 h 3450"/>
                <a:gd name="T50" fmla="*/ 0 w 1897"/>
                <a:gd name="T51" fmla="*/ 15 h 3450"/>
                <a:gd name="T52" fmla="*/ 0 w 1897"/>
                <a:gd name="T53" fmla="*/ 2 h 3450"/>
                <a:gd name="T54" fmla="*/ 0 w 1897"/>
                <a:gd name="T55" fmla="*/ 1 h 3450"/>
                <a:gd name="T56" fmla="*/ 0 w 1897"/>
                <a:gd name="T57" fmla="*/ 1 h 3450"/>
                <a:gd name="T58" fmla="*/ 1 w 1897"/>
                <a:gd name="T59" fmla="*/ 0 h 3450"/>
                <a:gd name="T60" fmla="*/ 1 w 1897"/>
                <a:gd name="T61" fmla="*/ 0 h 3450"/>
                <a:gd name="T62" fmla="*/ 1 w 1897"/>
                <a:gd name="T63" fmla="*/ 0 h 3450"/>
                <a:gd name="T64" fmla="*/ 2 w 1897"/>
                <a:gd name="T65" fmla="*/ 0 h 3450"/>
                <a:gd name="T66" fmla="*/ 3 w 1897"/>
                <a:gd name="T67" fmla="*/ 0 h 3450"/>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897"/>
                <a:gd name="T103" fmla="*/ 0 h 3450"/>
                <a:gd name="T104" fmla="*/ 1897 w 1897"/>
                <a:gd name="T105" fmla="*/ 3450 h 3450"/>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897" h="3450">
                  <a:moveTo>
                    <a:pt x="357" y="49"/>
                  </a:moveTo>
                  <a:lnTo>
                    <a:pt x="1542" y="806"/>
                  </a:lnTo>
                  <a:lnTo>
                    <a:pt x="1579" y="832"/>
                  </a:lnTo>
                  <a:lnTo>
                    <a:pt x="1614" y="861"/>
                  </a:lnTo>
                  <a:lnTo>
                    <a:pt x="1648" y="895"/>
                  </a:lnTo>
                  <a:lnTo>
                    <a:pt x="1681" y="933"/>
                  </a:lnTo>
                  <a:lnTo>
                    <a:pt x="1711" y="973"/>
                  </a:lnTo>
                  <a:lnTo>
                    <a:pt x="1740" y="1016"/>
                  </a:lnTo>
                  <a:lnTo>
                    <a:pt x="1768" y="1062"/>
                  </a:lnTo>
                  <a:lnTo>
                    <a:pt x="1793" y="1109"/>
                  </a:lnTo>
                  <a:lnTo>
                    <a:pt x="1816" y="1158"/>
                  </a:lnTo>
                  <a:lnTo>
                    <a:pt x="1836" y="1208"/>
                  </a:lnTo>
                  <a:lnTo>
                    <a:pt x="1854" y="1260"/>
                  </a:lnTo>
                  <a:lnTo>
                    <a:pt x="1869" y="1313"/>
                  </a:lnTo>
                  <a:lnTo>
                    <a:pt x="1881" y="1364"/>
                  </a:lnTo>
                  <a:lnTo>
                    <a:pt x="1890" y="1417"/>
                  </a:lnTo>
                  <a:lnTo>
                    <a:pt x="1895" y="1469"/>
                  </a:lnTo>
                  <a:lnTo>
                    <a:pt x="1897" y="1519"/>
                  </a:lnTo>
                  <a:lnTo>
                    <a:pt x="1897" y="3142"/>
                  </a:lnTo>
                  <a:lnTo>
                    <a:pt x="1895" y="3190"/>
                  </a:lnTo>
                  <a:lnTo>
                    <a:pt x="1890" y="3235"/>
                  </a:lnTo>
                  <a:lnTo>
                    <a:pt x="1881" y="3276"/>
                  </a:lnTo>
                  <a:lnTo>
                    <a:pt x="1869" y="3313"/>
                  </a:lnTo>
                  <a:lnTo>
                    <a:pt x="1854" y="3346"/>
                  </a:lnTo>
                  <a:lnTo>
                    <a:pt x="1836" y="3375"/>
                  </a:lnTo>
                  <a:lnTo>
                    <a:pt x="1816" y="3398"/>
                  </a:lnTo>
                  <a:lnTo>
                    <a:pt x="1793" y="3418"/>
                  </a:lnTo>
                  <a:lnTo>
                    <a:pt x="1768" y="3434"/>
                  </a:lnTo>
                  <a:lnTo>
                    <a:pt x="1740" y="3444"/>
                  </a:lnTo>
                  <a:lnTo>
                    <a:pt x="1711" y="3450"/>
                  </a:lnTo>
                  <a:lnTo>
                    <a:pt x="1681" y="3450"/>
                  </a:lnTo>
                  <a:lnTo>
                    <a:pt x="1648" y="3445"/>
                  </a:lnTo>
                  <a:lnTo>
                    <a:pt x="1614" y="3436"/>
                  </a:lnTo>
                  <a:lnTo>
                    <a:pt x="1579" y="3421"/>
                  </a:lnTo>
                  <a:lnTo>
                    <a:pt x="1542" y="3400"/>
                  </a:lnTo>
                  <a:lnTo>
                    <a:pt x="357" y="2643"/>
                  </a:lnTo>
                  <a:lnTo>
                    <a:pt x="320" y="2618"/>
                  </a:lnTo>
                  <a:lnTo>
                    <a:pt x="285" y="2588"/>
                  </a:lnTo>
                  <a:lnTo>
                    <a:pt x="251" y="2554"/>
                  </a:lnTo>
                  <a:lnTo>
                    <a:pt x="218" y="2517"/>
                  </a:lnTo>
                  <a:lnTo>
                    <a:pt x="187" y="2477"/>
                  </a:lnTo>
                  <a:lnTo>
                    <a:pt x="157" y="2433"/>
                  </a:lnTo>
                  <a:lnTo>
                    <a:pt x="130" y="2388"/>
                  </a:lnTo>
                  <a:lnTo>
                    <a:pt x="105" y="2341"/>
                  </a:lnTo>
                  <a:lnTo>
                    <a:pt x="81" y="2292"/>
                  </a:lnTo>
                  <a:lnTo>
                    <a:pt x="61" y="2241"/>
                  </a:lnTo>
                  <a:lnTo>
                    <a:pt x="44" y="2190"/>
                  </a:lnTo>
                  <a:lnTo>
                    <a:pt x="29" y="2138"/>
                  </a:lnTo>
                  <a:lnTo>
                    <a:pt x="17" y="2085"/>
                  </a:lnTo>
                  <a:lnTo>
                    <a:pt x="7" y="2033"/>
                  </a:lnTo>
                  <a:lnTo>
                    <a:pt x="3" y="1981"/>
                  </a:lnTo>
                  <a:lnTo>
                    <a:pt x="0" y="1931"/>
                  </a:lnTo>
                  <a:lnTo>
                    <a:pt x="0" y="308"/>
                  </a:lnTo>
                  <a:lnTo>
                    <a:pt x="3" y="260"/>
                  </a:lnTo>
                  <a:lnTo>
                    <a:pt x="7" y="215"/>
                  </a:lnTo>
                  <a:lnTo>
                    <a:pt x="17" y="174"/>
                  </a:lnTo>
                  <a:lnTo>
                    <a:pt x="29" y="137"/>
                  </a:lnTo>
                  <a:lnTo>
                    <a:pt x="44" y="104"/>
                  </a:lnTo>
                  <a:lnTo>
                    <a:pt x="61" y="76"/>
                  </a:lnTo>
                  <a:lnTo>
                    <a:pt x="81" y="51"/>
                  </a:lnTo>
                  <a:lnTo>
                    <a:pt x="105" y="31"/>
                  </a:lnTo>
                  <a:lnTo>
                    <a:pt x="130" y="16"/>
                  </a:lnTo>
                  <a:lnTo>
                    <a:pt x="157" y="5"/>
                  </a:lnTo>
                  <a:lnTo>
                    <a:pt x="187" y="0"/>
                  </a:lnTo>
                  <a:lnTo>
                    <a:pt x="218" y="0"/>
                  </a:lnTo>
                  <a:lnTo>
                    <a:pt x="251" y="3"/>
                  </a:lnTo>
                  <a:lnTo>
                    <a:pt x="285" y="14"/>
                  </a:lnTo>
                  <a:lnTo>
                    <a:pt x="320" y="29"/>
                  </a:lnTo>
                  <a:lnTo>
                    <a:pt x="357" y="49"/>
                  </a:lnTo>
                  <a:close/>
                </a:path>
              </a:pathLst>
            </a:custGeom>
            <a:solidFill>
              <a:srgbClr val="BFBFB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0448" name="Freeform 46"/>
            <p:cNvSpPr>
              <a:spLocks/>
            </p:cNvSpPr>
            <p:nvPr/>
          </p:nvSpPr>
          <p:spPr bwMode="auto">
            <a:xfrm>
              <a:off x="1268" y="1663"/>
              <a:ext cx="393" cy="711"/>
            </a:xfrm>
            <a:custGeom>
              <a:avLst/>
              <a:gdLst>
                <a:gd name="T0" fmla="*/ 3 w 1962"/>
                <a:gd name="T1" fmla="*/ 7 h 3555"/>
                <a:gd name="T2" fmla="*/ 2 w 1962"/>
                <a:gd name="T3" fmla="*/ 7 h 3555"/>
                <a:gd name="T4" fmla="*/ 2 w 1962"/>
                <a:gd name="T5" fmla="*/ 8 h 3555"/>
                <a:gd name="T6" fmla="*/ 1 w 1962"/>
                <a:gd name="T7" fmla="*/ 8 h 3555"/>
                <a:gd name="T8" fmla="*/ 1 w 1962"/>
                <a:gd name="T9" fmla="*/ 9 h 3555"/>
                <a:gd name="T10" fmla="*/ 1 w 1962"/>
                <a:gd name="T11" fmla="*/ 10 h 3555"/>
                <a:gd name="T12" fmla="*/ 0 w 1962"/>
                <a:gd name="T13" fmla="*/ 11 h 3555"/>
                <a:gd name="T14" fmla="*/ 0 w 1962"/>
                <a:gd name="T15" fmla="*/ 12 h 3555"/>
                <a:gd name="T16" fmla="*/ 0 w 1962"/>
                <a:gd name="T17" fmla="*/ 13 h 3555"/>
                <a:gd name="T18" fmla="*/ 0 w 1962"/>
                <a:gd name="T19" fmla="*/ 26 h 3555"/>
                <a:gd name="T20" fmla="*/ 0 w 1962"/>
                <a:gd name="T21" fmla="*/ 27 h 3555"/>
                <a:gd name="T22" fmla="*/ 0 w 1962"/>
                <a:gd name="T23" fmla="*/ 28 h 3555"/>
                <a:gd name="T24" fmla="*/ 1 w 1962"/>
                <a:gd name="T25" fmla="*/ 28 h 3555"/>
                <a:gd name="T26" fmla="*/ 1 w 1962"/>
                <a:gd name="T27" fmla="*/ 28 h 3555"/>
                <a:gd name="T28" fmla="*/ 2 w 1962"/>
                <a:gd name="T29" fmla="*/ 28 h 3555"/>
                <a:gd name="T30" fmla="*/ 2 w 1962"/>
                <a:gd name="T31" fmla="*/ 28 h 3555"/>
                <a:gd name="T32" fmla="*/ 3 w 1962"/>
                <a:gd name="T33" fmla="*/ 28 h 3555"/>
                <a:gd name="T34" fmla="*/ 13 w 1962"/>
                <a:gd name="T35" fmla="*/ 22 h 3555"/>
                <a:gd name="T36" fmla="*/ 13 w 1962"/>
                <a:gd name="T37" fmla="*/ 21 h 3555"/>
                <a:gd name="T38" fmla="*/ 14 w 1962"/>
                <a:gd name="T39" fmla="*/ 21 h 3555"/>
                <a:gd name="T40" fmla="*/ 14 w 1962"/>
                <a:gd name="T41" fmla="*/ 20 h 3555"/>
                <a:gd name="T42" fmla="*/ 15 w 1962"/>
                <a:gd name="T43" fmla="*/ 19 h 3555"/>
                <a:gd name="T44" fmla="*/ 15 w 1962"/>
                <a:gd name="T45" fmla="*/ 18 h 3555"/>
                <a:gd name="T46" fmla="*/ 16 w 1962"/>
                <a:gd name="T47" fmla="*/ 18 h 3555"/>
                <a:gd name="T48" fmla="*/ 16 w 1962"/>
                <a:gd name="T49" fmla="*/ 17 h 3555"/>
                <a:gd name="T50" fmla="*/ 16 w 1962"/>
                <a:gd name="T51" fmla="*/ 16 h 3555"/>
                <a:gd name="T52" fmla="*/ 16 w 1962"/>
                <a:gd name="T53" fmla="*/ 2 h 3555"/>
                <a:gd name="T54" fmla="*/ 16 w 1962"/>
                <a:gd name="T55" fmla="*/ 1 h 3555"/>
                <a:gd name="T56" fmla="*/ 15 w 1962"/>
                <a:gd name="T57" fmla="*/ 1 h 3555"/>
                <a:gd name="T58" fmla="*/ 15 w 1962"/>
                <a:gd name="T59" fmla="*/ 0 h 3555"/>
                <a:gd name="T60" fmla="*/ 15 w 1962"/>
                <a:gd name="T61" fmla="*/ 0 h 3555"/>
                <a:gd name="T62" fmla="*/ 14 w 1962"/>
                <a:gd name="T63" fmla="*/ 0 h 3555"/>
                <a:gd name="T64" fmla="*/ 14 w 1962"/>
                <a:gd name="T65" fmla="*/ 0 h 3555"/>
                <a:gd name="T66" fmla="*/ 13 w 1962"/>
                <a:gd name="T67" fmla="*/ 0 h 3555"/>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962"/>
                <a:gd name="T103" fmla="*/ 0 h 3555"/>
                <a:gd name="T104" fmla="*/ 1962 w 1962"/>
                <a:gd name="T105" fmla="*/ 3555 h 3555"/>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962" h="3555">
                  <a:moveTo>
                    <a:pt x="1594" y="50"/>
                  </a:moveTo>
                  <a:lnTo>
                    <a:pt x="368" y="831"/>
                  </a:lnTo>
                  <a:lnTo>
                    <a:pt x="330" y="858"/>
                  </a:lnTo>
                  <a:lnTo>
                    <a:pt x="294" y="888"/>
                  </a:lnTo>
                  <a:lnTo>
                    <a:pt x="259" y="922"/>
                  </a:lnTo>
                  <a:lnTo>
                    <a:pt x="225" y="961"/>
                  </a:lnTo>
                  <a:lnTo>
                    <a:pt x="193" y="1003"/>
                  </a:lnTo>
                  <a:lnTo>
                    <a:pt x="163" y="1047"/>
                  </a:lnTo>
                  <a:lnTo>
                    <a:pt x="133" y="1094"/>
                  </a:lnTo>
                  <a:lnTo>
                    <a:pt x="108" y="1143"/>
                  </a:lnTo>
                  <a:lnTo>
                    <a:pt x="84" y="1193"/>
                  </a:lnTo>
                  <a:lnTo>
                    <a:pt x="63" y="1246"/>
                  </a:lnTo>
                  <a:lnTo>
                    <a:pt x="44" y="1299"/>
                  </a:lnTo>
                  <a:lnTo>
                    <a:pt x="29" y="1353"/>
                  </a:lnTo>
                  <a:lnTo>
                    <a:pt x="16" y="1405"/>
                  </a:lnTo>
                  <a:lnTo>
                    <a:pt x="7" y="1459"/>
                  </a:lnTo>
                  <a:lnTo>
                    <a:pt x="2" y="1512"/>
                  </a:lnTo>
                  <a:lnTo>
                    <a:pt x="0" y="1565"/>
                  </a:lnTo>
                  <a:lnTo>
                    <a:pt x="0" y="3237"/>
                  </a:lnTo>
                  <a:lnTo>
                    <a:pt x="2" y="3287"/>
                  </a:lnTo>
                  <a:lnTo>
                    <a:pt x="7" y="3333"/>
                  </a:lnTo>
                  <a:lnTo>
                    <a:pt x="16" y="3375"/>
                  </a:lnTo>
                  <a:lnTo>
                    <a:pt x="29" y="3413"/>
                  </a:lnTo>
                  <a:lnTo>
                    <a:pt x="44" y="3447"/>
                  </a:lnTo>
                  <a:lnTo>
                    <a:pt x="63" y="3477"/>
                  </a:lnTo>
                  <a:lnTo>
                    <a:pt x="84" y="3502"/>
                  </a:lnTo>
                  <a:lnTo>
                    <a:pt x="108" y="3522"/>
                  </a:lnTo>
                  <a:lnTo>
                    <a:pt x="133" y="3538"/>
                  </a:lnTo>
                  <a:lnTo>
                    <a:pt x="163" y="3549"/>
                  </a:lnTo>
                  <a:lnTo>
                    <a:pt x="193" y="3555"/>
                  </a:lnTo>
                  <a:lnTo>
                    <a:pt x="225" y="3555"/>
                  </a:lnTo>
                  <a:lnTo>
                    <a:pt x="259" y="3550"/>
                  </a:lnTo>
                  <a:lnTo>
                    <a:pt x="294" y="3541"/>
                  </a:lnTo>
                  <a:lnTo>
                    <a:pt x="330" y="3524"/>
                  </a:lnTo>
                  <a:lnTo>
                    <a:pt x="368" y="3503"/>
                  </a:lnTo>
                  <a:lnTo>
                    <a:pt x="1594" y="2722"/>
                  </a:lnTo>
                  <a:lnTo>
                    <a:pt x="1632" y="2696"/>
                  </a:lnTo>
                  <a:lnTo>
                    <a:pt x="1668" y="2665"/>
                  </a:lnTo>
                  <a:lnTo>
                    <a:pt x="1703" y="2631"/>
                  </a:lnTo>
                  <a:lnTo>
                    <a:pt x="1737" y="2592"/>
                  </a:lnTo>
                  <a:lnTo>
                    <a:pt x="1769" y="2551"/>
                  </a:lnTo>
                  <a:lnTo>
                    <a:pt x="1799" y="2506"/>
                  </a:lnTo>
                  <a:lnTo>
                    <a:pt x="1829" y="2460"/>
                  </a:lnTo>
                  <a:lnTo>
                    <a:pt x="1854" y="2411"/>
                  </a:lnTo>
                  <a:lnTo>
                    <a:pt x="1878" y="2361"/>
                  </a:lnTo>
                  <a:lnTo>
                    <a:pt x="1899" y="2308"/>
                  </a:lnTo>
                  <a:lnTo>
                    <a:pt x="1918" y="2256"/>
                  </a:lnTo>
                  <a:lnTo>
                    <a:pt x="1933" y="2202"/>
                  </a:lnTo>
                  <a:lnTo>
                    <a:pt x="1946" y="2149"/>
                  </a:lnTo>
                  <a:lnTo>
                    <a:pt x="1955" y="2095"/>
                  </a:lnTo>
                  <a:lnTo>
                    <a:pt x="1960" y="2042"/>
                  </a:lnTo>
                  <a:lnTo>
                    <a:pt x="1962" y="1989"/>
                  </a:lnTo>
                  <a:lnTo>
                    <a:pt x="1962" y="319"/>
                  </a:lnTo>
                  <a:lnTo>
                    <a:pt x="1960" y="269"/>
                  </a:lnTo>
                  <a:lnTo>
                    <a:pt x="1955" y="223"/>
                  </a:lnTo>
                  <a:lnTo>
                    <a:pt x="1946" y="180"/>
                  </a:lnTo>
                  <a:lnTo>
                    <a:pt x="1933" y="143"/>
                  </a:lnTo>
                  <a:lnTo>
                    <a:pt x="1918" y="109"/>
                  </a:lnTo>
                  <a:lnTo>
                    <a:pt x="1899" y="79"/>
                  </a:lnTo>
                  <a:lnTo>
                    <a:pt x="1878" y="54"/>
                  </a:lnTo>
                  <a:lnTo>
                    <a:pt x="1854" y="33"/>
                  </a:lnTo>
                  <a:lnTo>
                    <a:pt x="1829" y="17"/>
                  </a:lnTo>
                  <a:lnTo>
                    <a:pt x="1799" y="7"/>
                  </a:lnTo>
                  <a:lnTo>
                    <a:pt x="1769" y="0"/>
                  </a:lnTo>
                  <a:lnTo>
                    <a:pt x="1737" y="0"/>
                  </a:lnTo>
                  <a:lnTo>
                    <a:pt x="1703" y="4"/>
                  </a:lnTo>
                  <a:lnTo>
                    <a:pt x="1668" y="14"/>
                  </a:lnTo>
                  <a:lnTo>
                    <a:pt x="1632" y="29"/>
                  </a:lnTo>
                  <a:lnTo>
                    <a:pt x="1594" y="50"/>
                  </a:lnTo>
                  <a:close/>
                </a:path>
              </a:pathLst>
            </a:custGeom>
            <a:solidFill>
              <a:srgbClr val="E5E5E5"/>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0449" name="Freeform 47"/>
            <p:cNvSpPr>
              <a:spLocks noEditPoints="1"/>
            </p:cNvSpPr>
            <p:nvPr/>
          </p:nvSpPr>
          <p:spPr bwMode="auto">
            <a:xfrm>
              <a:off x="916" y="1589"/>
              <a:ext cx="697" cy="698"/>
            </a:xfrm>
            <a:custGeom>
              <a:avLst/>
              <a:gdLst>
                <a:gd name="T0" fmla="*/ 16 w 3485"/>
                <a:gd name="T1" fmla="*/ 0 h 3490"/>
                <a:gd name="T2" fmla="*/ 17 w 3485"/>
                <a:gd name="T3" fmla="*/ 2 h 3490"/>
                <a:gd name="T4" fmla="*/ 17 w 3485"/>
                <a:gd name="T5" fmla="*/ 3 h 3490"/>
                <a:gd name="T6" fmla="*/ 14 w 3485"/>
                <a:gd name="T7" fmla="*/ 4 h 3490"/>
                <a:gd name="T8" fmla="*/ 12 w 3485"/>
                <a:gd name="T9" fmla="*/ 4 h 3490"/>
                <a:gd name="T10" fmla="*/ 11 w 3485"/>
                <a:gd name="T11" fmla="*/ 2 h 3490"/>
                <a:gd name="T12" fmla="*/ 11 w 3485"/>
                <a:gd name="T13" fmla="*/ 1 h 3490"/>
                <a:gd name="T14" fmla="*/ 14 w 3485"/>
                <a:gd name="T15" fmla="*/ 0 h 3490"/>
                <a:gd name="T16" fmla="*/ 3 w 3485"/>
                <a:gd name="T17" fmla="*/ 7 h 3490"/>
                <a:gd name="T18" fmla="*/ 4 w 3485"/>
                <a:gd name="T19" fmla="*/ 9 h 3490"/>
                <a:gd name="T20" fmla="*/ 3 w 3485"/>
                <a:gd name="T21" fmla="*/ 12 h 3490"/>
                <a:gd name="T22" fmla="*/ 2 w 3485"/>
                <a:gd name="T23" fmla="*/ 13 h 3490"/>
                <a:gd name="T24" fmla="*/ 1 w 3485"/>
                <a:gd name="T25" fmla="*/ 12 h 3490"/>
                <a:gd name="T26" fmla="*/ 0 w 3485"/>
                <a:gd name="T27" fmla="*/ 10 h 3490"/>
                <a:gd name="T28" fmla="*/ 0 w 3485"/>
                <a:gd name="T29" fmla="*/ 8 h 3490"/>
                <a:gd name="T30" fmla="*/ 2 w 3485"/>
                <a:gd name="T31" fmla="*/ 6 h 3490"/>
                <a:gd name="T32" fmla="*/ 10 w 3485"/>
                <a:gd name="T33" fmla="*/ 20 h 3490"/>
                <a:gd name="T34" fmla="*/ 11 w 3485"/>
                <a:gd name="T35" fmla="*/ 22 h 3490"/>
                <a:gd name="T36" fmla="*/ 11 w 3485"/>
                <a:gd name="T37" fmla="*/ 25 h 3490"/>
                <a:gd name="T38" fmla="*/ 10 w 3485"/>
                <a:gd name="T39" fmla="*/ 27 h 3490"/>
                <a:gd name="T40" fmla="*/ 8 w 3485"/>
                <a:gd name="T41" fmla="*/ 26 h 3490"/>
                <a:gd name="T42" fmla="*/ 7 w 3485"/>
                <a:gd name="T43" fmla="*/ 24 h 3490"/>
                <a:gd name="T44" fmla="*/ 7 w 3485"/>
                <a:gd name="T45" fmla="*/ 22 h 3490"/>
                <a:gd name="T46" fmla="*/ 8 w 3485"/>
                <a:gd name="T47" fmla="*/ 20 h 3490"/>
                <a:gd name="T48" fmla="*/ 20 w 3485"/>
                <a:gd name="T49" fmla="*/ 21 h 3490"/>
                <a:gd name="T50" fmla="*/ 21 w 3485"/>
                <a:gd name="T51" fmla="*/ 23 h 3490"/>
                <a:gd name="T52" fmla="*/ 21 w 3485"/>
                <a:gd name="T53" fmla="*/ 26 h 3490"/>
                <a:gd name="T54" fmla="*/ 20 w 3485"/>
                <a:gd name="T55" fmla="*/ 28 h 3490"/>
                <a:gd name="T56" fmla="*/ 18 w 3485"/>
                <a:gd name="T57" fmla="*/ 28 h 3490"/>
                <a:gd name="T58" fmla="*/ 17 w 3485"/>
                <a:gd name="T59" fmla="*/ 26 h 3490"/>
                <a:gd name="T60" fmla="*/ 17 w 3485"/>
                <a:gd name="T61" fmla="*/ 23 h 3490"/>
                <a:gd name="T62" fmla="*/ 18 w 3485"/>
                <a:gd name="T63" fmla="*/ 21 h 3490"/>
                <a:gd name="T64" fmla="*/ 19 w 3485"/>
                <a:gd name="T65" fmla="*/ 11 h 3490"/>
                <a:gd name="T66" fmla="*/ 20 w 3485"/>
                <a:gd name="T67" fmla="*/ 13 h 3490"/>
                <a:gd name="T68" fmla="*/ 21 w 3485"/>
                <a:gd name="T69" fmla="*/ 15 h 3490"/>
                <a:gd name="T70" fmla="*/ 20 w 3485"/>
                <a:gd name="T71" fmla="*/ 17 h 3490"/>
                <a:gd name="T72" fmla="*/ 18 w 3485"/>
                <a:gd name="T73" fmla="*/ 17 h 3490"/>
                <a:gd name="T74" fmla="*/ 17 w 3485"/>
                <a:gd name="T75" fmla="*/ 16 h 3490"/>
                <a:gd name="T76" fmla="*/ 17 w 3485"/>
                <a:gd name="T77" fmla="*/ 13 h 3490"/>
                <a:gd name="T78" fmla="*/ 18 w 3485"/>
                <a:gd name="T79" fmla="*/ 11 h 3490"/>
                <a:gd name="T80" fmla="*/ 26 w 3485"/>
                <a:gd name="T81" fmla="*/ 7 h 3490"/>
                <a:gd name="T82" fmla="*/ 27 w 3485"/>
                <a:gd name="T83" fmla="*/ 8 h 3490"/>
                <a:gd name="T84" fmla="*/ 27 w 3485"/>
                <a:gd name="T85" fmla="*/ 11 h 3490"/>
                <a:gd name="T86" fmla="*/ 26 w 3485"/>
                <a:gd name="T87" fmla="*/ 13 h 3490"/>
                <a:gd name="T88" fmla="*/ 25 w 3485"/>
                <a:gd name="T89" fmla="*/ 13 h 3490"/>
                <a:gd name="T90" fmla="*/ 24 w 3485"/>
                <a:gd name="T91" fmla="*/ 12 h 3490"/>
                <a:gd name="T92" fmla="*/ 24 w 3485"/>
                <a:gd name="T93" fmla="*/ 9 h 3490"/>
                <a:gd name="T94" fmla="*/ 24 w 3485"/>
                <a:gd name="T95" fmla="*/ 7 h 3490"/>
                <a:gd name="T96" fmla="*/ 26 w 3485"/>
                <a:gd name="T97" fmla="*/ 17 h 3490"/>
                <a:gd name="T98" fmla="*/ 27 w 3485"/>
                <a:gd name="T99" fmla="*/ 18 h 3490"/>
                <a:gd name="T100" fmla="*/ 28 w 3485"/>
                <a:gd name="T101" fmla="*/ 21 h 3490"/>
                <a:gd name="T102" fmla="*/ 27 w 3485"/>
                <a:gd name="T103" fmla="*/ 23 h 3490"/>
                <a:gd name="T104" fmla="*/ 26 w 3485"/>
                <a:gd name="T105" fmla="*/ 24 h 3490"/>
                <a:gd name="T106" fmla="*/ 24 w 3485"/>
                <a:gd name="T107" fmla="*/ 23 h 3490"/>
                <a:gd name="T108" fmla="*/ 24 w 3485"/>
                <a:gd name="T109" fmla="*/ 20 h 3490"/>
                <a:gd name="T110" fmla="*/ 25 w 3485"/>
                <a:gd name="T111" fmla="*/ 18 h 3490"/>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w 3485"/>
                <a:gd name="T169" fmla="*/ 0 h 3490"/>
                <a:gd name="T170" fmla="*/ 3485 w 3485"/>
                <a:gd name="T171" fmla="*/ 3490 h 3490"/>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T168" t="T169" r="T170" b="T171"/>
              <a:pathLst>
                <a:path w="3485" h="3490">
                  <a:moveTo>
                    <a:pt x="1754" y="0"/>
                  </a:moveTo>
                  <a:lnTo>
                    <a:pt x="1797" y="2"/>
                  </a:lnTo>
                  <a:lnTo>
                    <a:pt x="1840" y="5"/>
                  </a:lnTo>
                  <a:lnTo>
                    <a:pt x="1881" y="12"/>
                  </a:lnTo>
                  <a:lnTo>
                    <a:pt x="1921" y="20"/>
                  </a:lnTo>
                  <a:lnTo>
                    <a:pt x="1959" y="31"/>
                  </a:lnTo>
                  <a:lnTo>
                    <a:pt x="1994" y="44"/>
                  </a:lnTo>
                  <a:lnTo>
                    <a:pt x="2028" y="59"/>
                  </a:lnTo>
                  <a:lnTo>
                    <a:pt x="2058" y="74"/>
                  </a:lnTo>
                  <a:lnTo>
                    <a:pt x="2086" y="93"/>
                  </a:lnTo>
                  <a:lnTo>
                    <a:pt x="2111" y="113"/>
                  </a:lnTo>
                  <a:lnTo>
                    <a:pt x="2132" y="133"/>
                  </a:lnTo>
                  <a:lnTo>
                    <a:pt x="2151" y="155"/>
                  </a:lnTo>
                  <a:lnTo>
                    <a:pt x="2165" y="179"/>
                  </a:lnTo>
                  <a:lnTo>
                    <a:pt x="2175" y="203"/>
                  </a:lnTo>
                  <a:lnTo>
                    <a:pt x="2182" y="229"/>
                  </a:lnTo>
                  <a:lnTo>
                    <a:pt x="2185" y="255"/>
                  </a:lnTo>
                  <a:lnTo>
                    <a:pt x="2182" y="281"/>
                  </a:lnTo>
                  <a:lnTo>
                    <a:pt x="2175" y="305"/>
                  </a:lnTo>
                  <a:lnTo>
                    <a:pt x="2165" y="330"/>
                  </a:lnTo>
                  <a:lnTo>
                    <a:pt x="2151" y="353"/>
                  </a:lnTo>
                  <a:lnTo>
                    <a:pt x="2132" y="376"/>
                  </a:lnTo>
                  <a:lnTo>
                    <a:pt x="2111" y="397"/>
                  </a:lnTo>
                  <a:lnTo>
                    <a:pt x="2086" y="417"/>
                  </a:lnTo>
                  <a:lnTo>
                    <a:pt x="2058" y="434"/>
                  </a:lnTo>
                  <a:lnTo>
                    <a:pt x="2028" y="451"/>
                  </a:lnTo>
                  <a:lnTo>
                    <a:pt x="1994" y="466"/>
                  </a:lnTo>
                  <a:lnTo>
                    <a:pt x="1959" y="479"/>
                  </a:lnTo>
                  <a:lnTo>
                    <a:pt x="1921" y="489"/>
                  </a:lnTo>
                  <a:lnTo>
                    <a:pt x="1881" y="498"/>
                  </a:lnTo>
                  <a:lnTo>
                    <a:pt x="1840" y="505"/>
                  </a:lnTo>
                  <a:lnTo>
                    <a:pt x="1797" y="508"/>
                  </a:lnTo>
                  <a:lnTo>
                    <a:pt x="1754" y="509"/>
                  </a:lnTo>
                  <a:lnTo>
                    <a:pt x="1710" y="508"/>
                  </a:lnTo>
                  <a:lnTo>
                    <a:pt x="1667" y="505"/>
                  </a:lnTo>
                  <a:lnTo>
                    <a:pt x="1626" y="498"/>
                  </a:lnTo>
                  <a:lnTo>
                    <a:pt x="1586" y="489"/>
                  </a:lnTo>
                  <a:lnTo>
                    <a:pt x="1548" y="479"/>
                  </a:lnTo>
                  <a:lnTo>
                    <a:pt x="1512" y="466"/>
                  </a:lnTo>
                  <a:lnTo>
                    <a:pt x="1479" y="451"/>
                  </a:lnTo>
                  <a:lnTo>
                    <a:pt x="1449" y="434"/>
                  </a:lnTo>
                  <a:lnTo>
                    <a:pt x="1421" y="417"/>
                  </a:lnTo>
                  <a:lnTo>
                    <a:pt x="1395" y="397"/>
                  </a:lnTo>
                  <a:lnTo>
                    <a:pt x="1374" y="376"/>
                  </a:lnTo>
                  <a:lnTo>
                    <a:pt x="1355" y="353"/>
                  </a:lnTo>
                  <a:lnTo>
                    <a:pt x="1341" y="330"/>
                  </a:lnTo>
                  <a:lnTo>
                    <a:pt x="1331" y="305"/>
                  </a:lnTo>
                  <a:lnTo>
                    <a:pt x="1324" y="281"/>
                  </a:lnTo>
                  <a:lnTo>
                    <a:pt x="1321" y="255"/>
                  </a:lnTo>
                  <a:lnTo>
                    <a:pt x="1324" y="229"/>
                  </a:lnTo>
                  <a:lnTo>
                    <a:pt x="1331" y="203"/>
                  </a:lnTo>
                  <a:lnTo>
                    <a:pt x="1341" y="179"/>
                  </a:lnTo>
                  <a:lnTo>
                    <a:pt x="1355" y="155"/>
                  </a:lnTo>
                  <a:lnTo>
                    <a:pt x="1374" y="133"/>
                  </a:lnTo>
                  <a:lnTo>
                    <a:pt x="1395" y="113"/>
                  </a:lnTo>
                  <a:lnTo>
                    <a:pt x="1421" y="93"/>
                  </a:lnTo>
                  <a:lnTo>
                    <a:pt x="1449" y="74"/>
                  </a:lnTo>
                  <a:lnTo>
                    <a:pt x="1479" y="59"/>
                  </a:lnTo>
                  <a:lnTo>
                    <a:pt x="1512" y="44"/>
                  </a:lnTo>
                  <a:lnTo>
                    <a:pt x="1548" y="31"/>
                  </a:lnTo>
                  <a:lnTo>
                    <a:pt x="1586" y="20"/>
                  </a:lnTo>
                  <a:lnTo>
                    <a:pt x="1626" y="12"/>
                  </a:lnTo>
                  <a:lnTo>
                    <a:pt x="1667" y="5"/>
                  </a:lnTo>
                  <a:lnTo>
                    <a:pt x="1710" y="2"/>
                  </a:lnTo>
                  <a:lnTo>
                    <a:pt x="1754" y="0"/>
                  </a:lnTo>
                  <a:close/>
                  <a:moveTo>
                    <a:pt x="239" y="786"/>
                  </a:moveTo>
                  <a:lnTo>
                    <a:pt x="263" y="788"/>
                  </a:lnTo>
                  <a:lnTo>
                    <a:pt x="287" y="794"/>
                  </a:lnTo>
                  <a:lnTo>
                    <a:pt x="309" y="805"/>
                  </a:lnTo>
                  <a:lnTo>
                    <a:pt x="331" y="819"/>
                  </a:lnTo>
                  <a:lnTo>
                    <a:pt x="352" y="836"/>
                  </a:lnTo>
                  <a:lnTo>
                    <a:pt x="372" y="857"/>
                  </a:lnTo>
                  <a:lnTo>
                    <a:pt x="390" y="882"/>
                  </a:lnTo>
                  <a:lnTo>
                    <a:pt x="407" y="909"/>
                  </a:lnTo>
                  <a:lnTo>
                    <a:pt x="423" y="940"/>
                  </a:lnTo>
                  <a:lnTo>
                    <a:pt x="437" y="971"/>
                  </a:lnTo>
                  <a:lnTo>
                    <a:pt x="448" y="1006"/>
                  </a:lnTo>
                  <a:lnTo>
                    <a:pt x="459" y="1043"/>
                  </a:lnTo>
                  <a:lnTo>
                    <a:pt x="467" y="1081"/>
                  </a:lnTo>
                  <a:lnTo>
                    <a:pt x="473" y="1121"/>
                  </a:lnTo>
                  <a:lnTo>
                    <a:pt x="476" y="1163"/>
                  </a:lnTo>
                  <a:lnTo>
                    <a:pt x="478" y="1206"/>
                  </a:lnTo>
                  <a:lnTo>
                    <a:pt x="476" y="1248"/>
                  </a:lnTo>
                  <a:lnTo>
                    <a:pt x="473" y="1290"/>
                  </a:lnTo>
                  <a:lnTo>
                    <a:pt x="467" y="1330"/>
                  </a:lnTo>
                  <a:lnTo>
                    <a:pt x="459" y="1367"/>
                  </a:lnTo>
                  <a:lnTo>
                    <a:pt x="448" y="1405"/>
                  </a:lnTo>
                  <a:lnTo>
                    <a:pt x="437" y="1439"/>
                  </a:lnTo>
                  <a:lnTo>
                    <a:pt x="423" y="1472"/>
                  </a:lnTo>
                  <a:lnTo>
                    <a:pt x="407" y="1501"/>
                  </a:lnTo>
                  <a:lnTo>
                    <a:pt x="390" y="1528"/>
                  </a:lnTo>
                  <a:lnTo>
                    <a:pt x="372" y="1553"/>
                  </a:lnTo>
                  <a:lnTo>
                    <a:pt x="352" y="1574"/>
                  </a:lnTo>
                  <a:lnTo>
                    <a:pt x="331" y="1591"/>
                  </a:lnTo>
                  <a:lnTo>
                    <a:pt x="309" y="1605"/>
                  </a:lnTo>
                  <a:lnTo>
                    <a:pt x="287" y="1616"/>
                  </a:lnTo>
                  <a:lnTo>
                    <a:pt x="263" y="1622"/>
                  </a:lnTo>
                  <a:lnTo>
                    <a:pt x="239" y="1624"/>
                  </a:lnTo>
                  <a:lnTo>
                    <a:pt x="214" y="1622"/>
                  </a:lnTo>
                  <a:lnTo>
                    <a:pt x="191" y="1616"/>
                  </a:lnTo>
                  <a:lnTo>
                    <a:pt x="168" y="1605"/>
                  </a:lnTo>
                  <a:lnTo>
                    <a:pt x="146" y="1591"/>
                  </a:lnTo>
                  <a:lnTo>
                    <a:pt x="125" y="1574"/>
                  </a:lnTo>
                  <a:lnTo>
                    <a:pt x="105" y="1553"/>
                  </a:lnTo>
                  <a:lnTo>
                    <a:pt x="87" y="1528"/>
                  </a:lnTo>
                  <a:lnTo>
                    <a:pt x="70" y="1501"/>
                  </a:lnTo>
                  <a:lnTo>
                    <a:pt x="55" y="1472"/>
                  </a:lnTo>
                  <a:lnTo>
                    <a:pt x="41" y="1439"/>
                  </a:lnTo>
                  <a:lnTo>
                    <a:pt x="29" y="1405"/>
                  </a:lnTo>
                  <a:lnTo>
                    <a:pt x="18" y="1367"/>
                  </a:lnTo>
                  <a:lnTo>
                    <a:pt x="10" y="1330"/>
                  </a:lnTo>
                  <a:lnTo>
                    <a:pt x="4" y="1290"/>
                  </a:lnTo>
                  <a:lnTo>
                    <a:pt x="1" y="1248"/>
                  </a:lnTo>
                  <a:lnTo>
                    <a:pt x="0" y="1206"/>
                  </a:lnTo>
                  <a:lnTo>
                    <a:pt x="1" y="1163"/>
                  </a:lnTo>
                  <a:lnTo>
                    <a:pt x="4" y="1121"/>
                  </a:lnTo>
                  <a:lnTo>
                    <a:pt x="10" y="1081"/>
                  </a:lnTo>
                  <a:lnTo>
                    <a:pt x="18" y="1043"/>
                  </a:lnTo>
                  <a:lnTo>
                    <a:pt x="29" y="1006"/>
                  </a:lnTo>
                  <a:lnTo>
                    <a:pt x="41" y="971"/>
                  </a:lnTo>
                  <a:lnTo>
                    <a:pt x="55" y="940"/>
                  </a:lnTo>
                  <a:lnTo>
                    <a:pt x="70" y="909"/>
                  </a:lnTo>
                  <a:lnTo>
                    <a:pt x="87" y="882"/>
                  </a:lnTo>
                  <a:lnTo>
                    <a:pt x="105" y="857"/>
                  </a:lnTo>
                  <a:lnTo>
                    <a:pt x="125" y="836"/>
                  </a:lnTo>
                  <a:lnTo>
                    <a:pt x="146" y="819"/>
                  </a:lnTo>
                  <a:lnTo>
                    <a:pt x="168" y="805"/>
                  </a:lnTo>
                  <a:lnTo>
                    <a:pt x="191" y="794"/>
                  </a:lnTo>
                  <a:lnTo>
                    <a:pt x="214" y="788"/>
                  </a:lnTo>
                  <a:lnTo>
                    <a:pt x="239" y="786"/>
                  </a:lnTo>
                  <a:close/>
                  <a:moveTo>
                    <a:pt x="1119" y="2495"/>
                  </a:moveTo>
                  <a:lnTo>
                    <a:pt x="1143" y="2498"/>
                  </a:lnTo>
                  <a:lnTo>
                    <a:pt x="1167" y="2504"/>
                  </a:lnTo>
                  <a:lnTo>
                    <a:pt x="1190" y="2514"/>
                  </a:lnTo>
                  <a:lnTo>
                    <a:pt x="1211" y="2528"/>
                  </a:lnTo>
                  <a:lnTo>
                    <a:pt x="1232" y="2546"/>
                  </a:lnTo>
                  <a:lnTo>
                    <a:pt x="1252" y="2567"/>
                  </a:lnTo>
                  <a:lnTo>
                    <a:pt x="1271" y="2592"/>
                  </a:lnTo>
                  <a:lnTo>
                    <a:pt x="1288" y="2618"/>
                  </a:lnTo>
                  <a:lnTo>
                    <a:pt x="1304" y="2648"/>
                  </a:lnTo>
                  <a:lnTo>
                    <a:pt x="1318" y="2681"/>
                  </a:lnTo>
                  <a:lnTo>
                    <a:pt x="1329" y="2715"/>
                  </a:lnTo>
                  <a:lnTo>
                    <a:pt x="1340" y="2752"/>
                  </a:lnTo>
                  <a:lnTo>
                    <a:pt x="1348" y="2790"/>
                  </a:lnTo>
                  <a:lnTo>
                    <a:pt x="1354" y="2830"/>
                  </a:lnTo>
                  <a:lnTo>
                    <a:pt x="1358" y="2872"/>
                  </a:lnTo>
                  <a:lnTo>
                    <a:pt x="1359" y="2914"/>
                  </a:lnTo>
                  <a:lnTo>
                    <a:pt x="1358" y="2956"/>
                  </a:lnTo>
                  <a:lnTo>
                    <a:pt x="1354" y="2998"/>
                  </a:lnTo>
                  <a:lnTo>
                    <a:pt x="1348" y="3038"/>
                  </a:lnTo>
                  <a:lnTo>
                    <a:pt x="1340" y="3077"/>
                  </a:lnTo>
                  <a:lnTo>
                    <a:pt x="1329" y="3113"/>
                  </a:lnTo>
                  <a:lnTo>
                    <a:pt x="1318" y="3147"/>
                  </a:lnTo>
                  <a:lnTo>
                    <a:pt x="1304" y="3180"/>
                  </a:lnTo>
                  <a:lnTo>
                    <a:pt x="1288" y="3209"/>
                  </a:lnTo>
                  <a:lnTo>
                    <a:pt x="1271" y="3238"/>
                  </a:lnTo>
                  <a:lnTo>
                    <a:pt x="1252" y="3261"/>
                  </a:lnTo>
                  <a:lnTo>
                    <a:pt x="1232" y="3282"/>
                  </a:lnTo>
                  <a:lnTo>
                    <a:pt x="1211" y="3301"/>
                  </a:lnTo>
                  <a:lnTo>
                    <a:pt x="1190" y="3315"/>
                  </a:lnTo>
                  <a:lnTo>
                    <a:pt x="1167" y="3325"/>
                  </a:lnTo>
                  <a:lnTo>
                    <a:pt x="1143" y="3331"/>
                  </a:lnTo>
                  <a:lnTo>
                    <a:pt x="1119" y="3334"/>
                  </a:lnTo>
                  <a:lnTo>
                    <a:pt x="1094" y="3331"/>
                  </a:lnTo>
                  <a:lnTo>
                    <a:pt x="1070" y="3325"/>
                  </a:lnTo>
                  <a:lnTo>
                    <a:pt x="1048" y="3315"/>
                  </a:lnTo>
                  <a:lnTo>
                    <a:pt x="1026" y="3301"/>
                  </a:lnTo>
                  <a:lnTo>
                    <a:pt x="1005" y="3282"/>
                  </a:lnTo>
                  <a:lnTo>
                    <a:pt x="985" y="3261"/>
                  </a:lnTo>
                  <a:lnTo>
                    <a:pt x="967" y="3238"/>
                  </a:lnTo>
                  <a:lnTo>
                    <a:pt x="950" y="3209"/>
                  </a:lnTo>
                  <a:lnTo>
                    <a:pt x="935" y="3180"/>
                  </a:lnTo>
                  <a:lnTo>
                    <a:pt x="921" y="3147"/>
                  </a:lnTo>
                  <a:lnTo>
                    <a:pt x="909" y="3113"/>
                  </a:lnTo>
                  <a:lnTo>
                    <a:pt x="898" y="3077"/>
                  </a:lnTo>
                  <a:lnTo>
                    <a:pt x="890" y="3038"/>
                  </a:lnTo>
                  <a:lnTo>
                    <a:pt x="884" y="2998"/>
                  </a:lnTo>
                  <a:lnTo>
                    <a:pt x="881" y="2956"/>
                  </a:lnTo>
                  <a:lnTo>
                    <a:pt x="880" y="2914"/>
                  </a:lnTo>
                  <a:lnTo>
                    <a:pt x="881" y="2872"/>
                  </a:lnTo>
                  <a:lnTo>
                    <a:pt x="884" y="2830"/>
                  </a:lnTo>
                  <a:lnTo>
                    <a:pt x="890" y="2790"/>
                  </a:lnTo>
                  <a:lnTo>
                    <a:pt x="898" y="2752"/>
                  </a:lnTo>
                  <a:lnTo>
                    <a:pt x="909" y="2715"/>
                  </a:lnTo>
                  <a:lnTo>
                    <a:pt x="921" y="2681"/>
                  </a:lnTo>
                  <a:lnTo>
                    <a:pt x="935" y="2648"/>
                  </a:lnTo>
                  <a:lnTo>
                    <a:pt x="950" y="2618"/>
                  </a:lnTo>
                  <a:lnTo>
                    <a:pt x="967" y="2592"/>
                  </a:lnTo>
                  <a:lnTo>
                    <a:pt x="985" y="2567"/>
                  </a:lnTo>
                  <a:lnTo>
                    <a:pt x="1005" y="2546"/>
                  </a:lnTo>
                  <a:lnTo>
                    <a:pt x="1026" y="2528"/>
                  </a:lnTo>
                  <a:lnTo>
                    <a:pt x="1048" y="2514"/>
                  </a:lnTo>
                  <a:lnTo>
                    <a:pt x="1070" y="2504"/>
                  </a:lnTo>
                  <a:lnTo>
                    <a:pt x="1094" y="2498"/>
                  </a:lnTo>
                  <a:lnTo>
                    <a:pt x="1119" y="2495"/>
                  </a:lnTo>
                  <a:close/>
                  <a:moveTo>
                    <a:pt x="2380" y="2651"/>
                  </a:moveTo>
                  <a:lnTo>
                    <a:pt x="2405" y="2654"/>
                  </a:lnTo>
                  <a:lnTo>
                    <a:pt x="2428" y="2660"/>
                  </a:lnTo>
                  <a:lnTo>
                    <a:pt x="2452" y="2670"/>
                  </a:lnTo>
                  <a:lnTo>
                    <a:pt x="2473" y="2684"/>
                  </a:lnTo>
                  <a:lnTo>
                    <a:pt x="2494" y="2703"/>
                  </a:lnTo>
                  <a:lnTo>
                    <a:pt x="2514" y="2724"/>
                  </a:lnTo>
                  <a:lnTo>
                    <a:pt x="2533" y="2747"/>
                  </a:lnTo>
                  <a:lnTo>
                    <a:pt x="2550" y="2774"/>
                  </a:lnTo>
                  <a:lnTo>
                    <a:pt x="2565" y="2805"/>
                  </a:lnTo>
                  <a:lnTo>
                    <a:pt x="2580" y="2838"/>
                  </a:lnTo>
                  <a:lnTo>
                    <a:pt x="2591" y="2872"/>
                  </a:lnTo>
                  <a:lnTo>
                    <a:pt x="2602" y="2908"/>
                  </a:lnTo>
                  <a:lnTo>
                    <a:pt x="2610" y="2947"/>
                  </a:lnTo>
                  <a:lnTo>
                    <a:pt x="2616" y="2987"/>
                  </a:lnTo>
                  <a:lnTo>
                    <a:pt x="2619" y="3029"/>
                  </a:lnTo>
                  <a:lnTo>
                    <a:pt x="2621" y="3071"/>
                  </a:lnTo>
                  <a:lnTo>
                    <a:pt x="2619" y="3113"/>
                  </a:lnTo>
                  <a:lnTo>
                    <a:pt x="2616" y="3155"/>
                  </a:lnTo>
                  <a:lnTo>
                    <a:pt x="2610" y="3195"/>
                  </a:lnTo>
                  <a:lnTo>
                    <a:pt x="2602" y="3233"/>
                  </a:lnTo>
                  <a:lnTo>
                    <a:pt x="2591" y="3270"/>
                  </a:lnTo>
                  <a:lnTo>
                    <a:pt x="2580" y="3304"/>
                  </a:lnTo>
                  <a:lnTo>
                    <a:pt x="2565" y="3337"/>
                  </a:lnTo>
                  <a:lnTo>
                    <a:pt x="2550" y="3367"/>
                  </a:lnTo>
                  <a:lnTo>
                    <a:pt x="2533" y="3393"/>
                  </a:lnTo>
                  <a:lnTo>
                    <a:pt x="2514" y="3418"/>
                  </a:lnTo>
                  <a:lnTo>
                    <a:pt x="2494" y="3439"/>
                  </a:lnTo>
                  <a:lnTo>
                    <a:pt x="2473" y="3457"/>
                  </a:lnTo>
                  <a:lnTo>
                    <a:pt x="2452" y="3471"/>
                  </a:lnTo>
                  <a:lnTo>
                    <a:pt x="2428" y="3481"/>
                  </a:lnTo>
                  <a:lnTo>
                    <a:pt x="2405" y="3487"/>
                  </a:lnTo>
                  <a:lnTo>
                    <a:pt x="2380" y="3490"/>
                  </a:lnTo>
                  <a:lnTo>
                    <a:pt x="2356" y="3487"/>
                  </a:lnTo>
                  <a:lnTo>
                    <a:pt x="2332" y="3481"/>
                  </a:lnTo>
                  <a:lnTo>
                    <a:pt x="2310" y="3471"/>
                  </a:lnTo>
                  <a:lnTo>
                    <a:pt x="2288" y="3457"/>
                  </a:lnTo>
                  <a:lnTo>
                    <a:pt x="2267" y="3439"/>
                  </a:lnTo>
                  <a:lnTo>
                    <a:pt x="2248" y="3418"/>
                  </a:lnTo>
                  <a:lnTo>
                    <a:pt x="2229" y="3393"/>
                  </a:lnTo>
                  <a:lnTo>
                    <a:pt x="2212" y="3367"/>
                  </a:lnTo>
                  <a:lnTo>
                    <a:pt x="2196" y="3337"/>
                  </a:lnTo>
                  <a:lnTo>
                    <a:pt x="2182" y="3304"/>
                  </a:lnTo>
                  <a:lnTo>
                    <a:pt x="2171" y="3270"/>
                  </a:lnTo>
                  <a:lnTo>
                    <a:pt x="2160" y="3233"/>
                  </a:lnTo>
                  <a:lnTo>
                    <a:pt x="2152" y="3195"/>
                  </a:lnTo>
                  <a:lnTo>
                    <a:pt x="2146" y="3155"/>
                  </a:lnTo>
                  <a:lnTo>
                    <a:pt x="2142" y="3113"/>
                  </a:lnTo>
                  <a:lnTo>
                    <a:pt x="2141" y="3071"/>
                  </a:lnTo>
                  <a:lnTo>
                    <a:pt x="2142" y="3029"/>
                  </a:lnTo>
                  <a:lnTo>
                    <a:pt x="2146" y="2987"/>
                  </a:lnTo>
                  <a:lnTo>
                    <a:pt x="2152" y="2947"/>
                  </a:lnTo>
                  <a:lnTo>
                    <a:pt x="2160" y="2908"/>
                  </a:lnTo>
                  <a:lnTo>
                    <a:pt x="2171" y="2872"/>
                  </a:lnTo>
                  <a:lnTo>
                    <a:pt x="2182" y="2838"/>
                  </a:lnTo>
                  <a:lnTo>
                    <a:pt x="2196" y="2805"/>
                  </a:lnTo>
                  <a:lnTo>
                    <a:pt x="2212" y="2774"/>
                  </a:lnTo>
                  <a:lnTo>
                    <a:pt x="2229" y="2747"/>
                  </a:lnTo>
                  <a:lnTo>
                    <a:pt x="2248" y="2724"/>
                  </a:lnTo>
                  <a:lnTo>
                    <a:pt x="2267" y="2703"/>
                  </a:lnTo>
                  <a:lnTo>
                    <a:pt x="2288" y="2684"/>
                  </a:lnTo>
                  <a:lnTo>
                    <a:pt x="2310" y="2670"/>
                  </a:lnTo>
                  <a:lnTo>
                    <a:pt x="2332" y="2660"/>
                  </a:lnTo>
                  <a:lnTo>
                    <a:pt x="2356" y="2654"/>
                  </a:lnTo>
                  <a:lnTo>
                    <a:pt x="2380" y="2651"/>
                  </a:lnTo>
                  <a:close/>
                  <a:moveTo>
                    <a:pt x="2342" y="1355"/>
                  </a:moveTo>
                  <a:lnTo>
                    <a:pt x="2366" y="1357"/>
                  </a:lnTo>
                  <a:lnTo>
                    <a:pt x="2390" y="1363"/>
                  </a:lnTo>
                  <a:lnTo>
                    <a:pt x="2412" y="1373"/>
                  </a:lnTo>
                  <a:lnTo>
                    <a:pt x="2434" y="1387"/>
                  </a:lnTo>
                  <a:lnTo>
                    <a:pt x="2455" y="1405"/>
                  </a:lnTo>
                  <a:lnTo>
                    <a:pt x="2475" y="1426"/>
                  </a:lnTo>
                  <a:lnTo>
                    <a:pt x="2493" y="1451"/>
                  </a:lnTo>
                  <a:lnTo>
                    <a:pt x="2510" y="1478"/>
                  </a:lnTo>
                  <a:lnTo>
                    <a:pt x="2526" y="1507"/>
                  </a:lnTo>
                  <a:lnTo>
                    <a:pt x="2540" y="1540"/>
                  </a:lnTo>
                  <a:lnTo>
                    <a:pt x="2551" y="1574"/>
                  </a:lnTo>
                  <a:lnTo>
                    <a:pt x="2562" y="1611"/>
                  </a:lnTo>
                  <a:lnTo>
                    <a:pt x="2570" y="1649"/>
                  </a:lnTo>
                  <a:lnTo>
                    <a:pt x="2576" y="1689"/>
                  </a:lnTo>
                  <a:lnTo>
                    <a:pt x="2580" y="1731"/>
                  </a:lnTo>
                  <a:lnTo>
                    <a:pt x="2581" y="1773"/>
                  </a:lnTo>
                  <a:lnTo>
                    <a:pt x="2580" y="1815"/>
                  </a:lnTo>
                  <a:lnTo>
                    <a:pt x="2576" y="1858"/>
                  </a:lnTo>
                  <a:lnTo>
                    <a:pt x="2570" y="1897"/>
                  </a:lnTo>
                  <a:lnTo>
                    <a:pt x="2562" y="1936"/>
                  </a:lnTo>
                  <a:lnTo>
                    <a:pt x="2551" y="1972"/>
                  </a:lnTo>
                  <a:lnTo>
                    <a:pt x="2540" y="2008"/>
                  </a:lnTo>
                  <a:lnTo>
                    <a:pt x="2526" y="2039"/>
                  </a:lnTo>
                  <a:lnTo>
                    <a:pt x="2510" y="2070"/>
                  </a:lnTo>
                  <a:lnTo>
                    <a:pt x="2493" y="2097"/>
                  </a:lnTo>
                  <a:lnTo>
                    <a:pt x="2475" y="2121"/>
                  </a:lnTo>
                  <a:lnTo>
                    <a:pt x="2455" y="2142"/>
                  </a:lnTo>
                  <a:lnTo>
                    <a:pt x="2434" y="2160"/>
                  </a:lnTo>
                  <a:lnTo>
                    <a:pt x="2412" y="2174"/>
                  </a:lnTo>
                  <a:lnTo>
                    <a:pt x="2390" y="2185"/>
                  </a:lnTo>
                  <a:lnTo>
                    <a:pt x="2366" y="2191"/>
                  </a:lnTo>
                  <a:lnTo>
                    <a:pt x="2342" y="2193"/>
                  </a:lnTo>
                  <a:lnTo>
                    <a:pt x="2317" y="2191"/>
                  </a:lnTo>
                  <a:lnTo>
                    <a:pt x="2294" y="2185"/>
                  </a:lnTo>
                  <a:lnTo>
                    <a:pt x="2270" y="2174"/>
                  </a:lnTo>
                  <a:lnTo>
                    <a:pt x="2249" y="2160"/>
                  </a:lnTo>
                  <a:lnTo>
                    <a:pt x="2228" y="2142"/>
                  </a:lnTo>
                  <a:lnTo>
                    <a:pt x="2208" y="2121"/>
                  </a:lnTo>
                  <a:lnTo>
                    <a:pt x="2189" y="2097"/>
                  </a:lnTo>
                  <a:lnTo>
                    <a:pt x="2173" y="2070"/>
                  </a:lnTo>
                  <a:lnTo>
                    <a:pt x="2157" y="2039"/>
                  </a:lnTo>
                  <a:lnTo>
                    <a:pt x="2142" y="2008"/>
                  </a:lnTo>
                  <a:lnTo>
                    <a:pt x="2131" y="1972"/>
                  </a:lnTo>
                  <a:lnTo>
                    <a:pt x="2120" y="1936"/>
                  </a:lnTo>
                  <a:lnTo>
                    <a:pt x="2112" y="1897"/>
                  </a:lnTo>
                  <a:lnTo>
                    <a:pt x="2106" y="1858"/>
                  </a:lnTo>
                  <a:lnTo>
                    <a:pt x="2103" y="1815"/>
                  </a:lnTo>
                  <a:lnTo>
                    <a:pt x="2101" y="1773"/>
                  </a:lnTo>
                  <a:lnTo>
                    <a:pt x="2103" y="1731"/>
                  </a:lnTo>
                  <a:lnTo>
                    <a:pt x="2106" y="1689"/>
                  </a:lnTo>
                  <a:lnTo>
                    <a:pt x="2112" y="1649"/>
                  </a:lnTo>
                  <a:lnTo>
                    <a:pt x="2120" y="1611"/>
                  </a:lnTo>
                  <a:lnTo>
                    <a:pt x="2131" y="1574"/>
                  </a:lnTo>
                  <a:lnTo>
                    <a:pt x="2142" y="1540"/>
                  </a:lnTo>
                  <a:lnTo>
                    <a:pt x="2157" y="1507"/>
                  </a:lnTo>
                  <a:lnTo>
                    <a:pt x="2173" y="1478"/>
                  </a:lnTo>
                  <a:lnTo>
                    <a:pt x="2189" y="1451"/>
                  </a:lnTo>
                  <a:lnTo>
                    <a:pt x="2208" y="1426"/>
                  </a:lnTo>
                  <a:lnTo>
                    <a:pt x="2228" y="1405"/>
                  </a:lnTo>
                  <a:lnTo>
                    <a:pt x="2249" y="1387"/>
                  </a:lnTo>
                  <a:lnTo>
                    <a:pt x="2270" y="1373"/>
                  </a:lnTo>
                  <a:lnTo>
                    <a:pt x="2294" y="1363"/>
                  </a:lnTo>
                  <a:lnTo>
                    <a:pt x="2317" y="1357"/>
                  </a:lnTo>
                  <a:lnTo>
                    <a:pt x="2342" y="1355"/>
                  </a:lnTo>
                  <a:close/>
                  <a:moveTo>
                    <a:pt x="3179" y="819"/>
                  </a:moveTo>
                  <a:lnTo>
                    <a:pt x="3204" y="821"/>
                  </a:lnTo>
                  <a:lnTo>
                    <a:pt x="3227" y="827"/>
                  </a:lnTo>
                  <a:lnTo>
                    <a:pt x="3250" y="838"/>
                  </a:lnTo>
                  <a:lnTo>
                    <a:pt x="3272" y="852"/>
                  </a:lnTo>
                  <a:lnTo>
                    <a:pt x="3293" y="869"/>
                  </a:lnTo>
                  <a:lnTo>
                    <a:pt x="3312" y="890"/>
                  </a:lnTo>
                  <a:lnTo>
                    <a:pt x="3331" y="915"/>
                  </a:lnTo>
                  <a:lnTo>
                    <a:pt x="3348" y="942"/>
                  </a:lnTo>
                  <a:lnTo>
                    <a:pt x="3363" y="971"/>
                  </a:lnTo>
                  <a:lnTo>
                    <a:pt x="3377" y="1004"/>
                  </a:lnTo>
                  <a:lnTo>
                    <a:pt x="3389" y="1038"/>
                  </a:lnTo>
                  <a:lnTo>
                    <a:pt x="3400" y="1076"/>
                  </a:lnTo>
                  <a:lnTo>
                    <a:pt x="3408" y="1113"/>
                  </a:lnTo>
                  <a:lnTo>
                    <a:pt x="3414" y="1153"/>
                  </a:lnTo>
                  <a:lnTo>
                    <a:pt x="3417" y="1195"/>
                  </a:lnTo>
                  <a:lnTo>
                    <a:pt x="3418" y="1237"/>
                  </a:lnTo>
                  <a:lnTo>
                    <a:pt x="3417" y="1280"/>
                  </a:lnTo>
                  <a:lnTo>
                    <a:pt x="3414" y="1322"/>
                  </a:lnTo>
                  <a:lnTo>
                    <a:pt x="3408" y="1362"/>
                  </a:lnTo>
                  <a:lnTo>
                    <a:pt x="3400" y="1399"/>
                  </a:lnTo>
                  <a:lnTo>
                    <a:pt x="3389" y="1437"/>
                  </a:lnTo>
                  <a:lnTo>
                    <a:pt x="3377" y="1471"/>
                  </a:lnTo>
                  <a:lnTo>
                    <a:pt x="3363" y="1503"/>
                  </a:lnTo>
                  <a:lnTo>
                    <a:pt x="3348" y="1533"/>
                  </a:lnTo>
                  <a:lnTo>
                    <a:pt x="3331" y="1560"/>
                  </a:lnTo>
                  <a:lnTo>
                    <a:pt x="3312" y="1584"/>
                  </a:lnTo>
                  <a:lnTo>
                    <a:pt x="3293" y="1605"/>
                  </a:lnTo>
                  <a:lnTo>
                    <a:pt x="3272" y="1623"/>
                  </a:lnTo>
                  <a:lnTo>
                    <a:pt x="3250" y="1637"/>
                  </a:lnTo>
                  <a:lnTo>
                    <a:pt x="3227" y="1648"/>
                  </a:lnTo>
                  <a:lnTo>
                    <a:pt x="3204" y="1654"/>
                  </a:lnTo>
                  <a:lnTo>
                    <a:pt x="3179" y="1656"/>
                  </a:lnTo>
                  <a:lnTo>
                    <a:pt x="3155" y="1654"/>
                  </a:lnTo>
                  <a:lnTo>
                    <a:pt x="3131" y="1648"/>
                  </a:lnTo>
                  <a:lnTo>
                    <a:pt x="3108" y="1637"/>
                  </a:lnTo>
                  <a:lnTo>
                    <a:pt x="3087" y="1623"/>
                  </a:lnTo>
                  <a:lnTo>
                    <a:pt x="3066" y="1605"/>
                  </a:lnTo>
                  <a:lnTo>
                    <a:pt x="3046" y="1584"/>
                  </a:lnTo>
                  <a:lnTo>
                    <a:pt x="3027" y="1560"/>
                  </a:lnTo>
                  <a:lnTo>
                    <a:pt x="3011" y="1533"/>
                  </a:lnTo>
                  <a:lnTo>
                    <a:pt x="2994" y="1503"/>
                  </a:lnTo>
                  <a:lnTo>
                    <a:pt x="2980" y="1471"/>
                  </a:lnTo>
                  <a:lnTo>
                    <a:pt x="2968" y="1437"/>
                  </a:lnTo>
                  <a:lnTo>
                    <a:pt x="2958" y="1399"/>
                  </a:lnTo>
                  <a:lnTo>
                    <a:pt x="2950" y="1362"/>
                  </a:lnTo>
                  <a:lnTo>
                    <a:pt x="2944" y="1322"/>
                  </a:lnTo>
                  <a:lnTo>
                    <a:pt x="2940" y="1280"/>
                  </a:lnTo>
                  <a:lnTo>
                    <a:pt x="2939" y="1237"/>
                  </a:lnTo>
                  <a:lnTo>
                    <a:pt x="2940" y="1195"/>
                  </a:lnTo>
                  <a:lnTo>
                    <a:pt x="2944" y="1153"/>
                  </a:lnTo>
                  <a:lnTo>
                    <a:pt x="2950" y="1113"/>
                  </a:lnTo>
                  <a:lnTo>
                    <a:pt x="2958" y="1076"/>
                  </a:lnTo>
                  <a:lnTo>
                    <a:pt x="2968" y="1038"/>
                  </a:lnTo>
                  <a:lnTo>
                    <a:pt x="2980" y="1004"/>
                  </a:lnTo>
                  <a:lnTo>
                    <a:pt x="2994" y="971"/>
                  </a:lnTo>
                  <a:lnTo>
                    <a:pt x="3011" y="942"/>
                  </a:lnTo>
                  <a:lnTo>
                    <a:pt x="3027" y="915"/>
                  </a:lnTo>
                  <a:lnTo>
                    <a:pt x="3046" y="890"/>
                  </a:lnTo>
                  <a:lnTo>
                    <a:pt x="3066" y="869"/>
                  </a:lnTo>
                  <a:lnTo>
                    <a:pt x="3087" y="852"/>
                  </a:lnTo>
                  <a:lnTo>
                    <a:pt x="3108" y="838"/>
                  </a:lnTo>
                  <a:lnTo>
                    <a:pt x="3131" y="827"/>
                  </a:lnTo>
                  <a:lnTo>
                    <a:pt x="3155" y="821"/>
                  </a:lnTo>
                  <a:lnTo>
                    <a:pt x="3179" y="819"/>
                  </a:lnTo>
                  <a:close/>
                  <a:moveTo>
                    <a:pt x="3246" y="2144"/>
                  </a:moveTo>
                  <a:lnTo>
                    <a:pt x="3271" y="2146"/>
                  </a:lnTo>
                  <a:lnTo>
                    <a:pt x="3294" y="2152"/>
                  </a:lnTo>
                  <a:lnTo>
                    <a:pt x="3316" y="2162"/>
                  </a:lnTo>
                  <a:lnTo>
                    <a:pt x="3339" y="2176"/>
                  </a:lnTo>
                  <a:lnTo>
                    <a:pt x="3360" y="2194"/>
                  </a:lnTo>
                  <a:lnTo>
                    <a:pt x="3380" y="2215"/>
                  </a:lnTo>
                  <a:lnTo>
                    <a:pt x="3397" y="2240"/>
                  </a:lnTo>
                  <a:lnTo>
                    <a:pt x="3415" y="2267"/>
                  </a:lnTo>
                  <a:lnTo>
                    <a:pt x="3430" y="2296"/>
                  </a:lnTo>
                  <a:lnTo>
                    <a:pt x="3444" y="2329"/>
                  </a:lnTo>
                  <a:lnTo>
                    <a:pt x="3456" y="2363"/>
                  </a:lnTo>
                  <a:lnTo>
                    <a:pt x="3466" y="2400"/>
                  </a:lnTo>
                  <a:lnTo>
                    <a:pt x="3475" y="2438"/>
                  </a:lnTo>
                  <a:lnTo>
                    <a:pt x="3480" y="2478"/>
                  </a:lnTo>
                  <a:lnTo>
                    <a:pt x="3484" y="2520"/>
                  </a:lnTo>
                  <a:lnTo>
                    <a:pt x="3485" y="2562"/>
                  </a:lnTo>
                  <a:lnTo>
                    <a:pt x="3484" y="2604"/>
                  </a:lnTo>
                  <a:lnTo>
                    <a:pt x="3480" y="2647"/>
                  </a:lnTo>
                  <a:lnTo>
                    <a:pt x="3475" y="2686"/>
                  </a:lnTo>
                  <a:lnTo>
                    <a:pt x="3466" y="2725"/>
                  </a:lnTo>
                  <a:lnTo>
                    <a:pt x="3456" y="2762"/>
                  </a:lnTo>
                  <a:lnTo>
                    <a:pt x="3444" y="2796"/>
                  </a:lnTo>
                  <a:lnTo>
                    <a:pt x="3430" y="2828"/>
                  </a:lnTo>
                  <a:lnTo>
                    <a:pt x="3415" y="2858"/>
                  </a:lnTo>
                  <a:lnTo>
                    <a:pt x="3397" y="2886"/>
                  </a:lnTo>
                  <a:lnTo>
                    <a:pt x="3380" y="2909"/>
                  </a:lnTo>
                  <a:lnTo>
                    <a:pt x="3360" y="2930"/>
                  </a:lnTo>
                  <a:lnTo>
                    <a:pt x="3339" y="2949"/>
                  </a:lnTo>
                  <a:lnTo>
                    <a:pt x="3316" y="2963"/>
                  </a:lnTo>
                  <a:lnTo>
                    <a:pt x="3294" y="2974"/>
                  </a:lnTo>
                  <a:lnTo>
                    <a:pt x="3271" y="2980"/>
                  </a:lnTo>
                  <a:lnTo>
                    <a:pt x="3246" y="2982"/>
                  </a:lnTo>
                  <a:lnTo>
                    <a:pt x="3222" y="2980"/>
                  </a:lnTo>
                  <a:lnTo>
                    <a:pt x="3198" y="2974"/>
                  </a:lnTo>
                  <a:lnTo>
                    <a:pt x="3176" y="2963"/>
                  </a:lnTo>
                  <a:lnTo>
                    <a:pt x="3154" y="2949"/>
                  </a:lnTo>
                  <a:lnTo>
                    <a:pt x="3133" y="2930"/>
                  </a:lnTo>
                  <a:lnTo>
                    <a:pt x="3113" y="2909"/>
                  </a:lnTo>
                  <a:lnTo>
                    <a:pt x="3095" y="2886"/>
                  </a:lnTo>
                  <a:lnTo>
                    <a:pt x="3077" y="2858"/>
                  </a:lnTo>
                  <a:lnTo>
                    <a:pt x="3062" y="2828"/>
                  </a:lnTo>
                  <a:lnTo>
                    <a:pt x="3048" y="2796"/>
                  </a:lnTo>
                  <a:lnTo>
                    <a:pt x="3036" y="2762"/>
                  </a:lnTo>
                  <a:lnTo>
                    <a:pt x="3026" y="2725"/>
                  </a:lnTo>
                  <a:lnTo>
                    <a:pt x="3018" y="2686"/>
                  </a:lnTo>
                  <a:lnTo>
                    <a:pt x="3012" y="2647"/>
                  </a:lnTo>
                  <a:lnTo>
                    <a:pt x="3008" y="2604"/>
                  </a:lnTo>
                  <a:lnTo>
                    <a:pt x="3007" y="2562"/>
                  </a:lnTo>
                  <a:lnTo>
                    <a:pt x="3008" y="2520"/>
                  </a:lnTo>
                  <a:lnTo>
                    <a:pt x="3012" y="2478"/>
                  </a:lnTo>
                  <a:lnTo>
                    <a:pt x="3018" y="2438"/>
                  </a:lnTo>
                  <a:lnTo>
                    <a:pt x="3026" y="2400"/>
                  </a:lnTo>
                  <a:lnTo>
                    <a:pt x="3036" y="2363"/>
                  </a:lnTo>
                  <a:lnTo>
                    <a:pt x="3048" y="2329"/>
                  </a:lnTo>
                  <a:lnTo>
                    <a:pt x="3062" y="2296"/>
                  </a:lnTo>
                  <a:lnTo>
                    <a:pt x="3077" y="2267"/>
                  </a:lnTo>
                  <a:lnTo>
                    <a:pt x="3095" y="2240"/>
                  </a:lnTo>
                  <a:lnTo>
                    <a:pt x="3113" y="2215"/>
                  </a:lnTo>
                  <a:lnTo>
                    <a:pt x="3133" y="2194"/>
                  </a:lnTo>
                  <a:lnTo>
                    <a:pt x="3154" y="2176"/>
                  </a:lnTo>
                  <a:lnTo>
                    <a:pt x="3176" y="2162"/>
                  </a:lnTo>
                  <a:lnTo>
                    <a:pt x="3198" y="2152"/>
                  </a:lnTo>
                  <a:lnTo>
                    <a:pt x="3222" y="2146"/>
                  </a:lnTo>
                  <a:lnTo>
                    <a:pt x="3246" y="214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0450" name="Freeform 48"/>
            <p:cNvSpPr>
              <a:spLocks/>
            </p:cNvSpPr>
            <p:nvPr/>
          </p:nvSpPr>
          <p:spPr bwMode="auto">
            <a:xfrm>
              <a:off x="1267" y="1588"/>
              <a:ext cx="87" cy="52"/>
            </a:xfrm>
            <a:custGeom>
              <a:avLst/>
              <a:gdLst>
                <a:gd name="T0" fmla="*/ 3 w 437"/>
                <a:gd name="T1" fmla="*/ 2 h 260"/>
                <a:gd name="T2" fmla="*/ 3 w 437"/>
                <a:gd name="T3" fmla="*/ 2 h 260"/>
                <a:gd name="T4" fmla="*/ 3 w 437"/>
                <a:gd name="T5" fmla="*/ 2 h 260"/>
                <a:gd name="T6" fmla="*/ 3 w 437"/>
                <a:gd name="T7" fmla="*/ 2 h 260"/>
                <a:gd name="T8" fmla="*/ 3 w 437"/>
                <a:gd name="T9" fmla="*/ 1 h 260"/>
                <a:gd name="T10" fmla="*/ 3 w 437"/>
                <a:gd name="T11" fmla="*/ 1 h 260"/>
                <a:gd name="T12" fmla="*/ 3 w 437"/>
                <a:gd name="T13" fmla="*/ 1 h 260"/>
                <a:gd name="T14" fmla="*/ 3 w 437"/>
                <a:gd name="T15" fmla="*/ 1 h 260"/>
                <a:gd name="T16" fmla="*/ 3 w 437"/>
                <a:gd name="T17" fmla="*/ 1 h 260"/>
                <a:gd name="T18" fmla="*/ 2 w 437"/>
                <a:gd name="T19" fmla="*/ 1 h 260"/>
                <a:gd name="T20" fmla="*/ 2 w 437"/>
                <a:gd name="T21" fmla="*/ 0 h 260"/>
                <a:gd name="T22" fmla="*/ 2 w 437"/>
                <a:gd name="T23" fmla="*/ 0 h 260"/>
                <a:gd name="T24" fmla="*/ 2 w 437"/>
                <a:gd name="T25" fmla="*/ 0 h 260"/>
                <a:gd name="T26" fmla="*/ 1 w 437"/>
                <a:gd name="T27" fmla="*/ 0 h 260"/>
                <a:gd name="T28" fmla="*/ 1 w 437"/>
                <a:gd name="T29" fmla="*/ 0 h 260"/>
                <a:gd name="T30" fmla="*/ 1 w 437"/>
                <a:gd name="T31" fmla="*/ 0 h 260"/>
                <a:gd name="T32" fmla="*/ 0 w 437"/>
                <a:gd name="T33" fmla="*/ 0 h 260"/>
                <a:gd name="T34" fmla="*/ 0 w 437"/>
                <a:gd name="T35" fmla="*/ 0 h 260"/>
                <a:gd name="T36" fmla="*/ 0 w 437"/>
                <a:gd name="T37" fmla="*/ 0 h 260"/>
                <a:gd name="T38" fmla="*/ 0 w 437"/>
                <a:gd name="T39" fmla="*/ 0 h 260"/>
                <a:gd name="T40" fmla="*/ 1 w 437"/>
                <a:gd name="T41" fmla="*/ 0 h 260"/>
                <a:gd name="T42" fmla="*/ 1 w 437"/>
                <a:gd name="T43" fmla="*/ 0 h 260"/>
                <a:gd name="T44" fmla="*/ 1 w 437"/>
                <a:gd name="T45" fmla="*/ 0 h 260"/>
                <a:gd name="T46" fmla="*/ 2 w 437"/>
                <a:gd name="T47" fmla="*/ 0 h 260"/>
                <a:gd name="T48" fmla="*/ 2 w 437"/>
                <a:gd name="T49" fmla="*/ 0 h 260"/>
                <a:gd name="T50" fmla="*/ 2 w 437"/>
                <a:gd name="T51" fmla="*/ 1 h 260"/>
                <a:gd name="T52" fmla="*/ 2 w 437"/>
                <a:gd name="T53" fmla="*/ 1 h 260"/>
                <a:gd name="T54" fmla="*/ 3 w 437"/>
                <a:gd name="T55" fmla="*/ 1 h 260"/>
                <a:gd name="T56" fmla="*/ 3 w 437"/>
                <a:gd name="T57" fmla="*/ 1 h 260"/>
                <a:gd name="T58" fmla="*/ 3 w 437"/>
                <a:gd name="T59" fmla="*/ 1 h 260"/>
                <a:gd name="T60" fmla="*/ 3 w 437"/>
                <a:gd name="T61" fmla="*/ 1 h 260"/>
                <a:gd name="T62" fmla="*/ 3 w 437"/>
                <a:gd name="T63" fmla="*/ 1 h 260"/>
                <a:gd name="T64" fmla="*/ 3 w 437"/>
                <a:gd name="T65" fmla="*/ 2 h 260"/>
                <a:gd name="T66" fmla="*/ 3 w 437"/>
                <a:gd name="T67" fmla="*/ 2 h 260"/>
                <a:gd name="T68" fmla="*/ 3 w 437"/>
                <a:gd name="T69" fmla="*/ 2 h 260"/>
                <a:gd name="T70" fmla="*/ 3 w 437"/>
                <a:gd name="T71" fmla="*/ 2 h 260"/>
                <a:gd name="T72" fmla="*/ 3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437" y="260"/>
                  </a:moveTo>
                  <a:lnTo>
                    <a:pt x="437" y="260"/>
                  </a:lnTo>
                  <a:lnTo>
                    <a:pt x="434" y="233"/>
                  </a:lnTo>
                  <a:lnTo>
                    <a:pt x="427" y="206"/>
                  </a:lnTo>
                  <a:lnTo>
                    <a:pt x="417" y="181"/>
                  </a:lnTo>
                  <a:lnTo>
                    <a:pt x="401" y="157"/>
                  </a:lnTo>
                  <a:lnTo>
                    <a:pt x="383" y="133"/>
                  </a:lnTo>
                  <a:lnTo>
                    <a:pt x="360" y="113"/>
                  </a:lnTo>
                  <a:lnTo>
                    <a:pt x="336" y="93"/>
                  </a:lnTo>
                  <a:lnTo>
                    <a:pt x="308" y="73"/>
                  </a:lnTo>
                  <a:lnTo>
                    <a:pt x="276" y="58"/>
                  </a:lnTo>
                  <a:lnTo>
                    <a:pt x="242" y="43"/>
                  </a:lnTo>
                  <a:lnTo>
                    <a:pt x="207" y="30"/>
                  </a:lnTo>
                  <a:lnTo>
                    <a:pt x="168" y="19"/>
                  </a:lnTo>
                  <a:lnTo>
                    <a:pt x="128" y="11"/>
                  </a:lnTo>
                  <a:lnTo>
                    <a:pt x="87" y="4"/>
                  </a:lnTo>
                  <a:lnTo>
                    <a:pt x="43" y="1"/>
                  </a:lnTo>
                  <a:lnTo>
                    <a:pt x="0" y="0"/>
                  </a:lnTo>
                  <a:lnTo>
                    <a:pt x="0" y="11"/>
                  </a:lnTo>
                  <a:lnTo>
                    <a:pt x="43" y="12"/>
                  </a:lnTo>
                  <a:lnTo>
                    <a:pt x="85" y="16"/>
                  </a:lnTo>
                  <a:lnTo>
                    <a:pt x="126" y="23"/>
                  </a:lnTo>
                  <a:lnTo>
                    <a:pt x="166" y="31"/>
                  </a:lnTo>
                  <a:lnTo>
                    <a:pt x="202" y="42"/>
                  </a:lnTo>
                  <a:lnTo>
                    <a:pt x="237" y="55"/>
                  </a:lnTo>
                  <a:lnTo>
                    <a:pt x="271" y="70"/>
                  </a:lnTo>
                  <a:lnTo>
                    <a:pt x="301" y="85"/>
                  </a:lnTo>
                  <a:lnTo>
                    <a:pt x="329" y="103"/>
                  </a:lnTo>
                  <a:lnTo>
                    <a:pt x="353" y="123"/>
                  </a:lnTo>
                  <a:lnTo>
                    <a:pt x="373" y="143"/>
                  </a:lnTo>
                  <a:lnTo>
                    <a:pt x="392" y="164"/>
                  </a:lnTo>
                  <a:lnTo>
                    <a:pt x="405" y="186"/>
                  </a:lnTo>
                  <a:lnTo>
                    <a:pt x="415" y="211"/>
                  </a:lnTo>
                  <a:lnTo>
                    <a:pt x="422" y="235"/>
                  </a:lnTo>
                  <a:lnTo>
                    <a:pt x="425" y="260"/>
                  </a:lnTo>
                  <a:lnTo>
                    <a:pt x="437"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0451" name="Freeform 49"/>
            <p:cNvSpPr>
              <a:spLocks/>
            </p:cNvSpPr>
            <p:nvPr/>
          </p:nvSpPr>
          <p:spPr bwMode="auto">
            <a:xfrm>
              <a:off x="1267" y="1640"/>
              <a:ext cx="87" cy="52"/>
            </a:xfrm>
            <a:custGeom>
              <a:avLst/>
              <a:gdLst>
                <a:gd name="T0" fmla="*/ 0 w 437"/>
                <a:gd name="T1" fmla="*/ 2 h 260"/>
                <a:gd name="T2" fmla="*/ 0 w 437"/>
                <a:gd name="T3" fmla="*/ 2 h 260"/>
                <a:gd name="T4" fmla="*/ 0 w 437"/>
                <a:gd name="T5" fmla="*/ 2 h 260"/>
                <a:gd name="T6" fmla="*/ 1 w 437"/>
                <a:gd name="T7" fmla="*/ 2 h 260"/>
                <a:gd name="T8" fmla="*/ 1 w 437"/>
                <a:gd name="T9" fmla="*/ 2 h 260"/>
                <a:gd name="T10" fmla="*/ 1 w 437"/>
                <a:gd name="T11" fmla="*/ 2 h 260"/>
                <a:gd name="T12" fmla="*/ 2 w 437"/>
                <a:gd name="T13" fmla="*/ 2 h 260"/>
                <a:gd name="T14" fmla="*/ 2 w 437"/>
                <a:gd name="T15" fmla="*/ 2 h 260"/>
                <a:gd name="T16" fmla="*/ 2 w 437"/>
                <a:gd name="T17" fmla="*/ 2 h 260"/>
                <a:gd name="T18" fmla="*/ 2 w 437"/>
                <a:gd name="T19" fmla="*/ 1 h 260"/>
                <a:gd name="T20" fmla="*/ 3 w 437"/>
                <a:gd name="T21" fmla="*/ 1 h 260"/>
                <a:gd name="T22" fmla="*/ 3 w 437"/>
                <a:gd name="T23" fmla="*/ 1 h 260"/>
                <a:gd name="T24" fmla="*/ 3 w 437"/>
                <a:gd name="T25" fmla="*/ 1 h 260"/>
                <a:gd name="T26" fmla="*/ 3 w 437"/>
                <a:gd name="T27" fmla="*/ 1 h 260"/>
                <a:gd name="T28" fmla="*/ 3 w 437"/>
                <a:gd name="T29" fmla="*/ 1 h 260"/>
                <a:gd name="T30" fmla="*/ 3 w 437"/>
                <a:gd name="T31" fmla="*/ 0 h 260"/>
                <a:gd name="T32" fmla="*/ 3 w 437"/>
                <a:gd name="T33" fmla="*/ 0 h 260"/>
                <a:gd name="T34" fmla="*/ 3 w 437"/>
                <a:gd name="T35" fmla="*/ 0 h 260"/>
                <a:gd name="T36" fmla="*/ 3 w 437"/>
                <a:gd name="T37" fmla="*/ 0 h 260"/>
                <a:gd name="T38" fmla="*/ 3 w 437"/>
                <a:gd name="T39" fmla="*/ 0 h 260"/>
                <a:gd name="T40" fmla="*/ 3 w 437"/>
                <a:gd name="T41" fmla="*/ 0 h 260"/>
                <a:gd name="T42" fmla="*/ 3 w 437"/>
                <a:gd name="T43" fmla="*/ 1 h 260"/>
                <a:gd name="T44" fmla="*/ 3 w 437"/>
                <a:gd name="T45" fmla="*/ 1 h 260"/>
                <a:gd name="T46" fmla="*/ 3 w 437"/>
                <a:gd name="T47" fmla="*/ 1 h 260"/>
                <a:gd name="T48" fmla="*/ 3 w 437"/>
                <a:gd name="T49" fmla="*/ 1 h 260"/>
                <a:gd name="T50" fmla="*/ 3 w 437"/>
                <a:gd name="T51" fmla="*/ 1 h 260"/>
                <a:gd name="T52" fmla="*/ 2 w 437"/>
                <a:gd name="T53" fmla="*/ 1 h 260"/>
                <a:gd name="T54" fmla="*/ 2 w 437"/>
                <a:gd name="T55" fmla="*/ 2 h 260"/>
                <a:gd name="T56" fmla="*/ 2 w 437"/>
                <a:gd name="T57" fmla="*/ 2 h 260"/>
                <a:gd name="T58" fmla="*/ 2 w 437"/>
                <a:gd name="T59" fmla="*/ 2 h 260"/>
                <a:gd name="T60" fmla="*/ 1 w 437"/>
                <a:gd name="T61" fmla="*/ 2 h 260"/>
                <a:gd name="T62" fmla="*/ 1 w 437"/>
                <a:gd name="T63" fmla="*/ 2 h 260"/>
                <a:gd name="T64" fmla="*/ 1 w 437"/>
                <a:gd name="T65" fmla="*/ 2 h 260"/>
                <a:gd name="T66" fmla="*/ 0 w 437"/>
                <a:gd name="T67" fmla="*/ 2 h 260"/>
                <a:gd name="T68" fmla="*/ 0 w 437"/>
                <a:gd name="T69" fmla="*/ 2 h 260"/>
                <a:gd name="T70" fmla="*/ 0 w 437"/>
                <a:gd name="T71" fmla="*/ 2 h 260"/>
                <a:gd name="T72" fmla="*/ 0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0" y="260"/>
                  </a:moveTo>
                  <a:lnTo>
                    <a:pt x="0" y="260"/>
                  </a:lnTo>
                  <a:lnTo>
                    <a:pt x="43" y="259"/>
                  </a:lnTo>
                  <a:lnTo>
                    <a:pt x="87" y="255"/>
                  </a:lnTo>
                  <a:lnTo>
                    <a:pt x="128" y="248"/>
                  </a:lnTo>
                  <a:lnTo>
                    <a:pt x="168" y="240"/>
                  </a:lnTo>
                  <a:lnTo>
                    <a:pt x="207" y="230"/>
                  </a:lnTo>
                  <a:lnTo>
                    <a:pt x="242" y="217"/>
                  </a:lnTo>
                  <a:lnTo>
                    <a:pt x="276" y="202"/>
                  </a:lnTo>
                  <a:lnTo>
                    <a:pt x="308" y="185"/>
                  </a:lnTo>
                  <a:lnTo>
                    <a:pt x="336" y="166"/>
                  </a:lnTo>
                  <a:lnTo>
                    <a:pt x="360" y="146"/>
                  </a:lnTo>
                  <a:lnTo>
                    <a:pt x="383" y="125"/>
                  </a:lnTo>
                  <a:lnTo>
                    <a:pt x="401" y="102"/>
                  </a:lnTo>
                  <a:lnTo>
                    <a:pt x="417" y="77"/>
                  </a:lnTo>
                  <a:lnTo>
                    <a:pt x="427" y="53"/>
                  </a:lnTo>
                  <a:lnTo>
                    <a:pt x="434" y="27"/>
                  </a:lnTo>
                  <a:lnTo>
                    <a:pt x="437" y="0"/>
                  </a:lnTo>
                  <a:lnTo>
                    <a:pt x="425" y="0"/>
                  </a:lnTo>
                  <a:lnTo>
                    <a:pt x="422" y="24"/>
                  </a:lnTo>
                  <a:lnTo>
                    <a:pt x="415" y="48"/>
                  </a:lnTo>
                  <a:lnTo>
                    <a:pt x="405" y="73"/>
                  </a:lnTo>
                  <a:lnTo>
                    <a:pt x="392" y="95"/>
                  </a:lnTo>
                  <a:lnTo>
                    <a:pt x="373" y="116"/>
                  </a:lnTo>
                  <a:lnTo>
                    <a:pt x="353" y="137"/>
                  </a:lnTo>
                  <a:lnTo>
                    <a:pt x="329" y="157"/>
                  </a:lnTo>
                  <a:lnTo>
                    <a:pt x="301" y="173"/>
                  </a:lnTo>
                  <a:lnTo>
                    <a:pt x="271" y="190"/>
                  </a:lnTo>
                  <a:lnTo>
                    <a:pt x="237" y="205"/>
                  </a:lnTo>
                  <a:lnTo>
                    <a:pt x="202" y="218"/>
                  </a:lnTo>
                  <a:lnTo>
                    <a:pt x="166" y="228"/>
                  </a:lnTo>
                  <a:lnTo>
                    <a:pt x="126" y="237"/>
                  </a:lnTo>
                  <a:lnTo>
                    <a:pt x="85" y="244"/>
                  </a:lnTo>
                  <a:lnTo>
                    <a:pt x="43" y="247"/>
                  </a:lnTo>
                  <a:lnTo>
                    <a:pt x="0" y="248"/>
                  </a:lnTo>
                  <a:lnTo>
                    <a:pt x="0"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0452" name="Freeform 50"/>
            <p:cNvSpPr>
              <a:spLocks/>
            </p:cNvSpPr>
            <p:nvPr/>
          </p:nvSpPr>
          <p:spPr bwMode="auto">
            <a:xfrm>
              <a:off x="1179" y="1640"/>
              <a:ext cx="88" cy="52"/>
            </a:xfrm>
            <a:custGeom>
              <a:avLst/>
              <a:gdLst>
                <a:gd name="T0" fmla="*/ 0 w 439"/>
                <a:gd name="T1" fmla="*/ 0 h 260"/>
                <a:gd name="T2" fmla="*/ 0 w 439"/>
                <a:gd name="T3" fmla="*/ 0 h 260"/>
                <a:gd name="T4" fmla="*/ 0 w 439"/>
                <a:gd name="T5" fmla="*/ 0 h 260"/>
                <a:gd name="T6" fmla="*/ 0 w 439"/>
                <a:gd name="T7" fmla="*/ 0 h 260"/>
                <a:gd name="T8" fmla="*/ 0 w 439"/>
                <a:gd name="T9" fmla="*/ 1 h 260"/>
                <a:gd name="T10" fmla="*/ 0 w 439"/>
                <a:gd name="T11" fmla="*/ 1 h 260"/>
                <a:gd name="T12" fmla="*/ 0 w 439"/>
                <a:gd name="T13" fmla="*/ 1 h 260"/>
                <a:gd name="T14" fmla="*/ 1 w 439"/>
                <a:gd name="T15" fmla="*/ 1 h 260"/>
                <a:gd name="T16" fmla="*/ 1 w 439"/>
                <a:gd name="T17" fmla="*/ 1 h 260"/>
                <a:gd name="T18" fmla="*/ 1 w 439"/>
                <a:gd name="T19" fmla="*/ 1 h 260"/>
                <a:gd name="T20" fmla="*/ 1 w 439"/>
                <a:gd name="T21" fmla="*/ 2 h 260"/>
                <a:gd name="T22" fmla="*/ 2 w 439"/>
                <a:gd name="T23" fmla="*/ 2 h 260"/>
                <a:gd name="T24" fmla="*/ 2 w 439"/>
                <a:gd name="T25" fmla="*/ 2 h 260"/>
                <a:gd name="T26" fmla="*/ 2 w 439"/>
                <a:gd name="T27" fmla="*/ 2 h 260"/>
                <a:gd name="T28" fmla="*/ 2 w 439"/>
                <a:gd name="T29" fmla="*/ 2 h 260"/>
                <a:gd name="T30" fmla="*/ 3 w 439"/>
                <a:gd name="T31" fmla="*/ 2 h 260"/>
                <a:gd name="T32" fmla="*/ 3 w 439"/>
                <a:gd name="T33" fmla="*/ 2 h 260"/>
                <a:gd name="T34" fmla="*/ 4 w 439"/>
                <a:gd name="T35" fmla="*/ 2 h 260"/>
                <a:gd name="T36" fmla="*/ 4 w 439"/>
                <a:gd name="T37" fmla="*/ 2 h 260"/>
                <a:gd name="T38" fmla="*/ 3 w 439"/>
                <a:gd name="T39" fmla="*/ 2 h 260"/>
                <a:gd name="T40" fmla="*/ 3 w 439"/>
                <a:gd name="T41" fmla="*/ 2 h 260"/>
                <a:gd name="T42" fmla="*/ 3 w 439"/>
                <a:gd name="T43" fmla="*/ 2 h 260"/>
                <a:gd name="T44" fmla="*/ 2 w 439"/>
                <a:gd name="T45" fmla="*/ 2 h 260"/>
                <a:gd name="T46" fmla="*/ 2 w 439"/>
                <a:gd name="T47" fmla="*/ 2 h 260"/>
                <a:gd name="T48" fmla="*/ 2 w 439"/>
                <a:gd name="T49" fmla="*/ 2 h 260"/>
                <a:gd name="T50" fmla="*/ 1 w 439"/>
                <a:gd name="T51" fmla="*/ 2 h 260"/>
                <a:gd name="T52" fmla="*/ 1 w 439"/>
                <a:gd name="T53" fmla="*/ 1 h 260"/>
                <a:gd name="T54" fmla="*/ 1 w 439"/>
                <a:gd name="T55" fmla="*/ 1 h 260"/>
                <a:gd name="T56" fmla="*/ 1 w 439"/>
                <a:gd name="T57" fmla="*/ 1 h 260"/>
                <a:gd name="T58" fmla="*/ 1 w 439"/>
                <a:gd name="T59" fmla="*/ 1 h 260"/>
                <a:gd name="T60" fmla="*/ 0 w 439"/>
                <a:gd name="T61" fmla="*/ 1 h 260"/>
                <a:gd name="T62" fmla="*/ 0 w 439"/>
                <a:gd name="T63" fmla="*/ 1 h 260"/>
                <a:gd name="T64" fmla="*/ 0 w 439"/>
                <a:gd name="T65" fmla="*/ 0 h 260"/>
                <a:gd name="T66" fmla="*/ 0 w 439"/>
                <a:gd name="T67" fmla="*/ 0 h 260"/>
                <a:gd name="T68" fmla="*/ 0 w 439"/>
                <a:gd name="T69" fmla="*/ 0 h 260"/>
                <a:gd name="T70" fmla="*/ 0 w 439"/>
                <a:gd name="T71" fmla="*/ 0 h 260"/>
                <a:gd name="T72" fmla="*/ 0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0" y="0"/>
                  </a:moveTo>
                  <a:lnTo>
                    <a:pt x="0" y="0"/>
                  </a:lnTo>
                  <a:lnTo>
                    <a:pt x="3" y="27"/>
                  </a:lnTo>
                  <a:lnTo>
                    <a:pt x="10" y="53"/>
                  </a:lnTo>
                  <a:lnTo>
                    <a:pt x="20" y="77"/>
                  </a:lnTo>
                  <a:lnTo>
                    <a:pt x="35" y="102"/>
                  </a:lnTo>
                  <a:lnTo>
                    <a:pt x="54" y="125"/>
                  </a:lnTo>
                  <a:lnTo>
                    <a:pt x="76" y="146"/>
                  </a:lnTo>
                  <a:lnTo>
                    <a:pt x="102" y="166"/>
                  </a:lnTo>
                  <a:lnTo>
                    <a:pt x="130" y="185"/>
                  </a:lnTo>
                  <a:lnTo>
                    <a:pt x="162" y="202"/>
                  </a:lnTo>
                  <a:lnTo>
                    <a:pt x="195" y="217"/>
                  </a:lnTo>
                  <a:lnTo>
                    <a:pt x="231" y="230"/>
                  </a:lnTo>
                  <a:lnTo>
                    <a:pt x="270" y="240"/>
                  </a:lnTo>
                  <a:lnTo>
                    <a:pt x="310" y="248"/>
                  </a:lnTo>
                  <a:lnTo>
                    <a:pt x="351" y="255"/>
                  </a:lnTo>
                  <a:lnTo>
                    <a:pt x="395" y="259"/>
                  </a:lnTo>
                  <a:lnTo>
                    <a:pt x="439" y="260"/>
                  </a:lnTo>
                  <a:lnTo>
                    <a:pt x="439" y="248"/>
                  </a:lnTo>
                  <a:lnTo>
                    <a:pt x="395" y="247"/>
                  </a:lnTo>
                  <a:lnTo>
                    <a:pt x="353" y="244"/>
                  </a:lnTo>
                  <a:lnTo>
                    <a:pt x="312" y="237"/>
                  </a:lnTo>
                  <a:lnTo>
                    <a:pt x="272" y="228"/>
                  </a:lnTo>
                  <a:lnTo>
                    <a:pt x="236" y="218"/>
                  </a:lnTo>
                  <a:lnTo>
                    <a:pt x="200" y="205"/>
                  </a:lnTo>
                  <a:lnTo>
                    <a:pt x="167" y="190"/>
                  </a:lnTo>
                  <a:lnTo>
                    <a:pt x="137" y="173"/>
                  </a:lnTo>
                  <a:lnTo>
                    <a:pt x="109" y="157"/>
                  </a:lnTo>
                  <a:lnTo>
                    <a:pt x="84" y="137"/>
                  </a:lnTo>
                  <a:lnTo>
                    <a:pt x="64" y="116"/>
                  </a:lnTo>
                  <a:lnTo>
                    <a:pt x="45" y="95"/>
                  </a:lnTo>
                  <a:lnTo>
                    <a:pt x="32" y="73"/>
                  </a:lnTo>
                  <a:lnTo>
                    <a:pt x="21" y="48"/>
                  </a:lnTo>
                  <a:lnTo>
                    <a:pt x="14" y="24"/>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0453" name="Freeform 51"/>
            <p:cNvSpPr>
              <a:spLocks/>
            </p:cNvSpPr>
            <p:nvPr/>
          </p:nvSpPr>
          <p:spPr bwMode="auto">
            <a:xfrm>
              <a:off x="1179" y="1588"/>
              <a:ext cx="88" cy="52"/>
            </a:xfrm>
            <a:custGeom>
              <a:avLst/>
              <a:gdLst>
                <a:gd name="T0" fmla="*/ 4 w 439"/>
                <a:gd name="T1" fmla="*/ 0 h 260"/>
                <a:gd name="T2" fmla="*/ 4 w 439"/>
                <a:gd name="T3" fmla="*/ 0 h 260"/>
                <a:gd name="T4" fmla="*/ 3 w 439"/>
                <a:gd name="T5" fmla="*/ 0 h 260"/>
                <a:gd name="T6" fmla="*/ 3 w 439"/>
                <a:gd name="T7" fmla="*/ 0 h 260"/>
                <a:gd name="T8" fmla="*/ 2 w 439"/>
                <a:gd name="T9" fmla="*/ 0 h 260"/>
                <a:gd name="T10" fmla="*/ 2 w 439"/>
                <a:gd name="T11" fmla="*/ 0 h 260"/>
                <a:gd name="T12" fmla="*/ 2 w 439"/>
                <a:gd name="T13" fmla="*/ 0 h 260"/>
                <a:gd name="T14" fmla="*/ 2 w 439"/>
                <a:gd name="T15" fmla="*/ 0 h 260"/>
                <a:gd name="T16" fmla="*/ 1 w 439"/>
                <a:gd name="T17" fmla="*/ 0 h 260"/>
                <a:gd name="T18" fmla="*/ 1 w 439"/>
                <a:gd name="T19" fmla="*/ 1 h 260"/>
                <a:gd name="T20" fmla="*/ 1 w 439"/>
                <a:gd name="T21" fmla="*/ 1 h 260"/>
                <a:gd name="T22" fmla="*/ 1 w 439"/>
                <a:gd name="T23" fmla="*/ 1 h 260"/>
                <a:gd name="T24" fmla="*/ 0 w 439"/>
                <a:gd name="T25" fmla="*/ 1 h 260"/>
                <a:gd name="T26" fmla="*/ 0 w 439"/>
                <a:gd name="T27" fmla="*/ 1 h 260"/>
                <a:gd name="T28" fmla="*/ 0 w 439"/>
                <a:gd name="T29" fmla="*/ 1 h 260"/>
                <a:gd name="T30" fmla="*/ 0 w 439"/>
                <a:gd name="T31" fmla="*/ 2 h 260"/>
                <a:gd name="T32" fmla="*/ 0 w 439"/>
                <a:gd name="T33" fmla="*/ 2 h 260"/>
                <a:gd name="T34" fmla="*/ 0 w 439"/>
                <a:gd name="T35" fmla="*/ 2 h 260"/>
                <a:gd name="T36" fmla="*/ 0 w 439"/>
                <a:gd name="T37" fmla="*/ 2 h 260"/>
                <a:gd name="T38" fmla="*/ 0 w 439"/>
                <a:gd name="T39" fmla="*/ 2 h 260"/>
                <a:gd name="T40" fmla="*/ 0 w 439"/>
                <a:gd name="T41" fmla="*/ 2 h 260"/>
                <a:gd name="T42" fmla="*/ 0 w 439"/>
                <a:gd name="T43" fmla="*/ 1 h 260"/>
                <a:gd name="T44" fmla="*/ 0 w 439"/>
                <a:gd name="T45" fmla="*/ 1 h 260"/>
                <a:gd name="T46" fmla="*/ 1 w 439"/>
                <a:gd name="T47" fmla="*/ 1 h 260"/>
                <a:gd name="T48" fmla="*/ 1 w 439"/>
                <a:gd name="T49" fmla="*/ 1 h 260"/>
                <a:gd name="T50" fmla="*/ 1 w 439"/>
                <a:gd name="T51" fmla="*/ 1 h 260"/>
                <a:gd name="T52" fmla="*/ 1 w 439"/>
                <a:gd name="T53" fmla="*/ 1 h 260"/>
                <a:gd name="T54" fmla="*/ 1 w 439"/>
                <a:gd name="T55" fmla="*/ 1 h 260"/>
                <a:gd name="T56" fmla="*/ 2 w 439"/>
                <a:gd name="T57" fmla="*/ 0 h 260"/>
                <a:gd name="T58" fmla="*/ 2 w 439"/>
                <a:gd name="T59" fmla="*/ 0 h 260"/>
                <a:gd name="T60" fmla="*/ 2 w 439"/>
                <a:gd name="T61" fmla="*/ 0 h 260"/>
                <a:gd name="T62" fmla="*/ 3 w 439"/>
                <a:gd name="T63" fmla="*/ 0 h 260"/>
                <a:gd name="T64" fmla="*/ 3 w 439"/>
                <a:gd name="T65" fmla="*/ 0 h 260"/>
                <a:gd name="T66" fmla="*/ 3 w 439"/>
                <a:gd name="T67" fmla="*/ 0 h 260"/>
                <a:gd name="T68" fmla="*/ 4 w 439"/>
                <a:gd name="T69" fmla="*/ 0 h 260"/>
                <a:gd name="T70" fmla="*/ 4 w 439"/>
                <a:gd name="T71" fmla="*/ 0 h 260"/>
                <a:gd name="T72" fmla="*/ 4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439" y="0"/>
                  </a:moveTo>
                  <a:lnTo>
                    <a:pt x="439" y="0"/>
                  </a:lnTo>
                  <a:lnTo>
                    <a:pt x="395" y="1"/>
                  </a:lnTo>
                  <a:lnTo>
                    <a:pt x="351" y="4"/>
                  </a:lnTo>
                  <a:lnTo>
                    <a:pt x="310" y="11"/>
                  </a:lnTo>
                  <a:lnTo>
                    <a:pt x="270" y="19"/>
                  </a:lnTo>
                  <a:lnTo>
                    <a:pt x="231" y="30"/>
                  </a:lnTo>
                  <a:lnTo>
                    <a:pt x="195" y="43"/>
                  </a:lnTo>
                  <a:lnTo>
                    <a:pt x="162" y="58"/>
                  </a:lnTo>
                  <a:lnTo>
                    <a:pt x="130" y="73"/>
                  </a:lnTo>
                  <a:lnTo>
                    <a:pt x="102" y="93"/>
                  </a:lnTo>
                  <a:lnTo>
                    <a:pt x="76" y="113"/>
                  </a:lnTo>
                  <a:lnTo>
                    <a:pt x="54" y="133"/>
                  </a:lnTo>
                  <a:lnTo>
                    <a:pt x="35" y="157"/>
                  </a:lnTo>
                  <a:lnTo>
                    <a:pt x="20" y="181"/>
                  </a:lnTo>
                  <a:lnTo>
                    <a:pt x="10" y="206"/>
                  </a:lnTo>
                  <a:lnTo>
                    <a:pt x="3" y="233"/>
                  </a:lnTo>
                  <a:lnTo>
                    <a:pt x="0" y="260"/>
                  </a:lnTo>
                  <a:lnTo>
                    <a:pt x="12" y="260"/>
                  </a:lnTo>
                  <a:lnTo>
                    <a:pt x="14" y="235"/>
                  </a:lnTo>
                  <a:lnTo>
                    <a:pt x="21" y="211"/>
                  </a:lnTo>
                  <a:lnTo>
                    <a:pt x="32" y="186"/>
                  </a:lnTo>
                  <a:lnTo>
                    <a:pt x="45" y="164"/>
                  </a:lnTo>
                  <a:lnTo>
                    <a:pt x="64" y="143"/>
                  </a:lnTo>
                  <a:lnTo>
                    <a:pt x="84" y="123"/>
                  </a:lnTo>
                  <a:lnTo>
                    <a:pt x="109" y="103"/>
                  </a:lnTo>
                  <a:lnTo>
                    <a:pt x="137" y="85"/>
                  </a:lnTo>
                  <a:lnTo>
                    <a:pt x="167" y="70"/>
                  </a:lnTo>
                  <a:lnTo>
                    <a:pt x="200" y="55"/>
                  </a:lnTo>
                  <a:lnTo>
                    <a:pt x="236" y="42"/>
                  </a:lnTo>
                  <a:lnTo>
                    <a:pt x="272" y="31"/>
                  </a:lnTo>
                  <a:lnTo>
                    <a:pt x="312" y="23"/>
                  </a:lnTo>
                  <a:lnTo>
                    <a:pt x="353" y="16"/>
                  </a:lnTo>
                  <a:lnTo>
                    <a:pt x="395" y="12"/>
                  </a:lnTo>
                  <a:lnTo>
                    <a:pt x="439" y="11"/>
                  </a:lnTo>
                  <a:lnTo>
                    <a:pt x="439"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0454" name="Freeform 52"/>
            <p:cNvSpPr>
              <a:spLocks/>
            </p:cNvSpPr>
            <p:nvPr/>
          </p:nvSpPr>
          <p:spPr bwMode="auto">
            <a:xfrm>
              <a:off x="964" y="1745"/>
              <a:ext cx="48" cy="85"/>
            </a:xfrm>
            <a:custGeom>
              <a:avLst/>
              <a:gdLst>
                <a:gd name="T0" fmla="*/ 2 w 244"/>
                <a:gd name="T1" fmla="*/ 3 h 426"/>
                <a:gd name="T2" fmla="*/ 2 w 244"/>
                <a:gd name="T3" fmla="*/ 3 h 426"/>
                <a:gd name="T4" fmla="*/ 2 w 244"/>
                <a:gd name="T5" fmla="*/ 3 h 426"/>
                <a:gd name="T6" fmla="*/ 2 w 244"/>
                <a:gd name="T7" fmla="*/ 3 h 426"/>
                <a:gd name="T8" fmla="*/ 2 w 244"/>
                <a:gd name="T9" fmla="*/ 2 h 426"/>
                <a:gd name="T10" fmla="*/ 2 w 244"/>
                <a:gd name="T11" fmla="*/ 2 h 426"/>
                <a:gd name="T12" fmla="*/ 2 w 244"/>
                <a:gd name="T13" fmla="*/ 2 h 426"/>
                <a:gd name="T14" fmla="*/ 2 w 244"/>
                <a:gd name="T15" fmla="*/ 2 h 426"/>
                <a:gd name="T16" fmla="*/ 1 w 244"/>
                <a:gd name="T17" fmla="*/ 1 h 426"/>
                <a:gd name="T18" fmla="*/ 1 w 244"/>
                <a:gd name="T19" fmla="*/ 1 h 426"/>
                <a:gd name="T20" fmla="*/ 1 w 244"/>
                <a:gd name="T21" fmla="*/ 1 h 426"/>
                <a:gd name="T22" fmla="*/ 1 w 244"/>
                <a:gd name="T23" fmla="*/ 1 h 426"/>
                <a:gd name="T24" fmla="*/ 1 w 244"/>
                <a:gd name="T25" fmla="*/ 0 h 426"/>
                <a:gd name="T26" fmla="*/ 1 w 244"/>
                <a:gd name="T27" fmla="*/ 0 h 426"/>
                <a:gd name="T28" fmla="*/ 1 w 244"/>
                <a:gd name="T29" fmla="*/ 0 h 426"/>
                <a:gd name="T30" fmla="*/ 0 w 244"/>
                <a:gd name="T31" fmla="*/ 0 h 426"/>
                <a:gd name="T32" fmla="*/ 0 w 244"/>
                <a:gd name="T33" fmla="*/ 0 h 426"/>
                <a:gd name="T34" fmla="*/ 0 w 244"/>
                <a:gd name="T35" fmla="*/ 0 h 426"/>
                <a:gd name="T36" fmla="*/ 0 w 244"/>
                <a:gd name="T37" fmla="*/ 0 h 426"/>
                <a:gd name="T38" fmla="*/ 0 w 244"/>
                <a:gd name="T39" fmla="*/ 0 h 426"/>
                <a:gd name="T40" fmla="*/ 0 w 244"/>
                <a:gd name="T41" fmla="*/ 0 h 426"/>
                <a:gd name="T42" fmla="*/ 1 w 244"/>
                <a:gd name="T43" fmla="*/ 0 h 426"/>
                <a:gd name="T44" fmla="*/ 1 w 244"/>
                <a:gd name="T45" fmla="*/ 0 h 426"/>
                <a:gd name="T46" fmla="*/ 1 w 244"/>
                <a:gd name="T47" fmla="*/ 0 h 426"/>
                <a:gd name="T48" fmla="*/ 1 w 244"/>
                <a:gd name="T49" fmla="*/ 1 h 426"/>
                <a:gd name="T50" fmla="*/ 1 w 244"/>
                <a:gd name="T51" fmla="*/ 1 h 426"/>
                <a:gd name="T52" fmla="*/ 1 w 244"/>
                <a:gd name="T53" fmla="*/ 1 h 426"/>
                <a:gd name="T54" fmla="*/ 1 w 244"/>
                <a:gd name="T55" fmla="*/ 1 h 426"/>
                <a:gd name="T56" fmla="*/ 1 w 244"/>
                <a:gd name="T57" fmla="*/ 2 h 426"/>
                <a:gd name="T58" fmla="*/ 2 w 244"/>
                <a:gd name="T59" fmla="*/ 2 h 426"/>
                <a:gd name="T60" fmla="*/ 2 w 244"/>
                <a:gd name="T61" fmla="*/ 2 h 426"/>
                <a:gd name="T62" fmla="*/ 2 w 244"/>
                <a:gd name="T63" fmla="*/ 2 h 426"/>
                <a:gd name="T64" fmla="*/ 2 w 244"/>
                <a:gd name="T65" fmla="*/ 3 h 426"/>
                <a:gd name="T66" fmla="*/ 2 w 244"/>
                <a:gd name="T67" fmla="*/ 3 h 426"/>
                <a:gd name="T68" fmla="*/ 2 w 244"/>
                <a:gd name="T69" fmla="*/ 3 h 426"/>
                <a:gd name="T70" fmla="*/ 2 w 244"/>
                <a:gd name="T71" fmla="*/ 3 h 426"/>
                <a:gd name="T72" fmla="*/ 2 w 244"/>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6"/>
                <a:gd name="T113" fmla="*/ 244 w 244"/>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6">
                  <a:moveTo>
                    <a:pt x="244" y="426"/>
                  </a:moveTo>
                  <a:lnTo>
                    <a:pt x="244" y="426"/>
                  </a:lnTo>
                  <a:lnTo>
                    <a:pt x="243" y="383"/>
                  </a:lnTo>
                  <a:lnTo>
                    <a:pt x="240" y="340"/>
                  </a:lnTo>
                  <a:lnTo>
                    <a:pt x="234" y="300"/>
                  </a:lnTo>
                  <a:lnTo>
                    <a:pt x="226" y="262"/>
                  </a:lnTo>
                  <a:lnTo>
                    <a:pt x="215" y="224"/>
                  </a:lnTo>
                  <a:lnTo>
                    <a:pt x="203" y="189"/>
                  </a:lnTo>
                  <a:lnTo>
                    <a:pt x="189" y="157"/>
                  </a:lnTo>
                  <a:lnTo>
                    <a:pt x="174" y="126"/>
                  </a:lnTo>
                  <a:lnTo>
                    <a:pt x="155" y="99"/>
                  </a:lnTo>
                  <a:lnTo>
                    <a:pt x="138" y="74"/>
                  </a:lnTo>
                  <a:lnTo>
                    <a:pt x="118" y="52"/>
                  </a:lnTo>
                  <a:lnTo>
                    <a:pt x="96" y="34"/>
                  </a:lnTo>
                  <a:lnTo>
                    <a:pt x="73" y="19"/>
                  </a:lnTo>
                  <a:lnTo>
                    <a:pt x="50" y="8"/>
                  </a:lnTo>
                  <a:lnTo>
                    <a:pt x="25" y="2"/>
                  </a:lnTo>
                  <a:lnTo>
                    <a:pt x="0" y="0"/>
                  </a:lnTo>
                  <a:lnTo>
                    <a:pt x="0" y="12"/>
                  </a:lnTo>
                  <a:lnTo>
                    <a:pt x="23" y="14"/>
                  </a:lnTo>
                  <a:lnTo>
                    <a:pt x="45" y="20"/>
                  </a:lnTo>
                  <a:lnTo>
                    <a:pt x="66" y="31"/>
                  </a:lnTo>
                  <a:lnTo>
                    <a:pt x="89" y="43"/>
                  </a:lnTo>
                  <a:lnTo>
                    <a:pt x="109" y="61"/>
                  </a:lnTo>
                  <a:lnTo>
                    <a:pt x="129" y="81"/>
                  </a:lnTo>
                  <a:lnTo>
                    <a:pt x="146" y="106"/>
                  </a:lnTo>
                  <a:lnTo>
                    <a:pt x="162" y="133"/>
                  </a:lnTo>
                  <a:lnTo>
                    <a:pt x="178" y="162"/>
                  </a:lnTo>
                  <a:lnTo>
                    <a:pt x="192" y="194"/>
                  </a:lnTo>
                  <a:lnTo>
                    <a:pt x="203" y="229"/>
                  </a:lnTo>
                  <a:lnTo>
                    <a:pt x="214" y="264"/>
                  </a:lnTo>
                  <a:lnTo>
                    <a:pt x="222" y="303"/>
                  </a:lnTo>
                  <a:lnTo>
                    <a:pt x="228" y="342"/>
                  </a:lnTo>
                  <a:lnTo>
                    <a:pt x="232" y="383"/>
                  </a:lnTo>
                  <a:lnTo>
                    <a:pt x="233" y="426"/>
                  </a:lnTo>
                  <a:lnTo>
                    <a:pt x="244"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0455" name="Freeform 53"/>
            <p:cNvSpPr>
              <a:spLocks/>
            </p:cNvSpPr>
            <p:nvPr/>
          </p:nvSpPr>
          <p:spPr bwMode="auto">
            <a:xfrm>
              <a:off x="964" y="1830"/>
              <a:ext cx="48" cy="85"/>
            </a:xfrm>
            <a:custGeom>
              <a:avLst/>
              <a:gdLst>
                <a:gd name="T0" fmla="*/ 0 w 244"/>
                <a:gd name="T1" fmla="*/ 3 h 424"/>
                <a:gd name="T2" fmla="*/ 0 w 244"/>
                <a:gd name="T3" fmla="*/ 3 h 424"/>
                <a:gd name="T4" fmla="*/ 0 w 244"/>
                <a:gd name="T5" fmla="*/ 3 h 424"/>
                <a:gd name="T6" fmla="*/ 0 w 244"/>
                <a:gd name="T7" fmla="*/ 3 h 424"/>
                <a:gd name="T8" fmla="*/ 1 w 244"/>
                <a:gd name="T9" fmla="*/ 3 h 424"/>
                <a:gd name="T10" fmla="*/ 1 w 244"/>
                <a:gd name="T11" fmla="*/ 3 h 424"/>
                <a:gd name="T12" fmla="*/ 1 w 244"/>
                <a:gd name="T13" fmla="*/ 3 h 424"/>
                <a:gd name="T14" fmla="*/ 1 w 244"/>
                <a:gd name="T15" fmla="*/ 3 h 424"/>
                <a:gd name="T16" fmla="*/ 1 w 244"/>
                <a:gd name="T17" fmla="*/ 3 h 424"/>
                <a:gd name="T18" fmla="*/ 1 w 244"/>
                <a:gd name="T19" fmla="*/ 2 h 424"/>
                <a:gd name="T20" fmla="*/ 1 w 244"/>
                <a:gd name="T21" fmla="*/ 2 h 424"/>
                <a:gd name="T22" fmla="*/ 2 w 244"/>
                <a:gd name="T23" fmla="*/ 2 h 424"/>
                <a:gd name="T24" fmla="*/ 2 w 244"/>
                <a:gd name="T25" fmla="*/ 2 h 424"/>
                <a:gd name="T26" fmla="*/ 2 w 244"/>
                <a:gd name="T27" fmla="*/ 1 h 424"/>
                <a:gd name="T28" fmla="*/ 2 w 244"/>
                <a:gd name="T29" fmla="*/ 1 h 424"/>
                <a:gd name="T30" fmla="*/ 2 w 244"/>
                <a:gd name="T31" fmla="*/ 1 h 424"/>
                <a:gd name="T32" fmla="*/ 2 w 244"/>
                <a:gd name="T33" fmla="*/ 0 h 424"/>
                <a:gd name="T34" fmla="*/ 2 w 244"/>
                <a:gd name="T35" fmla="*/ 0 h 424"/>
                <a:gd name="T36" fmla="*/ 2 w 244"/>
                <a:gd name="T37" fmla="*/ 0 h 424"/>
                <a:gd name="T38" fmla="*/ 2 w 244"/>
                <a:gd name="T39" fmla="*/ 0 h 424"/>
                <a:gd name="T40" fmla="*/ 2 w 244"/>
                <a:gd name="T41" fmla="*/ 1 h 424"/>
                <a:gd name="T42" fmla="*/ 2 w 244"/>
                <a:gd name="T43" fmla="*/ 1 h 424"/>
                <a:gd name="T44" fmla="*/ 2 w 244"/>
                <a:gd name="T45" fmla="*/ 1 h 424"/>
                <a:gd name="T46" fmla="*/ 2 w 244"/>
                <a:gd name="T47" fmla="*/ 2 h 424"/>
                <a:gd name="T48" fmla="*/ 1 w 244"/>
                <a:gd name="T49" fmla="*/ 2 h 424"/>
                <a:gd name="T50" fmla="*/ 1 w 244"/>
                <a:gd name="T51" fmla="*/ 2 h 424"/>
                <a:gd name="T52" fmla="*/ 1 w 244"/>
                <a:gd name="T53" fmla="*/ 2 h 424"/>
                <a:gd name="T54" fmla="*/ 1 w 244"/>
                <a:gd name="T55" fmla="*/ 3 h 424"/>
                <a:gd name="T56" fmla="*/ 1 w 244"/>
                <a:gd name="T57" fmla="*/ 3 h 424"/>
                <a:gd name="T58" fmla="*/ 1 w 244"/>
                <a:gd name="T59" fmla="*/ 3 h 424"/>
                <a:gd name="T60" fmla="*/ 1 w 244"/>
                <a:gd name="T61" fmla="*/ 3 h 424"/>
                <a:gd name="T62" fmla="*/ 1 w 244"/>
                <a:gd name="T63" fmla="*/ 3 h 424"/>
                <a:gd name="T64" fmla="*/ 0 w 244"/>
                <a:gd name="T65" fmla="*/ 3 h 424"/>
                <a:gd name="T66" fmla="*/ 0 w 244"/>
                <a:gd name="T67" fmla="*/ 3 h 424"/>
                <a:gd name="T68" fmla="*/ 0 w 244"/>
                <a:gd name="T69" fmla="*/ 3 h 424"/>
                <a:gd name="T70" fmla="*/ 0 w 244"/>
                <a:gd name="T71" fmla="*/ 3 h 424"/>
                <a:gd name="T72" fmla="*/ 0 w 244"/>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4"/>
                <a:gd name="T113" fmla="*/ 244 w 244"/>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4">
                  <a:moveTo>
                    <a:pt x="0" y="424"/>
                  </a:moveTo>
                  <a:lnTo>
                    <a:pt x="0" y="424"/>
                  </a:lnTo>
                  <a:lnTo>
                    <a:pt x="25" y="422"/>
                  </a:lnTo>
                  <a:lnTo>
                    <a:pt x="50" y="416"/>
                  </a:lnTo>
                  <a:lnTo>
                    <a:pt x="73" y="405"/>
                  </a:lnTo>
                  <a:lnTo>
                    <a:pt x="96" y="390"/>
                  </a:lnTo>
                  <a:lnTo>
                    <a:pt x="118" y="373"/>
                  </a:lnTo>
                  <a:lnTo>
                    <a:pt x="138" y="350"/>
                  </a:lnTo>
                  <a:lnTo>
                    <a:pt x="155" y="326"/>
                  </a:lnTo>
                  <a:lnTo>
                    <a:pt x="173" y="299"/>
                  </a:lnTo>
                  <a:lnTo>
                    <a:pt x="189" y="268"/>
                  </a:lnTo>
                  <a:lnTo>
                    <a:pt x="203" y="235"/>
                  </a:lnTo>
                  <a:lnTo>
                    <a:pt x="215" y="201"/>
                  </a:lnTo>
                  <a:lnTo>
                    <a:pt x="226" y="163"/>
                  </a:lnTo>
                  <a:lnTo>
                    <a:pt x="234" y="125"/>
                  </a:lnTo>
                  <a:lnTo>
                    <a:pt x="240" y="85"/>
                  </a:lnTo>
                  <a:lnTo>
                    <a:pt x="243" y="42"/>
                  </a:lnTo>
                  <a:lnTo>
                    <a:pt x="244" y="0"/>
                  </a:lnTo>
                  <a:lnTo>
                    <a:pt x="233" y="0"/>
                  </a:lnTo>
                  <a:lnTo>
                    <a:pt x="232" y="42"/>
                  </a:lnTo>
                  <a:lnTo>
                    <a:pt x="228" y="83"/>
                  </a:lnTo>
                  <a:lnTo>
                    <a:pt x="222" y="123"/>
                  </a:lnTo>
                  <a:lnTo>
                    <a:pt x="214" y="160"/>
                  </a:lnTo>
                  <a:lnTo>
                    <a:pt x="203" y="197"/>
                  </a:lnTo>
                  <a:lnTo>
                    <a:pt x="192" y="231"/>
                  </a:lnTo>
                  <a:lnTo>
                    <a:pt x="178" y="263"/>
                  </a:lnTo>
                  <a:lnTo>
                    <a:pt x="164" y="292"/>
                  </a:lnTo>
                  <a:lnTo>
                    <a:pt x="146" y="319"/>
                  </a:lnTo>
                  <a:lnTo>
                    <a:pt x="129" y="343"/>
                  </a:lnTo>
                  <a:lnTo>
                    <a:pt x="109" y="363"/>
                  </a:lnTo>
                  <a:lnTo>
                    <a:pt x="89" y="381"/>
                  </a:lnTo>
                  <a:lnTo>
                    <a:pt x="66" y="394"/>
                  </a:lnTo>
                  <a:lnTo>
                    <a:pt x="45" y="404"/>
                  </a:lnTo>
                  <a:lnTo>
                    <a:pt x="23" y="410"/>
                  </a:lnTo>
                  <a:lnTo>
                    <a:pt x="0" y="412"/>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0456" name="Freeform 54"/>
            <p:cNvSpPr>
              <a:spLocks/>
            </p:cNvSpPr>
            <p:nvPr/>
          </p:nvSpPr>
          <p:spPr bwMode="auto">
            <a:xfrm>
              <a:off x="915" y="1830"/>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1" y="42"/>
                  </a:lnTo>
                  <a:lnTo>
                    <a:pt x="4" y="85"/>
                  </a:lnTo>
                  <a:lnTo>
                    <a:pt x="10" y="125"/>
                  </a:lnTo>
                  <a:lnTo>
                    <a:pt x="19" y="163"/>
                  </a:lnTo>
                  <a:lnTo>
                    <a:pt x="29" y="201"/>
                  </a:lnTo>
                  <a:lnTo>
                    <a:pt x="41" y="235"/>
                  </a:lnTo>
                  <a:lnTo>
                    <a:pt x="55" y="268"/>
                  </a:lnTo>
                  <a:lnTo>
                    <a:pt x="71" y="299"/>
                  </a:lnTo>
                  <a:lnTo>
                    <a:pt x="89" y="326"/>
                  </a:lnTo>
                  <a:lnTo>
                    <a:pt x="106" y="350"/>
                  </a:lnTo>
                  <a:lnTo>
                    <a:pt x="126" y="373"/>
                  </a:lnTo>
                  <a:lnTo>
                    <a:pt x="149" y="390"/>
                  </a:lnTo>
                  <a:lnTo>
                    <a:pt x="171" y="405"/>
                  </a:lnTo>
                  <a:lnTo>
                    <a:pt x="194" y="416"/>
                  </a:lnTo>
                  <a:lnTo>
                    <a:pt x="219" y="422"/>
                  </a:lnTo>
                  <a:lnTo>
                    <a:pt x="245" y="424"/>
                  </a:lnTo>
                  <a:lnTo>
                    <a:pt x="245" y="412"/>
                  </a:lnTo>
                  <a:lnTo>
                    <a:pt x="221" y="410"/>
                  </a:lnTo>
                  <a:lnTo>
                    <a:pt x="199" y="404"/>
                  </a:lnTo>
                  <a:lnTo>
                    <a:pt x="178" y="394"/>
                  </a:lnTo>
                  <a:lnTo>
                    <a:pt x="156" y="381"/>
                  </a:lnTo>
                  <a:lnTo>
                    <a:pt x="136" y="363"/>
                  </a:lnTo>
                  <a:lnTo>
                    <a:pt x="116" y="343"/>
                  </a:lnTo>
                  <a:lnTo>
                    <a:pt x="98" y="319"/>
                  </a:lnTo>
                  <a:lnTo>
                    <a:pt x="81" y="292"/>
                  </a:lnTo>
                  <a:lnTo>
                    <a:pt x="67" y="263"/>
                  </a:lnTo>
                  <a:lnTo>
                    <a:pt x="52" y="231"/>
                  </a:lnTo>
                  <a:lnTo>
                    <a:pt x="41" y="197"/>
                  </a:lnTo>
                  <a:lnTo>
                    <a:pt x="30" y="160"/>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0457" name="Freeform 55"/>
            <p:cNvSpPr>
              <a:spLocks/>
            </p:cNvSpPr>
            <p:nvPr/>
          </p:nvSpPr>
          <p:spPr bwMode="auto">
            <a:xfrm>
              <a:off x="915" y="1745"/>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0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19" y="2"/>
                  </a:lnTo>
                  <a:lnTo>
                    <a:pt x="194" y="8"/>
                  </a:lnTo>
                  <a:lnTo>
                    <a:pt x="171" y="19"/>
                  </a:lnTo>
                  <a:lnTo>
                    <a:pt x="149" y="34"/>
                  </a:lnTo>
                  <a:lnTo>
                    <a:pt x="126" y="52"/>
                  </a:lnTo>
                  <a:lnTo>
                    <a:pt x="106" y="74"/>
                  </a:lnTo>
                  <a:lnTo>
                    <a:pt x="89" y="99"/>
                  </a:lnTo>
                  <a:lnTo>
                    <a:pt x="70" y="126"/>
                  </a:lnTo>
                  <a:lnTo>
                    <a:pt x="55" y="157"/>
                  </a:lnTo>
                  <a:lnTo>
                    <a:pt x="41" y="189"/>
                  </a:lnTo>
                  <a:lnTo>
                    <a:pt x="29" y="224"/>
                  </a:lnTo>
                  <a:lnTo>
                    <a:pt x="19" y="262"/>
                  </a:lnTo>
                  <a:lnTo>
                    <a:pt x="10" y="300"/>
                  </a:lnTo>
                  <a:lnTo>
                    <a:pt x="4" y="340"/>
                  </a:lnTo>
                  <a:lnTo>
                    <a:pt x="1" y="383"/>
                  </a:lnTo>
                  <a:lnTo>
                    <a:pt x="0" y="426"/>
                  </a:lnTo>
                  <a:lnTo>
                    <a:pt x="11" y="426"/>
                  </a:lnTo>
                  <a:lnTo>
                    <a:pt x="13" y="383"/>
                  </a:lnTo>
                  <a:lnTo>
                    <a:pt x="16" y="342"/>
                  </a:lnTo>
                  <a:lnTo>
                    <a:pt x="22" y="303"/>
                  </a:lnTo>
                  <a:lnTo>
                    <a:pt x="30" y="264"/>
                  </a:lnTo>
                  <a:lnTo>
                    <a:pt x="41" y="229"/>
                  </a:lnTo>
                  <a:lnTo>
                    <a:pt x="52" y="194"/>
                  </a:lnTo>
                  <a:lnTo>
                    <a:pt x="67" y="162"/>
                  </a:lnTo>
                  <a:lnTo>
                    <a:pt x="82" y="133"/>
                  </a:lnTo>
                  <a:lnTo>
                    <a:pt x="98" y="106"/>
                  </a:lnTo>
                  <a:lnTo>
                    <a:pt x="116" y="81"/>
                  </a:lnTo>
                  <a:lnTo>
                    <a:pt x="136" y="61"/>
                  </a:lnTo>
                  <a:lnTo>
                    <a:pt x="156" y="43"/>
                  </a:lnTo>
                  <a:lnTo>
                    <a:pt x="178" y="31"/>
                  </a:lnTo>
                  <a:lnTo>
                    <a:pt x="199" y="20"/>
                  </a:lnTo>
                  <a:lnTo>
                    <a:pt x="221"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0458" name="Freeform 56"/>
            <p:cNvSpPr>
              <a:spLocks/>
            </p:cNvSpPr>
            <p:nvPr/>
          </p:nvSpPr>
          <p:spPr bwMode="auto">
            <a:xfrm>
              <a:off x="1140" y="2087"/>
              <a:ext cx="49" cy="85"/>
            </a:xfrm>
            <a:custGeom>
              <a:avLst/>
              <a:gdLst>
                <a:gd name="T0" fmla="*/ 2 w 246"/>
                <a:gd name="T1" fmla="*/ 3 h 424"/>
                <a:gd name="T2" fmla="*/ 2 w 246"/>
                <a:gd name="T3" fmla="*/ 3 h 424"/>
                <a:gd name="T4" fmla="*/ 2 w 246"/>
                <a:gd name="T5" fmla="*/ 3 h 424"/>
                <a:gd name="T6" fmla="*/ 2 w 246"/>
                <a:gd name="T7" fmla="*/ 3 h 424"/>
                <a:gd name="T8" fmla="*/ 2 w 246"/>
                <a:gd name="T9" fmla="*/ 2 h 424"/>
                <a:gd name="T10" fmla="*/ 2 w 246"/>
                <a:gd name="T11" fmla="*/ 2 h 424"/>
                <a:gd name="T12" fmla="*/ 2 w 246"/>
                <a:gd name="T13" fmla="*/ 2 h 424"/>
                <a:gd name="T14" fmla="*/ 2 w 246"/>
                <a:gd name="T15" fmla="*/ 2 h 424"/>
                <a:gd name="T16" fmla="*/ 2 w 246"/>
                <a:gd name="T17" fmla="*/ 1 h 424"/>
                <a:gd name="T18" fmla="*/ 1 w 246"/>
                <a:gd name="T19" fmla="*/ 1 h 424"/>
                <a:gd name="T20" fmla="*/ 1 w 246"/>
                <a:gd name="T21" fmla="*/ 1 h 424"/>
                <a:gd name="T22" fmla="*/ 1 w 246"/>
                <a:gd name="T23" fmla="*/ 1 h 424"/>
                <a:gd name="T24" fmla="*/ 1 w 246"/>
                <a:gd name="T25" fmla="*/ 0 h 424"/>
                <a:gd name="T26" fmla="*/ 1 w 246"/>
                <a:gd name="T27" fmla="*/ 0 h 424"/>
                <a:gd name="T28" fmla="*/ 1 w 246"/>
                <a:gd name="T29" fmla="*/ 0 h 424"/>
                <a:gd name="T30" fmla="*/ 0 w 246"/>
                <a:gd name="T31" fmla="*/ 0 h 424"/>
                <a:gd name="T32" fmla="*/ 0 w 246"/>
                <a:gd name="T33" fmla="*/ 0 h 424"/>
                <a:gd name="T34" fmla="*/ 0 w 246"/>
                <a:gd name="T35" fmla="*/ 0 h 424"/>
                <a:gd name="T36" fmla="*/ 0 w 246"/>
                <a:gd name="T37" fmla="*/ 0 h 424"/>
                <a:gd name="T38" fmla="*/ 0 w 246"/>
                <a:gd name="T39" fmla="*/ 0 h 424"/>
                <a:gd name="T40" fmla="*/ 0 w 246"/>
                <a:gd name="T41" fmla="*/ 0 h 424"/>
                <a:gd name="T42" fmla="*/ 1 w 246"/>
                <a:gd name="T43" fmla="*/ 0 h 424"/>
                <a:gd name="T44" fmla="*/ 1 w 246"/>
                <a:gd name="T45" fmla="*/ 0 h 424"/>
                <a:gd name="T46" fmla="*/ 1 w 246"/>
                <a:gd name="T47" fmla="*/ 0 h 424"/>
                <a:gd name="T48" fmla="*/ 1 w 246"/>
                <a:gd name="T49" fmla="*/ 1 h 424"/>
                <a:gd name="T50" fmla="*/ 1 w 246"/>
                <a:gd name="T51" fmla="*/ 1 h 424"/>
                <a:gd name="T52" fmla="*/ 1 w 246"/>
                <a:gd name="T53" fmla="*/ 1 h 424"/>
                <a:gd name="T54" fmla="*/ 1 w 246"/>
                <a:gd name="T55" fmla="*/ 1 h 424"/>
                <a:gd name="T56" fmla="*/ 2 w 246"/>
                <a:gd name="T57" fmla="*/ 2 h 424"/>
                <a:gd name="T58" fmla="*/ 2 w 246"/>
                <a:gd name="T59" fmla="*/ 2 h 424"/>
                <a:gd name="T60" fmla="*/ 2 w 246"/>
                <a:gd name="T61" fmla="*/ 2 h 424"/>
                <a:gd name="T62" fmla="*/ 2 w 246"/>
                <a:gd name="T63" fmla="*/ 2 h 424"/>
                <a:gd name="T64" fmla="*/ 2 w 246"/>
                <a:gd name="T65" fmla="*/ 3 h 424"/>
                <a:gd name="T66" fmla="*/ 2 w 246"/>
                <a:gd name="T67" fmla="*/ 3 h 424"/>
                <a:gd name="T68" fmla="*/ 2 w 246"/>
                <a:gd name="T69" fmla="*/ 3 h 424"/>
                <a:gd name="T70" fmla="*/ 2 w 246"/>
                <a:gd name="T71" fmla="*/ 3 h 424"/>
                <a:gd name="T72" fmla="*/ 2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424"/>
                  </a:moveTo>
                  <a:lnTo>
                    <a:pt x="246" y="424"/>
                  </a:lnTo>
                  <a:lnTo>
                    <a:pt x="244" y="382"/>
                  </a:lnTo>
                  <a:lnTo>
                    <a:pt x="241" y="338"/>
                  </a:lnTo>
                  <a:lnTo>
                    <a:pt x="235" y="298"/>
                  </a:lnTo>
                  <a:lnTo>
                    <a:pt x="227" y="261"/>
                  </a:lnTo>
                  <a:lnTo>
                    <a:pt x="216" y="222"/>
                  </a:lnTo>
                  <a:lnTo>
                    <a:pt x="205" y="188"/>
                  </a:lnTo>
                  <a:lnTo>
                    <a:pt x="190" y="155"/>
                  </a:lnTo>
                  <a:lnTo>
                    <a:pt x="174" y="125"/>
                  </a:lnTo>
                  <a:lnTo>
                    <a:pt x="157" y="98"/>
                  </a:lnTo>
                  <a:lnTo>
                    <a:pt x="138" y="73"/>
                  </a:lnTo>
                  <a:lnTo>
                    <a:pt x="118" y="51"/>
                  </a:lnTo>
                  <a:lnTo>
                    <a:pt x="96" y="34"/>
                  </a:lnTo>
                  <a:lnTo>
                    <a:pt x="74" y="18"/>
                  </a:lnTo>
                  <a:lnTo>
                    <a:pt x="50" y="8"/>
                  </a:lnTo>
                  <a:lnTo>
                    <a:pt x="25" y="2"/>
                  </a:lnTo>
                  <a:lnTo>
                    <a:pt x="0" y="0"/>
                  </a:lnTo>
                  <a:lnTo>
                    <a:pt x="0" y="11"/>
                  </a:lnTo>
                  <a:lnTo>
                    <a:pt x="23" y="14"/>
                  </a:lnTo>
                  <a:lnTo>
                    <a:pt x="45" y="19"/>
                  </a:lnTo>
                  <a:lnTo>
                    <a:pt x="67" y="30"/>
                  </a:lnTo>
                  <a:lnTo>
                    <a:pt x="89" y="43"/>
                  </a:lnTo>
                  <a:lnTo>
                    <a:pt x="108" y="60"/>
                  </a:lnTo>
                  <a:lnTo>
                    <a:pt x="128" y="80"/>
                  </a:lnTo>
                  <a:lnTo>
                    <a:pt x="147" y="105"/>
                  </a:lnTo>
                  <a:lnTo>
                    <a:pt x="165" y="132"/>
                  </a:lnTo>
                  <a:lnTo>
                    <a:pt x="179" y="160"/>
                  </a:lnTo>
                  <a:lnTo>
                    <a:pt x="193" y="193"/>
                  </a:lnTo>
                  <a:lnTo>
                    <a:pt x="205" y="227"/>
                  </a:lnTo>
                  <a:lnTo>
                    <a:pt x="215" y="263"/>
                  </a:lnTo>
                  <a:lnTo>
                    <a:pt x="223" y="301"/>
                  </a:lnTo>
                  <a:lnTo>
                    <a:pt x="229" y="341"/>
                  </a:lnTo>
                  <a:lnTo>
                    <a:pt x="233" y="382"/>
                  </a:lnTo>
                  <a:lnTo>
                    <a:pt x="234" y="424"/>
                  </a:lnTo>
                  <a:lnTo>
                    <a:pt x="246"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0459" name="Freeform 57"/>
            <p:cNvSpPr>
              <a:spLocks/>
            </p:cNvSpPr>
            <p:nvPr/>
          </p:nvSpPr>
          <p:spPr bwMode="auto">
            <a:xfrm>
              <a:off x="1140" y="2172"/>
              <a:ext cx="49" cy="85"/>
            </a:xfrm>
            <a:custGeom>
              <a:avLst/>
              <a:gdLst>
                <a:gd name="T0" fmla="*/ 0 w 246"/>
                <a:gd name="T1" fmla="*/ 3 h 426"/>
                <a:gd name="T2" fmla="*/ 0 w 246"/>
                <a:gd name="T3" fmla="*/ 3 h 426"/>
                <a:gd name="T4" fmla="*/ 0 w 246"/>
                <a:gd name="T5" fmla="*/ 3 h 426"/>
                <a:gd name="T6" fmla="*/ 0 w 246"/>
                <a:gd name="T7" fmla="*/ 3 h 426"/>
                <a:gd name="T8" fmla="*/ 1 w 246"/>
                <a:gd name="T9" fmla="*/ 3 h 426"/>
                <a:gd name="T10" fmla="*/ 1 w 246"/>
                <a:gd name="T11" fmla="*/ 3 h 426"/>
                <a:gd name="T12" fmla="*/ 1 w 246"/>
                <a:gd name="T13" fmla="*/ 3 h 426"/>
                <a:gd name="T14" fmla="*/ 1 w 246"/>
                <a:gd name="T15" fmla="*/ 3 h 426"/>
                <a:gd name="T16" fmla="*/ 1 w 246"/>
                <a:gd name="T17" fmla="*/ 3 h 426"/>
                <a:gd name="T18" fmla="*/ 1 w 246"/>
                <a:gd name="T19" fmla="*/ 2 h 426"/>
                <a:gd name="T20" fmla="*/ 2 w 246"/>
                <a:gd name="T21" fmla="*/ 2 h 426"/>
                <a:gd name="T22" fmla="*/ 2 w 246"/>
                <a:gd name="T23" fmla="*/ 2 h 426"/>
                <a:gd name="T24" fmla="*/ 2 w 246"/>
                <a:gd name="T25" fmla="*/ 2 h 426"/>
                <a:gd name="T26" fmla="*/ 2 w 246"/>
                <a:gd name="T27" fmla="*/ 1 h 426"/>
                <a:gd name="T28" fmla="*/ 2 w 246"/>
                <a:gd name="T29" fmla="*/ 1 h 426"/>
                <a:gd name="T30" fmla="*/ 2 w 246"/>
                <a:gd name="T31" fmla="*/ 1 h 426"/>
                <a:gd name="T32" fmla="*/ 2 w 246"/>
                <a:gd name="T33" fmla="*/ 0 h 426"/>
                <a:gd name="T34" fmla="*/ 2 w 246"/>
                <a:gd name="T35" fmla="*/ 0 h 426"/>
                <a:gd name="T36" fmla="*/ 2 w 246"/>
                <a:gd name="T37" fmla="*/ 0 h 426"/>
                <a:gd name="T38" fmla="*/ 2 w 246"/>
                <a:gd name="T39" fmla="*/ 0 h 426"/>
                <a:gd name="T40" fmla="*/ 2 w 246"/>
                <a:gd name="T41" fmla="*/ 1 h 426"/>
                <a:gd name="T42" fmla="*/ 2 w 246"/>
                <a:gd name="T43" fmla="*/ 1 h 426"/>
                <a:gd name="T44" fmla="*/ 2 w 246"/>
                <a:gd name="T45" fmla="*/ 1 h 426"/>
                <a:gd name="T46" fmla="*/ 2 w 246"/>
                <a:gd name="T47" fmla="*/ 2 h 426"/>
                <a:gd name="T48" fmla="*/ 2 w 246"/>
                <a:gd name="T49" fmla="*/ 2 h 426"/>
                <a:gd name="T50" fmla="*/ 1 w 246"/>
                <a:gd name="T51" fmla="*/ 2 h 426"/>
                <a:gd name="T52" fmla="*/ 1 w 246"/>
                <a:gd name="T53" fmla="*/ 2 h 426"/>
                <a:gd name="T54" fmla="*/ 1 w 246"/>
                <a:gd name="T55" fmla="*/ 3 h 426"/>
                <a:gd name="T56" fmla="*/ 1 w 246"/>
                <a:gd name="T57" fmla="*/ 3 h 426"/>
                <a:gd name="T58" fmla="*/ 1 w 246"/>
                <a:gd name="T59" fmla="*/ 3 h 426"/>
                <a:gd name="T60" fmla="*/ 1 w 246"/>
                <a:gd name="T61" fmla="*/ 3 h 426"/>
                <a:gd name="T62" fmla="*/ 1 w 246"/>
                <a:gd name="T63" fmla="*/ 3 h 426"/>
                <a:gd name="T64" fmla="*/ 0 w 246"/>
                <a:gd name="T65" fmla="*/ 3 h 426"/>
                <a:gd name="T66" fmla="*/ 0 w 246"/>
                <a:gd name="T67" fmla="*/ 3 h 426"/>
                <a:gd name="T68" fmla="*/ 0 w 246"/>
                <a:gd name="T69" fmla="*/ 3 h 426"/>
                <a:gd name="T70" fmla="*/ 0 w 246"/>
                <a:gd name="T71" fmla="*/ 3 h 426"/>
                <a:gd name="T72" fmla="*/ 0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426"/>
                  </a:moveTo>
                  <a:lnTo>
                    <a:pt x="0" y="426"/>
                  </a:lnTo>
                  <a:lnTo>
                    <a:pt x="25" y="423"/>
                  </a:lnTo>
                  <a:lnTo>
                    <a:pt x="50" y="417"/>
                  </a:lnTo>
                  <a:lnTo>
                    <a:pt x="74" y="407"/>
                  </a:lnTo>
                  <a:lnTo>
                    <a:pt x="96" y="392"/>
                  </a:lnTo>
                  <a:lnTo>
                    <a:pt x="118" y="373"/>
                  </a:lnTo>
                  <a:lnTo>
                    <a:pt x="138" y="350"/>
                  </a:lnTo>
                  <a:lnTo>
                    <a:pt x="157" y="327"/>
                  </a:lnTo>
                  <a:lnTo>
                    <a:pt x="175" y="299"/>
                  </a:lnTo>
                  <a:lnTo>
                    <a:pt x="190" y="268"/>
                  </a:lnTo>
                  <a:lnTo>
                    <a:pt x="205" y="236"/>
                  </a:lnTo>
                  <a:lnTo>
                    <a:pt x="216" y="202"/>
                  </a:lnTo>
                  <a:lnTo>
                    <a:pt x="227" y="164"/>
                  </a:lnTo>
                  <a:lnTo>
                    <a:pt x="235" y="125"/>
                  </a:lnTo>
                  <a:lnTo>
                    <a:pt x="241" y="86"/>
                  </a:lnTo>
                  <a:lnTo>
                    <a:pt x="244" y="42"/>
                  </a:lnTo>
                  <a:lnTo>
                    <a:pt x="246" y="0"/>
                  </a:lnTo>
                  <a:lnTo>
                    <a:pt x="234" y="0"/>
                  </a:lnTo>
                  <a:lnTo>
                    <a:pt x="233" y="42"/>
                  </a:lnTo>
                  <a:lnTo>
                    <a:pt x="229" y="83"/>
                  </a:lnTo>
                  <a:lnTo>
                    <a:pt x="223" y="123"/>
                  </a:lnTo>
                  <a:lnTo>
                    <a:pt x="215" y="162"/>
                  </a:lnTo>
                  <a:lnTo>
                    <a:pt x="205" y="197"/>
                  </a:lnTo>
                  <a:lnTo>
                    <a:pt x="193" y="231"/>
                  </a:lnTo>
                  <a:lnTo>
                    <a:pt x="179" y="264"/>
                  </a:lnTo>
                  <a:lnTo>
                    <a:pt x="164" y="292"/>
                  </a:lnTo>
                  <a:lnTo>
                    <a:pt x="147" y="320"/>
                  </a:lnTo>
                  <a:lnTo>
                    <a:pt x="128" y="343"/>
                  </a:lnTo>
                  <a:lnTo>
                    <a:pt x="108" y="363"/>
                  </a:lnTo>
                  <a:lnTo>
                    <a:pt x="89" y="382"/>
                  </a:lnTo>
                  <a:lnTo>
                    <a:pt x="67" y="395"/>
                  </a:lnTo>
                  <a:lnTo>
                    <a:pt x="45" y="406"/>
                  </a:lnTo>
                  <a:lnTo>
                    <a:pt x="23" y="411"/>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0460" name="Freeform 58"/>
            <p:cNvSpPr>
              <a:spLocks/>
            </p:cNvSpPr>
            <p:nvPr/>
          </p:nvSpPr>
          <p:spPr bwMode="auto">
            <a:xfrm>
              <a:off x="1091" y="2172"/>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4" y="86"/>
                  </a:lnTo>
                  <a:lnTo>
                    <a:pt x="10" y="125"/>
                  </a:lnTo>
                  <a:lnTo>
                    <a:pt x="18" y="164"/>
                  </a:lnTo>
                  <a:lnTo>
                    <a:pt x="29" y="202"/>
                  </a:lnTo>
                  <a:lnTo>
                    <a:pt x="41" y="236"/>
                  </a:lnTo>
                  <a:lnTo>
                    <a:pt x="55" y="268"/>
                  </a:lnTo>
                  <a:lnTo>
                    <a:pt x="70" y="299"/>
                  </a:lnTo>
                  <a:lnTo>
                    <a:pt x="89" y="327"/>
                  </a:lnTo>
                  <a:lnTo>
                    <a:pt x="106" y="350"/>
                  </a:lnTo>
                  <a:lnTo>
                    <a:pt x="126" y="373"/>
                  </a:lnTo>
                  <a:lnTo>
                    <a:pt x="148" y="392"/>
                  </a:lnTo>
                  <a:lnTo>
                    <a:pt x="171" y="407"/>
                  </a:lnTo>
                  <a:lnTo>
                    <a:pt x="194" y="417"/>
                  </a:lnTo>
                  <a:lnTo>
                    <a:pt x="219" y="423"/>
                  </a:lnTo>
                  <a:lnTo>
                    <a:pt x="245" y="426"/>
                  </a:lnTo>
                  <a:lnTo>
                    <a:pt x="245" y="414"/>
                  </a:lnTo>
                  <a:lnTo>
                    <a:pt x="221" y="411"/>
                  </a:lnTo>
                  <a:lnTo>
                    <a:pt x="199" y="406"/>
                  </a:lnTo>
                  <a:lnTo>
                    <a:pt x="178" y="395"/>
                  </a:lnTo>
                  <a:lnTo>
                    <a:pt x="155" y="382"/>
                  </a:lnTo>
                  <a:lnTo>
                    <a:pt x="136" y="363"/>
                  </a:lnTo>
                  <a:lnTo>
                    <a:pt x="116" y="343"/>
                  </a:lnTo>
                  <a:lnTo>
                    <a:pt x="98" y="320"/>
                  </a:lnTo>
                  <a:lnTo>
                    <a:pt x="82" y="292"/>
                  </a:lnTo>
                  <a:lnTo>
                    <a:pt x="66" y="264"/>
                  </a:lnTo>
                  <a:lnTo>
                    <a:pt x="52" y="231"/>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0461" name="Freeform 59"/>
            <p:cNvSpPr>
              <a:spLocks/>
            </p:cNvSpPr>
            <p:nvPr/>
          </p:nvSpPr>
          <p:spPr bwMode="auto">
            <a:xfrm>
              <a:off x="1091" y="2087"/>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4" y="8"/>
                  </a:lnTo>
                  <a:lnTo>
                    <a:pt x="171" y="18"/>
                  </a:lnTo>
                  <a:lnTo>
                    <a:pt x="148" y="34"/>
                  </a:lnTo>
                  <a:lnTo>
                    <a:pt x="126" y="51"/>
                  </a:lnTo>
                  <a:lnTo>
                    <a:pt x="106" y="73"/>
                  </a:lnTo>
                  <a:lnTo>
                    <a:pt x="89" y="98"/>
                  </a:lnTo>
                  <a:lnTo>
                    <a:pt x="71" y="125"/>
                  </a:lnTo>
                  <a:lnTo>
                    <a:pt x="55" y="155"/>
                  </a:lnTo>
                  <a:lnTo>
                    <a:pt x="41" y="188"/>
                  </a:lnTo>
                  <a:lnTo>
                    <a:pt x="29" y="222"/>
                  </a:lnTo>
                  <a:lnTo>
                    <a:pt x="18" y="261"/>
                  </a:lnTo>
                  <a:lnTo>
                    <a:pt x="10" y="298"/>
                  </a:lnTo>
                  <a:lnTo>
                    <a:pt x="4" y="338"/>
                  </a:lnTo>
                  <a:lnTo>
                    <a:pt x="1" y="382"/>
                  </a:lnTo>
                  <a:lnTo>
                    <a:pt x="0" y="424"/>
                  </a:lnTo>
                  <a:lnTo>
                    <a:pt x="11" y="424"/>
                  </a:lnTo>
                  <a:lnTo>
                    <a:pt x="13" y="382"/>
                  </a:lnTo>
                  <a:lnTo>
                    <a:pt x="16" y="341"/>
                  </a:lnTo>
                  <a:lnTo>
                    <a:pt x="22" y="301"/>
                  </a:lnTo>
                  <a:lnTo>
                    <a:pt x="30" y="263"/>
                  </a:lnTo>
                  <a:lnTo>
                    <a:pt x="41" y="227"/>
                  </a:lnTo>
                  <a:lnTo>
                    <a:pt x="52" y="193"/>
                  </a:lnTo>
                  <a:lnTo>
                    <a:pt x="66" y="160"/>
                  </a:lnTo>
                  <a:lnTo>
                    <a:pt x="80" y="132"/>
                  </a:lnTo>
                  <a:lnTo>
                    <a:pt x="98" y="105"/>
                  </a:lnTo>
                  <a:lnTo>
                    <a:pt x="116" y="80"/>
                  </a:lnTo>
                  <a:lnTo>
                    <a:pt x="136" y="60"/>
                  </a:lnTo>
                  <a:lnTo>
                    <a:pt x="155" y="43"/>
                  </a:lnTo>
                  <a:lnTo>
                    <a:pt x="178" y="30"/>
                  </a:lnTo>
                  <a:lnTo>
                    <a:pt x="199" y="19"/>
                  </a:lnTo>
                  <a:lnTo>
                    <a:pt x="221" y="14"/>
                  </a:lnTo>
                  <a:lnTo>
                    <a:pt x="245" y="11"/>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0462" name="Freeform 60"/>
            <p:cNvSpPr>
              <a:spLocks/>
            </p:cNvSpPr>
            <p:nvPr/>
          </p:nvSpPr>
          <p:spPr bwMode="auto">
            <a:xfrm>
              <a:off x="1392" y="2118"/>
              <a:ext cx="49" cy="85"/>
            </a:xfrm>
            <a:custGeom>
              <a:avLst/>
              <a:gdLst>
                <a:gd name="T0" fmla="*/ 2 w 246"/>
                <a:gd name="T1" fmla="*/ 3 h 426"/>
                <a:gd name="T2" fmla="*/ 2 w 246"/>
                <a:gd name="T3" fmla="*/ 3 h 426"/>
                <a:gd name="T4" fmla="*/ 2 w 246"/>
                <a:gd name="T5" fmla="*/ 3 h 426"/>
                <a:gd name="T6" fmla="*/ 2 w 246"/>
                <a:gd name="T7" fmla="*/ 3 h 426"/>
                <a:gd name="T8" fmla="*/ 2 w 246"/>
                <a:gd name="T9" fmla="*/ 2 h 426"/>
                <a:gd name="T10" fmla="*/ 2 w 246"/>
                <a:gd name="T11" fmla="*/ 2 h 426"/>
                <a:gd name="T12" fmla="*/ 2 w 246"/>
                <a:gd name="T13" fmla="*/ 2 h 426"/>
                <a:gd name="T14" fmla="*/ 2 w 246"/>
                <a:gd name="T15" fmla="*/ 2 h 426"/>
                <a:gd name="T16" fmla="*/ 2 w 246"/>
                <a:gd name="T17" fmla="*/ 1 h 426"/>
                <a:gd name="T18" fmla="*/ 1 w 246"/>
                <a:gd name="T19" fmla="*/ 1 h 426"/>
                <a:gd name="T20" fmla="*/ 1 w 246"/>
                <a:gd name="T21" fmla="*/ 1 h 426"/>
                <a:gd name="T22" fmla="*/ 1 w 246"/>
                <a:gd name="T23" fmla="*/ 1 h 426"/>
                <a:gd name="T24" fmla="*/ 1 w 246"/>
                <a:gd name="T25" fmla="*/ 0 h 426"/>
                <a:gd name="T26" fmla="*/ 1 w 246"/>
                <a:gd name="T27" fmla="*/ 0 h 426"/>
                <a:gd name="T28" fmla="*/ 1 w 246"/>
                <a:gd name="T29" fmla="*/ 0 h 426"/>
                <a:gd name="T30" fmla="*/ 0 w 246"/>
                <a:gd name="T31" fmla="*/ 0 h 426"/>
                <a:gd name="T32" fmla="*/ 0 w 246"/>
                <a:gd name="T33" fmla="*/ 0 h 426"/>
                <a:gd name="T34" fmla="*/ 0 w 246"/>
                <a:gd name="T35" fmla="*/ 0 h 426"/>
                <a:gd name="T36" fmla="*/ 0 w 246"/>
                <a:gd name="T37" fmla="*/ 0 h 426"/>
                <a:gd name="T38" fmla="*/ 0 w 246"/>
                <a:gd name="T39" fmla="*/ 0 h 426"/>
                <a:gd name="T40" fmla="*/ 0 w 246"/>
                <a:gd name="T41" fmla="*/ 0 h 426"/>
                <a:gd name="T42" fmla="*/ 1 w 246"/>
                <a:gd name="T43" fmla="*/ 0 h 426"/>
                <a:gd name="T44" fmla="*/ 1 w 246"/>
                <a:gd name="T45" fmla="*/ 0 h 426"/>
                <a:gd name="T46" fmla="*/ 1 w 246"/>
                <a:gd name="T47" fmla="*/ 1 h 426"/>
                <a:gd name="T48" fmla="*/ 1 w 246"/>
                <a:gd name="T49" fmla="*/ 1 h 426"/>
                <a:gd name="T50" fmla="*/ 1 w 246"/>
                <a:gd name="T51" fmla="*/ 1 h 426"/>
                <a:gd name="T52" fmla="*/ 1 w 246"/>
                <a:gd name="T53" fmla="*/ 1 h 426"/>
                <a:gd name="T54" fmla="*/ 1 w 246"/>
                <a:gd name="T55" fmla="*/ 1 h 426"/>
                <a:gd name="T56" fmla="*/ 2 w 246"/>
                <a:gd name="T57" fmla="*/ 2 h 426"/>
                <a:gd name="T58" fmla="*/ 2 w 246"/>
                <a:gd name="T59" fmla="*/ 2 h 426"/>
                <a:gd name="T60" fmla="*/ 2 w 246"/>
                <a:gd name="T61" fmla="*/ 2 h 426"/>
                <a:gd name="T62" fmla="*/ 2 w 246"/>
                <a:gd name="T63" fmla="*/ 2 h 426"/>
                <a:gd name="T64" fmla="*/ 2 w 246"/>
                <a:gd name="T65" fmla="*/ 3 h 426"/>
                <a:gd name="T66" fmla="*/ 2 w 246"/>
                <a:gd name="T67" fmla="*/ 3 h 426"/>
                <a:gd name="T68" fmla="*/ 2 w 246"/>
                <a:gd name="T69" fmla="*/ 3 h 426"/>
                <a:gd name="T70" fmla="*/ 2 w 246"/>
                <a:gd name="T71" fmla="*/ 3 h 426"/>
                <a:gd name="T72" fmla="*/ 2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246" y="426"/>
                  </a:moveTo>
                  <a:lnTo>
                    <a:pt x="246" y="426"/>
                  </a:lnTo>
                  <a:lnTo>
                    <a:pt x="245" y="384"/>
                  </a:lnTo>
                  <a:lnTo>
                    <a:pt x="242" y="340"/>
                  </a:lnTo>
                  <a:lnTo>
                    <a:pt x="236" y="301"/>
                  </a:lnTo>
                  <a:lnTo>
                    <a:pt x="228" y="262"/>
                  </a:lnTo>
                  <a:lnTo>
                    <a:pt x="217" y="224"/>
                  </a:lnTo>
                  <a:lnTo>
                    <a:pt x="205" y="190"/>
                  </a:lnTo>
                  <a:lnTo>
                    <a:pt x="191" y="158"/>
                  </a:lnTo>
                  <a:lnTo>
                    <a:pt x="176" y="126"/>
                  </a:lnTo>
                  <a:lnTo>
                    <a:pt x="157" y="99"/>
                  </a:lnTo>
                  <a:lnTo>
                    <a:pt x="139" y="75"/>
                  </a:lnTo>
                  <a:lnTo>
                    <a:pt x="119" y="53"/>
                  </a:lnTo>
                  <a:lnTo>
                    <a:pt x="96" y="34"/>
                  </a:lnTo>
                  <a:lnTo>
                    <a:pt x="75" y="19"/>
                  </a:lnTo>
                  <a:lnTo>
                    <a:pt x="51" y="9"/>
                  </a:lnTo>
                  <a:lnTo>
                    <a:pt x="26" y="3"/>
                  </a:lnTo>
                  <a:lnTo>
                    <a:pt x="0" y="0"/>
                  </a:lnTo>
                  <a:lnTo>
                    <a:pt x="0" y="12"/>
                  </a:lnTo>
                  <a:lnTo>
                    <a:pt x="24" y="15"/>
                  </a:lnTo>
                  <a:lnTo>
                    <a:pt x="46" y="20"/>
                  </a:lnTo>
                  <a:lnTo>
                    <a:pt x="68" y="31"/>
                  </a:lnTo>
                  <a:lnTo>
                    <a:pt x="89" y="44"/>
                  </a:lnTo>
                  <a:lnTo>
                    <a:pt x="109" y="63"/>
                  </a:lnTo>
                  <a:lnTo>
                    <a:pt x="129" y="83"/>
                  </a:lnTo>
                  <a:lnTo>
                    <a:pt x="148" y="106"/>
                  </a:lnTo>
                  <a:lnTo>
                    <a:pt x="164" y="133"/>
                  </a:lnTo>
                  <a:lnTo>
                    <a:pt x="180" y="162"/>
                  </a:lnTo>
                  <a:lnTo>
                    <a:pt x="194" y="195"/>
                  </a:lnTo>
                  <a:lnTo>
                    <a:pt x="205" y="229"/>
                  </a:lnTo>
                  <a:lnTo>
                    <a:pt x="216" y="264"/>
                  </a:lnTo>
                  <a:lnTo>
                    <a:pt x="224" y="303"/>
                  </a:lnTo>
                  <a:lnTo>
                    <a:pt x="230" y="343"/>
                  </a:lnTo>
                  <a:lnTo>
                    <a:pt x="233" y="384"/>
                  </a:lnTo>
                  <a:lnTo>
                    <a:pt x="235" y="426"/>
                  </a:lnTo>
                  <a:lnTo>
                    <a:pt x="246"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0463" name="Freeform 61"/>
            <p:cNvSpPr>
              <a:spLocks/>
            </p:cNvSpPr>
            <p:nvPr/>
          </p:nvSpPr>
          <p:spPr bwMode="auto">
            <a:xfrm>
              <a:off x="1392" y="2203"/>
              <a:ext cx="49" cy="85"/>
            </a:xfrm>
            <a:custGeom>
              <a:avLst/>
              <a:gdLst>
                <a:gd name="T0" fmla="*/ 0 w 246"/>
                <a:gd name="T1" fmla="*/ 3 h 424"/>
                <a:gd name="T2" fmla="*/ 0 w 246"/>
                <a:gd name="T3" fmla="*/ 3 h 424"/>
                <a:gd name="T4" fmla="*/ 0 w 246"/>
                <a:gd name="T5" fmla="*/ 3 h 424"/>
                <a:gd name="T6" fmla="*/ 0 w 246"/>
                <a:gd name="T7" fmla="*/ 3 h 424"/>
                <a:gd name="T8" fmla="*/ 1 w 246"/>
                <a:gd name="T9" fmla="*/ 3 h 424"/>
                <a:gd name="T10" fmla="*/ 1 w 246"/>
                <a:gd name="T11" fmla="*/ 3 h 424"/>
                <a:gd name="T12" fmla="*/ 1 w 246"/>
                <a:gd name="T13" fmla="*/ 3 h 424"/>
                <a:gd name="T14" fmla="*/ 1 w 246"/>
                <a:gd name="T15" fmla="*/ 3 h 424"/>
                <a:gd name="T16" fmla="*/ 1 w 246"/>
                <a:gd name="T17" fmla="*/ 3 h 424"/>
                <a:gd name="T18" fmla="*/ 1 w 246"/>
                <a:gd name="T19" fmla="*/ 2 h 424"/>
                <a:gd name="T20" fmla="*/ 2 w 246"/>
                <a:gd name="T21" fmla="*/ 2 h 424"/>
                <a:gd name="T22" fmla="*/ 2 w 246"/>
                <a:gd name="T23" fmla="*/ 2 h 424"/>
                <a:gd name="T24" fmla="*/ 2 w 246"/>
                <a:gd name="T25" fmla="*/ 2 h 424"/>
                <a:gd name="T26" fmla="*/ 2 w 246"/>
                <a:gd name="T27" fmla="*/ 1 h 424"/>
                <a:gd name="T28" fmla="*/ 2 w 246"/>
                <a:gd name="T29" fmla="*/ 1 h 424"/>
                <a:gd name="T30" fmla="*/ 2 w 246"/>
                <a:gd name="T31" fmla="*/ 1 h 424"/>
                <a:gd name="T32" fmla="*/ 2 w 246"/>
                <a:gd name="T33" fmla="*/ 0 h 424"/>
                <a:gd name="T34" fmla="*/ 2 w 246"/>
                <a:gd name="T35" fmla="*/ 0 h 424"/>
                <a:gd name="T36" fmla="*/ 2 w 246"/>
                <a:gd name="T37" fmla="*/ 0 h 424"/>
                <a:gd name="T38" fmla="*/ 2 w 246"/>
                <a:gd name="T39" fmla="*/ 0 h 424"/>
                <a:gd name="T40" fmla="*/ 2 w 246"/>
                <a:gd name="T41" fmla="*/ 1 h 424"/>
                <a:gd name="T42" fmla="*/ 2 w 246"/>
                <a:gd name="T43" fmla="*/ 1 h 424"/>
                <a:gd name="T44" fmla="*/ 2 w 246"/>
                <a:gd name="T45" fmla="*/ 1 h 424"/>
                <a:gd name="T46" fmla="*/ 2 w 246"/>
                <a:gd name="T47" fmla="*/ 2 h 424"/>
                <a:gd name="T48" fmla="*/ 2 w 246"/>
                <a:gd name="T49" fmla="*/ 2 h 424"/>
                <a:gd name="T50" fmla="*/ 1 w 246"/>
                <a:gd name="T51" fmla="*/ 2 h 424"/>
                <a:gd name="T52" fmla="*/ 1 w 246"/>
                <a:gd name="T53" fmla="*/ 2 h 424"/>
                <a:gd name="T54" fmla="*/ 1 w 246"/>
                <a:gd name="T55" fmla="*/ 3 h 424"/>
                <a:gd name="T56" fmla="*/ 1 w 246"/>
                <a:gd name="T57" fmla="*/ 3 h 424"/>
                <a:gd name="T58" fmla="*/ 1 w 246"/>
                <a:gd name="T59" fmla="*/ 3 h 424"/>
                <a:gd name="T60" fmla="*/ 1 w 246"/>
                <a:gd name="T61" fmla="*/ 3 h 424"/>
                <a:gd name="T62" fmla="*/ 1 w 246"/>
                <a:gd name="T63" fmla="*/ 3 h 424"/>
                <a:gd name="T64" fmla="*/ 0 w 246"/>
                <a:gd name="T65" fmla="*/ 3 h 424"/>
                <a:gd name="T66" fmla="*/ 0 w 246"/>
                <a:gd name="T67" fmla="*/ 3 h 424"/>
                <a:gd name="T68" fmla="*/ 0 w 246"/>
                <a:gd name="T69" fmla="*/ 3 h 424"/>
                <a:gd name="T70" fmla="*/ 0 w 246"/>
                <a:gd name="T71" fmla="*/ 3 h 424"/>
                <a:gd name="T72" fmla="*/ 0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0" y="424"/>
                  </a:moveTo>
                  <a:lnTo>
                    <a:pt x="0" y="424"/>
                  </a:lnTo>
                  <a:lnTo>
                    <a:pt x="26" y="422"/>
                  </a:lnTo>
                  <a:lnTo>
                    <a:pt x="51" y="416"/>
                  </a:lnTo>
                  <a:lnTo>
                    <a:pt x="75" y="406"/>
                  </a:lnTo>
                  <a:lnTo>
                    <a:pt x="96" y="390"/>
                  </a:lnTo>
                  <a:lnTo>
                    <a:pt x="119" y="373"/>
                  </a:lnTo>
                  <a:lnTo>
                    <a:pt x="139" y="351"/>
                  </a:lnTo>
                  <a:lnTo>
                    <a:pt x="157" y="326"/>
                  </a:lnTo>
                  <a:lnTo>
                    <a:pt x="175" y="299"/>
                  </a:lnTo>
                  <a:lnTo>
                    <a:pt x="191" y="269"/>
                  </a:lnTo>
                  <a:lnTo>
                    <a:pt x="205" y="236"/>
                  </a:lnTo>
                  <a:lnTo>
                    <a:pt x="217" y="202"/>
                  </a:lnTo>
                  <a:lnTo>
                    <a:pt x="228" y="163"/>
                  </a:lnTo>
                  <a:lnTo>
                    <a:pt x="236" y="125"/>
                  </a:lnTo>
                  <a:lnTo>
                    <a:pt x="242" y="86"/>
                  </a:lnTo>
                  <a:lnTo>
                    <a:pt x="245" y="42"/>
                  </a:lnTo>
                  <a:lnTo>
                    <a:pt x="246" y="0"/>
                  </a:lnTo>
                  <a:lnTo>
                    <a:pt x="235" y="0"/>
                  </a:lnTo>
                  <a:lnTo>
                    <a:pt x="233" y="42"/>
                  </a:lnTo>
                  <a:lnTo>
                    <a:pt x="230" y="83"/>
                  </a:lnTo>
                  <a:lnTo>
                    <a:pt x="224" y="123"/>
                  </a:lnTo>
                  <a:lnTo>
                    <a:pt x="216" y="161"/>
                  </a:lnTo>
                  <a:lnTo>
                    <a:pt x="205" y="197"/>
                  </a:lnTo>
                  <a:lnTo>
                    <a:pt x="194" y="231"/>
                  </a:lnTo>
                  <a:lnTo>
                    <a:pt x="180" y="264"/>
                  </a:lnTo>
                  <a:lnTo>
                    <a:pt x="166" y="292"/>
                  </a:lnTo>
                  <a:lnTo>
                    <a:pt x="148" y="319"/>
                  </a:lnTo>
                  <a:lnTo>
                    <a:pt x="129" y="344"/>
                  </a:lnTo>
                  <a:lnTo>
                    <a:pt x="109" y="364"/>
                  </a:lnTo>
                  <a:lnTo>
                    <a:pt x="89" y="381"/>
                  </a:lnTo>
                  <a:lnTo>
                    <a:pt x="68" y="394"/>
                  </a:lnTo>
                  <a:lnTo>
                    <a:pt x="46" y="405"/>
                  </a:lnTo>
                  <a:lnTo>
                    <a:pt x="24" y="410"/>
                  </a:lnTo>
                  <a:lnTo>
                    <a:pt x="0" y="413"/>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0464" name="Freeform 62"/>
            <p:cNvSpPr>
              <a:spLocks/>
            </p:cNvSpPr>
            <p:nvPr/>
          </p:nvSpPr>
          <p:spPr bwMode="auto">
            <a:xfrm>
              <a:off x="1343" y="2203"/>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2" y="42"/>
                  </a:lnTo>
                  <a:lnTo>
                    <a:pt x="5" y="86"/>
                  </a:lnTo>
                  <a:lnTo>
                    <a:pt x="11" y="125"/>
                  </a:lnTo>
                  <a:lnTo>
                    <a:pt x="19" y="163"/>
                  </a:lnTo>
                  <a:lnTo>
                    <a:pt x="30" y="202"/>
                  </a:lnTo>
                  <a:lnTo>
                    <a:pt x="41" y="236"/>
                  </a:lnTo>
                  <a:lnTo>
                    <a:pt x="56" y="269"/>
                  </a:lnTo>
                  <a:lnTo>
                    <a:pt x="72" y="299"/>
                  </a:lnTo>
                  <a:lnTo>
                    <a:pt x="90" y="326"/>
                  </a:lnTo>
                  <a:lnTo>
                    <a:pt x="108" y="351"/>
                  </a:lnTo>
                  <a:lnTo>
                    <a:pt x="127" y="373"/>
                  </a:lnTo>
                  <a:lnTo>
                    <a:pt x="149" y="390"/>
                  </a:lnTo>
                  <a:lnTo>
                    <a:pt x="172" y="406"/>
                  </a:lnTo>
                  <a:lnTo>
                    <a:pt x="195" y="416"/>
                  </a:lnTo>
                  <a:lnTo>
                    <a:pt x="220" y="422"/>
                  </a:lnTo>
                  <a:lnTo>
                    <a:pt x="245" y="424"/>
                  </a:lnTo>
                  <a:lnTo>
                    <a:pt x="245" y="413"/>
                  </a:lnTo>
                  <a:lnTo>
                    <a:pt x="222" y="410"/>
                  </a:lnTo>
                  <a:lnTo>
                    <a:pt x="200" y="405"/>
                  </a:lnTo>
                  <a:lnTo>
                    <a:pt x="179" y="394"/>
                  </a:lnTo>
                  <a:lnTo>
                    <a:pt x="156" y="381"/>
                  </a:lnTo>
                  <a:lnTo>
                    <a:pt x="136" y="364"/>
                  </a:lnTo>
                  <a:lnTo>
                    <a:pt x="118" y="344"/>
                  </a:lnTo>
                  <a:lnTo>
                    <a:pt x="99" y="319"/>
                  </a:lnTo>
                  <a:lnTo>
                    <a:pt x="81" y="292"/>
                  </a:lnTo>
                  <a:lnTo>
                    <a:pt x="67" y="264"/>
                  </a:lnTo>
                  <a:lnTo>
                    <a:pt x="53" y="231"/>
                  </a:lnTo>
                  <a:lnTo>
                    <a:pt x="41" y="197"/>
                  </a:lnTo>
                  <a:lnTo>
                    <a:pt x="31" y="161"/>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0465" name="Freeform 63"/>
            <p:cNvSpPr>
              <a:spLocks/>
            </p:cNvSpPr>
            <p:nvPr/>
          </p:nvSpPr>
          <p:spPr bwMode="auto">
            <a:xfrm>
              <a:off x="1343" y="2118"/>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1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20" y="3"/>
                  </a:lnTo>
                  <a:lnTo>
                    <a:pt x="195" y="9"/>
                  </a:lnTo>
                  <a:lnTo>
                    <a:pt x="172" y="19"/>
                  </a:lnTo>
                  <a:lnTo>
                    <a:pt x="149" y="34"/>
                  </a:lnTo>
                  <a:lnTo>
                    <a:pt x="127" y="53"/>
                  </a:lnTo>
                  <a:lnTo>
                    <a:pt x="108" y="75"/>
                  </a:lnTo>
                  <a:lnTo>
                    <a:pt x="90" y="99"/>
                  </a:lnTo>
                  <a:lnTo>
                    <a:pt x="71" y="126"/>
                  </a:lnTo>
                  <a:lnTo>
                    <a:pt x="56" y="158"/>
                  </a:lnTo>
                  <a:lnTo>
                    <a:pt x="41" y="190"/>
                  </a:lnTo>
                  <a:lnTo>
                    <a:pt x="30" y="224"/>
                  </a:lnTo>
                  <a:lnTo>
                    <a:pt x="19" y="262"/>
                  </a:lnTo>
                  <a:lnTo>
                    <a:pt x="11" y="301"/>
                  </a:lnTo>
                  <a:lnTo>
                    <a:pt x="5" y="340"/>
                  </a:lnTo>
                  <a:lnTo>
                    <a:pt x="2" y="384"/>
                  </a:lnTo>
                  <a:lnTo>
                    <a:pt x="0" y="426"/>
                  </a:lnTo>
                  <a:lnTo>
                    <a:pt x="12" y="426"/>
                  </a:lnTo>
                  <a:lnTo>
                    <a:pt x="13" y="384"/>
                  </a:lnTo>
                  <a:lnTo>
                    <a:pt x="17" y="343"/>
                  </a:lnTo>
                  <a:lnTo>
                    <a:pt x="23" y="303"/>
                  </a:lnTo>
                  <a:lnTo>
                    <a:pt x="31" y="264"/>
                  </a:lnTo>
                  <a:lnTo>
                    <a:pt x="41" y="229"/>
                  </a:lnTo>
                  <a:lnTo>
                    <a:pt x="53" y="195"/>
                  </a:lnTo>
                  <a:lnTo>
                    <a:pt x="67" y="162"/>
                  </a:lnTo>
                  <a:lnTo>
                    <a:pt x="82" y="133"/>
                  </a:lnTo>
                  <a:lnTo>
                    <a:pt x="99" y="106"/>
                  </a:lnTo>
                  <a:lnTo>
                    <a:pt x="118" y="83"/>
                  </a:lnTo>
                  <a:lnTo>
                    <a:pt x="136" y="63"/>
                  </a:lnTo>
                  <a:lnTo>
                    <a:pt x="156" y="44"/>
                  </a:lnTo>
                  <a:lnTo>
                    <a:pt x="179" y="31"/>
                  </a:lnTo>
                  <a:lnTo>
                    <a:pt x="200" y="20"/>
                  </a:lnTo>
                  <a:lnTo>
                    <a:pt x="222" y="15"/>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0466" name="Freeform 64"/>
            <p:cNvSpPr>
              <a:spLocks/>
            </p:cNvSpPr>
            <p:nvPr/>
          </p:nvSpPr>
          <p:spPr bwMode="auto">
            <a:xfrm>
              <a:off x="1384" y="1859"/>
              <a:ext cx="49" cy="84"/>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1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3" y="382"/>
                  </a:lnTo>
                  <a:lnTo>
                    <a:pt x="240" y="339"/>
                  </a:lnTo>
                  <a:lnTo>
                    <a:pt x="234" y="299"/>
                  </a:lnTo>
                  <a:lnTo>
                    <a:pt x="226" y="261"/>
                  </a:lnTo>
                  <a:lnTo>
                    <a:pt x="215" y="222"/>
                  </a:lnTo>
                  <a:lnTo>
                    <a:pt x="204" y="188"/>
                  </a:lnTo>
                  <a:lnTo>
                    <a:pt x="189" y="156"/>
                  </a:lnTo>
                  <a:lnTo>
                    <a:pt x="173" y="125"/>
                  </a:lnTo>
                  <a:lnTo>
                    <a:pt x="155" y="98"/>
                  </a:lnTo>
                  <a:lnTo>
                    <a:pt x="138" y="74"/>
                  </a:lnTo>
                  <a:lnTo>
                    <a:pt x="118" y="51"/>
                  </a:lnTo>
                  <a:lnTo>
                    <a:pt x="96" y="34"/>
                  </a:lnTo>
                  <a:lnTo>
                    <a:pt x="73" y="18"/>
                  </a:lnTo>
                  <a:lnTo>
                    <a:pt x="50" y="8"/>
                  </a:lnTo>
                  <a:lnTo>
                    <a:pt x="25" y="2"/>
                  </a:lnTo>
                  <a:lnTo>
                    <a:pt x="0" y="0"/>
                  </a:lnTo>
                  <a:lnTo>
                    <a:pt x="0" y="11"/>
                  </a:lnTo>
                  <a:lnTo>
                    <a:pt x="23" y="14"/>
                  </a:lnTo>
                  <a:lnTo>
                    <a:pt x="45" y="20"/>
                  </a:lnTo>
                  <a:lnTo>
                    <a:pt x="66" y="30"/>
                  </a:lnTo>
                  <a:lnTo>
                    <a:pt x="89" y="43"/>
                  </a:lnTo>
                  <a:lnTo>
                    <a:pt x="109" y="61"/>
                  </a:lnTo>
                  <a:lnTo>
                    <a:pt x="129" y="81"/>
                  </a:lnTo>
                  <a:lnTo>
                    <a:pt x="146" y="105"/>
                  </a:lnTo>
                  <a:lnTo>
                    <a:pt x="164" y="132"/>
                  </a:lnTo>
                  <a:lnTo>
                    <a:pt x="178" y="160"/>
                  </a:lnTo>
                  <a:lnTo>
                    <a:pt x="192" y="193"/>
                  </a:lnTo>
                  <a:lnTo>
                    <a:pt x="204" y="227"/>
                  </a:lnTo>
                  <a:lnTo>
                    <a:pt x="214" y="264"/>
                  </a:lnTo>
                  <a:lnTo>
                    <a:pt x="222" y="301"/>
                  </a:lnTo>
                  <a:lnTo>
                    <a:pt x="228"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0467" name="Freeform 65"/>
            <p:cNvSpPr>
              <a:spLocks/>
            </p:cNvSpPr>
            <p:nvPr/>
          </p:nvSpPr>
          <p:spPr bwMode="auto">
            <a:xfrm>
              <a:off x="1384" y="1943"/>
              <a:ext cx="49" cy="86"/>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5" y="423"/>
                  </a:lnTo>
                  <a:lnTo>
                    <a:pt x="50" y="418"/>
                  </a:lnTo>
                  <a:lnTo>
                    <a:pt x="73" y="407"/>
                  </a:lnTo>
                  <a:lnTo>
                    <a:pt x="96" y="392"/>
                  </a:lnTo>
                  <a:lnTo>
                    <a:pt x="118" y="374"/>
                  </a:lnTo>
                  <a:lnTo>
                    <a:pt x="138" y="352"/>
                  </a:lnTo>
                  <a:lnTo>
                    <a:pt x="155" y="327"/>
                  </a:lnTo>
                  <a:lnTo>
                    <a:pt x="174" y="300"/>
                  </a:lnTo>
                  <a:lnTo>
                    <a:pt x="189" y="269"/>
                  </a:lnTo>
                  <a:lnTo>
                    <a:pt x="204" y="237"/>
                  </a:lnTo>
                  <a:lnTo>
                    <a:pt x="215" y="202"/>
                  </a:lnTo>
                  <a:lnTo>
                    <a:pt x="226" y="164"/>
                  </a:lnTo>
                  <a:lnTo>
                    <a:pt x="234" y="126"/>
                  </a:lnTo>
                  <a:lnTo>
                    <a:pt x="240" y="86"/>
                  </a:lnTo>
                  <a:lnTo>
                    <a:pt x="243" y="42"/>
                  </a:lnTo>
                  <a:lnTo>
                    <a:pt x="245" y="0"/>
                  </a:lnTo>
                  <a:lnTo>
                    <a:pt x="233" y="0"/>
                  </a:lnTo>
                  <a:lnTo>
                    <a:pt x="232" y="42"/>
                  </a:lnTo>
                  <a:lnTo>
                    <a:pt x="228" y="83"/>
                  </a:lnTo>
                  <a:lnTo>
                    <a:pt x="222" y="123"/>
                  </a:lnTo>
                  <a:lnTo>
                    <a:pt x="214" y="162"/>
                  </a:lnTo>
                  <a:lnTo>
                    <a:pt x="204" y="197"/>
                  </a:lnTo>
                  <a:lnTo>
                    <a:pt x="192" y="232"/>
                  </a:lnTo>
                  <a:lnTo>
                    <a:pt x="178" y="264"/>
                  </a:lnTo>
                  <a:lnTo>
                    <a:pt x="163" y="293"/>
                  </a:lnTo>
                  <a:lnTo>
                    <a:pt x="146" y="320"/>
                  </a:lnTo>
                  <a:lnTo>
                    <a:pt x="129" y="345"/>
                  </a:lnTo>
                  <a:lnTo>
                    <a:pt x="109" y="365"/>
                  </a:lnTo>
                  <a:lnTo>
                    <a:pt x="89" y="382"/>
                  </a:lnTo>
                  <a:lnTo>
                    <a:pt x="66" y="395"/>
                  </a:lnTo>
                  <a:lnTo>
                    <a:pt x="45" y="406"/>
                  </a:lnTo>
                  <a:lnTo>
                    <a:pt x="23"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0468" name="Freeform 66"/>
            <p:cNvSpPr>
              <a:spLocks/>
            </p:cNvSpPr>
            <p:nvPr/>
          </p:nvSpPr>
          <p:spPr bwMode="auto">
            <a:xfrm>
              <a:off x="1335" y="1943"/>
              <a:ext cx="49" cy="86"/>
            </a:xfrm>
            <a:custGeom>
              <a:avLst/>
              <a:gdLst>
                <a:gd name="T0" fmla="*/ 0 w 246"/>
                <a:gd name="T1" fmla="*/ 0 h 426"/>
                <a:gd name="T2" fmla="*/ 0 w 246"/>
                <a:gd name="T3" fmla="*/ 0 h 426"/>
                <a:gd name="T4" fmla="*/ 0 w 246"/>
                <a:gd name="T5" fmla="*/ 0 h 426"/>
                <a:gd name="T6" fmla="*/ 0 w 246"/>
                <a:gd name="T7" fmla="*/ 1 h 426"/>
                <a:gd name="T8" fmla="*/ 0 w 246"/>
                <a:gd name="T9" fmla="*/ 1 h 426"/>
                <a:gd name="T10" fmla="*/ 0 w 246"/>
                <a:gd name="T11" fmla="*/ 1 h 426"/>
                <a:gd name="T12" fmla="*/ 0 w 246"/>
                <a:gd name="T13" fmla="*/ 2 h 426"/>
                <a:gd name="T14" fmla="*/ 0 w 246"/>
                <a:gd name="T15" fmla="*/ 2 h 426"/>
                <a:gd name="T16" fmla="*/ 0 w 246"/>
                <a:gd name="T17" fmla="*/ 2 h 426"/>
                <a:gd name="T18" fmla="*/ 1 w 246"/>
                <a:gd name="T19" fmla="*/ 2 h 426"/>
                <a:gd name="T20" fmla="*/ 1 w 246"/>
                <a:gd name="T21" fmla="*/ 3 h 426"/>
                <a:gd name="T22" fmla="*/ 1 w 246"/>
                <a:gd name="T23" fmla="*/ 3 h 426"/>
                <a:gd name="T24" fmla="*/ 1 w 246"/>
                <a:gd name="T25" fmla="*/ 3 h 426"/>
                <a:gd name="T26" fmla="*/ 1 w 246"/>
                <a:gd name="T27" fmla="*/ 3 h 426"/>
                <a:gd name="T28" fmla="*/ 1 w 246"/>
                <a:gd name="T29" fmla="*/ 3 h 426"/>
                <a:gd name="T30" fmla="*/ 2 w 246"/>
                <a:gd name="T31" fmla="*/ 3 h 426"/>
                <a:gd name="T32" fmla="*/ 2 w 246"/>
                <a:gd name="T33" fmla="*/ 3 h 426"/>
                <a:gd name="T34" fmla="*/ 2 w 246"/>
                <a:gd name="T35" fmla="*/ 3 h 426"/>
                <a:gd name="T36" fmla="*/ 2 w 246"/>
                <a:gd name="T37" fmla="*/ 3 h 426"/>
                <a:gd name="T38" fmla="*/ 2 w 246"/>
                <a:gd name="T39" fmla="*/ 3 h 426"/>
                <a:gd name="T40" fmla="*/ 2 w 246"/>
                <a:gd name="T41" fmla="*/ 3 h 426"/>
                <a:gd name="T42" fmla="*/ 1 w 246"/>
                <a:gd name="T43" fmla="*/ 3 h 426"/>
                <a:gd name="T44" fmla="*/ 1 w 246"/>
                <a:gd name="T45" fmla="*/ 3 h 426"/>
                <a:gd name="T46" fmla="*/ 1 w 246"/>
                <a:gd name="T47" fmla="*/ 3 h 426"/>
                <a:gd name="T48" fmla="*/ 1 w 246"/>
                <a:gd name="T49" fmla="*/ 3 h 426"/>
                <a:gd name="T50" fmla="*/ 1 w 246"/>
                <a:gd name="T51" fmla="*/ 3 h 426"/>
                <a:gd name="T52" fmla="*/ 1 w 246"/>
                <a:gd name="T53" fmla="*/ 2 h 426"/>
                <a:gd name="T54" fmla="*/ 1 w 246"/>
                <a:gd name="T55" fmla="*/ 2 h 426"/>
                <a:gd name="T56" fmla="*/ 0 w 246"/>
                <a:gd name="T57" fmla="*/ 2 h 426"/>
                <a:gd name="T58" fmla="*/ 0 w 246"/>
                <a:gd name="T59" fmla="*/ 2 h 426"/>
                <a:gd name="T60" fmla="*/ 0 w 246"/>
                <a:gd name="T61" fmla="*/ 1 h 426"/>
                <a:gd name="T62" fmla="*/ 0 w 246"/>
                <a:gd name="T63" fmla="*/ 1 h 426"/>
                <a:gd name="T64" fmla="*/ 0 w 246"/>
                <a:gd name="T65" fmla="*/ 1 h 426"/>
                <a:gd name="T66" fmla="*/ 0 w 246"/>
                <a:gd name="T67" fmla="*/ 0 h 426"/>
                <a:gd name="T68" fmla="*/ 0 w 246"/>
                <a:gd name="T69" fmla="*/ 0 h 426"/>
                <a:gd name="T70" fmla="*/ 0 w 246"/>
                <a:gd name="T71" fmla="*/ 0 h 426"/>
                <a:gd name="T72" fmla="*/ 0 w 246"/>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0"/>
                  </a:moveTo>
                  <a:lnTo>
                    <a:pt x="0" y="0"/>
                  </a:lnTo>
                  <a:lnTo>
                    <a:pt x="1" y="42"/>
                  </a:lnTo>
                  <a:lnTo>
                    <a:pt x="4" y="86"/>
                  </a:lnTo>
                  <a:lnTo>
                    <a:pt x="10" y="126"/>
                  </a:lnTo>
                  <a:lnTo>
                    <a:pt x="18" y="164"/>
                  </a:lnTo>
                  <a:lnTo>
                    <a:pt x="29" y="202"/>
                  </a:lnTo>
                  <a:lnTo>
                    <a:pt x="41" y="237"/>
                  </a:lnTo>
                  <a:lnTo>
                    <a:pt x="55" y="269"/>
                  </a:lnTo>
                  <a:lnTo>
                    <a:pt x="71" y="300"/>
                  </a:lnTo>
                  <a:lnTo>
                    <a:pt x="89" y="327"/>
                  </a:lnTo>
                  <a:lnTo>
                    <a:pt x="107" y="352"/>
                  </a:lnTo>
                  <a:lnTo>
                    <a:pt x="127" y="374"/>
                  </a:lnTo>
                  <a:lnTo>
                    <a:pt x="150" y="392"/>
                  </a:lnTo>
                  <a:lnTo>
                    <a:pt x="171" y="407"/>
                  </a:lnTo>
                  <a:lnTo>
                    <a:pt x="195" y="418"/>
                  </a:lnTo>
                  <a:lnTo>
                    <a:pt x="220" y="423"/>
                  </a:lnTo>
                  <a:lnTo>
                    <a:pt x="246" y="426"/>
                  </a:lnTo>
                  <a:lnTo>
                    <a:pt x="246" y="414"/>
                  </a:lnTo>
                  <a:lnTo>
                    <a:pt x="222" y="412"/>
                  </a:lnTo>
                  <a:lnTo>
                    <a:pt x="200" y="406"/>
                  </a:lnTo>
                  <a:lnTo>
                    <a:pt x="178" y="395"/>
                  </a:lnTo>
                  <a:lnTo>
                    <a:pt x="157" y="382"/>
                  </a:lnTo>
                  <a:lnTo>
                    <a:pt x="137" y="365"/>
                  </a:lnTo>
                  <a:lnTo>
                    <a:pt x="117" y="345"/>
                  </a:lnTo>
                  <a:lnTo>
                    <a:pt x="98" y="320"/>
                  </a:lnTo>
                  <a:lnTo>
                    <a:pt x="83" y="293"/>
                  </a:lnTo>
                  <a:lnTo>
                    <a:pt x="66" y="264"/>
                  </a:lnTo>
                  <a:lnTo>
                    <a:pt x="52" y="232"/>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0469" name="Freeform 67"/>
            <p:cNvSpPr>
              <a:spLocks/>
            </p:cNvSpPr>
            <p:nvPr/>
          </p:nvSpPr>
          <p:spPr bwMode="auto">
            <a:xfrm>
              <a:off x="1335" y="1859"/>
              <a:ext cx="49" cy="84"/>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1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0" y="2"/>
                  </a:lnTo>
                  <a:lnTo>
                    <a:pt x="195" y="8"/>
                  </a:lnTo>
                  <a:lnTo>
                    <a:pt x="171" y="18"/>
                  </a:lnTo>
                  <a:lnTo>
                    <a:pt x="150" y="34"/>
                  </a:lnTo>
                  <a:lnTo>
                    <a:pt x="127" y="51"/>
                  </a:lnTo>
                  <a:lnTo>
                    <a:pt x="107" y="74"/>
                  </a:lnTo>
                  <a:lnTo>
                    <a:pt x="89" y="98"/>
                  </a:lnTo>
                  <a:lnTo>
                    <a:pt x="72" y="125"/>
                  </a:lnTo>
                  <a:lnTo>
                    <a:pt x="55" y="156"/>
                  </a:lnTo>
                  <a:lnTo>
                    <a:pt x="41" y="188"/>
                  </a:lnTo>
                  <a:lnTo>
                    <a:pt x="29" y="222"/>
                  </a:lnTo>
                  <a:lnTo>
                    <a:pt x="18" y="261"/>
                  </a:lnTo>
                  <a:lnTo>
                    <a:pt x="10" y="299"/>
                  </a:lnTo>
                  <a:lnTo>
                    <a:pt x="4" y="339"/>
                  </a:lnTo>
                  <a:lnTo>
                    <a:pt x="1" y="382"/>
                  </a:lnTo>
                  <a:lnTo>
                    <a:pt x="0" y="424"/>
                  </a:lnTo>
                  <a:lnTo>
                    <a:pt x="11" y="424"/>
                  </a:lnTo>
                  <a:lnTo>
                    <a:pt x="13" y="382"/>
                  </a:lnTo>
                  <a:lnTo>
                    <a:pt x="16" y="341"/>
                  </a:lnTo>
                  <a:lnTo>
                    <a:pt x="22" y="301"/>
                  </a:lnTo>
                  <a:lnTo>
                    <a:pt x="30" y="264"/>
                  </a:lnTo>
                  <a:lnTo>
                    <a:pt x="41" y="227"/>
                  </a:lnTo>
                  <a:lnTo>
                    <a:pt x="52" y="193"/>
                  </a:lnTo>
                  <a:lnTo>
                    <a:pt x="66" y="160"/>
                  </a:lnTo>
                  <a:lnTo>
                    <a:pt x="82" y="132"/>
                  </a:lnTo>
                  <a:lnTo>
                    <a:pt x="98" y="105"/>
                  </a:lnTo>
                  <a:lnTo>
                    <a:pt x="117" y="81"/>
                  </a:lnTo>
                  <a:lnTo>
                    <a:pt x="137" y="61"/>
                  </a:lnTo>
                  <a:lnTo>
                    <a:pt x="157" y="43"/>
                  </a:lnTo>
                  <a:lnTo>
                    <a:pt x="178" y="30"/>
                  </a:lnTo>
                  <a:lnTo>
                    <a:pt x="200" y="20"/>
                  </a:lnTo>
                  <a:lnTo>
                    <a:pt x="222" y="14"/>
                  </a:lnTo>
                  <a:lnTo>
                    <a:pt x="246" y="11"/>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0470" name="Freeform 68"/>
            <p:cNvSpPr>
              <a:spLocks/>
            </p:cNvSpPr>
            <p:nvPr/>
          </p:nvSpPr>
          <p:spPr bwMode="auto">
            <a:xfrm>
              <a:off x="1552" y="1751"/>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1" y="339"/>
                  </a:lnTo>
                  <a:lnTo>
                    <a:pt x="235" y="299"/>
                  </a:lnTo>
                  <a:lnTo>
                    <a:pt x="226" y="261"/>
                  </a:lnTo>
                  <a:lnTo>
                    <a:pt x="216" y="223"/>
                  </a:lnTo>
                  <a:lnTo>
                    <a:pt x="204" y="189"/>
                  </a:lnTo>
                  <a:lnTo>
                    <a:pt x="190" y="156"/>
                  </a:lnTo>
                  <a:lnTo>
                    <a:pt x="174" y="125"/>
                  </a:lnTo>
                  <a:lnTo>
                    <a:pt x="156" y="98"/>
                  </a:lnTo>
                  <a:lnTo>
                    <a:pt x="137" y="74"/>
                  </a:lnTo>
                  <a:lnTo>
                    <a:pt x="119" y="52"/>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8" y="81"/>
                  </a:lnTo>
                  <a:lnTo>
                    <a:pt x="147" y="105"/>
                  </a:lnTo>
                  <a:lnTo>
                    <a:pt x="164" y="132"/>
                  </a:lnTo>
                  <a:lnTo>
                    <a:pt x="178" y="161"/>
                  </a:lnTo>
                  <a:lnTo>
                    <a:pt x="193" y="193"/>
                  </a:lnTo>
                  <a:lnTo>
                    <a:pt x="204" y="227"/>
                  </a:lnTo>
                  <a:lnTo>
                    <a:pt x="215" y="264"/>
                  </a:lnTo>
                  <a:lnTo>
                    <a:pt x="223" y="301"/>
                  </a:lnTo>
                  <a:lnTo>
                    <a:pt x="229" y="341"/>
                  </a:lnTo>
                  <a:lnTo>
                    <a:pt x="232" y="382"/>
                  </a:lnTo>
                  <a:lnTo>
                    <a:pt x="234"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0471" name="Freeform 69"/>
            <p:cNvSpPr>
              <a:spLocks/>
            </p:cNvSpPr>
            <p:nvPr/>
          </p:nvSpPr>
          <p:spPr bwMode="auto">
            <a:xfrm>
              <a:off x="1552" y="1836"/>
              <a:ext cx="49" cy="85"/>
            </a:xfrm>
            <a:custGeom>
              <a:avLst/>
              <a:gdLst>
                <a:gd name="T0" fmla="*/ 0 w 245"/>
                <a:gd name="T1" fmla="*/ 3 h 425"/>
                <a:gd name="T2" fmla="*/ 0 w 245"/>
                <a:gd name="T3" fmla="*/ 3 h 425"/>
                <a:gd name="T4" fmla="*/ 0 w 245"/>
                <a:gd name="T5" fmla="*/ 3 h 425"/>
                <a:gd name="T6" fmla="*/ 0 w 245"/>
                <a:gd name="T7" fmla="*/ 3 h 425"/>
                <a:gd name="T8" fmla="*/ 1 w 245"/>
                <a:gd name="T9" fmla="*/ 3 h 425"/>
                <a:gd name="T10" fmla="*/ 1 w 245"/>
                <a:gd name="T11" fmla="*/ 3 h 425"/>
                <a:gd name="T12" fmla="*/ 1 w 245"/>
                <a:gd name="T13" fmla="*/ 3 h 425"/>
                <a:gd name="T14" fmla="*/ 1 w 245"/>
                <a:gd name="T15" fmla="*/ 3 h 425"/>
                <a:gd name="T16" fmla="*/ 1 w 245"/>
                <a:gd name="T17" fmla="*/ 3 h 425"/>
                <a:gd name="T18" fmla="*/ 1 w 245"/>
                <a:gd name="T19" fmla="*/ 2 h 425"/>
                <a:gd name="T20" fmla="*/ 2 w 245"/>
                <a:gd name="T21" fmla="*/ 2 h 425"/>
                <a:gd name="T22" fmla="*/ 2 w 245"/>
                <a:gd name="T23" fmla="*/ 2 h 425"/>
                <a:gd name="T24" fmla="*/ 2 w 245"/>
                <a:gd name="T25" fmla="*/ 2 h 425"/>
                <a:gd name="T26" fmla="*/ 2 w 245"/>
                <a:gd name="T27" fmla="*/ 1 h 425"/>
                <a:gd name="T28" fmla="*/ 2 w 245"/>
                <a:gd name="T29" fmla="*/ 1 h 425"/>
                <a:gd name="T30" fmla="*/ 2 w 245"/>
                <a:gd name="T31" fmla="*/ 1 h 425"/>
                <a:gd name="T32" fmla="*/ 2 w 245"/>
                <a:gd name="T33" fmla="*/ 0 h 425"/>
                <a:gd name="T34" fmla="*/ 2 w 245"/>
                <a:gd name="T35" fmla="*/ 0 h 425"/>
                <a:gd name="T36" fmla="*/ 2 w 245"/>
                <a:gd name="T37" fmla="*/ 0 h 425"/>
                <a:gd name="T38" fmla="*/ 2 w 245"/>
                <a:gd name="T39" fmla="*/ 0 h 425"/>
                <a:gd name="T40" fmla="*/ 2 w 245"/>
                <a:gd name="T41" fmla="*/ 1 h 425"/>
                <a:gd name="T42" fmla="*/ 2 w 245"/>
                <a:gd name="T43" fmla="*/ 1 h 425"/>
                <a:gd name="T44" fmla="*/ 2 w 245"/>
                <a:gd name="T45" fmla="*/ 1 h 425"/>
                <a:gd name="T46" fmla="*/ 2 w 245"/>
                <a:gd name="T47" fmla="*/ 2 h 425"/>
                <a:gd name="T48" fmla="*/ 2 w 245"/>
                <a:gd name="T49" fmla="*/ 2 h 425"/>
                <a:gd name="T50" fmla="*/ 1 w 245"/>
                <a:gd name="T51" fmla="*/ 2 h 425"/>
                <a:gd name="T52" fmla="*/ 1 w 245"/>
                <a:gd name="T53" fmla="*/ 2 h 425"/>
                <a:gd name="T54" fmla="*/ 1 w 245"/>
                <a:gd name="T55" fmla="*/ 3 h 425"/>
                <a:gd name="T56" fmla="*/ 1 w 245"/>
                <a:gd name="T57" fmla="*/ 3 h 425"/>
                <a:gd name="T58" fmla="*/ 1 w 245"/>
                <a:gd name="T59" fmla="*/ 3 h 425"/>
                <a:gd name="T60" fmla="*/ 1 w 245"/>
                <a:gd name="T61" fmla="*/ 3 h 425"/>
                <a:gd name="T62" fmla="*/ 1 w 245"/>
                <a:gd name="T63" fmla="*/ 3 h 425"/>
                <a:gd name="T64" fmla="*/ 0 w 245"/>
                <a:gd name="T65" fmla="*/ 3 h 425"/>
                <a:gd name="T66" fmla="*/ 0 w 245"/>
                <a:gd name="T67" fmla="*/ 3 h 425"/>
                <a:gd name="T68" fmla="*/ 0 w 245"/>
                <a:gd name="T69" fmla="*/ 3 h 425"/>
                <a:gd name="T70" fmla="*/ 0 w 245"/>
                <a:gd name="T71" fmla="*/ 3 h 425"/>
                <a:gd name="T72" fmla="*/ 0 w 245"/>
                <a:gd name="T73" fmla="*/ 3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5"/>
                <a:gd name="T113" fmla="*/ 245 w 245"/>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5">
                  <a:moveTo>
                    <a:pt x="0" y="425"/>
                  </a:moveTo>
                  <a:lnTo>
                    <a:pt x="0" y="425"/>
                  </a:lnTo>
                  <a:lnTo>
                    <a:pt x="26" y="422"/>
                  </a:lnTo>
                  <a:lnTo>
                    <a:pt x="51" y="417"/>
                  </a:lnTo>
                  <a:lnTo>
                    <a:pt x="74" y="406"/>
                  </a:lnTo>
                  <a:lnTo>
                    <a:pt x="96" y="391"/>
                  </a:lnTo>
                  <a:lnTo>
                    <a:pt x="119" y="373"/>
                  </a:lnTo>
                  <a:lnTo>
                    <a:pt x="137" y="351"/>
                  </a:lnTo>
                  <a:lnTo>
                    <a:pt x="156" y="326"/>
                  </a:lnTo>
                  <a:lnTo>
                    <a:pt x="174" y="299"/>
                  </a:lnTo>
                  <a:lnTo>
                    <a:pt x="190" y="269"/>
                  </a:lnTo>
                  <a:lnTo>
                    <a:pt x="204" y="236"/>
                  </a:lnTo>
                  <a:lnTo>
                    <a:pt x="216" y="202"/>
                  </a:lnTo>
                  <a:lnTo>
                    <a:pt x="226" y="163"/>
                  </a:lnTo>
                  <a:lnTo>
                    <a:pt x="235" y="126"/>
                  </a:lnTo>
                  <a:lnTo>
                    <a:pt x="241" y="86"/>
                  </a:lnTo>
                  <a:lnTo>
                    <a:pt x="244" y="43"/>
                  </a:lnTo>
                  <a:lnTo>
                    <a:pt x="245" y="0"/>
                  </a:lnTo>
                  <a:lnTo>
                    <a:pt x="234" y="0"/>
                  </a:lnTo>
                  <a:lnTo>
                    <a:pt x="232" y="43"/>
                  </a:lnTo>
                  <a:lnTo>
                    <a:pt x="229" y="84"/>
                  </a:lnTo>
                  <a:lnTo>
                    <a:pt x="223" y="123"/>
                  </a:lnTo>
                  <a:lnTo>
                    <a:pt x="215" y="161"/>
                  </a:lnTo>
                  <a:lnTo>
                    <a:pt x="204" y="197"/>
                  </a:lnTo>
                  <a:lnTo>
                    <a:pt x="193" y="231"/>
                  </a:lnTo>
                  <a:lnTo>
                    <a:pt x="178" y="264"/>
                  </a:lnTo>
                  <a:lnTo>
                    <a:pt x="164" y="292"/>
                  </a:lnTo>
                  <a:lnTo>
                    <a:pt x="147" y="319"/>
                  </a:lnTo>
                  <a:lnTo>
                    <a:pt x="128" y="344"/>
                  </a:lnTo>
                  <a:lnTo>
                    <a:pt x="109" y="364"/>
                  </a:lnTo>
                  <a:lnTo>
                    <a:pt x="89" y="381"/>
                  </a:lnTo>
                  <a:lnTo>
                    <a:pt x="67" y="394"/>
                  </a:lnTo>
                  <a:lnTo>
                    <a:pt x="46" y="405"/>
                  </a:lnTo>
                  <a:lnTo>
                    <a:pt x="24" y="411"/>
                  </a:lnTo>
                  <a:lnTo>
                    <a:pt x="0" y="413"/>
                  </a:lnTo>
                  <a:lnTo>
                    <a:pt x="0" y="425"/>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0472" name="Freeform 70"/>
            <p:cNvSpPr>
              <a:spLocks/>
            </p:cNvSpPr>
            <p:nvPr/>
          </p:nvSpPr>
          <p:spPr bwMode="auto">
            <a:xfrm>
              <a:off x="1502" y="1836"/>
              <a:ext cx="50" cy="85"/>
            </a:xfrm>
            <a:custGeom>
              <a:avLst/>
              <a:gdLst>
                <a:gd name="T0" fmla="*/ 0 w 246"/>
                <a:gd name="T1" fmla="*/ 0 h 425"/>
                <a:gd name="T2" fmla="*/ 0 w 246"/>
                <a:gd name="T3" fmla="*/ 0 h 425"/>
                <a:gd name="T4" fmla="*/ 0 w 246"/>
                <a:gd name="T5" fmla="*/ 0 h 425"/>
                <a:gd name="T6" fmla="*/ 0 w 246"/>
                <a:gd name="T7" fmla="*/ 1 h 425"/>
                <a:gd name="T8" fmla="*/ 0 w 246"/>
                <a:gd name="T9" fmla="*/ 1 h 425"/>
                <a:gd name="T10" fmla="*/ 0 w 246"/>
                <a:gd name="T11" fmla="*/ 1 h 425"/>
                <a:gd name="T12" fmla="*/ 0 w 246"/>
                <a:gd name="T13" fmla="*/ 2 h 425"/>
                <a:gd name="T14" fmla="*/ 0 w 246"/>
                <a:gd name="T15" fmla="*/ 2 h 425"/>
                <a:gd name="T16" fmla="*/ 0 w 246"/>
                <a:gd name="T17" fmla="*/ 2 h 425"/>
                <a:gd name="T18" fmla="*/ 1 w 246"/>
                <a:gd name="T19" fmla="*/ 2 h 425"/>
                <a:gd name="T20" fmla="*/ 1 w 246"/>
                <a:gd name="T21" fmla="*/ 3 h 425"/>
                <a:gd name="T22" fmla="*/ 1 w 246"/>
                <a:gd name="T23" fmla="*/ 3 h 425"/>
                <a:gd name="T24" fmla="*/ 1 w 246"/>
                <a:gd name="T25" fmla="*/ 3 h 425"/>
                <a:gd name="T26" fmla="*/ 1 w 246"/>
                <a:gd name="T27" fmla="*/ 3 h 425"/>
                <a:gd name="T28" fmla="*/ 1 w 246"/>
                <a:gd name="T29" fmla="*/ 3 h 425"/>
                <a:gd name="T30" fmla="*/ 2 w 246"/>
                <a:gd name="T31" fmla="*/ 3 h 425"/>
                <a:gd name="T32" fmla="*/ 2 w 246"/>
                <a:gd name="T33" fmla="*/ 3 h 425"/>
                <a:gd name="T34" fmla="*/ 2 w 246"/>
                <a:gd name="T35" fmla="*/ 3 h 425"/>
                <a:gd name="T36" fmla="*/ 2 w 246"/>
                <a:gd name="T37" fmla="*/ 3 h 425"/>
                <a:gd name="T38" fmla="*/ 2 w 246"/>
                <a:gd name="T39" fmla="*/ 3 h 425"/>
                <a:gd name="T40" fmla="*/ 2 w 246"/>
                <a:gd name="T41" fmla="*/ 3 h 425"/>
                <a:gd name="T42" fmla="*/ 1 w 246"/>
                <a:gd name="T43" fmla="*/ 3 h 425"/>
                <a:gd name="T44" fmla="*/ 1 w 246"/>
                <a:gd name="T45" fmla="*/ 3 h 425"/>
                <a:gd name="T46" fmla="*/ 1 w 246"/>
                <a:gd name="T47" fmla="*/ 3 h 425"/>
                <a:gd name="T48" fmla="*/ 1 w 246"/>
                <a:gd name="T49" fmla="*/ 3 h 425"/>
                <a:gd name="T50" fmla="*/ 1 w 246"/>
                <a:gd name="T51" fmla="*/ 3 h 425"/>
                <a:gd name="T52" fmla="*/ 1 w 246"/>
                <a:gd name="T53" fmla="*/ 2 h 425"/>
                <a:gd name="T54" fmla="*/ 1 w 246"/>
                <a:gd name="T55" fmla="*/ 2 h 425"/>
                <a:gd name="T56" fmla="*/ 0 w 246"/>
                <a:gd name="T57" fmla="*/ 2 h 425"/>
                <a:gd name="T58" fmla="*/ 0 w 246"/>
                <a:gd name="T59" fmla="*/ 2 h 425"/>
                <a:gd name="T60" fmla="*/ 0 w 246"/>
                <a:gd name="T61" fmla="*/ 1 h 425"/>
                <a:gd name="T62" fmla="*/ 0 w 246"/>
                <a:gd name="T63" fmla="*/ 1 h 425"/>
                <a:gd name="T64" fmla="*/ 0 w 246"/>
                <a:gd name="T65" fmla="*/ 1 h 425"/>
                <a:gd name="T66" fmla="*/ 0 w 246"/>
                <a:gd name="T67" fmla="*/ 0 h 425"/>
                <a:gd name="T68" fmla="*/ 0 w 246"/>
                <a:gd name="T69" fmla="*/ 0 h 425"/>
                <a:gd name="T70" fmla="*/ 0 w 246"/>
                <a:gd name="T71" fmla="*/ 0 h 425"/>
                <a:gd name="T72" fmla="*/ 0 w 246"/>
                <a:gd name="T73" fmla="*/ 0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5"/>
                <a:gd name="T113" fmla="*/ 246 w 246"/>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5">
                  <a:moveTo>
                    <a:pt x="0" y="0"/>
                  </a:moveTo>
                  <a:lnTo>
                    <a:pt x="0" y="0"/>
                  </a:lnTo>
                  <a:lnTo>
                    <a:pt x="2" y="43"/>
                  </a:lnTo>
                  <a:lnTo>
                    <a:pt x="5" y="86"/>
                  </a:lnTo>
                  <a:lnTo>
                    <a:pt x="11" y="126"/>
                  </a:lnTo>
                  <a:lnTo>
                    <a:pt x="19" y="163"/>
                  </a:lnTo>
                  <a:lnTo>
                    <a:pt x="30" y="202"/>
                  </a:lnTo>
                  <a:lnTo>
                    <a:pt x="41" y="236"/>
                  </a:lnTo>
                  <a:lnTo>
                    <a:pt x="55" y="269"/>
                  </a:lnTo>
                  <a:lnTo>
                    <a:pt x="73" y="299"/>
                  </a:lnTo>
                  <a:lnTo>
                    <a:pt x="89" y="326"/>
                  </a:lnTo>
                  <a:lnTo>
                    <a:pt x="108" y="351"/>
                  </a:lnTo>
                  <a:lnTo>
                    <a:pt x="128" y="373"/>
                  </a:lnTo>
                  <a:lnTo>
                    <a:pt x="150" y="391"/>
                  </a:lnTo>
                  <a:lnTo>
                    <a:pt x="171" y="406"/>
                  </a:lnTo>
                  <a:lnTo>
                    <a:pt x="196" y="417"/>
                  </a:lnTo>
                  <a:lnTo>
                    <a:pt x="221" y="422"/>
                  </a:lnTo>
                  <a:lnTo>
                    <a:pt x="246" y="425"/>
                  </a:lnTo>
                  <a:lnTo>
                    <a:pt x="246" y="413"/>
                  </a:lnTo>
                  <a:lnTo>
                    <a:pt x="223" y="411"/>
                  </a:lnTo>
                  <a:lnTo>
                    <a:pt x="201" y="405"/>
                  </a:lnTo>
                  <a:lnTo>
                    <a:pt x="178" y="394"/>
                  </a:lnTo>
                  <a:lnTo>
                    <a:pt x="157" y="381"/>
                  </a:lnTo>
                  <a:lnTo>
                    <a:pt x="137" y="364"/>
                  </a:lnTo>
                  <a:lnTo>
                    <a:pt x="117" y="344"/>
                  </a:lnTo>
                  <a:lnTo>
                    <a:pt x="99" y="319"/>
                  </a:lnTo>
                  <a:lnTo>
                    <a:pt x="82" y="292"/>
                  </a:lnTo>
                  <a:lnTo>
                    <a:pt x="67" y="264"/>
                  </a:lnTo>
                  <a:lnTo>
                    <a:pt x="53" y="231"/>
                  </a:lnTo>
                  <a:lnTo>
                    <a:pt x="41" y="197"/>
                  </a:lnTo>
                  <a:lnTo>
                    <a:pt x="31" y="161"/>
                  </a:lnTo>
                  <a:lnTo>
                    <a:pt x="23" y="123"/>
                  </a:lnTo>
                  <a:lnTo>
                    <a:pt x="17" y="84"/>
                  </a:lnTo>
                  <a:lnTo>
                    <a:pt x="13" y="4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0473" name="Freeform 71"/>
            <p:cNvSpPr>
              <a:spLocks/>
            </p:cNvSpPr>
            <p:nvPr/>
          </p:nvSpPr>
          <p:spPr bwMode="auto">
            <a:xfrm>
              <a:off x="1502" y="1751"/>
              <a:ext cx="50" cy="85"/>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2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1" y="2"/>
                  </a:lnTo>
                  <a:lnTo>
                    <a:pt x="196" y="8"/>
                  </a:lnTo>
                  <a:lnTo>
                    <a:pt x="171" y="19"/>
                  </a:lnTo>
                  <a:lnTo>
                    <a:pt x="150" y="34"/>
                  </a:lnTo>
                  <a:lnTo>
                    <a:pt x="128" y="52"/>
                  </a:lnTo>
                  <a:lnTo>
                    <a:pt x="108" y="74"/>
                  </a:lnTo>
                  <a:lnTo>
                    <a:pt x="89" y="98"/>
                  </a:lnTo>
                  <a:lnTo>
                    <a:pt x="73" y="125"/>
                  </a:lnTo>
                  <a:lnTo>
                    <a:pt x="55" y="156"/>
                  </a:lnTo>
                  <a:lnTo>
                    <a:pt x="41" y="189"/>
                  </a:lnTo>
                  <a:lnTo>
                    <a:pt x="30" y="223"/>
                  </a:lnTo>
                  <a:lnTo>
                    <a:pt x="19" y="261"/>
                  </a:lnTo>
                  <a:lnTo>
                    <a:pt x="11" y="299"/>
                  </a:lnTo>
                  <a:lnTo>
                    <a:pt x="5" y="339"/>
                  </a:lnTo>
                  <a:lnTo>
                    <a:pt x="2" y="382"/>
                  </a:lnTo>
                  <a:lnTo>
                    <a:pt x="0" y="424"/>
                  </a:lnTo>
                  <a:lnTo>
                    <a:pt x="12" y="424"/>
                  </a:lnTo>
                  <a:lnTo>
                    <a:pt x="13" y="382"/>
                  </a:lnTo>
                  <a:lnTo>
                    <a:pt x="17" y="341"/>
                  </a:lnTo>
                  <a:lnTo>
                    <a:pt x="23" y="301"/>
                  </a:lnTo>
                  <a:lnTo>
                    <a:pt x="31" y="264"/>
                  </a:lnTo>
                  <a:lnTo>
                    <a:pt x="41" y="227"/>
                  </a:lnTo>
                  <a:lnTo>
                    <a:pt x="53" y="193"/>
                  </a:lnTo>
                  <a:lnTo>
                    <a:pt x="67" y="161"/>
                  </a:lnTo>
                  <a:lnTo>
                    <a:pt x="82" y="132"/>
                  </a:lnTo>
                  <a:lnTo>
                    <a:pt x="99" y="105"/>
                  </a:lnTo>
                  <a:lnTo>
                    <a:pt x="117" y="81"/>
                  </a:lnTo>
                  <a:lnTo>
                    <a:pt x="137" y="61"/>
                  </a:lnTo>
                  <a:lnTo>
                    <a:pt x="157" y="43"/>
                  </a:lnTo>
                  <a:lnTo>
                    <a:pt x="178" y="30"/>
                  </a:lnTo>
                  <a:lnTo>
                    <a:pt x="201" y="20"/>
                  </a:lnTo>
                  <a:lnTo>
                    <a:pt x="223" y="14"/>
                  </a:lnTo>
                  <a:lnTo>
                    <a:pt x="246" y="12"/>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0474" name="Freeform 72"/>
            <p:cNvSpPr>
              <a:spLocks/>
            </p:cNvSpPr>
            <p:nvPr/>
          </p:nvSpPr>
          <p:spPr bwMode="auto">
            <a:xfrm>
              <a:off x="1565" y="2016"/>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0" y="339"/>
                  </a:lnTo>
                  <a:lnTo>
                    <a:pt x="234" y="299"/>
                  </a:lnTo>
                  <a:lnTo>
                    <a:pt x="226" y="261"/>
                  </a:lnTo>
                  <a:lnTo>
                    <a:pt x="216" y="223"/>
                  </a:lnTo>
                  <a:lnTo>
                    <a:pt x="204" y="189"/>
                  </a:lnTo>
                  <a:lnTo>
                    <a:pt x="190" y="156"/>
                  </a:lnTo>
                  <a:lnTo>
                    <a:pt x="174" y="125"/>
                  </a:lnTo>
                  <a:lnTo>
                    <a:pt x="156" y="98"/>
                  </a:lnTo>
                  <a:lnTo>
                    <a:pt x="138" y="74"/>
                  </a:lnTo>
                  <a:lnTo>
                    <a:pt x="118" y="51"/>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9" y="81"/>
                  </a:lnTo>
                  <a:lnTo>
                    <a:pt x="147" y="105"/>
                  </a:lnTo>
                  <a:lnTo>
                    <a:pt x="164" y="132"/>
                  </a:lnTo>
                  <a:lnTo>
                    <a:pt x="178" y="160"/>
                  </a:lnTo>
                  <a:lnTo>
                    <a:pt x="192" y="193"/>
                  </a:lnTo>
                  <a:lnTo>
                    <a:pt x="204" y="227"/>
                  </a:lnTo>
                  <a:lnTo>
                    <a:pt x="215" y="264"/>
                  </a:lnTo>
                  <a:lnTo>
                    <a:pt x="223" y="301"/>
                  </a:lnTo>
                  <a:lnTo>
                    <a:pt x="229"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0475" name="Freeform 73"/>
            <p:cNvSpPr>
              <a:spLocks/>
            </p:cNvSpPr>
            <p:nvPr/>
          </p:nvSpPr>
          <p:spPr bwMode="auto">
            <a:xfrm>
              <a:off x="1565" y="2101"/>
              <a:ext cx="49" cy="85"/>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6" y="423"/>
                  </a:lnTo>
                  <a:lnTo>
                    <a:pt x="51" y="418"/>
                  </a:lnTo>
                  <a:lnTo>
                    <a:pt x="74" y="407"/>
                  </a:lnTo>
                  <a:lnTo>
                    <a:pt x="96" y="392"/>
                  </a:lnTo>
                  <a:lnTo>
                    <a:pt x="118" y="373"/>
                  </a:lnTo>
                  <a:lnTo>
                    <a:pt x="138" y="351"/>
                  </a:lnTo>
                  <a:lnTo>
                    <a:pt x="156" y="327"/>
                  </a:lnTo>
                  <a:lnTo>
                    <a:pt x="175" y="299"/>
                  </a:lnTo>
                  <a:lnTo>
                    <a:pt x="190" y="269"/>
                  </a:lnTo>
                  <a:lnTo>
                    <a:pt x="204" y="236"/>
                  </a:lnTo>
                  <a:lnTo>
                    <a:pt x="216" y="202"/>
                  </a:lnTo>
                  <a:lnTo>
                    <a:pt x="226" y="164"/>
                  </a:lnTo>
                  <a:lnTo>
                    <a:pt x="234" y="126"/>
                  </a:lnTo>
                  <a:lnTo>
                    <a:pt x="240" y="86"/>
                  </a:lnTo>
                  <a:lnTo>
                    <a:pt x="244" y="42"/>
                  </a:lnTo>
                  <a:lnTo>
                    <a:pt x="245" y="0"/>
                  </a:lnTo>
                  <a:lnTo>
                    <a:pt x="233" y="0"/>
                  </a:lnTo>
                  <a:lnTo>
                    <a:pt x="232" y="42"/>
                  </a:lnTo>
                  <a:lnTo>
                    <a:pt x="229" y="83"/>
                  </a:lnTo>
                  <a:lnTo>
                    <a:pt x="223" y="123"/>
                  </a:lnTo>
                  <a:lnTo>
                    <a:pt x="215" y="162"/>
                  </a:lnTo>
                  <a:lnTo>
                    <a:pt x="204" y="197"/>
                  </a:lnTo>
                  <a:lnTo>
                    <a:pt x="192" y="231"/>
                  </a:lnTo>
                  <a:lnTo>
                    <a:pt x="178" y="264"/>
                  </a:lnTo>
                  <a:lnTo>
                    <a:pt x="163" y="292"/>
                  </a:lnTo>
                  <a:lnTo>
                    <a:pt x="147" y="320"/>
                  </a:lnTo>
                  <a:lnTo>
                    <a:pt x="129" y="344"/>
                  </a:lnTo>
                  <a:lnTo>
                    <a:pt x="109" y="364"/>
                  </a:lnTo>
                  <a:lnTo>
                    <a:pt x="89" y="382"/>
                  </a:lnTo>
                  <a:lnTo>
                    <a:pt x="67" y="395"/>
                  </a:lnTo>
                  <a:lnTo>
                    <a:pt x="46" y="406"/>
                  </a:lnTo>
                  <a:lnTo>
                    <a:pt x="24"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0476" name="Freeform 74"/>
            <p:cNvSpPr>
              <a:spLocks/>
            </p:cNvSpPr>
            <p:nvPr/>
          </p:nvSpPr>
          <p:spPr bwMode="auto">
            <a:xfrm>
              <a:off x="1516" y="2101"/>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5" y="86"/>
                  </a:lnTo>
                  <a:lnTo>
                    <a:pt x="11" y="126"/>
                  </a:lnTo>
                  <a:lnTo>
                    <a:pt x="19" y="164"/>
                  </a:lnTo>
                  <a:lnTo>
                    <a:pt x="30" y="202"/>
                  </a:lnTo>
                  <a:lnTo>
                    <a:pt x="41" y="236"/>
                  </a:lnTo>
                  <a:lnTo>
                    <a:pt x="55" y="269"/>
                  </a:lnTo>
                  <a:lnTo>
                    <a:pt x="71" y="299"/>
                  </a:lnTo>
                  <a:lnTo>
                    <a:pt x="89" y="327"/>
                  </a:lnTo>
                  <a:lnTo>
                    <a:pt x="107" y="351"/>
                  </a:lnTo>
                  <a:lnTo>
                    <a:pt x="127" y="373"/>
                  </a:lnTo>
                  <a:lnTo>
                    <a:pt x="149" y="392"/>
                  </a:lnTo>
                  <a:lnTo>
                    <a:pt x="171" y="407"/>
                  </a:lnTo>
                  <a:lnTo>
                    <a:pt x="195" y="418"/>
                  </a:lnTo>
                  <a:lnTo>
                    <a:pt x="219" y="423"/>
                  </a:lnTo>
                  <a:lnTo>
                    <a:pt x="245" y="426"/>
                  </a:lnTo>
                  <a:lnTo>
                    <a:pt x="245" y="414"/>
                  </a:lnTo>
                  <a:lnTo>
                    <a:pt x="222" y="412"/>
                  </a:lnTo>
                  <a:lnTo>
                    <a:pt x="199" y="406"/>
                  </a:lnTo>
                  <a:lnTo>
                    <a:pt x="178" y="395"/>
                  </a:lnTo>
                  <a:lnTo>
                    <a:pt x="156" y="382"/>
                  </a:lnTo>
                  <a:lnTo>
                    <a:pt x="136" y="364"/>
                  </a:lnTo>
                  <a:lnTo>
                    <a:pt x="116" y="344"/>
                  </a:lnTo>
                  <a:lnTo>
                    <a:pt x="99" y="320"/>
                  </a:lnTo>
                  <a:lnTo>
                    <a:pt x="82" y="292"/>
                  </a:lnTo>
                  <a:lnTo>
                    <a:pt x="67" y="264"/>
                  </a:lnTo>
                  <a:lnTo>
                    <a:pt x="53" y="231"/>
                  </a:lnTo>
                  <a:lnTo>
                    <a:pt x="41" y="197"/>
                  </a:lnTo>
                  <a:lnTo>
                    <a:pt x="31" y="162"/>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0477" name="Freeform 75"/>
            <p:cNvSpPr>
              <a:spLocks/>
            </p:cNvSpPr>
            <p:nvPr/>
          </p:nvSpPr>
          <p:spPr bwMode="auto">
            <a:xfrm>
              <a:off x="1516" y="2016"/>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5" y="8"/>
                  </a:lnTo>
                  <a:lnTo>
                    <a:pt x="171" y="19"/>
                  </a:lnTo>
                  <a:lnTo>
                    <a:pt x="149" y="34"/>
                  </a:lnTo>
                  <a:lnTo>
                    <a:pt x="127" y="51"/>
                  </a:lnTo>
                  <a:lnTo>
                    <a:pt x="107" y="74"/>
                  </a:lnTo>
                  <a:lnTo>
                    <a:pt x="89" y="98"/>
                  </a:lnTo>
                  <a:lnTo>
                    <a:pt x="72" y="125"/>
                  </a:lnTo>
                  <a:lnTo>
                    <a:pt x="55" y="156"/>
                  </a:lnTo>
                  <a:lnTo>
                    <a:pt x="41" y="189"/>
                  </a:lnTo>
                  <a:lnTo>
                    <a:pt x="30" y="223"/>
                  </a:lnTo>
                  <a:lnTo>
                    <a:pt x="19" y="261"/>
                  </a:lnTo>
                  <a:lnTo>
                    <a:pt x="11" y="299"/>
                  </a:lnTo>
                  <a:lnTo>
                    <a:pt x="5" y="339"/>
                  </a:lnTo>
                  <a:lnTo>
                    <a:pt x="1" y="382"/>
                  </a:lnTo>
                  <a:lnTo>
                    <a:pt x="0" y="424"/>
                  </a:lnTo>
                  <a:lnTo>
                    <a:pt x="12" y="424"/>
                  </a:lnTo>
                  <a:lnTo>
                    <a:pt x="13" y="382"/>
                  </a:lnTo>
                  <a:lnTo>
                    <a:pt x="17" y="341"/>
                  </a:lnTo>
                  <a:lnTo>
                    <a:pt x="23" y="301"/>
                  </a:lnTo>
                  <a:lnTo>
                    <a:pt x="31" y="264"/>
                  </a:lnTo>
                  <a:lnTo>
                    <a:pt x="41" y="227"/>
                  </a:lnTo>
                  <a:lnTo>
                    <a:pt x="53" y="193"/>
                  </a:lnTo>
                  <a:lnTo>
                    <a:pt x="67" y="160"/>
                  </a:lnTo>
                  <a:lnTo>
                    <a:pt x="81" y="132"/>
                  </a:lnTo>
                  <a:lnTo>
                    <a:pt x="99" y="105"/>
                  </a:lnTo>
                  <a:lnTo>
                    <a:pt x="116" y="81"/>
                  </a:lnTo>
                  <a:lnTo>
                    <a:pt x="136" y="61"/>
                  </a:lnTo>
                  <a:lnTo>
                    <a:pt x="156" y="43"/>
                  </a:lnTo>
                  <a:lnTo>
                    <a:pt x="178" y="30"/>
                  </a:lnTo>
                  <a:lnTo>
                    <a:pt x="199" y="20"/>
                  </a:lnTo>
                  <a:lnTo>
                    <a:pt x="222"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sp>
        <p:nvSpPr>
          <p:cNvPr id="60424" name="Rectangle 77"/>
          <p:cNvSpPr>
            <a:spLocks noChangeArrowheads="1"/>
          </p:cNvSpPr>
          <p:nvPr/>
        </p:nvSpPr>
        <p:spPr bwMode="auto">
          <a:xfrm>
            <a:off x="611188" y="0"/>
            <a:ext cx="6388100" cy="6477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3000"/>
              <a:t>Sem. 1 - Mardi</a:t>
            </a:r>
          </a:p>
        </p:txBody>
      </p:sp>
      <p:sp>
        <p:nvSpPr>
          <p:cNvPr id="60425" name="Text Box 78"/>
          <p:cNvSpPr txBox="1">
            <a:spLocks noChangeArrowheads="1"/>
          </p:cNvSpPr>
          <p:nvPr/>
        </p:nvSpPr>
        <p:spPr bwMode="auto">
          <a:xfrm>
            <a:off x="566738" y="2697163"/>
            <a:ext cx="3217862"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2. Pas de commandes</a:t>
            </a:r>
          </a:p>
        </p:txBody>
      </p:sp>
      <p:sp>
        <p:nvSpPr>
          <p:cNvPr id="60426" name="Text Box 79"/>
          <p:cNvSpPr txBox="1">
            <a:spLocks noChangeArrowheads="1"/>
          </p:cNvSpPr>
          <p:nvPr/>
        </p:nvSpPr>
        <p:spPr bwMode="auto">
          <a:xfrm>
            <a:off x="566738" y="5211763"/>
            <a:ext cx="6543675" cy="4429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eaLnBrk="1" hangingPunct="1">
              <a:spcBef>
                <a:spcPct val="0"/>
              </a:spcBef>
              <a:buFontTx/>
              <a:buNone/>
            </a:pPr>
            <a:r>
              <a:rPr lang="fr-FR" altLang="fr-FR" sz="2300"/>
              <a:t>4. Pointez la production sur votre feuille de suivi</a:t>
            </a:r>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1442" name="Group 2"/>
          <p:cNvGrpSpPr>
            <a:grpSpLocks/>
          </p:cNvGrpSpPr>
          <p:nvPr/>
        </p:nvGrpSpPr>
        <p:grpSpPr bwMode="auto">
          <a:xfrm>
            <a:off x="7073900" y="215900"/>
            <a:ext cx="1878013" cy="1250950"/>
            <a:chOff x="4456" y="136"/>
            <a:chExt cx="1183" cy="788"/>
          </a:xfrm>
        </p:grpSpPr>
        <p:grpSp>
          <p:nvGrpSpPr>
            <p:cNvPr id="61502" name="Group 3"/>
            <p:cNvGrpSpPr>
              <a:grpSpLocks/>
            </p:cNvGrpSpPr>
            <p:nvPr/>
          </p:nvGrpSpPr>
          <p:grpSpPr bwMode="auto">
            <a:xfrm>
              <a:off x="4766" y="232"/>
              <a:ext cx="873" cy="692"/>
              <a:chOff x="2185" y="310"/>
              <a:chExt cx="873" cy="692"/>
            </a:xfrm>
          </p:grpSpPr>
          <p:sp>
            <p:nvSpPr>
              <p:cNvPr id="61513" name="Freeform 4"/>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accent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1514" name="Freeform 5"/>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1515" name="Freeform 6"/>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1516" name="Freeform 7"/>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1517" name="Freeform 8"/>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1518" name="Freeform 9"/>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1519" name="Freeform 10"/>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grpSp>
          <p:nvGrpSpPr>
            <p:cNvPr id="61503" name="Group 11"/>
            <p:cNvGrpSpPr>
              <a:grpSpLocks/>
            </p:cNvGrpSpPr>
            <p:nvPr/>
          </p:nvGrpSpPr>
          <p:grpSpPr bwMode="auto">
            <a:xfrm>
              <a:off x="4949" y="336"/>
              <a:ext cx="591" cy="468"/>
              <a:chOff x="2185" y="310"/>
              <a:chExt cx="873" cy="692"/>
            </a:xfrm>
          </p:grpSpPr>
          <p:sp>
            <p:nvSpPr>
              <p:cNvPr id="61506" name="Freeform 12"/>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1507" name="Freeform 13"/>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1508" name="Freeform 14"/>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1509" name="Freeform 15"/>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1510" name="Freeform 16"/>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1511" name="Freeform 17"/>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1512" name="Freeform 18"/>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pic>
          <p:nvPicPr>
            <p:cNvPr id="61504" name="Picture 19"/>
            <p:cNvPicPr>
              <a:picLocks noChangeAspect="1" noChangeArrowheads="1"/>
            </p:cNvPicPr>
            <p:nvPr/>
          </p:nvPicPr>
          <p:blipFill>
            <a:blip r:embed="rId3" cstate="print">
              <a:extLst>
                <a:ext uri="{28A0092B-C50C-407E-A947-70E740481C1C}">
                  <a14:useLocalDpi xmlns:a14="http://schemas.microsoft.com/office/drawing/2010/main" val="0"/>
                </a:ext>
              </a:extLst>
            </a:blip>
            <a:srcRect l="-4282" t="-4369" r="-5199" b="-12012"/>
            <a:stretch>
              <a:fillRect/>
            </a:stretch>
          </p:blipFill>
          <p:spPr bwMode="auto">
            <a:xfrm>
              <a:off x="4456" y="136"/>
              <a:ext cx="480" cy="5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61505" name="Text Box 20"/>
            <p:cNvSpPr txBox="1">
              <a:spLocks noChangeArrowheads="1"/>
            </p:cNvSpPr>
            <p:nvPr/>
          </p:nvSpPr>
          <p:spPr bwMode="auto">
            <a:xfrm>
              <a:off x="4946" y="314"/>
              <a:ext cx="596" cy="49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4500" b="1">
                  <a:solidFill>
                    <a:srgbClr val="FF0000"/>
                  </a:solidFill>
                  <a:latin typeface="Arial Black" pitchFamily="34" charset="0"/>
                </a:rPr>
                <a:t>12</a:t>
              </a:r>
              <a:endParaRPr lang="fr-FR" altLang="fr-FR" sz="3200">
                <a:solidFill>
                  <a:schemeClr val="tx1"/>
                </a:solidFill>
                <a:latin typeface="Arial Black" pitchFamily="34" charset="0"/>
              </a:endParaRPr>
            </a:p>
          </p:txBody>
        </p:sp>
      </p:grpSp>
      <p:sp>
        <p:nvSpPr>
          <p:cNvPr id="61444" name="Text Box 22"/>
          <p:cNvSpPr txBox="1">
            <a:spLocks noChangeArrowheads="1"/>
          </p:cNvSpPr>
          <p:nvPr/>
        </p:nvSpPr>
        <p:spPr bwMode="auto">
          <a:xfrm>
            <a:off x="566738" y="1363663"/>
            <a:ext cx="1946275"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1. Tirez le dé</a:t>
            </a:r>
          </a:p>
        </p:txBody>
      </p:sp>
      <p:sp>
        <p:nvSpPr>
          <p:cNvPr id="61445" name="Text Box 23"/>
          <p:cNvSpPr txBox="1">
            <a:spLocks noChangeArrowheads="1"/>
          </p:cNvSpPr>
          <p:nvPr/>
        </p:nvSpPr>
        <p:spPr bwMode="auto">
          <a:xfrm>
            <a:off x="566738" y="3935413"/>
            <a:ext cx="18796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3. Produisez</a:t>
            </a:r>
          </a:p>
        </p:txBody>
      </p:sp>
      <p:grpSp>
        <p:nvGrpSpPr>
          <p:cNvPr id="61446" name="Group 24"/>
          <p:cNvGrpSpPr>
            <a:grpSpLocks/>
          </p:cNvGrpSpPr>
          <p:nvPr/>
        </p:nvGrpSpPr>
        <p:grpSpPr bwMode="auto">
          <a:xfrm>
            <a:off x="2986088" y="1306513"/>
            <a:ext cx="446087" cy="534987"/>
            <a:chOff x="868" y="1439"/>
            <a:chExt cx="811" cy="972"/>
          </a:xfrm>
        </p:grpSpPr>
        <p:sp>
          <p:nvSpPr>
            <p:cNvPr id="61451" name="Freeform 25"/>
            <p:cNvSpPr>
              <a:spLocks/>
            </p:cNvSpPr>
            <p:nvPr/>
          </p:nvSpPr>
          <p:spPr bwMode="auto">
            <a:xfrm>
              <a:off x="1548" y="2014"/>
              <a:ext cx="123" cy="100"/>
            </a:xfrm>
            <a:custGeom>
              <a:avLst/>
              <a:gdLst>
                <a:gd name="T0" fmla="*/ 5 w 618"/>
                <a:gd name="T1" fmla="*/ 0 h 502"/>
                <a:gd name="T2" fmla="*/ 5 w 618"/>
                <a:gd name="T3" fmla="*/ 0 h 502"/>
                <a:gd name="T4" fmla="*/ 0 w 618"/>
                <a:gd name="T5" fmla="*/ 4 h 502"/>
                <a:gd name="T6" fmla="*/ 0 w 618"/>
                <a:gd name="T7" fmla="*/ 4 h 502"/>
                <a:gd name="T8" fmla="*/ 5 w 618"/>
                <a:gd name="T9" fmla="*/ 0 h 502"/>
                <a:gd name="T10" fmla="*/ 5 w 618"/>
                <a:gd name="T11" fmla="*/ 0 h 502"/>
                <a:gd name="T12" fmla="*/ 5 w 618"/>
                <a:gd name="T13" fmla="*/ 0 h 502"/>
                <a:gd name="T14" fmla="*/ 5 w 618"/>
                <a:gd name="T15" fmla="*/ 0 h 502"/>
                <a:gd name="T16" fmla="*/ 5 w 618"/>
                <a:gd name="T17" fmla="*/ 0 h 502"/>
                <a:gd name="T18" fmla="*/ 5 w 618"/>
                <a:gd name="T19" fmla="*/ 0 h 502"/>
                <a:gd name="T20" fmla="*/ 5 w 618"/>
                <a:gd name="T21" fmla="*/ 0 h 502"/>
                <a:gd name="T22" fmla="*/ 5 w 618"/>
                <a:gd name="T23" fmla="*/ 0 h 502"/>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618"/>
                <a:gd name="T37" fmla="*/ 0 h 502"/>
                <a:gd name="T38" fmla="*/ 618 w 618"/>
                <a:gd name="T39" fmla="*/ 502 h 502"/>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618" h="502">
                  <a:moveTo>
                    <a:pt x="611" y="0"/>
                  </a:moveTo>
                  <a:lnTo>
                    <a:pt x="606" y="2"/>
                  </a:lnTo>
                  <a:lnTo>
                    <a:pt x="0" y="490"/>
                  </a:lnTo>
                  <a:lnTo>
                    <a:pt x="10" y="502"/>
                  </a:lnTo>
                  <a:lnTo>
                    <a:pt x="616" y="14"/>
                  </a:lnTo>
                  <a:lnTo>
                    <a:pt x="611" y="16"/>
                  </a:lnTo>
                  <a:lnTo>
                    <a:pt x="616" y="14"/>
                  </a:lnTo>
                  <a:lnTo>
                    <a:pt x="618" y="9"/>
                  </a:lnTo>
                  <a:lnTo>
                    <a:pt x="617" y="3"/>
                  </a:lnTo>
                  <a:lnTo>
                    <a:pt x="612" y="1"/>
                  </a:lnTo>
                  <a:lnTo>
                    <a:pt x="606" y="2"/>
                  </a:lnTo>
                  <a:lnTo>
                    <a:pt x="611"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1452" name="Freeform 26"/>
            <p:cNvSpPr>
              <a:spLocks/>
            </p:cNvSpPr>
            <p:nvPr/>
          </p:nvSpPr>
          <p:spPr bwMode="auto">
            <a:xfrm>
              <a:off x="876" y="1852"/>
              <a:ext cx="82" cy="373"/>
            </a:xfrm>
            <a:custGeom>
              <a:avLst/>
              <a:gdLst>
                <a:gd name="T0" fmla="*/ 3 w 413"/>
                <a:gd name="T1" fmla="*/ 15 h 1865"/>
                <a:gd name="T2" fmla="*/ 3 w 413"/>
                <a:gd name="T3" fmla="*/ 15 h 1865"/>
                <a:gd name="T4" fmla="*/ 0 w 413"/>
                <a:gd name="T5" fmla="*/ 0 h 1865"/>
                <a:gd name="T6" fmla="*/ 0 w 413"/>
                <a:gd name="T7" fmla="*/ 0 h 1865"/>
                <a:gd name="T8" fmla="*/ 3 w 413"/>
                <a:gd name="T9" fmla="*/ 15 h 1865"/>
                <a:gd name="T10" fmla="*/ 3 w 413"/>
                <a:gd name="T11" fmla="*/ 15 h 1865"/>
                <a:gd name="T12" fmla="*/ 3 w 413"/>
                <a:gd name="T13" fmla="*/ 15 h 1865"/>
                <a:gd name="T14" fmla="*/ 3 w 413"/>
                <a:gd name="T15" fmla="*/ 15 h 1865"/>
                <a:gd name="T16" fmla="*/ 3 w 413"/>
                <a:gd name="T17" fmla="*/ 15 h 1865"/>
                <a:gd name="T18" fmla="*/ 3 w 413"/>
                <a:gd name="T19" fmla="*/ 15 h 1865"/>
                <a:gd name="T20" fmla="*/ 3 w 413"/>
                <a:gd name="T21" fmla="*/ 15 h 1865"/>
                <a:gd name="T22" fmla="*/ 3 w 413"/>
                <a:gd name="T23" fmla="*/ 15 h 186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413"/>
                <a:gd name="T37" fmla="*/ 0 h 1865"/>
                <a:gd name="T38" fmla="*/ 413 w 413"/>
                <a:gd name="T39" fmla="*/ 1865 h 1865"/>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413" h="1865">
                  <a:moveTo>
                    <a:pt x="400" y="1864"/>
                  </a:moveTo>
                  <a:lnTo>
                    <a:pt x="413" y="1856"/>
                  </a:lnTo>
                  <a:lnTo>
                    <a:pt x="17" y="0"/>
                  </a:lnTo>
                  <a:lnTo>
                    <a:pt x="0" y="2"/>
                  </a:lnTo>
                  <a:lnTo>
                    <a:pt x="396" y="1858"/>
                  </a:lnTo>
                  <a:lnTo>
                    <a:pt x="409" y="1850"/>
                  </a:lnTo>
                  <a:lnTo>
                    <a:pt x="396" y="1858"/>
                  </a:lnTo>
                  <a:lnTo>
                    <a:pt x="400" y="1864"/>
                  </a:lnTo>
                  <a:lnTo>
                    <a:pt x="406" y="1865"/>
                  </a:lnTo>
                  <a:lnTo>
                    <a:pt x="410" y="1862"/>
                  </a:lnTo>
                  <a:lnTo>
                    <a:pt x="413" y="1856"/>
                  </a:lnTo>
                  <a:lnTo>
                    <a:pt x="400" y="186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1453" name="Freeform 27"/>
            <p:cNvSpPr>
              <a:spLocks/>
            </p:cNvSpPr>
            <p:nvPr/>
          </p:nvSpPr>
          <p:spPr bwMode="auto">
            <a:xfrm>
              <a:off x="1282" y="1533"/>
              <a:ext cx="35" cy="161"/>
            </a:xfrm>
            <a:custGeom>
              <a:avLst/>
              <a:gdLst>
                <a:gd name="T0" fmla="*/ 1 w 175"/>
                <a:gd name="T1" fmla="*/ 6 h 807"/>
                <a:gd name="T2" fmla="*/ 1 w 175"/>
                <a:gd name="T3" fmla="*/ 6 h 807"/>
                <a:gd name="T4" fmla="*/ 1 w 175"/>
                <a:gd name="T5" fmla="*/ 6 h 807"/>
                <a:gd name="T6" fmla="*/ 1 w 175"/>
                <a:gd name="T7" fmla="*/ 5 h 807"/>
                <a:gd name="T8" fmla="*/ 1 w 175"/>
                <a:gd name="T9" fmla="*/ 5 h 807"/>
                <a:gd name="T10" fmla="*/ 1 w 175"/>
                <a:gd name="T11" fmla="*/ 5 h 807"/>
                <a:gd name="T12" fmla="*/ 1 w 175"/>
                <a:gd name="T13" fmla="*/ 4 h 807"/>
                <a:gd name="T14" fmla="*/ 1 w 175"/>
                <a:gd name="T15" fmla="*/ 4 h 807"/>
                <a:gd name="T16" fmla="*/ 1 w 175"/>
                <a:gd name="T17" fmla="*/ 3 h 807"/>
                <a:gd name="T18" fmla="*/ 1 w 175"/>
                <a:gd name="T19" fmla="*/ 3 h 807"/>
                <a:gd name="T20" fmla="*/ 1 w 175"/>
                <a:gd name="T21" fmla="*/ 3 h 807"/>
                <a:gd name="T22" fmla="*/ 1 w 175"/>
                <a:gd name="T23" fmla="*/ 2 h 807"/>
                <a:gd name="T24" fmla="*/ 1 w 175"/>
                <a:gd name="T25" fmla="*/ 2 h 807"/>
                <a:gd name="T26" fmla="*/ 1 w 175"/>
                <a:gd name="T27" fmla="*/ 2 h 807"/>
                <a:gd name="T28" fmla="*/ 1 w 175"/>
                <a:gd name="T29" fmla="*/ 1 h 807"/>
                <a:gd name="T30" fmla="*/ 1 w 175"/>
                <a:gd name="T31" fmla="*/ 1 h 807"/>
                <a:gd name="T32" fmla="*/ 1 w 175"/>
                <a:gd name="T33" fmla="*/ 1 h 807"/>
                <a:gd name="T34" fmla="*/ 1 w 175"/>
                <a:gd name="T35" fmla="*/ 0 h 807"/>
                <a:gd name="T36" fmla="*/ 1 w 175"/>
                <a:gd name="T37" fmla="*/ 0 h 807"/>
                <a:gd name="T38" fmla="*/ 1 w 175"/>
                <a:gd name="T39" fmla="*/ 0 h 807"/>
                <a:gd name="T40" fmla="*/ 0 w 175"/>
                <a:gd name="T41" fmla="*/ 1 h 807"/>
                <a:gd name="T42" fmla="*/ 0 w 175"/>
                <a:gd name="T43" fmla="*/ 1 h 807"/>
                <a:gd name="T44" fmla="*/ 0 w 175"/>
                <a:gd name="T45" fmla="*/ 1 h 807"/>
                <a:gd name="T46" fmla="*/ 0 w 175"/>
                <a:gd name="T47" fmla="*/ 2 h 807"/>
                <a:gd name="T48" fmla="*/ 0 w 175"/>
                <a:gd name="T49" fmla="*/ 2 h 807"/>
                <a:gd name="T50" fmla="*/ 0 w 175"/>
                <a:gd name="T51" fmla="*/ 3 h 807"/>
                <a:gd name="T52" fmla="*/ 0 w 175"/>
                <a:gd name="T53" fmla="*/ 3 h 807"/>
                <a:gd name="T54" fmla="*/ 0 w 175"/>
                <a:gd name="T55" fmla="*/ 3 h 807"/>
                <a:gd name="T56" fmla="*/ 0 w 175"/>
                <a:gd name="T57" fmla="*/ 4 h 807"/>
                <a:gd name="T58" fmla="*/ 0 w 175"/>
                <a:gd name="T59" fmla="*/ 4 h 807"/>
                <a:gd name="T60" fmla="*/ 0 w 175"/>
                <a:gd name="T61" fmla="*/ 5 h 807"/>
                <a:gd name="T62" fmla="*/ 0 w 175"/>
                <a:gd name="T63" fmla="*/ 5 h 807"/>
                <a:gd name="T64" fmla="*/ 0 w 175"/>
                <a:gd name="T65" fmla="*/ 5 h 807"/>
                <a:gd name="T66" fmla="*/ 1 w 175"/>
                <a:gd name="T67" fmla="*/ 6 h 807"/>
                <a:gd name="T68" fmla="*/ 1 w 175"/>
                <a:gd name="T69" fmla="*/ 6 h 807"/>
                <a:gd name="T70" fmla="*/ 1 w 175"/>
                <a:gd name="T71" fmla="*/ 6 h 807"/>
                <a:gd name="T72" fmla="*/ 1 w 175"/>
                <a:gd name="T73" fmla="*/ 6 h 807"/>
                <a:gd name="T74" fmla="*/ 1 w 175"/>
                <a:gd name="T75" fmla="*/ 6 h 807"/>
                <a:gd name="T76" fmla="*/ 1 w 175"/>
                <a:gd name="T77" fmla="*/ 6 h 807"/>
                <a:gd name="T78" fmla="*/ 1 w 175"/>
                <a:gd name="T79" fmla="*/ 6 h 807"/>
                <a:gd name="T80" fmla="*/ 1 w 175"/>
                <a:gd name="T81" fmla="*/ 6 h 807"/>
                <a:gd name="T82" fmla="*/ 1 w 175"/>
                <a:gd name="T83" fmla="*/ 6 h 807"/>
                <a:gd name="T84" fmla="*/ 1 w 175"/>
                <a:gd name="T85" fmla="*/ 6 h 807"/>
                <a:gd name="T86" fmla="*/ 1 w 175"/>
                <a:gd name="T87" fmla="*/ 6 h 807"/>
                <a:gd name="T88" fmla="*/ 1 w 175"/>
                <a:gd name="T89" fmla="*/ 6 h 807"/>
                <a:gd name="T90" fmla="*/ 1 w 175"/>
                <a:gd name="T91" fmla="*/ 6 h 80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175"/>
                <a:gd name="T139" fmla="*/ 0 h 807"/>
                <a:gd name="T140" fmla="*/ 175 w 175"/>
                <a:gd name="T141" fmla="*/ 807 h 80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175" h="807">
                  <a:moveTo>
                    <a:pt x="169" y="740"/>
                  </a:moveTo>
                  <a:lnTo>
                    <a:pt x="169" y="739"/>
                  </a:lnTo>
                  <a:lnTo>
                    <a:pt x="149" y="698"/>
                  </a:lnTo>
                  <a:lnTo>
                    <a:pt x="133" y="656"/>
                  </a:lnTo>
                  <a:lnTo>
                    <a:pt x="120" y="611"/>
                  </a:lnTo>
                  <a:lnTo>
                    <a:pt x="108" y="565"/>
                  </a:lnTo>
                  <a:lnTo>
                    <a:pt x="100" y="520"/>
                  </a:lnTo>
                  <a:lnTo>
                    <a:pt x="96" y="472"/>
                  </a:lnTo>
                  <a:lnTo>
                    <a:pt x="93" y="425"/>
                  </a:lnTo>
                  <a:lnTo>
                    <a:pt x="93" y="377"/>
                  </a:lnTo>
                  <a:lnTo>
                    <a:pt x="96" y="330"/>
                  </a:lnTo>
                  <a:lnTo>
                    <a:pt x="100" y="283"/>
                  </a:lnTo>
                  <a:lnTo>
                    <a:pt x="106" y="238"/>
                  </a:lnTo>
                  <a:lnTo>
                    <a:pt x="115" y="195"/>
                  </a:lnTo>
                  <a:lnTo>
                    <a:pt x="126" y="153"/>
                  </a:lnTo>
                  <a:lnTo>
                    <a:pt x="139" y="114"/>
                  </a:lnTo>
                  <a:lnTo>
                    <a:pt x="153" y="77"/>
                  </a:lnTo>
                  <a:lnTo>
                    <a:pt x="169" y="43"/>
                  </a:lnTo>
                  <a:lnTo>
                    <a:pt x="87" y="0"/>
                  </a:lnTo>
                  <a:lnTo>
                    <a:pt x="69" y="39"/>
                  </a:lnTo>
                  <a:lnTo>
                    <a:pt x="52" y="81"/>
                  </a:lnTo>
                  <a:lnTo>
                    <a:pt x="37" y="127"/>
                  </a:lnTo>
                  <a:lnTo>
                    <a:pt x="24" y="174"/>
                  </a:lnTo>
                  <a:lnTo>
                    <a:pt x="15" y="222"/>
                  </a:lnTo>
                  <a:lnTo>
                    <a:pt x="7" y="271"/>
                  </a:lnTo>
                  <a:lnTo>
                    <a:pt x="2" y="323"/>
                  </a:lnTo>
                  <a:lnTo>
                    <a:pt x="0" y="374"/>
                  </a:lnTo>
                  <a:lnTo>
                    <a:pt x="0" y="427"/>
                  </a:lnTo>
                  <a:lnTo>
                    <a:pt x="2" y="479"/>
                  </a:lnTo>
                  <a:lnTo>
                    <a:pt x="9" y="531"/>
                  </a:lnTo>
                  <a:lnTo>
                    <a:pt x="17" y="584"/>
                  </a:lnTo>
                  <a:lnTo>
                    <a:pt x="29" y="635"/>
                  </a:lnTo>
                  <a:lnTo>
                    <a:pt x="44" y="686"/>
                  </a:lnTo>
                  <a:lnTo>
                    <a:pt x="65" y="736"/>
                  </a:lnTo>
                  <a:lnTo>
                    <a:pt x="87" y="784"/>
                  </a:lnTo>
                  <a:lnTo>
                    <a:pt x="87" y="782"/>
                  </a:lnTo>
                  <a:lnTo>
                    <a:pt x="87" y="784"/>
                  </a:lnTo>
                  <a:lnTo>
                    <a:pt x="100" y="799"/>
                  </a:lnTo>
                  <a:lnTo>
                    <a:pt x="117" y="807"/>
                  </a:lnTo>
                  <a:lnTo>
                    <a:pt x="134" y="807"/>
                  </a:lnTo>
                  <a:lnTo>
                    <a:pt x="151" y="801"/>
                  </a:lnTo>
                  <a:lnTo>
                    <a:pt x="164" y="791"/>
                  </a:lnTo>
                  <a:lnTo>
                    <a:pt x="173" y="777"/>
                  </a:lnTo>
                  <a:lnTo>
                    <a:pt x="175" y="759"/>
                  </a:lnTo>
                  <a:lnTo>
                    <a:pt x="169" y="739"/>
                  </a:lnTo>
                  <a:lnTo>
                    <a:pt x="169" y="74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1454" name="Freeform 28"/>
            <p:cNvSpPr>
              <a:spLocks/>
            </p:cNvSpPr>
            <p:nvPr/>
          </p:nvSpPr>
          <p:spPr bwMode="auto">
            <a:xfrm>
              <a:off x="1299" y="1681"/>
              <a:ext cx="157" cy="281"/>
            </a:xfrm>
            <a:custGeom>
              <a:avLst/>
              <a:gdLst>
                <a:gd name="T0" fmla="*/ 6 w 787"/>
                <a:gd name="T1" fmla="*/ 11 h 1404"/>
                <a:gd name="T2" fmla="*/ 6 w 787"/>
                <a:gd name="T3" fmla="*/ 11 h 1404"/>
                <a:gd name="T4" fmla="*/ 1 w 787"/>
                <a:gd name="T5" fmla="*/ 0 h 1404"/>
                <a:gd name="T6" fmla="*/ 0 w 787"/>
                <a:gd name="T7" fmla="*/ 0 h 1404"/>
                <a:gd name="T8" fmla="*/ 6 w 787"/>
                <a:gd name="T9" fmla="*/ 11 h 1404"/>
                <a:gd name="T10" fmla="*/ 6 w 787"/>
                <a:gd name="T11" fmla="*/ 11 h 1404"/>
                <a:gd name="T12" fmla="*/ 6 w 787"/>
                <a:gd name="T13" fmla="*/ 11 h 1404"/>
                <a:gd name="T14" fmla="*/ 6 w 787"/>
                <a:gd name="T15" fmla="*/ 11 h 1404"/>
                <a:gd name="T16" fmla="*/ 6 w 787"/>
                <a:gd name="T17" fmla="*/ 11 h 1404"/>
                <a:gd name="T18" fmla="*/ 6 w 787"/>
                <a:gd name="T19" fmla="*/ 11 h 1404"/>
                <a:gd name="T20" fmla="*/ 6 w 787"/>
                <a:gd name="T21" fmla="*/ 11 h 1404"/>
                <a:gd name="T22" fmla="*/ 6 w 787"/>
                <a:gd name="T23" fmla="*/ 11 h 1404"/>
                <a:gd name="T24" fmla="*/ 6 w 787"/>
                <a:gd name="T25" fmla="*/ 11 h 1404"/>
                <a:gd name="T26" fmla="*/ 6 w 787"/>
                <a:gd name="T27" fmla="*/ 11 h 1404"/>
                <a:gd name="T28" fmla="*/ 6 w 787"/>
                <a:gd name="T29" fmla="*/ 11 h 1404"/>
                <a:gd name="T30" fmla="*/ 6 w 787"/>
                <a:gd name="T31" fmla="*/ 11 h 1404"/>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787"/>
                <a:gd name="T49" fmla="*/ 0 h 1404"/>
                <a:gd name="T50" fmla="*/ 787 w 787"/>
                <a:gd name="T51" fmla="*/ 1404 h 1404"/>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787" h="1404">
                  <a:moveTo>
                    <a:pt x="781" y="1334"/>
                  </a:moveTo>
                  <a:lnTo>
                    <a:pt x="781" y="1337"/>
                  </a:lnTo>
                  <a:lnTo>
                    <a:pt x="82" y="0"/>
                  </a:lnTo>
                  <a:lnTo>
                    <a:pt x="0" y="42"/>
                  </a:lnTo>
                  <a:lnTo>
                    <a:pt x="699" y="1379"/>
                  </a:lnTo>
                  <a:lnTo>
                    <a:pt x="699" y="1381"/>
                  </a:lnTo>
                  <a:lnTo>
                    <a:pt x="699" y="1379"/>
                  </a:lnTo>
                  <a:lnTo>
                    <a:pt x="712" y="1395"/>
                  </a:lnTo>
                  <a:lnTo>
                    <a:pt x="727" y="1402"/>
                  </a:lnTo>
                  <a:lnTo>
                    <a:pt x="744" y="1404"/>
                  </a:lnTo>
                  <a:lnTo>
                    <a:pt x="761" y="1398"/>
                  </a:lnTo>
                  <a:lnTo>
                    <a:pt x="775" y="1388"/>
                  </a:lnTo>
                  <a:lnTo>
                    <a:pt x="784" y="1373"/>
                  </a:lnTo>
                  <a:lnTo>
                    <a:pt x="787" y="1357"/>
                  </a:lnTo>
                  <a:lnTo>
                    <a:pt x="781" y="1337"/>
                  </a:lnTo>
                  <a:lnTo>
                    <a:pt x="781" y="13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1455" name="Freeform 29"/>
            <p:cNvSpPr>
              <a:spLocks/>
            </p:cNvSpPr>
            <p:nvPr/>
          </p:nvSpPr>
          <p:spPr bwMode="auto">
            <a:xfrm>
              <a:off x="1439" y="1948"/>
              <a:ext cx="125" cy="76"/>
            </a:xfrm>
            <a:custGeom>
              <a:avLst/>
              <a:gdLst>
                <a:gd name="T0" fmla="*/ 5 w 628"/>
                <a:gd name="T1" fmla="*/ 2 h 383"/>
                <a:gd name="T2" fmla="*/ 5 w 628"/>
                <a:gd name="T3" fmla="*/ 2 h 383"/>
                <a:gd name="T4" fmla="*/ 4 w 628"/>
                <a:gd name="T5" fmla="*/ 2 h 383"/>
                <a:gd name="T6" fmla="*/ 4 w 628"/>
                <a:gd name="T7" fmla="*/ 2 h 383"/>
                <a:gd name="T8" fmla="*/ 4 w 628"/>
                <a:gd name="T9" fmla="*/ 2 h 383"/>
                <a:gd name="T10" fmla="*/ 3 w 628"/>
                <a:gd name="T11" fmla="*/ 2 h 383"/>
                <a:gd name="T12" fmla="*/ 3 w 628"/>
                <a:gd name="T13" fmla="*/ 2 h 383"/>
                <a:gd name="T14" fmla="*/ 3 w 628"/>
                <a:gd name="T15" fmla="*/ 2 h 383"/>
                <a:gd name="T16" fmla="*/ 3 w 628"/>
                <a:gd name="T17" fmla="*/ 2 h 383"/>
                <a:gd name="T18" fmla="*/ 2 w 628"/>
                <a:gd name="T19" fmla="*/ 2 h 383"/>
                <a:gd name="T20" fmla="*/ 2 w 628"/>
                <a:gd name="T21" fmla="*/ 2 h 383"/>
                <a:gd name="T22" fmla="*/ 2 w 628"/>
                <a:gd name="T23" fmla="*/ 1 h 383"/>
                <a:gd name="T24" fmla="*/ 2 w 628"/>
                <a:gd name="T25" fmla="*/ 1 h 383"/>
                <a:gd name="T26" fmla="*/ 1 w 628"/>
                <a:gd name="T27" fmla="*/ 1 h 383"/>
                <a:gd name="T28" fmla="*/ 1 w 628"/>
                <a:gd name="T29" fmla="*/ 1 h 383"/>
                <a:gd name="T30" fmla="*/ 1 w 628"/>
                <a:gd name="T31" fmla="*/ 1 h 383"/>
                <a:gd name="T32" fmla="*/ 1 w 628"/>
                <a:gd name="T33" fmla="*/ 0 h 383"/>
                <a:gd name="T34" fmla="*/ 1 w 628"/>
                <a:gd name="T35" fmla="*/ 0 h 383"/>
                <a:gd name="T36" fmla="*/ 0 w 628"/>
                <a:gd name="T37" fmla="*/ 0 h 383"/>
                <a:gd name="T38" fmla="*/ 0 w 628"/>
                <a:gd name="T39" fmla="*/ 1 h 383"/>
                <a:gd name="T40" fmla="*/ 0 w 628"/>
                <a:gd name="T41" fmla="*/ 1 h 383"/>
                <a:gd name="T42" fmla="*/ 1 w 628"/>
                <a:gd name="T43" fmla="*/ 1 h 383"/>
                <a:gd name="T44" fmla="*/ 1 w 628"/>
                <a:gd name="T45" fmla="*/ 1 h 383"/>
                <a:gd name="T46" fmla="*/ 1 w 628"/>
                <a:gd name="T47" fmla="*/ 2 h 383"/>
                <a:gd name="T48" fmla="*/ 1 w 628"/>
                <a:gd name="T49" fmla="*/ 2 h 383"/>
                <a:gd name="T50" fmla="*/ 2 w 628"/>
                <a:gd name="T51" fmla="*/ 2 h 383"/>
                <a:gd name="T52" fmla="*/ 2 w 628"/>
                <a:gd name="T53" fmla="*/ 2 h 383"/>
                <a:gd name="T54" fmla="*/ 2 w 628"/>
                <a:gd name="T55" fmla="*/ 2 h 383"/>
                <a:gd name="T56" fmla="*/ 3 w 628"/>
                <a:gd name="T57" fmla="*/ 3 h 383"/>
                <a:gd name="T58" fmla="*/ 3 w 628"/>
                <a:gd name="T59" fmla="*/ 3 h 383"/>
                <a:gd name="T60" fmla="*/ 3 w 628"/>
                <a:gd name="T61" fmla="*/ 3 h 383"/>
                <a:gd name="T62" fmla="*/ 4 w 628"/>
                <a:gd name="T63" fmla="*/ 3 h 383"/>
                <a:gd name="T64" fmla="*/ 4 w 628"/>
                <a:gd name="T65" fmla="*/ 3 h 383"/>
                <a:gd name="T66" fmla="*/ 4 w 628"/>
                <a:gd name="T67" fmla="*/ 3 h 383"/>
                <a:gd name="T68" fmla="*/ 5 w 628"/>
                <a:gd name="T69" fmla="*/ 3 h 383"/>
                <a:gd name="T70" fmla="*/ 5 w 628"/>
                <a:gd name="T71" fmla="*/ 3 h 383"/>
                <a:gd name="T72" fmla="*/ 5 w 628"/>
                <a:gd name="T73" fmla="*/ 3 h 383"/>
                <a:gd name="T74" fmla="*/ 5 w 628"/>
                <a:gd name="T75" fmla="*/ 3 h 383"/>
                <a:gd name="T76" fmla="*/ 5 w 628"/>
                <a:gd name="T77" fmla="*/ 3 h 383"/>
                <a:gd name="T78" fmla="*/ 5 w 628"/>
                <a:gd name="T79" fmla="*/ 3 h 383"/>
                <a:gd name="T80" fmla="*/ 5 w 628"/>
                <a:gd name="T81" fmla="*/ 3 h 383"/>
                <a:gd name="T82" fmla="*/ 5 w 628"/>
                <a:gd name="T83" fmla="*/ 3 h 383"/>
                <a:gd name="T84" fmla="*/ 5 w 628"/>
                <a:gd name="T85" fmla="*/ 2 h 383"/>
                <a:gd name="T86" fmla="*/ 5 w 628"/>
                <a:gd name="T87" fmla="*/ 2 h 383"/>
                <a:gd name="T88" fmla="*/ 5 w 628"/>
                <a:gd name="T89" fmla="*/ 2 h 383"/>
                <a:gd name="T90" fmla="*/ 5 w 628"/>
                <a:gd name="T91" fmla="*/ 2 h 38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628"/>
                <a:gd name="T139" fmla="*/ 0 h 383"/>
                <a:gd name="T140" fmla="*/ 628 w 628"/>
                <a:gd name="T141" fmla="*/ 383 h 38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628" h="383">
                  <a:moveTo>
                    <a:pt x="581" y="289"/>
                  </a:moveTo>
                  <a:lnTo>
                    <a:pt x="582" y="289"/>
                  </a:lnTo>
                  <a:lnTo>
                    <a:pt x="541" y="287"/>
                  </a:lnTo>
                  <a:lnTo>
                    <a:pt x="500" y="283"/>
                  </a:lnTo>
                  <a:lnTo>
                    <a:pt x="462" y="276"/>
                  </a:lnTo>
                  <a:lnTo>
                    <a:pt x="424" y="268"/>
                  </a:lnTo>
                  <a:lnTo>
                    <a:pt x="389" y="255"/>
                  </a:lnTo>
                  <a:lnTo>
                    <a:pt x="352" y="242"/>
                  </a:lnTo>
                  <a:lnTo>
                    <a:pt x="320" y="227"/>
                  </a:lnTo>
                  <a:lnTo>
                    <a:pt x="287" y="209"/>
                  </a:lnTo>
                  <a:lnTo>
                    <a:pt x="255" y="189"/>
                  </a:lnTo>
                  <a:lnTo>
                    <a:pt x="226" y="168"/>
                  </a:lnTo>
                  <a:lnTo>
                    <a:pt x="198" y="145"/>
                  </a:lnTo>
                  <a:lnTo>
                    <a:pt x="172" y="119"/>
                  </a:lnTo>
                  <a:lnTo>
                    <a:pt x="146" y="92"/>
                  </a:lnTo>
                  <a:lnTo>
                    <a:pt x="122" y="64"/>
                  </a:lnTo>
                  <a:lnTo>
                    <a:pt x="100" y="33"/>
                  </a:lnTo>
                  <a:lnTo>
                    <a:pt x="82" y="0"/>
                  </a:lnTo>
                  <a:lnTo>
                    <a:pt x="0" y="47"/>
                  </a:lnTo>
                  <a:lnTo>
                    <a:pt x="23" y="85"/>
                  </a:lnTo>
                  <a:lnTo>
                    <a:pt x="49" y="120"/>
                  </a:lnTo>
                  <a:lnTo>
                    <a:pt x="76" y="153"/>
                  </a:lnTo>
                  <a:lnTo>
                    <a:pt x="104" y="185"/>
                  </a:lnTo>
                  <a:lnTo>
                    <a:pt x="137" y="215"/>
                  </a:lnTo>
                  <a:lnTo>
                    <a:pt x="170" y="241"/>
                  </a:lnTo>
                  <a:lnTo>
                    <a:pt x="204" y="267"/>
                  </a:lnTo>
                  <a:lnTo>
                    <a:pt x="240" y="289"/>
                  </a:lnTo>
                  <a:lnTo>
                    <a:pt x="277" y="309"/>
                  </a:lnTo>
                  <a:lnTo>
                    <a:pt x="317" y="329"/>
                  </a:lnTo>
                  <a:lnTo>
                    <a:pt x="358" y="344"/>
                  </a:lnTo>
                  <a:lnTo>
                    <a:pt x="400" y="357"/>
                  </a:lnTo>
                  <a:lnTo>
                    <a:pt x="444" y="367"/>
                  </a:lnTo>
                  <a:lnTo>
                    <a:pt x="488" y="374"/>
                  </a:lnTo>
                  <a:lnTo>
                    <a:pt x="534" y="380"/>
                  </a:lnTo>
                  <a:lnTo>
                    <a:pt x="580" y="383"/>
                  </a:lnTo>
                  <a:lnTo>
                    <a:pt x="581" y="383"/>
                  </a:lnTo>
                  <a:lnTo>
                    <a:pt x="580" y="383"/>
                  </a:lnTo>
                  <a:lnTo>
                    <a:pt x="600" y="379"/>
                  </a:lnTo>
                  <a:lnTo>
                    <a:pt x="615" y="369"/>
                  </a:lnTo>
                  <a:lnTo>
                    <a:pt x="624" y="353"/>
                  </a:lnTo>
                  <a:lnTo>
                    <a:pt x="628" y="337"/>
                  </a:lnTo>
                  <a:lnTo>
                    <a:pt x="625" y="319"/>
                  </a:lnTo>
                  <a:lnTo>
                    <a:pt x="617" y="304"/>
                  </a:lnTo>
                  <a:lnTo>
                    <a:pt x="602" y="294"/>
                  </a:lnTo>
                  <a:lnTo>
                    <a:pt x="582" y="289"/>
                  </a:lnTo>
                  <a:lnTo>
                    <a:pt x="581" y="28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1456" name="Freeform 30"/>
            <p:cNvSpPr>
              <a:spLocks/>
            </p:cNvSpPr>
            <p:nvPr/>
          </p:nvSpPr>
          <p:spPr bwMode="auto">
            <a:xfrm>
              <a:off x="1587" y="1880"/>
              <a:ext cx="85" cy="49"/>
            </a:xfrm>
            <a:custGeom>
              <a:avLst/>
              <a:gdLst>
                <a:gd name="T0" fmla="*/ 3 w 426"/>
                <a:gd name="T1" fmla="*/ 0 h 245"/>
                <a:gd name="T2" fmla="*/ 3 w 426"/>
                <a:gd name="T3" fmla="*/ 0 h 245"/>
                <a:gd name="T4" fmla="*/ 3 w 426"/>
                <a:gd name="T5" fmla="*/ 0 h 245"/>
                <a:gd name="T6" fmla="*/ 3 w 426"/>
                <a:gd name="T7" fmla="*/ 0 h 245"/>
                <a:gd name="T8" fmla="*/ 2 w 426"/>
                <a:gd name="T9" fmla="*/ 0 h 245"/>
                <a:gd name="T10" fmla="*/ 2 w 426"/>
                <a:gd name="T11" fmla="*/ 0 h 245"/>
                <a:gd name="T12" fmla="*/ 2 w 426"/>
                <a:gd name="T13" fmla="*/ 0 h 245"/>
                <a:gd name="T14" fmla="*/ 2 w 426"/>
                <a:gd name="T15" fmla="*/ 0 h 245"/>
                <a:gd name="T16" fmla="*/ 1 w 426"/>
                <a:gd name="T17" fmla="*/ 0 h 245"/>
                <a:gd name="T18" fmla="*/ 1 w 426"/>
                <a:gd name="T19" fmla="*/ 1 h 245"/>
                <a:gd name="T20" fmla="*/ 1 w 426"/>
                <a:gd name="T21" fmla="*/ 1 h 245"/>
                <a:gd name="T22" fmla="*/ 1 w 426"/>
                <a:gd name="T23" fmla="*/ 1 h 245"/>
                <a:gd name="T24" fmla="*/ 0 w 426"/>
                <a:gd name="T25" fmla="*/ 1 h 245"/>
                <a:gd name="T26" fmla="*/ 0 w 426"/>
                <a:gd name="T27" fmla="*/ 1 h 245"/>
                <a:gd name="T28" fmla="*/ 0 w 426"/>
                <a:gd name="T29" fmla="*/ 1 h 245"/>
                <a:gd name="T30" fmla="*/ 0 w 426"/>
                <a:gd name="T31" fmla="*/ 2 h 245"/>
                <a:gd name="T32" fmla="*/ 0 w 426"/>
                <a:gd name="T33" fmla="*/ 2 h 245"/>
                <a:gd name="T34" fmla="*/ 0 w 426"/>
                <a:gd name="T35" fmla="*/ 2 h 245"/>
                <a:gd name="T36" fmla="*/ 0 w 426"/>
                <a:gd name="T37" fmla="*/ 2 h 245"/>
                <a:gd name="T38" fmla="*/ 0 w 426"/>
                <a:gd name="T39" fmla="*/ 2 h 245"/>
                <a:gd name="T40" fmla="*/ 0 w 426"/>
                <a:gd name="T41" fmla="*/ 2 h 245"/>
                <a:gd name="T42" fmla="*/ 0 w 426"/>
                <a:gd name="T43" fmla="*/ 1 h 245"/>
                <a:gd name="T44" fmla="*/ 0 w 426"/>
                <a:gd name="T45" fmla="*/ 1 h 245"/>
                <a:gd name="T46" fmla="*/ 0 w 426"/>
                <a:gd name="T47" fmla="*/ 1 h 245"/>
                <a:gd name="T48" fmla="*/ 1 w 426"/>
                <a:gd name="T49" fmla="*/ 1 h 245"/>
                <a:gd name="T50" fmla="*/ 1 w 426"/>
                <a:gd name="T51" fmla="*/ 1 h 245"/>
                <a:gd name="T52" fmla="*/ 1 w 426"/>
                <a:gd name="T53" fmla="*/ 1 h 245"/>
                <a:gd name="T54" fmla="*/ 1 w 426"/>
                <a:gd name="T55" fmla="*/ 1 h 245"/>
                <a:gd name="T56" fmla="*/ 2 w 426"/>
                <a:gd name="T57" fmla="*/ 0 h 245"/>
                <a:gd name="T58" fmla="*/ 2 w 426"/>
                <a:gd name="T59" fmla="*/ 0 h 245"/>
                <a:gd name="T60" fmla="*/ 2 w 426"/>
                <a:gd name="T61" fmla="*/ 0 h 245"/>
                <a:gd name="T62" fmla="*/ 2 w 426"/>
                <a:gd name="T63" fmla="*/ 0 h 245"/>
                <a:gd name="T64" fmla="*/ 3 w 426"/>
                <a:gd name="T65" fmla="*/ 0 h 245"/>
                <a:gd name="T66" fmla="*/ 3 w 426"/>
                <a:gd name="T67" fmla="*/ 0 h 245"/>
                <a:gd name="T68" fmla="*/ 3 w 426"/>
                <a:gd name="T69" fmla="*/ 0 h 245"/>
                <a:gd name="T70" fmla="*/ 3 w 426"/>
                <a:gd name="T71" fmla="*/ 0 h 245"/>
                <a:gd name="T72" fmla="*/ 3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426" y="0"/>
                  </a:moveTo>
                  <a:lnTo>
                    <a:pt x="426" y="0"/>
                  </a:lnTo>
                  <a:lnTo>
                    <a:pt x="384" y="1"/>
                  </a:lnTo>
                  <a:lnTo>
                    <a:pt x="340" y="4"/>
                  </a:lnTo>
                  <a:lnTo>
                    <a:pt x="300" y="10"/>
                  </a:lnTo>
                  <a:lnTo>
                    <a:pt x="262" y="18"/>
                  </a:lnTo>
                  <a:lnTo>
                    <a:pt x="224" y="29"/>
                  </a:lnTo>
                  <a:lnTo>
                    <a:pt x="189" y="41"/>
                  </a:lnTo>
                  <a:lnTo>
                    <a:pt x="157" y="55"/>
                  </a:lnTo>
                  <a:lnTo>
                    <a:pt x="126" y="70"/>
                  </a:lnTo>
                  <a:lnTo>
                    <a:pt x="99" y="89"/>
                  </a:lnTo>
                  <a:lnTo>
                    <a:pt x="74" y="106"/>
                  </a:lnTo>
                  <a:lnTo>
                    <a:pt x="52" y="126"/>
                  </a:lnTo>
                  <a:lnTo>
                    <a:pt x="34" y="148"/>
                  </a:lnTo>
                  <a:lnTo>
                    <a:pt x="19" y="171"/>
                  </a:lnTo>
                  <a:lnTo>
                    <a:pt x="9" y="194"/>
                  </a:lnTo>
                  <a:lnTo>
                    <a:pt x="3" y="219"/>
                  </a:lnTo>
                  <a:lnTo>
                    <a:pt x="0" y="245"/>
                  </a:lnTo>
                  <a:lnTo>
                    <a:pt x="12" y="245"/>
                  </a:lnTo>
                  <a:lnTo>
                    <a:pt x="15" y="221"/>
                  </a:lnTo>
                  <a:lnTo>
                    <a:pt x="20" y="199"/>
                  </a:lnTo>
                  <a:lnTo>
                    <a:pt x="31" y="178"/>
                  </a:lnTo>
                  <a:lnTo>
                    <a:pt x="44" y="156"/>
                  </a:lnTo>
                  <a:lnTo>
                    <a:pt x="61" y="136"/>
                  </a:lnTo>
                  <a:lnTo>
                    <a:pt x="81" y="116"/>
                  </a:lnTo>
                  <a:lnTo>
                    <a:pt x="106" y="98"/>
                  </a:lnTo>
                  <a:lnTo>
                    <a:pt x="133" y="82"/>
                  </a:lnTo>
                  <a:lnTo>
                    <a:pt x="162" y="66"/>
                  </a:lnTo>
                  <a:lnTo>
                    <a:pt x="194" y="52"/>
                  </a:lnTo>
                  <a:lnTo>
                    <a:pt x="229" y="41"/>
                  </a:lnTo>
                  <a:lnTo>
                    <a:pt x="264" y="30"/>
                  </a:lnTo>
                  <a:lnTo>
                    <a:pt x="303" y="22"/>
                  </a:lnTo>
                  <a:lnTo>
                    <a:pt x="343" y="16"/>
                  </a:lnTo>
                  <a:lnTo>
                    <a:pt x="384" y="12"/>
                  </a:lnTo>
                  <a:lnTo>
                    <a:pt x="426" y="11"/>
                  </a:lnTo>
                  <a:lnTo>
                    <a:pt x="42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1457" name="Freeform 31"/>
            <p:cNvSpPr>
              <a:spLocks/>
            </p:cNvSpPr>
            <p:nvPr/>
          </p:nvSpPr>
          <p:spPr bwMode="auto">
            <a:xfrm>
              <a:off x="1587" y="1929"/>
              <a:ext cx="85" cy="49"/>
            </a:xfrm>
            <a:custGeom>
              <a:avLst/>
              <a:gdLst>
                <a:gd name="T0" fmla="*/ 0 w 426"/>
                <a:gd name="T1" fmla="*/ 0 h 245"/>
                <a:gd name="T2" fmla="*/ 0 w 426"/>
                <a:gd name="T3" fmla="*/ 0 h 245"/>
                <a:gd name="T4" fmla="*/ 0 w 426"/>
                <a:gd name="T5" fmla="*/ 0 h 245"/>
                <a:gd name="T6" fmla="*/ 0 w 426"/>
                <a:gd name="T7" fmla="*/ 0 h 245"/>
                <a:gd name="T8" fmla="*/ 0 w 426"/>
                <a:gd name="T9" fmla="*/ 1 h 245"/>
                <a:gd name="T10" fmla="*/ 0 w 426"/>
                <a:gd name="T11" fmla="*/ 1 h 245"/>
                <a:gd name="T12" fmla="*/ 0 w 426"/>
                <a:gd name="T13" fmla="*/ 1 h 245"/>
                <a:gd name="T14" fmla="*/ 1 w 426"/>
                <a:gd name="T15" fmla="*/ 1 h 245"/>
                <a:gd name="T16" fmla="*/ 1 w 426"/>
                <a:gd name="T17" fmla="*/ 1 h 245"/>
                <a:gd name="T18" fmla="*/ 1 w 426"/>
                <a:gd name="T19" fmla="*/ 1 h 245"/>
                <a:gd name="T20" fmla="*/ 1 w 426"/>
                <a:gd name="T21" fmla="*/ 2 h 245"/>
                <a:gd name="T22" fmla="*/ 2 w 426"/>
                <a:gd name="T23" fmla="*/ 2 h 245"/>
                <a:gd name="T24" fmla="*/ 2 w 426"/>
                <a:gd name="T25" fmla="*/ 2 h 245"/>
                <a:gd name="T26" fmla="*/ 2 w 426"/>
                <a:gd name="T27" fmla="*/ 2 h 245"/>
                <a:gd name="T28" fmla="*/ 2 w 426"/>
                <a:gd name="T29" fmla="*/ 2 h 245"/>
                <a:gd name="T30" fmla="*/ 3 w 426"/>
                <a:gd name="T31" fmla="*/ 2 h 245"/>
                <a:gd name="T32" fmla="*/ 3 w 426"/>
                <a:gd name="T33" fmla="*/ 2 h 245"/>
                <a:gd name="T34" fmla="*/ 3 w 426"/>
                <a:gd name="T35" fmla="*/ 2 h 245"/>
                <a:gd name="T36" fmla="*/ 3 w 426"/>
                <a:gd name="T37" fmla="*/ 2 h 245"/>
                <a:gd name="T38" fmla="*/ 3 w 426"/>
                <a:gd name="T39" fmla="*/ 2 h 245"/>
                <a:gd name="T40" fmla="*/ 3 w 426"/>
                <a:gd name="T41" fmla="*/ 2 h 245"/>
                <a:gd name="T42" fmla="*/ 2 w 426"/>
                <a:gd name="T43" fmla="*/ 2 h 245"/>
                <a:gd name="T44" fmla="*/ 2 w 426"/>
                <a:gd name="T45" fmla="*/ 2 h 245"/>
                <a:gd name="T46" fmla="*/ 2 w 426"/>
                <a:gd name="T47" fmla="*/ 2 h 245"/>
                <a:gd name="T48" fmla="*/ 2 w 426"/>
                <a:gd name="T49" fmla="*/ 2 h 245"/>
                <a:gd name="T50" fmla="*/ 1 w 426"/>
                <a:gd name="T51" fmla="*/ 1 h 245"/>
                <a:gd name="T52" fmla="*/ 1 w 426"/>
                <a:gd name="T53" fmla="*/ 1 h 245"/>
                <a:gd name="T54" fmla="*/ 1 w 426"/>
                <a:gd name="T55" fmla="*/ 1 h 245"/>
                <a:gd name="T56" fmla="*/ 1 w 426"/>
                <a:gd name="T57" fmla="*/ 1 h 245"/>
                <a:gd name="T58" fmla="*/ 0 w 426"/>
                <a:gd name="T59" fmla="*/ 1 h 245"/>
                <a:gd name="T60" fmla="*/ 0 w 426"/>
                <a:gd name="T61" fmla="*/ 1 h 245"/>
                <a:gd name="T62" fmla="*/ 0 w 426"/>
                <a:gd name="T63" fmla="*/ 1 h 245"/>
                <a:gd name="T64" fmla="*/ 0 w 426"/>
                <a:gd name="T65" fmla="*/ 0 h 245"/>
                <a:gd name="T66" fmla="*/ 0 w 426"/>
                <a:gd name="T67" fmla="*/ 0 h 245"/>
                <a:gd name="T68" fmla="*/ 0 w 426"/>
                <a:gd name="T69" fmla="*/ 0 h 245"/>
                <a:gd name="T70" fmla="*/ 0 w 426"/>
                <a:gd name="T71" fmla="*/ 0 h 245"/>
                <a:gd name="T72" fmla="*/ 0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0" y="0"/>
                  </a:moveTo>
                  <a:lnTo>
                    <a:pt x="0" y="0"/>
                  </a:lnTo>
                  <a:lnTo>
                    <a:pt x="3" y="25"/>
                  </a:lnTo>
                  <a:lnTo>
                    <a:pt x="9" y="50"/>
                  </a:lnTo>
                  <a:lnTo>
                    <a:pt x="19" y="73"/>
                  </a:lnTo>
                  <a:lnTo>
                    <a:pt x="34" y="96"/>
                  </a:lnTo>
                  <a:lnTo>
                    <a:pt x="52" y="118"/>
                  </a:lnTo>
                  <a:lnTo>
                    <a:pt x="74" y="138"/>
                  </a:lnTo>
                  <a:lnTo>
                    <a:pt x="99" y="156"/>
                  </a:lnTo>
                  <a:lnTo>
                    <a:pt x="126" y="174"/>
                  </a:lnTo>
                  <a:lnTo>
                    <a:pt x="157" y="190"/>
                  </a:lnTo>
                  <a:lnTo>
                    <a:pt x="189" y="204"/>
                  </a:lnTo>
                  <a:lnTo>
                    <a:pt x="224" y="215"/>
                  </a:lnTo>
                  <a:lnTo>
                    <a:pt x="262" y="226"/>
                  </a:lnTo>
                  <a:lnTo>
                    <a:pt x="300" y="234"/>
                  </a:lnTo>
                  <a:lnTo>
                    <a:pt x="340" y="240"/>
                  </a:lnTo>
                  <a:lnTo>
                    <a:pt x="384" y="244"/>
                  </a:lnTo>
                  <a:lnTo>
                    <a:pt x="426" y="245"/>
                  </a:lnTo>
                  <a:lnTo>
                    <a:pt x="426" y="233"/>
                  </a:lnTo>
                  <a:lnTo>
                    <a:pt x="384" y="232"/>
                  </a:lnTo>
                  <a:lnTo>
                    <a:pt x="343" y="228"/>
                  </a:lnTo>
                  <a:lnTo>
                    <a:pt x="303" y="222"/>
                  </a:lnTo>
                  <a:lnTo>
                    <a:pt x="264" y="214"/>
                  </a:lnTo>
                  <a:lnTo>
                    <a:pt x="229" y="204"/>
                  </a:lnTo>
                  <a:lnTo>
                    <a:pt x="194" y="192"/>
                  </a:lnTo>
                  <a:lnTo>
                    <a:pt x="162" y="178"/>
                  </a:lnTo>
                  <a:lnTo>
                    <a:pt x="133" y="163"/>
                  </a:lnTo>
                  <a:lnTo>
                    <a:pt x="106" y="146"/>
                  </a:lnTo>
                  <a:lnTo>
                    <a:pt x="81" y="129"/>
                  </a:lnTo>
                  <a:lnTo>
                    <a:pt x="61" y="109"/>
                  </a:lnTo>
                  <a:lnTo>
                    <a:pt x="44" y="89"/>
                  </a:lnTo>
                  <a:lnTo>
                    <a:pt x="31" y="66"/>
                  </a:lnTo>
                  <a:lnTo>
                    <a:pt x="20" y="45"/>
                  </a:lnTo>
                  <a:lnTo>
                    <a:pt x="15" y="2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1458" name="Freeform 32"/>
            <p:cNvSpPr>
              <a:spLocks/>
            </p:cNvSpPr>
            <p:nvPr/>
          </p:nvSpPr>
          <p:spPr bwMode="auto">
            <a:xfrm>
              <a:off x="878" y="1448"/>
              <a:ext cx="792" cy="954"/>
            </a:xfrm>
            <a:custGeom>
              <a:avLst/>
              <a:gdLst>
                <a:gd name="T0" fmla="*/ 13 w 3960"/>
                <a:gd name="T1" fmla="*/ 38 h 4768"/>
                <a:gd name="T2" fmla="*/ 14 w 3960"/>
                <a:gd name="T3" fmla="*/ 38 h 4768"/>
                <a:gd name="T4" fmla="*/ 15 w 3960"/>
                <a:gd name="T5" fmla="*/ 38 h 4768"/>
                <a:gd name="T6" fmla="*/ 15 w 3960"/>
                <a:gd name="T7" fmla="*/ 38 h 4768"/>
                <a:gd name="T8" fmla="*/ 16 w 3960"/>
                <a:gd name="T9" fmla="*/ 38 h 4768"/>
                <a:gd name="T10" fmla="*/ 17 w 3960"/>
                <a:gd name="T11" fmla="*/ 38 h 4768"/>
                <a:gd name="T12" fmla="*/ 17 w 3960"/>
                <a:gd name="T13" fmla="*/ 38 h 4768"/>
                <a:gd name="T14" fmla="*/ 18 w 3960"/>
                <a:gd name="T15" fmla="*/ 38 h 4768"/>
                <a:gd name="T16" fmla="*/ 18 w 3960"/>
                <a:gd name="T17" fmla="*/ 38 h 4768"/>
                <a:gd name="T18" fmla="*/ 29 w 3960"/>
                <a:gd name="T19" fmla="*/ 30 h 4768"/>
                <a:gd name="T20" fmla="*/ 30 w 3960"/>
                <a:gd name="T21" fmla="*/ 30 h 4768"/>
                <a:gd name="T22" fmla="*/ 30 w 3960"/>
                <a:gd name="T23" fmla="*/ 29 h 4768"/>
                <a:gd name="T24" fmla="*/ 31 w 3960"/>
                <a:gd name="T25" fmla="*/ 28 h 4768"/>
                <a:gd name="T26" fmla="*/ 31 w 3960"/>
                <a:gd name="T27" fmla="*/ 28 h 4768"/>
                <a:gd name="T28" fmla="*/ 31 w 3960"/>
                <a:gd name="T29" fmla="*/ 27 h 4768"/>
                <a:gd name="T30" fmla="*/ 32 w 3960"/>
                <a:gd name="T31" fmla="*/ 26 h 4768"/>
                <a:gd name="T32" fmla="*/ 32 w 3960"/>
                <a:gd name="T33" fmla="*/ 25 h 4768"/>
                <a:gd name="T34" fmla="*/ 32 w 3960"/>
                <a:gd name="T35" fmla="*/ 11 h 4768"/>
                <a:gd name="T36" fmla="*/ 32 w 3960"/>
                <a:gd name="T37" fmla="*/ 10 h 4768"/>
                <a:gd name="T38" fmla="*/ 31 w 3960"/>
                <a:gd name="T39" fmla="*/ 9 h 4768"/>
                <a:gd name="T40" fmla="*/ 31 w 3960"/>
                <a:gd name="T41" fmla="*/ 9 h 4768"/>
                <a:gd name="T42" fmla="*/ 31 w 3960"/>
                <a:gd name="T43" fmla="*/ 8 h 4768"/>
                <a:gd name="T44" fmla="*/ 31 w 3960"/>
                <a:gd name="T45" fmla="*/ 8 h 4768"/>
                <a:gd name="T46" fmla="*/ 30 w 3960"/>
                <a:gd name="T47" fmla="*/ 7 h 4768"/>
                <a:gd name="T48" fmla="*/ 30 w 3960"/>
                <a:gd name="T49" fmla="*/ 7 h 4768"/>
                <a:gd name="T50" fmla="*/ 29 w 3960"/>
                <a:gd name="T51" fmla="*/ 6 h 4768"/>
                <a:gd name="T52" fmla="*/ 19 w 3960"/>
                <a:gd name="T53" fmla="*/ 1 h 4768"/>
                <a:gd name="T54" fmla="*/ 18 w 3960"/>
                <a:gd name="T55" fmla="*/ 0 h 4768"/>
                <a:gd name="T56" fmla="*/ 17 w 3960"/>
                <a:gd name="T57" fmla="*/ 0 h 4768"/>
                <a:gd name="T58" fmla="*/ 17 w 3960"/>
                <a:gd name="T59" fmla="*/ 0 h 4768"/>
                <a:gd name="T60" fmla="*/ 16 w 3960"/>
                <a:gd name="T61" fmla="*/ 0 h 4768"/>
                <a:gd name="T62" fmla="*/ 15 w 3960"/>
                <a:gd name="T63" fmla="*/ 0 h 4768"/>
                <a:gd name="T64" fmla="*/ 14 w 3960"/>
                <a:gd name="T65" fmla="*/ 0 h 4768"/>
                <a:gd name="T66" fmla="*/ 14 w 3960"/>
                <a:gd name="T67" fmla="*/ 0 h 4768"/>
                <a:gd name="T68" fmla="*/ 2 w 3960"/>
                <a:gd name="T69" fmla="*/ 6 h 4768"/>
                <a:gd name="T70" fmla="*/ 2 w 3960"/>
                <a:gd name="T71" fmla="*/ 7 h 4768"/>
                <a:gd name="T72" fmla="*/ 1 w 3960"/>
                <a:gd name="T73" fmla="*/ 7 h 4768"/>
                <a:gd name="T74" fmla="*/ 1 w 3960"/>
                <a:gd name="T75" fmla="*/ 8 h 4768"/>
                <a:gd name="T76" fmla="*/ 1 w 3960"/>
                <a:gd name="T77" fmla="*/ 8 h 4768"/>
                <a:gd name="T78" fmla="*/ 0 w 3960"/>
                <a:gd name="T79" fmla="*/ 9 h 4768"/>
                <a:gd name="T80" fmla="*/ 0 w 3960"/>
                <a:gd name="T81" fmla="*/ 9 h 4768"/>
                <a:gd name="T82" fmla="*/ 0 w 3960"/>
                <a:gd name="T83" fmla="*/ 10 h 4768"/>
                <a:gd name="T84" fmla="*/ 0 w 3960"/>
                <a:gd name="T85" fmla="*/ 11 h 4768"/>
                <a:gd name="T86" fmla="*/ 0 w 3960"/>
                <a:gd name="T87" fmla="*/ 25 h 4768"/>
                <a:gd name="T88" fmla="*/ 0 w 3960"/>
                <a:gd name="T89" fmla="*/ 26 h 4768"/>
                <a:gd name="T90" fmla="*/ 0 w 3960"/>
                <a:gd name="T91" fmla="*/ 27 h 4768"/>
                <a:gd name="T92" fmla="*/ 1 w 3960"/>
                <a:gd name="T93" fmla="*/ 28 h 4768"/>
                <a:gd name="T94" fmla="*/ 1 w 3960"/>
                <a:gd name="T95" fmla="*/ 29 h 4768"/>
                <a:gd name="T96" fmla="*/ 1 w 3960"/>
                <a:gd name="T97" fmla="*/ 29 h 4768"/>
                <a:gd name="T98" fmla="*/ 2 w 3960"/>
                <a:gd name="T99" fmla="*/ 30 h 4768"/>
                <a:gd name="T100" fmla="*/ 3 w 3960"/>
                <a:gd name="T101" fmla="*/ 31 h 4768"/>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w 3960"/>
                <a:gd name="T154" fmla="*/ 0 h 4768"/>
                <a:gd name="T155" fmla="*/ 3960 w 3960"/>
                <a:gd name="T156" fmla="*/ 4768 h 4768"/>
              </a:gdLst>
              <a:ahLst/>
              <a:cxnLst>
                <a:cxn ang="T102">
                  <a:pos x="T0" y="T1"/>
                </a:cxn>
                <a:cxn ang="T103">
                  <a:pos x="T2" y="T3"/>
                </a:cxn>
                <a:cxn ang="T104">
                  <a:pos x="T4" y="T5"/>
                </a:cxn>
                <a:cxn ang="T105">
                  <a:pos x="T6" y="T7"/>
                </a:cxn>
                <a:cxn ang="T106">
                  <a:pos x="T8" y="T9"/>
                </a:cxn>
                <a:cxn ang="T107">
                  <a:pos x="T10" y="T11"/>
                </a:cxn>
                <a:cxn ang="T108">
                  <a:pos x="T12" y="T13"/>
                </a:cxn>
                <a:cxn ang="T109">
                  <a:pos x="T14" y="T15"/>
                </a:cxn>
                <a:cxn ang="T110">
                  <a:pos x="T16" y="T17"/>
                </a:cxn>
                <a:cxn ang="T111">
                  <a:pos x="T18" y="T19"/>
                </a:cxn>
                <a:cxn ang="T112">
                  <a:pos x="T20" y="T21"/>
                </a:cxn>
                <a:cxn ang="T113">
                  <a:pos x="T22" y="T23"/>
                </a:cxn>
                <a:cxn ang="T114">
                  <a:pos x="T24" y="T25"/>
                </a:cxn>
                <a:cxn ang="T115">
                  <a:pos x="T26" y="T27"/>
                </a:cxn>
                <a:cxn ang="T116">
                  <a:pos x="T28" y="T29"/>
                </a:cxn>
                <a:cxn ang="T117">
                  <a:pos x="T30" y="T31"/>
                </a:cxn>
                <a:cxn ang="T118">
                  <a:pos x="T32" y="T33"/>
                </a:cxn>
                <a:cxn ang="T119">
                  <a:pos x="T34" y="T35"/>
                </a:cxn>
                <a:cxn ang="T120">
                  <a:pos x="T36" y="T37"/>
                </a:cxn>
                <a:cxn ang="T121">
                  <a:pos x="T38" y="T39"/>
                </a:cxn>
                <a:cxn ang="T122">
                  <a:pos x="T40" y="T41"/>
                </a:cxn>
                <a:cxn ang="T123">
                  <a:pos x="T42" y="T43"/>
                </a:cxn>
                <a:cxn ang="T124">
                  <a:pos x="T44" y="T45"/>
                </a:cxn>
                <a:cxn ang="T125">
                  <a:pos x="T46" y="T47"/>
                </a:cxn>
                <a:cxn ang="T126">
                  <a:pos x="T48" y="T49"/>
                </a:cxn>
                <a:cxn ang="T127">
                  <a:pos x="T50" y="T51"/>
                </a:cxn>
                <a:cxn ang="T128">
                  <a:pos x="T52" y="T53"/>
                </a:cxn>
                <a:cxn ang="T129">
                  <a:pos x="T54" y="T55"/>
                </a:cxn>
                <a:cxn ang="T130">
                  <a:pos x="T56" y="T57"/>
                </a:cxn>
                <a:cxn ang="T131">
                  <a:pos x="T58" y="T59"/>
                </a:cxn>
                <a:cxn ang="T132">
                  <a:pos x="T60" y="T61"/>
                </a:cxn>
                <a:cxn ang="T133">
                  <a:pos x="T62" y="T63"/>
                </a:cxn>
                <a:cxn ang="T134">
                  <a:pos x="T64" y="T65"/>
                </a:cxn>
                <a:cxn ang="T135">
                  <a:pos x="T66" y="T67"/>
                </a:cxn>
                <a:cxn ang="T136">
                  <a:pos x="T68" y="T69"/>
                </a:cxn>
                <a:cxn ang="T137">
                  <a:pos x="T70" y="T71"/>
                </a:cxn>
                <a:cxn ang="T138">
                  <a:pos x="T72" y="T73"/>
                </a:cxn>
                <a:cxn ang="T139">
                  <a:pos x="T74" y="T75"/>
                </a:cxn>
                <a:cxn ang="T140">
                  <a:pos x="T76" y="T77"/>
                </a:cxn>
                <a:cxn ang="T141">
                  <a:pos x="T78" y="T79"/>
                </a:cxn>
                <a:cxn ang="T142">
                  <a:pos x="T80" y="T81"/>
                </a:cxn>
                <a:cxn ang="T143">
                  <a:pos x="T82" y="T83"/>
                </a:cxn>
                <a:cxn ang="T144">
                  <a:pos x="T84" y="T85"/>
                </a:cxn>
                <a:cxn ang="T145">
                  <a:pos x="T86" y="T87"/>
                </a:cxn>
                <a:cxn ang="T146">
                  <a:pos x="T88" y="T89"/>
                </a:cxn>
                <a:cxn ang="T147">
                  <a:pos x="T90" y="T91"/>
                </a:cxn>
                <a:cxn ang="T148">
                  <a:pos x="T92" y="T93"/>
                </a:cxn>
                <a:cxn ang="T149">
                  <a:pos x="T94" y="T95"/>
                </a:cxn>
                <a:cxn ang="T150">
                  <a:pos x="T96" y="T97"/>
                </a:cxn>
                <a:cxn ang="T151">
                  <a:pos x="T98" y="T99"/>
                </a:cxn>
                <a:cxn ang="T152">
                  <a:pos x="T100" y="T101"/>
                </a:cxn>
              </a:cxnLst>
              <a:rect l="T153" t="T154" r="T155" b="T156"/>
              <a:pathLst>
                <a:path w="3960" h="4768">
                  <a:moveTo>
                    <a:pt x="353" y="3849"/>
                  </a:moveTo>
                  <a:lnTo>
                    <a:pt x="1661" y="4700"/>
                  </a:lnTo>
                  <a:lnTo>
                    <a:pt x="1697" y="4717"/>
                  </a:lnTo>
                  <a:lnTo>
                    <a:pt x="1736" y="4731"/>
                  </a:lnTo>
                  <a:lnTo>
                    <a:pt x="1776" y="4742"/>
                  </a:lnTo>
                  <a:lnTo>
                    <a:pt x="1818" y="4753"/>
                  </a:lnTo>
                  <a:lnTo>
                    <a:pt x="1860" y="4760"/>
                  </a:lnTo>
                  <a:lnTo>
                    <a:pt x="1902" y="4765"/>
                  </a:lnTo>
                  <a:lnTo>
                    <a:pt x="1946" y="4768"/>
                  </a:lnTo>
                  <a:lnTo>
                    <a:pt x="1988" y="4768"/>
                  </a:lnTo>
                  <a:lnTo>
                    <a:pt x="2031" y="4767"/>
                  </a:lnTo>
                  <a:lnTo>
                    <a:pt x="2073" y="4763"/>
                  </a:lnTo>
                  <a:lnTo>
                    <a:pt x="2114" y="4758"/>
                  </a:lnTo>
                  <a:lnTo>
                    <a:pt x="2154" y="4751"/>
                  </a:lnTo>
                  <a:lnTo>
                    <a:pt x="2193" y="4740"/>
                  </a:lnTo>
                  <a:lnTo>
                    <a:pt x="2230" y="4729"/>
                  </a:lnTo>
                  <a:lnTo>
                    <a:pt x="2264" y="4715"/>
                  </a:lnTo>
                  <a:lnTo>
                    <a:pt x="2297" y="4700"/>
                  </a:lnTo>
                  <a:lnTo>
                    <a:pt x="3639" y="3825"/>
                  </a:lnTo>
                  <a:lnTo>
                    <a:pt x="3673" y="3795"/>
                  </a:lnTo>
                  <a:lnTo>
                    <a:pt x="3707" y="3761"/>
                  </a:lnTo>
                  <a:lnTo>
                    <a:pt x="3738" y="3725"/>
                  </a:lnTo>
                  <a:lnTo>
                    <a:pt x="3768" y="3685"/>
                  </a:lnTo>
                  <a:lnTo>
                    <a:pt x="3796" y="3644"/>
                  </a:lnTo>
                  <a:lnTo>
                    <a:pt x="3821" y="3599"/>
                  </a:lnTo>
                  <a:lnTo>
                    <a:pt x="3846" y="3553"/>
                  </a:lnTo>
                  <a:lnTo>
                    <a:pt x="3868" y="3505"/>
                  </a:lnTo>
                  <a:lnTo>
                    <a:pt x="3888" y="3456"/>
                  </a:lnTo>
                  <a:lnTo>
                    <a:pt x="3907" y="3406"/>
                  </a:lnTo>
                  <a:lnTo>
                    <a:pt x="3922" y="3354"/>
                  </a:lnTo>
                  <a:lnTo>
                    <a:pt x="3935" y="3303"/>
                  </a:lnTo>
                  <a:lnTo>
                    <a:pt x="3946" y="3250"/>
                  </a:lnTo>
                  <a:lnTo>
                    <a:pt x="3953" y="3197"/>
                  </a:lnTo>
                  <a:lnTo>
                    <a:pt x="3957" y="3144"/>
                  </a:lnTo>
                  <a:lnTo>
                    <a:pt x="3960" y="3092"/>
                  </a:lnTo>
                  <a:lnTo>
                    <a:pt x="3959" y="1313"/>
                  </a:lnTo>
                  <a:lnTo>
                    <a:pt x="3955" y="1271"/>
                  </a:lnTo>
                  <a:lnTo>
                    <a:pt x="3949" y="1229"/>
                  </a:lnTo>
                  <a:lnTo>
                    <a:pt x="3941" y="1189"/>
                  </a:lnTo>
                  <a:lnTo>
                    <a:pt x="3930" y="1149"/>
                  </a:lnTo>
                  <a:lnTo>
                    <a:pt x="3918" y="1111"/>
                  </a:lnTo>
                  <a:lnTo>
                    <a:pt x="3902" y="1075"/>
                  </a:lnTo>
                  <a:lnTo>
                    <a:pt x="3886" y="1040"/>
                  </a:lnTo>
                  <a:lnTo>
                    <a:pt x="3867" y="1006"/>
                  </a:lnTo>
                  <a:lnTo>
                    <a:pt x="3846" y="973"/>
                  </a:lnTo>
                  <a:lnTo>
                    <a:pt x="3823" y="942"/>
                  </a:lnTo>
                  <a:lnTo>
                    <a:pt x="3798" y="913"/>
                  </a:lnTo>
                  <a:lnTo>
                    <a:pt x="3771" y="886"/>
                  </a:lnTo>
                  <a:lnTo>
                    <a:pt x="3743" y="860"/>
                  </a:lnTo>
                  <a:lnTo>
                    <a:pt x="3714" y="837"/>
                  </a:lnTo>
                  <a:lnTo>
                    <a:pt x="3682" y="816"/>
                  </a:lnTo>
                  <a:lnTo>
                    <a:pt x="3649" y="796"/>
                  </a:lnTo>
                  <a:lnTo>
                    <a:pt x="2386" y="83"/>
                  </a:lnTo>
                  <a:lnTo>
                    <a:pt x="2350" y="65"/>
                  </a:lnTo>
                  <a:lnTo>
                    <a:pt x="2310" y="50"/>
                  </a:lnTo>
                  <a:lnTo>
                    <a:pt x="2268" y="36"/>
                  </a:lnTo>
                  <a:lnTo>
                    <a:pt x="2223" y="24"/>
                  </a:lnTo>
                  <a:lnTo>
                    <a:pt x="2178" y="15"/>
                  </a:lnTo>
                  <a:lnTo>
                    <a:pt x="2131" y="8"/>
                  </a:lnTo>
                  <a:lnTo>
                    <a:pt x="2082" y="3"/>
                  </a:lnTo>
                  <a:lnTo>
                    <a:pt x="2032" y="0"/>
                  </a:lnTo>
                  <a:lnTo>
                    <a:pt x="1982" y="1"/>
                  </a:lnTo>
                  <a:lnTo>
                    <a:pt x="1933" y="3"/>
                  </a:lnTo>
                  <a:lnTo>
                    <a:pt x="1882" y="9"/>
                  </a:lnTo>
                  <a:lnTo>
                    <a:pt x="1833" y="17"/>
                  </a:lnTo>
                  <a:lnTo>
                    <a:pt x="1785" y="29"/>
                  </a:lnTo>
                  <a:lnTo>
                    <a:pt x="1737" y="43"/>
                  </a:lnTo>
                  <a:lnTo>
                    <a:pt x="1691" y="62"/>
                  </a:lnTo>
                  <a:lnTo>
                    <a:pt x="1647" y="83"/>
                  </a:lnTo>
                  <a:lnTo>
                    <a:pt x="311" y="782"/>
                  </a:lnTo>
                  <a:lnTo>
                    <a:pt x="276" y="803"/>
                  </a:lnTo>
                  <a:lnTo>
                    <a:pt x="243" y="826"/>
                  </a:lnTo>
                  <a:lnTo>
                    <a:pt x="213" y="852"/>
                  </a:lnTo>
                  <a:lnTo>
                    <a:pt x="184" y="879"/>
                  </a:lnTo>
                  <a:lnTo>
                    <a:pt x="155" y="908"/>
                  </a:lnTo>
                  <a:lnTo>
                    <a:pt x="131" y="939"/>
                  </a:lnTo>
                  <a:lnTo>
                    <a:pt x="107" y="971"/>
                  </a:lnTo>
                  <a:lnTo>
                    <a:pt x="86" y="1005"/>
                  </a:lnTo>
                  <a:lnTo>
                    <a:pt x="68" y="1040"/>
                  </a:lnTo>
                  <a:lnTo>
                    <a:pt x="50" y="1076"/>
                  </a:lnTo>
                  <a:lnTo>
                    <a:pt x="36" y="1115"/>
                  </a:lnTo>
                  <a:lnTo>
                    <a:pt x="23" y="1153"/>
                  </a:lnTo>
                  <a:lnTo>
                    <a:pt x="14" y="1195"/>
                  </a:lnTo>
                  <a:lnTo>
                    <a:pt x="7" y="1236"/>
                  </a:lnTo>
                  <a:lnTo>
                    <a:pt x="2" y="1279"/>
                  </a:lnTo>
                  <a:lnTo>
                    <a:pt x="0" y="1322"/>
                  </a:lnTo>
                  <a:lnTo>
                    <a:pt x="0" y="3093"/>
                  </a:lnTo>
                  <a:lnTo>
                    <a:pt x="2" y="3147"/>
                  </a:lnTo>
                  <a:lnTo>
                    <a:pt x="7" y="3202"/>
                  </a:lnTo>
                  <a:lnTo>
                    <a:pt x="15" y="3257"/>
                  </a:lnTo>
                  <a:lnTo>
                    <a:pt x="27" y="3312"/>
                  </a:lnTo>
                  <a:lnTo>
                    <a:pt x="42" y="3366"/>
                  </a:lnTo>
                  <a:lnTo>
                    <a:pt x="59" y="3420"/>
                  </a:lnTo>
                  <a:lnTo>
                    <a:pt x="79" y="3474"/>
                  </a:lnTo>
                  <a:lnTo>
                    <a:pt x="102" y="3525"/>
                  </a:lnTo>
                  <a:lnTo>
                    <a:pt x="127" y="3576"/>
                  </a:lnTo>
                  <a:lnTo>
                    <a:pt x="154" y="3624"/>
                  </a:lnTo>
                  <a:lnTo>
                    <a:pt x="184" y="3670"/>
                  </a:lnTo>
                  <a:lnTo>
                    <a:pt x="214" y="3712"/>
                  </a:lnTo>
                  <a:lnTo>
                    <a:pt x="247" y="3752"/>
                  </a:lnTo>
                  <a:lnTo>
                    <a:pt x="281" y="3788"/>
                  </a:lnTo>
                  <a:lnTo>
                    <a:pt x="317" y="3821"/>
                  </a:lnTo>
                  <a:lnTo>
                    <a:pt x="353" y="384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1459" name="Freeform 33"/>
            <p:cNvSpPr>
              <a:spLocks/>
            </p:cNvSpPr>
            <p:nvPr/>
          </p:nvSpPr>
          <p:spPr bwMode="auto">
            <a:xfrm>
              <a:off x="943" y="2210"/>
              <a:ext cx="276" cy="187"/>
            </a:xfrm>
            <a:custGeom>
              <a:avLst/>
              <a:gdLst>
                <a:gd name="T0" fmla="*/ 11 w 1380"/>
                <a:gd name="T1" fmla="*/ 7 h 937"/>
                <a:gd name="T2" fmla="*/ 11 w 1380"/>
                <a:gd name="T3" fmla="*/ 7 h 937"/>
                <a:gd name="T4" fmla="*/ 0 w 1380"/>
                <a:gd name="T5" fmla="*/ 0 h 937"/>
                <a:gd name="T6" fmla="*/ 0 w 1380"/>
                <a:gd name="T7" fmla="*/ 1 h 937"/>
                <a:gd name="T8" fmla="*/ 10 w 1380"/>
                <a:gd name="T9" fmla="*/ 7 h 937"/>
                <a:gd name="T10" fmla="*/ 10 w 1380"/>
                <a:gd name="T11" fmla="*/ 7 h 937"/>
                <a:gd name="T12" fmla="*/ 10 w 1380"/>
                <a:gd name="T13" fmla="*/ 7 h 937"/>
                <a:gd name="T14" fmla="*/ 11 w 1380"/>
                <a:gd name="T15" fmla="*/ 7 h 937"/>
                <a:gd name="T16" fmla="*/ 11 w 1380"/>
                <a:gd name="T17" fmla="*/ 7 h 937"/>
                <a:gd name="T18" fmla="*/ 11 w 1380"/>
                <a:gd name="T19" fmla="*/ 7 h 937"/>
                <a:gd name="T20" fmla="*/ 11 w 1380"/>
                <a:gd name="T21" fmla="*/ 7 h 937"/>
                <a:gd name="T22" fmla="*/ 11 w 1380"/>
                <a:gd name="T23" fmla="*/ 7 h 937"/>
                <a:gd name="T24" fmla="*/ 11 w 1380"/>
                <a:gd name="T25" fmla="*/ 7 h 937"/>
                <a:gd name="T26" fmla="*/ 11 w 1380"/>
                <a:gd name="T27" fmla="*/ 7 h 937"/>
                <a:gd name="T28" fmla="*/ 11 w 1380"/>
                <a:gd name="T29" fmla="*/ 7 h 937"/>
                <a:gd name="T30" fmla="*/ 11 w 1380"/>
                <a:gd name="T31" fmla="*/ 7 h 93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80"/>
                <a:gd name="T49" fmla="*/ 0 h 937"/>
                <a:gd name="T50" fmla="*/ 1380 w 1380"/>
                <a:gd name="T51" fmla="*/ 937 h 93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80" h="937">
                  <a:moveTo>
                    <a:pt x="1354" y="848"/>
                  </a:moveTo>
                  <a:lnTo>
                    <a:pt x="1359" y="851"/>
                  </a:lnTo>
                  <a:lnTo>
                    <a:pt x="51" y="0"/>
                  </a:lnTo>
                  <a:lnTo>
                    <a:pt x="0" y="78"/>
                  </a:lnTo>
                  <a:lnTo>
                    <a:pt x="1307" y="929"/>
                  </a:lnTo>
                  <a:lnTo>
                    <a:pt x="1312" y="932"/>
                  </a:lnTo>
                  <a:lnTo>
                    <a:pt x="1307" y="929"/>
                  </a:lnTo>
                  <a:lnTo>
                    <a:pt x="1326" y="937"/>
                  </a:lnTo>
                  <a:lnTo>
                    <a:pt x="1345" y="936"/>
                  </a:lnTo>
                  <a:lnTo>
                    <a:pt x="1360" y="929"/>
                  </a:lnTo>
                  <a:lnTo>
                    <a:pt x="1372" y="916"/>
                  </a:lnTo>
                  <a:lnTo>
                    <a:pt x="1379" y="899"/>
                  </a:lnTo>
                  <a:lnTo>
                    <a:pt x="1380" y="883"/>
                  </a:lnTo>
                  <a:lnTo>
                    <a:pt x="1374" y="865"/>
                  </a:lnTo>
                  <a:lnTo>
                    <a:pt x="1359" y="851"/>
                  </a:lnTo>
                  <a:lnTo>
                    <a:pt x="1354" y="84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1460" name="Freeform 34"/>
            <p:cNvSpPr>
              <a:spLocks/>
            </p:cNvSpPr>
            <p:nvPr/>
          </p:nvSpPr>
          <p:spPr bwMode="auto">
            <a:xfrm>
              <a:off x="1206" y="2379"/>
              <a:ext cx="140" cy="32"/>
            </a:xfrm>
            <a:custGeom>
              <a:avLst/>
              <a:gdLst>
                <a:gd name="T0" fmla="*/ 5 w 703"/>
                <a:gd name="T1" fmla="*/ 0 h 162"/>
                <a:gd name="T2" fmla="*/ 5 w 703"/>
                <a:gd name="T3" fmla="*/ 0 h 162"/>
                <a:gd name="T4" fmla="*/ 5 w 703"/>
                <a:gd name="T5" fmla="*/ 0 h 162"/>
                <a:gd name="T6" fmla="*/ 5 w 703"/>
                <a:gd name="T7" fmla="*/ 0 h 162"/>
                <a:gd name="T8" fmla="*/ 4 w 703"/>
                <a:gd name="T9" fmla="*/ 0 h 162"/>
                <a:gd name="T10" fmla="*/ 4 w 703"/>
                <a:gd name="T11" fmla="*/ 0 h 162"/>
                <a:gd name="T12" fmla="*/ 4 w 703"/>
                <a:gd name="T13" fmla="*/ 0 h 162"/>
                <a:gd name="T14" fmla="*/ 3 w 703"/>
                <a:gd name="T15" fmla="*/ 1 h 162"/>
                <a:gd name="T16" fmla="*/ 3 w 703"/>
                <a:gd name="T17" fmla="*/ 1 h 162"/>
                <a:gd name="T18" fmla="*/ 3 w 703"/>
                <a:gd name="T19" fmla="*/ 1 h 162"/>
                <a:gd name="T20" fmla="*/ 2 w 703"/>
                <a:gd name="T21" fmla="*/ 1 h 162"/>
                <a:gd name="T22" fmla="*/ 2 w 703"/>
                <a:gd name="T23" fmla="*/ 1 h 162"/>
                <a:gd name="T24" fmla="*/ 2 w 703"/>
                <a:gd name="T25" fmla="*/ 0 h 162"/>
                <a:gd name="T26" fmla="*/ 1 w 703"/>
                <a:gd name="T27" fmla="*/ 0 h 162"/>
                <a:gd name="T28" fmla="*/ 1 w 703"/>
                <a:gd name="T29" fmla="*/ 0 h 162"/>
                <a:gd name="T30" fmla="*/ 1 w 703"/>
                <a:gd name="T31" fmla="*/ 0 h 162"/>
                <a:gd name="T32" fmla="*/ 1 w 703"/>
                <a:gd name="T33" fmla="*/ 0 h 162"/>
                <a:gd name="T34" fmla="*/ 0 w 703"/>
                <a:gd name="T35" fmla="*/ 0 h 162"/>
                <a:gd name="T36" fmla="*/ 0 w 703"/>
                <a:gd name="T37" fmla="*/ 1 h 162"/>
                <a:gd name="T38" fmla="*/ 0 w 703"/>
                <a:gd name="T39" fmla="*/ 1 h 162"/>
                <a:gd name="T40" fmla="*/ 1 w 703"/>
                <a:gd name="T41" fmla="*/ 1 h 162"/>
                <a:gd name="T42" fmla="*/ 1 w 703"/>
                <a:gd name="T43" fmla="*/ 1 h 162"/>
                <a:gd name="T44" fmla="*/ 1 w 703"/>
                <a:gd name="T45" fmla="*/ 1 h 162"/>
                <a:gd name="T46" fmla="*/ 2 w 703"/>
                <a:gd name="T47" fmla="*/ 1 h 162"/>
                <a:gd name="T48" fmla="*/ 2 w 703"/>
                <a:gd name="T49" fmla="*/ 1 h 162"/>
                <a:gd name="T50" fmla="*/ 2 w 703"/>
                <a:gd name="T51" fmla="*/ 1 h 162"/>
                <a:gd name="T52" fmla="*/ 3 w 703"/>
                <a:gd name="T53" fmla="*/ 1 h 162"/>
                <a:gd name="T54" fmla="*/ 3 w 703"/>
                <a:gd name="T55" fmla="*/ 1 h 162"/>
                <a:gd name="T56" fmla="*/ 3 w 703"/>
                <a:gd name="T57" fmla="*/ 1 h 162"/>
                <a:gd name="T58" fmla="*/ 4 w 703"/>
                <a:gd name="T59" fmla="*/ 1 h 162"/>
                <a:gd name="T60" fmla="*/ 4 w 703"/>
                <a:gd name="T61" fmla="*/ 1 h 162"/>
                <a:gd name="T62" fmla="*/ 5 w 703"/>
                <a:gd name="T63" fmla="*/ 1 h 162"/>
                <a:gd name="T64" fmla="*/ 5 w 703"/>
                <a:gd name="T65" fmla="*/ 1 h 162"/>
                <a:gd name="T66" fmla="*/ 5 w 703"/>
                <a:gd name="T67" fmla="*/ 1 h 162"/>
                <a:gd name="T68" fmla="*/ 5 w 703"/>
                <a:gd name="T69" fmla="*/ 1 h 162"/>
                <a:gd name="T70" fmla="*/ 5 w 703"/>
                <a:gd name="T71" fmla="*/ 1 h 162"/>
                <a:gd name="T72" fmla="*/ 5 w 703"/>
                <a:gd name="T73" fmla="*/ 1 h 162"/>
                <a:gd name="T74" fmla="*/ 5 w 703"/>
                <a:gd name="T75" fmla="*/ 1 h 162"/>
                <a:gd name="T76" fmla="*/ 6 w 703"/>
                <a:gd name="T77" fmla="*/ 0 h 162"/>
                <a:gd name="T78" fmla="*/ 6 w 703"/>
                <a:gd name="T79" fmla="*/ 0 h 162"/>
                <a:gd name="T80" fmla="*/ 6 w 703"/>
                <a:gd name="T81" fmla="*/ 0 h 162"/>
                <a:gd name="T82" fmla="*/ 5 w 703"/>
                <a:gd name="T83" fmla="*/ 0 h 162"/>
                <a:gd name="T84" fmla="*/ 5 w 703"/>
                <a:gd name="T85" fmla="*/ 0 h 162"/>
                <a:gd name="T86" fmla="*/ 5 w 703"/>
                <a:gd name="T87" fmla="*/ 0 h 162"/>
                <a:gd name="T88" fmla="*/ 5 w 703"/>
                <a:gd name="T89" fmla="*/ 0 h 162"/>
                <a:gd name="T90" fmla="*/ 5 w 703"/>
                <a:gd name="T91" fmla="*/ 0 h 162"/>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703"/>
                <a:gd name="T139" fmla="*/ 0 h 162"/>
                <a:gd name="T140" fmla="*/ 703 w 703"/>
                <a:gd name="T141" fmla="*/ 162 h 162"/>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703" h="162">
                  <a:moveTo>
                    <a:pt x="631" y="8"/>
                  </a:moveTo>
                  <a:lnTo>
                    <a:pt x="636" y="6"/>
                  </a:lnTo>
                  <a:lnTo>
                    <a:pt x="606" y="20"/>
                  </a:lnTo>
                  <a:lnTo>
                    <a:pt x="575" y="32"/>
                  </a:lnTo>
                  <a:lnTo>
                    <a:pt x="540" y="42"/>
                  </a:lnTo>
                  <a:lnTo>
                    <a:pt x="504" y="52"/>
                  </a:lnTo>
                  <a:lnTo>
                    <a:pt x="467" y="59"/>
                  </a:lnTo>
                  <a:lnTo>
                    <a:pt x="428" y="64"/>
                  </a:lnTo>
                  <a:lnTo>
                    <a:pt x="389" y="67"/>
                  </a:lnTo>
                  <a:lnTo>
                    <a:pt x="348" y="68"/>
                  </a:lnTo>
                  <a:lnTo>
                    <a:pt x="308" y="68"/>
                  </a:lnTo>
                  <a:lnTo>
                    <a:pt x="267" y="65"/>
                  </a:lnTo>
                  <a:lnTo>
                    <a:pt x="226" y="61"/>
                  </a:lnTo>
                  <a:lnTo>
                    <a:pt x="187" y="54"/>
                  </a:lnTo>
                  <a:lnTo>
                    <a:pt x="148" y="44"/>
                  </a:lnTo>
                  <a:lnTo>
                    <a:pt x="110" y="33"/>
                  </a:lnTo>
                  <a:lnTo>
                    <a:pt x="75" y="20"/>
                  </a:lnTo>
                  <a:lnTo>
                    <a:pt x="42" y="5"/>
                  </a:lnTo>
                  <a:lnTo>
                    <a:pt x="0" y="89"/>
                  </a:lnTo>
                  <a:lnTo>
                    <a:pt x="40" y="107"/>
                  </a:lnTo>
                  <a:lnTo>
                    <a:pt x="82" y="122"/>
                  </a:lnTo>
                  <a:lnTo>
                    <a:pt x="124" y="135"/>
                  </a:lnTo>
                  <a:lnTo>
                    <a:pt x="169" y="146"/>
                  </a:lnTo>
                  <a:lnTo>
                    <a:pt x="214" y="153"/>
                  </a:lnTo>
                  <a:lnTo>
                    <a:pt x="258" y="158"/>
                  </a:lnTo>
                  <a:lnTo>
                    <a:pt x="303" y="162"/>
                  </a:lnTo>
                  <a:lnTo>
                    <a:pt x="348" y="162"/>
                  </a:lnTo>
                  <a:lnTo>
                    <a:pt x="394" y="161"/>
                  </a:lnTo>
                  <a:lnTo>
                    <a:pt x="439" y="157"/>
                  </a:lnTo>
                  <a:lnTo>
                    <a:pt x="481" y="150"/>
                  </a:lnTo>
                  <a:lnTo>
                    <a:pt x="525" y="143"/>
                  </a:lnTo>
                  <a:lnTo>
                    <a:pt x="566" y="132"/>
                  </a:lnTo>
                  <a:lnTo>
                    <a:pt x="606" y="121"/>
                  </a:lnTo>
                  <a:lnTo>
                    <a:pt x="643" y="105"/>
                  </a:lnTo>
                  <a:lnTo>
                    <a:pt x="678" y="88"/>
                  </a:lnTo>
                  <a:lnTo>
                    <a:pt x="683" y="86"/>
                  </a:lnTo>
                  <a:lnTo>
                    <a:pt x="678" y="88"/>
                  </a:lnTo>
                  <a:lnTo>
                    <a:pt x="695" y="75"/>
                  </a:lnTo>
                  <a:lnTo>
                    <a:pt x="702" y="60"/>
                  </a:lnTo>
                  <a:lnTo>
                    <a:pt x="703" y="42"/>
                  </a:lnTo>
                  <a:lnTo>
                    <a:pt x="698" y="26"/>
                  </a:lnTo>
                  <a:lnTo>
                    <a:pt x="688" y="12"/>
                  </a:lnTo>
                  <a:lnTo>
                    <a:pt x="674" y="3"/>
                  </a:lnTo>
                  <a:lnTo>
                    <a:pt x="656" y="0"/>
                  </a:lnTo>
                  <a:lnTo>
                    <a:pt x="636" y="6"/>
                  </a:lnTo>
                  <a:lnTo>
                    <a:pt x="631"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1461" name="Freeform 35"/>
            <p:cNvSpPr>
              <a:spLocks/>
            </p:cNvSpPr>
            <p:nvPr/>
          </p:nvSpPr>
          <p:spPr bwMode="auto">
            <a:xfrm>
              <a:off x="1332" y="2204"/>
              <a:ext cx="283" cy="192"/>
            </a:xfrm>
            <a:custGeom>
              <a:avLst/>
              <a:gdLst>
                <a:gd name="T0" fmla="*/ 11 w 1415"/>
                <a:gd name="T1" fmla="*/ 0 h 960"/>
                <a:gd name="T2" fmla="*/ 11 w 1415"/>
                <a:gd name="T3" fmla="*/ 0 h 960"/>
                <a:gd name="T4" fmla="*/ 0 w 1415"/>
                <a:gd name="T5" fmla="*/ 7 h 960"/>
                <a:gd name="T6" fmla="*/ 0 w 1415"/>
                <a:gd name="T7" fmla="*/ 8 h 960"/>
                <a:gd name="T8" fmla="*/ 11 w 1415"/>
                <a:gd name="T9" fmla="*/ 1 h 960"/>
                <a:gd name="T10" fmla="*/ 11 w 1415"/>
                <a:gd name="T11" fmla="*/ 1 h 960"/>
                <a:gd name="T12" fmla="*/ 11 w 1415"/>
                <a:gd name="T13" fmla="*/ 1 h 960"/>
                <a:gd name="T14" fmla="*/ 11 w 1415"/>
                <a:gd name="T15" fmla="*/ 1 h 960"/>
                <a:gd name="T16" fmla="*/ 11 w 1415"/>
                <a:gd name="T17" fmla="*/ 0 h 960"/>
                <a:gd name="T18" fmla="*/ 11 w 1415"/>
                <a:gd name="T19" fmla="*/ 0 h 960"/>
                <a:gd name="T20" fmla="*/ 11 w 1415"/>
                <a:gd name="T21" fmla="*/ 0 h 960"/>
                <a:gd name="T22" fmla="*/ 11 w 1415"/>
                <a:gd name="T23" fmla="*/ 0 h 960"/>
                <a:gd name="T24" fmla="*/ 11 w 1415"/>
                <a:gd name="T25" fmla="*/ 0 h 960"/>
                <a:gd name="T26" fmla="*/ 11 w 1415"/>
                <a:gd name="T27" fmla="*/ 0 h 960"/>
                <a:gd name="T28" fmla="*/ 11 w 1415"/>
                <a:gd name="T29" fmla="*/ 0 h 960"/>
                <a:gd name="T30" fmla="*/ 11 w 1415"/>
                <a:gd name="T31" fmla="*/ 0 h 96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15"/>
                <a:gd name="T49" fmla="*/ 0 h 960"/>
                <a:gd name="T50" fmla="*/ 1415 w 1415"/>
                <a:gd name="T51" fmla="*/ 960 h 96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15" h="960">
                  <a:moveTo>
                    <a:pt x="1338" y="10"/>
                  </a:moveTo>
                  <a:lnTo>
                    <a:pt x="1342" y="8"/>
                  </a:lnTo>
                  <a:lnTo>
                    <a:pt x="0" y="882"/>
                  </a:lnTo>
                  <a:lnTo>
                    <a:pt x="52" y="960"/>
                  </a:lnTo>
                  <a:lnTo>
                    <a:pt x="1393" y="85"/>
                  </a:lnTo>
                  <a:lnTo>
                    <a:pt x="1397" y="83"/>
                  </a:lnTo>
                  <a:lnTo>
                    <a:pt x="1393" y="85"/>
                  </a:lnTo>
                  <a:lnTo>
                    <a:pt x="1409" y="71"/>
                  </a:lnTo>
                  <a:lnTo>
                    <a:pt x="1415" y="53"/>
                  </a:lnTo>
                  <a:lnTo>
                    <a:pt x="1413" y="37"/>
                  </a:lnTo>
                  <a:lnTo>
                    <a:pt x="1406" y="21"/>
                  </a:lnTo>
                  <a:lnTo>
                    <a:pt x="1395" y="8"/>
                  </a:lnTo>
                  <a:lnTo>
                    <a:pt x="1379" y="1"/>
                  </a:lnTo>
                  <a:lnTo>
                    <a:pt x="1361" y="0"/>
                  </a:lnTo>
                  <a:lnTo>
                    <a:pt x="1342" y="8"/>
                  </a:lnTo>
                  <a:lnTo>
                    <a:pt x="1338" y="1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1462" name="Freeform 36"/>
            <p:cNvSpPr>
              <a:spLocks/>
            </p:cNvSpPr>
            <p:nvPr/>
          </p:nvSpPr>
          <p:spPr bwMode="auto">
            <a:xfrm>
              <a:off x="1599" y="2057"/>
              <a:ext cx="80" cy="163"/>
            </a:xfrm>
            <a:custGeom>
              <a:avLst/>
              <a:gdLst>
                <a:gd name="T0" fmla="*/ 2 w 398"/>
                <a:gd name="T1" fmla="*/ 0 h 817"/>
                <a:gd name="T2" fmla="*/ 2 w 398"/>
                <a:gd name="T3" fmla="*/ 0 h 817"/>
                <a:gd name="T4" fmla="*/ 2 w 398"/>
                <a:gd name="T5" fmla="*/ 1 h 817"/>
                <a:gd name="T6" fmla="*/ 2 w 398"/>
                <a:gd name="T7" fmla="*/ 1 h 817"/>
                <a:gd name="T8" fmla="*/ 2 w 398"/>
                <a:gd name="T9" fmla="*/ 2 h 817"/>
                <a:gd name="T10" fmla="*/ 2 w 398"/>
                <a:gd name="T11" fmla="*/ 2 h 817"/>
                <a:gd name="T12" fmla="*/ 2 w 398"/>
                <a:gd name="T13" fmla="*/ 2 h 817"/>
                <a:gd name="T14" fmla="*/ 2 w 398"/>
                <a:gd name="T15" fmla="*/ 3 h 817"/>
                <a:gd name="T16" fmla="*/ 2 w 398"/>
                <a:gd name="T17" fmla="*/ 3 h 817"/>
                <a:gd name="T18" fmla="*/ 2 w 398"/>
                <a:gd name="T19" fmla="*/ 4 h 817"/>
                <a:gd name="T20" fmla="*/ 2 w 398"/>
                <a:gd name="T21" fmla="*/ 4 h 817"/>
                <a:gd name="T22" fmla="*/ 1 w 398"/>
                <a:gd name="T23" fmla="*/ 4 h 817"/>
                <a:gd name="T24" fmla="*/ 1 w 398"/>
                <a:gd name="T25" fmla="*/ 5 h 817"/>
                <a:gd name="T26" fmla="*/ 1 w 398"/>
                <a:gd name="T27" fmla="*/ 5 h 817"/>
                <a:gd name="T28" fmla="*/ 1 w 398"/>
                <a:gd name="T29" fmla="*/ 5 h 817"/>
                <a:gd name="T30" fmla="*/ 1 w 398"/>
                <a:gd name="T31" fmla="*/ 5 h 817"/>
                <a:gd name="T32" fmla="*/ 0 w 398"/>
                <a:gd name="T33" fmla="*/ 6 h 817"/>
                <a:gd name="T34" fmla="*/ 0 w 398"/>
                <a:gd name="T35" fmla="*/ 6 h 817"/>
                <a:gd name="T36" fmla="*/ 0 w 398"/>
                <a:gd name="T37" fmla="*/ 7 h 817"/>
                <a:gd name="T38" fmla="*/ 1 w 398"/>
                <a:gd name="T39" fmla="*/ 6 h 817"/>
                <a:gd name="T40" fmla="*/ 1 w 398"/>
                <a:gd name="T41" fmla="*/ 6 h 817"/>
                <a:gd name="T42" fmla="*/ 1 w 398"/>
                <a:gd name="T43" fmla="*/ 6 h 817"/>
                <a:gd name="T44" fmla="*/ 2 w 398"/>
                <a:gd name="T45" fmla="*/ 5 h 817"/>
                <a:gd name="T46" fmla="*/ 2 w 398"/>
                <a:gd name="T47" fmla="*/ 5 h 817"/>
                <a:gd name="T48" fmla="*/ 2 w 398"/>
                <a:gd name="T49" fmla="*/ 5 h 817"/>
                <a:gd name="T50" fmla="*/ 2 w 398"/>
                <a:gd name="T51" fmla="*/ 4 h 817"/>
                <a:gd name="T52" fmla="*/ 2 w 398"/>
                <a:gd name="T53" fmla="*/ 4 h 817"/>
                <a:gd name="T54" fmla="*/ 3 w 398"/>
                <a:gd name="T55" fmla="*/ 3 h 817"/>
                <a:gd name="T56" fmla="*/ 3 w 398"/>
                <a:gd name="T57" fmla="*/ 3 h 817"/>
                <a:gd name="T58" fmla="*/ 3 w 398"/>
                <a:gd name="T59" fmla="*/ 3 h 817"/>
                <a:gd name="T60" fmla="*/ 3 w 398"/>
                <a:gd name="T61" fmla="*/ 2 h 817"/>
                <a:gd name="T62" fmla="*/ 3 w 398"/>
                <a:gd name="T63" fmla="*/ 2 h 817"/>
                <a:gd name="T64" fmla="*/ 3 w 398"/>
                <a:gd name="T65" fmla="*/ 1 h 817"/>
                <a:gd name="T66" fmla="*/ 3 w 398"/>
                <a:gd name="T67" fmla="*/ 1 h 817"/>
                <a:gd name="T68" fmla="*/ 3 w 398"/>
                <a:gd name="T69" fmla="*/ 0 h 817"/>
                <a:gd name="T70" fmla="*/ 3 w 398"/>
                <a:gd name="T71" fmla="*/ 0 h 817"/>
                <a:gd name="T72" fmla="*/ 3 w 398"/>
                <a:gd name="T73" fmla="*/ 0 h 817"/>
                <a:gd name="T74" fmla="*/ 3 w 398"/>
                <a:gd name="T75" fmla="*/ 0 h 817"/>
                <a:gd name="T76" fmla="*/ 3 w 398"/>
                <a:gd name="T77" fmla="*/ 0 h 817"/>
                <a:gd name="T78" fmla="*/ 3 w 398"/>
                <a:gd name="T79" fmla="*/ 0 h 817"/>
                <a:gd name="T80" fmla="*/ 3 w 398"/>
                <a:gd name="T81" fmla="*/ 0 h 817"/>
                <a:gd name="T82" fmla="*/ 3 w 398"/>
                <a:gd name="T83" fmla="*/ 0 h 817"/>
                <a:gd name="T84" fmla="*/ 3 w 398"/>
                <a:gd name="T85" fmla="*/ 0 h 817"/>
                <a:gd name="T86" fmla="*/ 2 w 398"/>
                <a:gd name="T87" fmla="*/ 0 h 817"/>
                <a:gd name="T88" fmla="*/ 2 w 398"/>
                <a:gd name="T89" fmla="*/ 0 h 817"/>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398"/>
                <a:gd name="T136" fmla="*/ 0 h 817"/>
                <a:gd name="T137" fmla="*/ 398 w 398"/>
                <a:gd name="T138" fmla="*/ 817 h 817"/>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398" h="817">
                  <a:moveTo>
                    <a:pt x="304" y="47"/>
                  </a:moveTo>
                  <a:lnTo>
                    <a:pt x="304" y="47"/>
                  </a:lnTo>
                  <a:lnTo>
                    <a:pt x="301" y="97"/>
                  </a:lnTo>
                  <a:lnTo>
                    <a:pt x="297" y="147"/>
                  </a:lnTo>
                  <a:lnTo>
                    <a:pt x="291" y="198"/>
                  </a:lnTo>
                  <a:lnTo>
                    <a:pt x="280" y="247"/>
                  </a:lnTo>
                  <a:lnTo>
                    <a:pt x="268" y="297"/>
                  </a:lnTo>
                  <a:lnTo>
                    <a:pt x="253" y="347"/>
                  </a:lnTo>
                  <a:lnTo>
                    <a:pt x="236" y="395"/>
                  </a:lnTo>
                  <a:lnTo>
                    <a:pt x="217" y="442"/>
                  </a:lnTo>
                  <a:lnTo>
                    <a:pt x="195" y="487"/>
                  </a:lnTo>
                  <a:lnTo>
                    <a:pt x="171" y="532"/>
                  </a:lnTo>
                  <a:lnTo>
                    <a:pt x="147" y="574"/>
                  </a:lnTo>
                  <a:lnTo>
                    <a:pt x="121" y="613"/>
                  </a:lnTo>
                  <a:lnTo>
                    <a:pt x="93" y="650"/>
                  </a:lnTo>
                  <a:lnTo>
                    <a:pt x="64" y="684"/>
                  </a:lnTo>
                  <a:lnTo>
                    <a:pt x="32" y="716"/>
                  </a:lnTo>
                  <a:lnTo>
                    <a:pt x="0" y="744"/>
                  </a:lnTo>
                  <a:lnTo>
                    <a:pt x="59" y="817"/>
                  </a:lnTo>
                  <a:lnTo>
                    <a:pt x="95" y="784"/>
                  </a:lnTo>
                  <a:lnTo>
                    <a:pt x="132" y="748"/>
                  </a:lnTo>
                  <a:lnTo>
                    <a:pt x="166" y="709"/>
                  </a:lnTo>
                  <a:lnTo>
                    <a:pt x="196" y="667"/>
                  </a:lnTo>
                  <a:lnTo>
                    <a:pt x="227" y="623"/>
                  </a:lnTo>
                  <a:lnTo>
                    <a:pt x="253" y="576"/>
                  </a:lnTo>
                  <a:lnTo>
                    <a:pt x="279" y="530"/>
                  </a:lnTo>
                  <a:lnTo>
                    <a:pt x="301" y="479"/>
                  </a:lnTo>
                  <a:lnTo>
                    <a:pt x="323" y="428"/>
                  </a:lnTo>
                  <a:lnTo>
                    <a:pt x="342" y="375"/>
                  </a:lnTo>
                  <a:lnTo>
                    <a:pt x="359" y="321"/>
                  </a:lnTo>
                  <a:lnTo>
                    <a:pt x="372" y="268"/>
                  </a:lnTo>
                  <a:lnTo>
                    <a:pt x="382" y="212"/>
                  </a:lnTo>
                  <a:lnTo>
                    <a:pt x="391" y="157"/>
                  </a:lnTo>
                  <a:lnTo>
                    <a:pt x="395" y="102"/>
                  </a:lnTo>
                  <a:lnTo>
                    <a:pt x="398" y="47"/>
                  </a:lnTo>
                  <a:lnTo>
                    <a:pt x="394" y="27"/>
                  </a:lnTo>
                  <a:lnTo>
                    <a:pt x="383" y="11"/>
                  </a:lnTo>
                  <a:lnTo>
                    <a:pt x="368" y="3"/>
                  </a:lnTo>
                  <a:lnTo>
                    <a:pt x="351" y="0"/>
                  </a:lnTo>
                  <a:lnTo>
                    <a:pt x="333" y="3"/>
                  </a:lnTo>
                  <a:lnTo>
                    <a:pt x="319" y="11"/>
                  </a:lnTo>
                  <a:lnTo>
                    <a:pt x="307" y="27"/>
                  </a:lnTo>
                  <a:lnTo>
                    <a:pt x="304" y="4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1463" name="Freeform 37"/>
            <p:cNvSpPr>
              <a:spLocks/>
            </p:cNvSpPr>
            <p:nvPr/>
          </p:nvSpPr>
          <p:spPr bwMode="auto">
            <a:xfrm>
              <a:off x="1660" y="1701"/>
              <a:ext cx="19" cy="365"/>
            </a:xfrm>
            <a:custGeom>
              <a:avLst/>
              <a:gdLst>
                <a:gd name="T0" fmla="*/ 0 w 95"/>
                <a:gd name="T1" fmla="*/ 0 h 1826"/>
                <a:gd name="T2" fmla="*/ 0 w 95"/>
                <a:gd name="T3" fmla="*/ 0 h 1826"/>
                <a:gd name="T4" fmla="*/ 0 w 95"/>
                <a:gd name="T5" fmla="*/ 15 h 1826"/>
                <a:gd name="T6" fmla="*/ 1 w 95"/>
                <a:gd name="T7" fmla="*/ 15 h 1826"/>
                <a:gd name="T8" fmla="*/ 1 w 95"/>
                <a:gd name="T9" fmla="*/ 0 h 1826"/>
                <a:gd name="T10" fmla="*/ 1 w 95"/>
                <a:gd name="T11" fmla="*/ 0 h 1826"/>
                <a:gd name="T12" fmla="*/ 1 w 95"/>
                <a:gd name="T13" fmla="*/ 0 h 1826"/>
                <a:gd name="T14" fmla="*/ 1 w 95"/>
                <a:gd name="T15" fmla="*/ 0 h 1826"/>
                <a:gd name="T16" fmla="*/ 1 w 95"/>
                <a:gd name="T17" fmla="*/ 0 h 1826"/>
                <a:gd name="T18" fmla="*/ 1 w 95"/>
                <a:gd name="T19" fmla="*/ 0 h 1826"/>
                <a:gd name="T20" fmla="*/ 0 w 95"/>
                <a:gd name="T21" fmla="*/ 0 h 1826"/>
                <a:gd name="T22" fmla="*/ 0 w 95"/>
                <a:gd name="T23" fmla="*/ 0 h 1826"/>
                <a:gd name="T24" fmla="*/ 0 w 95"/>
                <a:gd name="T25" fmla="*/ 0 h 1826"/>
                <a:gd name="T26" fmla="*/ 0 w 95"/>
                <a:gd name="T27" fmla="*/ 0 h 1826"/>
                <a:gd name="T28" fmla="*/ 0 w 95"/>
                <a:gd name="T29" fmla="*/ 0 h 1826"/>
                <a:gd name="T30" fmla="*/ 0 w 95"/>
                <a:gd name="T31" fmla="*/ 0 h 182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95"/>
                <a:gd name="T49" fmla="*/ 0 h 1826"/>
                <a:gd name="T50" fmla="*/ 95 w 95"/>
                <a:gd name="T51" fmla="*/ 1826 h 182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95" h="1826">
                  <a:moveTo>
                    <a:pt x="0" y="49"/>
                  </a:moveTo>
                  <a:lnTo>
                    <a:pt x="0" y="47"/>
                  </a:lnTo>
                  <a:lnTo>
                    <a:pt x="1" y="1826"/>
                  </a:lnTo>
                  <a:lnTo>
                    <a:pt x="95" y="1826"/>
                  </a:lnTo>
                  <a:lnTo>
                    <a:pt x="93" y="47"/>
                  </a:lnTo>
                  <a:lnTo>
                    <a:pt x="93" y="45"/>
                  </a:lnTo>
                  <a:lnTo>
                    <a:pt x="93" y="47"/>
                  </a:lnTo>
                  <a:lnTo>
                    <a:pt x="90" y="27"/>
                  </a:lnTo>
                  <a:lnTo>
                    <a:pt x="79" y="12"/>
                  </a:lnTo>
                  <a:lnTo>
                    <a:pt x="64" y="4"/>
                  </a:lnTo>
                  <a:lnTo>
                    <a:pt x="47" y="0"/>
                  </a:lnTo>
                  <a:lnTo>
                    <a:pt x="29" y="4"/>
                  </a:lnTo>
                  <a:lnTo>
                    <a:pt x="15" y="12"/>
                  </a:lnTo>
                  <a:lnTo>
                    <a:pt x="3" y="27"/>
                  </a:lnTo>
                  <a:lnTo>
                    <a:pt x="0" y="47"/>
                  </a:lnTo>
                  <a:lnTo>
                    <a:pt x="0" y="4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1464" name="Freeform 38"/>
            <p:cNvSpPr>
              <a:spLocks/>
            </p:cNvSpPr>
            <p:nvPr/>
          </p:nvSpPr>
          <p:spPr bwMode="auto">
            <a:xfrm>
              <a:off x="1598" y="1598"/>
              <a:ext cx="81" cy="113"/>
            </a:xfrm>
            <a:custGeom>
              <a:avLst/>
              <a:gdLst>
                <a:gd name="T0" fmla="*/ 0 w 401"/>
                <a:gd name="T1" fmla="*/ 1 h 566"/>
                <a:gd name="T2" fmla="*/ 0 w 401"/>
                <a:gd name="T3" fmla="*/ 1 h 566"/>
                <a:gd name="T4" fmla="*/ 0 w 401"/>
                <a:gd name="T5" fmla="*/ 1 h 566"/>
                <a:gd name="T6" fmla="*/ 1 w 401"/>
                <a:gd name="T7" fmla="*/ 1 h 566"/>
                <a:gd name="T8" fmla="*/ 1 w 401"/>
                <a:gd name="T9" fmla="*/ 1 h 566"/>
                <a:gd name="T10" fmla="*/ 1 w 401"/>
                <a:gd name="T11" fmla="*/ 1 h 566"/>
                <a:gd name="T12" fmla="*/ 1 w 401"/>
                <a:gd name="T13" fmla="*/ 2 h 566"/>
                <a:gd name="T14" fmla="*/ 1 w 401"/>
                <a:gd name="T15" fmla="*/ 2 h 566"/>
                <a:gd name="T16" fmla="*/ 2 w 401"/>
                <a:gd name="T17" fmla="*/ 2 h 566"/>
                <a:gd name="T18" fmla="*/ 2 w 401"/>
                <a:gd name="T19" fmla="*/ 2 h 566"/>
                <a:gd name="T20" fmla="*/ 2 w 401"/>
                <a:gd name="T21" fmla="*/ 2 h 566"/>
                <a:gd name="T22" fmla="*/ 2 w 401"/>
                <a:gd name="T23" fmla="*/ 3 h 566"/>
                <a:gd name="T24" fmla="*/ 2 w 401"/>
                <a:gd name="T25" fmla="*/ 3 h 566"/>
                <a:gd name="T26" fmla="*/ 2 w 401"/>
                <a:gd name="T27" fmla="*/ 3 h 566"/>
                <a:gd name="T28" fmla="*/ 2 w 401"/>
                <a:gd name="T29" fmla="*/ 4 h 566"/>
                <a:gd name="T30" fmla="*/ 2 w 401"/>
                <a:gd name="T31" fmla="*/ 4 h 566"/>
                <a:gd name="T32" fmla="*/ 2 w 401"/>
                <a:gd name="T33" fmla="*/ 4 h 566"/>
                <a:gd name="T34" fmla="*/ 3 w 401"/>
                <a:gd name="T35" fmla="*/ 5 h 566"/>
                <a:gd name="T36" fmla="*/ 3 w 401"/>
                <a:gd name="T37" fmla="*/ 4 h 566"/>
                <a:gd name="T38" fmla="*/ 3 w 401"/>
                <a:gd name="T39" fmla="*/ 4 h 566"/>
                <a:gd name="T40" fmla="*/ 3 w 401"/>
                <a:gd name="T41" fmla="*/ 4 h 566"/>
                <a:gd name="T42" fmla="*/ 3 w 401"/>
                <a:gd name="T43" fmla="*/ 3 h 566"/>
                <a:gd name="T44" fmla="*/ 3 w 401"/>
                <a:gd name="T45" fmla="*/ 3 h 566"/>
                <a:gd name="T46" fmla="*/ 3 w 401"/>
                <a:gd name="T47" fmla="*/ 3 h 566"/>
                <a:gd name="T48" fmla="*/ 3 w 401"/>
                <a:gd name="T49" fmla="*/ 2 h 566"/>
                <a:gd name="T50" fmla="*/ 3 w 401"/>
                <a:gd name="T51" fmla="*/ 2 h 566"/>
                <a:gd name="T52" fmla="*/ 2 w 401"/>
                <a:gd name="T53" fmla="*/ 2 h 566"/>
                <a:gd name="T54" fmla="*/ 2 w 401"/>
                <a:gd name="T55" fmla="*/ 2 h 566"/>
                <a:gd name="T56" fmla="*/ 2 w 401"/>
                <a:gd name="T57" fmla="*/ 1 h 566"/>
                <a:gd name="T58" fmla="*/ 2 w 401"/>
                <a:gd name="T59" fmla="*/ 1 h 566"/>
                <a:gd name="T60" fmla="*/ 2 w 401"/>
                <a:gd name="T61" fmla="*/ 1 h 566"/>
                <a:gd name="T62" fmla="*/ 1 w 401"/>
                <a:gd name="T63" fmla="*/ 1 h 566"/>
                <a:gd name="T64" fmla="*/ 1 w 401"/>
                <a:gd name="T65" fmla="*/ 0 h 566"/>
                <a:gd name="T66" fmla="*/ 1 w 401"/>
                <a:gd name="T67" fmla="*/ 0 h 566"/>
                <a:gd name="T68" fmla="*/ 1 w 401"/>
                <a:gd name="T69" fmla="*/ 0 h 566"/>
                <a:gd name="T70" fmla="*/ 1 w 401"/>
                <a:gd name="T71" fmla="*/ 0 h 566"/>
                <a:gd name="T72" fmla="*/ 1 w 401"/>
                <a:gd name="T73" fmla="*/ 0 h 566"/>
                <a:gd name="T74" fmla="*/ 0 w 401"/>
                <a:gd name="T75" fmla="*/ 0 h 566"/>
                <a:gd name="T76" fmla="*/ 0 w 401"/>
                <a:gd name="T77" fmla="*/ 0 h 566"/>
                <a:gd name="T78" fmla="*/ 0 w 401"/>
                <a:gd name="T79" fmla="*/ 0 h 566"/>
                <a:gd name="T80" fmla="*/ 0 w 401"/>
                <a:gd name="T81" fmla="*/ 0 h 566"/>
                <a:gd name="T82" fmla="*/ 0 w 401"/>
                <a:gd name="T83" fmla="*/ 0 h 566"/>
                <a:gd name="T84" fmla="*/ 0 w 401"/>
                <a:gd name="T85" fmla="*/ 0 h 566"/>
                <a:gd name="T86" fmla="*/ 0 w 401"/>
                <a:gd name="T87" fmla="*/ 1 h 566"/>
                <a:gd name="T88" fmla="*/ 0 w 401"/>
                <a:gd name="T89" fmla="*/ 1 h 56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401"/>
                <a:gd name="T136" fmla="*/ 0 h 566"/>
                <a:gd name="T137" fmla="*/ 401 w 401"/>
                <a:gd name="T138" fmla="*/ 566 h 566"/>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401" h="566">
                  <a:moveTo>
                    <a:pt x="23" y="88"/>
                  </a:moveTo>
                  <a:lnTo>
                    <a:pt x="23" y="88"/>
                  </a:lnTo>
                  <a:lnTo>
                    <a:pt x="53" y="107"/>
                  </a:lnTo>
                  <a:lnTo>
                    <a:pt x="83" y="125"/>
                  </a:lnTo>
                  <a:lnTo>
                    <a:pt x="108" y="147"/>
                  </a:lnTo>
                  <a:lnTo>
                    <a:pt x="135" y="171"/>
                  </a:lnTo>
                  <a:lnTo>
                    <a:pt x="160" y="196"/>
                  </a:lnTo>
                  <a:lnTo>
                    <a:pt x="182" y="223"/>
                  </a:lnTo>
                  <a:lnTo>
                    <a:pt x="205" y="251"/>
                  </a:lnTo>
                  <a:lnTo>
                    <a:pt x="223" y="281"/>
                  </a:lnTo>
                  <a:lnTo>
                    <a:pt x="240" y="312"/>
                  </a:lnTo>
                  <a:lnTo>
                    <a:pt x="256" y="345"/>
                  </a:lnTo>
                  <a:lnTo>
                    <a:pt x="270" y="379"/>
                  </a:lnTo>
                  <a:lnTo>
                    <a:pt x="282" y="414"/>
                  </a:lnTo>
                  <a:lnTo>
                    <a:pt x="291" y="450"/>
                  </a:lnTo>
                  <a:lnTo>
                    <a:pt x="299" y="488"/>
                  </a:lnTo>
                  <a:lnTo>
                    <a:pt x="304" y="526"/>
                  </a:lnTo>
                  <a:lnTo>
                    <a:pt x="308" y="566"/>
                  </a:lnTo>
                  <a:lnTo>
                    <a:pt x="401" y="562"/>
                  </a:lnTo>
                  <a:lnTo>
                    <a:pt x="398" y="517"/>
                  </a:lnTo>
                  <a:lnTo>
                    <a:pt x="391" y="471"/>
                  </a:lnTo>
                  <a:lnTo>
                    <a:pt x="383" y="429"/>
                  </a:lnTo>
                  <a:lnTo>
                    <a:pt x="371" y="386"/>
                  </a:lnTo>
                  <a:lnTo>
                    <a:pt x="357" y="346"/>
                  </a:lnTo>
                  <a:lnTo>
                    <a:pt x="340" y="307"/>
                  </a:lnTo>
                  <a:lnTo>
                    <a:pt x="324" y="270"/>
                  </a:lnTo>
                  <a:lnTo>
                    <a:pt x="303" y="232"/>
                  </a:lnTo>
                  <a:lnTo>
                    <a:pt x="280" y="197"/>
                  </a:lnTo>
                  <a:lnTo>
                    <a:pt x="255" y="164"/>
                  </a:lnTo>
                  <a:lnTo>
                    <a:pt x="228" y="132"/>
                  </a:lnTo>
                  <a:lnTo>
                    <a:pt x="199" y="103"/>
                  </a:lnTo>
                  <a:lnTo>
                    <a:pt x="169" y="76"/>
                  </a:lnTo>
                  <a:lnTo>
                    <a:pt x="137" y="50"/>
                  </a:lnTo>
                  <a:lnTo>
                    <a:pt x="103" y="27"/>
                  </a:lnTo>
                  <a:lnTo>
                    <a:pt x="67" y="6"/>
                  </a:lnTo>
                  <a:lnTo>
                    <a:pt x="48" y="0"/>
                  </a:lnTo>
                  <a:lnTo>
                    <a:pt x="30" y="2"/>
                  </a:lnTo>
                  <a:lnTo>
                    <a:pt x="16" y="12"/>
                  </a:lnTo>
                  <a:lnTo>
                    <a:pt x="5" y="25"/>
                  </a:lnTo>
                  <a:lnTo>
                    <a:pt x="0" y="41"/>
                  </a:lnTo>
                  <a:lnTo>
                    <a:pt x="0" y="59"/>
                  </a:lnTo>
                  <a:lnTo>
                    <a:pt x="8" y="75"/>
                  </a:lnTo>
                  <a:lnTo>
                    <a:pt x="23"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1465" name="Freeform 39"/>
            <p:cNvSpPr>
              <a:spLocks/>
            </p:cNvSpPr>
            <p:nvPr/>
          </p:nvSpPr>
          <p:spPr bwMode="auto">
            <a:xfrm>
              <a:off x="1346" y="1455"/>
              <a:ext cx="266" cy="160"/>
            </a:xfrm>
            <a:custGeom>
              <a:avLst/>
              <a:gdLst>
                <a:gd name="T0" fmla="*/ 0 w 1330"/>
                <a:gd name="T1" fmla="*/ 1 h 801"/>
                <a:gd name="T2" fmla="*/ 0 w 1330"/>
                <a:gd name="T3" fmla="*/ 1 h 801"/>
                <a:gd name="T4" fmla="*/ 10 w 1330"/>
                <a:gd name="T5" fmla="*/ 6 h 801"/>
                <a:gd name="T6" fmla="*/ 11 w 1330"/>
                <a:gd name="T7" fmla="*/ 6 h 801"/>
                <a:gd name="T8" fmla="*/ 1 w 1330"/>
                <a:gd name="T9" fmla="*/ 0 h 801"/>
                <a:gd name="T10" fmla="*/ 1 w 1330"/>
                <a:gd name="T11" fmla="*/ 0 h 801"/>
                <a:gd name="T12" fmla="*/ 1 w 1330"/>
                <a:gd name="T13" fmla="*/ 0 h 801"/>
                <a:gd name="T14" fmla="*/ 0 w 1330"/>
                <a:gd name="T15" fmla="*/ 0 h 801"/>
                <a:gd name="T16" fmla="*/ 0 w 1330"/>
                <a:gd name="T17" fmla="*/ 0 h 801"/>
                <a:gd name="T18" fmla="*/ 0 w 1330"/>
                <a:gd name="T19" fmla="*/ 0 h 801"/>
                <a:gd name="T20" fmla="*/ 0 w 1330"/>
                <a:gd name="T21" fmla="*/ 0 h 801"/>
                <a:gd name="T22" fmla="*/ 0 w 1330"/>
                <a:gd name="T23" fmla="*/ 0 h 801"/>
                <a:gd name="T24" fmla="*/ 0 w 1330"/>
                <a:gd name="T25" fmla="*/ 0 h 801"/>
                <a:gd name="T26" fmla="*/ 0 w 1330"/>
                <a:gd name="T27" fmla="*/ 1 h 801"/>
                <a:gd name="T28" fmla="*/ 0 w 1330"/>
                <a:gd name="T29" fmla="*/ 1 h 801"/>
                <a:gd name="T30" fmla="*/ 0 w 1330"/>
                <a:gd name="T31" fmla="*/ 1 h 801"/>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30"/>
                <a:gd name="T49" fmla="*/ 0 h 801"/>
                <a:gd name="T50" fmla="*/ 1330 w 1330"/>
                <a:gd name="T51" fmla="*/ 801 h 801"/>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30" h="801">
                  <a:moveTo>
                    <a:pt x="24" y="88"/>
                  </a:moveTo>
                  <a:lnTo>
                    <a:pt x="23" y="88"/>
                  </a:lnTo>
                  <a:lnTo>
                    <a:pt x="1286" y="801"/>
                  </a:lnTo>
                  <a:lnTo>
                    <a:pt x="1330" y="719"/>
                  </a:lnTo>
                  <a:lnTo>
                    <a:pt x="67" y="6"/>
                  </a:lnTo>
                  <a:lnTo>
                    <a:pt x="66" y="6"/>
                  </a:lnTo>
                  <a:lnTo>
                    <a:pt x="67" y="6"/>
                  </a:lnTo>
                  <a:lnTo>
                    <a:pt x="48" y="0"/>
                  </a:lnTo>
                  <a:lnTo>
                    <a:pt x="30" y="2"/>
                  </a:lnTo>
                  <a:lnTo>
                    <a:pt x="16" y="12"/>
                  </a:lnTo>
                  <a:lnTo>
                    <a:pt x="5" y="25"/>
                  </a:lnTo>
                  <a:lnTo>
                    <a:pt x="0" y="41"/>
                  </a:lnTo>
                  <a:lnTo>
                    <a:pt x="0" y="59"/>
                  </a:lnTo>
                  <a:lnTo>
                    <a:pt x="8" y="75"/>
                  </a:lnTo>
                  <a:lnTo>
                    <a:pt x="23" y="88"/>
                  </a:lnTo>
                  <a:lnTo>
                    <a:pt x="24"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1466" name="Freeform 40"/>
            <p:cNvSpPr>
              <a:spLocks/>
            </p:cNvSpPr>
            <p:nvPr/>
          </p:nvSpPr>
          <p:spPr bwMode="auto">
            <a:xfrm>
              <a:off x="1198" y="1439"/>
              <a:ext cx="161" cy="35"/>
            </a:xfrm>
            <a:custGeom>
              <a:avLst/>
              <a:gdLst>
                <a:gd name="T0" fmla="*/ 1 w 806"/>
                <a:gd name="T1" fmla="*/ 1 h 177"/>
                <a:gd name="T2" fmla="*/ 1 w 806"/>
                <a:gd name="T3" fmla="*/ 1 h 177"/>
                <a:gd name="T4" fmla="*/ 1 w 806"/>
                <a:gd name="T5" fmla="*/ 1 h 177"/>
                <a:gd name="T6" fmla="*/ 1 w 806"/>
                <a:gd name="T7" fmla="*/ 1 h 177"/>
                <a:gd name="T8" fmla="*/ 2 w 806"/>
                <a:gd name="T9" fmla="*/ 1 h 177"/>
                <a:gd name="T10" fmla="*/ 2 w 806"/>
                <a:gd name="T11" fmla="*/ 1 h 177"/>
                <a:gd name="T12" fmla="*/ 2 w 806"/>
                <a:gd name="T13" fmla="*/ 1 h 177"/>
                <a:gd name="T14" fmla="*/ 3 w 806"/>
                <a:gd name="T15" fmla="*/ 1 h 177"/>
                <a:gd name="T16" fmla="*/ 3 w 806"/>
                <a:gd name="T17" fmla="*/ 1 h 177"/>
                <a:gd name="T18" fmla="*/ 3 w 806"/>
                <a:gd name="T19" fmla="*/ 1 h 177"/>
                <a:gd name="T20" fmla="*/ 4 w 806"/>
                <a:gd name="T21" fmla="*/ 1 h 177"/>
                <a:gd name="T22" fmla="*/ 4 w 806"/>
                <a:gd name="T23" fmla="*/ 1 h 177"/>
                <a:gd name="T24" fmla="*/ 5 w 806"/>
                <a:gd name="T25" fmla="*/ 1 h 177"/>
                <a:gd name="T26" fmla="*/ 5 w 806"/>
                <a:gd name="T27" fmla="*/ 1 h 177"/>
                <a:gd name="T28" fmla="*/ 5 w 806"/>
                <a:gd name="T29" fmla="*/ 1 h 177"/>
                <a:gd name="T30" fmla="*/ 6 w 806"/>
                <a:gd name="T31" fmla="*/ 1 h 177"/>
                <a:gd name="T32" fmla="*/ 6 w 806"/>
                <a:gd name="T33" fmla="*/ 1 h 177"/>
                <a:gd name="T34" fmla="*/ 6 w 806"/>
                <a:gd name="T35" fmla="*/ 1 h 177"/>
                <a:gd name="T36" fmla="*/ 6 w 806"/>
                <a:gd name="T37" fmla="*/ 1 h 177"/>
                <a:gd name="T38" fmla="*/ 6 w 806"/>
                <a:gd name="T39" fmla="*/ 1 h 177"/>
                <a:gd name="T40" fmla="*/ 6 w 806"/>
                <a:gd name="T41" fmla="*/ 0 h 177"/>
                <a:gd name="T42" fmla="*/ 5 w 806"/>
                <a:gd name="T43" fmla="*/ 0 h 177"/>
                <a:gd name="T44" fmla="*/ 5 w 806"/>
                <a:gd name="T45" fmla="*/ 0 h 177"/>
                <a:gd name="T46" fmla="*/ 5 w 806"/>
                <a:gd name="T47" fmla="*/ 0 h 177"/>
                <a:gd name="T48" fmla="*/ 4 w 806"/>
                <a:gd name="T49" fmla="*/ 0 h 177"/>
                <a:gd name="T50" fmla="*/ 4 w 806"/>
                <a:gd name="T51" fmla="*/ 0 h 177"/>
                <a:gd name="T52" fmla="*/ 3 w 806"/>
                <a:gd name="T53" fmla="*/ 0 h 177"/>
                <a:gd name="T54" fmla="*/ 3 w 806"/>
                <a:gd name="T55" fmla="*/ 0 h 177"/>
                <a:gd name="T56" fmla="*/ 3 w 806"/>
                <a:gd name="T57" fmla="*/ 0 h 177"/>
                <a:gd name="T58" fmla="*/ 2 w 806"/>
                <a:gd name="T59" fmla="*/ 0 h 177"/>
                <a:gd name="T60" fmla="*/ 2 w 806"/>
                <a:gd name="T61" fmla="*/ 0 h 177"/>
                <a:gd name="T62" fmla="*/ 1 w 806"/>
                <a:gd name="T63" fmla="*/ 0 h 177"/>
                <a:gd name="T64" fmla="*/ 1 w 806"/>
                <a:gd name="T65" fmla="*/ 0 h 177"/>
                <a:gd name="T66" fmla="*/ 1 w 806"/>
                <a:gd name="T67" fmla="*/ 1 h 177"/>
                <a:gd name="T68" fmla="*/ 0 w 806"/>
                <a:gd name="T69" fmla="*/ 1 h 177"/>
                <a:gd name="T70" fmla="*/ 0 w 806"/>
                <a:gd name="T71" fmla="*/ 1 h 177"/>
                <a:gd name="T72" fmla="*/ 0 w 806"/>
                <a:gd name="T73" fmla="*/ 1 h 177"/>
                <a:gd name="T74" fmla="*/ 0 w 806"/>
                <a:gd name="T75" fmla="*/ 1 h 177"/>
                <a:gd name="T76" fmla="*/ 0 w 806"/>
                <a:gd name="T77" fmla="*/ 1 h 177"/>
                <a:gd name="T78" fmla="*/ 0 w 806"/>
                <a:gd name="T79" fmla="*/ 1 h 177"/>
                <a:gd name="T80" fmla="*/ 0 w 806"/>
                <a:gd name="T81" fmla="*/ 1 h 177"/>
                <a:gd name="T82" fmla="*/ 0 w 806"/>
                <a:gd name="T83" fmla="*/ 1 h 177"/>
                <a:gd name="T84" fmla="*/ 0 w 806"/>
                <a:gd name="T85" fmla="*/ 1 h 177"/>
                <a:gd name="T86" fmla="*/ 0 w 806"/>
                <a:gd name="T87" fmla="*/ 1 h 177"/>
                <a:gd name="T88" fmla="*/ 1 w 806"/>
                <a:gd name="T89" fmla="*/ 1 h 177"/>
                <a:gd name="T90" fmla="*/ 1 w 806"/>
                <a:gd name="T91" fmla="*/ 1 h 17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806"/>
                <a:gd name="T139" fmla="*/ 0 h 177"/>
                <a:gd name="T140" fmla="*/ 806 w 806"/>
                <a:gd name="T141" fmla="*/ 177 h 17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806" h="177">
                  <a:moveTo>
                    <a:pt x="67" y="171"/>
                  </a:moveTo>
                  <a:lnTo>
                    <a:pt x="68" y="171"/>
                  </a:lnTo>
                  <a:lnTo>
                    <a:pt x="109" y="151"/>
                  </a:lnTo>
                  <a:lnTo>
                    <a:pt x="151" y="135"/>
                  </a:lnTo>
                  <a:lnTo>
                    <a:pt x="196" y="122"/>
                  </a:lnTo>
                  <a:lnTo>
                    <a:pt x="242" y="110"/>
                  </a:lnTo>
                  <a:lnTo>
                    <a:pt x="287" y="102"/>
                  </a:lnTo>
                  <a:lnTo>
                    <a:pt x="335" y="97"/>
                  </a:lnTo>
                  <a:lnTo>
                    <a:pt x="382" y="95"/>
                  </a:lnTo>
                  <a:lnTo>
                    <a:pt x="430" y="94"/>
                  </a:lnTo>
                  <a:lnTo>
                    <a:pt x="477" y="97"/>
                  </a:lnTo>
                  <a:lnTo>
                    <a:pt x="524" y="102"/>
                  </a:lnTo>
                  <a:lnTo>
                    <a:pt x="568" y="108"/>
                  </a:lnTo>
                  <a:lnTo>
                    <a:pt x="612" y="117"/>
                  </a:lnTo>
                  <a:lnTo>
                    <a:pt x="654" y="128"/>
                  </a:lnTo>
                  <a:lnTo>
                    <a:pt x="693" y="141"/>
                  </a:lnTo>
                  <a:lnTo>
                    <a:pt x="730" y="155"/>
                  </a:lnTo>
                  <a:lnTo>
                    <a:pt x="764" y="171"/>
                  </a:lnTo>
                  <a:lnTo>
                    <a:pt x="806" y="89"/>
                  </a:lnTo>
                  <a:lnTo>
                    <a:pt x="768" y="70"/>
                  </a:lnTo>
                  <a:lnTo>
                    <a:pt x="725" y="54"/>
                  </a:lnTo>
                  <a:lnTo>
                    <a:pt x="680" y="39"/>
                  </a:lnTo>
                  <a:lnTo>
                    <a:pt x="633" y="26"/>
                  </a:lnTo>
                  <a:lnTo>
                    <a:pt x="585" y="16"/>
                  </a:lnTo>
                  <a:lnTo>
                    <a:pt x="536" y="8"/>
                  </a:lnTo>
                  <a:lnTo>
                    <a:pt x="484" y="3"/>
                  </a:lnTo>
                  <a:lnTo>
                    <a:pt x="433" y="0"/>
                  </a:lnTo>
                  <a:lnTo>
                    <a:pt x="380" y="1"/>
                  </a:lnTo>
                  <a:lnTo>
                    <a:pt x="328" y="3"/>
                  </a:lnTo>
                  <a:lnTo>
                    <a:pt x="276" y="10"/>
                  </a:lnTo>
                  <a:lnTo>
                    <a:pt x="223" y="19"/>
                  </a:lnTo>
                  <a:lnTo>
                    <a:pt x="172" y="30"/>
                  </a:lnTo>
                  <a:lnTo>
                    <a:pt x="121" y="46"/>
                  </a:lnTo>
                  <a:lnTo>
                    <a:pt x="72" y="67"/>
                  </a:lnTo>
                  <a:lnTo>
                    <a:pt x="24" y="89"/>
                  </a:lnTo>
                  <a:lnTo>
                    <a:pt x="25" y="89"/>
                  </a:lnTo>
                  <a:lnTo>
                    <a:pt x="24" y="89"/>
                  </a:lnTo>
                  <a:lnTo>
                    <a:pt x="8" y="102"/>
                  </a:lnTo>
                  <a:lnTo>
                    <a:pt x="0" y="118"/>
                  </a:lnTo>
                  <a:lnTo>
                    <a:pt x="0" y="136"/>
                  </a:lnTo>
                  <a:lnTo>
                    <a:pt x="6" y="152"/>
                  </a:lnTo>
                  <a:lnTo>
                    <a:pt x="17" y="165"/>
                  </a:lnTo>
                  <a:lnTo>
                    <a:pt x="31" y="175"/>
                  </a:lnTo>
                  <a:lnTo>
                    <a:pt x="48" y="177"/>
                  </a:lnTo>
                  <a:lnTo>
                    <a:pt x="68" y="171"/>
                  </a:lnTo>
                  <a:lnTo>
                    <a:pt x="67" y="1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1467" name="Freeform 41"/>
            <p:cNvSpPr>
              <a:spLocks/>
            </p:cNvSpPr>
            <p:nvPr/>
          </p:nvSpPr>
          <p:spPr bwMode="auto">
            <a:xfrm>
              <a:off x="931" y="1456"/>
              <a:ext cx="280" cy="158"/>
            </a:xfrm>
            <a:custGeom>
              <a:avLst/>
              <a:gdLst>
                <a:gd name="T0" fmla="*/ 1 w 1402"/>
                <a:gd name="T1" fmla="*/ 6 h 787"/>
                <a:gd name="T2" fmla="*/ 1 w 1402"/>
                <a:gd name="T3" fmla="*/ 6 h 787"/>
                <a:gd name="T4" fmla="*/ 11 w 1402"/>
                <a:gd name="T5" fmla="*/ 1 h 787"/>
                <a:gd name="T6" fmla="*/ 11 w 1402"/>
                <a:gd name="T7" fmla="*/ 0 h 787"/>
                <a:gd name="T8" fmla="*/ 0 w 1402"/>
                <a:gd name="T9" fmla="*/ 6 h 787"/>
                <a:gd name="T10" fmla="*/ 0 w 1402"/>
                <a:gd name="T11" fmla="*/ 6 h 787"/>
                <a:gd name="T12" fmla="*/ 0 w 1402"/>
                <a:gd name="T13" fmla="*/ 6 h 787"/>
                <a:gd name="T14" fmla="*/ 0 w 1402"/>
                <a:gd name="T15" fmla="*/ 6 h 787"/>
                <a:gd name="T16" fmla="*/ 0 w 1402"/>
                <a:gd name="T17" fmla="*/ 6 h 787"/>
                <a:gd name="T18" fmla="*/ 0 w 1402"/>
                <a:gd name="T19" fmla="*/ 6 h 787"/>
                <a:gd name="T20" fmla="*/ 0 w 1402"/>
                <a:gd name="T21" fmla="*/ 6 h 787"/>
                <a:gd name="T22" fmla="*/ 0 w 1402"/>
                <a:gd name="T23" fmla="*/ 6 h 787"/>
                <a:gd name="T24" fmla="*/ 0 w 1402"/>
                <a:gd name="T25" fmla="*/ 6 h 787"/>
                <a:gd name="T26" fmla="*/ 0 w 1402"/>
                <a:gd name="T27" fmla="*/ 6 h 787"/>
                <a:gd name="T28" fmla="*/ 1 w 1402"/>
                <a:gd name="T29" fmla="*/ 6 h 787"/>
                <a:gd name="T30" fmla="*/ 1 w 1402"/>
                <a:gd name="T31" fmla="*/ 6 h 78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02"/>
                <a:gd name="T49" fmla="*/ 0 h 787"/>
                <a:gd name="T50" fmla="*/ 1402 w 1402"/>
                <a:gd name="T51" fmla="*/ 787 h 78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02" h="787">
                  <a:moveTo>
                    <a:pt x="69" y="781"/>
                  </a:moveTo>
                  <a:lnTo>
                    <a:pt x="66" y="781"/>
                  </a:lnTo>
                  <a:lnTo>
                    <a:pt x="1402" y="82"/>
                  </a:lnTo>
                  <a:lnTo>
                    <a:pt x="1360" y="0"/>
                  </a:lnTo>
                  <a:lnTo>
                    <a:pt x="24" y="699"/>
                  </a:lnTo>
                  <a:lnTo>
                    <a:pt x="22" y="699"/>
                  </a:lnTo>
                  <a:lnTo>
                    <a:pt x="24" y="699"/>
                  </a:lnTo>
                  <a:lnTo>
                    <a:pt x="8" y="712"/>
                  </a:lnTo>
                  <a:lnTo>
                    <a:pt x="1" y="727"/>
                  </a:lnTo>
                  <a:lnTo>
                    <a:pt x="0" y="744"/>
                  </a:lnTo>
                  <a:lnTo>
                    <a:pt x="5" y="761"/>
                  </a:lnTo>
                  <a:lnTo>
                    <a:pt x="15" y="775"/>
                  </a:lnTo>
                  <a:lnTo>
                    <a:pt x="30" y="784"/>
                  </a:lnTo>
                  <a:lnTo>
                    <a:pt x="46" y="787"/>
                  </a:lnTo>
                  <a:lnTo>
                    <a:pt x="66" y="781"/>
                  </a:lnTo>
                  <a:lnTo>
                    <a:pt x="69" y="7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1468" name="Freeform 42"/>
            <p:cNvSpPr>
              <a:spLocks/>
            </p:cNvSpPr>
            <p:nvPr/>
          </p:nvSpPr>
          <p:spPr bwMode="auto">
            <a:xfrm>
              <a:off x="868" y="1596"/>
              <a:ext cx="77" cy="126"/>
            </a:xfrm>
            <a:custGeom>
              <a:avLst/>
              <a:gdLst>
                <a:gd name="T0" fmla="*/ 1 w 382"/>
                <a:gd name="T1" fmla="*/ 5 h 628"/>
                <a:gd name="T2" fmla="*/ 1 w 382"/>
                <a:gd name="T3" fmla="*/ 5 h 628"/>
                <a:gd name="T4" fmla="*/ 1 w 382"/>
                <a:gd name="T5" fmla="*/ 4 h 628"/>
                <a:gd name="T6" fmla="*/ 1 w 382"/>
                <a:gd name="T7" fmla="*/ 4 h 628"/>
                <a:gd name="T8" fmla="*/ 1 w 382"/>
                <a:gd name="T9" fmla="*/ 4 h 628"/>
                <a:gd name="T10" fmla="*/ 1 w 382"/>
                <a:gd name="T11" fmla="*/ 3 h 628"/>
                <a:gd name="T12" fmla="*/ 1 w 382"/>
                <a:gd name="T13" fmla="*/ 3 h 628"/>
                <a:gd name="T14" fmla="*/ 1 w 382"/>
                <a:gd name="T15" fmla="*/ 3 h 628"/>
                <a:gd name="T16" fmla="*/ 1 w 382"/>
                <a:gd name="T17" fmla="*/ 3 h 628"/>
                <a:gd name="T18" fmla="*/ 1 w 382"/>
                <a:gd name="T19" fmla="*/ 2 h 628"/>
                <a:gd name="T20" fmla="*/ 2 w 382"/>
                <a:gd name="T21" fmla="*/ 2 h 628"/>
                <a:gd name="T22" fmla="*/ 2 w 382"/>
                <a:gd name="T23" fmla="*/ 2 h 628"/>
                <a:gd name="T24" fmla="*/ 2 w 382"/>
                <a:gd name="T25" fmla="*/ 2 h 628"/>
                <a:gd name="T26" fmla="*/ 2 w 382"/>
                <a:gd name="T27" fmla="*/ 1 h 628"/>
                <a:gd name="T28" fmla="*/ 2 w 382"/>
                <a:gd name="T29" fmla="*/ 1 h 628"/>
                <a:gd name="T30" fmla="*/ 3 w 382"/>
                <a:gd name="T31" fmla="*/ 1 h 628"/>
                <a:gd name="T32" fmla="*/ 3 w 382"/>
                <a:gd name="T33" fmla="*/ 1 h 628"/>
                <a:gd name="T34" fmla="*/ 3 w 382"/>
                <a:gd name="T35" fmla="*/ 1 h 628"/>
                <a:gd name="T36" fmla="*/ 3 w 382"/>
                <a:gd name="T37" fmla="*/ 0 h 628"/>
                <a:gd name="T38" fmla="*/ 2 w 382"/>
                <a:gd name="T39" fmla="*/ 0 h 628"/>
                <a:gd name="T40" fmla="*/ 2 w 382"/>
                <a:gd name="T41" fmla="*/ 0 h 628"/>
                <a:gd name="T42" fmla="*/ 2 w 382"/>
                <a:gd name="T43" fmla="*/ 1 h 628"/>
                <a:gd name="T44" fmla="*/ 2 w 382"/>
                <a:gd name="T45" fmla="*/ 1 h 628"/>
                <a:gd name="T46" fmla="*/ 1 w 382"/>
                <a:gd name="T47" fmla="*/ 1 h 628"/>
                <a:gd name="T48" fmla="*/ 1 w 382"/>
                <a:gd name="T49" fmla="*/ 1 h 628"/>
                <a:gd name="T50" fmla="*/ 1 w 382"/>
                <a:gd name="T51" fmla="*/ 2 h 628"/>
                <a:gd name="T52" fmla="*/ 1 w 382"/>
                <a:gd name="T53" fmla="*/ 2 h 628"/>
                <a:gd name="T54" fmla="*/ 1 w 382"/>
                <a:gd name="T55" fmla="*/ 2 h 628"/>
                <a:gd name="T56" fmla="*/ 0 w 382"/>
                <a:gd name="T57" fmla="*/ 3 h 628"/>
                <a:gd name="T58" fmla="*/ 0 w 382"/>
                <a:gd name="T59" fmla="*/ 3 h 628"/>
                <a:gd name="T60" fmla="*/ 0 w 382"/>
                <a:gd name="T61" fmla="*/ 3 h 628"/>
                <a:gd name="T62" fmla="*/ 0 w 382"/>
                <a:gd name="T63" fmla="*/ 4 h 628"/>
                <a:gd name="T64" fmla="*/ 0 w 382"/>
                <a:gd name="T65" fmla="*/ 4 h 628"/>
                <a:gd name="T66" fmla="*/ 0 w 382"/>
                <a:gd name="T67" fmla="*/ 4 h 628"/>
                <a:gd name="T68" fmla="*/ 0 w 382"/>
                <a:gd name="T69" fmla="*/ 5 h 628"/>
                <a:gd name="T70" fmla="*/ 0 w 382"/>
                <a:gd name="T71" fmla="*/ 5 h 628"/>
                <a:gd name="T72" fmla="*/ 0 w 382"/>
                <a:gd name="T73" fmla="*/ 5 h 628"/>
                <a:gd name="T74" fmla="*/ 0 w 382"/>
                <a:gd name="T75" fmla="*/ 5 h 628"/>
                <a:gd name="T76" fmla="*/ 0 w 382"/>
                <a:gd name="T77" fmla="*/ 5 h 628"/>
                <a:gd name="T78" fmla="*/ 0 w 382"/>
                <a:gd name="T79" fmla="*/ 5 h 628"/>
                <a:gd name="T80" fmla="*/ 0 w 382"/>
                <a:gd name="T81" fmla="*/ 5 h 628"/>
                <a:gd name="T82" fmla="*/ 1 w 382"/>
                <a:gd name="T83" fmla="*/ 5 h 628"/>
                <a:gd name="T84" fmla="*/ 1 w 382"/>
                <a:gd name="T85" fmla="*/ 5 h 628"/>
                <a:gd name="T86" fmla="*/ 1 w 382"/>
                <a:gd name="T87" fmla="*/ 5 h 628"/>
                <a:gd name="T88" fmla="*/ 1 w 382"/>
                <a:gd name="T89" fmla="*/ 5 h 628"/>
                <a:gd name="T90" fmla="*/ 1 w 382"/>
                <a:gd name="T91" fmla="*/ 5 h 628"/>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382"/>
                <a:gd name="T139" fmla="*/ 0 h 628"/>
                <a:gd name="T140" fmla="*/ 382 w 382"/>
                <a:gd name="T141" fmla="*/ 628 h 628"/>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382" h="628">
                  <a:moveTo>
                    <a:pt x="94" y="581"/>
                  </a:moveTo>
                  <a:lnTo>
                    <a:pt x="94" y="582"/>
                  </a:lnTo>
                  <a:lnTo>
                    <a:pt x="96" y="541"/>
                  </a:lnTo>
                  <a:lnTo>
                    <a:pt x="99" y="500"/>
                  </a:lnTo>
                  <a:lnTo>
                    <a:pt x="106" y="463"/>
                  </a:lnTo>
                  <a:lnTo>
                    <a:pt x="115" y="424"/>
                  </a:lnTo>
                  <a:lnTo>
                    <a:pt x="127" y="389"/>
                  </a:lnTo>
                  <a:lnTo>
                    <a:pt x="140" y="353"/>
                  </a:lnTo>
                  <a:lnTo>
                    <a:pt x="156" y="320"/>
                  </a:lnTo>
                  <a:lnTo>
                    <a:pt x="173" y="287"/>
                  </a:lnTo>
                  <a:lnTo>
                    <a:pt x="193" y="255"/>
                  </a:lnTo>
                  <a:lnTo>
                    <a:pt x="214" y="226"/>
                  </a:lnTo>
                  <a:lnTo>
                    <a:pt x="238" y="198"/>
                  </a:lnTo>
                  <a:lnTo>
                    <a:pt x="263" y="172"/>
                  </a:lnTo>
                  <a:lnTo>
                    <a:pt x="290" y="146"/>
                  </a:lnTo>
                  <a:lnTo>
                    <a:pt x="318" y="122"/>
                  </a:lnTo>
                  <a:lnTo>
                    <a:pt x="349" y="101"/>
                  </a:lnTo>
                  <a:lnTo>
                    <a:pt x="382" y="82"/>
                  </a:lnTo>
                  <a:lnTo>
                    <a:pt x="335" y="0"/>
                  </a:lnTo>
                  <a:lnTo>
                    <a:pt x="297" y="23"/>
                  </a:lnTo>
                  <a:lnTo>
                    <a:pt x="262" y="49"/>
                  </a:lnTo>
                  <a:lnTo>
                    <a:pt x="229" y="76"/>
                  </a:lnTo>
                  <a:lnTo>
                    <a:pt x="198" y="104"/>
                  </a:lnTo>
                  <a:lnTo>
                    <a:pt x="167" y="137"/>
                  </a:lnTo>
                  <a:lnTo>
                    <a:pt x="142" y="170"/>
                  </a:lnTo>
                  <a:lnTo>
                    <a:pt x="116" y="204"/>
                  </a:lnTo>
                  <a:lnTo>
                    <a:pt x="94" y="240"/>
                  </a:lnTo>
                  <a:lnTo>
                    <a:pt x="74" y="278"/>
                  </a:lnTo>
                  <a:lnTo>
                    <a:pt x="54" y="317"/>
                  </a:lnTo>
                  <a:lnTo>
                    <a:pt x="38" y="359"/>
                  </a:lnTo>
                  <a:lnTo>
                    <a:pt x="26" y="401"/>
                  </a:lnTo>
                  <a:lnTo>
                    <a:pt x="15" y="444"/>
                  </a:lnTo>
                  <a:lnTo>
                    <a:pt x="8" y="489"/>
                  </a:lnTo>
                  <a:lnTo>
                    <a:pt x="2" y="534"/>
                  </a:lnTo>
                  <a:lnTo>
                    <a:pt x="0" y="580"/>
                  </a:lnTo>
                  <a:lnTo>
                    <a:pt x="0" y="581"/>
                  </a:lnTo>
                  <a:lnTo>
                    <a:pt x="0" y="580"/>
                  </a:lnTo>
                  <a:lnTo>
                    <a:pt x="3" y="600"/>
                  </a:lnTo>
                  <a:lnTo>
                    <a:pt x="14" y="615"/>
                  </a:lnTo>
                  <a:lnTo>
                    <a:pt x="29" y="625"/>
                  </a:lnTo>
                  <a:lnTo>
                    <a:pt x="45" y="628"/>
                  </a:lnTo>
                  <a:lnTo>
                    <a:pt x="63" y="626"/>
                  </a:lnTo>
                  <a:lnTo>
                    <a:pt x="78" y="616"/>
                  </a:lnTo>
                  <a:lnTo>
                    <a:pt x="89" y="602"/>
                  </a:lnTo>
                  <a:lnTo>
                    <a:pt x="94" y="582"/>
                  </a:lnTo>
                  <a:lnTo>
                    <a:pt x="94" y="5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1469" name="Freeform 43"/>
            <p:cNvSpPr>
              <a:spLocks/>
            </p:cNvSpPr>
            <p:nvPr/>
          </p:nvSpPr>
          <p:spPr bwMode="auto">
            <a:xfrm>
              <a:off x="868" y="1712"/>
              <a:ext cx="19" cy="364"/>
            </a:xfrm>
            <a:custGeom>
              <a:avLst/>
              <a:gdLst>
                <a:gd name="T0" fmla="*/ 1 w 94"/>
                <a:gd name="T1" fmla="*/ 14 h 1818"/>
                <a:gd name="T2" fmla="*/ 1 w 94"/>
                <a:gd name="T3" fmla="*/ 14 h 1818"/>
                <a:gd name="T4" fmla="*/ 1 w 94"/>
                <a:gd name="T5" fmla="*/ 0 h 1818"/>
                <a:gd name="T6" fmla="*/ 0 w 94"/>
                <a:gd name="T7" fmla="*/ 0 h 1818"/>
                <a:gd name="T8" fmla="*/ 0 w 94"/>
                <a:gd name="T9" fmla="*/ 14 h 1818"/>
                <a:gd name="T10" fmla="*/ 0 w 94"/>
                <a:gd name="T11" fmla="*/ 14 h 1818"/>
                <a:gd name="T12" fmla="*/ 0 w 94"/>
                <a:gd name="T13" fmla="*/ 14 h 1818"/>
                <a:gd name="T14" fmla="*/ 0 w 94"/>
                <a:gd name="T15" fmla="*/ 14 h 1818"/>
                <a:gd name="T16" fmla="*/ 0 w 94"/>
                <a:gd name="T17" fmla="*/ 14 h 1818"/>
                <a:gd name="T18" fmla="*/ 0 w 94"/>
                <a:gd name="T19" fmla="*/ 15 h 1818"/>
                <a:gd name="T20" fmla="*/ 0 w 94"/>
                <a:gd name="T21" fmla="*/ 15 h 1818"/>
                <a:gd name="T22" fmla="*/ 1 w 94"/>
                <a:gd name="T23" fmla="*/ 15 h 1818"/>
                <a:gd name="T24" fmla="*/ 1 w 94"/>
                <a:gd name="T25" fmla="*/ 14 h 1818"/>
                <a:gd name="T26" fmla="*/ 1 w 94"/>
                <a:gd name="T27" fmla="*/ 14 h 1818"/>
                <a:gd name="T28" fmla="*/ 1 w 94"/>
                <a:gd name="T29" fmla="*/ 14 h 1818"/>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94"/>
                <a:gd name="T46" fmla="*/ 0 h 1818"/>
                <a:gd name="T47" fmla="*/ 94 w 94"/>
                <a:gd name="T48" fmla="*/ 1818 h 1818"/>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94" h="1818">
                  <a:moveTo>
                    <a:pt x="94" y="1771"/>
                  </a:moveTo>
                  <a:lnTo>
                    <a:pt x="94" y="1771"/>
                  </a:lnTo>
                  <a:lnTo>
                    <a:pt x="94" y="0"/>
                  </a:lnTo>
                  <a:lnTo>
                    <a:pt x="0" y="0"/>
                  </a:lnTo>
                  <a:lnTo>
                    <a:pt x="0" y="1771"/>
                  </a:lnTo>
                  <a:lnTo>
                    <a:pt x="3" y="1791"/>
                  </a:lnTo>
                  <a:lnTo>
                    <a:pt x="15" y="1806"/>
                  </a:lnTo>
                  <a:lnTo>
                    <a:pt x="29" y="1814"/>
                  </a:lnTo>
                  <a:lnTo>
                    <a:pt x="47" y="1818"/>
                  </a:lnTo>
                  <a:lnTo>
                    <a:pt x="64" y="1814"/>
                  </a:lnTo>
                  <a:lnTo>
                    <a:pt x="79" y="1806"/>
                  </a:lnTo>
                  <a:lnTo>
                    <a:pt x="90" y="1791"/>
                  </a:lnTo>
                  <a:lnTo>
                    <a:pt x="94" y="17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1470" name="Freeform 44"/>
            <p:cNvSpPr>
              <a:spLocks/>
            </p:cNvSpPr>
            <p:nvPr/>
          </p:nvSpPr>
          <p:spPr bwMode="auto">
            <a:xfrm>
              <a:off x="868" y="2067"/>
              <a:ext cx="90" cy="160"/>
            </a:xfrm>
            <a:custGeom>
              <a:avLst/>
              <a:gdLst>
                <a:gd name="T0" fmla="*/ 3 w 449"/>
                <a:gd name="T1" fmla="*/ 6 h 803"/>
                <a:gd name="T2" fmla="*/ 3 w 449"/>
                <a:gd name="T3" fmla="*/ 6 h 803"/>
                <a:gd name="T4" fmla="*/ 3 w 449"/>
                <a:gd name="T5" fmla="*/ 5 h 803"/>
                <a:gd name="T6" fmla="*/ 3 w 449"/>
                <a:gd name="T7" fmla="*/ 5 h 803"/>
                <a:gd name="T8" fmla="*/ 3 w 449"/>
                <a:gd name="T9" fmla="*/ 5 h 803"/>
                <a:gd name="T10" fmla="*/ 2 w 449"/>
                <a:gd name="T11" fmla="*/ 5 h 803"/>
                <a:gd name="T12" fmla="*/ 2 w 449"/>
                <a:gd name="T13" fmla="*/ 4 h 803"/>
                <a:gd name="T14" fmla="*/ 2 w 449"/>
                <a:gd name="T15" fmla="*/ 4 h 803"/>
                <a:gd name="T16" fmla="*/ 2 w 449"/>
                <a:gd name="T17" fmla="*/ 4 h 803"/>
                <a:gd name="T18" fmla="*/ 2 w 449"/>
                <a:gd name="T19" fmla="*/ 3 h 803"/>
                <a:gd name="T20" fmla="*/ 1 w 449"/>
                <a:gd name="T21" fmla="*/ 3 h 803"/>
                <a:gd name="T22" fmla="*/ 1 w 449"/>
                <a:gd name="T23" fmla="*/ 2 h 803"/>
                <a:gd name="T24" fmla="*/ 1 w 449"/>
                <a:gd name="T25" fmla="*/ 2 h 803"/>
                <a:gd name="T26" fmla="*/ 1 w 449"/>
                <a:gd name="T27" fmla="*/ 2 h 803"/>
                <a:gd name="T28" fmla="*/ 1 w 449"/>
                <a:gd name="T29" fmla="*/ 1 h 803"/>
                <a:gd name="T30" fmla="*/ 1 w 449"/>
                <a:gd name="T31" fmla="*/ 1 h 803"/>
                <a:gd name="T32" fmla="*/ 1 w 449"/>
                <a:gd name="T33" fmla="*/ 0 h 803"/>
                <a:gd name="T34" fmla="*/ 1 w 449"/>
                <a:gd name="T35" fmla="*/ 0 h 803"/>
                <a:gd name="T36" fmla="*/ 0 w 449"/>
                <a:gd name="T37" fmla="*/ 0 h 803"/>
                <a:gd name="T38" fmla="*/ 0 w 449"/>
                <a:gd name="T39" fmla="*/ 0 h 803"/>
                <a:gd name="T40" fmla="*/ 0 w 449"/>
                <a:gd name="T41" fmla="*/ 1 h 803"/>
                <a:gd name="T42" fmla="*/ 0 w 449"/>
                <a:gd name="T43" fmla="*/ 1 h 803"/>
                <a:gd name="T44" fmla="*/ 0 w 449"/>
                <a:gd name="T45" fmla="*/ 2 h 803"/>
                <a:gd name="T46" fmla="*/ 0 w 449"/>
                <a:gd name="T47" fmla="*/ 2 h 803"/>
                <a:gd name="T48" fmla="*/ 0 w 449"/>
                <a:gd name="T49" fmla="*/ 3 h 803"/>
                <a:gd name="T50" fmla="*/ 1 w 449"/>
                <a:gd name="T51" fmla="*/ 3 h 803"/>
                <a:gd name="T52" fmla="*/ 1 w 449"/>
                <a:gd name="T53" fmla="*/ 4 h 803"/>
                <a:gd name="T54" fmla="*/ 1 w 449"/>
                <a:gd name="T55" fmla="*/ 4 h 803"/>
                <a:gd name="T56" fmla="*/ 1 w 449"/>
                <a:gd name="T57" fmla="*/ 4 h 803"/>
                <a:gd name="T58" fmla="*/ 2 w 449"/>
                <a:gd name="T59" fmla="*/ 5 h 803"/>
                <a:gd name="T60" fmla="*/ 2 w 449"/>
                <a:gd name="T61" fmla="*/ 5 h 803"/>
                <a:gd name="T62" fmla="*/ 2 w 449"/>
                <a:gd name="T63" fmla="*/ 5 h 803"/>
                <a:gd name="T64" fmla="*/ 2 w 449"/>
                <a:gd name="T65" fmla="*/ 6 h 803"/>
                <a:gd name="T66" fmla="*/ 3 w 449"/>
                <a:gd name="T67" fmla="*/ 6 h 803"/>
                <a:gd name="T68" fmla="*/ 3 w 449"/>
                <a:gd name="T69" fmla="*/ 6 h 803"/>
                <a:gd name="T70" fmla="*/ 3 w 449"/>
                <a:gd name="T71" fmla="*/ 6 h 803"/>
                <a:gd name="T72" fmla="*/ 3 w 449"/>
                <a:gd name="T73" fmla="*/ 6 h 803"/>
                <a:gd name="T74" fmla="*/ 3 w 449"/>
                <a:gd name="T75" fmla="*/ 6 h 803"/>
                <a:gd name="T76" fmla="*/ 3 w 449"/>
                <a:gd name="T77" fmla="*/ 6 h 803"/>
                <a:gd name="T78" fmla="*/ 3 w 449"/>
                <a:gd name="T79" fmla="*/ 6 h 803"/>
                <a:gd name="T80" fmla="*/ 4 w 449"/>
                <a:gd name="T81" fmla="*/ 6 h 803"/>
                <a:gd name="T82" fmla="*/ 4 w 449"/>
                <a:gd name="T83" fmla="*/ 6 h 803"/>
                <a:gd name="T84" fmla="*/ 4 w 449"/>
                <a:gd name="T85" fmla="*/ 6 h 803"/>
                <a:gd name="T86" fmla="*/ 4 w 449"/>
                <a:gd name="T87" fmla="*/ 6 h 803"/>
                <a:gd name="T88" fmla="*/ 3 w 449"/>
                <a:gd name="T89" fmla="*/ 6 h 803"/>
                <a:gd name="T90" fmla="*/ 3 w 449"/>
                <a:gd name="T91" fmla="*/ 6 h 80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449"/>
                <a:gd name="T139" fmla="*/ 0 h 803"/>
                <a:gd name="T140" fmla="*/ 449 w 449"/>
                <a:gd name="T141" fmla="*/ 803 h 80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449" h="803">
                  <a:moveTo>
                    <a:pt x="426" y="717"/>
                  </a:moveTo>
                  <a:lnTo>
                    <a:pt x="427" y="717"/>
                  </a:lnTo>
                  <a:lnTo>
                    <a:pt x="395" y="693"/>
                  </a:lnTo>
                  <a:lnTo>
                    <a:pt x="361" y="662"/>
                  </a:lnTo>
                  <a:lnTo>
                    <a:pt x="329" y="628"/>
                  </a:lnTo>
                  <a:lnTo>
                    <a:pt x="299" y="591"/>
                  </a:lnTo>
                  <a:lnTo>
                    <a:pt x="269" y="551"/>
                  </a:lnTo>
                  <a:lnTo>
                    <a:pt x="241" y="507"/>
                  </a:lnTo>
                  <a:lnTo>
                    <a:pt x="215" y="460"/>
                  </a:lnTo>
                  <a:lnTo>
                    <a:pt x="191" y="412"/>
                  </a:lnTo>
                  <a:lnTo>
                    <a:pt x="170" y="363"/>
                  </a:lnTo>
                  <a:lnTo>
                    <a:pt x="151" y="312"/>
                  </a:lnTo>
                  <a:lnTo>
                    <a:pt x="133" y="259"/>
                  </a:lnTo>
                  <a:lnTo>
                    <a:pt x="119" y="207"/>
                  </a:lnTo>
                  <a:lnTo>
                    <a:pt x="108" y="156"/>
                  </a:lnTo>
                  <a:lnTo>
                    <a:pt x="101" y="103"/>
                  </a:lnTo>
                  <a:lnTo>
                    <a:pt x="96" y="51"/>
                  </a:lnTo>
                  <a:lnTo>
                    <a:pt x="94" y="0"/>
                  </a:lnTo>
                  <a:lnTo>
                    <a:pt x="0" y="0"/>
                  </a:lnTo>
                  <a:lnTo>
                    <a:pt x="2" y="56"/>
                  </a:lnTo>
                  <a:lnTo>
                    <a:pt x="7" y="115"/>
                  </a:lnTo>
                  <a:lnTo>
                    <a:pt x="16" y="172"/>
                  </a:lnTo>
                  <a:lnTo>
                    <a:pt x="28" y="231"/>
                  </a:lnTo>
                  <a:lnTo>
                    <a:pt x="44" y="287"/>
                  </a:lnTo>
                  <a:lnTo>
                    <a:pt x="62" y="342"/>
                  </a:lnTo>
                  <a:lnTo>
                    <a:pt x="83" y="398"/>
                  </a:lnTo>
                  <a:lnTo>
                    <a:pt x="106" y="452"/>
                  </a:lnTo>
                  <a:lnTo>
                    <a:pt x="133" y="505"/>
                  </a:lnTo>
                  <a:lnTo>
                    <a:pt x="161" y="554"/>
                  </a:lnTo>
                  <a:lnTo>
                    <a:pt x="192" y="602"/>
                  </a:lnTo>
                  <a:lnTo>
                    <a:pt x="224" y="647"/>
                  </a:lnTo>
                  <a:lnTo>
                    <a:pt x="259" y="689"/>
                  </a:lnTo>
                  <a:lnTo>
                    <a:pt x="295" y="728"/>
                  </a:lnTo>
                  <a:lnTo>
                    <a:pt x="334" y="763"/>
                  </a:lnTo>
                  <a:lnTo>
                    <a:pt x="374" y="795"/>
                  </a:lnTo>
                  <a:lnTo>
                    <a:pt x="375" y="795"/>
                  </a:lnTo>
                  <a:lnTo>
                    <a:pt x="374" y="795"/>
                  </a:lnTo>
                  <a:lnTo>
                    <a:pt x="392" y="803"/>
                  </a:lnTo>
                  <a:lnTo>
                    <a:pt x="411" y="803"/>
                  </a:lnTo>
                  <a:lnTo>
                    <a:pt x="426" y="795"/>
                  </a:lnTo>
                  <a:lnTo>
                    <a:pt x="439" y="782"/>
                  </a:lnTo>
                  <a:lnTo>
                    <a:pt x="446" y="766"/>
                  </a:lnTo>
                  <a:lnTo>
                    <a:pt x="449" y="749"/>
                  </a:lnTo>
                  <a:lnTo>
                    <a:pt x="441" y="732"/>
                  </a:lnTo>
                  <a:lnTo>
                    <a:pt x="427" y="717"/>
                  </a:lnTo>
                  <a:lnTo>
                    <a:pt x="426" y="71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1471" name="Freeform 45"/>
            <p:cNvSpPr>
              <a:spLocks/>
            </p:cNvSpPr>
            <p:nvPr/>
          </p:nvSpPr>
          <p:spPr bwMode="auto">
            <a:xfrm>
              <a:off x="883" y="1673"/>
              <a:ext cx="379" cy="690"/>
            </a:xfrm>
            <a:custGeom>
              <a:avLst/>
              <a:gdLst>
                <a:gd name="T0" fmla="*/ 12 w 1897"/>
                <a:gd name="T1" fmla="*/ 6 h 3450"/>
                <a:gd name="T2" fmla="*/ 13 w 1897"/>
                <a:gd name="T3" fmla="*/ 7 h 3450"/>
                <a:gd name="T4" fmla="*/ 13 w 1897"/>
                <a:gd name="T5" fmla="*/ 7 h 3450"/>
                <a:gd name="T6" fmla="*/ 14 w 1897"/>
                <a:gd name="T7" fmla="*/ 8 h 3450"/>
                <a:gd name="T8" fmla="*/ 14 w 1897"/>
                <a:gd name="T9" fmla="*/ 9 h 3450"/>
                <a:gd name="T10" fmla="*/ 15 w 1897"/>
                <a:gd name="T11" fmla="*/ 10 h 3450"/>
                <a:gd name="T12" fmla="*/ 15 w 1897"/>
                <a:gd name="T13" fmla="*/ 11 h 3450"/>
                <a:gd name="T14" fmla="*/ 15 w 1897"/>
                <a:gd name="T15" fmla="*/ 11 h 3450"/>
                <a:gd name="T16" fmla="*/ 15 w 1897"/>
                <a:gd name="T17" fmla="*/ 12 h 3450"/>
                <a:gd name="T18" fmla="*/ 15 w 1897"/>
                <a:gd name="T19" fmla="*/ 26 h 3450"/>
                <a:gd name="T20" fmla="*/ 15 w 1897"/>
                <a:gd name="T21" fmla="*/ 26 h 3450"/>
                <a:gd name="T22" fmla="*/ 15 w 1897"/>
                <a:gd name="T23" fmla="*/ 27 h 3450"/>
                <a:gd name="T24" fmla="*/ 15 w 1897"/>
                <a:gd name="T25" fmla="*/ 27 h 3450"/>
                <a:gd name="T26" fmla="*/ 14 w 1897"/>
                <a:gd name="T27" fmla="*/ 27 h 3450"/>
                <a:gd name="T28" fmla="*/ 14 w 1897"/>
                <a:gd name="T29" fmla="*/ 28 h 3450"/>
                <a:gd name="T30" fmla="*/ 13 w 1897"/>
                <a:gd name="T31" fmla="*/ 28 h 3450"/>
                <a:gd name="T32" fmla="*/ 13 w 1897"/>
                <a:gd name="T33" fmla="*/ 27 h 3450"/>
                <a:gd name="T34" fmla="*/ 3 w 1897"/>
                <a:gd name="T35" fmla="*/ 21 h 3450"/>
                <a:gd name="T36" fmla="*/ 2 w 1897"/>
                <a:gd name="T37" fmla="*/ 21 h 3450"/>
                <a:gd name="T38" fmla="*/ 2 w 1897"/>
                <a:gd name="T39" fmla="*/ 20 h 3450"/>
                <a:gd name="T40" fmla="*/ 1 w 1897"/>
                <a:gd name="T41" fmla="*/ 19 h 3450"/>
                <a:gd name="T42" fmla="*/ 1 w 1897"/>
                <a:gd name="T43" fmla="*/ 19 h 3450"/>
                <a:gd name="T44" fmla="*/ 0 w 1897"/>
                <a:gd name="T45" fmla="*/ 18 h 3450"/>
                <a:gd name="T46" fmla="*/ 0 w 1897"/>
                <a:gd name="T47" fmla="*/ 17 h 3450"/>
                <a:gd name="T48" fmla="*/ 0 w 1897"/>
                <a:gd name="T49" fmla="*/ 16 h 3450"/>
                <a:gd name="T50" fmla="*/ 0 w 1897"/>
                <a:gd name="T51" fmla="*/ 15 h 3450"/>
                <a:gd name="T52" fmla="*/ 0 w 1897"/>
                <a:gd name="T53" fmla="*/ 2 h 3450"/>
                <a:gd name="T54" fmla="*/ 0 w 1897"/>
                <a:gd name="T55" fmla="*/ 1 h 3450"/>
                <a:gd name="T56" fmla="*/ 0 w 1897"/>
                <a:gd name="T57" fmla="*/ 1 h 3450"/>
                <a:gd name="T58" fmla="*/ 1 w 1897"/>
                <a:gd name="T59" fmla="*/ 0 h 3450"/>
                <a:gd name="T60" fmla="*/ 1 w 1897"/>
                <a:gd name="T61" fmla="*/ 0 h 3450"/>
                <a:gd name="T62" fmla="*/ 1 w 1897"/>
                <a:gd name="T63" fmla="*/ 0 h 3450"/>
                <a:gd name="T64" fmla="*/ 2 w 1897"/>
                <a:gd name="T65" fmla="*/ 0 h 3450"/>
                <a:gd name="T66" fmla="*/ 3 w 1897"/>
                <a:gd name="T67" fmla="*/ 0 h 3450"/>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897"/>
                <a:gd name="T103" fmla="*/ 0 h 3450"/>
                <a:gd name="T104" fmla="*/ 1897 w 1897"/>
                <a:gd name="T105" fmla="*/ 3450 h 3450"/>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897" h="3450">
                  <a:moveTo>
                    <a:pt x="357" y="49"/>
                  </a:moveTo>
                  <a:lnTo>
                    <a:pt x="1542" y="806"/>
                  </a:lnTo>
                  <a:lnTo>
                    <a:pt x="1579" y="832"/>
                  </a:lnTo>
                  <a:lnTo>
                    <a:pt x="1614" y="861"/>
                  </a:lnTo>
                  <a:lnTo>
                    <a:pt x="1648" y="895"/>
                  </a:lnTo>
                  <a:lnTo>
                    <a:pt x="1681" y="933"/>
                  </a:lnTo>
                  <a:lnTo>
                    <a:pt x="1711" y="973"/>
                  </a:lnTo>
                  <a:lnTo>
                    <a:pt x="1740" y="1016"/>
                  </a:lnTo>
                  <a:lnTo>
                    <a:pt x="1768" y="1062"/>
                  </a:lnTo>
                  <a:lnTo>
                    <a:pt x="1793" y="1109"/>
                  </a:lnTo>
                  <a:lnTo>
                    <a:pt x="1816" y="1158"/>
                  </a:lnTo>
                  <a:lnTo>
                    <a:pt x="1836" y="1208"/>
                  </a:lnTo>
                  <a:lnTo>
                    <a:pt x="1854" y="1260"/>
                  </a:lnTo>
                  <a:lnTo>
                    <a:pt x="1869" y="1313"/>
                  </a:lnTo>
                  <a:lnTo>
                    <a:pt x="1881" y="1364"/>
                  </a:lnTo>
                  <a:lnTo>
                    <a:pt x="1890" y="1417"/>
                  </a:lnTo>
                  <a:lnTo>
                    <a:pt x="1895" y="1469"/>
                  </a:lnTo>
                  <a:lnTo>
                    <a:pt x="1897" y="1519"/>
                  </a:lnTo>
                  <a:lnTo>
                    <a:pt x="1897" y="3142"/>
                  </a:lnTo>
                  <a:lnTo>
                    <a:pt x="1895" y="3190"/>
                  </a:lnTo>
                  <a:lnTo>
                    <a:pt x="1890" y="3235"/>
                  </a:lnTo>
                  <a:lnTo>
                    <a:pt x="1881" y="3276"/>
                  </a:lnTo>
                  <a:lnTo>
                    <a:pt x="1869" y="3313"/>
                  </a:lnTo>
                  <a:lnTo>
                    <a:pt x="1854" y="3346"/>
                  </a:lnTo>
                  <a:lnTo>
                    <a:pt x="1836" y="3375"/>
                  </a:lnTo>
                  <a:lnTo>
                    <a:pt x="1816" y="3398"/>
                  </a:lnTo>
                  <a:lnTo>
                    <a:pt x="1793" y="3418"/>
                  </a:lnTo>
                  <a:lnTo>
                    <a:pt x="1768" y="3434"/>
                  </a:lnTo>
                  <a:lnTo>
                    <a:pt x="1740" y="3444"/>
                  </a:lnTo>
                  <a:lnTo>
                    <a:pt x="1711" y="3450"/>
                  </a:lnTo>
                  <a:lnTo>
                    <a:pt x="1681" y="3450"/>
                  </a:lnTo>
                  <a:lnTo>
                    <a:pt x="1648" y="3445"/>
                  </a:lnTo>
                  <a:lnTo>
                    <a:pt x="1614" y="3436"/>
                  </a:lnTo>
                  <a:lnTo>
                    <a:pt x="1579" y="3421"/>
                  </a:lnTo>
                  <a:lnTo>
                    <a:pt x="1542" y="3400"/>
                  </a:lnTo>
                  <a:lnTo>
                    <a:pt x="357" y="2643"/>
                  </a:lnTo>
                  <a:lnTo>
                    <a:pt x="320" y="2618"/>
                  </a:lnTo>
                  <a:lnTo>
                    <a:pt x="285" y="2588"/>
                  </a:lnTo>
                  <a:lnTo>
                    <a:pt x="251" y="2554"/>
                  </a:lnTo>
                  <a:lnTo>
                    <a:pt x="218" y="2517"/>
                  </a:lnTo>
                  <a:lnTo>
                    <a:pt x="187" y="2477"/>
                  </a:lnTo>
                  <a:lnTo>
                    <a:pt x="157" y="2433"/>
                  </a:lnTo>
                  <a:lnTo>
                    <a:pt x="130" y="2388"/>
                  </a:lnTo>
                  <a:lnTo>
                    <a:pt x="105" y="2341"/>
                  </a:lnTo>
                  <a:lnTo>
                    <a:pt x="81" y="2292"/>
                  </a:lnTo>
                  <a:lnTo>
                    <a:pt x="61" y="2241"/>
                  </a:lnTo>
                  <a:lnTo>
                    <a:pt x="44" y="2190"/>
                  </a:lnTo>
                  <a:lnTo>
                    <a:pt x="29" y="2138"/>
                  </a:lnTo>
                  <a:lnTo>
                    <a:pt x="17" y="2085"/>
                  </a:lnTo>
                  <a:lnTo>
                    <a:pt x="7" y="2033"/>
                  </a:lnTo>
                  <a:lnTo>
                    <a:pt x="3" y="1981"/>
                  </a:lnTo>
                  <a:lnTo>
                    <a:pt x="0" y="1931"/>
                  </a:lnTo>
                  <a:lnTo>
                    <a:pt x="0" y="308"/>
                  </a:lnTo>
                  <a:lnTo>
                    <a:pt x="3" y="260"/>
                  </a:lnTo>
                  <a:lnTo>
                    <a:pt x="7" y="215"/>
                  </a:lnTo>
                  <a:lnTo>
                    <a:pt x="17" y="174"/>
                  </a:lnTo>
                  <a:lnTo>
                    <a:pt x="29" y="137"/>
                  </a:lnTo>
                  <a:lnTo>
                    <a:pt x="44" y="104"/>
                  </a:lnTo>
                  <a:lnTo>
                    <a:pt x="61" y="76"/>
                  </a:lnTo>
                  <a:lnTo>
                    <a:pt x="81" y="51"/>
                  </a:lnTo>
                  <a:lnTo>
                    <a:pt x="105" y="31"/>
                  </a:lnTo>
                  <a:lnTo>
                    <a:pt x="130" y="16"/>
                  </a:lnTo>
                  <a:lnTo>
                    <a:pt x="157" y="5"/>
                  </a:lnTo>
                  <a:lnTo>
                    <a:pt x="187" y="0"/>
                  </a:lnTo>
                  <a:lnTo>
                    <a:pt x="218" y="0"/>
                  </a:lnTo>
                  <a:lnTo>
                    <a:pt x="251" y="3"/>
                  </a:lnTo>
                  <a:lnTo>
                    <a:pt x="285" y="14"/>
                  </a:lnTo>
                  <a:lnTo>
                    <a:pt x="320" y="29"/>
                  </a:lnTo>
                  <a:lnTo>
                    <a:pt x="357" y="49"/>
                  </a:lnTo>
                  <a:close/>
                </a:path>
              </a:pathLst>
            </a:custGeom>
            <a:solidFill>
              <a:srgbClr val="BFBFB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1472" name="Freeform 46"/>
            <p:cNvSpPr>
              <a:spLocks/>
            </p:cNvSpPr>
            <p:nvPr/>
          </p:nvSpPr>
          <p:spPr bwMode="auto">
            <a:xfrm>
              <a:off x="1268" y="1663"/>
              <a:ext cx="393" cy="711"/>
            </a:xfrm>
            <a:custGeom>
              <a:avLst/>
              <a:gdLst>
                <a:gd name="T0" fmla="*/ 3 w 1962"/>
                <a:gd name="T1" fmla="*/ 7 h 3555"/>
                <a:gd name="T2" fmla="*/ 2 w 1962"/>
                <a:gd name="T3" fmla="*/ 7 h 3555"/>
                <a:gd name="T4" fmla="*/ 2 w 1962"/>
                <a:gd name="T5" fmla="*/ 8 h 3555"/>
                <a:gd name="T6" fmla="*/ 1 w 1962"/>
                <a:gd name="T7" fmla="*/ 8 h 3555"/>
                <a:gd name="T8" fmla="*/ 1 w 1962"/>
                <a:gd name="T9" fmla="*/ 9 h 3555"/>
                <a:gd name="T10" fmla="*/ 1 w 1962"/>
                <a:gd name="T11" fmla="*/ 10 h 3555"/>
                <a:gd name="T12" fmla="*/ 0 w 1962"/>
                <a:gd name="T13" fmla="*/ 11 h 3555"/>
                <a:gd name="T14" fmla="*/ 0 w 1962"/>
                <a:gd name="T15" fmla="*/ 12 h 3555"/>
                <a:gd name="T16" fmla="*/ 0 w 1962"/>
                <a:gd name="T17" fmla="*/ 13 h 3555"/>
                <a:gd name="T18" fmla="*/ 0 w 1962"/>
                <a:gd name="T19" fmla="*/ 26 h 3555"/>
                <a:gd name="T20" fmla="*/ 0 w 1962"/>
                <a:gd name="T21" fmla="*/ 27 h 3555"/>
                <a:gd name="T22" fmla="*/ 0 w 1962"/>
                <a:gd name="T23" fmla="*/ 28 h 3555"/>
                <a:gd name="T24" fmla="*/ 1 w 1962"/>
                <a:gd name="T25" fmla="*/ 28 h 3555"/>
                <a:gd name="T26" fmla="*/ 1 w 1962"/>
                <a:gd name="T27" fmla="*/ 28 h 3555"/>
                <a:gd name="T28" fmla="*/ 2 w 1962"/>
                <a:gd name="T29" fmla="*/ 28 h 3555"/>
                <a:gd name="T30" fmla="*/ 2 w 1962"/>
                <a:gd name="T31" fmla="*/ 28 h 3555"/>
                <a:gd name="T32" fmla="*/ 3 w 1962"/>
                <a:gd name="T33" fmla="*/ 28 h 3555"/>
                <a:gd name="T34" fmla="*/ 13 w 1962"/>
                <a:gd name="T35" fmla="*/ 22 h 3555"/>
                <a:gd name="T36" fmla="*/ 13 w 1962"/>
                <a:gd name="T37" fmla="*/ 21 h 3555"/>
                <a:gd name="T38" fmla="*/ 14 w 1962"/>
                <a:gd name="T39" fmla="*/ 21 h 3555"/>
                <a:gd name="T40" fmla="*/ 14 w 1962"/>
                <a:gd name="T41" fmla="*/ 20 h 3555"/>
                <a:gd name="T42" fmla="*/ 15 w 1962"/>
                <a:gd name="T43" fmla="*/ 19 h 3555"/>
                <a:gd name="T44" fmla="*/ 15 w 1962"/>
                <a:gd name="T45" fmla="*/ 18 h 3555"/>
                <a:gd name="T46" fmla="*/ 16 w 1962"/>
                <a:gd name="T47" fmla="*/ 18 h 3555"/>
                <a:gd name="T48" fmla="*/ 16 w 1962"/>
                <a:gd name="T49" fmla="*/ 17 h 3555"/>
                <a:gd name="T50" fmla="*/ 16 w 1962"/>
                <a:gd name="T51" fmla="*/ 16 h 3555"/>
                <a:gd name="T52" fmla="*/ 16 w 1962"/>
                <a:gd name="T53" fmla="*/ 2 h 3555"/>
                <a:gd name="T54" fmla="*/ 16 w 1962"/>
                <a:gd name="T55" fmla="*/ 1 h 3555"/>
                <a:gd name="T56" fmla="*/ 15 w 1962"/>
                <a:gd name="T57" fmla="*/ 1 h 3555"/>
                <a:gd name="T58" fmla="*/ 15 w 1962"/>
                <a:gd name="T59" fmla="*/ 0 h 3555"/>
                <a:gd name="T60" fmla="*/ 15 w 1962"/>
                <a:gd name="T61" fmla="*/ 0 h 3555"/>
                <a:gd name="T62" fmla="*/ 14 w 1962"/>
                <a:gd name="T63" fmla="*/ 0 h 3555"/>
                <a:gd name="T64" fmla="*/ 14 w 1962"/>
                <a:gd name="T65" fmla="*/ 0 h 3555"/>
                <a:gd name="T66" fmla="*/ 13 w 1962"/>
                <a:gd name="T67" fmla="*/ 0 h 3555"/>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962"/>
                <a:gd name="T103" fmla="*/ 0 h 3555"/>
                <a:gd name="T104" fmla="*/ 1962 w 1962"/>
                <a:gd name="T105" fmla="*/ 3555 h 3555"/>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962" h="3555">
                  <a:moveTo>
                    <a:pt x="1594" y="50"/>
                  </a:moveTo>
                  <a:lnTo>
                    <a:pt x="368" y="831"/>
                  </a:lnTo>
                  <a:lnTo>
                    <a:pt x="330" y="858"/>
                  </a:lnTo>
                  <a:lnTo>
                    <a:pt x="294" y="888"/>
                  </a:lnTo>
                  <a:lnTo>
                    <a:pt x="259" y="922"/>
                  </a:lnTo>
                  <a:lnTo>
                    <a:pt x="225" y="961"/>
                  </a:lnTo>
                  <a:lnTo>
                    <a:pt x="193" y="1003"/>
                  </a:lnTo>
                  <a:lnTo>
                    <a:pt x="163" y="1047"/>
                  </a:lnTo>
                  <a:lnTo>
                    <a:pt x="133" y="1094"/>
                  </a:lnTo>
                  <a:lnTo>
                    <a:pt x="108" y="1143"/>
                  </a:lnTo>
                  <a:lnTo>
                    <a:pt x="84" y="1193"/>
                  </a:lnTo>
                  <a:lnTo>
                    <a:pt x="63" y="1246"/>
                  </a:lnTo>
                  <a:lnTo>
                    <a:pt x="44" y="1299"/>
                  </a:lnTo>
                  <a:lnTo>
                    <a:pt x="29" y="1353"/>
                  </a:lnTo>
                  <a:lnTo>
                    <a:pt x="16" y="1405"/>
                  </a:lnTo>
                  <a:lnTo>
                    <a:pt x="7" y="1459"/>
                  </a:lnTo>
                  <a:lnTo>
                    <a:pt x="2" y="1512"/>
                  </a:lnTo>
                  <a:lnTo>
                    <a:pt x="0" y="1565"/>
                  </a:lnTo>
                  <a:lnTo>
                    <a:pt x="0" y="3237"/>
                  </a:lnTo>
                  <a:lnTo>
                    <a:pt x="2" y="3287"/>
                  </a:lnTo>
                  <a:lnTo>
                    <a:pt x="7" y="3333"/>
                  </a:lnTo>
                  <a:lnTo>
                    <a:pt x="16" y="3375"/>
                  </a:lnTo>
                  <a:lnTo>
                    <a:pt x="29" y="3413"/>
                  </a:lnTo>
                  <a:lnTo>
                    <a:pt x="44" y="3447"/>
                  </a:lnTo>
                  <a:lnTo>
                    <a:pt x="63" y="3477"/>
                  </a:lnTo>
                  <a:lnTo>
                    <a:pt x="84" y="3502"/>
                  </a:lnTo>
                  <a:lnTo>
                    <a:pt x="108" y="3522"/>
                  </a:lnTo>
                  <a:lnTo>
                    <a:pt x="133" y="3538"/>
                  </a:lnTo>
                  <a:lnTo>
                    <a:pt x="163" y="3549"/>
                  </a:lnTo>
                  <a:lnTo>
                    <a:pt x="193" y="3555"/>
                  </a:lnTo>
                  <a:lnTo>
                    <a:pt x="225" y="3555"/>
                  </a:lnTo>
                  <a:lnTo>
                    <a:pt x="259" y="3550"/>
                  </a:lnTo>
                  <a:lnTo>
                    <a:pt x="294" y="3541"/>
                  </a:lnTo>
                  <a:lnTo>
                    <a:pt x="330" y="3524"/>
                  </a:lnTo>
                  <a:lnTo>
                    <a:pt x="368" y="3503"/>
                  </a:lnTo>
                  <a:lnTo>
                    <a:pt x="1594" y="2722"/>
                  </a:lnTo>
                  <a:lnTo>
                    <a:pt x="1632" y="2696"/>
                  </a:lnTo>
                  <a:lnTo>
                    <a:pt x="1668" y="2665"/>
                  </a:lnTo>
                  <a:lnTo>
                    <a:pt x="1703" y="2631"/>
                  </a:lnTo>
                  <a:lnTo>
                    <a:pt x="1737" y="2592"/>
                  </a:lnTo>
                  <a:lnTo>
                    <a:pt x="1769" y="2551"/>
                  </a:lnTo>
                  <a:lnTo>
                    <a:pt x="1799" y="2506"/>
                  </a:lnTo>
                  <a:lnTo>
                    <a:pt x="1829" y="2460"/>
                  </a:lnTo>
                  <a:lnTo>
                    <a:pt x="1854" y="2411"/>
                  </a:lnTo>
                  <a:lnTo>
                    <a:pt x="1878" y="2361"/>
                  </a:lnTo>
                  <a:lnTo>
                    <a:pt x="1899" y="2308"/>
                  </a:lnTo>
                  <a:lnTo>
                    <a:pt x="1918" y="2256"/>
                  </a:lnTo>
                  <a:lnTo>
                    <a:pt x="1933" y="2202"/>
                  </a:lnTo>
                  <a:lnTo>
                    <a:pt x="1946" y="2149"/>
                  </a:lnTo>
                  <a:lnTo>
                    <a:pt x="1955" y="2095"/>
                  </a:lnTo>
                  <a:lnTo>
                    <a:pt x="1960" y="2042"/>
                  </a:lnTo>
                  <a:lnTo>
                    <a:pt x="1962" y="1989"/>
                  </a:lnTo>
                  <a:lnTo>
                    <a:pt x="1962" y="319"/>
                  </a:lnTo>
                  <a:lnTo>
                    <a:pt x="1960" y="269"/>
                  </a:lnTo>
                  <a:lnTo>
                    <a:pt x="1955" y="223"/>
                  </a:lnTo>
                  <a:lnTo>
                    <a:pt x="1946" y="180"/>
                  </a:lnTo>
                  <a:lnTo>
                    <a:pt x="1933" y="143"/>
                  </a:lnTo>
                  <a:lnTo>
                    <a:pt x="1918" y="109"/>
                  </a:lnTo>
                  <a:lnTo>
                    <a:pt x="1899" y="79"/>
                  </a:lnTo>
                  <a:lnTo>
                    <a:pt x="1878" y="54"/>
                  </a:lnTo>
                  <a:lnTo>
                    <a:pt x="1854" y="33"/>
                  </a:lnTo>
                  <a:lnTo>
                    <a:pt x="1829" y="17"/>
                  </a:lnTo>
                  <a:lnTo>
                    <a:pt x="1799" y="7"/>
                  </a:lnTo>
                  <a:lnTo>
                    <a:pt x="1769" y="0"/>
                  </a:lnTo>
                  <a:lnTo>
                    <a:pt x="1737" y="0"/>
                  </a:lnTo>
                  <a:lnTo>
                    <a:pt x="1703" y="4"/>
                  </a:lnTo>
                  <a:lnTo>
                    <a:pt x="1668" y="14"/>
                  </a:lnTo>
                  <a:lnTo>
                    <a:pt x="1632" y="29"/>
                  </a:lnTo>
                  <a:lnTo>
                    <a:pt x="1594" y="50"/>
                  </a:lnTo>
                  <a:close/>
                </a:path>
              </a:pathLst>
            </a:custGeom>
            <a:solidFill>
              <a:srgbClr val="E5E5E5"/>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1473" name="Freeform 47"/>
            <p:cNvSpPr>
              <a:spLocks noEditPoints="1"/>
            </p:cNvSpPr>
            <p:nvPr/>
          </p:nvSpPr>
          <p:spPr bwMode="auto">
            <a:xfrm>
              <a:off x="916" y="1589"/>
              <a:ext cx="697" cy="698"/>
            </a:xfrm>
            <a:custGeom>
              <a:avLst/>
              <a:gdLst>
                <a:gd name="T0" fmla="*/ 16 w 3485"/>
                <a:gd name="T1" fmla="*/ 0 h 3490"/>
                <a:gd name="T2" fmla="*/ 17 w 3485"/>
                <a:gd name="T3" fmla="*/ 2 h 3490"/>
                <a:gd name="T4" fmla="*/ 17 w 3485"/>
                <a:gd name="T5" fmla="*/ 3 h 3490"/>
                <a:gd name="T6" fmla="*/ 14 w 3485"/>
                <a:gd name="T7" fmla="*/ 4 h 3490"/>
                <a:gd name="T8" fmla="*/ 12 w 3485"/>
                <a:gd name="T9" fmla="*/ 4 h 3490"/>
                <a:gd name="T10" fmla="*/ 11 w 3485"/>
                <a:gd name="T11" fmla="*/ 2 h 3490"/>
                <a:gd name="T12" fmla="*/ 11 w 3485"/>
                <a:gd name="T13" fmla="*/ 1 h 3490"/>
                <a:gd name="T14" fmla="*/ 14 w 3485"/>
                <a:gd name="T15" fmla="*/ 0 h 3490"/>
                <a:gd name="T16" fmla="*/ 3 w 3485"/>
                <a:gd name="T17" fmla="*/ 7 h 3490"/>
                <a:gd name="T18" fmla="*/ 4 w 3485"/>
                <a:gd name="T19" fmla="*/ 9 h 3490"/>
                <a:gd name="T20" fmla="*/ 3 w 3485"/>
                <a:gd name="T21" fmla="*/ 12 h 3490"/>
                <a:gd name="T22" fmla="*/ 2 w 3485"/>
                <a:gd name="T23" fmla="*/ 13 h 3490"/>
                <a:gd name="T24" fmla="*/ 1 w 3485"/>
                <a:gd name="T25" fmla="*/ 12 h 3490"/>
                <a:gd name="T26" fmla="*/ 0 w 3485"/>
                <a:gd name="T27" fmla="*/ 10 h 3490"/>
                <a:gd name="T28" fmla="*/ 0 w 3485"/>
                <a:gd name="T29" fmla="*/ 8 h 3490"/>
                <a:gd name="T30" fmla="*/ 2 w 3485"/>
                <a:gd name="T31" fmla="*/ 6 h 3490"/>
                <a:gd name="T32" fmla="*/ 10 w 3485"/>
                <a:gd name="T33" fmla="*/ 20 h 3490"/>
                <a:gd name="T34" fmla="*/ 11 w 3485"/>
                <a:gd name="T35" fmla="*/ 22 h 3490"/>
                <a:gd name="T36" fmla="*/ 11 w 3485"/>
                <a:gd name="T37" fmla="*/ 25 h 3490"/>
                <a:gd name="T38" fmla="*/ 10 w 3485"/>
                <a:gd name="T39" fmla="*/ 27 h 3490"/>
                <a:gd name="T40" fmla="*/ 8 w 3485"/>
                <a:gd name="T41" fmla="*/ 26 h 3490"/>
                <a:gd name="T42" fmla="*/ 7 w 3485"/>
                <a:gd name="T43" fmla="*/ 24 h 3490"/>
                <a:gd name="T44" fmla="*/ 7 w 3485"/>
                <a:gd name="T45" fmla="*/ 22 h 3490"/>
                <a:gd name="T46" fmla="*/ 8 w 3485"/>
                <a:gd name="T47" fmla="*/ 20 h 3490"/>
                <a:gd name="T48" fmla="*/ 20 w 3485"/>
                <a:gd name="T49" fmla="*/ 21 h 3490"/>
                <a:gd name="T50" fmla="*/ 21 w 3485"/>
                <a:gd name="T51" fmla="*/ 23 h 3490"/>
                <a:gd name="T52" fmla="*/ 21 w 3485"/>
                <a:gd name="T53" fmla="*/ 26 h 3490"/>
                <a:gd name="T54" fmla="*/ 20 w 3485"/>
                <a:gd name="T55" fmla="*/ 28 h 3490"/>
                <a:gd name="T56" fmla="*/ 18 w 3485"/>
                <a:gd name="T57" fmla="*/ 28 h 3490"/>
                <a:gd name="T58" fmla="*/ 17 w 3485"/>
                <a:gd name="T59" fmla="*/ 26 h 3490"/>
                <a:gd name="T60" fmla="*/ 17 w 3485"/>
                <a:gd name="T61" fmla="*/ 23 h 3490"/>
                <a:gd name="T62" fmla="*/ 18 w 3485"/>
                <a:gd name="T63" fmla="*/ 21 h 3490"/>
                <a:gd name="T64" fmla="*/ 19 w 3485"/>
                <a:gd name="T65" fmla="*/ 11 h 3490"/>
                <a:gd name="T66" fmla="*/ 20 w 3485"/>
                <a:gd name="T67" fmla="*/ 13 h 3490"/>
                <a:gd name="T68" fmla="*/ 21 w 3485"/>
                <a:gd name="T69" fmla="*/ 15 h 3490"/>
                <a:gd name="T70" fmla="*/ 20 w 3485"/>
                <a:gd name="T71" fmla="*/ 17 h 3490"/>
                <a:gd name="T72" fmla="*/ 18 w 3485"/>
                <a:gd name="T73" fmla="*/ 17 h 3490"/>
                <a:gd name="T74" fmla="*/ 17 w 3485"/>
                <a:gd name="T75" fmla="*/ 16 h 3490"/>
                <a:gd name="T76" fmla="*/ 17 w 3485"/>
                <a:gd name="T77" fmla="*/ 13 h 3490"/>
                <a:gd name="T78" fmla="*/ 18 w 3485"/>
                <a:gd name="T79" fmla="*/ 11 h 3490"/>
                <a:gd name="T80" fmla="*/ 26 w 3485"/>
                <a:gd name="T81" fmla="*/ 7 h 3490"/>
                <a:gd name="T82" fmla="*/ 27 w 3485"/>
                <a:gd name="T83" fmla="*/ 8 h 3490"/>
                <a:gd name="T84" fmla="*/ 27 w 3485"/>
                <a:gd name="T85" fmla="*/ 11 h 3490"/>
                <a:gd name="T86" fmla="*/ 26 w 3485"/>
                <a:gd name="T87" fmla="*/ 13 h 3490"/>
                <a:gd name="T88" fmla="*/ 25 w 3485"/>
                <a:gd name="T89" fmla="*/ 13 h 3490"/>
                <a:gd name="T90" fmla="*/ 24 w 3485"/>
                <a:gd name="T91" fmla="*/ 12 h 3490"/>
                <a:gd name="T92" fmla="*/ 24 w 3485"/>
                <a:gd name="T93" fmla="*/ 9 h 3490"/>
                <a:gd name="T94" fmla="*/ 24 w 3485"/>
                <a:gd name="T95" fmla="*/ 7 h 3490"/>
                <a:gd name="T96" fmla="*/ 26 w 3485"/>
                <a:gd name="T97" fmla="*/ 17 h 3490"/>
                <a:gd name="T98" fmla="*/ 27 w 3485"/>
                <a:gd name="T99" fmla="*/ 18 h 3490"/>
                <a:gd name="T100" fmla="*/ 28 w 3485"/>
                <a:gd name="T101" fmla="*/ 21 h 3490"/>
                <a:gd name="T102" fmla="*/ 27 w 3485"/>
                <a:gd name="T103" fmla="*/ 23 h 3490"/>
                <a:gd name="T104" fmla="*/ 26 w 3485"/>
                <a:gd name="T105" fmla="*/ 24 h 3490"/>
                <a:gd name="T106" fmla="*/ 24 w 3485"/>
                <a:gd name="T107" fmla="*/ 23 h 3490"/>
                <a:gd name="T108" fmla="*/ 24 w 3485"/>
                <a:gd name="T109" fmla="*/ 20 h 3490"/>
                <a:gd name="T110" fmla="*/ 25 w 3485"/>
                <a:gd name="T111" fmla="*/ 18 h 3490"/>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w 3485"/>
                <a:gd name="T169" fmla="*/ 0 h 3490"/>
                <a:gd name="T170" fmla="*/ 3485 w 3485"/>
                <a:gd name="T171" fmla="*/ 3490 h 3490"/>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T168" t="T169" r="T170" b="T171"/>
              <a:pathLst>
                <a:path w="3485" h="3490">
                  <a:moveTo>
                    <a:pt x="1754" y="0"/>
                  </a:moveTo>
                  <a:lnTo>
                    <a:pt x="1797" y="2"/>
                  </a:lnTo>
                  <a:lnTo>
                    <a:pt x="1840" y="5"/>
                  </a:lnTo>
                  <a:lnTo>
                    <a:pt x="1881" y="12"/>
                  </a:lnTo>
                  <a:lnTo>
                    <a:pt x="1921" y="20"/>
                  </a:lnTo>
                  <a:lnTo>
                    <a:pt x="1959" y="31"/>
                  </a:lnTo>
                  <a:lnTo>
                    <a:pt x="1994" y="44"/>
                  </a:lnTo>
                  <a:lnTo>
                    <a:pt x="2028" y="59"/>
                  </a:lnTo>
                  <a:lnTo>
                    <a:pt x="2058" y="74"/>
                  </a:lnTo>
                  <a:lnTo>
                    <a:pt x="2086" y="93"/>
                  </a:lnTo>
                  <a:lnTo>
                    <a:pt x="2111" y="113"/>
                  </a:lnTo>
                  <a:lnTo>
                    <a:pt x="2132" y="133"/>
                  </a:lnTo>
                  <a:lnTo>
                    <a:pt x="2151" y="155"/>
                  </a:lnTo>
                  <a:lnTo>
                    <a:pt x="2165" y="179"/>
                  </a:lnTo>
                  <a:lnTo>
                    <a:pt x="2175" y="203"/>
                  </a:lnTo>
                  <a:lnTo>
                    <a:pt x="2182" y="229"/>
                  </a:lnTo>
                  <a:lnTo>
                    <a:pt x="2185" y="255"/>
                  </a:lnTo>
                  <a:lnTo>
                    <a:pt x="2182" y="281"/>
                  </a:lnTo>
                  <a:lnTo>
                    <a:pt x="2175" y="305"/>
                  </a:lnTo>
                  <a:lnTo>
                    <a:pt x="2165" y="330"/>
                  </a:lnTo>
                  <a:lnTo>
                    <a:pt x="2151" y="353"/>
                  </a:lnTo>
                  <a:lnTo>
                    <a:pt x="2132" y="376"/>
                  </a:lnTo>
                  <a:lnTo>
                    <a:pt x="2111" y="397"/>
                  </a:lnTo>
                  <a:lnTo>
                    <a:pt x="2086" y="417"/>
                  </a:lnTo>
                  <a:lnTo>
                    <a:pt x="2058" y="434"/>
                  </a:lnTo>
                  <a:lnTo>
                    <a:pt x="2028" y="451"/>
                  </a:lnTo>
                  <a:lnTo>
                    <a:pt x="1994" y="466"/>
                  </a:lnTo>
                  <a:lnTo>
                    <a:pt x="1959" y="479"/>
                  </a:lnTo>
                  <a:lnTo>
                    <a:pt x="1921" y="489"/>
                  </a:lnTo>
                  <a:lnTo>
                    <a:pt x="1881" y="498"/>
                  </a:lnTo>
                  <a:lnTo>
                    <a:pt x="1840" y="505"/>
                  </a:lnTo>
                  <a:lnTo>
                    <a:pt x="1797" y="508"/>
                  </a:lnTo>
                  <a:lnTo>
                    <a:pt x="1754" y="509"/>
                  </a:lnTo>
                  <a:lnTo>
                    <a:pt x="1710" y="508"/>
                  </a:lnTo>
                  <a:lnTo>
                    <a:pt x="1667" y="505"/>
                  </a:lnTo>
                  <a:lnTo>
                    <a:pt x="1626" y="498"/>
                  </a:lnTo>
                  <a:lnTo>
                    <a:pt x="1586" y="489"/>
                  </a:lnTo>
                  <a:lnTo>
                    <a:pt x="1548" y="479"/>
                  </a:lnTo>
                  <a:lnTo>
                    <a:pt x="1512" y="466"/>
                  </a:lnTo>
                  <a:lnTo>
                    <a:pt x="1479" y="451"/>
                  </a:lnTo>
                  <a:lnTo>
                    <a:pt x="1449" y="434"/>
                  </a:lnTo>
                  <a:lnTo>
                    <a:pt x="1421" y="417"/>
                  </a:lnTo>
                  <a:lnTo>
                    <a:pt x="1395" y="397"/>
                  </a:lnTo>
                  <a:lnTo>
                    <a:pt x="1374" y="376"/>
                  </a:lnTo>
                  <a:lnTo>
                    <a:pt x="1355" y="353"/>
                  </a:lnTo>
                  <a:lnTo>
                    <a:pt x="1341" y="330"/>
                  </a:lnTo>
                  <a:lnTo>
                    <a:pt x="1331" y="305"/>
                  </a:lnTo>
                  <a:lnTo>
                    <a:pt x="1324" y="281"/>
                  </a:lnTo>
                  <a:lnTo>
                    <a:pt x="1321" y="255"/>
                  </a:lnTo>
                  <a:lnTo>
                    <a:pt x="1324" y="229"/>
                  </a:lnTo>
                  <a:lnTo>
                    <a:pt x="1331" y="203"/>
                  </a:lnTo>
                  <a:lnTo>
                    <a:pt x="1341" y="179"/>
                  </a:lnTo>
                  <a:lnTo>
                    <a:pt x="1355" y="155"/>
                  </a:lnTo>
                  <a:lnTo>
                    <a:pt x="1374" y="133"/>
                  </a:lnTo>
                  <a:lnTo>
                    <a:pt x="1395" y="113"/>
                  </a:lnTo>
                  <a:lnTo>
                    <a:pt x="1421" y="93"/>
                  </a:lnTo>
                  <a:lnTo>
                    <a:pt x="1449" y="74"/>
                  </a:lnTo>
                  <a:lnTo>
                    <a:pt x="1479" y="59"/>
                  </a:lnTo>
                  <a:lnTo>
                    <a:pt x="1512" y="44"/>
                  </a:lnTo>
                  <a:lnTo>
                    <a:pt x="1548" y="31"/>
                  </a:lnTo>
                  <a:lnTo>
                    <a:pt x="1586" y="20"/>
                  </a:lnTo>
                  <a:lnTo>
                    <a:pt x="1626" y="12"/>
                  </a:lnTo>
                  <a:lnTo>
                    <a:pt x="1667" y="5"/>
                  </a:lnTo>
                  <a:lnTo>
                    <a:pt x="1710" y="2"/>
                  </a:lnTo>
                  <a:lnTo>
                    <a:pt x="1754" y="0"/>
                  </a:lnTo>
                  <a:close/>
                  <a:moveTo>
                    <a:pt x="239" y="786"/>
                  </a:moveTo>
                  <a:lnTo>
                    <a:pt x="263" y="788"/>
                  </a:lnTo>
                  <a:lnTo>
                    <a:pt x="287" y="794"/>
                  </a:lnTo>
                  <a:lnTo>
                    <a:pt x="309" y="805"/>
                  </a:lnTo>
                  <a:lnTo>
                    <a:pt x="331" y="819"/>
                  </a:lnTo>
                  <a:lnTo>
                    <a:pt x="352" y="836"/>
                  </a:lnTo>
                  <a:lnTo>
                    <a:pt x="372" y="857"/>
                  </a:lnTo>
                  <a:lnTo>
                    <a:pt x="390" y="882"/>
                  </a:lnTo>
                  <a:lnTo>
                    <a:pt x="407" y="909"/>
                  </a:lnTo>
                  <a:lnTo>
                    <a:pt x="423" y="940"/>
                  </a:lnTo>
                  <a:lnTo>
                    <a:pt x="437" y="971"/>
                  </a:lnTo>
                  <a:lnTo>
                    <a:pt x="448" y="1006"/>
                  </a:lnTo>
                  <a:lnTo>
                    <a:pt x="459" y="1043"/>
                  </a:lnTo>
                  <a:lnTo>
                    <a:pt x="467" y="1081"/>
                  </a:lnTo>
                  <a:lnTo>
                    <a:pt x="473" y="1121"/>
                  </a:lnTo>
                  <a:lnTo>
                    <a:pt x="476" y="1163"/>
                  </a:lnTo>
                  <a:lnTo>
                    <a:pt x="478" y="1206"/>
                  </a:lnTo>
                  <a:lnTo>
                    <a:pt x="476" y="1248"/>
                  </a:lnTo>
                  <a:lnTo>
                    <a:pt x="473" y="1290"/>
                  </a:lnTo>
                  <a:lnTo>
                    <a:pt x="467" y="1330"/>
                  </a:lnTo>
                  <a:lnTo>
                    <a:pt x="459" y="1367"/>
                  </a:lnTo>
                  <a:lnTo>
                    <a:pt x="448" y="1405"/>
                  </a:lnTo>
                  <a:lnTo>
                    <a:pt x="437" y="1439"/>
                  </a:lnTo>
                  <a:lnTo>
                    <a:pt x="423" y="1472"/>
                  </a:lnTo>
                  <a:lnTo>
                    <a:pt x="407" y="1501"/>
                  </a:lnTo>
                  <a:lnTo>
                    <a:pt x="390" y="1528"/>
                  </a:lnTo>
                  <a:lnTo>
                    <a:pt x="372" y="1553"/>
                  </a:lnTo>
                  <a:lnTo>
                    <a:pt x="352" y="1574"/>
                  </a:lnTo>
                  <a:lnTo>
                    <a:pt x="331" y="1591"/>
                  </a:lnTo>
                  <a:lnTo>
                    <a:pt x="309" y="1605"/>
                  </a:lnTo>
                  <a:lnTo>
                    <a:pt x="287" y="1616"/>
                  </a:lnTo>
                  <a:lnTo>
                    <a:pt x="263" y="1622"/>
                  </a:lnTo>
                  <a:lnTo>
                    <a:pt x="239" y="1624"/>
                  </a:lnTo>
                  <a:lnTo>
                    <a:pt x="214" y="1622"/>
                  </a:lnTo>
                  <a:lnTo>
                    <a:pt x="191" y="1616"/>
                  </a:lnTo>
                  <a:lnTo>
                    <a:pt x="168" y="1605"/>
                  </a:lnTo>
                  <a:lnTo>
                    <a:pt x="146" y="1591"/>
                  </a:lnTo>
                  <a:lnTo>
                    <a:pt x="125" y="1574"/>
                  </a:lnTo>
                  <a:lnTo>
                    <a:pt x="105" y="1553"/>
                  </a:lnTo>
                  <a:lnTo>
                    <a:pt x="87" y="1528"/>
                  </a:lnTo>
                  <a:lnTo>
                    <a:pt x="70" y="1501"/>
                  </a:lnTo>
                  <a:lnTo>
                    <a:pt x="55" y="1472"/>
                  </a:lnTo>
                  <a:lnTo>
                    <a:pt x="41" y="1439"/>
                  </a:lnTo>
                  <a:lnTo>
                    <a:pt x="29" y="1405"/>
                  </a:lnTo>
                  <a:lnTo>
                    <a:pt x="18" y="1367"/>
                  </a:lnTo>
                  <a:lnTo>
                    <a:pt x="10" y="1330"/>
                  </a:lnTo>
                  <a:lnTo>
                    <a:pt x="4" y="1290"/>
                  </a:lnTo>
                  <a:lnTo>
                    <a:pt x="1" y="1248"/>
                  </a:lnTo>
                  <a:lnTo>
                    <a:pt x="0" y="1206"/>
                  </a:lnTo>
                  <a:lnTo>
                    <a:pt x="1" y="1163"/>
                  </a:lnTo>
                  <a:lnTo>
                    <a:pt x="4" y="1121"/>
                  </a:lnTo>
                  <a:lnTo>
                    <a:pt x="10" y="1081"/>
                  </a:lnTo>
                  <a:lnTo>
                    <a:pt x="18" y="1043"/>
                  </a:lnTo>
                  <a:lnTo>
                    <a:pt x="29" y="1006"/>
                  </a:lnTo>
                  <a:lnTo>
                    <a:pt x="41" y="971"/>
                  </a:lnTo>
                  <a:lnTo>
                    <a:pt x="55" y="940"/>
                  </a:lnTo>
                  <a:lnTo>
                    <a:pt x="70" y="909"/>
                  </a:lnTo>
                  <a:lnTo>
                    <a:pt x="87" y="882"/>
                  </a:lnTo>
                  <a:lnTo>
                    <a:pt x="105" y="857"/>
                  </a:lnTo>
                  <a:lnTo>
                    <a:pt x="125" y="836"/>
                  </a:lnTo>
                  <a:lnTo>
                    <a:pt x="146" y="819"/>
                  </a:lnTo>
                  <a:lnTo>
                    <a:pt x="168" y="805"/>
                  </a:lnTo>
                  <a:lnTo>
                    <a:pt x="191" y="794"/>
                  </a:lnTo>
                  <a:lnTo>
                    <a:pt x="214" y="788"/>
                  </a:lnTo>
                  <a:lnTo>
                    <a:pt x="239" y="786"/>
                  </a:lnTo>
                  <a:close/>
                  <a:moveTo>
                    <a:pt x="1119" y="2495"/>
                  </a:moveTo>
                  <a:lnTo>
                    <a:pt x="1143" y="2498"/>
                  </a:lnTo>
                  <a:lnTo>
                    <a:pt x="1167" y="2504"/>
                  </a:lnTo>
                  <a:lnTo>
                    <a:pt x="1190" y="2514"/>
                  </a:lnTo>
                  <a:lnTo>
                    <a:pt x="1211" y="2528"/>
                  </a:lnTo>
                  <a:lnTo>
                    <a:pt x="1232" y="2546"/>
                  </a:lnTo>
                  <a:lnTo>
                    <a:pt x="1252" y="2567"/>
                  </a:lnTo>
                  <a:lnTo>
                    <a:pt x="1271" y="2592"/>
                  </a:lnTo>
                  <a:lnTo>
                    <a:pt x="1288" y="2618"/>
                  </a:lnTo>
                  <a:lnTo>
                    <a:pt x="1304" y="2648"/>
                  </a:lnTo>
                  <a:lnTo>
                    <a:pt x="1318" y="2681"/>
                  </a:lnTo>
                  <a:lnTo>
                    <a:pt x="1329" y="2715"/>
                  </a:lnTo>
                  <a:lnTo>
                    <a:pt x="1340" y="2752"/>
                  </a:lnTo>
                  <a:lnTo>
                    <a:pt x="1348" y="2790"/>
                  </a:lnTo>
                  <a:lnTo>
                    <a:pt x="1354" y="2830"/>
                  </a:lnTo>
                  <a:lnTo>
                    <a:pt x="1358" y="2872"/>
                  </a:lnTo>
                  <a:lnTo>
                    <a:pt x="1359" y="2914"/>
                  </a:lnTo>
                  <a:lnTo>
                    <a:pt x="1358" y="2956"/>
                  </a:lnTo>
                  <a:lnTo>
                    <a:pt x="1354" y="2998"/>
                  </a:lnTo>
                  <a:lnTo>
                    <a:pt x="1348" y="3038"/>
                  </a:lnTo>
                  <a:lnTo>
                    <a:pt x="1340" y="3077"/>
                  </a:lnTo>
                  <a:lnTo>
                    <a:pt x="1329" y="3113"/>
                  </a:lnTo>
                  <a:lnTo>
                    <a:pt x="1318" y="3147"/>
                  </a:lnTo>
                  <a:lnTo>
                    <a:pt x="1304" y="3180"/>
                  </a:lnTo>
                  <a:lnTo>
                    <a:pt x="1288" y="3209"/>
                  </a:lnTo>
                  <a:lnTo>
                    <a:pt x="1271" y="3238"/>
                  </a:lnTo>
                  <a:lnTo>
                    <a:pt x="1252" y="3261"/>
                  </a:lnTo>
                  <a:lnTo>
                    <a:pt x="1232" y="3282"/>
                  </a:lnTo>
                  <a:lnTo>
                    <a:pt x="1211" y="3301"/>
                  </a:lnTo>
                  <a:lnTo>
                    <a:pt x="1190" y="3315"/>
                  </a:lnTo>
                  <a:lnTo>
                    <a:pt x="1167" y="3325"/>
                  </a:lnTo>
                  <a:lnTo>
                    <a:pt x="1143" y="3331"/>
                  </a:lnTo>
                  <a:lnTo>
                    <a:pt x="1119" y="3334"/>
                  </a:lnTo>
                  <a:lnTo>
                    <a:pt x="1094" y="3331"/>
                  </a:lnTo>
                  <a:lnTo>
                    <a:pt x="1070" y="3325"/>
                  </a:lnTo>
                  <a:lnTo>
                    <a:pt x="1048" y="3315"/>
                  </a:lnTo>
                  <a:lnTo>
                    <a:pt x="1026" y="3301"/>
                  </a:lnTo>
                  <a:lnTo>
                    <a:pt x="1005" y="3282"/>
                  </a:lnTo>
                  <a:lnTo>
                    <a:pt x="985" y="3261"/>
                  </a:lnTo>
                  <a:lnTo>
                    <a:pt x="967" y="3238"/>
                  </a:lnTo>
                  <a:lnTo>
                    <a:pt x="950" y="3209"/>
                  </a:lnTo>
                  <a:lnTo>
                    <a:pt x="935" y="3180"/>
                  </a:lnTo>
                  <a:lnTo>
                    <a:pt x="921" y="3147"/>
                  </a:lnTo>
                  <a:lnTo>
                    <a:pt x="909" y="3113"/>
                  </a:lnTo>
                  <a:lnTo>
                    <a:pt x="898" y="3077"/>
                  </a:lnTo>
                  <a:lnTo>
                    <a:pt x="890" y="3038"/>
                  </a:lnTo>
                  <a:lnTo>
                    <a:pt x="884" y="2998"/>
                  </a:lnTo>
                  <a:lnTo>
                    <a:pt x="881" y="2956"/>
                  </a:lnTo>
                  <a:lnTo>
                    <a:pt x="880" y="2914"/>
                  </a:lnTo>
                  <a:lnTo>
                    <a:pt x="881" y="2872"/>
                  </a:lnTo>
                  <a:lnTo>
                    <a:pt x="884" y="2830"/>
                  </a:lnTo>
                  <a:lnTo>
                    <a:pt x="890" y="2790"/>
                  </a:lnTo>
                  <a:lnTo>
                    <a:pt x="898" y="2752"/>
                  </a:lnTo>
                  <a:lnTo>
                    <a:pt x="909" y="2715"/>
                  </a:lnTo>
                  <a:lnTo>
                    <a:pt x="921" y="2681"/>
                  </a:lnTo>
                  <a:lnTo>
                    <a:pt x="935" y="2648"/>
                  </a:lnTo>
                  <a:lnTo>
                    <a:pt x="950" y="2618"/>
                  </a:lnTo>
                  <a:lnTo>
                    <a:pt x="967" y="2592"/>
                  </a:lnTo>
                  <a:lnTo>
                    <a:pt x="985" y="2567"/>
                  </a:lnTo>
                  <a:lnTo>
                    <a:pt x="1005" y="2546"/>
                  </a:lnTo>
                  <a:lnTo>
                    <a:pt x="1026" y="2528"/>
                  </a:lnTo>
                  <a:lnTo>
                    <a:pt x="1048" y="2514"/>
                  </a:lnTo>
                  <a:lnTo>
                    <a:pt x="1070" y="2504"/>
                  </a:lnTo>
                  <a:lnTo>
                    <a:pt x="1094" y="2498"/>
                  </a:lnTo>
                  <a:lnTo>
                    <a:pt x="1119" y="2495"/>
                  </a:lnTo>
                  <a:close/>
                  <a:moveTo>
                    <a:pt x="2380" y="2651"/>
                  </a:moveTo>
                  <a:lnTo>
                    <a:pt x="2405" y="2654"/>
                  </a:lnTo>
                  <a:lnTo>
                    <a:pt x="2428" y="2660"/>
                  </a:lnTo>
                  <a:lnTo>
                    <a:pt x="2452" y="2670"/>
                  </a:lnTo>
                  <a:lnTo>
                    <a:pt x="2473" y="2684"/>
                  </a:lnTo>
                  <a:lnTo>
                    <a:pt x="2494" y="2703"/>
                  </a:lnTo>
                  <a:lnTo>
                    <a:pt x="2514" y="2724"/>
                  </a:lnTo>
                  <a:lnTo>
                    <a:pt x="2533" y="2747"/>
                  </a:lnTo>
                  <a:lnTo>
                    <a:pt x="2550" y="2774"/>
                  </a:lnTo>
                  <a:lnTo>
                    <a:pt x="2565" y="2805"/>
                  </a:lnTo>
                  <a:lnTo>
                    <a:pt x="2580" y="2838"/>
                  </a:lnTo>
                  <a:lnTo>
                    <a:pt x="2591" y="2872"/>
                  </a:lnTo>
                  <a:lnTo>
                    <a:pt x="2602" y="2908"/>
                  </a:lnTo>
                  <a:lnTo>
                    <a:pt x="2610" y="2947"/>
                  </a:lnTo>
                  <a:lnTo>
                    <a:pt x="2616" y="2987"/>
                  </a:lnTo>
                  <a:lnTo>
                    <a:pt x="2619" y="3029"/>
                  </a:lnTo>
                  <a:lnTo>
                    <a:pt x="2621" y="3071"/>
                  </a:lnTo>
                  <a:lnTo>
                    <a:pt x="2619" y="3113"/>
                  </a:lnTo>
                  <a:lnTo>
                    <a:pt x="2616" y="3155"/>
                  </a:lnTo>
                  <a:lnTo>
                    <a:pt x="2610" y="3195"/>
                  </a:lnTo>
                  <a:lnTo>
                    <a:pt x="2602" y="3233"/>
                  </a:lnTo>
                  <a:lnTo>
                    <a:pt x="2591" y="3270"/>
                  </a:lnTo>
                  <a:lnTo>
                    <a:pt x="2580" y="3304"/>
                  </a:lnTo>
                  <a:lnTo>
                    <a:pt x="2565" y="3337"/>
                  </a:lnTo>
                  <a:lnTo>
                    <a:pt x="2550" y="3367"/>
                  </a:lnTo>
                  <a:lnTo>
                    <a:pt x="2533" y="3393"/>
                  </a:lnTo>
                  <a:lnTo>
                    <a:pt x="2514" y="3418"/>
                  </a:lnTo>
                  <a:lnTo>
                    <a:pt x="2494" y="3439"/>
                  </a:lnTo>
                  <a:lnTo>
                    <a:pt x="2473" y="3457"/>
                  </a:lnTo>
                  <a:lnTo>
                    <a:pt x="2452" y="3471"/>
                  </a:lnTo>
                  <a:lnTo>
                    <a:pt x="2428" y="3481"/>
                  </a:lnTo>
                  <a:lnTo>
                    <a:pt x="2405" y="3487"/>
                  </a:lnTo>
                  <a:lnTo>
                    <a:pt x="2380" y="3490"/>
                  </a:lnTo>
                  <a:lnTo>
                    <a:pt x="2356" y="3487"/>
                  </a:lnTo>
                  <a:lnTo>
                    <a:pt x="2332" y="3481"/>
                  </a:lnTo>
                  <a:lnTo>
                    <a:pt x="2310" y="3471"/>
                  </a:lnTo>
                  <a:lnTo>
                    <a:pt x="2288" y="3457"/>
                  </a:lnTo>
                  <a:lnTo>
                    <a:pt x="2267" y="3439"/>
                  </a:lnTo>
                  <a:lnTo>
                    <a:pt x="2248" y="3418"/>
                  </a:lnTo>
                  <a:lnTo>
                    <a:pt x="2229" y="3393"/>
                  </a:lnTo>
                  <a:lnTo>
                    <a:pt x="2212" y="3367"/>
                  </a:lnTo>
                  <a:lnTo>
                    <a:pt x="2196" y="3337"/>
                  </a:lnTo>
                  <a:lnTo>
                    <a:pt x="2182" y="3304"/>
                  </a:lnTo>
                  <a:lnTo>
                    <a:pt x="2171" y="3270"/>
                  </a:lnTo>
                  <a:lnTo>
                    <a:pt x="2160" y="3233"/>
                  </a:lnTo>
                  <a:lnTo>
                    <a:pt x="2152" y="3195"/>
                  </a:lnTo>
                  <a:lnTo>
                    <a:pt x="2146" y="3155"/>
                  </a:lnTo>
                  <a:lnTo>
                    <a:pt x="2142" y="3113"/>
                  </a:lnTo>
                  <a:lnTo>
                    <a:pt x="2141" y="3071"/>
                  </a:lnTo>
                  <a:lnTo>
                    <a:pt x="2142" y="3029"/>
                  </a:lnTo>
                  <a:lnTo>
                    <a:pt x="2146" y="2987"/>
                  </a:lnTo>
                  <a:lnTo>
                    <a:pt x="2152" y="2947"/>
                  </a:lnTo>
                  <a:lnTo>
                    <a:pt x="2160" y="2908"/>
                  </a:lnTo>
                  <a:lnTo>
                    <a:pt x="2171" y="2872"/>
                  </a:lnTo>
                  <a:lnTo>
                    <a:pt x="2182" y="2838"/>
                  </a:lnTo>
                  <a:lnTo>
                    <a:pt x="2196" y="2805"/>
                  </a:lnTo>
                  <a:lnTo>
                    <a:pt x="2212" y="2774"/>
                  </a:lnTo>
                  <a:lnTo>
                    <a:pt x="2229" y="2747"/>
                  </a:lnTo>
                  <a:lnTo>
                    <a:pt x="2248" y="2724"/>
                  </a:lnTo>
                  <a:lnTo>
                    <a:pt x="2267" y="2703"/>
                  </a:lnTo>
                  <a:lnTo>
                    <a:pt x="2288" y="2684"/>
                  </a:lnTo>
                  <a:lnTo>
                    <a:pt x="2310" y="2670"/>
                  </a:lnTo>
                  <a:lnTo>
                    <a:pt x="2332" y="2660"/>
                  </a:lnTo>
                  <a:lnTo>
                    <a:pt x="2356" y="2654"/>
                  </a:lnTo>
                  <a:lnTo>
                    <a:pt x="2380" y="2651"/>
                  </a:lnTo>
                  <a:close/>
                  <a:moveTo>
                    <a:pt x="2342" y="1355"/>
                  </a:moveTo>
                  <a:lnTo>
                    <a:pt x="2366" y="1357"/>
                  </a:lnTo>
                  <a:lnTo>
                    <a:pt x="2390" y="1363"/>
                  </a:lnTo>
                  <a:lnTo>
                    <a:pt x="2412" y="1373"/>
                  </a:lnTo>
                  <a:lnTo>
                    <a:pt x="2434" y="1387"/>
                  </a:lnTo>
                  <a:lnTo>
                    <a:pt x="2455" y="1405"/>
                  </a:lnTo>
                  <a:lnTo>
                    <a:pt x="2475" y="1426"/>
                  </a:lnTo>
                  <a:lnTo>
                    <a:pt x="2493" y="1451"/>
                  </a:lnTo>
                  <a:lnTo>
                    <a:pt x="2510" y="1478"/>
                  </a:lnTo>
                  <a:lnTo>
                    <a:pt x="2526" y="1507"/>
                  </a:lnTo>
                  <a:lnTo>
                    <a:pt x="2540" y="1540"/>
                  </a:lnTo>
                  <a:lnTo>
                    <a:pt x="2551" y="1574"/>
                  </a:lnTo>
                  <a:lnTo>
                    <a:pt x="2562" y="1611"/>
                  </a:lnTo>
                  <a:lnTo>
                    <a:pt x="2570" y="1649"/>
                  </a:lnTo>
                  <a:lnTo>
                    <a:pt x="2576" y="1689"/>
                  </a:lnTo>
                  <a:lnTo>
                    <a:pt x="2580" y="1731"/>
                  </a:lnTo>
                  <a:lnTo>
                    <a:pt x="2581" y="1773"/>
                  </a:lnTo>
                  <a:lnTo>
                    <a:pt x="2580" y="1815"/>
                  </a:lnTo>
                  <a:lnTo>
                    <a:pt x="2576" y="1858"/>
                  </a:lnTo>
                  <a:lnTo>
                    <a:pt x="2570" y="1897"/>
                  </a:lnTo>
                  <a:lnTo>
                    <a:pt x="2562" y="1936"/>
                  </a:lnTo>
                  <a:lnTo>
                    <a:pt x="2551" y="1972"/>
                  </a:lnTo>
                  <a:lnTo>
                    <a:pt x="2540" y="2008"/>
                  </a:lnTo>
                  <a:lnTo>
                    <a:pt x="2526" y="2039"/>
                  </a:lnTo>
                  <a:lnTo>
                    <a:pt x="2510" y="2070"/>
                  </a:lnTo>
                  <a:lnTo>
                    <a:pt x="2493" y="2097"/>
                  </a:lnTo>
                  <a:lnTo>
                    <a:pt x="2475" y="2121"/>
                  </a:lnTo>
                  <a:lnTo>
                    <a:pt x="2455" y="2142"/>
                  </a:lnTo>
                  <a:lnTo>
                    <a:pt x="2434" y="2160"/>
                  </a:lnTo>
                  <a:lnTo>
                    <a:pt x="2412" y="2174"/>
                  </a:lnTo>
                  <a:lnTo>
                    <a:pt x="2390" y="2185"/>
                  </a:lnTo>
                  <a:lnTo>
                    <a:pt x="2366" y="2191"/>
                  </a:lnTo>
                  <a:lnTo>
                    <a:pt x="2342" y="2193"/>
                  </a:lnTo>
                  <a:lnTo>
                    <a:pt x="2317" y="2191"/>
                  </a:lnTo>
                  <a:lnTo>
                    <a:pt x="2294" y="2185"/>
                  </a:lnTo>
                  <a:lnTo>
                    <a:pt x="2270" y="2174"/>
                  </a:lnTo>
                  <a:lnTo>
                    <a:pt x="2249" y="2160"/>
                  </a:lnTo>
                  <a:lnTo>
                    <a:pt x="2228" y="2142"/>
                  </a:lnTo>
                  <a:lnTo>
                    <a:pt x="2208" y="2121"/>
                  </a:lnTo>
                  <a:lnTo>
                    <a:pt x="2189" y="2097"/>
                  </a:lnTo>
                  <a:lnTo>
                    <a:pt x="2173" y="2070"/>
                  </a:lnTo>
                  <a:lnTo>
                    <a:pt x="2157" y="2039"/>
                  </a:lnTo>
                  <a:lnTo>
                    <a:pt x="2142" y="2008"/>
                  </a:lnTo>
                  <a:lnTo>
                    <a:pt x="2131" y="1972"/>
                  </a:lnTo>
                  <a:lnTo>
                    <a:pt x="2120" y="1936"/>
                  </a:lnTo>
                  <a:lnTo>
                    <a:pt x="2112" y="1897"/>
                  </a:lnTo>
                  <a:lnTo>
                    <a:pt x="2106" y="1858"/>
                  </a:lnTo>
                  <a:lnTo>
                    <a:pt x="2103" y="1815"/>
                  </a:lnTo>
                  <a:lnTo>
                    <a:pt x="2101" y="1773"/>
                  </a:lnTo>
                  <a:lnTo>
                    <a:pt x="2103" y="1731"/>
                  </a:lnTo>
                  <a:lnTo>
                    <a:pt x="2106" y="1689"/>
                  </a:lnTo>
                  <a:lnTo>
                    <a:pt x="2112" y="1649"/>
                  </a:lnTo>
                  <a:lnTo>
                    <a:pt x="2120" y="1611"/>
                  </a:lnTo>
                  <a:lnTo>
                    <a:pt x="2131" y="1574"/>
                  </a:lnTo>
                  <a:lnTo>
                    <a:pt x="2142" y="1540"/>
                  </a:lnTo>
                  <a:lnTo>
                    <a:pt x="2157" y="1507"/>
                  </a:lnTo>
                  <a:lnTo>
                    <a:pt x="2173" y="1478"/>
                  </a:lnTo>
                  <a:lnTo>
                    <a:pt x="2189" y="1451"/>
                  </a:lnTo>
                  <a:lnTo>
                    <a:pt x="2208" y="1426"/>
                  </a:lnTo>
                  <a:lnTo>
                    <a:pt x="2228" y="1405"/>
                  </a:lnTo>
                  <a:lnTo>
                    <a:pt x="2249" y="1387"/>
                  </a:lnTo>
                  <a:lnTo>
                    <a:pt x="2270" y="1373"/>
                  </a:lnTo>
                  <a:lnTo>
                    <a:pt x="2294" y="1363"/>
                  </a:lnTo>
                  <a:lnTo>
                    <a:pt x="2317" y="1357"/>
                  </a:lnTo>
                  <a:lnTo>
                    <a:pt x="2342" y="1355"/>
                  </a:lnTo>
                  <a:close/>
                  <a:moveTo>
                    <a:pt x="3179" y="819"/>
                  </a:moveTo>
                  <a:lnTo>
                    <a:pt x="3204" y="821"/>
                  </a:lnTo>
                  <a:lnTo>
                    <a:pt x="3227" y="827"/>
                  </a:lnTo>
                  <a:lnTo>
                    <a:pt x="3250" y="838"/>
                  </a:lnTo>
                  <a:lnTo>
                    <a:pt x="3272" y="852"/>
                  </a:lnTo>
                  <a:lnTo>
                    <a:pt x="3293" y="869"/>
                  </a:lnTo>
                  <a:lnTo>
                    <a:pt x="3312" y="890"/>
                  </a:lnTo>
                  <a:lnTo>
                    <a:pt x="3331" y="915"/>
                  </a:lnTo>
                  <a:lnTo>
                    <a:pt x="3348" y="942"/>
                  </a:lnTo>
                  <a:lnTo>
                    <a:pt x="3363" y="971"/>
                  </a:lnTo>
                  <a:lnTo>
                    <a:pt x="3377" y="1004"/>
                  </a:lnTo>
                  <a:lnTo>
                    <a:pt x="3389" y="1038"/>
                  </a:lnTo>
                  <a:lnTo>
                    <a:pt x="3400" y="1076"/>
                  </a:lnTo>
                  <a:lnTo>
                    <a:pt x="3408" y="1113"/>
                  </a:lnTo>
                  <a:lnTo>
                    <a:pt x="3414" y="1153"/>
                  </a:lnTo>
                  <a:lnTo>
                    <a:pt x="3417" y="1195"/>
                  </a:lnTo>
                  <a:lnTo>
                    <a:pt x="3418" y="1237"/>
                  </a:lnTo>
                  <a:lnTo>
                    <a:pt x="3417" y="1280"/>
                  </a:lnTo>
                  <a:lnTo>
                    <a:pt x="3414" y="1322"/>
                  </a:lnTo>
                  <a:lnTo>
                    <a:pt x="3408" y="1362"/>
                  </a:lnTo>
                  <a:lnTo>
                    <a:pt x="3400" y="1399"/>
                  </a:lnTo>
                  <a:lnTo>
                    <a:pt x="3389" y="1437"/>
                  </a:lnTo>
                  <a:lnTo>
                    <a:pt x="3377" y="1471"/>
                  </a:lnTo>
                  <a:lnTo>
                    <a:pt x="3363" y="1503"/>
                  </a:lnTo>
                  <a:lnTo>
                    <a:pt x="3348" y="1533"/>
                  </a:lnTo>
                  <a:lnTo>
                    <a:pt x="3331" y="1560"/>
                  </a:lnTo>
                  <a:lnTo>
                    <a:pt x="3312" y="1584"/>
                  </a:lnTo>
                  <a:lnTo>
                    <a:pt x="3293" y="1605"/>
                  </a:lnTo>
                  <a:lnTo>
                    <a:pt x="3272" y="1623"/>
                  </a:lnTo>
                  <a:lnTo>
                    <a:pt x="3250" y="1637"/>
                  </a:lnTo>
                  <a:lnTo>
                    <a:pt x="3227" y="1648"/>
                  </a:lnTo>
                  <a:lnTo>
                    <a:pt x="3204" y="1654"/>
                  </a:lnTo>
                  <a:lnTo>
                    <a:pt x="3179" y="1656"/>
                  </a:lnTo>
                  <a:lnTo>
                    <a:pt x="3155" y="1654"/>
                  </a:lnTo>
                  <a:lnTo>
                    <a:pt x="3131" y="1648"/>
                  </a:lnTo>
                  <a:lnTo>
                    <a:pt x="3108" y="1637"/>
                  </a:lnTo>
                  <a:lnTo>
                    <a:pt x="3087" y="1623"/>
                  </a:lnTo>
                  <a:lnTo>
                    <a:pt x="3066" y="1605"/>
                  </a:lnTo>
                  <a:lnTo>
                    <a:pt x="3046" y="1584"/>
                  </a:lnTo>
                  <a:lnTo>
                    <a:pt x="3027" y="1560"/>
                  </a:lnTo>
                  <a:lnTo>
                    <a:pt x="3011" y="1533"/>
                  </a:lnTo>
                  <a:lnTo>
                    <a:pt x="2994" y="1503"/>
                  </a:lnTo>
                  <a:lnTo>
                    <a:pt x="2980" y="1471"/>
                  </a:lnTo>
                  <a:lnTo>
                    <a:pt x="2968" y="1437"/>
                  </a:lnTo>
                  <a:lnTo>
                    <a:pt x="2958" y="1399"/>
                  </a:lnTo>
                  <a:lnTo>
                    <a:pt x="2950" y="1362"/>
                  </a:lnTo>
                  <a:lnTo>
                    <a:pt x="2944" y="1322"/>
                  </a:lnTo>
                  <a:lnTo>
                    <a:pt x="2940" y="1280"/>
                  </a:lnTo>
                  <a:lnTo>
                    <a:pt x="2939" y="1237"/>
                  </a:lnTo>
                  <a:lnTo>
                    <a:pt x="2940" y="1195"/>
                  </a:lnTo>
                  <a:lnTo>
                    <a:pt x="2944" y="1153"/>
                  </a:lnTo>
                  <a:lnTo>
                    <a:pt x="2950" y="1113"/>
                  </a:lnTo>
                  <a:lnTo>
                    <a:pt x="2958" y="1076"/>
                  </a:lnTo>
                  <a:lnTo>
                    <a:pt x="2968" y="1038"/>
                  </a:lnTo>
                  <a:lnTo>
                    <a:pt x="2980" y="1004"/>
                  </a:lnTo>
                  <a:lnTo>
                    <a:pt x="2994" y="971"/>
                  </a:lnTo>
                  <a:lnTo>
                    <a:pt x="3011" y="942"/>
                  </a:lnTo>
                  <a:lnTo>
                    <a:pt x="3027" y="915"/>
                  </a:lnTo>
                  <a:lnTo>
                    <a:pt x="3046" y="890"/>
                  </a:lnTo>
                  <a:lnTo>
                    <a:pt x="3066" y="869"/>
                  </a:lnTo>
                  <a:lnTo>
                    <a:pt x="3087" y="852"/>
                  </a:lnTo>
                  <a:lnTo>
                    <a:pt x="3108" y="838"/>
                  </a:lnTo>
                  <a:lnTo>
                    <a:pt x="3131" y="827"/>
                  </a:lnTo>
                  <a:lnTo>
                    <a:pt x="3155" y="821"/>
                  </a:lnTo>
                  <a:lnTo>
                    <a:pt x="3179" y="819"/>
                  </a:lnTo>
                  <a:close/>
                  <a:moveTo>
                    <a:pt x="3246" y="2144"/>
                  </a:moveTo>
                  <a:lnTo>
                    <a:pt x="3271" y="2146"/>
                  </a:lnTo>
                  <a:lnTo>
                    <a:pt x="3294" y="2152"/>
                  </a:lnTo>
                  <a:lnTo>
                    <a:pt x="3316" y="2162"/>
                  </a:lnTo>
                  <a:lnTo>
                    <a:pt x="3339" y="2176"/>
                  </a:lnTo>
                  <a:lnTo>
                    <a:pt x="3360" y="2194"/>
                  </a:lnTo>
                  <a:lnTo>
                    <a:pt x="3380" y="2215"/>
                  </a:lnTo>
                  <a:lnTo>
                    <a:pt x="3397" y="2240"/>
                  </a:lnTo>
                  <a:lnTo>
                    <a:pt x="3415" y="2267"/>
                  </a:lnTo>
                  <a:lnTo>
                    <a:pt x="3430" y="2296"/>
                  </a:lnTo>
                  <a:lnTo>
                    <a:pt x="3444" y="2329"/>
                  </a:lnTo>
                  <a:lnTo>
                    <a:pt x="3456" y="2363"/>
                  </a:lnTo>
                  <a:lnTo>
                    <a:pt x="3466" y="2400"/>
                  </a:lnTo>
                  <a:lnTo>
                    <a:pt x="3475" y="2438"/>
                  </a:lnTo>
                  <a:lnTo>
                    <a:pt x="3480" y="2478"/>
                  </a:lnTo>
                  <a:lnTo>
                    <a:pt x="3484" y="2520"/>
                  </a:lnTo>
                  <a:lnTo>
                    <a:pt x="3485" y="2562"/>
                  </a:lnTo>
                  <a:lnTo>
                    <a:pt x="3484" y="2604"/>
                  </a:lnTo>
                  <a:lnTo>
                    <a:pt x="3480" y="2647"/>
                  </a:lnTo>
                  <a:lnTo>
                    <a:pt x="3475" y="2686"/>
                  </a:lnTo>
                  <a:lnTo>
                    <a:pt x="3466" y="2725"/>
                  </a:lnTo>
                  <a:lnTo>
                    <a:pt x="3456" y="2762"/>
                  </a:lnTo>
                  <a:lnTo>
                    <a:pt x="3444" y="2796"/>
                  </a:lnTo>
                  <a:lnTo>
                    <a:pt x="3430" y="2828"/>
                  </a:lnTo>
                  <a:lnTo>
                    <a:pt x="3415" y="2858"/>
                  </a:lnTo>
                  <a:lnTo>
                    <a:pt x="3397" y="2886"/>
                  </a:lnTo>
                  <a:lnTo>
                    <a:pt x="3380" y="2909"/>
                  </a:lnTo>
                  <a:lnTo>
                    <a:pt x="3360" y="2930"/>
                  </a:lnTo>
                  <a:lnTo>
                    <a:pt x="3339" y="2949"/>
                  </a:lnTo>
                  <a:lnTo>
                    <a:pt x="3316" y="2963"/>
                  </a:lnTo>
                  <a:lnTo>
                    <a:pt x="3294" y="2974"/>
                  </a:lnTo>
                  <a:lnTo>
                    <a:pt x="3271" y="2980"/>
                  </a:lnTo>
                  <a:lnTo>
                    <a:pt x="3246" y="2982"/>
                  </a:lnTo>
                  <a:lnTo>
                    <a:pt x="3222" y="2980"/>
                  </a:lnTo>
                  <a:lnTo>
                    <a:pt x="3198" y="2974"/>
                  </a:lnTo>
                  <a:lnTo>
                    <a:pt x="3176" y="2963"/>
                  </a:lnTo>
                  <a:lnTo>
                    <a:pt x="3154" y="2949"/>
                  </a:lnTo>
                  <a:lnTo>
                    <a:pt x="3133" y="2930"/>
                  </a:lnTo>
                  <a:lnTo>
                    <a:pt x="3113" y="2909"/>
                  </a:lnTo>
                  <a:lnTo>
                    <a:pt x="3095" y="2886"/>
                  </a:lnTo>
                  <a:lnTo>
                    <a:pt x="3077" y="2858"/>
                  </a:lnTo>
                  <a:lnTo>
                    <a:pt x="3062" y="2828"/>
                  </a:lnTo>
                  <a:lnTo>
                    <a:pt x="3048" y="2796"/>
                  </a:lnTo>
                  <a:lnTo>
                    <a:pt x="3036" y="2762"/>
                  </a:lnTo>
                  <a:lnTo>
                    <a:pt x="3026" y="2725"/>
                  </a:lnTo>
                  <a:lnTo>
                    <a:pt x="3018" y="2686"/>
                  </a:lnTo>
                  <a:lnTo>
                    <a:pt x="3012" y="2647"/>
                  </a:lnTo>
                  <a:lnTo>
                    <a:pt x="3008" y="2604"/>
                  </a:lnTo>
                  <a:lnTo>
                    <a:pt x="3007" y="2562"/>
                  </a:lnTo>
                  <a:lnTo>
                    <a:pt x="3008" y="2520"/>
                  </a:lnTo>
                  <a:lnTo>
                    <a:pt x="3012" y="2478"/>
                  </a:lnTo>
                  <a:lnTo>
                    <a:pt x="3018" y="2438"/>
                  </a:lnTo>
                  <a:lnTo>
                    <a:pt x="3026" y="2400"/>
                  </a:lnTo>
                  <a:lnTo>
                    <a:pt x="3036" y="2363"/>
                  </a:lnTo>
                  <a:lnTo>
                    <a:pt x="3048" y="2329"/>
                  </a:lnTo>
                  <a:lnTo>
                    <a:pt x="3062" y="2296"/>
                  </a:lnTo>
                  <a:lnTo>
                    <a:pt x="3077" y="2267"/>
                  </a:lnTo>
                  <a:lnTo>
                    <a:pt x="3095" y="2240"/>
                  </a:lnTo>
                  <a:lnTo>
                    <a:pt x="3113" y="2215"/>
                  </a:lnTo>
                  <a:lnTo>
                    <a:pt x="3133" y="2194"/>
                  </a:lnTo>
                  <a:lnTo>
                    <a:pt x="3154" y="2176"/>
                  </a:lnTo>
                  <a:lnTo>
                    <a:pt x="3176" y="2162"/>
                  </a:lnTo>
                  <a:lnTo>
                    <a:pt x="3198" y="2152"/>
                  </a:lnTo>
                  <a:lnTo>
                    <a:pt x="3222" y="2146"/>
                  </a:lnTo>
                  <a:lnTo>
                    <a:pt x="3246" y="214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1474" name="Freeform 48"/>
            <p:cNvSpPr>
              <a:spLocks/>
            </p:cNvSpPr>
            <p:nvPr/>
          </p:nvSpPr>
          <p:spPr bwMode="auto">
            <a:xfrm>
              <a:off x="1267" y="1588"/>
              <a:ext cx="87" cy="52"/>
            </a:xfrm>
            <a:custGeom>
              <a:avLst/>
              <a:gdLst>
                <a:gd name="T0" fmla="*/ 3 w 437"/>
                <a:gd name="T1" fmla="*/ 2 h 260"/>
                <a:gd name="T2" fmla="*/ 3 w 437"/>
                <a:gd name="T3" fmla="*/ 2 h 260"/>
                <a:gd name="T4" fmla="*/ 3 w 437"/>
                <a:gd name="T5" fmla="*/ 2 h 260"/>
                <a:gd name="T6" fmla="*/ 3 w 437"/>
                <a:gd name="T7" fmla="*/ 2 h 260"/>
                <a:gd name="T8" fmla="*/ 3 w 437"/>
                <a:gd name="T9" fmla="*/ 1 h 260"/>
                <a:gd name="T10" fmla="*/ 3 w 437"/>
                <a:gd name="T11" fmla="*/ 1 h 260"/>
                <a:gd name="T12" fmla="*/ 3 w 437"/>
                <a:gd name="T13" fmla="*/ 1 h 260"/>
                <a:gd name="T14" fmla="*/ 3 w 437"/>
                <a:gd name="T15" fmla="*/ 1 h 260"/>
                <a:gd name="T16" fmla="*/ 3 w 437"/>
                <a:gd name="T17" fmla="*/ 1 h 260"/>
                <a:gd name="T18" fmla="*/ 2 w 437"/>
                <a:gd name="T19" fmla="*/ 1 h 260"/>
                <a:gd name="T20" fmla="*/ 2 w 437"/>
                <a:gd name="T21" fmla="*/ 0 h 260"/>
                <a:gd name="T22" fmla="*/ 2 w 437"/>
                <a:gd name="T23" fmla="*/ 0 h 260"/>
                <a:gd name="T24" fmla="*/ 2 w 437"/>
                <a:gd name="T25" fmla="*/ 0 h 260"/>
                <a:gd name="T26" fmla="*/ 1 w 437"/>
                <a:gd name="T27" fmla="*/ 0 h 260"/>
                <a:gd name="T28" fmla="*/ 1 w 437"/>
                <a:gd name="T29" fmla="*/ 0 h 260"/>
                <a:gd name="T30" fmla="*/ 1 w 437"/>
                <a:gd name="T31" fmla="*/ 0 h 260"/>
                <a:gd name="T32" fmla="*/ 0 w 437"/>
                <a:gd name="T33" fmla="*/ 0 h 260"/>
                <a:gd name="T34" fmla="*/ 0 w 437"/>
                <a:gd name="T35" fmla="*/ 0 h 260"/>
                <a:gd name="T36" fmla="*/ 0 w 437"/>
                <a:gd name="T37" fmla="*/ 0 h 260"/>
                <a:gd name="T38" fmla="*/ 0 w 437"/>
                <a:gd name="T39" fmla="*/ 0 h 260"/>
                <a:gd name="T40" fmla="*/ 1 w 437"/>
                <a:gd name="T41" fmla="*/ 0 h 260"/>
                <a:gd name="T42" fmla="*/ 1 w 437"/>
                <a:gd name="T43" fmla="*/ 0 h 260"/>
                <a:gd name="T44" fmla="*/ 1 w 437"/>
                <a:gd name="T45" fmla="*/ 0 h 260"/>
                <a:gd name="T46" fmla="*/ 2 w 437"/>
                <a:gd name="T47" fmla="*/ 0 h 260"/>
                <a:gd name="T48" fmla="*/ 2 w 437"/>
                <a:gd name="T49" fmla="*/ 0 h 260"/>
                <a:gd name="T50" fmla="*/ 2 w 437"/>
                <a:gd name="T51" fmla="*/ 1 h 260"/>
                <a:gd name="T52" fmla="*/ 2 w 437"/>
                <a:gd name="T53" fmla="*/ 1 h 260"/>
                <a:gd name="T54" fmla="*/ 3 w 437"/>
                <a:gd name="T55" fmla="*/ 1 h 260"/>
                <a:gd name="T56" fmla="*/ 3 w 437"/>
                <a:gd name="T57" fmla="*/ 1 h 260"/>
                <a:gd name="T58" fmla="*/ 3 w 437"/>
                <a:gd name="T59" fmla="*/ 1 h 260"/>
                <a:gd name="T60" fmla="*/ 3 w 437"/>
                <a:gd name="T61" fmla="*/ 1 h 260"/>
                <a:gd name="T62" fmla="*/ 3 w 437"/>
                <a:gd name="T63" fmla="*/ 1 h 260"/>
                <a:gd name="T64" fmla="*/ 3 w 437"/>
                <a:gd name="T65" fmla="*/ 2 h 260"/>
                <a:gd name="T66" fmla="*/ 3 w 437"/>
                <a:gd name="T67" fmla="*/ 2 h 260"/>
                <a:gd name="T68" fmla="*/ 3 w 437"/>
                <a:gd name="T69" fmla="*/ 2 h 260"/>
                <a:gd name="T70" fmla="*/ 3 w 437"/>
                <a:gd name="T71" fmla="*/ 2 h 260"/>
                <a:gd name="T72" fmla="*/ 3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437" y="260"/>
                  </a:moveTo>
                  <a:lnTo>
                    <a:pt x="437" y="260"/>
                  </a:lnTo>
                  <a:lnTo>
                    <a:pt x="434" y="233"/>
                  </a:lnTo>
                  <a:lnTo>
                    <a:pt x="427" y="206"/>
                  </a:lnTo>
                  <a:lnTo>
                    <a:pt x="417" y="181"/>
                  </a:lnTo>
                  <a:lnTo>
                    <a:pt x="401" y="157"/>
                  </a:lnTo>
                  <a:lnTo>
                    <a:pt x="383" y="133"/>
                  </a:lnTo>
                  <a:lnTo>
                    <a:pt x="360" y="113"/>
                  </a:lnTo>
                  <a:lnTo>
                    <a:pt x="336" y="93"/>
                  </a:lnTo>
                  <a:lnTo>
                    <a:pt x="308" y="73"/>
                  </a:lnTo>
                  <a:lnTo>
                    <a:pt x="276" y="58"/>
                  </a:lnTo>
                  <a:lnTo>
                    <a:pt x="242" y="43"/>
                  </a:lnTo>
                  <a:lnTo>
                    <a:pt x="207" y="30"/>
                  </a:lnTo>
                  <a:lnTo>
                    <a:pt x="168" y="19"/>
                  </a:lnTo>
                  <a:lnTo>
                    <a:pt x="128" y="11"/>
                  </a:lnTo>
                  <a:lnTo>
                    <a:pt x="87" y="4"/>
                  </a:lnTo>
                  <a:lnTo>
                    <a:pt x="43" y="1"/>
                  </a:lnTo>
                  <a:lnTo>
                    <a:pt x="0" y="0"/>
                  </a:lnTo>
                  <a:lnTo>
                    <a:pt x="0" y="11"/>
                  </a:lnTo>
                  <a:lnTo>
                    <a:pt x="43" y="12"/>
                  </a:lnTo>
                  <a:lnTo>
                    <a:pt x="85" y="16"/>
                  </a:lnTo>
                  <a:lnTo>
                    <a:pt x="126" y="23"/>
                  </a:lnTo>
                  <a:lnTo>
                    <a:pt x="166" y="31"/>
                  </a:lnTo>
                  <a:lnTo>
                    <a:pt x="202" y="42"/>
                  </a:lnTo>
                  <a:lnTo>
                    <a:pt x="237" y="55"/>
                  </a:lnTo>
                  <a:lnTo>
                    <a:pt x="271" y="70"/>
                  </a:lnTo>
                  <a:lnTo>
                    <a:pt x="301" y="85"/>
                  </a:lnTo>
                  <a:lnTo>
                    <a:pt x="329" y="103"/>
                  </a:lnTo>
                  <a:lnTo>
                    <a:pt x="353" y="123"/>
                  </a:lnTo>
                  <a:lnTo>
                    <a:pt x="373" y="143"/>
                  </a:lnTo>
                  <a:lnTo>
                    <a:pt x="392" y="164"/>
                  </a:lnTo>
                  <a:lnTo>
                    <a:pt x="405" y="186"/>
                  </a:lnTo>
                  <a:lnTo>
                    <a:pt x="415" y="211"/>
                  </a:lnTo>
                  <a:lnTo>
                    <a:pt x="422" y="235"/>
                  </a:lnTo>
                  <a:lnTo>
                    <a:pt x="425" y="260"/>
                  </a:lnTo>
                  <a:lnTo>
                    <a:pt x="437"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1475" name="Freeform 49"/>
            <p:cNvSpPr>
              <a:spLocks/>
            </p:cNvSpPr>
            <p:nvPr/>
          </p:nvSpPr>
          <p:spPr bwMode="auto">
            <a:xfrm>
              <a:off x="1267" y="1640"/>
              <a:ext cx="87" cy="52"/>
            </a:xfrm>
            <a:custGeom>
              <a:avLst/>
              <a:gdLst>
                <a:gd name="T0" fmla="*/ 0 w 437"/>
                <a:gd name="T1" fmla="*/ 2 h 260"/>
                <a:gd name="T2" fmla="*/ 0 w 437"/>
                <a:gd name="T3" fmla="*/ 2 h 260"/>
                <a:gd name="T4" fmla="*/ 0 w 437"/>
                <a:gd name="T5" fmla="*/ 2 h 260"/>
                <a:gd name="T6" fmla="*/ 1 w 437"/>
                <a:gd name="T7" fmla="*/ 2 h 260"/>
                <a:gd name="T8" fmla="*/ 1 w 437"/>
                <a:gd name="T9" fmla="*/ 2 h 260"/>
                <a:gd name="T10" fmla="*/ 1 w 437"/>
                <a:gd name="T11" fmla="*/ 2 h 260"/>
                <a:gd name="T12" fmla="*/ 2 w 437"/>
                <a:gd name="T13" fmla="*/ 2 h 260"/>
                <a:gd name="T14" fmla="*/ 2 w 437"/>
                <a:gd name="T15" fmla="*/ 2 h 260"/>
                <a:gd name="T16" fmla="*/ 2 w 437"/>
                <a:gd name="T17" fmla="*/ 2 h 260"/>
                <a:gd name="T18" fmla="*/ 2 w 437"/>
                <a:gd name="T19" fmla="*/ 1 h 260"/>
                <a:gd name="T20" fmla="*/ 3 w 437"/>
                <a:gd name="T21" fmla="*/ 1 h 260"/>
                <a:gd name="T22" fmla="*/ 3 w 437"/>
                <a:gd name="T23" fmla="*/ 1 h 260"/>
                <a:gd name="T24" fmla="*/ 3 w 437"/>
                <a:gd name="T25" fmla="*/ 1 h 260"/>
                <a:gd name="T26" fmla="*/ 3 w 437"/>
                <a:gd name="T27" fmla="*/ 1 h 260"/>
                <a:gd name="T28" fmla="*/ 3 w 437"/>
                <a:gd name="T29" fmla="*/ 1 h 260"/>
                <a:gd name="T30" fmla="*/ 3 w 437"/>
                <a:gd name="T31" fmla="*/ 0 h 260"/>
                <a:gd name="T32" fmla="*/ 3 w 437"/>
                <a:gd name="T33" fmla="*/ 0 h 260"/>
                <a:gd name="T34" fmla="*/ 3 w 437"/>
                <a:gd name="T35" fmla="*/ 0 h 260"/>
                <a:gd name="T36" fmla="*/ 3 w 437"/>
                <a:gd name="T37" fmla="*/ 0 h 260"/>
                <a:gd name="T38" fmla="*/ 3 w 437"/>
                <a:gd name="T39" fmla="*/ 0 h 260"/>
                <a:gd name="T40" fmla="*/ 3 w 437"/>
                <a:gd name="T41" fmla="*/ 0 h 260"/>
                <a:gd name="T42" fmla="*/ 3 w 437"/>
                <a:gd name="T43" fmla="*/ 1 h 260"/>
                <a:gd name="T44" fmla="*/ 3 w 437"/>
                <a:gd name="T45" fmla="*/ 1 h 260"/>
                <a:gd name="T46" fmla="*/ 3 w 437"/>
                <a:gd name="T47" fmla="*/ 1 h 260"/>
                <a:gd name="T48" fmla="*/ 3 w 437"/>
                <a:gd name="T49" fmla="*/ 1 h 260"/>
                <a:gd name="T50" fmla="*/ 3 w 437"/>
                <a:gd name="T51" fmla="*/ 1 h 260"/>
                <a:gd name="T52" fmla="*/ 2 w 437"/>
                <a:gd name="T53" fmla="*/ 1 h 260"/>
                <a:gd name="T54" fmla="*/ 2 w 437"/>
                <a:gd name="T55" fmla="*/ 2 h 260"/>
                <a:gd name="T56" fmla="*/ 2 w 437"/>
                <a:gd name="T57" fmla="*/ 2 h 260"/>
                <a:gd name="T58" fmla="*/ 2 w 437"/>
                <a:gd name="T59" fmla="*/ 2 h 260"/>
                <a:gd name="T60" fmla="*/ 1 w 437"/>
                <a:gd name="T61" fmla="*/ 2 h 260"/>
                <a:gd name="T62" fmla="*/ 1 w 437"/>
                <a:gd name="T63" fmla="*/ 2 h 260"/>
                <a:gd name="T64" fmla="*/ 1 w 437"/>
                <a:gd name="T65" fmla="*/ 2 h 260"/>
                <a:gd name="T66" fmla="*/ 0 w 437"/>
                <a:gd name="T67" fmla="*/ 2 h 260"/>
                <a:gd name="T68" fmla="*/ 0 w 437"/>
                <a:gd name="T69" fmla="*/ 2 h 260"/>
                <a:gd name="T70" fmla="*/ 0 w 437"/>
                <a:gd name="T71" fmla="*/ 2 h 260"/>
                <a:gd name="T72" fmla="*/ 0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0" y="260"/>
                  </a:moveTo>
                  <a:lnTo>
                    <a:pt x="0" y="260"/>
                  </a:lnTo>
                  <a:lnTo>
                    <a:pt x="43" y="259"/>
                  </a:lnTo>
                  <a:lnTo>
                    <a:pt x="87" y="255"/>
                  </a:lnTo>
                  <a:lnTo>
                    <a:pt x="128" y="248"/>
                  </a:lnTo>
                  <a:lnTo>
                    <a:pt x="168" y="240"/>
                  </a:lnTo>
                  <a:lnTo>
                    <a:pt x="207" y="230"/>
                  </a:lnTo>
                  <a:lnTo>
                    <a:pt x="242" y="217"/>
                  </a:lnTo>
                  <a:lnTo>
                    <a:pt x="276" y="202"/>
                  </a:lnTo>
                  <a:lnTo>
                    <a:pt x="308" y="185"/>
                  </a:lnTo>
                  <a:lnTo>
                    <a:pt x="336" y="166"/>
                  </a:lnTo>
                  <a:lnTo>
                    <a:pt x="360" y="146"/>
                  </a:lnTo>
                  <a:lnTo>
                    <a:pt x="383" y="125"/>
                  </a:lnTo>
                  <a:lnTo>
                    <a:pt x="401" y="102"/>
                  </a:lnTo>
                  <a:lnTo>
                    <a:pt x="417" y="77"/>
                  </a:lnTo>
                  <a:lnTo>
                    <a:pt x="427" y="53"/>
                  </a:lnTo>
                  <a:lnTo>
                    <a:pt x="434" y="27"/>
                  </a:lnTo>
                  <a:lnTo>
                    <a:pt x="437" y="0"/>
                  </a:lnTo>
                  <a:lnTo>
                    <a:pt x="425" y="0"/>
                  </a:lnTo>
                  <a:lnTo>
                    <a:pt x="422" y="24"/>
                  </a:lnTo>
                  <a:lnTo>
                    <a:pt x="415" y="48"/>
                  </a:lnTo>
                  <a:lnTo>
                    <a:pt x="405" y="73"/>
                  </a:lnTo>
                  <a:lnTo>
                    <a:pt x="392" y="95"/>
                  </a:lnTo>
                  <a:lnTo>
                    <a:pt x="373" y="116"/>
                  </a:lnTo>
                  <a:lnTo>
                    <a:pt x="353" y="137"/>
                  </a:lnTo>
                  <a:lnTo>
                    <a:pt x="329" y="157"/>
                  </a:lnTo>
                  <a:lnTo>
                    <a:pt x="301" y="173"/>
                  </a:lnTo>
                  <a:lnTo>
                    <a:pt x="271" y="190"/>
                  </a:lnTo>
                  <a:lnTo>
                    <a:pt x="237" y="205"/>
                  </a:lnTo>
                  <a:lnTo>
                    <a:pt x="202" y="218"/>
                  </a:lnTo>
                  <a:lnTo>
                    <a:pt x="166" y="228"/>
                  </a:lnTo>
                  <a:lnTo>
                    <a:pt x="126" y="237"/>
                  </a:lnTo>
                  <a:lnTo>
                    <a:pt x="85" y="244"/>
                  </a:lnTo>
                  <a:lnTo>
                    <a:pt x="43" y="247"/>
                  </a:lnTo>
                  <a:lnTo>
                    <a:pt x="0" y="248"/>
                  </a:lnTo>
                  <a:lnTo>
                    <a:pt x="0"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1476" name="Freeform 50"/>
            <p:cNvSpPr>
              <a:spLocks/>
            </p:cNvSpPr>
            <p:nvPr/>
          </p:nvSpPr>
          <p:spPr bwMode="auto">
            <a:xfrm>
              <a:off x="1179" y="1640"/>
              <a:ext cx="88" cy="52"/>
            </a:xfrm>
            <a:custGeom>
              <a:avLst/>
              <a:gdLst>
                <a:gd name="T0" fmla="*/ 0 w 439"/>
                <a:gd name="T1" fmla="*/ 0 h 260"/>
                <a:gd name="T2" fmla="*/ 0 w 439"/>
                <a:gd name="T3" fmla="*/ 0 h 260"/>
                <a:gd name="T4" fmla="*/ 0 w 439"/>
                <a:gd name="T5" fmla="*/ 0 h 260"/>
                <a:gd name="T6" fmla="*/ 0 w 439"/>
                <a:gd name="T7" fmla="*/ 0 h 260"/>
                <a:gd name="T8" fmla="*/ 0 w 439"/>
                <a:gd name="T9" fmla="*/ 1 h 260"/>
                <a:gd name="T10" fmla="*/ 0 w 439"/>
                <a:gd name="T11" fmla="*/ 1 h 260"/>
                <a:gd name="T12" fmla="*/ 0 w 439"/>
                <a:gd name="T13" fmla="*/ 1 h 260"/>
                <a:gd name="T14" fmla="*/ 1 w 439"/>
                <a:gd name="T15" fmla="*/ 1 h 260"/>
                <a:gd name="T16" fmla="*/ 1 w 439"/>
                <a:gd name="T17" fmla="*/ 1 h 260"/>
                <a:gd name="T18" fmla="*/ 1 w 439"/>
                <a:gd name="T19" fmla="*/ 1 h 260"/>
                <a:gd name="T20" fmla="*/ 1 w 439"/>
                <a:gd name="T21" fmla="*/ 2 h 260"/>
                <a:gd name="T22" fmla="*/ 2 w 439"/>
                <a:gd name="T23" fmla="*/ 2 h 260"/>
                <a:gd name="T24" fmla="*/ 2 w 439"/>
                <a:gd name="T25" fmla="*/ 2 h 260"/>
                <a:gd name="T26" fmla="*/ 2 w 439"/>
                <a:gd name="T27" fmla="*/ 2 h 260"/>
                <a:gd name="T28" fmla="*/ 2 w 439"/>
                <a:gd name="T29" fmla="*/ 2 h 260"/>
                <a:gd name="T30" fmla="*/ 3 w 439"/>
                <a:gd name="T31" fmla="*/ 2 h 260"/>
                <a:gd name="T32" fmla="*/ 3 w 439"/>
                <a:gd name="T33" fmla="*/ 2 h 260"/>
                <a:gd name="T34" fmla="*/ 4 w 439"/>
                <a:gd name="T35" fmla="*/ 2 h 260"/>
                <a:gd name="T36" fmla="*/ 4 w 439"/>
                <a:gd name="T37" fmla="*/ 2 h 260"/>
                <a:gd name="T38" fmla="*/ 3 w 439"/>
                <a:gd name="T39" fmla="*/ 2 h 260"/>
                <a:gd name="T40" fmla="*/ 3 w 439"/>
                <a:gd name="T41" fmla="*/ 2 h 260"/>
                <a:gd name="T42" fmla="*/ 3 w 439"/>
                <a:gd name="T43" fmla="*/ 2 h 260"/>
                <a:gd name="T44" fmla="*/ 2 w 439"/>
                <a:gd name="T45" fmla="*/ 2 h 260"/>
                <a:gd name="T46" fmla="*/ 2 w 439"/>
                <a:gd name="T47" fmla="*/ 2 h 260"/>
                <a:gd name="T48" fmla="*/ 2 w 439"/>
                <a:gd name="T49" fmla="*/ 2 h 260"/>
                <a:gd name="T50" fmla="*/ 1 w 439"/>
                <a:gd name="T51" fmla="*/ 2 h 260"/>
                <a:gd name="T52" fmla="*/ 1 w 439"/>
                <a:gd name="T53" fmla="*/ 1 h 260"/>
                <a:gd name="T54" fmla="*/ 1 w 439"/>
                <a:gd name="T55" fmla="*/ 1 h 260"/>
                <a:gd name="T56" fmla="*/ 1 w 439"/>
                <a:gd name="T57" fmla="*/ 1 h 260"/>
                <a:gd name="T58" fmla="*/ 1 w 439"/>
                <a:gd name="T59" fmla="*/ 1 h 260"/>
                <a:gd name="T60" fmla="*/ 0 w 439"/>
                <a:gd name="T61" fmla="*/ 1 h 260"/>
                <a:gd name="T62" fmla="*/ 0 w 439"/>
                <a:gd name="T63" fmla="*/ 1 h 260"/>
                <a:gd name="T64" fmla="*/ 0 w 439"/>
                <a:gd name="T65" fmla="*/ 0 h 260"/>
                <a:gd name="T66" fmla="*/ 0 w 439"/>
                <a:gd name="T67" fmla="*/ 0 h 260"/>
                <a:gd name="T68" fmla="*/ 0 w 439"/>
                <a:gd name="T69" fmla="*/ 0 h 260"/>
                <a:gd name="T70" fmla="*/ 0 w 439"/>
                <a:gd name="T71" fmla="*/ 0 h 260"/>
                <a:gd name="T72" fmla="*/ 0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0" y="0"/>
                  </a:moveTo>
                  <a:lnTo>
                    <a:pt x="0" y="0"/>
                  </a:lnTo>
                  <a:lnTo>
                    <a:pt x="3" y="27"/>
                  </a:lnTo>
                  <a:lnTo>
                    <a:pt x="10" y="53"/>
                  </a:lnTo>
                  <a:lnTo>
                    <a:pt x="20" y="77"/>
                  </a:lnTo>
                  <a:lnTo>
                    <a:pt x="35" y="102"/>
                  </a:lnTo>
                  <a:lnTo>
                    <a:pt x="54" y="125"/>
                  </a:lnTo>
                  <a:lnTo>
                    <a:pt x="76" y="146"/>
                  </a:lnTo>
                  <a:lnTo>
                    <a:pt x="102" y="166"/>
                  </a:lnTo>
                  <a:lnTo>
                    <a:pt x="130" y="185"/>
                  </a:lnTo>
                  <a:lnTo>
                    <a:pt x="162" y="202"/>
                  </a:lnTo>
                  <a:lnTo>
                    <a:pt x="195" y="217"/>
                  </a:lnTo>
                  <a:lnTo>
                    <a:pt x="231" y="230"/>
                  </a:lnTo>
                  <a:lnTo>
                    <a:pt x="270" y="240"/>
                  </a:lnTo>
                  <a:lnTo>
                    <a:pt x="310" y="248"/>
                  </a:lnTo>
                  <a:lnTo>
                    <a:pt x="351" y="255"/>
                  </a:lnTo>
                  <a:lnTo>
                    <a:pt x="395" y="259"/>
                  </a:lnTo>
                  <a:lnTo>
                    <a:pt x="439" y="260"/>
                  </a:lnTo>
                  <a:lnTo>
                    <a:pt x="439" y="248"/>
                  </a:lnTo>
                  <a:lnTo>
                    <a:pt x="395" y="247"/>
                  </a:lnTo>
                  <a:lnTo>
                    <a:pt x="353" y="244"/>
                  </a:lnTo>
                  <a:lnTo>
                    <a:pt x="312" y="237"/>
                  </a:lnTo>
                  <a:lnTo>
                    <a:pt x="272" y="228"/>
                  </a:lnTo>
                  <a:lnTo>
                    <a:pt x="236" y="218"/>
                  </a:lnTo>
                  <a:lnTo>
                    <a:pt x="200" y="205"/>
                  </a:lnTo>
                  <a:lnTo>
                    <a:pt x="167" y="190"/>
                  </a:lnTo>
                  <a:lnTo>
                    <a:pt x="137" y="173"/>
                  </a:lnTo>
                  <a:lnTo>
                    <a:pt x="109" y="157"/>
                  </a:lnTo>
                  <a:lnTo>
                    <a:pt x="84" y="137"/>
                  </a:lnTo>
                  <a:lnTo>
                    <a:pt x="64" y="116"/>
                  </a:lnTo>
                  <a:lnTo>
                    <a:pt x="45" y="95"/>
                  </a:lnTo>
                  <a:lnTo>
                    <a:pt x="32" y="73"/>
                  </a:lnTo>
                  <a:lnTo>
                    <a:pt x="21" y="48"/>
                  </a:lnTo>
                  <a:lnTo>
                    <a:pt x="14" y="24"/>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1477" name="Freeform 51"/>
            <p:cNvSpPr>
              <a:spLocks/>
            </p:cNvSpPr>
            <p:nvPr/>
          </p:nvSpPr>
          <p:spPr bwMode="auto">
            <a:xfrm>
              <a:off x="1179" y="1588"/>
              <a:ext cx="88" cy="52"/>
            </a:xfrm>
            <a:custGeom>
              <a:avLst/>
              <a:gdLst>
                <a:gd name="T0" fmla="*/ 4 w 439"/>
                <a:gd name="T1" fmla="*/ 0 h 260"/>
                <a:gd name="T2" fmla="*/ 4 w 439"/>
                <a:gd name="T3" fmla="*/ 0 h 260"/>
                <a:gd name="T4" fmla="*/ 3 w 439"/>
                <a:gd name="T5" fmla="*/ 0 h 260"/>
                <a:gd name="T6" fmla="*/ 3 w 439"/>
                <a:gd name="T7" fmla="*/ 0 h 260"/>
                <a:gd name="T8" fmla="*/ 2 w 439"/>
                <a:gd name="T9" fmla="*/ 0 h 260"/>
                <a:gd name="T10" fmla="*/ 2 w 439"/>
                <a:gd name="T11" fmla="*/ 0 h 260"/>
                <a:gd name="T12" fmla="*/ 2 w 439"/>
                <a:gd name="T13" fmla="*/ 0 h 260"/>
                <a:gd name="T14" fmla="*/ 2 w 439"/>
                <a:gd name="T15" fmla="*/ 0 h 260"/>
                <a:gd name="T16" fmla="*/ 1 w 439"/>
                <a:gd name="T17" fmla="*/ 0 h 260"/>
                <a:gd name="T18" fmla="*/ 1 w 439"/>
                <a:gd name="T19" fmla="*/ 1 h 260"/>
                <a:gd name="T20" fmla="*/ 1 w 439"/>
                <a:gd name="T21" fmla="*/ 1 h 260"/>
                <a:gd name="T22" fmla="*/ 1 w 439"/>
                <a:gd name="T23" fmla="*/ 1 h 260"/>
                <a:gd name="T24" fmla="*/ 0 w 439"/>
                <a:gd name="T25" fmla="*/ 1 h 260"/>
                <a:gd name="T26" fmla="*/ 0 w 439"/>
                <a:gd name="T27" fmla="*/ 1 h 260"/>
                <a:gd name="T28" fmla="*/ 0 w 439"/>
                <a:gd name="T29" fmla="*/ 1 h 260"/>
                <a:gd name="T30" fmla="*/ 0 w 439"/>
                <a:gd name="T31" fmla="*/ 2 h 260"/>
                <a:gd name="T32" fmla="*/ 0 w 439"/>
                <a:gd name="T33" fmla="*/ 2 h 260"/>
                <a:gd name="T34" fmla="*/ 0 w 439"/>
                <a:gd name="T35" fmla="*/ 2 h 260"/>
                <a:gd name="T36" fmla="*/ 0 w 439"/>
                <a:gd name="T37" fmla="*/ 2 h 260"/>
                <a:gd name="T38" fmla="*/ 0 w 439"/>
                <a:gd name="T39" fmla="*/ 2 h 260"/>
                <a:gd name="T40" fmla="*/ 0 w 439"/>
                <a:gd name="T41" fmla="*/ 2 h 260"/>
                <a:gd name="T42" fmla="*/ 0 w 439"/>
                <a:gd name="T43" fmla="*/ 1 h 260"/>
                <a:gd name="T44" fmla="*/ 0 w 439"/>
                <a:gd name="T45" fmla="*/ 1 h 260"/>
                <a:gd name="T46" fmla="*/ 1 w 439"/>
                <a:gd name="T47" fmla="*/ 1 h 260"/>
                <a:gd name="T48" fmla="*/ 1 w 439"/>
                <a:gd name="T49" fmla="*/ 1 h 260"/>
                <a:gd name="T50" fmla="*/ 1 w 439"/>
                <a:gd name="T51" fmla="*/ 1 h 260"/>
                <a:gd name="T52" fmla="*/ 1 w 439"/>
                <a:gd name="T53" fmla="*/ 1 h 260"/>
                <a:gd name="T54" fmla="*/ 1 w 439"/>
                <a:gd name="T55" fmla="*/ 1 h 260"/>
                <a:gd name="T56" fmla="*/ 2 w 439"/>
                <a:gd name="T57" fmla="*/ 0 h 260"/>
                <a:gd name="T58" fmla="*/ 2 w 439"/>
                <a:gd name="T59" fmla="*/ 0 h 260"/>
                <a:gd name="T60" fmla="*/ 2 w 439"/>
                <a:gd name="T61" fmla="*/ 0 h 260"/>
                <a:gd name="T62" fmla="*/ 3 w 439"/>
                <a:gd name="T63" fmla="*/ 0 h 260"/>
                <a:gd name="T64" fmla="*/ 3 w 439"/>
                <a:gd name="T65" fmla="*/ 0 h 260"/>
                <a:gd name="T66" fmla="*/ 3 w 439"/>
                <a:gd name="T67" fmla="*/ 0 h 260"/>
                <a:gd name="T68" fmla="*/ 4 w 439"/>
                <a:gd name="T69" fmla="*/ 0 h 260"/>
                <a:gd name="T70" fmla="*/ 4 w 439"/>
                <a:gd name="T71" fmla="*/ 0 h 260"/>
                <a:gd name="T72" fmla="*/ 4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439" y="0"/>
                  </a:moveTo>
                  <a:lnTo>
                    <a:pt x="439" y="0"/>
                  </a:lnTo>
                  <a:lnTo>
                    <a:pt x="395" y="1"/>
                  </a:lnTo>
                  <a:lnTo>
                    <a:pt x="351" y="4"/>
                  </a:lnTo>
                  <a:lnTo>
                    <a:pt x="310" y="11"/>
                  </a:lnTo>
                  <a:lnTo>
                    <a:pt x="270" y="19"/>
                  </a:lnTo>
                  <a:lnTo>
                    <a:pt x="231" y="30"/>
                  </a:lnTo>
                  <a:lnTo>
                    <a:pt x="195" y="43"/>
                  </a:lnTo>
                  <a:lnTo>
                    <a:pt x="162" y="58"/>
                  </a:lnTo>
                  <a:lnTo>
                    <a:pt x="130" y="73"/>
                  </a:lnTo>
                  <a:lnTo>
                    <a:pt x="102" y="93"/>
                  </a:lnTo>
                  <a:lnTo>
                    <a:pt x="76" y="113"/>
                  </a:lnTo>
                  <a:lnTo>
                    <a:pt x="54" y="133"/>
                  </a:lnTo>
                  <a:lnTo>
                    <a:pt x="35" y="157"/>
                  </a:lnTo>
                  <a:lnTo>
                    <a:pt x="20" y="181"/>
                  </a:lnTo>
                  <a:lnTo>
                    <a:pt x="10" y="206"/>
                  </a:lnTo>
                  <a:lnTo>
                    <a:pt x="3" y="233"/>
                  </a:lnTo>
                  <a:lnTo>
                    <a:pt x="0" y="260"/>
                  </a:lnTo>
                  <a:lnTo>
                    <a:pt x="12" y="260"/>
                  </a:lnTo>
                  <a:lnTo>
                    <a:pt x="14" y="235"/>
                  </a:lnTo>
                  <a:lnTo>
                    <a:pt x="21" y="211"/>
                  </a:lnTo>
                  <a:lnTo>
                    <a:pt x="32" y="186"/>
                  </a:lnTo>
                  <a:lnTo>
                    <a:pt x="45" y="164"/>
                  </a:lnTo>
                  <a:lnTo>
                    <a:pt x="64" y="143"/>
                  </a:lnTo>
                  <a:lnTo>
                    <a:pt x="84" y="123"/>
                  </a:lnTo>
                  <a:lnTo>
                    <a:pt x="109" y="103"/>
                  </a:lnTo>
                  <a:lnTo>
                    <a:pt x="137" y="85"/>
                  </a:lnTo>
                  <a:lnTo>
                    <a:pt x="167" y="70"/>
                  </a:lnTo>
                  <a:lnTo>
                    <a:pt x="200" y="55"/>
                  </a:lnTo>
                  <a:lnTo>
                    <a:pt x="236" y="42"/>
                  </a:lnTo>
                  <a:lnTo>
                    <a:pt x="272" y="31"/>
                  </a:lnTo>
                  <a:lnTo>
                    <a:pt x="312" y="23"/>
                  </a:lnTo>
                  <a:lnTo>
                    <a:pt x="353" y="16"/>
                  </a:lnTo>
                  <a:lnTo>
                    <a:pt x="395" y="12"/>
                  </a:lnTo>
                  <a:lnTo>
                    <a:pt x="439" y="11"/>
                  </a:lnTo>
                  <a:lnTo>
                    <a:pt x="439"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1478" name="Freeform 52"/>
            <p:cNvSpPr>
              <a:spLocks/>
            </p:cNvSpPr>
            <p:nvPr/>
          </p:nvSpPr>
          <p:spPr bwMode="auto">
            <a:xfrm>
              <a:off x="964" y="1745"/>
              <a:ext cx="48" cy="85"/>
            </a:xfrm>
            <a:custGeom>
              <a:avLst/>
              <a:gdLst>
                <a:gd name="T0" fmla="*/ 2 w 244"/>
                <a:gd name="T1" fmla="*/ 3 h 426"/>
                <a:gd name="T2" fmla="*/ 2 w 244"/>
                <a:gd name="T3" fmla="*/ 3 h 426"/>
                <a:gd name="T4" fmla="*/ 2 w 244"/>
                <a:gd name="T5" fmla="*/ 3 h 426"/>
                <a:gd name="T6" fmla="*/ 2 w 244"/>
                <a:gd name="T7" fmla="*/ 3 h 426"/>
                <a:gd name="T8" fmla="*/ 2 w 244"/>
                <a:gd name="T9" fmla="*/ 2 h 426"/>
                <a:gd name="T10" fmla="*/ 2 w 244"/>
                <a:gd name="T11" fmla="*/ 2 h 426"/>
                <a:gd name="T12" fmla="*/ 2 w 244"/>
                <a:gd name="T13" fmla="*/ 2 h 426"/>
                <a:gd name="T14" fmla="*/ 2 w 244"/>
                <a:gd name="T15" fmla="*/ 2 h 426"/>
                <a:gd name="T16" fmla="*/ 1 w 244"/>
                <a:gd name="T17" fmla="*/ 1 h 426"/>
                <a:gd name="T18" fmla="*/ 1 w 244"/>
                <a:gd name="T19" fmla="*/ 1 h 426"/>
                <a:gd name="T20" fmla="*/ 1 w 244"/>
                <a:gd name="T21" fmla="*/ 1 h 426"/>
                <a:gd name="T22" fmla="*/ 1 w 244"/>
                <a:gd name="T23" fmla="*/ 1 h 426"/>
                <a:gd name="T24" fmla="*/ 1 w 244"/>
                <a:gd name="T25" fmla="*/ 0 h 426"/>
                <a:gd name="T26" fmla="*/ 1 w 244"/>
                <a:gd name="T27" fmla="*/ 0 h 426"/>
                <a:gd name="T28" fmla="*/ 1 w 244"/>
                <a:gd name="T29" fmla="*/ 0 h 426"/>
                <a:gd name="T30" fmla="*/ 0 w 244"/>
                <a:gd name="T31" fmla="*/ 0 h 426"/>
                <a:gd name="T32" fmla="*/ 0 w 244"/>
                <a:gd name="T33" fmla="*/ 0 h 426"/>
                <a:gd name="T34" fmla="*/ 0 w 244"/>
                <a:gd name="T35" fmla="*/ 0 h 426"/>
                <a:gd name="T36" fmla="*/ 0 w 244"/>
                <a:gd name="T37" fmla="*/ 0 h 426"/>
                <a:gd name="T38" fmla="*/ 0 w 244"/>
                <a:gd name="T39" fmla="*/ 0 h 426"/>
                <a:gd name="T40" fmla="*/ 0 w 244"/>
                <a:gd name="T41" fmla="*/ 0 h 426"/>
                <a:gd name="T42" fmla="*/ 1 w 244"/>
                <a:gd name="T43" fmla="*/ 0 h 426"/>
                <a:gd name="T44" fmla="*/ 1 w 244"/>
                <a:gd name="T45" fmla="*/ 0 h 426"/>
                <a:gd name="T46" fmla="*/ 1 w 244"/>
                <a:gd name="T47" fmla="*/ 0 h 426"/>
                <a:gd name="T48" fmla="*/ 1 w 244"/>
                <a:gd name="T49" fmla="*/ 1 h 426"/>
                <a:gd name="T50" fmla="*/ 1 w 244"/>
                <a:gd name="T51" fmla="*/ 1 h 426"/>
                <a:gd name="T52" fmla="*/ 1 w 244"/>
                <a:gd name="T53" fmla="*/ 1 h 426"/>
                <a:gd name="T54" fmla="*/ 1 w 244"/>
                <a:gd name="T55" fmla="*/ 1 h 426"/>
                <a:gd name="T56" fmla="*/ 1 w 244"/>
                <a:gd name="T57" fmla="*/ 2 h 426"/>
                <a:gd name="T58" fmla="*/ 2 w 244"/>
                <a:gd name="T59" fmla="*/ 2 h 426"/>
                <a:gd name="T60" fmla="*/ 2 w 244"/>
                <a:gd name="T61" fmla="*/ 2 h 426"/>
                <a:gd name="T62" fmla="*/ 2 w 244"/>
                <a:gd name="T63" fmla="*/ 2 h 426"/>
                <a:gd name="T64" fmla="*/ 2 w 244"/>
                <a:gd name="T65" fmla="*/ 3 h 426"/>
                <a:gd name="T66" fmla="*/ 2 w 244"/>
                <a:gd name="T67" fmla="*/ 3 h 426"/>
                <a:gd name="T68" fmla="*/ 2 w 244"/>
                <a:gd name="T69" fmla="*/ 3 h 426"/>
                <a:gd name="T70" fmla="*/ 2 w 244"/>
                <a:gd name="T71" fmla="*/ 3 h 426"/>
                <a:gd name="T72" fmla="*/ 2 w 244"/>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6"/>
                <a:gd name="T113" fmla="*/ 244 w 244"/>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6">
                  <a:moveTo>
                    <a:pt x="244" y="426"/>
                  </a:moveTo>
                  <a:lnTo>
                    <a:pt x="244" y="426"/>
                  </a:lnTo>
                  <a:lnTo>
                    <a:pt x="243" y="383"/>
                  </a:lnTo>
                  <a:lnTo>
                    <a:pt x="240" y="340"/>
                  </a:lnTo>
                  <a:lnTo>
                    <a:pt x="234" y="300"/>
                  </a:lnTo>
                  <a:lnTo>
                    <a:pt x="226" y="262"/>
                  </a:lnTo>
                  <a:lnTo>
                    <a:pt x="215" y="224"/>
                  </a:lnTo>
                  <a:lnTo>
                    <a:pt x="203" y="189"/>
                  </a:lnTo>
                  <a:lnTo>
                    <a:pt x="189" y="157"/>
                  </a:lnTo>
                  <a:lnTo>
                    <a:pt x="174" y="126"/>
                  </a:lnTo>
                  <a:lnTo>
                    <a:pt x="155" y="99"/>
                  </a:lnTo>
                  <a:lnTo>
                    <a:pt x="138" y="74"/>
                  </a:lnTo>
                  <a:lnTo>
                    <a:pt x="118" y="52"/>
                  </a:lnTo>
                  <a:lnTo>
                    <a:pt x="96" y="34"/>
                  </a:lnTo>
                  <a:lnTo>
                    <a:pt x="73" y="19"/>
                  </a:lnTo>
                  <a:lnTo>
                    <a:pt x="50" y="8"/>
                  </a:lnTo>
                  <a:lnTo>
                    <a:pt x="25" y="2"/>
                  </a:lnTo>
                  <a:lnTo>
                    <a:pt x="0" y="0"/>
                  </a:lnTo>
                  <a:lnTo>
                    <a:pt x="0" y="12"/>
                  </a:lnTo>
                  <a:lnTo>
                    <a:pt x="23" y="14"/>
                  </a:lnTo>
                  <a:lnTo>
                    <a:pt x="45" y="20"/>
                  </a:lnTo>
                  <a:lnTo>
                    <a:pt x="66" y="31"/>
                  </a:lnTo>
                  <a:lnTo>
                    <a:pt x="89" y="43"/>
                  </a:lnTo>
                  <a:lnTo>
                    <a:pt x="109" y="61"/>
                  </a:lnTo>
                  <a:lnTo>
                    <a:pt x="129" y="81"/>
                  </a:lnTo>
                  <a:lnTo>
                    <a:pt x="146" y="106"/>
                  </a:lnTo>
                  <a:lnTo>
                    <a:pt x="162" y="133"/>
                  </a:lnTo>
                  <a:lnTo>
                    <a:pt x="178" y="162"/>
                  </a:lnTo>
                  <a:lnTo>
                    <a:pt x="192" y="194"/>
                  </a:lnTo>
                  <a:lnTo>
                    <a:pt x="203" y="229"/>
                  </a:lnTo>
                  <a:lnTo>
                    <a:pt x="214" y="264"/>
                  </a:lnTo>
                  <a:lnTo>
                    <a:pt x="222" y="303"/>
                  </a:lnTo>
                  <a:lnTo>
                    <a:pt x="228" y="342"/>
                  </a:lnTo>
                  <a:lnTo>
                    <a:pt x="232" y="383"/>
                  </a:lnTo>
                  <a:lnTo>
                    <a:pt x="233" y="426"/>
                  </a:lnTo>
                  <a:lnTo>
                    <a:pt x="244"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1479" name="Freeform 53"/>
            <p:cNvSpPr>
              <a:spLocks/>
            </p:cNvSpPr>
            <p:nvPr/>
          </p:nvSpPr>
          <p:spPr bwMode="auto">
            <a:xfrm>
              <a:off x="964" y="1830"/>
              <a:ext cx="48" cy="85"/>
            </a:xfrm>
            <a:custGeom>
              <a:avLst/>
              <a:gdLst>
                <a:gd name="T0" fmla="*/ 0 w 244"/>
                <a:gd name="T1" fmla="*/ 3 h 424"/>
                <a:gd name="T2" fmla="*/ 0 w 244"/>
                <a:gd name="T3" fmla="*/ 3 h 424"/>
                <a:gd name="T4" fmla="*/ 0 w 244"/>
                <a:gd name="T5" fmla="*/ 3 h 424"/>
                <a:gd name="T6" fmla="*/ 0 w 244"/>
                <a:gd name="T7" fmla="*/ 3 h 424"/>
                <a:gd name="T8" fmla="*/ 1 w 244"/>
                <a:gd name="T9" fmla="*/ 3 h 424"/>
                <a:gd name="T10" fmla="*/ 1 w 244"/>
                <a:gd name="T11" fmla="*/ 3 h 424"/>
                <a:gd name="T12" fmla="*/ 1 w 244"/>
                <a:gd name="T13" fmla="*/ 3 h 424"/>
                <a:gd name="T14" fmla="*/ 1 w 244"/>
                <a:gd name="T15" fmla="*/ 3 h 424"/>
                <a:gd name="T16" fmla="*/ 1 w 244"/>
                <a:gd name="T17" fmla="*/ 3 h 424"/>
                <a:gd name="T18" fmla="*/ 1 w 244"/>
                <a:gd name="T19" fmla="*/ 2 h 424"/>
                <a:gd name="T20" fmla="*/ 1 w 244"/>
                <a:gd name="T21" fmla="*/ 2 h 424"/>
                <a:gd name="T22" fmla="*/ 2 w 244"/>
                <a:gd name="T23" fmla="*/ 2 h 424"/>
                <a:gd name="T24" fmla="*/ 2 w 244"/>
                <a:gd name="T25" fmla="*/ 2 h 424"/>
                <a:gd name="T26" fmla="*/ 2 w 244"/>
                <a:gd name="T27" fmla="*/ 1 h 424"/>
                <a:gd name="T28" fmla="*/ 2 w 244"/>
                <a:gd name="T29" fmla="*/ 1 h 424"/>
                <a:gd name="T30" fmla="*/ 2 w 244"/>
                <a:gd name="T31" fmla="*/ 1 h 424"/>
                <a:gd name="T32" fmla="*/ 2 w 244"/>
                <a:gd name="T33" fmla="*/ 0 h 424"/>
                <a:gd name="T34" fmla="*/ 2 w 244"/>
                <a:gd name="T35" fmla="*/ 0 h 424"/>
                <a:gd name="T36" fmla="*/ 2 w 244"/>
                <a:gd name="T37" fmla="*/ 0 h 424"/>
                <a:gd name="T38" fmla="*/ 2 w 244"/>
                <a:gd name="T39" fmla="*/ 0 h 424"/>
                <a:gd name="T40" fmla="*/ 2 w 244"/>
                <a:gd name="T41" fmla="*/ 1 h 424"/>
                <a:gd name="T42" fmla="*/ 2 w 244"/>
                <a:gd name="T43" fmla="*/ 1 h 424"/>
                <a:gd name="T44" fmla="*/ 2 w 244"/>
                <a:gd name="T45" fmla="*/ 1 h 424"/>
                <a:gd name="T46" fmla="*/ 2 w 244"/>
                <a:gd name="T47" fmla="*/ 2 h 424"/>
                <a:gd name="T48" fmla="*/ 1 w 244"/>
                <a:gd name="T49" fmla="*/ 2 h 424"/>
                <a:gd name="T50" fmla="*/ 1 w 244"/>
                <a:gd name="T51" fmla="*/ 2 h 424"/>
                <a:gd name="T52" fmla="*/ 1 w 244"/>
                <a:gd name="T53" fmla="*/ 2 h 424"/>
                <a:gd name="T54" fmla="*/ 1 w 244"/>
                <a:gd name="T55" fmla="*/ 3 h 424"/>
                <a:gd name="T56" fmla="*/ 1 w 244"/>
                <a:gd name="T57" fmla="*/ 3 h 424"/>
                <a:gd name="T58" fmla="*/ 1 w 244"/>
                <a:gd name="T59" fmla="*/ 3 h 424"/>
                <a:gd name="T60" fmla="*/ 1 w 244"/>
                <a:gd name="T61" fmla="*/ 3 h 424"/>
                <a:gd name="T62" fmla="*/ 1 w 244"/>
                <a:gd name="T63" fmla="*/ 3 h 424"/>
                <a:gd name="T64" fmla="*/ 0 w 244"/>
                <a:gd name="T65" fmla="*/ 3 h 424"/>
                <a:gd name="T66" fmla="*/ 0 w 244"/>
                <a:gd name="T67" fmla="*/ 3 h 424"/>
                <a:gd name="T68" fmla="*/ 0 w 244"/>
                <a:gd name="T69" fmla="*/ 3 h 424"/>
                <a:gd name="T70" fmla="*/ 0 w 244"/>
                <a:gd name="T71" fmla="*/ 3 h 424"/>
                <a:gd name="T72" fmla="*/ 0 w 244"/>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4"/>
                <a:gd name="T113" fmla="*/ 244 w 244"/>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4">
                  <a:moveTo>
                    <a:pt x="0" y="424"/>
                  </a:moveTo>
                  <a:lnTo>
                    <a:pt x="0" y="424"/>
                  </a:lnTo>
                  <a:lnTo>
                    <a:pt x="25" y="422"/>
                  </a:lnTo>
                  <a:lnTo>
                    <a:pt x="50" y="416"/>
                  </a:lnTo>
                  <a:lnTo>
                    <a:pt x="73" y="405"/>
                  </a:lnTo>
                  <a:lnTo>
                    <a:pt x="96" y="390"/>
                  </a:lnTo>
                  <a:lnTo>
                    <a:pt x="118" y="373"/>
                  </a:lnTo>
                  <a:lnTo>
                    <a:pt x="138" y="350"/>
                  </a:lnTo>
                  <a:lnTo>
                    <a:pt x="155" y="326"/>
                  </a:lnTo>
                  <a:lnTo>
                    <a:pt x="173" y="299"/>
                  </a:lnTo>
                  <a:lnTo>
                    <a:pt x="189" y="268"/>
                  </a:lnTo>
                  <a:lnTo>
                    <a:pt x="203" y="235"/>
                  </a:lnTo>
                  <a:lnTo>
                    <a:pt x="215" y="201"/>
                  </a:lnTo>
                  <a:lnTo>
                    <a:pt x="226" y="163"/>
                  </a:lnTo>
                  <a:lnTo>
                    <a:pt x="234" y="125"/>
                  </a:lnTo>
                  <a:lnTo>
                    <a:pt x="240" y="85"/>
                  </a:lnTo>
                  <a:lnTo>
                    <a:pt x="243" y="42"/>
                  </a:lnTo>
                  <a:lnTo>
                    <a:pt x="244" y="0"/>
                  </a:lnTo>
                  <a:lnTo>
                    <a:pt x="233" y="0"/>
                  </a:lnTo>
                  <a:lnTo>
                    <a:pt x="232" y="42"/>
                  </a:lnTo>
                  <a:lnTo>
                    <a:pt x="228" y="83"/>
                  </a:lnTo>
                  <a:lnTo>
                    <a:pt x="222" y="123"/>
                  </a:lnTo>
                  <a:lnTo>
                    <a:pt x="214" y="160"/>
                  </a:lnTo>
                  <a:lnTo>
                    <a:pt x="203" y="197"/>
                  </a:lnTo>
                  <a:lnTo>
                    <a:pt x="192" y="231"/>
                  </a:lnTo>
                  <a:lnTo>
                    <a:pt x="178" y="263"/>
                  </a:lnTo>
                  <a:lnTo>
                    <a:pt x="164" y="292"/>
                  </a:lnTo>
                  <a:lnTo>
                    <a:pt x="146" y="319"/>
                  </a:lnTo>
                  <a:lnTo>
                    <a:pt x="129" y="343"/>
                  </a:lnTo>
                  <a:lnTo>
                    <a:pt x="109" y="363"/>
                  </a:lnTo>
                  <a:lnTo>
                    <a:pt x="89" y="381"/>
                  </a:lnTo>
                  <a:lnTo>
                    <a:pt x="66" y="394"/>
                  </a:lnTo>
                  <a:lnTo>
                    <a:pt x="45" y="404"/>
                  </a:lnTo>
                  <a:lnTo>
                    <a:pt x="23" y="410"/>
                  </a:lnTo>
                  <a:lnTo>
                    <a:pt x="0" y="412"/>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1480" name="Freeform 54"/>
            <p:cNvSpPr>
              <a:spLocks/>
            </p:cNvSpPr>
            <p:nvPr/>
          </p:nvSpPr>
          <p:spPr bwMode="auto">
            <a:xfrm>
              <a:off x="915" y="1830"/>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1" y="42"/>
                  </a:lnTo>
                  <a:lnTo>
                    <a:pt x="4" y="85"/>
                  </a:lnTo>
                  <a:lnTo>
                    <a:pt x="10" y="125"/>
                  </a:lnTo>
                  <a:lnTo>
                    <a:pt x="19" y="163"/>
                  </a:lnTo>
                  <a:lnTo>
                    <a:pt x="29" y="201"/>
                  </a:lnTo>
                  <a:lnTo>
                    <a:pt x="41" y="235"/>
                  </a:lnTo>
                  <a:lnTo>
                    <a:pt x="55" y="268"/>
                  </a:lnTo>
                  <a:lnTo>
                    <a:pt x="71" y="299"/>
                  </a:lnTo>
                  <a:lnTo>
                    <a:pt x="89" y="326"/>
                  </a:lnTo>
                  <a:lnTo>
                    <a:pt x="106" y="350"/>
                  </a:lnTo>
                  <a:lnTo>
                    <a:pt x="126" y="373"/>
                  </a:lnTo>
                  <a:lnTo>
                    <a:pt x="149" y="390"/>
                  </a:lnTo>
                  <a:lnTo>
                    <a:pt x="171" y="405"/>
                  </a:lnTo>
                  <a:lnTo>
                    <a:pt x="194" y="416"/>
                  </a:lnTo>
                  <a:lnTo>
                    <a:pt x="219" y="422"/>
                  </a:lnTo>
                  <a:lnTo>
                    <a:pt x="245" y="424"/>
                  </a:lnTo>
                  <a:lnTo>
                    <a:pt x="245" y="412"/>
                  </a:lnTo>
                  <a:lnTo>
                    <a:pt x="221" y="410"/>
                  </a:lnTo>
                  <a:lnTo>
                    <a:pt x="199" y="404"/>
                  </a:lnTo>
                  <a:lnTo>
                    <a:pt x="178" y="394"/>
                  </a:lnTo>
                  <a:lnTo>
                    <a:pt x="156" y="381"/>
                  </a:lnTo>
                  <a:lnTo>
                    <a:pt x="136" y="363"/>
                  </a:lnTo>
                  <a:lnTo>
                    <a:pt x="116" y="343"/>
                  </a:lnTo>
                  <a:lnTo>
                    <a:pt x="98" y="319"/>
                  </a:lnTo>
                  <a:lnTo>
                    <a:pt x="81" y="292"/>
                  </a:lnTo>
                  <a:lnTo>
                    <a:pt x="67" y="263"/>
                  </a:lnTo>
                  <a:lnTo>
                    <a:pt x="52" y="231"/>
                  </a:lnTo>
                  <a:lnTo>
                    <a:pt x="41" y="197"/>
                  </a:lnTo>
                  <a:lnTo>
                    <a:pt x="30" y="160"/>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1481" name="Freeform 55"/>
            <p:cNvSpPr>
              <a:spLocks/>
            </p:cNvSpPr>
            <p:nvPr/>
          </p:nvSpPr>
          <p:spPr bwMode="auto">
            <a:xfrm>
              <a:off x="915" y="1745"/>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0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19" y="2"/>
                  </a:lnTo>
                  <a:lnTo>
                    <a:pt x="194" y="8"/>
                  </a:lnTo>
                  <a:lnTo>
                    <a:pt x="171" y="19"/>
                  </a:lnTo>
                  <a:lnTo>
                    <a:pt x="149" y="34"/>
                  </a:lnTo>
                  <a:lnTo>
                    <a:pt x="126" y="52"/>
                  </a:lnTo>
                  <a:lnTo>
                    <a:pt x="106" y="74"/>
                  </a:lnTo>
                  <a:lnTo>
                    <a:pt x="89" y="99"/>
                  </a:lnTo>
                  <a:lnTo>
                    <a:pt x="70" y="126"/>
                  </a:lnTo>
                  <a:lnTo>
                    <a:pt x="55" y="157"/>
                  </a:lnTo>
                  <a:lnTo>
                    <a:pt x="41" y="189"/>
                  </a:lnTo>
                  <a:lnTo>
                    <a:pt x="29" y="224"/>
                  </a:lnTo>
                  <a:lnTo>
                    <a:pt x="19" y="262"/>
                  </a:lnTo>
                  <a:lnTo>
                    <a:pt x="10" y="300"/>
                  </a:lnTo>
                  <a:lnTo>
                    <a:pt x="4" y="340"/>
                  </a:lnTo>
                  <a:lnTo>
                    <a:pt x="1" y="383"/>
                  </a:lnTo>
                  <a:lnTo>
                    <a:pt x="0" y="426"/>
                  </a:lnTo>
                  <a:lnTo>
                    <a:pt x="11" y="426"/>
                  </a:lnTo>
                  <a:lnTo>
                    <a:pt x="13" y="383"/>
                  </a:lnTo>
                  <a:lnTo>
                    <a:pt x="16" y="342"/>
                  </a:lnTo>
                  <a:lnTo>
                    <a:pt x="22" y="303"/>
                  </a:lnTo>
                  <a:lnTo>
                    <a:pt x="30" y="264"/>
                  </a:lnTo>
                  <a:lnTo>
                    <a:pt x="41" y="229"/>
                  </a:lnTo>
                  <a:lnTo>
                    <a:pt x="52" y="194"/>
                  </a:lnTo>
                  <a:lnTo>
                    <a:pt x="67" y="162"/>
                  </a:lnTo>
                  <a:lnTo>
                    <a:pt x="82" y="133"/>
                  </a:lnTo>
                  <a:lnTo>
                    <a:pt x="98" y="106"/>
                  </a:lnTo>
                  <a:lnTo>
                    <a:pt x="116" y="81"/>
                  </a:lnTo>
                  <a:lnTo>
                    <a:pt x="136" y="61"/>
                  </a:lnTo>
                  <a:lnTo>
                    <a:pt x="156" y="43"/>
                  </a:lnTo>
                  <a:lnTo>
                    <a:pt x="178" y="31"/>
                  </a:lnTo>
                  <a:lnTo>
                    <a:pt x="199" y="20"/>
                  </a:lnTo>
                  <a:lnTo>
                    <a:pt x="221"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1482" name="Freeform 56"/>
            <p:cNvSpPr>
              <a:spLocks/>
            </p:cNvSpPr>
            <p:nvPr/>
          </p:nvSpPr>
          <p:spPr bwMode="auto">
            <a:xfrm>
              <a:off x="1140" y="2087"/>
              <a:ext cx="49" cy="85"/>
            </a:xfrm>
            <a:custGeom>
              <a:avLst/>
              <a:gdLst>
                <a:gd name="T0" fmla="*/ 2 w 246"/>
                <a:gd name="T1" fmla="*/ 3 h 424"/>
                <a:gd name="T2" fmla="*/ 2 w 246"/>
                <a:gd name="T3" fmla="*/ 3 h 424"/>
                <a:gd name="T4" fmla="*/ 2 w 246"/>
                <a:gd name="T5" fmla="*/ 3 h 424"/>
                <a:gd name="T6" fmla="*/ 2 w 246"/>
                <a:gd name="T7" fmla="*/ 3 h 424"/>
                <a:gd name="T8" fmla="*/ 2 w 246"/>
                <a:gd name="T9" fmla="*/ 2 h 424"/>
                <a:gd name="T10" fmla="*/ 2 w 246"/>
                <a:gd name="T11" fmla="*/ 2 h 424"/>
                <a:gd name="T12" fmla="*/ 2 w 246"/>
                <a:gd name="T13" fmla="*/ 2 h 424"/>
                <a:gd name="T14" fmla="*/ 2 w 246"/>
                <a:gd name="T15" fmla="*/ 2 h 424"/>
                <a:gd name="T16" fmla="*/ 2 w 246"/>
                <a:gd name="T17" fmla="*/ 1 h 424"/>
                <a:gd name="T18" fmla="*/ 1 w 246"/>
                <a:gd name="T19" fmla="*/ 1 h 424"/>
                <a:gd name="T20" fmla="*/ 1 w 246"/>
                <a:gd name="T21" fmla="*/ 1 h 424"/>
                <a:gd name="T22" fmla="*/ 1 w 246"/>
                <a:gd name="T23" fmla="*/ 1 h 424"/>
                <a:gd name="T24" fmla="*/ 1 w 246"/>
                <a:gd name="T25" fmla="*/ 0 h 424"/>
                <a:gd name="T26" fmla="*/ 1 w 246"/>
                <a:gd name="T27" fmla="*/ 0 h 424"/>
                <a:gd name="T28" fmla="*/ 1 w 246"/>
                <a:gd name="T29" fmla="*/ 0 h 424"/>
                <a:gd name="T30" fmla="*/ 0 w 246"/>
                <a:gd name="T31" fmla="*/ 0 h 424"/>
                <a:gd name="T32" fmla="*/ 0 w 246"/>
                <a:gd name="T33" fmla="*/ 0 h 424"/>
                <a:gd name="T34" fmla="*/ 0 w 246"/>
                <a:gd name="T35" fmla="*/ 0 h 424"/>
                <a:gd name="T36" fmla="*/ 0 w 246"/>
                <a:gd name="T37" fmla="*/ 0 h 424"/>
                <a:gd name="T38" fmla="*/ 0 w 246"/>
                <a:gd name="T39" fmla="*/ 0 h 424"/>
                <a:gd name="T40" fmla="*/ 0 w 246"/>
                <a:gd name="T41" fmla="*/ 0 h 424"/>
                <a:gd name="T42" fmla="*/ 1 w 246"/>
                <a:gd name="T43" fmla="*/ 0 h 424"/>
                <a:gd name="T44" fmla="*/ 1 w 246"/>
                <a:gd name="T45" fmla="*/ 0 h 424"/>
                <a:gd name="T46" fmla="*/ 1 w 246"/>
                <a:gd name="T47" fmla="*/ 0 h 424"/>
                <a:gd name="T48" fmla="*/ 1 w 246"/>
                <a:gd name="T49" fmla="*/ 1 h 424"/>
                <a:gd name="T50" fmla="*/ 1 w 246"/>
                <a:gd name="T51" fmla="*/ 1 h 424"/>
                <a:gd name="T52" fmla="*/ 1 w 246"/>
                <a:gd name="T53" fmla="*/ 1 h 424"/>
                <a:gd name="T54" fmla="*/ 1 w 246"/>
                <a:gd name="T55" fmla="*/ 1 h 424"/>
                <a:gd name="T56" fmla="*/ 2 w 246"/>
                <a:gd name="T57" fmla="*/ 2 h 424"/>
                <a:gd name="T58" fmla="*/ 2 w 246"/>
                <a:gd name="T59" fmla="*/ 2 h 424"/>
                <a:gd name="T60" fmla="*/ 2 w 246"/>
                <a:gd name="T61" fmla="*/ 2 h 424"/>
                <a:gd name="T62" fmla="*/ 2 w 246"/>
                <a:gd name="T63" fmla="*/ 2 h 424"/>
                <a:gd name="T64" fmla="*/ 2 w 246"/>
                <a:gd name="T65" fmla="*/ 3 h 424"/>
                <a:gd name="T66" fmla="*/ 2 w 246"/>
                <a:gd name="T67" fmla="*/ 3 h 424"/>
                <a:gd name="T68" fmla="*/ 2 w 246"/>
                <a:gd name="T69" fmla="*/ 3 h 424"/>
                <a:gd name="T70" fmla="*/ 2 w 246"/>
                <a:gd name="T71" fmla="*/ 3 h 424"/>
                <a:gd name="T72" fmla="*/ 2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424"/>
                  </a:moveTo>
                  <a:lnTo>
                    <a:pt x="246" y="424"/>
                  </a:lnTo>
                  <a:lnTo>
                    <a:pt x="244" y="382"/>
                  </a:lnTo>
                  <a:lnTo>
                    <a:pt x="241" y="338"/>
                  </a:lnTo>
                  <a:lnTo>
                    <a:pt x="235" y="298"/>
                  </a:lnTo>
                  <a:lnTo>
                    <a:pt x="227" y="261"/>
                  </a:lnTo>
                  <a:lnTo>
                    <a:pt x="216" y="222"/>
                  </a:lnTo>
                  <a:lnTo>
                    <a:pt x="205" y="188"/>
                  </a:lnTo>
                  <a:lnTo>
                    <a:pt x="190" y="155"/>
                  </a:lnTo>
                  <a:lnTo>
                    <a:pt x="174" y="125"/>
                  </a:lnTo>
                  <a:lnTo>
                    <a:pt x="157" y="98"/>
                  </a:lnTo>
                  <a:lnTo>
                    <a:pt x="138" y="73"/>
                  </a:lnTo>
                  <a:lnTo>
                    <a:pt x="118" y="51"/>
                  </a:lnTo>
                  <a:lnTo>
                    <a:pt x="96" y="34"/>
                  </a:lnTo>
                  <a:lnTo>
                    <a:pt x="74" y="18"/>
                  </a:lnTo>
                  <a:lnTo>
                    <a:pt x="50" y="8"/>
                  </a:lnTo>
                  <a:lnTo>
                    <a:pt x="25" y="2"/>
                  </a:lnTo>
                  <a:lnTo>
                    <a:pt x="0" y="0"/>
                  </a:lnTo>
                  <a:lnTo>
                    <a:pt x="0" y="11"/>
                  </a:lnTo>
                  <a:lnTo>
                    <a:pt x="23" y="14"/>
                  </a:lnTo>
                  <a:lnTo>
                    <a:pt x="45" y="19"/>
                  </a:lnTo>
                  <a:lnTo>
                    <a:pt x="67" y="30"/>
                  </a:lnTo>
                  <a:lnTo>
                    <a:pt x="89" y="43"/>
                  </a:lnTo>
                  <a:lnTo>
                    <a:pt x="108" y="60"/>
                  </a:lnTo>
                  <a:lnTo>
                    <a:pt x="128" y="80"/>
                  </a:lnTo>
                  <a:lnTo>
                    <a:pt x="147" y="105"/>
                  </a:lnTo>
                  <a:lnTo>
                    <a:pt x="165" y="132"/>
                  </a:lnTo>
                  <a:lnTo>
                    <a:pt x="179" y="160"/>
                  </a:lnTo>
                  <a:lnTo>
                    <a:pt x="193" y="193"/>
                  </a:lnTo>
                  <a:lnTo>
                    <a:pt x="205" y="227"/>
                  </a:lnTo>
                  <a:lnTo>
                    <a:pt x="215" y="263"/>
                  </a:lnTo>
                  <a:lnTo>
                    <a:pt x="223" y="301"/>
                  </a:lnTo>
                  <a:lnTo>
                    <a:pt x="229" y="341"/>
                  </a:lnTo>
                  <a:lnTo>
                    <a:pt x="233" y="382"/>
                  </a:lnTo>
                  <a:lnTo>
                    <a:pt x="234" y="424"/>
                  </a:lnTo>
                  <a:lnTo>
                    <a:pt x="246"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1483" name="Freeform 57"/>
            <p:cNvSpPr>
              <a:spLocks/>
            </p:cNvSpPr>
            <p:nvPr/>
          </p:nvSpPr>
          <p:spPr bwMode="auto">
            <a:xfrm>
              <a:off x="1140" y="2172"/>
              <a:ext cx="49" cy="85"/>
            </a:xfrm>
            <a:custGeom>
              <a:avLst/>
              <a:gdLst>
                <a:gd name="T0" fmla="*/ 0 w 246"/>
                <a:gd name="T1" fmla="*/ 3 h 426"/>
                <a:gd name="T2" fmla="*/ 0 w 246"/>
                <a:gd name="T3" fmla="*/ 3 h 426"/>
                <a:gd name="T4" fmla="*/ 0 w 246"/>
                <a:gd name="T5" fmla="*/ 3 h 426"/>
                <a:gd name="T6" fmla="*/ 0 w 246"/>
                <a:gd name="T7" fmla="*/ 3 h 426"/>
                <a:gd name="T8" fmla="*/ 1 w 246"/>
                <a:gd name="T9" fmla="*/ 3 h 426"/>
                <a:gd name="T10" fmla="*/ 1 w 246"/>
                <a:gd name="T11" fmla="*/ 3 h 426"/>
                <a:gd name="T12" fmla="*/ 1 w 246"/>
                <a:gd name="T13" fmla="*/ 3 h 426"/>
                <a:gd name="T14" fmla="*/ 1 w 246"/>
                <a:gd name="T15" fmla="*/ 3 h 426"/>
                <a:gd name="T16" fmla="*/ 1 w 246"/>
                <a:gd name="T17" fmla="*/ 3 h 426"/>
                <a:gd name="T18" fmla="*/ 1 w 246"/>
                <a:gd name="T19" fmla="*/ 2 h 426"/>
                <a:gd name="T20" fmla="*/ 2 w 246"/>
                <a:gd name="T21" fmla="*/ 2 h 426"/>
                <a:gd name="T22" fmla="*/ 2 w 246"/>
                <a:gd name="T23" fmla="*/ 2 h 426"/>
                <a:gd name="T24" fmla="*/ 2 w 246"/>
                <a:gd name="T25" fmla="*/ 2 h 426"/>
                <a:gd name="T26" fmla="*/ 2 w 246"/>
                <a:gd name="T27" fmla="*/ 1 h 426"/>
                <a:gd name="T28" fmla="*/ 2 w 246"/>
                <a:gd name="T29" fmla="*/ 1 h 426"/>
                <a:gd name="T30" fmla="*/ 2 w 246"/>
                <a:gd name="T31" fmla="*/ 1 h 426"/>
                <a:gd name="T32" fmla="*/ 2 w 246"/>
                <a:gd name="T33" fmla="*/ 0 h 426"/>
                <a:gd name="T34" fmla="*/ 2 w 246"/>
                <a:gd name="T35" fmla="*/ 0 h 426"/>
                <a:gd name="T36" fmla="*/ 2 w 246"/>
                <a:gd name="T37" fmla="*/ 0 h 426"/>
                <a:gd name="T38" fmla="*/ 2 w 246"/>
                <a:gd name="T39" fmla="*/ 0 h 426"/>
                <a:gd name="T40" fmla="*/ 2 w 246"/>
                <a:gd name="T41" fmla="*/ 1 h 426"/>
                <a:gd name="T42" fmla="*/ 2 w 246"/>
                <a:gd name="T43" fmla="*/ 1 h 426"/>
                <a:gd name="T44" fmla="*/ 2 w 246"/>
                <a:gd name="T45" fmla="*/ 1 h 426"/>
                <a:gd name="T46" fmla="*/ 2 w 246"/>
                <a:gd name="T47" fmla="*/ 2 h 426"/>
                <a:gd name="T48" fmla="*/ 2 w 246"/>
                <a:gd name="T49" fmla="*/ 2 h 426"/>
                <a:gd name="T50" fmla="*/ 1 w 246"/>
                <a:gd name="T51" fmla="*/ 2 h 426"/>
                <a:gd name="T52" fmla="*/ 1 w 246"/>
                <a:gd name="T53" fmla="*/ 2 h 426"/>
                <a:gd name="T54" fmla="*/ 1 w 246"/>
                <a:gd name="T55" fmla="*/ 3 h 426"/>
                <a:gd name="T56" fmla="*/ 1 w 246"/>
                <a:gd name="T57" fmla="*/ 3 h 426"/>
                <a:gd name="T58" fmla="*/ 1 w 246"/>
                <a:gd name="T59" fmla="*/ 3 h 426"/>
                <a:gd name="T60" fmla="*/ 1 w 246"/>
                <a:gd name="T61" fmla="*/ 3 h 426"/>
                <a:gd name="T62" fmla="*/ 1 w 246"/>
                <a:gd name="T63" fmla="*/ 3 h 426"/>
                <a:gd name="T64" fmla="*/ 0 w 246"/>
                <a:gd name="T65" fmla="*/ 3 h 426"/>
                <a:gd name="T66" fmla="*/ 0 w 246"/>
                <a:gd name="T67" fmla="*/ 3 h 426"/>
                <a:gd name="T68" fmla="*/ 0 w 246"/>
                <a:gd name="T69" fmla="*/ 3 h 426"/>
                <a:gd name="T70" fmla="*/ 0 w 246"/>
                <a:gd name="T71" fmla="*/ 3 h 426"/>
                <a:gd name="T72" fmla="*/ 0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426"/>
                  </a:moveTo>
                  <a:lnTo>
                    <a:pt x="0" y="426"/>
                  </a:lnTo>
                  <a:lnTo>
                    <a:pt x="25" y="423"/>
                  </a:lnTo>
                  <a:lnTo>
                    <a:pt x="50" y="417"/>
                  </a:lnTo>
                  <a:lnTo>
                    <a:pt x="74" y="407"/>
                  </a:lnTo>
                  <a:lnTo>
                    <a:pt x="96" y="392"/>
                  </a:lnTo>
                  <a:lnTo>
                    <a:pt x="118" y="373"/>
                  </a:lnTo>
                  <a:lnTo>
                    <a:pt x="138" y="350"/>
                  </a:lnTo>
                  <a:lnTo>
                    <a:pt x="157" y="327"/>
                  </a:lnTo>
                  <a:lnTo>
                    <a:pt x="175" y="299"/>
                  </a:lnTo>
                  <a:lnTo>
                    <a:pt x="190" y="268"/>
                  </a:lnTo>
                  <a:lnTo>
                    <a:pt x="205" y="236"/>
                  </a:lnTo>
                  <a:lnTo>
                    <a:pt x="216" y="202"/>
                  </a:lnTo>
                  <a:lnTo>
                    <a:pt x="227" y="164"/>
                  </a:lnTo>
                  <a:lnTo>
                    <a:pt x="235" y="125"/>
                  </a:lnTo>
                  <a:lnTo>
                    <a:pt x="241" y="86"/>
                  </a:lnTo>
                  <a:lnTo>
                    <a:pt x="244" y="42"/>
                  </a:lnTo>
                  <a:lnTo>
                    <a:pt x="246" y="0"/>
                  </a:lnTo>
                  <a:lnTo>
                    <a:pt x="234" y="0"/>
                  </a:lnTo>
                  <a:lnTo>
                    <a:pt x="233" y="42"/>
                  </a:lnTo>
                  <a:lnTo>
                    <a:pt x="229" y="83"/>
                  </a:lnTo>
                  <a:lnTo>
                    <a:pt x="223" y="123"/>
                  </a:lnTo>
                  <a:lnTo>
                    <a:pt x="215" y="162"/>
                  </a:lnTo>
                  <a:lnTo>
                    <a:pt x="205" y="197"/>
                  </a:lnTo>
                  <a:lnTo>
                    <a:pt x="193" y="231"/>
                  </a:lnTo>
                  <a:lnTo>
                    <a:pt x="179" y="264"/>
                  </a:lnTo>
                  <a:lnTo>
                    <a:pt x="164" y="292"/>
                  </a:lnTo>
                  <a:lnTo>
                    <a:pt x="147" y="320"/>
                  </a:lnTo>
                  <a:lnTo>
                    <a:pt x="128" y="343"/>
                  </a:lnTo>
                  <a:lnTo>
                    <a:pt x="108" y="363"/>
                  </a:lnTo>
                  <a:lnTo>
                    <a:pt x="89" y="382"/>
                  </a:lnTo>
                  <a:lnTo>
                    <a:pt x="67" y="395"/>
                  </a:lnTo>
                  <a:lnTo>
                    <a:pt x="45" y="406"/>
                  </a:lnTo>
                  <a:lnTo>
                    <a:pt x="23" y="411"/>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1484" name="Freeform 58"/>
            <p:cNvSpPr>
              <a:spLocks/>
            </p:cNvSpPr>
            <p:nvPr/>
          </p:nvSpPr>
          <p:spPr bwMode="auto">
            <a:xfrm>
              <a:off x="1091" y="2172"/>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4" y="86"/>
                  </a:lnTo>
                  <a:lnTo>
                    <a:pt x="10" y="125"/>
                  </a:lnTo>
                  <a:lnTo>
                    <a:pt x="18" y="164"/>
                  </a:lnTo>
                  <a:lnTo>
                    <a:pt x="29" y="202"/>
                  </a:lnTo>
                  <a:lnTo>
                    <a:pt x="41" y="236"/>
                  </a:lnTo>
                  <a:lnTo>
                    <a:pt x="55" y="268"/>
                  </a:lnTo>
                  <a:lnTo>
                    <a:pt x="70" y="299"/>
                  </a:lnTo>
                  <a:lnTo>
                    <a:pt x="89" y="327"/>
                  </a:lnTo>
                  <a:lnTo>
                    <a:pt x="106" y="350"/>
                  </a:lnTo>
                  <a:lnTo>
                    <a:pt x="126" y="373"/>
                  </a:lnTo>
                  <a:lnTo>
                    <a:pt x="148" y="392"/>
                  </a:lnTo>
                  <a:lnTo>
                    <a:pt x="171" y="407"/>
                  </a:lnTo>
                  <a:lnTo>
                    <a:pt x="194" y="417"/>
                  </a:lnTo>
                  <a:lnTo>
                    <a:pt x="219" y="423"/>
                  </a:lnTo>
                  <a:lnTo>
                    <a:pt x="245" y="426"/>
                  </a:lnTo>
                  <a:lnTo>
                    <a:pt x="245" y="414"/>
                  </a:lnTo>
                  <a:lnTo>
                    <a:pt x="221" y="411"/>
                  </a:lnTo>
                  <a:lnTo>
                    <a:pt x="199" y="406"/>
                  </a:lnTo>
                  <a:lnTo>
                    <a:pt x="178" y="395"/>
                  </a:lnTo>
                  <a:lnTo>
                    <a:pt x="155" y="382"/>
                  </a:lnTo>
                  <a:lnTo>
                    <a:pt x="136" y="363"/>
                  </a:lnTo>
                  <a:lnTo>
                    <a:pt x="116" y="343"/>
                  </a:lnTo>
                  <a:lnTo>
                    <a:pt x="98" y="320"/>
                  </a:lnTo>
                  <a:lnTo>
                    <a:pt x="82" y="292"/>
                  </a:lnTo>
                  <a:lnTo>
                    <a:pt x="66" y="264"/>
                  </a:lnTo>
                  <a:lnTo>
                    <a:pt x="52" y="231"/>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1485" name="Freeform 59"/>
            <p:cNvSpPr>
              <a:spLocks/>
            </p:cNvSpPr>
            <p:nvPr/>
          </p:nvSpPr>
          <p:spPr bwMode="auto">
            <a:xfrm>
              <a:off x="1091" y="2087"/>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4" y="8"/>
                  </a:lnTo>
                  <a:lnTo>
                    <a:pt x="171" y="18"/>
                  </a:lnTo>
                  <a:lnTo>
                    <a:pt x="148" y="34"/>
                  </a:lnTo>
                  <a:lnTo>
                    <a:pt x="126" y="51"/>
                  </a:lnTo>
                  <a:lnTo>
                    <a:pt x="106" y="73"/>
                  </a:lnTo>
                  <a:lnTo>
                    <a:pt x="89" y="98"/>
                  </a:lnTo>
                  <a:lnTo>
                    <a:pt x="71" y="125"/>
                  </a:lnTo>
                  <a:lnTo>
                    <a:pt x="55" y="155"/>
                  </a:lnTo>
                  <a:lnTo>
                    <a:pt x="41" y="188"/>
                  </a:lnTo>
                  <a:lnTo>
                    <a:pt x="29" y="222"/>
                  </a:lnTo>
                  <a:lnTo>
                    <a:pt x="18" y="261"/>
                  </a:lnTo>
                  <a:lnTo>
                    <a:pt x="10" y="298"/>
                  </a:lnTo>
                  <a:lnTo>
                    <a:pt x="4" y="338"/>
                  </a:lnTo>
                  <a:lnTo>
                    <a:pt x="1" y="382"/>
                  </a:lnTo>
                  <a:lnTo>
                    <a:pt x="0" y="424"/>
                  </a:lnTo>
                  <a:lnTo>
                    <a:pt x="11" y="424"/>
                  </a:lnTo>
                  <a:lnTo>
                    <a:pt x="13" y="382"/>
                  </a:lnTo>
                  <a:lnTo>
                    <a:pt x="16" y="341"/>
                  </a:lnTo>
                  <a:lnTo>
                    <a:pt x="22" y="301"/>
                  </a:lnTo>
                  <a:lnTo>
                    <a:pt x="30" y="263"/>
                  </a:lnTo>
                  <a:lnTo>
                    <a:pt x="41" y="227"/>
                  </a:lnTo>
                  <a:lnTo>
                    <a:pt x="52" y="193"/>
                  </a:lnTo>
                  <a:lnTo>
                    <a:pt x="66" y="160"/>
                  </a:lnTo>
                  <a:lnTo>
                    <a:pt x="80" y="132"/>
                  </a:lnTo>
                  <a:lnTo>
                    <a:pt x="98" y="105"/>
                  </a:lnTo>
                  <a:lnTo>
                    <a:pt x="116" y="80"/>
                  </a:lnTo>
                  <a:lnTo>
                    <a:pt x="136" y="60"/>
                  </a:lnTo>
                  <a:lnTo>
                    <a:pt x="155" y="43"/>
                  </a:lnTo>
                  <a:lnTo>
                    <a:pt x="178" y="30"/>
                  </a:lnTo>
                  <a:lnTo>
                    <a:pt x="199" y="19"/>
                  </a:lnTo>
                  <a:lnTo>
                    <a:pt x="221" y="14"/>
                  </a:lnTo>
                  <a:lnTo>
                    <a:pt x="245" y="11"/>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1486" name="Freeform 60"/>
            <p:cNvSpPr>
              <a:spLocks/>
            </p:cNvSpPr>
            <p:nvPr/>
          </p:nvSpPr>
          <p:spPr bwMode="auto">
            <a:xfrm>
              <a:off x="1392" y="2118"/>
              <a:ext cx="49" cy="85"/>
            </a:xfrm>
            <a:custGeom>
              <a:avLst/>
              <a:gdLst>
                <a:gd name="T0" fmla="*/ 2 w 246"/>
                <a:gd name="T1" fmla="*/ 3 h 426"/>
                <a:gd name="T2" fmla="*/ 2 w 246"/>
                <a:gd name="T3" fmla="*/ 3 h 426"/>
                <a:gd name="T4" fmla="*/ 2 w 246"/>
                <a:gd name="T5" fmla="*/ 3 h 426"/>
                <a:gd name="T6" fmla="*/ 2 w 246"/>
                <a:gd name="T7" fmla="*/ 3 h 426"/>
                <a:gd name="T8" fmla="*/ 2 w 246"/>
                <a:gd name="T9" fmla="*/ 2 h 426"/>
                <a:gd name="T10" fmla="*/ 2 w 246"/>
                <a:gd name="T11" fmla="*/ 2 h 426"/>
                <a:gd name="T12" fmla="*/ 2 w 246"/>
                <a:gd name="T13" fmla="*/ 2 h 426"/>
                <a:gd name="T14" fmla="*/ 2 w 246"/>
                <a:gd name="T15" fmla="*/ 2 h 426"/>
                <a:gd name="T16" fmla="*/ 2 w 246"/>
                <a:gd name="T17" fmla="*/ 1 h 426"/>
                <a:gd name="T18" fmla="*/ 1 w 246"/>
                <a:gd name="T19" fmla="*/ 1 h 426"/>
                <a:gd name="T20" fmla="*/ 1 w 246"/>
                <a:gd name="T21" fmla="*/ 1 h 426"/>
                <a:gd name="T22" fmla="*/ 1 w 246"/>
                <a:gd name="T23" fmla="*/ 1 h 426"/>
                <a:gd name="T24" fmla="*/ 1 w 246"/>
                <a:gd name="T25" fmla="*/ 0 h 426"/>
                <a:gd name="T26" fmla="*/ 1 w 246"/>
                <a:gd name="T27" fmla="*/ 0 h 426"/>
                <a:gd name="T28" fmla="*/ 1 w 246"/>
                <a:gd name="T29" fmla="*/ 0 h 426"/>
                <a:gd name="T30" fmla="*/ 0 w 246"/>
                <a:gd name="T31" fmla="*/ 0 h 426"/>
                <a:gd name="T32" fmla="*/ 0 w 246"/>
                <a:gd name="T33" fmla="*/ 0 h 426"/>
                <a:gd name="T34" fmla="*/ 0 w 246"/>
                <a:gd name="T35" fmla="*/ 0 h 426"/>
                <a:gd name="T36" fmla="*/ 0 w 246"/>
                <a:gd name="T37" fmla="*/ 0 h 426"/>
                <a:gd name="T38" fmla="*/ 0 w 246"/>
                <a:gd name="T39" fmla="*/ 0 h 426"/>
                <a:gd name="T40" fmla="*/ 0 w 246"/>
                <a:gd name="T41" fmla="*/ 0 h 426"/>
                <a:gd name="T42" fmla="*/ 1 w 246"/>
                <a:gd name="T43" fmla="*/ 0 h 426"/>
                <a:gd name="T44" fmla="*/ 1 w 246"/>
                <a:gd name="T45" fmla="*/ 0 h 426"/>
                <a:gd name="T46" fmla="*/ 1 w 246"/>
                <a:gd name="T47" fmla="*/ 1 h 426"/>
                <a:gd name="T48" fmla="*/ 1 w 246"/>
                <a:gd name="T49" fmla="*/ 1 h 426"/>
                <a:gd name="T50" fmla="*/ 1 w 246"/>
                <a:gd name="T51" fmla="*/ 1 h 426"/>
                <a:gd name="T52" fmla="*/ 1 w 246"/>
                <a:gd name="T53" fmla="*/ 1 h 426"/>
                <a:gd name="T54" fmla="*/ 1 w 246"/>
                <a:gd name="T55" fmla="*/ 1 h 426"/>
                <a:gd name="T56" fmla="*/ 2 w 246"/>
                <a:gd name="T57" fmla="*/ 2 h 426"/>
                <a:gd name="T58" fmla="*/ 2 w 246"/>
                <a:gd name="T59" fmla="*/ 2 h 426"/>
                <a:gd name="T60" fmla="*/ 2 w 246"/>
                <a:gd name="T61" fmla="*/ 2 h 426"/>
                <a:gd name="T62" fmla="*/ 2 w 246"/>
                <a:gd name="T63" fmla="*/ 2 h 426"/>
                <a:gd name="T64" fmla="*/ 2 w 246"/>
                <a:gd name="T65" fmla="*/ 3 h 426"/>
                <a:gd name="T66" fmla="*/ 2 w 246"/>
                <a:gd name="T67" fmla="*/ 3 h 426"/>
                <a:gd name="T68" fmla="*/ 2 w 246"/>
                <a:gd name="T69" fmla="*/ 3 h 426"/>
                <a:gd name="T70" fmla="*/ 2 w 246"/>
                <a:gd name="T71" fmla="*/ 3 h 426"/>
                <a:gd name="T72" fmla="*/ 2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246" y="426"/>
                  </a:moveTo>
                  <a:lnTo>
                    <a:pt x="246" y="426"/>
                  </a:lnTo>
                  <a:lnTo>
                    <a:pt x="245" y="384"/>
                  </a:lnTo>
                  <a:lnTo>
                    <a:pt x="242" y="340"/>
                  </a:lnTo>
                  <a:lnTo>
                    <a:pt x="236" y="301"/>
                  </a:lnTo>
                  <a:lnTo>
                    <a:pt x="228" y="262"/>
                  </a:lnTo>
                  <a:lnTo>
                    <a:pt x="217" y="224"/>
                  </a:lnTo>
                  <a:lnTo>
                    <a:pt x="205" y="190"/>
                  </a:lnTo>
                  <a:lnTo>
                    <a:pt x="191" y="158"/>
                  </a:lnTo>
                  <a:lnTo>
                    <a:pt x="176" y="126"/>
                  </a:lnTo>
                  <a:lnTo>
                    <a:pt x="157" y="99"/>
                  </a:lnTo>
                  <a:lnTo>
                    <a:pt x="139" y="75"/>
                  </a:lnTo>
                  <a:lnTo>
                    <a:pt x="119" y="53"/>
                  </a:lnTo>
                  <a:lnTo>
                    <a:pt x="96" y="34"/>
                  </a:lnTo>
                  <a:lnTo>
                    <a:pt x="75" y="19"/>
                  </a:lnTo>
                  <a:lnTo>
                    <a:pt x="51" y="9"/>
                  </a:lnTo>
                  <a:lnTo>
                    <a:pt x="26" y="3"/>
                  </a:lnTo>
                  <a:lnTo>
                    <a:pt x="0" y="0"/>
                  </a:lnTo>
                  <a:lnTo>
                    <a:pt x="0" y="12"/>
                  </a:lnTo>
                  <a:lnTo>
                    <a:pt x="24" y="15"/>
                  </a:lnTo>
                  <a:lnTo>
                    <a:pt x="46" y="20"/>
                  </a:lnTo>
                  <a:lnTo>
                    <a:pt x="68" y="31"/>
                  </a:lnTo>
                  <a:lnTo>
                    <a:pt x="89" y="44"/>
                  </a:lnTo>
                  <a:lnTo>
                    <a:pt x="109" y="63"/>
                  </a:lnTo>
                  <a:lnTo>
                    <a:pt x="129" y="83"/>
                  </a:lnTo>
                  <a:lnTo>
                    <a:pt x="148" y="106"/>
                  </a:lnTo>
                  <a:lnTo>
                    <a:pt x="164" y="133"/>
                  </a:lnTo>
                  <a:lnTo>
                    <a:pt x="180" y="162"/>
                  </a:lnTo>
                  <a:lnTo>
                    <a:pt x="194" y="195"/>
                  </a:lnTo>
                  <a:lnTo>
                    <a:pt x="205" y="229"/>
                  </a:lnTo>
                  <a:lnTo>
                    <a:pt x="216" y="264"/>
                  </a:lnTo>
                  <a:lnTo>
                    <a:pt x="224" y="303"/>
                  </a:lnTo>
                  <a:lnTo>
                    <a:pt x="230" y="343"/>
                  </a:lnTo>
                  <a:lnTo>
                    <a:pt x="233" y="384"/>
                  </a:lnTo>
                  <a:lnTo>
                    <a:pt x="235" y="426"/>
                  </a:lnTo>
                  <a:lnTo>
                    <a:pt x="246"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1487" name="Freeform 61"/>
            <p:cNvSpPr>
              <a:spLocks/>
            </p:cNvSpPr>
            <p:nvPr/>
          </p:nvSpPr>
          <p:spPr bwMode="auto">
            <a:xfrm>
              <a:off x="1392" y="2203"/>
              <a:ext cx="49" cy="85"/>
            </a:xfrm>
            <a:custGeom>
              <a:avLst/>
              <a:gdLst>
                <a:gd name="T0" fmla="*/ 0 w 246"/>
                <a:gd name="T1" fmla="*/ 3 h 424"/>
                <a:gd name="T2" fmla="*/ 0 w 246"/>
                <a:gd name="T3" fmla="*/ 3 h 424"/>
                <a:gd name="T4" fmla="*/ 0 w 246"/>
                <a:gd name="T5" fmla="*/ 3 h 424"/>
                <a:gd name="T6" fmla="*/ 0 w 246"/>
                <a:gd name="T7" fmla="*/ 3 h 424"/>
                <a:gd name="T8" fmla="*/ 1 w 246"/>
                <a:gd name="T9" fmla="*/ 3 h 424"/>
                <a:gd name="T10" fmla="*/ 1 w 246"/>
                <a:gd name="T11" fmla="*/ 3 h 424"/>
                <a:gd name="T12" fmla="*/ 1 w 246"/>
                <a:gd name="T13" fmla="*/ 3 h 424"/>
                <a:gd name="T14" fmla="*/ 1 w 246"/>
                <a:gd name="T15" fmla="*/ 3 h 424"/>
                <a:gd name="T16" fmla="*/ 1 w 246"/>
                <a:gd name="T17" fmla="*/ 3 h 424"/>
                <a:gd name="T18" fmla="*/ 1 w 246"/>
                <a:gd name="T19" fmla="*/ 2 h 424"/>
                <a:gd name="T20" fmla="*/ 2 w 246"/>
                <a:gd name="T21" fmla="*/ 2 h 424"/>
                <a:gd name="T22" fmla="*/ 2 w 246"/>
                <a:gd name="T23" fmla="*/ 2 h 424"/>
                <a:gd name="T24" fmla="*/ 2 w 246"/>
                <a:gd name="T25" fmla="*/ 2 h 424"/>
                <a:gd name="T26" fmla="*/ 2 w 246"/>
                <a:gd name="T27" fmla="*/ 1 h 424"/>
                <a:gd name="T28" fmla="*/ 2 w 246"/>
                <a:gd name="T29" fmla="*/ 1 h 424"/>
                <a:gd name="T30" fmla="*/ 2 w 246"/>
                <a:gd name="T31" fmla="*/ 1 h 424"/>
                <a:gd name="T32" fmla="*/ 2 w 246"/>
                <a:gd name="T33" fmla="*/ 0 h 424"/>
                <a:gd name="T34" fmla="*/ 2 w 246"/>
                <a:gd name="T35" fmla="*/ 0 h 424"/>
                <a:gd name="T36" fmla="*/ 2 w 246"/>
                <a:gd name="T37" fmla="*/ 0 h 424"/>
                <a:gd name="T38" fmla="*/ 2 w 246"/>
                <a:gd name="T39" fmla="*/ 0 h 424"/>
                <a:gd name="T40" fmla="*/ 2 w 246"/>
                <a:gd name="T41" fmla="*/ 1 h 424"/>
                <a:gd name="T42" fmla="*/ 2 w 246"/>
                <a:gd name="T43" fmla="*/ 1 h 424"/>
                <a:gd name="T44" fmla="*/ 2 w 246"/>
                <a:gd name="T45" fmla="*/ 1 h 424"/>
                <a:gd name="T46" fmla="*/ 2 w 246"/>
                <a:gd name="T47" fmla="*/ 2 h 424"/>
                <a:gd name="T48" fmla="*/ 2 w 246"/>
                <a:gd name="T49" fmla="*/ 2 h 424"/>
                <a:gd name="T50" fmla="*/ 1 w 246"/>
                <a:gd name="T51" fmla="*/ 2 h 424"/>
                <a:gd name="T52" fmla="*/ 1 w 246"/>
                <a:gd name="T53" fmla="*/ 2 h 424"/>
                <a:gd name="T54" fmla="*/ 1 w 246"/>
                <a:gd name="T55" fmla="*/ 3 h 424"/>
                <a:gd name="T56" fmla="*/ 1 w 246"/>
                <a:gd name="T57" fmla="*/ 3 h 424"/>
                <a:gd name="T58" fmla="*/ 1 w 246"/>
                <a:gd name="T59" fmla="*/ 3 h 424"/>
                <a:gd name="T60" fmla="*/ 1 w 246"/>
                <a:gd name="T61" fmla="*/ 3 h 424"/>
                <a:gd name="T62" fmla="*/ 1 w 246"/>
                <a:gd name="T63" fmla="*/ 3 h 424"/>
                <a:gd name="T64" fmla="*/ 0 w 246"/>
                <a:gd name="T65" fmla="*/ 3 h 424"/>
                <a:gd name="T66" fmla="*/ 0 w 246"/>
                <a:gd name="T67" fmla="*/ 3 h 424"/>
                <a:gd name="T68" fmla="*/ 0 w 246"/>
                <a:gd name="T69" fmla="*/ 3 h 424"/>
                <a:gd name="T70" fmla="*/ 0 w 246"/>
                <a:gd name="T71" fmla="*/ 3 h 424"/>
                <a:gd name="T72" fmla="*/ 0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0" y="424"/>
                  </a:moveTo>
                  <a:lnTo>
                    <a:pt x="0" y="424"/>
                  </a:lnTo>
                  <a:lnTo>
                    <a:pt x="26" y="422"/>
                  </a:lnTo>
                  <a:lnTo>
                    <a:pt x="51" y="416"/>
                  </a:lnTo>
                  <a:lnTo>
                    <a:pt x="75" y="406"/>
                  </a:lnTo>
                  <a:lnTo>
                    <a:pt x="96" y="390"/>
                  </a:lnTo>
                  <a:lnTo>
                    <a:pt x="119" y="373"/>
                  </a:lnTo>
                  <a:lnTo>
                    <a:pt x="139" y="351"/>
                  </a:lnTo>
                  <a:lnTo>
                    <a:pt x="157" y="326"/>
                  </a:lnTo>
                  <a:lnTo>
                    <a:pt x="175" y="299"/>
                  </a:lnTo>
                  <a:lnTo>
                    <a:pt x="191" y="269"/>
                  </a:lnTo>
                  <a:lnTo>
                    <a:pt x="205" y="236"/>
                  </a:lnTo>
                  <a:lnTo>
                    <a:pt x="217" y="202"/>
                  </a:lnTo>
                  <a:lnTo>
                    <a:pt x="228" y="163"/>
                  </a:lnTo>
                  <a:lnTo>
                    <a:pt x="236" y="125"/>
                  </a:lnTo>
                  <a:lnTo>
                    <a:pt x="242" y="86"/>
                  </a:lnTo>
                  <a:lnTo>
                    <a:pt x="245" y="42"/>
                  </a:lnTo>
                  <a:lnTo>
                    <a:pt x="246" y="0"/>
                  </a:lnTo>
                  <a:lnTo>
                    <a:pt x="235" y="0"/>
                  </a:lnTo>
                  <a:lnTo>
                    <a:pt x="233" y="42"/>
                  </a:lnTo>
                  <a:lnTo>
                    <a:pt x="230" y="83"/>
                  </a:lnTo>
                  <a:lnTo>
                    <a:pt x="224" y="123"/>
                  </a:lnTo>
                  <a:lnTo>
                    <a:pt x="216" y="161"/>
                  </a:lnTo>
                  <a:lnTo>
                    <a:pt x="205" y="197"/>
                  </a:lnTo>
                  <a:lnTo>
                    <a:pt x="194" y="231"/>
                  </a:lnTo>
                  <a:lnTo>
                    <a:pt x="180" y="264"/>
                  </a:lnTo>
                  <a:lnTo>
                    <a:pt x="166" y="292"/>
                  </a:lnTo>
                  <a:lnTo>
                    <a:pt x="148" y="319"/>
                  </a:lnTo>
                  <a:lnTo>
                    <a:pt x="129" y="344"/>
                  </a:lnTo>
                  <a:lnTo>
                    <a:pt x="109" y="364"/>
                  </a:lnTo>
                  <a:lnTo>
                    <a:pt x="89" y="381"/>
                  </a:lnTo>
                  <a:lnTo>
                    <a:pt x="68" y="394"/>
                  </a:lnTo>
                  <a:lnTo>
                    <a:pt x="46" y="405"/>
                  </a:lnTo>
                  <a:lnTo>
                    <a:pt x="24" y="410"/>
                  </a:lnTo>
                  <a:lnTo>
                    <a:pt x="0" y="413"/>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1488" name="Freeform 62"/>
            <p:cNvSpPr>
              <a:spLocks/>
            </p:cNvSpPr>
            <p:nvPr/>
          </p:nvSpPr>
          <p:spPr bwMode="auto">
            <a:xfrm>
              <a:off x="1343" y="2203"/>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2" y="42"/>
                  </a:lnTo>
                  <a:lnTo>
                    <a:pt x="5" y="86"/>
                  </a:lnTo>
                  <a:lnTo>
                    <a:pt x="11" y="125"/>
                  </a:lnTo>
                  <a:lnTo>
                    <a:pt x="19" y="163"/>
                  </a:lnTo>
                  <a:lnTo>
                    <a:pt x="30" y="202"/>
                  </a:lnTo>
                  <a:lnTo>
                    <a:pt x="41" y="236"/>
                  </a:lnTo>
                  <a:lnTo>
                    <a:pt x="56" y="269"/>
                  </a:lnTo>
                  <a:lnTo>
                    <a:pt x="72" y="299"/>
                  </a:lnTo>
                  <a:lnTo>
                    <a:pt x="90" y="326"/>
                  </a:lnTo>
                  <a:lnTo>
                    <a:pt x="108" y="351"/>
                  </a:lnTo>
                  <a:lnTo>
                    <a:pt x="127" y="373"/>
                  </a:lnTo>
                  <a:lnTo>
                    <a:pt x="149" y="390"/>
                  </a:lnTo>
                  <a:lnTo>
                    <a:pt x="172" y="406"/>
                  </a:lnTo>
                  <a:lnTo>
                    <a:pt x="195" y="416"/>
                  </a:lnTo>
                  <a:lnTo>
                    <a:pt x="220" y="422"/>
                  </a:lnTo>
                  <a:lnTo>
                    <a:pt x="245" y="424"/>
                  </a:lnTo>
                  <a:lnTo>
                    <a:pt x="245" y="413"/>
                  </a:lnTo>
                  <a:lnTo>
                    <a:pt x="222" y="410"/>
                  </a:lnTo>
                  <a:lnTo>
                    <a:pt x="200" y="405"/>
                  </a:lnTo>
                  <a:lnTo>
                    <a:pt x="179" y="394"/>
                  </a:lnTo>
                  <a:lnTo>
                    <a:pt x="156" y="381"/>
                  </a:lnTo>
                  <a:lnTo>
                    <a:pt x="136" y="364"/>
                  </a:lnTo>
                  <a:lnTo>
                    <a:pt x="118" y="344"/>
                  </a:lnTo>
                  <a:lnTo>
                    <a:pt x="99" y="319"/>
                  </a:lnTo>
                  <a:lnTo>
                    <a:pt x="81" y="292"/>
                  </a:lnTo>
                  <a:lnTo>
                    <a:pt x="67" y="264"/>
                  </a:lnTo>
                  <a:lnTo>
                    <a:pt x="53" y="231"/>
                  </a:lnTo>
                  <a:lnTo>
                    <a:pt x="41" y="197"/>
                  </a:lnTo>
                  <a:lnTo>
                    <a:pt x="31" y="161"/>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1489" name="Freeform 63"/>
            <p:cNvSpPr>
              <a:spLocks/>
            </p:cNvSpPr>
            <p:nvPr/>
          </p:nvSpPr>
          <p:spPr bwMode="auto">
            <a:xfrm>
              <a:off x="1343" y="2118"/>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1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20" y="3"/>
                  </a:lnTo>
                  <a:lnTo>
                    <a:pt x="195" y="9"/>
                  </a:lnTo>
                  <a:lnTo>
                    <a:pt x="172" y="19"/>
                  </a:lnTo>
                  <a:lnTo>
                    <a:pt x="149" y="34"/>
                  </a:lnTo>
                  <a:lnTo>
                    <a:pt x="127" y="53"/>
                  </a:lnTo>
                  <a:lnTo>
                    <a:pt x="108" y="75"/>
                  </a:lnTo>
                  <a:lnTo>
                    <a:pt x="90" y="99"/>
                  </a:lnTo>
                  <a:lnTo>
                    <a:pt x="71" y="126"/>
                  </a:lnTo>
                  <a:lnTo>
                    <a:pt x="56" y="158"/>
                  </a:lnTo>
                  <a:lnTo>
                    <a:pt x="41" y="190"/>
                  </a:lnTo>
                  <a:lnTo>
                    <a:pt x="30" y="224"/>
                  </a:lnTo>
                  <a:lnTo>
                    <a:pt x="19" y="262"/>
                  </a:lnTo>
                  <a:lnTo>
                    <a:pt x="11" y="301"/>
                  </a:lnTo>
                  <a:lnTo>
                    <a:pt x="5" y="340"/>
                  </a:lnTo>
                  <a:lnTo>
                    <a:pt x="2" y="384"/>
                  </a:lnTo>
                  <a:lnTo>
                    <a:pt x="0" y="426"/>
                  </a:lnTo>
                  <a:lnTo>
                    <a:pt x="12" y="426"/>
                  </a:lnTo>
                  <a:lnTo>
                    <a:pt x="13" y="384"/>
                  </a:lnTo>
                  <a:lnTo>
                    <a:pt x="17" y="343"/>
                  </a:lnTo>
                  <a:lnTo>
                    <a:pt x="23" y="303"/>
                  </a:lnTo>
                  <a:lnTo>
                    <a:pt x="31" y="264"/>
                  </a:lnTo>
                  <a:lnTo>
                    <a:pt x="41" y="229"/>
                  </a:lnTo>
                  <a:lnTo>
                    <a:pt x="53" y="195"/>
                  </a:lnTo>
                  <a:lnTo>
                    <a:pt x="67" y="162"/>
                  </a:lnTo>
                  <a:lnTo>
                    <a:pt x="82" y="133"/>
                  </a:lnTo>
                  <a:lnTo>
                    <a:pt x="99" y="106"/>
                  </a:lnTo>
                  <a:lnTo>
                    <a:pt x="118" y="83"/>
                  </a:lnTo>
                  <a:lnTo>
                    <a:pt x="136" y="63"/>
                  </a:lnTo>
                  <a:lnTo>
                    <a:pt x="156" y="44"/>
                  </a:lnTo>
                  <a:lnTo>
                    <a:pt x="179" y="31"/>
                  </a:lnTo>
                  <a:lnTo>
                    <a:pt x="200" y="20"/>
                  </a:lnTo>
                  <a:lnTo>
                    <a:pt x="222" y="15"/>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1490" name="Freeform 64"/>
            <p:cNvSpPr>
              <a:spLocks/>
            </p:cNvSpPr>
            <p:nvPr/>
          </p:nvSpPr>
          <p:spPr bwMode="auto">
            <a:xfrm>
              <a:off x="1384" y="1859"/>
              <a:ext cx="49" cy="84"/>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1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3" y="382"/>
                  </a:lnTo>
                  <a:lnTo>
                    <a:pt x="240" y="339"/>
                  </a:lnTo>
                  <a:lnTo>
                    <a:pt x="234" y="299"/>
                  </a:lnTo>
                  <a:lnTo>
                    <a:pt x="226" y="261"/>
                  </a:lnTo>
                  <a:lnTo>
                    <a:pt x="215" y="222"/>
                  </a:lnTo>
                  <a:lnTo>
                    <a:pt x="204" y="188"/>
                  </a:lnTo>
                  <a:lnTo>
                    <a:pt x="189" y="156"/>
                  </a:lnTo>
                  <a:lnTo>
                    <a:pt x="173" y="125"/>
                  </a:lnTo>
                  <a:lnTo>
                    <a:pt x="155" y="98"/>
                  </a:lnTo>
                  <a:lnTo>
                    <a:pt x="138" y="74"/>
                  </a:lnTo>
                  <a:lnTo>
                    <a:pt x="118" y="51"/>
                  </a:lnTo>
                  <a:lnTo>
                    <a:pt x="96" y="34"/>
                  </a:lnTo>
                  <a:lnTo>
                    <a:pt x="73" y="18"/>
                  </a:lnTo>
                  <a:lnTo>
                    <a:pt x="50" y="8"/>
                  </a:lnTo>
                  <a:lnTo>
                    <a:pt x="25" y="2"/>
                  </a:lnTo>
                  <a:lnTo>
                    <a:pt x="0" y="0"/>
                  </a:lnTo>
                  <a:lnTo>
                    <a:pt x="0" y="11"/>
                  </a:lnTo>
                  <a:lnTo>
                    <a:pt x="23" y="14"/>
                  </a:lnTo>
                  <a:lnTo>
                    <a:pt x="45" y="20"/>
                  </a:lnTo>
                  <a:lnTo>
                    <a:pt x="66" y="30"/>
                  </a:lnTo>
                  <a:lnTo>
                    <a:pt x="89" y="43"/>
                  </a:lnTo>
                  <a:lnTo>
                    <a:pt x="109" y="61"/>
                  </a:lnTo>
                  <a:lnTo>
                    <a:pt x="129" y="81"/>
                  </a:lnTo>
                  <a:lnTo>
                    <a:pt x="146" y="105"/>
                  </a:lnTo>
                  <a:lnTo>
                    <a:pt x="164" y="132"/>
                  </a:lnTo>
                  <a:lnTo>
                    <a:pt x="178" y="160"/>
                  </a:lnTo>
                  <a:lnTo>
                    <a:pt x="192" y="193"/>
                  </a:lnTo>
                  <a:lnTo>
                    <a:pt x="204" y="227"/>
                  </a:lnTo>
                  <a:lnTo>
                    <a:pt x="214" y="264"/>
                  </a:lnTo>
                  <a:lnTo>
                    <a:pt x="222" y="301"/>
                  </a:lnTo>
                  <a:lnTo>
                    <a:pt x="228"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1491" name="Freeform 65"/>
            <p:cNvSpPr>
              <a:spLocks/>
            </p:cNvSpPr>
            <p:nvPr/>
          </p:nvSpPr>
          <p:spPr bwMode="auto">
            <a:xfrm>
              <a:off x="1384" y="1943"/>
              <a:ext cx="49" cy="86"/>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5" y="423"/>
                  </a:lnTo>
                  <a:lnTo>
                    <a:pt x="50" y="418"/>
                  </a:lnTo>
                  <a:lnTo>
                    <a:pt x="73" y="407"/>
                  </a:lnTo>
                  <a:lnTo>
                    <a:pt x="96" y="392"/>
                  </a:lnTo>
                  <a:lnTo>
                    <a:pt x="118" y="374"/>
                  </a:lnTo>
                  <a:lnTo>
                    <a:pt x="138" y="352"/>
                  </a:lnTo>
                  <a:lnTo>
                    <a:pt x="155" y="327"/>
                  </a:lnTo>
                  <a:lnTo>
                    <a:pt x="174" y="300"/>
                  </a:lnTo>
                  <a:lnTo>
                    <a:pt x="189" y="269"/>
                  </a:lnTo>
                  <a:lnTo>
                    <a:pt x="204" y="237"/>
                  </a:lnTo>
                  <a:lnTo>
                    <a:pt x="215" y="202"/>
                  </a:lnTo>
                  <a:lnTo>
                    <a:pt x="226" y="164"/>
                  </a:lnTo>
                  <a:lnTo>
                    <a:pt x="234" y="126"/>
                  </a:lnTo>
                  <a:lnTo>
                    <a:pt x="240" y="86"/>
                  </a:lnTo>
                  <a:lnTo>
                    <a:pt x="243" y="42"/>
                  </a:lnTo>
                  <a:lnTo>
                    <a:pt x="245" y="0"/>
                  </a:lnTo>
                  <a:lnTo>
                    <a:pt x="233" y="0"/>
                  </a:lnTo>
                  <a:lnTo>
                    <a:pt x="232" y="42"/>
                  </a:lnTo>
                  <a:lnTo>
                    <a:pt x="228" y="83"/>
                  </a:lnTo>
                  <a:lnTo>
                    <a:pt x="222" y="123"/>
                  </a:lnTo>
                  <a:lnTo>
                    <a:pt x="214" y="162"/>
                  </a:lnTo>
                  <a:lnTo>
                    <a:pt x="204" y="197"/>
                  </a:lnTo>
                  <a:lnTo>
                    <a:pt x="192" y="232"/>
                  </a:lnTo>
                  <a:lnTo>
                    <a:pt x="178" y="264"/>
                  </a:lnTo>
                  <a:lnTo>
                    <a:pt x="163" y="293"/>
                  </a:lnTo>
                  <a:lnTo>
                    <a:pt x="146" y="320"/>
                  </a:lnTo>
                  <a:lnTo>
                    <a:pt x="129" y="345"/>
                  </a:lnTo>
                  <a:lnTo>
                    <a:pt x="109" y="365"/>
                  </a:lnTo>
                  <a:lnTo>
                    <a:pt x="89" y="382"/>
                  </a:lnTo>
                  <a:lnTo>
                    <a:pt x="66" y="395"/>
                  </a:lnTo>
                  <a:lnTo>
                    <a:pt x="45" y="406"/>
                  </a:lnTo>
                  <a:lnTo>
                    <a:pt x="23"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1492" name="Freeform 66"/>
            <p:cNvSpPr>
              <a:spLocks/>
            </p:cNvSpPr>
            <p:nvPr/>
          </p:nvSpPr>
          <p:spPr bwMode="auto">
            <a:xfrm>
              <a:off x="1335" y="1943"/>
              <a:ext cx="49" cy="86"/>
            </a:xfrm>
            <a:custGeom>
              <a:avLst/>
              <a:gdLst>
                <a:gd name="T0" fmla="*/ 0 w 246"/>
                <a:gd name="T1" fmla="*/ 0 h 426"/>
                <a:gd name="T2" fmla="*/ 0 w 246"/>
                <a:gd name="T3" fmla="*/ 0 h 426"/>
                <a:gd name="T4" fmla="*/ 0 w 246"/>
                <a:gd name="T5" fmla="*/ 0 h 426"/>
                <a:gd name="T6" fmla="*/ 0 w 246"/>
                <a:gd name="T7" fmla="*/ 1 h 426"/>
                <a:gd name="T8" fmla="*/ 0 w 246"/>
                <a:gd name="T9" fmla="*/ 1 h 426"/>
                <a:gd name="T10" fmla="*/ 0 w 246"/>
                <a:gd name="T11" fmla="*/ 1 h 426"/>
                <a:gd name="T12" fmla="*/ 0 w 246"/>
                <a:gd name="T13" fmla="*/ 2 h 426"/>
                <a:gd name="T14" fmla="*/ 0 w 246"/>
                <a:gd name="T15" fmla="*/ 2 h 426"/>
                <a:gd name="T16" fmla="*/ 0 w 246"/>
                <a:gd name="T17" fmla="*/ 2 h 426"/>
                <a:gd name="T18" fmla="*/ 1 w 246"/>
                <a:gd name="T19" fmla="*/ 2 h 426"/>
                <a:gd name="T20" fmla="*/ 1 w 246"/>
                <a:gd name="T21" fmla="*/ 3 h 426"/>
                <a:gd name="T22" fmla="*/ 1 w 246"/>
                <a:gd name="T23" fmla="*/ 3 h 426"/>
                <a:gd name="T24" fmla="*/ 1 w 246"/>
                <a:gd name="T25" fmla="*/ 3 h 426"/>
                <a:gd name="T26" fmla="*/ 1 w 246"/>
                <a:gd name="T27" fmla="*/ 3 h 426"/>
                <a:gd name="T28" fmla="*/ 1 w 246"/>
                <a:gd name="T29" fmla="*/ 3 h 426"/>
                <a:gd name="T30" fmla="*/ 2 w 246"/>
                <a:gd name="T31" fmla="*/ 3 h 426"/>
                <a:gd name="T32" fmla="*/ 2 w 246"/>
                <a:gd name="T33" fmla="*/ 3 h 426"/>
                <a:gd name="T34" fmla="*/ 2 w 246"/>
                <a:gd name="T35" fmla="*/ 3 h 426"/>
                <a:gd name="T36" fmla="*/ 2 w 246"/>
                <a:gd name="T37" fmla="*/ 3 h 426"/>
                <a:gd name="T38" fmla="*/ 2 w 246"/>
                <a:gd name="T39" fmla="*/ 3 h 426"/>
                <a:gd name="T40" fmla="*/ 2 w 246"/>
                <a:gd name="T41" fmla="*/ 3 h 426"/>
                <a:gd name="T42" fmla="*/ 1 w 246"/>
                <a:gd name="T43" fmla="*/ 3 h 426"/>
                <a:gd name="T44" fmla="*/ 1 w 246"/>
                <a:gd name="T45" fmla="*/ 3 h 426"/>
                <a:gd name="T46" fmla="*/ 1 w 246"/>
                <a:gd name="T47" fmla="*/ 3 h 426"/>
                <a:gd name="T48" fmla="*/ 1 w 246"/>
                <a:gd name="T49" fmla="*/ 3 h 426"/>
                <a:gd name="T50" fmla="*/ 1 w 246"/>
                <a:gd name="T51" fmla="*/ 3 h 426"/>
                <a:gd name="T52" fmla="*/ 1 w 246"/>
                <a:gd name="T53" fmla="*/ 2 h 426"/>
                <a:gd name="T54" fmla="*/ 1 w 246"/>
                <a:gd name="T55" fmla="*/ 2 h 426"/>
                <a:gd name="T56" fmla="*/ 0 w 246"/>
                <a:gd name="T57" fmla="*/ 2 h 426"/>
                <a:gd name="T58" fmla="*/ 0 w 246"/>
                <a:gd name="T59" fmla="*/ 2 h 426"/>
                <a:gd name="T60" fmla="*/ 0 w 246"/>
                <a:gd name="T61" fmla="*/ 1 h 426"/>
                <a:gd name="T62" fmla="*/ 0 w 246"/>
                <a:gd name="T63" fmla="*/ 1 h 426"/>
                <a:gd name="T64" fmla="*/ 0 w 246"/>
                <a:gd name="T65" fmla="*/ 1 h 426"/>
                <a:gd name="T66" fmla="*/ 0 w 246"/>
                <a:gd name="T67" fmla="*/ 0 h 426"/>
                <a:gd name="T68" fmla="*/ 0 w 246"/>
                <a:gd name="T69" fmla="*/ 0 h 426"/>
                <a:gd name="T70" fmla="*/ 0 w 246"/>
                <a:gd name="T71" fmla="*/ 0 h 426"/>
                <a:gd name="T72" fmla="*/ 0 w 246"/>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0"/>
                  </a:moveTo>
                  <a:lnTo>
                    <a:pt x="0" y="0"/>
                  </a:lnTo>
                  <a:lnTo>
                    <a:pt x="1" y="42"/>
                  </a:lnTo>
                  <a:lnTo>
                    <a:pt x="4" y="86"/>
                  </a:lnTo>
                  <a:lnTo>
                    <a:pt x="10" y="126"/>
                  </a:lnTo>
                  <a:lnTo>
                    <a:pt x="18" y="164"/>
                  </a:lnTo>
                  <a:lnTo>
                    <a:pt x="29" y="202"/>
                  </a:lnTo>
                  <a:lnTo>
                    <a:pt x="41" y="237"/>
                  </a:lnTo>
                  <a:lnTo>
                    <a:pt x="55" y="269"/>
                  </a:lnTo>
                  <a:lnTo>
                    <a:pt x="71" y="300"/>
                  </a:lnTo>
                  <a:lnTo>
                    <a:pt x="89" y="327"/>
                  </a:lnTo>
                  <a:lnTo>
                    <a:pt x="107" y="352"/>
                  </a:lnTo>
                  <a:lnTo>
                    <a:pt x="127" y="374"/>
                  </a:lnTo>
                  <a:lnTo>
                    <a:pt x="150" y="392"/>
                  </a:lnTo>
                  <a:lnTo>
                    <a:pt x="171" y="407"/>
                  </a:lnTo>
                  <a:lnTo>
                    <a:pt x="195" y="418"/>
                  </a:lnTo>
                  <a:lnTo>
                    <a:pt x="220" y="423"/>
                  </a:lnTo>
                  <a:lnTo>
                    <a:pt x="246" y="426"/>
                  </a:lnTo>
                  <a:lnTo>
                    <a:pt x="246" y="414"/>
                  </a:lnTo>
                  <a:lnTo>
                    <a:pt x="222" y="412"/>
                  </a:lnTo>
                  <a:lnTo>
                    <a:pt x="200" y="406"/>
                  </a:lnTo>
                  <a:lnTo>
                    <a:pt x="178" y="395"/>
                  </a:lnTo>
                  <a:lnTo>
                    <a:pt x="157" y="382"/>
                  </a:lnTo>
                  <a:lnTo>
                    <a:pt x="137" y="365"/>
                  </a:lnTo>
                  <a:lnTo>
                    <a:pt x="117" y="345"/>
                  </a:lnTo>
                  <a:lnTo>
                    <a:pt x="98" y="320"/>
                  </a:lnTo>
                  <a:lnTo>
                    <a:pt x="83" y="293"/>
                  </a:lnTo>
                  <a:lnTo>
                    <a:pt x="66" y="264"/>
                  </a:lnTo>
                  <a:lnTo>
                    <a:pt x="52" y="232"/>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1493" name="Freeform 67"/>
            <p:cNvSpPr>
              <a:spLocks/>
            </p:cNvSpPr>
            <p:nvPr/>
          </p:nvSpPr>
          <p:spPr bwMode="auto">
            <a:xfrm>
              <a:off x="1335" y="1859"/>
              <a:ext cx="49" cy="84"/>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1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0" y="2"/>
                  </a:lnTo>
                  <a:lnTo>
                    <a:pt x="195" y="8"/>
                  </a:lnTo>
                  <a:lnTo>
                    <a:pt x="171" y="18"/>
                  </a:lnTo>
                  <a:lnTo>
                    <a:pt x="150" y="34"/>
                  </a:lnTo>
                  <a:lnTo>
                    <a:pt x="127" y="51"/>
                  </a:lnTo>
                  <a:lnTo>
                    <a:pt x="107" y="74"/>
                  </a:lnTo>
                  <a:lnTo>
                    <a:pt x="89" y="98"/>
                  </a:lnTo>
                  <a:lnTo>
                    <a:pt x="72" y="125"/>
                  </a:lnTo>
                  <a:lnTo>
                    <a:pt x="55" y="156"/>
                  </a:lnTo>
                  <a:lnTo>
                    <a:pt x="41" y="188"/>
                  </a:lnTo>
                  <a:lnTo>
                    <a:pt x="29" y="222"/>
                  </a:lnTo>
                  <a:lnTo>
                    <a:pt x="18" y="261"/>
                  </a:lnTo>
                  <a:lnTo>
                    <a:pt x="10" y="299"/>
                  </a:lnTo>
                  <a:lnTo>
                    <a:pt x="4" y="339"/>
                  </a:lnTo>
                  <a:lnTo>
                    <a:pt x="1" y="382"/>
                  </a:lnTo>
                  <a:lnTo>
                    <a:pt x="0" y="424"/>
                  </a:lnTo>
                  <a:lnTo>
                    <a:pt x="11" y="424"/>
                  </a:lnTo>
                  <a:lnTo>
                    <a:pt x="13" y="382"/>
                  </a:lnTo>
                  <a:lnTo>
                    <a:pt x="16" y="341"/>
                  </a:lnTo>
                  <a:lnTo>
                    <a:pt x="22" y="301"/>
                  </a:lnTo>
                  <a:lnTo>
                    <a:pt x="30" y="264"/>
                  </a:lnTo>
                  <a:lnTo>
                    <a:pt x="41" y="227"/>
                  </a:lnTo>
                  <a:lnTo>
                    <a:pt x="52" y="193"/>
                  </a:lnTo>
                  <a:lnTo>
                    <a:pt x="66" y="160"/>
                  </a:lnTo>
                  <a:lnTo>
                    <a:pt x="82" y="132"/>
                  </a:lnTo>
                  <a:lnTo>
                    <a:pt x="98" y="105"/>
                  </a:lnTo>
                  <a:lnTo>
                    <a:pt x="117" y="81"/>
                  </a:lnTo>
                  <a:lnTo>
                    <a:pt x="137" y="61"/>
                  </a:lnTo>
                  <a:lnTo>
                    <a:pt x="157" y="43"/>
                  </a:lnTo>
                  <a:lnTo>
                    <a:pt x="178" y="30"/>
                  </a:lnTo>
                  <a:lnTo>
                    <a:pt x="200" y="20"/>
                  </a:lnTo>
                  <a:lnTo>
                    <a:pt x="222" y="14"/>
                  </a:lnTo>
                  <a:lnTo>
                    <a:pt x="246" y="11"/>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1494" name="Freeform 68"/>
            <p:cNvSpPr>
              <a:spLocks/>
            </p:cNvSpPr>
            <p:nvPr/>
          </p:nvSpPr>
          <p:spPr bwMode="auto">
            <a:xfrm>
              <a:off x="1552" y="1751"/>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1" y="339"/>
                  </a:lnTo>
                  <a:lnTo>
                    <a:pt x="235" y="299"/>
                  </a:lnTo>
                  <a:lnTo>
                    <a:pt x="226" y="261"/>
                  </a:lnTo>
                  <a:lnTo>
                    <a:pt x="216" y="223"/>
                  </a:lnTo>
                  <a:lnTo>
                    <a:pt x="204" y="189"/>
                  </a:lnTo>
                  <a:lnTo>
                    <a:pt x="190" y="156"/>
                  </a:lnTo>
                  <a:lnTo>
                    <a:pt x="174" y="125"/>
                  </a:lnTo>
                  <a:lnTo>
                    <a:pt x="156" y="98"/>
                  </a:lnTo>
                  <a:lnTo>
                    <a:pt x="137" y="74"/>
                  </a:lnTo>
                  <a:lnTo>
                    <a:pt x="119" y="52"/>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8" y="81"/>
                  </a:lnTo>
                  <a:lnTo>
                    <a:pt x="147" y="105"/>
                  </a:lnTo>
                  <a:lnTo>
                    <a:pt x="164" y="132"/>
                  </a:lnTo>
                  <a:lnTo>
                    <a:pt x="178" y="161"/>
                  </a:lnTo>
                  <a:lnTo>
                    <a:pt x="193" y="193"/>
                  </a:lnTo>
                  <a:lnTo>
                    <a:pt x="204" y="227"/>
                  </a:lnTo>
                  <a:lnTo>
                    <a:pt x="215" y="264"/>
                  </a:lnTo>
                  <a:lnTo>
                    <a:pt x="223" y="301"/>
                  </a:lnTo>
                  <a:lnTo>
                    <a:pt x="229" y="341"/>
                  </a:lnTo>
                  <a:lnTo>
                    <a:pt x="232" y="382"/>
                  </a:lnTo>
                  <a:lnTo>
                    <a:pt x="234"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1495" name="Freeform 69"/>
            <p:cNvSpPr>
              <a:spLocks/>
            </p:cNvSpPr>
            <p:nvPr/>
          </p:nvSpPr>
          <p:spPr bwMode="auto">
            <a:xfrm>
              <a:off x="1552" y="1836"/>
              <a:ext cx="49" cy="85"/>
            </a:xfrm>
            <a:custGeom>
              <a:avLst/>
              <a:gdLst>
                <a:gd name="T0" fmla="*/ 0 w 245"/>
                <a:gd name="T1" fmla="*/ 3 h 425"/>
                <a:gd name="T2" fmla="*/ 0 w 245"/>
                <a:gd name="T3" fmla="*/ 3 h 425"/>
                <a:gd name="T4" fmla="*/ 0 w 245"/>
                <a:gd name="T5" fmla="*/ 3 h 425"/>
                <a:gd name="T6" fmla="*/ 0 w 245"/>
                <a:gd name="T7" fmla="*/ 3 h 425"/>
                <a:gd name="T8" fmla="*/ 1 w 245"/>
                <a:gd name="T9" fmla="*/ 3 h 425"/>
                <a:gd name="T10" fmla="*/ 1 w 245"/>
                <a:gd name="T11" fmla="*/ 3 h 425"/>
                <a:gd name="T12" fmla="*/ 1 w 245"/>
                <a:gd name="T13" fmla="*/ 3 h 425"/>
                <a:gd name="T14" fmla="*/ 1 w 245"/>
                <a:gd name="T15" fmla="*/ 3 h 425"/>
                <a:gd name="T16" fmla="*/ 1 w 245"/>
                <a:gd name="T17" fmla="*/ 3 h 425"/>
                <a:gd name="T18" fmla="*/ 1 w 245"/>
                <a:gd name="T19" fmla="*/ 2 h 425"/>
                <a:gd name="T20" fmla="*/ 2 w 245"/>
                <a:gd name="T21" fmla="*/ 2 h 425"/>
                <a:gd name="T22" fmla="*/ 2 w 245"/>
                <a:gd name="T23" fmla="*/ 2 h 425"/>
                <a:gd name="T24" fmla="*/ 2 w 245"/>
                <a:gd name="T25" fmla="*/ 2 h 425"/>
                <a:gd name="T26" fmla="*/ 2 w 245"/>
                <a:gd name="T27" fmla="*/ 1 h 425"/>
                <a:gd name="T28" fmla="*/ 2 w 245"/>
                <a:gd name="T29" fmla="*/ 1 h 425"/>
                <a:gd name="T30" fmla="*/ 2 w 245"/>
                <a:gd name="T31" fmla="*/ 1 h 425"/>
                <a:gd name="T32" fmla="*/ 2 w 245"/>
                <a:gd name="T33" fmla="*/ 0 h 425"/>
                <a:gd name="T34" fmla="*/ 2 w 245"/>
                <a:gd name="T35" fmla="*/ 0 h 425"/>
                <a:gd name="T36" fmla="*/ 2 w 245"/>
                <a:gd name="T37" fmla="*/ 0 h 425"/>
                <a:gd name="T38" fmla="*/ 2 w 245"/>
                <a:gd name="T39" fmla="*/ 0 h 425"/>
                <a:gd name="T40" fmla="*/ 2 w 245"/>
                <a:gd name="T41" fmla="*/ 1 h 425"/>
                <a:gd name="T42" fmla="*/ 2 w 245"/>
                <a:gd name="T43" fmla="*/ 1 h 425"/>
                <a:gd name="T44" fmla="*/ 2 w 245"/>
                <a:gd name="T45" fmla="*/ 1 h 425"/>
                <a:gd name="T46" fmla="*/ 2 w 245"/>
                <a:gd name="T47" fmla="*/ 2 h 425"/>
                <a:gd name="T48" fmla="*/ 2 w 245"/>
                <a:gd name="T49" fmla="*/ 2 h 425"/>
                <a:gd name="T50" fmla="*/ 1 w 245"/>
                <a:gd name="T51" fmla="*/ 2 h 425"/>
                <a:gd name="T52" fmla="*/ 1 w 245"/>
                <a:gd name="T53" fmla="*/ 2 h 425"/>
                <a:gd name="T54" fmla="*/ 1 w 245"/>
                <a:gd name="T55" fmla="*/ 3 h 425"/>
                <a:gd name="T56" fmla="*/ 1 w 245"/>
                <a:gd name="T57" fmla="*/ 3 h 425"/>
                <a:gd name="T58" fmla="*/ 1 w 245"/>
                <a:gd name="T59" fmla="*/ 3 h 425"/>
                <a:gd name="T60" fmla="*/ 1 w 245"/>
                <a:gd name="T61" fmla="*/ 3 h 425"/>
                <a:gd name="T62" fmla="*/ 1 w 245"/>
                <a:gd name="T63" fmla="*/ 3 h 425"/>
                <a:gd name="T64" fmla="*/ 0 w 245"/>
                <a:gd name="T65" fmla="*/ 3 h 425"/>
                <a:gd name="T66" fmla="*/ 0 w 245"/>
                <a:gd name="T67" fmla="*/ 3 h 425"/>
                <a:gd name="T68" fmla="*/ 0 w 245"/>
                <a:gd name="T69" fmla="*/ 3 h 425"/>
                <a:gd name="T70" fmla="*/ 0 w 245"/>
                <a:gd name="T71" fmla="*/ 3 h 425"/>
                <a:gd name="T72" fmla="*/ 0 w 245"/>
                <a:gd name="T73" fmla="*/ 3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5"/>
                <a:gd name="T113" fmla="*/ 245 w 245"/>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5">
                  <a:moveTo>
                    <a:pt x="0" y="425"/>
                  </a:moveTo>
                  <a:lnTo>
                    <a:pt x="0" y="425"/>
                  </a:lnTo>
                  <a:lnTo>
                    <a:pt x="26" y="422"/>
                  </a:lnTo>
                  <a:lnTo>
                    <a:pt x="51" y="417"/>
                  </a:lnTo>
                  <a:lnTo>
                    <a:pt x="74" y="406"/>
                  </a:lnTo>
                  <a:lnTo>
                    <a:pt x="96" y="391"/>
                  </a:lnTo>
                  <a:lnTo>
                    <a:pt x="119" y="373"/>
                  </a:lnTo>
                  <a:lnTo>
                    <a:pt x="137" y="351"/>
                  </a:lnTo>
                  <a:lnTo>
                    <a:pt x="156" y="326"/>
                  </a:lnTo>
                  <a:lnTo>
                    <a:pt x="174" y="299"/>
                  </a:lnTo>
                  <a:lnTo>
                    <a:pt x="190" y="269"/>
                  </a:lnTo>
                  <a:lnTo>
                    <a:pt x="204" y="236"/>
                  </a:lnTo>
                  <a:lnTo>
                    <a:pt x="216" y="202"/>
                  </a:lnTo>
                  <a:lnTo>
                    <a:pt x="226" y="163"/>
                  </a:lnTo>
                  <a:lnTo>
                    <a:pt x="235" y="126"/>
                  </a:lnTo>
                  <a:lnTo>
                    <a:pt x="241" y="86"/>
                  </a:lnTo>
                  <a:lnTo>
                    <a:pt x="244" y="43"/>
                  </a:lnTo>
                  <a:lnTo>
                    <a:pt x="245" y="0"/>
                  </a:lnTo>
                  <a:lnTo>
                    <a:pt x="234" y="0"/>
                  </a:lnTo>
                  <a:lnTo>
                    <a:pt x="232" y="43"/>
                  </a:lnTo>
                  <a:lnTo>
                    <a:pt x="229" y="84"/>
                  </a:lnTo>
                  <a:lnTo>
                    <a:pt x="223" y="123"/>
                  </a:lnTo>
                  <a:lnTo>
                    <a:pt x="215" y="161"/>
                  </a:lnTo>
                  <a:lnTo>
                    <a:pt x="204" y="197"/>
                  </a:lnTo>
                  <a:lnTo>
                    <a:pt x="193" y="231"/>
                  </a:lnTo>
                  <a:lnTo>
                    <a:pt x="178" y="264"/>
                  </a:lnTo>
                  <a:lnTo>
                    <a:pt x="164" y="292"/>
                  </a:lnTo>
                  <a:lnTo>
                    <a:pt x="147" y="319"/>
                  </a:lnTo>
                  <a:lnTo>
                    <a:pt x="128" y="344"/>
                  </a:lnTo>
                  <a:lnTo>
                    <a:pt x="109" y="364"/>
                  </a:lnTo>
                  <a:lnTo>
                    <a:pt x="89" y="381"/>
                  </a:lnTo>
                  <a:lnTo>
                    <a:pt x="67" y="394"/>
                  </a:lnTo>
                  <a:lnTo>
                    <a:pt x="46" y="405"/>
                  </a:lnTo>
                  <a:lnTo>
                    <a:pt x="24" y="411"/>
                  </a:lnTo>
                  <a:lnTo>
                    <a:pt x="0" y="413"/>
                  </a:lnTo>
                  <a:lnTo>
                    <a:pt x="0" y="425"/>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1496" name="Freeform 70"/>
            <p:cNvSpPr>
              <a:spLocks/>
            </p:cNvSpPr>
            <p:nvPr/>
          </p:nvSpPr>
          <p:spPr bwMode="auto">
            <a:xfrm>
              <a:off x="1502" y="1836"/>
              <a:ext cx="50" cy="85"/>
            </a:xfrm>
            <a:custGeom>
              <a:avLst/>
              <a:gdLst>
                <a:gd name="T0" fmla="*/ 0 w 246"/>
                <a:gd name="T1" fmla="*/ 0 h 425"/>
                <a:gd name="T2" fmla="*/ 0 w 246"/>
                <a:gd name="T3" fmla="*/ 0 h 425"/>
                <a:gd name="T4" fmla="*/ 0 w 246"/>
                <a:gd name="T5" fmla="*/ 0 h 425"/>
                <a:gd name="T6" fmla="*/ 0 w 246"/>
                <a:gd name="T7" fmla="*/ 1 h 425"/>
                <a:gd name="T8" fmla="*/ 0 w 246"/>
                <a:gd name="T9" fmla="*/ 1 h 425"/>
                <a:gd name="T10" fmla="*/ 0 w 246"/>
                <a:gd name="T11" fmla="*/ 1 h 425"/>
                <a:gd name="T12" fmla="*/ 0 w 246"/>
                <a:gd name="T13" fmla="*/ 2 h 425"/>
                <a:gd name="T14" fmla="*/ 0 w 246"/>
                <a:gd name="T15" fmla="*/ 2 h 425"/>
                <a:gd name="T16" fmla="*/ 0 w 246"/>
                <a:gd name="T17" fmla="*/ 2 h 425"/>
                <a:gd name="T18" fmla="*/ 1 w 246"/>
                <a:gd name="T19" fmla="*/ 2 h 425"/>
                <a:gd name="T20" fmla="*/ 1 w 246"/>
                <a:gd name="T21" fmla="*/ 3 h 425"/>
                <a:gd name="T22" fmla="*/ 1 w 246"/>
                <a:gd name="T23" fmla="*/ 3 h 425"/>
                <a:gd name="T24" fmla="*/ 1 w 246"/>
                <a:gd name="T25" fmla="*/ 3 h 425"/>
                <a:gd name="T26" fmla="*/ 1 w 246"/>
                <a:gd name="T27" fmla="*/ 3 h 425"/>
                <a:gd name="T28" fmla="*/ 1 w 246"/>
                <a:gd name="T29" fmla="*/ 3 h 425"/>
                <a:gd name="T30" fmla="*/ 2 w 246"/>
                <a:gd name="T31" fmla="*/ 3 h 425"/>
                <a:gd name="T32" fmla="*/ 2 w 246"/>
                <a:gd name="T33" fmla="*/ 3 h 425"/>
                <a:gd name="T34" fmla="*/ 2 w 246"/>
                <a:gd name="T35" fmla="*/ 3 h 425"/>
                <a:gd name="T36" fmla="*/ 2 w 246"/>
                <a:gd name="T37" fmla="*/ 3 h 425"/>
                <a:gd name="T38" fmla="*/ 2 w 246"/>
                <a:gd name="T39" fmla="*/ 3 h 425"/>
                <a:gd name="T40" fmla="*/ 2 w 246"/>
                <a:gd name="T41" fmla="*/ 3 h 425"/>
                <a:gd name="T42" fmla="*/ 1 w 246"/>
                <a:gd name="T43" fmla="*/ 3 h 425"/>
                <a:gd name="T44" fmla="*/ 1 w 246"/>
                <a:gd name="T45" fmla="*/ 3 h 425"/>
                <a:gd name="T46" fmla="*/ 1 w 246"/>
                <a:gd name="T47" fmla="*/ 3 h 425"/>
                <a:gd name="T48" fmla="*/ 1 w 246"/>
                <a:gd name="T49" fmla="*/ 3 h 425"/>
                <a:gd name="T50" fmla="*/ 1 w 246"/>
                <a:gd name="T51" fmla="*/ 3 h 425"/>
                <a:gd name="T52" fmla="*/ 1 w 246"/>
                <a:gd name="T53" fmla="*/ 2 h 425"/>
                <a:gd name="T54" fmla="*/ 1 w 246"/>
                <a:gd name="T55" fmla="*/ 2 h 425"/>
                <a:gd name="T56" fmla="*/ 0 w 246"/>
                <a:gd name="T57" fmla="*/ 2 h 425"/>
                <a:gd name="T58" fmla="*/ 0 w 246"/>
                <a:gd name="T59" fmla="*/ 2 h 425"/>
                <a:gd name="T60" fmla="*/ 0 w 246"/>
                <a:gd name="T61" fmla="*/ 1 h 425"/>
                <a:gd name="T62" fmla="*/ 0 w 246"/>
                <a:gd name="T63" fmla="*/ 1 h 425"/>
                <a:gd name="T64" fmla="*/ 0 w 246"/>
                <a:gd name="T65" fmla="*/ 1 h 425"/>
                <a:gd name="T66" fmla="*/ 0 w 246"/>
                <a:gd name="T67" fmla="*/ 0 h 425"/>
                <a:gd name="T68" fmla="*/ 0 w 246"/>
                <a:gd name="T69" fmla="*/ 0 h 425"/>
                <a:gd name="T70" fmla="*/ 0 w 246"/>
                <a:gd name="T71" fmla="*/ 0 h 425"/>
                <a:gd name="T72" fmla="*/ 0 w 246"/>
                <a:gd name="T73" fmla="*/ 0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5"/>
                <a:gd name="T113" fmla="*/ 246 w 246"/>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5">
                  <a:moveTo>
                    <a:pt x="0" y="0"/>
                  </a:moveTo>
                  <a:lnTo>
                    <a:pt x="0" y="0"/>
                  </a:lnTo>
                  <a:lnTo>
                    <a:pt x="2" y="43"/>
                  </a:lnTo>
                  <a:lnTo>
                    <a:pt x="5" y="86"/>
                  </a:lnTo>
                  <a:lnTo>
                    <a:pt x="11" y="126"/>
                  </a:lnTo>
                  <a:lnTo>
                    <a:pt x="19" y="163"/>
                  </a:lnTo>
                  <a:lnTo>
                    <a:pt x="30" y="202"/>
                  </a:lnTo>
                  <a:lnTo>
                    <a:pt x="41" y="236"/>
                  </a:lnTo>
                  <a:lnTo>
                    <a:pt x="55" y="269"/>
                  </a:lnTo>
                  <a:lnTo>
                    <a:pt x="73" y="299"/>
                  </a:lnTo>
                  <a:lnTo>
                    <a:pt x="89" y="326"/>
                  </a:lnTo>
                  <a:lnTo>
                    <a:pt x="108" y="351"/>
                  </a:lnTo>
                  <a:lnTo>
                    <a:pt x="128" y="373"/>
                  </a:lnTo>
                  <a:lnTo>
                    <a:pt x="150" y="391"/>
                  </a:lnTo>
                  <a:lnTo>
                    <a:pt x="171" y="406"/>
                  </a:lnTo>
                  <a:lnTo>
                    <a:pt x="196" y="417"/>
                  </a:lnTo>
                  <a:lnTo>
                    <a:pt x="221" y="422"/>
                  </a:lnTo>
                  <a:lnTo>
                    <a:pt x="246" y="425"/>
                  </a:lnTo>
                  <a:lnTo>
                    <a:pt x="246" y="413"/>
                  </a:lnTo>
                  <a:lnTo>
                    <a:pt x="223" y="411"/>
                  </a:lnTo>
                  <a:lnTo>
                    <a:pt x="201" y="405"/>
                  </a:lnTo>
                  <a:lnTo>
                    <a:pt x="178" y="394"/>
                  </a:lnTo>
                  <a:lnTo>
                    <a:pt x="157" y="381"/>
                  </a:lnTo>
                  <a:lnTo>
                    <a:pt x="137" y="364"/>
                  </a:lnTo>
                  <a:lnTo>
                    <a:pt x="117" y="344"/>
                  </a:lnTo>
                  <a:lnTo>
                    <a:pt x="99" y="319"/>
                  </a:lnTo>
                  <a:lnTo>
                    <a:pt x="82" y="292"/>
                  </a:lnTo>
                  <a:lnTo>
                    <a:pt x="67" y="264"/>
                  </a:lnTo>
                  <a:lnTo>
                    <a:pt x="53" y="231"/>
                  </a:lnTo>
                  <a:lnTo>
                    <a:pt x="41" y="197"/>
                  </a:lnTo>
                  <a:lnTo>
                    <a:pt x="31" y="161"/>
                  </a:lnTo>
                  <a:lnTo>
                    <a:pt x="23" y="123"/>
                  </a:lnTo>
                  <a:lnTo>
                    <a:pt x="17" y="84"/>
                  </a:lnTo>
                  <a:lnTo>
                    <a:pt x="13" y="4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1497" name="Freeform 71"/>
            <p:cNvSpPr>
              <a:spLocks/>
            </p:cNvSpPr>
            <p:nvPr/>
          </p:nvSpPr>
          <p:spPr bwMode="auto">
            <a:xfrm>
              <a:off x="1502" y="1751"/>
              <a:ext cx="50" cy="85"/>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2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1" y="2"/>
                  </a:lnTo>
                  <a:lnTo>
                    <a:pt x="196" y="8"/>
                  </a:lnTo>
                  <a:lnTo>
                    <a:pt x="171" y="19"/>
                  </a:lnTo>
                  <a:lnTo>
                    <a:pt x="150" y="34"/>
                  </a:lnTo>
                  <a:lnTo>
                    <a:pt x="128" y="52"/>
                  </a:lnTo>
                  <a:lnTo>
                    <a:pt x="108" y="74"/>
                  </a:lnTo>
                  <a:lnTo>
                    <a:pt x="89" y="98"/>
                  </a:lnTo>
                  <a:lnTo>
                    <a:pt x="73" y="125"/>
                  </a:lnTo>
                  <a:lnTo>
                    <a:pt x="55" y="156"/>
                  </a:lnTo>
                  <a:lnTo>
                    <a:pt x="41" y="189"/>
                  </a:lnTo>
                  <a:lnTo>
                    <a:pt x="30" y="223"/>
                  </a:lnTo>
                  <a:lnTo>
                    <a:pt x="19" y="261"/>
                  </a:lnTo>
                  <a:lnTo>
                    <a:pt x="11" y="299"/>
                  </a:lnTo>
                  <a:lnTo>
                    <a:pt x="5" y="339"/>
                  </a:lnTo>
                  <a:lnTo>
                    <a:pt x="2" y="382"/>
                  </a:lnTo>
                  <a:lnTo>
                    <a:pt x="0" y="424"/>
                  </a:lnTo>
                  <a:lnTo>
                    <a:pt x="12" y="424"/>
                  </a:lnTo>
                  <a:lnTo>
                    <a:pt x="13" y="382"/>
                  </a:lnTo>
                  <a:lnTo>
                    <a:pt x="17" y="341"/>
                  </a:lnTo>
                  <a:lnTo>
                    <a:pt x="23" y="301"/>
                  </a:lnTo>
                  <a:lnTo>
                    <a:pt x="31" y="264"/>
                  </a:lnTo>
                  <a:lnTo>
                    <a:pt x="41" y="227"/>
                  </a:lnTo>
                  <a:lnTo>
                    <a:pt x="53" y="193"/>
                  </a:lnTo>
                  <a:lnTo>
                    <a:pt x="67" y="161"/>
                  </a:lnTo>
                  <a:lnTo>
                    <a:pt x="82" y="132"/>
                  </a:lnTo>
                  <a:lnTo>
                    <a:pt x="99" y="105"/>
                  </a:lnTo>
                  <a:lnTo>
                    <a:pt x="117" y="81"/>
                  </a:lnTo>
                  <a:lnTo>
                    <a:pt x="137" y="61"/>
                  </a:lnTo>
                  <a:lnTo>
                    <a:pt x="157" y="43"/>
                  </a:lnTo>
                  <a:lnTo>
                    <a:pt x="178" y="30"/>
                  </a:lnTo>
                  <a:lnTo>
                    <a:pt x="201" y="20"/>
                  </a:lnTo>
                  <a:lnTo>
                    <a:pt x="223" y="14"/>
                  </a:lnTo>
                  <a:lnTo>
                    <a:pt x="246" y="12"/>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1498" name="Freeform 72"/>
            <p:cNvSpPr>
              <a:spLocks/>
            </p:cNvSpPr>
            <p:nvPr/>
          </p:nvSpPr>
          <p:spPr bwMode="auto">
            <a:xfrm>
              <a:off x="1565" y="2016"/>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0" y="339"/>
                  </a:lnTo>
                  <a:lnTo>
                    <a:pt x="234" y="299"/>
                  </a:lnTo>
                  <a:lnTo>
                    <a:pt x="226" y="261"/>
                  </a:lnTo>
                  <a:lnTo>
                    <a:pt x="216" y="223"/>
                  </a:lnTo>
                  <a:lnTo>
                    <a:pt x="204" y="189"/>
                  </a:lnTo>
                  <a:lnTo>
                    <a:pt x="190" y="156"/>
                  </a:lnTo>
                  <a:lnTo>
                    <a:pt x="174" y="125"/>
                  </a:lnTo>
                  <a:lnTo>
                    <a:pt x="156" y="98"/>
                  </a:lnTo>
                  <a:lnTo>
                    <a:pt x="138" y="74"/>
                  </a:lnTo>
                  <a:lnTo>
                    <a:pt x="118" y="51"/>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9" y="81"/>
                  </a:lnTo>
                  <a:lnTo>
                    <a:pt x="147" y="105"/>
                  </a:lnTo>
                  <a:lnTo>
                    <a:pt x="164" y="132"/>
                  </a:lnTo>
                  <a:lnTo>
                    <a:pt x="178" y="160"/>
                  </a:lnTo>
                  <a:lnTo>
                    <a:pt x="192" y="193"/>
                  </a:lnTo>
                  <a:lnTo>
                    <a:pt x="204" y="227"/>
                  </a:lnTo>
                  <a:lnTo>
                    <a:pt x="215" y="264"/>
                  </a:lnTo>
                  <a:lnTo>
                    <a:pt x="223" y="301"/>
                  </a:lnTo>
                  <a:lnTo>
                    <a:pt x="229"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1499" name="Freeform 73"/>
            <p:cNvSpPr>
              <a:spLocks/>
            </p:cNvSpPr>
            <p:nvPr/>
          </p:nvSpPr>
          <p:spPr bwMode="auto">
            <a:xfrm>
              <a:off x="1565" y="2101"/>
              <a:ext cx="49" cy="85"/>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6" y="423"/>
                  </a:lnTo>
                  <a:lnTo>
                    <a:pt x="51" y="418"/>
                  </a:lnTo>
                  <a:lnTo>
                    <a:pt x="74" y="407"/>
                  </a:lnTo>
                  <a:lnTo>
                    <a:pt x="96" y="392"/>
                  </a:lnTo>
                  <a:lnTo>
                    <a:pt x="118" y="373"/>
                  </a:lnTo>
                  <a:lnTo>
                    <a:pt x="138" y="351"/>
                  </a:lnTo>
                  <a:lnTo>
                    <a:pt x="156" y="327"/>
                  </a:lnTo>
                  <a:lnTo>
                    <a:pt x="175" y="299"/>
                  </a:lnTo>
                  <a:lnTo>
                    <a:pt x="190" y="269"/>
                  </a:lnTo>
                  <a:lnTo>
                    <a:pt x="204" y="236"/>
                  </a:lnTo>
                  <a:lnTo>
                    <a:pt x="216" y="202"/>
                  </a:lnTo>
                  <a:lnTo>
                    <a:pt x="226" y="164"/>
                  </a:lnTo>
                  <a:lnTo>
                    <a:pt x="234" y="126"/>
                  </a:lnTo>
                  <a:lnTo>
                    <a:pt x="240" y="86"/>
                  </a:lnTo>
                  <a:lnTo>
                    <a:pt x="244" y="42"/>
                  </a:lnTo>
                  <a:lnTo>
                    <a:pt x="245" y="0"/>
                  </a:lnTo>
                  <a:lnTo>
                    <a:pt x="233" y="0"/>
                  </a:lnTo>
                  <a:lnTo>
                    <a:pt x="232" y="42"/>
                  </a:lnTo>
                  <a:lnTo>
                    <a:pt x="229" y="83"/>
                  </a:lnTo>
                  <a:lnTo>
                    <a:pt x="223" y="123"/>
                  </a:lnTo>
                  <a:lnTo>
                    <a:pt x="215" y="162"/>
                  </a:lnTo>
                  <a:lnTo>
                    <a:pt x="204" y="197"/>
                  </a:lnTo>
                  <a:lnTo>
                    <a:pt x="192" y="231"/>
                  </a:lnTo>
                  <a:lnTo>
                    <a:pt x="178" y="264"/>
                  </a:lnTo>
                  <a:lnTo>
                    <a:pt x="163" y="292"/>
                  </a:lnTo>
                  <a:lnTo>
                    <a:pt x="147" y="320"/>
                  </a:lnTo>
                  <a:lnTo>
                    <a:pt x="129" y="344"/>
                  </a:lnTo>
                  <a:lnTo>
                    <a:pt x="109" y="364"/>
                  </a:lnTo>
                  <a:lnTo>
                    <a:pt x="89" y="382"/>
                  </a:lnTo>
                  <a:lnTo>
                    <a:pt x="67" y="395"/>
                  </a:lnTo>
                  <a:lnTo>
                    <a:pt x="46" y="406"/>
                  </a:lnTo>
                  <a:lnTo>
                    <a:pt x="24"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1500" name="Freeform 74"/>
            <p:cNvSpPr>
              <a:spLocks/>
            </p:cNvSpPr>
            <p:nvPr/>
          </p:nvSpPr>
          <p:spPr bwMode="auto">
            <a:xfrm>
              <a:off x="1516" y="2101"/>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5" y="86"/>
                  </a:lnTo>
                  <a:lnTo>
                    <a:pt x="11" y="126"/>
                  </a:lnTo>
                  <a:lnTo>
                    <a:pt x="19" y="164"/>
                  </a:lnTo>
                  <a:lnTo>
                    <a:pt x="30" y="202"/>
                  </a:lnTo>
                  <a:lnTo>
                    <a:pt x="41" y="236"/>
                  </a:lnTo>
                  <a:lnTo>
                    <a:pt x="55" y="269"/>
                  </a:lnTo>
                  <a:lnTo>
                    <a:pt x="71" y="299"/>
                  </a:lnTo>
                  <a:lnTo>
                    <a:pt x="89" y="327"/>
                  </a:lnTo>
                  <a:lnTo>
                    <a:pt x="107" y="351"/>
                  </a:lnTo>
                  <a:lnTo>
                    <a:pt x="127" y="373"/>
                  </a:lnTo>
                  <a:lnTo>
                    <a:pt x="149" y="392"/>
                  </a:lnTo>
                  <a:lnTo>
                    <a:pt x="171" y="407"/>
                  </a:lnTo>
                  <a:lnTo>
                    <a:pt x="195" y="418"/>
                  </a:lnTo>
                  <a:lnTo>
                    <a:pt x="219" y="423"/>
                  </a:lnTo>
                  <a:lnTo>
                    <a:pt x="245" y="426"/>
                  </a:lnTo>
                  <a:lnTo>
                    <a:pt x="245" y="414"/>
                  </a:lnTo>
                  <a:lnTo>
                    <a:pt x="222" y="412"/>
                  </a:lnTo>
                  <a:lnTo>
                    <a:pt x="199" y="406"/>
                  </a:lnTo>
                  <a:lnTo>
                    <a:pt x="178" y="395"/>
                  </a:lnTo>
                  <a:lnTo>
                    <a:pt x="156" y="382"/>
                  </a:lnTo>
                  <a:lnTo>
                    <a:pt x="136" y="364"/>
                  </a:lnTo>
                  <a:lnTo>
                    <a:pt x="116" y="344"/>
                  </a:lnTo>
                  <a:lnTo>
                    <a:pt x="99" y="320"/>
                  </a:lnTo>
                  <a:lnTo>
                    <a:pt x="82" y="292"/>
                  </a:lnTo>
                  <a:lnTo>
                    <a:pt x="67" y="264"/>
                  </a:lnTo>
                  <a:lnTo>
                    <a:pt x="53" y="231"/>
                  </a:lnTo>
                  <a:lnTo>
                    <a:pt x="41" y="197"/>
                  </a:lnTo>
                  <a:lnTo>
                    <a:pt x="31" y="162"/>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1501" name="Freeform 75"/>
            <p:cNvSpPr>
              <a:spLocks/>
            </p:cNvSpPr>
            <p:nvPr/>
          </p:nvSpPr>
          <p:spPr bwMode="auto">
            <a:xfrm>
              <a:off x="1516" y="2016"/>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5" y="8"/>
                  </a:lnTo>
                  <a:lnTo>
                    <a:pt x="171" y="19"/>
                  </a:lnTo>
                  <a:lnTo>
                    <a:pt x="149" y="34"/>
                  </a:lnTo>
                  <a:lnTo>
                    <a:pt x="127" y="51"/>
                  </a:lnTo>
                  <a:lnTo>
                    <a:pt x="107" y="74"/>
                  </a:lnTo>
                  <a:lnTo>
                    <a:pt x="89" y="98"/>
                  </a:lnTo>
                  <a:lnTo>
                    <a:pt x="72" y="125"/>
                  </a:lnTo>
                  <a:lnTo>
                    <a:pt x="55" y="156"/>
                  </a:lnTo>
                  <a:lnTo>
                    <a:pt x="41" y="189"/>
                  </a:lnTo>
                  <a:lnTo>
                    <a:pt x="30" y="223"/>
                  </a:lnTo>
                  <a:lnTo>
                    <a:pt x="19" y="261"/>
                  </a:lnTo>
                  <a:lnTo>
                    <a:pt x="11" y="299"/>
                  </a:lnTo>
                  <a:lnTo>
                    <a:pt x="5" y="339"/>
                  </a:lnTo>
                  <a:lnTo>
                    <a:pt x="1" y="382"/>
                  </a:lnTo>
                  <a:lnTo>
                    <a:pt x="0" y="424"/>
                  </a:lnTo>
                  <a:lnTo>
                    <a:pt x="12" y="424"/>
                  </a:lnTo>
                  <a:lnTo>
                    <a:pt x="13" y="382"/>
                  </a:lnTo>
                  <a:lnTo>
                    <a:pt x="17" y="341"/>
                  </a:lnTo>
                  <a:lnTo>
                    <a:pt x="23" y="301"/>
                  </a:lnTo>
                  <a:lnTo>
                    <a:pt x="31" y="264"/>
                  </a:lnTo>
                  <a:lnTo>
                    <a:pt x="41" y="227"/>
                  </a:lnTo>
                  <a:lnTo>
                    <a:pt x="53" y="193"/>
                  </a:lnTo>
                  <a:lnTo>
                    <a:pt x="67" y="160"/>
                  </a:lnTo>
                  <a:lnTo>
                    <a:pt x="81" y="132"/>
                  </a:lnTo>
                  <a:lnTo>
                    <a:pt x="99" y="105"/>
                  </a:lnTo>
                  <a:lnTo>
                    <a:pt x="116" y="81"/>
                  </a:lnTo>
                  <a:lnTo>
                    <a:pt x="136" y="61"/>
                  </a:lnTo>
                  <a:lnTo>
                    <a:pt x="156" y="43"/>
                  </a:lnTo>
                  <a:lnTo>
                    <a:pt x="178" y="30"/>
                  </a:lnTo>
                  <a:lnTo>
                    <a:pt x="199" y="20"/>
                  </a:lnTo>
                  <a:lnTo>
                    <a:pt x="222"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sp>
        <p:nvSpPr>
          <p:cNvPr id="61448" name="Rectangle 77"/>
          <p:cNvSpPr>
            <a:spLocks noChangeArrowheads="1"/>
          </p:cNvSpPr>
          <p:nvPr/>
        </p:nvSpPr>
        <p:spPr bwMode="auto">
          <a:xfrm>
            <a:off x="611188" y="0"/>
            <a:ext cx="6388100" cy="6477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3000"/>
              <a:t>Sem. 1 - Mardi</a:t>
            </a:r>
          </a:p>
        </p:txBody>
      </p:sp>
      <p:sp>
        <p:nvSpPr>
          <p:cNvPr id="61449" name="Text Box 78"/>
          <p:cNvSpPr txBox="1">
            <a:spLocks noChangeArrowheads="1"/>
          </p:cNvSpPr>
          <p:nvPr/>
        </p:nvSpPr>
        <p:spPr bwMode="auto">
          <a:xfrm>
            <a:off x="566738" y="2697163"/>
            <a:ext cx="3217862"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2. Pas de commandes</a:t>
            </a:r>
          </a:p>
        </p:txBody>
      </p:sp>
      <p:sp>
        <p:nvSpPr>
          <p:cNvPr id="61450" name="Text Box 79"/>
          <p:cNvSpPr txBox="1">
            <a:spLocks noChangeArrowheads="1"/>
          </p:cNvSpPr>
          <p:nvPr/>
        </p:nvSpPr>
        <p:spPr bwMode="auto">
          <a:xfrm>
            <a:off x="566738" y="5211763"/>
            <a:ext cx="6543675" cy="4429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eaLnBrk="1" hangingPunct="1">
              <a:spcBef>
                <a:spcPct val="0"/>
              </a:spcBef>
              <a:buFontTx/>
              <a:buNone/>
            </a:pPr>
            <a:r>
              <a:rPr lang="fr-FR" altLang="fr-FR" sz="2300"/>
              <a:t>4. Pointez la production sur votre feuille de suivi</a:t>
            </a:r>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2466" name="Group 2"/>
          <p:cNvGrpSpPr>
            <a:grpSpLocks/>
          </p:cNvGrpSpPr>
          <p:nvPr/>
        </p:nvGrpSpPr>
        <p:grpSpPr bwMode="auto">
          <a:xfrm>
            <a:off x="7073900" y="215900"/>
            <a:ext cx="1878013" cy="1250950"/>
            <a:chOff x="4456" y="136"/>
            <a:chExt cx="1183" cy="788"/>
          </a:xfrm>
        </p:grpSpPr>
        <p:grpSp>
          <p:nvGrpSpPr>
            <p:cNvPr id="62526" name="Group 3"/>
            <p:cNvGrpSpPr>
              <a:grpSpLocks/>
            </p:cNvGrpSpPr>
            <p:nvPr/>
          </p:nvGrpSpPr>
          <p:grpSpPr bwMode="auto">
            <a:xfrm>
              <a:off x="4766" y="232"/>
              <a:ext cx="873" cy="692"/>
              <a:chOff x="2185" y="310"/>
              <a:chExt cx="873" cy="692"/>
            </a:xfrm>
          </p:grpSpPr>
          <p:sp>
            <p:nvSpPr>
              <p:cNvPr id="62537" name="Freeform 4"/>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accent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2538" name="Freeform 5"/>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2539" name="Freeform 6"/>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2540" name="Freeform 7"/>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2541" name="Freeform 8"/>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2542" name="Freeform 9"/>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2543" name="Freeform 10"/>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grpSp>
          <p:nvGrpSpPr>
            <p:cNvPr id="62527" name="Group 11"/>
            <p:cNvGrpSpPr>
              <a:grpSpLocks/>
            </p:cNvGrpSpPr>
            <p:nvPr/>
          </p:nvGrpSpPr>
          <p:grpSpPr bwMode="auto">
            <a:xfrm>
              <a:off x="4949" y="336"/>
              <a:ext cx="591" cy="468"/>
              <a:chOff x="2185" y="310"/>
              <a:chExt cx="873" cy="692"/>
            </a:xfrm>
          </p:grpSpPr>
          <p:sp>
            <p:nvSpPr>
              <p:cNvPr id="62530" name="Freeform 12"/>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2531" name="Freeform 13"/>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2532" name="Freeform 14"/>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2533" name="Freeform 15"/>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2534" name="Freeform 16"/>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2535" name="Freeform 17"/>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2536" name="Freeform 18"/>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pic>
          <p:nvPicPr>
            <p:cNvPr id="62528" name="Picture 19"/>
            <p:cNvPicPr>
              <a:picLocks noChangeAspect="1" noChangeArrowheads="1"/>
            </p:cNvPicPr>
            <p:nvPr/>
          </p:nvPicPr>
          <p:blipFill>
            <a:blip r:embed="rId3" cstate="print">
              <a:extLst>
                <a:ext uri="{28A0092B-C50C-407E-A947-70E740481C1C}">
                  <a14:useLocalDpi xmlns:a14="http://schemas.microsoft.com/office/drawing/2010/main" val="0"/>
                </a:ext>
              </a:extLst>
            </a:blip>
            <a:srcRect l="-4282" t="-4369" r="-5199" b="-12012"/>
            <a:stretch>
              <a:fillRect/>
            </a:stretch>
          </p:blipFill>
          <p:spPr bwMode="auto">
            <a:xfrm>
              <a:off x="4456" y="136"/>
              <a:ext cx="480" cy="5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62529" name="Text Box 20"/>
            <p:cNvSpPr txBox="1">
              <a:spLocks noChangeArrowheads="1"/>
            </p:cNvSpPr>
            <p:nvPr/>
          </p:nvSpPr>
          <p:spPr bwMode="auto">
            <a:xfrm>
              <a:off x="4946" y="314"/>
              <a:ext cx="596" cy="49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4500" b="1">
                  <a:solidFill>
                    <a:srgbClr val="FF0000"/>
                  </a:solidFill>
                  <a:latin typeface="Arial Black" pitchFamily="34" charset="0"/>
                </a:rPr>
                <a:t>13</a:t>
              </a:r>
              <a:endParaRPr lang="fr-FR" altLang="fr-FR" sz="3200">
                <a:solidFill>
                  <a:schemeClr val="tx1"/>
                </a:solidFill>
                <a:latin typeface="Arial Black" pitchFamily="34" charset="0"/>
              </a:endParaRPr>
            </a:p>
          </p:txBody>
        </p:sp>
      </p:grpSp>
      <p:sp>
        <p:nvSpPr>
          <p:cNvPr id="62468" name="Text Box 22"/>
          <p:cNvSpPr txBox="1">
            <a:spLocks noChangeArrowheads="1"/>
          </p:cNvSpPr>
          <p:nvPr/>
        </p:nvSpPr>
        <p:spPr bwMode="auto">
          <a:xfrm>
            <a:off x="566738" y="1363663"/>
            <a:ext cx="1946275"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1. Tirez le dé</a:t>
            </a:r>
          </a:p>
        </p:txBody>
      </p:sp>
      <p:sp>
        <p:nvSpPr>
          <p:cNvPr id="62469" name="Text Box 23"/>
          <p:cNvSpPr txBox="1">
            <a:spLocks noChangeArrowheads="1"/>
          </p:cNvSpPr>
          <p:nvPr/>
        </p:nvSpPr>
        <p:spPr bwMode="auto">
          <a:xfrm>
            <a:off x="566738" y="3935413"/>
            <a:ext cx="18796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3. Produisez</a:t>
            </a:r>
          </a:p>
        </p:txBody>
      </p:sp>
      <p:grpSp>
        <p:nvGrpSpPr>
          <p:cNvPr id="62470" name="Group 24"/>
          <p:cNvGrpSpPr>
            <a:grpSpLocks/>
          </p:cNvGrpSpPr>
          <p:nvPr/>
        </p:nvGrpSpPr>
        <p:grpSpPr bwMode="auto">
          <a:xfrm>
            <a:off x="2986088" y="1306513"/>
            <a:ext cx="446087" cy="534987"/>
            <a:chOff x="868" y="1439"/>
            <a:chExt cx="811" cy="972"/>
          </a:xfrm>
        </p:grpSpPr>
        <p:sp>
          <p:nvSpPr>
            <p:cNvPr id="62475" name="Freeform 25"/>
            <p:cNvSpPr>
              <a:spLocks/>
            </p:cNvSpPr>
            <p:nvPr/>
          </p:nvSpPr>
          <p:spPr bwMode="auto">
            <a:xfrm>
              <a:off x="1548" y="2014"/>
              <a:ext cx="123" cy="100"/>
            </a:xfrm>
            <a:custGeom>
              <a:avLst/>
              <a:gdLst>
                <a:gd name="T0" fmla="*/ 5 w 618"/>
                <a:gd name="T1" fmla="*/ 0 h 502"/>
                <a:gd name="T2" fmla="*/ 5 w 618"/>
                <a:gd name="T3" fmla="*/ 0 h 502"/>
                <a:gd name="T4" fmla="*/ 0 w 618"/>
                <a:gd name="T5" fmla="*/ 4 h 502"/>
                <a:gd name="T6" fmla="*/ 0 w 618"/>
                <a:gd name="T7" fmla="*/ 4 h 502"/>
                <a:gd name="T8" fmla="*/ 5 w 618"/>
                <a:gd name="T9" fmla="*/ 0 h 502"/>
                <a:gd name="T10" fmla="*/ 5 w 618"/>
                <a:gd name="T11" fmla="*/ 0 h 502"/>
                <a:gd name="T12" fmla="*/ 5 w 618"/>
                <a:gd name="T13" fmla="*/ 0 h 502"/>
                <a:gd name="T14" fmla="*/ 5 w 618"/>
                <a:gd name="T15" fmla="*/ 0 h 502"/>
                <a:gd name="T16" fmla="*/ 5 w 618"/>
                <a:gd name="T17" fmla="*/ 0 h 502"/>
                <a:gd name="T18" fmla="*/ 5 w 618"/>
                <a:gd name="T19" fmla="*/ 0 h 502"/>
                <a:gd name="T20" fmla="*/ 5 w 618"/>
                <a:gd name="T21" fmla="*/ 0 h 502"/>
                <a:gd name="T22" fmla="*/ 5 w 618"/>
                <a:gd name="T23" fmla="*/ 0 h 502"/>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618"/>
                <a:gd name="T37" fmla="*/ 0 h 502"/>
                <a:gd name="T38" fmla="*/ 618 w 618"/>
                <a:gd name="T39" fmla="*/ 502 h 502"/>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618" h="502">
                  <a:moveTo>
                    <a:pt x="611" y="0"/>
                  </a:moveTo>
                  <a:lnTo>
                    <a:pt x="606" y="2"/>
                  </a:lnTo>
                  <a:lnTo>
                    <a:pt x="0" y="490"/>
                  </a:lnTo>
                  <a:lnTo>
                    <a:pt x="10" y="502"/>
                  </a:lnTo>
                  <a:lnTo>
                    <a:pt x="616" y="14"/>
                  </a:lnTo>
                  <a:lnTo>
                    <a:pt x="611" y="16"/>
                  </a:lnTo>
                  <a:lnTo>
                    <a:pt x="616" y="14"/>
                  </a:lnTo>
                  <a:lnTo>
                    <a:pt x="618" y="9"/>
                  </a:lnTo>
                  <a:lnTo>
                    <a:pt x="617" y="3"/>
                  </a:lnTo>
                  <a:lnTo>
                    <a:pt x="612" y="1"/>
                  </a:lnTo>
                  <a:lnTo>
                    <a:pt x="606" y="2"/>
                  </a:lnTo>
                  <a:lnTo>
                    <a:pt x="611"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2476" name="Freeform 26"/>
            <p:cNvSpPr>
              <a:spLocks/>
            </p:cNvSpPr>
            <p:nvPr/>
          </p:nvSpPr>
          <p:spPr bwMode="auto">
            <a:xfrm>
              <a:off x="876" y="1852"/>
              <a:ext cx="82" cy="373"/>
            </a:xfrm>
            <a:custGeom>
              <a:avLst/>
              <a:gdLst>
                <a:gd name="T0" fmla="*/ 3 w 413"/>
                <a:gd name="T1" fmla="*/ 15 h 1865"/>
                <a:gd name="T2" fmla="*/ 3 w 413"/>
                <a:gd name="T3" fmla="*/ 15 h 1865"/>
                <a:gd name="T4" fmla="*/ 0 w 413"/>
                <a:gd name="T5" fmla="*/ 0 h 1865"/>
                <a:gd name="T6" fmla="*/ 0 w 413"/>
                <a:gd name="T7" fmla="*/ 0 h 1865"/>
                <a:gd name="T8" fmla="*/ 3 w 413"/>
                <a:gd name="T9" fmla="*/ 15 h 1865"/>
                <a:gd name="T10" fmla="*/ 3 w 413"/>
                <a:gd name="T11" fmla="*/ 15 h 1865"/>
                <a:gd name="T12" fmla="*/ 3 w 413"/>
                <a:gd name="T13" fmla="*/ 15 h 1865"/>
                <a:gd name="T14" fmla="*/ 3 w 413"/>
                <a:gd name="T15" fmla="*/ 15 h 1865"/>
                <a:gd name="T16" fmla="*/ 3 w 413"/>
                <a:gd name="T17" fmla="*/ 15 h 1865"/>
                <a:gd name="T18" fmla="*/ 3 w 413"/>
                <a:gd name="T19" fmla="*/ 15 h 1865"/>
                <a:gd name="T20" fmla="*/ 3 w 413"/>
                <a:gd name="T21" fmla="*/ 15 h 1865"/>
                <a:gd name="T22" fmla="*/ 3 w 413"/>
                <a:gd name="T23" fmla="*/ 15 h 186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413"/>
                <a:gd name="T37" fmla="*/ 0 h 1865"/>
                <a:gd name="T38" fmla="*/ 413 w 413"/>
                <a:gd name="T39" fmla="*/ 1865 h 1865"/>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413" h="1865">
                  <a:moveTo>
                    <a:pt x="400" y="1864"/>
                  </a:moveTo>
                  <a:lnTo>
                    <a:pt x="413" y="1856"/>
                  </a:lnTo>
                  <a:lnTo>
                    <a:pt x="17" y="0"/>
                  </a:lnTo>
                  <a:lnTo>
                    <a:pt x="0" y="2"/>
                  </a:lnTo>
                  <a:lnTo>
                    <a:pt x="396" y="1858"/>
                  </a:lnTo>
                  <a:lnTo>
                    <a:pt x="409" y="1850"/>
                  </a:lnTo>
                  <a:lnTo>
                    <a:pt x="396" y="1858"/>
                  </a:lnTo>
                  <a:lnTo>
                    <a:pt x="400" y="1864"/>
                  </a:lnTo>
                  <a:lnTo>
                    <a:pt x="406" y="1865"/>
                  </a:lnTo>
                  <a:lnTo>
                    <a:pt x="410" y="1862"/>
                  </a:lnTo>
                  <a:lnTo>
                    <a:pt x="413" y="1856"/>
                  </a:lnTo>
                  <a:lnTo>
                    <a:pt x="400" y="186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2477" name="Freeform 27"/>
            <p:cNvSpPr>
              <a:spLocks/>
            </p:cNvSpPr>
            <p:nvPr/>
          </p:nvSpPr>
          <p:spPr bwMode="auto">
            <a:xfrm>
              <a:off x="1282" y="1533"/>
              <a:ext cx="35" cy="161"/>
            </a:xfrm>
            <a:custGeom>
              <a:avLst/>
              <a:gdLst>
                <a:gd name="T0" fmla="*/ 1 w 175"/>
                <a:gd name="T1" fmla="*/ 6 h 807"/>
                <a:gd name="T2" fmla="*/ 1 w 175"/>
                <a:gd name="T3" fmla="*/ 6 h 807"/>
                <a:gd name="T4" fmla="*/ 1 w 175"/>
                <a:gd name="T5" fmla="*/ 6 h 807"/>
                <a:gd name="T6" fmla="*/ 1 w 175"/>
                <a:gd name="T7" fmla="*/ 5 h 807"/>
                <a:gd name="T8" fmla="*/ 1 w 175"/>
                <a:gd name="T9" fmla="*/ 5 h 807"/>
                <a:gd name="T10" fmla="*/ 1 w 175"/>
                <a:gd name="T11" fmla="*/ 5 h 807"/>
                <a:gd name="T12" fmla="*/ 1 w 175"/>
                <a:gd name="T13" fmla="*/ 4 h 807"/>
                <a:gd name="T14" fmla="*/ 1 w 175"/>
                <a:gd name="T15" fmla="*/ 4 h 807"/>
                <a:gd name="T16" fmla="*/ 1 w 175"/>
                <a:gd name="T17" fmla="*/ 3 h 807"/>
                <a:gd name="T18" fmla="*/ 1 w 175"/>
                <a:gd name="T19" fmla="*/ 3 h 807"/>
                <a:gd name="T20" fmla="*/ 1 w 175"/>
                <a:gd name="T21" fmla="*/ 3 h 807"/>
                <a:gd name="T22" fmla="*/ 1 w 175"/>
                <a:gd name="T23" fmla="*/ 2 h 807"/>
                <a:gd name="T24" fmla="*/ 1 w 175"/>
                <a:gd name="T25" fmla="*/ 2 h 807"/>
                <a:gd name="T26" fmla="*/ 1 w 175"/>
                <a:gd name="T27" fmla="*/ 2 h 807"/>
                <a:gd name="T28" fmla="*/ 1 w 175"/>
                <a:gd name="T29" fmla="*/ 1 h 807"/>
                <a:gd name="T30" fmla="*/ 1 w 175"/>
                <a:gd name="T31" fmla="*/ 1 h 807"/>
                <a:gd name="T32" fmla="*/ 1 w 175"/>
                <a:gd name="T33" fmla="*/ 1 h 807"/>
                <a:gd name="T34" fmla="*/ 1 w 175"/>
                <a:gd name="T35" fmla="*/ 0 h 807"/>
                <a:gd name="T36" fmla="*/ 1 w 175"/>
                <a:gd name="T37" fmla="*/ 0 h 807"/>
                <a:gd name="T38" fmla="*/ 1 w 175"/>
                <a:gd name="T39" fmla="*/ 0 h 807"/>
                <a:gd name="T40" fmla="*/ 0 w 175"/>
                <a:gd name="T41" fmla="*/ 1 h 807"/>
                <a:gd name="T42" fmla="*/ 0 w 175"/>
                <a:gd name="T43" fmla="*/ 1 h 807"/>
                <a:gd name="T44" fmla="*/ 0 w 175"/>
                <a:gd name="T45" fmla="*/ 1 h 807"/>
                <a:gd name="T46" fmla="*/ 0 w 175"/>
                <a:gd name="T47" fmla="*/ 2 h 807"/>
                <a:gd name="T48" fmla="*/ 0 w 175"/>
                <a:gd name="T49" fmla="*/ 2 h 807"/>
                <a:gd name="T50" fmla="*/ 0 w 175"/>
                <a:gd name="T51" fmla="*/ 3 h 807"/>
                <a:gd name="T52" fmla="*/ 0 w 175"/>
                <a:gd name="T53" fmla="*/ 3 h 807"/>
                <a:gd name="T54" fmla="*/ 0 w 175"/>
                <a:gd name="T55" fmla="*/ 3 h 807"/>
                <a:gd name="T56" fmla="*/ 0 w 175"/>
                <a:gd name="T57" fmla="*/ 4 h 807"/>
                <a:gd name="T58" fmla="*/ 0 w 175"/>
                <a:gd name="T59" fmla="*/ 4 h 807"/>
                <a:gd name="T60" fmla="*/ 0 w 175"/>
                <a:gd name="T61" fmla="*/ 5 h 807"/>
                <a:gd name="T62" fmla="*/ 0 w 175"/>
                <a:gd name="T63" fmla="*/ 5 h 807"/>
                <a:gd name="T64" fmla="*/ 0 w 175"/>
                <a:gd name="T65" fmla="*/ 5 h 807"/>
                <a:gd name="T66" fmla="*/ 1 w 175"/>
                <a:gd name="T67" fmla="*/ 6 h 807"/>
                <a:gd name="T68" fmla="*/ 1 w 175"/>
                <a:gd name="T69" fmla="*/ 6 h 807"/>
                <a:gd name="T70" fmla="*/ 1 w 175"/>
                <a:gd name="T71" fmla="*/ 6 h 807"/>
                <a:gd name="T72" fmla="*/ 1 w 175"/>
                <a:gd name="T73" fmla="*/ 6 h 807"/>
                <a:gd name="T74" fmla="*/ 1 w 175"/>
                <a:gd name="T75" fmla="*/ 6 h 807"/>
                <a:gd name="T76" fmla="*/ 1 w 175"/>
                <a:gd name="T77" fmla="*/ 6 h 807"/>
                <a:gd name="T78" fmla="*/ 1 w 175"/>
                <a:gd name="T79" fmla="*/ 6 h 807"/>
                <a:gd name="T80" fmla="*/ 1 w 175"/>
                <a:gd name="T81" fmla="*/ 6 h 807"/>
                <a:gd name="T82" fmla="*/ 1 w 175"/>
                <a:gd name="T83" fmla="*/ 6 h 807"/>
                <a:gd name="T84" fmla="*/ 1 w 175"/>
                <a:gd name="T85" fmla="*/ 6 h 807"/>
                <a:gd name="T86" fmla="*/ 1 w 175"/>
                <a:gd name="T87" fmla="*/ 6 h 807"/>
                <a:gd name="T88" fmla="*/ 1 w 175"/>
                <a:gd name="T89" fmla="*/ 6 h 807"/>
                <a:gd name="T90" fmla="*/ 1 w 175"/>
                <a:gd name="T91" fmla="*/ 6 h 80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175"/>
                <a:gd name="T139" fmla="*/ 0 h 807"/>
                <a:gd name="T140" fmla="*/ 175 w 175"/>
                <a:gd name="T141" fmla="*/ 807 h 80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175" h="807">
                  <a:moveTo>
                    <a:pt x="169" y="740"/>
                  </a:moveTo>
                  <a:lnTo>
                    <a:pt x="169" y="739"/>
                  </a:lnTo>
                  <a:lnTo>
                    <a:pt x="149" y="698"/>
                  </a:lnTo>
                  <a:lnTo>
                    <a:pt x="133" y="656"/>
                  </a:lnTo>
                  <a:lnTo>
                    <a:pt x="120" y="611"/>
                  </a:lnTo>
                  <a:lnTo>
                    <a:pt x="108" y="565"/>
                  </a:lnTo>
                  <a:lnTo>
                    <a:pt x="100" y="520"/>
                  </a:lnTo>
                  <a:lnTo>
                    <a:pt x="96" y="472"/>
                  </a:lnTo>
                  <a:lnTo>
                    <a:pt x="93" y="425"/>
                  </a:lnTo>
                  <a:lnTo>
                    <a:pt x="93" y="377"/>
                  </a:lnTo>
                  <a:lnTo>
                    <a:pt x="96" y="330"/>
                  </a:lnTo>
                  <a:lnTo>
                    <a:pt x="100" y="283"/>
                  </a:lnTo>
                  <a:lnTo>
                    <a:pt x="106" y="238"/>
                  </a:lnTo>
                  <a:lnTo>
                    <a:pt x="115" y="195"/>
                  </a:lnTo>
                  <a:lnTo>
                    <a:pt x="126" y="153"/>
                  </a:lnTo>
                  <a:lnTo>
                    <a:pt x="139" y="114"/>
                  </a:lnTo>
                  <a:lnTo>
                    <a:pt x="153" y="77"/>
                  </a:lnTo>
                  <a:lnTo>
                    <a:pt x="169" y="43"/>
                  </a:lnTo>
                  <a:lnTo>
                    <a:pt x="87" y="0"/>
                  </a:lnTo>
                  <a:lnTo>
                    <a:pt x="69" y="39"/>
                  </a:lnTo>
                  <a:lnTo>
                    <a:pt x="52" y="81"/>
                  </a:lnTo>
                  <a:lnTo>
                    <a:pt x="37" y="127"/>
                  </a:lnTo>
                  <a:lnTo>
                    <a:pt x="24" y="174"/>
                  </a:lnTo>
                  <a:lnTo>
                    <a:pt x="15" y="222"/>
                  </a:lnTo>
                  <a:lnTo>
                    <a:pt x="7" y="271"/>
                  </a:lnTo>
                  <a:lnTo>
                    <a:pt x="2" y="323"/>
                  </a:lnTo>
                  <a:lnTo>
                    <a:pt x="0" y="374"/>
                  </a:lnTo>
                  <a:lnTo>
                    <a:pt x="0" y="427"/>
                  </a:lnTo>
                  <a:lnTo>
                    <a:pt x="2" y="479"/>
                  </a:lnTo>
                  <a:lnTo>
                    <a:pt x="9" y="531"/>
                  </a:lnTo>
                  <a:lnTo>
                    <a:pt x="17" y="584"/>
                  </a:lnTo>
                  <a:lnTo>
                    <a:pt x="29" y="635"/>
                  </a:lnTo>
                  <a:lnTo>
                    <a:pt x="44" y="686"/>
                  </a:lnTo>
                  <a:lnTo>
                    <a:pt x="65" y="736"/>
                  </a:lnTo>
                  <a:lnTo>
                    <a:pt x="87" y="784"/>
                  </a:lnTo>
                  <a:lnTo>
                    <a:pt x="87" y="782"/>
                  </a:lnTo>
                  <a:lnTo>
                    <a:pt x="87" y="784"/>
                  </a:lnTo>
                  <a:lnTo>
                    <a:pt x="100" y="799"/>
                  </a:lnTo>
                  <a:lnTo>
                    <a:pt x="117" y="807"/>
                  </a:lnTo>
                  <a:lnTo>
                    <a:pt x="134" y="807"/>
                  </a:lnTo>
                  <a:lnTo>
                    <a:pt x="151" y="801"/>
                  </a:lnTo>
                  <a:lnTo>
                    <a:pt x="164" y="791"/>
                  </a:lnTo>
                  <a:lnTo>
                    <a:pt x="173" y="777"/>
                  </a:lnTo>
                  <a:lnTo>
                    <a:pt x="175" y="759"/>
                  </a:lnTo>
                  <a:lnTo>
                    <a:pt x="169" y="739"/>
                  </a:lnTo>
                  <a:lnTo>
                    <a:pt x="169" y="74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2478" name="Freeform 28"/>
            <p:cNvSpPr>
              <a:spLocks/>
            </p:cNvSpPr>
            <p:nvPr/>
          </p:nvSpPr>
          <p:spPr bwMode="auto">
            <a:xfrm>
              <a:off x="1299" y="1681"/>
              <a:ext cx="157" cy="281"/>
            </a:xfrm>
            <a:custGeom>
              <a:avLst/>
              <a:gdLst>
                <a:gd name="T0" fmla="*/ 6 w 787"/>
                <a:gd name="T1" fmla="*/ 11 h 1404"/>
                <a:gd name="T2" fmla="*/ 6 w 787"/>
                <a:gd name="T3" fmla="*/ 11 h 1404"/>
                <a:gd name="T4" fmla="*/ 1 w 787"/>
                <a:gd name="T5" fmla="*/ 0 h 1404"/>
                <a:gd name="T6" fmla="*/ 0 w 787"/>
                <a:gd name="T7" fmla="*/ 0 h 1404"/>
                <a:gd name="T8" fmla="*/ 6 w 787"/>
                <a:gd name="T9" fmla="*/ 11 h 1404"/>
                <a:gd name="T10" fmla="*/ 6 w 787"/>
                <a:gd name="T11" fmla="*/ 11 h 1404"/>
                <a:gd name="T12" fmla="*/ 6 w 787"/>
                <a:gd name="T13" fmla="*/ 11 h 1404"/>
                <a:gd name="T14" fmla="*/ 6 w 787"/>
                <a:gd name="T15" fmla="*/ 11 h 1404"/>
                <a:gd name="T16" fmla="*/ 6 w 787"/>
                <a:gd name="T17" fmla="*/ 11 h 1404"/>
                <a:gd name="T18" fmla="*/ 6 w 787"/>
                <a:gd name="T19" fmla="*/ 11 h 1404"/>
                <a:gd name="T20" fmla="*/ 6 w 787"/>
                <a:gd name="T21" fmla="*/ 11 h 1404"/>
                <a:gd name="T22" fmla="*/ 6 w 787"/>
                <a:gd name="T23" fmla="*/ 11 h 1404"/>
                <a:gd name="T24" fmla="*/ 6 w 787"/>
                <a:gd name="T25" fmla="*/ 11 h 1404"/>
                <a:gd name="T26" fmla="*/ 6 w 787"/>
                <a:gd name="T27" fmla="*/ 11 h 1404"/>
                <a:gd name="T28" fmla="*/ 6 w 787"/>
                <a:gd name="T29" fmla="*/ 11 h 1404"/>
                <a:gd name="T30" fmla="*/ 6 w 787"/>
                <a:gd name="T31" fmla="*/ 11 h 1404"/>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787"/>
                <a:gd name="T49" fmla="*/ 0 h 1404"/>
                <a:gd name="T50" fmla="*/ 787 w 787"/>
                <a:gd name="T51" fmla="*/ 1404 h 1404"/>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787" h="1404">
                  <a:moveTo>
                    <a:pt x="781" y="1334"/>
                  </a:moveTo>
                  <a:lnTo>
                    <a:pt x="781" y="1337"/>
                  </a:lnTo>
                  <a:lnTo>
                    <a:pt x="82" y="0"/>
                  </a:lnTo>
                  <a:lnTo>
                    <a:pt x="0" y="42"/>
                  </a:lnTo>
                  <a:lnTo>
                    <a:pt x="699" y="1379"/>
                  </a:lnTo>
                  <a:lnTo>
                    <a:pt x="699" y="1381"/>
                  </a:lnTo>
                  <a:lnTo>
                    <a:pt x="699" y="1379"/>
                  </a:lnTo>
                  <a:lnTo>
                    <a:pt x="712" y="1395"/>
                  </a:lnTo>
                  <a:lnTo>
                    <a:pt x="727" y="1402"/>
                  </a:lnTo>
                  <a:lnTo>
                    <a:pt x="744" y="1404"/>
                  </a:lnTo>
                  <a:lnTo>
                    <a:pt x="761" y="1398"/>
                  </a:lnTo>
                  <a:lnTo>
                    <a:pt x="775" y="1388"/>
                  </a:lnTo>
                  <a:lnTo>
                    <a:pt x="784" y="1373"/>
                  </a:lnTo>
                  <a:lnTo>
                    <a:pt x="787" y="1357"/>
                  </a:lnTo>
                  <a:lnTo>
                    <a:pt x="781" y="1337"/>
                  </a:lnTo>
                  <a:lnTo>
                    <a:pt x="781" y="13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2479" name="Freeform 29"/>
            <p:cNvSpPr>
              <a:spLocks/>
            </p:cNvSpPr>
            <p:nvPr/>
          </p:nvSpPr>
          <p:spPr bwMode="auto">
            <a:xfrm>
              <a:off x="1439" y="1948"/>
              <a:ext cx="125" cy="76"/>
            </a:xfrm>
            <a:custGeom>
              <a:avLst/>
              <a:gdLst>
                <a:gd name="T0" fmla="*/ 5 w 628"/>
                <a:gd name="T1" fmla="*/ 2 h 383"/>
                <a:gd name="T2" fmla="*/ 5 w 628"/>
                <a:gd name="T3" fmla="*/ 2 h 383"/>
                <a:gd name="T4" fmla="*/ 4 w 628"/>
                <a:gd name="T5" fmla="*/ 2 h 383"/>
                <a:gd name="T6" fmla="*/ 4 w 628"/>
                <a:gd name="T7" fmla="*/ 2 h 383"/>
                <a:gd name="T8" fmla="*/ 4 w 628"/>
                <a:gd name="T9" fmla="*/ 2 h 383"/>
                <a:gd name="T10" fmla="*/ 3 w 628"/>
                <a:gd name="T11" fmla="*/ 2 h 383"/>
                <a:gd name="T12" fmla="*/ 3 w 628"/>
                <a:gd name="T13" fmla="*/ 2 h 383"/>
                <a:gd name="T14" fmla="*/ 3 w 628"/>
                <a:gd name="T15" fmla="*/ 2 h 383"/>
                <a:gd name="T16" fmla="*/ 3 w 628"/>
                <a:gd name="T17" fmla="*/ 2 h 383"/>
                <a:gd name="T18" fmla="*/ 2 w 628"/>
                <a:gd name="T19" fmla="*/ 2 h 383"/>
                <a:gd name="T20" fmla="*/ 2 w 628"/>
                <a:gd name="T21" fmla="*/ 2 h 383"/>
                <a:gd name="T22" fmla="*/ 2 w 628"/>
                <a:gd name="T23" fmla="*/ 1 h 383"/>
                <a:gd name="T24" fmla="*/ 2 w 628"/>
                <a:gd name="T25" fmla="*/ 1 h 383"/>
                <a:gd name="T26" fmla="*/ 1 w 628"/>
                <a:gd name="T27" fmla="*/ 1 h 383"/>
                <a:gd name="T28" fmla="*/ 1 w 628"/>
                <a:gd name="T29" fmla="*/ 1 h 383"/>
                <a:gd name="T30" fmla="*/ 1 w 628"/>
                <a:gd name="T31" fmla="*/ 1 h 383"/>
                <a:gd name="T32" fmla="*/ 1 w 628"/>
                <a:gd name="T33" fmla="*/ 0 h 383"/>
                <a:gd name="T34" fmla="*/ 1 w 628"/>
                <a:gd name="T35" fmla="*/ 0 h 383"/>
                <a:gd name="T36" fmla="*/ 0 w 628"/>
                <a:gd name="T37" fmla="*/ 0 h 383"/>
                <a:gd name="T38" fmla="*/ 0 w 628"/>
                <a:gd name="T39" fmla="*/ 1 h 383"/>
                <a:gd name="T40" fmla="*/ 0 w 628"/>
                <a:gd name="T41" fmla="*/ 1 h 383"/>
                <a:gd name="T42" fmla="*/ 1 w 628"/>
                <a:gd name="T43" fmla="*/ 1 h 383"/>
                <a:gd name="T44" fmla="*/ 1 w 628"/>
                <a:gd name="T45" fmla="*/ 1 h 383"/>
                <a:gd name="T46" fmla="*/ 1 w 628"/>
                <a:gd name="T47" fmla="*/ 2 h 383"/>
                <a:gd name="T48" fmla="*/ 1 w 628"/>
                <a:gd name="T49" fmla="*/ 2 h 383"/>
                <a:gd name="T50" fmla="*/ 2 w 628"/>
                <a:gd name="T51" fmla="*/ 2 h 383"/>
                <a:gd name="T52" fmla="*/ 2 w 628"/>
                <a:gd name="T53" fmla="*/ 2 h 383"/>
                <a:gd name="T54" fmla="*/ 2 w 628"/>
                <a:gd name="T55" fmla="*/ 2 h 383"/>
                <a:gd name="T56" fmla="*/ 3 w 628"/>
                <a:gd name="T57" fmla="*/ 3 h 383"/>
                <a:gd name="T58" fmla="*/ 3 w 628"/>
                <a:gd name="T59" fmla="*/ 3 h 383"/>
                <a:gd name="T60" fmla="*/ 3 w 628"/>
                <a:gd name="T61" fmla="*/ 3 h 383"/>
                <a:gd name="T62" fmla="*/ 4 w 628"/>
                <a:gd name="T63" fmla="*/ 3 h 383"/>
                <a:gd name="T64" fmla="*/ 4 w 628"/>
                <a:gd name="T65" fmla="*/ 3 h 383"/>
                <a:gd name="T66" fmla="*/ 4 w 628"/>
                <a:gd name="T67" fmla="*/ 3 h 383"/>
                <a:gd name="T68" fmla="*/ 5 w 628"/>
                <a:gd name="T69" fmla="*/ 3 h 383"/>
                <a:gd name="T70" fmla="*/ 5 w 628"/>
                <a:gd name="T71" fmla="*/ 3 h 383"/>
                <a:gd name="T72" fmla="*/ 5 w 628"/>
                <a:gd name="T73" fmla="*/ 3 h 383"/>
                <a:gd name="T74" fmla="*/ 5 w 628"/>
                <a:gd name="T75" fmla="*/ 3 h 383"/>
                <a:gd name="T76" fmla="*/ 5 w 628"/>
                <a:gd name="T77" fmla="*/ 3 h 383"/>
                <a:gd name="T78" fmla="*/ 5 w 628"/>
                <a:gd name="T79" fmla="*/ 3 h 383"/>
                <a:gd name="T80" fmla="*/ 5 w 628"/>
                <a:gd name="T81" fmla="*/ 3 h 383"/>
                <a:gd name="T82" fmla="*/ 5 w 628"/>
                <a:gd name="T83" fmla="*/ 3 h 383"/>
                <a:gd name="T84" fmla="*/ 5 w 628"/>
                <a:gd name="T85" fmla="*/ 2 h 383"/>
                <a:gd name="T86" fmla="*/ 5 w 628"/>
                <a:gd name="T87" fmla="*/ 2 h 383"/>
                <a:gd name="T88" fmla="*/ 5 w 628"/>
                <a:gd name="T89" fmla="*/ 2 h 383"/>
                <a:gd name="T90" fmla="*/ 5 w 628"/>
                <a:gd name="T91" fmla="*/ 2 h 38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628"/>
                <a:gd name="T139" fmla="*/ 0 h 383"/>
                <a:gd name="T140" fmla="*/ 628 w 628"/>
                <a:gd name="T141" fmla="*/ 383 h 38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628" h="383">
                  <a:moveTo>
                    <a:pt x="581" y="289"/>
                  </a:moveTo>
                  <a:lnTo>
                    <a:pt x="582" y="289"/>
                  </a:lnTo>
                  <a:lnTo>
                    <a:pt x="541" y="287"/>
                  </a:lnTo>
                  <a:lnTo>
                    <a:pt x="500" y="283"/>
                  </a:lnTo>
                  <a:lnTo>
                    <a:pt x="462" y="276"/>
                  </a:lnTo>
                  <a:lnTo>
                    <a:pt x="424" y="268"/>
                  </a:lnTo>
                  <a:lnTo>
                    <a:pt x="389" y="255"/>
                  </a:lnTo>
                  <a:lnTo>
                    <a:pt x="352" y="242"/>
                  </a:lnTo>
                  <a:lnTo>
                    <a:pt x="320" y="227"/>
                  </a:lnTo>
                  <a:lnTo>
                    <a:pt x="287" y="209"/>
                  </a:lnTo>
                  <a:lnTo>
                    <a:pt x="255" y="189"/>
                  </a:lnTo>
                  <a:lnTo>
                    <a:pt x="226" y="168"/>
                  </a:lnTo>
                  <a:lnTo>
                    <a:pt x="198" y="145"/>
                  </a:lnTo>
                  <a:lnTo>
                    <a:pt x="172" y="119"/>
                  </a:lnTo>
                  <a:lnTo>
                    <a:pt x="146" y="92"/>
                  </a:lnTo>
                  <a:lnTo>
                    <a:pt x="122" y="64"/>
                  </a:lnTo>
                  <a:lnTo>
                    <a:pt x="100" y="33"/>
                  </a:lnTo>
                  <a:lnTo>
                    <a:pt x="82" y="0"/>
                  </a:lnTo>
                  <a:lnTo>
                    <a:pt x="0" y="47"/>
                  </a:lnTo>
                  <a:lnTo>
                    <a:pt x="23" y="85"/>
                  </a:lnTo>
                  <a:lnTo>
                    <a:pt x="49" y="120"/>
                  </a:lnTo>
                  <a:lnTo>
                    <a:pt x="76" y="153"/>
                  </a:lnTo>
                  <a:lnTo>
                    <a:pt x="104" y="185"/>
                  </a:lnTo>
                  <a:lnTo>
                    <a:pt x="137" y="215"/>
                  </a:lnTo>
                  <a:lnTo>
                    <a:pt x="170" y="241"/>
                  </a:lnTo>
                  <a:lnTo>
                    <a:pt x="204" y="267"/>
                  </a:lnTo>
                  <a:lnTo>
                    <a:pt x="240" y="289"/>
                  </a:lnTo>
                  <a:lnTo>
                    <a:pt x="277" y="309"/>
                  </a:lnTo>
                  <a:lnTo>
                    <a:pt x="317" y="329"/>
                  </a:lnTo>
                  <a:lnTo>
                    <a:pt x="358" y="344"/>
                  </a:lnTo>
                  <a:lnTo>
                    <a:pt x="400" y="357"/>
                  </a:lnTo>
                  <a:lnTo>
                    <a:pt x="444" y="367"/>
                  </a:lnTo>
                  <a:lnTo>
                    <a:pt x="488" y="374"/>
                  </a:lnTo>
                  <a:lnTo>
                    <a:pt x="534" y="380"/>
                  </a:lnTo>
                  <a:lnTo>
                    <a:pt x="580" y="383"/>
                  </a:lnTo>
                  <a:lnTo>
                    <a:pt x="581" y="383"/>
                  </a:lnTo>
                  <a:lnTo>
                    <a:pt x="580" y="383"/>
                  </a:lnTo>
                  <a:lnTo>
                    <a:pt x="600" y="379"/>
                  </a:lnTo>
                  <a:lnTo>
                    <a:pt x="615" y="369"/>
                  </a:lnTo>
                  <a:lnTo>
                    <a:pt x="624" y="353"/>
                  </a:lnTo>
                  <a:lnTo>
                    <a:pt x="628" y="337"/>
                  </a:lnTo>
                  <a:lnTo>
                    <a:pt x="625" y="319"/>
                  </a:lnTo>
                  <a:lnTo>
                    <a:pt x="617" y="304"/>
                  </a:lnTo>
                  <a:lnTo>
                    <a:pt x="602" y="294"/>
                  </a:lnTo>
                  <a:lnTo>
                    <a:pt x="582" y="289"/>
                  </a:lnTo>
                  <a:lnTo>
                    <a:pt x="581" y="28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2480" name="Freeform 30"/>
            <p:cNvSpPr>
              <a:spLocks/>
            </p:cNvSpPr>
            <p:nvPr/>
          </p:nvSpPr>
          <p:spPr bwMode="auto">
            <a:xfrm>
              <a:off x="1587" y="1880"/>
              <a:ext cx="85" cy="49"/>
            </a:xfrm>
            <a:custGeom>
              <a:avLst/>
              <a:gdLst>
                <a:gd name="T0" fmla="*/ 3 w 426"/>
                <a:gd name="T1" fmla="*/ 0 h 245"/>
                <a:gd name="T2" fmla="*/ 3 w 426"/>
                <a:gd name="T3" fmla="*/ 0 h 245"/>
                <a:gd name="T4" fmla="*/ 3 w 426"/>
                <a:gd name="T5" fmla="*/ 0 h 245"/>
                <a:gd name="T6" fmla="*/ 3 w 426"/>
                <a:gd name="T7" fmla="*/ 0 h 245"/>
                <a:gd name="T8" fmla="*/ 2 w 426"/>
                <a:gd name="T9" fmla="*/ 0 h 245"/>
                <a:gd name="T10" fmla="*/ 2 w 426"/>
                <a:gd name="T11" fmla="*/ 0 h 245"/>
                <a:gd name="T12" fmla="*/ 2 w 426"/>
                <a:gd name="T13" fmla="*/ 0 h 245"/>
                <a:gd name="T14" fmla="*/ 2 w 426"/>
                <a:gd name="T15" fmla="*/ 0 h 245"/>
                <a:gd name="T16" fmla="*/ 1 w 426"/>
                <a:gd name="T17" fmla="*/ 0 h 245"/>
                <a:gd name="T18" fmla="*/ 1 w 426"/>
                <a:gd name="T19" fmla="*/ 1 h 245"/>
                <a:gd name="T20" fmla="*/ 1 w 426"/>
                <a:gd name="T21" fmla="*/ 1 h 245"/>
                <a:gd name="T22" fmla="*/ 1 w 426"/>
                <a:gd name="T23" fmla="*/ 1 h 245"/>
                <a:gd name="T24" fmla="*/ 0 w 426"/>
                <a:gd name="T25" fmla="*/ 1 h 245"/>
                <a:gd name="T26" fmla="*/ 0 w 426"/>
                <a:gd name="T27" fmla="*/ 1 h 245"/>
                <a:gd name="T28" fmla="*/ 0 w 426"/>
                <a:gd name="T29" fmla="*/ 1 h 245"/>
                <a:gd name="T30" fmla="*/ 0 w 426"/>
                <a:gd name="T31" fmla="*/ 2 h 245"/>
                <a:gd name="T32" fmla="*/ 0 w 426"/>
                <a:gd name="T33" fmla="*/ 2 h 245"/>
                <a:gd name="T34" fmla="*/ 0 w 426"/>
                <a:gd name="T35" fmla="*/ 2 h 245"/>
                <a:gd name="T36" fmla="*/ 0 w 426"/>
                <a:gd name="T37" fmla="*/ 2 h 245"/>
                <a:gd name="T38" fmla="*/ 0 w 426"/>
                <a:gd name="T39" fmla="*/ 2 h 245"/>
                <a:gd name="T40" fmla="*/ 0 w 426"/>
                <a:gd name="T41" fmla="*/ 2 h 245"/>
                <a:gd name="T42" fmla="*/ 0 w 426"/>
                <a:gd name="T43" fmla="*/ 1 h 245"/>
                <a:gd name="T44" fmla="*/ 0 w 426"/>
                <a:gd name="T45" fmla="*/ 1 h 245"/>
                <a:gd name="T46" fmla="*/ 0 w 426"/>
                <a:gd name="T47" fmla="*/ 1 h 245"/>
                <a:gd name="T48" fmla="*/ 1 w 426"/>
                <a:gd name="T49" fmla="*/ 1 h 245"/>
                <a:gd name="T50" fmla="*/ 1 w 426"/>
                <a:gd name="T51" fmla="*/ 1 h 245"/>
                <a:gd name="T52" fmla="*/ 1 w 426"/>
                <a:gd name="T53" fmla="*/ 1 h 245"/>
                <a:gd name="T54" fmla="*/ 1 w 426"/>
                <a:gd name="T55" fmla="*/ 1 h 245"/>
                <a:gd name="T56" fmla="*/ 2 w 426"/>
                <a:gd name="T57" fmla="*/ 0 h 245"/>
                <a:gd name="T58" fmla="*/ 2 w 426"/>
                <a:gd name="T59" fmla="*/ 0 h 245"/>
                <a:gd name="T60" fmla="*/ 2 w 426"/>
                <a:gd name="T61" fmla="*/ 0 h 245"/>
                <a:gd name="T62" fmla="*/ 2 w 426"/>
                <a:gd name="T63" fmla="*/ 0 h 245"/>
                <a:gd name="T64" fmla="*/ 3 w 426"/>
                <a:gd name="T65" fmla="*/ 0 h 245"/>
                <a:gd name="T66" fmla="*/ 3 w 426"/>
                <a:gd name="T67" fmla="*/ 0 h 245"/>
                <a:gd name="T68" fmla="*/ 3 w 426"/>
                <a:gd name="T69" fmla="*/ 0 h 245"/>
                <a:gd name="T70" fmla="*/ 3 w 426"/>
                <a:gd name="T71" fmla="*/ 0 h 245"/>
                <a:gd name="T72" fmla="*/ 3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426" y="0"/>
                  </a:moveTo>
                  <a:lnTo>
                    <a:pt x="426" y="0"/>
                  </a:lnTo>
                  <a:lnTo>
                    <a:pt x="384" y="1"/>
                  </a:lnTo>
                  <a:lnTo>
                    <a:pt x="340" y="4"/>
                  </a:lnTo>
                  <a:lnTo>
                    <a:pt x="300" y="10"/>
                  </a:lnTo>
                  <a:lnTo>
                    <a:pt x="262" y="18"/>
                  </a:lnTo>
                  <a:lnTo>
                    <a:pt x="224" y="29"/>
                  </a:lnTo>
                  <a:lnTo>
                    <a:pt x="189" y="41"/>
                  </a:lnTo>
                  <a:lnTo>
                    <a:pt x="157" y="55"/>
                  </a:lnTo>
                  <a:lnTo>
                    <a:pt x="126" y="70"/>
                  </a:lnTo>
                  <a:lnTo>
                    <a:pt x="99" y="89"/>
                  </a:lnTo>
                  <a:lnTo>
                    <a:pt x="74" y="106"/>
                  </a:lnTo>
                  <a:lnTo>
                    <a:pt x="52" y="126"/>
                  </a:lnTo>
                  <a:lnTo>
                    <a:pt x="34" y="148"/>
                  </a:lnTo>
                  <a:lnTo>
                    <a:pt x="19" y="171"/>
                  </a:lnTo>
                  <a:lnTo>
                    <a:pt x="9" y="194"/>
                  </a:lnTo>
                  <a:lnTo>
                    <a:pt x="3" y="219"/>
                  </a:lnTo>
                  <a:lnTo>
                    <a:pt x="0" y="245"/>
                  </a:lnTo>
                  <a:lnTo>
                    <a:pt x="12" y="245"/>
                  </a:lnTo>
                  <a:lnTo>
                    <a:pt x="15" y="221"/>
                  </a:lnTo>
                  <a:lnTo>
                    <a:pt x="20" y="199"/>
                  </a:lnTo>
                  <a:lnTo>
                    <a:pt x="31" y="178"/>
                  </a:lnTo>
                  <a:lnTo>
                    <a:pt x="44" y="156"/>
                  </a:lnTo>
                  <a:lnTo>
                    <a:pt x="61" y="136"/>
                  </a:lnTo>
                  <a:lnTo>
                    <a:pt x="81" y="116"/>
                  </a:lnTo>
                  <a:lnTo>
                    <a:pt x="106" y="98"/>
                  </a:lnTo>
                  <a:lnTo>
                    <a:pt x="133" y="82"/>
                  </a:lnTo>
                  <a:lnTo>
                    <a:pt x="162" y="66"/>
                  </a:lnTo>
                  <a:lnTo>
                    <a:pt x="194" y="52"/>
                  </a:lnTo>
                  <a:lnTo>
                    <a:pt x="229" y="41"/>
                  </a:lnTo>
                  <a:lnTo>
                    <a:pt x="264" y="30"/>
                  </a:lnTo>
                  <a:lnTo>
                    <a:pt x="303" y="22"/>
                  </a:lnTo>
                  <a:lnTo>
                    <a:pt x="343" y="16"/>
                  </a:lnTo>
                  <a:lnTo>
                    <a:pt x="384" y="12"/>
                  </a:lnTo>
                  <a:lnTo>
                    <a:pt x="426" y="11"/>
                  </a:lnTo>
                  <a:lnTo>
                    <a:pt x="42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2481" name="Freeform 31"/>
            <p:cNvSpPr>
              <a:spLocks/>
            </p:cNvSpPr>
            <p:nvPr/>
          </p:nvSpPr>
          <p:spPr bwMode="auto">
            <a:xfrm>
              <a:off x="1587" y="1929"/>
              <a:ext cx="85" cy="49"/>
            </a:xfrm>
            <a:custGeom>
              <a:avLst/>
              <a:gdLst>
                <a:gd name="T0" fmla="*/ 0 w 426"/>
                <a:gd name="T1" fmla="*/ 0 h 245"/>
                <a:gd name="T2" fmla="*/ 0 w 426"/>
                <a:gd name="T3" fmla="*/ 0 h 245"/>
                <a:gd name="T4" fmla="*/ 0 w 426"/>
                <a:gd name="T5" fmla="*/ 0 h 245"/>
                <a:gd name="T6" fmla="*/ 0 w 426"/>
                <a:gd name="T7" fmla="*/ 0 h 245"/>
                <a:gd name="T8" fmla="*/ 0 w 426"/>
                <a:gd name="T9" fmla="*/ 1 h 245"/>
                <a:gd name="T10" fmla="*/ 0 w 426"/>
                <a:gd name="T11" fmla="*/ 1 h 245"/>
                <a:gd name="T12" fmla="*/ 0 w 426"/>
                <a:gd name="T13" fmla="*/ 1 h 245"/>
                <a:gd name="T14" fmla="*/ 1 w 426"/>
                <a:gd name="T15" fmla="*/ 1 h 245"/>
                <a:gd name="T16" fmla="*/ 1 w 426"/>
                <a:gd name="T17" fmla="*/ 1 h 245"/>
                <a:gd name="T18" fmla="*/ 1 w 426"/>
                <a:gd name="T19" fmla="*/ 1 h 245"/>
                <a:gd name="T20" fmla="*/ 1 w 426"/>
                <a:gd name="T21" fmla="*/ 2 h 245"/>
                <a:gd name="T22" fmla="*/ 2 w 426"/>
                <a:gd name="T23" fmla="*/ 2 h 245"/>
                <a:gd name="T24" fmla="*/ 2 w 426"/>
                <a:gd name="T25" fmla="*/ 2 h 245"/>
                <a:gd name="T26" fmla="*/ 2 w 426"/>
                <a:gd name="T27" fmla="*/ 2 h 245"/>
                <a:gd name="T28" fmla="*/ 2 w 426"/>
                <a:gd name="T29" fmla="*/ 2 h 245"/>
                <a:gd name="T30" fmla="*/ 3 w 426"/>
                <a:gd name="T31" fmla="*/ 2 h 245"/>
                <a:gd name="T32" fmla="*/ 3 w 426"/>
                <a:gd name="T33" fmla="*/ 2 h 245"/>
                <a:gd name="T34" fmla="*/ 3 w 426"/>
                <a:gd name="T35" fmla="*/ 2 h 245"/>
                <a:gd name="T36" fmla="*/ 3 w 426"/>
                <a:gd name="T37" fmla="*/ 2 h 245"/>
                <a:gd name="T38" fmla="*/ 3 w 426"/>
                <a:gd name="T39" fmla="*/ 2 h 245"/>
                <a:gd name="T40" fmla="*/ 3 w 426"/>
                <a:gd name="T41" fmla="*/ 2 h 245"/>
                <a:gd name="T42" fmla="*/ 2 w 426"/>
                <a:gd name="T43" fmla="*/ 2 h 245"/>
                <a:gd name="T44" fmla="*/ 2 w 426"/>
                <a:gd name="T45" fmla="*/ 2 h 245"/>
                <a:gd name="T46" fmla="*/ 2 w 426"/>
                <a:gd name="T47" fmla="*/ 2 h 245"/>
                <a:gd name="T48" fmla="*/ 2 w 426"/>
                <a:gd name="T49" fmla="*/ 2 h 245"/>
                <a:gd name="T50" fmla="*/ 1 w 426"/>
                <a:gd name="T51" fmla="*/ 1 h 245"/>
                <a:gd name="T52" fmla="*/ 1 w 426"/>
                <a:gd name="T53" fmla="*/ 1 h 245"/>
                <a:gd name="T54" fmla="*/ 1 w 426"/>
                <a:gd name="T55" fmla="*/ 1 h 245"/>
                <a:gd name="T56" fmla="*/ 1 w 426"/>
                <a:gd name="T57" fmla="*/ 1 h 245"/>
                <a:gd name="T58" fmla="*/ 0 w 426"/>
                <a:gd name="T59" fmla="*/ 1 h 245"/>
                <a:gd name="T60" fmla="*/ 0 w 426"/>
                <a:gd name="T61" fmla="*/ 1 h 245"/>
                <a:gd name="T62" fmla="*/ 0 w 426"/>
                <a:gd name="T63" fmla="*/ 1 h 245"/>
                <a:gd name="T64" fmla="*/ 0 w 426"/>
                <a:gd name="T65" fmla="*/ 0 h 245"/>
                <a:gd name="T66" fmla="*/ 0 w 426"/>
                <a:gd name="T67" fmla="*/ 0 h 245"/>
                <a:gd name="T68" fmla="*/ 0 w 426"/>
                <a:gd name="T69" fmla="*/ 0 h 245"/>
                <a:gd name="T70" fmla="*/ 0 w 426"/>
                <a:gd name="T71" fmla="*/ 0 h 245"/>
                <a:gd name="T72" fmla="*/ 0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0" y="0"/>
                  </a:moveTo>
                  <a:lnTo>
                    <a:pt x="0" y="0"/>
                  </a:lnTo>
                  <a:lnTo>
                    <a:pt x="3" y="25"/>
                  </a:lnTo>
                  <a:lnTo>
                    <a:pt x="9" y="50"/>
                  </a:lnTo>
                  <a:lnTo>
                    <a:pt x="19" y="73"/>
                  </a:lnTo>
                  <a:lnTo>
                    <a:pt x="34" y="96"/>
                  </a:lnTo>
                  <a:lnTo>
                    <a:pt x="52" y="118"/>
                  </a:lnTo>
                  <a:lnTo>
                    <a:pt x="74" y="138"/>
                  </a:lnTo>
                  <a:lnTo>
                    <a:pt x="99" y="156"/>
                  </a:lnTo>
                  <a:lnTo>
                    <a:pt x="126" y="174"/>
                  </a:lnTo>
                  <a:lnTo>
                    <a:pt x="157" y="190"/>
                  </a:lnTo>
                  <a:lnTo>
                    <a:pt x="189" y="204"/>
                  </a:lnTo>
                  <a:lnTo>
                    <a:pt x="224" y="215"/>
                  </a:lnTo>
                  <a:lnTo>
                    <a:pt x="262" y="226"/>
                  </a:lnTo>
                  <a:lnTo>
                    <a:pt x="300" y="234"/>
                  </a:lnTo>
                  <a:lnTo>
                    <a:pt x="340" y="240"/>
                  </a:lnTo>
                  <a:lnTo>
                    <a:pt x="384" y="244"/>
                  </a:lnTo>
                  <a:lnTo>
                    <a:pt x="426" y="245"/>
                  </a:lnTo>
                  <a:lnTo>
                    <a:pt x="426" y="233"/>
                  </a:lnTo>
                  <a:lnTo>
                    <a:pt x="384" y="232"/>
                  </a:lnTo>
                  <a:lnTo>
                    <a:pt x="343" y="228"/>
                  </a:lnTo>
                  <a:lnTo>
                    <a:pt x="303" y="222"/>
                  </a:lnTo>
                  <a:lnTo>
                    <a:pt x="264" y="214"/>
                  </a:lnTo>
                  <a:lnTo>
                    <a:pt x="229" y="204"/>
                  </a:lnTo>
                  <a:lnTo>
                    <a:pt x="194" y="192"/>
                  </a:lnTo>
                  <a:lnTo>
                    <a:pt x="162" y="178"/>
                  </a:lnTo>
                  <a:lnTo>
                    <a:pt x="133" y="163"/>
                  </a:lnTo>
                  <a:lnTo>
                    <a:pt x="106" y="146"/>
                  </a:lnTo>
                  <a:lnTo>
                    <a:pt x="81" y="129"/>
                  </a:lnTo>
                  <a:lnTo>
                    <a:pt x="61" y="109"/>
                  </a:lnTo>
                  <a:lnTo>
                    <a:pt x="44" y="89"/>
                  </a:lnTo>
                  <a:lnTo>
                    <a:pt x="31" y="66"/>
                  </a:lnTo>
                  <a:lnTo>
                    <a:pt x="20" y="45"/>
                  </a:lnTo>
                  <a:lnTo>
                    <a:pt x="15" y="2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2482" name="Freeform 32"/>
            <p:cNvSpPr>
              <a:spLocks/>
            </p:cNvSpPr>
            <p:nvPr/>
          </p:nvSpPr>
          <p:spPr bwMode="auto">
            <a:xfrm>
              <a:off x="878" y="1448"/>
              <a:ext cx="792" cy="954"/>
            </a:xfrm>
            <a:custGeom>
              <a:avLst/>
              <a:gdLst>
                <a:gd name="T0" fmla="*/ 13 w 3960"/>
                <a:gd name="T1" fmla="*/ 38 h 4768"/>
                <a:gd name="T2" fmla="*/ 14 w 3960"/>
                <a:gd name="T3" fmla="*/ 38 h 4768"/>
                <a:gd name="T4" fmla="*/ 15 w 3960"/>
                <a:gd name="T5" fmla="*/ 38 h 4768"/>
                <a:gd name="T6" fmla="*/ 15 w 3960"/>
                <a:gd name="T7" fmla="*/ 38 h 4768"/>
                <a:gd name="T8" fmla="*/ 16 w 3960"/>
                <a:gd name="T9" fmla="*/ 38 h 4768"/>
                <a:gd name="T10" fmla="*/ 17 w 3960"/>
                <a:gd name="T11" fmla="*/ 38 h 4768"/>
                <a:gd name="T12" fmla="*/ 17 w 3960"/>
                <a:gd name="T13" fmla="*/ 38 h 4768"/>
                <a:gd name="T14" fmla="*/ 18 w 3960"/>
                <a:gd name="T15" fmla="*/ 38 h 4768"/>
                <a:gd name="T16" fmla="*/ 18 w 3960"/>
                <a:gd name="T17" fmla="*/ 38 h 4768"/>
                <a:gd name="T18" fmla="*/ 29 w 3960"/>
                <a:gd name="T19" fmla="*/ 30 h 4768"/>
                <a:gd name="T20" fmla="*/ 30 w 3960"/>
                <a:gd name="T21" fmla="*/ 30 h 4768"/>
                <a:gd name="T22" fmla="*/ 30 w 3960"/>
                <a:gd name="T23" fmla="*/ 29 h 4768"/>
                <a:gd name="T24" fmla="*/ 31 w 3960"/>
                <a:gd name="T25" fmla="*/ 28 h 4768"/>
                <a:gd name="T26" fmla="*/ 31 w 3960"/>
                <a:gd name="T27" fmla="*/ 28 h 4768"/>
                <a:gd name="T28" fmla="*/ 31 w 3960"/>
                <a:gd name="T29" fmla="*/ 27 h 4768"/>
                <a:gd name="T30" fmla="*/ 32 w 3960"/>
                <a:gd name="T31" fmla="*/ 26 h 4768"/>
                <a:gd name="T32" fmla="*/ 32 w 3960"/>
                <a:gd name="T33" fmla="*/ 25 h 4768"/>
                <a:gd name="T34" fmla="*/ 32 w 3960"/>
                <a:gd name="T35" fmla="*/ 11 h 4768"/>
                <a:gd name="T36" fmla="*/ 32 w 3960"/>
                <a:gd name="T37" fmla="*/ 10 h 4768"/>
                <a:gd name="T38" fmla="*/ 31 w 3960"/>
                <a:gd name="T39" fmla="*/ 9 h 4768"/>
                <a:gd name="T40" fmla="*/ 31 w 3960"/>
                <a:gd name="T41" fmla="*/ 9 h 4768"/>
                <a:gd name="T42" fmla="*/ 31 w 3960"/>
                <a:gd name="T43" fmla="*/ 8 h 4768"/>
                <a:gd name="T44" fmla="*/ 31 w 3960"/>
                <a:gd name="T45" fmla="*/ 8 h 4768"/>
                <a:gd name="T46" fmla="*/ 30 w 3960"/>
                <a:gd name="T47" fmla="*/ 7 h 4768"/>
                <a:gd name="T48" fmla="*/ 30 w 3960"/>
                <a:gd name="T49" fmla="*/ 7 h 4768"/>
                <a:gd name="T50" fmla="*/ 29 w 3960"/>
                <a:gd name="T51" fmla="*/ 6 h 4768"/>
                <a:gd name="T52" fmla="*/ 19 w 3960"/>
                <a:gd name="T53" fmla="*/ 1 h 4768"/>
                <a:gd name="T54" fmla="*/ 18 w 3960"/>
                <a:gd name="T55" fmla="*/ 0 h 4768"/>
                <a:gd name="T56" fmla="*/ 17 w 3960"/>
                <a:gd name="T57" fmla="*/ 0 h 4768"/>
                <a:gd name="T58" fmla="*/ 17 w 3960"/>
                <a:gd name="T59" fmla="*/ 0 h 4768"/>
                <a:gd name="T60" fmla="*/ 16 w 3960"/>
                <a:gd name="T61" fmla="*/ 0 h 4768"/>
                <a:gd name="T62" fmla="*/ 15 w 3960"/>
                <a:gd name="T63" fmla="*/ 0 h 4768"/>
                <a:gd name="T64" fmla="*/ 14 w 3960"/>
                <a:gd name="T65" fmla="*/ 0 h 4768"/>
                <a:gd name="T66" fmla="*/ 14 w 3960"/>
                <a:gd name="T67" fmla="*/ 0 h 4768"/>
                <a:gd name="T68" fmla="*/ 2 w 3960"/>
                <a:gd name="T69" fmla="*/ 6 h 4768"/>
                <a:gd name="T70" fmla="*/ 2 w 3960"/>
                <a:gd name="T71" fmla="*/ 7 h 4768"/>
                <a:gd name="T72" fmla="*/ 1 w 3960"/>
                <a:gd name="T73" fmla="*/ 7 h 4768"/>
                <a:gd name="T74" fmla="*/ 1 w 3960"/>
                <a:gd name="T75" fmla="*/ 8 h 4768"/>
                <a:gd name="T76" fmla="*/ 1 w 3960"/>
                <a:gd name="T77" fmla="*/ 8 h 4768"/>
                <a:gd name="T78" fmla="*/ 0 w 3960"/>
                <a:gd name="T79" fmla="*/ 9 h 4768"/>
                <a:gd name="T80" fmla="*/ 0 w 3960"/>
                <a:gd name="T81" fmla="*/ 9 h 4768"/>
                <a:gd name="T82" fmla="*/ 0 w 3960"/>
                <a:gd name="T83" fmla="*/ 10 h 4768"/>
                <a:gd name="T84" fmla="*/ 0 w 3960"/>
                <a:gd name="T85" fmla="*/ 11 h 4768"/>
                <a:gd name="T86" fmla="*/ 0 w 3960"/>
                <a:gd name="T87" fmla="*/ 25 h 4768"/>
                <a:gd name="T88" fmla="*/ 0 w 3960"/>
                <a:gd name="T89" fmla="*/ 26 h 4768"/>
                <a:gd name="T90" fmla="*/ 0 w 3960"/>
                <a:gd name="T91" fmla="*/ 27 h 4768"/>
                <a:gd name="T92" fmla="*/ 1 w 3960"/>
                <a:gd name="T93" fmla="*/ 28 h 4768"/>
                <a:gd name="T94" fmla="*/ 1 w 3960"/>
                <a:gd name="T95" fmla="*/ 29 h 4768"/>
                <a:gd name="T96" fmla="*/ 1 w 3960"/>
                <a:gd name="T97" fmla="*/ 29 h 4768"/>
                <a:gd name="T98" fmla="*/ 2 w 3960"/>
                <a:gd name="T99" fmla="*/ 30 h 4768"/>
                <a:gd name="T100" fmla="*/ 3 w 3960"/>
                <a:gd name="T101" fmla="*/ 31 h 4768"/>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w 3960"/>
                <a:gd name="T154" fmla="*/ 0 h 4768"/>
                <a:gd name="T155" fmla="*/ 3960 w 3960"/>
                <a:gd name="T156" fmla="*/ 4768 h 4768"/>
              </a:gdLst>
              <a:ahLst/>
              <a:cxnLst>
                <a:cxn ang="T102">
                  <a:pos x="T0" y="T1"/>
                </a:cxn>
                <a:cxn ang="T103">
                  <a:pos x="T2" y="T3"/>
                </a:cxn>
                <a:cxn ang="T104">
                  <a:pos x="T4" y="T5"/>
                </a:cxn>
                <a:cxn ang="T105">
                  <a:pos x="T6" y="T7"/>
                </a:cxn>
                <a:cxn ang="T106">
                  <a:pos x="T8" y="T9"/>
                </a:cxn>
                <a:cxn ang="T107">
                  <a:pos x="T10" y="T11"/>
                </a:cxn>
                <a:cxn ang="T108">
                  <a:pos x="T12" y="T13"/>
                </a:cxn>
                <a:cxn ang="T109">
                  <a:pos x="T14" y="T15"/>
                </a:cxn>
                <a:cxn ang="T110">
                  <a:pos x="T16" y="T17"/>
                </a:cxn>
                <a:cxn ang="T111">
                  <a:pos x="T18" y="T19"/>
                </a:cxn>
                <a:cxn ang="T112">
                  <a:pos x="T20" y="T21"/>
                </a:cxn>
                <a:cxn ang="T113">
                  <a:pos x="T22" y="T23"/>
                </a:cxn>
                <a:cxn ang="T114">
                  <a:pos x="T24" y="T25"/>
                </a:cxn>
                <a:cxn ang="T115">
                  <a:pos x="T26" y="T27"/>
                </a:cxn>
                <a:cxn ang="T116">
                  <a:pos x="T28" y="T29"/>
                </a:cxn>
                <a:cxn ang="T117">
                  <a:pos x="T30" y="T31"/>
                </a:cxn>
                <a:cxn ang="T118">
                  <a:pos x="T32" y="T33"/>
                </a:cxn>
                <a:cxn ang="T119">
                  <a:pos x="T34" y="T35"/>
                </a:cxn>
                <a:cxn ang="T120">
                  <a:pos x="T36" y="T37"/>
                </a:cxn>
                <a:cxn ang="T121">
                  <a:pos x="T38" y="T39"/>
                </a:cxn>
                <a:cxn ang="T122">
                  <a:pos x="T40" y="T41"/>
                </a:cxn>
                <a:cxn ang="T123">
                  <a:pos x="T42" y="T43"/>
                </a:cxn>
                <a:cxn ang="T124">
                  <a:pos x="T44" y="T45"/>
                </a:cxn>
                <a:cxn ang="T125">
                  <a:pos x="T46" y="T47"/>
                </a:cxn>
                <a:cxn ang="T126">
                  <a:pos x="T48" y="T49"/>
                </a:cxn>
                <a:cxn ang="T127">
                  <a:pos x="T50" y="T51"/>
                </a:cxn>
                <a:cxn ang="T128">
                  <a:pos x="T52" y="T53"/>
                </a:cxn>
                <a:cxn ang="T129">
                  <a:pos x="T54" y="T55"/>
                </a:cxn>
                <a:cxn ang="T130">
                  <a:pos x="T56" y="T57"/>
                </a:cxn>
                <a:cxn ang="T131">
                  <a:pos x="T58" y="T59"/>
                </a:cxn>
                <a:cxn ang="T132">
                  <a:pos x="T60" y="T61"/>
                </a:cxn>
                <a:cxn ang="T133">
                  <a:pos x="T62" y="T63"/>
                </a:cxn>
                <a:cxn ang="T134">
                  <a:pos x="T64" y="T65"/>
                </a:cxn>
                <a:cxn ang="T135">
                  <a:pos x="T66" y="T67"/>
                </a:cxn>
                <a:cxn ang="T136">
                  <a:pos x="T68" y="T69"/>
                </a:cxn>
                <a:cxn ang="T137">
                  <a:pos x="T70" y="T71"/>
                </a:cxn>
                <a:cxn ang="T138">
                  <a:pos x="T72" y="T73"/>
                </a:cxn>
                <a:cxn ang="T139">
                  <a:pos x="T74" y="T75"/>
                </a:cxn>
                <a:cxn ang="T140">
                  <a:pos x="T76" y="T77"/>
                </a:cxn>
                <a:cxn ang="T141">
                  <a:pos x="T78" y="T79"/>
                </a:cxn>
                <a:cxn ang="T142">
                  <a:pos x="T80" y="T81"/>
                </a:cxn>
                <a:cxn ang="T143">
                  <a:pos x="T82" y="T83"/>
                </a:cxn>
                <a:cxn ang="T144">
                  <a:pos x="T84" y="T85"/>
                </a:cxn>
                <a:cxn ang="T145">
                  <a:pos x="T86" y="T87"/>
                </a:cxn>
                <a:cxn ang="T146">
                  <a:pos x="T88" y="T89"/>
                </a:cxn>
                <a:cxn ang="T147">
                  <a:pos x="T90" y="T91"/>
                </a:cxn>
                <a:cxn ang="T148">
                  <a:pos x="T92" y="T93"/>
                </a:cxn>
                <a:cxn ang="T149">
                  <a:pos x="T94" y="T95"/>
                </a:cxn>
                <a:cxn ang="T150">
                  <a:pos x="T96" y="T97"/>
                </a:cxn>
                <a:cxn ang="T151">
                  <a:pos x="T98" y="T99"/>
                </a:cxn>
                <a:cxn ang="T152">
                  <a:pos x="T100" y="T101"/>
                </a:cxn>
              </a:cxnLst>
              <a:rect l="T153" t="T154" r="T155" b="T156"/>
              <a:pathLst>
                <a:path w="3960" h="4768">
                  <a:moveTo>
                    <a:pt x="353" y="3849"/>
                  </a:moveTo>
                  <a:lnTo>
                    <a:pt x="1661" y="4700"/>
                  </a:lnTo>
                  <a:lnTo>
                    <a:pt x="1697" y="4717"/>
                  </a:lnTo>
                  <a:lnTo>
                    <a:pt x="1736" y="4731"/>
                  </a:lnTo>
                  <a:lnTo>
                    <a:pt x="1776" y="4742"/>
                  </a:lnTo>
                  <a:lnTo>
                    <a:pt x="1818" y="4753"/>
                  </a:lnTo>
                  <a:lnTo>
                    <a:pt x="1860" y="4760"/>
                  </a:lnTo>
                  <a:lnTo>
                    <a:pt x="1902" y="4765"/>
                  </a:lnTo>
                  <a:lnTo>
                    <a:pt x="1946" y="4768"/>
                  </a:lnTo>
                  <a:lnTo>
                    <a:pt x="1988" y="4768"/>
                  </a:lnTo>
                  <a:lnTo>
                    <a:pt x="2031" y="4767"/>
                  </a:lnTo>
                  <a:lnTo>
                    <a:pt x="2073" y="4763"/>
                  </a:lnTo>
                  <a:lnTo>
                    <a:pt x="2114" y="4758"/>
                  </a:lnTo>
                  <a:lnTo>
                    <a:pt x="2154" y="4751"/>
                  </a:lnTo>
                  <a:lnTo>
                    <a:pt x="2193" y="4740"/>
                  </a:lnTo>
                  <a:lnTo>
                    <a:pt x="2230" y="4729"/>
                  </a:lnTo>
                  <a:lnTo>
                    <a:pt x="2264" y="4715"/>
                  </a:lnTo>
                  <a:lnTo>
                    <a:pt x="2297" y="4700"/>
                  </a:lnTo>
                  <a:lnTo>
                    <a:pt x="3639" y="3825"/>
                  </a:lnTo>
                  <a:lnTo>
                    <a:pt x="3673" y="3795"/>
                  </a:lnTo>
                  <a:lnTo>
                    <a:pt x="3707" y="3761"/>
                  </a:lnTo>
                  <a:lnTo>
                    <a:pt x="3738" y="3725"/>
                  </a:lnTo>
                  <a:lnTo>
                    <a:pt x="3768" y="3685"/>
                  </a:lnTo>
                  <a:lnTo>
                    <a:pt x="3796" y="3644"/>
                  </a:lnTo>
                  <a:lnTo>
                    <a:pt x="3821" y="3599"/>
                  </a:lnTo>
                  <a:lnTo>
                    <a:pt x="3846" y="3553"/>
                  </a:lnTo>
                  <a:lnTo>
                    <a:pt x="3868" y="3505"/>
                  </a:lnTo>
                  <a:lnTo>
                    <a:pt x="3888" y="3456"/>
                  </a:lnTo>
                  <a:lnTo>
                    <a:pt x="3907" y="3406"/>
                  </a:lnTo>
                  <a:lnTo>
                    <a:pt x="3922" y="3354"/>
                  </a:lnTo>
                  <a:lnTo>
                    <a:pt x="3935" y="3303"/>
                  </a:lnTo>
                  <a:lnTo>
                    <a:pt x="3946" y="3250"/>
                  </a:lnTo>
                  <a:lnTo>
                    <a:pt x="3953" y="3197"/>
                  </a:lnTo>
                  <a:lnTo>
                    <a:pt x="3957" y="3144"/>
                  </a:lnTo>
                  <a:lnTo>
                    <a:pt x="3960" y="3092"/>
                  </a:lnTo>
                  <a:lnTo>
                    <a:pt x="3959" y="1313"/>
                  </a:lnTo>
                  <a:lnTo>
                    <a:pt x="3955" y="1271"/>
                  </a:lnTo>
                  <a:lnTo>
                    <a:pt x="3949" y="1229"/>
                  </a:lnTo>
                  <a:lnTo>
                    <a:pt x="3941" y="1189"/>
                  </a:lnTo>
                  <a:lnTo>
                    <a:pt x="3930" y="1149"/>
                  </a:lnTo>
                  <a:lnTo>
                    <a:pt x="3918" y="1111"/>
                  </a:lnTo>
                  <a:lnTo>
                    <a:pt x="3902" y="1075"/>
                  </a:lnTo>
                  <a:lnTo>
                    <a:pt x="3886" y="1040"/>
                  </a:lnTo>
                  <a:lnTo>
                    <a:pt x="3867" y="1006"/>
                  </a:lnTo>
                  <a:lnTo>
                    <a:pt x="3846" y="973"/>
                  </a:lnTo>
                  <a:lnTo>
                    <a:pt x="3823" y="942"/>
                  </a:lnTo>
                  <a:lnTo>
                    <a:pt x="3798" y="913"/>
                  </a:lnTo>
                  <a:lnTo>
                    <a:pt x="3771" y="886"/>
                  </a:lnTo>
                  <a:lnTo>
                    <a:pt x="3743" y="860"/>
                  </a:lnTo>
                  <a:lnTo>
                    <a:pt x="3714" y="837"/>
                  </a:lnTo>
                  <a:lnTo>
                    <a:pt x="3682" y="816"/>
                  </a:lnTo>
                  <a:lnTo>
                    <a:pt x="3649" y="796"/>
                  </a:lnTo>
                  <a:lnTo>
                    <a:pt x="2386" y="83"/>
                  </a:lnTo>
                  <a:lnTo>
                    <a:pt x="2350" y="65"/>
                  </a:lnTo>
                  <a:lnTo>
                    <a:pt x="2310" y="50"/>
                  </a:lnTo>
                  <a:lnTo>
                    <a:pt x="2268" y="36"/>
                  </a:lnTo>
                  <a:lnTo>
                    <a:pt x="2223" y="24"/>
                  </a:lnTo>
                  <a:lnTo>
                    <a:pt x="2178" y="15"/>
                  </a:lnTo>
                  <a:lnTo>
                    <a:pt x="2131" y="8"/>
                  </a:lnTo>
                  <a:lnTo>
                    <a:pt x="2082" y="3"/>
                  </a:lnTo>
                  <a:lnTo>
                    <a:pt x="2032" y="0"/>
                  </a:lnTo>
                  <a:lnTo>
                    <a:pt x="1982" y="1"/>
                  </a:lnTo>
                  <a:lnTo>
                    <a:pt x="1933" y="3"/>
                  </a:lnTo>
                  <a:lnTo>
                    <a:pt x="1882" y="9"/>
                  </a:lnTo>
                  <a:lnTo>
                    <a:pt x="1833" y="17"/>
                  </a:lnTo>
                  <a:lnTo>
                    <a:pt x="1785" y="29"/>
                  </a:lnTo>
                  <a:lnTo>
                    <a:pt x="1737" y="43"/>
                  </a:lnTo>
                  <a:lnTo>
                    <a:pt x="1691" y="62"/>
                  </a:lnTo>
                  <a:lnTo>
                    <a:pt x="1647" y="83"/>
                  </a:lnTo>
                  <a:lnTo>
                    <a:pt x="311" y="782"/>
                  </a:lnTo>
                  <a:lnTo>
                    <a:pt x="276" y="803"/>
                  </a:lnTo>
                  <a:lnTo>
                    <a:pt x="243" y="826"/>
                  </a:lnTo>
                  <a:lnTo>
                    <a:pt x="213" y="852"/>
                  </a:lnTo>
                  <a:lnTo>
                    <a:pt x="184" y="879"/>
                  </a:lnTo>
                  <a:lnTo>
                    <a:pt x="155" y="908"/>
                  </a:lnTo>
                  <a:lnTo>
                    <a:pt x="131" y="939"/>
                  </a:lnTo>
                  <a:lnTo>
                    <a:pt x="107" y="971"/>
                  </a:lnTo>
                  <a:lnTo>
                    <a:pt x="86" y="1005"/>
                  </a:lnTo>
                  <a:lnTo>
                    <a:pt x="68" y="1040"/>
                  </a:lnTo>
                  <a:lnTo>
                    <a:pt x="50" y="1076"/>
                  </a:lnTo>
                  <a:lnTo>
                    <a:pt x="36" y="1115"/>
                  </a:lnTo>
                  <a:lnTo>
                    <a:pt x="23" y="1153"/>
                  </a:lnTo>
                  <a:lnTo>
                    <a:pt x="14" y="1195"/>
                  </a:lnTo>
                  <a:lnTo>
                    <a:pt x="7" y="1236"/>
                  </a:lnTo>
                  <a:lnTo>
                    <a:pt x="2" y="1279"/>
                  </a:lnTo>
                  <a:lnTo>
                    <a:pt x="0" y="1322"/>
                  </a:lnTo>
                  <a:lnTo>
                    <a:pt x="0" y="3093"/>
                  </a:lnTo>
                  <a:lnTo>
                    <a:pt x="2" y="3147"/>
                  </a:lnTo>
                  <a:lnTo>
                    <a:pt x="7" y="3202"/>
                  </a:lnTo>
                  <a:lnTo>
                    <a:pt x="15" y="3257"/>
                  </a:lnTo>
                  <a:lnTo>
                    <a:pt x="27" y="3312"/>
                  </a:lnTo>
                  <a:lnTo>
                    <a:pt x="42" y="3366"/>
                  </a:lnTo>
                  <a:lnTo>
                    <a:pt x="59" y="3420"/>
                  </a:lnTo>
                  <a:lnTo>
                    <a:pt x="79" y="3474"/>
                  </a:lnTo>
                  <a:lnTo>
                    <a:pt x="102" y="3525"/>
                  </a:lnTo>
                  <a:lnTo>
                    <a:pt x="127" y="3576"/>
                  </a:lnTo>
                  <a:lnTo>
                    <a:pt x="154" y="3624"/>
                  </a:lnTo>
                  <a:lnTo>
                    <a:pt x="184" y="3670"/>
                  </a:lnTo>
                  <a:lnTo>
                    <a:pt x="214" y="3712"/>
                  </a:lnTo>
                  <a:lnTo>
                    <a:pt x="247" y="3752"/>
                  </a:lnTo>
                  <a:lnTo>
                    <a:pt x="281" y="3788"/>
                  </a:lnTo>
                  <a:lnTo>
                    <a:pt x="317" y="3821"/>
                  </a:lnTo>
                  <a:lnTo>
                    <a:pt x="353" y="384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2483" name="Freeform 33"/>
            <p:cNvSpPr>
              <a:spLocks/>
            </p:cNvSpPr>
            <p:nvPr/>
          </p:nvSpPr>
          <p:spPr bwMode="auto">
            <a:xfrm>
              <a:off x="943" y="2210"/>
              <a:ext cx="276" cy="187"/>
            </a:xfrm>
            <a:custGeom>
              <a:avLst/>
              <a:gdLst>
                <a:gd name="T0" fmla="*/ 11 w 1380"/>
                <a:gd name="T1" fmla="*/ 7 h 937"/>
                <a:gd name="T2" fmla="*/ 11 w 1380"/>
                <a:gd name="T3" fmla="*/ 7 h 937"/>
                <a:gd name="T4" fmla="*/ 0 w 1380"/>
                <a:gd name="T5" fmla="*/ 0 h 937"/>
                <a:gd name="T6" fmla="*/ 0 w 1380"/>
                <a:gd name="T7" fmla="*/ 1 h 937"/>
                <a:gd name="T8" fmla="*/ 10 w 1380"/>
                <a:gd name="T9" fmla="*/ 7 h 937"/>
                <a:gd name="T10" fmla="*/ 10 w 1380"/>
                <a:gd name="T11" fmla="*/ 7 h 937"/>
                <a:gd name="T12" fmla="*/ 10 w 1380"/>
                <a:gd name="T13" fmla="*/ 7 h 937"/>
                <a:gd name="T14" fmla="*/ 11 w 1380"/>
                <a:gd name="T15" fmla="*/ 7 h 937"/>
                <a:gd name="T16" fmla="*/ 11 w 1380"/>
                <a:gd name="T17" fmla="*/ 7 h 937"/>
                <a:gd name="T18" fmla="*/ 11 w 1380"/>
                <a:gd name="T19" fmla="*/ 7 h 937"/>
                <a:gd name="T20" fmla="*/ 11 w 1380"/>
                <a:gd name="T21" fmla="*/ 7 h 937"/>
                <a:gd name="T22" fmla="*/ 11 w 1380"/>
                <a:gd name="T23" fmla="*/ 7 h 937"/>
                <a:gd name="T24" fmla="*/ 11 w 1380"/>
                <a:gd name="T25" fmla="*/ 7 h 937"/>
                <a:gd name="T26" fmla="*/ 11 w 1380"/>
                <a:gd name="T27" fmla="*/ 7 h 937"/>
                <a:gd name="T28" fmla="*/ 11 w 1380"/>
                <a:gd name="T29" fmla="*/ 7 h 937"/>
                <a:gd name="T30" fmla="*/ 11 w 1380"/>
                <a:gd name="T31" fmla="*/ 7 h 93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80"/>
                <a:gd name="T49" fmla="*/ 0 h 937"/>
                <a:gd name="T50" fmla="*/ 1380 w 1380"/>
                <a:gd name="T51" fmla="*/ 937 h 93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80" h="937">
                  <a:moveTo>
                    <a:pt x="1354" y="848"/>
                  </a:moveTo>
                  <a:lnTo>
                    <a:pt x="1359" y="851"/>
                  </a:lnTo>
                  <a:lnTo>
                    <a:pt x="51" y="0"/>
                  </a:lnTo>
                  <a:lnTo>
                    <a:pt x="0" y="78"/>
                  </a:lnTo>
                  <a:lnTo>
                    <a:pt x="1307" y="929"/>
                  </a:lnTo>
                  <a:lnTo>
                    <a:pt x="1312" y="932"/>
                  </a:lnTo>
                  <a:lnTo>
                    <a:pt x="1307" y="929"/>
                  </a:lnTo>
                  <a:lnTo>
                    <a:pt x="1326" y="937"/>
                  </a:lnTo>
                  <a:lnTo>
                    <a:pt x="1345" y="936"/>
                  </a:lnTo>
                  <a:lnTo>
                    <a:pt x="1360" y="929"/>
                  </a:lnTo>
                  <a:lnTo>
                    <a:pt x="1372" y="916"/>
                  </a:lnTo>
                  <a:lnTo>
                    <a:pt x="1379" y="899"/>
                  </a:lnTo>
                  <a:lnTo>
                    <a:pt x="1380" y="883"/>
                  </a:lnTo>
                  <a:lnTo>
                    <a:pt x="1374" y="865"/>
                  </a:lnTo>
                  <a:lnTo>
                    <a:pt x="1359" y="851"/>
                  </a:lnTo>
                  <a:lnTo>
                    <a:pt x="1354" y="84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2484" name="Freeform 34"/>
            <p:cNvSpPr>
              <a:spLocks/>
            </p:cNvSpPr>
            <p:nvPr/>
          </p:nvSpPr>
          <p:spPr bwMode="auto">
            <a:xfrm>
              <a:off x="1206" y="2379"/>
              <a:ext cx="140" cy="32"/>
            </a:xfrm>
            <a:custGeom>
              <a:avLst/>
              <a:gdLst>
                <a:gd name="T0" fmla="*/ 5 w 703"/>
                <a:gd name="T1" fmla="*/ 0 h 162"/>
                <a:gd name="T2" fmla="*/ 5 w 703"/>
                <a:gd name="T3" fmla="*/ 0 h 162"/>
                <a:gd name="T4" fmla="*/ 5 w 703"/>
                <a:gd name="T5" fmla="*/ 0 h 162"/>
                <a:gd name="T6" fmla="*/ 5 w 703"/>
                <a:gd name="T7" fmla="*/ 0 h 162"/>
                <a:gd name="T8" fmla="*/ 4 w 703"/>
                <a:gd name="T9" fmla="*/ 0 h 162"/>
                <a:gd name="T10" fmla="*/ 4 w 703"/>
                <a:gd name="T11" fmla="*/ 0 h 162"/>
                <a:gd name="T12" fmla="*/ 4 w 703"/>
                <a:gd name="T13" fmla="*/ 0 h 162"/>
                <a:gd name="T14" fmla="*/ 3 w 703"/>
                <a:gd name="T15" fmla="*/ 1 h 162"/>
                <a:gd name="T16" fmla="*/ 3 w 703"/>
                <a:gd name="T17" fmla="*/ 1 h 162"/>
                <a:gd name="T18" fmla="*/ 3 w 703"/>
                <a:gd name="T19" fmla="*/ 1 h 162"/>
                <a:gd name="T20" fmla="*/ 2 w 703"/>
                <a:gd name="T21" fmla="*/ 1 h 162"/>
                <a:gd name="T22" fmla="*/ 2 w 703"/>
                <a:gd name="T23" fmla="*/ 1 h 162"/>
                <a:gd name="T24" fmla="*/ 2 w 703"/>
                <a:gd name="T25" fmla="*/ 0 h 162"/>
                <a:gd name="T26" fmla="*/ 1 w 703"/>
                <a:gd name="T27" fmla="*/ 0 h 162"/>
                <a:gd name="T28" fmla="*/ 1 w 703"/>
                <a:gd name="T29" fmla="*/ 0 h 162"/>
                <a:gd name="T30" fmla="*/ 1 w 703"/>
                <a:gd name="T31" fmla="*/ 0 h 162"/>
                <a:gd name="T32" fmla="*/ 1 w 703"/>
                <a:gd name="T33" fmla="*/ 0 h 162"/>
                <a:gd name="T34" fmla="*/ 0 w 703"/>
                <a:gd name="T35" fmla="*/ 0 h 162"/>
                <a:gd name="T36" fmla="*/ 0 w 703"/>
                <a:gd name="T37" fmla="*/ 1 h 162"/>
                <a:gd name="T38" fmla="*/ 0 w 703"/>
                <a:gd name="T39" fmla="*/ 1 h 162"/>
                <a:gd name="T40" fmla="*/ 1 w 703"/>
                <a:gd name="T41" fmla="*/ 1 h 162"/>
                <a:gd name="T42" fmla="*/ 1 w 703"/>
                <a:gd name="T43" fmla="*/ 1 h 162"/>
                <a:gd name="T44" fmla="*/ 1 w 703"/>
                <a:gd name="T45" fmla="*/ 1 h 162"/>
                <a:gd name="T46" fmla="*/ 2 w 703"/>
                <a:gd name="T47" fmla="*/ 1 h 162"/>
                <a:gd name="T48" fmla="*/ 2 w 703"/>
                <a:gd name="T49" fmla="*/ 1 h 162"/>
                <a:gd name="T50" fmla="*/ 2 w 703"/>
                <a:gd name="T51" fmla="*/ 1 h 162"/>
                <a:gd name="T52" fmla="*/ 3 w 703"/>
                <a:gd name="T53" fmla="*/ 1 h 162"/>
                <a:gd name="T54" fmla="*/ 3 w 703"/>
                <a:gd name="T55" fmla="*/ 1 h 162"/>
                <a:gd name="T56" fmla="*/ 3 w 703"/>
                <a:gd name="T57" fmla="*/ 1 h 162"/>
                <a:gd name="T58" fmla="*/ 4 w 703"/>
                <a:gd name="T59" fmla="*/ 1 h 162"/>
                <a:gd name="T60" fmla="*/ 4 w 703"/>
                <a:gd name="T61" fmla="*/ 1 h 162"/>
                <a:gd name="T62" fmla="*/ 5 w 703"/>
                <a:gd name="T63" fmla="*/ 1 h 162"/>
                <a:gd name="T64" fmla="*/ 5 w 703"/>
                <a:gd name="T65" fmla="*/ 1 h 162"/>
                <a:gd name="T66" fmla="*/ 5 w 703"/>
                <a:gd name="T67" fmla="*/ 1 h 162"/>
                <a:gd name="T68" fmla="*/ 5 w 703"/>
                <a:gd name="T69" fmla="*/ 1 h 162"/>
                <a:gd name="T70" fmla="*/ 5 w 703"/>
                <a:gd name="T71" fmla="*/ 1 h 162"/>
                <a:gd name="T72" fmla="*/ 5 w 703"/>
                <a:gd name="T73" fmla="*/ 1 h 162"/>
                <a:gd name="T74" fmla="*/ 5 w 703"/>
                <a:gd name="T75" fmla="*/ 1 h 162"/>
                <a:gd name="T76" fmla="*/ 6 w 703"/>
                <a:gd name="T77" fmla="*/ 0 h 162"/>
                <a:gd name="T78" fmla="*/ 6 w 703"/>
                <a:gd name="T79" fmla="*/ 0 h 162"/>
                <a:gd name="T80" fmla="*/ 6 w 703"/>
                <a:gd name="T81" fmla="*/ 0 h 162"/>
                <a:gd name="T82" fmla="*/ 5 w 703"/>
                <a:gd name="T83" fmla="*/ 0 h 162"/>
                <a:gd name="T84" fmla="*/ 5 w 703"/>
                <a:gd name="T85" fmla="*/ 0 h 162"/>
                <a:gd name="T86" fmla="*/ 5 w 703"/>
                <a:gd name="T87" fmla="*/ 0 h 162"/>
                <a:gd name="T88" fmla="*/ 5 w 703"/>
                <a:gd name="T89" fmla="*/ 0 h 162"/>
                <a:gd name="T90" fmla="*/ 5 w 703"/>
                <a:gd name="T91" fmla="*/ 0 h 162"/>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703"/>
                <a:gd name="T139" fmla="*/ 0 h 162"/>
                <a:gd name="T140" fmla="*/ 703 w 703"/>
                <a:gd name="T141" fmla="*/ 162 h 162"/>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703" h="162">
                  <a:moveTo>
                    <a:pt x="631" y="8"/>
                  </a:moveTo>
                  <a:lnTo>
                    <a:pt x="636" y="6"/>
                  </a:lnTo>
                  <a:lnTo>
                    <a:pt x="606" y="20"/>
                  </a:lnTo>
                  <a:lnTo>
                    <a:pt x="575" y="32"/>
                  </a:lnTo>
                  <a:lnTo>
                    <a:pt x="540" y="42"/>
                  </a:lnTo>
                  <a:lnTo>
                    <a:pt x="504" y="52"/>
                  </a:lnTo>
                  <a:lnTo>
                    <a:pt x="467" y="59"/>
                  </a:lnTo>
                  <a:lnTo>
                    <a:pt x="428" y="64"/>
                  </a:lnTo>
                  <a:lnTo>
                    <a:pt x="389" y="67"/>
                  </a:lnTo>
                  <a:lnTo>
                    <a:pt x="348" y="68"/>
                  </a:lnTo>
                  <a:lnTo>
                    <a:pt x="308" y="68"/>
                  </a:lnTo>
                  <a:lnTo>
                    <a:pt x="267" y="65"/>
                  </a:lnTo>
                  <a:lnTo>
                    <a:pt x="226" y="61"/>
                  </a:lnTo>
                  <a:lnTo>
                    <a:pt x="187" y="54"/>
                  </a:lnTo>
                  <a:lnTo>
                    <a:pt x="148" y="44"/>
                  </a:lnTo>
                  <a:lnTo>
                    <a:pt x="110" y="33"/>
                  </a:lnTo>
                  <a:lnTo>
                    <a:pt x="75" y="20"/>
                  </a:lnTo>
                  <a:lnTo>
                    <a:pt x="42" y="5"/>
                  </a:lnTo>
                  <a:lnTo>
                    <a:pt x="0" y="89"/>
                  </a:lnTo>
                  <a:lnTo>
                    <a:pt x="40" y="107"/>
                  </a:lnTo>
                  <a:lnTo>
                    <a:pt x="82" y="122"/>
                  </a:lnTo>
                  <a:lnTo>
                    <a:pt x="124" y="135"/>
                  </a:lnTo>
                  <a:lnTo>
                    <a:pt x="169" y="146"/>
                  </a:lnTo>
                  <a:lnTo>
                    <a:pt x="214" y="153"/>
                  </a:lnTo>
                  <a:lnTo>
                    <a:pt x="258" y="158"/>
                  </a:lnTo>
                  <a:lnTo>
                    <a:pt x="303" y="162"/>
                  </a:lnTo>
                  <a:lnTo>
                    <a:pt x="348" y="162"/>
                  </a:lnTo>
                  <a:lnTo>
                    <a:pt x="394" y="161"/>
                  </a:lnTo>
                  <a:lnTo>
                    <a:pt x="439" y="157"/>
                  </a:lnTo>
                  <a:lnTo>
                    <a:pt x="481" y="150"/>
                  </a:lnTo>
                  <a:lnTo>
                    <a:pt x="525" y="143"/>
                  </a:lnTo>
                  <a:lnTo>
                    <a:pt x="566" y="132"/>
                  </a:lnTo>
                  <a:lnTo>
                    <a:pt x="606" y="121"/>
                  </a:lnTo>
                  <a:lnTo>
                    <a:pt x="643" y="105"/>
                  </a:lnTo>
                  <a:lnTo>
                    <a:pt x="678" y="88"/>
                  </a:lnTo>
                  <a:lnTo>
                    <a:pt x="683" y="86"/>
                  </a:lnTo>
                  <a:lnTo>
                    <a:pt x="678" y="88"/>
                  </a:lnTo>
                  <a:lnTo>
                    <a:pt x="695" y="75"/>
                  </a:lnTo>
                  <a:lnTo>
                    <a:pt x="702" y="60"/>
                  </a:lnTo>
                  <a:lnTo>
                    <a:pt x="703" y="42"/>
                  </a:lnTo>
                  <a:lnTo>
                    <a:pt x="698" y="26"/>
                  </a:lnTo>
                  <a:lnTo>
                    <a:pt x="688" y="12"/>
                  </a:lnTo>
                  <a:lnTo>
                    <a:pt x="674" y="3"/>
                  </a:lnTo>
                  <a:lnTo>
                    <a:pt x="656" y="0"/>
                  </a:lnTo>
                  <a:lnTo>
                    <a:pt x="636" y="6"/>
                  </a:lnTo>
                  <a:lnTo>
                    <a:pt x="631"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2485" name="Freeform 35"/>
            <p:cNvSpPr>
              <a:spLocks/>
            </p:cNvSpPr>
            <p:nvPr/>
          </p:nvSpPr>
          <p:spPr bwMode="auto">
            <a:xfrm>
              <a:off x="1332" y="2204"/>
              <a:ext cx="283" cy="192"/>
            </a:xfrm>
            <a:custGeom>
              <a:avLst/>
              <a:gdLst>
                <a:gd name="T0" fmla="*/ 11 w 1415"/>
                <a:gd name="T1" fmla="*/ 0 h 960"/>
                <a:gd name="T2" fmla="*/ 11 w 1415"/>
                <a:gd name="T3" fmla="*/ 0 h 960"/>
                <a:gd name="T4" fmla="*/ 0 w 1415"/>
                <a:gd name="T5" fmla="*/ 7 h 960"/>
                <a:gd name="T6" fmla="*/ 0 w 1415"/>
                <a:gd name="T7" fmla="*/ 8 h 960"/>
                <a:gd name="T8" fmla="*/ 11 w 1415"/>
                <a:gd name="T9" fmla="*/ 1 h 960"/>
                <a:gd name="T10" fmla="*/ 11 w 1415"/>
                <a:gd name="T11" fmla="*/ 1 h 960"/>
                <a:gd name="T12" fmla="*/ 11 w 1415"/>
                <a:gd name="T13" fmla="*/ 1 h 960"/>
                <a:gd name="T14" fmla="*/ 11 w 1415"/>
                <a:gd name="T15" fmla="*/ 1 h 960"/>
                <a:gd name="T16" fmla="*/ 11 w 1415"/>
                <a:gd name="T17" fmla="*/ 0 h 960"/>
                <a:gd name="T18" fmla="*/ 11 w 1415"/>
                <a:gd name="T19" fmla="*/ 0 h 960"/>
                <a:gd name="T20" fmla="*/ 11 w 1415"/>
                <a:gd name="T21" fmla="*/ 0 h 960"/>
                <a:gd name="T22" fmla="*/ 11 w 1415"/>
                <a:gd name="T23" fmla="*/ 0 h 960"/>
                <a:gd name="T24" fmla="*/ 11 w 1415"/>
                <a:gd name="T25" fmla="*/ 0 h 960"/>
                <a:gd name="T26" fmla="*/ 11 w 1415"/>
                <a:gd name="T27" fmla="*/ 0 h 960"/>
                <a:gd name="T28" fmla="*/ 11 w 1415"/>
                <a:gd name="T29" fmla="*/ 0 h 960"/>
                <a:gd name="T30" fmla="*/ 11 w 1415"/>
                <a:gd name="T31" fmla="*/ 0 h 96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15"/>
                <a:gd name="T49" fmla="*/ 0 h 960"/>
                <a:gd name="T50" fmla="*/ 1415 w 1415"/>
                <a:gd name="T51" fmla="*/ 960 h 96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15" h="960">
                  <a:moveTo>
                    <a:pt x="1338" y="10"/>
                  </a:moveTo>
                  <a:lnTo>
                    <a:pt x="1342" y="8"/>
                  </a:lnTo>
                  <a:lnTo>
                    <a:pt x="0" y="882"/>
                  </a:lnTo>
                  <a:lnTo>
                    <a:pt x="52" y="960"/>
                  </a:lnTo>
                  <a:lnTo>
                    <a:pt x="1393" y="85"/>
                  </a:lnTo>
                  <a:lnTo>
                    <a:pt x="1397" y="83"/>
                  </a:lnTo>
                  <a:lnTo>
                    <a:pt x="1393" y="85"/>
                  </a:lnTo>
                  <a:lnTo>
                    <a:pt x="1409" y="71"/>
                  </a:lnTo>
                  <a:lnTo>
                    <a:pt x="1415" y="53"/>
                  </a:lnTo>
                  <a:lnTo>
                    <a:pt x="1413" y="37"/>
                  </a:lnTo>
                  <a:lnTo>
                    <a:pt x="1406" y="21"/>
                  </a:lnTo>
                  <a:lnTo>
                    <a:pt x="1395" y="8"/>
                  </a:lnTo>
                  <a:lnTo>
                    <a:pt x="1379" y="1"/>
                  </a:lnTo>
                  <a:lnTo>
                    <a:pt x="1361" y="0"/>
                  </a:lnTo>
                  <a:lnTo>
                    <a:pt x="1342" y="8"/>
                  </a:lnTo>
                  <a:lnTo>
                    <a:pt x="1338" y="1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2486" name="Freeform 36"/>
            <p:cNvSpPr>
              <a:spLocks/>
            </p:cNvSpPr>
            <p:nvPr/>
          </p:nvSpPr>
          <p:spPr bwMode="auto">
            <a:xfrm>
              <a:off x="1599" y="2057"/>
              <a:ext cx="80" cy="163"/>
            </a:xfrm>
            <a:custGeom>
              <a:avLst/>
              <a:gdLst>
                <a:gd name="T0" fmla="*/ 2 w 398"/>
                <a:gd name="T1" fmla="*/ 0 h 817"/>
                <a:gd name="T2" fmla="*/ 2 w 398"/>
                <a:gd name="T3" fmla="*/ 0 h 817"/>
                <a:gd name="T4" fmla="*/ 2 w 398"/>
                <a:gd name="T5" fmla="*/ 1 h 817"/>
                <a:gd name="T6" fmla="*/ 2 w 398"/>
                <a:gd name="T7" fmla="*/ 1 h 817"/>
                <a:gd name="T8" fmla="*/ 2 w 398"/>
                <a:gd name="T9" fmla="*/ 2 h 817"/>
                <a:gd name="T10" fmla="*/ 2 w 398"/>
                <a:gd name="T11" fmla="*/ 2 h 817"/>
                <a:gd name="T12" fmla="*/ 2 w 398"/>
                <a:gd name="T13" fmla="*/ 2 h 817"/>
                <a:gd name="T14" fmla="*/ 2 w 398"/>
                <a:gd name="T15" fmla="*/ 3 h 817"/>
                <a:gd name="T16" fmla="*/ 2 w 398"/>
                <a:gd name="T17" fmla="*/ 3 h 817"/>
                <a:gd name="T18" fmla="*/ 2 w 398"/>
                <a:gd name="T19" fmla="*/ 4 h 817"/>
                <a:gd name="T20" fmla="*/ 2 w 398"/>
                <a:gd name="T21" fmla="*/ 4 h 817"/>
                <a:gd name="T22" fmla="*/ 1 w 398"/>
                <a:gd name="T23" fmla="*/ 4 h 817"/>
                <a:gd name="T24" fmla="*/ 1 w 398"/>
                <a:gd name="T25" fmla="*/ 5 h 817"/>
                <a:gd name="T26" fmla="*/ 1 w 398"/>
                <a:gd name="T27" fmla="*/ 5 h 817"/>
                <a:gd name="T28" fmla="*/ 1 w 398"/>
                <a:gd name="T29" fmla="*/ 5 h 817"/>
                <a:gd name="T30" fmla="*/ 1 w 398"/>
                <a:gd name="T31" fmla="*/ 5 h 817"/>
                <a:gd name="T32" fmla="*/ 0 w 398"/>
                <a:gd name="T33" fmla="*/ 6 h 817"/>
                <a:gd name="T34" fmla="*/ 0 w 398"/>
                <a:gd name="T35" fmla="*/ 6 h 817"/>
                <a:gd name="T36" fmla="*/ 0 w 398"/>
                <a:gd name="T37" fmla="*/ 7 h 817"/>
                <a:gd name="T38" fmla="*/ 1 w 398"/>
                <a:gd name="T39" fmla="*/ 6 h 817"/>
                <a:gd name="T40" fmla="*/ 1 w 398"/>
                <a:gd name="T41" fmla="*/ 6 h 817"/>
                <a:gd name="T42" fmla="*/ 1 w 398"/>
                <a:gd name="T43" fmla="*/ 6 h 817"/>
                <a:gd name="T44" fmla="*/ 2 w 398"/>
                <a:gd name="T45" fmla="*/ 5 h 817"/>
                <a:gd name="T46" fmla="*/ 2 w 398"/>
                <a:gd name="T47" fmla="*/ 5 h 817"/>
                <a:gd name="T48" fmla="*/ 2 w 398"/>
                <a:gd name="T49" fmla="*/ 5 h 817"/>
                <a:gd name="T50" fmla="*/ 2 w 398"/>
                <a:gd name="T51" fmla="*/ 4 h 817"/>
                <a:gd name="T52" fmla="*/ 2 w 398"/>
                <a:gd name="T53" fmla="*/ 4 h 817"/>
                <a:gd name="T54" fmla="*/ 3 w 398"/>
                <a:gd name="T55" fmla="*/ 3 h 817"/>
                <a:gd name="T56" fmla="*/ 3 w 398"/>
                <a:gd name="T57" fmla="*/ 3 h 817"/>
                <a:gd name="T58" fmla="*/ 3 w 398"/>
                <a:gd name="T59" fmla="*/ 3 h 817"/>
                <a:gd name="T60" fmla="*/ 3 w 398"/>
                <a:gd name="T61" fmla="*/ 2 h 817"/>
                <a:gd name="T62" fmla="*/ 3 w 398"/>
                <a:gd name="T63" fmla="*/ 2 h 817"/>
                <a:gd name="T64" fmla="*/ 3 w 398"/>
                <a:gd name="T65" fmla="*/ 1 h 817"/>
                <a:gd name="T66" fmla="*/ 3 w 398"/>
                <a:gd name="T67" fmla="*/ 1 h 817"/>
                <a:gd name="T68" fmla="*/ 3 w 398"/>
                <a:gd name="T69" fmla="*/ 0 h 817"/>
                <a:gd name="T70" fmla="*/ 3 w 398"/>
                <a:gd name="T71" fmla="*/ 0 h 817"/>
                <a:gd name="T72" fmla="*/ 3 w 398"/>
                <a:gd name="T73" fmla="*/ 0 h 817"/>
                <a:gd name="T74" fmla="*/ 3 w 398"/>
                <a:gd name="T75" fmla="*/ 0 h 817"/>
                <a:gd name="T76" fmla="*/ 3 w 398"/>
                <a:gd name="T77" fmla="*/ 0 h 817"/>
                <a:gd name="T78" fmla="*/ 3 w 398"/>
                <a:gd name="T79" fmla="*/ 0 h 817"/>
                <a:gd name="T80" fmla="*/ 3 w 398"/>
                <a:gd name="T81" fmla="*/ 0 h 817"/>
                <a:gd name="T82" fmla="*/ 3 w 398"/>
                <a:gd name="T83" fmla="*/ 0 h 817"/>
                <a:gd name="T84" fmla="*/ 3 w 398"/>
                <a:gd name="T85" fmla="*/ 0 h 817"/>
                <a:gd name="T86" fmla="*/ 2 w 398"/>
                <a:gd name="T87" fmla="*/ 0 h 817"/>
                <a:gd name="T88" fmla="*/ 2 w 398"/>
                <a:gd name="T89" fmla="*/ 0 h 817"/>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398"/>
                <a:gd name="T136" fmla="*/ 0 h 817"/>
                <a:gd name="T137" fmla="*/ 398 w 398"/>
                <a:gd name="T138" fmla="*/ 817 h 817"/>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398" h="817">
                  <a:moveTo>
                    <a:pt x="304" y="47"/>
                  </a:moveTo>
                  <a:lnTo>
                    <a:pt x="304" y="47"/>
                  </a:lnTo>
                  <a:lnTo>
                    <a:pt x="301" y="97"/>
                  </a:lnTo>
                  <a:lnTo>
                    <a:pt x="297" y="147"/>
                  </a:lnTo>
                  <a:lnTo>
                    <a:pt x="291" y="198"/>
                  </a:lnTo>
                  <a:lnTo>
                    <a:pt x="280" y="247"/>
                  </a:lnTo>
                  <a:lnTo>
                    <a:pt x="268" y="297"/>
                  </a:lnTo>
                  <a:lnTo>
                    <a:pt x="253" y="347"/>
                  </a:lnTo>
                  <a:lnTo>
                    <a:pt x="236" y="395"/>
                  </a:lnTo>
                  <a:lnTo>
                    <a:pt x="217" y="442"/>
                  </a:lnTo>
                  <a:lnTo>
                    <a:pt x="195" y="487"/>
                  </a:lnTo>
                  <a:lnTo>
                    <a:pt x="171" y="532"/>
                  </a:lnTo>
                  <a:lnTo>
                    <a:pt x="147" y="574"/>
                  </a:lnTo>
                  <a:lnTo>
                    <a:pt x="121" y="613"/>
                  </a:lnTo>
                  <a:lnTo>
                    <a:pt x="93" y="650"/>
                  </a:lnTo>
                  <a:lnTo>
                    <a:pt x="64" y="684"/>
                  </a:lnTo>
                  <a:lnTo>
                    <a:pt x="32" y="716"/>
                  </a:lnTo>
                  <a:lnTo>
                    <a:pt x="0" y="744"/>
                  </a:lnTo>
                  <a:lnTo>
                    <a:pt x="59" y="817"/>
                  </a:lnTo>
                  <a:lnTo>
                    <a:pt x="95" y="784"/>
                  </a:lnTo>
                  <a:lnTo>
                    <a:pt x="132" y="748"/>
                  </a:lnTo>
                  <a:lnTo>
                    <a:pt x="166" y="709"/>
                  </a:lnTo>
                  <a:lnTo>
                    <a:pt x="196" y="667"/>
                  </a:lnTo>
                  <a:lnTo>
                    <a:pt x="227" y="623"/>
                  </a:lnTo>
                  <a:lnTo>
                    <a:pt x="253" y="576"/>
                  </a:lnTo>
                  <a:lnTo>
                    <a:pt x="279" y="530"/>
                  </a:lnTo>
                  <a:lnTo>
                    <a:pt x="301" y="479"/>
                  </a:lnTo>
                  <a:lnTo>
                    <a:pt x="323" y="428"/>
                  </a:lnTo>
                  <a:lnTo>
                    <a:pt x="342" y="375"/>
                  </a:lnTo>
                  <a:lnTo>
                    <a:pt x="359" y="321"/>
                  </a:lnTo>
                  <a:lnTo>
                    <a:pt x="372" y="268"/>
                  </a:lnTo>
                  <a:lnTo>
                    <a:pt x="382" y="212"/>
                  </a:lnTo>
                  <a:lnTo>
                    <a:pt x="391" y="157"/>
                  </a:lnTo>
                  <a:lnTo>
                    <a:pt x="395" y="102"/>
                  </a:lnTo>
                  <a:lnTo>
                    <a:pt x="398" y="47"/>
                  </a:lnTo>
                  <a:lnTo>
                    <a:pt x="394" y="27"/>
                  </a:lnTo>
                  <a:lnTo>
                    <a:pt x="383" y="11"/>
                  </a:lnTo>
                  <a:lnTo>
                    <a:pt x="368" y="3"/>
                  </a:lnTo>
                  <a:lnTo>
                    <a:pt x="351" y="0"/>
                  </a:lnTo>
                  <a:lnTo>
                    <a:pt x="333" y="3"/>
                  </a:lnTo>
                  <a:lnTo>
                    <a:pt x="319" y="11"/>
                  </a:lnTo>
                  <a:lnTo>
                    <a:pt x="307" y="27"/>
                  </a:lnTo>
                  <a:lnTo>
                    <a:pt x="304" y="4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2487" name="Freeform 37"/>
            <p:cNvSpPr>
              <a:spLocks/>
            </p:cNvSpPr>
            <p:nvPr/>
          </p:nvSpPr>
          <p:spPr bwMode="auto">
            <a:xfrm>
              <a:off x="1660" y="1701"/>
              <a:ext cx="19" cy="365"/>
            </a:xfrm>
            <a:custGeom>
              <a:avLst/>
              <a:gdLst>
                <a:gd name="T0" fmla="*/ 0 w 95"/>
                <a:gd name="T1" fmla="*/ 0 h 1826"/>
                <a:gd name="T2" fmla="*/ 0 w 95"/>
                <a:gd name="T3" fmla="*/ 0 h 1826"/>
                <a:gd name="T4" fmla="*/ 0 w 95"/>
                <a:gd name="T5" fmla="*/ 15 h 1826"/>
                <a:gd name="T6" fmla="*/ 1 w 95"/>
                <a:gd name="T7" fmla="*/ 15 h 1826"/>
                <a:gd name="T8" fmla="*/ 1 w 95"/>
                <a:gd name="T9" fmla="*/ 0 h 1826"/>
                <a:gd name="T10" fmla="*/ 1 w 95"/>
                <a:gd name="T11" fmla="*/ 0 h 1826"/>
                <a:gd name="T12" fmla="*/ 1 w 95"/>
                <a:gd name="T13" fmla="*/ 0 h 1826"/>
                <a:gd name="T14" fmla="*/ 1 w 95"/>
                <a:gd name="T15" fmla="*/ 0 h 1826"/>
                <a:gd name="T16" fmla="*/ 1 w 95"/>
                <a:gd name="T17" fmla="*/ 0 h 1826"/>
                <a:gd name="T18" fmla="*/ 1 w 95"/>
                <a:gd name="T19" fmla="*/ 0 h 1826"/>
                <a:gd name="T20" fmla="*/ 0 w 95"/>
                <a:gd name="T21" fmla="*/ 0 h 1826"/>
                <a:gd name="T22" fmla="*/ 0 w 95"/>
                <a:gd name="T23" fmla="*/ 0 h 1826"/>
                <a:gd name="T24" fmla="*/ 0 w 95"/>
                <a:gd name="T25" fmla="*/ 0 h 1826"/>
                <a:gd name="T26" fmla="*/ 0 w 95"/>
                <a:gd name="T27" fmla="*/ 0 h 1826"/>
                <a:gd name="T28" fmla="*/ 0 w 95"/>
                <a:gd name="T29" fmla="*/ 0 h 1826"/>
                <a:gd name="T30" fmla="*/ 0 w 95"/>
                <a:gd name="T31" fmla="*/ 0 h 182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95"/>
                <a:gd name="T49" fmla="*/ 0 h 1826"/>
                <a:gd name="T50" fmla="*/ 95 w 95"/>
                <a:gd name="T51" fmla="*/ 1826 h 182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95" h="1826">
                  <a:moveTo>
                    <a:pt x="0" y="49"/>
                  </a:moveTo>
                  <a:lnTo>
                    <a:pt x="0" y="47"/>
                  </a:lnTo>
                  <a:lnTo>
                    <a:pt x="1" y="1826"/>
                  </a:lnTo>
                  <a:lnTo>
                    <a:pt x="95" y="1826"/>
                  </a:lnTo>
                  <a:lnTo>
                    <a:pt x="93" y="47"/>
                  </a:lnTo>
                  <a:lnTo>
                    <a:pt x="93" y="45"/>
                  </a:lnTo>
                  <a:lnTo>
                    <a:pt x="93" y="47"/>
                  </a:lnTo>
                  <a:lnTo>
                    <a:pt x="90" y="27"/>
                  </a:lnTo>
                  <a:lnTo>
                    <a:pt x="79" y="12"/>
                  </a:lnTo>
                  <a:lnTo>
                    <a:pt x="64" y="4"/>
                  </a:lnTo>
                  <a:lnTo>
                    <a:pt x="47" y="0"/>
                  </a:lnTo>
                  <a:lnTo>
                    <a:pt x="29" y="4"/>
                  </a:lnTo>
                  <a:lnTo>
                    <a:pt x="15" y="12"/>
                  </a:lnTo>
                  <a:lnTo>
                    <a:pt x="3" y="27"/>
                  </a:lnTo>
                  <a:lnTo>
                    <a:pt x="0" y="47"/>
                  </a:lnTo>
                  <a:lnTo>
                    <a:pt x="0" y="4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2488" name="Freeform 38"/>
            <p:cNvSpPr>
              <a:spLocks/>
            </p:cNvSpPr>
            <p:nvPr/>
          </p:nvSpPr>
          <p:spPr bwMode="auto">
            <a:xfrm>
              <a:off x="1598" y="1598"/>
              <a:ext cx="81" cy="113"/>
            </a:xfrm>
            <a:custGeom>
              <a:avLst/>
              <a:gdLst>
                <a:gd name="T0" fmla="*/ 0 w 401"/>
                <a:gd name="T1" fmla="*/ 1 h 566"/>
                <a:gd name="T2" fmla="*/ 0 w 401"/>
                <a:gd name="T3" fmla="*/ 1 h 566"/>
                <a:gd name="T4" fmla="*/ 0 w 401"/>
                <a:gd name="T5" fmla="*/ 1 h 566"/>
                <a:gd name="T6" fmla="*/ 1 w 401"/>
                <a:gd name="T7" fmla="*/ 1 h 566"/>
                <a:gd name="T8" fmla="*/ 1 w 401"/>
                <a:gd name="T9" fmla="*/ 1 h 566"/>
                <a:gd name="T10" fmla="*/ 1 w 401"/>
                <a:gd name="T11" fmla="*/ 1 h 566"/>
                <a:gd name="T12" fmla="*/ 1 w 401"/>
                <a:gd name="T13" fmla="*/ 2 h 566"/>
                <a:gd name="T14" fmla="*/ 1 w 401"/>
                <a:gd name="T15" fmla="*/ 2 h 566"/>
                <a:gd name="T16" fmla="*/ 2 w 401"/>
                <a:gd name="T17" fmla="*/ 2 h 566"/>
                <a:gd name="T18" fmla="*/ 2 w 401"/>
                <a:gd name="T19" fmla="*/ 2 h 566"/>
                <a:gd name="T20" fmla="*/ 2 w 401"/>
                <a:gd name="T21" fmla="*/ 2 h 566"/>
                <a:gd name="T22" fmla="*/ 2 w 401"/>
                <a:gd name="T23" fmla="*/ 3 h 566"/>
                <a:gd name="T24" fmla="*/ 2 w 401"/>
                <a:gd name="T25" fmla="*/ 3 h 566"/>
                <a:gd name="T26" fmla="*/ 2 w 401"/>
                <a:gd name="T27" fmla="*/ 3 h 566"/>
                <a:gd name="T28" fmla="*/ 2 w 401"/>
                <a:gd name="T29" fmla="*/ 4 h 566"/>
                <a:gd name="T30" fmla="*/ 2 w 401"/>
                <a:gd name="T31" fmla="*/ 4 h 566"/>
                <a:gd name="T32" fmla="*/ 2 w 401"/>
                <a:gd name="T33" fmla="*/ 4 h 566"/>
                <a:gd name="T34" fmla="*/ 3 w 401"/>
                <a:gd name="T35" fmla="*/ 5 h 566"/>
                <a:gd name="T36" fmla="*/ 3 w 401"/>
                <a:gd name="T37" fmla="*/ 4 h 566"/>
                <a:gd name="T38" fmla="*/ 3 w 401"/>
                <a:gd name="T39" fmla="*/ 4 h 566"/>
                <a:gd name="T40" fmla="*/ 3 w 401"/>
                <a:gd name="T41" fmla="*/ 4 h 566"/>
                <a:gd name="T42" fmla="*/ 3 w 401"/>
                <a:gd name="T43" fmla="*/ 3 h 566"/>
                <a:gd name="T44" fmla="*/ 3 w 401"/>
                <a:gd name="T45" fmla="*/ 3 h 566"/>
                <a:gd name="T46" fmla="*/ 3 w 401"/>
                <a:gd name="T47" fmla="*/ 3 h 566"/>
                <a:gd name="T48" fmla="*/ 3 w 401"/>
                <a:gd name="T49" fmla="*/ 2 h 566"/>
                <a:gd name="T50" fmla="*/ 3 w 401"/>
                <a:gd name="T51" fmla="*/ 2 h 566"/>
                <a:gd name="T52" fmla="*/ 2 w 401"/>
                <a:gd name="T53" fmla="*/ 2 h 566"/>
                <a:gd name="T54" fmla="*/ 2 w 401"/>
                <a:gd name="T55" fmla="*/ 2 h 566"/>
                <a:gd name="T56" fmla="*/ 2 w 401"/>
                <a:gd name="T57" fmla="*/ 1 h 566"/>
                <a:gd name="T58" fmla="*/ 2 w 401"/>
                <a:gd name="T59" fmla="*/ 1 h 566"/>
                <a:gd name="T60" fmla="*/ 2 w 401"/>
                <a:gd name="T61" fmla="*/ 1 h 566"/>
                <a:gd name="T62" fmla="*/ 1 w 401"/>
                <a:gd name="T63" fmla="*/ 1 h 566"/>
                <a:gd name="T64" fmla="*/ 1 w 401"/>
                <a:gd name="T65" fmla="*/ 0 h 566"/>
                <a:gd name="T66" fmla="*/ 1 w 401"/>
                <a:gd name="T67" fmla="*/ 0 h 566"/>
                <a:gd name="T68" fmla="*/ 1 w 401"/>
                <a:gd name="T69" fmla="*/ 0 h 566"/>
                <a:gd name="T70" fmla="*/ 1 w 401"/>
                <a:gd name="T71" fmla="*/ 0 h 566"/>
                <a:gd name="T72" fmla="*/ 1 w 401"/>
                <a:gd name="T73" fmla="*/ 0 h 566"/>
                <a:gd name="T74" fmla="*/ 0 w 401"/>
                <a:gd name="T75" fmla="*/ 0 h 566"/>
                <a:gd name="T76" fmla="*/ 0 w 401"/>
                <a:gd name="T77" fmla="*/ 0 h 566"/>
                <a:gd name="T78" fmla="*/ 0 w 401"/>
                <a:gd name="T79" fmla="*/ 0 h 566"/>
                <a:gd name="T80" fmla="*/ 0 w 401"/>
                <a:gd name="T81" fmla="*/ 0 h 566"/>
                <a:gd name="T82" fmla="*/ 0 w 401"/>
                <a:gd name="T83" fmla="*/ 0 h 566"/>
                <a:gd name="T84" fmla="*/ 0 w 401"/>
                <a:gd name="T85" fmla="*/ 0 h 566"/>
                <a:gd name="T86" fmla="*/ 0 w 401"/>
                <a:gd name="T87" fmla="*/ 1 h 566"/>
                <a:gd name="T88" fmla="*/ 0 w 401"/>
                <a:gd name="T89" fmla="*/ 1 h 56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401"/>
                <a:gd name="T136" fmla="*/ 0 h 566"/>
                <a:gd name="T137" fmla="*/ 401 w 401"/>
                <a:gd name="T138" fmla="*/ 566 h 566"/>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401" h="566">
                  <a:moveTo>
                    <a:pt x="23" y="88"/>
                  </a:moveTo>
                  <a:lnTo>
                    <a:pt x="23" y="88"/>
                  </a:lnTo>
                  <a:lnTo>
                    <a:pt x="53" y="107"/>
                  </a:lnTo>
                  <a:lnTo>
                    <a:pt x="83" y="125"/>
                  </a:lnTo>
                  <a:lnTo>
                    <a:pt x="108" y="147"/>
                  </a:lnTo>
                  <a:lnTo>
                    <a:pt x="135" y="171"/>
                  </a:lnTo>
                  <a:lnTo>
                    <a:pt x="160" y="196"/>
                  </a:lnTo>
                  <a:lnTo>
                    <a:pt x="182" y="223"/>
                  </a:lnTo>
                  <a:lnTo>
                    <a:pt x="205" y="251"/>
                  </a:lnTo>
                  <a:lnTo>
                    <a:pt x="223" y="281"/>
                  </a:lnTo>
                  <a:lnTo>
                    <a:pt x="240" y="312"/>
                  </a:lnTo>
                  <a:lnTo>
                    <a:pt x="256" y="345"/>
                  </a:lnTo>
                  <a:lnTo>
                    <a:pt x="270" y="379"/>
                  </a:lnTo>
                  <a:lnTo>
                    <a:pt x="282" y="414"/>
                  </a:lnTo>
                  <a:lnTo>
                    <a:pt x="291" y="450"/>
                  </a:lnTo>
                  <a:lnTo>
                    <a:pt x="299" y="488"/>
                  </a:lnTo>
                  <a:lnTo>
                    <a:pt x="304" y="526"/>
                  </a:lnTo>
                  <a:lnTo>
                    <a:pt x="308" y="566"/>
                  </a:lnTo>
                  <a:lnTo>
                    <a:pt x="401" y="562"/>
                  </a:lnTo>
                  <a:lnTo>
                    <a:pt x="398" y="517"/>
                  </a:lnTo>
                  <a:lnTo>
                    <a:pt x="391" y="471"/>
                  </a:lnTo>
                  <a:lnTo>
                    <a:pt x="383" y="429"/>
                  </a:lnTo>
                  <a:lnTo>
                    <a:pt x="371" y="386"/>
                  </a:lnTo>
                  <a:lnTo>
                    <a:pt x="357" y="346"/>
                  </a:lnTo>
                  <a:lnTo>
                    <a:pt x="340" y="307"/>
                  </a:lnTo>
                  <a:lnTo>
                    <a:pt x="324" y="270"/>
                  </a:lnTo>
                  <a:lnTo>
                    <a:pt x="303" y="232"/>
                  </a:lnTo>
                  <a:lnTo>
                    <a:pt x="280" y="197"/>
                  </a:lnTo>
                  <a:lnTo>
                    <a:pt x="255" y="164"/>
                  </a:lnTo>
                  <a:lnTo>
                    <a:pt x="228" y="132"/>
                  </a:lnTo>
                  <a:lnTo>
                    <a:pt x="199" y="103"/>
                  </a:lnTo>
                  <a:lnTo>
                    <a:pt x="169" y="76"/>
                  </a:lnTo>
                  <a:lnTo>
                    <a:pt x="137" y="50"/>
                  </a:lnTo>
                  <a:lnTo>
                    <a:pt x="103" y="27"/>
                  </a:lnTo>
                  <a:lnTo>
                    <a:pt x="67" y="6"/>
                  </a:lnTo>
                  <a:lnTo>
                    <a:pt x="48" y="0"/>
                  </a:lnTo>
                  <a:lnTo>
                    <a:pt x="30" y="2"/>
                  </a:lnTo>
                  <a:lnTo>
                    <a:pt x="16" y="12"/>
                  </a:lnTo>
                  <a:lnTo>
                    <a:pt x="5" y="25"/>
                  </a:lnTo>
                  <a:lnTo>
                    <a:pt x="0" y="41"/>
                  </a:lnTo>
                  <a:lnTo>
                    <a:pt x="0" y="59"/>
                  </a:lnTo>
                  <a:lnTo>
                    <a:pt x="8" y="75"/>
                  </a:lnTo>
                  <a:lnTo>
                    <a:pt x="23"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2489" name="Freeform 39"/>
            <p:cNvSpPr>
              <a:spLocks/>
            </p:cNvSpPr>
            <p:nvPr/>
          </p:nvSpPr>
          <p:spPr bwMode="auto">
            <a:xfrm>
              <a:off x="1346" y="1455"/>
              <a:ext cx="266" cy="160"/>
            </a:xfrm>
            <a:custGeom>
              <a:avLst/>
              <a:gdLst>
                <a:gd name="T0" fmla="*/ 0 w 1330"/>
                <a:gd name="T1" fmla="*/ 1 h 801"/>
                <a:gd name="T2" fmla="*/ 0 w 1330"/>
                <a:gd name="T3" fmla="*/ 1 h 801"/>
                <a:gd name="T4" fmla="*/ 10 w 1330"/>
                <a:gd name="T5" fmla="*/ 6 h 801"/>
                <a:gd name="T6" fmla="*/ 11 w 1330"/>
                <a:gd name="T7" fmla="*/ 6 h 801"/>
                <a:gd name="T8" fmla="*/ 1 w 1330"/>
                <a:gd name="T9" fmla="*/ 0 h 801"/>
                <a:gd name="T10" fmla="*/ 1 w 1330"/>
                <a:gd name="T11" fmla="*/ 0 h 801"/>
                <a:gd name="T12" fmla="*/ 1 w 1330"/>
                <a:gd name="T13" fmla="*/ 0 h 801"/>
                <a:gd name="T14" fmla="*/ 0 w 1330"/>
                <a:gd name="T15" fmla="*/ 0 h 801"/>
                <a:gd name="T16" fmla="*/ 0 w 1330"/>
                <a:gd name="T17" fmla="*/ 0 h 801"/>
                <a:gd name="T18" fmla="*/ 0 w 1330"/>
                <a:gd name="T19" fmla="*/ 0 h 801"/>
                <a:gd name="T20" fmla="*/ 0 w 1330"/>
                <a:gd name="T21" fmla="*/ 0 h 801"/>
                <a:gd name="T22" fmla="*/ 0 w 1330"/>
                <a:gd name="T23" fmla="*/ 0 h 801"/>
                <a:gd name="T24" fmla="*/ 0 w 1330"/>
                <a:gd name="T25" fmla="*/ 0 h 801"/>
                <a:gd name="T26" fmla="*/ 0 w 1330"/>
                <a:gd name="T27" fmla="*/ 1 h 801"/>
                <a:gd name="T28" fmla="*/ 0 w 1330"/>
                <a:gd name="T29" fmla="*/ 1 h 801"/>
                <a:gd name="T30" fmla="*/ 0 w 1330"/>
                <a:gd name="T31" fmla="*/ 1 h 801"/>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30"/>
                <a:gd name="T49" fmla="*/ 0 h 801"/>
                <a:gd name="T50" fmla="*/ 1330 w 1330"/>
                <a:gd name="T51" fmla="*/ 801 h 801"/>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30" h="801">
                  <a:moveTo>
                    <a:pt x="24" y="88"/>
                  </a:moveTo>
                  <a:lnTo>
                    <a:pt x="23" y="88"/>
                  </a:lnTo>
                  <a:lnTo>
                    <a:pt x="1286" y="801"/>
                  </a:lnTo>
                  <a:lnTo>
                    <a:pt x="1330" y="719"/>
                  </a:lnTo>
                  <a:lnTo>
                    <a:pt x="67" y="6"/>
                  </a:lnTo>
                  <a:lnTo>
                    <a:pt x="66" y="6"/>
                  </a:lnTo>
                  <a:lnTo>
                    <a:pt x="67" y="6"/>
                  </a:lnTo>
                  <a:lnTo>
                    <a:pt x="48" y="0"/>
                  </a:lnTo>
                  <a:lnTo>
                    <a:pt x="30" y="2"/>
                  </a:lnTo>
                  <a:lnTo>
                    <a:pt x="16" y="12"/>
                  </a:lnTo>
                  <a:lnTo>
                    <a:pt x="5" y="25"/>
                  </a:lnTo>
                  <a:lnTo>
                    <a:pt x="0" y="41"/>
                  </a:lnTo>
                  <a:lnTo>
                    <a:pt x="0" y="59"/>
                  </a:lnTo>
                  <a:lnTo>
                    <a:pt x="8" y="75"/>
                  </a:lnTo>
                  <a:lnTo>
                    <a:pt x="23" y="88"/>
                  </a:lnTo>
                  <a:lnTo>
                    <a:pt x="24"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2490" name="Freeform 40"/>
            <p:cNvSpPr>
              <a:spLocks/>
            </p:cNvSpPr>
            <p:nvPr/>
          </p:nvSpPr>
          <p:spPr bwMode="auto">
            <a:xfrm>
              <a:off x="1198" y="1439"/>
              <a:ext cx="161" cy="35"/>
            </a:xfrm>
            <a:custGeom>
              <a:avLst/>
              <a:gdLst>
                <a:gd name="T0" fmla="*/ 1 w 806"/>
                <a:gd name="T1" fmla="*/ 1 h 177"/>
                <a:gd name="T2" fmla="*/ 1 w 806"/>
                <a:gd name="T3" fmla="*/ 1 h 177"/>
                <a:gd name="T4" fmla="*/ 1 w 806"/>
                <a:gd name="T5" fmla="*/ 1 h 177"/>
                <a:gd name="T6" fmla="*/ 1 w 806"/>
                <a:gd name="T7" fmla="*/ 1 h 177"/>
                <a:gd name="T8" fmla="*/ 2 w 806"/>
                <a:gd name="T9" fmla="*/ 1 h 177"/>
                <a:gd name="T10" fmla="*/ 2 w 806"/>
                <a:gd name="T11" fmla="*/ 1 h 177"/>
                <a:gd name="T12" fmla="*/ 2 w 806"/>
                <a:gd name="T13" fmla="*/ 1 h 177"/>
                <a:gd name="T14" fmla="*/ 3 w 806"/>
                <a:gd name="T15" fmla="*/ 1 h 177"/>
                <a:gd name="T16" fmla="*/ 3 w 806"/>
                <a:gd name="T17" fmla="*/ 1 h 177"/>
                <a:gd name="T18" fmla="*/ 3 w 806"/>
                <a:gd name="T19" fmla="*/ 1 h 177"/>
                <a:gd name="T20" fmla="*/ 4 w 806"/>
                <a:gd name="T21" fmla="*/ 1 h 177"/>
                <a:gd name="T22" fmla="*/ 4 w 806"/>
                <a:gd name="T23" fmla="*/ 1 h 177"/>
                <a:gd name="T24" fmla="*/ 5 w 806"/>
                <a:gd name="T25" fmla="*/ 1 h 177"/>
                <a:gd name="T26" fmla="*/ 5 w 806"/>
                <a:gd name="T27" fmla="*/ 1 h 177"/>
                <a:gd name="T28" fmla="*/ 5 w 806"/>
                <a:gd name="T29" fmla="*/ 1 h 177"/>
                <a:gd name="T30" fmla="*/ 6 w 806"/>
                <a:gd name="T31" fmla="*/ 1 h 177"/>
                <a:gd name="T32" fmla="*/ 6 w 806"/>
                <a:gd name="T33" fmla="*/ 1 h 177"/>
                <a:gd name="T34" fmla="*/ 6 w 806"/>
                <a:gd name="T35" fmla="*/ 1 h 177"/>
                <a:gd name="T36" fmla="*/ 6 w 806"/>
                <a:gd name="T37" fmla="*/ 1 h 177"/>
                <a:gd name="T38" fmla="*/ 6 w 806"/>
                <a:gd name="T39" fmla="*/ 1 h 177"/>
                <a:gd name="T40" fmla="*/ 6 w 806"/>
                <a:gd name="T41" fmla="*/ 0 h 177"/>
                <a:gd name="T42" fmla="*/ 5 w 806"/>
                <a:gd name="T43" fmla="*/ 0 h 177"/>
                <a:gd name="T44" fmla="*/ 5 w 806"/>
                <a:gd name="T45" fmla="*/ 0 h 177"/>
                <a:gd name="T46" fmla="*/ 5 w 806"/>
                <a:gd name="T47" fmla="*/ 0 h 177"/>
                <a:gd name="T48" fmla="*/ 4 w 806"/>
                <a:gd name="T49" fmla="*/ 0 h 177"/>
                <a:gd name="T50" fmla="*/ 4 w 806"/>
                <a:gd name="T51" fmla="*/ 0 h 177"/>
                <a:gd name="T52" fmla="*/ 3 w 806"/>
                <a:gd name="T53" fmla="*/ 0 h 177"/>
                <a:gd name="T54" fmla="*/ 3 w 806"/>
                <a:gd name="T55" fmla="*/ 0 h 177"/>
                <a:gd name="T56" fmla="*/ 3 w 806"/>
                <a:gd name="T57" fmla="*/ 0 h 177"/>
                <a:gd name="T58" fmla="*/ 2 w 806"/>
                <a:gd name="T59" fmla="*/ 0 h 177"/>
                <a:gd name="T60" fmla="*/ 2 w 806"/>
                <a:gd name="T61" fmla="*/ 0 h 177"/>
                <a:gd name="T62" fmla="*/ 1 w 806"/>
                <a:gd name="T63" fmla="*/ 0 h 177"/>
                <a:gd name="T64" fmla="*/ 1 w 806"/>
                <a:gd name="T65" fmla="*/ 0 h 177"/>
                <a:gd name="T66" fmla="*/ 1 w 806"/>
                <a:gd name="T67" fmla="*/ 1 h 177"/>
                <a:gd name="T68" fmla="*/ 0 w 806"/>
                <a:gd name="T69" fmla="*/ 1 h 177"/>
                <a:gd name="T70" fmla="*/ 0 w 806"/>
                <a:gd name="T71" fmla="*/ 1 h 177"/>
                <a:gd name="T72" fmla="*/ 0 w 806"/>
                <a:gd name="T73" fmla="*/ 1 h 177"/>
                <a:gd name="T74" fmla="*/ 0 w 806"/>
                <a:gd name="T75" fmla="*/ 1 h 177"/>
                <a:gd name="T76" fmla="*/ 0 w 806"/>
                <a:gd name="T77" fmla="*/ 1 h 177"/>
                <a:gd name="T78" fmla="*/ 0 w 806"/>
                <a:gd name="T79" fmla="*/ 1 h 177"/>
                <a:gd name="T80" fmla="*/ 0 w 806"/>
                <a:gd name="T81" fmla="*/ 1 h 177"/>
                <a:gd name="T82" fmla="*/ 0 w 806"/>
                <a:gd name="T83" fmla="*/ 1 h 177"/>
                <a:gd name="T84" fmla="*/ 0 w 806"/>
                <a:gd name="T85" fmla="*/ 1 h 177"/>
                <a:gd name="T86" fmla="*/ 0 w 806"/>
                <a:gd name="T87" fmla="*/ 1 h 177"/>
                <a:gd name="T88" fmla="*/ 1 w 806"/>
                <a:gd name="T89" fmla="*/ 1 h 177"/>
                <a:gd name="T90" fmla="*/ 1 w 806"/>
                <a:gd name="T91" fmla="*/ 1 h 17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806"/>
                <a:gd name="T139" fmla="*/ 0 h 177"/>
                <a:gd name="T140" fmla="*/ 806 w 806"/>
                <a:gd name="T141" fmla="*/ 177 h 17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806" h="177">
                  <a:moveTo>
                    <a:pt x="67" y="171"/>
                  </a:moveTo>
                  <a:lnTo>
                    <a:pt x="68" y="171"/>
                  </a:lnTo>
                  <a:lnTo>
                    <a:pt x="109" y="151"/>
                  </a:lnTo>
                  <a:lnTo>
                    <a:pt x="151" y="135"/>
                  </a:lnTo>
                  <a:lnTo>
                    <a:pt x="196" y="122"/>
                  </a:lnTo>
                  <a:lnTo>
                    <a:pt x="242" y="110"/>
                  </a:lnTo>
                  <a:lnTo>
                    <a:pt x="287" y="102"/>
                  </a:lnTo>
                  <a:lnTo>
                    <a:pt x="335" y="97"/>
                  </a:lnTo>
                  <a:lnTo>
                    <a:pt x="382" y="95"/>
                  </a:lnTo>
                  <a:lnTo>
                    <a:pt x="430" y="94"/>
                  </a:lnTo>
                  <a:lnTo>
                    <a:pt x="477" y="97"/>
                  </a:lnTo>
                  <a:lnTo>
                    <a:pt x="524" y="102"/>
                  </a:lnTo>
                  <a:lnTo>
                    <a:pt x="568" y="108"/>
                  </a:lnTo>
                  <a:lnTo>
                    <a:pt x="612" y="117"/>
                  </a:lnTo>
                  <a:lnTo>
                    <a:pt x="654" y="128"/>
                  </a:lnTo>
                  <a:lnTo>
                    <a:pt x="693" y="141"/>
                  </a:lnTo>
                  <a:lnTo>
                    <a:pt x="730" y="155"/>
                  </a:lnTo>
                  <a:lnTo>
                    <a:pt x="764" y="171"/>
                  </a:lnTo>
                  <a:lnTo>
                    <a:pt x="806" y="89"/>
                  </a:lnTo>
                  <a:lnTo>
                    <a:pt x="768" y="70"/>
                  </a:lnTo>
                  <a:lnTo>
                    <a:pt x="725" y="54"/>
                  </a:lnTo>
                  <a:lnTo>
                    <a:pt x="680" y="39"/>
                  </a:lnTo>
                  <a:lnTo>
                    <a:pt x="633" y="26"/>
                  </a:lnTo>
                  <a:lnTo>
                    <a:pt x="585" y="16"/>
                  </a:lnTo>
                  <a:lnTo>
                    <a:pt x="536" y="8"/>
                  </a:lnTo>
                  <a:lnTo>
                    <a:pt x="484" y="3"/>
                  </a:lnTo>
                  <a:lnTo>
                    <a:pt x="433" y="0"/>
                  </a:lnTo>
                  <a:lnTo>
                    <a:pt x="380" y="1"/>
                  </a:lnTo>
                  <a:lnTo>
                    <a:pt x="328" y="3"/>
                  </a:lnTo>
                  <a:lnTo>
                    <a:pt x="276" y="10"/>
                  </a:lnTo>
                  <a:lnTo>
                    <a:pt x="223" y="19"/>
                  </a:lnTo>
                  <a:lnTo>
                    <a:pt x="172" y="30"/>
                  </a:lnTo>
                  <a:lnTo>
                    <a:pt x="121" y="46"/>
                  </a:lnTo>
                  <a:lnTo>
                    <a:pt x="72" y="67"/>
                  </a:lnTo>
                  <a:lnTo>
                    <a:pt x="24" y="89"/>
                  </a:lnTo>
                  <a:lnTo>
                    <a:pt x="25" y="89"/>
                  </a:lnTo>
                  <a:lnTo>
                    <a:pt x="24" y="89"/>
                  </a:lnTo>
                  <a:lnTo>
                    <a:pt x="8" y="102"/>
                  </a:lnTo>
                  <a:lnTo>
                    <a:pt x="0" y="118"/>
                  </a:lnTo>
                  <a:lnTo>
                    <a:pt x="0" y="136"/>
                  </a:lnTo>
                  <a:lnTo>
                    <a:pt x="6" y="152"/>
                  </a:lnTo>
                  <a:lnTo>
                    <a:pt x="17" y="165"/>
                  </a:lnTo>
                  <a:lnTo>
                    <a:pt x="31" y="175"/>
                  </a:lnTo>
                  <a:lnTo>
                    <a:pt x="48" y="177"/>
                  </a:lnTo>
                  <a:lnTo>
                    <a:pt x="68" y="171"/>
                  </a:lnTo>
                  <a:lnTo>
                    <a:pt x="67" y="1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2491" name="Freeform 41"/>
            <p:cNvSpPr>
              <a:spLocks/>
            </p:cNvSpPr>
            <p:nvPr/>
          </p:nvSpPr>
          <p:spPr bwMode="auto">
            <a:xfrm>
              <a:off x="931" y="1456"/>
              <a:ext cx="280" cy="158"/>
            </a:xfrm>
            <a:custGeom>
              <a:avLst/>
              <a:gdLst>
                <a:gd name="T0" fmla="*/ 1 w 1402"/>
                <a:gd name="T1" fmla="*/ 6 h 787"/>
                <a:gd name="T2" fmla="*/ 1 w 1402"/>
                <a:gd name="T3" fmla="*/ 6 h 787"/>
                <a:gd name="T4" fmla="*/ 11 w 1402"/>
                <a:gd name="T5" fmla="*/ 1 h 787"/>
                <a:gd name="T6" fmla="*/ 11 w 1402"/>
                <a:gd name="T7" fmla="*/ 0 h 787"/>
                <a:gd name="T8" fmla="*/ 0 w 1402"/>
                <a:gd name="T9" fmla="*/ 6 h 787"/>
                <a:gd name="T10" fmla="*/ 0 w 1402"/>
                <a:gd name="T11" fmla="*/ 6 h 787"/>
                <a:gd name="T12" fmla="*/ 0 w 1402"/>
                <a:gd name="T13" fmla="*/ 6 h 787"/>
                <a:gd name="T14" fmla="*/ 0 w 1402"/>
                <a:gd name="T15" fmla="*/ 6 h 787"/>
                <a:gd name="T16" fmla="*/ 0 w 1402"/>
                <a:gd name="T17" fmla="*/ 6 h 787"/>
                <a:gd name="T18" fmla="*/ 0 w 1402"/>
                <a:gd name="T19" fmla="*/ 6 h 787"/>
                <a:gd name="T20" fmla="*/ 0 w 1402"/>
                <a:gd name="T21" fmla="*/ 6 h 787"/>
                <a:gd name="T22" fmla="*/ 0 w 1402"/>
                <a:gd name="T23" fmla="*/ 6 h 787"/>
                <a:gd name="T24" fmla="*/ 0 w 1402"/>
                <a:gd name="T25" fmla="*/ 6 h 787"/>
                <a:gd name="T26" fmla="*/ 0 w 1402"/>
                <a:gd name="T27" fmla="*/ 6 h 787"/>
                <a:gd name="T28" fmla="*/ 1 w 1402"/>
                <a:gd name="T29" fmla="*/ 6 h 787"/>
                <a:gd name="T30" fmla="*/ 1 w 1402"/>
                <a:gd name="T31" fmla="*/ 6 h 78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02"/>
                <a:gd name="T49" fmla="*/ 0 h 787"/>
                <a:gd name="T50" fmla="*/ 1402 w 1402"/>
                <a:gd name="T51" fmla="*/ 787 h 78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02" h="787">
                  <a:moveTo>
                    <a:pt x="69" y="781"/>
                  </a:moveTo>
                  <a:lnTo>
                    <a:pt x="66" y="781"/>
                  </a:lnTo>
                  <a:lnTo>
                    <a:pt x="1402" y="82"/>
                  </a:lnTo>
                  <a:lnTo>
                    <a:pt x="1360" y="0"/>
                  </a:lnTo>
                  <a:lnTo>
                    <a:pt x="24" y="699"/>
                  </a:lnTo>
                  <a:lnTo>
                    <a:pt x="22" y="699"/>
                  </a:lnTo>
                  <a:lnTo>
                    <a:pt x="24" y="699"/>
                  </a:lnTo>
                  <a:lnTo>
                    <a:pt x="8" y="712"/>
                  </a:lnTo>
                  <a:lnTo>
                    <a:pt x="1" y="727"/>
                  </a:lnTo>
                  <a:lnTo>
                    <a:pt x="0" y="744"/>
                  </a:lnTo>
                  <a:lnTo>
                    <a:pt x="5" y="761"/>
                  </a:lnTo>
                  <a:lnTo>
                    <a:pt x="15" y="775"/>
                  </a:lnTo>
                  <a:lnTo>
                    <a:pt x="30" y="784"/>
                  </a:lnTo>
                  <a:lnTo>
                    <a:pt x="46" y="787"/>
                  </a:lnTo>
                  <a:lnTo>
                    <a:pt x="66" y="781"/>
                  </a:lnTo>
                  <a:lnTo>
                    <a:pt x="69" y="7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2492" name="Freeform 42"/>
            <p:cNvSpPr>
              <a:spLocks/>
            </p:cNvSpPr>
            <p:nvPr/>
          </p:nvSpPr>
          <p:spPr bwMode="auto">
            <a:xfrm>
              <a:off x="868" y="1596"/>
              <a:ext cx="77" cy="126"/>
            </a:xfrm>
            <a:custGeom>
              <a:avLst/>
              <a:gdLst>
                <a:gd name="T0" fmla="*/ 1 w 382"/>
                <a:gd name="T1" fmla="*/ 5 h 628"/>
                <a:gd name="T2" fmla="*/ 1 w 382"/>
                <a:gd name="T3" fmla="*/ 5 h 628"/>
                <a:gd name="T4" fmla="*/ 1 w 382"/>
                <a:gd name="T5" fmla="*/ 4 h 628"/>
                <a:gd name="T6" fmla="*/ 1 w 382"/>
                <a:gd name="T7" fmla="*/ 4 h 628"/>
                <a:gd name="T8" fmla="*/ 1 w 382"/>
                <a:gd name="T9" fmla="*/ 4 h 628"/>
                <a:gd name="T10" fmla="*/ 1 w 382"/>
                <a:gd name="T11" fmla="*/ 3 h 628"/>
                <a:gd name="T12" fmla="*/ 1 w 382"/>
                <a:gd name="T13" fmla="*/ 3 h 628"/>
                <a:gd name="T14" fmla="*/ 1 w 382"/>
                <a:gd name="T15" fmla="*/ 3 h 628"/>
                <a:gd name="T16" fmla="*/ 1 w 382"/>
                <a:gd name="T17" fmla="*/ 3 h 628"/>
                <a:gd name="T18" fmla="*/ 1 w 382"/>
                <a:gd name="T19" fmla="*/ 2 h 628"/>
                <a:gd name="T20" fmla="*/ 2 w 382"/>
                <a:gd name="T21" fmla="*/ 2 h 628"/>
                <a:gd name="T22" fmla="*/ 2 w 382"/>
                <a:gd name="T23" fmla="*/ 2 h 628"/>
                <a:gd name="T24" fmla="*/ 2 w 382"/>
                <a:gd name="T25" fmla="*/ 2 h 628"/>
                <a:gd name="T26" fmla="*/ 2 w 382"/>
                <a:gd name="T27" fmla="*/ 1 h 628"/>
                <a:gd name="T28" fmla="*/ 2 w 382"/>
                <a:gd name="T29" fmla="*/ 1 h 628"/>
                <a:gd name="T30" fmla="*/ 3 w 382"/>
                <a:gd name="T31" fmla="*/ 1 h 628"/>
                <a:gd name="T32" fmla="*/ 3 w 382"/>
                <a:gd name="T33" fmla="*/ 1 h 628"/>
                <a:gd name="T34" fmla="*/ 3 w 382"/>
                <a:gd name="T35" fmla="*/ 1 h 628"/>
                <a:gd name="T36" fmla="*/ 3 w 382"/>
                <a:gd name="T37" fmla="*/ 0 h 628"/>
                <a:gd name="T38" fmla="*/ 2 w 382"/>
                <a:gd name="T39" fmla="*/ 0 h 628"/>
                <a:gd name="T40" fmla="*/ 2 w 382"/>
                <a:gd name="T41" fmla="*/ 0 h 628"/>
                <a:gd name="T42" fmla="*/ 2 w 382"/>
                <a:gd name="T43" fmla="*/ 1 h 628"/>
                <a:gd name="T44" fmla="*/ 2 w 382"/>
                <a:gd name="T45" fmla="*/ 1 h 628"/>
                <a:gd name="T46" fmla="*/ 1 w 382"/>
                <a:gd name="T47" fmla="*/ 1 h 628"/>
                <a:gd name="T48" fmla="*/ 1 w 382"/>
                <a:gd name="T49" fmla="*/ 1 h 628"/>
                <a:gd name="T50" fmla="*/ 1 w 382"/>
                <a:gd name="T51" fmla="*/ 2 h 628"/>
                <a:gd name="T52" fmla="*/ 1 w 382"/>
                <a:gd name="T53" fmla="*/ 2 h 628"/>
                <a:gd name="T54" fmla="*/ 1 w 382"/>
                <a:gd name="T55" fmla="*/ 2 h 628"/>
                <a:gd name="T56" fmla="*/ 0 w 382"/>
                <a:gd name="T57" fmla="*/ 3 h 628"/>
                <a:gd name="T58" fmla="*/ 0 w 382"/>
                <a:gd name="T59" fmla="*/ 3 h 628"/>
                <a:gd name="T60" fmla="*/ 0 w 382"/>
                <a:gd name="T61" fmla="*/ 3 h 628"/>
                <a:gd name="T62" fmla="*/ 0 w 382"/>
                <a:gd name="T63" fmla="*/ 4 h 628"/>
                <a:gd name="T64" fmla="*/ 0 w 382"/>
                <a:gd name="T65" fmla="*/ 4 h 628"/>
                <a:gd name="T66" fmla="*/ 0 w 382"/>
                <a:gd name="T67" fmla="*/ 4 h 628"/>
                <a:gd name="T68" fmla="*/ 0 w 382"/>
                <a:gd name="T69" fmla="*/ 5 h 628"/>
                <a:gd name="T70" fmla="*/ 0 w 382"/>
                <a:gd name="T71" fmla="*/ 5 h 628"/>
                <a:gd name="T72" fmla="*/ 0 w 382"/>
                <a:gd name="T73" fmla="*/ 5 h 628"/>
                <a:gd name="T74" fmla="*/ 0 w 382"/>
                <a:gd name="T75" fmla="*/ 5 h 628"/>
                <a:gd name="T76" fmla="*/ 0 w 382"/>
                <a:gd name="T77" fmla="*/ 5 h 628"/>
                <a:gd name="T78" fmla="*/ 0 w 382"/>
                <a:gd name="T79" fmla="*/ 5 h 628"/>
                <a:gd name="T80" fmla="*/ 0 w 382"/>
                <a:gd name="T81" fmla="*/ 5 h 628"/>
                <a:gd name="T82" fmla="*/ 1 w 382"/>
                <a:gd name="T83" fmla="*/ 5 h 628"/>
                <a:gd name="T84" fmla="*/ 1 w 382"/>
                <a:gd name="T85" fmla="*/ 5 h 628"/>
                <a:gd name="T86" fmla="*/ 1 w 382"/>
                <a:gd name="T87" fmla="*/ 5 h 628"/>
                <a:gd name="T88" fmla="*/ 1 w 382"/>
                <a:gd name="T89" fmla="*/ 5 h 628"/>
                <a:gd name="T90" fmla="*/ 1 w 382"/>
                <a:gd name="T91" fmla="*/ 5 h 628"/>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382"/>
                <a:gd name="T139" fmla="*/ 0 h 628"/>
                <a:gd name="T140" fmla="*/ 382 w 382"/>
                <a:gd name="T141" fmla="*/ 628 h 628"/>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382" h="628">
                  <a:moveTo>
                    <a:pt x="94" y="581"/>
                  </a:moveTo>
                  <a:lnTo>
                    <a:pt x="94" y="582"/>
                  </a:lnTo>
                  <a:lnTo>
                    <a:pt x="96" y="541"/>
                  </a:lnTo>
                  <a:lnTo>
                    <a:pt x="99" y="500"/>
                  </a:lnTo>
                  <a:lnTo>
                    <a:pt x="106" y="463"/>
                  </a:lnTo>
                  <a:lnTo>
                    <a:pt x="115" y="424"/>
                  </a:lnTo>
                  <a:lnTo>
                    <a:pt x="127" y="389"/>
                  </a:lnTo>
                  <a:lnTo>
                    <a:pt x="140" y="353"/>
                  </a:lnTo>
                  <a:lnTo>
                    <a:pt x="156" y="320"/>
                  </a:lnTo>
                  <a:lnTo>
                    <a:pt x="173" y="287"/>
                  </a:lnTo>
                  <a:lnTo>
                    <a:pt x="193" y="255"/>
                  </a:lnTo>
                  <a:lnTo>
                    <a:pt x="214" y="226"/>
                  </a:lnTo>
                  <a:lnTo>
                    <a:pt x="238" y="198"/>
                  </a:lnTo>
                  <a:lnTo>
                    <a:pt x="263" y="172"/>
                  </a:lnTo>
                  <a:lnTo>
                    <a:pt x="290" y="146"/>
                  </a:lnTo>
                  <a:lnTo>
                    <a:pt x="318" y="122"/>
                  </a:lnTo>
                  <a:lnTo>
                    <a:pt x="349" y="101"/>
                  </a:lnTo>
                  <a:lnTo>
                    <a:pt x="382" y="82"/>
                  </a:lnTo>
                  <a:lnTo>
                    <a:pt x="335" y="0"/>
                  </a:lnTo>
                  <a:lnTo>
                    <a:pt x="297" y="23"/>
                  </a:lnTo>
                  <a:lnTo>
                    <a:pt x="262" y="49"/>
                  </a:lnTo>
                  <a:lnTo>
                    <a:pt x="229" y="76"/>
                  </a:lnTo>
                  <a:lnTo>
                    <a:pt x="198" y="104"/>
                  </a:lnTo>
                  <a:lnTo>
                    <a:pt x="167" y="137"/>
                  </a:lnTo>
                  <a:lnTo>
                    <a:pt x="142" y="170"/>
                  </a:lnTo>
                  <a:lnTo>
                    <a:pt x="116" y="204"/>
                  </a:lnTo>
                  <a:lnTo>
                    <a:pt x="94" y="240"/>
                  </a:lnTo>
                  <a:lnTo>
                    <a:pt x="74" y="278"/>
                  </a:lnTo>
                  <a:lnTo>
                    <a:pt x="54" y="317"/>
                  </a:lnTo>
                  <a:lnTo>
                    <a:pt x="38" y="359"/>
                  </a:lnTo>
                  <a:lnTo>
                    <a:pt x="26" y="401"/>
                  </a:lnTo>
                  <a:lnTo>
                    <a:pt x="15" y="444"/>
                  </a:lnTo>
                  <a:lnTo>
                    <a:pt x="8" y="489"/>
                  </a:lnTo>
                  <a:lnTo>
                    <a:pt x="2" y="534"/>
                  </a:lnTo>
                  <a:lnTo>
                    <a:pt x="0" y="580"/>
                  </a:lnTo>
                  <a:lnTo>
                    <a:pt x="0" y="581"/>
                  </a:lnTo>
                  <a:lnTo>
                    <a:pt x="0" y="580"/>
                  </a:lnTo>
                  <a:lnTo>
                    <a:pt x="3" y="600"/>
                  </a:lnTo>
                  <a:lnTo>
                    <a:pt x="14" y="615"/>
                  </a:lnTo>
                  <a:lnTo>
                    <a:pt x="29" y="625"/>
                  </a:lnTo>
                  <a:lnTo>
                    <a:pt x="45" y="628"/>
                  </a:lnTo>
                  <a:lnTo>
                    <a:pt x="63" y="626"/>
                  </a:lnTo>
                  <a:lnTo>
                    <a:pt x="78" y="616"/>
                  </a:lnTo>
                  <a:lnTo>
                    <a:pt x="89" y="602"/>
                  </a:lnTo>
                  <a:lnTo>
                    <a:pt x="94" y="582"/>
                  </a:lnTo>
                  <a:lnTo>
                    <a:pt x="94" y="5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2493" name="Freeform 43"/>
            <p:cNvSpPr>
              <a:spLocks/>
            </p:cNvSpPr>
            <p:nvPr/>
          </p:nvSpPr>
          <p:spPr bwMode="auto">
            <a:xfrm>
              <a:off x="868" y="1712"/>
              <a:ext cx="19" cy="364"/>
            </a:xfrm>
            <a:custGeom>
              <a:avLst/>
              <a:gdLst>
                <a:gd name="T0" fmla="*/ 1 w 94"/>
                <a:gd name="T1" fmla="*/ 14 h 1818"/>
                <a:gd name="T2" fmla="*/ 1 w 94"/>
                <a:gd name="T3" fmla="*/ 14 h 1818"/>
                <a:gd name="T4" fmla="*/ 1 w 94"/>
                <a:gd name="T5" fmla="*/ 0 h 1818"/>
                <a:gd name="T6" fmla="*/ 0 w 94"/>
                <a:gd name="T7" fmla="*/ 0 h 1818"/>
                <a:gd name="T8" fmla="*/ 0 w 94"/>
                <a:gd name="T9" fmla="*/ 14 h 1818"/>
                <a:gd name="T10" fmla="*/ 0 w 94"/>
                <a:gd name="T11" fmla="*/ 14 h 1818"/>
                <a:gd name="T12" fmla="*/ 0 w 94"/>
                <a:gd name="T13" fmla="*/ 14 h 1818"/>
                <a:gd name="T14" fmla="*/ 0 w 94"/>
                <a:gd name="T15" fmla="*/ 14 h 1818"/>
                <a:gd name="T16" fmla="*/ 0 w 94"/>
                <a:gd name="T17" fmla="*/ 14 h 1818"/>
                <a:gd name="T18" fmla="*/ 0 w 94"/>
                <a:gd name="T19" fmla="*/ 15 h 1818"/>
                <a:gd name="T20" fmla="*/ 0 w 94"/>
                <a:gd name="T21" fmla="*/ 15 h 1818"/>
                <a:gd name="T22" fmla="*/ 1 w 94"/>
                <a:gd name="T23" fmla="*/ 15 h 1818"/>
                <a:gd name="T24" fmla="*/ 1 w 94"/>
                <a:gd name="T25" fmla="*/ 14 h 1818"/>
                <a:gd name="T26" fmla="*/ 1 w 94"/>
                <a:gd name="T27" fmla="*/ 14 h 1818"/>
                <a:gd name="T28" fmla="*/ 1 w 94"/>
                <a:gd name="T29" fmla="*/ 14 h 1818"/>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94"/>
                <a:gd name="T46" fmla="*/ 0 h 1818"/>
                <a:gd name="T47" fmla="*/ 94 w 94"/>
                <a:gd name="T48" fmla="*/ 1818 h 1818"/>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94" h="1818">
                  <a:moveTo>
                    <a:pt x="94" y="1771"/>
                  </a:moveTo>
                  <a:lnTo>
                    <a:pt x="94" y="1771"/>
                  </a:lnTo>
                  <a:lnTo>
                    <a:pt x="94" y="0"/>
                  </a:lnTo>
                  <a:lnTo>
                    <a:pt x="0" y="0"/>
                  </a:lnTo>
                  <a:lnTo>
                    <a:pt x="0" y="1771"/>
                  </a:lnTo>
                  <a:lnTo>
                    <a:pt x="3" y="1791"/>
                  </a:lnTo>
                  <a:lnTo>
                    <a:pt x="15" y="1806"/>
                  </a:lnTo>
                  <a:lnTo>
                    <a:pt x="29" y="1814"/>
                  </a:lnTo>
                  <a:lnTo>
                    <a:pt x="47" y="1818"/>
                  </a:lnTo>
                  <a:lnTo>
                    <a:pt x="64" y="1814"/>
                  </a:lnTo>
                  <a:lnTo>
                    <a:pt x="79" y="1806"/>
                  </a:lnTo>
                  <a:lnTo>
                    <a:pt x="90" y="1791"/>
                  </a:lnTo>
                  <a:lnTo>
                    <a:pt x="94" y="17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2494" name="Freeform 44"/>
            <p:cNvSpPr>
              <a:spLocks/>
            </p:cNvSpPr>
            <p:nvPr/>
          </p:nvSpPr>
          <p:spPr bwMode="auto">
            <a:xfrm>
              <a:off x="868" y="2067"/>
              <a:ext cx="90" cy="160"/>
            </a:xfrm>
            <a:custGeom>
              <a:avLst/>
              <a:gdLst>
                <a:gd name="T0" fmla="*/ 3 w 449"/>
                <a:gd name="T1" fmla="*/ 6 h 803"/>
                <a:gd name="T2" fmla="*/ 3 w 449"/>
                <a:gd name="T3" fmla="*/ 6 h 803"/>
                <a:gd name="T4" fmla="*/ 3 w 449"/>
                <a:gd name="T5" fmla="*/ 5 h 803"/>
                <a:gd name="T6" fmla="*/ 3 w 449"/>
                <a:gd name="T7" fmla="*/ 5 h 803"/>
                <a:gd name="T8" fmla="*/ 3 w 449"/>
                <a:gd name="T9" fmla="*/ 5 h 803"/>
                <a:gd name="T10" fmla="*/ 2 w 449"/>
                <a:gd name="T11" fmla="*/ 5 h 803"/>
                <a:gd name="T12" fmla="*/ 2 w 449"/>
                <a:gd name="T13" fmla="*/ 4 h 803"/>
                <a:gd name="T14" fmla="*/ 2 w 449"/>
                <a:gd name="T15" fmla="*/ 4 h 803"/>
                <a:gd name="T16" fmla="*/ 2 w 449"/>
                <a:gd name="T17" fmla="*/ 4 h 803"/>
                <a:gd name="T18" fmla="*/ 2 w 449"/>
                <a:gd name="T19" fmla="*/ 3 h 803"/>
                <a:gd name="T20" fmla="*/ 1 w 449"/>
                <a:gd name="T21" fmla="*/ 3 h 803"/>
                <a:gd name="T22" fmla="*/ 1 w 449"/>
                <a:gd name="T23" fmla="*/ 2 h 803"/>
                <a:gd name="T24" fmla="*/ 1 w 449"/>
                <a:gd name="T25" fmla="*/ 2 h 803"/>
                <a:gd name="T26" fmla="*/ 1 w 449"/>
                <a:gd name="T27" fmla="*/ 2 h 803"/>
                <a:gd name="T28" fmla="*/ 1 w 449"/>
                <a:gd name="T29" fmla="*/ 1 h 803"/>
                <a:gd name="T30" fmla="*/ 1 w 449"/>
                <a:gd name="T31" fmla="*/ 1 h 803"/>
                <a:gd name="T32" fmla="*/ 1 w 449"/>
                <a:gd name="T33" fmla="*/ 0 h 803"/>
                <a:gd name="T34" fmla="*/ 1 w 449"/>
                <a:gd name="T35" fmla="*/ 0 h 803"/>
                <a:gd name="T36" fmla="*/ 0 w 449"/>
                <a:gd name="T37" fmla="*/ 0 h 803"/>
                <a:gd name="T38" fmla="*/ 0 w 449"/>
                <a:gd name="T39" fmla="*/ 0 h 803"/>
                <a:gd name="T40" fmla="*/ 0 w 449"/>
                <a:gd name="T41" fmla="*/ 1 h 803"/>
                <a:gd name="T42" fmla="*/ 0 w 449"/>
                <a:gd name="T43" fmla="*/ 1 h 803"/>
                <a:gd name="T44" fmla="*/ 0 w 449"/>
                <a:gd name="T45" fmla="*/ 2 h 803"/>
                <a:gd name="T46" fmla="*/ 0 w 449"/>
                <a:gd name="T47" fmla="*/ 2 h 803"/>
                <a:gd name="T48" fmla="*/ 0 w 449"/>
                <a:gd name="T49" fmla="*/ 3 h 803"/>
                <a:gd name="T50" fmla="*/ 1 w 449"/>
                <a:gd name="T51" fmla="*/ 3 h 803"/>
                <a:gd name="T52" fmla="*/ 1 w 449"/>
                <a:gd name="T53" fmla="*/ 4 h 803"/>
                <a:gd name="T54" fmla="*/ 1 w 449"/>
                <a:gd name="T55" fmla="*/ 4 h 803"/>
                <a:gd name="T56" fmla="*/ 1 w 449"/>
                <a:gd name="T57" fmla="*/ 4 h 803"/>
                <a:gd name="T58" fmla="*/ 2 w 449"/>
                <a:gd name="T59" fmla="*/ 5 h 803"/>
                <a:gd name="T60" fmla="*/ 2 w 449"/>
                <a:gd name="T61" fmla="*/ 5 h 803"/>
                <a:gd name="T62" fmla="*/ 2 w 449"/>
                <a:gd name="T63" fmla="*/ 5 h 803"/>
                <a:gd name="T64" fmla="*/ 2 w 449"/>
                <a:gd name="T65" fmla="*/ 6 h 803"/>
                <a:gd name="T66" fmla="*/ 3 w 449"/>
                <a:gd name="T67" fmla="*/ 6 h 803"/>
                <a:gd name="T68" fmla="*/ 3 w 449"/>
                <a:gd name="T69" fmla="*/ 6 h 803"/>
                <a:gd name="T70" fmla="*/ 3 w 449"/>
                <a:gd name="T71" fmla="*/ 6 h 803"/>
                <a:gd name="T72" fmla="*/ 3 w 449"/>
                <a:gd name="T73" fmla="*/ 6 h 803"/>
                <a:gd name="T74" fmla="*/ 3 w 449"/>
                <a:gd name="T75" fmla="*/ 6 h 803"/>
                <a:gd name="T76" fmla="*/ 3 w 449"/>
                <a:gd name="T77" fmla="*/ 6 h 803"/>
                <a:gd name="T78" fmla="*/ 3 w 449"/>
                <a:gd name="T79" fmla="*/ 6 h 803"/>
                <a:gd name="T80" fmla="*/ 4 w 449"/>
                <a:gd name="T81" fmla="*/ 6 h 803"/>
                <a:gd name="T82" fmla="*/ 4 w 449"/>
                <a:gd name="T83" fmla="*/ 6 h 803"/>
                <a:gd name="T84" fmla="*/ 4 w 449"/>
                <a:gd name="T85" fmla="*/ 6 h 803"/>
                <a:gd name="T86" fmla="*/ 4 w 449"/>
                <a:gd name="T87" fmla="*/ 6 h 803"/>
                <a:gd name="T88" fmla="*/ 3 w 449"/>
                <a:gd name="T89" fmla="*/ 6 h 803"/>
                <a:gd name="T90" fmla="*/ 3 w 449"/>
                <a:gd name="T91" fmla="*/ 6 h 80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449"/>
                <a:gd name="T139" fmla="*/ 0 h 803"/>
                <a:gd name="T140" fmla="*/ 449 w 449"/>
                <a:gd name="T141" fmla="*/ 803 h 80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449" h="803">
                  <a:moveTo>
                    <a:pt x="426" y="717"/>
                  </a:moveTo>
                  <a:lnTo>
                    <a:pt x="427" y="717"/>
                  </a:lnTo>
                  <a:lnTo>
                    <a:pt x="395" y="693"/>
                  </a:lnTo>
                  <a:lnTo>
                    <a:pt x="361" y="662"/>
                  </a:lnTo>
                  <a:lnTo>
                    <a:pt x="329" y="628"/>
                  </a:lnTo>
                  <a:lnTo>
                    <a:pt x="299" y="591"/>
                  </a:lnTo>
                  <a:lnTo>
                    <a:pt x="269" y="551"/>
                  </a:lnTo>
                  <a:lnTo>
                    <a:pt x="241" y="507"/>
                  </a:lnTo>
                  <a:lnTo>
                    <a:pt x="215" y="460"/>
                  </a:lnTo>
                  <a:lnTo>
                    <a:pt x="191" y="412"/>
                  </a:lnTo>
                  <a:lnTo>
                    <a:pt x="170" y="363"/>
                  </a:lnTo>
                  <a:lnTo>
                    <a:pt x="151" y="312"/>
                  </a:lnTo>
                  <a:lnTo>
                    <a:pt x="133" y="259"/>
                  </a:lnTo>
                  <a:lnTo>
                    <a:pt x="119" y="207"/>
                  </a:lnTo>
                  <a:lnTo>
                    <a:pt x="108" y="156"/>
                  </a:lnTo>
                  <a:lnTo>
                    <a:pt x="101" y="103"/>
                  </a:lnTo>
                  <a:lnTo>
                    <a:pt x="96" y="51"/>
                  </a:lnTo>
                  <a:lnTo>
                    <a:pt x="94" y="0"/>
                  </a:lnTo>
                  <a:lnTo>
                    <a:pt x="0" y="0"/>
                  </a:lnTo>
                  <a:lnTo>
                    <a:pt x="2" y="56"/>
                  </a:lnTo>
                  <a:lnTo>
                    <a:pt x="7" y="115"/>
                  </a:lnTo>
                  <a:lnTo>
                    <a:pt x="16" y="172"/>
                  </a:lnTo>
                  <a:lnTo>
                    <a:pt x="28" y="231"/>
                  </a:lnTo>
                  <a:lnTo>
                    <a:pt x="44" y="287"/>
                  </a:lnTo>
                  <a:lnTo>
                    <a:pt x="62" y="342"/>
                  </a:lnTo>
                  <a:lnTo>
                    <a:pt x="83" y="398"/>
                  </a:lnTo>
                  <a:lnTo>
                    <a:pt x="106" y="452"/>
                  </a:lnTo>
                  <a:lnTo>
                    <a:pt x="133" y="505"/>
                  </a:lnTo>
                  <a:lnTo>
                    <a:pt x="161" y="554"/>
                  </a:lnTo>
                  <a:lnTo>
                    <a:pt x="192" y="602"/>
                  </a:lnTo>
                  <a:lnTo>
                    <a:pt x="224" y="647"/>
                  </a:lnTo>
                  <a:lnTo>
                    <a:pt x="259" y="689"/>
                  </a:lnTo>
                  <a:lnTo>
                    <a:pt x="295" y="728"/>
                  </a:lnTo>
                  <a:lnTo>
                    <a:pt x="334" y="763"/>
                  </a:lnTo>
                  <a:lnTo>
                    <a:pt x="374" y="795"/>
                  </a:lnTo>
                  <a:lnTo>
                    <a:pt x="375" y="795"/>
                  </a:lnTo>
                  <a:lnTo>
                    <a:pt x="374" y="795"/>
                  </a:lnTo>
                  <a:lnTo>
                    <a:pt x="392" y="803"/>
                  </a:lnTo>
                  <a:lnTo>
                    <a:pt x="411" y="803"/>
                  </a:lnTo>
                  <a:lnTo>
                    <a:pt x="426" y="795"/>
                  </a:lnTo>
                  <a:lnTo>
                    <a:pt x="439" y="782"/>
                  </a:lnTo>
                  <a:lnTo>
                    <a:pt x="446" y="766"/>
                  </a:lnTo>
                  <a:lnTo>
                    <a:pt x="449" y="749"/>
                  </a:lnTo>
                  <a:lnTo>
                    <a:pt x="441" y="732"/>
                  </a:lnTo>
                  <a:lnTo>
                    <a:pt x="427" y="717"/>
                  </a:lnTo>
                  <a:lnTo>
                    <a:pt x="426" y="71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2495" name="Freeform 45"/>
            <p:cNvSpPr>
              <a:spLocks/>
            </p:cNvSpPr>
            <p:nvPr/>
          </p:nvSpPr>
          <p:spPr bwMode="auto">
            <a:xfrm>
              <a:off x="883" y="1673"/>
              <a:ext cx="379" cy="690"/>
            </a:xfrm>
            <a:custGeom>
              <a:avLst/>
              <a:gdLst>
                <a:gd name="T0" fmla="*/ 12 w 1897"/>
                <a:gd name="T1" fmla="*/ 6 h 3450"/>
                <a:gd name="T2" fmla="*/ 13 w 1897"/>
                <a:gd name="T3" fmla="*/ 7 h 3450"/>
                <a:gd name="T4" fmla="*/ 13 w 1897"/>
                <a:gd name="T5" fmla="*/ 7 h 3450"/>
                <a:gd name="T6" fmla="*/ 14 w 1897"/>
                <a:gd name="T7" fmla="*/ 8 h 3450"/>
                <a:gd name="T8" fmla="*/ 14 w 1897"/>
                <a:gd name="T9" fmla="*/ 9 h 3450"/>
                <a:gd name="T10" fmla="*/ 15 w 1897"/>
                <a:gd name="T11" fmla="*/ 10 h 3450"/>
                <a:gd name="T12" fmla="*/ 15 w 1897"/>
                <a:gd name="T13" fmla="*/ 11 h 3450"/>
                <a:gd name="T14" fmla="*/ 15 w 1897"/>
                <a:gd name="T15" fmla="*/ 11 h 3450"/>
                <a:gd name="T16" fmla="*/ 15 w 1897"/>
                <a:gd name="T17" fmla="*/ 12 h 3450"/>
                <a:gd name="T18" fmla="*/ 15 w 1897"/>
                <a:gd name="T19" fmla="*/ 26 h 3450"/>
                <a:gd name="T20" fmla="*/ 15 w 1897"/>
                <a:gd name="T21" fmla="*/ 26 h 3450"/>
                <a:gd name="T22" fmla="*/ 15 w 1897"/>
                <a:gd name="T23" fmla="*/ 27 h 3450"/>
                <a:gd name="T24" fmla="*/ 15 w 1897"/>
                <a:gd name="T25" fmla="*/ 27 h 3450"/>
                <a:gd name="T26" fmla="*/ 14 w 1897"/>
                <a:gd name="T27" fmla="*/ 27 h 3450"/>
                <a:gd name="T28" fmla="*/ 14 w 1897"/>
                <a:gd name="T29" fmla="*/ 28 h 3450"/>
                <a:gd name="T30" fmla="*/ 13 w 1897"/>
                <a:gd name="T31" fmla="*/ 28 h 3450"/>
                <a:gd name="T32" fmla="*/ 13 w 1897"/>
                <a:gd name="T33" fmla="*/ 27 h 3450"/>
                <a:gd name="T34" fmla="*/ 3 w 1897"/>
                <a:gd name="T35" fmla="*/ 21 h 3450"/>
                <a:gd name="T36" fmla="*/ 2 w 1897"/>
                <a:gd name="T37" fmla="*/ 21 h 3450"/>
                <a:gd name="T38" fmla="*/ 2 w 1897"/>
                <a:gd name="T39" fmla="*/ 20 h 3450"/>
                <a:gd name="T40" fmla="*/ 1 w 1897"/>
                <a:gd name="T41" fmla="*/ 19 h 3450"/>
                <a:gd name="T42" fmla="*/ 1 w 1897"/>
                <a:gd name="T43" fmla="*/ 19 h 3450"/>
                <a:gd name="T44" fmla="*/ 0 w 1897"/>
                <a:gd name="T45" fmla="*/ 18 h 3450"/>
                <a:gd name="T46" fmla="*/ 0 w 1897"/>
                <a:gd name="T47" fmla="*/ 17 h 3450"/>
                <a:gd name="T48" fmla="*/ 0 w 1897"/>
                <a:gd name="T49" fmla="*/ 16 h 3450"/>
                <a:gd name="T50" fmla="*/ 0 w 1897"/>
                <a:gd name="T51" fmla="*/ 15 h 3450"/>
                <a:gd name="T52" fmla="*/ 0 w 1897"/>
                <a:gd name="T53" fmla="*/ 2 h 3450"/>
                <a:gd name="T54" fmla="*/ 0 w 1897"/>
                <a:gd name="T55" fmla="*/ 1 h 3450"/>
                <a:gd name="T56" fmla="*/ 0 w 1897"/>
                <a:gd name="T57" fmla="*/ 1 h 3450"/>
                <a:gd name="T58" fmla="*/ 1 w 1897"/>
                <a:gd name="T59" fmla="*/ 0 h 3450"/>
                <a:gd name="T60" fmla="*/ 1 w 1897"/>
                <a:gd name="T61" fmla="*/ 0 h 3450"/>
                <a:gd name="T62" fmla="*/ 1 w 1897"/>
                <a:gd name="T63" fmla="*/ 0 h 3450"/>
                <a:gd name="T64" fmla="*/ 2 w 1897"/>
                <a:gd name="T65" fmla="*/ 0 h 3450"/>
                <a:gd name="T66" fmla="*/ 3 w 1897"/>
                <a:gd name="T67" fmla="*/ 0 h 3450"/>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897"/>
                <a:gd name="T103" fmla="*/ 0 h 3450"/>
                <a:gd name="T104" fmla="*/ 1897 w 1897"/>
                <a:gd name="T105" fmla="*/ 3450 h 3450"/>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897" h="3450">
                  <a:moveTo>
                    <a:pt x="357" y="49"/>
                  </a:moveTo>
                  <a:lnTo>
                    <a:pt x="1542" y="806"/>
                  </a:lnTo>
                  <a:lnTo>
                    <a:pt x="1579" y="832"/>
                  </a:lnTo>
                  <a:lnTo>
                    <a:pt x="1614" y="861"/>
                  </a:lnTo>
                  <a:lnTo>
                    <a:pt x="1648" y="895"/>
                  </a:lnTo>
                  <a:lnTo>
                    <a:pt x="1681" y="933"/>
                  </a:lnTo>
                  <a:lnTo>
                    <a:pt x="1711" y="973"/>
                  </a:lnTo>
                  <a:lnTo>
                    <a:pt x="1740" y="1016"/>
                  </a:lnTo>
                  <a:lnTo>
                    <a:pt x="1768" y="1062"/>
                  </a:lnTo>
                  <a:lnTo>
                    <a:pt x="1793" y="1109"/>
                  </a:lnTo>
                  <a:lnTo>
                    <a:pt x="1816" y="1158"/>
                  </a:lnTo>
                  <a:lnTo>
                    <a:pt x="1836" y="1208"/>
                  </a:lnTo>
                  <a:lnTo>
                    <a:pt x="1854" y="1260"/>
                  </a:lnTo>
                  <a:lnTo>
                    <a:pt x="1869" y="1313"/>
                  </a:lnTo>
                  <a:lnTo>
                    <a:pt x="1881" y="1364"/>
                  </a:lnTo>
                  <a:lnTo>
                    <a:pt x="1890" y="1417"/>
                  </a:lnTo>
                  <a:lnTo>
                    <a:pt x="1895" y="1469"/>
                  </a:lnTo>
                  <a:lnTo>
                    <a:pt x="1897" y="1519"/>
                  </a:lnTo>
                  <a:lnTo>
                    <a:pt x="1897" y="3142"/>
                  </a:lnTo>
                  <a:lnTo>
                    <a:pt x="1895" y="3190"/>
                  </a:lnTo>
                  <a:lnTo>
                    <a:pt x="1890" y="3235"/>
                  </a:lnTo>
                  <a:lnTo>
                    <a:pt x="1881" y="3276"/>
                  </a:lnTo>
                  <a:lnTo>
                    <a:pt x="1869" y="3313"/>
                  </a:lnTo>
                  <a:lnTo>
                    <a:pt x="1854" y="3346"/>
                  </a:lnTo>
                  <a:lnTo>
                    <a:pt x="1836" y="3375"/>
                  </a:lnTo>
                  <a:lnTo>
                    <a:pt x="1816" y="3398"/>
                  </a:lnTo>
                  <a:lnTo>
                    <a:pt x="1793" y="3418"/>
                  </a:lnTo>
                  <a:lnTo>
                    <a:pt x="1768" y="3434"/>
                  </a:lnTo>
                  <a:lnTo>
                    <a:pt x="1740" y="3444"/>
                  </a:lnTo>
                  <a:lnTo>
                    <a:pt x="1711" y="3450"/>
                  </a:lnTo>
                  <a:lnTo>
                    <a:pt x="1681" y="3450"/>
                  </a:lnTo>
                  <a:lnTo>
                    <a:pt x="1648" y="3445"/>
                  </a:lnTo>
                  <a:lnTo>
                    <a:pt x="1614" y="3436"/>
                  </a:lnTo>
                  <a:lnTo>
                    <a:pt x="1579" y="3421"/>
                  </a:lnTo>
                  <a:lnTo>
                    <a:pt x="1542" y="3400"/>
                  </a:lnTo>
                  <a:lnTo>
                    <a:pt x="357" y="2643"/>
                  </a:lnTo>
                  <a:lnTo>
                    <a:pt x="320" y="2618"/>
                  </a:lnTo>
                  <a:lnTo>
                    <a:pt x="285" y="2588"/>
                  </a:lnTo>
                  <a:lnTo>
                    <a:pt x="251" y="2554"/>
                  </a:lnTo>
                  <a:lnTo>
                    <a:pt x="218" y="2517"/>
                  </a:lnTo>
                  <a:lnTo>
                    <a:pt x="187" y="2477"/>
                  </a:lnTo>
                  <a:lnTo>
                    <a:pt x="157" y="2433"/>
                  </a:lnTo>
                  <a:lnTo>
                    <a:pt x="130" y="2388"/>
                  </a:lnTo>
                  <a:lnTo>
                    <a:pt x="105" y="2341"/>
                  </a:lnTo>
                  <a:lnTo>
                    <a:pt x="81" y="2292"/>
                  </a:lnTo>
                  <a:lnTo>
                    <a:pt x="61" y="2241"/>
                  </a:lnTo>
                  <a:lnTo>
                    <a:pt x="44" y="2190"/>
                  </a:lnTo>
                  <a:lnTo>
                    <a:pt x="29" y="2138"/>
                  </a:lnTo>
                  <a:lnTo>
                    <a:pt x="17" y="2085"/>
                  </a:lnTo>
                  <a:lnTo>
                    <a:pt x="7" y="2033"/>
                  </a:lnTo>
                  <a:lnTo>
                    <a:pt x="3" y="1981"/>
                  </a:lnTo>
                  <a:lnTo>
                    <a:pt x="0" y="1931"/>
                  </a:lnTo>
                  <a:lnTo>
                    <a:pt x="0" y="308"/>
                  </a:lnTo>
                  <a:lnTo>
                    <a:pt x="3" y="260"/>
                  </a:lnTo>
                  <a:lnTo>
                    <a:pt x="7" y="215"/>
                  </a:lnTo>
                  <a:lnTo>
                    <a:pt x="17" y="174"/>
                  </a:lnTo>
                  <a:lnTo>
                    <a:pt x="29" y="137"/>
                  </a:lnTo>
                  <a:lnTo>
                    <a:pt x="44" y="104"/>
                  </a:lnTo>
                  <a:lnTo>
                    <a:pt x="61" y="76"/>
                  </a:lnTo>
                  <a:lnTo>
                    <a:pt x="81" y="51"/>
                  </a:lnTo>
                  <a:lnTo>
                    <a:pt x="105" y="31"/>
                  </a:lnTo>
                  <a:lnTo>
                    <a:pt x="130" y="16"/>
                  </a:lnTo>
                  <a:lnTo>
                    <a:pt x="157" y="5"/>
                  </a:lnTo>
                  <a:lnTo>
                    <a:pt x="187" y="0"/>
                  </a:lnTo>
                  <a:lnTo>
                    <a:pt x="218" y="0"/>
                  </a:lnTo>
                  <a:lnTo>
                    <a:pt x="251" y="3"/>
                  </a:lnTo>
                  <a:lnTo>
                    <a:pt x="285" y="14"/>
                  </a:lnTo>
                  <a:lnTo>
                    <a:pt x="320" y="29"/>
                  </a:lnTo>
                  <a:lnTo>
                    <a:pt x="357" y="49"/>
                  </a:lnTo>
                  <a:close/>
                </a:path>
              </a:pathLst>
            </a:custGeom>
            <a:solidFill>
              <a:srgbClr val="BFBFB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2496" name="Freeform 46"/>
            <p:cNvSpPr>
              <a:spLocks/>
            </p:cNvSpPr>
            <p:nvPr/>
          </p:nvSpPr>
          <p:spPr bwMode="auto">
            <a:xfrm>
              <a:off x="1268" y="1663"/>
              <a:ext cx="393" cy="711"/>
            </a:xfrm>
            <a:custGeom>
              <a:avLst/>
              <a:gdLst>
                <a:gd name="T0" fmla="*/ 3 w 1962"/>
                <a:gd name="T1" fmla="*/ 7 h 3555"/>
                <a:gd name="T2" fmla="*/ 2 w 1962"/>
                <a:gd name="T3" fmla="*/ 7 h 3555"/>
                <a:gd name="T4" fmla="*/ 2 w 1962"/>
                <a:gd name="T5" fmla="*/ 8 h 3555"/>
                <a:gd name="T6" fmla="*/ 1 w 1962"/>
                <a:gd name="T7" fmla="*/ 8 h 3555"/>
                <a:gd name="T8" fmla="*/ 1 w 1962"/>
                <a:gd name="T9" fmla="*/ 9 h 3555"/>
                <a:gd name="T10" fmla="*/ 1 w 1962"/>
                <a:gd name="T11" fmla="*/ 10 h 3555"/>
                <a:gd name="T12" fmla="*/ 0 w 1962"/>
                <a:gd name="T13" fmla="*/ 11 h 3555"/>
                <a:gd name="T14" fmla="*/ 0 w 1962"/>
                <a:gd name="T15" fmla="*/ 12 h 3555"/>
                <a:gd name="T16" fmla="*/ 0 w 1962"/>
                <a:gd name="T17" fmla="*/ 13 h 3555"/>
                <a:gd name="T18" fmla="*/ 0 w 1962"/>
                <a:gd name="T19" fmla="*/ 26 h 3555"/>
                <a:gd name="T20" fmla="*/ 0 w 1962"/>
                <a:gd name="T21" fmla="*/ 27 h 3555"/>
                <a:gd name="T22" fmla="*/ 0 w 1962"/>
                <a:gd name="T23" fmla="*/ 28 h 3555"/>
                <a:gd name="T24" fmla="*/ 1 w 1962"/>
                <a:gd name="T25" fmla="*/ 28 h 3555"/>
                <a:gd name="T26" fmla="*/ 1 w 1962"/>
                <a:gd name="T27" fmla="*/ 28 h 3555"/>
                <a:gd name="T28" fmla="*/ 2 w 1962"/>
                <a:gd name="T29" fmla="*/ 28 h 3555"/>
                <a:gd name="T30" fmla="*/ 2 w 1962"/>
                <a:gd name="T31" fmla="*/ 28 h 3555"/>
                <a:gd name="T32" fmla="*/ 3 w 1962"/>
                <a:gd name="T33" fmla="*/ 28 h 3555"/>
                <a:gd name="T34" fmla="*/ 13 w 1962"/>
                <a:gd name="T35" fmla="*/ 22 h 3555"/>
                <a:gd name="T36" fmla="*/ 13 w 1962"/>
                <a:gd name="T37" fmla="*/ 21 h 3555"/>
                <a:gd name="T38" fmla="*/ 14 w 1962"/>
                <a:gd name="T39" fmla="*/ 21 h 3555"/>
                <a:gd name="T40" fmla="*/ 14 w 1962"/>
                <a:gd name="T41" fmla="*/ 20 h 3555"/>
                <a:gd name="T42" fmla="*/ 15 w 1962"/>
                <a:gd name="T43" fmla="*/ 19 h 3555"/>
                <a:gd name="T44" fmla="*/ 15 w 1962"/>
                <a:gd name="T45" fmla="*/ 18 h 3555"/>
                <a:gd name="T46" fmla="*/ 16 w 1962"/>
                <a:gd name="T47" fmla="*/ 18 h 3555"/>
                <a:gd name="T48" fmla="*/ 16 w 1962"/>
                <a:gd name="T49" fmla="*/ 17 h 3555"/>
                <a:gd name="T50" fmla="*/ 16 w 1962"/>
                <a:gd name="T51" fmla="*/ 16 h 3555"/>
                <a:gd name="T52" fmla="*/ 16 w 1962"/>
                <a:gd name="T53" fmla="*/ 2 h 3555"/>
                <a:gd name="T54" fmla="*/ 16 w 1962"/>
                <a:gd name="T55" fmla="*/ 1 h 3555"/>
                <a:gd name="T56" fmla="*/ 15 w 1962"/>
                <a:gd name="T57" fmla="*/ 1 h 3555"/>
                <a:gd name="T58" fmla="*/ 15 w 1962"/>
                <a:gd name="T59" fmla="*/ 0 h 3555"/>
                <a:gd name="T60" fmla="*/ 15 w 1962"/>
                <a:gd name="T61" fmla="*/ 0 h 3555"/>
                <a:gd name="T62" fmla="*/ 14 w 1962"/>
                <a:gd name="T63" fmla="*/ 0 h 3555"/>
                <a:gd name="T64" fmla="*/ 14 w 1962"/>
                <a:gd name="T65" fmla="*/ 0 h 3555"/>
                <a:gd name="T66" fmla="*/ 13 w 1962"/>
                <a:gd name="T67" fmla="*/ 0 h 3555"/>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962"/>
                <a:gd name="T103" fmla="*/ 0 h 3555"/>
                <a:gd name="T104" fmla="*/ 1962 w 1962"/>
                <a:gd name="T105" fmla="*/ 3555 h 3555"/>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962" h="3555">
                  <a:moveTo>
                    <a:pt x="1594" y="50"/>
                  </a:moveTo>
                  <a:lnTo>
                    <a:pt x="368" y="831"/>
                  </a:lnTo>
                  <a:lnTo>
                    <a:pt x="330" y="858"/>
                  </a:lnTo>
                  <a:lnTo>
                    <a:pt x="294" y="888"/>
                  </a:lnTo>
                  <a:lnTo>
                    <a:pt x="259" y="922"/>
                  </a:lnTo>
                  <a:lnTo>
                    <a:pt x="225" y="961"/>
                  </a:lnTo>
                  <a:lnTo>
                    <a:pt x="193" y="1003"/>
                  </a:lnTo>
                  <a:lnTo>
                    <a:pt x="163" y="1047"/>
                  </a:lnTo>
                  <a:lnTo>
                    <a:pt x="133" y="1094"/>
                  </a:lnTo>
                  <a:lnTo>
                    <a:pt x="108" y="1143"/>
                  </a:lnTo>
                  <a:lnTo>
                    <a:pt x="84" y="1193"/>
                  </a:lnTo>
                  <a:lnTo>
                    <a:pt x="63" y="1246"/>
                  </a:lnTo>
                  <a:lnTo>
                    <a:pt x="44" y="1299"/>
                  </a:lnTo>
                  <a:lnTo>
                    <a:pt x="29" y="1353"/>
                  </a:lnTo>
                  <a:lnTo>
                    <a:pt x="16" y="1405"/>
                  </a:lnTo>
                  <a:lnTo>
                    <a:pt x="7" y="1459"/>
                  </a:lnTo>
                  <a:lnTo>
                    <a:pt x="2" y="1512"/>
                  </a:lnTo>
                  <a:lnTo>
                    <a:pt x="0" y="1565"/>
                  </a:lnTo>
                  <a:lnTo>
                    <a:pt x="0" y="3237"/>
                  </a:lnTo>
                  <a:lnTo>
                    <a:pt x="2" y="3287"/>
                  </a:lnTo>
                  <a:lnTo>
                    <a:pt x="7" y="3333"/>
                  </a:lnTo>
                  <a:lnTo>
                    <a:pt x="16" y="3375"/>
                  </a:lnTo>
                  <a:lnTo>
                    <a:pt x="29" y="3413"/>
                  </a:lnTo>
                  <a:lnTo>
                    <a:pt x="44" y="3447"/>
                  </a:lnTo>
                  <a:lnTo>
                    <a:pt x="63" y="3477"/>
                  </a:lnTo>
                  <a:lnTo>
                    <a:pt x="84" y="3502"/>
                  </a:lnTo>
                  <a:lnTo>
                    <a:pt x="108" y="3522"/>
                  </a:lnTo>
                  <a:lnTo>
                    <a:pt x="133" y="3538"/>
                  </a:lnTo>
                  <a:lnTo>
                    <a:pt x="163" y="3549"/>
                  </a:lnTo>
                  <a:lnTo>
                    <a:pt x="193" y="3555"/>
                  </a:lnTo>
                  <a:lnTo>
                    <a:pt x="225" y="3555"/>
                  </a:lnTo>
                  <a:lnTo>
                    <a:pt x="259" y="3550"/>
                  </a:lnTo>
                  <a:lnTo>
                    <a:pt x="294" y="3541"/>
                  </a:lnTo>
                  <a:lnTo>
                    <a:pt x="330" y="3524"/>
                  </a:lnTo>
                  <a:lnTo>
                    <a:pt x="368" y="3503"/>
                  </a:lnTo>
                  <a:lnTo>
                    <a:pt x="1594" y="2722"/>
                  </a:lnTo>
                  <a:lnTo>
                    <a:pt x="1632" y="2696"/>
                  </a:lnTo>
                  <a:lnTo>
                    <a:pt x="1668" y="2665"/>
                  </a:lnTo>
                  <a:lnTo>
                    <a:pt x="1703" y="2631"/>
                  </a:lnTo>
                  <a:lnTo>
                    <a:pt x="1737" y="2592"/>
                  </a:lnTo>
                  <a:lnTo>
                    <a:pt x="1769" y="2551"/>
                  </a:lnTo>
                  <a:lnTo>
                    <a:pt x="1799" y="2506"/>
                  </a:lnTo>
                  <a:lnTo>
                    <a:pt x="1829" y="2460"/>
                  </a:lnTo>
                  <a:lnTo>
                    <a:pt x="1854" y="2411"/>
                  </a:lnTo>
                  <a:lnTo>
                    <a:pt x="1878" y="2361"/>
                  </a:lnTo>
                  <a:lnTo>
                    <a:pt x="1899" y="2308"/>
                  </a:lnTo>
                  <a:lnTo>
                    <a:pt x="1918" y="2256"/>
                  </a:lnTo>
                  <a:lnTo>
                    <a:pt x="1933" y="2202"/>
                  </a:lnTo>
                  <a:lnTo>
                    <a:pt x="1946" y="2149"/>
                  </a:lnTo>
                  <a:lnTo>
                    <a:pt x="1955" y="2095"/>
                  </a:lnTo>
                  <a:lnTo>
                    <a:pt x="1960" y="2042"/>
                  </a:lnTo>
                  <a:lnTo>
                    <a:pt x="1962" y="1989"/>
                  </a:lnTo>
                  <a:lnTo>
                    <a:pt x="1962" y="319"/>
                  </a:lnTo>
                  <a:lnTo>
                    <a:pt x="1960" y="269"/>
                  </a:lnTo>
                  <a:lnTo>
                    <a:pt x="1955" y="223"/>
                  </a:lnTo>
                  <a:lnTo>
                    <a:pt x="1946" y="180"/>
                  </a:lnTo>
                  <a:lnTo>
                    <a:pt x="1933" y="143"/>
                  </a:lnTo>
                  <a:lnTo>
                    <a:pt x="1918" y="109"/>
                  </a:lnTo>
                  <a:lnTo>
                    <a:pt x="1899" y="79"/>
                  </a:lnTo>
                  <a:lnTo>
                    <a:pt x="1878" y="54"/>
                  </a:lnTo>
                  <a:lnTo>
                    <a:pt x="1854" y="33"/>
                  </a:lnTo>
                  <a:lnTo>
                    <a:pt x="1829" y="17"/>
                  </a:lnTo>
                  <a:lnTo>
                    <a:pt x="1799" y="7"/>
                  </a:lnTo>
                  <a:lnTo>
                    <a:pt x="1769" y="0"/>
                  </a:lnTo>
                  <a:lnTo>
                    <a:pt x="1737" y="0"/>
                  </a:lnTo>
                  <a:lnTo>
                    <a:pt x="1703" y="4"/>
                  </a:lnTo>
                  <a:lnTo>
                    <a:pt x="1668" y="14"/>
                  </a:lnTo>
                  <a:lnTo>
                    <a:pt x="1632" y="29"/>
                  </a:lnTo>
                  <a:lnTo>
                    <a:pt x="1594" y="50"/>
                  </a:lnTo>
                  <a:close/>
                </a:path>
              </a:pathLst>
            </a:custGeom>
            <a:solidFill>
              <a:srgbClr val="E5E5E5"/>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2497" name="Freeform 47"/>
            <p:cNvSpPr>
              <a:spLocks noEditPoints="1"/>
            </p:cNvSpPr>
            <p:nvPr/>
          </p:nvSpPr>
          <p:spPr bwMode="auto">
            <a:xfrm>
              <a:off x="916" y="1589"/>
              <a:ext cx="697" cy="698"/>
            </a:xfrm>
            <a:custGeom>
              <a:avLst/>
              <a:gdLst>
                <a:gd name="T0" fmla="*/ 16 w 3485"/>
                <a:gd name="T1" fmla="*/ 0 h 3490"/>
                <a:gd name="T2" fmla="*/ 17 w 3485"/>
                <a:gd name="T3" fmla="*/ 2 h 3490"/>
                <a:gd name="T4" fmla="*/ 17 w 3485"/>
                <a:gd name="T5" fmla="*/ 3 h 3490"/>
                <a:gd name="T6" fmla="*/ 14 w 3485"/>
                <a:gd name="T7" fmla="*/ 4 h 3490"/>
                <a:gd name="T8" fmla="*/ 12 w 3485"/>
                <a:gd name="T9" fmla="*/ 4 h 3490"/>
                <a:gd name="T10" fmla="*/ 11 w 3485"/>
                <a:gd name="T11" fmla="*/ 2 h 3490"/>
                <a:gd name="T12" fmla="*/ 11 w 3485"/>
                <a:gd name="T13" fmla="*/ 1 h 3490"/>
                <a:gd name="T14" fmla="*/ 14 w 3485"/>
                <a:gd name="T15" fmla="*/ 0 h 3490"/>
                <a:gd name="T16" fmla="*/ 3 w 3485"/>
                <a:gd name="T17" fmla="*/ 7 h 3490"/>
                <a:gd name="T18" fmla="*/ 4 w 3485"/>
                <a:gd name="T19" fmla="*/ 9 h 3490"/>
                <a:gd name="T20" fmla="*/ 3 w 3485"/>
                <a:gd name="T21" fmla="*/ 12 h 3490"/>
                <a:gd name="T22" fmla="*/ 2 w 3485"/>
                <a:gd name="T23" fmla="*/ 13 h 3490"/>
                <a:gd name="T24" fmla="*/ 1 w 3485"/>
                <a:gd name="T25" fmla="*/ 12 h 3490"/>
                <a:gd name="T26" fmla="*/ 0 w 3485"/>
                <a:gd name="T27" fmla="*/ 10 h 3490"/>
                <a:gd name="T28" fmla="*/ 0 w 3485"/>
                <a:gd name="T29" fmla="*/ 8 h 3490"/>
                <a:gd name="T30" fmla="*/ 2 w 3485"/>
                <a:gd name="T31" fmla="*/ 6 h 3490"/>
                <a:gd name="T32" fmla="*/ 10 w 3485"/>
                <a:gd name="T33" fmla="*/ 20 h 3490"/>
                <a:gd name="T34" fmla="*/ 11 w 3485"/>
                <a:gd name="T35" fmla="*/ 22 h 3490"/>
                <a:gd name="T36" fmla="*/ 11 w 3485"/>
                <a:gd name="T37" fmla="*/ 25 h 3490"/>
                <a:gd name="T38" fmla="*/ 10 w 3485"/>
                <a:gd name="T39" fmla="*/ 27 h 3490"/>
                <a:gd name="T40" fmla="*/ 8 w 3485"/>
                <a:gd name="T41" fmla="*/ 26 h 3490"/>
                <a:gd name="T42" fmla="*/ 7 w 3485"/>
                <a:gd name="T43" fmla="*/ 24 h 3490"/>
                <a:gd name="T44" fmla="*/ 7 w 3485"/>
                <a:gd name="T45" fmla="*/ 22 h 3490"/>
                <a:gd name="T46" fmla="*/ 8 w 3485"/>
                <a:gd name="T47" fmla="*/ 20 h 3490"/>
                <a:gd name="T48" fmla="*/ 20 w 3485"/>
                <a:gd name="T49" fmla="*/ 21 h 3490"/>
                <a:gd name="T50" fmla="*/ 21 w 3485"/>
                <a:gd name="T51" fmla="*/ 23 h 3490"/>
                <a:gd name="T52" fmla="*/ 21 w 3485"/>
                <a:gd name="T53" fmla="*/ 26 h 3490"/>
                <a:gd name="T54" fmla="*/ 20 w 3485"/>
                <a:gd name="T55" fmla="*/ 28 h 3490"/>
                <a:gd name="T56" fmla="*/ 18 w 3485"/>
                <a:gd name="T57" fmla="*/ 28 h 3490"/>
                <a:gd name="T58" fmla="*/ 17 w 3485"/>
                <a:gd name="T59" fmla="*/ 26 h 3490"/>
                <a:gd name="T60" fmla="*/ 17 w 3485"/>
                <a:gd name="T61" fmla="*/ 23 h 3490"/>
                <a:gd name="T62" fmla="*/ 18 w 3485"/>
                <a:gd name="T63" fmla="*/ 21 h 3490"/>
                <a:gd name="T64" fmla="*/ 19 w 3485"/>
                <a:gd name="T65" fmla="*/ 11 h 3490"/>
                <a:gd name="T66" fmla="*/ 20 w 3485"/>
                <a:gd name="T67" fmla="*/ 13 h 3490"/>
                <a:gd name="T68" fmla="*/ 21 w 3485"/>
                <a:gd name="T69" fmla="*/ 15 h 3490"/>
                <a:gd name="T70" fmla="*/ 20 w 3485"/>
                <a:gd name="T71" fmla="*/ 17 h 3490"/>
                <a:gd name="T72" fmla="*/ 18 w 3485"/>
                <a:gd name="T73" fmla="*/ 17 h 3490"/>
                <a:gd name="T74" fmla="*/ 17 w 3485"/>
                <a:gd name="T75" fmla="*/ 16 h 3490"/>
                <a:gd name="T76" fmla="*/ 17 w 3485"/>
                <a:gd name="T77" fmla="*/ 13 h 3490"/>
                <a:gd name="T78" fmla="*/ 18 w 3485"/>
                <a:gd name="T79" fmla="*/ 11 h 3490"/>
                <a:gd name="T80" fmla="*/ 26 w 3485"/>
                <a:gd name="T81" fmla="*/ 7 h 3490"/>
                <a:gd name="T82" fmla="*/ 27 w 3485"/>
                <a:gd name="T83" fmla="*/ 8 h 3490"/>
                <a:gd name="T84" fmla="*/ 27 w 3485"/>
                <a:gd name="T85" fmla="*/ 11 h 3490"/>
                <a:gd name="T86" fmla="*/ 26 w 3485"/>
                <a:gd name="T87" fmla="*/ 13 h 3490"/>
                <a:gd name="T88" fmla="*/ 25 w 3485"/>
                <a:gd name="T89" fmla="*/ 13 h 3490"/>
                <a:gd name="T90" fmla="*/ 24 w 3485"/>
                <a:gd name="T91" fmla="*/ 12 h 3490"/>
                <a:gd name="T92" fmla="*/ 24 w 3485"/>
                <a:gd name="T93" fmla="*/ 9 h 3490"/>
                <a:gd name="T94" fmla="*/ 24 w 3485"/>
                <a:gd name="T95" fmla="*/ 7 h 3490"/>
                <a:gd name="T96" fmla="*/ 26 w 3485"/>
                <a:gd name="T97" fmla="*/ 17 h 3490"/>
                <a:gd name="T98" fmla="*/ 27 w 3485"/>
                <a:gd name="T99" fmla="*/ 18 h 3490"/>
                <a:gd name="T100" fmla="*/ 28 w 3485"/>
                <a:gd name="T101" fmla="*/ 21 h 3490"/>
                <a:gd name="T102" fmla="*/ 27 w 3485"/>
                <a:gd name="T103" fmla="*/ 23 h 3490"/>
                <a:gd name="T104" fmla="*/ 26 w 3485"/>
                <a:gd name="T105" fmla="*/ 24 h 3490"/>
                <a:gd name="T106" fmla="*/ 24 w 3485"/>
                <a:gd name="T107" fmla="*/ 23 h 3490"/>
                <a:gd name="T108" fmla="*/ 24 w 3485"/>
                <a:gd name="T109" fmla="*/ 20 h 3490"/>
                <a:gd name="T110" fmla="*/ 25 w 3485"/>
                <a:gd name="T111" fmla="*/ 18 h 3490"/>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w 3485"/>
                <a:gd name="T169" fmla="*/ 0 h 3490"/>
                <a:gd name="T170" fmla="*/ 3485 w 3485"/>
                <a:gd name="T171" fmla="*/ 3490 h 3490"/>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T168" t="T169" r="T170" b="T171"/>
              <a:pathLst>
                <a:path w="3485" h="3490">
                  <a:moveTo>
                    <a:pt x="1754" y="0"/>
                  </a:moveTo>
                  <a:lnTo>
                    <a:pt x="1797" y="2"/>
                  </a:lnTo>
                  <a:lnTo>
                    <a:pt x="1840" y="5"/>
                  </a:lnTo>
                  <a:lnTo>
                    <a:pt x="1881" y="12"/>
                  </a:lnTo>
                  <a:lnTo>
                    <a:pt x="1921" y="20"/>
                  </a:lnTo>
                  <a:lnTo>
                    <a:pt x="1959" y="31"/>
                  </a:lnTo>
                  <a:lnTo>
                    <a:pt x="1994" y="44"/>
                  </a:lnTo>
                  <a:lnTo>
                    <a:pt x="2028" y="59"/>
                  </a:lnTo>
                  <a:lnTo>
                    <a:pt x="2058" y="74"/>
                  </a:lnTo>
                  <a:lnTo>
                    <a:pt x="2086" y="93"/>
                  </a:lnTo>
                  <a:lnTo>
                    <a:pt x="2111" y="113"/>
                  </a:lnTo>
                  <a:lnTo>
                    <a:pt x="2132" y="133"/>
                  </a:lnTo>
                  <a:lnTo>
                    <a:pt x="2151" y="155"/>
                  </a:lnTo>
                  <a:lnTo>
                    <a:pt x="2165" y="179"/>
                  </a:lnTo>
                  <a:lnTo>
                    <a:pt x="2175" y="203"/>
                  </a:lnTo>
                  <a:lnTo>
                    <a:pt x="2182" y="229"/>
                  </a:lnTo>
                  <a:lnTo>
                    <a:pt x="2185" y="255"/>
                  </a:lnTo>
                  <a:lnTo>
                    <a:pt x="2182" y="281"/>
                  </a:lnTo>
                  <a:lnTo>
                    <a:pt x="2175" y="305"/>
                  </a:lnTo>
                  <a:lnTo>
                    <a:pt x="2165" y="330"/>
                  </a:lnTo>
                  <a:lnTo>
                    <a:pt x="2151" y="353"/>
                  </a:lnTo>
                  <a:lnTo>
                    <a:pt x="2132" y="376"/>
                  </a:lnTo>
                  <a:lnTo>
                    <a:pt x="2111" y="397"/>
                  </a:lnTo>
                  <a:lnTo>
                    <a:pt x="2086" y="417"/>
                  </a:lnTo>
                  <a:lnTo>
                    <a:pt x="2058" y="434"/>
                  </a:lnTo>
                  <a:lnTo>
                    <a:pt x="2028" y="451"/>
                  </a:lnTo>
                  <a:lnTo>
                    <a:pt x="1994" y="466"/>
                  </a:lnTo>
                  <a:lnTo>
                    <a:pt x="1959" y="479"/>
                  </a:lnTo>
                  <a:lnTo>
                    <a:pt x="1921" y="489"/>
                  </a:lnTo>
                  <a:lnTo>
                    <a:pt x="1881" y="498"/>
                  </a:lnTo>
                  <a:lnTo>
                    <a:pt x="1840" y="505"/>
                  </a:lnTo>
                  <a:lnTo>
                    <a:pt x="1797" y="508"/>
                  </a:lnTo>
                  <a:lnTo>
                    <a:pt x="1754" y="509"/>
                  </a:lnTo>
                  <a:lnTo>
                    <a:pt x="1710" y="508"/>
                  </a:lnTo>
                  <a:lnTo>
                    <a:pt x="1667" y="505"/>
                  </a:lnTo>
                  <a:lnTo>
                    <a:pt x="1626" y="498"/>
                  </a:lnTo>
                  <a:lnTo>
                    <a:pt x="1586" y="489"/>
                  </a:lnTo>
                  <a:lnTo>
                    <a:pt x="1548" y="479"/>
                  </a:lnTo>
                  <a:lnTo>
                    <a:pt x="1512" y="466"/>
                  </a:lnTo>
                  <a:lnTo>
                    <a:pt x="1479" y="451"/>
                  </a:lnTo>
                  <a:lnTo>
                    <a:pt x="1449" y="434"/>
                  </a:lnTo>
                  <a:lnTo>
                    <a:pt x="1421" y="417"/>
                  </a:lnTo>
                  <a:lnTo>
                    <a:pt x="1395" y="397"/>
                  </a:lnTo>
                  <a:lnTo>
                    <a:pt x="1374" y="376"/>
                  </a:lnTo>
                  <a:lnTo>
                    <a:pt x="1355" y="353"/>
                  </a:lnTo>
                  <a:lnTo>
                    <a:pt x="1341" y="330"/>
                  </a:lnTo>
                  <a:lnTo>
                    <a:pt x="1331" y="305"/>
                  </a:lnTo>
                  <a:lnTo>
                    <a:pt x="1324" y="281"/>
                  </a:lnTo>
                  <a:lnTo>
                    <a:pt x="1321" y="255"/>
                  </a:lnTo>
                  <a:lnTo>
                    <a:pt x="1324" y="229"/>
                  </a:lnTo>
                  <a:lnTo>
                    <a:pt x="1331" y="203"/>
                  </a:lnTo>
                  <a:lnTo>
                    <a:pt x="1341" y="179"/>
                  </a:lnTo>
                  <a:lnTo>
                    <a:pt x="1355" y="155"/>
                  </a:lnTo>
                  <a:lnTo>
                    <a:pt x="1374" y="133"/>
                  </a:lnTo>
                  <a:lnTo>
                    <a:pt x="1395" y="113"/>
                  </a:lnTo>
                  <a:lnTo>
                    <a:pt x="1421" y="93"/>
                  </a:lnTo>
                  <a:lnTo>
                    <a:pt x="1449" y="74"/>
                  </a:lnTo>
                  <a:lnTo>
                    <a:pt x="1479" y="59"/>
                  </a:lnTo>
                  <a:lnTo>
                    <a:pt x="1512" y="44"/>
                  </a:lnTo>
                  <a:lnTo>
                    <a:pt x="1548" y="31"/>
                  </a:lnTo>
                  <a:lnTo>
                    <a:pt x="1586" y="20"/>
                  </a:lnTo>
                  <a:lnTo>
                    <a:pt x="1626" y="12"/>
                  </a:lnTo>
                  <a:lnTo>
                    <a:pt x="1667" y="5"/>
                  </a:lnTo>
                  <a:lnTo>
                    <a:pt x="1710" y="2"/>
                  </a:lnTo>
                  <a:lnTo>
                    <a:pt x="1754" y="0"/>
                  </a:lnTo>
                  <a:close/>
                  <a:moveTo>
                    <a:pt x="239" y="786"/>
                  </a:moveTo>
                  <a:lnTo>
                    <a:pt x="263" y="788"/>
                  </a:lnTo>
                  <a:lnTo>
                    <a:pt x="287" y="794"/>
                  </a:lnTo>
                  <a:lnTo>
                    <a:pt x="309" y="805"/>
                  </a:lnTo>
                  <a:lnTo>
                    <a:pt x="331" y="819"/>
                  </a:lnTo>
                  <a:lnTo>
                    <a:pt x="352" y="836"/>
                  </a:lnTo>
                  <a:lnTo>
                    <a:pt x="372" y="857"/>
                  </a:lnTo>
                  <a:lnTo>
                    <a:pt x="390" y="882"/>
                  </a:lnTo>
                  <a:lnTo>
                    <a:pt x="407" y="909"/>
                  </a:lnTo>
                  <a:lnTo>
                    <a:pt x="423" y="940"/>
                  </a:lnTo>
                  <a:lnTo>
                    <a:pt x="437" y="971"/>
                  </a:lnTo>
                  <a:lnTo>
                    <a:pt x="448" y="1006"/>
                  </a:lnTo>
                  <a:lnTo>
                    <a:pt x="459" y="1043"/>
                  </a:lnTo>
                  <a:lnTo>
                    <a:pt x="467" y="1081"/>
                  </a:lnTo>
                  <a:lnTo>
                    <a:pt x="473" y="1121"/>
                  </a:lnTo>
                  <a:lnTo>
                    <a:pt x="476" y="1163"/>
                  </a:lnTo>
                  <a:lnTo>
                    <a:pt x="478" y="1206"/>
                  </a:lnTo>
                  <a:lnTo>
                    <a:pt x="476" y="1248"/>
                  </a:lnTo>
                  <a:lnTo>
                    <a:pt x="473" y="1290"/>
                  </a:lnTo>
                  <a:lnTo>
                    <a:pt x="467" y="1330"/>
                  </a:lnTo>
                  <a:lnTo>
                    <a:pt x="459" y="1367"/>
                  </a:lnTo>
                  <a:lnTo>
                    <a:pt x="448" y="1405"/>
                  </a:lnTo>
                  <a:lnTo>
                    <a:pt x="437" y="1439"/>
                  </a:lnTo>
                  <a:lnTo>
                    <a:pt x="423" y="1472"/>
                  </a:lnTo>
                  <a:lnTo>
                    <a:pt x="407" y="1501"/>
                  </a:lnTo>
                  <a:lnTo>
                    <a:pt x="390" y="1528"/>
                  </a:lnTo>
                  <a:lnTo>
                    <a:pt x="372" y="1553"/>
                  </a:lnTo>
                  <a:lnTo>
                    <a:pt x="352" y="1574"/>
                  </a:lnTo>
                  <a:lnTo>
                    <a:pt x="331" y="1591"/>
                  </a:lnTo>
                  <a:lnTo>
                    <a:pt x="309" y="1605"/>
                  </a:lnTo>
                  <a:lnTo>
                    <a:pt x="287" y="1616"/>
                  </a:lnTo>
                  <a:lnTo>
                    <a:pt x="263" y="1622"/>
                  </a:lnTo>
                  <a:lnTo>
                    <a:pt x="239" y="1624"/>
                  </a:lnTo>
                  <a:lnTo>
                    <a:pt x="214" y="1622"/>
                  </a:lnTo>
                  <a:lnTo>
                    <a:pt x="191" y="1616"/>
                  </a:lnTo>
                  <a:lnTo>
                    <a:pt x="168" y="1605"/>
                  </a:lnTo>
                  <a:lnTo>
                    <a:pt x="146" y="1591"/>
                  </a:lnTo>
                  <a:lnTo>
                    <a:pt x="125" y="1574"/>
                  </a:lnTo>
                  <a:lnTo>
                    <a:pt x="105" y="1553"/>
                  </a:lnTo>
                  <a:lnTo>
                    <a:pt x="87" y="1528"/>
                  </a:lnTo>
                  <a:lnTo>
                    <a:pt x="70" y="1501"/>
                  </a:lnTo>
                  <a:lnTo>
                    <a:pt x="55" y="1472"/>
                  </a:lnTo>
                  <a:lnTo>
                    <a:pt x="41" y="1439"/>
                  </a:lnTo>
                  <a:lnTo>
                    <a:pt x="29" y="1405"/>
                  </a:lnTo>
                  <a:lnTo>
                    <a:pt x="18" y="1367"/>
                  </a:lnTo>
                  <a:lnTo>
                    <a:pt x="10" y="1330"/>
                  </a:lnTo>
                  <a:lnTo>
                    <a:pt x="4" y="1290"/>
                  </a:lnTo>
                  <a:lnTo>
                    <a:pt x="1" y="1248"/>
                  </a:lnTo>
                  <a:lnTo>
                    <a:pt x="0" y="1206"/>
                  </a:lnTo>
                  <a:lnTo>
                    <a:pt x="1" y="1163"/>
                  </a:lnTo>
                  <a:lnTo>
                    <a:pt x="4" y="1121"/>
                  </a:lnTo>
                  <a:lnTo>
                    <a:pt x="10" y="1081"/>
                  </a:lnTo>
                  <a:lnTo>
                    <a:pt x="18" y="1043"/>
                  </a:lnTo>
                  <a:lnTo>
                    <a:pt x="29" y="1006"/>
                  </a:lnTo>
                  <a:lnTo>
                    <a:pt x="41" y="971"/>
                  </a:lnTo>
                  <a:lnTo>
                    <a:pt x="55" y="940"/>
                  </a:lnTo>
                  <a:lnTo>
                    <a:pt x="70" y="909"/>
                  </a:lnTo>
                  <a:lnTo>
                    <a:pt x="87" y="882"/>
                  </a:lnTo>
                  <a:lnTo>
                    <a:pt x="105" y="857"/>
                  </a:lnTo>
                  <a:lnTo>
                    <a:pt x="125" y="836"/>
                  </a:lnTo>
                  <a:lnTo>
                    <a:pt x="146" y="819"/>
                  </a:lnTo>
                  <a:lnTo>
                    <a:pt x="168" y="805"/>
                  </a:lnTo>
                  <a:lnTo>
                    <a:pt x="191" y="794"/>
                  </a:lnTo>
                  <a:lnTo>
                    <a:pt x="214" y="788"/>
                  </a:lnTo>
                  <a:lnTo>
                    <a:pt x="239" y="786"/>
                  </a:lnTo>
                  <a:close/>
                  <a:moveTo>
                    <a:pt x="1119" y="2495"/>
                  </a:moveTo>
                  <a:lnTo>
                    <a:pt x="1143" y="2498"/>
                  </a:lnTo>
                  <a:lnTo>
                    <a:pt x="1167" y="2504"/>
                  </a:lnTo>
                  <a:lnTo>
                    <a:pt x="1190" y="2514"/>
                  </a:lnTo>
                  <a:lnTo>
                    <a:pt x="1211" y="2528"/>
                  </a:lnTo>
                  <a:lnTo>
                    <a:pt x="1232" y="2546"/>
                  </a:lnTo>
                  <a:lnTo>
                    <a:pt x="1252" y="2567"/>
                  </a:lnTo>
                  <a:lnTo>
                    <a:pt x="1271" y="2592"/>
                  </a:lnTo>
                  <a:lnTo>
                    <a:pt x="1288" y="2618"/>
                  </a:lnTo>
                  <a:lnTo>
                    <a:pt x="1304" y="2648"/>
                  </a:lnTo>
                  <a:lnTo>
                    <a:pt x="1318" y="2681"/>
                  </a:lnTo>
                  <a:lnTo>
                    <a:pt x="1329" y="2715"/>
                  </a:lnTo>
                  <a:lnTo>
                    <a:pt x="1340" y="2752"/>
                  </a:lnTo>
                  <a:lnTo>
                    <a:pt x="1348" y="2790"/>
                  </a:lnTo>
                  <a:lnTo>
                    <a:pt x="1354" y="2830"/>
                  </a:lnTo>
                  <a:lnTo>
                    <a:pt x="1358" y="2872"/>
                  </a:lnTo>
                  <a:lnTo>
                    <a:pt x="1359" y="2914"/>
                  </a:lnTo>
                  <a:lnTo>
                    <a:pt x="1358" y="2956"/>
                  </a:lnTo>
                  <a:lnTo>
                    <a:pt x="1354" y="2998"/>
                  </a:lnTo>
                  <a:lnTo>
                    <a:pt x="1348" y="3038"/>
                  </a:lnTo>
                  <a:lnTo>
                    <a:pt x="1340" y="3077"/>
                  </a:lnTo>
                  <a:lnTo>
                    <a:pt x="1329" y="3113"/>
                  </a:lnTo>
                  <a:lnTo>
                    <a:pt x="1318" y="3147"/>
                  </a:lnTo>
                  <a:lnTo>
                    <a:pt x="1304" y="3180"/>
                  </a:lnTo>
                  <a:lnTo>
                    <a:pt x="1288" y="3209"/>
                  </a:lnTo>
                  <a:lnTo>
                    <a:pt x="1271" y="3238"/>
                  </a:lnTo>
                  <a:lnTo>
                    <a:pt x="1252" y="3261"/>
                  </a:lnTo>
                  <a:lnTo>
                    <a:pt x="1232" y="3282"/>
                  </a:lnTo>
                  <a:lnTo>
                    <a:pt x="1211" y="3301"/>
                  </a:lnTo>
                  <a:lnTo>
                    <a:pt x="1190" y="3315"/>
                  </a:lnTo>
                  <a:lnTo>
                    <a:pt x="1167" y="3325"/>
                  </a:lnTo>
                  <a:lnTo>
                    <a:pt x="1143" y="3331"/>
                  </a:lnTo>
                  <a:lnTo>
                    <a:pt x="1119" y="3334"/>
                  </a:lnTo>
                  <a:lnTo>
                    <a:pt x="1094" y="3331"/>
                  </a:lnTo>
                  <a:lnTo>
                    <a:pt x="1070" y="3325"/>
                  </a:lnTo>
                  <a:lnTo>
                    <a:pt x="1048" y="3315"/>
                  </a:lnTo>
                  <a:lnTo>
                    <a:pt x="1026" y="3301"/>
                  </a:lnTo>
                  <a:lnTo>
                    <a:pt x="1005" y="3282"/>
                  </a:lnTo>
                  <a:lnTo>
                    <a:pt x="985" y="3261"/>
                  </a:lnTo>
                  <a:lnTo>
                    <a:pt x="967" y="3238"/>
                  </a:lnTo>
                  <a:lnTo>
                    <a:pt x="950" y="3209"/>
                  </a:lnTo>
                  <a:lnTo>
                    <a:pt x="935" y="3180"/>
                  </a:lnTo>
                  <a:lnTo>
                    <a:pt x="921" y="3147"/>
                  </a:lnTo>
                  <a:lnTo>
                    <a:pt x="909" y="3113"/>
                  </a:lnTo>
                  <a:lnTo>
                    <a:pt x="898" y="3077"/>
                  </a:lnTo>
                  <a:lnTo>
                    <a:pt x="890" y="3038"/>
                  </a:lnTo>
                  <a:lnTo>
                    <a:pt x="884" y="2998"/>
                  </a:lnTo>
                  <a:lnTo>
                    <a:pt x="881" y="2956"/>
                  </a:lnTo>
                  <a:lnTo>
                    <a:pt x="880" y="2914"/>
                  </a:lnTo>
                  <a:lnTo>
                    <a:pt x="881" y="2872"/>
                  </a:lnTo>
                  <a:lnTo>
                    <a:pt x="884" y="2830"/>
                  </a:lnTo>
                  <a:lnTo>
                    <a:pt x="890" y="2790"/>
                  </a:lnTo>
                  <a:lnTo>
                    <a:pt x="898" y="2752"/>
                  </a:lnTo>
                  <a:lnTo>
                    <a:pt x="909" y="2715"/>
                  </a:lnTo>
                  <a:lnTo>
                    <a:pt x="921" y="2681"/>
                  </a:lnTo>
                  <a:lnTo>
                    <a:pt x="935" y="2648"/>
                  </a:lnTo>
                  <a:lnTo>
                    <a:pt x="950" y="2618"/>
                  </a:lnTo>
                  <a:lnTo>
                    <a:pt x="967" y="2592"/>
                  </a:lnTo>
                  <a:lnTo>
                    <a:pt x="985" y="2567"/>
                  </a:lnTo>
                  <a:lnTo>
                    <a:pt x="1005" y="2546"/>
                  </a:lnTo>
                  <a:lnTo>
                    <a:pt x="1026" y="2528"/>
                  </a:lnTo>
                  <a:lnTo>
                    <a:pt x="1048" y="2514"/>
                  </a:lnTo>
                  <a:lnTo>
                    <a:pt x="1070" y="2504"/>
                  </a:lnTo>
                  <a:lnTo>
                    <a:pt x="1094" y="2498"/>
                  </a:lnTo>
                  <a:lnTo>
                    <a:pt x="1119" y="2495"/>
                  </a:lnTo>
                  <a:close/>
                  <a:moveTo>
                    <a:pt x="2380" y="2651"/>
                  </a:moveTo>
                  <a:lnTo>
                    <a:pt x="2405" y="2654"/>
                  </a:lnTo>
                  <a:lnTo>
                    <a:pt x="2428" y="2660"/>
                  </a:lnTo>
                  <a:lnTo>
                    <a:pt x="2452" y="2670"/>
                  </a:lnTo>
                  <a:lnTo>
                    <a:pt x="2473" y="2684"/>
                  </a:lnTo>
                  <a:lnTo>
                    <a:pt x="2494" y="2703"/>
                  </a:lnTo>
                  <a:lnTo>
                    <a:pt x="2514" y="2724"/>
                  </a:lnTo>
                  <a:lnTo>
                    <a:pt x="2533" y="2747"/>
                  </a:lnTo>
                  <a:lnTo>
                    <a:pt x="2550" y="2774"/>
                  </a:lnTo>
                  <a:lnTo>
                    <a:pt x="2565" y="2805"/>
                  </a:lnTo>
                  <a:lnTo>
                    <a:pt x="2580" y="2838"/>
                  </a:lnTo>
                  <a:lnTo>
                    <a:pt x="2591" y="2872"/>
                  </a:lnTo>
                  <a:lnTo>
                    <a:pt x="2602" y="2908"/>
                  </a:lnTo>
                  <a:lnTo>
                    <a:pt x="2610" y="2947"/>
                  </a:lnTo>
                  <a:lnTo>
                    <a:pt x="2616" y="2987"/>
                  </a:lnTo>
                  <a:lnTo>
                    <a:pt x="2619" y="3029"/>
                  </a:lnTo>
                  <a:lnTo>
                    <a:pt x="2621" y="3071"/>
                  </a:lnTo>
                  <a:lnTo>
                    <a:pt x="2619" y="3113"/>
                  </a:lnTo>
                  <a:lnTo>
                    <a:pt x="2616" y="3155"/>
                  </a:lnTo>
                  <a:lnTo>
                    <a:pt x="2610" y="3195"/>
                  </a:lnTo>
                  <a:lnTo>
                    <a:pt x="2602" y="3233"/>
                  </a:lnTo>
                  <a:lnTo>
                    <a:pt x="2591" y="3270"/>
                  </a:lnTo>
                  <a:lnTo>
                    <a:pt x="2580" y="3304"/>
                  </a:lnTo>
                  <a:lnTo>
                    <a:pt x="2565" y="3337"/>
                  </a:lnTo>
                  <a:lnTo>
                    <a:pt x="2550" y="3367"/>
                  </a:lnTo>
                  <a:lnTo>
                    <a:pt x="2533" y="3393"/>
                  </a:lnTo>
                  <a:lnTo>
                    <a:pt x="2514" y="3418"/>
                  </a:lnTo>
                  <a:lnTo>
                    <a:pt x="2494" y="3439"/>
                  </a:lnTo>
                  <a:lnTo>
                    <a:pt x="2473" y="3457"/>
                  </a:lnTo>
                  <a:lnTo>
                    <a:pt x="2452" y="3471"/>
                  </a:lnTo>
                  <a:lnTo>
                    <a:pt x="2428" y="3481"/>
                  </a:lnTo>
                  <a:lnTo>
                    <a:pt x="2405" y="3487"/>
                  </a:lnTo>
                  <a:lnTo>
                    <a:pt x="2380" y="3490"/>
                  </a:lnTo>
                  <a:lnTo>
                    <a:pt x="2356" y="3487"/>
                  </a:lnTo>
                  <a:lnTo>
                    <a:pt x="2332" y="3481"/>
                  </a:lnTo>
                  <a:lnTo>
                    <a:pt x="2310" y="3471"/>
                  </a:lnTo>
                  <a:lnTo>
                    <a:pt x="2288" y="3457"/>
                  </a:lnTo>
                  <a:lnTo>
                    <a:pt x="2267" y="3439"/>
                  </a:lnTo>
                  <a:lnTo>
                    <a:pt x="2248" y="3418"/>
                  </a:lnTo>
                  <a:lnTo>
                    <a:pt x="2229" y="3393"/>
                  </a:lnTo>
                  <a:lnTo>
                    <a:pt x="2212" y="3367"/>
                  </a:lnTo>
                  <a:lnTo>
                    <a:pt x="2196" y="3337"/>
                  </a:lnTo>
                  <a:lnTo>
                    <a:pt x="2182" y="3304"/>
                  </a:lnTo>
                  <a:lnTo>
                    <a:pt x="2171" y="3270"/>
                  </a:lnTo>
                  <a:lnTo>
                    <a:pt x="2160" y="3233"/>
                  </a:lnTo>
                  <a:lnTo>
                    <a:pt x="2152" y="3195"/>
                  </a:lnTo>
                  <a:lnTo>
                    <a:pt x="2146" y="3155"/>
                  </a:lnTo>
                  <a:lnTo>
                    <a:pt x="2142" y="3113"/>
                  </a:lnTo>
                  <a:lnTo>
                    <a:pt x="2141" y="3071"/>
                  </a:lnTo>
                  <a:lnTo>
                    <a:pt x="2142" y="3029"/>
                  </a:lnTo>
                  <a:lnTo>
                    <a:pt x="2146" y="2987"/>
                  </a:lnTo>
                  <a:lnTo>
                    <a:pt x="2152" y="2947"/>
                  </a:lnTo>
                  <a:lnTo>
                    <a:pt x="2160" y="2908"/>
                  </a:lnTo>
                  <a:lnTo>
                    <a:pt x="2171" y="2872"/>
                  </a:lnTo>
                  <a:lnTo>
                    <a:pt x="2182" y="2838"/>
                  </a:lnTo>
                  <a:lnTo>
                    <a:pt x="2196" y="2805"/>
                  </a:lnTo>
                  <a:lnTo>
                    <a:pt x="2212" y="2774"/>
                  </a:lnTo>
                  <a:lnTo>
                    <a:pt x="2229" y="2747"/>
                  </a:lnTo>
                  <a:lnTo>
                    <a:pt x="2248" y="2724"/>
                  </a:lnTo>
                  <a:lnTo>
                    <a:pt x="2267" y="2703"/>
                  </a:lnTo>
                  <a:lnTo>
                    <a:pt x="2288" y="2684"/>
                  </a:lnTo>
                  <a:lnTo>
                    <a:pt x="2310" y="2670"/>
                  </a:lnTo>
                  <a:lnTo>
                    <a:pt x="2332" y="2660"/>
                  </a:lnTo>
                  <a:lnTo>
                    <a:pt x="2356" y="2654"/>
                  </a:lnTo>
                  <a:lnTo>
                    <a:pt x="2380" y="2651"/>
                  </a:lnTo>
                  <a:close/>
                  <a:moveTo>
                    <a:pt x="2342" y="1355"/>
                  </a:moveTo>
                  <a:lnTo>
                    <a:pt x="2366" y="1357"/>
                  </a:lnTo>
                  <a:lnTo>
                    <a:pt x="2390" y="1363"/>
                  </a:lnTo>
                  <a:lnTo>
                    <a:pt x="2412" y="1373"/>
                  </a:lnTo>
                  <a:lnTo>
                    <a:pt x="2434" y="1387"/>
                  </a:lnTo>
                  <a:lnTo>
                    <a:pt x="2455" y="1405"/>
                  </a:lnTo>
                  <a:lnTo>
                    <a:pt x="2475" y="1426"/>
                  </a:lnTo>
                  <a:lnTo>
                    <a:pt x="2493" y="1451"/>
                  </a:lnTo>
                  <a:lnTo>
                    <a:pt x="2510" y="1478"/>
                  </a:lnTo>
                  <a:lnTo>
                    <a:pt x="2526" y="1507"/>
                  </a:lnTo>
                  <a:lnTo>
                    <a:pt x="2540" y="1540"/>
                  </a:lnTo>
                  <a:lnTo>
                    <a:pt x="2551" y="1574"/>
                  </a:lnTo>
                  <a:lnTo>
                    <a:pt x="2562" y="1611"/>
                  </a:lnTo>
                  <a:lnTo>
                    <a:pt x="2570" y="1649"/>
                  </a:lnTo>
                  <a:lnTo>
                    <a:pt x="2576" y="1689"/>
                  </a:lnTo>
                  <a:lnTo>
                    <a:pt x="2580" y="1731"/>
                  </a:lnTo>
                  <a:lnTo>
                    <a:pt x="2581" y="1773"/>
                  </a:lnTo>
                  <a:lnTo>
                    <a:pt x="2580" y="1815"/>
                  </a:lnTo>
                  <a:lnTo>
                    <a:pt x="2576" y="1858"/>
                  </a:lnTo>
                  <a:lnTo>
                    <a:pt x="2570" y="1897"/>
                  </a:lnTo>
                  <a:lnTo>
                    <a:pt x="2562" y="1936"/>
                  </a:lnTo>
                  <a:lnTo>
                    <a:pt x="2551" y="1972"/>
                  </a:lnTo>
                  <a:lnTo>
                    <a:pt x="2540" y="2008"/>
                  </a:lnTo>
                  <a:lnTo>
                    <a:pt x="2526" y="2039"/>
                  </a:lnTo>
                  <a:lnTo>
                    <a:pt x="2510" y="2070"/>
                  </a:lnTo>
                  <a:lnTo>
                    <a:pt x="2493" y="2097"/>
                  </a:lnTo>
                  <a:lnTo>
                    <a:pt x="2475" y="2121"/>
                  </a:lnTo>
                  <a:lnTo>
                    <a:pt x="2455" y="2142"/>
                  </a:lnTo>
                  <a:lnTo>
                    <a:pt x="2434" y="2160"/>
                  </a:lnTo>
                  <a:lnTo>
                    <a:pt x="2412" y="2174"/>
                  </a:lnTo>
                  <a:lnTo>
                    <a:pt x="2390" y="2185"/>
                  </a:lnTo>
                  <a:lnTo>
                    <a:pt x="2366" y="2191"/>
                  </a:lnTo>
                  <a:lnTo>
                    <a:pt x="2342" y="2193"/>
                  </a:lnTo>
                  <a:lnTo>
                    <a:pt x="2317" y="2191"/>
                  </a:lnTo>
                  <a:lnTo>
                    <a:pt x="2294" y="2185"/>
                  </a:lnTo>
                  <a:lnTo>
                    <a:pt x="2270" y="2174"/>
                  </a:lnTo>
                  <a:lnTo>
                    <a:pt x="2249" y="2160"/>
                  </a:lnTo>
                  <a:lnTo>
                    <a:pt x="2228" y="2142"/>
                  </a:lnTo>
                  <a:lnTo>
                    <a:pt x="2208" y="2121"/>
                  </a:lnTo>
                  <a:lnTo>
                    <a:pt x="2189" y="2097"/>
                  </a:lnTo>
                  <a:lnTo>
                    <a:pt x="2173" y="2070"/>
                  </a:lnTo>
                  <a:lnTo>
                    <a:pt x="2157" y="2039"/>
                  </a:lnTo>
                  <a:lnTo>
                    <a:pt x="2142" y="2008"/>
                  </a:lnTo>
                  <a:lnTo>
                    <a:pt x="2131" y="1972"/>
                  </a:lnTo>
                  <a:lnTo>
                    <a:pt x="2120" y="1936"/>
                  </a:lnTo>
                  <a:lnTo>
                    <a:pt x="2112" y="1897"/>
                  </a:lnTo>
                  <a:lnTo>
                    <a:pt x="2106" y="1858"/>
                  </a:lnTo>
                  <a:lnTo>
                    <a:pt x="2103" y="1815"/>
                  </a:lnTo>
                  <a:lnTo>
                    <a:pt x="2101" y="1773"/>
                  </a:lnTo>
                  <a:lnTo>
                    <a:pt x="2103" y="1731"/>
                  </a:lnTo>
                  <a:lnTo>
                    <a:pt x="2106" y="1689"/>
                  </a:lnTo>
                  <a:lnTo>
                    <a:pt x="2112" y="1649"/>
                  </a:lnTo>
                  <a:lnTo>
                    <a:pt x="2120" y="1611"/>
                  </a:lnTo>
                  <a:lnTo>
                    <a:pt x="2131" y="1574"/>
                  </a:lnTo>
                  <a:lnTo>
                    <a:pt x="2142" y="1540"/>
                  </a:lnTo>
                  <a:lnTo>
                    <a:pt x="2157" y="1507"/>
                  </a:lnTo>
                  <a:lnTo>
                    <a:pt x="2173" y="1478"/>
                  </a:lnTo>
                  <a:lnTo>
                    <a:pt x="2189" y="1451"/>
                  </a:lnTo>
                  <a:lnTo>
                    <a:pt x="2208" y="1426"/>
                  </a:lnTo>
                  <a:lnTo>
                    <a:pt x="2228" y="1405"/>
                  </a:lnTo>
                  <a:lnTo>
                    <a:pt x="2249" y="1387"/>
                  </a:lnTo>
                  <a:lnTo>
                    <a:pt x="2270" y="1373"/>
                  </a:lnTo>
                  <a:lnTo>
                    <a:pt x="2294" y="1363"/>
                  </a:lnTo>
                  <a:lnTo>
                    <a:pt x="2317" y="1357"/>
                  </a:lnTo>
                  <a:lnTo>
                    <a:pt x="2342" y="1355"/>
                  </a:lnTo>
                  <a:close/>
                  <a:moveTo>
                    <a:pt x="3179" y="819"/>
                  </a:moveTo>
                  <a:lnTo>
                    <a:pt x="3204" y="821"/>
                  </a:lnTo>
                  <a:lnTo>
                    <a:pt x="3227" y="827"/>
                  </a:lnTo>
                  <a:lnTo>
                    <a:pt x="3250" y="838"/>
                  </a:lnTo>
                  <a:lnTo>
                    <a:pt x="3272" y="852"/>
                  </a:lnTo>
                  <a:lnTo>
                    <a:pt x="3293" y="869"/>
                  </a:lnTo>
                  <a:lnTo>
                    <a:pt x="3312" y="890"/>
                  </a:lnTo>
                  <a:lnTo>
                    <a:pt x="3331" y="915"/>
                  </a:lnTo>
                  <a:lnTo>
                    <a:pt x="3348" y="942"/>
                  </a:lnTo>
                  <a:lnTo>
                    <a:pt x="3363" y="971"/>
                  </a:lnTo>
                  <a:lnTo>
                    <a:pt x="3377" y="1004"/>
                  </a:lnTo>
                  <a:lnTo>
                    <a:pt x="3389" y="1038"/>
                  </a:lnTo>
                  <a:lnTo>
                    <a:pt x="3400" y="1076"/>
                  </a:lnTo>
                  <a:lnTo>
                    <a:pt x="3408" y="1113"/>
                  </a:lnTo>
                  <a:lnTo>
                    <a:pt x="3414" y="1153"/>
                  </a:lnTo>
                  <a:lnTo>
                    <a:pt x="3417" y="1195"/>
                  </a:lnTo>
                  <a:lnTo>
                    <a:pt x="3418" y="1237"/>
                  </a:lnTo>
                  <a:lnTo>
                    <a:pt x="3417" y="1280"/>
                  </a:lnTo>
                  <a:lnTo>
                    <a:pt x="3414" y="1322"/>
                  </a:lnTo>
                  <a:lnTo>
                    <a:pt x="3408" y="1362"/>
                  </a:lnTo>
                  <a:lnTo>
                    <a:pt x="3400" y="1399"/>
                  </a:lnTo>
                  <a:lnTo>
                    <a:pt x="3389" y="1437"/>
                  </a:lnTo>
                  <a:lnTo>
                    <a:pt x="3377" y="1471"/>
                  </a:lnTo>
                  <a:lnTo>
                    <a:pt x="3363" y="1503"/>
                  </a:lnTo>
                  <a:lnTo>
                    <a:pt x="3348" y="1533"/>
                  </a:lnTo>
                  <a:lnTo>
                    <a:pt x="3331" y="1560"/>
                  </a:lnTo>
                  <a:lnTo>
                    <a:pt x="3312" y="1584"/>
                  </a:lnTo>
                  <a:lnTo>
                    <a:pt x="3293" y="1605"/>
                  </a:lnTo>
                  <a:lnTo>
                    <a:pt x="3272" y="1623"/>
                  </a:lnTo>
                  <a:lnTo>
                    <a:pt x="3250" y="1637"/>
                  </a:lnTo>
                  <a:lnTo>
                    <a:pt x="3227" y="1648"/>
                  </a:lnTo>
                  <a:lnTo>
                    <a:pt x="3204" y="1654"/>
                  </a:lnTo>
                  <a:lnTo>
                    <a:pt x="3179" y="1656"/>
                  </a:lnTo>
                  <a:lnTo>
                    <a:pt x="3155" y="1654"/>
                  </a:lnTo>
                  <a:lnTo>
                    <a:pt x="3131" y="1648"/>
                  </a:lnTo>
                  <a:lnTo>
                    <a:pt x="3108" y="1637"/>
                  </a:lnTo>
                  <a:lnTo>
                    <a:pt x="3087" y="1623"/>
                  </a:lnTo>
                  <a:lnTo>
                    <a:pt x="3066" y="1605"/>
                  </a:lnTo>
                  <a:lnTo>
                    <a:pt x="3046" y="1584"/>
                  </a:lnTo>
                  <a:lnTo>
                    <a:pt x="3027" y="1560"/>
                  </a:lnTo>
                  <a:lnTo>
                    <a:pt x="3011" y="1533"/>
                  </a:lnTo>
                  <a:lnTo>
                    <a:pt x="2994" y="1503"/>
                  </a:lnTo>
                  <a:lnTo>
                    <a:pt x="2980" y="1471"/>
                  </a:lnTo>
                  <a:lnTo>
                    <a:pt x="2968" y="1437"/>
                  </a:lnTo>
                  <a:lnTo>
                    <a:pt x="2958" y="1399"/>
                  </a:lnTo>
                  <a:lnTo>
                    <a:pt x="2950" y="1362"/>
                  </a:lnTo>
                  <a:lnTo>
                    <a:pt x="2944" y="1322"/>
                  </a:lnTo>
                  <a:lnTo>
                    <a:pt x="2940" y="1280"/>
                  </a:lnTo>
                  <a:lnTo>
                    <a:pt x="2939" y="1237"/>
                  </a:lnTo>
                  <a:lnTo>
                    <a:pt x="2940" y="1195"/>
                  </a:lnTo>
                  <a:lnTo>
                    <a:pt x="2944" y="1153"/>
                  </a:lnTo>
                  <a:lnTo>
                    <a:pt x="2950" y="1113"/>
                  </a:lnTo>
                  <a:lnTo>
                    <a:pt x="2958" y="1076"/>
                  </a:lnTo>
                  <a:lnTo>
                    <a:pt x="2968" y="1038"/>
                  </a:lnTo>
                  <a:lnTo>
                    <a:pt x="2980" y="1004"/>
                  </a:lnTo>
                  <a:lnTo>
                    <a:pt x="2994" y="971"/>
                  </a:lnTo>
                  <a:lnTo>
                    <a:pt x="3011" y="942"/>
                  </a:lnTo>
                  <a:lnTo>
                    <a:pt x="3027" y="915"/>
                  </a:lnTo>
                  <a:lnTo>
                    <a:pt x="3046" y="890"/>
                  </a:lnTo>
                  <a:lnTo>
                    <a:pt x="3066" y="869"/>
                  </a:lnTo>
                  <a:lnTo>
                    <a:pt x="3087" y="852"/>
                  </a:lnTo>
                  <a:lnTo>
                    <a:pt x="3108" y="838"/>
                  </a:lnTo>
                  <a:lnTo>
                    <a:pt x="3131" y="827"/>
                  </a:lnTo>
                  <a:lnTo>
                    <a:pt x="3155" y="821"/>
                  </a:lnTo>
                  <a:lnTo>
                    <a:pt x="3179" y="819"/>
                  </a:lnTo>
                  <a:close/>
                  <a:moveTo>
                    <a:pt x="3246" y="2144"/>
                  </a:moveTo>
                  <a:lnTo>
                    <a:pt x="3271" y="2146"/>
                  </a:lnTo>
                  <a:lnTo>
                    <a:pt x="3294" y="2152"/>
                  </a:lnTo>
                  <a:lnTo>
                    <a:pt x="3316" y="2162"/>
                  </a:lnTo>
                  <a:lnTo>
                    <a:pt x="3339" y="2176"/>
                  </a:lnTo>
                  <a:lnTo>
                    <a:pt x="3360" y="2194"/>
                  </a:lnTo>
                  <a:lnTo>
                    <a:pt x="3380" y="2215"/>
                  </a:lnTo>
                  <a:lnTo>
                    <a:pt x="3397" y="2240"/>
                  </a:lnTo>
                  <a:lnTo>
                    <a:pt x="3415" y="2267"/>
                  </a:lnTo>
                  <a:lnTo>
                    <a:pt x="3430" y="2296"/>
                  </a:lnTo>
                  <a:lnTo>
                    <a:pt x="3444" y="2329"/>
                  </a:lnTo>
                  <a:lnTo>
                    <a:pt x="3456" y="2363"/>
                  </a:lnTo>
                  <a:lnTo>
                    <a:pt x="3466" y="2400"/>
                  </a:lnTo>
                  <a:lnTo>
                    <a:pt x="3475" y="2438"/>
                  </a:lnTo>
                  <a:lnTo>
                    <a:pt x="3480" y="2478"/>
                  </a:lnTo>
                  <a:lnTo>
                    <a:pt x="3484" y="2520"/>
                  </a:lnTo>
                  <a:lnTo>
                    <a:pt x="3485" y="2562"/>
                  </a:lnTo>
                  <a:lnTo>
                    <a:pt x="3484" y="2604"/>
                  </a:lnTo>
                  <a:lnTo>
                    <a:pt x="3480" y="2647"/>
                  </a:lnTo>
                  <a:lnTo>
                    <a:pt x="3475" y="2686"/>
                  </a:lnTo>
                  <a:lnTo>
                    <a:pt x="3466" y="2725"/>
                  </a:lnTo>
                  <a:lnTo>
                    <a:pt x="3456" y="2762"/>
                  </a:lnTo>
                  <a:lnTo>
                    <a:pt x="3444" y="2796"/>
                  </a:lnTo>
                  <a:lnTo>
                    <a:pt x="3430" y="2828"/>
                  </a:lnTo>
                  <a:lnTo>
                    <a:pt x="3415" y="2858"/>
                  </a:lnTo>
                  <a:lnTo>
                    <a:pt x="3397" y="2886"/>
                  </a:lnTo>
                  <a:lnTo>
                    <a:pt x="3380" y="2909"/>
                  </a:lnTo>
                  <a:lnTo>
                    <a:pt x="3360" y="2930"/>
                  </a:lnTo>
                  <a:lnTo>
                    <a:pt x="3339" y="2949"/>
                  </a:lnTo>
                  <a:lnTo>
                    <a:pt x="3316" y="2963"/>
                  </a:lnTo>
                  <a:lnTo>
                    <a:pt x="3294" y="2974"/>
                  </a:lnTo>
                  <a:lnTo>
                    <a:pt x="3271" y="2980"/>
                  </a:lnTo>
                  <a:lnTo>
                    <a:pt x="3246" y="2982"/>
                  </a:lnTo>
                  <a:lnTo>
                    <a:pt x="3222" y="2980"/>
                  </a:lnTo>
                  <a:lnTo>
                    <a:pt x="3198" y="2974"/>
                  </a:lnTo>
                  <a:lnTo>
                    <a:pt x="3176" y="2963"/>
                  </a:lnTo>
                  <a:lnTo>
                    <a:pt x="3154" y="2949"/>
                  </a:lnTo>
                  <a:lnTo>
                    <a:pt x="3133" y="2930"/>
                  </a:lnTo>
                  <a:lnTo>
                    <a:pt x="3113" y="2909"/>
                  </a:lnTo>
                  <a:lnTo>
                    <a:pt x="3095" y="2886"/>
                  </a:lnTo>
                  <a:lnTo>
                    <a:pt x="3077" y="2858"/>
                  </a:lnTo>
                  <a:lnTo>
                    <a:pt x="3062" y="2828"/>
                  </a:lnTo>
                  <a:lnTo>
                    <a:pt x="3048" y="2796"/>
                  </a:lnTo>
                  <a:lnTo>
                    <a:pt x="3036" y="2762"/>
                  </a:lnTo>
                  <a:lnTo>
                    <a:pt x="3026" y="2725"/>
                  </a:lnTo>
                  <a:lnTo>
                    <a:pt x="3018" y="2686"/>
                  </a:lnTo>
                  <a:lnTo>
                    <a:pt x="3012" y="2647"/>
                  </a:lnTo>
                  <a:lnTo>
                    <a:pt x="3008" y="2604"/>
                  </a:lnTo>
                  <a:lnTo>
                    <a:pt x="3007" y="2562"/>
                  </a:lnTo>
                  <a:lnTo>
                    <a:pt x="3008" y="2520"/>
                  </a:lnTo>
                  <a:lnTo>
                    <a:pt x="3012" y="2478"/>
                  </a:lnTo>
                  <a:lnTo>
                    <a:pt x="3018" y="2438"/>
                  </a:lnTo>
                  <a:lnTo>
                    <a:pt x="3026" y="2400"/>
                  </a:lnTo>
                  <a:lnTo>
                    <a:pt x="3036" y="2363"/>
                  </a:lnTo>
                  <a:lnTo>
                    <a:pt x="3048" y="2329"/>
                  </a:lnTo>
                  <a:lnTo>
                    <a:pt x="3062" y="2296"/>
                  </a:lnTo>
                  <a:lnTo>
                    <a:pt x="3077" y="2267"/>
                  </a:lnTo>
                  <a:lnTo>
                    <a:pt x="3095" y="2240"/>
                  </a:lnTo>
                  <a:lnTo>
                    <a:pt x="3113" y="2215"/>
                  </a:lnTo>
                  <a:lnTo>
                    <a:pt x="3133" y="2194"/>
                  </a:lnTo>
                  <a:lnTo>
                    <a:pt x="3154" y="2176"/>
                  </a:lnTo>
                  <a:lnTo>
                    <a:pt x="3176" y="2162"/>
                  </a:lnTo>
                  <a:lnTo>
                    <a:pt x="3198" y="2152"/>
                  </a:lnTo>
                  <a:lnTo>
                    <a:pt x="3222" y="2146"/>
                  </a:lnTo>
                  <a:lnTo>
                    <a:pt x="3246" y="214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2498" name="Freeform 48"/>
            <p:cNvSpPr>
              <a:spLocks/>
            </p:cNvSpPr>
            <p:nvPr/>
          </p:nvSpPr>
          <p:spPr bwMode="auto">
            <a:xfrm>
              <a:off x="1267" y="1588"/>
              <a:ext cx="87" cy="52"/>
            </a:xfrm>
            <a:custGeom>
              <a:avLst/>
              <a:gdLst>
                <a:gd name="T0" fmla="*/ 3 w 437"/>
                <a:gd name="T1" fmla="*/ 2 h 260"/>
                <a:gd name="T2" fmla="*/ 3 w 437"/>
                <a:gd name="T3" fmla="*/ 2 h 260"/>
                <a:gd name="T4" fmla="*/ 3 w 437"/>
                <a:gd name="T5" fmla="*/ 2 h 260"/>
                <a:gd name="T6" fmla="*/ 3 w 437"/>
                <a:gd name="T7" fmla="*/ 2 h 260"/>
                <a:gd name="T8" fmla="*/ 3 w 437"/>
                <a:gd name="T9" fmla="*/ 1 h 260"/>
                <a:gd name="T10" fmla="*/ 3 w 437"/>
                <a:gd name="T11" fmla="*/ 1 h 260"/>
                <a:gd name="T12" fmla="*/ 3 w 437"/>
                <a:gd name="T13" fmla="*/ 1 h 260"/>
                <a:gd name="T14" fmla="*/ 3 w 437"/>
                <a:gd name="T15" fmla="*/ 1 h 260"/>
                <a:gd name="T16" fmla="*/ 3 w 437"/>
                <a:gd name="T17" fmla="*/ 1 h 260"/>
                <a:gd name="T18" fmla="*/ 2 w 437"/>
                <a:gd name="T19" fmla="*/ 1 h 260"/>
                <a:gd name="T20" fmla="*/ 2 w 437"/>
                <a:gd name="T21" fmla="*/ 0 h 260"/>
                <a:gd name="T22" fmla="*/ 2 w 437"/>
                <a:gd name="T23" fmla="*/ 0 h 260"/>
                <a:gd name="T24" fmla="*/ 2 w 437"/>
                <a:gd name="T25" fmla="*/ 0 h 260"/>
                <a:gd name="T26" fmla="*/ 1 w 437"/>
                <a:gd name="T27" fmla="*/ 0 h 260"/>
                <a:gd name="T28" fmla="*/ 1 w 437"/>
                <a:gd name="T29" fmla="*/ 0 h 260"/>
                <a:gd name="T30" fmla="*/ 1 w 437"/>
                <a:gd name="T31" fmla="*/ 0 h 260"/>
                <a:gd name="T32" fmla="*/ 0 w 437"/>
                <a:gd name="T33" fmla="*/ 0 h 260"/>
                <a:gd name="T34" fmla="*/ 0 w 437"/>
                <a:gd name="T35" fmla="*/ 0 h 260"/>
                <a:gd name="T36" fmla="*/ 0 w 437"/>
                <a:gd name="T37" fmla="*/ 0 h 260"/>
                <a:gd name="T38" fmla="*/ 0 w 437"/>
                <a:gd name="T39" fmla="*/ 0 h 260"/>
                <a:gd name="T40" fmla="*/ 1 w 437"/>
                <a:gd name="T41" fmla="*/ 0 h 260"/>
                <a:gd name="T42" fmla="*/ 1 w 437"/>
                <a:gd name="T43" fmla="*/ 0 h 260"/>
                <a:gd name="T44" fmla="*/ 1 w 437"/>
                <a:gd name="T45" fmla="*/ 0 h 260"/>
                <a:gd name="T46" fmla="*/ 2 w 437"/>
                <a:gd name="T47" fmla="*/ 0 h 260"/>
                <a:gd name="T48" fmla="*/ 2 w 437"/>
                <a:gd name="T49" fmla="*/ 0 h 260"/>
                <a:gd name="T50" fmla="*/ 2 w 437"/>
                <a:gd name="T51" fmla="*/ 1 h 260"/>
                <a:gd name="T52" fmla="*/ 2 w 437"/>
                <a:gd name="T53" fmla="*/ 1 h 260"/>
                <a:gd name="T54" fmla="*/ 3 w 437"/>
                <a:gd name="T55" fmla="*/ 1 h 260"/>
                <a:gd name="T56" fmla="*/ 3 w 437"/>
                <a:gd name="T57" fmla="*/ 1 h 260"/>
                <a:gd name="T58" fmla="*/ 3 w 437"/>
                <a:gd name="T59" fmla="*/ 1 h 260"/>
                <a:gd name="T60" fmla="*/ 3 w 437"/>
                <a:gd name="T61" fmla="*/ 1 h 260"/>
                <a:gd name="T62" fmla="*/ 3 w 437"/>
                <a:gd name="T63" fmla="*/ 1 h 260"/>
                <a:gd name="T64" fmla="*/ 3 w 437"/>
                <a:gd name="T65" fmla="*/ 2 h 260"/>
                <a:gd name="T66" fmla="*/ 3 w 437"/>
                <a:gd name="T67" fmla="*/ 2 h 260"/>
                <a:gd name="T68" fmla="*/ 3 w 437"/>
                <a:gd name="T69" fmla="*/ 2 h 260"/>
                <a:gd name="T70" fmla="*/ 3 w 437"/>
                <a:gd name="T71" fmla="*/ 2 h 260"/>
                <a:gd name="T72" fmla="*/ 3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437" y="260"/>
                  </a:moveTo>
                  <a:lnTo>
                    <a:pt x="437" y="260"/>
                  </a:lnTo>
                  <a:lnTo>
                    <a:pt x="434" y="233"/>
                  </a:lnTo>
                  <a:lnTo>
                    <a:pt x="427" y="206"/>
                  </a:lnTo>
                  <a:lnTo>
                    <a:pt x="417" y="181"/>
                  </a:lnTo>
                  <a:lnTo>
                    <a:pt x="401" y="157"/>
                  </a:lnTo>
                  <a:lnTo>
                    <a:pt x="383" y="133"/>
                  </a:lnTo>
                  <a:lnTo>
                    <a:pt x="360" y="113"/>
                  </a:lnTo>
                  <a:lnTo>
                    <a:pt x="336" y="93"/>
                  </a:lnTo>
                  <a:lnTo>
                    <a:pt x="308" y="73"/>
                  </a:lnTo>
                  <a:lnTo>
                    <a:pt x="276" y="58"/>
                  </a:lnTo>
                  <a:lnTo>
                    <a:pt x="242" y="43"/>
                  </a:lnTo>
                  <a:lnTo>
                    <a:pt x="207" y="30"/>
                  </a:lnTo>
                  <a:lnTo>
                    <a:pt x="168" y="19"/>
                  </a:lnTo>
                  <a:lnTo>
                    <a:pt x="128" y="11"/>
                  </a:lnTo>
                  <a:lnTo>
                    <a:pt x="87" y="4"/>
                  </a:lnTo>
                  <a:lnTo>
                    <a:pt x="43" y="1"/>
                  </a:lnTo>
                  <a:lnTo>
                    <a:pt x="0" y="0"/>
                  </a:lnTo>
                  <a:lnTo>
                    <a:pt x="0" y="11"/>
                  </a:lnTo>
                  <a:lnTo>
                    <a:pt x="43" y="12"/>
                  </a:lnTo>
                  <a:lnTo>
                    <a:pt x="85" y="16"/>
                  </a:lnTo>
                  <a:lnTo>
                    <a:pt x="126" y="23"/>
                  </a:lnTo>
                  <a:lnTo>
                    <a:pt x="166" y="31"/>
                  </a:lnTo>
                  <a:lnTo>
                    <a:pt x="202" y="42"/>
                  </a:lnTo>
                  <a:lnTo>
                    <a:pt x="237" y="55"/>
                  </a:lnTo>
                  <a:lnTo>
                    <a:pt x="271" y="70"/>
                  </a:lnTo>
                  <a:lnTo>
                    <a:pt x="301" y="85"/>
                  </a:lnTo>
                  <a:lnTo>
                    <a:pt x="329" y="103"/>
                  </a:lnTo>
                  <a:lnTo>
                    <a:pt x="353" y="123"/>
                  </a:lnTo>
                  <a:lnTo>
                    <a:pt x="373" y="143"/>
                  </a:lnTo>
                  <a:lnTo>
                    <a:pt x="392" y="164"/>
                  </a:lnTo>
                  <a:lnTo>
                    <a:pt x="405" y="186"/>
                  </a:lnTo>
                  <a:lnTo>
                    <a:pt x="415" y="211"/>
                  </a:lnTo>
                  <a:lnTo>
                    <a:pt x="422" y="235"/>
                  </a:lnTo>
                  <a:lnTo>
                    <a:pt x="425" y="260"/>
                  </a:lnTo>
                  <a:lnTo>
                    <a:pt x="437"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2499" name="Freeform 49"/>
            <p:cNvSpPr>
              <a:spLocks/>
            </p:cNvSpPr>
            <p:nvPr/>
          </p:nvSpPr>
          <p:spPr bwMode="auto">
            <a:xfrm>
              <a:off x="1267" y="1640"/>
              <a:ext cx="87" cy="52"/>
            </a:xfrm>
            <a:custGeom>
              <a:avLst/>
              <a:gdLst>
                <a:gd name="T0" fmla="*/ 0 w 437"/>
                <a:gd name="T1" fmla="*/ 2 h 260"/>
                <a:gd name="T2" fmla="*/ 0 w 437"/>
                <a:gd name="T3" fmla="*/ 2 h 260"/>
                <a:gd name="T4" fmla="*/ 0 w 437"/>
                <a:gd name="T5" fmla="*/ 2 h 260"/>
                <a:gd name="T6" fmla="*/ 1 w 437"/>
                <a:gd name="T7" fmla="*/ 2 h 260"/>
                <a:gd name="T8" fmla="*/ 1 w 437"/>
                <a:gd name="T9" fmla="*/ 2 h 260"/>
                <a:gd name="T10" fmla="*/ 1 w 437"/>
                <a:gd name="T11" fmla="*/ 2 h 260"/>
                <a:gd name="T12" fmla="*/ 2 w 437"/>
                <a:gd name="T13" fmla="*/ 2 h 260"/>
                <a:gd name="T14" fmla="*/ 2 w 437"/>
                <a:gd name="T15" fmla="*/ 2 h 260"/>
                <a:gd name="T16" fmla="*/ 2 w 437"/>
                <a:gd name="T17" fmla="*/ 2 h 260"/>
                <a:gd name="T18" fmla="*/ 2 w 437"/>
                <a:gd name="T19" fmla="*/ 1 h 260"/>
                <a:gd name="T20" fmla="*/ 3 w 437"/>
                <a:gd name="T21" fmla="*/ 1 h 260"/>
                <a:gd name="T22" fmla="*/ 3 w 437"/>
                <a:gd name="T23" fmla="*/ 1 h 260"/>
                <a:gd name="T24" fmla="*/ 3 w 437"/>
                <a:gd name="T25" fmla="*/ 1 h 260"/>
                <a:gd name="T26" fmla="*/ 3 w 437"/>
                <a:gd name="T27" fmla="*/ 1 h 260"/>
                <a:gd name="T28" fmla="*/ 3 w 437"/>
                <a:gd name="T29" fmla="*/ 1 h 260"/>
                <a:gd name="T30" fmla="*/ 3 w 437"/>
                <a:gd name="T31" fmla="*/ 0 h 260"/>
                <a:gd name="T32" fmla="*/ 3 w 437"/>
                <a:gd name="T33" fmla="*/ 0 h 260"/>
                <a:gd name="T34" fmla="*/ 3 w 437"/>
                <a:gd name="T35" fmla="*/ 0 h 260"/>
                <a:gd name="T36" fmla="*/ 3 w 437"/>
                <a:gd name="T37" fmla="*/ 0 h 260"/>
                <a:gd name="T38" fmla="*/ 3 w 437"/>
                <a:gd name="T39" fmla="*/ 0 h 260"/>
                <a:gd name="T40" fmla="*/ 3 w 437"/>
                <a:gd name="T41" fmla="*/ 0 h 260"/>
                <a:gd name="T42" fmla="*/ 3 w 437"/>
                <a:gd name="T43" fmla="*/ 1 h 260"/>
                <a:gd name="T44" fmla="*/ 3 w 437"/>
                <a:gd name="T45" fmla="*/ 1 h 260"/>
                <a:gd name="T46" fmla="*/ 3 w 437"/>
                <a:gd name="T47" fmla="*/ 1 h 260"/>
                <a:gd name="T48" fmla="*/ 3 w 437"/>
                <a:gd name="T49" fmla="*/ 1 h 260"/>
                <a:gd name="T50" fmla="*/ 3 w 437"/>
                <a:gd name="T51" fmla="*/ 1 h 260"/>
                <a:gd name="T52" fmla="*/ 2 w 437"/>
                <a:gd name="T53" fmla="*/ 1 h 260"/>
                <a:gd name="T54" fmla="*/ 2 w 437"/>
                <a:gd name="T55" fmla="*/ 2 h 260"/>
                <a:gd name="T56" fmla="*/ 2 w 437"/>
                <a:gd name="T57" fmla="*/ 2 h 260"/>
                <a:gd name="T58" fmla="*/ 2 w 437"/>
                <a:gd name="T59" fmla="*/ 2 h 260"/>
                <a:gd name="T60" fmla="*/ 1 w 437"/>
                <a:gd name="T61" fmla="*/ 2 h 260"/>
                <a:gd name="T62" fmla="*/ 1 w 437"/>
                <a:gd name="T63" fmla="*/ 2 h 260"/>
                <a:gd name="T64" fmla="*/ 1 w 437"/>
                <a:gd name="T65" fmla="*/ 2 h 260"/>
                <a:gd name="T66" fmla="*/ 0 w 437"/>
                <a:gd name="T67" fmla="*/ 2 h 260"/>
                <a:gd name="T68" fmla="*/ 0 w 437"/>
                <a:gd name="T69" fmla="*/ 2 h 260"/>
                <a:gd name="T70" fmla="*/ 0 w 437"/>
                <a:gd name="T71" fmla="*/ 2 h 260"/>
                <a:gd name="T72" fmla="*/ 0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0" y="260"/>
                  </a:moveTo>
                  <a:lnTo>
                    <a:pt x="0" y="260"/>
                  </a:lnTo>
                  <a:lnTo>
                    <a:pt x="43" y="259"/>
                  </a:lnTo>
                  <a:lnTo>
                    <a:pt x="87" y="255"/>
                  </a:lnTo>
                  <a:lnTo>
                    <a:pt x="128" y="248"/>
                  </a:lnTo>
                  <a:lnTo>
                    <a:pt x="168" y="240"/>
                  </a:lnTo>
                  <a:lnTo>
                    <a:pt x="207" y="230"/>
                  </a:lnTo>
                  <a:lnTo>
                    <a:pt x="242" y="217"/>
                  </a:lnTo>
                  <a:lnTo>
                    <a:pt x="276" y="202"/>
                  </a:lnTo>
                  <a:lnTo>
                    <a:pt x="308" y="185"/>
                  </a:lnTo>
                  <a:lnTo>
                    <a:pt x="336" y="166"/>
                  </a:lnTo>
                  <a:lnTo>
                    <a:pt x="360" y="146"/>
                  </a:lnTo>
                  <a:lnTo>
                    <a:pt x="383" y="125"/>
                  </a:lnTo>
                  <a:lnTo>
                    <a:pt x="401" y="102"/>
                  </a:lnTo>
                  <a:lnTo>
                    <a:pt x="417" y="77"/>
                  </a:lnTo>
                  <a:lnTo>
                    <a:pt x="427" y="53"/>
                  </a:lnTo>
                  <a:lnTo>
                    <a:pt x="434" y="27"/>
                  </a:lnTo>
                  <a:lnTo>
                    <a:pt x="437" y="0"/>
                  </a:lnTo>
                  <a:lnTo>
                    <a:pt x="425" y="0"/>
                  </a:lnTo>
                  <a:lnTo>
                    <a:pt x="422" y="24"/>
                  </a:lnTo>
                  <a:lnTo>
                    <a:pt x="415" y="48"/>
                  </a:lnTo>
                  <a:lnTo>
                    <a:pt x="405" y="73"/>
                  </a:lnTo>
                  <a:lnTo>
                    <a:pt x="392" y="95"/>
                  </a:lnTo>
                  <a:lnTo>
                    <a:pt x="373" y="116"/>
                  </a:lnTo>
                  <a:lnTo>
                    <a:pt x="353" y="137"/>
                  </a:lnTo>
                  <a:lnTo>
                    <a:pt x="329" y="157"/>
                  </a:lnTo>
                  <a:lnTo>
                    <a:pt x="301" y="173"/>
                  </a:lnTo>
                  <a:lnTo>
                    <a:pt x="271" y="190"/>
                  </a:lnTo>
                  <a:lnTo>
                    <a:pt x="237" y="205"/>
                  </a:lnTo>
                  <a:lnTo>
                    <a:pt x="202" y="218"/>
                  </a:lnTo>
                  <a:lnTo>
                    <a:pt x="166" y="228"/>
                  </a:lnTo>
                  <a:lnTo>
                    <a:pt x="126" y="237"/>
                  </a:lnTo>
                  <a:lnTo>
                    <a:pt x="85" y="244"/>
                  </a:lnTo>
                  <a:lnTo>
                    <a:pt x="43" y="247"/>
                  </a:lnTo>
                  <a:lnTo>
                    <a:pt x="0" y="248"/>
                  </a:lnTo>
                  <a:lnTo>
                    <a:pt x="0"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2500" name="Freeform 50"/>
            <p:cNvSpPr>
              <a:spLocks/>
            </p:cNvSpPr>
            <p:nvPr/>
          </p:nvSpPr>
          <p:spPr bwMode="auto">
            <a:xfrm>
              <a:off x="1179" y="1640"/>
              <a:ext cx="88" cy="52"/>
            </a:xfrm>
            <a:custGeom>
              <a:avLst/>
              <a:gdLst>
                <a:gd name="T0" fmla="*/ 0 w 439"/>
                <a:gd name="T1" fmla="*/ 0 h 260"/>
                <a:gd name="T2" fmla="*/ 0 w 439"/>
                <a:gd name="T3" fmla="*/ 0 h 260"/>
                <a:gd name="T4" fmla="*/ 0 w 439"/>
                <a:gd name="T5" fmla="*/ 0 h 260"/>
                <a:gd name="T6" fmla="*/ 0 w 439"/>
                <a:gd name="T7" fmla="*/ 0 h 260"/>
                <a:gd name="T8" fmla="*/ 0 w 439"/>
                <a:gd name="T9" fmla="*/ 1 h 260"/>
                <a:gd name="T10" fmla="*/ 0 w 439"/>
                <a:gd name="T11" fmla="*/ 1 h 260"/>
                <a:gd name="T12" fmla="*/ 0 w 439"/>
                <a:gd name="T13" fmla="*/ 1 h 260"/>
                <a:gd name="T14" fmla="*/ 1 w 439"/>
                <a:gd name="T15" fmla="*/ 1 h 260"/>
                <a:gd name="T16" fmla="*/ 1 w 439"/>
                <a:gd name="T17" fmla="*/ 1 h 260"/>
                <a:gd name="T18" fmla="*/ 1 w 439"/>
                <a:gd name="T19" fmla="*/ 1 h 260"/>
                <a:gd name="T20" fmla="*/ 1 w 439"/>
                <a:gd name="T21" fmla="*/ 2 h 260"/>
                <a:gd name="T22" fmla="*/ 2 w 439"/>
                <a:gd name="T23" fmla="*/ 2 h 260"/>
                <a:gd name="T24" fmla="*/ 2 w 439"/>
                <a:gd name="T25" fmla="*/ 2 h 260"/>
                <a:gd name="T26" fmla="*/ 2 w 439"/>
                <a:gd name="T27" fmla="*/ 2 h 260"/>
                <a:gd name="T28" fmla="*/ 2 w 439"/>
                <a:gd name="T29" fmla="*/ 2 h 260"/>
                <a:gd name="T30" fmla="*/ 3 w 439"/>
                <a:gd name="T31" fmla="*/ 2 h 260"/>
                <a:gd name="T32" fmla="*/ 3 w 439"/>
                <a:gd name="T33" fmla="*/ 2 h 260"/>
                <a:gd name="T34" fmla="*/ 4 w 439"/>
                <a:gd name="T35" fmla="*/ 2 h 260"/>
                <a:gd name="T36" fmla="*/ 4 w 439"/>
                <a:gd name="T37" fmla="*/ 2 h 260"/>
                <a:gd name="T38" fmla="*/ 3 w 439"/>
                <a:gd name="T39" fmla="*/ 2 h 260"/>
                <a:gd name="T40" fmla="*/ 3 w 439"/>
                <a:gd name="T41" fmla="*/ 2 h 260"/>
                <a:gd name="T42" fmla="*/ 3 w 439"/>
                <a:gd name="T43" fmla="*/ 2 h 260"/>
                <a:gd name="T44" fmla="*/ 2 w 439"/>
                <a:gd name="T45" fmla="*/ 2 h 260"/>
                <a:gd name="T46" fmla="*/ 2 w 439"/>
                <a:gd name="T47" fmla="*/ 2 h 260"/>
                <a:gd name="T48" fmla="*/ 2 w 439"/>
                <a:gd name="T49" fmla="*/ 2 h 260"/>
                <a:gd name="T50" fmla="*/ 1 w 439"/>
                <a:gd name="T51" fmla="*/ 2 h 260"/>
                <a:gd name="T52" fmla="*/ 1 w 439"/>
                <a:gd name="T53" fmla="*/ 1 h 260"/>
                <a:gd name="T54" fmla="*/ 1 w 439"/>
                <a:gd name="T55" fmla="*/ 1 h 260"/>
                <a:gd name="T56" fmla="*/ 1 w 439"/>
                <a:gd name="T57" fmla="*/ 1 h 260"/>
                <a:gd name="T58" fmla="*/ 1 w 439"/>
                <a:gd name="T59" fmla="*/ 1 h 260"/>
                <a:gd name="T60" fmla="*/ 0 w 439"/>
                <a:gd name="T61" fmla="*/ 1 h 260"/>
                <a:gd name="T62" fmla="*/ 0 w 439"/>
                <a:gd name="T63" fmla="*/ 1 h 260"/>
                <a:gd name="T64" fmla="*/ 0 w 439"/>
                <a:gd name="T65" fmla="*/ 0 h 260"/>
                <a:gd name="T66" fmla="*/ 0 w 439"/>
                <a:gd name="T67" fmla="*/ 0 h 260"/>
                <a:gd name="T68" fmla="*/ 0 w 439"/>
                <a:gd name="T69" fmla="*/ 0 h 260"/>
                <a:gd name="T70" fmla="*/ 0 w 439"/>
                <a:gd name="T71" fmla="*/ 0 h 260"/>
                <a:gd name="T72" fmla="*/ 0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0" y="0"/>
                  </a:moveTo>
                  <a:lnTo>
                    <a:pt x="0" y="0"/>
                  </a:lnTo>
                  <a:lnTo>
                    <a:pt x="3" y="27"/>
                  </a:lnTo>
                  <a:lnTo>
                    <a:pt x="10" y="53"/>
                  </a:lnTo>
                  <a:lnTo>
                    <a:pt x="20" y="77"/>
                  </a:lnTo>
                  <a:lnTo>
                    <a:pt x="35" y="102"/>
                  </a:lnTo>
                  <a:lnTo>
                    <a:pt x="54" y="125"/>
                  </a:lnTo>
                  <a:lnTo>
                    <a:pt x="76" y="146"/>
                  </a:lnTo>
                  <a:lnTo>
                    <a:pt x="102" y="166"/>
                  </a:lnTo>
                  <a:lnTo>
                    <a:pt x="130" y="185"/>
                  </a:lnTo>
                  <a:lnTo>
                    <a:pt x="162" y="202"/>
                  </a:lnTo>
                  <a:lnTo>
                    <a:pt x="195" y="217"/>
                  </a:lnTo>
                  <a:lnTo>
                    <a:pt x="231" y="230"/>
                  </a:lnTo>
                  <a:lnTo>
                    <a:pt x="270" y="240"/>
                  </a:lnTo>
                  <a:lnTo>
                    <a:pt x="310" y="248"/>
                  </a:lnTo>
                  <a:lnTo>
                    <a:pt x="351" y="255"/>
                  </a:lnTo>
                  <a:lnTo>
                    <a:pt x="395" y="259"/>
                  </a:lnTo>
                  <a:lnTo>
                    <a:pt x="439" y="260"/>
                  </a:lnTo>
                  <a:lnTo>
                    <a:pt x="439" y="248"/>
                  </a:lnTo>
                  <a:lnTo>
                    <a:pt x="395" y="247"/>
                  </a:lnTo>
                  <a:lnTo>
                    <a:pt x="353" y="244"/>
                  </a:lnTo>
                  <a:lnTo>
                    <a:pt x="312" y="237"/>
                  </a:lnTo>
                  <a:lnTo>
                    <a:pt x="272" y="228"/>
                  </a:lnTo>
                  <a:lnTo>
                    <a:pt x="236" y="218"/>
                  </a:lnTo>
                  <a:lnTo>
                    <a:pt x="200" y="205"/>
                  </a:lnTo>
                  <a:lnTo>
                    <a:pt x="167" y="190"/>
                  </a:lnTo>
                  <a:lnTo>
                    <a:pt x="137" y="173"/>
                  </a:lnTo>
                  <a:lnTo>
                    <a:pt x="109" y="157"/>
                  </a:lnTo>
                  <a:lnTo>
                    <a:pt x="84" y="137"/>
                  </a:lnTo>
                  <a:lnTo>
                    <a:pt x="64" y="116"/>
                  </a:lnTo>
                  <a:lnTo>
                    <a:pt x="45" y="95"/>
                  </a:lnTo>
                  <a:lnTo>
                    <a:pt x="32" y="73"/>
                  </a:lnTo>
                  <a:lnTo>
                    <a:pt x="21" y="48"/>
                  </a:lnTo>
                  <a:lnTo>
                    <a:pt x="14" y="24"/>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2501" name="Freeform 51"/>
            <p:cNvSpPr>
              <a:spLocks/>
            </p:cNvSpPr>
            <p:nvPr/>
          </p:nvSpPr>
          <p:spPr bwMode="auto">
            <a:xfrm>
              <a:off x="1179" y="1588"/>
              <a:ext cx="88" cy="52"/>
            </a:xfrm>
            <a:custGeom>
              <a:avLst/>
              <a:gdLst>
                <a:gd name="T0" fmla="*/ 4 w 439"/>
                <a:gd name="T1" fmla="*/ 0 h 260"/>
                <a:gd name="T2" fmla="*/ 4 w 439"/>
                <a:gd name="T3" fmla="*/ 0 h 260"/>
                <a:gd name="T4" fmla="*/ 3 w 439"/>
                <a:gd name="T5" fmla="*/ 0 h 260"/>
                <a:gd name="T6" fmla="*/ 3 w 439"/>
                <a:gd name="T7" fmla="*/ 0 h 260"/>
                <a:gd name="T8" fmla="*/ 2 w 439"/>
                <a:gd name="T9" fmla="*/ 0 h 260"/>
                <a:gd name="T10" fmla="*/ 2 w 439"/>
                <a:gd name="T11" fmla="*/ 0 h 260"/>
                <a:gd name="T12" fmla="*/ 2 w 439"/>
                <a:gd name="T13" fmla="*/ 0 h 260"/>
                <a:gd name="T14" fmla="*/ 2 w 439"/>
                <a:gd name="T15" fmla="*/ 0 h 260"/>
                <a:gd name="T16" fmla="*/ 1 w 439"/>
                <a:gd name="T17" fmla="*/ 0 h 260"/>
                <a:gd name="T18" fmla="*/ 1 w 439"/>
                <a:gd name="T19" fmla="*/ 1 h 260"/>
                <a:gd name="T20" fmla="*/ 1 w 439"/>
                <a:gd name="T21" fmla="*/ 1 h 260"/>
                <a:gd name="T22" fmla="*/ 1 w 439"/>
                <a:gd name="T23" fmla="*/ 1 h 260"/>
                <a:gd name="T24" fmla="*/ 0 w 439"/>
                <a:gd name="T25" fmla="*/ 1 h 260"/>
                <a:gd name="T26" fmla="*/ 0 w 439"/>
                <a:gd name="T27" fmla="*/ 1 h 260"/>
                <a:gd name="T28" fmla="*/ 0 w 439"/>
                <a:gd name="T29" fmla="*/ 1 h 260"/>
                <a:gd name="T30" fmla="*/ 0 w 439"/>
                <a:gd name="T31" fmla="*/ 2 h 260"/>
                <a:gd name="T32" fmla="*/ 0 w 439"/>
                <a:gd name="T33" fmla="*/ 2 h 260"/>
                <a:gd name="T34" fmla="*/ 0 w 439"/>
                <a:gd name="T35" fmla="*/ 2 h 260"/>
                <a:gd name="T36" fmla="*/ 0 w 439"/>
                <a:gd name="T37" fmla="*/ 2 h 260"/>
                <a:gd name="T38" fmla="*/ 0 w 439"/>
                <a:gd name="T39" fmla="*/ 2 h 260"/>
                <a:gd name="T40" fmla="*/ 0 w 439"/>
                <a:gd name="T41" fmla="*/ 2 h 260"/>
                <a:gd name="T42" fmla="*/ 0 w 439"/>
                <a:gd name="T43" fmla="*/ 1 h 260"/>
                <a:gd name="T44" fmla="*/ 0 w 439"/>
                <a:gd name="T45" fmla="*/ 1 h 260"/>
                <a:gd name="T46" fmla="*/ 1 w 439"/>
                <a:gd name="T47" fmla="*/ 1 h 260"/>
                <a:gd name="T48" fmla="*/ 1 w 439"/>
                <a:gd name="T49" fmla="*/ 1 h 260"/>
                <a:gd name="T50" fmla="*/ 1 w 439"/>
                <a:gd name="T51" fmla="*/ 1 h 260"/>
                <a:gd name="T52" fmla="*/ 1 w 439"/>
                <a:gd name="T53" fmla="*/ 1 h 260"/>
                <a:gd name="T54" fmla="*/ 1 w 439"/>
                <a:gd name="T55" fmla="*/ 1 h 260"/>
                <a:gd name="T56" fmla="*/ 2 w 439"/>
                <a:gd name="T57" fmla="*/ 0 h 260"/>
                <a:gd name="T58" fmla="*/ 2 w 439"/>
                <a:gd name="T59" fmla="*/ 0 h 260"/>
                <a:gd name="T60" fmla="*/ 2 w 439"/>
                <a:gd name="T61" fmla="*/ 0 h 260"/>
                <a:gd name="T62" fmla="*/ 3 w 439"/>
                <a:gd name="T63" fmla="*/ 0 h 260"/>
                <a:gd name="T64" fmla="*/ 3 w 439"/>
                <a:gd name="T65" fmla="*/ 0 h 260"/>
                <a:gd name="T66" fmla="*/ 3 w 439"/>
                <a:gd name="T67" fmla="*/ 0 h 260"/>
                <a:gd name="T68" fmla="*/ 4 w 439"/>
                <a:gd name="T69" fmla="*/ 0 h 260"/>
                <a:gd name="T70" fmla="*/ 4 w 439"/>
                <a:gd name="T71" fmla="*/ 0 h 260"/>
                <a:gd name="T72" fmla="*/ 4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439" y="0"/>
                  </a:moveTo>
                  <a:lnTo>
                    <a:pt x="439" y="0"/>
                  </a:lnTo>
                  <a:lnTo>
                    <a:pt x="395" y="1"/>
                  </a:lnTo>
                  <a:lnTo>
                    <a:pt x="351" y="4"/>
                  </a:lnTo>
                  <a:lnTo>
                    <a:pt x="310" y="11"/>
                  </a:lnTo>
                  <a:lnTo>
                    <a:pt x="270" y="19"/>
                  </a:lnTo>
                  <a:lnTo>
                    <a:pt x="231" y="30"/>
                  </a:lnTo>
                  <a:lnTo>
                    <a:pt x="195" y="43"/>
                  </a:lnTo>
                  <a:lnTo>
                    <a:pt x="162" y="58"/>
                  </a:lnTo>
                  <a:lnTo>
                    <a:pt x="130" y="73"/>
                  </a:lnTo>
                  <a:lnTo>
                    <a:pt x="102" y="93"/>
                  </a:lnTo>
                  <a:lnTo>
                    <a:pt x="76" y="113"/>
                  </a:lnTo>
                  <a:lnTo>
                    <a:pt x="54" y="133"/>
                  </a:lnTo>
                  <a:lnTo>
                    <a:pt x="35" y="157"/>
                  </a:lnTo>
                  <a:lnTo>
                    <a:pt x="20" y="181"/>
                  </a:lnTo>
                  <a:lnTo>
                    <a:pt x="10" y="206"/>
                  </a:lnTo>
                  <a:lnTo>
                    <a:pt x="3" y="233"/>
                  </a:lnTo>
                  <a:lnTo>
                    <a:pt x="0" y="260"/>
                  </a:lnTo>
                  <a:lnTo>
                    <a:pt x="12" y="260"/>
                  </a:lnTo>
                  <a:lnTo>
                    <a:pt x="14" y="235"/>
                  </a:lnTo>
                  <a:lnTo>
                    <a:pt x="21" y="211"/>
                  </a:lnTo>
                  <a:lnTo>
                    <a:pt x="32" y="186"/>
                  </a:lnTo>
                  <a:lnTo>
                    <a:pt x="45" y="164"/>
                  </a:lnTo>
                  <a:lnTo>
                    <a:pt x="64" y="143"/>
                  </a:lnTo>
                  <a:lnTo>
                    <a:pt x="84" y="123"/>
                  </a:lnTo>
                  <a:lnTo>
                    <a:pt x="109" y="103"/>
                  </a:lnTo>
                  <a:lnTo>
                    <a:pt x="137" y="85"/>
                  </a:lnTo>
                  <a:lnTo>
                    <a:pt x="167" y="70"/>
                  </a:lnTo>
                  <a:lnTo>
                    <a:pt x="200" y="55"/>
                  </a:lnTo>
                  <a:lnTo>
                    <a:pt x="236" y="42"/>
                  </a:lnTo>
                  <a:lnTo>
                    <a:pt x="272" y="31"/>
                  </a:lnTo>
                  <a:lnTo>
                    <a:pt x="312" y="23"/>
                  </a:lnTo>
                  <a:lnTo>
                    <a:pt x="353" y="16"/>
                  </a:lnTo>
                  <a:lnTo>
                    <a:pt x="395" y="12"/>
                  </a:lnTo>
                  <a:lnTo>
                    <a:pt x="439" y="11"/>
                  </a:lnTo>
                  <a:lnTo>
                    <a:pt x="439"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2502" name="Freeform 52"/>
            <p:cNvSpPr>
              <a:spLocks/>
            </p:cNvSpPr>
            <p:nvPr/>
          </p:nvSpPr>
          <p:spPr bwMode="auto">
            <a:xfrm>
              <a:off x="964" y="1745"/>
              <a:ext cx="48" cy="85"/>
            </a:xfrm>
            <a:custGeom>
              <a:avLst/>
              <a:gdLst>
                <a:gd name="T0" fmla="*/ 2 w 244"/>
                <a:gd name="T1" fmla="*/ 3 h 426"/>
                <a:gd name="T2" fmla="*/ 2 w 244"/>
                <a:gd name="T3" fmla="*/ 3 h 426"/>
                <a:gd name="T4" fmla="*/ 2 w 244"/>
                <a:gd name="T5" fmla="*/ 3 h 426"/>
                <a:gd name="T6" fmla="*/ 2 w 244"/>
                <a:gd name="T7" fmla="*/ 3 h 426"/>
                <a:gd name="T8" fmla="*/ 2 w 244"/>
                <a:gd name="T9" fmla="*/ 2 h 426"/>
                <a:gd name="T10" fmla="*/ 2 w 244"/>
                <a:gd name="T11" fmla="*/ 2 h 426"/>
                <a:gd name="T12" fmla="*/ 2 w 244"/>
                <a:gd name="T13" fmla="*/ 2 h 426"/>
                <a:gd name="T14" fmla="*/ 2 w 244"/>
                <a:gd name="T15" fmla="*/ 2 h 426"/>
                <a:gd name="T16" fmla="*/ 1 w 244"/>
                <a:gd name="T17" fmla="*/ 1 h 426"/>
                <a:gd name="T18" fmla="*/ 1 w 244"/>
                <a:gd name="T19" fmla="*/ 1 h 426"/>
                <a:gd name="T20" fmla="*/ 1 w 244"/>
                <a:gd name="T21" fmla="*/ 1 h 426"/>
                <a:gd name="T22" fmla="*/ 1 w 244"/>
                <a:gd name="T23" fmla="*/ 1 h 426"/>
                <a:gd name="T24" fmla="*/ 1 w 244"/>
                <a:gd name="T25" fmla="*/ 0 h 426"/>
                <a:gd name="T26" fmla="*/ 1 w 244"/>
                <a:gd name="T27" fmla="*/ 0 h 426"/>
                <a:gd name="T28" fmla="*/ 1 w 244"/>
                <a:gd name="T29" fmla="*/ 0 h 426"/>
                <a:gd name="T30" fmla="*/ 0 w 244"/>
                <a:gd name="T31" fmla="*/ 0 h 426"/>
                <a:gd name="T32" fmla="*/ 0 w 244"/>
                <a:gd name="T33" fmla="*/ 0 h 426"/>
                <a:gd name="T34" fmla="*/ 0 w 244"/>
                <a:gd name="T35" fmla="*/ 0 h 426"/>
                <a:gd name="T36" fmla="*/ 0 w 244"/>
                <a:gd name="T37" fmla="*/ 0 h 426"/>
                <a:gd name="T38" fmla="*/ 0 w 244"/>
                <a:gd name="T39" fmla="*/ 0 h 426"/>
                <a:gd name="T40" fmla="*/ 0 w 244"/>
                <a:gd name="T41" fmla="*/ 0 h 426"/>
                <a:gd name="T42" fmla="*/ 1 w 244"/>
                <a:gd name="T43" fmla="*/ 0 h 426"/>
                <a:gd name="T44" fmla="*/ 1 w 244"/>
                <a:gd name="T45" fmla="*/ 0 h 426"/>
                <a:gd name="T46" fmla="*/ 1 w 244"/>
                <a:gd name="T47" fmla="*/ 0 h 426"/>
                <a:gd name="T48" fmla="*/ 1 w 244"/>
                <a:gd name="T49" fmla="*/ 1 h 426"/>
                <a:gd name="T50" fmla="*/ 1 w 244"/>
                <a:gd name="T51" fmla="*/ 1 h 426"/>
                <a:gd name="T52" fmla="*/ 1 w 244"/>
                <a:gd name="T53" fmla="*/ 1 h 426"/>
                <a:gd name="T54" fmla="*/ 1 w 244"/>
                <a:gd name="T55" fmla="*/ 1 h 426"/>
                <a:gd name="T56" fmla="*/ 1 w 244"/>
                <a:gd name="T57" fmla="*/ 2 h 426"/>
                <a:gd name="T58" fmla="*/ 2 w 244"/>
                <a:gd name="T59" fmla="*/ 2 h 426"/>
                <a:gd name="T60" fmla="*/ 2 w 244"/>
                <a:gd name="T61" fmla="*/ 2 h 426"/>
                <a:gd name="T62" fmla="*/ 2 w 244"/>
                <a:gd name="T63" fmla="*/ 2 h 426"/>
                <a:gd name="T64" fmla="*/ 2 w 244"/>
                <a:gd name="T65" fmla="*/ 3 h 426"/>
                <a:gd name="T66" fmla="*/ 2 w 244"/>
                <a:gd name="T67" fmla="*/ 3 h 426"/>
                <a:gd name="T68" fmla="*/ 2 w 244"/>
                <a:gd name="T69" fmla="*/ 3 h 426"/>
                <a:gd name="T70" fmla="*/ 2 w 244"/>
                <a:gd name="T71" fmla="*/ 3 h 426"/>
                <a:gd name="T72" fmla="*/ 2 w 244"/>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6"/>
                <a:gd name="T113" fmla="*/ 244 w 244"/>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6">
                  <a:moveTo>
                    <a:pt x="244" y="426"/>
                  </a:moveTo>
                  <a:lnTo>
                    <a:pt x="244" y="426"/>
                  </a:lnTo>
                  <a:lnTo>
                    <a:pt x="243" y="383"/>
                  </a:lnTo>
                  <a:lnTo>
                    <a:pt x="240" y="340"/>
                  </a:lnTo>
                  <a:lnTo>
                    <a:pt x="234" y="300"/>
                  </a:lnTo>
                  <a:lnTo>
                    <a:pt x="226" y="262"/>
                  </a:lnTo>
                  <a:lnTo>
                    <a:pt x="215" y="224"/>
                  </a:lnTo>
                  <a:lnTo>
                    <a:pt x="203" y="189"/>
                  </a:lnTo>
                  <a:lnTo>
                    <a:pt x="189" y="157"/>
                  </a:lnTo>
                  <a:lnTo>
                    <a:pt x="174" y="126"/>
                  </a:lnTo>
                  <a:lnTo>
                    <a:pt x="155" y="99"/>
                  </a:lnTo>
                  <a:lnTo>
                    <a:pt x="138" y="74"/>
                  </a:lnTo>
                  <a:lnTo>
                    <a:pt x="118" y="52"/>
                  </a:lnTo>
                  <a:lnTo>
                    <a:pt x="96" y="34"/>
                  </a:lnTo>
                  <a:lnTo>
                    <a:pt x="73" y="19"/>
                  </a:lnTo>
                  <a:lnTo>
                    <a:pt x="50" y="8"/>
                  </a:lnTo>
                  <a:lnTo>
                    <a:pt x="25" y="2"/>
                  </a:lnTo>
                  <a:lnTo>
                    <a:pt x="0" y="0"/>
                  </a:lnTo>
                  <a:lnTo>
                    <a:pt x="0" y="12"/>
                  </a:lnTo>
                  <a:lnTo>
                    <a:pt x="23" y="14"/>
                  </a:lnTo>
                  <a:lnTo>
                    <a:pt x="45" y="20"/>
                  </a:lnTo>
                  <a:lnTo>
                    <a:pt x="66" y="31"/>
                  </a:lnTo>
                  <a:lnTo>
                    <a:pt x="89" y="43"/>
                  </a:lnTo>
                  <a:lnTo>
                    <a:pt x="109" y="61"/>
                  </a:lnTo>
                  <a:lnTo>
                    <a:pt x="129" y="81"/>
                  </a:lnTo>
                  <a:lnTo>
                    <a:pt x="146" y="106"/>
                  </a:lnTo>
                  <a:lnTo>
                    <a:pt x="162" y="133"/>
                  </a:lnTo>
                  <a:lnTo>
                    <a:pt x="178" y="162"/>
                  </a:lnTo>
                  <a:lnTo>
                    <a:pt x="192" y="194"/>
                  </a:lnTo>
                  <a:lnTo>
                    <a:pt x="203" y="229"/>
                  </a:lnTo>
                  <a:lnTo>
                    <a:pt x="214" y="264"/>
                  </a:lnTo>
                  <a:lnTo>
                    <a:pt x="222" y="303"/>
                  </a:lnTo>
                  <a:lnTo>
                    <a:pt x="228" y="342"/>
                  </a:lnTo>
                  <a:lnTo>
                    <a:pt x="232" y="383"/>
                  </a:lnTo>
                  <a:lnTo>
                    <a:pt x="233" y="426"/>
                  </a:lnTo>
                  <a:lnTo>
                    <a:pt x="244"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2503" name="Freeform 53"/>
            <p:cNvSpPr>
              <a:spLocks/>
            </p:cNvSpPr>
            <p:nvPr/>
          </p:nvSpPr>
          <p:spPr bwMode="auto">
            <a:xfrm>
              <a:off x="964" y="1830"/>
              <a:ext cx="48" cy="85"/>
            </a:xfrm>
            <a:custGeom>
              <a:avLst/>
              <a:gdLst>
                <a:gd name="T0" fmla="*/ 0 w 244"/>
                <a:gd name="T1" fmla="*/ 3 h 424"/>
                <a:gd name="T2" fmla="*/ 0 w 244"/>
                <a:gd name="T3" fmla="*/ 3 h 424"/>
                <a:gd name="T4" fmla="*/ 0 w 244"/>
                <a:gd name="T5" fmla="*/ 3 h 424"/>
                <a:gd name="T6" fmla="*/ 0 w 244"/>
                <a:gd name="T7" fmla="*/ 3 h 424"/>
                <a:gd name="T8" fmla="*/ 1 w 244"/>
                <a:gd name="T9" fmla="*/ 3 h 424"/>
                <a:gd name="T10" fmla="*/ 1 w 244"/>
                <a:gd name="T11" fmla="*/ 3 h 424"/>
                <a:gd name="T12" fmla="*/ 1 w 244"/>
                <a:gd name="T13" fmla="*/ 3 h 424"/>
                <a:gd name="T14" fmla="*/ 1 w 244"/>
                <a:gd name="T15" fmla="*/ 3 h 424"/>
                <a:gd name="T16" fmla="*/ 1 w 244"/>
                <a:gd name="T17" fmla="*/ 3 h 424"/>
                <a:gd name="T18" fmla="*/ 1 w 244"/>
                <a:gd name="T19" fmla="*/ 2 h 424"/>
                <a:gd name="T20" fmla="*/ 1 w 244"/>
                <a:gd name="T21" fmla="*/ 2 h 424"/>
                <a:gd name="T22" fmla="*/ 2 w 244"/>
                <a:gd name="T23" fmla="*/ 2 h 424"/>
                <a:gd name="T24" fmla="*/ 2 w 244"/>
                <a:gd name="T25" fmla="*/ 2 h 424"/>
                <a:gd name="T26" fmla="*/ 2 w 244"/>
                <a:gd name="T27" fmla="*/ 1 h 424"/>
                <a:gd name="T28" fmla="*/ 2 w 244"/>
                <a:gd name="T29" fmla="*/ 1 h 424"/>
                <a:gd name="T30" fmla="*/ 2 w 244"/>
                <a:gd name="T31" fmla="*/ 1 h 424"/>
                <a:gd name="T32" fmla="*/ 2 w 244"/>
                <a:gd name="T33" fmla="*/ 0 h 424"/>
                <a:gd name="T34" fmla="*/ 2 w 244"/>
                <a:gd name="T35" fmla="*/ 0 h 424"/>
                <a:gd name="T36" fmla="*/ 2 w 244"/>
                <a:gd name="T37" fmla="*/ 0 h 424"/>
                <a:gd name="T38" fmla="*/ 2 w 244"/>
                <a:gd name="T39" fmla="*/ 0 h 424"/>
                <a:gd name="T40" fmla="*/ 2 w 244"/>
                <a:gd name="T41" fmla="*/ 1 h 424"/>
                <a:gd name="T42" fmla="*/ 2 w 244"/>
                <a:gd name="T43" fmla="*/ 1 h 424"/>
                <a:gd name="T44" fmla="*/ 2 w 244"/>
                <a:gd name="T45" fmla="*/ 1 h 424"/>
                <a:gd name="T46" fmla="*/ 2 w 244"/>
                <a:gd name="T47" fmla="*/ 2 h 424"/>
                <a:gd name="T48" fmla="*/ 1 w 244"/>
                <a:gd name="T49" fmla="*/ 2 h 424"/>
                <a:gd name="T50" fmla="*/ 1 w 244"/>
                <a:gd name="T51" fmla="*/ 2 h 424"/>
                <a:gd name="T52" fmla="*/ 1 w 244"/>
                <a:gd name="T53" fmla="*/ 2 h 424"/>
                <a:gd name="T54" fmla="*/ 1 w 244"/>
                <a:gd name="T55" fmla="*/ 3 h 424"/>
                <a:gd name="T56" fmla="*/ 1 w 244"/>
                <a:gd name="T57" fmla="*/ 3 h 424"/>
                <a:gd name="T58" fmla="*/ 1 w 244"/>
                <a:gd name="T59" fmla="*/ 3 h 424"/>
                <a:gd name="T60" fmla="*/ 1 w 244"/>
                <a:gd name="T61" fmla="*/ 3 h 424"/>
                <a:gd name="T62" fmla="*/ 1 w 244"/>
                <a:gd name="T63" fmla="*/ 3 h 424"/>
                <a:gd name="T64" fmla="*/ 0 w 244"/>
                <a:gd name="T65" fmla="*/ 3 h 424"/>
                <a:gd name="T66" fmla="*/ 0 w 244"/>
                <a:gd name="T67" fmla="*/ 3 h 424"/>
                <a:gd name="T68" fmla="*/ 0 w 244"/>
                <a:gd name="T69" fmla="*/ 3 h 424"/>
                <a:gd name="T70" fmla="*/ 0 w 244"/>
                <a:gd name="T71" fmla="*/ 3 h 424"/>
                <a:gd name="T72" fmla="*/ 0 w 244"/>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4"/>
                <a:gd name="T113" fmla="*/ 244 w 244"/>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4">
                  <a:moveTo>
                    <a:pt x="0" y="424"/>
                  </a:moveTo>
                  <a:lnTo>
                    <a:pt x="0" y="424"/>
                  </a:lnTo>
                  <a:lnTo>
                    <a:pt x="25" y="422"/>
                  </a:lnTo>
                  <a:lnTo>
                    <a:pt x="50" y="416"/>
                  </a:lnTo>
                  <a:lnTo>
                    <a:pt x="73" y="405"/>
                  </a:lnTo>
                  <a:lnTo>
                    <a:pt x="96" y="390"/>
                  </a:lnTo>
                  <a:lnTo>
                    <a:pt x="118" y="373"/>
                  </a:lnTo>
                  <a:lnTo>
                    <a:pt x="138" y="350"/>
                  </a:lnTo>
                  <a:lnTo>
                    <a:pt x="155" y="326"/>
                  </a:lnTo>
                  <a:lnTo>
                    <a:pt x="173" y="299"/>
                  </a:lnTo>
                  <a:lnTo>
                    <a:pt x="189" y="268"/>
                  </a:lnTo>
                  <a:lnTo>
                    <a:pt x="203" y="235"/>
                  </a:lnTo>
                  <a:lnTo>
                    <a:pt x="215" y="201"/>
                  </a:lnTo>
                  <a:lnTo>
                    <a:pt x="226" y="163"/>
                  </a:lnTo>
                  <a:lnTo>
                    <a:pt x="234" y="125"/>
                  </a:lnTo>
                  <a:lnTo>
                    <a:pt x="240" y="85"/>
                  </a:lnTo>
                  <a:lnTo>
                    <a:pt x="243" y="42"/>
                  </a:lnTo>
                  <a:lnTo>
                    <a:pt x="244" y="0"/>
                  </a:lnTo>
                  <a:lnTo>
                    <a:pt x="233" y="0"/>
                  </a:lnTo>
                  <a:lnTo>
                    <a:pt x="232" y="42"/>
                  </a:lnTo>
                  <a:lnTo>
                    <a:pt x="228" y="83"/>
                  </a:lnTo>
                  <a:lnTo>
                    <a:pt x="222" y="123"/>
                  </a:lnTo>
                  <a:lnTo>
                    <a:pt x="214" y="160"/>
                  </a:lnTo>
                  <a:lnTo>
                    <a:pt x="203" y="197"/>
                  </a:lnTo>
                  <a:lnTo>
                    <a:pt x="192" y="231"/>
                  </a:lnTo>
                  <a:lnTo>
                    <a:pt x="178" y="263"/>
                  </a:lnTo>
                  <a:lnTo>
                    <a:pt x="164" y="292"/>
                  </a:lnTo>
                  <a:lnTo>
                    <a:pt x="146" y="319"/>
                  </a:lnTo>
                  <a:lnTo>
                    <a:pt x="129" y="343"/>
                  </a:lnTo>
                  <a:lnTo>
                    <a:pt x="109" y="363"/>
                  </a:lnTo>
                  <a:lnTo>
                    <a:pt x="89" y="381"/>
                  </a:lnTo>
                  <a:lnTo>
                    <a:pt x="66" y="394"/>
                  </a:lnTo>
                  <a:lnTo>
                    <a:pt x="45" y="404"/>
                  </a:lnTo>
                  <a:lnTo>
                    <a:pt x="23" y="410"/>
                  </a:lnTo>
                  <a:lnTo>
                    <a:pt x="0" y="412"/>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2504" name="Freeform 54"/>
            <p:cNvSpPr>
              <a:spLocks/>
            </p:cNvSpPr>
            <p:nvPr/>
          </p:nvSpPr>
          <p:spPr bwMode="auto">
            <a:xfrm>
              <a:off x="915" y="1830"/>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1" y="42"/>
                  </a:lnTo>
                  <a:lnTo>
                    <a:pt x="4" y="85"/>
                  </a:lnTo>
                  <a:lnTo>
                    <a:pt x="10" y="125"/>
                  </a:lnTo>
                  <a:lnTo>
                    <a:pt x="19" y="163"/>
                  </a:lnTo>
                  <a:lnTo>
                    <a:pt x="29" y="201"/>
                  </a:lnTo>
                  <a:lnTo>
                    <a:pt x="41" y="235"/>
                  </a:lnTo>
                  <a:lnTo>
                    <a:pt x="55" y="268"/>
                  </a:lnTo>
                  <a:lnTo>
                    <a:pt x="71" y="299"/>
                  </a:lnTo>
                  <a:lnTo>
                    <a:pt x="89" y="326"/>
                  </a:lnTo>
                  <a:lnTo>
                    <a:pt x="106" y="350"/>
                  </a:lnTo>
                  <a:lnTo>
                    <a:pt x="126" y="373"/>
                  </a:lnTo>
                  <a:lnTo>
                    <a:pt x="149" y="390"/>
                  </a:lnTo>
                  <a:lnTo>
                    <a:pt x="171" y="405"/>
                  </a:lnTo>
                  <a:lnTo>
                    <a:pt x="194" y="416"/>
                  </a:lnTo>
                  <a:lnTo>
                    <a:pt x="219" y="422"/>
                  </a:lnTo>
                  <a:lnTo>
                    <a:pt x="245" y="424"/>
                  </a:lnTo>
                  <a:lnTo>
                    <a:pt x="245" y="412"/>
                  </a:lnTo>
                  <a:lnTo>
                    <a:pt x="221" y="410"/>
                  </a:lnTo>
                  <a:lnTo>
                    <a:pt x="199" y="404"/>
                  </a:lnTo>
                  <a:lnTo>
                    <a:pt x="178" y="394"/>
                  </a:lnTo>
                  <a:lnTo>
                    <a:pt x="156" y="381"/>
                  </a:lnTo>
                  <a:lnTo>
                    <a:pt x="136" y="363"/>
                  </a:lnTo>
                  <a:lnTo>
                    <a:pt x="116" y="343"/>
                  </a:lnTo>
                  <a:lnTo>
                    <a:pt x="98" y="319"/>
                  </a:lnTo>
                  <a:lnTo>
                    <a:pt x="81" y="292"/>
                  </a:lnTo>
                  <a:lnTo>
                    <a:pt x="67" y="263"/>
                  </a:lnTo>
                  <a:lnTo>
                    <a:pt x="52" y="231"/>
                  </a:lnTo>
                  <a:lnTo>
                    <a:pt x="41" y="197"/>
                  </a:lnTo>
                  <a:lnTo>
                    <a:pt x="30" y="160"/>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2505" name="Freeform 55"/>
            <p:cNvSpPr>
              <a:spLocks/>
            </p:cNvSpPr>
            <p:nvPr/>
          </p:nvSpPr>
          <p:spPr bwMode="auto">
            <a:xfrm>
              <a:off x="915" y="1745"/>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0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19" y="2"/>
                  </a:lnTo>
                  <a:lnTo>
                    <a:pt x="194" y="8"/>
                  </a:lnTo>
                  <a:lnTo>
                    <a:pt x="171" y="19"/>
                  </a:lnTo>
                  <a:lnTo>
                    <a:pt x="149" y="34"/>
                  </a:lnTo>
                  <a:lnTo>
                    <a:pt x="126" y="52"/>
                  </a:lnTo>
                  <a:lnTo>
                    <a:pt x="106" y="74"/>
                  </a:lnTo>
                  <a:lnTo>
                    <a:pt x="89" y="99"/>
                  </a:lnTo>
                  <a:lnTo>
                    <a:pt x="70" y="126"/>
                  </a:lnTo>
                  <a:lnTo>
                    <a:pt x="55" y="157"/>
                  </a:lnTo>
                  <a:lnTo>
                    <a:pt x="41" y="189"/>
                  </a:lnTo>
                  <a:lnTo>
                    <a:pt x="29" y="224"/>
                  </a:lnTo>
                  <a:lnTo>
                    <a:pt x="19" y="262"/>
                  </a:lnTo>
                  <a:lnTo>
                    <a:pt x="10" y="300"/>
                  </a:lnTo>
                  <a:lnTo>
                    <a:pt x="4" y="340"/>
                  </a:lnTo>
                  <a:lnTo>
                    <a:pt x="1" y="383"/>
                  </a:lnTo>
                  <a:lnTo>
                    <a:pt x="0" y="426"/>
                  </a:lnTo>
                  <a:lnTo>
                    <a:pt x="11" y="426"/>
                  </a:lnTo>
                  <a:lnTo>
                    <a:pt x="13" y="383"/>
                  </a:lnTo>
                  <a:lnTo>
                    <a:pt x="16" y="342"/>
                  </a:lnTo>
                  <a:lnTo>
                    <a:pt x="22" y="303"/>
                  </a:lnTo>
                  <a:lnTo>
                    <a:pt x="30" y="264"/>
                  </a:lnTo>
                  <a:lnTo>
                    <a:pt x="41" y="229"/>
                  </a:lnTo>
                  <a:lnTo>
                    <a:pt x="52" y="194"/>
                  </a:lnTo>
                  <a:lnTo>
                    <a:pt x="67" y="162"/>
                  </a:lnTo>
                  <a:lnTo>
                    <a:pt x="82" y="133"/>
                  </a:lnTo>
                  <a:lnTo>
                    <a:pt x="98" y="106"/>
                  </a:lnTo>
                  <a:lnTo>
                    <a:pt x="116" y="81"/>
                  </a:lnTo>
                  <a:lnTo>
                    <a:pt x="136" y="61"/>
                  </a:lnTo>
                  <a:lnTo>
                    <a:pt x="156" y="43"/>
                  </a:lnTo>
                  <a:lnTo>
                    <a:pt x="178" y="31"/>
                  </a:lnTo>
                  <a:lnTo>
                    <a:pt x="199" y="20"/>
                  </a:lnTo>
                  <a:lnTo>
                    <a:pt x="221"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2506" name="Freeform 56"/>
            <p:cNvSpPr>
              <a:spLocks/>
            </p:cNvSpPr>
            <p:nvPr/>
          </p:nvSpPr>
          <p:spPr bwMode="auto">
            <a:xfrm>
              <a:off x="1140" y="2087"/>
              <a:ext cx="49" cy="85"/>
            </a:xfrm>
            <a:custGeom>
              <a:avLst/>
              <a:gdLst>
                <a:gd name="T0" fmla="*/ 2 w 246"/>
                <a:gd name="T1" fmla="*/ 3 h 424"/>
                <a:gd name="T2" fmla="*/ 2 w 246"/>
                <a:gd name="T3" fmla="*/ 3 h 424"/>
                <a:gd name="T4" fmla="*/ 2 w 246"/>
                <a:gd name="T5" fmla="*/ 3 h 424"/>
                <a:gd name="T6" fmla="*/ 2 w 246"/>
                <a:gd name="T7" fmla="*/ 3 h 424"/>
                <a:gd name="T8" fmla="*/ 2 w 246"/>
                <a:gd name="T9" fmla="*/ 2 h 424"/>
                <a:gd name="T10" fmla="*/ 2 w 246"/>
                <a:gd name="T11" fmla="*/ 2 h 424"/>
                <a:gd name="T12" fmla="*/ 2 w 246"/>
                <a:gd name="T13" fmla="*/ 2 h 424"/>
                <a:gd name="T14" fmla="*/ 2 w 246"/>
                <a:gd name="T15" fmla="*/ 2 h 424"/>
                <a:gd name="T16" fmla="*/ 2 w 246"/>
                <a:gd name="T17" fmla="*/ 1 h 424"/>
                <a:gd name="T18" fmla="*/ 1 w 246"/>
                <a:gd name="T19" fmla="*/ 1 h 424"/>
                <a:gd name="T20" fmla="*/ 1 w 246"/>
                <a:gd name="T21" fmla="*/ 1 h 424"/>
                <a:gd name="T22" fmla="*/ 1 w 246"/>
                <a:gd name="T23" fmla="*/ 1 h 424"/>
                <a:gd name="T24" fmla="*/ 1 w 246"/>
                <a:gd name="T25" fmla="*/ 0 h 424"/>
                <a:gd name="T26" fmla="*/ 1 w 246"/>
                <a:gd name="T27" fmla="*/ 0 h 424"/>
                <a:gd name="T28" fmla="*/ 1 w 246"/>
                <a:gd name="T29" fmla="*/ 0 h 424"/>
                <a:gd name="T30" fmla="*/ 0 w 246"/>
                <a:gd name="T31" fmla="*/ 0 h 424"/>
                <a:gd name="T32" fmla="*/ 0 w 246"/>
                <a:gd name="T33" fmla="*/ 0 h 424"/>
                <a:gd name="T34" fmla="*/ 0 w 246"/>
                <a:gd name="T35" fmla="*/ 0 h 424"/>
                <a:gd name="T36" fmla="*/ 0 w 246"/>
                <a:gd name="T37" fmla="*/ 0 h 424"/>
                <a:gd name="T38" fmla="*/ 0 w 246"/>
                <a:gd name="T39" fmla="*/ 0 h 424"/>
                <a:gd name="T40" fmla="*/ 0 w 246"/>
                <a:gd name="T41" fmla="*/ 0 h 424"/>
                <a:gd name="T42" fmla="*/ 1 w 246"/>
                <a:gd name="T43" fmla="*/ 0 h 424"/>
                <a:gd name="T44" fmla="*/ 1 w 246"/>
                <a:gd name="T45" fmla="*/ 0 h 424"/>
                <a:gd name="T46" fmla="*/ 1 w 246"/>
                <a:gd name="T47" fmla="*/ 0 h 424"/>
                <a:gd name="T48" fmla="*/ 1 w 246"/>
                <a:gd name="T49" fmla="*/ 1 h 424"/>
                <a:gd name="T50" fmla="*/ 1 w 246"/>
                <a:gd name="T51" fmla="*/ 1 h 424"/>
                <a:gd name="T52" fmla="*/ 1 w 246"/>
                <a:gd name="T53" fmla="*/ 1 h 424"/>
                <a:gd name="T54" fmla="*/ 1 w 246"/>
                <a:gd name="T55" fmla="*/ 1 h 424"/>
                <a:gd name="T56" fmla="*/ 2 w 246"/>
                <a:gd name="T57" fmla="*/ 2 h 424"/>
                <a:gd name="T58" fmla="*/ 2 w 246"/>
                <a:gd name="T59" fmla="*/ 2 h 424"/>
                <a:gd name="T60" fmla="*/ 2 w 246"/>
                <a:gd name="T61" fmla="*/ 2 h 424"/>
                <a:gd name="T62" fmla="*/ 2 w 246"/>
                <a:gd name="T63" fmla="*/ 2 h 424"/>
                <a:gd name="T64" fmla="*/ 2 w 246"/>
                <a:gd name="T65" fmla="*/ 3 h 424"/>
                <a:gd name="T66" fmla="*/ 2 w 246"/>
                <a:gd name="T67" fmla="*/ 3 h 424"/>
                <a:gd name="T68" fmla="*/ 2 w 246"/>
                <a:gd name="T69" fmla="*/ 3 h 424"/>
                <a:gd name="T70" fmla="*/ 2 w 246"/>
                <a:gd name="T71" fmla="*/ 3 h 424"/>
                <a:gd name="T72" fmla="*/ 2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424"/>
                  </a:moveTo>
                  <a:lnTo>
                    <a:pt x="246" y="424"/>
                  </a:lnTo>
                  <a:lnTo>
                    <a:pt x="244" y="382"/>
                  </a:lnTo>
                  <a:lnTo>
                    <a:pt x="241" y="338"/>
                  </a:lnTo>
                  <a:lnTo>
                    <a:pt x="235" y="298"/>
                  </a:lnTo>
                  <a:lnTo>
                    <a:pt x="227" y="261"/>
                  </a:lnTo>
                  <a:lnTo>
                    <a:pt x="216" y="222"/>
                  </a:lnTo>
                  <a:lnTo>
                    <a:pt x="205" y="188"/>
                  </a:lnTo>
                  <a:lnTo>
                    <a:pt x="190" y="155"/>
                  </a:lnTo>
                  <a:lnTo>
                    <a:pt x="174" y="125"/>
                  </a:lnTo>
                  <a:lnTo>
                    <a:pt x="157" y="98"/>
                  </a:lnTo>
                  <a:lnTo>
                    <a:pt x="138" y="73"/>
                  </a:lnTo>
                  <a:lnTo>
                    <a:pt x="118" y="51"/>
                  </a:lnTo>
                  <a:lnTo>
                    <a:pt x="96" y="34"/>
                  </a:lnTo>
                  <a:lnTo>
                    <a:pt x="74" y="18"/>
                  </a:lnTo>
                  <a:lnTo>
                    <a:pt x="50" y="8"/>
                  </a:lnTo>
                  <a:lnTo>
                    <a:pt x="25" y="2"/>
                  </a:lnTo>
                  <a:lnTo>
                    <a:pt x="0" y="0"/>
                  </a:lnTo>
                  <a:lnTo>
                    <a:pt x="0" y="11"/>
                  </a:lnTo>
                  <a:lnTo>
                    <a:pt x="23" y="14"/>
                  </a:lnTo>
                  <a:lnTo>
                    <a:pt x="45" y="19"/>
                  </a:lnTo>
                  <a:lnTo>
                    <a:pt x="67" y="30"/>
                  </a:lnTo>
                  <a:lnTo>
                    <a:pt x="89" y="43"/>
                  </a:lnTo>
                  <a:lnTo>
                    <a:pt x="108" y="60"/>
                  </a:lnTo>
                  <a:lnTo>
                    <a:pt x="128" y="80"/>
                  </a:lnTo>
                  <a:lnTo>
                    <a:pt x="147" y="105"/>
                  </a:lnTo>
                  <a:lnTo>
                    <a:pt x="165" y="132"/>
                  </a:lnTo>
                  <a:lnTo>
                    <a:pt x="179" y="160"/>
                  </a:lnTo>
                  <a:lnTo>
                    <a:pt x="193" y="193"/>
                  </a:lnTo>
                  <a:lnTo>
                    <a:pt x="205" y="227"/>
                  </a:lnTo>
                  <a:lnTo>
                    <a:pt x="215" y="263"/>
                  </a:lnTo>
                  <a:lnTo>
                    <a:pt x="223" y="301"/>
                  </a:lnTo>
                  <a:lnTo>
                    <a:pt x="229" y="341"/>
                  </a:lnTo>
                  <a:lnTo>
                    <a:pt x="233" y="382"/>
                  </a:lnTo>
                  <a:lnTo>
                    <a:pt x="234" y="424"/>
                  </a:lnTo>
                  <a:lnTo>
                    <a:pt x="246"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2507" name="Freeform 57"/>
            <p:cNvSpPr>
              <a:spLocks/>
            </p:cNvSpPr>
            <p:nvPr/>
          </p:nvSpPr>
          <p:spPr bwMode="auto">
            <a:xfrm>
              <a:off x="1140" y="2172"/>
              <a:ext cx="49" cy="85"/>
            </a:xfrm>
            <a:custGeom>
              <a:avLst/>
              <a:gdLst>
                <a:gd name="T0" fmla="*/ 0 w 246"/>
                <a:gd name="T1" fmla="*/ 3 h 426"/>
                <a:gd name="T2" fmla="*/ 0 w 246"/>
                <a:gd name="T3" fmla="*/ 3 h 426"/>
                <a:gd name="T4" fmla="*/ 0 w 246"/>
                <a:gd name="T5" fmla="*/ 3 h 426"/>
                <a:gd name="T6" fmla="*/ 0 w 246"/>
                <a:gd name="T7" fmla="*/ 3 h 426"/>
                <a:gd name="T8" fmla="*/ 1 w 246"/>
                <a:gd name="T9" fmla="*/ 3 h 426"/>
                <a:gd name="T10" fmla="*/ 1 w 246"/>
                <a:gd name="T11" fmla="*/ 3 h 426"/>
                <a:gd name="T12" fmla="*/ 1 w 246"/>
                <a:gd name="T13" fmla="*/ 3 h 426"/>
                <a:gd name="T14" fmla="*/ 1 w 246"/>
                <a:gd name="T15" fmla="*/ 3 h 426"/>
                <a:gd name="T16" fmla="*/ 1 w 246"/>
                <a:gd name="T17" fmla="*/ 3 h 426"/>
                <a:gd name="T18" fmla="*/ 1 w 246"/>
                <a:gd name="T19" fmla="*/ 2 h 426"/>
                <a:gd name="T20" fmla="*/ 2 w 246"/>
                <a:gd name="T21" fmla="*/ 2 h 426"/>
                <a:gd name="T22" fmla="*/ 2 w 246"/>
                <a:gd name="T23" fmla="*/ 2 h 426"/>
                <a:gd name="T24" fmla="*/ 2 w 246"/>
                <a:gd name="T25" fmla="*/ 2 h 426"/>
                <a:gd name="T26" fmla="*/ 2 w 246"/>
                <a:gd name="T27" fmla="*/ 1 h 426"/>
                <a:gd name="T28" fmla="*/ 2 w 246"/>
                <a:gd name="T29" fmla="*/ 1 h 426"/>
                <a:gd name="T30" fmla="*/ 2 w 246"/>
                <a:gd name="T31" fmla="*/ 1 h 426"/>
                <a:gd name="T32" fmla="*/ 2 w 246"/>
                <a:gd name="T33" fmla="*/ 0 h 426"/>
                <a:gd name="T34" fmla="*/ 2 w 246"/>
                <a:gd name="T35" fmla="*/ 0 h 426"/>
                <a:gd name="T36" fmla="*/ 2 w 246"/>
                <a:gd name="T37" fmla="*/ 0 h 426"/>
                <a:gd name="T38" fmla="*/ 2 w 246"/>
                <a:gd name="T39" fmla="*/ 0 h 426"/>
                <a:gd name="T40" fmla="*/ 2 w 246"/>
                <a:gd name="T41" fmla="*/ 1 h 426"/>
                <a:gd name="T42" fmla="*/ 2 w 246"/>
                <a:gd name="T43" fmla="*/ 1 h 426"/>
                <a:gd name="T44" fmla="*/ 2 w 246"/>
                <a:gd name="T45" fmla="*/ 1 h 426"/>
                <a:gd name="T46" fmla="*/ 2 w 246"/>
                <a:gd name="T47" fmla="*/ 2 h 426"/>
                <a:gd name="T48" fmla="*/ 2 w 246"/>
                <a:gd name="T49" fmla="*/ 2 h 426"/>
                <a:gd name="T50" fmla="*/ 1 w 246"/>
                <a:gd name="T51" fmla="*/ 2 h 426"/>
                <a:gd name="T52" fmla="*/ 1 w 246"/>
                <a:gd name="T53" fmla="*/ 2 h 426"/>
                <a:gd name="T54" fmla="*/ 1 w 246"/>
                <a:gd name="T55" fmla="*/ 3 h 426"/>
                <a:gd name="T56" fmla="*/ 1 w 246"/>
                <a:gd name="T57" fmla="*/ 3 h 426"/>
                <a:gd name="T58" fmla="*/ 1 w 246"/>
                <a:gd name="T59" fmla="*/ 3 h 426"/>
                <a:gd name="T60" fmla="*/ 1 w 246"/>
                <a:gd name="T61" fmla="*/ 3 h 426"/>
                <a:gd name="T62" fmla="*/ 1 w 246"/>
                <a:gd name="T63" fmla="*/ 3 h 426"/>
                <a:gd name="T64" fmla="*/ 0 w 246"/>
                <a:gd name="T65" fmla="*/ 3 h 426"/>
                <a:gd name="T66" fmla="*/ 0 w 246"/>
                <a:gd name="T67" fmla="*/ 3 h 426"/>
                <a:gd name="T68" fmla="*/ 0 w 246"/>
                <a:gd name="T69" fmla="*/ 3 h 426"/>
                <a:gd name="T70" fmla="*/ 0 w 246"/>
                <a:gd name="T71" fmla="*/ 3 h 426"/>
                <a:gd name="T72" fmla="*/ 0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426"/>
                  </a:moveTo>
                  <a:lnTo>
                    <a:pt x="0" y="426"/>
                  </a:lnTo>
                  <a:lnTo>
                    <a:pt x="25" y="423"/>
                  </a:lnTo>
                  <a:lnTo>
                    <a:pt x="50" y="417"/>
                  </a:lnTo>
                  <a:lnTo>
                    <a:pt x="74" y="407"/>
                  </a:lnTo>
                  <a:lnTo>
                    <a:pt x="96" y="392"/>
                  </a:lnTo>
                  <a:lnTo>
                    <a:pt x="118" y="373"/>
                  </a:lnTo>
                  <a:lnTo>
                    <a:pt x="138" y="350"/>
                  </a:lnTo>
                  <a:lnTo>
                    <a:pt x="157" y="327"/>
                  </a:lnTo>
                  <a:lnTo>
                    <a:pt x="175" y="299"/>
                  </a:lnTo>
                  <a:lnTo>
                    <a:pt x="190" y="268"/>
                  </a:lnTo>
                  <a:lnTo>
                    <a:pt x="205" y="236"/>
                  </a:lnTo>
                  <a:lnTo>
                    <a:pt x="216" y="202"/>
                  </a:lnTo>
                  <a:lnTo>
                    <a:pt x="227" y="164"/>
                  </a:lnTo>
                  <a:lnTo>
                    <a:pt x="235" y="125"/>
                  </a:lnTo>
                  <a:lnTo>
                    <a:pt x="241" y="86"/>
                  </a:lnTo>
                  <a:lnTo>
                    <a:pt x="244" y="42"/>
                  </a:lnTo>
                  <a:lnTo>
                    <a:pt x="246" y="0"/>
                  </a:lnTo>
                  <a:lnTo>
                    <a:pt x="234" y="0"/>
                  </a:lnTo>
                  <a:lnTo>
                    <a:pt x="233" y="42"/>
                  </a:lnTo>
                  <a:lnTo>
                    <a:pt x="229" y="83"/>
                  </a:lnTo>
                  <a:lnTo>
                    <a:pt x="223" y="123"/>
                  </a:lnTo>
                  <a:lnTo>
                    <a:pt x="215" y="162"/>
                  </a:lnTo>
                  <a:lnTo>
                    <a:pt x="205" y="197"/>
                  </a:lnTo>
                  <a:lnTo>
                    <a:pt x="193" y="231"/>
                  </a:lnTo>
                  <a:lnTo>
                    <a:pt x="179" y="264"/>
                  </a:lnTo>
                  <a:lnTo>
                    <a:pt x="164" y="292"/>
                  </a:lnTo>
                  <a:lnTo>
                    <a:pt x="147" y="320"/>
                  </a:lnTo>
                  <a:lnTo>
                    <a:pt x="128" y="343"/>
                  </a:lnTo>
                  <a:lnTo>
                    <a:pt x="108" y="363"/>
                  </a:lnTo>
                  <a:lnTo>
                    <a:pt x="89" y="382"/>
                  </a:lnTo>
                  <a:lnTo>
                    <a:pt x="67" y="395"/>
                  </a:lnTo>
                  <a:lnTo>
                    <a:pt x="45" y="406"/>
                  </a:lnTo>
                  <a:lnTo>
                    <a:pt x="23" y="411"/>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2508" name="Freeform 58"/>
            <p:cNvSpPr>
              <a:spLocks/>
            </p:cNvSpPr>
            <p:nvPr/>
          </p:nvSpPr>
          <p:spPr bwMode="auto">
            <a:xfrm>
              <a:off x="1091" y="2172"/>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4" y="86"/>
                  </a:lnTo>
                  <a:lnTo>
                    <a:pt x="10" y="125"/>
                  </a:lnTo>
                  <a:lnTo>
                    <a:pt x="18" y="164"/>
                  </a:lnTo>
                  <a:lnTo>
                    <a:pt x="29" y="202"/>
                  </a:lnTo>
                  <a:lnTo>
                    <a:pt x="41" y="236"/>
                  </a:lnTo>
                  <a:lnTo>
                    <a:pt x="55" y="268"/>
                  </a:lnTo>
                  <a:lnTo>
                    <a:pt x="70" y="299"/>
                  </a:lnTo>
                  <a:lnTo>
                    <a:pt x="89" y="327"/>
                  </a:lnTo>
                  <a:lnTo>
                    <a:pt x="106" y="350"/>
                  </a:lnTo>
                  <a:lnTo>
                    <a:pt x="126" y="373"/>
                  </a:lnTo>
                  <a:lnTo>
                    <a:pt x="148" y="392"/>
                  </a:lnTo>
                  <a:lnTo>
                    <a:pt x="171" y="407"/>
                  </a:lnTo>
                  <a:lnTo>
                    <a:pt x="194" y="417"/>
                  </a:lnTo>
                  <a:lnTo>
                    <a:pt x="219" y="423"/>
                  </a:lnTo>
                  <a:lnTo>
                    <a:pt x="245" y="426"/>
                  </a:lnTo>
                  <a:lnTo>
                    <a:pt x="245" y="414"/>
                  </a:lnTo>
                  <a:lnTo>
                    <a:pt x="221" y="411"/>
                  </a:lnTo>
                  <a:lnTo>
                    <a:pt x="199" y="406"/>
                  </a:lnTo>
                  <a:lnTo>
                    <a:pt x="178" y="395"/>
                  </a:lnTo>
                  <a:lnTo>
                    <a:pt x="155" y="382"/>
                  </a:lnTo>
                  <a:lnTo>
                    <a:pt x="136" y="363"/>
                  </a:lnTo>
                  <a:lnTo>
                    <a:pt x="116" y="343"/>
                  </a:lnTo>
                  <a:lnTo>
                    <a:pt x="98" y="320"/>
                  </a:lnTo>
                  <a:lnTo>
                    <a:pt x="82" y="292"/>
                  </a:lnTo>
                  <a:lnTo>
                    <a:pt x="66" y="264"/>
                  </a:lnTo>
                  <a:lnTo>
                    <a:pt x="52" y="231"/>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2509" name="Freeform 59"/>
            <p:cNvSpPr>
              <a:spLocks/>
            </p:cNvSpPr>
            <p:nvPr/>
          </p:nvSpPr>
          <p:spPr bwMode="auto">
            <a:xfrm>
              <a:off x="1091" y="2087"/>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4" y="8"/>
                  </a:lnTo>
                  <a:lnTo>
                    <a:pt x="171" y="18"/>
                  </a:lnTo>
                  <a:lnTo>
                    <a:pt x="148" y="34"/>
                  </a:lnTo>
                  <a:lnTo>
                    <a:pt x="126" y="51"/>
                  </a:lnTo>
                  <a:lnTo>
                    <a:pt x="106" y="73"/>
                  </a:lnTo>
                  <a:lnTo>
                    <a:pt x="89" y="98"/>
                  </a:lnTo>
                  <a:lnTo>
                    <a:pt x="71" y="125"/>
                  </a:lnTo>
                  <a:lnTo>
                    <a:pt x="55" y="155"/>
                  </a:lnTo>
                  <a:lnTo>
                    <a:pt x="41" y="188"/>
                  </a:lnTo>
                  <a:lnTo>
                    <a:pt x="29" y="222"/>
                  </a:lnTo>
                  <a:lnTo>
                    <a:pt x="18" y="261"/>
                  </a:lnTo>
                  <a:lnTo>
                    <a:pt x="10" y="298"/>
                  </a:lnTo>
                  <a:lnTo>
                    <a:pt x="4" y="338"/>
                  </a:lnTo>
                  <a:lnTo>
                    <a:pt x="1" y="382"/>
                  </a:lnTo>
                  <a:lnTo>
                    <a:pt x="0" y="424"/>
                  </a:lnTo>
                  <a:lnTo>
                    <a:pt x="11" y="424"/>
                  </a:lnTo>
                  <a:lnTo>
                    <a:pt x="13" y="382"/>
                  </a:lnTo>
                  <a:lnTo>
                    <a:pt x="16" y="341"/>
                  </a:lnTo>
                  <a:lnTo>
                    <a:pt x="22" y="301"/>
                  </a:lnTo>
                  <a:lnTo>
                    <a:pt x="30" y="263"/>
                  </a:lnTo>
                  <a:lnTo>
                    <a:pt x="41" y="227"/>
                  </a:lnTo>
                  <a:lnTo>
                    <a:pt x="52" y="193"/>
                  </a:lnTo>
                  <a:lnTo>
                    <a:pt x="66" y="160"/>
                  </a:lnTo>
                  <a:lnTo>
                    <a:pt x="80" y="132"/>
                  </a:lnTo>
                  <a:lnTo>
                    <a:pt x="98" y="105"/>
                  </a:lnTo>
                  <a:lnTo>
                    <a:pt x="116" y="80"/>
                  </a:lnTo>
                  <a:lnTo>
                    <a:pt x="136" y="60"/>
                  </a:lnTo>
                  <a:lnTo>
                    <a:pt x="155" y="43"/>
                  </a:lnTo>
                  <a:lnTo>
                    <a:pt x="178" y="30"/>
                  </a:lnTo>
                  <a:lnTo>
                    <a:pt x="199" y="19"/>
                  </a:lnTo>
                  <a:lnTo>
                    <a:pt x="221" y="14"/>
                  </a:lnTo>
                  <a:lnTo>
                    <a:pt x="245" y="11"/>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2510" name="Freeform 60"/>
            <p:cNvSpPr>
              <a:spLocks/>
            </p:cNvSpPr>
            <p:nvPr/>
          </p:nvSpPr>
          <p:spPr bwMode="auto">
            <a:xfrm>
              <a:off x="1392" y="2118"/>
              <a:ext cx="49" cy="85"/>
            </a:xfrm>
            <a:custGeom>
              <a:avLst/>
              <a:gdLst>
                <a:gd name="T0" fmla="*/ 2 w 246"/>
                <a:gd name="T1" fmla="*/ 3 h 426"/>
                <a:gd name="T2" fmla="*/ 2 w 246"/>
                <a:gd name="T3" fmla="*/ 3 h 426"/>
                <a:gd name="T4" fmla="*/ 2 w 246"/>
                <a:gd name="T5" fmla="*/ 3 h 426"/>
                <a:gd name="T6" fmla="*/ 2 w 246"/>
                <a:gd name="T7" fmla="*/ 3 h 426"/>
                <a:gd name="T8" fmla="*/ 2 w 246"/>
                <a:gd name="T9" fmla="*/ 2 h 426"/>
                <a:gd name="T10" fmla="*/ 2 w 246"/>
                <a:gd name="T11" fmla="*/ 2 h 426"/>
                <a:gd name="T12" fmla="*/ 2 w 246"/>
                <a:gd name="T13" fmla="*/ 2 h 426"/>
                <a:gd name="T14" fmla="*/ 2 w 246"/>
                <a:gd name="T15" fmla="*/ 2 h 426"/>
                <a:gd name="T16" fmla="*/ 2 w 246"/>
                <a:gd name="T17" fmla="*/ 1 h 426"/>
                <a:gd name="T18" fmla="*/ 1 w 246"/>
                <a:gd name="T19" fmla="*/ 1 h 426"/>
                <a:gd name="T20" fmla="*/ 1 w 246"/>
                <a:gd name="T21" fmla="*/ 1 h 426"/>
                <a:gd name="T22" fmla="*/ 1 w 246"/>
                <a:gd name="T23" fmla="*/ 1 h 426"/>
                <a:gd name="T24" fmla="*/ 1 w 246"/>
                <a:gd name="T25" fmla="*/ 0 h 426"/>
                <a:gd name="T26" fmla="*/ 1 w 246"/>
                <a:gd name="T27" fmla="*/ 0 h 426"/>
                <a:gd name="T28" fmla="*/ 1 w 246"/>
                <a:gd name="T29" fmla="*/ 0 h 426"/>
                <a:gd name="T30" fmla="*/ 0 w 246"/>
                <a:gd name="T31" fmla="*/ 0 h 426"/>
                <a:gd name="T32" fmla="*/ 0 w 246"/>
                <a:gd name="T33" fmla="*/ 0 h 426"/>
                <a:gd name="T34" fmla="*/ 0 w 246"/>
                <a:gd name="T35" fmla="*/ 0 h 426"/>
                <a:gd name="T36" fmla="*/ 0 w 246"/>
                <a:gd name="T37" fmla="*/ 0 h 426"/>
                <a:gd name="T38" fmla="*/ 0 w 246"/>
                <a:gd name="T39" fmla="*/ 0 h 426"/>
                <a:gd name="T40" fmla="*/ 0 w 246"/>
                <a:gd name="T41" fmla="*/ 0 h 426"/>
                <a:gd name="T42" fmla="*/ 1 w 246"/>
                <a:gd name="T43" fmla="*/ 0 h 426"/>
                <a:gd name="T44" fmla="*/ 1 w 246"/>
                <a:gd name="T45" fmla="*/ 0 h 426"/>
                <a:gd name="T46" fmla="*/ 1 w 246"/>
                <a:gd name="T47" fmla="*/ 1 h 426"/>
                <a:gd name="T48" fmla="*/ 1 w 246"/>
                <a:gd name="T49" fmla="*/ 1 h 426"/>
                <a:gd name="T50" fmla="*/ 1 w 246"/>
                <a:gd name="T51" fmla="*/ 1 h 426"/>
                <a:gd name="T52" fmla="*/ 1 w 246"/>
                <a:gd name="T53" fmla="*/ 1 h 426"/>
                <a:gd name="T54" fmla="*/ 1 w 246"/>
                <a:gd name="T55" fmla="*/ 1 h 426"/>
                <a:gd name="T56" fmla="*/ 2 w 246"/>
                <a:gd name="T57" fmla="*/ 2 h 426"/>
                <a:gd name="T58" fmla="*/ 2 w 246"/>
                <a:gd name="T59" fmla="*/ 2 h 426"/>
                <a:gd name="T60" fmla="*/ 2 w 246"/>
                <a:gd name="T61" fmla="*/ 2 h 426"/>
                <a:gd name="T62" fmla="*/ 2 w 246"/>
                <a:gd name="T63" fmla="*/ 2 h 426"/>
                <a:gd name="T64" fmla="*/ 2 w 246"/>
                <a:gd name="T65" fmla="*/ 3 h 426"/>
                <a:gd name="T66" fmla="*/ 2 w 246"/>
                <a:gd name="T67" fmla="*/ 3 h 426"/>
                <a:gd name="T68" fmla="*/ 2 w 246"/>
                <a:gd name="T69" fmla="*/ 3 h 426"/>
                <a:gd name="T70" fmla="*/ 2 w 246"/>
                <a:gd name="T71" fmla="*/ 3 h 426"/>
                <a:gd name="T72" fmla="*/ 2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246" y="426"/>
                  </a:moveTo>
                  <a:lnTo>
                    <a:pt x="246" y="426"/>
                  </a:lnTo>
                  <a:lnTo>
                    <a:pt x="245" y="384"/>
                  </a:lnTo>
                  <a:lnTo>
                    <a:pt x="242" y="340"/>
                  </a:lnTo>
                  <a:lnTo>
                    <a:pt x="236" y="301"/>
                  </a:lnTo>
                  <a:lnTo>
                    <a:pt x="228" y="262"/>
                  </a:lnTo>
                  <a:lnTo>
                    <a:pt x="217" y="224"/>
                  </a:lnTo>
                  <a:lnTo>
                    <a:pt x="205" y="190"/>
                  </a:lnTo>
                  <a:lnTo>
                    <a:pt x="191" y="158"/>
                  </a:lnTo>
                  <a:lnTo>
                    <a:pt x="176" y="126"/>
                  </a:lnTo>
                  <a:lnTo>
                    <a:pt x="157" y="99"/>
                  </a:lnTo>
                  <a:lnTo>
                    <a:pt x="139" y="75"/>
                  </a:lnTo>
                  <a:lnTo>
                    <a:pt x="119" y="53"/>
                  </a:lnTo>
                  <a:lnTo>
                    <a:pt x="96" y="34"/>
                  </a:lnTo>
                  <a:lnTo>
                    <a:pt x="75" y="19"/>
                  </a:lnTo>
                  <a:lnTo>
                    <a:pt x="51" y="9"/>
                  </a:lnTo>
                  <a:lnTo>
                    <a:pt x="26" y="3"/>
                  </a:lnTo>
                  <a:lnTo>
                    <a:pt x="0" y="0"/>
                  </a:lnTo>
                  <a:lnTo>
                    <a:pt x="0" y="12"/>
                  </a:lnTo>
                  <a:lnTo>
                    <a:pt x="24" y="15"/>
                  </a:lnTo>
                  <a:lnTo>
                    <a:pt x="46" y="20"/>
                  </a:lnTo>
                  <a:lnTo>
                    <a:pt x="68" y="31"/>
                  </a:lnTo>
                  <a:lnTo>
                    <a:pt x="89" y="44"/>
                  </a:lnTo>
                  <a:lnTo>
                    <a:pt x="109" y="63"/>
                  </a:lnTo>
                  <a:lnTo>
                    <a:pt x="129" y="83"/>
                  </a:lnTo>
                  <a:lnTo>
                    <a:pt x="148" y="106"/>
                  </a:lnTo>
                  <a:lnTo>
                    <a:pt x="164" y="133"/>
                  </a:lnTo>
                  <a:lnTo>
                    <a:pt x="180" y="162"/>
                  </a:lnTo>
                  <a:lnTo>
                    <a:pt x="194" y="195"/>
                  </a:lnTo>
                  <a:lnTo>
                    <a:pt x="205" y="229"/>
                  </a:lnTo>
                  <a:lnTo>
                    <a:pt x="216" y="264"/>
                  </a:lnTo>
                  <a:lnTo>
                    <a:pt x="224" y="303"/>
                  </a:lnTo>
                  <a:lnTo>
                    <a:pt x="230" y="343"/>
                  </a:lnTo>
                  <a:lnTo>
                    <a:pt x="233" y="384"/>
                  </a:lnTo>
                  <a:lnTo>
                    <a:pt x="235" y="426"/>
                  </a:lnTo>
                  <a:lnTo>
                    <a:pt x="246"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2511" name="Freeform 61"/>
            <p:cNvSpPr>
              <a:spLocks/>
            </p:cNvSpPr>
            <p:nvPr/>
          </p:nvSpPr>
          <p:spPr bwMode="auto">
            <a:xfrm>
              <a:off x="1392" y="2203"/>
              <a:ext cx="49" cy="85"/>
            </a:xfrm>
            <a:custGeom>
              <a:avLst/>
              <a:gdLst>
                <a:gd name="T0" fmla="*/ 0 w 246"/>
                <a:gd name="T1" fmla="*/ 3 h 424"/>
                <a:gd name="T2" fmla="*/ 0 w 246"/>
                <a:gd name="T3" fmla="*/ 3 h 424"/>
                <a:gd name="T4" fmla="*/ 0 w 246"/>
                <a:gd name="T5" fmla="*/ 3 h 424"/>
                <a:gd name="T6" fmla="*/ 0 w 246"/>
                <a:gd name="T7" fmla="*/ 3 h 424"/>
                <a:gd name="T8" fmla="*/ 1 w 246"/>
                <a:gd name="T9" fmla="*/ 3 h 424"/>
                <a:gd name="T10" fmla="*/ 1 w 246"/>
                <a:gd name="T11" fmla="*/ 3 h 424"/>
                <a:gd name="T12" fmla="*/ 1 w 246"/>
                <a:gd name="T13" fmla="*/ 3 h 424"/>
                <a:gd name="T14" fmla="*/ 1 w 246"/>
                <a:gd name="T15" fmla="*/ 3 h 424"/>
                <a:gd name="T16" fmla="*/ 1 w 246"/>
                <a:gd name="T17" fmla="*/ 3 h 424"/>
                <a:gd name="T18" fmla="*/ 1 w 246"/>
                <a:gd name="T19" fmla="*/ 2 h 424"/>
                <a:gd name="T20" fmla="*/ 2 w 246"/>
                <a:gd name="T21" fmla="*/ 2 h 424"/>
                <a:gd name="T22" fmla="*/ 2 w 246"/>
                <a:gd name="T23" fmla="*/ 2 h 424"/>
                <a:gd name="T24" fmla="*/ 2 w 246"/>
                <a:gd name="T25" fmla="*/ 2 h 424"/>
                <a:gd name="T26" fmla="*/ 2 w 246"/>
                <a:gd name="T27" fmla="*/ 1 h 424"/>
                <a:gd name="T28" fmla="*/ 2 w 246"/>
                <a:gd name="T29" fmla="*/ 1 h 424"/>
                <a:gd name="T30" fmla="*/ 2 w 246"/>
                <a:gd name="T31" fmla="*/ 1 h 424"/>
                <a:gd name="T32" fmla="*/ 2 w 246"/>
                <a:gd name="T33" fmla="*/ 0 h 424"/>
                <a:gd name="T34" fmla="*/ 2 w 246"/>
                <a:gd name="T35" fmla="*/ 0 h 424"/>
                <a:gd name="T36" fmla="*/ 2 w 246"/>
                <a:gd name="T37" fmla="*/ 0 h 424"/>
                <a:gd name="T38" fmla="*/ 2 w 246"/>
                <a:gd name="T39" fmla="*/ 0 h 424"/>
                <a:gd name="T40" fmla="*/ 2 w 246"/>
                <a:gd name="T41" fmla="*/ 1 h 424"/>
                <a:gd name="T42" fmla="*/ 2 w 246"/>
                <a:gd name="T43" fmla="*/ 1 h 424"/>
                <a:gd name="T44" fmla="*/ 2 w 246"/>
                <a:gd name="T45" fmla="*/ 1 h 424"/>
                <a:gd name="T46" fmla="*/ 2 w 246"/>
                <a:gd name="T47" fmla="*/ 2 h 424"/>
                <a:gd name="T48" fmla="*/ 2 w 246"/>
                <a:gd name="T49" fmla="*/ 2 h 424"/>
                <a:gd name="T50" fmla="*/ 1 w 246"/>
                <a:gd name="T51" fmla="*/ 2 h 424"/>
                <a:gd name="T52" fmla="*/ 1 w 246"/>
                <a:gd name="T53" fmla="*/ 2 h 424"/>
                <a:gd name="T54" fmla="*/ 1 w 246"/>
                <a:gd name="T55" fmla="*/ 3 h 424"/>
                <a:gd name="T56" fmla="*/ 1 w 246"/>
                <a:gd name="T57" fmla="*/ 3 h 424"/>
                <a:gd name="T58" fmla="*/ 1 w 246"/>
                <a:gd name="T59" fmla="*/ 3 h 424"/>
                <a:gd name="T60" fmla="*/ 1 w 246"/>
                <a:gd name="T61" fmla="*/ 3 h 424"/>
                <a:gd name="T62" fmla="*/ 1 w 246"/>
                <a:gd name="T63" fmla="*/ 3 h 424"/>
                <a:gd name="T64" fmla="*/ 0 w 246"/>
                <a:gd name="T65" fmla="*/ 3 h 424"/>
                <a:gd name="T66" fmla="*/ 0 w 246"/>
                <a:gd name="T67" fmla="*/ 3 h 424"/>
                <a:gd name="T68" fmla="*/ 0 w 246"/>
                <a:gd name="T69" fmla="*/ 3 h 424"/>
                <a:gd name="T70" fmla="*/ 0 w 246"/>
                <a:gd name="T71" fmla="*/ 3 h 424"/>
                <a:gd name="T72" fmla="*/ 0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0" y="424"/>
                  </a:moveTo>
                  <a:lnTo>
                    <a:pt x="0" y="424"/>
                  </a:lnTo>
                  <a:lnTo>
                    <a:pt x="26" y="422"/>
                  </a:lnTo>
                  <a:lnTo>
                    <a:pt x="51" y="416"/>
                  </a:lnTo>
                  <a:lnTo>
                    <a:pt x="75" y="406"/>
                  </a:lnTo>
                  <a:lnTo>
                    <a:pt x="96" y="390"/>
                  </a:lnTo>
                  <a:lnTo>
                    <a:pt x="119" y="373"/>
                  </a:lnTo>
                  <a:lnTo>
                    <a:pt x="139" y="351"/>
                  </a:lnTo>
                  <a:lnTo>
                    <a:pt x="157" y="326"/>
                  </a:lnTo>
                  <a:lnTo>
                    <a:pt x="175" y="299"/>
                  </a:lnTo>
                  <a:lnTo>
                    <a:pt x="191" y="269"/>
                  </a:lnTo>
                  <a:lnTo>
                    <a:pt x="205" y="236"/>
                  </a:lnTo>
                  <a:lnTo>
                    <a:pt x="217" y="202"/>
                  </a:lnTo>
                  <a:lnTo>
                    <a:pt x="228" y="163"/>
                  </a:lnTo>
                  <a:lnTo>
                    <a:pt x="236" y="125"/>
                  </a:lnTo>
                  <a:lnTo>
                    <a:pt x="242" y="86"/>
                  </a:lnTo>
                  <a:lnTo>
                    <a:pt x="245" y="42"/>
                  </a:lnTo>
                  <a:lnTo>
                    <a:pt x="246" y="0"/>
                  </a:lnTo>
                  <a:lnTo>
                    <a:pt x="235" y="0"/>
                  </a:lnTo>
                  <a:lnTo>
                    <a:pt x="233" y="42"/>
                  </a:lnTo>
                  <a:lnTo>
                    <a:pt x="230" y="83"/>
                  </a:lnTo>
                  <a:lnTo>
                    <a:pt x="224" y="123"/>
                  </a:lnTo>
                  <a:lnTo>
                    <a:pt x="216" y="161"/>
                  </a:lnTo>
                  <a:lnTo>
                    <a:pt x="205" y="197"/>
                  </a:lnTo>
                  <a:lnTo>
                    <a:pt x="194" y="231"/>
                  </a:lnTo>
                  <a:lnTo>
                    <a:pt x="180" y="264"/>
                  </a:lnTo>
                  <a:lnTo>
                    <a:pt x="166" y="292"/>
                  </a:lnTo>
                  <a:lnTo>
                    <a:pt x="148" y="319"/>
                  </a:lnTo>
                  <a:lnTo>
                    <a:pt x="129" y="344"/>
                  </a:lnTo>
                  <a:lnTo>
                    <a:pt x="109" y="364"/>
                  </a:lnTo>
                  <a:lnTo>
                    <a:pt x="89" y="381"/>
                  </a:lnTo>
                  <a:lnTo>
                    <a:pt x="68" y="394"/>
                  </a:lnTo>
                  <a:lnTo>
                    <a:pt x="46" y="405"/>
                  </a:lnTo>
                  <a:lnTo>
                    <a:pt x="24" y="410"/>
                  </a:lnTo>
                  <a:lnTo>
                    <a:pt x="0" y="413"/>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2512" name="Freeform 62"/>
            <p:cNvSpPr>
              <a:spLocks/>
            </p:cNvSpPr>
            <p:nvPr/>
          </p:nvSpPr>
          <p:spPr bwMode="auto">
            <a:xfrm>
              <a:off x="1343" y="2203"/>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2" y="42"/>
                  </a:lnTo>
                  <a:lnTo>
                    <a:pt x="5" y="86"/>
                  </a:lnTo>
                  <a:lnTo>
                    <a:pt x="11" y="125"/>
                  </a:lnTo>
                  <a:lnTo>
                    <a:pt x="19" y="163"/>
                  </a:lnTo>
                  <a:lnTo>
                    <a:pt x="30" y="202"/>
                  </a:lnTo>
                  <a:lnTo>
                    <a:pt x="41" y="236"/>
                  </a:lnTo>
                  <a:lnTo>
                    <a:pt x="56" y="269"/>
                  </a:lnTo>
                  <a:lnTo>
                    <a:pt x="72" y="299"/>
                  </a:lnTo>
                  <a:lnTo>
                    <a:pt x="90" y="326"/>
                  </a:lnTo>
                  <a:lnTo>
                    <a:pt x="108" y="351"/>
                  </a:lnTo>
                  <a:lnTo>
                    <a:pt x="127" y="373"/>
                  </a:lnTo>
                  <a:lnTo>
                    <a:pt x="149" y="390"/>
                  </a:lnTo>
                  <a:lnTo>
                    <a:pt x="172" y="406"/>
                  </a:lnTo>
                  <a:lnTo>
                    <a:pt x="195" y="416"/>
                  </a:lnTo>
                  <a:lnTo>
                    <a:pt x="220" y="422"/>
                  </a:lnTo>
                  <a:lnTo>
                    <a:pt x="245" y="424"/>
                  </a:lnTo>
                  <a:lnTo>
                    <a:pt x="245" y="413"/>
                  </a:lnTo>
                  <a:lnTo>
                    <a:pt x="222" y="410"/>
                  </a:lnTo>
                  <a:lnTo>
                    <a:pt x="200" y="405"/>
                  </a:lnTo>
                  <a:lnTo>
                    <a:pt x="179" y="394"/>
                  </a:lnTo>
                  <a:lnTo>
                    <a:pt x="156" y="381"/>
                  </a:lnTo>
                  <a:lnTo>
                    <a:pt x="136" y="364"/>
                  </a:lnTo>
                  <a:lnTo>
                    <a:pt x="118" y="344"/>
                  </a:lnTo>
                  <a:lnTo>
                    <a:pt x="99" y="319"/>
                  </a:lnTo>
                  <a:lnTo>
                    <a:pt x="81" y="292"/>
                  </a:lnTo>
                  <a:lnTo>
                    <a:pt x="67" y="264"/>
                  </a:lnTo>
                  <a:lnTo>
                    <a:pt x="53" y="231"/>
                  </a:lnTo>
                  <a:lnTo>
                    <a:pt x="41" y="197"/>
                  </a:lnTo>
                  <a:lnTo>
                    <a:pt x="31" y="161"/>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2513" name="Freeform 63"/>
            <p:cNvSpPr>
              <a:spLocks/>
            </p:cNvSpPr>
            <p:nvPr/>
          </p:nvSpPr>
          <p:spPr bwMode="auto">
            <a:xfrm>
              <a:off x="1343" y="2118"/>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1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20" y="3"/>
                  </a:lnTo>
                  <a:lnTo>
                    <a:pt x="195" y="9"/>
                  </a:lnTo>
                  <a:lnTo>
                    <a:pt x="172" y="19"/>
                  </a:lnTo>
                  <a:lnTo>
                    <a:pt x="149" y="34"/>
                  </a:lnTo>
                  <a:lnTo>
                    <a:pt x="127" y="53"/>
                  </a:lnTo>
                  <a:lnTo>
                    <a:pt x="108" y="75"/>
                  </a:lnTo>
                  <a:lnTo>
                    <a:pt x="90" y="99"/>
                  </a:lnTo>
                  <a:lnTo>
                    <a:pt x="71" y="126"/>
                  </a:lnTo>
                  <a:lnTo>
                    <a:pt x="56" y="158"/>
                  </a:lnTo>
                  <a:lnTo>
                    <a:pt x="41" y="190"/>
                  </a:lnTo>
                  <a:lnTo>
                    <a:pt x="30" y="224"/>
                  </a:lnTo>
                  <a:lnTo>
                    <a:pt x="19" y="262"/>
                  </a:lnTo>
                  <a:lnTo>
                    <a:pt x="11" y="301"/>
                  </a:lnTo>
                  <a:lnTo>
                    <a:pt x="5" y="340"/>
                  </a:lnTo>
                  <a:lnTo>
                    <a:pt x="2" y="384"/>
                  </a:lnTo>
                  <a:lnTo>
                    <a:pt x="0" y="426"/>
                  </a:lnTo>
                  <a:lnTo>
                    <a:pt x="12" y="426"/>
                  </a:lnTo>
                  <a:lnTo>
                    <a:pt x="13" y="384"/>
                  </a:lnTo>
                  <a:lnTo>
                    <a:pt x="17" y="343"/>
                  </a:lnTo>
                  <a:lnTo>
                    <a:pt x="23" y="303"/>
                  </a:lnTo>
                  <a:lnTo>
                    <a:pt x="31" y="264"/>
                  </a:lnTo>
                  <a:lnTo>
                    <a:pt x="41" y="229"/>
                  </a:lnTo>
                  <a:lnTo>
                    <a:pt x="53" y="195"/>
                  </a:lnTo>
                  <a:lnTo>
                    <a:pt x="67" y="162"/>
                  </a:lnTo>
                  <a:lnTo>
                    <a:pt x="82" y="133"/>
                  </a:lnTo>
                  <a:lnTo>
                    <a:pt x="99" y="106"/>
                  </a:lnTo>
                  <a:lnTo>
                    <a:pt x="118" y="83"/>
                  </a:lnTo>
                  <a:lnTo>
                    <a:pt x="136" y="63"/>
                  </a:lnTo>
                  <a:lnTo>
                    <a:pt x="156" y="44"/>
                  </a:lnTo>
                  <a:lnTo>
                    <a:pt x="179" y="31"/>
                  </a:lnTo>
                  <a:lnTo>
                    <a:pt x="200" y="20"/>
                  </a:lnTo>
                  <a:lnTo>
                    <a:pt x="222" y="15"/>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2514" name="Freeform 64"/>
            <p:cNvSpPr>
              <a:spLocks/>
            </p:cNvSpPr>
            <p:nvPr/>
          </p:nvSpPr>
          <p:spPr bwMode="auto">
            <a:xfrm>
              <a:off x="1384" y="1859"/>
              <a:ext cx="49" cy="84"/>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1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3" y="382"/>
                  </a:lnTo>
                  <a:lnTo>
                    <a:pt x="240" y="339"/>
                  </a:lnTo>
                  <a:lnTo>
                    <a:pt x="234" y="299"/>
                  </a:lnTo>
                  <a:lnTo>
                    <a:pt x="226" y="261"/>
                  </a:lnTo>
                  <a:lnTo>
                    <a:pt x="215" y="222"/>
                  </a:lnTo>
                  <a:lnTo>
                    <a:pt x="204" y="188"/>
                  </a:lnTo>
                  <a:lnTo>
                    <a:pt x="189" y="156"/>
                  </a:lnTo>
                  <a:lnTo>
                    <a:pt x="173" y="125"/>
                  </a:lnTo>
                  <a:lnTo>
                    <a:pt x="155" y="98"/>
                  </a:lnTo>
                  <a:lnTo>
                    <a:pt x="138" y="74"/>
                  </a:lnTo>
                  <a:lnTo>
                    <a:pt x="118" y="51"/>
                  </a:lnTo>
                  <a:lnTo>
                    <a:pt x="96" y="34"/>
                  </a:lnTo>
                  <a:lnTo>
                    <a:pt x="73" y="18"/>
                  </a:lnTo>
                  <a:lnTo>
                    <a:pt x="50" y="8"/>
                  </a:lnTo>
                  <a:lnTo>
                    <a:pt x="25" y="2"/>
                  </a:lnTo>
                  <a:lnTo>
                    <a:pt x="0" y="0"/>
                  </a:lnTo>
                  <a:lnTo>
                    <a:pt x="0" y="11"/>
                  </a:lnTo>
                  <a:lnTo>
                    <a:pt x="23" y="14"/>
                  </a:lnTo>
                  <a:lnTo>
                    <a:pt x="45" y="20"/>
                  </a:lnTo>
                  <a:lnTo>
                    <a:pt x="66" y="30"/>
                  </a:lnTo>
                  <a:lnTo>
                    <a:pt x="89" y="43"/>
                  </a:lnTo>
                  <a:lnTo>
                    <a:pt x="109" y="61"/>
                  </a:lnTo>
                  <a:lnTo>
                    <a:pt x="129" y="81"/>
                  </a:lnTo>
                  <a:lnTo>
                    <a:pt x="146" y="105"/>
                  </a:lnTo>
                  <a:lnTo>
                    <a:pt x="164" y="132"/>
                  </a:lnTo>
                  <a:lnTo>
                    <a:pt x="178" y="160"/>
                  </a:lnTo>
                  <a:lnTo>
                    <a:pt x="192" y="193"/>
                  </a:lnTo>
                  <a:lnTo>
                    <a:pt x="204" y="227"/>
                  </a:lnTo>
                  <a:lnTo>
                    <a:pt x="214" y="264"/>
                  </a:lnTo>
                  <a:lnTo>
                    <a:pt x="222" y="301"/>
                  </a:lnTo>
                  <a:lnTo>
                    <a:pt x="228"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2515" name="Freeform 65"/>
            <p:cNvSpPr>
              <a:spLocks/>
            </p:cNvSpPr>
            <p:nvPr/>
          </p:nvSpPr>
          <p:spPr bwMode="auto">
            <a:xfrm>
              <a:off x="1384" y="1943"/>
              <a:ext cx="49" cy="86"/>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5" y="423"/>
                  </a:lnTo>
                  <a:lnTo>
                    <a:pt x="50" y="418"/>
                  </a:lnTo>
                  <a:lnTo>
                    <a:pt x="73" y="407"/>
                  </a:lnTo>
                  <a:lnTo>
                    <a:pt x="96" y="392"/>
                  </a:lnTo>
                  <a:lnTo>
                    <a:pt x="118" y="374"/>
                  </a:lnTo>
                  <a:lnTo>
                    <a:pt x="138" y="352"/>
                  </a:lnTo>
                  <a:lnTo>
                    <a:pt x="155" y="327"/>
                  </a:lnTo>
                  <a:lnTo>
                    <a:pt x="174" y="300"/>
                  </a:lnTo>
                  <a:lnTo>
                    <a:pt x="189" y="269"/>
                  </a:lnTo>
                  <a:lnTo>
                    <a:pt x="204" y="237"/>
                  </a:lnTo>
                  <a:lnTo>
                    <a:pt x="215" y="202"/>
                  </a:lnTo>
                  <a:lnTo>
                    <a:pt x="226" y="164"/>
                  </a:lnTo>
                  <a:lnTo>
                    <a:pt x="234" y="126"/>
                  </a:lnTo>
                  <a:lnTo>
                    <a:pt x="240" y="86"/>
                  </a:lnTo>
                  <a:lnTo>
                    <a:pt x="243" y="42"/>
                  </a:lnTo>
                  <a:lnTo>
                    <a:pt x="245" y="0"/>
                  </a:lnTo>
                  <a:lnTo>
                    <a:pt x="233" y="0"/>
                  </a:lnTo>
                  <a:lnTo>
                    <a:pt x="232" y="42"/>
                  </a:lnTo>
                  <a:lnTo>
                    <a:pt x="228" y="83"/>
                  </a:lnTo>
                  <a:lnTo>
                    <a:pt x="222" y="123"/>
                  </a:lnTo>
                  <a:lnTo>
                    <a:pt x="214" y="162"/>
                  </a:lnTo>
                  <a:lnTo>
                    <a:pt x="204" y="197"/>
                  </a:lnTo>
                  <a:lnTo>
                    <a:pt x="192" y="232"/>
                  </a:lnTo>
                  <a:lnTo>
                    <a:pt x="178" y="264"/>
                  </a:lnTo>
                  <a:lnTo>
                    <a:pt x="163" y="293"/>
                  </a:lnTo>
                  <a:lnTo>
                    <a:pt x="146" y="320"/>
                  </a:lnTo>
                  <a:lnTo>
                    <a:pt x="129" y="345"/>
                  </a:lnTo>
                  <a:lnTo>
                    <a:pt x="109" y="365"/>
                  </a:lnTo>
                  <a:lnTo>
                    <a:pt x="89" y="382"/>
                  </a:lnTo>
                  <a:lnTo>
                    <a:pt x="66" y="395"/>
                  </a:lnTo>
                  <a:lnTo>
                    <a:pt x="45" y="406"/>
                  </a:lnTo>
                  <a:lnTo>
                    <a:pt x="23"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2516" name="Freeform 66"/>
            <p:cNvSpPr>
              <a:spLocks/>
            </p:cNvSpPr>
            <p:nvPr/>
          </p:nvSpPr>
          <p:spPr bwMode="auto">
            <a:xfrm>
              <a:off x="1335" y="1943"/>
              <a:ext cx="49" cy="86"/>
            </a:xfrm>
            <a:custGeom>
              <a:avLst/>
              <a:gdLst>
                <a:gd name="T0" fmla="*/ 0 w 246"/>
                <a:gd name="T1" fmla="*/ 0 h 426"/>
                <a:gd name="T2" fmla="*/ 0 w 246"/>
                <a:gd name="T3" fmla="*/ 0 h 426"/>
                <a:gd name="T4" fmla="*/ 0 w 246"/>
                <a:gd name="T5" fmla="*/ 0 h 426"/>
                <a:gd name="T6" fmla="*/ 0 w 246"/>
                <a:gd name="T7" fmla="*/ 1 h 426"/>
                <a:gd name="T8" fmla="*/ 0 w 246"/>
                <a:gd name="T9" fmla="*/ 1 h 426"/>
                <a:gd name="T10" fmla="*/ 0 w 246"/>
                <a:gd name="T11" fmla="*/ 1 h 426"/>
                <a:gd name="T12" fmla="*/ 0 w 246"/>
                <a:gd name="T13" fmla="*/ 2 h 426"/>
                <a:gd name="T14" fmla="*/ 0 w 246"/>
                <a:gd name="T15" fmla="*/ 2 h 426"/>
                <a:gd name="T16" fmla="*/ 0 w 246"/>
                <a:gd name="T17" fmla="*/ 2 h 426"/>
                <a:gd name="T18" fmla="*/ 1 w 246"/>
                <a:gd name="T19" fmla="*/ 2 h 426"/>
                <a:gd name="T20" fmla="*/ 1 w 246"/>
                <a:gd name="T21" fmla="*/ 3 h 426"/>
                <a:gd name="T22" fmla="*/ 1 w 246"/>
                <a:gd name="T23" fmla="*/ 3 h 426"/>
                <a:gd name="T24" fmla="*/ 1 w 246"/>
                <a:gd name="T25" fmla="*/ 3 h 426"/>
                <a:gd name="T26" fmla="*/ 1 w 246"/>
                <a:gd name="T27" fmla="*/ 3 h 426"/>
                <a:gd name="T28" fmla="*/ 1 w 246"/>
                <a:gd name="T29" fmla="*/ 3 h 426"/>
                <a:gd name="T30" fmla="*/ 2 w 246"/>
                <a:gd name="T31" fmla="*/ 3 h 426"/>
                <a:gd name="T32" fmla="*/ 2 w 246"/>
                <a:gd name="T33" fmla="*/ 3 h 426"/>
                <a:gd name="T34" fmla="*/ 2 w 246"/>
                <a:gd name="T35" fmla="*/ 3 h 426"/>
                <a:gd name="T36" fmla="*/ 2 w 246"/>
                <a:gd name="T37" fmla="*/ 3 h 426"/>
                <a:gd name="T38" fmla="*/ 2 w 246"/>
                <a:gd name="T39" fmla="*/ 3 h 426"/>
                <a:gd name="T40" fmla="*/ 2 w 246"/>
                <a:gd name="T41" fmla="*/ 3 h 426"/>
                <a:gd name="T42" fmla="*/ 1 w 246"/>
                <a:gd name="T43" fmla="*/ 3 h 426"/>
                <a:gd name="T44" fmla="*/ 1 w 246"/>
                <a:gd name="T45" fmla="*/ 3 h 426"/>
                <a:gd name="T46" fmla="*/ 1 w 246"/>
                <a:gd name="T47" fmla="*/ 3 h 426"/>
                <a:gd name="T48" fmla="*/ 1 w 246"/>
                <a:gd name="T49" fmla="*/ 3 h 426"/>
                <a:gd name="T50" fmla="*/ 1 w 246"/>
                <a:gd name="T51" fmla="*/ 3 h 426"/>
                <a:gd name="T52" fmla="*/ 1 w 246"/>
                <a:gd name="T53" fmla="*/ 2 h 426"/>
                <a:gd name="T54" fmla="*/ 1 w 246"/>
                <a:gd name="T55" fmla="*/ 2 h 426"/>
                <a:gd name="T56" fmla="*/ 0 w 246"/>
                <a:gd name="T57" fmla="*/ 2 h 426"/>
                <a:gd name="T58" fmla="*/ 0 w 246"/>
                <a:gd name="T59" fmla="*/ 2 h 426"/>
                <a:gd name="T60" fmla="*/ 0 w 246"/>
                <a:gd name="T61" fmla="*/ 1 h 426"/>
                <a:gd name="T62" fmla="*/ 0 w 246"/>
                <a:gd name="T63" fmla="*/ 1 h 426"/>
                <a:gd name="T64" fmla="*/ 0 w 246"/>
                <a:gd name="T65" fmla="*/ 1 h 426"/>
                <a:gd name="T66" fmla="*/ 0 w 246"/>
                <a:gd name="T67" fmla="*/ 0 h 426"/>
                <a:gd name="T68" fmla="*/ 0 w 246"/>
                <a:gd name="T69" fmla="*/ 0 h 426"/>
                <a:gd name="T70" fmla="*/ 0 w 246"/>
                <a:gd name="T71" fmla="*/ 0 h 426"/>
                <a:gd name="T72" fmla="*/ 0 w 246"/>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0"/>
                  </a:moveTo>
                  <a:lnTo>
                    <a:pt x="0" y="0"/>
                  </a:lnTo>
                  <a:lnTo>
                    <a:pt x="1" y="42"/>
                  </a:lnTo>
                  <a:lnTo>
                    <a:pt x="4" y="86"/>
                  </a:lnTo>
                  <a:lnTo>
                    <a:pt x="10" y="126"/>
                  </a:lnTo>
                  <a:lnTo>
                    <a:pt x="18" y="164"/>
                  </a:lnTo>
                  <a:lnTo>
                    <a:pt x="29" y="202"/>
                  </a:lnTo>
                  <a:lnTo>
                    <a:pt x="41" y="237"/>
                  </a:lnTo>
                  <a:lnTo>
                    <a:pt x="55" y="269"/>
                  </a:lnTo>
                  <a:lnTo>
                    <a:pt x="71" y="300"/>
                  </a:lnTo>
                  <a:lnTo>
                    <a:pt x="89" y="327"/>
                  </a:lnTo>
                  <a:lnTo>
                    <a:pt x="107" y="352"/>
                  </a:lnTo>
                  <a:lnTo>
                    <a:pt x="127" y="374"/>
                  </a:lnTo>
                  <a:lnTo>
                    <a:pt x="150" y="392"/>
                  </a:lnTo>
                  <a:lnTo>
                    <a:pt x="171" y="407"/>
                  </a:lnTo>
                  <a:lnTo>
                    <a:pt x="195" y="418"/>
                  </a:lnTo>
                  <a:lnTo>
                    <a:pt x="220" y="423"/>
                  </a:lnTo>
                  <a:lnTo>
                    <a:pt x="246" y="426"/>
                  </a:lnTo>
                  <a:lnTo>
                    <a:pt x="246" y="414"/>
                  </a:lnTo>
                  <a:lnTo>
                    <a:pt x="222" y="412"/>
                  </a:lnTo>
                  <a:lnTo>
                    <a:pt x="200" y="406"/>
                  </a:lnTo>
                  <a:lnTo>
                    <a:pt x="178" y="395"/>
                  </a:lnTo>
                  <a:lnTo>
                    <a:pt x="157" y="382"/>
                  </a:lnTo>
                  <a:lnTo>
                    <a:pt x="137" y="365"/>
                  </a:lnTo>
                  <a:lnTo>
                    <a:pt x="117" y="345"/>
                  </a:lnTo>
                  <a:lnTo>
                    <a:pt x="98" y="320"/>
                  </a:lnTo>
                  <a:lnTo>
                    <a:pt x="83" y="293"/>
                  </a:lnTo>
                  <a:lnTo>
                    <a:pt x="66" y="264"/>
                  </a:lnTo>
                  <a:lnTo>
                    <a:pt x="52" y="232"/>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2517" name="Freeform 67"/>
            <p:cNvSpPr>
              <a:spLocks/>
            </p:cNvSpPr>
            <p:nvPr/>
          </p:nvSpPr>
          <p:spPr bwMode="auto">
            <a:xfrm>
              <a:off x="1335" y="1859"/>
              <a:ext cx="49" cy="84"/>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1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0" y="2"/>
                  </a:lnTo>
                  <a:lnTo>
                    <a:pt x="195" y="8"/>
                  </a:lnTo>
                  <a:lnTo>
                    <a:pt x="171" y="18"/>
                  </a:lnTo>
                  <a:lnTo>
                    <a:pt x="150" y="34"/>
                  </a:lnTo>
                  <a:lnTo>
                    <a:pt x="127" y="51"/>
                  </a:lnTo>
                  <a:lnTo>
                    <a:pt x="107" y="74"/>
                  </a:lnTo>
                  <a:lnTo>
                    <a:pt x="89" y="98"/>
                  </a:lnTo>
                  <a:lnTo>
                    <a:pt x="72" y="125"/>
                  </a:lnTo>
                  <a:lnTo>
                    <a:pt x="55" y="156"/>
                  </a:lnTo>
                  <a:lnTo>
                    <a:pt x="41" y="188"/>
                  </a:lnTo>
                  <a:lnTo>
                    <a:pt x="29" y="222"/>
                  </a:lnTo>
                  <a:lnTo>
                    <a:pt x="18" y="261"/>
                  </a:lnTo>
                  <a:lnTo>
                    <a:pt x="10" y="299"/>
                  </a:lnTo>
                  <a:lnTo>
                    <a:pt x="4" y="339"/>
                  </a:lnTo>
                  <a:lnTo>
                    <a:pt x="1" y="382"/>
                  </a:lnTo>
                  <a:lnTo>
                    <a:pt x="0" y="424"/>
                  </a:lnTo>
                  <a:lnTo>
                    <a:pt x="11" y="424"/>
                  </a:lnTo>
                  <a:lnTo>
                    <a:pt x="13" y="382"/>
                  </a:lnTo>
                  <a:lnTo>
                    <a:pt x="16" y="341"/>
                  </a:lnTo>
                  <a:lnTo>
                    <a:pt x="22" y="301"/>
                  </a:lnTo>
                  <a:lnTo>
                    <a:pt x="30" y="264"/>
                  </a:lnTo>
                  <a:lnTo>
                    <a:pt x="41" y="227"/>
                  </a:lnTo>
                  <a:lnTo>
                    <a:pt x="52" y="193"/>
                  </a:lnTo>
                  <a:lnTo>
                    <a:pt x="66" y="160"/>
                  </a:lnTo>
                  <a:lnTo>
                    <a:pt x="82" y="132"/>
                  </a:lnTo>
                  <a:lnTo>
                    <a:pt x="98" y="105"/>
                  </a:lnTo>
                  <a:lnTo>
                    <a:pt x="117" y="81"/>
                  </a:lnTo>
                  <a:lnTo>
                    <a:pt x="137" y="61"/>
                  </a:lnTo>
                  <a:lnTo>
                    <a:pt x="157" y="43"/>
                  </a:lnTo>
                  <a:lnTo>
                    <a:pt x="178" y="30"/>
                  </a:lnTo>
                  <a:lnTo>
                    <a:pt x="200" y="20"/>
                  </a:lnTo>
                  <a:lnTo>
                    <a:pt x="222" y="14"/>
                  </a:lnTo>
                  <a:lnTo>
                    <a:pt x="246" y="11"/>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2518" name="Freeform 68"/>
            <p:cNvSpPr>
              <a:spLocks/>
            </p:cNvSpPr>
            <p:nvPr/>
          </p:nvSpPr>
          <p:spPr bwMode="auto">
            <a:xfrm>
              <a:off x="1552" y="1751"/>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1" y="339"/>
                  </a:lnTo>
                  <a:lnTo>
                    <a:pt x="235" y="299"/>
                  </a:lnTo>
                  <a:lnTo>
                    <a:pt x="226" y="261"/>
                  </a:lnTo>
                  <a:lnTo>
                    <a:pt x="216" y="223"/>
                  </a:lnTo>
                  <a:lnTo>
                    <a:pt x="204" y="189"/>
                  </a:lnTo>
                  <a:lnTo>
                    <a:pt x="190" y="156"/>
                  </a:lnTo>
                  <a:lnTo>
                    <a:pt x="174" y="125"/>
                  </a:lnTo>
                  <a:lnTo>
                    <a:pt x="156" y="98"/>
                  </a:lnTo>
                  <a:lnTo>
                    <a:pt x="137" y="74"/>
                  </a:lnTo>
                  <a:lnTo>
                    <a:pt x="119" y="52"/>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8" y="81"/>
                  </a:lnTo>
                  <a:lnTo>
                    <a:pt x="147" y="105"/>
                  </a:lnTo>
                  <a:lnTo>
                    <a:pt x="164" y="132"/>
                  </a:lnTo>
                  <a:lnTo>
                    <a:pt x="178" y="161"/>
                  </a:lnTo>
                  <a:lnTo>
                    <a:pt x="193" y="193"/>
                  </a:lnTo>
                  <a:lnTo>
                    <a:pt x="204" y="227"/>
                  </a:lnTo>
                  <a:lnTo>
                    <a:pt x="215" y="264"/>
                  </a:lnTo>
                  <a:lnTo>
                    <a:pt x="223" y="301"/>
                  </a:lnTo>
                  <a:lnTo>
                    <a:pt x="229" y="341"/>
                  </a:lnTo>
                  <a:lnTo>
                    <a:pt x="232" y="382"/>
                  </a:lnTo>
                  <a:lnTo>
                    <a:pt x="234"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2519" name="Freeform 69"/>
            <p:cNvSpPr>
              <a:spLocks/>
            </p:cNvSpPr>
            <p:nvPr/>
          </p:nvSpPr>
          <p:spPr bwMode="auto">
            <a:xfrm>
              <a:off x="1552" y="1836"/>
              <a:ext cx="49" cy="85"/>
            </a:xfrm>
            <a:custGeom>
              <a:avLst/>
              <a:gdLst>
                <a:gd name="T0" fmla="*/ 0 w 245"/>
                <a:gd name="T1" fmla="*/ 3 h 425"/>
                <a:gd name="T2" fmla="*/ 0 w 245"/>
                <a:gd name="T3" fmla="*/ 3 h 425"/>
                <a:gd name="T4" fmla="*/ 0 w 245"/>
                <a:gd name="T5" fmla="*/ 3 h 425"/>
                <a:gd name="T6" fmla="*/ 0 w 245"/>
                <a:gd name="T7" fmla="*/ 3 h 425"/>
                <a:gd name="T8" fmla="*/ 1 w 245"/>
                <a:gd name="T9" fmla="*/ 3 h 425"/>
                <a:gd name="T10" fmla="*/ 1 w 245"/>
                <a:gd name="T11" fmla="*/ 3 h 425"/>
                <a:gd name="T12" fmla="*/ 1 w 245"/>
                <a:gd name="T13" fmla="*/ 3 h 425"/>
                <a:gd name="T14" fmla="*/ 1 w 245"/>
                <a:gd name="T15" fmla="*/ 3 h 425"/>
                <a:gd name="T16" fmla="*/ 1 w 245"/>
                <a:gd name="T17" fmla="*/ 3 h 425"/>
                <a:gd name="T18" fmla="*/ 1 w 245"/>
                <a:gd name="T19" fmla="*/ 2 h 425"/>
                <a:gd name="T20" fmla="*/ 2 w 245"/>
                <a:gd name="T21" fmla="*/ 2 h 425"/>
                <a:gd name="T22" fmla="*/ 2 w 245"/>
                <a:gd name="T23" fmla="*/ 2 h 425"/>
                <a:gd name="T24" fmla="*/ 2 w 245"/>
                <a:gd name="T25" fmla="*/ 2 h 425"/>
                <a:gd name="T26" fmla="*/ 2 w 245"/>
                <a:gd name="T27" fmla="*/ 1 h 425"/>
                <a:gd name="T28" fmla="*/ 2 w 245"/>
                <a:gd name="T29" fmla="*/ 1 h 425"/>
                <a:gd name="T30" fmla="*/ 2 w 245"/>
                <a:gd name="T31" fmla="*/ 1 h 425"/>
                <a:gd name="T32" fmla="*/ 2 w 245"/>
                <a:gd name="T33" fmla="*/ 0 h 425"/>
                <a:gd name="T34" fmla="*/ 2 w 245"/>
                <a:gd name="T35" fmla="*/ 0 h 425"/>
                <a:gd name="T36" fmla="*/ 2 w 245"/>
                <a:gd name="T37" fmla="*/ 0 h 425"/>
                <a:gd name="T38" fmla="*/ 2 w 245"/>
                <a:gd name="T39" fmla="*/ 0 h 425"/>
                <a:gd name="T40" fmla="*/ 2 w 245"/>
                <a:gd name="T41" fmla="*/ 1 h 425"/>
                <a:gd name="T42" fmla="*/ 2 w 245"/>
                <a:gd name="T43" fmla="*/ 1 h 425"/>
                <a:gd name="T44" fmla="*/ 2 w 245"/>
                <a:gd name="T45" fmla="*/ 1 h 425"/>
                <a:gd name="T46" fmla="*/ 2 w 245"/>
                <a:gd name="T47" fmla="*/ 2 h 425"/>
                <a:gd name="T48" fmla="*/ 2 w 245"/>
                <a:gd name="T49" fmla="*/ 2 h 425"/>
                <a:gd name="T50" fmla="*/ 1 w 245"/>
                <a:gd name="T51" fmla="*/ 2 h 425"/>
                <a:gd name="T52" fmla="*/ 1 w 245"/>
                <a:gd name="T53" fmla="*/ 2 h 425"/>
                <a:gd name="T54" fmla="*/ 1 w 245"/>
                <a:gd name="T55" fmla="*/ 3 h 425"/>
                <a:gd name="T56" fmla="*/ 1 w 245"/>
                <a:gd name="T57" fmla="*/ 3 h 425"/>
                <a:gd name="T58" fmla="*/ 1 w 245"/>
                <a:gd name="T59" fmla="*/ 3 h 425"/>
                <a:gd name="T60" fmla="*/ 1 w 245"/>
                <a:gd name="T61" fmla="*/ 3 h 425"/>
                <a:gd name="T62" fmla="*/ 1 w 245"/>
                <a:gd name="T63" fmla="*/ 3 h 425"/>
                <a:gd name="T64" fmla="*/ 0 w 245"/>
                <a:gd name="T65" fmla="*/ 3 h 425"/>
                <a:gd name="T66" fmla="*/ 0 w 245"/>
                <a:gd name="T67" fmla="*/ 3 h 425"/>
                <a:gd name="T68" fmla="*/ 0 w 245"/>
                <a:gd name="T69" fmla="*/ 3 h 425"/>
                <a:gd name="T70" fmla="*/ 0 w 245"/>
                <a:gd name="T71" fmla="*/ 3 h 425"/>
                <a:gd name="T72" fmla="*/ 0 w 245"/>
                <a:gd name="T73" fmla="*/ 3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5"/>
                <a:gd name="T113" fmla="*/ 245 w 245"/>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5">
                  <a:moveTo>
                    <a:pt x="0" y="425"/>
                  </a:moveTo>
                  <a:lnTo>
                    <a:pt x="0" y="425"/>
                  </a:lnTo>
                  <a:lnTo>
                    <a:pt x="26" y="422"/>
                  </a:lnTo>
                  <a:lnTo>
                    <a:pt x="51" y="417"/>
                  </a:lnTo>
                  <a:lnTo>
                    <a:pt x="74" y="406"/>
                  </a:lnTo>
                  <a:lnTo>
                    <a:pt x="96" y="391"/>
                  </a:lnTo>
                  <a:lnTo>
                    <a:pt x="119" y="373"/>
                  </a:lnTo>
                  <a:lnTo>
                    <a:pt x="137" y="351"/>
                  </a:lnTo>
                  <a:lnTo>
                    <a:pt x="156" y="326"/>
                  </a:lnTo>
                  <a:lnTo>
                    <a:pt x="174" y="299"/>
                  </a:lnTo>
                  <a:lnTo>
                    <a:pt x="190" y="269"/>
                  </a:lnTo>
                  <a:lnTo>
                    <a:pt x="204" y="236"/>
                  </a:lnTo>
                  <a:lnTo>
                    <a:pt x="216" y="202"/>
                  </a:lnTo>
                  <a:lnTo>
                    <a:pt x="226" y="163"/>
                  </a:lnTo>
                  <a:lnTo>
                    <a:pt x="235" y="126"/>
                  </a:lnTo>
                  <a:lnTo>
                    <a:pt x="241" y="86"/>
                  </a:lnTo>
                  <a:lnTo>
                    <a:pt x="244" y="43"/>
                  </a:lnTo>
                  <a:lnTo>
                    <a:pt x="245" y="0"/>
                  </a:lnTo>
                  <a:lnTo>
                    <a:pt x="234" y="0"/>
                  </a:lnTo>
                  <a:lnTo>
                    <a:pt x="232" y="43"/>
                  </a:lnTo>
                  <a:lnTo>
                    <a:pt x="229" y="84"/>
                  </a:lnTo>
                  <a:lnTo>
                    <a:pt x="223" y="123"/>
                  </a:lnTo>
                  <a:lnTo>
                    <a:pt x="215" y="161"/>
                  </a:lnTo>
                  <a:lnTo>
                    <a:pt x="204" y="197"/>
                  </a:lnTo>
                  <a:lnTo>
                    <a:pt x="193" y="231"/>
                  </a:lnTo>
                  <a:lnTo>
                    <a:pt x="178" y="264"/>
                  </a:lnTo>
                  <a:lnTo>
                    <a:pt x="164" y="292"/>
                  </a:lnTo>
                  <a:lnTo>
                    <a:pt x="147" y="319"/>
                  </a:lnTo>
                  <a:lnTo>
                    <a:pt x="128" y="344"/>
                  </a:lnTo>
                  <a:lnTo>
                    <a:pt x="109" y="364"/>
                  </a:lnTo>
                  <a:lnTo>
                    <a:pt x="89" y="381"/>
                  </a:lnTo>
                  <a:lnTo>
                    <a:pt x="67" y="394"/>
                  </a:lnTo>
                  <a:lnTo>
                    <a:pt x="46" y="405"/>
                  </a:lnTo>
                  <a:lnTo>
                    <a:pt x="24" y="411"/>
                  </a:lnTo>
                  <a:lnTo>
                    <a:pt x="0" y="413"/>
                  </a:lnTo>
                  <a:lnTo>
                    <a:pt x="0" y="425"/>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2520" name="Freeform 70"/>
            <p:cNvSpPr>
              <a:spLocks/>
            </p:cNvSpPr>
            <p:nvPr/>
          </p:nvSpPr>
          <p:spPr bwMode="auto">
            <a:xfrm>
              <a:off x="1502" y="1836"/>
              <a:ext cx="50" cy="85"/>
            </a:xfrm>
            <a:custGeom>
              <a:avLst/>
              <a:gdLst>
                <a:gd name="T0" fmla="*/ 0 w 246"/>
                <a:gd name="T1" fmla="*/ 0 h 425"/>
                <a:gd name="T2" fmla="*/ 0 w 246"/>
                <a:gd name="T3" fmla="*/ 0 h 425"/>
                <a:gd name="T4" fmla="*/ 0 w 246"/>
                <a:gd name="T5" fmla="*/ 0 h 425"/>
                <a:gd name="T6" fmla="*/ 0 w 246"/>
                <a:gd name="T7" fmla="*/ 1 h 425"/>
                <a:gd name="T8" fmla="*/ 0 w 246"/>
                <a:gd name="T9" fmla="*/ 1 h 425"/>
                <a:gd name="T10" fmla="*/ 0 w 246"/>
                <a:gd name="T11" fmla="*/ 1 h 425"/>
                <a:gd name="T12" fmla="*/ 0 w 246"/>
                <a:gd name="T13" fmla="*/ 2 h 425"/>
                <a:gd name="T14" fmla="*/ 0 w 246"/>
                <a:gd name="T15" fmla="*/ 2 h 425"/>
                <a:gd name="T16" fmla="*/ 0 w 246"/>
                <a:gd name="T17" fmla="*/ 2 h 425"/>
                <a:gd name="T18" fmla="*/ 1 w 246"/>
                <a:gd name="T19" fmla="*/ 2 h 425"/>
                <a:gd name="T20" fmla="*/ 1 w 246"/>
                <a:gd name="T21" fmla="*/ 3 h 425"/>
                <a:gd name="T22" fmla="*/ 1 w 246"/>
                <a:gd name="T23" fmla="*/ 3 h 425"/>
                <a:gd name="T24" fmla="*/ 1 w 246"/>
                <a:gd name="T25" fmla="*/ 3 h 425"/>
                <a:gd name="T26" fmla="*/ 1 w 246"/>
                <a:gd name="T27" fmla="*/ 3 h 425"/>
                <a:gd name="T28" fmla="*/ 1 w 246"/>
                <a:gd name="T29" fmla="*/ 3 h 425"/>
                <a:gd name="T30" fmla="*/ 2 w 246"/>
                <a:gd name="T31" fmla="*/ 3 h 425"/>
                <a:gd name="T32" fmla="*/ 2 w 246"/>
                <a:gd name="T33" fmla="*/ 3 h 425"/>
                <a:gd name="T34" fmla="*/ 2 w 246"/>
                <a:gd name="T35" fmla="*/ 3 h 425"/>
                <a:gd name="T36" fmla="*/ 2 w 246"/>
                <a:gd name="T37" fmla="*/ 3 h 425"/>
                <a:gd name="T38" fmla="*/ 2 w 246"/>
                <a:gd name="T39" fmla="*/ 3 h 425"/>
                <a:gd name="T40" fmla="*/ 2 w 246"/>
                <a:gd name="T41" fmla="*/ 3 h 425"/>
                <a:gd name="T42" fmla="*/ 1 w 246"/>
                <a:gd name="T43" fmla="*/ 3 h 425"/>
                <a:gd name="T44" fmla="*/ 1 w 246"/>
                <a:gd name="T45" fmla="*/ 3 h 425"/>
                <a:gd name="T46" fmla="*/ 1 w 246"/>
                <a:gd name="T47" fmla="*/ 3 h 425"/>
                <a:gd name="T48" fmla="*/ 1 w 246"/>
                <a:gd name="T49" fmla="*/ 3 h 425"/>
                <a:gd name="T50" fmla="*/ 1 w 246"/>
                <a:gd name="T51" fmla="*/ 3 h 425"/>
                <a:gd name="T52" fmla="*/ 1 w 246"/>
                <a:gd name="T53" fmla="*/ 2 h 425"/>
                <a:gd name="T54" fmla="*/ 1 w 246"/>
                <a:gd name="T55" fmla="*/ 2 h 425"/>
                <a:gd name="T56" fmla="*/ 0 w 246"/>
                <a:gd name="T57" fmla="*/ 2 h 425"/>
                <a:gd name="T58" fmla="*/ 0 w 246"/>
                <a:gd name="T59" fmla="*/ 2 h 425"/>
                <a:gd name="T60" fmla="*/ 0 w 246"/>
                <a:gd name="T61" fmla="*/ 1 h 425"/>
                <a:gd name="T62" fmla="*/ 0 w 246"/>
                <a:gd name="T63" fmla="*/ 1 h 425"/>
                <a:gd name="T64" fmla="*/ 0 w 246"/>
                <a:gd name="T65" fmla="*/ 1 h 425"/>
                <a:gd name="T66" fmla="*/ 0 w 246"/>
                <a:gd name="T67" fmla="*/ 0 h 425"/>
                <a:gd name="T68" fmla="*/ 0 w 246"/>
                <a:gd name="T69" fmla="*/ 0 h 425"/>
                <a:gd name="T70" fmla="*/ 0 w 246"/>
                <a:gd name="T71" fmla="*/ 0 h 425"/>
                <a:gd name="T72" fmla="*/ 0 w 246"/>
                <a:gd name="T73" fmla="*/ 0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5"/>
                <a:gd name="T113" fmla="*/ 246 w 246"/>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5">
                  <a:moveTo>
                    <a:pt x="0" y="0"/>
                  </a:moveTo>
                  <a:lnTo>
                    <a:pt x="0" y="0"/>
                  </a:lnTo>
                  <a:lnTo>
                    <a:pt x="2" y="43"/>
                  </a:lnTo>
                  <a:lnTo>
                    <a:pt x="5" y="86"/>
                  </a:lnTo>
                  <a:lnTo>
                    <a:pt x="11" y="126"/>
                  </a:lnTo>
                  <a:lnTo>
                    <a:pt x="19" y="163"/>
                  </a:lnTo>
                  <a:lnTo>
                    <a:pt x="30" y="202"/>
                  </a:lnTo>
                  <a:lnTo>
                    <a:pt x="41" y="236"/>
                  </a:lnTo>
                  <a:lnTo>
                    <a:pt x="55" y="269"/>
                  </a:lnTo>
                  <a:lnTo>
                    <a:pt x="73" y="299"/>
                  </a:lnTo>
                  <a:lnTo>
                    <a:pt x="89" y="326"/>
                  </a:lnTo>
                  <a:lnTo>
                    <a:pt x="108" y="351"/>
                  </a:lnTo>
                  <a:lnTo>
                    <a:pt x="128" y="373"/>
                  </a:lnTo>
                  <a:lnTo>
                    <a:pt x="150" y="391"/>
                  </a:lnTo>
                  <a:lnTo>
                    <a:pt x="171" y="406"/>
                  </a:lnTo>
                  <a:lnTo>
                    <a:pt x="196" y="417"/>
                  </a:lnTo>
                  <a:lnTo>
                    <a:pt x="221" y="422"/>
                  </a:lnTo>
                  <a:lnTo>
                    <a:pt x="246" y="425"/>
                  </a:lnTo>
                  <a:lnTo>
                    <a:pt x="246" y="413"/>
                  </a:lnTo>
                  <a:lnTo>
                    <a:pt x="223" y="411"/>
                  </a:lnTo>
                  <a:lnTo>
                    <a:pt x="201" y="405"/>
                  </a:lnTo>
                  <a:lnTo>
                    <a:pt x="178" y="394"/>
                  </a:lnTo>
                  <a:lnTo>
                    <a:pt x="157" y="381"/>
                  </a:lnTo>
                  <a:lnTo>
                    <a:pt x="137" y="364"/>
                  </a:lnTo>
                  <a:lnTo>
                    <a:pt x="117" y="344"/>
                  </a:lnTo>
                  <a:lnTo>
                    <a:pt x="99" y="319"/>
                  </a:lnTo>
                  <a:lnTo>
                    <a:pt x="82" y="292"/>
                  </a:lnTo>
                  <a:lnTo>
                    <a:pt x="67" y="264"/>
                  </a:lnTo>
                  <a:lnTo>
                    <a:pt x="53" y="231"/>
                  </a:lnTo>
                  <a:lnTo>
                    <a:pt x="41" y="197"/>
                  </a:lnTo>
                  <a:lnTo>
                    <a:pt x="31" y="161"/>
                  </a:lnTo>
                  <a:lnTo>
                    <a:pt x="23" y="123"/>
                  </a:lnTo>
                  <a:lnTo>
                    <a:pt x="17" y="84"/>
                  </a:lnTo>
                  <a:lnTo>
                    <a:pt x="13" y="4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2521" name="Freeform 71"/>
            <p:cNvSpPr>
              <a:spLocks/>
            </p:cNvSpPr>
            <p:nvPr/>
          </p:nvSpPr>
          <p:spPr bwMode="auto">
            <a:xfrm>
              <a:off x="1502" y="1751"/>
              <a:ext cx="50" cy="85"/>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2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1" y="2"/>
                  </a:lnTo>
                  <a:lnTo>
                    <a:pt x="196" y="8"/>
                  </a:lnTo>
                  <a:lnTo>
                    <a:pt x="171" y="19"/>
                  </a:lnTo>
                  <a:lnTo>
                    <a:pt x="150" y="34"/>
                  </a:lnTo>
                  <a:lnTo>
                    <a:pt x="128" y="52"/>
                  </a:lnTo>
                  <a:lnTo>
                    <a:pt x="108" y="74"/>
                  </a:lnTo>
                  <a:lnTo>
                    <a:pt x="89" y="98"/>
                  </a:lnTo>
                  <a:lnTo>
                    <a:pt x="73" y="125"/>
                  </a:lnTo>
                  <a:lnTo>
                    <a:pt x="55" y="156"/>
                  </a:lnTo>
                  <a:lnTo>
                    <a:pt x="41" y="189"/>
                  </a:lnTo>
                  <a:lnTo>
                    <a:pt x="30" y="223"/>
                  </a:lnTo>
                  <a:lnTo>
                    <a:pt x="19" y="261"/>
                  </a:lnTo>
                  <a:lnTo>
                    <a:pt x="11" y="299"/>
                  </a:lnTo>
                  <a:lnTo>
                    <a:pt x="5" y="339"/>
                  </a:lnTo>
                  <a:lnTo>
                    <a:pt x="2" y="382"/>
                  </a:lnTo>
                  <a:lnTo>
                    <a:pt x="0" y="424"/>
                  </a:lnTo>
                  <a:lnTo>
                    <a:pt x="12" y="424"/>
                  </a:lnTo>
                  <a:lnTo>
                    <a:pt x="13" y="382"/>
                  </a:lnTo>
                  <a:lnTo>
                    <a:pt x="17" y="341"/>
                  </a:lnTo>
                  <a:lnTo>
                    <a:pt x="23" y="301"/>
                  </a:lnTo>
                  <a:lnTo>
                    <a:pt x="31" y="264"/>
                  </a:lnTo>
                  <a:lnTo>
                    <a:pt x="41" y="227"/>
                  </a:lnTo>
                  <a:lnTo>
                    <a:pt x="53" y="193"/>
                  </a:lnTo>
                  <a:lnTo>
                    <a:pt x="67" y="161"/>
                  </a:lnTo>
                  <a:lnTo>
                    <a:pt x="82" y="132"/>
                  </a:lnTo>
                  <a:lnTo>
                    <a:pt x="99" y="105"/>
                  </a:lnTo>
                  <a:lnTo>
                    <a:pt x="117" y="81"/>
                  </a:lnTo>
                  <a:lnTo>
                    <a:pt x="137" y="61"/>
                  </a:lnTo>
                  <a:lnTo>
                    <a:pt x="157" y="43"/>
                  </a:lnTo>
                  <a:lnTo>
                    <a:pt x="178" y="30"/>
                  </a:lnTo>
                  <a:lnTo>
                    <a:pt x="201" y="20"/>
                  </a:lnTo>
                  <a:lnTo>
                    <a:pt x="223" y="14"/>
                  </a:lnTo>
                  <a:lnTo>
                    <a:pt x="246" y="12"/>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2522" name="Freeform 72"/>
            <p:cNvSpPr>
              <a:spLocks/>
            </p:cNvSpPr>
            <p:nvPr/>
          </p:nvSpPr>
          <p:spPr bwMode="auto">
            <a:xfrm>
              <a:off x="1565" y="2016"/>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0" y="339"/>
                  </a:lnTo>
                  <a:lnTo>
                    <a:pt x="234" y="299"/>
                  </a:lnTo>
                  <a:lnTo>
                    <a:pt x="226" y="261"/>
                  </a:lnTo>
                  <a:lnTo>
                    <a:pt x="216" y="223"/>
                  </a:lnTo>
                  <a:lnTo>
                    <a:pt x="204" y="189"/>
                  </a:lnTo>
                  <a:lnTo>
                    <a:pt x="190" y="156"/>
                  </a:lnTo>
                  <a:lnTo>
                    <a:pt x="174" y="125"/>
                  </a:lnTo>
                  <a:lnTo>
                    <a:pt x="156" y="98"/>
                  </a:lnTo>
                  <a:lnTo>
                    <a:pt x="138" y="74"/>
                  </a:lnTo>
                  <a:lnTo>
                    <a:pt x="118" y="51"/>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9" y="81"/>
                  </a:lnTo>
                  <a:lnTo>
                    <a:pt x="147" y="105"/>
                  </a:lnTo>
                  <a:lnTo>
                    <a:pt x="164" y="132"/>
                  </a:lnTo>
                  <a:lnTo>
                    <a:pt x="178" y="160"/>
                  </a:lnTo>
                  <a:lnTo>
                    <a:pt x="192" y="193"/>
                  </a:lnTo>
                  <a:lnTo>
                    <a:pt x="204" y="227"/>
                  </a:lnTo>
                  <a:lnTo>
                    <a:pt x="215" y="264"/>
                  </a:lnTo>
                  <a:lnTo>
                    <a:pt x="223" y="301"/>
                  </a:lnTo>
                  <a:lnTo>
                    <a:pt x="229"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2523" name="Freeform 73"/>
            <p:cNvSpPr>
              <a:spLocks/>
            </p:cNvSpPr>
            <p:nvPr/>
          </p:nvSpPr>
          <p:spPr bwMode="auto">
            <a:xfrm>
              <a:off x="1565" y="2101"/>
              <a:ext cx="49" cy="85"/>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6" y="423"/>
                  </a:lnTo>
                  <a:lnTo>
                    <a:pt x="51" y="418"/>
                  </a:lnTo>
                  <a:lnTo>
                    <a:pt x="74" y="407"/>
                  </a:lnTo>
                  <a:lnTo>
                    <a:pt x="96" y="392"/>
                  </a:lnTo>
                  <a:lnTo>
                    <a:pt x="118" y="373"/>
                  </a:lnTo>
                  <a:lnTo>
                    <a:pt x="138" y="351"/>
                  </a:lnTo>
                  <a:lnTo>
                    <a:pt x="156" y="327"/>
                  </a:lnTo>
                  <a:lnTo>
                    <a:pt x="175" y="299"/>
                  </a:lnTo>
                  <a:lnTo>
                    <a:pt x="190" y="269"/>
                  </a:lnTo>
                  <a:lnTo>
                    <a:pt x="204" y="236"/>
                  </a:lnTo>
                  <a:lnTo>
                    <a:pt x="216" y="202"/>
                  </a:lnTo>
                  <a:lnTo>
                    <a:pt x="226" y="164"/>
                  </a:lnTo>
                  <a:lnTo>
                    <a:pt x="234" y="126"/>
                  </a:lnTo>
                  <a:lnTo>
                    <a:pt x="240" y="86"/>
                  </a:lnTo>
                  <a:lnTo>
                    <a:pt x="244" y="42"/>
                  </a:lnTo>
                  <a:lnTo>
                    <a:pt x="245" y="0"/>
                  </a:lnTo>
                  <a:lnTo>
                    <a:pt x="233" y="0"/>
                  </a:lnTo>
                  <a:lnTo>
                    <a:pt x="232" y="42"/>
                  </a:lnTo>
                  <a:lnTo>
                    <a:pt x="229" y="83"/>
                  </a:lnTo>
                  <a:lnTo>
                    <a:pt x="223" y="123"/>
                  </a:lnTo>
                  <a:lnTo>
                    <a:pt x="215" y="162"/>
                  </a:lnTo>
                  <a:lnTo>
                    <a:pt x="204" y="197"/>
                  </a:lnTo>
                  <a:lnTo>
                    <a:pt x="192" y="231"/>
                  </a:lnTo>
                  <a:lnTo>
                    <a:pt x="178" y="264"/>
                  </a:lnTo>
                  <a:lnTo>
                    <a:pt x="163" y="292"/>
                  </a:lnTo>
                  <a:lnTo>
                    <a:pt x="147" y="320"/>
                  </a:lnTo>
                  <a:lnTo>
                    <a:pt x="129" y="344"/>
                  </a:lnTo>
                  <a:lnTo>
                    <a:pt x="109" y="364"/>
                  </a:lnTo>
                  <a:lnTo>
                    <a:pt x="89" y="382"/>
                  </a:lnTo>
                  <a:lnTo>
                    <a:pt x="67" y="395"/>
                  </a:lnTo>
                  <a:lnTo>
                    <a:pt x="46" y="406"/>
                  </a:lnTo>
                  <a:lnTo>
                    <a:pt x="24"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2524" name="Freeform 74"/>
            <p:cNvSpPr>
              <a:spLocks/>
            </p:cNvSpPr>
            <p:nvPr/>
          </p:nvSpPr>
          <p:spPr bwMode="auto">
            <a:xfrm>
              <a:off x="1516" y="2101"/>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5" y="86"/>
                  </a:lnTo>
                  <a:lnTo>
                    <a:pt x="11" y="126"/>
                  </a:lnTo>
                  <a:lnTo>
                    <a:pt x="19" y="164"/>
                  </a:lnTo>
                  <a:lnTo>
                    <a:pt x="30" y="202"/>
                  </a:lnTo>
                  <a:lnTo>
                    <a:pt x="41" y="236"/>
                  </a:lnTo>
                  <a:lnTo>
                    <a:pt x="55" y="269"/>
                  </a:lnTo>
                  <a:lnTo>
                    <a:pt x="71" y="299"/>
                  </a:lnTo>
                  <a:lnTo>
                    <a:pt x="89" y="327"/>
                  </a:lnTo>
                  <a:lnTo>
                    <a:pt x="107" y="351"/>
                  </a:lnTo>
                  <a:lnTo>
                    <a:pt x="127" y="373"/>
                  </a:lnTo>
                  <a:lnTo>
                    <a:pt x="149" y="392"/>
                  </a:lnTo>
                  <a:lnTo>
                    <a:pt x="171" y="407"/>
                  </a:lnTo>
                  <a:lnTo>
                    <a:pt x="195" y="418"/>
                  </a:lnTo>
                  <a:lnTo>
                    <a:pt x="219" y="423"/>
                  </a:lnTo>
                  <a:lnTo>
                    <a:pt x="245" y="426"/>
                  </a:lnTo>
                  <a:lnTo>
                    <a:pt x="245" y="414"/>
                  </a:lnTo>
                  <a:lnTo>
                    <a:pt x="222" y="412"/>
                  </a:lnTo>
                  <a:lnTo>
                    <a:pt x="199" y="406"/>
                  </a:lnTo>
                  <a:lnTo>
                    <a:pt x="178" y="395"/>
                  </a:lnTo>
                  <a:lnTo>
                    <a:pt x="156" y="382"/>
                  </a:lnTo>
                  <a:lnTo>
                    <a:pt x="136" y="364"/>
                  </a:lnTo>
                  <a:lnTo>
                    <a:pt x="116" y="344"/>
                  </a:lnTo>
                  <a:lnTo>
                    <a:pt x="99" y="320"/>
                  </a:lnTo>
                  <a:lnTo>
                    <a:pt x="82" y="292"/>
                  </a:lnTo>
                  <a:lnTo>
                    <a:pt x="67" y="264"/>
                  </a:lnTo>
                  <a:lnTo>
                    <a:pt x="53" y="231"/>
                  </a:lnTo>
                  <a:lnTo>
                    <a:pt x="41" y="197"/>
                  </a:lnTo>
                  <a:lnTo>
                    <a:pt x="31" y="162"/>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2525" name="Freeform 75"/>
            <p:cNvSpPr>
              <a:spLocks/>
            </p:cNvSpPr>
            <p:nvPr/>
          </p:nvSpPr>
          <p:spPr bwMode="auto">
            <a:xfrm>
              <a:off x="1516" y="2016"/>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5" y="8"/>
                  </a:lnTo>
                  <a:lnTo>
                    <a:pt x="171" y="19"/>
                  </a:lnTo>
                  <a:lnTo>
                    <a:pt x="149" y="34"/>
                  </a:lnTo>
                  <a:lnTo>
                    <a:pt x="127" y="51"/>
                  </a:lnTo>
                  <a:lnTo>
                    <a:pt x="107" y="74"/>
                  </a:lnTo>
                  <a:lnTo>
                    <a:pt x="89" y="98"/>
                  </a:lnTo>
                  <a:lnTo>
                    <a:pt x="72" y="125"/>
                  </a:lnTo>
                  <a:lnTo>
                    <a:pt x="55" y="156"/>
                  </a:lnTo>
                  <a:lnTo>
                    <a:pt x="41" y="189"/>
                  </a:lnTo>
                  <a:lnTo>
                    <a:pt x="30" y="223"/>
                  </a:lnTo>
                  <a:lnTo>
                    <a:pt x="19" y="261"/>
                  </a:lnTo>
                  <a:lnTo>
                    <a:pt x="11" y="299"/>
                  </a:lnTo>
                  <a:lnTo>
                    <a:pt x="5" y="339"/>
                  </a:lnTo>
                  <a:lnTo>
                    <a:pt x="1" y="382"/>
                  </a:lnTo>
                  <a:lnTo>
                    <a:pt x="0" y="424"/>
                  </a:lnTo>
                  <a:lnTo>
                    <a:pt x="12" y="424"/>
                  </a:lnTo>
                  <a:lnTo>
                    <a:pt x="13" y="382"/>
                  </a:lnTo>
                  <a:lnTo>
                    <a:pt x="17" y="341"/>
                  </a:lnTo>
                  <a:lnTo>
                    <a:pt x="23" y="301"/>
                  </a:lnTo>
                  <a:lnTo>
                    <a:pt x="31" y="264"/>
                  </a:lnTo>
                  <a:lnTo>
                    <a:pt x="41" y="227"/>
                  </a:lnTo>
                  <a:lnTo>
                    <a:pt x="53" y="193"/>
                  </a:lnTo>
                  <a:lnTo>
                    <a:pt x="67" y="160"/>
                  </a:lnTo>
                  <a:lnTo>
                    <a:pt x="81" y="132"/>
                  </a:lnTo>
                  <a:lnTo>
                    <a:pt x="99" y="105"/>
                  </a:lnTo>
                  <a:lnTo>
                    <a:pt x="116" y="81"/>
                  </a:lnTo>
                  <a:lnTo>
                    <a:pt x="136" y="61"/>
                  </a:lnTo>
                  <a:lnTo>
                    <a:pt x="156" y="43"/>
                  </a:lnTo>
                  <a:lnTo>
                    <a:pt x="178" y="30"/>
                  </a:lnTo>
                  <a:lnTo>
                    <a:pt x="199" y="20"/>
                  </a:lnTo>
                  <a:lnTo>
                    <a:pt x="222"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sp>
        <p:nvSpPr>
          <p:cNvPr id="62472" name="Rectangle 77"/>
          <p:cNvSpPr>
            <a:spLocks noChangeArrowheads="1"/>
          </p:cNvSpPr>
          <p:nvPr/>
        </p:nvSpPr>
        <p:spPr bwMode="auto">
          <a:xfrm>
            <a:off x="611188" y="0"/>
            <a:ext cx="6388100" cy="6477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3000"/>
              <a:t>Sem. 1 - Mardi</a:t>
            </a:r>
          </a:p>
        </p:txBody>
      </p:sp>
      <p:sp>
        <p:nvSpPr>
          <p:cNvPr id="62473" name="Text Box 78"/>
          <p:cNvSpPr txBox="1">
            <a:spLocks noChangeArrowheads="1"/>
          </p:cNvSpPr>
          <p:nvPr/>
        </p:nvSpPr>
        <p:spPr bwMode="auto">
          <a:xfrm>
            <a:off x="566738" y="2697163"/>
            <a:ext cx="3217862"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2. Pas de commandes</a:t>
            </a:r>
          </a:p>
        </p:txBody>
      </p:sp>
      <p:sp>
        <p:nvSpPr>
          <p:cNvPr id="62474" name="Text Box 79"/>
          <p:cNvSpPr txBox="1">
            <a:spLocks noChangeArrowheads="1"/>
          </p:cNvSpPr>
          <p:nvPr/>
        </p:nvSpPr>
        <p:spPr bwMode="auto">
          <a:xfrm>
            <a:off x="566738" y="5211763"/>
            <a:ext cx="6543675" cy="4429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eaLnBrk="1" hangingPunct="1">
              <a:spcBef>
                <a:spcPct val="0"/>
              </a:spcBef>
              <a:buFontTx/>
              <a:buNone/>
            </a:pPr>
            <a:r>
              <a:rPr lang="fr-FR" altLang="fr-FR" sz="2300"/>
              <a:t>4. Pointez la production sur votre feuille de suivi</a:t>
            </a:r>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3490" name="Group 2"/>
          <p:cNvGrpSpPr>
            <a:grpSpLocks/>
          </p:cNvGrpSpPr>
          <p:nvPr/>
        </p:nvGrpSpPr>
        <p:grpSpPr bwMode="auto">
          <a:xfrm>
            <a:off x="7073900" y="215900"/>
            <a:ext cx="1878013" cy="1250950"/>
            <a:chOff x="4456" y="136"/>
            <a:chExt cx="1183" cy="788"/>
          </a:xfrm>
        </p:grpSpPr>
        <p:grpSp>
          <p:nvGrpSpPr>
            <p:cNvPr id="63550" name="Group 3"/>
            <p:cNvGrpSpPr>
              <a:grpSpLocks/>
            </p:cNvGrpSpPr>
            <p:nvPr/>
          </p:nvGrpSpPr>
          <p:grpSpPr bwMode="auto">
            <a:xfrm>
              <a:off x="4766" y="232"/>
              <a:ext cx="873" cy="692"/>
              <a:chOff x="2185" y="310"/>
              <a:chExt cx="873" cy="692"/>
            </a:xfrm>
          </p:grpSpPr>
          <p:sp>
            <p:nvSpPr>
              <p:cNvPr id="63561" name="Freeform 4"/>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accent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3562" name="Freeform 5"/>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3563" name="Freeform 6"/>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3564" name="Freeform 7"/>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3565" name="Freeform 8"/>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3566" name="Freeform 9"/>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3567" name="Freeform 10"/>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grpSp>
          <p:nvGrpSpPr>
            <p:cNvPr id="63551" name="Group 11"/>
            <p:cNvGrpSpPr>
              <a:grpSpLocks/>
            </p:cNvGrpSpPr>
            <p:nvPr/>
          </p:nvGrpSpPr>
          <p:grpSpPr bwMode="auto">
            <a:xfrm>
              <a:off x="4949" y="336"/>
              <a:ext cx="591" cy="468"/>
              <a:chOff x="2185" y="310"/>
              <a:chExt cx="873" cy="692"/>
            </a:xfrm>
          </p:grpSpPr>
          <p:sp>
            <p:nvSpPr>
              <p:cNvPr id="63554" name="Freeform 12"/>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3555" name="Freeform 13"/>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3556" name="Freeform 14"/>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3557" name="Freeform 15"/>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3558" name="Freeform 16"/>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3559" name="Freeform 17"/>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3560" name="Freeform 18"/>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pic>
          <p:nvPicPr>
            <p:cNvPr id="63552" name="Picture 19"/>
            <p:cNvPicPr>
              <a:picLocks noChangeAspect="1" noChangeArrowheads="1"/>
            </p:cNvPicPr>
            <p:nvPr/>
          </p:nvPicPr>
          <p:blipFill>
            <a:blip r:embed="rId3" cstate="print">
              <a:extLst>
                <a:ext uri="{28A0092B-C50C-407E-A947-70E740481C1C}">
                  <a14:useLocalDpi xmlns:a14="http://schemas.microsoft.com/office/drawing/2010/main" val="0"/>
                </a:ext>
              </a:extLst>
            </a:blip>
            <a:srcRect l="-4282" t="-4369" r="-5199" b="-12012"/>
            <a:stretch>
              <a:fillRect/>
            </a:stretch>
          </p:blipFill>
          <p:spPr bwMode="auto">
            <a:xfrm>
              <a:off x="4456" y="136"/>
              <a:ext cx="480" cy="5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63553" name="Text Box 20"/>
            <p:cNvSpPr txBox="1">
              <a:spLocks noChangeArrowheads="1"/>
            </p:cNvSpPr>
            <p:nvPr/>
          </p:nvSpPr>
          <p:spPr bwMode="auto">
            <a:xfrm>
              <a:off x="4946" y="314"/>
              <a:ext cx="596" cy="49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4500" b="1">
                  <a:solidFill>
                    <a:srgbClr val="FF0000"/>
                  </a:solidFill>
                  <a:latin typeface="Arial Black" pitchFamily="34" charset="0"/>
                </a:rPr>
                <a:t>14</a:t>
              </a:r>
              <a:endParaRPr lang="fr-FR" altLang="fr-FR" sz="3200">
                <a:solidFill>
                  <a:schemeClr val="tx1"/>
                </a:solidFill>
                <a:latin typeface="Arial Black" pitchFamily="34" charset="0"/>
              </a:endParaRPr>
            </a:p>
          </p:txBody>
        </p:sp>
      </p:grpSp>
      <p:sp>
        <p:nvSpPr>
          <p:cNvPr id="63492" name="Text Box 22"/>
          <p:cNvSpPr txBox="1">
            <a:spLocks noChangeArrowheads="1"/>
          </p:cNvSpPr>
          <p:nvPr/>
        </p:nvSpPr>
        <p:spPr bwMode="auto">
          <a:xfrm>
            <a:off x="566738" y="1363663"/>
            <a:ext cx="1946275"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1. Tirez le dé</a:t>
            </a:r>
          </a:p>
        </p:txBody>
      </p:sp>
      <p:sp>
        <p:nvSpPr>
          <p:cNvPr id="63493" name="Text Box 23"/>
          <p:cNvSpPr txBox="1">
            <a:spLocks noChangeArrowheads="1"/>
          </p:cNvSpPr>
          <p:nvPr/>
        </p:nvSpPr>
        <p:spPr bwMode="auto">
          <a:xfrm>
            <a:off x="566738" y="3935413"/>
            <a:ext cx="18796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3. Produisez</a:t>
            </a:r>
          </a:p>
        </p:txBody>
      </p:sp>
      <p:grpSp>
        <p:nvGrpSpPr>
          <p:cNvPr id="63494" name="Group 24"/>
          <p:cNvGrpSpPr>
            <a:grpSpLocks/>
          </p:cNvGrpSpPr>
          <p:nvPr/>
        </p:nvGrpSpPr>
        <p:grpSpPr bwMode="auto">
          <a:xfrm>
            <a:off x="2986088" y="1306513"/>
            <a:ext cx="446087" cy="534987"/>
            <a:chOff x="868" y="1439"/>
            <a:chExt cx="811" cy="972"/>
          </a:xfrm>
        </p:grpSpPr>
        <p:sp>
          <p:nvSpPr>
            <p:cNvPr id="63499" name="Freeform 25"/>
            <p:cNvSpPr>
              <a:spLocks/>
            </p:cNvSpPr>
            <p:nvPr/>
          </p:nvSpPr>
          <p:spPr bwMode="auto">
            <a:xfrm>
              <a:off x="1548" y="2014"/>
              <a:ext cx="123" cy="100"/>
            </a:xfrm>
            <a:custGeom>
              <a:avLst/>
              <a:gdLst>
                <a:gd name="T0" fmla="*/ 5 w 618"/>
                <a:gd name="T1" fmla="*/ 0 h 502"/>
                <a:gd name="T2" fmla="*/ 5 w 618"/>
                <a:gd name="T3" fmla="*/ 0 h 502"/>
                <a:gd name="T4" fmla="*/ 0 w 618"/>
                <a:gd name="T5" fmla="*/ 4 h 502"/>
                <a:gd name="T6" fmla="*/ 0 w 618"/>
                <a:gd name="T7" fmla="*/ 4 h 502"/>
                <a:gd name="T8" fmla="*/ 5 w 618"/>
                <a:gd name="T9" fmla="*/ 0 h 502"/>
                <a:gd name="T10" fmla="*/ 5 w 618"/>
                <a:gd name="T11" fmla="*/ 0 h 502"/>
                <a:gd name="T12" fmla="*/ 5 w 618"/>
                <a:gd name="T13" fmla="*/ 0 h 502"/>
                <a:gd name="T14" fmla="*/ 5 w 618"/>
                <a:gd name="T15" fmla="*/ 0 h 502"/>
                <a:gd name="T16" fmla="*/ 5 w 618"/>
                <a:gd name="T17" fmla="*/ 0 h 502"/>
                <a:gd name="T18" fmla="*/ 5 w 618"/>
                <a:gd name="T19" fmla="*/ 0 h 502"/>
                <a:gd name="T20" fmla="*/ 5 w 618"/>
                <a:gd name="T21" fmla="*/ 0 h 502"/>
                <a:gd name="T22" fmla="*/ 5 w 618"/>
                <a:gd name="T23" fmla="*/ 0 h 502"/>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618"/>
                <a:gd name="T37" fmla="*/ 0 h 502"/>
                <a:gd name="T38" fmla="*/ 618 w 618"/>
                <a:gd name="T39" fmla="*/ 502 h 502"/>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618" h="502">
                  <a:moveTo>
                    <a:pt x="611" y="0"/>
                  </a:moveTo>
                  <a:lnTo>
                    <a:pt x="606" y="2"/>
                  </a:lnTo>
                  <a:lnTo>
                    <a:pt x="0" y="490"/>
                  </a:lnTo>
                  <a:lnTo>
                    <a:pt x="10" y="502"/>
                  </a:lnTo>
                  <a:lnTo>
                    <a:pt x="616" y="14"/>
                  </a:lnTo>
                  <a:lnTo>
                    <a:pt x="611" y="16"/>
                  </a:lnTo>
                  <a:lnTo>
                    <a:pt x="616" y="14"/>
                  </a:lnTo>
                  <a:lnTo>
                    <a:pt x="618" y="9"/>
                  </a:lnTo>
                  <a:lnTo>
                    <a:pt x="617" y="3"/>
                  </a:lnTo>
                  <a:lnTo>
                    <a:pt x="612" y="1"/>
                  </a:lnTo>
                  <a:lnTo>
                    <a:pt x="606" y="2"/>
                  </a:lnTo>
                  <a:lnTo>
                    <a:pt x="611"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3500" name="Freeform 26"/>
            <p:cNvSpPr>
              <a:spLocks/>
            </p:cNvSpPr>
            <p:nvPr/>
          </p:nvSpPr>
          <p:spPr bwMode="auto">
            <a:xfrm>
              <a:off x="876" y="1852"/>
              <a:ext cx="82" cy="373"/>
            </a:xfrm>
            <a:custGeom>
              <a:avLst/>
              <a:gdLst>
                <a:gd name="T0" fmla="*/ 3 w 413"/>
                <a:gd name="T1" fmla="*/ 15 h 1865"/>
                <a:gd name="T2" fmla="*/ 3 w 413"/>
                <a:gd name="T3" fmla="*/ 15 h 1865"/>
                <a:gd name="T4" fmla="*/ 0 w 413"/>
                <a:gd name="T5" fmla="*/ 0 h 1865"/>
                <a:gd name="T6" fmla="*/ 0 w 413"/>
                <a:gd name="T7" fmla="*/ 0 h 1865"/>
                <a:gd name="T8" fmla="*/ 3 w 413"/>
                <a:gd name="T9" fmla="*/ 15 h 1865"/>
                <a:gd name="T10" fmla="*/ 3 w 413"/>
                <a:gd name="T11" fmla="*/ 15 h 1865"/>
                <a:gd name="T12" fmla="*/ 3 w 413"/>
                <a:gd name="T13" fmla="*/ 15 h 1865"/>
                <a:gd name="T14" fmla="*/ 3 w 413"/>
                <a:gd name="T15" fmla="*/ 15 h 1865"/>
                <a:gd name="T16" fmla="*/ 3 w 413"/>
                <a:gd name="T17" fmla="*/ 15 h 1865"/>
                <a:gd name="T18" fmla="*/ 3 w 413"/>
                <a:gd name="T19" fmla="*/ 15 h 1865"/>
                <a:gd name="T20" fmla="*/ 3 w 413"/>
                <a:gd name="T21" fmla="*/ 15 h 1865"/>
                <a:gd name="T22" fmla="*/ 3 w 413"/>
                <a:gd name="T23" fmla="*/ 15 h 186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413"/>
                <a:gd name="T37" fmla="*/ 0 h 1865"/>
                <a:gd name="T38" fmla="*/ 413 w 413"/>
                <a:gd name="T39" fmla="*/ 1865 h 1865"/>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413" h="1865">
                  <a:moveTo>
                    <a:pt x="400" y="1864"/>
                  </a:moveTo>
                  <a:lnTo>
                    <a:pt x="413" y="1856"/>
                  </a:lnTo>
                  <a:lnTo>
                    <a:pt x="17" y="0"/>
                  </a:lnTo>
                  <a:lnTo>
                    <a:pt x="0" y="2"/>
                  </a:lnTo>
                  <a:lnTo>
                    <a:pt x="396" y="1858"/>
                  </a:lnTo>
                  <a:lnTo>
                    <a:pt x="409" y="1850"/>
                  </a:lnTo>
                  <a:lnTo>
                    <a:pt x="396" y="1858"/>
                  </a:lnTo>
                  <a:lnTo>
                    <a:pt x="400" y="1864"/>
                  </a:lnTo>
                  <a:lnTo>
                    <a:pt x="406" y="1865"/>
                  </a:lnTo>
                  <a:lnTo>
                    <a:pt x="410" y="1862"/>
                  </a:lnTo>
                  <a:lnTo>
                    <a:pt x="413" y="1856"/>
                  </a:lnTo>
                  <a:lnTo>
                    <a:pt x="400" y="186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3501" name="Freeform 27"/>
            <p:cNvSpPr>
              <a:spLocks/>
            </p:cNvSpPr>
            <p:nvPr/>
          </p:nvSpPr>
          <p:spPr bwMode="auto">
            <a:xfrm>
              <a:off x="1282" y="1533"/>
              <a:ext cx="35" cy="161"/>
            </a:xfrm>
            <a:custGeom>
              <a:avLst/>
              <a:gdLst>
                <a:gd name="T0" fmla="*/ 1 w 175"/>
                <a:gd name="T1" fmla="*/ 6 h 807"/>
                <a:gd name="T2" fmla="*/ 1 w 175"/>
                <a:gd name="T3" fmla="*/ 6 h 807"/>
                <a:gd name="T4" fmla="*/ 1 w 175"/>
                <a:gd name="T5" fmla="*/ 6 h 807"/>
                <a:gd name="T6" fmla="*/ 1 w 175"/>
                <a:gd name="T7" fmla="*/ 5 h 807"/>
                <a:gd name="T8" fmla="*/ 1 w 175"/>
                <a:gd name="T9" fmla="*/ 5 h 807"/>
                <a:gd name="T10" fmla="*/ 1 w 175"/>
                <a:gd name="T11" fmla="*/ 5 h 807"/>
                <a:gd name="T12" fmla="*/ 1 w 175"/>
                <a:gd name="T13" fmla="*/ 4 h 807"/>
                <a:gd name="T14" fmla="*/ 1 w 175"/>
                <a:gd name="T15" fmla="*/ 4 h 807"/>
                <a:gd name="T16" fmla="*/ 1 w 175"/>
                <a:gd name="T17" fmla="*/ 3 h 807"/>
                <a:gd name="T18" fmla="*/ 1 w 175"/>
                <a:gd name="T19" fmla="*/ 3 h 807"/>
                <a:gd name="T20" fmla="*/ 1 w 175"/>
                <a:gd name="T21" fmla="*/ 3 h 807"/>
                <a:gd name="T22" fmla="*/ 1 w 175"/>
                <a:gd name="T23" fmla="*/ 2 h 807"/>
                <a:gd name="T24" fmla="*/ 1 w 175"/>
                <a:gd name="T25" fmla="*/ 2 h 807"/>
                <a:gd name="T26" fmla="*/ 1 w 175"/>
                <a:gd name="T27" fmla="*/ 2 h 807"/>
                <a:gd name="T28" fmla="*/ 1 w 175"/>
                <a:gd name="T29" fmla="*/ 1 h 807"/>
                <a:gd name="T30" fmla="*/ 1 w 175"/>
                <a:gd name="T31" fmla="*/ 1 h 807"/>
                <a:gd name="T32" fmla="*/ 1 w 175"/>
                <a:gd name="T33" fmla="*/ 1 h 807"/>
                <a:gd name="T34" fmla="*/ 1 w 175"/>
                <a:gd name="T35" fmla="*/ 0 h 807"/>
                <a:gd name="T36" fmla="*/ 1 w 175"/>
                <a:gd name="T37" fmla="*/ 0 h 807"/>
                <a:gd name="T38" fmla="*/ 1 w 175"/>
                <a:gd name="T39" fmla="*/ 0 h 807"/>
                <a:gd name="T40" fmla="*/ 0 w 175"/>
                <a:gd name="T41" fmla="*/ 1 h 807"/>
                <a:gd name="T42" fmla="*/ 0 w 175"/>
                <a:gd name="T43" fmla="*/ 1 h 807"/>
                <a:gd name="T44" fmla="*/ 0 w 175"/>
                <a:gd name="T45" fmla="*/ 1 h 807"/>
                <a:gd name="T46" fmla="*/ 0 w 175"/>
                <a:gd name="T47" fmla="*/ 2 h 807"/>
                <a:gd name="T48" fmla="*/ 0 w 175"/>
                <a:gd name="T49" fmla="*/ 2 h 807"/>
                <a:gd name="T50" fmla="*/ 0 w 175"/>
                <a:gd name="T51" fmla="*/ 3 h 807"/>
                <a:gd name="T52" fmla="*/ 0 w 175"/>
                <a:gd name="T53" fmla="*/ 3 h 807"/>
                <a:gd name="T54" fmla="*/ 0 w 175"/>
                <a:gd name="T55" fmla="*/ 3 h 807"/>
                <a:gd name="T56" fmla="*/ 0 w 175"/>
                <a:gd name="T57" fmla="*/ 4 h 807"/>
                <a:gd name="T58" fmla="*/ 0 w 175"/>
                <a:gd name="T59" fmla="*/ 4 h 807"/>
                <a:gd name="T60" fmla="*/ 0 w 175"/>
                <a:gd name="T61" fmla="*/ 5 h 807"/>
                <a:gd name="T62" fmla="*/ 0 w 175"/>
                <a:gd name="T63" fmla="*/ 5 h 807"/>
                <a:gd name="T64" fmla="*/ 0 w 175"/>
                <a:gd name="T65" fmla="*/ 5 h 807"/>
                <a:gd name="T66" fmla="*/ 1 w 175"/>
                <a:gd name="T67" fmla="*/ 6 h 807"/>
                <a:gd name="T68" fmla="*/ 1 w 175"/>
                <a:gd name="T69" fmla="*/ 6 h 807"/>
                <a:gd name="T70" fmla="*/ 1 w 175"/>
                <a:gd name="T71" fmla="*/ 6 h 807"/>
                <a:gd name="T72" fmla="*/ 1 w 175"/>
                <a:gd name="T73" fmla="*/ 6 h 807"/>
                <a:gd name="T74" fmla="*/ 1 w 175"/>
                <a:gd name="T75" fmla="*/ 6 h 807"/>
                <a:gd name="T76" fmla="*/ 1 w 175"/>
                <a:gd name="T77" fmla="*/ 6 h 807"/>
                <a:gd name="T78" fmla="*/ 1 w 175"/>
                <a:gd name="T79" fmla="*/ 6 h 807"/>
                <a:gd name="T80" fmla="*/ 1 w 175"/>
                <a:gd name="T81" fmla="*/ 6 h 807"/>
                <a:gd name="T82" fmla="*/ 1 w 175"/>
                <a:gd name="T83" fmla="*/ 6 h 807"/>
                <a:gd name="T84" fmla="*/ 1 w 175"/>
                <a:gd name="T85" fmla="*/ 6 h 807"/>
                <a:gd name="T86" fmla="*/ 1 w 175"/>
                <a:gd name="T87" fmla="*/ 6 h 807"/>
                <a:gd name="T88" fmla="*/ 1 w 175"/>
                <a:gd name="T89" fmla="*/ 6 h 807"/>
                <a:gd name="T90" fmla="*/ 1 w 175"/>
                <a:gd name="T91" fmla="*/ 6 h 80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175"/>
                <a:gd name="T139" fmla="*/ 0 h 807"/>
                <a:gd name="T140" fmla="*/ 175 w 175"/>
                <a:gd name="T141" fmla="*/ 807 h 80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175" h="807">
                  <a:moveTo>
                    <a:pt x="169" y="740"/>
                  </a:moveTo>
                  <a:lnTo>
                    <a:pt x="169" y="739"/>
                  </a:lnTo>
                  <a:lnTo>
                    <a:pt x="149" y="698"/>
                  </a:lnTo>
                  <a:lnTo>
                    <a:pt x="133" y="656"/>
                  </a:lnTo>
                  <a:lnTo>
                    <a:pt x="120" y="611"/>
                  </a:lnTo>
                  <a:lnTo>
                    <a:pt x="108" y="565"/>
                  </a:lnTo>
                  <a:lnTo>
                    <a:pt x="100" y="520"/>
                  </a:lnTo>
                  <a:lnTo>
                    <a:pt x="96" y="472"/>
                  </a:lnTo>
                  <a:lnTo>
                    <a:pt x="93" y="425"/>
                  </a:lnTo>
                  <a:lnTo>
                    <a:pt x="93" y="377"/>
                  </a:lnTo>
                  <a:lnTo>
                    <a:pt x="96" y="330"/>
                  </a:lnTo>
                  <a:lnTo>
                    <a:pt x="100" y="283"/>
                  </a:lnTo>
                  <a:lnTo>
                    <a:pt x="106" y="238"/>
                  </a:lnTo>
                  <a:lnTo>
                    <a:pt x="115" y="195"/>
                  </a:lnTo>
                  <a:lnTo>
                    <a:pt x="126" y="153"/>
                  </a:lnTo>
                  <a:lnTo>
                    <a:pt x="139" y="114"/>
                  </a:lnTo>
                  <a:lnTo>
                    <a:pt x="153" y="77"/>
                  </a:lnTo>
                  <a:lnTo>
                    <a:pt x="169" y="43"/>
                  </a:lnTo>
                  <a:lnTo>
                    <a:pt x="87" y="0"/>
                  </a:lnTo>
                  <a:lnTo>
                    <a:pt x="69" y="39"/>
                  </a:lnTo>
                  <a:lnTo>
                    <a:pt x="52" y="81"/>
                  </a:lnTo>
                  <a:lnTo>
                    <a:pt x="37" y="127"/>
                  </a:lnTo>
                  <a:lnTo>
                    <a:pt x="24" y="174"/>
                  </a:lnTo>
                  <a:lnTo>
                    <a:pt x="15" y="222"/>
                  </a:lnTo>
                  <a:lnTo>
                    <a:pt x="7" y="271"/>
                  </a:lnTo>
                  <a:lnTo>
                    <a:pt x="2" y="323"/>
                  </a:lnTo>
                  <a:lnTo>
                    <a:pt x="0" y="374"/>
                  </a:lnTo>
                  <a:lnTo>
                    <a:pt x="0" y="427"/>
                  </a:lnTo>
                  <a:lnTo>
                    <a:pt x="2" y="479"/>
                  </a:lnTo>
                  <a:lnTo>
                    <a:pt x="9" y="531"/>
                  </a:lnTo>
                  <a:lnTo>
                    <a:pt x="17" y="584"/>
                  </a:lnTo>
                  <a:lnTo>
                    <a:pt x="29" y="635"/>
                  </a:lnTo>
                  <a:lnTo>
                    <a:pt x="44" y="686"/>
                  </a:lnTo>
                  <a:lnTo>
                    <a:pt x="65" y="736"/>
                  </a:lnTo>
                  <a:lnTo>
                    <a:pt x="87" y="784"/>
                  </a:lnTo>
                  <a:lnTo>
                    <a:pt x="87" y="782"/>
                  </a:lnTo>
                  <a:lnTo>
                    <a:pt x="87" y="784"/>
                  </a:lnTo>
                  <a:lnTo>
                    <a:pt x="100" y="799"/>
                  </a:lnTo>
                  <a:lnTo>
                    <a:pt x="117" y="807"/>
                  </a:lnTo>
                  <a:lnTo>
                    <a:pt x="134" y="807"/>
                  </a:lnTo>
                  <a:lnTo>
                    <a:pt x="151" y="801"/>
                  </a:lnTo>
                  <a:lnTo>
                    <a:pt x="164" y="791"/>
                  </a:lnTo>
                  <a:lnTo>
                    <a:pt x="173" y="777"/>
                  </a:lnTo>
                  <a:lnTo>
                    <a:pt x="175" y="759"/>
                  </a:lnTo>
                  <a:lnTo>
                    <a:pt x="169" y="739"/>
                  </a:lnTo>
                  <a:lnTo>
                    <a:pt x="169" y="74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3502" name="Freeform 28"/>
            <p:cNvSpPr>
              <a:spLocks/>
            </p:cNvSpPr>
            <p:nvPr/>
          </p:nvSpPr>
          <p:spPr bwMode="auto">
            <a:xfrm>
              <a:off x="1299" y="1681"/>
              <a:ext cx="157" cy="281"/>
            </a:xfrm>
            <a:custGeom>
              <a:avLst/>
              <a:gdLst>
                <a:gd name="T0" fmla="*/ 6 w 787"/>
                <a:gd name="T1" fmla="*/ 11 h 1404"/>
                <a:gd name="T2" fmla="*/ 6 w 787"/>
                <a:gd name="T3" fmla="*/ 11 h 1404"/>
                <a:gd name="T4" fmla="*/ 1 w 787"/>
                <a:gd name="T5" fmla="*/ 0 h 1404"/>
                <a:gd name="T6" fmla="*/ 0 w 787"/>
                <a:gd name="T7" fmla="*/ 0 h 1404"/>
                <a:gd name="T8" fmla="*/ 6 w 787"/>
                <a:gd name="T9" fmla="*/ 11 h 1404"/>
                <a:gd name="T10" fmla="*/ 6 w 787"/>
                <a:gd name="T11" fmla="*/ 11 h 1404"/>
                <a:gd name="T12" fmla="*/ 6 w 787"/>
                <a:gd name="T13" fmla="*/ 11 h 1404"/>
                <a:gd name="T14" fmla="*/ 6 w 787"/>
                <a:gd name="T15" fmla="*/ 11 h 1404"/>
                <a:gd name="T16" fmla="*/ 6 w 787"/>
                <a:gd name="T17" fmla="*/ 11 h 1404"/>
                <a:gd name="T18" fmla="*/ 6 w 787"/>
                <a:gd name="T19" fmla="*/ 11 h 1404"/>
                <a:gd name="T20" fmla="*/ 6 w 787"/>
                <a:gd name="T21" fmla="*/ 11 h 1404"/>
                <a:gd name="T22" fmla="*/ 6 w 787"/>
                <a:gd name="T23" fmla="*/ 11 h 1404"/>
                <a:gd name="T24" fmla="*/ 6 w 787"/>
                <a:gd name="T25" fmla="*/ 11 h 1404"/>
                <a:gd name="T26" fmla="*/ 6 w 787"/>
                <a:gd name="T27" fmla="*/ 11 h 1404"/>
                <a:gd name="T28" fmla="*/ 6 w 787"/>
                <a:gd name="T29" fmla="*/ 11 h 1404"/>
                <a:gd name="T30" fmla="*/ 6 w 787"/>
                <a:gd name="T31" fmla="*/ 11 h 1404"/>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787"/>
                <a:gd name="T49" fmla="*/ 0 h 1404"/>
                <a:gd name="T50" fmla="*/ 787 w 787"/>
                <a:gd name="T51" fmla="*/ 1404 h 1404"/>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787" h="1404">
                  <a:moveTo>
                    <a:pt x="781" y="1334"/>
                  </a:moveTo>
                  <a:lnTo>
                    <a:pt x="781" y="1337"/>
                  </a:lnTo>
                  <a:lnTo>
                    <a:pt x="82" y="0"/>
                  </a:lnTo>
                  <a:lnTo>
                    <a:pt x="0" y="42"/>
                  </a:lnTo>
                  <a:lnTo>
                    <a:pt x="699" y="1379"/>
                  </a:lnTo>
                  <a:lnTo>
                    <a:pt x="699" y="1381"/>
                  </a:lnTo>
                  <a:lnTo>
                    <a:pt x="699" y="1379"/>
                  </a:lnTo>
                  <a:lnTo>
                    <a:pt x="712" y="1395"/>
                  </a:lnTo>
                  <a:lnTo>
                    <a:pt x="727" y="1402"/>
                  </a:lnTo>
                  <a:lnTo>
                    <a:pt x="744" y="1404"/>
                  </a:lnTo>
                  <a:lnTo>
                    <a:pt x="761" y="1398"/>
                  </a:lnTo>
                  <a:lnTo>
                    <a:pt x="775" y="1388"/>
                  </a:lnTo>
                  <a:lnTo>
                    <a:pt x="784" y="1373"/>
                  </a:lnTo>
                  <a:lnTo>
                    <a:pt x="787" y="1357"/>
                  </a:lnTo>
                  <a:lnTo>
                    <a:pt x="781" y="1337"/>
                  </a:lnTo>
                  <a:lnTo>
                    <a:pt x="781" y="13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3503" name="Freeform 29"/>
            <p:cNvSpPr>
              <a:spLocks/>
            </p:cNvSpPr>
            <p:nvPr/>
          </p:nvSpPr>
          <p:spPr bwMode="auto">
            <a:xfrm>
              <a:off x="1439" y="1948"/>
              <a:ext cx="125" cy="76"/>
            </a:xfrm>
            <a:custGeom>
              <a:avLst/>
              <a:gdLst>
                <a:gd name="T0" fmla="*/ 5 w 628"/>
                <a:gd name="T1" fmla="*/ 2 h 383"/>
                <a:gd name="T2" fmla="*/ 5 w 628"/>
                <a:gd name="T3" fmla="*/ 2 h 383"/>
                <a:gd name="T4" fmla="*/ 4 w 628"/>
                <a:gd name="T5" fmla="*/ 2 h 383"/>
                <a:gd name="T6" fmla="*/ 4 w 628"/>
                <a:gd name="T7" fmla="*/ 2 h 383"/>
                <a:gd name="T8" fmla="*/ 4 w 628"/>
                <a:gd name="T9" fmla="*/ 2 h 383"/>
                <a:gd name="T10" fmla="*/ 3 w 628"/>
                <a:gd name="T11" fmla="*/ 2 h 383"/>
                <a:gd name="T12" fmla="*/ 3 w 628"/>
                <a:gd name="T13" fmla="*/ 2 h 383"/>
                <a:gd name="T14" fmla="*/ 3 w 628"/>
                <a:gd name="T15" fmla="*/ 2 h 383"/>
                <a:gd name="T16" fmla="*/ 3 w 628"/>
                <a:gd name="T17" fmla="*/ 2 h 383"/>
                <a:gd name="T18" fmla="*/ 2 w 628"/>
                <a:gd name="T19" fmla="*/ 2 h 383"/>
                <a:gd name="T20" fmla="*/ 2 w 628"/>
                <a:gd name="T21" fmla="*/ 2 h 383"/>
                <a:gd name="T22" fmla="*/ 2 w 628"/>
                <a:gd name="T23" fmla="*/ 1 h 383"/>
                <a:gd name="T24" fmla="*/ 2 w 628"/>
                <a:gd name="T25" fmla="*/ 1 h 383"/>
                <a:gd name="T26" fmla="*/ 1 w 628"/>
                <a:gd name="T27" fmla="*/ 1 h 383"/>
                <a:gd name="T28" fmla="*/ 1 w 628"/>
                <a:gd name="T29" fmla="*/ 1 h 383"/>
                <a:gd name="T30" fmla="*/ 1 w 628"/>
                <a:gd name="T31" fmla="*/ 1 h 383"/>
                <a:gd name="T32" fmla="*/ 1 w 628"/>
                <a:gd name="T33" fmla="*/ 0 h 383"/>
                <a:gd name="T34" fmla="*/ 1 w 628"/>
                <a:gd name="T35" fmla="*/ 0 h 383"/>
                <a:gd name="T36" fmla="*/ 0 w 628"/>
                <a:gd name="T37" fmla="*/ 0 h 383"/>
                <a:gd name="T38" fmla="*/ 0 w 628"/>
                <a:gd name="T39" fmla="*/ 1 h 383"/>
                <a:gd name="T40" fmla="*/ 0 w 628"/>
                <a:gd name="T41" fmla="*/ 1 h 383"/>
                <a:gd name="T42" fmla="*/ 1 w 628"/>
                <a:gd name="T43" fmla="*/ 1 h 383"/>
                <a:gd name="T44" fmla="*/ 1 w 628"/>
                <a:gd name="T45" fmla="*/ 1 h 383"/>
                <a:gd name="T46" fmla="*/ 1 w 628"/>
                <a:gd name="T47" fmla="*/ 2 h 383"/>
                <a:gd name="T48" fmla="*/ 1 w 628"/>
                <a:gd name="T49" fmla="*/ 2 h 383"/>
                <a:gd name="T50" fmla="*/ 2 w 628"/>
                <a:gd name="T51" fmla="*/ 2 h 383"/>
                <a:gd name="T52" fmla="*/ 2 w 628"/>
                <a:gd name="T53" fmla="*/ 2 h 383"/>
                <a:gd name="T54" fmla="*/ 2 w 628"/>
                <a:gd name="T55" fmla="*/ 2 h 383"/>
                <a:gd name="T56" fmla="*/ 3 w 628"/>
                <a:gd name="T57" fmla="*/ 3 h 383"/>
                <a:gd name="T58" fmla="*/ 3 w 628"/>
                <a:gd name="T59" fmla="*/ 3 h 383"/>
                <a:gd name="T60" fmla="*/ 3 w 628"/>
                <a:gd name="T61" fmla="*/ 3 h 383"/>
                <a:gd name="T62" fmla="*/ 4 w 628"/>
                <a:gd name="T63" fmla="*/ 3 h 383"/>
                <a:gd name="T64" fmla="*/ 4 w 628"/>
                <a:gd name="T65" fmla="*/ 3 h 383"/>
                <a:gd name="T66" fmla="*/ 4 w 628"/>
                <a:gd name="T67" fmla="*/ 3 h 383"/>
                <a:gd name="T68" fmla="*/ 5 w 628"/>
                <a:gd name="T69" fmla="*/ 3 h 383"/>
                <a:gd name="T70" fmla="*/ 5 w 628"/>
                <a:gd name="T71" fmla="*/ 3 h 383"/>
                <a:gd name="T72" fmla="*/ 5 w 628"/>
                <a:gd name="T73" fmla="*/ 3 h 383"/>
                <a:gd name="T74" fmla="*/ 5 w 628"/>
                <a:gd name="T75" fmla="*/ 3 h 383"/>
                <a:gd name="T76" fmla="*/ 5 w 628"/>
                <a:gd name="T77" fmla="*/ 3 h 383"/>
                <a:gd name="T78" fmla="*/ 5 w 628"/>
                <a:gd name="T79" fmla="*/ 3 h 383"/>
                <a:gd name="T80" fmla="*/ 5 w 628"/>
                <a:gd name="T81" fmla="*/ 3 h 383"/>
                <a:gd name="T82" fmla="*/ 5 w 628"/>
                <a:gd name="T83" fmla="*/ 3 h 383"/>
                <a:gd name="T84" fmla="*/ 5 w 628"/>
                <a:gd name="T85" fmla="*/ 2 h 383"/>
                <a:gd name="T86" fmla="*/ 5 w 628"/>
                <a:gd name="T87" fmla="*/ 2 h 383"/>
                <a:gd name="T88" fmla="*/ 5 w 628"/>
                <a:gd name="T89" fmla="*/ 2 h 383"/>
                <a:gd name="T90" fmla="*/ 5 w 628"/>
                <a:gd name="T91" fmla="*/ 2 h 38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628"/>
                <a:gd name="T139" fmla="*/ 0 h 383"/>
                <a:gd name="T140" fmla="*/ 628 w 628"/>
                <a:gd name="T141" fmla="*/ 383 h 38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628" h="383">
                  <a:moveTo>
                    <a:pt x="581" y="289"/>
                  </a:moveTo>
                  <a:lnTo>
                    <a:pt x="582" y="289"/>
                  </a:lnTo>
                  <a:lnTo>
                    <a:pt x="541" y="287"/>
                  </a:lnTo>
                  <a:lnTo>
                    <a:pt x="500" y="283"/>
                  </a:lnTo>
                  <a:lnTo>
                    <a:pt x="462" y="276"/>
                  </a:lnTo>
                  <a:lnTo>
                    <a:pt x="424" y="268"/>
                  </a:lnTo>
                  <a:lnTo>
                    <a:pt x="389" y="255"/>
                  </a:lnTo>
                  <a:lnTo>
                    <a:pt x="352" y="242"/>
                  </a:lnTo>
                  <a:lnTo>
                    <a:pt x="320" y="227"/>
                  </a:lnTo>
                  <a:lnTo>
                    <a:pt x="287" y="209"/>
                  </a:lnTo>
                  <a:lnTo>
                    <a:pt x="255" y="189"/>
                  </a:lnTo>
                  <a:lnTo>
                    <a:pt x="226" y="168"/>
                  </a:lnTo>
                  <a:lnTo>
                    <a:pt x="198" y="145"/>
                  </a:lnTo>
                  <a:lnTo>
                    <a:pt x="172" y="119"/>
                  </a:lnTo>
                  <a:lnTo>
                    <a:pt x="146" y="92"/>
                  </a:lnTo>
                  <a:lnTo>
                    <a:pt x="122" y="64"/>
                  </a:lnTo>
                  <a:lnTo>
                    <a:pt x="100" y="33"/>
                  </a:lnTo>
                  <a:lnTo>
                    <a:pt x="82" y="0"/>
                  </a:lnTo>
                  <a:lnTo>
                    <a:pt x="0" y="47"/>
                  </a:lnTo>
                  <a:lnTo>
                    <a:pt x="23" y="85"/>
                  </a:lnTo>
                  <a:lnTo>
                    <a:pt x="49" y="120"/>
                  </a:lnTo>
                  <a:lnTo>
                    <a:pt x="76" y="153"/>
                  </a:lnTo>
                  <a:lnTo>
                    <a:pt x="104" y="185"/>
                  </a:lnTo>
                  <a:lnTo>
                    <a:pt x="137" y="215"/>
                  </a:lnTo>
                  <a:lnTo>
                    <a:pt x="170" y="241"/>
                  </a:lnTo>
                  <a:lnTo>
                    <a:pt x="204" y="267"/>
                  </a:lnTo>
                  <a:lnTo>
                    <a:pt x="240" y="289"/>
                  </a:lnTo>
                  <a:lnTo>
                    <a:pt x="277" y="309"/>
                  </a:lnTo>
                  <a:lnTo>
                    <a:pt x="317" y="329"/>
                  </a:lnTo>
                  <a:lnTo>
                    <a:pt x="358" y="344"/>
                  </a:lnTo>
                  <a:lnTo>
                    <a:pt x="400" y="357"/>
                  </a:lnTo>
                  <a:lnTo>
                    <a:pt x="444" y="367"/>
                  </a:lnTo>
                  <a:lnTo>
                    <a:pt x="488" y="374"/>
                  </a:lnTo>
                  <a:lnTo>
                    <a:pt x="534" y="380"/>
                  </a:lnTo>
                  <a:lnTo>
                    <a:pt x="580" y="383"/>
                  </a:lnTo>
                  <a:lnTo>
                    <a:pt x="581" y="383"/>
                  </a:lnTo>
                  <a:lnTo>
                    <a:pt x="580" y="383"/>
                  </a:lnTo>
                  <a:lnTo>
                    <a:pt x="600" y="379"/>
                  </a:lnTo>
                  <a:lnTo>
                    <a:pt x="615" y="369"/>
                  </a:lnTo>
                  <a:lnTo>
                    <a:pt x="624" y="353"/>
                  </a:lnTo>
                  <a:lnTo>
                    <a:pt x="628" y="337"/>
                  </a:lnTo>
                  <a:lnTo>
                    <a:pt x="625" y="319"/>
                  </a:lnTo>
                  <a:lnTo>
                    <a:pt x="617" y="304"/>
                  </a:lnTo>
                  <a:lnTo>
                    <a:pt x="602" y="294"/>
                  </a:lnTo>
                  <a:lnTo>
                    <a:pt x="582" y="289"/>
                  </a:lnTo>
                  <a:lnTo>
                    <a:pt x="581" y="28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3504" name="Freeform 30"/>
            <p:cNvSpPr>
              <a:spLocks/>
            </p:cNvSpPr>
            <p:nvPr/>
          </p:nvSpPr>
          <p:spPr bwMode="auto">
            <a:xfrm>
              <a:off x="1587" y="1880"/>
              <a:ext cx="85" cy="49"/>
            </a:xfrm>
            <a:custGeom>
              <a:avLst/>
              <a:gdLst>
                <a:gd name="T0" fmla="*/ 3 w 426"/>
                <a:gd name="T1" fmla="*/ 0 h 245"/>
                <a:gd name="T2" fmla="*/ 3 w 426"/>
                <a:gd name="T3" fmla="*/ 0 h 245"/>
                <a:gd name="T4" fmla="*/ 3 w 426"/>
                <a:gd name="T5" fmla="*/ 0 h 245"/>
                <a:gd name="T6" fmla="*/ 3 w 426"/>
                <a:gd name="T7" fmla="*/ 0 h 245"/>
                <a:gd name="T8" fmla="*/ 2 w 426"/>
                <a:gd name="T9" fmla="*/ 0 h 245"/>
                <a:gd name="T10" fmla="*/ 2 w 426"/>
                <a:gd name="T11" fmla="*/ 0 h 245"/>
                <a:gd name="T12" fmla="*/ 2 w 426"/>
                <a:gd name="T13" fmla="*/ 0 h 245"/>
                <a:gd name="T14" fmla="*/ 2 w 426"/>
                <a:gd name="T15" fmla="*/ 0 h 245"/>
                <a:gd name="T16" fmla="*/ 1 w 426"/>
                <a:gd name="T17" fmla="*/ 0 h 245"/>
                <a:gd name="T18" fmla="*/ 1 w 426"/>
                <a:gd name="T19" fmla="*/ 1 h 245"/>
                <a:gd name="T20" fmla="*/ 1 w 426"/>
                <a:gd name="T21" fmla="*/ 1 h 245"/>
                <a:gd name="T22" fmla="*/ 1 w 426"/>
                <a:gd name="T23" fmla="*/ 1 h 245"/>
                <a:gd name="T24" fmla="*/ 0 w 426"/>
                <a:gd name="T25" fmla="*/ 1 h 245"/>
                <a:gd name="T26" fmla="*/ 0 w 426"/>
                <a:gd name="T27" fmla="*/ 1 h 245"/>
                <a:gd name="T28" fmla="*/ 0 w 426"/>
                <a:gd name="T29" fmla="*/ 1 h 245"/>
                <a:gd name="T30" fmla="*/ 0 w 426"/>
                <a:gd name="T31" fmla="*/ 2 h 245"/>
                <a:gd name="T32" fmla="*/ 0 w 426"/>
                <a:gd name="T33" fmla="*/ 2 h 245"/>
                <a:gd name="T34" fmla="*/ 0 w 426"/>
                <a:gd name="T35" fmla="*/ 2 h 245"/>
                <a:gd name="T36" fmla="*/ 0 w 426"/>
                <a:gd name="T37" fmla="*/ 2 h 245"/>
                <a:gd name="T38" fmla="*/ 0 w 426"/>
                <a:gd name="T39" fmla="*/ 2 h 245"/>
                <a:gd name="T40" fmla="*/ 0 w 426"/>
                <a:gd name="T41" fmla="*/ 2 h 245"/>
                <a:gd name="T42" fmla="*/ 0 w 426"/>
                <a:gd name="T43" fmla="*/ 1 h 245"/>
                <a:gd name="T44" fmla="*/ 0 w 426"/>
                <a:gd name="T45" fmla="*/ 1 h 245"/>
                <a:gd name="T46" fmla="*/ 0 w 426"/>
                <a:gd name="T47" fmla="*/ 1 h 245"/>
                <a:gd name="T48" fmla="*/ 1 w 426"/>
                <a:gd name="T49" fmla="*/ 1 h 245"/>
                <a:gd name="T50" fmla="*/ 1 w 426"/>
                <a:gd name="T51" fmla="*/ 1 h 245"/>
                <a:gd name="T52" fmla="*/ 1 w 426"/>
                <a:gd name="T53" fmla="*/ 1 h 245"/>
                <a:gd name="T54" fmla="*/ 1 w 426"/>
                <a:gd name="T55" fmla="*/ 1 h 245"/>
                <a:gd name="T56" fmla="*/ 2 w 426"/>
                <a:gd name="T57" fmla="*/ 0 h 245"/>
                <a:gd name="T58" fmla="*/ 2 w 426"/>
                <a:gd name="T59" fmla="*/ 0 h 245"/>
                <a:gd name="T60" fmla="*/ 2 w 426"/>
                <a:gd name="T61" fmla="*/ 0 h 245"/>
                <a:gd name="T62" fmla="*/ 2 w 426"/>
                <a:gd name="T63" fmla="*/ 0 h 245"/>
                <a:gd name="T64" fmla="*/ 3 w 426"/>
                <a:gd name="T65" fmla="*/ 0 h 245"/>
                <a:gd name="T66" fmla="*/ 3 w 426"/>
                <a:gd name="T67" fmla="*/ 0 h 245"/>
                <a:gd name="T68" fmla="*/ 3 w 426"/>
                <a:gd name="T69" fmla="*/ 0 h 245"/>
                <a:gd name="T70" fmla="*/ 3 w 426"/>
                <a:gd name="T71" fmla="*/ 0 h 245"/>
                <a:gd name="T72" fmla="*/ 3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426" y="0"/>
                  </a:moveTo>
                  <a:lnTo>
                    <a:pt x="426" y="0"/>
                  </a:lnTo>
                  <a:lnTo>
                    <a:pt x="384" y="1"/>
                  </a:lnTo>
                  <a:lnTo>
                    <a:pt x="340" y="4"/>
                  </a:lnTo>
                  <a:lnTo>
                    <a:pt x="300" y="10"/>
                  </a:lnTo>
                  <a:lnTo>
                    <a:pt x="262" y="18"/>
                  </a:lnTo>
                  <a:lnTo>
                    <a:pt x="224" y="29"/>
                  </a:lnTo>
                  <a:lnTo>
                    <a:pt x="189" y="41"/>
                  </a:lnTo>
                  <a:lnTo>
                    <a:pt x="157" y="55"/>
                  </a:lnTo>
                  <a:lnTo>
                    <a:pt x="126" y="70"/>
                  </a:lnTo>
                  <a:lnTo>
                    <a:pt x="99" y="89"/>
                  </a:lnTo>
                  <a:lnTo>
                    <a:pt x="74" y="106"/>
                  </a:lnTo>
                  <a:lnTo>
                    <a:pt x="52" y="126"/>
                  </a:lnTo>
                  <a:lnTo>
                    <a:pt x="34" y="148"/>
                  </a:lnTo>
                  <a:lnTo>
                    <a:pt x="19" y="171"/>
                  </a:lnTo>
                  <a:lnTo>
                    <a:pt x="9" y="194"/>
                  </a:lnTo>
                  <a:lnTo>
                    <a:pt x="3" y="219"/>
                  </a:lnTo>
                  <a:lnTo>
                    <a:pt x="0" y="245"/>
                  </a:lnTo>
                  <a:lnTo>
                    <a:pt x="12" y="245"/>
                  </a:lnTo>
                  <a:lnTo>
                    <a:pt x="15" y="221"/>
                  </a:lnTo>
                  <a:lnTo>
                    <a:pt x="20" y="199"/>
                  </a:lnTo>
                  <a:lnTo>
                    <a:pt x="31" y="178"/>
                  </a:lnTo>
                  <a:lnTo>
                    <a:pt x="44" y="156"/>
                  </a:lnTo>
                  <a:lnTo>
                    <a:pt x="61" y="136"/>
                  </a:lnTo>
                  <a:lnTo>
                    <a:pt x="81" y="116"/>
                  </a:lnTo>
                  <a:lnTo>
                    <a:pt x="106" y="98"/>
                  </a:lnTo>
                  <a:lnTo>
                    <a:pt x="133" y="82"/>
                  </a:lnTo>
                  <a:lnTo>
                    <a:pt x="162" y="66"/>
                  </a:lnTo>
                  <a:lnTo>
                    <a:pt x="194" y="52"/>
                  </a:lnTo>
                  <a:lnTo>
                    <a:pt x="229" y="41"/>
                  </a:lnTo>
                  <a:lnTo>
                    <a:pt x="264" y="30"/>
                  </a:lnTo>
                  <a:lnTo>
                    <a:pt x="303" y="22"/>
                  </a:lnTo>
                  <a:lnTo>
                    <a:pt x="343" y="16"/>
                  </a:lnTo>
                  <a:lnTo>
                    <a:pt x="384" y="12"/>
                  </a:lnTo>
                  <a:lnTo>
                    <a:pt x="426" y="11"/>
                  </a:lnTo>
                  <a:lnTo>
                    <a:pt x="42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3505" name="Freeform 31"/>
            <p:cNvSpPr>
              <a:spLocks/>
            </p:cNvSpPr>
            <p:nvPr/>
          </p:nvSpPr>
          <p:spPr bwMode="auto">
            <a:xfrm>
              <a:off x="1587" y="1929"/>
              <a:ext cx="85" cy="49"/>
            </a:xfrm>
            <a:custGeom>
              <a:avLst/>
              <a:gdLst>
                <a:gd name="T0" fmla="*/ 0 w 426"/>
                <a:gd name="T1" fmla="*/ 0 h 245"/>
                <a:gd name="T2" fmla="*/ 0 w 426"/>
                <a:gd name="T3" fmla="*/ 0 h 245"/>
                <a:gd name="T4" fmla="*/ 0 w 426"/>
                <a:gd name="T5" fmla="*/ 0 h 245"/>
                <a:gd name="T6" fmla="*/ 0 w 426"/>
                <a:gd name="T7" fmla="*/ 0 h 245"/>
                <a:gd name="T8" fmla="*/ 0 w 426"/>
                <a:gd name="T9" fmla="*/ 1 h 245"/>
                <a:gd name="T10" fmla="*/ 0 w 426"/>
                <a:gd name="T11" fmla="*/ 1 h 245"/>
                <a:gd name="T12" fmla="*/ 0 w 426"/>
                <a:gd name="T13" fmla="*/ 1 h 245"/>
                <a:gd name="T14" fmla="*/ 1 w 426"/>
                <a:gd name="T15" fmla="*/ 1 h 245"/>
                <a:gd name="T16" fmla="*/ 1 w 426"/>
                <a:gd name="T17" fmla="*/ 1 h 245"/>
                <a:gd name="T18" fmla="*/ 1 w 426"/>
                <a:gd name="T19" fmla="*/ 1 h 245"/>
                <a:gd name="T20" fmla="*/ 1 w 426"/>
                <a:gd name="T21" fmla="*/ 2 h 245"/>
                <a:gd name="T22" fmla="*/ 2 w 426"/>
                <a:gd name="T23" fmla="*/ 2 h 245"/>
                <a:gd name="T24" fmla="*/ 2 w 426"/>
                <a:gd name="T25" fmla="*/ 2 h 245"/>
                <a:gd name="T26" fmla="*/ 2 w 426"/>
                <a:gd name="T27" fmla="*/ 2 h 245"/>
                <a:gd name="T28" fmla="*/ 2 w 426"/>
                <a:gd name="T29" fmla="*/ 2 h 245"/>
                <a:gd name="T30" fmla="*/ 3 w 426"/>
                <a:gd name="T31" fmla="*/ 2 h 245"/>
                <a:gd name="T32" fmla="*/ 3 w 426"/>
                <a:gd name="T33" fmla="*/ 2 h 245"/>
                <a:gd name="T34" fmla="*/ 3 w 426"/>
                <a:gd name="T35" fmla="*/ 2 h 245"/>
                <a:gd name="T36" fmla="*/ 3 w 426"/>
                <a:gd name="T37" fmla="*/ 2 h 245"/>
                <a:gd name="T38" fmla="*/ 3 w 426"/>
                <a:gd name="T39" fmla="*/ 2 h 245"/>
                <a:gd name="T40" fmla="*/ 3 w 426"/>
                <a:gd name="T41" fmla="*/ 2 h 245"/>
                <a:gd name="T42" fmla="*/ 2 w 426"/>
                <a:gd name="T43" fmla="*/ 2 h 245"/>
                <a:gd name="T44" fmla="*/ 2 w 426"/>
                <a:gd name="T45" fmla="*/ 2 h 245"/>
                <a:gd name="T46" fmla="*/ 2 w 426"/>
                <a:gd name="T47" fmla="*/ 2 h 245"/>
                <a:gd name="T48" fmla="*/ 2 w 426"/>
                <a:gd name="T49" fmla="*/ 2 h 245"/>
                <a:gd name="T50" fmla="*/ 1 w 426"/>
                <a:gd name="T51" fmla="*/ 1 h 245"/>
                <a:gd name="T52" fmla="*/ 1 w 426"/>
                <a:gd name="T53" fmla="*/ 1 h 245"/>
                <a:gd name="T54" fmla="*/ 1 w 426"/>
                <a:gd name="T55" fmla="*/ 1 h 245"/>
                <a:gd name="T56" fmla="*/ 1 w 426"/>
                <a:gd name="T57" fmla="*/ 1 h 245"/>
                <a:gd name="T58" fmla="*/ 0 w 426"/>
                <a:gd name="T59" fmla="*/ 1 h 245"/>
                <a:gd name="T60" fmla="*/ 0 w 426"/>
                <a:gd name="T61" fmla="*/ 1 h 245"/>
                <a:gd name="T62" fmla="*/ 0 w 426"/>
                <a:gd name="T63" fmla="*/ 1 h 245"/>
                <a:gd name="T64" fmla="*/ 0 w 426"/>
                <a:gd name="T65" fmla="*/ 0 h 245"/>
                <a:gd name="T66" fmla="*/ 0 w 426"/>
                <a:gd name="T67" fmla="*/ 0 h 245"/>
                <a:gd name="T68" fmla="*/ 0 w 426"/>
                <a:gd name="T69" fmla="*/ 0 h 245"/>
                <a:gd name="T70" fmla="*/ 0 w 426"/>
                <a:gd name="T71" fmla="*/ 0 h 245"/>
                <a:gd name="T72" fmla="*/ 0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0" y="0"/>
                  </a:moveTo>
                  <a:lnTo>
                    <a:pt x="0" y="0"/>
                  </a:lnTo>
                  <a:lnTo>
                    <a:pt x="3" y="25"/>
                  </a:lnTo>
                  <a:lnTo>
                    <a:pt x="9" y="50"/>
                  </a:lnTo>
                  <a:lnTo>
                    <a:pt x="19" y="73"/>
                  </a:lnTo>
                  <a:lnTo>
                    <a:pt x="34" y="96"/>
                  </a:lnTo>
                  <a:lnTo>
                    <a:pt x="52" y="118"/>
                  </a:lnTo>
                  <a:lnTo>
                    <a:pt x="74" y="138"/>
                  </a:lnTo>
                  <a:lnTo>
                    <a:pt x="99" y="156"/>
                  </a:lnTo>
                  <a:lnTo>
                    <a:pt x="126" y="174"/>
                  </a:lnTo>
                  <a:lnTo>
                    <a:pt x="157" y="190"/>
                  </a:lnTo>
                  <a:lnTo>
                    <a:pt x="189" y="204"/>
                  </a:lnTo>
                  <a:lnTo>
                    <a:pt x="224" y="215"/>
                  </a:lnTo>
                  <a:lnTo>
                    <a:pt x="262" y="226"/>
                  </a:lnTo>
                  <a:lnTo>
                    <a:pt x="300" y="234"/>
                  </a:lnTo>
                  <a:lnTo>
                    <a:pt x="340" y="240"/>
                  </a:lnTo>
                  <a:lnTo>
                    <a:pt x="384" y="244"/>
                  </a:lnTo>
                  <a:lnTo>
                    <a:pt x="426" y="245"/>
                  </a:lnTo>
                  <a:lnTo>
                    <a:pt x="426" y="233"/>
                  </a:lnTo>
                  <a:lnTo>
                    <a:pt x="384" y="232"/>
                  </a:lnTo>
                  <a:lnTo>
                    <a:pt x="343" y="228"/>
                  </a:lnTo>
                  <a:lnTo>
                    <a:pt x="303" y="222"/>
                  </a:lnTo>
                  <a:lnTo>
                    <a:pt x="264" y="214"/>
                  </a:lnTo>
                  <a:lnTo>
                    <a:pt x="229" y="204"/>
                  </a:lnTo>
                  <a:lnTo>
                    <a:pt x="194" y="192"/>
                  </a:lnTo>
                  <a:lnTo>
                    <a:pt x="162" y="178"/>
                  </a:lnTo>
                  <a:lnTo>
                    <a:pt x="133" y="163"/>
                  </a:lnTo>
                  <a:lnTo>
                    <a:pt x="106" y="146"/>
                  </a:lnTo>
                  <a:lnTo>
                    <a:pt x="81" y="129"/>
                  </a:lnTo>
                  <a:lnTo>
                    <a:pt x="61" y="109"/>
                  </a:lnTo>
                  <a:lnTo>
                    <a:pt x="44" y="89"/>
                  </a:lnTo>
                  <a:lnTo>
                    <a:pt x="31" y="66"/>
                  </a:lnTo>
                  <a:lnTo>
                    <a:pt x="20" y="45"/>
                  </a:lnTo>
                  <a:lnTo>
                    <a:pt x="15" y="2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3506" name="Freeform 32"/>
            <p:cNvSpPr>
              <a:spLocks/>
            </p:cNvSpPr>
            <p:nvPr/>
          </p:nvSpPr>
          <p:spPr bwMode="auto">
            <a:xfrm>
              <a:off x="878" y="1448"/>
              <a:ext cx="792" cy="954"/>
            </a:xfrm>
            <a:custGeom>
              <a:avLst/>
              <a:gdLst>
                <a:gd name="T0" fmla="*/ 13 w 3960"/>
                <a:gd name="T1" fmla="*/ 38 h 4768"/>
                <a:gd name="T2" fmla="*/ 14 w 3960"/>
                <a:gd name="T3" fmla="*/ 38 h 4768"/>
                <a:gd name="T4" fmla="*/ 15 w 3960"/>
                <a:gd name="T5" fmla="*/ 38 h 4768"/>
                <a:gd name="T6" fmla="*/ 15 w 3960"/>
                <a:gd name="T7" fmla="*/ 38 h 4768"/>
                <a:gd name="T8" fmla="*/ 16 w 3960"/>
                <a:gd name="T9" fmla="*/ 38 h 4768"/>
                <a:gd name="T10" fmla="*/ 17 w 3960"/>
                <a:gd name="T11" fmla="*/ 38 h 4768"/>
                <a:gd name="T12" fmla="*/ 17 w 3960"/>
                <a:gd name="T13" fmla="*/ 38 h 4768"/>
                <a:gd name="T14" fmla="*/ 18 w 3960"/>
                <a:gd name="T15" fmla="*/ 38 h 4768"/>
                <a:gd name="T16" fmla="*/ 18 w 3960"/>
                <a:gd name="T17" fmla="*/ 38 h 4768"/>
                <a:gd name="T18" fmla="*/ 29 w 3960"/>
                <a:gd name="T19" fmla="*/ 30 h 4768"/>
                <a:gd name="T20" fmla="*/ 30 w 3960"/>
                <a:gd name="T21" fmla="*/ 30 h 4768"/>
                <a:gd name="T22" fmla="*/ 30 w 3960"/>
                <a:gd name="T23" fmla="*/ 29 h 4768"/>
                <a:gd name="T24" fmla="*/ 31 w 3960"/>
                <a:gd name="T25" fmla="*/ 28 h 4768"/>
                <a:gd name="T26" fmla="*/ 31 w 3960"/>
                <a:gd name="T27" fmla="*/ 28 h 4768"/>
                <a:gd name="T28" fmla="*/ 31 w 3960"/>
                <a:gd name="T29" fmla="*/ 27 h 4768"/>
                <a:gd name="T30" fmla="*/ 32 w 3960"/>
                <a:gd name="T31" fmla="*/ 26 h 4768"/>
                <a:gd name="T32" fmla="*/ 32 w 3960"/>
                <a:gd name="T33" fmla="*/ 25 h 4768"/>
                <a:gd name="T34" fmla="*/ 32 w 3960"/>
                <a:gd name="T35" fmla="*/ 11 h 4768"/>
                <a:gd name="T36" fmla="*/ 32 w 3960"/>
                <a:gd name="T37" fmla="*/ 10 h 4768"/>
                <a:gd name="T38" fmla="*/ 31 w 3960"/>
                <a:gd name="T39" fmla="*/ 9 h 4768"/>
                <a:gd name="T40" fmla="*/ 31 w 3960"/>
                <a:gd name="T41" fmla="*/ 9 h 4768"/>
                <a:gd name="T42" fmla="*/ 31 w 3960"/>
                <a:gd name="T43" fmla="*/ 8 h 4768"/>
                <a:gd name="T44" fmla="*/ 31 w 3960"/>
                <a:gd name="T45" fmla="*/ 8 h 4768"/>
                <a:gd name="T46" fmla="*/ 30 w 3960"/>
                <a:gd name="T47" fmla="*/ 7 h 4768"/>
                <a:gd name="T48" fmla="*/ 30 w 3960"/>
                <a:gd name="T49" fmla="*/ 7 h 4768"/>
                <a:gd name="T50" fmla="*/ 29 w 3960"/>
                <a:gd name="T51" fmla="*/ 6 h 4768"/>
                <a:gd name="T52" fmla="*/ 19 w 3960"/>
                <a:gd name="T53" fmla="*/ 1 h 4768"/>
                <a:gd name="T54" fmla="*/ 18 w 3960"/>
                <a:gd name="T55" fmla="*/ 0 h 4768"/>
                <a:gd name="T56" fmla="*/ 17 w 3960"/>
                <a:gd name="T57" fmla="*/ 0 h 4768"/>
                <a:gd name="T58" fmla="*/ 17 w 3960"/>
                <a:gd name="T59" fmla="*/ 0 h 4768"/>
                <a:gd name="T60" fmla="*/ 16 w 3960"/>
                <a:gd name="T61" fmla="*/ 0 h 4768"/>
                <a:gd name="T62" fmla="*/ 15 w 3960"/>
                <a:gd name="T63" fmla="*/ 0 h 4768"/>
                <a:gd name="T64" fmla="*/ 14 w 3960"/>
                <a:gd name="T65" fmla="*/ 0 h 4768"/>
                <a:gd name="T66" fmla="*/ 14 w 3960"/>
                <a:gd name="T67" fmla="*/ 0 h 4768"/>
                <a:gd name="T68" fmla="*/ 2 w 3960"/>
                <a:gd name="T69" fmla="*/ 6 h 4768"/>
                <a:gd name="T70" fmla="*/ 2 w 3960"/>
                <a:gd name="T71" fmla="*/ 7 h 4768"/>
                <a:gd name="T72" fmla="*/ 1 w 3960"/>
                <a:gd name="T73" fmla="*/ 7 h 4768"/>
                <a:gd name="T74" fmla="*/ 1 w 3960"/>
                <a:gd name="T75" fmla="*/ 8 h 4768"/>
                <a:gd name="T76" fmla="*/ 1 w 3960"/>
                <a:gd name="T77" fmla="*/ 8 h 4768"/>
                <a:gd name="T78" fmla="*/ 0 w 3960"/>
                <a:gd name="T79" fmla="*/ 9 h 4768"/>
                <a:gd name="T80" fmla="*/ 0 w 3960"/>
                <a:gd name="T81" fmla="*/ 9 h 4768"/>
                <a:gd name="T82" fmla="*/ 0 w 3960"/>
                <a:gd name="T83" fmla="*/ 10 h 4768"/>
                <a:gd name="T84" fmla="*/ 0 w 3960"/>
                <a:gd name="T85" fmla="*/ 11 h 4768"/>
                <a:gd name="T86" fmla="*/ 0 w 3960"/>
                <a:gd name="T87" fmla="*/ 25 h 4768"/>
                <a:gd name="T88" fmla="*/ 0 w 3960"/>
                <a:gd name="T89" fmla="*/ 26 h 4768"/>
                <a:gd name="T90" fmla="*/ 0 w 3960"/>
                <a:gd name="T91" fmla="*/ 27 h 4768"/>
                <a:gd name="T92" fmla="*/ 1 w 3960"/>
                <a:gd name="T93" fmla="*/ 28 h 4768"/>
                <a:gd name="T94" fmla="*/ 1 w 3960"/>
                <a:gd name="T95" fmla="*/ 29 h 4768"/>
                <a:gd name="T96" fmla="*/ 1 w 3960"/>
                <a:gd name="T97" fmla="*/ 29 h 4768"/>
                <a:gd name="T98" fmla="*/ 2 w 3960"/>
                <a:gd name="T99" fmla="*/ 30 h 4768"/>
                <a:gd name="T100" fmla="*/ 3 w 3960"/>
                <a:gd name="T101" fmla="*/ 31 h 4768"/>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w 3960"/>
                <a:gd name="T154" fmla="*/ 0 h 4768"/>
                <a:gd name="T155" fmla="*/ 3960 w 3960"/>
                <a:gd name="T156" fmla="*/ 4768 h 4768"/>
              </a:gdLst>
              <a:ahLst/>
              <a:cxnLst>
                <a:cxn ang="T102">
                  <a:pos x="T0" y="T1"/>
                </a:cxn>
                <a:cxn ang="T103">
                  <a:pos x="T2" y="T3"/>
                </a:cxn>
                <a:cxn ang="T104">
                  <a:pos x="T4" y="T5"/>
                </a:cxn>
                <a:cxn ang="T105">
                  <a:pos x="T6" y="T7"/>
                </a:cxn>
                <a:cxn ang="T106">
                  <a:pos x="T8" y="T9"/>
                </a:cxn>
                <a:cxn ang="T107">
                  <a:pos x="T10" y="T11"/>
                </a:cxn>
                <a:cxn ang="T108">
                  <a:pos x="T12" y="T13"/>
                </a:cxn>
                <a:cxn ang="T109">
                  <a:pos x="T14" y="T15"/>
                </a:cxn>
                <a:cxn ang="T110">
                  <a:pos x="T16" y="T17"/>
                </a:cxn>
                <a:cxn ang="T111">
                  <a:pos x="T18" y="T19"/>
                </a:cxn>
                <a:cxn ang="T112">
                  <a:pos x="T20" y="T21"/>
                </a:cxn>
                <a:cxn ang="T113">
                  <a:pos x="T22" y="T23"/>
                </a:cxn>
                <a:cxn ang="T114">
                  <a:pos x="T24" y="T25"/>
                </a:cxn>
                <a:cxn ang="T115">
                  <a:pos x="T26" y="T27"/>
                </a:cxn>
                <a:cxn ang="T116">
                  <a:pos x="T28" y="T29"/>
                </a:cxn>
                <a:cxn ang="T117">
                  <a:pos x="T30" y="T31"/>
                </a:cxn>
                <a:cxn ang="T118">
                  <a:pos x="T32" y="T33"/>
                </a:cxn>
                <a:cxn ang="T119">
                  <a:pos x="T34" y="T35"/>
                </a:cxn>
                <a:cxn ang="T120">
                  <a:pos x="T36" y="T37"/>
                </a:cxn>
                <a:cxn ang="T121">
                  <a:pos x="T38" y="T39"/>
                </a:cxn>
                <a:cxn ang="T122">
                  <a:pos x="T40" y="T41"/>
                </a:cxn>
                <a:cxn ang="T123">
                  <a:pos x="T42" y="T43"/>
                </a:cxn>
                <a:cxn ang="T124">
                  <a:pos x="T44" y="T45"/>
                </a:cxn>
                <a:cxn ang="T125">
                  <a:pos x="T46" y="T47"/>
                </a:cxn>
                <a:cxn ang="T126">
                  <a:pos x="T48" y="T49"/>
                </a:cxn>
                <a:cxn ang="T127">
                  <a:pos x="T50" y="T51"/>
                </a:cxn>
                <a:cxn ang="T128">
                  <a:pos x="T52" y="T53"/>
                </a:cxn>
                <a:cxn ang="T129">
                  <a:pos x="T54" y="T55"/>
                </a:cxn>
                <a:cxn ang="T130">
                  <a:pos x="T56" y="T57"/>
                </a:cxn>
                <a:cxn ang="T131">
                  <a:pos x="T58" y="T59"/>
                </a:cxn>
                <a:cxn ang="T132">
                  <a:pos x="T60" y="T61"/>
                </a:cxn>
                <a:cxn ang="T133">
                  <a:pos x="T62" y="T63"/>
                </a:cxn>
                <a:cxn ang="T134">
                  <a:pos x="T64" y="T65"/>
                </a:cxn>
                <a:cxn ang="T135">
                  <a:pos x="T66" y="T67"/>
                </a:cxn>
                <a:cxn ang="T136">
                  <a:pos x="T68" y="T69"/>
                </a:cxn>
                <a:cxn ang="T137">
                  <a:pos x="T70" y="T71"/>
                </a:cxn>
                <a:cxn ang="T138">
                  <a:pos x="T72" y="T73"/>
                </a:cxn>
                <a:cxn ang="T139">
                  <a:pos x="T74" y="T75"/>
                </a:cxn>
                <a:cxn ang="T140">
                  <a:pos x="T76" y="T77"/>
                </a:cxn>
                <a:cxn ang="T141">
                  <a:pos x="T78" y="T79"/>
                </a:cxn>
                <a:cxn ang="T142">
                  <a:pos x="T80" y="T81"/>
                </a:cxn>
                <a:cxn ang="T143">
                  <a:pos x="T82" y="T83"/>
                </a:cxn>
                <a:cxn ang="T144">
                  <a:pos x="T84" y="T85"/>
                </a:cxn>
                <a:cxn ang="T145">
                  <a:pos x="T86" y="T87"/>
                </a:cxn>
                <a:cxn ang="T146">
                  <a:pos x="T88" y="T89"/>
                </a:cxn>
                <a:cxn ang="T147">
                  <a:pos x="T90" y="T91"/>
                </a:cxn>
                <a:cxn ang="T148">
                  <a:pos x="T92" y="T93"/>
                </a:cxn>
                <a:cxn ang="T149">
                  <a:pos x="T94" y="T95"/>
                </a:cxn>
                <a:cxn ang="T150">
                  <a:pos x="T96" y="T97"/>
                </a:cxn>
                <a:cxn ang="T151">
                  <a:pos x="T98" y="T99"/>
                </a:cxn>
                <a:cxn ang="T152">
                  <a:pos x="T100" y="T101"/>
                </a:cxn>
              </a:cxnLst>
              <a:rect l="T153" t="T154" r="T155" b="T156"/>
              <a:pathLst>
                <a:path w="3960" h="4768">
                  <a:moveTo>
                    <a:pt x="353" y="3849"/>
                  </a:moveTo>
                  <a:lnTo>
                    <a:pt x="1661" y="4700"/>
                  </a:lnTo>
                  <a:lnTo>
                    <a:pt x="1697" y="4717"/>
                  </a:lnTo>
                  <a:lnTo>
                    <a:pt x="1736" y="4731"/>
                  </a:lnTo>
                  <a:lnTo>
                    <a:pt x="1776" y="4742"/>
                  </a:lnTo>
                  <a:lnTo>
                    <a:pt x="1818" y="4753"/>
                  </a:lnTo>
                  <a:lnTo>
                    <a:pt x="1860" y="4760"/>
                  </a:lnTo>
                  <a:lnTo>
                    <a:pt x="1902" y="4765"/>
                  </a:lnTo>
                  <a:lnTo>
                    <a:pt x="1946" y="4768"/>
                  </a:lnTo>
                  <a:lnTo>
                    <a:pt x="1988" y="4768"/>
                  </a:lnTo>
                  <a:lnTo>
                    <a:pt x="2031" y="4767"/>
                  </a:lnTo>
                  <a:lnTo>
                    <a:pt x="2073" y="4763"/>
                  </a:lnTo>
                  <a:lnTo>
                    <a:pt x="2114" y="4758"/>
                  </a:lnTo>
                  <a:lnTo>
                    <a:pt x="2154" y="4751"/>
                  </a:lnTo>
                  <a:lnTo>
                    <a:pt x="2193" y="4740"/>
                  </a:lnTo>
                  <a:lnTo>
                    <a:pt x="2230" y="4729"/>
                  </a:lnTo>
                  <a:lnTo>
                    <a:pt x="2264" y="4715"/>
                  </a:lnTo>
                  <a:lnTo>
                    <a:pt x="2297" y="4700"/>
                  </a:lnTo>
                  <a:lnTo>
                    <a:pt x="3639" y="3825"/>
                  </a:lnTo>
                  <a:lnTo>
                    <a:pt x="3673" y="3795"/>
                  </a:lnTo>
                  <a:lnTo>
                    <a:pt x="3707" y="3761"/>
                  </a:lnTo>
                  <a:lnTo>
                    <a:pt x="3738" y="3725"/>
                  </a:lnTo>
                  <a:lnTo>
                    <a:pt x="3768" y="3685"/>
                  </a:lnTo>
                  <a:lnTo>
                    <a:pt x="3796" y="3644"/>
                  </a:lnTo>
                  <a:lnTo>
                    <a:pt x="3821" y="3599"/>
                  </a:lnTo>
                  <a:lnTo>
                    <a:pt x="3846" y="3553"/>
                  </a:lnTo>
                  <a:lnTo>
                    <a:pt x="3868" y="3505"/>
                  </a:lnTo>
                  <a:lnTo>
                    <a:pt x="3888" y="3456"/>
                  </a:lnTo>
                  <a:lnTo>
                    <a:pt x="3907" y="3406"/>
                  </a:lnTo>
                  <a:lnTo>
                    <a:pt x="3922" y="3354"/>
                  </a:lnTo>
                  <a:lnTo>
                    <a:pt x="3935" y="3303"/>
                  </a:lnTo>
                  <a:lnTo>
                    <a:pt x="3946" y="3250"/>
                  </a:lnTo>
                  <a:lnTo>
                    <a:pt x="3953" y="3197"/>
                  </a:lnTo>
                  <a:lnTo>
                    <a:pt x="3957" y="3144"/>
                  </a:lnTo>
                  <a:lnTo>
                    <a:pt x="3960" y="3092"/>
                  </a:lnTo>
                  <a:lnTo>
                    <a:pt x="3959" y="1313"/>
                  </a:lnTo>
                  <a:lnTo>
                    <a:pt x="3955" y="1271"/>
                  </a:lnTo>
                  <a:lnTo>
                    <a:pt x="3949" y="1229"/>
                  </a:lnTo>
                  <a:lnTo>
                    <a:pt x="3941" y="1189"/>
                  </a:lnTo>
                  <a:lnTo>
                    <a:pt x="3930" y="1149"/>
                  </a:lnTo>
                  <a:lnTo>
                    <a:pt x="3918" y="1111"/>
                  </a:lnTo>
                  <a:lnTo>
                    <a:pt x="3902" y="1075"/>
                  </a:lnTo>
                  <a:lnTo>
                    <a:pt x="3886" y="1040"/>
                  </a:lnTo>
                  <a:lnTo>
                    <a:pt x="3867" y="1006"/>
                  </a:lnTo>
                  <a:lnTo>
                    <a:pt x="3846" y="973"/>
                  </a:lnTo>
                  <a:lnTo>
                    <a:pt x="3823" y="942"/>
                  </a:lnTo>
                  <a:lnTo>
                    <a:pt x="3798" y="913"/>
                  </a:lnTo>
                  <a:lnTo>
                    <a:pt x="3771" y="886"/>
                  </a:lnTo>
                  <a:lnTo>
                    <a:pt x="3743" y="860"/>
                  </a:lnTo>
                  <a:lnTo>
                    <a:pt x="3714" y="837"/>
                  </a:lnTo>
                  <a:lnTo>
                    <a:pt x="3682" y="816"/>
                  </a:lnTo>
                  <a:lnTo>
                    <a:pt x="3649" y="796"/>
                  </a:lnTo>
                  <a:lnTo>
                    <a:pt x="2386" y="83"/>
                  </a:lnTo>
                  <a:lnTo>
                    <a:pt x="2350" y="65"/>
                  </a:lnTo>
                  <a:lnTo>
                    <a:pt x="2310" y="50"/>
                  </a:lnTo>
                  <a:lnTo>
                    <a:pt x="2268" y="36"/>
                  </a:lnTo>
                  <a:lnTo>
                    <a:pt x="2223" y="24"/>
                  </a:lnTo>
                  <a:lnTo>
                    <a:pt x="2178" y="15"/>
                  </a:lnTo>
                  <a:lnTo>
                    <a:pt x="2131" y="8"/>
                  </a:lnTo>
                  <a:lnTo>
                    <a:pt x="2082" y="3"/>
                  </a:lnTo>
                  <a:lnTo>
                    <a:pt x="2032" y="0"/>
                  </a:lnTo>
                  <a:lnTo>
                    <a:pt x="1982" y="1"/>
                  </a:lnTo>
                  <a:lnTo>
                    <a:pt x="1933" y="3"/>
                  </a:lnTo>
                  <a:lnTo>
                    <a:pt x="1882" y="9"/>
                  </a:lnTo>
                  <a:lnTo>
                    <a:pt x="1833" y="17"/>
                  </a:lnTo>
                  <a:lnTo>
                    <a:pt x="1785" y="29"/>
                  </a:lnTo>
                  <a:lnTo>
                    <a:pt x="1737" y="43"/>
                  </a:lnTo>
                  <a:lnTo>
                    <a:pt x="1691" y="62"/>
                  </a:lnTo>
                  <a:lnTo>
                    <a:pt x="1647" y="83"/>
                  </a:lnTo>
                  <a:lnTo>
                    <a:pt x="311" y="782"/>
                  </a:lnTo>
                  <a:lnTo>
                    <a:pt x="276" y="803"/>
                  </a:lnTo>
                  <a:lnTo>
                    <a:pt x="243" y="826"/>
                  </a:lnTo>
                  <a:lnTo>
                    <a:pt x="213" y="852"/>
                  </a:lnTo>
                  <a:lnTo>
                    <a:pt x="184" y="879"/>
                  </a:lnTo>
                  <a:lnTo>
                    <a:pt x="155" y="908"/>
                  </a:lnTo>
                  <a:lnTo>
                    <a:pt x="131" y="939"/>
                  </a:lnTo>
                  <a:lnTo>
                    <a:pt x="107" y="971"/>
                  </a:lnTo>
                  <a:lnTo>
                    <a:pt x="86" y="1005"/>
                  </a:lnTo>
                  <a:lnTo>
                    <a:pt x="68" y="1040"/>
                  </a:lnTo>
                  <a:lnTo>
                    <a:pt x="50" y="1076"/>
                  </a:lnTo>
                  <a:lnTo>
                    <a:pt x="36" y="1115"/>
                  </a:lnTo>
                  <a:lnTo>
                    <a:pt x="23" y="1153"/>
                  </a:lnTo>
                  <a:lnTo>
                    <a:pt x="14" y="1195"/>
                  </a:lnTo>
                  <a:lnTo>
                    <a:pt x="7" y="1236"/>
                  </a:lnTo>
                  <a:lnTo>
                    <a:pt x="2" y="1279"/>
                  </a:lnTo>
                  <a:lnTo>
                    <a:pt x="0" y="1322"/>
                  </a:lnTo>
                  <a:lnTo>
                    <a:pt x="0" y="3093"/>
                  </a:lnTo>
                  <a:lnTo>
                    <a:pt x="2" y="3147"/>
                  </a:lnTo>
                  <a:lnTo>
                    <a:pt x="7" y="3202"/>
                  </a:lnTo>
                  <a:lnTo>
                    <a:pt x="15" y="3257"/>
                  </a:lnTo>
                  <a:lnTo>
                    <a:pt x="27" y="3312"/>
                  </a:lnTo>
                  <a:lnTo>
                    <a:pt x="42" y="3366"/>
                  </a:lnTo>
                  <a:lnTo>
                    <a:pt x="59" y="3420"/>
                  </a:lnTo>
                  <a:lnTo>
                    <a:pt x="79" y="3474"/>
                  </a:lnTo>
                  <a:lnTo>
                    <a:pt x="102" y="3525"/>
                  </a:lnTo>
                  <a:lnTo>
                    <a:pt x="127" y="3576"/>
                  </a:lnTo>
                  <a:lnTo>
                    <a:pt x="154" y="3624"/>
                  </a:lnTo>
                  <a:lnTo>
                    <a:pt x="184" y="3670"/>
                  </a:lnTo>
                  <a:lnTo>
                    <a:pt x="214" y="3712"/>
                  </a:lnTo>
                  <a:lnTo>
                    <a:pt x="247" y="3752"/>
                  </a:lnTo>
                  <a:lnTo>
                    <a:pt x="281" y="3788"/>
                  </a:lnTo>
                  <a:lnTo>
                    <a:pt x="317" y="3821"/>
                  </a:lnTo>
                  <a:lnTo>
                    <a:pt x="353" y="384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3507" name="Freeform 33"/>
            <p:cNvSpPr>
              <a:spLocks/>
            </p:cNvSpPr>
            <p:nvPr/>
          </p:nvSpPr>
          <p:spPr bwMode="auto">
            <a:xfrm>
              <a:off x="943" y="2210"/>
              <a:ext cx="276" cy="187"/>
            </a:xfrm>
            <a:custGeom>
              <a:avLst/>
              <a:gdLst>
                <a:gd name="T0" fmla="*/ 11 w 1380"/>
                <a:gd name="T1" fmla="*/ 7 h 937"/>
                <a:gd name="T2" fmla="*/ 11 w 1380"/>
                <a:gd name="T3" fmla="*/ 7 h 937"/>
                <a:gd name="T4" fmla="*/ 0 w 1380"/>
                <a:gd name="T5" fmla="*/ 0 h 937"/>
                <a:gd name="T6" fmla="*/ 0 w 1380"/>
                <a:gd name="T7" fmla="*/ 1 h 937"/>
                <a:gd name="T8" fmla="*/ 10 w 1380"/>
                <a:gd name="T9" fmla="*/ 7 h 937"/>
                <a:gd name="T10" fmla="*/ 10 w 1380"/>
                <a:gd name="T11" fmla="*/ 7 h 937"/>
                <a:gd name="T12" fmla="*/ 10 w 1380"/>
                <a:gd name="T13" fmla="*/ 7 h 937"/>
                <a:gd name="T14" fmla="*/ 11 w 1380"/>
                <a:gd name="T15" fmla="*/ 7 h 937"/>
                <a:gd name="T16" fmla="*/ 11 w 1380"/>
                <a:gd name="T17" fmla="*/ 7 h 937"/>
                <a:gd name="T18" fmla="*/ 11 w 1380"/>
                <a:gd name="T19" fmla="*/ 7 h 937"/>
                <a:gd name="T20" fmla="*/ 11 w 1380"/>
                <a:gd name="T21" fmla="*/ 7 h 937"/>
                <a:gd name="T22" fmla="*/ 11 w 1380"/>
                <a:gd name="T23" fmla="*/ 7 h 937"/>
                <a:gd name="T24" fmla="*/ 11 w 1380"/>
                <a:gd name="T25" fmla="*/ 7 h 937"/>
                <a:gd name="T26" fmla="*/ 11 w 1380"/>
                <a:gd name="T27" fmla="*/ 7 h 937"/>
                <a:gd name="T28" fmla="*/ 11 w 1380"/>
                <a:gd name="T29" fmla="*/ 7 h 937"/>
                <a:gd name="T30" fmla="*/ 11 w 1380"/>
                <a:gd name="T31" fmla="*/ 7 h 93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80"/>
                <a:gd name="T49" fmla="*/ 0 h 937"/>
                <a:gd name="T50" fmla="*/ 1380 w 1380"/>
                <a:gd name="T51" fmla="*/ 937 h 93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80" h="937">
                  <a:moveTo>
                    <a:pt x="1354" y="848"/>
                  </a:moveTo>
                  <a:lnTo>
                    <a:pt x="1359" y="851"/>
                  </a:lnTo>
                  <a:lnTo>
                    <a:pt x="51" y="0"/>
                  </a:lnTo>
                  <a:lnTo>
                    <a:pt x="0" y="78"/>
                  </a:lnTo>
                  <a:lnTo>
                    <a:pt x="1307" y="929"/>
                  </a:lnTo>
                  <a:lnTo>
                    <a:pt x="1312" y="932"/>
                  </a:lnTo>
                  <a:lnTo>
                    <a:pt x="1307" y="929"/>
                  </a:lnTo>
                  <a:lnTo>
                    <a:pt x="1326" y="937"/>
                  </a:lnTo>
                  <a:lnTo>
                    <a:pt x="1345" y="936"/>
                  </a:lnTo>
                  <a:lnTo>
                    <a:pt x="1360" y="929"/>
                  </a:lnTo>
                  <a:lnTo>
                    <a:pt x="1372" y="916"/>
                  </a:lnTo>
                  <a:lnTo>
                    <a:pt x="1379" y="899"/>
                  </a:lnTo>
                  <a:lnTo>
                    <a:pt x="1380" y="883"/>
                  </a:lnTo>
                  <a:lnTo>
                    <a:pt x="1374" y="865"/>
                  </a:lnTo>
                  <a:lnTo>
                    <a:pt x="1359" y="851"/>
                  </a:lnTo>
                  <a:lnTo>
                    <a:pt x="1354" y="84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3508" name="Freeform 34"/>
            <p:cNvSpPr>
              <a:spLocks/>
            </p:cNvSpPr>
            <p:nvPr/>
          </p:nvSpPr>
          <p:spPr bwMode="auto">
            <a:xfrm>
              <a:off x="1206" y="2379"/>
              <a:ext cx="140" cy="32"/>
            </a:xfrm>
            <a:custGeom>
              <a:avLst/>
              <a:gdLst>
                <a:gd name="T0" fmla="*/ 5 w 703"/>
                <a:gd name="T1" fmla="*/ 0 h 162"/>
                <a:gd name="T2" fmla="*/ 5 w 703"/>
                <a:gd name="T3" fmla="*/ 0 h 162"/>
                <a:gd name="T4" fmla="*/ 5 w 703"/>
                <a:gd name="T5" fmla="*/ 0 h 162"/>
                <a:gd name="T6" fmla="*/ 5 w 703"/>
                <a:gd name="T7" fmla="*/ 0 h 162"/>
                <a:gd name="T8" fmla="*/ 4 w 703"/>
                <a:gd name="T9" fmla="*/ 0 h 162"/>
                <a:gd name="T10" fmla="*/ 4 w 703"/>
                <a:gd name="T11" fmla="*/ 0 h 162"/>
                <a:gd name="T12" fmla="*/ 4 w 703"/>
                <a:gd name="T13" fmla="*/ 0 h 162"/>
                <a:gd name="T14" fmla="*/ 3 w 703"/>
                <a:gd name="T15" fmla="*/ 1 h 162"/>
                <a:gd name="T16" fmla="*/ 3 w 703"/>
                <a:gd name="T17" fmla="*/ 1 h 162"/>
                <a:gd name="T18" fmla="*/ 3 w 703"/>
                <a:gd name="T19" fmla="*/ 1 h 162"/>
                <a:gd name="T20" fmla="*/ 2 w 703"/>
                <a:gd name="T21" fmla="*/ 1 h 162"/>
                <a:gd name="T22" fmla="*/ 2 w 703"/>
                <a:gd name="T23" fmla="*/ 1 h 162"/>
                <a:gd name="T24" fmla="*/ 2 w 703"/>
                <a:gd name="T25" fmla="*/ 0 h 162"/>
                <a:gd name="T26" fmla="*/ 1 w 703"/>
                <a:gd name="T27" fmla="*/ 0 h 162"/>
                <a:gd name="T28" fmla="*/ 1 w 703"/>
                <a:gd name="T29" fmla="*/ 0 h 162"/>
                <a:gd name="T30" fmla="*/ 1 w 703"/>
                <a:gd name="T31" fmla="*/ 0 h 162"/>
                <a:gd name="T32" fmla="*/ 1 w 703"/>
                <a:gd name="T33" fmla="*/ 0 h 162"/>
                <a:gd name="T34" fmla="*/ 0 w 703"/>
                <a:gd name="T35" fmla="*/ 0 h 162"/>
                <a:gd name="T36" fmla="*/ 0 w 703"/>
                <a:gd name="T37" fmla="*/ 1 h 162"/>
                <a:gd name="T38" fmla="*/ 0 w 703"/>
                <a:gd name="T39" fmla="*/ 1 h 162"/>
                <a:gd name="T40" fmla="*/ 1 w 703"/>
                <a:gd name="T41" fmla="*/ 1 h 162"/>
                <a:gd name="T42" fmla="*/ 1 w 703"/>
                <a:gd name="T43" fmla="*/ 1 h 162"/>
                <a:gd name="T44" fmla="*/ 1 w 703"/>
                <a:gd name="T45" fmla="*/ 1 h 162"/>
                <a:gd name="T46" fmla="*/ 2 w 703"/>
                <a:gd name="T47" fmla="*/ 1 h 162"/>
                <a:gd name="T48" fmla="*/ 2 w 703"/>
                <a:gd name="T49" fmla="*/ 1 h 162"/>
                <a:gd name="T50" fmla="*/ 2 w 703"/>
                <a:gd name="T51" fmla="*/ 1 h 162"/>
                <a:gd name="T52" fmla="*/ 3 w 703"/>
                <a:gd name="T53" fmla="*/ 1 h 162"/>
                <a:gd name="T54" fmla="*/ 3 w 703"/>
                <a:gd name="T55" fmla="*/ 1 h 162"/>
                <a:gd name="T56" fmla="*/ 3 w 703"/>
                <a:gd name="T57" fmla="*/ 1 h 162"/>
                <a:gd name="T58" fmla="*/ 4 w 703"/>
                <a:gd name="T59" fmla="*/ 1 h 162"/>
                <a:gd name="T60" fmla="*/ 4 w 703"/>
                <a:gd name="T61" fmla="*/ 1 h 162"/>
                <a:gd name="T62" fmla="*/ 5 w 703"/>
                <a:gd name="T63" fmla="*/ 1 h 162"/>
                <a:gd name="T64" fmla="*/ 5 w 703"/>
                <a:gd name="T65" fmla="*/ 1 h 162"/>
                <a:gd name="T66" fmla="*/ 5 w 703"/>
                <a:gd name="T67" fmla="*/ 1 h 162"/>
                <a:gd name="T68" fmla="*/ 5 w 703"/>
                <a:gd name="T69" fmla="*/ 1 h 162"/>
                <a:gd name="T70" fmla="*/ 5 w 703"/>
                <a:gd name="T71" fmla="*/ 1 h 162"/>
                <a:gd name="T72" fmla="*/ 5 w 703"/>
                <a:gd name="T73" fmla="*/ 1 h 162"/>
                <a:gd name="T74" fmla="*/ 5 w 703"/>
                <a:gd name="T75" fmla="*/ 1 h 162"/>
                <a:gd name="T76" fmla="*/ 6 w 703"/>
                <a:gd name="T77" fmla="*/ 0 h 162"/>
                <a:gd name="T78" fmla="*/ 6 w 703"/>
                <a:gd name="T79" fmla="*/ 0 h 162"/>
                <a:gd name="T80" fmla="*/ 6 w 703"/>
                <a:gd name="T81" fmla="*/ 0 h 162"/>
                <a:gd name="T82" fmla="*/ 5 w 703"/>
                <a:gd name="T83" fmla="*/ 0 h 162"/>
                <a:gd name="T84" fmla="*/ 5 w 703"/>
                <a:gd name="T85" fmla="*/ 0 h 162"/>
                <a:gd name="T86" fmla="*/ 5 w 703"/>
                <a:gd name="T87" fmla="*/ 0 h 162"/>
                <a:gd name="T88" fmla="*/ 5 w 703"/>
                <a:gd name="T89" fmla="*/ 0 h 162"/>
                <a:gd name="T90" fmla="*/ 5 w 703"/>
                <a:gd name="T91" fmla="*/ 0 h 162"/>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703"/>
                <a:gd name="T139" fmla="*/ 0 h 162"/>
                <a:gd name="T140" fmla="*/ 703 w 703"/>
                <a:gd name="T141" fmla="*/ 162 h 162"/>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703" h="162">
                  <a:moveTo>
                    <a:pt x="631" y="8"/>
                  </a:moveTo>
                  <a:lnTo>
                    <a:pt x="636" y="6"/>
                  </a:lnTo>
                  <a:lnTo>
                    <a:pt x="606" y="20"/>
                  </a:lnTo>
                  <a:lnTo>
                    <a:pt x="575" y="32"/>
                  </a:lnTo>
                  <a:lnTo>
                    <a:pt x="540" y="42"/>
                  </a:lnTo>
                  <a:lnTo>
                    <a:pt x="504" y="52"/>
                  </a:lnTo>
                  <a:lnTo>
                    <a:pt x="467" y="59"/>
                  </a:lnTo>
                  <a:lnTo>
                    <a:pt x="428" y="64"/>
                  </a:lnTo>
                  <a:lnTo>
                    <a:pt x="389" y="67"/>
                  </a:lnTo>
                  <a:lnTo>
                    <a:pt x="348" y="68"/>
                  </a:lnTo>
                  <a:lnTo>
                    <a:pt x="308" y="68"/>
                  </a:lnTo>
                  <a:lnTo>
                    <a:pt x="267" y="65"/>
                  </a:lnTo>
                  <a:lnTo>
                    <a:pt x="226" y="61"/>
                  </a:lnTo>
                  <a:lnTo>
                    <a:pt x="187" y="54"/>
                  </a:lnTo>
                  <a:lnTo>
                    <a:pt x="148" y="44"/>
                  </a:lnTo>
                  <a:lnTo>
                    <a:pt x="110" y="33"/>
                  </a:lnTo>
                  <a:lnTo>
                    <a:pt x="75" y="20"/>
                  </a:lnTo>
                  <a:lnTo>
                    <a:pt x="42" y="5"/>
                  </a:lnTo>
                  <a:lnTo>
                    <a:pt x="0" y="89"/>
                  </a:lnTo>
                  <a:lnTo>
                    <a:pt x="40" y="107"/>
                  </a:lnTo>
                  <a:lnTo>
                    <a:pt x="82" y="122"/>
                  </a:lnTo>
                  <a:lnTo>
                    <a:pt x="124" y="135"/>
                  </a:lnTo>
                  <a:lnTo>
                    <a:pt x="169" y="146"/>
                  </a:lnTo>
                  <a:lnTo>
                    <a:pt x="214" y="153"/>
                  </a:lnTo>
                  <a:lnTo>
                    <a:pt x="258" y="158"/>
                  </a:lnTo>
                  <a:lnTo>
                    <a:pt x="303" y="162"/>
                  </a:lnTo>
                  <a:lnTo>
                    <a:pt x="348" y="162"/>
                  </a:lnTo>
                  <a:lnTo>
                    <a:pt x="394" y="161"/>
                  </a:lnTo>
                  <a:lnTo>
                    <a:pt x="439" y="157"/>
                  </a:lnTo>
                  <a:lnTo>
                    <a:pt x="481" y="150"/>
                  </a:lnTo>
                  <a:lnTo>
                    <a:pt x="525" y="143"/>
                  </a:lnTo>
                  <a:lnTo>
                    <a:pt x="566" y="132"/>
                  </a:lnTo>
                  <a:lnTo>
                    <a:pt x="606" y="121"/>
                  </a:lnTo>
                  <a:lnTo>
                    <a:pt x="643" y="105"/>
                  </a:lnTo>
                  <a:lnTo>
                    <a:pt x="678" y="88"/>
                  </a:lnTo>
                  <a:lnTo>
                    <a:pt x="683" y="86"/>
                  </a:lnTo>
                  <a:lnTo>
                    <a:pt x="678" y="88"/>
                  </a:lnTo>
                  <a:lnTo>
                    <a:pt x="695" y="75"/>
                  </a:lnTo>
                  <a:lnTo>
                    <a:pt x="702" y="60"/>
                  </a:lnTo>
                  <a:lnTo>
                    <a:pt x="703" y="42"/>
                  </a:lnTo>
                  <a:lnTo>
                    <a:pt x="698" y="26"/>
                  </a:lnTo>
                  <a:lnTo>
                    <a:pt x="688" y="12"/>
                  </a:lnTo>
                  <a:lnTo>
                    <a:pt x="674" y="3"/>
                  </a:lnTo>
                  <a:lnTo>
                    <a:pt x="656" y="0"/>
                  </a:lnTo>
                  <a:lnTo>
                    <a:pt x="636" y="6"/>
                  </a:lnTo>
                  <a:lnTo>
                    <a:pt x="631"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3509" name="Freeform 35"/>
            <p:cNvSpPr>
              <a:spLocks/>
            </p:cNvSpPr>
            <p:nvPr/>
          </p:nvSpPr>
          <p:spPr bwMode="auto">
            <a:xfrm>
              <a:off x="1332" y="2204"/>
              <a:ext cx="283" cy="192"/>
            </a:xfrm>
            <a:custGeom>
              <a:avLst/>
              <a:gdLst>
                <a:gd name="T0" fmla="*/ 11 w 1415"/>
                <a:gd name="T1" fmla="*/ 0 h 960"/>
                <a:gd name="T2" fmla="*/ 11 w 1415"/>
                <a:gd name="T3" fmla="*/ 0 h 960"/>
                <a:gd name="T4" fmla="*/ 0 w 1415"/>
                <a:gd name="T5" fmla="*/ 7 h 960"/>
                <a:gd name="T6" fmla="*/ 0 w 1415"/>
                <a:gd name="T7" fmla="*/ 8 h 960"/>
                <a:gd name="T8" fmla="*/ 11 w 1415"/>
                <a:gd name="T9" fmla="*/ 1 h 960"/>
                <a:gd name="T10" fmla="*/ 11 w 1415"/>
                <a:gd name="T11" fmla="*/ 1 h 960"/>
                <a:gd name="T12" fmla="*/ 11 w 1415"/>
                <a:gd name="T13" fmla="*/ 1 h 960"/>
                <a:gd name="T14" fmla="*/ 11 w 1415"/>
                <a:gd name="T15" fmla="*/ 1 h 960"/>
                <a:gd name="T16" fmla="*/ 11 w 1415"/>
                <a:gd name="T17" fmla="*/ 0 h 960"/>
                <a:gd name="T18" fmla="*/ 11 w 1415"/>
                <a:gd name="T19" fmla="*/ 0 h 960"/>
                <a:gd name="T20" fmla="*/ 11 w 1415"/>
                <a:gd name="T21" fmla="*/ 0 h 960"/>
                <a:gd name="T22" fmla="*/ 11 w 1415"/>
                <a:gd name="T23" fmla="*/ 0 h 960"/>
                <a:gd name="T24" fmla="*/ 11 w 1415"/>
                <a:gd name="T25" fmla="*/ 0 h 960"/>
                <a:gd name="T26" fmla="*/ 11 w 1415"/>
                <a:gd name="T27" fmla="*/ 0 h 960"/>
                <a:gd name="T28" fmla="*/ 11 w 1415"/>
                <a:gd name="T29" fmla="*/ 0 h 960"/>
                <a:gd name="T30" fmla="*/ 11 w 1415"/>
                <a:gd name="T31" fmla="*/ 0 h 96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15"/>
                <a:gd name="T49" fmla="*/ 0 h 960"/>
                <a:gd name="T50" fmla="*/ 1415 w 1415"/>
                <a:gd name="T51" fmla="*/ 960 h 96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15" h="960">
                  <a:moveTo>
                    <a:pt x="1338" y="10"/>
                  </a:moveTo>
                  <a:lnTo>
                    <a:pt x="1342" y="8"/>
                  </a:lnTo>
                  <a:lnTo>
                    <a:pt x="0" y="882"/>
                  </a:lnTo>
                  <a:lnTo>
                    <a:pt x="52" y="960"/>
                  </a:lnTo>
                  <a:lnTo>
                    <a:pt x="1393" y="85"/>
                  </a:lnTo>
                  <a:lnTo>
                    <a:pt x="1397" y="83"/>
                  </a:lnTo>
                  <a:lnTo>
                    <a:pt x="1393" y="85"/>
                  </a:lnTo>
                  <a:lnTo>
                    <a:pt x="1409" y="71"/>
                  </a:lnTo>
                  <a:lnTo>
                    <a:pt x="1415" y="53"/>
                  </a:lnTo>
                  <a:lnTo>
                    <a:pt x="1413" y="37"/>
                  </a:lnTo>
                  <a:lnTo>
                    <a:pt x="1406" y="21"/>
                  </a:lnTo>
                  <a:lnTo>
                    <a:pt x="1395" y="8"/>
                  </a:lnTo>
                  <a:lnTo>
                    <a:pt x="1379" y="1"/>
                  </a:lnTo>
                  <a:lnTo>
                    <a:pt x="1361" y="0"/>
                  </a:lnTo>
                  <a:lnTo>
                    <a:pt x="1342" y="8"/>
                  </a:lnTo>
                  <a:lnTo>
                    <a:pt x="1338" y="1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3510" name="Freeform 36"/>
            <p:cNvSpPr>
              <a:spLocks/>
            </p:cNvSpPr>
            <p:nvPr/>
          </p:nvSpPr>
          <p:spPr bwMode="auto">
            <a:xfrm>
              <a:off x="1599" y="2057"/>
              <a:ext cx="80" cy="163"/>
            </a:xfrm>
            <a:custGeom>
              <a:avLst/>
              <a:gdLst>
                <a:gd name="T0" fmla="*/ 2 w 398"/>
                <a:gd name="T1" fmla="*/ 0 h 817"/>
                <a:gd name="T2" fmla="*/ 2 w 398"/>
                <a:gd name="T3" fmla="*/ 0 h 817"/>
                <a:gd name="T4" fmla="*/ 2 w 398"/>
                <a:gd name="T5" fmla="*/ 1 h 817"/>
                <a:gd name="T6" fmla="*/ 2 w 398"/>
                <a:gd name="T7" fmla="*/ 1 h 817"/>
                <a:gd name="T8" fmla="*/ 2 w 398"/>
                <a:gd name="T9" fmla="*/ 2 h 817"/>
                <a:gd name="T10" fmla="*/ 2 w 398"/>
                <a:gd name="T11" fmla="*/ 2 h 817"/>
                <a:gd name="T12" fmla="*/ 2 w 398"/>
                <a:gd name="T13" fmla="*/ 2 h 817"/>
                <a:gd name="T14" fmla="*/ 2 w 398"/>
                <a:gd name="T15" fmla="*/ 3 h 817"/>
                <a:gd name="T16" fmla="*/ 2 w 398"/>
                <a:gd name="T17" fmla="*/ 3 h 817"/>
                <a:gd name="T18" fmla="*/ 2 w 398"/>
                <a:gd name="T19" fmla="*/ 4 h 817"/>
                <a:gd name="T20" fmla="*/ 2 w 398"/>
                <a:gd name="T21" fmla="*/ 4 h 817"/>
                <a:gd name="T22" fmla="*/ 1 w 398"/>
                <a:gd name="T23" fmla="*/ 4 h 817"/>
                <a:gd name="T24" fmla="*/ 1 w 398"/>
                <a:gd name="T25" fmla="*/ 5 h 817"/>
                <a:gd name="T26" fmla="*/ 1 w 398"/>
                <a:gd name="T27" fmla="*/ 5 h 817"/>
                <a:gd name="T28" fmla="*/ 1 w 398"/>
                <a:gd name="T29" fmla="*/ 5 h 817"/>
                <a:gd name="T30" fmla="*/ 1 w 398"/>
                <a:gd name="T31" fmla="*/ 5 h 817"/>
                <a:gd name="T32" fmla="*/ 0 w 398"/>
                <a:gd name="T33" fmla="*/ 6 h 817"/>
                <a:gd name="T34" fmla="*/ 0 w 398"/>
                <a:gd name="T35" fmla="*/ 6 h 817"/>
                <a:gd name="T36" fmla="*/ 0 w 398"/>
                <a:gd name="T37" fmla="*/ 7 h 817"/>
                <a:gd name="T38" fmla="*/ 1 w 398"/>
                <a:gd name="T39" fmla="*/ 6 h 817"/>
                <a:gd name="T40" fmla="*/ 1 w 398"/>
                <a:gd name="T41" fmla="*/ 6 h 817"/>
                <a:gd name="T42" fmla="*/ 1 w 398"/>
                <a:gd name="T43" fmla="*/ 6 h 817"/>
                <a:gd name="T44" fmla="*/ 2 w 398"/>
                <a:gd name="T45" fmla="*/ 5 h 817"/>
                <a:gd name="T46" fmla="*/ 2 w 398"/>
                <a:gd name="T47" fmla="*/ 5 h 817"/>
                <a:gd name="T48" fmla="*/ 2 w 398"/>
                <a:gd name="T49" fmla="*/ 5 h 817"/>
                <a:gd name="T50" fmla="*/ 2 w 398"/>
                <a:gd name="T51" fmla="*/ 4 h 817"/>
                <a:gd name="T52" fmla="*/ 2 w 398"/>
                <a:gd name="T53" fmla="*/ 4 h 817"/>
                <a:gd name="T54" fmla="*/ 3 w 398"/>
                <a:gd name="T55" fmla="*/ 3 h 817"/>
                <a:gd name="T56" fmla="*/ 3 w 398"/>
                <a:gd name="T57" fmla="*/ 3 h 817"/>
                <a:gd name="T58" fmla="*/ 3 w 398"/>
                <a:gd name="T59" fmla="*/ 3 h 817"/>
                <a:gd name="T60" fmla="*/ 3 w 398"/>
                <a:gd name="T61" fmla="*/ 2 h 817"/>
                <a:gd name="T62" fmla="*/ 3 w 398"/>
                <a:gd name="T63" fmla="*/ 2 h 817"/>
                <a:gd name="T64" fmla="*/ 3 w 398"/>
                <a:gd name="T65" fmla="*/ 1 h 817"/>
                <a:gd name="T66" fmla="*/ 3 w 398"/>
                <a:gd name="T67" fmla="*/ 1 h 817"/>
                <a:gd name="T68" fmla="*/ 3 w 398"/>
                <a:gd name="T69" fmla="*/ 0 h 817"/>
                <a:gd name="T70" fmla="*/ 3 w 398"/>
                <a:gd name="T71" fmla="*/ 0 h 817"/>
                <a:gd name="T72" fmla="*/ 3 w 398"/>
                <a:gd name="T73" fmla="*/ 0 h 817"/>
                <a:gd name="T74" fmla="*/ 3 w 398"/>
                <a:gd name="T75" fmla="*/ 0 h 817"/>
                <a:gd name="T76" fmla="*/ 3 w 398"/>
                <a:gd name="T77" fmla="*/ 0 h 817"/>
                <a:gd name="T78" fmla="*/ 3 w 398"/>
                <a:gd name="T79" fmla="*/ 0 h 817"/>
                <a:gd name="T80" fmla="*/ 3 w 398"/>
                <a:gd name="T81" fmla="*/ 0 h 817"/>
                <a:gd name="T82" fmla="*/ 3 w 398"/>
                <a:gd name="T83" fmla="*/ 0 h 817"/>
                <a:gd name="T84" fmla="*/ 3 w 398"/>
                <a:gd name="T85" fmla="*/ 0 h 817"/>
                <a:gd name="T86" fmla="*/ 2 w 398"/>
                <a:gd name="T87" fmla="*/ 0 h 817"/>
                <a:gd name="T88" fmla="*/ 2 w 398"/>
                <a:gd name="T89" fmla="*/ 0 h 817"/>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398"/>
                <a:gd name="T136" fmla="*/ 0 h 817"/>
                <a:gd name="T137" fmla="*/ 398 w 398"/>
                <a:gd name="T138" fmla="*/ 817 h 817"/>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398" h="817">
                  <a:moveTo>
                    <a:pt x="304" y="47"/>
                  </a:moveTo>
                  <a:lnTo>
                    <a:pt x="304" y="47"/>
                  </a:lnTo>
                  <a:lnTo>
                    <a:pt x="301" y="97"/>
                  </a:lnTo>
                  <a:lnTo>
                    <a:pt x="297" y="147"/>
                  </a:lnTo>
                  <a:lnTo>
                    <a:pt x="291" y="198"/>
                  </a:lnTo>
                  <a:lnTo>
                    <a:pt x="280" y="247"/>
                  </a:lnTo>
                  <a:lnTo>
                    <a:pt x="268" y="297"/>
                  </a:lnTo>
                  <a:lnTo>
                    <a:pt x="253" y="347"/>
                  </a:lnTo>
                  <a:lnTo>
                    <a:pt x="236" y="395"/>
                  </a:lnTo>
                  <a:lnTo>
                    <a:pt x="217" y="442"/>
                  </a:lnTo>
                  <a:lnTo>
                    <a:pt x="195" y="487"/>
                  </a:lnTo>
                  <a:lnTo>
                    <a:pt x="171" y="532"/>
                  </a:lnTo>
                  <a:lnTo>
                    <a:pt x="147" y="574"/>
                  </a:lnTo>
                  <a:lnTo>
                    <a:pt x="121" y="613"/>
                  </a:lnTo>
                  <a:lnTo>
                    <a:pt x="93" y="650"/>
                  </a:lnTo>
                  <a:lnTo>
                    <a:pt x="64" y="684"/>
                  </a:lnTo>
                  <a:lnTo>
                    <a:pt x="32" y="716"/>
                  </a:lnTo>
                  <a:lnTo>
                    <a:pt x="0" y="744"/>
                  </a:lnTo>
                  <a:lnTo>
                    <a:pt x="59" y="817"/>
                  </a:lnTo>
                  <a:lnTo>
                    <a:pt x="95" y="784"/>
                  </a:lnTo>
                  <a:lnTo>
                    <a:pt x="132" y="748"/>
                  </a:lnTo>
                  <a:lnTo>
                    <a:pt x="166" y="709"/>
                  </a:lnTo>
                  <a:lnTo>
                    <a:pt x="196" y="667"/>
                  </a:lnTo>
                  <a:lnTo>
                    <a:pt x="227" y="623"/>
                  </a:lnTo>
                  <a:lnTo>
                    <a:pt x="253" y="576"/>
                  </a:lnTo>
                  <a:lnTo>
                    <a:pt x="279" y="530"/>
                  </a:lnTo>
                  <a:lnTo>
                    <a:pt x="301" y="479"/>
                  </a:lnTo>
                  <a:lnTo>
                    <a:pt x="323" y="428"/>
                  </a:lnTo>
                  <a:lnTo>
                    <a:pt x="342" y="375"/>
                  </a:lnTo>
                  <a:lnTo>
                    <a:pt x="359" y="321"/>
                  </a:lnTo>
                  <a:lnTo>
                    <a:pt x="372" y="268"/>
                  </a:lnTo>
                  <a:lnTo>
                    <a:pt x="382" y="212"/>
                  </a:lnTo>
                  <a:lnTo>
                    <a:pt x="391" y="157"/>
                  </a:lnTo>
                  <a:lnTo>
                    <a:pt x="395" y="102"/>
                  </a:lnTo>
                  <a:lnTo>
                    <a:pt x="398" y="47"/>
                  </a:lnTo>
                  <a:lnTo>
                    <a:pt x="394" y="27"/>
                  </a:lnTo>
                  <a:lnTo>
                    <a:pt x="383" y="11"/>
                  </a:lnTo>
                  <a:lnTo>
                    <a:pt x="368" y="3"/>
                  </a:lnTo>
                  <a:lnTo>
                    <a:pt x="351" y="0"/>
                  </a:lnTo>
                  <a:lnTo>
                    <a:pt x="333" y="3"/>
                  </a:lnTo>
                  <a:lnTo>
                    <a:pt x="319" y="11"/>
                  </a:lnTo>
                  <a:lnTo>
                    <a:pt x="307" y="27"/>
                  </a:lnTo>
                  <a:lnTo>
                    <a:pt x="304" y="4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3511" name="Freeform 37"/>
            <p:cNvSpPr>
              <a:spLocks/>
            </p:cNvSpPr>
            <p:nvPr/>
          </p:nvSpPr>
          <p:spPr bwMode="auto">
            <a:xfrm>
              <a:off x="1660" y="1701"/>
              <a:ext cx="19" cy="365"/>
            </a:xfrm>
            <a:custGeom>
              <a:avLst/>
              <a:gdLst>
                <a:gd name="T0" fmla="*/ 0 w 95"/>
                <a:gd name="T1" fmla="*/ 0 h 1826"/>
                <a:gd name="T2" fmla="*/ 0 w 95"/>
                <a:gd name="T3" fmla="*/ 0 h 1826"/>
                <a:gd name="T4" fmla="*/ 0 w 95"/>
                <a:gd name="T5" fmla="*/ 15 h 1826"/>
                <a:gd name="T6" fmla="*/ 1 w 95"/>
                <a:gd name="T7" fmla="*/ 15 h 1826"/>
                <a:gd name="T8" fmla="*/ 1 w 95"/>
                <a:gd name="T9" fmla="*/ 0 h 1826"/>
                <a:gd name="T10" fmla="*/ 1 w 95"/>
                <a:gd name="T11" fmla="*/ 0 h 1826"/>
                <a:gd name="T12" fmla="*/ 1 w 95"/>
                <a:gd name="T13" fmla="*/ 0 h 1826"/>
                <a:gd name="T14" fmla="*/ 1 w 95"/>
                <a:gd name="T15" fmla="*/ 0 h 1826"/>
                <a:gd name="T16" fmla="*/ 1 w 95"/>
                <a:gd name="T17" fmla="*/ 0 h 1826"/>
                <a:gd name="T18" fmla="*/ 1 w 95"/>
                <a:gd name="T19" fmla="*/ 0 h 1826"/>
                <a:gd name="T20" fmla="*/ 0 w 95"/>
                <a:gd name="T21" fmla="*/ 0 h 1826"/>
                <a:gd name="T22" fmla="*/ 0 w 95"/>
                <a:gd name="T23" fmla="*/ 0 h 1826"/>
                <a:gd name="T24" fmla="*/ 0 w 95"/>
                <a:gd name="T25" fmla="*/ 0 h 1826"/>
                <a:gd name="T26" fmla="*/ 0 w 95"/>
                <a:gd name="T27" fmla="*/ 0 h 1826"/>
                <a:gd name="T28" fmla="*/ 0 w 95"/>
                <a:gd name="T29" fmla="*/ 0 h 1826"/>
                <a:gd name="T30" fmla="*/ 0 w 95"/>
                <a:gd name="T31" fmla="*/ 0 h 182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95"/>
                <a:gd name="T49" fmla="*/ 0 h 1826"/>
                <a:gd name="T50" fmla="*/ 95 w 95"/>
                <a:gd name="T51" fmla="*/ 1826 h 182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95" h="1826">
                  <a:moveTo>
                    <a:pt x="0" y="49"/>
                  </a:moveTo>
                  <a:lnTo>
                    <a:pt x="0" y="47"/>
                  </a:lnTo>
                  <a:lnTo>
                    <a:pt x="1" y="1826"/>
                  </a:lnTo>
                  <a:lnTo>
                    <a:pt x="95" y="1826"/>
                  </a:lnTo>
                  <a:lnTo>
                    <a:pt x="93" y="47"/>
                  </a:lnTo>
                  <a:lnTo>
                    <a:pt x="93" y="45"/>
                  </a:lnTo>
                  <a:lnTo>
                    <a:pt x="93" y="47"/>
                  </a:lnTo>
                  <a:lnTo>
                    <a:pt x="90" y="27"/>
                  </a:lnTo>
                  <a:lnTo>
                    <a:pt x="79" y="12"/>
                  </a:lnTo>
                  <a:lnTo>
                    <a:pt x="64" y="4"/>
                  </a:lnTo>
                  <a:lnTo>
                    <a:pt x="47" y="0"/>
                  </a:lnTo>
                  <a:lnTo>
                    <a:pt x="29" y="4"/>
                  </a:lnTo>
                  <a:lnTo>
                    <a:pt x="15" y="12"/>
                  </a:lnTo>
                  <a:lnTo>
                    <a:pt x="3" y="27"/>
                  </a:lnTo>
                  <a:lnTo>
                    <a:pt x="0" y="47"/>
                  </a:lnTo>
                  <a:lnTo>
                    <a:pt x="0" y="4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3512" name="Freeform 38"/>
            <p:cNvSpPr>
              <a:spLocks/>
            </p:cNvSpPr>
            <p:nvPr/>
          </p:nvSpPr>
          <p:spPr bwMode="auto">
            <a:xfrm>
              <a:off x="1598" y="1598"/>
              <a:ext cx="81" cy="113"/>
            </a:xfrm>
            <a:custGeom>
              <a:avLst/>
              <a:gdLst>
                <a:gd name="T0" fmla="*/ 0 w 401"/>
                <a:gd name="T1" fmla="*/ 1 h 566"/>
                <a:gd name="T2" fmla="*/ 0 w 401"/>
                <a:gd name="T3" fmla="*/ 1 h 566"/>
                <a:gd name="T4" fmla="*/ 0 w 401"/>
                <a:gd name="T5" fmla="*/ 1 h 566"/>
                <a:gd name="T6" fmla="*/ 1 w 401"/>
                <a:gd name="T7" fmla="*/ 1 h 566"/>
                <a:gd name="T8" fmla="*/ 1 w 401"/>
                <a:gd name="T9" fmla="*/ 1 h 566"/>
                <a:gd name="T10" fmla="*/ 1 w 401"/>
                <a:gd name="T11" fmla="*/ 1 h 566"/>
                <a:gd name="T12" fmla="*/ 1 w 401"/>
                <a:gd name="T13" fmla="*/ 2 h 566"/>
                <a:gd name="T14" fmla="*/ 1 w 401"/>
                <a:gd name="T15" fmla="*/ 2 h 566"/>
                <a:gd name="T16" fmla="*/ 2 w 401"/>
                <a:gd name="T17" fmla="*/ 2 h 566"/>
                <a:gd name="T18" fmla="*/ 2 w 401"/>
                <a:gd name="T19" fmla="*/ 2 h 566"/>
                <a:gd name="T20" fmla="*/ 2 w 401"/>
                <a:gd name="T21" fmla="*/ 2 h 566"/>
                <a:gd name="T22" fmla="*/ 2 w 401"/>
                <a:gd name="T23" fmla="*/ 3 h 566"/>
                <a:gd name="T24" fmla="*/ 2 w 401"/>
                <a:gd name="T25" fmla="*/ 3 h 566"/>
                <a:gd name="T26" fmla="*/ 2 w 401"/>
                <a:gd name="T27" fmla="*/ 3 h 566"/>
                <a:gd name="T28" fmla="*/ 2 w 401"/>
                <a:gd name="T29" fmla="*/ 4 h 566"/>
                <a:gd name="T30" fmla="*/ 2 w 401"/>
                <a:gd name="T31" fmla="*/ 4 h 566"/>
                <a:gd name="T32" fmla="*/ 2 w 401"/>
                <a:gd name="T33" fmla="*/ 4 h 566"/>
                <a:gd name="T34" fmla="*/ 3 w 401"/>
                <a:gd name="T35" fmla="*/ 5 h 566"/>
                <a:gd name="T36" fmla="*/ 3 w 401"/>
                <a:gd name="T37" fmla="*/ 4 h 566"/>
                <a:gd name="T38" fmla="*/ 3 w 401"/>
                <a:gd name="T39" fmla="*/ 4 h 566"/>
                <a:gd name="T40" fmla="*/ 3 w 401"/>
                <a:gd name="T41" fmla="*/ 4 h 566"/>
                <a:gd name="T42" fmla="*/ 3 w 401"/>
                <a:gd name="T43" fmla="*/ 3 h 566"/>
                <a:gd name="T44" fmla="*/ 3 w 401"/>
                <a:gd name="T45" fmla="*/ 3 h 566"/>
                <a:gd name="T46" fmla="*/ 3 w 401"/>
                <a:gd name="T47" fmla="*/ 3 h 566"/>
                <a:gd name="T48" fmla="*/ 3 w 401"/>
                <a:gd name="T49" fmla="*/ 2 h 566"/>
                <a:gd name="T50" fmla="*/ 3 w 401"/>
                <a:gd name="T51" fmla="*/ 2 h 566"/>
                <a:gd name="T52" fmla="*/ 2 w 401"/>
                <a:gd name="T53" fmla="*/ 2 h 566"/>
                <a:gd name="T54" fmla="*/ 2 w 401"/>
                <a:gd name="T55" fmla="*/ 2 h 566"/>
                <a:gd name="T56" fmla="*/ 2 w 401"/>
                <a:gd name="T57" fmla="*/ 1 h 566"/>
                <a:gd name="T58" fmla="*/ 2 w 401"/>
                <a:gd name="T59" fmla="*/ 1 h 566"/>
                <a:gd name="T60" fmla="*/ 2 w 401"/>
                <a:gd name="T61" fmla="*/ 1 h 566"/>
                <a:gd name="T62" fmla="*/ 1 w 401"/>
                <a:gd name="T63" fmla="*/ 1 h 566"/>
                <a:gd name="T64" fmla="*/ 1 w 401"/>
                <a:gd name="T65" fmla="*/ 0 h 566"/>
                <a:gd name="T66" fmla="*/ 1 w 401"/>
                <a:gd name="T67" fmla="*/ 0 h 566"/>
                <a:gd name="T68" fmla="*/ 1 w 401"/>
                <a:gd name="T69" fmla="*/ 0 h 566"/>
                <a:gd name="T70" fmla="*/ 1 w 401"/>
                <a:gd name="T71" fmla="*/ 0 h 566"/>
                <a:gd name="T72" fmla="*/ 1 w 401"/>
                <a:gd name="T73" fmla="*/ 0 h 566"/>
                <a:gd name="T74" fmla="*/ 0 w 401"/>
                <a:gd name="T75" fmla="*/ 0 h 566"/>
                <a:gd name="T76" fmla="*/ 0 w 401"/>
                <a:gd name="T77" fmla="*/ 0 h 566"/>
                <a:gd name="T78" fmla="*/ 0 w 401"/>
                <a:gd name="T79" fmla="*/ 0 h 566"/>
                <a:gd name="T80" fmla="*/ 0 w 401"/>
                <a:gd name="T81" fmla="*/ 0 h 566"/>
                <a:gd name="T82" fmla="*/ 0 w 401"/>
                <a:gd name="T83" fmla="*/ 0 h 566"/>
                <a:gd name="T84" fmla="*/ 0 w 401"/>
                <a:gd name="T85" fmla="*/ 0 h 566"/>
                <a:gd name="T86" fmla="*/ 0 w 401"/>
                <a:gd name="T87" fmla="*/ 1 h 566"/>
                <a:gd name="T88" fmla="*/ 0 w 401"/>
                <a:gd name="T89" fmla="*/ 1 h 56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401"/>
                <a:gd name="T136" fmla="*/ 0 h 566"/>
                <a:gd name="T137" fmla="*/ 401 w 401"/>
                <a:gd name="T138" fmla="*/ 566 h 566"/>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401" h="566">
                  <a:moveTo>
                    <a:pt x="23" y="88"/>
                  </a:moveTo>
                  <a:lnTo>
                    <a:pt x="23" y="88"/>
                  </a:lnTo>
                  <a:lnTo>
                    <a:pt x="53" y="107"/>
                  </a:lnTo>
                  <a:lnTo>
                    <a:pt x="83" y="125"/>
                  </a:lnTo>
                  <a:lnTo>
                    <a:pt x="108" y="147"/>
                  </a:lnTo>
                  <a:lnTo>
                    <a:pt x="135" y="171"/>
                  </a:lnTo>
                  <a:lnTo>
                    <a:pt x="160" y="196"/>
                  </a:lnTo>
                  <a:lnTo>
                    <a:pt x="182" y="223"/>
                  </a:lnTo>
                  <a:lnTo>
                    <a:pt x="205" y="251"/>
                  </a:lnTo>
                  <a:lnTo>
                    <a:pt x="223" y="281"/>
                  </a:lnTo>
                  <a:lnTo>
                    <a:pt x="240" y="312"/>
                  </a:lnTo>
                  <a:lnTo>
                    <a:pt x="256" y="345"/>
                  </a:lnTo>
                  <a:lnTo>
                    <a:pt x="270" y="379"/>
                  </a:lnTo>
                  <a:lnTo>
                    <a:pt x="282" y="414"/>
                  </a:lnTo>
                  <a:lnTo>
                    <a:pt x="291" y="450"/>
                  </a:lnTo>
                  <a:lnTo>
                    <a:pt x="299" y="488"/>
                  </a:lnTo>
                  <a:lnTo>
                    <a:pt x="304" y="526"/>
                  </a:lnTo>
                  <a:lnTo>
                    <a:pt x="308" y="566"/>
                  </a:lnTo>
                  <a:lnTo>
                    <a:pt x="401" y="562"/>
                  </a:lnTo>
                  <a:lnTo>
                    <a:pt x="398" y="517"/>
                  </a:lnTo>
                  <a:lnTo>
                    <a:pt x="391" y="471"/>
                  </a:lnTo>
                  <a:lnTo>
                    <a:pt x="383" y="429"/>
                  </a:lnTo>
                  <a:lnTo>
                    <a:pt x="371" y="386"/>
                  </a:lnTo>
                  <a:lnTo>
                    <a:pt x="357" y="346"/>
                  </a:lnTo>
                  <a:lnTo>
                    <a:pt x="340" y="307"/>
                  </a:lnTo>
                  <a:lnTo>
                    <a:pt x="324" y="270"/>
                  </a:lnTo>
                  <a:lnTo>
                    <a:pt x="303" y="232"/>
                  </a:lnTo>
                  <a:lnTo>
                    <a:pt x="280" y="197"/>
                  </a:lnTo>
                  <a:lnTo>
                    <a:pt x="255" y="164"/>
                  </a:lnTo>
                  <a:lnTo>
                    <a:pt x="228" y="132"/>
                  </a:lnTo>
                  <a:lnTo>
                    <a:pt x="199" y="103"/>
                  </a:lnTo>
                  <a:lnTo>
                    <a:pt x="169" y="76"/>
                  </a:lnTo>
                  <a:lnTo>
                    <a:pt x="137" y="50"/>
                  </a:lnTo>
                  <a:lnTo>
                    <a:pt x="103" y="27"/>
                  </a:lnTo>
                  <a:lnTo>
                    <a:pt x="67" y="6"/>
                  </a:lnTo>
                  <a:lnTo>
                    <a:pt x="48" y="0"/>
                  </a:lnTo>
                  <a:lnTo>
                    <a:pt x="30" y="2"/>
                  </a:lnTo>
                  <a:lnTo>
                    <a:pt x="16" y="12"/>
                  </a:lnTo>
                  <a:lnTo>
                    <a:pt x="5" y="25"/>
                  </a:lnTo>
                  <a:lnTo>
                    <a:pt x="0" y="41"/>
                  </a:lnTo>
                  <a:lnTo>
                    <a:pt x="0" y="59"/>
                  </a:lnTo>
                  <a:lnTo>
                    <a:pt x="8" y="75"/>
                  </a:lnTo>
                  <a:lnTo>
                    <a:pt x="23"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3513" name="Freeform 39"/>
            <p:cNvSpPr>
              <a:spLocks/>
            </p:cNvSpPr>
            <p:nvPr/>
          </p:nvSpPr>
          <p:spPr bwMode="auto">
            <a:xfrm>
              <a:off x="1346" y="1455"/>
              <a:ext cx="266" cy="160"/>
            </a:xfrm>
            <a:custGeom>
              <a:avLst/>
              <a:gdLst>
                <a:gd name="T0" fmla="*/ 0 w 1330"/>
                <a:gd name="T1" fmla="*/ 1 h 801"/>
                <a:gd name="T2" fmla="*/ 0 w 1330"/>
                <a:gd name="T3" fmla="*/ 1 h 801"/>
                <a:gd name="T4" fmla="*/ 10 w 1330"/>
                <a:gd name="T5" fmla="*/ 6 h 801"/>
                <a:gd name="T6" fmla="*/ 11 w 1330"/>
                <a:gd name="T7" fmla="*/ 6 h 801"/>
                <a:gd name="T8" fmla="*/ 1 w 1330"/>
                <a:gd name="T9" fmla="*/ 0 h 801"/>
                <a:gd name="T10" fmla="*/ 1 w 1330"/>
                <a:gd name="T11" fmla="*/ 0 h 801"/>
                <a:gd name="T12" fmla="*/ 1 w 1330"/>
                <a:gd name="T13" fmla="*/ 0 h 801"/>
                <a:gd name="T14" fmla="*/ 0 w 1330"/>
                <a:gd name="T15" fmla="*/ 0 h 801"/>
                <a:gd name="T16" fmla="*/ 0 w 1330"/>
                <a:gd name="T17" fmla="*/ 0 h 801"/>
                <a:gd name="T18" fmla="*/ 0 w 1330"/>
                <a:gd name="T19" fmla="*/ 0 h 801"/>
                <a:gd name="T20" fmla="*/ 0 w 1330"/>
                <a:gd name="T21" fmla="*/ 0 h 801"/>
                <a:gd name="T22" fmla="*/ 0 w 1330"/>
                <a:gd name="T23" fmla="*/ 0 h 801"/>
                <a:gd name="T24" fmla="*/ 0 w 1330"/>
                <a:gd name="T25" fmla="*/ 0 h 801"/>
                <a:gd name="T26" fmla="*/ 0 w 1330"/>
                <a:gd name="T27" fmla="*/ 1 h 801"/>
                <a:gd name="T28" fmla="*/ 0 w 1330"/>
                <a:gd name="T29" fmla="*/ 1 h 801"/>
                <a:gd name="T30" fmla="*/ 0 w 1330"/>
                <a:gd name="T31" fmla="*/ 1 h 801"/>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30"/>
                <a:gd name="T49" fmla="*/ 0 h 801"/>
                <a:gd name="T50" fmla="*/ 1330 w 1330"/>
                <a:gd name="T51" fmla="*/ 801 h 801"/>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30" h="801">
                  <a:moveTo>
                    <a:pt x="24" y="88"/>
                  </a:moveTo>
                  <a:lnTo>
                    <a:pt x="23" y="88"/>
                  </a:lnTo>
                  <a:lnTo>
                    <a:pt x="1286" y="801"/>
                  </a:lnTo>
                  <a:lnTo>
                    <a:pt x="1330" y="719"/>
                  </a:lnTo>
                  <a:lnTo>
                    <a:pt x="67" y="6"/>
                  </a:lnTo>
                  <a:lnTo>
                    <a:pt x="66" y="6"/>
                  </a:lnTo>
                  <a:lnTo>
                    <a:pt x="67" y="6"/>
                  </a:lnTo>
                  <a:lnTo>
                    <a:pt x="48" y="0"/>
                  </a:lnTo>
                  <a:lnTo>
                    <a:pt x="30" y="2"/>
                  </a:lnTo>
                  <a:lnTo>
                    <a:pt x="16" y="12"/>
                  </a:lnTo>
                  <a:lnTo>
                    <a:pt x="5" y="25"/>
                  </a:lnTo>
                  <a:lnTo>
                    <a:pt x="0" y="41"/>
                  </a:lnTo>
                  <a:lnTo>
                    <a:pt x="0" y="59"/>
                  </a:lnTo>
                  <a:lnTo>
                    <a:pt x="8" y="75"/>
                  </a:lnTo>
                  <a:lnTo>
                    <a:pt x="23" y="88"/>
                  </a:lnTo>
                  <a:lnTo>
                    <a:pt x="24"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3514" name="Freeform 40"/>
            <p:cNvSpPr>
              <a:spLocks/>
            </p:cNvSpPr>
            <p:nvPr/>
          </p:nvSpPr>
          <p:spPr bwMode="auto">
            <a:xfrm>
              <a:off x="1198" y="1439"/>
              <a:ext cx="161" cy="35"/>
            </a:xfrm>
            <a:custGeom>
              <a:avLst/>
              <a:gdLst>
                <a:gd name="T0" fmla="*/ 1 w 806"/>
                <a:gd name="T1" fmla="*/ 1 h 177"/>
                <a:gd name="T2" fmla="*/ 1 w 806"/>
                <a:gd name="T3" fmla="*/ 1 h 177"/>
                <a:gd name="T4" fmla="*/ 1 w 806"/>
                <a:gd name="T5" fmla="*/ 1 h 177"/>
                <a:gd name="T6" fmla="*/ 1 w 806"/>
                <a:gd name="T7" fmla="*/ 1 h 177"/>
                <a:gd name="T8" fmla="*/ 2 w 806"/>
                <a:gd name="T9" fmla="*/ 1 h 177"/>
                <a:gd name="T10" fmla="*/ 2 w 806"/>
                <a:gd name="T11" fmla="*/ 1 h 177"/>
                <a:gd name="T12" fmla="*/ 2 w 806"/>
                <a:gd name="T13" fmla="*/ 1 h 177"/>
                <a:gd name="T14" fmla="*/ 3 w 806"/>
                <a:gd name="T15" fmla="*/ 1 h 177"/>
                <a:gd name="T16" fmla="*/ 3 w 806"/>
                <a:gd name="T17" fmla="*/ 1 h 177"/>
                <a:gd name="T18" fmla="*/ 3 w 806"/>
                <a:gd name="T19" fmla="*/ 1 h 177"/>
                <a:gd name="T20" fmla="*/ 4 w 806"/>
                <a:gd name="T21" fmla="*/ 1 h 177"/>
                <a:gd name="T22" fmla="*/ 4 w 806"/>
                <a:gd name="T23" fmla="*/ 1 h 177"/>
                <a:gd name="T24" fmla="*/ 5 w 806"/>
                <a:gd name="T25" fmla="*/ 1 h 177"/>
                <a:gd name="T26" fmla="*/ 5 w 806"/>
                <a:gd name="T27" fmla="*/ 1 h 177"/>
                <a:gd name="T28" fmla="*/ 5 w 806"/>
                <a:gd name="T29" fmla="*/ 1 h 177"/>
                <a:gd name="T30" fmla="*/ 6 w 806"/>
                <a:gd name="T31" fmla="*/ 1 h 177"/>
                <a:gd name="T32" fmla="*/ 6 w 806"/>
                <a:gd name="T33" fmla="*/ 1 h 177"/>
                <a:gd name="T34" fmla="*/ 6 w 806"/>
                <a:gd name="T35" fmla="*/ 1 h 177"/>
                <a:gd name="T36" fmla="*/ 6 w 806"/>
                <a:gd name="T37" fmla="*/ 1 h 177"/>
                <a:gd name="T38" fmla="*/ 6 w 806"/>
                <a:gd name="T39" fmla="*/ 1 h 177"/>
                <a:gd name="T40" fmla="*/ 6 w 806"/>
                <a:gd name="T41" fmla="*/ 0 h 177"/>
                <a:gd name="T42" fmla="*/ 5 w 806"/>
                <a:gd name="T43" fmla="*/ 0 h 177"/>
                <a:gd name="T44" fmla="*/ 5 w 806"/>
                <a:gd name="T45" fmla="*/ 0 h 177"/>
                <a:gd name="T46" fmla="*/ 5 w 806"/>
                <a:gd name="T47" fmla="*/ 0 h 177"/>
                <a:gd name="T48" fmla="*/ 4 w 806"/>
                <a:gd name="T49" fmla="*/ 0 h 177"/>
                <a:gd name="T50" fmla="*/ 4 w 806"/>
                <a:gd name="T51" fmla="*/ 0 h 177"/>
                <a:gd name="T52" fmla="*/ 3 w 806"/>
                <a:gd name="T53" fmla="*/ 0 h 177"/>
                <a:gd name="T54" fmla="*/ 3 w 806"/>
                <a:gd name="T55" fmla="*/ 0 h 177"/>
                <a:gd name="T56" fmla="*/ 3 w 806"/>
                <a:gd name="T57" fmla="*/ 0 h 177"/>
                <a:gd name="T58" fmla="*/ 2 w 806"/>
                <a:gd name="T59" fmla="*/ 0 h 177"/>
                <a:gd name="T60" fmla="*/ 2 w 806"/>
                <a:gd name="T61" fmla="*/ 0 h 177"/>
                <a:gd name="T62" fmla="*/ 1 w 806"/>
                <a:gd name="T63" fmla="*/ 0 h 177"/>
                <a:gd name="T64" fmla="*/ 1 w 806"/>
                <a:gd name="T65" fmla="*/ 0 h 177"/>
                <a:gd name="T66" fmla="*/ 1 w 806"/>
                <a:gd name="T67" fmla="*/ 1 h 177"/>
                <a:gd name="T68" fmla="*/ 0 w 806"/>
                <a:gd name="T69" fmla="*/ 1 h 177"/>
                <a:gd name="T70" fmla="*/ 0 w 806"/>
                <a:gd name="T71" fmla="*/ 1 h 177"/>
                <a:gd name="T72" fmla="*/ 0 w 806"/>
                <a:gd name="T73" fmla="*/ 1 h 177"/>
                <a:gd name="T74" fmla="*/ 0 w 806"/>
                <a:gd name="T75" fmla="*/ 1 h 177"/>
                <a:gd name="T76" fmla="*/ 0 w 806"/>
                <a:gd name="T77" fmla="*/ 1 h 177"/>
                <a:gd name="T78" fmla="*/ 0 w 806"/>
                <a:gd name="T79" fmla="*/ 1 h 177"/>
                <a:gd name="T80" fmla="*/ 0 w 806"/>
                <a:gd name="T81" fmla="*/ 1 h 177"/>
                <a:gd name="T82" fmla="*/ 0 w 806"/>
                <a:gd name="T83" fmla="*/ 1 h 177"/>
                <a:gd name="T84" fmla="*/ 0 w 806"/>
                <a:gd name="T85" fmla="*/ 1 h 177"/>
                <a:gd name="T86" fmla="*/ 0 w 806"/>
                <a:gd name="T87" fmla="*/ 1 h 177"/>
                <a:gd name="T88" fmla="*/ 1 w 806"/>
                <a:gd name="T89" fmla="*/ 1 h 177"/>
                <a:gd name="T90" fmla="*/ 1 w 806"/>
                <a:gd name="T91" fmla="*/ 1 h 17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806"/>
                <a:gd name="T139" fmla="*/ 0 h 177"/>
                <a:gd name="T140" fmla="*/ 806 w 806"/>
                <a:gd name="T141" fmla="*/ 177 h 17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806" h="177">
                  <a:moveTo>
                    <a:pt x="67" y="171"/>
                  </a:moveTo>
                  <a:lnTo>
                    <a:pt x="68" y="171"/>
                  </a:lnTo>
                  <a:lnTo>
                    <a:pt x="109" y="151"/>
                  </a:lnTo>
                  <a:lnTo>
                    <a:pt x="151" y="135"/>
                  </a:lnTo>
                  <a:lnTo>
                    <a:pt x="196" y="122"/>
                  </a:lnTo>
                  <a:lnTo>
                    <a:pt x="242" y="110"/>
                  </a:lnTo>
                  <a:lnTo>
                    <a:pt x="287" y="102"/>
                  </a:lnTo>
                  <a:lnTo>
                    <a:pt x="335" y="97"/>
                  </a:lnTo>
                  <a:lnTo>
                    <a:pt x="382" y="95"/>
                  </a:lnTo>
                  <a:lnTo>
                    <a:pt x="430" y="94"/>
                  </a:lnTo>
                  <a:lnTo>
                    <a:pt x="477" y="97"/>
                  </a:lnTo>
                  <a:lnTo>
                    <a:pt x="524" y="102"/>
                  </a:lnTo>
                  <a:lnTo>
                    <a:pt x="568" y="108"/>
                  </a:lnTo>
                  <a:lnTo>
                    <a:pt x="612" y="117"/>
                  </a:lnTo>
                  <a:lnTo>
                    <a:pt x="654" y="128"/>
                  </a:lnTo>
                  <a:lnTo>
                    <a:pt x="693" y="141"/>
                  </a:lnTo>
                  <a:lnTo>
                    <a:pt x="730" y="155"/>
                  </a:lnTo>
                  <a:lnTo>
                    <a:pt x="764" y="171"/>
                  </a:lnTo>
                  <a:lnTo>
                    <a:pt x="806" y="89"/>
                  </a:lnTo>
                  <a:lnTo>
                    <a:pt x="768" y="70"/>
                  </a:lnTo>
                  <a:lnTo>
                    <a:pt x="725" y="54"/>
                  </a:lnTo>
                  <a:lnTo>
                    <a:pt x="680" y="39"/>
                  </a:lnTo>
                  <a:lnTo>
                    <a:pt x="633" y="26"/>
                  </a:lnTo>
                  <a:lnTo>
                    <a:pt x="585" y="16"/>
                  </a:lnTo>
                  <a:lnTo>
                    <a:pt x="536" y="8"/>
                  </a:lnTo>
                  <a:lnTo>
                    <a:pt x="484" y="3"/>
                  </a:lnTo>
                  <a:lnTo>
                    <a:pt x="433" y="0"/>
                  </a:lnTo>
                  <a:lnTo>
                    <a:pt x="380" y="1"/>
                  </a:lnTo>
                  <a:lnTo>
                    <a:pt x="328" y="3"/>
                  </a:lnTo>
                  <a:lnTo>
                    <a:pt x="276" y="10"/>
                  </a:lnTo>
                  <a:lnTo>
                    <a:pt x="223" y="19"/>
                  </a:lnTo>
                  <a:lnTo>
                    <a:pt x="172" y="30"/>
                  </a:lnTo>
                  <a:lnTo>
                    <a:pt x="121" y="46"/>
                  </a:lnTo>
                  <a:lnTo>
                    <a:pt x="72" y="67"/>
                  </a:lnTo>
                  <a:lnTo>
                    <a:pt x="24" y="89"/>
                  </a:lnTo>
                  <a:lnTo>
                    <a:pt x="25" y="89"/>
                  </a:lnTo>
                  <a:lnTo>
                    <a:pt x="24" y="89"/>
                  </a:lnTo>
                  <a:lnTo>
                    <a:pt x="8" y="102"/>
                  </a:lnTo>
                  <a:lnTo>
                    <a:pt x="0" y="118"/>
                  </a:lnTo>
                  <a:lnTo>
                    <a:pt x="0" y="136"/>
                  </a:lnTo>
                  <a:lnTo>
                    <a:pt x="6" y="152"/>
                  </a:lnTo>
                  <a:lnTo>
                    <a:pt x="17" y="165"/>
                  </a:lnTo>
                  <a:lnTo>
                    <a:pt x="31" y="175"/>
                  </a:lnTo>
                  <a:lnTo>
                    <a:pt x="48" y="177"/>
                  </a:lnTo>
                  <a:lnTo>
                    <a:pt x="68" y="171"/>
                  </a:lnTo>
                  <a:lnTo>
                    <a:pt x="67" y="1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3515" name="Freeform 41"/>
            <p:cNvSpPr>
              <a:spLocks/>
            </p:cNvSpPr>
            <p:nvPr/>
          </p:nvSpPr>
          <p:spPr bwMode="auto">
            <a:xfrm>
              <a:off x="931" y="1456"/>
              <a:ext cx="280" cy="158"/>
            </a:xfrm>
            <a:custGeom>
              <a:avLst/>
              <a:gdLst>
                <a:gd name="T0" fmla="*/ 1 w 1402"/>
                <a:gd name="T1" fmla="*/ 6 h 787"/>
                <a:gd name="T2" fmla="*/ 1 w 1402"/>
                <a:gd name="T3" fmla="*/ 6 h 787"/>
                <a:gd name="T4" fmla="*/ 11 w 1402"/>
                <a:gd name="T5" fmla="*/ 1 h 787"/>
                <a:gd name="T6" fmla="*/ 11 w 1402"/>
                <a:gd name="T7" fmla="*/ 0 h 787"/>
                <a:gd name="T8" fmla="*/ 0 w 1402"/>
                <a:gd name="T9" fmla="*/ 6 h 787"/>
                <a:gd name="T10" fmla="*/ 0 w 1402"/>
                <a:gd name="T11" fmla="*/ 6 h 787"/>
                <a:gd name="T12" fmla="*/ 0 w 1402"/>
                <a:gd name="T13" fmla="*/ 6 h 787"/>
                <a:gd name="T14" fmla="*/ 0 w 1402"/>
                <a:gd name="T15" fmla="*/ 6 h 787"/>
                <a:gd name="T16" fmla="*/ 0 w 1402"/>
                <a:gd name="T17" fmla="*/ 6 h 787"/>
                <a:gd name="T18" fmla="*/ 0 w 1402"/>
                <a:gd name="T19" fmla="*/ 6 h 787"/>
                <a:gd name="T20" fmla="*/ 0 w 1402"/>
                <a:gd name="T21" fmla="*/ 6 h 787"/>
                <a:gd name="T22" fmla="*/ 0 w 1402"/>
                <a:gd name="T23" fmla="*/ 6 h 787"/>
                <a:gd name="T24" fmla="*/ 0 w 1402"/>
                <a:gd name="T25" fmla="*/ 6 h 787"/>
                <a:gd name="T26" fmla="*/ 0 w 1402"/>
                <a:gd name="T27" fmla="*/ 6 h 787"/>
                <a:gd name="T28" fmla="*/ 1 w 1402"/>
                <a:gd name="T29" fmla="*/ 6 h 787"/>
                <a:gd name="T30" fmla="*/ 1 w 1402"/>
                <a:gd name="T31" fmla="*/ 6 h 78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02"/>
                <a:gd name="T49" fmla="*/ 0 h 787"/>
                <a:gd name="T50" fmla="*/ 1402 w 1402"/>
                <a:gd name="T51" fmla="*/ 787 h 78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02" h="787">
                  <a:moveTo>
                    <a:pt x="69" y="781"/>
                  </a:moveTo>
                  <a:lnTo>
                    <a:pt x="66" y="781"/>
                  </a:lnTo>
                  <a:lnTo>
                    <a:pt x="1402" y="82"/>
                  </a:lnTo>
                  <a:lnTo>
                    <a:pt x="1360" y="0"/>
                  </a:lnTo>
                  <a:lnTo>
                    <a:pt x="24" y="699"/>
                  </a:lnTo>
                  <a:lnTo>
                    <a:pt x="22" y="699"/>
                  </a:lnTo>
                  <a:lnTo>
                    <a:pt x="24" y="699"/>
                  </a:lnTo>
                  <a:lnTo>
                    <a:pt x="8" y="712"/>
                  </a:lnTo>
                  <a:lnTo>
                    <a:pt x="1" y="727"/>
                  </a:lnTo>
                  <a:lnTo>
                    <a:pt x="0" y="744"/>
                  </a:lnTo>
                  <a:lnTo>
                    <a:pt x="5" y="761"/>
                  </a:lnTo>
                  <a:lnTo>
                    <a:pt x="15" y="775"/>
                  </a:lnTo>
                  <a:lnTo>
                    <a:pt x="30" y="784"/>
                  </a:lnTo>
                  <a:lnTo>
                    <a:pt x="46" y="787"/>
                  </a:lnTo>
                  <a:lnTo>
                    <a:pt x="66" y="781"/>
                  </a:lnTo>
                  <a:lnTo>
                    <a:pt x="69" y="7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3516" name="Freeform 42"/>
            <p:cNvSpPr>
              <a:spLocks/>
            </p:cNvSpPr>
            <p:nvPr/>
          </p:nvSpPr>
          <p:spPr bwMode="auto">
            <a:xfrm>
              <a:off x="868" y="1596"/>
              <a:ext cx="77" cy="126"/>
            </a:xfrm>
            <a:custGeom>
              <a:avLst/>
              <a:gdLst>
                <a:gd name="T0" fmla="*/ 1 w 382"/>
                <a:gd name="T1" fmla="*/ 5 h 628"/>
                <a:gd name="T2" fmla="*/ 1 w 382"/>
                <a:gd name="T3" fmla="*/ 5 h 628"/>
                <a:gd name="T4" fmla="*/ 1 w 382"/>
                <a:gd name="T5" fmla="*/ 4 h 628"/>
                <a:gd name="T6" fmla="*/ 1 w 382"/>
                <a:gd name="T7" fmla="*/ 4 h 628"/>
                <a:gd name="T8" fmla="*/ 1 w 382"/>
                <a:gd name="T9" fmla="*/ 4 h 628"/>
                <a:gd name="T10" fmla="*/ 1 w 382"/>
                <a:gd name="T11" fmla="*/ 3 h 628"/>
                <a:gd name="T12" fmla="*/ 1 w 382"/>
                <a:gd name="T13" fmla="*/ 3 h 628"/>
                <a:gd name="T14" fmla="*/ 1 w 382"/>
                <a:gd name="T15" fmla="*/ 3 h 628"/>
                <a:gd name="T16" fmla="*/ 1 w 382"/>
                <a:gd name="T17" fmla="*/ 3 h 628"/>
                <a:gd name="T18" fmla="*/ 1 w 382"/>
                <a:gd name="T19" fmla="*/ 2 h 628"/>
                <a:gd name="T20" fmla="*/ 2 w 382"/>
                <a:gd name="T21" fmla="*/ 2 h 628"/>
                <a:gd name="T22" fmla="*/ 2 w 382"/>
                <a:gd name="T23" fmla="*/ 2 h 628"/>
                <a:gd name="T24" fmla="*/ 2 w 382"/>
                <a:gd name="T25" fmla="*/ 2 h 628"/>
                <a:gd name="T26" fmla="*/ 2 w 382"/>
                <a:gd name="T27" fmla="*/ 1 h 628"/>
                <a:gd name="T28" fmla="*/ 2 w 382"/>
                <a:gd name="T29" fmla="*/ 1 h 628"/>
                <a:gd name="T30" fmla="*/ 3 w 382"/>
                <a:gd name="T31" fmla="*/ 1 h 628"/>
                <a:gd name="T32" fmla="*/ 3 w 382"/>
                <a:gd name="T33" fmla="*/ 1 h 628"/>
                <a:gd name="T34" fmla="*/ 3 w 382"/>
                <a:gd name="T35" fmla="*/ 1 h 628"/>
                <a:gd name="T36" fmla="*/ 3 w 382"/>
                <a:gd name="T37" fmla="*/ 0 h 628"/>
                <a:gd name="T38" fmla="*/ 2 w 382"/>
                <a:gd name="T39" fmla="*/ 0 h 628"/>
                <a:gd name="T40" fmla="*/ 2 w 382"/>
                <a:gd name="T41" fmla="*/ 0 h 628"/>
                <a:gd name="T42" fmla="*/ 2 w 382"/>
                <a:gd name="T43" fmla="*/ 1 h 628"/>
                <a:gd name="T44" fmla="*/ 2 w 382"/>
                <a:gd name="T45" fmla="*/ 1 h 628"/>
                <a:gd name="T46" fmla="*/ 1 w 382"/>
                <a:gd name="T47" fmla="*/ 1 h 628"/>
                <a:gd name="T48" fmla="*/ 1 w 382"/>
                <a:gd name="T49" fmla="*/ 1 h 628"/>
                <a:gd name="T50" fmla="*/ 1 w 382"/>
                <a:gd name="T51" fmla="*/ 2 h 628"/>
                <a:gd name="T52" fmla="*/ 1 w 382"/>
                <a:gd name="T53" fmla="*/ 2 h 628"/>
                <a:gd name="T54" fmla="*/ 1 w 382"/>
                <a:gd name="T55" fmla="*/ 2 h 628"/>
                <a:gd name="T56" fmla="*/ 0 w 382"/>
                <a:gd name="T57" fmla="*/ 3 h 628"/>
                <a:gd name="T58" fmla="*/ 0 w 382"/>
                <a:gd name="T59" fmla="*/ 3 h 628"/>
                <a:gd name="T60" fmla="*/ 0 w 382"/>
                <a:gd name="T61" fmla="*/ 3 h 628"/>
                <a:gd name="T62" fmla="*/ 0 w 382"/>
                <a:gd name="T63" fmla="*/ 4 h 628"/>
                <a:gd name="T64" fmla="*/ 0 w 382"/>
                <a:gd name="T65" fmla="*/ 4 h 628"/>
                <a:gd name="T66" fmla="*/ 0 w 382"/>
                <a:gd name="T67" fmla="*/ 4 h 628"/>
                <a:gd name="T68" fmla="*/ 0 w 382"/>
                <a:gd name="T69" fmla="*/ 5 h 628"/>
                <a:gd name="T70" fmla="*/ 0 w 382"/>
                <a:gd name="T71" fmla="*/ 5 h 628"/>
                <a:gd name="T72" fmla="*/ 0 w 382"/>
                <a:gd name="T73" fmla="*/ 5 h 628"/>
                <a:gd name="T74" fmla="*/ 0 w 382"/>
                <a:gd name="T75" fmla="*/ 5 h 628"/>
                <a:gd name="T76" fmla="*/ 0 w 382"/>
                <a:gd name="T77" fmla="*/ 5 h 628"/>
                <a:gd name="T78" fmla="*/ 0 w 382"/>
                <a:gd name="T79" fmla="*/ 5 h 628"/>
                <a:gd name="T80" fmla="*/ 0 w 382"/>
                <a:gd name="T81" fmla="*/ 5 h 628"/>
                <a:gd name="T82" fmla="*/ 1 w 382"/>
                <a:gd name="T83" fmla="*/ 5 h 628"/>
                <a:gd name="T84" fmla="*/ 1 w 382"/>
                <a:gd name="T85" fmla="*/ 5 h 628"/>
                <a:gd name="T86" fmla="*/ 1 w 382"/>
                <a:gd name="T87" fmla="*/ 5 h 628"/>
                <a:gd name="T88" fmla="*/ 1 w 382"/>
                <a:gd name="T89" fmla="*/ 5 h 628"/>
                <a:gd name="T90" fmla="*/ 1 w 382"/>
                <a:gd name="T91" fmla="*/ 5 h 628"/>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382"/>
                <a:gd name="T139" fmla="*/ 0 h 628"/>
                <a:gd name="T140" fmla="*/ 382 w 382"/>
                <a:gd name="T141" fmla="*/ 628 h 628"/>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382" h="628">
                  <a:moveTo>
                    <a:pt x="94" y="581"/>
                  </a:moveTo>
                  <a:lnTo>
                    <a:pt x="94" y="582"/>
                  </a:lnTo>
                  <a:lnTo>
                    <a:pt x="96" y="541"/>
                  </a:lnTo>
                  <a:lnTo>
                    <a:pt x="99" y="500"/>
                  </a:lnTo>
                  <a:lnTo>
                    <a:pt x="106" y="463"/>
                  </a:lnTo>
                  <a:lnTo>
                    <a:pt x="115" y="424"/>
                  </a:lnTo>
                  <a:lnTo>
                    <a:pt x="127" y="389"/>
                  </a:lnTo>
                  <a:lnTo>
                    <a:pt x="140" y="353"/>
                  </a:lnTo>
                  <a:lnTo>
                    <a:pt x="156" y="320"/>
                  </a:lnTo>
                  <a:lnTo>
                    <a:pt x="173" y="287"/>
                  </a:lnTo>
                  <a:lnTo>
                    <a:pt x="193" y="255"/>
                  </a:lnTo>
                  <a:lnTo>
                    <a:pt x="214" y="226"/>
                  </a:lnTo>
                  <a:lnTo>
                    <a:pt x="238" y="198"/>
                  </a:lnTo>
                  <a:lnTo>
                    <a:pt x="263" y="172"/>
                  </a:lnTo>
                  <a:lnTo>
                    <a:pt x="290" y="146"/>
                  </a:lnTo>
                  <a:lnTo>
                    <a:pt x="318" y="122"/>
                  </a:lnTo>
                  <a:lnTo>
                    <a:pt x="349" y="101"/>
                  </a:lnTo>
                  <a:lnTo>
                    <a:pt x="382" y="82"/>
                  </a:lnTo>
                  <a:lnTo>
                    <a:pt x="335" y="0"/>
                  </a:lnTo>
                  <a:lnTo>
                    <a:pt x="297" y="23"/>
                  </a:lnTo>
                  <a:lnTo>
                    <a:pt x="262" y="49"/>
                  </a:lnTo>
                  <a:lnTo>
                    <a:pt x="229" y="76"/>
                  </a:lnTo>
                  <a:lnTo>
                    <a:pt x="198" y="104"/>
                  </a:lnTo>
                  <a:lnTo>
                    <a:pt x="167" y="137"/>
                  </a:lnTo>
                  <a:lnTo>
                    <a:pt x="142" y="170"/>
                  </a:lnTo>
                  <a:lnTo>
                    <a:pt x="116" y="204"/>
                  </a:lnTo>
                  <a:lnTo>
                    <a:pt x="94" y="240"/>
                  </a:lnTo>
                  <a:lnTo>
                    <a:pt x="74" y="278"/>
                  </a:lnTo>
                  <a:lnTo>
                    <a:pt x="54" y="317"/>
                  </a:lnTo>
                  <a:lnTo>
                    <a:pt x="38" y="359"/>
                  </a:lnTo>
                  <a:lnTo>
                    <a:pt x="26" y="401"/>
                  </a:lnTo>
                  <a:lnTo>
                    <a:pt x="15" y="444"/>
                  </a:lnTo>
                  <a:lnTo>
                    <a:pt x="8" y="489"/>
                  </a:lnTo>
                  <a:lnTo>
                    <a:pt x="2" y="534"/>
                  </a:lnTo>
                  <a:lnTo>
                    <a:pt x="0" y="580"/>
                  </a:lnTo>
                  <a:lnTo>
                    <a:pt x="0" y="581"/>
                  </a:lnTo>
                  <a:lnTo>
                    <a:pt x="0" y="580"/>
                  </a:lnTo>
                  <a:lnTo>
                    <a:pt x="3" y="600"/>
                  </a:lnTo>
                  <a:lnTo>
                    <a:pt x="14" y="615"/>
                  </a:lnTo>
                  <a:lnTo>
                    <a:pt x="29" y="625"/>
                  </a:lnTo>
                  <a:lnTo>
                    <a:pt x="45" y="628"/>
                  </a:lnTo>
                  <a:lnTo>
                    <a:pt x="63" y="626"/>
                  </a:lnTo>
                  <a:lnTo>
                    <a:pt x="78" y="616"/>
                  </a:lnTo>
                  <a:lnTo>
                    <a:pt x="89" y="602"/>
                  </a:lnTo>
                  <a:lnTo>
                    <a:pt x="94" y="582"/>
                  </a:lnTo>
                  <a:lnTo>
                    <a:pt x="94" y="5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3517" name="Freeform 43"/>
            <p:cNvSpPr>
              <a:spLocks/>
            </p:cNvSpPr>
            <p:nvPr/>
          </p:nvSpPr>
          <p:spPr bwMode="auto">
            <a:xfrm>
              <a:off x="868" y="1712"/>
              <a:ext cx="19" cy="364"/>
            </a:xfrm>
            <a:custGeom>
              <a:avLst/>
              <a:gdLst>
                <a:gd name="T0" fmla="*/ 1 w 94"/>
                <a:gd name="T1" fmla="*/ 14 h 1818"/>
                <a:gd name="T2" fmla="*/ 1 w 94"/>
                <a:gd name="T3" fmla="*/ 14 h 1818"/>
                <a:gd name="T4" fmla="*/ 1 w 94"/>
                <a:gd name="T5" fmla="*/ 0 h 1818"/>
                <a:gd name="T6" fmla="*/ 0 w 94"/>
                <a:gd name="T7" fmla="*/ 0 h 1818"/>
                <a:gd name="T8" fmla="*/ 0 w 94"/>
                <a:gd name="T9" fmla="*/ 14 h 1818"/>
                <a:gd name="T10" fmla="*/ 0 w 94"/>
                <a:gd name="T11" fmla="*/ 14 h 1818"/>
                <a:gd name="T12" fmla="*/ 0 w 94"/>
                <a:gd name="T13" fmla="*/ 14 h 1818"/>
                <a:gd name="T14" fmla="*/ 0 w 94"/>
                <a:gd name="T15" fmla="*/ 14 h 1818"/>
                <a:gd name="T16" fmla="*/ 0 w 94"/>
                <a:gd name="T17" fmla="*/ 14 h 1818"/>
                <a:gd name="T18" fmla="*/ 0 w 94"/>
                <a:gd name="T19" fmla="*/ 15 h 1818"/>
                <a:gd name="T20" fmla="*/ 0 w 94"/>
                <a:gd name="T21" fmla="*/ 15 h 1818"/>
                <a:gd name="T22" fmla="*/ 1 w 94"/>
                <a:gd name="T23" fmla="*/ 15 h 1818"/>
                <a:gd name="T24" fmla="*/ 1 w 94"/>
                <a:gd name="T25" fmla="*/ 14 h 1818"/>
                <a:gd name="T26" fmla="*/ 1 w 94"/>
                <a:gd name="T27" fmla="*/ 14 h 1818"/>
                <a:gd name="T28" fmla="*/ 1 w 94"/>
                <a:gd name="T29" fmla="*/ 14 h 1818"/>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94"/>
                <a:gd name="T46" fmla="*/ 0 h 1818"/>
                <a:gd name="T47" fmla="*/ 94 w 94"/>
                <a:gd name="T48" fmla="*/ 1818 h 1818"/>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94" h="1818">
                  <a:moveTo>
                    <a:pt x="94" y="1771"/>
                  </a:moveTo>
                  <a:lnTo>
                    <a:pt x="94" y="1771"/>
                  </a:lnTo>
                  <a:lnTo>
                    <a:pt x="94" y="0"/>
                  </a:lnTo>
                  <a:lnTo>
                    <a:pt x="0" y="0"/>
                  </a:lnTo>
                  <a:lnTo>
                    <a:pt x="0" y="1771"/>
                  </a:lnTo>
                  <a:lnTo>
                    <a:pt x="3" y="1791"/>
                  </a:lnTo>
                  <a:lnTo>
                    <a:pt x="15" y="1806"/>
                  </a:lnTo>
                  <a:lnTo>
                    <a:pt x="29" y="1814"/>
                  </a:lnTo>
                  <a:lnTo>
                    <a:pt x="47" y="1818"/>
                  </a:lnTo>
                  <a:lnTo>
                    <a:pt x="64" y="1814"/>
                  </a:lnTo>
                  <a:lnTo>
                    <a:pt x="79" y="1806"/>
                  </a:lnTo>
                  <a:lnTo>
                    <a:pt x="90" y="1791"/>
                  </a:lnTo>
                  <a:lnTo>
                    <a:pt x="94" y="17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3518" name="Freeform 44"/>
            <p:cNvSpPr>
              <a:spLocks/>
            </p:cNvSpPr>
            <p:nvPr/>
          </p:nvSpPr>
          <p:spPr bwMode="auto">
            <a:xfrm>
              <a:off x="868" y="2067"/>
              <a:ext cx="90" cy="160"/>
            </a:xfrm>
            <a:custGeom>
              <a:avLst/>
              <a:gdLst>
                <a:gd name="T0" fmla="*/ 3 w 449"/>
                <a:gd name="T1" fmla="*/ 6 h 803"/>
                <a:gd name="T2" fmla="*/ 3 w 449"/>
                <a:gd name="T3" fmla="*/ 6 h 803"/>
                <a:gd name="T4" fmla="*/ 3 w 449"/>
                <a:gd name="T5" fmla="*/ 5 h 803"/>
                <a:gd name="T6" fmla="*/ 3 w 449"/>
                <a:gd name="T7" fmla="*/ 5 h 803"/>
                <a:gd name="T8" fmla="*/ 3 w 449"/>
                <a:gd name="T9" fmla="*/ 5 h 803"/>
                <a:gd name="T10" fmla="*/ 2 w 449"/>
                <a:gd name="T11" fmla="*/ 5 h 803"/>
                <a:gd name="T12" fmla="*/ 2 w 449"/>
                <a:gd name="T13" fmla="*/ 4 h 803"/>
                <a:gd name="T14" fmla="*/ 2 w 449"/>
                <a:gd name="T15" fmla="*/ 4 h 803"/>
                <a:gd name="T16" fmla="*/ 2 w 449"/>
                <a:gd name="T17" fmla="*/ 4 h 803"/>
                <a:gd name="T18" fmla="*/ 2 w 449"/>
                <a:gd name="T19" fmla="*/ 3 h 803"/>
                <a:gd name="T20" fmla="*/ 1 w 449"/>
                <a:gd name="T21" fmla="*/ 3 h 803"/>
                <a:gd name="T22" fmla="*/ 1 w 449"/>
                <a:gd name="T23" fmla="*/ 2 h 803"/>
                <a:gd name="T24" fmla="*/ 1 w 449"/>
                <a:gd name="T25" fmla="*/ 2 h 803"/>
                <a:gd name="T26" fmla="*/ 1 w 449"/>
                <a:gd name="T27" fmla="*/ 2 h 803"/>
                <a:gd name="T28" fmla="*/ 1 w 449"/>
                <a:gd name="T29" fmla="*/ 1 h 803"/>
                <a:gd name="T30" fmla="*/ 1 w 449"/>
                <a:gd name="T31" fmla="*/ 1 h 803"/>
                <a:gd name="T32" fmla="*/ 1 w 449"/>
                <a:gd name="T33" fmla="*/ 0 h 803"/>
                <a:gd name="T34" fmla="*/ 1 w 449"/>
                <a:gd name="T35" fmla="*/ 0 h 803"/>
                <a:gd name="T36" fmla="*/ 0 w 449"/>
                <a:gd name="T37" fmla="*/ 0 h 803"/>
                <a:gd name="T38" fmla="*/ 0 w 449"/>
                <a:gd name="T39" fmla="*/ 0 h 803"/>
                <a:gd name="T40" fmla="*/ 0 w 449"/>
                <a:gd name="T41" fmla="*/ 1 h 803"/>
                <a:gd name="T42" fmla="*/ 0 w 449"/>
                <a:gd name="T43" fmla="*/ 1 h 803"/>
                <a:gd name="T44" fmla="*/ 0 w 449"/>
                <a:gd name="T45" fmla="*/ 2 h 803"/>
                <a:gd name="T46" fmla="*/ 0 w 449"/>
                <a:gd name="T47" fmla="*/ 2 h 803"/>
                <a:gd name="T48" fmla="*/ 0 w 449"/>
                <a:gd name="T49" fmla="*/ 3 h 803"/>
                <a:gd name="T50" fmla="*/ 1 w 449"/>
                <a:gd name="T51" fmla="*/ 3 h 803"/>
                <a:gd name="T52" fmla="*/ 1 w 449"/>
                <a:gd name="T53" fmla="*/ 4 h 803"/>
                <a:gd name="T54" fmla="*/ 1 w 449"/>
                <a:gd name="T55" fmla="*/ 4 h 803"/>
                <a:gd name="T56" fmla="*/ 1 w 449"/>
                <a:gd name="T57" fmla="*/ 4 h 803"/>
                <a:gd name="T58" fmla="*/ 2 w 449"/>
                <a:gd name="T59" fmla="*/ 5 h 803"/>
                <a:gd name="T60" fmla="*/ 2 w 449"/>
                <a:gd name="T61" fmla="*/ 5 h 803"/>
                <a:gd name="T62" fmla="*/ 2 w 449"/>
                <a:gd name="T63" fmla="*/ 5 h 803"/>
                <a:gd name="T64" fmla="*/ 2 w 449"/>
                <a:gd name="T65" fmla="*/ 6 h 803"/>
                <a:gd name="T66" fmla="*/ 3 w 449"/>
                <a:gd name="T67" fmla="*/ 6 h 803"/>
                <a:gd name="T68" fmla="*/ 3 w 449"/>
                <a:gd name="T69" fmla="*/ 6 h 803"/>
                <a:gd name="T70" fmla="*/ 3 w 449"/>
                <a:gd name="T71" fmla="*/ 6 h 803"/>
                <a:gd name="T72" fmla="*/ 3 w 449"/>
                <a:gd name="T73" fmla="*/ 6 h 803"/>
                <a:gd name="T74" fmla="*/ 3 w 449"/>
                <a:gd name="T75" fmla="*/ 6 h 803"/>
                <a:gd name="T76" fmla="*/ 3 w 449"/>
                <a:gd name="T77" fmla="*/ 6 h 803"/>
                <a:gd name="T78" fmla="*/ 3 w 449"/>
                <a:gd name="T79" fmla="*/ 6 h 803"/>
                <a:gd name="T80" fmla="*/ 4 w 449"/>
                <a:gd name="T81" fmla="*/ 6 h 803"/>
                <a:gd name="T82" fmla="*/ 4 w 449"/>
                <a:gd name="T83" fmla="*/ 6 h 803"/>
                <a:gd name="T84" fmla="*/ 4 w 449"/>
                <a:gd name="T85" fmla="*/ 6 h 803"/>
                <a:gd name="T86" fmla="*/ 4 w 449"/>
                <a:gd name="T87" fmla="*/ 6 h 803"/>
                <a:gd name="T88" fmla="*/ 3 w 449"/>
                <a:gd name="T89" fmla="*/ 6 h 803"/>
                <a:gd name="T90" fmla="*/ 3 w 449"/>
                <a:gd name="T91" fmla="*/ 6 h 80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449"/>
                <a:gd name="T139" fmla="*/ 0 h 803"/>
                <a:gd name="T140" fmla="*/ 449 w 449"/>
                <a:gd name="T141" fmla="*/ 803 h 80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449" h="803">
                  <a:moveTo>
                    <a:pt x="426" y="717"/>
                  </a:moveTo>
                  <a:lnTo>
                    <a:pt x="427" y="717"/>
                  </a:lnTo>
                  <a:lnTo>
                    <a:pt x="395" y="693"/>
                  </a:lnTo>
                  <a:lnTo>
                    <a:pt x="361" y="662"/>
                  </a:lnTo>
                  <a:lnTo>
                    <a:pt x="329" y="628"/>
                  </a:lnTo>
                  <a:lnTo>
                    <a:pt x="299" y="591"/>
                  </a:lnTo>
                  <a:lnTo>
                    <a:pt x="269" y="551"/>
                  </a:lnTo>
                  <a:lnTo>
                    <a:pt x="241" y="507"/>
                  </a:lnTo>
                  <a:lnTo>
                    <a:pt x="215" y="460"/>
                  </a:lnTo>
                  <a:lnTo>
                    <a:pt x="191" y="412"/>
                  </a:lnTo>
                  <a:lnTo>
                    <a:pt x="170" y="363"/>
                  </a:lnTo>
                  <a:lnTo>
                    <a:pt x="151" y="312"/>
                  </a:lnTo>
                  <a:lnTo>
                    <a:pt x="133" y="259"/>
                  </a:lnTo>
                  <a:lnTo>
                    <a:pt x="119" y="207"/>
                  </a:lnTo>
                  <a:lnTo>
                    <a:pt x="108" y="156"/>
                  </a:lnTo>
                  <a:lnTo>
                    <a:pt x="101" y="103"/>
                  </a:lnTo>
                  <a:lnTo>
                    <a:pt x="96" y="51"/>
                  </a:lnTo>
                  <a:lnTo>
                    <a:pt x="94" y="0"/>
                  </a:lnTo>
                  <a:lnTo>
                    <a:pt x="0" y="0"/>
                  </a:lnTo>
                  <a:lnTo>
                    <a:pt x="2" y="56"/>
                  </a:lnTo>
                  <a:lnTo>
                    <a:pt x="7" y="115"/>
                  </a:lnTo>
                  <a:lnTo>
                    <a:pt x="16" y="172"/>
                  </a:lnTo>
                  <a:lnTo>
                    <a:pt x="28" y="231"/>
                  </a:lnTo>
                  <a:lnTo>
                    <a:pt x="44" y="287"/>
                  </a:lnTo>
                  <a:lnTo>
                    <a:pt x="62" y="342"/>
                  </a:lnTo>
                  <a:lnTo>
                    <a:pt x="83" y="398"/>
                  </a:lnTo>
                  <a:lnTo>
                    <a:pt x="106" y="452"/>
                  </a:lnTo>
                  <a:lnTo>
                    <a:pt x="133" y="505"/>
                  </a:lnTo>
                  <a:lnTo>
                    <a:pt x="161" y="554"/>
                  </a:lnTo>
                  <a:lnTo>
                    <a:pt x="192" y="602"/>
                  </a:lnTo>
                  <a:lnTo>
                    <a:pt x="224" y="647"/>
                  </a:lnTo>
                  <a:lnTo>
                    <a:pt x="259" y="689"/>
                  </a:lnTo>
                  <a:lnTo>
                    <a:pt x="295" y="728"/>
                  </a:lnTo>
                  <a:lnTo>
                    <a:pt x="334" y="763"/>
                  </a:lnTo>
                  <a:lnTo>
                    <a:pt x="374" y="795"/>
                  </a:lnTo>
                  <a:lnTo>
                    <a:pt x="375" y="795"/>
                  </a:lnTo>
                  <a:lnTo>
                    <a:pt x="374" y="795"/>
                  </a:lnTo>
                  <a:lnTo>
                    <a:pt x="392" y="803"/>
                  </a:lnTo>
                  <a:lnTo>
                    <a:pt x="411" y="803"/>
                  </a:lnTo>
                  <a:lnTo>
                    <a:pt x="426" y="795"/>
                  </a:lnTo>
                  <a:lnTo>
                    <a:pt x="439" y="782"/>
                  </a:lnTo>
                  <a:lnTo>
                    <a:pt x="446" y="766"/>
                  </a:lnTo>
                  <a:lnTo>
                    <a:pt x="449" y="749"/>
                  </a:lnTo>
                  <a:lnTo>
                    <a:pt x="441" y="732"/>
                  </a:lnTo>
                  <a:lnTo>
                    <a:pt x="427" y="717"/>
                  </a:lnTo>
                  <a:lnTo>
                    <a:pt x="426" y="71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3519" name="Freeform 45"/>
            <p:cNvSpPr>
              <a:spLocks/>
            </p:cNvSpPr>
            <p:nvPr/>
          </p:nvSpPr>
          <p:spPr bwMode="auto">
            <a:xfrm>
              <a:off x="883" y="1673"/>
              <a:ext cx="379" cy="690"/>
            </a:xfrm>
            <a:custGeom>
              <a:avLst/>
              <a:gdLst>
                <a:gd name="T0" fmla="*/ 12 w 1897"/>
                <a:gd name="T1" fmla="*/ 6 h 3450"/>
                <a:gd name="T2" fmla="*/ 13 w 1897"/>
                <a:gd name="T3" fmla="*/ 7 h 3450"/>
                <a:gd name="T4" fmla="*/ 13 w 1897"/>
                <a:gd name="T5" fmla="*/ 7 h 3450"/>
                <a:gd name="T6" fmla="*/ 14 w 1897"/>
                <a:gd name="T7" fmla="*/ 8 h 3450"/>
                <a:gd name="T8" fmla="*/ 14 w 1897"/>
                <a:gd name="T9" fmla="*/ 9 h 3450"/>
                <a:gd name="T10" fmla="*/ 15 w 1897"/>
                <a:gd name="T11" fmla="*/ 10 h 3450"/>
                <a:gd name="T12" fmla="*/ 15 w 1897"/>
                <a:gd name="T13" fmla="*/ 11 h 3450"/>
                <a:gd name="T14" fmla="*/ 15 w 1897"/>
                <a:gd name="T15" fmla="*/ 11 h 3450"/>
                <a:gd name="T16" fmla="*/ 15 w 1897"/>
                <a:gd name="T17" fmla="*/ 12 h 3450"/>
                <a:gd name="T18" fmla="*/ 15 w 1897"/>
                <a:gd name="T19" fmla="*/ 26 h 3450"/>
                <a:gd name="T20" fmla="*/ 15 w 1897"/>
                <a:gd name="T21" fmla="*/ 26 h 3450"/>
                <a:gd name="T22" fmla="*/ 15 w 1897"/>
                <a:gd name="T23" fmla="*/ 27 h 3450"/>
                <a:gd name="T24" fmla="*/ 15 w 1897"/>
                <a:gd name="T25" fmla="*/ 27 h 3450"/>
                <a:gd name="T26" fmla="*/ 14 w 1897"/>
                <a:gd name="T27" fmla="*/ 27 h 3450"/>
                <a:gd name="T28" fmla="*/ 14 w 1897"/>
                <a:gd name="T29" fmla="*/ 28 h 3450"/>
                <a:gd name="T30" fmla="*/ 13 w 1897"/>
                <a:gd name="T31" fmla="*/ 28 h 3450"/>
                <a:gd name="T32" fmla="*/ 13 w 1897"/>
                <a:gd name="T33" fmla="*/ 27 h 3450"/>
                <a:gd name="T34" fmla="*/ 3 w 1897"/>
                <a:gd name="T35" fmla="*/ 21 h 3450"/>
                <a:gd name="T36" fmla="*/ 2 w 1897"/>
                <a:gd name="T37" fmla="*/ 21 h 3450"/>
                <a:gd name="T38" fmla="*/ 2 w 1897"/>
                <a:gd name="T39" fmla="*/ 20 h 3450"/>
                <a:gd name="T40" fmla="*/ 1 w 1897"/>
                <a:gd name="T41" fmla="*/ 19 h 3450"/>
                <a:gd name="T42" fmla="*/ 1 w 1897"/>
                <a:gd name="T43" fmla="*/ 19 h 3450"/>
                <a:gd name="T44" fmla="*/ 0 w 1897"/>
                <a:gd name="T45" fmla="*/ 18 h 3450"/>
                <a:gd name="T46" fmla="*/ 0 w 1897"/>
                <a:gd name="T47" fmla="*/ 17 h 3450"/>
                <a:gd name="T48" fmla="*/ 0 w 1897"/>
                <a:gd name="T49" fmla="*/ 16 h 3450"/>
                <a:gd name="T50" fmla="*/ 0 w 1897"/>
                <a:gd name="T51" fmla="*/ 15 h 3450"/>
                <a:gd name="T52" fmla="*/ 0 w 1897"/>
                <a:gd name="T53" fmla="*/ 2 h 3450"/>
                <a:gd name="T54" fmla="*/ 0 w 1897"/>
                <a:gd name="T55" fmla="*/ 1 h 3450"/>
                <a:gd name="T56" fmla="*/ 0 w 1897"/>
                <a:gd name="T57" fmla="*/ 1 h 3450"/>
                <a:gd name="T58" fmla="*/ 1 w 1897"/>
                <a:gd name="T59" fmla="*/ 0 h 3450"/>
                <a:gd name="T60" fmla="*/ 1 w 1897"/>
                <a:gd name="T61" fmla="*/ 0 h 3450"/>
                <a:gd name="T62" fmla="*/ 1 w 1897"/>
                <a:gd name="T63" fmla="*/ 0 h 3450"/>
                <a:gd name="T64" fmla="*/ 2 w 1897"/>
                <a:gd name="T65" fmla="*/ 0 h 3450"/>
                <a:gd name="T66" fmla="*/ 3 w 1897"/>
                <a:gd name="T67" fmla="*/ 0 h 3450"/>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897"/>
                <a:gd name="T103" fmla="*/ 0 h 3450"/>
                <a:gd name="T104" fmla="*/ 1897 w 1897"/>
                <a:gd name="T105" fmla="*/ 3450 h 3450"/>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897" h="3450">
                  <a:moveTo>
                    <a:pt x="357" y="49"/>
                  </a:moveTo>
                  <a:lnTo>
                    <a:pt x="1542" y="806"/>
                  </a:lnTo>
                  <a:lnTo>
                    <a:pt x="1579" y="832"/>
                  </a:lnTo>
                  <a:lnTo>
                    <a:pt x="1614" y="861"/>
                  </a:lnTo>
                  <a:lnTo>
                    <a:pt x="1648" y="895"/>
                  </a:lnTo>
                  <a:lnTo>
                    <a:pt x="1681" y="933"/>
                  </a:lnTo>
                  <a:lnTo>
                    <a:pt x="1711" y="973"/>
                  </a:lnTo>
                  <a:lnTo>
                    <a:pt x="1740" y="1016"/>
                  </a:lnTo>
                  <a:lnTo>
                    <a:pt x="1768" y="1062"/>
                  </a:lnTo>
                  <a:lnTo>
                    <a:pt x="1793" y="1109"/>
                  </a:lnTo>
                  <a:lnTo>
                    <a:pt x="1816" y="1158"/>
                  </a:lnTo>
                  <a:lnTo>
                    <a:pt x="1836" y="1208"/>
                  </a:lnTo>
                  <a:lnTo>
                    <a:pt x="1854" y="1260"/>
                  </a:lnTo>
                  <a:lnTo>
                    <a:pt x="1869" y="1313"/>
                  </a:lnTo>
                  <a:lnTo>
                    <a:pt x="1881" y="1364"/>
                  </a:lnTo>
                  <a:lnTo>
                    <a:pt x="1890" y="1417"/>
                  </a:lnTo>
                  <a:lnTo>
                    <a:pt x="1895" y="1469"/>
                  </a:lnTo>
                  <a:lnTo>
                    <a:pt x="1897" y="1519"/>
                  </a:lnTo>
                  <a:lnTo>
                    <a:pt x="1897" y="3142"/>
                  </a:lnTo>
                  <a:lnTo>
                    <a:pt x="1895" y="3190"/>
                  </a:lnTo>
                  <a:lnTo>
                    <a:pt x="1890" y="3235"/>
                  </a:lnTo>
                  <a:lnTo>
                    <a:pt x="1881" y="3276"/>
                  </a:lnTo>
                  <a:lnTo>
                    <a:pt x="1869" y="3313"/>
                  </a:lnTo>
                  <a:lnTo>
                    <a:pt x="1854" y="3346"/>
                  </a:lnTo>
                  <a:lnTo>
                    <a:pt x="1836" y="3375"/>
                  </a:lnTo>
                  <a:lnTo>
                    <a:pt x="1816" y="3398"/>
                  </a:lnTo>
                  <a:lnTo>
                    <a:pt x="1793" y="3418"/>
                  </a:lnTo>
                  <a:lnTo>
                    <a:pt x="1768" y="3434"/>
                  </a:lnTo>
                  <a:lnTo>
                    <a:pt x="1740" y="3444"/>
                  </a:lnTo>
                  <a:lnTo>
                    <a:pt x="1711" y="3450"/>
                  </a:lnTo>
                  <a:lnTo>
                    <a:pt x="1681" y="3450"/>
                  </a:lnTo>
                  <a:lnTo>
                    <a:pt x="1648" y="3445"/>
                  </a:lnTo>
                  <a:lnTo>
                    <a:pt x="1614" y="3436"/>
                  </a:lnTo>
                  <a:lnTo>
                    <a:pt x="1579" y="3421"/>
                  </a:lnTo>
                  <a:lnTo>
                    <a:pt x="1542" y="3400"/>
                  </a:lnTo>
                  <a:lnTo>
                    <a:pt x="357" y="2643"/>
                  </a:lnTo>
                  <a:lnTo>
                    <a:pt x="320" y="2618"/>
                  </a:lnTo>
                  <a:lnTo>
                    <a:pt x="285" y="2588"/>
                  </a:lnTo>
                  <a:lnTo>
                    <a:pt x="251" y="2554"/>
                  </a:lnTo>
                  <a:lnTo>
                    <a:pt x="218" y="2517"/>
                  </a:lnTo>
                  <a:lnTo>
                    <a:pt x="187" y="2477"/>
                  </a:lnTo>
                  <a:lnTo>
                    <a:pt x="157" y="2433"/>
                  </a:lnTo>
                  <a:lnTo>
                    <a:pt x="130" y="2388"/>
                  </a:lnTo>
                  <a:lnTo>
                    <a:pt x="105" y="2341"/>
                  </a:lnTo>
                  <a:lnTo>
                    <a:pt x="81" y="2292"/>
                  </a:lnTo>
                  <a:lnTo>
                    <a:pt x="61" y="2241"/>
                  </a:lnTo>
                  <a:lnTo>
                    <a:pt x="44" y="2190"/>
                  </a:lnTo>
                  <a:lnTo>
                    <a:pt x="29" y="2138"/>
                  </a:lnTo>
                  <a:lnTo>
                    <a:pt x="17" y="2085"/>
                  </a:lnTo>
                  <a:lnTo>
                    <a:pt x="7" y="2033"/>
                  </a:lnTo>
                  <a:lnTo>
                    <a:pt x="3" y="1981"/>
                  </a:lnTo>
                  <a:lnTo>
                    <a:pt x="0" y="1931"/>
                  </a:lnTo>
                  <a:lnTo>
                    <a:pt x="0" y="308"/>
                  </a:lnTo>
                  <a:lnTo>
                    <a:pt x="3" y="260"/>
                  </a:lnTo>
                  <a:lnTo>
                    <a:pt x="7" y="215"/>
                  </a:lnTo>
                  <a:lnTo>
                    <a:pt x="17" y="174"/>
                  </a:lnTo>
                  <a:lnTo>
                    <a:pt x="29" y="137"/>
                  </a:lnTo>
                  <a:lnTo>
                    <a:pt x="44" y="104"/>
                  </a:lnTo>
                  <a:lnTo>
                    <a:pt x="61" y="76"/>
                  </a:lnTo>
                  <a:lnTo>
                    <a:pt x="81" y="51"/>
                  </a:lnTo>
                  <a:lnTo>
                    <a:pt x="105" y="31"/>
                  </a:lnTo>
                  <a:lnTo>
                    <a:pt x="130" y="16"/>
                  </a:lnTo>
                  <a:lnTo>
                    <a:pt x="157" y="5"/>
                  </a:lnTo>
                  <a:lnTo>
                    <a:pt x="187" y="0"/>
                  </a:lnTo>
                  <a:lnTo>
                    <a:pt x="218" y="0"/>
                  </a:lnTo>
                  <a:lnTo>
                    <a:pt x="251" y="3"/>
                  </a:lnTo>
                  <a:lnTo>
                    <a:pt x="285" y="14"/>
                  </a:lnTo>
                  <a:lnTo>
                    <a:pt x="320" y="29"/>
                  </a:lnTo>
                  <a:lnTo>
                    <a:pt x="357" y="49"/>
                  </a:lnTo>
                  <a:close/>
                </a:path>
              </a:pathLst>
            </a:custGeom>
            <a:solidFill>
              <a:srgbClr val="BFBFB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3520" name="Freeform 46"/>
            <p:cNvSpPr>
              <a:spLocks/>
            </p:cNvSpPr>
            <p:nvPr/>
          </p:nvSpPr>
          <p:spPr bwMode="auto">
            <a:xfrm>
              <a:off x="1268" y="1663"/>
              <a:ext cx="393" cy="711"/>
            </a:xfrm>
            <a:custGeom>
              <a:avLst/>
              <a:gdLst>
                <a:gd name="T0" fmla="*/ 3 w 1962"/>
                <a:gd name="T1" fmla="*/ 7 h 3555"/>
                <a:gd name="T2" fmla="*/ 2 w 1962"/>
                <a:gd name="T3" fmla="*/ 7 h 3555"/>
                <a:gd name="T4" fmla="*/ 2 w 1962"/>
                <a:gd name="T5" fmla="*/ 8 h 3555"/>
                <a:gd name="T6" fmla="*/ 1 w 1962"/>
                <a:gd name="T7" fmla="*/ 8 h 3555"/>
                <a:gd name="T8" fmla="*/ 1 w 1962"/>
                <a:gd name="T9" fmla="*/ 9 h 3555"/>
                <a:gd name="T10" fmla="*/ 1 w 1962"/>
                <a:gd name="T11" fmla="*/ 10 h 3555"/>
                <a:gd name="T12" fmla="*/ 0 w 1962"/>
                <a:gd name="T13" fmla="*/ 11 h 3555"/>
                <a:gd name="T14" fmla="*/ 0 w 1962"/>
                <a:gd name="T15" fmla="*/ 12 h 3555"/>
                <a:gd name="T16" fmla="*/ 0 w 1962"/>
                <a:gd name="T17" fmla="*/ 13 h 3555"/>
                <a:gd name="T18" fmla="*/ 0 w 1962"/>
                <a:gd name="T19" fmla="*/ 26 h 3555"/>
                <a:gd name="T20" fmla="*/ 0 w 1962"/>
                <a:gd name="T21" fmla="*/ 27 h 3555"/>
                <a:gd name="T22" fmla="*/ 0 w 1962"/>
                <a:gd name="T23" fmla="*/ 28 h 3555"/>
                <a:gd name="T24" fmla="*/ 1 w 1962"/>
                <a:gd name="T25" fmla="*/ 28 h 3555"/>
                <a:gd name="T26" fmla="*/ 1 w 1962"/>
                <a:gd name="T27" fmla="*/ 28 h 3555"/>
                <a:gd name="T28" fmla="*/ 2 w 1962"/>
                <a:gd name="T29" fmla="*/ 28 h 3555"/>
                <a:gd name="T30" fmla="*/ 2 w 1962"/>
                <a:gd name="T31" fmla="*/ 28 h 3555"/>
                <a:gd name="T32" fmla="*/ 3 w 1962"/>
                <a:gd name="T33" fmla="*/ 28 h 3555"/>
                <a:gd name="T34" fmla="*/ 13 w 1962"/>
                <a:gd name="T35" fmla="*/ 22 h 3555"/>
                <a:gd name="T36" fmla="*/ 13 w 1962"/>
                <a:gd name="T37" fmla="*/ 21 h 3555"/>
                <a:gd name="T38" fmla="*/ 14 w 1962"/>
                <a:gd name="T39" fmla="*/ 21 h 3555"/>
                <a:gd name="T40" fmla="*/ 14 w 1962"/>
                <a:gd name="T41" fmla="*/ 20 h 3555"/>
                <a:gd name="T42" fmla="*/ 15 w 1962"/>
                <a:gd name="T43" fmla="*/ 19 h 3555"/>
                <a:gd name="T44" fmla="*/ 15 w 1962"/>
                <a:gd name="T45" fmla="*/ 18 h 3555"/>
                <a:gd name="T46" fmla="*/ 16 w 1962"/>
                <a:gd name="T47" fmla="*/ 18 h 3555"/>
                <a:gd name="T48" fmla="*/ 16 w 1962"/>
                <a:gd name="T49" fmla="*/ 17 h 3555"/>
                <a:gd name="T50" fmla="*/ 16 w 1962"/>
                <a:gd name="T51" fmla="*/ 16 h 3555"/>
                <a:gd name="T52" fmla="*/ 16 w 1962"/>
                <a:gd name="T53" fmla="*/ 2 h 3555"/>
                <a:gd name="T54" fmla="*/ 16 w 1962"/>
                <a:gd name="T55" fmla="*/ 1 h 3555"/>
                <a:gd name="T56" fmla="*/ 15 w 1962"/>
                <a:gd name="T57" fmla="*/ 1 h 3555"/>
                <a:gd name="T58" fmla="*/ 15 w 1962"/>
                <a:gd name="T59" fmla="*/ 0 h 3555"/>
                <a:gd name="T60" fmla="*/ 15 w 1962"/>
                <a:gd name="T61" fmla="*/ 0 h 3555"/>
                <a:gd name="T62" fmla="*/ 14 w 1962"/>
                <a:gd name="T63" fmla="*/ 0 h 3555"/>
                <a:gd name="T64" fmla="*/ 14 w 1962"/>
                <a:gd name="T65" fmla="*/ 0 h 3555"/>
                <a:gd name="T66" fmla="*/ 13 w 1962"/>
                <a:gd name="T67" fmla="*/ 0 h 3555"/>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962"/>
                <a:gd name="T103" fmla="*/ 0 h 3555"/>
                <a:gd name="T104" fmla="*/ 1962 w 1962"/>
                <a:gd name="T105" fmla="*/ 3555 h 3555"/>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962" h="3555">
                  <a:moveTo>
                    <a:pt x="1594" y="50"/>
                  </a:moveTo>
                  <a:lnTo>
                    <a:pt x="368" y="831"/>
                  </a:lnTo>
                  <a:lnTo>
                    <a:pt x="330" y="858"/>
                  </a:lnTo>
                  <a:lnTo>
                    <a:pt x="294" y="888"/>
                  </a:lnTo>
                  <a:lnTo>
                    <a:pt x="259" y="922"/>
                  </a:lnTo>
                  <a:lnTo>
                    <a:pt x="225" y="961"/>
                  </a:lnTo>
                  <a:lnTo>
                    <a:pt x="193" y="1003"/>
                  </a:lnTo>
                  <a:lnTo>
                    <a:pt x="163" y="1047"/>
                  </a:lnTo>
                  <a:lnTo>
                    <a:pt x="133" y="1094"/>
                  </a:lnTo>
                  <a:lnTo>
                    <a:pt x="108" y="1143"/>
                  </a:lnTo>
                  <a:lnTo>
                    <a:pt x="84" y="1193"/>
                  </a:lnTo>
                  <a:lnTo>
                    <a:pt x="63" y="1246"/>
                  </a:lnTo>
                  <a:lnTo>
                    <a:pt x="44" y="1299"/>
                  </a:lnTo>
                  <a:lnTo>
                    <a:pt x="29" y="1353"/>
                  </a:lnTo>
                  <a:lnTo>
                    <a:pt x="16" y="1405"/>
                  </a:lnTo>
                  <a:lnTo>
                    <a:pt x="7" y="1459"/>
                  </a:lnTo>
                  <a:lnTo>
                    <a:pt x="2" y="1512"/>
                  </a:lnTo>
                  <a:lnTo>
                    <a:pt x="0" y="1565"/>
                  </a:lnTo>
                  <a:lnTo>
                    <a:pt x="0" y="3237"/>
                  </a:lnTo>
                  <a:lnTo>
                    <a:pt x="2" y="3287"/>
                  </a:lnTo>
                  <a:lnTo>
                    <a:pt x="7" y="3333"/>
                  </a:lnTo>
                  <a:lnTo>
                    <a:pt x="16" y="3375"/>
                  </a:lnTo>
                  <a:lnTo>
                    <a:pt x="29" y="3413"/>
                  </a:lnTo>
                  <a:lnTo>
                    <a:pt x="44" y="3447"/>
                  </a:lnTo>
                  <a:lnTo>
                    <a:pt x="63" y="3477"/>
                  </a:lnTo>
                  <a:lnTo>
                    <a:pt x="84" y="3502"/>
                  </a:lnTo>
                  <a:lnTo>
                    <a:pt x="108" y="3522"/>
                  </a:lnTo>
                  <a:lnTo>
                    <a:pt x="133" y="3538"/>
                  </a:lnTo>
                  <a:lnTo>
                    <a:pt x="163" y="3549"/>
                  </a:lnTo>
                  <a:lnTo>
                    <a:pt x="193" y="3555"/>
                  </a:lnTo>
                  <a:lnTo>
                    <a:pt x="225" y="3555"/>
                  </a:lnTo>
                  <a:lnTo>
                    <a:pt x="259" y="3550"/>
                  </a:lnTo>
                  <a:lnTo>
                    <a:pt x="294" y="3541"/>
                  </a:lnTo>
                  <a:lnTo>
                    <a:pt x="330" y="3524"/>
                  </a:lnTo>
                  <a:lnTo>
                    <a:pt x="368" y="3503"/>
                  </a:lnTo>
                  <a:lnTo>
                    <a:pt x="1594" y="2722"/>
                  </a:lnTo>
                  <a:lnTo>
                    <a:pt x="1632" y="2696"/>
                  </a:lnTo>
                  <a:lnTo>
                    <a:pt x="1668" y="2665"/>
                  </a:lnTo>
                  <a:lnTo>
                    <a:pt x="1703" y="2631"/>
                  </a:lnTo>
                  <a:lnTo>
                    <a:pt x="1737" y="2592"/>
                  </a:lnTo>
                  <a:lnTo>
                    <a:pt x="1769" y="2551"/>
                  </a:lnTo>
                  <a:lnTo>
                    <a:pt x="1799" y="2506"/>
                  </a:lnTo>
                  <a:lnTo>
                    <a:pt x="1829" y="2460"/>
                  </a:lnTo>
                  <a:lnTo>
                    <a:pt x="1854" y="2411"/>
                  </a:lnTo>
                  <a:lnTo>
                    <a:pt x="1878" y="2361"/>
                  </a:lnTo>
                  <a:lnTo>
                    <a:pt x="1899" y="2308"/>
                  </a:lnTo>
                  <a:lnTo>
                    <a:pt x="1918" y="2256"/>
                  </a:lnTo>
                  <a:lnTo>
                    <a:pt x="1933" y="2202"/>
                  </a:lnTo>
                  <a:lnTo>
                    <a:pt x="1946" y="2149"/>
                  </a:lnTo>
                  <a:lnTo>
                    <a:pt x="1955" y="2095"/>
                  </a:lnTo>
                  <a:lnTo>
                    <a:pt x="1960" y="2042"/>
                  </a:lnTo>
                  <a:lnTo>
                    <a:pt x="1962" y="1989"/>
                  </a:lnTo>
                  <a:lnTo>
                    <a:pt x="1962" y="319"/>
                  </a:lnTo>
                  <a:lnTo>
                    <a:pt x="1960" y="269"/>
                  </a:lnTo>
                  <a:lnTo>
                    <a:pt x="1955" y="223"/>
                  </a:lnTo>
                  <a:lnTo>
                    <a:pt x="1946" y="180"/>
                  </a:lnTo>
                  <a:lnTo>
                    <a:pt x="1933" y="143"/>
                  </a:lnTo>
                  <a:lnTo>
                    <a:pt x="1918" y="109"/>
                  </a:lnTo>
                  <a:lnTo>
                    <a:pt x="1899" y="79"/>
                  </a:lnTo>
                  <a:lnTo>
                    <a:pt x="1878" y="54"/>
                  </a:lnTo>
                  <a:lnTo>
                    <a:pt x="1854" y="33"/>
                  </a:lnTo>
                  <a:lnTo>
                    <a:pt x="1829" y="17"/>
                  </a:lnTo>
                  <a:lnTo>
                    <a:pt x="1799" y="7"/>
                  </a:lnTo>
                  <a:lnTo>
                    <a:pt x="1769" y="0"/>
                  </a:lnTo>
                  <a:lnTo>
                    <a:pt x="1737" y="0"/>
                  </a:lnTo>
                  <a:lnTo>
                    <a:pt x="1703" y="4"/>
                  </a:lnTo>
                  <a:lnTo>
                    <a:pt x="1668" y="14"/>
                  </a:lnTo>
                  <a:lnTo>
                    <a:pt x="1632" y="29"/>
                  </a:lnTo>
                  <a:lnTo>
                    <a:pt x="1594" y="50"/>
                  </a:lnTo>
                  <a:close/>
                </a:path>
              </a:pathLst>
            </a:custGeom>
            <a:solidFill>
              <a:srgbClr val="E5E5E5"/>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3521" name="Freeform 47"/>
            <p:cNvSpPr>
              <a:spLocks noEditPoints="1"/>
            </p:cNvSpPr>
            <p:nvPr/>
          </p:nvSpPr>
          <p:spPr bwMode="auto">
            <a:xfrm>
              <a:off x="916" y="1589"/>
              <a:ext cx="697" cy="698"/>
            </a:xfrm>
            <a:custGeom>
              <a:avLst/>
              <a:gdLst>
                <a:gd name="T0" fmla="*/ 16 w 3485"/>
                <a:gd name="T1" fmla="*/ 0 h 3490"/>
                <a:gd name="T2" fmla="*/ 17 w 3485"/>
                <a:gd name="T3" fmla="*/ 2 h 3490"/>
                <a:gd name="T4" fmla="*/ 17 w 3485"/>
                <a:gd name="T5" fmla="*/ 3 h 3490"/>
                <a:gd name="T6" fmla="*/ 14 w 3485"/>
                <a:gd name="T7" fmla="*/ 4 h 3490"/>
                <a:gd name="T8" fmla="*/ 12 w 3485"/>
                <a:gd name="T9" fmla="*/ 4 h 3490"/>
                <a:gd name="T10" fmla="*/ 11 w 3485"/>
                <a:gd name="T11" fmla="*/ 2 h 3490"/>
                <a:gd name="T12" fmla="*/ 11 w 3485"/>
                <a:gd name="T13" fmla="*/ 1 h 3490"/>
                <a:gd name="T14" fmla="*/ 14 w 3485"/>
                <a:gd name="T15" fmla="*/ 0 h 3490"/>
                <a:gd name="T16" fmla="*/ 3 w 3485"/>
                <a:gd name="T17" fmla="*/ 7 h 3490"/>
                <a:gd name="T18" fmla="*/ 4 w 3485"/>
                <a:gd name="T19" fmla="*/ 9 h 3490"/>
                <a:gd name="T20" fmla="*/ 3 w 3485"/>
                <a:gd name="T21" fmla="*/ 12 h 3490"/>
                <a:gd name="T22" fmla="*/ 2 w 3485"/>
                <a:gd name="T23" fmla="*/ 13 h 3490"/>
                <a:gd name="T24" fmla="*/ 1 w 3485"/>
                <a:gd name="T25" fmla="*/ 12 h 3490"/>
                <a:gd name="T26" fmla="*/ 0 w 3485"/>
                <a:gd name="T27" fmla="*/ 10 h 3490"/>
                <a:gd name="T28" fmla="*/ 0 w 3485"/>
                <a:gd name="T29" fmla="*/ 8 h 3490"/>
                <a:gd name="T30" fmla="*/ 2 w 3485"/>
                <a:gd name="T31" fmla="*/ 6 h 3490"/>
                <a:gd name="T32" fmla="*/ 10 w 3485"/>
                <a:gd name="T33" fmla="*/ 20 h 3490"/>
                <a:gd name="T34" fmla="*/ 11 w 3485"/>
                <a:gd name="T35" fmla="*/ 22 h 3490"/>
                <a:gd name="T36" fmla="*/ 11 w 3485"/>
                <a:gd name="T37" fmla="*/ 25 h 3490"/>
                <a:gd name="T38" fmla="*/ 10 w 3485"/>
                <a:gd name="T39" fmla="*/ 27 h 3490"/>
                <a:gd name="T40" fmla="*/ 8 w 3485"/>
                <a:gd name="T41" fmla="*/ 26 h 3490"/>
                <a:gd name="T42" fmla="*/ 7 w 3485"/>
                <a:gd name="T43" fmla="*/ 24 h 3490"/>
                <a:gd name="T44" fmla="*/ 7 w 3485"/>
                <a:gd name="T45" fmla="*/ 22 h 3490"/>
                <a:gd name="T46" fmla="*/ 8 w 3485"/>
                <a:gd name="T47" fmla="*/ 20 h 3490"/>
                <a:gd name="T48" fmla="*/ 20 w 3485"/>
                <a:gd name="T49" fmla="*/ 21 h 3490"/>
                <a:gd name="T50" fmla="*/ 21 w 3485"/>
                <a:gd name="T51" fmla="*/ 23 h 3490"/>
                <a:gd name="T52" fmla="*/ 21 w 3485"/>
                <a:gd name="T53" fmla="*/ 26 h 3490"/>
                <a:gd name="T54" fmla="*/ 20 w 3485"/>
                <a:gd name="T55" fmla="*/ 28 h 3490"/>
                <a:gd name="T56" fmla="*/ 18 w 3485"/>
                <a:gd name="T57" fmla="*/ 28 h 3490"/>
                <a:gd name="T58" fmla="*/ 17 w 3485"/>
                <a:gd name="T59" fmla="*/ 26 h 3490"/>
                <a:gd name="T60" fmla="*/ 17 w 3485"/>
                <a:gd name="T61" fmla="*/ 23 h 3490"/>
                <a:gd name="T62" fmla="*/ 18 w 3485"/>
                <a:gd name="T63" fmla="*/ 21 h 3490"/>
                <a:gd name="T64" fmla="*/ 19 w 3485"/>
                <a:gd name="T65" fmla="*/ 11 h 3490"/>
                <a:gd name="T66" fmla="*/ 20 w 3485"/>
                <a:gd name="T67" fmla="*/ 13 h 3490"/>
                <a:gd name="T68" fmla="*/ 21 w 3485"/>
                <a:gd name="T69" fmla="*/ 15 h 3490"/>
                <a:gd name="T70" fmla="*/ 20 w 3485"/>
                <a:gd name="T71" fmla="*/ 17 h 3490"/>
                <a:gd name="T72" fmla="*/ 18 w 3485"/>
                <a:gd name="T73" fmla="*/ 17 h 3490"/>
                <a:gd name="T74" fmla="*/ 17 w 3485"/>
                <a:gd name="T75" fmla="*/ 16 h 3490"/>
                <a:gd name="T76" fmla="*/ 17 w 3485"/>
                <a:gd name="T77" fmla="*/ 13 h 3490"/>
                <a:gd name="T78" fmla="*/ 18 w 3485"/>
                <a:gd name="T79" fmla="*/ 11 h 3490"/>
                <a:gd name="T80" fmla="*/ 26 w 3485"/>
                <a:gd name="T81" fmla="*/ 7 h 3490"/>
                <a:gd name="T82" fmla="*/ 27 w 3485"/>
                <a:gd name="T83" fmla="*/ 8 h 3490"/>
                <a:gd name="T84" fmla="*/ 27 w 3485"/>
                <a:gd name="T85" fmla="*/ 11 h 3490"/>
                <a:gd name="T86" fmla="*/ 26 w 3485"/>
                <a:gd name="T87" fmla="*/ 13 h 3490"/>
                <a:gd name="T88" fmla="*/ 25 w 3485"/>
                <a:gd name="T89" fmla="*/ 13 h 3490"/>
                <a:gd name="T90" fmla="*/ 24 w 3485"/>
                <a:gd name="T91" fmla="*/ 12 h 3490"/>
                <a:gd name="T92" fmla="*/ 24 w 3485"/>
                <a:gd name="T93" fmla="*/ 9 h 3490"/>
                <a:gd name="T94" fmla="*/ 24 w 3485"/>
                <a:gd name="T95" fmla="*/ 7 h 3490"/>
                <a:gd name="T96" fmla="*/ 26 w 3485"/>
                <a:gd name="T97" fmla="*/ 17 h 3490"/>
                <a:gd name="T98" fmla="*/ 27 w 3485"/>
                <a:gd name="T99" fmla="*/ 18 h 3490"/>
                <a:gd name="T100" fmla="*/ 28 w 3485"/>
                <a:gd name="T101" fmla="*/ 21 h 3490"/>
                <a:gd name="T102" fmla="*/ 27 w 3485"/>
                <a:gd name="T103" fmla="*/ 23 h 3490"/>
                <a:gd name="T104" fmla="*/ 26 w 3485"/>
                <a:gd name="T105" fmla="*/ 24 h 3490"/>
                <a:gd name="T106" fmla="*/ 24 w 3485"/>
                <a:gd name="T107" fmla="*/ 23 h 3490"/>
                <a:gd name="T108" fmla="*/ 24 w 3485"/>
                <a:gd name="T109" fmla="*/ 20 h 3490"/>
                <a:gd name="T110" fmla="*/ 25 w 3485"/>
                <a:gd name="T111" fmla="*/ 18 h 3490"/>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w 3485"/>
                <a:gd name="T169" fmla="*/ 0 h 3490"/>
                <a:gd name="T170" fmla="*/ 3485 w 3485"/>
                <a:gd name="T171" fmla="*/ 3490 h 3490"/>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T168" t="T169" r="T170" b="T171"/>
              <a:pathLst>
                <a:path w="3485" h="3490">
                  <a:moveTo>
                    <a:pt x="1754" y="0"/>
                  </a:moveTo>
                  <a:lnTo>
                    <a:pt x="1797" y="2"/>
                  </a:lnTo>
                  <a:lnTo>
                    <a:pt x="1840" y="5"/>
                  </a:lnTo>
                  <a:lnTo>
                    <a:pt x="1881" y="12"/>
                  </a:lnTo>
                  <a:lnTo>
                    <a:pt x="1921" y="20"/>
                  </a:lnTo>
                  <a:lnTo>
                    <a:pt x="1959" y="31"/>
                  </a:lnTo>
                  <a:lnTo>
                    <a:pt x="1994" y="44"/>
                  </a:lnTo>
                  <a:lnTo>
                    <a:pt x="2028" y="59"/>
                  </a:lnTo>
                  <a:lnTo>
                    <a:pt x="2058" y="74"/>
                  </a:lnTo>
                  <a:lnTo>
                    <a:pt x="2086" y="93"/>
                  </a:lnTo>
                  <a:lnTo>
                    <a:pt x="2111" y="113"/>
                  </a:lnTo>
                  <a:lnTo>
                    <a:pt x="2132" y="133"/>
                  </a:lnTo>
                  <a:lnTo>
                    <a:pt x="2151" y="155"/>
                  </a:lnTo>
                  <a:lnTo>
                    <a:pt x="2165" y="179"/>
                  </a:lnTo>
                  <a:lnTo>
                    <a:pt x="2175" y="203"/>
                  </a:lnTo>
                  <a:lnTo>
                    <a:pt x="2182" y="229"/>
                  </a:lnTo>
                  <a:lnTo>
                    <a:pt x="2185" y="255"/>
                  </a:lnTo>
                  <a:lnTo>
                    <a:pt x="2182" y="281"/>
                  </a:lnTo>
                  <a:lnTo>
                    <a:pt x="2175" y="305"/>
                  </a:lnTo>
                  <a:lnTo>
                    <a:pt x="2165" y="330"/>
                  </a:lnTo>
                  <a:lnTo>
                    <a:pt x="2151" y="353"/>
                  </a:lnTo>
                  <a:lnTo>
                    <a:pt x="2132" y="376"/>
                  </a:lnTo>
                  <a:lnTo>
                    <a:pt x="2111" y="397"/>
                  </a:lnTo>
                  <a:lnTo>
                    <a:pt x="2086" y="417"/>
                  </a:lnTo>
                  <a:lnTo>
                    <a:pt x="2058" y="434"/>
                  </a:lnTo>
                  <a:lnTo>
                    <a:pt x="2028" y="451"/>
                  </a:lnTo>
                  <a:lnTo>
                    <a:pt x="1994" y="466"/>
                  </a:lnTo>
                  <a:lnTo>
                    <a:pt x="1959" y="479"/>
                  </a:lnTo>
                  <a:lnTo>
                    <a:pt x="1921" y="489"/>
                  </a:lnTo>
                  <a:lnTo>
                    <a:pt x="1881" y="498"/>
                  </a:lnTo>
                  <a:lnTo>
                    <a:pt x="1840" y="505"/>
                  </a:lnTo>
                  <a:lnTo>
                    <a:pt x="1797" y="508"/>
                  </a:lnTo>
                  <a:lnTo>
                    <a:pt x="1754" y="509"/>
                  </a:lnTo>
                  <a:lnTo>
                    <a:pt x="1710" y="508"/>
                  </a:lnTo>
                  <a:lnTo>
                    <a:pt x="1667" y="505"/>
                  </a:lnTo>
                  <a:lnTo>
                    <a:pt x="1626" y="498"/>
                  </a:lnTo>
                  <a:lnTo>
                    <a:pt x="1586" y="489"/>
                  </a:lnTo>
                  <a:lnTo>
                    <a:pt x="1548" y="479"/>
                  </a:lnTo>
                  <a:lnTo>
                    <a:pt x="1512" y="466"/>
                  </a:lnTo>
                  <a:lnTo>
                    <a:pt x="1479" y="451"/>
                  </a:lnTo>
                  <a:lnTo>
                    <a:pt x="1449" y="434"/>
                  </a:lnTo>
                  <a:lnTo>
                    <a:pt x="1421" y="417"/>
                  </a:lnTo>
                  <a:lnTo>
                    <a:pt x="1395" y="397"/>
                  </a:lnTo>
                  <a:lnTo>
                    <a:pt x="1374" y="376"/>
                  </a:lnTo>
                  <a:lnTo>
                    <a:pt x="1355" y="353"/>
                  </a:lnTo>
                  <a:lnTo>
                    <a:pt x="1341" y="330"/>
                  </a:lnTo>
                  <a:lnTo>
                    <a:pt x="1331" y="305"/>
                  </a:lnTo>
                  <a:lnTo>
                    <a:pt x="1324" y="281"/>
                  </a:lnTo>
                  <a:lnTo>
                    <a:pt x="1321" y="255"/>
                  </a:lnTo>
                  <a:lnTo>
                    <a:pt x="1324" y="229"/>
                  </a:lnTo>
                  <a:lnTo>
                    <a:pt x="1331" y="203"/>
                  </a:lnTo>
                  <a:lnTo>
                    <a:pt x="1341" y="179"/>
                  </a:lnTo>
                  <a:lnTo>
                    <a:pt x="1355" y="155"/>
                  </a:lnTo>
                  <a:lnTo>
                    <a:pt x="1374" y="133"/>
                  </a:lnTo>
                  <a:lnTo>
                    <a:pt x="1395" y="113"/>
                  </a:lnTo>
                  <a:lnTo>
                    <a:pt x="1421" y="93"/>
                  </a:lnTo>
                  <a:lnTo>
                    <a:pt x="1449" y="74"/>
                  </a:lnTo>
                  <a:lnTo>
                    <a:pt x="1479" y="59"/>
                  </a:lnTo>
                  <a:lnTo>
                    <a:pt x="1512" y="44"/>
                  </a:lnTo>
                  <a:lnTo>
                    <a:pt x="1548" y="31"/>
                  </a:lnTo>
                  <a:lnTo>
                    <a:pt x="1586" y="20"/>
                  </a:lnTo>
                  <a:lnTo>
                    <a:pt x="1626" y="12"/>
                  </a:lnTo>
                  <a:lnTo>
                    <a:pt x="1667" y="5"/>
                  </a:lnTo>
                  <a:lnTo>
                    <a:pt x="1710" y="2"/>
                  </a:lnTo>
                  <a:lnTo>
                    <a:pt x="1754" y="0"/>
                  </a:lnTo>
                  <a:close/>
                  <a:moveTo>
                    <a:pt x="239" y="786"/>
                  </a:moveTo>
                  <a:lnTo>
                    <a:pt x="263" y="788"/>
                  </a:lnTo>
                  <a:lnTo>
                    <a:pt x="287" y="794"/>
                  </a:lnTo>
                  <a:lnTo>
                    <a:pt x="309" y="805"/>
                  </a:lnTo>
                  <a:lnTo>
                    <a:pt x="331" y="819"/>
                  </a:lnTo>
                  <a:lnTo>
                    <a:pt x="352" y="836"/>
                  </a:lnTo>
                  <a:lnTo>
                    <a:pt x="372" y="857"/>
                  </a:lnTo>
                  <a:lnTo>
                    <a:pt x="390" y="882"/>
                  </a:lnTo>
                  <a:lnTo>
                    <a:pt x="407" y="909"/>
                  </a:lnTo>
                  <a:lnTo>
                    <a:pt x="423" y="940"/>
                  </a:lnTo>
                  <a:lnTo>
                    <a:pt x="437" y="971"/>
                  </a:lnTo>
                  <a:lnTo>
                    <a:pt x="448" y="1006"/>
                  </a:lnTo>
                  <a:lnTo>
                    <a:pt x="459" y="1043"/>
                  </a:lnTo>
                  <a:lnTo>
                    <a:pt x="467" y="1081"/>
                  </a:lnTo>
                  <a:lnTo>
                    <a:pt x="473" y="1121"/>
                  </a:lnTo>
                  <a:lnTo>
                    <a:pt x="476" y="1163"/>
                  </a:lnTo>
                  <a:lnTo>
                    <a:pt x="478" y="1206"/>
                  </a:lnTo>
                  <a:lnTo>
                    <a:pt x="476" y="1248"/>
                  </a:lnTo>
                  <a:lnTo>
                    <a:pt x="473" y="1290"/>
                  </a:lnTo>
                  <a:lnTo>
                    <a:pt x="467" y="1330"/>
                  </a:lnTo>
                  <a:lnTo>
                    <a:pt x="459" y="1367"/>
                  </a:lnTo>
                  <a:lnTo>
                    <a:pt x="448" y="1405"/>
                  </a:lnTo>
                  <a:lnTo>
                    <a:pt x="437" y="1439"/>
                  </a:lnTo>
                  <a:lnTo>
                    <a:pt x="423" y="1472"/>
                  </a:lnTo>
                  <a:lnTo>
                    <a:pt x="407" y="1501"/>
                  </a:lnTo>
                  <a:lnTo>
                    <a:pt x="390" y="1528"/>
                  </a:lnTo>
                  <a:lnTo>
                    <a:pt x="372" y="1553"/>
                  </a:lnTo>
                  <a:lnTo>
                    <a:pt x="352" y="1574"/>
                  </a:lnTo>
                  <a:lnTo>
                    <a:pt x="331" y="1591"/>
                  </a:lnTo>
                  <a:lnTo>
                    <a:pt x="309" y="1605"/>
                  </a:lnTo>
                  <a:lnTo>
                    <a:pt x="287" y="1616"/>
                  </a:lnTo>
                  <a:lnTo>
                    <a:pt x="263" y="1622"/>
                  </a:lnTo>
                  <a:lnTo>
                    <a:pt x="239" y="1624"/>
                  </a:lnTo>
                  <a:lnTo>
                    <a:pt x="214" y="1622"/>
                  </a:lnTo>
                  <a:lnTo>
                    <a:pt x="191" y="1616"/>
                  </a:lnTo>
                  <a:lnTo>
                    <a:pt x="168" y="1605"/>
                  </a:lnTo>
                  <a:lnTo>
                    <a:pt x="146" y="1591"/>
                  </a:lnTo>
                  <a:lnTo>
                    <a:pt x="125" y="1574"/>
                  </a:lnTo>
                  <a:lnTo>
                    <a:pt x="105" y="1553"/>
                  </a:lnTo>
                  <a:lnTo>
                    <a:pt x="87" y="1528"/>
                  </a:lnTo>
                  <a:lnTo>
                    <a:pt x="70" y="1501"/>
                  </a:lnTo>
                  <a:lnTo>
                    <a:pt x="55" y="1472"/>
                  </a:lnTo>
                  <a:lnTo>
                    <a:pt x="41" y="1439"/>
                  </a:lnTo>
                  <a:lnTo>
                    <a:pt x="29" y="1405"/>
                  </a:lnTo>
                  <a:lnTo>
                    <a:pt x="18" y="1367"/>
                  </a:lnTo>
                  <a:lnTo>
                    <a:pt x="10" y="1330"/>
                  </a:lnTo>
                  <a:lnTo>
                    <a:pt x="4" y="1290"/>
                  </a:lnTo>
                  <a:lnTo>
                    <a:pt x="1" y="1248"/>
                  </a:lnTo>
                  <a:lnTo>
                    <a:pt x="0" y="1206"/>
                  </a:lnTo>
                  <a:lnTo>
                    <a:pt x="1" y="1163"/>
                  </a:lnTo>
                  <a:lnTo>
                    <a:pt x="4" y="1121"/>
                  </a:lnTo>
                  <a:lnTo>
                    <a:pt x="10" y="1081"/>
                  </a:lnTo>
                  <a:lnTo>
                    <a:pt x="18" y="1043"/>
                  </a:lnTo>
                  <a:lnTo>
                    <a:pt x="29" y="1006"/>
                  </a:lnTo>
                  <a:lnTo>
                    <a:pt x="41" y="971"/>
                  </a:lnTo>
                  <a:lnTo>
                    <a:pt x="55" y="940"/>
                  </a:lnTo>
                  <a:lnTo>
                    <a:pt x="70" y="909"/>
                  </a:lnTo>
                  <a:lnTo>
                    <a:pt x="87" y="882"/>
                  </a:lnTo>
                  <a:lnTo>
                    <a:pt x="105" y="857"/>
                  </a:lnTo>
                  <a:lnTo>
                    <a:pt x="125" y="836"/>
                  </a:lnTo>
                  <a:lnTo>
                    <a:pt x="146" y="819"/>
                  </a:lnTo>
                  <a:lnTo>
                    <a:pt x="168" y="805"/>
                  </a:lnTo>
                  <a:lnTo>
                    <a:pt x="191" y="794"/>
                  </a:lnTo>
                  <a:lnTo>
                    <a:pt x="214" y="788"/>
                  </a:lnTo>
                  <a:lnTo>
                    <a:pt x="239" y="786"/>
                  </a:lnTo>
                  <a:close/>
                  <a:moveTo>
                    <a:pt x="1119" y="2495"/>
                  </a:moveTo>
                  <a:lnTo>
                    <a:pt x="1143" y="2498"/>
                  </a:lnTo>
                  <a:lnTo>
                    <a:pt x="1167" y="2504"/>
                  </a:lnTo>
                  <a:lnTo>
                    <a:pt x="1190" y="2514"/>
                  </a:lnTo>
                  <a:lnTo>
                    <a:pt x="1211" y="2528"/>
                  </a:lnTo>
                  <a:lnTo>
                    <a:pt x="1232" y="2546"/>
                  </a:lnTo>
                  <a:lnTo>
                    <a:pt x="1252" y="2567"/>
                  </a:lnTo>
                  <a:lnTo>
                    <a:pt x="1271" y="2592"/>
                  </a:lnTo>
                  <a:lnTo>
                    <a:pt x="1288" y="2618"/>
                  </a:lnTo>
                  <a:lnTo>
                    <a:pt x="1304" y="2648"/>
                  </a:lnTo>
                  <a:lnTo>
                    <a:pt x="1318" y="2681"/>
                  </a:lnTo>
                  <a:lnTo>
                    <a:pt x="1329" y="2715"/>
                  </a:lnTo>
                  <a:lnTo>
                    <a:pt x="1340" y="2752"/>
                  </a:lnTo>
                  <a:lnTo>
                    <a:pt x="1348" y="2790"/>
                  </a:lnTo>
                  <a:lnTo>
                    <a:pt x="1354" y="2830"/>
                  </a:lnTo>
                  <a:lnTo>
                    <a:pt x="1358" y="2872"/>
                  </a:lnTo>
                  <a:lnTo>
                    <a:pt x="1359" y="2914"/>
                  </a:lnTo>
                  <a:lnTo>
                    <a:pt x="1358" y="2956"/>
                  </a:lnTo>
                  <a:lnTo>
                    <a:pt x="1354" y="2998"/>
                  </a:lnTo>
                  <a:lnTo>
                    <a:pt x="1348" y="3038"/>
                  </a:lnTo>
                  <a:lnTo>
                    <a:pt x="1340" y="3077"/>
                  </a:lnTo>
                  <a:lnTo>
                    <a:pt x="1329" y="3113"/>
                  </a:lnTo>
                  <a:lnTo>
                    <a:pt x="1318" y="3147"/>
                  </a:lnTo>
                  <a:lnTo>
                    <a:pt x="1304" y="3180"/>
                  </a:lnTo>
                  <a:lnTo>
                    <a:pt x="1288" y="3209"/>
                  </a:lnTo>
                  <a:lnTo>
                    <a:pt x="1271" y="3238"/>
                  </a:lnTo>
                  <a:lnTo>
                    <a:pt x="1252" y="3261"/>
                  </a:lnTo>
                  <a:lnTo>
                    <a:pt x="1232" y="3282"/>
                  </a:lnTo>
                  <a:lnTo>
                    <a:pt x="1211" y="3301"/>
                  </a:lnTo>
                  <a:lnTo>
                    <a:pt x="1190" y="3315"/>
                  </a:lnTo>
                  <a:lnTo>
                    <a:pt x="1167" y="3325"/>
                  </a:lnTo>
                  <a:lnTo>
                    <a:pt x="1143" y="3331"/>
                  </a:lnTo>
                  <a:lnTo>
                    <a:pt x="1119" y="3334"/>
                  </a:lnTo>
                  <a:lnTo>
                    <a:pt x="1094" y="3331"/>
                  </a:lnTo>
                  <a:lnTo>
                    <a:pt x="1070" y="3325"/>
                  </a:lnTo>
                  <a:lnTo>
                    <a:pt x="1048" y="3315"/>
                  </a:lnTo>
                  <a:lnTo>
                    <a:pt x="1026" y="3301"/>
                  </a:lnTo>
                  <a:lnTo>
                    <a:pt x="1005" y="3282"/>
                  </a:lnTo>
                  <a:lnTo>
                    <a:pt x="985" y="3261"/>
                  </a:lnTo>
                  <a:lnTo>
                    <a:pt x="967" y="3238"/>
                  </a:lnTo>
                  <a:lnTo>
                    <a:pt x="950" y="3209"/>
                  </a:lnTo>
                  <a:lnTo>
                    <a:pt x="935" y="3180"/>
                  </a:lnTo>
                  <a:lnTo>
                    <a:pt x="921" y="3147"/>
                  </a:lnTo>
                  <a:lnTo>
                    <a:pt x="909" y="3113"/>
                  </a:lnTo>
                  <a:lnTo>
                    <a:pt x="898" y="3077"/>
                  </a:lnTo>
                  <a:lnTo>
                    <a:pt x="890" y="3038"/>
                  </a:lnTo>
                  <a:lnTo>
                    <a:pt x="884" y="2998"/>
                  </a:lnTo>
                  <a:lnTo>
                    <a:pt x="881" y="2956"/>
                  </a:lnTo>
                  <a:lnTo>
                    <a:pt x="880" y="2914"/>
                  </a:lnTo>
                  <a:lnTo>
                    <a:pt x="881" y="2872"/>
                  </a:lnTo>
                  <a:lnTo>
                    <a:pt x="884" y="2830"/>
                  </a:lnTo>
                  <a:lnTo>
                    <a:pt x="890" y="2790"/>
                  </a:lnTo>
                  <a:lnTo>
                    <a:pt x="898" y="2752"/>
                  </a:lnTo>
                  <a:lnTo>
                    <a:pt x="909" y="2715"/>
                  </a:lnTo>
                  <a:lnTo>
                    <a:pt x="921" y="2681"/>
                  </a:lnTo>
                  <a:lnTo>
                    <a:pt x="935" y="2648"/>
                  </a:lnTo>
                  <a:lnTo>
                    <a:pt x="950" y="2618"/>
                  </a:lnTo>
                  <a:lnTo>
                    <a:pt x="967" y="2592"/>
                  </a:lnTo>
                  <a:lnTo>
                    <a:pt x="985" y="2567"/>
                  </a:lnTo>
                  <a:lnTo>
                    <a:pt x="1005" y="2546"/>
                  </a:lnTo>
                  <a:lnTo>
                    <a:pt x="1026" y="2528"/>
                  </a:lnTo>
                  <a:lnTo>
                    <a:pt x="1048" y="2514"/>
                  </a:lnTo>
                  <a:lnTo>
                    <a:pt x="1070" y="2504"/>
                  </a:lnTo>
                  <a:lnTo>
                    <a:pt x="1094" y="2498"/>
                  </a:lnTo>
                  <a:lnTo>
                    <a:pt x="1119" y="2495"/>
                  </a:lnTo>
                  <a:close/>
                  <a:moveTo>
                    <a:pt x="2380" y="2651"/>
                  </a:moveTo>
                  <a:lnTo>
                    <a:pt x="2405" y="2654"/>
                  </a:lnTo>
                  <a:lnTo>
                    <a:pt x="2428" y="2660"/>
                  </a:lnTo>
                  <a:lnTo>
                    <a:pt x="2452" y="2670"/>
                  </a:lnTo>
                  <a:lnTo>
                    <a:pt x="2473" y="2684"/>
                  </a:lnTo>
                  <a:lnTo>
                    <a:pt x="2494" y="2703"/>
                  </a:lnTo>
                  <a:lnTo>
                    <a:pt x="2514" y="2724"/>
                  </a:lnTo>
                  <a:lnTo>
                    <a:pt x="2533" y="2747"/>
                  </a:lnTo>
                  <a:lnTo>
                    <a:pt x="2550" y="2774"/>
                  </a:lnTo>
                  <a:lnTo>
                    <a:pt x="2565" y="2805"/>
                  </a:lnTo>
                  <a:lnTo>
                    <a:pt x="2580" y="2838"/>
                  </a:lnTo>
                  <a:lnTo>
                    <a:pt x="2591" y="2872"/>
                  </a:lnTo>
                  <a:lnTo>
                    <a:pt x="2602" y="2908"/>
                  </a:lnTo>
                  <a:lnTo>
                    <a:pt x="2610" y="2947"/>
                  </a:lnTo>
                  <a:lnTo>
                    <a:pt x="2616" y="2987"/>
                  </a:lnTo>
                  <a:lnTo>
                    <a:pt x="2619" y="3029"/>
                  </a:lnTo>
                  <a:lnTo>
                    <a:pt x="2621" y="3071"/>
                  </a:lnTo>
                  <a:lnTo>
                    <a:pt x="2619" y="3113"/>
                  </a:lnTo>
                  <a:lnTo>
                    <a:pt x="2616" y="3155"/>
                  </a:lnTo>
                  <a:lnTo>
                    <a:pt x="2610" y="3195"/>
                  </a:lnTo>
                  <a:lnTo>
                    <a:pt x="2602" y="3233"/>
                  </a:lnTo>
                  <a:lnTo>
                    <a:pt x="2591" y="3270"/>
                  </a:lnTo>
                  <a:lnTo>
                    <a:pt x="2580" y="3304"/>
                  </a:lnTo>
                  <a:lnTo>
                    <a:pt x="2565" y="3337"/>
                  </a:lnTo>
                  <a:lnTo>
                    <a:pt x="2550" y="3367"/>
                  </a:lnTo>
                  <a:lnTo>
                    <a:pt x="2533" y="3393"/>
                  </a:lnTo>
                  <a:lnTo>
                    <a:pt x="2514" y="3418"/>
                  </a:lnTo>
                  <a:lnTo>
                    <a:pt x="2494" y="3439"/>
                  </a:lnTo>
                  <a:lnTo>
                    <a:pt x="2473" y="3457"/>
                  </a:lnTo>
                  <a:lnTo>
                    <a:pt x="2452" y="3471"/>
                  </a:lnTo>
                  <a:lnTo>
                    <a:pt x="2428" y="3481"/>
                  </a:lnTo>
                  <a:lnTo>
                    <a:pt x="2405" y="3487"/>
                  </a:lnTo>
                  <a:lnTo>
                    <a:pt x="2380" y="3490"/>
                  </a:lnTo>
                  <a:lnTo>
                    <a:pt x="2356" y="3487"/>
                  </a:lnTo>
                  <a:lnTo>
                    <a:pt x="2332" y="3481"/>
                  </a:lnTo>
                  <a:lnTo>
                    <a:pt x="2310" y="3471"/>
                  </a:lnTo>
                  <a:lnTo>
                    <a:pt x="2288" y="3457"/>
                  </a:lnTo>
                  <a:lnTo>
                    <a:pt x="2267" y="3439"/>
                  </a:lnTo>
                  <a:lnTo>
                    <a:pt x="2248" y="3418"/>
                  </a:lnTo>
                  <a:lnTo>
                    <a:pt x="2229" y="3393"/>
                  </a:lnTo>
                  <a:lnTo>
                    <a:pt x="2212" y="3367"/>
                  </a:lnTo>
                  <a:lnTo>
                    <a:pt x="2196" y="3337"/>
                  </a:lnTo>
                  <a:lnTo>
                    <a:pt x="2182" y="3304"/>
                  </a:lnTo>
                  <a:lnTo>
                    <a:pt x="2171" y="3270"/>
                  </a:lnTo>
                  <a:lnTo>
                    <a:pt x="2160" y="3233"/>
                  </a:lnTo>
                  <a:lnTo>
                    <a:pt x="2152" y="3195"/>
                  </a:lnTo>
                  <a:lnTo>
                    <a:pt x="2146" y="3155"/>
                  </a:lnTo>
                  <a:lnTo>
                    <a:pt x="2142" y="3113"/>
                  </a:lnTo>
                  <a:lnTo>
                    <a:pt x="2141" y="3071"/>
                  </a:lnTo>
                  <a:lnTo>
                    <a:pt x="2142" y="3029"/>
                  </a:lnTo>
                  <a:lnTo>
                    <a:pt x="2146" y="2987"/>
                  </a:lnTo>
                  <a:lnTo>
                    <a:pt x="2152" y="2947"/>
                  </a:lnTo>
                  <a:lnTo>
                    <a:pt x="2160" y="2908"/>
                  </a:lnTo>
                  <a:lnTo>
                    <a:pt x="2171" y="2872"/>
                  </a:lnTo>
                  <a:lnTo>
                    <a:pt x="2182" y="2838"/>
                  </a:lnTo>
                  <a:lnTo>
                    <a:pt x="2196" y="2805"/>
                  </a:lnTo>
                  <a:lnTo>
                    <a:pt x="2212" y="2774"/>
                  </a:lnTo>
                  <a:lnTo>
                    <a:pt x="2229" y="2747"/>
                  </a:lnTo>
                  <a:lnTo>
                    <a:pt x="2248" y="2724"/>
                  </a:lnTo>
                  <a:lnTo>
                    <a:pt x="2267" y="2703"/>
                  </a:lnTo>
                  <a:lnTo>
                    <a:pt x="2288" y="2684"/>
                  </a:lnTo>
                  <a:lnTo>
                    <a:pt x="2310" y="2670"/>
                  </a:lnTo>
                  <a:lnTo>
                    <a:pt x="2332" y="2660"/>
                  </a:lnTo>
                  <a:lnTo>
                    <a:pt x="2356" y="2654"/>
                  </a:lnTo>
                  <a:lnTo>
                    <a:pt x="2380" y="2651"/>
                  </a:lnTo>
                  <a:close/>
                  <a:moveTo>
                    <a:pt x="2342" y="1355"/>
                  </a:moveTo>
                  <a:lnTo>
                    <a:pt x="2366" y="1357"/>
                  </a:lnTo>
                  <a:lnTo>
                    <a:pt x="2390" y="1363"/>
                  </a:lnTo>
                  <a:lnTo>
                    <a:pt x="2412" y="1373"/>
                  </a:lnTo>
                  <a:lnTo>
                    <a:pt x="2434" y="1387"/>
                  </a:lnTo>
                  <a:lnTo>
                    <a:pt x="2455" y="1405"/>
                  </a:lnTo>
                  <a:lnTo>
                    <a:pt x="2475" y="1426"/>
                  </a:lnTo>
                  <a:lnTo>
                    <a:pt x="2493" y="1451"/>
                  </a:lnTo>
                  <a:lnTo>
                    <a:pt x="2510" y="1478"/>
                  </a:lnTo>
                  <a:lnTo>
                    <a:pt x="2526" y="1507"/>
                  </a:lnTo>
                  <a:lnTo>
                    <a:pt x="2540" y="1540"/>
                  </a:lnTo>
                  <a:lnTo>
                    <a:pt x="2551" y="1574"/>
                  </a:lnTo>
                  <a:lnTo>
                    <a:pt x="2562" y="1611"/>
                  </a:lnTo>
                  <a:lnTo>
                    <a:pt x="2570" y="1649"/>
                  </a:lnTo>
                  <a:lnTo>
                    <a:pt x="2576" y="1689"/>
                  </a:lnTo>
                  <a:lnTo>
                    <a:pt x="2580" y="1731"/>
                  </a:lnTo>
                  <a:lnTo>
                    <a:pt x="2581" y="1773"/>
                  </a:lnTo>
                  <a:lnTo>
                    <a:pt x="2580" y="1815"/>
                  </a:lnTo>
                  <a:lnTo>
                    <a:pt x="2576" y="1858"/>
                  </a:lnTo>
                  <a:lnTo>
                    <a:pt x="2570" y="1897"/>
                  </a:lnTo>
                  <a:lnTo>
                    <a:pt x="2562" y="1936"/>
                  </a:lnTo>
                  <a:lnTo>
                    <a:pt x="2551" y="1972"/>
                  </a:lnTo>
                  <a:lnTo>
                    <a:pt x="2540" y="2008"/>
                  </a:lnTo>
                  <a:lnTo>
                    <a:pt x="2526" y="2039"/>
                  </a:lnTo>
                  <a:lnTo>
                    <a:pt x="2510" y="2070"/>
                  </a:lnTo>
                  <a:lnTo>
                    <a:pt x="2493" y="2097"/>
                  </a:lnTo>
                  <a:lnTo>
                    <a:pt x="2475" y="2121"/>
                  </a:lnTo>
                  <a:lnTo>
                    <a:pt x="2455" y="2142"/>
                  </a:lnTo>
                  <a:lnTo>
                    <a:pt x="2434" y="2160"/>
                  </a:lnTo>
                  <a:lnTo>
                    <a:pt x="2412" y="2174"/>
                  </a:lnTo>
                  <a:lnTo>
                    <a:pt x="2390" y="2185"/>
                  </a:lnTo>
                  <a:lnTo>
                    <a:pt x="2366" y="2191"/>
                  </a:lnTo>
                  <a:lnTo>
                    <a:pt x="2342" y="2193"/>
                  </a:lnTo>
                  <a:lnTo>
                    <a:pt x="2317" y="2191"/>
                  </a:lnTo>
                  <a:lnTo>
                    <a:pt x="2294" y="2185"/>
                  </a:lnTo>
                  <a:lnTo>
                    <a:pt x="2270" y="2174"/>
                  </a:lnTo>
                  <a:lnTo>
                    <a:pt x="2249" y="2160"/>
                  </a:lnTo>
                  <a:lnTo>
                    <a:pt x="2228" y="2142"/>
                  </a:lnTo>
                  <a:lnTo>
                    <a:pt x="2208" y="2121"/>
                  </a:lnTo>
                  <a:lnTo>
                    <a:pt x="2189" y="2097"/>
                  </a:lnTo>
                  <a:lnTo>
                    <a:pt x="2173" y="2070"/>
                  </a:lnTo>
                  <a:lnTo>
                    <a:pt x="2157" y="2039"/>
                  </a:lnTo>
                  <a:lnTo>
                    <a:pt x="2142" y="2008"/>
                  </a:lnTo>
                  <a:lnTo>
                    <a:pt x="2131" y="1972"/>
                  </a:lnTo>
                  <a:lnTo>
                    <a:pt x="2120" y="1936"/>
                  </a:lnTo>
                  <a:lnTo>
                    <a:pt x="2112" y="1897"/>
                  </a:lnTo>
                  <a:lnTo>
                    <a:pt x="2106" y="1858"/>
                  </a:lnTo>
                  <a:lnTo>
                    <a:pt x="2103" y="1815"/>
                  </a:lnTo>
                  <a:lnTo>
                    <a:pt x="2101" y="1773"/>
                  </a:lnTo>
                  <a:lnTo>
                    <a:pt x="2103" y="1731"/>
                  </a:lnTo>
                  <a:lnTo>
                    <a:pt x="2106" y="1689"/>
                  </a:lnTo>
                  <a:lnTo>
                    <a:pt x="2112" y="1649"/>
                  </a:lnTo>
                  <a:lnTo>
                    <a:pt x="2120" y="1611"/>
                  </a:lnTo>
                  <a:lnTo>
                    <a:pt x="2131" y="1574"/>
                  </a:lnTo>
                  <a:lnTo>
                    <a:pt x="2142" y="1540"/>
                  </a:lnTo>
                  <a:lnTo>
                    <a:pt x="2157" y="1507"/>
                  </a:lnTo>
                  <a:lnTo>
                    <a:pt x="2173" y="1478"/>
                  </a:lnTo>
                  <a:lnTo>
                    <a:pt x="2189" y="1451"/>
                  </a:lnTo>
                  <a:lnTo>
                    <a:pt x="2208" y="1426"/>
                  </a:lnTo>
                  <a:lnTo>
                    <a:pt x="2228" y="1405"/>
                  </a:lnTo>
                  <a:lnTo>
                    <a:pt x="2249" y="1387"/>
                  </a:lnTo>
                  <a:lnTo>
                    <a:pt x="2270" y="1373"/>
                  </a:lnTo>
                  <a:lnTo>
                    <a:pt x="2294" y="1363"/>
                  </a:lnTo>
                  <a:lnTo>
                    <a:pt x="2317" y="1357"/>
                  </a:lnTo>
                  <a:lnTo>
                    <a:pt x="2342" y="1355"/>
                  </a:lnTo>
                  <a:close/>
                  <a:moveTo>
                    <a:pt x="3179" y="819"/>
                  </a:moveTo>
                  <a:lnTo>
                    <a:pt x="3204" y="821"/>
                  </a:lnTo>
                  <a:lnTo>
                    <a:pt x="3227" y="827"/>
                  </a:lnTo>
                  <a:lnTo>
                    <a:pt x="3250" y="838"/>
                  </a:lnTo>
                  <a:lnTo>
                    <a:pt x="3272" y="852"/>
                  </a:lnTo>
                  <a:lnTo>
                    <a:pt x="3293" y="869"/>
                  </a:lnTo>
                  <a:lnTo>
                    <a:pt x="3312" y="890"/>
                  </a:lnTo>
                  <a:lnTo>
                    <a:pt x="3331" y="915"/>
                  </a:lnTo>
                  <a:lnTo>
                    <a:pt x="3348" y="942"/>
                  </a:lnTo>
                  <a:lnTo>
                    <a:pt x="3363" y="971"/>
                  </a:lnTo>
                  <a:lnTo>
                    <a:pt x="3377" y="1004"/>
                  </a:lnTo>
                  <a:lnTo>
                    <a:pt x="3389" y="1038"/>
                  </a:lnTo>
                  <a:lnTo>
                    <a:pt x="3400" y="1076"/>
                  </a:lnTo>
                  <a:lnTo>
                    <a:pt x="3408" y="1113"/>
                  </a:lnTo>
                  <a:lnTo>
                    <a:pt x="3414" y="1153"/>
                  </a:lnTo>
                  <a:lnTo>
                    <a:pt x="3417" y="1195"/>
                  </a:lnTo>
                  <a:lnTo>
                    <a:pt x="3418" y="1237"/>
                  </a:lnTo>
                  <a:lnTo>
                    <a:pt x="3417" y="1280"/>
                  </a:lnTo>
                  <a:lnTo>
                    <a:pt x="3414" y="1322"/>
                  </a:lnTo>
                  <a:lnTo>
                    <a:pt x="3408" y="1362"/>
                  </a:lnTo>
                  <a:lnTo>
                    <a:pt x="3400" y="1399"/>
                  </a:lnTo>
                  <a:lnTo>
                    <a:pt x="3389" y="1437"/>
                  </a:lnTo>
                  <a:lnTo>
                    <a:pt x="3377" y="1471"/>
                  </a:lnTo>
                  <a:lnTo>
                    <a:pt x="3363" y="1503"/>
                  </a:lnTo>
                  <a:lnTo>
                    <a:pt x="3348" y="1533"/>
                  </a:lnTo>
                  <a:lnTo>
                    <a:pt x="3331" y="1560"/>
                  </a:lnTo>
                  <a:lnTo>
                    <a:pt x="3312" y="1584"/>
                  </a:lnTo>
                  <a:lnTo>
                    <a:pt x="3293" y="1605"/>
                  </a:lnTo>
                  <a:lnTo>
                    <a:pt x="3272" y="1623"/>
                  </a:lnTo>
                  <a:lnTo>
                    <a:pt x="3250" y="1637"/>
                  </a:lnTo>
                  <a:lnTo>
                    <a:pt x="3227" y="1648"/>
                  </a:lnTo>
                  <a:lnTo>
                    <a:pt x="3204" y="1654"/>
                  </a:lnTo>
                  <a:lnTo>
                    <a:pt x="3179" y="1656"/>
                  </a:lnTo>
                  <a:lnTo>
                    <a:pt x="3155" y="1654"/>
                  </a:lnTo>
                  <a:lnTo>
                    <a:pt x="3131" y="1648"/>
                  </a:lnTo>
                  <a:lnTo>
                    <a:pt x="3108" y="1637"/>
                  </a:lnTo>
                  <a:lnTo>
                    <a:pt x="3087" y="1623"/>
                  </a:lnTo>
                  <a:lnTo>
                    <a:pt x="3066" y="1605"/>
                  </a:lnTo>
                  <a:lnTo>
                    <a:pt x="3046" y="1584"/>
                  </a:lnTo>
                  <a:lnTo>
                    <a:pt x="3027" y="1560"/>
                  </a:lnTo>
                  <a:lnTo>
                    <a:pt x="3011" y="1533"/>
                  </a:lnTo>
                  <a:lnTo>
                    <a:pt x="2994" y="1503"/>
                  </a:lnTo>
                  <a:lnTo>
                    <a:pt x="2980" y="1471"/>
                  </a:lnTo>
                  <a:lnTo>
                    <a:pt x="2968" y="1437"/>
                  </a:lnTo>
                  <a:lnTo>
                    <a:pt x="2958" y="1399"/>
                  </a:lnTo>
                  <a:lnTo>
                    <a:pt x="2950" y="1362"/>
                  </a:lnTo>
                  <a:lnTo>
                    <a:pt x="2944" y="1322"/>
                  </a:lnTo>
                  <a:lnTo>
                    <a:pt x="2940" y="1280"/>
                  </a:lnTo>
                  <a:lnTo>
                    <a:pt x="2939" y="1237"/>
                  </a:lnTo>
                  <a:lnTo>
                    <a:pt x="2940" y="1195"/>
                  </a:lnTo>
                  <a:lnTo>
                    <a:pt x="2944" y="1153"/>
                  </a:lnTo>
                  <a:lnTo>
                    <a:pt x="2950" y="1113"/>
                  </a:lnTo>
                  <a:lnTo>
                    <a:pt x="2958" y="1076"/>
                  </a:lnTo>
                  <a:lnTo>
                    <a:pt x="2968" y="1038"/>
                  </a:lnTo>
                  <a:lnTo>
                    <a:pt x="2980" y="1004"/>
                  </a:lnTo>
                  <a:lnTo>
                    <a:pt x="2994" y="971"/>
                  </a:lnTo>
                  <a:lnTo>
                    <a:pt x="3011" y="942"/>
                  </a:lnTo>
                  <a:lnTo>
                    <a:pt x="3027" y="915"/>
                  </a:lnTo>
                  <a:lnTo>
                    <a:pt x="3046" y="890"/>
                  </a:lnTo>
                  <a:lnTo>
                    <a:pt x="3066" y="869"/>
                  </a:lnTo>
                  <a:lnTo>
                    <a:pt x="3087" y="852"/>
                  </a:lnTo>
                  <a:lnTo>
                    <a:pt x="3108" y="838"/>
                  </a:lnTo>
                  <a:lnTo>
                    <a:pt x="3131" y="827"/>
                  </a:lnTo>
                  <a:lnTo>
                    <a:pt x="3155" y="821"/>
                  </a:lnTo>
                  <a:lnTo>
                    <a:pt x="3179" y="819"/>
                  </a:lnTo>
                  <a:close/>
                  <a:moveTo>
                    <a:pt x="3246" y="2144"/>
                  </a:moveTo>
                  <a:lnTo>
                    <a:pt x="3271" y="2146"/>
                  </a:lnTo>
                  <a:lnTo>
                    <a:pt x="3294" y="2152"/>
                  </a:lnTo>
                  <a:lnTo>
                    <a:pt x="3316" y="2162"/>
                  </a:lnTo>
                  <a:lnTo>
                    <a:pt x="3339" y="2176"/>
                  </a:lnTo>
                  <a:lnTo>
                    <a:pt x="3360" y="2194"/>
                  </a:lnTo>
                  <a:lnTo>
                    <a:pt x="3380" y="2215"/>
                  </a:lnTo>
                  <a:lnTo>
                    <a:pt x="3397" y="2240"/>
                  </a:lnTo>
                  <a:lnTo>
                    <a:pt x="3415" y="2267"/>
                  </a:lnTo>
                  <a:lnTo>
                    <a:pt x="3430" y="2296"/>
                  </a:lnTo>
                  <a:lnTo>
                    <a:pt x="3444" y="2329"/>
                  </a:lnTo>
                  <a:lnTo>
                    <a:pt x="3456" y="2363"/>
                  </a:lnTo>
                  <a:lnTo>
                    <a:pt x="3466" y="2400"/>
                  </a:lnTo>
                  <a:lnTo>
                    <a:pt x="3475" y="2438"/>
                  </a:lnTo>
                  <a:lnTo>
                    <a:pt x="3480" y="2478"/>
                  </a:lnTo>
                  <a:lnTo>
                    <a:pt x="3484" y="2520"/>
                  </a:lnTo>
                  <a:lnTo>
                    <a:pt x="3485" y="2562"/>
                  </a:lnTo>
                  <a:lnTo>
                    <a:pt x="3484" y="2604"/>
                  </a:lnTo>
                  <a:lnTo>
                    <a:pt x="3480" y="2647"/>
                  </a:lnTo>
                  <a:lnTo>
                    <a:pt x="3475" y="2686"/>
                  </a:lnTo>
                  <a:lnTo>
                    <a:pt x="3466" y="2725"/>
                  </a:lnTo>
                  <a:lnTo>
                    <a:pt x="3456" y="2762"/>
                  </a:lnTo>
                  <a:lnTo>
                    <a:pt x="3444" y="2796"/>
                  </a:lnTo>
                  <a:lnTo>
                    <a:pt x="3430" y="2828"/>
                  </a:lnTo>
                  <a:lnTo>
                    <a:pt x="3415" y="2858"/>
                  </a:lnTo>
                  <a:lnTo>
                    <a:pt x="3397" y="2886"/>
                  </a:lnTo>
                  <a:lnTo>
                    <a:pt x="3380" y="2909"/>
                  </a:lnTo>
                  <a:lnTo>
                    <a:pt x="3360" y="2930"/>
                  </a:lnTo>
                  <a:lnTo>
                    <a:pt x="3339" y="2949"/>
                  </a:lnTo>
                  <a:lnTo>
                    <a:pt x="3316" y="2963"/>
                  </a:lnTo>
                  <a:lnTo>
                    <a:pt x="3294" y="2974"/>
                  </a:lnTo>
                  <a:lnTo>
                    <a:pt x="3271" y="2980"/>
                  </a:lnTo>
                  <a:lnTo>
                    <a:pt x="3246" y="2982"/>
                  </a:lnTo>
                  <a:lnTo>
                    <a:pt x="3222" y="2980"/>
                  </a:lnTo>
                  <a:lnTo>
                    <a:pt x="3198" y="2974"/>
                  </a:lnTo>
                  <a:lnTo>
                    <a:pt x="3176" y="2963"/>
                  </a:lnTo>
                  <a:lnTo>
                    <a:pt x="3154" y="2949"/>
                  </a:lnTo>
                  <a:lnTo>
                    <a:pt x="3133" y="2930"/>
                  </a:lnTo>
                  <a:lnTo>
                    <a:pt x="3113" y="2909"/>
                  </a:lnTo>
                  <a:lnTo>
                    <a:pt x="3095" y="2886"/>
                  </a:lnTo>
                  <a:lnTo>
                    <a:pt x="3077" y="2858"/>
                  </a:lnTo>
                  <a:lnTo>
                    <a:pt x="3062" y="2828"/>
                  </a:lnTo>
                  <a:lnTo>
                    <a:pt x="3048" y="2796"/>
                  </a:lnTo>
                  <a:lnTo>
                    <a:pt x="3036" y="2762"/>
                  </a:lnTo>
                  <a:lnTo>
                    <a:pt x="3026" y="2725"/>
                  </a:lnTo>
                  <a:lnTo>
                    <a:pt x="3018" y="2686"/>
                  </a:lnTo>
                  <a:lnTo>
                    <a:pt x="3012" y="2647"/>
                  </a:lnTo>
                  <a:lnTo>
                    <a:pt x="3008" y="2604"/>
                  </a:lnTo>
                  <a:lnTo>
                    <a:pt x="3007" y="2562"/>
                  </a:lnTo>
                  <a:lnTo>
                    <a:pt x="3008" y="2520"/>
                  </a:lnTo>
                  <a:lnTo>
                    <a:pt x="3012" y="2478"/>
                  </a:lnTo>
                  <a:lnTo>
                    <a:pt x="3018" y="2438"/>
                  </a:lnTo>
                  <a:lnTo>
                    <a:pt x="3026" y="2400"/>
                  </a:lnTo>
                  <a:lnTo>
                    <a:pt x="3036" y="2363"/>
                  </a:lnTo>
                  <a:lnTo>
                    <a:pt x="3048" y="2329"/>
                  </a:lnTo>
                  <a:lnTo>
                    <a:pt x="3062" y="2296"/>
                  </a:lnTo>
                  <a:lnTo>
                    <a:pt x="3077" y="2267"/>
                  </a:lnTo>
                  <a:lnTo>
                    <a:pt x="3095" y="2240"/>
                  </a:lnTo>
                  <a:lnTo>
                    <a:pt x="3113" y="2215"/>
                  </a:lnTo>
                  <a:lnTo>
                    <a:pt x="3133" y="2194"/>
                  </a:lnTo>
                  <a:lnTo>
                    <a:pt x="3154" y="2176"/>
                  </a:lnTo>
                  <a:lnTo>
                    <a:pt x="3176" y="2162"/>
                  </a:lnTo>
                  <a:lnTo>
                    <a:pt x="3198" y="2152"/>
                  </a:lnTo>
                  <a:lnTo>
                    <a:pt x="3222" y="2146"/>
                  </a:lnTo>
                  <a:lnTo>
                    <a:pt x="3246" y="214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3522" name="Freeform 48"/>
            <p:cNvSpPr>
              <a:spLocks/>
            </p:cNvSpPr>
            <p:nvPr/>
          </p:nvSpPr>
          <p:spPr bwMode="auto">
            <a:xfrm>
              <a:off x="1267" y="1588"/>
              <a:ext cx="87" cy="52"/>
            </a:xfrm>
            <a:custGeom>
              <a:avLst/>
              <a:gdLst>
                <a:gd name="T0" fmla="*/ 3 w 437"/>
                <a:gd name="T1" fmla="*/ 2 h 260"/>
                <a:gd name="T2" fmla="*/ 3 w 437"/>
                <a:gd name="T3" fmla="*/ 2 h 260"/>
                <a:gd name="T4" fmla="*/ 3 w 437"/>
                <a:gd name="T5" fmla="*/ 2 h 260"/>
                <a:gd name="T6" fmla="*/ 3 w 437"/>
                <a:gd name="T7" fmla="*/ 2 h 260"/>
                <a:gd name="T8" fmla="*/ 3 w 437"/>
                <a:gd name="T9" fmla="*/ 1 h 260"/>
                <a:gd name="T10" fmla="*/ 3 w 437"/>
                <a:gd name="T11" fmla="*/ 1 h 260"/>
                <a:gd name="T12" fmla="*/ 3 w 437"/>
                <a:gd name="T13" fmla="*/ 1 h 260"/>
                <a:gd name="T14" fmla="*/ 3 w 437"/>
                <a:gd name="T15" fmla="*/ 1 h 260"/>
                <a:gd name="T16" fmla="*/ 3 w 437"/>
                <a:gd name="T17" fmla="*/ 1 h 260"/>
                <a:gd name="T18" fmla="*/ 2 w 437"/>
                <a:gd name="T19" fmla="*/ 1 h 260"/>
                <a:gd name="T20" fmla="*/ 2 w 437"/>
                <a:gd name="T21" fmla="*/ 0 h 260"/>
                <a:gd name="T22" fmla="*/ 2 w 437"/>
                <a:gd name="T23" fmla="*/ 0 h 260"/>
                <a:gd name="T24" fmla="*/ 2 w 437"/>
                <a:gd name="T25" fmla="*/ 0 h 260"/>
                <a:gd name="T26" fmla="*/ 1 w 437"/>
                <a:gd name="T27" fmla="*/ 0 h 260"/>
                <a:gd name="T28" fmla="*/ 1 w 437"/>
                <a:gd name="T29" fmla="*/ 0 h 260"/>
                <a:gd name="T30" fmla="*/ 1 w 437"/>
                <a:gd name="T31" fmla="*/ 0 h 260"/>
                <a:gd name="T32" fmla="*/ 0 w 437"/>
                <a:gd name="T33" fmla="*/ 0 h 260"/>
                <a:gd name="T34" fmla="*/ 0 w 437"/>
                <a:gd name="T35" fmla="*/ 0 h 260"/>
                <a:gd name="T36" fmla="*/ 0 w 437"/>
                <a:gd name="T37" fmla="*/ 0 h 260"/>
                <a:gd name="T38" fmla="*/ 0 w 437"/>
                <a:gd name="T39" fmla="*/ 0 h 260"/>
                <a:gd name="T40" fmla="*/ 1 w 437"/>
                <a:gd name="T41" fmla="*/ 0 h 260"/>
                <a:gd name="T42" fmla="*/ 1 w 437"/>
                <a:gd name="T43" fmla="*/ 0 h 260"/>
                <a:gd name="T44" fmla="*/ 1 w 437"/>
                <a:gd name="T45" fmla="*/ 0 h 260"/>
                <a:gd name="T46" fmla="*/ 2 w 437"/>
                <a:gd name="T47" fmla="*/ 0 h 260"/>
                <a:gd name="T48" fmla="*/ 2 w 437"/>
                <a:gd name="T49" fmla="*/ 0 h 260"/>
                <a:gd name="T50" fmla="*/ 2 w 437"/>
                <a:gd name="T51" fmla="*/ 1 h 260"/>
                <a:gd name="T52" fmla="*/ 2 w 437"/>
                <a:gd name="T53" fmla="*/ 1 h 260"/>
                <a:gd name="T54" fmla="*/ 3 w 437"/>
                <a:gd name="T55" fmla="*/ 1 h 260"/>
                <a:gd name="T56" fmla="*/ 3 w 437"/>
                <a:gd name="T57" fmla="*/ 1 h 260"/>
                <a:gd name="T58" fmla="*/ 3 w 437"/>
                <a:gd name="T59" fmla="*/ 1 h 260"/>
                <a:gd name="T60" fmla="*/ 3 w 437"/>
                <a:gd name="T61" fmla="*/ 1 h 260"/>
                <a:gd name="T62" fmla="*/ 3 w 437"/>
                <a:gd name="T63" fmla="*/ 1 h 260"/>
                <a:gd name="T64" fmla="*/ 3 w 437"/>
                <a:gd name="T65" fmla="*/ 2 h 260"/>
                <a:gd name="T66" fmla="*/ 3 w 437"/>
                <a:gd name="T67" fmla="*/ 2 h 260"/>
                <a:gd name="T68" fmla="*/ 3 w 437"/>
                <a:gd name="T69" fmla="*/ 2 h 260"/>
                <a:gd name="T70" fmla="*/ 3 w 437"/>
                <a:gd name="T71" fmla="*/ 2 h 260"/>
                <a:gd name="T72" fmla="*/ 3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437" y="260"/>
                  </a:moveTo>
                  <a:lnTo>
                    <a:pt x="437" y="260"/>
                  </a:lnTo>
                  <a:lnTo>
                    <a:pt x="434" y="233"/>
                  </a:lnTo>
                  <a:lnTo>
                    <a:pt x="427" y="206"/>
                  </a:lnTo>
                  <a:lnTo>
                    <a:pt x="417" y="181"/>
                  </a:lnTo>
                  <a:lnTo>
                    <a:pt x="401" y="157"/>
                  </a:lnTo>
                  <a:lnTo>
                    <a:pt x="383" y="133"/>
                  </a:lnTo>
                  <a:lnTo>
                    <a:pt x="360" y="113"/>
                  </a:lnTo>
                  <a:lnTo>
                    <a:pt x="336" y="93"/>
                  </a:lnTo>
                  <a:lnTo>
                    <a:pt x="308" y="73"/>
                  </a:lnTo>
                  <a:lnTo>
                    <a:pt x="276" y="58"/>
                  </a:lnTo>
                  <a:lnTo>
                    <a:pt x="242" y="43"/>
                  </a:lnTo>
                  <a:lnTo>
                    <a:pt x="207" y="30"/>
                  </a:lnTo>
                  <a:lnTo>
                    <a:pt x="168" y="19"/>
                  </a:lnTo>
                  <a:lnTo>
                    <a:pt x="128" y="11"/>
                  </a:lnTo>
                  <a:lnTo>
                    <a:pt x="87" y="4"/>
                  </a:lnTo>
                  <a:lnTo>
                    <a:pt x="43" y="1"/>
                  </a:lnTo>
                  <a:lnTo>
                    <a:pt x="0" y="0"/>
                  </a:lnTo>
                  <a:lnTo>
                    <a:pt x="0" y="11"/>
                  </a:lnTo>
                  <a:lnTo>
                    <a:pt x="43" y="12"/>
                  </a:lnTo>
                  <a:lnTo>
                    <a:pt x="85" y="16"/>
                  </a:lnTo>
                  <a:lnTo>
                    <a:pt x="126" y="23"/>
                  </a:lnTo>
                  <a:lnTo>
                    <a:pt x="166" y="31"/>
                  </a:lnTo>
                  <a:lnTo>
                    <a:pt x="202" y="42"/>
                  </a:lnTo>
                  <a:lnTo>
                    <a:pt x="237" y="55"/>
                  </a:lnTo>
                  <a:lnTo>
                    <a:pt x="271" y="70"/>
                  </a:lnTo>
                  <a:lnTo>
                    <a:pt x="301" y="85"/>
                  </a:lnTo>
                  <a:lnTo>
                    <a:pt x="329" y="103"/>
                  </a:lnTo>
                  <a:lnTo>
                    <a:pt x="353" y="123"/>
                  </a:lnTo>
                  <a:lnTo>
                    <a:pt x="373" y="143"/>
                  </a:lnTo>
                  <a:lnTo>
                    <a:pt x="392" y="164"/>
                  </a:lnTo>
                  <a:lnTo>
                    <a:pt x="405" y="186"/>
                  </a:lnTo>
                  <a:lnTo>
                    <a:pt x="415" y="211"/>
                  </a:lnTo>
                  <a:lnTo>
                    <a:pt x="422" y="235"/>
                  </a:lnTo>
                  <a:lnTo>
                    <a:pt x="425" y="260"/>
                  </a:lnTo>
                  <a:lnTo>
                    <a:pt x="437"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3523" name="Freeform 49"/>
            <p:cNvSpPr>
              <a:spLocks/>
            </p:cNvSpPr>
            <p:nvPr/>
          </p:nvSpPr>
          <p:spPr bwMode="auto">
            <a:xfrm>
              <a:off x="1267" y="1640"/>
              <a:ext cx="87" cy="52"/>
            </a:xfrm>
            <a:custGeom>
              <a:avLst/>
              <a:gdLst>
                <a:gd name="T0" fmla="*/ 0 w 437"/>
                <a:gd name="T1" fmla="*/ 2 h 260"/>
                <a:gd name="T2" fmla="*/ 0 w 437"/>
                <a:gd name="T3" fmla="*/ 2 h 260"/>
                <a:gd name="T4" fmla="*/ 0 w 437"/>
                <a:gd name="T5" fmla="*/ 2 h 260"/>
                <a:gd name="T6" fmla="*/ 1 w 437"/>
                <a:gd name="T7" fmla="*/ 2 h 260"/>
                <a:gd name="T8" fmla="*/ 1 w 437"/>
                <a:gd name="T9" fmla="*/ 2 h 260"/>
                <a:gd name="T10" fmla="*/ 1 w 437"/>
                <a:gd name="T11" fmla="*/ 2 h 260"/>
                <a:gd name="T12" fmla="*/ 2 w 437"/>
                <a:gd name="T13" fmla="*/ 2 h 260"/>
                <a:gd name="T14" fmla="*/ 2 w 437"/>
                <a:gd name="T15" fmla="*/ 2 h 260"/>
                <a:gd name="T16" fmla="*/ 2 w 437"/>
                <a:gd name="T17" fmla="*/ 2 h 260"/>
                <a:gd name="T18" fmla="*/ 2 w 437"/>
                <a:gd name="T19" fmla="*/ 1 h 260"/>
                <a:gd name="T20" fmla="*/ 3 w 437"/>
                <a:gd name="T21" fmla="*/ 1 h 260"/>
                <a:gd name="T22" fmla="*/ 3 w 437"/>
                <a:gd name="T23" fmla="*/ 1 h 260"/>
                <a:gd name="T24" fmla="*/ 3 w 437"/>
                <a:gd name="T25" fmla="*/ 1 h 260"/>
                <a:gd name="T26" fmla="*/ 3 w 437"/>
                <a:gd name="T27" fmla="*/ 1 h 260"/>
                <a:gd name="T28" fmla="*/ 3 w 437"/>
                <a:gd name="T29" fmla="*/ 1 h 260"/>
                <a:gd name="T30" fmla="*/ 3 w 437"/>
                <a:gd name="T31" fmla="*/ 0 h 260"/>
                <a:gd name="T32" fmla="*/ 3 w 437"/>
                <a:gd name="T33" fmla="*/ 0 h 260"/>
                <a:gd name="T34" fmla="*/ 3 w 437"/>
                <a:gd name="T35" fmla="*/ 0 h 260"/>
                <a:gd name="T36" fmla="*/ 3 w 437"/>
                <a:gd name="T37" fmla="*/ 0 h 260"/>
                <a:gd name="T38" fmla="*/ 3 w 437"/>
                <a:gd name="T39" fmla="*/ 0 h 260"/>
                <a:gd name="T40" fmla="*/ 3 w 437"/>
                <a:gd name="T41" fmla="*/ 0 h 260"/>
                <a:gd name="T42" fmla="*/ 3 w 437"/>
                <a:gd name="T43" fmla="*/ 1 h 260"/>
                <a:gd name="T44" fmla="*/ 3 w 437"/>
                <a:gd name="T45" fmla="*/ 1 h 260"/>
                <a:gd name="T46" fmla="*/ 3 w 437"/>
                <a:gd name="T47" fmla="*/ 1 h 260"/>
                <a:gd name="T48" fmla="*/ 3 w 437"/>
                <a:gd name="T49" fmla="*/ 1 h 260"/>
                <a:gd name="T50" fmla="*/ 3 w 437"/>
                <a:gd name="T51" fmla="*/ 1 h 260"/>
                <a:gd name="T52" fmla="*/ 2 w 437"/>
                <a:gd name="T53" fmla="*/ 1 h 260"/>
                <a:gd name="T54" fmla="*/ 2 w 437"/>
                <a:gd name="T55" fmla="*/ 2 h 260"/>
                <a:gd name="T56" fmla="*/ 2 w 437"/>
                <a:gd name="T57" fmla="*/ 2 h 260"/>
                <a:gd name="T58" fmla="*/ 2 w 437"/>
                <a:gd name="T59" fmla="*/ 2 h 260"/>
                <a:gd name="T60" fmla="*/ 1 w 437"/>
                <a:gd name="T61" fmla="*/ 2 h 260"/>
                <a:gd name="T62" fmla="*/ 1 w 437"/>
                <a:gd name="T63" fmla="*/ 2 h 260"/>
                <a:gd name="T64" fmla="*/ 1 w 437"/>
                <a:gd name="T65" fmla="*/ 2 h 260"/>
                <a:gd name="T66" fmla="*/ 0 w 437"/>
                <a:gd name="T67" fmla="*/ 2 h 260"/>
                <a:gd name="T68" fmla="*/ 0 w 437"/>
                <a:gd name="T69" fmla="*/ 2 h 260"/>
                <a:gd name="T70" fmla="*/ 0 w 437"/>
                <a:gd name="T71" fmla="*/ 2 h 260"/>
                <a:gd name="T72" fmla="*/ 0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0" y="260"/>
                  </a:moveTo>
                  <a:lnTo>
                    <a:pt x="0" y="260"/>
                  </a:lnTo>
                  <a:lnTo>
                    <a:pt x="43" y="259"/>
                  </a:lnTo>
                  <a:lnTo>
                    <a:pt x="87" y="255"/>
                  </a:lnTo>
                  <a:lnTo>
                    <a:pt x="128" y="248"/>
                  </a:lnTo>
                  <a:lnTo>
                    <a:pt x="168" y="240"/>
                  </a:lnTo>
                  <a:lnTo>
                    <a:pt x="207" y="230"/>
                  </a:lnTo>
                  <a:lnTo>
                    <a:pt x="242" y="217"/>
                  </a:lnTo>
                  <a:lnTo>
                    <a:pt x="276" y="202"/>
                  </a:lnTo>
                  <a:lnTo>
                    <a:pt x="308" y="185"/>
                  </a:lnTo>
                  <a:lnTo>
                    <a:pt x="336" y="166"/>
                  </a:lnTo>
                  <a:lnTo>
                    <a:pt x="360" y="146"/>
                  </a:lnTo>
                  <a:lnTo>
                    <a:pt x="383" y="125"/>
                  </a:lnTo>
                  <a:lnTo>
                    <a:pt x="401" y="102"/>
                  </a:lnTo>
                  <a:lnTo>
                    <a:pt x="417" y="77"/>
                  </a:lnTo>
                  <a:lnTo>
                    <a:pt x="427" y="53"/>
                  </a:lnTo>
                  <a:lnTo>
                    <a:pt x="434" y="27"/>
                  </a:lnTo>
                  <a:lnTo>
                    <a:pt x="437" y="0"/>
                  </a:lnTo>
                  <a:lnTo>
                    <a:pt x="425" y="0"/>
                  </a:lnTo>
                  <a:lnTo>
                    <a:pt x="422" y="24"/>
                  </a:lnTo>
                  <a:lnTo>
                    <a:pt x="415" y="48"/>
                  </a:lnTo>
                  <a:lnTo>
                    <a:pt x="405" y="73"/>
                  </a:lnTo>
                  <a:lnTo>
                    <a:pt x="392" y="95"/>
                  </a:lnTo>
                  <a:lnTo>
                    <a:pt x="373" y="116"/>
                  </a:lnTo>
                  <a:lnTo>
                    <a:pt x="353" y="137"/>
                  </a:lnTo>
                  <a:lnTo>
                    <a:pt x="329" y="157"/>
                  </a:lnTo>
                  <a:lnTo>
                    <a:pt x="301" y="173"/>
                  </a:lnTo>
                  <a:lnTo>
                    <a:pt x="271" y="190"/>
                  </a:lnTo>
                  <a:lnTo>
                    <a:pt x="237" y="205"/>
                  </a:lnTo>
                  <a:lnTo>
                    <a:pt x="202" y="218"/>
                  </a:lnTo>
                  <a:lnTo>
                    <a:pt x="166" y="228"/>
                  </a:lnTo>
                  <a:lnTo>
                    <a:pt x="126" y="237"/>
                  </a:lnTo>
                  <a:lnTo>
                    <a:pt x="85" y="244"/>
                  </a:lnTo>
                  <a:lnTo>
                    <a:pt x="43" y="247"/>
                  </a:lnTo>
                  <a:lnTo>
                    <a:pt x="0" y="248"/>
                  </a:lnTo>
                  <a:lnTo>
                    <a:pt x="0"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3524" name="Freeform 50"/>
            <p:cNvSpPr>
              <a:spLocks/>
            </p:cNvSpPr>
            <p:nvPr/>
          </p:nvSpPr>
          <p:spPr bwMode="auto">
            <a:xfrm>
              <a:off x="1179" y="1640"/>
              <a:ext cx="88" cy="52"/>
            </a:xfrm>
            <a:custGeom>
              <a:avLst/>
              <a:gdLst>
                <a:gd name="T0" fmla="*/ 0 w 439"/>
                <a:gd name="T1" fmla="*/ 0 h 260"/>
                <a:gd name="T2" fmla="*/ 0 w 439"/>
                <a:gd name="T3" fmla="*/ 0 h 260"/>
                <a:gd name="T4" fmla="*/ 0 w 439"/>
                <a:gd name="T5" fmla="*/ 0 h 260"/>
                <a:gd name="T6" fmla="*/ 0 w 439"/>
                <a:gd name="T7" fmla="*/ 0 h 260"/>
                <a:gd name="T8" fmla="*/ 0 w 439"/>
                <a:gd name="T9" fmla="*/ 1 h 260"/>
                <a:gd name="T10" fmla="*/ 0 w 439"/>
                <a:gd name="T11" fmla="*/ 1 h 260"/>
                <a:gd name="T12" fmla="*/ 0 w 439"/>
                <a:gd name="T13" fmla="*/ 1 h 260"/>
                <a:gd name="T14" fmla="*/ 1 w 439"/>
                <a:gd name="T15" fmla="*/ 1 h 260"/>
                <a:gd name="T16" fmla="*/ 1 w 439"/>
                <a:gd name="T17" fmla="*/ 1 h 260"/>
                <a:gd name="T18" fmla="*/ 1 w 439"/>
                <a:gd name="T19" fmla="*/ 1 h 260"/>
                <a:gd name="T20" fmla="*/ 1 w 439"/>
                <a:gd name="T21" fmla="*/ 2 h 260"/>
                <a:gd name="T22" fmla="*/ 2 w 439"/>
                <a:gd name="T23" fmla="*/ 2 h 260"/>
                <a:gd name="T24" fmla="*/ 2 w 439"/>
                <a:gd name="T25" fmla="*/ 2 h 260"/>
                <a:gd name="T26" fmla="*/ 2 w 439"/>
                <a:gd name="T27" fmla="*/ 2 h 260"/>
                <a:gd name="T28" fmla="*/ 2 w 439"/>
                <a:gd name="T29" fmla="*/ 2 h 260"/>
                <a:gd name="T30" fmla="*/ 3 w 439"/>
                <a:gd name="T31" fmla="*/ 2 h 260"/>
                <a:gd name="T32" fmla="*/ 3 w 439"/>
                <a:gd name="T33" fmla="*/ 2 h 260"/>
                <a:gd name="T34" fmla="*/ 4 w 439"/>
                <a:gd name="T35" fmla="*/ 2 h 260"/>
                <a:gd name="T36" fmla="*/ 4 w 439"/>
                <a:gd name="T37" fmla="*/ 2 h 260"/>
                <a:gd name="T38" fmla="*/ 3 w 439"/>
                <a:gd name="T39" fmla="*/ 2 h 260"/>
                <a:gd name="T40" fmla="*/ 3 w 439"/>
                <a:gd name="T41" fmla="*/ 2 h 260"/>
                <a:gd name="T42" fmla="*/ 3 w 439"/>
                <a:gd name="T43" fmla="*/ 2 h 260"/>
                <a:gd name="T44" fmla="*/ 2 w 439"/>
                <a:gd name="T45" fmla="*/ 2 h 260"/>
                <a:gd name="T46" fmla="*/ 2 w 439"/>
                <a:gd name="T47" fmla="*/ 2 h 260"/>
                <a:gd name="T48" fmla="*/ 2 w 439"/>
                <a:gd name="T49" fmla="*/ 2 h 260"/>
                <a:gd name="T50" fmla="*/ 1 w 439"/>
                <a:gd name="T51" fmla="*/ 2 h 260"/>
                <a:gd name="T52" fmla="*/ 1 w 439"/>
                <a:gd name="T53" fmla="*/ 1 h 260"/>
                <a:gd name="T54" fmla="*/ 1 w 439"/>
                <a:gd name="T55" fmla="*/ 1 h 260"/>
                <a:gd name="T56" fmla="*/ 1 w 439"/>
                <a:gd name="T57" fmla="*/ 1 h 260"/>
                <a:gd name="T58" fmla="*/ 1 w 439"/>
                <a:gd name="T59" fmla="*/ 1 h 260"/>
                <a:gd name="T60" fmla="*/ 0 w 439"/>
                <a:gd name="T61" fmla="*/ 1 h 260"/>
                <a:gd name="T62" fmla="*/ 0 w 439"/>
                <a:gd name="T63" fmla="*/ 1 h 260"/>
                <a:gd name="T64" fmla="*/ 0 w 439"/>
                <a:gd name="T65" fmla="*/ 0 h 260"/>
                <a:gd name="T66" fmla="*/ 0 w 439"/>
                <a:gd name="T67" fmla="*/ 0 h 260"/>
                <a:gd name="T68" fmla="*/ 0 w 439"/>
                <a:gd name="T69" fmla="*/ 0 h 260"/>
                <a:gd name="T70" fmla="*/ 0 w 439"/>
                <a:gd name="T71" fmla="*/ 0 h 260"/>
                <a:gd name="T72" fmla="*/ 0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0" y="0"/>
                  </a:moveTo>
                  <a:lnTo>
                    <a:pt x="0" y="0"/>
                  </a:lnTo>
                  <a:lnTo>
                    <a:pt x="3" y="27"/>
                  </a:lnTo>
                  <a:lnTo>
                    <a:pt x="10" y="53"/>
                  </a:lnTo>
                  <a:lnTo>
                    <a:pt x="20" y="77"/>
                  </a:lnTo>
                  <a:lnTo>
                    <a:pt x="35" y="102"/>
                  </a:lnTo>
                  <a:lnTo>
                    <a:pt x="54" y="125"/>
                  </a:lnTo>
                  <a:lnTo>
                    <a:pt x="76" y="146"/>
                  </a:lnTo>
                  <a:lnTo>
                    <a:pt x="102" y="166"/>
                  </a:lnTo>
                  <a:lnTo>
                    <a:pt x="130" y="185"/>
                  </a:lnTo>
                  <a:lnTo>
                    <a:pt x="162" y="202"/>
                  </a:lnTo>
                  <a:lnTo>
                    <a:pt x="195" y="217"/>
                  </a:lnTo>
                  <a:lnTo>
                    <a:pt x="231" y="230"/>
                  </a:lnTo>
                  <a:lnTo>
                    <a:pt x="270" y="240"/>
                  </a:lnTo>
                  <a:lnTo>
                    <a:pt x="310" y="248"/>
                  </a:lnTo>
                  <a:lnTo>
                    <a:pt x="351" y="255"/>
                  </a:lnTo>
                  <a:lnTo>
                    <a:pt x="395" y="259"/>
                  </a:lnTo>
                  <a:lnTo>
                    <a:pt x="439" y="260"/>
                  </a:lnTo>
                  <a:lnTo>
                    <a:pt x="439" y="248"/>
                  </a:lnTo>
                  <a:lnTo>
                    <a:pt x="395" y="247"/>
                  </a:lnTo>
                  <a:lnTo>
                    <a:pt x="353" y="244"/>
                  </a:lnTo>
                  <a:lnTo>
                    <a:pt x="312" y="237"/>
                  </a:lnTo>
                  <a:lnTo>
                    <a:pt x="272" y="228"/>
                  </a:lnTo>
                  <a:lnTo>
                    <a:pt x="236" y="218"/>
                  </a:lnTo>
                  <a:lnTo>
                    <a:pt x="200" y="205"/>
                  </a:lnTo>
                  <a:lnTo>
                    <a:pt x="167" y="190"/>
                  </a:lnTo>
                  <a:lnTo>
                    <a:pt x="137" y="173"/>
                  </a:lnTo>
                  <a:lnTo>
                    <a:pt x="109" y="157"/>
                  </a:lnTo>
                  <a:lnTo>
                    <a:pt x="84" y="137"/>
                  </a:lnTo>
                  <a:lnTo>
                    <a:pt x="64" y="116"/>
                  </a:lnTo>
                  <a:lnTo>
                    <a:pt x="45" y="95"/>
                  </a:lnTo>
                  <a:lnTo>
                    <a:pt x="32" y="73"/>
                  </a:lnTo>
                  <a:lnTo>
                    <a:pt x="21" y="48"/>
                  </a:lnTo>
                  <a:lnTo>
                    <a:pt x="14" y="24"/>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3525" name="Freeform 51"/>
            <p:cNvSpPr>
              <a:spLocks/>
            </p:cNvSpPr>
            <p:nvPr/>
          </p:nvSpPr>
          <p:spPr bwMode="auto">
            <a:xfrm>
              <a:off x="1179" y="1588"/>
              <a:ext cx="88" cy="52"/>
            </a:xfrm>
            <a:custGeom>
              <a:avLst/>
              <a:gdLst>
                <a:gd name="T0" fmla="*/ 4 w 439"/>
                <a:gd name="T1" fmla="*/ 0 h 260"/>
                <a:gd name="T2" fmla="*/ 4 w 439"/>
                <a:gd name="T3" fmla="*/ 0 h 260"/>
                <a:gd name="T4" fmla="*/ 3 w 439"/>
                <a:gd name="T5" fmla="*/ 0 h 260"/>
                <a:gd name="T6" fmla="*/ 3 w 439"/>
                <a:gd name="T7" fmla="*/ 0 h 260"/>
                <a:gd name="T8" fmla="*/ 2 w 439"/>
                <a:gd name="T9" fmla="*/ 0 h 260"/>
                <a:gd name="T10" fmla="*/ 2 w 439"/>
                <a:gd name="T11" fmla="*/ 0 h 260"/>
                <a:gd name="T12" fmla="*/ 2 w 439"/>
                <a:gd name="T13" fmla="*/ 0 h 260"/>
                <a:gd name="T14" fmla="*/ 2 w 439"/>
                <a:gd name="T15" fmla="*/ 0 h 260"/>
                <a:gd name="T16" fmla="*/ 1 w 439"/>
                <a:gd name="T17" fmla="*/ 0 h 260"/>
                <a:gd name="T18" fmla="*/ 1 w 439"/>
                <a:gd name="T19" fmla="*/ 1 h 260"/>
                <a:gd name="T20" fmla="*/ 1 w 439"/>
                <a:gd name="T21" fmla="*/ 1 h 260"/>
                <a:gd name="T22" fmla="*/ 1 w 439"/>
                <a:gd name="T23" fmla="*/ 1 h 260"/>
                <a:gd name="T24" fmla="*/ 0 w 439"/>
                <a:gd name="T25" fmla="*/ 1 h 260"/>
                <a:gd name="T26" fmla="*/ 0 w 439"/>
                <a:gd name="T27" fmla="*/ 1 h 260"/>
                <a:gd name="T28" fmla="*/ 0 w 439"/>
                <a:gd name="T29" fmla="*/ 1 h 260"/>
                <a:gd name="T30" fmla="*/ 0 w 439"/>
                <a:gd name="T31" fmla="*/ 2 h 260"/>
                <a:gd name="T32" fmla="*/ 0 w 439"/>
                <a:gd name="T33" fmla="*/ 2 h 260"/>
                <a:gd name="T34" fmla="*/ 0 w 439"/>
                <a:gd name="T35" fmla="*/ 2 h 260"/>
                <a:gd name="T36" fmla="*/ 0 w 439"/>
                <a:gd name="T37" fmla="*/ 2 h 260"/>
                <a:gd name="T38" fmla="*/ 0 w 439"/>
                <a:gd name="T39" fmla="*/ 2 h 260"/>
                <a:gd name="T40" fmla="*/ 0 w 439"/>
                <a:gd name="T41" fmla="*/ 2 h 260"/>
                <a:gd name="T42" fmla="*/ 0 w 439"/>
                <a:gd name="T43" fmla="*/ 1 h 260"/>
                <a:gd name="T44" fmla="*/ 0 w 439"/>
                <a:gd name="T45" fmla="*/ 1 h 260"/>
                <a:gd name="T46" fmla="*/ 1 w 439"/>
                <a:gd name="T47" fmla="*/ 1 h 260"/>
                <a:gd name="T48" fmla="*/ 1 w 439"/>
                <a:gd name="T49" fmla="*/ 1 h 260"/>
                <a:gd name="T50" fmla="*/ 1 w 439"/>
                <a:gd name="T51" fmla="*/ 1 h 260"/>
                <a:gd name="T52" fmla="*/ 1 w 439"/>
                <a:gd name="T53" fmla="*/ 1 h 260"/>
                <a:gd name="T54" fmla="*/ 1 w 439"/>
                <a:gd name="T55" fmla="*/ 1 h 260"/>
                <a:gd name="T56" fmla="*/ 2 w 439"/>
                <a:gd name="T57" fmla="*/ 0 h 260"/>
                <a:gd name="T58" fmla="*/ 2 w 439"/>
                <a:gd name="T59" fmla="*/ 0 h 260"/>
                <a:gd name="T60" fmla="*/ 2 w 439"/>
                <a:gd name="T61" fmla="*/ 0 h 260"/>
                <a:gd name="T62" fmla="*/ 3 w 439"/>
                <a:gd name="T63" fmla="*/ 0 h 260"/>
                <a:gd name="T64" fmla="*/ 3 w 439"/>
                <a:gd name="T65" fmla="*/ 0 h 260"/>
                <a:gd name="T66" fmla="*/ 3 w 439"/>
                <a:gd name="T67" fmla="*/ 0 h 260"/>
                <a:gd name="T68" fmla="*/ 4 w 439"/>
                <a:gd name="T69" fmla="*/ 0 h 260"/>
                <a:gd name="T70" fmla="*/ 4 w 439"/>
                <a:gd name="T71" fmla="*/ 0 h 260"/>
                <a:gd name="T72" fmla="*/ 4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439" y="0"/>
                  </a:moveTo>
                  <a:lnTo>
                    <a:pt x="439" y="0"/>
                  </a:lnTo>
                  <a:lnTo>
                    <a:pt x="395" y="1"/>
                  </a:lnTo>
                  <a:lnTo>
                    <a:pt x="351" y="4"/>
                  </a:lnTo>
                  <a:lnTo>
                    <a:pt x="310" y="11"/>
                  </a:lnTo>
                  <a:lnTo>
                    <a:pt x="270" y="19"/>
                  </a:lnTo>
                  <a:lnTo>
                    <a:pt x="231" y="30"/>
                  </a:lnTo>
                  <a:lnTo>
                    <a:pt x="195" y="43"/>
                  </a:lnTo>
                  <a:lnTo>
                    <a:pt x="162" y="58"/>
                  </a:lnTo>
                  <a:lnTo>
                    <a:pt x="130" y="73"/>
                  </a:lnTo>
                  <a:lnTo>
                    <a:pt x="102" y="93"/>
                  </a:lnTo>
                  <a:lnTo>
                    <a:pt x="76" y="113"/>
                  </a:lnTo>
                  <a:lnTo>
                    <a:pt x="54" y="133"/>
                  </a:lnTo>
                  <a:lnTo>
                    <a:pt x="35" y="157"/>
                  </a:lnTo>
                  <a:lnTo>
                    <a:pt x="20" y="181"/>
                  </a:lnTo>
                  <a:lnTo>
                    <a:pt x="10" y="206"/>
                  </a:lnTo>
                  <a:lnTo>
                    <a:pt x="3" y="233"/>
                  </a:lnTo>
                  <a:lnTo>
                    <a:pt x="0" y="260"/>
                  </a:lnTo>
                  <a:lnTo>
                    <a:pt x="12" y="260"/>
                  </a:lnTo>
                  <a:lnTo>
                    <a:pt x="14" y="235"/>
                  </a:lnTo>
                  <a:lnTo>
                    <a:pt x="21" y="211"/>
                  </a:lnTo>
                  <a:lnTo>
                    <a:pt x="32" y="186"/>
                  </a:lnTo>
                  <a:lnTo>
                    <a:pt x="45" y="164"/>
                  </a:lnTo>
                  <a:lnTo>
                    <a:pt x="64" y="143"/>
                  </a:lnTo>
                  <a:lnTo>
                    <a:pt x="84" y="123"/>
                  </a:lnTo>
                  <a:lnTo>
                    <a:pt x="109" y="103"/>
                  </a:lnTo>
                  <a:lnTo>
                    <a:pt x="137" y="85"/>
                  </a:lnTo>
                  <a:lnTo>
                    <a:pt x="167" y="70"/>
                  </a:lnTo>
                  <a:lnTo>
                    <a:pt x="200" y="55"/>
                  </a:lnTo>
                  <a:lnTo>
                    <a:pt x="236" y="42"/>
                  </a:lnTo>
                  <a:lnTo>
                    <a:pt x="272" y="31"/>
                  </a:lnTo>
                  <a:lnTo>
                    <a:pt x="312" y="23"/>
                  </a:lnTo>
                  <a:lnTo>
                    <a:pt x="353" y="16"/>
                  </a:lnTo>
                  <a:lnTo>
                    <a:pt x="395" y="12"/>
                  </a:lnTo>
                  <a:lnTo>
                    <a:pt x="439" y="11"/>
                  </a:lnTo>
                  <a:lnTo>
                    <a:pt x="439"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3526" name="Freeform 52"/>
            <p:cNvSpPr>
              <a:spLocks/>
            </p:cNvSpPr>
            <p:nvPr/>
          </p:nvSpPr>
          <p:spPr bwMode="auto">
            <a:xfrm>
              <a:off x="964" y="1745"/>
              <a:ext cx="48" cy="85"/>
            </a:xfrm>
            <a:custGeom>
              <a:avLst/>
              <a:gdLst>
                <a:gd name="T0" fmla="*/ 2 w 244"/>
                <a:gd name="T1" fmla="*/ 3 h 426"/>
                <a:gd name="T2" fmla="*/ 2 w 244"/>
                <a:gd name="T3" fmla="*/ 3 h 426"/>
                <a:gd name="T4" fmla="*/ 2 w 244"/>
                <a:gd name="T5" fmla="*/ 3 h 426"/>
                <a:gd name="T6" fmla="*/ 2 w 244"/>
                <a:gd name="T7" fmla="*/ 3 h 426"/>
                <a:gd name="T8" fmla="*/ 2 w 244"/>
                <a:gd name="T9" fmla="*/ 2 h 426"/>
                <a:gd name="T10" fmla="*/ 2 w 244"/>
                <a:gd name="T11" fmla="*/ 2 h 426"/>
                <a:gd name="T12" fmla="*/ 2 w 244"/>
                <a:gd name="T13" fmla="*/ 2 h 426"/>
                <a:gd name="T14" fmla="*/ 2 w 244"/>
                <a:gd name="T15" fmla="*/ 2 h 426"/>
                <a:gd name="T16" fmla="*/ 1 w 244"/>
                <a:gd name="T17" fmla="*/ 1 h 426"/>
                <a:gd name="T18" fmla="*/ 1 w 244"/>
                <a:gd name="T19" fmla="*/ 1 h 426"/>
                <a:gd name="T20" fmla="*/ 1 w 244"/>
                <a:gd name="T21" fmla="*/ 1 h 426"/>
                <a:gd name="T22" fmla="*/ 1 w 244"/>
                <a:gd name="T23" fmla="*/ 1 h 426"/>
                <a:gd name="T24" fmla="*/ 1 w 244"/>
                <a:gd name="T25" fmla="*/ 0 h 426"/>
                <a:gd name="T26" fmla="*/ 1 w 244"/>
                <a:gd name="T27" fmla="*/ 0 h 426"/>
                <a:gd name="T28" fmla="*/ 1 w 244"/>
                <a:gd name="T29" fmla="*/ 0 h 426"/>
                <a:gd name="T30" fmla="*/ 0 w 244"/>
                <a:gd name="T31" fmla="*/ 0 h 426"/>
                <a:gd name="T32" fmla="*/ 0 w 244"/>
                <a:gd name="T33" fmla="*/ 0 h 426"/>
                <a:gd name="T34" fmla="*/ 0 w 244"/>
                <a:gd name="T35" fmla="*/ 0 h 426"/>
                <a:gd name="T36" fmla="*/ 0 w 244"/>
                <a:gd name="T37" fmla="*/ 0 h 426"/>
                <a:gd name="T38" fmla="*/ 0 w 244"/>
                <a:gd name="T39" fmla="*/ 0 h 426"/>
                <a:gd name="T40" fmla="*/ 0 w 244"/>
                <a:gd name="T41" fmla="*/ 0 h 426"/>
                <a:gd name="T42" fmla="*/ 1 w 244"/>
                <a:gd name="T43" fmla="*/ 0 h 426"/>
                <a:gd name="T44" fmla="*/ 1 w 244"/>
                <a:gd name="T45" fmla="*/ 0 h 426"/>
                <a:gd name="T46" fmla="*/ 1 w 244"/>
                <a:gd name="T47" fmla="*/ 0 h 426"/>
                <a:gd name="T48" fmla="*/ 1 w 244"/>
                <a:gd name="T49" fmla="*/ 1 h 426"/>
                <a:gd name="T50" fmla="*/ 1 w 244"/>
                <a:gd name="T51" fmla="*/ 1 h 426"/>
                <a:gd name="T52" fmla="*/ 1 w 244"/>
                <a:gd name="T53" fmla="*/ 1 h 426"/>
                <a:gd name="T54" fmla="*/ 1 w 244"/>
                <a:gd name="T55" fmla="*/ 1 h 426"/>
                <a:gd name="T56" fmla="*/ 1 w 244"/>
                <a:gd name="T57" fmla="*/ 2 h 426"/>
                <a:gd name="T58" fmla="*/ 2 w 244"/>
                <a:gd name="T59" fmla="*/ 2 h 426"/>
                <a:gd name="T60" fmla="*/ 2 w 244"/>
                <a:gd name="T61" fmla="*/ 2 h 426"/>
                <a:gd name="T62" fmla="*/ 2 w 244"/>
                <a:gd name="T63" fmla="*/ 2 h 426"/>
                <a:gd name="T64" fmla="*/ 2 w 244"/>
                <a:gd name="T65" fmla="*/ 3 h 426"/>
                <a:gd name="T66" fmla="*/ 2 w 244"/>
                <a:gd name="T67" fmla="*/ 3 h 426"/>
                <a:gd name="T68" fmla="*/ 2 w 244"/>
                <a:gd name="T69" fmla="*/ 3 h 426"/>
                <a:gd name="T70" fmla="*/ 2 w 244"/>
                <a:gd name="T71" fmla="*/ 3 h 426"/>
                <a:gd name="T72" fmla="*/ 2 w 244"/>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6"/>
                <a:gd name="T113" fmla="*/ 244 w 244"/>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6">
                  <a:moveTo>
                    <a:pt x="244" y="426"/>
                  </a:moveTo>
                  <a:lnTo>
                    <a:pt x="244" y="426"/>
                  </a:lnTo>
                  <a:lnTo>
                    <a:pt x="243" y="383"/>
                  </a:lnTo>
                  <a:lnTo>
                    <a:pt x="240" y="340"/>
                  </a:lnTo>
                  <a:lnTo>
                    <a:pt x="234" y="300"/>
                  </a:lnTo>
                  <a:lnTo>
                    <a:pt x="226" y="262"/>
                  </a:lnTo>
                  <a:lnTo>
                    <a:pt x="215" y="224"/>
                  </a:lnTo>
                  <a:lnTo>
                    <a:pt x="203" y="189"/>
                  </a:lnTo>
                  <a:lnTo>
                    <a:pt x="189" y="157"/>
                  </a:lnTo>
                  <a:lnTo>
                    <a:pt x="174" y="126"/>
                  </a:lnTo>
                  <a:lnTo>
                    <a:pt x="155" y="99"/>
                  </a:lnTo>
                  <a:lnTo>
                    <a:pt x="138" y="74"/>
                  </a:lnTo>
                  <a:lnTo>
                    <a:pt x="118" y="52"/>
                  </a:lnTo>
                  <a:lnTo>
                    <a:pt x="96" y="34"/>
                  </a:lnTo>
                  <a:lnTo>
                    <a:pt x="73" y="19"/>
                  </a:lnTo>
                  <a:lnTo>
                    <a:pt x="50" y="8"/>
                  </a:lnTo>
                  <a:lnTo>
                    <a:pt x="25" y="2"/>
                  </a:lnTo>
                  <a:lnTo>
                    <a:pt x="0" y="0"/>
                  </a:lnTo>
                  <a:lnTo>
                    <a:pt x="0" y="12"/>
                  </a:lnTo>
                  <a:lnTo>
                    <a:pt x="23" y="14"/>
                  </a:lnTo>
                  <a:lnTo>
                    <a:pt x="45" y="20"/>
                  </a:lnTo>
                  <a:lnTo>
                    <a:pt x="66" y="31"/>
                  </a:lnTo>
                  <a:lnTo>
                    <a:pt x="89" y="43"/>
                  </a:lnTo>
                  <a:lnTo>
                    <a:pt x="109" y="61"/>
                  </a:lnTo>
                  <a:lnTo>
                    <a:pt x="129" y="81"/>
                  </a:lnTo>
                  <a:lnTo>
                    <a:pt x="146" y="106"/>
                  </a:lnTo>
                  <a:lnTo>
                    <a:pt x="162" y="133"/>
                  </a:lnTo>
                  <a:lnTo>
                    <a:pt x="178" y="162"/>
                  </a:lnTo>
                  <a:lnTo>
                    <a:pt x="192" y="194"/>
                  </a:lnTo>
                  <a:lnTo>
                    <a:pt x="203" y="229"/>
                  </a:lnTo>
                  <a:lnTo>
                    <a:pt x="214" y="264"/>
                  </a:lnTo>
                  <a:lnTo>
                    <a:pt x="222" y="303"/>
                  </a:lnTo>
                  <a:lnTo>
                    <a:pt x="228" y="342"/>
                  </a:lnTo>
                  <a:lnTo>
                    <a:pt x="232" y="383"/>
                  </a:lnTo>
                  <a:lnTo>
                    <a:pt x="233" y="426"/>
                  </a:lnTo>
                  <a:lnTo>
                    <a:pt x="244"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3527" name="Freeform 53"/>
            <p:cNvSpPr>
              <a:spLocks/>
            </p:cNvSpPr>
            <p:nvPr/>
          </p:nvSpPr>
          <p:spPr bwMode="auto">
            <a:xfrm>
              <a:off x="964" y="1830"/>
              <a:ext cx="48" cy="85"/>
            </a:xfrm>
            <a:custGeom>
              <a:avLst/>
              <a:gdLst>
                <a:gd name="T0" fmla="*/ 0 w 244"/>
                <a:gd name="T1" fmla="*/ 3 h 424"/>
                <a:gd name="T2" fmla="*/ 0 w 244"/>
                <a:gd name="T3" fmla="*/ 3 h 424"/>
                <a:gd name="T4" fmla="*/ 0 w 244"/>
                <a:gd name="T5" fmla="*/ 3 h 424"/>
                <a:gd name="T6" fmla="*/ 0 w 244"/>
                <a:gd name="T7" fmla="*/ 3 h 424"/>
                <a:gd name="T8" fmla="*/ 1 w 244"/>
                <a:gd name="T9" fmla="*/ 3 h 424"/>
                <a:gd name="T10" fmla="*/ 1 w 244"/>
                <a:gd name="T11" fmla="*/ 3 h 424"/>
                <a:gd name="T12" fmla="*/ 1 w 244"/>
                <a:gd name="T13" fmla="*/ 3 h 424"/>
                <a:gd name="T14" fmla="*/ 1 w 244"/>
                <a:gd name="T15" fmla="*/ 3 h 424"/>
                <a:gd name="T16" fmla="*/ 1 w 244"/>
                <a:gd name="T17" fmla="*/ 3 h 424"/>
                <a:gd name="T18" fmla="*/ 1 w 244"/>
                <a:gd name="T19" fmla="*/ 2 h 424"/>
                <a:gd name="T20" fmla="*/ 1 w 244"/>
                <a:gd name="T21" fmla="*/ 2 h 424"/>
                <a:gd name="T22" fmla="*/ 2 w 244"/>
                <a:gd name="T23" fmla="*/ 2 h 424"/>
                <a:gd name="T24" fmla="*/ 2 w 244"/>
                <a:gd name="T25" fmla="*/ 2 h 424"/>
                <a:gd name="T26" fmla="*/ 2 w 244"/>
                <a:gd name="T27" fmla="*/ 1 h 424"/>
                <a:gd name="T28" fmla="*/ 2 w 244"/>
                <a:gd name="T29" fmla="*/ 1 h 424"/>
                <a:gd name="T30" fmla="*/ 2 w 244"/>
                <a:gd name="T31" fmla="*/ 1 h 424"/>
                <a:gd name="T32" fmla="*/ 2 w 244"/>
                <a:gd name="T33" fmla="*/ 0 h 424"/>
                <a:gd name="T34" fmla="*/ 2 w 244"/>
                <a:gd name="T35" fmla="*/ 0 h 424"/>
                <a:gd name="T36" fmla="*/ 2 w 244"/>
                <a:gd name="T37" fmla="*/ 0 h 424"/>
                <a:gd name="T38" fmla="*/ 2 w 244"/>
                <a:gd name="T39" fmla="*/ 0 h 424"/>
                <a:gd name="T40" fmla="*/ 2 w 244"/>
                <a:gd name="T41" fmla="*/ 1 h 424"/>
                <a:gd name="T42" fmla="*/ 2 w 244"/>
                <a:gd name="T43" fmla="*/ 1 h 424"/>
                <a:gd name="T44" fmla="*/ 2 w 244"/>
                <a:gd name="T45" fmla="*/ 1 h 424"/>
                <a:gd name="T46" fmla="*/ 2 w 244"/>
                <a:gd name="T47" fmla="*/ 2 h 424"/>
                <a:gd name="T48" fmla="*/ 1 w 244"/>
                <a:gd name="T49" fmla="*/ 2 h 424"/>
                <a:gd name="T50" fmla="*/ 1 w 244"/>
                <a:gd name="T51" fmla="*/ 2 h 424"/>
                <a:gd name="T52" fmla="*/ 1 w 244"/>
                <a:gd name="T53" fmla="*/ 2 h 424"/>
                <a:gd name="T54" fmla="*/ 1 w 244"/>
                <a:gd name="T55" fmla="*/ 3 h 424"/>
                <a:gd name="T56" fmla="*/ 1 w 244"/>
                <a:gd name="T57" fmla="*/ 3 h 424"/>
                <a:gd name="T58" fmla="*/ 1 w 244"/>
                <a:gd name="T59" fmla="*/ 3 h 424"/>
                <a:gd name="T60" fmla="*/ 1 w 244"/>
                <a:gd name="T61" fmla="*/ 3 h 424"/>
                <a:gd name="T62" fmla="*/ 1 w 244"/>
                <a:gd name="T63" fmla="*/ 3 h 424"/>
                <a:gd name="T64" fmla="*/ 0 w 244"/>
                <a:gd name="T65" fmla="*/ 3 h 424"/>
                <a:gd name="T66" fmla="*/ 0 w 244"/>
                <a:gd name="T67" fmla="*/ 3 h 424"/>
                <a:gd name="T68" fmla="*/ 0 w 244"/>
                <a:gd name="T69" fmla="*/ 3 h 424"/>
                <a:gd name="T70" fmla="*/ 0 w 244"/>
                <a:gd name="T71" fmla="*/ 3 h 424"/>
                <a:gd name="T72" fmla="*/ 0 w 244"/>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4"/>
                <a:gd name="T113" fmla="*/ 244 w 244"/>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4">
                  <a:moveTo>
                    <a:pt x="0" y="424"/>
                  </a:moveTo>
                  <a:lnTo>
                    <a:pt x="0" y="424"/>
                  </a:lnTo>
                  <a:lnTo>
                    <a:pt x="25" y="422"/>
                  </a:lnTo>
                  <a:lnTo>
                    <a:pt x="50" y="416"/>
                  </a:lnTo>
                  <a:lnTo>
                    <a:pt x="73" y="405"/>
                  </a:lnTo>
                  <a:lnTo>
                    <a:pt x="96" y="390"/>
                  </a:lnTo>
                  <a:lnTo>
                    <a:pt x="118" y="373"/>
                  </a:lnTo>
                  <a:lnTo>
                    <a:pt x="138" y="350"/>
                  </a:lnTo>
                  <a:lnTo>
                    <a:pt x="155" y="326"/>
                  </a:lnTo>
                  <a:lnTo>
                    <a:pt x="173" y="299"/>
                  </a:lnTo>
                  <a:lnTo>
                    <a:pt x="189" y="268"/>
                  </a:lnTo>
                  <a:lnTo>
                    <a:pt x="203" y="235"/>
                  </a:lnTo>
                  <a:lnTo>
                    <a:pt x="215" y="201"/>
                  </a:lnTo>
                  <a:lnTo>
                    <a:pt x="226" y="163"/>
                  </a:lnTo>
                  <a:lnTo>
                    <a:pt x="234" y="125"/>
                  </a:lnTo>
                  <a:lnTo>
                    <a:pt x="240" y="85"/>
                  </a:lnTo>
                  <a:lnTo>
                    <a:pt x="243" y="42"/>
                  </a:lnTo>
                  <a:lnTo>
                    <a:pt x="244" y="0"/>
                  </a:lnTo>
                  <a:lnTo>
                    <a:pt x="233" y="0"/>
                  </a:lnTo>
                  <a:lnTo>
                    <a:pt x="232" y="42"/>
                  </a:lnTo>
                  <a:lnTo>
                    <a:pt x="228" y="83"/>
                  </a:lnTo>
                  <a:lnTo>
                    <a:pt x="222" y="123"/>
                  </a:lnTo>
                  <a:lnTo>
                    <a:pt x="214" y="160"/>
                  </a:lnTo>
                  <a:lnTo>
                    <a:pt x="203" y="197"/>
                  </a:lnTo>
                  <a:lnTo>
                    <a:pt x="192" y="231"/>
                  </a:lnTo>
                  <a:lnTo>
                    <a:pt x="178" y="263"/>
                  </a:lnTo>
                  <a:lnTo>
                    <a:pt x="164" y="292"/>
                  </a:lnTo>
                  <a:lnTo>
                    <a:pt x="146" y="319"/>
                  </a:lnTo>
                  <a:lnTo>
                    <a:pt x="129" y="343"/>
                  </a:lnTo>
                  <a:lnTo>
                    <a:pt x="109" y="363"/>
                  </a:lnTo>
                  <a:lnTo>
                    <a:pt x="89" y="381"/>
                  </a:lnTo>
                  <a:lnTo>
                    <a:pt x="66" y="394"/>
                  </a:lnTo>
                  <a:lnTo>
                    <a:pt x="45" y="404"/>
                  </a:lnTo>
                  <a:lnTo>
                    <a:pt x="23" y="410"/>
                  </a:lnTo>
                  <a:lnTo>
                    <a:pt x="0" y="412"/>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3528" name="Freeform 54"/>
            <p:cNvSpPr>
              <a:spLocks/>
            </p:cNvSpPr>
            <p:nvPr/>
          </p:nvSpPr>
          <p:spPr bwMode="auto">
            <a:xfrm>
              <a:off x="915" y="1830"/>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1" y="42"/>
                  </a:lnTo>
                  <a:lnTo>
                    <a:pt x="4" y="85"/>
                  </a:lnTo>
                  <a:lnTo>
                    <a:pt x="10" y="125"/>
                  </a:lnTo>
                  <a:lnTo>
                    <a:pt x="19" y="163"/>
                  </a:lnTo>
                  <a:lnTo>
                    <a:pt x="29" y="201"/>
                  </a:lnTo>
                  <a:lnTo>
                    <a:pt x="41" y="235"/>
                  </a:lnTo>
                  <a:lnTo>
                    <a:pt x="55" y="268"/>
                  </a:lnTo>
                  <a:lnTo>
                    <a:pt x="71" y="299"/>
                  </a:lnTo>
                  <a:lnTo>
                    <a:pt x="89" y="326"/>
                  </a:lnTo>
                  <a:lnTo>
                    <a:pt x="106" y="350"/>
                  </a:lnTo>
                  <a:lnTo>
                    <a:pt x="126" y="373"/>
                  </a:lnTo>
                  <a:lnTo>
                    <a:pt x="149" y="390"/>
                  </a:lnTo>
                  <a:lnTo>
                    <a:pt x="171" y="405"/>
                  </a:lnTo>
                  <a:lnTo>
                    <a:pt x="194" y="416"/>
                  </a:lnTo>
                  <a:lnTo>
                    <a:pt x="219" y="422"/>
                  </a:lnTo>
                  <a:lnTo>
                    <a:pt x="245" y="424"/>
                  </a:lnTo>
                  <a:lnTo>
                    <a:pt x="245" y="412"/>
                  </a:lnTo>
                  <a:lnTo>
                    <a:pt x="221" y="410"/>
                  </a:lnTo>
                  <a:lnTo>
                    <a:pt x="199" y="404"/>
                  </a:lnTo>
                  <a:lnTo>
                    <a:pt x="178" y="394"/>
                  </a:lnTo>
                  <a:lnTo>
                    <a:pt x="156" y="381"/>
                  </a:lnTo>
                  <a:lnTo>
                    <a:pt x="136" y="363"/>
                  </a:lnTo>
                  <a:lnTo>
                    <a:pt x="116" y="343"/>
                  </a:lnTo>
                  <a:lnTo>
                    <a:pt x="98" y="319"/>
                  </a:lnTo>
                  <a:lnTo>
                    <a:pt x="81" y="292"/>
                  </a:lnTo>
                  <a:lnTo>
                    <a:pt x="67" y="263"/>
                  </a:lnTo>
                  <a:lnTo>
                    <a:pt x="52" y="231"/>
                  </a:lnTo>
                  <a:lnTo>
                    <a:pt x="41" y="197"/>
                  </a:lnTo>
                  <a:lnTo>
                    <a:pt x="30" y="160"/>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3529" name="Freeform 55"/>
            <p:cNvSpPr>
              <a:spLocks/>
            </p:cNvSpPr>
            <p:nvPr/>
          </p:nvSpPr>
          <p:spPr bwMode="auto">
            <a:xfrm>
              <a:off x="915" y="1745"/>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0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19" y="2"/>
                  </a:lnTo>
                  <a:lnTo>
                    <a:pt x="194" y="8"/>
                  </a:lnTo>
                  <a:lnTo>
                    <a:pt x="171" y="19"/>
                  </a:lnTo>
                  <a:lnTo>
                    <a:pt x="149" y="34"/>
                  </a:lnTo>
                  <a:lnTo>
                    <a:pt x="126" y="52"/>
                  </a:lnTo>
                  <a:lnTo>
                    <a:pt x="106" y="74"/>
                  </a:lnTo>
                  <a:lnTo>
                    <a:pt x="89" y="99"/>
                  </a:lnTo>
                  <a:lnTo>
                    <a:pt x="70" y="126"/>
                  </a:lnTo>
                  <a:lnTo>
                    <a:pt x="55" y="157"/>
                  </a:lnTo>
                  <a:lnTo>
                    <a:pt x="41" y="189"/>
                  </a:lnTo>
                  <a:lnTo>
                    <a:pt x="29" y="224"/>
                  </a:lnTo>
                  <a:lnTo>
                    <a:pt x="19" y="262"/>
                  </a:lnTo>
                  <a:lnTo>
                    <a:pt x="10" y="300"/>
                  </a:lnTo>
                  <a:lnTo>
                    <a:pt x="4" y="340"/>
                  </a:lnTo>
                  <a:lnTo>
                    <a:pt x="1" y="383"/>
                  </a:lnTo>
                  <a:lnTo>
                    <a:pt x="0" y="426"/>
                  </a:lnTo>
                  <a:lnTo>
                    <a:pt x="11" y="426"/>
                  </a:lnTo>
                  <a:lnTo>
                    <a:pt x="13" y="383"/>
                  </a:lnTo>
                  <a:lnTo>
                    <a:pt x="16" y="342"/>
                  </a:lnTo>
                  <a:lnTo>
                    <a:pt x="22" y="303"/>
                  </a:lnTo>
                  <a:lnTo>
                    <a:pt x="30" y="264"/>
                  </a:lnTo>
                  <a:lnTo>
                    <a:pt x="41" y="229"/>
                  </a:lnTo>
                  <a:lnTo>
                    <a:pt x="52" y="194"/>
                  </a:lnTo>
                  <a:lnTo>
                    <a:pt x="67" y="162"/>
                  </a:lnTo>
                  <a:lnTo>
                    <a:pt x="82" y="133"/>
                  </a:lnTo>
                  <a:lnTo>
                    <a:pt x="98" y="106"/>
                  </a:lnTo>
                  <a:lnTo>
                    <a:pt x="116" y="81"/>
                  </a:lnTo>
                  <a:lnTo>
                    <a:pt x="136" y="61"/>
                  </a:lnTo>
                  <a:lnTo>
                    <a:pt x="156" y="43"/>
                  </a:lnTo>
                  <a:lnTo>
                    <a:pt x="178" y="31"/>
                  </a:lnTo>
                  <a:lnTo>
                    <a:pt x="199" y="20"/>
                  </a:lnTo>
                  <a:lnTo>
                    <a:pt x="221"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3530" name="Freeform 56"/>
            <p:cNvSpPr>
              <a:spLocks/>
            </p:cNvSpPr>
            <p:nvPr/>
          </p:nvSpPr>
          <p:spPr bwMode="auto">
            <a:xfrm>
              <a:off x="1140" y="2087"/>
              <a:ext cx="49" cy="85"/>
            </a:xfrm>
            <a:custGeom>
              <a:avLst/>
              <a:gdLst>
                <a:gd name="T0" fmla="*/ 2 w 246"/>
                <a:gd name="T1" fmla="*/ 3 h 424"/>
                <a:gd name="T2" fmla="*/ 2 w 246"/>
                <a:gd name="T3" fmla="*/ 3 h 424"/>
                <a:gd name="T4" fmla="*/ 2 w 246"/>
                <a:gd name="T5" fmla="*/ 3 h 424"/>
                <a:gd name="T6" fmla="*/ 2 w 246"/>
                <a:gd name="T7" fmla="*/ 3 h 424"/>
                <a:gd name="T8" fmla="*/ 2 w 246"/>
                <a:gd name="T9" fmla="*/ 2 h 424"/>
                <a:gd name="T10" fmla="*/ 2 w 246"/>
                <a:gd name="T11" fmla="*/ 2 h 424"/>
                <a:gd name="T12" fmla="*/ 2 w 246"/>
                <a:gd name="T13" fmla="*/ 2 h 424"/>
                <a:gd name="T14" fmla="*/ 2 w 246"/>
                <a:gd name="T15" fmla="*/ 2 h 424"/>
                <a:gd name="T16" fmla="*/ 2 w 246"/>
                <a:gd name="T17" fmla="*/ 1 h 424"/>
                <a:gd name="T18" fmla="*/ 1 w 246"/>
                <a:gd name="T19" fmla="*/ 1 h 424"/>
                <a:gd name="T20" fmla="*/ 1 w 246"/>
                <a:gd name="T21" fmla="*/ 1 h 424"/>
                <a:gd name="T22" fmla="*/ 1 w 246"/>
                <a:gd name="T23" fmla="*/ 1 h 424"/>
                <a:gd name="T24" fmla="*/ 1 w 246"/>
                <a:gd name="T25" fmla="*/ 0 h 424"/>
                <a:gd name="T26" fmla="*/ 1 w 246"/>
                <a:gd name="T27" fmla="*/ 0 h 424"/>
                <a:gd name="T28" fmla="*/ 1 w 246"/>
                <a:gd name="T29" fmla="*/ 0 h 424"/>
                <a:gd name="T30" fmla="*/ 0 w 246"/>
                <a:gd name="T31" fmla="*/ 0 h 424"/>
                <a:gd name="T32" fmla="*/ 0 w 246"/>
                <a:gd name="T33" fmla="*/ 0 h 424"/>
                <a:gd name="T34" fmla="*/ 0 w 246"/>
                <a:gd name="T35" fmla="*/ 0 h 424"/>
                <a:gd name="T36" fmla="*/ 0 w 246"/>
                <a:gd name="T37" fmla="*/ 0 h 424"/>
                <a:gd name="T38" fmla="*/ 0 w 246"/>
                <a:gd name="T39" fmla="*/ 0 h 424"/>
                <a:gd name="T40" fmla="*/ 0 w 246"/>
                <a:gd name="T41" fmla="*/ 0 h 424"/>
                <a:gd name="T42" fmla="*/ 1 w 246"/>
                <a:gd name="T43" fmla="*/ 0 h 424"/>
                <a:gd name="T44" fmla="*/ 1 w 246"/>
                <a:gd name="T45" fmla="*/ 0 h 424"/>
                <a:gd name="T46" fmla="*/ 1 w 246"/>
                <a:gd name="T47" fmla="*/ 0 h 424"/>
                <a:gd name="T48" fmla="*/ 1 w 246"/>
                <a:gd name="T49" fmla="*/ 1 h 424"/>
                <a:gd name="T50" fmla="*/ 1 w 246"/>
                <a:gd name="T51" fmla="*/ 1 h 424"/>
                <a:gd name="T52" fmla="*/ 1 w 246"/>
                <a:gd name="T53" fmla="*/ 1 h 424"/>
                <a:gd name="T54" fmla="*/ 1 w 246"/>
                <a:gd name="T55" fmla="*/ 1 h 424"/>
                <a:gd name="T56" fmla="*/ 2 w 246"/>
                <a:gd name="T57" fmla="*/ 2 h 424"/>
                <a:gd name="T58" fmla="*/ 2 w 246"/>
                <a:gd name="T59" fmla="*/ 2 h 424"/>
                <a:gd name="T60" fmla="*/ 2 w 246"/>
                <a:gd name="T61" fmla="*/ 2 h 424"/>
                <a:gd name="T62" fmla="*/ 2 w 246"/>
                <a:gd name="T63" fmla="*/ 2 h 424"/>
                <a:gd name="T64" fmla="*/ 2 w 246"/>
                <a:gd name="T65" fmla="*/ 3 h 424"/>
                <a:gd name="T66" fmla="*/ 2 w 246"/>
                <a:gd name="T67" fmla="*/ 3 h 424"/>
                <a:gd name="T68" fmla="*/ 2 w 246"/>
                <a:gd name="T69" fmla="*/ 3 h 424"/>
                <a:gd name="T70" fmla="*/ 2 w 246"/>
                <a:gd name="T71" fmla="*/ 3 h 424"/>
                <a:gd name="T72" fmla="*/ 2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424"/>
                  </a:moveTo>
                  <a:lnTo>
                    <a:pt x="246" y="424"/>
                  </a:lnTo>
                  <a:lnTo>
                    <a:pt x="244" y="382"/>
                  </a:lnTo>
                  <a:lnTo>
                    <a:pt x="241" y="338"/>
                  </a:lnTo>
                  <a:lnTo>
                    <a:pt x="235" y="298"/>
                  </a:lnTo>
                  <a:lnTo>
                    <a:pt x="227" y="261"/>
                  </a:lnTo>
                  <a:lnTo>
                    <a:pt x="216" y="222"/>
                  </a:lnTo>
                  <a:lnTo>
                    <a:pt x="205" y="188"/>
                  </a:lnTo>
                  <a:lnTo>
                    <a:pt x="190" y="155"/>
                  </a:lnTo>
                  <a:lnTo>
                    <a:pt x="174" y="125"/>
                  </a:lnTo>
                  <a:lnTo>
                    <a:pt x="157" y="98"/>
                  </a:lnTo>
                  <a:lnTo>
                    <a:pt x="138" y="73"/>
                  </a:lnTo>
                  <a:lnTo>
                    <a:pt x="118" y="51"/>
                  </a:lnTo>
                  <a:lnTo>
                    <a:pt x="96" y="34"/>
                  </a:lnTo>
                  <a:lnTo>
                    <a:pt x="74" y="18"/>
                  </a:lnTo>
                  <a:lnTo>
                    <a:pt x="50" y="8"/>
                  </a:lnTo>
                  <a:lnTo>
                    <a:pt x="25" y="2"/>
                  </a:lnTo>
                  <a:lnTo>
                    <a:pt x="0" y="0"/>
                  </a:lnTo>
                  <a:lnTo>
                    <a:pt x="0" y="11"/>
                  </a:lnTo>
                  <a:lnTo>
                    <a:pt x="23" y="14"/>
                  </a:lnTo>
                  <a:lnTo>
                    <a:pt x="45" y="19"/>
                  </a:lnTo>
                  <a:lnTo>
                    <a:pt x="67" y="30"/>
                  </a:lnTo>
                  <a:lnTo>
                    <a:pt x="89" y="43"/>
                  </a:lnTo>
                  <a:lnTo>
                    <a:pt x="108" y="60"/>
                  </a:lnTo>
                  <a:lnTo>
                    <a:pt x="128" y="80"/>
                  </a:lnTo>
                  <a:lnTo>
                    <a:pt x="147" y="105"/>
                  </a:lnTo>
                  <a:lnTo>
                    <a:pt x="165" y="132"/>
                  </a:lnTo>
                  <a:lnTo>
                    <a:pt x="179" y="160"/>
                  </a:lnTo>
                  <a:lnTo>
                    <a:pt x="193" y="193"/>
                  </a:lnTo>
                  <a:lnTo>
                    <a:pt x="205" y="227"/>
                  </a:lnTo>
                  <a:lnTo>
                    <a:pt x="215" y="263"/>
                  </a:lnTo>
                  <a:lnTo>
                    <a:pt x="223" y="301"/>
                  </a:lnTo>
                  <a:lnTo>
                    <a:pt x="229" y="341"/>
                  </a:lnTo>
                  <a:lnTo>
                    <a:pt x="233" y="382"/>
                  </a:lnTo>
                  <a:lnTo>
                    <a:pt x="234" y="424"/>
                  </a:lnTo>
                  <a:lnTo>
                    <a:pt x="246"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3531" name="Freeform 57"/>
            <p:cNvSpPr>
              <a:spLocks/>
            </p:cNvSpPr>
            <p:nvPr/>
          </p:nvSpPr>
          <p:spPr bwMode="auto">
            <a:xfrm>
              <a:off x="1140" y="2172"/>
              <a:ext cx="49" cy="85"/>
            </a:xfrm>
            <a:custGeom>
              <a:avLst/>
              <a:gdLst>
                <a:gd name="T0" fmla="*/ 0 w 246"/>
                <a:gd name="T1" fmla="*/ 3 h 426"/>
                <a:gd name="T2" fmla="*/ 0 w 246"/>
                <a:gd name="T3" fmla="*/ 3 h 426"/>
                <a:gd name="T4" fmla="*/ 0 w 246"/>
                <a:gd name="T5" fmla="*/ 3 h 426"/>
                <a:gd name="T6" fmla="*/ 0 w 246"/>
                <a:gd name="T7" fmla="*/ 3 h 426"/>
                <a:gd name="T8" fmla="*/ 1 w 246"/>
                <a:gd name="T9" fmla="*/ 3 h 426"/>
                <a:gd name="T10" fmla="*/ 1 w 246"/>
                <a:gd name="T11" fmla="*/ 3 h 426"/>
                <a:gd name="T12" fmla="*/ 1 w 246"/>
                <a:gd name="T13" fmla="*/ 3 h 426"/>
                <a:gd name="T14" fmla="*/ 1 w 246"/>
                <a:gd name="T15" fmla="*/ 3 h 426"/>
                <a:gd name="T16" fmla="*/ 1 w 246"/>
                <a:gd name="T17" fmla="*/ 3 h 426"/>
                <a:gd name="T18" fmla="*/ 1 w 246"/>
                <a:gd name="T19" fmla="*/ 2 h 426"/>
                <a:gd name="T20" fmla="*/ 2 w 246"/>
                <a:gd name="T21" fmla="*/ 2 h 426"/>
                <a:gd name="T22" fmla="*/ 2 w 246"/>
                <a:gd name="T23" fmla="*/ 2 h 426"/>
                <a:gd name="T24" fmla="*/ 2 w 246"/>
                <a:gd name="T25" fmla="*/ 2 h 426"/>
                <a:gd name="T26" fmla="*/ 2 w 246"/>
                <a:gd name="T27" fmla="*/ 1 h 426"/>
                <a:gd name="T28" fmla="*/ 2 w 246"/>
                <a:gd name="T29" fmla="*/ 1 h 426"/>
                <a:gd name="T30" fmla="*/ 2 w 246"/>
                <a:gd name="T31" fmla="*/ 1 h 426"/>
                <a:gd name="T32" fmla="*/ 2 w 246"/>
                <a:gd name="T33" fmla="*/ 0 h 426"/>
                <a:gd name="T34" fmla="*/ 2 w 246"/>
                <a:gd name="T35" fmla="*/ 0 h 426"/>
                <a:gd name="T36" fmla="*/ 2 w 246"/>
                <a:gd name="T37" fmla="*/ 0 h 426"/>
                <a:gd name="T38" fmla="*/ 2 w 246"/>
                <a:gd name="T39" fmla="*/ 0 h 426"/>
                <a:gd name="T40" fmla="*/ 2 w 246"/>
                <a:gd name="T41" fmla="*/ 1 h 426"/>
                <a:gd name="T42" fmla="*/ 2 w 246"/>
                <a:gd name="T43" fmla="*/ 1 h 426"/>
                <a:gd name="T44" fmla="*/ 2 w 246"/>
                <a:gd name="T45" fmla="*/ 1 h 426"/>
                <a:gd name="T46" fmla="*/ 2 w 246"/>
                <a:gd name="T47" fmla="*/ 2 h 426"/>
                <a:gd name="T48" fmla="*/ 2 w 246"/>
                <a:gd name="T49" fmla="*/ 2 h 426"/>
                <a:gd name="T50" fmla="*/ 1 w 246"/>
                <a:gd name="T51" fmla="*/ 2 h 426"/>
                <a:gd name="T52" fmla="*/ 1 w 246"/>
                <a:gd name="T53" fmla="*/ 2 h 426"/>
                <a:gd name="T54" fmla="*/ 1 w 246"/>
                <a:gd name="T55" fmla="*/ 3 h 426"/>
                <a:gd name="T56" fmla="*/ 1 w 246"/>
                <a:gd name="T57" fmla="*/ 3 h 426"/>
                <a:gd name="T58" fmla="*/ 1 w 246"/>
                <a:gd name="T59" fmla="*/ 3 h 426"/>
                <a:gd name="T60" fmla="*/ 1 w 246"/>
                <a:gd name="T61" fmla="*/ 3 h 426"/>
                <a:gd name="T62" fmla="*/ 1 w 246"/>
                <a:gd name="T63" fmla="*/ 3 h 426"/>
                <a:gd name="T64" fmla="*/ 0 w 246"/>
                <a:gd name="T65" fmla="*/ 3 h 426"/>
                <a:gd name="T66" fmla="*/ 0 w 246"/>
                <a:gd name="T67" fmla="*/ 3 h 426"/>
                <a:gd name="T68" fmla="*/ 0 w 246"/>
                <a:gd name="T69" fmla="*/ 3 h 426"/>
                <a:gd name="T70" fmla="*/ 0 w 246"/>
                <a:gd name="T71" fmla="*/ 3 h 426"/>
                <a:gd name="T72" fmla="*/ 0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426"/>
                  </a:moveTo>
                  <a:lnTo>
                    <a:pt x="0" y="426"/>
                  </a:lnTo>
                  <a:lnTo>
                    <a:pt x="25" y="423"/>
                  </a:lnTo>
                  <a:lnTo>
                    <a:pt x="50" y="417"/>
                  </a:lnTo>
                  <a:lnTo>
                    <a:pt x="74" y="407"/>
                  </a:lnTo>
                  <a:lnTo>
                    <a:pt x="96" y="392"/>
                  </a:lnTo>
                  <a:lnTo>
                    <a:pt x="118" y="373"/>
                  </a:lnTo>
                  <a:lnTo>
                    <a:pt x="138" y="350"/>
                  </a:lnTo>
                  <a:lnTo>
                    <a:pt x="157" y="327"/>
                  </a:lnTo>
                  <a:lnTo>
                    <a:pt x="175" y="299"/>
                  </a:lnTo>
                  <a:lnTo>
                    <a:pt x="190" y="268"/>
                  </a:lnTo>
                  <a:lnTo>
                    <a:pt x="205" y="236"/>
                  </a:lnTo>
                  <a:lnTo>
                    <a:pt x="216" y="202"/>
                  </a:lnTo>
                  <a:lnTo>
                    <a:pt x="227" y="164"/>
                  </a:lnTo>
                  <a:lnTo>
                    <a:pt x="235" y="125"/>
                  </a:lnTo>
                  <a:lnTo>
                    <a:pt x="241" y="86"/>
                  </a:lnTo>
                  <a:lnTo>
                    <a:pt x="244" y="42"/>
                  </a:lnTo>
                  <a:lnTo>
                    <a:pt x="246" y="0"/>
                  </a:lnTo>
                  <a:lnTo>
                    <a:pt x="234" y="0"/>
                  </a:lnTo>
                  <a:lnTo>
                    <a:pt x="233" y="42"/>
                  </a:lnTo>
                  <a:lnTo>
                    <a:pt x="229" y="83"/>
                  </a:lnTo>
                  <a:lnTo>
                    <a:pt x="223" y="123"/>
                  </a:lnTo>
                  <a:lnTo>
                    <a:pt x="215" y="162"/>
                  </a:lnTo>
                  <a:lnTo>
                    <a:pt x="205" y="197"/>
                  </a:lnTo>
                  <a:lnTo>
                    <a:pt x="193" y="231"/>
                  </a:lnTo>
                  <a:lnTo>
                    <a:pt x="179" y="264"/>
                  </a:lnTo>
                  <a:lnTo>
                    <a:pt x="164" y="292"/>
                  </a:lnTo>
                  <a:lnTo>
                    <a:pt x="147" y="320"/>
                  </a:lnTo>
                  <a:lnTo>
                    <a:pt x="128" y="343"/>
                  </a:lnTo>
                  <a:lnTo>
                    <a:pt x="108" y="363"/>
                  </a:lnTo>
                  <a:lnTo>
                    <a:pt x="89" y="382"/>
                  </a:lnTo>
                  <a:lnTo>
                    <a:pt x="67" y="395"/>
                  </a:lnTo>
                  <a:lnTo>
                    <a:pt x="45" y="406"/>
                  </a:lnTo>
                  <a:lnTo>
                    <a:pt x="23" y="411"/>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3532" name="Freeform 58"/>
            <p:cNvSpPr>
              <a:spLocks/>
            </p:cNvSpPr>
            <p:nvPr/>
          </p:nvSpPr>
          <p:spPr bwMode="auto">
            <a:xfrm>
              <a:off x="1091" y="2172"/>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4" y="86"/>
                  </a:lnTo>
                  <a:lnTo>
                    <a:pt x="10" y="125"/>
                  </a:lnTo>
                  <a:lnTo>
                    <a:pt x="18" y="164"/>
                  </a:lnTo>
                  <a:lnTo>
                    <a:pt x="29" y="202"/>
                  </a:lnTo>
                  <a:lnTo>
                    <a:pt x="41" y="236"/>
                  </a:lnTo>
                  <a:lnTo>
                    <a:pt x="55" y="268"/>
                  </a:lnTo>
                  <a:lnTo>
                    <a:pt x="70" y="299"/>
                  </a:lnTo>
                  <a:lnTo>
                    <a:pt x="89" y="327"/>
                  </a:lnTo>
                  <a:lnTo>
                    <a:pt x="106" y="350"/>
                  </a:lnTo>
                  <a:lnTo>
                    <a:pt x="126" y="373"/>
                  </a:lnTo>
                  <a:lnTo>
                    <a:pt x="148" y="392"/>
                  </a:lnTo>
                  <a:lnTo>
                    <a:pt x="171" y="407"/>
                  </a:lnTo>
                  <a:lnTo>
                    <a:pt x="194" y="417"/>
                  </a:lnTo>
                  <a:lnTo>
                    <a:pt x="219" y="423"/>
                  </a:lnTo>
                  <a:lnTo>
                    <a:pt x="245" y="426"/>
                  </a:lnTo>
                  <a:lnTo>
                    <a:pt x="245" y="414"/>
                  </a:lnTo>
                  <a:lnTo>
                    <a:pt x="221" y="411"/>
                  </a:lnTo>
                  <a:lnTo>
                    <a:pt x="199" y="406"/>
                  </a:lnTo>
                  <a:lnTo>
                    <a:pt x="178" y="395"/>
                  </a:lnTo>
                  <a:lnTo>
                    <a:pt x="155" y="382"/>
                  </a:lnTo>
                  <a:lnTo>
                    <a:pt x="136" y="363"/>
                  </a:lnTo>
                  <a:lnTo>
                    <a:pt x="116" y="343"/>
                  </a:lnTo>
                  <a:lnTo>
                    <a:pt x="98" y="320"/>
                  </a:lnTo>
                  <a:lnTo>
                    <a:pt x="82" y="292"/>
                  </a:lnTo>
                  <a:lnTo>
                    <a:pt x="66" y="264"/>
                  </a:lnTo>
                  <a:lnTo>
                    <a:pt x="52" y="231"/>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3533" name="Freeform 59"/>
            <p:cNvSpPr>
              <a:spLocks/>
            </p:cNvSpPr>
            <p:nvPr/>
          </p:nvSpPr>
          <p:spPr bwMode="auto">
            <a:xfrm>
              <a:off x="1091" y="2087"/>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4" y="8"/>
                  </a:lnTo>
                  <a:lnTo>
                    <a:pt x="171" y="18"/>
                  </a:lnTo>
                  <a:lnTo>
                    <a:pt x="148" y="34"/>
                  </a:lnTo>
                  <a:lnTo>
                    <a:pt x="126" y="51"/>
                  </a:lnTo>
                  <a:lnTo>
                    <a:pt x="106" y="73"/>
                  </a:lnTo>
                  <a:lnTo>
                    <a:pt x="89" y="98"/>
                  </a:lnTo>
                  <a:lnTo>
                    <a:pt x="71" y="125"/>
                  </a:lnTo>
                  <a:lnTo>
                    <a:pt x="55" y="155"/>
                  </a:lnTo>
                  <a:lnTo>
                    <a:pt x="41" y="188"/>
                  </a:lnTo>
                  <a:lnTo>
                    <a:pt x="29" y="222"/>
                  </a:lnTo>
                  <a:lnTo>
                    <a:pt x="18" y="261"/>
                  </a:lnTo>
                  <a:lnTo>
                    <a:pt x="10" y="298"/>
                  </a:lnTo>
                  <a:lnTo>
                    <a:pt x="4" y="338"/>
                  </a:lnTo>
                  <a:lnTo>
                    <a:pt x="1" y="382"/>
                  </a:lnTo>
                  <a:lnTo>
                    <a:pt x="0" y="424"/>
                  </a:lnTo>
                  <a:lnTo>
                    <a:pt x="11" y="424"/>
                  </a:lnTo>
                  <a:lnTo>
                    <a:pt x="13" y="382"/>
                  </a:lnTo>
                  <a:lnTo>
                    <a:pt x="16" y="341"/>
                  </a:lnTo>
                  <a:lnTo>
                    <a:pt x="22" y="301"/>
                  </a:lnTo>
                  <a:lnTo>
                    <a:pt x="30" y="263"/>
                  </a:lnTo>
                  <a:lnTo>
                    <a:pt x="41" y="227"/>
                  </a:lnTo>
                  <a:lnTo>
                    <a:pt x="52" y="193"/>
                  </a:lnTo>
                  <a:lnTo>
                    <a:pt x="66" y="160"/>
                  </a:lnTo>
                  <a:lnTo>
                    <a:pt x="80" y="132"/>
                  </a:lnTo>
                  <a:lnTo>
                    <a:pt x="98" y="105"/>
                  </a:lnTo>
                  <a:lnTo>
                    <a:pt x="116" y="80"/>
                  </a:lnTo>
                  <a:lnTo>
                    <a:pt x="136" y="60"/>
                  </a:lnTo>
                  <a:lnTo>
                    <a:pt x="155" y="43"/>
                  </a:lnTo>
                  <a:lnTo>
                    <a:pt x="178" y="30"/>
                  </a:lnTo>
                  <a:lnTo>
                    <a:pt x="199" y="19"/>
                  </a:lnTo>
                  <a:lnTo>
                    <a:pt x="221" y="14"/>
                  </a:lnTo>
                  <a:lnTo>
                    <a:pt x="245" y="11"/>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3534" name="Freeform 60"/>
            <p:cNvSpPr>
              <a:spLocks/>
            </p:cNvSpPr>
            <p:nvPr/>
          </p:nvSpPr>
          <p:spPr bwMode="auto">
            <a:xfrm>
              <a:off x="1392" y="2118"/>
              <a:ext cx="49" cy="85"/>
            </a:xfrm>
            <a:custGeom>
              <a:avLst/>
              <a:gdLst>
                <a:gd name="T0" fmla="*/ 2 w 246"/>
                <a:gd name="T1" fmla="*/ 3 h 426"/>
                <a:gd name="T2" fmla="*/ 2 w 246"/>
                <a:gd name="T3" fmla="*/ 3 h 426"/>
                <a:gd name="T4" fmla="*/ 2 w 246"/>
                <a:gd name="T5" fmla="*/ 3 h 426"/>
                <a:gd name="T6" fmla="*/ 2 w 246"/>
                <a:gd name="T7" fmla="*/ 3 h 426"/>
                <a:gd name="T8" fmla="*/ 2 w 246"/>
                <a:gd name="T9" fmla="*/ 2 h 426"/>
                <a:gd name="T10" fmla="*/ 2 w 246"/>
                <a:gd name="T11" fmla="*/ 2 h 426"/>
                <a:gd name="T12" fmla="*/ 2 w 246"/>
                <a:gd name="T13" fmla="*/ 2 h 426"/>
                <a:gd name="T14" fmla="*/ 2 w 246"/>
                <a:gd name="T15" fmla="*/ 2 h 426"/>
                <a:gd name="T16" fmla="*/ 2 w 246"/>
                <a:gd name="T17" fmla="*/ 1 h 426"/>
                <a:gd name="T18" fmla="*/ 1 w 246"/>
                <a:gd name="T19" fmla="*/ 1 h 426"/>
                <a:gd name="T20" fmla="*/ 1 w 246"/>
                <a:gd name="T21" fmla="*/ 1 h 426"/>
                <a:gd name="T22" fmla="*/ 1 w 246"/>
                <a:gd name="T23" fmla="*/ 1 h 426"/>
                <a:gd name="T24" fmla="*/ 1 w 246"/>
                <a:gd name="T25" fmla="*/ 0 h 426"/>
                <a:gd name="T26" fmla="*/ 1 w 246"/>
                <a:gd name="T27" fmla="*/ 0 h 426"/>
                <a:gd name="T28" fmla="*/ 1 w 246"/>
                <a:gd name="T29" fmla="*/ 0 h 426"/>
                <a:gd name="T30" fmla="*/ 0 w 246"/>
                <a:gd name="T31" fmla="*/ 0 h 426"/>
                <a:gd name="T32" fmla="*/ 0 w 246"/>
                <a:gd name="T33" fmla="*/ 0 h 426"/>
                <a:gd name="T34" fmla="*/ 0 w 246"/>
                <a:gd name="T35" fmla="*/ 0 h 426"/>
                <a:gd name="T36" fmla="*/ 0 w 246"/>
                <a:gd name="T37" fmla="*/ 0 h 426"/>
                <a:gd name="T38" fmla="*/ 0 w 246"/>
                <a:gd name="T39" fmla="*/ 0 h 426"/>
                <a:gd name="T40" fmla="*/ 0 w 246"/>
                <a:gd name="T41" fmla="*/ 0 h 426"/>
                <a:gd name="T42" fmla="*/ 1 w 246"/>
                <a:gd name="T43" fmla="*/ 0 h 426"/>
                <a:gd name="T44" fmla="*/ 1 w 246"/>
                <a:gd name="T45" fmla="*/ 0 h 426"/>
                <a:gd name="T46" fmla="*/ 1 w 246"/>
                <a:gd name="T47" fmla="*/ 1 h 426"/>
                <a:gd name="T48" fmla="*/ 1 w 246"/>
                <a:gd name="T49" fmla="*/ 1 h 426"/>
                <a:gd name="T50" fmla="*/ 1 w 246"/>
                <a:gd name="T51" fmla="*/ 1 h 426"/>
                <a:gd name="T52" fmla="*/ 1 w 246"/>
                <a:gd name="T53" fmla="*/ 1 h 426"/>
                <a:gd name="T54" fmla="*/ 1 w 246"/>
                <a:gd name="T55" fmla="*/ 1 h 426"/>
                <a:gd name="T56" fmla="*/ 2 w 246"/>
                <a:gd name="T57" fmla="*/ 2 h 426"/>
                <a:gd name="T58" fmla="*/ 2 w 246"/>
                <a:gd name="T59" fmla="*/ 2 h 426"/>
                <a:gd name="T60" fmla="*/ 2 w 246"/>
                <a:gd name="T61" fmla="*/ 2 h 426"/>
                <a:gd name="T62" fmla="*/ 2 w 246"/>
                <a:gd name="T63" fmla="*/ 2 h 426"/>
                <a:gd name="T64" fmla="*/ 2 w 246"/>
                <a:gd name="T65" fmla="*/ 3 h 426"/>
                <a:gd name="T66" fmla="*/ 2 w 246"/>
                <a:gd name="T67" fmla="*/ 3 h 426"/>
                <a:gd name="T68" fmla="*/ 2 w 246"/>
                <a:gd name="T69" fmla="*/ 3 h 426"/>
                <a:gd name="T70" fmla="*/ 2 w 246"/>
                <a:gd name="T71" fmla="*/ 3 h 426"/>
                <a:gd name="T72" fmla="*/ 2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246" y="426"/>
                  </a:moveTo>
                  <a:lnTo>
                    <a:pt x="246" y="426"/>
                  </a:lnTo>
                  <a:lnTo>
                    <a:pt x="245" y="384"/>
                  </a:lnTo>
                  <a:lnTo>
                    <a:pt x="242" y="340"/>
                  </a:lnTo>
                  <a:lnTo>
                    <a:pt x="236" y="301"/>
                  </a:lnTo>
                  <a:lnTo>
                    <a:pt x="228" y="262"/>
                  </a:lnTo>
                  <a:lnTo>
                    <a:pt x="217" y="224"/>
                  </a:lnTo>
                  <a:lnTo>
                    <a:pt x="205" y="190"/>
                  </a:lnTo>
                  <a:lnTo>
                    <a:pt x="191" y="158"/>
                  </a:lnTo>
                  <a:lnTo>
                    <a:pt x="176" y="126"/>
                  </a:lnTo>
                  <a:lnTo>
                    <a:pt x="157" y="99"/>
                  </a:lnTo>
                  <a:lnTo>
                    <a:pt x="139" y="75"/>
                  </a:lnTo>
                  <a:lnTo>
                    <a:pt x="119" y="53"/>
                  </a:lnTo>
                  <a:lnTo>
                    <a:pt x="96" y="34"/>
                  </a:lnTo>
                  <a:lnTo>
                    <a:pt x="75" y="19"/>
                  </a:lnTo>
                  <a:lnTo>
                    <a:pt x="51" y="9"/>
                  </a:lnTo>
                  <a:lnTo>
                    <a:pt x="26" y="3"/>
                  </a:lnTo>
                  <a:lnTo>
                    <a:pt x="0" y="0"/>
                  </a:lnTo>
                  <a:lnTo>
                    <a:pt x="0" y="12"/>
                  </a:lnTo>
                  <a:lnTo>
                    <a:pt x="24" y="15"/>
                  </a:lnTo>
                  <a:lnTo>
                    <a:pt x="46" y="20"/>
                  </a:lnTo>
                  <a:lnTo>
                    <a:pt x="68" y="31"/>
                  </a:lnTo>
                  <a:lnTo>
                    <a:pt x="89" y="44"/>
                  </a:lnTo>
                  <a:lnTo>
                    <a:pt x="109" y="63"/>
                  </a:lnTo>
                  <a:lnTo>
                    <a:pt x="129" y="83"/>
                  </a:lnTo>
                  <a:lnTo>
                    <a:pt x="148" y="106"/>
                  </a:lnTo>
                  <a:lnTo>
                    <a:pt x="164" y="133"/>
                  </a:lnTo>
                  <a:lnTo>
                    <a:pt x="180" y="162"/>
                  </a:lnTo>
                  <a:lnTo>
                    <a:pt x="194" y="195"/>
                  </a:lnTo>
                  <a:lnTo>
                    <a:pt x="205" y="229"/>
                  </a:lnTo>
                  <a:lnTo>
                    <a:pt x="216" y="264"/>
                  </a:lnTo>
                  <a:lnTo>
                    <a:pt x="224" y="303"/>
                  </a:lnTo>
                  <a:lnTo>
                    <a:pt x="230" y="343"/>
                  </a:lnTo>
                  <a:lnTo>
                    <a:pt x="233" y="384"/>
                  </a:lnTo>
                  <a:lnTo>
                    <a:pt x="235" y="426"/>
                  </a:lnTo>
                  <a:lnTo>
                    <a:pt x="246"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3535" name="Freeform 61"/>
            <p:cNvSpPr>
              <a:spLocks/>
            </p:cNvSpPr>
            <p:nvPr/>
          </p:nvSpPr>
          <p:spPr bwMode="auto">
            <a:xfrm>
              <a:off x="1392" y="2203"/>
              <a:ext cx="49" cy="85"/>
            </a:xfrm>
            <a:custGeom>
              <a:avLst/>
              <a:gdLst>
                <a:gd name="T0" fmla="*/ 0 w 246"/>
                <a:gd name="T1" fmla="*/ 3 h 424"/>
                <a:gd name="T2" fmla="*/ 0 w 246"/>
                <a:gd name="T3" fmla="*/ 3 h 424"/>
                <a:gd name="T4" fmla="*/ 0 w 246"/>
                <a:gd name="T5" fmla="*/ 3 h 424"/>
                <a:gd name="T6" fmla="*/ 0 w 246"/>
                <a:gd name="T7" fmla="*/ 3 h 424"/>
                <a:gd name="T8" fmla="*/ 1 w 246"/>
                <a:gd name="T9" fmla="*/ 3 h 424"/>
                <a:gd name="T10" fmla="*/ 1 w 246"/>
                <a:gd name="T11" fmla="*/ 3 h 424"/>
                <a:gd name="T12" fmla="*/ 1 w 246"/>
                <a:gd name="T13" fmla="*/ 3 h 424"/>
                <a:gd name="T14" fmla="*/ 1 w 246"/>
                <a:gd name="T15" fmla="*/ 3 h 424"/>
                <a:gd name="T16" fmla="*/ 1 w 246"/>
                <a:gd name="T17" fmla="*/ 3 h 424"/>
                <a:gd name="T18" fmla="*/ 1 w 246"/>
                <a:gd name="T19" fmla="*/ 2 h 424"/>
                <a:gd name="T20" fmla="*/ 2 w 246"/>
                <a:gd name="T21" fmla="*/ 2 h 424"/>
                <a:gd name="T22" fmla="*/ 2 w 246"/>
                <a:gd name="T23" fmla="*/ 2 h 424"/>
                <a:gd name="T24" fmla="*/ 2 w 246"/>
                <a:gd name="T25" fmla="*/ 2 h 424"/>
                <a:gd name="T26" fmla="*/ 2 w 246"/>
                <a:gd name="T27" fmla="*/ 1 h 424"/>
                <a:gd name="T28" fmla="*/ 2 w 246"/>
                <a:gd name="T29" fmla="*/ 1 h 424"/>
                <a:gd name="T30" fmla="*/ 2 w 246"/>
                <a:gd name="T31" fmla="*/ 1 h 424"/>
                <a:gd name="T32" fmla="*/ 2 w 246"/>
                <a:gd name="T33" fmla="*/ 0 h 424"/>
                <a:gd name="T34" fmla="*/ 2 w 246"/>
                <a:gd name="T35" fmla="*/ 0 h 424"/>
                <a:gd name="T36" fmla="*/ 2 w 246"/>
                <a:gd name="T37" fmla="*/ 0 h 424"/>
                <a:gd name="T38" fmla="*/ 2 w 246"/>
                <a:gd name="T39" fmla="*/ 0 h 424"/>
                <a:gd name="T40" fmla="*/ 2 w 246"/>
                <a:gd name="T41" fmla="*/ 1 h 424"/>
                <a:gd name="T42" fmla="*/ 2 w 246"/>
                <a:gd name="T43" fmla="*/ 1 h 424"/>
                <a:gd name="T44" fmla="*/ 2 w 246"/>
                <a:gd name="T45" fmla="*/ 1 h 424"/>
                <a:gd name="T46" fmla="*/ 2 w 246"/>
                <a:gd name="T47" fmla="*/ 2 h 424"/>
                <a:gd name="T48" fmla="*/ 2 w 246"/>
                <a:gd name="T49" fmla="*/ 2 h 424"/>
                <a:gd name="T50" fmla="*/ 1 w 246"/>
                <a:gd name="T51" fmla="*/ 2 h 424"/>
                <a:gd name="T52" fmla="*/ 1 w 246"/>
                <a:gd name="T53" fmla="*/ 2 h 424"/>
                <a:gd name="T54" fmla="*/ 1 w 246"/>
                <a:gd name="T55" fmla="*/ 3 h 424"/>
                <a:gd name="T56" fmla="*/ 1 w 246"/>
                <a:gd name="T57" fmla="*/ 3 h 424"/>
                <a:gd name="T58" fmla="*/ 1 w 246"/>
                <a:gd name="T59" fmla="*/ 3 h 424"/>
                <a:gd name="T60" fmla="*/ 1 w 246"/>
                <a:gd name="T61" fmla="*/ 3 h 424"/>
                <a:gd name="T62" fmla="*/ 1 w 246"/>
                <a:gd name="T63" fmla="*/ 3 h 424"/>
                <a:gd name="T64" fmla="*/ 0 w 246"/>
                <a:gd name="T65" fmla="*/ 3 h 424"/>
                <a:gd name="T66" fmla="*/ 0 w 246"/>
                <a:gd name="T67" fmla="*/ 3 h 424"/>
                <a:gd name="T68" fmla="*/ 0 w 246"/>
                <a:gd name="T69" fmla="*/ 3 h 424"/>
                <a:gd name="T70" fmla="*/ 0 w 246"/>
                <a:gd name="T71" fmla="*/ 3 h 424"/>
                <a:gd name="T72" fmla="*/ 0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0" y="424"/>
                  </a:moveTo>
                  <a:lnTo>
                    <a:pt x="0" y="424"/>
                  </a:lnTo>
                  <a:lnTo>
                    <a:pt x="26" y="422"/>
                  </a:lnTo>
                  <a:lnTo>
                    <a:pt x="51" y="416"/>
                  </a:lnTo>
                  <a:lnTo>
                    <a:pt x="75" y="406"/>
                  </a:lnTo>
                  <a:lnTo>
                    <a:pt x="96" y="390"/>
                  </a:lnTo>
                  <a:lnTo>
                    <a:pt x="119" y="373"/>
                  </a:lnTo>
                  <a:lnTo>
                    <a:pt x="139" y="351"/>
                  </a:lnTo>
                  <a:lnTo>
                    <a:pt x="157" y="326"/>
                  </a:lnTo>
                  <a:lnTo>
                    <a:pt x="175" y="299"/>
                  </a:lnTo>
                  <a:lnTo>
                    <a:pt x="191" y="269"/>
                  </a:lnTo>
                  <a:lnTo>
                    <a:pt x="205" y="236"/>
                  </a:lnTo>
                  <a:lnTo>
                    <a:pt x="217" y="202"/>
                  </a:lnTo>
                  <a:lnTo>
                    <a:pt x="228" y="163"/>
                  </a:lnTo>
                  <a:lnTo>
                    <a:pt x="236" y="125"/>
                  </a:lnTo>
                  <a:lnTo>
                    <a:pt x="242" y="86"/>
                  </a:lnTo>
                  <a:lnTo>
                    <a:pt x="245" y="42"/>
                  </a:lnTo>
                  <a:lnTo>
                    <a:pt x="246" y="0"/>
                  </a:lnTo>
                  <a:lnTo>
                    <a:pt x="235" y="0"/>
                  </a:lnTo>
                  <a:lnTo>
                    <a:pt x="233" y="42"/>
                  </a:lnTo>
                  <a:lnTo>
                    <a:pt x="230" y="83"/>
                  </a:lnTo>
                  <a:lnTo>
                    <a:pt x="224" y="123"/>
                  </a:lnTo>
                  <a:lnTo>
                    <a:pt x="216" y="161"/>
                  </a:lnTo>
                  <a:lnTo>
                    <a:pt x="205" y="197"/>
                  </a:lnTo>
                  <a:lnTo>
                    <a:pt x="194" y="231"/>
                  </a:lnTo>
                  <a:lnTo>
                    <a:pt x="180" y="264"/>
                  </a:lnTo>
                  <a:lnTo>
                    <a:pt x="166" y="292"/>
                  </a:lnTo>
                  <a:lnTo>
                    <a:pt x="148" y="319"/>
                  </a:lnTo>
                  <a:lnTo>
                    <a:pt x="129" y="344"/>
                  </a:lnTo>
                  <a:lnTo>
                    <a:pt x="109" y="364"/>
                  </a:lnTo>
                  <a:lnTo>
                    <a:pt x="89" y="381"/>
                  </a:lnTo>
                  <a:lnTo>
                    <a:pt x="68" y="394"/>
                  </a:lnTo>
                  <a:lnTo>
                    <a:pt x="46" y="405"/>
                  </a:lnTo>
                  <a:lnTo>
                    <a:pt x="24" y="410"/>
                  </a:lnTo>
                  <a:lnTo>
                    <a:pt x="0" y="413"/>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3536" name="Freeform 62"/>
            <p:cNvSpPr>
              <a:spLocks/>
            </p:cNvSpPr>
            <p:nvPr/>
          </p:nvSpPr>
          <p:spPr bwMode="auto">
            <a:xfrm>
              <a:off x="1343" y="2203"/>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2" y="42"/>
                  </a:lnTo>
                  <a:lnTo>
                    <a:pt x="5" y="86"/>
                  </a:lnTo>
                  <a:lnTo>
                    <a:pt x="11" y="125"/>
                  </a:lnTo>
                  <a:lnTo>
                    <a:pt x="19" y="163"/>
                  </a:lnTo>
                  <a:lnTo>
                    <a:pt x="30" y="202"/>
                  </a:lnTo>
                  <a:lnTo>
                    <a:pt x="41" y="236"/>
                  </a:lnTo>
                  <a:lnTo>
                    <a:pt x="56" y="269"/>
                  </a:lnTo>
                  <a:lnTo>
                    <a:pt x="72" y="299"/>
                  </a:lnTo>
                  <a:lnTo>
                    <a:pt x="90" y="326"/>
                  </a:lnTo>
                  <a:lnTo>
                    <a:pt x="108" y="351"/>
                  </a:lnTo>
                  <a:lnTo>
                    <a:pt x="127" y="373"/>
                  </a:lnTo>
                  <a:lnTo>
                    <a:pt x="149" y="390"/>
                  </a:lnTo>
                  <a:lnTo>
                    <a:pt x="172" y="406"/>
                  </a:lnTo>
                  <a:lnTo>
                    <a:pt x="195" y="416"/>
                  </a:lnTo>
                  <a:lnTo>
                    <a:pt x="220" y="422"/>
                  </a:lnTo>
                  <a:lnTo>
                    <a:pt x="245" y="424"/>
                  </a:lnTo>
                  <a:lnTo>
                    <a:pt x="245" y="413"/>
                  </a:lnTo>
                  <a:lnTo>
                    <a:pt x="222" y="410"/>
                  </a:lnTo>
                  <a:lnTo>
                    <a:pt x="200" y="405"/>
                  </a:lnTo>
                  <a:lnTo>
                    <a:pt x="179" y="394"/>
                  </a:lnTo>
                  <a:lnTo>
                    <a:pt x="156" y="381"/>
                  </a:lnTo>
                  <a:lnTo>
                    <a:pt x="136" y="364"/>
                  </a:lnTo>
                  <a:lnTo>
                    <a:pt x="118" y="344"/>
                  </a:lnTo>
                  <a:lnTo>
                    <a:pt x="99" y="319"/>
                  </a:lnTo>
                  <a:lnTo>
                    <a:pt x="81" y="292"/>
                  </a:lnTo>
                  <a:lnTo>
                    <a:pt x="67" y="264"/>
                  </a:lnTo>
                  <a:lnTo>
                    <a:pt x="53" y="231"/>
                  </a:lnTo>
                  <a:lnTo>
                    <a:pt x="41" y="197"/>
                  </a:lnTo>
                  <a:lnTo>
                    <a:pt x="31" y="161"/>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3537" name="Freeform 63"/>
            <p:cNvSpPr>
              <a:spLocks/>
            </p:cNvSpPr>
            <p:nvPr/>
          </p:nvSpPr>
          <p:spPr bwMode="auto">
            <a:xfrm>
              <a:off x="1343" y="2118"/>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1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20" y="3"/>
                  </a:lnTo>
                  <a:lnTo>
                    <a:pt x="195" y="9"/>
                  </a:lnTo>
                  <a:lnTo>
                    <a:pt x="172" y="19"/>
                  </a:lnTo>
                  <a:lnTo>
                    <a:pt x="149" y="34"/>
                  </a:lnTo>
                  <a:lnTo>
                    <a:pt x="127" y="53"/>
                  </a:lnTo>
                  <a:lnTo>
                    <a:pt x="108" y="75"/>
                  </a:lnTo>
                  <a:lnTo>
                    <a:pt x="90" y="99"/>
                  </a:lnTo>
                  <a:lnTo>
                    <a:pt x="71" y="126"/>
                  </a:lnTo>
                  <a:lnTo>
                    <a:pt x="56" y="158"/>
                  </a:lnTo>
                  <a:lnTo>
                    <a:pt x="41" y="190"/>
                  </a:lnTo>
                  <a:lnTo>
                    <a:pt x="30" y="224"/>
                  </a:lnTo>
                  <a:lnTo>
                    <a:pt x="19" y="262"/>
                  </a:lnTo>
                  <a:lnTo>
                    <a:pt x="11" y="301"/>
                  </a:lnTo>
                  <a:lnTo>
                    <a:pt x="5" y="340"/>
                  </a:lnTo>
                  <a:lnTo>
                    <a:pt x="2" y="384"/>
                  </a:lnTo>
                  <a:lnTo>
                    <a:pt x="0" y="426"/>
                  </a:lnTo>
                  <a:lnTo>
                    <a:pt x="12" y="426"/>
                  </a:lnTo>
                  <a:lnTo>
                    <a:pt x="13" y="384"/>
                  </a:lnTo>
                  <a:lnTo>
                    <a:pt x="17" y="343"/>
                  </a:lnTo>
                  <a:lnTo>
                    <a:pt x="23" y="303"/>
                  </a:lnTo>
                  <a:lnTo>
                    <a:pt x="31" y="264"/>
                  </a:lnTo>
                  <a:lnTo>
                    <a:pt x="41" y="229"/>
                  </a:lnTo>
                  <a:lnTo>
                    <a:pt x="53" y="195"/>
                  </a:lnTo>
                  <a:lnTo>
                    <a:pt x="67" y="162"/>
                  </a:lnTo>
                  <a:lnTo>
                    <a:pt x="82" y="133"/>
                  </a:lnTo>
                  <a:lnTo>
                    <a:pt x="99" y="106"/>
                  </a:lnTo>
                  <a:lnTo>
                    <a:pt x="118" y="83"/>
                  </a:lnTo>
                  <a:lnTo>
                    <a:pt x="136" y="63"/>
                  </a:lnTo>
                  <a:lnTo>
                    <a:pt x="156" y="44"/>
                  </a:lnTo>
                  <a:lnTo>
                    <a:pt x="179" y="31"/>
                  </a:lnTo>
                  <a:lnTo>
                    <a:pt x="200" y="20"/>
                  </a:lnTo>
                  <a:lnTo>
                    <a:pt x="222" y="15"/>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3538" name="Freeform 64"/>
            <p:cNvSpPr>
              <a:spLocks/>
            </p:cNvSpPr>
            <p:nvPr/>
          </p:nvSpPr>
          <p:spPr bwMode="auto">
            <a:xfrm>
              <a:off x="1384" y="1859"/>
              <a:ext cx="49" cy="84"/>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1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3" y="382"/>
                  </a:lnTo>
                  <a:lnTo>
                    <a:pt x="240" y="339"/>
                  </a:lnTo>
                  <a:lnTo>
                    <a:pt x="234" y="299"/>
                  </a:lnTo>
                  <a:lnTo>
                    <a:pt x="226" y="261"/>
                  </a:lnTo>
                  <a:lnTo>
                    <a:pt x="215" y="222"/>
                  </a:lnTo>
                  <a:lnTo>
                    <a:pt x="204" y="188"/>
                  </a:lnTo>
                  <a:lnTo>
                    <a:pt x="189" y="156"/>
                  </a:lnTo>
                  <a:lnTo>
                    <a:pt x="173" y="125"/>
                  </a:lnTo>
                  <a:lnTo>
                    <a:pt x="155" y="98"/>
                  </a:lnTo>
                  <a:lnTo>
                    <a:pt x="138" y="74"/>
                  </a:lnTo>
                  <a:lnTo>
                    <a:pt x="118" y="51"/>
                  </a:lnTo>
                  <a:lnTo>
                    <a:pt x="96" y="34"/>
                  </a:lnTo>
                  <a:lnTo>
                    <a:pt x="73" y="18"/>
                  </a:lnTo>
                  <a:lnTo>
                    <a:pt x="50" y="8"/>
                  </a:lnTo>
                  <a:lnTo>
                    <a:pt x="25" y="2"/>
                  </a:lnTo>
                  <a:lnTo>
                    <a:pt x="0" y="0"/>
                  </a:lnTo>
                  <a:lnTo>
                    <a:pt x="0" y="11"/>
                  </a:lnTo>
                  <a:lnTo>
                    <a:pt x="23" y="14"/>
                  </a:lnTo>
                  <a:lnTo>
                    <a:pt x="45" y="20"/>
                  </a:lnTo>
                  <a:lnTo>
                    <a:pt x="66" y="30"/>
                  </a:lnTo>
                  <a:lnTo>
                    <a:pt x="89" y="43"/>
                  </a:lnTo>
                  <a:lnTo>
                    <a:pt x="109" y="61"/>
                  </a:lnTo>
                  <a:lnTo>
                    <a:pt x="129" y="81"/>
                  </a:lnTo>
                  <a:lnTo>
                    <a:pt x="146" y="105"/>
                  </a:lnTo>
                  <a:lnTo>
                    <a:pt x="164" y="132"/>
                  </a:lnTo>
                  <a:lnTo>
                    <a:pt x="178" y="160"/>
                  </a:lnTo>
                  <a:lnTo>
                    <a:pt x="192" y="193"/>
                  </a:lnTo>
                  <a:lnTo>
                    <a:pt x="204" y="227"/>
                  </a:lnTo>
                  <a:lnTo>
                    <a:pt x="214" y="264"/>
                  </a:lnTo>
                  <a:lnTo>
                    <a:pt x="222" y="301"/>
                  </a:lnTo>
                  <a:lnTo>
                    <a:pt x="228"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3539" name="Freeform 65"/>
            <p:cNvSpPr>
              <a:spLocks/>
            </p:cNvSpPr>
            <p:nvPr/>
          </p:nvSpPr>
          <p:spPr bwMode="auto">
            <a:xfrm>
              <a:off x="1384" y="1943"/>
              <a:ext cx="49" cy="86"/>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5" y="423"/>
                  </a:lnTo>
                  <a:lnTo>
                    <a:pt x="50" y="418"/>
                  </a:lnTo>
                  <a:lnTo>
                    <a:pt x="73" y="407"/>
                  </a:lnTo>
                  <a:lnTo>
                    <a:pt x="96" y="392"/>
                  </a:lnTo>
                  <a:lnTo>
                    <a:pt x="118" y="374"/>
                  </a:lnTo>
                  <a:lnTo>
                    <a:pt x="138" y="352"/>
                  </a:lnTo>
                  <a:lnTo>
                    <a:pt x="155" y="327"/>
                  </a:lnTo>
                  <a:lnTo>
                    <a:pt x="174" y="300"/>
                  </a:lnTo>
                  <a:lnTo>
                    <a:pt x="189" y="269"/>
                  </a:lnTo>
                  <a:lnTo>
                    <a:pt x="204" y="237"/>
                  </a:lnTo>
                  <a:lnTo>
                    <a:pt x="215" y="202"/>
                  </a:lnTo>
                  <a:lnTo>
                    <a:pt x="226" y="164"/>
                  </a:lnTo>
                  <a:lnTo>
                    <a:pt x="234" y="126"/>
                  </a:lnTo>
                  <a:lnTo>
                    <a:pt x="240" y="86"/>
                  </a:lnTo>
                  <a:lnTo>
                    <a:pt x="243" y="42"/>
                  </a:lnTo>
                  <a:lnTo>
                    <a:pt x="245" y="0"/>
                  </a:lnTo>
                  <a:lnTo>
                    <a:pt x="233" y="0"/>
                  </a:lnTo>
                  <a:lnTo>
                    <a:pt x="232" y="42"/>
                  </a:lnTo>
                  <a:lnTo>
                    <a:pt x="228" y="83"/>
                  </a:lnTo>
                  <a:lnTo>
                    <a:pt x="222" y="123"/>
                  </a:lnTo>
                  <a:lnTo>
                    <a:pt x="214" y="162"/>
                  </a:lnTo>
                  <a:lnTo>
                    <a:pt x="204" y="197"/>
                  </a:lnTo>
                  <a:lnTo>
                    <a:pt x="192" y="232"/>
                  </a:lnTo>
                  <a:lnTo>
                    <a:pt x="178" y="264"/>
                  </a:lnTo>
                  <a:lnTo>
                    <a:pt x="163" y="293"/>
                  </a:lnTo>
                  <a:lnTo>
                    <a:pt x="146" y="320"/>
                  </a:lnTo>
                  <a:lnTo>
                    <a:pt x="129" y="345"/>
                  </a:lnTo>
                  <a:lnTo>
                    <a:pt x="109" y="365"/>
                  </a:lnTo>
                  <a:lnTo>
                    <a:pt x="89" y="382"/>
                  </a:lnTo>
                  <a:lnTo>
                    <a:pt x="66" y="395"/>
                  </a:lnTo>
                  <a:lnTo>
                    <a:pt x="45" y="406"/>
                  </a:lnTo>
                  <a:lnTo>
                    <a:pt x="23"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3540" name="Freeform 66"/>
            <p:cNvSpPr>
              <a:spLocks/>
            </p:cNvSpPr>
            <p:nvPr/>
          </p:nvSpPr>
          <p:spPr bwMode="auto">
            <a:xfrm>
              <a:off x="1335" y="1943"/>
              <a:ext cx="49" cy="86"/>
            </a:xfrm>
            <a:custGeom>
              <a:avLst/>
              <a:gdLst>
                <a:gd name="T0" fmla="*/ 0 w 246"/>
                <a:gd name="T1" fmla="*/ 0 h 426"/>
                <a:gd name="T2" fmla="*/ 0 w 246"/>
                <a:gd name="T3" fmla="*/ 0 h 426"/>
                <a:gd name="T4" fmla="*/ 0 w 246"/>
                <a:gd name="T5" fmla="*/ 0 h 426"/>
                <a:gd name="T6" fmla="*/ 0 w 246"/>
                <a:gd name="T7" fmla="*/ 1 h 426"/>
                <a:gd name="T8" fmla="*/ 0 w 246"/>
                <a:gd name="T9" fmla="*/ 1 h 426"/>
                <a:gd name="T10" fmla="*/ 0 w 246"/>
                <a:gd name="T11" fmla="*/ 1 h 426"/>
                <a:gd name="T12" fmla="*/ 0 w 246"/>
                <a:gd name="T13" fmla="*/ 2 h 426"/>
                <a:gd name="T14" fmla="*/ 0 w 246"/>
                <a:gd name="T15" fmla="*/ 2 h 426"/>
                <a:gd name="T16" fmla="*/ 0 w 246"/>
                <a:gd name="T17" fmla="*/ 2 h 426"/>
                <a:gd name="T18" fmla="*/ 1 w 246"/>
                <a:gd name="T19" fmla="*/ 2 h 426"/>
                <a:gd name="T20" fmla="*/ 1 w 246"/>
                <a:gd name="T21" fmla="*/ 3 h 426"/>
                <a:gd name="T22" fmla="*/ 1 w 246"/>
                <a:gd name="T23" fmla="*/ 3 h 426"/>
                <a:gd name="T24" fmla="*/ 1 w 246"/>
                <a:gd name="T25" fmla="*/ 3 h 426"/>
                <a:gd name="T26" fmla="*/ 1 w 246"/>
                <a:gd name="T27" fmla="*/ 3 h 426"/>
                <a:gd name="T28" fmla="*/ 1 w 246"/>
                <a:gd name="T29" fmla="*/ 3 h 426"/>
                <a:gd name="T30" fmla="*/ 2 w 246"/>
                <a:gd name="T31" fmla="*/ 3 h 426"/>
                <a:gd name="T32" fmla="*/ 2 w 246"/>
                <a:gd name="T33" fmla="*/ 3 h 426"/>
                <a:gd name="T34" fmla="*/ 2 w 246"/>
                <a:gd name="T35" fmla="*/ 3 h 426"/>
                <a:gd name="T36" fmla="*/ 2 w 246"/>
                <a:gd name="T37" fmla="*/ 3 h 426"/>
                <a:gd name="T38" fmla="*/ 2 w 246"/>
                <a:gd name="T39" fmla="*/ 3 h 426"/>
                <a:gd name="T40" fmla="*/ 2 w 246"/>
                <a:gd name="T41" fmla="*/ 3 h 426"/>
                <a:gd name="T42" fmla="*/ 1 w 246"/>
                <a:gd name="T43" fmla="*/ 3 h 426"/>
                <a:gd name="T44" fmla="*/ 1 w 246"/>
                <a:gd name="T45" fmla="*/ 3 h 426"/>
                <a:gd name="T46" fmla="*/ 1 w 246"/>
                <a:gd name="T47" fmla="*/ 3 h 426"/>
                <a:gd name="T48" fmla="*/ 1 w 246"/>
                <a:gd name="T49" fmla="*/ 3 h 426"/>
                <a:gd name="T50" fmla="*/ 1 w 246"/>
                <a:gd name="T51" fmla="*/ 3 h 426"/>
                <a:gd name="T52" fmla="*/ 1 w 246"/>
                <a:gd name="T53" fmla="*/ 2 h 426"/>
                <a:gd name="T54" fmla="*/ 1 w 246"/>
                <a:gd name="T55" fmla="*/ 2 h 426"/>
                <a:gd name="T56" fmla="*/ 0 w 246"/>
                <a:gd name="T57" fmla="*/ 2 h 426"/>
                <a:gd name="T58" fmla="*/ 0 w 246"/>
                <a:gd name="T59" fmla="*/ 2 h 426"/>
                <a:gd name="T60" fmla="*/ 0 w 246"/>
                <a:gd name="T61" fmla="*/ 1 h 426"/>
                <a:gd name="T62" fmla="*/ 0 w 246"/>
                <a:gd name="T63" fmla="*/ 1 h 426"/>
                <a:gd name="T64" fmla="*/ 0 w 246"/>
                <a:gd name="T65" fmla="*/ 1 h 426"/>
                <a:gd name="T66" fmla="*/ 0 w 246"/>
                <a:gd name="T67" fmla="*/ 0 h 426"/>
                <a:gd name="T68" fmla="*/ 0 w 246"/>
                <a:gd name="T69" fmla="*/ 0 h 426"/>
                <a:gd name="T70" fmla="*/ 0 w 246"/>
                <a:gd name="T71" fmla="*/ 0 h 426"/>
                <a:gd name="T72" fmla="*/ 0 w 246"/>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0"/>
                  </a:moveTo>
                  <a:lnTo>
                    <a:pt x="0" y="0"/>
                  </a:lnTo>
                  <a:lnTo>
                    <a:pt x="1" y="42"/>
                  </a:lnTo>
                  <a:lnTo>
                    <a:pt x="4" y="86"/>
                  </a:lnTo>
                  <a:lnTo>
                    <a:pt x="10" y="126"/>
                  </a:lnTo>
                  <a:lnTo>
                    <a:pt x="18" y="164"/>
                  </a:lnTo>
                  <a:lnTo>
                    <a:pt x="29" y="202"/>
                  </a:lnTo>
                  <a:lnTo>
                    <a:pt x="41" y="237"/>
                  </a:lnTo>
                  <a:lnTo>
                    <a:pt x="55" y="269"/>
                  </a:lnTo>
                  <a:lnTo>
                    <a:pt x="71" y="300"/>
                  </a:lnTo>
                  <a:lnTo>
                    <a:pt x="89" y="327"/>
                  </a:lnTo>
                  <a:lnTo>
                    <a:pt x="107" y="352"/>
                  </a:lnTo>
                  <a:lnTo>
                    <a:pt x="127" y="374"/>
                  </a:lnTo>
                  <a:lnTo>
                    <a:pt x="150" y="392"/>
                  </a:lnTo>
                  <a:lnTo>
                    <a:pt x="171" y="407"/>
                  </a:lnTo>
                  <a:lnTo>
                    <a:pt x="195" y="418"/>
                  </a:lnTo>
                  <a:lnTo>
                    <a:pt x="220" y="423"/>
                  </a:lnTo>
                  <a:lnTo>
                    <a:pt x="246" y="426"/>
                  </a:lnTo>
                  <a:lnTo>
                    <a:pt x="246" y="414"/>
                  </a:lnTo>
                  <a:lnTo>
                    <a:pt x="222" y="412"/>
                  </a:lnTo>
                  <a:lnTo>
                    <a:pt x="200" y="406"/>
                  </a:lnTo>
                  <a:lnTo>
                    <a:pt x="178" y="395"/>
                  </a:lnTo>
                  <a:lnTo>
                    <a:pt x="157" y="382"/>
                  </a:lnTo>
                  <a:lnTo>
                    <a:pt x="137" y="365"/>
                  </a:lnTo>
                  <a:lnTo>
                    <a:pt x="117" y="345"/>
                  </a:lnTo>
                  <a:lnTo>
                    <a:pt x="98" y="320"/>
                  </a:lnTo>
                  <a:lnTo>
                    <a:pt x="83" y="293"/>
                  </a:lnTo>
                  <a:lnTo>
                    <a:pt x="66" y="264"/>
                  </a:lnTo>
                  <a:lnTo>
                    <a:pt x="52" y="232"/>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3541" name="Freeform 67"/>
            <p:cNvSpPr>
              <a:spLocks/>
            </p:cNvSpPr>
            <p:nvPr/>
          </p:nvSpPr>
          <p:spPr bwMode="auto">
            <a:xfrm>
              <a:off x="1335" y="1859"/>
              <a:ext cx="49" cy="84"/>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1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0" y="2"/>
                  </a:lnTo>
                  <a:lnTo>
                    <a:pt x="195" y="8"/>
                  </a:lnTo>
                  <a:lnTo>
                    <a:pt x="171" y="18"/>
                  </a:lnTo>
                  <a:lnTo>
                    <a:pt x="150" y="34"/>
                  </a:lnTo>
                  <a:lnTo>
                    <a:pt x="127" y="51"/>
                  </a:lnTo>
                  <a:lnTo>
                    <a:pt x="107" y="74"/>
                  </a:lnTo>
                  <a:lnTo>
                    <a:pt x="89" y="98"/>
                  </a:lnTo>
                  <a:lnTo>
                    <a:pt x="72" y="125"/>
                  </a:lnTo>
                  <a:lnTo>
                    <a:pt x="55" y="156"/>
                  </a:lnTo>
                  <a:lnTo>
                    <a:pt x="41" y="188"/>
                  </a:lnTo>
                  <a:lnTo>
                    <a:pt x="29" y="222"/>
                  </a:lnTo>
                  <a:lnTo>
                    <a:pt x="18" y="261"/>
                  </a:lnTo>
                  <a:lnTo>
                    <a:pt x="10" y="299"/>
                  </a:lnTo>
                  <a:lnTo>
                    <a:pt x="4" y="339"/>
                  </a:lnTo>
                  <a:lnTo>
                    <a:pt x="1" y="382"/>
                  </a:lnTo>
                  <a:lnTo>
                    <a:pt x="0" y="424"/>
                  </a:lnTo>
                  <a:lnTo>
                    <a:pt x="11" y="424"/>
                  </a:lnTo>
                  <a:lnTo>
                    <a:pt x="13" y="382"/>
                  </a:lnTo>
                  <a:lnTo>
                    <a:pt x="16" y="341"/>
                  </a:lnTo>
                  <a:lnTo>
                    <a:pt x="22" y="301"/>
                  </a:lnTo>
                  <a:lnTo>
                    <a:pt x="30" y="264"/>
                  </a:lnTo>
                  <a:lnTo>
                    <a:pt x="41" y="227"/>
                  </a:lnTo>
                  <a:lnTo>
                    <a:pt x="52" y="193"/>
                  </a:lnTo>
                  <a:lnTo>
                    <a:pt x="66" y="160"/>
                  </a:lnTo>
                  <a:lnTo>
                    <a:pt x="82" y="132"/>
                  </a:lnTo>
                  <a:lnTo>
                    <a:pt x="98" y="105"/>
                  </a:lnTo>
                  <a:lnTo>
                    <a:pt x="117" y="81"/>
                  </a:lnTo>
                  <a:lnTo>
                    <a:pt x="137" y="61"/>
                  </a:lnTo>
                  <a:lnTo>
                    <a:pt x="157" y="43"/>
                  </a:lnTo>
                  <a:lnTo>
                    <a:pt x="178" y="30"/>
                  </a:lnTo>
                  <a:lnTo>
                    <a:pt x="200" y="20"/>
                  </a:lnTo>
                  <a:lnTo>
                    <a:pt x="222" y="14"/>
                  </a:lnTo>
                  <a:lnTo>
                    <a:pt x="246" y="11"/>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3542" name="Freeform 68"/>
            <p:cNvSpPr>
              <a:spLocks/>
            </p:cNvSpPr>
            <p:nvPr/>
          </p:nvSpPr>
          <p:spPr bwMode="auto">
            <a:xfrm>
              <a:off x="1552" y="1751"/>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1" y="339"/>
                  </a:lnTo>
                  <a:lnTo>
                    <a:pt x="235" y="299"/>
                  </a:lnTo>
                  <a:lnTo>
                    <a:pt x="226" y="261"/>
                  </a:lnTo>
                  <a:lnTo>
                    <a:pt x="216" y="223"/>
                  </a:lnTo>
                  <a:lnTo>
                    <a:pt x="204" y="189"/>
                  </a:lnTo>
                  <a:lnTo>
                    <a:pt x="190" y="156"/>
                  </a:lnTo>
                  <a:lnTo>
                    <a:pt x="174" y="125"/>
                  </a:lnTo>
                  <a:lnTo>
                    <a:pt x="156" y="98"/>
                  </a:lnTo>
                  <a:lnTo>
                    <a:pt x="137" y="74"/>
                  </a:lnTo>
                  <a:lnTo>
                    <a:pt x="119" y="52"/>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8" y="81"/>
                  </a:lnTo>
                  <a:lnTo>
                    <a:pt x="147" y="105"/>
                  </a:lnTo>
                  <a:lnTo>
                    <a:pt x="164" y="132"/>
                  </a:lnTo>
                  <a:lnTo>
                    <a:pt x="178" y="161"/>
                  </a:lnTo>
                  <a:lnTo>
                    <a:pt x="193" y="193"/>
                  </a:lnTo>
                  <a:lnTo>
                    <a:pt x="204" y="227"/>
                  </a:lnTo>
                  <a:lnTo>
                    <a:pt x="215" y="264"/>
                  </a:lnTo>
                  <a:lnTo>
                    <a:pt x="223" y="301"/>
                  </a:lnTo>
                  <a:lnTo>
                    <a:pt x="229" y="341"/>
                  </a:lnTo>
                  <a:lnTo>
                    <a:pt x="232" y="382"/>
                  </a:lnTo>
                  <a:lnTo>
                    <a:pt x="234"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3543" name="Freeform 69"/>
            <p:cNvSpPr>
              <a:spLocks/>
            </p:cNvSpPr>
            <p:nvPr/>
          </p:nvSpPr>
          <p:spPr bwMode="auto">
            <a:xfrm>
              <a:off x="1552" y="1836"/>
              <a:ext cx="49" cy="85"/>
            </a:xfrm>
            <a:custGeom>
              <a:avLst/>
              <a:gdLst>
                <a:gd name="T0" fmla="*/ 0 w 245"/>
                <a:gd name="T1" fmla="*/ 3 h 425"/>
                <a:gd name="T2" fmla="*/ 0 w 245"/>
                <a:gd name="T3" fmla="*/ 3 h 425"/>
                <a:gd name="T4" fmla="*/ 0 w 245"/>
                <a:gd name="T5" fmla="*/ 3 h 425"/>
                <a:gd name="T6" fmla="*/ 0 w 245"/>
                <a:gd name="T7" fmla="*/ 3 h 425"/>
                <a:gd name="T8" fmla="*/ 1 w 245"/>
                <a:gd name="T9" fmla="*/ 3 h 425"/>
                <a:gd name="T10" fmla="*/ 1 w 245"/>
                <a:gd name="T11" fmla="*/ 3 h 425"/>
                <a:gd name="T12" fmla="*/ 1 w 245"/>
                <a:gd name="T13" fmla="*/ 3 h 425"/>
                <a:gd name="T14" fmla="*/ 1 w 245"/>
                <a:gd name="T15" fmla="*/ 3 h 425"/>
                <a:gd name="T16" fmla="*/ 1 w 245"/>
                <a:gd name="T17" fmla="*/ 3 h 425"/>
                <a:gd name="T18" fmla="*/ 1 w 245"/>
                <a:gd name="T19" fmla="*/ 2 h 425"/>
                <a:gd name="T20" fmla="*/ 2 w 245"/>
                <a:gd name="T21" fmla="*/ 2 h 425"/>
                <a:gd name="T22" fmla="*/ 2 w 245"/>
                <a:gd name="T23" fmla="*/ 2 h 425"/>
                <a:gd name="T24" fmla="*/ 2 w 245"/>
                <a:gd name="T25" fmla="*/ 2 h 425"/>
                <a:gd name="T26" fmla="*/ 2 w 245"/>
                <a:gd name="T27" fmla="*/ 1 h 425"/>
                <a:gd name="T28" fmla="*/ 2 w 245"/>
                <a:gd name="T29" fmla="*/ 1 h 425"/>
                <a:gd name="T30" fmla="*/ 2 w 245"/>
                <a:gd name="T31" fmla="*/ 1 h 425"/>
                <a:gd name="T32" fmla="*/ 2 w 245"/>
                <a:gd name="T33" fmla="*/ 0 h 425"/>
                <a:gd name="T34" fmla="*/ 2 w 245"/>
                <a:gd name="T35" fmla="*/ 0 h 425"/>
                <a:gd name="T36" fmla="*/ 2 w 245"/>
                <a:gd name="T37" fmla="*/ 0 h 425"/>
                <a:gd name="T38" fmla="*/ 2 w 245"/>
                <a:gd name="T39" fmla="*/ 0 h 425"/>
                <a:gd name="T40" fmla="*/ 2 w 245"/>
                <a:gd name="T41" fmla="*/ 1 h 425"/>
                <a:gd name="T42" fmla="*/ 2 w 245"/>
                <a:gd name="T43" fmla="*/ 1 h 425"/>
                <a:gd name="T44" fmla="*/ 2 w 245"/>
                <a:gd name="T45" fmla="*/ 1 h 425"/>
                <a:gd name="T46" fmla="*/ 2 w 245"/>
                <a:gd name="T47" fmla="*/ 2 h 425"/>
                <a:gd name="T48" fmla="*/ 2 w 245"/>
                <a:gd name="T49" fmla="*/ 2 h 425"/>
                <a:gd name="T50" fmla="*/ 1 w 245"/>
                <a:gd name="T51" fmla="*/ 2 h 425"/>
                <a:gd name="T52" fmla="*/ 1 w 245"/>
                <a:gd name="T53" fmla="*/ 2 h 425"/>
                <a:gd name="T54" fmla="*/ 1 w 245"/>
                <a:gd name="T55" fmla="*/ 3 h 425"/>
                <a:gd name="T56" fmla="*/ 1 w 245"/>
                <a:gd name="T57" fmla="*/ 3 h 425"/>
                <a:gd name="T58" fmla="*/ 1 w 245"/>
                <a:gd name="T59" fmla="*/ 3 h 425"/>
                <a:gd name="T60" fmla="*/ 1 w 245"/>
                <a:gd name="T61" fmla="*/ 3 h 425"/>
                <a:gd name="T62" fmla="*/ 1 w 245"/>
                <a:gd name="T63" fmla="*/ 3 h 425"/>
                <a:gd name="T64" fmla="*/ 0 w 245"/>
                <a:gd name="T65" fmla="*/ 3 h 425"/>
                <a:gd name="T66" fmla="*/ 0 w 245"/>
                <a:gd name="T67" fmla="*/ 3 h 425"/>
                <a:gd name="T68" fmla="*/ 0 w 245"/>
                <a:gd name="T69" fmla="*/ 3 h 425"/>
                <a:gd name="T70" fmla="*/ 0 w 245"/>
                <a:gd name="T71" fmla="*/ 3 h 425"/>
                <a:gd name="T72" fmla="*/ 0 w 245"/>
                <a:gd name="T73" fmla="*/ 3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5"/>
                <a:gd name="T113" fmla="*/ 245 w 245"/>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5">
                  <a:moveTo>
                    <a:pt x="0" y="425"/>
                  </a:moveTo>
                  <a:lnTo>
                    <a:pt x="0" y="425"/>
                  </a:lnTo>
                  <a:lnTo>
                    <a:pt x="26" y="422"/>
                  </a:lnTo>
                  <a:lnTo>
                    <a:pt x="51" y="417"/>
                  </a:lnTo>
                  <a:lnTo>
                    <a:pt x="74" y="406"/>
                  </a:lnTo>
                  <a:lnTo>
                    <a:pt x="96" y="391"/>
                  </a:lnTo>
                  <a:lnTo>
                    <a:pt x="119" y="373"/>
                  </a:lnTo>
                  <a:lnTo>
                    <a:pt x="137" y="351"/>
                  </a:lnTo>
                  <a:lnTo>
                    <a:pt x="156" y="326"/>
                  </a:lnTo>
                  <a:lnTo>
                    <a:pt x="174" y="299"/>
                  </a:lnTo>
                  <a:lnTo>
                    <a:pt x="190" y="269"/>
                  </a:lnTo>
                  <a:lnTo>
                    <a:pt x="204" y="236"/>
                  </a:lnTo>
                  <a:lnTo>
                    <a:pt x="216" y="202"/>
                  </a:lnTo>
                  <a:lnTo>
                    <a:pt x="226" y="163"/>
                  </a:lnTo>
                  <a:lnTo>
                    <a:pt x="235" y="126"/>
                  </a:lnTo>
                  <a:lnTo>
                    <a:pt x="241" y="86"/>
                  </a:lnTo>
                  <a:lnTo>
                    <a:pt x="244" y="43"/>
                  </a:lnTo>
                  <a:lnTo>
                    <a:pt x="245" y="0"/>
                  </a:lnTo>
                  <a:lnTo>
                    <a:pt x="234" y="0"/>
                  </a:lnTo>
                  <a:lnTo>
                    <a:pt x="232" y="43"/>
                  </a:lnTo>
                  <a:lnTo>
                    <a:pt x="229" y="84"/>
                  </a:lnTo>
                  <a:lnTo>
                    <a:pt x="223" y="123"/>
                  </a:lnTo>
                  <a:lnTo>
                    <a:pt x="215" y="161"/>
                  </a:lnTo>
                  <a:lnTo>
                    <a:pt x="204" y="197"/>
                  </a:lnTo>
                  <a:lnTo>
                    <a:pt x="193" y="231"/>
                  </a:lnTo>
                  <a:lnTo>
                    <a:pt x="178" y="264"/>
                  </a:lnTo>
                  <a:lnTo>
                    <a:pt x="164" y="292"/>
                  </a:lnTo>
                  <a:lnTo>
                    <a:pt x="147" y="319"/>
                  </a:lnTo>
                  <a:lnTo>
                    <a:pt x="128" y="344"/>
                  </a:lnTo>
                  <a:lnTo>
                    <a:pt x="109" y="364"/>
                  </a:lnTo>
                  <a:lnTo>
                    <a:pt x="89" y="381"/>
                  </a:lnTo>
                  <a:lnTo>
                    <a:pt x="67" y="394"/>
                  </a:lnTo>
                  <a:lnTo>
                    <a:pt x="46" y="405"/>
                  </a:lnTo>
                  <a:lnTo>
                    <a:pt x="24" y="411"/>
                  </a:lnTo>
                  <a:lnTo>
                    <a:pt x="0" y="413"/>
                  </a:lnTo>
                  <a:lnTo>
                    <a:pt x="0" y="425"/>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3544" name="Freeform 70"/>
            <p:cNvSpPr>
              <a:spLocks/>
            </p:cNvSpPr>
            <p:nvPr/>
          </p:nvSpPr>
          <p:spPr bwMode="auto">
            <a:xfrm>
              <a:off x="1502" y="1836"/>
              <a:ext cx="50" cy="85"/>
            </a:xfrm>
            <a:custGeom>
              <a:avLst/>
              <a:gdLst>
                <a:gd name="T0" fmla="*/ 0 w 246"/>
                <a:gd name="T1" fmla="*/ 0 h 425"/>
                <a:gd name="T2" fmla="*/ 0 w 246"/>
                <a:gd name="T3" fmla="*/ 0 h 425"/>
                <a:gd name="T4" fmla="*/ 0 w 246"/>
                <a:gd name="T5" fmla="*/ 0 h 425"/>
                <a:gd name="T6" fmla="*/ 0 w 246"/>
                <a:gd name="T7" fmla="*/ 1 h 425"/>
                <a:gd name="T8" fmla="*/ 0 w 246"/>
                <a:gd name="T9" fmla="*/ 1 h 425"/>
                <a:gd name="T10" fmla="*/ 0 w 246"/>
                <a:gd name="T11" fmla="*/ 1 h 425"/>
                <a:gd name="T12" fmla="*/ 0 w 246"/>
                <a:gd name="T13" fmla="*/ 2 h 425"/>
                <a:gd name="T14" fmla="*/ 0 w 246"/>
                <a:gd name="T15" fmla="*/ 2 h 425"/>
                <a:gd name="T16" fmla="*/ 0 w 246"/>
                <a:gd name="T17" fmla="*/ 2 h 425"/>
                <a:gd name="T18" fmla="*/ 1 w 246"/>
                <a:gd name="T19" fmla="*/ 2 h 425"/>
                <a:gd name="T20" fmla="*/ 1 w 246"/>
                <a:gd name="T21" fmla="*/ 3 h 425"/>
                <a:gd name="T22" fmla="*/ 1 w 246"/>
                <a:gd name="T23" fmla="*/ 3 h 425"/>
                <a:gd name="T24" fmla="*/ 1 w 246"/>
                <a:gd name="T25" fmla="*/ 3 h 425"/>
                <a:gd name="T26" fmla="*/ 1 w 246"/>
                <a:gd name="T27" fmla="*/ 3 h 425"/>
                <a:gd name="T28" fmla="*/ 1 w 246"/>
                <a:gd name="T29" fmla="*/ 3 h 425"/>
                <a:gd name="T30" fmla="*/ 2 w 246"/>
                <a:gd name="T31" fmla="*/ 3 h 425"/>
                <a:gd name="T32" fmla="*/ 2 w 246"/>
                <a:gd name="T33" fmla="*/ 3 h 425"/>
                <a:gd name="T34" fmla="*/ 2 w 246"/>
                <a:gd name="T35" fmla="*/ 3 h 425"/>
                <a:gd name="T36" fmla="*/ 2 w 246"/>
                <a:gd name="T37" fmla="*/ 3 h 425"/>
                <a:gd name="T38" fmla="*/ 2 w 246"/>
                <a:gd name="T39" fmla="*/ 3 h 425"/>
                <a:gd name="T40" fmla="*/ 2 w 246"/>
                <a:gd name="T41" fmla="*/ 3 h 425"/>
                <a:gd name="T42" fmla="*/ 1 w 246"/>
                <a:gd name="T43" fmla="*/ 3 h 425"/>
                <a:gd name="T44" fmla="*/ 1 w 246"/>
                <a:gd name="T45" fmla="*/ 3 h 425"/>
                <a:gd name="T46" fmla="*/ 1 w 246"/>
                <a:gd name="T47" fmla="*/ 3 h 425"/>
                <a:gd name="T48" fmla="*/ 1 w 246"/>
                <a:gd name="T49" fmla="*/ 3 h 425"/>
                <a:gd name="T50" fmla="*/ 1 w 246"/>
                <a:gd name="T51" fmla="*/ 3 h 425"/>
                <a:gd name="T52" fmla="*/ 1 w 246"/>
                <a:gd name="T53" fmla="*/ 2 h 425"/>
                <a:gd name="T54" fmla="*/ 1 w 246"/>
                <a:gd name="T55" fmla="*/ 2 h 425"/>
                <a:gd name="T56" fmla="*/ 0 w 246"/>
                <a:gd name="T57" fmla="*/ 2 h 425"/>
                <a:gd name="T58" fmla="*/ 0 w 246"/>
                <a:gd name="T59" fmla="*/ 2 h 425"/>
                <a:gd name="T60" fmla="*/ 0 w 246"/>
                <a:gd name="T61" fmla="*/ 1 h 425"/>
                <a:gd name="T62" fmla="*/ 0 w 246"/>
                <a:gd name="T63" fmla="*/ 1 h 425"/>
                <a:gd name="T64" fmla="*/ 0 w 246"/>
                <a:gd name="T65" fmla="*/ 1 h 425"/>
                <a:gd name="T66" fmla="*/ 0 w 246"/>
                <a:gd name="T67" fmla="*/ 0 h 425"/>
                <a:gd name="T68" fmla="*/ 0 w 246"/>
                <a:gd name="T69" fmla="*/ 0 h 425"/>
                <a:gd name="T70" fmla="*/ 0 w 246"/>
                <a:gd name="T71" fmla="*/ 0 h 425"/>
                <a:gd name="T72" fmla="*/ 0 w 246"/>
                <a:gd name="T73" fmla="*/ 0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5"/>
                <a:gd name="T113" fmla="*/ 246 w 246"/>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5">
                  <a:moveTo>
                    <a:pt x="0" y="0"/>
                  </a:moveTo>
                  <a:lnTo>
                    <a:pt x="0" y="0"/>
                  </a:lnTo>
                  <a:lnTo>
                    <a:pt x="2" y="43"/>
                  </a:lnTo>
                  <a:lnTo>
                    <a:pt x="5" y="86"/>
                  </a:lnTo>
                  <a:lnTo>
                    <a:pt x="11" y="126"/>
                  </a:lnTo>
                  <a:lnTo>
                    <a:pt x="19" y="163"/>
                  </a:lnTo>
                  <a:lnTo>
                    <a:pt x="30" y="202"/>
                  </a:lnTo>
                  <a:lnTo>
                    <a:pt x="41" y="236"/>
                  </a:lnTo>
                  <a:lnTo>
                    <a:pt x="55" y="269"/>
                  </a:lnTo>
                  <a:lnTo>
                    <a:pt x="73" y="299"/>
                  </a:lnTo>
                  <a:lnTo>
                    <a:pt x="89" y="326"/>
                  </a:lnTo>
                  <a:lnTo>
                    <a:pt x="108" y="351"/>
                  </a:lnTo>
                  <a:lnTo>
                    <a:pt x="128" y="373"/>
                  </a:lnTo>
                  <a:lnTo>
                    <a:pt x="150" y="391"/>
                  </a:lnTo>
                  <a:lnTo>
                    <a:pt x="171" y="406"/>
                  </a:lnTo>
                  <a:lnTo>
                    <a:pt x="196" y="417"/>
                  </a:lnTo>
                  <a:lnTo>
                    <a:pt x="221" y="422"/>
                  </a:lnTo>
                  <a:lnTo>
                    <a:pt x="246" y="425"/>
                  </a:lnTo>
                  <a:lnTo>
                    <a:pt x="246" y="413"/>
                  </a:lnTo>
                  <a:lnTo>
                    <a:pt x="223" y="411"/>
                  </a:lnTo>
                  <a:lnTo>
                    <a:pt x="201" y="405"/>
                  </a:lnTo>
                  <a:lnTo>
                    <a:pt x="178" y="394"/>
                  </a:lnTo>
                  <a:lnTo>
                    <a:pt x="157" y="381"/>
                  </a:lnTo>
                  <a:lnTo>
                    <a:pt x="137" y="364"/>
                  </a:lnTo>
                  <a:lnTo>
                    <a:pt x="117" y="344"/>
                  </a:lnTo>
                  <a:lnTo>
                    <a:pt x="99" y="319"/>
                  </a:lnTo>
                  <a:lnTo>
                    <a:pt x="82" y="292"/>
                  </a:lnTo>
                  <a:lnTo>
                    <a:pt x="67" y="264"/>
                  </a:lnTo>
                  <a:lnTo>
                    <a:pt x="53" y="231"/>
                  </a:lnTo>
                  <a:lnTo>
                    <a:pt x="41" y="197"/>
                  </a:lnTo>
                  <a:lnTo>
                    <a:pt x="31" y="161"/>
                  </a:lnTo>
                  <a:lnTo>
                    <a:pt x="23" y="123"/>
                  </a:lnTo>
                  <a:lnTo>
                    <a:pt x="17" y="84"/>
                  </a:lnTo>
                  <a:lnTo>
                    <a:pt x="13" y="4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3545" name="Freeform 71"/>
            <p:cNvSpPr>
              <a:spLocks/>
            </p:cNvSpPr>
            <p:nvPr/>
          </p:nvSpPr>
          <p:spPr bwMode="auto">
            <a:xfrm>
              <a:off x="1502" y="1751"/>
              <a:ext cx="50" cy="85"/>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2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1" y="2"/>
                  </a:lnTo>
                  <a:lnTo>
                    <a:pt x="196" y="8"/>
                  </a:lnTo>
                  <a:lnTo>
                    <a:pt x="171" y="19"/>
                  </a:lnTo>
                  <a:lnTo>
                    <a:pt x="150" y="34"/>
                  </a:lnTo>
                  <a:lnTo>
                    <a:pt x="128" y="52"/>
                  </a:lnTo>
                  <a:lnTo>
                    <a:pt x="108" y="74"/>
                  </a:lnTo>
                  <a:lnTo>
                    <a:pt x="89" y="98"/>
                  </a:lnTo>
                  <a:lnTo>
                    <a:pt x="73" y="125"/>
                  </a:lnTo>
                  <a:lnTo>
                    <a:pt x="55" y="156"/>
                  </a:lnTo>
                  <a:lnTo>
                    <a:pt x="41" y="189"/>
                  </a:lnTo>
                  <a:lnTo>
                    <a:pt x="30" y="223"/>
                  </a:lnTo>
                  <a:lnTo>
                    <a:pt x="19" y="261"/>
                  </a:lnTo>
                  <a:lnTo>
                    <a:pt x="11" y="299"/>
                  </a:lnTo>
                  <a:lnTo>
                    <a:pt x="5" y="339"/>
                  </a:lnTo>
                  <a:lnTo>
                    <a:pt x="2" y="382"/>
                  </a:lnTo>
                  <a:lnTo>
                    <a:pt x="0" y="424"/>
                  </a:lnTo>
                  <a:lnTo>
                    <a:pt x="12" y="424"/>
                  </a:lnTo>
                  <a:lnTo>
                    <a:pt x="13" y="382"/>
                  </a:lnTo>
                  <a:lnTo>
                    <a:pt x="17" y="341"/>
                  </a:lnTo>
                  <a:lnTo>
                    <a:pt x="23" y="301"/>
                  </a:lnTo>
                  <a:lnTo>
                    <a:pt x="31" y="264"/>
                  </a:lnTo>
                  <a:lnTo>
                    <a:pt x="41" y="227"/>
                  </a:lnTo>
                  <a:lnTo>
                    <a:pt x="53" y="193"/>
                  </a:lnTo>
                  <a:lnTo>
                    <a:pt x="67" y="161"/>
                  </a:lnTo>
                  <a:lnTo>
                    <a:pt x="82" y="132"/>
                  </a:lnTo>
                  <a:lnTo>
                    <a:pt x="99" y="105"/>
                  </a:lnTo>
                  <a:lnTo>
                    <a:pt x="117" y="81"/>
                  </a:lnTo>
                  <a:lnTo>
                    <a:pt x="137" y="61"/>
                  </a:lnTo>
                  <a:lnTo>
                    <a:pt x="157" y="43"/>
                  </a:lnTo>
                  <a:lnTo>
                    <a:pt x="178" y="30"/>
                  </a:lnTo>
                  <a:lnTo>
                    <a:pt x="201" y="20"/>
                  </a:lnTo>
                  <a:lnTo>
                    <a:pt x="223" y="14"/>
                  </a:lnTo>
                  <a:lnTo>
                    <a:pt x="246" y="12"/>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3546" name="Freeform 72"/>
            <p:cNvSpPr>
              <a:spLocks/>
            </p:cNvSpPr>
            <p:nvPr/>
          </p:nvSpPr>
          <p:spPr bwMode="auto">
            <a:xfrm>
              <a:off x="1565" y="2016"/>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0" y="339"/>
                  </a:lnTo>
                  <a:lnTo>
                    <a:pt x="234" y="299"/>
                  </a:lnTo>
                  <a:lnTo>
                    <a:pt x="226" y="261"/>
                  </a:lnTo>
                  <a:lnTo>
                    <a:pt x="216" y="223"/>
                  </a:lnTo>
                  <a:lnTo>
                    <a:pt x="204" y="189"/>
                  </a:lnTo>
                  <a:lnTo>
                    <a:pt x="190" y="156"/>
                  </a:lnTo>
                  <a:lnTo>
                    <a:pt x="174" y="125"/>
                  </a:lnTo>
                  <a:lnTo>
                    <a:pt x="156" y="98"/>
                  </a:lnTo>
                  <a:lnTo>
                    <a:pt x="138" y="74"/>
                  </a:lnTo>
                  <a:lnTo>
                    <a:pt x="118" y="51"/>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9" y="81"/>
                  </a:lnTo>
                  <a:lnTo>
                    <a:pt x="147" y="105"/>
                  </a:lnTo>
                  <a:lnTo>
                    <a:pt x="164" y="132"/>
                  </a:lnTo>
                  <a:lnTo>
                    <a:pt x="178" y="160"/>
                  </a:lnTo>
                  <a:lnTo>
                    <a:pt x="192" y="193"/>
                  </a:lnTo>
                  <a:lnTo>
                    <a:pt x="204" y="227"/>
                  </a:lnTo>
                  <a:lnTo>
                    <a:pt x="215" y="264"/>
                  </a:lnTo>
                  <a:lnTo>
                    <a:pt x="223" y="301"/>
                  </a:lnTo>
                  <a:lnTo>
                    <a:pt x="229"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3547" name="Freeform 73"/>
            <p:cNvSpPr>
              <a:spLocks/>
            </p:cNvSpPr>
            <p:nvPr/>
          </p:nvSpPr>
          <p:spPr bwMode="auto">
            <a:xfrm>
              <a:off x="1565" y="2101"/>
              <a:ext cx="49" cy="85"/>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6" y="423"/>
                  </a:lnTo>
                  <a:lnTo>
                    <a:pt x="51" y="418"/>
                  </a:lnTo>
                  <a:lnTo>
                    <a:pt x="74" y="407"/>
                  </a:lnTo>
                  <a:lnTo>
                    <a:pt x="96" y="392"/>
                  </a:lnTo>
                  <a:lnTo>
                    <a:pt x="118" y="373"/>
                  </a:lnTo>
                  <a:lnTo>
                    <a:pt x="138" y="351"/>
                  </a:lnTo>
                  <a:lnTo>
                    <a:pt x="156" y="327"/>
                  </a:lnTo>
                  <a:lnTo>
                    <a:pt x="175" y="299"/>
                  </a:lnTo>
                  <a:lnTo>
                    <a:pt x="190" y="269"/>
                  </a:lnTo>
                  <a:lnTo>
                    <a:pt x="204" y="236"/>
                  </a:lnTo>
                  <a:lnTo>
                    <a:pt x="216" y="202"/>
                  </a:lnTo>
                  <a:lnTo>
                    <a:pt x="226" y="164"/>
                  </a:lnTo>
                  <a:lnTo>
                    <a:pt x="234" y="126"/>
                  </a:lnTo>
                  <a:lnTo>
                    <a:pt x="240" y="86"/>
                  </a:lnTo>
                  <a:lnTo>
                    <a:pt x="244" y="42"/>
                  </a:lnTo>
                  <a:lnTo>
                    <a:pt x="245" y="0"/>
                  </a:lnTo>
                  <a:lnTo>
                    <a:pt x="233" y="0"/>
                  </a:lnTo>
                  <a:lnTo>
                    <a:pt x="232" y="42"/>
                  </a:lnTo>
                  <a:lnTo>
                    <a:pt x="229" y="83"/>
                  </a:lnTo>
                  <a:lnTo>
                    <a:pt x="223" y="123"/>
                  </a:lnTo>
                  <a:lnTo>
                    <a:pt x="215" y="162"/>
                  </a:lnTo>
                  <a:lnTo>
                    <a:pt x="204" y="197"/>
                  </a:lnTo>
                  <a:lnTo>
                    <a:pt x="192" y="231"/>
                  </a:lnTo>
                  <a:lnTo>
                    <a:pt x="178" y="264"/>
                  </a:lnTo>
                  <a:lnTo>
                    <a:pt x="163" y="292"/>
                  </a:lnTo>
                  <a:lnTo>
                    <a:pt x="147" y="320"/>
                  </a:lnTo>
                  <a:lnTo>
                    <a:pt x="129" y="344"/>
                  </a:lnTo>
                  <a:lnTo>
                    <a:pt x="109" y="364"/>
                  </a:lnTo>
                  <a:lnTo>
                    <a:pt x="89" y="382"/>
                  </a:lnTo>
                  <a:lnTo>
                    <a:pt x="67" y="395"/>
                  </a:lnTo>
                  <a:lnTo>
                    <a:pt x="46" y="406"/>
                  </a:lnTo>
                  <a:lnTo>
                    <a:pt x="24"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3548" name="Freeform 74"/>
            <p:cNvSpPr>
              <a:spLocks/>
            </p:cNvSpPr>
            <p:nvPr/>
          </p:nvSpPr>
          <p:spPr bwMode="auto">
            <a:xfrm>
              <a:off x="1516" y="2101"/>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5" y="86"/>
                  </a:lnTo>
                  <a:lnTo>
                    <a:pt x="11" y="126"/>
                  </a:lnTo>
                  <a:lnTo>
                    <a:pt x="19" y="164"/>
                  </a:lnTo>
                  <a:lnTo>
                    <a:pt x="30" y="202"/>
                  </a:lnTo>
                  <a:lnTo>
                    <a:pt x="41" y="236"/>
                  </a:lnTo>
                  <a:lnTo>
                    <a:pt x="55" y="269"/>
                  </a:lnTo>
                  <a:lnTo>
                    <a:pt x="71" y="299"/>
                  </a:lnTo>
                  <a:lnTo>
                    <a:pt x="89" y="327"/>
                  </a:lnTo>
                  <a:lnTo>
                    <a:pt x="107" y="351"/>
                  </a:lnTo>
                  <a:lnTo>
                    <a:pt x="127" y="373"/>
                  </a:lnTo>
                  <a:lnTo>
                    <a:pt x="149" y="392"/>
                  </a:lnTo>
                  <a:lnTo>
                    <a:pt x="171" y="407"/>
                  </a:lnTo>
                  <a:lnTo>
                    <a:pt x="195" y="418"/>
                  </a:lnTo>
                  <a:lnTo>
                    <a:pt x="219" y="423"/>
                  </a:lnTo>
                  <a:lnTo>
                    <a:pt x="245" y="426"/>
                  </a:lnTo>
                  <a:lnTo>
                    <a:pt x="245" y="414"/>
                  </a:lnTo>
                  <a:lnTo>
                    <a:pt x="222" y="412"/>
                  </a:lnTo>
                  <a:lnTo>
                    <a:pt x="199" y="406"/>
                  </a:lnTo>
                  <a:lnTo>
                    <a:pt x="178" y="395"/>
                  </a:lnTo>
                  <a:lnTo>
                    <a:pt x="156" y="382"/>
                  </a:lnTo>
                  <a:lnTo>
                    <a:pt x="136" y="364"/>
                  </a:lnTo>
                  <a:lnTo>
                    <a:pt x="116" y="344"/>
                  </a:lnTo>
                  <a:lnTo>
                    <a:pt x="99" y="320"/>
                  </a:lnTo>
                  <a:lnTo>
                    <a:pt x="82" y="292"/>
                  </a:lnTo>
                  <a:lnTo>
                    <a:pt x="67" y="264"/>
                  </a:lnTo>
                  <a:lnTo>
                    <a:pt x="53" y="231"/>
                  </a:lnTo>
                  <a:lnTo>
                    <a:pt x="41" y="197"/>
                  </a:lnTo>
                  <a:lnTo>
                    <a:pt x="31" y="162"/>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3549" name="Freeform 75"/>
            <p:cNvSpPr>
              <a:spLocks/>
            </p:cNvSpPr>
            <p:nvPr/>
          </p:nvSpPr>
          <p:spPr bwMode="auto">
            <a:xfrm>
              <a:off x="1516" y="2016"/>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5" y="8"/>
                  </a:lnTo>
                  <a:lnTo>
                    <a:pt x="171" y="19"/>
                  </a:lnTo>
                  <a:lnTo>
                    <a:pt x="149" y="34"/>
                  </a:lnTo>
                  <a:lnTo>
                    <a:pt x="127" y="51"/>
                  </a:lnTo>
                  <a:lnTo>
                    <a:pt x="107" y="74"/>
                  </a:lnTo>
                  <a:lnTo>
                    <a:pt x="89" y="98"/>
                  </a:lnTo>
                  <a:lnTo>
                    <a:pt x="72" y="125"/>
                  </a:lnTo>
                  <a:lnTo>
                    <a:pt x="55" y="156"/>
                  </a:lnTo>
                  <a:lnTo>
                    <a:pt x="41" y="189"/>
                  </a:lnTo>
                  <a:lnTo>
                    <a:pt x="30" y="223"/>
                  </a:lnTo>
                  <a:lnTo>
                    <a:pt x="19" y="261"/>
                  </a:lnTo>
                  <a:lnTo>
                    <a:pt x="11" y="299"/>
                  </a:lnTo>
                  <a:lnTo>
                    <a:pt x="5" y="339"/>
                  </a:lnTo>
                  <a:lnTo>
                    <a:pt x="1" y="382"/>
                  </a:lnTo>
                  <a:lnTo>
                    <a:pt x="0" y="424"/>
                  </a:lnTo>
                  <a:lnTo>
                    <a:pt x="12" y="424"/>
                  </a:lnTo>
                  <a:lnTo>
                    <a:pt x="13" y="382"/>
                  </a:lnTo>
                  <a:lnTo>
                    <a:pt x="17" y="341"/>
                  </a:lnTo>
                  <a:lnTo>
                    <a:pt x="23" y="301"/>
                  </a:lnTo>
                  <a:lnTo>
                    <a:pt x="31" y="264"/>
                  </a:lnTo>
                  <a:lnTo>
                    <a:pt x="41" y="227"/>
                  </a:lnTo>
                  <a:lnTo>
                    <a:pt x="53" y="193"/>
                  </a:lnTo>
                  <a:lnTo>
                    <a:pt x="67" y="160"/>
                  </a:lnTo>
                  <a:lnTo>
                    <a:pt x="81" y="132"/>
                  </a:lnTo>
                  <a:lnTo>
                    <a:pt x="99" y="105"/>
                  </a:lnTo>
                  <a:lnTo>
                    <a:pt x="116" y="81"/>
                  </a:lnTo>
                  <a:lnTo>
                    <a:pt x="136" y="61"/>
                  </a:lnTo>
                  <a:lnTo>
                    <a:pt x="156" y="43"/>
                  </a:lnTo>
                  <a:lnTo>
                    <a:pt x="178" y="30"/>
                  </a:lnTo>
                  <a:lnTo>
                    <a:pt x="199" y="20"/>
                  </a:lnTo>
                  <a:lnTo>
                    <a:pt x="222"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sp>
        <p:nvSpPr>
          <p:cNvPr id="63496" name="Rectangle 77"/>
          <p:cNvSpPr>
            <a:spLocks noChangeArrowheads="1"/>
          </p:cNvSpPr>
          <p:nvPr/>
        </p:nvSpPr>
        <p:spPr bwMode="auto">
          <a:xfrm>
            <a:off x="611188" y="0"/>
            <a:ext cx="6388100" cy="6477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3000"/>
              <a:t>Sem. 1 - Mardi</a:t>
            </a:r>
          </a:p>
        </p:txBody>
      </p:sp>
      <p:sp>
        <p:nvSpPr>
          <p:cNvPr id="63497" name="Text Box 78"/>
          <p:cNvSpPr txBox="1">
            <a:spLocks noChangeArrowheads="1"/>
          </p:cNvSpPr>
          <p:nvPr/>
        </p:nvSpPr>
        <p:spPr bwMode="auto">
          <a:xfrm>
            <a:off x="566738" y="2697163"/>
            <a:ext cx="3217862"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2. Pas de commandes</a:t>
            </a:r>
          </a:p>
        </p:txBody>
      </p:sp>
      <p:sp>
        <p:nvSpPr>
          <p:cNvPr id="63498" name="Text Box 79"/>
          <p:cNvSpPr txBox="1">
            <a:spLocks noChangeArrowheads="1"/>
          </p:cNvSpPr>
          <p:nvPr/>
        </p:nvSpPr>
        <p:spPr bwMode="auto">
          <a:xfrm>
            <a:off x="566738" y="5211763"/>
            <a:ext cx="6543675" cy="4429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eaLnBrk="1" hangingPunct="1">
              <a:spcBef>
                <a:spcPct val="0"/>
              </a:spcBef>
              <a:buFontTx/>
              <a:buNone/>
            </a:pPr>
            <a:r>
              <a:rPr lang="fr-FR" altLang="fr-FR" sz="2300"/>
              <a:t>4. Pointez la production sur votre feuille de suivi</a:t>
            </a:r>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4514" name="Group 2"/>
          <p:cNvGrpSpPr>
            <a:grpSpLocks/>
          </p:cNvGrpSpPr>
          <p:nvPr/>
        </p:nvGrpSpPr>
        <p:grpSpPr bwMode="auto">
          <a:xfrm>
            <a:off x="7073900" y="215900"/>
            <a:ext cx="1878013" cy="1250950"/>
            <a:chOff x="4456" y="136"/>
            <a:chExt cx="1183" cy="788"/>
          </a:xfrm>
        </p:grpSpPr>
        <p:grpSp>
          <p:nvGrpSpPr>
            <p:cNvPr id="64574" name="Group 3"/>
            <p:cNvGrpSpPr>
              <a:grpSpLocks/>
            </p:cNvGrpSpPr>
            <p:nvPr/>
          </p:nvGrpSpPr>
          <p:grpSpPr bwMode="auto">
            <a:xfrm>
              <a:off x="4766" y="232"/>
              <a:ext cx="873" cy="692"/>
              <a:chOff x="2185" y="310"/>
              <a:chExt cx="873" cy="692"/>
            </a:xfrm>
          </p:grpSpPr>
          <p:sp>
            <p:nvSpPr>
              <p:cNvPr id="64585" name="Freeform 4"/>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accent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4586" name="Freeform 5"/>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4587" name="Freeform 6"/>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4588" name="Freeform 7"/>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4589" name="Freeform 8"/>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4590" name="Freeform 9"/>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4591" name="Freeform 10"/>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grpSp>
          <p:nvGrpSpPr>
            <p:cNvPr id="64575" name="Group 11"/>
            <p:cNvGrpSpPr>
              <a:grpSpLocks/>
            </p:cNvGrpSpPr>
            <p:nvPr/>
          </p:nvGrpSpPr>
          <p:grpSpPr bwMode="auto">
            <a:xfrm>
              <a:off x="4949" y="336"/>
              <a:ext cx="591" cy="468"/>
              <a:chOff x="2185" y="310"/>
              <a:chExt cx="873" cy="692"/>
            </a:xfrm>
          </p:grpSpPr>
          <p:sp>
            <p:nvSpPr>
              <p:cNvPr id="64578" name="Freeform 12"/>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4579" name="Freeform 13"/>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4580" name="Freeform 14"/>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4581" name="Freeform 15"/>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4582" name="Freeform 16"/>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4583" name="Freeform 17"/>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4584" name="Freeform 18"/>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pic>
          <p:nvPicPr>
            <p:cNvPr id="64576" name="Picture 19"/>
            <p:cNvPicPr>
              <a:picLocks noChangeAspect="1" noChangeArrowheads="1"/>
            </p:cNvPicPr>
            <p:nvPr/>
          </p:nvPicPr>
          <p:blipFill>
            <a:blip r:embed="rId3" cstate="print">
              <a:extLst>
                <a:ext uri="{28A0092B-C50C-407E-A947-70E740481C1C}">
                  <a14:useLocalDpi xmlns:a14="http://schemas.microsoft.com/office/drawing/2010/main" val="0"/>
                </a:ext>
              </a:extLst>
            </a:blip>
            <a:srcRect l="-4282" t="-4369" r="-5199" b="-12012"/>
            <a:stretch>
              <a:fillRect/>
            </a:stretch>
          </p:blipFill>
          <p:spPr bwMode="auto">
            <a:xfrm>
              <a:off x="4456" y="136"/>
              <a:ext cx="480" cy="5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64577" name="Text Box 20"/>
            <p:cNvSpPr txBox="1">
              <a:spLocks noChangeArrowheads="1"/>
            </p:cNvSpPr>
            <p:nvPr/>
          </p:nvSpPr>
          <p:spPr bwMode="auto">
            <a:xfrm>
              <a:off x="4946" y="314"/>
              <a:ext cx="596" cy="49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4500" b="1">
                  <a:solidFill>
                    <a:srgbClr val="FF0000"/>
                  </a:solidFill>
                  <a:latin typeface="Arial Black" pitchFamily="34" charset="0"/>
                </a:rPr>
                <a:t>15</a:t>
              </a:r>
              <a:endParaRPr lang="fr-FR" altLang="fr-FR" sz="3200">
                <a:solidFill>
                  <a:schemeClr val="tx1"/>
                </a:solidFill>
                <a:latin typeface="Arial Black" pitchFamily="34" charset="0"/>
              </a:endParaRPr>
            </a:p>
          </p:txBody>
        </p:sp>
      </p:grpSp>
      <p:sp>
        <p:nvSpPr>
          <p:cNvPr id="64516" name="Text Box 22"/>
          <p:cNvSpPr txBox="1">
            <a:spLocks noChangeArrowheads="1"/>
          </p:cNvSpPr>
          <p:nvPr/>
        </p:nvSpPr>
        <p:spPr bwMode="auto">
          <a:xfrm>
            <a:off x="566738" y="1363663"/>
            <a:ext cx="1946275"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1. Tirez le dé</a:t>
            </a:r>
          </a:p>
        </p:txBody>
      </p:sp>
      <p:sp>
        <p:nvSpPr>
          <p:cNvPr id="64517" name="Text Box 23"/>
          <p:cNvSpPr txBox="1">
            <a:spLocks noChangeArrowheads="1"/>
          </p:cNvSpPr>
          <p:nvPr/>
        </p:nvSpPr>
        <p:spPr bwMode="auto">
          <a:xfrm>
            <a:off x="566738" y="3935413"/>
            <a:ext cx="18796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3. Produisez</a:t>
            </a:r>
          </a:p>
        </p:txBody>
      </p:sp>
      <p:grpSp>
        <p:nvGrpSpPr>
          <p:cNvPr id="64518" name="Group 24"/>
          <p:cNvGrpSpPr>
            <a:grpSpLocks/>
          </p:cNvGrpSpPr>
          <p:nvPr/>
        </p:nvGrpSpPr>
        <p:grpSpPr bwMode="auto">
          <a:xfrm>
            <a:off x="2986088" y="1306513"/>
            <a:ext cx="446087" cy="534987"/>
            <a:chOff x="868" y="1439"/>
            <a:chExt cx="811" cy="972"/>
          </a:xfrm>
        </p:grpSpPr>
        <p:sp>
          <p:nvSpPr>
            <p:cNvPr id="64523" name="Freeform 25"/>
            <p:cNvSpPr>
              <a:spLocks/>
            </p:cNvSpPr>
            <p:nvPr/>
          </p:nvSpPr>
          <p:spPr bwMode="auto">
            <a:xfrm>
              <a:off x="1548" y="2014"/>
              <a:ext cx="123" cy="100"/>
            </a:xfrm>
            <a:custGeom>
              <a:avLst/>
              <a:gdLst>
                <a:gd name="T0" fmla="*/ 5 w 618"/>
                <a:gd name="T1" fmla="*/ 0 h 502"/>
                <a:gd name="T2" fmla="*/ 5 w 618"/>
                <a:gd name="T3" fmla="*/ 0 h 502"/>
                <a:gd name="T4" fmla="*/ 0 w 618"/>
                <a:gd name="T5" fmla="*/ 4 h 502"/>
                <a:gd name="T6" fmla="*/ 0 w 618"/>
                <a:gd name="T7" fmla="*/ 4 h 502"/>
                <a:gd name="T8" fmla="*/ 5 w 618"/>
                <a:gd name="T9" fmla="*/ 0 h 502"/>
                <a:gd name="T10" fmla="*/ 5 w 618"/>
                <a:gd name="T11" fmla="*/ 0 h 502"/>
                <a:gd name="T12" fmla="*/ 5 w 618"/>
                <a:gd name="T13" fmla="*/ 0 h 502"/>
                <a:gd name="T14" fmla="*/ 5 w 618"/>
                <a:gd name="T15" fmla="*/ 0 h 502"/>
                <a:gd name="T16" fmla="*/ 5 w 618"/>
                <a:gd name="T17" fmla="*/ 0 h 502"/>
                <a:gd name="T18" fmla="*/ 5 w 618"/>
                <a:gd name="T19" fmla="*/ 0 h 502"/>
                <a:gd name="T20" fmla="*/ 5 w 618"/>
                <a:gd name="T21" fmla="*/ 0 h 502"/>
                <a:gd name="T22" fmla="*/ 5 w 618"/>
                <a:gd name="T23" fmla="*/ 0 h 502"/>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618"/>
                <a:gd name="T37" fmla="*/ 0 h 502"/>
                <a:gd name="T38" fmla="*/ 618 w 618"/>
                <a:gd name="T39" fmla="*/ 502 h 502"/>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618" h="502">
                  <a:moveTo>
                    <a:pt x="611" y="0"/>
                  </a:moveTo>
                  <a:lnTo>
                    <a:pt x="606" y="2"/>
                  </a:lnTo>
                  <a:lnTo>
                    <a:pt x="0" y="490"/>
                  </a:lnTo>
                  <a:lnTo>
                    <a:pt x="10" y="502"/>
                  </a:lnTo>
                  <a:lnTo>
                    <a:pt x="616" y="14"/>
                  </a:lnTo>
                  <a:lnTo>
                    <a:pt x="611" y="16"/>
                  </a:lnTo>
                  <a:lnTo>
                    <a:pt x="616" y="14"/>
                  </a:lnTo>
                  <a:lnTo>
                    <a:pt x="618" y="9"/>
                  </a:lnTo>
                  <a:lnTo>
                    <a:pt x="617" y="3"/>
                  </a:lnTo>
                  <a:lnTo>
                    <a:pt x="612" y="1"/>
                  </a:lnTo>
                  <a:lnTo>
                    <a:pt x="606" y="2"/>
                  </a:lnTo>
                  <a:lnTo>
                    <a:pt x="611"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4524" name="Freeform 26"/>
            <p:cNvSpPr>
              <a:spLocks/>
            </p:cNvSpPr>
            <p:nvPr/>
          </p:nvSpPr>
          <p:spPr bwMode="auto">
            <a:xfrm>
              <a:off x="876" y="1852"/>
              <a:ext cx="82" cy="373"/>
            </a:xfrm>
            <a:custGeom>
              <a:avLst/>
              <a:gdLst>
                <a:gd name="T0" fmla="*/ 3 w 413"/>
                <a:gd name="T1" fmla="*/ 15 h 1865"/>
                <a:gd name="T2" fmla="*/ 3 w 413"/>
                <a:gd name="T3" fmla="*/ 15 h 1865"/>
                <a:gd name="T4" fmla="*/ 0 w 413"/>
                <a:gd name="T5" fmla="*/ 0 h 1865"/>
                <a:gd name="T6" fmla="*/ 0 w 413"/>
                <a:gd name="T7" fmla="*/ 0 h 1865"/>
                <a:gd name="T8" fmla="*/ 3 w 413"/>
                <a:gd name="T9" fmla="*/ 15 h 1865"/>
                <a:gd name="T10" fmla="*/ 3 w 413"/>
                <a:gd name="T11" fmla="*/ 15 h 1865"/>
                <a:gd name="T12" fmla="*/ 3 w 413"/>
                <a:gd name="T13" fmla="*/ 15 h 1865"/>
                <a:gd name="T14" fmla="*/ 3 w 413"/>
                <a:gd name="T15" fmla="*/ 15 h 1865"/>
                <a:gd name="T16" fmla="*/ 3 w 413"/>
                <a:gd name="T17" fmla="*/ 15 h 1865"/>
                <a:gd name="T18" fmla="*/ 3 w 413"/>
                <a:gd name="T19" fmla="*/ 15 h 1865"/>
                <a:gd name="T20" fmla="*/ 3 w 413"/>
                <a:gd name="T21" fmla="*/ 15 h 1865"/>
                <a:gd name="T22" fmla="*/ 3 w 413"/>
                <a:gd name="T23" fmla="*/ 15 h 186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413"/>
                <a:gd name="T37" fmla="*/ 0 h 1865"/>
                <a:gd name="T38" fmla="*/ 413 w 413"/>
                <a:gd name="T39" fmla="*/ 1865 h 1865"/>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413" h="1865">
                  <a:moveTo>
                    <a:pt x="400" y="1864"/>
                  </a:moveTo>
                  <a:lnTo>
                    <a:pt x="413" y="1856"/>
                  </a:lnTo>
                  <a:lnTo>
                    <a:pt x="17" y="0"/>
                  </a:lnTo>
                  <a:lnTo>
                    <a:pt x="0" y="2"/>
                  </a:lnTo>
                  <a:lnTo>
                    <a:pt x="396" y="1858"/>
                  </a:lnTo>
                  <a:lnTo>
                    <a:pt x="409" y="1850"/>
                  </a:lnTo>
                  <a:lnTo>
                    <a:pt x="396" y="1858"/>
                  </a:lnTo>
                  <a:lnTo>
                    <a:pt x="400" y="1864"/>
                  </a:lnTo>
                  <a:lnTo>
                    <a:pt x="406" y="1865"/>
                  </a:lnTo>
                  <a:lnTo>
                    <a:pt x="410" y="1862"/>
                  </a:lnTo>
                  <a:lnTo>
                    <a:pt x="413" y="1856"/>
                  </a:lnTo>
                  <a:lnTo>
                    <a:pt x="400" y="186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4525" name="Freeform 27"/>
            <p:cNvSpPr>
              <a:spLocks/>
            </p:cNvSpPr>
            <p:nvPr/>
          </p:nvSpPr>
          <p:spPr bwMode="auto">
            <a:xfrm>
              <a:off x="1282" y="1533"/>
              <a:ext cx="35" cy="161"/>
            </a:xfrm>
            <a:custGeom>
              <a:avLst/>
              <a:gdLst>
                <a:gd name="T0" fmla="*/ 1 w 175"/>
                <a:gd name="T1" fmla="*/ 6 h 807"/>
                <a:gd name="T2" fmla="*/ 1 w 175"/>
                <a:gd name="T3" fmla="*/ 6 h 807"/>
                <a:gd name="T4" fmla="*/ 1 w 175"/>
                <a:gd name="T5" fmla="*/ 6 h 807"/>
                <a:gd name="T6" fmla="*/ 1 w 175"/>
                <a:gd name="T7" fmla="*/ 5 h 807"/>
                <a:gd name="T8" fmla="*/ 1 w 175"/>
                <a:gd name="T9" fmla="*/ 5 h 807"/>
                <a:gd name="T10" fmla="*/ 1 w 175"/>
                <a:gd name="T11" fmla="*/ 5 h 807"/>
                <a:gd name="T12" fmla="*/ 1 w 175"/>
                <a:gd name="T13" fmla="*/ 4 h 807"/>
                <a:gd name="T14" fmla="*/ 1 w 175"/>
                <a:gd name="T15" fmla="*/ 4 h 807"/>
                <a:gd name="T16" fmla="*/ 1 w 175"/>
                <a:gd name="T17" fmla="*/ 3 h 807"/>
                <a:gd name="T18" fmla="*/ 1 w 175"/>
                <a:gd name="T19" fmla="*/ 3 h 807"/>
                <a:gd name="T20" fmla="*/ 1 w 175"/>
                <a:gd name="T21" fmla="*/ 3 h 807"/>
                <a:gd name="T22" fmla="*/ 1 w 175"/>
                <a:gd name="T23" fmla="*/ 2 h 807"/>
                <a:gd name="T24" fmla="*/ 1 w 175"/>
                <a:gd name="T25" fmla="*/ 2 h 807"/>
                <a:gd name="T26" fmla="*/ 1 w 175"/>
                <a:gd name="T27" fmla="*/ 2 h 807"/>
                <a:gd name="T28" fmla="*/ 1 w 175"/>
                <a:gd name="T29" fmla="*/ 1 h 807"/>
                <a:gd name="T30" fmla="*/ 1 w 175"/>
                <a:gd name="T31" fmla="*/ 1 h 807"/>
                <a:gd name="T32" fmla="*/ 1 w 175"/>
                <a:gd name="T33" fmla="*/ 1 h 807"/>
                <a:gd name="T34" fmla="*/ 1 w 175"/>
                <a:gd name="T35" fmla="*/ 0 h 807"/>
                <a:gd name="T36" fmla="*/ 1 w 175"/>
                <a:gd name="T37" fmla="*/ 0 h 807"/>
                <a:gd name="T38" fmla="*/ 1 w 175"/>
                <a:gd name="T39" fmla="*/ 0 h 807"/>
                <a:gd name="T40" fmla="*/ 0 w 175"/>
                <a:gd name="T41" fmla="*/ 1 h 807"/>
                <a:gd name="T42" fmla="*/ 0 w 175"/>
                <a:gd name="T43" fmla="*/ 1 h 807"/>
                <a:gd name="T44" fmla="*/ 0 w 175"/>
                <a:gd name="T45" fmla="*/ 1 h 807"/>
                <a:gd name="T46" fmla="*/ 0 w 175"/>
                <a:gd name="T47" fmla="*/ 2 h 807"/>
                <a:gd name="T48" fmla="*/ 0 w 175"/>
                <a:gd name="T49" fmla="*/ 2 h 807"/>
                <a:gd name="T50" fmla="*/ 0 w 175"/>
                <a:gd name="T51" fmla="*/ 3 h 807"/>
                <a:gd name="T52" fmla="*/ 0 w 175"/>
                <a:gd name="T53" fmla="*/ 3 h 807"/>
                <a:gd name="T54" fmla="*/ 0 w 175"/>
                <a:gd name="T55" fmla="*/ 3 h 807"/>
                <a:gd name="T56" fmla="*/ 0 w 175"/>
                <a:gd name="T57" fmla="*/ 4 h 807"/>
                <a:gd name="T58" fmla="*/ 0 w 175"/>
                <a:gd name="T59" fmla="*/ 4 h 807"/>
                <a:gd name="T60" fmla="*/ 0 w 175"/>
                <a:gd name="T61" fmla="*/ 5 h 807"/>
                <a:gd name="T62" fmla="*/ 0 w 175"/>
                <a:gd name="T63" fmla="*/ 5 h 807"/>
                <a:gd name="T64" fmla="*/ 0 w 175"/>
                <a:gd name="T65" fmla="*/ 5 h 807"/>
                <a:gd name="T66" fmla="*/ 1 w 175"/>
                <a:gd name="T67" fmla="*/ 6 h 807"/>
                <a:gd name="T68" fmla="*/ 1 w 175"/>
                <a:gd name="T69" fmla="*/ 6 h 807"/>
                <a:gd name="T70" fmla="*/ 1 w 175"/>
                <a:gd name="T71" fmla="*/ 6 h 807"/>
                <a:gd name="T72" fmla="*/ 1 w 175"/>
                <a:gd name="T73" fmla="*/ 6 h 807"/>
                <a:gd name="T74" fmla="*/ 1 w 175"/>
                <a:gd name="T75" fmla="*/ 6 h 807"/>
                <a:gd name="T76" fmla="*/ 1 w 175"/>
                <a:gd name="T77" fmla="*/ 6 h 807"/>
                <a:gd name="T78" fmla="*/ 1 w 175"/>
                <a:gd name="T79" fmla="*/ 6 h 807"/>
                <a:gd name="T80" fmla="*/ 1 w 175"/>
                <a:gd name="T81" fmla="*/ 6 h 807"/>
                <a:gd name="T82" fmla="*/ 1 w 175"/>
                <a:gd name="T83" fmla="*/ 6 h 807"/>
                <a:gd name="T84" fmla="*/ 1 w 175"/>
                <a:gd name="T85" fmla="*/ 6 h 807"/>
                <a:gd name="T86" fmla="*/ 1 w 175"/>
                <a:gd name="T87" fmla="*/ 6 h 807"/>
                <a:gd name="T88" fmla="*/ 1 w 175"/>
                <a:gd name="T89" fmla="*/ 6 h 807"/>
                <a:gd name="T90" fmla="*/ 1 w 175"/>
                <a:gd name="T91" fmla="*/ 6 h 80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175"/>
                <a:gd name="T139" fmla="*/ 0 h 807"/>
                <a:gd name="T140" fmla="*/ 175 w 175"/>
                <a:gd name="T141" fmla="*/ 807 h 80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175" h="807">
                  <a:moveTo>
                    <a:pt x="169" y="740"/>
                  </a:moveTo>
                  <a:lnTo>
                    <a:pt x="169" y="739"/>
                  </a:lnTo>
                  <a:lnTo>
                    <a:pt x="149" y="698"/>
                  </a:lnTo>
                  <a:lnTo>
                    <a:pt x="133" y="656"/>
                  </a:lnTo>
                  <a:lnTo>
                    <a:pt x="120" y="611"/>
                  </a:lnTo>
                  <a:lnTo>
                    <a:pt x="108" y="565"/>
                  </a:lnTo>
                  <a:lnTo>
                    <a:pt x="100" y="520"/>
                  </a:lnTo>
                  <a:lnTo>
                    <a:pt x="96" y="472"/>
                  </a:lnTo>
                  <a:lnTo>
                    <a:pt x="93" y="425"/>
                  </a:lnTo>
                  <a:lnTo>
                    <a:pt x="93" y="377"/>
                  </a:lnTo>
                  <a:lnTo>
                    <a:pt x="96" y="330"/>
                  </a:lnTo>
                  <a:lnTo>
                    <a:pt x="100" y="283"/>
                  </a:lnTo>
                  <a:lnTo>
                    <a:pt x="106" y="238"/>
                  </a:lnTo>
                  <a:lnTo>
                    <a:pt x="115" y="195"/>
                  </a:lnTo>
                  <a:lnTo>
                    <a:pt x="126" y="153"/>
                  </a:lnTo>
                  <a:lnTo>
                    <a:pt x="139" y="114"/>
                  </a:lnTo>
                  <a:lnTo>
                    <a:pt x="153" y="77"/>
                  </a:lnTo>
                  <a:lnTo>
                    <a:pt x="169" y="43"/>
                  </a:lnTo>
                  <a:lnTo>
                    <a:pt x="87" y="0"/>
                  </a:lnTo>
                  <a:lnTo>
                    <a:pt x="69" y="39"/>
                  </a:lnTo>
                  <a:lnTo>
                    <a:pt x="52" y="81"/>
                  </a:lnTo>
                  <a:lnTo>
                    <a:pt x="37" y="127"/>
                  </a:lnTo>
                  <a:lnTo>
                    <a:pt x="24" y="174"/>
                  </a:lnTo>
                  <a:lnTo>
                    <a:pt x="15" y="222"/>
                  </a:lnTo>
                  <a:lnTo>
                    <a:pt x="7" y="271"/>
                  </a:lnTo>
                  <a:lnTo>
                    <a:pt x="2" y="323"/>
                  </a:lnTo>
                  <a:lnTo>
                    <a:pt x="0" y="374"/>
                  </a:lnTo>
                  <a:lnTo>
                    <a:pt x="0" y="427"/>
                  </a:lnTo>
                  <a:lnTo>
                    <a:pt x="2" y="479"/>
                  </a:lnTo>
                  <a:lnTo>
                    <a:pt x="9" y="531"/>
                  </a:lnTo>
                  <a:lnTo>
                    <a:pt x="17" y="584"/>
                  </a:lnTo>
                  <a:lnTo>
                    <a:pt x="29" y="635"/>
                  </a:lnTo>
                  <a:lnTo>
                    <a:pt x="44" y="686"/>
                  </a:lnTo>
                  <a:lnTo>
                    <a:pt x="65" y="736"/>
                  </a:lnTo>
                  <a:lnTo>
                    <a:pt x="87" y="784"/>
                  </a:lnTo>
                  <a:lnTo>
                    <a:pt x="87" y="782"/>
                  </a:lnTo>
                  <a:lnTo>
                    <a:pt x="87" y="784"/>
                  </a:lnTo>
                  <a:lnTo>
                    <a:pt x="100" y="799"/>
                  </a:lnTo>
                  <a:lnTo>
                    <a:pt x="117" y="807"/>
                  </a:lnTo>
                  <a:lnTo>
                    <a:pt x="134" y="807"/>
                  </a:lnTo>
                  <a:lnTo>
                    <a:pt x="151" y="801"/>
                  </a:lnTo>
                  <a:lnTo>
                    <a:pt x="164" y="791"/>
                  </a:lnTo>
                  <a:lnTo>
                    <a:pt x="173" y="777"/>
                  </a:lnTo>
                  <a:lnTo>
                    <a:pt x="175" y="759"/>
                  </a:lnTo>
                  <a:lnTo>
                    <a:pt x="169" y="739"/>
                  </a:lnTo>
                  <a:lnTo>
                    <a:pt x="169" y="74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4526" name="Freeform 28"/>
            <p:cNvSpPr>
              <a:spLocks/>
            </p:cNvSpPr>
            <p:nvPr/>
          </p:nvSpPr>
          <p:spPr bwMode="auto">
            <a:xfrm>
              <a:off x="1299" y="1681"/>
              <a:ext cx="157" cy="281"/>
            </a:xfrm>
            <a:custGeom>
              <a:avLst/>
              <a:gdLst>
                <a:gd name="T0" fmla="*/ 6 w 787"/>
                <a:gd name="T1" fmla="*/ 11 h 1404"/>
                <a:gd name="T2" fmla="*/ 6 w 787"/>
                <a:gd name="T3" fmla="*/ 11 h 1404"/>
                <a:gd name="T4" fmla="*/ 1 w 787"/>
                <a:gd name="T5" fmla="*/ 0 h 1404"/>
                <a:gd name="T6" fmla="*/ 0 w 787"/>
                <a:gd name="T7" fmla="*/ 0 h 1404"/>
                <a:gd name="T8" fmla="*/ 6 w 787"/>
                <a:gd name="T9" fmla="*/ 11 h 1404"/>
                <a:gd name="T10" fmla="*/ 6 w 787"/>
                <a:gd name="T11" fmla="*/ 11 h 1404"/>
                <a:gd name="T12" fmla="*/ 6 w 787"/>
                <a:gd name="T13" fmla="*/ 11 h 1404"/>
                <a:gd name="T14" fmla="*/ 6 w 787"/>
                <a:gd name="T15" fmla="*/ 11 h 1404"/>
                <a:gd name="T16" fmla="*/ 6 w 787"/>
                <a:gd name="T17" fmla="*/ 11 h 1404"/>
                <a:gd name="T18" fmla="*/ 6 w 787"/>
                <a:gd name="T19" fmla="*/ 11 h 1404"/>
                <a:gd name="T20" fmla="*/ 6 w 787"/>
                <a:gd name="T21" fmla="*/ 11 h 1404"/>
                <a:gd name="T22" fmla="*/ 6 w 787"/>
                <a:gd name="T23" fmla="*/ 11 h 1404"/>
                <a:gd name="T24" fmla="*/ 6 w 787"/>
                <a:gd name="T25" fmla="*/ 11 h 1404"/>
                <a:gd name="T26" fmla="*/ 6 w 787"/>
                <a:gd name="T27" fmla="*/ 11 h 1404"/>
                <a:gd name="T28" fmla="*/ 6 w 787"/>
                <a:gd name="T29" fmla="*/ 11 h 1404"/>
                <a:gd name="T30" fmla="*/ 6 w 787"/>
                <a:gd name="T31" fmla="*/ 11 h 1404"/>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787"/>
                <a:gd name="T49" fmla="*/ 0 h 1404"/>
                <a:gd name="T50" fmla="*/ 787 w 787"/>
                <a:gd name="T51" fmla="*/ 1404 h 1404"/>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787" h="1404">
                  <a:moveTo>
                    <a:pt x="781" y="1334"/>
                  </a:moveTo>
                  <a:lnTo>
                    <a:pt x="781" y="1337"/>
                  </a:lnTo>
                  <a:lnTo>
                    <a:pt x="82" y="0"/>
                  </a:lnTo>
                  <a:lnTo>
                    <a:pt x="0" y="42"/>
                  </a:lnTo>
                  <a:lnTo>
                    <a:pt x="699" y="1379"/>
                  </a:lnTo>
                  <a:lnTo>
                    <a:pt x="699" y="1381"/>
                  </a:lnTo>
                  <a:lnTo>
                    <a:pt x="699" y="1379"/>
                  </a:lnTo>
                  <a:lnTo>
                    <a:pt x="712" y="1395"/>
                  </a:lnTo>
                  <a:lnTo>
                    <a:pt x="727" y="1402"/>
                  </a:lnTo>
                  <a:lnTo>
                    <a:pt x="744" y="1404"/>
                  </a:lnTo>
                  <a:lnTo>
                    <a:pt x="761" y="1398"/>
                  </a:lnTo>
                  <a:lnTo>
                    <a:pt x="775" y="1388"/>
                  </a:lnTo>
                  <a:lnTo>
                    <a:pt x="784" y="1373"/>
                  </a:lnTo>
                  <a:lnTo>
                    <a:pt x="787" y="1357"/>
                  </a:lnTo>
                  <a:lnTo>
                    <a:pt x="781" y="1337"/>
                  </a:lnTo>
                  <a:lnTo>
                    <a:pt x="781" y="13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4527" name="Freeform 29"/>
            <p:cNvSpPr>
              <a:spLocks/>
            </p:cNvSpPr>
            <p:nvPr/>
          </p:nvSpPr>
          <p:spPr bwMode="auto">
            <a:xfrm>
              <a:off x="1439" y="1948"/>
              <a:ext cx="125" cy="76"/>
            </a:xfrm>
            <a:custGeom>
              <a:avLst/>
              <a:gdLst>
                <a:gd name="T0" fmla="*/ 5 w 628"/>
                <a:gd name="T1" fmla="*/ 2 h 383"/>
                <a:gd name="T2" fmla="*/ 5 w 628"/>
                <a:gd name="T3" fmla="*/ 2 h 383"/>
                <a:gd name="T4" fmla="*/ 4 w 628"/>
                <a:gd name="T5" fmla="*/ 2 h 383"/>
                <a:gd name="T6" fmla="*/ 4 w 628"/>
                <a:gd name="T7" fmla="*/ 2 h 383"/>
                <a:gd name="T8" fmla="*/ 4 w 628"/>
                <a:gd name="T9" fmla="*/ 2 h 383"/>
                <a:gd name="T10" fmla="*/ 3 w 628"/>
                <a:gd name="T11" fmla="*/ 2 h 383"/>
                <a:gd name="T12" fmla="*/ 3 w 628"/>
                <a:gd name="T13" fmla="*/ 2 h 383"/>
                <a:gd name="T14" fmla="*/ 3 w 628"/>
                <a:gd name="T15" fmla="*/ 2 h 383"/>
                <a:gd name="T16" fmla="*/ 3 w 628"/>
                <a:gd name="T17" fmla="*/ 2 h 383"/>
                <a:gd name="T18" fmla="*/ 2 w 628"/>
                <a:gd name="T19" fmla="*/ 2 h 383"/>
                <a:gd name="T20" fmla="*/ 2 w 628"/>
                <a:gd name="T21" fmla="*/ 2 h 383"/>
                <a:gd name="T22" fmla="*/ 2 w 628"/>
                <a:gd name="T23" fmla="*/ 1 h 383"/>
                <a:gd name="T24" fmla="*/ 2 w 628"/>
                <a:gd name="T25" fmla="*/ 1 h 383"/>
                <a:gd name="T26" fmla="*/ 1 w 628"/>
                <a:gd name="T27" fmla="*/ 1 h 383"/>
                <a:gd name="T28" fmla="*/ 1 w 628"/>
                <a:gd name="T29" fmla="*/ 1 h 383"/>
                <a:gd name="T30" fmla="*/ 1 w 628"/>
                <a:gd name="T31" fmla="*/ 1 h 383"/>
                <a:gd name="T32" fmla="*/ 1 w 628"/>
                <a:gd name="T33" fmla="*/ 0 h 383"/>
                <a:gd name="T34" fmla="*/ 1 w 628"/>
                <a:gd name="T35" fmla="*/ 0 h 383"/>
                <a:gd name="T36" fmla="*/ 0 w 628"/>
                <a:gd name="T37" fmla="*/ 0 h 383"/>
                <a:gd name="T38" fmla="*/ 0 w 628"/>
                <a:gd name="T39" fmla="*/ 1 h 383"/>
                <a:gd name="T40" fmla="*/ 0 w 628"/>
                <a:gd name="T41" fmla="*/ 1 h 383"/>
                <a:gd name="T42" fmla="*/ 1 w 628"/>
                <a:gd name="T43" fmla="*/ 1 h 383"/>
                <a:gd name="T44" fmla="*/ 1 w 628"/>
                <a:gd name="T45" fmla="*/ 1 h 383"/>
                <a:gd name="T46" fmla="*/ 1 w 628"/>
                <a:gd name="T47" fmla="*/ 2 h 383"/>
                <a:gd name="T48" fmla="*/ 1 w 628"/>
                <a:gd name="T49" fmla="*/ 2 h 383"/>
                <a:gd name="T50" fmla="*/ 2 w 628"/>
                <a:gd name="T51" fmla="*/ 2 h 383"/>
                <a:gd name="T52" fmla="*/ 2 w 628"/>
                <a:gd name="T53" fmla="*/ 2 h 383"/>
                <a:gd name="T54" fmla="*/ 2 w 628"/>
                <a:gd name="T55" fmla="*/ 2 h 383"/>
                <a:gd name="T56" fmla="*/ 3 w 628"/>
                <a:gd name="T57" fmla="*/ 3 h 383"/>
                <a:gd name="T58" fmla="*/ 3 w 628"/>
                <a:gd name="T59" fmla="*/ 3 h 383"/>
                <a:gd name="T60" fmla="*/ 3 w 628"/>
                <a:gd name="T61" fmla="*/ 3 h 383"/>
                <a:gd name="T62" fmla="*/ 4 w 628"/>
                <a:gd name="T63" fmla="*/ 3 h 383"/>
                <a:gd name="T64" fmla="*/ 4 w 628"/>
                <a:gd name="T65" fmla="*/ 3 h 383"/>
                <a:gd name="T66" fmla="*/ 4 w 628"/>
                <a:gd name="T67" fmla="*/ 3 h 383"/>
                <a:gd name="T68" fmla="*/ 5 w 628"/>
                <a:gd name="T69" fmla="*/ 3 h 383"/>
                <a:gd name="T70" fmla="*/ 5 w 628"/>
                <a:gd name="T71" fmla="*/ 3 h 383"/>
                <a:gd name="T72" fmla="*/ 5 w 628"/>
                <a:gd name="T73" fmla="*/ 3 h 383"/>
                <a:gd name="T74" fmla="*/ 5 w 628"/>
                <a:gd name="T75" fmla="*/ 3 h 383"/>
                <a:gd name="T76" fmla="*/ 5 w 628"/>
                <a:gd name="T77" fmla="*/ 3 h 383"/>
                <a:gd name="T78" fmla="*/ 5 w 628"/>
                <a:gd name="T79" fmla="*/ 3 h 383"/>
                <a:gd name="T80" fmla="*/ 5 w 628"/>
                <a:gd name="T81" fmla="*/ 3 h 383"/>
                <a:gd name="T82" fmla="*/ 5 w 628"/>
                <a:gd name="T83" fmla="*/ 3 h 383"/>
                <a:gd name="T84" fmla="*/ 5 w 628"/>
                <a:gd name="T85" fmla="*/ 2 h 383"/>
                <a:gd name="T86" fmla="*/ 5 w 628"/>
                <a:gd name="T87" fmla="*/ 2 h 383"/>
                <a:gd name="T88" fmla="*/ 5 w 628"/>
                <a:gd name="T89" fmla="*/ 2 h 383"/>
                <a:gd name="T90" fmla="*/ 5 w 628"/>
                <a:gd name="T91" fmla="*/ 2 h 38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628"/>
                <a:gd name="T139" fmla="*/ 0 h 383"/>
                <a:gd name="T140" fmla="*/ 628 w 628"/>
                <a:gd name="T141" fmla="*/ 383 h 38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628" h="383">
                  <a:moveTo>
                    <a:pt x="581" y="289"/>
                  </a:moveTo>
                  <a:lnTo>
                    <a:pt x="582" y="289"/>
                  </a:lnTo>
                  <a:lnTo>
                    <a:pt x="541" y="287"/>
                  </a:lnTo>
                  <a:lnTo>
                    <a:pt x="500" y="283"/>
                  </a:lnTo>
                  <a:lnTo>
                    <a:pt x="462" y="276"/>
                  </a:lnTo>
                  <a:lnTo>
                    <a:pt x="424" y="268"/>
                  </a:lnTo>
                  <a:lnTo>
                    <a:pt x="389" y="255"/>
                  </a:lnTo>
                  <a:lnTo>
                    <a:pt x="352" y="242"/>
                  </a:lnTo>
                  <a:lnTo>
                    <a:pt x="320" y="227"/>
                  </a:lnTo>
                  <a:lnTo>
                    <a:pt x="287" y="209"/>
                  </a:lnTo>
                  <a:lnTo>
                    <a:pt x="255" y="189"/>
                  </a:lnTo>
                  <a:lnTo>
                    <a:pt x="226" y="168"/>
                  </a:lnTo>
                  <a:lnTo>
                    <a:pt x="198" y="145"/>
                  </a:lnTo>
                  <a:lnTo>
                    <a:pt x="172" y="119"/>
                  </a:lnTo>
                  <a:lnTo>
                    <a:pt x="146" y="92"/>
                  </a:lnTo>
                  <a:lnTo>
                    <a:pt x="122" y="64"/>
                  </a:lnTo>
                  <a:lnTo>
                    <a:pt x="100" y="33"/>
                  </a:lnTo>
                  <a:lnTo>
                    <a:pt x="82" y="0"/>
                  </a:lnTo>
                  <a:lnTo>
                    <a:pt x="0" y="47"/>
                  </a:lnTo>
                  <a:lnTo>
                    <a:pt x="23" y="85"/>
                  </a:lnTo>
                  <a:lnTo>
                    <a:pt x="49" y="120"/>
                  </a:lnTo>
                  <a:lnTo>
                    <a:pt x="76" y="153"/>
                  </a:lnTo>
                  <a:lnTo>
                    <a:pt x="104" y="185"/>
                  </a:lnTo>
                  <a:lnTo>
                    <a:pt x="137" y="215"/>
                  </a:lnTo>
                  <a:lnTo>
                    <a:pt x="170" y="241"/>
                  </a:lnTo>
                  <a:lnTo>
                    <a:pt x="204" y="267"/>
                  </a:lnTo>
                  <a:lnTo>
                    <a:pt x="240" y="289"/>
                  </a:lnTo>
                  <a:lnTo>
                    <a:pt x="277" y="309"/>
                  </a:lnTo>
                  <a:lnTo>
                    <a:pt x="317" y="329"/>
                  </a:lnTo>
                  <a:lnTo>
                    <a:pt x="358" y="344"/>
                  </a:lnTo>
                  <a:lnTo>
                    <a:pt x="400" y="357"/>
                  </a:lnTo>
                  <a:lnTo>
                    <a:pt x="444" y="367"/>
                  </a:lnTo>
                  <a:lnTo>
                    <a:pt x="488" y="374"/>
                  </a:lnTo>
                  <a:lnTo>
                    <a:pt x="534" y="380"/>
                  </a:lnTo>
                  <a:lnTo>
                    <a:pt x="580" y="383"/>
                  </a:lnTo>
                  <a:lnTo>
                    <a:pt x="581" y="383"/>
                  </a:lnTo>
                  <a:lnTo>
                    <a:pt x="580" y="383"/>
                  </a:lnTo>
                  <a:lnTo>
                    <a:pt x="600" y="379"/>
                  </a:lnTo>
                  <a:lnTo>
                    <a:pt x="615" y="369"/>
                  </a:lnTo>
                  <a:lnTo>
                    <a:pt x="624" y="353"/>
                  </a:lnTo>
                  <a:lnTo>
                    <a:pt x="628" y="337"/>
                  </a:lnTo>
                  <a:lnTo>
                    <a:pt x="625" y="319"/>
                  </a:lnTo>
                  <a:lnTo>
                    <a:pt x="617" y="304"/>
                  </a:lnTo>
                  <a:lnTo>
                    <a:pt x="602" y="294"/>
                  </a:lnTo>
                  <a:lnTo>
                    <a:pt x="582" y="289"/>
                  </a:lnTo>
                  <a:lnTo>
                    <a:pt x="581" y="28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4528" name="Freeform 30"/>
            <p:cNvSpPr>
              <a:spLocks/>
            </p:cNvSpPr>
            <p:nvPr/>
          </p:nvSpPr>
          <p:spPr bwMode="auto">
            <a:xfrm>
              <a:off x="1587" y="1880"/>
              <a:ext cx="85" cy="49"/>
            </a:xfrm>
            <a:custGeom>
              <a:avLst/>
              <a:gdLst>
                <a:gd name="T0" fmla="*/ 3 w 426"/>
                <a:gd name="T1" fmla="*/ 0 h 245"/>
                <a:gd name="T2" fmla="*/ 3 w 426"/>
                <a:gd name="T3" fmla="*/ 0 h 245"/>
                <a:gd name="T4" fmla="*/ 3 w 426"/>
                <a:gd name="T5" fmla="*/ 0 h 245"/>
                <a:gd name="T6" fmla="*/ 3 w 426"/>
                <a:gd name="T7" fmla="*/ 0 h 245"/>
                <a:gd name="T8" fmla="*/ 2 w 426"/>
                <a:gd name="T9" fmla="*/ 0 h 245"/>
                <a:gd name="T10" fmla="*/ 2 w 426"/>
                <a:gd name="T11" fmla="*/ 0 h 245"/>
                <a:gd name="T12" fmla="*/ 2 w 426"/>
                <a:gd name="T13" fmla="*/ 0 h 245"/>
                <a:gd name="T14" fmla="*/ 2 w 426"/>
                <a:gd name="T15" fmla="*/ 0 h 245"/>
                <a:gd name="T16" fmla="*/ 1 w 426"/>
                <a:gd name="T17" fmla="*/ 0 h 245"/>
                <a:gd name="T18" fmla="*/ 1 w 426"/>
                <a:gd name="T19" fmla="*/ 1 h 245"/>
                <a:gd name="T20" fmla="*/ 1 w 426"/>
                <a:gd name="T21" fmla="*/ 1 h 245"/>
                <a:gd name="T22" fmla="*/ 1 w 426"/>
                <a:gd name="T23" fmla="*/ 1 h 245"/>
                <a:gd name="T24" fmla="*/ 0 w 426"/>
                <a:gd name="T25" fmla="*/ 1 h 245"/>
                <a:gd name="T26" fmla="*/ 0 w 426"/>
                <a:gd name="T27" fmla="*/ 1 h 245"/>
                <a:gd name="T28" fmla="*/ 0 w 426"/>
                <a:gd name="T29" fmla="*/ 1 h 245"/>
                <a:gd name="T30" fmla="*/ 0 w 426"/>
                <a:gd name="T31" fmla="*/ 2 h 245"/>
                <a:gd name="T32" fmla="*/ 0 w 426"/>
                <a:gd name="T33" fmla="*/ 2 h 245"/>
                <a:gd name="T34" fmla="*/ 0 w 426"/>
                <a:gd name="T35" fmla="*/ 2 h 245"/>
                <a:gd name="T36" fmla="*/ 0 w 426"/>
                <a:gd name="T37" fmla="*/ 2 h 245"/>
                <a:gd name="T38" fmla="*/ 0 w 426"/>
                <a:gd name="T39" fmla="*/ 2 h 245"/>
                <a:gd name="T40" fmla="*/ 0 w 426"/>
                <a:gd name="T41" fmla="*/ 2 h 245"/>
                <a:gd name="T42" fmla="*/ 0 w 426"/>
                <a:gd name="T43" fmla="*/ 1 h 245"/>
                <a:gd name="T44" fmla="*/ 0 w 426"/>
                <a:gd name="T45" fmla="*/ 1 h 245"/>
                <a:gd name="T46" fmla="*/ 0 w 426"/>
                <a:gd name="T47" fmla="*/ 1 h 245"/>
                <a:gd name="T48" fmla="*/ 1 w 426"/>
                <a:gd name="T49" fmla="*/ 1 h 245"/>
                <a:gd name="T50" fmla="*/ 1 w 426"/>
                <a:gd name="T51" fmla="*/ 1 h 245"/>
                <a:gd name="T52" fmla="*/ 1 w 426"/>
                <a:gd name="T53" fmla="*/ 1 h 245"/>
                <a:gd name="T54" fmla="*/ 1 w 426"/>
                <a:gd name="T55" fmla="*/ 1 h 245"/>
                <a:gd name="T56" fmla="*/ 2 w 426"/>
                <a:gd name="T57" fmla="*/ 0 h 245"/>
                <a:gd name="T58" fmla="*/ 2 w 426"/>
                <a:gd name="T59" fmla="*/ 0 h 245"/>
                <a:gd name="T60" fmla="*/ 2 w 426"/>
                <a:gd name="T61" fmla="*/ 0 h 245"/>
                <a:gd name="T62" fmla="*/ 2 w 426"/>
                <a:gd name="T63" fmla="*/ 0 h 245"/>
                <a:gd name="T64" fmla="*/ 3 w 426"/>
                <a:gd name="T65" fmla="*/ 0 h 245"/>
                <a:gd name="T66" fmla="*/ 3 w 426"/>
                <a:gd name="T67" fmla="*/ 0 h 245"/>
                <a:gd name="T68" fmla="*/ 3 w 426"/>
                <a:gd name="T69" fmla="*/ 0 h 245"/>
                <a:gd name="T70" fmla="*/ 3 w 426"/>
                <a:gd name="T71" fmla="*/ 0 h 245"/>
                <a:gd name="T72" fmla="*/ 3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426" y="0"/>
                  </a:moveTo>
                  <a:lnTo>
                    <a:pt x="426" y="0"/>
                  </a:lnTo>
                  <a:lnTo>
                    <a:pt x="384" y="1"/>
                  </a:lnTo>
                  <a:lnTo>
                    <a:pt x="340" y="4"/>
                  </a:lnTo>
                  <a:lnTo>
                    <a:pt x="300" y="10"/>
                  </a:lnTo>
                  <a:lnTo>
                    <a:pt x="262" y="18"/>
                  </a:lnTo>
                  <a:lnTo>
                    <a:pt x="224" y="29"/>
                  </a:lnTo>
                  <a:lnTo>
                    <a:pt x="189" y="41"/>
                  </a:lnTo>
                  <a:lnTo>
                    <a:pt x="157" y="55"/>
                  </a:lnTo>
                  <a:lnTo>
                    <a:pt x="126" y="70"/>
                  </a:lnTo>
                  <a:lnTo>
                    <a:pt x="99" y="89"/>
                  </a:lnTo>
                  <a:lnTo>
                    <a:pt x="74" y="106"/>
                  </a:lnTo>
                  <a:lnTo>
                    <a:pt x="52" y="126"/>
                  </a:lnTo>
                  <a:lnTo>
                    <a:pt x="34" y="148"/>
                  </a:lnTo>
                  <a:lnTo>
                    <a:pt x="19" y="171"/>
                  </a:lnTo>
                  <a:lnTo>
                    <a:pt x="9" y="194"/>
                  </a:lnTo>
                  <a:lnTo>
                    <a:pt x="3" y="219"/>
                  </a:lnTo>
                  <a:lnTo>
                    <a:pt x="0" y="245"/>
                  </a:lnTo>
                  <a:lnTo>
                    <a:pt x="12" y="245"/>
                  </a:lnTo>
                  <a:lnTo>
                    <a:pt x="15" y="221"/>
                  </a:lnTo>
                  <a:lnTo>
                    <a:pt x="20" y="199"/>
                  </a:lnTo>
                  <a:lnTo>
                    <a:pt x="31" y="178"/>
                  </a:lnTo>
                  <a:lnTo>
                    <a:pt x="44" y="156"/>
                  </a:lnTo>
                  <a:lnTo>
                    <a:pt x="61" y="136"/>
                  </a:lnTo>
                  <a:lnTo>
                    <a:pt x="81" y="116"/>
                  </a:lnTo>
                  <a:lnTo>
                    <a:pt x="106" y="98"/>
                  </a:lnTo>
                  <a:lnTo>
                    <a:pt x="133" y="82"/>
                  </a:lnTo>
                  <a:lnTo>
                    <a:pt x="162" y="66"/>
                  </a:lnTo>
                  <a:lnTo>
                    <a:pt x="194" y="52"/>
                  </a:lnTo>
                  <a:lnTo>
                    <a:pt x="229" y="41"/>
                  </a:lnTo>
                  <a:lnTo>
                    <a:pt x="264" y="30"/>
                  </a:lnTo>
                  <a:lnTo>
                    <a:pt x="303" y="22"/>
                  </a:lnTo>
                  <a:lnTo>
                    <a:pt x="343" y="16"/>
                  </a:lnTo>
                  <a:lnTo>
                    <a:pt x="384" y="12"/>
                  </a:lnTo>
                  <a:lnTo>
                    <a:pt x="426" y="11"/>
                  </a:lnTo>
                  <a:lnTo>
                    <a:pt x="42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4529" name="Freeform 31"/>
            <p:cNvSpPr>
              <a:spLocks/>
            </p:cNvSpPr>
            <p:nvPr/>
          </p:nvSpPr>
          <p:spPr bwMode="auto">
            <a:xfrm>
              <a:off x="1587" y="1929"/>
              <a:ext cx="85" cy="49"/>
            </a:xfrm>
            <a:custGeom>
              <a:avLst/>
              <a:gdLst>
                <a:gd name="T0" fmla="*/ 0 w 426"/>
                <a:gd name="T1" fmla="*/ 0 h 245"/>
                <a:gd name="T2" fmla="*/ 0 w 426"/>
                <a:gd name="T3" fmla="*/ 0 h 245"/>
                <a:gd name="T4" fmla="*/ 0 w 426"/>
                <a:gd name="T5" fmla="*/ 0 h 245"/>
                <a:gd name="T6" fmla="*/ 0 w 426"/>
                <a:gd name="T7" fmla="*/ 0 h 245"/>
                <a:gd name="T8" fmla="*/ 0 w 426"/>
                <a:gd name="T9" fmla="*/ 1 h 245"/>
                <a:gd name="T10" fmla="*/ 0 w 426"/>
                <a:gd name="T11" fmla="*/ 1 h 245"/>
                <a:gd name="T12" fmla="*/ 0 w 426"/>
                <a:gd name="T13" fmla="*/ 1 h 245"/>
                <a:gd name="T14" fmla="*/ 1 w 426"/>
                <a:gd name="T15" fmla="*/ 1 h 245"/>
                <a:gd name="T16" fmla="*/ 1 w 426"/>
                <a:gd name="T17" fmla="*/ 1 h 245"/>
                <a:gd name="T18" fmla="*/ 1 w 426"/>
                <a:gd name="T19" fmla="*/ 1 h 245"/>
                <a:gd name="T20" fmla="*/ 1 w 426"/>
                <a:gd name="T21" fmla="*/ 2 h 245"/>
                <a:gd name="T22" fmla="*/ 2 w 426"/>
                <a:gd name="T23" fmla="*/ 2 h 245"/>
                <a:gd name="T24" fmla="*/ 2 w 426"/>
                <a:gd name="T25" fmla="*/ 2 h 245"/>
                <a:gd name="T26" fmla="*/ 2 w 426"/>
                <a:gd name="T27" fmla="*/ 2 h 245"/>
                <a:gd name="T28" fmla="*/ 2 w 426"/>
                <a:gd name="T29" fmla="*/ 2 h 245"/>
                <a:gd name="T30" fmla="*/ 3 w 426"/>
                <a:gd name="T31" fmla="*/ 2 h 245"/>
                <a:gd name="T32" fmla="*/ 3 w 426"/>
                <a:gd name="T33" fmla="*/ 2 h 245"/>
                <a:gd name="T34" fmla="*/ 3 w 426"/>
                <a:gd name="T35" fmla="*/ 2 h 245"/>
                <a:gd name="T36" fmla="*/ 3 w 426"/>
                <a:gd name="T37" fmla="*/ 2 h 245"/>
                <a:gd name="T38" fmla="*/ 3 w 426"/>
                <a:gd name="T39" fmla="*/ 2 h 245"/>
                <a:gd name="T40" fmla="*/ 3 w 426"/>
                <a:gd name="T41" fmla="*/ 2 h 245"/>
                <a:gd name="T42" fmla="*/ 2 w 426"/>
                <a:gd name="T43" fmla="*/ 2 h 245"/>
                <a:gd name="T44" fmla="*/ 2 w 426"/>
                <a:gd name="T45" fmla="*/ 2 h 245"/>
                <a:gd name="T46" fmla="*/ 2 w 426"/>
                <a:gd name="T47" fmla="*/ 2 h 245"/>
                <a:gd name="T48" fmla="*/ 2 w 426"/>
                <a:gd name="T49" fmla="*/ 2 h 245"/>
                <a:gd name="T50" fmla="*/ 1 w 426"/>
                <a:gd name="T51" fmla="*/ 1 h 245"/>
                <a:gd name="T52" fmla="*/ 1 w 426"/>
                <a:gd name="T53" fmla="*/ 1 h 245"/>
                <a:gd name="T54" fmla="*/ 1 w 426"/>
                <a:gd name="T55" fmla="*/ 1 h 245"/>
                <a:gd name="T56" fmla="*/ 1 w 426"/>
                <a:gd name="T57" fmla="*/ 1 h 245"/>
                <a:gd name="T58" fmla="*/ 0 w 426"/>
                <a:gd name="T59" fmla="*/ 1 h 245"/>
                <a:gd name="T60" fmla="*/ 0 w 426"/>
                <a:gd name="T61" fmla="*/ 1 h 245"/>
                <a:gd name="T62" fmla="*/ 0 w 426"/>
                <a:gd name="T63" fmla="*/ 1 h 245"/>
                <a:gd name="T64" fmla="*/ 0 w 426"/>
                <a:gd name="T65" fmla="*/ 0 h 245"/>
                <a:gd name="T66" fmla="*/ 0 w 426"/>
                <a:gd name="T67" fmla="*/ 0 h 245"/>
                <a:gd name="T68" fmla="*/ 0 w 426"/>
                <a:gd name="T69" fmla="*/ 0 h 245"/>
                <a:gd name="T70" fmla="*/ 0 w 426"/>
                <a:gd name="T71" fmla="*/ 0 h 245"/>
                <a:gd name="T72" fmla="*/ 0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0" y="0"/>
                  </a:moveTo>
                  <a:lnTo>
                    <a:pt x="0" y="0"/>
                  </a:lnTo>
                  <a:lnTo>
                    <a:pt x="3" y="25"/>
                  </a:lnTo>
                  <a:lnTo>
                    <a:pt x="9" y="50"/>
                  </a:lnTo>
                  <a:lnTo>
                    <a:pt x="19" y="73"/>
                  </a:lnTo>
                  <a:lnTo>
                    <a:pt x="34" y="96"/>
                  </a:lnTo>
                  <a:lnTo>
                    <a:pt x="52" y="118"/>
                  </a:lnTo>
                  <a:lnTo>
                    <a:pt x="74" y="138"/>
                  </a:lnTo>
                  <a:lnTo>
                    <a:pt x="99" y="156"/>
                  </a:lnTo>
                  <a:lnTo>
                    <a:pt x="126" y="174"/>
                  </a:lnTo>
                  <a:lnTo>
                    <a:pt x="157" y="190"/>
                  </a:lnTo>
                  <a:lnTo>
                    <a:pt x="189" y="204"/>
                  </a:lnTo>
                  <a:lnTo>
                    <a:pt x="224" y="215"/>
                  </a:lnTo>
                  <a:lnTo>
                    <a:pt x="262" y="226"/>
                  </a:lnTo>
                  <a:lnTo>
                    <a:pt x="300" y="234"/>
                  </a:lnTo>
                  <a:lnTo>
                    <a:pt x="340" y="240"/>
                  </a:lnTo>
                  <a:lnTo>
                    <a:pt x="384" y="244"/>
                  </a:lnTo>
                  <a:lnTo>
                    <a:pt x="426" y="245"/>
                  </a:lnTo>
                  <a:lnTo>
                    <a:pt x="426" y="233"/>
                  </a:lnTo>
                  <a:lnTo>
                    <a:pt x="384" y="232"/>
                  </a:lnTo>
                  <a:lnTo>
                    <a:pt x="343" y="228"/>
                  </a:lnTo>
                  <a:lnTo>
                    <a:pt x="303" y="222"/>
                  </a:lnTo>
                  <a:lnTo>
                    <a:pt x="264" y="214"/>
                  </a:lnTo>
                  <a:lnTo>
                    <a:pt x="229" y="204"/>
                  </a:lnTo>
                  <a:lnTo>
                    <a:pt x="194" y="192"/>
                  </a:lnTo>
                  <a:lnTo>
                    <a:pt x="162" y="178"/>
                  </a:lnTo>
                  <a:lnTo>
                    <a:pt x="133" y="163"/>
                  </a:lnTo>
                  <a:lnTo>
                    <a:pt x="106" y="146"/>
                  </a:lnTo>
                  <a:lnTo>
                    <a:pt x="81" y="129"/>
                  </a:lnTo>
                  <a:lnTo>
                    <a:pt x="61" y="109"/>
                  </a:lnTo>
                  <a:lnTo>
                    <a:pt x="44" y="89"/>
                  </a:lnTo>
                  <a:lnTo>
                    <a:pt x="31" y="66"/>
                  </a:lnTo>
                  <a:lnTo>
                    <a:pt x="20" y="45"/>
                  </a:lnTo>
                  <a:lnTo>
                    <a:pt x="15" y="2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4530" name="Freeform 32"/>
            <p:cNvSpPr>
              <a:spLocks/>
            </p:cNvSpPr>
            <p:nvPr/>
          </p:nvSpPr>
          <p:spPr bwMode="auto">
            <a:xfrm>
              <a:off x="878" y="1448"/>
              <a:ext cx="792" cy="954"/>
            </a:xfrm>
            <a:custGeom>
              <a:avLst/>
              <a:gdLst>
                <a:gd name="T0" fmla="*/ 13 w 3960"/>
                <a:gd name="T1" fmla="*/ 38 h 4768"/>
                <a:gd name="T2" fmla="*/ 14 w 3960"/>
                <a:gd name="T3" fmla="*/ 38 h 4768"/>
                <a:gd name="T4" fmla="*/ 15 w 3960"/>
                <a:gd name="T5" fmla="*/ 38 h 4768"/>
                <a:gd name="T6" fmla="*/ 15 w 3960"/>
                <a:gd name="T7" fmla="*/ 38 h 4768"/>
                <a:gd name="T8" fmla="*/ 16 w 3960"/>
                <a:gd name="T9" fmla="*/ 38 h 4768"/>
                <a:gd name="T10" fmla="*/ 17 w 3960"/>
                <a:gd name="T11" fmla="*/ 38 h 4768"/>
                <a:gd name="T12" fmla="*/ 17 w 3960"/>
                <a:gd name="T13" fmla="*/ 38 h 4768"/>
                <a:gd name="T14" fmla="*/ 18 w 3960"/>
                <a:gd name="T15" fmla="*/ 38 h 4768"/>
                <a:gd name="T16" fmla="*/ 18 w 3960"/>
                <a:gd name="T17" fmla="*/ 38 h 4768"/>
                <a:gd name="T18" fmla="*/ 29 w 3960"/>
                <a:gd name="T19" fmla="*/ 30 h 4768"/>
                <a:gd name="T20" fmla="*/ 30 w 3960"/>
                <a:gd name="T21" fmla="*/ 30 h 4768"/>
                <a:gd name="T22" fmla="*/ 30 w 3960"/>
                <a:gd name="T23" fmla="*/ 29 h 4768"/>
                <a:gd name="T24" fmla="*/ 31 w 3960"/>
                <a:gd name="T25" fmla="*/ 28 h 4768"/>
                <a:gd name="T26" fmla="*/ 31 w 3960"/>
                <a:gd name="T27" fmla="*/ 28 h 4768"/>
                <a:gd name="T28" fmla="*/ 31 w 3960"/>
                <a:gd name="T29" fmla="*/ 27 h 4768"/>
                <a:gd name="T30" fmla="*/ 32 w 3960"/>
                <a:gd name="T31" fmla="*/ 26 h 4768"/>
                <a:gd name="T32" fmla="*/ 32 w 3960"/>
                <a:gd name="T33" fmla="*/ 25 h 4768"/>
                <a:gd name="T34" fmla="*/ 32 w 3960"/>
                <a:gd name="T35" fmla="*/ 11 h 4768"/>
                <a:gd name="T36" fmla="*/ 32 w 3960"/>
                <a:gd name="T37" fmla="*/ 10 h 4768"/>
                <a:gd name="T38" fmla="*/ 31 w 3960"/>
                <a:gd name="T39" fmla="*/ 9 h 4768"/>
                <a:gd name="T40" fmla="*/ 31 w 3960"/>
                <a:gd name="T41" fmla="*/ 9 h 4768"/>
                <a:gd name="T42" fmla="*/ 31 w 3960"/>
                <a:gd name="T43" fmla="*/ 8 h 4768"/>
                <a:gd name="T44" fmla="*/ 31 w 3960"/>
                <a:gd name="T45" fmla="*/ 8 h 4768"/>
                <a:gd name="T46" fmla="*/ 30 w 3960"/>
                <a:gd name="T47" fmla="*/ 7 h 4768"/>
                <a:gd name="T48" fmla="*/ 30 w 3960"/>
                <a:gd name="T49" fmla="*/ 7 h 4768"/>
                <a:gd name="T50" fmla="*/ 29 w 3960"/>
                <a:gd name="T51" fmla="*/ 6 h 4768"/>
                <a:gd name="T52" fmla="*/ 19 w 3960"/>
                <a:gd name="T53" fmla="*/ 1 h 4768"/>
                <a:gd name="T54" fmla="*/ 18 w 3960"/>
                <a:gd name="T55" fmla="*/ 0 h 4768"/>
                <a:gd name="T56" fmla="*/ 17 w 3960"/>
                <a:gd name="T57" fmla="*/ 0 h 4768"/>
                <a:gd name="T58" fmla="*/ 17 w 3960"/>
                <a:gd name="T59" fmla="*/ 0 h 4768"/>
                <a:gd name="T60" fmla="*/ 16 w 3960"/>
                <a:gd name="T61" fmla="*/ 0 h 4768"/>
                <a:gd name="T62" fmla="*/ 15 w 3960"/>
                <a:gd name="T63" fmla="*/ 0 h 4768"/>
                <a:gd name="T64" fmla="*/ 14 w 3960"/>
                <a:gd name="T65" fmla="*/ 0 h 4768"/>
                <a:gd name="T66" fmla="*/ 14 w 3960"/>
                <a:gd name="T67" fmla="*/ 0 h 4768"/>
                <a:gd name="T68" fmla="*/ 2 w 3960"/>
                <a:gd name="T69" fmla="*/ 6 h 4768"/>
                <a:gd name="T70" fmla="*/ 2 w 3960"/>
                <a:gd name="T71" fmla="*/ 7 h 4768"/>
                <a:gd name="T72" fmla="*/ 1 w 3960"/>
                <a:gd name="T73" fmla="*/ 7 h 4768"/>
                <a:gd name="T74" fmla="*/ 1 w 3960"/>
                <a:gd name="T75" fmla="*/ 8 h 4768"/>
                <a:gd name="T76" fmla="*/ 1 w 3960"/>
                <a:gd name="T77" fmla="*/ 8 h 4768"/>
                <a:gd name="T78" fmla="*/ 0 w 3960"/>
                <a:gd name="T79" fmla="*/ 9 h 4768"/>
                <a:gd name="T80" fmla="*/ 0 w 3960"/>
                <a:gd name="T81" fmla="*/ 9 h 4768"/>
                <a:gd name="T82" fmla="*/ 0 w 3960"/>
                <a:gd name="T83" fmla="*/ 10 h 4768"/>
                <a:gd name="T84" fmla="*/ 0 w 3960"/>
                <a:gd name="T85" fmla="*/ 11 h 4768"/>
                <a:gd name="T86" fmla="*/ 0 w 3960"/>
                <a:gd name="T87" fmla="*/ 25 h 4768"/>
                <a:gd name="T88" fmla="*/ 0 w 3960"/>
                <a:gd name="T89" fmla="*/ 26 h 4768"/>
                <a:gd name="T90" fmla="*/ 0 w 3960"/>
                <a:gd name="T91" fmla="*/ 27 h 4768"/>
                <a:gd name="T92" fmla="*/ 1 w 3960"/>
                <a:gd name="T93" fmla="*/ 28 h 4768"/>
                <a:gd name="T94" fmla="*/ 1 w 3960"/>
                <a:gd name="T95" fmla="*/ 29 h 4768"/>
                <a:gd name="T96" fmla="*/ 1 w 3960"/>
                <a:gd name="T97" fmla="*/ 29 h 4768"/>
                <a:gd name="T98" fmla="*/ 2 w 3960"/>
                <a:gd name="T99" fmla="*/ 30 h 4768"/>
                <a:gd name="T100" fmla="*/ 3 w 3960"/>
                <a:gd name="T101" fmla="*/ 31 h 4768"/>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w 3960"/>
                <a:gd name="T154" fmla="*/ 0 h 4768"/>
                <a:gd name="T155" fmla="*/ 3960 w 3960"/>
                <a:gd name="T156" fmla="*/ 4768 h 4768"/>
              </a:gdLst>
              <a:ahLst/>
              <a:cxnLst>
                <a:cxn ang="T102">
                  <a:pos x="T0" y="T1"/>
                </a:cxn>
                <a:cxn ang="T103">
                  <a:pos x="T2" y="T3"/>
                </a:cxn>
                <a:cxn ang="T104">
                  <a:pos x="T4" y="T5"/>
                </a:cxn>
                <a:cxn ang="T105">
                  <a:pos x="T6" y="T7"/>
                </a:cxn>
                <a:cxn ang="T106">
                  <a:pos x="T8" y="T9"/>
                </a:cxn>
                <a:cxn ang="T107">
                  <a:pos x="T10" y="T11"/>
                </a:cxn>
                <a:cxn ang="T108">
                  <a:pos x="T12" y="T13"/>
                </a:cxn>
                <a:cxn ang="T109">
                  <a:pos x="T14" y="T15"/>
                </a:cxn>
                <a:cxn ang="T110">
                  <a:pos x="T16" y="T17"/>
                </a:cxn>
                <a:cxn ang="T111">
                  <a:pos x="T18" y="T19"/>
                </a:cxn>
                <a:cxn ang="T112">
                  <a:pos x="T20" y="T21"/>
                </a:cxn>
                <a:cxn ang="T113">
                  <a:pos x="T22" y="T23"/>
                </a:cxn>
                <a:cxn ang="T114">
                  <a:pos x="T24" y="T25"/>
                </a:cxn>
                <a:cxn ang="T115">
                  <a:pos x="T26" y="T27"/>
                </a:cxn>
                <a:cxn ang="T116">
                  <a:pos x="T28" y="T29"/>
                </a:cxn>
                <a:cxn ang="T117">
                  <a:pos x="T30" y="T31"/>
                </a:cxn>
                <a:cxn ang="T118">
                  <a:pos x="T32" y="T33"/>
                </a:cxn>
                <a:cxn ang="T119">
                  <a:pos x="T34" y="T35"/>
                </a:cxn>
                <a:cxn ang="T120">
                  <a:pos x="T36" y="T37"/>
                </a:cxn>
                <a:cxn ang="T121">
                  <a:pos x="T38" y="T39"/>
                </a:cxn>
                <a:cxn ang="T122">
                  <a:pos x="T40" y="T41"/>
                </a:cxn>
                <a:cxn ang="T123">
                  <a:pos x="T42" y="T43"/>
                </a:cxn>
                <a:cxn ang="T124">
                  <a:pos x="T44" y="T45"/>
                </a:cxn>
                <a:cxn ang="T125">
                  <a:pos x="T46" y="T47"/>
                </a:cxn>
                <a:cxn ang="T126">
                  <a:pos x="T48" y="T49"/>
                </a:cxn>
                <a:cxn ang="T127">
                  <a:pos x="T50" y="T51"/>
                </a:cxn>
                <a:cxn ang="T128">
                  <a:pos x="T52" y="T53"/>
                </a:cxn>
                <a:cxn ang="T129">
                  <a:pos x="T54" y="T55"/>
                </a:cxn>
                <a:cxn ang="T130">
                  <a:pos x="T56" y="T57"/>
                </a:cxn>
                <a:cxn ang="T131">
                  <a:pos x="T58" y="T59"/>
                </a:cxn>
                <a:cxn ang="T132">
                  <a:pos x="T60" y="T61"/>
                </a:cxn>
                <a:cxn ang="T133">
                  <a:pos x="T62" y="T63"/>
                </a:cxn>
                <a:cxn ang="T134">
                  <a:pos x="T64" y="T65"/>
                </a:cxn>
                <a:cxn ang="T135">
                  <a:pos x="T66" y="T67"/>
                </a:cxn>
                <a:cxn ang="T136">
                  <a:pos x="T68" y="T69"/>
                </a:cxn>
                <a:cxn ang="T137">
                  <a:pos x="T70" y="T71"/>
                </a:cxn>
                <a:cxn ang="T138">
                  <a:pos x="T72" y="T73"/>
                </a:cxn>
                <a:cxn ang="T139">
                  <a:pos x="T74" y="T75"/>
                </a:cxn>
                <a:cxn ang="T140">
                  <a:pos x="T76" y="T77"/>
                </a:cxn>
                <a:cxn ang="T141">
                  <a:pos x="T78" y="T79"/>
                </a:cxn>
                <a:cxn ang="T142">
                  <a:pos x="T80" y="T81"/>
                </a:cxn>
                <a:cxn ang="T143">
                  <a:pos x="T82" y="T83"/>
                </a:cxn>
                <a:cxn ang="T144">
                  <a:pos x="T84" y="T85"/>
                </a:cxn>
                <a:cxn ang="T145">
                  <a:pos x="T86" y="T87"/>
                </a:cxn>
                <a:cxn ang="T146">
                  <a:pos x="T88" y="T89"/>
                </a:cxn>
                <a:cxn ang="T147">
                  <a:pos x="T90" y="T91"/>
                </a:cxn>
                <a:cxn ang="T148">
                  <a:pos x="T92" y="T93"/>
                </a:cxn>
                <a:cxn ang="T149">
                  <a:pos x="T94" y="T95"/>
                </a:cxn>
                <a:cxn ang="T150">
                  <a:pos x="T96" y="T97"/>
                </a:cxn>
                <a:cxn ang="T151">
                  <a:pos x="T98" y="T99"/>
                </a:cxn>
                <a:cxn ang="T152">
                  <a:pos x="T100" y="T101"/>
                </a:cxn>
              </a:cxnLst>
              <a:rect l="T153" t="T154" r="T155" b="T156"/>
              <a:pathLst>
                <a:path w="3960" h="4768">
                  <a:moveTo>
                    <a:pt x="353" y="3849"/>
                  </a:moveTo>
                  <a:lnTo>
                    <a:pt x="1661" y="4700"/>
                  </a:lnTo>
                  <a:lnTo>
                    <a:pt x="1697" y="4717"/>
                  </a:lnTo>
                  <a:lnTo>
                    <a:pt x="1736" y="4731"/>
                  </a:lnTo>
                  <a:lnTo>
                    <a:pt x="1776" y="4742"/>
                  </a:lnTo>
                  <a:lnTo>
                    <a:pt x="1818" y="4753"/>
                  </a:lnTo>
                  <a:lnTo>
                    <a:pt x="1860" y="4760"/>
                  </a:lnTo>
                  <a:lnTo>
                    <a:pt x="1902" y="4765"/>
                  </a:lnTo>
                  <a:lnTo>
                    <a:pt x="1946" y="4768"/>
                  </a:lnTo>
                  <a:lnTo>
                    <a:pt x="1988" y="4768"/>
                  </a:lnTo>
                  <a:lnTo>
                    <a:pt x="2031" y="4767"/>
                  </a:lnTo>
                  <a:lnTo>
                    <a:pt x="2073" y="4763"/>
                  </a:lnTo>
                  <a:lnTo>
                    <a:pt x="2114" y="4758"/>
                  </a:lnTo>
                  <a:lnTo>
                    <a:pt x="2154" y="4751"/>
                  </a:lnTo>
                  <a:lnTo>
                    <a:pt x="2193" y="4740"/>
                  </a:lnTo>
                  <a:lnTo>
                    <a:pt x="2230" y="4729"/>
                  </a:lnTo>
                  <a:lnTo>
                    <a:pt x="2264" y="4715"/>
                  </a:lnTo>
                  <a:lnTo>
                    <a:pt x="2297" y="4700"/>
                  </a:lnTo>
                  <a:lnTo>
                    <a:pt x="3639" y="3825"/>
                  </a:lnTo>
                  <a:lnTo>
                    <a:pt x="3673" y="3795"/>
                  </a:lnTo>
                  <a:lnTo>
                    <a:pt x="3707" y="3761"/>
                  </a:lnTo>
                  <a:lnTo>
                    <a:pt x="3738" y="3725"/>
                  </a:lnTo>
                  <a:lnTo>
                    <a:pt x="3768" y="3685"/>
                  </a:lnTo>
                  <a:lnTo>
                    <a:pt x="3796" y="3644"/>
                  </a:lnTo>
                  <a:lnTo>
                    <a:pt x="3821" y="3599"/>
                  </a:lnTo>
                  <a:lnTo>
                    <a:pt x="3846" y="3553"/>
                  </a:lnTo>
                  <a:lnTo>
                    <a:pt x="3868" y="3505"/>
                  </a:lnTo>
                  <a:lnTo>
                    <a:pt x="3888" y="3456"/>
                  </a:lnTo>
                  <a:lnTo>
                    <a:pt x="3907" y="3406"/>
                  </a:lnTo>
                  <a:lnTo>
                    <a:pt x="3922" y="3354"/>
                  </a:lnTo>
                  <a:lnTo>
                    <a:pt x="3935" y="3303"/>
                  </a:lnTo>
                  <a:lnTo>
                    <a:pt x="3946" y="3250"/>
                  </a:lnTo>
                  <a:lnTo>
                    <a:pt x="3953" y="3197"/>
                  </a:lnTo>
                  <a:lnTo>
                    <a:pt x="3957" y="3144"/>
                  </a:lnTo>
                  <a:lnTo>
                    <a:pt x="3960" y="3092"/>
                  </a:lnTo>
                  <a:lnTo>
                    <a:pt x="3959" y="1313"/>
                  </a:lnTo>
                  <a:lnTo>
                    <a:pt x="3955" y="1271"/>
                  </a:lnTo>
                  <a:lnTo>
                    <a:pt x="3949" y="1229"/>
                  </a:lnTo>
                  <a:lnTo>
                    <a:pt x="3941" y="1189"/>
                  </a:lnTo>
                  <a:lnTo>
                    <a:pt x="3930" y="1149"/>
                  </a:lnTo>
                  <a:lnTo>
                    <a:pt x="3918" y="1111"/>
                  </a:lnTo>
                  <a:lnTo>
                    <a:pt x="3902" y="1075"/>
                  </a:lnTo>
                  <a:lnTo>
                    <a:pt x="3886" y="1040"/>
                  </a:lnTo>
                  <a:lnTo>
                    <a:pt x="3867" y="1006"/>
                  </a:lnTo>
                  <a:lnTo>
                    <a:pt x="3846" y="973"/>
                  </a:lnTo>
                  <a:lnTo>
                    <a:pt x="3823" y="942"/>
                  </a:lnTo>
                  <a:lnTo>
                    <a:pt x="3798" y="913"/>
                  </a:lnTo>
                  <a:lnTo>
                    <a:pt x="3771" y="886"/>
                  </a:lnTo>
                  <a:lnTo>
                    <a:pt x="3743" y="860"/>
                  </a:lnTo>
                  <a:lnTo>
                    <a:pt x="3714" y="837"/>
                  </a:lnTo>
                  <a:lnTo>
                    <a:pt x="3682" y="816"/>
                  </a:lnTo>
                  <a:lnTo>
                    <a:pt x="3649" y="796"/>
                  </a:lnTo>
                  <a:lnTo>
                    <a:pt x="2386" y="83"/>
                  </a:lnTo>
                  <a:lnTo>
                    <a:pt x="2350" y="65"/>
                  </a:lnTo>
                  <a:lnTo>
                    <a:pt x="2310" y="50"/>
                  </a:lnTo>
                  <a:lnTo>
                    <a:pt x="2268" y="36"/>
                  </a:lnTo>
                  <a:lnTo>
                    <a:pt x="2223" y="24"/>
                  </a:lnTo>
                  <a:lnTo>
                    <a:pt x="2178" y="15"/>
                  </a:lnTo>
                  <a:lnTo>
                    <a:pt x="2131" y="8"/>
                  </a:lnTo>
                  <a:lnTo>
                    <a:pt x="2082" y="3"/>
                  </a:lnTo>
                  <a:lnTo>
                    <a:pt x="2032" y="0"/>
                  </a:lnTo>
                  <a:lnTo>
                    <a:pt x="1982" y="1"/>
                  </a:lnTo>
                  <a:lnTo>
                    <a:pt x="1933" y="3"/>
                  </a:lnTo>
                  <a:lnTo>
                    <a:pt x="1882" y="9"/>
                  </a:lnTo>
                  <a:lnTo>
                    <a:pt x="1833" y="17"/>
                  </a:lnTo>
                  <a:lnTo>
                    <a:pt x="1785" y="29"/>
                  </a:lnTo>
                  <a:lnTo>
                    <a:pt x="1737" y="43"/>
                  </a:lnTo>
                  <a:lnTo>
                    <a:pt x="1691" y="62"/>
                  </a:lnTo>
                  <a:lnTo>
                    <a:pt x="1647" y="83"/>
                  </a:lnTo>
                  <a:lnTo>
                    <a:pt x="311" y="782"/>
                  </a:lnTo>
                  <a:lnTo>
                    <a:pt x="276" y="803"/>
                  </a:lnTo>
                  <a:lnTo>
                    <a:pt x="243" y="826"/>
                  </a:lnTo>
                  <a:lnTo>
                    <a:pt x="213" y="852"/>
                  </a:lnTo>
                  <a:lnTo>
                    <a:pt x="184" y="879"/>
                  </a:lnTo>
                  <a:lnTo>
                    <a:pt x="155" y="908"/>
                  </a:lnTo>
                  <a:lnTo>
                    <a:pt x="131" y="939"/>
                  </a:lnTo>
                  <a:lnTo>
                    <a:pt x="107" y="971"/>
                  </a:lnTo>
                  <a:lnTo>
                    <a:pt x="86" y="1005"/>
                  </a:lnTo>
                  <a:lnTo>
                    <a:pt x="68" y="1040"/>
                  </a:lnTo>
                  <a:lnTo>
                    <a:pt x="50" y="1076"/>
                  </a:lnTo>
                  <a:lnTo>
                    <a:pt x="36" y="1115"/>
                  </a:lnTo>
                  <a:lnTo>
                    <a:pt x="23" y="1153"/>
                  </a:lnTo>
                  <a:lnTo>
                    <a:pt x="14" y="1195"/>
                  </a:lnTo>
                  <a:lnTo>
                    <a:pt x="7" y="1236"/>
                  </a:lnTo>
                  <a:lnTo>
                    <a:pt x="2" y="1279"/>
                  </a:lnTo>
                  <a:lnTo>
                    <a:pt x="0" y="1322"/>
                  </a:lnTo>
                  <a:lnTo>
                    <a:pt x="0" y="3093"/>
                  </a:lnTo>
                  <a:lnTo>
                    <a:pt x="2" y="3147"/>
                  </a:lnTo>
                  <a:lnTo>
                    <a:pt x="7" y="3202"/>
                  </a:lnTo>
                  <a:lnTo>
                    <a:pt x="15" y="3257"/>
                  </a:lnTo>
                  <a:lnTo>
                    <a:pt x="27" y="3312"/>
                  </a:lnTo>
                  <a:lnTo>
                    <a:pt x="42" y="3366"/>
                  </a:lnTo>
                  <a:lnTo>
                    <a:pt x="59" y="3420"/>
                  </a:lnTo>
                  <a:lnTo>
                    <a:pt x="79" y="3474"/>
                  </a:lnTo>
                  <a:lnTo>
                    <a:pt x="102" y="3525"/>
                  </a:lnTo>
                  <a:lnTo>
                    <a:pt x="127" y="3576"/>
                  </a:lnTo>
                  <a:lnTo>
                    <a:pt x="154" y="3624"/>
                  </a:lnTo>
                  <a:lnTo>
                    <a:pt x="184" y="3670"/>
                  </a:lnTo>
                  <a:lnTo>
                    <a:pt x="214" y="3712"/>
                  </a:lnTo>
                  <a:lnTo>
                    <a:pt x="247" y="3752"/>
                  </a:lnTo>
                  <a:lnTo>
                    <a:pt x="281" y="3788"/>
                  </a:lnTo>
                  <a:lnTo>
                    <a:pt x="317" y="3821"/>
                  </a:lnTo>
                  <a:lnTo>
                    <a:pt x="353" y="384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4531" name="Freeform 33"/>
            <p:cNvSpPr>
              <a:spLocks/>
            </p:cNvSpPr>
            <p:nvPr/>
          </p:nvSpPr>
          <p:spPr bwMode="auto">
            <a:xfrm>
              <a:off x="943" y="2210"/>
              <a:ext cx="276" cy="187"/>
            </a:xfrm>
            <a:custGeom>
              <a:avLst/>
              <a:gdLst>
                <a:gd name="T0" fmla="*/ 11 w 1380"/>
                <a:gd name="T1" fmla="*/ 7 h 937"/>
                <a:gd name="T2" fmla="*/ 11 w 1380"/>
                <a:gd name="T3" fmla="*/ 7 h 937"/>
                <a:gd name="T4" fmla="*/ 0 w 1380"/>
                <a:gd name="T5" fmla="*/ 0 h 937"/>
                <a:gd name="T6" fmla="*/ 0 w 1380"/>
                <a:gd name="T7" fmla="*/ 1 h 937"/>
                <a:gd name="T8" fmla="*/ 10 w 1380"/>
                <a:gd name="T9" fmla="*/ 7 h 937"/>
                <a:gd name="T10" fmla="*/ 10 w 1380"/>
                <a:gd name="T11" fmla="*/ 7 h 937"/>
                <a:gd name="T12" fmla="*/ 10 w 1380"/>
                <a:gd name="T13" fmla="*/ 7 h 937"/>
                <a:gd name="T14" fmla="*/ 11 w 1380"/>
                <a:gd name="T15" fmla="*/ 7 h 937"/>
                <a:gd name="T16" fmla="*/ 11 w 1380"/>
                <a:gd name="T17" fmla="*/ 7 h 937"/>
                <a:gd name="T18" fmla="*/ 11 w 1380"/>
                <a:gd name="T19" fmla="*/ 7 h 937"/>
                <a:gd name="T20" fmla="*/ 11 w 1380"/>
                <a:gd name="T21" fmla="*/ 7 h 937"/>
                <a:gd name="T22" fmla="*/ 11 w 1380"/>
                <a:gd name="T23" fmla="*/ 7 h 937"/>
                <a:gd name="T24" fmla="*/ 11 w 1380"/>
                <a:gd name="T25" fmla="*/ 7 h 937"/>
                <a:gd name="T26" fmla="*/ 11 w 1380"/>
                <a:gd name="T27" fmla="*/ 7 h 937"/>
                <a:gd name="T28" fmla="*/ 11 w 1380"/>
                <a:gd name="T29" fmla="*/ 7 h 937"/>
                <a:gd name="T30" fmla="*/ 11 w 1380"/>
                <a:gd name="T31" fmla="*/ 7 h 93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80"/>
                <a:gd name="T49" fmla="*/ 0 h 937"/>
                <a:gd name="T50" fmla="*/ 1380 w 1380"/>
                <a:gd name="T51" fmla="*/ 937 h 93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80" h="937">
                  <a:moveTo>
                    <a:pt x="1354" y="848"/>
                  </a:moveTo>
                  <a:lnTo>
                    <a:pt x="1359" y="851"/>
                  </a:lnTo>
                  <a:lnTo>
                    <a:pt x="51" y="0"/>
                  </a:lnTo>
                  <a:lnTo>
                    <a:pt x="0" y="78"/>
                  </a:lnTo>
                  <a:lnTo>
                    <a:pt x="1307" y="929"/>
                  </a:lnTo>
                  <a:lnTo>
                    <a:pt x="1312" y="932"/>
                  </a:lnTo>
                  <a:lnTo>
                    <a:pt x="1307" y="929"/>
                  </a:lnTo>
                  <a:lnTo>
                    <a:pt x="1326" y="937"/>
                  </a:lnTo>
                  <a:lnTo>
                    <a:pt x="1345" y="936"/>
                  </a:lnTo>
                  <a:lnTo>
                    <a:pt x="1360" y="929"/>
                  </a:lnTo>
                  <a:lnTo>
                    <a:pt x="1372" y="916"/>
                  </a:lnTo>
                  <a:lnTo>
                    <a:pt x="1379" y="899"/>
                  </a:lnTo>
                  <a:lnTo>
                    <a:pt x="1380" y="883"/>
                  </a:lnTo>
                  <a:lnTo>
                    <a:pt x="1374" y="865"/>
                  </a:lnTo>
                  <a:lnTo>
                    <a:pt x="1359" y="851"/>
                  </a:lnTo>
                  <a:lnTo>
                    <a:pt x="1354" y="84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4532" name="Freeform 34"/>
            <p:cNvSpPr>
              <a:spLocks/>
            </p:cNvSpPr>
            <p:nvPr/>
          </p:nvSpPr>
          <p:spPr bwMode="auto">
            <a:xfrm>
              <a:off x="1206" y="2379"/>
              <a:ext cx="140" cy="32"/>
            </a:xfrm>
            <a:custGeom>
              <a:avLst/>
              <a:gdLst>
                <a:gd name="T0" fmla="*/ 5 w 703"/>
                <a:gd name="T1" fmla="*/ 0 h 162"/>
                <a:gd name="T2" fmla="*/ 5 w 703"/>
                <a:gd name="T3" fmla="*/ 0 h 162"/>
                <a:gd name="T4" fmla="*/ 5 w 703"/>
                <a:gd name="T5" fmla="*/ 0 h 162"/>
                <a:gd name="T6" fmla="*/ 5 w 703"/>
                <a:gd name="T7" fmla="*/ 0 h 162"/>
                <a:gd name="T8" fmla="*/ 4 w 703"/>
                <a:gd name="T9" fmla="*/ 0 h 162"/>
                <a:gd name="T10" fmla="*/ 4 w 703"/>
                <a:gd name="T11" fmla="*/ 0 h 162"/>
                <a:gd name="T12" fmla="*/ 4 w 703"/>
                <a:gd name="T13" fmla="*/ 0 h 162"/>
                <a:gd name="T14" fmla="*/ 3 w 703"/>
                <a:gd name="T15" fmla="*/ 1 h 162"/>
                <a:gd name="T16" fmla="*/ 3 w 703"/>
                <a:gd name="T17" fmla="*/ 1 h 162"/>
                <a:gd name="T18" fmla="*/ 3 w 703"/>
                <a:gd name="T19" fmla="*/ 1 h 162"/>
                <a:gd name="T20" fmla="*/ 2 w 703"/>
                <a:gd name="T21" fmla="*/ 1 h 162"/>
                <a:gd name="T22" fmla="*/ 2 w 703"/>
                <a:gd name="T23" fmla="*/ 1 h 162"/>
                <a:gd name="T24" fmla="*/ 2 w 703"/>
                <a:gd name="T25" fmla="*/ 0 h 162"/>
                <a:gd name="T26" fmla="*/ 1 w 703"/>
                <a:gd name="T27" fmla="*/ 0 h 162"/>
                <a:gd name="T28" fmla="*/ 1 w 703"/>
                <a:gd name="T29" fmla="*/ 0 h 162"/>
                <a:gd name="T30" fmla="*/ 1 w 703"/>
                <a:gd name="T31" fmla="*/ 0 h 162"/>
                <a:gd name="T32" fmla="*/ 1 w 703"/>
                <a:gd name="T33" fmla="*/ 0 h 162"/>
                <a:gd name="T34" fmla="*/ 0 w 703"/>
                <a:gd name="T35" fmla="*/ 0 h 162"/>
                <a:gd name="T36" fmla="*/ 0 w 703"/>
                <a:gd name="T37" fmla="*/ 1 h 162"/>
                <a:gd name="T38" fmla="*/ 0 w 703"/>
                <a:gd name="T39" fmla="*/ 1 h 162"/>
                <a:gd name="T40" fmla="*/ 1 w 703"/>
                <a:gd name="T41" fmla="*/ 1 h 162"/>
                <a:gd name="T42" fmla="*/ 1 w 703"/>
                <a:gd name="T43" fmla="*/ 1 h 162"/>
                <a:gd name="T44" fmla="*/ 1 w 703"/>
                <a:gd name="T45" fmla="*/ 1 h 162"/>
                <a:gd name="T46" fmla="*/ 2 w 703"/>
                <a:gd name="T47" fmla="*/ 1 h 162"/>
                <a:gd name="T48" fmla="*/ 2 w 703"/>
                <a:gd name="T49" fmla="*/ 1 h 162"/>
                <a:gd name="T50" fmla="*/ 2 w 703"/>
                <a:gd name="T51" fmla="*/ 1 h 162"/>
                <a:gd name="T52" fmla="*/ 3 w 703"/>
                <a:gd name="T53" fmla="*/ 1 h 162"/>
                <a:gd name="T54" fmla="*/ 3 w 703"/>
                <a:gd name="T55" fmla="*/ 1 h 162"/>
                <a:gd name="T56" fmla="*/ 3 w 703"/>
                <a:gd name="T57" fmla="*/ 1 h 162"/>
                <a:gd name="T58" fmla="*/ 4 w 703"/>
                <a:gd name="T59" fmla="*/ 1 h 162"/>
                <a:gd name="T60" fmla="*/ 4 w 703"/>
                <a:gd name="T61" fmla="*/ 1 h 162"/>
                <a:gd name="T62" fmla="*/ 5 w 703"/>
                <a:gd name="T63" fmla="*/ 1 h 162"/>
                <a:gd name="T64" fmla="*/ 5 w 703"/>
                <a:gd name="T65" fmla="*/ 1 h 162"/>
                <a:gd name="T66" fmla="*/ 5 w 703"/>
                <a:gd name="T67" fmla="*/ 1 h 162"/>
                <a:gd name="T68" fmla="*/ 5 w 703"/>
                <a:gd name="T69" fmla="*/ 1 h 162"/>
                <a:gd name="T70" fmla="*/ 5 w 703"/>
                <a:gd name="T71" fmla="*/ 1 h 162"/>
                <a:gd name="T72" fmla="*/ 5 w 703"/>
                <a:gd name="T73" fmla="*/ 1 h 162"/>
                <a:gd name="T74" fmla="*/ 5 w 703"/>
                <a:gd name="T75" fmla="*/ 1 h 162"/>
                <a:gd name="T76" fmla="*/ 6 w 703"/>
                <a:gd name="T77" fmla="*/ 0 h 162"/>
                <a:gd name="T78" fmla="*/ 6 w 703"/>
                <a:gd name="T79" fmla="*/ 0 h 162"/>
                <a:gd name="T80" fmla="*/ 6 w 703"/>
                <a:gd name="T81" fmla="*/ 0 h 162"/>
                <a:gd name="T82" fmla="*/ 5 w 703"/>
                <a:gd name="T83" fmla="*/ 0 h 162"/>
                <a:gd name="T84" fmla="*/ 5 w 703"/>
                <a:gd name="T85" fmla="*/ 0 h 162"/>
                <a:gd name="T86" fmla="*/ 5 w 703"/>
                <a:gd name="T87" fmla="*/ 0 h 162"/>
                <a:gd name="T88" fmla="*/ 5 w 703"/>
                <a:gd name="T89" fmla="*/ 0 h 162"/>
                <a:gd name="T90" fmla="*/ 5 w 703"/>
                <a:gd name="T91" fmla="*/ 0 h 162"/>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703"/>
                <a:gd name="T139" fmla="*/ 0 h 162"/>
                <a:gd name="T140" fmla="*/ 703 w 703"/>
                <a:gd name="T141" fmla="*/ 162 h 162"/>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703" h="162">
                  <a:moveTo>
                    <a:pt x="631" y="8"/>
                  </a:moveTo>
                  <a:lnTo>
                    <a:pt x="636" y="6"/>
                  </a:lnTo>
                  <a:lnTo>
                    <a:pt x="606" y="20"/>
                  </a:lnTo>
                  <a:lnTo>
                    <a:pt x="575" y="32"/>
                  </a:lnTo>
                  <a:lnTo>
                    <a:pt x="540" y="42"/>
                  </a:lnTo>
                  <a:lnTo>
                    <a:pt x="504" y="52"/>
                  </a:lnTo>
                  <a:lnTo>
                    <a:pt x="467" y="59"/>
                  </a:lnTo>
                  <a:lnTo>
                    <a:pt x="428" y="64"/>
                  </a:lnTo>
                  <a:lnTo>
                    <a:pt x="389" y="67"/>
                  </a:lnTo>
                  <a:lnTo>
                    <a:pt x="348" y="68"/>
                  </a:lnTo>
                  <a:lnTo>
                    <a:pt x="308" y="68"/>
                  </a:lnTo>
                  <a:lnTo>
                    <a:pt x="267" y="65"/>
                  </a:lnTo>
                  <a:lnTo>
                    <a:pt x="226" y="61"/>
                  </a:lnTo>
                  <a:lnTo>
                    <a:pt x="187" y="54"/>
                  </a:lnTo>
                  <a:lnTo>
                    <a:pt x="148" y="44"/>
                  </a:lnTo>
                  <a:lnTo>
                    <a:pt x="110" y="33"/>
                  </a:lnTo>
                  <a:lnTo>
                    <a:pt x="75" y="20"/>
                  </a:lnTo>
                  <a:lnTo>
                    <a:pt x="42" y="5"/>
                  </a:lnTo>
                  <a:lnTo>
                    <a:pt x="0" y="89"/>
                  </a:lnTo>
                  <a:lnTo>
                    <a:pt x="40" y="107"/>
                  </a:lnTo>
                  <a:lnTo>
                    <a:pt x="82" y="122"/>
                  </a:lnTo>
                  <a:lnTo>
                    <a:pt x="124" y="135"/>
                  </a:lnTo>
                  <a:lnTo>
                    <a:pt x="169" y="146"/>
                  </a:lnTo>
                  <a:lnTo>
                    <a:pt x="214" y="153"/>
                  </a:lnTo>
                  <a:lnTo>
                    <a:pt x="258" y="158"/>
                  </a:lnTo>
                  <a:lnTo>
                    <a:pt x="303" y="162"/>
                  </a:lnTo>
                  <a:lnTo>
                    <a:pt x="348" y="162"/>
                  </a:lnTo>
                  <a:lnTo>
                    <a:pt x="394" y="161"/>
                  </a:lnTo>
                  <a:lnTo>
                    <a:pt x="439" y="157"/>
                  </a:lnTo>
                  <a:lnTo>
                    <a:pt x="481" y="150"/>
                  </a:lnTo>
                  <a:lnTo>
                    <a:pt x="525" y="143"/>
                  </a:lnTo>
                  <a:lnTo>
                    <a:pt x="566" y="132"/>
                  </a:lnTo>
                  <a:lnTo>
                    <a:pt x="606" y="121"/>
                  </a:lnTo>
                  <a:lnTo>
                    <a:pt x="643" y="105"/>
                  </a:lnTo>
                  <a:lnTo>
                    <a:pt x="678" y="88"/>
                  </a:lnTo>
                  <a:lnTo>
                    <a:pt x="683" y="86"/>
                  </a:lnTo>
                  <a:lnTo>
                    <a:pt x="678" y="88"/>
                  </a:lnTo>
                  <a:lnTo>
                    <a:pt x="695" y="75"/>
                  </a:lnTo>
                  <a:lnTo>
                    <a:pt x="702" y="60"/>
                  </a:lnTo>
                  <a:lnTo>
                    <a:pt x="703" y="42"/>
                  </a:lnTo>
                  <a:lnTo>
                    <a:pt x="698" y="26"/>
                  </a:lnTo>
                  <a:lnTo>
                    <a:pt x="688" y="12"/>
                  </a:lnTo>
                  <a:lnTo>
                    <a:pt x="674" y="3"/>
                  </a:lnTo>
                  <a:lnTo>
                    <a:pt x="656" y="0"/>
                  </a:lnTo>
                  <a:lnTo>
                    <a:pt x="636" y="6"/>
                  </a:lnTo>
                  <a:lnTo>
                    <a:pt x="631"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4533" name="Freeform 35"/>
            <p:cNvSpPr>
              <a:spLocks/>
            </p:cNvSpPr>
            <p:nvPr/>
          </p:nvSpPr>
          <p:spPr bwMode="auto">
            <a:xfrm>
              <a:off x="1332" y="2204"/>
              <a:ext cx="283" cy="192"/>
            </a:xfrm>
            <a:custGeom>
              <a:avLst/>
              <a:gdLst>
                <a:gd name="T0" fmla="*/ 11 w 1415"/>
                <a:gd name="T1" fmla="*/ 0 h 960"/>
                <a:gd name="T2" fmla="*/ 11 w 1415"/>
                <a:gd name="T3" fmla="*/ 0 h 960"/>
                <a:gd name="T4" fmla="*/ 0 w 1415"/>
                <a:gd name="T5" fmla="*/ 7 h 960"/>
                <a:gd name="T6" fmla="*/ 0 w 1415"/>
                <a:gd name="T7" fmla="*/ 8 h 960"/>
                <a:gd name="T8" fmla="*/ 11 w 1415"/>
                <a:gd name="T9" fmla="*/ 1 h 960"/>
                <a:gd name="T10" fmla="*/ 11 w 1415"/>
                <a:gd name="T11" fmla="*/ 1 h 960"/>
                <a:gd name="T12" fmla="*/ 11 w 1415"/>
                <a:gd name="T13" fmla="*/ 1 h 960"/>
                <a:gd name="T14" fmla="*/ 11 w 1415"/>
                <a:gd name="T15" fmla="*/ 1 h 960"/>
                <a:gd name="T16" fmla="*/ 11 w 1415"/>
                <a:gd name="T17" fmla="*/ 0 h 960"/>
                <a:gd name="T18" fmla="*/ 11 w 1415"/>
                <a:gd name="T19" fmla="*/ 0 h 960"/>
                <a:gd name="T20" fmla="*/ 11 w 1415"/>
                <a:gd name="T21" fmla="*/ 0 h 960"/>
                <a:gd name="T22" fmla="*/ 11 w 1415"/>
                <a:gd name="T23" fmla="*/ 0 h 960"/>
                <a:gd name="T24" fmla="*/ 11 w 1415"/>
                <a:gd name="T25" fmla="*/ 0 h 960"/>
                <a:gd name="T26" fmla="*/ 11 w 1415"/>
                <a:gd name="T27" fmla="*/ 0 h 960"/>
                <a:gd name="T28" fmla="*/ 11 w 1415"/>
                <a:gd name="T29" fmla="*/ 0 h 960"/>
                <a:gd name="T30" fmla="*/ 11 w 1415"/>
                <a:gd name="T31" fmla="*/ 0 h 96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15"/>
                <a:gd name="T49" fmla="*/ 0 h 960"/>
                <a:gd name="T50" fmla="*/ 1415 w 1415"/>
                <a:gd name="T51" fmla="*/ 960 h 96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15" h="960">
                  <a:moveTo>
                    <a:pt x="1338" y="10"/>
                  </a:moveTo>
                  <a:lnTo>
                    <a:pt x="1342" y="8"/>
                  </a:lnTo>
                  <a:lnTo>
                    <a:pt x="0" y="882"/>
                  </a:lnTo>
                  <a:lnTo>
                    <a:pt x="52" y="960"/>
                  </a:lnTo>
                  <a:lnTo>
                    <a:pt x="1393" y="85"/>
                  </a:lnTo>
                  <a:lnTo>
                    <a:pt x="1397" y="83"/>
                  </a:lnTo>
                  <a:lnTo>
                    <a:pt x="1393" y="85"/>
                  </a:lnTo>
                  <a:lnTo>
                    <a:pt x="1409" y="71"/>
                  </a:lnTo>
                  <a:lnTo>
                    <a:pt x="1415" y="53"/>
                  </a:lnTo>
                  <a:lnTo>
                    <a:pt x="1413" y="37"/>
                  </a:lnTo>
                  <a:lnTo>
                    <a:pt x="1406" y="21"/>
                  </a:lnTo>
                  <a:lnTo>
                    <a:pt x="1395" y="8"/>
                  </a:lnTo>
                  <a:lnTo>
                    <a:pt x="1379" y="1"/>
                  </a:lnTo>
                  <a:lnTo>
                    <a:pt x="1361" y="0"/>
                  </a:lnTo>
                  <a:lnTo>
                    <a:pt x="1342" y="8"/>
                  </a:lnTo>
                  <a:lnTo>
                    <a:pt x="1338" y="1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4534" name="Freeform 36"/>
            <p:cNvSpPr>
              <a:spLocks/>
            </p:cNvSpPr>
            <p:nvPr/>
          </p:nvSpPr>
          <p:spPr bwMode="auto">
            <a:xfrm>
              <a:off x="1599" y="2057"/>
              <a:ext cx="80" cy="163"/>
            </a:xfrm>
            <a:custGeom>
              <a:avLst/>
              <a:gdLst>
                <a:gd name="T0" fmla="*/ 2 w 398"/>
                <a:gd name="T1" fmla="*/ 0 h 817"/>
                <a:gd name="T2" fmla="*/ 2 w 398"/>
                <a:gd name="T3" fmla="*/ 0 h 817"/>
                <a:gd name="T4" fmla="*/ 2 w 398"/>
                <a:gd name="T5" fmla="*/ 1 h 817"/>
                <a:gd name="T6" fmla="*/ 2 w 398"/>
                <a:gd name="T7" fmla="*/ 1 h 817"/>
                <a:gd name="T8" fmla="*/ 2 w 398"/>
                <a:gd name="T9" fmla="*/ 2 h 817"/>
                <a:gd name="T10" fmla="*/ 2 w 398"/>
                <a:gd name="T11" fmla="*/ 2 h 817"/>
                <a:gd name="T12" fmla="*/ 2 w 398"/>
                <a:gd name="T13" fmla="*/ 2 h 817"/>
                <a:gd name="T14" fmla="*/ 2 w 398"/>
                <a:gd name="T15" fmla="*/ 3 h 817"/>
                <a:gd name="T16" fmla="*/ 2 w 398"/>
                <a:gd name="T17" fmla="*/ 3 h 817"/>
                <a:gd name="T18" fmla="*/ 2 w 398"/>
                <a:gd name="T19" fmla="*/ 4 h 817"/>
                <a:gd name="T20" fmla="*/ 2 w 398"/>
                <a:gd name="T21" fmla="*/ 4 h 817"/>
                <a:gd name="T22" fmla="*/ 1 w 398"/>
                <a:gd name="T23" fmla="*/ 4 h 817"/>
                <a:gd name="T24" fmla="*/ 1 w 398"/>
                <a:gd name="T25" fmla="*/ 5 h 817"/>
                <a:gd name="T26" fmla="*/ 1 w 398"/>
                <a:gd name="T27" fmla="*/ 5 h 817"/>
                <a:gd name="T28" fmla="*/ 1 w 398"/>
                <a:gd name="T29" fmla="*/ 5 h 817"/>
                <a:gd name="T30" fmla="*/ 1 w 398"/>
                <a:gd name="T31" fmla="*/ 5 h 817"/>
                <a:gd name="T32" fmla="*/ 0 w 398"/>
                <a:gd name="T33" fmla="*/ 6 h 817"/>
                <a:gd name="T34" fmla="*/ 0 w 398"/>
                <a:gd name="T35" fmla="*/ 6 h 817"/>
                <a:gd name="T36" fmla="*/ 0 w 398"/>
                <a:gd name="T37" fmla="*/ 7 h 817"/>
                <a:gd name="T38" fmla="*/ 1 w 398"/>
                <a:gd name="T39" fmla="*/ 6 h 817"/>
                <a:gd name="T40" fmla="*/ 1 w 398"/>
                <a:gd name="T41" fmla="*/ 6 h 817"/>
                <a:gd name="T42" fmla="*/ 1 w 398"/>
                <a:gd name="T43" fmla="*/ 6 h 817"/>
                <a:gd name="T44" fmla="*/ 2 w 398"/>
                <a:gd name="T45" fmla="*/ 5 h 817"/>
                <a:gd name="T46" fmla="*/ 2 w 398"/>
                <a:gd name="T47" fmla="*/ 5 h 817"/>
                <a:gd name="T48" fmla="*/ 2 w 398"/>
                <a:gd name="T49" fmla="*/ 5 h 817"/>
                <a:gd name="T50" fmla="*/ 2 w 398"/>
                <a:gd name="T51" fmla="*/ 4 h 817"/>
                <a:gd name="T52" fmla="*/ 2 w 398"/>
                <a:gd name="T53" fmla="*/ 4 h 817"/>
                <a:gd name="T54" fmla="*/ 3 w 398"/>
                <a:gd name="T55" fmla="*/ 3 h 817"/>
                <a:gd name="T56" fmla="*/ 3 w 398"/>
                <a:gd name="T57" fmla="*/ 3 h 817"/>
                <a:gd name="T58" fmla="*/ 3 w 398"/>
                <a:gd name="T59" fmla="*/ 3 h 817"/>
                <a:gd name="T60" fmla="*/ 3 w 398"/>
                <a:gd name="T61" fmla="*/ 2 h 817"/>
                <a:gd name="T62" fmla="*/ 3 w 398"/>
                <a:gd name="T63" fmla="*/ 2 h 817"/>
                <a:gd name="T64" fmla="*/ 3 w 398"/>
                <a:gd name="T65" fmla="*/ 1 h 817"/>
                <a:gd name="T66" fmla="*/ 3 w 398"/>
                <a:gd name="T67" fmla="*/ 1 h 817"/>
                <a:gd name="T68" fmla="*/ 3 w 398"/>
                <a:gd name="T69" fmla="*/ 0 h 817"/>
                <a:gd name="T70" fmla="*/ 3 w 398"/>
                <a:gd name="T71" fmla="*/ 0 h 817"/>
                <a:gd name="T72" fmla="*/ 3 w 398"/>
                <a:gd name="T73" fmla="*/ 0 h 817"/>
                <a:gd name="T74" fmla="*/ 3 w 398"/>
                <a:gd name="T75" fmla="*/ 0 h 817"/>
                <a:gd name="T76" fmla="*/ 3 w 398"/>
                <a:gd name="T77" fmla="*/ 0 h 817"/>
                <a:gd name="T78" fmla="*/ 3 w 398"/>
                <a:gd name="T79" fmla="*/ 0 h 817"/>
                <a:gd name="T80" fmla="*/ 3 w 398"/>
                <a:gd name="T81" fmla="*/ 0 h 817"/>
                <a:gd name="T82" fmla="*/ 3 w 398"/>
                <a:gd name="T83" fmla="*/ 0 h 817"/>
                <a:gd name="T84" fmla="*/ 3 w 398"/>
                <a:gd name="T85" fmla="*/ 0 h 817"/>
                <a:gd name="T86" fmla="*/ 2 w 398"/>
                <a:gd name="T87" fmla="*/ 0 h 817"/>
                <a:gd name="T88" fmla="*/ 2 w 398"/>
                <a:gd name="T89" fmla="*/ 0 h 817"/>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398"/>
                <a:gd name="T136" fmla="*/ 0 h 817"/>
                <a:gd name="T137" fmla="*/ 398 w 398"/>
                <a:gd name="T138" fmla="*/ 817 h 817"/>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398" h="817">
                  <a:moveTo>
                    <a:pt x="304" y="47"/>
                  </a:moveTo>
                  <a:lnTo>
                    <a:pt x="304" y="47"/>
                  </a:lnTo>
                  <a:lnTo>
                    <a:pt x="301" y="97"/>
                  </a:lnTo>
                  <a:lnTo>
                    <a:pt x="297" y="147"/>
                  </a:lnTo>
                  <a:lnTo>
                    <a:pt x="291" y="198"/>
                  </a:lnTo>
                  <a:lnTo>
                    <a:pt x="280" y="247"/>
                  </a:lnTo>
                  <a:lnTo>
                    <a:pt x="268" y="297"/>
                  </a:lnTo>
                  <a:lnTo>
                    <a:pt x="253" y="347"/>
                  </a:lnTo>
                  <a:lnTo>
                    <a:pt x="236" y="395"/>
                  </a:lnTo>
                  <a:lnTo>
                    <a:pt x="217" y="442"/>
                  </a:lnTo>
                  <a:lnTo>
                    <a:pt x="195" y="487"/>
                  </a:lnTo>
                  <a:lnTo>
                    <a:pt x="171" y="532"/>
                  </a:lnTo>
                  <a:lnTo>
                    <a:pt x="147" y="574"/>
                  </a:lnTo>
                  <a:lnTo>
                    <a:pt x="121" y="613"/>
                  </a:lnTo>
                  <a:lnTo>
                    <a:pt x="93" y="650"/>
                  </a:lnTo>
                  <a:lnTo>
                    <a:pt x="64" y="684"/>
                  </a:lnTo>
                  <a:lnTo>
                    <a:pt x="32" y="716"/>
                  </a:lnTo>
                  <a:lnTo>
                    <a:pt x="0" y="744"/>
                  </a:lnTo>
                  <a:lnTo>
                    <a:pt x="59" y="817"/>
                  </a:lnTo>
                  <a:lnTo>
                    <a:pt x="95" y="784"/>
                  </a:lnTo>
                  <a:lnTo>
                    <a:pt x="132" y="748"/>
                  </a:lnTo>
                  <a:lnTo>
                    <a:pt x="166" y="709"/>
                  </a:lnTo>
                  <a:lnTo>
                    <a:pt x="196" y="667"/>
                  </a:lnTo>
                  <a:lnTo>
                    <a:pt x="227" y="623"/>
                  </a:lnTo>
                  <a:lnTo>
                    <a:pt x="253" y="576"/>
                  </a:lnTo>
                  <a:lnTo>
                    <a:pt x="279" y="530"/>
                  </a:lnTo>
                  <a:lnTo>
                    <a:pt x="301" y="479"/>
                  </a:lnTo>
                  <a:lnTo>
                    <a:pt x="323" y="428"/>
                  </a:lnTo>
                  <a:lnTo>
                    <a:pt x="342" y="375"/>
                  </a:lnTo>
                  <a:lnTo>
                    <a:pt x="359" y="321"/>
                  </a:lnTo>
                  <a:lnTo>
                    <a:pt x="372" y="268"/>
                  </a:lnTo>
                  <a:lnTo>
                    <a:pt x="382" y="212"/>
                  </a:lnTo>
                  <a:lnTo>
                    <a:pt x="391" y="157"/>
                  </a:lnTo>
                  <a:lnTo>
                    <a:pt x="395" y="102"/>
                  </a:lnTo>
                  <a:lnTo>
                    <a:pt x="398" y="47"/>
                  </a:lnTo>
                  <a:lnTo>
                    <a:pt x="394" y="27"/>
                  </a:lnTo>
                  <a:lnTo>
                    <a:pt x="383" y="11"/>
                  </a:lnTo>
                  <a:lnTo>
                    <a:pt x="368" y="3"/>
                  </a:lnTo>
                  <a:lnTo>
                    <a:pt x="351" y="0"/>
                  </a:lnTo>
                  <a:lnTo>
                    <a:pt x="333" y="3"/>
                  </a:lnTo>
                  <a:lnTo>
                    <a:pt x="319" y="11"/>
                  </a:lnTo>
                  <a:lnTo>
                    <a:pt x="307" y="27"/>
                  </a:lnTo>
                  <a:lnTo>
                    <a:pt x="304" y="4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4535" name="Freeform 37"/>
            <p:cNvSpPr>
              <a:spLocks/>
            </p:cNvSpPr>
            <p:nvPr/>
          </p:nvSpPr>
          <p:spPr bwMode="auto">
            <a:xfrm>
              <a:off x="1660" y="1701"/>
              <a:ext cx="19" cy="365"/>
            </a:xfrm>
            <a:custGeom>
              <a:avLst/>
              <a:gdLst>
                <a:gd name="T0" fmla="*/ 0 w 95"/>
                <a:gd name="T1" fmla="*/ 0 h 1826"/>
                <a:gd name="T2" fmla="*/ 0 w 95"/>
                <a:gd name="T3" fmla="*/ 0 h 1826"/>
                <a:gd name="T4" fmla="*/ 0 w 95"/>
                <a:gd name="T5" fmla="*/ 15 h 1826"/>
                <a:gd name="T6" fmla="*/ 1 w 95"/>
                <a:gd name="T7" fmla="*/ 15 h 1826"/>
                <a:gd name="T8" fmla="*/ 1 w 95"/>
                <a:gd name="T9" fmla="*/ 0 h 1826"/>
                <a:gd name="T10" fmla="*/ 1 w 95"/>
                <a:gd name="T11" fmla="*/ 0 h 1826"/>
                <a:gd name="T12" fmla="*/ 1 w 95"/>
                <a:gd name="T13" fmla="*/ 0 h 1826"/>
                <a:gd name="T14" fmla="*/ 1 w 95"/>
                <a:gd name="T15" fmla="*/ 0 h 1826"/>
                <a:gd name="T16" fmla="*/ 1 w 95"/>
                <a:gd name="T17" fmla="*/ 0 h 1826"/>
                <a:gd name="T18" fmla="*/ 1 w 95"/>
                <a:gd name="T19" fmla="*/ 0 h 1826"/>
                <a:gd name="T20" fmla="*/ 0 w 95"/>
                <a:gd name="T21" fmla="*/ 0 h 1826"/>
                <a:gd name="T22" fmla="*/ 0 w 95"/>
                <a:gd name="T23" fmla="*/ 0 h 1826"/>
                <a:gd name="T24" fmla="*/ 0 w 95"/>
                <a:gd name="T25" fmla="*/ 0 h 1826"/>
                <a:gd name="T26" fmla="*/ 0 w 95"/>
                <a:gd name="T27" fmla="*/ 0 h 1826"/>
                <a:gd name="T28" fmla="*/ 0 w 95"/>
                <a:gd name="T29" fmla="*/ 0 h 1826"/>
                <a:gd name="T30" fmla="*/ 0 w 95"/>
                <a:gd name="T31" fmla="*/ 0 h 182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95"/>
                <a:gd name="T49" fmla="*/ 0 h 1826"/>
                <a:gd name="T50" fmla="*/ 95 w 95"/>
                <a:gd name="T51" fmla="*/ 1826 h 182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95" h="1826">
                  <a:moveTo>
                    <a:pt x="0" y="49"/>
                  </a:moveTo>
                  <a:lnTo>
                    <a:pt x="0" y="47"/>
                  </a:lnTo>
                  <a:lnTo>
                    <a:pt x="1" y="1826"/>
                  </a:lnTo>
                  <a:lnTo>
                    <a:pt x="95" y="1826"/>
                  </a:lnTo>
                  <a:lnTo>
                    <a:pt x="93" y="47"/>
                  </a:lnTo>
                  <a:lnTo>
                    <a:pt x="93" y="45"/>
                  </a:lnTo>
                  <a:lnTo>
                    <a:pt x="93" y="47"/>
                  </a:lnTo>
                  <a:lnTo>
                    <a:pt x="90" y="27"/>
                  </a:lnTo>
                  <a:lnTo>
                    <a:pt x="79" y="12"/>
                  </a:lnTo>
                  <a:lnTo>
                    <a:pt x="64" y="4"/>
                  </a:lnTo>
                  <a:lnTo>
                    <a:pt x="47" y="0"/>
                  </a:lnTo>
                  <a:lnTo>
                    <a:pt x="29" y="4"/>
                  </a:lnTo>
                  <a:lnTo>
                    <a:pt x="15" y="12"/>
                  </a:lnTo>
                  <a:lnTo>
                    <a:pt x="3" y="27"/>
                  </a:lnTo>
                  <a:lnTo>
                    <a:pt x="0" y="47"/>
                  </a:lnTo>
                  <a:lnTo>
                    <a:pt x="0" y="4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4536" name="Freeform 38"/>
            <p:cNvSpPr>
              <a:spLocks/>
            </p:cNvSpPr>
            <p:nvPr/>
          </p:nvSpPr>
          <p:spPr bwMode="auto">
            <a:xfrm>
              <a:off x="1598" y="1598"/>
              <a:ext cx="81" cy="113"/>
            </a:xfrm>
            <a:custGeom>
              <a:avLst/>
              <a:gdLst>
                <a:gd name="T0" fmla="*/ 0 w 401"/>
                <a:gd name="T1" fmla="*/ 1 h 566"/>
                <a:gd name="T2" fmla="*/ 0 w 401"/>
                <a:gd name="T3" fmla="*/ 1 h 566"/>
                <a:gd name="T4" fmla="*/ 0 w 401"/>
                <a:gd name="T5" fmla="*/ 1 h 566"/>
                <a:gd name="T6" fmla="*/ 1 w 401"/>
                <a:gd name="T7" fmla="*/ 1 h 566"/>
                <a:gd name="T8" fmla="*/ 1 w 401"/>
                <a:gd name="T9" fmla="*/ 1 h 566"/>
                <a:gd name="T10" fmla="*/ 1 w 401"/>
                <a:gd name="T11" fmla="*/ 1 h 566"/>
                <a:gd name="T12" fmla="*/ 1 w 401"/>
                <a:gd name="T13" fmla="*/ 2 h 566"/>
                <a:gd name="T14" fmla="*/ 1 w 401"/>
                <a:gd name="T15" fmla="*/ 2 h 566"/>
                <a:gd name="T16" fmla="*/ 2 w 401"/>
                <a:gd name="T17" fmla="*/ 2 h 566"/>
                <a:gd name="T18" fmla="*/ 2 w 401"/>
                <a:gd name="T19" fmla="*/ 2 h 566"/>
                <a:gd name="T20" fmla="*/ 2 w 401"/>
                <a:gd name="T21" fmla="*/ 2 h 566"/>
                <a:gd name="T22" fmla="*/ 2 w 401"/>
                <a:gd name="T23" fmla="*/ 3 h 566"/>
                <a:gd name="T24" fmla="*/ 2 w 401"/>
                <a:gd name="T25" fmla="*/ 3 h 566"/>
                <a:gd name="T26" fmla="*/ 2 w 401"/>
                <a:gd name="T27" fmla="*/ 3 h 566"/>
                <a:gd name="T28" fmla="*/ 2 w 401"/>
                <a:gd name="T29" fmla="*/ 4 h 566"/>
                <a:gd name="T30" fmla="*/ 2 w 401"/>
                <a:gd name="T31" fmla="*/ 4 h 566"/>
                <a:gd name="T32" fmla="*/ 2 w 401"/>
                <a:gd name="T33" fmla="*/ 4 h 566"/>
                <a:gd name="T34" fmla="*/ 3 w 401"/>
                <a:gd name="T35" fmla="*/ 5 h 566"/>
                <a:gd name="T36" fmla="*/ 3 w 401"/>
                <a:gd name="T37" fmla="*/ 4 h 566"/>
                <a:gd name="T38" fmla="*/ 3 w 401"/>
                <a:gd name="T39" fmla="*/ 4 h 566"/>
                <a:gd name="T40" fmla="*/ 3 w 401"/>
                <a:gd name="T41" fmla="*/ 4 h 566"/>
                <a:gd name="T42" fmla="*/ 3 w 401"/>
                <a:gd name="T43" fmla="*/ 3 h 566"/>
                <a:gd name="T44" fmla="*/ 3 w 401"/>
                <a:gd name="T45" fmla="*/ 3 h 566"/>
                <a:gd name="T46" fmla="*/ 3 w 401"/>
                <a:gd name="T47" fmla="*/ 3 h 566"/>
                <a:gd name="T48" fmla="*/ 3 w 401"/>
                <a:gd name="T49" fmla="*/ 2 h 566"/>
                <a:gd name="T50" fmla="*/ 3 w 401"/>
                <a:gd name="T51" fmla="*/ 2 h 566"/>
                <a:gd name="T52" fmla="*/ 2 w 401"/>
                <a:gd name="T53" fmla="*/ 2 h 566"/>
                <a:gd name="T54" fmla="*/ 2 w 401"/>
                <a:gd name="T55" fmla="*/ 2 h 566"/>
                <a:gd name="T56" fmla="*/ 2 w 401"/>
                <a:gd name="T57" fmla="*/ 1 h 566"/>
                <a:gd name="T58" fmla="*/ 2 w 401"/>
                <a:gd name="T59" fmla="*/ 1 h 566"/>
                <a:gd name="T60" fmla="*/ 2 w 401"/>
                <a:gd name="T61" fmla="*/ 1 h 566"/>
                <a:gd name="T62" fmla="*/ 1 w 401"/>
                <a:gd name="T63" fmla="*/ 1 h 566"/>
                <a:gd name="T64" fmla="*/ 1 w 401"/>
                <a:gd name="T65" fmla="*/ 0 h 566"/>
                <a:gd name="T66" fmla="*/ 1 w 401"/>
                <a:gd name="T67" fmla="*/ 0 h 566"/>
                <a:gd name="T68" fmla="*/ 1 w 401"/>
                <a:gd name="T69" fmla="*/ 0 h 566"/>
                <a:gd name="T70" fmla="*/ 1 w 401"/>
                <a:gd name="T71" fmla="*/ 0 h 566"/>
                <a:gd name="T72" fmla="*/ 1 w 401"/>
                <a:gd name="T73" fmla="*/ 0 h 566"/>
                <a:gd name="T74" fmla="*/ 0 w 401"/>
                <a:gd name="T75" fmla="*/ 0 h 566"/>
                <a:gd name="T76" fmla="*/ 0 w 401"/>
                <a:gd name="T77" fmla="*/ 0 h 566"/>
                <a:gd name="T78" fmla="*/ 0 w 401"/>
                <a:gd name="T79" fmla="*/ 0 h 566"/>
                <a:gd name="T80" fmla="*/ 0 w 401"/>
                <a:gd name="T81" fmla="*/ 0 h 566"/>
                <a:gd name="T82" fmla="*/ 0 w 401"/>
                <a:gd name="T83" fmla="*/ 0 h 566"/>
                <a:gd name="T84" fmla="*/ 0 w 401"/>
                <a:gd name="T85" fmla="*/ 0 h 566"/>
                <a:gd name="T86" fmla="*/ 0 w 401"/>
                <a:gd name="T87" fmla="*/ 1 h 566"/>
                <a:gd name="T88" fmla="*/ 0 w 401"/>
                <a:gd name="T89" fmla="*/ 1 h 56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401"/>
                <a:gd name="T136" fmla="*/ 0 h 566"/>
                <a:gd name="T137" fmla="*/ 401 w 401"/>
                <a:gd name="T138" fmla="*/ 566 h 566"/>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401" h="566">
                  <a:moveTo>
                    <a:pt x="23" y="88"/>
                  </a:moveTo>
                  <a:lnTo>
                    <a:pt x="23" y="88"/>
                  </a:lnTo>
                  <a:lnTo>
                    <a:pt x="53" y="107"/>
                  </a:lnTo>
                  <a:lnTo>
                    <a:pt x="83" y="125"/>
                  </a:lnTo>
                  <a:lnTo>
                    <a:pt x="108" y="147"/>
                  </a:lnTo>
                  <a:lnTo>
                    <a:pt x="135" y="171"/>
                  </a:lnTo>
                  <a:lnTo>
                    <a:pt x="160" y="196"/>
                  </a:lnTo>
                  <a:lnTo>
                    <a:pt x="182" y="223"/>
                  </a:lnTo>
                  <a:lnTo>
                    <a:pt x="205" y="251"/>
                  </a:lnTo>
                  <a:lnTo>
                    <a:pt x="223" y="281"/>
                  </a:lnTo>
                  <a:lnTo>
                    <a:pt x="240" y="312"/>
                  </a:lnTo>
                  <a:lnTo>
                    <a:pt x="256" y="345"/>
                  </a:lnTo>
                  <a:lnTo>
                    <a:pt x="270" y="379"/>
                  </a:lnTo>
                  <a:lnTo>
                    <a:pt x="282" y="414"/>
                  </a:lnTo>
                  <a:lnTo>
                    <a:pt x="291" y="450"/>
                  </a:lnTo>
                  <a:lnTo>
                    <a:pt x="299" y="488"/>
                  </a:lnTo>
                  <a:lnTo>
                    <a:pt x="304" y="526"/>
                  </a:lnTo>
                  <a:lnTo>
                    <a:pt x="308" y="566"/>
                  </a:lnTo>
                  <a:lnTo>
                    <a:pt x="401" y="562"/>
                  </a:lnTo>
                  <a:lnTo>
                    <a:pt x="398" y="517"/>
                  </a:lnTo>
                  <a:lnTo>
                    <a:pt x="391" y="471"/>
                  </a:lnTo>
                  <a:lnTo>
                    <a:pt x="383" y="429"/>
                  </a:lnTo>
                  <a:lnTo>
                    <a:pt x="371" y="386"/>
                  </a:lnTo>
                  <a:lnTo>
                    <a:pt x="357" y="346"/>
                  </a:lnTo>
                  <a:lnTo>
                    <a:pt x="340" y="307"/>
                  </a:lnTo>
                  <a:lnTo>
                    <a:pt x="324" y="270"/>
                  </a:lnTo>
                  <a:lnTo>
                    <a:pt x="303" y="232"/>
                  </a:lnTo>
                  <a:lnTo>
                    <a:pt x="280" y="197"/>
                  </a:lnTo>
                  <a:lnTo>
                    <a:pt x="255" y="164"/>
                  </a:lnTo>
                  <a:lnTo>
                    <a:pt x="228" y="132"/>
                  </a:lnTo>
                  <a:lnTo>
                    <a:pt x="199" y="103"/>
                  </a:lnTo>
                  <a:lnTo>
                    <a:pt x="169" y="76"/>
                  </a:lnTo>
                  <a:lnTo>
                    <a:pt x="137" y="50"/>
                  </a:lnTo>
                  <a:lnTo>
                    <a:pt x="103" y="27"/>
                  </a:lnTo>
                  <a:lnTo>
                    <a:pt x="67" y="6"/>
                  </a:lnTo>
                  <a:lnTo>
                    <a:pt x="48" y="0"/>
                  </a:lnTo>
                  <a:lnTo>
                    <a:pt x="30" y="2"/>
                  </a:lnTo>
                  <a:lnTo>
                    <a:pt x="16" y="12"/>
                  </a:lnTo>
                  <a:lnTo>
                    <a:pt x="5" y="25"/>
                  </a:lnTo>
                  <a:lnTo>
                    <a:pt x="0" y="41"/>
                  </a:lnTo>
                  <a:lnTo>
                    <a:pt x="0" y="59"/>
                  </a:lnTo>
                  <a:lnTo>
                    <a:pt x="8" y="75"/>
                  </a:lnTo>
                  <a:lnTo>
                    <a:pt x="23"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4537" name="Freeform 39"/>
            <p:cNvSpPr>
              <a:spLocks/>
            </p:cNvSpPr>
            <p:nvPr/>
          </p:nvSpPr>
          <p:spPr bwMode="auto">
            <a:xfrm>
              <a:off x="1346" y="1455"/>
              <a:ext cx="266" cy="160"/>
            </a:xfrm>
            <a:custGeom>
              <a:avLst/>
              <a:gdLst>
                <a:gd name="T0" fmla="*/ 0 w 1330"/>
                <a:gd name="T1" fmla="*/ 1 h 801"/>
                <a:gd name="T2" fmla="*/ 0 w 1330"/>
                <a:gd name="T3" fmla="*/ 1 h 801"/>
                <a:gd name="T4" fmla="*/ 10 w 1330"/>
                <a:gd name="T5" fmla="*/ 6 h 801"/>
                <a:gd name="T6" fmla="*/ 11 w 1330"/>
                <a:gd name="T7" fmla="*/ 6 h 801"/>
                <a:gd name="T8" fmla="*/ 1 w 1330"/>
                <a:gd name="T9" fmla="*/ 0 h 801"/>
                <a:gd name="T10" fmla="*/ 1 w 1330"/>
                <a:gd name="T11" fmla="*/ 0 h 801"/>
                <a:gd name="T12" fmla="*/ 1 w 1330"/>
                <a:gd name="T13" fmla="*/ 0 h 801"/>
                <a:gd name="T14" fmla="*/ 0 w 1330"/>
                <a:gd name="T15" fmla="*/ 0 h 801"/>
                <a:gd name="T16" fmla="*/ 0 w 1330"/>
                <a:gd name="T17" fmla="*/ 0 h 801"/>
                <a:gd name="T18" fmla="*/ 0 w 1330"/>
                <a:gd name="T19" fmla="*/ 0 h 801"/>
                <a:gd name="T20" fmla="*/ 0 w 1330"/>
                <a:gd name="T21" fmla="*/ 0 h 801"/>
                <a:gd name="T22" fmla="*/ 0 w 1330"/>
                <a:gd name="T23" fmla="*/ 0 h 801"/>
                <a:gd name="T24" fmla="*/ 0 w 1330"/>
                <a:gd name="T25" fmla="*/ 0 h 801"/>
                <a:gd name="T26" fmla="*/ 0 w 1330"/>
                <a:gd name="T27" fmla="*/ 1 h 801"/>
                <a:gd name="T28" fmla="*/ 0 w 1330"/>
                <a:gd name="T29" fmla="*/ 1 h 801"/>
                <a:gd name="T30" fmla="*/ 0 w 1330"/>
                <a:gd name="T31" fmla="*/ 1 h 801"/>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30"/>
                <a:gd name="T49" fmla="*/ 0 h 801"/>
                <a:gd name="T50" fmla="*/ 1330 w 1330"/>
                <a:gd name="T51" fmla="*/ 801 h 801"/>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30" h="801">
                  <a:moveTo>
                    <a:pt x="24" y="88"/>
                  </a:moveTo>
                  <a:lnTo>
                    <a:pt x="23" y="88"/>
                  </a:lnTo>
                  <a:lnTo>
                    <a:pt x="1286" y="801"/>
                  </a:lnTo>
                  <a:lnTo>
                    <a:pt x="1330" y="719"/>
                  </a:lnTo>
                  <a:lnTo>
                    <a:pt x="67" y="6"/>
                  </a:lnTo>
                  <a:lnTo>
                    <a:pt x="66" y="6"/>
                  </a:lnTo>
                  <a:lnTo>
                    <a:pt x="67" y="6"/>
                  </a:lnTo>
                  <a:lnTo>
                    <a:pt x="48" y="0"/>
                  </a:lnTo>
                  <a:lnTo>
                    <a:pt x="30" y="2"/>
                  </a:lnTo>
                  <a:lnTo>
                    <a:pt x="16" y="12"/>
                  </a:lnTo>
                  <a:lnTo>
                    <a:pt x="5" y="25"/>
                  </a:lnTo>
                  <a:lnTo>
                    <a:pt x="0" y="41"/>
                  </a:lnTo>
                  <a:lnTo>
                    <a:pt x="0" y="59"/>
                  </a:lnTo>
                  <a:lnTo>
                    <a:pt x="8" y="75"/>
                  </a:lnTo>
                  <a:lnTo>
                    <a:pt x="23" y="88"/>
                  </a:lnTo>
                  <a:lnTo>
                    <a:pt x="24"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4538" name="Freeform 40"/>
            <p:cNvSpPr>
              <a:spLocks/>
            </p:cNvSpPr>
            <p:nvPr/>
          </p:nvSpPr>
          <p:spPr bwMode="auto">
            <a:xfrm>
              <a:off x="1198" y="1439"/>
              <a:ext cx="161" cy="35"/>
            </a:xfrm>
            <a:custGeom>
              <a:avLst/>
              <a:gdLst>
                <a:gd name="T0" fmla="*/ 1 w 806"/>
                <a:gd name="T1" fmla="*/ 1 h 177"/>
                <a:gd name="T2" fmla="*/ 1 w 806"/>
                <a:gd name="T3" fmla="*/ 1 h 177"/>
                <a:gd name="T4" fmla="*/ 1 w 806"/>
                <a:gd name="T5" fmla="*/ 1 h 177"/>
                <a:gd name="T6" fmla="*/ 1 w 806"/>
                <a:gd name="T7" fmla="*/ 1 h 177"/>
                <a:gd name="T8" fmla="*/ 2 w 806"/>
                <a:gd name="T9" fmla="*/ 1 h 177"/>
                <a:gd name="T10" fmla="*/ 2 w 806"/>
                <a:gd name="T11" fmla="*/ 1 h 177"/>
                <a:gd name="T12" fmla="*/ 2 w 806"/>
                <a:gd name="T13" fmla="*/ 1 h 177"/>
                <a:gd name="T14" fmla="*/ 3 w 806"/>
                <a:gd name="T15" fmla="*/ 1 h 177"/>
                <a:gd name="T16" fmla="*/ 3 w 806"/>
                <a:gd name="T17" fmla="*/ 1 h 177"/>
                <a:gd name="T18" fmla="*/ 3 w 806"/>
                <a:gd name="T19" fmla="*/ 1 h 177"/>
                <a:gd name="T20" fmla="*/ 4 w 806"/>
                <a:gd name="T21" fmla="*/ 1 h 177"/>
                <a:gd name="T22" fmla="*/ 4 w 806"/>
                <a:gd name="T23" fmla="*/ 1 h 177"/>
                <a:gd name="T24" fmla="*/ 5 w 806"/>
                <a:gd name="T25" fmla="*/ 1 h 177"/>
                <a:gd name="T26" fmla="*/ 5 w 806"/>
                <a:gd name="T27" fmla="*/ 1 h 177"/>
                <a:gd name="T28" fmla="*/ 5 w 806"/>
                <a:gd name="T29" fmla="*/ 1 h 177"/>
                <a:gd name="T30" fmla="*/ 6 w 806"/>
                <a:gd name="T31" fmla="*/ 1 h 177"/>
                <a:gd name="T32" fmla="*/ 6 w 806"/>
                <a:gd name="T33" fmla="*/ 1 h 177"/>
                <a:gd name="T34" fmla="*/ 6 w 806"/>
                <a:gd name="T35" fmla="*/ 1 h 177"/>
                <a:gd name="T36" fmla="*/ 6 w 806"/>
                <a:gd name="T37" fmla="*/ 1 h 177"/>
                <a:gd name="T38" fmla="*/ 6 w 806"/>
                <a:gd name="T39" fmla="*/ 1 h 177"/>
                <a:gd name="T40" fmla="*/ 6 w 806"/>
                <a:gd name="T41" fmla="*/ 0 h 177"/>
                <a:gd name="T42" fmla="*/ 5 w 806"/>
                <a:gd name="T43" fmla="*/ 0 h 177"/>
                <a:gd name="T44" fmla="*/ 5 w 806"/>
                <a:gd name="T45" fmla="*/ 0 h 177"/>
                <a:gd name="T46" fmla="*/ 5 w 806"/>
                <a:gd name="T47" fmla="*/ 0 h 177"/>
                <a:gd name="T48" fmla="*/ 4 w 806"/>
                <a:gd name="T49" fmla="*/ 0 h 177"/>
                <a:gd name="T50" fmla="*/ 4 w 806"/>
                <a:gd name="T51" fmla="*/ 0 h 177"/>
                <a:gd name="T52" fmla="*/ 3 w 806"/>
                <a:gd name="T53" fmla="*/ 0 h 177"/>
                <a:gd name="T54" fmla="*/ 3 w 806"/>
                <a:gd name="T55" fmla="*/ 0 h 177"/>
                <a:gd name="T56" fmla="*/ 3 w 806"/>
                <a:gd name="T57" fmla="*/ 0 h 177"/>
                <a:gd name="T58" fmla="*/ 2 w 806"/>
                <a:gd name="T59" fmla="*/ 0 h 177"/>
                <a:gd name="T60" fmla="*/ 2 w 806"/>
                <a:gd name="T61" fmla="*/ 0 h 177"/>
                <a:gd name="T62" fmla="*/ 1 w 806"/>
                <a:gd name="T63" fmla="*/ 0 h 177"/>
                <a:gd name="T64" fmla="*/ 1 w 806"/>
                <a:gd name="T65" fmla="*/ 0 h 177"/>
                <a:gd name="T66" fmla="*/ 1 w 806"/>
                <a:gd name="T67" fmla="*/ 1 h 177"/>
                <a:gd name="T68" fmla="*/ 0 w 806"/>
                <a:gd name="T69" fmla="*/ 1 h 177"/>
                <a:gd name="T70" fmla="*/ 0 w 806"/>
                <a:gd name="T71" fmla="*/ 1 h 177"/>
                <a:gd name="T72" fmla="*/ 0 w 806"/>
                <a:gd name="T73" fmla="*/ 1 h 177"/>
                <a:gd name="T74" fmla="*/ 0 w 806"/>
                <a:gd name="T75" fmla="*/ 1 h 177"/>
                <a:gd name="T76" fmla="*/ 0 w 806"/>
                <a:gd name="T77" fmla="*/ 1 h 177"/>
                <a:gd name="T78" fmla="*/ 0 w 806"/>
                <a:gd name="T79" fmla="*/ 1 h 177"/>
                <a:gd name="T80" fmla="*/ 0 w 806"/>
                <a:gd name="T81" fmla="*/ 1 h 177"/>
                <a:gd name="T82" fmla="*/ 0 w 806"/>
                <a:gd name="T83" fmla="*/ 1 h 177"/>
                <a:gd name="T84" fmla="*/ 0 w 806"/>
                <a:gd name="T85" fmla="*/ 1 h 177"/>
                <a:gd name="T86" fmla="*/ 0 w 806"/>
                <a:gd name="T87" fmla="*/ 1 h 177"/>
                <a:gd name="T88" fmla="*/ 1 w 806"/>
                <a:gd name="T89" fmla="*/ 1 h 177"/>
                <a:gd name="T90" fmla="*/ 1 w 806"/>
                <a:gd name="T91" fmla="*/ 1 h 17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806"/>
                <a:gd name="T139" fmla="*/ 0 h 177"/>
                <a:gd name="T140" fmla="*/ 806 w 806"/>
                <a:gd name="T141" fmla="*/ 177 h 17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806" h="177">
                  <a:moveTo>
                    <a:pt x="67" y="171"/>
                  </a:moveTo>
                  <a:lnTo>
                    <a:pt x="68" y="171"/>
                  </a:lnTo>
                  <a:lnTo>
                    <a:pt x="109" y="151"/>
                  </a:lnTo>
                  <a:lnTo>
                    <a:pt x="151" y="135"/>
                  </a:lnTo>
                  <a:lnTo>
                    <a:pt x="196" y="122"/>
                  </a:lnTo>
                  <a:lnTo>
                    <a:pt x="242" y="110"/>
                  </a:lnTo>
                  <a:lnTo>
                    <a:pt x="287" y="102"/>
                  </a:lnTo>
                  <a:lnTo>
                    <a:pt x="335" y="97"/>
                  </a:lnTo>
                  <a:lnTo>
                    <a:pt x="382" y="95"/>
                  </a:lnTo>
                  <a:lnTo>
                    <a:pt x="430" y="94"/>
                  </a:lnTo>
                  <a:lnTo>
                    <a:pt x="477" y="97"/>
                  </a:lnTo>
                  <a:lnTo>
                    <a:pt x="524" y="102"/>
                  </a:lnTo>
                  <a:lnTo>
                    <a:pt x="568" y="108"/>
                  </a:lnTo>
                  <a:lnTo>
                    <a:pt x="612" y="117"/>
                  </a:lnTo>
                  <a:lnTo>
                    <a:pt x="654" y="128"/>
                  </a:lnTo>
                  <a:lnTo>
                    <a:pt x="693" y="141"/>
                  </a:lnTo>
                  <a:lnTo>
                    <a:pt x="730" y="155"/>
                  </a:lnTo>
                  <a:lnTo>
                    <a:pt x="764" y="171"/>
                  </a:lnTo>
                  <a:lnTo>
                    <a:pt x="806" y="89"/>
                  </a:lnTo>
                  <a:lnTo>
                    <a:pt x="768" y="70"/>
                  </a:lnTo>
                  <a:lnTo>
                    <a:pt x="725" y="54"/>
                  </a:lnTo>
                  <a:lnTo>
                    <a:pt x="680" y="39"/>
                  </a:lnTo>
                  <a:lnTo>
                    <a:pt x="633" y="26"/>
                  </a:lnTo>
                  <a:lnTo>
                    <a:pt x="585" y="16"/>
                  </a:lnTo>
                  <a:lnTo>
                    <a:pt x="536" y="8"/>
                  </a:lnTo>
                  <a:lnTo>
                    <a:pt x="484" y="3"/>
                  </a:lnTo>
                  <a:lnTo>
                    <a:pt x="433" y="0"/>
                  </a:lnTo>
                  <a:lnTo>
                    <a:pt x="380" y="1"/>
                  </a:lnTo>
                  <a:lnTo>
                    <a:pt x="328" y="3"/>
                  </a:lnTo>
                  <a:lnTo>
                    <a:pt x="276" y="10"/>
                  </a:lnTo>
                  <a:lnTo>
                    <a:pt x="223" y="19"/>
                  </a:lnTo>
                  <a:lnTo>
                    <a:pt x="172" y="30"/>
                  </a:lnTo>
                  <a:lnTo>
                    <a:pt x="121" y="46"/>
                  </a:lnTo>
                  <a:lnTo>
                    <a:pt x="72" y="67"/>
                  </a:lnTo>
                  <a:lnTo>
                    <a:pt x="24" y="89"/>
                  </a:lnTo>
                  <a:lnTo>
                    <a:pt x="25" y="89"/>
                  </a:lnTo>
                  <a:lnTo>
                    <a:pt x="24" y="89"/>
                  </a:lnTo>
                  <a:lnTo>
                    <a:pt x="8" y="102"/>
                  </a:lnTo>
                  <a:lnTo>
                    <a:pt x="0" y="118"/>
                  </a:lnTo>
                  <a:lnTo>
                    <a:pt x="0" y="136"/>
                  </a:lnTo>
                  <a:lnTo>
                    <a:pt x="6" y="152"/>
                  </a:lnTo>
                  <a:lnTo>
                    <a:pt x="17" y="165"/>
                  </a:lnTo>
                  <a:lnTo>
                    <a:pt x="31" y="175"/>
                  </a:lnTo>
                  <a:lnTo>
                    <a:pt x="48" y="177"/>
                  </a:lnTo>
                  <a:lnTo>
                    <a:pt x="68" y="171"/>
                  </a:lnTo>
                  <a:lnTo>
                    <a:pt x="67" y="1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4539" name="Freeform 41"/>
            <p:cNvSpPr>
              <a:spLocks/>
            </p:cNvSpPr>
            <p:nvPr/>
          </p:nvSpPr>
          <p:spPr bwMode="auto">
            <a:xfrm>
              <a:off x="931" y="1456"/>
              <a:ext cx="280" cy="158"/>
            </a:xfrm>
            <a:custGeom>
              <a:avLst/>
              <a:gdLst>
                <a:gd name="T0" fmla="*/ 1 w 1402"/>
                <a:gd name="T1" fmla="*/ 6 h 787"/>
                <a:gd name="T2" fmla="*/ 1 w 1402"/>
                <a:gd name="T3" fmla="*/ 6 h 787"/>
                <a:gd name="T4" fmla="*/ 11 w 1402"/>
                <a:gd name="T5" fmla="*/ 1 h 787"/>
                <a:gd name="T6" fmla="*/ 11 w 1402"/>
                <a:gd name="T7" fmla="*/ 0 h 787"/>
                <a:gd name="T8" fmla="*/ 0 w 1402"/>
                <a:gd name="T9" fmla="*/ 6 h 787"/>
                <a:gd name="T10" fmla="*/ 0 w 1402"/>
                <a:gd name="T11" fmla="*/ 6 h 787"/>
                <a:gd name="T12" fmla="*/ 0 w 1402"/>
                <a:gd name="T13" fmla="*/ 6 h 787"/>
                <a:gd name="T14" fmla="*/ 0 w 1402"/>
                <a:gd name="T15" fmla="*/ 6 h 787"/>
                <a:gd name="T16" fmla="*/ 0 w 1402"/>
                <a:gd name="T17" fmla="*/ 6 h 787"/>
                <a:gd name="T18" fmla="*/ 0 w 1402"/>
                <a:gd name="T19" fmla="*/ 6 h 787"/>
                <a:gd name="T20" fmla="*/ 0 w 1402"/>
                <a:gd name="T21" fmla="*/ 6 h 787"/>
                <a:gd name="T22" fmla="*/ 0 w 1402"/>
                <a:gd name="T23" fmla="*/ 6 h 787"/>
                <a:gd name="T24" fmla="*/ 0 w 1402"/>
                <a:gd name="T25" fmla="*/ 6 h 787"/>
                <a:gd name="T26" fmla="*/ 0 w 1402"/>
                <a:gd name="T27" fmla="*/ 6 h 787"/>
                <a:gd name="T28" fmla="*/ 1 w 1402"/>
                <a:gd name="T29" fmla="*/ 6 h 787"/>
                <a:gd name="T30" fmla="*/ 1 w 1402"/>
                <a:gd name="T31" fmla="*/ 6 h 78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02"/>
                <a:gd name="T49" fmla="*/ 0 h 787"/>
                <a:gd name="T50" fmla="*/ 1402 w 1402"/>
                <a:gd name="T51" fmla="*/ 787 h 78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02" h="787">
                  <a:moveTo>
                    <a:pt x="69" y="781"/>
                  </a:moveTo>
                  <a:lnTo>
                    <a:pt x="66" y="781"/>
                  </a:lnTo>
                  <a:lnTo>
                    <a:pt x="1402" y="82"/>
                  </a:lnTo>
                  <a:lnTo>
                    <a:pt x="1360" y="0"/>
                  </a:lnTo>
                  <a:lnTo>
                    <a:pt x="24" y="699"/>
                  </a:lnTo>
                  <a:lnTo>
                    <a:pt x="22" y="699"/>
                  </a:lnTo>
                  <a:lnTo>
                    <a:pt x="24" y="699"/>
                  </a:lnTo>
                  <a:lnTo>
                    <a:pt x="8" y="712"/>
                  </a:lnTo>
                  <a:lnTo>
                    <a:pt x="1" y="727"/>
                  </a:lnTo>
                  <a:lnTo>
                    <a:pt x="0" y="744"/>
                  </a:lnTo>
                  <a:lnTo>
                    <a:pt x="5" y="761"/>
                  </a:lnTo>
                  <a:lnTo>
                    <a:pt x="15" y="775"/>
                  </a:lnTo>
                  <a:lnTo>
                    <a:pt x="30" y="784"/>
                  </a:lnTo>
                  <a:lnTo>
                    <a:pt x="46" y="787"/>
                  </a:lnTo>
                  <a:lnTo>
                    <a:pt x="66" y="781"/>
                  </a:lnTo>
                  <a:lnTo>
                    <a:pt x="69" y="7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4540" name="Freeform 42"/>
            <p:cNvSpPr>
              <a:spLocks/>
            </p:cNvSpPr>
            <p:nvPr/>
          </p:nvSpPr>
          <p:spPr bwMode="auto">
            <a:xfrm>
              <a:off x="868" y="1596"/>
              <a:ext cx="77" cy="126"/>
            </a:xfrm>
            <a:custGeom>
              <a:avLst/>
              <a:gdLst>
                <a:gd name="T0" fmla="*/ 1 w 382"/>
                <a:gd name="T1" fmla="*/ 5 h 628"/>
                <a:gd name="T2" fmla="*/ 1 w 382"/>
                <a:gd name="T3" fmla="*/ 5 h 628"/>
                <a:gd name="T4" fmla="*/ 1 w 382"/>
                <a:gd name="T5" fmla="*/ 4 h 628"/>
                <a:gd name="T6" fmla="*/ 1 w 382"/>
                <a:gd name="T7" fmla="*/ 4 h 628"/>
                <a:gd name="T8" fmla="*/ 1 w 382"/>
                <a:gd name="T9" fmla="*/ 4 h 628"/>
                <a:gd name="T10" fmla="*/ 1 w 382"/>
                <a:gd name="T11" fmla="*/ 3 h 628"/>
                <a:gd name="T12" fmla="*/ 1 w 382"/>
                <a:gd name="T13" fmla="*/ 3 h 628"/>
                <a:gd name="T14" fmla="*/ 1 w 382"/>
                <a:gd name="T15" fmla="*/ 3 h 628"/>
                <a:gd name="T16" fmla="*/ 1 w 382"/>
                <a:gd name="T17" fmla="*/ 3 h 628"/>
                <a:gd name="T18" fmla="*/ 1 w 382"/>
                <a:gd name="T19" fmla="*/ 2 h 628"/>
                <a:gd name="T20" fmla="*/ 2 w 382"/>
                <a:gd name="T21" fmla="*/ 2 h 628"/>
                <a:gd name="T22" fmla="*/ 2 w 382"/>
                <a:gd name="T23" fmla="*/ 2 h 628"/>
                <a:gd name="T24" fmla="*/ 2 w 382"/>
                <a:gd name="T25" fmla="*/ 2 h 628"/>
                <a:gd name="T26" fmla="*/ 2 w 382"/>
                <a:gd name="T27" fmla="*/ 1 h 628"/>
                <a:gd name="T28" fmla="*/ 2 w 382"/>
                <a:gd name="T29" fmla="*/ 1 h 628"/>
                <a:gd name="T30" fmla="*/ 3 w 382"/>
                <a:gd name="T31" fmla="*/ 1 h 628"/>
                <a:gd name="T32" fmla="*/ 3 w 382"/>
                <a:gd name="T33" fmla="*/ 1 h 628"/>
                <a:gd name="T34" fmla="*/ 3 w 382"/>
                <a:gd name="T35" fmla="*/ 1 h 628"/>
                <a:gd name="T36" fmla="*/ 3 w 382"/>
                <a:gd name="T37" fmla="*/ 0 h 628"/>
                <a:gd name="T38" fmla="*/ 2 w 382"/>
                <a:gd name="T39" fmla="*/ 0 h 628"/>
                <a:gd name="T40" fmla="*/ 2 w 382"/>
                <a:gd name="T41" fmla="*/ 0 h 628"/>
                <a:gd name="T42" fmla="*/ 2 w 382"/>
                <a:gd name="T43" fmla="*/ 1 h 628"/>
                <a:gd name="T44" fmla="*/ 2 w 382"/>
                <a:gd name="T45" fmla="*/ 1 h 628"/>
                <a:gd name="T46" fmla="*/ 1 w 382"/>
                <a:gd name="T47" fmla="*/ 1 h 628"/>
                <a:gd name="T48" fmla="*/ 1 w 382"/>
                <a:gd name="T49" fmla="*/ 1 h 628"/>
                <a:gd name="T50" fmla="*/ 1 w 382"/>
                <a:gd name="T51" fmla="*/ 2 h 628"/>
                <a:gd name="T52" fmla="*/ 1 w 382"/>
                <a:gd name="T53" fmla="*/ 2 h 628"/>
                <a:gd name="T54" fmla="*/ 1 w 382"/>
                <a:gd name="T55" fmla="*/ 2 h 628"/>
                <a:gd name="T56" fmla="*/ 0 w 382"/>
                <a:gd name="T57" fmla="*/ 3 h 628"/>
                <a:gd name="T58" fmla="*/ 0 w 382"/>
                <a:gd name="T59" fmla="*/ 3 h 628"/>
                <a:gd name="T60" fmla="*/ 0 w 382"/>
                <a:gd name="T61" fmla="*/ 3 h 628"/>
                <a:gd name="T62" fmla="*/ 0 w 382"/>
                <a:gd name="T63" fmla="*/ 4 h 628"/>
                <a:gd name="T64" fmla="*/ 0 w 382"/>
                <a:gd name="T65" fmla="*/ 4 h 628"/>
                <a:gd name="T66" fmla="*/ 0 w 382"/>
                <a:gd name="T67" fmla="*/ 4 h 628"/>
                <a:gd name="T68" fmla="*/ 0 w 382"/>
                <a:gd name="T69" fmla="*/ 5 h 628"/>
                <a:gd name="T70" fmla="*/ 0 w 382"/>
                <a:gd name="T71" fmla="*/ 5 h 628"/>
                <a:gd name="T72" fmla="*/ 0 w 382"/>
                <a:gd name="T73" fmla="*/ 5 h 628"/>
                <a:gd name="T74" fmla="*/ 0 w 382"/>
                <a:gd name="T75" fmla="*/ 5 h 628"/>
                <a:gd name="T76" fmla="*/ 0 w 382"/>
                <a:gd name="T77" fmla="*/ 5 h 628"/>
                <a:gd name="T78" fmla="*/ 0 w 382"/>
                <a:gd name="T79" fmla="*/ 5 h 628"/>
                <a:gd name="T80" fmla="*/ 0 w 382"/>
                <a:gd name="T81" fmla="*/ 5 h 628"/>
                <a:gd name="T82" fmla="*/ 1 w 382"/>
                <a:gd name="T83" fmla="*/ 5 h 628"/>
                <a:gd name="T84" fmla="*/ 1 w 382"/>
                <a:gd name="T85" fmla="*/ 5 h 628"/>
                <a:gd name="T86" fmla="*/ 1 w 382"/>
                <a:gd name="T87" fmla="*/ 5 h 628"/>
                <a:gd name="T88" fmla="*/ 1 w 382"/>
                <a:gd name="T89" fmla="*/ 5 h 628"/>
                <a:gd name="T90" fmla="*/ 1 w 382"/>
                <a:gd name="T91" fmla="*/ 5 h 628"/>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382"/>
                <a:gd name="T139" fmla="*/ 0 h 628"/>
                <a:gd name="T140" fmla="*/ 382 w 382"/>
                <a:gd name="T141" fmla="*/ 628 h 628"/>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382" h="628">
                  <a:moveTo>
                    <a:pt x="94" y="581"/>
                  </a:moveTo>
                  <a:lnTo>
                    <a:pt x="94" y="582"/>
                  </a:lnTo>
                  <a:lnTo>
                    <a:pt x="96" y="541"/>
                  </a:lnTo>
                  <a:lnTo>
                    <a:pt x="99" y="500"/>
                  </a:lnTo>
                  <a:lnTo>
                    <a:pt x="106" y="463"/>
                  </a:lnTo>
                  <a:lnTo>
                    <a:pt x="115" y="424"/>
                  </a:lnTo>
                  <a:lnTo>
                    <a:pt x="127" y="389"/>
                  </a:lnTo>
                  <a:lnTo>
                    <a:pt x="140" y="353"/>
                  </a:lnTo>
                  <a:lnTo>
                    <a:pt x="156" y="320"/>
                  </a:lnTo>
                  <a:lnTo>
                    <a:pt x="173" y="287"/>
                  </a:lnTo>
                  <a:lnTo>
                    <a:pt x="193" y="255"/>
                  </a:lnTo>
                  <a:lnTo>
                    <a:pt x="214" y="226"/>
                  </a:lnTo>
                  <a:lnTo>
                    <a:pt x="238" y="198"/>
                  </a:lnTo>
                  <a:lnTo>
                    <a:pt x="263" y="172"/>
                  </a:lnTo>
                  <a:lnTo>
                    <a:pt x="290" y="146"/>
                  </a:lnTo>
                  <a:lnTo>
                    <a:pt x="318" y="122"/>
                  </a:lnTo>
                  <a:lnTo>
                    <a:pt x="349" y="101"/>
                  </a:lnTo>
                  <a:lnTo>
                    <a:pt x="382" y="82"/>
                  </a:lnTo>
                  <a:lnTo>
                    <a:pt x="335" y="0"/>
                  </a:lnTo>
                  <a:lnTo>
                    <a:pt x="297" y="23"/>
                  </a:lnTo>
                  <a:lnTo>
                    <a:pt x="262" y="49"/>
                  </a:lnTo>
                  <a:lnTo>
                    <a:pt x="229" y="76"/>
                  </a:lnTo>
                  <a:lnTo>
                    <a:pt x="198" y="104"/>
                  </a:lnTo>
                  <a:lnTo>
                    <a:pt x="167" y="137"/>
                  </a:lnTo>
                  <a:lnTo>
                    <a:pt x="142" y="170"/>
                  </a:lnTo>
                  <a:lnTo>
                    <a:pt x="116" y="204"/>
                  </a:lnTo>
                  <a:lnTo>
                    <a:pt x="94" y="240"/>
                  </a:lnTo>
                  <a:lnTo>
                    <a:pt x="74" y="278"/>
                  </a:lnTo>
                  <a:lnTo>
                    <a:pt x="54" y="317"/>
                  </a:lnTo>
                  <a:lnTo>
                    <a:pt x="38" y="359"/>
                  </a:lnTo>
                  <a:lnTo>
                    <a:pt x="26" y="401"/>
                  </a:lnTo>
                  <a:lnTo>
                    <a:pt x="15" y="444"/>
                  </a:lnTo>
                  <a:lnTo>
                    <a:pt x="8" y="489"/>
                  </a:lnTo>
                  <a:lnTo>
                    <a:pt x="2" y="534"/>
                  </a:lnTo>
                  <a:lnTo>
                    <a:pt x="0" y="580"/>
                  </a:lnTo>
                  <a:lnTo>
                    <a:pt x="0" y="581"/>
                  </a:lnTo>
                  <a:lnTo>
                    <a:pt x="0" y="580"/>
                  </a:lnTo>
                  <a:lnTo>
                    <a:pt x="3" y="600"/>
                  </a:lnTo>
                  <a:lnTo>
                    <a:pt x="14" y="615"/>
                  </a:lnTo>
                  <a:lnTo>
                    <a:pt x="29" y="625"/>
                  </a:lnTo>
                  <a:lnTo>
                    <a:pt x="45" y="628"/>
                  </a:lnTo>
                  <a:lnTo>
                    <a:pt x="63" y="626"/>
                  </a:lnTo>
                  <a:lnTo>
                    <a:pt x="78" y="616"/>
                  </a:lnTo>
                  <a:lnTo>
                    <a:pt x="89" y="602"/>
                  </a:lnTo>
                  <a:lnTo>
                    <a:pt x="94" y="582"/>
                  </a:lnTo>
                  <a:lnTo>
                    <a:pt x="94" y="5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4541" name="Freeform 43"/>
            <p:cNvSpPr>
              <a:spLocks/>
            </p:cNvSpPr>
            <p:nvPr/>
          </p:nvSpPr>
          <p:spPr bwMode="auto">
            <a:xfrm>
              <a:off x="868" y="1712"/>
              <a:ext cx="19" cy="364"/>
            </a:xfrm>
            <a:custGeom>
              <a:avLst/>
              <a:gdLst>
                <a:gd name="T0" fmla="*/ 1 w 94"/>
                <a:gd name="T1" fmla="*/ 14 h 1818"/>
                <a:gd name="T2" fmla="*/ 1 w 94"/>
                <a:gd name="T3" fmla="*/ 14 h 1818"/>
                <a:gd name="T4" fmla="*/ 1 w 94"/>
                <a:gd name="T5" fmla="*/ 0 h 1818"/>
                <a:gd name="T6" fmla="*/ 0 w 94"/>
                <a:gd name="T7" fmla="*/ 0 h 1818"/>
                <a:gd name="T8" fmla="*/ 0 w 94"/>
                <a:gd name="T9" fmla="*/ 14 h 1818"/>
                <a:gd name="T10" fmla="*/ 0 w 94"/>
                <a:gd name="T11" fmla="*/ 14 h 1818"/>
                <a:gd name="T12" fmla="*/ 0 w 94"/>
                <a:gd name="T13" fmla="*/ 14 h 1818"/>
                <a:gd name="T14" fmla="*/ 0 w 94"/>
                <a:gd name="T15" fmla="*/ 14 h 1818"/>
                <a:gd name="T16" fmla="*/ 0 w 94"/>
                <a:gd name="T17" fmla="*/ 14 h 1818"/>
                <a:gd name="T18" fmla="*/ 0 w 94"/>
                <a:gd name="T19" fmla="*/ 15 h 1818"/>
                <a:gd name="T20" fmla="*/ 0 w 94"/>
                <a:gd name="T21" fmla="*/ 15 h 1818"/>
                <a:gd name="T22" fmla="*/ 1 w 94"/>
                <a:gd name="T23" fmla="*/ 15 h 1818"/>
                <a:gd name="T24" fmla="*/ 1 w 94"/>
                <a:gd name="T25" fmla="*/ 14 h 1818"/>
                <a:gd name="T26" fmla="*/ 1 w 94"/>
                <a:gd name="T27" fmla="*/ 14 h 1818"/>
                <a:gd name="T28" fmla="*/ 1 w 94"/>
                <a:gd name="T29" fmla="*/ 14 h 1818"/>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94"/>
                <a:gd name="T46" fmla="*/ 0 h 1818"/>
                <a:gd name="T47" fmla="*/ 94 w 94"/>
                <a:gd name="T48" fmla="*/ 1818 h 1818"/>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94" h="1818">
                  <a:moveTo>
                    <a:pt x="94" y="1771"/>
                  </a:moveTo>
                  <a:lnTo>
                    <a:pt x="94" y="1771"/>
                  </a:lnTo>
                  <a:lnTo>
                    <a:pt x="94" y="0"/>
                  </a:lnTo>
                  <a:lnTo>
                    <a:pt x="0" y="0"/>
                  </a:lnTo>
                  <a:lnTo>
                    <a:pt x="0" y="1771"/>
                  </a:lnTo>
                  <a:lnTo>
                    <a:pt x="3" y="1791"/>
                  </a:lnTo>
                  <a:lnTo>
                    <a:pt x="15" y="1806"/>
                  </a:lnTo>
                  <a:lnTo>
                    <a:pt x="29" y="1814"/>
                  </a:lnTo>
                  <a:lnTo>
                    <a:pt x="47" y="1818"/>
                  </a:lnTo>
                  <a:lnTo>
                    <a:pt x="64" y="1814"/>
                  </a:lnTo>
                  <a:lnTo>
                    <a:pt x="79" y="1806"/>
                  </a:lnTo>
                  <a:lnTo>
                    <a:pt x="90" y="1791"/>
                  </a:lnTo>
                  <a:lnTo>
                    <a:pt x="94" y="17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4542" name="Freeform 44"/>
            <p:cNvSpPr>
              <a:spLocks/>
            </p:cNvSpPr>
            <p:nvPr/>
          </p:nvSpPr>
          <p:spPr bwMode="auto">
            <a:xfrm>
              <a:off x="868" y="2067"/>
              <a:ext cx="90" cy="160"/>
            </a:xfrm>
            <a:custGeom>
              <a:avLst/>
              <a:gdLst>
                <a:gd name="T0" fmla="*/ 3 w 449"/>
                <a:gd name="T1" fmla="*/ 6 h 803"/>
                <a:gd name="T2" fmla="*/ 3 w 449"/>
                <a:gd name="T3" fmla="*/ 6 h 803"/>
                <a:gd name="T4" fmla="*/ 3 w 449"/>
                <a:gd name="T5" fmla="*/ 5 h 803"/>
                <a:gd name="T6" fmla="*/ 3 w 449"/>
                <a:gd name="T7" fmla="*/ 5 h 803"/>
                <a:gd name="T8" fmla="*/ 3 w 449"/>
                <a:gd name="T9" fmla="*/ 5 h 803"/>
                <a:gd name="T10" fmla="*/ 2 w 449"/>
                <a:gd name="T11" fmla="*/ 5 h 803"/>
                <a:gd name="T12" fmla="*/ 2 w 449"/>
                <a:gd name="T13" fmla="*/ 4 h 803"/>
                <a:gd name="T14" fmla="*/ 2 w 449"/>
                <a:gd name="T15" fmla="*/ 4 h 803"/>
                <a:gd name="T16" fmla="*/ 2 w 449"/>
                <a:gd name="T17" fmla="*/ 4 h 803"/>
                <a:gd name="T18" fmla="*/ 2 w 449"/>
                <a:gd name="T19" fmla="*/ 3 h 803"/>
                <a:gd name="T20" fmla="*/ 1 w 449"/>
                <a:gd name="T21" fmla="*/ 3 h 803"/>
                <a:gd name="T22" fmla="*/ 1 w 449"/>
                <a:gd name="T23" fmla="*/ 2 h 803"/>
                <a:gd name="T24" fmla="*/ 1 w 449"/>
                <a:gd name="T25" fmla="*/ 2 h 803"/>
                <a:gd name="T26" fmla="*/ 1 w 449"/>
                <a:gd name="T27" fmla="*/ 2 h 803"/>
                <a:gd name="T28" fmla="*/ 1 w 449"/>
                <a:gd name="T29" fmla="*/ 1 h 803"/>
                <a:gd name="T30" fmla="*/ 1 w 449"/>
                <a:gd name="T31" fmla="*/ 1 h 803"/>
                <a:gd name="T32" fmla="*/ 1 w 449"/>
                <a:gd name="T33" fmla="*/ 0 h 803"/>
                <a:gd name="T34" fmla="*/ 1 w 449"/>
                <a:gd name="T35" fmla="*/ 0 h 803"/>
                <a:gd name="T36" fmla="*/ 0 w 449"/>
                <a:gd name="T37" fmla="*/ 0 h 803"/>
                <a:gd name="T38" fmla="*/ 0 w 449"/>
                <a:gd name="T39" fmla="*/ 0 h 803"/>
                <a:gd name="T40" fmla="*/ 0 w 449"/>
                <a:gd name="T41" fmla="*/ 1 h 803"/>
                <a:gd name="T42" fmla="*/ 0 w 449"/>
                <a:gd name="T43" fmla="*/ 1 h 803"/>
                <a:gd name="T44" fmla="*/ 0 w 449"/>
                <a:gd name="T45" fmla="*/ 2 h 803"/>
                <a:gd name="T46" fmla="*/ 0 w 449"/>
                <a:gd name="T47" fmla="*/ 2 h 803"/>
                <a:gd name="T48" fmla="*/ 0 w 449"/>
                <a:gd name="T49" fmla="*/ 3 h 803"/>
                <a:gd name="T50" fmla="*/ 1 w 449"/>
                <a:gd name="T51" fmla="*/ 3 h 803"/>
                <a:gd name="T52" fmla="*/ 1 w 449"/>
                <a:gd name="T53" fmla="*/ 4 h 803"/>
                <a:gd name="T54" fmla="*/ 1 w 449"/>
                <a:gd name="T55" fmla="*/ 4 h 803"/>
                <a:gd name="T56" fmla="*/ 1 w 449"/>
                <a:gd name="T57" fmla="*/ 4 h 803"/>
                <a:gd name="T58" fmla="*/ 2 w 449"/>
                <a:gd name="T59" fmla="*/ 5 h 803"/>
                <a:gd name="T60" fmla="*/ 2 w 449"/>
                <a:gd name="T61" fmla="*/ 5 h 803"/>
                <a:gd name="T62" fmla="*/ 2 w 449"/>
                <a:gd name="T63" fmla="*/ 5 h 803"/>
                <a:gd name="T64" fmla="*/ 2 w 449"/>
                <a:gd name="T65" fmla="*/ 6 h 803"/>
                <a:gd name="T66" fmla="*/ 3 w 449"/>
                <a:gd name="T67" fmla="*/ 6 h 803"/>
                <a:gd name="T68" fmla="*/ 3 w 449"/>
                <a:gd name="T69" fmla="*/ 6 h 803"/>
                <a:gd name="T70" fmla="*/ 3 w 449"/>
                <a:gd name="T71" fmla="*/ 6 h 803"/>
                <a:gd name="T72" fmla="*/ 3 w 449"/>
                <a:gd name="T73" fmla="*/ 6 h 803"/>
                <a:gd name="T74" fmla="*/ 3 w 449"/>
                <a:gd name="T75" fmla="*/ 6 h 803"/>
                <a:gd name="T76" fmla="*/ 3 w 449"/>
                <a:gd name="T77" fmla="*/ 6 h 803"/>
                <a:gd name="T78" fmla="*/ 3 w 449"/>
                <a:gd name="T79" fmla="*/ 6 h 803"/>
                <a:gd name="T80" fmla="*/ 4 w 449"/>
                <a:gd name="T81" fmla="*/ 6 h 803"/>
                <a:gd name="T82" fmla="*/ 4 w 449"/>
                <a:gd name="T83" fmla="*/ 6 h 803"/>
                <a:gd name="T84" fmla="*/ 4 w 449"/>
                <a:gd name="T85" fmla="*/ 6 h 803"/>
                <a:gd name="T86" fmla="*/ 4 w 449"/>
                <a:gd name="T87" fmla="*/ 6 h 803"/>
                <a:gd name="T88" fmla="*/ 3 w 449"/>
                <a:gd name="T89" fmla="*/ 6 h 803"/>
                <a:gd name="T90" fmla="*/ 3 w 449"/>
                <a:gd name="T91" fmla="*/ 6 h 80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449"/>
                <a:gd name="T139" fmla="*/ 0 h 803"/>
                <a:gd name="T140" fmla="*/ 449 w 449"/>
                <a:gd name="T141" fmla="*/ 803 h 80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449" h="803">
                  <a:moveTo>
                    <a:pt x="426" y="717"/>
                  </a:moveTo>
                  <a:lnTo>
                    <a:pt x="427" y="717"/>
                  </a:lnTo>
                  <a:lnTo>
                    <a:pt x="395" y="693"/>
                  </a:lnTo>
                  <a:lnTo>
                    <a:pt x="361" y="662"/>
                  </a:lnTo>
                  <a:lnTo>
                    <a:pt x="329" y="628"/>
                  </a:lnTo>
                  <a:lnTo>
                    <a:pt x="299" y="591"/>
                  </a:lnTo>
                  <a:lnTo>
                    <a:pt x="269" y="551"/>
                  </a:lnTo>
                  <a:lnTo>
                    <a:pt x="241" y="507"/>
                  </a:lnTo>
                  <a:lnTo>
                    <a:pt x="215" y="460"/>
                  </a:lnTo>
                  <a:lnTo>
                    <a:pt x="191" y="412"/>
                  </a:lnTo>
                  <a:lnTo>
                    <a:pt x="170" y="363"/>
                  </a:lnTo>
                  <a:lnTo>
                    <a:pt x="151" y="312"/>
                  </a:lnTo>
                  <a:lnTo>
                    <a:pt x="133" y="259"/>
                  </a:lnTo>
                  <a:lnTo>
                    <a:pt x="119" y="207"/>
                  </a:lnTo>
                  <a:lnTo>
                    <a:pt x="108" y="156"/>
                  </a:lnTo>
                  <a:lnTo>
                    <a:pt x="101" y="103"/>
                  </a:lnTo>
                  <a:lnTo>
                    <a:pt x="96" y="51"/>
                  </a:lnTo>
                  <a:lnTo>
                    <a:pt x="94" y="0"/>
                  </a:lnTo>
                  <a:lnTo>
                    <a:pt x="0" y="0"/>
                  </a:lnTo>
                  <a:lnTo>
                    <a:pt x="2" y="56"/>
                  </a:lnTo>
                  <a:lnTo>
                    <a:pt x="7" y="115"/>
                  </a:lnTo>
                  <a:lnTo>
                    <a:pt x="16" y="172"/>
                  </a:lnTo>
                  <a:lnTo>
                    <a:pt x="28" y="231"/>
                  </a:lnTo>
                  <a:lnTo>
                    <a:pt x="44" y="287"/>
                  </a:lnTo>
                  <a:lnTo>
                    <a:pt x="62" y="342"/>
                  </a:lnTo>
                  <a:lnTo>
                    <a:pt x="83" y="398"/>
                  </a:lnTo>
                  <a:lnTo>
                    <a:pt x="106" y="452"/>
                  </a:lnTo>
                  <a:lnTo>
                    <a:pt x="133" y="505"/>
                  </a:lnTo>
                  <a:lnTo>
                    <a:pt x="161" y="554"/>
                  </a:lnTo>
                  <a:lnTo>
                    <a:pt x="192" y="602"/>
                  </a:lnTo>
                  <a:lnTo>
                    <a:pt x="224" y="647"/>
                  </a:lnTo>
                  <a:lnTo>
                    <a:pt x="259" y="689"/>
                  </a:lnTo>
                  <a:lnTo>
                    <a:pt x="295" y="728"/>
                  </a:lnTo>
                  <a:lnTo>
                    <a:pt x="334" y="763"/>
                  </a:lnTo>
                  <a:lnTo>
                    <a:pt x="374" y="795"/>
                  </a:lnTo>
                  <a:lnTo>
                    <a:pt x="375" y="795"/>
                  </a:lnTo>
                  <a:lnTo>
                    <a:pt x="374" y="795"/>
                  </a:lnTo>
                  <a:lnTo>
                    <a:pt x="392" y="803"/>
                  </a:lnTo>
                  <a:lnTo>
                    <a:pt x="411" y="803"/>
                  </a:lnTo>
                  <a:lnTo>
                    <a:pt x="426" y="795"/>
                  </a:lnTo>
                  <a:lnTo>
                    <a:pt x="439" y="782"/>
                  </a:lnTo>
                  <a:lnTo>
                    <a:pt x="446" y="766"/>
                  </a:lnTo>
                  <a:lnTo>
                    <a:pt x="449" y="749"/>
                  </a:lnTo>
                  <a:lnTo>
                    <a:pt x="441" y="732"/>
                  </a:lnTo>
                  <a:lnTo>
                    <a:pt x="427" y="717"/>
                  </a:lnTo>
                  <a:lnTo>
                    <a:pt x="426" y="71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4543" name="Freeform 45"/>
            <p:cNvSpPr>
              <a:spLocks/>
            </p:cNvSpPr>
            <p:nvPr/>
          </p:nvSpPr>
          <p:spPr bwMode="auto">
            <a:xfrm>
              <a:off x="883" y="1673"/>
              <a:ext cx="379" cy="690"/>
            </a:xfrm>
            <a:custGeom>
              <a:avLst/>
              <a:gdLst>
                <a:gd name="T0" fmla="*/ 12 w 1897"/>
                <a:gd name="T1" fmla="*/ 6 h 3450"/>
                <a:gd name="T2" fmla="*/ 13 w 1897"/>
                <a:gd name="T3" fmla="*/ 7 h 3450"/>
                <a:gd name="T4" fmla="*/ 13 w 1897"/>
                <a:gd name="T5" fmla="*/ 7 h 3450"/>
                <a:gd name="T6" fmla="*/ 14 w 1897"/>
                <a:gd name="T7" fmla="*/ 8 h 3450"/>
                <a:gd name="T8" fmla="*/ 14 w 1897"/>
                <a:gd name="T9" fmla="*/ 9 h 3450"/>
                <a:gd name="T10" fmla="*/ 15 w 1897"/>
                <a:gd name="T11" fmla="*/ 10 h 3450"/>
                <a:gd name="T12" fmla="*/ 15 w 1897"/>
                <a:gd name="T13" fmla="*/ 11 h 3450"/>
                <a:gd name="T14" fmla="*/ 15 w 1897"/>
                <a:gd name="T15" fmla="*/ 11 h 3450"/>
                <a:gd name="T16" fmla="*/ 15 w 1897"/>
                <a:gd name="T17" fmla="*/ 12 h 3450"/>
                <a:gd name="T18" fmla="*/ 15 w 1897"/>
                <a:gd name="T19" fmla="*/ 26 h 3450"/>
                <a:gd name="T20" fmla="*/ 15 w 1897"/>
                <a:gd name="T21" fmla="*/ 26 h 3450"/>
                <a:gd name="T22" fmla="*/ 15 w 1897"/>
                <a:gd name="T23" fmla="*/ 27 h 3450"/>
                <a:gd name="T24" fmla="*/ 15 w 1897"/>
                <a:gd name="T25" fmla="*/ 27 h 3450"/>
                <a:gd name="T26" fmla="*/ 14 w 1897"/>
                <a:gd name="T27" fmla="*/ 27 h 3450"/>
                <a:gd name="T28" fmla="*/ 14 w 1897"/>
                <a:gd name="T29" fmla="*/ 28 h 3450"/>
                <a:gd name="T30" fmla="*/ 13 w 1897"/>
                <a:gd name="T31" fmla="*/ 28 h 3450"/>
                <a:gd name="T32" fmla="*/ 13 w 1897"/>
                <a:gd name="T33" fmla="*/ 27 h 3450"/>
                <a:gd name="T34" fmla="*/ 3 w 1897"/>
                <a:gd name="T35" fmla="*/ 21 h 3450"/>
                <a:gd name="T36" fmla="*/ 2 w 1897"/>
                <a:gd name="T37" fmla="*/ 21 h 3450"/>
                <a:gd name="T38" fmla="*/ 2 w 1897"/>
                <a:gd name="T39" fmla="*/ 20 h 3450"/>
                <a:gd name="T40" fmla="*/ 1 w 1897"/>
                <a:gd name="T41" fmla="*/ 19 h 3450"/>
                <a:gd name="T42" fmla="*/ 1 w 1897"/>
                <a:gd name="T43" fmla="*/ 19 h 3450"/>
                <a:gd name="T44" fmla="*/ 0 w 1897"/>
                <a:gd name="T45" fmla="*/ 18 h 3450"/>
                <a:gd name="T46" fmla="*/ 0 w 1897"/>
                <a:gd name="T47" fmla="*/ 17 h 3450"/>
                <a:gd name="T48" fmla="*/ 0 w 1897"/>
                <a:gd name="T49" fmla="*/ 16 h 3450"/>
                <a:gd name="T50" fmla="*/ 0 w 1897"/>
                <a:gd name="T51" fmla="*/ 15 h 3450"/>
                <a:gd name="T52" fmla="*/ 0 w 1897"/>
                <a:gd name="T53" fmla="*/ 2 h 3450"/>
                <a:gd name="T54" fmla="*/ 0 w 1897"/>
                <a:gd name="T55" fmla="*/ 1 h 3450"/>
                <a:gd name="T56" fmla="*/ 0 w 1897"/>
                <a:gd name="T57" fmla="*/ 1 h 3450"/>
                <a:gd name="T58" fmla="*/ 1 w 1897"/>
                <a:gd name="T59" fmla="*/ 0 h 3450"/>
                <a:gd name="T60" fmla="*/ 1 w 1897"/>
                <a:gd name="T61" fmla="*/ 0 h 3450"/>
                <a:gd name="T62" fmla="*/ 1 w 1897"/>
                <a:gd name="T63" fmla="*/ 0 h 3450"/>
                <a:gd name="T64" fmla="*/ 2 w 1897"/>
                <a:gd name="T65" fmla="*/ 0 h 3450"/>
                <a:gd name="T66" fmla="*/ 3 w 1897"/>
                <a:gd name="T67" fmla="*/ 0 h 3450"/>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897"/>
                <a:gd name="T103" fmla="*/ 0 h 3450"/>
                <a:gd name="T104" fmla="*/ 1897 w 1897"/>
                <a:gd name="T105" fmla="*/ 3450 h 3450"/>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897" h="3450">
                  <a:moveTo>
                    <a:pt x="357" y="49"/>
                  </a:moveTo>
                  <a:lnTo>
                    <a:pt x="1542" y="806"/>
                  </a:lnTo>
                  <a:lnTo>
                    <a:pt x="1579" y="832"/>
                  </a:lnTo>
                  <a:lnTo>
                    <a:pt x="1614" y="861"/>
                  </a:lnTo>
                  <a:lnTo>
                    <a:pt x="1648" y="895"/>
                  </a:lnTo>
                  <a:lnTo>
                    <a:pt x="1681" y="933"/>
                  </a:lnTo>
                  <a:lnTo>
                    <a:pt x="1711" y="973"/>
                  </a:lnTo>
                  <a:lnTo>
                    <a:pt x="1740" y="1016"/>
                  </a:lnTo>
                  <a:lnTo>
                    <a:pt x="1768" y="1062"/>
                  </a:lnTo>
                  <a:lnTo>
                    <a:pt x="1793" y="1109"/>
                  </a:lnTo>
                  <a:lnTo>
                    <a:pt x="1816" y="1158"/>
                  </a:lnTo>
                  <a:lnTo>
                    <a:pt x="1836" y="1208"/>
                  </a:lnTo>
                  <a:lnTo>
                    <a:pt x="1854" y="1260"/>
                  </a:lnTo>
                  <a:lnTo>
                    <a:pt x="1869" y="1313"/>
                  </a:lnTo>
                  <a:lnTo>
                    <a:pt x="1881" y="1364"/>
                  </a:lnTo>
                  <a:lnTo>
                    <a:pt x="1890" y="1417"/>
                  </a:lnTo>
                  <a:lnTo>
                    <a:pt x="1895" y="1469"/>
                  </a:lnTo>
                  <a:lnTo>
                    <a:pt x="1897" y="1519"/>
                  </a:lnTo>
                  <a:lnTo>
                    <a:pt x="1897" y="3142"/>
                  </a:lnTo>
                  <a:lnTo>
                    <a:pt x="1895" y="3190"/>
                  </a:lnTo>
                  <a:lnTo>
                    <a:pt x="1890" y="3235"/>
                  </a:lnTo>
                  <a:lnTo>
                    <a:pt x="1881" y="3276"/>
                  </a:lnTo>
                  <a:lnTo>
                    <a:pt x="1869" y="3313"/>
                  </a:lnTo>
                  <a:lnTo>
                    <a:pt x="1854" y="3346"/>
                  </a:lnTo>
                  <a:lnTo>
                    <a:pt x="1836" y="3375"/>
                  </a:lnTo>
                  <a:lnTo>
                    <a:pt x="1816" y="3398"/>
                  </a:lnTo>
                  <a:lnTo>
                    <a:pt x="1793" y="3418"/>
                  </a:lnTo>
                  <a:lnTo>
                    <a:pt x="1768" y="3434"/>
                  </a:lnTo>
                  <a:lnTo>
                    <a:pt x="1740" y="3444"/>
                  </a:lnTo>
                  <a:lnTo>
                    <a:pt x="1711" y="3450"/>
                  </a:lnTo>
                  <a:lnTo>
                    <a:pt x="1681" y="3450"/>
                  </a:lnTo>
                  <a:lnTo>
                    <a:pt x="1648" y="3445"/>
                  </a:lnTo>
                  <a:lnTo>
                    <a:pt x="1614" y="3436"/>
                  </a:lnTo>
                  <a:lnTo>
                    <a:pt x="1579" y="3421"/>
                  </a:lnTo>
                  <a:lnTo>
                    <a:pt x="1542" y="3400"/>
                  </a:lnTo>
                  <a:lnTo>
                    <a:pt x="357" y="2643"/>
                  </a:lnTo>
                  <a:lnTo>
                    <a:pt x="320" y="2618"/>
                  </a:lnTo>
                  <a:lnTo>
                    <a:pt x="285" y="2588"/>
                  </a:lnTo>
                  <a:lnTo>
                    <a:pt x="251" y="2554"/>
                  </a:lnTo>
                  <a:lnTo>
                    <a:pt x="218" y="2517"/>
                  </a:lnTo>
                  <a:lnTo>
                    <a:pt x="187" y="2477"/>
                  </a:lnTo>
                  <a:lnTo>
                    <a:pt x="157" y="2433"/>
                  </a:lnTo>
                  <a:lnTo>
                    <a:pt x="130" y="2388"/>
                  </a:lnTo>
                  <a:lnTo>
                    <a:pt x="105" y="2341"/>
                  </a:lnTo>
                  <a:lnTo>
                    <a:pt x="81" y="2292"/>
                  </a:lnTo>
                  <a:lnTo>
                    <a:pt x="61" y="2241"/>
                  </a:lnTo>
                  <a:lnTo>
                    <a:pt x="44" y="2190"/>
                  </a:lnTo>
                  <a:lnTo>
                    <a:pt x="29" y="2138"/>
                  </a:lnTo>
                  <a:lnTo>
                    <a:pt x="17" y="2085"/>
                  </a:lnTo>
                  <a:lnTo>
                    <a:pt x="7" y="2033"/>
                  </a:lnTo>
                  <a:lnTo>
                    <a:pt x="3" y="1981"/>
                  </a:lnTo>
                  <a:lnTo>
                    <a:pt x="0" y="1931"/>
                  </a:lnTo>
                  <a:lnTo>
                    <a:pt x="0" y="308"/>
                  </a:lnTo>
                  <a:lnTo>
                    <a:pt x="3" y="260"/>
                  </a:lnTo>
                  <a:lnTo>
                    <a:pt x="7" y="215"/>
                  </a:lnTo>
                  <a:lnTo>
                    <a:pt x="17" y="174"/>
                  </a:lnTo>
                  <a:lnTo>
                    <a:pt x="29" y="137"/>
                  </a:lnTo>
                  <a:lnTo>
                    <a:pt x="44" y="104"/>
                  </a:lnTo>
                  <a:lnTo>
                    <a:pt x="61" y="76"/>
                  </a:lnTo>
                  <a:lnTo>
                    <a:pt x="81" y="51"/>
                  </a:lnTo>
                  <a:lnTo>
                    <a:pt x="105" y="31"/>
                  </a:lnTo>
                  <a:lnTo>
                    <a:pt x="130" y="16"/>
                  </a:lnTo>
                  <a:lnTo>
                    <a:pt x="157" y="5"/>
                  </a:lnTo>
                  <a:lnTo>
                    <a:pt x="187" y="0"/>
                  </a:lnTo>
                  <a:lnTo>
                    <a:pt x="218" y="0"/>
                  </a:lnTo>
                  <a:lnTo>
                    <a:pt x="251" y="3"/>
                  </a:lnTo>
                  <a:lnTo>
                    <a:pt x="285" y="14"/>
                  </a:lnTo>
                  <a:lnTo>
                    <a:pt x="320" y="29"/>
                  </a:lnTo>
                  <a:lnTo>
                    <a:pt x="357" y="49"/>
                  </a:lnTo>
                  <a:close/>
                </a:path>
              </a:pathLst>
            </a:custGeom>
            <a:solidFill>
              <a:srgbClr val="BFBFB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4544" name="Freeform 46"/>
            <p:cNvSpPr>
              <a:spLocks/>
            </p:cNvSpPr>
            <p:nvPr/>
          </p:nvSpPr>
          <p:spPr bwMode="auto">
            <a:xfrm>
              <a:off x="1268" y="1663"/>
              <a:ext cx="393" cy="711"/>
            </a:xfrm>
            <a:custGeom>
              <a:avLst/>
              <a:gdLst>
                <a:gd name="T0" fmla="*/ 3 w 1962"/>
                <a:gd name="T1" fmla="*/ 7 h 3555"/>
                <a:gd name="T2" fmla="*/ 2 w 1962"/>
                <a:gd name="T3" fmla="*/ 7 h 3555"/>
                <a:gd name="T4" fmla="*/ 2 w 1962"/>
                <a:gd name="T5" fmla="*/ 8 h 3555"/>
                <a:gd name="T6" fmla="*/ 1 w 1962"/>
                <a:gd name="T7" fmla="*/ 8 h 3555"/>
                <a:gd name="T8" fmla="*/ 1 w 1962"/>
                <a:gd name="T9" fmla="*/ 9 h 3555"/>
                <a:gd name="T10" fmla="*/ 1 w 1962"/>
                <a:gd name="T11" fmla="*/ 10 h 3555"/>
                <a:gd name="T12" fmla="*/ 0 w 1962"/>
                <a:gd name="T13" fmla="*/ 11 h 3555"/>
                <a:gd name="T14" fmla="*/ 0 w 1962"/>
                <a:gd name="T15" fmla="*/ 12 h 3555"/>
                <a:gd name="T16" fmla="*/ 0 w 1962"/>
                <a:gd name="T17" fmla="*/ 13 h 3555"/>
                <a:gd name="T18" fmla="*/ 0 w 1962"/>
                <a:gd name="T19" fmla="*/ 26 h 3555"/>
                <a:gd name="T20" fmla="*/ 0 w 1962"/>
                <a:gd name="T21" fmla="*/ 27 h 3555"/>
                <a:gd name="T22" fmla="*/ 0 w 1962"/>
                <a:gd name="T23" fmla="*/ 28 h 3555"/>
                <a:gd name="T24" fmla="*/ 1 w 1962"/>
                <a:gd name="T25" fmla="*/ 28 h 3555"/>
                <a:gd name="T26" fmla="*/ 1 w 1962"/>
                <a:gd name="T27" fmla="*/ 28 h 3555"/>
                <a:gd name="T28" fmla="*/ 2 w 1962"/>
                <a:gd name="T29" fmla="*/ 28 h 3555"/>
                <a:gd name="T30" fmla="*/ 2 w 1962"/>
                <a:gd name="T31" fmla="*/ 28 h 3555"/>
                <a:gd name="T32" fmla="*/ 3 w 1962"/>
                <a:gd name="T33" fmla="*/ 28 h 3555"/>
                <a:gd name="T34" fmla="*/ 13 w 1962"/>
                <a:gd name="T35" fmla="*/ 22 h 3555"/>
                <a:gd name="T36" fmla="*/ 13 w 1962"/>
                <a:gd name="T37" fmla="*/ 21 h 3555"/>
                <a:gd name="T38" fmla="*/ 14 w 1962"/>
                <a:gd name="T39" fmla="*/ 21 h 3555"/>
                <a:gd name="T40" fmla="*/ 14 w 1962"/>
                <a:gd name="T41" fmla="*/ 20 h 3555"/>
                <a:gd name="T42" fmla="*/ 15 w 1962"/>
                <a:gd name="T43" fmla="*/ 19 h 3555"/>
                <a:gd name="T44" fmla="*/ 15 w 1962"/>
                <a:gd name="T45" fmla="*/ 18 h 3555"/>
                <a:gd name="T46" fmla="*/ 16 w 1962"/>
                <a:gd name="T47" fmla="*/ 18 h 3555"/>
                <a:gd name="T48" fmla="*/ 16 w 1962"/>
                <a:gd name="T49" fmla="*/ 17 h 3555"/>
                <a:gd name="T50" fmla="*/ 16 w 1962"/>
                <a:gd name="T51" fmla="*/ 16 h 3555"/>
                <a:gd name="T52" fmla="*/ 16 w 1962"/>
                <a:gd name="T53" fmla="*/ 2 h 3555"/>
                <a:gd name="T54" fmla="*/ 16 w 1962"/>
                <a:gd name="T55" fmla="*/ 1 h 3555"/>
                <a:gd name="T56" fmla="*/ 15 w 1962"/>
                <a:gd name="T57" fmla="*/ 1 h 3555"/>
                <a:gd name="T58" fmla="*/ 15 w 1962"/>
                <a:gd name="T59" fmla="*/ 0 h 3555"/>
                <a:gd name="T60" fmla="*/ 15 w 1962"/>
                <a:gd name="T61" fmla="*/ 0 h 3555"/>
                <a:gd name="T62" fmla="*/ 14 w 1962"/>
                <a:gd name="T63" fmla="*/ 0 h 3555"/>
                <a:gd name="T64" fmla="*/ 14 w 1962"/>
                <a:gd name="T65" fmla="*/ 0 h 3555"/>
                <a:gd name="T66" fmla="*/ 13 w 1962"/>
                <a:gd name="T67" fmla="*/ 0 h 3555"/>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962"/>
                <a:gd name="T103" fmla="*/ 0 h 3555"/>
                <a:gd name="T104" fmla="*/ 1962 w 1962"/>
                <a:gd name="T105" fmla="*/ 3555 h 3555"/>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962" h="3555">
                  <a:moveTo>
                    <a:pt x="1594" y="50"/>
                  </a:moveTo>
                  <a:lnTo>
                    <a:pt x="368" y="831"/>
                  </a:lnTo>
                  <a:lnTo>
                    <a:pt x="330" y="858"/>
                  </a:lnTo>
                  <a:lnTo>
                    <a:pt x="294" y="888"/>
                  </a:lnTo>
                  <a:lnTo>
                    <a:pt x="259" y="922"/>
                  </a:lnTo>
                  <a:lnTo>
                    <a:pt x="225" y="961"/>
                  </a:lnTo>
                  <a:lnTo>
                    <a:pt x="193" y="1003"/>
                  </a:lnTo>
                  <a:lnTo>
                    <a:pt x="163" y="1047"/>
                  </a:lnTo>
                  <a:lnTo>
                    <a:pt x="133" y="1094"/>
                  </a:lnTo>
                  <a:lnTo>
                    <a:pt x="108" y="1143"/>
                  </a:lnTo>
                  <a:lnTo>
                    <a:pt x="84" y="1193"/>
                  </a:lnTo>
                  <a:lnTo>
                    <a:pt x="63" y="1246"/>
                  </a:lnTo>
                  <a:lnTo>
                    <a:pt x="44" y="1299"/>
                  </a:lnTo>
                  <a:lnTo>
                    <a:pt x="29" y="1353"/>
                  </a:lnTo>
                  <a:lnTo>
                    <a:pt x="16" y="1405"/>
                  </a:lnTo>
                  <a:lnTo>
                    <a:pt x="7" y="1459"/>
                  </a:lnTo>
                  <a:lnTo>
                    <a:pt x="2" y="1512"/>
                  </a:lnTo>
                  <a:lnTo>
                    <a:pt x="0" y="1565"/>
                  </a:lnTo>
                  <a:lnTo>
                    <a:pt x="0" y="3237"/>
                  </a:lnTo>
                  <a:lnTo>
                    <a:pt x="2" y="3287"/>
                  </a:lnTo>
                  <a:lnTo>
                    <a:pt x="7" y="3333"/>
                  </a:lnTo>
                  <a:lnTo>
                    <a:pt x="16" y="3375"/>
                  </a:lnTo>
                  <a:lnTo>
                    <a:pt x="29" y="3413"/>
                  </a:lnTo>
                  <a:lnTo>
                    <a:pt x="44" y="3447"/>
                  </a:lnTo>
                  <a:lnTo>
                    <a:pt x="63" y="3477"/>
                  </a:lnTo>
                  <a:lnTo>
                    <a:pt x="84" y="3502"/>
                  </a:lnTo>
                  <a:lnTo>
                    <a:pt x="108" y="3522"/>
                  </a:lnTo>
                  <a:lnTo>
                    <a:pt x="133" y="3538"/>
                  </a:lnTo>
                  <a:lnTo>
                    <a:pt x="163" y="3549"/>
                  </a:lnTo>
                  <a:lnTo>
                    <a:pt x="193" y="3555"/>
                  </a:lnTo>
                  <a:lnTo>
                    <a:pt x="225" y="3555"/>
                  </a:lnTo>
                  <a:lnTo>
                    <a:pt x="259" y="3550"/>
                  </a:lnTo>
                  <a:lnTo>
                    <a:pt x="294" y="3541"/>
                  </a:lnTo>
                  <a:lnTo>
                    <a:pt x="330" y="3524"/>
                  </a:lnTo>
                  <a:lnTo>
                    <a:pt x="368" y="3503"/>
                  </a:lnTo>
                  <a:lnTo>
                    <a:pt x="1594" y="2722"/>
                  </a:lnTo>
                  <a:lnTo>
                    <a:pt x="1632" y="2696"/>
                  </a:lnTo>
                  <a:lnTo>
                    <a:pt x="1668" y="2665"/>
                  </a:lnTo>
                  <a:lnTo>
                    <a:pt x="1703" y="2631"/>
                  </a:lnTo>
                  <a:lnTo>
                    <a:pt x="1737" y="2592"/>
                  </a:lnTo>
                  <a:lnTo>
                    <a:pt x="1769" y="2551"/>
                  </a:lnTo>
                  <a:lnTo>
                    <a:pt x="1799" y="2506"/>
                  </a:lnTo>
                  <a:lnTo>
                    <a:pt x="1829" y="2460"/>
                  </a:lnTo>
                  <a:lnTo>
                    <a:pt x="1854" y="2411"/>
                  </a:lnTo>
                  <a:lnTo>
                    <a:pt x="1878" y="2361"/>
                  </a:lnTo>
                  <a:lnTo>
                    <a:pt x="1899" y="2308"/>
                  </a:lnTo>
                  <a:lnTo>
                    <a:pt x="1918" y="2256"/>
                  </a:lnTo>
                  <a:lnTo>
                    <a:pt x="1933" y="2202"/>
                  </a:lnTo>
                  <a:lnTo>
                    <a:pt x="1946" y="2149"/>
                  </a:lnTo>
                  <a:lnTo>
                    <a:pt x="1955" y="2095"/>
                  </a:lnTo>
                  <a:lnTo>
                    <a:pt x="1960" y="2042"/>
                  </a:lnTo>
                  <a:lnTo>
                    <a:pt x="1962" y="1989"/>
                  </a:lnTo>
                  <a:lnTo>
                    <a:pt x="1962" y="319"/>
                  </a:lnTo>
                  <a:lnTo>
                    <a:pt x="1960" y="269"/>
                  </a:lnTo>
                  <a:lnTo>
                    <a:pt x="1955" y="223"/>
                  </a:lnTo>
                  <a:lnTo>
                    <a:pt x="1946" y="180"/>
                  </a:lnTo>
                  <a:lnTo>
                    <a:pt x="1933" y="143"/>
                  </a:lnTo>
                  <a:lnTo>
                    <a:pt x="1918" y="109"/>
                  </a:lnTo>
                  <a:lnTo>
                    <a:pt x="1899" y="79"/>
                  </a:lnTo>
                  <a:lnTo>
                    <a:pt x="1878" y="54"/>
                  </a:lnTo>
                  <a:lnTo>
                    <a:pt x="1854" y="33"/>
                  </a:lnTo>
                  <a:lnTo>
                    <a:pt x="1829" y="17"/>
                  </a:lnTo>
                  <a:lnTo>
                    <a:pt x="1799" y="7"/>
                  </a:lnTo>
                  <a:lnTo>
                    <a:pt x="1769" y="0"/>
                  </a:lnTo>
                  <a:lnTo>
                    <a:pt x="1737" y="0"/>
                  </a:lnTo>
                  <a:lnTo>
                    <a:pt x="1703" y="4"/>
                  </a:lnTo>
                  <a:lnTo>
                    <a:pt x="1668" y="14"/>
                  </a:lnTo>
                  <a:lnTo>
                    <a:pt x="1632" y="29"/>
                  </a:lnTo>
                  <a:lnTo>
                    <a:pt x="1594" y="50"/>
                  </a:lnTo>
                  <a:close/>
                </a:path>
              </a:pathLst>
            </a:custGeom>
            <a:solidFill>
              <a:srgbClr val="E5E5E5"/>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4545" name="Freeform 47"/>
            <p:cNvSpPr>
              <a:spLocks noEditPoints="1"/>
            </p:cNvSpPr>
            <p:nvPr/>
          </p:nvSpPr>
          <p:spPr bwMode="auto">
            <a:xfrm>
              <a:off x="916" y="1589"/>
              <a:ext cx="697" cy="698"/>
            </a:xfrm>
            <a:custGeom>
              <a:avLst/>
              <a:gdLst>
                <a:gd name="T0" fmla="*/ 16 w 3485"/>
                <a:gd name="T1" fmla="*/ 0 h 3490"/>
                <a:gd name="T2" fmla="*/ 17 w 3485"/>
                <a:gd name="T3" fmla="*/ 2 h 3490"/>
                <a:gd name="T4" fmla="*/ 17 w 3485"/>
                <a:gd name="T5" fmla="*/ 3 h 3490"/>
                <a:gd name="T6" fmla="*/ 14 w 3485"/>
                <a:gd name="T7" fmla="*/ 4 h 3490"/>
                <a:gd name="T8" fmla="*/ 12 w 3485"/>
                <a:gd name="T9" fmla="*/ 4 h 3490"/>
                <a:gd name="T10" fmla="*/ 11 w 3485"/>
                <a:gd name="T11" fmla="*/ 2 h 3490"/>
                <a:gd name="T12" fmla="*/ 11 w 3485"/>
                <a:gd name="T13" fmla="*/ 1 h 3490"/>
                <a:gd name="T14" fmla="*/ 14 w 3485"/>
                <a:gd name="T15" fmla="*/ 0 h 3490"/>
                <a:gd name="T16" fmla="*/ 3 w 3485"/>
                <a:gd name="T17" fmla="*/ 7 h 3490"/>
                <a:gd name="T18" fmla="*/ 4 w 3485"/>
                <a:gd name="T19" fmla="*/ 9 h 3490"/>
                <a:gd name="T20" fmla="*/ 3 w 3485"/>
                <a:gd name="T21" fmla="*/ 12 h 3490"/>
                <a:gd name="T22" fmla="*/ 2 w 3485"/>
                <a:gd name="T23" fmla="*/ 13 h 3490"/>
                <a:gd name="T24" fmla="*/ 1 w 3485"/>
                <a:gd name="T25" fmla="*/ 12 h 3490"/>
                <a:gd name="T26" fmla="*/ 0 w 3485"/>
                <a:gd name="T27" fmla="*/ 10 h 3490"/>
                <a:gd name="T28" fmla="*/ 0 w 3485"/>
                <a:gd name="T29" fmla="*/ 8 h 3490"/>
                <a:gd name="T30" fmla="*/ 2 w 3485"/>
                <a:gd name="T31" fmla="*/ 6 h 3490"/>
                <a:gd name="T32" fmla="*/ 10 w 3485"/>
                <a:gd name="T33" fmla="*/ 20 h 3490"/>
                <a:gd name="T34" fmla="*/ 11 w 3485"/>
                <a:gd name="T35" fmla="*/ 22 h 3490"/>
                <a:gd name="T36" fmla="*/ 11 w 3485"/>
                <a:gd name="T37" fmla="*/ 25 h 3490"/>
                <a:gd name="T38" fmla="*/ 10 w 3485"/>
                <a:gd name="T39" fmla="*/ 27 h 3490"/>
                <a:gd name="T40" fmla="*/ 8 w 3485"/>
                <a:gd name="T41" fmla="*/ 26 h 3490"/>
                <a:gd name="T42" fmla="*/ 7 w 3485"/>
                <a:gd name="T43" fmla="*/ 24 h 3490"/>
                <a:gd name="T44" fmla="*/ 7 w 3485"/>
                <a:gd name="T45" fmla="*/ 22 h 3490"/>
                <a:gd name="T46" fmla="*/ 8 w 3485"/>
                <a:gd name="T47" fmla="*/ 20 h 3490"/>
                <a:gd name="T48" fmla="*/ 20 w 3485"/>
                <a:gd name="T49" fmla="*/ 21 h 3490"/>
                <a:gd name="T50" fmla="*/ 21 w 3485"/>
                <a:gd name="T51" fmla="*/ 23 h 3490"/>
                <a:gd name="T52" fmla="*/ 21 w 3485"/>
                <a:gd name="T53" fmla="*/ 26 h 3490"/>
                <a:gd name="T54" fmla="*/ 20 w 3485"/>
                <a:gd name="T55" fmla="*/ 28 h 3490"/>
                <a:gd name="T56" fmla="*/ 18 w 3485"/>
                <a:gd name="T57" fmla="*/ 28 h 3490"/>
                <a:gd name="T58" fmla="*/ 17 w 3485"/>
                <a:gd name="T59" fmla="*/ 26 h 3490"/>
                <a:gd name="T60" fmla="*/ 17 w 3485"/>
                <a:gd name="T61" fmla="*/ 23 h 3490"/>
                <a:gd name="T62" fmla="*/ 18 w 3485"/>
                <a:gd name="T63" fmla="*/ 21 h 3490"/>
                <a:gd name="T64" fmla="*/ 19 w 3485"/>
                <a:gd name="T65" fmla="*/ 11 h 3490"/>
                <a:gd name="T66" fmla="*/ 20 w 3485"/>
                <a:gd name="T67" fmla="*/ 13 h 3490"/>
                <a:gd name="T68" fmla="*/ 21 w 3485"/>
                <a:gd name="T69" fmla="*/ 15 h 3490"/>
                <a:gd name="T70" fmla="*/ 20 w 3485"/>
                <a:gd name="T71" fmla="*/ 17 h 3490"/>
                <a:gd name="T72" fmla="*/ 18 w 3485"/>
                <a:gd name="T73" fmla="*/ 17 h 3490"/>
                <a:gd name="T74" fmla="*/ 17 w 3485"/>
                <a:gd name="T75" fmla="*/ 16 h 3490"/>
                <a:gd name="T76" fmla="*/ 17 w 3485"/>
                <a:gd name="T77" fmla="*/ 13 h 3490"/>
                <a:gd name="T78" fmla="*/ 18 w 3485"/>
                <a:gd name="T79" fmla="*/ 11 h 3490"/>
                <a:gd name="T80" fmla="*/ 26 w 3485"/>
                <a:gd name="T81" fmla="*/ 7 h 3490"/>
                <a:gd name="T82" fmla="*/ 27 w 3485"/>
                <a:gd name="T83" fmla="*/ 8 h 3490"/>
                <a:gd name="T84" fmla="*/ 27 w 3485"/>
                <a:gd name="T85" fmla="*/ 11 h 3490"/>
                <a:gd name="T86" fmla="*/ 26 w 3485"/>
                <a:gd name="T87" fmla="*/ 13 h 3490"/>
                <a:gd name="T88" fmla="*/ 25 w 3485"/>
                <a:gd name="T89" fmla="*/ 13 h 3490"/>
                <a:gd name="T90" fmla="*/ 24 w 3485"/>
                <a:gd name="T91" fmla="*/ 12 h 3490"/>
                <a:gd name="T92" fmla="*/ 24 w 3485"/>
                <a:gd name="T93" fmla="*/ 9 h 3490"/>
                <a:gd name="T94" fmla="*/ 24 w 3485"/>
                <a:gd name="T95" fmla="*/ 7 h 3490"/>
                <a:gd name="T96" fmla="*/ 26 w 3485"/>
                <a:gd name="T97" fmla="*/ 17 h 3490"/>
                <a:gd name="T98" fmla="*/ 27 w 3485"/>
                <a:gd name="T99" fmla="*/ 18 h 3490"/>
                <a:gd name="T100" fmla="*/ 28 w 3485"/>
                <a:gd name="T101" fmla="*/ 21 h 3490"/>
                <a:gd name="T102" fmla="*/ 27 w 3485"/>
                <a:gd name="T103" fmla="*/ 23 h 3490"/>
                <a:gd name="T104" fmla="*/ 26 w 3485"/>
                <a:gd name="T105" fmla="*/ 24 h 3490"/>
                <a:gd name="T106" fmla="*/ 24 w 3485"/>
                <a:gd name="T107" fmla="*/ 23 h 3490"/>
                <a:gd name="T108" fmla="*/ 24 w 3485"/>
                <a:gd name="T109" fmla="*/ 20 h 3490"/>
                <a:gd name="T110" fmla="*/ 25 w 3485"/>
                <a:gd name="T111" fmla="*/ 18 h 3490"/>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w 3485"/>
                <a:gd name="T169" fmla="*/ 0 h 3490"/>
                <a:gd name="T170" fmla="*/ 3485 w 3485"/>
                <a:gd name="T171" fmla="*/ 3490 h 3490"/>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T168" t="T169" r="T170" b="T171"/>
              <a:pathLst>
                <a:path w="3485" h="3490">
                  <a:moveTo>
                    <a:pt x="1754" y="0"/>
                  </a:moveTo>
                  <a:lnTo>
                    <a:pt x="1797" y="2"/>
                  </a:lnTo>
                  <a:lnTo>
                    <a:pt x="1840" y="5"/>
                  </a:lnTo>
                  <a:lnTo>
                    <a:pt x="1881" y="12"/>
                  </a:lnTo>
                  <a:lnTo>
                    <a:pt x="1921" y="20"/>
                  </a:lnTo>
                  <a:lnTo>
                    <a:pt x="1959" y="31"/>
                  </a:lnTo>
                  <a:lnTo>
                    <a:pt x="1994" y="44"/>
                  </a:lnTo>
                  <a:lnTo>
                    <a:pt x="2028" y="59"/>
                  </a:lnTo>
                  <a:lnTo>
                    <a:pt x="2058" y="74"/>
                  </a:lnTo>
                  <a:lnTo>
                    <a:pt x="2086" y="93"/>
                  </a:lnTo>
                  <a:lnTo>
                    <a:pt x="2111" y="113"/>
                  </a:lnTo>
                  <a:lnTo>
                    <a:pt x="2132" y="133"/>
                  </a:lnTo>
                  <a:lnTo>
                    <a:pt x="2151" y="155"/>
                  </a:lnTo>
                  <a:lnTo>
                    <a:pt x="2165" y="179"/>
                  </a:lnTo>
                  <a:lnTo>
                    <a:pt x="2175" y="203"/>
                  </a:lnTo>
                  <a:lnTo>
                    <a:pt x="2182" y="229"/>
                  </a:lnTo>
                  <a:lnTo>
                    <a:pt x="2185" y="255"/>
                  </a:lnTo>
                  <a:lnTo>
                    <a:pt x="2182" y="281"/>
                  </a:lnTo>
                  <a:lnTo>
                    <a:pt x="2175" y="305"/>
                  </a:lnTo>
                  <a:lnTo>
                    <a:pt x="2165" y="330"/>
                  </a:lnTo>
                  <a:lnTo>
                    <a:pt x="2151" y="353"/>
                  </a:lnTo>
                  <a:lnTo>
                    <a:pt x="2132" y="376"/>
                  </a:lnTo>
                  <a:lnTo>
                    <a:pt x="2111" y="397"/>
                  </a:lnTo>
                  <a:lnTo>
                    <a:pt x="2086" y="417"/>
                  </a:lnTo>
                  <a:lnTo>
                    <a:pt x="2058" y="434"/>
                  </a:lnTo>
                  <a:lnTo>
                    <a:pt x="2028" y="451"/>
                  </a:lnTo>
                  <a:lnTo>
                    <a:pt x="1994" y="466"/>
                  </a:lnTo>
                  <a:lnTo>
                    <a:pt x="1959" y="479"/>
                  </a:lnTo>
                  <a:lnTo>
                    <a:pt x="1921" y="489"/>
                  </a:lnTo>
                  <a:lnTo>
                    <a:pt x="1881" y="498"/>
                  </a:lnTo>
                  <a:lnTo>
                    <a:pt x="1840" y="505"/>
                  </a:lnTo>
                  <a:lnTo>
                    <a:pt x="1797" y="508"/>
                  </a:lnTo>
                  <a:lnTo>
                    <a:pt x="1754" y="509"/>
                  </a:lnTo>
                  <a:lnTo>
                    <a:pt x="1710" y="508"/>
                  </a:lnTo>
                  <a:lnTo>
                    <a:pt x="1667" y="505"/>
                  </a:lnTo>
                  <a:lnTo>
                    <a:pt x="1626" y="498"/>
                  </a:lnTo>
                  <a:lnTo>
                    <a:pt x="1586" y="489"/>
                  </a:lnTo>
                  <a:lnTo>
                    <a:pt x="1548" y="479"/>
                  </a:lnTo>
                  <a:lnTo>
                    <a:pt x="1512" y="466"/>
                  </a:lnTo>
                  <a:lnTo>
                    <a:pt x="1479" y="451"/>
                  </a:lnTo>
                  <a:lnTo>
                    <a:pt x="1449" y="434"/>
                  </a:lnTo>
                  <a:lnTo>
                    <a:pt x="1421" y="417"/>
                  </a:lnTo>
                  <a:lnTo>
                    <a:pt x="1395" y="397"/>
                  </a:lnTo>
                  <a:lnTo>
                    <a:pt x="1374" y="376"/>
                  </a:lnTo>
                  <a:lnTo>
                    <a:pt x="1355" y="353"/>
                  </a:lnTo>
                  <a:lnTo>
                    <a:pt x="1341" y="330"/>
                  </a:lnTo>
                  <a:lnTo>
                    <a:pt x="1331" y="305"/>
                  </a:lnTo>
                  <a:lnTo>
                    <a:pt x="1324" y="281"/>
                  </a:lnTo>
                  <a:lnTo>
                    <a:pt x="1321" y="255"/>
                  </a:lnTo>
                  <a:lnTo>
                    <a:pt x="1324" y="229"/>
                  </a:lnTo>
                  <a:lnTo>
                    <a:pt x="1331" y="203"/>
                  </a:lnTo>
                  <a:lnTo>
                    <a:pt x="1341" y="179"/>
                  </a:lnTo>
                  <a:lnTo>
                    <a:pt x="1355" y="155"/>
                  </a:lnTo>
                  <a:lnTo>
                    <a:pt x="1374" y="133"/>
                  </a:lnTo>
                  <a:lnTo>
                    <a:pt x="1395" y="113"/>
                  </a:lnTo>
                  <a:lnTo>
                    <a:pt x="1421" y="93"/>
                  </a:lnTo>
                  <a:lnTo>
                    <a:pt x="1449" y="74"/>
                  </a:lnTo>
                  <a:lnTo>
                    <a:pt x="1479" y="59"/>
                  </a:lnTo>
                  <a:lnTo>
                    <a:pt x="1512" y="44"/>
                  </a:lnTo>
                  <a:lnTo>
                    <a:pt x="1548" y="31"/>
                  </a:lnTo>
                  <a:lnTo>
                    <a:pt x="1586" y="20"/>
                  </a:lnTo>
                  <a:lnTo>
                    <a:pt x="1626" y="12"/>
                  </a:lnTo>
                  <a:lnTo>
                    <a:pt x="1667" y="5"/>
                  </a:lnTo>
                  <a:lnTo>
                    <a:pt x="1710" y="2"/>
                  </a:lnTo>
                  <a:lnTo>
                    <a:pt x="1754" y="0"/>
                  </a:lnTo>
                  <a:close/>
                  <a:moveTo>
                    <a:pt x="239" y="786"/>
                  </a:moveTo>
                  <a:lnTo>
                    <a:pt x="263" y="788"/>
                  </a:lnTo>
                  <a:lnTo>
                    <a:pt x="287" y="794"/>
                  </a:lnTo>
                  <a:lnTo>
                    <a:pt x="309" y="805"/>
                  </a:lnTo>
                  <a:lnTo>
                    <a:pt x="331" y="819"/>
                  </a:lnTo>
                  <a:lnTo>
                    <a:pt x="352" y="836"/>
                  </a:lnTo>
                  <a:lnTo>
                    <a:pt x="372" y="857"/>
                  </a:lnTo>
                  <a:lnTo>
                    <a:pt x="390" y="882"/>
                  </a:lnTo>
                  <a:lnTo>
                    <a:pt x="407" y="909"/>
                  </a:lnTo>
                  <a:lnTo>
                    <a:pt x="423" y="940"/>
                  </a:lnTo>
                  <a:lnTo>
                    <a:pt x="437" y="971"/>
                  </a:lnTo>
                  <a:lnTo>
                    <a:pt x="448" y="1006"/>
                  </a:lnTo>
                  <a:lnTo>
                    <a:pt x="459" y="1043"/>
                  </a:lnTo>
                  <a:lnTo>
                    <a:pt x="467" y="1081"/>
                  </a:lnTo>
                  <a:lnTo>
                    <a:pt x="473" y="1121"/>
                  </a:lnTo>
                  <a:lnTo>
                    <a:pt x="476" y="1163"/>
                  </a:lnTo>
                  <a:lnTo>
                    <a:pt x="478" y="1206"/>
                  </a:lnTo>
                  <a:lnTo>
                    <a:pt x="476" y="1248"/>
                  </a:lnTo>
                  <a:lnTo>
                    <a:pt x="473" y="1290"/>
                  </a:lnTo>
                  <a:lnTo>
                    <a:pt x="467" y="1330"/>
                  </a:lnTo>
                  <a:lnTo>
                    <a:pt x="459" y="1367"/>
                  </a:lnTo>
                  <a:lnTo>
                    <a:pt x="448" y="1405"/>
                  </a:lnTo>
                  <a:lnTo>
                    <a:pt x="437" y="1439"/>
                  </a:lnTo>
                  <a:lnTo>
                    <a:pt x="423" y="1472"/>
                  </a:lnTo>
                  <a:lnTo>
                    <a:pt x="407" y="1501"/>
                  </a:lnTo>
                  <a:lnTo>
                    <a:pt x="390" y="1528"/>
                  </a:lnTo>
                  <a:lnTo>
                    <a:pt x="372" y="1553"/>
                  </a:lnTo>
                  <a:lnTo>
                    <a:pt x="352" y="1574"/>
                  </a:lnTo>
                  <a:lnTo>
                    <a:pt x="331" y="1591"/>
                  </a:lnTo>
                  <a:lnTo>
                    <a:pt x="309" y="1605"/>
                  </a:lnTo>
                  <a:lnTo>
                    <a:pt x="287" y="1616"/>
                  </a:lnTo>
                  <a:lnTo>
                    <a:pt x="263" y="1622"/>
                  </a:lnTo>
                  <a:lnTo>
                    <a:pt x="239" y="1624"/>
                  </a:lnTo>
                  <a:lnTo>
                    <a:pt x="214" y="1622"/>
                  </a:lnTo>
                  <a:lnTo>
                    <a:pt x="191" y="1616"/>
                  </a:lnTo>
                  <a:lnTo>
                    <a:pt x="168" y="1605"/>
                  </a:lnTo>
                  <a:lnTo>
                    <a:pt x="146" y="1591"/>
                  </a:lnTo>
                  <a:lnTo>
                    <a:pt x="125" y="1574"/>
                  </a:lnTo>
                  <a:lnTo>
                    <a:pt x="105" y="1553"/>
                  </a:lnTo>
                  <a:lnTo>
                    <a:pt x="87" y="1528"/>
                  </a:lnTo>
                  <a:lnTo>
                    <a:pt x="70" y="1501"/>
                  </a:lnTo>
                  <a:lnTo>
                    <a:pt x="55" y="1472"/>
                  </a:lnTo>
                  <a:lnTo>
                    <a:pt x="41" y="1439"/>
                  </a:lnTo>
                  <a:lnTo>
                    <a:pt x="29" y="1405"/>
                  </a:lnTo>
                  <a:lnTo>
                    <a:pt x="18" y="1367"/>
                  </a:lnTo>
                  <a:lnTo>
                    <a:pt x="10" y="1330"/>
                  </a:lnTo>
                  <a:lnTo>
                    <a:pt x="4" y="1290"/>
                  </a:lnTo>
                  <a:lnTo>
                    <a:pt x="1" y="1248"/>
                  </a:lnTo>
                  <a:lnTo>
                    <a:pt x="0" y="1206"/>
                  </a:lnTo>
                  <a:lnTo>
                    <a:pt x="1" y="1163"/>
                  </a:lnTo>
                  <a:lnTo>
                    <a:pt x="4" y="1121"/>
                  </a:lnTo>
                  <a:lnTo>
                    <a:pt x="10" y="1081"/>
                  </a:lnTo>
                  <a:lnTo>
                    <a:pt x="18" y="1043"/>
                  </a:lnTo>
                  <a:lnTo>
                    <a:pt x="29" y="1006"/>
                  </a:lnTo>
                  <a:lnTo>
                    <a:pt x="41" y="971"/>
                  </a:lnTo>
                  <a:lnTo>
                    <a:pt x="55" y="940"/>
                  </a:lnTo>
                  <a:lnTo>
                    <a:pt x="70" y="909"/>
                  </a:lnTo>
                  <a:lnTo>
                    <a:pt x="87" y="882"/>
                  </a:lnTo>
                  <a:lnTo>
                    <a:pt x="105" y="857"/>
                  </a:lnTo>
                  <a:lnTo>
                    <a:pt x="125" y="836"/>
                  </a:lnTo>
                  <a:lnTo>
                    <a:pt x="146" y="819"/>
                  </a:lnTo>
                  <a:lnTo>
                    <a:pt x="168" y="805"/>
                  </a:lnTo>
                  <a:lnTo>
                    <a:pt x="191" y="794"/>
                  </a:lnTo>
                  <a:lnTo>
                    <a:pt x="214" y="788"/>
                  </a:lnTo>
                  <a:lnTo>
                    <a:pt x="239" y="786"/>
                  </a:lnTo>
                  <a:close/>
                  <a:moveTo>
                    <a:pt x="1119" y="2495"/>
                  </a:moveTo>
                  <a:lnTo>
                    <a:pt x="1143" y="2498"/>
                  </a:lnTo>
                  <a:lnTo>
                    <a:pt x="1167" y="2504"/>
                  </a:lnTo>
                  <a:lnTo>
                    <a:pt x="1190" y="2514"/>
                  </a:lnTo>
                  <a:lnTo>
                    <a:pt x="1211" y="2528"/>
                  </a:lnTo>
                  <a:lnTo>
                    <a:pt x="1232" y="2546"/>
                  </a:lnTo>
                  <a:lnTo>
                    <a:pt x="1252" y="2567"/>
                  </a:lnTo>
                  <a:lnTo>
                    <a:pt x="1271" y="2592"/>
                  </a:lnTo>
                  <a:lnTo>
                    <a:pt x="1288" y="2618"/>
                  </a:lnTo>
                  <a:lnTo>
                    <a:pt x="1304" y="2648"/>
                  </a:lnTo>
                  <a:lnTo>
                    <a:pt x="1318" y="2681"/>
                  </a:lnTo>
                  <a:lnTo>
                    <a:pt x="1329" y="2715"/>
                  </a:lnTo>
                  <a:lnTo>
                    <a:pt x="1340" y="2752"/>
                  </a:lnTo>
                  <a:lnTo>
                    <a:pt x="1348" y="2790"/>
                  </a:lnTo>
                  <a:lnTo>
                    <a:pt x="1354" y="2830"/>
                  </a:lnTo>
                  <a:lnTo>
                    <a:pt x="1358" y="2872"/>
                  </a:lnTo>
                  <a:lnTo>
                    <a:pt x="1359" y="2914"/>
                  </a:lnTo>
                  <a:lnTo>
                    <a:pt x="1358" y="2956"/>
                  </a:lnTo>
                  <a:lnTo>
                    <a:pt x="1354" y="2998"/>
                  </a:lnTo>
                  <a:lnTo>
                    <a:pt x="1348" y="3038"/>
                  </a:lnTo>
                  <a:lnTo>
                    <a:pt x="1340" y="3077"/>
                  </a:lnTo>
                  <a:lnTo>
                    <a:pt x="1329" y="3113"/>
                  </a:lnTo>
                  <a:lnTo>
                    <a:pt x="1318" y="3147"/>
                  </a:lnTo>
                  <a:lnTo>
                    <a:pt x="1304" y="3180"/>
                  </a:lnTo>
                  <a:lnTo>
                    <a:pt x="1288" y="3209"/>
                  </a:lnTo>
                  <a:lnTo>
                    <a:pt x="1271" y="3238"/>
                  </a:lnTo>
                  <a:lnTo>
                    <a:pt x="1252" y="3261"/>
                  </a:lnTo>
                  <a:lnTo>
                    <a:pt x="1232" y="3282"/>
                  </a:lnTo>
                  <a:lnTo>
                    <a:pt x="1211" y="3301"/>
                  </a:lnTo>
                  <a:lnTo>
                    <a:pt x="1190" y="3315"/>
                  </a:lnTo>
                  <a:lnTo>
                    <a:pt x="1167" y="3325"/>
                  </a:lnTo>
                  <a:lnTo>
                    <a:pt x="1143" y="3331"/>
                  </a:lnTo>
                  <a:lnTo>
                    <a:pt x="1119" y="3334"/>
                  </a:lnTo>
                  <a:lnTo>
                    <a:pt x="1094" y="3331"/>
                  </a:lnTo>
                  <a:lnTo>
                    <a:pt x="1070" y="3325"/>
                  </a:lnTo>
                  <a:lnTo>
                    <a:pt x="1048" y="3315"/>
                  </a:lnTo>
                  <a:lnTo>
                    <a:pt x="1026" y="3301"/>
                  </a:lnTo>
                  <a:lnTo>
                    <a:pt x="1005" y="3282"/>
                  </a:lnTo>
                  <a:lnTo>
                    <a:pt x="985" y="3261"/>
                  </a:lnTo>
                  <a:lnTo>
                    <a:pt x="967" y="3238"/>
                  </a:lnTo>
                  <a:lnTo>
                    <a:pt x="950" y="3209"/>
                  </a:lnTo>
                  <a:lnTo>
                    <a:pt x="935" y="3180"/>
                  </a:lnTo>
                  <a:lnTo>
                    <a:pt x="921" y="3147"/>
                  </a:lnTo>
                  <a:lnTo>
                    <a:pt x="909" y="3113"/>
                  </a:lnTo>
                  <a:lnTo>
                    <a:pt x="898" y="3077"/>
                  </a:lnTo>
                  <a:lnTo>
                    <a:pt x="890" y="3038"/>
                  </a:lnTo>
                  <a:lnTo>
                    <a:pt x="884" y="2998"/>
                  </a:lnTo>
                  <a:lnTo>
                    <a:pt x="881" y="2956"/>
                  </a:lnTo>
                  <a:lnTo>
                    <a:pt x="880" y="2914"/>
                  </a:lnTo>
                  <a:lnTo>
                    <a:pt x="881" y="2872"/>
                  </a:lnTo>
                  <a:lnTo>
                    <a:pt x="884" y="2830"/>
                  </a:lnTo>
                  <a:lnTo>
                    <a:pt x="890" y="2790"/>
                  </a:lnTo>
                  <a:lnTo>
                    <a:pt x="898" y="2752"/>
                  </a:lnTo>
                  <a:lnTo>
                    <a:pt x="909" y="2715"/>
                  </a:lnTo>
                  <a:lnTo>
                    <a:pt x="921" y="2681"/>
                  </a:lnTo>
                  <a:lnTo>
                    <a:pt x="935" y="2648"/>
                  </a:lnTo>
                  <a:lnTo>
                    <a:pt x="950" y="2618"/>
                  </a:lnTo>
                  <a:lnTo>
                    <a:pt x="967" y="2592"/>
                  </a:lnTo>
                  <a:lnTo>
                    <a:pt x="985" y="2567"/>
                  </a:lnTo>
                  <a:lnTo>
                    <a:pt x="1005" y="2546"/>
                  </a:lnTo>
                  <a:lnTo>
                    <a:pt x="1026" y="2528"/>
                  </a:lnTo>
                  <a:lnTo>
                    <a:pt x="1048" y="2514"/>
                  </a:lnTo>
                  <a:lnTo>
                    <a:pt x="1070" y="2504"/>
                  </a:lnTo>
                  <a:lnTo>
                    <a:pt x="1094" y="2498"/>
                  </a:lnTo>
                  <a:lnTo>
                    <a:pt x="1119" y="2495"/>
                  </a:lnTo>
                  <a:close/>
                  <a:moveTo>
                    <a:pt x="2380" y="2651"/>
                  </a:moveTo>
                  <a:lnTo>
                    <a:pt x="2405" y="2654"/>
                  </a:lnTo>
                  <a:lnTo>
                    <a:pt x="2428" y="2660"/>
                  </a:lnTo>
                  <a:lnTo>
                    <a:pt x="2452" y="2670"/>
                  </a:lnTo>
                  <a:lnTo>
                    <a:pt x="2473" y="2684"/>
                  </a:lnTo>
                  <a:lnTo>
                    <a:pt x="2494" y="2703"/>
                  </a:lnTo>
                  <a:lnTo>
                    <a:pt x="2514" y="2724"/>
                  </a:lnTo>
                  <a:lnTo>
                    <a:pt x="2533" y="2747"/>
                  </a:lnTo>
                  <a:lnTo>
                    <a:pt x="2550" y="2774"/>
                  </a:lnTo>
                  <a:lnTo>
                    <a:pt x="2565" y="2805"/>
                  </a:lnTo>
                  <a:lnTo>
                    <a:pt x="2580" y="2838"/>
                  </a:lnTo>
                  <a:lnTo>
                    <a:pt x="2591" y="2872"/>
                  </a:lnTo>
                  <a:lnTo>
                    <a:pt x="2602" y="2908"/>
                  </a:lnTo>
                  <a:lnTo>
                    <a:pt x="2610" y="2947"/>
                  </a:lnTo>
                  <a:lnTo>
                    <a:pt x="2616" y="2987"/>
                  </a:lnTo>
                  <a:lnTo>
                    <a:pt x="2619" y="3029"/>
                  </a:lnTo>
                  <a:lnTo>
                    <a:pt x="2621" y="3071"/>
                  </a:lnTo>
                  <a:lnTo>
                    <a:pt x="2619" y="3113"/>
                  </a:lnTo>
                  <a:lnTo>
                    <a:pt x="2616" y="3155"/>
                  </a:lnTo>
                  <a:lnTo>
                    <a:pt x="2610" y="3195"/>
                  </a:lnTo>
                  <a:lnTo>
                    <a:pt x="2602" y="3233"/>
                  </a:lnTo>
                  <a:lnTo>
                    <a:pt x="2591" y="3270"/>
                  </a:lnTo>
                  <a:lnTo>
                    <a:pt x="2580" y="3304"/>
                  </a:lnTo>
                  <a:lnTo>
                    <a:pt x="2565" y="3337"/>
                  </a:lnTo>
                  <a:lnTo>
                    <a:pt x="2550" y="3367"/>
                  </a:lnTo>
                  <a:lnTo>
                    <a:pt x="2533" y="3393"/>
                  </a:lnTo>
                  <a:lnTo>
                    <a:pt x="2514" y="3418"/>
                  </a:lnTo>
                  <a:lnTo>
                    <a:pt x="2494" y="3439"/>
                  </a:lnTo>
                  <a:lnTo>
                    <a:pt x="2473" y="3457"/>
                  </a:lnTo>
                  <a:lnTo>
                    <a:pt x="2452" y="3471"/>
                  </a:lnTo>
                  <a:lnTo>
                    <a:pt x="2428" y="3481"/>
                  </a:lnTo>
                  <a:lnTo>
                    <a:pt x="2405" y="3487"/>
                  </a:lnTo>
                  <a:lnTo>
                    <a:pt x="2380" y="3490"/>
                  </a:lnTo>
                  <a:lnTo>
                    <a:pt x="2356" y="3487"/>
                  </a:lnTo>
                  <a:lnTo>
                    <a:pt x="2332" y="3481"/>
                  </a:lnTo>
                  <a:lnTo>
                    <a:pt x="2310" y="3471"/>
                  </a:lnTo>
                  <a:lnTo>
                    <a:pt x="2288" y="3457"/>
                  </a:lnTo>
                  <a:lnTo>
                    <a:pt x="2267" y="3439"/>
                  </a:lnTo>
                  <a:lnTo>
                    <a:pt x="2248" y="3418"/>
                  </a:lnTo>
                  <a:lnTo>
                    <a:pt x="2229" y="3393"/>
                  </a:lnTo>
                  <a:lnTo>
                    <a:pt x="2212" y="3367"/>
                  </a:lnTo>
                  <a:lnTo>
                    <a:pt x="2196" y="3337"/>
                  </a:lnTo>
                  <a:lnTo>
                    <a:pt x="2182" y="3304"/>
                  </a:lnTo>
                  <a:lnTo>
                    <a:pt x="2171" y="3270"/>
                  </a:lnTo>
                  <a:lnTo>
                    <a:pt x="2160" y="3233"/>
                  </a:lnTo>
                  <a:lnTo>
                    <a:pt x="2152" y="3195"/>
                  </a:lnTo>
                  <a:lnTo>
                    <a:pt x="2146" y="3155"/>
                  </a:lnTo>
                  <a:lnTo>
                    <a:pt x="2142" y="3113"/>
                  </a:lnTo>
                  <a:lnTo>
                    <a:pt x="2141" y="3071"/>
                  </a:lnTo>
                  <a:lnTo>
                    <a:pt x="2142" y="3029"/>
                  </a:lnTo>
                  <a:lnTo>
                    <a:pt x="2146" y="2987"/>
                  </a:lnTo>
                  <a:lnTo>
                    <a:pt x="2152" y="2947"/>
                  </a:lnTo>
                  <a:lnTo>
                    <a:pt x="2160" y="2908"/>
                  </a:lnTo>
                  <a:lnTo>
                    <a:pt x="2171" y="2872"/>
                  </a:lnTo>
                  <a:lnTo>
                    <a:pt x="2182" y="2838"/>
                  </a:lnTo>
                  <a:lnTo>
                    <a:pt x="2196" y="2805"/>
                  </a:lnTo>
                  <a:lnTo>
                    <a:pt x="2212" y="2774"/>
                  </a:lnTo>
                  <a:lnTo>
                    <a:pt x="2229" y="2747"/>
                  </a:lnTo>
                  <a:lnTo>
                    <a:pt x="2248" y="2724"/>
                  </a:lnTo>
                  <a:lnTo>
                    <a:pt x="2267" y="2703"/>
                  </a:lnTo>
                  <a:lnTo>
                    <a:pt x="2288" y="2684"/>
                  </a:lnTo>
                  <a:lnTo>
                    <a:pt x="2310" y="2670"/>
                  </a:lnTo>
                  <a:lnTo>
                    <a:pt x="2332" y="2660"/>
                  </a:lnTo>
                  <a:lnTo>
                    <a:pt x="2356" y="2654"/>
                  </a:lnTo>
                  <a:lnTo>
                    <a:pt x="2380" y="2651"/>
                  </a:lnTo>
                  <a:close/>
                  <a:moveTo>
                    <a:pt x="2342" y="1355"/>
                  </a:moveTo>
                  <a:lnTo>
                    <a:pt x="2366" y="1357"/>
                  </a:lnTo>
                  <a:lnTo>
                    <a:pt x="2390" y="1363"/>
                  </a:lnTo>
                  <a:lnTo>
                    <a:pt x="2412" y="1373"/>
                  </a:lnTo>
                  <a:lnTo>
                    <a:pt x="2434" y="1387"/>
                  </a:lnTo>
                  <a:lnTo>
                    <a:pt x="2455" y="1405"/>
                  </a:lnTo>
                  <a:lnTo>
                    <a:pt x="2475" y="1426"/>
                  </a:lnTo>
                  <a:lnTo>
                    <a:pt x="2493" y="1451"/>
                  </a:lnTo>
                  <a:lnTo>
                    <a:pt x="2510" y="1478"/>
                  </a:lnTo>
                  <a:lnTo>
                    <a:pt x="2526" y="1507"/>
                  </a:lnTo>
                  <a:lnTo>
                    <a:pt x="2540" y="1540"/>
                  </a:lnTo>
                  <a:lnTo>
                    <a:pt x="2551" y="1574"/>
                  </a:lnTo>
                  <a:lnTo>
                    <a:pt x="2562" y="1611"/>
                  </a:lnTo>
                  <a:lnTo>
                    <a:pt x="2570" y="1649"/>
                  </a:lnTo>
                  <a:lnTo>
                    <a:pt x="2576" y="1689"/>
                  </a:lnTo>
                  <a:lnTo>
                    <a:pt x="2580" y="1731"/>
                  </a:lnTo>
                  <a:lnTo>
                    <a:pt x="2581" y="1773"/>
                  </a:lnTo>
                  <a:lnTo>
                    <a:pt x="2580" y="1815"/>
                  </a:lnTo>
                  <a:lnTo>
                    <a:pt x="2576" y="1858"/>
                  </a:lnTo>
                  <a:lnTo>
                    <a:pt x="2570" y="1897"/>
                  </a:lnTo>
                  <a:lnTo>
                    <a:pt x="2562" y="1936"/>
                  </a:lnTo>
                  <a:lnTo>
                    <a:pt x="2551" y="1972"/>
                  </a:lnTo>
                  <a:lnTo>
                    <a:pt x="2540" y="2008"/>
                  </a:lnTo>
                  <a:lnTo>
                    <a:pt x="2526" y="2039"/>
                  </a:lnTo>
                  <a:lnTo>
                    <a:pt x="2510" y="2070"/>
                  </a:lnTo>
                  <a:lnTo>
                    <a:pt x="2493" y="2097"/>
                  </a:lnTo>
                  <a:lnTo>
                    <a:pt x="2475" y="2121"/>
                  </a:lnTo>
                  <a:lnTo>
                    <a:pt x="2455" y="2142"/>
                  </a:lnTo>
                  <a:lnTo>
                    <a:pt x="2434" y="2160"/>
                  </a:lnTo>
                  <a:lnTo>
                    <a:pt x="2412" y="2174"/>
                  </a:lnTo>
                  <a:lnTo>
                    <a:pt x="2390" y="2185"/>
                  </a:lnTo>
                  <a:lnTo>
                    <a:pt x="2366" y="2191"/>
                  </a:lnTo>
                  <a:lnTo>
                    <a:pt x="2342" y="2193"/>
                  </a:lnTo>
                  <a:lnTo>
                    <a:pt x="2317" y="2191"/>
                  </a:lnTo>
                  <a:lnTo>
                    <a:pt x="2294" y="2185"/>
                  </a:lnTo>
                  <a:lnTo>
                    <a:pt x="2270" y="2174"/>
                  </a:lnTo>
                  <a:lnTo>
                    <a:pt x="2249" y="2160"/>
                  </a:lnTo>
                  <a:lnTo>
                    <a:pt x="2228" y="2142"/>
                  </a:lnTo>
                  <a:lnTo>
                    <a:pt x="2208" y="2121"/>
                  </a:lnTo>
                  <a:lnTo>
                    <a:pt x="2189" y="2097"/>
                  </a:lnTo>
                  <a:lnTo>
                    <a:pt x="2173" y="2070"/>
                  </a:lnTo>
                  <a:lnTo>
                    <a:pt x="2157" y="2039"/>
                  </a:lnTo>
                  <a:lnTo>
                    <a:pt x="2142" y="2008"/>
                  </a:lnTo>
                  <a:lnTo>
                    <a:pt x="2131" y="1972"/>
                  </a:lnTo>
                  <a:lnTo>
                    <a:pt x="2120" y="1936"/>
                  </a:lnTo>
                  <a:lnTo>
                    <a:pt x="2112" y="1897"/>
                  </a:lnTo>
                  <a:lnTo>
                    <a:pt x="2106" y="1858"/>
                  </a:lnTo>
                  <a:lnTo>
                    <a:pt x="2103" y="1815"/>
                  </a:lnTo>
                  <a:lnTo>
                    <a:pt x="2101" y="1773"/>
                  </a:lnTo>
                  <a:lnTo>
                    <a:pt x="2103" y="1731"/>
                  </a:lnTo>
                  <a:lnTo>
                    <a:pt x="2106" y="1689"/>
                  </a:lnTo>
                  <a:lnTo>
                    <a:pt x="2112" y="1649"/>
                  </a:lnTo>
                  <a:lnTo>
                    <a:pt x="2120" y="1611"/>
                  </a:lnTo>
                  <a:lnTo>
                    <a:pt x="2131" y="1574"/>
                  </a:lnTo>
                  <a:lnTo>
                    <a:pt x="2142" y="1540"/>
                  </a:lnTo>
                  <a:lnTo>
                    <a:pt x="2157" y="1507"/>
                  </a:lnTo>
                  <a:lnTo>
                    <a:pt x="2173" y="1478"/>
                  </a:lnTo>
                  <a:lnTo>
                    <a:pt x="2189" y="1451"/>
                  </a:lnTo>
                  <a:lnTo>
                    <a:pt x="2208" y="1426"/>
                  </a:lnTo>
                  <a:lnTo>
                    <a:pt x="2228" y="1405"/>
                  </a:lnTo>
                  <a:lnTo>
                    <a:pt x="2249" y="1387"/>
                  </a:lnTo>
                  <a:lnTo>
                    <a:pt x="2270" y="1373"/>
                  </a:lnTo>
                  <a:lnTo>
                    <a:pt x="2294" y="1363"/>
                  </a:lnTo>
                  <a:lnTo>
                    <a:pt x="2317" y="1357"/>
                  </a:lnTo>
                  <a:lnTo>
                    <a:pt x="2342" y="1355"/>
                  </a:lnTo>
                  <a:close/>
                  <a:moveTo>
                    <a:pt x="3179" y="819"/>
                  </a:moveTo>
                  <a:lnTo>
                    <a:pt x="3204" y="821"/>
                  </a:lnTo>
                  <a:lnTo>
                    <a:pt x="3227" y="827"/>
                  </a:lnTo>
                  <a:lnTo>
                    <a:pt x="3250" y="838"/>
                  </a:lnTo>
                  <a:lnTo>
                    <a:pt x="3272" y="852"/>
                  </a:lnTo>
                  <a:lnTo>
                    <a:pt x="3293" y="869"/>
                  </a:lnTo>
                  <a:lnTo>
                    <a:pt x="3312" y="890"/>
                  </a:lnTo>
                  <a:lnTo>
                    <a:pt x="3331" y="915"/>
                  </a:lnTo>
                  <a:lnTo>
                    <a:pt x="3348" y="942"/>
                  </a:lnTo>
                  <a:lnTo>
                    <a:pt x="3363" y="971"/>
                  </a:lnTo>
                  <a:lnTo>
                    <a:pt x="3377" y="1004"/>
                  </a:lnTo>
                  <a:lnTo>
                    <a:pt x="3389" y="1038"/>
                  </a:lnTo>
                  <a:lnTo>
                    <a:pt x="3400" y="1076"/>
                  </a:lnTo>
                  <a:lnTo>
                    <a:pt x="3408" y="1113"/>
                  </a:lnTo>
                  <a:lnTo>
                    <a:pt x="3414" y="1153"/>
                  </a:lnTo>
                  <a:lnTo>
                    <a:pt x="3417" y="1195"/>
                  </a:lnTo>
                  <a:lnTo>
                    <a:pt x="3418" y="1237"/>
                  </a:lnTo>
                  <a:lnTo>
                    <a:pt x="3417" y="1280"/>
                  </a:lnTo>
                  <a:lnTo>
                    <a:pt x="3414" y="1322"/>
                  </a:lnTo>
                  <a:lnTo>
                    <a:pt x="3408" y="1362"/>
                  </a:lnTo>
                  <a:lnTo>
                    <a:pt x="3400" y="1399"/>
                  </a:lnTo>
                  <a:lnTo>
                    <a:pt x="3389" y="1437"/>
                  </a:lnTo>
                  <a:lnTo>
                    <a:pt x="3377" y="1471"/>
                  </a:lnTo>
                  <a:lnTo>
                    <a:pt x="3363" y="1503"/>
                  </a:lnTo>
                  <a:lnTo>
                    <a:pt x="3348" y="1533"/>
                  </a:lnTo>
                  <a:lnTo>
                    <a:pt x="3331" y="1560"/>
                  </a:lnTo>
                  <a:lnTo>
                    <a:pt x="3312" y="1584"/>
                  </a:lnTo>
                  <a:lnTo>
                    <a:pt x="3293" y="1605"/>
                  </a:lnTo>
                  <a:lnTo>
                    <a:pt x="3272" y="1623"/>
                  </a:lnTo>
                  <a:lnTo>
                    <a:pt x="3250" y="1637"/>
                  </a:lnTo>
                  <a:lnTo>
                    <a:pt x="3227" y="1648"/>
                  </a:lnTo>
                  <a:lnTo>
                    <a:pt x="3204" y="1654"/>
                  </a:lnTo>
                  <a:lnTo>
                    <a:pt x="3179" y="1656"/>
                  </a:lnTo>
                  <a:lnTo>
                    <a:pt x="3155" y="1654"/>
                  </a:lnTo>
                  <a:lnTo>
                    <a:pt x="3131" y="1648"/>
                  </a:lnTo>
                  <a:lnTo>
                    <a:pt x="3108" y="1637"/>
                  </a:lnTo>
                  <a:lnTo>
                    <a:pt x="3087" y="1623"/>
                  </a:lnTo>
                  <a:lnTo>
                    <a:pt x="3066" y="1605"/>
                  </a:lnTo>
                  <a:lnTo>
                    <a:pt x="3046" y="1584"/>
                  </a:lnTo>
                  <a:lnTo>
                    <a:pt x="3027" y="1560"/>
                  </a:lnTo>
                  <a:lnTo>
                    <a:pt x="3011" y="1533"/>
                  </a:lnTo>
                  <a:lnTo>
                    <a:pt x="2994" y="1503"/>
                  </a:lnTo>
                  <a:lnTo>
                    <a:pt x="2980" y="1471"/>
                  </a:lnTo>
                  <a:lnTo>
                    <a:pt x="2968" y="1437"/>
                  </a:lnTo>
                  <a:lnTo>
                    <a:pt x="2958" y="1399"/>
                  </a:lnTo>
                  <a:lnTo>
                    <a:pt x="2950" y="1362"/>
                  </a:lnTo>
                  <a:lnTo>
                    <a:pt x="2944" y="1322"/>
                  </a:lnTo>
                  <a:lnTo>
                    <a:pt x="2940" y="1280"/>
                  </a:lnTo>
                  <a:lnTo>
                    <a:pt x="2939" y="1237"/>
                  </a:lnTo>
                  <a:lnTo>
                    <a:pt x="2940" y="1195"/>
                  </a:lnTo>
                  <a:lnTo>
                    <a:pt x="2944" y="1153"/>
                  </a:lnTo>
                  <a:lnTo>
                    <a:pt x="2950" y="1113"/>
                  </a:lnTo>
                  <a:lnTo>
                    <a:pt x="2958" y="1076"/>
                  </a:lnTo>
                  <a:lnTo>
                    <a:pt x="2968" y="1038"/>
                  </a:lnTo>
                  <a:lnTo>
                    <a:pt x="2980" y="1004"/>
                  </a:lnTo>
                  <a:lnTo>
                    <a:pt x="2994" y="971"/>
                  </a:lnTo>
                  <a:lnTo>
                    <a:pt x="3011" y="942"/>
                  </a:lnTo>
                  <a:lnTo>
                    <a:pt x="3027" y="915"/>
                  </a:lnTo>
                  <a:lnTo>
                    <a:pt x="3046" y="890"/>
                  </a:lnTo>
                  <a:lnTo>
                    <a:pt x="3066" y="869"/>
                  </a:lnTo>
                  <a:lnTo>
                    <a:pt x="3087" y="852"/>
                  </a:lnTo>
                  <a:lnTo>
                    <a:pt x="3108" y="838"/>
                  </a:lnTo>
                  <a:lnTo>
                    <a:pt x="3131" y="827"/>
                  </a:lnTo>
                  <a:lnTo>
                    <a:pt x="3155" y="821"/>
                  </a:lnTo>
                  <a:lnTo>
                    <a:pt x="3179" y="819"/>
                  </a:lnTo>
                  <a:close/>
                  <a:moveTo>
                    <a:pt x="3246" y="2144"/>
                  </a:moveTo>
                  <a:lnTo>
                    <a:pt x="3271" y="2146"/>
                  </a:lnTo>
                  <a:lnTo>
                    <a:pt x="3294" y="2152"/>
                  </a:lnTo>
                  <a:lnTo>
                    <a:pt x="3316" y="2162"/>
                  </a:lnTo>
                  <a:lnTo>
                    <a:pt x="3339" y="2176"/>
                  </a:lnTo>
                  <a:lnTo>
                    <a:pt x="3360" y="2194"/>
                  </a:lnTo>
                  <a:lnTo>
                    <a:pt x="3380" y="2215"/>
                  </a:lnTo>
                  <a:lnTo>
                    <a:pt x="3397" y="2240"/>
                  </a:lnTo>
                  <a:lnTo>
                    <a:pt x="3415" y="2267"/>
                  </a:lnTo>
                  <a:lnTo>
                    <a:pt x="3430" y="2296"/>
                  </a:lnTo>
                  <a:lnTo>
                    <a:pt x="3444" y="2329"/>
                  </a:lnTo>
                  <a:lnTo>
                    <a:pt x="3456" y="2363"/>
                  </a:lnTo>
                  <a:lnTo>
                    <a:pt x="3466" y="2400"/>
                  </a:lnTo>
                  <a:lnTo>
                    <a:pt x="3475" y="2438"/>
                  </a:lnTo>
                  <a:lnTo>
                    <a:pt x="3480" y="2478"/>
                  </a:lnTo>
                  <a:lnTo>
                    <a:pt x="3484" y="2520"/>
                  </a:lnTo>
                  <a:lnTo>
                    <a:pt x="3485" y="2562"/>
                  </a:lnTo>
                  <a:lnTo>
                    <a:pt x="3484" y="2604"/>
                  </a:lnTo>
                  <a:lnTo>
                    <a:pt x="3480" y="2647"/>
                  </a:lnTo>
                  <a:lnTo>
                    <a:pt x="3475" y="2686"/>
                  </a:lnTo>
                  <a:lnTo>
                    <a:pt x="3466" y="2725"/>
                  </a:lnTo>
                  <a:lnTo>
                    <a:pt x="3456" y="2762"/>
                  </a:lnTo>
                  <a:lnTo>
                    <a:pt x="3444" y="2796"/>
                  </a:lnTo>
                  <a:lnTo>
                    <a:pt x="3430" y="2828"/>
                  </a:lnTo>
                  <a:lnTo>
                    <a:pt x="3415" y="2858"/>
                  </a:lnTo>
                  <a:lnTo>
                    <a:pt x="3397" y="2886"/>
                  </a:lnTo>
                  <a:lnTo>
                    <a:pt x="3380" y="2909"/>
                  </a:lnTo>
                  <a:lnTo>
                    <a:pt x="3360" y="2930"/>
                  </a:lnTo>
                  <a:lnTo>
                    <a:pt x="3339" y="2949"/>
                  </a:lnTo>
                  <a:lnTo>
                    <a:pt x="3316" y="2963"/>
                  </a:lnTo>
                  <a:lnTo>
                    <a:pt x="3294" y="2974"/>
                  </a:lnTo>
                  <a:lnTo>
                    <a:pt x="3271" y="2980"/>
                  </a:lnTo>
                  <a:lnTo>
                    <a:pt x="3246" y="2982"/>
                  </a:lnTo>
                  <a:lnTo>
                    <a:pt x="3222" y="2980"/>
                  </a:lnTo>
                  <a:lnTo>
                    <a:pt x="3198" y="2974"/>
                  </a:lnTo>
                  <a:lnTo>
                    <a:pt x="3176" y="2963"/>
                  </a:lnTo>
                  <a:lnTo>
                    <a:pt x="3154" y="2949"/>
                  </a:lnTo>
                  <a:lnTo>
                    <a:pt x="3133" y="2930"/>
                  </a:lnTo>
                  <a:lnTo>
                    <a:pt x="3113" y="2909"/>
                  </a:lnTo>
                  <a:lnTo>
                    <a:pt x="3095" y="2886"/>
                  </a:lnTo>
                  <a:lnTo>
                    <a:pt x="3077" y="2858"/>
                  </a:lnTo>
                  <a:lnTo>
                    <a:pt x="3062" y="2828"/>
                  </a:lnTo>
                  <a:lnTo>
                    <a:pt x="3048" y="2796"/>
                  </a:lnTo>
                  <a:lnTo>
                    <a:pt x="3036" y="2762"/>
                  </a:lnTo>
                  <a:lnTo>
                    <a:pt x="3026" y="2725"/>
                  </a:lnTo>
                  <a:lnTo>
                    <a:pt x="3018" y="2686"/>
                  </a:lnTo>
                  <a:lnTo>
                    <a:pt x="3012" y="2647"/>
                  </a:lnTo>
                  <a:lnTo>
                    <a:pt x="3008" y="2604"/>
                  </a:lnTo>
                  <a:lnTo>
                    <a:pt x="3007" y="2562"/>
                  </a:lnTo>
                  <a:lnTo>
                    <a:pt x="3008" y="2520"/>
                  </a:lnTo>
                  <a:lnTo>
                    <a:pt x="3012" y="2478"/>
                  </a:lnTo>
                  <a:lnTo>
                    <a:pt x="3018" y="2438"/>
                  </a:lnTo>
                  <a:lnTo>
                    <a:pt x="3026" y="2400"/>
                  </a:lnTo>
                  <a:lnTo>
                    <a:pt x="3036" y="2363"/>
                  </a:lnTo>
                  <a:lnTo>
                    <a:pt x="3048" y="2329"/>
                  </a:lnTo>
                  <a:lnTo>
                    <a:pt x="3062" y="2296"/>
                  </a:lnTo>
                  <a:lnTo>
                    <a:pt x="3077" y="2267"/>
                  </a:lnTo>
                  <a:lnTo>
                    <a:pt x="3095" y="2240"/>
                  </a:lnTo>
                  <a:lnTo>
                    <a:pt x="3113" y="2215"/>
                  </a:lnTo>
                  <a:lnTo>
                    <a:pt x="3133" y="2194"/>
                  </a:lnTo>
                  <a:lnTo>
                    <a:pt x="3154" y="2176"/>
                  </a:lnTo>
                  <a:lnTo>
                    <a:pt x="3176" y="2162"/>
                  </a:lnTo>
                  <a:lnTo>
                    <a:pt x="3198" y="2152"/>
                  </a:lnTo>
                  <a:lnTo>
                    <a:pt x="3222" y="2146"/>
                  </a:lnTo>
                  <a:lnTo>
                    <a:pt x="3246" y="214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4546" name="Freeform 48"/>
            <p:cNvSpPr>
              <a:spLocks/>
            </p:cNvSpPr>
            <p:nvPr/>
          </p:nvSpPr>
          <p:spPr bwMode="auto">
            <a:xfrm>
              <a:off x="1267" y="1588"/>
              <a:ext cx="87" cy="52"/>
            </a:xfrm>
            <a:custGeom>
              <a:avLst/>
              <a:gdLst>
                <a:gd name="T0" fmla="*/ 3 w 437"/>
                <a:gd name="T1" fmla="*/ 2 h 260"/>
                <a:gd name="T2" fmla="*/ 3 w 437"/>
                <a:gd name="T3" fmla="*/ 2 h 260"/>
                <a:gd name="T4" fmla="*/ 3 w 437"/>
                <a:gd name="T5" fmla="*/ 2 h 260"/>
                <a:gd name="T6" fmla="*/ 3 w 437"/>
                <a:gd name="T7" fmla="*/ 2 h 260"/>
                <a:gd name="T8" fmla="*/ 3 w 437"/>
                <a:gd name="T9" fmla="*/ 1 h 260"/>
                <a:gd name="T10" fmla="*/ 3 w 437"/>
                <a:gd name="T11" fmla="*/ 1 h 260"/>
                <a:gd name="T12" fmla="*/ 3 w 437"/>
                <a:gd name="T13" fmla="*/ 1 h 260"/>
                <a:gd name="T14" fmla="*/ 3 w 437"/>
                <a:gd name="T15" fmla="*/ 1 h 260"/>
                <a:gd name="T16" fmla="*/ 3 w 437"/>
                <a:gd name="T17" fmla="*/ 1 h 260"/>
                <a:gd name="T18" fmla="*/ 2 w 437"/>
                <a:gd name="T19" fmla="*/ 1 h 260"/>
                <a:gd name="T20" fmla="*/ 2 w 437"/>
                <a:gd name="T21" fmla="*/ 0 h 260"/>
                <a:gd name="T22" fmla="*/ 2 w 437"/>
                <a:gd name="T23" fmla="*/ 0 h 260"/>
                <a:gd name="T24" fmla="*/ 2 w 437"/>
                <a:gd name="T25" fmla="*/ 0 h 260"/>
                <a:gd name="T26" fmla="*/ 1 w 437"/>
                <a:gd name="T27" fmla="*/ 0 h 260"/>
                <a:gd name="T28" fmla="*/ 1 w 437"/>
                <a:gd name="T29" fmla="*/ 0 h 260"/>
                <a:gd name="T30" fmla="*/ 1 w 437"/>
                <a:gd name="T31" fmla="*/ 0 h 260"/>
                <a:gd name="T32" fmla="*/ 0 w 437"/>
                <a:gd name="T33" fmla="*/ 0 h 260"/>
                <a:gd name="T34" fmla="*/ 0 w 437"/>
                <a:gd name="T35" fmla="*/ 0 h 260"/>
                <a:gd name="T36" fmla="*/ 0 w 437"/>
                <a:gd name="T37" fmla="*/ 0 h 260"/>
                <a:gd name="T38" fmla="*/ 0 w 437"/>
                <a:gd name="T39" fmla="*/ 0 h 260"/>
                <a:gd name="T40" fmla="*/ 1 w 437"/>
                <a:gd name="T41" fmla="*/ 0 h 260"/>
                <a:gd name="T42" fmla="*/ 1 w 437"/>
                <a:gd name="T43" fmla="*/ 0 h 260"/>
                <a:gd name="T44" fmla="*/ 1 w 437"/>
                <a:gd name="T45" fmla="*/ 0 h 260"/>
                <a:gd name="T46" fmla="*/ 2 w 437"/>
                <a:gd name="T47" fmla="*/ 0 h 260"/>
                <a:gd name="T48" fmla="*/ 2 w 437"/>
                <a:gd name="T49" fmla="*/ 0 h 260"/>
                <a:gd name="T50" fmla="*/ 2 w 437"/>
                <a:gd name="T51" fmla="*/ 1 h 260"/>
                <a:gd name="T52" fmla="*/ 2 w 437"/>
                <a:gd name="T53" fmla="*/ 1 h 260"/>
                <a:gd name="T54" fmla="*/ 3 w 437"/>
                <a:gd name="T55" fmla="*/ 1 h 260"/>
                <a:gd name="T56" fmla="*/ 3 w 437"/>
                <a:gd name="T57" fmla="*/ 1 h 260"/>
                <a:gd name="T58" fmla="*/ 3 w 437"/>
                <a:gd name="T59" fmla="*/ 1 h 260"/>
                <a:gd name="T60" fmla="*/ 3 w 437"/>
                <a:gd name="T61" fmla="*/ 1 h 260"/>
                <a:gd name="T62" fmla="*/ 3 w 437"/>
                <a:gd name="T63" fmla="*/ 1 h 260"/>
                <a:gd name="T64" fmla="*/ 3 w 437"/>
                <a:gd name="T65" fmla="*/ 2 h 260"/>
                <a:gd name="T66" fmla="*/ 3 w 437"/>
                <a:gd name="T67" fmla="*/ 2 h 260"/>
                <a:gd name="T68" fmla="*/ 3 w 437"/>
                <a:gd name="T69" fmla="*/ 2 h 260"/>
                <a:gd name="T70" fmla="*/ 3 w 437"/>
                <a:gd name="T71" fmla="*/ 2 h 260"/>
                <a:gd name="T72" fmla="*/ 3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437" y="260"/>
                  </a:moveTo>
                  <a:lnTo>
                    <a:pt x="437" y="260"/>
                  </a:lnTo>
                  <a:lnTo>
                    <a:pt x="434" y="233"/>
                  </a:lnTo>
                  <a:lnTo>
                    <a:pt x="427" y="206"/>
                  </a:lnTo>
                  <a:lnTo>
                    <a:pt x="417" y="181"/>
                  </a:lnTo>
                  <a:lnTo>
                    <a:pt x="401" y="157"/>
                  </a:lnTo>
                  <a:lnTo>
                    <a:pt x="383" y="133"/>
                  </a:lnTo>
                  <a:lnTo>
                    <a:pt x="360" y="113"/>
                  </a:lnTo>
                  <a:lnTo>
                    <a:pt x="336" y="93"/>
                  </a:lnTo>
                  <a:lnTo>
                    <a:pt x="308" y="73"/>
                  </a:lnTo>
                  <a:lnTo>
                    <a:pt x="276" y="58"/>
                  </a:lnTo>
                  <a:lnTo>
                    <a:pt x="242" y="43"/>
                  </a:lnTo>
                  <a:lnTo>
                    <a:pt x="207" y="30"/>
                  </a:lnTo>
                  <a:lnTo>
                    <a:pt x="168" y="19"/>
                  </a:lnTo>
                  <a:lnTo>
                    <a:pt x="128" y="11"/>
                  </a:lnTo>
                  <a:lnTo>
                    <a:pt x="87" y="4"/>
                  </a:lnTo>
                  <a:lnTo>
                    <a:pt x="43" y="1"/>
                  </a:lnTo>
                  <a:lnTo>
                    <a:pt x="0" y="0"/>
                  </a:lnTo>
                  <a:lnTo>
                    <a:pt x="0" y="11"/>
                  </a:lnTo>
                  <a:lnTo>
                    <a:pt x="43" y="12"/>
                  </a:lnTo>
                  <a:lnTo>
                    <a:pt x="85" y="16"/>
                  </a:lnTo>
                  <a:lnTo>
                    <a:pt x="126" y="23"/>
                  </a:lnTo>
                  <a:lnTo>
                    <a:pt x="166" y="31"/>
                  </a:lnTo>
                  <a:lnTo>
                    <a:pt x="202" y="42"/>
                  </a:lnTo>
                  <a:lnTo>
                    <a:pt x="237" y="55"/>
                  </a:lnTo>
                  <a:lnTo>
                    <a:pt x="271" y="70"/>
                  </a:lnTo>
                  <a:lnTo>
                    <a:pt x="301" y="85"/>
                  </a:lnTo>
                  <a:lnTo>
                    <a:pt x="329" y="103"/>
                  </a:lnTo>
                  <a:lnTo>
                    <a:pt x="353" y="123"/>
                  </a:lnTo>
                  <a:lnTo>
                    <a:pt x="373" y="143"/>
                  </a:lnTo>
                  <a:lnTo>
                    <a:pt x="392" y="164"/>
                  </a:lnTo>
                  <a:lnTo>
                    <a:pt x="405" y="186"/>
                  </a:lnTo>
                  <a:lnTo>
                    <a:pt x="415" y="211"/>
                  </a:lnTo>
                  <a:lnTo>
                    <a:pt x="422" y="235"/>
                  </a:lnTo>
                  <a:lnTo>
                    <a:pt x="425" y="260"/>
                  </a:lnTo>
                  <a:lnTo>
                    <a:pt x="437"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4547" name="Freeform 49"/>
            <p:cNvSpPr>
              <a:spLocks/>
            </p:cNvSpPr>
            <p:nvPr/>
          </p:nvSpPr>
          <p:spPr bwMode="auto">
            <a:xfrm>
              <a:off x="1267" y="1640"/>
              <a:ext cx="87" cy="52"/>
            </a:xfrm>
            <a:custGeom>
              <a:avLst/>
              <a:gdLst>
                <a:gd name="T0" fmla="*/ 0 w 437"/>
                <a:gd name="T1" fmla="*/ 2 h 260"/>
                <a:gd name="T2" fmla="*/ 0 w 437"/>
                <a:gd name="T3" fmla="*/ 2 h 260"/>
                <a:gd name="T4" fmla="*/ 0 w 437"/>
                <a:gd name="T5" fmla="*/ 2 h 260"/>
                <a:gd name="T6" fmla="*/ 1 w 437"/>
                <a:gd name="T7" fmla="*/ 2 h 260"/>
                <a:gd name="T8" fmla="*/ 1 w 437"/>
                <a:gd name="T9" fmla="*/ 2 h 260"/>
                <a:gd name="T10" fmla="*/ 1 w 437"/>
                <a:gd name="T11" fmla="*/ 2 h 260"/>
                <a:gd name="T12" fmla="*/ 2 w 437"/>
                <a:gd name="T13" fmla="*/ 2 h 260"/>
                <a:gd name="T14" fmla="*/ 2 w 437"/>
                <a:gd name="T15" fmla="*/ 2 h 260"/>
                <a:gd name="T16" fmla="*/ 2 w 437"/>
                <a:gd name="T17" fmla="*/ 2 h 260"/>
                <a:gd name="T18" fmla="*/ 2 w 437"/>
                <a:gd name="T19" fmla="*/ 1 h 260"/>
                <a:gd name="T20" fmla="*/ 3 w 437"/>
                <a:gd name="T21" fmla="*/ 1 h 260"/>
                <a:gd name="T22" fmla="*/ 3 w 437"/>
                <a:gd name="T23" fmla="*/ 1 h 260"/>
                <a:gd name="T24" fmla="*/ 3 w 437"/>
                <a:gd name="T25" fmla="*/ 1 h 260"/>
                <a:gd name="T26" fmla="*/ 3 w 437"/>
                <a:gd name="T27" fmla="*/ 1 h 260"/>
                <a:gd name="T28" fmla="*/ 3 w 437"/>
                <a:gd name="T29" fmla="*/ 1 h 260"/>
                <a:gd name="T30" fmla="*/ 3 w 437"/>
                <a:gd name="T31" fmla="*/ 0 h 260"/>
                <a:gd name="T32" fmla="*/ 3 w 437"/>
                <a:gd name="T33" fmla="*/ 0 h 260"/>
                <a:gd name="T34" fmla="*/ 3 w 437"/>
                <a:gd name="T35" fmla="*/ 0 h 260"/>
                <a:gd name="T36" fmla="*/ 3 w 437"/>
                <a:gd name="T37" fmla="*/ 0 h 260"/>
                <a:gd name="T38" fmla="*/ 3 w 437"/>
                <a:gd name="T39" fmla="*/ 0 h 260"/>
                <a:gd name="T40" fmla="*/ 3 w 437"/>
                <a:gd name="T41" fmla="*/ 0 h 260"/>
                <a:gd name="T42" fmla="*/ 3 w 437"/>
                <a:gd name="T43" fmla="*/ 1 h 260"/>
                <a:gd name="T44" fmla="*/ 3 w 437"/>
                <a:gd name="T45" fmla="*/ 1 h 260"/>
                <a:gd name="T46" fmla="*/ 3 w 437"/>
                <a:gd name="T47" fmla="*/ 1 h 260"/>
                <a:gd name="T48" fmla="*/ 3 w 437"/>
                <a:gd name="T49" fmla="*/ 1 h 260"/>
                <a:gd name="T50" fmla="*/ 3 w 437"/>
                <a:gd name="T51" fmla="*/ 1 h 260"/>
                <a:gd name="T52" fmla="*/ 2 w 437"/>
                <a:gd name="T53" fmla="*/ 1 h 260"/>
                <a:gd name="T54" fmla="*/ 2 w 437"/>
                <a:gd name="T55" fmla="*/ 2 h 260"/>
                <a:gd name="T56" fmla="*/ 2 w 437"/>
                <a:gd name="T57" fmla="*/ 2 h 260"/>
                <a:gd name="T58" fmla="*/ 2 w 437"/>
                <a:gd name="T59" fmla="*/ 2 h 260"/>
                <a:gd name="T60" fmla="*/ 1 w 437"/>
                <a:gd name="T61" fmla="*/ 2 h 260"/>
                <a:gd name="T62" fmla="*/ 1 w 437"/>
                <a:gd name="T63" fmla="*/ 2 h 260"/>
                <a:gd name="T64" fmla="*/ 1 w 437"/>
                <a:gd name="T65" fmla="*/ 2 h 260"/>
                <a:gd name="T66" fmla="*/ 0 w 437"/>
                <a:gd name="T67" fmla="*/ 2 h 260"/>
                <a:gd name="T68" fmla="*/ 0 w 437"/>
                <a:gd name="T69" fmla="*/ 2 h 260"/>
                <a:gd name="T70" fmla="*/ 0 w 437"/>
                <a:gd name="T71" fmla="*/ 2 h 260"/>
                <a:gd name="T72" fmla="*/ 0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0" y="260"/>
                  </a:moveTo>
                  <a:lnTo>
                    <a:pt x="0" y="260"/>
                  </a:lnTo>
                  <a:lnTo>
                    <a:pt x="43" y="259"/>
                  </a:lnTo>
                  <a:lnTo>
                    <a:pt x="87" y="255"/>
                  </a:lnTo>
                  <a:lnTo>
                    <a:pt x="128" y="248"/>
                  </a:lnTo>
                  <a:lnTo>
                    <a:pt x="168" y="240"/>
                  </a:lnTo>
                  <a:lnTo>
                    <a:pt x="207" y="230"/>
                  </a:lnTo>
                  <a:lnTo>
                    <a:pt x="242" y="217"/>
                  </a:lnTo>
                  <a:lnTo>
                    <a:pt x="276" y="202"/>
                  </a:lnTo>
                  <a:lnTo>
                    <a:pt x="308" y="185"/>
                  </a:lnTo>
                  <a:lnTo>
                    <a:pt x="336" y="166"/>
                  </a:lnTo>
                  <a:lnTo>
                    <a:pt x="360" y="146"/>
                  </a:lnTo>
                  <a:lnTo>
                    <a:pt x="383" y="125"/>
                  </a:lnTo>
                  <a:lnTo>
                    <a:pt x="401" y="102"/>
                  </a:lnTo>
                  <a:lnTo>
                    <a:pt x="417" y="77"/>
                  </a:lnTo>
                  <a:lnTo>
                    <a:pt x="427" y="53"/>
                  </a:lnTo>
                  <a:lnTo>
                    <a:pt x="434" y="27"/>
                  </a:lnTo>
                  <a:lnTo>
                    <a:pt x="437" y="0"/>
                  </a:lnTo>
                  <a:lnTo>
                    <a:pt x="425" y="0"/>
                  </a:lnTo>
                  <a:lnTo>
                    <a:pt x="422" y="24"/>
                  </a:lnTo>
                  <a:lnTo>
                    <a:pt x="415" y="48"/>
                  </a:lnTo>
                  <a:lnTo>
                    <a:pt x="405" y="73"/>
                  </a:lnTo>
                  <a:lnTo>
                    <a:pt x="392" y="95"/>
                  </a:lnTo>
                  <a:lnTo>
                    <a:pt x="373" y="116"/>
                  </a:lnTo>
                  <a:lnTo>
                    <a:pt x="353" y="137"/>
                  </a:lnTo>
                  <a:lnTo>
                    <a:pt x="329" y="157"/>
                  </a:lnTo>
                  <a:lnTo>
                    <a:pt x="301" y="173"/>
                  </a:lnTo>
                  <a:lnTo>
                    <a:pt x="271" y="190"/>
                  </a:lnTo>
                  <a:lnTo>
                    <a:pt x="237" y="205"/>
                  </a:lnTo>
                  <a:lnTo>
                    <a:pt x="202" y="218"/>
                  </a:lnTo>
                  <a:lnTo>
                    <a:pt x="166" y="228"/>
                  </a:lnTo>
                  <a:lnTo>
                    <a:pt x="126" y="237"/>
                  </a:lnTo>
                  <a:lnTo>
                    <a:pt x="85" y="244"/>
                  </a:lnTo>
                  <a:lnTo>
                    <a:pt x="43" y="247"/>
                  </a:lnTo>
                  <a:lnTo>
                    <a:pt x="0" y="248"/>
                  </a:lnTo>
                  <a:lnTo>
                    <a:pt x="0"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4548" name="Freeform 50"/>
            <p:cNvSpPr>
              <a:spLocks/>
            </p:cNvSpPr>
            <p:nvPr/>
          </p:nvSpPr>
          <p:spPr bwMode="auto">
            <a:xfrm>
              <a:off x="1179" y="1640"/>
              <a:ext cx="88" cy="52"/>
            </a:xfrm>
            <a:custGeom>
              <a:avLst/>
              <a:gdLst>
                <a:gd name="T0" fmla="*/ 0 w 439"/>
                <a:gd name="T1" fmla="*/ 0 h 260"/>
                <a:gd name="T2" fmla="*/ 0 w 439"/>
                <a:gd name="T3" fmla="*/ 0 h 260"/>
                <a:gd name="T4" fmla="*/ 0 w 439"/>
                <a:gd name="T5" fmla="*/ 0 h 260"/>
                <a:gd name="T6" fmla="*/ 0 w 439"/>
                <a:gd name="T7" fmla="*/ 0 h 260"/>
                <a:gd name="T8" fmla="*/ 0 w 439"/>
                <a:gd name="T9" fmla="*/ 1 h 260"/>
                <a:gd name="T10" fmla="*/ 0 w 439"/>
                <a:gd name="T11" fmla="*/ 1 h 260"/>
                <a:gd name="T12" fmla="*/ 0 w 439"/>
                <a:gd name="T13" fmla="*/ 1 h 260"/>
                <a:gd name="T14" fmla="*/ 1 w 439"/>
                <a:gd name="T15" fmla="*/ 1 h 260"/>
                <a:gd name="T16" fmla="*/ 1 w 439"/>
                <a:gd name="T17" fmla="*/ 1 h 260"/>
                <a:gd name="T18" fmla="*/ 1 w 439"/>
                <a:gd name="T19" fmla="*/ 1 h 260"/>
                <a:gd name="T20" fmla="*/ 1 w 439"/>
                <a:gd name="T21" fmla="*/ 2 h 260"/>
                <a:gd name="T22" fmla="*/ 2 w 439"/>
                <a:gd name="T23" fmla="*/ 2 h 260"/>
                <a:gd name="T24" fmla="*/ 2 w 439"/>
                <a:gd name="T25" fmla="*/ 2 h 260"/>
                <a:gd name="T26" fmla="*/ 2 w 439"/>
                <a:gd name="T27" fmla="*/ 2 h 260"/>
                <a:gd name="T28" fmla="*/ 2 w 439"/>
                <a:gd name="T29" fmla="*/ 2 h 260"/>
                <a:gd name="T30" fmla="*/ 3 w 439"/>
                <a:gd name="T31" fmla="*/ 2 h 260"/>
                <a:gd name="T32" fmla="*/ 3 w 439"/>
                <a:gd name="T33" fmla="*/ 2 h 260"/>
                <a:gd name="T34" fmla="*/ 4 w 439"/>
                <a:gd name="T35" fmla="*/ 2 h 260"/>
                <a:gd name="T36" fmla="*/ 4 w 439"/>
                <a:gd name="T37" fmla="*/ 2 h 260"/>
                <a:gd name="T38" fmla="*/ 3 w 439"/>
                <a:gd name="T39" fmla="*/ 2 h 260"/>
                <a:gd name="T40" fmla="*/ 3 w 439"/>
                <a:gd name="T41" fmla="*/ 2 h 260"/>
                <a:gd name="T42" fmla="*/ 3 w 439"/>
                <a:gd name="T43" fmla="*/ 2 h 260"/>
                <a:gd name="T44" fmla="*/ 2 w 439"/>
                <a:gd name="T45" fmla="*/ 2 h 260"/>
                <a:gd name="T46" fmla="*/ 2 w 439"/>
                <a:gd name="T47" fmla="*/ 2 h 260"/>
                <a:gd name="T48" fmla="*/ 2 w 439"/>
                <a:gd name="T49" fmla="*/ 2 h 260"/>
                <a:gd name="T50" fmla="*/ 1 w 439"/>
                <a:gd name="T51" fmla="*/ 2 h 260"/>
                <a:gd name="T52" fmla="*/ 1 w 439"/>
                <a:gd name="T53" fmla="*/ 1 h 260"/>
                <a:gd name="T54" fmla="*/ 1 w 439"/>
                <a:gd name="T55" fmla="*/ 1 h 260"/>
                <a:gd name="T56" fmla="*/ 1 w 439"/>
                <a:gd name="T57" fmla="*/ 1 h 260"/>
                <a:gd name="T58" fmla="*/ 1 w 439"/>
                <a:gd name="T59" fmla="*/ 1 h 260"/>
                <a:gd name="T60" fmla="*/ 0 w 439"/>
                <a:gd name="T61" fmla="*/ 1 h 260"/>
                <a:gd name="T62" fmla="*/ 0 w 439"/>
                <a:gd name="T63" fmla="*/ 1 h 260"/>
                <a:gd name="T64" fmla="*/ 0 w 439"/>
                <a:gd name="T65" fmla="*/ 0 h 260"/>
                <a:gd name="T66" fmla="*/ 0 w 439"/>
                <a:gd name="T67" fmla="*/ 0 h 260"/>
                <a:gd name="T68" fmla="*/ 0 w 439"/>
                <a:gd name="T69" fmla="*/ 0 h 260"/>
                <a:gd name="T70" fmla="*/ 0 w 439"/>
                <a:gd name="T71" fmla="*/ 0 h 260"/>
                <a:gd name="T72" fmla="*/ 0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0" y="0"/>
                  </a:moveTo>
                  <a:lnTo>
                    <a:pt x="0" y="0"/>
                  </a:lnTo>
                  <a:lnTo>
                    <a:pt x="3" y="27"/>
                  </a:lnTo>
                  <a:lnTo>
                    <a:pt x="10" y="53"/>
                  </a:lnTo>
                  <a:lnTo>
                    <a:pt x="20" y="77"/>
                  </a:lnTo>
                  <a:lnTo>
                    <a:pt x="35" y="102"/>
                  </a:lnTo>
                  <a:lnTo>
                    <a:pt x="54" y="125"/>
                  </a:lnTo>
                  <a:lnTo>
                    <a:pt x="76" y="146"/>
                  </a:lnTo>
                  <a:lnTo>
                    <a:pt x="102" y="166"/>
                  </a:lnTo>
                  <a:lnTo>
                    <a:pt x="130" y="185"/>
                  </a:lnTo>
                  <a:lnTo>
                    <a:pt x="162" y="202"/>
                  </a:lnTo>
                  <a:lnTo>
                    <a:pt x="195" y="217"/>
                  </a:lnTo>
                  <a:lnTo>
                    <a:pt x="231" y="230"/>
                  </a:lnTo>
                  <a:lnTo>
                    <a:pt x="270" y="240"/>
                  </a:lnTo>
                  <a:lnTo>
                    <a:pt x="310" y="248"/>
                  </a:lnTo>
                  <a:lnTo>
                    <a:pt x="351" y="255"/>
                  </a:lnTo>
                  <a:lnTo>
                    <a:pt x="395" y="259"/>
                  </a:lnTo>
                  <a:lnTo>
                    <a:pt x="439" y="260"/>
                  </a:lnTo>
                  <a:lnTo>
                    <a:pt x="439" y="248"/>
                  </a:lnTo>
                  <a:lnTo>
                    <a:pt x="395" y="247"/>
                  </a:lnTo>
                  <a:lnTo>
                    <a:pt x="353" y="244"/>
                  </a:lnTo>
                  <a:lnTo>
                    <a:pt x="312" y="237"/>
                  </a:lnTo>
                  <a:lnTo>
                    <a:pt x="272" y="228"/>
                  </a:lnTo>
                  <a:lnTo>
                    <a:pt x="236" y="218"/>
                  </a:lnTo>
                  <a:lnTo>
                    <a:pt x="200" y="205"/>
                  </a:lnTo>
                  <a:lnTo>
                    <a:pt x="167" y="190"/>
                  </a:lnTo>
                  <a:lnTo>
                    <a:pt x="137" y="173"/>
                  </a:lnTo>
                  <a:lnTo>
                    <a:pt x="109" y="157"/>
                  </a:lnTo>
                  <a:lnTo>
                    <a:pt x="84" y="137"/>
                  </a:lnTo>
                  <a:lnTo>
                    <a:pt x="64" y="116"/>
                  </a:lnTo>
                  <a:lnTo>
                    <a:pt x="45" y="95"/>
                  </a:lnTo>
                  <a:lnTo>
                    <a:pt x="32" y="73"/>
                  </a:lnTo>
                  <a:lnTo>
                    <a:pt x="21" y="48"/>
                  </a:lnTo>
                  <a:lnTo>
                    <a:pt x="14" y="24"/>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4549" name="Freeform 51"/>
            <p:cNvSpPr>
              <a:spLocks/>
            </p:cNvSpPr>
            <p:nvPr/>
          </p:nvSpPr>
          <p:spPr bwMode="auto">
            <a:xfrm>
              <a:off x="1179" y="1588"/>
              <a:ext cx="88" cy="52"/>
            </a:xfrm>
            <a:custGeom>
              <a:avLst/>
              <a:gdLst>
                <a:gd name="T0" fmla="*/ 4 w 439"/>
                <a:gd name="T1" fmla="*/ 0 h 260"/>
                <a:gd name="T2" fmla="*/ 4 w 439"/>
                <a:gd name="T3" fmla="*/ 0 h 260"/>
                <a:gd name="T4" fmla="*/ 3 w 439"/>
                <a:gd name="T5" fmla="*/ 0 h 260"/>
                <a:gd name="T6" fmla="*/ 3 w 439"/>
                <a:gd name="T7" fmla="*/ 0 h 260"/>
                <a:gd name="T8" fmla="*/ 2 w 439"/>
                <a:gd name="T9" fmla="*/ 0 h 260"/>
                <a:gd name="T10" fmla="*/ 2 w 439"/>
                <a:gd name="T11" fmla="*/ 0 h 260"/>
                <a:gd name="T12" fmla="*/ 2 w 439"/>
                <a:gd name="T13" fmla="*/ 0 h 260"/>
                <a:gd name="T14" fmla="*/ 2 w 439"/>
                <a:gd name="T15" fmla="*/ 0 h 260"/>
                <a:gd name="T16" fmla="*/ 1 w 439"/>
                <a:gd name="T17" fmla="*/ 0 h 260"/>
                <a:gd name="T18" fmla="*/ 1 w 439"/>
                <a:gd name="T19" fmla="*/ 1 h 260"/>
                <a:gd name="T20" fmla="*/ 1 w 439"/>
                <a:gd name="T21" fmla="*/ 1 h 260"/>
                <a:gd name="T22" fmla="*/ 1 w 439"/>
                <a:gd name="T23" fmla="*/ 1 h 260"/>
                <a:gd name="T24" fmla="*/ 0 w 439"/>
                <a:gd name="T25" fmla="*/ 1 h 260"/>
                <a:gd name="T26" fmla="*/ 0 w 439"/>
                <a:gd name="T27" fmla="*/ 1 h 260"/>
                <a:gd name="T28" fmla="*/ 0 w 439"/>
                <a:gd name="T29" fmla="*/ 1 h 260"/>
                <a:gd name="T30" fmla="*/ 0 w 439"/>
                <a:gd name="T31" fmla="*/ 2 h 260"/>
                <a:gd name="T32" fmla="*/ 0 w 439"/>
                <a:gd name="T33" fmla="*/ 2 h 260"/>
                <a:gd name="T34" fmla="*/ 0 w 439"/>
                <a:gd name="T35" fmla="*/ 2 h 260"/>
                <a:gd name="T36" fmla="*/ 0 w 439"/>
                <a:gd name="T37" fmla="*/ 2 h 260"/>
                <a:gd name="T38" fmla="*/ 0 w 439"/>
                <a:gd name="T39" fmla="*/ 2 h 260"/>
                <a:gd name="T40" fmla="*/ 0 w 439"/>
                <a:gd name="T41" fmla="*/ 2 h 260"/>
                <a:gd name="T42" fmla="*/ 0 w 439"/>
                <a:gd name="T43" fmla="*/ 1 h 260"/>
                <a:gd name="T44" fmla="*/ 0 w 439"/>
                <a:gd name="T45" fmla="*/ 1 h 260"/>
                <a:gd name="T46" fmla="*/ 1 w 439"/>
                <a:gd name="T47" fmla="*/ 1 h 260"/>
                <a:gd name="T48" fmla="*/ 1 w 439"/>
                <a:gd name="T49" fmla="*/ 1 h 260"/>
                <a:gd name="T50" fmla="*/ 1 w 439"/>
                <a:gd name="T51" fmla="*/ 1 h 260"/>
                <a:gd name="T52" fmla="*/ 1 w 439"/>
                <a:gd name="T53" fmla="*/ 1 h 260"/>
                <a:gd name="T54" fmla="*/ 1 w 439"/>
                <a:gd name="T55" fmla="*/ 1 h 260"/>
                <a:gd name="T56" fmla="*/ 2 w 439"/>
                <a:gd name="T57" fmla="*/ 0 h 260"/>
                <a:gd name="T58" fmla="*/ 2 w 439"/>
                <a:gd name="T59" fmla="*/ 0 h 260"/>
                <a:gd name="T60" fmla="*/ 2 w 439"/>
                <a:gd name="T61" fmla="*/ 0 h 260"/>
                <a:gd name="T62" fmla="*/ 3 w 439"/>
                <a:gd name="T63" fmla="*/ 0 h 260"/>
                <a:gd name="T64" fmla="*/ 3 w 439"/>
                <a:gd name="T65" fmla="*/ 0 h 260"/>
                <a:gd name="T66" fmla="*/ 3 w 439"/>
                <a:gd name="T67" fmla="*/ 0 h 260"/>
                <a:gd name="T68" fmla="*/ 4 w 439"/>
                <a:gd name="T69" fmla="*/ 0 h 260"/>
                <a:gd name="T70" fmla="*/ 4 w 439"/>
                <a:gd name="T71" fmla="*/ 0 h 260"/>
                <a:gd name="T72" fmla="*/ 4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439" y="0"/>
                  </a:moveTo>
                  <a:lnTo>
                    <a:pt x="439" y="0"/>
                  </a:lnTo>
                  <a:lnTo>
                    <a:pt x="395" y="1"/>
                  </a:lnTo>
                  <a:lnTo>
                    <a:pt x="351" y="4"/>
                  </a:lnTo>
                  <a:lnTo>
                    <a:pt x="310" y="11"/>
                  </a:lnTo>
                  <a:lnTo>
                    <a:pt x="270" y="19"/>
                  </a:lnTo>
                  <a:lnTo>
                    <a:pt x="231" y="30"/>
                  </a:lnTo>
                  <a:lnTo>
                    <a:pt x="195" y="43"/>
                  </a:lnTo>
                  <a:lnTo>
                    <a:pt x="162" y="58"/>
                  </a:lnTo>
                  <a:lnTo>
                    <a:pt x="130" y="73"/>
                  </a:lnTo>
                  <a:lnTo>
                    <a:pt x="102" y="93"/>
                  </a:lnTo>
                  <a:lnTo>
                    <a:pt x="76" y="113"/>
                  </a:lnTo>
                  <a:lnTo>
                    <a:pt x="54" y="133"/>
                  </a:lnTo>
                  <a:lnTo>
                    <a:pt x="35" y="157"/>
                  </a:lnTo>
                  <a:lnTo>
                    <a:pt x="20" y="181"/>
                  </a:lnTo>
                  <a:lnTo>
                    <a:pt x="10" y="206"/>
                  </a:lnTo>
                  <a:lnTo>
                    <a:pt x="3" y="233"/>
                  </a:lnTo>
                  <a:lnTo>
                    <a:pt x="0" y="260"/>
                  </a:lnTo>
                  <a:lnTo>
                    <a:pt x="12" y="260"/>
                  </a:lnTo>
                  <a:lnTo>
                    <a:pt x="14" y="235"/>
                  </a:lnTo>
                  <a:lnTo>
                    <a:pt x="21" y="211"/>
                  </a:lnTo>
                  <a:lnTo>
                    <a:pt x="32" y="186"/>
                  </a:lnTo>
                  <a:lnTo>
                    <a:pt x="45" y="164"/>
                  </a:lnTo>
                  <a:lnTo>
                    <a:pt x="64" y="143"/>
                  </a:lnTo>
                  <a:lnTo>
                    <a:pt x="84" y="123"/>
                  </a:lnTo>
                  <a:lnTo>
                    <a:pt x="109" y="103"/>
                  </a:lnTo>
                  <a:lnTo>
                    <a:pt x="137" y="85"/>
                  </a:lnTo>
                  <a:lnTo>
                    <a:pt x="167" y="70"/>
                  </a:lnTo>
                  <a:lnTo>
                    <a:pt x="200" y="55"/>
                  </a:lnTo>
                  <a:lnTo>
                    <a:pt x="236" y="42"/>
                  </a:lnTo>
                  <a:lnTo>
                    <a:pt x="272" y="31"/>
                  </a:lnTo>
                  <a:lnTo>
                    <a:pt x="312" y="23"/>
                  </a:lnTo>
                  <a:lnTo>
                    <a:pt x="353" y="16"/>
                  </a:lnTo>
                  <a:lnTo>
                    <a:pt x="395" y="12"/>
                  </a:lnTo>
                  <a:lnTo>
                    <a:pt x="439" y="11"/>
                  </a:lnTo>
                  <a:lnTo>
                    <a:pt x="439"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4550" name="Freeform 52"/>
            <p:cNvSpPr>
              <a:spLocks/>
            </p:cNvSpPr>
            <p:nvPr/>
          </p:nvSpPr>
          <p:spPr bwMode="auto">
            <a:xfrm>
              <a:off x="964" y="1745"/>
              <a:ext cx="48" cy="85"/>
            </a:xfrm>
            <a:custGeom>
              <a:avLst/>
              <a:gdLst>
                <a:gd name="T0" fmla="*/ 2 w 244"/>
                <a:gd name="T1" fmla="*/ 3 h 426"/>
                <a:gd name="T2" fmla="*/ 2 w 244"/>
                <a:gd name="T3" fmla="*/ 3 h 426"/>
                <a:gd name="T4" fmla="*/ 2 w 244"/>
                <a:gd name="T5" fmla="*/ 3 h 426"/>
                <a:gd name="T6" fmla="*/ 2 w 244"/>
                <a:gd name="T7" fmla="*/ 3 h 426"/>
                <a:gd name="T8" fmla="*/ 2 w 244"/>
                <a:gd name="T9" fmla="*/ 2 h 426"/>
                <a:gd name="T10" fmla="*/ 2 w 244"/>
                <a:gd name="T11" fmla="*/ 2 h 426"/>
                <a:gd name="T12" fmla="*/ 2 w 244"/>
                <a:gd name="T13" fmla="*/ 2 h 426"/>
                <a:gd name="T14" fmla="*/ 2 w 244"/>
                <a:gd name="T15" fmla="*/ 2 h 426"/>
                <a:gd name="T16" fmla="*/ 1 w 244"/>
                <a:gd name="T17" fmla="*/ 1 h 426"/>
                <a:gd name="T18" fmla="*/ 1 w 244"/>
                <a:gd name="T19" fmla="*/ 1 h 426"/>
                <a:gd name="T20" fmla="*/ 1 w 244"/>
                <a:gd name="T21" fmla="*/ 1 h 426"/>
                <a:gd name="T22" fmla="*/ 1 w 244"/>
                <a:gd name="T23" fmla="*/ 1 h 426"/>
                <a:gd name="T24" fmla="*/ 1 w 244"/>
                <a:gd name="T25" fmla="*/ 0 h 426"/>
                <a:gd name="T26" fmla="*/ 1 w 244"/>
                <a:gd name="T27" fmla="*/ 0 h 426"/>
                <a:gd name="T28" fmla="*/ 1 w 244"/>
                <a:gd name="T29" fmla="*/ 0 h 426"/>
                <a:gd name="T30" fmla="*/ 0 w 244"/>
                <a:gd name="T31" fmla="*/ 0 h 426"/>
                <a:gd name="T32" fmla="*/ 0 w 244"/>
                <a:gd name="T33" fmla="*/ 0 h 426"/>
                <a:gd name="T34" fmla="*/ 0 w 244"/>
                <a:gd name="T35" fmla="*/ 0 h 426"/>
                <a:gd name="T36" fmla="*/ 0 w 244"/>
                <a:gd name="T37" fmla="*/ 0 h 426"/>
                <a:gd name="T38" fmla="*/ 0 w 244"/>
                <a:gd name="T39" fmla="*/ 0 h 426"/>
                <a:gd name="T40" fmla="*/ 0 w 244"/>
                <a:gd name="T41" fmla="*/ 0 h 426"/>
                <a:gd name="T42" fmla="*/ 1 w 244"/>
                <a:gd name="T43" fmla="*/ 0 h 426"/>
                <a:gd name="T44" fmla="*/ 1 w 244"/>
                <a:gd name="T45" fmla="*/ 0 h 426"/>
                <a:gd name="T46" fmla="*/ 1 w 244"/>
                <a:gd name="T47" fmla="*/ 0 h 426"/>
                <a:gd name="T48" fmla="*/ 1 w 244"/>
                <a:gd name="T49" fmla="*/ 1 h 426"/>
                <a:gd name="T50" fmla="*/ 1 w 244"/>
                <a:gd name="T51" fmla="*/ 1 h 426"/>
                <a:gd name="T52" fmla="*/ 1 w 244"/>
                <a:gd name="T53" fmla="*/ 1 h 426"/>
                <a:gd name="T54" fmla="*/ 1 w 244"/>
                <a:gd name="T55" fmla="*/ 1 h 426"/>
                <a:gd name="T56" fmla="*/ 1 w 244"/>
                <a:gd name="T57" fmla="*/ 2 h 426"/>
                <a:gd name="T58" fmla="*/ 2 w 244"/>
                <a:gd name="T59" fmla="*/ 2 h 426"/>
                <a:gd name="T60" fmla="*/ 2 w 244"/>
                <a:gd name="T61" fmla="*/ 2 h 426"/>
                <a:gd name="T62" fmla="*/ 2 w 244"/>
                <a:gd name="T63" fmla="*/ 2 h 426"/>
                <a:gd name="T64" fmla="*/ 2 w 244"/>
                <a:gd name="T65" fmla="*/ 3 h 426"/>
                <a:gd name="T66" fmla="*/ 2 w 244"/>
                <a:gd name="T67" fmla="*/ 3 h 426"/>
                <a:gd name="T68" fmla="*/ 2 w 244"/>
                <a:gd name="T69" fmla="*/ 3 h 426"/>
                <a:gd name="T70" fmla="*/ 2 w 244"/>
                <a:gd name="T71" fmla="*/ 3 h 426"/>
                <a:gd name="T72" fmla="*/ 2 w 244"/>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6"/>
                <a:gd name="T113" fmla="*/ 244 w 244"/>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6">
                  <a:moveTo>
                    <a:pt x="244" y="426"/>
                  </a:moveTo>
                  <a:lnTo>
                    <a:pt x="244" y="426"/>
                  </a:lnTo>
                  <a:lnTo>
                    <a:pt x="243" y="383"/>
                  </a:lnTo>
                  <a:lnTo>
                    <a:pt x="240" y="340"/>
                  </a:lnTo>
                  <a:lnTo>
                    <a:pt x="234" y="300"/>
                  </a:lnTo>
                  <a:lnTo>
                    <a:pt x="226" y="262"/>
                  </a:lnTo>
                  <a:lnTo>
                    <a:pt x="215" y="224"/>
                  </a:lnTo>
                  <a:lnTo>
                    <a:pt x="203" y="189"/>
                  </a:lnTo>
                  <a:lnTo>
                    <a:pt x="189" y="157"/>
                  </a:lnTo>
                  <a:lnTo>
                    <a:pt x="174" y="126"/>
                  </a:lnTo>
                  <a:lnTo>
                    <a:pt x="155" y="99"/>
                  </a:lnTo>
                  <a:lnTo>
                    <a:pt x="138" y="74"/>
                  </a:lnTo>
                  <a:lnTo>
                    <a:pt x="118" y="52"/>
                  </a:lnTo>
                  <a:lnTo>
                    <a:pt x="96" y="34"/>
                  </a:lnTo>
                  <a:lnTo>
                    <a:pt x="73" y="19"/>
                  </a:lnTo>
                  <a:lnTo>
                    <a:pt x="50" y="8"/>
                  </a:lnTo>
                  <a:lnTo>
                    <a:pt x="25" y="2"/>
                  </a:lnTo>
                  <a:lnTo>
                    <a:pt x="0" y="0"/>
                  </a:lnTo>
                  <a:lnTo>
                    <a:pt x="0" y="12"/>
                  </a:lnTo>
                  <a:lnTo>
                    <a:pt x="23" y="14"/>
                  </a:lnTo>
                  <a:lnTo>
                    <a:pt x="45" y="20"/>
                  </a:lnTo>
                  <a:lnTo>
                    <a:pt x="66" y="31"/>
                  </a:lnTo>
                  <a:lnTo>
                    <a:pt x="89" y="43"/>
                  </a:lnTo>
                  <a:lnTo>
                    <a:pt x="109" y="61"/>
                  </a:lnTo>
                  <a:lnTo>
                    <a:pt x="129" y="81"/>
                  </a:lnTo>
                  <a:lnTo>
                    <a:pt x="146" y="106"/>
                  </a:lnTo>
                  <a:lnTo>
                    <a:pt x="162" y="133"/>
                  </a:lnTo>
                  <a:lnTo>
                    <a:pt x="178" y="162"/>
                  </a:lnTo>
                  <a:lnTo>
                    <a:pt x="192" y="194"/>
                  </a:lnTo>
                  <a:lnTo>
                    <a:pt x="203" y="229"/>
                  </a:lnTo>
                  <a:lnTo>
                    <a:pt x="214" y="264"/>
                  </a:lnTo>
                  <a:lnTo>
                    <a:pt x="222" y="303"/>
                  </a:lnTo>
                  <a:lnTo>
                    <a:pt x="228" y="342"/>
                  </a:lnTo>
                  <a:lnTo>
                    <a:pt x="232" y="383"/>
                  </a:lnTo>
                  <a:lnTo>
                    <a:pt x="233" y="426"/>
                  </a:lnTo>
                  <a:lnTo>
                    <a:pt x="244"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4551" name="Freeform 53"/>
            <p:cNvSpPr>
              <a:spLocks/>
            </p:cNvSpPr>
            <p:nvPr/>
          </p:nvSpPr>
          <p:spPr bwMode="auto">
            <a:xfrm>
              <a:off x="964" y="1830"/>
              <a:ext cx="48" cy="85"/>
            </a:xfrm>
            <a:custGeom>
              <a:avLst/>
              <a:gdLst>
                <a:gd name="T0" fmla="*/ 0 w 244"/>
                <a:gd name="T1" fmla="*/ 3 h 424"/>
                <a:gd name="T2" fmla="*/ 0 w 244"/>
                <a:gd name="T3" fmla="*/ 3 h 424"/>
                <a:gd name="T4" fmla="*/ 0 w 244"/>
                <a:gd name="T5" fmla="*/ 3 h 424"/>
                <a:gd name="T6" fmla="*/ 0 w 244"/>
                <a:gd name="T7" fmla="*/ 3 h 424"/>
                <a:gd name="T8" fmla="*/ 1 w 244"/>
                <a:gd name="T9" fmla="*/ 3 h 424"/>
                <a:gd name="T10" fmla="*/ 1 w 244"/>
                <a:gd name="T11" fmla="*/ 3 h 424"/>
                <a:gd name="T12" fmla="*/ 1 w 244"/>
                <a:gd name="T13" fmla="*/ 3 h 424"/>
                <a:gd name="T14" fmla="*/ 1 w 244"/>
                <a:gd name="T15" fmla="*/ 3 h 424"/>
                <a:gd name="T16" fmla="*/ 1 w 244"/>
                <a:gd name="T17" fmla="*/ 3 h 424"/>
                <a:gd name="T18" fmla="*/ 1 w 244"/>
                <a:gd name="T19" fmla="*/ 2 h 424"/>
                <a:gd name="T20" fmla="*/ 1 w 244"/>
                <a:gd name="T21" fmla="*/ 2 h 424"/>
                <a:gd name="T22" fmla="*/ 2 w 244"/>
                <a:gd name="T23" fmla="*/ 2 h 424"/>
                <a:gd name="T24" fmla="*/ 2 w 244"/>
                <a:gd name="T25" fmla="*/ 2 h 424"/>
                <a:gd name="T26" fmla="*/ 2 w 244"/>
                <a:gd name="T27" fmla="*/ 1 h 424"/>
                <a:gd name="T28" fmla="*/ 2 w 244"/>
                <a:gd name="T29" fmla="*/ 1 h 424"/>
                <a:gd name="T30" fmla="*/ 2 w 244"/>
                <a:gd name="T31" fmla="*/ 1 h 424"/>
                <a:gd name="T32" fmla="*/ 2 w 244"/>
                <a:gd name="T33" fmla="*/ 0 h 424"/>
                <a:gd name="T34" fmla="*/ 2 w 244"/>
                <a:gd name="T35" fmla="*/ 0 h 424"/>
                <a:gd name="T36" fmla="*/ 2 w 244"/>
                <a:gd name="T37" fmla="*/ 0 h 424"/>
                <a:gd name="T38" fmla="*/ 2 w 244"/>
                <a:gd name="T39" fmla="*/ 0 h 424"/>
                <a:gd name="T40" fmla="*/ 2 w 244"/>
                <a:gd name="T41" fmla="*/ 1 h 424"/>
                <a:gd name="T42" fmla="*/ 2 w 244"/>
                <a:gd name="T43" fmla="*/ 1 h 424"/>
                <a:gd name="T44" fmla="*/ 2 w 244"/>
                <a:gd name="T45" fmla="*/ 1 h 424"/>
                <a:gd name="T46" fmla="*/ 2 w 244"/>
                <a:gd name="T47" fmla="*/ 2 h 424"/>
                <a:gd name="T48" fmla="*/ 1 w 244"/>
                <a:gd name="T49" fmla="*/ 2 h 424"/>
                <a:gd name="T50" fmla="*/ 1 w 244"/>
                <a:gd name="T51" fmla="*/ 2 h 424"/>
                <a:gd name="T52" fmla="*/ 1 w 244"/>
                <a:gd name="T53" fmla="*/ 2 h 424"/>
                <a:gd name="T54" fmla="*/ 1 w 244"/>
                <a:gd name="T55" fmla="*/ 3 h 424"/>
                <a:gd name="T56" fmla="*/ 1 w 244"/>
                <a:gd name="T57" fmla="*/ 3 h 424"/>
                <a:gd name="T58" fmla="*/ 1 w 244"/>
                <a:gd name="T59" fmla="*/ 3 h 424"/>
                <a:gd name="T60" fmla="*/ 1 w 244"/>
                <a:gd name="T61" fmla="*/ 3 h 424"/>
                <a:gd name="T62" fmla="*/ 1 w 244"/>
                <a:gd name="T63" fmla="*/ 3 h 424"/>
                <a:gd name="T64" fmla="*/ 0 w 244"/>
                <a:gd name="T65" fmla="*/ 3 h 424"/>
                <a:gd name="T66" fmla="*/ 0 w 244"/>
                <a:gd name="T67" fmla="*/ 3 h 424"/>
                <a:gd name="T68" fmla="*/ 0 w 244"/>
                <a:gd name="T69" fmla="*/ 3 h 424"/>
                <a:gd name="T70" fmla="*/ 0 w 244"/>
                <a:gd name="T71" fmla="*/ 3 h 424"/>
                <a:gd name="T72" fmla="*/ 0 w 244"/>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4"/>
                <a:gd name="T113" fmla="*/ 244 w 244"/>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4">
                  <a:moveTo>
                    <a:pt x="0" y="424"/>
                  </a:moveTo>
                  <a:lnTo>
                    <a:pt x="0" y="424"/>
                  </a:lnTo>
                  <a:lnTo>
                    <a:pt x="25" y="422"/>
                  </a:lnTo>
                  <a:lnTo>
                    <a:pt x="50" y="416"/>
                  </a:lnTo>
                  <a:lnTo>
                    <a:pt x="73" y="405"/>
                  </a:lnTo>
                  <a:lnTo>
                    <a:pt x="96" y="390"/>
                  </a:lnTo>
                  <a:lnTo>
                    <a:pt x="118" y="373"/>
                  </a:lnTo>
                  <a:lnTo>
                    <a:pt x="138" y="350"/>
                  </a:lnTo>
                  <a:lnTo>
                    <a:pt x="155" y="326"/>
                  </a:lnTo>
                  <a:lnTo>
                    <a:pt x="173" y="299"/>
                  </a:lnTo>
                  <a:lnTo>
                    <a:pt x="189" y="268"/>
                  </a:lnTo>
                  <a:lnTo>
                    <a:pt x="203" y="235"/>
                  </a:lnTo>
                  <a:lnTo>
                    <a:pt x="215" y="201"/>
                  </a:lnTo>
                  <a:lnTo>
                    <a:pt x="226" y="163"/>
                  </a:lnTo>
                  <a:lnTo>
                    <a:pt x="234" y="125"/>
                  </a:lnTo>
                  <a:lnTo>
                    <a:pt x="240" y="85"/>
                  </a:lnTo>
                  <a:lnTo>
                    <a:pt x="243" y="42"/>
                  </a:lnTo>
                  <a:lnTo>
                    <a:pt x="244" y="0"/>
                  </a:lnTo>
                  <a:lnTo>
                    <a:pt x="233" y="0"/>
                  </a:lnTo>
                  <a:lnTo>
                    <a:pt x="232" y="42"/>
                  </a:lnTo>
                  <a:lnTo>
                    <a:pt x="228" y="83"/>
                  </a:lnTo>
                  <a:lnTo>
                    <a:pt x="222" y="123"/>
                  </a:lnTo>
                  <a:lnTo>
                    <a:pt x="214" y="160"/>
                  </a:lnTo>
                  <a:lnTo>
                    <a:pt x="203" y="197"/>
                  </a:lnTo>
                  <a:lnTo>
                    <a:pt x="192" y="231"/>
                  </a:lnTo>
                  <a:lnTo>
                    <a:pt x="178" y="263"/>
                  </a:lnTo>
                  <a:lnTo>
                    <a:pt x="164" y="292"/>
                  </a:lnTo>
                  <a:lnTo>
                    <a:pt x="146" y="319"/>
                  </a:lnTo>
                  <a:lnTo>
                    <a:pt x="129" y="343"/>
                  </a:lnTo>
                  <a:lnTo>
                    <a:pt x="109" y="363"/>
                  </a:lnTo>
                  <a:lnTo>
                    <a:pt x="89" y="381"/>
                  </a:lnTo>
                  <a:lnTo>
                    <a:pt x="66" y="394"/>
                  </a:lnTo>
                  <a:lnTo>
                    <a:pt x="45" y="404"/>
                  </a:lnTo>
                  <a:lnTo>
                    <a:pt x="23" y="410"/>
                  </a:lnTo>
                  <a:lnTo>
                    <a:pt x="0" y="412"/>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4552" name="Freeform 54"/>
            <p:cNvSpPr>
              <a:spLocks/>
            </p:cNvSpPr>
            <p:nvPr/>
          </p:nvSpPr>
          <p:spPr bwMode="auto">
            <a:xfrm>
              <a:off x="915" y="1830"/>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1" y="42"/>
                  </a:lnTo>
                  <a:lnTo>
                    <a:pt x="4" y="85"/>
                  </a:lnTo>
                  <a:lnTo>
                    <a:pt x="10" y="125"/>
                  </a:lnTo>
                  <a:lnTo>
                    <a:pt x="19" y="163"/>
                  </a:lnTo>
                  <a:lnTo>
                    <a:pt x="29" y="201"/>
                  </a:lnTo>
                  <a:lnTo>
                    <a:pt x="41" y="235"/>
                  </a:lnTo>
                  <a:lnTo>
                    <a:pt x="55" y="268"/>
                  </a:lnTo>
                  <a:lnTo>
                    <a:pt x="71" y="299"/>
                  </a:lnTo>
                  <a:lnTo>
                    <a:pt x="89" y="326"/>
                  </a:lnTo>
                  <a:lnTo>
                    <a:pt x="106" y="350"/>
                  </a:lnTo>
                  <a:lnTo>
                    <a:pt x="126" y="373"/>
                  </a:lnTo>
                  <a:lnTo>
                    <a:pt x="149" y="390"/>
                  </a:lnTo>
                  <a:lnTo>
                    <a:pt x="171" y="405"/>
                  </a:lnTo>
                  <a:lnTo>
                    <a:pt x="194" y="416"/>
                  </a:lnTo>
                  <a:lnTo>
                    <a:pt x="219" y="422"/>
                  </a:lnTo>
                  <a:lnTo>
                    <a:pt x="245" y="424"/>
                  </a:lnTo>
                  <a:lnTo>
                    <a:pt x="245" y="412"/>
                  </a:lnTo>
                  <a:lnTo>
                    <a:pt x="221" y="410"/>
                  </a:lnTo>
                  <a:lnTo>
                    <a:pt x="199" y="404"/>
                  </a:lnTo>
                  <a:lnTo>
                    <a:pt x="178" y="394"/>
                  </a:lnTo>
                  <a:lnTo>
                    <a:pt x="156" y="381"/>
                  </a:lnTo>
                  <a:lnTo>
                    <a:pt x="136" y="363"/>
                  </a:lnTo>
                  <a:lnTo>
                    <a:pt x="116" y="343"/>
                  </a:lnTo>
                  <a:lnTo>
                    <a:pt x="98" y="319"/>
                  </a:lnTo>
                  <a:lnTo>
                    <a:pt x="81" y="292"/>
                  </a:lnTo>
                  <a:lnTo>
                    <a:pt x="67" y="263"/>
                  </a:lnTo>
                  <a:lnTo>
                    <a:pt x="52" y="231"/>
                  </a:lnTo>
                  <a:lnTo>
                    <a:pt x="41" y="197"/>
                  </a:lnTo>
                  <a:lnTo>
                    <a:pt x="30" y="160"/>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4553" name="Freeform 55"/>
            <p:cNvSpPr>
              <a:spLocks/>
            </p:cNvSpPr>
            <p:nvPr/>
          </p:nvSpPr>
          <p:spPr bwMode="auto">
            <a:xfrm>
              <a:off x="915" y="1745"/>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0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19" y="2"/>
                  </a:lnTo>
                  <a:lnTo>
                    <a:pt x="194" y="8"/>
                  </a:lnTo>
                  <a:lnTo>
                    <a:pt x="171" y="19"/>
                  </a:lnTo>
                  <a:lnTo>
                    <a:pt x="149" y="34"/>
                  </a:lnTo>
                  <a:lnTo>
                    <a:pt x="126" y="52"/>
                  </a:lnTo>
                  <a:lnTo>
                    <a:pt x="106" y="74"/>
                  </a:lnTo>
                  <a:lnTo>
                    <a:pt x="89" y="99"/>
                  </a:lnTo>
                  <a:lnTo>
                    <a:pt x="70" y="126"/>
                  </a:lnTo>
                  <a:lnTo>
                    <a:pt x="55" y="157"/>
                  </a:lnTo>
                  <a:lnTo>
                    <a:pt x="41" y="189"/>
                  </a:lnTo>
                  <a:lnTo>
                    <a:pt x="29" y="224"/>
                  </a:lnTo>
                  <a:lnTo>
                    <a:pt x="19" y="262"/>
                  </a:lnTo>
                  <a:lnTo>
                    <a:pt x="10" y="300"/>
                  </a:lnTo>
                  <a:lnTo>
                    <a:pt x="4" y="340"/>
                  </a:lnTo>
                  <a:lnTo>
                    <a:pt x="1" y="383"/>
                  </a:lnTo>
                  <a:lnTo>
                    <a:pt x="0" y="426"/>
                  </a:lnTo>
                  <a:lnTo>
                    <a:pt x="11" y="426"/>
                  </a:lnTo>
                  <a:lnTo>
                    <a:pt x="13" y="383"/>
                  </a:lnTo>
                  <a:lnTo>
                    <a:pt x="16" y="342"/>
                  </a:lnTo>
                  <a:lnTo>
                    <a:pt x="22" y="303"/>
                  </a:lnTo>
                  <a:lnTo>
                    <a:pt x="30" y="264"/>
                  </a:lnTo>
                  <a:lnTo>
                    <a:pt x="41" y="229"/>
                  </a:lnTo>
                  <a:lnTo>
                    <a:pt x="52" y="194"/>
                  </a:lnTo>
                  <a:lnTo>
                    <a:pt x="67" y="162"/>
                  </a:lnTo>
                  <a:lnTo>
                    <a:pt x="82" y="133"/>
                  </a:lnTo>
                  <a:lnTo>
                    <a:pt x="98" y="106"/>
                  </a:lnTo>
                  <a:lnTo>
                    <a:pt x="116" y="81"/>
                  </a:lnTo>
                  <a:lnTo>
                    <a:pt x="136" y="61"/>
                  </a:lnTo>
                  <a:lnTo>
                    <a:pt x="156" y="43"/>
                  </a:lnTo>
                  <a:lnTo>
                    <a:pt x="178" y="31"/>
                  </a:lnTo>
                  <a:lnTo>
                    <a:pt x="199" y="20"/>
                  </a:lnTo>
                  <a:lnTo>
                    <a:pt x="221"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4554" name="Freeform 56"/>
            <p:cNvSpPr>
              <a:spLocks/>
            </p:cNvSpPr>
            <p:nvPr/>
          </p:nvSpPr>
          <p:spPr bwMode="auto">
            <a:xfrm>
              <a:off x="1140" y="2087"/>
              <a:ext cx="49" cy="85"/>
            </a:xfrm>
            <a:custGeom>
              <a:avLst/>
              <a:gdLst>
                <a:gd name="T0" fmla="*/ 2 w 246"/>
                <a:gd name="T1" fmla="*/ 3 h 424"/>
                <a:gd name="T2" fmla="*/ 2 w 246"/>
                <a:gd name="T3" fmla="*/ 3 h 424"/>
                <a:gd name="T4" fmla="*/ 2 w 246"/>
                <a:gd name="T5" fmla="*/ 3 h 424"/>
                <a:gd name="T6" fmla="*/ 2 w 246"/>
                <a:gd name="T7" fmla="*/ 3 h 424"/>
                <a:gd name="T8" fmla="*/ 2 w 246"/>
                <a:gd name="T9" fmla="*/ 2 h 424"/>
                <a:gd name="T10" fmla="*/ 2 w 246"/>
                <a:gd name="T11" fmla="*/ 2 h 424"/>
                <a:gd name="T12" fmla="*/ 2 w 246"/>
                <a:gd name="T13" fmla="*/ 2 h 424"/>
                <a:gd name="T14" fmla="*/ 2 w 246"/>
                <a:gd name="T15" fmla="*/ 2 h 424"/>
                <a:gd name="T16" fmla="*/ 2 w 246"/>
                <a:gd name="T17" fmla="*/ 1 h 424"/>
                <a:gd name="T18" fmla="*/ 1 w 246"/>
                <a:gd name="T19" fmla="*/ 1 h 424"/>
                <a:gd name="T20" fmla="*/ 1 w 246"/>
                <a:gd name="T21" fmla="*/ 1 h 424"/>
                <a:gd name="T22" fmla="*/ 1 w 246"/>
                <a:gd name="T23" fmla="*/ 1 h 424"/>
                <a:gd name="T24" fmla="*/ 1 w 246"/>
                <a:gd name="T25" fmla="*/ 0 h 424"/>
                <a:gd name="T26" fmla="*/ 1 w 246"/>
                <a:gd name="T27" fmla="*/ 0 h 424"/>
                <a:gd name="T28" fmla="*/ 1 w 246"/>
                <a:gd name="T29" fmla="*/ 0 h 424"/>
                <a:gd name="T30" fmla="*/ 0 w 246"/>
                <a:gd name="T31" fmla="*/ 0 h 424"/>
                <a:gd name="T32" fmla="*/ 0 w 246"/>
                <a:gd name="T33" fmla="*/ 0 h 424"/>
                <a:gd name="T34" fmla="*/ 0 w 246"/>
                <a:gd name="T35" fmla="*/ 0 h 424"/>
                <a:gd name="T36" fmla="*/ 0 w 246"/>
                <a:gd name="T37" fmla="*/ 0 h 424"/>
                <a:gd name="T38" fmla="*/ 0 w 246"/>
                <a:gd name="T39" fmla="*/ 0 h 424"/>
                <a:gd name="T40" fmla="*/ 0 w 246"/>
                <a:gd name="T41" fmla="*/ 0 h 424"/>
                <a:gd name="T42" fmla="*/ 1 w 246"/>
                <a:gd name="T43" fmla="*/ 0 h 424"/>
                <a:gd name="T44" fmla="*/ 1 w 246"/>
                <a:gd name="T45" fmla="*/ 0 h 424"/>
                <a:gd name="T46" fmla="*/ 1 w 246"/>
                <a:gd name="T47" fmla="*/ 0 h 424"/>
                <a:gd name="T48" fmla="*/ 1 w 246"/>
                <a:gd name="T49" fmla="*/ 1 h 424"/>
                <a:gd name="T50" fmla="*/ 1 w 246"/>
                <a:gd name="T51" fmla="*/ 1 h 424"/>
                <a:gd name="T52" fmla="*/ 1 w 246"/>
                <a:gd name="T53" fmla="*/ 1 h 424"/>
                <a:gd name="T54" fmla="*/ 1 w 246"/>
                <a:gd name="T55" fmla="*/ 1 h 424"/>
                <a:gd name="T56" fmla="*/ 2 w 246"/>
                <a:gd name="T57" fmla="*/ 2 h 424"/>
                <a:gd name="T58" fmla="*/ 2 w 246"/>
                <a:gd name="T59" fmla="*/ 2 h 424"/>
                <a:gd name="T60" fmla="*/ 2 w 246"/>
                <a:gd name="T61" fmla="*/ 2 h 424"/>
                <a:gd name="T62" fmla="*/ 2 w 246"/>
                <a:gd name="T63" fmla="*/ 2 h 424"/>
                <a:gd name="T64" fmla="*/ 2 w 246"/>
                <a:gd name="T65" fmla="*/ 3 h 424"/>
                <a:gd name="T66" fmla="*/ 2 w 246"/>
                <a:gd name="T67" fmla="*/ 3 h 424"/>
                <a:gd name="T68" fmla="*/ 2 w 246"/>
                <a:gd name="T69" fmla="*/ 3 h 424"/>
                <a:gd name="T70" fmla="*/ 2 w 246"/>
                <a:gd name="T71" fmla="*/ 3 h 424"/>
                <a:gd name="T72" fmla="*/ 2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424"/>
                  </a:moveTo>
                  <a:lnTo>
                    <a:pt x="246" y="424"/>
                  </a:lnTo>
                  <a:lnTo>
                    <a:pt x="244" y="382"/>
                  </a:lnTo>
                  <a:lnTo>
                    <a:pt x="241" y="338"/>
                  </a:lnTo>
                  <a:lnTo>
                    <a:pt x="235" y="298"/>
                  </a:lnTo>
                  <a:lnTo>
                    <a:pt x="227" y="261"/>
                  </a:lnTo>
                  <a:lnTo>
                    <a:pt x="216" y="222"/>
                  </a:lnTo>
                  <a:lnTo>
                    <a:pt x="205" y="188"/>
                  </a:lnTo>
                  <a:lnTo>
                    <a:pt x="190" y="155"/>
                  </a:lnTo>
                  <a:lnTo>
                    <a:pt x="174" y="125"/>
                  </a:lnTo>
                  <a:lnTo>
                    <a:pt x="157" y="98"/>
                  </a:lnTo>
                  <a:lnTo>
                    <a:pt x="138" y="73"/>
                  </a:lnTo>
                  <a:lnTo>
                    <a:pt x="118" y="51"/>
                  </a:lnTo>
                  <a:lnTo>
                    <a:pt x="96" y="34"/>
                  </a:lnTo>
                  <a:lnTo>
                    <a:pt x="74" y="18"/>
                  </a:lnTo>
                  <a:lnTo>
                    <a:pt x="50" y="8"/>
                  </a:lnTo>
                  <a:lnTo>
                    <a:pt x="25" y="2"/>
                  </a:lnTo>
                  <a:lnTo>
                    <a:pt x="0" y="0"/>
                  </a:lnTo>
                  <a:lnTo>
                    <a:pt x="0" y="11"/>
                  </a:lnTo>
                  <a:lnTo>
                    <a:pt x="23" y="14"/>
                  </a:lnTo>
                  <a:lnTo>
                    <a:pt x="45" y="19"/>
                  </a:lnTo>
                  <a:lnTo>
                    <a:pt x="67" y="30"/>
                  </a:lnTo>
                  <a:lnTo>
                    <a:pt x="89" y="43"/>
                  </a:lnTo>
                  <a:lnTo>
                    <a:pt x="108" y="60"/>
                  </a:lnTo>
                  <a:lnTo>
                    <a:pt x="128" y="80"/>
                  </a:lnTo>
                  <a:lnTo>
                    <a:pt x="147" y="105"/>
                  </a:lnTo>
                  <a:lnTo>
                    <a:pt x="165" y="132"/>
                  </a:lnTo>
                  <a:lnTo>
                    <a:pt x="179" y="160"/>
                  </a:lnTo>
                  <a:lnTo>
                    <a:pt x="193" y="193"/>
                  </a:lnTo>
                  <a:lnTo>
                    <a:pt x="205" y="227"/>
                  </a:lnTo>
                  <a:lnTo>
                    <a:pt x="215" y="263"/>
                  </a:lnTo>
                  <a:lnTo>
                    <a:pt x="223" y="301"/>
                  </a:lnTo>
                  <a:lnTo>
                    <a:pt x="229" y="341"/>
                  </a:lnTo>
                  <a:lnTo>
                    <a:pt x="233" y="382"/>
                  </a:lnTo>
                  <a:lnTo>
                    <a:pt x="234" y="424"/>
                  </a:lnTo>
                  <a:lnTo>
                    <a:pt x="246"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4555" name="Freeform 57"/>
            <p:cNvSpPr>
              <a:spLocks/>
            </p:cNvSpPr>
            <p:nvPr/>
          </p:nvSpPr>
          <p:spPr bwMode="auto">
            <a:xfrm>
              <a:off x="1140" y="2172"/>
              <a:ext cx="49" cy="85"/>
            </a:xfrm>
            <a:custGeom>
              <a:avLst/>
              <a:gdLst>
                <a:gd name="T0" fmla="*/ 0 w 246"/>
                <a:gd name="T1" fmla="*/ 3 h 426"/>
                <a:gd name="T2" fmla="*/ 0 w 246"/>
                <a:gd name="T3" fmla="*/ 3 h 426"/>
                <a:gd name="T4" fmla="*/ 0 w 246"/>
                <a:gd name="T5" fmla="*/ 3 h 426"/>
                <a:gd name="T6" fmla="*/ 0 w 246"/>
                <a:gd name="T7" fmla="*/ 3 h 426"/>
                <a:gd name="T8" fmla="*/ 1 w 246"/>
                <a:gd name="T9" fmla="*/ 3 h 426"/>
                <a:gd name="T10" fmla="*/ 1 w 246"/>
                <a:gd name="T11" fmla="*/ 3 h 426"/>
                <a:gd name="T12" fmla="*/ 1 w 246"/>
                <a:gd name="T13" fmla="*/ 3 h 426"/>
                <a:gd name="T14" fmla="*/ 1 w 246"/>
                <a:gd name="T15" fmla="*/ 3 h 426"/>
                <a:gd name="T16" fmla="*/ 1 w 246"/>
                <a:gd name="T17" fmla="*/ 3 h 426"/>
                <a:gd name="T18" fmla="*/ 1 w 246"/>
                <a:gd name="T19" fmla="*/ 2 h 426"/>
                <a:gd name="T20" fmla="*/ 2 w 246"/>
                <a:gd name="T21" fmla="*/ 2 h 426"/>
                <a:gd name="T22" fmla="*/ 2 w 246"/>
                <a:gd name="T23" fmla="*/ 2 h 426"/>
                <a:gd name="T24" fmla="*/ 2 w 246"/>
                <a:gd name="T25" fmla="*/ 2 h 426"/>
                <a:gd name="T26" fmla="*/ 2 w 246"/>
                <a:gd name="T27" fmla="*/ 1 h 426"/>
                <a:gd name="T28" fmla="*/ 2 w 246"/>
                <a:gd name="T29" fmla="*/ 1 h 426"/>
                <a:gd name="T30" fmla="*/ 2 w 246"/>
                <a:gd name="T31" fmla="*/ 1 h 426"/>
                <a:gd name="T32" fmla="*/ 2 w 246"/>
                <a:gd name="T33" fmla="*/ 0 h 426"/>
                <a:gd name="T34" fmla="*/ 2 w 246"/>
                <a:gd name="T35" fmla="*/ 0 h 426"/>
                <a:gd name="T36" fmla="*/ 2 w 246"/>
                <a:gd name="T37" fmla="*/ 0 h 426"/>
                <a:gd name="T38" fmla="*/ 2 w 246"/>
                <a:gd name="T39" fmla="*/ 0 h 426"/>
                <a:gd name="T40" fmla="*/ 2 w 246"/>
                <a:gd name="T41" fmla="*/ 1 h 426"/>
                <a:gd name="T42" fmla="*/ 2 w 246"/>
                <a:gd name="T43" fmla="*/ 1 h 426"/>
                <a:gd name="T44" fmla="*/ 2 w 246"/>
                <a:gd name="T45" fmla="*/ 1 h 426"/>
                <a:gd name="T46" fmla="*/ 2 w 246"/>
                <a:gd name="T47" fmla="*/ 2 h 426"/>
                <a:gd name="T48" fmla="*/ 2 w 246"/>
                <a:gd name="T49" fmla="*/ 2 h 426"/>
                <a:gd name="T50" fmla="*/ 1 w 246"/>
                <a:gd name="T51" fmla="*/ 2 h 426"/>
                <a:gd name="T52" fmla="*/ 1 w 246"/>
                <a:gd name="T53" fmla="*/ 2 h 426"/>
                <a:gd name="T54" fmla="*/ 1 w 246"/>
                <a:gd name="T55" fmla="*/ 3 h 426"/>
                <a:gd name="T56" fmla="*/ 1 w 246"/>
                <a:gd name="T57" fmla="*/ 3 h 426"/>
                <a:gd name="T58" fmla="*/ 1 w 246"/>
                <a:gd name="T59" fmla="*/ 3 h 426"/>
                <a:gd name="T60" fmla="*/ 1 w 246"/>
                <a:gd name="T61" fmla="*/ 3 h 426"/>
                <a:gd name="T62" fmla="*/ 1 w 246"/>
                <a:gd name="T63" fmla="*/ 3 h 426"/>
                <a:gd name="T64" fmla="*/ 0 w 246"/>
                <a:gd name="T65" fmla="*/ 3 h 426"/>
                <a:gd name="T66" fmla="*/ 0 w 246"/>
                <a:gd name="T67" fmla="*/ 3 h 426"/>
                <a:gd name="T68" fmla="*/ 0 w 246"/>
                <a:gd name="T69" fmla="*/ 3 h 426"/>
                <a:gd name="T70" fmla="*/ 0 w 246"/>
                <a:gd name="T71" fmla="*/ 3 h 426"/>
                <a:gd name="T72" fmla="*/ 0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426"/>
                  </a:moveTo>
                  <a:lnTo>
                    <a:pt x="0" y="426"/>
                  </a:lnTo>
                  <a:lnTo>
                    <a:pt x="25" y="423"/>
                  </a:lnTo>
                  <a:lnTo>
                    <a:pt x="50" y="417"/>
                  </a:lnTo>
                  <a:lnTo>
                    <a:pt x="74" y="407"/>
                  </a:lnTo>
                  <a:lnTo>
                    <a:pt x="96" y="392"/>
                  </a:lnTo>
                  <a:lnTo>
                    <a:pt x="118" y="373"/>
                  </a:lnTo>
                  <a:lnTo>
                    <a:pt x="138" y="350"/>
                  </a:lnTo>
                  <a:lnTo>
                    <a:pt x="157" y="327"/>
                  </a:lnTo>
                  <a:lnTo>
                    <a:pt x="175" y="299"/>
                  </a:lnTo>
                  <a:lnTo>
                    <a:pt x="190" y="268"/>
                  </a:lnTo>
                  <a:lnTo>
                    <a:pt x="205" y="236"/>
                  </a:lnTo>
                  <a:lnTo>
                    <a:pt x="216" y="202"/>
                  </a:lnTo>
                  <a:lnTo>
                    <a:pt x="227" y="164"/>
                  </a:lnTo>
                  <a:lnTo>
                    <a:pt x="235" y="125"/>
                  </a:lnTo>
                  <a:lnTo>
                    <a:pt x="241" y="86"/>
                  </a:lnTo>
                  <a:lnTo>
                    <a:pt x="244" y="42"/>
                  </a:lnTo>
                  <a:lnTo>
                    <a:pt x="246" y="0"/>
                  </a:lnTo>
                  <a:lnTo>
                    <a:pt x="234" y="0"/>
                  </a:lnTo>
                  <a:lnTo>
                    <a:pt x="233" y="42"/>
                  </a:lnTo>
                  <a:lnTo>
                    <a:pt x="229" y="83"/>
                  </a:lnTo>
                  <a:lnTo>
                    <a:pt x="223" y="123"/>
                  </a:lnTo>
                  <a:lnTo>
                    <a:pt x="215" y="162"/>
                  </a:lnTo>
                  <a:lnTo>
                    <a:pt x="205" y="197"/>
                  </a:lnTo>
                  <a:lnTo>
                    <a:pt x="193" y="231"/>
                  </a:lnTo>
                  <a:lnTo>
                    <a:pt x="179" y="264"/>
                  </a:lnTo>
                  <a:lnTo>
                    <a:pt x="164" y="292"/>
                  </a:lnTo>
                  <a:lnTo>
                    <a:pt x="147" y="320"/>
                  </a:lnTo>
                  <a:lnTo>
                    <a:pt x="128" y="343"/>
                  </a:lnTo>
                  <a:lnTo>
                    <a:pt x="108" y="363"/>
                  </a:lnTo>
                  <a:lnTo>
                    <a:pt x="89" y="382"/>
                  </a:lnTo>
                  <a:lnTo>
                    <a:pt x="67" y="395"/>
                  </a:lnTo>
                  <a:lnTo>
                    <a:pt x="45" y="406"/>
                  </a:lnTo>
                  <a:lnTo>
                    <a:pt x="23" y="411"/>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4556" name="Freeform 58"/>
            <p:cNvSpPr>
              <a:spLocks/>
            </p:cNvSpPr>
            <p:nvPr/>
          </p:nvSpPr>
          <p:spPr bwMode="auto">
            <a:xfrm>
              <a:off x="1091" y="2172"/>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4" y="86"/>
                  </a:lnTo>
                  <a:lnTo>
                    <a:pt x="10" y="125"/>
                  </a:lnTo>
                  <a:lnTo>
                    <a:pt x="18" y="164"/>
                  </a:lnTo>
                  <a:lnTo>
                    <a:pt x="29" y="202"/>
                  </a:lnTo>
                  <a:lnTo>
                    <a:pt x="41" y="236"/>
                  </a:lnTo>
                  <a:lnTo>
                    <a:pt x="55" y="268"/>
                  </a:lnTo>
                  <a:lnTo>
                    <a:pt x="70" y="299"/>
                  </a:lnTo>
                  <a:lnTo>
                    <a:pt x="89" y="327"/>
                  </a:lnTo>
                  <a:lnTo>
                    <a:pt x="106" y="350"/>
                  </a:lnTo>
                  <a:lnTo>
                    <a:pt x="126" y="373"/>
                  </a:lnTo>
                  <a:lnTo>
                    <a:pt x="148" y="392"/>
                  </a:lnTo>
                  <a:lnTo>
                    <a:pt x="171" y="407"/>
                  </a:lnTo>
                  <a:lnTo>
                    <a:pt x="194" y="417"/>
                  </a:lnTo>
                  <a:lnTo>
                    <a:pt x="219" y="423"/>
                  </a:lnTo>
                  <a:lnTo>
                    <a:pt x="245" y="426"/>
                  </a:lnTo>
                  <a:lnTo>
                    <a:pt x="245" y="414"/>
                  </a:lnTo>
                  <a:lnTo>
                    <a:pt x="221" y="411"/>
                  </a:lnTo>
                  <a:lnTo>
                    <a:pt x="199" y="406"/>
                  </a:lnTo>
                  <a:lnTo>
                    <a:pt x="178" y="395"/>
                  </a:lnTo>
                  <a:lnTo>
                    <a:pt x="155" y="382"/>
                  </a:lnTo>
                  <a:lnTo>
                    <a:pt x="136" y="363"/>
                  </a:lnTo>
                  <a:lnTo>
                    <a:pt x="116" y="343"/>
                  </a:lnTo>
                  <a:lnTo>
                    <a:pt x="98" y="320"/>
                  </a:lnTo>
                  <a:lnTo>
                    <a:pt x="82" y="292"/>
                  </a:lnTo>
                  <a:lnTo>
                    <a:pt x="66" y="264"/>
                  </a:lnTo>
                  <a:lnTo>
                    <a:pt x="52" y="231"/>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4557" name="Freeform 59"/>
            <p:cNvSpPr>
              <a:spLocks/>
            </p:cNvSpPr>
            <p:nvPr/>
          </p:nvSpPr>
          <p:spPr bwMode="auto">
            <a:xfrm>
              <a:off x="1091" y="2087"/>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4" y="8"/>
                  </a:lnTo>
                  <a:lnTo>
                    <a:pt x="171" y="18"/>
                  </a:lnTo>
                  <a:lnTo>
                    <a:pt x="148" y="34"/>
                  </a:lnTo>
                  <a:lnTo>
                    <a:pt x="126" y="51"/>
                  </a:lnTo>
                  <a:lnTo>
                    <a:pt x="106" y="73"/>
                  </a:lnTo>
                  <a:lnTo>
                    <a:pt x="89" y="98"/>
                  </a:lnTo>
                  <a:lnTo>
                    <a:pt x="71" y="125"/>
                  </a:lnTo>
                  <a:lnTo>
                    <a:pt x="55" y="155"/>
                  </a:lnTo>
                  <a:lnTo>
                    <a:pt x="41" y="188"/>
                  </a:lnTo>
                  <a:lnTo>
                    <a:pt x="29" y="222"/>
                  </a:lnTo>
                  <a:lnTo>
                    <a:pt x="18" y="261"/>
                  </a:lnTo>
                  <a:lnTo>
                    <a:pt x="10" y="298"/>
                  </a:lnTo>
                  <a:lnTo>
                    <a:pt x="4" y="338"/>
                  </a:lnTo>
                  <a:lnTo>
                    <a:pt x="1" y="382"/>
                  </a:lnTo>
                  <a:lnTo>
                    <a:pt x="0" y="424"/>
                  </a:lnTo>
                  <a:lnTo>
                    <a:pt x="11" y="424"/>
                  </a:lnTo>
                  <a:lnTo>
                    <a:pt x="13" y="382"/>
                  </a:lnTo>
                  <a:lnTo>
                    <a:pt x="16" y="341"/>
                  </a:lnTo>
                  <a:lnTo>
                    <a:pt x="22" y="301"/>
                  </a:lnTo>
                  <a:lnTo>
                    <a:pt x="30" y="263"/>
                  </a:lnTo>
                  <a:lnTo>
                    <a:pt x="41" y="227"/>
                  </a:lnTo>
                  <a:lnTo>
                    <a:pt x="52" y="193"/>
                  </a:lnTo>
                  <a:lnTo>
                    <a:pt x="66" y="160"/>
                  </a:lnTo>
                  <a:lnTo>
                    <a:pt x="80" y="132"/>
                  </a:lnTo>
                  <a:lnTo>
                    <a:pt x="98" y="105"/>
                  </a:lnTo>
                  <a:lnTo>
                    <a:pt x="116" y="80"/>
                  </a:lnTo>
                  <a:lnTo>
                    <a:pt x="136" y="60"/>
                  </a:lnTo>
                  <a:lnTo>
                    <a:pt x="155" y="43"/>
                  </a:lnTo>
                  <a:lnTo>
                    <a:pt x="178" y="30"/>
                  </a:lnTo>
                  <a:lnTo>
                    <a:pt x="199" y="19"/>
                  </a:lnTo>
                  <a:lnTo>
                    <a:pt x="221" y="14"/>
                  </a:lnTo>
                  <a:lnTo>
                    <a:pt x="245" y="11"/>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4558" name="Freeform 60"/>
            <p:cNvSpPr>
              <a:spLocks/>
            </p:cNvSpPr>
            <p:nvPr/>
          </p:nvSpPr>
          <p:spPr bwMode="auto">
            <a:xfrm>
              <a:off x="1392" y="2118"/>
              <a:ext cx="49" cy="85"/>
            </a:xfrm>
            <a:custGeom>
              <a:avLst/>
              <a:gdLst>
                <a:gd name="T0" fmla="*/ 2 w 246"/>
                <a:gd name="T1" fmla="*/ 3 h 426"/>
                <a:gd name="T2" fmla="*/ 2 w 246"/>
                <a:gd name="T3" fmla="*/ 3 h 426"/>
                <a:gd name="T4" fmla="*/ 2 w 246"/>
                <a:gd name="T5" fmla="*/ 3 h 426"/>
                <a:gd name="T6" fmla="*/ 2 w 246"/>
                <a:gd name="T7" fmla="*/ 3 h 426"/>
                <a:gd name="T8" fmla="*/ 2 w 246"/>
                <a:gd name="T9" fmla="*/ 2 h 426"/>
                <a:gd name="T10" fmla="*/ 2 w 246"/>
                <a:gd name="T11" fmla="*/ 2 h 426"/>
                <a:gd name="T12" fmla="*/ 2 w 246"/>
                <a:gd name="T13" fmla="*/ 2 h 426"/>
                <a:gd name="T14" fmla="*/ 2 w 246"/>
                <a:gd name="T15" fmla="*/ 2 h 426"/>
                <a:gd name="T16" fmla="*/ 2 w 246"/>
                <a:gd name="T17" fmla="*/ 1 h 426"/>
                <a:gd name="T18" fmla="*/ 1 w 246"/>
                <a:gd name="T19" fmla="*/ 1 h 426"/>
                <a:gd name="T20" fmla="*/ 1 w 246"/>
                <a:gd name="T21" fmla="*/ 1 h 426"/>
                <a:gd name="T22" fmla="*/ 1 w 246"/>
                <a:gd name="T23" fmla="*/ 1 h 426"/>
                <a:gd name="T24" fmla="*/ 1 w 246"/>
                <a:gd name="T25" fmla="*/ 0 h 426"/>
                <a:gd name="T26" fmla="*/ 1 w 246"/>
                <a:gd name="T27" fmla="*/ 0 h 426"/>
                <a:gd name="T28" fmla="*/ 1 w 246"/>
                <a:gd name="T29" fmla="*/ 0 h 426"/>
                <a:gd name="T30" fmla="*/ 0 w 246"/>
                <a:gd name="T31" fmla="*/ 0 h 426"/>
                <a:gd name="T32" fmla="*/ 0 w 246"/>
                <a:gd name="T33" fmla="*/ 0 h 426"/>
                <a:gd name="T34" fmla="*/ 0 w 246"/>
                <a:gd name="T35" fmla="*/ 0 h 426"/>
                <a:gd name="T36" fmla="*/ 0 w 246"/>
                <a:gd name="T37" fmla="*/ 0 h 426"/>
                <a:gd name="T38" fmla="*/ 0 w 246"/>
                <a:gd name="T39" fmla="*/ 0 h 426"/>
                <a:gd name="T40" fmla="*/ 0 w 246"/>
                <a:gd name="T41" fmla="*/ 0 h 426"/>
                <a:gd name="T42" fmla="*/ 1 w 246"/>
                <a:gd name="T43" fmla="*/ 0 h 426"/>
                <a:gd name="T44" fmla="*/ 1 w 246"/>
                <a:gd name="T45" fmla="*/ 0 h 426"/>
                <a:gd name="T46" fmla="*/ 1 w 246"/>
                <a:gd name="T47" fmla="*/ 1 h 426"/>
                <a:gd name="T48" fmla="*/ 1 w 246"/>
                <a:gd name="T49" fmla="*/ 1 h 426"/>
                <a:gd name="T50" fmla="*/ 1 w 246"/>
                <a:gd name="T51" fmla="*/ 1 h 426"/>
                <a:gd name="T52" fmla="*/ 1 w 246"/>
                <a:gd name="T53" fmla="*/ 1 h 426"/>
                <a:gd name="T54" fmla="*/ 1 w 246"/>
                <a:gd name="T55" fmla="*/ 1 h 426"/>
                <a:gd name="T56" fmla="*/ 2 w 246"/>
                <a:gd name="T57" fmla="*/ 2 h 426"/>
                <a:gd name="T58" fmla="*/ 2 w 246"/>
                <a:gd name="T59" fmla="*/ 2 h 426"/>
                <a:gd name="T60" fmla="*/ 2 w 246"/>
                <a:gd name="T61" fmla="*/ 2 h 426"/>
                <a:gd name="T62" fmla="*/ 2 w 246"/>
                <a:gd name="T63" fmla="*/ 2 h 426"/>
                <a:gd name="T64" fmla="*/ 2 w 246"/>
                <a:gd name="T65" fmla="*/ 3 h 426"/>
                <a:gd name="T66" fmla="*/ 2 w 246"/>
                <a:gd name="T67" fmla="*/ 3 h 426"/>
                <a:gd name="T68" fmla="*/ 2 w 246"/>
                <a:gd name="T69" fmla="*/ 3 h 426"/>
                <a:gd name="T70" fmla="*/ 2 w 246"/>
                <a:gd name="T71" fmla="*/ 3 h 426"/>
                <a:gd name="T72" fmla="*/ 2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246" y="426"/>
                  </a:moveTo>
                  <a:lnTo>
                    <a:pt x="246" y="426"/>
                  </a:lnTo>
                  <a:lnTo>
                    <a:pt x="245" y="384"/>
                  </a:lnTo>
                  <a:lnTo>
                    <a:pt x="242" y="340"/>
                  </a:lnTo>
                  <a:lnTo>
                    <a:pt x="236" y="301"/>
                  </a:lnTo>
                  <a:lnTo>
                    <a:pt x="228" y="262"/>
                  </a:lnTo>
                  <a:lnTo>
                    <a:pt x="217" y="224"/>
                  </a:lnTo>
                  <a:lnTo>
                    <a:pt x="205" y="190"/>
                  </a:lnTo>
                  <a:lnTo>
                    <a:pt x="191" y="158"/>
                  </a:lnTo>
                  <a:lnTo>
                    <a:pt x="176" y="126"/>
                  </a:lnTo>
                  <a:lnTo>
                    <a:pt x="157" y="99"/>
                  </a:lnTo>
                  <a:lnTo>
                    <a:pt x="139" y="75"/>
                  </a:lnTo>
                  <a:lnTo>
                    <a:pt x="119" y="53"/>
                  </a:lnTo>
                  <a:lnTo>
                    <a:pt x="96" y="34"/>
                  </a:lnTo>
                  <a:lnTo>
                    <a:pt x="75" y="19"/>
                  </a:lnTo>
                  <a:lnTo>
                    <a:pt x="51" y="9"/>
                  </a:lnTo>
                  <a:lnTo>
                    <a:pt x="26" y="3"/>
                  </a:lnTo>
                  <a:lnTo>
                    <a:pt x="0" y="0"/>
                  </a:lnTo>
                  <a:lnTo>
                    <a:pt x="0" y="12"/>
                  </a:lnTo>
                  <a:lnTo>
                    <a:pt x="24" y="15"/>
                  </a:lnTo>
                  <a:lnTo>
                    <a:pt x="46" y="20"/>
                  </a:lnTo>
                  <a:lnTo>
                    <a:pt x="68" y="31"/>
                  </a:lnTo>
                  <a:lnTo>
                    <a:pt x="89" y="44"/>
                  </a:lnTo>
                  <a:lnTo>
                    <a:pt x="109" y="63"/>
                  </a:lnTo>
                  <a:lnTo>
                    <a:pt x="129" y="83"/>
                  </a:lnTo>
                  <a:lnTo>
                    <a:pt x="148" y="106"/>
                  </a:lnTo>
                  <a:lnTo>
                    <a:pt x="164" y="133"/>
                  </a:lnTo>
                  <a:lnTo>
                    <a:pt x="180" y="162"/>
                  </a:lnTo>
                  <a:lnTo>
                    <a:pt x="194" y="195"/>
                  </a:lnTo>
                  <a:lnTo>
                    <a:pt x="205" y="229"/>
                  </a:lnTo>
                  <a:lnTo>
                    <a:pt x="216" y="264"/>
                  </a:lnTo>
                  <a:lnTo>
                    <a:pt x="224" y="303"/>
                  </a:lnTo>
                  <a:lnTo>
                    <a:pt x="230" y="343"/>
                  </a:lnTo>
                  <a:lnTo>
                    <a:pt x="233" y="384"/>
                  </a:lnTo>
                  <a:lnTo>
                    <a:pt x="235" y="426"/>
                  </a:lnTo>
                  <a:lnTo>
                    <a:pt x="246"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4559" name="Freeform 61"/>
            <p:cNvSpPr>
              <a:spLocks/>
            </p:cNvSpPr>
            <p:nvPr/>
          </p:nvSpPr>
          <p:spPr bwMode="auto">
            <a:xfrm>
              <a:off x="1392" y="2203"/>
              <a:ext cx="49" cy="85"/>
            </a:xfrm>
            <a:custGeom>
              <a:avLst/>
              <a:gdLst>
                <a:gd name="T0" fmla="*/ 0 w 246"/>
                <a:gd name="T1" fmla="*/ 3 h 424"/>
                <a:gd name="T2" fmla="*/ 0 w 246"/>
                <a:gd name="T3" fmla="*/ 3 h 424"/>
                <a:gd name="T4" fmla="*/ 0 w 246"/>
                <a:gd name="T5" fmla="*/ 3 h 424"/>
                <a:gd name="T6" fmla="*/ 0 w 246"/>
                <a:gd name="T7" fmla="*/ 3 h 424"/>
                <a:gd name="T8" fmla="*/ 1 w 246"/>
                <a:gd name="T9" fmla="*/ 3 h 424"/>
                <a:gd name="T10" fmla="*/ 1 w 246"/>
                <a:gd name="T11" fmla="*/ 3 h 424"/>
                <a:gd name="T12" fmla="*/ 1 w 246"/>
                <a:gd name="T13" fmla="*/ 3 h 424"/>
                <a:gd name="T14" fmla="*/ 1 w 246"/>
                <a:gd name="T15" fmla="*/ 3 h 424"/>
                <a:gd name="T16" fmla="*/ 1 w 246"/>
                <a:gd name="T17" fmla="*/ 3 h 424"/>
                <a:gd name="T18" fmla="*/ 1 w 246"/>
                <a:gd name="T19" fmla="*/ 2 h 424"/>
                <a:gd name="T20" fmla="*/ 2 w 246"/>
                <a:gd name="T21" fmla="*/ 2 h 424"/>
                <a:gd name="T22" fmla="*/ 2 w 246"/>
                <a:gd name="T23" fmla="*/ 2 h 424"/>
                <a:gd name="T24" fmla="*/ 2 w 246"/>
                <a:gd name="T25" fmla="*/ 2 h 424"/>
                <a:gd name="T26" fmla="*/ 2 w 246"/>
                <a:gd name="T27" fmla="*/ 1 h 424"/>
                <a:gd name="T28" fmla="*/ 2 w 246"/>
                <a:gd name="T29" fmla="*/ 1 h 424"/>
                <a:gd name="T30" fmla="*/ 2 w 246"/>
                <a:gd name="T31" fmla="*/ 1 h 424"/>
                <a:gd name="T32" fmla="*/ 2 w 246"/>
                <a:gd name="T33" fmla="*/ 0 h 424"/>
                <a:gd name="T34" fmla="*/ 2 w 246"/>
                <a:gd name="T35" fmla="*/ 0 h 424"/>
                <a:gd name="T36" fmla="*/ 2 w 246"/>
                <a:gd name="T37" fmla="*/ 0 h 424"/>
                <a:gd name="T38" fmla="*/ 2 w 246"/>
                <a:gd name="T39" fmla="*/ 0 h 424"/>
                <a:gd name="T40" fmla="*/ 2 w 246"/>
                <a:gd name="T41" fmla="*/ 1 h 424"/>
                <a:gd name="T42" fmla="*/ 2 w 246"/>
                <a:gd name="T43" fmla="*/ 1 h 424"/>
                <a:gd name="T44" fmla="*/ 2 w 246"/>
                <a:gd name="T45" fmla="*/ 1 h 424"/>
                <a:gd name="T46" fmla="*/ 2 w 246"/>
                <a:gd name="T47" fmla="*/ 2 h 424"/>
                <a:gd name="T48" fmla="*/ 2 w 246"/>
                <a:gd name="T49" fmla="*/ 2 h 424"/>
                <a:gd name="T50" fmla="*/ 1 w 246"/>
                <a:gd name="T51" fmla="*/ 2 h 424"/>
                <a:gd name="T52" fmla="*/ 1 w 246"/>
                <a:gd name="T53" fmla="*/ 2 h 424"/>
                <a:gd name="T54" fmla="*/ 1 w 246"/>
                <a:gd name="T55" fmla="*/ 3 h 424"/>
                <a:gd name="T56" fmla="*/ 1 w 246"/>
                <a:gd name="T57" fmla="*/ 3 h 424"/>
                <a:gd name="T58" fmla="*/ 1 w 246"/>
                <a:gd name="T59" fmla="*/ 3 h 424"/>
                <a:gd name="T60" fmla="*/ 1 w 246"/>
                <a:gd name="T61" fmla="*/ 3 h 424"/>
                <a:gd name="T62" fmla="*/ 1 w 246"/>
                <a:gd name="T63" fmla="*/ 3 h 424"/>
                <a:gd name="T64" fmla="*/ 0 w 246"/>
                <a:gd name="T65" fmla="*/ 3 h 424"/>
                <a:gd name="T66" fmla="*/ 0 w 246"/>
                <a:gd name="T67" fmla="*/ 3 h 424"/>
                <a:gd name="T68" fmla="*/ 0 w 246"/>
                <a:gd name="T69" fmla="*/ 3 h 424"/>
                <a:gd name="T70" fmla="*/ 0 w 246"/>
                <a:gd name="T71" fmla="*/ 3 h 424"/>
                <a:gd name="T72" fmla="*/ 0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0" y="424"/>
                  </a:moveTo>
                  <a:lnTo>
                    <a:pt x="0" y="424"/>
                  </a:lnTo>
                  <a:lnTo>
                    <a:pt x="26" y="422"/>
                  </a:lnTo>
                  <a:lnTo>
                    <a:pt x="51" y="416"/>
                  </a:lnTo>
                  <a:lnTo>
                    <a:pt x="75" y="406"/>
                  </a:lnTo>
                  <a:lnTo>
                    <a:pt x="96" y="390"/>
                  </a:lnTo>
                  <a:lnTo>
                    <a:pt x="119" y="373"/>
                  </a:lnTo>
                  <a:lnTo>
                    <a:pt x="139" y="351"/>
                  </a:lnTo>
                  <a:lnTo>
                    <a:pt x="157" y="326"/>
                  </a:lnTo>
                  <a:lnTo>
                    <a:pt x="175" y="299"/>
                  </a:lnTo>
                  <a:lnTo>
                    <a:pt x="191" y="269"/>
                  </a:lnTo>
                  <a:lnTo>
                    <a:pt x="205" y="236"/>
                  </a:lnTo>
                  <a:lnTo>
                    <a:pt x="217" y="202"/>
                  </a:lnTo>
                  <a:lnTo>
                    <a:pt x="228" y="163"/>
                  </a:lnTo>
                  <a:lnTo>
                    <a:pt x="236" y="125"/>
                  </a:lnTo>
                  <a:lnTo>
                    <a:pt x="242" y="86"/>
                  </a:lnTo>
                  <a:lnTo>
                    <a:pt x="245" y="42"/>
                  </a:lnTo>
                  <a:lnTo>
                    <a:pt x="246" y="0"/>
                  </a:lnTo>
                  <a:lnTo>
                    <a:pt x="235" y="0"/>
                  </a:lnTo>
                  <a:lnTo>
                    <a:pt x="233" y="42"/>
                  </a:lnTo>
                  <a:lnTo>
                    <a:pt x="230" y="83"/>
                  </a:lnTo>
                  <a:lnTo>
                    <a:pt x="224" y="123"/>
                  </a:lnTo>
                  <a:lnTo>
                    <a:pt x="216" y="161"/>
                  </a:lnTo>
                  <a:lnTo>
                    <a:pt x="205" y="197"/>
                  </a:lnTo>
                  <a:lnTo>
                    <a:pt x="194" y="231"/>
                  </a:lnTo>
                  <a:lnTo>
                    <a:pt x="180" y="264"/>
                  </a:lnTo>
                  <a:lnTo>
                    <a:pt x="166" y="292"/>
                  </a:lnTo>
                  <a:lnTo>
                    <a:pt x="148" y="319"/>
                  </a:lnTo>
                  <a:lnTo>
                    <a:pt x="129" y="344"/>
                  </a:lnTo>
                  <a:lnTo>
                    <a:pt x="109" y="364"/>
                  </a:lnTo>
                  <a:lnTo>
                    <a:pt x="89" y="381"/>
                  </a:lnTo>
                  <a:lnTo>
                    <a:pt x="68" y="394"/>
                  </a:lnTo>
                  <a:lnTo>
                    <a:pt x="46" y="405"/>
                  </a:lnTo>
                  <a:lnTo>
                    <a:pt x="24" y="410"/>
                  </a:lnTo>
                  <a:lnTo>
                    <a:pt x="0" y="413"/>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4560" name="Freeform 62"/>
            <p:cNvSpPr>
              <a:spLocks/>
            </p:cNvSpPr>
            <p:nvPr/>
          </p:nvSpPr>
          <p:spPr bwMode="auto">
            <a:xfrm>
              <a:off x="1343" y="2203"/>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2" y="42"/>
                  </a:lnTo>
                  <a:lnTo>
                    <a:pt x="5" y="86"/>
                  </a:lnTo>
                  <a:lnTo>
                    <a:pt x="11" y="125"/>
                  </a:lnTo>
                  <a:lnTo>
                    <a:pt x="19" y="163"/>
                  </a:lnTo>
                  <a:lnTo>
                    <a:pt x="30" y="202"/>
                  </a:lnTo>
                  <a:lnTo>
                    <a:pt x="41" y="236"/>
                  </a:lnTo>
                  <a:lnTo>
                    <a:pt x="56" y="269"/>
                  </a:lnTo>
                  <a:lnTo>
                    <a:pt x="72" y="299"/>
                  </a:lnTo>
                  <a:lnTo>
                    <a:pt x="90" y="326"/>
                  </a:lnTo>
                  <a:lnTo>
                    <a:pt x="108" y="351"/>
                  </a:lnTo>
                  <a:lnTo>
                    <a:pt x="127" y="373"/>
                  </a:lnTo>
                  <a:lnTo>
                    <a:pt x="149" y="390"/>
                  </a:lnTo>
                  <a:lnTo>
                    <a:pt x="172" y="406"/>
                  </a:lnTo>
                  <a:lnTo>
                    <a:pt x="195" y="416"/>
                  </a:lnTo>
                  <a:lnTo>
                    <a:pt x="220" y="422"/>
                  </a:lnTo>
                  <a:lnTo>
                    <a:pt x="245" y="424"/>
                  </a:lnTo>
                  <a:lnTo>
                    <a:pt x="245" y="413"/>
                  </a:lnTo>
                  <a:lnTo>
                    <a:pt x="222" y="410"/>
                  </a:lnTo>
                  <a:lnTo>
                    <a:pt x="200" y="405"/>
                  </a:lnTo>
                  <a:lnTo>
                    <a:pt x="179" y="394"/>
                  </a:lnTo>
                  <a:lnTo>
                    <a:pt x="156" y="381"/>
                  </a:lnTo>
                  <a:lnTo>
                    <a:pt x="136" y="364"/>
                  </a:lnTo>
                  <a:lnTo>
                    <a:pt x="118" y="344"/>
                  </a:lnTo>
                  <a:lnTo>
                    <a:pt x="99" y="319"/>
                  </a:lnTo>
                  <a:lnTo>
                    <a:pt x="81" y="292"/>
                  </a:lnTo>
                  <a:lnTo>
                    <a:pt x="67" y="264"/>
                  </a:lnTo>
                  <a:lnTo>
                    <a:pt x="53" y="231"/>
                  </a:lnTo>
                  <a:lnTo>
                    <a:pt x="41" y="197"/>
                  </a:lnTo>
                  <a:lnTo>
                    <a:pt x="31" y="161"/>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4561" name="Freeform 63"/>
            <p:cNvSpPr>
              <a:spLocks/>
            </p:cNvSpPr>
            <p:nvPr/>
          </p:nvSpPr>
          <p:spPr bwMode="auto">
            <a:xfrm>
              <a:off x="1343" y="2118"/>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1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20" y="3"/>
                  </a:lnTo>
                  <a:lnTo>
                    <a:pt x="195" y="9"/>
                  </a:lnTo>
                  <a:lnTo>
                    <a:pt x="172" y="19"/>
                  </a:lnTo>
                  <a:lnTo>
                    <a:pt x="149" y="34"/>
                  </a:lnTo>
                  <a:lnTo>
                    <a:pt x="127" y="53"/>
                  </a:lnTo>
                  <a:lnTo>
                    <a:pt x="108" y="75"/>
                  </a:lnTo>
                  <a:lnTo>
                    <a:pt x="90" y="99"/>
                  </a:lnTo>
                  <a:lnTo>
                    <a:pt x="71" y="126"/>
                  </a:lnTo>
                  <a:lnTo>
                    <a:pt x="56" y="158"/>
                  </a:lnTo>
                  <a:lnTo>
                    <a:pt x="41" y="190"/>
                  </a:lnTo>
                  <a:lnTo>
                    <a:pt x="30" y="224"/>
                  </a:lnTo>
                  <a:lnTo>
                    <a:pt x="19" y="262"/>
                  </a:lnTo>
                  <a:lnTo>
                    <a:pt x="11" y="301"/>
                  </a:lnTo>
                  <a:lnTo>
                    <a:pt x="5" y="340"/>
                  </a:lnTo>
                  <a:lnTo>
                    <a:pt x="2" y="384"/>
                  </a:lnTo>
                  <a:lnTo>
                    <a:pt x="0" y="426"/>
                  </a:lnTo>
                  <a:lnTo>
                    <a:pt x="12" y="426"/>
                  </a:lnTo>
                  <a:lnTo>
                    <a:pt x="13" y="384"/>
                  </a:lnTo>
                  <a:lnTo>
                    <a:pt x="17" y="343"/>
                  </a:lnTo>
                  <a:lnTo>
                    <a:pt x="23" y="303"/>
                  </a:lnTo>
                  <a:lnTo>
                    <a:pt x="31" y="264"/>
                  </a:lnTo>
                  <a:lnTo>
                    <a:pt x="41" y="229"/>
                  </a:lnTo>
                  <a:lnTo>
                    <a:pt x="53" y="195"/>
                  </a:lnTo>
                  <a:lnTo>
                    <a:pt x="67" y="162"/>
                  </a:lnTo>
                  <a:lnTo>
                    <a:pt x="82" y="133"/>
                  </a:lnTo>
                  <a:lnTo>
                    <a:pt x="99" y="106"/>
                  </a:lnTo>
                  <a:lnTo>
                    <a:pt x="118" y="83"/>
                  </a:lnTo>
                  <a:lnTo>
                    <a:pt x="136" y="63"/>
                  </a:lnTo>
                  <a:lnTo>
                    <a:pt x="156" y="44"/>
                  </a:lnTo>
                  <a:lnTo>
                    <a:pt x="179" y="31"/>
                  </a:lnTo>
                  <a:lnTo>
                    <a:pt x="200" y="20"/>
                  </a:lnTo>
                  <a:lnTo>
                    <a:pt x="222" y="15"/>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4562" name="Freeform 64"/>
            <p:cNvSpPr>
              <a:spLocks/>
            </p:cNvSpPr>
            <p:nvPr/>
          </p:nvSpPr>
          <p:spPr bwMode="auto">
            <a:xfrm>
              <a:off x="1384" y="1859"/>
              <a:ext cx="49" cy="84"/>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1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3" y="382"/>
                  </a:lnTo>
                  <a:lnTo>
                    <a:pt x="240" y="339"/>
                  </a:lnTo>
                  <a:lnTo>
                    <a:pt x="234" y="299"/>
                  </a:lnTo>
                  <a:lnTo>
                    <a:pt x="226" y="261"/>
                  </a:lnTo>
                  <a:lnTo>
                    <a:pt x="215" y="222"/>
                  </a:lnTo>
                  <a:lnTo>
                    <a:pt x="204" y="188"/>
                  </a:lnTo>
                  <a:lnTo>
                    <a:pt x="189" y="156"/>
                  </a:lnTo>
                  <a:lnTo>
                    <a:pt x="173" y="125"/>
                  </a:lnTo>
                  <a:lnTo>
                    <a:pt x="155" y="98"/>
                  </a:lnTo>
                  <a:lnTo>
                    <a:pt x="138" y="74"/>
                  </a:lnTo>
                  <a:lnTo>
                    <a:pt x="118" y="51"/>
                  </a:lnTo>
                  <a:lnTo>
                    <a:pt x="96" y="34"/>
                  </a:lnTo>
                  <a:lnTo>
                    <a:pt x="73" y="18"/>
                  </a:lnTo>
                  <a:lnTo>
                    <a:pt x="50" y="8"/>
                  </a:lnTo>
                  <a:lnTo>
                    <a:pt x="25" y="2"/>
                  </a:lnTo>
                  <a:lnTo>
                    <a:pt x="0" y="0"/>
                  </a:lnTo>
                  <a:lnTo>
                    <a:pt x="0" y="11"/>
                  </a:lnTo>
                  <a:lnTo>
                    <a:pt x="23" y="14"/>
                  </a:lnTo>
                  <a:lnTo>
                    <a:pt x="45" y="20"/>
                  </a:lnTo>
                  <a:lnTo>
                    <a:pt x="66" y="30"/>
                  </a:lnTo>
                  <a:lnTo>
                    <a:pt x="89" y="43"/>
                  </a:lnTo>
                  <a:lnTo>
                    <a:pt x="109" y="61"/>
                  </a:lnTo>
                  <a:lnTo>
                    <a:pt x="129" y="81"/>
                  </a:lnTo>
                  <a:lnTo>
                    <a:pt x="146" y="105"/>
                  </a:lnTo>
                  <a:lnTo>
                    <a:pt x="164" y="132"/>
                  </a:lnTo>
                  <a:lnTo>
                    <a:pt x="178" y="160"/>
                  </a:lnTo>
                  <a:lnTo>
                    <a:pt x="192" y="193"/>
                  </a:lnTo>
                  <a:lnTo>
                    <a:pt x="204" y="227"/>
                  </a:lnTo>
                  <a:lnTo>
                    <a:pt x="214" y="264"/>
                  </a:lnTo>
                  <a:lnTo>
                    <a:pt x="222" y="301"/>
                  </a:lnTo>
                  <a:lnTo>
                    <a:pt x="228"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4563" name="Freeform 65"/>
            <p:cNvSpPr>
              <a:spLocks/>
            </p:cNvSpPr>
            <p:nvPr/>
          </p:nvSpPr>
          <p:spPr bwMode="auto">
            <a:xfrm>
              <a:off x="1384" y="1943"/>
              <a:ext cx="49" cy="86"/>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5" y="423"/>
                  </a:lnTo>
                  <a:lnTo>
                    <a:pt x="50" y="418"/>
                  </a:lnTo>
                  <a:lnTo>
                    <a:pt x="73" y="407"/>
                  </a:lnTo>
                  <a:lnTo>
                    <a:pt x="96" y="392"/>
                  </a:lnTo>
                  <a:lnTo>
                    <a:pt x="118" y="374"/>
                  </a:lnTo>
                  <a:lnTo>
                    <a:pt x="138" y="352"/>
                  </a:lnTo>
                  <a:lnTo>
                    <a:pt x="155" y="327"/>
                  </a:lnTo>
                  <a:lnTo>
                    <a:pt x="174" y="300"/>
                  </a:lnTo>
                  <a:lnTo>
                    <a:pt x="189" y="269"/>
                  </a:lnTo>
                  <a:lnTo>
                    <a:pt x="204" y="237"/>
                  </a:lnTo>
                  <a:lnTo>
                    <a:pt x="215" y="202"/>
                  </a:lnTo>
                  <a:lnTo>
                    <a:pt x="226" y="164"/>
                  </a:lnTo>
                  <a:lnTo>
                    <a:pt x="234" y="126"/>
                  </a:lnTo>
                  <a:lnTo>
                    <a:pt x="240" y="86"/>
                  </a:lnTo>
                  <a:lnTo>
                    <a:pt x="243" y="42"/>
                  </a:lnTo>
                  <a:lnTo>
                    <a:pt x="245" y="0"/>
                  </a:lnTo>
                  <a:lnTo>
                    <a:pt x="233" y="0"/>
                  </a:lnTo>
                  <a:lnTo>
                    <a:pt x="232" y="42"/>
                  </a:lnTo>
                  <a:lnTo>
                    <a:pt x="228" y="83"/>
                  </a:lnTo>
                  <a:lnTo>
                    <a:pt x="222" y="123"/>
                  </a:lnTo>
                  <a:lnTo>
                    <a:pt x="214" y="162"/>
                  </a:lnTo>
                  <a:lnTo>
                    <a:pt x="204" y="197"/>
                  </a:lnTo>
                  <a:lnTo>
                    <a:pt x="192" y="232"/>
                  </a:lnTo>
                  <a:lnTo>
                    <a:pt x="178" y="264"/>
                  </a:lnTo>
                  <a:lnTo>
                    <a:pt x="163" y="293"/>
                  </a:lnTo>
                  <a:lnTo>
                    <a:pt x="146" y="320"/>
                  </a:lnTo>
                  <a:lnTo>
                    <a:pt x="129" y="345"/>
                  </a:lnTo>
                  <a:lnTo>
                    <a:pt x="109" y="365"/>
                  </a:lnTo>
                  <a:lnTo>
                    <a:pt x="89" y="382"/>
                  </a:lnTo>
                  <a:lnTo>
                    <a:pt x="66" y="395"/>
                  </a:lnTo>
                  <a:lnTo>
                    <a:pt x="45" y="406"/>
                  </a:lnTo>
                  <a:lnTo>
                    <a:pt x="23"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4564" name="Freeform 66"/>
            <p:cNvSpPr>
              <a:spLocks/>
            </p:cNvSpPr>
            <p:nvPr/>
          </p:nvSpPr>
          <p:spPr bwMode="auto">
            <a:xfrm>
              <a:off x="1335" y="1943"/>
              <a:ext cx="49" cy="86"/>
            </a:xfrm>
            <a:custGeom>
              <a:avLst/>
              <a:gdLst>
                <a:gd name="T0" fmla="*/ 0 w 246"/>
                <a:gd name="T1" fmla="*/ 0 h 426"/>
                <a:gd name="T2" fmla="*/ 0 w 246"/>
                <a:gd name="T3" fmla="*/ 0 h 426"/>
                <a:gd name="T4" fmla="*/ 0 w 246"/>
                <a:gd name="T5" fmla="*/ 0 h 426"/>
                <a:gd name="T6" fmla="*/ 0 w 246"/>
                <a:gd name="T7" fmla="*/ 1 h 426"/>
                <a:gd name="T8" fmla="*/ 0 w 246"/>
                <a:gd name="T9" fmla="*/ 1 h 426"/>
                <a:gd name="T10" fmla="*/ 0 w 246"/>
                <a:gd name="T11" fmla="*/ 1 h 426"/>
                <a:gd name="T12" fmla="*/ 0 w 246"/>
                <a:gd name="T13" fmla="*/ 2 h 426"/>
                <a:gd name="T14" fmla="*/ 0 w 246"/>
                <a:gd name="T15" fmla="*/ 2 h 426"/>
                <a:gd name="T16" fmla="*/ 0 w 246"/>
                <a:gd name="T17" fmla="*/ 2 h 426"/>
                <a:gd name="T18" fmla="*/ 1 w 246"/>
                <a:gd name="T19" fmla="*/ 2 h 426"/>
                <a:gd name="T20" fmla="*/ 1 w 246"/>
                <a:gd name="T21" fmla="*/ 3 h 426"/>
                <a:gd name="T22" fmla="*/ 1 w 246"/>
                <a:gd name="T23" fmla="*/ 3 h 426"/>
                <a:gd name="T24" fmla="*/ 1 w 246"/>
                <a:gd name="T25" fmla="*/ 3 h 426"/>
                <a:gd name="T26" fmla="*/ 1 w 246"/>
                <a:gd name="T27" fmla="*/ 3 h 426"/>
                <a:gd name="T28" fmla="*/ 1 w 246"/>
                <a:gd name="T29" fmla="*/ 3 h 426"/>
                <a:gd name="T30" fmla="*/ 2 w 246"/>
                <a:gd name="T31" fmla="*/ 3 h 426"/>
                <a:gd name="T32" fmla="*/ 2 w 246"/>
                <a:gd name="T33" fmla="*/ 3 h 426"/>
                <a:gd name="T34" fmla="*/ 2 w 246"/>
                <a:gd name="T35" fmla="*/ 3 h 426"/>
                <a:gd name="T36" fmla="*/ 2 w 246"/>
                <a:gd name="T37" fmla="*/ 3 h 426"/>
                <a:gd name="T38" fmla="*/ 2 w 246"/>
                <a:gd name="T39" fmla="*/ 3 h 426"/>
                <a:gd name="T40" fmla="*/ 2 w 246"/>
                <a:gd name="T41" fmla="*/ 3 h 426"/>
                <a:gd name="T42" fmla="*/ 1 w 246"/>
                <a:gd name="T43" fmla="*/ 3 h 426"/>
                <a:gd name="T44" fmla="*/ 1 w 246"/>
                <a:gd name="T45" fmla="*/ 3 h 426"/>
                <a:gd name="T46" fmla="*/ 1 w 246"/>
                <a:gd name="T47" fmla="*/ 3 h 426"/>
                <a:gd name="T48" fmla="*/ 1 w 246"/>
                <a:gd name="T49" fmla="*/ 3 h 426"/>
                <a:gd name="T50" fmla="*/ 1 w 246"/>
                <a:gd name="T51" fmla="*/ 3 h 426"/>
                <a:gd name="T52" fmla="*/ 1 w 246"/>
                <a:gd name="T53" fmla="*/ 2 h 426"/>
                <a:gd name="T54" fmla="*/ 1 w 246"/>
                <a:gd name="T55" fmla="*/ 2 h 426"/>
                <a:gd name="T56" fmla="*/ 0 w 246"/>
                <a:gd name="T57" fmla="*/ 2 h 426"/>
                <a:gd name="T58" fmla="*/ 0 w 246"/>
                <a:gd name="T59" fmla="*/ 2 h 426"/>
                <a:gd name="T60" fmla="*/ 0 w 246"/>
                <a:gd name="T61" fmla="*/ 1 h 426"/>
                <a:gd name="T62" fmla="*/ 0 w 246"/>
                <a:gd name="T63" fmla="*/ 1 h 426"/>
                <a:gd name="T64" fmla="*/ 0 w 246"/>
                <a:gd name="T65" fmla="*/ 1 h 426"/>
                <a:gd name="T66" fmla="*/ 0 w 246"/>
                <a:gd name="T67" fmla="*/ 0 h 426"/>
                <a:gd name="T68" fmla="*/ 0 w 246"/>
                <a:gd name="T69" fmla="*/ 0 h 426"/>
                <a:gd name="T70" fmla="*/ 0 w 246"/>
                <a:gd name="T71" fmla="*/ 0 h 426"/>
                <a:gd name="T72" fmla="*/ 0 w 246"/>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0"/>
                  </a:moveTo>
                  <a:lnTo>
                    <a:pt x="0" y="0"/>
                  </a:lnTo>
                  <a:lnTo>
                    <a:pt x="1" y="42"/>
                  </a:lnTo>
                  <a:lnTo>
                    <a:pt x="4" y="86"/>
                  </a:lnTo>
                  <a:lnTo>
                    <a:pt x="10" y="126"/>
                  </a:lnTo>
                  <a:lnTo>
                    <a:pt x="18" y="164"/>
                  </a:lnTo>
                  <a:lnTo>
                    <a:pt x="29" y="202"/>
                  </a:lnTo>
                  <a:lnTo>
                    <a:pt x="41" y="237"/>
                  </a:lnTo>
                  <a:lnTo>
                    <a:pt x="55" y="269"/>
                  </a:lnTo>
                  <a:lnTo>
                    <a:pt x="71" y="300"/>
                  </a:lnTo>
                  <a:lnTo>
                    <a:pt x="89" y="327"/>
                  </a:lnTo>
                  <a:lnTo>
                    <a:pt x="107" y="352"/>
                  </a:lnTo>
                  <a:lnTo>
                    <a:pt x="127" y="374"/>
                  </a:lnTo>
                  <a:lnTo>
                    <a:pt x="150" y="392"/>
                  </a:lnTo>
                  <a:lnTo>
                    <a:pt x="171" y="407"/>
                  </a:lnTo>
                  <a:lnTo>
                    <a:pt x="195" y="418"/>
                  </a:lnTo>
                  <a:lnTo>
                    <a:pt x="220" y="423"/>
                  </a:lnTo>
                  <a:lnTo>
                    <a:pt x="246" y="426"/>
                  </a:lnTo>
                  <a:lnTo>
                    <a:pt x="246" y="414"/>
                  </a:lnTo>
                  <a:lnTo>
                    <a:pt x="222" y="412"/>
                  </a:lnTo>
                  <a:lnTo>
                    <a:pt x="200" y="406"/>
                  </a:lnTo>
                  <a:lnTo>
                    <a:pt x="178" y="395"/>
                  </a:lnTo>
                  <a:lnTo>
                    <a:pt x="157" y="382"/>
                  </a:lnTo>
                  <a:lnTo>
                    <a:pt x="137" y="365"/>
                  </a:lnTo>
                  <a:lnTo>
                    <a:pt x="117" y="345"/>
                  </a:lnTo>
                  <a:lnTo>
                    <a:pt x="98" y="320"/>
                  </a:lnTo>
                  <a:lnTo>
                    <a:pt x="83" y="293"/>
                  </a:lnTo>
                  <a:lnTo>
                    <a:pt x="66" y="264"/>
                  </a:lnTo>
                  <a:lnTo>
                    <a:pt x="52" y="232"/>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4565" name="Freeform 67"/>
            <p:cNvSpPr>
              <a:spLocks/>
            </p:cNvSpPr>
            <p:nvPr/>
          </p:nvSpPr>
          <p:spPr bwMode="auto">
            <a:xfrm>
              <a:off x="1335" y="1859"/>
              <a:ext cx="49" cy="84"/>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1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0" y="2"/>
                  </a:lnTo>
                  <a:lnTo>
                    <a:pt x="195" y="8"/>
                  </a:lnTo>
                  <a:lnTo>
                    <a:pt x="171" y="18"/>
                  </a:lnTo>
                  <a:lnTo>
                    <a:pt x="150" y="34"/>
                  </a:lnTo>
                  <a:lnTo>
                    <a:pt x="127" y="51"/>
                  </a:lnTo>
                  <a:lnTo>
                    <a:pt x="107" y="74"/>
                  </a:lnTo>
                  <a:lnTo>
                    <a:pt x="89" y="98"/>
                  </a:lnTo>
                  <a:lnTo>
                    <a:pt x="72" y="125"/>
                  </a:lnTo>
                  <a:lnTo>
                    <a:pt x="55" y="156"/>
                  </a:lnTo>
                  <a:lnTo>
                    <a:pt x="41" y="188"/>
                  </a:lnTo>
                  <a:lnTo>
                    <a:pt x="29" y="222"/>
                  </a:lnTo>
                  <a:lnTo>
                    <a:pt x="18" y="261"/>
                  </a:lnTo>
                  <a:lnTo>
                    <a:pt x="10" y="299"/>
                  </a:lnTo>
                  <a:lnTo>
                    <a:pt x="4" y="339"/>
                  </a:lnTo>
                  <a:lnTo>
                    <a:pt x="1" y="382"/>
                  </a:lnTo>
                  <a:lnTo>
                    <a:pt x="0" y="424"/>
                  </a:lnTo>
                  <a:lnTo>
                    <a:pt x="11" y="424"/>
                  </a:lnTo>
                  <a:lnTo>
                    <a:pt x="13" y="382"/>
                  </a:lnTo>
                  <a:lnTo>
                    <a:pt x="16" y="341"/>
                  </a:lnTo>
                  <a:lnTo>
                    <a:pt x="22" y="301"/>
                  </a:lnTo>
                  <a:lnTo>
                    <a:pt x="30" y="264"/>
                  </a:lnTo>
                  <a:lnTo>
                    <a:pt x="41" y="227"/>
                  </a:lnTo>
                  <a:lnTo>
                    <a:pt x="52" y="193"/>
                  </a:lnTo>
                  <a:lnTo>
                    <a:pt x="66" y="160"/>
                  </a:lnTo>
                  <a:lnTo>
                    <a:pt x="82" y="132"/>
                  </a:lnTo>
                  <a:lnTo>
                    <a:pt x="98" y="105"/>
                  </a:lnTo>
                  <a:lnTo>
                    <a:pt x="117" y="81"/>
                  </a:lnTo>
                  <a:lnTo>
                    <a:pt x="137" y="61"/>
                  </a:lnTo>
                  <a:lnTo>
                    <a:pt x="157" y="43"/>
                  </a:lnTo>
                  <a:lnTo>
                    <a:pt x="178" y="30"/>
                  </a:lnTo>
                  <a:lnTo>
                    <a:pt x="200" y="20"/>
                  </a:lnTo>
                  <a:lnTo>
                    <a:pt x="222" y="14"/>
                  </a:lnTo>
                  <a:lnTo>
                    <a:pt x="246" y="11"/>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4566" name="Freeform 68"/>
            <p:cNvSpPr>
              <a:spLocks/>
            </p:cNvSpPr>
            <p:nvPr/>
          </p:nvSpPr>
          <p:spPr bwMode="auto">
            <a:xfrm>
              <a:off x="1552" y="1751"/>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1" y="339"/>
                  </a:lnTo>
                  <a:lnTo>
                    <a:pt x="235" y="299"/>
                  </a:lnTo>
                  <a:lnTo>
                    <a:pt x="226" y="261"/>
                  </a:lnTo>
                  <a:lnTo>
                    <a:pt x="216" y="223"/>
                  </a:lnTo>
                  <a:lnTo>
                    <a:pt x="204" y="189"/>
                  </a:lnTo>
                  <a:lnTo>
                    <a:pt x="190" y="156"/>
                  </a:lnTo>
                  <a:lnTo>
                    <a:pt x="174" y="125"/>
                  </a:lnTo>
                  <a:lnTo>
                    <a:pt x="156" y="98"/>
                  </a:lnTo>
                  <a:lnTo>
                    <a:pt x="137" y="74"/>
                  </a:lnTo>
                  <a:lnTo>
                    <a:pt x="119" y="52"/>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8" y="81"/>
                  </a:lnTo>
                  <a:lnTo>
                    <a:pt x="147" y="105"/>
                  </a:lnTo>
                  <a:lnTo>
                    <a:pt x="164" y="132"/>
                  </a:lnTo>
                  <a:lnTo>
                    <a:pt x="178" y="161"/>
                  </a:lnTo>
                  <a:lnTo>
                    <a:pt x="193" y="193"/>
                  </a:lnTo>
                  <a:lnTo>
                    <a:pt x="204" y="227"/>
                  </a:lnTo>
                  <a:lnTo>
                    <a:pt x="215" y="264"/>
                  </a:lnTo>
                  <a:lnTo>
                    <a:pt x="223" y="301"/>
                  </a:lnTo>
                  <a:lnTo>
                    <a:pt x="229" y="341"/>
                  </a:lnTo>
                  <a:lnTo>
                    <a:pt x="232" y="382"/>
                  </a:lnTo>
                  <a:lnTo>
                    <a:pt x="234"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4567" name="Freeform 69"/>
            <p:cNvSpPr>
              <a:spLocks/>
            </p:cNvSpPr>
            <p:nvPr/>
          </p:nvSpPr>
          <p:spPr bwMode="auto">
            <a:xfrm>
              <a:off x="1552" y="1836"/>
              <a:ext cx="49" cy="85"/>
            </a:xfrm>
            <a:custGeom>
              <a:avLst/>
              <a:gdLst>
                <a:gd name="T0" fmla="*/ 0 w 245"/>
                <a:gd name="T1" fmla="*/ 3 h 425"/>
                <a:gd name="T2" fmla="*/ 0 w 245"/>
                <a:gd name="T3" fmla="*/ 3 h 425"/>
                <a:gd name="T4" fmla="*/ 0 w 245"/>
                <a:gd name="T5" fmla="*/ 3 h 425"/>
                <a:gd name="T6" fmla="*/ 0 w 245"/>
                <a:gd name="T7" fmla="*/ 3 h 425"/>
                <a:gd name="T8" fmla="*/ 1 w 245"/>
                <a:gd name="T9" fmla="*/ 3 h 425"/>
                <a:gd name="T10" fmla="*/ 1 w 245"/>
                <a:gd name="T11" fmla="*/ 3 h 425"/>
                <a:gd name="T12" fmla="*/ 1 w 245"/>
                <a:gd name="T13" fmla="*/ 3 h 425"/>
                <a:gd name="T14" fmla="*/ 1 w 245"/>
                <a:gd name="T15" fmla="*/ 3 h 425"/>
                <a:gd name="T16" fmla="*/ 1 w 245"/>
                <a:gd name="T17" fmla="*/ 3 h 425"/>
                <a:gd name="T18" fmla="*/ 1 w 245"/>
                <a:gd name="T19" fmla="*/ 2 h 425"/>
                <a:gd name="T20" fmla="*/ 2 w 245"/>
                <a:gd name="T21" fmla="*/ 2 h 425"/>
                <a:gd name="T22" fmla="*/ 2 w 245"/>
                <a:gd name="T23" fmla="*/ 2 h 425"/>
                <a:gd name="T24" fmla="*/ 2 w 245"/>
                <a:gd name="T25" fmla="*/ 2 h 425"/>
                <a:gd name="T26" fmla="*/ 2 w 245"/>
                <a:gd name="T27" fmla="*/ 1 h 425"/>
                <a:gd name="T28" fmla="*/ 2 w 245"/>
                <a:gd name="T29" fmla="*/ 1 h 425"/>
                <a:gd name="T30" fmla="*/ 2 w 245"/>
                <a:gd name="T31" fmla="*/ 1 h 425"/>
                <a:gd name="T32" fmla="*/ 2 w 245"/>
                <a:gd name="T33" fmla="*/ 0 h 425"/>
                <a:gd name="T34" fmla="*/ 2 w 245"/>
                <a:gd name="T35" fmla="*/ 0 h 425"/>
                <a:gd name="T36" fmla="*/ 2 w 245"/>
                <a:gd name="T37" fmla="*/ 0 h 425"/>
                <a:gd name="T38" fmla="*/ 2 w 245"/>
                <a:gd name="T39" fmla="*/ 0 h 425"/>
                <a:gd name="T40" fmla="*/ 2 w 245"/>
                <a:gd name="T41" fmla="*/ 1 h 425"/>
                <a:gd name="T42" fmla="*/ 2 w 245"/>
                <a:gd name="T43" fmla="*/ 1 h 425"/>
                <a:gd name="T44" fmla="*/ 2 w 245"/>
                <a:gd name="T45" fmla="*/ 1 h 425"/>
                <a:gd name="T46" fmla="*/ 2 w 245"/>
                <a:gd name="T47" fmla="*/ 2 h 425"/>
                <a:gd name="T48" fmla="*/ 2 w 245"/>
                <a:gd name="T49" fmla="*/ 2 h 425"/>
                <a:gd name="T50" fmla="*/ 1 w 245"/>
                <a:gd name="T51" fmla="*/ 2 h 425"/>
                <a:gd name="T52" fmla="*/ 1 w 245"/>
                <a:gd name="T53" fmla="*/ 2 h 425"/>
                <a:gd name="T54" fmla="*/ 1 w 245"/>
                <a:gd name="T55" fmla="*/ 3 h 425"/>
                <a:gd name="T56" fmla="*/ 1 w 245"/>
                <a:gd name="T57" fmla="*/ 3 h 425"/>
                <a:gd name="T58" fmla="*/ 1 w 245"/>
                <a:gd name="T59" fmla="*/ 3 h 425"/>
                <a:gd name="T60" fmla="*/ 1 w 245"/>
                <a:gd name="T61" fmla="*/ 3 h 425"/>
                <a:gd name="T62" fmla="*/ 1 w 245"/>
                <a:gd name="T63" fmla="*/ 3 h 425"/>
                <a:gd name="T64" fmla="*/ 0 w 245"/>
                <a:gd name="T65" fmla="*/ 3 h 425"/>
                <a:gd name="T66" fmla="*/ 0 w 245"/>
                <a:gd name="T67" fmla="*/ 3 h 425"/>
                <a:gd name="T68" fmla="*/ 0 w 245"/>
                <a:gd name="T69" fmla="*/ 3 h 425"/>
                <a:gd name="T70" fmla="*/ 0 w 245"/>
                <a:gd name="T71" fmla="*/ 3 h 425"/>
                <a:gd name="T72" fmla="*/ 0 w 245"/>
                <a:gd name="T73" fmla="*/ 3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5"/>
                <a:gd name="T113" fmla="*/ 245 w 245"/>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5">
                  <a:moveTo>
                    <a:pt x="0" y="425"/>
                  </a:moveTo>
                  <a:lnTo>
                    <a:pt x="0" y="425"/>
                  </a:lnTo>
                  <a:lnTo>
                    <a:pt x="26" y="422"/>
                  </a:lnTo>
                  <a:lnTo>
                    <a:pt x="51" y="417"/>
                  </a:lnTo>
                  <a:lnTo>
                    <a:pt x="74" y="406"/>
                  </a:lnTo>
                  <a:lnTo>
                    <a:pt x="96" y="391"/>
                  </a:lnTo>
                  <a:lnTo>
                    <a:pt x="119" y="373"/>
                  </a:lnTo>
                  <a:lnTo>
                    <a:pt x="137" y="351"/>
                  </a:lnTo>
                  <a:lnTo>
                    <a:pt x="156" y="326"/>
                  </a:lnTo>
                  <a:lnTo>
                    <a:pt x="174" y="299"/>
                  </a:lnTo>
                  <a:lnTo>
                    <a:pt x="190" y="269"/>
                  </a:lnTo>
                  <a:lnTo>
                    <a:pt x="204" y="236"/>
                  </a:lnTo>
                  <a:lnTo>
                    <a:pt x="216" y="202"/>
                  </a:lnTo>
                  <a:lnTo>
                    <a:pt x="226" y="163"/>
                  </a:lnTo>
                  <a:lnTo>
                    <a:pt x="235" y="126"/>
                  </a:lnTo>
                  <a:lnTo>
                    <a:pt x="241" y="86"/>
                  </a:lnTo>
                  <a:lnTo>
                    <a:pt x="244" y="43"/>
                  </a:lnTo>
                  <a:lnTo>
                    <a:pt x="245" y="0"/>
                  </a:lnTo>
                  <a:lnTo>
                    <a:pt x="234" y="0"/>
                  </a:lnTo>
                  <a:lnTo>
                    <a:pt x="232" y="43"/>
                  </a:lnTo>
                  <a:lnTo>
                    <a:pt x="229" y="84"/>
                  </a:lnTo>
                  <a:lnTo>
                    <a:pt x="223" y="123"/>
                  </a:lnTo>
                  <a:lnTo>
                    <a:pt x="215" y="161"/>
                  </a:lnTo>
                  <a:lnTo>
                    <a:pt x="204" y="197"/>
                  </a:lnTo>
                  <a:lnTo>
                    <a:pt x="193" y="231"/>
                  </a:lnTo>
                  <a:lnTo>
                    <a:pt x="178" y="264"/>
                  </a:lnTo>
                  <a:lnTo>
                    <a:pt x="164" y="292"/>
                  </a:lnTo>
                  <a:lnTo>
                    <a:pt x="147" y="319"/>
                  </a:lnTo>
                  <a:lnTo>
                    <a:pt x="128" y="344"/>
                  </a:lnTo>
                  <a:lnTo>
                    <a:pt x="109" y="364"/>
                  </a:lnTo>
                  <a:lnTo>
                    <a:pt x="89" y="381"/>
                  </a:lnTo>
                  <a:lnTo>
                    <a:pt x="67" y="394"/>
                  </a:lnTo>
                  <a:lnTo>
                    <a:pt x="46" y="405"/>
                  </a:lnTo>
                  <a:lnTo>
                    <a:pt x="24" y="411"/>
                  </a:lnTo>
                  <a:lnTo>
                    <a:pt x="0" y="413"/>
                  </a:lnTo>
                  <a:lnTo>
                    <a:pt x="0" y="425"/>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4568" name="Freeform 70"/>
            <p:cNvSpPr>
              <a:spLocks/>
            </p:cNvSpPr>
            <p:nvPr/>
          </p:nvSpPr>
          <p:spPr bwMode="auto">
            <a:xfrm>
              <a:off x="1502" y="1836"/>
              <a:ext cx="50" cy="85"/>
            </a:xfrm>
            <a:custGeom>
              <a:avLst/>
              <a:gdLst>
                <a:gd name="T0" fmla="*/ 0 w 246"/>
                <a:gd name="T1" fmla="*/ 0 h 425"/>
                <a:gd name="T2" fmla="*/ 0 w 246"/>
                <a:gd name="T3" fmla="*/ 0 h 425"/>
                <a:gd name="T4" fmla="*/ 0 w 246"/>
                <a:gd name="T5" fmla="*/ 0 h 425"/>
                <a:gd name="T6" fmla="*/ 0 w 246"/>
                <a:gd name="T7" fmla="*/ 1 h 425"/>
                <a:gd name="T8" fmla="*/ 0 w 246"/>
                <a:gd name="T9" fmla="*/ 1 h 425"/>
                <a:gd name="T10" fmla="*/ 0 w 246"/>
                <a:gd name="T11" fmla="*/ 1 h 425"/>
                <a:gd name="T12" fmla="*/ 0 w 246"/>
                <a:gd name="T13" fmla="*/ 2 h 425"/>
                <a:gd name="T14" fmla="*/ 0 w 246"/>
                <a:gd name="T15" fmla="*/ 2 h 425"/>
                <a:gd name="T16" fmla="*/ 0 w 246"/>
                <a:gd name="T17" fmla="*/ 2 h 425"/>
                <a:gd name="T18" fmla="*/ 1 w 246"/>
                <a:gd name="T19" fmla="*/ 2 h 425"/>
                <a:gd name="T20" fmla="*/ 1 w 246"/>
                <a:gd name="T21" fmla="*/ 3 h 425"/>
                <a:gd name="T22" fmla="*/ 1 w 246"/>
                <a:gd name="T23" fmla="*/ 3 h 425"/>
                <a:gd name="T24" fmla="*/ 1 w 246"/>
                <a:gd name="T25" fmla="*/ 3 h 425"/>
                <a:gd name="T26" fmla="*/ 1 w 246"/>
                <a:gd name="T27" fmla="*/ 3 h 425"/>
                <a:gd name="T28" fmla="*/ 1 w 246"/>
                <a:gd name="T29" fmla="*/ 3 h 425"/>
                <a:gd name="T30" fmla="*/ 2 w 246"/>
                <a:gd name="T31" fmla="*/ 3 h 425"/>
                <a:gd name="T32" fmla="*/ 2 w 246"/>
                <a:gd name="T33" fmla="*/ 3 h 425"/>
                <a:gd name="T34" fmla="*/ 2 w 246"/>
                <a:gd name="T35" fmla="*/ 3 h 425"/>
                <a:gd name="T36" fmla="*/ 2 w 246"/>
                <a:gd name="T37" fmla="*/ 3 h 425"/>
                <a:gd name="T38" fmla="*/ 2 w 246"/>
                <a:gd name="T39" fmla="*/ 3 h 425"/>
                <a:gd name="T40" fmla="*/ 2 w 246"/>
                <a:gd name="T41" fmla="*/ 3 h 425"/>
                <a:gd name="T42" fmla="*/ 1 w 246"/>
                <a:gd name="T43" fmla="*/ 3 h 425"/>
                <a:gd name="T44" fmla="*/ 1 w 246"/>
                <a:gd name="T45" fmla="*/ 3 h 425"/>
                <a:gd name="T46" fmla="*/ 1 w 246"/>
                <a:gd name="T47" fmla="*/ 3 h 425"/>
                <a:gd name="T48" fmla="*/ 1 w 246"/>
                <a:gd name="T49" fmla="*/ 3 h 425"/>
                <a:gd name="T50" fmla="*/ 1 w 246"/>
                <a:gd name="T51" fmla="*/ 3 h 425"/>
                <a:gd name="T52" fmla="*/ 1 w 246"/>
                <a:gd name="T53" fmla="*/ 2 h 425"/>
                <a:gd name="T54" fmla="*/ 1 w 246"/>
                <a:gd name="T55" fmla="*/ 2 h 425"/>
                <a:gd name="T56" fmla="*/ 0 w 246"/>
                <a:gd name="T57" fmla="*/ 2 h 425"/>
                <a:gd name="T58" fmla="*/ 0 w 246"/>
                <a:gd name="T59" fmla="*/ 2 h 425"/>
                <a:gd name="T60" fmla="*/ 0 w 246"/>
                <a:gd name="T61" fmla="*/ 1 h 425"/>
                <a:gd name="T62" fmla="*/ 0 w 246"/>
                <a:gd name="T63" fmla="*/ 1 h 425"/>
                <a:gd name="T64" fmla="*/ 0 w 246"/>
                <a:gd name="T65" fmla="*/ 1 h 425"/>
                <a:gd name="T66" fmla="*/ 0 w 246"/>
                <a:gd name="T67" fmla="*/ 0 h 425"/>
                <a:gd name="T68" fmla="*/ 0 w 246"/>
                <a:gd name="T69" fmla="*/ 0 h 425"/>
                <a:gd name="T70" fmla="*/ 0 w 246"/>
                <a:gd name="T71" fmla="*/ 0 h 425"/>
                <a:gd name="T72" fmla="*/ 0 w 246"/>
                <a:gd name="T73" fmla="*/ 0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5"/>
                <a:gd name="T113" fmla="*/ 246 w 246"/>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5">
                  <a:moveTo>
                    <a:pt x="0" y="0"/>
                  </a:moveTo>
                  <a:lnTo>
                    <a:pt x="0" y="0"/>
                  </a:lnTo>
                  <a:lnTo>
                    <a:pt x="2" y="43"/>
                  </a:lnTo>
                  <a:lnTo>
                    <a:pt x="5" y="86"/>
                  </a:lnTo>
                  <a:lnTo>
                    <a:pt x="11" y="126"/>
                  </a:lnTo>
                  <a:lnTo>
                    <a:pt x="19" y="163"/>
                  </a:lnTo>
                  <a:lnTo>
                    <a:pt x="30" y="202"/>
                  </a:lnTo>
                  <a:lnTo>
                    <a:pt x="41" y="236"/>
                  </a:lnTo>
                  <a:lnTo>
                    <a:pt x="55" y="269"/>
                  </a:lnTo>
                  <a:lnTo>
                    <a:pt x="73" y="299"/>
                  </a:lnTo>
                  <a:lnTo>
                    <a:pt x="89" y="326"/>
                  </a:lnTo>
                  <a:lnTo>
                    <a:pt x="108" y="351"/>
                  </a:lnTo>
                  <a:lnTo>
                    <a:pt x="128" y="373"/>
                  </a:lnTo>
                  <a:lnTo>
                    <a:pt x="150" y="391"/>
                  </a:lnTo>
                  <a:lnTo>
                    <a:pt x="171" y="406"/>
                  </a:lnTo>
                  <a:lnTo>
                    <a:pt x="196" y="417"/>
                  </a:lnTo>
                  <a:lnTo>
                    <a:pt x="221" y="422"/>
                  </a:lnTo>
                  <a:lnTo>
                    <a:pt x="246" y="425"/>
                  </a:lnTo>
                  <a:lnTo>
                    <a:pt x="246" y="413"/>
                  </a:lnTo>
                  <a:lnTo>
                    <a:pt x="223" y="411"/>
                  </a:lnTo>
                  <a:lnTo>
                    <a:pt x="201" y="405"/>
                  </a:lnTo>
                  <a:lnTo>
                    <a:pt x="178" y="394"/>
                  </a:lnTo>
                  <a:lnTo>
                    <a:pt x="157" y="381"/>
                  </a:lnTo>
                  <a:lnTo>
                    <a:pt x="137" y="364"/>
                  </a:lnTo>
                  <a:lnTo>
                    <a:pt x="117" y="344"/>
                  </a:lnTo>
                  <a:lnTo>
                    <a:pt x="99" y="319"/>
                  </a:lnTo>
                  <a:lnTo>
                    <a:pt x="82" y="292"/>
                  </a:lnTo>
                  <a:lnTo>
                    <a:pt x="67" y="264"/>
                  </a:lnTo>
                  <a:lnTo>
                    <a:pt x="53" y="231"/>
                  </a:lnTo>
                  <a:lnTo>
                    <a:pt x="41" y="197"/>
                  </a:lnTo>
                  <a:lnTo>
                    <a:pt x="31" y="161"/>
                  </a:lnTo>
                  <a:lnTo>
                    <a:pt x="23" y="123"/>
                  </a:lnTo>
                  <a:lnTo>
                    <a:pt x="17" y="84"/>
                  </a:lnTo>
                  <a:lnTo>
                    <a:pt x="13" y="4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4569" name="Freeform 71"/>
            <p:cNvSpPr>
              <a:spLocks/>
            </p:cNvSpPr>
            <p:nvPr/>
          </p:nvSpPr>
          <p:spPr bwMode="auto">
            <a:xfrm>
              <a:off x="1502" y="1751"/>
              <a:ext cx="50" cy="85"/>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2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1" y="2"/>
                  </a:lnTo>
                  <a:lnTo>
                    <a:pt x="196" y="8"/>
                  </a:lnTo>
                  <a:lnTo>
                    <a:pt x="171" y="19"/>
                  </a:lnTo>
                  <a:lnTo>
                    <a:pt x="150" y="34"/>
                  </a:lnTo>
                  <a:lnTo>
                    <a:pt x="128" y="52"/>
                  </a:lnTo>
                  <a:lnTo>
                    <a:pt x="108" y="74"/>
                  </a:lnTo>
                  <a:lnTo>
                    <a:pt x="89" y="98"/>
                  </a:lnTo>
                  <a:lnTo>
                    <a:pt x="73" y="125"/>
                  </a:lnTo>
                  <a:lnTo>
                    <a:pt x="55" y="156"/>
                  </a:lnTo>
                  <a:lnTo>
                    <a:pt x="41" y="189"/>
                  </a:lnTo>
                  <a:lnTo>
                    <a:pt x="30" y="223"/>
                  </a:lnTo>
                  <a:lnTo>
                    <a:pt x="19" y="261"/>
                  </a:lnTo>
                  <a:lnTo>
                    <a:pt x="11" y="299"/>
                  </a:lnTo>
                  <a:lnTo>
                    <a:pt x="5" y="339"/>
                  </a:lnTo>
                  <a:lnTo>
                    <a:pt x="2" y="382"/>
                  </a:lnTo>
                  <a:lnTo>
                    <a:pt x="0" y="424"/>
                  </a:lnTo>
                  <a:lnTo>
                    <a:pt x="12" y="424"/>
                  </a:lnTo>
                  <a:lnTo>
                    <a:pt x="13" y="382"/>
                  </a:lnTo>
                  <a:lnTo>
                    <a:pt x="17" y="341"/>
                  </a:lnTo>
                  <a:lnTo>
                    <a:pt x="23" y="301"/>
                  </a:lnTo>
                  <a:lnTo>
                    <a:pt x="31" y="264"/>
                  </a:lnTo>
                  <a:lnTo>
                    <a:pt x="41" y="227"/>
                  </a:lnTo>
                  <a:lnTo>
                    <a:pt x="53" y="193"/>
                  </a:lnTo>
                  <a:lnTo>
                    <a:pt x="67" y="161"/>
                  </a:lnTo>
                  <a:lnTo>
                    <a:pt x="82" y="132"/>
                  </a:lnTo>
                  <a:lnTo>
                    <a:pt x="99" y="105"/>
                  </a:lnTo>
                  <a:lnTo>
                    <a:pt x="117" y="81"/>
                  </a:lnTo>
                  <a:lnTo>
                    <a:pt x="137" y="61"/>
                  </a:lnTo>
                  <a:lnTo>
                    <a:pt x="157" y="43"/>
                  </a:lnTo>
                  <a:lnTo>
                    <a:pt x="178" y="30"/>
                  </a:lnTo>
                  <a:lnTo>
                    <a:pt x="201" y="20"/>
                  </a:lnTo>
                  <a:lnTo>
                    <a:pt x="223" y="14"/>
                  </a:lnTo>
                  <a:lnTo>
                    <a:pt x="246" y="12"/>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4570" name="Freeform 72"/>
            <p:cNvSpPr>
              <a:spLocks/>
            </p:cNvSpPr>
            <p:nvPr/>
          </p:nvSpPr>
          <p:spPr bwMode="auto">
            <a:xfrm>
              <a:off x="1565" y="2016"/>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0" y="339"/>
                  </a:lnTo>
                  <a:lnTo>
                    <a:pt x="234" y="299"/>
                  </a:lnTo>
                  <a:lnTo>
                    <a:pt x="226" y="261"/>
                  </a:lnTo>
                  <a:lnTo>
                    <a:pt x="216" y="223"/>
                  </a:lnTo>
                  <a:lnTo>
                    <a:pt x="204" y="189"/>
                  </a:lnTo>
                  <a:lnTo>
                    <a:pt x="190" y="156"/>
                  </a:lnTo>
                  <a:lnTo>
                    <a:pt x="174" y="125"/>
                  </a:lnTo>
                  <a:lnTo>
                    <a:pt x="156" y="98"/>
                  </a:lnTo>
                  <a:lnTo>
                    <a:pt x="138" y="74"/>
                  </a:lnTo>
                  <a:lnTo>
                    <a:pt x="118" y="51"/>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9" y="81"/>
                  </a:lnTo>
                  <a:lnTo>
                    <a:pt x="147" y="105"/>
                  </a:lnTo>
                  <a:lnTo>
                    <a:pt x="164" y="132"/>
                  </a:lnTo>
                  <a:lnTo>
                    <a:pt x="178" y="160"/>
                  </a:lnTo>
                  <a:lnTo>
                    <a:pt x="192" y="193"/>
                  </a:lnTo>
                  <a:lnTo>
                    <a:pt x="204" y="227"/>
                  </a:lnTo>
                  <a:lnTo>
                    <a:pt x="215" y="264"/>
                  </a:lnTo>
                  <a:lnTo>
                    <a:pt x="223" y="301"/>
                  </a:lnTo>
                  <a:lnTo>
                    <a:pt x="229"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4571" name="Freeform 73"/>
            <p:cNvSpPr>
              <a:spLocks/>
            </p:cNvSpPr>
            <p:nvPr/>
          </p:nvSpPr>
          <p:spPr bwMode="auto">
            <a:xfrm>
              <a:off x="1565" y="2101"/>
              <a:ext cx="49" cy="85"/>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6" y="423"/>
                  </a:lnTo>
                  <a:lnTo>
                    <a:pt x="51" y="418"/>
                  </a:lnTo>
                  <a:lnTo>
                    <a:pt x="74" y="407"/>
                  </a:lnTo>
                  <a:lnTo>
                    <a:pt x="96" y="392"/>
                  </a:lnTo>
                  <a:lnTo>
                    <a:pt x="118" y="373"/>
                  </a:lnTo>
                  <a:lnTo>
                    <a:pt x="138" y="351"/>
                  </a:lnTo>
                  <a:lnTo>
                    <a:pt x="156" y="327"/>
                  </a:lnTo>
                  <a:lnTo>
                    <a:pt x="175" y="299"/>
                  </a:lnTo>
                  <a:lnTo>
                    <a:pt x="190" y="269"/>
                  </a:lnTo>
                  <a:lnTo>
                    <a:pt x="204" y="236"/>
                  </a:lnTo>
                  <a:lnTo>
                    <a:pt x="216" y="202"/>
                  </a:lnTo>
                  <a:lnTo>
                    <a:pt x="226" y="164"/>
                  </a:lnTo>
                  <a:lnTo>
                    <a:pt x="234" y="126"/>
                  </a:lnTo>
                  <a:lnTo>
                    <a:pt x="240" y="86"/>
                  </a:lnTo>
                  <a:lnTo>
                    <a:pt x="244" y="42"/>
                  </a:lnTo>
                  <a:lnTo>
                    <a:pt x="245" y="0"/>
                  </a:lnTo>
                  <a:lnTo>
                    <a:pt x="233" y="0"/>
                  </a:lnTo>
                  <a:lnTo>
                    <a:pt x="232" y="42"/>
                  </a:lnTo>
                  <a:lnTo>
                    <a:pt x="229" y="83"/>
                  </a:lnTo>
                  <a:lnTo>
                    <a:pt x="223" y="123"/>
                  </a:lnTo>
                  <a:lnTo>
                    <a:pt x="215" y="162"/>
                  </a:lnTo>
                  <a:lnTo>
                    <a:pt x="204" y="197"/>
                  </a:lnTo>
                  <a:lnTo>
                    <a:pt x="192" y="231"/>
                  </a:lnTo>
                  <a:lnTo>
                    <a:pt x="178" y="264"/>
                  </a:lnTo>
                  <a:lnTo>
                    <a:pt x="163" y="292"/>
                  </a:lnTo>
                  <a:lnTo>
                    <a:pt x="147" y="320"/>
                  </a:lnTo>
                  <a:lnTo>
                    <a:pt x="129" y="344"/>
                  </a:lnTo>
                  <a:lnTo>
                    <a:pt x="109" y="364"/>
                  </a:lnTo>
                  <a:lnTo>
                    <a:pt x="89" y="382"/>
                  </a:lnTo>
                  <a:lnTo>
                    <a:pt x="67" y="395"/>
                  </a:lnTo>
                  <a:lnTo>
                    <a:pt x="46" y="406"/>
                  </a:lnTo>
                  <a:lnTo>
                    <a:pt x="24"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4572" name="Freeform 74"/>
            <p:cNvSpPr>
              <a:spLocks/>
            </p:cNvSpPr>
            <p:nvPr/>
          </p:nvSpPr>
          <p:spPr bwMode="auto">
            <a:xfrm>
              <a:off x="1516" y="2101"/>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5" y="86"/>
                  </a:lnTo>
                  <a:lnTo>
                    <a:pt x="11" y="126"/>
                  </a:lnTo>
                  <a:lnTo>
                    <a:pt x="19" y="164"/>
                  </a:lnTo>
                  <a:lnTo>
                    <a:pt x="30" y="202"/>
                  </a:lnTo>
                  <a:lnTo>
                    <a:pt x="41" y="236"/>
                  </a:lnTo>
                  <a:lnTo>
                    <a:pt x="55" y="269"/>
                  </a:lnTo>
                  <a:lnTo>
                    <a:pt x="71" y="299"/>
                  </a:lnTo>
                  <a:lnTo>
                    <a:pt x="89" y="327"/>
                  </a:lnTo>
                  <a:lnTo>
                    <a:pt x="107" y="351"/>
                  </a:lnTo>
                  <a:lnTo>
                    <a:pt x="127" y="373"/>
                  </a:lnTo>
                  <a:lnTo>
                    <a:pt x="149" y="392"/>
                  </a:lnTo>
                  <a:lnTo>
                    <a:pt x="171" y="407"/>
                  </a:lnTo>
                  <a:lnTo>
                    <a:pt x="195" y="418"/>
                  </a:lnTo>
                  <a:lnTo>
                    <a:pt x="219" y="423"/>
                  </a:lnTo>
                  <a:lnTo>
                    <a:pt x="245" y="426"/>
                  </a:lnTo>
                  <a:lnTo>
                    <a:pt x="245" y="414"/>
                  </a:lnTo>
                  <a:lnTo>
                    <a:pt x="222" y="412"/>
                  </a:lnTo>
                  <a:lnTo>
                    <a:pt x="199" y="406"/>
                  </a:lnTo>
                  <a:lnTo>
                    <a:pt x="178" y="395"/>
                  </a:lnTo>
                  <a:lnTo>
                    <a:pt x="156" y="382"/>
                  </a:lnTo>
                  <a:lnTo>
                    <a:pt x="136" y="364"/>
                  </a:lnTo>
                  <a:lnTo>
                    <a:pt x="116" y="344"/>
                  </a:lnTo>
                  <a:lnTo>
                    <a:pt x="99" y="320"/>
                  </a:lnTo>
                  <a:lnTo>
                    <a:pt x="82" y="292"/>
                  </a:lnTo>
                  <a:lnTo>
                    <a:pt x="67" y="264"/>
                  </a:lnTo>
                  <a:lnTo>
                    <a:pt x="53" y="231"/>
                  </a:lnTo>
                  <a:lnTo>
                    <a:pt x="41" y="197"/>
                  </a:lnTo>
                  <a:lnTo>
                    <a:pt x="31" y="162"/>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4573" name="Freeform 75"/>
            <p:cNvSpPr>
              <a:spLocks/>
            </p:cNvSpPr>
            <p:nvPr/>
          </p:nvSpPr>
          <p:spPr bwMode="auto">
            <a:xfrm>
              <a:off x="1516" y="2016"/>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5" y="8"/>
                  </a:lnTo>
                  <a:lnTo>
                    <a:pt x="171" y="19"/>
                  </a:lnTo>
                  <a:lnTo>
                    <a:pt x="149" y="34"/>
                  </a:lnTo>
                  <a:lnTo>
                    <a:pt x="127" y="51"/>
                  </a:lnTo>
                  <a:lnTo>
                    <a:pt x="107" y="74"/>
                  </a:lnTo>
                  <a:lnTo>
                    <a:pt x="89" y="98"/>
                  </a:lnTo>
                  <a:lnTo>
                    <a:pt x="72" y="125"/>
                  </a:lnTo>
                  <a:lnTo>
                    <a:pt x="55" y="156"/>
                  </a:lnTo>
                  <a:lnTo>
                    <a:pt x="41" y="189"/>
                  </a:lnTo>
                  <a:lnTo>
                    <a:pt x="30" y="223"/>
                  </a:lnTo>
                  <a:lnTo>
                    <a:pt x="19" y="261"/>
                  </a:lnTo>
                  <a:lnTo>
                    <a:pt x="11" y="299"/>
                  </a:lnTo>
                  <a:lnTo>
                    <a:pt x="5" y="339"/>
                  </a:lnTo>
                  <a:lnTo>
                    <a:pt x="1" y="382"/>
                  </a:lnTo>
                  <a:lnTo>
                    <a:pt x="0" y="424"/>
                  </a:lnTo>
                  <a:lnTo>
                    <a:pt x="12" y="424"/>
                  </a:lnTo>
                  <a:lnTo>
                    <a:pt x="13" y="382"/>
                  </a:lnTo>
                  <a:lnTo>
                    <a:pt x="17" y="341"/>
                  </a:lnTo>
                  <a:lnTo>
                    <a:pt x="23" y="301"/>
                  </a:lnTo>
                  <a:lnTo>
                    <a:pt x="31" y="264"/>
                  </a:lnTo>
                  <a:lnTo>
                    <a:pt x="41" y="227"/>
                  </a:lnTo>
                  <a:lnTo>
                    <a:pt x="53" y="193"/>
                  </a:lnTo>
                  <a:lnTo>
                    <a:pt x="67" y="160"/>
                  </a:lnTo>
                  <a:lnTo>
                    <a:pt x="81" y="132"/>
                  </a:lnTo>
                  <a:lnTo>
                    <a:pt x="99" y="105"/>
                  </a:lnTo>
                  <a:lnTo>
                    <a:pt x="116" y="81"/>
                  </a:lnTo>
                  <a:lnTo>
                    <a:pt x="136" y="61"/>
                  </a:lnTo>
                  <a:lnTo>
                    <a:pt x="156" y="43"/>
                  </a:lnTo>
                  <a:lnTo>
                    <a:pt x="178" y="30"/>
                  </a:lnTo>
                  <a:lnTo>
                    <a:pt x="199" y="20"/>
                  </a:lnTo>
                  <a:lnTo>
                    <a:pt x="222"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sp>
        <p:nvSpPr>
          <p:cNvPr id="64520" name="Rectangle 77"/>
          <p:cNvSpPr>
            <a:spLocks noChangeArrowheads="1"/>
          </p:cNvSpPr>
          <p:nvPr/>
        </p:nvSpPr>
        <p:spPr bwMode="auto">
          <a:xfrm>
            <a:off x="611188" y="0"/>
            <a:ext cx="6388100" cy="6477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3000"/>
              <a:t>Sem. 1 - Mardi</a:t>
            </a:r>
          </a:p>
        </p:txBody>
      </p:sp>
      <p:sp>
        <p:nvSpPr>
          <p:cNvPr id="64521" name="Text Box 78"/>
          <p:cNvSpPr txBox="1">
            <a:spLocks noChangeArrowheads="1"/>
          </p:cNvSpPr>
          <p:nvPr/>
        </p:nvSpPr>
        <p:spPr bwMode="auto">
          <a:xfrm>
            <a:off x="566738" y="2697163"/>
            <a:ext cx="3217862"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2. Pas de commandes</a:t>
            </a:r>
          </a:p>
        </p:txBody>
      </p:sp>
      <p:sp>
        <p:nvSpPr>
          <p:cNvPr id="64522" name="Text Box 79"/>
          <p:cNvSpPr txBox="1">
            <a:spLocks noChangeArrowheads="1"/>
          </p:cNvSpPr>
          <p:nvPr/>
        </p:nvSpPr>
        <p:spPr bwMode="auto">
          <a:xfrm>
            <a:off x="566738" y="5211763"/>
            <a:ext cx="6543675" cy="4429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eaLnBrk="1" hangingPunct="1">
              <a:spcBef>
                <a:spcPct val="0"/>
              </a:spcBef>
              <a:buFontTx/>
              <a:buNone/>
            </a:pPr>
            <a:r>
              <a:rPr lang="fr-FR" altLang="fr-FR" sz="2300"/>
              <a:t>4. Pointez la production sur votre feuille de suivi</a:t>
            </a:r>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538" name="Rectangle 2"/>
          <p:cNvSpPr>
            <a:spLocks noGrp="1" noChangeArrowheads="1"/>
          </p:cNvSpPr>
          <p:nvPr>
            <p:ph type="title"/>
          </p:nvPr>
        </p:nvSpPr>
        <p:spPr/>
        <p:txBody>
          <a:bodyPr/>
          <a:lstStyle/>
          <a:p>
            <a:pPr eaLnBrk="1" hangingPunct="1"/>
            <a:r>
              <a:rPr lang="fr-FR" altLang="fr-FR"/>
              <a:t>Question</a:t>
            </a:r>
          </a:p>
        </p:txBody>
      </p:sp>
      <p:sp>
        <p:nvSpPr>
          <p:cNvPr id="65539" name="Rectangle 3"/>
          <p:cNvSpPr>
            <a:spLocks noGrp="1" noChangeArrowheads="1"/>
          </p:cNvSpPr>
          <p:nvPr>
            <p:ph type="body" idx="1"/>
          </p:nvPr>
        </p:nvSpPr>
        <p:spPr>
          <a:xfrm>
            <a:off x="466725" y="1730375"/>
            <a:ext cx="8229600" cy="4314825"/>
          </a:xfrm>
        </p:spPr>
        <p:txBody>
          <a:bodyPr/>
          <a:lstStyle/>
          <a:p>
            <a:pPr eaLnBrk="1" hangingPunct="1">
              <a:lnSpc>
                <a:spcPct val="110000"/>
              </a:lnSpc>
              <a:buFontTx/>
              <a:buNone/>
            </a:pPr>
            <a:r>
              <a:rPr lang="fr-FR" altLang="fr-FR" u="sng"/>
              <a:t>Origine</a:t>
            </a:r>
            <a:r>
              <a:rPr lang="fr-FR" altLang="fr-FR"/>
              <a:t> : Bureau d’étude</a:t>
            </a:r>
          </a:p>
          <a:p>
            <a:pPr eaLnBrk="1" hangingPunct="1">
              <a:lnSpc>
                <a:spcPct val="110000"/>
              </a:lnSpc>
              <a:buFontTx/>
              <a:buNone/>
            </a:pPr>
            <a:r>
              <a:rPr lang="fr-FR" altLang="fr-FR" u="sng"/>
              <a:t>Destinataire</a:t>
            </a:r>
            <a:r>
              <a:rPr lang="fr-FR" altLang="fr-FR"/>
              <a:t> : Production</a:t>
            </a:r>
          </a:p>
          <a:p>
            <a:pPr eaLnBrk="1" hangingPunct="1">
              <a:lnSpc>
                <a:spcPct val="110000"/>
              </a:lnSpc>
              <a:buFontTx/>
              <a:buNone/>
            </a:pPr>
            <a:endParaRPr lang="fr-FR" altLang="fr-FR"/>
          </a:p>
          <a:p>
            <a:pPr eaLnBrk="1" hangingPunct="1">
              <a:lnSpc>
                <a:spcPct val="110000"/>
              </a:lnSpc>
            </a:pPr>
            <a:r>
              <a:rPr lang="fr-FR" altLang="fr-FR"/>
              <a:t>A la suite d'une analyse faite par le Service Qualité, il faut envisager un changement dans la gamme d'usinage du carter. </a:t>
            </a:r>
          </a:p>
          <a:p>
            <a:pPr eaLnBrk="1" hangingPunct="1">
              <a:lnSpc>
                <a:spcPct val="110000"/>
              </a:lnSpc>
            </a:pPr>
            <a:r>
              <a:rPr lang="fr-FR" altLang="fr-FR"/>
              <a:t>Pouvez-vous me dire le temps nécessaire pour que la modification soit appliquée aux produits livrés chez les clients ?</a:t>
            </a:r>
          </a:p>
        </p:txBody>
      </p:sp>
    </p:spTree>
  </p:cSld>
  <p:clrMapOvr>
    <a:masterClrMapping/>
  </p:clrMapOvr>
  <p:transition spd="slow"/>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6562" name="Group 2"/>
          <p:cNvGrpSpPr>
            <a:grpSpLocks/>
          </p:cNvGrpSpPr>
          <p:nvPr/>
        </p:nvGrpSpPr>
        <p:grpSpPr bwMode="auto">
          <a:xfrm>
            <a:off x="7073900" y="215900"/>
            <a:ext cx="1878013" cy="1250950"/>
            <a:chOff x="4456" y="136"/>
            <a:chExt cx="1183" cy="788"/>
          </a:xfrm>
        </p:grpSpPr>
        <p:grpSp>
          <p:nvGrpSpPr>
            <p:cNvPr id="66622" name="Group 3"/>
            <p:cNvGrpSpPr>
              <a:grpSpLocks/>
            </p:cNvGrpSpPr>
            <p:nvPr/>
          </p:nvGrpSpPr>
          <p:grpSpPr bwMode="auto">
            <a:xfrm>
              <a:off x="4766" y="232"/>
              <a:ext cx="873" cy="692"/>
              <a:chOff x="2185" y="310"/>
              <a:chExt cx="873" cy="692"/>
            </a:xfrm>
          </p:grpSpPr>
          <p:sp>
            <p:nvSpPr>
              <p:cNvPr id="66633" name="Freeform 4"/>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accent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6634" name="Freeform 5"/>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6635" name="Freeform 6"/>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6636" name="Freeform 7"/>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6637" name="Freeform 8"/>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6638" name="Freeform 9"/>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6639" name="Freeform 10"/>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grpSp>
          <p:nvGrpSpPr>
            <p:cNvPr id="66623" name="Group 11"/>
            <p:cNvGrpSpPr>
              <a:grpSpLocks/>
            </p:cNvGrpSpPr>
            <p:nvPr/>
          </p:nvGrpSpPr>
          <p:grpSpPr bwMode="auto">
            <a:xfrm>
              <a:off x="4949" y="336"/>
              <a:ext cx="591" cy="468"/>
              <a:chOff x="2185" y="310"/>
              <a:chExt cx="873" cy="692"/>
            </a:xfrm>
          </p:grpSpPr>
          <p:sp>
            <p:nvSpPr>
              <p:cNvPr id="66626" name="Freeform 12"/>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6627" name="Freeform 13"/>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6628" name="Freeform 14"/>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6629" name="Freeform 15"/>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6630" name="Freeform 16"/>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6631" name="Freeform 17"/>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6632" name="Freeform 18"/>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pic>
          <p:nvPicPr>
            <p:cNvPr id="66624" name="Picture 19"/>
            <p:cNvPicPr>
              <a:picLocks noChangeAspect="1" noChangeArrowheads="1"/>
            </p:cNvPicPr>
            <p:nvPr/>
          </p:nvPicPr>
          <p:blipFill>
            <a:blip r:embed="rId3" cstate="print">
              <a:extLst>
                <a:ext uri="{28A0092B-C50C-407E-A947-70E740481C1C}">
                  <a14:useLocalDpi xmlns:a14="http://schemas.microsoft.com/office/drawing/2010/main" val="0"/>
                </a:ext>
              </a:extLst>
            </a:blip>
            <a:srcRect l="-4282" t="-4369" r="-5199" b="-12012"/>
            <a:stretch>
              <a:fillRect/>
            </a:stretch>
          </p:blipFill>
          <p:spPr bwMode="auto">
            <a:xfrm>
              <a:off x="4456" y="136"/>
              <a:ext cx="480" cy="5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66625" name="Text Box 20"/>
            <p:cNvSpPr txBox="1">
              <a:spLocks noChangeArrowheads="1"/>
            </p:cNvSpPr>
            <p:nvPr/>
          </p:nvSpPr>
          <p:spPr bwMode="auto">
            <a:xfrm>
              <a:off x="4946" y="314"/>
              <a:ext cx="596" cy="49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4500" b="1">
                  <a:solidFill>
                    <a:srgbClr val="FF0000"/>
                  </a:solidFill>
                  <a:latin typeface="Arial Black" pitchFamily="34" charset="0"/>
                </a:rPr>
                <a:t>16</a:t>
              </a:r>
              <a:endParaRPr lang="fr-FR" altLang="fr-FR" sz="3200">
                <a:solidFill>
                  <a:schemeClr val="tx1"/>
                </a:solidFill>
                <a:latin typeface="Arial Black" pitchFamily="34" charset="0"/>
              </a:endParaRPr>
            </a:p>
          </p:txBody>
        </p:sp>
      </p:grpSp>
      <p:sp>
        <p:nvSpPr>
          <p:cNvPr id="66564" name="Text Box 22"/>
          <p:cNvSpPr txBox="1">
            <a:spLocks noChangeArrowheads="1"/>
          </p:cNvSpPr>
          <p:nvPr/>
        </p:nvSpPr>
        <p:spPr bwMode="auto">
          <a:xfrm>
            <a:off x="566738" y="1363663"/>
            <a:ext cx="1946275"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1. Tirez le dé</a:t>
            </a:r>
          </a:p>
        </p:txBody>
      </p:sp>
      <p:sp>
        <p:nvSpPr>
          <p:cNvPr id="66565" name="Text Box 23"/>
          <p:cNvSpPr txBox="1">
            <a:spLocks noChangeArrowheads="1"/>
          </p:cNvSpPr>
          <p:nvPr/>
        </p:nvSpPr>
        <p:spPr bwMode="auto">
          <a:xfrm>
            <a:off x="566738" y="3935413"/>
            <a:ext cx="18796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3. Produisez</a:t>
            </a:r>
          </a:p>
        </p:txBody>
      </p:sp>
      <p:grpSp>
        <p:nvGrpSpPr>
          <p:cNvPr id="66566" name="Group 24"/>
          <p:cNvGrpSpPr>
            <a:grpSpLocks/>
          </p:cNvGrpSpPr>
          <p:nvPr/>
        </p:nvGrpSpPr>
        <p:grpSpPr bwMode="auto">
          <a:xfrm>
            <a:off x="2986088" y="1306513"/>
            <a:ext cx="446087" cy="534987"/>
            <a:chOff x="868" y="1439"/>
            <a:chExt cx="811" cy="972"/>
          </a:xfrm>
        </p:grpSpPr>
        <p:sp>
          <p:nvSpPr>
            <p:cNvPr id="66571" name="Freeform 25"/>
            <p:cNvSpPr>
              <a:spLocks/>
            </p:cNvSpPr>
            <p:nvPr/>
          </p:nvSpPr>
          <p:spPr bwMode="auto">
            <a:xfrm>
              <a:off x="1548" y="2014"/>
              <a:ext cx="123" cy="100"/>
            </a:xfrm>
            <a:custGeom>
              <a:avLst/>
              <a:gdLst>
                <a:gd name="T0" fmla="*/ 5 w 618"/>
                <a:gd name="T1" fmla="*/ 0 h 502"/>
                <a:gd name="T2" fmla="*/ 5 w 618"/>
                <a:gd name="T3" fmla="*/ 0 h 502"/>
                <a:gd name="T4" fmla="*/ 0 w 618"/>
                <a:gd name="T5" fmla="*/ 4 h 502"/>
                <a:gd name="T6" fmla="*/ 0 w 618"/>
                <a:gd name="T7" fmla="*/ 4 h 502"/>
                <a:gd name="T8" fmla="*/ 5 w 618"/>
                <a:gd name="T9" fmla="*/ 0 h 502"/>
                <a:gd name="T10" fmla="*/ 5 w 618"/>
                <a:gd name="T11" fmla="*/ 0 h 502"/>
                <a:gd name="T12" fmla="*/ 5 w 618"/>
                <a:gd name="T13" fmla="*/ 0 h 502"/>
                <a:gd name="T14" fmla="*/ 5 w 618"/>
                <a:gd name="T15" fmla="*/ 0 h 502"/>
                <a:gd name="T16" fmla="*/ 5 w 618"/>
                <a:gd name="T17" fmla="*/ 0 h 502"/>
                <a:gd name="T18" fmla="*/ 5 w 618"/>
                <a:gd name="T19" fmla="*/ 0 h 502"/>
                <a:gd name="T20" fmla="*/ 5 w 618"/>
                <a:gd name="T21" fmla="*/ 0 h 502"/>
                <a:gd name="T22" fmla="*/ 5 w 618"/>
                <a:gd name="T23" fmla="*/ 0 h 502"/>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618"/>
                <a:gd name="T37" fmla="*/ 0 h 502"/>
                <a:gd name="T38" fmla="*/ 618 w 618"/>
                <a:gd name="T39" fmla="*/ 502 h 502"/>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618" h="502">
                  <a:moveTo>
                    <a:pt x="611" y="0"/>
                  </a:moveTo>
                  <a:lnTo>
                    <a:pt x="606" y="2"/>
                  </a:lnTo>
                  <a:lnTo>
                    <a:pt x="0" y="490"/>
                  </a:lnTo>
                  <a:lnTo>
                    <a:pt x="10" y="502"/>
                  </a:lnTo>
                  <a:lnTo>
                    <a:pt x="616" y="14"/>
                  </a:lnTo>
                  <a:lnTo>
                    <a:pt x="611" y="16"/>
                  </a:lnTo>
                  <a:lnTo>
                    <a:pt x="616" y="14"/>
                  </a:lnTo>
                  <a:lnTo>
                    <a:pt x="618" y="9"/>
                  </a:lnTo>
                  <a:lnTo>
                    <a:pt x="617" y="3"/>
                  </a:lnTo>
                  <a:lnTo>
                    <a:pt x="612" y="1"/>
                  </a:lnTo>
                  <a:lnTo>
                    <a:pt x="606" y="2"/>
                  </a:lnTo>
                  <a:lnTo>
                    <a:pt x="611"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6572" name="Freeform 26"/>
            <p:cNvSpPr>
              <a:spLocks/>
            </p:cNvSpPr>
            <p:nvPr/>
          </p:nvSpPr>
          <p:spPr bwMode="auto">
            <a:xfrm>
              <a:off x="876" y="1852"/>
              <a:ext cx="82" cy="373"/>
            </a:xfrm>
            <a:custGeom>
              <a:avLst/>
              <a:gdLst>
                <a:gd name="T0" fmla="*/ 3 w 413"/>
                <a:gd name="T1" fmla="*/ 15 h 1865"/>
                <a:gd name="T2" fmla="*/ 3 w 413"/>
                <a:gd name="T3" fmla="*/ 15 h 1865"/>
                <a:gd name="T4" fmla="*/ 0 w 413"/>
                <a:gd name="T5" fmla="*/ 0 h 1865"/>
                <a:gd name="T6" fmla="*/ 0 w 413"/>
                <a:gd name="T7" fmla="*/ 0 h 1865"/>
                <a:gd name="T8" fmla="*/ 3 w 413"/>
                <a:gd name="T9" fmla="*/ 15 h 1865"/>
                <a:gd name="T10" fmla="*/ 3 w 413"/>
                <a:gd name="T11" fmla="*/ 15 h 1865"/>
                <a:gd name="T12" fmla="*/ 3 w 413"/>
                <a:gd name="T13" fmla="*/ 15 h 1865"/>
                <a:gd name="T14" fmla="*/ 3 w 413"/>
                <a:gd name="T15" fmla="*/ 15 h 1865"/>
                <a:gd name="T16" fmla="*/ 3 w 413"/>
                <a:gd name="T17" fmla="*/ 15 h 1865"/>
                <a:gd name="T18" fmla="*/ 3 w 413"/>
                <a:gd name="T19" fmla="*/ 15 h 1865"/>
                <a:gd name="T20" fmla="*/ 3 w 413"/>
                <a:gd name="T21" fmla="*/ 15 h 1865"/>
                <a:gd name="T22" fmla="*/ 3 w 413"/>
                <a:gd name="T23" fmla="*/ 15 h 186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413"/>
                <a:gd name="T37" fmla="*/ 0 h 1865"/>
                <a:gd name="T38" fmla="*/ 413 w 413"/>
                <a:gd name="T39" fmla="*/ 1865 h 1865"/>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413" h="1865">
                  <a:moveTo>
                    <a:pt x="400" y="1864"/>
                  </a:moveTo>
                  <a:lnTo>
                    <a:pt x="413" y="1856"/>
                  </a:lnTo>
                  <a:lnTo>
                    <a:pt x="17" y="0"/>
                  </a:lnTo>
                  <a:lnTo>
                    <a:pt x="0" y="2"/>
                  </a:lnTo>
                  <a:lnTo>
                    <a:pt x="396" y="1858"/>
                  </a:lnTo>
                  <a:lnTo>
                    <a:pt x="409" y="1850"/>
                  </a:lnTo>
                  <a:lnTo>
                    <a:pt x="396" y="1858"/>
                  </a:lnTo>
                  <a:lnTo>
                    <a:pt x="400" y="1864"/>
                  </a:lnTo>
                  <a:lnTo>
                    <a:pt x="406" y="1865"/>
                  </a:lnTo>
                  <a:lnTo>
                    <a:pt x="410" y="1862"/>
                  </a:lnTo>
                  <a:lnTo>
                    <a:pt x="413" y="1856"/>
                  </a:lnTo>
                  <a:lnTo>
                    <a:pt x="400" y="186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6573" name="Freeform 27"/>
            <p:cNvSpPr>
              <a:spLocks/>
            </p:cNvSpPr>
            <p:nvPr/>
          </p:nvSpPr>
          <p:spPr bwMode="auto">
            <a:xfrm>
              <a:off x="1282" y="1533"/>
              <a:ext cx="35" cy="161"/>
            </a:xfrm>
            <a:custGeom>
              <a:avLst/>
              <a:gdLst>
                <a:gd name="T0" fmla="*/ 1 w 175"/>
                <a:gd name="T1" fmla="*/ 6 h 807"/>
                <a:gd name="T2" fmla="*/ 1 w 175"/>
                <a:gd name="T3" fmla="*/ 6 h 807"/>
                <a:gd name="T4" fmla="*/ 1 w 175"/>
                <a:gd name="T5" fmla="*/ 6 h 807"/>
                <a:gd name="T6" fmla="*/ 1 w 175"/>
                <a:gd name="T7" fmla="*/ 5 h 807"/>
                <a:gd name="T8" fmla="*/ 1 w 175"/>
                <a:gd name="T9" fmla="*/ 5 h 807"/>
                <a:gd name="T10" fmla="*/ 1 w 175"/>
                <a:gd name="T11" fmla="*/ 5 h 807"/>
                <a:gd name="T12" fmla="*/ 1 w 175"/>
                <a:gd name="T13" fmla="*/ 4 h 807"/>
                <a:gd name="T14" fmla="*/ 1 w 175"/>
                <a:gd name="T15" fmla="*/ 4 h 807"/>
                <a:gd name="T16" fmla="*/ 1 w 175"/>
                <a:gd name="T17" fmla="*/ 3 h 807"/>
                <a:gd name="T18" fmla="*/ 1 w 175"/>
                <a:gd name="T19" fmla="*/ 3 h 807"/>
                <a:gd name="T20" fmla="*/ 1 w 175"/>
                <a:gd name="T21" fmla="*/ 3 h 807"/>
                <a:gd name="T22" fmla="*/ 1 w 175"/>
                <a:gd name="T23" fmla="*/ 2 h 807"/>
                <a:gd name="T24" fmla="*/ 1 w 175"/>
                <a:gd name="T25" fmla="*/ 2 h 807"/>
                <a:gd name="T26" fmla="*/ 1 w 175"/>
                <a:gd name="T27" fmla="*/ 2 h 807"/>
                <a:gd name="T28" fmla="*/ 1 w 175"/>
                <a:gd name="T29" fmla="*/ 1 h 807"/>
                <a:gd name="T30" fmla="*/ 1 w 175"/>
                <a:gd name="T31" fmla="*/ 1 h 807"/>
                <a:gd name="T32" fmla="*/ 1 w 175"/>
                <a:gd name="T33" fmla="*/ 1 h 807"/>
                <a:gd name="T34" fmla="*/ 1 w 175"/>
                <a:gd name="T35" fmla="*/ 0 h 807"/>
                <a:gd name="T36" fmla="*/ 1 w 175"/>
                <a:gd name="T37" fmla="*/ 0 h 807"/>
                <a:gd name="T38" fmla="*/ 1 w 175"/>
                <a:gd name="T39" fmla="*/ 0 h 807"/>
                <a:gd name="T40" fmla="*/ 0 w 175"/>
                <a:gd name="T41" fmla="*/ 1 h 807"/>
                <a:gd name="T42" fmla="*/ 0 w 175"/>
                <a:gd name="T43" fmla="*/ 1 h 807"/>
                <a:gd name="T44" fmla="*/ 0 w 175"/>
                <a:gd name="T45" fmla="*/ 1 h 807"/>
                <a:gd name="T46" fmla="*/ 0 w 175"/>
                <a:gd name="T47" fmla="*/ 2 h 807"/>
                <a:gd name="T48" fmla="*/ 0 w 175"/>
                <a:gd name="T49" fmla="*/ 2 h 807"/>
                <a:gd name="T50" fmla="*/ 0 w 175"/>
                <a:gd name="T51" fmla="*/ 3 h 807"/>
                <a:gd name="T52" fmla="*/ 0 w 175"/>
                <a:gd name="T53" fmla="*/ 3 h 807"/>
                <a:gd name="T54" fmla="*/ 0 w 175"/>
                <a:gd name="T55" fmla="*/ 3 h 807"/>
                <a:gd name="T56" fmla="*/ 0 w 175"/>
                <a:gd name="T57" fmla="*/ 4 h 807"/>
                <a:gd name="T58" fmla="*/ 0 w 175"/>
                <a:gd name="T59" fmla="*/ 4 h 807"/>
                <a:gd name="T60" fmla="*/ 0 w 175"/>
                <a:gd name="T61" fmla="*/ 5 h 807"/>
                <a:gd name="T62" fmla="*/ 0 w 175"/>
                <a:gd name="T63" fmla="*/ 5 h 807"/>
                <a:gd name="T64" fmla="*/ 0 w 175"/>
                <a:gd name="T65" fmla="*/ 5 h 807"/>
                <a:gd name="T66" fmla="*/ 1 w 175"/>
                <a:gd name="T67" fmla="*/ 6 h 807"/>
                <a:gd name="T68" fmla="*/ 1 w 175"/>
                <a:gd name="T69" fmla="*/ 6 h 807"/>
                <a:gd name="T70" fmla="*/ 1 w 175"/>
                <a:gd name="T71" fmla="*/ 6 h 807"/>
                <a:gd name="T72" fmla="*/ 1 w 175"/>
                <a:gd name="T73" fmla="*/ 6 h 807"/>
                <a:gd name="T74" fmla="*/ 1 w 175"/>
                <a:gd name="T75" fmla="*/ 6 h 807"/>
                <a:gd name="T76" fmla="*/ 1 w 175"/>
                <a:gd name="T77" fmla="*/ 6 h 807"/>
                <a:gd name="T78" fmla="*/ 1 w 175"/>
                <a:gd name="T79" fmla="*/ 6 h 807"/>
                <a:gd name="T80" fmla="*/ 1 w 175"/>
                <a:gd name="T81" fmla="*/ 6 h 807"/>
                <a:gd name="T82" fmla="*/ 1 w 175"/>
                <a:gd name="T83" fmla="*/ 6 h 807"/>
                <a:gd name="T84" fmla="*/ 1 w 175"/>
                <a:gd name="T85" fmla="*/ 6 h 807"/>
                <a:gd name="T86" fmla="*/ 1 w 175"/>
                <a:gd name="T87" fmla="*/ 6 h 807"/>
                <a:gd name="T88" fmla="*/ 1 w 175"/>
                <a:gd name="T89" fmla="*/ 6 h 807"/>
                <a:gd name="T90" fmla="*/ 1 w 175"/>
                <a:gd name="T91" fmla="*/ 6 h 80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175"/>
                <a:gd name="T139" fmla="*/ 0 h 807"/>
                <a:gd name="T140" fmla="*/ 175 w 175"/>
                <a:gd name="T141" fmla="*/ 807 h 80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175" h="807">
                  <a:moveTo>
                    <a:pt x="169" y="740"/>
                  </a:moveTo>
                  <a:lnTo>
                    <a:pt x="169" y="739"/>
                  </a:lnTo>
                  <a:lnTo>
                    <a:pt x="149" y="698"/>
                  </a:lnTo>
                  <a:lnTo>
                    <a:pt x="133" y="656"/>
                  </a:lnTo>
                  <a:lnTo>
                    <a:pt x="120" y="611"/>
                  </a:lnTo>
                  <a:lnTo>
                    <a:pt x="108" y="565"/>
                  </a:lnTo>
                  <a:lnTo>
                    <a:pt x="100" y="520"/>
                  </a:lnTo>
                  <a:lnTo>
                    <a:pt x="96" y="472"/>
                  </a:lnTo>
                  <a:lnTo>
                    <a:pt x="93" y="425"/>
                  </a:lnTo>
                  <a:lnTo>
                    <a:pt x="93" y="377"/>
                  </a:lnTo>
                  <a:lnTo>
                    <a:pt x="96" y="330"/>
                  </a:lnTo>
                  <a:lnTo>
                    <a:pt x="100" y="283"/>
                  </a:lnTo>
                  <a:lnTo>
                    <a:pt x="106" y="238"/>
                  </a:lnTo>
                  <a:lnTo>
                    <a:pt x="115" y="195"/>
                  </a:lnTo>
                  <a:lnTo>
                    <a:pt x="126" y="153"/>
                  </a:lnTo>
                  <a:lnTo>
                    <a:pt x="139" y="114"/>
                  </a:lnTo>
                  <a:lnTo>
                    <a:pt x="153" y="77"/>
                  </a:lnTo>
                  <a:lnTo>
                    <a:pt x="169" y="43"/>
                  </a:lnTo>
                  <a:lnTo>
                    <a:pt x="87" y="0"/>
                  </a:lnTo>
                  <a:lnTo>
                    <a:pt x="69" y="39"/>
                  </a:lnTo>
                  <a:lnTo>
                    <a:pt x="52" y="81"/>
                  </a:lnTo>
                  <a:lnTo>
                    <a:pt x="37" y="127"/>
                  </a:lnTo>
                  <a:lnTo>
                    <a:pt x="24" y="174"/>
                  </a:lnTo>
                  <a:lnTo>
                    <a:pt x="15" y="222"/>
                  </a:lnTo>
                  <a:lnTo>
                    <a:pt x="7" y="271"/>
                  </a:lnTo>
                  <a:lnTo>
                    <a:pt x="2" y="323"/>
                  </a:lnTo>
                  <a:lnTo>
                    <a:pt x="0" y="374"/>
                  </a:lnTo>
                  <a:lnTo>
                    <a:pt x="0" y="427"/>
                  </a:lnTo>
                  <a:lnTo>
                    <a:pt x="2" y="479"/>
                  </a:lnTo>
                  <a:lnTo>
                    <a:pt x="9" y="531"/>
                  </a:lnTo>
                  <a:lnTo>
                    <a:pt x="17" y="584"/>
                  </a:lnTo>
                  <a:lnTo>
                    <a:pt x="29" y="635"/>
                  </a:lnTo>
                  <a:lnTo>
                    <a:pt x="44" y="686"/>
                  </a:lnTo>
                  <a:lnTo>
                    <a:pt x="65" y="736"/>
                  </a:lnTo>
                  <a:lnTo>
                    <a:pt x="87" y="784"/>
                  </a:lnTo>
                  <a:lnTo>
                    <a:pt x="87" y="782"/>
                  </a:lnTo>
                  <a:lnTo>
                    <a:pt x="87" y="784"/>
                  </a:lnTo>
                  <a:lnTo>
                    <a:pt x="100" y="799"/>
                  </a:lnTo>
                  <a:lnTo>
                    <a:pt x="117" y="807"/>
                  </a:lnTo>
                  <a:lnTo>
                    <a:pt x="134" y="807"/>
                  </a:lnTo>
                  <a:lnTo>
                    <a:pt x="151" y="801"/>
                  </a:lnTo>
                  <a:lnTo>
                    <a:pt x="164" y="791"/>
                  </a:lnTo>
                  <a:lnTo>
                    <a:pt x="173" y="777"/>
                  </a:lnTo>
                  <a:lnTo>
                    <a:pt x="175" y="759"/>
                  </a:lnTo>
                  <a:lnTo>
                    <a:pt x="169" y="739"/>
                  </a:lnTo>
                  <a:lnTo>
                    <a:pt x="169" y="74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6574" name="Freeform 28"/>
            <p:cNvSpPr>
              <a:spLocks/>
            </p:cNvSpPr>
            <p:nvPr/>
          </p:nvSpPr>
          <p:spPr bwMode="auto">
            <a:xfrm>
              <a:off x="1299" y="1681"/>
              <a:ext cx="157" cy="281"/>
            </a:xfrm>
            <a:custGeom>
              <a:avLst/>
              <a:gdLst>
                <a:gd name="T0" fmla="*/ 6 w 787"/>
                <a:gd name="T1" fmla="*/ 11 h 1404"/>
                <a:gd name="T2" fmla="*/ 6 w 787"/>
                <a:gd name="T3" fmla="*/ 11 h 1404"/>
                <a:gd name="T4" fmla="*/ 1 w 787"/>
                <a:gd name="T5" fmla="*/ 0 h 1404"/>
                <a:gd name="T6" fmla="*/ 0 w 787"/>
                <a:gd name="T7" fmla="*/ 0 h 1404"/>
                <a:gd name="T8" fmla="*/ 6 w 787"/>
                <a:gd name="T9" fmla="*/ 11 h 1404"/>
                <a:gd name="T10" fmla="*/ 6 w 787"/>
                <a:gd name="T11" fmla="*/ 11 h 1404"/>
                <a:gd name="T12" fmla="*/ 6 w 787"/>
                <a:gd name="T13" fmla="*/ 11 h 1404"/>
                <a:gd name="T14" fmla="*/ 6 w 787"/>
                <a:gd name="T15" fmla="*/ 11 h 1404"/>
                <a:gd name="T16" fmla="*/ 6 w 787"/>
                <a:gd name="T17" fmla="*/ 11 h 1404"/>
                <a:gd name="T18" fmla="*/ 6 w 787"/>
                <a:gd name="T19" fmla="*/ 11 h 1404"/>
                <a:gd name="T20" fmla="*/ 6 w 787"/>
                <a:gd name="T21" fmla="*/ 11 h 1404"/>
                <a:gd name="T22" fmla="*/ 6 w 787"/>
                <a:gd name="T23" fmla="*/ 11 h 1404"/>
                <a:gd name="T24" fmla="*/ 6 w 787"/>
                <a:gd name="T25" fmla="*/ 11 h 1404"/>
                <a:gd name="T26" fmla="*/ 6 w 787"/>
                <a:gd name="T27" fmla="*/ 11 h 1404"/>
                <a:gd name="T28" fmla="*/ 6 w 787"/>
                <a:gd name="T29" fmla="*/ 11 h 1404"/>
                <a:gd name="T30" fmla="*/ 6 w 787"/>
                <a:gd name="T31" fmla="*/ 11 h 1404"/>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787"/>
                <a:gd name="T49" fmla="*/ 0 h 1404"/>
                <a:gd name="T50" fmla="*/ 787 w 787"/>
                <a:gd name="T51" fmla="*/ 1404 h 1404"/>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787" h="1404">
                  <a:moveTo>
                    <a:pt x="781" y="1334"/>
                  </a:moveTo>
                  <a:lnTo>
                    <a:pt x="781" y="1337"/>
                  </a:lnTo>
                  <a:lnTo>
                    <a:pt x="82" y="0"/>
                  </a:lnTo>
                  <a:lnTo>
                    <a:pt x="0" y="42"/>
                  </a:lnTo>
                  <a:lnTo>
                    <a:pt x="699" y="1379"/>
                  </a:lnTo>
                  <a:lnTo>
                    <a:pt x="699" y="1381"/>
                  </a:lnTo>
                  <a:lnTo>
                    <a:pt x="699" y="1379"/>
                  </a:lnTo>
                  <a:lnTo>
                    <a:pt x="712" y="1395"/>
                  </a:lnTo>
                  <a:lnTo>
                    <a:pt x="727" y="1402"/>
                  </a:lnTo>
                  <a:lnTo>
                    <a:pt x="744" y="1404"/>
                  </a:lnTo>
                  <a:lnTo>
                    <a:pt x="761" y="1398"/>
                  </a:lnTo>
                  <a:lnTo>
                    <a:pt x="775" y="1388"/>
                  </a:lnTo>
                  <a:lnTo>
                    <a:pt x="784" y="1373"/>
                  </a:lnTo>
                  <a:lnTo>
                    <a:pt x="787" y="1357"/>
                  </a:lnTo>
                  <a:lnTo>
                    <a:pt x="781" y="1337"/>
                  </a:lnTo>
                  <a:lnTo>
                    <a:pt x="781" y="13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6575" name="Freeform 29"/>
            <p:cNvSpPr>
              <a:spLocks/>
            </p:cNvSpPr>
            <p:nvPr/>
          </p:nvSpPr>
          <p:spPr bwMode="auto">
            <a:xfrm>
              <a:off x="1439" y="1948"/>
              <a:ext cx="125" cy="76"/>
            </a:xfrm>
            <a:custGeom>
              <a:avLst/>
              <a:gdLst>
                <a:gd name="T0" fmla="*/ 5 w 628"/>
                <a:gd name="T1" fmla="*/ 2 h 383"/>
                <a:gd name="T2" fmla="*/ 5 w 628"/>
                <a:gd name="T3" fmla="*/ 2 h 383"/>
                <a:gd name="T4" fmla="*/ 4 w 628"/>
                <a:gd name="T5" fmla="*/ 2 h 383"/>
                <a:gd name="T6" fmla="*/ 4 w 628"/>
                <a:gd name="T7" fmla="*/ 2 h 383"/>
                <a:gd name="T8" fmla="*/ 4 w 628"/>
                <a:gd name="T9" fmla="*/ 2 h 383"/>
                <a:gd name="T10" fmla="*/ 3 w 628"/>
                <a:gd name="T11" fmla="*/ 2 h 383"/>
                <a:gd name="T12" fmla="*/ 3 w 628"/>
                <a:gd name="T13" fmla="*/ 2 h 383"/>
                <a:gd name="T14" fmla="*/ 3 w 628"/>
                <a:gd name="T15" fmla="*/ 2 h 383"/>
                <a:gd name="T16" fmla="*/ 3 w 628"/>
                <a:gd name="T17" fmla="*/ 2 h 383"/>
                <a:gd name="T18" fmla="*/ 2 w 628"/>
                <a:gd name="T19" fmla="*/ 2 h 383"/>
                <a:gd name="T20" fmla="*/ 2 w 628"/>
                <a:gd name="T21" fmla="*/ 2 h 383"/>
                <a:gd name="T22" fmla="*/ 2 w 628"/>
                <a:gd name="T23" fmla="*/ 1 h 383"/>
                <a:gd name="T24" fmla="*/ 2 w 628"/>
                <a:gd name="T25" fmla="*/ 1 h 383"/>
                <a:gd name="T26" fmla="*/ 1 w 628"/>
                <a:gd name="T27" fmla="*/ 1 h 383"/>
                <a:gd name="T28" fmla="*/ 1 w 628"/>
                <a:gd name="T29" fmla="*/ 1 h 383"/>
                <a:gd name="T30" fmla="*/ 1 w 628"/>
                <a:gd name="T31" fmla="*/ 1 h 383"/>
                <a:gd name="T32" fmla="*/ 1 w 628"/>
                <a:gd name="T33" fmla="*/ 0 h 383"/>
                <a:gd name="T34" fmla="*/ 1 w 628"/>
                <a:gd name="T35" fmla="*/ 0 h 383"/>
                <a:gd name="T36" fmla="*/ 0 w 628"/>
                <a:gd name="T37" fmla="*/ 0 h 383"/>
                <a:gd name="T38" fmla="*/ 0 w 628"/>
                <a:gd name="T39" fmla="*/ 1 h 383"/>
                <a:gd name="T40" fmla="*/ 0 w 628"/>
                <a:gd name="T41" fmla="*/ 1 h 383"/>
                <a:gd name="T42" fmla="*/ 1 w 628"/>
                <a:gd name="T43" fmla="*/ 1 h 383"/>
                <a:gd name="T44" fmla="*/ 1 w 628"/>
                <a:gd name="T45" fmla="*/ 1 h 383"/>
                <a:gd name="T46" fmla="*/ 1 w 628"/>
                <a:gd name="T47" fmla="*/ 2 h 383"/>
                <a:gd name="T48" fmla="*/ 1 w 628"/>
                <a:gd name="T49" fmla="*/ 2 h 383"/>
                <a:gd name="T50" fmla="*/ 2 w 628"/>
                <a:gd name="T51" fmla="*/ 2 h 383"/>
                <a:gd name="T52" fmla="*/ 2 w 628"/>
                <a:gd name="T53" fmla="*/ 2 h 383"/>
                <a:gd name="T54" fmla="*/ 2 w 628"/>
                <a:gd name="T55" fmla="*/ 2 h 383"/>
                <a:gd name="T56" fmla="*/ 3 w 628"/>
                <a:gd name="T57" fmla="*/ 3 h 383"/>
                <a:gd name="T58" fmla="*/ 3 w 628"/>
                <a:gd name="T59" fmla="*/ 3 h 383"/>
                <a:gd name="T60" fmla="*/ 3 w 628"/>
                <a:gd name="T61" fmla="*/ 3 h 383"/>
                <a:gd name="T62" fmla="*/ 4 w 628"/>
                <a:gd name="T63" fmla="*/ 3 h 383"/>
                <a:gd name="T64" fmla="*/ 4 w 628"/>
                <a:gd name="T65" fmla="*/ 3 h 383"/>
                <a:gd name="T66" fmla="*/ 4 w 628"/>
                <a:gd name="T67" fmla="*/ 3 h 383"/>
                <a:gd name="T68" fmla="*/ 5 w 628"/>
                <a:gd name="T69" fmla="*/ 3 h 383"/>
                <a:gd name="T70" fmla="*/ 5 w 628"/>
                <a:gd name="T71" fmla="*/ 3 h 383"/>
                <a:gd name="T72" fmla="*/ 5 w 628"/>
                <a:gd name="T73" fmla="*/ 3 h 383"/>
                <a:gd name="T74" fmla="*/ 5 w 628"/>
                <a:gd name="T75" fmla="*/ 3 h 383"/>
                <a:gd name="T76" fmla="*/ 5 w 628"/>
                <a:gd name="T77" fmla="*/ 3 h 383"/>
                <a:gd name="T78" fmla="*/ 5 w 628"/>
                <a:gd name="T79" fmla="*/ 3 h 383"/>
                <a:gd name="T80" fmla="*/ 5 w 628"/>
                <a:gd name="T81" fmla="*/ 3 h 383"/>
                <a:gd name="T82" fmla="*/ 5 w 628"/>
                <a:gd name="T83" fmla="*/ 3 h 383"/>
                <a:gd name="T84" fmla="*/ 5 w 628"/>
                <a:gd name="T85" fmla="*/ 2 h 383"/>
                <a:gd name="T86" fmla="*/ 5 w 628"/>
                <a:gd name="T87" fmla="*/ 2 h 383"/>
                <a:gd name="T88" fmla="*/ 5 w 628"/>
                <a:gd name="T89" fmla="*/ 2 h 383"/>
                <a:gd name="T90" fmla="*/ 5 w 628"/>
                <a:gd name="T91" fmla="*/ 2 h 38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628"/>
                <a:gd name="T139" fmla="*/ 0 h 383"/>
                <a:gd name="T140" fmla="*/ 628 w 628"/>
                <a:gd name="T141" fmla="*/ 383 h 38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628" h="383">
                  <a:moveTo>
                    <a:pt x="581" y="289"/>
                  </a:moveTo>
                  <a:lnTo>
                    <a:pt x="582" y="289"/>
                  </a:lnTo>
                  <a:lnTo>
                    <a:pt x="541" y="287"/>
                  </a:lnTo>
                  <a:lnTo>
                    <a:pt x="500" y="283"/>
                  </a:lnTo>
                  <a:lnTo>
                    <a:pt x="462" y="276"/>
                  </a:lnTo>
                  <a:lnTo>
                    <a:pt x="424" y="268"/>
                  </a:lnTo>
                  <a:lnTo>
                    <a:pt x="389" y="255"/>
                  </a:lnTo>
                  <a:lnTo>
                    <a:pt x="352" y="242"/>
                  </a:lnTo>
                  <a:lnTo>
                    <a:pt x="320" y="227"/>
                  </a:lnTo>
                  <a:lnTo>
                    <a:pt x="287" y="209"/>
                  </a:lnTo>
                  <a:lnTo>
                    <a:pt x="255" y="189"/>
                  </a:lnTo>
                  <a:lnTo>
                    <a:pt x="226" y="168"/>
                  </a:lnTo>
                  <a:lnTo>
                    <a:pt x="198" y="145"/>
                  </a:lnTo>
                  <a:lnTo>
                    <a:pt x="172" y="119"/>
                  </a:lnTo>
                  <a:lnTo>
                    <a:pt x="146" y="92"/>
                  </a:lnTo>
                  <a:lnTo>
                    <a:pt x="122" y="64"/>
                  </a:lnTo>
                  <a:lnTo>
                    <a:pt x="100" y="33"/>
                  </a:lnTo>
                  <a:lnTo>
                    <a:pt x="82" y="0"/>
                  </a:lnTo>
                  <a:lnTo>
                    <a:pt x="0" y="47"/>
                  </a:lnTo>
                  <a:lnTo>
                    <a:pt x="23" y="85"/>
                  </a:lnTo>
                  <a:lnTo>
                    <a:pt x="49" y="120"/>
                  </a:lnTo>
                  <a:lnTo>
                    <a:pt x="76" y="153"/>
                  </a:lnTo>
                  <a:lnTo>
                    <a:pt x="104" y="185"/>
                  </a:lnTo>
                  <a:lnTo>
                    <a:pt x="137" y="215"/>
                  </a:lnTo>
                  <a:lnTo>
                    <a:pt x="170" y="241"/>
                  </a:lnTo>
                  <a:lnTo>
                    <a:pt x="204" y="267"/>
                  </a:lnTo>
                  <a:lnTo>
                    <a:pt x="240" y="289"/>
                  </a:lnTo>
                  <a:lnTo>
                    <a:pt x="277" y="309"/>
                  </a:lnTo>
                  <a:lnTo>
                    <a:pt x="317" y="329"/>
                  </a:lnTo>
                  <a:lnTo>
                    <a:pt x="358" y="344"/>
                  </a:lnTo>
                  <a:lnTo>
                    <a:pt x="400" y="357"/>
                  </a:lnTo>
                  <a:lnTo>
                    <a:pt x="444" y="367"/>
                  </a:lnTo>
                  <a:lnTo>
                    <a:pt x="488" y="374"/>
                  </a:lnTo>
                  <a:lnTo>
                    <a:pt x="534" y="380"/>
                  </a:lnTo>
                  <a:lnTo>
                    <a:pt x="580" y="383"/>
                  </a:lnTo>
                  <a:lnTo>
                    <a:pt x="581" y="383"/>
                  </a:lnTo>
                  <a:lnTo>
                    <a:pt x="580" y="383"/>
                  </a:lnTo>
                  <a:lnTo>
                    <a:pt x="600" y="379"/>
                  </a:lnTo>
                  <a:lnTo>
                    <a:pt x="615" y="369"/>
                  </a:lnTo>
                  <a:lnTo>
                    <a:pt x="624" y="353"/>
                  </a:lnTo>
                  <a:lnTo>
                    <a:pt x="628" y="337"/>
                  </a:lnTo>
                  <a:lnTo>
                    <a:pt x="625" y="319"/>
                  </a:lnTo>
                  <a:lnTo>
                    <a:pt x="617" y="304"/>
                  </a:lnTo>
                  <a:lnTo>
                    <a:pt x="602" y="294"/>
                  </a:lnTo>
                  <a:lnTo>
                    <a:pt x="582" y="289"/>
                  </a:lnTo>
                  <a:lnTo>
                    <a:pt x="581" y="28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6576" name="Freeform 30"/>
            <p:cNvSpPr>
              <a:spLocks/>
            </p:cNvSpPr>
            <p:nvPr/>
          </p:nvSpPr>
          <p:spPr bwMode="auto">
            <a:xfrm>
              <a:off x="1587" y="1880"/>
              <a:ext cx="85" cy="49"/>
            </a:xfrm>
            <a:custGeom>
              <a:avLst/>
              <a:gdLst>
                <a:gd name="T0" fmla="*/ 3 w 426"/>
                <a:gd name="T1" fmla="*/ 0 h 245"/>
                <a:gd name="T2" fmla="*/ 3 w 426"/>
                <a:gd name="T3" fmla="*/ 0 h 245"/>
                <a:gd name="T4" fmla="*/ 3 w 426"/>
                <a:gd name="T5" fmla="*/ 0 h 245"/>
                <a:gd name="T6" fmla="*/ 3 w 426"/>
                <a:gd name="T7" fmla="*/ 0 h 245"/>
                <a:gd name="T8" fmla="*/ 2 w 426"/>
                <a:gd name="T9" fmla="*/ 0 h 245"/>
                <a:gd name="T10" fmla="*/ 2 w 426"/>
                <a:gd name="T11" fmla="*/ 0 h 245"/>
                <a:gd name="T12" fmla="*/ 2 w 426"/>
                <a:gd name="T13" fmla="*/ 0 h 245"/>
                <a:gd name="T14" fmla="*/ 2 w 426"/>
                <a:gd name="T15" fmla="*/ 0 h 245"/>
                <a:gd name="T16" fmla="*/ 1 w 426"/>
                <a:gd name="T17" fmla="*/ 0 h 245"/>
                <a:gd name="T18" fmla="*/ 1 w 426"/>
                <a:gd name="T19" fmla="*/ 1 h 245"/>
                <a:gd name="T20" fmla="*/ 1 w 426"/>
                <a:gd name="T21" fmla="*/ 1 h 245"/>
                <a:gd name="T22" fmla="*/ 1 w 426"/>
                <a:gd name="T23" fmla="*/ 1 h 245"/>
                <a:gd name="T24" fmla="*/ 0 w 426"/>
                <a:gd name="T25" fmla="*/ 1 h 245"/>
                <a:gd name="T26" fmla="*/ 0 w 426"/>
                <a:gd name="T27" fmla="*/ 1 h 245"/>
                <a:gd name="T28" fmla="*/ 0 w 426"/>
                <a:gd name="T29" fmla="*/ 1 h 245"/>
                <a:gd name="T30" fmla="*/ 0 w 426"/>
                <a:gd name="T31" fmla="*/ 2 h 245"/>
                <a:gd name="T32" fmla="*/ 0 w 426"/>
                <a:gd name="T33" fmla="*/ 2 h 245"/>
                <a:gd name="T34" fmla="*/ 0 w 426"/>
                <a:gd name="T35" fmla="*/ 2 h 245"/>
                <a:gd name="T36" fmla="*/ 0 w 426"/>
                <a:gd name="T37" fmla="*/ 2 h 245"/>
                <a:gd name="T38" fmla="*/ 0 w 426"/>
                <a:gd name="T39" fmla="*/ 2 h 245"/>
                <a:gd name="T40" fmla="*/ 0 w 426"/>
                <a:gd name="T41" fmla="*/ 2 h 245"/>
                <a:gd name="T42" fmla="*/ 0 w 426"/>
                <a:gd name="T43" fmla="*/ 1 h 245"/>
                <a:gd name="T44" fmla="*/ 0 w 426"/>
                <a:gd name="T45" fmla="*/ 1 h 245"/>
                <a:gd name="T46" fmla="*/ 0 w 426"/>
                <a:gd name="T47" fmla="*/ 1 h 245"/>
                <a:gd name="T48" fmla="*/ 1 w 426"/>
                <a:gd name="T49" fmla="*/ 1 h 245"/>
                <a:gd name="T50" fmla="*/ 1 w 426"/>
                <a:gd name="T51" fmla="*/ 1 h 245"/>
                <a:gd name="T52" fmla="*/ 1 w 426"/>
                <a:gd name="T53" fmla="*/ 1 h 245"/>
                <a:gd name="T54" fmla="*/ 1 w 426"/>
                <a:gd name="T55" fmla="*/ 1 h 245"/>
                <a:gd name="T56" fmla="*/ 2 w 426"/>
                <a:gd name="T57" fmla="*/ 0 h 245"/>
                <a:gd name="T58" fmla="*/ 2 w 426"/>
                <a:gd name="T59" fmla="*/ 0 h 245"/>
                <a:gd name="T60" fmla="*/ 2 w 426"/>
                <a:gd name="T61" fmla="*/ 0 h 245"/>
                <a:gd name="T62" fmla="*/ 2 w 426"/>
                <a:gd name="T63" fmla="*/ 0 h 245"/>
                <a:gd name="T64" fmla="*/ 3 w 426"/>
                <a:gd name="T65" fmla="*/ 0 h 245"/>
                <a:gd name="T66" fmla="*/ 3 w 426"/>
                <a:gd name="T67" fmla="*/ 0 h 245"/>
                <a:gd name="T68" fmla="*/ 3 w 426"/>
                <a:gd name="T69" fmla="*/ 0 h 245"/>
                <a:gd name="T70" fmla="*/ 3 w 426"/>
                <a:gd name="T71" fmla="*/ 0 h 245"/>
                <a:gd name="T72" fmla="*/ 3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426" y="0"/>
                  </a:moveTo>
                  <a:lnTo>
                    <a:pt x="426" y="0"/>
                  </a:lnTo>
                  <a:lnTo>
                    <a:pt x="384" y="1"/>
                  </a:lnTo>
                  <a:lnTo>
                    <a:pt x="340" y="4"/>
                  </a:lnTo>
                  <a:lnTo>
                    <a:pt x="300" y="10"/>
                  </a:lnTo>
                  <a:lnTo>
                    <a:pt x="262" y="18"/>
                  </a:lnTo>
                  <a:lnTo>
                    <a:pt x="224" y="29"/>
                  </a:lnTo>
                  <a:lnTo>
                    <a:pt x="189" y="41"/>
                  </a:lnTo>
                  <a:lnTo>
                    <a:pt x="157" y="55"/>
                  </a:lnTo>
                  <a:lnTo>
                    <a:pt x="126" y="70"/>
                  </a:lnTo>
                  <a:lnTo>
                    <a:pt x="99" y="89"/>
                  </a:lnTo>
                  <a:lnTo>
                    <a:pt x="74" y="106"/>
                  </a:lnTo>
                  <a:lnTo>
                    <a:pt x="52" y="126"/>
                  </a:lnTo>
                  <a:lnTo>
                    <a:pt x="34" y="148"/>
                  </a:lnTo>
                  <a:lnTo>
                    <a:pt x="19" y="171"/>
                  </a:lnTo>
                  <a:lnTo>
                    <a:pt x="9" y="194"/>
                  </a:lnTo>
                  <a:lnTo>
                    <a:pt x="3" y="219"/>
                  </a:lnTo>
                  <a:lnTo>
                    <a:pt x="0" y="245"/>
                  </a:lnTo>
                  <a:lnTo>
                    <a:pt x="12" y="245"/>
                  </a:lnTo>
                  <a:lnTo>
                    <a:pt x="15" y="221"/>
                  </a:lnTo>
                  <a:lnTo>
                    <a:pt x="20" y="199"/>
                  </a:lnTo>
                  <a:lnTo>
                    <a:pt x="31" y="178"/>
                  </a:lnTo>
                  <a:lnTo>
                    <a:pt x="44" y="156"/>
                  </a:lnTo>
                  <a:lnTo>
                    <a:pt x="61" y="136"/>
                  </a:lnTo>
                  <a:lnTo>
                    <a:pt x="81" y="116"/>
                  </a:lnTo>
                  <a:lnTo>
                    <a:pt x="106" y="98"/>
                  </a:lnTo>
                  <a:lnTo>
                    <a:pt x="133" y="82"/>
                  </a:lnTo>
                  <a:lnTo>
                    <a:pt x="162" y="66"/>
                  </a:lnTo>
                  <a:lnTo>
                    <a:pt x="194" y="52"/>
                  </a:lnTo>
                  <a:lnTo>
                    <a:pt x="229" y="41"/>
                  </a:lnTo>
                  <a:lnTo>
                    <a:pt x="264" y="30"/>
                  </a:lnTo>
                  <a:lnTo>
                    <a:pt x="303" y="22"/>
                  </a:lnTo>
                  <a:lnTo>
                    <a:pt x="343" y="16"/>
                  </a:lnTo>
                  <a:lnTo>
                    <a:pt x="384" y="12"/>
                  </a:lnTo>
                  <a:lnTo>
                    <a:pt x="426" y="11"/>
                  </a:lnTo>
                  <a:lnTo>
                    <a:pt x="42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6577" name="Freeform 31"/>
            <p:cNvSpPr>
              <a:spLocks/>
            </p:cNvSpPr>
            <p:nvPr/>
          </p:nvSpPr>
          <p:spPr bwMode="auto">
            <a:xfrm>
              <a:off x="1587" y="1929"/>
              <a:ext cx="85" cy="49"/>
            </a:xfrm>
            <a:custGeom>
              <a:avLst/>
              <a:gdLst>
                <a:gd name="T0" fmla="*/ 0 w 426"/>
                <a:gd name="T1" fmla="*/ 0 h 245"/>
                <a:gd name="T2" fmla="*/ 0 w 426"/>
                <a:gd name="T3" fmla="*/ 0 h 245"/>
                <a:gd name="T4" fmla="*/ 0 w 426"/>
                <a:gd name="T5" fmla="*/ 0 h 245"/>
                <a:gd name="T6" fmla="*/ 0 w 426"/>
                <a:gd name="T7" fmla="*/ 0 h 245"/>
                <a:gd name="T8" fmla="*/ 0 w 426"/>
                <a:gd name="T9" fmla="*/ 1 h 245"/>
                <a:gd name="T10" fmla="*/ 0 w 426"/>
                <a:gd name="T11" fmla="*/ 1 h 245"/>
                <a:gd name="T12" fmla="*/ 0 w 426"/>
                <a:gd name="T13" fmla="*/ 1 h 245"/>
                <a:gd name="T14" fmla="*/ 1 w 426"/>
                <a:gd name="T15" fmla="*/ 1 h 245"/>
                <a:gd name="T16" fmla="*/ 1 w 426"/>
                <a:gd name="T17" fmla="*/ 1 h 245"/>
                <a:gd name="T18" fmla="*/ 1 w 426"/>
                <a:gd name="T19" fmla="*/ 1 h 245"/>
                <a:gd name="T20" fmla="*/ 1 w 426"/>
                <a:gd name="T21" fmla="*/ 2 h 245"/>
                <a:gd name="T22" fmla="*/ 2 w 426"/>
                <a:gd name="T23" fmla="*/ 2 h 245"/>
                <a:gd name="T24" fmla="*/ 2 w 426"/>
                <a:gd name="T25" fmla="*/ 2 h 245"/>
                <a:gd name="T26" fmla="*/ 2 w 426"/>
                <a:gd name="T27" fmla="*/ 2 h 245"/>
                <a:gd name="T28" fmla="*/ 2 w 426"/>
                <a:gd name="T29" fmla="*/ 2 h 245"/>
                <a:gd name="T30" fmla="*/ 3 w 426"/>
                <a:gd name="T31" fmla="*/ 2 h 245"/>
                <a:gd name="T32" fmla="*/ 3 w 426"/>
                <a:gd name="T33" fmla="*/ 2 h 245"/>
                <a:gd name="T34" fmla="*/ 3 w 426"/>
                <a:gd name="T35" fmla="*/ 2 h 245"/>
                <a:gd name="T36" fmla="*/ 3 w 426"/>
                <a:gd name="T37" fmla="*/ 2 h 245"/>
                <a:gd name="T38" fmla="*/ 3 w 426"/>
                <a:gd name="T39" fmla="*/ 2 h 245"/>
                <a:gd name="T40" fmla="*/ 3 w 426"/>
                <a:gd name="T41" fmla="*/ 2 h 245"/>
                <a:gd name="T42" fmla="*/ 2 w 426"/>
                <a:gd name="T43" fmla="*/ 2 h 245"/>
                <a:gd name="T44" fmla="*/ 2 w 426"/>
                <a:gd name="T45" fmla="*/ 2 h 245"/>
                <a:gd name="T46" fmla="*/ 2 w 426"/>
                <a:gd name="T47" fmla="*/ 2 h 245"/>
                <a:gd name="T48" fmla="*/ 2 w 426"/>
                <a:gd name="T49" fmla="*/ 2 h 245"/>
                <a:gd name="T50" fmla="*/ 1 w 426"/>
                <a:gd name="T51" fmla="*/ 1 h 245"/>
                <a:gd name="T52" fmla="*/ 1 w 426"/>
                <a:gd name="T53" fmla="*/ 1 h 245"/>
                <a:gd name="T54" fmla="*/ 1 w 426"/>
                <a:gd name="T55" fmla="*/ 1 h 245"/>
                <a:gd name="T56" fmla="*/ 1 w 426"/>
                <a:gd name="T57" fmla="*/ 1 h 245"/>
                <a:gd name="T58" fmla="*/ 0 w 426"/>
                <a:gd name="T59" fmla="*/ 1 h 245"/>
                <a:gd name="T60" fmla="*/ 0 w 426"/>
                <a:gd name="T61" fmla="*/ 1 h 245"/>
                <a:gd name="T62" fmla="*/ 0 w 426"/>
                <a:gd name="T63" fmla="*/ 1 h 245"/>
                <a:gd name="T64" fmla="*/ 0 w 426"/>
                <a:gd name="T65" fmla="*/ 0 h 245"/>
                <a:gd name="T66" fmla="*/ 0 w 426"/>
                <a:gd name="T67" fmla="*/ 0 h 245"/>
                <a:gd name="T68" fmla="*/ 0 w 426"/>
                <a:gd name="T69" fmla="*/ 0 h 245"/>
                <a:gd name="T70" fmla="*/ 0 w 426"/>
                <a:gd name="T71" fmla="*/ 0 h 245"/>
                <a:gd name="T72" fmla="*/ 0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0" y="0"/>
                  </a:moveTo>
                  <a:lnTo>
                    <a:pt x="0" y="0"/>
                  </a:lnTo>
                  <a:lnTo>
                    <a:pt x="3" y="25"/>
                  </a:lnTo>
                  <a:lnTo>
                    <a:pt x="9" y="50"/>
                  </a:lnTo>
                  <a:lnTo>
                    <a:pt x="19" y="73"/>
                  </a:lnTo>
                  <a:lnTo>
                    <a:pt x="34" y="96"/>
                  </a:lnTo>
                  <a:lnTo>
                    <a:pt x="52" y="118"/>
                  </a:lnTo>
                  <a:lnTo>
                    <a:pt x="74" y="138"/>
                  </a:lnTo>
                  <a:lnTo>
                    <a:pt x="99" y="156"/>
                  </a:lnTo>
                  <a:lnTo>
                    <a:pt x="126" y="174"/>
                  </a:lnTo>
                  <a:lnTo>
                    <a:pt x="157" y="190"/>
                  </a:lnTo>
                  <a:lnTo>
                    <a:pt x="189" y="204"/>
                  </a:lnTo>
                  <a:lnTo>
                    <a:pt x="224" y="215"/>
                  </a:lnTo>
                  <a:lnTo>
                    <a:pt x="262" y="226"/>
                  </a:lnTo>
                  <a:lnTo>
                    <a:pt x="300" y="234"/>
                  </a:lnTo>
                  <a:lnTo>
                    <a:pt x="340" y="240"/>
                  </a:lnTo>
                  <a:lnTo>
                    <a:pt x="384" y="244"/>
                  </a:lnTo>
                  <a:lnTo>
                    <a:pt x="426" y="245"/>
                  </a:lnTo>
                  <a:lnTo>
                    <a:pt x="426" y="233"/>
                  </a:lnTo>
                  <a:lnTo>
                    <a:pt x="384" y="232"/>
                  </a:lnTo>
                  <a:lnTo>
                    <a:pt x="343" y="228"/>
                  </a:lnTo>
                  <a:lnTo>
                    <a:pt x="303" y="222"/>
                  </a:lnTo>
                  <a:lnTo>
                    <a:pt x="264" y="214"/>
                  </a:lnTo>
                  <a:lnTo>
                    <a:pt x="229" y="204"/>
                  </a:lnTo>
                  <a:lnTo>
                    <a:pt x="194" y="192"/>
                  </a:lnTo>
                  <a:lnTo>
                    <a:pt x="162" y="178"/>
                  </a:lnTo>
                  <a:lnTo>
                    <a:pt x="133" y="163"/>
                  </a:lnTo>
                  <a:lnTo>
                    <a:pt x="106" y="146"/>
                  </a:lnTo>
                  <a:lnTo>
                    <a:pt x="81" y="129"/>
                  </a:lnTo>
                  <a:lnTo>
                    <a:pt x="61" y="109"/>
                  </a:lnTo>
                  <a:lnTo>
                    <a:pt x="44" y="89"/>
                  </a:lnTo>
                  <a:lnTo>
                    <a:pt x="31" y="66"/>
                  </a:lnTo>
                  <a:lnTo>
                    <a:pt x="20" y="45"/>
                  </a:lnTo>
                  <a:lnTo>
                    <a:pt x="15" y="2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6578" name="Freeform 32"/>
            <p:cNvSpPr>
              <a:spLocks/>
            </p:cNvSpPr>
            <p:nvPr/>
          </p:nvSpPr>
          <p:spPr bwMode="auto">
            <a:xfrm>
              <a:off x="878" y="1448"/>
              <a:ext cx="792" cy="954"/>
            </a:xfrm>
            <a:custGeom>
              <a:avLst/>
              <a:gdLst>
                <a:gd name="T0" fmla="*/ 13 w 3960"/>
                <a:gd name="T1" fmla="*/ 38 h 4768"/>
                <a:gd name="T2" fmla="*/ 14 w 3960"/>
                <a:gd name="T3" fmla="*/ 38 h 4768"/>
                <a:gd name="T4" fmla="*/ 15 w 3960"/>
                <a:gd name="T5" fmla="*/ 38 h 4768"/>
                <a:gd name="T6" fmla="*/ 15 w 3960"/>
                <a:gd name="T7" fmla="*/ 38 h 4768"/>
                <a:gd name="T8" fmla="*/ 16 w 3960"/>
                <a:gd name="T9" fmla="*/ 38 h 4768"/>
                <a:gd name="T10" fmla="*/ 17 w 3960"/>
                <a:gd name="T11" fmla="*/ 38 h 4768"/>
                <a:gd name="T12" fmla="*/ 17 w 3960"/>
                <a:gd name="T13" fmla="*/ 38 h 4768"/>
                <a:gd name="T14" fmla="*/ 18 w 3960"/>
                <a:gd name="T15" fmla="*/ 38 h 4768"/>
                <a:gd name="T16" fmla="*/ 18 w 3960"/>
                <a:gd name="T17" fmla="*/ 38 h 4768"/>
                <a:gd name="T18" fmla="*/ 29 w 3960"/>
                <a:gd name="T19" fmla="*/ 30 h 4768"/>
                <a:gd name="T20" fmla="*/ 30 w 3960"/>
                <a:gd name="T21" fmla="*/ 30 h 4768"/>
                <a:gd name="T22" fmla="*/ 30 w 3960"/>
                <a:gd name="T23" fmla="*/ 29 h 4768"/>
                <a:gd name="T24" fmla="*/ 31 w 3960"/>
                <a:gd name="T25" fmla="*/ 28 h 4768"/>
                <a:gd name="T26" fmla="*/ 31 w 3960"/>
                <a:gd name="T27" fmla="*/ 28 h 4768"/>
                <a:gd name="T28" fmla="*/ 31 w 3960"/>
                <a:gd name="T29" fmla="*/ 27 h 4768"/>
                <a:gd name="T30" fmla="*/ 32 w 3960"/>
                <a:gd name="T31" fmla="*/ 26 h 4768"/>
                <a:gd name="T32" fmla="*/ 32 w 3960"/>
                <a:gd name="T33" fmla="*/ 25 h 4768"/>
                <a:gd name="T34" fmla="*/ 32 w 3960"/>
                <a:gd name="T35" fmla="*/ 11 h 4768"/>
                <a:gd name="T36" fmla="*/ 32 w 3960"/>
                <a:gd name="T37" fmla="*/ 10 h 4768"/>
                <a:gd name="T38" fmla="*/ 31 w 3960"/>
                <a:gd name="T39" fmla="*/ 9 h 4768"/>
                <a:gd name="T40" fmla="*/ 31 w 3960"/>
                <a:gd name="T41" fmla="*/ 9 h 4768"/>
                <a:gd name="T42" fmla="*/ 31 w 3960"/>
                <a:gd name="T43" fmla="*/ 8 h 4768"/>
                <a:gd name="T44" fmla="*/ 31 w 3960"/>
                <a:gd name="T45" fmla="*/ 8 h 4768"/>
                <a:gd name="T46" fmla="*/ 30 w 3960"/>
                <a:gd name="T47" fmla="*/ 7 h 4768"/>
                <a:gd name="T48" fmla="*/ 30 w 3960"/>
                <a:gd name="T49" fmla="*/ 7 h 4768"/>
                <a:gd name="T50" fmla="*/ 29 w 3960"/>
                <a:gd name="T51" fmla="*/ 6 h 4768"/>
                <a:gd name="T52" fmla="*/ 19 w 3960"/>
                <a:gd name="T53" fmla="*/ 1 h 4768"/>
                <a:gd name="T54" fmla="*/ 18 w 3960"/>
                <a:gd name="T55" fmla="*/ 0 h 4768"/>
                <a:gd name="T56" fmla="*/ 17 w 3960"/>
                <a:gd name="T57" fmla="*/ 0 h 4768"/>
                <a:gd name="T58" fmla="*/ 17 w 3960"/>
                <a:gd name="T59" fmla="*/ 0 h 4768"/>
                <a:gd name="T60" fmla="*/ 16 w 3960"/>
                <a:gd name="T61" fmla="*/ 0 h 4768"/>
                <a:gd name="T62" fmla="*/ 15 w 3960"/>
                <a:gd name="T63" fmla="*/ 0 h 4768"/>
                <a:gd name="T64" fmla="*/ 14 w 3960"/>
                <a:gd name="T65" fmla="*/ 0 h 4768"/>
                <a:gd name="T66" fmla="*/ 14 w 3960"/>
                <a:gd name="T67" fmla="*/ 0 h 4768"/>
                <a:gd name="T68" fmla="*/ 2 w 3960"/>
                <a:gd name="T69" fmla="*/ 6 h 4768"/>
                <a:gd name="T70" fmla="*/ 2 w 3960"/>
                <a:gd name="T71" fmla="*/ 7 h 4768"/>
                <a:gd name="T72" fmla="*/ 1 w 3960"/>
                <a:gd name="T73" fmla="*/ 7 h 4768"/>
                <a:gd name="T74" fmla="*/ 1 w 3960"/>
                <a:gd name="T75" fmla="*/ 8 h 4768"/>
                <a:gd name="T76" fmla="*/ 1 w 3960"/>
                <a:gd name="T77" fmla="*/ 8 h 4768"/>
                <a:gd name="T78" fmla="*/ 0 w 3960"/>
                <a:gd name="T79" fmla="*/ 9 h 4768"/>
                <a:gd name="T80" fmla="*/ 0 w 3960"/>
                <a:gd name="T81" fmla="*/ 9 h 4768"/>
                <a:gd name="T82" fmla="*/ 0 w 3960"/>
                <a:gd name="T83" fmla="*/ 10 h 4768"/>
                <a:gd name="T84" fmla="*/ 0 w 3960"/>
                <a:gd name="T85" fmla="*/ 11 h 4768"/>
                <a:gd name="T86" fmla="*/ 0 w 3960"/>
                <a:gd name="T87" fmla="*/ 25 h 4768"/>
                <a:gd name="T88" fmla="*/ 0 w 3960"/>
                <a:gd name="T89" fmla="*/ 26 h 4768"/>
                <a:gd name="T90" fmla="*/ 0 w 3960"/>
                <a:gd name="T91" fmla="*/ 27 h 4768"/>
                <a:gd name="T92" fmla="*/ 1 w 3960"/>
                <a:gd name="T93" fmla="*/ 28 h 4768"/>
                <a:gd name="T94" fmla="*/ 1 w 3960"/>
                <a:gd name="T95" fmla="*/ 29 h 4768"/>
                <a:gd name="T96" fmla="*/ 1 w 3960"/>
                <a:gd name="T97" fmla="*/ 29 h 4768"/>
                <a:gd name="T98" fmla="*/ 2 w 3960"/>
                <a:gd name="T99" fmla="*/ 30 h 4768"/>
                <a:gd name="T100" fmla="*/ 3 w 3960"/>
                <a:gd name="T101" fmla="*/ 31 h 4768"/>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w 3960"/>
                <a:gd name="T154" fmla="*/ 0 h 4768"/>
                <a:gd name="T155" fmla="*/ 3960 w 3960"/>
                <a:gd name="T156" fmla="*/ 4768 h 4768"/>
              </a:gdLst>
              <a:ahLst/>
              <a:cxnLst>
                <a:cxn ang="T102">
                  <a:pos x="T0" y="T1"/>
                </a:cxn>
                <a:cxn ang="T103">
                  <a:pos x="T2" y="T3"/>
                </a:cxn>
                <a:cxn ang="T104">
                  <a:pos x="T4" y="T5"/>
                </a:cxn>
                <a:cxn ang="T105">
                  <a:pos x="T6" y="T7"/>
                </a:cxn>
                <a:cxn ang="T106">
                  <a:pos x="T8" y="T9"/>
                </a:cxn>
                <a:cxn ang="T107">
                  <a:pos x="T10" y="T11"/>
                </a:cxn>
                <a:cxn ang="T108">
                  <a:pos x="T12" y="T13"/>
                </a:cxn>
                <a:cxn ang="T109">
                  <a:pos x="T14" y="T15"/>
                </a:cxn>
                <a:cxn ang="T110">
                  <a:pos x="T16" y="T17"/>
                </a:cxn>
                <a:cxn ang="T111">
                  <a:pos x="T18" y="T19"/>
                </a:cxn>
                <a:cxn ang="T112">
                  <a:pos x="T20" y="T21"/>
                </a:cxn>
                <a:cxn ang="T113">
                  <a:pos x="T22" y="T23"/>
                </a:cxn>
                <a:cxn ang="T114">
                  <a:pos x="T24" y="T25"/>
                </a:cxn>
                <a:cxn ang="T115">
                  <a:pos x="T26" y="T27"/>
                </a:cxn>
                <a:cxn ang="T116">
                  <a:pos x="T28" y="T29"/>
                </a:cxn>
                <a:cxn ang="T117">
                  <a:pos x="T30" y="T31"/>
                </a:cxn>
                <a:cxn ang="T118">
                  <a:pos x="T32" y="T33"/>
                </a:cxn>
                <a:cxn ang="T119">
                  <a:pos x="T34" y="T35"/>
                </a:cxn>
                <a:cxn ang="T120">
                  <a:pos x="T36" y="T37"/>
                </a:cxn>
                <a:cxn ang="T121">
                  <a:pos x="T38" y="T39"/>
                </a:cxn>
                <a:cxn ang="T122">
                  <a:pos x="T40" y="T41"/>
                </a:cxn>
                <a:cxn ang="T123">
                  <a:pos x="T42" y="T43"/>
                </a:cxn>
                <a:cxn ang="T124">
                  <a:pos x="T44" y="T45"/>
                </a:cxn>
                <a:cxn ang="T125">
                  <a:pos x="T46" y="T47"/>
                </a:cxn>
                <a:cxn ang="T126">
                  <a:pos x="T48" y="T49"/>
                </a:cxn>
                <a:cxn ang="T127">
                  <a:pos x="T50" y="T51"/>
                </a:cxn>
                <a:cxn ang="T128">
                  <a:pos x="T52" y="T53"/>
                </a:cxn>
                <a:cxn ang="T129">
                  <a:pos x="T54" y="T55"/>
                </a:cxn>
                <a:cxn ang="T130">
                  <a:pos x="T56" y="T57"/>
                </a:cxn>
                <a:cxn ang="T131">
                  <a:pos x="T58" y="T59"/>
                </a:cxn>
                <a:cxn ang="T132">
                  <a:pos x="T60" y="T61"/>
                </a:cxn>
                <a:cxn ang="T133">
                  <a:pos x="T62" y="T63"/>
                </a:cxn>
                <a:cxn ang="T134">
                  <a:pos x="T64" y="T65"/>
                </a:cxn>
                <a:cxn ang="T135">
                  <a:pos x="T66" y="T67"/>
                </a:cxn>
                <a:cxn ang="T136">
                  <a:pos x="T68" y="T69"/>
                </a:cxn>
                <a:cxn ang="T137">
                  <a:pos x="T70" y="T71"/>
                </a:cxn>
                <a:cxn ang="T138">
                  <a:pos x="T72" y="T73"/>
                </a:cxn>
                <a:cxn ang="T139">
                  <a:pos x="T74" y="T75"/>
                </a:cxn>
                <a:cxn ang="T140">
                  <a:pos x="T76" y="T77"/>
                </a:cxn>
                <a:cxn ang="T141">
                  <a:pos x="T78" y="T79"/>
                </a:cxn>
                <a:cxn ang="T142">
                  <a:pos x="T80" y="T81"/>
                </a:cxn>
                <a:cxn ang="T143">
                  <a:pos x="T82" y="T83"/>
                </a:cxn>
                <a:cxn ang="T144">
                  <a:pos x="T84" y="T85"/>
                </a:cxn>
                <a:cxn ang="T145">
                  <a:pos x="T86" y="T87"/>
                </a:cxn>
                <a:cxn ang="T146">
                  <a:pos x="T88" y="T89"/>
                </a:cxn>
                <a:cxn ang="T147">
                  <a:pos x="T90" y="T91"/>
                </a:cxn>
                <a:cxn ang="T148">
                  <a:pos x="T92" y="T93"/>
                </a:cxn>
                <a:cxn ang="T149">
                  <a:pos x="T94" y="T95"/>
                </a:cxn>
                <a:cxn ang="T150">
                  <a:pos x="T96" y="T97"/>
                </a:cxn>
                <a:cxn ang="T151">
                  <a:pos x="T98" y="T99"/>
                </a:cxn>
                <a:cxn ang="T152">
                  <a:pos x="T100" y="T101"/>
                </a:cxn>
              </a:cxnLst>
              <a:rect l="T153" t="T154" r="T155" b="T156"/>
              <a:pathLst>
                <a:path w="3960" h="4768">
                  <a:moveTo>
                    <a:pt x="353" y="3849"/>
                  </a:moveTo>
                  <a:lnTo>
                    <a:pt x="1661" y="4700"/>
                  </a:lnTo>
                  <a:lnTo>
                    <a:pt x="1697" y="4717"/>
                  </a:lnTo>
                  <a:lnTo>
                    <a:pt x="1736" y="4731"/>
                  </a:lnTo>
                  <a:lnTo>
                    <a:pt x="1776" y="4742"/>
                  </a:lnTo>
                  <a:lnTo>
                    <a:pt x="1818" y="4753"/>
                  </a:lnTo>
                  <a:lnTo>
                    <a:pt x="1860" y="4760"/>
                  </a:lnTo>
                  <a:lnTo>
                    <a:pt x="1902" y="4765"/>
                  </a:lnTo>
                  <a:lnTo>
                    <a:pt x="1946" y="4768"/>
                  </a:lnTo>
                  <a:lnTo>
                    <a:pt x="1988" y="4768"/>
                  </a:lnTo>
                  <a:lnTo>
                    <a:pt x="2031" y="4767"/>
                  </a:lnTo>
                  <a:lnTo>
                    <a:pt x="2073" y="4763"/>
                  </a:lnTo>
                  <a:lnTo>
                    <a:pt x="2114" y="4758"/>
                  </a:lnTo>
                  <a:lnTo>
                    <a:pt x="2154" y="4751"/>
                  </a:lnTo>
                  <a:lnTo>
                    <a:pt x="2193" y="4740"/>
                  </a:lnTo>
                  <a:lnTo>
                    <a:pt x="2230" y="4729"/>
                  </a:lnTo>
                  <a:lnTo>
                    <a:pt x="2264" y="4715"/>
                  </a:lnTo>
                  <a:lnTo>
                    <a:pt x="2297" y="4700"/>
                  </a:lnTo>
                  <a:lnTo>
                    <a:pt x="3639" y="3825"/>
                  </a:lnTo>
                  <a:lnTo>
                    <a:pt x="3673" y="3795"/>
                  </a:lnTo>
                  <a:lnTo>
                    <a:pt x="3707" y="3761"/>
                  </a:lnTo>
                  <a:lnTo>
                    <a:pt x="3738" y="3725"/>
                  </a:lnTo>
                  <a:lnTo>
                    <a:pt x="3768" y="3685"/>
                  </a:lnTo>
                  <a:lnTo>
                    <a:pt x="3796" y="3644"/>
                  </a:lnTo>
                  <a:lnTo>
                    <a:pt x="3821" y="3599"/>
                  </a:lnTo>
                  <a:lnTo>
                    <a:pt x="3846" y="3553"/>
                  </a:lnTo>
                  <a:lnTo>
                    <a:pt x="3868" y="3505"/>
                  </a:lnTo>
                  <a:lnTo>
                    <a:pt x="3888" y="3456"/>
                  </a:lnTo>
                  <a:lnTo>
                    <a:pt x="3907" y="3406"/>
                  </a:lnTo>
                  <a:lnTo>
                    <a:pt x="3922" y="3354"/>
                  </a:lnTo>
                  <a:lnTo>
                    <a:pt x="3935" y="3303"/>
                  </a:lnTo>
                  <a:lnTo>
                    <a:pt x="3946" y="3250"/>
                  </a:lnTo>
                  <a:lnTo>
                    <a:pt x="3953" y="3197"/>
                  </a:lnTo>
                  <a:lnTo>
                    <a:pt x="3957" y="3144"/>
                  </a:lnTo>
                  <a:lnTo>
                    <a:pt x="3960" y="3092"/>
                  </a:lnTo>
                  <a:lnTo>
                    <a:pt x="3959" y="1313"/>
                  </a:lnTo>
                  <a:lnTo>
                    <a:pt x="3955" y="1271"/>
                  </a:lnTo>
                  <a:lnTo>
                    <a:pt x="3949" y="1229"/>
                  </a:lnTo>
                  <a:lnTo>
                    <a:pt x="3941" y="1189"/>
                  </a:lnTo>
                  <a:lnTo>
                    <a:pt x="3930" y="1149"/>
                  </a:lnTo>
                  <a:lnTo>
                    <a:pt x="3918" y="1111"/>
                  </a:lnTo>
                  <a:lnTo>
                    <a:pt x="3902" y="1075"/>
                  </a:lnTo>
                  <a:lnTo>
                    <a:pt x="3886" y="1040"/>
                  </a:lnTo>
                  <a:lnTo>
                    <a:pt x="3867" y="1006"/>
                  </a:lnTo>
                  <a:lnTo>
                    <a:pt x="3846" y="973"/>
                  </a:lnTo>
                  <a:lnTo>
                    <a:pt x="3823" y="942"/>
                  </a:lnTo>
                  <a:lnTo>
                    <a:pt x="3798" y="913"/>
                  </a:lnTo>
                  <a:lnTo>
                    <a:pt x="3771" y="886"/>
                  </a:lnTo>
                  <a:lnTo>
                    <a:pt x="3743" y="860"/>
                  </a:lnTo>
                  <a:lnTo>
                    <a:pt x="3714" y="837"/>
                  </a:lnTo>
                  <a:lnTo>
                    <a:pt x="3682" y="816"/>
                  </a:lnTo>
                  <a:lnTo>
                    <a:pt x="3649" y="796"/>
                  </a:lnTo>
                  <a:lnTo>
                    <a:pt x="2386" y="83"/>
                  </a:lnTo>
                  <a:lnTo>
                    <a:pt x="2350" y="65"/>
                  </a:lnTo>
                  <a:lnTo>
                    <a:pt x="2310" y="50"/>
                  </a:lnTo>
                  <a:lnTo>
                    <a:pt x="2268" y="36"/>
                  </a:lnTo>
                  <a:lnTo>
                    <a:pt x="2223" y="24"/>
                  </a:lnTo>
                  <a:lnTo>
                    <a:pt x="2178" y="15"/>
                  </a:lnTo>
                  <a:lnTo>
                    <a:pt x="2131" y="8"/>
                  </a:lnTo>
                  <a:lnTo>
                    <a:pt x="2082" y="3"/>
                  </a:lnTo>
                  <a:lnTo>
                    <a:pt x="2032" y="0"/>
                  </a:lnTo>
                  <a:lnTo>
                    <a:pt x="1982" y="1"/>
                  </a:lnTo>
                  <a:lnTo>
                    <a:pt x="1933" y="3"/>
                  </a:lnTo>
                  <a:lnTo>
                    <a:pt x="1882" y="9"/>
                  </a:lnTo>
                  <a:lnTo>
                    <a:pt x="1833" y="17"/>
                  </a:lnTo>
                  <a:lnTo>
                    <a:pt x="1785" y="29"/>
                  </a:lnTo>
                  <a:lnTo>
                    <a:pt x="1737" y="43"/>
                  </a:lnTo>
                  <a:lnTo>
                    <a:pt x="1691" y="62"/>
                  </a:lnTo>
                  <a:lnTo>
                    <a:pt x="1647" y="83"/>
                  </a:lnTo>
                  <a:lnTo>
                    <a:pt x="311" y="782"/>
                  </a:lnTo>
                  <a:lnTo>
                    <a:pt x="276" y="803"/>
                  </a:lnTo>
                  <a:lnTo>
                    <a:pt x="243" y="826"/>
                  </a:lnTo>
                  <a:lnTo>
                    <a:pt x="213" y="852"/>
                  </a:lnTo>
                  <a:lnTo>
                    <a:pt x="184" y="879"/>
                  </a:lnTo>
                  <a:lnTo>
                    <a:pt x="155" y="908"/>
                  </a:lnTo>
                  <a:lnTo>
                    <a:pt x="131" y="939"/>
                  </a:lnTo>
                  <a:lnTo>
                    <a:pt x="107" y="971"/>
                  </a:lnTo>
                  <a:lnTo>
                    <a:pt x="86" y="1005"/>
                  </a:lnTo>
                  <a:lnTo>
                    <a:pt x="68" y="1040"/>
                  </a:lnTo>
                  <a:lnTo>
                    <a:pt x="50" y="1076"/>
                  </a:lnTo>
                  <a:lnTo>
                    <a:pt x="36" y="1115"/>
                  </a:lnTo>
                  <a:lnTo>
                    <a:pt x="23" y="1153"/>
                  </a:lnTo>
                  <a:lnTo>
                    <a:pt x="14" y="1195"/>
                  </a:lnTo>
                  <a:lnTo>
                    <a:pt x="7" y="1236"/>
                  </a:lnTo>
                  <a:lnTo>
                    <a:pt x="2" y="1279"/>
                  </a:lnTo>
                  <a:lnTo>
                    <a:pt x="0" y="1322"/>
                  </a:lnTo>
                  <a:lnTo>
                    <a:pt x="0" y="3093"/>
                  </a:lnTo>
                  <a:lnTo>
                    <a:pt x="2" y="3147"/>
                  </a:lnTo>
                  <a:lnTo>
                    <a:pt x="7" y="3202"/>
                  </a:lnTo>
                  <a:lnTo>
                    <a:pt x="15" y="3257"/>
                  </a:lnTo>
                  <a:lnTo>
                    <a:pt x="27" y="3312"/>
                  </a:lnTo>
                  <a:lnTo>
                    <a:pt x="42" y="3366"/>
                  </a:lnTo>
                  <a:lnTo>
                    <a:pt x="59" y="3420"/>
                  </a:lnTo>
                  <a:lnTo>
                    <a:pt x="79" y="3474"/>
                  </a:lnTo>
                  <a:lnTo>
                    <a:pt x="102" y="3525"/>
                  </a:lnTo>
                  <a:lnTo>
                    <a:pt x="127" y="3576"/>
                  </a:lnTo>
                  <a:lnTo>
                    <a:pt x="154" y="3624"/>
                  </a:lnTo>
                  <a:lnTo>
                    <a:pt x="184" y="3670"/>
                  </a:lnTo>
                  <a:lnTo>
                    <a:pt x="214" y="3712"/>
                  </a:lnTo>
                  <a:lnTo>
                    <a:pt x="247" y="3752"/>
                  </a:lnTo>
                  <a:lnTo>
                    <a:pt x="281" y="3788"/>
                  </a:lnTo>
                  <a:lnTo>
                    <a:pt x="317" y="3821"/>
                  </a:lnTo>
                  <a:lnTo>
                    <a:pt x="353" y="384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6579" name="Freeform 33"/>
            <p:cNvSpPr>
              <a:spLocks/>
            </p:cNvSpPr>
            <p:nvPr/>
          </p:nvSpPr>
          <p:spPr bwMode="auto">
            <a:xfrm>
              <a:off x="943" y="2210"/>
              <a:ext cx="276" cy="187"/>
            </a:xfrm>
            <a:custGeom>
              <a:avLst/>
              <a:gdLst>
                <a:gd name="T0" fmla="*/ 11 w 1380"/>
                <a:gd name="T1" fmla="*/ 7 h 937"/>
                <a:gd name="T2" fmla="*/ 11 w 1380"/>
                <a:gd name="T3" fmla="*/ 7 h 937"/>
                <a:gd name="T4" fmla="*/ 0 w 1380"/>
                <a:gd name="T5" fmla="*/ 0 h 937"/>
                <a:gd name="T6" fmla="*/ 0 w 1380"/>
                <a:gd name="T7" fmla="*/ 1 h 937"/>
                <a:gd name="T8" fmla="*/ 10 w 1380"/>
                <a:gd name="T9" fmla="*/ 7 h 937"/>
                <a:gd name="T10" fmla="*/ 10 w 1380"/>
                <a:gd name="T11" fmla="*/ 7 h 937"/>
                <a:gd name="T12" fmla="*/ 10 w 1380"/>
                <a:gd name="T13" fmla="*/ 7 h 937"/>
                <a:gd name="T14" fmla="*/ 11 w 1380"/>
                <a:gd name="T15" fmla="*/ 7 h 937"/>
                <a:gd name="T16" fmla="*/ 11 w 1380"/>
                <a:gd name="T17" fmla="*/ 7 h 937"/>
                <a:gd name="T18" fmla="*/ 11 w 1380"/>
                <a:gd name="T19" fmla="*/ 7 h 937"/>
                <a:gd name="T20" fmla="*/ 11 w 1380"/>
                <a:gd name="T21" fmla="*/ 7 h 937"/>
                <a:gd name="T22" fmla="*/ 11 w 1380"/>
                <a:gd name="T23" fmla="*/ 7 h 937"/>
                <a:gd name="T24" fmla="*/ 11 w 1380"/>
                <a:gd name="T25" fmla="*/ 7 h 937"/>
                <a:gd name="T26" fmla="*/ 11 w 1380"/>
                <a:gd name="T27" fmla="*/ 7 h 937"/>
                <a:gd name="T28" fmla="*/ 11 w 1380"/>
                <a:gd name="T29" fmla="*/ 7 h 937"/>
                <a:gd name="T30" fmla="*/ 11 w 1380"/>
                <a:gd name="T31" fmla="*/ 7 h 93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80"/>
                <a:gd name="T49" fmla="*/ 0 h 937"/>
                <a:gd name="T50" fmla="*/ 1380 w 1380"/>
                <a:gd name="T51" fmla="*/ 937 h 93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80" h="937">
                  <a:moveTo>
                    <a:pt x="1354" y="848"/>
                  </a:moveTo>
                  <a:lnTo>
                    <a:pt x="1359" y="851"/>
                  </a:lnTo>
                  <a:lnTo>
                    <a:pt x="51" y="0"/>
                  </a:lnTo>
                  <a:lnTo>
                    <a:pt x="0" y="78"/>
                  </a:lnTo>
                  <a:lnTo>
                    <a:pt x="1307" y="929"/>
                  </a:lnTo>
                  <a:lnTo>
                    <a:pt x="1312" y="932"/>
                  </a:lnTo>
                  <a:lnTo>
                    <a:pt x="1307" y="929"/>
                  </a:lnTo>
                  <a:lnTo>
                    <a:pt x="1326" y="937"/>
                  </a:lnTo>
                  <a:lnTo>
                    <a:pt x="1345" y="936"/>
                  </a:lnTo>
                  <a:lnTo>
                    <a:pt x="1360" y="929"/>
                  </a:lnTo>
                  <a:lnTo>
                    <a:pt x="1372" y="916"/>
                  </a:lnTo>
                  <a:lnTo>
                    <a:pt x="1379" y="899"/>
                  </a:lnTo>
                  <a:lnTo>
                    <a:pt x="1380" y="883"/>
                  </a:lnTo>
                  <a:lnTo>
                    <a:pt x="1374" y="865"/>
                  </a:lnTo>
                  <a:lnTo>
                    <a:pt x="1359" y="851"/>
                  </a:lnTo>
                  <a:lnTo>
                    <a:pt x="1354" y="84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6580" name="Freeform 34"/>
            <p:cNvSpPr>
              <a:spLocks/>
            </p:cNvSpPr>
            <p:nvPr/>
          </p:nvSpPr>
          <p:spPr bwMode="auto">
            <a:xfrm>
              <a:off x="1206" y="2379"/>
              <a:ext cx="140" cy="32"/>
            </a:xfrm>
            <a:custGeom>
              <a:avLst/>
              <a:gdLst>
                <a:gd name="T0" fmla="*/ 5 w 703"/>
                <a:gd name="T1" fmla="*/ 0 h 162"/>
                <a:gd name="T2" fmla="*/ 5 w 703"/>
                <a:gd name="T3" fmla="*/ 0 h 162"/>
                <a:gd name="T4" fmla="*/ 5 w 703"/>
                <a:gd name="T5" fmla="*/ 0 h 162"/>
                <a:gd name="T6" fmla="*/ 5 w 703"/>
                <a:gd name="T7" fmla="*/ 0 h 162"/>
                <a:gd name="T8" fmla="*/ 4 w 703"/>
                <a:gd name="T9" fmla="*/ 0 h 162"/>
                <a:gd name="T10" fmla="*/ 4 w 703"/>
                <a:gd name="T11" fmla="*/ 0 h 162"/>
                <a:gd name="T12" fmla="*/ 4 w 703"/>
                <a:gd name="T13" fmla="*/ 0 h 162"/>
                <a:gd name="T14" fmla="*/ 3 w 703"/>
                <a:gd name="T15" fmla="*/ 1 h 162"/>
                <a:gd name="T16" fmla="*/ 3 w 703"/>
                <a:gd name="T17" fmla="*/ 1 h 162"/>
                <a:gd name="T18" fmla="*/ 3 w 703"/>
                <a:gd name="T19" fmla="*/ 1 h 162"/>
                <a:gd name="T20" fmla="*/ 2 w 703"/>
                <a:gd name="T21" fmla="*/ 1 h 162"/>
                <a:gd name="T22" fmla="*/ 2 w 703"/>
                <a:gd name="T23" fmla="*/ 1 h 162"/>
                <a:gd name="T24" fmla="*/ 2 w 703"/>
                <a:gd name="T25" fmla="*/ 0 h 162"/>
                <a:gd name="T26" fmla="*/ 1 w 703"/>
                <a:gd name="T27" fmla="*/ 0 h 162"/>
                <a:gd name="T28" fmla="*/ 1 w 703"/>
                <a:gd name="T29" fmla="*/ 0 h 162"/>
                <a:gd name="T30" fmla="*/ 1 w 703"/>
                <a:gd name="T31" fmla="*/ 0 h 162"/>
                <a:gd name="T32" fmla="*/ 1 w 703"/>
                <a:gd name="T33" fmla="*/ 0 h 162"/>
                <a:gd name="T34" fmla="*/ 0 w 703"/>
                <a:gd name="T35" fmla="*/ 0 h 162"/>
                <a:gd name="T36" fmla="*/ 0 w 703"/>
                <a:gd name="T37" fmla="*/ 1 h 162"/>
                <a:gd name="T38" fmla="*/ 0 w 703"/>
                <a:gd name="T39" fmla="*/ 1 h 162"/>
                <a:gd name="T40" fmla="*/ 1 w 703"/>
                <a:gd name="T41" fmla="*/ 1 h 162"/>
                <a:gd name="T42" fmla="*/ 1 w 703"/>
                <a:gd name="T43" fmla="*/ 1 h 162"/>
                <a:gd name="T44" fmla="*/ 1 w 703"/>
                <a:gd name="T45" fmla="*/ 1 h 162"/>
                <a:gd name="T46" fmla="*/ 2 w 703"/>
                <a:gd name="T47" fmla="*/ 1 h 162"/>
                <a:gd name="T48" fmla="*/ 2 w 703"/>
                <a:gd name="T49" fmla="*/ 1 h 162"/>
                <a:gd name="T50" fmla="*/ 2 w 703"/>
                <a:gd name="T51" fmla="*/ 1 h 162"/>
                <a:gd name="T52" fmla="*/ 3 w 703"/>
                <a:gd name="T53" fmla="*/ 1 h 162"/>
                <a:gd name="T54" fmla="*/ 3 w 703"/>
                <a:gd name="T55" fmla="*/ 1 h 162"/>
                <a:gd name="T56" fmla="*/ 3 w 703"/>
                <a:gd name="T57" fmla="*/ 1 h 162"/>
                <a:gd name="T58" fmla="*/ 4 w 703"/>
                <a:gd name="T59" fmla="*/ 1 h 162"/>
                <a:gd name="T60" fmla="*/ 4 w 703"/>
                <a:gd name="T61" fmla="*/ 1 h 162"/>
                <a:gd name="T62" fmla="*/ 5 w 703"/>
                <a:gd name="T63" fmla="*/ 1 h 162"/>
                <a:gd name="T64" fmla="*/ 5 w 703"/>
                <a:gd name="T65" fmla="*/ 1 h 162"/>
                <a:gd name="T66" fmla="*/ 5 w 703"/>
                <a:gd name="T67" fmla="*/ 1 h 162"/>
                <a:gd name="T68" fmla="*/ 5 w 703"/>
                <a:gd name="T69" fmla="*/ 1 h 162"/>
                <a:gd name="T70" fmla="*/ 5 w 703"/>
                <a:gd name="T71" fmla="*/ 1 h 162"/>
                <a:gd name="T72" fmla="*/ 5 w 703"/>
                <a:gd name="T73" fmla="*/ 1 h 162"/>
                <a:gd name="T74" fmla="*/ 5 w 703"/>
                <a:gd name="T75" fmla="*/ 1 h 162"/>
                <a:gd name="T76" fmla="*/ 6 w 703"/>
                <a:gd name="T77" fmla="*/ 0 h 162"/>
                <a:gd name="T78" fmla="*/ 6 w 703"/>
                <a:gd name="T79" fmla="*/ 0 h 162"/>
                <a:gd name="T80" fmla="*/ 6 w 703"/>
                <a:gd name="T81" fmla="*/ 0 h 162"/>
                <a:gd name="T82" fmla="*/ 5 w 703"/>
                <a:gd name="T83" fmla="*/ 0 h 162"/>
                <a:gd name="T84" fmla="*/ 5 w 703"/>
                <a:gd name="T85" fmla="*/ 0 h 162"/>
                <a:gd name="T86" fmla="*/ 5 w 703"/>
                <a:gd name="T87" fmla="*/ 0 h 162"/>
                <a:gd name="T88" fmla="*/ 5 w 703"/>
                <a:gd name="T89" fmla="*/ 0 h 162"/>
                <a:gd name="T90" fmla="*/ 5 w 703"/>
                <a:gd name="T91" fmla="*/ 0 h 162"/>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703"/>
                <a:gd name="T139" fmla="*/ 0 h 162"/>
                <a:gd name="T140" fmla="*/ 703 w 703"/>
                <a:gd name="T141" fmla="*/ 162 h 162"/>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703" h="162">
                  <a:moveTo>
                    <a:pt x="631" y="8"/>
                  </a:moveTo>
                  <a:lnTo>
                    <a:pt x="636" y="6"/>
                  </a:lnTo>
                  <a:lnTo>
                    <a:pt x="606" y="20"/>
                  </a:lnTo>
                  <a:lnTo>
                    <a:pt x="575" y="32"/>
                  </a:lnTo>
                  <a:lnTo>
                    <a:pt x="540" y="42"/>
                  </a:lnTo>
                  <a:lnTo>
                    <a:pt x="504" y="52"/>
                  </a:lnTo>
                  <a:lnTo>
                    <a:pt x="467" y="59"/>
                  </a:lnTo>
                  <a:lnTo>
                    <a:pt x="428" y="64"/>
                  </a:lnTo>
                  <a:lnTo>
                    <a:pt x="389" y="67"/>
                  </a:lnTo>
                  <a:lnTo>
                    <a:pt x="348" y="68"/>
                  </a:lnTo>
                  <a:lnTo>
                    <a:pt x="308" y="68"/>
                  </a:lnTo>
                  <a:lnTo>
                    <a:pt x="267" y="65"/>
                  </a:lnTo>
                  <a:lnTo>
                    <a:pt x="226" y="61"/>
                  </a:lnTo>
                  <a:lnTo>
                    <a:pt x="187" y="54"/>
                  </a:lnTo>
                  <a:lnTo>
                    <a:pt x="148" y="44"/>
                  </a:lnTo>
                  <a:lnTo>
                    <a:pt x="110" y="33"/>
                  </a:lnTo>
                  <a:lnTo>
                    <a:pt x="75" y="20"/>
                  </a:lnTo>
                  <a:lnTo>
                    <a:pt x="42" y="5"/>
                  </a:lnTo>
                  <a:lnTo>
                    <a:pt x="0" y="89"/>
                  </a:lnTo>
                  <a:lnTo>
                    <a:pt x="40" y="107"/>
                  </a:lnTo>
                  <a:lnTo>
                    <a:pt x="82" y="122"/>
                  </a:lnTo>
                  <a:lnTo>
                    <a:pt x="124" y="135"/>
                  </a:lnTo>
                  <a:lnTo>
                    <a:pt x="169" y="146"/>
                  </a:lnTo>
                  <a:lnTo>
                    <a:pt x="214" y="153"/>
                  </a:lnTo>
                  <a:lnTo>
                    <a:pt x="258" y="158"/>
                  </a:lnTo>
                  <a:lnTo>
                    <a:pt x="303" y="162"/>
                  </a:lnTo>
                  <a:lnTo>
                    <a:pt x="348" y="162"/>
                  </a:lnTo>
                  <a:lnTo>
                    <a:pt x="394" y="161"/>
                  </a:lnTo>
                  <a:lnTo>
                    <a:pt x="439" y="157"/>
                  </a:lnTo>
                  <a:lnTo>
                    <a:pt x="481" y="150"/>
                  </a:lnTo>
                  <a:lnTo>
                    <a:pt x="525" y="143"/>
                  </a:lnTo>
                  <a:lnTo>
                    <a:pt x="566" y="132"/>
                  </a:lnTo>
                  <a:lnTo>
                    <a:pt x="606" y="121"/>
                  </a:lnTo>
                  <a:lnTo>
                    <a:pt x="643" y="105"/>
                  </a:lnTo>
                  <a:lnTo>
                    <a:pt x="678" y="88"/>
                  </a:lnTo>
                  <a:lnTo>
                    <a:pt x="683" y="86"/>
                  </a:lnTo>
                  <a:lnTo>
                    <a:pt x="678" y="88"/>
                  </a:lnTo>
                  <a:lnTo>
                    <a:pt x="695" y="75"/>
                  </a:lnTo>
                  <a:lnTo>
                    <a:pt x="702" y="60"/>
                  </a:lnTo>
                  <a:lnTo>
                    <a:pt x="703" y="42"/>
                  </a:lnTo>
                  <a:lnTo>
                    <a:pt x="698" y="26"/>
                  </a:lnTo>
                  <a:lnTo>
                    <a:pt x="688" y="12"/>
                  </a:lnTo>
                  <a:lnTo>
                    <a:pt x="674" y="3"/>
                  </a:lnTo>
                  <a:lnTo>
                    <a:pt x="656" y="0"/>
                  </a:lnTo>
                  <a:lnTo>
                    <a:pt x="636" y="6"/>
                  </a:lnTo>
                  <a:lnTo>
                    <a:pt x="631"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6581" name="Freeform 35"/>
            <p:cNvSpPr>
              <a:spLocks/>
            </p:cNvSpPr>
            <p:nvPr/>
          </p:nvSpPr>
          <p:spPr bwMode="auto">
            <a:xfrm>
              <a:off x="1332" y="2204"/>
              <a:ext cx="283" cy="192"/>
            </a:xfrm>
            <a:custGeom>
              <a:avLst/>
              <a:gdLst>
                <a:gd name="T0" fmla="*/ 11 w 1415"/>
                <a:gd name="T1" fmla="*/ 0 h 960"/>
                <a:gd name="T2" fmla="*/ 11 w 1415"/>
                <a:gd name="T3" fmla="*/ 0 h 960"/>
                <a:gd name="T4" fmla="*/ 0 w 1415"/>
                <a:gd name="T5" fmla="*/ 7 h 960"/>
                <a:gd name="T6" fmla="*/ 0 w 1415"/>
                <a:gd name="T7" fmla="*/ 8 h 960"/>
                <a:gd name="T8" fmla="*/ 11 w 1415"/>
                <a:gd name="T9" fmla="*/ 1 h 960"/>
                <a:gd name="T10" fmla="*/ 11 w 1415"/>
                <a:gd name="T11" fmla="*/ 1 h 960"/>
                <a:gd name="T12" fmla="*/ 11 w 1415"/>
                <a:gd name="T13" fmla="*/ 1 h 960"/>
                <a:gd name="T14" fmla="*/ 11 w 1415"/>
                <a:gd name="T15" fmla="*/ 1 h 960"/>
                <a:gd name="T16" fmla="*/ 11 w 1415"/>
                <a:gd name="T17" fmla="*/ 0 h 960"/>
                <a:gd name="T18" fmla="*/ 11 w 1415"/>
                <a:gd name="T19" fmla="*/ 0 h 960"/>
                <a:gd name="T20" fmla="*/ 11 w 1415"/>
                <a:gd name="T21" fmla="*/ 0 h 960"/>
                <a:gd name="T22" fmla="*/ 11 w 1415"/>
                <a:gd name="T23" fmla="*/ 0 h 960"/>
                <a:gd name="T24" fmla="*/ 11 w 1415"/>
                <a:gd name="T25" fmla="*/ 0 h 960"/>
                <a:gd name="T26" fmla="*/ 11 w 1415"/>
                <a:gd name="T27" fmla="*/ 0 h 960"/>
                <a:gd name="T28" fmla="*/ 11 w 1415"/>
                <a:gd name="T29" fmla="*/ 0 h 960"/>
                <a:gd name="T30" fmla="*/ 11 w 1415"/>
                <a:gd name="T31" fmla="*/ 0 h 96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15"/>
                <a:gd name="T49" fmla="*/ 0 h 960"/>
                <a:gd name="T50" fmla="*/ 1415 w 1415"/>
                <a:gd name="T51" fmla="*/ 960 h 96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15" h="960">
                  <a:moveTo>
                    <a:pt x="1338" y="10"/>
                  </a:moveTo>
                  <a:lnTo>
                    <a:pt x="1342" y="8"/>
                  </a:lnTo>
                  <a:lnTo>
                    <a:pt x="0" y="882"/>
                  </a:lnTo>
                  <a:lnTo>
                    <a:pt x="52" y="960"/>
                  </a:lnTo>
                  <a:lnTo>
                    <a:pt x="1393" y="85"/>
                  </a:lnTo>
                  <a:lnTo>
                    <a:pt x="1397" y="83"/>
                  </a:lnTo>
                  <a:lnTo>
                    <a:pt x="1393" y="85"/>
                  </a:lnTo>
                  <a:lnTo>
                    <a:pt x="1409" y="71"/>
                  </a:lnTo>
                  <a:lnTo>
                    <a:pt x="1415" y="53"/>
                  </a:lnTo>
                  <a:lnTo>
                    <a:pt x="1413" y="37"/>
                  </a:lnTo>
                  <a:lnTo>
                    <a:pt x="1406" y="21"/>
                  </a:lnTo>
                  <a:lnTo>
                    <a:pt x="1395" y="8"/>
                  </a:lnTo>
                  <a:lnTo>
                    <a:pt x="1379" y="1"/>
                  </a:lnTo>
                  <a:lnTo>
                    <a:pt x="1361" y="0"/>
                  </a:lnTo>
                  <a:lnTo>
                    <a:pt x="1342" y="8"/>
                  </a:lnTo>
                  <a:lnTo>
                    <a:pt x="1338" y="1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6582" name="Freeform 36"/>
            <p:cNvSpPr>
              <a:spLocks/>
            </p:cNvSpPr>
            <p:nvPr/>
          </p:nvSpPr>
          <p:spPr bwMode="auto">
            <a:xfrm>
              <a:off x="1599" y="2057"/>
              <a:ext cx="80" cy="163"/>
            </a:xfrm>
            <a:custGeom>
              <a:avLst/>
              <a:gdLst>
                <a:gd name="T0" fmla="*/ 2 w 398"/>
                <a:gd name="T1" fmla="*/ 0 h 817"/>
                <a:gd name="T2" fmla="*/ 2 w 398"/>
                <a:gd name="T3" fmla="*/ 0 h 817"/>
                <a:gd name="T4" fmla="*/ 2 w 398"/>
                <a:gd name="T5" fmla="*/ 1 h 817"/>
                <a:gd name="T6" fmla="*/ 2 w 398"/>
                <a:gd name="T7" fmla="*/ 1 h 817"/>
                <a:gd name="T8" fmla="*/ 2 w 398"/>
                <a:gd name="T9" fmla="*/ 2 h 817"/>
                <a:gd name="T10" fmla="*/ 2 w 398"/>
                <a:gd name="T11" fmla="*/ 2 h 817"/>
                <a:gd name="T12" fmla="*/ 2 w 398"/>
                <a:gd name="T13" fmla="*/ 2 h 817"/>
                <a:gd name="T14" fmla="*/ 2 w 398"/>
                <a:gd name="T15" fmla="*/ 3 h 817"/>
                <a:gd name="T16" fmla="*/ 2 w 398"/>
                <a:gd name="T17" fmla="*/ 3 h 817"/>
                <a:gd name="T18" fmla="*/ 2 w 398"/>
                <a:gd name="T19" fmla="*/ 4 h 817"/>
                <a:gd name="T20" fmla="*/ 2 w 398"/>
                <a:gd name="T21" fmla="*/ 4 h 817"/>
                <a:gd name="T22" fmla="*/ 1 w 398"/>
                <a:gd name="T23" fmla="*/ 4 h 817"/>
                <a:gd name="T24" fmla="*/ 1 w 398"/>
                <a:gd name="T25" fmla="*/ 5 h 817"/>
                <a:gd name="T26" fmla="*/ 1 w 398"/>
                <a:gd name="T27" fmla="*/ 5 h 817"/>
                <a:gd name="T28" fmla="*/ 1 w 398"/>
                <a:gd name="T29" fmla="*/ 5 h 817"/>
                <a:gd name="T30" fmla="*/ 1 w 398"/>
                <a:gd name="T31" fmla="*/ 5 h 817"/>
                <a:gd name="T32" fmla="*/ 0 w 398"/>
                <a:gd name="T33" fmla="*/ 6 h 817"/>
                <a:gd name="T34" fmla="*/ 0 w 398"/>
                <a:gd name="T35" fmla="*/ 6 h 817"/>
                <a:gd name="T36" fmla="*/ 0 w 398"/>
                <a:gd name="T37" fmla="*/ 7 h 817"/>
                <a:gd name="T38" fmla="*/ 1 w 398"/>
                <a:gd name="T39" fmla="*/ 6 h 817"/>
                <a:gd name="T40" fmla="*/ 1 w 398"/>
                <a:gd name="T41" fmla="*/ 6 h 817"/>
                <a:gd name="T42" fmla="*/ 1 w 398"/>
                <a:gd name="T43" fmla="*/ 6 h 817"/>
                <a:gd name="T44" fmla="*/ 2 w 398"/>
                <a:gd name="T45" fmla="*/ 5 h 817"/>
                <a:gd name="T46" fmla="*/ 2 w 398"/>
                <a:gd name="T47" fmla="*/ 5 h 817"/>
                <a:gd name="T48" fmla="*/ 2 w 398"/>
                <a:gd name="T49" fmla="*/ 5 h 817"/>
                <a:gd name="T50" fmla="*/ 2 w 398"/>
                <a:gd name="T51" fmla="*/ 4 h 817"/>
                <a:gd name="T52" fmla="*/ 2 w 398"/>
                <a:gd name="T53" fmla="*/ 4 h 817"/>
                <a:gd name="T54" fmla="*/ 3 w 398"/>
                <a:gd name="T55" fmla="*/ 3 h 817"/>
                <a:gd name="T56" fmla="*/ 3 w 398"/>
                <a:gd name="T57" fmla="*/ 3 h 817"/>
                <a:gd name="T58" fmla="*/ 3 w 398"/>
                <a:gd name="T59" fmla="*/ 3 h 817"/>
                <a:gd name="T60" fmla="*/ 3 w 398"/>
                <a:gd name="T61" fmla="*/ 2 h 817"/>
                <a:gd name="T62" fmla="*/ 3 w 398"/>
                <a:gd name="T63" fmla="*/ 2 h 817"/>
                <a:gd name="T64" fmla="*/ 3 w 398"/>
                <a:gd name="T65" fmla="*/ 1 h 817"/>
                <a:gd name="T66" fmla="*/ 3 w 398"/>
                <a:gd name="T67" fmla="*/ 1 h 817"/>
                <a:gd name="T68" fmla="*/ 3 w 398"/>
                <a:gd name="T69" fmla="*/ 0 h 817"/>
                <a:gd name="T70" fmla="*/ 3 w 398"/>
                <a:gd name="T71" fmla="*/ 0 h 817"/>
                <a:gd name="T72" fmla="*/ 3 w 398"/>
                <a:gd name="T73" fmla="*/ 0 h 817"/>
                <a:gd name="T74" fmla="*/ 3 w 398"/>
                <a:gd name="T75" fmla="*/ 0 h 817"/>
                <a:gd name="T76" fmla="*/ 3 w 398"/>
                <a:gd name="T77" fmla="*/ 0 h 817"/>
                <a:gd name="T78" fmla="*/ 3 w 398"/>
                <a:gd name="T79" fmla="*/ 0 h 817"/>
                <a:gd name="T80" fmla="*/ 3 w 398"/>
                <a:gd name="T81" fmla="*/ 0 h 817"/>
                <a:gd name="T82" fmla="*/ 3 w 398"/>
                <a:gd name="T83" fmla="*/ 0 h 817"/>
                <a:gd name="T84" fmla="*/ 3 w 398"/>
                <a:gd name="T85" fmla="*/ 0 h 817"/>
                <a:gd name="T86" fmla="*/ 2 w 398"/>
                <a:gd name="T87" fmla="*/ 0 h 817"/>
                <a:gd name="T88" fmla="*/ 2 w 398"/>
                <a:gd name="T89" fmla="*/ 0 h 817"/>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398"/>
                <a:gd name="T136" fmla="*/ 0 h 817"/>
                <a:gd name="T137" fmla="*/ 398 w 398"/>
                <a:gd name="T138" fmla="*/ 817 h 817"/>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398" h="817">
                  <a:moveTo>
                    <a:pt x="304" y="47"/>
                  </a:moveTo>
                  <a:lnTo>
                    <a:pt x="304" y="47"/>
                  </a:lnTo>
                  <a:lnTo>
                    <a:pt x="301" y="97"/>
                  </a:lnTo>
                  <a:lnTo>
                    <a:pt x="297" y="147"/>
                  </a:lnTo>
                  <a:lnTo>
                    <a:pt x="291" y="198"/>
                  </a:lnTo>
                  <a:lnTo>
                    <a:pt x="280" y="247"/>
                  </a:lnTo>
                  <a:lnTo>
                    <a:pt x="268" y="297"/>
                  </a:lnTo>
                  <a:lnTo>
                    <a:pt x="253" y="347"/>
                  </a:lnTo>
                  <a:lnTo>
                    <a:pt x="236" y="395"/>
                  </a:lnTo>
                  <a:lnTo>
                    <a:pt x="217" y="442"/>
                  </a:lnTo>
                  <a:lnTo>
                    <a:pt x="195" y="487"/>
                  </a:lnTo>
                  <a:lnTo>
                    <a:pt x="171" y="532"/>
                  </a:lnTo>
                  <a:lnTo>
                    <a:pt x="147" y="574"/>
                  </a:lnTo>
                  <a:lnTo>
                    <a:pt x="121" y="613"/>
                  </a:lnTo>
                  <a:lnTo>
                    <a:pt x="93" y="650"/>
                  </a:lnTo>
                  <a:lnTo>
                    <a:pt x="64" y="684"/>
                  </a:lnTo>
                  <a:lnTo>
                    <a:pt x="32" y="716"/>
                  </a:lnTo>
                  <a:lnTo>
                    <a:pt x="0" y="744"/>
                  </a:lnTo>
                  <a:lnTo>
                    <a:pt x="59" y="817"/>
                  </a:lnTo>
                  <a:lnTo>
                    <a:pt x="95" y="784"/>
                  </a:lnTo>
                  <a:lnTo>
                    <a:pt x="132" y="748"/>
                  </a:lnTo>
                  <a:lnTo>
                    <a:pt x="166" y="709"/>
                  </a:lnTo>
                  <a:lnTo>
                    <a:pt x="196" y="667"/>
                  </a:lnTo>
                  <a:lnTo>
                    <a:pt x="227" y="623"/>
                  </a:lnTo>
                  <a:lnTo>
                    <a:pt x="253" y="576"/>
                  </a:lnTo>
                  <a:lnTo>
                    <a:pt x="279" y="530"/>
                  </a:lnTo>
                  <a:lnTo>
                    <a:pt x="301" y="479"/>
                  </a:lnTo>
                  <a:lnTo>
                    <a:pt x="323" y="428"/>
                  </a:lnTo>
                  <a:lnTo>
                    <a:pt x="342" y="375"/>
                  </a:lnTo>
                  <a:lnTo>
                    <a:pt x="359" y="321"/>
                  </a:lnTo>
                  <a:lnTo>
                    <a:pt x="372" y="268"/>
                  </a:lnTo>
                  <a:lnTo>
                    <a:pt x="382" y="212"/>
                  </a:lnTo>
                  <a:lnTo>
                    <a:pt x="391" y="157"/>
                  </a:lnTo>
                  <a:lnTo>
                    <a:pt x="395" y="102"/>
                  </a:lnTo>
                  <a:lnTo>
                    <a:pt x="398" y="47"/>
                  </a:lnTo>
                  <a:lnTo>
                    <a:pt x="394" y="27"/>
                  </a:lnTo>
                  <a:lnTo>
                    <a:pt x="383" y="11"/>
                  </a:lnTo>
                  <a:lnTo>
                    <a:pt x="368" y="3"/>
                  </a:lnTo>
                  <a:lnTo>
                    <a:pt x="351" y="0"/>
                  </a:lnTo>
                  <a:lnTo>
                    <a:pt x="333" y="3"/>
                  </a:lnTo>
                  <a:lnTo>
                    <a:pt x="319" y="11"/>
                  </a:lnTo>
                  <a:lnTo>
                    <a:pt x="307" y="27"/>
                  </a:lnTo>
                  <a:lnTo>
                    <a:pt x="304" y="4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6583" name="Freeform 37"/>
            <p:cNvSpPr>
              <a:spLocks/>
            </p:cNvSpPr>
            <p:nvPr/>
          </p:nvSpPr>
          <p:spPr bwMode="auto">
            <a:xfrm>
              <a:off x="1660" y="1701"/>
              <a:ext cx="19" cy="365"/>
            </a:xfrm>
            <a:custGeom>
              <a:avLst/>
              <a:gdLst>
                <a:gd name="T0" fmla="*/ 0 w 95"/>
                <a:gd name="T1" fmla="*/ 0 h 1826"/>
                <a:gd name="T2" fmla="*/ 0 w 95"/>
                <a:gd name="T3" fmla="*/ 0 h 1826"/>
                <a:gd name="T4" fmla="*/ 0 w 95"/>
                <a:gd name="T5" fmla="*/ 15 h 1826"/>
                <a:gd name="T6" fmla="*/ 1 w 95"/>
                <a:gd name="T7" fmla="*/ 15 h 1826"/>
                <a:gd name="T8" fmla="*/ 1 w 95"/>
                <a:gd name="T9" fmla="*/ 0 h 1826"/>
                <a:gd name="T10" fmla="*/ 1 w 95"/>
                <a:gd name="T11" fmla="*/ 0 h 1826"/>
                <a:gd name="T12" fmla="*/ 1 w 95"/>
                <a:gd name="T13" fmla="*/ 0 h 1826"/>
                <a:gd name="T14" fmla="*/ 1 w 95"/>
                <a:gd name="T15" fmla="*/ 0 h 1826"/>
                <a:gd name="T16" fmla="*/ 1 w 95"/>
                <a:gd name="T17" fmla="*/ 0 h 1826"/>
                <a:gd name="T18" fmla="*/ 1 w 95"/>
                <a:gd name="T19" fmla="*/ 0 h 1826"/>
                <a:gd name="T20" fmla="*/ 0 w 95"/>
                <a:gd name="T21" fmla="*/ 0 h 1826"/>
                <a:gd name="T22" fmla="*/ 0 w 95"/>
                <a:gd name="T23" fmla="*/ 0 h 1826"/>
                <a:gd name="T24" fmla="*/ 0 w 95"/>
                <a:gd name="T25" fmla="*/ 0 h 1826"/>
                <a:gd name="T26" fmla="*/ 0 w 95"/>
                <a:gd name="T27" fmla="*/ 0 h 1826"/>
                <a:gd name="T28" fmla="*/ 0 w 95"/>
                <a:gd name="T29" fmla="*/ 0 h 1826"/>
                <a:gd name="T30" fmla="*/ 0 w 95"/>
                <a:gd name="T31" fmla="*/ 0 h 182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95"/>
                <a:gd name="T49" fmla="*/ 0 h 1826"/>
                <a:gd name="T50" fmla="*/ 95 w 95"/>
                <a:gd name="T51" fmla="*/ 1826 h 182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95" h="1826">
                  <a:moveTo>
                    <a:pt x="0" y="49"/>
                  </a:moveTo>
                  <a:lnTo>
                    <a:pt x="0" y="47"/>
                  </a:lnTo>
                  <a:lnTo>
                    <a:pt x="1" y="1826"/>
                  </a:lnTo>
                  <a:lnTo>
                    <a:pt x="95" y="1826"/>
                  </a:lnTo>
                  <a:lnTo>
                    <a:pt x="93" y="47"/>
                  </a:lnTo>
                  <a:lnTo>
                    <a:pt x="93" y="45"/>
                  </a:lnTo>
                  <a:lnTo>
                    <a:pt x="93" y="47"/>
                  </a:lnTo>
                  <a:lnTo>
                    <a:pt x="90" y="27"/>
                  </a:lnTo>
                  <a:lnTo>
                    <a:pt x="79" y="12"/>
                  </a:lnTo>
                  <a:lnTo>
                    <a:pt x="64" y="4"/>
                  </a:lnTo>
                  <a:lnTo>
                    <a:pt x="47" y="0"/>
                  </a:lnTo>
                  <a:lnTo>
                    <a:pt x="29" y="4"/>
                  </a:lnTo>
                  <a:lnTo>
                    <a:pt x="15" y="12"/>
                  </a:lnTo>
                  <a:lnTo>
                    <a:pt x="3" y="27"/>
                  </a:lnTo>
                  <a:lnTo>
                    <a:pt x="0" y="47"/>
                  </a:lnTo>
                  <a:lnTo>
                    <a:pt x="0" y="4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6584" name="Freeform 38"/>
            <p:cNvSpPr>
              <a:spLocks/>
            </p:cNvSpPr>
            <p:nvPr/>
          </p:nvSpPr>
          <p:spPr bwMode="auto">
            <a:xfrm>
              <a:off x="1598" y="1598"/>
              <a:ext cx="81" cy="113"/>
            </a:xfrm>
            <a:custGeom>
              <a:avLst/>
              <a:gdLst>
                <a:gd name="T0" fmla="*/ 0 w 401"/>
                <a:gd name="T1" fmla="*/ 1 h 566"/>
                <a:gd name="T2" fmla="*/ 0 w 401"/>
                <a:gd name="T3" fmla="*/ 1 h 566"/>
                <a:gd name="T4" fmla="*/ 0 w 401"/>
                <a:gd name="T5" fmla="*/ 1 h 566"/>
                <a:gd name="T6" fmla="*/ 1 w 401"/>
                <a:gd name="T7" fmla="*/ 1 h 566"/>
                <a:gd name="T8" fmla="*/ 1 w 401"/>
                <a:gd name="T9" fmla="*/ 1 h 566"/>
                <a:gd name="T10" fmla="*/ 1 w 401"/>
                <a:gd name="T11" fmla="*/ 1 h 566"/>
                <a:gd name="T12" fmla="*/ 1 w 401"/>
                <a:gd name="T13" fmla="*/ 2 h 566"/>
                <a:gd name="T14" fmla="*/ 1 w 401"/>
                <a:gd name="T15" fmla="*/ 2 h 566"/>
                <a:gd name="T16" fmla="*/ 2 w 401"/>
                <a:gd name="T17" fmla="*/ 2 h 566"/>
                <a:gd name="T18" fmla="*/ 2 w 401"/>
                <a:gd name="T19" fmla="*/ 2 h 566"/>
                <a:gd name="T20" fmla="*/ 2 w 401"/>
                <a:gd name="T21" fmla="*/ 2 h 566"/>
                <a:gd name="T22" fmla="*/ 2 w 401"/>
                <a:gd name="T23" fmla="*/ 3 h 566"/>
                <a:gd name="T24" fmla="*/ 2 w 401"/>
                <a:gd name="T25" fmla="*/ 3 h 566"/>
                <a:gd name="T26" fmla="*/ 2 w 401"/>
                <a:gd name="T27" fmla="*/ 3 h 566"/>
                <a:gd name="T28" fmla="*/ 2 w 401"/>
                <a:gd name="T29" fmla="*/ 4 h 566"/>
                <a:gd name="T30" fmla="*/ 2 w 401"/>
                <a:gd name="T31" fmla="*/ 4 h 566"/>
                <a:gd name="T32" fmla="*/ 2 w 401"/>
                <a:gd name="T33" fmla="*/ 4 h 566"/>
                <a:gd name="T34" fmla="*/ 3 w 401"/>
                <a:gd name="T35" fmla="*/ 5 h 566"/>
                <a:gd name="T36" fmla="*/ 3 w 401"/>
                <a:gd name="T37" fmla="*/ 4 h 566"/>
                <a:gd name="T38" fmla="*/ 3 w 401"/>
                <a:gd name="T39" fmla="*/ 4 h 566"/>
                <a:gd name="T40" fmla="*/ 3 w 401"/>
                <a:gd name="T41" fmla="*/ 4 h 566"/>
                <a:gd name="T42" fmla="*/ 3 w 401"/>
                <a:gd name="T43" fmla="*/ 3 h 566"/>
                <a:gd name="T44" fmla="*/ 3 w 401"/>
                <a:gd name="T45" fmla="*/ 3 h 566"/>
                <a:gd name="T46" fmla="*/ 3 w 401"/>
                <a:gd name="T47" fmla="*/ 3 h 566"/>
                <a:gd name="T48" fmla="*/ 3 w 401"/>
                <a:gd name="T49" fmla="*/ 2 h 566"/>
                <a:gd name="T50" fmla="*/ 3 w 401"/>
                <a:gd name="T51" fmla="*/ 2 h 566"/>
                <a:gd name="T52" fmla="*/ 2 w 401"/>
                <a:gd name="T53" fmla="*/ 2 h 566"/>
                <a:gd name="T54" fmla="*/ 2 w 401"/>
                <a:gd name="T55" fmla="*/ 2 h 566"/>
                <a:gd name="T56" fmla="*/ 2 w 401"/>
                <a:gd name="T57" fmla="*/ 1 h 566"/>
                <a:gd name="T58" fmla="*/ 2 w 401"/>
                <a:gd name="T59" fmla="*/ 1 h 566"/>
                <a:gd name="T60" fmla="*/ 2 w 401"/>
                <a:gd name="T61" fmla="*/ 1 h 566"/>
                <a:gd name="T62" fmla="*/ 1 w 401"/>
                <a:gd name="T63" fmla="*/ 1 h 566"/>
                <a:gd name="T64" fmla="*/ 1 w 401"/>
                <a:gd name="T65" fmla="*/ 0 h 566"/>
                <a:gd name="T66" fmla="*/ 1 w 401"/>
                <a:gd name="T67" fmla="*/ 0 h 566"/>
                <a:gd name="T68" fmla="*/ 1 w 401"/>
                <a:gd name="T69" fmla="*/ 0 h 566"/>
                <a:gd name="T70" fmla="*/ 1 w 401"/>
                <a:gd name="T71" fmla="*/ 0 h 566"/>
                <a:gd name="T72" fmla="*/ 1 w 401"/>
                <a:gd name="T73" fmla="*/ 0 h 566"/>
                <a:gd name="T74" fmla="*/ 0 w 401"/>
                <a:gd name="T75" fmla="*/ 0 h 566"/>
                <a:gd name="T76" fmla="*/ 0 w 401"/>
                <a:gd name="T77" fmla="*/ 0 h 566"/>
                <a:gd name="T78" fmla="*/ 0 w 401"/>
                <a:gd name="T79" fmla="*/ 0 h 566"/>
                <a:gd name="T80" fmla="*/ 0 w 401"/>
                <a:gd name="T81" fmla="*/ 0 h 566"/>
                <a:gd name="T82" fmla="*/ 0 w 401"/>
                <a:gd name="T83" fmla="*/ 0 h 566"/>
                <a:gd name="T84" fmla="*/ 0 w 401"/>
                <a:gd name="T85" fmla="*/ 0 h 566"/>
                <a:gd name="T86" fmla="*/ 0 w 401"/>
                <a:gd name="T87" fmla="*/ 1 h 566"/>
                <a:gd name="T88" fmla="*/ 0 w 401"/>
                <a:gd name="T89" fmla="*/ 1 h 56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401"/>
                <a:gd name="T136" fmla="*/ 0 h 566"/>
                <a:gd name="T137" fmla="*/ 401 w 401"/>
                <a:gd name="T138" fmla="*/ 566 h 566"/>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401" h="566">
                  <a:moveTo>
                    <a:pt x="23" y="88"/>
                  </a:moveTo>
                  <a:lnTo>
                    <a:pt x="23" y="88"/>
                  </a:lnTo>
                  <a:lnTo>
                    <a:pt x="53" y="107"/>
                  </a:lnTo>
                  <a:lnTo>
                    <a:pt x="83" y="125"/>
                  </a:lnTo>
                  <a:lnTo>
                    <a:pt x="108" y="147"/>
                  </a:lnTo>
                  <a:lnTo>
                    <a:pt x="135" y="171"/>
                  </a:lnTo>
                  <a:lnTo>
                    <a:pt x="160" y="196"/>
                  </a:lnTo>
                  <a:lnTo>
                    <a:pt x="182" y="223"/>
                  </a:lnTo>
                  <a:lnTo>
                    <a:pt x="205" y="251"/>
                  </a:lnTo>
                  <a:lnTo>
                    <a:pt x="223" y="281"/>
                  </a:lnTo>
                  <a:lnTo>
                    <a:pt x="240" y="312"/>
                  </a:lnTo>
                  <a:lnTo>
                    <a:pt x="256" y="345"/>
                  </a:lnTo>
                  <a:lnTo>
                    <a:pt x="270" y="379"/>
                  </a:lnTo>
                  <a:lnTo>
                    <a:pt x="282" y="414"/>
                  </a:lnTo>
                  <a:lnTo>
                    <a:pt x="291" y="450"/>
                  </a:lnTo>
                  <a:lnTo>
                    <a:pt x="299" y="488"/>
                  </a:lnTo>
                  <a:lnTo>
                    <a:pt x="304" y="526"/>
                  </a:lnTo>
                  <a:lnTo>
                    <a:pt x="308" y="566"/>
                  </a:lnTo>
                  <a:lnTo>
                    <a:pt x="401" y="562"/>
                  </a:lnTo>
                  <a:lnTo>
                    <a:pt x="398" y="517"/>
                  </a:lnTo>
                  <a:lnTo>
                    <a:pt x="391" y="471"/>
                  </a:lnTo>
                  <a:lnTo>
                    <a:pt x="383" y="429"/>
                  </a:lnTo>
                  <a:lnTo>
                    <a:pt x="371" y="386"/>
                  </a:lnTo>
                  <a:lnTo>
                    <a:pt x="357" y="346"/>
                  </a:lnTo>
                  <a:lnTo>
                    <a:pt x="340" y="307"/>
                  </a:lnTo>
                  <a:lnTo>
                    <a:pt x="324" y="270"/>
                  </a:lnTo>
                  <a:lnTo>
                    <a:pt x="303" y="232"/>
                  </a:lnTo>
                  <a:lnTo>
                    <a:pt x="280" y="197"/>
                  </a:lnTo>
                  <a:lnTo>
                    <a:pt x="255" y="164"/>
                  </a:lnTo>
                  <a:lnTo>
                    <a:pt x="228" y="132"/>
                  </a:lnTo>
                  <a:lnTo>
                    <a:pt x="199" y="103"/>
                  </a:lnTo>
                  <a:lnTo>
                    <a:pt x="169" y="76"/>
                  </a:lnTo>
                  <a:lnTo>
                    <a:pt x="137" y="50"/>
                  </a:lnTo>
                  <a:lnTo>
                    <a:pt x="103" y="27"/>
                  </a:lnTo>
                  <a:lnTo>
                    <a:pt x="67" y="6"/>
                  </a:lnTo>
                  <a:lnTo>
                    <a:pt x="48" y="0"/>
                  </a:lnTo>
                  <a:lnTo>
                    <a:pt x="30" y="2"/>
                  </a:lnTo>
                  <a:lnTo>
                    <a:pt x="16" y="12"/>
                  </a:lnTo>
                  <a:lnTo>
                    <a:pt x="5" y="25"/>
                  </a:lnTo>
                  <a:lnTo>
                    <a:pt x="0" y="41"/>
                  </a:lnTo>
                  <a:lnTo>
                    <a:pt x="0" y="59"/>
                  </a:lnTo>
                  <a:lnTo>
                    <a:pt x="8" y="75"/>
                  </a:lnTo>
                  <a:lnTo>
                    <a:pt x="23"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6585" name="Freeform 39"/>
            <p:cNvSpPr>
              <a:spLocks/>
            </p:cNvSpPr>
            <p:nvPr/>
          </p:nvSpPr>
          <p:spPr bwMode="auto">
            <a:xfrm>
              <a:off x="1346" y="1455"/>
              <a:ext cx="266" cy="160"/>
            </a:xfrm>
            <a:custGeom>
              <a:avLst/>
              <a:gdLst>
                <a:gd name="T0" fmla="*/ 0 w 1330"/>
                <a:gd name="T1" fmla="*/ 1 h 801"/>
                <a:gd name="T2" fmla="*/ 0 w 1330"/>
                <a:gd name="T3" fmla="*/ 1 h 801"/>
                <a:gd name="T4" fmla="*/ 10 w 1330"/>
                <a:gd name="T5" fmla="*/ 6 h 801"/>
                <a:gd name="T6" fmla="*/ 11 w 1330"/>
                <a:gd name="T7" fmla="*/ 6 h 801"/>
                <a:gd name="T8" fmla="*/ 1 w 1330"/>
                <a:gd name="T9" fmla="*/ 0 h 801"/>
                <a:gd name="T10" fmla="*/ 1 w 1330"/>
                <a:gd name="T11" fmla="*/ 0 h 801"/>
                <a:gd name="T12" fmla="*/ 1 w 1330"/>
                <a:gd name="T13" fmla="*/ 0 h 801"/>
                <a:gd name="T14" fmla="*/ 0 w 1330"/>
                <a:gd name="T15" fmla="*/ 0 h 801"/>
                <a:gd name="T16" fmla="*/ 0 w 1330"/>
                <a:gd name="T17" fmla="*/ 0 h 801"/>
                <a:gd name="T18" fmla="*/ 0 w 1330"/>
                <a:gd name="T19" fmla="*/ 0 h 801"/>
                <a:gd name="T20" fmla="*/ 0 w 1330"/>
                <a:gd name="T21" fmla="*/ 0 h 801"/>
                <a:gd name="T22" fmla="*/ 0 w 1330"/>
                <a:gd name="T23" fmla="*/ 0 h 801"/>
                <a:gd name="T24" fmla="*/ 0 w 1330"/>
                <a:gd name="T25" fmla="*/ 0 h 801"/>
                <a:gd name="T26" fmla="*/ 0 w 1330"/>
                <a:gd name="T27" fmla="*/ 1 h 801"/>
                <a:gd name="T28" fmla="*/ 0 w 1330"/>
                <a:gd name="T29" fmla="*/ 1 h 801"/>
                <a:gd name="T30" fmla="*/ 0 w 1330"/>
                <a:gd name="T31" fmla="*/ 1 h 801"/>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30"/>
                <a:gd name="T49" fmla="*/ 0 h 801"/>
                <a:gd name="T50" fmla="*/ 1330 w 1330"/>
                <a:gd name="T51" fmla="*/ 801 h 801"/>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30" h="801">
                  <a:moveTo>
                    <a:pt x="24" y="88"/>
                  </a:moveTo>
                  <a:lnTo>
                    <a:pt x="23" y="88"/>
                  </a:lnTo>
                  <a:lnTo>
                    <a:pt x="1286" y="801"/>
                  </a:lnTo>
                  <a:lnTo>
                    <a:pt x="1330" y="719"/>
                  </a:lnTo>
                  <a:lnTo>
                    <a:pt x="67" y="6"/>
                  </a:lnTo>
                  <a:lnTo>
                    <a:pt x="66" y="6"/>
                  </a:lnTo>
                  <a:lnTo>
                    <a:pt x="67" y="6"/>
                  </a:lnTo>
                  <a:lnTo>
                    <a:pt x="48" y="0"/>
                  </a:lnTo>
                  <a:lnTo>
                    <a:pt x="30" y="2"/>
                  </a:lnTo>
                  <a:lnTo>
                    <a:pt x="16" y="12"/>
                  </a:lnTo>
                  <a:lnTo>
                    <a:pt x="5" y="25"/>
                  </a:lnTo>
                  <a:lnTo>
                    <a:pt x="0" y="41"/>
                  </a:lnTo>
                  <a:lnTo>
                    <a:pt x="0" y="59"/>
                  </a:lnTo>
                  <a:lnTo>
                    <a:pt x="8" y="75"/>
                  </a:lnTo>
                  <a:lnTo>
                    <a:pt x="23" y="88"/>
                  </a:lnTo>
                  <a:lnTo>
                    <a:pt x="24"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6586" name="Freeform 40"/>
            <p:cNvSpPr>
              <a:spLocks/>
            </p:cNvSpPr>
            <p:nvPr/>
          </p:nvSpPr>
          <p:spPr bwMode="auto">
            <a:xfrm>
              <a:off x="1198" y="1439"/>
              <a:ext cx="161" cy="35"/>
            </a:xfrm>
            <a:custGeom>
              <a:avLst/>
              <a:gdLst>
                <a:gd name="T0" fmla="*/ 1 w 806"/>
                <a:gd name="T1" fmla="*/ 1 h 177"/>
                <a:gd name="T2" fmla="*/ 1 w 806"/>
                <a:gd name="T3" fmla="*/ 1 h 177"/>
                <a:gd name="T4" fmla="*/ 1 w 806"/>
                <a:gd name="T5" fmla="*/ 1 h 177"/>
                <a:gd name="T6" fmla="*/ 1 w 806"/>
                <a:gd name="T7" fmla="*/ 1 h 177"/>
                <a:gd name="T8" fmla="*/ 2 w 806"/>
                <a:gd name="T9" fmla="*/ 1 h 177"/>
                <a:gd name="T10" fmla="*/ 2 w 806"/>
                <a:gd name="T11" fmla="*/ 1 h 177"/>
                <a:gd name="T12" fmla="*/ 2 w 806"/>
                <a:gd name="T13" fmla="*/ 1 h 177"/>
                <a:gd name="T14" fmla="*/ 3 w 806"/>
                <a:gd name="T15" fmla="*/ 1 h 177"/>
                <a:gd name="T16" fmla="*/ 3 w 806"/>
                <a:gd name="T17" fmla="*/ 1 h 177"/>
                <a:gd name="T18" fmla="*/ 3 w 806"/>
                <a:gd name="T19" fmla="*/ 1 h 177"/>
                <a:gd name="T20" fmla="*/ 4 w 806"/>
                <a:gd name="T21" fmla="*/ 1 h 177"/>
                <a:gd name="T22" fmla="*/ 4 w 806"/>
                <a:gd name="T23" fmla="*/ 1 h 177"/>
                <a:gd name="T24" fmla="*/ 5 w 806"/>
                <a:gd name="T25" fmla="*/ 1 h 177"/>
                <a:gd name="T26" fmla="*/ 5 w 806"/>
                <a:gd name="T27" fmla="*/ 1 h 177"/>
                <a:gd name="T28" fmla="*/ 5 w 806"/>
                <a:gd name="T29" fmla="*/ 1 h 177"/>
                <a:gd name="T30" fmla="*/ 6 w 806"/>
                <a:gd name="T31" fmla="*/ 1 h 177"/>
                <a:gd name="T32" fmla="*/ 6 w 806"/>
                <a:gd name="T33" fmla="*/ 1 h 177"/>
                <a:gd name="T34" fmla="*/ 6 w 806"/>
                <a:gd name="T35" fmla="*/ 1 h 177"/>
                <a:gd name="T36" fmla="*/ 6 w 806"/>
                <a:gd name="T37" fmla="*/ 1 h 177"/>
                <a:gd name="T38" fmla="*/ 6 w 806"/>
                <a:gd name="T39" fmla="*/ 1 h 177"/>
                <a:gd name="T40" fmla="*/ 6 w 806"/>
                <a:gd name="T41" fmla="*/ 0 h 177"/>
                <a:gd name="T42" fmla="*/ 5 w 806"/>
                <a:gd name="T43" fmla="*/ 0 h 177"/>
                <a:gd name="T44" fmla="*/ 5 w 806"/>
                <a:gd name="T45" fmla="*/ 0 h 177"/>
                <a:gd name="T46" fmla="*/ 5 w 806"/>
                <a:gd name="T47" fmla="*/ 0 h 177"/>
                <a:gd name="T48" fmla="*/ 4 w 806"/>
                <a:gd name="T49" fmla="*/ 0 h 177"/>
                <a:gd name="T50" fmla="*/ 4 w 806"/>
                <a:gd name="T51" fmla="*/ 0 h 177"/>
                <a:gd name="T52" fmla="*/ 3 w 806"/>
                <a:gd name="T53" fmla="*/ 0 h 177"/>
                <a:gd name="T54" fmla="*/ 3 w 806"/>
                <a:gd name="T55" fmla="*/ 0 h 177"/>
                <a:gd name="T56" fmla="*/ 3 w 806"/>
                <a:gd name="T57" fmla="*/ 0 h 177"/>
                <a:gd name="T58" fmla="*/ 2 w 806"/>
                <a:gd name="T59" fmla="*/ 0 h 177"/>
                <a:gd name="T60" fmla="*/ 2 w 806"/>
                <a:gd name="T61" fmla="*/ 0 h 177"/>
                <a:gd name="T62" fmla="*/ 1 w 806"/>
                <a:gd name="T63" fmla="*/ 0 h 177"/>
                <a:gd name="T64" fmla="*/ 1 w 806"/>
                <a:gd name="T65" fmla="*/ 0 h 177"/>
                <a:gd name="T66" fmla="*/ 1 w 806"/>
                <a:gd name="T67" fmla="*/ 1 h 177"/>
                <a:gd name="T68" fmla="*/ 0 w 806"/>
                <a:gd name="T69" fmla="*/ 1 h 177"/>
                <a:gd name="T70" fmla="*/ 0 w 806"/>
                <a:gd name="T71" fmla="*/ 1 h 177"/>
                <a:gd name="T72" fmla="*/ 0 w 806"/>
                <a:gd name="T73" fmla="*/ 1 h 177"/>
                <a:gd name="T74" fmla="*/ 0 w 806"/>
                <a:gd name="T75" fmla="*/ 1 h 177"/>
                <a:gd name="T76" fmla="*/ 0 w 806"/>
                <a:gd name="T77" fmla="*/ 1 h 177"/>
                <a:gd name="T78" fmla="*/ 0 w 806"/>
                <a:gd name="T79" fmla="*/ 1 h 177"/>
                <a:gd name="T80" fmla="*/ 0 w 806"/>
                <a:gd name="T81" fmla="*/ 1 h 177"/>
                <a:gd name="T82" fmla="*/ 0 w 806"/>
                <a:gd name="T83" fmla="*/ 1 h 177"/>
                <a:gd name="T84" fmla="*/ 0 w 806"/>
                <a:gd name="T85" fmla="*/ 1 h 177"/>
                <a:gd name="T86" fmla="*/ 0 w 806"/>
                <a:gd name="T87" fmla="*/ 1 h 177"/>
                <a:gd name="T88" fmla="*/ 1 w 806"/>
                <a:gd name="T89" fmla="*/ 1 h 177"/>
                <a:gd name="T90" fmla="*/ 1 w 806"/>
                <a:gd name="T91" fmla="*/ 1 h 17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806"/>
                <a:gd name="T139" fmla="*/ 0 h 177"/>
                <a:gd name="T140" fmla="*/ 806 w 806"/>
                <a:gd name="T141" fmla="*/ 177 h 17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806" h="177">
                  <a:moveTo>
                    <a:pt x="67" y="171"/>
                  </a:moveTo>
                  <a:lnTo>
                    <a:pt x="68" y="171"/>
                  </a:lnTo>
                  <a:lnTo>
                    <a:pt x="109" y="151"/>
                  </a:lnTo>
                  <a:lnTo>
                    <a:pt x="151" y="135"/>
                  </a:lnTo>
                  <a:lnTo>
                    <a:pt x="196" y="122"/>
                  </a:lnTo>
                  <a:lnTo>
                    <a:pt x="242" y="110"/>
                  </a:lnTo>
                  <a:lnTo>
                    <a:pt x="287" y="102"/>
                  </a:lnTo>
                  <a:lnTo>
                    <a:pt x="335" y="97"/>
                  </a:lnTo>
                  <a:lnTo>
                    <a:pt x="382" y="95"/>
                  </a:lnTo>
                  <a:lnTo>
                    <a:pt x="430" y="94"/>
                  </a:lnTo>
                  <a:lnTo>
                    <a:pt x="477" y="97"/>
                  </a:lnTo>
                  <a:lnTo>
                    <a:pt x="524" y="102"/>
                  </a:lnTo>
                  <a:lnTo>
                    <a:pt x="568" y="108"/>
                  </a:lnTo>
                  <a:lnTo>
                    <a:pt x="612" y="117"/>
                  </a:lnTo>
                  <a:lnTo>
                    <a:pt x="654" y="128"/>
                  </a:lnTo>
                  <a:lnTo>
                    <a:pt x="693" y="141"/>
                  </a:lnTo>
                  <a:lnTo>
                    <a:pt x="730" y="155"/>
                  </a:lnTo>
                  <a:lnTo>
                    <a:pt x="764" y="171"/>
                  </a:lnTo>
                  <a:lnTo>
                    <a:pt x="806" y="89"/>
                  </a:lnTo>
                  <a:lnTo>
                    <a:pt x="768" y="70"/>
                  </a:lnTo>
                  <a:lnTo>
                    <a:pt x="725" y="54"/>
                  </a:lnTo>
                  <a:lnTo>
                    <a:pt x="680" y="39"/>
                  </a:lnTo>
                  <a:lnTo>
                    <a:pt x="633" y="26"/>
                  </a:lnTo>
                  <a:lnTo>
                    <a:pt x="585" y="16"/>
                  </a:lnTo>
                  <a:lnTo>
                    <a:pt x="536" y="8"/>
                  </a:lnTo>
                  <a:lnTo>
                    <a:pt x="484" y="3"/>
                  </a:lnTo>
                  <a:lnTo>
                    <a:pt x="433" y="0"/>
                  </a:lnTo>
                  <a:lnTo>
                    <a:pt x="380" y="1"/>
                  </a:lnTo>
                  <a:lnTo>
                    <a:pt x="328" y="3"/>
                  </a:lnTo>
                  <a:lnTo>
                    <a:pt x="276" y="10"/>
                  </a:lnTo>
                  <a:lnTo>
                    <a:pt x="223" y="19"/>
                  </a:lnTo>
                  <a:lnTo>
                    <a:pt x="172" y="30"/>
                  </a:lnTo>
                  <a:lnTo>
                    <a:pt x="121" y="46"/>
                  </a:lnTo>
                  <a:lnTo>
                    <a:pt x="72" y="67"/>
                  </a:lnTo>
                  <a:lnTo>
                    <a:pt x="24" y="89"/>
                  </a:lnTo>
                  <a:lnTo>
                    <a:pt x="25" y="89"/>
                  </a:lnTo>
                  <a:lnTo>
                    <a:pt x="24" y="89"/>
                  </a:lnTo>
                  <a:lnTo>
                    <a:pt x="8" y="102"/>
                  </a:lnTo>
                  <a:lnTo>
                    <a:pt x="0" y="118"/>
                  </a:lnTo>
                  <a:lnTo>
                    <a:pt x="0" y="136"/>
                  </a:lnTo>
                  <a:lnTo>
                    <a:pt x="6" y="152"/>
                  </a:lnTo>
                  <a:lnTo>
                    <a:pt x="17" y="165"/>
                  </a:lnTo>
                  <a:lnTo>
                    <a:pt x="31" y="175"/>
                  </a:lnTo>
                  <a:lnTo>
                    <a:pt x="48" y="177"/>
                  </a:lnTo>
                  <a:lnTo>
                    <a:pt x="68" y="171"/>
                  </a:lnTo>
                  <a:lnTo>
                    <a:pt x="67" y="1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6587" name="Freeform 41"/>
            <p:cNvSpPr>
              <a:spLocks/>
            </p:cNvSpPr>
            <p:nvPr/>
          </p:nvSpPr>
          <p:spPr bwMode="auto">
            <a:xfrm>
              <a:off x="931" y="1456"/>
              <a:ext cx="280" cy="158"/>
            </a:xfrm>
            <a:custGeom>
              <a:avLst/>
              <a:gdLst>
                <a:gd name="T0" fmla="*/ 1 w 1402"/>
                <a:gd name="T1" fmla="*/ 6 h 787"/>
                <a:gd name="T2" fmla="*/ 1 w 1402"/>
                <a:gd name="T3" fmla="*/ 6 h 787"/>
                <a:gd name="T4" fmla="*/ 11 w 1402"/>
                <a:gd name="T5" fmla="*/ 1 h 787"/>
                <a:gd name="T6" fmla="*/ 11 w 1402"/>
                <a:gd name="T7" fmla="*/ 0 h 787"/>
                <a:gd name="T8" fmla="*/ 0 w 1402"/>
                <a:gd name="T9" fmla="*/ 6 h 787"/>
                <a:gd name="T10" fmla="*/ 0 w 1402"/>
                <a:gd name="T11" fmla="*/ 6 h 787"/>
                <a:gd name="T12" fmla="*/ 0 w 1402"/>
                <a:gd name="T13" fmla="*/ 6 h 787"/>
                <a:gd name="T14" fmla="*/ 0 w 1402"/>
                <a:gd name="T15" fmla="*/ 6 h 787"/>
                <a:gd name="T16" fmla="*/ 0 w 1402"/>
                <a:gd name="T17" fmla="*/ 6 h 787"/>
                <a:gd name="T18" fmla="*/ 0 w 1402"/>
                <a:gd name="T19" fmla="*/ 6 h 787"/>
                <a:gd name="T20" fmla="*/ 0 w 1402"/>
                <a:gd name="T21" fmla="*/ 6 h 787"/>
                <a:gd name="T22" fmla="*/ 0 w 1402"/>
                <a:gd name="T23" fmla="*/ 6 h 787"/>
                <a:gd name="T24" fmla="*/ 0 w 1402"/>
                <a:gd name="T25" fmla="*/ 6 h 787"/>
                <a:gd name="T26" fmla="*/ 0 w 1402"/>
                <a:gd name="T27" fmla="*/ 6 h 787"/>
                <a:gd name="T28" fmla="*/ 1 w 1402"/>
                <a:gd name="T29" fmla="*/ 6 h 787"/>
                <a:gd name="T30" fmla="*/ 1 w 1402"/>
                <a:gd name="T31" fmla="*/ 6 h 78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02"/>
                <a:gd name="T49" fmla="*/ 0 h 787"/>
                <a:gd name="T50" fmla="*/ 1402 w 1402"/>
                <a:gd name="T51" fmla="*/ 787 h 78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02" h="787">
                  <a:moveTo>
                    <a:pt x="69" y="781"/>
                  </a:moveTo>
                  <a:lnTo>
                    <a:pt x="66" y="781"/>
                  </a:lnTo>
                  <a:lnTo>
                    <a:pt x="1402" y="82"/>
                  </a:lnTo>
                  <a:lnTo>
                    <a:pt x="1360" y="0"/>
                  </a:lnTo>
                  <a:lnTo>
                    <a:pt x="24" y="699"/>
                  </a:lnTo>
                  <a:lnTo>
                    <a:pt x="22" y="699"/>
                  </a:lnTo>
                  <a:lnTo>
                    <a:pt x="24" y="699"/>
                  </a:lnTo>
                  <a:lnTo>
                    <a:pt x="8" y="712"/>
                  </a:lnTo>
                  <a:lnTo>
                    <a:pt x="1" y="727"/>
                  </a:lnTo>
                  <a:lnTo>
                    <a:pt x="0" y="744"/>
                  </a:lnTo>
                  <a:lnTo>
                    <a:pt x="5" y="761"/>
                  </a:lnTo>
                  <a:lnTo>
                    <a:pt x="15" y="775"/>
                  </a:lnTo>
                  <a:lnTo>
                    <a:pt x="30" y="784"/>
                  </a:lnTo>
                  <a:lnTo>
                    <a:pt x="46" y="787"/>
                  </a:lnTo>
                  <a:lnTo>
                    <a:pt x="66" y="781"/>
                  </a:lnTo>
                  <a:lnTo>
                    <a:pt x="69" y="7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6588" name="Freeform 42"/>
            <p:cNvSpPr>
              <a:spLocks/>
            </p:cNvSpPr>
            <p:nvPr/>
          </p:nvSpPr>
          <p:spPr bwMode="auto">
            <a:xfrm>
              <a:off x="868" y="1596"/>
              <a:ext cx="77" cy="126"/>
            </a:xfrm>
            <a:custGeom>
              <a:avLst/>
              <a:gdLst>
                <a:gd name="T0" fmla="*/ 1 w 382"/>
                <a:gd name="T1" fmla="*/ 5 h 628"/>
                <a:gd name="T2" fmla="*/ 1 w 382"/>
                <a:gd name="T3" fmla="*/ 5 h 628"/>
                <a:gd name="T4" fmla="*/ 1 w 382"/>
                <a:gd name="T5" fmla="*/ 4 h 628"/>
                <a:gd name="T6" fmla="*/ 1 w 382"/>
                <a:gd name="T7" fmla="*/ 4 h 628"/>
                <a:gd name="T8" fmla="*/ 1 w 382"/>
                <a:gd name="T9" fmla="*/ 4 h 628"/>
                <a:gd name="T10" fmla="*/ 1 w 382"/>
                <a:gd name="T11" fmla="*/ 3 h 628"/>
                <a:gd name="T12" fmla="*/ 1 w 382"/>
                <a:gd name="T13" fmla="*/ 3 h 628"/>
                <a:gd name="T14" fmla="*/ 1 w 382"/>
                <a:gd name="T15" fmla="*/ 3 h 628"/>
                <a:gd name="T16" fmla="*/ 1 w 382"/>
                <a:gd name="T17" fmla="*/ 3 h 628"/>
                <a:gd name="T18" fmla="*/ 1 w 382"/>
                <a:gd name="T19" fmla="*/ 2 h 628"/>
                <a:gd name="T20" fmla="*/ 2 w 382"/>
                <a:gd name="T21" fmla="*/ 2 h 628"/>
                <a:gd name="T22" fmla="*/ 2 w 382"/>
                <a:gd name="T23" fmla="*/ 2 h 628"/>
                <a:gd name="T24" fmla="*/ 2 w 382"/>
                <a:gd name="T25" fmla="*/ 2 h 628"/>
                <a:gd name="T26" fmla="*/ 2 w 382"/>
                <a:gd name="T27" fmla="*/ 1 h 628"/>
                <a:gd name="T28" fmla="*/ 2 w 382"/>
                <a:gd name="T29" fmla="*/ 1 h 628"/>
                <a:gd name="T30" fmla="*/ 3 w 382"/>
                <a:gd name="T31" fmla="*/ 1 h 628"/>
                <a:gd name="T32" fmla="*/ 3 w 382"/>
                <a:gd name="T33" fmla="*/ 1 h 628"/>
                <a:gd name="T34" fmla="*/ 3 w 382"/>
                <a:gd name="T35" fmla="*/ 1 h 628"/>
                <a:gd name="T36" fmla="*/ 3 w 382"/>
                <a:gd name="T37" fmla="*/ 0 h 628"/>
                <a:gd name="T38" fmla="*/ 2 w 382"/>
                <a:gd name="T39" fmla="*/ 0 h 628"/>
                <a:gd name="T40" fmla="*/ 2 w 382"/>
                <a:gd name="T41" fmla="*/ 0 h 628"/>
                <a:gd name="T42" fmla="*/ 2 w 382"/>
                <a:gd name="T43" fmla="*/ 1 h 628"/>
                <a:gd name="T44" fmla="*/ 2 w 382"/>
                <a:gd name="T45" fmla="*/ 1 h 628"/>
                <a:gd name="T46" fmla="*/ 1 w 382"/>
                <a:gd name="T47" fmla="*/ 1 h 628"/>
                <a:gd name="T48" fmla="*/ 1 w 382"/>
                <a:gd name="T49" fmla="*/ 1 h 628"/>
                <a:gd name="T50" fmla="*/ 1 w 382"/>
                <a:gd name="T51" fmla="*/ 2 h 628"/>
                <a:gd name="T52" fmla="*/ 1 w 382"/>
                <a:gd name="T53" fmla="*/ 2 h 628"/>
                <a:gd name="T54" fmla="*/ 1 w 382"/>
                <a:gd name="T55" fmla="*/ 2 h 628"/>
                <a:gd name="T56" fmla="*/ 0 w 382"/>
                <a:gd name="T57" fmla="*/ 3 h 628"/>
                <a:gd name="T58" fmla="*/ 0 w 382"/>
                <a:gd name="T59" fmla="*/ 3 h 628"/>
                <a:gd name="T60" fmla="*/ 0 w 382"/>
                <a:gd name="T61" fmla="*/ 3 h 628"/>
                <a:gd name="T62" fmla="*/ 0 w 382"/>
                <a:gd name="T63" fmla="*/ 4 h 628"/>
                <a:gd name="T64" fmla="*/ 0 w 382"/>
                <a:gd name="T65" fmla="*/ 4 h 628"/>
                <a:gd name="T66" fmla="*/ 0 w 382"/>
                <a:gd name="T67" fmla="*/ 4 h 628"/>
                <a:gd name="T68" fmla="*/ 0 w 382"/>
                <a:gd name="T69" fmla="*/ 5 h 628"/>
                <a:gd name="T70" fmla="*/ 0 w 382"/>
                <a:gd name="T71" fmla="*/ 5 h 628"/>
                <a:gd name="T72" fmla="*/ 0 w 382"/>
                <a:gd name="T73" fmla="*/ 5 h 628"/>
                <a:gd name="T74" fmla="*/ 0 w 382"/>
                <a:gd name="T75" fmla="*/ 5 h 628"/>
                <a:gd name="T76" fmla="*/ 0 w 382"/>
                <a:gd name="T77" fmla="*/ 5 h 628"/>
                <a:gd name="T78" fmla="*/ 0 w 382"/>
                <a:gd name="T79" fmla="*/ 5 h 628"/>
                <a:gd name="T80" fmla="*/ 0 w 382"/>
                <a:gd name="T81" fmla="*/ 5 h 628"/>
                <a:gd name="T82" fmla="*/ 1 w 382"/>
                <a:gd name="T83" fmla="*/ 5 h 628"/>
                <a:gd name="T84" fmla="*/ 1 w 382"/>
                <a:gd name="T85" fmla="*/ 5 h 628"/>
                <a:gd name="T86" fmla="*/ 1 w 382"/>
                <a:gd name="T87" fmla="*/ 5 h 628"/>
                <a:gd name="T88" fmla="*/ 1 w 382"/>
                <a:gd name="T89" fmla="*/ 5 h 628"/>
                <a:gd name="T90" fmla="*/ 1 w 382"/>
                <a:gd name="T91" fmla="*/ 5 h 628"/>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382"/>
                <a:gd name="T139" fmla="*/ 0 h 628"/>
                <a:gd name="T140" fmla="*/ 382 w 382"/>
                <a:gd name="T141" fmla="*/ 628 h 628"/>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382" h="628">
                  <a:moveTo>
                    <a:pt x="94" y="581"/>
                  </a:moveTo>
                  <a:lnTo>
                    <a:pt x="94" y="582"/>
                  </a:lnTo>
                  <a:lnTo>
                    <a:pt x="96" y="541"/>
                  </a:lnTo>
                  <a:lnTo>
                    <a:pt x="99" y="500"/>
                  </a:lnTo>
                  <a:lnTo>
                    <a:pt x="106" y="463"/>
                  </a:lnTo>
                  <a:lnTo>
                    <a:pt x="115" y="424"/>
                  </a:lnTo>
                  <a:lnTo>
                    <a:pt x="127" y="389"/>
                  </a:lnTo>
                  <a:lnTo>
                    <a:pt x="140" y="353"/>
                  </a:lnTo>
                  <a:lnTo>
                    <a:pt x="156" y="320"/>
                  </a:lnTo>
                  <a:lnTo>
                    <a:pt x="173" y="287"/>
                  </a:lnTo>
                  <a:lnTo>
                    <a:pt x="193" y="255"/>
                  </a:lnTo>
                  <a:lnTo>
                    <a:pt x="214" y="226"/>
                  </a:lnTo>
                  <a:lnTo>
                    <a:pt x="238" y="198"/>
                  </a:lnTo>
                  <a:lnTo>
                    <a:pt x="263" y="172"/>
                  </a:lnTo>
                  <a:lnTo>
                    <a:pt x="290" y="146"/>
                  </a:lnTo>
                  <a:lnTo>
                    <a:pt x="318" y="122"/>
                  </a:lnTo>
                  <a:lnTo>
                    <a:pt x="349" y="101"/>
                  </a:lnTo>
                  <a:lnTo>
                    <a:pt x="382" y="82"/>
                  </a:lnTo>
                  <a:lnTo>
                    <a:pt x="335" y="0"/>
                  </a:lnTo>
                  <a:lnTo>
                    <a:pt x="297" y="23"/>
                  </a:lnTo>
                  <a:lnTo>
                    <a:pt x="262" y="49"/>
                  </a:lnTo>
                  <a:lnTo>
                    <a:pt x="229" y="76"/>
                  </a:lnTo>
                  <a:lnTo>
                    <a:pt x="198" y="104"/>
                  </a:lnTo>
                  <a:lnTo>
                    <a:pt x="167" y="137"/>
                  </a:lnTo>
                  <a:lnTo>
                    <a:pt x="142" y="170"/>
                  </a:lnTo>
                  <a:lnTo>
                    <a:pt x="116" y="204"/>
                  </a:lnTo>
                  <a:lnTo>
                    <a:pt x="94" y="240"/>
                  </a:lnTo>
                  <a:lnTo>
                    <a:pt x="74" y="278"/>
                  </a:lnTo>
                  <a:lnTo>
                    <a:pt x="54" y="317"/>
                  </a:lnTo>
                  <a:lnTo>
                    <a:pt x="38" y="359"/>
                  </a:lnTo>
                  <a:lnTo>
                    <a:pt x="26" y="401"/>
                  </a:lnTo>
                  <a:lnTo>
                    <a:pt x="15" y="444"/>
                  </a:lnTo>
                  <a:lnTo>
                    <a:pt x="8" y="489"/>
                  </a:lnTo>
                  <a:lnTo>
                    <a:pt x="2" y="534"/>
                  </a:lnTo>
                  <a:lnTo>
                    <a:pt x="0" y="580"/>
                  </a:lnTo>
                  <a:lnTo>
                    <a:pt x="0" y="581"/>
                  </a:lnTo>
                  <a:lnTo>
                    <a:pt x="0" y="580"/>
                  </a:lnTo>
                  <a:lnTo>
                    <a:pt x="3" y="600"/>
                  </a:lnTo>
                  <a:lnTo>
                    <a:pt x="14" y="615"/>
                  </a:lnTo>
                  <a:lnTo>
                    <a:pt x="29" y="625"/>
                  </a:lnTo>
                  <a:lnTo>
                    <a:pt x="45" y="628"/>
                  </a:lnTo>
                  <a:lnTo>
                    <a:pt x="63" y="626"/>
                  </a:lnTo>
                  <a:lnTo>
                    <a:pt x="78" y="616"/>
                  </a:lnTo>
                  <a:lnTo>
                    <a:pt x="89" y="602"/>
                  </a:lnTo>
                  <a:lnTo>
                    <a:pt x="94" y="582"/>
                  </a:lnTo>
                  <a:lnTo>
                    <a:pt x="94" y="5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6589" name="Freeform 43"/>
            <p:cNvSpPr>
              <a:spLocks/>
            </p:cNvSpPr>
            <p:nvPr/>
          </p:nvSpPr>
          <p:spPr bwMode="auto">
            <a:xfrm>
              <a:off x="868" y="1712"/>
              <a:ext cx="19" cy="364"/>
            </a:xfrm>
            <a:custGeom>
              <a:avLst/>
              <a:gdLst>
                <a:gd name="T0" fmla="*/ 1 w 94"/>
                <a:gd name="T1" fmla="*/ 14 h 1818"/>
                <a:gd name="T2" fmla="*/ 1 w 94"/>
                <a:gd name="T3" fmla="*/ 14 h 1818"/>
                <a:gd name="T4" fmla="*/ 1 w 94"/>
                <a:gd name="T5" fmla="*/ 0 h 1818"/>
                <a:gd name="T6" fmla="*/ 0 w 94"/>
                <a:gd name="T7" fmla="*/ 0 h 1818"/>
                <a:gd name="T8" fmla="*/ 0 w 94"/>
                <a:gd name="T9" fmla="*/ 14 h 1818"/>
                <a:gd name="T10" fmla="*/ 0 w 94"/>
                <a:gd name="T11" fmla="*/ 14 h 1818"/>
                <a:gd name="T12" fmla="*/ 0 w 94"/>
                <a:gd name="T13" fmla="*/ 14 h 1818"/>
                <a:gd name="T14" fmla="*/ 0 w 94"/>
                <a:gd name="T15" fmla="*/ 14 h 1818"/>
                <a:gd name="T16" fmla="*/ 0 w 94"/>
                <a:gd name="T17" fmla="*/ 14 h 1818"/>
                <a:gd name="T18" fmla="*/ 0 w 94"/>
                <a:gd name="T19" fmla="*/ 15 h 1818"/>
                <a:gd name="T20" fmla="*/ 0 w 94"/>
                <a:gd name="T21" fmla="*/ 15 h 1818"/>
                <a:gd name="T22" fmla="*/ 1 w 94"/>
                <a:gd name="T23" fmla="*/ 15 h 1818"/>
                <a:gd name="T24" fmla="*/ 1 w 94"/>
                <a:gd name="T25" fmla="*/ 14 h 1818"/>
                <a:gd name="T26" fmla="*/ 1 w 94"/>
                <a:gd name="T27" fmla="*/ 14 h 1818"/>
                <a:gd name="T28" fmla="*/ 1 w 94"/>
                <a:gd name="T29" fmla="*/ 14 h 1818"/>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94"/>
                <a:gd name="T46" fmla="*/ 0 h 1818"/>
                <a:gd name="T47" fmla="*/ 94 w 94"/>
                <a:gd name="T48" fmla="*/ 1818 h 1818"/>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94" h="1818">
                  <a:moveTo>
                    <a:pt x="94" y="1771"/>
                  </a:moveTo>
                  <a:lnTo>
                    <a:pt x="94" y="1771"/>
                  </a:lnTo>
                  <a:lnTo>
                    <a:pt x="94" y="0"/>
                  </a:lnTo>
                  <a:lnTo>
                    <a:pt x="0" y="0"/>
                  </a:lnTo>
                  <a:lnTo>
                    <a:pt x="0" y="1771"/>
                  </a:lnTo>
                  <a:lnTo>
                    <a:pt x="3" y="1791"/>
                  </a:lnTo>
                  <a:lnTo>
                    <a:pt x="15" y="1806"/>
                  </a:lnTo>
                  <a:lnTo>
                    <a:pt x="29" y="1814"/>
                  </a:lnTo>
                  <a:lnTo>
                    <a:pt x="47" y="1818"/>
                  </a:lnTo>
                  <a:lnTo>
                    <a:pt x="64" y="1814"/>
                  </a:lnTo>
                  <a:lnTo>
                    <a:pt x="79" y="1806"/>
                  </a:lnTo>
                  <a:lnTo>
                    <a:pt x="90" y="1791"/>
                  </a:lnTo>
                  <a:lnTo>
                    <a:pt x="94" y="17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6590" name="Freeform 44"/>
            <p:cNvSpPr>
              <a:spLocks/>
            </p:cNvSpPr>
            <p:nvPr/>
          </p:nvSpPr>
          <p:spPr bwMode="auto">
            <a:xfrm>
              <a:off x="868" y="2067"/>
              <a:ext cx="90" cy="160"/>
            </a:xfrm>
            <a:custGeom>
              <a:avLst/>
              <a:gdLst>
                <a:gd name="T0" fmla="*/ 3 w 449"/>
                <a:gd name="T1" fmla="*/ 6 h 803"/>
                <a:gd name="T2" fmla="*/ 3 w 449"/>
                <a:gd name="T3" fmla="*/ 6 h 803"/>
                <a:gd name="T4" fmla="*/ 3 w 449"/>
                <a:gd name="T5" fmla="*/ 5 h 803"/>
                <a:gd name="T6" fmla="*/ 3 w 449"/>
                <a:gd name="T7" fmla="*/ 5 h 803"/>
                <a:gd name="T8" fmla="*/ 3 w 449"/>
                <a:gd name="T9" fmla="*/ 5 h 803"/>
                <a:gd name="T10" fmla="*/ 2 w 449"/>
                <a:gd name="T11" fmla="*/ 5 h 803"/>
                <a:gd name="T12" fmla="*/ 2 w 449"/>
                <a:gd name="T13" fmla="*/ 4 h 803"/>
                <a:gd name="T14" fmla="*/ 2 w 449"/>
                <a:gd name="T15" fmla="*/ 4 h 803"/>
                <a:gd name="T16" fmla="*/ 2 w 449"/>
                <a:gd name="T17" fmla="*/ 4 h 803"/>
                <a:gd name="T18" fmla="*/ 2 w 449"/>
                <a:gd name="T19" fmla="*/ 3 h 803"/>
                <a:gd name="T20" fmla="*/ 1 w 449"/>
                <a:gd name="T21" fmla="*/ 3 h 803"/>
                <a:gd name="T22" fmla="*/ 1 w 449"/>
                <a:gd name="T23" fmla="*/ 2 h 803"/>
                <a:gd name="T24" fmla="*/ 1 w 449"/>
                <a:gd name="T25" fmla="*/ 2 h 803"/>
                <a:gd name="T26" fmla="*/ 1 w 449"/>
                <a:gd name="T27" fmla="*/ 2 h 803"/>
                <a:gd name="T28" fmla="*/ 1 w 449"/>
                <a:gd name="T29" fmla="*/ 1 h 803"/>
                <a:gd name="T30" fmla="*/ 1 w 449"/>
                <a:gd name="T31" fmla="*/ 1 h 803"/>
                <a:gd name="T32" fmla="*/ 1 w 449"/>
                <a:gd name="T33" fmla="*/ 0 h 803"/>
                <a:gd name="T34" fmla="*/ 1 w 449"/>
                <a:gd name="T35" fmla="*/ 0 h 803"/>
                <a:gd name="T36" fmla="*/ 0 w 449"/>
                <a:gd name="T37" fmla="*/ 0 h 803"/>
                <a:gd name="T38" fmla="*/ 0 w 449"/>
                <a:gd name="T39" fmla="*/ 0 h 803"/>
                <a:gd name="T40" fmla="*/ 0 w 449"/>
                <a:gd name="T41" fmla="*/ 1 h 803"/>
                <a:gd name="T42" fmla="*/ 0 w 449"/>
                <a:gd name="T43" fmla="*/ 1 h 803"/>
                <a:gd name="T44" fmla="*/ 0 w 449"/>
                <a:gd name="T45" fmla="*/ 2 h 803"/>
                <a:gd name="T46" fmla="*/ 0 w 449"/>
                <a:gd name="T47" fmla="*/ 2 h 803"/>
                <a:gd name="T48" fmla="*/ 0 w 449"/>
                <a:gd name="T49" fmla="*/ 3 h 803"/>
                <a:gd name="T50" fmla="*/ 1 w 449"/>
                <a:gd name="T51" fmla="*/ 3 h 803"/>
                <a:gd name="T52" fmla="*/ 1 w 449"/>
                <a:gd name="T53" fmla="*/ 4 h 803"/>
                <a:gd name="T54" fmla="*/ 1 w 449"/>
                <a:gd name="T55" fmla="*/ 4 h 803"/>
                <a:gd name="T56" fmla="*/ 1 w 449"/>
                <a:gd name="T57" fmla="*/ 4 h 803"/>
                <a:gd name="T58" fmla="*/ 2 w 449"/>
                <a:gd name="T59" fmla="*/ 5 h 803"/>
                <a:gd name="T60" fmla="*/ 2 w 449"/>
                <a:gd name="T61" fmla="*/ 5 h 803"/>
                <a:gd name="T62" fmla="*/ 2 w 449"/>
                <a:gd name="T63" fmla="*/ 5 h 803"/>
                <a:gd name="T64" fmla="*/ 2 w 449"/>
                <a:gd name="T65" fmla="*/ 6 h 803"/>
                <a:gd name="T66" fmla="*/ 3 w 449"/>
                <a:gd name="T67" fmla="*/ 6 h 803"/>
                <a:gd name="T68" fmla="*/ 3 w 449"/>
                <a:gd name="T69" fmla="*/ 6 h 803"/>
                <a:gd name="T70" fmla="*/ 3 w 449"/>
                <a:gd name="T71" fmla="*/ 6 h 803"/>
                <a:gd name="T72" fmla="*/ 3 w 449"/>
                <a:gd name="T73" fmla="*/ 6 h 803"/>
                <a:gd name="T74" fmla="*/ 3 w 449"/>
                <a:gd name="T75" fmla="*/ 6 h 803"/>
                <a:gd name="T76" fmla="*/ 3 w 449"/>
                <a:gd name="T77" fmla="*/ 6 h 803"/>
                <a:gd name="T78" fmla="*/ 3 w 449"/>
                <a:gd name="T79" fmla="*/ 6 h 803"/>
                <a:gd name="T80" fmla="*/ 4 w 449"/>
                <a:gd name="T81" fmla="*/ 6 h 803"/>
                <a:gd name="T82" fmla="*/ 4 w 449"/>
                <a:gd name="T83" fmla="*/ 6 h 803"/>
                <a:gd name="T84" fmla="*/ 4 w 449"/>
                <a:gd name="T85" fmla="*/ 6 h 803"/>
                <a:gd name="T86" fmla="*/ 4 w 449"/>
                <a:gd name="T87" fmla="*/ 6 h 803"/>
                <a:gd name="T88" fmla="*/ 3 w 449"/>
                <a:gd name="T89" fmla="*/ 6 h 803"/>
                <a:gd name="T90" fmla="*/ 3 w 449"/>
                <a:gd name="T91" fmla="*/ 6 h 80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449"/>
                <a:gd name="T139" fmla="*/ 0 h 803"/>
                <a:gd name="T140" fmla="*/ 449 w 449"/>
                <a:gd name="T141" fmla="*/ 803 h 80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449" h="803">
                  <a:moveTo>
                    <a:pt x="426" y="717"/>
                  </a:moveTo>
                  <a:lnTo>
                    <a:pt x="427" y="717"/>
                  </a:lnTo>
                  <a:lnTo>
                    <a:pt x="395" y="693"/>
                  </a:lnTo>
                  <a:lnTo>
                    <a:pt x="361" y="662"/>
                  </a:lnTo>
                  <a:lnTo>
                    <a:pt x="329" y="628"/>
                  </a:lnTo>
                  <a:lnTo>
                    <a:pt x="299" y="591"/>
                  </a:lnTo>
                  <a:lnTo>
                    <a:pt x="269" y="551"/>
                  </a:lnTo>
                  <a:lnTo>
                    <a:pt x="241" y="507"/>
                  </a:lnTo>
                  <a:lnTo>
                    <a:pt x="215" y="460"/>
                  </a:lnTo>
                  <a:lnTo>
                    <a:pt x="191" y="412"/>
                  </a:lnTo>
                  <a:lnTo>
                    <a:pt x="170" y="363"/>
                  </a:lnTo>
                  <a:lnTo>
                    <a:pt x="151" y="312"/>
                  </a:lnTo>
                  <a:lnTo>
                    <a:pt x="133" y="259"/>
                  </a:lnTo>
                  <a:lnTo>
                    <a:pt x="119" y="207"/>
                  </a:lnTo>
                  <a:lnTo>
                    <a:pt x="108" y="156"/>
                  </a:lnTo>
                  <a:lnTo>
                    <a:pt x="101" y="103"/>
                  </a:lnTo>
                  <a:lnTo>
                    <a:pt x="96" y="51"/>
                  </a:lnTo>
                  <a:lnTo>
                    <a:pt x="94" y="0"/>
                  </a:lnTo>
                  <a:lnTo>
                    <a:pt x="0" y="0"/>
                  </a:lnTo>
                  <a:lnTo>
                    <a:pt x="2" y="56"/>
                  </a:lnTo>
                  <a:lnTo>
                    <a:pt x="7" y="115"/>
                  </a:lnTo>
                  <a:lnTo>
                    <a:pt x="16" y="172"/>
                  </a:lnTo>
                  <a:lnTo>
                    <a:pt x="28" y="231"/>
                  </a:lnTo>
                  <a:lnTo>
                    <a:pt x="44" y="287"/>
                  </a:lnTo>
                  <a:lnTo>
                    <a:pt x="62" y="342"/>
                  </a:lnTo>
                  <a:lnTo>
                    <a:pt x="83" y="398"/>
                  </a:lnTo>
                  <a:lnTo>
                    <a:pt x="106" y="452"/>
                  </a:lnTo>
                  <a:lnTo>
                    <a:pt x="133" y="505"/>
                  </a:lnTo>
                  <a:lnTo>
                    <a:pt x="161" y="554"/>
                  </a:lnTo>
                  <a:lnTo>
                    <a:pt x="192" y="602"/>
                  </a:lnTo>
                  <a:lnTo>
                    <a:pt x="224" y="647"/>
                  </a:lnTo>
                  <a:lnTo>
                    <a:pt x="259" y="689"/>
                  </a:lnTo>
                  <a:lnTo>
                    <a:pt x="295" y="728"/>
                  </a:lnTo>
                  <a:lnTo>
                    <a:pt x="334" y="763"/>
                  </a:lnTo>
                  <a:lnTo>
                    <a:pt x="374" y="795"/>
                  </a:lnTo>
                  <a:lnTo>
                    <a:pt x="375" y="795"/>
                  </a:lnTo>
                  <a:lnTo>
                    <a:pt x="374" y="795"/>
                  </a:lnTo>
                  <a:lnTo>
                    <a:pt x="392" y="803"/>
                  </a:lnTo>
                  <a:lnTo>
                    <a:pt x="411" y="803"/>
                  </a:lnTo>
                  <a:lnTo>
                    <a:pt x="426" y="795"/>
                  </a:lnTo>
                  <a:lnTo>
                    <a:pt x="439" y="782"/>
                  </a:lnTo>
                  <a:lnTo>
                    <a:pt x="446" y="766"/>
                  </a:lnTo>
                  <a:lnTo>
                    <a:pt x="449" y="749"/>
                  </a:lnTo>
                  <a:lnTo>
                    <a:pt x="441" y="732"/>
                  </a:lnTo>
                  <a:lnTo>
                    <a:pt x="427" y="717"/>
                  </a:lnTo>
                  <a:lnTo>
                    <a:pt x="426" y="71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6591" name="Freeform 45"/>
            <p:cNvSpPr>
              <a:spLocks/>
            </p:cNvSpPr>
            <p:nvPr/>
          </p:nvSpPr>
          <p:spPr bwMode="auto">
            <a:xfrm>
              <a:off x="883" y="1673"/>
              <a:ext cx="379" cy="690"/>
            </a:xfrm>
            <a:custGeom>
              <a:avLst/>
              <a:gdLst>
                <a:gd name="T0" fmla="*/ 12 w 1897"/>
                <a:gd name="T1" fmla="*/ 6 h 3450"/>
                <a:gd name="T2" fmla="*/ 13 w 1897"/>
                <a:gd name="T3" fmla="*/ 7 h 3450"/>
                <a:gd name="T4" fmla="*/ 13 w 1897"/>
                <a:gd name="T5" fmla="*/ 7 h 3450"/>
                <a:gd name="T6" fmla="*/ 14 w 1897"/>
                <a:gd name="T7" fmla="*/ 8 h 3450"/>
                <a:gd name="T8" fmla="*/ 14 w 1897"/>
                <a:gd name="T9" fmla="*/ 9 h 3450"/>
                <a:gd name="T10" fmla="*/ 15 w 1897"/>
                <a:gd name="T11" fmla="*/ 10 h 3450"/>
                <a:gd name="T12" fmla="*/ 15 w 1897"/>
                <a:gd name="T13" fmla="*/ 11 h 3450"/>
                <a:gd name="T14" fmla="*/ 15 w 1897"/>
                <a:gd name="T15" fmla="*/ 11 h 3450"/>
                <a:gd name="T16" fmla="*/ 15 w 1897"/>
                <a:gd name="T17" fmla="*/ 12 h 3450"/>
                <a:gd name="T18" fmla="*/ 15 w 1897"/>
                <a:gd name="T19" fmla="*/ 26 h 3450"/>
                <a:gd name="T20" fmla="*/ 15 w 1897"/>
                <a:gd name="T21" fmla="*/ 26 h 3450"/>
                <a:gd name="T22" fmla="*/ 15 w 1897"/>
                <a:gd name="T23" fmla="*/ 27 h 3450"/>
                <a:gd name="T24" fmla="*/ 15 w 1897"/>
                <a:gd name="T25" fmla="*/ 27 h 3450"/>
                <a:gd name="T26" fmla="*/ 14 w 1897"/>
                <a:gd name="T27" fmla="*/ 27 h 3450"/>
                <a:gd name="T28" fmla="*/ 14 w 1897"/>
                <a:gd name="T29" fmla="*/ 28 h 3450"/>
                <a:gd name="T30" fmla="*/ 13 w 1897"/>
                <a:gd name="T31" fmla="*/ 28 h 3450"/>
                <a:gd name="T32" fmla="*/ 13 w 1897"/>
                <a:gd name="T33" fmla="*/ 27 h 3450"/>
                <a:gd name="T34" fmla="*/ 3 w 1897"/>
                <a:gd name="T35" fmla="*/ 21 h 3450"/>
                <a:gd name="T36" fmla="*/ 2 w 1897"/>
                <a:gd name="T37" fmla="*/ 21 h 3450"/>
                <a:gd name="T38" fmla="*/ 2 w 1897"/>
                <a:gd name="T39" fmla="*/ 20 h 3450"/>
                <a:gd name="T40" fmla="*/ 1 w 1897"/>
                <a:gd name="T41" fmla="*/ 19 h 3450"/>
                <a:gd name="T42" fmla="*/ 1 w 1897"/>
                <a:gd name="T43" fmla="*/ 19 h 3450"/>
                <a:gd name="T44" fmla="*/ 0 w 1897"/>
                <a:gd name="T45" fmla="*/ 18 h 3450"/>
                <a:gd name="T46" fmla="*/ 0 w 1897"/>
                <a:gd name="T47" fmla="*/ 17 h 3450"/>
                <a:gd name="T48" fmla="*/ 0 w 1897"/>
                <a:gd name="T49" fmla="*/ 16 h 3450"/>
                <a:gd name="T50" fmla="*/ 0 w 1897"/>
                <a:gd name="T51" fmla="*/ 15 h 3450"/>
                <a:gd name="T52" fmla="*/ 0 w 1897"/>
                <a:gd name="T53" fmla="*/ 2 h 3450"/>
                <a:gd name="T54" fmla="*/ 0 w 1897"/>
                <a:gd name="T55" fmla="*/ 1 h 3450"/>
                <a:gd name="T56" fmla="*/ 0 w 1897"/>
                <a:gd name="T57" fmla="*/ 1 h 3450"/>
                <a:gd name="T58" fmla="*/ 1 w 1897"/>
                <a:gd name="T59" fmla="*/ 0 h 3450"/>
                <a:gd name="T60" fmla="*/ 1 w 1897"/>
                <a:gd name="T61" fmla="*/ 0 h 3450"/>
                <a:gd name="T62" fmla="*/ 1 w 1897"/>
                <a:gd name="T63" fmla="*/ 0 h 3450"/>
                <a:gd name="T64" fmla="*/ 2 w 1897"/>
                <a:gd name="T65" fmla="*/ 0 h 3450"/>
                <a:gd name="T66" fmla="*/ 3 w 1897"/>
                <a:gd name="T67" fmla="*/ 0 h 3450"/>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897"/>
                <a:gd name="T103" fmla="*/ 0 h 3450"/>
                <a:gd name="T104" fmla="*/ 1897 w 1897"/>
                <a:gd name="T105" fmla="*/ 3450 h 3450"/>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897" h="3450">
                  <a:moveTo>
                    <a:pt x="357" y="49"/>
                  </a:moveTo>
                  <a:lnTo>
                    <a:pt x="1542" y="806"/>
                  </a:lnTo>
                  <a:lnTo>
                    <a:pt x="1579" y="832"/>
                  </a:lnTo>
                  <a:lnTo>
                    <a:pt x="1614" y="861"/>
                  </a:lnTo>
                  <a:lnTo>
                    <a:pt x="1648" y="895"/>
                  </a:lnTo>
                  <a:lnTo>
                    <a:pt x="1681" y="933"/>
                  </a:lnTo>
                  <a:lnTo>
                    <a:pt x="1711" y="973"/>
                  </a:lnTo>
                  <a:lnTo>
                    <a:pt x="1740" y="1016"/>
                  </a:lnTo>
                  <a:lnTo>
                    <a:pt x="1768" y="1062"/>
                  </a:lnTo>
                  <a:lnTo>
                    <a:pt x="1793" y="1109"/>
                  </a:lnTo>
                  <a:lnTo>
                    <a:pt x="1816" y="1158"/>
                  </a:lnTo>
                  <a:lnTo>
                    <a:pt x="1836" y="1208"/>
                  </a:lnTo>
                  <a:lnTo>
                    <a:pt x="1854" y="1260"/>
                  </a:lnTo>
                  <a:lnTo>
                    <a:pt x="1869" y="1313"/>
                  </a:lnTo>
                  <a:lnTo>
                    <a:pt x="1881" y="1364"/>
                  </a:lnTo>
                  <a:lnTo>
                    <a:pt x="1890" y="1417"/>
                  </a:lnTo>
                  <a:lnTo>
                    <a:pt x="1895" y="1469"/>
                  </a:lnTo>
                  <a:lnTo>
                    <a:pt x="1897" y="1519"/>
                  </a:lnTo>
                  <a:lnTo>
                    <a:pt x="1897" y="3142"/>
                  </a:lnTo>
                  <a:lnTo>
                    <a:pt x="1895" y="3190"/>
                  </a:lnTo>
                  <a:lnTo>
                    <a:pt x="1890" y="3235"/>
                  </a:lnTo>
                  <a:lnTo>
                    <a:pt x="1881" y="3276"/>
                  </a:lnTo>
                  <a:lnTo>
                    <a:pt x="1869" y="3313"/>
                  </a:lnTo>
                  <a:lnTo>
                    <a:pt x="1854" y="3346"/>
                  </a:lnTo>
                  <a:lnTo>
                    <a:pt x="1836" y="3375"/>
                  </a:lnTo>
                  <a:lnTo>
                    <a:pt x="1816" y="3398"/>
                  </a:lnTo>
                  <a:lnTo>
                    <a:pt x="1793" y="3418"/>
                  </a:lnTo>
                  <a:lnTo>
                    <a:pt x="1768" y="3434"/>
                  </a:lnTo>
                  <a:lnTo>
                    <a:pt x="1740" y="3444"/>
                  </a:lnTo>
                  <a:lnTo>
                    <a:pt x="1711" y="3450"/>
                  </a:lnTo>
                  <a:lnTo>
                    <a:pt x="1681" y="3450"/>
                  </a:lnTo>
                  <a:lnTo>
                    <a:pt x="1648" y="3445"/>
                  </a:lnTo>
                  <a:lnTo>
                    <a:pt x="1614" y="3436"/>
                  </a:lnTo>
                  <a:lnTo>
                    <a:pt x="1579" y="3421"/>
                  </a:lnTo>
                  <a:lnTo>
                    <a:pt x="1542" y="3400"/>
                  </a:lnTo>
                  <a:lnTo>
                    <a:pt x="357" y="2643"/>
                  </a:lnTo>
                  <a:lnTo>
                    <a:pt x="320" y="2618"/>
                  </a:lnTo>
                  <a:lnTo>
                    <a:pt x="285" y="2588"/>
                  </a:lnTo>
                  <a:lnTo>
                    <a:pt x="251" y="2554"/>
                  </a:lnTo>
                  <a:lnTo>
                    <a:pt x="218" y="2517"/>
                  </a:lnTo>
                  <a:lnTo>
                    <a:pt x="187" y="2477"/>
                  </a:lnTo>
                  <a:lnTo>
                    <a:pt x="157" y="2433"/>
                  </a:lnTo>
                  <a:lnTo>
                    <a:pt x="130" y="2388"/>
                  </a:lnTo>
                  <a:lnTo>
                    <a:pt x="105" y="2341"/>
                  </a:lnTo>
                  <a:lnTo>
                    <a:pt x="81" y="2292"/>
                  </a:lnTo>
                  <a:lnTo>
                    <a:pt x="61" y="2241"/>
                  </a:lnTo>
                  <a:lnTo>
                    <a:pt x="44" y="2190"/>
                  </a:lnTo>
                  <a:lnTo>
                    <a:pt x="29" y="2138"/>
                  </a:lnTo>
                  <a:lnTo>
                    <a:pt x="17" y="2085"/>
                  </a:lnTo>
                  <a:lnTo>
                    <a:pt x="7" y="2033"/>
                  </a:lnTo>
                  <a:lnTo>
                    <a:pt x="3" y="1981"/>
                  </a:lnTo>
                  <a:lnTo>
                    <a:pt x="0" y="1931"/>
                  </a:lnTo>
                  <a:lnTo>
                    <a:pt x="0" y="308"/>
                  </a:lnTo>
                  <a:lnTo>
                    <a:pt x="3" y="260"/>
                  </a:lnTo>
                  <a:lnTo>
                    <a:pt x="7" y="215"/>
                  </a:lnTo>
                  <a:lnTo>
                    <a:pt x="17" y="174"/>
                  </a:lnTo>
                  <a:lnTo>
                    <a:pt x="29" y="137"/>
                  </a:lnTo>
                  <a:lnTo>
                    <a:pt x="44" y="104"/>
                  </a:lnTo>
                  <a:lnTo>
                    <a:pt x="61" y="76"/>
                  </a:lnTo>
                  <a:lnTo>
                    <a:pt x="81" y="51"/>
                  </a:lnTo>
                  <a:lnTo>
                    <a:pt x="105" y="31"/>
                  </a:lnTo>
                  <a:lnTo>
                    <a:pt x="130" y="16"/>
                  </a:lnTo>
                  <a:lnTo>
                    <a:pt x="157" y="5"/>
                  </a:lnTo>
                  <a:lnTo>
                    <a:pt x="187" y="0"/>
                  </a:lnTo>
                  <a:lnTo>
                    <a:pt x="218" y="0"/>
                  </a:lnTo>
                  <a:lnTo>
                    <a:pt x="251" y="3"/>
                  </a:lnTo>
                  <a:lnTo>
                    <a:pt x="285" y="14"/>
                  </a:lnTo>
                  <a:lnTo>
                    <a:pt x="320" y="29"/>
                  </a:lnTo>
                  <a:lnTo>
                    <a:pt x="357" y="49"/>
                  </a:lnTo>
                  <a:close/>
                </a:path>
              </a:pathLst>
            </a:custGeom>
            <a:solidFill>
              <a:srgbClr val="BFBFB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6592" name="Freeform 46"/>
            <p:cNvSpPr>
              <a:spLocks/>
            </p:cNvSpPr>
            <p:nvPr/>
          </p:nvSpPr>
          <p:spPr bwMode="auto">
            <a:xfrm>
              <a:off x="1268" y="1663"/>
              <a:ext cx="393" cy="711"/>
            </a:xfrm>
            <a:custGeom>
              <a:avLst/>
              <a:gdLst>
                <a:gd name="T0" fmla="*/ 3 w 1962"/>
                <a:gd name="T1" fmla="*/ 7 h 3555"/>
                <a:gd name="T2" fmla="*/ 2 w 1962"/>
                <a:gd name="T3" fmla="*/ 7 h 3555"/>
                <a:gd name="T4" fmla="*/ 2 w 1962"/>
                <a:gd name="T5" fmla="*/ 8 h 3555"/>
                <a:gd name="T6" fmla="*/ 1 w 1962"/>
                <a:gd name="T7" fmla="*/ 8 h 3555"/>
                <a:gd name="T8" fmla="*/ 1 w 1962"/>
                <a:gd name="T9" fmla="*/ 9 h 3555"/>
                <a:gd name="T10" fmla="*/ 1 w 1962"/>
                <a:gd name="T11" fmla="*/ 10 h 3555"/>
                <a:gd name="T12" fmla="*/ 0 w 1962"/>
                <a:gd name="T13" fmla="*/ 11 h 3555"/>
                <a:gd name="T14" fmla="*/ 0 w 1962"/>
                <a:gd name="T15" fmla="*/ 12 h 3555"/>
                <a:gd name="T16" fmla="*/ 0 w 1962"/>
                <a:gd name="T17" fmla="*/ 13 h 3555"/>
                <a:gd name="T18" fmla="*/ 0 w 1962"/>
                <a:gd name="T19" fmla="*/ 26 h 3555"/>
                <a:gd name="T20" fmla="*/ 0 w 1962"/>
                <a:gd name="T21" fmla="*/ 27 h 3555"/>
                <a:gd name="T22" fmla="*/ 0 w 1962"/>
                <a:gd name="T23" fmla="*/ 28 h 3555"/>
                <a:gd name="T24" fmla="*/ 1 w 1962"/>
                <a:gd name="T25" fmla="*/ 28 h 3555"/>
                <a:gd name="T26" fmla="*/ 1 w 1962"/>
                <a:gd name="T27" fmla="*/ 28 h 3555"/>
                <a:gd name="T28" fmla="*/ 2 w 1962"/>
                <a:gd name="T29" fmla="*/ 28 h 3555"/>
                <a:gd name="T30" fmla="*/ 2 w 1962"/>
                <a:gd name="T31" fmla="*/ 28 h 3555"/>
                <a:gd name="T32" fmla="*/ 3 w 1962"/>
                <a:gd name="T33" fmla="*/ 28 h 3555"/>
                <a:gd name="T34" fmla="*/ 13 w 1962"/>
                <a:gd name="T35" fmla="*/ 22 h 3555"/>
                <a:gd name="T36" fmla="*/ 13 w 1962"/>
                <a:gd name="T37" fmla="*/ 21 h 3555"/>
                <a:gd name="T38" fmla="*/ 14 w 1962"/>
                <a:gd name="T39" fmla="*/ 21 h 3555"/>
                <a:gd name="T40" fmla="*/ 14 w 1962"/>
                <a:gd name="T41" fmla="*/ 20 h 3555"/>
                <a:gd name="T42" fmla="*/ 15 w 1962"/>
                <a:gd name="T43" fmla="*/ 19 h 3555"/>
                <a:gd name="T44" fmla="*/ 15 w 1962"/>
                <a:gd name="T45" fmla="*/ 18 h 3555"/>
                <a:gd name="T46" fmla="*/ 16 w 1962"/>
                <a:gd name="T47" fmla="*/ 18 h 3555"/>
                <a:gd name="T48" fmla="*/ 16 w 1962"/>
                <a:gd name="T49" fmla="*/ 17 h 3555"/>
                <a:gd name="T50" fmla="*/ 16 w 1962"/>
                <a:gd name="T51" fmla="*/ 16 h 3555"/>
                <a:gd name="T52" fmla="*/ 16 w 1962"/>
                <a:gd name="T53" fmla="*/ 2 h 3555"/>
                <a:gd name="T54" fmla="*/ 16 w 1962"/>
                <a:gd name="T55" fmla="*/ 1 h 3555"/>
                <a:gd name="T56" fmla="*/ 15 w 1962"/>
                <a:gd name="T57" fmla="*/ 1 h 3555"/>
                <a:gd name="T58" fmla="*/ 15 w 1962"/>
                <a:gd name="T59" fmla="*/ 0 h 3555"/>
                <a:gd name="T60" fmla="*/ 15 w 1962"/>
                <a:gd name="T61" fmla="*/ 0 h 3555"/>
                <a:gd name="T62" fmla="*/ 14 w 1962"/>
                <a:gd name="T63" fmla="*/ 0 h 3555"/>
                <a:gd name="T64" fmla="*/ 14 w 1962"/>
                <a:gd name="T65" fmla="*/ 0 h 3555"/>
                <a:gd name="T66" fmla="*/ 13 w 1962"/>
                <a:gd name="T67" fmla="*/ 0 h 3555"/>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962"/>
                <a:gd name="T103" fmla="*/ 0 h 3555"/>
                <a:gd name="T104" fmla="*/ 1962 w 1962"/>
                <a:gd name="T105" fmla="*/ 3555 h 3555"/>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962" h="3555">
                  <a:moveTo>
                    <a:pt x="1594" y="50"/>
                  </a:moveTo>
                  <a:lnTo>
                    <a:pt x="368" y="831"/>
                  </a:lnTo>
                  <a:lnTo>
                    <a:pt x="330" y="858"/>
                  </a:lnTo>
                  <a:lnTo>
                    <a:pt x="294" y="888"/>
                  </a:lnTo>
                  <a:lnTo>
                    <a:pt x="259" y="922"/>
                  </a:lnTo>
                  <a:lnTo>
                    <a:pt x="225" y="961"/>
                  </a:lnTo>
                  <a:lnTo>
                    <a:pt x="193" y="1003"/>
                  </a:lnTo>
                  <a:lnTo>
                    <a:pt x="163" y="1047"/>
                  </a:lnTo>
                  <a:lnTo>
                    <a:pt x="133" y="1094"/>
                  </a:lnTo>
                  <a:lnTo>
                    <a:pt x="108" y="1143"/>
                  </a:lnTo>
                  <a:lnTo>
                    <a:pt x="84" y="1193"/>
                  </a:lnTo>
                  <a:lnTo>
                    <a:pt x="63" y="1246"/>
                  </a:lnTo>
                  <a:lnTo>
                    <a:pt x="44" y="1299"/>
                  </a:lnTo>
                  <a:lnTo>
                    <a:pt x="29" y="1353"/>
                  </a:lnTo>
                  <a:lnTo>
                    <a:pt x="16" y="1405"/>
                  </a:lnTo>
                  <a:lnTo>
                    <a:pt x="7" y="1459"/>
                  </a:lnTo>
                  <a:lnTo>
                    <a:pt x="2" y="1512"/>
                  </a:lnTo>
                  <a:lnTo>
                    <a:pt x="0" y="1565"/>
                  </a:lnTo>
                  <a:lnTo>
                    <a:pt x="0" y="3237"/>
                  </a:lnTo>
                  <a:lnTo>
                    <a:pt x="2" y="3287"/>
                  </a:lnTo>
                  <a:lnTo>
                    <a:pt x="7" y="3333"/>
                  </a:lnTo>
                  <a:lnTo>
                    <a:pt x="16" y="3375"/>
                  </a:lnTo>
                  <a:lnTo>
                    <a:pt x="29" y="3413"/>
                  </a:lnTo>
                  <a:lnTo>
                    <a:pt x="44" y="3447"/>
                  </a:lnTo>
                  <a:lnTo>
                    <a:pt x="63" y="3477"/>
                  </a:lnTo>
                  <a:lnTo>
                    <a:pt x="84" y="3502"/>
                  </a:lnTo>
                  <a:lnTo>
                    <a:pt x="108" y="3522"/>
                  </a:lnTo>
                  <a:lnTo>
                    <a:pt x="133" y="3538"/>
                  </a:lnTo>
                  <a:lnTo>
                    <a:pt x="163" y="3549"/>
                  </a:lnTo>
                  <a:lnTo>
                    <a:pt x="193" y="3555"/>
                  </a:lnTo>
                  <a:lnTo>
                    <a:pt x="225" y="3555"/>
                  </a:lnTo>
                  <a:lnTo>
                    <a:pt x="259" y="3550"/>
                  </a:lnTo>
                  <a:lnTo>
                    <a:pt x="294" y="3541"/>
                  </a:lnTo>
                  <a:lnTo>
                    <a:pt x="330" y="3524"/>
                  </a:lnTo>
                  <a:lnTo>
                    <a:pt x="368" y="3503"/>
                  </a:lnTo>
                  <a:lnTo>
                    <a:pt x="1594" y="2722"/>
                  </a:lnTo>
                  <a:lnTo>
                    <a:pt x="1632" y="2696"/>
                  </a:lnTo>
                  <a:lnTo>
                    <a:pt x="1668" y="2665"/>
                  </a:lnTo>
                  <a:lnTo>
                    <a:pt x="1703" y="2631"/>
                  </a:lnTo>
                  <a:lnTo>
                    <a:pt x="1737" y="2592"/>
                  </a:lnTo>
                  <a:lnTo>
                    <a:pt x="1769" y="2551"/>
                  </a:lnTo>
                  <a:lnTo>
                    <a:pt x="1799" y="2506"/>
                  </a:lnTo>
                  <a:lnTo>
                    <a:pt x="1829" y="2460"/>
                  </a:lnTo>
                  <a:lnTo>
                    <a:pt x="1854" y="2411"/>
                  </a:lnTo>
                  <a:lnTo>
                    <a:pt x="1878" y="2361"/>
                  </a:lnTo>
                  <a:lnTo>
                    <a:pt x="1899" y="2308"/>
                  </a:lnTo>
                  <a:lnTo>
                    <a:pt x="1918" y="2256"/>
                  </a:lnTo>
                  <a:lnTo>
                    <a:pt x="1933" y="2202"/>
                  </a:lnTo>
                  <a:lnTo>
                    <a:pt x="1946" y="2149"/>
                  </a:lnTo>
                  <a:lnTo>
                    <a:pt x="1955" y="2095"/>
                  </a:lnTo>
                  <a:lnTo>
                    <a:pt x="1960" y="2042"/>
                  </a:lnTo>
                  <a:lnTo>
                    <a:pt x="1962" y="1989"/>
                  </a:lnTo>
                  <a:lnTo>
                    <a:pt x="1962" y="319"/>
                  </a:lnTo>
                  <a:lnTo>
                    <a:pt x="1960" y="269"/>
                  </a:lnTo>
                  <a:lnTo>
                    <a:pt x="1955" y="223"/>
                  </a:lnTo>
                  <a:lnTo>
                    <a:pt x="1946" y="180"/>
                  </a:lnTo>
                  <a:lnTo>
                    <a:pt x="1933" y="143"/>
                  </a:lnTo>
                  <a:lnTo>
                    <a:pt x="1918" y="109"/>
                  </a:lnTo>
                  <a:lnTo>
                    <a:pt x="1899" y="79"/>
                  </a:lnTo>
                  <a:lnTo>
                    <a:pt x="1878" y="54"/>
                  </a:lnTo>
                  <a:lnTo>
                    <a:pt x="1854" y="33"/>
                  </a:lnTo>
                  <a:lnTo>
                    <a:pt x="1829" y="17"/>
                  </a:lnTo>
                  <a:lnTo>
                    <a:pt x="1799" y="7"/>
                  </a:lnTo>
                  <a:lnTo>
                    <a:pt x="1769" y="0"/>
                  </a:lnTo>
                  <a:lnTo>
                    <a:pt x="1737" y="0"/>
                  </a:lnTo>
                  <a:lnTo>
                    <a:pt x="1703" y="4"/>
                  </a:lnTo>
                  <a:lnTo>
                    <a:pt x="1668" y="14"/>
                  </a:lnTo>
                  <a:lnTo>
                    <a:pt x="1632" y="29"/>
                  </a:lnTo>
                  <a:lnTo>
                    <a:pt x="1594" y="50"/>
                  </a:lnTo>
                  <a:close/>
                </a:path>
              </a:pathLst>
            </a:custGeom>
            <a:solidFill>
              <a:srgbClr val="E5E5E5"/>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6593" name="Freeform 47"/>
            <p:cNvSpPr>
              <a:spLocks noEditPoints="1"/>
            </p:cNvSpPr>
            <p:nvPr/>
          </p:nvSpPr>
          <p:spPr bwMode="auto">
            <a:xfrm>
              <a:off x="916" y="1589"/>
              <a:ext cx="697" cy="698"/>
            </a:xfrm>
            <a:custGeom>
              <a:avLst/>
              <a:gdLst>
                <a:gd name="T0" fmla="*/ 16 w 3485"/>
                <a:gd name="T1" fmla="*/ 0 h 3490"/>
                <a:gd name="T2" fmla="*/ 17 w 3485"/>
                <a:gd name="T3" fmla="*/ 2 h 3490"/>
                <a:gd name="T4" fmla="*/ 17 w 3485"/>
                <a:gd name="T5" fmla="*/ 3 h 3490"/>
                <a:gd name="T6" fmla="*/ 14 w 3485"/>
                <a:gd name="T7" fmla="*/ 4 h 3490"/>
                <a:gd name="T8" fmla="*/ 12 w 3485"/>
                <a:gd name="T9" fmla="*/ 4 h 3490"/>
                <a:gd name="T10" fmla="*/ 11 w 3485"/>
                <a:gd name="T11" fmla="*/ 2 h 3490"/>
                <a:gd name="T12" fmla="*/ 11 w 3485"/>
                <a:gd name="T13" fmla="*/ 1 h 3490"/>
                <a:gd name="T14" fmla="*/ 14 w 3485"/>
                <a:gd name="T15" fmla="*/ 0 h 3490"/>
                <a:gd name="T16" fmla="*/ 3 w 3485"/>
                <a:gd name="T17" fmla="*/ 7 h 3490"/>
                <a:gd name="T18" fmla="*/ 4 w 3485"/>
                <a:gd name="T19" fmla="*/ 9 h 3490"/>
                <a:gd name="T20" fmla="*/ 3 w 3485"/>
                <a:gd name="T21" fmla="*/ 12 h 3490"/>
                <a:gd name="T22" fmla="*/ 2 w 3485"/>
                <a:gd name="T23" fmla="*/ 13 h 3490"/>
                <a:gd name="T24" fmla="*/ 1 w 3485"/>
                <a:gd name="T25" fmla="*/ 12 h 3490"/>
                <a:gd name="T26" fmla="*/ 0 w 3485"/>
                <a:gd name="T27" fmla="*/ 10 h 3490"/>
                <a:gd name="T28" fmla="*/ 0 w 3485"/>
                <a:gd name="T29" fmla="*/ 8 h 3490"/>
                <a:gd name="T30" fmla="*/ 2 w 3485"/>
                <a:gd name="T31" fmla="*/ 6 h 3490"/>
                <a:gd name="T32" fmla="*/ 10 w 3485"/>
                <a:gd name="T33" fmla="*/ 20 h 3490"/>
                <a:gd name="T34" fmla="*/ 11 w 3485"/>
                <a:gd name="T35" fmla="*/ 22 h 3490"/>
                <a:gd name="T36" fmla="*/ 11 w 3485"/>
                <a:gd name="T37" fmla="*/ 25 h 3490"/>
                <a:gd name="T38" fmla="*/ 10 w 3485"/>
                <a:gd name="T39" fmla="*/ 27 h 3490"/>
                <a:gd name="T40" fmla="*/ 8 w 3485"/>
                <a:gd name="T41" fmla="*/ 26 h 3490"/>
                <a:gd name="T42" fmla="*/ 7 w 3485"/>
                <a:gd name="T43" fmla="*/ 24 h 3490"/>
                <a:gd name="T44" fmla="*/ 7 w 3485"/>
                <a:gd name="T45" fmla="*/ 22 h 3490"/>
                <a:gd name="T46" fmla="*/ 8 w 3485"/>
                <a:gd name="T47" fmla="*/ 20 h 3490"/>
                <a:gd name="T48" fmla="*/ 20 w 3485"/>
                <a:gd name="T49" fmla="*/ 21 h 3490"/>
                <a:gd name="T50" fmla="*/ 21 w 3485"/>
                <a:gd name="T51" fmla="*/ 23 h 3490"/>
                <a:gd name="T52" fmla="*/ 21 w 3485"/>
                <a:gd name="T53" fmla="*/ 26 h 3490"/>
                <a:gd name="T54" fmla="*/ 20 w 3485"/>
                <a:gd name="T55" fmla="*/ 28 h 3490"/>
                <a:gd name="T56" fmla="*/ 18 w 3485"/>
                <a:gd name="T57" fmla="*/ 28 h 3490"/>
                <a:gd name="T58" fmla="*/ 17 w 3485"/>
                <a:gd name="T59" fmla="*/ 26 h 3490"/>
                <a:gd name="T60" fmla="*/ 17 w 3485"/>
                <a:gd name="T61" fmla="*/ 23 h 3490"/>
                <a:gd name="T62" fmla="*/ 18 w 3485"/>
                <a:gd name="T63" fmla="*/ 21 h 3490"/>
                <a:gd name="T64" fmla="*/ 19 w 3485"/>
                <a:gd name="T65" fmla="*/ 11 h 3490"/>
                <a:gd name="T66" fmla="*/ 20 w 3485"/>
                <a:gd name="T67" fmla="*/ 13 h 3490"/>
                <a:gd name="T68" fmla="*/ 21 w 3485"/>
                <a:gd name="T69" fmla="*/ 15 h 3490"/>
                <a:gd name="T70" fmla="*/ 20 w 3485"/>
                <a:gd name="T71" fmla="*/ 17 h 3490"/>
                <a:gd name="T72" fmla="*/ 18 w 3485"/>
                <a:gd name="T73" fmla="*/ 17 h 3490"/>
                <a:gd name="T74" fmla="*/ 17 w 3485"/>
                <a:gd name="T75" fmla="*/ 16 h 3490"/>
                <a:gd name="T76" fmla="*/ 17 w 3485"/>
                <a:gd name="T77" fmla="*/ 13 h 3490"/>
                <a:gd name="T78" fmla="*/ 18 w 3485"/>
                <a:gd name="T79" fmla="*/ 11 h 3490"/>
                <a:gd name="T80" fmla="*/ 26 w 3485"/>
                <a:gd name="T81" fmla="*/ 7 h 3490"/>
                <a:gd name="T82" fmla="*/ 27 w 3485"/>
                <a:gd name="T83" fmla="*/ 8 h 3490"/>
                <a:gd name="T84" fmla="*/ 27 w 3485"/>
                <a:gd name="T85" fmla="*/ 11 h 3490"/>
                <a:gd name="T86" fmla="*/ 26 w 3485"/>
                <a:gd name="T87" fmla="*/ 13 h 3490"/>
                <a:gd name="T88" fmla="*/ 25 w 3485"/>
                <a:gd name="T89" fmla="*/ 13 h 3490"/>
                <a:gd name="T90" fmla="*/ 24 w 3485"/>
                <a:gd name="T91" fmla="*/ 12 h 3490"/>
                <a:gd name="T92" fmla="*/ 24 w 3485"/>
                <a:gd name="T93" fmla="*/ 9 h 3490"/>
                <a:gd name="T94" fmla="*/ 24 w 3485"/>
                <a:gd name="T95" fmla="*/ 7 h 3490"/>
                <a:gd name="T96" fmla="*/ 26 w 3485"/>
                <a:gd name="T97" fmla="*/ 17 h 3490"/>
                <a:gd name="T98" fmla="*/ 27 w 3485"/>
                <a:gd name="T99" fmla="*/ 18 h 3490"/>
                <a:gd name="T100" fmla="*/ 28 w 3485"/>
                <a:gd name="T101" fmla="*/ 21 h 3490"/>
                <a:gd name="T102" fmla="*/ 27 w 3485"/>
                <a:gd name="T103" fmla="*/ 23 h 3490"/>
                <a:gd name="T104" fmla="*/ 26 w 3485"/>
                <a:gd name="T105" fmla="*/ 24 h 3490"/>
                <a:gd name="T106" fmla="*/ 24 w 3485"/>
                <a:gd name="T107" fmla="*/ 23 h 3490"/>
                <a:gd name="T108" fmla="*/ 24 w 3485"/>
                <a:gd name="T109" fmla="*/ 20 h 3490"/>
                <a:gd name="T110" fmla="*/ 25 w 3485"/>
                <a:gd name="T111" fmla="*/ 18 h 3490"/>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w 3485"/>
                <a:gd name="T169" fmla="*/ 0 h 3490"/>
                <a:gd name="T170" fmla="*/ 3485 w 3485"/>
                <a:gd name="T171" fmla="*/ 3490 h 3490"/>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T168" t="T169" r="T170" b="T171"/>
              <a:pathLst>
                <a:path w="3485" h="3490">
                  <a:moveTo>
                    <a:pt x="1754" y="0"/>
                  </a:moveTo>
                  <a:lnTo>
                    <a:pt x="1797" y="2"/>
                  </a:lnTo>
                  <a:lnTo>
                    <a:pt x="1840" y="5"/>
                  </a:lnTo>
                  <a:lnTo>
                    <a:pt x="1881" y="12"/>
                  </a:lnTo>
                  <a:lnTo>
                    <a:pt x="1921" y="20"/>
                  </a:lnTo>
                  <a:lnTo>
                    <a:pt x="1959" y="31"/>
                  </a:lnTo>
                  <a:lnTo>
                    <a:pt x="1994" y="44"/>
                  </a:lnTo>
                  <a:lnTo>
                    <a:pt x="2028" y="59"/>
                  </a:lnTo>
                  <a:lnTo>
                    <a:pt x="2058" y="74"/>
                  </a:lnTo>
                  <a:lnTo>
                    <a:pt x="2086" y="93"/>
                  </a:lnTo>
                  <a:lnTo>
                    <a:pt x="2111" y="113"/>
                  </a:lnTo>
                  <a:lnTo>
                    <a:pt x="2132" y="133"/>
                  </a:lnTo>
                  <a:lnTo>
                    <a:pt x="2151" y="155"/>
                  </a:lnTo>
                  <a:lnTo>
                    <a:pt x="2165" y="179"/>
                  </a:lnTo>
                  <a:lnTo>
                    <a:pt x="2175" y="203"/>
                  </a:lnTo>
                  <a:lnTo>
                    <a:pt x="2182" y="229"/>
                  </a:lnTo>
                  <a:lnTo>
                    <a:pt x="2185" y="255"/>
                  </a:lnTo>
                  <a:lnTo>
                    <a:pt x="2182" y="281"/>
                  </a:lnTo>
                  <a:lnTo>
                    <a:pt x="2175" y="305"/>
                  </a:lnTo>
                  <a:lnTo>
                    <a:pt x="2165" y="330"/>
                  </a:lnTo>
                  <a:lnTo>
                    <a:pt x="2151" y="353"/>
                  </a:lnTo>
                  <a:lnTo>
                    <a:pt x="2132" y="376"/>
                  </a:lnTo>
                  <a:lnTo>
                    <a:pt x="2111" y="397"/>
                  </a:lnTo>
                  <a:lnTo>
                    <a:pt x="2086" y="417"/>
                  </a:lnTo>
                  <a:lnTo>
                    <a:pt x="2058" y="434"/>
                  </a:lnTo>
                  <a:lnTo>
                    <a:pt x="2028" y="451"/>
                  </a:lnTo>
                  <a:lnTo>
                    <a:pt x="1994" y="466"/>
                  </a:lnTo>
                  <a:lnTo>
                    <a:pt x="1959" y="479"/>
                  </a:lnTo>
                  <a:lnTo>
                    <a:pt x="1921" y="489"/>
                  </a:lnTo>
                  <a:lnTo>
                    <a:pt x="1881" y="498"/>
                  </a:lnTo>
                  <a:lnTo>
                    <a:pt x="1840" y="505"/>
                  </a:lnTo>
                  <a:lnTo>
                    <a:pt x="1797" y="508"/>
                  </a:lnTo>
                  <a:lnTo>
                    <a:pt x="1754" y="509"/>
                  </a:lnTo>
                  <a:lnTo>
                    <a:pt x="1710" y="508"/>
                  </a:lnTo>
                  <a:lnTo>
                    <a:pt x="1667" y="505"/>
                  </a:lnTo>
                  <a:lnTo>
                    <a:pt x="1626" y="498"/>
                  </a:lnTo>
                  <a:lnTo>
                    <a:pt x="1586" y="489"/>
                  </a:lnTo>
                  <a:lnTo>
                    <a:pt x="1548" y="479"/>
                  </a:lnTo>
                  <a:lnTo>
                    <a:pt x="1512" y="466"/>
                  </a:lnTo>
                  <a:lnTo>
                    <a:pt x="1479" y="451"/>
                  </a:lnTo>
                  <a:lnTo>
                    <a:pt x="1449" y="434"/>
                  </a:lnTo>
                  <a:lnTo>
                    <a:pt x="1421" y="417"/>
                  </a:lnTo>
                  <a:lnTo>
                    <a:pt x="1395" y="397"/>
                  </a:lnTo>
                  <a:lnTo>
                    <a:pt x="1374" y="376"/>
                  </a:lnTo>
                  <a:lnTo>
                    <a:pt x="1355" y="353"/>
                  </a:lnTo>
                  <a:lnTo>
                    <a:pt x="1341" y="330"/>
                  </a:lnTo>
                  <a:lnTo>
                    <a:pt x="1331" y="305"/>
                  </a:lnTo>
                  <a:lnTo>
                    <a:pt x="1324" y="281"/>
                  </a:lnTo>
                  <a:lnTo>
                    <a:pt x="1321" y="255"/>
                  </a:lnTo>
                  <a:lnTo>
                    <a:pt x="1324" y="229"/>
                  </a:lnTo>
                  <a:lnTo>
                    <a:pt x="1331" y="203"/>
                  </a:lnTo>
                  <a:lnTo>
                    <a:pt x="1341" y="179"/>
                  </a:lnTo>
                  <a:lnTo>
                    <a:pt x="1355" y="155"/>
                  </a:lnTo>
                  <a:lnTo>
                    <a:pt x="1374" y="133"/>
                  </a:lnTo>
                  <a:lnTo>
                    <a:pt x="1395" y="113"/>
                  </a:lnTo>
                  <a:lnTo>
                    <a:pt x="1421" y="93"/>
                  </a:lnTo>
                  <a:lnTo>
                    <a:pt x="1449" y="74"/>
                  </a:lnTo>
                  <a:lnTo>
                    <a:pt x="1479" y="59"/>
                  </a:lnTo>
                  <a:lnTo>
                    <a:pt x="1512" y="44"/>
                  </a:lnTo>
                  <a:lnTo>
                    <a:pt x="1548" y="31"/>
                  </a:lnTo>
                  <a:lnTo>
                    <a:pt x="1586" y="20"/>
                  </a:lnTo>
                  <a:lnTo>
                    <a:pt x="1626" y="12"/>
                  </a:lnTo>
                  <a:lnTo>
                    <a:pt x="1667" y="5"/>
                  </a:lnTo>
                  <a:lnTo>
                    <a:pt x="1710" y="2"/>
                  </a:lnTo>
                  <a:lnTo>
                    <a:pt x="1754" y="0"/>
                  </a:lnTo>
                  <a:close/>
                  <a:moveTo>
                    <a:pt x="239" y="786"/>
                  </a:moveTo>
                  <a:lnTo>
                    <a:pt x="263" y="788"/>
                  </a:lnTo>
                  <a:lnTo>
                    <a:pt x="287" y="794"/>
                  </a:lnTo>
                  <a:lnTo>
                    <a:pt x="309" y="805"/>
                  </a:lnTo>
                  <a:lnTo>
                    <a:pt x="331" y="819"/>
                  </a:lnTo>
                  <a:lnTo>
                    <a:pt x="352" y="836"/>
                  </a:lnTo>
                  <a:lnTo>
                    <a:pt x="372" y="857"/>
                  </a:lnTo>
                  <a:lnTo>
                    <a:pt x="390" y="882"/>
                  </a:lnTo>
                  <a:lnTo>
                    <a:pt x="407" y="909"/>
                  </a:lnTo>
                  <a:lnTo>
                    <a:pt x="423" y="940"/>
                  </a:lnTo>
                  <a:lnTo>
                    <a:pt x="437" y="971"/>
                  </a:lnTo>
                  <a:lnTo>
                    <a:pt x="448" y="1006"/>
                  </a:lnTo>
                  <a:lnTo>
                    <a:pt x="459" y="1043"/>
                  </a:lnTo>
                  <a:lnTo>
                    <a:pt x="467" y="1081"/>
                  </a:lnTo>
                  <a:lnTo>
                    <a:pt x="473" y="1121"/>
                  </a:lnTo>
                  <a:lnTo>
                    <a:pt x="476" y="1163"/>
                  </a:lnTo>
                  <a:lnTo>
                    <a:pt x="478" y="1206"/>
                  </a:lnTo>
                  <a:lnTo>
                    <a:pt x="476" y="1248"/>
                  </a:lnTo>
                  <a:lnTo>
                    <a:pt x="473" y="1290"/>
                  </a:lnTo>
                  <a:lnTo>
                    <a:pt x="467" y="1330"/>
                  </a:lnTo>
                  <a:lnTo>
                    <a:pt x="459" y="1367"/>
                  </a:lnTo>
                  <a:lnTo>
                    <a:pt x="448" y="1405"/>
                  </a:lnTo>
                  <a:lnTo>
                    <a:pt x="437" y="1439"/>
                  </a:lnTo>
                  <a:lnTo>
                    <a:pt x="423" y="1472"/>
                  </a:lnTo>
                  <a:lnTo>
                    <a:pt x="407" y="1501"/>
                  </a:lnTo>
                  <a:lnTo>
                    <a:pt x="390" y="1528"/>
                  </a:lnTo>
                  <a:lnTo>
                    <a:pt x="372" y="1553"/>
                  </a:lnTo>
                  <a:lnTo>
                    <a:pt x="352" y="1574"/>
                  </a:lnTo>
                  <a:lnTo>
                    <a:pt x="331" y="1591"/>
                  </a:lnTo>
                  <a:lnTo>
                    <a:pt x="309" y="1605"/>
                  </a:lnTo>
                  <a:lnTo>
                    <a:pt x="287" y="1616"/>
                  </a:lnTo>
                  <a:lnTo>
                    <a:pt x="263" y="1622"/>
                  </a:lnTo>
                  <a:lnTo>
                    <a:pt x="239" y="1624"/>
                  </a:lnTo>
                  <a:lnTo>
                    <a:pt x="214" y="1622"/>
                  </a:lnTo>
                  <a:lnTo>
                    <a:pt x="191" y="1616"/>
                  </a:lnTo>
                  <a:lnTo>
                    <a:pt x="168" y="1605"/>
                  </a:lnTo>
                  <a:lnTo>
                    <a:pt x="146" y="1591"/>
                  </a:lnTo>
                  <a:lnTo>
                    <a:pt x="125" y="1574"/>
                  </a:lnTo>
                  <a:lnTo>
                    <a:pt x="105" y="1553"/>
                  </a:lnTo>
                  <a:lnTo>
                    <a:pt x="87" y="1528"/>
                  </a:lnTo>
                  <a:lnTo>
                    <a:pt x="70" y="1501"/>
                  </a:lnTo>
                  <a:lnTo>
                    <a:pt x="55" y="1472"/>
                  </a:lnTo>
                  <a:lnTo>
                    <a:pt x="41" y="1439"/>
                  </a:lnTo>
                  <a:lnTo>
                    <a:pt x="29" y="1405"/>
                  </a:lnTo>
                  <a:lnTo>
                    <a:pt x="18" y="1367"/>
                  </a:lnTo>
                  <a:lnTo>
                    <a:pt x="10" y="1330"/>
                  </a:lnTo>
                  <a:lnTo>
                    <a:pt x="4" y="1290"/>
                  </a:lnTo>
                  <a:lnTo>
                    <a:pt x="1" y="1248"/>
                  </a:lnTo>
                  <a:lnTo>
                    <a:pt x="0" y="1206"/>
                  </a:lnTo>
                  <a:lnTo>
                    <a:pt x="1" y="1163"/>
                  </a:lnTo>
                  <a:lnTo>
                    <a:pt x="4" y="1121"/>
                  </a:lnTo>
                  <a:lnTo>
                    <a:pt x="10" y="1081"/>
                  </a:lnTo>
                  <a:lnTo>
                    <a:pt x="18" y="1043"/>
                  </a:lnTo>
                  <a:lnTo>
                    <a:pt x="29" y="1006"/>
                  </a:lnTo>
                  <a:lnTo>
                    <a:pt x="41" y="971"/>
                  </a:lnTo>
                  <a:lnTo>
                    <a:pt x="55" y="940"/>
                  </a:lnTo>
                  <a:lnTo>
                    <a:pt x="70" y="909"/>
                  </a:lnTo>
                  <a:lnTo>
                    <a:pt x="87" y="882"/>
                  </a:lnTo>
                  <a:lnTo>
                    <a:pt x="105" y="857"/>
                  </a:lnTo>
                  <a:lnTo>
                    <a:pt x="125" y="836"/>
                  </a:lnTo>
                  <a:lnTo>
                    <a:pt x="146" y="819"/>
                  </a:lnTo>
                  <a:lnTo>
                    <a:pt x="168" y="805"/>
                  </a:lnTo>
                  <a:lnTo>
                    <a:pt x="191" y="794"/>
                  </a:lnTo>
                  <a:lnTo>
                    <a:pt x="214" y="788"/>
                  </a:lnTo>
                  <a:lnTo>
                    <a:pt x="239" y="786"/>
                  </a:lnTo>
                  <a:close/>
                  <a:moveTo>
                    <a:pt x="1119" y="2495"/>
                  </a:moveTo>
                  <a:lnTo>
                    <a:pt x="1143" y="2498"/>
                  </a:lnTo>
                  <a:lnTo>
                    <a:pt x="1167" y="2504"/>
                  </a:lnTo>
                  <a:lnTo>
                    <a:pt x="1190" y="2514"/>
                  </a:lnTo>
                  <a:lnTo>
                    <a:pt x="1211" y="2528"/>
                  </a:lnTo>
                  <a:lnTo>
                    <a:pt x="1232" y="2546"/>
                  </a:lnTo>
                  <a:lnTo>
                    <a:pt x="1252" y="2567"/>
                  </a:lnTo>
                  <a:lnTo>
                    <a:pt x="1271" y="2592"/>
                  </a:lnTo>
                  <a:lnTo>
                    <a:pt x="1288" y="2618"/>
                  </a:lnTo>
                  <a:lnTo>
                    <a:pt x="1304" y="2648"/>
                  </a:lnTo>
                  <a:lnTo>
                    <a:pt x="1318" y="2681"/>
                  </a:lnTo>
                  <a:lnTo>
                    <a:pt x="1329" y="2715"/>
                  </a:lnTo>
                  <a:lnTo>
                    <a:pt x="1340" y="2752"/>
                  </a:lnTo>
                  <a:lnTo>
                    <a:pt x="1348" y="2790"/>
                  </a:lnTo>
                  <a:lnTo>
                    <a:pt x="1354" y="2830"/>
                  </a:lnTo>
                  <a:lnTo>
                    <a:pt x="1358" y="2872"/>
                  </a:lnTo>
                  <a:lnTo>
                    <a:pt x="1359" y="2914"/>
                  </a:lnTo>
                  <a:lnTo>
                    <a:pt x="1358" y="2956"/>
                  </a:lnTo>
                  <a:lnTo>
                    <a:pt x="1354" y="2998"/>
                  </a:lnTo>
                  <a:lnTo>
                    <a:pt x="1348" y="3038"/>
                  </a:lnTo>
                  <a:lnTo>
                    <a:pt x="1340" y="3077"/>
                  </a:lnTo>
                  <a:lnTo>
                    <a:pt x="1329" y="3113"/>
                  </a:lnTo>
                  <a:lnTo>
                    <a:pt x="1318" y="3147"/>
                  </a:lnTo>
                  <a:lnTo>
                    <a:pt x="1304" y="3180"/>
                  </a:lnTo>
                  <a:lnTo>
                    <a:pt x="1288" y="3209"/>
                  </a:lnTo>
                  <a:lnTo>
                    <a:pt x="1271" y="3238"/>
                  </a:lnTo>
                  <a:lnTo>
                    <a:pt x="1252" y="3261"/>
                  </a:lnTo>
                  <a:lnTo>
                    <a:pt x="1232" y="3282"/>
                  </a:lnTo>
                  <a:lnTo>
                    <a:pt x="1211" y="3301"/>
                  </a:lnTo>
                  <a:lnTo>
                    <a:pt x="1190" y="3315"/>
                  </a:lnTo>
                  <a:lnTo>
                    <a:pt x="1167" y="3325"/>
                  </a:lnTo>
                  <a:lnTo>
                    <a:pt x="1143" y="3331"/>
                  </a:lnTo>
                  <a:lnTo>
                    <a:pt x="1119" y="3334"/>
                  </a:lnTo>
                  <a:lnTo>
                    <a:pt x="1094" y="3331"/>
                  </a:lnTo>
                  <a:lnTo>
                    <a:pt x="1070" y="3325"/>
                  </a:lnTo>
                  <a:lnTo>
                    <a:pt x="1048" y="3315"/>
                  </a:lnTo>
                  <a:lnTo>
                    <a:pt x="1026" y="3301"/>
                  </a:lnTo>
                  <a:lnTo>
                    <a:pt x="1005" y="3282"/>
                  </a:lnTo>
                  <a:lnTo>
                    <a:pt x="985" y="3261"/>
                  </a:lnTo>
                  <a:lnTo>
                    <a:pt x="967" y="3238"/>
                  </a:lnTo>
                  <a:lnTo>
                    <a:pt x="950" y="3209"/>
                  </a:lnTo>
                  <a:lnTo>
                    <a:pt x="935" y="3180"/>
                  </a:lnTo>
                  <a:lnTo>
                    <a:pt x="921" y="3147"/>
                  </a:lnTo>
                  <a:lnTo>
                    <a:pt x="909" y="3113"/>
                  </a:lnTo>
                  <a:lnTo>
                    <a:pt x="898" y="3077"/>
                  </a:lnTo>
                  <a:lnTo>
                    <a:pt x="890" y="3038"/>
                  </a:lnTo>
                  <a:lnTo>
                    <a:pt x="884" y="2998"/>
                  </a:lnTo>
                  <a:lnTo>
                    <a:pt x="881" y="2956"/>
                  </a:lnTo>
                  <a:lnTo>
                    <a:pt x="880" y="2914"/>
                  </a:lnTo>
                  <a:lnTo>
                    <a:pt x="881" y="2872"/>
                  </a:lnTo>
                  <a:lnTo>
                    <a:pt x="884" y="2830"/>
                  </a:lnTo>
                  <a:lnTo>
                    <a:pt x="890" y="2790"/>
                  </a:lnTo>
                  <a:lnTo>
                    <a:pt x="898" y="2752"/>
                  </a:lnTo>
                  <a:lnTo>
                    <a:pt x="909" y="2715"/>
                  </a:lnTo>
                  <a:lnTo>
                    <a:pt x="921" y="2681"/>
                  </a:lnTo>
                  <a:lnTo>
                    <a:pt x="935" y="2648"/>
                  </a:lnTo>
                  <a:lnTo>
                    <a:pt x="950" y="2618"/>
                  </a:lnTo>
                  <a:lnTo>
                    <a:pt x="967" y="2592"/>
                  </a:lnTo>
                  <a:lnTo>
                    <a:pt x="985" y="2567"/>
                  </a:lnTo>
                  <a:lnTo>
                    <a:pt x="1005" y="2546"/>
                  </a:lnTo>
                  <a:lnTo>
                    <a:pt x="1026" y="2528"/>
                  </a:lnTo>
                  <a:lnTo>
                    <a:pt x="1048" y="2514"/>
                  </a:lnTo>
                  <a:lnTo>
                    <a:pt x="1070" y="2504"/>
                  </a:lnTo>
                  <a:lnTo>
                    <a:pt x="1094" y="2498"/>
                  </a:lnTo>
                  <a:lnTo>
                    <a:pt x="1119" y="2495"/>
                  </a:lnTo>
                  <a:close/>
                  <a:moveTo>
                    <a:pt x="2380" y="2651"/>
                  </a:moveTo>
                  <a:lnTo>
                    <a:pt x="2405" y="2654"/>
                  </a:lnTo>
                  <a:lnTo>
                    <a:pt x="2428" y="2660"/>
                  </a:lnTo>
                  <a:lnTo>
                    <a:pt x="2452" y="2670"/>
                  </a:lnTo>
                  <a:lnTo>
                    <a:pt x="2473" y="2684"/>
                  </a:lnTo>
                  <a:lnTo>
                    <a:pt x="2494" y="2703"/>
                  </a:lnTo>
                  <a:lnTo>
                    <a:pt x="2514" y="2724"/>
                  </a:lnTo>
                  <a:lnTo>
                    <a:pt x="2533" y="2747"/>
                  </a:lnTo>
                  <a:lnTo>
                    <a:pt x="2550" y="2774"/>
                  </a:lnTo>
                  <a:lnTo>
                    <a:pt x="2565" y="2805"/>
                  </a:lnTo>
                  <a:lnTo>
                    <a:pt x="2580" y="2838"/>
                  </a:lnTo>
                  <a:lnTo>
                    <a:pt x="2591" y="2872"/>
                  </a:lnTo>
                  <a:lnTo>
                    <a:pt x="2602" y="2908"/>
                  </a:lnTo>
                  <a:lnTo>
                    <a:pt x="2610" y="2947"/>
                  </a:lnTo>
                  <a:lnTo>
                    <a:pt x="2616" y="2987"/>
                  </a:lnTo>
                  <a:lnTo>
                    <a:pt x="2619" y="3029"/>
                  </a:lnTo>
                  <a:lnTo>
                    <a:pt x="2621" y="3071"/>
                  </a:lnTo>
                  <a:lnTo>
                    <a:pt x="2619" y="3113"/>
                  </a:lnTo>
                  <a:lnTo>
                    <a:pt x="2616" y="3155"/>
                  </a:lnTo>
                  <a:lnTo>
                    <a:pt x="2610" y="3195"/>
                  </a:lnTo>
                  <a:lnTo>
                    <a:pt x="2602" y="3233"/>
                  </a:lnTo>
                  <a:lnTo>
                    <a:pt x="2591" y="3270"/>
                  </a:lnTo>
                  <a:lnTo>
                    <a:pt x="2580" y="3304"/>
                  </a:lnTo>
                  <a:lnTo>
                    <a:pt x="2565" y="3337"/>
                  </a:lnTo>
                  <a:lnTo>
                    <a:pt x="2550" y="3367"/>
                  </a:lnTo>
                  <a:lnTo>
                    <a:pt x="2533" y="3393"/>
                  </a:lnTo>
                  <a:lnTo>
                    <a:pt x="2514" y="3418"/>
                  </a:lnTo>
                  <a:lnTo>
                    <a:pt x="2494" y="3439"/>
                  </a:lnTo>
                  <a:lnTo>
                    <a:pt x="2473" y="3457"/>
                  </a:lnTo>
                  <a:lnTo>
                    <a:pt x="2452" y="3471"/>
                  </a:lnTo>
                  <a:lnTo>
                    <a:pt x="2428" y="3481"/>
                  </a:lnTo>
                  <a:lnTo>
                    <a:pt x="2405" y="3487"/>
                  </a:lnTo>
                  <a:lnTo>
                    <a:pt x="2380" y="3490"/>
                  </a:lnTo>
                  <a:lnTo>
                    <a:pt x="2356" y="3487"/>
                  </a:lnTo>
                  <a:lnTo>
                    <a:pt x="2332" y="3481"/>
                  </a:lnTo>
                  <a:lnTo>
                    <a:pt x="2310" y="3471"/>
                  </a:lnTo>
                  <a:lnTo>
                    <a:pt x="2288" y="3457"/>
                  </a:lnTo>
                  <a:lnTo>
                    <a:pt x="2267" y="3439"/>
                  </a:lnTo>
                  <a:lnTo>
                    <a:pt x="2248" y="3418"/>
                  </a:lnTo>
                  <a:lnTo>
                    <a:pt x="2229" y="3393"/>
                  </a:lnTo>
                  <a:lnTo>
                    <a:pt x="2212" y="3367"/>
                  </a:lnTo>
                  <a:lnTo>
                    <a:pt x="2196" y="3337"/>
                  </a:lnTo>
                  <a:lnTo>
                    <a:pt x="2182" y="3304"/>
                  </a:lnTo>
                  <a:lnTo>
                    <a:pt x="2171" y="3270"/>
                  </a:lnTo>
                  <a:lnTo>
                    <a:pt x="2160" y="3233"/>
                  </a:lnTo>
                  <a:lnTo>
                    <a:pt x="2152" y="3195"/>
                  </a:lnTo>
                  <a:lnTo>
                    <a:pt x="2146" y="3155"/>
                  </a:lnTo>
                  <a:lnTo>
                    <a:pt x="2142" y="3113"/>
                  </a:lnTo>
                  <a:lnTo>
                    <a:pt x="2141" y="3071"/>
                  </a:lnTo>
                  <a:lnTo>
                    <a:pt x="2142" y="3029"/>
                  </a:lnTo>
                  <a:lnTo>
                    <a:pt x="2146" y="2987"/>
                  </a:lnTo>
                  <a:lnTo>
                    <a:pt x="2152" y="2947"/>
                  </a:lnTo>
                  <a:lnTo>
                    <a:pt x="2160" y="2908"/>
                  </a:lnTo>
                  <a:lnTo>
                    <a:pt x="2171" y="2872"/>
                  </a:lnTo>
                  <a:lnTo>
                    <a:pt x="2182" y="2838"/>
                  </a:lnTo>
                  <a:lnTo>
                    <a:pt x="2196" y="2805"/>
                  </a:lnTo>
                  <a:lnTo>
                    <a:pt x="2212" y="2774"/>
                  </a:lnTo>
                  <a:lnTo>
                    <a:pt x="2229" y="2747"/>
                  </a:lnTo>
                  <a:lnTo>
                    <a:pt x="2248" y="2724"/>
                  </a:lnTo>
                  <a:lnTo>
                    <a:pt x="2267" y="2703"/>
                  </a:lnTo>
                  <a:lnTo>
                    <a:pt x="2288" y="2684"/>
                  </a:lnTo>
                  <a:lnTo>
                    <a:pt x="2310" y="2670"/>
                  </a:lnTo>
                  <a:lnTo>
                    <a:pt x="2332" y="2660"/>
                  </a:lnTo>
                  <a:lnTo>
                    <a:pt x="2356" y="2654"/>
                  </a:lnTo>
                  <a:lnTo>
                    <a:pt x="2380" y="2651"/>
                  </a:lnTo>
                  <a:close/>
                  <a:moveTo>
                    <a:pt x="2342" y="1355"/>
                  </a:moveTo>
                  <a:lnTo>
                    <a:pt x="2366" y="1357"/>
                  </a:lnTo>
                  <a:lnTo>
                    <a:pt x="2390" y="1363"/>
                  </a:lnTo>
                  <a:lnTo>
                    <a:pt x="2412" y="1373"/>
                  </a:lnTo>
                  <a:lnTo>
                    <a:pt x="2434" y="1387"/>
                  </a:lnTo>
                  <a:lnTo>
                    <a:pt x="2455" y="1405"/>
                  </a:lnTo>
                  <a:lnTo>
                    <a:pt x="2475" y="1426"/>
                  </a:lnTo>
                  <a:lnTo>
                    <a:pt x="2493" y="1451"/>
                  </a:lnTo>
                  <a:lnTo>
                    <a:pt x="2510" y="1478"/>
                  </a:lnTo>
                  <a:lnTo>
                    <a:pt x="2526" y="1507"/>
                  </a:lnTo>
                  <a:lnTo>
                    <a:pt x="2540" y="1540"/>
                  </a:lnTo>
                  <a:lnTo>
                    <a:pt x="2551" y="1574"/>
                  </a:lnTo>
                  <a:lnTo>
                    <a:pt x="2562" y="1611"/>
                  </a:lnTo>
                  <a:lnTo>
                    <a:pt x="2570" y="1649"/>
                  </a:lnTo>
                  <a:lnTo>
                    <a:pt x="2576" y="1689"/>
                  </a:lnTo>
                  <a:lnTo>
                    <a:pt x="2580" y="1731"/>
                  </a:lnTo>
                  <a:lnTo>
                    <a:pt x="2581" y="1773"/>
                  </a:lnTo>
                  <a:lnTo>
                    <a:pt x="2580" y="1815"/>
                  </a:lnTo>
                  <a:lnTo>
                    <a:pt x="2576" y="1858"/>
                  </a:lnTo>
                  <a:lnTo>
                    <a:pt x="2570" y="1897"/>
                  </a:lnTo>
                  <a:lnTo>
                    <a:pt x="2562" y="1936"/>
                  </a:lnTo>
                  <a:lnTo>
                    <a:pt x="2551" y="1972"/>
                  </a:lnTo>
                  <a:lnTo>
                    <a:pt x="2540" y="2008"/>
                  </a:lnTo>
                  <a:lnTo>
                    <a:pt x="2526" y="2039"/>
                  </a:lnTo>
                  <a:lnTo>
                    <a:pt x="2510" y="2070"/>
                  </a:lnTo>
                  <a:lnTo>
                    <a:pt x="2493" y="2097"/>
                  </a:lnTo>
                  <a:lnTo>
                    <a:pt x="2475" y="2121"/>
                  </a:lnTo>
                  <a:lnTo>
                    <a:pt x="2455" y="2142"/>
                  </a:lnTo>
                  <a:lnTo>
                    <a:pt x="2434" y="2160"/>
                  </a:lnTo>
                  <a:lnTo>
                    <a:pt x="2412" y="2174"/>
                  </a:lnTo>
                  <a:lnTo>
                    <a:pt x="2390" y="2185"/>
                  </a:lnTo>
                  <a:lnTo>
                    <a:pt x="2366" y="2191"/>
                  </a:lnTo>
                  <a:lnTo>
                    <a:pt x="2342" y="2193"/>
                  </a:lnTo>
                  <a:lnTo>
                    <a:pt x="2317" y="2191"/>
                  </a:lnTo>
                  <a:lnTo>
                    <a:pt x="2294" y="2185"/>
                  </a:lnTo>
                  <a:lnTo>
                    <a:pt x="2270" y="2174"/>
                  </a:lnTo>
                  <a:lnTo>
                    <a:pt x="2249" y="2160"/>
                  </a:lnTo>
                  <a:lnTo>
                    <a:pt x="2228" y="2142"/>
                  </a:lnTo>
                  <a:lnTo>
                    <a:pt x="2208" y="2121"/>
                  </a:lnTo>
                  <a:lnTo>
                    <a:pt x="2189" y="2097"/>
                  </a:lnTo>
                  <a:lnTo>
                    <a:pt x="2173" y="2070"/>
                  </a:lnTo>
                  <a:lnTo>
                    <a:pt x="2157" y="2039"/>
                  </a:lnTo>
                  <a:lnTo>
                    <a:pt x="2142" y="2008"/>
                  </a:lnTo>
                  <a:lnTo>
                    <a:pt x="2131" y="1972"/>
                  </a:lnTo>
                  <a:lnTo>
                    <a:pt x="2120" y="1936"/>
                  </a:lnTo>
                  <a:lnTo>
                    <a:pt x="2112" y="1897"/>
                  </a:lnTo>
                  <a:lnTo>
                    <a:pt x="2106" y="1858"/>
                  </a:lnTo>
                  <a:lnTo>
                    <a:pt x="2103" y="1815"/>
                  </a:lnTo>
                  <a:lnTo>
                    <a:pt x="2101" y="1773"/>
                  </a:lnTo>
                  <a:lnTo>
                    <a:pt x="2103" y="1731"/>
                  </a:lnTo>
                  <a:lnTo>
                    <a:pt x="2106" y="1689"/>
                  </a:lnTo>
                  <a:lnTo>
                    <a:pt x="2112" y="1649"/>
                  </a:lnTo>
                  <a:lnTo>
                    <a:pt x="2120" y="1611"/>
                  </a:lnTo>
                  <a:lnTo>
                    <a:pt x="2131" y="1574"/>
                  </a:lnTo>
                  <a:lnTo>
                    <a:pt x="2142" y="1540"/>
                  </a:lnTo>
                  <a:lnTo>
                    <a:pt x="2157" y="1507"/>
                  </a:lnTo>
                  <a:lnTo>
                    <a:pt x="2173" y="1478"/>
                  </a:lnTo>
                  <a:lnTo>
                    <a:pt x="2189" y="1451"/>
                  </a:lnTo>
                  <a:lnTo>
                    <a:pt x="2208" y="1426"/>
                  </a:lnTo>
                  <a:lnTo>
                    <a:pt x="2228" y="1405"/>
                  </a:lnTo>
                  <a:lnTo>
                    <a:pt x="2249" y="1387"/>
                  </a:lnTo>
                  <a:lnTo>
                    <a:pt x="2270" y="1373"/>
                  </a:lnTo>
                  <a:lnTo>
                    <a:pt x="2294" y="1363"/>
                  </a:lnTo>
                  <a:lnTo>
                    <a:pt x="2317" y="1357"/>
                  </a:lnTo>
                  <a:lnTo>
                    <a:pt x="2342" y="1355"/>
                  </a:lnTo>
                  <a:close/>
                  <a:moveTo>
                    <a:pt x="3179" y="819"/>
                  </a:moveTo>
                  <a:lnTo>
                    <a:pt x="3204" y="821"/>
                  </a:lnTo>
                  <a:lnTo>
                    <a:pt x="3227" y="827"/>
                  </a:lnTo>
                  <a:lnTo>
                    <a:pt x="3250" y="838"/>
                  </a:lnTo>
                  <a:lnTo>
                    <a:pt x="3272" y="852"/>
                  </a:lnTo>
                  <a:lnTo>
                    <a:pt x="3293" y="869"/>
                  </a:lnTo>
                  <a:lnTo>
                    <a:pt x="3312" y="890"/>
                  </a:lnTo>
                  <a:lnTo>
                    <a:pt x="3331" y="915"/>
                  </a:lnTo>
                  <a:lnTo>
                    <a:pt x="3348" y="942"/>
                  </a:lnTo>
                  <a:lnTo>
                    <a:pt x="3363" y="971"/>
                  </a:lnTo>
                  <a:lnTo>
                    <a:pt x="3377" y="1004"/>
                  </a:lnTo>
                  <a:lnTo>
                    <a:pt x="3389" y="1038"/>
                  </a:lnTo>
                  <a:lnTo>
                    <a:pt x="3400" y="1076"/>
                  </a:lnTo>
                  <a:lnTo>
                    <a:pt x="3408" y="1113"/>
                  </a:lnTo>
                  <a:lnTo>
                    <a:pt x="3414" y="1153"/>
                  </a:lnTo>
                  <a:lnTo>
                    <a:pt x="3417" y="1195"/>
                  </a:lnTo>
                  <a:lnTo>
                    <a:pt x="3418" y="1237"/>
                  </a:lnTo>
                  <a:lnTo>
                    <a:pt x="3417" y="1280"/>
                  </a:lnTo>
                  <a:lnTo>
                    <a:pt x="3414" y="1322"/>
                  </a:lnTo>
                  <a:lnTo>
                    <a:pt x="3408" y="1362"/>
                  </a:lnTo>
                  <a:lnTo>
                    <a:pt x="3400" y="1399"/>
                  </a:lnTo>
                  <a:lnTo>
                    <a:pt x="3389" y="1437"/>
                  </a:lnTo>
                  <a:lnTo>
                    <a:pt x="3377" y="1471"/>
                  </a:lnTo>
                  <a:lnTo>
                    <a:pt x="3363" y="1503"/>
                  </a:lnTo>
                  <a:lnTo>
                    <a:pt x="3348" y="1533"/>
                  </a:lnTo>
                  <a:lnTo>
                    <a:pt x="3331" y="1560"/>
                  </a:lnTo>
                  <a:lnTo>
                    <a:pt x="3312" y="1584"/>
                  </a:lnTo>
                  <a:lnTo>
                    <a:pt x="3293" y="1605"/>
                  </a:lnTo>
                  <a:lnTo>
                    <a:pt x="3272" y="1623"/>
                  </a:lnTo>
                  <a:lnTo>
                    <a:pt x="3250" y="1637"/>
                  </a:lnTo>
                  <a:lnTo>
                    <a:pt x="3227" y="1648"/>
                  </a:lnTo>
                  <a:lnTo>
                    <a:pt x="3204" y="1654"/>
                  </a:lnTo>
                  <a:lnTo>
                    <a:pt x="3179" y="1656"/>
                  </a:lnTo>
                  <a:lnTo>
                    <a:pt x="3155" y="1654"/>
                  </a:lnTo>
                  <a:lnTo>
                    <a:pt x="3131" y="1648"/>
                  </a:lnTo>
                  <a:lnTo>
                    <a:pt x="3108" y="1637"/>
                  </a:lnTo>
                  <a:lnTo>
                    <a:pt x="3087" y="1623"/>
                  </a:lnTo>
                  <a:lnTo>
                    <a:pt x="3066" y="1605"/>
                  </a:lnTo>
                  <a:lnTo>
                    <a:pt x="3046" y="1584"/>
                  </a:lnTo>
                  <a:lnTo>
                    <a:pt x="3027" y="1560"/>
                  </a:lnTo>
                  <a:lnTo>
                    <a:pt x="3011" y="1533"/>
                  </a:lnTo>
                  <a:lnTo>
                    <a:pt x="2994" y="1503"/>
                  </a:lnTo>
                  <a:lnTo>
                    <a:pt x="2980" y="1471"/>
                  </a:lnTo>
                  <a:lnTo>
                    <a:pt x="2968" y="1437"/>
                  </a:lnTo>
                  <a:lnTo>
                    <a:pt x="2958" y="1399"/>
                  </a:lnTo>
                  <a:lnTo>
                    <a:pt x="2950" y="1362"/>
                  </a:lnTo>
                  <a:lnTo>
                    <a:pt x="2944" y="1322"/>
                  </a:lnTo>
                  <a:lnTo>
                    <a:pt x="2940" y="1280"/>
                  </a:lnTo>
                  <a:lnTo>
                    <a:pt x="2939" y="1237"/>
                  </a:lnTo>
                  <a:lnTo>
                    <a:pt x="2940" y="1195"/>
                  </a:lnTo>
                  <a:lnTo>
                    <a:pt x="2944" y="1153"/>
                  </a:lnTo>
                  <a:lnTo>
                    <a:pt x="2950" y="1113"/>
                  </a:lnTo>
                  <a:lnTo>
                    <a:pt x="2958" y="1076"/>
                  </a:lnTo>
                  <a:lnTo>
                    <a:pt x="2968" y="1038"/>
                  </a:lnTo>
                  <a:lnTo>
                    <a:pt x="2980" y="1004"/>
                  </a:lnTo>
                  <a:lnTo>
                    <a:pt x="2994" y="971"/>
                  </a:lnTo>
                  <a:lnTo>
                    <a:pt x="3011" y="942"/>
                  </a:lnTo>
                  <a:lnTo>
                    <a:pt x="3027" y="915"/>
                  </a:lnTo>
                  <a:lnTo>
                    <a:pt x="3046" y="890"/>
                  </a:lnTo>
                  <a:lnTo>
                    <a:pt x="3066" y="869"/>
                  </a:lnTo>
                  <a:lnTo>
                    <a:pt x="3087" y="852"/>
                  </a:lnTo>
                  <a:lnTo>
                    <a:pt x="3108" y="838"/>
                  </a:lnTo>
                  <a:lnTo>
                    <a:pt x="3131" y="827"/>
                  </a:lnTo>
                  <a:lnTo>
                    <a:pt x="3155" y="821"/>
                  </a:lnTo>
                  <a:lnTo>
                    <a:pt x="3179" y="819"/>
                  </a:lnTo>
                  <a:close/>
                  <a:moveTo>
                    <a:pt x="3246" y="2144"/>
                  </a:moveTo>
                  <a:lnTo>
                    <a:pt x="3271" y="2146"/>
                  </a:lnTo>
                  <a:lnTo>
                    <a:pt x="3294" y="2152"/>
                  </a:lnTo>
                  <a:lnTo>
                    <a:pt x="3316" y="2162"/>
                  </a:lnTo>
                  <a:lnTo>
                    <a:pt x="3339" y="2176"/>
                  </a:lnTo>
                  <a:lnTo>
                    <a:pt x="3360" y="2194"/>
                  </a:lnTo>
                  <a:lnTo>
                    <a:pt x="3380" y="2215"/>
                  </a:lnTo>
                  <a:lnTo>
                    <a:pt x="3397" y="2240"/>
                  </a:lnTo>
                  <a:lnTo>
                    <a:pt x="3415" y="2267"/>
                  </a:lnTo>
                  <a:lnTo>
                    <a:pt x="3430" y="2296"/>
                  </a:lnTo>
                  <a:lnTo>
                    <a:pt x="3444" y="2329"/>
                  </a:lnTo>
                  <a:lnTo>
                    <a:pt x="3456" y="2363"/>
                  </a:lnTo>
                  <a:lnTo>
                    <a:pt x="3466" y="2400"/>
                  </a:lnTo>
                  <a:lnTo>
                    <a:pt x="3475" y="2438"/>
                  </a:lnTo>
                  <a:lnTo>
                    <a:pt x="3480" y="2478"/>
                  </a:lnTo>
                  <a:lnTo>
                    <a:pt x="3484" y="2520"/>
                  </a:lnTo>
                  <a:lnTo>
                    <a:pt x="3485" y="2562"/>
                  </a:lnTo>
                  <a:lnTo>
                    <a:pt x="3484" y="2604"/>
                  </a:lnTo>
                  <a:lnTo>
                    <a:pt x="3480" y="2647"/>
                  </a:lnTo>
                  <a:lnTo>
                    <a:pt x="3475" y="2686"/>
                  </a:lnTo>
                  <a:lnTo>
                    <a:pt x="3466" y="2725"/>
                  </a:lnTo>
                  <a:lnTo>
                    <a:pt x="3456" y="2762"/>
                  </a:lnTo>
                  <a:lnTo>
                    <a:pt x="3444" y="2796"/>
                  </a:lnTo>
                  <a:lnTo>
                    <a:pt x="3430" y="2828"/>
                  </a:lnTo>
                  <a:lnTo>
                    <a:pt x="3415" y="2858"/>
                  </a:lnTo>
                  <a:lnTo>
                    <a:pt x="3397" y="2886"/>
                  </a:lnTo>
                  <a:lnTo>
                    <a:pt x="3380" y="2909"/>
                  </a:lnTo>
                  <a:lnTo>
                    <a:pt x="3360" y="2930"/>
                  </a:lnTo>
                  <a:lnTo>
                    <a:pt x="3339" y="2949"/>
                  </a:lnTo>
                  <a:lnTo>
                    <a:pt x="3316" y="2963"/>
                  </a:lnTo>
                  <a:lnTo>
                    <a:pt x="3294" y="2974"/>
                  </a:lnTo>
                  <a:lnTo>
                    <a:pt x="3271" y="2980"/>
                  </a:lnTo>
                  <a:lnTo>
                    <a:pt x="3246" y="2982"/>
                  </a:lnTo>
                  <a:lnTo>
                    <a:pt x="3222" y="2980"/>
                  </a:lnTo>
                  <a:lnTo>
                    <a:pt x="3198" y="2974"/>
                  </a:lnTo>
                  <a:lnTo>
                    <a:pt x="3176" y="2963"/>
                  </a:lnTo>
                  <a:lnTo>
                    <a:pt x="3154" y="2949"/>
                  </a:lnTo>
                  <a:lnTo>
                    <a:pt x="3133" y="2930"/>
                  </a:lnTo>
                  <a:lnTo>
                    <a:pt x="3113" y="2909"/>
                  </a:lnTo>
                  <a:lnTo>
                    <a:pt x="3095" y="2886"/>
                  </a:lnTo>
                  <a:lnTo>
                    <a:pt x="3077" y="2858"/>
                  </a:lnTo>
                  <a:lnTo>
                    <a:pt x="3062" y="2828"/>
                  </a:lnTo>
                  <a:lnTo>
                    <a:pt x="3048" y="2796"/>
                  </a:lnTo>
                  <a:lnTo>
                    <a:pt x="3036" y="2762"/>
                  </a:lnTo>
                  <a:lnTo>
                    <a:pt x="3026" y="2725"/>
                  </a:lnTo>
                  <a:lnTo>
                    <a:pt x="3018" y="2686"/>
                  </a:lnTo>
                  <a:lnTo>
                    <a:pt x="3012" y="2647"/>
                  </a:lnTo>
                  <a:lnTo>
                    <a:pt x="3008" y="2604"/>
                  </a:lnTo>
                  <a:lnTo>
                    <a:pt x="3007" y="2562"/>
                  </a:lnTo>
                  <a:lnTo>
                    <a:pt x="3008" y="2520"/>
                  </a:lnTo>
                  <a:lnTo>
                    <a:pt x="3012" y="2478"/>
                  </a:lnTo>
                  <a:lnTo>
                    <a:pt x="3018" y="2438"/>
                  </a:lnTo>
                  <a:lnTo>
                    <a:pt x="3026" y="2400"/>
                  </a:lnTo>
                  <a:lnTo>
                    <a:pt x="3036" y="2363"/>
                  </a:lnTo>
                  <a:lnTo>
                    <a:pt x="3048" y="2329"/>
                  </a:lnTo>
                  <a:lnTo>
                    <a:pt x="3062" y="2296"/>
                  </a:lnTo>
                  <a:lnTo>
                    <a:pt x="3077" y="2267"/>
                  </a:lnTo>
                  <a:lnTo>
                    <a:pt x="3095" y="2240"/>
                  </a:lnTo>
                  <a:lnTo>
                    <a:pt x="3113" y="2215"/>
                  </a:lnTo>
                  <a:lnTo>
                    <a:pt x="3133" y="2194"/>
                  </a:lnTo>
                  <a:lnTo>
                    <a:pt x="3154" y="2176"/>
                  </a:lnTo>
                  <a:lnTo>
                    <a:pt x="3176" y="2162"/>
                  </a:lnTo>
                  <a:lnTo>
                    <a:pt x="3198" y="2152"/>
                  </a:lnTo>
                  <a:lnTo>
                    <a:pt x="3222" y="2146"/>
                  </a:lnTo>
                  <a:lnTo>
                    <a:pt x="3246" y="214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6594" name="Freeform 48"/>
            <p:cNvSpPr>
              <a:spLocks/>
            </p:cNvSpPr>
            <p:nvPr/>
          </p:nvSpPr>
          <p:spPr bwMode="auto">
            <a:xfrm>
              <a:off x="1267" y="1588"/>
              <a:ext cx="87" cy="52"/>
            </a:xfrm>
            <a:custGeom>
              <a:avLst/>
              <a:gdLst>
                <a:gd name="T0" fmla="*/ 3 w 437"/>
                <a:gd name="T1" fmla="*/ 2 h 260"/>
                <a:gd name="T2" fmla="*/ 3 w 437"/>
                <a:gd name="T3" fmla="*/ 2 h 260"/>
                <a:gd name="T4" fmla="*/ 3 w 437"/>
                <a:gd name="T5" fmla="*/ 2 h 260"/>
                <a:gd name="T6" fmla="*/ 3 w 437"/>
                <a:gd name="T7" fmla="*/ 2 h 260"/>
                <a:gd name="T8" fmla="*/ 3 w 437"/>
                <a:gd name="T9" fmla="*/ 1 h 260"/>
                <a:gd name="T10" fmla="*/ 3 w 437"/>
                <a:gd name="T11" fmla="*/ 1 h 260"/>
                <a:gd name="T12" fmla="*/ 3 w 437"/>
                <a:gd name="T13" fmla="*/ 1 h 260"/>
                <a:gd name="T14" fmla="*/ 3 w 437"/>
                <a:gd name="T15" fmla="*/ 1 h 260"/>
                <a:gd name="T16" fmla="*/ 3 w 437"/>
                <a:gd name="T17" fmla="*/ 1 h 260"/>
                <a:gd name="T18" fmla="*/ 2 w 437"/>
                <a:gd name="T19" fmla="*/ 1 h 260"/>
                <a:gd name="T20" fmla="*/ 2 w 437"/>
                <a:gd name="T21" fmla="*/ 0 h 260"/>
                <a:gd name="T22" fmla="*/ 2 w 437"/>
                <a:gd name="T23" fmla="*/ 0 h 260"/>
                <a:gd name="T24" fmla="*/ 2 w 437"/>
                <a:gd name="T25" fmla="*/ 0 h 260"/>
                <a:gd name="T26" fmla="*/ 1 w 437"/>
                <a:gd name="T27" fmla="*/ 0 h 260"/>
                <a:gd name="T28" fmla="*/ 1 w 437"/>
                <a:gd name="T29" fmla="*/ 0 h 260"/>
                <a:gd name="T30" fmla="*/ 1 w 437"/>
                <a:gd name="T31" fmla="*/ 0 h 260"/>
                <a:gd name="T32" fmla="*/ 0 w 437"/>
                <a:gd name="T33" fmla="*/ 0 h 260"/>
                <a:gd name="T34" fmla="*/ 0 w 437"/>
                <a:gd name="T35" fmla="*/ 0 h 260"/>
                <a:gd name="T36" fmla="*/ 0 w 437"/>
                <a:gd name="T37" fmla="*/ 0 h 260"/>
                <a:gd name="T38" fmla="*/ 0 w 437"/>
                <a:gd name="T39" fmla="*/ 0 h 260"/>
                <a:gd name="T40" fmla="*/ 1 w 437"/>
                <a:gd name="T41" fmla="*/ 0 h 260"/>
                <a:gd name="T42" fmla="*/ 1 w 437"/>
                <a:gd name="T43" fmla="*/ 0 h 260"/>
                <a:gd name="T44" fmla="*/ 1 w 437"/>
                <a:gd name="T45" fmla="*/ 0 h 260"/>
                <a:gd name="T46" fmla="*/ 2 w 437"/>
                <a:gd name="T47" fmla="*/ 0 h 260"/>
                <a:gd name="T48" fmla="*/ 2 w 437"/>
                <a:gd name="T49" fmla="*/ 0 h 260"/>
                <a:gd name="T50" fmla="*/ 2 w 437"/>
                <a:gd name="T51" fmla="*/ 1 h 260"/>
                <a:gd name="T52" fmla="*/ 2 w 437"/>
                <a:gd name="T53" fmla="*/ 1 h 260"/>
                <a:gd name="T54" fmla="*/ 3 w 437"/>
                <a:gd name="T55" fmla="*/ 1 h 260"/>
                <a:gd name="T56" fmla="*/ 3 w 437"/>
                <a:gd name="T57" fmla="*/ 1 h 260"/>
                <a:gd name="T58" fmla="*/ 3 w 437"/>
                <a:gd name="T59" fmla="*/ 1 h 260"/>
                <a:gd name="T60" fmla="*/ 3 w 437"/>
                <a:gd name="T61" fmla="*/ 1 h 260"/>
                <a:gd name="T62" fmla="*/ 3 w 437"/>
                <a:gd name="T63" fmla="*/ 1 h 260"/>
                <a:gd name="T64" fmla="*/ 3 w 437"/>
                <a:gd name="T65" fmla="*/ 2 h 260"/>
                <a:gd name="T66" fmla="*/ 3 w 437"/>
                <a:gd name="T67" fmla="*/ 2 h 260"/>
                <a:gd name="T68" fmla="*/ 3 w 437"/>
                <a:gd name="T69" fmla="*/ 2 h 260"/>
                <a:gd name="T70" fmla="*/ 3 w 437"/>
                <a:gd name="T71" fmla="*/ 2 h 260"/>
                <a:gd name="T72" fmla="*/ 3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437" y="260"/>
                  </a:moveTo>
                  <a:lnTo>
                    <a:pt x="437" y="260"/>
                  </a:lnTo>
                  <a:lnTo>
                    <a:pt x="434" y="233"/>
                  </a:lnTo>
                  <a:lnTo>
                    <a:pt x="427" y="206"/>
                  </a:lnTo>
                  <a:lnTo>
                    <a:pt x="417" y="181"/>
                  </a:lnTo>
                  <a:lnTo>
                    <a:pt x="401" y="157"/>
                  </a:lnTo>
                  <a:lnTo>
                    <a:pt x="383" y="133"/>
                  </a:lnTo>
                  <a:lnTo>
                    <a:pt x="360" y="113"/>
                  </a:lnTo>
                  <a:lnTo>
                    <a:pt x="336" y="93"/>
                  </a:lnTo>
                  <a:lnTo>
                    <a:pt x="308" y="73"/>
                  </a:lnTo>
                  <a:lnTo>
                    <a:pt x="276" y="58"/>
                  </a:lnTo>
                  <a:lnTo>
                    <a:pt x="242" y="43"/>
                  </a:lnTo>
                  <a:lnTo>
                    <a:pt x="207" y="30"/>
                  </a:lnTo>
                  <a:lnTo>
                    <a:pt x="168" y="19"/>
                  </a:lnTo>
                  <a:lnTo>
                    <a:pt x="128" y="11"/>
                  </a:lnTo>
                  <a:lnTo>
                    <a:pt x="87" y="4"/>
                  </a:lnTo>
                  <a:lnTo>
                    <a:pt x="43" y="1"/>
                  </a:lnTo>
                  <a:lnTo>
                    <a:pt x="0" y="0"/>
                  </a:lnTo>
                  <a:lnTo>
                    <a:pt x="0" y="11"/>
                  </a:lnTo>
                  <a:lnTo>
                    <a:pt x="43" y="12"/>
                  </a:lnTo>
                  <a:lnTo>
                    <a:pt x="85" y="16"/>
                  </a:lnTo>
                  <a:lnTo>
                    <a:pt x="126" y="23"/>
                  </a:lnTo>
                  <a:lnTo>
                    <a:pt x="166" y="31"/>
                  </a:lnTo>
                  <a:lnTo>
                    <a:pt x="202" y="42"/>
                  </a:lnTo>
                  <a:lnTo>
                    <a:pt x="237" y="55"/>
                  </a:lnTo>
                  <a:lnTo>
                    <a:pt x="271" y="70"/>
                  </a:lnTo>
                  <a:lnTo>
                    <a:pt x="301" y="85"/>
                  </a:lnTo>
                  <a:lnTo>
                    <a:pt x="329" y="103"/>
                  </a:lnTo>
                  <a:lnTo>
                    <a:pt x="353" y="123"/>
                  </a:lnTo>
                  <a:lnTo>
                    <a:pt x="373" y="143"/>
                  </a:lnTo>
                  <a:lnTo>
                    <a:pt x="392" y="164"/>
                  </a:lnTo>
                  <a:lnTo>
                    <a:pt x="405" y="186"/>
                  </a:lnTo>
                  <a:lnTo>
                    <a:pt x="415" y="211"/>
                  </a:lnTo>
                  <a:lnTo>
                    <a:pt x="422" y="235"/>
                  </a:lnTo>
                  <a:lnTo>
                    <a:pt x="425" y="260"/>
                  </a:lnTo>
                  <a:lnTo>
                    <a:pt x="437"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6595" name="Freeform 49"/>
            <p:cNvSpPr>
              <a:spLocks/>
            </p:cNvSpPr>
            <p:nvPr/>
          </p:nvSpPr>
          <p:spPr bwMode="auto">
            <a:xfrm>
              <a:off x="1267" y="1640"/>
              <a:ext cx="87" cy="52"/>
            </a:xfrm>
            <a:custGeom>
              <a:avLst/>
              <a:gdLst>
                <a:gd name="T0" fmla="*/ 0 w 437"/>
                <a:gd name="T1" fmla="*/ 2 h 260"/>
                <a:gd name="T2" fmla="*/ 0 w 437"/>
                <a:gd name="T3" fmla="*/ 2 h 260"/>
                <a:gd name="T4" fmla="*/ 0 w 437"/>
                <a:gd name="T5" fmla="*/ 2 h 260"/>
                <a:gd name="T6" fmla="*/ 1 w 437"/>
                <a:gd name="T7" fmla="*/ 2 h 260"/>
                <a:gd name="T8" fmla="*/ 1 w 437"/>
                <a:gd name="T9" fmla="*/ 2 h 260"/>
                <a:gd name="T10" fmla="*/ 1 w 437"/>
                <a:gd name="T11" fmla="*/ 2 h 260"/>
                <a:gd name="T12" fmla="*/ 2 w 437"/>
                <a:gd name="T13" fmla="*/ 2 h 260"/>
                <a:gd name="T14" fmla="*/ 2 w 437"/>
                <a:gd name="T15" fmla="*/ 2 h 260"/>
                <a:gd name="T16" fmla="*/ 2 w 437"/>
                <a:gd name="T17" fmla="*/ 2 h 260"/>
                <a:gd name="T18" fmla="*/ 2 w 437"/>
                <a:gd name="T19" fmla="*/ 1 h 260"/>
                <a:gd name="T20" fmla="*/ 3 w 437"/>
                <a:gd name="T21" fmla="*/ 1 h 260"/>
                <a:gd name="T22" fmla="*/ 3 w 437"/>
                <a:gd name="T23" fmla="*/ 1 h 260"/>
                <a:gd name="T24" fmla="*/ 3 w 437"/>
                <a:gd name="T25" fmla="*/ 1 h 260"/>
                <a:gd name="T26" fmla="*/ 3 w 437"/>
                <a:gd name="T27" fmla="*/ 1 h 260"/>
                <a:gd name="T28" fmla="*/ 3 w 437"/>
                <a:gd name="T29" fmla="*/ 1 h 260"/>
                <a:gd name="T30" fmla="*/ 3 w 437"/>
                <a:gd name="T31" fmla="*/ 0 h 260"/>
                <a:gd name="T32" fmla="*/ 3 w 437"/>
                <a:gd name="T33" fmla="*/ 0 h 260"/>
                <a:gd name="T34" fmla="*/ 3 w 437"/>
                <a:gd name="T35" fmla="*/ 0 h 260"/>
                <a:gd name="T36" fmla="*/ 3 w 437"/>
                <a:gd name="T37" fmla="*/ 0 h 260"/>
                <a:gd name="T38" fmla="*/ 3 w 437"/>
                <a:gd name="T39" fmla="*/ 0 h 260"/>
                <a:gd name="T40" fmla="*/ 3 w 437"/>
                <a:gd name="T41" fmla="*/ 0 h 260"/>
                <a:gd name="T42" fmla="*/ 3 w 437"/>
                <a:gd name="T43" fmla="*/ 1 h 260"/>
                <a:gd name="T44" fmla="*/ 3 w 437"/>
                <a:gd name="T45" fmla="*/ 1 h 260"/>
                <a:gd name="T46" fmla="*/ 3 w 437"/>
                <a:gd name="T47" fmla="*/ 1 h 260"/>
                <a:gd name="T48" fmla="*/ 3 w 437"/>
                <a:gd name="T49" fmla="*/ 1 h 260"/>
                <a:gd name="T50" fmla="*/ 3 w 437"/>
                <a:gd name="T51" fmla="*/ 1 h 260"/>
                <a:gd name="T52" fmla="*/ 2 w 437"/>
                <a:gd name="T53" fmla="*/ 1 h 260"/>
                <a:gd name="T54" fmla="*/ 2 w 437"/>
                <a:gd name="T55" fmla="*/ 2 h 260"/>
                <a:gd name="T56" fmla="*/ 2 w 437"/>
                <a:gd name="T57" fmla="*/ 2 h 260"/>
                <a:gd name="T58" fmla="*/ 2 w 437"/>
                <a:gd name="T59" fmla="*/ 2 h 260"/>
                <a:gd name="T60" fmla="*/ 1 w 437"/>
                <a:gd name="T61" fmla="*/ 2 h 260"/>
                <a:gd name="T62" fmla="*/ 1 w 437"/>
                <a:gd name="T63" fmla="*/ 2 h 260"/>
                <a:gd name="T64" fmla="*/ 1 w 437"/>
                <a:gd name="T65" fmla="*/ 2 h 260"/>
                <a:gd name="T66" fmla="*/ 0 w 437"/>
                <a:gd name="T67" fmla="*/ 2 h 260"/>
                <a:gd name="T68" fmla="*/ 0 w 437"/>
                <a:gd name="T69" fmla="*/ 2 h 260"/>
                <a:gd name="T70" fmla="*/ 0 w 437"/>
                <a:gd name="T71" fmla="*/ 2 h 260"/>
                <a:gd name="T72" fmla="*/ 0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0" y="260"/>
                  </a:moveTo>
                  <a:lnTo>
                    <a:pt x="0" y="260"/>
                  </a:lnTo>
                  <a:lnTo>
                    <a:pt x="43" y="259"/>
                  </a:lnTo>
                  <a:lnTo>
                    <a:pt x="87" y="255"/>
                  </a:lnTo>
                  <a:lnTo>
                    <a:pt x="128" y="248"/>
                  </a:lnTo>
                  <a:lnTo>
                    <a:pt x="168" y="240"/>
                  </a:lnTo>
                  <a:lnTo>
                    <a:pt x="207" y="230"/>
                  </a:lnTo>
                  <a:lnTo>
                    <a:pt x="242" y="217"/>
                  </a:lnTo>
                  <a:lnTo>
                    <a:pt x="276" y="202"/>
                  </a:lnTo>
                  <a:lnTo>
                    <a:pt x="308" y="185"/>
                  </a:lnTo>
                  <a:lnTo>
                    <a:pt x="336" y="166"/>
                  </a:lnTo>
                  <a:lnTo>
                    <a:pt x="360" y="146"/>
                  </a:lnTo>
                  <a:lnTo>
                    <a:pt x="383" y="125"/>
                  </a:lnTo>
                  <a:lnTo>
                    <a:pt x="401" y="102"/>
                  </a:lnTo>
                  <a:lnTo>
                    <a:pt x="417" y="77"/>
                  </a:lnTo>
                  <a:lnTo>
                    <a:pt x="427" y="53"/>
                  </a:lnTo>
                  <a:lnTo>
                    <a:pt x="434" y="27"/>
                  </a:lnTo>
                  <a:lnTo>
                    <a:pt x="437" y="0"/>
                  </a:lnTo>
                  <a:lnTo>
                    <a:pt x="425" y="0"/>
                  </a:lnTo>
                  <a:lnTo>
                    <a:pt x="422" y="24"/>
                  </a:lnTo>
                  <a:lnTo>
                    <a:pt x="415" y="48"/>
                  </a:lnTo>
                  <a:lnTo>
                    <a:pt x="405" y="73"/>
                  </a:lnTo>
                  <a:lnTo>
                    <a:pt x="392" y="95"/>
                  </a:lnTo>
                  <a:lnTo>
                    <a:pt x="373" y="116"/>
                  </a:lnTo>
                  <a:lnTo>
                    <a:pt x="353" y="137"/>
                  </a:lnTo>
                  <a:lnTo>
                    <a:pt x="329" y="157"/>
                  </a:lnTo>
                  <a:lnTo>
                    <a:pt x="301" y="173"/>
                  </a:lnTo>
                  <a:lnTo>
                    <a:pt x="271" y="190"/>
                  </a:lnTo>
                  <a:lnTo>
                    <a:pt x="237" y="205"/>
                  </a:lnTo>
                  <a:lnTo>
                    <a:pt x="202" y="218"/>
                  </a:lnTo>
                  <a:lnTo>
                    <a:pt x="166" y="228"/>
                  </a:lnTo>
                  <a:lnTo>
                    <a:pt x="126" y="237"/>
                  </a:lnTo>
                  <a:lnTo>
                    <a:pt x="85" y="244"/>
                  </a:lnTo>
                  <a:lnTo>
                    <a:pt x="43" y="247"/>
                  </a:lnTo>
                  <a:lnTo>
                    <a:pt x="0" y="248"/>
                  </a:lnTo>
                  <a:lnTo>
                    <a:pt x="0"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6596" name="Freeform 50"/>
            <p:cNvSpPr>
              <a:spLocks/>
            </p:cNvSpPr>
            <p:nvPr/>
          </p:nvSpPr>
          <p:spPr bwMode="auto">
            <a:xfrm>
              <a:off x="1179" y="1640"/>
              <a:ext cx="88" cy="52"/>
            </a:xfrm>
            <a:custGeom>
              <a:avLst/>
              <a:gdLst>
                <a:gd name="T0" fmla="*/ 0 w 439"/>
                <a:gd name="T1" fmla="*/ 0 h 260"/>
                <a:gd name="T2" fmla="*/ 0 w 439"/>
                <a:gd name="T3" fmla="*/ 0 h 260"/>
                <a:gd name="T4" fmla="*/ 0 w 439"/>
                <a:gd name="T5" fmla="*/ 0 h 260"/>
                <a:gd name="T6" fmla="*/ 0 w 439"/>
                <a:gd name="T7" fmla="*/ 0 h 260"/>
                <a:gd name="T8" fmla="*/ 0 w 439"/>
                <a:gd name="T9" fmla="*/ 1 h 260"/>
                <a:gd name="T10" fmla="*/ 0 w 439"/>
                <a:gd name="T11" fmla="*/ 1 h 260"/>
                <a:gd name="T12" fmla="*/ 0 w 439"/>
                <a:gd name="T13" fmla="*/ 1 h 260"/>
                <a:gd name="T14" fmla="*/ 1 w 439"/>
                <a:gd name="T15" fmla="*/ 1 h 260"/>
                <a:gd name="T16" fmla="*/ 1 w 439"/>
                <a:gd name="T17" fmla="*/ 1 h 260"/>
                <a:gd name="T18" fmla="*/ 1 w 439"/>
                <a:gd name="T19" fmla="*/ 1 h 260"/>
                <a:gd name="T20" fmla="*/ 1 w 439"/>
                <a:gd name="T21" fmla="*/ 2 h 260"/>
                <a:gd name="T22" fmla="*/ 2 w 439"/>
                <a:gd name="T23" fmla="*/ 2 h 260"/>
                <a:gd name="T24" fmla="*/ 2 w 439"/>
                <a:gd name="T25" fmla="*/ 2 h 260"/>
                <a:gd name="T26" fmla="*/ 2 w 439"/>
                <a:gd name="T27" fmla="*/ 2 h 260"/>
                <a:gd name="T28" fmla="*/ 2 w 439"/>
                <a:gd name="T29" fmla="*/ 2 h 260"/>
                <a:gd name="T30" fmla="*/ 3 w 439"/>
                <a:gd name="T31" fmla="*/ 2 h 260"/>
                <a:gd name="T32" fmla="*/ 3 w 439"/>
                <a:gd name="T33" fmla="*/ 2 h 260"/>
                <a:gd name="T34" fmla="*/ 4 w 439"/>
                <a:gd name="T35" fmla="*/ 2 h 260"/>
                <a:gd name="T36" fmla="*/ 4 w 439"/>
                <a:gd name="T37" fmla="*/ 2 h 260"/>
                <a:gd name="T38" fmla="*/ 3 w 439"/>
                <a:gd name="T39" fmla="*/ 2 h 260"/>
                <a:gd name="T40" fmla="*/ 3 w 439"/>
                <a:gd name="T41" fmla="*/ 2 h 260"/>
                <a:gd name="T42" fmla="*/ 3 w 439"/>
                <a:gd name="T43" fmla="*/ 2 h 260"/>
                <a:gd name="T44" fmla="*/ 2 w 439"/>
                <a:gd name="T45" fmla="*/ 2 h 260"/>
                <a:gd name="T46" fmla="*/ 2 w 439"/>
                <a:gd name="T47" fmla="*/ 2 h 260"/>
                <a:gd name="T48" fmla="*/ 2 w 439"/>
                <a:gd name="T49" fmla="*/ 2 h 260"/>
                <a:gd name="T50" fmla="*/ 1 w 439"/>
                <a:gd name="T51" fmla="*/ 2 h 260"/>
                <a:gd name="T52" fmla="*/ 1 w 439"/>
                <a:gd name="T53" fmla="*/ 1 h 260"/>
                <a:gd name="T54" fmla="*/ 1 w 439"/>
                <a:gd name="T55" fmla="*/ 1 h 260"/>
                <a:gd name="T56" fmla="*/ 1 w 439"/>
                <a:gd name="T57" fmla="*/ 1 h 260"/>
                <a:gd name="T58" fmla="*/ 1 w 439"/>
                <a:gd name="T59" fmla="*/ 1 h 260"/>
                <a:gd name="T60" fmla="*/ 0 w 439"/>
                <a:gd name="T61" fmla="*/ 1 h 260"/>
                <a:gd name="T62" fmla="*/ 0 w 439"/>
                <a:gd name="T63" fmla="*/ 1 h 260"/>
                <a:gd name="T64" fmla="*/ 0 w 439"/>
                <a:gd name="T65" fmla="*/ 0 h 260"/>
                <a:gd name="T66" fmla="*/ 0 w 439"/>
                <a:gd name="T67" fmla="*/ 0 h 260"/>
                <a:gd name="T68" fmla="*/ 0 w 439"/>
                <a:gd name="T69" fmla="*/ 0 h 260"/>
                <a:gd name="T70" fmla="*/ 0 w 439"/>
                <a:gd name="T71" fmla="*/ 0 h 260"/>
                <a:gd name="T72" fmla="*/ 0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0" y="0"/>
                  </a:moveTo>
                  <a:lnTo>
                    <a:pt x="0" y="0"/>
                  </a:lnTo>
                  <a:lnTo>
                    <a:pt x="3" y="27"/>
                  </a:lnTo>
                  <a:lnTo>
                    <a:pt x="10" y="53"/>
                  </a:lnTo>
                  <a:lnTo>
                    <a:pt x="20" y="77"/>
                  </a:lnTo>
                  <a:lnTo>
                    <a:pt x="35" y="102"/>
                  </a:lnTo>
                  <a:lnTo>
                    <a:pt x="54" y="125"/>
                  </a:lnTo>
                  <a:lnTo>
                    <a:pt x="76" y="146"/>
                  </a:lnTo>
                  <a:lnTo>
                    <a:pt x="102" y="166"/>
                  </a:lnTo>
                  <a:lnTo>
                    <a:pt x="130" y="185"/>
                  </a:lnTo>
                  <a:lnTo>
                    <a:pt x="162" y="202"/>
                  </a:lnTo>
                  <a:lnTo>
                    <a:pt x="195" y="217"/>
                  </a:lnTo>
                  <a:lnTo>
                    <a:pt x="231" y="230"/>
                  </a:lnTo>
                  <a:lnTo>
                    <a:pt x="270" y="240"/>
                  </a:lnTo>
                  <a:lnTo>
                    <a:pt x="310" y="248"/>
                  </a:lnTo>
                  <a:lnTo>
                    <a:pt x="351" y="255"/>
                  </a:lnTo>
                  <a:lnTo>
                    <a:pt x="395" y="259"/>
                  </a:lnTo>
                  <a:lnTo>
                    <a:pt x="439" y="260"/>
                  </a:lnTo>
                  <a:lnTo>
                    <a:pt x="439" y="248"/>
                  </a:lnTo>
                  <a:lnTo>
                    <a:pt x="395" y="247"/>
                  </a:lnTo>
                  <a:lnTo>
                    <a:pt x="353" y="244"/>
                  </a:lnTo>
                  <a:lnTo>
                    <a:pt x="312" y="237"/>
                  </a:lnTo>
                  <a:lnTo>
                    <a:pt x="272" y="228"/>
                  </a:lnTo>
                  <a:lnTo>
                    <a:pt x="236" y="218"/>
                  </a:lnTo>
                  <a:lnTo>
                    <a:pt x="200" y="205"/>
                  </a:lnTo>
                  <a:lnTo>
                    <a:pt x="167" y="190"/>
                  </a:lnTo>
                  <a:lnTo>
                    <a:pt x="137" y="173"/>
                  </a:lnTo>
                  <a:lnTo>
                    <a:pt x="109" y="157"/>
                  </a:lnTo>
                  <a:lnTo>
                    <a:pt x="84" y="137"/>
                  </a:lnTo>
                  <a:lnTo>
                    <a:pt x="64" y="116"/>
                  </a:lnTo>
                  <a:lnTo>
                    <a:pt x="45" y="95"/>
                  </a:lnTo>
                  <a:lnTo>
                    <a:pt x="32" y="73"/>
                  </a:lnTo>
                  <a:lnTo>
                    <a:pt x="21" y="48"/>
                  </a:lnTo>
                  <a:lnTo>
                    <a:pt x="14" y="24"/>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6597" name="Freeform 51"/>
            <p:cNvSpPr>
              <a:spLocks/>
            </p:cNvSpPr>
            <p:nvPr/>
          </p:nvSpPr>
          <p:spPr bwMode="auto">
            <a:xfrm>
              <a:off x="1179" y="1588"/>
              <a:ext cx="88" cy="52"/>
            </a:xfrm>
            <a:custGeom>
              <a:avLst/>
              <a:gdLst>
                <a:gd name="T0" fmla="*/ 4 w 439"/>
                <a:gd name="T1" fmla="*/ 0 h 260"/>
                <a:gd name="T2" fmla="*/ 4 w 439"/>
                <a:gd name="T3" fmla="*/ 0 h 260"/>
                <a:gd name="T4" fmla="*/ 3 w 439"/>
                <a:gd name="T5" fmla="*/ 0 h 260"/>
                <a:gd name="T6" fmla="*/ 3 w 439"/>
                <a:gd name="T7" fmla="*/ 0 h 260"/>
                <a:gd name="T8" fmla="*/ 2 w 439"/>
                <a:gd name="T9" fmla="*/ 0 h 260"/>
                <a:gd name="T10" fmla="*/ 2 w 439"/>
                <a:gd name="T11" fmla="*/ 0 h 260"/>
                <a:gd name="T12" fmla="*/ 2 w 439"/>
                <a:gd name="T13" fmla="*/ 0 h 260"/>
                <a:gd name="T14" fmla="*/ 2 w 439"/>
                <a:gd name="T15" fmla="*/ 0 h 260"/>
                <a:gd name="T16" fmla="*/ 1 w 439"/>
                <a:gd name="T17" fmla="*/ 0 h 260"/>
                <a:gd name="T18" fmla="*/ 1 w 439"/>
                <a:gd name="T19" fmla="*/ 1 h 260"/>
                <a:gd name="T20" fmla="*/ 1 w 439"/>
                <a:gd name="T21" fmla="*/ 1 h 260"/>
                <a:gd name="T22" fmla="*/ 1 w 439"/>
                <a:gd name="T23" fmla="*/ 1 h 260"/>
                <a:gd name="T24" fmla="*/ 0 w 439"/>
                <a:gd name="T25" fmla="*/ 1 h 260"/>
                <a:gd name="T26" fmla="*/ 0 w 439"/>
                <a:gd name="T27" fmla="*/ 1 h 260"/>
                <a:gd name="T28" fmla="*/ 0 w 439"/>
                <a:gd name="T29" fmla="*/ 1 h 260"/>
                <a:gd name="T30" fmla="*/ 0 w 439"/>
                <a:gd name="T31" fmla="*/ 2 h 260"/>
                <a:gd name="T32" fmla="*/ 0 w 439"/>
                <a:gd name="T33" fmla="*/ 2 h 260"/>
                <a:gd name="T34" fmla="*/ 0 w 439"/>
                <a:gd name="T35" fmla="*/ 2 h 260"/>
                <a:gd name="T36" fmla="*/ 0 w 439"/>
                <a:gd name="T37" fmla="*/ 2 h 260"/>
                <a:gd name="T38" fmla="*/ 0 w 439"/>
                <a:gd name="T39" fmla="*/ 2 h 260"/>
                <a:gd name="T40" fmla="*/ 0 w 439"/>
                <a:gd name="T41" fmla="*/ 2 h 260"/>
                <a:gd name="T42" fmla="*/ 0 w 439"/>
                <a:gd name="T43" fmla="*/ 1 h 260"/>
                <a:gd name="T44" fmla="*/ 0 w 439"/>
                <a:gd name="T45" fmla="*/ 1 h 260"/>
                <a:gd name="T46" fmla="*/ 1 w 439"/>
                <a:gd name="T47" fmla="*/ 1 h 260"/>
                <a:gd name="T48" fmla="*/ 1 w 439"/>
                <a:gd name="T49" fmla="*/ 1 h 260"/>
                <a:gd name="T50" fmla="*/ 1 w 439"/>
                <a:gd name="T51" fmla="*/ 1 h 260"/>
                <a:gd name="T52" fmla="*/ 1 w 439"/>
                <a:gd name="T53" fmla="*/ 1 h 260"/>
                <a:gd name="T54" fmla="*/ 1 w 439"/>
                <a:gd name="T55" fmla="*/ 1 h 260"/>
                <a:gd name="T56" fmla="*/ 2 w 439"/>
                <a:gd name="T57" fmla="*/ 0 h 260"/>
                <a:gd name="T58" fmla="*/ 2 w 439"/>
                <a:gd name="T59" fmla="*/ 0 h 260"/>
                <a:gd name="T60" fmla="*/ 2 w 439"/>
                <a:gd name="T61" fmla="*/ 0 h 260"/>
                <a:gd name="T62" fmla="*/ 3 w 439"/>
                <a:gd name="T63" fmla="*/ 0 h 260"/>
                <a:gd name="T64" fmla="*/ 3 w 439"/>
                <a:gd name="T65" fmla="*/ 0 h 260"/>
                <a:gd name="T66" fmla="*/ 3 w 439"/>
                <a:gd name="T67" fmla="*/ 0 h 260"/>
                <a:gd name="T68" fmla="*/ 4 w 439"/>
                <a:gd name="T69" fmla="*/ 0 h 260"/>
                <a:gd name="T70" fmla="*/ 4 w 439"/>
                <a:gd name="T71" fmla="*/ 0 h 260"/>
                <a:gd name="T72" fmla="*/ 4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439" y="0"/>
                  </a:moveTo>
                  <a:lnTo>
                    <a:pt x="439" y="0"/>
                  </a:lnTo>
                  <a:lnTo>
                    <a:pt x="395" y="1"/>
                  </a:lnTo>
                  <a:lnTo>
                    <a:pt x="351" y="4"/>
                  </a:lnTo>
                  <a:lnTo>
                    <a:pt x="310" y="11"/>
                  </a:lnTo>
                  <a:lnTo>
                    <a:pt x="270" y="19"/>
                  </a:lnTo>
                  <a:lnTo>
                    <a:pt x="231" y="30"/>
                  </a:lnTo>
                  <a:lnTo>
                    <a:pt x="195" y="43"/>
                  </a:lnTo>
                  <a:lnTo>
                    <a:pt x="162" y="58"/>
                  </a:lnTo>
                  <a:lnTo>
                    <a:pt x="130" y="73"/>
                  </a:lnTo>
                  <a:lnTo>
                    <a:pt x="102" y="93"/>
                  </a:lnTo>
                  <a:lnTo>
                    <a:pt x="76" y="113"/>
                  </a:lnTo>
                  <a:lnTo>
                    <a:pt x="54" y="133"/>
                  </a:lnTo>
                  <a:lnTo>
                    <a:pt x="35" y="157"/>
                  </a:lnTo>
                  <a:lnTo>
                    <a:pt x="20" y="181"/>
                  </a:lnTo>
                  <a:lnTo>
                    <a:pt x="10" y="206"/>
                  </a:lnTo>
                  <a:lnTo>
                    <a:pt x="3" y="233"/>
                  </a:lnTo>
                  <a:lnTo>
                    <a:pt x="0" y="260"/>
                  </a:lnTo>
                  <a:lnTo>
                    <a:pt x="12" y="260"/>
                  </a:lnTo>
                  <a:lnTo>
                    <a:pt x="14" y="235"/>
                  </a:lnTo>
                  <a:lnTo>
                    <a:pt x="21" y="211"/>
                  </a:lnTo>
                  <a:lnTo>
                    <a:pt x="32" y="186"/>
                  </a:lnTo>
                  <a:lnTo>
                    <a:pt x="45" y="164"/>
                  </a:lnTo>
                  <a:lnTo>
                    <a:pt x="64" y="143"/>
                  </a:lnTo>
                  <a:lnTo>
                    <a:pt x="84" y="123"/>
                  </a:lnTo>
                  <a:lnTo>
                    <a:pt x="109" y="103"/>
                  </a:lnTo>
                  <a:lnTo>
                    <a:pt x="137" y="85"/>
                  </a:lnTo>
                  <a:lnTo>
                    <a:pt x="167" y="70"/>
                  </a:lnTo>
                  <a:lnTo>
                    <a:pt x="200" y="55"/>
                  </a:lnTo>
                  <a:lnTo>
                    <a:pt x="236" y="42"/>
                  </a:lnTo>
                  <a:lnTo>
                    <a:pt x="272" y="31"/>
                  </a:lnTo>
                  <a:lnTo>
                    <a:pt x="312" y="23"/>
                  </a:lnTo>
                  <a:lnTo>
                    <a:pt x="353" y="16"/>
                  </a:lnTo>
                  <a:lnTo>
                    <a:pt x="395" y="12"/>
                  </a:lnTo>
                  <a:lnTo>
                    <a:pt x="439" y="11"/>
                  </a:lnTo>
                  <a:lnTo>
                    <a:pt x="439"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6598" name="Freeform 52"/>
            <p:cNvSpPr>
              <a:spLocks/>
            </p:cNvSpPr>
            <p:nvPr/>
          </p:nvSpPr>
          <p:spPr bwMode="auto">
            <a:xfrm>
              <a:off x="964" y="1745"/>
              <a:ext cx="48" cy="85"/>
            </a:xfrm>
            <a:custGeom>
              <a:avLst/>
              <a:gdLst>
                <a:gd name="T0" fmla="*/ 2 w 244"/>
                <a:gd name="T1" fmla="*/ 3 h 426"/>
                <a:gd name="T2" fmla="*/ 2 w 244"/>
                <a:gd name="T3" fmla="*/ 3 h 426"/>
                <a:gd name="T4" fmla="*/ 2 w 244"/>
                <a:gd name="T5" fmla="*/ 3 h 426"/>
                <a:gd name="T6" fmla="*/ 2 w 244"/>
                <a:gd name="T7" fmla="*/ 3 h 426"/>
                <a:gd name="T8" fmla="*/ 2 w 244"/>
                <a:gd name="T9" fmla="*/ 2 h 426"/>
                <a:gd name="T10" fmla="*/ 2 w 244"/>
                <a:gd name="T11" fmla="*/ 2 h 426"/>
                <a:gd name="T12" fmla="*/ 2 w 244"/>
                <a:gd name="T13" fmla="*/ 2 h 426"/>
                <a:gd name="T14" fmla="*/ 2 w 244"/>
                <a:gd name="T15" fmla="*/ 2 h 426"/>
                <a:gd name="T16" fmla="*/ 1 w 244"/>
                <a:gd name="T17" fmla="*/ 1 h 426"/>
                <a:gd name="T18" fmla="*/ 1 w 244"/>
                <a:gd name="T19" fmla="*/ 1 h 426"/>
                <a:gd name="T20" fmla="*/ 1 w 244"/>
                <a:gd name="T21" fmla="*/ 1 h 426"/>
                <a:gd name="T22" fmla="*/ 1 w 244"/>
                <a:gd name="T23" fmla="*/ 1 h 426"/>
                <a:gd name="T24" fmla="*/ 1 w 244"/>
                <a:gd name="T25" fmla="*/ 0 h 426"/>
                <a:gd name="T26" fmla="*/ 1 w 244"/>
                <a:gd name="T27" fmla="*/ 0 h 426"/>
                <a:gd name="T28" fmla="*/ 1 w 244"/>
                <a:gd name="T29" fmla="*/ 0 h 426"/>
                <a:gd name="T30" fmla="*/ 0 w 244"/>
                <a:gd name="T31" fmla="*/ 0 h 426"/>
                <a:gd name="T32" fmla="*/ 0 w 244"/>
                <a:gd name="T33" fmla="*/ 0 h 426"/>
                <a:gd name="T34" fmla="*/ 0 w 244"/>
                <a:gd name="T35" fmla="*/ 0 h 426"/>
                <a:gd name="T36" fmla="*/ 0 w 244"/>
                <a:gd name="T37" fmla="*/ 0 h 426"/>
                <a:gd name="T38" fmla="*/ 0 w 244"/>
                <a:gd name="T39" fmla="*/ 0 h 426"/>
                <a:gd name="T40" fmla="*/ 0 w 244"/>
                <a:gd name="T41" fmla="*/ 0 h 426"/>
                <a:gd name="T42" fmla="*/ 1 w 244"/>
                <a:gd name="T43" fmla="*/ 0 h 426"/>
                <a:gd name="T44" fmla="*/ 1 w 244"/>
                <a:gd name="T45" fmla="*/ 0 h 426"/>
                <a:gd name="T46" fmla="*/ 1 w 244"/>
                <a:gd name="T47" fmla="*/ 0 h 426"/>
                <a:gd name="T48" fmla="*/ 1 w 244"/>
                <a:gd name="T49" fmla="*/ 1 h 426"/>
                <a:gd name="T50" fmla="*/ 1 w 244"/>
                <a:gd name="T51" fmla="*/ 1 h 426"/>
                <a:gd name="T52" fmla="*/ 1 w 244"/>
                <a:gd name="T53" fmla="*/ 1 h 426"/>
                <a:gd name="T54" fmla="*/ 1 w 244"/>
                <a:gd name="T55" fmla="*/ 1 h 426"/>
                <a:gd name="T56" fmla="*/ 1 w 244"/>
                <a:gd name="T57" fmla="*/ 2 h 426"/>
                <a:gd name="T58" fmla="*/ 2 w 244"/>
                <a:gd name="T59" fmla="*/ 2 h 426"/>
                <a:gd name="T60" fmla="*/ 2 w 244"/>
                <a:gd name="T61" fmla="*/ 2 h 426"/>
                <a:gd name="T62" fmla="*/ 2 w 244"/>
                <a:gd name="T63" fmla="*/ 2 h 426"/>
                <a:gd name="T64" fmla="*/ 2 w 244"/>
                <a:gd name="T65" fmla="*/ 3 h 426"/>
                <a:gd name="T66" fmla="*/ 2 w 244"/>
                <a:gd name="T67" fmla="*/ 3 h 426"/>
                <a:gd name="T68" fmla="*/ 2 w 244"/>
                <a:gd name="T69" fmla="*/ 3 h 426"/>
                <a:gd name="T70" fmla="*/ 2 w 244"/>
                <a:gd name="T71" fmla="*/ 3 h 426"/>
                <a:gd name="T72" fmla="*/ 2 w 244"/>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6"/>
                <a:gd name="T113" fmla="*/ 244 w 244"/>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6">
                  <a:moveTo>
                    <a:pt x="244" y="426"/>
                  </a:moveTo>
                  <a:lnTo>
                    <a:pt x="244" y="426"/>
                  </a:lnTo>
                  <a:lnTo>
                    <a:pt x="243" y="383"/>
                  </a:lnTo>
                  <a:lnTo>
                    <a:pt x="240" y="340"/>
                  </a:lnTo>
                  <a:lnTo>
                    <a:pt x="234" y="300"/>
                  </a:lnTo>
                  <a:lnTo>
                    <a:pt x="226" y="262"/>
                  </a:lnTo>
                  <a:lnTo>
                    <a:pt x="215" y="224"/>
                  </a:lnTo>
                  <a:lnTo>
                    <a:pt x="203" y="189"/>
                  </a:lnTo>
                  <a:lnTo>
                    <a:pt x="189" y="157"/>
                  </a:lnTo>
                  <a:lnTo>
                    <a:pt x="174" y="126"/>
                  </a:lnTo>
                  <a:lnTo>
                    <a:pt x="155" y="99"/>
                  </a:lnTo>
                  <a:lnTo>
                    <a:pt x="138" y="74"/>
                  </a:lnTo>
                  <a:lnTo>
                    <a:pt x="118" y="52"/>
                  </a:lnTo>
                  <a:lnTo>
                    <a:pt x="96" y="34"/>
                  </a:lnTo>
                  <a:lnTo>
                    <a:pt x="73" y="19"/>
                  </a:lnTo>
                  <a:lnTo>
                    <a:pt x="50" y="8"/>
                  </a:lnTo>
                  <a:lnTo>
                    <a:pt x="25" y="2"/>
                  </a:lnTo>
                  <a:lnTo>
                    <a:pt x="0" y="0"/>
                  </a:lnTo>
                  <a:lnTo>
                    <a:pt x="0" y="12"/>
                  </a:lnTo>
                  <a:lnTo>
                    <a:pt x="23" y="14"/>
                  </a:lnTo>
                  <a:lnTo>
                    <a:pt x="45" y="20"/>
                  </a:lnTo>
                  <a:lnTo>
                    <a:pt x="66" y="31"/>
                  </a:lnTo>
                  <a:lnTo>
                    <a:pt x="89" y="43"/>
                  </a:lnTo>
                  <a:lnTo>
                    <a:pt x="109" y="61"/>
                  </a:lnTo>
                  <a:lnTo>
                    <a:pt x="129" y="81"/>
                  </a:lnTo>
                  <a:lnTo>
                    <a:pt x="146" y="106"/>
                  </a:lnTo>
                  <a:lnTo>
                    <a:pt x="162" y="133"/>
                  </a:lnTo>
                  <a:lnTo>
                    <a:pt x="178" y="162"/>
                  </a:lnTo>
                  <a:lnTo>
                    <a:pt x="192" y="194"/>
                  </a:lnTo>
                  <a:lnTo>
                    <a:pt x="203" y="229"/>
                  </a:lnTo>
                  <a:lnTo>
                    <a:pt x="214" y="264"/>
                  </a:lnTo>
                  <a:lnTo>
                    <a:pt x="222" y="303"/>
                  </a:lnTo>
                  <a:lnTo>
                    <a:pt x="228" y="342"/>
                  </a:lnTo>
                  <a:lnTo>
                    <a:pt x="232" y="383"/>
                  </a:lnTo>
                  <a:lnTo>
                    <a:pt x="233" y="426"/>
                  </a:lnTo>
                  <a:lnTo>
                    <a:pt x="244"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6599" name="Freeform 53"/>
            <p:cNvSpPr>
              <a:spLocks/>
            </p:cNvSpPr>
            <p:nvPr/>
          </p:nvSpPr>
          <p:spPr bwMode="auto">
            <a:xfrm>
              <a:off x="964" y="1830"/>
              <a:ext cx="48" cy="85"/>
            </a:xfrm>
            <a:custGeom>
              <a:avLst/>
              <a:gdLst>
                <a:gd name="T0" fmla="*/ 0 w 244"/>
                <a:gd name="T1" fmla="*/ 3 h 424"/>
                <a:gd name="T2" fmla="*/ 0 w 244"/>
                <a:gd name="T3" fmla="*/ 3 h 424"/>
                <a:gd name="T4" fmla="*/ 0 w 244"/>
                <a:gd name="T5" fmla="*/ 3 h 424"/>
                <a:gd name="T6" fmla="*/ 0 w 244"/>
                <a:gd name="T7" fmla="*/ 3 h 424"/>
                <a:gd name="T8" fmla="*/ 1 w 244"/>
                <a:gd name="T9" fmla="*/ 3 h 424"/>
                <a:gd name="T10" fmla="*/ 1 w 244"/>
                <a:gd name="T11" fmla="*/ 3 h 424"/>
                <a:gd name="T12" fmla="*/ 1 w 244"/>
                <a:gd name="T13" fmla="*/ 3 h 424"/>
                <a:gd name="T14" fmla="*/ 1 w 244"/>
                <a:gd name="T15" fmla="*/ 3 h 424"/>
                <a:gd name="T16" fmla="*/ 1 w 244"/>
                <a:gd name="T17" fmla="*/ 3 h 424"/>
                <a:gd name="T18" fmla="*/ 1 w 244"/>
                <a:gd name="T19" fmla="*/ 2 h 424"/>
                <a:gd name="T20" fmla="*/ 1 w 244"/>
                <a:gd name="T21" fmla="*/ 2 h 424"/>
                <a:gd name="T22" fmla="*/ 2 w 244"/>
                <a:gd name="T23" fmla="*/ 2 h 424"/>
                <a:gd name="T24" fmla="*/ 2 w 244"/>
                <a:gd name="T25" fmla="*/ 2 h 424"/>
                <a:gd name="T26" fmla="*/ 2 w 244"/>
                <a:gd name="T27" fmla="*/ 1 h 424"/>
                <a:gd name="T28" fmla="*/ 2 w 244"/>
                <a:gd name="T29" fmla="*/ 1 h 424"/>
                <a:gd name="T30" fmla="*/ 2 w 244"/>
                <a:gd name="T31" fmla="*/ 1 h 424"/>
                <a:gd name="T32" fmla="*/ 2 w 244"/>
                <a:gd name="T33" fmla="*/ 0 h 424"/>
                <a:gd name="T34" fmla="*/ 2 w 244"/>
                <a:gd name="T35" fmla="*/ 0 h 424"/>
                <a:gd name="T36" fmla="*/ 2 w 244"/>
                <a:gd name="T37" fmla="*/ 0 h 424"/>
                <a:gd name="T38" fmla="*/ 2 w 244"/>
                <a:gd name="T39" fmla="*/ 0 h 424"/>
                <a:gd name="T40" fmla="*/ 2 w 244"/>
                <a:gd name="T41" fmla="*/ 1 h 424"/>
                <a:gd name="T42" fmla="*/ 2 w 244"/>
                <a:gd name="T43" fmla="*/ 1 h 424"/>
                <a:gd name="T44" fmla="*/ 2 w 244"/>
                <a:gd name="T45" fmla="*/ 1 h 424"/>
                <a:gd name="T46" fmla="*/ 2 w 244"/>
                <a:gd name="T47" fmla="*/ 2 h 424"/>
                <a:gd name="T48" fmla="*/ 1 w 244"/>
                <a:gd name="T49" fmla="*/ 2 h 424"/>
                <a:gd name="T50" fmla="*/ 1 w 244"/>
                <a:gd name="T51" fmla="*/ 2 h 424"/>
                <a:gd name="T52" fmla="*/ 1 w 244"/>
                <a:gd name="T53" fmla="*/ 2 h 424"/>
                <a:gd name="T54" fmla="*/ 1 w 244"/>
                <a:gd name="T55" fmla="*/ 3 h 424"/>
                <a:gd name="T56" fmla="*/ 1 w 244"/>
                <a:gd name="T57" fmla="*/ 3 h 424"/>
                <a:gd name="T58" fmla="*/ 1 w 244"/>
                <a:gd name="T59" fmla="*/ 3 h 424"/>
                <a:gd name="T60" fmla="*/ 1 w 244"/>
                <a:gd name="T61" fmla="*/ 3 h 424"/>
                <a:gd name="T62" fmla="*/ 1 w 244"/>
                <a:gd name="T63" fmla="*/ 3 h 424"/>
                <a:gd name="T64" fmla="*/ 0 w 244"/>
                <a:gd name="T65" fmla="*/ 3 h 424"/>
                <a:gd name="T66" fmla="*/ 0 w 244"/>
                <a:gd name="T67" fmla="*/ 3 h 424"/>
                <a:gd name="T68" fmla="*/ 0 w 244"/>
                <a:gd name="T69" fmla="*/ 3 h 424"/>
                <a:gd name="T70" fmla="*/ 0 w 244"/>
                <a:gd name="T71" fmla="*/ 3 h 424"/>
                <a:gd name="T72" fmla="*/ 0 w 244"/>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4"/>
                <a:gd name="T113" fmla="*/ 244 w 244"/>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4">
                  <a:moveTo>
                    <a:pt x="0" y="424"/>
                  </a:moveTo>
                  <a:lnTo>
                    <a:pt x="0" y="424"/>
                  </a:lnTo>
                  <a:lnTo>
                    <a:pt x="25" y="422"/>
                  </a:lnTo>
                  <a:lnTo>
                    <a:pt x="50" y="416"/>
                  </a:lnTo>
                  <a:lnTo>
                    <a:pt x="73" y="405"/>
                  </a:lnTo>
                  <a:lnTo>
                    <a:pt x="96" y="390"/>
                  </a:lnTo>
                  <a:lnTo>
                    <a:pt x="118" y="373"/>
                  </a:lnTo>
                  <a:lnTo>
                    <a:pt x="138" y="350"/>
                  </a:lnTo>
                  <a:lnTo>
                    <a:pt x="155" y="326"/>
                  </a:lnTo>
                  <a:lnTo>
                    <a:pt x="173" y="299"/>
                  </a:lnTo>
                  <a:lnTo>
                    <a:pt x="189" y="268"/>
                  </a:lnTo>
                  <a:lnTo>
                    <a:pt x="203" y="235"/>
                  </a:lnTo>
                  <a:lnTo>
                    <a:pt x="215" y="201"/>
                  </a:lnTo>
                  <a:lnTo>
                    <a:pt x="226" y="163"/>
                  </a:lnTo>
                  <a:lnTo>
                    <a:pt x="234" y="125"/>
                  </a:lnTo>
                  <a:lnTo>
                    <a:pt x="240" y="85"/>
                  </a:lnTo>
                  <a:lnTo>
                    <a:pt x="243" y="42"/>
                  </a:lnTo>
                  <a:lnTo>
                    <a:pt x="244" y="0"/>
                  </a:lnTo>
                  <a:lnTo>
                    <a:pt x="233" y="0"/>
                  </a:lnTo>
                  <a:lnTo>
                    <a:pt x="232" y="42"/>
                  </a:lnTo>
                  <a:lnTo>
                    <a:pt x="228" y="83"/>
                  </a:lnTo>
                  <a:lnTo>
                    <a:pt x="222" y="123"/>
                  </a:lnTo>
                  <a:lnTo>
                    <a:pt x="214" y="160"/>
                  </a:lnTo>
                  <a:lnTo>
                    <a:pt x="203" y="197"/>
                  </a:lnTo>
                  <a:lnTo>
                    <a:pt x="192" y="231"/>
                  </a:lnTo>
                  <a:lnTo>
                    <a:pt x="178" y="263"/>
                  </a:lnTo>
                  <a:lnTo>
                    <a:pt x="164" y="292"/>
                  </a:lnTo>
                  <a:lnTo>
                    <a:pt x="146" y="319"/>
                  </a:lnTo>
                  <a:lnTo>
                    <a:pt x="129" y="343"/>
                  </a:lnTo>
                  <a:lnTo>
                    <a:pt x="109" y="363"/>
                  </a:lnTo>
                  <a:lnTo>
                    <a:pt x="89" y="381"/>
                  </a:lnTo>
                  <a:lnTo>
                    <a:pt x="66" y="394"/>
                  </a:lnTo>
                  <a:lnTo>
                    <a:pt x="45" y="404"/>
                  </a:lnTo>
                  <a:lnTo>
                    <a:pt x="23" y="410"/>
                  </a:lnTo>
                  <a:lnTo>
                    <a:pt x="0" y="412"/>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6600" name="Freeform 54"/>
            <p:cNvSpPr>
              <a:spLocks/>
            </p:cNvSpPr>
            <p:nvPr/>
          </p:nvSpPr>
          <p:spPr bwMode="auto">
            <a:xfrm>
              <a:off x="915" y="1830"/>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1" y="42"/>
                  </a:lnTo>
                  <a:lnTo>
                    <a:pt x="4" y="85"/>
                  </a:lnTo>
                  <a:lnTo>
                    <a:pt x="10" y="125"/>
                  </a:lnTo>
                  <a:lnTo>
                    <a:pt x="19" y="163"/>
                  </a:lnTo>
                  <a:lnTo>
                    <a:pt x="29" y="201"/>
                  </a:lnTo>
                  <a:lnTo>
                    <a:pt x="41" y="235"/>
                  </a:lnTo>
                  <a:lnTo>
                    <a:pt x="55" y="268"/>
                  </a:lnTo>
                  <a:lnTo>
                    <a:pt x="71" y="299"/>
                  </a:lnTo>
                  <a:lnTo>
                    <a:pt x="89" y="326"/>
                  </a:lnTo>
                  <a:lnTo>
                    <a:pt x="106" y="350"/>
                  </a:lnTo>
                  <a:lnTo>
                    <a:pt x="126" y="373"/>
                  </a:lnTo>
                  <a:lnTo>
                    <a:pt x="149" y="390"/>
                  </a:lnTo>
                  <a:lnTo>
                    <a:pt x="171" y="405"/>
                  </a:lnTo>
                  <a:lnTo>
                    <a:pt x="194" y="416"/>
                  </a:lnTo>
                  <a:lnTo>
                    <a:pt x="219" y="422"/>
                  </a:lnTo>
                  <a:lnTo>
                    <a:pt x="245" y="424"/>
                  </a:lnTo>
                  <a:lnTo>
                    <a:pt x="245" y="412"/>
                  </a:lnTo>
                  <a:lnTo>
                    <a:pt x="221" y="410"/>
                  </a:lnTo>
                  <a:lnTo>
                    <a:pt x="199" y="404"/>
                  </a:lnTo>
                  <a:lnTo>
                    <a:pt x="178" y="394"/>
                  </a:lnTo>
                  <a:lnTo>
                    <a:pt x="156" y="381"/>
                  </a:lnTo>
                  <a:lnTo>
                    <a:pt x="136" y="363"/>
                  </a:lnTo>
                  <a:lnTo>
                    <a:pt x="116" y="343"/>
                  </a:lnTo>
                  <a:lnTo>
                    <a:pt x="98" y="319"/>
                  </a:lnTo>
                  <a:lnTo>
                    <a:pt x="81" y="292"/>
                  </a:lnTo>
                  <a:lnTo>
                    <a:pt x="67" y="263"/>
                  </a:lnTo>
                  <a:lnTo>
                    <a:pt x="52" y="231"/>
                  </a:lnTo>
                  <a:lnTo>
                    <a:pt x="41" y="197"/>
                  </a:lnTo>
                  <a:lnTo>
                    <a:pt x="30" y="160"/>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6601" name="Freeform 55"/>
            <p:cNvSpPr>
              <a:spLocks/>
            </p:cNvSpPr>
            <p:nvPr/>
          </p:nvSpPr>
          <p:spPr bwMode="auto">
            <a:xfrm>
              <a:off x="915" y="1745"/>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0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19" y="2"/>
                  </a:lnTo>
                  <a:lnTo>
                    <a:pt x="194" y="8"/>
                  </a:lnTo>
                  <a:lnTo>
                    <a:pt x="171" y="19"/>
                  </a:lnTo>
                  <a:lnTo>
                    <a:pt x="149" y="34"/>
                  </a:lnTo>
                  <a:lnTo>
                    <a:pt x="126" y="52"/>
                  </a:lnTo>
                  <a:lnTo>
                    <a:pt x="106" y="74"/>
                  </a:lnTo>
                  <a:lnTo>
                    <a:pt x="89" y="99"/>
                  </a:lnTo>
                  <a:lnTo>
                    <a:pt x="70" y="126"/>
                  </a:lnTo>
                  <a:lnTo>
                    <a:pt x="55" y="157"/>
                  </a:lnTo>
                  <a:lnTo>
                    <a:pt x="41" y="189"/>
                  </a:lnTo>
                  <a:lnTo>
                    <a:pt x="29" y="224"/>
                  </a:lnTo>
                  <a:lnTo>
                    <a:pt x="19" y="262"/>
                  </a:lnTo>
                  <a:lnTo>
                    <a:pt x="10" y="300"/>
                  </a:lnTo>
                  <a:lnTo>
                    <a:pt x="4" y="340"/>
                  </a:lnTo>
                  <a:lnTo>
                    <a:pt x="1" y="383"/>
                  </a:lnTo>
                  <a:lnTo>
                    <a:pt x="0" y="426"/>
                  </a:lnTo>
                  <a:lnTo>
                    <a:pt x="11" y="426"/>
                  </a:lnTo>
                  <a:lnTo>
                    <a:pt x="13" y="383"/>
                  </a:lnTo>
                  <a:lnTo>
                    <a:pt x="16" y="342"/>
                  </a:lnTo>
                  <a:lnTo>
                    <a:pt x="22" y="303"/>
                  </a:lnTo>
                  <a:lnTo>
                    <a:pt x="30" y="264"/>
                  </a:lnTo>
                  <a:lnTo>
                    <a:pt x="41" y="229"/>
                  </a:lnTo>
                  <a:lnTo>
                    <a:pt x="52" y="194"/>
                  </a:lnTo>
                  <a:lnTo>
                    <a:pt x="67" y="162"/>
                  </a:lnTo>
                  <a:lnTo>
                    <a:pt x="82" y="133"/>
                  </a:lnTo>
                  <a:lnTo>
                    <a:pt x="98" y="106"/>
                  </a:lnTo>
                  <a:lnTo>
                    <a:pt x="116" y="81"/>
                  </a:lnTo>
                  <a:lnTo>
                    <a:pt x="136" y="61"/>
                  </a:lnTo>
                  <a:lnTo>
                    <a:pt x="156" y="43"/>
                  </a:lnTo>
                  <a:lnTo>
                    <a:pt x="178" y="31"/>
                  </a:lnTo>
                  <a:lnTo>
                    <a:pt x="199" y="20"/>
                  </a:lnTo>
                  <a:lnTo>
                    <a:pt x="221"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6602" name="Freeform 56"/>
            <p:cNvSpPr>
              <a:spLocks/>
            </p:cNvSpPr>
            <p:nvPr/>
          </p:nvSpPr>
          <p:spPr bwMode="auto">
            <a:xfrm>
              <a:off x="1140" y="2087"/>
              <a:ext cx="49" cy="85"/>
            </a:xfrm>
            <a:custGeom>
              <a:avLst/>
              <a:gdLst>
                <a:gd name="T0" fmla="*/ 2 w 246"/>
                <a:gd name="T1" fmla="*/ 3 h 424"/>
                <a:gd name="T2" fmla="*/ 2 w 246"/>
                <a:gd name="T3" fmla="*/ 3 h 424"/>
                <a:gd name="T4" fmla="*/ 2 w 246"/>
                <a:gd name="T5" fmla="*/ 3 h 424"/>
                <a:gd name="T6" fmla="*/ 2 w 246"/>
                <a:gd name="T7" fmla="*/ 3 h 424"/>
                <a:gd name="T8" fmla="*/ 2 w 246"/>
                <a:gd name="T9" fmla="*/ 2 h 424"/>
                <a:gd name="T10" fmla="*/ 2 w 246"/>
                <a:gd name="T11" fmla="*/ 2 h 424"/>
                <a:gd name="T12" fmla="*/ 2 w 246"/>
                <a:gd name="T13" fmla="*/ 2 h 424"/>
                <a:gd name="T14" fmla="*/ 2 w 246"/>
                <a:gd name="T15" fmla="*/ 2 h 424"/>
                <a:gd name="T16" fmla="*/ 2 w 246"/>
                <a:gd name="T17" fmla="*/ 1 h 424"/>
                <a:gd name="T18" fmla="*/ 1 w 246"/>
                <a:gd name="T19" fmla="*/ 1 h 424"/>
                <a:gd name="T20" fmla="*/ 1 w 246"/>
                <a:gd name="T21" fmla="*/ 1 h 424"/>
                <a:gd name="T22" fmla="*/ 1 w 246"/>
                <a:gd name="T23" fmla="*/ 1 h 424"/>
                <a:gd name="T24" fmla="*/ 1 w 246"/>
                <a:gd name="T25" fmla="*/ 0 h 424"/>
                <a:gd name="T26" fmla="*/ 1 w 246"/>
                <a:gd name="T27" fmla="*/ 0 h 424"/>
                <a:gd name="T28" fmla="*/ 1 w 246"/>
                <a:gd name="T29" fmla="*/ 0 h 424"/>
                <a:gd name="T30" fmla="*/ 0 w 246"/>
                <a:gd name="T31" fmla="*/ 0 h 424"/>
                <a:gd name="T32" fmla="*/ 0 w 246"/>
                <a:gd name="T33" fmla="*/ 0 h 424"/>
                <a:gd name="T34" fmla="*/ 0 w 246"/>
                <a:gd name="T35" fmla="*/ 0 h 424"/>
                <a:gd name="T36" fmla="*/ 0 w 246"/>
                <a:gd name="T37" fmla="*/ 0 h 424"/>
                <a:gd name="T38" fmla="*/ 0 w 246"/>
                <a:gd name="T39" fmla="*/ 0 h 424"/>
                <a:gd name="T40" fmla="*/ 0 w 246"/>
                <a:gd name="T41" fmla="*/ 0 h 424"/>
                <a:gd name="T42" fmla="*/ 1 w 246"/>
                <a:gd name="T43" fmla="*/ 0 h 424"/>
                <a:gd name="T44" fmla="*/ 1 w 246"/>
                <a:gd name="T45" fmla="*/ 0 h 424"/>
                <a:gd name="T46" fmla="*/ 1 w 246"/>
                <a:gd name="T47" fmla="*/ 0 h 424"/>
                <a:gd name="T48" fmla="*/ 1 w 246"/>
                <a:gd name="T49" fmla="*/ 1 h 424"/>
                <a:gd name="T50" fmla="*/ 1 w 246"/>
                <a:gd name="T51" fmla="*/ 1 h 424"/>
                <a:gd name="T52" fmla="*/ 1 w 246"/>
                <a:gd name="T53" fmla="*/ 1 h 424"/>
                <a:gd name="T54" fmla="*/ 1 w 246"/>
                <a:gd name="T55" fmla="*/ 1 h 424"/>
                <a:gd name="T56" fmla="*/ 2 w 246"/>
                <a:gd name="T57" fmla="*/ 2 h 424"/>
                <a:gd name="T58" fmla="*/ 2 w 246"/>
                <a:gd name="T59" fmla="*/ 2 h 424"/>
                <a:gd name="T60" fmla="*/ 2 w 246"/>
                <a:gd name="T61" fmla="*/ 2 h 424"/>
                <a:gd name="T62" fmla="*/ 2 w 246"/>
                <a:gd name="T63" fmla="*/ 2 h 424"/>
                <a:gd name="T64" fmla="*/ 2 w 246"/>
                <a:gd name="T65" fmla="*/ 3 h 424"/>
                <a:gd name="T66" fmla="*/ 2 w 246"/>
                <a:gd name="T67" fmla="*/ 3 h 424"/>
                <a:gd name="T68" fmla="*/ 2 w 246"/>
                <a:gd name="T69" fmla="*/ 3 h 424"/>
                <a:gd name="T70" fmla="*/ 2 w 246"/>
                <a:gd name="T71" fmla="*/ 3 h 424"/>
                <a:gd name="T72" fmla="*/ 2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424"/>
                  </a:moveTo>
                  <a:lnTo>
                    <a:pt x="246" y="424"/>
                  </a:lnTo>
                  <a:lnTo>
                    <a:pt x="244" y="382"/>
                  </a:lnTo>
                  <a:lnTo>
                    <a:pt x="241" y="338"/>
                  </a:lnTo>
                  <a:lnTo>
                    <a:pt x="235" y="298"/>
                  </a:lnTo>
                  <a:lnTo>
                    <a:pt x="227" y="261"/>
                  </a:lnTo>
                  <a:lnTo>
                    <a:pt x="216" y="222"/>
                  </a:lnTo>
                  <a:lnTo>
                    <a:pt x="205" y="188"/>
                  </a:lnTo>
                  <a:lnTo>
                    <a:pt x="190" y="155"/>
                  </a:lnTo>
                  <a:lnTo>
                    <a:pt x="174" y="125"/>
                  </a:lnTo>
                  <a:lnTo>
                    <a:pt x="157" y="98"/>
                  </a:lnTo>
                  <a:lnTo>
                    <a:pt x="138" y="73"/>
                  </a:lnTo>
                  <a:lnTo>
                    <a:pt x="118" y="51"/>
                  </a:lnTo>
                  <a:lnTo>
                    <a:pt x="96" y="34"/>
                  </a:lnTo>
                  <a:lnTo>
                    <a:pt x="74" y="18"/>
                  </a:lnTo>
                  <a:lnTo>
                    <a:pt x="50" y="8"/>
                  </a:lnTo>
                  <a:lnTo>
                    <a:pt x="25" y="2"/>
                  </a:lnTo>
                  <a:lnTo>
                    <a:pt x="0" y="0"/>
                  </a:lnTo>
                  <a:lnTo>
                    <a:pt x="0" y="11"/>
                  </a:lnTo>
                  <a:lnTo>
                    <a:pt x="23" y="14"/>
                  </a:lnTo>
                  <a:lnTo>
                    <a:pt x="45" y="19"/>
                  </a:lnTo>
                  <a:lnTo>
                    <a:pt x="67" y="30"/>
                  </a:lnTo>
                  <a:lnTo>
                    <a:pt x="89" y="43"/>
                  </a:lnTo>
                  <a:lnTo>
                    <a:pt x="108" y="60"/>
                  </a:lnTo>
                  <a:lnTo>
                    <a:pt x="128" y="80"/>
                  </a:lnTo>
                  <a:lnTo>
                    <a:pt x="147" y="105"/>
                  </a:lnTo>
                  <a:lnTo>
                    <a:pt x="165" y="132"/>
                  </a:lnTo>
                  <a:lnTo>
                    <a:pt x="179" y="160"/>
                  </a:lnTo>
                  <a:lnTo>
                    <a:pt x="193" y="193"/>
                  </a:lnTo>
                  <a:lnTo>
                    <a:pt x="205" y="227"/>
                  </a:lnTo>
                  <a:lnTo>
                    <a:pt x="215" y="263"/>
                  </a:lnTo>
                  <a:lnTo>
                    <a:pt x="223" y="301"/>
                  </a:lnTo>
                  <a:lnTo>
                    <a:pt x="229" y="341"/>
                  </a:lnTo>
                  <a:lnTo>
                    <a:pt x="233" y="382"/>
                  </a:lnTo>
                  <a:lnTo>
                    <a:pt x="234" y="424"/>
                  </a:lnTo>
                  <a:lnTo>
                    <a:pt x="246"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6603" name="Freeform 57"/>
            <p:cNvSpPr>
              <a:spLocks/>
            </p:cNvSpPr>
            <p:nvPr/>
          </p:nvSpPr>
          <p:spPr bwMode="auto">
            <a:xfrm>
              <a:off x="1140" y="2172"/>
              <a:ext cx="49" cy="85"/>
            </a:xfrm>
            <a:custGeom>
              <a:avLst/>
              <a:gdLst>
                <a:gd name="T0" fmla="*/ 0 w 246"/>
                <a:gd name="T1" fmla="*/ 3 h 426"/>
                <a:gd name="T2" fmla="*/ 0 w 246"/>
                <a:gd name="T3" fmla="*/ 3 h 426"/>
                <a:gd name="T4" fmla="*/ 0 w 246"/>
                <a:gd name="T5" fmla="*/ 3 h 426"/>
                <a:gd name="T6" fmla="*/ 0 w 246"/>
                <a:gd name="T7" fmla="*/ 3 h 426"/>
                <a:gd name="T8" fmla="*/ 1 w 246"/>
                <a:gd name="T9" fmla="*/ 3 h 426"/>
                <a:gd name="T10" fmla="*/ 1 w 246"/>
                <a:gd name="T11" fmla="*/ 3 h 426"/>
                <a:gd name="T12" fmla="*/ 1 w 246"/>
                <a:gd name="T13" fmla="*/ 3 h 426"/>
                <a:gd name="T14" fmla="*/ 1 w 246"/>
                <a:gd name="T15" fmla="*/ 3 h 426"/>
                <a:gd name="T16" fmla="*/ 1 w 246"/>
                <a:gd name="T17" fmla="*/ 3 h 426"/>
                <a:gd name="T18" fmla="*/ 1 w 246"/>
                <a:gd name="T19" fmla="*/ 2 h 426"/>
                <a:gd name="T20" fmla="*/ 2 w 246"/>
                <a:gd name="T21" fmla="*/ 2 h 426"/>
                <a:gd name="T22" fmla="*/ 2 w 246"/>
                <a:gd name="T23" fmla="*/ 2 h 426"/>
                <a:gd name="T24" fmla="*/ 2 w 246"/>
                <a:gd name="T25" fmla="*/ 2 h 426"/>
                <a:gd name="T26" fmla="*/ 2 w 246"/>
                <a:gd name="T27" fmla="*/ 1 h 426"/>
                <a:gd name="T28" fmla="*/ 2 w 246"/>
                <a:gd name="T29" fmla="*/ 1 h 426"/>
                <a:gd name="T30" fmla="*/ 2 w 246"/>
                <a:gd name="T31" fmla="*/ 1 h 426"/>
                <a:gd name="T32" fmla="*/ 2 w 246"/>
                <a:gd name="T33" fmla="*/ 0 h 426"/>
                <a:gd name="T34" fmla="*/ 2 w 246"/>
                <a:gd name="T35" fmla="*/ 0 h 426"/>
                <a:gd name="T36" fmla="*/ 2 w 246"/>
                <a:gd name="T37" fmla="*/ 0 h 426"/>
                <a:gd name="T38" fmla="*/ 2 w 246"/>
                <a:gd name="T39" fmla="*/ 0 h 426"/>
                <a:gd name="T40" fmla="*/ 2 w 246"/>
                <a:gd name="T41" fmla="*/ 1 h 426"/>
                <a:gd name="T42" fmla="*/ 2 w 246"/>
                <a:gd name="T43" fmla="*/ 1 h 426"/>
                <a:gd name="T44" fmla="*/ 2 w 246"/>
                <a:gd name="T45" fmla="*/ 1 h 426"/>
                <a:gd name="T46" fmla="*/ 2 w 246"/>
                <a:gd name="T47" fmla="*/ 2 h 426"/>
                <a:gd name="T48" fmla="*/ 2 w 246"/>
                <a:gd name="T49" fmla="*/ 2 h 426"/>
                <a:gd name="T50" fmla="*/ 1 w 246"/>
                <a:gd name="T51" fmla="*/ 2 h 426"/>
                <a:gd name="T52" fmla="*/ 1 w 246"/>
                <a:gd name="T53" fmla="*/ 2 h 426"/>
                <a:gd name="T54" fmla="*/ 1 w 246"/>
                <a:gd name="T55" fmla="*/ 3 h 426"/>
                <a:gd name="T56" fmla="*/ 1 w 246"/>
                <a:gd name="T57" fmla="*/ 3 h 426"/>
                <a:gd name="T58" fmla="*/ 1 w 246"/>
                <a:gd name="T59" fmla="*/ 3 h 426"/>
                <a:gd name="T60" fmla="*/ 1 w 246"/>
                <a:gd name="T61" fmla="*/ 3 h 426"/>
                <a:gd name="T62" fmla="*/ 1 w 246"/>
                <a:gd name="T63" fmla="*/ 3 h 426"/>
                <a:gd name="T64" fmla="*/ 0 w 246"/>
                <a:gd name="T65" fmla="*/ 3 h 426"/>
                <a:gd name="T66" fmla="*/ 0 w 246"/>
                <a:gd name="T67" fmla="*/ 3 h 426"/>
                <a:gd name="T68" fmla="*/ 0 w 246"/>
                <a:gd name="T69" fmla="*/ 3 h 426"/>
                <a:gd name="T70" fmla="*/ 0 w 246"/>
                <a:gd name="T71" fmla="*/ 3 h 426"/>
                <a:gd name="T72" fmla="*/ 0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426"/>
                  </a:moveTo>
                  <a:lnTo>
                    <a:pt x="0" y="426"/>
                  </a:lnTo>
                  <a:lnTo>
                    <a:pt x="25" y="423"/>
                  </a:lnTo>
                  <a:lnTo>
                    <a:pt x="50" y="417"/>
                  </a:lnTo>
                  <a:lnTo>
                    <a:pt x="74" y="407"/>
                  </a:lnTo>
                  <a:lnTo>
                    <a:pt x="96" y="392"/>
                  </a:lnTo>
                  <a:lnTo>
                    <a:pt x="118" y="373"/>
                  </a:lnTo>
                  <a:lnTo>
                    <a:pt x="138" y="350"/>
                  </a:lnTo>
                  <a:lnTo>
                    <a:pt x="157" y="327"/>
                  </a:lnTo>
                  <a:lnTo>
                    <a:pt x="175" y="299"/>
                  </a:lnTo>
                  <a:lnTo>
                    <a:pt x="190" y="268"/>
                  </a:lnTo>
                  <a:lnTo>
                    <a:pt x="205" y="236"/>
                  </a:lnTo>
                  <a:lnTo>
                    <a:pt x="216" y="202"/>
                  </a:lnTo>
                  <a:lnTo>
                    <a:pt x="227" y="164"/>
                  </a:lnTo>
                  <a:lnTo>
                    <a:pt x="235" y="125"/>
                  </a:lnTo>
                  <a:lnTo>
                    <a:pt x="241" y="86"/>
                  </a:lnTo>
                  <a:lnTo>
                    <a:pt x="244" y="42"/>
                  </a:lnTo>
                  <a:lnTo>
                    <a:pt x="246" y="0"/>
                  </a:lnTo>
                  <a:lnTo>
                    <a:pt x="234" y="0"/>
                  </a:lnTo>
                  <a:lnTo>
                    <a:pt x="233" y="42"/>
                  </a:lnTo>
                  <a:lnTo>
                    <a:pt x="229" y="83"/>
                  </a:lnTo>
                  <a:lnTo>
                    <a:pt x="223" y="123"/>
                  </a:lnTo>
                  <a:lnTo>
                    <a:pt x="215" y="162"/>
                  </a:lnTo>
                  <a:lnTo>
                    <a:pt x="205" y="197"/>
                  </a:lnTo>
                  <a:lnTo>
                    <a:pt x="193" y="231"/>
                  </a:lnTo>
                  <a:lnTo>
                    <a:pt x="179" y="264"/>
                  </a:lnTo>
                  <a:lnTo>
                    <a:pt x="164" y="292"/>
                  </a:lnTo>
                  <a:lnTo>
                    <a:pt x="147" y="320"/>
                  </a:lnTo>
                  <a:lnTo>
                    <a:pt x="128" y="343"/>
                  </a:lnTo>
                  <a:lnTo>
                    <a:pt x="108" y="363"/>
                  </a:lnTo>
                  <a:lnTo>
                    <a:pt x="89" y="382"/>
                  </a:lnTo>
                  <a:lnTo>
                    <a:pt x="67" y="395"/>
                  </a:lnTo>
                  <a:lnTo>
                    <a:pt x="45" y="406"/>
                  </a:lnTo>
                  <a:lnTo>
                    <a:pt x="23" y="411"/>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6604" name="Freeform 58"/>
            <p:cNvSpPr>
              <a:spLocks/>
            </p:cNvSpPr>
            <p:nvPr/>
          </p:nvSpPr>
          <p:spPr bwMode="auto">
            <a:xfrm>
              <a:off x="1091" y="2172"/>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4" y="86"/>
                  </a:lnTo>
                  <a:lnTo>
                    <a:pt x="10" y="125"/>
                  </a:lnTo>
                  <a:lnTo>
                    <a:pt x="18" y="164"/>
                  </a:lnTo>
                  <a:lnTo>
                    <a:pt x="29" y="202"/>
                  </a:lnTo>
                  <a:lnTo>
                    <a:pt x="41" y="236"/>
                  </a:lnTo>
                  <a:lnTo>
                    <a:pt x="55" y="268"/>
                  </a:lnTo>
                  <a:lnTo>
                    <a:pt x="70" y="299"/>
                  </a:lnTo>
                  <a:lnTo>
                    <a:pt x="89" y="327"/>
                  </a:lnTo>
                  <a:lnTo>
                    <a:pt x="106" y="350"/>
                  </a:lnTo>
                  <a:lnTo>
                    <a:pt x="126" y="373"/>
                  </a:lnTo>
                  <a:lnTo>
                    <a:pt x="148" y="392"/>
                  </a:lnTo>
                  <a:lnTo>
                    <a:pt x="171" y="407"/>
                  </a:lnTo>
                  <a:lnTo>
                    <a:pt x="194" y="417"/>
                  </a:lnTo>
                  <a:lnTo>
                    <a:pt x="219" y="423"/>
                  </a:lnTo>
                  <a:lnTo>
                    <a:pt x="245" y="426"/>
                  </a:lnTo>
                  <a:lnTo>
                    <a:pt x="245" y="414"/>
                  </a:lnTo>
                  <a:lnTo>
                    <a:pt x="221" y="411"/>
                  </a:lnTo>
                  <a:lnTo>
                    <a:pt x="199" y="406"/>
                  </a:lnTo>
                  <a:lnTo>
                    <a:pt x="178" y="395"/>
                  </a:lnTo>
                  <a:lnTo>
                    <a:pt x="155" y="382"/>
                  </a:lnTo>
                  <a:lnTo>
                    <a:pt x="136" y="363"/>
                  </a:lnTo>
                  <a:lnTo>
                    <a:pt x="116" y="343"/>
                  </a:lnTo>
                  <a:lnTo>
                    <a:pt x="98" y="320"/>
                  </a:lnTo>
                  <a:lnTo>
                    <a:pt x="82" y="292"/>
                  </a:lnTo>
                  <a:lnTo>
                    <a:pt x="66" y="264"/>
                  </a:lnTo>
                  <a:lnTo>
                    <a:pt x="52" y="231"/>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6605" name="Freeform 59"/>
            <p:cNvSpPr>
              <a:spLocks/>
            </p:cNvSpPr>
            <p:nvPr/>
          </p:nvSpPr>
          <p:spPr bwMode="auto">
            <a:xfrm>
              <a:off x="1091" y="2087"/>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4" y="8"/>
                  </a:lnTo>
                  <a:lnTo>
                    <a:pt x="171" y="18"/>
                  </a:lnTo>
                  <a:lnTo>
                    <a:pt x="148" y="34"/>
                  </a:lnTo>
                  <a:lnTo>
                    <a:pt x="126" y="51"/>
                  </a:lnTo>
                  <a:lnTo>
                    <a:pt x="106" y="73"/>
                  </a:lnTo>
                  <a:lnTo>
                    <a:pt x="89" y="98"/>
                  </a:lnTo>
                  <a:lnTo>
                    <a:pt x="71" y="125"/>
                  </a:lnTo>
                  <a:lnTo>
                    <a:pt x="55" y="155"/>
                  </a:lnTo>
                  <a:lnTo>
                    <a:pt x="41" y="188"/>
                  </a:lnTo>
                  <a:lnTo>
                    <a:pt x="29" y="222"/>
                  </a:lnTo>
                  <a:lnTo>
                    <a:pt x="18" y="261"/>
                  </a:lnTo>
                  <a:lnTo>
                    <a:pt x="10" y="298"/>
                  </a:lnTo>
                  <a:lnTo>
                    <a:pt x="4" y="338"/>
                  </a:lnTo>
                  <a:lnTo>
                    <a:pt x="1" y="382"/>
                  </a:lnTo>
                  <a:lnTo>
                    <a:pt x="0" y="424"/>
                  </a:lnTo>
                  <a:lnTo>
                    <a:pt x="11" y="424"/>
                  </a:lnTo>
                  <a:lnTo>
                    <a:pt x="13" y="382"/>
                  </a:lnTo>
                  <a:lnTo>
                    <a:pt x="16" y="341"/>
                  </a:lnTo>
                  <a:lnTo>
                    <a:pt x="22" y="301"/>
                  </a:lnTo>
                  <a:lnTo>
                    <a:pt x="30" y="263"/>
                  </a:lnTo>
                  <a:lnTo>
                    <a:pt x="41" y="227"/>
                  </a:lnTo>
                  <a:lnTo>
                    <a:pt x="52" y="193"/>
                  </a:lnTo>
                  <a:lnTo>
                    <a:pt x="66" y="160"/>
                  </a:lnTo>
                  <a:lnTo>
                    <a:pt x="80" y="132"/>
                  </a:lnTo>
                  <a:lnTo>
                    <a:pt x="98" y="105"/>
                  </a:lnTo>
                  <a:lnTo>
                    <a:pt x="116" y="80"/>
                  </a:lnTo>
                  <a:lnTo>
                    <a:pt x="136" y="60"/>
                  </a:lnTo>
                  <a:lnTo>
                    <a:pt x="155" y="43"/>
                  </a:lnTo>
                  <a:lnTo>
                    <a:pt x="178" y="30"/>
                  </a:lnTo>
                  <a:lnTo>
                    <a:pt x="199" y="19"/>
                  </a:lnTo>
                  <a:lnTo>
                    <a:pt x="221" y="14"/>
                  </a:lnTo>
                  <a:lnTo>
                    <a:pt x="245" y="11"/>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6606" name="Freeform 60"/>
            <p:cNvSpPr>
              <a:spLocks/>
            </p:cNvSpPr>
            <p:nvPr/>
          </p:nvSpPr>
          <p:spPr bwMode="auto">
            <a:xfrm>
              <a:off x="1392" y="2118"/>
              <a:ext cx="49" cy="85"/>
            </a:xfrm>
            <a:custGeom>
              <a:avLst/>
              <a:gdLst>
                <a:gd name="T0" fmla="*/ 2 w 246"/>
                <a:gd name="T1" fmla="*/ 3 h 426"/>
                <a:gd name="T2" fmla="*/ 2 w 246"/>
                <a:gd name="T3" fmla="*/ 3 h 426"/>
                <a:gd name="T4" fmla="*/ 2 w 246"/>
                <a:gd name="T5" fmla="*/ 3 h 426"/>
                <a:gd name="T6" fmla="*/ 2 w 246"/>
                <a:gd name="T7" fmla="*/ 3 h 426"/>
                <a:gd name="T8" fmla="*/ 2 w 246"/>
                <a:gd name="T9" fmla="*/ 2 h 426"/>
                <a:gd name="T10" fmla="*/ 2 w 246"/>
                <a:gd name="T11" fmla="*/ 2 h 426"/>
                <a:gd name="T12" fmla="*/ 2 w 246"/>
                <a:gd name="T13" fmla="*/ 2 h 426"/>
                <a:gd name="T14" fmla="*/ 2 w 246"/>
                <a:gd name="T15" fmla="*/ 2 h 426"/>
                <a:gd name="T16" fmla="*/ 2 w 246"/>
                <a:gd name="T17" fmla="*/ 1 h 426"/>
                <a:gd name="T18" fmla="*/ 1 w 246"/>
                <a:gd name="T19" fmla="*/ 1 h 426"/>
                <a:gd name="T20" fmla="*/ 1 w 246"/>
                <a:gd name="T21" fmla="*/ 1 h 426"/>
                <a:gd name="T22" fmla="*/ 1 w 246"/>
                <a:gd name="T23" fmla="*/ 1 h 426"/>
                <a:gd name="T24" fmla="*/ 1 w 246"/>
                <a:gd name="T25" fmla="*/ 0 h 426"/>
                <a:gd name="T26" fmla="*/ 1 w 246"/>
                <a:gd name="T27" fmla="*/ 0 h 426"/>
                <a:gd name="T28" fmla="*/ 1 w 246"/>
                <a:gd name="T29" fmla="*/ 0 h 426"/>
                <a:gd name="T30" fmla="*/ 0 w 246"/>
                <a:gd name="T31" fmla="*/ 0 h 426"/>
                <a:gd name="T32" fmla="*/ 0 w 246"/>
                <a:gd name="T33" fmla="*/ 0 h 426"/>
                <a:gd name="T34" fmla="*/ 0 w 246"/>
                <a:gd name="T35" fmla="*/ 0 h 426"/>
                <a:gd name="T36" fmla="*/ 0 w 246"/>
                <a:gd name="T37" fmla="*/ 0 h 426"/>
                <a:gd name="T38" fmla="*/ 0 w 246"/>
                <a:gd name="T39" fmla="*/ 0 h 426"/>
                <a:gd name="T40" fmla="*/ 0 w 246"/>
                <a:gd name="T41" fmla="*/ 0 h 426"/>
                <a:gd name="T42" fmla="*/ 1 w 246"/>
                <a:gd name="T43" fmla="*/ 0 h 426"/>
                <a:gd name="T44" fmla="*/ 1 w 246"/>
                <a:gd name="T45" fmla="*/ 0 h 426"/>
                <a:gd name="T46" fmla="*/ 1 w 246"/>
                <a:gd name="T47" fmla="*/ 1 h 426"/>
                <a:gd name="T48" fmla="*/ 1 w 246"/>
                <a:gd name="T49" fmla="*/ 1 h 426"/>
                <a:gd name="T50" fmla="*/ 1 w 246"/>
                <a:gd name="T51" fmla="*/ 1 h 426"/>
                <a:gd name="T52" fmla="*/ 1 w 246"/>
                <a:gd name="T53" fmla="*/ 1 h 426"/>
                <a:gd name="T54" fmla="*/ 1 w 246"/>
                <a:gd name="T55" fmla="*/ 1 h 426"/>
                <a:gd name="T56" fmla="*/ 2 w 246"/>
                <a:gd name="T57" fmla="*/ 2 h 426"/>
                <a:gd name="T58" fmla="*/ 2 w 246"/>
                <a:gd name="T59" fmla="*/ 2 h 426"/>
                <a:gd name="T60" fmla="*/ 2 w 246"/>
                <a:gd name="T61" fmla="*/ 2 h 426"/>
                <a:gd name="T62" fmla="*/ 2 w 246"/>
                <a:gd name="T63" fmla="*/ 2 h 426"/>
                <a:gd name="T64" fmla="*/ 2 w 246"/>
                <a:gd name="T65" fmla="*/ 3 h 426"/>
                <a:gd name="T66" fmla="*/ 2 w 246"/>
                <a:gd name="T67" fmla="*/ 3 h 426"/>
                <a:gd name="T68" fmla="*/ 2 w 246"/>
                <a:gd name="T69" fmla="*/ 3 h 426"/>
                <a:gd name="T70" fmla="*/ 2 w 246"/>
                <a:gd name="T71" fmla="*/ 3 h 426"/>
                <a:gd name="T72" fmla="*/ 2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246" y="426"/>
                  </a:moveTo>
                  <a:lnTo>
                    <a:pt x="246" y="426"/>
                  </a:lnTo>
                  <a:lnTo>
                    <a:pt x="245" y="384"/>
                  </a:lnTo>
                  <a:lnTo>
                    <a:pt x="242" y="340"/>
                  </a:lnTo>
                  <a:lnTo>
                    <a:pt x="236" y="301"/>
                  </a:lnTo>
                  <a:lnTo>
                    <a:pt x="228" y="262"/>
                  </a:lnTo>
                  <a:lnTo>
                    <a:pt x="217" y="224"/>
                  </a:lnTo>
                  <a:lnTo>
                    <a:pt x="205" y="190"/>
                  </a:lnTo>
                  <a:lnTo>
                    <a:pt x="191" y="158"/>
                  </a:lnTo>
                  <a:lnTo>
                    <a:pt x="176" y="126"/>
                  </a:lnTo>
                  <a:lnTo>
                    <a:pt x="157" y="99"/>
                  </a:lnTo>
                  <a:lnTo>
                    <a:pt x="139" y="75"/>
                  </a:lnTo>
                  <a:lnTo>
                    <a:pt x="119" y="53"/>
                  </a:lnTo>
                  <a:lnTo>
                    <a:pt x="96" y="34"/>
                  </a:lnTo>
                  <a:lnTo>
                    <a:pt x="75" y="19"/>
                  </a:lnTo>
                  <a:lnTo>
                    <a:pt x="51" y="9"/>
                  </a:lnTo>
                  <a:lnTo>
                    <a:pt x="26" y="3"/>
                  </a:lnTo>
                  <a:lnTo>
                    <a:pt x="0" y="0"/>
                  </a:lnTo>
                  <a:lnTo>
                    <a:pt x="0" y="12"/>
                  </a:lnTo>
                  <a:lnTo>
                    <a:pt x="24" y="15"/>
                  </a:lnTo>
                  <a:lnTo>
                    <a:pt x="46" y="20"/>
                  </a:lnTo>
                  <a:lnTo>
                    <a:pt x="68" y="31"/>
                  </a:lnTo>
                  <a:lnTo>
                    <a:pt x="89" y="44"/>
                  </a:lnTo>
                  <a:lnTo>
                    <a:pt x="109" y="63"/>
                  </a:lnTo>
                  <a:lnTo>
                    <a:pt x="129" y="83"/>
                  </a:lnTo>
                  <a:lnTo>
                    <a:pt x="148" y="106"/>
                  </a:lnTo>
                  <a:lnTo>
                    <a:pt x="164" y="133"/>
                  </a:lnTo>
                  <a:lnTo>
                    <a:pt x="180" y="162"/>
                  </a:lnTo>
                  <a:lnTo>
                    <a:pt x="194" y="195"/>
                  </a:lnTo>
                  <a:lnTo>
                    <a:pt x="205" y="229"/>
                  </a:lnTo>
                  <a:lnTo>
                    <a:pt x="216" y="264"/>
                  </a:lnTo>
                  <a:lnTo>
                    <a:pt x="224" y="303"/>
                  </a:lnTo>
                  <a:lnTo>
                    <a:pt x="230" y="343"/>
                  </a:lnTo>
                  <a:lnTo>
                    <a:pt x="233" y="384"/>
                  </a:lnTo>
                  <a:lnTo>
                    <a:pt x="235" y="426"/>
                  </a:lnTo>
                  <a:lnTo>
                    <a:pt x="246"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6607" name="Freeform 61"/>
            <p:cNvSpPr>
              <a:spLocks/>
            </p:cNvSpPr>
            <p:nvPr/>
          </p:nvSpPr>
          <p:spPr bwMode="auto">
            <a:xfrm>
              <a:off x="1392" y="2203"/>
              <a:ext cx="49" cy="85"/>
            </a:xfrm>
            <a:custGeom>
              <a:avLst/>
              <a:gdLst>
                <a:gd name="T0" fmla="*/ 0 w 246"/>
                <a:gd name="T1" fmla="*/ 3 h 424"/>
                <a:gd name="T2" fmla="*/ 0 w 246"/>
                <a:gd name="T3" fmla="*/ 3 h 424"/>
                <a:gd name="T4" fmla="*/ 0 w 246"/>
                <a:gd name="T5" fmla="*/ 3 h 424"/>
                <a:gd name="T6" fmla="*/ 0 w 246"/>
                <a:gd name="T7" fmla="*/ 3 h 424"/>
                <a:gd name="T8" fmla="*/ 1 w 246"/>
                <a:gd name="T9" fmla="*/ 3 h 424"/>
                <a:gd name="T10" fmla="*/ 1 w 246"/>
                <a:gd name="T11" fmla="*/ 3 h 424"/>
                <a:gd name="T12" fmla="*/ 1 w 246"/>
                <a:gd name="T13" fmla="*/ 3 h 424"/>
                <a:gd name="T14" fmla="*/ 1 w 246"/>
                <a:gd name="T15" fmla="*/ 3 h 424"/>
                <a:gd name="T16" fmla="*/ 1 w 246"/>
                <a:gd name="T17" fmla="*/ 3 h 424"/>
                <a:gd name="T18" fmla="*/ 1 w 246"/>
                <a:gd name="T19" fmla="*/ 2 h 424"/>
                <a:gd name="T20" fmla="*/ 2 w 246"/>
                <a:gd name="T21" fmla="*/ 2 h 424"/>
                <a:gd name="T22" fmla="*/ 2 w 246"/>
                <a:gd name="T23" fmla="*/ 2 h 424"/>
                <a:gd name="T24" fmla="*/ 2 w 246"/>
                <a:gd name="T25" fmla="*/ 2 h 424"/>
                <a:gd name="T26" fmla="*/ 2 w 246"/>
                <a:gd name="T27" fmla="*/ 1 h 424"/>
                <a:gd name="T28" fmla="*/ 2 w 246"/>
                <a:gd name="T29" fmla="*/ 1 h 424"/>
                <a:gd name="T30" fmla="*/ 2 w 246"/>
                <a:gd name="T31" fmla="*/ 1 h 424"/>
                <a:gd name="T32" fmla="*/ 2 w 246"/>
                <a:gd name="T33" fmla="*/ 0 h 424"/>
                <a:gd name="T34" fmla="*/ 2 w 246"/>
                <a:gd name="T35" fmla="*/ 0 h 424"/>
                <a:gd name="T36" fmla="*/ 2 w 246"/>
                <a:gd name="T37" fmla="*/ 0 h 424"/>
                <a:gd name="T38" fmla="*/ 2 w 246"/>
                <a:gd name="T39" fmla="*/ 0 h 424"/>
                <a:gd name="T40" fmla="*/ 2 w 246"/>
                <a:gd name="T41" fmla="*/ 1 h 424"/>
                <a:gd name="T42" fmla="*/ 2 w 246"/>
                <a:gd name="T43" fmla="*/ 1 h 424"/>
                <a:gd name="T44" fmla="*/ 2 w 246"/>
                <a:gd name="T45" fmla="*/ 1 h 424"/>
                <a:gd name="T46" fmla="*/ 2 w 246"/>
                <a:gd name="T47" fmla="*/ 2 h 424"/>
                <a:gd name="T48" fmla="*/ 2 w 246"/>
                <a:gd name="T49" fmla="*/ 2 h 424"/>
                <a:gd name="T50" fmla="*/ 1 w 246"/>
                <a:gd name="T51" fmla="*/ 2 h 424"/>
                <a:gd name="T52" fmla="*/ 1 w 246"/>
                <a:gd name="T53" fmla="*/ 2 h 424"/>
                <a:gd name="T54" fmla="*/ 1 w 246"/>
                <a:gd name="T55" fmla="*/ 3 h 424"/>
                <a:gd name="T56" fmla="*/ 1 w 246"/>
                <a:gd name="T57" fmla="*/ 3 h 424"/>
                <a:gd name="T58" fmla="*/ 1 w 246"/>
                <a:gd name="T59" fmla="*/ 3 h 424"/>
                <a:gd name="T60" fmla="*/ 1 w 246"/>
                <a:gd name="T61" fmla="*/ 3 h 424"/>
                <a:gd name="T62" fmla="*/ 1 w 246"/>
                <a:gd name="T63" fmla="*/ 3 h 424"/>
                <a:gd name="T64" fmla="*/ 0 w 246"/>
                <a:gd name="T65" fmla="*/ 3 h 424"/>
                <a:gd name="T66" fmla="*/ 0 w 246"/>
                <a:gd name="T67" fmla="*/ 3 h 424"/>
                <a:gd name="T68" fmla="*/ 0 w 246"/>
                <a:gd name="T69" fmla="*/ 3 h 424"/>
                <a:gd name="T70" fmla="*/ 0 w 246"/>
                <a:gd name="T71" fmla="*/ 3 h 424"/>
                <a:gd name="T72" fmla="*/ 0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0" y="424"/>
                  </a:moveTo>
                  <a:lnTo>
                    <a:pt x="0" y="424"/>
                  </a:lnTo>
                  <a:lnTo>
                    <a:pt x="26" y="422"/>
                  </a:lnTo>
                  <a:lnTo>
                    <a:pt x="51" y="416"/>
                  </a:lnTo>
                  <a:lnTo>
                    <a:pt x="75" y="406"/>
                  </a:lnTo>
                  <a:lnTo>
                    <a:pt x="96" y="390"/>
                  </a:lnTo>
                  <a:lnTo>
                    <a:pt x="119" y="373"/>
                  </a:lnTo>
                  <a:lnTo>
                    <a:pt x="139" y="351"/>
                  </a:lnTo>
                  <a:lnTo>
                    <a:pt x="157" y="326"/>
                  </a:lnTo>
                  <a:lnTo>
                    <a:pt x="175" y="299"/>
                  </a:lnTo>
                  <a:lnTo>
                    <a:pt x="191" y="269"/>
                  </a:lnTo>
                  <a:lnTo>
                    <a:pt x="205" y="236"/>
                  </a:lnTo>
                  <a:lnTo>
                    <a:pt x="217" y="202"/>
                  </a:lnTo>
                  <a:lnTo>
                    <a:pt x="228" y="163"/>
                  </a:lnTo>
                  <a:lnTo>
                    <a:pt x="236" y="125"/>
                  </a:lnTo>
                  <a:lnTo>
                    <a:pt x="242" y="86"/>
                  </a:lnTo>
                  <a:lnTo>
                    <a:pt x="245" y="42"/>
                  </a:lnTo>
                  <a:lnTo>
                    <a:pt x="246" y="0"/>
                  </a:lnTo>
                  <a:lnTo>
                    <a:pt x="235" y="0"/>
                  </a:lnTo>
                  <a:lnTo>
                    <a:pt x="233" y="42"/>
                  </a:lnTo>
                  <a:lnTo>
                    <a:pt x="230" y="83"/>
                  </a:lnTo>
                  <a:lnTo>
                    <a:pt x="224" y="123"/>
                  </a:lnTo>
                  <a:lnTo>
                    <a:pt x="216" y="161"/>
                  </a:lnTo>
                  <a:lnTo>
                    <a:pt x="205" y="197"/>
                  </a:lnTo>
                  <a:lnTo>
                    <a:pt x="194" y="231"/>
                  </a:lnTo>
                  <a:lnTo>
                    <a:pt x="180" y="264"/>
                  </a:lnTo>
                  <a:lnTo>
                    <a:pt x="166" y="292"/>
                  </a:lnTo>
                  <a:lnTo>
                    <a:pt x="148" y="319"/>
                  </a:lnTo>
                  <a:lnTo>
                    <a:pt x="129" y="344"/>
                  </a:lnTo>
                  <a:lnTo>
                    <a:pt x="109" y="364"/>
                  </a:lnTo>
                  <a:lnTo>
                    <a:pt x="89" y="381"/>
                  </a:lnTo>
                  <a:lnTo>
                    <a:pt x="68" y="394"/>
                  </a:lnTo>
                  <a:lnTo>
                    <a:pt x="46" y="405"/>
                  </a:lnTo>
                  <a:lnTo>
                    <a:pt x="24" y="410"/>
                  </a:lnTo>
                  <a:lnTo>
                    <a:pt x="0" y="413"/>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6608" name="Freeform 62"/>
            <p:cNvSpPr>
              <a:spLocks/>
            </p:cNvSpPr>
            <p:nvPr/>
          </p:nvSpPr>
          <p:spPr bwMode="auto">
            <a:xfrm>
              <a:off x="1343" y="2203"/>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2" y="42"/>
                  </a:lnTo>
                  <a:lnTo>
                    <a:pt x="5" y="86"/>
                  </a:lnTo>
                  <a:lnTo>
                    <a:pt x="11" y="125"/>
                  </a:lnTo>
                  <a:lnTo>
                    <a:pt x="19" y="163"/>
                  </a:lnTo>
                  <a:lnTo>
                    <a:pt x="30" y="202"/>
                  </a:lnTo>
                  <a:lnTo>
                    <a:pt x="41" y="236"/>
                  </a:lnTo>
                  <a:lnTo>
                    <a:pt x="56" y="269"/>
                  </a:lnTo>
                  <a:lnTo>
                    <a:pt x="72" y="299"/>
                  </a:lnTo>
                  <a:lnTo>
                    <a:pt x="90" y="326"/>
                  </a:lnTo>
                  <a:lnTo>
                    <a:pt x="108" y="351"/>
                  </a:lnTo>
                  <a:lnTo>
                    <a:pt x="127" y="373"/>
                  </a:lnTo>
                  <a:lnTo>
                    <a:pt x="149" y="390"/>
                  </a:lnTo>
                  <a:lnTo>
                    <a:pt x="172" y="406"/>
                  </a:lnTo>
                  <a:lnTo>
                    <a:pt x="195" y="416"/>
                  </a:lnTo>
                  <a:lnTo>
                    <a:pt x="220" y="422"/>
                  </a:lnTo>
                  <a:lnTo>
                    <a:pt x="245" y="424"/>
                  </a:lnTo>
                  <a:lnTo>
                    <a:pt x="245" y="413"/>
                  </a:lnTo>
                  <a:lnTo>
                    <a:pt x="222" y="410"/>
                  </a:lnTo>
                  <a:lnTo>
                    <a:pt x="200" y="405"/>
                  </a:lnTo>
                  <a:lnTo>
                    <a:pt x="179" y="394"/>
                  </a:lnTo>
                  <a:lnTo>
                    <a:pt x="156" y="381"/>
                  </a:lnTo>
                  <a:lnTo>
                    <a:pt x="136" y="364"/>
                  </a:lnTo>
                  <a:lnTo>
                    <a:pt x="118" y="344"/>
                  </a:lnTo>
                  <a:lnTo>
                    <a:pt x="99" y="319"/>
                  </a:lnTo>
                  <a:lnTo>
                    <a:pt x="81" y="292"/>
                  </a:lnTo>
                  <a:lnTo>
                    <a:pt x="67" y="264"/>
                  </a:lnTo>
                  <a:lnTo>
                    <a:pt x="53" y="231"/>
                  </a:lnTo>
                  <a:lnTo>
                    <a:pt x="41" y="197"/>
                  </a:lnTo>
                  <a:lnTo>
                    <a:pt x="31" y="161"/>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6609" name="Freeform 63"/>
            <p:cNvSpPr>
              <a:spLocks/>
            </p:cNvSpPr>
            <p:nvPr/>
          </p:nvSpPr>
          <p:spPr bwMode="auto">
            <a:xfrm>
              <a:off x="1343" y="2118"/>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1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20" y="3"/>
                  </a:lnTo>
                  <a:lnTo>
                    <a:pt x="195" y="9"/>
                  </a:lnTo>
                  <a:lnTo>
                    <a:pt x="172" y="19"/>
                  </a:lnTo>
                  <a:lnTo>
                    <a:pt x="149" y="34"/>
                  </a:lnTo>
                  <a:lnTo>
                    <a:pt x="127" y="53"/>
                  </a:lnTo>
                  <a:lnTo>
                    <a:pt x="108" y="75"/>
                  </a:lnTo>
                  <a:lnTo>
                    <a:pt x="90" y="99"/>
                  </a:lnTo>
                  <a:lnTo>
                    <a:pt x="71" y="126"/>
                  </a:lnTo>
                  <a:lnTo>
                    <a:pt x="56" y="158"/>
                  </a:lnTo>
                  <a:lnTo>
                    <a:pt x="41" y="190"/>
                  </a:lnTo>
                  <a:lnTo>
                    <a:pt x="30" y="224"/>
                  </a:lnTo>
                  <a:lnTo>
                    <a:pt x="19" y="262"/>
                  </a:lnTo>
                  <a:lnTo>
                    <a:pt x="11" y="301"/>
                  </a:lnTo>
                  <a:lnTo>
                    <a:pt x="5" y="340"/>
                  </a:lnTo>
                  <a:lnTo>
                    <a:pt x="2" y="384"/>
                  </a:lnTo>
                  <a:lnTo>
                    <a:pt x="0" y="426"/>
                  </a:lnTo>
                  <a:lnTo>
                    <a:pt x="12" y="426"/>
                  </a:lnTo>
                  <a:lnTo>
                    <a:pt x="13" y="384"/>
                  </a:lnTo>
                  <a:lnTo>
                    <a:pt x="17" y="343"/>
                  </a:lnTo>
                  <a:lnTo>
                    <a:pt x="23" y="303"/>
                  </a:lnTo>
                  <a:lnTo>
                    <a:pt x="31" y="264"/>
                  </a:lnTo>
                  <a:lnTo>
                    <a:pt x="41" y="229"/>
                  </a:lnTo>
                  <a:lnTo>
                    <a:pt x="53" y="195"/>
                  </a:lnTo>
                  <a:lnTo>
                    <a:pt x="67" y="162"/>
                  </a:lnTo>
                  <a:lnTo>
                    <a:pt x="82" y="133"/>
                  </a:lnTo>
                  <a:lnTo>
                    <a:pt x="99" y="106"/>
                  </a:lnTo>
                  <a:lnTo>
                    <a:pt x="118" y="83"/>
                  </a:lnTo>
                  <a:lnTo>
                    <a:pt x="136" y="63"/>
                  </a:lnTo>
                  <a:lnTo>
                    <a:pt x="156" y="44"/>
                  </a:lnTo>
                  <a:lnTo>
                    <a:pt x="179" y="31"/>
                  </a:lnTo>
                  <a:lnTo>
                    <a:pt x="200" y="20"/>
                  </a:lnTo>
                  <a:lnTo>
                    <a:pt x="222" y="15"/>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6610" name="Freeform 64"/>
            <p:cNvSpPr>
              <a:spLocks/>
            </p:cNvSpPr>
            <p:nvPr/>
          </p:nvSpPr>
          <p:spPr bwMode="auto">
            <a:xfrm>
              <a:off x="1384" y="1859"/>
              <a:ext cx="49" cy="84"/>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1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3" y="382"/>
                  </a:lnTo>
                  <a:lnTo>
                    <a:pt x="240" y="339"/>
                  </a:lnTo>
                  <a:lnTo>
                    <a:pt x="234" y="299"/>
                  </a:lnTo>
                  <a:lnTo>
                    <a:pt x="226" y="261"/>
                  </a:lnTo>
                  <a:lnTo>
                    <a:pt x="215" y="222"/>
                  </a:lnTo>
                  <a:lnTo>
                    <a:pt x="204" y="188"/>
                  </a:lnTo>
                  <a:lnTo>
                    <a:pt x="189" y="156"/>
                  </a:lnTo>
                  <a:lnTo>
                    <a:pt x="173" y="125"/>
                  </a:lnTo>
                  <a:lnTo>
                    <a:pt x="155" y="98"/>
                  </a:lnTo>
                  <a:lnTo>
                    <a:pt x="138" y="74"/>
                  </a:lnTo>
                  <a:lnTo>
                    <a:pt x="118" y="51"/>
                  </a:lnTo>
                  <a:lnTo>
                    <a:pt x="96" y="34"/>
                  </a:lnTo>
                  <a:lnTo>
                    <a:pt x="73" y="18"/>
                  </a:lnTo>
                  <a:lnTo>
                    <a:pt x="50" y="8"/>
                  </a:lnTo>
                  <a:lnTo>
                    <a:pt x="25" y="2"/>
                  </a:lnTo>
                  <a:lnTo>
                    <a:pt x="0" y="0"/>
                  </a:lnTo>
                  <a:lnTo>
                    <a:pt x="0" y="11"/>
                  </a:lnTo>
                  <a:lnTo>
                    <a:pt x="23" y="14"/>
                  </a:lnTo>
                  <a:lnTo>
                    <a:pt x="45" y="20"/>
                  </a:lnTo>
                  <a:lnTo>
                    <a:pt x="66" y="30"/>
                  </a:lnTo>
                  <a:lnTo>
                    <a:pt x="89" y="43"/>
                  </a:lnTo>
                  <a:lnTo>
                    <a:pt x="109" y="61"/>
                  </a:lnTo>
                  <a:lnTo>
                    <a:pt x="129" y="81"/>
                  </a:lnTo>
                  <a:lnTo>
                    <a:pt x="146" y="105"/>
                  </a:lnTo>
                  <a:lnTo>
                    <a:pt x="164" y="132"/>
                  </a:lnTo>
                  <a:lnTo>
                    <a:pt x="178" y="160"/>
                  </a:lnTo>
                  <a:lnTo>
                    <a:pt x="192" y="193"/>
                  </a:lnTo>
                  <a:lnTo>
                    <a:pt x="204" y="227"/>
                  </a:lnTo>
                  <a:lnTo>
                    <a:pt x="214" y="264"/>
                  </a:lnTo>
                  <a:lnTo>
                    <a:pt x="222" y="301"/>
                  </a:lnTo>
                  <a:lnTo>
                    <a:pt x="228"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6611" name="Freeform 65"/>
            <p:cNvSpPr>
              <a:spLocks/>
            </p:cNvSpPr>
            <p:nvPr/>
          </p:nvSpPr>
          <p:spPr bwMode="auto">
            <a:xfrm>
              <a:off x="1384" y="1943"/>
              <a:ext cx="49" cy="86"/>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5" y="423"/>
                  </a:lnTo>
                  <a:lnTo>
                    <a:pt x="50" y="418"/>
                  </a:lnTo>
                  <a:lnTo>
                    <a:pt x="73" y="407"/>
                  </a:lnTo>
                  <a:lnTo>
                    <a:pt x="96" y="392"/>
                  </a:lnTo>
                  <a:lnTo>
                    <a:pt x="118" y="374"/>
                  </a:lnTo>
                  <a:lnTo>
                    <a:pt x="138" y="352"/>
                  </a:lnTo>
                  <a:lnTo>
                    <a:pt x="155" y="327"/>
                  </a:lnTo>
                  <a:lnTo>
                    <a:pt x="174" y="300"/>
                  </a:lnTo>
                  <a:lnTo>
                    <a:pt x="189" y="269"/>
                  </a:lnTo>
                  <a:lnTo>
                    <a:pt x="204" y="237"/>
                  </a:lnTo>
                  <a:lnTo>
                    <a:pt x="215" y="202"/>
                  </a:lnTo>
                  <a:lnTo>
                    <a:pt x="226" y="164"/>
                  </a:lnTo>
                  <a:lnTo>
                    <a:pt x="234" y="126"/>
                  </a:lnTo>
                  <a:lnTo>
                    <a:pt x="240" y="86"/>
                  </a:lnTo>
                  <a:lnTo>
                    <a:pt x="243" y="42"/>
                  </a:lnTo>
                  <a:lnTo>
                    <a:pt x="245" y="0"/>
                  </a:lnTo>
                  <a:lnTo>
                    <a:pt x="233" y="0"/>
                  </a:lnTo>
                  <a:lnTo>
                    <a:pt x="232" y="42"/>
                  </a:lnTo>
                  <a:lnTo>
                    <a:pt x="228" y="83"/>
                  </a:lnTo>
                  <a:lnTo>
                    <a:pt x="222" y="123"/>
                  </a:lnTo>
                  <a:lnTo>
                    <a:pt x="214" y="162"/>
                  </a:lnTo>
                  <a:lnTo>
                    <a:pt x="204" y="197"/>
                  </a:lnTo>
                  <a:lnTo>
                    <a:pt x="192" y="232"/>
                  </a:lnTo>
                  <a:lnTo>
                    <a:pt x="178" y="264"/>
                  </a:lnTo>
                  <a:lnTo>
                    <a:pt x="163" y="293"/>
                  </a:lnTo>
                  <a:lnTo>
                    <a:pt x="146" y="320"/>
                  </a:lnTo>
                  <a:lnTo>
                    <a:pt x="129" y="345"/>
                  </a:lnTo>
                  <a:lnTo>
                    <a:pt x="109" y="365"/>
                  </a:lnTo>
                  <a:lnTo>
                    <a:pt x="89" y="382"/>
                  </a:lnTo>
                  <a:lnTo>
                    <a:pt x="66" y="395"/>
                  </a:lnTo>
                  <a:lnTo>
                    <a:pt x="45" y="406"/>
                  </a:lnTo>
                  <a:lnTo>
                    <a:pt x="23"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6612" name="Freeform 66"/>
            <p:cNvSpPr>
              <a:spLocks/>
            </p:cNvSpPr>
            <p:nvPr/>
          </p:nvSpPr>
          <p:spPr bwMode="auto">
            <a:xfrm>
              <a:off x="1335" y="1943"/>
              <a:ext cx="49" cy="86"/>
            </a:xfrm>
            <a:custGeom>
              <a:avLst/>
              <a:gdLst>
                <a:gd name="T0" fmla="*/ 0 w 246"/>
                <a:gd name="T1" fmla="*/ 0 h 426"/>
                <a:gd name="T2" fmla="*/ 0 w 246"/>
                <a:gd name="T3" fmla="*/ 0 h 426"/>
                <a:gd name="T4" fmla="*/ 0 w 246"/>
                <a:gd name="T5" fmla="*/ 0 h 426"/>
                <a:gd name="T6" fmla="*/ 0 w 246"/>
                <a:gd name="T7" fmla="*/ 1 h 426"/>
                <a:gd name="T8" fmla="*/ 0 w 246"/>
                <a:gd name="T9" fmla="*/ 1 h 426"/>
                <a:gd name="T10" fmla="*/ 0 w 246"/>
                <a:gd name="T11" fmla="*/ 1 h 426"/>
                <a:gd name="T12" fmla="*/ 0 w 246"/>
                <a:gd name="T13" fmla="*/ 2 h 426"/>
                <a:gd name="T14" fmla="*/ 0 w 246"/>
                <a:gd name="T15" fmla="*/ 2 h 426"/>
                <a:gd name="T16" fmla="*/ 0 w 246"/>
                <a:gd name="T17" fmla="*/ 2 h 426"/>
                <a:gd name="T18" fmla="*/ 1 w 246"/>
                <a:gd name="T19" fmla="*/ 2 h 426"/>
                <a:gd name="T20" fmla="*/ 1 w 246"/>
                <a:gd name="T21" fmla="*/ 3 h 426"/>
                <a:gd name="T22" fmla="*/ 1 w 246"/>
                <a:gd name="T23" fmla="*/ 3 h 426"/>
                <a:gd name="T24" fmla="*/ 1 w 246"/>
                <a:gd name="T25" fmla="*/ 3 h 426"/>
                <a:gd name="T26" fmla="*/ 1 w 246"/>
                <a:gd name="T27" fmla="*/ 3 h 426"/>
                <a:gd name="T28" fmla="*/ 1 w 246"/>
                <a:gd name="T29" fmla="*/ 3 h 426"/>
                <a:gd name="T30" fmla="*/ 2 w 246"/>
                <a:gd name="T31" fmla="*/ 3 h 426"/>
                <a:gd name="T32" fmla="*/ 2 w 246"/>
                <a:gd name="T33" fmla="*/ 3 h 426"/>
                <a:gd name="T34" fmla="*/ 2 w 246"/>
                <a:gd name="T35" fmla="*/ 3 h 426"/>
                <a:gd name="T36" fmla="*/ 2 w 246"/>
                <a:gd name="T37" fmla="*/ 3 h 426"/>
                <a:gd name="T38" fmla="*/ 2 w 246"/>
                <a:gd name="T39" fmla="*/ 3 h 426"/>
                <a:gd name="T40" fmla="*/ 2 w 246"/>
                <a:gd name="T41" fmla="*/ 3 h 426"/>
                <a:gd name="T42" fmla="*/ 1 w 246"/>
                <a:gd name="T43" fmla="*/ 3 h 426"/>
                <a:gd name="T44" fmla="*/ 1 w 246"/>
                <a:gd name="T45" fmla="*/ 3 h 426"/>
                <a:gd name="T46" fmla="*/ 1 w 246"/>
                <a:gd name="T47" fmla="*/ 3 h 426"/>
                <a:gd name="T48" fmla="*/ 1 w 246"/>
                <a:gd name="T49" fmla="*/ 3 h 426"/>
                <a:gd name="T50" fmla="*/ 1 w 246"/>
                <a:gd name="T51" fmla="*/ 3 h 426"/>
                <a:gd name="T52" fmla="*/ 1 w 246"/>
                <a:gd name="T53" fmla="*/ 2 h 426"/>
                <a:gd name="T54" fmla="*/ 1 w 246"/>
                <a:gd name="T55" fmla="*/ 2 h 426"/>
                <a:gd name="T56" fmla="*/ 0 w 246"/>
                <a:gd name="T57" fmla="*/ 2 h 426"/>
                <a:gd name="T58" fmla="*/ 0 w 246"/>
                <a:gd name="T59" fmla="*/ 2 h 426"/>
                <a:gd name="T60" fmla="*/ 0 w 246"/>
                <a:gd name="T61" fmla="*/ 1 h 426"/>
                <a:gd name="T62" fmla="*/ 0 w 246"/>
                <a:gd name="T63" fmla="*/ 1 h 426"/>
                <a:gd name="T64" fmla="*/ 0 w 246"/>
                <a:gd name="T65" fmla="*/ 1 h 426"/>
                <a:gd name="T66" fmla="*/ 0 w 246"/>
                <a:gd name="T67" fmla="*/ 0 h 426"/>
                <a:gd name="T68" fmla="*/ 0 w 246"/>
                <a:gd name="T69" fmla="*/ 0 h 426"/>
                <a:gd name="T70" fmla="*/ 0 w 246"/>
                <a:gd name="T71" fmla="*/ 0 h 426"/>
                <a:gd name="T72" fmla="*/ 0 w 246"/>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0"/>
                  </a:moveTo>
                  <a:lnTo>
                    <a:pt x="0" y="0"/>
                  </a:lnTo>
                  <a:lnTo>
                    <a:pt x="1" y="42"/>
                  </a:lnTo>
                  <a:lnTo>
                    <a:pt x="4" y="86"/>
                  </a:lnTo>
                  <a:lnTo>
                    <a:pt x="10" y="126"/>
                  </a:lnTo>
                  <a:lnTo>
                    <a:pt x="18" y="164"/>
                  </a:lnTo>
                  <a:lnTo>
                    <a:pt x="29" y="202"/>
                  </a:lnTo>
                  <a:lnTo>
                    <a:pt x="41" y="237"/>
                  </a:lnTo>
                  <a:lnTo>
                    <a:pt x="55" y="269"/>
                  </a:lnTo>
                  <a:lnTo>
                    <a:pt x="71" y="300"/>
                  </a:lnTo>
                  <a:lnTo>
                    <a:pt x="89" y="327"/>
                  </a:lnTo>
                  <a:lnTo>
                    <a:pt x="107" y="352"/>
                  </a:lnTo>
                  <a:lnTo>
                    <a:pt x="127" y="374"/>
                  </a:lnTo>
                  <a:lnTo>
                    <a:pt x="150" y="392"/>
                  </a:lnTo>
                  <a:lnTo>
                    <a:pt x="171" y="407"/>
                  </a:lnTo>
                  <a:lnTo>
                    <a:pt x="195" y="418"/>
                  </a:lnTo>
                  <a:lnTo>
                    <a:pt x="220" y="423"/>
                  </a:lnTo>
                  <a:lnTo>
                    <a:pt x="246" y="426"/>
                  </a:lnTo>
                  <a:lnTo>
                    <a:pt x="246" y="414"/>
                  </a:lnTo>
                  <a:lnTo>
                    <a:pt x="222" y="412"/>
                  </a:lnTo>
                  <a:lnTo>
                    <a:pt x="200" y="406"/>
                  </a:lnTo>
                  <a:lnTo>
                    <a:pt x="178" y="395"/>
                  </a:lnTo>
                  <a:lnTo>
                    <a:pt x="157" y="382"/>
                  </a:lnTo>
                  <a:lnTo>
                    <a:pt x="137" y="365"/>
                  </a:lnTo>
                  <a:lnTo>
                    <a:pt x="117" y="345"/>
                  </a:lnTo>
                  <a:lnTo>
                    <a:pt x="98" y="320"/>
                  </a:lnTo>
                  <a:lnTo>
                    <a:pt x="83" y="293"/>
                  </a:lnTo>
                  <a:lnTo>
                    <a:pt x="66" y="264"/>
                  </a:lnTo>
                  <a:lnTo>
                    <a:pt x="52" y="232"/>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6613" name="Freeform 67"/>
            <p:cNvSpPr>
              <a:spLocks/>
            </p:cNvSpPr>
            <p:nvPr/>
          </p:nvSpPr>
          <p:spPr bwMode="auto">
            <a:xfrm>
              <a:off x="1335" y="1859"/>
              <a:ext cx="49" cy="84"/>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1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0" y="2"/>
                  </a:lnTo>
                  <a:lnTo>
                    <a:pt x="195" y="8"/>
                  </a:lnTo>
                  <a:lnTo>
                    <a:pt x="171" y="18"/>
                  </a:lnTo>
                  <a:lnTo>
                    <a:pt x="150" y="34"/>
                  </a:lnTo>
                  <a:lnTo>
                    <a:pt x="127" y="51"/>
                  </a:lnTo>
                  <a:lnTo>
                    <a:pt x="107" y="74"/>
                  </a:lnTo>
                  <a:lnTo>
                    <a:pt x="89" y="98"/>
                  </a:lnTo>
                  <a:lnTo>
                    <a:pt x="72" y="125"/>
                  </a:lnTo>
                  <a:lnTo>
                    <a:pt x="55" y="156"/>
                  </a:lnTo>
                  <a:lnTo>
                    <a:pt x="41" y="188"/>
                  </a:lnTo>
                  <a:lnTo>
                    <a:pt x="29" y="222"/>
                  </a:lnTo>
                  <a:lnTo>
                    <a:pt x="18" y="261"/>
                  </a:lnTo>
                  <a:lnTo>
                    <a:pt x="10" y="299"/>
                  </a:lnTo>
                  <a:lnTo>
                    <a:pt x="4" y="339"/>
                  </a:lnTo>
                  <a:lnTo>
                    <a:pt x="1" y="382"/>
                  </a:lnTo>
                  <a:lnTo>
                    <a:pt x="0" y="424"/>
                  </a:lnTo>
                  <a:lnTo>
                    <a:pt x="11" y="424"/>
                  </a:lnTo>
                  <a:lnTo>
                    <a:pt x="13" y="382"/>
                  </a:lnTo>
                  <a:lnTo>
                    <a:pt x="16" y="341"/>
                  </a:lnTo>
                  <a:lnTo>
                    <a:pt x="22" y="301"/>
                  </a:lnTo>
                  <a:lnTo>
                    <a:pt x="30" y="264"/>
                  </a:lnTo>
                  <a:lnTo>
                    <a:pt x="41" y="227"/>
                  </a:lnTo>
                  <a:lnTo>
                    <a:pt x="52" y="193"/>
                  </a:lnTo>
                  <a:lnTo>
                    <a:pt x="66" y="160"/>
                  </a:lnTo>
                  <a:lnTo>
                    <a:pt x="82" y="132"/>
                  </a:lnTo>
                  <a:lnTo>
                    <a:pt x="98" y="105"/>
                  </a:lnTo>
                  <a:lnTo>
                    <a:pt x="117" y="81"/>
                  </a:lnTo>
                  <a:lnTo>
                    <a:pt x="137" y="61"/>
                  </a:lnTo>
                  <a:lnTo>
                    <a:pt x="157" y="43"/>
                  </a:lnTo>
                  <a:lnTo>
                    <a:pt x="178" y="30"/>
                  </a:lnTo>
                  <a:lnTo>
                    <a:pt x="200" y="20"/>
                  </a:lnTo>
                  <a:lnTo>
                    <a:pt x="222" y="14"/>
                  </a:lnTo>
                  <a:lnTo>
                    <a:pt x="246" y="11"/>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6614" name="Freeform 68"/>
            <p:cNvSpPr>
              <a:spLocks/>
            </p:cNvSpPr>
            <p:nvPr/>
          </p:nvSpPr>
          <p:spPr bwMode="auto">
            <a:xfrm>
              <a:off x="1552" y="1751"/>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1" y="339"/>
                  </a:lnTo>
                  <a:lnTo>
                    <a:pt x="235" y="299"/>
                  </a:lnTo>
                  <a:lnTo>
                    <a:pt x="226" y="261"/>
                  </a:lnTo>
                  <a:lnTo>
                    <a:pt x="216" y="223"/>
                  </a:lnTo>
                  <a:lnTo>
                    <a:pt x="204" y="189"/>
                  </a:lnTo>
                  <a:lnTo>
                    <a:pt x="190" y="156"/>
                  </a:lnTo>
                  <a:lnTo>
                    <a:pt x="174" y="125"/>
                  </a:lnTo>
                  <a:lnTo>
                    <a:pt x="156" y="98"/>
                  </a:lnTo>
                  <a:lnTo>
                    <a:pt x="137" y="74"/>
                  </a:lnTo>
                  <a:lnTo>
                    <a:pt x="119" y="52"/>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8" y="81"/>
                  </a:lnTo>
                  <a:lnTo>
                    <a:pt x="147" y="105"/>
                  </a:lnTo>
                  <a:lnTo>
                    <a:pt x="164" y="132"/>
                  </a:lnTo>
                  <a:lnTo>
                    <a:pt x="178" y="161"/>
                  </a:lnTo>
                  <a:lnTo>
                    <a:pt x="193" y="193"/>
                  </a:lnTo>
                  <a:lnTo>
                    <a:pt x="204" y="227"/>
                  </a:lnTo>
                  <a:lnTo>
                    <a:pt x="215" y="264"/>
                  </a:lnTo>
                  <a:lnTo>
                    <a:pt x="223" y="301"/>
                  </a:lnTo>
                  <a:lnTo>
                    <a:pt x="229" y="341"/>
                  </a:lnTo>
                  <a:lnTo>
                    <a:pt x="232" y="382"/>
                  </a:lnTo>
                  <a:lnTo>
                    <a:pt x="234"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6615" name="Freeform 69"/>
            <p:cNvSpPr>
              <a:spLocks/>
            </p:cNvSpPr>
            <p:nvPr/>
          </p:nvSpPr>
          <p:spPr bwMode="auto">
            <a:xfrm>
              <a:off x="1552" y="1836"/>
              <a:ext cx="49" cy="85"/>
            </a:xfrm>
            <a:custGeom>
              <a:avLst/>
              <a:gdLst>
                <a:gd name="T0" fmla="*/ 0 w 245"/>
                <a:gd name="T1" fmla="*/ 3 h 425"/>
                <a:gd name="T2" fmla="*/ 0 w 245"/>
                <a:gd name="T3" fmla="*/ 3 h 425"/>
                <a:gd name="T4" fmla="*/ 0 w 245"/>
                <a:gd name="T5" fmla="*/ 3 h 425"/>
                <a:gd name="T6" fmla="*/ 0 w 245"/>
                <a:gd name="T7" fmla="*/ 3 h 425"/>
                <a:gd name="T8" fmla="*/ 1 w 245"/>
                <a:gd name="T9" fmla="*/ 3 h 425"/>
                <a:gd name="T10" fmla="*/ 1 w 245"/>
                <a:gd name="T11" fmla="*/ 3 h 425"/>
                <a:gd name="T12" fmla="*/ 1 w 245"/>
                <a:gd name="T13" fmla="*/ 3 h 425"/>
                <a:gd name="T14" fmla="*/ 1 w 245"/>
                <a:gd name="T15" fmla="*/ 3 h 425"/>
                <a:gd name="T16" fmla="*/ 1 w 245"/>
                <a:gd name="T17" fmla="*/ 3 h 425"/>
                <a:gd name="T18" fmla="*/ 1 w 245"/>
                <a:gd name="T19" fmla="*/ 2 h 425"/>
                <a:gd name="T20" fmla="*/ 2 w 245"/>
                <a:gd name="T21" fmla="*/ 2 h 425"/>
                <a:gd name="T22" fmla="*/ 2 w 245"/>
                <a:gd name="T23" fmla="*/ 2 h 425"/>
                <a:gd name="T24" fmla="*/ 2 w 245"/>
                <a:gd name="T25" fmla="*/ 2 h 425"/>
                <a:gd name="T26" fmla="*/ 2 w 245"/>
                <a:gd name="T27" fmla="*/ 1 h 425"/>
                <a:gd name="T28" fmla="*/ 2 w 245"/>
                <a:gd name="T29" fmla="*/ 1 h 425"/>
                <a:gd name="T30" fmla="*/ 2 w 245"/>
                <a:gd name="T31" fmla="*/ 1 h 425"/>
                <a:gd name="T32" fmla="*/ 2 w 245"/>
                <a:gd name="T33" fmla="*/ 0 h 425"/>
                <a:gd name="T34" fmla="*/ 2 w 245"/>
                <a:gd name="T35" fmla="*/ 0 h 425"/>
                <a:gd name="T36" fmla="*/ 2 w 245"/>
                <a:gd name="T37" fmla="*/ 0 h 425"/>
                <a:gd name="T38" fmla="*/ 2 w 245"/>
                <a:gd name="T39" fmla="*/ 0 h 425"/>
                <a:gd name="T40" fmla="*/ 2 w 245"/>
                <a:gd name="T41" fmla="*/ 1 h 425"/>
                <a:gd name="T42" fmla="*/ 2 w 245"/>
                <a:gd name="T43" fmla="*/ 1 h 425"/>
                <a:gd name="T44" fmla="*/ 2 w 245"/>
                <a:gd name="T45" fmla="*/ 1 h 425"/>
                <a:gd name="T46" fmla="*/ 2 w 245"/>
                <a:gd name="T47" fmla="*/ 2 h 425"/>
                <a:gd name="T48" fmla="*/ 2 w 245"/>
                <a:gd name="T49" fmla="*/ 2 h 425"/>
                <a:gd name="T50" fmla="*/ 1 w 245"/>
                <a:gd name="T51" fmla="*/ 2 h 425"/>
                <a:gd name="T52" fmla="*/ 1 w 245"/>
                <a:gd name="T53" fmla="*/ 2 h 425"/>
                <a:gd name="T54" fmla="*/ 1 w 245"/>
                <a:gd name="T55" fmla="*/ 3 h 425"/>
                <a:gd name="T56" fmla="*/ 1 w 245"/>
                <a:gd name="T57" fmla="*/ 3 h 425"/>
                <a:gd name="T58" fmla="*/ 1 w 245"/>
                <a:gd name="T59" fmla="*/ 3 h 425"/>
                <a:gd name="T60" fmla="*/ 1 w 245"/>
                <a:gd name="T61" fmla="*/ 3 h 425"/>
                <a:gd name="T62" fmla="*/ 1 w 245"/>
                <a:gd name="T63" fmla="*/ 3 h 425"/>
                <a:gd name="T64" fmla="*/ 0 w 245"/>
                <a:gd name="T65" fmla="*/ 3 h 425"/>
                <a:gd name="T66" fmla="*/ 0 w 245"/>
                <a:gd name="T67" fmla="*/ 3 h 425"/>
                <a:gd name="T68" fmla="*/ 0 w 245"/>
                <a:gd name="T69" fmla="*/ 3 h 425"/>
                <a:gd name="T70" fmla="*/ 0 w 245"/>
                <a:gd name="T71" fmla="*/ 3 h 425"/>
                <a:gd name="T72" fmla="*/ 0 w 245"/>
                <a:gd name="T73" fmla="*/ 3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5"/>
                <a:gd name="T113" fmla="*/ 245 w 245"/>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5">
                  <a:moveTo>
                    <a:pt x="0" y="425"/>
                  </a:moveTo>
                  <a:lnTo>
                    <a:pt x="0" y="425"/>
                  </a:lnTo>
                  <a:lnTo>
                    <a:pt x="26" y="422"/>
                  </a:lnTo>
                  <a:lnTo>
                    <a:pt x="51" y="417"/>
                  </a:lnTo>
                  <a:lnTo>
                    <a:pt x="74" y="406"/>
                  </a:lnTo>
                  <a:lnTo>
                    <a:pt x="96" y="391"/>
                  </a:lnTo>
                  <a:lnTo>
                    <a:pt x="119" y="373"/>
                  </a:lnTo>
                  <a:lnTo>
                    <a:pt x="137" y="351"/>
                  </a:lnTo>
                  <a:lnTo>
                    <a:pt x="156" y="326"/>
                  </a:lnTo>
                  <a:lnTo>
                    <a:pt x="174" y="299"/>
                  </a:lnTo>
                  <a:lnTo>
                    <a:pt x="190" y="269"/>
                  </a:lnTo>
                  <a:lnTo>
                    <a:pt x="204" y="236"/>
                  </a:lnTo>
                  <a:lnTo>
                    <a:pt x="216" y="202"/>
                  </a:lnTo>
                  <a:lnTo>
                    <a:pt x="226" y="163"/>
                  </a:lnTo>
                  <a:lnTo>
                    <a:pt x="235" y="126"/>
                  </a:lnTo>
                  <a:lnTo>
                    <a:pt x="241" y="86"/>
                  </a:lnTo>
                  <a:lnTo>
                    <a:pt x="244" y="43"/>
                  </a:lnTo>
                  <a:lnTo>
                    <a:pt x="245" y="0"/>
                  </a:lnTo>
                  <a:lnTo>
                    <a:pt x="234" y="0"/>
                  </a:lnTo>
                  <a:lnTo>
                    <a:pt x="232" y="43"/>
                  </a:lnTo>
                  <a:lnTo>
                    <a:pt x="229" y="84"/>
                  </a:lnTo>
                  <a:lnTo>
                    <a:pt x="223" y="123"/>
                  </a:lnTo>
                  <a:lnTo>
                    <a:pt x="215" y="161"/>
                  </a:lnTo>
                  <a:lnTo>
                    <a:pt x="204" y="197"/>
                  </a:lnTo>
                  <a:lnTo>
                    <a:pt x="193" y="231"/>
                  </a:lnTo>
                  <a:lnTo>
                    <a:pt x="178" y="264"/>
                  </a:lnTo>
                  <a:lnTo>
                    <a:pt x="164" y="292"/>
                  </a:lnTo>
                  <a:lnTo>
                    <a:pt x="147" y="319"/>
                  </a:lnTo>
                  <a:lnTo>
                    <a:pt x="128" y="344"/>
                  </a:lnTo>
                  <a:lnTo>
                    <a:pt x="109" y="364"/>
                  </a:lnTo>
                  <a:lnTo>
                    <a:pt x="89" y="381"/>
                  </a:lnTo>
                  <a:lnTo>
                    <a:pt x="67" y="394"/>
                  </a:lnTo>
                  <a:lnTo>
                    <a:pt x="46" y="405"/>
                  </a:lnTo>
                  <a:lnTo>
                    <a:pt x="24" y="411"/>
                  </a:lnTo>
                  <a:lnTo>
                    <a:pt x="0" y="413"/>
                  </a:lnTo>
                  <a:lnTo>
                    <a:pt x="0" y="425"/>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6616" name="Freeform 70"/>
            <p:cNvSpPr>
              <a:spLocks/>
            </p:cNvSpPr>
            <p:nvPr/>
          </p:nvSpPr>
          <p:spPr bwMode="auto">
            <a:xfrm>
              <a:off x="1502" y="1836"/>
              <a:ext cx="50" cy="85"/>
            </a:xfrm>
            <a:custGeom>
              <a:avLst/>
              <a:gdLst>
                <a:gd name="T0" fmla="*/ 0 w 246"/>
                <a:gd name="T1" fmla="*/ 0 h 425"/>
                <a:gd name="T2" fmla="*/ 0 w 246"/>
                <a:gd name="T3" fmla="*/ 0 h 425"/>
                <a:gd name="T4" fmla="*/ 0 w 246"/>
                <a:gd name="T5" fmla="*/ 0 h 425"/>
                <a:gd name="T6" fmla="*/ 0 w 246"/>
                <a:gd name="T7" fmla="*/ 1 h 425"/>
                <a:gd name="T8" fmla="*/ 0 w 246"/>
                <a:gd name="T9" fmla="*/ 1 h 425"/>
                <a:gd name="T10" fmla="*/ 0 w 246"/>
                <a:gd name="T11" fmla="*/ 1 h 425"/>
                <a:gd name="T12" fmla="*/ 0 w 246"/>
                <a:gd name="T13" fmla="*/ 2 h 425"/>
                <a:gd name="T14" fmla="*/ 0 w 246"/>
                <a:gd name="T15" fmla="*/ 2 h 425"/>
                <a:gd name="T16" fmla="*/ 0 w 246"/>
                <a:gd name="T17" fmla="*/ 2 h 425"/>
                <a:gd name="T18" fmla="*/ 1 w 246"/>
                <a:gd name="T19" fmla="*/ 2 h 425"/>
                <a:gd name="T20" fmla="*/ 1 w 246"/>
                <a:gd name="T21" fmla="*/ 3 h 425"/>
                <a:gd name="T22" fmla="*/ 1 w 246"/>
                <a:gd name="T23" fmla="*/ 3 h 425"/>
                <a:gd name="T24" fmla="*/ 1 w 246"/>
                <a:gd name="T25" fmla="*/ 3 h 425"/>
                <a:gd name="T26" fmla="*/ 1 w 246"/>
                <a:gd name="T27" fmla="*/ 3 h 425"/>
                <a:gd name="T28" fmla="*/ 1 w 246"/>
                <a:gd name="T29" fmla="*/ 3 h 425"/>
                <a:gd name="T30" fmla="*/ 2 w 246"/>
                <a:gd name="T31" fmla="*/ 3 h 425"/>
                <a:gd name="T32" fmla="*/ 2 w 246"/>
                <a:gd name="T33" fmla="*/ 3 h 425"/>
                <a:gd name="T34" fmla="*/ 2 w 246"/>
                <a:gd name="T35" fmla="*/ 3 h 425"/>
                <a:gd name="T36" fmla="*/ 2 w 246"/>
                <a:gd name="T37" fmla="*/ 3 h 425"/>
                <a:gd name="T38" fmla="*/ 2 w 246"/>
                <a:gd name="T39" fmla="*/ 3 h 425"/>
                <a:gd name="T40" fmla="*/ 2 w 246"/>
                <a:gd name="T41" fmla="*/ 3 h 425"/>
                <a:gd name="T42" fmla="*/ 1 w 246"/>
                <a:gd name="T43" fmla="*/ 3 h 425"/>
                <a:gd name="T44" fmla="*/ 1 w 246"/>
                <a:gd name="T45" fmla="*/ 3 h 425"/>
                <a:gd name="T46" fmla="*/ 1 w 246"/>
                <a:gd name="T47" fmla="*/ 3 h 425"/>
                <a:gd name="T48" fmla="*/ 1 w 246"/>
                <a:gd name="T49" fmla="*/ 3 h 425"/>
                <a:gd name="T50" fmla="*/ 1 w 246"/>
                <a:gd name="T51" fmla="*/ 3 h 425"/>
                <a:gd name="T52" fmla="*/ 1 w 246"/>
                <a:gd name="T53" fmla="*/ 2 h 425"/>
                <a:gd name="T54" fmla="*/ 1 w 246"/>
                <a:gd name="T55" fmla="*/ 2 h 425"/>
                <a:gd name="T56" fmla="*/ 0 w 246"/>
                <a:gd name="T57" fmla="*/ 2 h 425"/>
                <a:gd name="T58" fmla="*/ 0 w 246"/>
                <a:gd name="T59" fmla="*/ 2 h 425"/>
                <a:gd name="T60" fmla="*/ 0 w 246"/>
                <a:gd name="T61" fmla="*/ 1 h 425"/>
                <a:gd name="T62" fmla="*/ 0 w 246"/>
                <a:gd name="T63" fmla="*/ 1 h 425"/>
                <a:gd name="T64" fmla="*/ 0 w 246"/>
                <a:gd name="T65" fmla="*/ 1 h 425"/>
                <a:gd name="T66" fmla="*/ 0 w 246"/>
                <a:gd name="T67" fmla="*/ 0 h 425"/>
                <a:gd name="T68" fmla="*/ 0 w 246"/>
                <a:gd name="T69" fmla="*/ 0 h 425"/>
                <a:gd name="T70" fmla="*/ 0 w 246"/>
                <a:gd name="T71" fmla="*/ 0 h 425"/>
                <a:gd name="T72" fmla="*/ 0 w 246"/>
                <a:gd name="T73" fmla="*/ 0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5"/>
                <a:gd name="T113" fmla="*/ 246 w 246"/>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5">
                  <a:moveTo>
                    <a:pt x="0" y="0"/>
                  </a:moveTo>
                  <a:lnTo>
                    <a:pt x="0" y="0"/>
                  </a:lnTo>
                  <a:lnTo>
                    <a:pt x="2" y="43"/>
                  </a:lnTo>
                  <a:lnTo>
                    <a:pt x="5" y="86"/>
                  </a:lnTo>
                  <a:lnTo>
                    <a:pt x="11" y="126"/>
                  </a:lnTo>
                  <a:lnTo>
                    <a:pt x="19" y="163"/>
                  </a:lnTo>
                  <a:lnTo>
                    <a:pt x="30" y="202"/>
                  </a:lnTo>
                  <a:lnTo>
                    <a:pt x="41" y="236"/>
                  </a:lnTo>
                  <a:lnTo>
                    <a:pt x="55" y="269"/>
                  </a:lnTo>
                  <a:lnTo>
                    <a:pt x="73" y="299"/>
                  </a:lnTo>
                  <a:lnTo>
                    <a:pt x="89" y="326"/>
                  </a:lnTo>
                  <a:lnTo>
                    <a:pt x="108" y="351"/>
                  </a:lnTo>
                  <a:lnTo>
                    <a:pt x="128" y="373"/>
                  </a:lnTo>
                  <a:lnTo>
                    <a:pt x="150" y="391"/>
                  </a:lnTo>
                  <a:lnTo>
                    <a:pt x="171" y="406"/>
                  </a:lnTo>
                  <a:lnTo>
                    <a:pt x="196" y="417"/>
                  </a:lnTo>
                  <a:lnTo>
                    <a:pt x="221" y="422"/>
                  </a:lnTo>
                  <a:lnTo>
                    <a:pt x="246" y="425"/>
                  </a:lnTo>
                  <a:lnTo>
                    <a:pt x="246" y="413"/>
                  </a:lnTo>
                  <a:lnTo>
                    <a:pt x="223" y="411"/>
                  </a:lnTo>
                  <a:lnTo>
                    <a:pt x="201" y="405"/>
                  </a:lnTo>
                  <a:lnTo>
                    <a:pt x="178" y="394"/>
                  </a:lnTo>
                  <a:lnTo>
                    <a:pt x="157" y="381"/>
                  </a:lnTo>
                  <a:lnTo>
                    <a:pt x="137" y="364"/>
                  </a:lnTo>
                  <a:lnTo>
                    <a:pt x="117" y="344"/>
                  </a:lnTo>
                  <a:lnTo>
                    <a:pt x="99" y="319"/>
                  </a:lnTo>
                  <a:lnTo>
                    <a:pt x="82" y="292"/>
                  </a:lnTo>
                  <a:lnTo>
                    <a:pt x="67" y="264"/>
                  </a:lnTo>
                  <a:lnTo>
                    <a:pt x="53" y="231"/>
                  </a:lnTo>
                  <a:lnTo>
                    <a:pt x="41" y="197"/>
                  </a:lnTo>
                  <a:lnTo>
                    <a:pt x="31" y="161"/>
                  </a:lnTo>
                  <a:lnTo>
                    <a:pt x="23" y="123"/>
                  </a:lnTo>
                  <a:lnTo>
                    <a:pt x="17" y="84"/>
                  </a:lnTo>
                  <a:lnTo>
                    <a:pt x="13" y="4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6617" name="Freeform 71"/>
            <p:cNvSpPr>
              <a:spLocks/>
            </p:cNvSpPr>
            <p:nvPr/>
          </p:nvSpPr>
          <p:spPr bwMode="auto">
            <a:xfrm>
              <a:off x="1502" y="1751"/>
              <a:ext cx="50" cy="85"/>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2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1" y="2"/>
                  </a:lnTo>
                  <a:lnTo>
                    <a:pt x="196" y="8"/>
                  </a:lnTo>
                  <a:lnTo>
                    <a:pt x="171" y="19"/>
                  </a:lnTo>
                  <a:lnTo>
                    <a:pt x="150" y="34"/>
                  </a:lnTo>
                  <a:lnTo>
                    <a:pt x="128" y="52"/>
                  </a:lnTo>
                  <a:lnTo>
                    <a:pt x="108" y="74"/>
                  </a:lnTo>
                  <a:lnTo>
                    <a:pt x="89" y="98"/>
                  </a:lnTo>
                  <a:lnTo>
                    <a:pt x="73" y="125"/>
                  </a:lnTo>
                  <a:lnTo>
                    <a:pt x="55" y="156"/>
                  </a:lnTo>
                  <a:lnTo>
                    <a:pt x="41" y="189"/>
                  </a:lnTo>
                  <a:lnTo>
                    <a:pt x="30" y="223"/>
                  </a:lnTo>
                  <a:lnTo>
                    <a:pt x="19" y="261"/>
                  </a:lnTo>
                  <a:lnTo>
                    <a:pt x="11" y="299"/>
                  </a:lnTo>
                  <a:lnTo>
                    <a:pt x="5" y="339"/>
                  </a:lnTo>
                  <a:lnTo>
                    <a:pt x="2" y="382"/>
                  </a:lnTo>
                  <a:lnTo>
                    <a:pt x="0" y="424"/>
                  </a:lnTo>
                  <a:lnTo>
                    <a:pt x="12" y="424"/>
                  </a:lnTo>
                  <a:lnTo>
                    <a:pt x="13" y="382"/>
                  </a:lnTo>
                  <a:lnTo>
                    <a:pt x="17" y="341"/>
                  </a:lnTo>
                  <a:lnTo>
                    <a:pt x="23" y="301"/>
                  </a:lnTo>
                  <a:lnTo>
                    <a:pt x="31" y="264"/>
                  </a:lnTo>
                  <a:lnTo>
                    <a:pt x="41" y="227"/>
                  </a:lnTo>
                  <a:lnTo>
                    <a:pt x="53" y="193"/>
                  </a:lnTo>
                  <a:lnTo>
                    <a:pt x="67" y="161"/>
                  </a:lnTo>
                  <a:lnTo>
                    <a:pt x="82" y="132"/>
                  </a:lnTo>
                  <a:lnTo>
                    <a:pt x="99" y="105"/>
                  </a:lnTo>
                  <a:lnTo>
                    <a:pt x="117" y="81"/>
                  </a:lnTo>
                  <a:lnTo>
                    <a:pt x="137" y="61"/>
                  </a:lnTo>
                  <a:lnTo>
                    <a:pt x="157" y="43"/>
                  </a:lnTo>
                  <a:lnTo>
                    <a:pt x="178" y="30"/>
                  </a:lnTo>
                  <a:lnTo>
                    <a:pt x="201" y="20"/>
                  </a:lnTo>
                  <a:lnTo>
                    <a:pt x="223" y="14"/>
                  </a:lnTo>
                  <a:lnTo>
                    <a:pt x="246" y="12"/>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6618" name="Freeform 72"/>
            <p:cNvSpPr>
              <a:spLocks/>
            </p:cNvSpPr>
            <p:nvPr/>
          </p:nvSpPr>
          <p:spPr bwMode="auto">
            <a:xfrm>
              <a:off x="1565" y="2016"/>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0" y="339"/>
                  </a:lnTo>
                  <a:lnTo>
                    <a:pt x="234" y="299"/>
                  </a:lnTo>
                  <a:lnTo>
                    <a:pt x="226" y="261"/>
                  </a:lnTo>
                  <a:lnTo>
                    <a:pt x="216" y="223"/>
                  </a:lnTo>
                  <a:lnTo>
                    <a:pt x="204" y="189"/>
                  </a:lnTo>
                  <a:lnTo>
                    <a:pt x="190" y="156"/>
                  </a:lnTo>
                  <a:lnTo>
                    <a:pt x="174" y="125"/>
                  </a:lnTo>
                  <a:lnTo>
                    <a:pt x="156" y="98"/>
                  </a:lnTo>
                  <a:lnTo>
                    <a:pt x="138" y="74"/>
                  </a:lnTo>
                  <a:lnTo>
                    <a:pt x="118" y="51"/>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9" y="81"/>
                  </a:lnTo>
                  <a:lnTo>
                    <a:pt x="147" y="105"/>
                  </a:lnTo>
                  <a:lnTo>
                    <a:pt x="164" y="132"/>
                  </a:lnTo>
                  <a:lnTo>
                    <a:pt x="178" y="160"/>
                  </a:lnTo>
                  <a:lnTo>
                    <a:pt x="192" y="193"/>
                  </a:lnTo>
                  <a:lnTo>
                    <a:pt x="204" y="227"/>
                  </a:lnTo>
                  <a:lnTo>
                    <a:pt x="215" y="264"/>
                  </a:lnTo>
                  <a:lnTo>
                    <a:pt x="223" y="301"/>
                  </a:lnTo>
                  <a:lnTo>
                    <a:pt x="229"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6619" name="Freeform 73"/>
            <p:cNvSpPr>
              <a:spLocks/>
            </p:cNvSpPr>
            <p:nvPr/>
          </p:nvSpPr>
          <p:spPr bwMode="auto">
            <a:xfrm>
              <a:off x="1565" y="2101"/>
              <a:ext cx="49" cy="85"/>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6" y="423"/>
                  </a:lnTo>
                  <a:lnTo>
                    <a:pt x="51" y="418"/>
                  </a:lnTo>
                  <a:lnTo>
                    <a:pt x="74" y="407"/>
                  </a:lnTo>
                  <a:lnTo>
                    <a:pt x="96" y="392"/>
                  </a:lnTo>
                  <a:lnTo>
                    <a:pt x="118" y="373"/>
                  </a:lnTo>
                  <a:lnTo>
                    <a:pt x="138" y="351"/>
                  </a:lnTo>
                  <a:lnTo>
                    <a:pt x="156" y="327"/>
                  </a:lnTo>
                  <a:lnTo>
                    <a:pt x="175" y="299"/>
                  </a:lnTo>
                  <a:lnTo>
                    <a:pt x="190" y="269"/>
                  </a:lnTo>
                  <a:lnTo>
                    <a:pt x="204" y="236"/>
                  </a:lnTo>
                  <a:lnTo>
                    <a:pt x="216" y="202"/>
                  </a:lnTo>
                  <a:lnTo>
                    <a:pt x="226" y="164"/>
                  </a:lnTo>
                  <a:lnTo>
                    <a:pt x="234" y="126"/>
                  </a:lnTo>
                  <a:lnTo>
                    <a:pt x="240" y="86"/>
                  </a:lnTo>
                  <a:lnTo>
                    <a:pt x="244" y="42"/>
                  </a:lnTo>
                  <a:lnTo>
                    <a:pt x="245" y="0"/>
                  </a:lnTo>
                  <a:lnTo>
                    <a:pt x="233" y="0"/>
                  </a:lnTo>
                  <a:lnTo>
                    <a:pt x="232" y="42"/>
                  </a:lnTo>
                  <a:lnTo>
                    <a:pt x="229" y="83"/>
                  </a:lnTo>
                  <a:lnTo>
                    <a:pt x="223" y="123"/>
                  </a:lnTo>
                  <a:lnTo>
                    <a:pt x="215" y="162"/>
                  </a:lnTo>
                  <a:lnTo>
                    <a:pt x="204" y="197"/>
                  </a:lnTo>
                  <a:lnTo>
                    <a:pt x="192" y="231"/>
                  </a:lnTo>
                  <a:lnTo>
                    <a:pt x="178" y="264"/>
                  </a:lnTo>
                  <a:lnTo>
                    <a:pt x="163" y="292"/>
                  </a:lnTo>
                  <a:lnTo>
                    <a:pt x="147" y="320"/>
                  </a:lnTo>
                  <a:lnTo>
                    <a:pt x="129" y="344"/>
                  </a:lnTo>
                  <a:lnTo>
                    <a:pt x="109" y="364"/>
                  </a:lnTo>
                  <a:lnTo>
                    <a:pt x="89" y="382"/>
                  </a:lnTo>
                  <a:lnTo>
                    <a:pt x="67" y="395"/>
                  </a:lnTo>
                  <a:lnTo>
                    <a:pt x="46" y="406"/>
                  </a:lnTo>
                  <a:lnTo>
                    <a:pt x="24"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6620" name="Freeform 74"/>
            <p:cNvSpPr>
              <a:spLocks/>
            </p:cNvSpPr>
            <p:nvPr/>
          </p:nvSpPr>
          <p:spPr bwMode="auto">
            <a:xfrm>
              <a:off x="1516" y="2101"/>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5" y="86"/>
                  </a:lnTo>
                  <a:lnTo>
                    <a:pt x="11" y="126"/>
                  </a:lnTo>
                  <a:lnTo>
                    <a:pt x="19" y="164"/>
                  </a:lnTo>
                  <a:lnTo>
                    <a:pt x="30" y="202"/>
                  </a:lnTo>
                  <a:lnTo>
                    <a:pt x="41" y="236"/>
                  </a:lnTo>
                  <a:lnTo>
                    <a:pt x="55" y="269"/>
                  </a:lnTo>
                  <a:lnTo>
                    <a:pt x="71" y="299"/>
                  </a:lnTo>
                  <a:lnTo>
                    <a:pt x="89" y="327"/>
                  </a:lnTo>
                  <a:lnTo>
                    <a:pt x="107" y="351"/>
                  </a:lnTo>
                  <a:lnTo>
                    <a:pt x="127" y="373"/>
                  </a:lnTo>
                  <a:lnTo>
                    <a:pt x="149" y="392"/>
                  </a:lnTo>
                  <a:lnTo>
                    <a:pt x="171" y="407"/>
                  </a:lnTo>
                  <a:lnTo>
                    <a:pt x="195" y="418"/>
                  </a:lnTo>
                  <a:lnTo>
                    <a:pt x="219" y="423"/>
                  </a:lnTo>
                  <a:lnTo>
                    <a:pt x="245" y="426"/>
                  </a:lnTo>
                  <a:lnTo>
                    <a:pt x="245" y="414"/>
                  </a:lnTo>
                  <a:lnTo>
                    <a:pt x="222" y="412"/>
                  </a:lnTo>
                  <a:lnTo>
                    <a:pt x="199" y="406"/>
                  </a:lnTo>
                  <a:lnTo>
                    <a:pt x="178" y="395"/>
                  </a:lnTo>
                  <a:lnTo>
                    <a:pt x="156" y="382"/>
                  </a:lnTo>
                  <a:lnTo>
                    <a:pt x="136" y="364"/>
                  </a:lnTo>
                  <a:lnTo>
                    <a:pt x="116" y="344"/>
                  </a:lnTo>
                  <a:lnTo>
                    <a:pt x="99" y="320"/>
                  </a:lnTo>
                  <a:lnTo>
                    <a:pt x="82" y="292"/>
                  </a:lnTo>
                  <a:lnTo>
                    <a:pt x="67" y="264"/>
                  </a:lnTo>
                  <a:lnTo>
                    <a:pt x="53" y="231"/>
                  </a:lnTo>
                  <a:lnTo>
                    <a:pt x="41" y="197"/>
                  </a:lnTo>
                  <a:lnTo>
                    <a:pt x="31" y="162"/>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6621" name="Freeform 75"/>
            <p:cNvSpPr>
              <a:spLocks/>
            </p:cNvSpPr>
            <p:nvPr/>
          </p:nvSpPr>
          <p:spPr bwMode="auto">
            <a:xfrm>
              <a:off x="1516" y="2016"/>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5" y="8"/>
                  </a:lnTo>
                  <a:lnTo>
                    <a:pt x="171" y="19"/>
                  </a:lnTo>
                  <a:lnTo>
                    <a:pt x="149" y="34"/>
                  </a:lnTo>
                  <a:lnTo>
                    <a:pt x="127" y="51"/>
                  </a:lnTo>
                  <a:lnTo>
                    <a:pt x="107" y="74"/>
                  </a:lnTo>
                  <a:lnTo>
                    <a:pt x="89" y="98"/>
                  </a:lnTo>
                  <a:lnTo>
                    <a:pt x="72" y="125"/>
                  </a:lnTo>
                  <a:lnTo>
                    <a:pt x="55" y="156"/>
                  </a:lnTo>
                  <a:lnTo>
                    <a:pt x="41" y="189"/>
                  </a:lnTo>
                  <a:lnTo>
                    <a:pt x="30" y="223"/>
                  </a:lnTo>
                  <a:lnTo>
                    <a:pt x="19" y="261"/>
                  </a:lnTo>
                  <a:lnTo>
                    <a:pt x="11" y="299"/>
                  </a:lnTo>
                  <a:lnTo>
                    <a:pt x="5" y="339"/>
                  </a:lnTo>
                  <a:lnTo>
                    <a:pt x="1" y="382"/>
                  </a:lnTo>
                  <a:lnTo>
                    <a:pt x="0" y="424"/>
                  </a:lnTo>
                  <a:lnTo>
                    <a:pt x="12" y="424"/>
                  </a:lnTo>
                  <a:lnTo>
                    <a:pt x="13" y="382"/>
                  </a:lnTo>
                  <a:lnTo>
                    <a:pt x="17" y="341"/>
                  </a:lnTo>
                  <a:lnTo>
                    <a:pt x="23" y="301"/>
                  </a:lnTo>
                  <a:lnTo>
                    <a:pt x="31" y="264"/>
                  </a:lnTo>
                  <a:lnTo>
                    <a:pt x="41" y="227"/>
                  </a:lnTo>
                  <a:lnTo>
                    <a:pt x="53" y="193"/>
                  </a:lnTo>
                  <a:lnTo>
                    <a:pt x="67" y="160"/>
                  </a:lnTo>
                  <a:lnTo>
                    <a:pt x="81" y="132"/>
                  </a:lnTo>
                  <a:lnTo>
                    <a:pt x="99" y="105"/>
                  </a:lnTo>
                  <a:lnTo>
                    <a:pt x="116" y="81"/>
                  </a:lnTo>
                  <a:lnTo>
                    <a:pt x="136" y="61"/>
                  </a:lnTo>
                  <a:lnTo>
                    <a:pt x="156" y="43"/>
                  </a:lnTo>
                  <a:lnTo>
                    <a:pt x="178" y="30"/>
                  </a:lnTo>
                  <a:lnTo>
                    <a:pt x="199" y="20"/>
                  </a:lnTo>
                  <a:lnTo>
                    <a:pt x="222"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sp>
        <p:nvSpPr>
          <p:cNvPr id="66568" name="Rectangle 77"/>
          <p:cNvSpPr>
            <a:spLocks noChangeArrowheads="1"/>
          </p:cNvSpPr>
          <p:nvPr/>
        </p:nvSpPr>
        <p:spPr bwMode="auto">
          <a:xfrm>
            <a:off x="611188" y="0"/>
            <a:ext cx="6388100" cy="6477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3000"/>
              <a:t>Sem. 1 - Mardi</a:t>
            </a:r>
          </a:p>
        </p:txBody>
      </p:sp>
      <p:sp>
        <p:nvSpPr>
          <p:cNvPr id="66569" name="Text Box 78"/>
          <p:cNvSpPr txBox="1">
            <a:spLocks noChangeArrowheads="1"/>
          </p:cNvSpPr>
          <p:nvPr/>
        </p:nvSpPr>
        <p:spPr bwMode="auto">
          <a:xfrm>
            <a:off x="566738" y="2697163"/>
            <a:ext cx="3217862"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2. Pas de commandes</a:t>
            </a:r>
          </a:p>
        </p:txBody>
      </p:sp>
      <p:sp>
        <p:nvSpPr>
          <p:cNvPr id="66570" name="Text Box 79"/>
          <p:cNvSpPr txBox="1">
            <a:spLocks noChangeArrowheads="1"/>
          </p:cNvSpPr>
          <p:nvPr/>
        </p:nvSpPr>
        <p:spPr bwMode="auto">
          <a:xfrm>
            <a:off x="566738" y="5211763"/>
            <a:ext cx="6543675" cy="4429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eaLnBrk="1" hangingPunct="1">
              <a:spcBef>
                <a:spcPct val="0"/>
              </a:spcBef>
              <a:buFontTx/>
              <a:buNone/>
            </a:pPr>
            <a:r>
              <a:rPr lang="fr-FR" altLang="fr-FR" sz="2300"/>
              <a:t>4. Pointez la production sur votre feuille de suivi</a:t>
            </a:r>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7587" name="Group 3"/>
          <p:cNvGrpSpPr>
            <a:grpSpLocks/>
          </p:cNvGrpSpPr>
          <p:nvPr/>
        </p:nvGrpSpPr>
        <p:grpSpPr bwMode="auto">
          <a:xfrm>
            <a:off x="7073900" y="215900"/>
            <a:ext cx="1878013" cy="1250950"/>
            <a:chOff x="4456" y="136"/>
            <a:chExt cx="1183" cy="788"/>
          </a:xfrm>
        </p:grpSpPr>
        <p:grpSp>
          <p:nvGrpSpPr>
            <p:cNvPr id="67704" name="Group 4"/>
            <p:cNvGrpSpPr>
              <a:grpSpLocks/>
            </p:cNvGrpSpPr>
            <p:nvPr/>
          </p:nvGrpSpPr>
          <p:grpSpPr bwMode="auto">
            <a:xfrm>
              <a:off x="4766" y="232"/>
              <a:ext cx="873" cy="692"/>
              <a:chOff x="2185" y="310"/>
              <a:chExt cx="873" cy="692"/>
            </a:xfrm>
          </p:grpSpPr>
          <p:sp>
            <p:nvSpPr>
              <p:cNvPr id="67715" name="Freeform 5"/>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accent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7716" name="Freeform 6"/>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7717" name="Freeform 7"/>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7718" name="Freeform 8"/>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7719" name="Freeform 9"/>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7720" name="Freeform 10"/>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7721" name="Freeform 11"/>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grpSp>
          <p:nvGrpSpPr>
            <p:cNvPr id="67705" name="Group 12"/>
            <p:cNvGrpSpPr>
              <a:grpSpLocks/>
            </p:cNvGrpSpPr>
            <p:nvPr/>
          </p:nvGrpSpPr>
          <p:grpSpPr bwMode="auto">
            <a:xfrm>
              <a:off x="4949" y="336"/>
              <a:ext cx="591" cy="468"/>
              <a:chOff x="2185" y="310"/>
              <a:chExt cx="873" cy="692"/>
            </a:xfrm>
          </p:grpSpPr>
          <p:sp>
            <p:nvSpPr>
              <p:cNvPr id="67708" name="Freeform 13"/>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7709" name="Freeform 14"/>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7710" name="Freeform 15"/>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7711" name="Freeform 16"/>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7712" name="Freeform 17"/>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7713" name="Freeform 18"/>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7714" name="Freeform 19"/>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pic>
          <p:nvPicPr>
            <p:cNvPr id="67706" name="Picture 20"/>
            <p:cNvPicPr>
              <a:picLocks noChangeAspect="1" noChangeArrowheads="1"/>
            </p:cNvPicPr>
            <p:nvPr/>
          </p:nvPicPr>
          <p:blipFill>
            <a:blip r:embed="rId3" cstate="print">
              <a:extLst>
                <a:ext uri="{28A0092B-C50C-407E-A947-70E740481C1C}">
                  <a14:useLocalDpi xmlns:a14="http://schemas.microsoft.com/office/drawing/2010/main" val="0"/>
                </a:ext>
              </a:extLst>
            </a:blip>
            <a:srcRect l="-4282" t="-4369" r="-5199" b="-12012"/>
            <a:stretch>
              <a:fillRect/>
            </a:stretch>
          </p:blipFill>
          <p:spPr bwMode="auto">
            <a:xfrm>
              <a:off x="4456" y="136"/>
              <a:ext cx="480" cy="5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67707" name="Text Box 21"/>
            <p:cNvSpPr txBox="1">
              <a:spLocks noChangeArrowheads="1"/>
            </p:cNvSpPr>
            <p:nvPr/>
          </p:nvSpPr>
          <p:spPr bwMode="auto">
            <a:xfrm>
              <a:off x="4946" y="314"/>
              <a:ext cx="596" cy="49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4500" b="1">
                  <a:solidFill>
                    <a:srgbClr val="FF0000"/>
                  </a:solidFill>
                  <a:latin typeface="Arial Black" pitchFamily="34" charset="0"/>
                </a:rPr>
                <a:t>17</a:t>
              </a:r>
              <a:endParaRPr lang="fr-FR" altLang="fr-FR" sz="3200">
                <a:solidFill>
                  <a:schemeClr val="tx1"/>
                </a:solidFill>
                <a:latin typeface="Arial Black" pitchFamily="34" charset="0"/>
              </a:endParaRPr>
            </a:p>
          </p:txBody>
        </p:sp>
      </p:grpSp>
      <p:sp>
        <p:nvSpPr>
          <p:cNvPr id="67588" name="Text Box 22"/>
          <p:cNvSpPr txBox="1">
            <a:spLocks noChangeArrowheads="1"/>
          </p:cNvSpPr>
          <p:nvPr/>
        </p:nvSpPr>
        <p:spPr bwMode="auto">
          <a:xfrm>
            <a:off x="1868488" y="3671888"/>
            <a:ext cx="828675"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a:spcBef>
                <a:spcPct val="0"/>
              </a:spcBef>
              <a:buFontTx/>
              <a:buNone/>
            </a:pPr>
            <a:r>
              <a:rPr lang="fr-FR" altLang="fr-FR" sz="2400" dirty="0">
                <a:solidFill>
                  <a:srgbClr val="FC2C1C"/>
                </a:solidFill>
              </a:rPr>
              <a:t>2 R4</a:t>
            </a:r>
          </a:p>
        </p:txBody>
      </p:sp>
      <p:sp>
        <p:nvSpPr>
          <p:cNvPr id="67589" name="Text Box 23"/>
          <p:cNvSpPr txBox="1">
            <a:spLocks noChangeArrowheads="1"/>
          </p:cNvSpPr>
          <p:nvPr/>
        </p:nvSpPr>
        <p:spPr bwMode="auto">
          <a:xfrm>
            <a:off x="3243263" y="3671888"/>
            <a:ext cx="828675"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a:spcBef>
                <a:spcPct val="0"/>
              </a:spcBef>
              <a:buFontTx/>
              <a:buNone/>
            </a:pPr>
            <a:r>
              <a:rPr lang="fr-FR" altLang="fr-FR" sz="2400">
                <a:solidFill>
                  <a:srgbClr val="FC2C1C"/>
                </a:solidFill>
              </a:rPr>
              <a:t>2 R5</a:t>
            </a:r>
          </a:p>
        </p:txBody>
      </p:sp>
      <p:sp>
        <p:nvSpPr>
          <p:cNvPr id="67590" name="Text Box 24"/>
          <p:cNvSpPr txBox="1">
            <a:spLocks noChangeArrowheads="1"/>
          </p:cNvSpPr>
          <p:nvPr/>
        </p:nvSpPr>
        <p:spPr bwMode="auto">
          <a:xfrm>
            <a:off x="4618038" y="3662363"/>
            <a:ext cx="828675"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a:spcBef>
                <a:spcPct val="0"/>
              </a:spcBef>
              <a:buFontTx/>
              <a:buNone/>
            </a:pPr>
            <a:r>
              <a:rPr lang="fr-FR" altLang="fr-FR" sz="2400">
                <a:solidFill>
                  <a:srgbClr val="FC2C1C"/>
                </a:solidFill>
              </a:rPr>
              <a:t>2 R6</a:t>
            </a:r>
          </a:p>
        </p:txBody>
      </p:sp>
      <p:sp>
        <p:nvSpPr>
          <p:cNvPr id="67591" name="Oval 25"/>
          <p:cNvSpPr>
            <a:spLocks noChangeArrowheads="1"/>
          </p:cNvSpPr>
          <p:nvPr/>
        </p:nvSpPr>
        <p:spPr bwMode="auto">
          <a:xfrm rot="-5400000">
            <a:off x="6169819" y="3077369"/>
            <a:ext cx="336550" cy="312738"/>
          </a:xfrm>
          <a:prstGeom prst="ellipse">
            <a:avLst/>
          </a:prstGeom>
          <a:solidFill>
            <a:schemeClr val="bg1"/>
          </a:solidFill>
          <a:ln w="9525">
            <a:solidFill>
              <a:schemeClr val="tx1"/>
            </a:solidFill>
            <a:round/>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67592" name="Text Box 26"/>
          <p:cNvSpPr txBox="1">
            <a:spLocks noChangeArrowheads="1"/>
          </p:cNvSpPr>
          <p:nvPr/>
        </p:nvSpPr>
        <p:spPr bwMode="auto">
          <a:xfrm>
            <a:off x="5749925" y="3606800"/>
            <a:ext cx="3046413"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a:spcBef>
                <a:spcPct val="0"/>
              </a:spcBef>
              <a:buFontTx/>
              <a:buNone/>
            </a:pPr>
            <a:r>
              <a:rPr lang="fr-FR" altLang="fr-FR" sz="2400" dirty="0">
                <a:solidFill>
                  <a:srgbClr val="FC2C1C"/>
                </a:solidFill>
              </a:rPr>
              <a:t>5 Couronnes (ph. A)</a:t>
            </a:r>
          </a:p>
        </p:txBody>
      </p:sp>
      <p:sp>
        <p:nvSpPr>
          <p:cNvPr id="67593" name="Rectangle 27"/>
          <p:cNvSpPr>
            <a:spLocks noGrp="1" noChangeArrowheads="1"/>
          </p:cNvSpPr>
          <p:nvPr>
            <p:ph type="title"/>
          </p:nvPr>
        </p:nvSpPr>
        <p:spPr>
          <a:xfrm>
            <a:off x="858838" y="0"/>
            <a:ext cx="6038850" cy="647700"/>
          </a:xfrm>
        </p:spPr>
        <p:txBody>
          <a:bodyPr/>
          <a:lstStyle/>
          <a:p>
            <a:pPr eaLnBrk="1" hangingPunct="1"/>
            <a:r>
              <a:rPr lang="fr-FR" altLang="fr-FR"/>
              <a:t>Sem. 1 - Mercredi (St Geoffroy)</a:t>
            </a:r>
          </a:p>
        </p:txBody>
      </p:sp>
      <p:sp>
        <p:nvSpPr>
          <p:cNvPr id="67594" name="Text Box 28"/>
          <p:cNvSpPr txBox="1">
            <a:spLocks noChangeArrowheads="1"/>
          </p:cNvSpPr>
          <p:nvPr/>
        </p:nvSpPr>
        <p:spPr bwMode="auto">
          <a:xfrm>
            <a:off x="574675" y="2030413"/>
            <a:ext cx="3557588"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2. Livrez les commandes</a:t>
            </a:r>
          </a:p>
        </p:txBody>
      </p:sp>
      <p:sp>
        <p:nvSpPr>
          <p:cNvPr id="67595" name="Text Box 29"/>
          <p:cNvSpPr txBox="1">
            <a:spLocks noChangeArrowheads="1"/>
          </p:cNvSpPr>
          <p:nvPr/>
        </p:nvSpPr>
        <p:spPr bwMode="auto">
          <a:xfrm>
            <a:off x="566738" y="1154113"/>
            <a:ext cx="1946275"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1. Tirez le dé</a:t>
            </a:r>
          </a:p>
        </p:txBody>
      </p:sp>
      <p:sp>
        <p:nvSpPr>
          <p:cNvPr id="67596" name="Text Box 30"/>
          <p:cNvSpPr txBox="1">
            <a:spLocks noChangeArrowheads="1"/>
          </p:cNvSpPr>
          <p:nvPr/>
        </p:nvSpPr>
        <p:spPr bwMode="auto">
          <a:xfrm>
            <a:off x="588963" y="4249738"/>
            <a:ext cx="18796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3. Produisez</a:t>
            </a:r>
          </a:p>
        </p:txBody>
      </p:sp>
      <p:grpSp>
        <p:nvGrpSpPr>
          <p:cNvPr id="67597" name="Group 32"/>
          <p:cNvGrpSpPr>
            <a:grpSpLocks/>
          </p:cNvGrpSpPr>
          <p:nvPr/>
        </p:nvGrpSpPr>
        <p:grpSpPr bwMode="auto">
          <a:xfrm>
            <a:off x="2843213" y="1106488"/>
            <a:ext cx="446087" cy="534987"/>
            <a:chOff x="868" y="1439"/>
            <a:chExt cx="811" cy="972"/>
          </a:xfrm>
        </p:grpSpPr>
        <p:sp>
          <p:nvSpPr>
            <p:cNvPr id="67653" name="Freeform 33"/>
            <p:cNvSpPr>
              <a:spLocks/>
            </p:cNvSpPr>
            <p:nvPr/>
          </p:nvSpPr>
          <p:spPr bwMode="auto">
            <a:xfrm>
              <a:off x="1548" y="2014"/>
              <a:ext cx="123" cy="100"/>
            </a:xfrm>
            <a:custGeom>
              <a:avLst/>
              <a:gdLst>
                <a:gd name="T0" fmla="*/ 5 w 618"/>
                <a:gd name="T1" fmla="*/ 0 h 502"/>
                <a:gd name="T2" fmla="*/ 5 w 618"/>
                <a:gd name="T3" fmla="*/ 0 h 502"/>
                <a:gd name="T4" fmla="*/ 0 w 618"/>
                <a:gd name="T5" fmla="*/ 4 h 502"/>
                <a:gd name="T6" fmla="*/ 0 w 618"/>
                <a:gd name="T7" fmla="*/ 4 h 502"/>
                <a:gd name="T8" fmla="*/ 5 w 618"/>
                <a:gd name="T9" fmla="*/ 0 h 502"/>
                <a:gd name="T10" fmla="*/ 5 w 618"/>
                <a:gd name="T11" fmla="*/ 0 h 502"/>
                <a:gd name="T12" fmla="*/ 5 w 618"/>
                <a:gd name="T13" fmla="*/ 0 h 502"/>
                <a:gd name="T14" fmla="*/ 5 w 618"/>
                <a:gd name="T15" fmla="*/ 0 h 502"/>
                <a:gd name="T16" fmla="*/ 5 w 618"/>
                <a:gd name="T17" fmla="*/ 0 h 502"/>
                <a:gd name="T18" fmla="*/ 5 w 618"/>
                <a:gd name="T19" fmla="*/ 0 h 502"/>
                <a:gd name="T20" fmla="*/ 5 w 618"/>
                <a:gd name="T21" fmla="*/ 0 h 502"/>
                <a:gd name="T22" fmla="*/ 5 w 618"/>
                <a:gd name="T23" fmla="*/ 0 h 502"/>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618"/>
                <a:gd name="T37" fmla="*/ 0 h 502"/>
                <a:gd name="T38" fmla="*/ 618 w 618"/>
                <a:gd name="T39" fmla="*/ 502 h 502"/>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618" h="502">
                  <a:moveTo>
                    <a:pt x="611" y="0"/>
                  </a:moveTo>
                  <a:lnTo>
                    <a:pt x="606" y="2"/>
                  </a:lnTo>
                  <a:lnTo>
                    <a:pt x="0" y="490"/>
                  </a:lnTo>
                  <a:lnTo>
                    <a:pt x="10" y="502"/>
                  </a:lnTo>
                  <a:lnTo>
                    <a:pt x="616" y="14"/>
                  </a:lnTo>
                  <a:lnTo>
                    <a:pt x="611" y="16"/>
                  </a:lnTo>
                  <a:lnTo>
                    <a:pt x="616" y="14"/>
                  </a:lnTo>
                  <a:lnTo>
                    <a:pt x="618" y="9"/>
                  </a:lnTo>
                  <a:lnTo>
                    <a:pt x="617" y="3"/>
                  </a:lnTo>
                  <a:lnTo>
                    <a:pt x="612" y="1"/>
                  </a:lnTo>
                  <a:lnTo>
                    <a:pt x="606" y="2"/>
                  </a:lnTo>
                  <a:lnTo>
                    <a:pt x="611"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7654" name="Freeform 34"/>
            <p:cNvSpPr>
              <a:spLocks/>
            </p:cNvSpPr>
            <p:nvPr/>
          </p:nvSpPr>
          <p:spPr bwMode="auto">
            <a:xfrm>
              <a:off x="876" y="1852"/>
              <a:ext cx="82" cy="373"/>
            </a:xfrm>
            <a:custGeom>
              <a:avLst/>
              <a:gdLst>
                <a:gd name="T0" fmla="*/ 3 w 413"/>
                <a:gd name="T1" fmla="*/ 15 h 1865"/>
                <a:gd name="T2" fmla="*/ 3 w 413"/>
                <a:gd name="T3" fmla="*/ 15 h 1865"/>
                <a:gd name="T4" fmla="*/ 0 w 413"/>
                <a:gd name="T5" fmla="*/ 0 h 1865"/>
                <a:gd name="T6" fmla="*/ 0 w 413"/>
                <a:gd name="T7" fmla="*/ 0 h 1865"/>
                <a:gd name="T8" fmla="*/ 3 w 413"/>
                <a:gd name="T9" fmla="*/ 15 h 1865"/>
                <a:gd name="T10" fmla="*/ 3 w 413"/>
                <a:gd name="T11" fmla="*/ 15 h 1865"/>
                <a:gd name="T12" fmla="*/ 3 w 413"/>
                <a:gd name="T13" fmla="*/ 15 h 1865"/>
                <a:gd name="T14" fmla="*/ 3 w 413"/>
                <a:gd name="T15" fmla="*/ 15 h 1865"/>
                <a:gd name="T16" fmla="*/ 3 w 413"/>
                <a:gd name="T17" fmla="*/ 15 h 1865"/>
                <a:gd name="T18" fmla="*/ 3 w 413"/>
                <a:gd name="T19" fmla="*/ 15 h 1865"/>
                <a:gd name="T20" fmla="*/ 3 w 413"/>
                <a:gd name="T21" fmla="*/ 15 h 1865"/>
                <a:gd name="T22" fmla="*/ 3 w 413"/>
                <a:gd name="T23" fmla="*/ 15 h 186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413"/>
                <a:gd name="T37" fmla="*/ 0 h 1865"/>
                <a:gd name="T38" fmla="*/ 413 w 413"/>
                <a:gd name="T39" fmla="*/ 1865 h 1865"/>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413" h="1865">
                  <a:moveTo>
                    <a:pt x="400" y="1864"/>
                  </a:moveTo>
                  <a:lnTo>
                    <a:pt x="413" y="1856"/>
                  </a:lnTo>
                  <a:lnTo>
                    <a:pt x="17" y="0"/>
                  </a:lnTo>
                  <a:lnTo>
                    <a:pt x="0" y="2"/>
                  </a:lnTo>
                  <a:lnTo>
                    <a:pt x="396" y="1858"/>
                  </a:lnTo>
                  <a:lnTo>
                    <a:pt x="409" y="1850"/>
                  </a:lnTo>
                  <a:lnTo>
                    <a:pt x="396" y="1858"/>
                  </a:lnTo>
                  <a:lnTo>
                    <a:pt x="400" y="1864"/>
                  </a:lnTo>
                  <a:lnTo>
                    <a:pt x="406" y="1865"/>
                  </a:lnTo>
                  <a:lnTo>
                    <a:pt x="410" y="1862"/>
                  </a:lnTo>
                  <a:lnTo>
                    <a:pt x="413" y="1856"/>
                  </a:lnTo>
                  <a:lnTo>
                    <a:pt x="400" y="186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7655" name="Freeform 35"/>
            <p:cNvSpPr>
              <a:spLocks/>
            </p:cNvSpPr>
            <p:nvPr/>
          </p:nvSpPr>
          <p:spPr bwMode="auto">
            <a:xfrm>
              <a:off x="1282" y="1533"/>
              <a:ext cx="35" cy="161"/>
            </a:xfrm>
            <a:custGeom>
              <a:avLst/>
              <a:gdLst>
                <a:gd name="T0" fmla="*/ 1 w 175"/>
                <a:gd name="T1" fmla="*/ 6 h 807"/>
                <a:gd name="T2" fmla="*/ 1 w 175"/>
                <a:gd name="T3" fmla="*/ 6 h 807"/>
                <a:gd name="T4" fmla="*/ 1 w 175"/>
                <a:gd name="T5" fmla="*/ 6 h 807"/>
                <a:gd name="T6" fmla="*/ 1 w 175"/>
                <a:gd name="T7" fmla="*/ 5 h 807"/>
                <a:gd name="T8" fmla="*/ 1 w 175"/>
                <a:gd name="T9" fmla="*/ 5 h 807"/>
                <a:gd name="T10" fmla="*/ 1 w 175"/>
                <a:gd name="T11" fmla="*/ 5 h 807"/>
                <a:gd name="T12" fmla="*/ 1 w 175"/>
                <a:gd name="T13" fmla="*/ 4 h 807"/>
                <a:gd name="T14" fmla="*/ 1 w 175"/>
                <a:gd name="T15" fmla="*/ 4 h 807"/>
                <a:gd name="T16" fmla="*/ 1 w 175"/>
                <a:gd name="T17" fmla="*/ 3 h 807"/>
                <a:gd name="T18" fmla="*/ 1 w 175"/>
                <a:gd name="T19" fmla="*/ 3 h 807"/>
                <a:gd name="T20" fmla="*/ 1 w 175"/>
                <a:gd name="T21" fmla="*/ 3 h 807"/>
                <a:gd name="T22" fmla="*/ 1 w 175"/>
                <a:gd name="T23" fmla="*/ 2 h 807"/>
                <a:gd name="T24" fmla="*/ 1 w 175"/>
                <a:gd name="T25" fmla="*/ 2 h 807"/>
                <a:gd name="T26" fmla="*/ 1 w 175"/>
                <a:gd name="T27" fmla="*/ 2 h 807"/>
                <a:gd name="T28" fmla="*/ 1 w 175"/>
                <a:gd name="T29" fmla="*/ 1 h 807"/>
                <a:gd name="T30" fmla="*/ 1 w 175"/>
                <a:gd name="T31" fmla="*/ 1 h 807"/>
                <a:gd name="T32" fmla="*/ 1 w 175"/>
                <a:gd name="T33" fmla="*/ 1 h 807"/>
                <a:gd name="T34" fmla="*/ 1 w 175"/>
                <a:gd name="T35" fmla="*/ 0 h 807"/>
                <a:gd name="T36" fmla="*/ 1 w 175"/>
                <a:gd name="T37" fmla="*/ 0 h 807"/>
                <a:gd name="T38" fmla="*/ 1 w 175"/>
                <a:gd name="T39" fmla="*/ 0 h 807"/>
                <a:gd name="T40" fmla="*/ 0 w 175"/>
                <a:gd name="T41" fmla="*/ 1 h 807"/>
                <a:gd name="T42" fmla="*/ 0 w 175"/>
                <a:gd name="T43" fmla="*/ 1 h 807"/>
                <a:gd name="T44" fmla="*/ 0 w 175"/>
                <a:gd name="T45" fmla="*/ 1 h 807"/>
                <a:gd name="T46" fmla="*/ 0 w 175"/>
                <a:gd name="T47" fmla="*/ 2 h 807"/>
                <a:gd name="T48" fmla="*/ 0 w 175"/>
                <a:gd name="T49" fmla="*/ 2 h 807"/>
                <a:gd name="T50" fmla="*/ 0 w 175"/>
                <a:gd name="T51" fmla="*/ 3 h 807"/>
                <a:gd name="T52" fmla="*/ 0 w 175"/>
                <a:gd name="T53" fmla="*/ 3 h 807"/>
                <a:gd name="T54" fmla="*/ 0 w 175"/>
                <a:gd name="T55" fmla="*/ 3 h 807"/>
                <a:gd name="T56" fmla="*/ 0 w 175"/>
                <a:gd name="T57" fmla="*/ 4 h 807"/>
                <a:gd name="T58" fmla="*/ 0 w 175"/>
                <a:gd name="T59" fmla="*/ 4 h 807"/>
                <a:gd name="T60" fmla="*/ 0 w 175"/>
                <a:gd name="T61" fmla="*/ 5 h 807"/>
                <a:gd name="T62" fmla="*/ 0 w 175"/>
                <a:gd name="T63" fmla="*/ 5 h 807"/>
                <a:gd name="T64" fmla="*/ 0 w 175"/>
                <a:gd name="T65" fmla="*/ 5 h 807"/>
                <a:gd name="T66" fmla="*/ 1 w 175"/>
                <a:gd name="T67" fmla="*/ 6 h 807"/>
                <a:gd name="T68" fmla="*/ 1 w 175"/>
                <a:gd name="T69" fmla="*/ 6 h 807"/>
                <a:gd name="T70" fmla="*/ 1 w 175"/>
                <a:gd name="T71" fmla="*/ 6 h 807"/>
                <a:gd name="T72" fmla="*/ 1 w 175"/>
                <a:gd name="T73" fmla="*/ 6 h 807"/>
                <a:gd name="T74" fmla="*/ 1 w 175"/>
                <a:gd name="T75" fmla="*/ 6 h 807"/>
                <a:gd name="T76" fmla="*/ 1 w 175"/>
                <a:gd name="T77" fmla="*/ 6 h 807"/>
                <a:gd name="T78" fmla="*/ 1 w 175"/>
                <a:gd name="T79" fmla="*/ 6 h 807"/>
                <a:gd name="T80" fmla="*/ 1 w 175"/>
                <a:gd name="T81" fmla="*/ 6 h 807"/>
                <a:gd name="T82" fmla="*/ 1 w 175"/>
                <a:gd name="T83" fmla="*/ 6 h 807"/>
                <a:gd name="T84" fmla="*/ 1 w 175"/>
                <a:gd name="T85" fmla="*/ 6 h 807"/>
                <a:gd name="T86" fmla="*/ 1 w 175"/>
                <a:gd name="T87" fmla="*/ 6 h 807"/>
                <a:gd name="T88" fmla="*/ 1 w 175"/>
                <a:gd name="T89" fmla="*/ 6 h 807"/>
                <a:gd name="T90" fmla="*/ 1 w 175"/>
                <a:gd name="T91" fmla="*/ 6 h 80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175"/>
                <a:gd name="T139" fmla="*/ 0 h 807"/>
                <a:gd name="T140" fmla="*/ 175 w 175"/>
                <a:gd name="T141" fmla="*/ 807 h 80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175" h="807">
                  <a:moveTo>
                    <a:pt x="169" y="740"/>
                  </a:moveTo>
                  <a:lnTo>
                    <a:pt x="169" y="739"/>
                  </a:lnTo>
                  <a:lnTo>
                    <a:pt x="149" y="698"/>
                  </a:lnTo>
                  <a:lnTo>
                    <a:pt x="133" y="656"/>
                  </a:lnTo>
                  <a:lnTo>
                    <a:pt x="120" y="611"/>
                  </a:lnTo>
                  <a:lnTo>
                    <a:pt x="108" y="565"/>
                  </a:lnTo>
                  <a:lnTo>
                    <a:pt x="100" y="520"/>
                  </a:lnTo>
                  <a:lnTo>
                    <a:pt x="96" y="472"/>
                  </a:lnTo>
                  <a:lnTo>
                    <a:pt x="93" y="425"/>
                  </a:lnTo>
                  <a:lnTo>
                    <a:pt x="93" y="377"/>
                  </a:lnTo>
                  <a:lnTo>
                    <a:pt x="96" y="330"/>
                  </a:lnTo>
                  <a:lnTo>
                    <a:pt x="100" y="283"/>
                  </a:lnTo>
                  <a:lnTo>
                    <a:pt x="106" y="238"/>
                  </a:lnTo>
                  <a:lnTo>
                    <a:pt x="115" y="195"/>
                  </a:lnTo>
                  <a:lnTo>
                    <a:pt x="126" y="153"/>
                  </a:lnTo>
                  <a:lnTo>
                    <a:pt x="139" y="114"/>
                  </a:lnTo>
                  <a:lnTo>
                    <a:pt x="153" y="77"/>
                  </a:lnTo>
                  <a:lnTo>
                    <a:pt x="169" y="43"/>
                  </a:lnTo>
                  <a:lnTo>
                    <a:pt x="87" y="0"/>
                  </a:lnTo>
                  <a:lnTo>
                    <a:pt x="69" y="39"/>
                  </a:lnTo>
                  <a:lnTo>
                    <a:pt x="52" y="81"/>
                  </a:lnTo>
                  <a:lnTo>
                    <a:pt x="37" y="127"/>
                  </a:lnTo>
                  <a:lnTo>
                    <a:pt x="24" y="174"/>
                  </a:lnTo>
                  <a:lnTo>
                    <a:pt x="15" y="222"/>
                  </a:lnTo>
                  <a:lnTo>
                    <a:pt x="7" y="271"/>
                  </a:lnTo>
                  <a:lnTo>
                    <a:pt x="2" y="323"/>
                  </a:lnTo>
                  <a:lnTo>
                    <a:pt x="0" y="374"/>
                  </a:lnTo>
                  <a:lnTo>
                    <a:pt x="0" y="427"/>
                  </a:lnTo>
                  <a:lnTo>
                    <a:pt x="2" y="479"/>
                  </a:lnTo>
                  <a:lnTo>
                    <a:pt x="9" y="531"/>
                  </a:lnTo>
                  <a:lnTo>
                    <a:pt x="17" y="584"/>
                  </a:lnTo>
                  <a:lnTo>
                    <a:pt x="29" y="635"/>
                  </a:lnTo>
                  <a:lnTo>
                    <a:pt x="44" y="686"/>
                  </a:lnTo>
                  <a:lnTo>
                    <a:pt x="65" y="736"/>
                  </a:lnTo>
                  <a:lnTo>
                    <a:pt x="87" y="784"/>
                  </a:lnTo>
                  <a:lnTo>
                    <a:pt x="87" y="782"/>
                  </a:lnTo>
                  <a:lnTo>
                    <a:pt x="87" y="784"/>
                  </a:lnTo>
                  <a:lnTo>
                    <a:pt x="100" y="799"/>
                  </a:lnTo>
                  <a:lnTo>
                    <a:pt x="117" y="807"/>
                  </a:lnTo>
                  <a:lnTo>
                    <a:pt x="134" y="807"/>
                  </a:lnTo>
                  <a:lnTo>
                    <a:pt x="151" y="801"/>
                  </a:lnTo>
                  <a:lnTo>
                    <a:pt x="164" y="791"/>
                  </a:lnTo>
                  <a:lnTo>
                    <a:pt x="173" y="777"/>
                  </a:lnTo>
                  <a:lnTo>
                    <a:pt x="175" y="759"/>
                  </a:lnTo>
                  <a:lnTo>
                    <a:pt x="169" y="739"/>
                  </a:lnTo>
                  <a:lnTo>
                    <a:pt x="169" y="74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7656" name="Freeform 36"/>
            <p:cNvSpPr>
              <a:spLocks/>
            </p:cNvSpPr>
            <p:nvPr/>
          </p:nvSpPr>
          <p:spPr bwMode="auto">
            <a:xfrm>
              <a:off x="1299" y="1681"/>
              <a:ext cx="157" cy="281"/>
            </a:xfrm>
            <a:custGeom>
              <a:avLst/>
              <a:gdLst>
                <a:gd name="T0" fmla="*/ 6 w 787"/>
                <a:gd name="T1" fmla="*/ 11 h 1404"/>
                <a:gd name="T2" fmla="*/ 6 w 787"/>
                <a:gd name="T3" fmla="*/ 11 h 1404"/>
                <a:gd name="T4" fmla="*/ 1 w 787"/>
                <a:gd name="T5" fmla="*/ 0 h 1404"/>
                <a:gd name="T6" fmla="*/ 0 w 787"/>
                <a:gd name="T7" fmla="*/ 0 h 1404"/>
                <a:gd name="T8" fmla="*/ 6 w 787"/>
                <a:gd name="T9" fmla="*/ 11 h 1404"/>
                <a:gd name="T10" fmla="*/ 6 w 787"/>
                <a:gd name="T11" fmla="*/ 11 h 1404"/>
                <a:gd name="T12" fmla="*/ 6 w 787"/>
                <a:gd name="T13" fmla="*/ 11 h 1404"/>
                <a:gd name="T14" fmla="*/ 6 w 787"/>
                <a:gd name="T15" fmla="*/ 11 h 1404"/>
                <a:gd name="T16" fmla="*/ 6 w 787"/>
                <a:gd name="T17" fmla="*/ 11 h 1404"/>
                <a:gd name="T18" fmla="*/ 6 w 787"/>
                <a:gd name="T19" fmla="*/ 11 h 1404"/>
                <a:gd name="T20" fmla="*/ 6 w 787"/>
                <a:gd name="T21" fmla="*/ 11 h 1404"/>
                <a:gd name="T22" fmla="*/ 6 w 787"/>
                <a:gd name="T23" fmla="*/ 11 h 1404"/>
                <a:gd name="T24" fmla="*/ 6 w 787"/>
                <a:gd name="T25" fmla="*/ 11 h 1404"/>
                <a:gd name="T26" fmla="*/ 6 w 787"/>
                <a:gd name="T27" fmla="*/ 11 h 1404"/>
                <a:gd name="T28" fmla="*/ 6 w 787"/>
                <a:gd name="T29" fmla="*/ 11 h 1404"/>
                <a:gd name="T30" fmla="*/ 6 w 787"/>
                <a:gd name="T31" fmla="*/ 11 h 1404"/>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787"/>
                <a:gd name="T49" fmla="*/ 0 h 1404"/>
                <a:gd name="T50" fmla="*/ 787 w 787"/>
                <a:gd name="T51" fmla="*/ 1404 h 1404"/>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787" h="1404">
                  <a:moveTo>
                    <a:pt x="781" y="1334"/>
                  </a:moveTo>
                  <a:lnTo>
                    <a:pt x="781" y="1337"/>
                  </a:lnTo>
                  <a:lnTo>
                    <a:pt x="82" y="0"/>
                  </a:lnTo>
                  <a:lnTo>
                    <a:pt x="0" y="42"/>
                  </a:lnTo>
                  <a:lnTo>
                    <a:pt x="699" y="1379"/>
                  </a:lnTo>
                  <a:lnTo>
                    <a:pt x="699" y="1381"/>
                  </a:lnTo>
                  <a:lnTo>
                    <a:pt x="699" y="1379"/>
                  </a:lnTo>
                  <a:lnTo>
                    <a:pt x="712" y="1395"/>
                  </a:lnTo>
                  <a:lnTo>
                    <a:pt x="727" y="1402"/>
                  </a:lnTo>
                  <a:lnTo>
                    <a:pt x="744" y="1404"/>
                  </a:lnTo>
                  <a:lnTo>
                    <a:pt x="761" y="1398"/>
                  </a:lnTo>
                  <a:lnTo>
                    <a:pt x="775" y="1388"/>
                  </a:lnTo>
                  <a:lnTo>
                    <a:pt x="784" y="1373"/>
                  </a:lnTo>
                  <a:lnTo>
                    <a:pt x="787" y="1357"/>
                  </a:lnTo>
                  <a:lnTo>
                    <a:pt x="781" y="1337"/>
                  </a:lnTo>
                  <a:lnTo>
                    <a:pt x="781" y="13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7657" name="Freeform 37"/>
            <p:cNvSpPr>
              <a:spLocks/>
            </p:cNvSpPr>
            <p:nvPr/>
          </p:nvSpPr>
          <p:spPr bwMode="auto">
            <a:xfrm>
              <a:off x="1439" y="1948"/>
              <a:ext cx="125" cy="76"/>
            </a:xfrm>
            <a:custGeom>
              <a:avLst/>
              <a:gdLst>
                <a:gd name="T0" fmla="*/ 5 w 628"/>
                <a:gd name="T1" fmla="*/ 2 h 383"/>
                <a:gd name="T2" fmla="*/ 5 w 628"/>
                <a:gd name="T3" fmla="*/ 2 h 383"/>
                <a:gd name="T4" fmla="*/ 4 w 628"/>
                <a:gd name="T5" fmla="*/ 2 h 383"/>
                <a:gd name="T6" fmla="*/ 4 w 628"/>
                <a:gd name="T7" fmla="*/ 2 h 383"/>
                <a:gd name="T8" fmla="*/ 4 w 628"/>
                <a:gd name="T9" fmla="*/ 2 h 383"/>
                <a:gd name="T10" fmla="*/ 3 w 628"/>
                <a:gd name="T11" fmla="*/ 2 h 383"/>
                <a:gd name="T12" fmla="*/ 3 w 628"/>
                <a:gd name="T13" fmla="*/ 2 h 383"/>
                <a:gd name="T14" fmla="*/ 3 w 628"/>
                <a:gd name="T15" fmla="*/ 2 h 383"/>
                <a:gd name="T16" fmla="*/ 3 w 628"/>
                <a:gd name="T17" fmla="*/ 2 h 383"/>
                <a:gd name="T18" fmla="*/ 2 w 628"/>
                <a:gd name="T19" fmla="*/ 2 h 383"/>
                <a:gd name="T20" fmla="*/ 2 w 628"/>
                <a:gd name="T21" fmla="*/ 2 h 383"/>
                <a:gd name="T22" fmla="*/ 2 w 628"/>
                <a:gd name="T23" fmla="*/ 1 h 383"/>
                <a:gd name="T24" fmla="*/ 2 w 628"/>
                <a:gd name="T25" fmla="*/ 1 h 383"/>
                <a:gd name="T26" fmla="*/ 1 w 628"/>
                <a:gd name="T27" fmla="*/ 1 h 383"/>
                <a:gd name="T28" fmla="*/ 1 w 628"/>
                <a:gd name="T29" fmla="*/ 1 h 383"/>
                <a:gd name="T30" fmla="*/ 1 w 628"/>
                <a:gd name="T31" fmla="*/ 1 h 383"/>
                <a:gd name="T32" fmla="*/ 1 w 628"/>
                <a:gd name="T33" fmla="*/ 0 h 383"/>
                <a:gd name="T34" fmla="*/ 1 w 628"/>
                <a:gd name="T35" fmla="*/ 0 h 383"/>
                <a:gd name="T36" fmla="*/ 0 w 628"/>
                <a:gd name="T37" fmla="*/ 0 h 383"/>
                <a:gd name="T38" fmla="*/ 0 w 628"/>
                <a:gd name="T39" fmla="*/ 1 h 383"/>
                <a:gd name="T40" fmla="*/ 0 w 628"/>
                <a:gd name="T41" fmla="*/ 1 h 383"/>
                <a:gd name="T42" fmla="*/ 1 w 628"/>
                <a:gd name="T43" fmla="*/ 1 h 383"/>
                <a:gd name="T44" fmla="*/ 1 w 628"/>
                <a:gd name="T45" fmla="*/ 1 h 383"/>
                <a:gd name="T46" fmla="*/ 1 w 628"/>
                <a:gd name="T47" fmla="*/ 2 h 383"/>
                <a:gd name="T48" fmla="*/ 1 w 628"/>
                <a:gd name="T49" fmla="*/ 2 h 383"/>
                <a:gd name="T50" fmla="*/ 2 w 628"/>
                <a:gd name="T51" fmla="*/ 2 h 383"/>
                <a:gd name="T52" fmla="*/ 2 w 628"/>
                <a:gd name="T53" fmla="*/ 2 h 383"/>
                <a:gd name="T54" fmla="*/ 2 w 628"/>
                <a:gd name="T55" fmla="*/ 2 h 383"/>
                <a:gd name="T56" fmla="*/ 3 w 628"/>
                <a:gd name="T57" fmla="*/ 3 h 383"/>
                <a:gd name="T58" fmla="*/ 3 w 628"/>
                <a:gd name="T59" fmla="*/ 3 h 383"/>
                <a:gd name="T60" fmla="*/ 3 w 628"/>
                <a:gd name="T61" fmla="*/ 3 h 383"/>
                <a:gd name="T62" fmla="*/ 4 w 628"/>
                <a:gd name="T63" fmla="*/ 3 h 383"/>
                <a:gd name="T64" fmla="*/ 4 w 628"/>
                <a:gd name="T65" fmla="*/ 3 h 383"/>
                <a:gd name="T66" fmla="*/ 4 w 628"/>
                <a:gd name="T67" fmla="*/ 3 h 383"/>
                <a:gd name="T68" fmla="*/ 5 w 628"/>
                <a:gd name="T69" fmla="*/ 3 h 383"/>
                <a:gd name="T70" fmla="*/ 5 w 628"/>
                <a:gd name="T71" fmla="*/ 3 h 383"/>
                <a:gd name="T72" fmla="*/ 5 w 628"/>
                <a:gd name="T73" fmla="*/ 3 h 383"/>
                <a:gd name="T74" fmla="*/ 5 w 628"/>
                <a:gd name="T75" fmla="*/ 3 h 383"/>
                <a:gd name="T76" fmla="*/ 5 w 628"/>
                <a:gd name="T77" fmla="*/ 3 h 383"/>
                <a:gd name="T78" fmla="*/ 5 w 628"/>
                <a:gd name="T79" fmla="*/ 3 h 383"/>
                <a:gd name="T80" fmla="*/ 5 w 628"/>
                <a:gd name="T81" fmla="*/ 3 h 383"/>
                <a:gd name="T82" fmla="*/ 5 w 628"/>
                <a:gd name="T83" fmla="*/ 3 h 383"/>
                <a:gd name="T84" fmla="*/ 5 w 628"/>
                <a:gd name="T85" fmla="*/ 2 h 383"/>
                <a:gd name="T86" fmla="*/ 5 w 628"/>
                <a:gd name="T87" fmla="*/ 2 h 383"/>
                <a:gd name="T88" fmla="*/ 5 w 628"/>
                <a:gd name="T89" fmla="*/ 2 h 383"/>
                <a:gd name="T90" fmla="*/ 5 w 628"/>
                <a:gd name="T91" fmla="*/ 2 h 38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628"/>
                <a:gd name="T139" fmla="*/ 0 h 383"/>
                <a:gd name="T140" fmla="*/ 628 w 628"/>
                <a:gd name="T141" fmla="*/ 383 h 38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628" h="383">
                  <a:moveTo>
                    <a:pt x="581" y="289"/>
                  </a:moveTo>
                  <a:lnTo>
                    <a:pt x="582" y="289"/>
                  </a:lnTo>
                  <a:lnTo>
                    <a:pt x="541" y="287"/>
                  </a:lnTo>
                  <a:lnTo>
                    <a:pt x="500" y="283"/>
                  </a:lnTo>
                  <a:lnTo>
                    <a:pt x="462" y="276"/>
                  </a:lnTo>
                  <a:lnTo>
                    <a:pt x="424" y="268"/>
                  </a:lnTo>
                  <a:lnTo>
                    <a:pt x="389" y="255"/>
                  </a:lnTo>
                  <a:lnTo>
                    <a:pt x="352" y="242"/>
                  </a:lnTo>
                  <a:lnTo>
                    <a:pt x="320" y="227"/>
                  </a:lnTo>
                  <a:lnTo>
                    <a:pt x="287" y="209"/>
                  </a:lnTo>
                  <a:lnTo>
                    <a:pt x="255" y="189"/>
                  </a:lnTo>
                  <a:lnTo>
                    <a:pt x="226" y="168"/>
                  </a:lnTo>
                  <a:lnTo>
                    <a:pt x="198" y="145"/>
                  </a:lnTo>
                  <a:lnTo>
                    <a:pt x="172" y="119"/>
                  </a:lnTo>
                  <a:lnTo>
                    <a:pt x="146" y="92"/>
                  </a:lnTo>
                  <a:lnTo>
                    <a:pt x="122" y="64"/>
                  </a:lnTo>
                  <a:lnTo>
                    <a:pt x="100" y="33"/>
                  </a:lnTo>
                  <a:lnTo>
                    <a:pt x="82" y="0"/>
                  </a:lnTo>
                  <a:lnTo>
                    <a:pt x="0" y="47"/>
                  </a:lnTo>
                  <a:lnTo>
                    <a:pt x="23" y="85"/>
                  </a:lnTo>
                  <a:lnTo>
                    <a:pt x="49" y="120"/>
                  </a:lnTo>
                  <a:lnTo>
                    <a:pt x="76" y="153"/>
                  </a:lnTo>
                  <a:lnTo>
                    <a:pt x="104" y="185"/>
                  </a:lnTo>
                  <a:lnTo>
                    <a:pt x="137" y="215"/>
                  </a:lnTo>
                  <a:lnTo>
                    <a:pt x="170" y="241"/>
                  </a:lnTo>
                  <a:lnTo>
                    <a:pt x="204" y="267"/>
                  </a:lnTo>
                  <a:lnTo>
                    <a:pt x="240" y="289"/>
                  </a:lnTo>
                  <a:lnTo>
                    <a:pt x="277" y="309"/>
                  </a:lnTo>
                  <a:lnTo>
                    <a:pt x="317" y="329"/>
                  </a:lnTo>
                  <a:lnTo>
                    <a:pt x="358" y="344"/>
                  </a:lnTo>
                  <a:lnTo>
                    <a:pt x="400" y="357"/>
                  </a:lnTo>
                  <a:lnTo>
                    <a:pt x="444" y="367"/>
                  </a:lnTo>
                  <a:lnTo>
                    <a:pt x="488" y="374"/>
                  </a:lnTo>
                  <a:lnTo>
                    <a:pt x="534" y="380"/>
                  </a:lnTo>
                  <a:lnTo>
                    <a:pt x="580" y="383"/>
                  </a:lnTo>
                  <a:lnTo>
                    <a:pt x="581" y="383"/>
                  </a:lnTo>
                  <a:lnTo>
                    <a:pt x="580" y="383"/>
                  </a:lnTo>
                  <a:lnTo>
                    <a:pt x="600" y="379"/>
                  </a:lnTo>
                  <a:lnTo>
                    <a:pt x="615" y="369"/>
                  </a:lnTo>
                  <a:lnTo>
                    <a:pt x="624" y="353"/>
                  </a:lnTo>
                  <a:lnTo>
                    <a:pt x="628" y="337"/>
                  </a:lnTo>
                  <a:lnTo>
                    <a:pt x="625" y="319"/>
                  </a:lnTo>
                  <a:lnTo>
                    <a:pt x="617" y="304"/>
                  </a:lnTo>
                  <a:lnTo>
                    <a:pt x="602" y="294"/>
                  </a:lnTo>
                  <a:lnTo>
                    <a:pt x="582" y="289"/>
                  </a:lnTo>
                  <a:lnTo>
                    <a:pt x="581" y="28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7658" name="Freeform 38"/>
            <p:cNvSpPr>
              <a:spLocks/>
            </p:cNvSpPr>
            <p:nvPr/>
          </p:nvSpPr>
          <p:spPr bwMode="auto">
            <a:xfrm>
              <a:off x="1587" y="1880"/>
              <a:ext cx="85" cy="49"/>
            </a:xfrm>
            <a:custGeom>
              <a:avLst/>
              <a:gdLst>
                <a:gd name="T0" fmla="*/ 3 w 426"/>
                <a:gd name="T1" fmla="*/ 0 h 245"/>
                <a:gd name="T2" fmla="*/ 3 w 426"/>
                <a:gd name="T3" fmla="*/ 0 h 245"/>
                <a:gd name="T4" fmla="*/ 3 w 426"/>
                <a:gd name="T5" fmla="*/ 0 h 245"/>
                <a:gd name="T6" fmla="*/ 3 w 426"/>
                <a:gd name="T7" fmla="*/ 0 h 245"/>
                <a:gd name="T8" fmla="*/ 2 w 426"/>
                <a:gd name="T9" fmla="*/ 0 h 245"/>
                <a:gd name="T10" fmla="*/ 2 w 426"/>
                <a:gd name="T11" fmla="*/ 0 h 245"/>
                <a:gd name="T12" fmla="*/ 2 w 426"/>
                <a:gd name="T13" fmla="*/ 0 h 245"/>
                <a:gd name="T14" fmla="*/ 2 w 426"/>
                <a:gd name="T15" fmla="*/ 0 h 245"/>
                <a:gd name="T16" fmla="*/ 1 w 426"/>
                <a:gd name="T17" fmla="*/ 0 h 245"/>
                <a:gd name="T18" fmla="*/ 1 w 426"/>
                <a:gd name="T19" fmla="*/ 1 h 245"/>
                <a:gd name="T20" fmla="*/ 1 w 426"/>
                <a:gd name="T21" fmla="*/ 1 h 245"/>
                <a:gd name="T22" fmla="*/ 1 w 426"/>
                <a:gd name="T23" fmla="*/ 1 h 245"/>
                <a:gd name="T24" fmla="*/ 0 w 426"/>
                <a:gd name="T25" fmla="*/ 1 h 245"/>
                <a:gd name="T26" fmla="*/ 0 w 426"/>
                <a:gd name="T27" fmla="*/ 1 h 245"/>
                <a:gd name="T28" fmla="*/ 0 w 426"/>
                <a:gd name="T29" fmla="*/ 1 h 245"/>
                <a:gd name="T30" fmla="*/ 0 w 426"/>
                <a:gd name="T31" fmla="*/ 2 h 245"/>
                <a:gd name="T32" fmla="*/ 0 w 426"/>
                <a:gd name="T33" fmla="*/ 2 h 245"/>
                <a:gd name="T34" fmla="*/ 0 w 426"/>
                <a:gd name="T35" fmla="*/ 2 h 245"/>
                <a:gd name="T36" fmla="*/ 0 w 426"/>
                <a:gd name="T37" fmla="*/ 2 h 245"/>
                <a:gd name="T38" fmla="*/ 0 w 426"/>
                <a:gd name="T39" fmla="*/ 2 h 245"/>
                <a:gd name="T40" fmla="*/ 0 w 426"/>
                <a:gd name="T41" fmla="*/ 2 h 245"/>
                <a:gd name="T42" fmla="*/ 0 w 426"/>
                <a:gd name="T43" fmla="*/ 1 h 245"/>
                <a:gd name="T44" fmla="*/ 0 w 426"/>
                <a:gd name="T45" fmla="*/ 1 h 245"/>
                <a:gd name="T46" fmla="*/ 0 w 426"/>
                <a:gd name="T47" fmla="*/ 1 h 245"/>
                <a:gd name="T48" fmla="*/ 1 w 426"/>
                <a:gd name="T49" fmla="*/ 1 h 245"/>
                <a:gd name="T50" fmla="*/ 1 w 426"/>
                <a:gd name="T51" fmla="*/ 1 h 245"/>
                <a:gd name="T52" fmla="*/ 1 w 426"/>
                <a:gd name="T53" fmla="*/ 1 h 245"/>
                <a:gd name="T54" fmla="*/ 1 w 426"/>
                <a:gd name="T55" fmla="*/ 1 h 245"/>
                <a:gd name="T56" fmla="*/ 2 w 426"/>
                <a:gd name="T57" fmla="*/ 0 h 245"/>
                <a:gd name="T58" fmla="*/ 2 w 426"/>
                <a:gd name="T59" fmla="*/ 0 h 245"/>
                <a:gd name="T60" fmla="*/ 2 w 426"/>
                <a:gd name="T61" fmla="*/ 0 h 245"/>
                <a:gd name="T62" fmla="*/ 2 w 426"/>
                <a:gd name="T63" fmla="*/ 0 h 245"/>
                <a:gd name="T64" fmla="*/ 3 w 426"/>
                <a:gd name="T65" fmla="*/ 0 h 245"/>
                <a:gd name="T66" fmla="*/ 3 w 426"/>
                <a:gd name="T67" fmla="*/ 0 h 245"/>
                <a:gd name="T68" fmla="*/ 3 w 426"/>
                <a:gd name="T69" fmla="*/ 0 h 245"/>
                <a:gd name="T70" fmla="*/ 3 w 426"/>
                <a:gd name="T71" fmla="*/ 0 h 245"/>
                <a:gd name="T72" fmla="*/ 3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426" y="0"/>
                  </a:moveTo>
                  <a:lnTo>
                    <a:pt x="426" y="0"/>
                  </a:lnTo>
                  <a:lnTo>
                    <a:pt x="384" y="1"/>
                  </a:lnTo>
                  <a:lnTo>
                    <a:pt x="340" y="4"/>
                  </a:lnTo>
                  <a:lnTo>
                    <a:pt x="300" y="10"/>
                  </a:lnTo>
                  <a:lnTo>
                    <a:pt x="262" y="18"/>
                  </a:lnTo>
                  <a:lnTo>
                    <a:pt x="224" y="29"/>
                  </a:lnTo>
                  <a:lnTo>
                    <a:pt x="189" y="41"/>
                  </a:lnTo>
                  <a:lnTo>
                    <a:pt x="157" y="55"/>
                  </a:lnTo>
                  <a:lnTo>
                    <a:pt x="126" y="70"/>
                  </a:lnTo>
                  <a:lnTo>
                    <a:pt x="99" y="89"/>
                  </a:lnTo>
                  <a:lnTo>
                    <a:pt x="74" y="106"/>
                  </a:lnTo>
                  <a:lnTo>
                    <a:pt x="52" y="126"/>
                  </a:lnTo>
                  <a:lnTo>
                    <a:pt x="34" y="148"/>
                  </a:lnTo>
                  <a:lnTo>
                    <a:pt x="19" y="171"/>
                  </a:lnTo>
                  <a:lnTo>
                    <a:pt x="9" y="194"/>
                  </a:lnTo>
                  <a:lnTo>
                    <a:pt x="3" y="219"/>
                  </a:lnTo>
                  <a:lnTo>
                    <a:pt x="0" y="245"/>
                  </a:lnTo>
                  <a:lnTo>
                    <a:pt x="12" y="245"/>
                  </a:lnTo>
                  <a:lnTo>
                    <a:pt x="15" y="221"/>
                  </a:lnTo>
                  <a:lnTo>
                    <a:pt x="20" y="199"/>
                  </a:lnTo>
                  <a:lnTo>
                    <a:pt x="31" y="178"/>
                  </a:lnTo>
                  <a:lnTo>
                    <a:pt x="44" y="156"/>
                  </a:lnTo>
                  <a:lnTo>
                    <a:pt x="61" y="136"/>
                  </a:lnTo>
                  <a:lnTo>
                    <a:pt x="81" y="116"/>
                  </a:lnTo>
                  <a:lnTo>
                    <a:pt x="106" y="98"/>
                  </a:lnTo>
                  <a:lnTo>
                    <a:pt x="133" y="82"/>
                  </a:lnTo>
                  <a:lnTo>
                    <a:pt x="162" y="66"/>
                  </a:lnTo>
                  <a:lnTo>
                    <a:pt x="194" y="52"/>
                  </a:lnTo>
                  <a:lnTo>
                    <a:pt x="229" y="41"/>
                  </a:lnTo>
                  <a:lnTo>
                    <a:pt x="264" y="30"/>
                  </a:lnTo>
                  <a:lnTo>
                    <a:pt x="303" y="22"/>
                  </a:lnTo>
                  <a:lnTo>
                    <a:pt x="343" y="16"/>
                  </a:lnTo>
                  <a:lnTo>
                    <a:pt x="384" y="12"/>
                  </a:lnTo>
                  <a:lnTo>
                    <a:pt x="426" y="11"/>
                  </a:lnTo>
                  <a:lnTo>
                    <a:pt x="42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7659" name="Freeform 39"/>
            <p:cNvSpPr>
              <a:spLocks/>
            </p:cNvSpPr>
            <p:nvPr/>
          </p:nvSpPr>
          <p:spPr bwMode="auto">
            <a:xfrm>
              <a:off x="1587" y="1929"/>
              <a:ext cx="85" cy="49"/>
            </a:xfrm>
            <a:custGeom>
              <a:avLst/>
              <a:gdLst>
                <a:gd name="T0" fmla="*/ 0 w 426"/>
                <a:gd name="T1" fmla="*/ 0 h 245"/>
                <a:gd name="T2" fmla="*/ 0 w 426"/>
                <a:gd name="T3" fmla="*/ 0 h 245"/>
                <a:gd name="T4" fmla="*/ 0 w 426"/>
                <a:gd name="T5" fmla="*/ 0 h 245"/>
                <a:gd name="T6" fmla="*/ 0 w 426"/>
                <a:gd name="T7" fmla="*/ 0 h 245"/>
                <a:gd name="T8" fmla="*/ 0 w 426"/>
                <a:gd name="T9" fmla="*/ 1 h 245"/>
                <a:gd name="T10" fmla="*/ 0 w 426"/>
                <a:gd name="T11" fmla="*/ 1 h 245"/>
                <a:gd name="T12" fmla="*/ 0 w 426"/>
                <a:gd name="T13" fmla="*/ 1 h 245"/>
                <a:gd name="T14" fmla="*/ 1 w 426"/>
                <a:gd name="T15" fmla="*/ 1 h 245"/>
                <a:gd name="T16" fmla="*/ 1 w 426"/>
                <a:gd name="T17" fmla="*/ 1 h 245"/>
                <a:gd name="T18" fmla="*/ 1 w 426"/>
                <a:gd name="T19" fmla="*/ 1 h 245"/>
                <a:gd name="T20" fmla="*/ 1 w 426"/>
                <a:gd name="T21" fmla="*/ 2 h 245"/>
                <a:gd name="T22" fmla="*/ 2 w 426"/>
                <a:gd name="T23" fmla="*/ 2 h 245"/>
                <a:gd name="T24" fmla="*/ 2 w 426"/>
                <a:gd name="T25" fmla="*/ 2 h 245"/>
                <a:gd name="T26" fmla="*/ 2 w 426"/>
                <a:gd name="T27" fmla="*/ 2 h 245"/>
                <a:gd name="T28" fmla="*/ 2 w 426"/>
                <a:gd name="T29" fmla="*/ 2 h 245"/>
                <a:gd name="T30" fmla="*/ 3 w 426"/>
                <a:gd name="T31" fmla="*/ 2 h 245"/>
                <a:gd name="T32" fmla="*/ 3 w 426"/>
                <a:gd name="T33" fmla="*/ 2 h 245"/>
                <a:gd name="T34" fmla="*/ 3 w 426"/>
                <a:gd name="T35" fmla="*/ 2 h 245"/>
                <a:gd name="T36" fmla="*/ 3 w 426"/>
                <a:gd name="T37" fmla="*/ 2 h 245"/>
                <a:gd name="T38" fmla="*/ 3 w 426"/>
                <a:gd name="T39" fmla="*/ 2 h 245"/>
                <a:gd name="T40" fmla="*/ 3 w 426"/>
                <a:gd name="T41" fmla="*/ 2 h 245"/>
                <a:gd name="T42" fmla="*/ 2 w 426"/>
                <a:gd name="T43" fmla="*/ 2 h 245"/>
                <a:gd name="T44" fmla="*/ 2 w 426"/>
                <a:gd name="T45" fmla="*/ 2 h 245"/>
                <a:gd name="T46" fmla="*/ 2 w 426"/>
                <a:gd name="T47" fmla="*/ 2 h 245"/>
                <a:gd name="T48" fmla="*/ 2 w 426"/>
                <a:gd name="T49" fmla="*/ 2 h 245"/>
                <a:gd name="T50" fmla="*/ 1 w 426"/>
                <a:gd name="T51" fmla="*/ 1 h 245"/>
                <a:gd name="T52" fmla="*/ 1 w 426"/>
                <a:gd name="T53" fmla="*/ 1 h 245"/>
                <a:gd name="T54" fmla="*/ 1 w 426"/>
                <a:gd name="T55" fmla="*/ 1 h 245"/>
                <a:gd name="T56" fmla="*/ 1 w 426"/>
                <a:gd name="T57" fmla="*/ 1 h 245"/>
                <a:gd name="T58" fmla="*/ 0 w 426"/>
                <a:gd name="T59" fmla="*/ 1 h 245"/>
                <a:gd name="T60" fmla="*/ 0 w 426"/>
                <a:gd name="T61" fmla="*/ 1 h 245"/>
                <a:gd name="T62" fmla="*/ 0 w 426"/>
                <a:gd name="T63" fmla="*/ 1 h 245"/>
                <a:gd name="T64" fmla="*/ 0 w 426"/>
                <a:gd name="T65" fmla="*/ 0 h 245"/>
                <a:gd name="T66" fmla="*/ 0 w 426"/>
                <a:gd name="T67" fmla="*/ 0 h 245"/>
                <a:gd name="T68" fmla="*/ 0 w 426"/>
                <a:gd name="T69" fmla="*/ 0 h 245"/>
                <a:gd name="T70" fmla="*/ 0 w 426"/>
                <a:gd name="T71" fmla="*/ 0 h 245"/>
                <a:gd name="T72" fmla="*/ 0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0" y="0"/>
                  </a:moveTo>
                  <a:lnTo>
                    <a:pt x="0" y="0"/>
                  </a:lnTo>
                  <a:lnTo>
                    <a:pt x="3" y="25"/>
                  </a:lnTo>
                  <a:lnTo>
                    <a:pt x="9" y="50"/>
                  </a:lnTo>
                  <a:lnTo>
                    <a:pt x="19" y="73"/>
                  </a:lnTo>
                  <a:lnTo>
                    <a:pt x="34" y="96"/>
                  </a:lnTo>
                  <a:lnTo>
                    <a:pt x="52" y="118"/>
                  </a:lnTo>
                  <a:lnTo>
                    <a:pt x="74" y="138"/>
                  </a:lnTo>
                  <a:lnTo>
                    <a:pt x="99" y="156"/>
                  </a:lnTo>
                  <a:lnTo>
                    <a:pt x="126" y="174"/>
                  </a:lnTo>
                  <a:lnTo>
                    <a:pt x="157" y="190"/>
                  </a:lnTo>
                  <a:lnTo>
                    <a:pt x="189" y="204"/>
                  </a:lnTo>
                  <a:lnTo>
                    <a:pt x="224" y="215"/>
                  </a:lnTo>
                  <a:lnTo>
                    <a:pt x="262" y="226"/>
                  </a:lnTo>
                  <a:lnTo>
                    <a:pt x="300" y="234"/>
                  </a:lnTo>
                  <a:lnTo>
                    <a:pt x="340" y="240"/>
                  </a:lnTo>
                  <a:lnTo>
                    <a:pt x="384" y="244"/>
                  </a:lnTo>
                  <a:lnTo>
                    <a:pt x="426" y="245"/>
                  </a:lnTo>
                  <a:lnTo>
                    <a:pt x="426" y="233"/>
                  </a:lnTo>
                  <a:lnTo>
                    <a:pt x="384" y="232"/>
                  </a:lnTo>
                  <a:lnTo>
                    <a:pt x="343" y="228"/>
                  </a:lnTo>
                  <a:lnTo>
                    <a:pt x="303" y="222"/>
                  </a:lnTo>
                  <a:lnTo>
                    <a:pt x="264" y="214"/>
                  </a:lnTo>
                  <a:lnTo>
                    <a:pt x="229" y="204"/>
                  </a:lnTo>
                  <a:lnTo>
                    <a:pt x="194" y="192"/>
                  </a:lnTo>
                  <a:lnTo>
                    <a:pt x="162" y="178"/>
                  </a:lnTo>
                  <a:lnTo>
                    <a:pt x="133" y="163"/>
                  </a:lnTo>
                  <a:lnTo>
                    <a:pt x="106" y="146"/>
                  </a:lnTo>
                  <a:lnTo>
                    <a:pt x="81" y="129"/>
                  </a:lnTo>
                  <a:lnTo>
                    <a:pt x="61" y="109"/>
                  </a:lnTo>
                  <a:lnTo>
                    <a:pt x="44" y="89"/>
                  </a:lnTo>
                  <a:lnTo>
                    <a:pt x="31" y="66"/>
                  </a:lnTo>
                  <a:lnTo>
                    <a:pt x="20" y="45"/>
                  </a:lnTo>
                  <a:lnTo>
                    <a:pt x="15" y="2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7660" name="Freeform 40"/>
            <p:cNvSpPr>
              <a:spLocks/>
            </p:cNvSpPr>
            <p:nvPr/>
          </p:nvSpPr>
          <p:spPr bwMode="auto">
            <a:xfrm>
              <a:off x="878" y="1448"/>
              <a:ext cx="792" cy="954"/>
            </a:xfrm>
            <a:custGeom>
              <a:avLst/>
              <a:gdLst>
                <a:gd name="T0" fmla="*/ 13 w 3960"/>
                <a:gd name="T1" fmla="*/ 38 h 4768"/>
                <a:gd name="T2" fmla="*/ 14 w 3960"/>
                <a:gd name="T3" fmla="*/ 38 h 4768"/>
                <a:gd name="T4" fmla="*/ 15 w 3960"/>
                <a:gd name="T5" fmla="*/ 38 h 4768"/>
                <a:gd name="T6" fmla="*/ 15 w 3960"/>
                <a:gd name="T7" fmla="*/ 38 h 4768"/>
                <a:gd name="T8" fmla="*/ 16 w 3960"/>
                <a:gd name="T9" fmla="*/ 38 h 4768"/>
                <a:gd name="T10" fmla="*/ 17 w 3960"/>
                <a:gd name="T11" fmla="*/ 38 h 4768"/>
                <a:gd name="T12" fmla="*/ 17 w 3960"/>
                <a:gd name="T13" fmla="*/ 38 h 4768"/>
                <a:gd name="T14" fmla="*/ 18 w 3960"/>
                <a:gd name="T15" fmla="*/ 38 h 4768"/>
                <a:gd name="T16" fmla="*/ 18 w 3960"/>
                <a:gd name="T17" fmla="*/ 38 h 4768"/>
                <a:gd name="T18" fmla="*/ 29 w 3960"/>
                <a:gd name="T19" fmla="*/ 30 h 4768"/>
                <a:gd name="T20" fmla="*/ 30 w 3960"/>
                <a:gd name="T21" fmla="*/ 30 h 4768"/>
                <a:gd name="T22" fmla="*/ 30 w 3960"/>
                <a:gd name="T23" fmla="*/ 29 h 4768"/>
                <a:gd name="T24" fmla="*/ 31 w 3960"/>
                <a:gd name="T25" fmla="*/ 28 h 4768"/>
                <a:gd name="T26" fmla="*/ 31 w 3960"/>
                <a:gd name="T27" fmla="*/ 28 h 4768"/>
                <a:gd name="T28" fmla="*/ 31 w 3960"/>
                <a:gd name="T29" fmla="*/ 27 h 4768"/>
                <a:gd name="T30" fmla="*/ 32 w 3960"/>
                <a:gd name="T31" fmla="*/ 26 h 4768"/>
                <a:gd name="T32" fmla="*/ 32 w 3960"/>
                <a:gd name="T33" fmla="*/ 25 h 4768"/>
                <a:gd name="T34" fmla="*/ 32 w 3960"/>
                <a:gd name="T35" fmla="*/ 11 h 4768"/>
                <a:gd name="T36" fmla="*/ 32 w 3960"/>
                <a:gd name="T37" fmla="*/ 10 h 4768"/>
                <a:gd name="T38" fmla="*/ 31 w 3960"/>
                <a:gd name="T39" fmla="*/ 9 h 4768"/>
                <a:gd name="T40" fmla="*/ 31 w 3960"/>
                <a:gd name="T41" fmla="*/ 9 h 4768"/>
                <a:gd name="T42" fmla="*/ 31 w 3960"/>
                <a:gd name="T43" fmla="*/ 8 h 4768"/>
                <a:gd name="T44" fmla="*/ 31 w 3960"/>
                <a:gd name="T45" fmla="*/ 8 h 4768"/>
                <a:gd name="T46" fmla="*/ 30 w 3960"/>
                <a:gd name="T47" fmla="*/ 7 h 4768"/>
                <a:gd name="T48" fmla="*/ 30 w 3960"/>
                <a:gd name="T49" fmla="*/ 7 h 4768"/>
                <a:gd name="T50" fmla="*/ 29 w 3960"/>
                <a:gd name="T51" fmla="*/ 6 h 4768"/>
                <a:gd name="T52" fmla="*/ 19 w 3960"/>
                <a:gd name="T53" fmla="*/ 1 h 4768"/>
                <a:gd name="T54" fmla="*/ 18 w 3960"/>
                <a:gd name="T55" fmla="*/ 0 h 4768"/>
                <a:gd name="T56" fmla="*/ 17 w 3960"/>
                <a:gd name="T57" fmla="*/ 0 h 4768"/>
                <a:gd name="T58" fmla="*/ 17 w 3960"/>
                <a:gd name="T59" fmla="*/ 0 h 4768"/>
                <a:gd name="T60" fmla="*/ 16 w 3960"/>
                <a:gd name="T61" fmla="*/ 0 h 4768"/>
                <a:gd name="T62" fmla="*/ 15 w 3960"/>
                <a:gd name="T63" fmla="*/ 0 h 4768"/>
                <a:gd name="T64" fmla="*/ 14 w 3960"/>
                <a:gd name="T65" fmla="*/ 0 h 4768"/>
                <a:gd name="T66" fmla="*/ 14 w 3960"/>
                <a:gd name="T67" fmla="*/ 0 h 4768"/>
                <a:gd name="T68" fmla="*/ 2 w 3960"/>
                <a:gd name="T69" fmla="*/ 6 h 4768"/>
                <a:gd name="T70" fmla="*/ 2 w 3960"/>
                <a:gd name="T71" fmla="*/ 7 h 4768"/>
                <a:gd name="T72" fmla="*/ 1 w 3960"/>
                <a:gd name="T73" fmla="*/ 7 h 4768"/>
                <a:gd name="T74" fmla="*/ 1 w 3960"/>
                <a:gd name="T75" fmla="*/ 8 h 4768"/>
                <a:gd name="T76" fmla="*/ 1 w 3960"/>
                <a:gd name="T77" fmla="*/ 8 h 4768"/>
                <a:gd name="T78" fmla="*/ 0 w 3960"/>
                <a:gd name="T79" fmla="*/ 9 h 4768"/>
                <a:gd name="T80" fmla="*/ 0 w 3960"/>
                <a:gd name="T81" fmla="*/ 9 h 4768"/>
                <a:gd name="T82" fmla="*/ 0 w 3960"/>
                <a:gd name="T83" fmla="*/ 10 h 4768"/>
                <a:gd name="T84" fmla="*/ 0 w 3960"/>
                <a:gd name="T85" fmla="*/ 11 h 4768"/>
                <a:gd name="T86" fmla="*/ 0 w 3960"/>
                <a:gd name="T87" fmla="*/ 25 h 4768"/>
                <a:gd name="T88" fmla="*/ 0 w 3960"/>
                <a:gd name="T89" fmla="*/ 26 h 4768"/>
                <a:gd name="T90" fmla="*/ 0 w 3960"/>
                <a:gd name="T91" fmla="*/ 27 h 4768"/>
                <a:gd name="T92" fmla="*/ 1 w 3960"/>
                <a:gd name="T93" fmla="*/ 28 h 4768"/>
                <a:gd name="T94" fmla="*/ 1 w 3960"/>
                <a:gd name="T95" fmla="*/ 29 h 4768"/>
                <a:gd name="T96" fmla="*/ 1 w 3960"/>
                <a:gd name="T97" fmla="*/ 29 h 4768"/>
                <a:gd name="T98" fmla="*/ 2 w 3960"/>
                <a:gd name="T99" fmla="*/ 30 h 4768"/>
                <a:gd name="T100" fmla="*/ 3 w 3960"/>
                <a:gd name="T101" fmla="*/ 31 h 4768"/>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w 3960"/>
                <a:gd name="T154" fmla="*/ 0 h 4768"/>
                <a:gd name="T155" fmla="*/ 3960 w 3960"/>
                <a:gd name="T156" fmla="*/ 4768 h 4768"/>
              </a:gdLst>
              <a:ahLst/>
              <a:cxnLst>
                <a:cxn ang="T102">
                  <a:pos x="T0" y="T1"/>
                </a:cxn>
                <a:cxn ang="T103">
                  <a:pos x="T2" y="T3"/>
                </a:cxn>
                <a:cxn ang="T104">
                  <a:pos x="T4" y="T5"/>
                </a:cxn>
                <a:cxn ang="T105">
                  <a:pos x="T6" y="T7"/>
                </a:cxn>
                <a:cxn ang="T106">
                  <a:pos x="T8" y="T9"/>
                </a:cxn>
                <a:cxn ang="T107">
                  <a:pos x="T10" y="T11"/>
                </a:cxn>
                <a:cxn ang="T108">
                  <a:pos x="T12" y="T13"/>
                </a:cxn>
                <a:cxn ang="T109">
                  <a:pos x="T14" y="T15"/>
                </a:cxn>
                <a:cxn ang="T110">
                  <a:pos x="T16" y="T17"/>
                </a:cxn>
                <a:cxn ang="T111">
                  <a:pos x="T18" y="T19"/>
                </a:cxn>
                <a:cxn ang="T112">
                  <a:pos x="T20" y="T21"/>
                </a:cxn>
                <a:cxn ang="T113">
                  <a:pos x="T22" y="T23"/>
                </a:cxn>
                <a:cxn ang="T114">
                  <a:pos x="T24" y="T25"/>
                </a:cxn>
                <a:cxn ang="T115">
                  <a:pos x="T26" y="T27"/>
                </a:cxn>
                <a:cxn ang="T116">
                  <a:pos x="T28" y="T29"/>
                </a:cxn>
                <a:cxn ang="T117">
                  <a:pos x="T30" y="T31"/>
                </a:cxn>
                <a:cxn ang="T118">
                  <a:pos x="T32" y="T33"/>
                </a:cxn>
                <a:cxn ang="T119">
                  <a:pos x="T34" y="T35"/>
                </a:cxn>
                <a:cxn ang="T120">
                  <a:pos x="T36" y="T37"/>
                </a:cxn>
                <a:cxn ang="T121">
                  <a:pos x="T38" y="T39"/>
                </a:cxn>
                <a:cxn ang="T122">
                  <a:pos x="T40" y="T41"/>
                </a:cxn>
                <a:cxn ang="T123">
                  <a:pos x="T42" y="T43"/>
                </a:cxn>
                <a:cxn ang="T124">
                  <a:pos x="T44" y="T45"/>
                </a:cxn>
                <a:cxn ang="T125">
                  <a:pos x="T46" y="T47"/>
                </a:cxn>
                <a:cxn ang="T126">
                  <a:pos x="T48" y="T49"/>
                </a:cxn>
                <a:cxn ang="T127">
                  <a:pos x="T50" y="T51"/>
                </a:cxn>
                <a:cxn ang="T128">
                  <a:pos x="T52" y="T53"/>
                </a:cxn>
                <a:cxn ang="T129">
                  <a:pos x="T54" y="T55"/>
                </a:cxn>
                <a:cxn ang="T130">
                  <a:pos x="T56" y="T57"/>
                </a:cxn>
                <a:cxn ang="T131">
                  <a:pos x="T58" y="T59"/>
                </a:cxn>
                <a:cxn ang="T132">
                  <a:pos x="T60" y="T61"/>
                </a:cxn>
                <a:cxn ang="T133">
                  <a:pos x="T62" y="T63"/>
                </a:cxn>
                <a:cxn ang="T134">
                  <a:pos x="T64" y="T65"/>
                </a:cxn>
                <a:cxn ang="T135">
                  <a:pos x="T66" y="T67"/>
                </a:cxn>
                <a:cxn ang="T136">
                  <a:pos x="T68" y="T69"/>
                </a:cxn>
                <a:cxn ang="T137">
                  <a:pos x="T70" y="T71"/>
                </a:cxn>
                <a:cxn ang="T138">
                  <a:pos x="T72" y="T73"/>
                </a:cxn>
                <a:cxn ang="T139">
                  <a:pos x="T74" y="T75"/>
                </a:cxn>
                <a:cxn ang="T140">
                  <a:pos x="T76" y="T77"/>
                </a:cxn>
                <a:cxn ang="T141">
                  <a:pos x="T78" y="T79"/>
                </a:cxn>
                <a:cxn ang="T142">
                  <a:pos x="T80" y="T81"/>
                </a:cxn>
                <a:cxn ang="T143">
                  <a:pos x="T82" y="T83"/>
                </a:cxn>
                <a:cxn ang="T144">
                  <a:pos x="T84" y="T85"/>
                </a:cxn>
                <a:cxn ang="T145">
                  <a:pos x="T86" y="T87"/>
                </a:cxn>
                <a:cxn ang="T146">
                  <a:pos x="T88" y="T89"/>
                </a:cxn>
                <a:cxn ang="T147">
                  <a:pos x="T90" y="T91"/>
                </a:cxn>
                <a:cxn ang="T148">
                  <a:pos x="T92" y="T93"/>
                </a:cxn>
                <a:cxn ang="T149">
                  <a:pos x="T94" y="T95"/>
                </a:cxn>
                <a:cxn ang="T150">
                  <a:pos x="T96" y="T97"/>
                </a:cxn>
                <a:cxn ang="T151">
                  <a:pos x="T98" y="T99"/>
                </a:cxn>
                <a:cxn ang="T152">
                  <a:pos x="T100" y="T101"/>
                </a:cxn>
              </a:cxnLst>
              <a:rect l="T153" t="T154" r="T155" b="T156"/>
              <a:pathLst>
                <a:path w="3960" h="4768">
                  <a:moveTo>
                    <a:pt x="353" y="3849"/>
                  </a:moveTo>
                  <a:lnTo>
                    <a:pt x="1661" y="4700"/>
                  </a:lnTo>
                  <a:lnTo>
                    <a:pt x="1697" y="4717"/>
                  </a:lnTo>
                  <a:lnTo>
                    <a:pt x="1736" y="4731"/>
                  </a:lnTo>
                  <a:lnTo>
                    <a:pt x="1776" y="4742"/>
                  </a:lnTo>
                  <a:lnTo>
                    <a:pt x="1818" y="4753"/>
                  </a:lnTo>
                  <a:lnTo>
                    <a:pt x="1860" y="4760"/>
                  </a:lnTo>
                  <a:lnTo>
                    <a:pt x="1902" y="4765"/>
                  </a:lnTo>
                  <a:lnTo>
                    <a:pt x="1946" y="4768"/>
                  </a:lnTo>
                  <a:lnTo>
                    <a:pt x="1988" y="4768"/>
                  </a:lnTo>
                  <a:lnTo>
                    <a:pt x="2031" y="4767"/>
                  </a:lnTo>
                  <a:lnTo>
                    <a:pt x="2073" y="4763"/>
                  </a:lnTo>
                  <a:lnTo>
                    <a:pt x="2114" y="4758"/>
                  </a:lnTo>
                  <a:lnTo>
                    <a:pt x="2154" y="4751"/>
                  </a:lnTo>
                  <a:lnTo>
                    <a:pt x="2193" y="4740"/>
                  </a:lnTo>
                  <a:lnTo>
                    <a:pt x="2230" y="4729"/>
                  </a:lnTo>
                  <a:lnTo>
                    <a:pt x="2264" y="4715"/>
                  </a:lnTo>
                  <a:lnTo>
                    <a:pt x="2297" y="4700"/>
                  </a:lnTo>
                  <a:lnTo>
                    <a:pt x="3639" y="3825"/>
                  </a:lnTo>
                  <a:lnTo>
                    <a:pt x="3673" y="3795"/>
                  </a:lnTo>
                  <a:lnTo>
                    <a:pt x="3707" y="3761"/>
                  </a:lnTo>
                  <a:lnTo>
                    <a:pt x="3738" y="3725"/>
                  </a:lnTo>
                  <a:lnTo>
                    <a:pt x="3768" y="3685"/>
                  </a:lnTo>
                  <a:lnTo>
                    <a:pt x="3796" y="3644"/>
                  </a:lnTo>
                  <a:lnTo>
                    <a:pt x="3821" y="3599"/>
                  </a:lnTo>
                  <a:lnTo>
                    <a:pt x="3846" y="3553"/>
                  </a:lnTo>
                  <a:lnTo>
                    <a:pt x="3868" y="3505"/>
                  </a:lnTo>
                  <a:lnTo>
                    <a:pt x="3888" y="3456"/>
                  </a:lnTo>
                  <a:lnTo>
                    <a:pt x="3907" y="3406"/>
                  </a:lnTo>
                  <a:lnTo>
                    <a:pt x="3922" y="3354"/>
                  </a:lnTo>
                  <a:lnTo>
                    <a:pt x="3935" y="3303"/>
                  </a:lnTo>
                  <a:lnTo>
                    <a:pt x="3946" y="3250"/>
                  </a:lnTo>
                  <a:lnTo>
                    <a:pt x="3953" y="3197"/>
                  </a:lnTo>
                  <a:lnTo>
                    <a:pt x="3957" y="3144"/>
                  </a:lnTo>
                  <a:lnTo>
                    <a:pt x="3960" y="3092"/>
                  </a:lnTo>
                  <a:lnTo>
                    <a:pt x="3959" y="1313"/>
                  </a:lnTo>
                  <a:lnTo>
                    <a:pt x="3955" y="1271"/>
                  </a:lnTo>
                  <a:lnTo>
                    <a:pt x="3949" y="1229"/>
                  </a:lnTo>
                  <a:lnTo>
                    <a:pt x="3941" y="1189"/>
                  </a:lnTo>
                  <a:lnTo>
                    <a:pt x="3930" y="1149"/>
                  </a:lnTo>
                  <a:lnTo>
                    <a:pt x="3918" y="1111"/>
                  </a:lnTo>
                  <a:lnTo>
                    <a:pt x="3902" y="1075"/>
                  </a:lnTo>
                  <a:lnTo>
                    <a:pt x="3886" y="1040"/>
                  </a:lnTo>
                  <a:lnTo>
                    <a:pt x="3867" y="1006"/>
                  </a:lnTo>
                  <a:lnTo>
                    <a:pt x="3846" y="973"/>
                  </a:lnTo>
                  <a:lnTo>
                    <a:pt x="3823" y="942"/>
                  </a:lnTo>
                  <a:lnTo>
                    <a:pt x="3798" y="913"/>
                  </a:lnTo>
                  <a:lnTo>
                    <a:pt x="3771" y="886"/>
                  </a:lnTo>
                  <a:lnTo>
                    <a:pt x="3743" y="860"/>
                  </a:lnTo>
                  <a:lnTo>
                    <a:pt x="3714" y="837"/>
                  </a:lnTo>
                  <a:lnTo>
                    <a:pt x="3682" y="816"/>
                  </a:lnTo>
                  <a:lnTo>
                    <a:pt x="3649" y="796"/>
                  </a:lnTo>
                  <a:lnTo>
                    <a:pt x="2386" y="83"/>
                  </a:lnTo>
                  <a:lnTo>
                    <a:pt x="2350" y="65"/>
                  </a:lnTo>
                  <a:lnTo>
                    <a:pt x="2310" y="50"/>
                  </a:lnTo>
                  <a:lnTo>
                    <a:pt x="2268" y="36"/>
                  </a:lnTo>
                  <a:lnTo>
                    <a:pt x="2223" y="24"/>
                  </a:lnTo>
                  <a:lnTo>
                    <a:pt x="2178" y="15"/>
                  </a:lnTo>
                  <a:lnTo>
                    <a:pt x="2131" y="8"/>
                  </a:lnTo>
                  <a:lnTo>
                    <a:pt x="2082" y="3"/>
                  </a:lnTo>
                  <a:lnTo>
                    <a:pt x="2032" y="0"/>
                  </a:lnTo>
                  <a:lnTo>
                    <a:pt x="1982" y="1"/>
                  </a:lnTo>
                  <a:lnTo>
                    <a:pt x="1933" y="3"/>
                  </a:lnTo>
                  <a:lnTo>
                    <a:pt x="1882" y="9"/>
                  </a:lnTo>
                  <a:lnTo>
                    <a:pt x="1833" y="17"/>
                  </a:lnTo>
                  <a:lnTo>
                    <a:pt x="1785" y="29"/>
                  </a:lnTo>
                  <a:lnTo>
                    <a:pt x="1737" y="43"/>
                  </a:lnTo>
                  <a:lnTo>
                    <a:pt x="1691" y="62"/>
                  </a:lnTo>
                  <a:lnTo>
                    <a:pt x="1647" y="83"/>
                  </a:lnTo>
                  <a:lnTo>
                    <a:pt x="311" y="782"/>
                  </a:lnTo>
                  <a:lnTo>
                    <a:pt x="276" y="803"/>
                  </a:lnTo>
                  <a:lnTo>
                    <a:pt x="243" y="826"/>
                  </a:lnTo>
                  <a:lnTo>
                    <a:pt x="213" y="852"/>
                  </a:lnTo>
                  <a:lnTo>
                    <a:pt x="184" y="879"/>
                  </a:lnTo>
                  <a:lnTo>
                    <a:pt x="155" y="908"/>
                  </a:lnTo>
                  <a:lnTo>
                    <a:pt x="131" y="939"/>
                  </a:lnTo>
                  <a:lnTo>
                    <a:pt x="107" y="971"/>
                  </a:lnTo>
                  <a:lnTo>
                    <a:pt x="86" y="1005"/>
                  </a:lnTo>
                  <a:lnTo>
                    <a:pt x="68" y="1040"/>
                  </a:lnTo>
                  <a:lnTo>
                    <a:pt x="50" y="1076"/>
                  </a:lnTo>
                  <a:lnTo>
                    <a:pt x="36" y="1115"/>
                  </a:lnTo>
                  <a:lnTo>
                    <a:pt x="23" y="1153"/>
                  </a:lnTo>
                  <a:lnTo>
                    <a:pt x="14" y="1195"/>
                  </a:lnTo>
                  <a:lnTo>
                    <a:pt x="7" y="1236"/>
                  </a:lnTo>
                  <a:lnTo>
                    <a:pt x="2" y="1279"/>
                  </a:lnTo>
                  <a:lnTo>
                    <a:pt x="0" y="1322"/>
                  </a:lnTo>
                  <a:lnTo>
                    <a:pt x="0" y="3093"/>
                  </a:lnTo>
                  <a:lnTo>
                    <a:pt x="2" y="3147"/>
                  </a:lnTo>
                  <a:lnTo>
                    <a:pt x="7" y="3202"/>
                  </a:lnTo>
                  <a:lnTo>
                    <a:pt x="15" y="3257"/>
                  </a:lnTo>
                  <a:lnTo>
                    <a:pt x="27" y="3312"/>
                  </a:lnTo>
                  <a:lnTo>
                    <a:pt x="42" y="3366"/>
                  </a:lnTo>
                  <a:lnTo>
                    <a:pt x="59" y="3420"/>
                  </a:lnTo>
                  <a:lnTo>
                    <a:pt x="79" y="3474"/>
                  </a:lnTo>
                  <a:lnTo>
                    <a:pt x="102" y="3525"/>
                  </a:lnTo>
                  <a:lnTo>
                    <a:pt x="127" y="3576"/>
                  </a:lnTo>
                  <a:lnTo>
                    <a:pt x="154" y="3624"/>
                  </a:lnTo>
                  <a:lnTo>
                    <a:pt x="184" y="3670"/>
                  </a:lnTo>
                  <a:lnTo>
                    <a:pt x="214" y="3712"/>
                  </a:lnTo>
                  <a:lnTo>
                    <a:pt x="247" y="3752"/>
                  </a:lnTo>
                  <a:lnTo>
                    <a:pt x="281" y="3788"/>
                  </a:lnTo>
                  <a:lnTo>
                    <a:pt x="317" y="3821"/>
                  </a:lnTo>
                  <a:lnTo>
                    <a:pt x="353" y="384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7661" name="Freeform 41"/>
            <p:cNvSpPr>
              <a:spLocks/>
            </p:cNvSpPr>
            <p:nvPr/>
          </p:nvSpPr>
          <p:spPr bwMode="auto">
            <a:xfrm>
              <a:off x="943" y="2210"/>
              <a:ext cx="276" cy="187"/>
            </a:xfrm>
            <a:custGeom>
              <a:avLst/>
              <a:gdLst>
                <a:gd name="T0" fmla="*/ 11 w 1380"/>
                <a:gd name="T1" fmla="*/ 7 h 937"/>
                <a:gd name="T2" fmla="*/ 11 w 1380"/>
                <a:gd name="T3" fmla="*/ 7 h 937"/>
                <a:gd name="T4" fmla="*/ 0 w 1380"/>
                <a:gd name="T5" fmla="*/ 0 h 937"/>
                <a:gd name="T6" fmla="*/ 0 w 1380"/>
                <a:gd name="T7" fmla="*/ 1 h 937"/>
                <a:gd name="T8" fmla="*/ 10 w 1380"/>
                <a:gd name="T9" fmla="*/ 7 h 937"/>
                <a:gd name="T10" fmla="*/ 10 w 1380"/>
                <a:gd name="T11" fmla="*/ 7 h 937"/>
                <a:gd name="T12" fmla="*/ 10 w 1380"/>
                <a:gd name="T13" fmla="*/ 7 h 937"/>
                <a:gd name="T14" fmla="*/ 11 w 1380"/>
                <a:gd name="T15" fmla="*/ 7 h 937"/>
                <a:gd name="T16" fmla="*/ 11 w 1380"/>
                <a:gd name="T17" fmla="*/ 7 h 937"/>
                <a:gd name="T18" fmla="*/ 11 w 1380"/>
                <a:gd name="T19" fmla="*/ 7 h 937"/>
                <a:gd name="T20" fmla="*/ 11 w 1380"/>
                <a:gd name="T21" fmla="*/ 7 h 937"/>
                <a:gd name="T22" fmla="*/ 11 w 1380"/>
                <a:gd name="T23" fmla="*/ 7 h 937"/>
                <a:gd name="T24" fmla="*/ 11 w 1380"/>
                <a:gd name="T25" fmla="*/ 7 h 937"/>
                <a:gd name="T26" fmla="*/ 11 w 1380"/>
                <a:gd name="T27" fmla="*/ 7 h 937"/>
                <a:gd name="T28" fmla="*/ 11 w 1380"/>
                <a:gd name="T29" fmla="*/ 7 h 937"/>
                <a:gd name="T30" fmla="*/ 11 w 1380"/>
                <a:gd name="T31" fmla="*/ 7 h 93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80"/>
                <a:gd name="T49" fmla="*/ 0 h 937"/>
                <a:gd name="T50" fmla="*/ 1380 w 1380"/>
                <a:gd name="T51" fmla="*/ 937 h 93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80" h="937">
                  <a:moveTo>
                    <a:pt x="1354" y="848"/>
                  </a:moveTo>
                  <a:lnTo>
                    <a:pt x="1359" y="851"/>
                  </a:lnTo>
                  <a:lnTo>
                    <a:pt x="51" y="0"/>
                  </a:lnTo>
                  <a:lnTo>
                    <a:pt x="0" y="78"/>
                  </a:lnTo>
                  <a:lnTo>
                    <a:pt x="1307" y="929"/>
                  </a:lnTo>
                  <a:lnTo>
                    <a:pt x="1312" y="932"/>
                  </a:lnTo>
                  <a:lnTo>
                    <a:pt x="1307" y="929"/>
                  </a:lnTo>
                  <a:lnTo>
                    <a:pt x="1326" y="937"/>
                  </a:lnTo>
                  <a:lnTo>
                    <a:pt x="1345" y="936"/>
                  </a:lnTo>
                  <a:lnTo>
                    <a:pt x="1360" y="929"/>
                  </a:lnTo>
                  <a:lnTo>
                    <a:pt x="1372" y="916"/>
                  </a:lnTo>
                  <a:lnTo>
                    <a:pt x="1379" y="899"/>
                  </a:lnTo>
                  <a:lnTo>
                    <a:pt x="1380" y="883"/>
                  </a:lnTo>
                  <a:lnTo>
                    <a:pt x="1374" y="865"/>
                  </a:lnTo>
                  <a:lnTo>
                    <a:pt x="1359" y="851"/>
                  </a:lnTo>
                  <a:lnTo>
                    <a:pt x="1354" y="84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7662" name="Freeform 42"/>
            <p:cNvSpPr>
              <a:spLocks/>
            </p:cNvSpPr>
            <p:nvPr/>
          </p:nvSpPr>
          <p:spPr bwMode="auto">
            <a:xfrm>
              <a:off x="1206" y="2379"/>
              <a:ext cx="140" cy="32"/>
            </a:xfrm>
            <a:custGeom>
              <a:avLst/>
              <a:gdLst>
                <a:gd name="T0" fmla="*/ 5 w 703"/>
                <a:gd name="T1" fmla="*/ 0 h 162"/>
                <a:gd name="T2" fmla="*/ 5 w 703"/>
                <a:gd name="T3" fmla="*/ 0 h 162"/>
                <a:gd name="T4" fmla="*/ 5 w 703"/>
                <a:gd name="T5" fmla="*/ 0 h 162"/>
                <a:gd name="T6" fmla="*/ 5 w 703"/>
                <a:gd name="T7" fmla="*/ 0 h 162"/>
                <a:gd name="T8" fmla="*/ 4 w 703"/>
                <a:gd name="T9" fmla="*/ 0 h 162"/>
                <a:gd name="T10" fmla="*/ 4 w 703"/>
                <a:gd name="T11" fmla="*/ 0 h 162"/>
                <a:gd name="T12" fmla="*/ 4 w 703"/>
                <a:gd name="T13" fmla="*/ 0 h 162"/>
                <a:gd name="T14" fmla="*/ 3 w 703"/>
                <a:gd name="T15" fmla="*/ 1 h 162"/>
                <a:gd name="T16" fmla="*/ 3 w 703"/>
                <a:gd name="T17" fmla="*/ 1 h 162"/>
                <a:gd name="T18" fmla="*/ 3 w 703"/>
                <a:gd name="T19" fmla="*/ 1 h 162"/>
                <a:gd name="T20" fmla="*/ 2 w 703"/>
                <a:gd name="T21" fmla="*/ 1 h 162"/>
                <a:gd name="T22" fmla="*/ 2 w 703"/>
                <a:gd name="T23" fmla="*/ 1 h 162"/>
                <a:gd name="T24" fmla="*/ 2 w 703"/>
                <a:gd name="T25" fmla="*/ 0 h 162"/>
                <a:gd name="T26" fmla="*/ 1 w 703"/>
                <a:gd name="T27" fmla="*/ 0 h 162"/>
                <a:gd name="T28" fmla="*/ 1 w 703"/>
                <a:gd name="T29" fmla="*/ 0 h 162"/>
                <a:gd name="T30" fmla="*/ 1 w 703"/>
                <a:gd name="T31" fmla="*/ 0 h 162"/>
                <a:gd name="T32" fmla="*/ 1 w 703"/>
                <a:gd name="T33" fmla="*/ 0 h 162"/>
                <a:gd name="T34" fmla="*/ 0 w 703"/>
                <a:gd name="T35" fmla="*/ 0 h 162"/>
                <a:gd name="T36" fmla="*/ 0 w 703"/>
                <a:gd name="T37" fmla="*/ 1 h 162"/>
                <a:gd name="T38" fmla="*/ 0 w 703"/>
                <a:gd name="T39" fmla="*/ 1 h 162"/>
                <a:gd name="T40" fmla="*/ 1 w 703"/>
                <a:gd name="T41" fmla="*/ 1 h 162"/>
                <a:gd name="T42" fmla="*/ 1 w 703"/>
                <a:gd name="T43" fmla="*/ 1 h 162"/>
                <a:gd name="T44" fmla="*/ 1 w 703"/>
                <a:gd name="T45" fmla="*/ 1 h 162"/>
                <a:gd name="T46" fmla="*/ 2 w 703"/>
                <a:gd name="T47" fmla="*/ 1 h 162"/>
                <a:gd name="T48" fmla="*/ 2 w 703"/>
                <a:gd name="T49" fmla="*/ 1 h 162"/>
                <a:gd name="T50" fmla="*/ 2 w 703"/>
                <a:gd name="T51" fmla="*/ 1 h 162"/>
                <a:gd name="T52" fmla="*/ 3 w 703"/>
                <a:gd name="T53" fmla="*/ 1 h 162"/>
                <a:gd name="T54" fmla="*/ 3 w 703"/>
                <a:gd name="T55" fmla="*/ 1 h 162"/>
                <a:gd name="T56" fmla="*/ 3 w 703"/>
                <a:gd name="T57" fmla="*/ 1 h 162"/>
                <a:gd name="T58" fmla="*/ 4 w 703"/>
                <a:gd name="T59" fmla="*/ 1 h 162"/>
                <a:gd name="T60" fmla="*/ 4 w 703"/>
                <a:gd name="T61" fmla="*/ 1 h 162"/>
                <a:gd name="T62" fmla="*/ 5 w 703"/>
                <a:gd name="T63" fmla="*/ 1 h 162"/>
                <a:gd name="T64" fmla="*/ 5 w 703"/>
                <a:gd name="T65" fmla="*/ 1 h 162"/>
                <a:gd name="T66" fmla="*/ 5 w 703"/>
                <a:gd name="T67" fmla="*/ 1 h 162"/>
                <a:gd name="T68" fmla="*/ 5 w 703"/>
                <a:gd name="T69" fmla="*/ 1 h 162"/>
                <a:gd name="T70" fmla="*/ 5 w 703"/>
                <a:gd name="T71" fmla="*/ 1 h 162"/>
                <a:gd name="T72" fmla="*/ 5 w 703"/>
                <a:gd name="T73" fmla="*/ 1 h 162"/>
                <a:gd name="T74" fmla="*/ 5 w 703"/>
                <a:gd name="T75" fmla="*/ 1 h 162"/>
                <a:gd name="T76" fmla="*/ 6 w 703"/>
                <a:gd name="T77" fmla="*/ 0 h 162"/>
                <a:gd name="T78" fmla="*/ 6 w 703"/>
                <a:gd name="T79" fmla="*/ 0 h 162"/>
                <a:gd name="T80" fmla="*/ 6 w 703"/>
                <a:gd name="T81" fmla="*/ 0 h 162"/>
                <a:gd name="T82" fmla="*/ 5 w 703"/>
                <a:gd name="T83" fmla="*/ 0 h 162"/>
                <a:gd name="T84" fmla="*/ 5 w 703"/>
                <a:gd name="T85" fmla="*/ 0 h 162"/>
                <a:gd name="T86" fmla="*/ 5 w 703"/>
                <a:gd name="T87" fmla="*/ 0 h 162"/>
                <a:gd name="T88" fmla="*/ 5 w 703"/>
                <a:gd name="T89" fmla="*/ 0 h 162"/>
                <a:gd name="T90" fmla="*/ 5 w 703"/>
                <a:gd name="T91" fmla="*/ 0 h 162"/>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703"/>
                <a:gd name="T139" fmla="*/ 0 h 162"/>
                <a:gd name="T140" fmla="*/ 703 w 703"/>
                <a:gd name="T141" fmla="*/ 162 h 162"/>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703" h="162">
                  <a:moveTo>
                    <a:pt x="631" y="8"/>
                  </a:moveTo>
                  <a:lnTo>
                    <a:pt x="636" y="6"/>
                  </a:lnTo>
                  <a:lnTo>
                    <a:pt x="606" y="20"/>
                  </a:lnTo>
                  <a:lnTo>
                    <a:pt x="575" y="32"/>
                  </a:lnTo>
                  <a:lnTo>
                    <a:pt x="540" y="42"/>
                  </a:lnTo>
                  <a:lnTo>
                    <a:pt x="504" y="52"/>
                  </a:lnTo>
                  <a:lnTo>
                    <a:pt x="467" y="59"/>
                  </a:lnTo>
                  <a:lnTo>
                    <a:pt x="428" y="64"/>
                  </a:lnTo>
                  <a:lnTo>
                    <a:pt x="389" y="67"/>
                  </a:lnTo>
                  <a:lnTo>
                    <a:pt x="348" y="68"/>
                  </a:lnTo>
                  <a:lnTo>
                    <a:pt x="308" y="68"/>
                  </a:lnTo>
                  <a:lnTo>
                    <a:pt x="267" y="65"/>
                  </a:lnTo>
                  <a:lnTo>
                    <a:pt x="226" y="61"/>
                  </a:lnTo>
                  <a:lnTo>
                    <a:pt x="187" y="54"/>
                  </a:lnTo>
                  <a:lnTo>
                    <a:pt x="148" y="44"/>
                  </a:lnTo>
                  <a:lnTo>
                    <a:pt x="110" y="33"/>
                  </a:lnTo>
                  <a:lnTo>
                    <a:pt x="75" y="20"/>
                  </a:lnTo>
                  <a:lnTo>
                    <a:pt x="42" y="5"/>
                  </a:lnTo>
                  <a:lnTo>
                    <a:pt x="0" y="89"/>
                  </a:lnTo>
                  <a:lnTo>
                    <a:pt x="40" y="107"/>
                  </a:lnTo>
                  <a:lnTo>
                    <a:pt x="82" y="122"/>
                  </a:lnTo>
                  <a:lnTo>
                    <a:pt x="124" y="135"/>
                  </a:lnTo>
                  <a:lnTo>
                    <a:pt x="169" y="146"/>
                  </a:lnTo>
                  <a:lnTo>
                    <a:pt x="214" y="153"/>
                  </a:lnTo>
                  <a:lnTo>
                    <a:pt x="258" y="158"/>
                  </a:lnTo>
                  <a:lnTo>
                    <a:pt x="303" y="162"/>
                  </a:lnTo>
                  <a:lnTo>
                    <a:pt x="348" y="162"/>
                  </a:lnTo>
                  <a:lnTo>
                    <a:pt x="394" y="161"/>
                  </a:lnTo>
                  <a:lnTo>
                    <a:pt x="439" y="157"/>
                  </a:lnTo>
                  <a:lnTo>
                    <a:pt x="481" y="150"/>
                  </a:lnTo>
                  <a:lnTo>
                    <a:pt x="525" y="143"/>
                  </a:lnTo>
                  <a:lnTo>
                    <a:pt x="566" y="132"/>
                  </a:lnTo>
                  <a:lnTo>
                    <a:pt x="606" y="121"/>
                  </a:lnTo>
                  <a:lnTo>
                    <a:pt x="643" y="105"/>
                  </a:lnTo>
                  <a:lnTo>
                    <a:pt x="678" y="88"/>
                  </a:lnTo>
                  <a:lnTo>
                    <a:pt x="683" y="86"/>
                  </a:lnTo>
                  <a:lnTo>
                    <a:pt x="678" y="88"/>
                  </a:lnTo>
                  <a:lnTo>
                    <a:pt x="695" y="75"/>
                  </a:lnTo>
                  <a:lnTo>
                    <a:pt x="702" y="60"/>
                  </a:lnTo>
                  <a:lnTo>
                    <a:pt x="703" y="42"/>
                  </a:lnTo>
                  <a:lnTo>
                    <a:pt x="698" y="26"/>
                  </a:lnTo>
                  <a:lnTo>
                    <a:pt x="688" y="12"/>
                  </a:lnTo>
                  <a:lnTo>
                    <a:pt x="674" y="3"/>
                  </a:lnTo>
                  <a:lnTo>
                    <a:pt x="656" y="0"/>
                  </a:lnTo>
                  <a:lnTo>
                    <a:pt x="636" y="6"/>
                  </a:lnTo>
                  <a:lnTo>
                    <a:pt x="631"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7663" name="Freeform 43"/>
            <p:cNvSpPr>
              <a:spLocks/>
            </p:cNvSpPr>
            <p:nvPr/>
          </p:nvSpPr>
          <p:spPr bwMode="auto">
            <a:xfrm>
              <a:off x="1332" y="2204"/>
              <a:ext cx="283" cy="192"/>
            </a:xfrm>
            <a:custGeom>
              <a:avLst/>
              <a:gdLst>
                <a:gd name="T0" fmla="*/ 11 w 1415"/>
                <a:gd name="T1" fmla="*/ 0 h 960"/>
                <a:gd name="T2" fmla="*/ 11 w 1415"/>
                <a:gd name="T3" fmla="*/ 0 h 960"/>
                <a:gd name="T4" fmla="*/ 0 w 1415"/>
                <a:gd name="T5" fmla="*/ 7 h 960"/>
                <a:gd name="T6" fmla="*/ 0 w 1415"/>
                <a:gd name="T7" fmla="*/ 8 h 960"/>
                <a:gd name="T8" fmla="*/ 11 w 1415"/>
                <a:gd name="T9" fmla="*/ 1 h 960"/>
                <a:gd name="T10" fmla="*/ 11 w 1415"/>
                <a:gd name="T11" fmla="*/ 1 h 960"/>
                <a:gd name="T12" fmla="*/ 11 w 1415"/>
                <a:gd name="T13" fmla="*/ 1 h 960"/>
                <a:gd name="T14" fmla="*/ 11 w 1415"/>
                <a:gd name="T15" fmla="*/ 1 h 960"/>
                <a:gd name="T16" fmla="*/ 11 w 1415"/>
                <a:gd name="T17" fmla="*/ 0 h 960"/>
                <a:gd name="T18" fmla="*/ 11 w 1415"/>
                <a:gd name="T19" fmla="*/ 0 h 960"/>
                <a:gd name="T20" fmla="*/ 11 w 1415"/>
                <a:gd name="T21" fmla="*/ 0 h 960"/>
                <a:gd name="T22" fmla="*/ 11 w 1415"/>
                <a:gd name="T23" fmla="*/ 0 h 960"/>
                <a:gd name="T24" fmla="*/ 11 w 1415"/>
                <a:gd name="T25" fmla="*/ 0 h 960"/>
                <a:gd name="T26" fmla="*/ 11 w 1415"/>
                <a:gd name="T27" fmla="*/ 0 h 960"/>
                <a:gd name="T28" fmla="*/ 11 w 1415"/>
                <a:gd name="T29" fmla="*/ 0 h 960"/>
                <a:gd name="T30" fmla="*/ 11 w 1415"/>
                <a:gd name="T31" fmla="*/ 0 h 96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15"/>
                <a:gd name="T49" fmla="*/ 0 h 960"/>
                <a:gd name="T50" fmla="*/ 1415 w 1415"/>
                <a:gd name="T51" fmla="*/ 960 h 96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15" h="960">
                  <a:moveTo>
                    <a:pt x="1338" y="10"/>
                  </a:moveTo>
                  <a:lnTo>
                    <a:pt x="1342" y="8"/>
                  </a:lnTo>
                  <a:lnTo>
                    <a:pt x="0" y="882"/>
                  </a:lnTo>
                  <a:lnTo>
                    <a:pt x="52" y="960"/>
                  </a:lnTo>
                  <a:lnTo>
                    <a:pt x="1393" y="85"/>
                  </a:lnTo>
                  <a:lnTo>
                    <a:pt x="1397" y="83"/>
                  </a:lnTo>
                  <a:lnTo>
                    <a:pt x="1393" y="85"/>
                  </a:lnTo>
                  <a:lnTo>
                    <a:pt x="1409" y="71"/>
                  </a:lnTo>
                  <a:lnTo>
                    <a:pt x="1415" y="53"/>
                  </a:lnTo>
                  <a:lnTo>
                    <a:pt x="1413" y="37"/>
                  </a:lnTo>
                  <a:lnTo>
                    <a:pt x="1406" y="21"/>
                  </a:lnTo>
                  <a:lnTo>
                    <a:pt x="1395" y="8"/>
                  </a:lnTo>
                  <a:lnTo>
                    <a:pt x="1379" y="1"/>
                  </a:lnTo>
                  <a:lnTo>
                    <a:pt x="1361" y="0"/>
                  </a:lnTo>
                  <a:lnTo>
                    <a:pt x="1342" y="8"/>
                  </a:lnTo>
                  <a:lnTo>
                    <a:pt x="1338" y="1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7664" name="Freeform 44"/>
            <p:cNvSpPr>
              <a:spLocks/>
            </p:cNvSpPr>
            <p:nvPr/>
          </p:nvSpPr>
          <p:spPr bwMode="auto">
            <a:xfrm>
              <a:off x="1599" y="2057"/>
              <a:ext cx="80" cy="163"/>
            </a:xfrm>
            <a:custGeom>
              <a:avLst/>
              <a:gdLst>
                <a:gd name="T0" fmla="*/ 2 w 398"/>
                <a:gd name="T1" fmla="*/ 0 h 817"/>
                <a:gd name="T2" fmla="*/ 2 w 398"/>
                <a:gd name="T3" fmla="*/ 0 h 817"/>
                <a:gd name="T4" fmla="*/ 2 w 398"/>
                <a:gd name="T5" fmla="*/ 1 h 817"/>
                <a:gd name="T6" fmla="*/ 2 w 398"/>
                <a:gd name="T7" fmla="*/ 1 h 817"/>
                <a:gd name="T8" fmla="*/ 2 w 398"/>
                <a:gd name="T9" fmla="*/ 2 h 817"/>
                <a:gd name="T10" fmla="*/ 2 w 398"/>
                <a:gd name="T11" fmla="*/ 2 h 817"/>
                <a:gd name="T12" fmla="*/ 2 w 398"/>
                <a:gd name="T13" fmla="*/ 2 h 817"/>
                <a:gd name="T14" fmla="*/ 2 w 398"/>
                <a:gd name="T15" fmla="*/ 3 h 817"/>
                <a:gd name="T16" fmla="*/ 2 w 398"/>
                <a:gd name="T17" fmla="*/ 3 h 817"/>
                <a:gd name="T18" fmla="*/ 2 w 398"/>
                <a:gd name="T19" fmla="*/ 4 h 817"/>
                <a:gd name="T20" fmla="*/ 2 w 398"/>
                <a:gd name="T21" fmla="*/ 4 h 817"/>
                <a:gd name="T22" fmla="*/ 1 w 398"/>
                <a:gd name="T23" fmla="*/ 4 h 817"/>
                <a:gd name="T24" fmla="*/ 1 w 398"/>
                <a:gd name="T25" fmla="*/ 5 h 817"/>
                <a:gd name="T26" fmla="*/ 1 w 398"/>
                <a:gd name="T27" fmla="*/ 5 h 817"/>
                <a:gd name="T28" fmla="*/ 1 w 398"/>
                <a:gd name="T29" fmla="*/ 5 h 817"/>
                <a:gd name="T30" fmla="*/ 1 w 398"/>
                <a:gd name="T31" fmla="*/ 5 h 817"/>
                <a:gd name="T32" fmla="*/ 0 w 398"/>
                <a:gd name="T33" fmla="*/ 6 h 817"/>
                <a:gd name="T34" fmla="*/ 0 w 398"/>
                <a:gd name="T35" fmla="*/ 6 h 817"/>
                <a:gd name="T36" fmla="*/ 0 w 398"/>
                <a:gd name="T37" fmla="*/ 7 h 817"/>
                <a:gd name="T38" fmla="*/ 1 w 398"/>
                <a:gd name="T39" fmla="*/ 6 h 817"/>
                <a:gd name="T40" fmla="*/ 1 w 398"/>
                <a:gd name="T41" fmla="*/ 6 h 817"/>
                <a:gd name="T42" fmla="*/ 1 w 398"/>
                <a:gd name="T43" fmla="*/ 6 h 817"/>
                <a:gd name="T44" fmla="*/ 2 w 398"/>
                <a:gd name="T45" fmla="*/ 5 h 817"/>
                <a:gd name="T46" fmla="*/ 2 w 398"/>
                <a:gd name="T47" fmla="*/ 5 h 817"/>
                <a:gd name="T48" fmla="*/ 2 w 398"/>
                <a:gd name="T49" fmla="*/ 5 h 817"/>
                <a:gd name="T50" fmla="*/ 2 w 398"/>
                <a:gd name="T51" fmla="*/ 4 h 817"/>
                <a:gd name="T52" fmla="*/ 2 w 398"/>
                <a:gd name="T53" fmla="*/ 4 h 817"/>
                <a:gd name="T54" fmla="*/ 3 w 398"/>
                <a:gd name="T55" fmla="*/ 3 h 817"/>
                <a:gd name="T56" fmla="*/ 3 w 398"/>
                <a:gd name="T57" fmla="*/ 3 h 817"/>
                <a:gd name="T58" fmla="*/ 3 w 398"/>
                <a:gd name="T59" fmla="*/ 3 h 817"/>
                <a:gd name="T60" fmla="*/ 3 w 398"/>
                <a:gd name="T61" fmla="*/ 2 h 817"/>
                <a:gd name="T62" fmla="*/ 3 w 398"/>
                <a:gd name="T63" fmla="*/ 2 h 817"/>
                <a:gd name="T64" fmla="*/ 3 w 398"/>
                <a:gd name="T65" fmla="*/ 1 h 817"/>
                <a:gd name="T66" fmla="*/ 3 w 398"/>
                <a:gd name="T67" fmla="*/ 1 h 817"/>
                <a:gd name="T68" fmla="*/ 3 w 398"/>
                <a:gd name="T69" fmla="*/ 0 h 817"/>
                <a:gd name="T70" fmla="*/ 3 w 398"/>
                <a:gd name="T71" fmla="*/ 0 h 817"/>
                <a:gd name="T72" fmla="*/ 3 w 398"/>
                <a:gd name="T73" fmla="*/ 0 h 817"/>
                <a:gd name="T74" fmla="*/ 3 w 398"/>
                <a:gd name="T75" fmla="*/ 0 h 817"/>
                <a:gd name="T76" fmla="*/ 3 w 398"/>
                <a:gd name="T77" fmla="*/ 0 h 817"/>
                <a:gd name="T78" fmla="*/ 3 w 398"/>
                <a:gd name="T79" fmla="*/ 0 h 817"/>
                <a:gd name="T80" fmla="*/ 3 w 398"/>
                <a:gd name="T81" fmla="*/ 0 h 817"/>
                <a:gd name="T82" fmla="*/ 3 w 398"/>
                <a:gd name="T83" fmla="*/ 0 h 817"/>
                <a:gd name="T84" fmla="*/ 3 w 398"/>
                <a:gd name="T85" fmla="*/ 0 h 817"/>
                <a:gd name="T86" fmla="*/ 2 w 398"/>
                <a:gd name="T87" fmla="*/ 0 h 817"/>
                <a:gd name="T88" fmla="*/ 2 w 398"/>
                <a:gd name="T89" fmla="*/ 0 h 817"/>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398"/>
                <a:gd name="T136" fmla="*/ 0 h 817"/>
                <a:gd name="T137" fmla="*/ 398 w 398"/>
                <a:gd name="T138" fmla="*/ 817 h 817"/>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398" h="817">
                  <a:moveTo>
                    <a:pt x="304" y="47"/>
                  </a:moveTo>
                  <a:lnTo>
                    <a:pt x="304" y="47"/>
                  </a:lnTo>
                  <a:lnTo>
                    <a:pt x="301" y="97"/>
                  </a:lnTo>
                  <a:lnTo>
                    <a:pt x="297" y="147"/>
                  </a:lnTo>
                  <a:lnTo>
                    <a:pt x="291" y="198"/>
                  </a:lnTo>
                  <a:lnTo>
                    <a:pt x="280" y="247"/>
                  </a:lnTo>
                  <a:lnTo>
                    <a:pt x="268" y="297"/>
                  </a:lnTo>
                  <a:lnTo>
                    <a:pt x="253" y="347"/>
                  </a:lnTo>
                  <a:lnTo>
                    <a:pt x="236" y="395"/>
                  </a:lnTo>
                  <a:lnTo>
                    <a:pt x="217" y="442"/>
                  </a:lnTo>
                  <a:lnTo>
                    <a:pt x="195" y="487"/>
                  </a:lnTo>
                  <a:lnTo>
                    <a:pt x="171" y="532"/>
                  </a:lnTo>
                  <a:lnTo>
                    <a:pt x="147" y="574"/>
                  </a:lnTo>
                  <a:lnTo>
                    <a:pt x="121" y="613"/>
                  </a:lnTo>
                  <a:lnTo>
                    <a:pt x="93" y="650"/>
                  </a:lnTo>
                  <a:lnTo>
                    <a:pt x="64" y="684"/>
                  </a:lnTo>
                  <a:lnTo>
                    <a:pt x="32" y="716"/>
                  </a:lnTo>
                  <a:lnTo>
                    <a:pt x="0" y="744"/>
                  </a:lnTo>
                  <a:lnTo>
                    <a:pt x="59" y="817"/>
                  </a:lnTo>
                  <a:lnTo>
                    <a:pt x="95" y="784"/>
                  </a:lnTo>
                  <a:lnTo>
                    <a:pt x="132" y="748"/>
                  </a:lnTo>
                  <a:lnTo>
                    <a:pt x="166" y="709"/>
                  </a:lnTo>
                  <a:lnTo>
                    <a:pt x="196" y="667"/>
                  </a:lnTo>
                  <a:lnTo>
                    <a:pt x="227" y="623"/>
                  </a:lnTo>
                  <a:lnTo>
                    <a:pt x="253" y="576"/>
                  </a:lnTo>
                  <a:lnTo>
                    <a:pt x="279" y="530"/>
                  </a:lnTo>
                  <a:lnTo>
                    <a:pt x="301" y="479"/>
                  </a:lnTo>
                  <a:lnTo>
                    <a:pt x="323" y="428"/>
                  </a:lnTo>
                  <a:lnTo>
                    <a:pt x="342" y="375"/>
                  </a:lnTo>
                  <a:lnTo>
                    <a:pt x="359" y="321"/>
                  </a:lnTo>
                  <a:lnTo>
                    <a:pt x="372" y="268"/>
                  </a:lnTo>
                  <a:lnTo>
                    <a:pt x="382" y="212"/>
                  </a:lnTo>
                  <a:lnTo>
                    <a:pt x="391" y="157"/>
                  </a:lnTo>
                  <a:lnTo>
                    <a:pt x="395" y="102"/>
                  </a:lnTo>
                  <a:lnTo>
                    <a:pt x="398" y="47"/>
                  </a:lnTo>
                  <a:lnTo>
                    <a:pt x="394" y="27"/>
                  </a:lnTo>
                  <a:lnTo>
                    <a:pt x="383" y="11"/>
                  </a:lnTo>
                  <a:lnTo>
                    <a:pt x="368" y="3"/>
                  </a:lnTo>
                  <a:lnTo>
                    <a:pt x="351" y="0"/>
                  </a:lnTo>
                  <a:lnTo>
                    <a:pt x="333" y="3"/>
                  </a:lnTo>
                  <a:lnTo>
                    <a:pt x="319" y="11"/>
                  </a:lnTo>
                  <a:lnTo>
                    <a:pt x="307" y="27"/>
                  </a:lnTo>
                  <a:lnTo>
                    <a:pt x="304" y="4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7665" name="Freeform 45"/>
            <p:cNvSpPr>
              <a:spLocks/>
            </p:cNvSpPr>
            <p:nvPr/>
          </p:nvSpPr>
          <p:spPr bwMode="auto">
            <a:xfrm>
              <a:off x="1660" y="1701"/>
              <a:ext cx="19" cy="365"/>
            </a:xfrm>
            <a:custGeom>
              <a:avLst/>
              <a:gdLst>
                <a:gd name="T0" fmla="*/ 0 w 95"/>
                <a:gd name="T1" fmla="*/ 0 h 1826"/>
                <a:gd name="T2" fmla="*/ 0 w 95"/>
                <a:gd name="T3" fmla="*/ 0 h 1826"/>
                <a:gd name="T4" fmla="*/ 0 w 95"/>
                <a:gd name="T5" fmla="*/ 15 h 1826"/>
                <a:gd name="T6" fmla="*/ 1 w 95"/>
                <a:gd name="T7" fmla="*/ 15 h 1826"/>
                <a:gd name="T8" fmla="*/ 1 w 95"/>
                <a:gd name="T9" fmla="*/ 0 h 1826"/>
                <a:gd name="T10" fmla="*/ 1 w 95"/>
                <a:gd name="T11" fmla="*/ 0 h 1826"/>
                <a:gd name="T12" fmla="*/ 1 w 95"/>
                <a:gd name="T13" fmla="*/ 0 h 1826"/>
                <a:gd name="T14" fmla="*/ 1 w 95"/>
                <a:gd name="T15" fmla="*/ 0 h 1826"/>
                <a:gd name="T16" fmla="*/ 1 w 95"/>
                <a:gd name="T17" fmla="*/ 0 h 1826"/>
                <a:gd name="T18" fmla="*/ 1 w 95"/>
                <a:gd name="T19" fmla="*/ 0 h 1826"/>
                <a:gd name="T20" fmla="*/ 0 w 95"/>
                <a:gd name="T21" fmla="*/ 0 h 1826"/>
                <a:gd name="T22" fmla="*/ 0 w 95"/>
                <a:gd name="T23" fmla="*/ 0 h 1826"/>
                <a:gd name="T24" fmla="*/ 0 w 95"/>
                <a:gd name="T25" fmla="*/ 0 h 1826"/>
                <a:gd name="T26" fmla="*/ 0 w 95"/>
                <a:gd name="T27" fmla="*/ 0 h 1826"/>
                <a:gd name="T28" fmla="*/ 0 w 95"/>
                <a:gd name="T29" fmla="*/ 0 h 1826"/>
                <a:gd name="T30" fmla="*/ 0 w 95"/>
                <a:gd name="T31" fmla="*/ 0 h 182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95"/>
                <a:gd name="T49" fmla="*/ 0 h 1826"/>
                <a:gd name="T50" fmla="*/ 95 w 95"/>
                <a:gd name="T51" fmla="*/ 1826 h 182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95" h="1826">
                  <a:moveTo>
                    <a:pt x="0" y="49"/>
                  </a:moveTo>
                  <a:lnTo>
                    <a:pt x="0" y="47"/>
                  </a:lnTo>
                  <a:lnTo>
                    <a:pt x="1" y="1826"/>
                  </a:lnTo>
                  <a:lnTo>
                    <a:pt x="95" y="1826"/>
                  </a:lnTo>
                  <a:lnTo>
                    <a:pt x="93" y="47"/>
                  </a:lnTo>
                  <a:lnTo>
                    <a:pt x="93" y="45"/>
                  </a:lnTo>
                  <a:lnTo>
                    <a:pt x="93" y="47"/>
                  </a:lnTo>
                  <a:lnTo>
                    <a:pt x="90" y="27"/>
                  </a:lnTo>
                  <a:lnTo>
                    <a:pt x="79" y="12"/>
                  </a:lnTo>
                  <a:lnTo>
                    <a:pt x="64" y="4"/>
                  </a:lnTo>
                  <a:lnTo>
                    <a:pt x="47" y="0"/>
                  </a:lnTo>
                  <a:lnTo>
                    <a:pt x="29" y="4"/>
                  </a:lnTo>
                  <a:lnTo>
                    <a:pt x="15" y="12"/>
                  </a:lnTo>
                  <a:lnTo>
                    <a:pt x="3" y="27"/>
                  </a:lnTo>
                  <a:lnTo>
                    <a:pt x="0" y="47"/>
                  </a:lnTo>
                  <a:lnTo>
                    <a:pt x="0" y="4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7666" name="Freeform 46"/>
            <p:cNvSpPr>
              <a:spLocks/>
            </p:cNvSpPr>
            <p:nvPr/>
          </p:nvSpPr>
          <p:spPr bwMode="auto">
            <a:xfrm>
              <a:off x="1598" y="1598"/>
              <a:ext cx="81" cy="113"/>
            </a:xfrm>
            <a:custGeom>
              <a:avLst/>
              <a:gdLst>
                <a:gd name="T0" fmla="*/ 0 w 401"/>
                <a:gd name="T1" fmla="*/ 1 h 566"/>
                <a:gd name="T2" fmla="*/ 0 w 401"/>
                <a:gd name="T3" fmla="*/ 1 h 566"/>
                <a:gd name="T4" fmla="*/ 0 w 401"/>
                <a:gd name="T5" fmla="*/ 1 h 566"/>
                <a:gd name="T6" fmla="*/ 1 w 401"/>
                <a:gd name="T7" fmla="*/ 1 h 566"/>
                <a:gd name="T8" fmla="*/ 1 w 401"/>
                <a:gd name="T9" fmla="*/ 1 h 566"/>
                <a:gd name="T10" fmla="*/ 1 w 401"/>
                <a:gd name="T11" fmla="*/ 1 h 566"/>
                <a:gd name="T12" fmla="*/ 1 w 401"/>
                <a:gd name="T13" fmla="*/ 2 h 566"/>
                <a:gd name="T14" fmla="*/ 1 w 401"/>
                <a:gd name="T15" fmla="*/ 2 h 566"/>
                <a:gd name="T16" fmla="*/ 2 w 401"/>
                <a:gd name="T17" fmla="*/ 2 h 566"/>
                <a:gd name="T18" fmla="*/ 2 w 401"/>
                <a:gd name="T19" fmla="*/ 2 h 566"/>
                <a:gd name="T20" fmla="*/ 2 w 401"/>
                <a:gd name="T21" fmla="*/ 2 h 566"/>
                <a:gd name="T22" fmla="*/ 2 w 401"/>
                <a:gd name="T23" fmla="*/ 3 h 566"/>
                <a:gd name="T24" fmla="*/ 2 w 401"/>
                <a:gd name="T25" fmla="*/ 3 h 566"/>
                <a:gd name="T26" fmla="*/ 2 w 401"/>
                <a:gd name="T27" fmla="*/ 3 h 566"/>
                <a:gd name="T28" fmla="*/ 2 w 401"/>
                <a:gd name="T29" fmla="*/ 4 h 566"/>
                <a:gd name="T30" fmla="*/ 2 w 401"/>
                <a:gd name="T31" fmla="*/ 4 h 566"/>
                <a:gd name="T32" fmla="*/ 2 w 401"/>
                <a:gd name="T33" fmla="*/ 4 h 566"/>
                <a:gd name="T34" fmla="*/ 3 w 401"/>
                <a:gd name="T35" fmla="*/ 5 h 566"/>
                <a:gd name="T36" fmla="*/ 3 w 401"/>
                <a:gd name="T37" fmla="*/ 4 h 566"/>
                <a:gd name="T38" fmla="*/ 3 w 401"/>
                <a:gd name="T39" fmla="*/ 4 h 566"/>
                <a:gd name="T40" fmla="*/ 3 w 401"/>
                <a:gd name="T41" fmla="*/ 4 h 566"/>
                <a:gd name="T42" fmla="*/ 3 w 401"/>
                <a:gd name="T43" fmla="*/ 3 h 566"/>
                <a:gd name="T44" fmla="*/ 3 w 401"/>
                <a:gd name="T45" fmla="*/ 3 h 566"/>
                <a:gd name="T46" fmla="*/ 3 w 401"/>
                <a:gd name="T47" fmla="*/ 3 h 566"/>
                <a:gd name="T48" fmla="*/ 3 w 401"/>
                <a:gd name="T49" fmla="*/ 2 h 566"/>
                <a:gd name="T50" fmla="*/ 3 w 401"/>
                <a:gd name="T51" fmla="*/ 2 h 566"/>
                <a:gd name="T52" fmla="*/ 2 w 401"/>
                <a:gd name="T53" fmla="*/ 2 h 566"/>
                <a:gd name="T54" fmla="*/ 2 w 401"/>
                <a:gd name="T55" fmla="*/ 2 h 566"/>
                <a:gd name="T56" fmla="*/ 2 w 401"/>
                <a:gd name="T57" fmla="*/ 1 h 566"/>
                <a:gd name="T58" fmla="*/ 2 w 401"/>
                <a:gd name="T59" fmla="*/ 1 h 566"/>
                <a:gd name="T60" fmla="*/ 2 w 401"/>
                <a:gd name="T61" fmla="*/ 1 h 566"/>
                <a:gd name="T62" fmla="*/ 1 w 401"/>
                <a:gd name="T63" fmla="*/ 1 h 566"/>
                <a:gd name="T64" fmla="*/ 1 w 401"/>
                <a:gd name="T65" fmla="*/ 0 h 566"/>
                <a:gd name="T66" fmla="*/ 1 w 401"/>
                <a:gd name="T67" fmla="*/ 0 h 566"/>
                <a:gd name="T68" fmla="*/ 1 w 401"/>
                <a:gd name="T69" fmla="*/ 0 h 566"/>
                <a:gd name="T70" fmla="*/ 1 w 401"/>
                <a:gd name="T71" fmla="*/ 0 h 566"/>
                <a:gd name="T72" fmla="*/ 1 w 401"/>
                <a:gd name="T73" fmla="*/ 0 h 566"/>
                <a:gd name="T74" fmla="*/ 0 w 401"/>
                <a:gd name="T75" fmla="*/ 0 h 566"/>
                <a:gd name="T76" fmla="*/ 0 w 401"/>
                <a:gd name="T77" fmla="*/ 0 h 566"/>
                <a:gd name="T78" fmla="*/ 0 w 401"/>
                <a:gd name="T79" fmla="*/ 0 h 566"/>
                <a:gd name="T80" fmla="*/ 0 w 401"/>
                <a:gd name="T81" fmla="*/ 0 h 566"/>
                <a:gd name="T82" fmla="*/ 0 w 401"/>
                <a:gd name="T83" fmla="*/ 0 h 566"/>
                <a:gd name="T84" fmla="*/ 0 w 401"/>
                <a:gd name="T85" fmla="*/ 0 h 566"/>
                <a:gd name="T86" fmla="*/ 0 w 401"/>
                <a:gd name="T87" fmla="*/ 1 h 566"/>
                <a:gd name="T88" fmla="*/ 0 w 401"/>
                <a:gd name="T89" fmla="*/ 1 h 56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401"/>
                <a:gd name="T136" fmla="*/ 0 h 566"/>
                <a:gd name="T137" fmla="*/ 401 w 401"/>
                <a:gd name="T138" fmla="*/ 566 h 566"/>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401" h="566">
                  <a:moveTo>
                    <a:pt x="23" y="88"/>
                  </a:moveTo>
                  <a:lnTo>
                    <a:pt x="23" y="88"/>
                  </a:lnTo>
                  <a:lnTo>
                    <a:pt x="53" y="107"/>
                  </a:lnTo>
                  <a:lnTo>
                    <a:pt x="83" y="125"/>
                  </a:lnTo>
                  <a:lnTo>
                    <a:pt x="108" y="147"/>
                  </a:lnTo>
                  <a:lnTo>
                    <a:pt x="135" y="171"/>
                  </a:lnTo>
                  <a:lnTo>
                    <a:pt x="160" y="196"/>
                  </a:lnTo>
                  <a:lnTo>
                    <a:pt x="182" y="223"/>
                  </a:lnTo>
                  <a:lnTo>
                    <a:pt x="205" y="251"/>
                  </a:lnTo>
                  <a:lnTo>
                    <a:pt x="223" y="281"/>
                  </a:lnTo>
                  <a:lnTo>
                    <a:pt x="240" y="312"/>
                  </a:lnTo>
                  <a:lnTo>
                    <a:pt x="256" y="345"/>
                  </a:lnTo>
                  <a:lnTo>
                    <a:pt x="270" y="379"/>
                  </a:lnTo>
                  <a:lnTo>
                    <a:pt x="282" y="414"/>
                  </a:lnTo>
                  <a:lnTo>
                    <a:pt x="291" y="450"/>
                  </a:lnTo>
                  <a:lnTo>
                    <a:pt x="299" y="488"/>
                  </a:lnTo>
                  <a:lnTo>
                    <a:pt x="304" y="526"/>
                  </a:lnTo>
                  <a:lnTo>
                    <a:pt x="308" y="566"/>
                  </a:lnTo>
                  <a:lnTo>
                    <a:pt x="401" y="562"/>
                  </a:lnTo>
                  <a:lnTo>
                    <a:pt x="398" y="517"/>
                  </a:lnTo>
                  <a:lnTo>
                    <a:pt x="391" y="471"/>
                  </a:lnTo>
                  <a:lnTo>
                    <a:pt x="383" y="429"/>
                  </a:lnTo>
                  <a:lnTo>
                    <a:pt x="371" y="386"/>
                  </a:lnTo>
                  <a:lnTo>
                    <a:pt x="357" y="346"/>
                  </a:lnTo>
                  <a:lnTo>
                    <a:pt x="340" y="307"/>
                  </a:lnTo>
                  <a:lnTo>
                    <a:pt x="324" y="270"/>
                  </a:lnTo>
                  <a:lnTo>
                    <a:pt x="303" y="232"/>
                  </a:lnTo>
                  <a:lnTo>
                    <a:pt x="280" y="197"/>
                  </a:lnTo>
                  <a:lnTo>
                    <a:pt x="255" y="164"/>
                  </a:lnTo>
                  <a:lnTo>
                    <a:pt x="228" y="132"/>
                  </a:lnTo>
                  <a:lnTo>
                    <a:pt x="199" y="103"/>
                  </a:lnTo>
                  <a:lnTo>
                    <a:pt x="169" y="76"/>
                  </a:lnTo>
                  <a:lnTo>
                    <a:pt x="137" y="50"/>
                  </a:lnTo>
                  <a:lnTo>
                    <a:pt x="103" y="27"/>
                  </a:lnTo>
                  <a:lnTo>
                    <a:pt x="67" y="6"/>
                  </a:lnTo>
                  <a:lnTo>
                    <a:pt x="48" y="0"/>
                  </a:lnTo>
                  <a:lnTo>
                    <a:pt x="30" y="2"/>
                  </a:lnTo>
                  <a:lnTo>
                    <a:pt x="16" y="12"/>
                  </a:lnTo>
                  <a:lnTo>
                    <a:pt x="5" y="25"/>
                  </a:lnTo>
                  <a:lnTo>
                    <a:pt x="0" y="41"/>
                  </a:lnTo>
                  <a:lnTo>
                    <a:pt x="0" y="59"/>
                  </a:lnTo>
                  <a:lnTo>
                    <a:pt x="8" y="75"/>
                  </a:lnTo>
                  <a:lnTo>
                    <a:pt x="23"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7667" name="Freeform 47"/>
            <p:cNvSpPr>
              <a:spLocks/>
            </p:cNvSpPr>
            <p:nvPr/>
          </p:nvSpPr>
          <p:spPr bwMode="auto">
            <a:xfrm>
              <a:off x="1346" y="1455"/>
              <a:ext cx="266" cy="160"/>
            </a:xfrm>
            <a:custGeom>
              <a:avLst/>
              <a:gdLst>
                <a:gd name="T0" fmla="*/ 0 w 1330"/>
                <a:gd name="T1" fmla="*/ 1 h 801"/>
                <a:gd name="T2" fmla="*/ 0 w 1330"/>
                <a:gd name="T3" fmla="*/ 1 h 801"/>
                <a:gd name="T4" fmla="*/ 10 w 1330"/>
                <a:gd name="T5" fmla="*/ 6 h 801"/>
                <a:gd name="T6" fmla="*/ 11 w 1330"/>
                <a:gd name="T7" fmla="*/ 6 h 801"/>
                <a:gd name="T8" fmla="*/ 1 w 1330"/>
                <a:gd name="T9" fmla="*/ 0 h 801"/>
                <a:gd name="T10" fmla="*/ 1 w 1330"/>
                <a:gd name="T11" fmla="*/ 0 h 801"/>
                <a:gd name="T12" fmla="*/ 1 w 1330"/>
                <a:gd name="T13" fmla="*/ 0 h 801"/>
                <a:gd name="T14" fmla="*/ 0 w 1330"/>
                <a:gd name="T15" fmla="*/ 0 h 801"/>
                <a:gd name="T16" fmla="*/ 0 w 1330"/>
                <a:gd name="T17" fmla="*/ 0 h 801"/>
                <a:gd name="T18" fmla="*/ 0 w 1330"/>
                <a:gd name="T19" fmla="*/ 0 h 801"/>
                <a:gd name="T20" fmla="*/ 0 w 1330"/>
                <a:gd name="T21" fmla="*/ 0 h 801"/>
                <a:gd name="T22" fmla="*/ 0 w 1330"/>
                <a:gd name="T23" fmla="*/ 0 h 801"/>
                <a:gd name="T24" fmla="*/ 0 w 1330"/>
                <a:gd name="T25" fmla="*/ 0 h 801"/>
                <a:gd name="T26" fmla="*/ 0 w 1330"/>
                <a:gd name="T27" fmla="*/ 1 h 801"/>
                <a:gd name="T28" fmla="*/ 0 w 1330"/>
                <a:gd name="T29" fmla="*/ 1 h 801"/>
                <a:gd name="T30" fmla="*/ 0 w 1330"/>
                <a:gd name="T31" fmla="*/ 1 h 801"/>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30"/>
                <a:gd name="T49" fmla="*/ 0 h 801"/>
                <a:gd name="T50" fmla="*/ 1330 w 1330"/>
                <a:gd name="T51" fmla="*/ 801 h 801"/>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30" h="801">
                  <a:moveTo>
                    <a:pt x="24" y="88"/>
                  </a:moveTo>
                  <a:lnTo>
                    <a:pt x="23" y="88"/>
                  </a:lnTo>
                  <a:lnTo>
                    <a:pt x="1286" y="801"/>
                  </a:lnTo>
                  <a:lnTo>
                    <a:pt x="1330" y="719"/>
                  </a:lnTo>
                  <a:lnTo>
                    <a:pt x="67" y="6"/>
                  </a:lnTo>
                  <a:lnTo>
                    <a:pt x="66" y="6"/>
                  </a:lnTo>
                  <a:lnTo>
                    <a:pt x="67" y="6"/>
                  </a:lnTo>
                  <a:lnTo>
                    <a:pt x="48" y="0"/>
                  </a:lnTo>
                  <a:lnTo>
                    <a:pt x="30" y="2"/>
                  </a:lnTo>
                  <a:lnTo>
                    <a:pt x="16" y="12"/>
                  </a:lnTo>
                  <a:lnTo>
                    <a:pt x="5" y="25"/>
                  </a:lnTo>
                  <a:lnTo>
                    <a:pt x="0" y="41"/>
                  </a:lnTo>
                  <a:lnTo>
                    <a:pt x="0" y="59"/>
                  </a:lnTo>
                  <a:lnTo>
                    <a:pt x="8" y="75"/>
                  </a:lnTo>
                  <a:lnTo>
                    <a:pt x="23" y="88"/>
                  </a:lnTo>
                  <a:lnTo>
                    <a:pt x="24"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7668" name="Freeform 48"/>
            <p:cNvSpPr>
              <a:spLocks/>
            </p:cNvSpPr>
            <p:nvPr/>
          </p:nvSpPr>
          <p:spPr bwMode="auto">
            <a:xfrm>
              <a:off x="1198" y="1439"/>
              <a:ext cx="161" cy="35"/>
            </a:xfrm>
            <a:custGeom>
              <a:avLst/>
              <a:gdLst>
                <a:gd name="T0" fmla="*/ 1 w 806"/>
                <a:gd name="T1" fmla="*/ 1 h 177"/>
                <a:gd name="T2" fmla="*/ 1 w 806"/>
                <a:gd name="T3" fmla="*/ 1 h 177"/>
                <a:gd name="T4" fmla="*/ 1 w 806"/>
                <a:gd name="T5" fmla="*/ 1 h 177"/>
                <a:gd name="T6" fmla="*/ 1 w 806"/>
                <a:gd name="T7" fmla="*/ 1 h 177"/>
                <a:gd name="T8" fmla="*/ 2 w 806"/>
                <a:gd name="T9" fmla="*/ 1 h 177"/>
                <a:gd name="T10" fmla="*/ 2 w 806"/>
                <a:gd name="T11" fmla="*/ 1 h 177"/>
                <a:gd name="T12" fmla="*/ 2 w 806"/>
                <a:gd name="T13" fmla="*/ 1 h 177"/>
                <a:gd name="T14" fmla="*/ 3 w 806"/>
                <a:gd name="T15" fmla="*/ 1 h 177"/>
                <a:gd name="T16" fmla="*/ 3 w 806"/>
                <a:gd name="T17" fmla="*/ 1 h 177"/>
                <a:gd name="T18" fmla="*/ 3 w 806"/>
                <a:gd name="T19" fmla="*/ 1 h 177"/>
                <a:gd name="T20" fmla="*/ 4 w 806"/>
                <a:gd name="T21" fmla="*/ 1 h 177"/>
                <a:gd name="T22" fmla="*/ 4 w 806"/>
                <a:gd name="T23" fmla="*/ 1 h 177"/>
                <a:gd name="T24" fmla="*/ 5 w 806"/>
                <a:gd name="T25" fmla="*/ 1 h 177"/>
                <a:gd name="T26" fmla="*/ 5 w 806"/>
                <a:gd name="T27" fmla="*/ 1 h 177"/>
                <a:gd name="T28" fmla="*/ 5 w 806"/>
                <a:gd name="T29" fmla="*/ 1 h 177"/>
                <a:gd name="T30" fmla="*/ 6 w 806"/>
                <a:gd name="T31" fmla="*/ 1 h 177"/>
                <a:gd name="T32" fmla="*/ 6 w 806"/>
                <a:gd name="T33" fmla="*/ 1 h 177"/>
                <a:gd name="T34" fmla="*/ 6 w 806"/>
                <a:gd name="T35" fmla="*/ 1 h 177"/>
                <a:gd name="T36" fmla="*/ 6 w 806"/>
                <a:gd name="T37" fmla="*/ 1 h 177"/>
                <a:gd name="T38" fmla="*/ 6 w 806"/>
                <a:gd name="T39" fmla="*/ 1 h 177"/>
                <a:gd name="T40" fmla="*/ 6 w 806"/>
                <a:gd name="T41" fmla="*/ 0 h 177"/>
                <a:gd name="T42" fmla="*/ 5 w 806"/>
                <a:gd name="T43" fmla="*/ 0 h 177"/>
                <a:gd name="T44" fmla="*/ 5 w 806"/>
                <a:gd name="T45" fmla="*/ 0 h 177"/>
                <a:gd name="T46" fmla="*/ 5 w 806"/>
                <a:gd name="T47" fmla="*/ 0 h 177"/>
                <a:gd name="T48" fmla="*/ 4 w 806"/>
                <a:gd name="T49" fmla="*/ 0 h 177"/>
                <a:gd name="T50" fmla="*/ 4 w 806"/>
                <a:gd name="T51" fmla="*/ 0 h 177"/>
                <a:gd name="T52" fmla="*/ 3 w 806"/>
                <a:gd name="T53" fmla="*/ 0 h 177"/>
                <a:gd name="T54" fmla="*/ 3 w 806"/>
                <a:gd name="T55" fmla="*/ 0 h 177"/>
                <a:gd name="T56" fmla="*/ 3 w 806"/>
                <a:gd name="T57" fmla="*/ 0 h 177"/>
                <a:gd name="T58" fmla="*/ 2 w 806"/>
                <a:gd name="T59" fmla="*/ 0 h 177"/>
                <a:gd name="T60" fmla="*/ 2 w 806"/>
                <a:gd name="T61" fmla="*/ 0 h 177"/>
                <a:gd name="T62" fmla="*/ 1 w 806"/>
                <a:gd name="T63" fmla="*/ 0 h 177"/>
                <a:gd name="T64" fmla="*/ 1 w 806"/>
                <a:gd name="T65" fmla="*/ 0 h 177"/>
                <a:gd name="T66" fmla="*/ 1 w 806"/>
                <a:gd name="T67" fmla="*/ 1 h 177"/>
                <a:gd name="T68" fmla="*/ 0 w 806"/>
                <a:gd name="T69" fmla="*/ 1 h 177"/>
                <a:gd name="T70" fmla="*/ 0 w 806"/>
                <a:gd name="T71" fmla="*/ 1 h 177"/>
                <a:gd name="T72" fmla="*/ 0 w 806"/>
                <a:gd name="T73" fmla="*/ 1 h 177"/>
                <a:gd name="T74" fmla="*/ 0 w 806"/>
                <a:gd name="T75" fmla="*/ 1 h 177"/>
                <a:gd name="T76" fmla="*/ 0 w 806"/>
                <a:gd name="T77" fmla="*/ 1 h 177"/>
                <a:gd name="T78" fmla="*/ 0 w 806"/>
                <a:gd name="T79" fmla="*/ 1 h 177"/>
                <a:gd name="T80" fmla="*/ 0 w 806"/>
                <a:gd name="T81" fmla="*/ 1 h 177"/>
                <a:gd name="T82" fmla="*/ 0 w 806"/>
                <a:gd name="T83" fmla="*/ 1 h 177"/>
                <a:gd name="T84" fmla="*/ 0 w 806"/>
                <a:gd name="T85" fmla="*/ 1 h 177"/>
                <a:gd name="T86" fmla="*/ 0 w 806"/>
                <a:gd name="T87" fmla="*/ 1 h 177"/>
                <a:gd name="T88" fmla="*/ 1 w 806"/>
                <a:gd name="T89" fmla="*/ 1 h 177"/>
                <a:gd name="T90" fmla="*/ 1 w 806"/>
                <a:gd name="T91" fmla="*/ 1 h 17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806"/>
                <a:gd name="T139" fmla="*/ 0 h 177"/>
                <a:gd name="T140" fmla="*/ 806 w 806"/>
                <a:gd name="T141" fmla="*/ 177 h 17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806" h="177">
                  <a:moveTo>
                    <a:pt x="67" y="171"/>
                  </a:moveTo>
                  <a:lnTo>
                    <a:pt x="68" y="171"/>
                  </a:lnTo>
                  <a:lnTo>
                    <a:pt x="109" y="151"/>
                  </a:lnTo>
                  <a:lnTo>
                    <a:pt x="151" y="135"/>
                  </a:lnTo>
                  <a:lnTo>
                    <a:pt x="196" y="122"/>
                  </a:lnTo>
                  <a:lnTo>
                    <a:pt x="242" y="110"/>
                  </a:lnTo>
                  <a:lnTo>
                    <a:pt x="287" y="102"/>
                  </a:lnTo>
                  <a:lnTo>
                    <a:pt x="335" y="97"/>
                  </a:lnTo>
                  <a:lnTo>
                    <a:pt x="382" y="95"/>
                  </a:lnTo>
                  <a:lnTo>
                    <a:pt x="430" y="94"/>
                  </a:lnTo>
                  <a:lnTo>
                    <a:pt x="477" y="97"/>
                  </a:lnTo>
                  <a:lnTo>
                    <a:pt x="524" y="102"/>
                  </a:lnTo>
                  <a:lnTo>
                    <a:pt x="568" y="108"/>
                  </a:lnTo>
                  <a:lnTo>
                    <a:pt x="612" y="117"/>
                  </a:lnTo>
                  <a:lnTo>
                    <a:pt x="654" y="128"/>
                  </a:lnTo>
                  <a:lnTo>
                    <a:pt x="693" y="141"/>
                  </a:lnTo>
                  <a:lnTo>
                    <a:pt x="730" y="155"/>
                  </a:lnTo>
                  <a:lnTo>
                    <a:pt x="764" y="171"/>
                  </a:lnTo>
                  <a:lnTo>
                    <a:pt x="806" y="89"/>
                  </a:lnTo>
                  <a:lnTo>
                    <a:pt x="768" y="70"/>
                  </a:lnTo>
                  <a:lnTo>
                    <a:pt x="725" y="54"/>
                  </a:lnTo>
                  <a:lnTo>
                    <a:pt x="680" y="39"/>
                  </a:lnTo>
                  <a:lnTo>
                    <a:pt x="633" y="26"/>
                  </a:lnTo>
                  <a:lnTo>
                    <a:pt x="585" y="16"/>
                  </a:lnTo>
                  <a:lnTo>
                    <a:pt x="536" y="8"/>
                  </a:lnTo>
                  <a:lnTo>
                    <a:pt x="484" y="3"/>
                  </a:lnTo>
                  <a:lnTo>
                    <a:pt x="433" y="0"/>
                  </a:lnTo>
                  <a:lnTo>
                    <a:pt x="380" y="1"/>
                  </a:lnTo>
                  <a:lnTo>
                    <a:pt x="328" y="3"/>
                  </a:lnTo>
                  <a:lnTo>
                    <a:pt x="276" y="10"/>
                  </a:lnTo>
                  <a:lnTo>
                    <a:pt x="223" y="19"/>
                  </a:lnTo>
                  <a:lnTo>
                    <a:pt x="172" y="30"/>
                  </a:lnTo>
                  <a:lnTo>
                    <a:pt x="121" y="46"/>
                  </a:lnTo>
                  <a:lnTo>
                    <a:pt x="72" y="67"/>
                  </a:lnTo>
                  <a:lnTo>
                    <a:pt x="24" y="89"/>
                  </a:lnTo>
                  <a:lnTo>
                    <a:pt x="25" y="89"/>
                  </a:lnTo>
                  <a:lnTo>
                    <a:pt x="24" y="89"/>
                  </a:lnTo>
                  <a:lnTo>
                    <a:pt x="8" y="102"/>
                  </a:lnTo>
                  <a:lnTo>
                    <a:pt x="0" y="118"/>
                  </a:lnTo>
                  <a:lnTo>
                    <a:pt x="0" y="136"/>
                  </a:lnTo>
                  <a:lnTo>
                    <a:pt x="6" y="152"/>
                  </a:lnTo>
                  <a:lnTo>
                    <a:pt x="17" y="165"/>
                  </a:lnTo>
                  <a:lnTo>
                    <a:pt x="31" y="175"/>
                  </a:lnTo>
                  <a:lnTo>
                    <a:pt x="48" y="177"/>
                  </a:lnTo>
                  <a:lnTo>
                    <a:pt x="68" y="171"/>
                  </a:lnTo>
                  <a:lnTo>
                    <a:pt x="67" y="1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7669" name="Freeform 49"/>
            <p:cNvSpPr>
              <a:spLocks/>
            </p:cNvSpPr>
            <p:nvPr/>
          </p:nvSpPr>
          <p:spPr bwMode="auto">
            <a:xfrm>
              <a:off x="931" y="1456"/>
              <a:ext cx="280" cy="158"/>
            </a:xfrm>
            <a:custGeom>
              <a:avLst/>
              <a:gdLst>
                <a:gd name="T0" fmla="*/ 1 w 1402"/>
                <a:gd name="T1" fmla="*/ 6 h 787"/>
                <a:gd name="T2" fmla="*/ 1 w 1402"/>
                <a:gd name="T3" fmla="*/ 6 h 787"/>
                <a:gd name="T4" fmla="*/ 11 w 1402"/>
                <a:gd name="T5" fmla="*/ 1 h 787"/>
                <a:gd name="T6" fmla="*/ 11 w 1402"/>
                <a:gd name="T7" fmla="*/ 0 h 787"/>
                <a:gd name="T8" fmla="*/ 0 w 1402"/>
                <a:gd name="T9" fmla="*/ 6 h 787"/>
                <a:gd name="T10" fmla="*/ 0 w 1402"/>
                <a:gd name="T11" fmla="*/ 6 h 787"/>
                <a:gd name="T12" fmla="*/ 0 w 1402"/>
                <a:gd name="T13" fmla="*/ 6 h 787"/>
                <a:gd name="T14" fmla="*/ 0 w 1402"/>
                <a:gd name="T15" fmla="*/ 6 h 787"/>
                <a:gd name="T16" fmla="*/ 0 w 1402"/>
                <a:gd name="T17" fmla="*/ 6 h 787"/>
                <a:gd name="T18" fmla="*/ 0 w 1402"/>
                <a:gd name="T19" fmla="*/ 6 h 787"/>
                <a:gd name="T20" fmla="*/ 0 w 1402"/>
                <a:gd name="T21" fmla="*/ 6 h 787"/>
                <a:gd name="T22" fmla="*/ 0 w 1402"/>
                <a:gd name="T23" fmla="*/ 6 h 787"/>
                <a:gd name="T24" fmla="*/ 0 w 1402"/>
                <a:gd name="T25" fmla="*/ 6 h 787"/>
                <a:gd name="T26" fmla="*/ 0 w 1402"/>
                <a:gd name="T27" fmla="*/ 6 h 787"/>
                <a:gd name="T28" fmla="*/ 1 w 1402"/>
                <a:gd name="T29" fmla="*/ 6 h 787"/>
                <a:gd name="T30" fmla="*/ 1 w 1402"/>
                <a:gd name="T31" fmla="*/ 6 h 78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02"/>
                <a:gd name="T49" fmla="*/ 0 h 787"/>
                <a:gd name="T50" fmla="*/ 1402 w 1402"/>
                <a:gd name="T51" fmla="*/ 787 h 78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02" h="787">
                  <a:moveTo>
                    <a:pt x="69" y="781"/>
                  </a:moveTo>
                  <a:lnTo>
                    <a:pt x="66" y="781"/>
                  </a:lnTo>
                  <a:lnTo>
                    <a:pt x="1402" y="82"/>
                  </a:lnTo>
                  <a:lnTo>
                    <a:pt x="1360" y="0"/>
                  </a:lnTo>
                  <a:lnTo>
                    <a:pt x="24" y="699"/>
                  </a:lnTo>
                  <a:lnTo>
                    <a:pt x="22" y="699"/>
                  </a:lnTo>
                  <a:lnTo>
                    <a:pt x="24" y="699"/>
                  </a:lnTo>
                  <a:lnTo>
                    <a:pt x="8" y="712"/>
                  </a:lnTo>
                  <a:lnTo>
                    <a:pt x="1" y="727"/>
                  </a:lnTo>
                  <a:lnTo>
                    <a:pt x="0" y="744"/>
                  </a:lnTo>
                  <a:lnTo>
                    <a:pt x="5" y="761"/>
                  </a:lnTo>
                  <a:lnTo>
                    <a:pt x="15" y="775"/>
                  </a:lnTo>
                  <a:lnTo>
                    <a:pt x="30" y="784"/>
                  </a:lnTo>
                  <a:lnTo>
                    <a:pt x="46" y="787"/>
                  </a:lnTo>
                  <a:lnTo>
                    <a:pt x="66" y="781"/>
                  </a:lnTo>
                  <a:lnTo>
                    <a:pt x="69" y="7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7670" name="Freeform 50"/>
            <p:cNvSpPr>
              <a:spLocks/>
            </p:cNvSpPr>
            <p:nvPr/>
          </p:nvSpPr>
          <p:spPr bwMode="auto">
            <a:xfrm>
              <a:off x="868" y="1596"/>
              <a:ext cx="77" cy="126"/>
            </a:xfrm>
            <a:custGeom>
              <a:avLst/>
              <a:gdLst>
                <a:gd name="T0" fmla="*/ 1 w 382"/>
                <a:gd name="T1" fmla="*/ 5 h 628"/>
                <a:gd name="T2" fmla="*/ 1 w 382"/>
                <a:gd name="T3" fmla="*/ 5 h 628"/>
                <a:gd name="T4" fmla="*/ 1 w 382"/>
                <a:gd name="T5" fmla="*/ 4 h 628"/>
                <a:gd name="T6" fmla="*/ 1 w 382"/>
                <a:gd name="T7" fmla="*/ 4 h 628"/>
                <a:gd name="T8" fmla="*/ 1 w 382"/>
                <a:gd name="T9" fmla="*/ 4 h 628"/>
                <a:gd name="T10" fmla="*/ 1 w 382"/>
                <a:gd name="T11" fmla="*/ 3 h 628"/>
                <a:gd name="T12" fmla="*/ 1 w 382"/>
                <a:gd name="T13" fmla="*/ 3 h 628"/>
                <a:gd name="T14" fmla="*/ 1 w 382"/>
                <a:gd name="T15" fmla="*/ 3 h 628"/>
                <a:gd name="T16" fmla="*/ 1 w 382"/>
                <a:gd name="T17" fmla="*/ 3 h 628"/>
                <a:gd name="T18" fmla="*/ 1 w 382"/>
                <a:gd name="T19" fmla="*/ 2 h 628"/>
                <a:gd name="T20" fmla="*/ 2 w 382"/>
                <a:gd name="T21" fmla="*/ 2 h 628"/>
                <a:gd name="T22" fmla="*/ 2 w 382"/>
                <a:gd name="T23" fmla="*/ 2 h 628"/>
                <a:gd name="T24" fmla="*/ 2 w 382"/>
                <a:gd name="T25" fmla="*/ 2 h 628"/>
                <a:gd name="T26" fmla="*/ 2 w 382"/>
                <a:gd name="T27" fmla="*/ 1 h 628"/>
                <a:gd name="T28" fmla="*/ 2 w 382"/>
                <a:gd name="T29" fmla="*/ 1 h 628"/>
                <a:gd name="T30" fmla="*/ 3 w 382"/>
                <a:gd name="T31" fmla="*/ 1 h 628"/>
                <a:gd name="T32" fmla="*/ 3 w 382"/>
                <a:gd name="T33" fmla="*/ 1 h 628"/>
                <a:gd name="T34" fmla="*/ 3 w 382"/>
                <a:gd name="T35" fmla="*/ 1 h 628"/>
                <a:gd name="T36" fmla="*/ 3 w 382"/>
                <a:gd name="T37" fmla="*/ 0 h 628"/>
                <a:gd name="T38" fmla="*/ 2 w 382"/>
                <a:gd name="T39" fmla="*/ 0 h 628"/>
                <a:gd name="T40" fmla="*/ 2 w 382"/>
                <a:gd name="T41" fmla="*/ 0 h 628"/>
                <a:gd name="T42" fmla="*/ 2 w 382"/>
                <a:gd name="T43" fmla="*/ 1 h 628"/>
                <a:gd name="T44" fmla="*/ 2 w 382"/>
                <a:gd name="T45" fmla="*/ 1 h 628"/>
                <a:gd name="T46" fmla="*/ 1 w 382"/>
                <a:gd name="T47" fmla="*/ 1 h 628"/>
                <a:gd name="T48" fmla="*/ 1 w 382"/>
                <a:gd name="T49" fmla="*/ 1 h 628"/>
                <a:gd name="T50" fmla="*/ 1 w 382"/>
                <a:gd name="T51" fmla="*/ 2 h 628"/>
                <a:gd name="T52" fmla="*/ 1 w 382"/>
                <a:gd name="T53" fmla="*/ 2 h 628"/>
                <a:gd name="T54" fmla="*/ 1 w 382"/>
                <a:gd name="T55" fmla="*/ 2 h 628"/>
                <a:gd name="T56" fmla="*/ 0 w 382"/>
                <a:gd name="T57" fmla="*/ 3 h 628"/>
                <a:gd name="T58" fmla="*/ 0 w 382"/>
                <a:gd name="T59" fmla="*/ 3 h 628"/>
                <a:gd name="T60" fmla="*/ 0 w 382"/>
                <a:gd name="T61" fmla="*/ 3 h 628"/>
                <a:gd name="T62" fmla="*/ 0 w 382"/>
                <a:gd name="T63" fmla="*/ 4 h 628"/>
                <a:gd name="T64" fmla="*/ 0 w 382"/>
                <a:gd name="T65" fmla="*/ 4 h 628"/>
                <a:gd name="T66" fmla="*/ 0 w 382"/>
                <a:gd name="T67" fmla="*/ 4 h 628"/>
                <a:gd name="T68" fmla="*/ 0 w 382"/>
                <a:gd name="T69" fmla="*/ 5 h 628"/>
                <a:gd name="T70" fmla="*/ 0 w 382"/>
                <a:gd name="T71" fmla="*/ 5 h 628"/>
                <a:gd name="T72" fmla="*/ 0 w 382"/>
                <a:gd name="T73" fmla="*/ 5 h 628"/>
                <a:gd name="T74" fmla="*/ 0 w 382"/>
                <a:gd name="T75" fmla="*/ 5 h 628"/>
                <a:gd name="T76" fmla="*/ 0 w 382"/>
                <a:gd name="T77" fmla="*/ 5 h 628"/>
                <a:gd name="T78" fmla="*/ 0 w 382"/>
                <a:gd name="T79" fmla="*/ 5 h 628"/>
                <a:gd name="T80" fmla="*/ 0 w 382"/>
                <a:gd name="T81" fmla="*/ 5 h 628"/>
                <a:gd name="T82" fmla="*/ 1 w 382"/>
                <a:gd name="T83" fmla="*/ 5 h 628"/>
                <a:gd name="T84" fmla="*/ 1 w 382"/>
                <a:gd name="T85" fmla="*/ 5 h 628"/>
                <a:gd name="T86" fmla="*/ 1 w 382"/>
                <a:gd name="T87" fmla="*/ 5 h 628"/>
                <a:gd name="T88" fmla="*/ 1 w 382"/>
                <a:gd name="T89" fmla="*/ 5 h 628"/>
                <a:gd name="T90" fmla="*/ 1 w 382"/>
                <a:gd name="T91" fmla="*/ 5 h 628"/>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382"/>
                <a:gd name="T139" fmla="*/ 0 h 628"/>
                <a:gd name="T140" fmla="*/ 382 w 382"/>
                <a:gd name="T141" fmla="*/ 628 h 628"/>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382" h="628">
                  <a:moveTo>
                    <a:pt x="94" y="581"/>
                  </a:moveTo>
                  <a:lnTo>
                    <a:pt x="94" y="582"/>
                  </a:lnTo>
                  <a:lnTo>
                    <a:pt x="96" y="541"/>
                  </a:lnTo>
                  <a:lnTo>
                    <a:pt x="99" y="500"/>
                  </a:lnTo>
                  <a:lnTo>
                    <a:pt x="106" y="463"/>
                  </a:lnTo>
                  <a:lnTo>
                    <a:pt x="115" y="424"/>
                  </a:lnTo>
                  <a:lnTo>
                    <a:pt x="127" y="389"/>
                  </a:lnTo>
                  <a:lnTo>
                    <a:pt x="140" y="353"/>
                  </a:lnTo>
                  <a:lnTo>
                    <a:pt x="156" y="320"/>
                  </a:lnTo>
                  <a:lnTo>
                    <a:pt x="173" y="287"/>
                  </a:lnTo>
                  <a:lnTo>
                    <a:pt x="193" y="255"/>
                  </a:lnTo>
                  <a:lnTo>
                    <a:pt x="214" y="226"/>
                  </a:lnTo>
                  <a:lnTo>
                    <a:pt x="238" y="198"/>
                  </a:lnTo>
                  <a:lnTo>
                    <a:pt x="263" y="172"/>
                  </a:lnTo>
                  <a:lnTo>
                    <a:pt x="290" y="146"/>
                  </a:lnTo>
                  <a:lnTo>
                    <a:pt x="318" y="122"/>
                  </a:lnTo>
                  <a:lnTo>
                    <a:pt x="349" y="101"/>
                  </a:lnTo>
                  <a:lnTo>
                    <a:pt x="382" y="82"/>
                  </a:lnTo>
                  <a:lnTo>
                    <a:pt x="335" y="0"/>
                  </a:lnTo>
                  <a:lnTo>
                    <a:pt x="297" y="23"/>
                  </a:lnTo>
                  <a:lnTo>
                    <a:pt x="262" y="49"/>
                  </a:lnTo>
                  <a:lnTo>
                    <a:pt x="229" y="76"/>
                  </a:lnTo>
                  <a:lnTo>
                    <a:pt x="198" y="104"/>
                  </a:lnTo>
                  <a:lnTo>
                    <a:pt x="167" y="137"/>
                  </a:lnTo>
                  <a:lnTo>
                    <a:pt x="142" y="170"/>
                  </a:lnTo>
                  <a:lnTo>
                    <a:pt x="116" y="204"/>
                  </a:lnTo>
                  <a:lnTo>
                    <a:pt x="94" y="240"/>
                  </a:lnTo>
                  <a:lnTo>
                    <a:pt x="74" y="278"/>
                  </a:lnTo>
                  <a:lnTo>
                    <a:pt x="54" y="317"/>
                  </a:lnTo>
                  <a:lnTo>
                    <a:pt x="38" y="359"/>
                  </a:lnTo>
                  <a:lnTo>
                    <a:pt x="26" y="401"/>
                  </a:lnTo>
                  <a:lnTo>
                    <a:pt x="15" y="444"/>
                  </a:lnTo>
                  <a:lnTo>
                    <a:pt x="8" y="489"/>
                  </a:lnTo>
                  <a:lnTo>
                    <a:pt x="2" y="534"/>
                  </a:lnTo>
                  <a:lnTo>
                    <a:pt x="0" y="580"/>
                  </a:lnTo>
                  <a:lnTo>
                    <a:pt x="0" y="581"/>
                  </a:lnTo>
                  <a:lnTo>
                    <a:pt x="0" y="580"/>
                  </a:lnTo>
                  <a:lnTo>
                    <a:pt x="3" y="600"/>
                  </a:lnTo>
                  <a:lnTo>
                    <a:pt x="14" y="615"/>
                  </a:lnTo>
                  <a:lnTo>
                    <a:pt x="29" y="625"/>
                  </a:lnTo>
                  <a:lnTo>
                    <a:pt x="45" y="628"/>
                  </a:lnTo>
                  <a:lnTo>
                    <a:pt x="63" y="626"/>
                  </a:lnTo>
                  <a:lnTo>
                    <a:pt x="78" y="616"/>
                  </a:lnTo>
                  <a:lnTo>
                    <a:pt x="89" y="602"/>
                  </a:lnTo>
                  <a:lnTo>
                    <a:pt x="94" y="582"/>
                  </a:lnTo>
                  <a:lnTo>
                    <a:pt x="94" y="5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7671" name="Freeform 51"/>
            <p:cNvSpPr>
              <a:spLocks/>
            </p:cNvSpPr>
            <p:nvPr/>
          </p:nvSpPr>
          <p:spPr bwMode="auto">
            <a:xfrm>
              <a:off x="868" y="1712"/>
              <a:ext cx="19" cy="364"/>
            </a:xfrm>
            <a:custGeom>
              <a:avLst/>
              <a:gdLst>
                <a:gd name="T0" fmla="*/ 1 w 94"/>
                <a:gd name="T1" fmla="*/ 14 h 1818"/>
                <a:gd name="T2" fmla="*/ 1 w 94"/>
                <a:gd name="T3" fmla="*/ 14 h 1818"/>
                <a:gd name="T4" fmla="*/ 1 w 94"/>
                <a:gd name="T5" fmla="*/ 0 h 1818"/>
                <a:gd name="T6" fmla="*/ 0 w 94"/>
                <a:gd name="T7" fmla="*/ 0 h 1818"/>
                <a:gd name="T8" fmla="*/ 0 w 94"/>
                <a:gd name="T9" fmla="*/ 14 h 1818"/>
                <a:gd name="T10" fmla="*/ 0 w 94"/>
                <a:gd name="T11" fmla="*/ 14 h 1818"/>
                <a:gd name="T12" fmla="*/ 0 w 94"/>
                <a:gd name="T13" fmla="*/ 14 h 1818"/>
                <a:gd name="T14" fmla="*/ 0 w 94"/>
                <a:gd name="T15" fmla="*/ 14 h 1818"/>
                <a:gd name="T16" fmla="*/ 0 w 94"/>
                <a:gd name="T17" fmla="*/ 14 h 1818"/>
                <a:gd name="T18" fmla="*/ 0 w 94"/>
                <a:gd name="T19" fmla="*/ 15 h 1818"/>
                <a:gd name="T20" fmla="*/ 0 w 94"/>
                <a:gd name="T21" fmla="*/ 15 h 1818"/>
                <a:gd name="T22" fmla="*/ 1 w 94"/>
                <a:gd name="T23" fmla="*/ 15 h 1818"/>
                <a:gd name="T24" fmla="*/ 1 w 94"/>
                <a:gd name="T25" fmla="*/ 14 h 1818"/>
                <a:gd name="T26" fmla="*/ 1 w 94"/>
                <a:gd name="T27" fmla="*/ 14 h 1818"/>
                <a:gd name="T28" fmla="*/ 1 w 94"/>
                <a:gd name="T29" fmla="*/ 14 h 1818"/>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94"/>
                <a:gd name="T46" fmla="*/ 0 h 1818"/>
                <a:gd name="T47" fmla="*/ 94 w 94"/>
                <a:gd name="T48" fmla="*/ 1818 h 1818"/>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94" h="1818">
                  <a:moveTo>
                    <a:pt x="94" y="1771"/>
                  </a:moveTo>
                  <a:lnTo>
                    <a:pt x="94" y="1771"/>
                  </a:lnTo>
                  <a:lnTo>
                    <a:pt x="94" y="0"/>
                  </a:lnTo>
                  <a:lnTo>
                    <a:pt x="0" y="0"/>
                  </a:lnTo>
                  <a:lnTo>
                    <a:pt x="0" y="1771"/>
                  </a:lnTo>
                  <a:lnTo>
                    <a:pt x="3" y="1791"/>
                  </a:lnTo>
                  <a:lnTo>
                    <a:pt x="15" y="1806"/>
                  </a:lnTo>
                  <a:lnTo>
                    <a:pt x="29" y="1814"/>
                  </a:lnTo>
                  <a:lnTo>
                    <a:pt x="47" y="1818"/>
                  </a:lnTo>
                  <a:lnTo>
                    <a:pt x="64" y="1814"/>
                  </a:lnTo>
                  <a:lnTo>
                    <a:pt x="79" y="1806"/>
                  </a:lnTo>
                  <a:lnTo>
                    <a:pt x="90" y="1791"/>
                  </a:lnTo>
                  <a:lnTo>
                    <a:pt x="94" y="17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7672" name="Freeform 52"/>
            <p:cNvSpPr>
              <a:spLocks/>
            </p:cNvSpPr>
            <p:nvPr/>
          </p:nvSpPr>
          <p:spPr bwMode="auto">
            <a:xfrm>
              <a:off x="868" y="2067"/>
              <a:ext cx="90" cy="160"/>
            </a:xfrm>
            <a:custGeom>
              <a:avLst/>
              <a:gdLst>
                <a:gd name="T0" fmla="*/ 3 w 449"/>
                <a:gd name="T1" fmla="*/ 6 h 803"/>
                <a:gd name="T2" fmla="*/ 3 w 449"/>
                <a:gd name="T3" fmla="*/ 6 h 803"/>
                <a:gd name="T4" fmla="*/ 3 w 449"/>
                <a:gd name="T5" fmla="*/ 5 h 803"/>
                <a:gd name="T6" fmla="*/ 3 w 449"/>
                <a:gd name="T7" fmla="*/ 5 h 803"/>
                <a:gd name="T8" fmla="*/ 3 w 449"/>
                <a:gd name="T9" fmla="*/ 5 h 803"/>
                <a:gd name="T10" fmla="*/ 2 w 449"/>
                <a:gd name="T11" fmla="*/ 5 h 803"/>
                <a:gd name="T12" fmla="*/ 2 w 449"/>
                <a:gd name="T13" fmla="*/ 4 h 803"/>
                <a:gd name="T14" fmla="*/ 2 w 449"/>
                <a:gd name="T15" fmla="*/ 4 h 803"/>
                <a:gd name="T16" fmla="*/ 2 w 449"/>
                <a:gd name="T17" fmla="*/ 4 h 803"/>
                <a:gd name="T18" fmla="*/ 2 w 449"/>
                <a:gd name="T19" fmla="*/ 3 h 803"/>
                <a:gd name="T20" fmla="*/ 1 w 449"/>
                <a:gd name="T21" fmla="*/ 3 h 803"/>
                <a:gd name="T22" fmla="*/ 1 w 449"/>
                <a:gd name="T23" fmla="*/ 2 h 803"/>
                <a:gd name="T24" fmla="*/ 1 w 449"/>
                <a:gd name="T25" fmla="*/ 2 h 803"/>
                <a:gd name="T26" fmla="*/ 1 w 449"/>
                <a:gd name="T27" fmla="*/ 2 h 803"/>
                <a:gd name="T28" fmla="*/ 1 w 449"/>
                <a:gd name="T29" fmla="*/ 1 h 803"/>
                <a:gd name="T30" fmla="*/ 1 w 449"/>
                <a:gd name="T31" fmla="*/ 1 h 803"/>
                <a:gd name="T32" fmla="*/ 1 w 449"/>
                <a:gd name="T33" fmla="*/ 0 h 803"/>
                <a:gd name="T34" fmla="*/ 1 w 449"/>
                <a:gd name="T35" fmla="*/ 0 h 803"/>
                <a:gd name="T36" fmla="*/ 0 w 449"/>
                <a:gd name="T37" fmla="*/ 0 h 803"/>
                <a:gd name="T38" fmla="*/ 0 w 449"/>
                <a:gd name="T39" fmla="*/ 0 h 803"/>
                <a:gd name="T40" fmla="*/ 0 w 449"/>
                <a:gd name="T41" fmla="*/ 1 h 803"/>
                <a:gd name="T42" fmla="*/ 0 w 449"/>
                <a:gd name="T43" fmla="*/ 1 h 803"/>
                <a:gd name="T44" fmla="*/ 0 w 449"/>
                <a:gd name="T45" fmla="*/ 2 h 803"/>
                <a:gd name="T46" fmla="*/ 0 w 449"/>
                <a:gd name="T47" fmla="*/ 2 h 803"/>
                <a:gd name="T48" fmla="*/ 0 w 449"/>
                <a:gd name="T49" fmla="*/ 3 h 803"/>
                <a:gd name="T50" fmla="*/ 1 w 449"/>
                <a:gd name="T51" fmla="*/ 3 h 803"/>
                <a:gd name="T52" fmla="*/ 1 w 449"/>
                <a:gd name="T53" fmla="*/ 4 h 803"/>
                <a:gd name="T54" fmla="*/ 1 w 449"/>
                <a:gd name="T55" fmla="*/ 4 h 803"/>
                <a:gd name="T56" fmla="*/ 1 w 449"/>
                <a:gd name="T57" fmla="*/ 4 h 803"/>
                <a:gd name="T58" fmla="*/ 2 w 449"/>
                <a:gd name="T59" fmla="*/ 5 h 803"/>
                <a:gd name="T60" fmla="*/ 2 w 449"/>
                <a:gd name="T61" fmla="*/ 5 h 803"/>
                <a:gd name="T62" fmla="*/ 2 w 449"/>
                <a:gd name="T63" fmla="*/ 5 h 803"/>
                <a:gd name="T64" fmla="*/ 2 w 449"/>
                <a:gd name="T65" fmla="*/ 6 h 803"/>
                <a:gd name="T66" fmla="*/ 3 w 449"/>
                <a:gd name="T67" fmla="*/ 6 h 803"/>
                <a:gd name="T68" fmla="*/ 3 w 449"/>
                <a:gd name="T69" fmla="*/ 6 h 803"/>
                <a:gd name="T70" fmla="*/ 3 w 449"/>
                <a:gd name="T71" fmla="*/ 6 h 803"/>
                <a:gd name="T72" fmla="*/ 3 w 449"/>
                <a:gd name="T73" fmla="*/ 6 h 803"/>
                <a:gd name="T74" fmla="*/ 3 w 449"/>
                <a:gd name="T75" fmla="*/ 6 h 803"/>
                <a:gd name="T76" fmla="*/ 3 w 449"/>
                <a:gd name="T77" fmla="*/ 6 h 803"/>
                <a:gd name="T78" fmla="*/ 3 w 449"/>
                <a:gd name="T79" fmla="*/ 6 h 803"/>
                <a:gd name="T80" fmla="*/ 4 w 449"/>
                <a:gd name="T81" fmla="*/ 6 h 803"/>
                <a:gd name="T82" fmla="*/ 4 w 449"/>
                <a:gd name="T83" fmla="*/ 6 h 803"/>
                <a:gd name="T84" fmla="*/ 4 w 449"/>
                <a:gd name="T85" fmla="*/ 6 h 803"/>
                <a:gd name="T86" fmla="*/ 4 w 449"/>
                <a:gd name="T87" fmla="*/ 6 h 803"/>
                <a:gd name="T88" fmla="*/ 3 w 449"/>
                <a:gd name="T89" fmla="*/ 6 h 803"/>
                <a:gd name="T90" fmla="*/ 3 w 449"/>
                <a:gd name="T91" fmla="*/ 6 h 80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449"/>
                <a:gd name="T139" fmla="*/ 0 h 803"/>
                <a:gd name="T140" fmla="*/ 449 w 449"/>
                <a:gd name="T141" fmla="*/ 803 h 80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449" h="803">
                  <a:moveTo>
                    <a:pt x="426" y="717"/>
                  </a:moveTo>
                  <a:lnTo>
                    <a:pt x="427" y="717"/>
                  </a:lnTo>
                  <a:lnTo>
                    <a:pt x="395" y="693"/>
                  </a:lnTo>
                  <a:lnTo>
                    <a:pt x="361" y="662"/>
                  </a:lnTo>
                  <a:lnTo>
                    <a:pt x="329" y="628"/>
                  </a:lnTo>
                  <a:lnTo>
                    <a:pt x="299" y="591"/>
                  </a:lnTo>
                  <a:lnTo>
                    <a:pt x="269" y="551"/>
                  </a:lnTo>
                  <a:lnTo>
                    <a:pt x="241" y="507"/>
                  </a:lnTo>
                  <a:lnTo>
                    <a:pt x="215" y="460"/>
                  </a:lnTo>
                  <a:lnTo>
                    <a:pt x="191" y="412"/>
                  </a:lnTo>
                  <a:lnTo>
                    <a:pt x="170" y="363"/>
                  </a:lnTo>
                  <a:lnTo>
                    <a:pt x="151" y="312"/>
                  </a:lnTo>
                  <a:lnTo>
                    <a:pt x="133" y="259"/>
                  </a:lnTo>
                  <a:lnTo>
                    <a:pt x="119" y="207"/>
                  </a:lnTo>
                  <a:lnTo>
                    <a:pt x="108" y="156"/>
                  </a:lnTo>
                  <a:lnTo>
                    <a:pt x="101" y="103"/>
                  </a:lnTo>
                  <a:lnTo>
                    <a:pt x="96" y="51"/>
                  </a:lnTo>
                  <a:lnTo>
                    <a:pt x="94" y="0"/>
                  </a:lnTo>
                  <a:lnTo>
                    <a:pt x="0" y="0"/>
                  </a:lnTo>
                  <a:lnTo>
                    <a:pt x="2" y="56"/>
                  </a:lnTo>
                  <a:lnTo>
                    <a:pt x="7" y="115"/>
                  </a:lnTo>
                  <a:lnTo>
                    <a:pt x="16" y="172"/>
                  </a:lnTo>
                  <a:lnTo>
                    <a:pt x="28" y="231"/>
                  </a:lnTo>
                  <a:lnTo>
                    <a:pt x="44" y="287"/>
                  </a:lnTo>
                  <a:lnTo>
                    <a:pt x="62" y="342"/>
                  </a:lnTo>
                  <a:lnTo>
                    <a:pt x="83" y="398"/>
                  </a:lnTo>
                  <a:lnTo>
                    <a:pt x="106" y="452"/>
                  </a:lnTo>
                  <a:lnTo>
                    <a:pt x="133" y="505"/>
                  </a:lnTo>
                  <a:lnTo>
                    <a:pt x="161" y="554"/>
                  </a:lnTo>
                  <a:lnTo>
                    <a:pt x="192" y="602"/>
                  </a:lnTo>
                  <a:lnTo>
                    <a:pt x="224" y="647"/>
                  </a:lnTo>
                  <a:lnTo>
                    <a:pt x="259" y="689"/>
                  </a:lnTo>
                  <a:lnTo>
                    <a:pt x="295" y="728"/>
                  </a:lnTo>
                  <a:lnTo>
                    <a:pt x="334" y="763"/>
                  </a:lnTo>
                  <a:lnTo>
                    <a:pt x="374" y="795"/>
                  </a:lnTo>
                  <a:lnTo>
                    <a:pt x="375" y="795"/>
                  </a:lnTo>
                  <a:lnTo>
                    <a:pt x="374" y="795"/>
                  </a:lnTo>
                  <a:lnTo>
                    <a:pt x="392" y="803"/>
                  </a:lnTo>
                  <a:lnTo>
                    <a:pt x="411" y="803"/>
                  </a:lnTo>
                  <a:lnTo>
                    <a:pt x="426" y="795"/>
                  </a:lnTo>
                  <a:lnTo>
                    <a:pt x="439" y="782"/>
                  </a:lnTo>
                  <a:lnTo>
                    <a:pt x="446" y="766"/>
                  </a:lnTo>
                  <a:lnTo>
                    <a:pt x="449" y="749"/>
                  </a:lnTo>
                  <a:lnTo>
                    <a:pt x="441" y="732"/>
                  </a:lnTo>
                  <a:lnTo>
                    <a:pt x="427" y="717"/>
                  </a:lnTo>
                  <a:lnTo>
                    <a:pt x="426" y="71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7673" name="Freeform 53"/>
            <p:cNvSpPr>
              <a:spLocks/>
            </p:cNvSpPr>
            <p:nvPr/>
          </p:nvSpPr>
          <p:spPr bwMode="auto">
            <a:xfrm>
              <a:off x="883" y="1673"/>
              <a:ext cx="379" cy="690"/>
            </a:xfrm>
            <a:custGeom>
              <a:avLst/>
              <a:gdLst>
                <a:gd name="T0" fmla="*/ 12 w 1897"/>
                <a:gd name="T1" fmla="*/ 6 h 3450"/>
                <a:gd name="T2" fmla="*/ 13 w 1897"/>
                <a:gd name="T3" fmla="*/ 7 h 3450"/>
                <a:gd name="T4" fmla="*/ 13 w 1897"/>
                <a:gd name="T5" fmla="*/ 7 h 3450"/>
                <a:gd name="T6" fmla="*/ 14 w 1897"/>
                <a:gd name="T7" fmla="*/ 8 h 3450"/>
                <a:gd name="T8" fmla="*/ 14 w 1897"/>
                <a:gd name="T9" fmla="*/ 9 h 3450"/>
                <a:gd name="T10" fmla="*/ 15 w 1897"/>
                <a:gd name="T11" fmla="*/ 10 h 3450"/>
                <a:gd name="T12" fmla="*/ 15 w 1897"/>
                <a:gd name="T13" fmla="*/ 11 h 3450"/>
                <a:gd name="T14" fmla="*/ 15 w 1897"/>
                <a:gd name="T15" fmla="*/ 11 h 3450"/>
                <a:gd name="T16" fmla="*/ 15 w 1897"/>
                <a:gd name="T17" fmla="*/ 12 h 3450"/>
                <a:gd name="T18" fmla="*/ 15 w 1897"/>
                <a:gd name="T19" fmla="*/ 26 h 3450"/>
                <a:gd name="T20" fmla="*/ 15 w 1897"/>
                <a:gd name="T21" fmla="*/ 26 h 3450"/>
                <a:gd name="T22" fmla="*/ 15 w 1897"/>
                <a:gd name="T23" fmla="*/ 27 h 3450"/>
                <a:gd name="T24" fmla="*/ 15 w 1897"/>
                <a:gd name="T25" fmla="*/ 27 h 3450"/>
                <a:gd name="T26" fmla="*/ 14 w 1897"/>
                <a:gd name="T27" fmla="*/ 27 h 3450"/>
                <a:gd name="T28" fmla="*/ 14 w 1897"/>
                <a:gd name="T29" fmla="*/ 28 h 3450"/>
                <a:gd name="T30" fmla="*/ 13 w 1897"/>
                <a:gd name="T31" fmla="*/ 28 h 3450"/>
                <a:gd name="T32" fmla="*/ 13 w 1897"/>
                <a:gd name="T33" fmla="*/ 27 h 3450"/>
                <a:gd name="T34" fmla="*/ 3 w 1897"/>
                <a:gd name="T35" fmla="*/ 21 h 3450"/>
                <a:gd name="T36" fmla="*/ 2 w 1897"/>
                <a:gd name="T37" fmla="*/ 21 h 3450"/>
                <a:gd name="T38" fmla="*/ 2 w 1897"/>
                <a:gd name="T39" fmla="*/ 20 h 3450"/>
                <a:gd name="T40" fmla="*/ 1 w 1897"/>
                <a:gd name="T41" fmla="*/ 19 h 3450"/>
                <a:gd name="T42" fmla="*/ 1 w 1897"/>
                <a:gd name="T43" fmla="*/ 19 h 3450"/>
                <a:gd name="T44" fmla="*/ 0 w 1897"/>
                <a:gd name="T45" fmla="*/ 18 h 3450"/>
                <a:gd name="T46" fmla="*/ 0 w 1897"/>
                <a:gd name="T47" fmla="*/ 17 h 3450"/>
                <a:gd name="T48" fmla="*/ 0 w 1897"/>
                <a:gd name="T49" fmla="*/ 16 h 3450"/>
                <a:gd name="T50" fmla="*/ 0 w 1897"/>
                <a:gd name="T51" fmla="*/ 15 h 3450"/>
                <a:gd name="T52" fmla="*/ 0 w 1897"/>
                <a:gd name="T53" fmla="*/ 2 h 3450"/>
                <a:gd name="T54" fmla="*/ 0 w 1897"/>
                <a:gd name="T55" fmla="*/ 1 h 3450"/>
                <a:gd name="T56" fmla="*/ 0 w 1897"/>
                <a:gd name="T57" fmla="*/ 1 h 3450"/>
                <a:gd name="T58" fmla="*/ 1 w 1897"/>
                <a:gd name="T59" fmla="*/ 0 h 3450"/>
                <a:gd name="T60" fmla="*/ 1 w 1897"/>
                <a:gd name="T61" fmla="*/ 0 h 3450"/>
                <a:gd name="T62" fmla="*/ 1 w 1897"/>
                <a:gd name="T63" fmla="*/ 0 h 3450"/>
                <a:gd name="T64" fmla="*/ 2 w 1897"/>
                <a:gd name="T65" fmla="*/ 0 h 3450"/>
                <a:gd name="T66" fmla="*/ 3 w 1897"/>
                <a:gd name="T67" fmla="*/ 0 h 3450"/>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897"/>
                <a:gd name="T103" fmla="*/ 0 h 3450"/>
                <a:gd name="T104" fmla="*/ 1897 w 1897"/>
                <a:gd name="T105" fmla="*/ 3450 h 3450"/>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897" h="3450">
                  <a:moveTo>
                    <a:pt x="357" y="49"/>
                  </a:moveTo>
                  <a:lnTo>
                    <a:pt x="1542" y="806"/>
                  </a:lnTo>
                  <a:lnTo>
                    <a:pt x="1579" y="832"/>
                  </a:lnTo>
                  <a:lnTo>
                    <a:pt x="1614" y="861"/>
                  </a:lnTo>
                  <a:lnTo>
                    <a:pt x="1648" y="895"/>
                  </a:lnTo>
                  <a:lnTo>
                    <a:pt x="1681" y="933"/>
                  </a:lnTo>
                  <a:lnTo>
                    <a:pt x="1711" y="973"/>
                  </a:lnTo>
                  <a:lnTo>
                    <a:pt x="1740" y="1016"/>
                  </a:lnTo>
                  <a:lnTo>
                    <a:pt x="1768" y="1062"/>
                  </a:lnTo>
                  <a:lnTo>
                    <a:pt x="1793" y="1109"/>
                  </a:lnTo>
                  <a:lnTo>
                    <a:pt x="1816" y="1158"/>
                  </a:lnTo>
                  <a:lnTo>
                    <a:pt x="1836" y="1208"/>
                  </a:lnTo>
                  <a:lnTo>
                    <a:pt x="1854" y="1260"/>
                  </a:lnTo>
                  <a:lnTo>
                    <a:pt x="1869" y="1313"/>
                  </a:lnTo>
                  <a:lnTo>
                    <a:pt x="1881" y="1364"/>
                  </a:lnTo>
                  <a:lnTo>
                    <a:pt x="1890" y="1417"/>
                  </a:lnTo>
                  <a:lnTo>
                    <a:pt x="1895" y="1469"/>
                  </a:lnTo>
                  <a:lnTo>
                    <a:pt x="1897" y="1519"/>
                  </a:lnTo>
                  <a:lnTo>
                    <a:pt x="1897" y="3142"/>
                  </a:lnTo>
                  <a:lnTo>
                    <a:pt x="1895" y="3190"/>
                  </a:lnTo>
                  <a:lnTo>
                    <a:pt x="1890" y="3235"/>
                  </a:lnTo>
                  <a:lnTo>
                    <a:pt x="1881" y="3276"/>
                  </a:lnTo>
                  <a:lnTo>
                    <a:pt x="1869" y="3313"/>
                  </a:lnTo>
                  <a:lnTo>
                    <a:pt x="1854" y="3346"/>
                  </a:lnTo>
                  <a:lnTo>
                    <a:pt x="1836" y="3375"/>
                  </a:lnTo>
                  <a:lnTo>
                    <a:pt x="1816" y="3398"/>
                  </a:lnTo>
                  <a:lnTo>
                    <a:pt x="1793" y="3418"/>
                  </a:lnTo>
                  <a:lnTo>
                    <a:pt x="1768" y="3434"/>
                  </a:lnTo>
                  <a:lnTo>
                    <a:pt x="1740" y="3444"/>
                  </a:lnTo>
                  <a:lnTo>
                    <a:pt x="1711" y="3450"/>
                  </a:lnTo>
                  <a:lnTo>
                    <a:pt x="1681" y="3450"/>
                  </a:lnTo>
                  <a:lnTo>
                    <a:pt x="1648" y="3445"/>
                  </a:lnTo>
                  <a:lnTo>
                    <a:pt x="1614" y="3436"/>
                  </a:lnTo>
                  <a:lnTo>
                    <a:pt x="1579" y="3421"/>
                  </a:lnTo>
                  <a:lnTo>
                    <a:pt x="1542" y="3400"/>
                  </a:lnTo>
                  <a:lnTo>
                    <a:pt x="357" y="2643"/>
                  </a:lnTo>
                  <a:lnTo>
                    <a:pt x="320" y="2618"/>
                  </a:lnTo>
                  <a:lnTo>
                    <a:pt x="285" y="2588"/>
                  </a:lnTo>
                  <a:lnTo>
                    <a:pt x="251" y="2554"/>
                  </a:lnTo>
                  <a:lnTo>
                    <a:pt x="218" y="2517"/>
                  </a:lnTo>
                  <a:lnTo>
                    <a:pt x="187" y="2477"/>
                  </a:lnTo>
                  <a:lnTo>
                    <a:pt x="157" y="2433"/>
                  </a:lnTo>
                  <a:lnTo>
                    <a:pt x="130" y="2388"/>
                  </a:lnTo>
                  <a:lnTo>
                    <a:pt x="105" y="2341"/>
                  </a:lnTo>
                  <a:lnTo>
                    <a:pt x="81" y="2292"/>
                  </a:lnTo>
                  <a:lnTo>
                    <a:pt x="61" y="2241"/>
                  </a:lnTo>
                  <a:lnTo>
                    <a:pt x="44" y="2190"/>
                  </a:lnTo>
                  <a:lnTo>
                    <a:pt x="29" y="2138"/>
                  </a:lnTo>
                  <a:lnTo>
                    <a:pt x="17" y="2085"/>
                  </a:lnTo>
                  <a:lnTo>
                    <a:pt x="7" y="2033"/>
                  </a:lnTo>
                  <a:lnTo>
                    <a:pt x="3" y="1981"/>
                  </a:lnTo>
                  <a:lnTo>
                    <a:pt x="0" y="1931"/>
                  </a:lnTo>
                  <a:lnTo>
                    <a:pt x="0" y="308"/>
                  </a:lnTo>
                  <a:lnTo>
                    <a:pt x="3" y="260"/>
                  </a:lnTo>
                  <a:lnTo>
                    <a:pt x="7" y="215"/>
                  </a:lnTo>
                  <a:lnTo>
                    <a:pt x="17" y="174"/>
                  </a:lnTo>
                  <a:lnTo>
                    <a:pt x="29" y="137"/>
                  </a:lnTo>
                  <a:lnTo>
                    <a:pt x="44" y="104"/>
                  </a:lnTo>
                  <a:lnTo>
                    <a:pt x="61" y="76"/>
                  </a:lnTo>
                  <a:lnTo>
                    <a:pt x="81" y="51"/>
                  </a:lnTo>
                  <a:lnTo>
                    <a:pt x="105" y="31"/>
                  </a:lnTo>
                  <a:lnTo>
                    <a:pt x="130" y="16"/>
                  </a:lnTo>
                  <a:lnTo>
                    <a:pt x="157" y="5"/>
                  </a:lnTo>
                  <a:lnTo>
                    <a:pt x="187" y="0"/>
                  </a:lnTo>
                  <a:lnTo>
                    <a:pt x="218" y="0"/>
                  </a:lnTo>
                  <a:lnTo>
                    <a:pt x="251" y="3"/>
                  </a:lnTo>
                  <a:lnTo>
                    <a:pt x="285" y="14"/>
                  </a:lnTo>
                  <a:lnTo>
                    <a:pt x="320" y="29"/>
                  </a:lnTo>
                  <a:lnTo>
                    <a:pt x="357" y="49"/>
                  </a:lnTo>
                  <a:close/>
                </a:path>
              </a:pathLst>
            </a:custGeom>
            <a:solidFill>
              <a:srgbClr val="BFBFB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7674" name="Freeform 54"/>
            <p:cNvSpPr>
              <a:spLocks/>
            </p:cNvSpPr>
            <p:nvPr/>
          </p:nvSpPr>
          <p:spPr bwMode="auto">
            <a:xfrm>
              <a:off x="1268" y="1663"/>
              <a:ext cx="393" cy="711"/>
            </a:xfrm>
            <a:custGeom>
              <a:avLst/>
              <a:gdLst>
                <a:gd name="T0" fmla="*/ 3 w 1962"/>
                <a:gd name="T1" fmla="*/ 7 h 3555"/>
                <a:gd name="T2" fmla="*/ 2 w 1962"/>
                <a:gd name="T3" fmla="*/ 7 h 3555"/>
                <a:gd name="T4" fmla="*/ 2 w 1962"/>
                <a:gd name="T5" fmla="*/ 8 h 3555"/>
                <a:gd name="T6" fmla="*/ 1 w 1962"/>
                <a:gd name="T7" fmla="*/ 8 h 3555"/>
                <a:gd name="T8" fmla="*/ 1 w 1962"/>
                <a:gd name="T9" fmla="*/ 9 h 3555"/>
                <a:gd name="T10" fmla="*/ 1 w 1962"/>
                <a:gd name="T11" fmla="*/ 10 h 3555"/>
                <a:gd name="T12" fmla="*/ 0 w 1962"/>
                <a:gd name="T13" fmla="*/ 11 h 3555"/>
                <a:gd name="T14" fmla="*/ 0 w 1962"/>
                <a:gd name="T15" fmla="*/ 12 h 3555"/>
                <a:gd name="T16" fmla="*/ 0 w 1962"/>
                <a:gd name="T17" fmla="*/ 13 h 3555"/>
                <a:gd name="T18" fmla="*/ 0 w 1962"/>
                <a:gd name="T19" fmla="*/ 26 h 3555"/>
                <a:gd name="T20" fmla="*/ 0 w 1962"/>
                <a:gd name="T21" fmla="*/ 27 h 3555"/>
                <a:gd name="T22" fmla="*/ 0 w 1962"/>
                <a:gd name="T23" fmla="*/ 28 h 3555"/>
                <a:gd name="T24" fmla="*/ 1 w 1962"/>
                <a:gd name="T25" fmla="*/ 28 h 3555"/>
                <a:gd name="T26" fmla="*/ 1 w 1962"/>
                <a:gd name="T27" fmla="*/ 28 h 3555"/>
                <a:gd name="T28" fmla="*/ 2 w 1962"/>
                <a:gd name="T29" fmla="*/ 28 h 3555"/>
                <a:gd name="T30" fmla="*/ 2 w 1962"/>
                <a:gd name="T31" fmla="*/ 28 h 3555"/>
                <a:gd name="T32" fmla="*/ 3 w 1962"/>
                <a:gd name="T33" fmla="*/ 28 h 3555"/>
                <a:gd name="T34" fmla="*/ 13 w 1962"/>
                <a:gd name="T35" fmla="*/ 22 h 3555"/>
                <a:gd name="T36" fmla="*/ 13 w 1962"/>
                <a:gd name="T37" fmla="*/ 21 h 3555"/>
                <a:gd name="T38" fmla="*/ 14 w 1962"/>
                <a:gd name="T39" fmla="*/ 21 h 3555"/>
                <a:gd name="T40" fmla="*/ 14 w 1962"/>
                <a:gd name="T41" fmla="*/ 20 h 3555"/>
                <a:gd name="T42" fmla="*/ 15 w 1962"/>
                <a:gd name="T43" fmla="*/ 19 h 3555"/>
                <a:gd name="T44" fmla="*/ 15 w 1962"/>
                <a:gd name="T45" fmla="*/ 18 h 3555"/>
                <a:gd name="T46" fmla="*/ 16 w 1962"/>
                <a:gd name="T47" fmla="*/ 18 h 3555"/>
                <a:gd name="T48" fmla="*/ 16 w 1962"/>
                <a:gd name="T49" fmla="*/ 17 h 3555"/>
                <a:gd name="T50" fmla="*/ 16 w 1962"/>
                <a:gd name="T51" fmla="*/ 16 h 3555"/>
                <a:gd name="T52" fmla="*/ 16 w 1962"/>
                <a:gd name="T53" fmla="*/ 2 h 3555"/>
                <a:gd name="T54" fmla="*/ 16 w 1962"/>
                <a:gd name="T55" fmla="*/ 1 h 3555"/>
                <a:gd name="T56" fmla="*/ 15 w 1962"/>
                <a:gd name="T57" fmla="*/ 1 h 3555"/>
                <a:gd name="T58" fmla="*/ 15 w 1962"/>
                <a:gd name="T59" fmla="*/ 0 h 3555"/>
                <a:gd name="T60" fmla="*/ 15 w 1962"/>
                <a:gd name="T61" fmla="*/ 0 h 3555"/>
                <a:gd name="T62" fmla="*/ 14 w 1962"/>
                <a:gd name="T63" fmla="*/ 0 h 3555"/>
                <a:gd name="T64" fmla="*/ 14 w 1962"/>
                <a:gd name="T65" fmla="*/ 0 h 3555"/>
                <a:gd name="T66" fmla="*/ 13 w 1962"/>
                <a:gd name="T67" fmla="*/ 0 h 3555"/>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962"/>
                <a:gd name="T103" fmla="*/ 0 h 3555"/>
                <a:gd name="T104" fmla="*/ 1962 w 1962"/>
                <a:gd name="T105" fmla="*/ 3555 h 3555"/>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962" h="3555">
                  <a:moveTo>
                    <a:pt x="1594" y="50"/>
                  </a:moveTo>
                  <a:lnTo>
                    <a:pt x="368" y="831"/>
                  </a:lnTo>
                  <a:lnTo>
                    <a:pt x="330" y="858"/>
                  </a:lnTo>
                  <a:lnTo>
                    <a:pt x="294" y="888"/>
                  </a:lnTo>
                  <a:lnTo>
                    <a:pt x="259" y="922"/>
                  </a:lnTo>
                  <a:lnTo>
                    <a:pt x="225" y="961"/>
                  </a:lnTo>
                  <a:lnTo>
                    <a:pt x="193" y="1003"/>
                  </a:lnTo>
                  <a:lnTo>
                    <a:pt x="163" y="1047"/>
                  </a:lnTo>
                  <a:lnTo>
                    <a:pt x="133" y="1094"/>
                  </a:lnTo>
                  <a:lnTo>
                    <a:pt x="108" y="1143"/>
                  </a:lnTo>
                  <a:lnTo>
                    <a:pt x="84" y="1193"/>
                  </a:lnTo>
                  <a:lnTo>
                    <a:pt x="63" y="1246"/>
                  </a:lnTo>
                  <a:lnTo>
                    <a:pt x="44" y="1299"/>
                  </a:lnTo>
                  <a:lnTo>
                    <a:pt x="29" y="1353"/>
                  </a:lnTo>
                  <a:lnTo>
                    <a:pt x="16" y="1405"/>
                  </a:lnTo>
                  <a:lnTo>
                    <a:pt x="7" y="1459"/>
                  </a:lnTo>
                  <a:lnTo>
                    <a:pt x="2" y="1512"/>
                  </a:lnTo>
                  <a:lnTo>
                    <a:pt x="0" y="1565"/>
                  </a:lnTo>
                  <a:lnTo>
                    <a:pt x="0" y="3237"/>
                  </a:lnTo>
                  <a:lnTo>
                    <a:pt x="2" y="3287"/>
                  </a:lnTo>
                  <a:lnTo>
                    <a:pt x="7" y="3333"/>
                  </a:lnTo>
                  <a:lnTo>
                    <a:pt x="16" y="3375"/>
                  </a:lnTo>
                  <a:lnTo>
                    <a:pt x="29" y="3413"/>
                  </a:lnTo>
                  <a:lnTo>
                    <a:pt x="44" y="3447"/>
                  </a:lnTo>
                  <a:lnTo>
                    <a:pt x="63" y="3477"/>
                  </a:lnTo>
                  <a:lnTo>
                    <a:pt x="84" y="3502"/>
                  </a:lnTo>
                  <a:lnTo>
                    <a:pt x="108" y="3522"/>
                  </a:lnTo>
                  <a:lnTo>
                    <a:pt x="133" y="3538"/>
                  </a:lnTo>
                  <a:lnTo>
                    <a:pt x="163" y="3549"/>
                  </a:lnTo>
                  <a:lnTo>
                    <a:pt x="193" y="3555"/>
                  </a:lnTo>
                  <a:lnTo>
                    <a:pt x="225" y="3555"/>
                  </a:lnTo>
                  <a:lnTo>
                    <a:pt x="259" y="3550"/>
                  </a:lnTo>
                  <a:lnTo>
                    <a:pt x="294" y="3541"/>
                  </a:lnTo>
                  <a:lnTo>
                    <a:pt x="330" y="3524"/>
                  </a:lnTo>
                  <a:lnTo>
                    <a:pt x="368" y="3503"/>
                  </a:lnTo>
                  <a:lnTo>
                    <a:pt x="1594" y="2722"/>
                  </a:lnTo>
                  <a:lnTo>
                    <a:pt x="1632" y="2696"/>
                  </a:lnTo>
                  <a:lnTo>
                    <a:pt x="1668" y="2665"/>
                  </a:lnTo>
                  <a:lnTo>
                    <a:pt x="1703" y="2631"/>
                  </a:lnTo>
                  <a:lnTo>
                    <a:pt x="1737" y="2592"/>
                  </a:lnTo>
                  <a:lnTo>
                    <a:pt x="1769" y="2551"/>
                  </a:lnTo>
                  <a:lnTo>
                    <a:pt x="1799" y="2506"/>
                  </a:lnTo>
                  <a:lnTo>
                    <a:pt x="1829" y="2460"/>
                  </a:lnTo>
                  <a:lnTo>
                    <a:pt x="1854" y="2411"/>
                  </a:lnTo>
                  <a:lnTo>
                    <a:pt x="1878" y="2361"/>
                  </a:lnTo>
                  <a:lnTo>
                    <a:pt x="1899" y="2308"/>
                  </a:lnTo>
                  <a:lnTo>
                    <a:pt x="1918" y="2256"/>
                  </a:lnTo>
                  <a:lnTo>
                    <a:pt x="1933" y="2202"/>
                  </a:lnTo>
                  <a:lnTo>
                    <a:pt x="1946" y="2149"/>
                  </a:lnTo>
                  <a:lnTo>
                    <a:pt x="1955" y="2095"/>
                  </a:lnTo>
                  <a:lnTo>
                    <a:pt x="1960" y="2042"/>
                  </a:lnTo>
                  <a:lnTo>
                    <a:pt x="1962" y="1989"/>
                  </a:lnTo>
                  <a:lnTo>
                    <a:pt x="1962" y="319"/>
                  </a:lnTo>
                  <a:lnTo>
                    <a:pt x="1960" y="269"/>
                  </a:lnTo>
                  <a:lnTo>
                    <a:pt x="1955" y="223"/>
                  </a:lnTo>
                  <a:lnTo>
                    <a:pt x="1946" y="180"/>
                  </a:lnTo>
                  <a:lnTo>
                    <a:pt x="1933" y="143"/>
                  </a:lnTo>
                  <a:lnTo>
                    <a:pt x="1918" y="109"/>
                  </a:lnTo>
                  <a:lnTo>
                    <a:pt x="1899" y="79"/>
                  </a:lnTo>
                  <a:lnTo>
                    <a:pt x="1878" y="54"/>
                  </a:lnTo>
                  <a:lnTo>
                    <a:pt x="1854" y="33"/>
                  </a:lnTo>
                  <a:lnTo>
                    <a:pt x="1829" y="17"/>
                  </a:lnTo>
                  <a:lnTo>
                    <a:pt x="1799" y="7"/>
                  </a:lnTo>
                  <a:lnTo>
                    <a:pt x="1769" y="0"/>
                  </a:lnTo>
                  <a:lnTo>
                    <a:pt x="1737" y="0"/>
                  </a:lnTo>
                  <a:lnTo>
                    <a:pt x="1703" y="4"/>
                  </a:lnTo>
                  <a:lnTo>
                    <a:pt x="1668" y="14"/>
                  </a:lnTo>
                  <a:lnTo>
                    <a:pt x="1632" y="29"/>
                  </a:lnTo>
                  <a:lnTo>
                    <a:pt x="1594" y="50"/>
                  </a:lnTo>
                  <a:close/>
                </a:path>
              </a:pathLst>
            </a:custGeom>
            <a:solidFill>
              <a:srgbClr val="E5E5E5"/>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7675" name="Freeform 55"/>
            <p:cNvSpPr>
              <a:spLocks noEditPoints="1"/>
            </p:cNvSpPr>
            <p:nvPr/>
          </p:nvSpPr>
          <p:spPr bwMode="auto">
            <a:xfrm>
              <a:off x="916" y="1589"/>
              <a:ext cx="697" cy="698"/>
            </a:xfrm>
            <a:custGeom>
              <a:avLst/>
              <a:gdLst>
                <a:gd name="T0" fmla="*/ 16 w 3485"/>
                <a:gd name="T1" fmla="*/ 0 h 3490"/>
                <a:gd name="T2" fmla="*/ 17 w 3485"/>
                <a:gd name="T3" fmla="*/ 2 h 3490"/>
                <a:gd name="T4" fmla="*/ 17 w 3485"/>
                <a:gd name="T5" fmla="*/ 3 h 3490"/>
                <a:gd name="T6" fmla="*/ 14 w 3485"/>
                <a:gd name="T7" fmla="*/ 4 h 3490"/>
                <a:gd name="T8" fmla="*/ 12 w 3485"/>
                <a:gd name="T9" fmla="*/ 4 h 3490"/>
                <a:gd name="T10" fmla="*/ 11 w 3485"/>
                <a:gd name="T11" fmla="*/ 2 h 3490"/>
                <a:gd name="T12" fmla="*/ 11 w 3485"/>
                <a:gd name="T13" fmla="*/ 1 h 3490"/>
                <a:gd name="T14" fmla="*/ 14 w 3485"/>
                <a:gd name="T15" fmla="*/ 0 h 3490"/>
                <a:gd name="T16" fmla="*/ 3 w 3485"/>
                <a:gd name="T17" fmla="*/ 7 h 3490"/>
                <a:gd name="T18" fmla="*/ 4 w 3485"/>
                <a:gd name="T19" fmla="*/ 9 h 3490"/>
                <a:gd name="T20" fmla="*/ 3 w 3485"/>
                <a:gd name="T21" fmla="*/ 12 h 3490"/>
                <a:gd name="T22" fmla="*/ 2 w 3485"/>
                <a:gd name="T23" fmla="*/ 13 h 3490"/>
                <a:gd name="T24" fmla="*/ 1 w 3485"/>
                <a:gd name="T25" fmla="*/ 12 h 3490"/>
                <a:gd name="T26" fmla="*/ 0 w 3485"/>
                <a:gd name="T27" fmla="*/ 10 h 3490"/>
                <a:gd name="T28" fmla="*/ 0 w 3485"/>
                <a:gd name="T29" fmla="*/ 8 h 3490"/>
                <a:gd name="T30" fmla="*/ 2 w 3485"/>
                <a:gd name="T31" fmla="*/ 6 h 3490"/>
                <a:gd name="T32" fmla="*/ 10 w 3485"/>
                <a:gd name="T33" fmla="*/ 20 h 3490"/>
                <a:gd name="T34" fmla="*/ 11 w 3485"/>
                <a:gd name="T35" fmla="*/ 22 h 3490"/>
                <a:gd name="T36" fmla="*/ 11 w 3485"/>
                <a:gd name="T37" fmla="*/ 25 h 3490"/>
                <a:gd name="T38" fmla="*/ 10 w 3485"/>
                <a:gd name="T39" fmla="*/ 27 h 3490"/>
                <a:gd name="T40" fmla="*/ 8 w 3485"/>
                <a:gd name="T41" fmla="*/ 26 h 3490"/>
                <a:gd name="T42" fmla="*/ 7 w 3485"/>
                <a:gd name="T43" fmla="*/ 24 h 3490"/>
                <a:gd name="T44" fmla="*/ 7 w 3485"/>
                <a:gd name="T45" fmla="*/ 22 h 3490"/>
                <a:gd name="T46" fmla="*/ 8 w 3485"/>
                <a:gd name="T47" fmla="*/ 20 h 3490"/>
                <a:gd name="T48" fmla="*/ 20 w 3485"/>
                <a:gd name="T49" fmla="*/ 21 h 3490"/>
                <a:gd name="T50" fmla="*/ 21 w 3485"/>
                <a:gd name="T51" fmla="*/ 23 h 3490"/>
                <a:gd name="T52" fmla="*/ 21 w 3485"/>
                <a:gd name="T53" fmla="*/ 26 h 3490"/>
                <a:gd name="T54" fmla="*/ 20 w 3485"/>
                <a:gd name="T55" fmla="*/ 28 h 3490"/>
                <a:gd name="T56" fmla="*/ 18 w 3485"/>
                <a:gd name="T57" fmla="*/ 28 h 3490"/>
                <a:gd name="T58" fmla="*/ 17 w 3485"/>
                <a:gd name="T59" fmla="*/ 26 h 3490"/>
                <a:gd name="T60" fmla="*/ 17 w 3485"/>
                <a:gd name="T61" fmla="*/ 23 h 3490"/>
                <a:gd name="T62" fmla="*/ 18 w 3485"/>
                <a:gd name="T63" fmla="*/ 21 h 3490"/>
                <a:gd name="T64" fmla="*/ 19 w 3485"/>
                <a:gd name="T65" fmla="*/ 11 h 3490"/>
                <a:gd name="T66" fmla="*/ 20 w 3485"/>
                <a:gd name="T67" fmla="*/ 13 h 3490"/>
                <a:gd name="T68" fmla="*/ 21 w 3485"/>
                <a:gd name="T69" fmla="*/ 15 h 3490"/>
                <a:gd name="T70" fmla="*/ 20 w 3485"/>
                <a:gd name="T71" fmla="*/ 17 h 3490"/>
                <a:gd name="T72" fmla="*/ 18 w 3485"/>
                <a:gd name="T73" fmla="*/ 17 h 3490"/>
                <a:gd name="T74" fmla="*/ 17 w 3485"/>
                <a:gd name="T75" fmla="*/ 16 h 3490"/>
                <a:gd name="T76" fmla="*/ 17 w 3485"/>
                <a:gd name="T77" fmla="*/ 13 h 3490"/>
                <a:gd name="T78" fmla="*/ 18 w 3485"/>
                <a:gd name="T79" fmla="*/ 11 h 3490"/>
                <a:gd name="T80" fmla="*/ 26 w 3485"/>
                <a:gd name="T81" fmla="*/ 7 h 3490"/>
                <a:gd name="T82" fmla="*/ 27 w 3485"/>
                <a:gd name="T83" fmla="*/ 8 h 3490"/>
                <a:gd name="T84" fmla="*/ 27 w 3485"/>
                <a:gd name="T85" fmla="*/ 11 h 3490"/>
                <a:gd name="T86" fmla="*/ 26 w 3485"/>
                <a:gd name="T87" fmla="*/ 13 h 3490"/>
                <a:gd name="T88" fmla="*/ 25 w 3485"/>
                <a:gd name="T89" fmla="*/ 13 h 3490"/>
                <a:gd name="T90" fmla="*/ 24 w 3485"/>
                <a:gd name="T91" fmla="*/ 12 h 3490"/>
                <a:gd name="T92" fmla="*/ 24 w 3485"/>
                <a:gd name="T93" fmla="*/ 9 h 3490"/>
                <a:gd name="T94" fmla="*/ 24 w 3485"/>
                <a:gd name="T95" fmla="*/ 7 h 3490"/>
                <a:gd name="T96" fmla="*/ 26 w 3485"/>
                <a:gd name="T97" fmla="*/ 17 h 3490"/>
                <a:gd name="T98" fmla="*/ 27 w 3485"/>
                <a:gd name="T99" fmla="*/ 18 h 3490"/>
                <a:gd name="T100" fmla="*/ 28 w 3485"/>
                <a:gd name="T101" fmla="*/ 21 h 3490"/>
                <a:gd name="T102" fmla="*/ 27 w 3485"/>
                <a:gd name="T103" fmla="*/ 23 h 3490"/>
                <a:gd name="T104" fmla="*/ 26 w 3485"/>
                <a:gd name="T105" fmla="*/ 24 h 3490"/>
                <a:gd name="T106" fmla="*/ 24 w 3485"/>
                <a:gd name="T107" fmla="*/ 23 h 3490"/>
                <a:gd name="T108" fmla="*/ 24 w 3485"/>
                <a:gd name="T109" fmla="*/ 20 h 3490"/>
                <a:gd name="T110" fmla="*/ 25 w 3485"/>
                <a:gd name="T111" fmla="*/ 18 h 3490"/>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w 3485"/>
                <a:gd name="T169" fmla="*/ 0 h 3490"/>
                <a:gd name="T170" fmla="*/ 3485 w 3485"/>
                <a:gd name="T171" fmla="*/ 3490 h 3490"/>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T168" t="T169" r="T170" b="T171"/>
              <a:pathLst>
                <a:path w="3485" h="3490">
                  <a:moveTo>
                    <a:pt x="1754" y="0"/>
                  </a:moveTo>
                  <a:lnTo>
                    <a:pt x="1797" y="2"/>
                  </a:lnTo>
                  <a:lnTo>
                    <a:pt x="1840" y="5"/>
                  </a:lnTo>
                  <a:lnTo>
                    <a:pt x="1881" y="12"/>
                  </a:lnTo>
                  <a:lnTo>
                    <a:pt x="1921" y="20"/>
                  </a:lnTo>
                  <a:lnTo>
                    <a:pt x="1959" y="31"/>
                  </a:lnTo>
                  <a:lnTo>
                    <a:pt x="1994" y="44"/>
                  </a:lnTo>
                  <a:lnTo>
                    <a:pt x="2028" y="59"/>
                  </a:lnTo>
                  <a:lnTo>
                    <a:pt x="2058" y="74"/>
                  </a:lnTo>
                  <a:lnTo>
                    <a:pt x="2086" y="93"/>
                  </a:lnTo>
                  <a:lnTo>
                    <a:pt x="2111" y="113"/>
                  </a:lnTo>
                  <a:lnTo>
                    <a:pt x="2132" y="133"/>
                  </a:lnTo>
                  <a:lnTo>
                    <a:pt x="2151" y="155"/>
                  </a:lnTo>
                  <a:lnTo>
                    <a:pt x="2165" y="179"/>
                  </a:lnTo>
                  <a:lnTo>
                    <a:pt x="2175" y="203"/>
                  </a:lnTo>
                  <a:lnTo>
                    <a:pt x="2182" y="229"/>
                  </a:lnTo>
                  <a:lnTo>
                    <a:pt x="2185" y="255"/>
                  </a:lnTo>
                  <a:lnTo>
                    <a:pt x="2182" y="281"/>
                  </a:lnTo>
                  <a:lnTo>
                    <a:pt x="2175" y="305"/>
                  </a:lnTo>
                  <a:lnTo>
                    <a:pt x="2165" y="330"/>
                  </a:lnTo>
                  <a:lnTo>
                    <a:pt x="2151" y="353"/>
                  </a:lnTo>
                  <a:lnTo>
                    <a:pt x="2132" y="376"/>
                  </a:lnTo>
                  <a:lnTo>
                    <a:pt x="2111" y="397"/>
                  </a:lnTo>
                  <a:lnTo>
                    <a:pt x="2086" y="417"/>
                  </a:lnTo>
                  <a:lnTo>
                    <a:pt x="2058" y="434"/>
                  </a:lnTo>
                  <a:lnTo>
                    <a:pt x="2028" y="451"/>
                  </a:lnTo>
                  <a:lnTo>
                    <a:pt x="1994" y="466"/>
                  </a:lnTo>
                  <a:lnTo>
                    <a:pt x="1959" y="479"/>
                  </a:lnTo>
                  <a:lnTo>
                    <a:pt x="1921" y="489"/>
                  </a:lnTo>
                  <a:lnTo>
                    <a:pt x="1881" y="498"/>
                  </a:lnTo>
                  <a:lnTo>
                    <a:pt x="1840" y="505"/>
                  </a:lnTo>
                  <a:lnTo>
                    <a:pt x="1797" y="508"/>
                  </a:lnTo>
                  <a:lnTo>
                    <a:pt x="1754" y="509"/>
                  </a:lnTo>
                  <a:lnTo>
                    <a:pt x="1710" y="508"/>
                  </a:lnTo>
                  <a:lnTo>
                    <a:pt x="1667" y="505"/>
                  </a:lnTo>
                  <a:lnTo>
                    <a:pt x="1626" y="498"/>
                  </a:lnTo>
                  <a:lnTo>
                    <a:pt x="1586" y="489"/>
                  </a:lnTo>
                  <a:lnTo>
                    <a:pt x="1548" y="479"/>
                  </a:lnTo>
                  <a:lnTo>
                    <a:pt x="1512" y="466"/>
                  </a:lnTo>
                  <a:lnTo>
                    <a:pt x="1479" y="451"/>
                  </a:lnTo>
                  <a:lnTo>
                    <a:pt x="1449" y="434"/>
                  </a:lnTo>
                  <a:lnTo>
                    <a:pt x="1421" y="417"/>
                  </a:lnTo>
                  <a:lnTo>
                    <a:pt x="1395" y="397"/>
                  </a:lnTo>
                  <a:lnTo>
                    <a:pt x="1374" y="376"/>
                  </a:lnTo>
                  <a:lnTo>
                    <a:pt x="1355" y="353"/>
                  </a:lnTo>
                  <a:lnTo>
                    <a:pt x="1341" y="330"/>
                  </a:lnTo>
                  <a:lnTo>
                    <a:pt x="1331" y="305"/>
                  </a:lnTo>
                  <a:lnTo>
                    <a:pt x="1324" y="281"/>
                  </a:lnTo>
                  <a:lnTo>
                    <a:pt x="1321" y="255"/>
                  </a:lnTo>
                  <a:lnTo>
                    <a:pt x="1324" y="229"/>
                  </a:lnTo>
                  <a:lnTo>
                    <a:pt x="1331" y="203"/>
                  </a:lnTo>
                  <a:lnTo>
                    <a:pt x="1341" y="179"/>
                  </a:lnTo>
                  <a:lnTo>
                    <a:pt x="1355" y="155"/>
                  </a:lnTo>
                  <a:lnTo>
                    <a:pt x="1374" y="133"/>
                  </a:lnTo>
                  <a:lnTo>
                    <a:pt x="1395" y="113"/>
                  </a:lnTo>
                  <a:lnTo>
                    <a:pt x="1421" y="93"/>
                  </a:lnTo>
                  <a:lnTo>
                    <a:pt x="1449" y="74"/>
                  </a:lnTo>
                  <a:lnTo>
                    <a:pt x="1479" y="59"/>
                  </a:lnTo>
                  <a:lnTo>
                    <a:pt x="1512" y="44"/>
                  </a:lnTo>
                  <a:lnTo>
                    <a:pt x="1548" y="31"/>
                  </a:lnTo>
                  <a:lnTo>
                    <a:pt x="1586" y="20"/>
                  </a:lnTo>
                  <a:lnTo>
                    <a:pt x="1626" y="12"/>
                  </a:lnTo>
                  <a:lnTo>
                    <a:pt x="1667" y="5"/>
                  </a:lnTo>
                  <a:lnTo>
                    <a:pt x="1710" y="2"/>
                  </a:lnTo>
                  <a:lnTo>
                    <a:pt x="1754" y="0"/>
                  </a:lnTo>
                  <a:close/>
                  <a:moveTo>
                    <a:pt x="239" y="786"/>
                  </a:moveTo>
                  <a:lnTo>
                    <a:pt x="263" y="788"/>
                  </a:lnTo>
                  <a:lnTo>
                    <a:pt x="287" y="794"/>
                  </a:lnTo>
                  <a:lnTo>
                    <a:pt x="309" y="805"/>
                  </a:lnTo>
                  <a:lnTo>
                    <a:pt x="331" y="819"/>
                  </a:lnTo>
                  <a:lnTo>
                    <a:pt x="352" y="836"/>
                  </a:lnTo>
                  <a:lnTo>
                    <a:pt x="372" y="857"/>
                  </a:lnTo>
                  <a:lnTo>
                    <a:pt x="390" y="882"/>
                  </a:lnTo>
                  <a:lnTo>
                    <a:pt x="407" y="909"/>
                  </a:lnTo>
                  <a:lnTo>
                    <a:pt x="423" y="940"/>
                  </a:lnTo>
                  <a:lnTo>
                    <a:pt x="437" y="971"/>
                  </a:lnTo>
                  <a:lnTo>
                    <a:pt x="448" y="1006"/>
                  </a:lnTo>
                  <a:lnTo>
                    <a:pt x="459" y="1043"/>
                  </a:lnTo>
                  <a:lnTo>
                    <a:pt x="467" y="1081"/>
                  </a:lnTo>
                  <a:lnTo>
                    <a:pt x="473" y="1121"/>
                  </a:lnTo>
                  <a:lnTo>
                    <a:pt x="476" y="1163"/>
                  </a:lnTo>
                  <a:lnTo>
                    <a:pt x="478" y="1206"/>
                  </a:lnTo>
                  <a:lnTo>
                    <a:pt x="476" y="1248"/>
                  </a:lnTo>
                  <a:lnTo>
                    <a:pt x="473" y="1290"/>
                  </a:lnTo>
                  <a:lnTo>
                    <a:pt x="467" y="1330"/>
                  </a:lnTo>
                  <a:lnTo>
                    <a:pt x="459" y="1367"/>
                  </a:lnTo>
                  <a:lnTo>
                    <a:pt x="448" y="1405"/>
                  </a:lnTo>
                  <a:lnTo>
                    <a:pt x="437" y="1439"/>
                  </a:lnTo>
                  <a:lnTo>
                    <a:pt x="423" y="1472"/>
                  </a:lnTo>
                  <a:lnTo>
                    <a:pt x="407" y="1501"/>
                  </a:lnTo>
                  <a:lnTo>
                    <a:pt x="390" y="1528"/>
                  </a:lnTo>
                  <a:lnTo>
                    <a:pt x="372" y="1553"/>
                  </a:lnTo>
                  <a:lnTo>
                    <a:pt x="352" y="1574"/>
                  </a:lnTo>
                  <a:lnTo>
                    <a:pt x="331" y="1591"/>
                  </a:lnTo>
                  <a:lnTo>
                    <a:pt x="309" y="1605"/>
                  </a:lnTo>
                  <a:lnTo>
                    <a:pt x="287" y="1616"/>
                  </a:lnTo>
                  <a:lnTo>
                    <a:pt x="263" y="1622"/>
                  </a:lnTo>
                  <a:lnTo>
                    <a:pt x="239" y="1624"/>
                  </a:lnTo>
                  <a:lnTo>
                    <a:pt x="214" y="1622"/>
                  </a:lnTo>
                  <a:lnTo>
                    <a:pt x="191" y="1616"/>
                  </a:lnTo>
                  <a:lnTo>
                    <a:pt x="168" y="1605"/>
                  </a:lnTo>
                  <a:lnTo>
                    <a:pt x="146" y="1591"/>
                  </a:lnTo>
                  <a:lnTo>
                    <a:pt x="125" y="1574"/>
                  </a:lnTo>
                  <a:lnTo>
                    <a:pt x="105" y="1553"/>
                  </a:lnTo>
                  <a:lnTo>
                    <a:pt x="87" y="1528"/>
                  </a:lnTo>
                  <a:lnTo>
                    <a:pt x="70" y="1501"/>
                  </a:lnTo>
                  <a:lnTo>
                    <a:pt x="55" y="1472"/>
                  </a:lnTo>
                  <a:lnTo>
                    <a:pt x="41" y="1439"/>
                  </a:lnTo>
                  <a:lnTo>
                    <a:pt x="29" y="1405"/>
                  </a:lnTo>
                  <a:lnTo>
                    <a:pt x="18" y="1367"/>
                  </a:lnTo>
                  <a:lnTo>
                    <a:pt x="10" y="1330"/>
                  </a:lnTo>
                  <a:lnTo>
                    <a:pt x="4" y="1290"/>
                  </a:lnTo>
                  <a:lnTo>
                    <a:pt x="1" y="1248"/>
                  </a:lnTo>
                  <a:lnTo>
                    <a:pt x="0" y="1206"/>
                  </a:lnTo>
                  <a:lnTo>
                    <a:pt x="1" y="1163"/>
                  </a:lnTo>
                  <a:lnTo>
                    <a:pt x="4" y="1121"/>
                  </a:lnTo>
                  <a:lnTo>
                    <a:pt x="10" y="1081"/>
                  </a:lnTo>
                  <a:lnTo>
                    <a:pt x="18" y="1043"/>
                  </a:lnTo>
                  <a:lnTo>
                    <a:pt x="29" y="1006"/>
                  </a:lnTo>
                  <a:lnTo>
                    <a:pt x="41" y="971"/>
                  </a:lnTo>
                  <a:lnTo>
                    <a:pt x="55" y="940"/>
                  </a:lnTo>
                  <a:lnTo>
                    <a:pt x="70" y="909"/>
                  </a:lnTo>
                  <a:lnTo>
                    <a:pt x="87" y="882"/>
                  </a:lnTo>
                  <a:lnTo>
                    <a:pt x="105" y="857"/>
                  </a:lnTo>
                  <a:lnTo>
                    <a:pt x="125" y="836"/>
                  </a:lnTo>
                  <a:lnTo>
                    <a:pt x="146" y="819"/>
                  </a:lnTo>
                  <a:lnTo>
                    <a:pt x="168" y="805"/>
                  </a:lnTo>
                  <a:lnTo>
                    <a:pt x="191" y="794"/>
                  </a:lnTo>
                  <a:lnTo>
                    <a:pt x="214" y="788"/>
                  </a:lnTo>
                  <a:lnTo>
                    <a:pt x="239" y="786"/>
                  </a:lnTo>
                  <a:close/>
                  <a:moveTo>
                    <a:pt x="1119" y="2495"/>
                  </a:moveTo>
                  <a:lnTo>
                    <a:pt x="1143" y="2498"/>
                  </a:lnTo>
                  <a:lnTo>
                    <a:pt x="1167" y="2504"/>
                  </a:lnTo>
                  <a:lnTo>
                    <a:pt x="1190" y="2514"/>
                  </a:lnTo>
                  <a:lnTo>
                    <a:pt x="1211" y="2528"/>
                  </a:lnTo>
                  <a:lnTo>
                    <a:pt x="1232" y="2546"/>
                  </a:lnTo>
                  <a:lnTo>
                    <a:pt x="1252" y="2567"/>
                  </a:lnTo>
                  <a:lnTo>
                    <a:pt x="1271" y="2592"/>
                  </a:lnTo>
                  <a:lnTo>
                    <a:pt x="1288" y="2618"/>
                  </a:lnTo>
                  <a:lnTo>
                    <a:pt x="1304" y="2648"/>
                  </a:lnTo>
                  <a:lnTo>
                    <a:pt x="1318" y="2681"/>
                  </a:lnTo>
                  <a:lnTo>
                    <a:pt x="1329" y="2715"/>
                  </a:lnTo>
                  <a:lnTo>
                    <a:pt x="1340" y="2752"/>
                  </a:lnTo>
                  <a:lnTo>
                    <a:pt x="1348" y="2790"/>
                  </a:lnTo>
                  <a:lnTo>
                    <a:pt x="1354" y="2830"/>
                  </a:lnTo>
                  <a:lnTo>
                    <a:pt x="1358" y="2872"/>
                  </a:lnTo>
                  <a:lnTo>
                    <a:pt x="1359" y="2914"/>
                  </a:lnTo>
                  <a:lnTo>
                    <a:pt x="1358" y="2956"/>
                  </a:lnTo>
                  <a:lnTo>
                    <a:pt x="1354" y="2998"/>
                  </a:lnTo>
                  <a:lnTo>
                    <a:pt x="1348" y="3038"/>
                  </a:lnTo>
                  <a:lnTo>
                    <a:pt x="1340" y="3077"/>
                  </a:lnTo>
                  <a:lnTo>
                    <a:pt x="1329" y="3113"/>
                  </a:lnTo>
                  <a:lnTo>
                    <a:pt x="1318" y="3147"/>
                  </a:lnTo>
                  <a:lnTo>
                    <a:pt x="1304" y="3180"/>
                  </a:lnTo>
                  <a:lnTo>
                    <a:pt x="1288" y="3209"/>
                  </a:lnTo>
                  <a:lnTo>
                    <a:pt x="1271" y="3238"/>
                  </a:lnTo>
                  <a:lnTo>
                    <a:pt x="1252" y="3261"/>
                  </a:lnTo>
                  <a:lnTo>
                    <a:pt x="1232" y="3282"/>
                  </a:lnTo>
                  <a:lnTo>
                    <a:pt x="1211" y="3301"/>
                  </a:lnTo>
                  <a:lnTo>
                    <a:pt x="1190" y="3315"/>
                  </a:lnTo>
                  <a:lnTo>
                    <a:pt x="1167" y="3325"/>
                  </a:lnTo>
                  <a:lnTo>
                    <a:pt x="1143" y="3331"/>
                  </a:lnTo>
                  <a:lnTo>
                    <a:pt x="1119" y="3334"/>
                  </a:lnTo>
                  <a:lnTo>
                    <a:pt x="1094" y="3331"/>
                  </a:lnTo>
                  <a:lnTo>
                    <a:pt x="1070" y="3325"/>
                  </a:lnTo>
                  <a:lnTo>
                    <a:pt x="1048" y="3315"/>
                  </a:lnTo>
                  <a:lnTo>
                    <a:pt x="1026" y="3301"/>
                  </a:lnTo>
                  <a:lnTo>
                    <a:pt x="1005" y="3282"/>
                  </a:lnTo>
                  <a:lnTo>
                    <a:pt x="985" y="3261"/>
                  </a:lnTo>
                  <a:lnTo>
                    <a:pt x="967" y="3238"/>
                  </a:lnTo>
                  <a:lnTo>
                    <a:pt x="950" y="3209"/>
                  </a:lnTo>
                  <a:lnTo>
                    <a:pt x="935" y="3180"/>
                  </a:lnTo>
                  <a:lnTo>
                    <a:pt x="921" y="3147"/>
                  </a:lnTo>
                  <a:lnTo>
                    <a:pt x="909" y="3113"/>
                  </a:lnTo>
                  <a:lnTo>
                    <a:pt x="898" y="3077"/>
                  </a:lnTo>
                  <a:lnTo>
                    <a:pt x="890" y="3038"/>
                  </a:lnTo>
                  <a:lnTo>
                    <a:pt x="884" y="2998"/>
                  </a:lnTo>
                  <a:lnTo>
                    <a:pt x="881" y="2956"/>
                  </a:lnTo>
                  <a:lnTo>
                    <a:pt x="880" y="2914"/>
                  </a:lnTo>
                  <a:lnTo>
                    <a:pt x="881" y="2872"/>
                  </a:lnTo>
                  <a:lnTo>
                    <a:pt x="884" y="2830"/>
                  </a:lnTo>
                  <a:lnTo>
                    <a:pt x="890" y="2790"/>
                  </a:lnTo>
                  <a:lnTo>
                    <a:pt x="898" y="2752"/>
                  </a:lnTo>
                  <a:lnTo>
                    <a:pt x="909" y="2715"/>
                  </a:lnTo>
                  <a:lnTo>
                    <a:pt x="921" y="2681"/>
                  </a:lnTo>
                  <a:lnTo>
                    <a:pt x="935" y="2648"/>
                  </a:lnTo>
                  <a:lnTo>
                    <a:pt x="950" y="2618"/>
                  </a:lnTo>
                  <a:lnTo>
                    <a:pt x="967" y="2592"/>
                  </a:lnTo>
                  <a:lnTo>
                    <a:pt x="985" y="2567"/>
                  </a:lnTo>
                  <a:lnTo>
                    <a:pt x="1005" y="2546"/>
                  </a:lnTo>
                  <a:lnTo>
                    <a:pt x="1026" y="2528"/>
                  </a:lnTo>
                  <a:lnTo>
                    <a:pt x="1048" y="2514"/>
                  </a:lnTo>
                  <a:lnTo>
                    <a:pt x="1070" y="2504"/>
                  </a:lnTo>
                  <a:lnTo>
                    <a:pt x="1094" y="2498"/>
                  </a:lnTo>
                  <a:lnTo>
                    <a:pt x="1119" y="2495"/>
                  </a:lnTo>
                  <a:close/>
                  <a:moveTo>
                    <a:pt x="2380" y="2651"/>
                  </a:moveTo>
                  <a:lnTo>
                    <a:pt x="2405" y="2654"/>
                  </a:lnTo>
                  <a:lnTo>
                    <a:pt x="2428" y="2660"/>
                  </a:lnTo>
                  <a:lnTo>
                    <a:pt x="2452" y="2670"/>
                  </a:lnTo>
                  <a:lnTo>
                    <a:pt x="2473" y="2684"/>
                  </a:lnTo>
                  <a:lnTo>
                    <a:pt x="2494" y="2703"/>
                  </a:lnTo>
                  <a:lnTo>
                    <a:pt x="2514" y="2724"/>
                  </a:lnTo>
                  <a:lnTo>
                    <a:pt x="2533" y="2747"/>
                  </a:lnTo>
                  <a:lnTo>
                    <a:pt x="2550" y="2774"/>
                  </a:lnTo>
                  <a:lnTo>
                    <a:pt x="2565" y="2805"/>
                  </a:lnTo>
                  <a:lnTo>
                    <a:pt x="2580" y="2838"/>
                  </a:lnTo>
                  <a:lnTo>
                    <a:pt x="2591" y="2872"/>
                  </a:lnTo>
                  <a:lnTo>
                    <a:pt x="2602" y="2908"/>
                  </a:lnTo>
                  <a:lnTo>
                    <a:pt x="2610" y="2947"/>
                  </a:lnTo>
                  <a:lnTo>
                    <a:pt x="2616" y="2987"/>
                  </a:lnTo>
                  <a:lnTo>
                    <a:pt x="2619" y="3029"/>
                  </a:lnTo>
                  <a:lnTo>
                    <a:pt x="2621" y="3071"/>
                  </a:lnTo>
                  <a:lnTo>
                    <a:pt x="2619" y="3113"/>
                  </a:lnTo>
                  <a:lnTo>
                    <a:pt x="2616" y="3155"/>
                  </a:lnTo>
                  <a:lnTo>
                    <a:pt x="2610" y="3195"/>
                  </a:lnTo>
                  <a:lnTo>
                    <a:pt x="2602" y="3233"/>
                  </a:lnTo>
                  <a:lnTo>
                    <a:pt x="2591" y="3270"/>
                  </a:lnTo>
                  <a:lnTo>
                    <a:pt x="2580" y="3304"/>
                  </a:lnTo>
                  <a:lnTo>
                    <a:pt x="2565" y="3337"/>
                  </a:lnTo>
                  <a:lnTo>
                    <a:pt x="2550" y="3367"/>
                  </a:lnTo>
                  <a:lnTo>
                    <a:pt x="2533" y="3393"/>
                  </a:lnTo>
                  <a:lnTo>
                    <a:pt x="2514" y="3418"/>
                  </a:lnTo>
                  <a:lnTo>
                    <a:pt x="2494" y="3439"/>
                  </a:lnTo>
                  <a:lnTo>
                    <a:pt x="2473" y="3457"/>
                  </a:lnTo>
                  <a:lnTo>
                    <a:pt x="2452" y="3471"/>
                  </a:lnTo>
                  <a:lnTo>
                    <a:pt x="2428" y="3481"/>
                  </a:lnTo>
                  <a:lnTo>
                    <a:pt x="2405" y="3487"/>
                  </a:lnTo>
                  <a:lnTo>
                    <a:pt x="2380" y="3490"/>
                  </a:lnTo>
                  <a:lnTo>
                    <a:pt x="2356" y="3487"/>
                  </a:lnTo>
                  <a:lnTo>
                    <a:pt x="2332" y="3481"/>
                  </a:lnTo>
                  <a:lnTo>
                    <a:pt x="2310" y="3471"/>
                  </a:lnTo>
                  <a:lnTo>
                    <a:pt x="2288" y="3457"/>
                  </a:lnTo>
                  <a:lnTo>
                    <a:pt x="2267" y="3439"/>
                  </a:lnTo>
                  <a:lnTo>
                    <a:pt x="2248" y="3418"/>
                  </a:lnTo>
                  <a:lnTo>
                    <a:pt x="2229" y="3393"/>
                  </a:lnTo>
                  <a:lnTo>
                    <a:pt x="2212" y="3367"/>
                  </a:lnTo>
                  <a:lnTo>
                    <a:pt x="2196" y="3337"/>
                  </a:lnTo>
                  <a:lnTo>
                    <a:pt x="2182" y="3304"/>
                  </a:lnTo>
                  <a:lnTo>
                    <a:pt x="2171" y="3270"/>
                  </a:lnTo>
                  <a:lnTo>
                    <a:pt x="2160" y="3233"/>
                  </a:lnTo>
                  <a:lnTo>
                    <a:pt x="2152" y="3195"/>
                  </a:lnTo>
                  <a:lnTo>
                    <a:pt x="2146" y="3155"/>
                  </a:lnTo>
                  <a:lnTo>
                    <a:pt x="2142" y="3113"/>
                  </a:lnTo>
                  <a:lnTo>
                    <a:pt x="2141" y="3071"/>
                  </a:lnTo>
                  <a:lnTo>
                    <a:pt x="2142" y="3029"/>
                  </a:lnTo>
                  <a:lnTo>
                    <a:pt x="2146" y="2987"/>
                  </a:lnTo>
                  <a:lnTo>
                    <a:pt x="2152" y="2947"/>
                  </a:lnTo>
                  <a:lnTo>
                    <a:pt x="2160" y="2908"/>
                  </a:lnTo>
                  <a:lnTo>
                    <a:pt x="2171" y="2872"/>
                  </a:lnTo>
                  <a:lnTo>
                    <a:pt x="2182" y="2838"/>
                  </a:lnTo>
                  <a:lnTo>
                    <a:pt x="2196" y="2805"/>
                  </a:lnTo>
                  <a:lnTo>
                    <a:pt x="2212" y="2774"/>
                  </a:lnTo>
                  <a:lnTo>
                    <a:pt x="2229" y="2747"/>
                  </a:lnTo>
                  <a:lnTo>
                    <a:pt x="2248" y="2724"/>
                  </a:lnTo>
                  <a:lnTo>
                    <a:pt x="2267" y="2703"/>
                  </a:lnTo>
                  <a:lnTo>
                    <a:pt x="2288" y="2684"/>
                  </a:lnTo>
                  <a:lnTo>
                    <a:pt x="2310" y="2670"/>
                  </a:lnTo>
                  <a:lnTo>
                    <a:pt x="2332" y="2660"/>
                  </a:lnTo>
                  <a:lnTo>
                    <a:pt x="2356" y="2654"/>
                  </a:lnTo>
                  <a:lnTo>
                    <a:pt x="2380" y="2651"/>
                  </a:lnTo>
                  <a:close/>
                  <a:moveTo>
                    <a:pt x="2342" y="1355"/>
                  </a:moveTo>
                  <a:lnTo>
                    <a:pt x="2366" y="1357"/>
                  </a:lnTo>
                  <a:lnTo>
                    <a:pt x="2390" y="1363"/>
                  </a:lnTo>
                  <a:lnTo>
                    <a:pt x="2412" y="1373"/>
                  </a:lnTo>
                  <a:lnTo>
                    <a:pt x="2434" y="1387"/>
                  </a:lnTo>
                  <a:lnTo>
                    <a:pt x="2455" y="1405"/>
                  </a:lnTo>
                  <a:lnTo>
                    <a:pt x="2475" y="1426"/>
                  </a:lnTo>
                  <a:lnTo>
                    <a:pt x="2493" y="1451"/>
                  </a:lnTo>
                  <a:lnTo>
                    <a:pt x="2510" y="1478"/>
                  </a:lnTo>
                  <a:lnTo>
                    <a:pt x="2526" y="1507"/>
                  </a:lnTo>
                  <a:lnTo>
                    <a:pt x="2540" y="1540"/>
                  </a:lnTo>
                  <a:lnTo>
                    <a:pt x="2551" y="1574"/>
                  </a:lnTo>
                  <a:lnTo>
                    <a:pt x="2562" y="1611"/>
                  </a:lnTo>
                  <a:lnTo>
                    <a:pt x="2570" y="1649"/>
                  </a:lnTo>
                  <a:lnTo>
                    <a:pt x="2576" y="1689"/>
                  </a:lnTo>
                  <a:lnTo>
                    <a:pt x="2580" y="1731"/>
                  </a:lnTo>
                  <a:lnTo>
                    <a:pt x="2581" y="1773"/>
                  </a:lnTo>
                  <a:lnTo>
                    <a:pt x="2580" y="1815"/>
                  </a:lnTo>
                  <a:lnTo>
                    <a:pt x="2576" y="1858"/>
                  </a:lnTo>
                  <a:lnTo>
                    <a:pt x="2570" y="1897"/>
                  </a:lnTo>
                  <a:lnTo>
                    <a:pt x="2562" y="1936"/>
                  </a:lnTo>
                  <a:lnTo>
                    <a:pt x="2551" y="1972"/>
                  </a:lnTo>
                  <a:lnTo>
                    <a:pt x="2540" y="2008"/>
                  </a:lnTo>
                  <a:lnTo>
                    <a:pt x="2526" y="2039"/>
                  </a:lnTo>
                  <a:lnTo>
                    <a:pt x="2510" y="2070"/>
                  </a:lnTo>
                  <a:lnTo>
                    <a:pt x="2493" y="2097"/>
                  </a:lnTo>
                  <a:lnTo>
                    <a:pt x="2475" y="2121"/>
                  </a:lnTo>
                  <a:lnTo>
                    <a:pt x="2455" y="2142"/>
                  </a:lnTo>
                  <a:lnTo>
                    <a:pt x="2434" y="2160"/>
                  </a:lnTo>
                  <a:lnTo>
                    <a:pt x="2412" y="2174"/>
                  </a:lnTo>
                  <a:lnTo>
                    <a:pt x="2390" y="2185"/>
                  </a:lnTo>
                  <a:lnTo>
                    <a:pt x="2366" y="2191"/>
                  </a:lnTo>
                  <a:lnTo>
                    <a:pt x="2342" y="2193"/>
                  </a:lnTo>
                  <a:lnTo>
                    <a:pt x="2317" y="2191"/>
                  </a:lnTo>
                  <a:lnTo>
                    <a:pt x="2294" y="2185"/>
                  </a:lnTo>
                  <a:lnTo>
                    <a:pt x="2270" y="2174"/>
                  </a:lnTo>
                  <a:lnTo>
                    <a:pt x="2249" y="2160"/>
                  </a:lnTo>
                  <a:lnTo>
                    <a:pt x="2228" y="2142"/>
                  </a:lnTo>
                  <a:lnTo>
                    <a:pt x="2208" y="2121"/>
                  </a:lnTo>
                  <a:lnTo>
                    <a:pt x="2189" y="2097"/>
                  </a:lnTo>
                  <a:lnTo>
                    <a:pt x="2173" y="2070"/>
                  </a:lnTo>
                  <a:lnTo>
                    <a:pt x="2157" y="2039"/>
                  </a:lnTo>
                  <a:lnTo>
                    <a:pt x="2142" y="2008"/>
                  </a:lnTo>
                  <a:lnTo>
                    <a:pt x="2131" y="1972"/>
                  </a:lnTo>
                  <a:lnTo>
                    <a:pt x="2120" y="1936"/>
                  </a:lnTo>
                  <a:lnTo>
                    <a:pt x="2112" y="1897"/>
                  </a:lnTo>
                  <a:lnTo>
                    <a:pt x="2106" y="1858"/>
                  </a:lnTo>
                  <a:lnTo>
                    <a:pt x="2103" y="1815"/>
                  </a:lnTo>
                  <a:lnTo>
                    <a:pt x="2101" y="1773"/>
                  </a:lnTo>
                  <a:lnTo>
                    <a:pt x="2103" y="1731"/>
                  </a:lnTo>
                  <a:lnTo>
                    <a:pt x="2106" y="1689"/>
                  </a:lnTo>
                  <a:lnTo>
                    <a:pt x="2112" y="1649"/>
                  </a:lnTo>
                  <a:lnTo>
                    <a:pt x="2120" y="1611"/>
                  </a:lnTo>
                  <a:lnTo>
                    <a:pt x="2131" y="1574"/>
                  </a:lnTo>
                  <a:lnTo>
                    <a:pt x="2142" y="1540"/>
                  </a:lnTo>
                  <a:lnTo>
                    <a:pt x="2157" y="1507"/>
                  </a:lnTo>
                  <a:lnTo>
                    <a:pt x="2173" y="1478"/>
                  </a:lnTo>
                  <a:lnTo>
                    <a:pt x="2189" y="1451"/>
                  </a:lnTo>
                  <a:lnTo>
                    <a:pt x="2208" y="1426"/>
                  </a:lnTo>
                  <a:lnTo>
                    <a:pt x="2228" y="1405"/>
                  </a:lnTo>
                  <a:lnTo>
                    <a:pt x="2249" y="1387"/>
                  </a:lnTo>
                  <a:lnTo>
                    <a:pt x="2270" y="1373"/>
                  </a:lnTo>
                  <a:lnTo>
                    <a:pt x="2294" y="1363"/>
                  </a:lnTo>
                  <a:lnTo>
                    <a:pt x="2317" y="1357"/>
                  </a:lnTo>
                  <a:lnTo>
                    <a:pt x="2342" y="1355"/>
                  </a:lnTo>
                  <a:close/>
                  <a:moveTo>
                    <a:pt x="3179" y="819"/>
                  </a:moveTo>
                  <a:lnTo>
                    <a:pt x="3204" y="821"/>
                  </a:lnTo>
                  <a:lnTo>
                    <a:pt x="3227" y="827"/>
                  </a:lnTo>
                  <a:lnTo>
                    <a:pt x="3250" y="838"/>
                  </a:lnTo>
                  <a:lnTo>
                    <a:pt x="3272" y="852"/>
                  </a:lnTo>
                  <a:lnTo>
                    <a:pt x="3293" y="869"/>
                  </a:lnTo>
                  <a:lnTo>
                    <a:pt x="3312" y="890"/>
                  </a:lnTo>
                  <a:lnTo>
                    <a:pt x="3331" y="915"/>
                  </a:lnTo>
                  <a:lnTo>
                    <a:pt x="3348" y="942"/>
                  </a:lnTo>
                  <a:lnTo>
                    <a:pt x="3363" y="971"/>
                  </a:lnTo>
                  <a:lnTo>
                    <a:pt x="3377" y="1004"/>
                  </a:lnTo>
                  <a:lnTo>
                    <a:pt x="3389" y="1038"/>
                  </a:lnTo>
                  <a:lnTo>
                    <a:pt x="3400" y="1076"/>
                  </a:lnTo>
                  <a:lnTo>
                    <a:pt x="3408" y="1113"/>
                  </a:lnTo>
                  <a:lnTo>
                    <a:pt x="3414" y="1153"/>
                  </a:lnTo>
                  <a:lnTo>
                    <a:pt x="3417" y="1195"/>
                  </a:lnTo>
                  <a:lnTo>
                    <a:pt x="3418" y="1237"/>
                  </a:lnTo>
                  <a:lnTo>
                    <a:pt x="3417" y="1280"/>
                  </a:lnTo>
                  <a:lnTo>
                    <a:pt x="3414" y="1322"/>
                  </a:lnTo>
                  <a:lnTo>
                    <a:pt x="3408" y="1362"/>
                  </a:lnTo>
                  <a:lnTo>
                    <a:pt x="3400" y="1399"/>
                  </a:lnTo>
                  <a:lnTo>
                    <a:pt x="3389" y="1437"/>
                  </a:lnTo>
                  <a:lnTo>
                    <a:pt x="3377" y="1471"/>
                  </a:lnTo>
                  <a:lnTo>
                    <a:pt x="3363" y="1503"/>
                  </a:lnTo>
                  <a:lnTo>
                    <a:pt x="3348" y="1533"/>
                  </a:lnTo>
                  <a:lnTo>
                    <a:pt x="3331" y="1560"/>
                  </a:lnTo>
                  <a:lnTo>
                    <a:pt x="3312" y="1584"/>
                  </a:lnTo>
                  <a:lnTo>
                    <a:pt x="3293" y="1605"/>
                  </a:lnTo>
                  <a:lnTo>
                    <a:pt x="3272" y="1623"/>
                  </a:lnTo>
                  <a:lnTo>
                    <a:pt x="3250" y="1637"/>
                  </a:lnTo>
                  <a:lnTo>
                    <a:pt x="3227" y="1648"/>
                  </a:lnTo>
                  <a:lnTo>
                    <a:pt x="3204" y="1654"/>
                  </a:lnTo>
                  <a:lnTo>
                    <a:pt x="3179" y="1656"/>
                  </a:lnTo>
                  <a:lnTo>
                    <a:pt x="3155" y="1654"/>
                  </a:lnTo>
                  <a:lnTo>
                    <a:pt x="3131" y="1648"/>
                  </a:lnTo>
                  <a:lnTo>
                    <a:pt x="3108" y="1637"/>
                  </a:lnTo>
                  <a:lnTo>
                    <a:pt x="3087" y="1623"/>
                  </a:lnTo>
                  <a:lnTo>
                    <a:pt x="3066" y="1605"/>
                  </a:lnTo>
                  <a:lnTo>
                    <a:pt x="3046" y="1584"/>
                  </a:lnTo>
                  <a:lnTo>
                    <a:pt x="3027" y="1560"/>
                  </a:lnTo>
                  <a:lnTo>
                    <a:pt x="3011" y="1533"/>
                  </a:lnTo>
                  <a:lnTo>
                    <a:pt x="2994" y="1503"/>
                  </a:lnTo>
                  <a:lnTo>
                    <a:pt x="2980" y="1471"/>
                  </a:lnTo>
                  <a:lnTo>
                    <a:pt x="2968" y="1437"/>
                  </a:lnTo>
                  <a:lnTo>
                    <a:pt x="2958" y="1399"/>
                  </a:lnTo>
                  <a:lnTo>
                    <a:pt x="2950" y="1362"/>
                  </a:lnTo>
                  <a:lnTo>
                    <a:pt x="2944" y="1322"/>
                  </a:lnTo>
                  <a:lnTo>
                    <a:pt x="2940" y="1280"/>
                  </a:lnTo>
                  <a:lnTo>
                    <a:pt x="2939" y="1237"/>
                  </a:lnTo>
                  <a:lnTo>
                    <a:pt x="2940" y="1195"/>
                  </a:lnTo>
                  <a:lnTo>
                    <a:pt x="2944" y="1153"/>
                  </a:lnTo>
                  <a:lnTo>
                    <a:pt x="2950" y="1113"/>
                  </a:lnTo>
                  <a:lnTo>
                    <a:pt x="2958" y="1076"/>
                  </a:lnTo>
                  <a:lnTo>
                    <a:pt x="2968" y="1038"/>
                  </a:lnTo>
                  <a:lnTo>
                    <a:pt x="2980" y="1004"/>
                  </a:lnTo>
                  <a:lnTo>
                    <a:pt x="2994" y="971"/>
                  </a:lnTo>
                  <a:lnTo>
                    <a:pt x="3011" y="942"/>
                  </a:lnTo>
                  <a:lnTo>
                    <a:pt x="3027" y="915"/>
                  </a:lnTo>
                  <a:lnTo>
                    <a:pt x="3046" y="890"/>
                  </a:lnTo>
                  <a:lnTo>
                    <a:pt x="3066" y="869"/>
                  </a:lnTo>
                  <a:lnTo>
                    <a:pt x="3087" y="852"/>
                  </a:lnTo>
                  <a:lnTo>
                    <a:pt x="3108" y="838"/>
                  </a:lnTo>
                  <a:lnTo>
                    <a:pt x="3131" y="827"/>
                  </a:lnTo>
                  <a:lnTo>
                    <a:pt x="3155" y="821"/>
                  </a:lnTo>
                  <a:lnTo>
                    <a:pt x="3179" y="819"/>
                  </a:lnTo>
                  <a:close/>
                  <a:moveTo>
                    <a:pt x="3246" y="2144"/>
                  </a:moveTo>
                  <a:lnTo>
                    <a:pt x="3271" y="2146"/>
                  </a:lnTo>
                  <a:lnTo>
                    <a:pt x="3294" y="2152"/>
                  </a:lnTo>
                  <a:lnTo>
                    <a:pt x="3316" y="2162"/>
                  </a:lnTo>
                  <a:lnTo>
                    <a:pt x="3339" y="2176"/>
                  </a:lnTo>
                  <a:lnTo>
                    <a:pt x="3360" y="2194"/>
                  </a:lnTo>
                  <a:lnTo>
                    <a:pt x="3380" y="2215"/>
                  </a:lnTo>
                  <a:lnTo>
                    <a:pt x="3397" y="2240"/>
                  </a:lnTo>
                  <a:lnTo>
                    <a:pt x="3415" y="2267"/>
                  </a:lnTo>
                  <a:lnTo>
                    <a:pt x="3430" y="2296"/>
                  </a:lnTo>
                  <a:lnTo>
                    <a:pt x="3444" y="2329"/>
                  </a:lnTo>
                  <a:lnTo>
                    <a:pt x="3456" y="2363"/>
                  </a:lnTo>
                  <a:lnTo>
                    <a:pt x="3466" y="2400"/>
                  </a:lnTo>
                  <a:lnTo>
                    <a:pt x="3475" y="2438"/>
                  </a:lnTo>
                  <a:lnTo>
                    <a:pt x="3480" y="2478"/>
                  </a:lnTo>
                  <a:lnTo>
                    <a:pt x="3484" y="2520"/>
                  </a:lnTo>
                  <a:lnTo>
                    <a:pt x="3485" y="2562"/>
                  </a:lnTo>
                  <a:lnTo>
                    <a:pt x="3484" y="2604"/>
                  </a:lnTo>
                  <a:lnTo>
                    <a:pt x="3480" y="2647"/>
                  </a:lnTo>
                  <a:lnTo>
                    <a:pt x="3475" y="2686"/>
                  </a:lnTo>
                  <a:lnTo>
                    <a:pt x="3466" y="2725"/>
                  </a:lnTo>
                  <a:lnTo>
                    <a:pt x="3456" y="2762"/>
                  </a:lnTo>
                  <a:lnTo>
                    <a:pt x="3444" y="2796"/>
                  </a:lnTo>
                  <a:lnTo>
                    <a:pt x="3430" y="2828"/>
                  </a:lnTo>
                  <a:lnTo>
                    <a:pt x="3415" y="2858"/>
                  </a:lnTo>
                  <a:lnTo>
                    <a:pt x="3397" y="2886"/>
                  </a:lnTo>
                  <a:lnTo>
                    <a:pt x="3380" y="2909"/>
                  </a:lnTo>
                  <a:lnTo>
                    <a:pt x="3360" y="2930"/>
                  </a:lnTo>
                  <a:lnTo>
                    <a:pt x="3339" y="2949"/>
                  </a:lnTo>
                  <a:lnTo>
                    <a:pt x="3316" y="2963"/>
                  </a:lnTo>
                  <a:lnTo>
                    <a:pt x="3294" y="2974"/>
                  </a:lnTo>
                  <a:lnTo>
                    <a:pt x="3271" y="2980"/>
                  </a:lnTo>
                  <a:lnTo>
                    <a:pt x="3246" y="2982"/>
                  </a:lnTo>
                  <a:lnTo>
                    <a:pt x="3222" y="2980"/>
                  </a:lnTo>
                  <a:lnTo>
                    <a:pt x="3198" y="2974"/>
                  </a:lnTo>
                  <a:lnTo>
                    <a:pt x="3176" y="2963"/>
                  </a:lnTo>
                  <a:lnTo>
                    <a:pt x="3154" y="2949"/>
                  </a:lnTo>
                  <a:lnTo>
                    <a:pt x="3133" y="2930"/>
                  </a:lnTo>
                  <a:lnTo>
                    <a:pt x="3113" y="2909"/>
                  </a:lnTo>
                  <a:lnTo>
                    <a:pt x="3095" y="2886"/>
                  </a:lnTo>
                  <a:lnTo>
                    <a:pt x="3077" y="2858"/>
                  </a:lnTo>
                  <a:lnTo>
                    <a:pt x="3062" y="2828"/>
                  </a:lnTo>
                  <a:lnTo>
                    <a:pt x="3048" y="2796"/>
                  </a:lnTo>
                  <a:lnTo>
                    <a:pt x="3036" y="2762"/>
                  </a:lnTo>
                  <a:lnTo>
                    <a:pt x="3026" y="2725"/>
                  </a:lnTo>
                  <a:lnTo>
                    <a:pt x="3018" y="2686"/>
                  </a:lnTo>
                  <a:lnTo>
                    <a:pt x="3012" y="2647"/>
                  </a:lnTo>
                  <a:lnTo>
                    <a:pt x="3008" y="2604"/>
                  </a:lnTo>
                  <a:lnTo>
                    <a:pt x="3007" y="2562"/>
                  </a:lnTo>
                  <a:lnTo>
                    <a:pt x="3008" y="2520"/>
                  </a:lnTo>
                  <a:lnTo>
                    <a:pt x="3012" y="2478"/>
                  </a:lnTo>
                  <a:lnTo>
                    <a:pt x="3018" y="2438"/>
                  </a:lnTo>
                  <a:lnTo>
                    <a:pt x="3026" y="2400"/>
                  </a:lnTo>
                  <a:lnTo>
                    <a:pt x="3036" y="2363"/>
                  </a:lnTo>
                  <a:lnTo>
                    <a:pt x="3048" y="2329"/>
                  </a:lnTo>
                  <a:lnTo>
                    <a:pt x="3062" y="2296"/>
                  </a:lnTo>
                  <a:lnTo>
                    <a:pt x="3077" y="2267"/>
                  </a:lnTo>
                  <a:lnTo>
                    <a:pt x="3095" y="2240"/>
                  </a:lnTo>
                  <a:lnTo>
                    <a:pt x="3113" y="2215"/>
                  </a:lnTo>
                  <a:lnTo>
                    <a:pt x="3133" y="2194"/>
                  </a:lnTo>
                  <a:lnTo>
                    <a:pt x="3154" y="2176"/>
                  </a:lnTo>
                  <a:lnTo>
                    <a:pt x="3176" y="2162"/>
                  </a:lnTo>
                  <a:lnTo>
                    <a:pt x="3198" y="2152"/>
                  </a:lnTo>
                  <a:lnTo>
                    <a:pt x="3222" y="2146"/>
                  </a:lnTo>
                  <a:lnTo>
                    <a:pt x="3246" y="214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7676" name="Freeform 56"/>
            <p:cNvSpPr>
              <a:spLocks/>
            </p:cNvSpPr>
            <p:nvPr/>
          </p:nvSpPr>
          <p:spPr bwMode="auto">
            <a:xfrm>
              <a:off x="1267" y="1588"/>
              <a:ext cx="87" cy="52"/>
            </a:xfrm>
            <a:custGeom>
              <a:avLst/>
              <a:gdLst>
                <a:gd name="T0" fmla="*/ 3 w 437"/>
                <a:gd name="T1" fmla="*/ 2 h 260"/>
                <a:gd name="T2" fmla="*/ 3 w 437"/>
                <a:gd name="T3" fmla="*/ 2 h 260"/>
                <a:gd name="T4" fmla="*/ 3 w 437"/>
                <a:gd name="T5" fmla="*/ 2 h 260"/>
                <a:gd name="T6" fmla="*/ 3 w 437"/>
                <a:gd name="T7" fmla="*/ 2 h 260"/>
                <a:gd name="T8" fmla="*/ 3 w 437"/>
                <a:gd name="T9" fmla="*/ 1 h 260"/>
                <a:gd name="T10" fmla="*/ 3 w 437"/>
                <a:gd name="T11" fmla="*/ 1 h 260"/>
                <a:gd name="T12" fmla="*/ 3 w 437"/>
                <a:gd name="T13" fmla="*/ 1 h 260"/>
                <a:gd name="T14" fmla="*/ 3 w 437"/>
                <a:gd name="T15" fmla="*/ 1 h 260"/>
                <a:gd name="T16" fmla="*/ 3 w 437"/>
                <a:gd name="T17" fmla="*/ 1 h 260"/>
                <a:gd name="T18" fmla="*/ 2 w 437"/>
                <a:gd name="T19" fmla="*/ 1 h 260"/>
                <a:gd name="T20" fmla="*/ 2 w 437"/>
                <a:gd name="T21" fmla="*/ 0 h 260"/>
                <a:gd name="T22" fmla="*/ 2 w 437"/>
                <a:gd name="T23" fmla="*/ 0 h 260"/>
                <a:gd name="T24" fmla="*/ 2 w 437"/>
                <a:gd name="T25" fmla="*/ 0 h 260"/>
                <a:gd name="T26" fmla="*/ 1 w 437"/>
                <a:gd name="T27" fmla="*/ 0 h 260"/>
                <a:gd name="T28" fmla="*/ 1 w 437"/>
                <a:gd name="T29" fmla="*/ 0 h 260"/>
                <a:gd name="T30" fmla="*/ 1 w 437"/>
                <a:gd name="T31" fmla="*/ 0 h 260"/>
                <a:gd name="T32" fmla="*/ 0 w 437"/>
                <a:gd name="T33" fmla="*/ 0 h 260"/>
                <a:gd name="T34" fmla="*/ 0 w 437"/>
                <a:gd name="T35" fmla="*/ 0 h 260"/>
                <a:gd name="T36" fmla="*/ 0 w 437"/>
                <a:gd name="T37" fmla="*/ 0 h 260"/>
                <a:gd name="T38" fmla="*/ 0 w 437"/>
                <a:gd name="T39" fmla="*/ 0 h 260"/>
                <a:gd name="T40" fmla="*/ 1 w 437"/>
                <a:gd name="T41" fmla="*/ 0 h 260"/>
                <a:gd name="T42" fmla="*/ 1 w 437"/>
                <a:gd name="T43" fmla="*/ 0 h 260"/>
                <a:gd name="T44" fmla="*/ 1 w 437"/>
                <a:gd name="T45" fmla="*/ 0 h 260"/>
                <a:gd name="T46" fmla="*/ 2 w 437"/>
                <a:gd name="T47" fmla="*/ 0 h 260"/>
                <a:gd name="T48" fmla="*/ 2 w 437"/>
                <a:gd name="T49" fmla="*/ 0 h 260"/>
                <a:gd name="T50" fmla="*/ 2 w 437"/>
                <a:gd name="T51" fmla="*/ 1 h 260"/>
                <a:gd name="T52" fmla="*/ 2 w 437"/>
                <a:gd name="T53" fmla="*/ 1 h 260"/>
                <a:gd name="T54" fmla="*/ 3 w 437"/>
                <a:gd name="T55" fmla="*/ 1 h 260"/>
                <a:gd name="T56" fmla="*/ 3 w 437"/>
                <a:gd name="T57" fmla="*/ 1 h 260"/>
                <a:gd name="T58" fmla="*/ 3 w 437"/>
                <a:gd name="T59" fmla="*/ 1 h 260"/>
                <a:gd name="T60" fmla="*/ 3 w 437"/>
                <a:gd name="T61" fmla="*/ 1 h 260"/>
                <a:gd name="T62" fmla="*/ 3 w 437"/>
                <a:gd name="T63" fmla="*/ 1 h 260"/>
                <a:gd name="T64" fmla="*/ 3 w 437"/>
                <a:gd name="T65" fmla="*/ 2 h 260"/>
                <a:gd name="T66" fmla="*/ 3 w 437"/>
                <a:gd name="T67" fmla="*/ 2 h 260"/>
                <a:gd name="T68" fmla="*/ 3 w 437"/>
                <a:gd name="T69" fmla="*/ 2 h 260"/>
                <a:gd name="T70" fmla="*/ 3 w 437"/>
                <a:gd name="T71" fmla="*/ 2 h 260"/>
                <a:gd name="T72" fmla="*/ 3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437" y="260"/>
                  </a:moveTo>
                  <a:lnTo>
                    <a:pt x="437" y="260"/>
                  </a:lnTo>
                  <a:lnTo>
                    <a:pt x="434" y="233"/>
                  </a:lnTo>
                  <a:lnTo>
                    <a:pt x="427" y="206"/>
                  </a:lnTo>
                  <a:lnTo>
                    <a:pt x="417" y="181"/>
                  </a:lnTo>
                  <a:lnTo>
                    <a:pt x="401" y="157"/>
                  </a:lnTo>
                  <a:lnTo>
                    <a:pt x="383" y="133"/>
                  </a:lnTo>
                  <a:lnTo>
                    <a:pt x="360" y="113"/>
                  </a:lnTo>
                  <a:lnTo>
                    <a:pt x="336" y="93"/>
                  </a:lnTo>
                  <a:lnTo>
                    <a:pt x="308" y="73"/>
                  </a:lnTo>
                  <a:lnTo>
                    <a:pt x="276" y="58"/>
                  </a:lnTo>
                  <a:lnTo>
                    <a:pt x="242" y="43"/>
                  </a:lnTo>
                  <a:lnTo>
                    <a:pt x="207" y="30"/>
                  </a:lnTo>
                  <a:lnTo>
                    <a:pt x="168" y="19"/>
                  </a:lnTo>
                  <a:lnTo>
                    <a:pt x="128" y="11"/>
                  </a:lnTo>
                  <a:lnTo>
                    <a:pt x="87" y="4"/>
                  </a:lnTo>
                  <a:lnTo>
                    <a:pt x="43" y="1"/>
                  </a:lnTo>
                  <a:lnTo>
                    <a:pt x="0" y="0"/>
                  </a:lnTo>
                  <a:lnTo>
                    <a:pt x="0" y="11"/>
                  </a:lnTo>
                  <a:lnTo>
                    <a:pt x="43" y="12"/>
                  </a:lnTo>
                  <a:lnTo>
                    <a:pt x="85" y="16"/>
                  </a:lnTo>
                  <a:lnTo>
                    <a:pt x="126" y="23"/>
                  </a:lnTo>
                  <a:lnTo>
                    <a:pt x="166" y="31"/>
                  </a:lnTo>
                  <a:lnTo>
                    <a:pt x="202" y="42"/>
                  </a:lnTo>
                  <a:lnTo>
                    <a:pt x="237" y="55"/>
                  </a:lnTo>
                  <a:lnTo>
                    <a:pt x="271" y="70"/>
                  </a:lnTo>
                  <a:lnTo>
                    <a:pt x="301" y="85"/>
                  </a:lnTo>
                  <a:lnTo>
                    <a:pt x="329" y="103"/>
                  </a:lnTo>
                  <a:lnTo>
                    <a:pt x="353" y="123"/>
                  </a:lnTo>
                  <a:lnTo>
                    <a:pt x="373" y="143"/>
                  </a:lnTo>
                  <a:lnTo>
                    <a:pt x="392" y="164"/>
                  </a:lnTo>
                  <a:lnTo>
                    <a:pt x="405" y="186"/>
                  </a:lnTo>
                  <a:lnTo>
                    <a:pt x="415" y="211"/>
                  </a:lnTo>
                  <a:lnTo>
                    <a:pt x="422" y="235"/>
                  </a:lnTo>
                  <a:lnTo>
                    <a:pt x="425" y="260"/>
                  </a:lnTo>
                  <a:lnTo>
                    <a:pt x="437"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7677" name="Freeform 57"/>
            <p:cNvSpPr>
              <a:spLocks/>
            </p:cNvSpPr>
            <p:nvPr/>
          </p:nvSpPr>
          <p:spPr bwMode="auto">
            <a:xfrm>
              <a:off x="1267" y="1640"/>
              <a:ext cx="87" cy="52"/>
            </a:xfrm>
            <a:custGeom>
              <a:avLst/>
              <a:gdLst>
                <a:gd name="T0" fmla="*/ 0 w 437"/>
                <a:gd name="T1" fmla="*/ 2 h 260"/>
                <a:gd name="T2" fmla="*/ 0 w 437"/>
                <a:gd name="T3" fmla="*/ 2 h 260"/>
                <a:gd name="T4" fmla="*/ 0 w 437"/>
                <a:gd name="T5" fmla="*/ 2 h 260"/>
                <a:gd name="T6" fmla="*/ 1 w 437"/>
                <a:gd name="T7" fmla="*/ 2 h 260"/>
                <a:gd name="T8" fmla="*/ 1 w 437"/>
                <a:gd name="T9" fmla="*/ 2 h 260"/>
                <a:gd name="T10" fmla="*/ 1 w 437"/>
                <a:gd name="T11" fmla="*/ 2 h 260"/>
                <a:gd name="T12" fmla="*/ 2 w 437"/>
                <a:gd name="T13" fmla="*/ 2 h 260"/>
                <a:gd name="T14" fmla="*/ 2 w 437"/>
                <a:gd name="T15" fmla="*/ 2 h 260"/>
                <a:gd name="T16" fmla="*/ 2 w 437"/>
                <a:gd name="T17" fmla="*/ 2 h 260"/>
                <a:gd name="T18" fmla="*/ 2 w 437"/>
                <a:gd name="T19" fmla="*/ 1 h 260"/>
                <a:gd name="T20" fmla="*/ 3 w 437"/>
                <a:gd name="T21" fmla="*/ 1 h 260"/>
                <a:gd name="T22" fmla="*/ 3 w 437"/>
                <a:gd name="T23" fmla="*/ 1 h 260"/>
                <a:gd name="T24" fmla="*/ 3 w 437"/>
                <a:gd name="T25" fmla="*/ 1 h 260"/>
                <a:gd name="T26" fmla="*/ 3 w 437"/>
                <a:gd name="T27" fmla="*/ 1 h 260"/>
                <a:gd name="T28" fmla="*/ 3 w 437"/>
                <a:gd name="T29" fmla="*/ 1 h 260"/>
                <a:gd name="T30" fmla="*/ 3 w 437"/>
                <a:gd name="T31" fmla="*/ 0 h 260"/>
                <a:gd name="T32" fmla="*/ 3 w 437"/>
                <a:gd name="T33" fmla="*/ 0 h 260"/>
                <a:gd name="T34" fmla="*/ 3 w 437"/>
                <a:gd name="T35" fmla="*/ 0 h 260"/>
                <a:gd name="T36" fmla="*/ 3 w 437"/>
                <a:gd name="T37" fmla="*/ 0 h 260"/>
                <a:gd name="T38" fmla="*/ 3 w 437"/>
                <a:gd name="T39" fmla="*/ 0 h 260"/>
                <a:gd name="T40" fmla="*/ 3 w 437"/>
                <a:gd name="T41" fmla="*/ 0 h 260"/>
                <a:gd name="T42" fmla="*/ 3 w 437"/>
                <a:gd name="T43" fmla="*/ 1 h 260"/>
                <a:gd name="T44" fmla="*/ 3 w 437"/>
                <a:gd name="T45" fmla="*/ 1 h 260"/>
                <a:gd name="T46" fmla="*/ 3 w 437"/>
                <a:gd name="T47" fmla="*/ 1 h 260"/>
                <a:gd name="T48" fmla="*/ 3 w 437"/>
                <a:gd name="T49" fmla="*/ 1 h 260"/>
                <a:gd name="T50" fmla="*/ 3 w 437"/>
                <a:gd name="T51" fmla="*/ 1 h 260"/>
                <a:gd name="T52" fmla="*/ 2 w 437"/>
                <a:gd name="T53" fmla="*/ 1 h 260"/>
                <a:gd name="T54" fmla="*/ 2 w 437"/>
                <a:gd name="T55" fmla="*/ 2 h 260"/>
                <a:gd name="T56" fmla="*/ 2 w 437"/>
                <a:gd name="T57" fmla="*/ 2 h 260"/>
                <a:gd name="T58" fmla="*/ 2 w 437"/>
                <a:gd name="T59" fmla="*/ 2 h 260"/>
                <a:gd name="T60" fmla="*/ 1 w 437"/>
                <a:gd name="T61" fmla="*/ 2 h 260"/>
                <a:gd name="T62" fmla="*/ 1 w 437"/>
                <a:gd name="T63" fmla="*/ 2 h 260"/>
                <a:gd name="T64" fmla="*/ 1 w 437"/>
                <a:gd name="T65" fmla="*/ 2 h 260"/>
                <a:gd name="T66" fmla="*/ 0 w 437"/>
                <a:gd name="T67" fmla="*/ 2 h 260"/>
                <a:gd name="T68" fmla="*/ 0 w 437"/>
                <a:gd name="T69" fmla="*/ 2 h 260"/>
                <a:gd name="T70" fmla="*/ 0 w 437"/>
                <a:gd name="T71" fmla="*/ 2 h 260"/>
                <a:gd name="T72" fmla="*/ 0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0" y="260"/>
                  </a:moveTo>
                  <a:lnTo>
                    <a:pt x="0" y="260"/>
                  </a:lnTo>
                  <a:lnTo>
                    <a:pt x="43" y="259"/>
                  </a:lnTo>
                  <a:lnTo>
                    <a:pt x="87" y="255"/>
                  </a:lnTo>
                  <a:lnTo>
                    <a:pt x="128" y="248"/>
                  </a:lnTo>
                  <a:lnTo>
                    <a:pt x="168" y="240"/>
                  </a:lnTo>
                  <a:lnTo>
                    <a:pt x="207" y="230"/>
                  </a:lnTo>
                  <a:lnTo>
                    <a:pt x="242" y="217"/>
                  </a:lnTo>
                  <a:lnTo>
                    <a:pt x="276" y="202"/>
                  </a:lnTo>
                  <a:lnTo>
                    <a:pt x="308" y="185"/>
                  </a:lnTo>
                  <a:lnTo>
                    <a:pt x="336" y="166"/>
                  </a:lnTo>
                  <a:lnTo>
                    <a:pt x="360" y="146"/>
                  </a:lnTo>
                  <a:lnTo>
                    <a:pt x="383" y="125"/>
                  </a:lnTo>
                  <a:lnTo>
                    <a:pt x="401" y="102"/>
                  </a:lnTo>
                  <a:lnTo>
                    <a:pt x="417" y="77"/>
                  </a:lnTo>
                  <a:lnTo>
                    <a:pt x="427" y="53"/>
                  </a:lnTo>
                  <a:lnTo>
                    <a:pt x="434" y="27"/>
                  </a:lnTo>
                  <a:lnTo>
                    <a:pt x="437" y="0"/>
                  </a:lnTo>
                  <a:lnTo>
                    <a:pt x="425" y="0"/>
                  </a:lnTo>
                  <a:lnTo>
                    <a:pt x="422" y="24"/>
                  </a:lnTo>
                  <a:lnTo>
                    <a:pt x="415" y="48"/>
                  </a:lnTo>
                  <a:lnTo>
                    <a:pt x="405" y="73"/>
                  </a:lnTo>
                  <a:lnTo>
                    <a:pt x="392" y="95"/>
                  </a:lnTo>
                  <a:lnTo>
                    <a:pt x="373" y="116"/>
                  </a:lnTo>
                  <a:lnTo>
                    <a:pt x="353" y="137"/>
                  </a:lnTo>
                  <a:lnTo>
                    <a:pt x="329" y="157"/>
                  </a:lnTo>
                  <a:lnTo>
                    <a:pt x="301" y="173"/>
                  </a:lnTo>
                  <a:lnTo>
                    <a:pt x="271" y="190"/>
                  </a:lnTo>
                  <a:lnTo>
                    <a:pt x="237" y="205"/>
                  </a:lnTo>
                  <a:lnTo>
                    <a:pt x="202" y="218"/>
                  </a:lnTo>
                  <a:lnTo>
                    <a:pt x="166" y="228"/>
                  </a:lnTo>
                  <a:lnTo>
                    <a:pt x="126" y="237"/>
                  </a:lnTo>
                  <a:lnTo>
                    <a:pt x="85" y="244"/>
                  </a:lnTo>
                  <a:lnTo>
                    <a:pt x="43" y="247"/>
                  </a:lnTo>
                  <a:lnTo>
                    <a:pt x="0" y="248"/>
                  </a:lnTo>
                  <a:lnTo>
                    <a:pt x="0"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7678" name="Freeform 58"/>
            <p:cNvSpPr>
              <a:spLocks/>
            </p:cNvSpPr>
            <p:nvPr/>
          </p:nvSpPr>
          <p:spPr bwMode="auto">
            <a:xfrm>
              <a:off x="1179" y="1640"/>
              <a:ext cx="88" cy="52"/>
            </a:xfrm>
            <a:custGeom>
              <a:avLst/>
              <a:gdLst>
                <a:gd name="T0" fmla="*/ 0 w 439"/>
                <a:gd name="T1" fmla="*/ 0 h 260"/>
                <a:gd name="T2" fmla="*/ 0 w 439"/>
                <a:gd name="T3" fmla="*/ 0 h 260"/>
                <a:gd name="T4" fmla="*/ 0 w 439"/>
                <a:gd name="T5" fmla="*/ 0 h 260"/>
                <a:gd name="T6" fmla="*/ 0 w 439"/>
                <a:gd name="T7" fmla="*/ 0 h 260"/>
                <a:gd name="T8" fmla="*/ 0 w 439"/>
                <a:gd name="T9" fmla="*/ 1 h 260"/>
                <a:gd name="T10" fmla="*/ 0 w 439"/>
                <a:gd name="T11" fmla="*/ 1 h 260"/>
                <a:gd name="T12" fmla="*/ 0 w 439"/>
                <a:gd name="T13" fmla="*/ 1 h 260"/>
                <a:gd name="T14" fmla="*/ 1 w 439"/>
                <a:gd name="T15" fmla="*/ 1 h 260"/>
                <a:gd name="T16" fmla="*/ 1 w 439"/>
                <a:gd name="T17" fmla="*/ 1 h 260"/>
                <a:gd name="T18" fmla="*/ 1 w 439"/>
                <a:gd name="T19" fmla="*/ 1 h 260"/>
                <a:gd name="T20" fmla="*/ 1 w 439"/>
                <a:gd name="T21" fmla="*/ 2 h 260"/>
                <a:gd name="T22" fmla="*/ 2 w 439"/>
                <a:gd name="T23" fmla="*/ 2 h 260"/>
                <a:gd name="T24" fmla="*/ 2 w 439"/>
                <a:gd name="T25" fmla="*/ 2 h 260"/>
                <a:gd name="T26" fmla="*/ 2 w 439"/>
                <a:gd name="T27" fmla="*/ 2 h 260"/>
                <a:gd name="T28" fmla="*/ 2 w 439"/>
                <a:gd name="T29" fmla="*/ 2 h 260"/>
                <a:gd name="T30" fmla="*/ 3 w 439"/>
                <a:gd name="T31" fmla="*/ 2 h 260"/>
                <a:gd name="T32" fmla="*/ 3 w 439"/>
                <a:gd name="T33" fmla="*/ 2 h 260"/>
                <a:gd name="T34" fmla="*/ 4 w 439"/>
                <a:gd name="T35" fmla="*/ 2 h 260"/>
                <a:gd name="T36" fmla="*/ 4 w 439"/>
                <a:gd name="T37" fmla="*/ 2 h 260"/>
                <a:gd name="T38" fmla="*/ 3 w 439"/>
                <a:gd name="T39" fmla="*/ 2 h 260"/>
                <a:gd name="T40" fmla="*/ 3 w 439"/>
                <a:gd name="T41" fmla="*/ 2 h 260"/>
                <a:gd name="T42" fmla="*/ 3 w 439"/>
                <a:gd name="T43" fmla="*/ 2 h 260"/>
                <a:gd name="T44" fmla="*/ 2 w 439"/>
                <a:gd name="T45" fmla="*/ 2 h 260"/>
                <a:gd name="T46" fmla="*/ 2 w 439"/>
                <a:gd name="T47" fmla="*/ 2 h 260"/>
                <a:gd name="T48" fmla="*/ 2 w 439"/>
                <a:gd name="T49" fmla="*/ 2 h 260"/>
                <a:gd name="T50" fmla="*/ 1 w 439"/>
                <a:gd name="T51" fmla="*/ 2 h 260"/>
                <a:gd name="T52" fmla="*/ 1 w 439"/>
                <a:gd name="T53" fmla="*/ 1 h 260"/>
                <a:gd name="T54" fmla="*/ 1 w 439"/>
                <a:gd name="T55" fmla="*/ 1 h 260"/>
                <a:gd name="T56" fmla="*/ 1 w 439"/>
                <a:gd name="T57" fmla="*/ 1 h 260"/>
                <a:gd name="T58" fmla="*/ 1 w 439"/>
                <a:gd name="T59" fmla="*/ 1 h 260"/>
                <a:gd name="T60" fmla="*/ 0 w 439"/>
                <a:gd name="T61" fmla="*/ 1 h 260"/>
                <a:gd name="T62" fmla="*/ 0 w 439"/>
                <a:gd name="T63" fmla="*/ 1 h 260"/>
                <a:gd name="T64" fmla="*/ 0 w 439"/>
                <a:gd name="T65" fmla="*/ 0 h 260"/>
                <a:gd name="T66" fmla="*/ 0 w 439"/>
                <a:gd name="T67" fmla="*/ 0 h 260"/>
                <a:gd name="T68" fmla="*/ 0 w 439"/>
                <a:gd name="T69" fmla="*/ 0 h 260"/>
                <a:gd name="T70" fmla="*/ 0 w 439"/>
                <a:gd name="T71" fmla="*/ 0 h 260"/>
                <a:gd name="T72" fmla="*/ 0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0" y="0"/>
                  </a:moveTo>
                  <a:lnTo>
                    <a:pt x="0" y="0"/>
                  </a:lnTo>
                  <a:lnTo>
                    <a:pt x="3" y="27"/>
                  </a:lnTo>
                  <a:lnTo>
                    <a:pt x="10" y="53"/>
                  </a:lnTo>
                  <a:lnTo>
                    <a:pt x="20" y="77"/>
                  </a:lnTo>
                  <a:lnTo>
                    <a:pt x="35" y="102"/>
                  </a:lnTo>
                  <a:lnTo>
                    <a:pt x="54" y="125"/>
                  </a:lnTo>
                  <a:lnTo>
                    <a:pt x="76" y="146"/>
                  </a:lnTo>
                  <a:lnTo>
                    <a:pt x="102" y="166"/>
                  </a:lnTo>
                  <a:lnTo>
                    <a:pt x="130" y="185"/>
                  </a:lnTo>
                  <a:lnTo>
                    <a:pt x="162" y="202"/>
                  </a:lnTo>
                  <a:lnTo>
                    <a:pt x="195" y="217"/>
                  </a:lnTo>
                  <a:lnTo>
                    <a:pt x="231" y="230"/>
                  </a:lnTo>
                  <a:lnTo>
                    <a:pt x="270" y="240"/>
                  </a:lnTo>
                  <a:lnTo>
                    <a:pt x="310" y="248"/>
                  </a:lnTo>
                  <a:lnTo>
                    <a:pt x="351" y="255"/>
                  </a:lnTo>
                  <a:lnTo>
                    <a:pt x="395" y="259"/>
                  </a:lnTo>
                  <a:lnTo>
                    <a:pt x="439" y="260"/>
                  </a:lnTo>
                  <a:lnTo>
                    <a:pt x="439" y="248"/>
                  </a:lnTo>
                  <a:lnTo>
                    <a:pt x="395" y="247"/>
                  </a:lnTo>
                  <a:lnTo>
                    <a:pt x="353" y="244"/>
                  </a:lnTo>
                  <a:lnTo>
                    <a:pt x="312" y="237"/>
                  </a:lnTo>
                  <a:lnTo>
                    <a:pt x="272" y="228"/>
                  </a:lnTo>
                  <a:lnTo>
                    <a:pt x="236" y="218"/>
                  </a:lnTo>
                  <a:lnTo>
                    <a:pt x="200" y="205"/>
                  </a:lnTo>
                  <a:lnTo>
                    <a:pt x="167" y="190"/>
                  </a:lnTo>
                  <a:lnTo>
                    <a:pt x="137" y="173"/>
                  </a:lnTo>
                  <a:lnTo>
                    <a:pt x="109" y="157"/>
                  </a:lnTo>
                  <a:lnTo>
                    <a:pt x="84" y="137"/>
                  </a:lnTo>
                  <a:lnTo>
                    <a:pt x="64" y="116"/>
                  </a:lnTo>
                  <a:lnTo>
                    <a:pt x="45" y="95"/>
                  </a:lnTo>
                  <a:lnTo>
                    <a:pt x="32" y="73"/>
                  </a:lnTo>
                  <a:lnTo>
                    <a:pt x="21" y="48"/>
                  </a:lnTo>
                  <a:lnTo>
                    <a:pt x="14" y="24"/>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7679" name="Freeform 59"/>
            <p:cNvSpPr>
              <a:spLocks/>
            </p:cNvSpPr>
            <p:nvPr/>
          </p:nvSpPr>
          <p:spPr bwMode="auto">
            <a:xfrm>
              <a:off x="1179" y="1588"/>
              <a:ext cx="88" cy="52"/>
            </a:xfrm>
            <a:custGeom>
              <a:avLst/>
              <a:gdLst>
                <a:gd name="T0" fmla="*/ 4 w 439"/>
                <a:gd name="T1" fmla="*/ 0 h 260"/>
                <a:gd name="T2" fmla="*/ 4 w 439"/>
                <a:gd name="T3" fmla="*/ 0 h 260"/>
                <a:gd name="T4" fmla="*/ 3 w 439"/>
                <a:gd name="T5" fmla="*/ 0 h 260"/>
                <a:gd name="T6" fmla="*/ 3 w 439"/>
                <a:gd name="T7" fmla="*/ 0 h 260"/>
                <a:gd name="T8" fmla="*/ 2 w 439"/>
                <a:gd name="T9" fmla="*/ 0 h 260"/>
                <a:gd name="T10" fmla="*/ 2 w 439"/>
                <a:gd name="T11" fmla="*/ 0 h 260"/>
                <a:gd name="T12" fmla="*/ 2 w 439"/>
                <a:gd name="T13" fmla="*/ 0 h 260"/>
                <a:gd name="T14" fmla="*/ 2 w 439"/>
                <a:gd name="T15" fmla="*/ 0 h 260"/>
                <a:gd name="T16" fmla="*/ 1 w 439"/>
                <a:gd name="T17" fmla="*/ 0 h 260"/>
                <a:gd name="T18" fmla="*/ 1 w 439"/>
                <a:gd name="T19" fmla="*/ 1 h 260"/>
                <a:gd name="T20" fmla="*/ 1 w 439"/>
                <a:gd name="T21" fmla="*/ 1 h 260"/>
                <a:gd name="T22" fmla="*/ 1 w 439"/>
                <a:gd name="T23" fmla="*/ 1 h 260"/>
                <a:gd name="T24" fmla="*/ 0 w 439"/>
                <a:gd name="T25" fmla="*/ 1 h 260"/>
                <a:gd name="T26" fmla="*/ 0 w 439"/>
                <a:gd name="T27" fmla="*/ 1 h 260"/>
                <a:gd name="T28" fmla="*/ 0 w 439"/>
                <a:gd name="T29" fmla="*/ 1 h 260"/>
                <a:gd name="T30" fmla="*/ 0 w 439"/>
                <a:gd name="T31" fmla="*/ 2 h 260"/>
                <a:gd name="T32" fmla="*/ 0 w 439"/>
                <a:gd name="T33" fmla="*/ 2 h 260"/>
                <a:gd name="T34" fmla="*/ 0 w 439"/>
                <a:gd name="T35" fmla="*/ 2 h 260"/>
                <a:gd name="T36" fmla="*/ 0 w 439"/>
                <a:gd name="T37" fmla="*/ 2 h 260"/>
                <a:gd name="T38" fmla="*/ 0 w 439"/>
                <a:gd name="T39" fmla="*/ 2 h 260"/>
                <a:gd name="T40" fmla="*/ 0 w 439"/>
                <a:gd name="T41" fmla="*/ 2 h 260"/>
                <a:gd name="T42" fmla="*/ 0 w 439"/>
                <a:gd name="T43" fmla="*/ 1 h 260"/>
                <a:gd name="T44" fmla="*/ 0 w 439"/>
                <a:gd name="T45" fmla="*/ 1 h 260"/>
                <a:gd name="T46" fmla="*/ 1 w 439"/>
                <a:gd name="T47" fmla="*/ 1 h 260"/>
                <a:gd name="T48" fmla="*/ 1 w 439"/>
                <a:gd name="T49" fmla="*/ 1 h 260"/>
                <a:gd name="T50" fmla="*/ 1 w 439"/>
                <a:gd name="T51" fmla="*/ 1 h 260"/>
                <a:gd name="T52" fmla="*/ 1 w 439"/>
                <a:gd name="T53" fmla="*/ 1 h 260"/>
                <a:gd name="T54" fmla="*/ 1 w 439"/>
                <a:gd name="T55" fmla="*/ 1 h 260"/>
                <a:gd name="T56" fmla="*/ 2 w 439"/>
                <a:gd name="T57" fmla="*/ 0 h 260"/>
                <a:gd name="T58" fmla="*/ 2 w 439"/>
                <a:gd name="T59" fmla="*/ 0 h 260"/>
                <a:gd name="T60" fmla="*/ 2 w 439"/>
                <a:gd name="T61" fmla="*/ 0 h 260"/>
                <a:gd name="T62" fmla="*/ 3 w 439"/>
                <a:gd name="T63" fmla="*/ 0 h 260"/>
                <a:gd name="T64" fmla="*/ 3 w 439"/>
                <a:gd name="T65" fmla="*/ 0 h 260"/>
                <a:gd name="T66" fmla="*/ 3 w 439"/>
                <a:gd name="T67" fmla="*/ 0 h 260"/>
                <a:gd name="T68" fmla="*/ 4 w 439"/>
                <a:gd name="T69" fmla="*/ 0 h 260"/>
                <a:gd name="T70" fmla="*/ 4 w 439"/>
                <a:gd name="T71" fmla="*/ 0 h 260"/>
                <a:gd name="T72" fmla="*/ 4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439" y="0"/>
                  </a:moveTo>
                  <a:lnTo>
                    <a:pt x="439" y="0"/>
                  </a:lnTo>
                  <a:lnTo>
                    <a:pt x="395" y="1"/>
                  </a:lnTo>
                  <a:lnTo>
                    <a:pt x="351" y="4"/>
                  </a:lnTo>
                  <a:lnTo>
                    <a:pt x="310" y="11"/>
                  </a:lnTo>
                  <a:lnTo>
                    <a:pt x="270" y="19"/>
                  </a:lnTo>
                  <a:lnTo>
                    <a:pt x="231" y="30"/>
                  </a:lnTo>
                  <a:lnTo>
                    <a:pt x="195" y="43"/>
                  </a:lnTo>
                  <a:lnTo>
                    <a:pt x="162" y="58"/>
                  </a:lnTo>
                  <a:lnTo>
                    <a:pt x="130" y="73"/>
                  </a:lnTo>
                  <a:lnTo>
                    <a:pt x="102" y="93"/>
                  </a:lnTo>
                  <a:lnTo>
                    <a:pt x="76" y="113"/>
                  </a:lnTo>
                  <a:lnTo>
                    <a:pt x="54" y="133"/>
                  </a:lnTo>
                  <a:lnTo>
                    <a:pt x="35" y="157"/>
                  </a:lnTo>
                  <a:lnTo>
                    <a:pt x="20" y="181"/>
                  </a:lnTo>
                  <a:lnTo>
                    <a:pt x="10" y="206"/>
                  </a:lnTo>
                  <a:lnTo>
                    <a:pt x="3" y="233"/>
                  </a:lnTo>
                  <a:lnTo>
                    <a:pt x="0" y="260"/>
                  </a:lnTo>
                  <a:lnTo>
                    <a:pt x="12" y="260"/>
                  </a:lnTo>
                  <a:lnTo>
                    <a:pt x="14" y="235"/>
                  </a:lnTo>
                  <a:lnTo>
                    <a:pt x="21" y="211"/>
                  </a:lnTo>
                  <a:lnTo>
                    <a:pt x="32" y="186"/>
                  </a:lnTo>
                  <a:lnTo>
                    <a:pt x="45" y="164"/>
                  </a:lnTo>
                  <a:lnTo>
                    <a:pt x="64" y="143"/>
                  </a:lnTo>
                  <a:lnTo>
                    <a:pt x="84" y="123"/>
                  </a:lnTo>
                  <a:lnTo>
                    <a:pt x="109" y="103"/>
                  </a:lnTo>
                  <a:lnTo>
                    <a:pt x="137" y="85"/>
                  </a:lnTo>
                  <a:lnTo>
                    <a:pt x="167" y="70"/>
                  </a:lnTo>
                  <a:lnTo>
                    <a:pt x="200" y="55"/>
                  </a:lnTo>
                  <a:lnTo>
                    <a:pt x="236" y="42"/>
                  </a:lnTo>
                  <a:lnTo>
                    <a:pt x="272" y="31"/>
                  </a:lnTo>
                  <a:lnTo>
                    <a:pt x="312" y="23"/>
                  </a:lnTo>
                  <a:lnTo>
                    <a:pt x="353" y="16"/>
                  </a:lnTo>
                  <a:lnTo>
                    <a:pt x="395" y="12"/>
                  </a:lnTo>
                  <a:lnTo>
                    <a:pt x="439" y="11"/>
                  </a:lnTo>
                  <a:lnTo>
                    <a:pt x="439"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7680" name="Freeform 60"/>
            <p:cNvSpPr>
              <a:spLocks/>
            </p:cNvSpPr>
            <p:nvPr/>
          </p:nvSpPr>
          <p:spPr bwMode="auto">
            <a:xfrm>
              <a:off x="964" y="1745"/>
              <a:ext cx="48" cy="85"/>
            </a:xfrm>
            <a:custGeom>
              <a:avLst/>
              <a:gdLst>
                <a:gd name="T0" fmla="*/ 2 w 244"/>
                <a:gd name="T1" fmla="*/ 3 h 426"/>
                <a:gd name="T2" fmla="*/ 2 w 244"/>
                <a:gd name="T3" fmla="*/ 3 h 426"/>
                <a:gd name="T4" fmla="*/ 2 w 244"/>
                <a:gd name="T5" fmla="*/ 3 h 426"/>
                <a:gd name="T6" fmla="*/ 2 w 244"/>
                <a:gd name="T7" fmla="*/ 3 h 426"/>
                <a:gd name="T8" fmla="*/ 2 w 244"/>
                <a:gd name="T9" fmla="*/ 2 h 426"/>
                <a:gd name="T10" fmla="*/ 2 w 244"/>
                <a:gd name="T11" fmla="*/ 2 h 426"/>
                <a:gd name="T12" fmla="*/ 2 w 244"/>
                <a:gd name="T13" fmla="*/ 2 h 426"/>
                <a:gd name="T14" fmla="*/ 2 w 244"/>
                <a:gd name="T15" fmla="*/ 2 h 426"/>
                <a:gd name="T16" fmla="*/ 1 w 244"/>
                <a:gd name="T17" fmla="*/ 1 h 426"/>
                <a:gd name="T18" fmla="*/ 1 w 244"/>
                <a:gd name="T19" fmla="*/ 1 h 426"/>
                <a:gd name="T20" fmla="*/ 1 w 244"/>
                <a:gd name="T21" fmla="*/ 1 h 426"/>
                <a:gd name="T22" fmla="*/ 1 w 244"/>
                <a:gd name="T23" fmla="*/ 1 h 426"/>
                <a:gd name="T24" fmla="*/ 1 w 244"/>
                <a:gd name="T25" fmla="*/ 0 h 426"/>
                <a:gd name="T26" fmla="*/ 1 w 244"/>
                <a:gd name="T27" fmla="*/ 0 h 426"/>
                <a:gd name="T28" fmla="*/ 1 w 244"/>
                <a:gd name="T29" fmla="*/ 0 h 426"/>
                <a:gd name="T30" fmla="*/ 0 w 244"/>
                <a:gd name="T31" fmla="*/ 0 h 426"/>
                <a:gd name="T32" fmla="*/ 0 w 244"/>
                <a:gd name="T33" fmla="*/ 0 h 426"/>
                <a:gd name="T34" fmla="*/ 0 w 244"/>
                <a:gd name="T35" fmla="*/ 0 h 426"/>
                <a:gd name="T36" fmla="*/ 0 w 244"/>
                <a:gd name="T37" fmla="*/ 0 h 426"/>
                <a:gd name="T38" fmla="*/ 0 w 244"/>
                <a:gd name="T39" fmla="*/ 0 h 426"/>
                <a:gd name="T40" fmla="*/ 0 w 244"/>
                <a:gd name="T41" fmla="*/ 0 h 426"/>
                <a:gd name="T42" fmla="*/ 1 w 244"/>
                <a:gd name="T43" fmla="*/ 0 h 426"/>
                <a:gd name="T44" fmla="*/ 1 w 244"/>
                <a:gd name="T45" fmla="*/ 0 h 426"/>
                <a:gd name="T46" fmla="*/ 1 w 244"/>
                <a:gd name="T47" fmla="*/ 0 h 426"/>
                <a:gd name="T48" fmla="*/ 1 w 244"/>
                <a:gd name="T49" fmla="*/ 1 h 426"/>
                <a:gd name="T50" fmla="*/ 1 w 244"/>
                <a:gd name="T51" fmla="*/ 1 h 426"/>
                <a:gd name="T52" fmla="*/ 1 w 244"/>
                <a:gd name="T53" fmla="*/ 1 h 426"/>
                <a:gd name="T54" fmla="*/ 1 w 244"/>
                <a:gd name="T55" fmla="*/ 1 h 426"/>
                <a:gd name="T56" fmla="*/ 1 w 244"/>
                <a:gd name="T57" fmla="*/ 2 h 426"/>
                <a:gd name="T58" fmla="*/ 2 w 244"/>
                <a:gd name="T59" fmla="*/ 2 h 426"/>
                <a:gd name="T60" fmla="*/ 2 w 244"/>
                <a:gd name="T61" fmla="*/ 2 h 426"/>
                <a:gd name="T62" fmla="*/ 2 w 244"/>
                <a:gd name="T63" fmla="*/ 2 h 426"/>
                <a:gd name="T64" fmla="*/ 2 w 244"/>
                <a:gd name="T65" fmla="*/ 3 h 426"/>
                <a:gd name="T66" fmla="*/ 2 w 244"/>
                <a:gd name="T67" fmla="*/ 3 h 426"/>
                <a:gd name="T68" fmla="*/ 2 w 244"/>
                <a:gd name="T69" fmla="*/ 3 h 426"/>
                <a:gd name="T70" fmla="*/ 2 w 244"/>
                <a:gd name="T71" fmla="*/ 3 h 426"/>
                <a:gd name="T72" fmla="*/ 2 w 244"/>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6"/>
                <a:gd name="T113" fmla="*/ 244 w 244"/>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6">
                  <a:moveTo>
                    <a:pt x="244" y="426"/>
                  </a:moveTo>
                  <a:lnTo>
                    <a:pt x="244" y="426"/>
                  </a:lnTo>
                  <a:lnTo>
                    <a:pt x="243" y="383"/>
                  </a:lnTo>
                  <a:lnTo>
                    <a:pt x="240" y="340"/>
                  </a:lnTo>
                  <a:lnTo>
                    <a:pt x="234" y="300"/>
                  </a:lnTo>
                  <a:lnTo>
                    <a:pt x="226" y="262"/>
                  </a:lnTo>
                  <a:lnTo>
                    <a:pt x="215" y="224"/>
                  </a:lnTo>
                  <a:lnTo>
                    <a:pt x="203" y="189"/>
                  </a:lnTo>
                  <a:lnTo>
                    <a:pt x="189" y="157"/>
                  </a:lnTo>
                  <a:lnTo>
                    <a:pt x="174" y="126"/>
                  </a:lnTo>
                  <a:lnTo>
                    <a:pt x="155" y="99"/>
                  </a:lnTo>
                  <a:lnTo>
                    <a:pt x="138" y="74"/>
                  </a:lnTo>
                  <a:lnTo>
                    <a:pt x="118" y="52"/>
                  </a:lnTo>
                  <a:lnTo>
                    <a:pt x="96" y="34"/>
                  </a:lnTo>
                  <a:lnTo>
                    <a:pt x="73" y="19"/>
                  </a:lnTo>
                  <a:lnTo>
                    <a:pt x="50" y="8"/>
                  </a:lnTo>
                  <a:lnTo>
                    <a:pt x="25" y="2"/>
                  </a:lnTo>
                  <a:lnTo>
                    <a:pt x="0" y="0"/>
                  </a:lnTo>
                  <a:lnTo>
                    <a:pt x="0" y="12"/>
                  </a:lnTo>
                  <a:lnTo>
                    <a:pt x="23" y="14"/>
                  </a:lnTo>
                  <a:lnTo>
                    <a:pt x="45" y="20"/>
                  </a:lnTo>
                  <a:lnTo>
                    <a:pt x="66" y="31"/>
                  </a:lnTo>
                  <a:lnTo>
                    <a:pt x="89" y="43"/>
                  </a:lnTo>
                  <a:lnTo>
                    <a:pt x="109" y="61"/>
                  </a:lnTo>
                  <a:lnTo>
                    <a:pt x="129" y="81"/>
                  </a:lnTo>
                  <a:lnTo>
                    <a:pt x="146" y="106"/>
                  </a:lnTo>
                  <a:lnTo>
                    <a:pt x="162" y="133"/>
                  </a:lnTo>
                  <a:lnTo>
                    <a:pt x="178" y="162"/>
                  </a:lnTo>
                  <a:lnTo>
                    <a:pt x="192" y="194"/>
                  </a:lnTo>
                  <a:lnTo>
                    <a:pt x="203" y="229"/>
                  </a:lnTo>
                  <a:lnTo>
                    <a:pt x="214" y="264"/>
                  </a:lnTo>
                  <a:lnTo>
                    <a:pt x="222" y="303"/>
                  </a:lnTo>
                  <a:lnTo>
                    <a:pt x="228" y="342"/>
                  </a:lnTo>
                  <a:lnTo>
                    <a:pt x="232" y="383"/>
                  </a:lnTo>
                  <a:lnTo>
                    <a:pt x="233" y="426"/>
                  </a:lnTo>
                  <a:lnTo>
                    <a:pt x="244"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7681" name="Freeform 61"/>
            <p:cNvSpPr>
              <a:spLocks/>
            </p:cNvSpPr>
            <p:nvPr/>
          </p:nvSpPr>
          <p:spPr bwMode="auto">
            <a:xfrm>
              <a:off x="964" y="1830"/>
              <a:ext cx="48" cy="85"/>
            </a:xfrm>
            <a:custGeom>
              <a:avLst/>
              <a:gdLst>
                <a:gd name="T0" fmla="*/ 0 w 244"/>
                <a:gd name="T1" fmla="*/ 3 h 424"/>
                <a:gd name="T2" fmla="*/ 0 w 244"/>
                <a:gd name="T3" fmla="*/ 3 h 424"/>
                <a:gd name="T4" fmla="*/ 0 w 244"/>
                <a:gd name="T5" fmla="*/ 3 h 424"/>
                <a:gd name="T6" fmla="*/ 0 w 244"/>
                <a:gd name="T7" fmla="*/ 3 h 424"/>
                <a:gd name="T8" fmla="*/ 1 w 244"/>
                <a:gd name="T9" fmla="*/ 3 h 424"/>
                <a:gd name="T10" fmla="*/ 1 w 244"/>
                <a:gd name="T11" fmla="*/ 3 h 424"/>
                <a:gd name="T12" fmla="*/ 1 w 244"/>
                <a:gd name="T13" fmla="*/ 3 h 424"/>
                <a:gd name="T14" fmla="*/ 1 w 244"/>
                <a:gd name="T15" fmla="*/ 3 h 424"/>
                <a:gd name="T16" fmla="*/ 1 w 244"/>
                <a:gd name="T17" fmla="*/ 3 h 424"/>
                <a:gd name="T18" fmla="*/ 1 w 244"/>
                <a:gd name="T19" fmla="*/ 2 h 424"/>
                <a:gd name="T20" fmla="*/ 1 w 244"/>
                <a:gd name="T21" fmla="*/ 2 h 424"/>
                <a:gd name="T22" fmla="*/ 2 w 244"/>
                <a:gd name="T23" fmla="*/ 2 h 424"/>
                <a:gd name="T24" fmla="*/ 2 w 244"/>
                <a:gd name="T25" fmla="*/ 2 h 424"/>
                <a:gd name="T26" fmla="*/ 2 w 244"/>
                <a:gd name="T27" fmla="*/ 1 h 424"/>
                <a:gd name="T28" fmla="*/ 2 w 244"/>
                <a:gd name="T29" fmla="*/ 1 h 424"/>
                <a:gd name="T30" fmla="*/ 2 w 244"/>
                <a:gd name="T31" fmla="*/ 1 h 424"/>
                <a:gd name="T32" fmla="*/ 2 w 244"/>
                <a:gd name="T33" fmla="*/ 0 h 424"/>
                <a:gd name="T34" fmla="*/ 2 w 244"/>
                <a:gd name="T35" fmla="*/ 0 h 424"/>
                <a:gd name="T36" fmla="*/ 2 w 244"/>
                <a:gd name="T37" fmla="*/ 0 h 424"/>
                <a:gd name="T38" fmla="*/ 2 w 244"/>
                <a:gd name="T39" fmla="*/ 0 h 424"/>
                <a:gd name="T40" fmla="*/ 2 w 244"/>
                <a:gd name="T41" fmla="*/ 1 h 424"/>
                <a:gd name="T42" fmla="*/ 2 w 244"/>
                <a:gd name="T43" fmla="*/ 1 h 424"/>
                <a:gd name="T44" fmla="*/ 2 w 244"/>
                <a:gd name="T45" fmla="*/ 1 h 424"/>
                <a:gd name="T46" fmla="*/ 2 w 244"/>
                <a:gd name="T47" fmla="*/ 2 h 424"/>
                <a:gd name="T48" fmla="*/ 1 w 244"/>
                <a:gd name="T49" fmla="*/ 2 h 424"/>
                <a:gd name="T50" fmla="*/ 1 w 244"/>
                <a:gd name="T51" fmla="*/ 2 h 424"/>
                <a:gd name="T52" fmla="*/ 1 w 244"/>
                <a:gd name="T53" fmla="*/ 2 h 424"/>
                <a:gd name="T54" fmla="*/ 1 w 244"/>
                <a:gd name="T55" fmla="*/ 3 h 424"/>
                <a:gd name="T56" fmla="*/ 1 w 244"/>
                <a:gd name="T57" fmla="*/ 3 h 424"/>
                <a:gd name="T58" fmla="*/ 1 w 244"/>
                <a:gd name="T59" fmla="*/ 3 h 424"/>
                <a:gd name="T60" fmla="*/ 1 w 244"/>
                <a:gd name="T61" fmla="*/ 3 h 424"/>
                <a:gd name="T62" fmla="*/ 1 w 244"/>
                <a:gd name="T63" fmla="*/ 3 h 424"/>
                <a:gd name="T64" fmla="*/ 0 w 244"/>
                <a:gd name="T65" fmla="*/ 3 h 424"/>
                <a:gd name="T66" fmla="*/ 0 w 244"/>
                <a:gd name="T67" fmla="*/ 3 h 424"/>
                <a:gd name="T68" fmla="*/ 0 w 244"/>
                <a:gd name="T69" fmla="*/ 3 h 424"/>
                <a:gd name="T70" fmla="*/ 0 w 244"/>
                <a:gd name="T71" fmla="*/ 3 h 424"/>
                <a:gd name="T72" fmla="*/ 0 w 244"/>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4"/>
                <a:gd name="T113" fmla="*/ 244 w 244"/>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4">
                  <a:moveTo>
                    <a:pt x="0" y="424"/>
                  </a:moveTo>
                  <a:lnTo>
                    <a:pt x="0" y="424"/>
                  </a:lnTo>
                  <a:lnTo>
                    <a:pt x="25" y="422"/>
                  </a:lnTo>
                  <a:lnTo>
                    <a:pt x="50" y="416"/>
                  </a:lnTo>
                  <a:lnTo>
                    <a:pt x="73" y="405"/>
                  </a:lnTo>
                  <a:lnTo>
                    <a:pt x="96" y="390"/>
                  </a:lnTo>
                  <a:lnTo>
                    <a:pt x="118" y="373"/>
                  </a:lnTo>
                  <a:lnTo>
                    <a:pt x="138" y="350"/>
                  </a:lnTo>
                  <a:lnTo>
                    <a:pt x="155" y="326"/>
                  </a:lnTo>
                  <a:lnTo>
                    <a:pt x="173" y="299"/>
                  </a:lnTo>
                  <a:lnTo>
                    <a:pt x="189" y="268"/>
                  </a:lnTo>
                  <a:lnTo>
                    <a:pt x="203" y="235"/>
                  </a:lnTo>
                  <a:lnTo>
                    <a:pt x="215" y="201"/>
                  </a:lnTo>
                  <a:lnTo>
                    <a:pt x="226" y="163"/>
                  </a:lnTo>
                  <a:lnTo>
                    <a:pt x="234" y="125"/>
                  </a:lnTo>
                  <a:lnTo>
                    <a:pt x="240" y="85"/>
                  </a:lnTo>
                  <a:lnTo>
                    <a:pt x="243" y="42"/>
                  </a:lnTo>
                  <a:lnTo>
                    <a:pt x="244" y="0"/>
                  </a:lnTo>
                  <a:lnTo>
                    <a:pt x="233" y="0"/>
                  </a:lnTo>
                  <a:lnTo>
                    <a:pt x="232" y="42"/>
                  </a:lnTo>
                  <a:lnTo>
                    <a:pt x="228" y="83"/>
                  </a:lnTo>
                  <a:lnTo>
                    <a:pt x="222" y="123"/>
                  </a:lnTo>
                  <a:lnTo>
                    <a:pt x="214" y="160"/>
                  </a:lnTo>
                  <a:lnTo>
                    <a:pt x="203" y="197"/>
                  </a:lnTo>
                  <a:lnTo>
                    <a:pt x="192" y="231"/>
                  </a:lnTo>
                  <a:lnTo>
                    <a:pt x="178" y="263"/>
                  </a:lnTo>
                  <a:lnTo>
                    <a:pt x="164" y="292"/>
                  </a:lnTo>
                  <a:lnTo>
                    <a:pt x="146" y="319"/>
                  </a:lnTo>
                  <a:lnTo>
                    <a:pt x="129" y="343"/>
                  </a:lnTo>
                  <a:lnTo>
                    <a:pt x="109" y="363"/>
                  </a:lnTo>
                  <a:lnTo>
                    <a:pt x="89" y="381"/>
                  </a:lnTo>
                  <a:lnTo>
                    <a:pt x="66" y="394"/>
                  </a:lnTo>
                  <a:lnTo>
                    <a:pt x="45" y="404"/>
                  </a:lnTo>
                  <a:lnTo>
                    <a:pt x="23" y="410"/>
                  </a:lnTo>
                  <a:lnTo>
                    <a:pt x="0" y="412"/>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7682" name="Freeform 62"/>
            <p:cNvSpPr>
              <a:spLocks/>
            </p:cNvSpPr>
            <p:nvPr/>
          </p:nvSpPr>
          <p:spPr bwMode="auto">
            <a:xfrm>
              <a:off x="915" y="1830"/>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1" y="42"/>
                  </a:lnTo>
                  <a:lnTo>
                    <a:pt x="4" y="85"/>
                  </a:lnTo>
                  <a:lnTo>
                    <a:pt x="10" y="125"/>
                  </a:lnTo>
                  <a:lnTo>
                    <a:pt x="19" y="163"/>
                  </a:lnTo>
                  <a:lnTo>
                    <a:pt x="29" y="201"/>
                  </a:lnTo>
                  <a:lnTo>
                    <a:pt x="41" y="235"/>
                  </a:lnTo>
                  <a:lnTo>
                    <a:pt x="55" y="268"/>
                  </a:lnTo>
                  <a:lnTo>
                    <a:pt x="71" y="299"/>
                  </a:lnTo>
                  <a:lnTo>
                    <a:pt x="89" y="326"/>
                  </a:lnTo>
                  <a:lnTo>
                    <a:pt x="106" y="350"/>
                  </a:lnTo>
                  <a:lnTo>
                    <a:pt x="126" y="373"/>
                  </a:lnTo>
                  <a:lnTo>
                    <a:pt x="149" y="390"/>
                  </a:lnTo>
                  <a:lnTo>
                    <a:pt x="171" y="405"/>
                  </a:lnTo>
                  <a:lnTo>
                    <a:pt x="194" y="416"/>
                  </a:lnTo>
                  <a:lnTo>
                    <a:pt x="219" y="422"/>
                  </a:lnTo>
                  <a:lnTo>
                    <a:pt x="245" y="424"/>
                  </a:lnTo>
                  <a:lnTo>
                    <a:pt x="245" y="412"/>
                  </a:lnTo>
                  <a:lnTo>
                    <a:pt x="221" y="410"/>
                  </a:lnTo>
                  <a:lnTo>
                    <a:pt x="199" y="404"/>
                  </a:lnTo>
                  <a:lnTo>
                    <a:pt x="178" y="394"/>
                  </a:lnTo>
                  <a:lnTo>
                    <a:pt x="156" y="381"/>
                  </a:lnTo>
                  <a:lnTo>
                    <a:pt x="136" y="363"/>
                  </a:lnTo>
                  <a:lnTo>
                    <a:pt x="116" y="343"/>
                  </a:lnTo>
                  <a:lnTo>
                    <a:pt x="98" y="319"/>
                  </a:lnTo>
                  <a:lnTo>
                    <a:pt x="81" y="292"/>
                  </a:lnTo>
                  <a:lnTo>
                    <a:pt x="67" y="263"/>
                  </a:lnTo>
                  <a:lnTo>
                    <a:pt x="52" y="231"/>
                  </a:lnTo>
                  <a:lnTo>
                    <a:pt x="41" y="197"/>
                  </a:lnTo>
                  <a:lnTo>
                    <a:pt x="30" y="160"/>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7683" name="Freeform 63"/>
            <p:cNvSpPr>
              <a:spLocks/>
            </p:cNvSpPr>
            <p:nvPr/>
          </p:nvSpPr>
          <p:spPr bwMode="auto">
            <a:xfrm>
              <a:off x="915" y="1745"/>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0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19" y="2"/>
                  </a:lnTo>
                  <a:lnTo>
                    <a:pt x="194" y="8"/>
                  </a:lnTo>
                  <a:lnTo>
                    <a:pt x="171" y="19"/>
                  </a:lnTo>
                  <a:lnTo>
                    <a:pt x="149" y="34"/>
                  </a:lnTo>
                  <a:lnTo>
                    <a:pt x="126" y="52"/>
                  </a:lnTo>
                  <a:lnTo>
                    <a:pt x="106" y="74"/>
                  </a:lnTo>
                  <a:lnTo>
                    <a:pt x="89" y="99"/>
                  </a:lnTo>
                  <a:lnTo>
                    <a:pt x="70" y="126"/>
                  </a:lnTo>
                  <a:lnTo>
                    <a:pt x="55" y="157"/>
                  </a:lnTo>
                  <a:lnTo>
                    <a:pt x="41" y="189"/>
                  </a:lnTo>
                  <a:lnTo>
                    <a:pt x="29" y="224"/>
                  </a:lnTo>
                  <a:lnTo>
                    <a:pt x="19" y="262"/>
                  </a:lnTo>
                  <a:lnTo>
                    <a:pt x="10" y="300"/>
                  </a:lnTo>
                  <a:lnTo>
                    <a:pt x="4" y="340"/>
                  </a:lnTo>
                  <a:lnTo>
                    <a:pt x="1" y="383"/>
                  </a:lnTo>
                  <a:lnTo>
                    <a:pt x="0" y="426"/>
                  </a:lnTo>
                  <a:lnTo>
                    <a:pt x="11" y="426"/>
                  </a:lnTo>
                  <a:lnTo>
                    <a:pt x="13" y="383"/>
                  </a:lnTo>
                  <a:lnTo>
                    <a:pt x="16" y="342"/>
                  </a:lnTo>
                  <a:lnTo>
                    <a:pt x="22" y="303"/>
                  </a:lnTo>
                  <a:lnTo>
                    <a:pt x="30" y="264"/>
                  </a:lnTo>
                  <a:lnTo>
                    <a:pt x="41" y="229"/>
                  </a:lnTo>
                  <a:lnTo>
                    <a:pt x="52" y="194"/>
                  </a:lnTo>
                  <a:lnTo>
                    <a:pt x="67" y="162"/>
                  </a:lnTo>
                  <a:lnTo>
                    <a:pt x="82" y="133"/>
                  </a:lnTo>
                  <a:lnTo>
                    <a:pt x="98" y="106"/>
                  </a:lnTo>
                  <a:lnTo>
                    <a:pt x="116" y="81"/>
                  </a:lnTo>
                  <a:lnTo>
                    <a:pt x="136" y="61"/>
                  </a:lnTo>
                  <a:lnTo>
                    <a:pt x="156" y="43"/>
                  </a:lnTo>
                  <a:lnTo>
                    <a:pt x="178" y="31"/>
                  </a:lnTo>
                  <a:lnTo>
                    <a:pt x="199" y="20"/>
                  </a:lnTo>
                  <a:lnTo>
                    <a:pt x="221"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7684" name="Freeform 64"/>
            <p:cNvSpPr>
              <a:spLocks/>
            </p:cNvSpPr>
            <p:nvPr/>
          </p:nvSpPr>
          <p:spPr bwMode="auto">
            <a:xfrm>
              <a:off x="1140" y="2087"/>
              <a:ext cx="49" cy="85"/>
            </a:xfrm>
            <a:custGeom>
              <a:avLst/>
              <a:gdLst>
                <a:gd name="T0" fmla="*/ 2 w 246"/>
                <a:gd name="T1" fmla="*/ 3 h 424"/>
                <a:gd name="T2" fmla="*/ 2 w 246"/>
                <a:gd name="T3" fmla="*/ 3 h 424"/>
                <a:gd name="T4" fmla="*/ 2 w 246"/>
                <a:gd name="T5" fmla="*/ 3 h 424"/>
                <a:gd name="T6" fmla="*/ 2 w 246"/>
                <a:gd name="T7" fmla="*/ 3 h 424"/>
                <a:gd name="T8" fmla="*/ 2 w 246"/>
                <a:gd name="T9" fmla="*/ 2 h 424"/>
                <a:gd name="T10" fmla="*/ 2 w 246"/>
                <a:gd name="T11" fmla="*/ 2 h 424"/>
                <a:gd name="T12" fmla="*/ 2 w 246"/>
                <a:gd name="T13" fmla="*/ 2 h 424"/>
                <a:gd name="T14" fmla="*/ 2 w 246"/>
                <a:gd name="T15" fmla="*/ 2 h 424"/>
                <a:gd name="T16" fmla="*/ 2 w 246"/>
                <a:gd name="T17" fmla="*/ 1 h 424"/>
                <a:gd name="T18" fmla="*/ 1 w 246"/>
                <a:gd name="T19" fmla="*/ 1 h 424"/>
                <a:gd name="T20" fmla="*/ 1 w 246"/>
                <a:gd name="T21" fmla="*/ 1 h 424"/>
                <a:gd name="T22" fmla="*/ 1 w 246"/>
                <a:gd name="T23" fmla="*/ 1 h 424"/>
                <a:gd name="T24" fmla="*/ 1 w 246"/>
                <a:gd name="T25" fmla="*/ 0 h 424"/>
                <a:gd name="T26" fmla="*/ 1 w 246"/>
                <a:gd name="T27" fmla="*/ 0 h 424"/>
                <a:gd name="T28" fmla="*/ 1 w 246"/>
                <a:gd name="T29" fmla="*/ 0 h 424"/>
                <a:gd name="T30" fmla="*/ 0 w 246"/>
                <a:gd name="T31" fmla="*/ 0 h 424"/>
                <a:gd name="T32" fmla="*/ 0 w 246"/>
                <a:gd name="T33" fmla="*/ 0 h 424"/>
                <a:gd name="T34" fmla="*/ 0 w 246"/>
                <a:gd name="T35" fmla="*/ 0 h 424"/>
                <a:gd name="T36" fmla="*/ 0 w 246"/>
                <a:gd name="T37" fmla="*/ 0 h 424"/>
                <a:gd name="T38" fmla="*/ 0 w 246"/>
                <a:gd name="T39" fmla="*/ 0 h 424"/>
                <a:gd name="T40" fmla="*/ 0 w 246"/>
                <a:gd name="T41" fmla="*/ 0 h 424"/>
                <a:gd name="T42" fmla="*/ 1 w 246"/>
                <a:gd name="T43" fmla="*/ 0 h 424"/>
                <a:gd name="T44" fmla="*/ 1 w 246"/>
                <a:gd name="T45" fmla="*/ 0 h 424"/>
                <a:gd name="T46" fmla="*/ 1 w 246"/>
                <a:gd name="T47" fmla="*/ 0 h 424"/>
                <a:gd name="T48" fmla="*/ 1 w 246"/>
                <a:gd name="T49" fmla="*/ 1 h 424"/>
                <a:gd name="T50" fmla="*/ 1 w 246"/>
                <a:gd name="T51" fmla="*/ 1 h 424"/>
                <a:gd name="T52" fmla="*/ 1 w 246"/>
                <a:gd name="T53" fmla="*/ 1 h 424"/>
                <a:gd name="T54" fmla="*/ 1 w 246"/>
                <a:gd name="T55" fmla="*/ 1 h 424"/>
                <a:gd name="T56" fmla="*/ 2 w 246"/>
                <a:gd name="T57" fmla="*/ 2 h 424"/>
                <a:gd name="T58" fmla="*/ 2 w 246"/>
                <a:gd name="T59" fmla="*/ 2 h 424"/>
                <a:gd name="T60" fmla="*/ 2 w 246"/>
                <a:gd name="T61" fmla="*/ 2 h 424"/>
                <a:gd name="T62" fmla="*/ 2 w 246"/>
                <a:gd name="T63" fmla="*/ 2 h 424"/>
                <a:gd name="T64" fmla="*/ 2 w 246"/>
                <a:gd name="T65" fmla="*/ 3 h 424"/>
                <a:gd name="T66" fmla="*/ 2 w 246"/>
                <a:gd name="T67" fmla="*/ 3 h 424"/>
                <a:gd name="T68" fmla="*/ 2 w 246"/>
                <a:gd name="T69" fmla="*/ 3 h 424"/>
                <a:gd name="T70" fmla="*/ 2 w 246"/>
                <a:gd name="T71" fmla="*/ 3 h 424"/>
                <a:gd name="T72" fmla="*/ 2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424"/>
                  </a:moveTo>
                  <a:lnTo>
                    <a:pt x="246" y="424"/>
                  </a:lnTo>
                  <a:lnTo>
                    <a:pt x="244" y="382"/>
                  </a:lnTo>
                  <a:lnTo>
                    <a:pt x="241" y="338"/>
                  </a:lnTo>
                  <a:lnTo>
                    <a:pt x="235" y="298"/>
                  </a:lnTo>
                  <a:lnTo>
                    <a:pt x="227" y="261"/>
                  </a:lnTo>
                  <a:lnTo>
                    <a:pt x="216" y="222"/>
                  </a:lnTo>
                  <a:lnTo>
                    <a:pt x="205" y="188"/>
                  </a:lnTo>
                  <a:lnTo>
                    <a:pt x="190" y="155"/>
                  </a:lnTo>
                  <a:lnTo>
                    <a:pt x="174" y="125"/>
                  </a:lnTo>
                  <a:lnTo>
                    <a:pt x="157" y="98"/>
                  </a:lnTo>
                  <a:lnTo>
                    <a:pt x="138" y="73"/>
                  </a:lnTo>
                  <a:lnTo>
                    <a:pt x="118" y="51"/>
                  </a:lnTo>
                  <a:lnTo>
                    <a:pt x="96" y="34"/>
                  </a:lnTo>
                  <a:lnTo>
                    <a:pt x="74" y="18"/>
                  </a:lnTo>
                  <a:lnTo>
                    <a:pt x="50" y="8"/>
                  </a:lnTo>
                  <a:lnTo>
                    <a:pt x="25" y="2"/>
                  </a:lnTo>
                  <a:lnTo>
                    <a:pt x="0" y="0"/>
                  </a:lnTo>
                  <a:lnTo>
                    <a:pt x="0" y="11"/>
                  </a:lnTo>
                  <a:lnTo>
                    <a:pt x="23" y="14"/>
                  </a:lnTo>
                  <a:lnTo>
                    <a:pt x="45" y="19"/>
                  </a:lnTo>
                  <a:lnTo>
                    <a:pt x="67" y="30"/>
                  </a:lnTo>
                  <a:lnTo>
                    <a:pt x="89" y="43"/>
                  </a:lnTo>
                  <a:lnTo>
                    <a:pt x="108" y="60"/>
                  </a:lnTo>
                  <a:lnTo>
                    <a:pt x="128" y="80"/>
                  </a:lnTo>
                  <a:lnTo>
                    <a:pt x="147" y="105"/>
                  </a:lnTo>
                  <a:lnTo>
                    <a:pt x="165" y="132"/>
                  </a:lnTo>
                  <a:lnTo>
                    <a:pt x="179" y="160"/>
                  </a:lnTo>
                  <a:lnTo>
                    <a:pt x="193" y="193"/>
                  </a:lnTo>
                  <a:lnTo>
                    <a:pt x="205" y="227"/>
                  </a:lnTo>
                  <a:lnTo>
                    <a:pt x="215" y="263"/>
                  </a:lnTo>
                  <a:lnTo>
                    <a:pt x="223" y="301"/>
                  </a:lnTo>
                  <a:lnTo>
                    <a:pt x="229" y="341"/>
                  </a:lnTo>
                  <a:lnTo>
                    <a:pt x="233" y="382"/>
                  </a:lnTo>
                  <a:lnTo>
                    <a:pt x="234" y="424"/>
                  </a:lnTo>
                  <a:lnTo>
                    <a:pt x="246"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7685" name="Freeform 65"/>
            <p:cNvSpPr>
              <a:spLocks/>
            </p:cNvSpPr>
            <p:nvPr/>
          </p:nvSpPr>
          <p:spPr bwMode="auto">
            <a:xfrm>
              <a:off x="1140" y="2172"/>
              <a:ext cx="49" cy="85"/>
            </a:xfrm>
            <a:custGeom>
              <a:avLst/>
              <a:gdLst>
                <a:gd name="T0" fmla="*/ 0 w 246"/>
                <a:gd name="T1" fmla="*/ 3 h 426"/>
                <a:gd name="T2" fmla="*/ 0 w 246"/>
                <a:gd name="T3" fmla="*/ 3 h 426"/>
                <a:gd name="T4" fmla="*/ 0 w 246"/>
                <a:gd name="T5" fmla="*/ 3 h 426"/>
                <a:gd name="T6" fmla="*/ 0 w 246"/>
                <a:gd name="T7" fmla="*/ 3 h 426"/>
                <a:gd name="T8" fmla="*/ 1 w 246"/>
                <a:gd name="T9" fmla="*/ 3 h 426"/>
                <a:gd name="T10" fmla="*/ 1 w 246"/>
                <a:gd name="T11" fmla="*/ 3 h 426"/>
                <a:gd name="T12" fmla="*/ 1 w 246"/>
                <a:gd name="T13" fmla="*/ 3 h 426"/>
                <a:gd name="T14" fmla="*/ 1 w 246"/>
                <a:gd name="T15" fmla="*/ 3 h 426"/>
                <a:gd name="T16" fmla="*/ 1 w 246"/>
                <a:gd name="T17" fmla="*/ 3 h 426"/>
                <a:gd name="T18" fmla="*/ 1 w 246"/>
                <a:gd name="T19" fmla="*/ 2 h 426"/>
                <a:gd name="T20" fmla="*/ 2 w 246"/>
                <a:gd name="T21" fmla="*/ 2 h 426"/>
                <a:gd name="T22" fmla="*/ 2 w 246"/>
                <a:gd name="T23" fmla="*/ 2 h 426"/>
                <a:gd name="T24" fmla="*/ 2 w 246"/>
                <a:gd name="T25" fmla="*/ 2 h 426"/>
                <a:gd name="T26" fmla="*/ 2 w 246"/>
                <a:gd name="T27" fmla="*/ 1 h 426"/>
                <a:gd name="T28" fmla="*/ 2 w 246"/>
                <a:gd name="T29" fmla="*/ 1 h 426"/>
                <a:gd name="T30" fmla="*/ 2 w 246"/>
                <a:gd name="T31" fmla="*/ 1 h 426"/>
                <a:gd name="T32" fmla="*/ 2 w 246"/>
                <a:gd name="T33" fmla="*/ 0 h 426"/>
                <a:gd name="T34" fmla="*/ 2 w 246"/>
                <a:gd name="T35" fmla="*/ 0 h 426"/>
                <a:gd name="T36" fmla="*/ 2 w 246"/>
                <a:gd name="T37" fmla="*/ 0 h 426"/>
                <a:gd name="T38" fmla="*/ 2 w 246"/>
                <a:gd name="T39" fmla="*/ 0 h 426"/>
                <a:gd name="T40" fmla="*/ 2 w 246"/>
                <a:gd name="T41" fmla="*/ 1 h 426"/>
                <a:gd name="T42" fmla="*/ 2 w 246"/>
                <a:gd name="T43" fmla="*/ 1 h 426"/>
                <a:gd name="T44" fmla="*/ 2 w 246"/>
                <a:gd name="T45" fmla="*/ 1 h 426"/>
                <a:gd name="T46" fmla="*/ 2 w 246"/>
                <a:gd name="T47" fmla="*/ 2 h 426"/>
                <a:gd name="T48" fmla="*/ 2 w 246"/>
                <a:gd name="T49" fmla="*/ 2 h 426"/>
                <a:gd name="T50" fmla="*/ 1 w 246"/>
                <a:gd name="T51" fmla="*/ 2 h 426"/>
                <a:gd name="T52" fmla="*/ 1 w 246"/>
                <a:gd name="T53" fmla="*/ 2 h 426"/>
                <a:gd name="T54" fmla="*/ 1 w 246"/>
                <a:gd name="T55" fmla="*/ 3 h 426"/>
                <a:gd name="T56" fmla="*/ 1 w 246"/>
                <a:gd name="T57" fmla="*/ 3 h 426"/>
                <a:gd name="T58" fmla="*/ 1 w 246"/>
                <a:gd name="T59" fmla="*/ 3 h 426"/>
                <a:gd name="T60" fmla="*/ 1 w 246"/>
                <a:gd name="T61" fmla="*/ 3 h 426"/>
                <a:gd name="T62" fmla="*/ 1 w 246"/>
                <a:gd name="T63" fmla="*/ 3 h 426"/>
                <a:gd name="T64" fmla="*/ 0 w 246"/>
                <a:gd name="T65" fmla="*/ 3 h 426"/>
                <a:gd name="T66" fmla="*/ 0 w 246"/>
                <a:gd name="T67" fmla="*/ 3 h 426"/>
                <a:gd name="T68" fmla="*/ 0 w 246"/>
                <a:gd name="T69" fmla="*/ 3 h 426"/>
                <a:gd name="T70" fmla="*/ 0 w 246"/>
                <a:gd name="T71" fmla="*/ 3 h 426"/>
                <a:gd name="T72" fmla="*/ 0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426"/>
                  </a:moveTo>
                  <a:lnTo>
                    <a:pt x="0" y="426"/>
                  </a:lnTo>
                  <a:lnTo>
                    <a:pt x="25" y="423"/>
                  </a:lnTo>
                  <a:lnTo>
                    <a:pt x="50" y="417"/>
                  </a:lnTo>
                  <a:lnTo>
                    <a:pt x="74" y="407"/>
                  </a:lnTo>
                  <a:lnTo>
                    <a:pt x="96" y="392"/>
                  </a:lnTo>
                  <a:lnTo>
                    <a:pt x="118" y="373"/>
                  </a:lnTo>
                  <a:lnTo>
                    <a:pt x="138" y="350"/>
                  </a:lnTo>
                  <a:lnTo>
                    <a:pt x="157" y="327"/>
                  </a:lnTo>
                  <a:lnTo>
                    <a:pt x="175" y="299"/>
                  </a:lnTo>
                  <a:lnTo>
                    <a:pt x="190" y="268"/>
                  </a:lnTo>
                  <a:lnTo>
                    <a:pt x="205" y="236"/>
                  </a:lnTo>
                  <a:lnTo>
                    <a:pt x="216" y="202"/>
                  </a:lnTo>
                  <a:lnTo>
                    <a:pt x="227" y="164"/>
                  </a:lnTo>
                  <a:lnTo>
                    <a:pt x="235" y="125"/>
                  </a:lnTo>
                  <a:lnTo>
                    <a:pt x="241" y="86"/>
                  </a:lnTo>
                  <a:lnTo>
                    <a:pt x="244" y="42"/>
                  </a:lnTo>
                  <a:lnTo>
                    <a:pt x="246" y="0"/>
                  </a:lnTo>
                  <a:lnTo>
                    <a:pt x="234" y="0"/>
                  </a:lnTo>
                  <a:lnTo>
                    <a:pt x="233" y="42"/>
                  </a:lnTo>
                  <a:lnTo>
                    <a:pt x="229" y="83"/>
                  </a:lnTo>
                  <a:lnTo>
                    <a:pt x="223" y="123"/>
                  </a:lnTo>
                  <a:lnTo>
                    <a:pt x="215" y="162"/>
                  </a:lnTo>
                  <a:lnTo>
                    <a:pt x="205" y="197"/>
                  </a:lnTo>
                  <a:lnTo>
                    <a:pt x="193" y="231"/>
                  </a:lnTo>
                  <a:lnTo>
                    <a:pt x="179" y="264"/>
                  </a:lnTo>
                  <a:lnTo>
                    <a:pt x="164" y="292"/>
                  </a:lnTo>
                  <a:lnTo>
                    <a:pt x="147" y="320"/>
                  </a:lnTo>
                  <a:lnTo>
                    <a:pt x="128" y="343"/>
                  </a:lnTo>
                  <a:lnTo>
                    <a:pt x="108" y="363"/>
                  </a:lnTo>
                  <a:lnTo>
                    <a:pt x="89" y="382"/>
                  </a:lnTo>
                  <a:lnTo>
                    <a:pt x="67" y="395"/>
                  </a:lnTo>
                  <a:lnTo>
                    <a:pt x="45" y="406"/>
                  </a:lnTo>
                  <a:lnTo>
                    <a:pt x="23" y="411"/>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7686" name="Freeform 66"/>
            <p:cNvSpPr>
              <a:spLocks/>
            </p:cNvSpPr>
            <p:nvPr/>
          </p:nvSpPr>
          <p:spPr bwMode="auto">
            <a:xfrm>
              <a:off x="1091" y="2172"/>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4" y="86"/>
                  </a:lnTo>
                  <a:lnTo>
                    <a:pt x="10" y="125"/>
                  </a:lnTo>
                  <a:lnTo>
                    <a:pt x="18" y="164"/>
                  </a:lnTo>
                  <a:lnTo>
                    <a:pt x="29" y="202"/>
                  </a:lnTo>
                  <a:lnTo>
                    <a:pt x="41" y="236"/>
                  </a:lnTo>
                  <a:lnTo>
                    <a:pt x="55" y="268"/>
                  </a:lnTo>
                  <a:lnTo>
                    <a:pt x="70" y="299"/>
                  </a:lnTo>
                  <a:lnTo>
                    <a:pt x="89" y="327"/>
                  </a:lnTo>
                  <a:lnTo>
                    <a:pt x="106" y="350"/>
                  </a:lnTo>
                  <a:lnTo>
                    <a:pt x="126" y="373"/>
                  </a:lnTo>
                  <a:lnTo>
                    <a:pt x="148" y="392"/>
                  </a:lnTo>
                  <a:lnTo>
                    <a:pt x="171" y="407"/>
                  </a:lnTo>
                  <a:lnTo>
                    <a:pt x="194" y="417"/>
                  </a:lnTo>
                  <a:lnTo>
                    <a:pt x="219" y="423"/>
                  </a:lnTo>
                  <a:lnTo>
                    <a:pt x="245" y="426"/>
                  </a:lnTo>
                  <a:lnTo>
                    <a:pt x="245" y="414"/>
                  </a:lnTo>
                  <a:lnTo>
                    <a:pt x="221" y="411"/>
                  </a:lnTo>
                  <a:lnTo>
                    <a:pt x="199" y="406"/>
                  </a:lnTo>
                  <a:lnTo>
                    <a:pt x="178" y="395"/>
                  </a:lnTo>
                  <a:lnTo>
                    <a:pt x="155" y="382"/>
                  </a:lnTo>
                  <a:lnTo>
                    <a:pt x="136" y="363"/>
                  </a:lnTo>
                  <a:lnTo>
                    <a:pt x="116" y="343"/>
                  </a:lnTo>
                  <a:lnTo>
                    <a:pt x="98" y="320"/>
                  </a:lnTo>
                  <a:lnTo>
                    <a:pt x="82" y="292"/>
                  </a:lnTo>
                  <a:lnTo>
                    <a:pt x="66" y="264"/>
                  </a:lnTo>
                  <a:lnTo>
                    <a:pt x="52" y="231"/>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7687" name="Freeform 67"/>
            <p:cNvSpPr>
              <a:spLocks/>
            </p:cNvSpPr>
            <p:nvPr/>
          </p:nvSpPr>
          <p:spPr bwMode="auto">
            <a:xfrm>
              <a:off x="1091" y="2087"/>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4" y="8"/>
                  </a:lnTo>
                  <a:lnTo>
                    <a:pt x="171" y="18"/>
                  </a:lnTo>
                  <a:lnTo>
                    <a:pt x="148" y="34"/>
                  </a:lnTo>
                  <a:lnTo>
                    <a:pt x="126" y="51"/>
                  </a:lnTo>
                  <a:lnTo>
                    <a:pt x="106" y="73"/>
                  </a:lnTo>
                  <a:lnTo>
                    <a:pt x="89" y="98"/>
                  </a:lnTo>
                  <a:lnTo>
                    <a:pt x="71" y="125"/>
                  </a:lnTo>
                  <a:lnTo>
                    <a:pt x="55" y="155"/>
                  </a:lnTo>
                  <a:lnTo>
                    <a:pt x="41" y="188"/>
                  </a:lnTo>
                  <a:lnTo>
                    <a:pt x="29" y="222"/>
                  </a:lnTo>
                  <a:lnTo>
                    <a:pt x="18" y="261"/>
                  </a:lnTo>
                  <a:lnTo>
                    <a:pt x="10" y="298"/>
                  </a:lnTo>
                  <a:lnTo>
                    <a:pt x="4" y="338"/>
                  </a:lnTo>
                  <a:lnTo>
                    <a:pt x="1" y="382"/>
                  </a:lnTo>
                  <a:lnTo>
                    <a:pt x="0" y="424"/>
                  </a:lnTo>
                  <a:lnTo>
                    <a:pt x="11" y="424"/>
                  </a:lnTo>
                  <a:lnTo>
                    <a:pt x="13" y="382"/>
                  </a:lnTo>
                  <a:lnTo>
                    <a:pt x="16" y="341"/>
                  </a:lnTo>
                  <a:lnTo>
                    <a:pt x="22" y="301"/>
                  </a:lnTo>
                  <a:lnTo>
                    <a:pt x="30" y="263"/>
                  </a:lnTo>
                  <a:lnTo>
                    <a:pt x="41" y="227"/>
                  </a:lnTo>
                  <a:lnTo>
                    <a:pt x="52" y="193"/>
                  </a:lnTo>
                  <a:lnTo>
                    <a:pt x="66" y="160"/>
                  </a:lnTo>
                  <a:lnTo>
                    <a:pt x="80" y="132"/>
                  </a:lnTo>
                  <a:lnTo>
                    <a:pt x="98" y="105"/>
                  </a:lnTo>
                  <a:lnTo>
                    <a:pt x="116" y="80"/>
                  </a:lnTo>
                  <a:lnTo>
                    <a:pt x="136" y="60"/>
                  </a:lnTo>
                  <a:lnTo>
                    <a:pt x="155" y="43"/>
                  </a:lnTo>
                  <a:lnTo>
                    <a:pt x="178" y="30"/>
                  </a:lnTo>
                  <a:lnTo>
                    <a:pt x="199" y="19"/>
                  </a:lnTo>
                  <a:lnTo>
                    <a:pt x="221" y="14"/>
                  </a:lnTo>
                  <a:lnTo>
                    <a:pt x="245" y="11"/>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7688" name="Freeform 68"/>
            <p:cNvSpPr>
              <a:spLocks/>
            </p:cNvSpPr>
            <p:nvPr/>
          </p:nvSpPr>
          <p:spPr bwMode="auto">
            <a:xfrm>
              <a:off x="1392" y="2118"/>
              <a:ext cx="49" cy="85"/>
            </a:xfrm>
            <a:custGeom>
              <a:avLst/>
              <a:gdLst>
                <a:gd name="T0" fmla="*/ 2 w 246"/>
                <a:gd name="T1" fmla="*/ 3 h 426"/>
                <a:gd name="T2" fmla="*/ 2 w 246"/>
                <a:gd name="T3" fmla="*/ 3 h 426"/>
                <a:gd name="T4" fmla="*/ 2 w 246"/>
                <a:gd name="T5" fmla="*/ 3 h 426"/>
                <a:gd name="T6" fmla="*/ 2 w 246"/>
                <a:gd name="T7" fmla="*/ 3 h 426"/>
                <a:gd name="T8" fmla="*/ 2 w 246"/>
                <a:gd name="T9" fmla="*/ 2 h 426"/>
                <a:gd name="T10" fmla="*/ 2 w 246"/>
                <a:gd name="T11" fmla="*/ 2 h 426"/>
                <a:gd name="T12" fmla="*/ 2 w 246"/>
                <a:gd name="T13" fmla="*/ 2 h 426"/>
                <a:gd name="T14" fmla="*/ 2 w 246"/>
                <a:gd name="T15" fmla="*/ 2 h 426"/>
                <a:gd name="T16" fmla="*/ 2 w 246"/>
                <a:gd name="T17" fmla="*/ 1 h 426"/>
                <a:gd name="T18" fmla="*/ 1 w 246"/>
                <a:gd name="T19" fmla="*/ 1 h 426"/>
                <a:gd name="T20" fmla="*/ 1 w 246"/>
                <a:gd name="T21" fmla="*/ 1 h 426"/>
                <a:gd name="T22" fmla="*/ 1 w 246"/>
                <a:gd name="T23" fmla="*/ 1 h 426"/>
                <a:gd name="T24" fmla="*/ 1 w 246"/>
                <a:gd name="T25" fmla="*/ 0 h 426"/>
                <a:gd name="T26" fmla="*/ 1 w 246"/>
                <a:gd name="T27" fmla="*/ 0 h 426"/>
                <a:gd name="T28" fmla="*/ 1 w 246"/>
                <a:gd name="T29" fmla="*/ 0 h 426"/>
                <a:gd name="T30" fmla="*/ 0 w 246"/>
                <a:gd name="T31" fmla="*/ 0 h 426"/>
                <a:gd name="T32" fmla="*/ 0 w 246"/>
                <a:gd name="T33" fmla="*/ 0 h 426"/>
                <a:gd name="T34" fmla="*/ 0 w 246"/>
                <a:gd name="T35" fmla="*/ 0 h 426"/>
                <a:gd name="T36" fmla="*/ 0 w 246"/>
                <a:gd name="T37" fmla="*/ 0 h 426"/>
                <a:gd name="T38" fmla="*/ 0 w 246"/>
                <a:gd name="T39" fmla="*/ 0 h 426"/>
                <a:gd name="T40" fmla="*/ 0 w 246"/>
                <a:gd name="T41" fmla="*/ 0 h 426"/>
                <a:gd name="T42" fmla="*/ 1 w 246"/>
                <a:gd name="T43" fmla="*/ 0 h 426"/>
                <a:gd name="T44" fmla="*/ 1 w 246"/>
                <a:gd name="T45" fmla="*/ 0 h 426"/>
                <a:gd name="T46" fmla="*/ 1 w 246"/>
                <a:gd name="T47" fmla="*/ 1 h 426"/>
                <a:gd name="T48" fmla="*/ 1 w 246"/>
                <a:gd name="T49" fmla="*/ 1 h 426"/>
                <a:gd name="T50" fmla="*/ 1 w 246"/>
                <a:gd name="T51" fmla="*/ 1 h 426"/>
                <a:gd name="T52" fmla="*/ 1 w 246"/>
                <a:gd name="T53" fmla="*/ 1 h 426"/>
                <a:gd name="T54" fmla="*/ 1 w 246"/>
                <a:gd name="T55" fmla="*/ 1 h 426"/>
                <a:gd name="T56" fmla="*/ 2 w 246"/>
                <a:gd name="T57" fmla="*/ 2 h 426"/>
                <a:gd name="T58" fmla="*/ 2 w 246"/>
                <a:gd name="T59" fmla="*/ 2 h 426"/>
                <a:gd name="T60" fmla="*/ 2 w 246"/>
                <a:gd name="T61" fmla="*/ 2 h 426"/>
                <a:gd name="T62" fmla="*/ 2 w 246"/>
                <a:gd name="T63" fmla="*/ 2 h 426"/>
                <a:gd name="T64" fmla="*/ 2 w 246"/>
                <a:gd name="T65" fmla="*/ 3 h 426"/>
                <a:gd name="T66" fmla="*/ 2 w 246"/>
                <a:gd name="T67" fmla="*/ 3 h 426"/>
                <a:gd name="T68" fmla="*/ 2 w 246"/>
                <a:gd name="T69" fmla="*/ 3 h 426"/>
                <a:gd name="T70" fmla="*/ 2 w 246"/>
                <a:gd name="T71" fmla="*/ 3 h 426"/>
                <a:gd name="T72" fmla="*/ 2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246" y="426"/>
                  </a:moveTo>
                  <a:lnTo>
                    <a:pt x="246" y="426"/>
                  </a:lnTo>
                  <a:lnTo>
                    <a:pt x="245" y="384"/>
                  </a:lnTo>
                  <a:lnTo>
                    <a:pt x="242" y="340"/>
                  </a:lnTo>
                  <a:lnTo>
                    <a:pt x="236" y="301"/>
                  </a:lnTo>
                  <a:lnTo>
                    <a:pt x="228" y="262"/>
                  </a:lnTo>
                  <a:lnTo>
                    <a:pt x="217" y="224"/>
                  </a:lnTo>
                  <a:lnTo>
                    <a:pt x="205" y="190"/>
                  </a:lnTo>
                  <a:lnTo>
                    <a:pt x="191" y="158"/>
                  </a:lnTo>
                  <a:lnTo>
                    <a:pt x="176" y="126"/>
                  </a:lnTo>
                  <a:lnTo>
                    <a:pt x="157" y="99"/>
                  </a:lnTo>
                  <a:lnTo>
                    <a:pt x="139" y="75"/>
                  </a:lnTo>
                  <a:lnTo>
                    <a:pt x="119" y="53"/>
                  </a:lnTo>
                  <a:lnTo>
                    <a:pt x="96" y="34"/>
                  </a:lnTo>
                  <a:lnTo>
                    <a:pt x="75" y="19"/>
                  </a:lnTo>
                  <a:lnTo>
                    <a:pt x="51" y="9"/>
                  </a:lnTo>
                  <a:lnTo>
                    <a:pt x="26" y="3"/>
                  </a:lnTo>
                  <a:lnTo>
                    <a:pt x="0" y="0"/>
                  </a:lnTo>
                  <a:lnTo>
                    <a:pt x="0" y="12"/>
                  </a:lnTo>
                  <a:lnTo>
                    <a:pt x="24" y="15"/>
                  </a:lnTo>
                  <a:lnTo>
                    <a:pt x="46" y="20"/>
                  </a:lnTo>
                  <a:lnTo>
                    <a:pt x="68" y="31"/>
                  </a:lnTo>
                  <a:lnTo>
                    <a:pt x="89" y="44"/>
                  </a:lnTo>
                  <a:lnTo>
                    <a:pt x="109" y="63"/>
                  </a:lnTo>
                  <a:lnTo>
                    <a:pt x="129" y="83"/>
                  </a:lnTo>
                  <a:lnTo>
                    <a:pt x="148" y="106"/>
                  </a:lnTo>
                  <a:lnTo>
                    <a:pt x="164" y="133"/>
                  </a:lnTo>
                  <a:lnTo>
                    <a:pt x="180" y="162"/>
                  </a:lnTo>
                  <a:lnTo>
                    <a:pt x="194" y="195"/>
                  </a:lnTo>
                  <a:lnTo>
                    <a:pt x="205" y="229"/>
                  </a:lnTo>
                  <a:lnTo>
                    <a:pt x="216" y="264"/>
                  </a:lnTo>
                  <a:lnTo>
                    <a:pt x="224" y="303"/>
                  </a:lnTo>
                  <a:lnTo>
                    <a:pt x="230" y="343"/>
                  </a:lnTo>
                  <a:lnTo>
                    <a:pt x="233" y="384"/>
                  </a:lnTo>
                  <a:lnTo>
                    <a:pt x="235" y="426"/>
                  </a:lnTo>
                  <a:lnTo>
                    <a:pt x="246"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7689" name="Freeform 69"/>
            <p:cNvSpPr>
              <a:spLocks/>
            </p:cNvSpPr>
            <p:nvPr/>
          </p:nvSpPr>
          <p:spPr bwMode="auto">
            <a:xfrm>
              <a:off x="1392" y="2203"/>
              <a:ext cx="49" cy="85"/>
            </a:xfrm>
            <a:custGeom>
              <a:avLst/>
              <a:gdLst>
                <a:gd name="T0" fmla="*/ 0 w 246"/>
                <a:gd name="T1" fmla="*/ 3 h 424"/>
                <a:gd name="T2" fmla="*/ 0 w 246"/>
                <a:gd name="T3" fmla="*/ 3 h 424"/>
                <a:gd name="T4" fmla="*/ 0 w 246"/>
                <a:gd name="T5" fmla="*/ 3 h 424"/>
                <a:gd name="T6" fmla="*/ 0 w 246"/>
                <a:gd name="T7" fmla="*/ 3 h 424"/>
                <a:gd name="T8" fmla="*/ 1 w 246"/>
                <a:gd name="T9" fmla="*/ 3 h 424"/>
                <a:gd name="T10" fmla="*/ 1 w 246"/>
                <a:gd name="T11" fmla="*/ 3 h 424"/>
                <a:gd name="T12" fmla="*/ 1 w 246"/>
                <a:gd name="T13" fmla="*/ 3 h 424"/>
                <a:gd name="T14" fmla="*/ 1 w 246"/>
                <a:gd name="T15" fmla="*/ 3 h 424"/>
                <a:gd name="T16" fmla="*/ 1 w 246"/>
                <a:gd name="T17" fmla="*/ 3 h 424"/>
                <a:gd name="T18" fmla="*/ 1 w 246"/>
                <a:gd name="T19" fmla="*/ 2 h 424"/>
                <a:gd name="T20" fmla="*/ 2 w 246"/>
                <a:gd name="T21" fmla="*/ 2 h 424"/>
                <a:gd name="T22" fmla="*/ 2 w 246"/>
                <a:gd name="T23" fmla="*/ 2 h 424"/>
                <a:gd name="T24" fmla="*/ 2 w 246"/>
                <a:gd name="T25" fmla="*/ 2 h 424"/>
                <a:gd name="T26" fmla="*/ 2 w 246"/>
                <a:gd name="T27" fmla="*/ 1 h 424"/>
                <a:gd name="T28" fmla="*/ 2 w 246"/>
                <a:gd name="T29" fmla="*/ 1 h 424"/>
                <a:gd name="T30" fmla="*/ 2 w 246"/>
                <a:gd name="T31" fmla="*/ 1 h 424"/>
                <a:gd name="T32" fmla="*/ 2 w 246"/>
                <a:gd name="T33" fmla="*/ 0 h 424"/>
                <a:gd name="T34" fmla="*/ 2 w 246"/>
                <a:gd name="T35" fmla="*/ 0 h 424"/>
                <a:gd name="T36" fmla="*/ 2 w 246"/>
                <a:gd name="T37" fmla="*/ 0 h 424"/>
                <a:gd name="T38" fmla="*/ 2 w 246"/>
                <a:gd name="T39" fmla="*/ 0 h 424"/>
                <a:gd name="T40" fmla="*/ 2 w 246"/>
                <a:gd name="T41" fmla="*/ 1 h 424"/>
                <a:gd name="T42" fmla="*/ 2 w 246"/>
                <a:gd name="T43" fmla="*/ 1 h 424"/>
                <a:gd name="T44" fmla="*/ 2 w 246"/>
                <a:gd name="T45" fmla="*/ 1 h 424"/>
                <a:gd name="T46" fmla="*/ 2 w 246"/>
                <a:gd name="T47" fmla="*/ 2 h 424"/>
                <a:gd name="T48" fmla="*/ 2 w 246"/>
                <a:gd name="T49" fmla="*/ 2 h 424"/>
                <a:gd name="T50" fmla="*/ 1 w 246"/>
                <a:gd name="T51" fmla="*/ 2 h 424"/>
                <a:gd name="T52" fmla="*/ 1 w 246"/>
                <a:gd name="T53" fmla="*/ 2 h 424"/>
                <a:gd name="T54" fmla="*/ 1 w 246"/>
                <a:gd name="T55" fmla="*/ 3 h 424"/>
                <a:gd name="T56" fmla="*/ 1 w 246"/>
                <a:gd name="T57" fmla="*/ 3 h 424"/>
                <a:gd name="T58" fmla="*/ 1 w 246"/>
                <a:gd name="T59" fmla="*/ 3 h 424"/>
                <a:gd name="T60" fmla="*/ 1 w 246"/>
                <a:gd name="T61" fmla="*/ 3 h 424"/>
                <a:gd name="T62" fmla="*/ 1 w 246"/>
                <a:gd name="T63" fmla="*/ 3 h 424"/>
                <a:gd name="T64" fmla="*/ 0 w 246"/>
                <a:gd name="T65" fmla="*/ 3 h 424"/>
                <a:gd name="T66" fmla="*/ 0 w 246"/>
                <a:gd name="T67" fmla="*/ 3 h 424"/>
                <a:gd name="T68" fmla="*/ 0 w 246"/>
                <a:gd name="T69" fmla="*/ 3 h 424"/>
                <a:gd name="T70" fmla="*/ 0 w 246"/>
                <a:gd name="T71" fmla="*/ 3 h 424"/>
                <a:gd name="T72" fmla="*/ 0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0" y="424"/>
                  </a:moveTo>
                  <a:lnTo>
                    <a:pt x="0" y="424"/>
                  </a:lnTo>
                  <a:lnTo>
                    <a:pt x="26" y="422"/>
                  </a:lnTo>
                  <a:lnTo>
                    <a:pt x="51" y="416"/>
                  </a:lnTo>
                  <a:lnTo>
                    <a:pt x="75" y="406"/>
                  </a:lnTo>
                  <a:lnTo>
                    <a:pt x="96" y="390"/>
                  </a:lnTo>
                  <a:lnTo>
                    <a:pt x="119" y="373"/>
                  </a:lnTo>
                  <a:lnTo>
                    <a:pt x="139" y="351"/>
                  </a:lnTo>
                  <a:lnTo>
                    <a:pt x="157" y="326"/>
                  </a:lnTo>
                  <a:lnTo>
                    <a:pt x="175" y="299"/>
                  </a:lnTo>
                  <a:lnTo>
                    <a:pt x="191" y="269"/>
                  </a:lnTo>
                  <a:lnTo>
                    <a:pt x="205" y="236"/>
                  </a:lnTo>
                  <a:lnTo>
                    <a:pt x="217" y="202"/>
                  </a:lnTo>
                  <a:lnTo>
                    <a:pt x="228" y="163"/>
                  </a:lnTo>
                  <a:lnTo>
                    <a:pt x="236" y="125"/>
                  </a:lnTo>
                  <a:lnTo>
                    <a:pt x="242" y="86"/>
                  </a:lnTo>
                  <a:lnTo>
                    <a:pt x="245" y="42"/>
                  </a:lnTo>
                  <a:lnTo>
                    <a:pt x="246" y="0"/>
                  </a:lnTo>
                  <a:lnTo>
                    <a:pt x="235" y="0"/>
                  </a:lnTo>
                  <a:lnTo>
                    <a:pt x="233" y="42"/>
                  </a:lnTo>
                  <a:lnTo>
                    <a:pt x="230" y="83"/>
                  </a:lnTo>
                  <a:lnTo>
                    <a:pt x="224" y="123"/>
                  </a:lnTo>
                  <a:lnTo>
                    <a:pt x="216" y="161"/>
                  </a:lnTo>
                  <a:lnTo>
                    <a:pt x="205" y="197"/>
                  </a:lnTo>
                  <a:lnTo>
                    <a:pt x="194" y="231"/>
                  </a:lnTo>
                  <a:lnTo>
                    <a:pt x="180" y="264"/>
                  </a:lnTo>
                  <a:lnTo>
                    <a:pt x="166" y="292"/>
                  </a:lnTo>
                  <a:lnTo>
                    <a:pt x="148" y="319"/>
                  </a:lnTo>
                  <a:lnTo>
                    <a:pt x="129" y="344"/>
                  </a:lnTo>
                  <a:lnTo>
                    <a:pt x="109" y="364"/>
                  </a:lnTo>
                  <a:lnTo>
                    <a:pt x="89" y="381"/>
                  </a:lnTo>
                  <a:lnTo>
                    <a:pt x="68" y="394"/>
                  </a:lnTo>
                  <a:lnTo>
                    <a:pt x="46" y="405"/>
                  </a:lnTo>
                  <a:lnTo>
                    <a:pt x="24" y="410"/>
                  </a:lnTo>
                  <a:lnTo>
                    <a:pt x="0" y="413"/>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7690" name="Freeform 70"/>
            <p:cNvSpPr>
              <a:spLocks/>
            </p:cNvSpPr>
            <p:nvPr/>
          </p:nvSpPr>
          <p:spPr bwMode="auto">
            <a:xfrm>
              <a:off x="1343" y="2203"/>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2" y="42"/>
                  </a:lnTo>
                  <a:lnTo>
                    <a:pt x="5" y="86"/>
                  </a:lnTo>
                  <a:lnTo>
                    <a:pt x="11" y="125"/>
                  </a:lnTo>
                  <a:lnTo>
                    <a:pt x="19" y="163"/>
                  </a:lnTo>
                  <a:lnTo>
                    <a:pt x="30" y="202"/>
                  </a:lnTo>
                  <a:lnTo>
                    <a:pt x="41" y="236"/>
                  </a:lnTo>
                  <a:lnTo>
                    <a:pt x="56" y="269"/>
                  </a:lnTo>
                  <a:lnTo>
                    <a:pt x="72" y="299"/>
                  </a:lnTo>
                  <a:lnTo>
                    <a:pt x="90" y="326"/>
                  </a:lnTo>
                  <a:lnTo>
                    <a:pt x="108" y="351"/>
                  </a:lnTo>
                  <a:lnTo>
                    <a:pt x="127" y="373"/>
                  </a:lnTo>
                  <a:lnTo>
                    <a:pt x="149" y="390"/>
                  </a:lnTo>
                  <a:lnTo>
                    <a:pt x="172" y="406"/>
                  </a:lnTo>
                  <a:lnTo>
                    <a:pt x="195" y="416"/>
                  </a:lnTo>
                  <a:lnTo>
                    <a:pt x="220" y="422"/>
                  </a:lnTo>
                  <a:lnTo>
                    <a:pt x="245" y="424"/>
                  </a:lnTo>
                  <a:lnTo>
                    <a:pt x="245" y="413"/>
                  </a:lnTo>
                  <a:lnTo>
                    <a:pt x="222" y="410"/>
                  </a:lnTo>
                  <a:lnTo>
                    <a:pt x="200" y="405"/>
                  </a:lnTo>
                  <a:lnTo>
                    <a:pt x="179" y="394"/>
                  </a:lnTo>
                  <a:lnTo>
                    <a:pt x="156" y="381"/>
                  </a:lnTo>
                  <a:lnTo>
                    <a:pt x="136" y="364"/>
                  </a:lnTo>
                  <a:lnTo>
                    <a:pt x="118" y="344"/>
                  </a:lnTo>
                  <a:lnTo>
                    <a:pt x="99" y="319"/>
                  </a:lnTo>
                  <a:lnTo>
                    <a:pt x="81" y="292"/>
                  </a:lnTo>
                  <a:lnTo>
                    <a:pt x="67" y="264"/>
                  </a:lnTo>
                  <a:lnTo>
                    <a:pt x="53" y="231"/>
                  </a:lnTo>
                  <a:lnTo>
                    <a:pt x="41" y="197"/>
                  </a:lnTo>
                  <a:lnTo>
                    <a:pt x="31" y="161"/>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7691" name="Freeform 71"/>
            <p:cNvSpPr>
              <a:spLocks/>
            </p:cNvSpPr>
            <p:nvPr/>
          </p:nvSpPr>
          <p:spPr bwMode="auto">
            <a:xfrm>
              <a:off x="1343" y="2118"/>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1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20" y="3"/>
                  </a:lnTo>
                  <a:lnTo>
                    <a:pt x="195" y="9"/>
                  </a:lnTo>
                  <a:lnTo>
                    <a:pt x="172" y="19"/>
                  </a:lnTo>
                  <a:lnTo>
                    <a:pt x="149" y="34"/>
                  </a:lnTo>
                  <a:lnTo>
                    <a:pt x="127" y="53"/>
                  </a:lnTo>
                  <a:lnTo>
                    <a:pt x="108" y="75"/>
                  </a:lnTo>
                  <a:lnTo>
                    <a:pt x="90" y="99"/>
                  </a:lnTo>
                  <a:lnTo>
                    <a:pt x="71" y="126"/>
                  </a:lnTo>
                  <a:lnTo>
                    <a:pt x="56" y="158"/>
                  </a:lnTo>
                  <a:lnTo>
                    <a:pt x="41" y="190"/>
                  </a:lnTo>
                  <a:lnTo>
                    <a:pt x="30" y="224"/>
                  </a:lnTo>
                  <a:lnTo>
                    <a:pt x="19" y="262"/>
                  </a:lnTo>
                  <a:lnTo>
                    <a:pt x="11" y="301"/>
                  </a:lnTo>
                  <a:lnTo>
                    <a:pt x="5" y="340"/>
                  </a:lnTo>
                  <a:lnTo>
                    <a:pt x="2" y="384"/>
                  </a:lnTo>
                  <a:lnTo>
                    <a:pt x="0" y="426"/>
                  </a:lnTo>
                  <a:lnTo>
                    <a:pt x="12" y="426"/>
                  </a:lnTo>
                  <a:lnTo>
                    <a:pt x="13" y="384"/>
                  </a:lnTo>
                  <a:lnTo>
                    <a:pt x="17" y="343"/>
                  </a:lnTo>
                  <a:lnTo>
                    <a:pt x="23" y="303"/>
                  </a:lnTo>
                  <a:lnTo>
                    <a:pt x="31" y="264"/>
                  </a:lnTo>
                  <a:lnTo>
                    <a:pt x="41" y="229"/>
                  </a:lnTo>
                  <a:lnTo>
                    <a:pt x="53" y="195"/>
                  </a:lnTo>
                  <a:lnTo>
                    <a:pt x="67" y="162"/>
                  </a:lnTo>
                  <a:lnTo>
                    <a:pt x="82" y="133"/>
                  </a:lnTo>
                  <a:lnTo>
                    <a:pt x="99" y="106"/>
                  </a:lnTo>
                  <a:lnTo>
                    <a:pt x="118" y="83"/>
                  </a:lnTo>
                  <a:lnTo>
                    <a:pt x="136" y="63"/>
                  </a:lnTo>
                  <a:lnTo>
                    <a:pt x="156" y="44"/>
                  </a:lnTo>
                  <a:lnTo>
                    <a:pt x="179" y="31"/>
                  </a:lnTo>
                  <a:lnTo>
                    <a:pt x="200" y="20"/>
                  </a:lnTo>
                  <a:lnTo>
                    <a:pt x="222" y="15"/>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7692" name="Freeform 72"/>
            <p:cNvSpPr>
              <a:spLocks/>
            </p:cNvSpPr>
            <p:nvPr/>
          </p:nvSpPr>
          <p:spPr bwMode="auto">
            <a:xfrm>
              <a:off x="1384" y="1859"/>
              <a:ext cx="49" cy="84"/>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1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3" y="382"/>
                  </a:lnTo>
                  <a:lnTo>
                    <a:pt x="240" y="339"/>
                  </a:lnTo>
                  <a:lnTo>
                    <a:pt x="234" y="299"/>
                  </a:lnTo>
                  <a:lnTo>
                    <a:pt x="226" y="261"/>
                  </a:lnTo>
                  <a:lnTo>
                    <a:pt x="215" y="222"/>
                  </a:lnTo>
                  <a:lnTo>
                    <a:pt x="204" y="188"/>
                  </a:lnTo>
                  <a:lnTo>
                    <a:pt x="189" y="156"/>
                  </a:lnTo>
                  <a:lnTo>
                    <a:pt x="173" y="125"/>
                  </a:lnTo>
                  <a:lnTo>
                    <a:pt x="155" y="98"/>
                  </a:lnTo>
                  <a:lnTo>
                    <a:pt x="138" y="74"/>
                  </a:lnTo>
                  <a:lnTo>
                    <a:pt x="118" y="51"/>
                  </a:lnTo>
                  <a:lnTo>
                    <a:pt x="96" y="34"/>
                  </a:lnTo>
                  <a:lnTo>
                    <a:pt x="73" y="18"/>
                  </a:lnTo>
                  <a:lnTo>
                    <a:pt x="50" y="8"/>
                  </a:lnTo>
                  <a:lnTo>
                    <a:pt x="25" y="2"/>
                  </a:lnTo>
                  <a:lnTo>
                    <a:pt x="0" y="0"/>
                  </a:lnTo>
                  <a:lnTo>
                    <a:pt x="0" y="11"/>
                  </a:lnTo>
                  <a:lnTo>
                    <a:pt x="23" y="14"/>
                  </a:lnTo>
                  <a:lnTo>
                    <a:pt x="45" y="20"/>
                  </a:lnTo>
                  <a:lnTo>
                    <a:pt x="66" y="30"/>
                  </a:lnTo>
                  <a:lnTo>
                    <a:pt x="89" y="43"/>
                  </a:lnTo>
                  <a:lnTo>
                    <a:pt x="109" y="61"/>
                  </a:lnTo>
                  <a:lnTo>
                    <a:pt x="129" y="81"/>
                  </a:lnTo>
                  <a:lnTo>
                    <a:pt x="146" y="105"/>
                  </a:lnTo>
                  <a:lnTo>
                    <a:pt x="164" y="132"/>
                  </a:lnTo>
                  <a:lnTo>
                    <a:pt x="178" y="160"/>
                  </a:lnTo>
                  <a:lnTo>
                    <a:pt x="192" y="193"/>
                  </a:lnTo>
                  <a:lnTo>
                    <a:pt x="204" y="227"/>
                  </a:lnTo>
                  <a:lnTo>
                    <a:pt x="214" y="264"/>
                  </a:lnTo>
                  <a:lnTo>
                    <a:pt x="222" y="301"/>
                  </a:lnTo>
                  <a:lnTo>
                    <a:pt x="228"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7693" name="Freeform 73"/>
            <p:cNvSpPr>
              <a:spLocks/>
            </p:cNvSpPr>
            <p:nvPr/>
          </p:nvSpPr>
          <p:spPr bwMode="auto">
            <a:xfrm>
              <a:off x="1384" y="1943"/>
              <a:ext cx="49" cy="86"/>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5" y="423"/>
                  </a:lnTo>
                  <a:lnTo>
                    <a:pt x="50" y="418"/>
                  </a:lnTo>
                  <a:lnTo>
                    <a:pt x="73" y="407"/>
                  </a:lnTo>
                  <a:lnTo>
                    <a:pt x="96" y="392"/>
                  </a:lnTo>
                  <a:lnTo>
                    <a:pt x="118" y="374"/>
                  </a:lnTo>
                  <a:lnTo>
                    <a:pt x="138" y="352"/>
                  </a:lnTo>
                  <a:lnTo>
                    <a:pt x="155" y="327"/>
                  </a:lnTo>
                  <a:lnTo>
                    <a:pt x="174" y="300"/>
                  </a:lnTo>
                  <a:lnTo>
                    <a:pt x="189" y="269"/>
                  </a:lnTo>
                  <a:lnTo>
                    <a:pt x="204" y="237"/>
                  </a:lnTo>
                  <a:lnTo>
                    <a:pt x="215" y="202"/>
                  </a:lnTo>
                  <a:lnTo>
                    <a:pt x="226" y="164"/>
                  </a:lnTo>
                  <a:lnTo>
                    <a:pt x="234" y="126"/>
                  </a:lnTo>
                  <a:lnTo>
                    <a:pt x="240" y="86"/>
                  </a:lnTo>
                  <a:lnTo>
                    <a:pt x="243" y="42"/>
                  </a:lnTo>
                  <a:lnTo>
                    <a:pt x="245" y="0"/>
                  </a:lnTo>
                  <a:lnTo>
                    <a:pt x="233" y="0"/>
                  </a:lnTo>
                  <a:lnTo>
                    <a:pt x="232" y="42"/>
                  </a:lnTo>
                  <a:lnTo>
                    <a:pt x="228" y="83"/>
                  </a:lnTo>
                  <a:lnTo>
                    <a:pt x="222" y="123"/>
                  </a:lnTo>
                  <a:lnTo>
                    <a:pt x="214" y="162"/>
                  </a:lnTo>
                  <a:lnTo>
                    <a:pt x="204" y="197"/>
                  </a:lnTo>
                  <a:lnTo>
                    <a:pt x="192" y="232"/>
                  </a:lnTo>
                  <a:lnTo>
                    <a:pt x="178" y="264"/>
                  </a:lnTo>
                  <a:lnTo>
                    <a:pt x="163" y="293"/>
                  </a:lnTo>
                  <a:lnTo>
                    <a:pt x="146" y="320"/>
                  </a:lnTo>
                  <a:lnTo>
                    <a:pt x="129" y="345"/>
                  </a:lnTo>
                  <a:lnTo>
                    <a:pt x="109" y="365"/>
                  </a:lnTo>
                  <a:lnTo>
                    <a:pt x="89" y="382"/>
                  </a:lnTo>
                  <a:lnTo>
                    <a:pt x="66" y="395"/>
                  </a:lnTo>
                  <a:lnTo>
                    <a:pt x="45" y="406"/>
                  </a:lnTo>
                  <a:lnTo>
                    <a:pt x="23"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7694" name="Freeform 74"/>
            <p:cNvSpPr>
              <a:spLocks/>
            </p:cNvSpPr>
            <p:nvPr/>
          </p:nvSpPr>
          <p:spPr bwMode="auto">
            <a:xfrm>
              <a:off x="1335" y="1943"/>
              <a:ext cx="49" cy="86"/>
            </a:xfrm>
            <a:custGeom>
              <a:avLst/>
              <a:gdLst>
                <a:gd name="T0" fmla="*/ 0 w 246"/>
                <a:gd name="T1" fmla="*/ 0 h 426"/>
                <a:gd name="T2" fmla="*/ 0 w 246"/>
                <a:gd name="T3" fmla="*/ 0 h 426"/>
                <a:gd name="T4" fmla="*/ 0 w 246"/>
                <a:gd name="T5" fmla="*/ 0 h 426"/>
                <a:gd name="T6" fmla="*/ 0 w 246"/>
                <a:gd name="T7" fmla="*/ 1 h 426"/>
                <a:gd name="T8" fmla="*/ 0 w 246"/>
                <a:gd name="T9" fmla="*/ 1 h 426"/>
                <a:gd name="T10" fmla="*/ 0 w 246"/>
                <a:gd name="T11" fmla="*/ 1 h 426"/>
                <a:gd name="T12" fmla="*/ 0 w 246"/>
                <a:gd name="T13" fmla="*/ 2 h 426"/>
                <a:gd name="T14" fmla="*/ 0 w 246"/>
                <a:gd name="T15" fmla="*/ 2 h 426"/>
                <a:gd name="T16" fmla="*/ 0 w 246"/>
                <a:gd name="T17" fmla="*/ 2 h 426"/>
                <a:gd name="T18" fmla="*/ 1 w 246"/>
                <a:gd name="T19" fmla="*/ 2 h 426"/>
                <a:gd name="T20" fmla="*/ 1 w 246"/>
                <a:gd name="T21" fmla="*/ 3 h 426"/>
                <a:gd name="T22" fmla="*/ 1 w 246"/>
                <a:gd name="T23" fmla="*/ 3 h 426"/>
                <a:gd name="T24" fmla="*/ 1 w 246"/>
                <a:gd name="T25" fmla="*/ 3 h 426"/>
                <a:gd name="T26" fmla="*/ 1 w 246"/>
                <a:gd name="T27" fmla="*/ 3 h 426"/>
                <a:gd name="T28" fmla="*/ 1 w 246"/>
                <a:gd name="T29" fmla="*/ 3 h 426"/>
                <a:gd name="T30" fmla="*/ 2 w 246"/>
                <a:gd name="T31" fmla="*/ 3 h 426"/>
                <a:gd name="T32" fmla="*/ 2 w 246"/>
                <a:gd name="T33" fmla="*/ 3 h 426"/>
                <a:gd name="T34" fmla="*/ 2 w 246"/>
                <a:gd name="T35" fmla="*/ 3 h 426"/>
                <a:gd name="T36" fmla="*/ 2 w 246"/>
                <a:gd name="T37" fmla="*/ 3 h 426"/>
                <a:gd name="T38" fmla="*/ 2 w 246"/>
                <a:gd name="T39" fmla="*/ 3 h 426"/>
                <a:gd name="T40" fmla="*/ 2 w 246"/>
                <a:gd name="T41" fmla="*/ 3 h 426"/>
                <a:gd name="T42" fmla="*/ 1 w 246"/>
                <a:gd name="T43" fmla="*/ 3 h 426"/>
                <a:gd name="T44" fmla="*/ 1 w 246"/>
                <a:gd name="T45" fmla="*/ 3 h 426"/>
                <a:gd name="T46" fmla="*/ 1 w 246"/>
                <a:gd name="T47" fmla="*/ 3 h 426"/>
                <a:gd name="T48" fmla="*/ 1 w 246"/>
                <a:gd name="T49" fmla="*/ 3 h 426"/>
                <a:gd name="T50" fmla="*/ 1 w 246"/>
                <a:gd name="T51" fmla="*/ 3 h 426"/>
                <a:gd name="T52" fmla="*/ 1 w 246"/>
                <a:gd name="T53" fmla="*/ 2 h 426"/>
                <a:gd name="T54" fmla="*/ 1 w 246"/>
                <a:gd name="T55" fmla="*/ 2 h 426"/>
                <a:gd name="T56" fmla="*/ 0 w 246"/>
                <a:gd name="T57" fmla="*/ 2 h 426"/>
                <a:gd name="T58" fmla="*/ 0 w 246"/>
                <a:gd name="T59" fmla="*/ 2 h 426"/>
                <a:gd name="T60" fmla="*/ 0 w 246"/>
                <a:gd name="T61" fmla="*/ 1 h 426"/>
                <a:gd name="T62" fmla="*/ 0 w 246"/>
                <a:gd name="T63" fmla="*/ 1 h 426"/>
                <a:gd name="T64" fmla="*/ 0 w 246"/>
                <a:gd name="T65" fmla="*/ 1 h 426"/>
                <a:gd name="T66" fmla="*/ 0 w 246"/>
                <a:gd name="T67" fmla="*/ 0 h 426"/>
                <a:gd name="T68" fmla="*/ 0 w 246"/>
                <a:gd name="T69" fmla="*/ 0 h 426"/>
                <a:gd name="T70" fmla="*/ 0 w 246"/>
                <a:gd name="T71" fmla="*/ 0 h 426"/>
                <a:gd name="T72" fmla="*/ 0 w 246"/>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0"/>
                  </a:moveTo>
                  <a:lnTo>
                    <a:pt x="0" y="0"/>
                  </a:lnTo>
                  <a:lnTo>
                    <a:pt x="1" y="42"/>
                  </a:lnTo>
                  <a:lnTo>
                    <a:pt x="4" y="86"/>
                  </a:lnTo>
                  <a:lnTo>
                    <a:pt x="10" y="126"/>
                  </a:lnTo>
                  <a:lnTo>
                    <a:pt x="18" y="164"/>
                  </a:lnTo>
                  <a:lnTo>
                    <a:pt x="29" y="202"/>
                  </a:lnTo>
                  <a:lnTo>
                    <a:pt x="41" y="237"/>
                  </a:lnTo>
                  <a:lnTo>
                    <a:pt x="55" y="269"/>
                  </a:lnTo>
                  <a:lnTo>
                    <a:pt x="71" y="300"/>
                  </a:lnTo>
                  <a:lnTo>
                    <a:pt x="89" y="327"/>
                  </a:lnTo>
                  <a:lnTo>
                    <a:pt x="107" y="352"/>
                  </a:lnTo>
                  <a:lnTo>
                    <a:pt x="127" y="374"/>
                  </a:lnTo>
                  <a:lnTo>
                    <a:pt x="150" y="392"/>
                  </a:lnTo>
                  <a:lnTo>
                    <a:pt x="171" y="407"/>
                  </a:lnTo>
                  <a:lnTo>
                    <a:pt x="195" y="418"/>
                  </a:lnTo>
                  <a:lnTo>
                    <a:pt x="220" y="423"/>
                  </a:lnTo>
                  <a:lnTo>
                    <a:pt x="246" y="426"/>
                  </a:lnTo>
                  <a:lnTo>
                    <a:pt x="246" y="414"/>
                  </a:lnTo>
                  <a:lnTo>
                    <a:pt x="222" y="412"/>
                  </a:lnTo>
                  <a:lnTo>
                    <a:pt x="200" y="406"/>
                  </a:lnTo>
                  <a:lnTo>
                    <a:pt x="178" y="395"/>
                  </a:lnTo>
                  <a:lnTo>
                    <a:pt x="157" y="382"/>
                  </a:lnTo>
                  <a:lnTo>
                    <a:pt x="137" y="365"/>
                  </a:lnTo>
                  <a:lnTo>
                    <a:pt x="117" y="345"/>
                  </a:lnTo>
                  <a:lnTo>
                    <a:pt x="98" y="320"/>
                  </a:lnTo>
                  <a:lnTo>
                    <a:pt x="83" y="293"/>
                  </a:lnTo>
                  <a:lnTo>
                    <a:pt x="66" y="264"/>
                  </a:lnTo>
                  <a:lnTo>
                    <a:pt x="52" y="232"/>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7695" name="Freeform 75"/>
            <p:cNvSpPr>
              <a:spLocks/>
            </p:cNvSpPr>
            <p:nvPr/>
          </p:nvSpPr>
          <p:spPr bwMode="auto">
            <a:xfrm>
              <a:off x="1335" y="1859"/>
              <a:ext cx="49" cy="84"/>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1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0" y="2"/>
                  </a:lnTo>
                  <a:lnTo>
                    <a:pt x="195" y="8"/>
                  </a:lnTo>
                  <a:lnTo>
                    <a:pt x="171" y="18"/>
                  </a:lnTo>
                  <a:lnTo>
                    <a:pt x="150" y="34"/>
                  </a:lnTo>
                  <a:lnTo>
                    <a:pt x="127" y="51"/>
                  </a:lnTo>
                  <a:lnTo>
                    <a:pt x="107" y="74"/>
                  </a:lnTo>
                  <a:lnTo>
                    <a:pt x="89" y="98"/>
                  </a:lnTo>
                  <a:lnTo>
                    <a:pt x="72" y="125"/>
                  </a:lnTo>
                  <a:lnTo>
                    <a:pt x="55" y="156"/>
                  </a:lnTo>
                  <a:lnTo>
                    <a:pt x="41" y="188"/>
                  </a:lnTo>
                  <a:lnTo>
                    <a:pt x="29" y="222"/>
                  </a:lnTo>
                  <a:lnTo>
                    <a:pt x="18" y="261"/>
                  </a:lnTo>
                  <a:lnTo>
                    <a:pt x="10" y="299"/>
                  </a:lnTo>
                  <a:lnTo>
                    <a:pt x="4" y="339"/>
                  </a:lnTo>
                  <a:lnTo>
                    <a:pt x="1" y="382"/>
                  </a:lnTo>
                  <a:lnTo>
                    <a:pt x="0" y="424"/>
                  </a:lnTo>
                  <a:lnTo>
                    <a:pt x="11" y="424"/>
                  </a:lnTo>
                  <a:lnTo>
                    <a:pt x="13" y="382"/>
                  </a:lnTo>
                  <a:lnTo>
                    <a:pt x="16" y="341"/>
                  </a:lnTo>
                  <a:lnTo>
                    <a:pt x="22" y="301"/>
                  </a:lnTo>
                  <a:lnTo>
                    <a:pt x="30" y="264"/>
                  </a:lnTo>
                  <a:lnTo>
                    <a:pt x="41" y="227"/>
                  </a:lnTo>
                  <a:lnTo>
                    <a:pt x="52" y="193"/>
                  </a:lnTo>
                  <a:lnTo>
                    <a:pt x="66" y="160"/>
                  </a:lnTo>
                  <a:lnTo>
                    <a:pt x="82" y="132"/>
                  </a:lnTo>
                  <a:lnTo>
                    <a:pt x="98" y="105"/>
                  </a:lnTo>
                  <a:lnTo>
                    <a:pt x="117" y="81"/>
                  </a:lnTo>
                  <a:lnTo>
                    <a:pt x="137" y="61"/>
                  </a:lnTo>
                  <a:lnTo>
                    <a:pt x="157" y="43"/>
                  </a:lnTo>
                  <a:lnTo>
                    <a:pt x="178" y="30"/>
                  </a:lnTo>
                  <a:lnTo>
                    <a:pt x="200" y="20"/>
                  </a:lnTo>
                  <a:lnTo>
                    <a:pt x="222" y="14"/>
                  </a:lnTo>
                  <a:lnTo>
                    <a:pt x="246" y="11"/>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7696" name="Freeform 76"/>
            <p:cNvSpPr>
              <a:spLocks/>
            </p:cNvSpPr>
            <p:nvPr/>
          </p:nvSpPr>
          <p:spPr bwMode="auto">
            <a:xfrm>
              <a:off x="1552" y="1751"/>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1" y="339"/>
                  </a:lnTo>
                  <a:lnTo>
                    <a:pt x="235" y="299"/>
                  </a:lnTo>
                  <a:lnTo>
                    <a:pt x="226" y="261"/>
                  </a:lnTo>
                  <a:lnTo>
                    <a:pt x="216" y="223"/>
                  </a:lnTo>
                  <a:lnTo>
                    <a:pt x="204" y="189"/>
                  </a:lnTo>
                  <a:lnTo>
                    <a:pt x="190" y="156"/>
                  </a:lnTo>
                  <a:lnTo>
                    <a:pt x="174" y="125"/>
                  </a:lnTo>
                  <a:lnTo>
                    <a:pt x="156" y="98"/>
                  </a:lnTo>
                  <a:lnTo>
                    <a:pt x="137" y="74"/>
                  </a:lnTo>
                  <a:lnTo>
                    <a:pt x="119" y="52"/>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8" y="81"/>
                  </a:lnTo>
                  <a:lnTo>
                    <a:pt x="147" y="105"/>
                  </a:lnTo>
                  <a:lnTo>
                    <a:pt x="164" y="132"/>
                  </a:lnTo>
                  <a:lnTo>
                    <a:pt x="178" y="161"/>
                  </a:lnTo>
                  <a:lnTo>
                    <a:pt x="193" y="193"/>
                  </a:lnTo>
                  <a:lnTo>
                    <a:pt x="204" y="227"/>
                  </a:lnTo>
                  <a:lnTo>
                    <a:pt x="215" y="264"/>
                  </a:lnTo>
                  <a:lnTo>
                    <a:pt x="223" y="301"/>
                  </a:lnTo>
                  <a:lnTo>
                    <a:pt x="229" y="341"/>
                  </a:lnTo>
                  <a:lnTo>
                    <a:pt x="232" y="382"/>
                  </a:lnTo>
                  <a:lnTo>
                    <a:pt x="234"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7697" name="Freeform 77"/>
            <p:cNvSpPr>
              <a:spLocks/>
            </p:cNvSpPr>
            <p:nvPr/>
          </p:nvSpPr>
          <p:spPr bwMode="auto">
            <a:xfrm>
              <a:off x="1552" y="1836"/>
              <a:ext cx="49" cy="85"/>
            </a:xfrm>
            <a:custGeom>
              <a:avLst/>
              <a:gdLst>
                <a:gd name="T0" fmla="*/ 0 w 245"/>
                <a:gd name="T1" fmla="*/ 3 h 425"/>
                <a:gd name="T2" fmla="*/ 0 w 245"/>
                <a:gd name="T3" fmla="*/ 3 h 425"/>
                <a:gd name="T4" fmla="*/ 0 w 245"/>
                <a:gd name="T5" fmla="*/ 3 h 425"/>
                <a:gd name="T6" fmla="*/ 0 w 245"/>
                <a:gd name="T7" fmla="*/ 3 h 425"/>
                <a:gd name="T8" fmla="*/ 1 w 245"/>
                <a:gd name="T9" fmla="*/ 3 h 425"/>
                <a:gd name="T10" fmla="*/ 1 w 245"/>
                <a:gd name="T11" fmla="*/ 3 h 425"/>
                <a:gd name="T12" fmla="*/ 1 w 245"/>
                <a:gd name="T13" fmla="*/ 3 h 425"/>
                <a:gd name="T14" fmla="*/ 1 w 245"/>
                <a:gd name="T15" fmla="*/ 3 h 425"/>
                <a:gd name="T16" fmla="*/ 1 w 245"/>
                <a:gd name="T17" fmla="*/ 3 h 425"/>
                <a:gd name="T18" fmla="*/ 1 w 245"/>
                <a:gd name="T19" fmla="*/ 2 h 425"/>
                <a:gd name="T20" fmla="*/ 2 w 245"/>
                <a:gd name="T21" fmla="*/ 2 h 425"/>
                <a:gd name="T22" fmla="*/ 2 w 245"/>
                <a:gd name="T23" fmla="*/ 2 h 425"/>
                <a:gd name="T24" fmla="*/ 2 w 245"/>
                <a:gd name="T25" fmla="*/ 2 h 425"/>
                <a:gd name="T26" fmla="*/ 2 w 245"/>
                <a:gd name="T27" fmla="*/ 1 h 425"/>
                <a:gd name="T28" fmla="*/ 2 w 245"/>
                <a:gd name="T29" fmla="*/ 1 h 425"/>
                <a:gd name="T30" fmla="*/ 2 w 245"/>
                <a:gd name="T31" fmla="*/ 1 h 425"/>
                <a:gd name="T32" fmla="*/ 2 w 245"/>
                <a:gd name="T33" fmla="*/ 0 h 425"/>
                <a:gd name="T34" fmla="*/ 2 w 245"/>
                <a:gd name="T35" fmla="*/ 0 h 425"/>
                <a:gd name="T36" fmla="*/ 2 w 245"/>
                <a:gd name="T37" fmla="*/ 0 h 425"/>
                <a:gd name="T38" fmla="*/ 2 w 245"/>
                <a:gd name="T39" fmla="*/ 0 h 425"/>
                <a:gd name="T40" fmla="*/ 2 w 245"/>
                <a:gd name="T41" fmla="*/ 1 h 425"/>
                <a:gd name="T42" fmla="*/ 2 w 245"/>
                <a:gd name="T43" fmla="*/ 1 h 425"/>
                <a:gd name="T44" fmla="*/ 2 w 245"/>
                <a:gd name="T45" fmla="*/ 1 h 425"/>
                <a:gd name="T46" fmla="*/ 2 w 245"/>
                <a:gd name="T47" fmla="*/ 2 h 425"/>
                <a:gd name="T48" fmla="*/ 2 w 245"/>
                <a:gd name="T49" fmla="*/ 2 h 425"/>
                <a:gd name="T50" fmla="*/ 1 w 245"/>
                <a:gd name="T51" fmla="*/ 2 h 425"/>
                <a:gd name="T52" fmla="*/ 1 w 245"/>
                <a:gd name="T53" fmla="*/ 2 h 425"/>
                <a:gd name="T54" fmla="*/ 1 w 245"/>
                <a:gd name="T55" fmla="*/ 3 h 425"/>
                <a:gd name="T56" fmla="*/ 1 w 245"/>
                <a:gd name="T57" fmla="*/ 3 h 425"/>
                <a:gd name="T58" fmla="*/ 1 w 245"/>
                <a:gd name="T59" fmla="*/ 3 h 425"/>
                <a:gd name="T60" fmla="*/ 1 w 245"/>
                <a:gd name="T61" fmla="*/ 3 h 425"/>
                <a:gd name="T62" fmla="*/ 1 w 245"/>
                <a:gd name="T63" fmla="*/ 3 h 425"/>
                <a:gd name="T64" fmla="*/ 0 w 245"/>
                <a:gd name="T65" fmla="*/ 3 h 425"/>
                <a:gd name="T66" fmla="*/ 0 w 245"/>
                <a:gd name="T67" fmla="*/ 3 h 425"/>
                <a:gd name="T68" fmla="*/ 0 w 245"/>
                <a:gd name="T69" fmla="*/ 3 h 425"/>
                <a:gd name="T70" fmla="*/ 0 w 245"/>
                <a:gd name="T71" fmla="*/ 3 h 425"/>
                <a:gd name="T72" fmla="*/ 0 w 245"/>
                <a:gd name="T73" fmla="*/ 3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5"/>
                <a:gd name="T113" fmla="*/ 245 w 245"/>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5">
                  <a:moveTo>
                    <a:pt x="0" y="425"/>
                  </a:moveTo>
                  <a:lnTo>
                    <a:pt x="0" y="425"/>
                  </a:lnTo>
                  <a:lnTo>
                    <a:pt x="26" y="422"/>
                  </a:lnTo>
                  <a:lnTo>
                    <a:pt x="51" y="417"/>
                  </a:lnTo>
                  <a:lnTo>
                    <a:pt x="74" y="406"/>
                  </a:lnTo>
                  <a:lnTo>
                    <a:pt x="96" y="391"/>
                  </a:lnTo>
                  <a:lnTo>
                    <a:pt x="119" y="373"/>
                  </a:lnTo>
                  <a:lnTo>
                    <a:pt x="137" y="351"/>
                  </a:lnTo>
                  <a:lnTo>
                    <a:pt x="156" y="326"/>
                  </a:lnTo>
                  <a:lnTo>
                    <a:pt x="174" y="299"/>
                  </a:lnTo>
                  <a:lnTo>
                    <a:pt x="190" y="269"/>
                  </a:lnTo>
                  <a:lnTo>
                    <a:pt x="204" y="236"/>
                  </a:lnTo>
                  <a:lnTo>
                    <a:pt x="216" y="202"/>
                  </a:lnTo>
                  <a:lnTo>
                    <a:pt x="226" y="163"/>
                  </a:lnTo>
                  <a:lnTo>
                    <a:pt x="235" y="126"/>
                  </a:lnTo>
                  <a:lnTo>
                    <a:pt x="241" y="86"/>
                  </a:lnTo>
                  <a:lnTo>
                    <a:pt x="244" y="43"/>
                  </a:lnTo>
                  <a:lnTo>
                    <a:pt x="245" y="0"/>
                  </a:lnTo>
                  <a:lnTo>
                    <a:pt x="234" y="0"/>
                  </a:lnTo>
                  <a:lnTo>
                    <a:pt x="232" y="43"/>
                  </a:lnTo>
                  <a:lnTo>
                    <a:pt x="229" y="84"/>
                  </a:lnTo>
                  <a:lnTo>
                    <a:pt x="223" y="123"/>
                  </a:lnTo>
                  <a:lnTo>
                    <a:pt x="215" y="161"/>
                  </a:lnTo>
                  <a:lnTo>
                    <a:pt x="204" y="197"/>
                  </a:lnTo>
                  <a:lnTo>
                    <a:pt x="193" y="231"/>
                  </a:lnTo>
                  <a:lnTo>
                    <a:pt x="178" y="264"/>
                  </a:lnTo>
                  <a:lnTo>
                    <a:pt x="164" y="292"/>
                  </a:lnTo>
                  <a:lnTo>
                    <a:pt x="147" y="319"/>
                  </a:lnTo>
                  <a:lnTo>
                    <a:pt x="128" y="344"/>
                  </a:lnTo>
                  <a:lnTo>
                    <a:pt x="109" y="364"/>
                  </a:lnTo>
                  <a:lnTo>
                    <a:pt x="89" y="381"/>
                  </a:lnTo>
                  <a:lnTo>
                    <a:pt x="67" y="394"/>
                  </a:lnTo>
                  <a:lnTo>
                    <a:pt x="46" y="405"/>
                  </a:lnTo>
                  <a:lnTo>
                    <a:pt x="24" y="411"/>
                  </a:lnTo>
                  <a:lnTo>
                    <a:pt x="0" y="413"/>
                  </a:lnTo>
                  <a:lnTo>
                    <a:pt x="0" y="425"/>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7698" name="Freeform 78"/>
            <p:cNvSpPr>
              <a:spLocks/>
            </p:cNvSpPr>
            <p:nvPr/>
          </p:nvSpPr>
          <p:spPr bwMode="auto">
            <a:xfrm>
              <a:off x="1502" y="1836"/>
              <a:ext cx="50" cy="85"/>
            </a:xfrm>
            <a:custGeom>
              <a:avLst/>
              <a:gdLst>
                <a:gd name="T0" fmla="*/ 0 w 246"/>
                <a:gd name="T1" fmla="*/ 0 h 425"/>
                <a:gd name="T2" fmla="*/ 0 w 246"/>
                <a:gd name="T3" fmla="*/ 0 h 425"/>
                <a:gd name="T4" fmla="*/ 0 w 246"/>
                <a:gd name="T5" fmla="*/ 0 h 425"/>
                <a:gd name="T6" fmla="*/ 0 w 246"/>
                <a:gd name="T7" fmla="*/ 1 h 425"/>
                <a:gd name="T8" fmla="*/ 0 w 246"/>
                <a:gd name="T9" fmla="*/ 1 h 425"/>
                <a:gd name="T10" fmla="*/ 0 w 246"/>
                <a:gd name="T11" fmla="*/ 1 h 425"/>
                <a:gd name="T12" fmla="*/ 0 w 246"/>
                <a:gd name="T13" fmla="*/ 2 h 425"/>
                <a:gd name="T14" fmla="*/ 0 w 246"/>
                <a:gd name="T15" fmla="*/ 2 h 425"/>
                <a:gd name="T16" fmla="*/ 0 w 246"/>
                <a:gd name="T17" fmla="*/ 2 h 425"/>
                <a:gd name="T18" fmla="*/ 1 w 246"/>
                <a:gd name="T19" fmla="*/ 2 h 425"/>
                <a:gd name="T20" fmla="*/ 1 w 246"/>
                <a:gd name="T21" fmla="*/ 3 h 425"/>
                <a:gd name="T22" fmla="*/ 1 w 246"/>
                <a:gd name="T23" fmla="*/ 3 h 425"/>
                <a:gd name="T24" fmla="*/ 1 w 246"/>
                <a:gd name="T25" fmla="*/ 3 h 425"/>
                <a:gd name="T26" fmla="*/ 1 w 246"/>
                <a:gd name="T27" fmla="*/ 3 h 425"/>
                <a:gd name="T28" fmla="*/ 1 w 246"/>
                <a:gd name="T29" fmla="*/ 3 h 425"/>
                <a:gd name="T30" fmla="*/ 2 w 246"/>
                <a:gd name="T31" fmla="*/ 3 h 425"/>
                <a:gd name="T32" fmla="*/ 2 w 246"/>
                <a:gd name="T33" fmla="*/ 3 h 425"/>
                <a:gd name="T34" fmla="*/ 2 w 246"/>
                <a:gd name="T35" fmla="*/ 3 h 425"/>
                <a:gd name="T36" fmla="*/ 2 w 246"/>
                <a:gd name="T37" fmla="*/ 3 h 425"/>
                <a:gd name="T38" fmla="*/ 2 w 246"/>
                <a:gd name="T39" fmla="*/ 3 h 425"/>
                <a:gd name="T40" fmla="*/ 2 w 246"/>
                <a:gd name="T41" fmla="*/ 3 h 425"/>
                <a:gd name="T42" fmla="*/ 1 w 246"/>
                <a:gd name="T43" fmla="*/ 3 h 425"/>
                <a:gd name="T44" fmla="*/ 1 w 246"/>
                <a:gd name="T45" fmla="*/ 3 h 425"/>
                <a:gd name="T46" fmla="*/ 1 w 246"/>
                <a:gd name="T47" fmla="*/ 3 h 425"/>
                <a:gd name="T48" fmla="*/ 1 w 246"/>
                <a:gd name="T49" fmla="*/ 3 h 425"/>
                <a:gd name="T50" fmla="*/ 1 w 246"/>
                <a:gd name="T51" fmla="*/ 3 h 425"/>
                <a:gd name="T52" fmla="*/ 1 w 246"/>
                <a:gd name="T53" fmla="*/ 2 h 425"/>
                <a:gd name="T54" fmla="*/ 1 w 246"/>
                <a:gd name="T55" fmla="*/ 2 h 425"/>
                <a:gd name="T56" fmla="*/ 0 w 246"/>
                <a:gd name="T57" fmla="*/ 2 h 425"/>
                <a:gd name="T58" fmla="*/ 0 w 246"/>
                <a:gd name="T59" fmla="*/ 2 h 425"/>
                <a:gd name="T60" fmla="*/ 0 w 246"/>
                <a:gd name="T61" fmla="*/ 1 h 425"/>
                <a:gd name="T62" fmla="*/ 0 w 246"/>
                <a:gd name="T63" fmla="*/ 1 h 425"/>
                <a:gd name="T64" fmla="*/ 0 w 246"/>
                <a:gd name="T65" fmla="*/ 1 h 425"/>
                <a:gd name="T66" fmla="*/ 0 w 246"/>
                <a:gd name="T67" fmla="*/ 0 h 425"/>
                <a:gd name="T68" fmla="*/ 0 w 246"/>
                <a:gd name="T69" fmla="*/ 0 h 425"/>
                <a:gd name="T70" fmla="*/ 0 w 246"/>
                <a:gd name="T71" fmla="*/ 0 h 425"/>
                <a:gd name="T72" fmla="*/ 0 w 246"/>
                <a:gd name="T73" fmla="*/ 0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5"/>
                <a:gd name="T113" fmla="*/ 246 w 246"/>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5">
                  <a:moveTo>
                    <a:pt x="0" y="0"/>
                  </a:moveTo>
                  <a:lnTo>
                    <a:pt x="0" y="0"/>
                  </a:lnTo>
                  <a:lnTo>
                    <a:pt x="2" y="43"/>
                  </a:lnTo>
                  <a:lnTo>
                    <a:pt x="5" y="86"/>
                  </a:lnTo>
                  <a:lnTo>
                    <a:pt x="11" y="126"/>
                  </a:lnTo>
                  <a:lnTo>
                    <a:pt x="19" y="163"/>
                  </a:lnTo>
                  <a:lnTo>
                    <a:pt x="30" y="202"/>
                  </a:lnTo>
                  <a:lnTo>
                    <a:pt x="41" y="236"/>
                  </a:lnTo>
                  <a:lnTo>
                    <a:pt x="55" y="269"/>
                  </a:lnTo>
                  <a:lnTo>
                    <a:pt x="73" y="299"/>
                  </a:lnTo>
                  <a:lnTo>
                    <a:pt x="89" y="326"/>
                  </a:lnTo>
                  <a:lnTo>
                    <a:pt x="108" y="351"/>
                  </a:lnTo>
                  <a:lnTo>
                    <a:pt x="128" y="373"/>
                  </a:lnTo>
                  <a:lnTo>
                    <a:pt x="150" y="391"/>
                  </a:lnTo>
                  <a:lnTo>
                    <a:pt x="171" y="406"/>
                  </a:lnTo>
                  <a:lnTo>
                    <a:pt x="196" y="417"/>
                  </a:lnTo>
                  <a:lnTo>
                    <a:pt x="221" y="422"/>
                  </a:lnTo>
                  <a:lnTo>
                    <a:pt x="246" y="425"/>
                  </a:lnTo>
                  <a:lnTo>
                    <a:pt x="246" y="413"/>
                  </a:lnTo>
                  <a:lnTo>
                    <a:pt x="223" y="411"/>
                  </a:lnTo>
                  <a:lnTo>
                    <a:pt x="201" y="405"/>
                  </a:lnTo>
                  <a:lnTo>
                    <a:pt x="178" y="394"/>
                  </a:lnTo>
                  <a:lnTo>
                    <a:pt x="157" y="381"/>
                  </a:lnTo>
                  <a:lnTo>
                    <a:pt x="137" y="364"/>
                  </a:lnTo>
                  <a:lnTo>
                    <a:pt x="117" y="344"/>
                  </a:lnTo>
                  <a:lnTo>
                    <a:pt x="99" y="319"/>
                  </a:lnTo>
                  <a:lnTo>
                    <a:pt x="82" y="292"/>
                  </a:lnTo>
                  <a:lnTo>
                    <a:pt x="67" y="264"/>
                  </a:lnTo>
                  <a:lnTo>
                    <a:pt x="53" y="231"/>
                  </a:lnTo>
                  <a:lnTo>
                    <a:pt x="41" y="197"/>
                  </a:lnTo>
                  <a:lnTo>
                    <a:pt x="31" y="161"/>
                  </a:lnTo>
                  <a:lnTo>
                    <a:pt x="23" y="123"/>
                  </a:lnTo>
                  <a:lnTo>
                    <a:pt x="17" y="84"/>
                  </a:lnTo>
                  <a:lnTo>
                    <a:pt x="13" y="4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7699" name="Freeform 79"/>
            <p:cNvSpPr>
              <a:spLocks/>
            </p:cNvSpPr>
            <p:nvPr/>
          </p:nvSpPr>
          <p:spPr bwMode="auto">
            <a:xfrm>
              <a:off x="1502" y="1751"/>
              <a:ext cx="50" cy="85"/>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2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1" y="2"/>
                  </a:lnTo>
                  <a:lnTo>
                    <a:pt x="196" y="8"/>
                  </a:lnTo>
                  <a:lnTo>
                    <a:pt x="171" y="19"/>
                  </a:lnTo>
                  <a:lnTo>
                    <a:pt x="150" y="34"/>
                  </a:lnTo>
                  <a:lnTo>
                    <a:pt x="128" y="52"/>
                  </a:lnTo>
                  <a:lnTo>
                    <a:pt x="108" y="74"/>
                  </a:lnTo>
                  <a:lnTo>
                    <a:pt x="89" y="98"/>
                  </a:lnTo>
                  <a:lnTo>
                    <a:pt x="73" y="125"/>
                  </a:lnTo>
                  <a:lnTo>
                    <a:pt x="55" y="156"/>
                  </a:lnTo>
                  <a:lnTo>
                    <a:pt x="41" y="189"/>
                  </a:lnTo>
                  <a:lnTo>
                    <a:pt x="30" y="223"/>
                  </a:lnTo>
                  <a:lnTo>
                    <a:pt x="19" y="261"/>
                  </a:lnTo>
                  <a:lnTo>
                    <a:pt x="11" y="299"/>
                  </a:lnTo>
                  <a:lnTo>
                    <a:pt x="5" y="339"/>
                  </a:lnTo>
                  <a:lnTo>
                    <a:pt x="2" y="382"/>
                  </a:lnTo>
                  <a:lnTo>
                    <a:pt x="0" y="424"/>
                  </a:lnTo>
                  <a:lnTo>
                    <a:pt x="12" y="424"/>
                  </a:lnTo>
                  <a:lnTo>
                    <a:pt x="13" y="382"/>
                  </a:lnTo>
                  <a:lnTo>
                    <a:pt x="17" y="341"/>
                  </a:lnTo>
                  <a:lnTo>
                    <a:pt x="23" y="301"/>
                  </a:lnTo>
                  <a:lnTo>
                    <a:pt x="31" y="264"/>
                  </a:lnTo>
                  <a:lnTo>
                    <a:pt x="41" y="227"/>
                  </a:lnTo>
                  <a:lnTo>
                    <a:pt x="53" y="193"/>
                  </a:lnTo>
                  <a:lnTo>
                    <a:pt x="67" y="161"/>
                  </a:lnTo>
                  <a:lnTo>
                    <a:pt x="82" y="132"/>
                  </a:lnTo>
                  <a:lnTo>
                    <a:pt x="99" y="105"/>
                  </a:lnTo>
                  <a:lnTo>
                    <a:pt x="117" y="81"/>
                  </a:lnTo>
                  <a:lnTo>
                    <a:pt x="137" y="61"/>
                  </a:lnTo>
                  <a:lnTo>
                    <a:pt x="157" y="43"/>
                  </a:lnTo>
                  <a:lnTo>
                    <a:pt x="178" y="30"/>
                  </a:lnTo>
                  <a:lnTo>
                    <a:pt x="201" y="20"/>
                  </a:lnTo>
                  <a:lnTo>
                    <a:pt x="223" y="14"/>
                  </a:lnTo>
                  <a:lnTo>
                    <a:pt x="246" y="12"/>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7700" name="Freeform 80"/>
            <p:cNvSpPr>
              <a:spLocks/>
            </p:cNvSpPr>
            <p:nvPr/>
          </p:nvSpPr>
          <p:spPr bwMode="auto">
            <a:xfrm>
              <a:off x="1565" y="2016"/>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0" y="339"/>
                  </a:lnTo>
                  <a:lnTo>
                    <a:pt x="234" y="299"/>
                  </a:lnTo>
                  <a:lnTo>
                    <a:pt x="226" y="261"/>
                  </a:lnTo>
                  <a:lnTo>
                    <a:pt x="216" y="223"/>
                  </a:lnTo>
                  <a:lnTo>
                    <a:pt x="204" y="189"/>
                  </a:lnTo>
                  <a:lnTo>
                    <a:pt x="190" y="156"/>
                  </a:lnTo>
                  <a:lnTo>
                    <a:pt x="174" y="125"/>
                  </a:lnTo>
                  <a:lnTo>
                    <a:pt x="156" y="98"/>
                  </a:lnTo>
                  <a:lnTo>
                    <a:pt x="138" y="74"/>
                  </a:lnTo>
                  <a:lnTo>
                    <a:pt x="118" y="51"/>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9" y="81"/>
                  </a:lnTo>
                  <a:lnTo>
                    <a:pt x="147" y="105"/>
                  </a:lnTo>
                  <a:lnTo>
                    <a:pt x="164" y="132"/>
                  </a:lnTo>
                  <a:lnTo>
                    <a:pt x="178" y="160"/>
                  </a:lnTo>
                  <a:lnTo>
                    <a:pt x="192" y="193"/>
                  </a:lnTo>
                  <a:lnTo>
                    <a:pt x="204" y="227"/>
                  </a:lnTo>
                  <a:lnTo>
                    <a:pt x="215" y="264"/>
                  </a:lnTo>
                  <a:lnTo>
                    <a:pt x="223" y="301"/>
                  </a:lnTo>
                  <a:lnTo>
                    <a:pt x="229"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7701" name="Freeform 81"/>
            <p:cNvSpPr>
              <a:spLocks/>
            </p:cNvSpPr>
            <p:nvPr/>
          </p:nvSpPr>
          <p:spPr bwMode="auto">
            <a:xfrm>
              <a:off x="1565" y="2101"/>
              <a:ext cx="49" cy="85"/>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6" y="423"/>
                  </a:lnTo>
                  <a:lnTo>
                    <a:pt x="51" y="418"/>
                  </a:lnTo>
                  <a:lnTo>
                    <a:pt x="74" y="407"/>
                  </a:lnTo>
                  <a:lnTo>
                    <a:pt x="96" y="392"/>
                  </a:lnTo>
                  <a:lnTo>
                    <a:pt x="118" y="373"/>
                  </a:lnTo>
                  <a:lnTo>
                    <a:pt x="138" y="351"/>
                  </a:lnTo>
                  <a:lnTo>
                    <a:pt x="156" y="327"/>
                  </a:lnTo>
                  <a:lnTo>
                    <a:pt x="175" y="299"/>
                  </a:lnTo>
                  <a:lnTo>
                    <a:pt x="190" y="269"/>
                  </a:lnTo>
                  <a:lnTo>
                    <a:pt x="204" y="236"/>
                  </a:lnTo>
                  <a:lnTo>
                    <a:pt x="216" y="202"/>
                  </a:lnTo>
                  <a:lnTo>
                    <a:pt x="226" y="164"/>
                  </a:lnTo>
                  <a:lnTo>
                    <a:pt x="234" y="126"/>
                  </a:lnTo>
                  <a:lnTo>
                    <a:pt x="240" y="86"/>
                  </a:lnTo>
                  <a:lnTo>
                    <a:pt x="244" y="42"/>
                  </a:lnTo>
                  <a:lnTo>
                    <a:pt x="245" y="0"/>
                  </a:lnTo>
                  <a:lnTo>
                    <a:pt x="233" y="0"/>
                  </a:lnTo>
                  <a:lnTo>
                    <a:pt x="232" y="42"/>
                  </a:lnTo>
                  <a:lnTo>
                    <a:pt x="229" y="83"/>
                  </a:lnTo>
                  <a:lnTo>
                    <a:pt x="223" y="123"/>
                  </a:lnTo>
                  <a:lnTo>
                    <a:pt x="215" y="162"/>
                  </a:lnTo>
                  <a:lnTo>
                    <a:pt x="204" y="197"/>
                  </a:lnTo>
                  <a:lnTo>
                    <a:pt x="192" y="231"/>
                  </a:lnTo>
                  <a:lnTo>
                    <a:pt x="178" y="264"/>
                  </a:lnTo>
                  <a:lnTo>
                    <a:pt x="163" y="292"/>
                  </a:lnTo>
                  <a:lnTo>
                    <a:pt x="147" y="320"/>
                  </a:lnTo>
                  <a:lnTo>
                    <a:pt x="129" y="344"/>
                  </a:lnTo>
                  <a:lnTo>
                    <a:pt x="109" y="364"/>
                  </a:lnTo>
                  <a:lnTo>
                    <a:pt x="89" y="382"/>
                  </a:lnTo>
                  <a:lnTo>
                    <a:pt x="67" y="395"/>
                  </a:lnTo>
                  <a:lnTo>
                    <a:pt x="46" y="406"/>
                  </a:lnTo>
                  <a:lnTo>
                    <a:pt x="24"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7702" name="Freeform 82"/>
            <p:cNvSpPr>
              <a:spLocks/>
            </p:cNvSpPr>
            <p:nvPr/>
          </p:nvSpPr>
          <p:spPr bwMode="auto">
            <a:xfrm>
              <a:off x="1516" y="2101"/>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5" y="86"/>
                  </a:lnTo>
                  <a:lnTo>
                    <a:pt x="11" y="126"/>
                  </a:lnTo>
                  <a:lnTo>
                    <a:pt x="19" y="164"/>
                  </a:lnTo>
                  <a:lnTo>
                    <a:pt x="30" y="202"/>
                  </a:lnTo>
                  <a:lnTo>
                    <a:pt x="41" y="236"/>
                  </a:lnTo>
                  <a:lnTo>
                    <a:pt x="55" y="269"/>
                  </a:lnTo>
                  <a:lnTo>
                    <a:pt x="71" y="299"/>
                  </a:lnTo>
                  <a:lnTo>
                    <a:pt x="89" y="327"/>
                  </a:lnTo>
                  <a:lnTo>
                    <a:pt x="107" y="351"/>
                  </a:lnTo>
                  <a:lnTo>
                    <a:pt x="127" y="373"/>
                  </a:lnTo>
                  <a:lnTo>
                    <a:pt x="149" y="392"/>
                  </a:lnTo>
                  <a:lnTo>
                    <a:pt x="171" y="407"/>
                  </a:lnTo>
                  <a:lnTo>
                    <a:pt x="195" y="418"/>
                  </a:lnTo>
                  <a:lnTo>
                    <a:pt x="219" y="423"/>
                  </a:lnTo>
                  <a:lnTo>
                    <a:pt x="245" y="426"/>
                  </a:lnTo>
                  <a:lnTo>
                    <a:pt x="245" y="414"/>
                  </a:lnTo>
                  <a:lnTo>
                    <a:pt x="222" y="412"/>
                  </a:lnTo>
                  <a:lnTo>
                    <a:pt x="199" y="406"/>
                  </a:lnTo>
                  <a:lnTo>
                    <a:pt x="178" y="395"/>
                  </a:lnTo>
                  <a:lnTo>
                    <a:pt x="156" y="382"/>
                  </a:lnTo>
                  <a:lnTo>
                    <a:pt x="136" y="364"/>
                  </a:lnTo>
                  <a:lnTo>
                    <a:pt x="116" y="344"/>
                  </a:lnTo>
                  <a:lnTo>
                    <a:pt x="99" y="320"/>
                  </a:lnTo>
                  <a:lnTo>
                    <a:pt x="82" y="292"/>
                  </a:lnTo>
                  <a:lnTo>
                    <a:pt x="67" y="264"/>
                  </a:lnTo>
                  <a:lnTo>
                    <a:pt x="53" y="231"/>
                  </a:lnTo>
                  <a:lnTo>
                    <a:pt x="41" y="197"/>
                  </a:lnTo>
                  <a:lnTo>
                    <a:pt x="31" y="162"/>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7703" name="Freeform 83"/>
            <p:cNvSpPr>
              <a:spLocks/>
            </p:cNvSpPr>
            <p:nvPr/>
          </p:nvSpPr>
          <p:spPr bwMode="auto">
            <a:xfrm>
              <a:off x="1516" y="2016"/>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5" y="8"/>
                  </a:lnTo>
                  <a:lnTo>
                    <a:pt x="171" y="19"/>
                  </a:lnTo>
                  <a:lnTo>
                    <a:pt x="149" y="34"/>
                  </a:lnTo>
                  <a:lnTo>
                    <a:pt x="127" y="51"/>
                  </a:lnTo>
                  <a:lnTo>
                    <a:pt x="107" y="74"/>
                  </a:lnTo>
                  <a:lnTo>
                    <a:pt x="89" y="98"/>
                  </a:lnTo>
                  <a:lnTo>
                    <a:pt x="72" y="125"/>
                  </a:lnTo>
                  <a:lnTo>
                    <a:pt x="55" y="156"/>
                  </a:lnTo>
                  <a:lnTo>
                    <a:pt x="41" y="189"/>
                  </a:lnTo>
                  <a:lnTo>
                    <a:pt x="30" y="223"/>
                  </a:lnTo>
                  <a:lnTo>
                    <a:pt x="19" y="261"/>
                  </a:lnTo>
                  <a:lnTo>
                    <a:pt x="11" y="299"/>
                  </a:lnTo>
                  <a:lnTo>
                    <a:pt x="5" y="339"/>
                  </a:lnTo>
                  <a:lnTo>
                    <a:pt x="1" y="382"/>
                  </a:lnTo>
                  <a:lnTo>
                    <a:pt x="0" y="424"/>
                  </a:lnTo>
                  <a:lnTo>
                    <a:pt x="12" y="424"/>
                  </a:lnTo>
                  <a:lnTo>
                    <a:pt x="13" y="382"/>
                  </a:lnTo>
                  <a:lnTo>
                    <a:pt x="17" y="341"/>
                  </a:lnTo>
                  <a:lnTo>
                    <a:pt x="23" y="301"/>
                  </a:lnTo>
                  <a:lnTo>
                    <a:pt x="31" y="264"/>
                  </a:lnTo>
                  <a:lnTo>
                    <a:pt x="41" y="227"/>
                  </a:lnTo>
                  <a:lnTo>
                    <a:pt x="53" y="193"/>
                  </a:lnTo>
                  <a:lnTo>
                    <a:pt x="67" y="160"/>
                  </a:lnTo>
                  <a:lnTo>
                    <a:pt x="81" y="132"/>
                  </a:lnTo>
                  <a:lnTo>
                    <a:pt x="99" y="105"/>
                  </a:lnTo>
                  <a:lnTo>
                    <a:pt x="116" y="81"/>
                  </a:lnTo>
                  <a:lnTo>
                    <a:pt x="136" y="61"/>
                  </a:lnTo>
                  <a:lnTo>
                    <a:pt x="156" y="43"/>
                  </a:lnTo>
                  <a:lnTo>
                    <a:pt x="178" y="30"/>
                  </a:lnTo>
                  <a:lnTo>
                    <a:pt x="199" y="20"/>
                  </a:lnTo>
                  <a:lnTo>
                    <a:pt x="222"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grpSp>
        <p:nvGrpSpPr>
          <p:cNvPr id="67598" name="Group 84"/>
          <p:cNvGrpSpPr>
            <a:grpSpLocks/>
          </p:cNvGrpSpPr>
          <p:nvPr/>
        </p:nvGrpSpPr>
        <p:grpSpPr bwMode="auto">
          <a:xfrm rot="-223274">
            <a:off x="2001838" y="2878138"/>
            <a:ext cx="744537" cy="733425"/>
            <a:chOff x="2757" y="1666"/>
            <a:chExt cx="812" cy="800"/>
          </a:xfrm>
        </p:grpSpPr>
        <p:sp>
          <p:nvSpPr>
            <p:cNvPr id="67647" name="Freeform 85"/>
            <p:cNvSpPr>
              <a:spLocks/>
            </p:cNvSpPr>
            <p:nvPr/>
          </p:nvSpPr>
          <p:spPr bwMode="auto">
            <a:xfrm>
              <a:off x="2762" y="1667"/>
              <a:ext cx="807" cy="584"/>
            </a:xfrm>
            <a:custGeom>
              <a:avLst/>
              <a:gdLst>
                <a:gd name="T0" fmla="*/ 497 w 807"/>
                <a:gd name="T1" fmla="*/ 583 h 584"/>
                <a:gd name="T2" fmla="*/ 0 w 807"/>
                <a:gd name="T3" fmla="*/ 452 h 584"/>
                <a:gd name="T4" fmla="*/ 337 w 807"/>
                <a:gd name="T5" fmla="*/ 0 h 584"/>
                <a:gd name="T6" fmla="*/ 806 w 807"/>
                <a:gd name="T7" fmla="*/ 98 h 584"/>
                <a:gd name="T8" fmla="*/ 497 w 807"/>
                <a:gd name="T9" fmla="*/ 583 h 584"/>
                <a:gd name="T10" fmla="*/ 0 60000 65536"/>
                <a:gd name="T11" fmla="*/ 0 60000 65536"/>
                <a:gd name="T12" fmla="*/ 0 60000 65536"/>
                <a:gd name="T13" fmla="*/ 0 60000 65536"/>
                <a:gd name="T14" fmla="*/ 0 60000 65536"/>
                <a:gd name="T15" fmla="*/ 0 w 807"/>
                <a:gd name="T16" fmla="*/ 0 h 584"/>
                <a:gd name="T17" fmla="*/ 807 w 807"/>
                <a:gd name="T18" fmla="*/ 584 h 584"/>
              </a:gdLst>
              <a:ahLst/>
              <a:cxnLst>
                <a:cxn ang="T10">
                  <a:pos x="T0" y="T1"/>
                </a:cxn>
                <a:cxn ang="T11">
                  <a:pos x="T2" y="T3"/>
                </a:cxn>
                <a:cxn ang="T12">
                  <a:pos x="T4" y="T5"/>
                </a:cxn>
                <a:cxn ang="T13">
                  <a:pos x="T6" y="T7"/>
                </a:cxn>
                <a:cxn ang="T14">
                  <a:pos x="T8" y="T9"/>
                </a:cxn>
              </a:cxnLst>
              <a:rect l="T15" t="T16" r="T17" b="T18"/>
              <a:pathLst>
                <a:path w="807" h="584">
                  <a:moveTo>
                    <a:pt x="497" y="583"/>
                  </a:moveTo>
                  <a:lnTo>
                    <a:pt x="0" y="452"/>
                  </a:lnTo>
                  <a:lnTo>
                    <a:pt x="337" y="0"/>
                  </a:lnTo>
                  <a:lnTo>
                    <a:pt x="806" y="98"/>
                  </a:lnTo>
                  <a:lnTo>
                    <a:pt x="497" y="583"/>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67648" name="Freeform 86"/>
            <p:cNvSpPr>
              <a:spLocks/>
            </p:cNvSpPr>
            <p:nvPr/>
          </p:nvSpPr>
          <p:spPr bwMode="auto">
            <a:xfrm>
              <a:off x="2882" y="1861"/>
              <a:ext cx="578" cy="384"/>
            </a:xfrm>
            <a:custGeom>
              <a:avLst/>
              <a:gdLst>
                <a:gd name="T0" fmla="*/ 377 w 578"/>
                <a:gd name="T1" fmla="*/ 383 h 384"/>
                <a:gd name="T2" fmla="*/ 0 w 578"/>
                <a:gd name="T3" fmla="*/ 291 h 384"/>
                <a:gd name="T4" fmla="*/ 217 w 578"/>
                <a:gd name="T5" fmla="*/ 0 h 384"/>
                <a:gd name="T6" fmla="*/ 577 w 578"/>
                <a:gd name="T7" fmla="*/ 74 h 384"/>
                <a:gd name="T8" fmla="*/ 377 w 578"/>
                <a:gd name="T9" fmla="*/ 383 h 384"/>
                <a:gd name="T10" fmla="*/ 0 60000 65536"/>
                <a:gd name="T11" fmla="*/ 0 60000 65536"/>
                <a:gd name="T12" fmla="*/ 0 60000 65536"/>
                <a:gd name="T13" fmla="*/ 0 60000 65536"/>
                <a:gd name="T14" fmla="*/ 0 60000 65536"/>
                <a:gd name="T15" fmla="*/ 0 w 578"/>
                <a:gd name="T16" fmla="*/ 0 h 384"/>
                <a:gd name="T17" fmla="*/ 578 w 578"/>
                <a:gd name="T18" fmla="*/ 384 h 384"/>
              </a:gdLst>
              <a:ahLst/>
              <a:cxnLst>
                <a:cxn ang="T10">
                  <a:pos x="T0" y="T1"/>
                </a:cxn>
                <a:cxn ang="T11">
                  <a:pos x="T2" y="T3"/>
                </a:cxn>
                <a:cxn ang="T12">
                  <a:pos x="T4" y="T5"/>
                </a:cxn>
                <a:cxn ang="T13">
                  <a:pos x="T6" y="T7"/>
                </a:cxn>
                <a:cxn ang="T14">
                  <a:pos x="T8" y="T9"/>
                </a:cxn>
              </a:cxnLst>
              <a:rect l="T15" t="T16" r="T17" b="T18"/>
              <a:pathLst>
                <a:path w="578" h="384">
                  <a:moveTo>
                    <a:pt x="377" y="383"/>
                  </a:moveTo>
                  <a:lnTo>
                    <a:pt x="0" y="291"/>
                  </a:lnTo>
                  <a:lnTo>
                    <a:pt x="217" y="0"/>
                  </a:lnTo>
                  <a:lnTo>
                    <a:pt x="577" y="74"/>
                  </a:lnTo>
                  <a:lnTo>
                    <a:pt x="377" y="383"/>
                  </a:lnTo>
                </a:path>
              </a:pathLst>
            </a:custGeom>
            <a:solidFill>
              <a:srgbClr val="E22B00"/>
            </a:solidFill>
            <a:ln>
              <a:noFill/>
            </a:ln>
            <a:extLst>
              <a:ext uri="{91240B29-F687-4F45-9708-019B960494DF}">
                <a14:hiddenLine xmlns:a14="http://schemas.microsoft.com/office/drawing/2010/main" w="12700" cap="rnd" cmpd="sng">
                  <a:solidFill>
                    <a:srgbClr val="000000"/>
                  </a:solidFill>
                  <a:prstDash val="solid"/>
                  <a:round/>
                  <a:headEnd type="none" w="med" len="med"/>
                  <a:tailEnd type="none" w="med" len="med"/>
                </a14:hiddenLine>
              </a:ext>
            </a:extLst>
          </p:spPr>
          <p:txBody>
            <a:bodyPr/>
            <a:lstStyle/>
            <a:p>
              <a:endParaRPr lang="fr-FR"/>
            </a:p>
          </p:txBody>
        </p:sp>
        <p:sp>
          <p:nvSpPr>
            <p:cNvPr id="67649" name="Line 87"/>
            <p:cNvSpPr>
              <a:spLocks noChangeShapeType="1"/>
            </p:cNvSpPr>
            <p:nvPr/>
          </p:nvSpPr>
          <p:spPr bwMode="auto">
            <a:xfrm>
              <a:off x="3102" y="1862"/>
              <a:ext cx="352" cy="7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fr-FR"/>
            </a:p>
          </p:txBody>
        </p:sp>
        <p:sp>
          <p:nvSpPr>
            <p:cNvPr id="67650" name="Freeform 88"/>
            <p:cNvSpPr>
              <a:spLocks/>
            </p:cNvSpPr>
            <p:nvPr/>
          </p:nvSpPr>
          <p:spPr bwMode="auto">
            <a:xfrm>
              <a:off x="2762" y="1666"/>
              <a:ext cx="337" cy="485"/>
            </a:xfrm>
            <a:custGeom>
              <a:avLst/>
              <a:gdLst>
                <a:gd name="T0" fmla="*/ 336 w 337"/>
                <a:gd name="T1" fmla="*/ 194 h 485"/>
                <a:gd name="T2" fmla="*/ 118 w 337"/>
                <a:gd name="T3" fmla="*/ 484 h 485"/>
                <a:gd name="T4" fmla="*/ 0 w 337"/>
                <a:gd name="T5" fmla="*/ 452 h 485"/>
                <a:gd name="T6" fmla="*/ 336 w 337"/>
                <a:gd name="T7" fmla="*/ 0 h 485"/>
                <a:gd name="T8" fmla="*/ 336 w 337"/>
                <a:gd name="T9" fmla="*/ 152 h 485"/>
                <a:gd name="T10" fmla="*/ 336 w 337"/>
                <a:gd name="T11" fmla="*/ 194 h 485"/>
                <a:gd name="T12" fmla="*/ 0 60000 65536"/>
                <a:gd name="T13" fmla="*/ 0 60000 65536"/>
                <a:gd name="T14" fmla="*/ 0 60000 65536"/>
                <a:gd name="T15" fmla="*/ 0 60000 65536"/>
                <a:gd name="T16" fmla="*/ 0 60000 65536"/>
                <a:gd name="T17" fmla="*/ 0 60000 65536"/>
                <a:gd name="T18" fmla="*/ 0 w 337"/>
                <a:gd name="T19" fmla="*/ 0 h 485"/>
                <a:gd name="T20" fmla="*/ 337 w 337"/>
                <a:gd name="T21" fmla="*/ 485 h 485"/>
              </a:gdLst>
              <a:ahLst/>
              <a:cxnLst>
                <a:cxn ang="T12">
                  <a:pos x="T0" y="T1"/>
                </a:cxn>
                <a:cxn ang="T13">
                  <a:pos x="T2" y="T3"/>
                </a:cxn>
                <a:cxn ang="T14">
                  <a:pos x="T4" y="T5"/>
                </a:cxn>
                <a:cxn ang="T15">
                  <a:pos x="T6" y="T7"/>
                </a:cxn>
                <a:cxn ang="T16">
                  <a:pos x="T8" y="T9"/>
                </a:cxn>
                <a:cxn ang="T17">
                  <a:pos x="T10" y="T11"/>
                </a:cxn>
              </a:cxnLst>
              <a:rect l="T18" t="T19" r="T20" b="T21"/>
              <a:pathLst>
                <a:path w="337" h="485">
                  <a:moveTo>
                    <a:pt x="336" y="194"/>
                  </a:moveTo>
                  <a:lnTo>
                    <a:pt x="118" y="484"/>
                  </a:lnTo>
                  <a:lnTo>
                    <a:pt x="0" y="452"/>
                  </a:lnTo>
                  <a:lnTo>
                    <a:pt x="336" y="0"/>
                  </a:lnTo>
                  <a:lnTo>
                    <a:pt x="336" y="152"/>
                  </a:lnTo>
                  <a:lnTo>
                    <a:pt x="336" y="194"/>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67651" name="Freeform 89"/>
            <p:cNvSpPr>
              <a:spLocks/>
            </p:cNvSpPr>
            <p:nvPr/>
          </p:nvSpPr>
          <p:spPr bwMode="auto">
            <a:xfrm>
              <a:off x="2757" y="2124"/>
              <a:ext cx="509" cy="339"/>
            </a:xfrm>
            <a:custGeom>
              <a:avLst/>
              <a:gdLst>
                <a:gd name="T0" fmla="*/ 0 w 506"/>
                <a:gd name="T1" fmla="*/ 0 h 345"/>
                <a:gd name="T2" fmla="*/ 1 w 506"/>
                <a:gd name="T3" fmla="*/ 198 h 345"/>
                <a:gd name="T4" fmla="*/ 514 w 506"/>
                <a:gd name="T5" fmla="*/ 326 h 345"/>
                <a:gd name="T6" fmla="*/ 513 w 506"/>
                <a:gd name="T7" fmla="*/ 124 h 345"/>
                <a:gd name="T8" fmla="*/ 0 60000 65536"/>
                <a:gd name="T9" fmla="*/ 0 60000 65536"/>
                <a:gd name="T10" fmla="*/ 0 60000 65536"/>
                <a:gd name="T11" fmla="*/ 0 60000 65536"/>
                <a:gd name="T12" fmla="*/ 0 w 506"/>
                <a:gd name="T13" fmla="*/ 0 h 345"/>
                <a:gd name="T14" fmla="*/ 506 w 506"/>
                <a:gd name="T15" fmla="*/ 345 h 345"/>
              </a:gdLst>
              <a:ahLst/>
              <a:cxnLst>
                <a:cxn ang="T8">
                  <a:pos x="T0" y="T1"/>
                </a:cxn>
                <a:cxn ang="T9">
                  <a:pos x="T2" y="T3"/>
                </a:cxn>
                <a:cxn ang="T10">
                  <a:pos x="T4" y="T5"/>
                </a:cxn>
                <a:cxn ang="T11">
                  <a:pos x="T6" y="T7"/>
                </a:cxn>
              </a:cxnLst>
              <a:rect l="T12" t="T13" r="T14" b="T15"/>
              <a:pathLst>
                <a:path w="506" h="345">
                  <a:moveTo>
                    <a:pt x="0" y="0"/>
                  </a:moveTo>
                  <a:lnTo>
                    <a:pt x="1" y="209"/>
                  </a:lnTo>
                  <a:lnTo>
                    <a:pt x="505" y="344"/>
                  </a:lnTo>
                  <a:lnTo>
                    <a:pt x="504" y="130"/>
                  </a:lnTo>
                </a:path>
              </a:pathLst>
            </a:custGeom>
            <a:solidFill>
              <a:srgbClr val="FC2C1C"/>
            </a:solidFill>
            <a:ln w="12700" cap="rnd" cmpd="sng">
              <a:solidFill>
                <a:schemeClr val="bg2"/>
              </a:solidFill>
              <a:prstDash val="solid"/>
              <a:round/>
              <a:headEnd type="none" w="med" len="med"/>
              <a:tailEnd type="none" w="med" len="med"/>
            </a:ln>
          </p:spPr>
          <p:txBody>
            <a:bodyPr/>
            <a:lstStyle/>
            <a:p>
              <a:endParaRPr lang="fr-FR"/>
            </a:p>
          </p:txBody>
        </p:sp>
        <p:sp>
          <p:nvSpPr>
            <p:cNvPr id="67652" name="AutoShape 90"/>
            <p:cNvSpPr>
              <a:spLocks noChangeArrowheads="1"/>
            </p:cNvSpPr>
            <p:nvPr/>
          </p:nvSpPr>
          <p:spPr bwMode="auto">
            <a:xfrm rot="16200000" flipH="1">
              <a:off x="3067" y="1967"/>
              <a:ext cx="693" cy="306"/>
            </a:xfrm>
            <a:prstGeom prst="parallelogram">
              <a:avLst>
                <a:gd name="adj" fmla="val 156202"/>
              </a:avLst>
            </a:prstGeom>
            <a:solidFill>
              <a:srgbClr val="FC2C1C"/>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grpSp>
        <p:nvGrpSpPr>
          <p:cNvPr id="67599" name="Group 91"/>
          <p:cNvGrpSpPr>
            <a:grpSpLocks/>
          </p:cNvGrpSpPr>
          <p:nvPr/>
        </p:nvGrpSpPr>
        <p:grpSpPr bwMode="auto">
          <a:xfrm rot="-223274">
            <a:off x="3321050" y="2914650"/>
            <a:ext cx="744538" cy="733425"/>
            <a:chOff x="2757" y="1666"/>
            <a:chExt cx="812" cy="800"/>
          </a:xfrm>
        </p:grpSpPr>
        <p:sp>
          <p:nvSpPr>
            <p:cNvPr id="67641" name="Freeform 92"/>
            <p:cNvSpPr>
              <a:spLocks/>
            </p:cNvSpPr>
            <p:nvPr/>
          </p:nvSpPr>
          <p:spPr bwMode="auto">
            <a:xfrm>
              <a:off x="2762" y="1667"/>
              <a:ext cx="807" cy="584"/>
            </a:xfrm>
            <a:custGeom>
              <a:avLst/>
              <a:gdLst>
                <a:gd name="T0" fmla="*/ 497 w 807"/>
                <a:gd name="T1" fmla="*/ 583 h 584"/>
                <a:gd name="T2" fmla="*/ 0 w 807"/>
                <a:gd name="T3" fmla="*/ 452 h 584"/>
                <a:gd name="T4" fmla="*/ 337 w 807"/>
                <a:gd name="T5" fmla="*/ 0 h 584"/>
                <a:gd name="T6" fmla="*/ 806 w 807"/>
                <a:gd name="T7" fmla="*/ 98 h 584"/>
                <a:gd name="T8" fmla="*/ 497 w 807"/>
                <a:gd name="T9" fmla="*/ 583 h 584"/>
                <a:gd name="T10" fmla="*/ 0 60000 65536"/>
                <a:gd name="T11" fmla="*/ 0 60000 65536"/>
                <a:gd name="T12" fmla="*/ 0 60000 65536"/>
                <a:gd name="T13" fmla="*/ 0 60000 65536"/>
                <a:gd name="T14" fmla="*/ 0 60000 65536"/>
                <a:gd name="T15" fmla="*/ 0 w 807"/>
                <a:gd name="T16" fmla="*/ 0 h 584"/>
                <a:gd name="T17" fmla="*/ 807 w 807"/>
                <a:gd name="T18" fmla="*/ 584 h 584"/>
              </a:gdLst>
              <a:ahLst/>
              <a:cxnLst>
                <a:cxn ang="T10">
                  <a:pos x="T0" y="T1"/>
                </a:cxn>
                <a:cxn ang="T11">
                  <a:pos x="T2" y="T3"/>
                </a:cxn>
                <a:cxn ang="T12">
                  <a:pos x="T4" y="T5"/>
                </a:cxn>
                <a:cxn ang="T13">
                  <a:pos x="T6" y="T7"/>
                </a:cxn>
                <a:cxn ang="T14">
                  <a:pos x="T8" y="T9"/>
                </a:cxn>
              </a:cxnLst>
              <a:rect l="T15" t="T16" r="T17" b="T18"/>
              <a:pathLst>
                <a:path w="807" h="584">
                  <a:moveTo>
                    <a:pt x="497" y="583"/>
                  </a:moveTo>
                  <a:lnTo>
                    <a:pt x="0" y="452"/>
                  </a:lnTo>
                  <a:lnTo>
                    <a:pt x="337" y="0"/>
                  </a:lnTo>
                  <a:lnTo>
                    <a:pt x="806" y="98"/>
                  </a:lnTo>
                  <a:lnTo>
                    <a:pt x="497" y="583"/>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67642" name="Freeform 93"/>
            <p:cNvSpPr>
              <a:spLocks/>
            </p:cNvSpPr>
            <p:nvPr/>
          </p:nvSpPr>
          <p:spPr bwMode="auto">
            <a:xfrm>
              <a:off x="2882" y="1861"/>
              <a:ext cx="578" cy="384"/>
            </a:xfrm>
            <a:custGeom>
              <a:avLst/>
              <a:gdLst>
                <a:gd name="T0" fmla="*/ 377 w 578"/>
                <a:gd name="T1" fmla="*/ 383 h 384"/>
                <a:gd name="T2" fmla="*/ 0 w 578"/>
                <a:gd name="T3" fmla="*/ 291 h 384"/>
                <a:gd name="T4" fmla="*/ 217 w 578"/>
                <a:gd name="T5" fmla="*/ 0 h 384"/>
                <a:gd name="T6" fmla="*/ 577 w 578"/>
                <a:gd name="T7" fmla="*/ 74 h 384"/>
                <a:gd name="T8" fmla="*/ 377 w 578"/>
                <a:gd name="T9" fmla="*/ 383 h 384"/>
                <a:gd name="T10" fmla="*/ 0 60000 65536"/>
                <a:gd name="T11" fmla="*/ 0 60000 65536"/>
                <a:gd name="T12" fmla="*/ 0 60000 65536"/>
                <a:gd name="T13" fmla="*/ 0 60000 65536"/>
                <a:gd name="T14" fmla="*/ 0 60000 65536"/>
                <a:gd name="T15" fmla="*/ 0 w 578"/>
                <a:gd name="T16" fmla="*/ 0 h 384"/>
                <a:gd name="T17" fmla="*/ 578 w 578"/>
                <a:gd name="T18" fmla="*/ 384 h 384"/>
              </a:gdLst>
              <a:ahLst/>
              <a:cxnLst>
                <a:cxn ang="T10">
                  <a:pos x="T0" y="T1"/>
                </a:cxn>
                <a:cxn ang="T11">
                  <a:pos x="T2" y="T3"/>
                </a:cxn>
                <a:cxn ang="T12">
                  <a:pos x="T4" y="T5"/>
                </a:cxn>
                <a:cxn ang="T13">
                  <a:pos x="T6" y="T7"/>
                </a:cxn>
                <a:cxn ang="T14">
                  <a:pos x="T8" y="T9"/>
                </a:cxn>
              </a:cxnLst>
              <a:rect l="T15" t="T16" r="T17" b="T18"/>
              <a:pathLst>
                <a:path w="578" h="384">
                  <a:moveTo>
                    <a:pt x="377" y="383"/>
                  </a:moveTo>
                  <a:lnTo>
                    <a:pt x="0" y="291"/>
                  </a:lnTo>
                  <a:lnTo>
                    <a:pt x="217" y="0"/>
                  </a:lnTo>
                  <a:lnTo>
                    <a:pt x="577" y="74"/>
                  </a:lnTo>
                  <a:lnTo>
                    <a:pt x="377" y="383"/>
                  </a:lnTo>
                </a:path>
              </a:pathLst>
            </a:custGeom>
            <a:solidFill>
              <a:srgbClr val="E22B00"/>
            </a:solidFill>
            <a:ln>
              <a:noFill/>
            </a:ln>
            <a:extLst>
              <a:ext uri="{91240B29-F687-4F45-9708-019B960494DF}">
                <a14:hiddenLine xmlns:a14="http://schemas.microsoft.com/office/drawing/2010/main" w="12700" cap="rnd" cmpd="sng">
                  <a:solidFill>
                    <a:srgbClr val="000000"/>
                  </a:solidFill>
                  <a:prstDash val="solid"/>
                  <a:round/>
                  <a:headEnd type="none" w="med" len="med"/>
                  <a:tailEnd type="none" w="med" len="med"/>
                </a14:hiddenLine>
              </a:ext>
            </a:extLst>
          </p:spPr>
          <p:txBody>
            <a:bodyPr/>
            <a:lstStyle/>
            <a:p>
              <a:endParaRPr lang="fr-FR"/>
            </a:p>
          </p:txBody>
        </p:sp>
        <p:sp>
          <p:nvSpPr>
            <p:cNvPr id="67643" name="Line 94"/>
            <p:cNvSpPr>
              <a:spLocks noChangeShapeType="1"/>
            </p:cNvSpPr>
            <p:nvPr/>
          </p:nvSpPr>
          <p:spPr bwMode="auto">
            <a:xfrm>
              <a:off x="3102" y="1862"/>
              <a:ext cx="352" cy="7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fr-FR"/>
            </a:p>
          </p:txBody>
        </p:sp>
        <p:sp>
          <p:nvSpPr>
            <p:cNvPr id="67644" name="Freeform 95"/>
            <p:cNvSpPr>
              <a:spLocks/>
            </p:cNvSpPr>
            <p:nvPr/>
          </p:nvSpPr>
          <p:spPr bwMode="auto">
            <a:xfrm>
              <a:off x="2762" y="1666"/>
              <a:ext cx="337" cy="485"/>
            </a:xfrm>
            <a:custGeom>
              <a:avLst/>
              <a:gdLst>
                <a:gd name="T0" fmla="*/ 336 w 337"/>
                <a:gd name="T1" fmla="*/ 194 h 485"/>
                <a:gd name="T2" fmla="*/ 118 w 337"/>
                <a:gd name="T3" fmla="*/ 484 h 485"/>
                <a:gd name="T4" fmla="*/ 0 w 337"/>
                <a:gd name="T5" fmla="*/ 452 h 485"/>
                <a:gd name="T6" fmla="*/ 336 w 337"/>
                <a:gd name="T7" fmla="*/ 0 h 485"/>
                <a:gd name="T8" fmla="*/ 336 w 337"/>
                <a:gd name="T9" fmla="*/ 152 h 485"/>
                <a:gd name="T10" fmla="*/ 336 w 337"/>
                <a:gd name="T11" fmla="*/ 194 h 485"/>
                <a:gd name="T12" fmla="*/ 0 60000 65536"/>
                <a:gd name="T13" fmla="*/ 0 60000 65536"/>
                <a:gd name="T14" fmla="*/ 0 60000 65536"/>
                <a:gd name="T15" fmla="*/ 0 60000 65536"/>
                <a:gd name="T16" fmla="*/ 0 60000 65536"/>
                <a:gd name="T17" fmla="*/ 0 60000 65536"/>
                <a:gd name="T18" fmla="*/ 0 w 337"/>
                <a:gd name="T19" fmla="*/ 0 h 485"/>
                <a:gd name="T20" fmla="*/ 337 w 337"/>
                <a:gd name="T21" fmla="*/ 485 h 485"/>
              </a:gdLst>
              <a:ahLst/>
              <a:cxnLst>
                <a:cxn ang="T12">
                  <a:pos x="T0" y="T1"/>
                </a:cxn>
                <a:cxn ang="T13">
                  <a:pos x="T2" y="T3"/>
                </a:cxn>
                <a:cxn ang="T14">
                  <a:pos x="T4" y="T5"/>
                </a:cxn>
                <a:cxn ang="T15">
                  <a:pos x="T6" y="T7"/>
                </a:cxn>
                <a:cxn ang="T16">
                  <a:pos x="T8" y="T9"/>
                </a:cxn>
                <a:cxn ang="T17">
                  <a:pos x="T10" y="T11"/>
                </a:cxn>
              </a:cxnLst>
              <a:rect l="T18" t="T19" r="T20" b="T21"/>
              <a:pathLst>
                <a:path w="337" h="485">
                  <a:moveTo>
                    <a:pt x="336" y="194"/>
                  </a:moveTo>
                  <a:lnTo>
                    <a:pt x="118" y="484"/>
                  </a:lnTo>
                  <a:lnTo>
                    <a:pt x="0" y="452"/>
                  </a:lnTo>
                  <a:lnTo>
                    <a:pt x="336" y="0"/>
                  </a:lnTo>
                  <a:lnTo>
                    <a:pt x="336" y="152"/>
                  </a:lnTo>
                  <a:lnTo>
                    <a:pt x="336" y="194"/>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67645" name="Freeform 96"/>
            <p:cNvSpPr>
              <a:spLocks/>
            </p:cNvSpPr>
            <p:nvPr/>
          </p:nvSpPr>
          <p:spPr bwMode="auto">
            <a:xfrm>
              <a:off x="2757" y="2124"/>
              <a:ext cx="509" cy="339"/>
            </a:xfrm>
            <a:custGeom>
              <a:avLst/>
              <a:gdLst>
                <a:gd name="T0" fmla="*/ 0 w 506"/>
                <a:gd name="T1" fmla="*/ 0 h 345"/>
                <a:gd name="T2" fmla="*/ 1 w 506"/>
                <a:gd name="T3" fmla="*/ 198 h 345"/>
                <a:gd name="T4" fmla="*/ 514 w 506"/>
                <a:gd name="T5" fmla="*/ 326 h 345"/>
                <a:gd name="T6" fmla="*/ 513 w 506"/>
                <a:gd name="T7" fmla="*/ 124 h 345"/>
                <a:gd name="T8" fmla="*/ 0 60000 65536"/>
                <a:gd name="T9" fmla="*/ 0 60000 65536"/>
                <a:gd name="T10" fmla="*/ 0 60000 65536"/>
                <a:gd name="T11" fmla="*/ 0 60000 65536"/>
                <a:gd name="T12" fmla="*/ 0 w 506"/>
                <a:gd name="T13" fmla="*/ 0 h 345"/>
                <a:gd name="T14" fmla="*/ 506 w 506"/>
                <a:gd name="T15" fmla="*/ 345 h 345"/>
              </a:gdLst>
              <a:ahLst/>
              <a:cxnLst>
                <a:cxn ang="T8">
                  <a:pos x="T0" y="T1"/>
                </a:cxn>
                <a:cxn ang="T9">
                  <a:pos x="T2" y="T3"/>
                </a:cxn>
                <a:cxn ang="T10">
                  <a:pos x="T4" y="T5"/>
                </a:cxn>
                <a:cxn ang="T11">
                  <a:pos x="T6" y="T7"/>
                </a:cxn>
              </a:cxnLst>
              <a:rect l="T12" t="T13" r="T14" b="T15"/>
              <a:pathLst>
                <a:path w="506" h="345">
                  <a:moveTo>
                    <a:pt x="0" y="0"/>
                  </a:moveTo>
                  <a:lnTo>
                    <a:pt x="1" y="209"/>
                  </a:lnTo>
                  <a:lnTo>
                    <a:pt x="505" y="344"/>
                  </a:lnTo>
                  <a:lnTo>
                    <a:pt x="504" y="130"/>
                  </a:lnTo>
                </a:path>
              </a:pathLst>
            </a:custGeom>
            <a:solidFill>
              <a:srgbClr val="FC2C1C"/>
            </a:solidFill>
            <a:ln w="12700" cap="rnd" cmpd="sng">
              <a:solidFill>
                <a:schemeClr val="bg2"/>
              </a:solidFill>
              <a:prstDash val="solid"/>
              <a:round/>
              <a:headEnd type="none" w="med" len="med"/>
              <a:tailEnd type="none" w="med" len="med"/>
            </a:ln>
          </p:spPr>
          <p:txBody>
            <a:bodyPr/>
            <a:lstStyle/>
            <a:p>
              <a:endParaRPr lang="fr-FR"/>
            </a:p>
          </p:txBody>
        </p:sp>
        <p:sp>
          <p:nvSpPr>
            <p:cNvPr id="67646" name="AutoShape 97"/>
            <p:cNvSpPr>
              <a:spLocks noChangeArrowheads="1"/>
            </p:cNvSpPr>
            <p:nvPr/>
          </p:nvSpPr>
          <p:spPr bwMode="auto">
            <a:xfrm rot="16200000" flipH="1">
              <a:off x="3067" y="1967"/>
              <a:ext cx="693" cy="306"/>
            </a:xfrm>
            <a:prstGeom prst="parallelogram">
              <a:avLst>
                <a:gd name="adj" fmla="val 156202"/>
              </a:avLst>
            </a:prstGeom>
            <a:solidFill>
              <a:srgbClr val="FC2C1C"/>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grpSp>
        <p:nvGrpSpPr>
          <p:cNvPr id="67600" name="Group 105"/>
          <p:cNvGrpSpPr>
            <a:grpSpLocks/>
          </p:cNvGrpSpPr>
          <p:nvPr/>
        </p:nvGrpSpPr>
        <p:grpSpPr bwMode="auto">
          <a:xfrm rot="-223274">
            <a:off x="4675188" y="2851150"/>
            <a:ext cx="744537" cy="733425"/>
            <a:chOff x="2757" y="1666"/>
            <a:chExt cx="812" cy="800"/>
          </a:xfrm>
        </p:grpSpPr>
        <p:sp>
          <p:nvSpPr>
            <p:cNvPr id="67635" name="Freeform 106"/>
            <p:cNvSpPr>
              <a:spLocks/>
            </p:cNvSpPr>
            <p:nvPr/>
          </p:nvSpPr>
          <p:spPr bwMode="auto">
            <a:xfrm>
              <a:off x="2762" y="1667"/>
              <a:ext cx="807" cy="584"/>
            </a:xfrm>
            <a:custGeom>
              <a:avLst/>
              <a:gdLst>
                <a:gd name="T0" fmla="*/ 497 w 807"/>
                <a:gd name="T1" fmla="*/ 583 h 584"/>
                <a:gd name="T2" fmla="*/ 0 w 807"/>
                <a:gd name="T3" fmla="*/ 452 h 584"/>
                <a:gd name="T4" fmla="*/ 337 w 807"/>
                <a:gd name="T5" fmla="*/ 0 h 584"/>
                <a:gd name="T6" fmla="*/ 806 w 807"/>
                <a:gd name="T7" fmla="*/ 98 h 584"/>
                <a:gd name="T8" fmla="*/ 497 w 807"/>
                <a:gd name="T9" fmla="*/ 583 h 584"/>
                <a:gd name="T10" fmla="*/ 0 60000 65536"/>
                <a:gd name="T11" fmla="*/ 0 60000 65536"/>
                <a:gd name="T12" fmla="*/ 0 60000 65536"/>
                <a:gd name="T13" fmla="*/ 0 60000 65536"/>
                <a:gd name="T14" fmla="*/ 0 60000 65536"/>
                <a:gd name="T15" fmla="*/ 0 w 807"/>
                <a:gd name="T16" fmla="*/ 0 h 584"/>
                <a:gd name="T17" fmla="*/ 807 w 807"/>
                <a:gd name="T18" fmla="*/ 584 h 584"/>
              </a:gdLst>
              <a:ahLst/>
              <a:cxnLst>
                <a:cxn ang="T10">
                  <a:pos x="T0" y="T1"/>
                </a:cxn>
                <a:cxn ang="T11">
                  <a:pos x="T2" y="T3"/>
                </a:cxn>
                <a:cxn ang="T12">
                  <a:pos x="T4" y="T5"/>
                </a:cxn>
                <a:cxn ang="T13">
                  <a:pos x="T6" y="T7"/>
                </a:cxn>
                <a:cxn ang="T14">
                  <a:pos x="T8" y="T9"/>
                </a:cxn>
              </a:cxnLst>
              <a:rect l="T15" t="T16" r="T17" b="T18"/>
              <a:pathLst>
                <a:path w="807" h="584">
                  <a:moveTo>
                    <a:pt x="497" y="583"/>
                  </a:moveTo>
                  <a:lnTo>
                    <a:pt x="0" y="452"/>
                  </a:lnTo>
                  <a:lnTo>
                    <a:pt x="337" y="0"/>
                  </a:lnTo>
                  <a:lnTo>
                    <a:pt x="806" y="98"/>
                  </a:lnTo>
                  <a:lnTo>
                    <a:pt x="497" y="583"/>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67636" name="Freeform 107"/>
            <p:cNvSpPr>
              <a:spLocks/>
            </p:cNvSpPr>
            <p:nvPr/>
          </p:nvSpPr>
          <p:spPr bwMode="auto">
            <a:xfrm>
              <a:off x="2882" y="1861"/>
              <a:ext cx="578" cy="384"/>
            </a:xfrm>
            <a:custGeom>
              <a:avLst/>
              <a:gdLst>
                <a:gd name="T0" fmla="*/ 377 w 578"/>
                <a:gd name="T1" fmla="*/ 383 h 384"/>
                <a:gd name="T2" fmla="*/ 0 w 578"/>
                <a:gd name="T3" fmla="*/ 291 h 384"/>
                <a:gd name="T4" fmla="*/ 217 w 578"/>
                <a:gd name="T5" fmla="*/ 0 h 384"/>
                <a:gd name="T6" fmla="*/ 577 w 578"/>
                <a:gd name="T7" fmla="*/ 74 h 384"/>
                <a:gd name="T8" fmla="*/ 377 w 578"/>
                <a:gd name="T9" fmla="*/ 383 h 384"/>
                <a:gd name="T10" fmla="*/ 0 60000 65536"/>
                <a:gd name="T11" fmla="*/ 0 60000 65536"/>
                <a:gd name="T12" fmla="*/ 0 60000 65536"/>
                <a:gd name="T13" fmla="*/ 0 60000 65536"/>
                <a:gd name="T14" fmla="*/ 0 60000 65536"/>
                <a:gd name="T15" fmla="*/ 0 w 578"/>
                <a:gd name="T16" fmla="*/ 0 h 384"/>
                <a:gd name="T17" fmla="*/ 578 w 578"/>
                <a:gd name="T18" fmla="*/ 384 h 384"/>
              </a:gdLst>
              <a:ahLst/>
              <a:cxnLst>
                <a:cxn ang="T10">
                  <a:pos x="T0" y="T1"/>
                </a:cxn>
                <a:cxn ang="T11">
                  <a:pos x="T2" y="T3"/>
                </a:cxn>
                <a:cxn ang="T12">
                  <a:pos x="T4" y="T5"/>
                </a:cxn>
                <a:cxn ang="T13">
                  <a:pos x="T6" y="T7"/>
                </a:cxn>
                <a:cxn ang="T14">
                  <a:pos x="T8" y="T9"/>
                </a:cxn>
              </a:cxnLst>
              <a:rect l="T15" t="T16" r="T17" b="T18"/>
              <a:pathLst>
                <a:path w="578" h="384">
                  <a:moveTo>
                    <a:pt x="377" y="383"/>
                  </a:moveTo>
                  <a:lnTo>
                    <a:pt x="0" y="291"/>
                  </a:lnTo>
                  <a:lnTo>
                    <a:pt x="217" y="0"/>
                  </a:lnTo>
                  <a:lnTo>
                    <a:pt x="577" y="74"/>
                  </a:lnTo>
                  <a:lnTo>
                    <a:pt x="377" y="383"/>
                  </a:lnTo>
                </a:path>
              </a:pathLst>
            </a:custGeom>
            <a:solidFill>
              <a:srgbClr val="E22B00"/>
            </a:solidFill>
            <a:ln>
              <a:noFill/>
            </a:ln>
            <a:extLst>
              <a:ext uri="{91240B29-F687-4F45-9708-019B960494DF}">
                <a14:hiddenLine xmlns:a14="http://schemas.microsoft.com/office/drawing/2010/main" w="12700" cap="rnd" cmpd="sng">
                  <a:solidFill>
                    <a:srgbClr val="000000"/>
                  </a:solidFill>
                  <a:prstDash val="solid"/>
                  <a:round/>
                  <a:headEnd type="none" w="med" len="med"/>
                  <a:tailEnd type="none" w="med" len="med"/>
                </a14:hiddenLine>
              </a:ext>
            </a:extLst>
          </p:spPr>
          <p:txBody>
            <a:bodyPr/>
            <a:lstStyle/>
            <a:p>
              <a:endParaRPr lang="fr-FR"/>
            </a:p>
          </p:txBody>
        </p:sp>
        <p:sp>
          <p:nvSpPr>
            <p:cNvPr id="67637" name="Line 108"/>
            <p:cNvSpPr>
              <a:spLocks noChangeShapeType="1"/>
            </p:cNvSpPr>
            <p:nvPr/>
          </p:nvSpPr>
          <p:spPr bwMode="auto">
            <a:xfrm>
              <a:off x="3102" y="1862"/>
              <a:ext cx="352" cy="7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fr-FR"/>
            </a:p>
          </p:txBody>
        </p:sp>
        <p:sp>
          <p:nvSpPr>
            <p:cNvPr id="67638" name="Freeform 109"/>
            <p:cNvSpPr>
              <a:spLocks/>
            </p:cNvSpPr>
            <p:nvPr/>
          </p:nvSpPr>
          <p:spPr bwMode="auto">
            <a:xfrm>
              <a:off x="2762" y="1666"/>
              <a:ext cx="337" cy="485"/>
            </a:xfrm>
            <a:custGeom>
              <a:avLst/>
              <a:gdLst>
                <a:gd name="T0" fmla="*/ 336 w 337"/>
                <a:gd name="T1" fmla="*/ 194 h 485"/>
                <a:gd name="T2" fmla="*/ 118 w 337"/>
                <a:gd name="T3" fmla="*/ 484 h 485"/>
                <a:gd name="T4" fmla="*/ 0 w 337"/>
                <a:gd name="T5" fmla="*/ 452 h 485"/>
                <a:gd name="T6" fmla="*/ 336 w 337"/>
                <a:gd name="T7" fmla="*/ 0 h 485"/>
                <a:gd name="T8" fmla="*/ 336 w 337"/>
                <a:gd name="T9" fmla="*/ 152 h 485"/>
                <a:gd name="T10" fmla="*/ 336 w 337"/>
                <a:gd name="T11" fmla="*/ 194 h 485"/>
                <a:gd name="T12" fmla="*/ 0 60000 65536"/>
                <a:gd name="T13" fmla="*/ 0 60000 65536"/>
                <a:gd name="T14" fmla="*/ 0 60000 65536"/>
                <a:gd name="T15" fmla="*/ 0 60000 65536"/>
                <a:gd name="T16" fmla="*/ 0 60000 65536"/>
                <a:gd name="T17" fmla="*/ 0 60000 65536"/>
                <a:gd name="T18" fmla="*/ 0 w 337"/>
                <a:gd name="T19" fmla="*/ 0 h 485"/>
                <a:gd name="T20" fmla="*/ 337 w 337"/>
                <a:gd name="T21" fmla="*/ 485 h 485"/>
              </a:gdLst>
              <a:ahLst/>
              <a:cxnLst>
                <a:cxn ang="T12">
                  <a:pos x="T0" y="T1"/>
                </a:cxn>
                <a:cxn ang="T13">
                  <a:pos x="T2" y="T3"/>
                </a:cxn>
                <a:cxn ang="T14">
                  <a:pos x="T4" y="T5"/>
                </a:cxn>
                <a:cxn ang="T15">
                  <a:pos x="T6" y="T7"/>
                </a:cxn>
                <a:cxn ang="T16">
                  <a:pos x="T8" y="T9"/>
                </a:cxn>
                <a:cxn ang="T17">
                  <a:pos x="T10" y="T11"/>
                </a:cxn>
              </a:cxnLst>
              <a:rect l="T18" t="T19" r="T20" b="T21"/>
              <a:pathLst>
                <a:path w="337" h="485">
                  <a:moveTo>
                    <a:pt x="336" y="194"/>
                  </a:moveTo>
                  <a:lnTo>
                    <a:pt x="118" y="484"/>
                  </a:lnTo>
                  <a:lnTo>
                    <a:pt x="0" y="452"/>
                  </a:lnTo>
                  <a:lnTo>
                    <a:pt x="336" y="0"/>
                  </a:lnTo>
                  <a:lnTo>
                    <a:pt x="336" y="152"/>
                  </a:lnTo>
                  <a:lnTo>
                    <a:pt x="336" y="194"/>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67639" name="Freeform 110"/>
            <p:cNvSpPr>
              <a:spLocks/>
            </p:cNvSpPr>
            <p:nvPr/>
          </p:nvSpPr>
          <p:spPr bwMode="auto">
            <a:xfrm>
              <a:off x="2757" y="2124"/>
              <a:ext cx="509" cy="339"/>
            </a:xfrm>
            <a:custGeom>
              <a:avLst/>
              <a:gdLst>
                <a:gd name="T0" fmla="*/ 0 w 506"/>
                <a:gd name="T1" fmla="*/ 0 h 345"/>
                <a:gd name="T2" fmla="*/ 1 w 506"/>
                <a:gd name="T3" fmla="*/ 198 h 345"/>
                <a:gd name="T4" fmla="*/ 514 w 506"/>
                <a:gd name="T5" fmla="*/ 326 h 345"/>
                <a:gd name="T6" fmla="*/ 513 w 506"/>
                <a:gd name="T7" fmla="*/ 124 h 345"/>
                <a:gd name="T8" fmla="*/ 0 60000 65536"/>
                <a:gd name="T9" fmla="*/ 0 60000 65536"/>
                <a:gd name="T10" fmla="*/ 0 60000 65536"/>
                <a:gd name="T11" fmla="*/ 0 60000 65536"/>
                <a:gd name="T12" fmla="*/ 0 w 506"/>
                <a:gd name="T13" fmla="*/ 0 h 345"/>
                <a:gd name="T14" fmla="*/ 506 w 506"/>
                <a:gd name="T15" fmla="*/ 345 h 345"/>
              </a:gdLst>
              <a:ahLst/>
              <a:cxnLst>
                <a:cxn ang="T8">
                  <a:pos x="T0" y="T1"/>
                </a:cxn>
                <a:cxn ang="T9">
                  <a:pos x="T2" y="T3"/>
                </a:cxn>
                <a:cxn ang="T10">
                  <a:pos x="T4" y="T5"/>
                </a:cxn>
                <a:cxn ang="T11">
                  <a:pos x="T6" y="T7"/>
                </a:cxn>
              </a:cxnLst>
              <a:rect l="T12" t="T13" r="T14" b="T15"/>
              <a:pathLst>
                <a:path w="506" h="345">
                  <a:moveTo>
                    <a:pt x="0" y="0"/>
                  </a:moveTo>
                  <a:lnTo>
                    <a:pt x="1" y="209"/>
                  </a:lnTo>
                  <a:lnTo>
                    <a:pt x="505" y="344"/>
                  </a:lnTo>
                  <a:lnTo>
                    <a:pt x="504" y="130"/>
                  </a:lnTo>
                </a:path>
              </a:pathLst>
            </a:custGeom>
            <a:solidFill>
              <a:srgbClr val="FC2C1C"/>
            </a:solidFill>
            <a:ln w="12700" cap="rnd" cmpd="sng">
              <a:solidFill>
                <a:schemeClr val="bg2"/>
              </a:solidFill>
              <a:prstDash val="solid"/>
              <a:round/>
              <a:headEnd type="none" w="med" len="med"/>
              <a:tailEnd type="none" w="med" len="med"/>
            </a:ln>
          </p:spPr>
          <p:txBody>
            <a:bodyPr/>
            <a:lstStyle/>
            <a:p>
              <a:endParaRPr lang="fr-FR"/>
            </a:p>
          </p:txBody>
        </p:sp>
        <p:sp>
          <p:nvSpPr>
            <p:cNvPr id="67640" name="AutoShape 111"/>
            <p:cNvSpPr>
              <a:spLocks noChangeArrowheads="1"/>
            </p:cNvSpPr>
            <p:nvPr/>
          </p:nvSpPr>
          <p:spPr bwMode="auto">
            <a:xfrm rot="16200000" flipH="1">
              <a:off x="3067" y="1967"/>
              <a:ext cx="693" cy="306"/>
            </a:xfrm>
            <a:prstGeom prst="parallelogram">
              <a:avLst>
                <a:gd name="adj" fmla="val 156202"/>
              </a:avLst>
            </a:prstGeom>
            <a:solidFill>
              <a:srgbClr val="FC2C1C"/>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sp>
        <p:nvSpPr>
          <p:cNvPr id="67601" name="Oval 112"/>
          <p:cNvSpPr>
            <a:spLocks noChangeArrowheads="1"/>
          </p:cNvSpPr>
          <p:nvPr/>
        </p:nvSpPr>
        <p:spPr bwMode="auto">
          <a:xfrm rot="-5400000">
            <a:off x="6531769" y="3077369"/>
            <a:ext cx="336550" cy="312738"/>
          </a:xfrm>
          <a:prstGeom prst="ellipse">
            <a:avLst/>
          </a:prstGeom>
          <a:solidFill>
            <a:schemeClr val="bg1"/>
          </a:solidFill>
          <a:ln w="9525">
            <a:solidFill>
              <a:schemeClr val="tx1"/>
            </a:solidFill>
            <a:round/>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67602" name="Oval 113"/>
          <p:cNvSpPr>
            <a:spLocks noChangeArrowheads="1"/>
          </p:cNvSpPr>
          <p:nvPr/>
        </p:nvSpPr>
        <p:spPr bwMode="auto">
          <a:xfrm rot="-5400000">
            <a:off x="6895307" y="3077369"/>
            <a:ext cx="336550" cy="312737"/>
          </a:xfrm>
          <a:prstGeom prst="ellipse">
            <a:avLst/>
          </a:prstGeom>
          <a:solidFill>
            <a:schemeClr val="bg1"/>
          </a:solidFill>
          <a:ln w="9525">
            <a:solidFill>
              <a:schemeClr val="tx1"/>
            </a:solidFill>
            <a:round/>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67603" name="Oval 114"/>
          <p:cNvSpPr>
            <a:spLocks noChangeArrowheads="1"/>
          </p:cNvSpPr>
          <p:nvPr/>
        </p:nvSpPr>
        <p:spPr bwMode="auto">
          <a:xfrm rot="-5400000">
            <a:off x="7271544" y="3077369"/>
            <a:ext cx="336550" cy="312738"/>
          </a:xfrm>
          <a:prstGeom prst="ellipse">
            <a:avLst/>
          </a:prstGeom>
          <a:solidFill>
            <a:schemeClr val="bg1"/>
          </a:solidFill>
          <a:ln w="9525">
            <a:solidFill>
              <a:schemeClr val="tx1"/>
            </a:solidFill>
            <a:round/>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67604" name="Oval 115"/>
          <p:cNvSpPr>
            <a:spLocks noChangeArrowheads="1"/>
          </p:cNvSpPr>
          <p:nvPr/>
        </p:nvSpPr>
        <p:spPr bwMode="auto">
          <a:xfrm rot="-5400000">
            <a:off x="7635082" y="3077369"/>
            <a:ext cx="336550" cy="312737"/>
          </a:xfrm>
          <a:prstGeom prst="ellipse">
            <a:avLst/>
          </a:prstGeom>
          <a:solidFill>
            <a:schemeClr val="bg1"/>
          </a:solidFill>
          <a:ln w="9525">
            <a:solidFill>
              <a:schemeClr val="tx1"/>
            </a:solidFill>
            <a:round/>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nvGrpSpPr>
          <p:cNvPr id="67605" name="Group 116"/>
          <p:cNvGrpSpPr>
            <a:grpSpLocks/>
          </p:cNvGrpSpPr>
          <p:nvPr/>
        </p:nvGrpSpPr>
        <p:grpSpPr bwMode="auto">
          <a:xfrm rot="-223274">
            <a:off x="3278188" y="2673350"/>
            <a:ext cx="744537" cy="733425"/>
            <a:chOff x="2757" y="1666"/>
            <a:chExt cx="812" cy="800"/>
          </a:xfrm>
        </p:grpSpPr>
        <p:sp>
          <p:nvSpPr>
            <p:cNvPr id="67629" name="Freeform 117"/>
            <p:cNvSpPr>
              <a:spLocks/>
            </p:cNvSpPr>
            <p:nvPr/>
          </p:nvSpPr>
          <p:spPr bwMode="auto">
            <a:xfrm>
              <a:off x="2762" y="1667"/>
              <a:ext cx="807" cy="584"/>
            </a:xfrm>
            <a:custGeom>
              <a:avLst/>
              <a:gdLst>
                <a:gd name="T0" fmla="*/ 497 w 807"/>
                <a:gd name="T1" fmla="*/ 583 h 584"/>
                <a:gd name="T2" fmla="*/ 0 w 807"/>
                <a:gd name="T3" fmla="*/ 452 h 584"/>
                <a:gd name="T4" fmla="*/ 337 w 807"/>
                <a:gd name="T5" fmla="*/ 0 h 584"/>
                <a:gd name="T6" fmla="*/ 806 w 807"/>
                <a:gd name="T7" fmla="*/ 98 h 584"/>
                <a:gd name="T8" fmla="*/ 497 w 807"/>
                <a:gd name="T9" fmla="*/ 583 h 584"/>
                <a:gd name="T10" fmla="*/ 0 60000 65536"/>
                <a:gd name="T11" fmla="*/ 0 60000 65536"/>
                <a:gd name="T12" fmla="*/ 0 60000 65536"/>
                <a:gd name="T13" fmla="*/ 0 60000 65536"/>
                <a:gd name="T14" fmla="*/ 0 60000 65536"/>
                <a:gd name="T15" fmla="*/ 0 w 807"/>
                <a:gd name="T16" fmla="*/ 0 h 584"/>
                <a:gd name="T17" fmla="*/ 807 w 807"/>
                <a:gd name="T18" fmla="*/ 584 h 584"/>
              </a:gdLst>
              <a:ahLst/>
              <a:cxnLst>
                <a:cxn ang="T10">
                  <a:pos x="T0" y="T1"/>
                </a:cxn>
                <a:cxn ang="T11">
                  <a:pos x="T2" y="T3"/>
                </a:cxn>
                <a:cxn ang="T12">
                  <a:pos x="T4" y="T5"/>
                </a:cxn>
                <a:cxn ang="T13">
                  <a:pos x="T6" y="T7"/>
                </a:cxn>
                <a:cxn ang="T14">
                  <a:pos x="T8" y="T9"/>
                </a:cxn>
              </a:cxnLst>
              <a:rect l="T15" t="T16" r="T17" b="T18"/>
              <a:pathLst>
                <a:path w="807" h="584">
                  <a:moveTo>
                    <a:pt x="497" y="583"/>
                  </a:moveTo>
                  <a:lnTo>
                    <a:pt x="0" y="452"/>
                  </a:lnTo>
                  <a:lnTo>
                    <a:pt x="337" y="0"/>
                  </a:lnTo>
                  <a:lnTo>
                    <a:pt x="806" y="98"/>
                  </a:lnTo>
                  <a:lnTo>
                    <a:pt x="497" y="583"/>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67630" name="Freeform 118"/>
            <p:cNvSpPr>
              <a:spLocks/>
            </p:cNvSpPr>
            <p:nvPr/>
          </p:nvSpPr>
          <p:spPr bwMode="auto">
            <a:xfrm>
              <a:off x="2882" y="1861"/>
              <a:ext cx="578" cy="384"/>
            </a:xfrm>
            <a:custGeom>
              <a:avLst/>
              <a:gdLst>
                <a:gd name="T0" fmla="*/ 377 w 578"/>
                <a:gd name="T1" fmla="*/ 383 h 384"/>
                <a:gd name="T2" fmla="*/ 0 w 578"/>
                <a:gd name="T3" fmla="*/ 291 h 384"/>
                <a:gd name="T4" fmla="*/ 217 w 578"/>
                <a:gd name="T5" fmla="*/ 0 h 384"/>
                <a:gd name="T6" fmla="*/ 577 w 578"/>
                <a:gd name="T7" fmla="*/ 74 h 384"/>
                <a:gd name="T8" fmla="*/ 377 w 578"/>
                <a:gd name="T9" fmla="*/ 383 h 384"/>
                <a:gd name="T10" fmla="*/ 0 60000 65536"/>
                <a:gd name="T11" fmla="*/ 0 60000 65536"/>
                <a:gd name="T12" fmla="*/ 0 60000 65536"/>
                <a:gd name="T13" fmla="*/ 0 60000 65536"/>
                <a:gd name="T14" fmla="*/ 0 60000 65536"/>
                <a:gd name="T15" fmla="*/ 0 w 578"/>
                <a:gd name="T16" fmla="*/ 0 h 384"/>
                <a:gd name="T17" fmla="*/ 578 w 578"/>
                <a:gd name="T18" fmla="*/ 384 h 384"/>
              </a:gdLst>
              <a:ahLst/>
              <a:cxnLst>
                <a:cxn ang="T10">
                  <a:pos x="T0" y="T1"/>
                </a:cxn>
                <a:cxn ang="T11">
                  <a:pos x="T2" y="T3"/>
                </a:cxn>
                <a:cxn ang="T12">
                  <a:pos x="T4" y="T5"/>
                </a:cxn>
                <a:cxn ang="T13">
                  <a:pos x="T6" y="T7"/>
                </a:cxn>
                <a:cxn ang="T14">
                  <a:pos x="T8" y="T9"/>
                </a:cxn>
              </a:cxnLst>
              <a:rect l="T15" t="T16" r="T17" b="T18"/>
              <a:pathLst>
                <a:path w="578" h="384">
                  <a:moveTo>
                    <a:pt x="377" y="383"/>
                  </a:moveTo>
                  <a:lnTo>
                    <a:pt x="0" y="291"/>
                  </a:lnTo>
                  <a:lnTo>
                    <a:pt x="217" y="0"/>
                  </a:lnTo>
                  <a:lnTo>
                    <a:pt x="577" y="74"/>
                  </a:lnTo>
                  <a:lnTo>
                    <a:pt x="377" y="383"/>
                  </a:lnTo>
                </a:path>
              </a:pathLst>
            </a:custGeom>
            <a:solidFill>
              <a:srgbClr val="E22B00"/>
            </a:solidFill>
            <a:ln>
              <a:noFill/>
            </a:ln>
            <a:extLst>
              <a:ext uri="{91240B29-F687-4F45-9708-019B960494DF}">
                <a14:hiddenLine xmlns:a14="http://schemas.microsoft.com/office/drawing/2010/main" w="12700" cap="rnd" cmpd="sng">
                  <a:solidFill>
                    <a:srgbClr val="000000"/>
                  </a:solidFill>
                  <a:prstDash val="solid"/>
                  <a:round/>
                  <a:headEnd type="none" w="med" len="med"/>
                  <a:tailEnd type="none" w="med" len="med"/>
                </a14:hiddenLine>
              </a:ext>
            </a:extLst>
          </p:spPr>
          <p:txBody>
            <a:bodyPr/>
            <a:lstStyle/>
            <a:p>
              <a:endParaRPr lang="fr-FR"/>
            </a:p>
          </p:txBody>
        </p:sp>
        <p:sp>
          <p:nvSpPr>
            <p:cNvPr id="67631" name="Line 119"/>
            <p:cNvSpPr>
              <a:spLocks noChangeShapeType="1"/>
            </p:cNvSpPr>
            <p:nvPr/>
          </p:nvSpPr>
          <p:spPr bwMode="auto">
            <a:xfrm>
              <a:off x="3102" y="1862"/>
              <a:ext cx="352" cy="7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fr-FR"/>
            </a:p>
          </p:txBody>
        </p:sp>
        <p:sp>
          <p:nvSpPr>
            <p:cNvPr id="67632" name="Freeform 120"/>
            <p:cNvSpPr>
              <a:spLocks/>
            </p:cNvSpPr>
            <p:nvPr/>
          </p:nvSpPr>
          <p:spPr bwMode="auto">
            <a:xfrm>
              <a:off x="2762" y="1666"/>
              <a:ext cx="337" cy="485"/>
            </a:xfrm>
            <a:custGeom>
              <a:avLst/>
              <a:gdLst>
                <a:gd name="T0" fmla="*/ 336 w 337"/>
                <a:gd name="T1" fmla="*/ 194 h 485"/>
                <a:gd name="T2" fmla="*/ 118 w 337"/>
                <a:gd name="T3" fmla="*/ 484 h 485"/>
                <a:gd name="T4" fmla="*/ 0 w 337"/>
                <a:gd name="T5" fmla="*/ 452 h 485"/>
                <a:gd name="T6" fmla="*/ 336 w 337"/>
                <a:gd name="T7" fmla="*/ 0 h 485"/>
                <a:gd name="T8" fmla="*/ 336 w 337"/>
                <a:gd name="T9" fmla="*/ 152 h 485"/>
                <a:gd name="T10" fmla="*/ 336 w 337"/>
                <a:gd name="T11" fmla="*/ 194 h 485"/>
                <a:gd name="T12" fmla="*/ 0 60000 65536"/>
                <a:gd name="T13" fmla="*/ 0 60000 65536"/>
                <a:gd name="T14" fmla="*/ 0 60000 65536"/>
                <a:gd name="T15" fmla="*/ 0 60000 65536"/>
                <a:gd name="T16" fmla="*/ 0 60000 65536"/>
                <a:gd name="T17" fmla="*/ 0 60000 65536"/>
                <a:gd name="T18" fmla="*/ 0 w 337"/>
                <a:gd name="T19" fmla="*/ 0 h 485"/>
                <a:gd name="T20" fmla="*/ 337 w 337"/>
                <a:gd name="T21" fmla="*/ 485 h 485"/>
              </a:gdLst>
              <a:ahLst/>
              <a:cxnLst>
                <a:cxn ang="T12">
                  <a:pos x="T0" y="T1"/>
                </a:cxn>
                <a:cxn ang="T13">
                  <a:pos x="T2" y="T3"/>
                </a:cxn>
                <a:cxn ang="T14">
                  <a:pos x="T4" y="T5"/>
                </a:cxn>
                <a:cxn ang="T15">
                  <a:pos x="T6" y="T7"/>
                </a:cxn>
                <a:cxn ang="T16">
                  <a:pos x="T8" y="T9"/>
                </a:cxn>
                <a:cxn ang="T17">
                  <a:pos x="T10" y="T11"/>
                </a:cxn>
              </a:cxnLst>
              <a:rect l="T18" t="T19" r="T20" b="T21"/>
              <a:pathLst>
                <a:path w="337" h="485">
                  <a:moveTo>
                    <a:pt x="336" y="194"/>
                  </a:moveTo>
                  <a:lnTo>
                    <a:pt x="118" y="484"/>
                  </a:lnTo>
                  <a:lnTo>
                    <a:pt x="0" y="452"/>
                  </a:lnTo>
                  <a:lnTo>
                    <a:pt x="336" y="0"/>
                  </a:lnTo>
                  <a:lnTo>
                    <a:pt x="336" y="152"/>
                  </a:lnTo>
                  <a:lnTo>
                    <a:pt x="336" y="194"/>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67633" name="Freeform 121"/>
            <p:cNvSpPr>
              <a:spLocks/>
            </p:cNvSpPr>
            <p:nvPr/>
          </p:nvSpPr>
          <p:spPr bwMode="auto">
            <a:xfrm>
              <a:off x="2757" y="2124"/>
              <a:ext cx="509" cy="339"/>
            </a:xfrm>
            <a:custGeom>
              <a:avLst/>
              <a:gdLst>
                <a:gd name="T0" fmla="*/ 0 w 506"/>
                <a:gd name="T1" fmla="*/ 0 h 345"/>
                <a:gd name="T2" fmla="*/ 1 w 506"/>
                <a:gd name="T3" fmla="*/ 198 h 345"/>
                <a:gd name="T4" fmla="*/ 514 w 506"/>
                <a:gd name="T5" fmla="*/ 326 h 345"/>
                <a:gd name="T6" fmla="*/ 513 w 506"/>
                <a:gd name="T7" fmla="*/ 124 h 345"/>
                <a:gd name="T8" fmla="*/ 0 60000 65536"/>
                <a:gd name="T9" fmla="*/ 0 60000 65536"/>
                <a:gd name="T10" fmla="*/ 0 60000 65536"/>
                <a:gd name="T11" fmla="*/ 0 60000 65536"/>
                <a:gd name="T12" fmla="*/ 0 w 506"/>
                <a:gd name="T13" fmla="*/ 0 h 345"/>
                <a:gd name="T14" fmla="*/ 506 w 506"/>
                <a:gd name="T15" fmla="*/ 345 h 345"/>
              </a:gdLst>
              <a:ahLst/>
              <a:cxnLst>
                <a:cxn ang="T8">
                  <a:pos x="T0" y="T1"/>
                </a:cxn>
                <a:cxn ang="T9">
                  <a:pos x="T2" y="T3"/>
                </a:cxn>
                <a:cxn ang="T10">
                  <a:pos x="T4" y="T5"/>
                </a:cxn>
                <a:cxn ang="T11">
                  <a:pos x="T6" y="T7"/>
                </a:cxn>
              </a:cxnLst>
              <a:rect l="T12" t="T13" r="T14" b="T15"/>
              <a:pathLst>
                <a:path w="506" h="345">
                  <a:moveTo>
                    <a:pt x="0" y="0"/>
                  </a:moveTo>
                  <a:lnTo>
                    <a:pt x="1" y="209"/>
                  </a:lnTo>
                  <a:lnTo>
                    <a:pt x="505" y="344"/>
                  </a:lnTo>
                  <a:lnTo>
                    <a:pt x="504" y="130"/>
                  </a:lnTo>
                </a:path>
              </a:pathLst>
            </a:custGeom>
            <a:solidFill>
              <a:srgbClr val="FC2C1C"/>
            </a:solidFill>
            <a:ln w="12700" cap="rnd" cmpd="sng">
              <a:solidFill>
                <a:schemeClr val="bg2"/>
              </a:solidFill>
              <a:prstDash val="solid"/>
              <a:round/>
              <a:headEnd type="none" w="med" len="med"/>
              <a:tailEnd type="none" w="med" len="med"/>
            </a:ln>
          </p:spPr>
          <p:txBody>
            <a:bodyPr/>
            <a:lstStyle/>
            <a:p>
              <a:endParaRPr lang="fr-FR"/>
            </a:p>
          </p:txBody>
        </p:sp>
        <p:sp>
          <p:nvSpPr>
            <p:cNvPr id="67634" name="AutoShape 122"/>
            <p:cNvSpPr>
              <a:spLocks noChangeArrowheads="1"/>
            </p:cNvSpPr>
            <p:nvPr/>
          </p:nvSpPr>
          <p:spPr bwMode="auto">
            <a:xfrm rot="16200000" flipH="1">
              <a:off x="3067" y="1967"/>
              <a:ext cx="693" cy="306"/>
            </a:xfrm>
            <a:prstGeom prst="parallelogram">
              <a:avLst>
                <a:gd name="adj" fmla="val 156202"/>
              </a:avLst>
            </a:prstGeom>
            <a:solidFill>
              <a:srgbClr val="FC2C1C"/>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sp>
        <p:nvSpPr>
          <p:cNvPr id="67606" name="Text Box 130"/>
          <p:cNvSpPr txBox="1">
            <a:spLocks noChangeArrowheads="1"/>
          </p:cNvSpPr>
          <p:nvPr/>
        </p:nvSpPr>
        <p:spPr bwMode="auto">
          <a:xfrm>
            <a:off x="566738" y="5211763"/>
            <a:ext cx="6543675" cy="4429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eaLnBrk="1" hangingPunct="1">
              <a:spcBef>
                <a:spcPct val="0"/>
              </a:spcBef>
              <a:buFontTx/>
              <a:buNone/>
            </a:pPr>
            <a:r>
              <a:rPr lang="fr-FR" altLang="fr-FR" sz="2300"/>
              <a:t>4. Pointez la production sur votre feuille de suivi</a:t>
            </a:r>
          </a:p>
        </p:txBody>
      </p:sp>
      <p:sp>
        <p:nvSpPr>
          <p:cNvPr id="67607" name="Text Box 131"/>
          <p:cNvSpPr txBox="1">
            <a:spLocks noChangeArrowheads="1"/>
          </p:cNvSpPr>
          <p:nvPr/>
        </p:nvSpPr>
        <p:spPr bwMode="auto">
          <a:xfrm>
            <a:off x="669925" y="3633788"/>
            <a:ext cx="828675"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a:spcBef>
                <a:spcPct val="0"/>
              </a:spcBef>
              <a:buFontTx/>
              <a:buNone/>
            </a:pPr>
            <a:r>
              <a:rPr lang="fr-FR" altLang="fr-FR" sz="2400" dirty="0">
                <a:solidFill>
                  <a:srgbClr val="FC2C1C"/>
                </a:solidFill>
              </a:rPr>
              <a:t>3 R1</a:t>
            </a:r>
          </a:p>
        </p:txBody>
      </p:sp>
      <p:grpSp>
        <p:nvGrpSpPr>
          <p:cNvPr id="67608" name="Group 132"/>
          <p:cNvGrpSpPr>
            <a:grpSpLocks/>
          </p:cNvGrpSpPr>
          <p:nvPr/>
        </p:nvGrpSpPr>
        <p:grpSpPr bwMode="auto">
          <a:xfrm rot="-223274">
            <a:off x="709613" y="2876550"/>
            <a:ext cx="744537" cy="733425"/>
            <a:chOff x="2757" y="1666"/>
            <a:chExt cx="812" cy="800"/>
          </a:xfrm>
        </p:grpSpPr>
        <p:sp>
          <p:nvSpPr>
            <p:cNvPr id="67623" name="Freeform 133"/>
            <p:cNvSpPr>
              <a:spLocks/>
            </p:cNvSpPr>
            <p:nvPr/>
          </p:nvSpPr>
          <p:spPr bwMode="auto">
            <a:xfrm>
              <a:off x="2762" y="1667"/>
              <a:ext cx="807" cy="584"/>
            </a:xfrm>
            <a:custGeom>
              <a:avLst/>
              <a:gdLst>
                <a:gd name="T0" fmla="*/ 497 w 807"/>
                <a:gd name="T1" fmla="*/ 583 h 584"/>
                <a:gd name="T2" fmla="*/ 0 w 807"/>
                <a:gd name="T3" fmla="*/ 452 h 584"/>
                <a:gd name="T4" fmla="*/ 337 w 807"/>
                <a:gd name="T5" fmla="*/ 0 h 584"/>
                <a:gd name="T6" fmla="*/ 806 w 807"/>
                <a:gd name="T7" fmla="*/ 98 h 584"/>
                <a:gd name="T8" fmla="*/ 497 w 807"/>
                <a:gd name="T9" fmla="*/ 583 h 584"/>
                <a:gd name="T10" fmla="*/ 0 60000 65536"/>
                <a:gd name="T11" fmla="*/ 0 60000 65536"/>
                <a:gd name="T12" fmla="*/ 0 60000 65536"/>
                <a:gd name="T13" fmla="*/ 0 60000 65536"/>
                <a:gd name="T14" fmla="*/ 0 60000 65536"/>
                <a:gd name="T15" fmla="*/ 0 w 807"/>
                <a:gd name="T16" fmla="*/ 0 h 584"/>
                <a:gd name="T17" fmla="*/ 807 w 807"/>
                <a:gd name="T18" fmla="*/ 584 h 584"/>
              </a:gdLst>
              <a:ahLst/>
              <a:cxnLst>
                <a:cxn ang="T10">
                  <a:pos x="T0" y="T1"/>
                </a:cxn>
                <a:cxn ang="T11">
                  <a:pos x="T2" y="T3"/>
                </a:cxn>
                <a:cxn ang="T12">
                  <a:pos x="T4" y="T5"/>
                </a:cxn>
                <a:cxn ang="T13">
                  <a:pos x="T6" y="T7"/>
                </a:cxn>
                <a:cxn ang="T14">
                  <a:pos x="T8" y="T9"/>
                </a:cxn>
              </a:cxnLst>
              <a:rect l="T15" t="T16" r="T17" b="T18"/>
              <a:pathLst>
                <a:path w="807" h="584">
                  <a:moveTo>
                    <a:pt x="497" y="583"/>
                  </a:moveTo>
                  <a:lnTo>
                    <a:pt x="0" y="452"/>
                  </a:lnTo>
                  <a:lnTo>
                    <a:pt x="337" y="0"/>
                  </a:lnTo>
                  <a:lnTo>
                    <a:pt x="806" y="98"/>
                  </a:lnTo>
                  <a:lnTo>
                    <a:pt x="497" y="583"/>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67624" name="Freeform 134"/>
            <p:cNvSpPr>
              <a:spLocks/>
            </p:cNvSpPr>
            <p:nvPr/>
          </p:nvSpPr>
          <p:spPr bwMode="auto">
            <a:xfrm>
              <a:off x="2882" y="1861"/>
              <a:ext cx="578" cy="384"/>
            </a:xfrm>
            <a:custGeom>
              <a:avLst/>
              <a:gdLst>
                <a:gd name="T0" fmla="*/ 377 w 578"/>
                <a:gd name="T1" fmla="*/ 383 h 384"/>
                <a:gd name="T2" fmla="*/ 0 w 578"/>
                <a:gd name="T3" fmla="*/ 291 h 384"/>
                <a:gd name="T4" fmla="*/ 217 w 578"/>
                <a:gd name="T5" fmla="*/ 0 h 384"/>
                <a:gd name="T6" fmla="*/ 577 w 578"/>
                <a:gd name="T7" fmla="*/ 74 h 384"/>
                <a:gd name="T8" fmla="*/ 377 w 578"/>
                <a:gd name="T9" fmla="*/ 383 h 384"/>
                <a:gd name="T10" fmla="*/ 0 60000 65536"/>
                <a:gd name="T11" fmla="*/ 0 60000 65536"/>
                <a:gd name="T12" fmla="*/ 0 60000 65536"/>
                <a:gd name="T13" fmla="*/ 0 60000 65536"/>
                <a:gd name="T14" fmla="*/ 0 60000 65536"/>
                <a:gd name="T15" fmla="*/ 0 w 578"/>
                <a:gd name="T16" fmla="*/ 0 h 384"/>
                <a:gd name="T17" fmla="*/ 578 w 578"/>
                <a:gd name="T18" fmla="*/ 384 h 384"/>
              </a:gdLst>
              <a:ahLst/>
              <a:cxnLst>
                <a:cxn ang="T10">
                  <a:pos x="T0" y="T1"/>
                </a:cxn>
                <a:cxn ang="T11">
                  <a:pos x="T2" y="T3"/>
                </a:cxn>
                <a:cxn ang="T12">
                  <a:pos x="T4" y="T5"/>
                </a:cxn>
                <a:cxn ang="T13">
                  <a:pos x="T6" y="T7"/>
                </a:cxn>
                <a:cxn ang="T14">
                  <a:pos x="T8" y="T9"/>
                </a:cxn>
              </a:cxnLst>
              <a:rect l="T15" t="T16" r="T17" b="T18"/>
              <a:pathLst>
                <a:path w="578" h="384">
                  <a:moveTo>
                    <a:pt x="377" y="383"/>
                  </a:moveTo>
                  <a:lnTo>
                    <a:pt x="0" y="291"/>
                  </a:lnTo>
                  <a:lnTo>
                    <a:pt x="217" y="0"/>
                  </a:lnTo>
                  <a:lnTo>
                    <a:pt x="577" y="74"/>
                  </a:lnTo>
                  <a:lnTo>
                    <a:pt x="377" y="383"/>
                  </a:lnTo>
                </a:path>
              </a:pathLst>
            </a:custGeom>
            <a:solidFill>
              <a:srgbClr val="E22B00"/>
            </a:solidFill>
            <a:ln>
              <a:noFill/>
            </a:ln>
            <a:extLst>
              <a:ext uri="{91240B29-F687-4F45-9708-019B960494DF}">
                <a14:hiddenLine xmlns:a14="http://schemas.microsoft.com/office/drawing/2010/main" w="12700" cap="rnd" cmpd="sng">
                  <a:solidFill>
                    <a:srgbClr val="000000"/>
                  </a:solidFill>
                  <a:prstDash val="solid"/>
                  <a:round/>
                  <a:headEnd type="none" w="med" len="med"/>
                  <a:tailEnd type="none" w="med" len="med"/>
                </a14:hiddenLine>
              </a:ext>
            </a:extLst>
          </p:spPr>
          <p:txBody>
            <a:bodyPr/>
            <a:lstStyle/>
            <a:p>
              <a:endParaRPr lang="fr-FR"/>
            </a:p>
          </p:txBody>
        </p:sp>
        <p:sp>
          <p:nvSpPr>
            <p:cNvPr id="67625" name="Line 135"/>
            <p:cNvSpPr>
              <a:spLocks noChangeShapeType="1"/>
            </p:cNvSpPr>
            <p:nvPr/>
          </p:nvSpPr>
          <p:spPr bwMode="auto">
            <a:xfrm>
              <a:off x="3102" y="1862"/>
              <a:ext cx="352" cy="7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fr-FR"/>
            </a:p>
          </p:txBody>
        </p:sp>
        <p:sp>
          <p:nvSpPr>
            <p:cNvPr id="67626" name="Freeform 136"/>
            <p:cNvSpPr>
              <a:spLocks/>
            </p:cNvSpPr>
            <p:nvPr/>
          </p:nvSpPr>
          <p:spPr bwMode="auto">
            <a:xfrm>
              <a:off x="2762" y="1666"/>
              <a:ext cx="337" cy="485"/>
            </a:xfrm>
            <a:custGeom>
              <a:avLst/>
              <a:gdLst>
                <a:gd name="T0" fmla="*/ 336 w 337"/>
                <a:gd name="T1" fmla="*/ 194 h 485"/>
                <a:gd name="T2" fmla="*/ 118 w 337"/>
                <a:gd name="T3" fmla="*/ 484 h 485"/>
                <a:gd name="T4" fmla="*/ 0 w 337"/>
                <a:gd name="T5" fmla="*/ 452 h 485"/>
                <a:gd name="T6" fmla="*/ 336 w 337"/>
                <a:gd name="T7" fmla="*/ 0 h 485"/>
                <a:gd name="T8" fmla="*/ 336 w 337"/>
                <a:gd name="T9" fmla="*/ 152 h 485"/>
                <a:gd name="T10" fmla="*/ 336 w 337"/>
                <a:gd name="T11" fmla="*/ 194 h 485"/>
                <a:gd name="T12" fmla="*/ 0 60000 65536"/>
                <a:gd name="T13" fmla="*/ 0 60000 65536"/>
                <a:gd name="T14" fmla="*/ 0 60000 65536"/>
                <a:gd name="T15" fmla="*/ 0 60000 65536"/>
                <a:gd name="T16" fmla="*/ 0 60000 65536"/>
                <a:gd name="T17" fmla="*/ 0 60000 65536"/>
                <a:gd name="T18" fmla="*/ 0 w 337"/>
                <a:gd name="T19" fmla="*/ 0 h 485"/>
                <a:gd name="T20" fmla="*/ 337 w 337"/>
                <a:gd name="T21" fmla="*/ 485 h 485"/>
              </a:gdLst>
              <a:ahLst/>
              <a:cxnLst>
                <a:cxn ang="T12">
                  <a:pos x="T0" y="T1"/>
                </a:cxn>
                <a:cxn ang="T13">
                  <a:pos x="T2" y="T3"/>
                </a:cxn>
                <a:cxn ang="T14">
                  <a:pos x="T4" y="T5"/>
                </a:cxn>
                <a:cxn ang="T15">
                  <a:pos x="T6" y="T7"/>
                </a:cxn>
                <a:cxn ang="T16">
                  <a:pos x="T8" y="T9"/>
                </a:cxn>
                <a:cxn ang="T17">
                  <a:pos x="T10" y="T11"/>
                </a:cxn>
              </a:cxnLst>
              <a:rect l="T18" t="T19" r="T20" b="T21"/>
              <a:pathLst>
                <a:path w="337" h="485">
                  <a:moveTo>
                    <a:pt x="336" y="194"/>
                  </a:moveTo>
                  <a:lnTo>
                    <a:pt x="118" y="484"/>
                  </a:lnTo>
                  <a:lnTo>
                    <a:pt x="0" y="452"/>
                  </a:lnTo>
                  <a:lnTo>
                    <a:pt x="336" y="0"/>
                  </a:lnTo>
                  <a:lnTo>
                    <a:pt x="336" y="152"/>
                  </a:lnTo>
                  <a:lnTo>
                    <a:pt x="336" y="194"/>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67627" name="Freeform 137"/>
            <p:cNvSpPr>
              <a:spLocks/>
            </p:cNvSpPr>
            <p:nvPr/>
          </p:nvSpPr>
          <p:spPr bwMode="auto">
            <a:xfrm>
              <a:off x="2757" y="2124"/>
              <a:ext cx="509" cy="339"/>
            </a:xfrm>
            <a:custGeom>
              <a:avLst/>
              <a:gdLst>
                <a:gd name="T0" fmla="*/ 0 w 506"/>
                <a:gd name="T1" fmla="*/ 0 h 345"/>
                <a:gd name="T2" fmla="*/ 1 w 506"/>
                <a:gd name="T3" fmla="*/ 198 h 345"/>
                <a:gd name="T4" fmla="*/ 514 w 506"/>
                <a:gd name="T5" fmla="*/ 326 h 345"/>
                <a:gd name="T6" fmla="*/ 513 w 506"/>
                <a:gd name="T7" fmla="*/ 124 h 345"/>
                <a:gd name="T8" fmla="*/ 0 60000 65536"/>
                <a:gd name="T9" fmla="*/ 0 60000 65536"/>
                <a:gd name="T10" fmla="*/ 0 60000 65536"/>
                <a:gd name="T11" fmla="*/ 0 60000 65536"/>
                <a:gd name="T12" fmla="*/ 0 w 506"/>
                <a:gd name="T13" fmla="*/ 0 h 345"/>
                <a:gd name="T14" fmla="*/ 506 w 506"/>
                <a:gd name="T15" fmla="*/ 345 h 345"/>
              </a:gdLst>
              <a:ahLst/>
              <a:cxnLst>
                <a:cxn ang="T8">
                  <a:pos x="T0" y="T1"/>
                </a:cxn>
                <a:cxn ang="T9">
                  <a:pos x="T2" y="T3"/>
                </a:cxn>
                <a:cxn ang="T10">
                  <a:pos x="T4" y="T5"/>
                </a:cxn>
                <a:cxn ang="T11">
                  <a:pos x="T6" y="T7"/>
                </a:cxn>
              </a:cxnLst>
              <a:rect l="T12" t="T13" r="T14" b="T15"/>
              <a:pathLst>
                <a:path w="506" h="345">
                  <a:moveTo>
                    <a:pt x="0" y="0"/>
                  </a:moveTo>
                  <a:lnTo>
                    <a:pt x="1" y="209"/>
                  </a:lnTo>
                  <a:lnTo>
                    <a:pt x="505" y="344"/>
                  </a:lnTo>
                  <a:lnTo>
                    <a:pt x="504" y="130"/>
                  </a:lnTo>
                </a:path>
              </a:pathLst>
            </a:custGeom>
            <a:solidFill>
              <a:srgbClr val="FC2C1C"/>
            </a:solidFill>
            <a:ln w="12700" cap="rnd" cmpd="sng">
              <a:solidFill>
                <a:schemeClr val="bg2"/>
              </a:solidFill>
              <a:prstDash val="solid"/>
              <a:round/>
              <a:headEnd type="none" w="med" len="med"/>
              <a:tailEnd type="none" w="med" len="med"/>
            </a:ln>
          </p:spPr>
          <p:txBody>
            <a:bodyPr/>
            <a:lstStyle/>
            <a:p>
              <a:endParaRPr lang="fr-FR"/>
            </a:p>
          </p:txBody>
        </p:sp>
        <p:sp>
          <p:nvSpPr>
            <p:cNvPr id="67628" name="AutoShape 138"/>
            <p:cNvSpPr>
              <a:spLocks noChangeArrowheads="1"/>
            </p:cNvSpPr>
            <p:nvPr/>
          </p:nvSpPr>
          <p:spPr bwMode="auto">
            <a:xfrm rot="16200000" flipH="1">
              <a:off x="3067" y="1967"/>
              <a:ext cx="693" cy="306"/>
            </a:xfrm>
            <a:prstGeom prst="parallelogram">
              <a:avLst>
                <a:gd name="adj" fmla="val 156202"/>
              </a:avLst>
            </a:prstGeom>
            <a:solidFill>
              <a:srgbClr val="FC2C1C"/>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grpSp>
        <p:nvGrpSpPr>
          <p:cNvPr id="67609" name="Group 139"/>
          <p:cNvGrpSpPr>
            <a:grpSpLocks/>
          </p:cNvGrpSpPr>
          <p:nvPr/>
        </p:nvGrpSpPr>
        <p:grpSpPr bwMode="auto">
          <a:xfrm rot="-223274">
            <a:off x="666750" y="2635250"/>
            <a:ext cx="744538" cy="733425"/>
            <a:chOff x="2757" y="1666"/>
            <a:chExt cx="812" cy="800"/>
          </a:xfrm>
        </p:grpSpPr>
        <p:sp>
          <p:nvSpPr>
            <p:cNvPr id="67617" name="Freeform 140"/>
            <p:cNvSpPr>
              <a:spLocks/>
            </p:cNvSpPr>
            <p:nvPr/>
          </p:nvSpPr>
          <p:spPr bwMode="auto">
            <a:xfrm>
              <a:off x="2762" y="1667"/>
              <a:ext cx="807" cy="584"/>
            </a:xfrm>
            <a:custGeom>
              <a:avLst/>
              <a:gdLst>
                <a:gd name="T0" fmla="*/ 497 w 807"/>
                <a:gd name="T1" fmla="*/ 583 h 584"/>
                <a:gd name="T2" fmla="*/ 0 w 807"/>
                <a:gd name="T3" fmla="*/ 452 h 584"/>
                <a:gd name="T4" fmla="*/ 337 w 807"/>
                <a:gd name="T5" fmla="*/ 0 h 584"/>
                <a:gd name="T6" fmla="*/ 806 w 807"/>
                <a:gd name="T7" fmla="*/ 98 h 584"/>
                <a:gd name="T8" fmla="*/ 497 w 807"/>
                <a:gd name="T9" fmla="*/ 583 h 584"/>
                <a:gd name="T10" fmla="*/ 0 60000 65536"/>
                <a:gd name="T11" fmla="*/ 0 60000 65536"/>
                <a:gd name="T12" fmla="*/ 0 60000 65536"/>
                <a:gd name="T13" fmla="*/ 0 60000 65536"/>
                <a:gd name="T14" fmla="*/ 0 60000 65536"/>
                <a:gd name="T15" fmla="*/ 0 w 807"/>
                <a:gd name="T16" fmla="*/ 0 h 584"/>
                <a:gd name="T17" fmla="*/ 807 w 807"/>
                <a:gd name="T18" fmla="*/ 584 h 584"/>
              </a:gdLst>
              <a:ahLst/>
              <a:cxnLst>
                <a:cxn ang="T10">
                  <a:pos x="T0" y="T1"/>
                </a:cxn>
                <a:cxn ang="T11">
                  <a:pos x="T2" y="T3"/>
                </a:cxn>
                <a:cxn ang="T12">
                  <a:pos x="T4" y="T5"/>
                </a:cxn>
                <a:cxn ang="T13">
                  <a:pos x="T6" y="T7"/>
                </a:cxn>
                <a:cxn ang="T14">
                  <a:pos x="T8" y="T9"/>
                </a:cxn>
              </a:cxnLst>
              <a:rect l="T15" t="T16" r="T17" b="T18"/>
              <a:pathLst>
                <a:path w="807" h="584">
                  <a:moveTo>
                    <a:pt x="497" y="583"/>
                  </a:moveTo>
                  <a:lnTo>
                    <a:pt x="0" y="452"/>
                  </a:lnTo>
                  <a:lnTo>
                    <a:pt x="337" y="0"/>
                  </a:lnTo>
                  <a:lnTo>
                    <a:pt x="806" y="98"/>
                  </a:lnTo>
                  <a:lnTo>
                    <a:pt x="497" y="583"/>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67618" name="Freeform 141"/>
            <p:cNvSpPr>
              <a:spLocks/>
            </p:cNvSpPr>
            <p:nvPr/>
          </p:nvSpPr>
          <p:spPr bwMode="auto">
            <a:xfrm>
              <a:off x="2882" y="1861"/>
              <a:ext cx="578" cy="384"/>
            </a:xfrm>
            <a:custGeom>
              <a:avLst/>
              <a:gdLst>
                <a:gd name="T0" fmla="*/ 377 w 578"/>
                <a:gd name="T1" fmla="*/ 383 h 384"/>
                <a:gd name="T2" fmla="*/ 0 w 578"/>
                <a:gd name="T3" fmla="*/ 291 h 384"/>
                <a:gd name="T4" fmla="*/ 217 w 578"/>
                <a:gd name="T5" fmla="*/ 0 h 384"/>
                <a:gd name="T6" fmla="*/ 577 w 578"/>
                <a:gd name="T7" fmla="*/ 74 h 384"/>
                <a:gd name="T8" fmla="*/ 377 w 578"/>
                <a:gd name="T9" fmla="*/ 383 h 384"/>
                <a:gd name="T10" fmla="*/ 0 60000 65536"/>
                <a:gd name="T11" fmla="*/ 0 60000 65536"/>
                <a:gd name="T12" fmla="*/ 0 60000 65536"/>
                <a:gd name="T13" fmla="*/ 0 60000 65536"/>
                <a:gd name="T14" fmla="*/ 0 60000 65536"/>
                <a:gd name="T15" fmla="*/ 0 w 578"/>
                <a:gd name="T16" fmla="*/ 0 h 384"/>
                <a:gd name="T17" fmla="*/ 578 w 578"/>
                <a:gd name="T18" fmla="*/ 384 h 384"/>
              </a:gdLst>
              <a:ahLst/>
              <a:cxnLst>
                <a:cxn ang="T10">
                  <a:pos x="T0" y="T1"/>
                </a:cxn>
                <a:cxn ang="T11">
                  <a:pos x="T2" y="T3"/>
                </a:cxn>
                <a:cxn ang="T12">
                  <a:pos x="T4" y="T5"/>
                </a:cxn>
                <a:cxn ang="T13">
                  <a:pos x="T6" y="T7"/>
                </a:cxn>
                <a:cxn ang="T14">
                  <a:pos x="T8" y="T9"/>
                </a:cxn>
              </a:cxnLst>
              <a:rect l="T15" t="T16" r="T17" b="T18"/>
              <a:pathLst>
                <a:path w="578" h="384">
                  <a:moveTo>
                    <a:pt x="377" y="383"/>
                  </a:moveTo>
                  <a:lnTo>
                    <a:pt x="0" y="291"/>
                  </a:lnTo>
                  <a:lnTo>
                    <a:pt x="217" y="0"/>
                  </a:lnTo>
                  <a:lnTo>
                    <a:pt x="577" y="74"/>
                  </a:lnTo>
                  <a:lnTo>
                    <a:pt x="377" y="383"/>
                  </a:lnTo>
                </a:path>
              </a:pathLst>
            </a:custGeom>
            <a:solidFill>
              <a:srgbClr val="E22B00"/>
            </a:solidFill>
            <a:ln>
              <a:noFill/>
            </a:ln>
            <a:extLst>
              <a:ext uri="{91240B29-F687-4F45-9708-019B960494DF}">
                <a14:hiddenLine xmlns:a14="http://schemas.microsoft.com/office/drawing/2010/main" w="12700" cap="rnd" cmpd="sng">
                  <a:solidFill>
                    <a:srgbClr val="000000"/>
                  </a:solidFill>
                  <a:prstDash val="solid"/>
                  <a:round/>
                  <a:headEnd type="none" w="med" len="med"/>
                  <a:tailEnd type="none" w="med" len="med"/>
                </a14:hiddenLine>
              </a:ext>
            </a:extLst>
          </p:spPr>
          <p:txBody>
            <a:bodyPr/>
            <a:lstStyle/>
            <a:p>
              <a:endParaRPr lang="fr-FR"/>
            </a:p>
          </p:txBody>
        </p:sp>
        <p:sp>
          <p:nvSpPr>
            <p:cNvPr id="67619" name="Line 142"/>
            <p:cNvSpPr>
              <a:spLocks noChangeShapeType="1"/>
            </p:cNvSpPr>
            <p:nvPr/>
          </p:nvSpPr>
          <p:spPr bwMode="auto">
            <a:xfrm>
              <a:off x="3102" y="1862"/>
              <a:ext cx="352" cy="7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fr-FR"/>
            </a:p>
          </p:txBody>
        </p:sp>
        <p:sp>
          <p:nvSpPr>
            <p:cNvPr id="67620" name="Freeform 143"/>
            <p:cNvSpPr>
              <a:spLocks/>
            </p:cNvSpPr>
            <p:nvPr/>
          </p:nvSpPr>
          <p:spPr bwMode="auto">
            <a:xfrm>
              <a:off x="2762" y="1666"/>
              <a:ext cx="337" cy="485"/>
            </a:xfrm>
            <a:custGeom>
              <a:avLst/>
              <a:gdLst>
                <a:gd name="T0" fmla="*/ 336 w 337"/>
                <a:gd name="T1" fmla="*/ 194 h 485"/>
                <a:gd name="T2" fmla="*/ 118 w 337"/>
                <a:gd name="T3" fmla="*/ 484 h 485"/>
                <a:gd name="T4" fmla="*/ 0 w 337"/>
                <a:gd name="T5" fmla="*/ 452 h 485"/>
                <a:gd name="T6" fmla="*/ 336 w 337"/>
                <a:gd name="T7" fmla="*/ 0 h 485"/>
                <a:gd name="T8" fmla="*/ 336 w 337"/>
                <a:gd name="T9" fmla="*/ 152 h 485"/>
                <a:gd name="T10" fmla="*/ 336 w 337"/>
                <a:gd name="T11" fmla="*/ 194 h 485"/>
                <a:gd name="T12" fmla="*/ 0 60000 65536"/>
                <a:gd name="T13" fmla="*/ 0 60000 65536"/>
                <a:gd name="T14" fmla="*/ 0 60000 65536"/>
                <a:gd name="T15" fmla="*/ 0 60000 65536"/>
                <a:gd name="T16" fmla="*/ 0 60000 65536"/>
                <a:gd name="T17" fmla="*/ 0 60000 65536"/>
                <a:gd name="T18" fmla="*/ 0 w 337"/>
                <a:gd name="T19" fmla="*/ 0 h 485"/>
                <a:gd name="T20" fmla="*/ 337 w 337"/>
                <a:gd name="T21" fmla="*/ 485 h 485"/>
              </a:gdLst>
              <a:ahLst/>
              <a:cxnLst>
                <a:cxn ang="T12">
                  <a:pos x="T0" y="T1"/>
                </a:cxn>
                <a:cxn ang="T13">
                  <a:pos x="T2" y="T3"/>
                </a:cxn>
                <a:cxn ang="T14">
                  <a:pos x="T4" y="T5"/>
                </a:cxn>
                <a:cxn ang="T15">
                  <a:pos x="T6" y="T7"/>
                </a:cxn>
                <a:cxn ang="T16">
                  <a:pos x="T8" y="T9"/>
                </a:cxn>
                <a:cxn ang="T17">
                  <a:pos x="T10" y="T11"/>
                </a:cxn>
              </a:cxnLst>
              <a:rect l="T18" t="T19" r="T20" b="T21"/>
              <a:pathLst>
                <a:path w="337" h="485">
                  <a:moveTo>
                    <a:pt x="336" y="194"/>
                  </a:moveTo>
                  <a:lnTo>
                    <a:pt x="118" y="484"/>
                  </a:lnTo>
                  <a:lnTo>
                    <a:pt x="0" y="452"/>
                  </a:lnTo>
                  <a:lnTo>
                    <a:pt x="336" y="0"/>
                  </a:lnTo>
                  <a:lnTo>
                    <a:pt x="336" y="152"/>
                  </a:lnTo>
                  <a:lnTo>
                    <a:pt x="336" y="194"/>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67621" name="Freeform 144"/>
            <p:cNvSpPr>
              <a:spLocks/>
            </p:cNvSpPr>
            <p:nvPr/>
          </p:nvSpPr>
          <p:spPr bwMode="auto">
            <a:xfrm>
              <a:off x="2757" y="2124"/>
              <a:ext cx="509" cy="339"/>
            </a:xfrm>
            <a:custGeom>
              <a:avLst/>
              <a:gdLst>
                <a:gd name="T0" fmla="*/ 0 w 506"/>
                <a:gd name="T1" fmla="*/ 0 h 345"/>
                <a:gd name="T2" fmla="*/ 1 w 506"/>
                <a:gd name="T3" fmla="*/ 198 h 345"/>
                <a:gd name="T4" fmla="*/ 514 w 506"/>
                <a:gd name="T5" fmla="*/ 326 h 345"/>
                <a:gd name="T6" fmla="*/ 513 w 506"/>
                <a:gd name="T7" fmla="*/ 124 h 345"/>
                <a:gd name="T8" fmla="*/ 0 60000 65536"/>
                <a:gd name="T9" fmla="*/ 0 60000 65536"/>
                <a:gd name="T10" fmla="*/ 0 60000 65536"/>
                <a:gd name="T11" fmla="*/ 0 60000 65536"/>
                <a:gd name="T12" fmla="*/ 0 w 506"/>
                <a:gd name="T13" fmla="*/ 0 h 345"/>
                <a:gd name="T14" fmla="*/ 506 w 506"/>
                <a:gd name="T15" fmla="*/ 345 h 345"/>
              </a:gdLst>
              <a:ahLst/>
              <a:cxnLst>
                <a:cxn ang="T8">
                  <a:pos x="T0" y="T1"/>
                </a:cxn>
                <a:cxn ang="T9">
                  <a:pos x="T2" y="T3"/>
                </a:cxn>
                <a:cxn ang="T10">
                  <a:pos x="T4" y="T5"/>
                </a:cxn>
                <a:cxn ang="T11">
                  <a:pos x="T6" y="T7"/>
                </a:cxn>
              </a:cxnLst>
              <a:rect l="T12" t="T13" r="T14" b="T15"/>
              <a:pathLst>
                <a:path w="506" h="345">
                  <a:moveTo>
                    <a:pt x="0" y="0"/>
                  </a:moveTo>
                  <a:lnTo>
                    <a:pt x="1" y="209"/>
                  </a:lnTo>
                  <a:lnTo>
                    <a:pt x="505" y="344"/>
                  </a:lnTo>
                  <a:lnTo>
                    <a:pt x="504" y="130"/>
                  </a:lnTo>
                </a:path>
              </a:pathLst>
            </a:custGeom>
            <a:solidFill>
              <a:srgbClr val="FC2C1C"/>
            </a:solidFill>
            <a:ln w="12700" cap="rnd" cmpd="sng">
              <a:solidFill>
                <a:schemeClr val="bg2"/>
              </a:solidFill>
              <a:prstDash val="solid"/>
              <a:round/>
              <a:headEnd type="none" w="med" len="med"/>
              <a:tailEnd type="none" w="med" len="med"/>
            </a:ln>
          </p:spPr>
          <p:txBody>
            <a:bodyPr/>
            <a:lstStyle/>
            <a:p>
              <a:endParaRPr lang="fr-FR"/>
            </a:p>
          </p:txBody>
        </p:sp>
        <p:sp>
          <p:nvSpPr>
            <p:cNvPr id="67622" name="AutoShape 145"/>
            <p:cNvSpPr>
              <a:spLocks noChangeArrowheads="1"/>
            </p:cNvSpPr>
            <p:nvPr/>
          </p:nvSpPr>
          <p:spPr bwMode="auto">
            <a:xfrm rot="16200000" flipH="1">
              <a:off x="3067" y="1967"/>
              <a:ext cx="693" cy="306"/>
            </a:xfrm>
            <a:prstGeom prst="parallelogram">
              <a:avLst>
                <a:gd name="adj" fmla="val 156202"/>
              </a:avLst>
            </a:prstGeom>
            <a:solidFill>
              <a:srgbClr val="FC2C1C"/>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grpSp>
        <p:nvGrpSpPr>
          <p:cNvPr id="67610" name="Group 146"/>
          <p:cNvGrpSpPr>
            <a:grpSpLocks/>
          </p:cNvGrpSpPr>
          <p:nvPr/>
        </p:nvGrpSpPr>
        <p:grpSpPr bwMode="auto">
          <a:xfrm rot="-223274">
            <a:off x="4675188" y="2603500"/>
            <a:ext cx="744537" cy="733425"/>
            <a:chOff x="2757" y="1666"/>
            <a:chExt cx="812" cy="800"/>
          </a:xfrm>
        </p:grpSpPr>
        <p:sp>
          <p:nvSpPr>
            <p:cNvPr id="67611" name="Freeform 147"/>
            <p:cNvSpPr>
              <a:spLocks/>
            </p:cNvSpPr>
            <p:nvPr/>
          </p:nvSpPr>
          <p:spPr bwMode="auto">
            <a:xfrm>
              <a:off x="2762" y="1667"/>
              <a:ext cx="807" cy="584"/>
            </a:xfrm>
            <a:custGeom>
              <a:avLst/>
              <a:gdLst>
                <a:gd name="T0" fmla="*/ 497 w 807"/>
                <a:gd name="T1" fmla="*/ 583 h 584"/>
                <a:gd name="T2" fmla="*/ 0 w 807"/>
                <a:gd name="T3" fmla="*/ 452 h 584"/>
                <a:gd name="T4" fmla="*/ 337 w 807"/>
                <a:gd name="T5" fmla="*/ 0 h 584"/>
                <a:gd name="T6" fmla="*/ 806 w 807"/>
                <a:gd name="T7" fmla="*/ 98 h 584"/>
                <a:gd name="T8" fmla="*/ 497 w 807"/>
                <a:gd name="T9" fmla="*/ 583 h 584"/>
                <a:gd name="T10" fmla="*/ 0 60000 65536"/>
                <a:gd name="T11" fmla="*/ 0 60000 65536"/>
                <a:gd name="T12" fmla="*/ 0 60000 65536"/>
                <a:gd name="T13" fmla="*/ 0 60000 65536"/>
                <a:gd name="T14" fmla="*/ 0 60000 65536"/>
                <a:gd name="T15" fmla="*/ 0 w 807"/>
                <a:gd name="T16" fmla="*/ 0 h 584"/>
                <a:gd name="T17" fmla="*/ 807 w 807"/>
                <a:gd name="T18" fmla="*/ 584 h 584"/>
              </a:gdLst>
              <a:ahLst/>
              <a:cxnLst>
                <a:cxn ang="T10">
                  <a:pos x="T0" y="T1"/>
                </a:cxn>
                <a:cxn ang="T11">
                  <a:pos x="T2" y="T3"/>
                </a:cxn>
                <a:cxn ang="T12">
                  <a:pos x="T4" y="T5"/>
                </a:cxn>
                <a:cxn ang="T13">
                  <a:pos x="T6" y="T7"/>
                </a:cxn>
                <a:cxn ang="T14">
                  <a:pos x="T8" y="T9"/>
                </a:cxn>
              </a:cxnLst>
              <a:rect l="T15" t="T16" r="T17" b="T18"/>
              <a:pathLst>
                <a:path w="807" h="584">
                  <a:moveTo>
                    <a:pt x="497" y="583"/>
                  </a:moveTo>
                  <a:lnTo>
                    <a:pt x="0" y="452"/>
                  </a:lnTo>
                  <a:lnTo>
                    <a:pt x="337" y="0"/>
                  </a:lnTo>
                  <a:lnTo>
                    <a:pt x="806" y="98"/>
                  </a:lnTo>
                  <a:lnTo>
                    <a:pt x="497" y="583"/>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67612" name="Freeform 148"/>
            <p:cNvSpPr>
              <a:spLocks/>
            </p:cNvSpPr>
            <p:nvPr/>
          </p:nvSpPr>
          <p:spPr bwMode="auto">
            <a:xfrm>
              <a:off x="2882" y="1861"/>
              <a:ext cx="578" cy="384"/>
            </a:xfrm>
            <a:custGeom>
              <a:avLst/>
              <a:gdLst>
                <a:gd name="T0" fmla="*/ 377 w 578"/>
                <a:gd name="T1" fmla="*/ 383 h 384"/>
                <a:gd name="T2" fmla="*/ 0 w 578"/>
                <a:gd name="T3" fmla="*/ 291 h 384"/>
                <a:gd name="T4" fmla="*/ 217 w 578"/>
                <a:gd name="T5" fmla="*/ 0 h 384"/>
                <a:gd name="T6" fmla="*/ 577 w 578"/>
                <a:gd name="T7" fmla="*/ 74 h 384"/>
                <a:gd name="T8" fmla="*/ 377 w 578"/>
                <a:gd name="T9" fmla="*/ 383 h 384"/>
                <a:gd name="T10" fmla="*/ 0 60000 65536"/>
                <a:gd name="T11" fmla="*/ 0 60000 65536"/>
                <a:gd name="T12" fmla="*/ 0 60000 65536"/>
                <a:gd name="T13" fmla="*/ 0 60000 65536"/>
                <a:gd name="T14" fmla="*/ 0 60000 65536"/>
                <a:gd name="T15" fmla="*/ 0 w 578"/>
                <a:gd name="T16" fmla="*/ 0 h 384"/>
                <a:gd name="T17" fmla="*/ 578 w 578"/>
                <a:gd name="T18" fmla="*/ 384 h 384"/>
              </a:gdLst>
              <a:ahLst/>
              <a:cxnLst>
                <a:cxn ang="T10">
                  <a:pos x="T0" y="T1"/>
                </a:cxn>
                <a:cxn ang="T11">
                  <a:pos x="T2" y="T3"/>
                </a:cxn>
                <a:cxn ang="T12">
                  <a:pos x="T4" y="T5"/>
                </a:cxn>
                <a:cxn ang="T13">
                  <a:pos x="T6" y="T7"/>
                </a:cxn>
                <a:cxn ang="T14">
                  <a:pos x="T8" y="T9"/>
                </a:cxn>
              </a:cxnLst>
              <a:rect l="T15" t="T16" r="T17" b="T18"/>
              <a:pathLst>
                <a:path w="578" h="384">
                  <a:moveTo>
                    <a:pt x="377" y="383"/>
                  </a:moveTo>
                  <a:lnTo>
                    <a:pt x="0" y="291"/>
                  </a:lnTo>
                  <a:lnTo>
                    <a:pt x="217" y="0"/>
                  </a:lnTo>
                  <a:lnTo>
                    <a:pt x="577" y="74"/>
                  </a:lnTo>
                  <a:lnTo>
                    <a:pt x="377" y="383"/>
                  </a:lnTo>
                </a:path>
              </a:pathLst>
            </a:custGeom>
            <a:solidFill>
              <a:srgbClr val="E22B00"/>
            </a:solidFill>
            <a:ln>
              <a:noFill/>
            </a:ln>
            <a:extLst>
              <a:ext uri="{91240B29-F687-4F45-9708-019B960494DF}">
                <a14:hiddenLine xmlns:a14="http://schemas.microsoft.com/office/drawing/2010/main" w="12700" cap="rnd" cmpd="sng">
                  <a:solidFill>
                    <a:srgbClr val="000000"/>
                  </a:solidFill>
                  <a:prstDash val="solid"/>
                  <a:round/>
                  <a:headEnd type="none" w="med" len="med"/>
                  <a:tailEnd type="none" w="med" len="med"/>
                </a14:hiddenLine>
              </a:ext>
            </a:extLst>
          </p:spPr>
          <p:txBody>
            <a:bodyPr/>
            <a:lstStyle/>
            <a:p>
              <a:endParaRPr lang="fr-FR"/>
            </a:p>
          </p:txBody>
        </p:sp>
        <p:sp>
          <p:nvSpPr>
            <p:cNvPr id="67613" name="Line 149"/>
            <p:cNvSpPr>
              <a:spLocks noChangeShapeType="1"/>
            </p:cNvSpPr>
            <p:nvPr/>
          </p:nvSpPr>
          <p:spPr bwMode="auto">
            <a:xfrm>
              <a:off x="3102" y="1862"/>
              <a:ext cx="352" cy="7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fr-FR"/>
            </a:p>
          </p:txBody>
        </p:sp>
        <p:sp>
          <p:nvSpPr>
            <p:cNvPr id="67614" name="Freeform 150"/>
            <p:cNvSpPr>
              <a:spLocks/>
            </p:cNvSpPr>
            <p:nvPr/>
          </p:nvSpPr>
          <p:spPr bwMode="auto">
            <a:xfrm>
              <a:off x="2762" y="1666"/>
              <a:ext cx="337" cy="485"/>
            </a:xfrm>
            <a:custGeom>
              <a:avLst/>
              <a:gdLst>
                <a:gd name="T0" fmla="*/ 336 w 337"/>
                <a:gd name="T1" fmla="*/ 194 h 485"/>
                <a:gd name="T2" fmla="*/ 118 w 337"/>
                <a:gd name="T3" fmla="*/ 484 h 485"/>
                <a:gd name="T4" fmla="*/ 0 w 337"/>
                <a:gd name="T5" fmla="*/ 452 h 485"/>
                <a:gd name="T6" fmla="*/ 336 w 337"/>
                <a:gd name="T7" fmla="*/ 0 h 485"/>
                <a:gd name="T8" fmla="*/ 336 w 337"/>
                <a:gd name="T9" fmla="*/ 152 h 485"/>
                <a:gd name="T10" fmla="*/ 336 w 337"/>
                <a:gd name="T11" fmla="*/ 194 h 485"/>
                <a:gd name="T12" fmla="*/ 0 60000 65536"/>
                <a:gd name="T13" fmla="*/ 0 60000 65536"/>
                <a:gd name="T14" fmla="*/ 0 60000 65536"/>
                <a:gd name="T15" fmla="*/ 0 60000 65536"/>
                <a:gd name="T16" fmla="*/ 0 60000 65536"/>
                <a:gd name="T17" fmla="*/ 0 60000 65536"/>
                <a:gd name="T18" fmla="*/ 0 w 337"/>
                <a:gd name="T19" fmla="*/ 0 h 485"/>
                <a:gd name="T20" fmla="*/ 337 w 337"/>
                <a:gd name="T21" fmla="*/ 485 h 485"/>
              </a:gdLst>
              <a:ahLst/>
              <a:cxnLst>
                <a:cxn ang="T12">
                  <a:pos x="T0" y="T1"/>
                </a:cxn>
                <a:cxn ang="T13">
                  <a:pos x="T2" y="T3"/>
                </a:cxn>
                <a:cxn ang="T14">
                  <a:pos x="T4" y="T5"/>
                </a:cxn>
                <a:cxn ang="T15">
                  <a:pos x="T6" y="T7"/>
                </a:cxn>
                <a:cxn ang="T16">
                  <a:pos x="T8" y="T9"/>
                </a:cxn>
                <a:cxn ang="T17">
                  <a:pos x="T10" y="T11"/>
                </a:cxn>
              </a:cxnLst>
              <a:rect l="T18" t="T19" r="T20" b="T21"/>
              <a:pathLst>
                <a:path w="337" h="485">
                  <a:moveTo>
                    <a:pt x="336" y="194"/>
                  </a:moveTo>
                  <a:lnTo>
                    <a:pt x="118" y="484"/>
                  </a:lnTo>
                  <a:lnTo>
                    <a:pt x="0" y="452"/>
                  </a:lnTo>
                  <a:lnTo>
                    <a:pt x="336" y="0"/>
                  </a:lnTo>
                  <a:lnTo>
                    <a:pt x="336" y="152"/>
                  </a:lnTo>
                  <a:lnTo>
                    <a:pt x="336" y="194"/>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67615" name="Freeform 151"/>
            <p:cNvSpPr>
              <a:spLocks/>
            </p:cNvSpPr>
            <p:nvPr/>
          </p:nvSpPr>
          <p:spPr bwMode="auto">
            <a:xfrm>
              <a:off x="2757" y="2124"/>
              <a:ext cx="509" cy="339"/>
            </a:xfrm>
            <a:custGeom>
              <a:avLst/>
              <a:gdLst>
                <a:gd name="T0" fmla="*/ 0 w 506"/>
                <a:gd name="T1" fmla="*/ 0 h 345"/>
                <a:gd name="T2" fmla="*/ 1 w 506"/>
                <a:gd name="T3" fmla="*/ 198 h 345"/>
                <a:gd name="T4" fmla="*/ 514 w 506"/>
                <a:gd name="T5" fmla="*/ 326 h 345"/>
                <a:gd name="T6" fmla="*/ 513 w 506"/>
                <a:gd name="T7" fmla="*/ 124 h 345"/>
                <a:gd name="T8" fmla="*/ 0 60000 65536"/>
                <a:gd name="T9" fmla="*/ 0 60000 65536"/>
                <a:gd name="T10" fmla="*/ 0 60000 65536"/>
                <a:gd name="T11" fmla="*/ 0 60000 65536"/>
                <a:gd name="T12" fmla="*/ 0 w 506"/>
                <a:gd name="T13" fmla="*/ 0 h 345"/>
                <a:gd name="T14" fmla="*/ 506 w 506"/>
                <a:gd name="T15" fmla="*/ 345 h 345"/>
              </a:gdLst>
              <a:ahLst/>
              <a:cxnLst>
                <a:cxn ang="T8">
                  <a:pos x="T0" y="T1"/>
                </a:cxn>
                <a:cxn ang="T9">
                  <a:pos x="T2" y="T3"/>
                </a:cxn>
                <a:cxn ang="T10">
                  <a:pos x="T4" y="T5"/>
                </a:cxn>
                <a:cxn ang="T11">
                  <a:pos x="T6" y="T7"/>
                </a:cxn>
              </a:cxnLst>
              <a:rect l="T12" t="T13" r="T14" b="T15"/>
              <a:pathLst>
                <a:path w="506" h="345">
                  <a:moveTo>
                    <a:pt x="0" y="0"/>
                  </a:moveTo>
                  <a:lnTo>
                    <a:pt x="1" y="209"/>
                  </a:lnTo>
                  <a:lnTo>
                    <a:pt x="505" y="344"/>
                  </a:lnTo>
                  <a:lnTo>
                    <a:pt x="504" y="130"/>
                  </a:lnTo>
                </a:path>
              </a:pathLst>
            </a:custGeom>
            <a:solidFill>
              <a:srgbClr val="FC2C1C"/>
            </a:solidFill>
            <a:ln w="12700" cap="rnd" cmpd="sng">
              <a:solidFill>
                <a:schemeClr val="bg2"/>
              </a:solidFill>
              <a:prstDash val="solid"/>
              <a:round/>
              <a:headEnd type="none" w="med" len="med"/>
              <a:tailEnd type="none" w="med" len="med"/>
            </a:ln>
          </p:spPr>
          <p:txBody>
            <a:bodyPr/>
            <a:lstStyle/>
            <a:p>
              <a:endParaRPr lang="fr-FR"/>
            </a:p>
          </p:txBody>
        </p:sp>
        <p:sp>
          <p:nvSpPr>
            <p:cNvPr id="67616" name="AutoShape 152"/>
            <p:cNvSpPr>
              <a:spLocks noChangeArrowheads="1"/>
            </p:cNvSpPr>
            <p:nvPr/>
          </p:nvSpPr>
          <p:spPr bwMode="auto">
            <a:xfrm rot="16200000" flipH="1">
              <a:off x="3067" y="1967"/>
              <a:ext cx="693" cy="306"/>
            </a:xfrm>
            <a:prstGeom prst="parallelogram">
              <a:avLst>
                <a:gd name="adj" fmla="val 156202"/>
              </a:avLst>
            </a:prstGeom>
            <a:solidFill>
              <a:srgbClr val="FC2C1C"/>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grpSp>
        <p:nvGrpSpPr>
          <p:cNvPr id="2" name="Group 84">
            <a:extLst>
              <a:ext uri="{FF2B5EF4-FFF2-40B4-BE49-F238E27FC236}">
                <a16:creationId xmlns:a16="http://schemas.microsoft.com/office/drawing/2014/main" id="{B2A24C3C-4616-AAAB-5714-636EDA5AD150}"/>
              </a:ext>
            </a:extLst>
          </p:cNvPr>
          <p:cNvGrpSpPr>
            <a:grpSpLocks/>
          </p:cNvGrpSpPr>
          <p:nvPr/>
        </p:nvGrpSpPr>
        <p:grpSpPr bwMode="auto">
          <a:xfrm rot="-223274">
            <a:off x="1981200" y="2611862"/>
            <a:ext cx="744537" cy="733425"/>
            <a:chOff x="2757" y="1666"/>
            <a:chExt cx="812" cy="800"/>
          </a:xfrm>
        </p:grpSpPr>
        <p:sp>
          <p:nvSpPr>
            <p:cNvPr id="3" name="Freeform 85">
              <a:extLst>
                <a:ext uri="{FF2B5EF4-FFF2-40B4-BE49-F238E27FC236}">
                  <a16:creationId xmlns:a16="http://schemas.microsoft.com/office/drawing/2014/main" id="{158BC408-4627-2F0A-2F01-D704EC042085}"/>
                </a:ext>
              </a:extLst>
            </p:cNvPr>
            <p:cNvSpPr>
              <a:spLocks/>
            </p:cNvSpPr>
            <p:nvPr/>
          </p:nvSpPr>
          <p:spPr bwMode="auto">
            <a:xfrm>
              <a:off x="2762" y="1667"/>
              <a:ext cx="807" cy="584"/>
            </a:xfrm>
            <a:custGeom>
              <a:avLst/>
              <a:gdLst>
                <a:gd name="T0" fmla="*/ 497 w 807"/>
                <a:gd name="T1" fmla="*/ 583 h 584"/>
                <a:gd name="T2" fmla="*/ 0 w 807"/>
                <a:gd name="T3" fmla="*/ 452 h 584"/>
                <a:gd name="T4" fmla="*/ 337 w 807"/>
                <a:gd name="T5" fmla="*/ 0 h 584"/>
                <a:gd name="T6" fmla="*/ 806 w 807"/>
                <a:gd name="T7" fmla="*/ 98 h 584"/>
                <a:gd name="T8" fmla="*/ 497 w 807"/>
                <a:gd name="T9" fmla="*/ 583 h 584"/>
                <a:gd name="T10" fmla="*/ 0 60000 65536"/>
                <a:gd name="T11" fmla="*/ 0 60000 65536"/>
                <a:gd name="T12" fmla="*/ 0 60000 65536"/>
                <a:gd name="T13" fmla="*/ 0 60000 65536"/>
                <a:gd name="T14" fmla="*/ 0 60000 65536"/>
                <a:gd name="T15" fmla="*/ 0 w 807"/>
                <a:gd name="T16" fmla="*/ 0 h 584"/>
                <a:gd name="T17" fmla="*/ 807 w 807"/>
                <a:gd name="T18" fmla="*/ 584 h 584"/>
              </a:gdLst>
              <a:ahLst/>
              <a:cxnLst>
                <a:cxn ang="T10">
                  <a:pos x="T0" y="T1"/>
                </a:cxn>
                <a:cxn ang="T11">
                  <a:pos x="T2" y="T3"/>
                </a:cxn>
                <a:cxn ang="T12">
                  <a:pos x="T4" y="T5"/>
                </a:cxn>
                <a:cxn ang="T13">
                  <a:pos x="T6" y="T7"/>
                </a:cxn>
                <a:cxn ang="T14">
                  <a:pos x="T8" y="T9"/>
                </a:cxn>
              </a:cxnLst>
              <a:rect l="T15" t="T16" r="T17" b="T18"/>
              <a:pathLst>
                <a:path w="807" h="584">
                  <a:moveTo>
                    <a:pt x="497" y="583"/>
                  </a:moveTo>
                  <a:lnTo>
                    <a:pt x="0" y="452"/>
                  </a:lnTo>
                  <a:lnTo>
                    <a:pt x="337" y="0"/>
                  </a:lnTo>
                  <a:lnTo>
                    <a:pt x="806" y="98"/>
                  </a:lnTo>
                  <a:lnTo>
                    <a:pt x="497" y="583"/>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4" name="Freeform 86">
              <a:extLst>
                <a:ext uri="{FF2B5EF4-FFF2-40B4-BE49-F238E27FC236}">
                  <a16:creationId xmlns:a16="http://schemas.microsoft.com/office/drawing/2014/main" id="{98A8D7FE-92C8-447C-A7BA-D98B6B461CD4}"/>
                </a:ext>
              </a:extLst>
            </p:cNvPr>
            <p:cNvSpPr>
              <a:spLocks/>
            </p:cNvSpPr>
            <p:nvPr/>
          </p:nvSpPr>
          <p:spPr bwMode="auto">
            <a:xfrm>
              <a:off x="2882" y="1861"/>
              <a:ext cx="578" cy="384"/>
            </a:xfrm>
            <a:custGeom>
              <a:avLst/>
              <a:gdLst>
                <a:gd name="T0" fmla="*/ 377 w 578"/>
                <a:gd name="T1" fmla="*/ 383 h 384"/>
                <a:gd name="T2" fmla="*/ 0 w 578"/>
                <a:gd name="T3" fmla="*/ 291 h 384"/>
                <a:gd name="T4" fmla="*/ 217 w 578"/>
                <a:gd name="T5" fmla="*/ 0 h 384"/>
                <a:gd name="T6" fmla="*/ 577 w 578"/>
                <a:gd name="T7" fmla="*/ 74 h 384"/>
                <a:gd name="T8" fmla="*/ 377 w 578"/>
                <a:gd name="T9" fmla="*/ 383 h 384"/>
                <a:gd name="T10" fmla="*/ 0 60000 65536"/>
                <a:gd name="T11" fmla="*/ 0 60000 65536"/>
                <a:gd name="T12" fmla="*/ 0 60000 65536"/>
                <a:gd name="T13" fmla="*/ 0 60000 65536"/>
                <a:gd name="T14" fmla="*/ 0 60000 65536"/>
                <a:gd name="T15" fmla="*/ 0 w 578"/>
                <a:gd name="T16" fmla="*/ 0 h 384"/>
                <a:gd name="T17" fmla="*/ 578 w 578"/>
                <a:gd name="T18" fmla="*/ 384 h 384"/>
              </a:gdLst>
              <a:ahLst/>
              <a:cxnLst>
                <a:cxn ang="T10">
                  <a:pos x="T0" y="T1"/>
                </a:cxn>
                <a:cxn ang="T11">
                  <a:pos x="T2" y="T3"/>
                </a:cxn>
                <a:cxn ang="T12">
                  <a:pos x="T4" y="T5"/>
                </a:cxn>
                <a:cxn ang="T13">
                  <a:pos x="T6" y="T7"/>
                </a:cxn>
                <a:cxn ang="T14">
                  <a:pos x="T8" y="T9"/>
                </a:cxn>
              </a:cxnLst>
              <a:rect l="T15" t="T16" r="T17" b="T18"/>
              <a:pathLst>
                <a:path w="578" h="384">
                  <a:moveTo>
                    <a:pt x="377" y="383"/>
                  </a:moveTo>
                  <a:lnTo>
                    <a:pt x="0" y="291"/>
                  </a:lnTo>
                  <a:lnTo>
                    <a:pt x="217" y="0"/>
                  </a:lnTo>
                  <a:lnTo>
                    <a:pt x="577" y="74"/>
                  </a:lnTo>
                  <a:lnTo>
                    <a:pt x="377" y="383"/>
                  </a:lnTo>
                </a:path>
              </a:pathLst>
            </a:custGeom>
            <a:solidFill>
              <a:srgbClr val="E22B00"/>
            </a:solidFill>
            <a:ln>
              <a:noFill/>
            </a:ln>
            <a:extLst>
              <a:ext uri="{91240B29-F687-4F45-9708-019B960494DF}">
                <a14:hiddenLine xmlns:a14="http://schemas.microsoft.com/office/drawing/2010/main" w="12700" cap="rnd" cmpd="sng">
                  <a:solidFill>
                    <a:srgbClr val="000000"/>
                  </a:solidFill>
                  <a:prstDash val="solid"/>
                  <a:round/>
                  <a:headEnd type="none" w="med" len="med"/>
                  <a:tailEnd type="none" w="med" len="med"/>
                </a14:hiddenLine>
              </a:ext>
            </a:extLst>
          </p:spPr>
          <p:txBody>
            <a:bodyPr/>
            <a:lstStyle/>
            <a:p>
              <a:endParaRPr lang="fr-FR"/>
            </a:p>
          </p:txBody>
        </p:sp>
        <p:sp>
          <p:nvSpPr>
            <p:cNvPr id="5" name="Line 87">
              <a:extLst>
                <a:ext uri="{FF2B5EF4-FFF2-40B4-BE49-F238E27FC236}">
                  <a16:creationId xmlns:a16="http://schemas.microsoft.com/office/drawing/2014/main" id="{6A0D32AC-11D3-0AE8-F8F3-0841F5B20A74}"/>
                </a:ext>
              </a:extLst>
            </p:cNvPr>
            <p:cNvSpPr>
              <a:spLocks noChangeShapeType="1"/>
            </p:cNvSpPr>
            <p:nvPr/>
          </p:nvSpPr>
          <p:spPr bwMode="auto">
            <a:xfrm>
              <a:off x="3102" y="1862"/>
              <a:ext cx="352" cy="7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fr-FR"/>
            </a:p>
          </p:txBody>
        </p:sp>
        <p:sp>
          <p:nvSpPr>
            <p:cNvPr id="6" name="Freeform 88">
              <a:extLst>
                <a:ext uri="{FF2B5EF4-FFF2-40B4-BE49-F238E27FC236}">
                  <a16:creationId xmlns:a16="http://schemas.microsoft.com/office/drawing/2014/main" id="{A774F9EF-18B2-DF13-3072-861D6B1AAABD}"/>
                </a:ext>
              </a:extLst>
            </p:cNvPr>
            <p:cNvSpPr>
              <a:spLocks/>
            </p:cNvSpPr>
            <p:nvPr/>
          </p:nvSpPr>
          <p:spPr bwMode="auto">
            <a:xfrm>
              <a:off x="2762" y="1666"/>
              <a:ext cx="337" cy="485"/>
            </a:xfrm>
            <a:custGeom>
              <a:avLst/>
              <a:gdLst>
                <a:gd name="T0" fmla="*/ 336 w 337"/>
                <a:gd name="T1" fmla="*/ 194 h 485"/>
                <a:gd name="T2" fmla="*/ 118 w 337"/>
                <a:gd name="T3" fmla="*/ 484 h 485"/>
                <a:gd name="T4" fmla="*/ 0 w 337"/>
                <a:gd name="T5" fmla="*/ 452 h 485"/>
                <a:gd name="T6" fmla="*/ 336 w 337"/>
                <a:gd name="T7" fmla="*/ 0 h 485"/>
                <a:gd name="T8" fmla="*/ 336 w 337"/>
                <a:gd name="T9" fmla="*/ 152 h 485"/>
                <a:gd name="T10" fmla="*/ 336 w 337"/>
                <a:gd name="T11" fmla="*/ 194 h 485"/>
                <a:gd name="T12" fmla="*/ 0 60000 65536"/>
                <a:gd name="T13" fmla="*/ 0 60000 65536"/>
                <a:gd name="T14" fmla="*/ 0 60000 65536"/>
                <a:gd name="T15" fmla="*/ 0 60000 65536"/>
                <a:gd name="T16" fmla="*/ 0 60000 65536"/>
                <a:gd name="T17" fmla="*/ 0 60000 65536"/>
                <a:gd name="T18" fmla="*/ 0 w 337"/>
                <a:gd name="T19" fmla="*/ 0 h 485"/>
                <a:gd name="T20" fmla="*/ 337 w 337"/>
                <a:gd name="T21" fmla="*/ 485 h 485"/>
              </a:gdLst>
              <a:ahLst/>
              <a:cxnLst>
                <a:cxn ang="T12">
                  <a:pos x="T0" y="T1"/>
                </a:cxn>
                <a:cxn ang="T13">
                  <a:pos x="T2" y="T3"/>
                </a:cxn>
                <a:cxn ang="T14">
                  <a:pos x="T4" y="T5"/>
                </a:cxn>
                <a:cxn ang="T15">
                  <a:pos x="T6" y="T7"/>
                </a:cxn>
                <a:cxn ang="T16">
                  <a:pos x="T8" y="T9"/>
                </a:cxn>
                <a:cxn ang="T17">
                  <a:pos x="T10" y="T11"/>
                </a:cxn>
              </a:cxnLst>
              <a:rect l="T18" t="T19" r="T20" b="T21"/>
              <a:pathLst>
                <a:path w="337" h="485">
                  <a:moveTo>
                    <a:pt x="336" y="194"/>
                  </a:moveTo>
                  <a:lnTo>
                    <a:pt x="118" y="484"/>
                  </a:lnTo>
                  <a:lnTo>
                    <a:pt x="0" y="452"/>
                  </a:lnTo>
                  <a:lnTo>
                    <a:pt x="336" y="0"/>
                  </a:lnTo>
                  <a:lnTo>
                    <a:pt x="336" y="152"/>
                  </a:lnTo>
                  <a:lnTo>
                    <a:pt x="336" y="194"/>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7" name="Freeform 89">
              <a:extLst>
                <a:ext uri="{FF2B5EF4-FFF2-40B4-BE49-F238E27FC236}">
                  <a16:creationId xmlns:a16="http://schemas.microsoft.com/office/drawing/2014/main" id="{AC40D5F4-0900-6E52-1646-B18126FCF2CE}"/>
                </a:ext>
              </a:extLst>
            </p:cNvPr>
            <p:cNvSpPr>
              <a:spLocks/>
            </p:cNvSpPr>
            <p:nvPr/>
          </p:nvSpPr>
          <p:spPr bwMode="auto">
            <a:xfrm>
              <a:off x="2757" y="2124"/>
              <a:ext cx="509" cy="339"/>
            </a:xfrm>
            <a:custGeom>
              <a:avLst/>
              <a:gdLst>
                <a:gd name="T0" fmla="*/ 0 w 506"/>
                <a:gd name="T1" fmla="*/ 0 h 345"/>
                <a:gd name="T2" fmla="*/ 1 w 506"/>
                <a:gd name="T3" fmla="*/ 198 h 345"/>
                <a:gd name="T4" fmla="*/ 514 w 506"/>
                <a:gd name="T5" fmla="*/ 326 h 345"/>
                <a:gd name="T6" fmla="*/ 513 w 506"/>
                <a:gd name="T7" fmla="*/ 124 h 345"/>
                <a:gd name="T8" fmla="*/ 0 60000 65536"/>
                <a:gd name="T9" fmla="*/ 0 60000 65536"/>
                <a:gd name="T10" fmla="*/ 0 60000 65536"/>
                <a:gd name="T11" fmla="*/ 0 60000 65536"/>
                <a:gd name="T12" fmla="*/ 0 w 506"/>
                <a:gd name="T13" fmla="*/ 0 h 345"/>
                <a:gd name="T14" fmla="*/ 506 w 506"/>
                <a:gd name="T15" fmla="*/ 345 h 345"/>
              </a:gdLst>
              <a:ahLst/>
              <a:cxnLst>
                <a:cxn ang="T8">
                  <a:pos x="T0" y="T1"/>
                </a:cxn>
                <a:cxn ang="T9">
                  <a:pos x="T2" y="T3"/>
                </a:cxn>
                <a:cxn ang="T10">
                  <a:pos x="T4" y="T5"/>
                </a:cxn>
                <a:cxn ang="T11">
                  <a:pos x="T6" y="T7"/>
                </a:cxn>
              </a:cxnLst>
              <a:rect l="T12" t="T13" r="T14" b="T15"/>
              <a:pathLst>
                <a:path w="506" h="345">
                  <a:moveTo>
                    <a:pt x="0" y="0"/>
                  </a:moveTo>
                  <a:lnTo>
                    <a:pt x="1" y="209"/>
                  </a:lnTo>
                  <a:lnTo>
                    <a:pt x="505" y="344"/>
                  </a:lnTo>
                  <a:lnTo>
                    <a:pt x="504" y="130"/>
                  </a:lnTo>
                </a:path>
              </a:pathLst>
            </a:custGeom>
            <a:solidFill>
              <a:srgbClr val="FC2C1C"/>
            </a:solidFill>
            <a:ln w="12700" cap="rnd" cmpd="sng">
              <a:solidFill>
                <a:schemeClr val="bg2"/>
              </a:solidFill>
              <a:prstDash val="solid"/>
              <a:round/>
              <a:headEnd type="none" w="med" len="med"/>
              <a:tailEnd type="none" w="med" len="med"/>
            </a:ln>
          </p:spPr>
          <p:txBody>
            <a:bodyPr/>
            <a:lstStyle/>
            <a:p>
              <a:endParaRPr lang="fr-FR"/>
            </a:p>
          </p:txBody>
        </p:sp>
        <p:sp>
          <p:nvSpPr>
            <p:cNvPr id="8" name="AutoShape 90">
              <a:extLst>
                <a:ext uri="{FF2B5EF4-FFF2-40B4-BE49-F238E27FC236}">
                  <a16:creationId xmlns:a16="http://schemas.microsoft.com/office/drawing/2014/main" id="{E635E435-BA59-80E5-9279-E24E051F5684}"/>
                </a:ext>
              </a:extLst>
            </p:cNvPr>
            <p:cNvSpPr>
              <a:spLocks noChangeArrowheads="1"/>
            </p:cNvSpPr>
            <p:nvPr/>
          </p:nvSpPr>
          <p:spPr bwMode="auto">
            <a:xfrm rot="16200000" flipH="1">
              <a:off x="3067" y="1967"/>
              <a:ext cx="693" cy="306"/>
            </a:xfrm>
            <a:prstGeom prst="parallelogram">
              <a:avLst>
                <a:gd name="adj" fmla="val 156202"/>
              </a:avLst>
            </a:prstGeom>
            <a:solidFill>
              <a:srgbClr val="FC2C1C"/>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grpSp>
        <p:nvGrpSpPr>
          <p:cNvPr id="9" name="Group 84">
            <a:extLst>
              <a:ext uri="{FF2B5EF4-FFF2-40B4-BE49-F238E27FC236}">
                <a16:creationId xmlns:a16="http://schemas.microsoft.com/office/drawing/2014/main" id="{D2301F0F-67AB-53D1-A063-4B1FEA988728}"/>
              </a:ext>
            </a:extLst>
          </p:cNvPr>
          <p:cNvGrpSpPr>
            <a:grpSpLocks/>
          </p:cNvGrpSpPr>
          <p:nvPr/>
        </p:nvGrpSpPr>
        <p:grpSpPr bwMode="auto">
          <a:xfrm rot="-223274">
            <a:off x="681829" y="2434800"/>
            <a:ext cx="744537" cy="733425"/>
            <a:chOff x="2757" y="1666"/>
            <a:chExt cx="812" cy="800"/>
          </a:xfrm>
        </p:grpSpPr>
        <p:sp>
          <p:nvSpPr>
            <p:cNvPr id="10" name="Freeform 85">
              <a:extLst>
                <a:ext uri="{FF2B5EF4-FFF2-40B4-BE49-F238E27FC236}">
                  <a16:creationId xmlns:a16="http://schemas.microsoft.com/office/drawing/2014/main" id="{047FD901-15BA-1396-1299-42032D8E4D68}"/>
                </a:ext>
              </a:extLst>
            </p:cNvPr>
            <p:cNvSpPr>
              <a:spLocks/>
            </p:cNvSpPr>
            <p:nvPr/>
          </p:nvSpPr>
          <p:spPr bwMode="auto">
            <a:xfrm>
              <a:off x="2762" y="1667"/>
              <a:ext cx="807" cy="584"/>
            </a:xfrm>
            <a:custGeom>
              <a:avLst/>
              <a:gdLst>
                <a:gd name="T0" fmla="*/ 497 w 807"/>
                <a:gd name="T1" fmla="*/ 583 h 584"/>
                <a:gd name="T2" fmla="*/ 0 w 807"/>
                <a:gd name="T3" fmla="*/ 452 h 584"/>
                <a:gd name="T4" fmla="*/ 337 w 807"/>
                <a:gd name="T5" fmla="*/ 0 h 584"/>
                <a:gd name="T6" fmla="*/ 806 w 807"/>
                <a:gd name="T7" fmla="*/ 98 h 584"/>
                <a:gd name="T8" fmla="*/ 497 w 807"/>
                <a:gd name="T9" fmla="*/ 583 h 584"/>
                <a:gd name="T10" fmla="*/ 0 60000 65536"/>
                <a:gd name="T11" fmla="*/ 0 60000 65536"/>
                <a:gd name="T12" fmla="*/ 0 60000 65536"/>
                <a:gd name="T13" fmla="*/ 0 60000 65536"/>
                <a:gd name="T14" fmla="*/ 0 60000 65536"/>
                <a:gd name="T15" fmla="*/ 0 w 807"/>
                <a:gd name="T16" fmla="*/ 0 h 584"/>
                <a:gd name="T17" fmla="*/ 807 w 807"/>
                <a:gd name="T18" fmla="*/ 584 h 584"/>
              </a:gdLst>
              <a:ahLst/>
              <a:cxnLst>
                <a:cxn ang="T10">
                  <a:pos x="T0" y="T1"/>
                </a:cxn>
                <a:cxn ang="T11">
                  <a:pos x="T2" y="T3"/>
                </a:cxn>
                <a:cxn ang="T12">
                  <a:pos x="T4" y="T5"/>
                </a:cxn>
                <a:cxn ang="T13">
                  <a:pos x="T6" y="T7"/>
                </a:cxn>
                <a:cxn ang="T14">
                  <a:pos x="T8" y="T9"/>
                </a:cxn>
              </a:cxnLst>
              <a:rect l="T15" t="T16" r="T17" b="T18"/>
              <a:pathLst>
                <a:path w="807" h="584">
                  <a:moveTo>
                    <a:pt x="497" y="583"/>
                  </a:moveTo>
                  <a:lnTo>
                    <a:pt x="0" y="452"/>
                  </a:lnTo>
                  <a:lnTo>
                    <a:pt x="337" y="0"/>
                  </a:lnTo>
                  <a:lnTo>
                    <a:pt x="806" y="98"/>
                  </a:lnTo>
                  <a:lnTo>
                    <a:pt x="497" y="583"/>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11" name="Freeform 86">
              <a:extLst>
                <a:ext uri="{FF2B5EF4-FFF2-40B4-BE49-F238E27FC236}">
                  <a16:creationId xmlns:a16="http://schemas.microsoft.com/office/drawing/2014/main" id="{3ADEC139-34D9-DCE9-9EE2-36B9273B54D2}"/>
                </a:ext>
              </a:extLst>
            </p:cNvPr>
            <p:cNvSpPr>
              <a:spLocks/>
            </p:cNvSpPr>
            <p:nvPr/>
          </p:nvSpPr>
          <p:spPr bwMode="auto">
            <a:xfrm>
              <a:off x="2882" y="1861"/>
              <a:ext cx="578" cy="384"/>
            </a:xfrm>
            <a:custGeom>
              <a:avLst/>
              <a:gdLst>
                <a:gd name="T0" fmla="*/ 377 w 578"/>
                <a:gd name="T1" fmla="*/ 383 h 384"/>
                <a:gd name="T2" fmla="*/ 0 w 578"/>
                <a:gd name="T3" fmla="*/ 291 h 384"/>
                <a:gd name="T4" fmla="*/ 217 w 578"/>
                <a:gd name="T5" fmla="*/ 0 h 384"/>
                <a:gd name="T6" fmla="*/ 577 w 578"/>
                <a:gd name="T7" fmla="*/ 74 h 384"/>
                <a:gd name="T8" fmla="*/ 377 w 578"/>
                <a:gd name="T9" fmla="*/ 383 h 384"/>
                <a:gd name="T10" fmla="*/ 0 60000 65536"/>
                <a:gd name="T11" fmla="*/ 0 60000 65536"/>
                <a:gd name="T12" fmla="*/ 0 60000 65536"/>
                <a:gd name="T13" fmla="*/ 0 60000 65536"/>
                <a:gd name="T14" fmla="*/ 0 60000 65536"/>
                <a:gd name="T15" fmla="*/ 0 w 578"/>
                <a:gd name="T16" fmla="*/ 0 h 384"/>
                <a:gd name="T17" fmla="*/ 578 w 578"/>
                <a:gd name="T18" fmla="*/ 384 h 384"/>
              </a:gdLst>
              <a:ahLst/>
              <a:cxnLst>
                <a:cxn ang="T10">
                  <a:pos x="T0" y="T1"/>
                </a:cxn>
                <a:cxn ang="T11">
                  <a:pos x="T2" y="T3"/>
                </a:cxn>
                <a:cxn ang="T12">
                  <a:pos x="T4" y="T5"/>
                </a:cxn>
                <a:cxn ang="T13">
                  <a:pos x="T6" y="T7"/>
                </a:cxn>
                <a:cxn ang="T14">
                  <a:pos x="T8" y="T9"/>
                </a:cxn>
              </a:cxnLst>
              <a:rect l="T15" t="T16" r="T17" b="T18"/>
              <a:pathLst>
                <a:path w="578" h="384">
                  <a:moveTo>
                    <a:pt x="377" y="383"/>
                  </a:moveTo>
                  <a:lnTo>
                    <a:pt x="0" y="291"/>
                  </a:lnTo>
                  <a:lnTo>
                    <a:pt x="217" y="0"/>
                  </a:lnTo>
                  <a:lnTo>
                    <a:pt x="577" y="74"/>
                  </a:lnTo>
                  <a:lnTo>
                    <a:pt x="377" y="383"/>
                  </a:lnTo>
                </a:path>
              </a:pathLst>
            </a:custGeom>
            <a:solidFill>
              <a:srgbClr val="E22B00"/>
            </a:solidFill>
            <a:ln>
              <a:noFill/>
            </a:ln>
            <a:extLst>
              <a:ext uri="{91240B29-F687-4F45-9708-019B960494DF}">
                <a14:hiddenLine xmlns:a14="http://schemas.microsoft.com/office/drawing/2010/main" w="12700" cap="rnd" cmpd="sng">
                  <a:solidFill>
                    <a:srgbClr val="000000"/>
                  </a:solidFill>
                  <a:prstDash val="solid"/>
                  <a:round/>
                  <a:headEnd type="none" w="med" len="med"/>
                  <a:tailEnd type="none" w="med" len="med"/>
                </a14:hiddenLine>
              </a:ext>
            </a:extLst>
          </p:spPr>
          <p:txBody>
            <a:bodyPr/>
            <a:lstStyle/>
            <a:p>
              <a:endParaRPr lang="fr-FR"/>
            </a:p>
          </p:txBody>
        </p:sp>
        <p:sp>
          <p:nvSpPr>
            <p:cNvPr id="12" name="Line 87">
              <a:extLst>
                <a:ext uri="{FF2B5EF4-FFF2-40B4-BE49-F238E27FC236}">
                  <a16:creationId xmlns:a16="http://schemas.microsoft.com/office/drawing/2014/main" id="{94E4459C-068B-9909-65D4-F72EB0360960}"/>
                </a:ext>
              </a:extLst>
            </p:cNvPr>
            <p:cNvSpPr>
              <a:spLocks noChangeShapeType="1"/>
            </p:cNvSpPr>
            <p:nvPr/>
          </p:nvSpPr>
          <p:spPr bwMode="auto">
            <a:xfrm>
              <a:off x="3102" y="1862"/>
              <a:ext cx="352" cy="7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fr-FR"/>
            </a:p>
          </p:txBody>
        </p:sp>
        <p:sp>
          <p:nvSpPr>
            <p:cNvPr id="13" name="Freeform 88">
              <a:extLst>
                <a:ext uri="{FF2B5EF4-FFF2-40B4-BE49-F238E27FC236}">
                  <a16:creationId xmlns:a16="http://schemas.microsoft.com/office/drawing/2014/main" id="{C2287129-35B9-7441-3121-5E9A8A9447B5}"/>
                </a:ext>
              </a:extLst>
            </p:cNvPr>
            <p:cNvSpPr>
              <a:spLocks/>
            </p:cNvSpPr>
            <p:nvPr/>
          </p:nvSpPr>
          <p:spPr bwMode="auto">
            <a:xfrm>
              <a:off x="2762" y="1666"/>
              <a:ext cx="337" cy="485"/>
            </a:xfrm>
            <a:custGeom>
              <a:avLst/>
              <a:gdLst>
                <a:gd name="T0" fmla="*/ 336 w 337"/>
                <a:gd name="T1" fmla="*/ 194 h 485"/>
                <a:gd name="T2" fmla="*/ 118 w 337"/>
                <a:gd name="T3" fmla="*/ 484 h 485"/>
                <a:gd name="T4" fmla="*/ 0 w 337"/>
                <a:gd name="T5" fmla="*/ 452 h 485"/>
                <a:gd name="T6" fmla="*/ 336 w 337"/>
                <a:gd name="T7" fmla="*/ 0 h 485"/>
                <a:gd name="T8" fmla="*/ 336 w 337"/>
                <a:gd name="T9" fmla="*/ 152 h 485"/>
                <a:gd name="T10" fmla="*/ 336 w 337"/>
                <a:gd name="T11" fmla="*/ 194 h 485"/>
                <a:gd name="T12" fmla="*/ 0 60000 65536"/>
                <a:gd name="T13" fmla="*/ 0 60000 65536"/>
                <a:gd name="T14" fmla="*/ 0 60000 65536"/>
                <a:gd name="T15" fmla="*/ 0 60000 65536"/>
                <a:gd name="T16" fmla="*/ 0 60000 65536"/>
                <a:gd name="T17" fmla="*/ 0 60000 65536"/>
                <a:gd name="T18" fmla="*/ 0 w 337"/>
                <a:gd name="T19" fmla="*/ 0 h 485"/>
                <a:gd name="T20" fmla="*/ 337 w 337"/>
                <a:gd name="T21" fmla="*/ 485 h 485"/>
              </a:gdLst>
              <a:ahLst/>
              <a:cxnLst>
                <a:cxn ang="T12">
                  <a:pos x="T0" y="T1"/>
                </a:cxn>
                <a:cxn ang="T13">
                  <a:pos x="T2" y="T3"/>
                </a:cxn>
                <a:cxn ang="T14">
                  <a:pos x="T4" y="T5"/>
                </a:cxn>
                <a:cxn ang="T15">
                  <a:pos x="T6" y="T7"/>
                </a:cxn>
                <a:cxn ang="T16">
                  <a:pos x="T8" y="T9"/>
                </a:cxn>
                <a:cxn ang="T17">
                  <a:pos x="T10" y="T11"/>
                </a:cxn>
              </a:cxnLst>
              <a:rect l="T18" t="T19" r="T20" b="T21"/>
              <a:pathLst>
                <a:path w="337" h="485">
                  <a:moveTo>
                    <a:pt x="336" y="194"/>
                  </a:moveTo>
                  <a:lnTo>
                    <a:pt x="118" y="484"/>
                  </a:lnTo>
                  <a:lnTo>
                    <a:pt x="0" y="452"/>
                  </a:lnTo>
                  <a:lnTo>
                    <a:pt x="336" y="0"/>
                  </a:lnTo>
                  <a:lnTo>
                    <a:pt x="336" y="152"/>
                  </a:lnTo>
                  <a:lnTo>
                    <a:pt x="336" y="194"/>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14" name="Freeform 89">
              <a:extLst>
                <a:ext uri="{FF2B5EF4-FFF2-40B4-BE49-F238E27FC236}">
                  <a16:creationId xmlns:a16="http://schemas.microsoft.com/office/drawing/2014/main" id="{DB01C3F7-E2F0-D2C4-2EEB-FC40A8C69533}"/>
                </a:ext>
              </a:extLst>
            </p:cNvPr>
            <p:cNvSpPr>
              <a:spLocks/>
            </p:cNvSpPr>
            <p:nvPr/>
          </p:nvSpPr>
          <p:spPr bwMode="auto">
            <a:xfrm>
              <a:off x="2757" y="2124"/>
              <a:ext cx="509" cy="339"/>
            </a:xfrm>
            <a:custGeom>
              <a:avLst/>
              <a:gdLst>
                <a:gd name="T0" fmla="*/ 0 w 506"/>
                <a:gd name="T1" fmla="*/ 0 h 345"/>
                <a:gd name="T2" fmla="*/ 1 w 506"/>
                <a:gd name="T3" fmla="*/ 198 h 345"/>
                <a:gd name="T4" fmla="*/ 514 w 506"/>
                <a:gd name="T5" fmla="*/ 326 h 345"/>
                <a:gd name="T6" fmla="*/ 513 w 506"/>
                <a:gd name="T7" fmla="*/ 124 h 345"/>
                <a:gd name="T8" fmla="*/ 0 60000 65536"/>
                <a:gd name="T9" fmla="*/ 0 60000 65536"/>
                <a:gd name="T10" fmla="*/ 0 60000 65536"/>
                <a:gd name="T11" fmla="*/ 0 60000 65536"/>
                <a:gd name="T12" fmla="*/ 0 w 506"/>
                <a:gd name="T13" fmla="*/ 0 h 345"/>
                <a:gd name="T14" fmla="*/ 506 w 506"/>
                <a:gd name="T15" fmla="*/ 345 h 345"/>
              </a:gdLst>
              <a:ahLst/>
              <a:cxnLst>
                <a:cxn ang="T8">
                  <a:pos x="T0" y="T1"/>
                </a:cxn>
                <a:cxn ang="T9">
                  <a:pos x="T2" y="T3"/>
                </a:cxn>
                <a:cxn ang="T10">
                  <a:pos x="T4" y="T5"/>
                </a:cxn>
                <a:cxn ang="T11">
                  <a:pos x="T6" y="T7"/>
                </a:cxn>
              </a:cxnLst>
              <a:rect l="T12" t="T13" r="T14" b="T15"/>
              <a:pathLst>
                <a:path w="506" h="345">
                  <a:moveTo>
                    <a:pt x="0" y="0"/>
                  </a:moveTo>
                  <a:lnTo>
                    <a:pt x="1" y="209"/>
                  </a:lnTo>
                  <a:lnTo>
                    <a:pt x="505" y="344"/>
                  </a:lnTo>
                  <a:lnTo>
                    <a:pt x="504" y="130"/>
                  </a:lnTo>
                </a:path>
              </a:pathLst>
            </a:custGeom>
            <a:solidFill>
              <a:srgbClr val="FC2C1C"/>
            </a:solidFill>
            <a:ln w="12700" cap="rnd" cmpd="sng">
              <a:solidFill>
                <a:schemeClr val="bg2"/>
              </a:solidFill>
              <a:prstDash val="solid"/>
              <a:round/>
              <a:headEnd type="none" w="med" len="med"/>
              <a:tailEnd type="none" w="med" len="med"/>
            </a:ln>
          </p:spPr>
          <p:txBody>
            <a:bodyPr/>
            <a:lstStyle/>
            <a:p>
              <a:endParaRPr lang="fr-FR"/>
            </a:p>
          </p:txBody>
        </p:sp>
        <p:sp>
          <p:nvSpPr>
            <p:cNvPr id="15" name="AutoShape 90">
              <a:extLst>
                <a:ext uri="{FF2B5EF4-FFF2-40B4-BE49-F238E27FC236}">
                  <a16:creationId xmlns:a16="http://schemas.microsoft.com/office/drawing/2014/main" id="{75B96B53-B2E5-794B-11C9-B1F33645EC28}"/>
                </a:ext>
              </a:extLst>
            </p:cNvPr>
            <p:cNvSpPr>
              <a:spLocks noChangeArrowheads="1"/>
            </p:cNvSpPr>
            <p:nvPr/>
          </p:nvSpPr>
          <p:spPr bwMode="auto">
            <a:xfrm rot="16200000" flipH="1">
              <a:off x="3067" y="1967"/>
              <a:ext cx="693" cy="306"/>
            </a:xfrm>
            <a:prstGeom prst="parallelogram">
              <a:avLst>
                <a:gd name="adj" fmla="val 156202"/>
              </a:avLst>
            </a:prstGeom>
            <a:solidFill>
              <a:srgbClr val="FC2C1C"/>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8610" name="Group 2"/>
          <p:cNvGrpSpPr>
            <a:grpSpLocks/>
          </p:cNvGrpSpPr>
          <p:nvPr/>
        </p:nvGrpSpPr>
        <p:grpSpPr bwMode="auto">
          <a:xfrm>
            <a:off x="7073900" y="215900"/>
            <a:ext cx="1878013" cy="1250950"/>
            <a:chOff x="4456" y="136"/>
            <a:chExt cx="1183" cy="788"/>
          </a:xfrm>
        </p:grpSpPr>
        <p:grpSp>
          <p:nvGrpSpPr>
            <p:cNvPr id="68670" name="Group 3"/>
            <p:cNvGrpSpPr>
              <a:grpSpLocks/>
            </p:cNvGrpSpPr>
            <p:nvPr/>
          </p:nvGrpSpPr>
          <p:grpSpPr bwMode="auto">
            <a:xfrm>
              <a:off x="4766" y="232"/>
              <a:ext cx="873" cy="692"/>
              <a:chOff x="2185" y="310"/>
              <a:chExt cx="873" cy="692"/>
            </a:xfrm>
          </p:grpSpPr>
          <p:sp>
            <p:nvSpPr>
              <p:cNvPr id="68681" name="Freeform 4"/>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accent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8682" name="Freeform 5"/>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8683" name="Freeform 6"/>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8684" name="Freeform 7"/>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8685" name="Freeform 8"/>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8686" name="Freeform 9"/>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8687" name="Freeform 10"/>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grpSp>
          <p:nvGrpSpPr>
            <p:cNvPr id="68671" name="Group 11"/>
            <p:cNvGrpSpPr>
              <a:grpSpLocks/>
            </p:cNvGrpSpPr>
            <p:nvPr/>
          </p:nvGrpSpPr>
          <p:grpSpPr bwMode="auto">
            <a:xfrm>
              <a:off x="4949" y="336"/>
              <a:ext cx="591" cy="468"/>
              <a:chOff x="2185" y="310"/>
              <a:chExt cx="873" cy="692"/>
            </a:xfrm>
          </p:grpSpPr>
          <p:sp>
            <p:nvSpPr>
              <p:cNvPr id="68674" name="Freeform 12"/>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8675" name="Freeform 13"/>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8676" name="Freeform 14"/>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8677" name="Freeform 15"/>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8678" name="Freeform 16"/>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8679" name="Freeform 17"/>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8680" name="Freeform 18"/>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pic>
          <p:nvPicPr>
            <p:cNvPr id="68672" name="Picture 19"/>
            <p:cNvPicPr>
              <a:picLocks noChangeAspect="1" noChangeArrowheads="1"/>
            </p:cNvPicPr>
            <p:nvPr/>
          </p:nvPicPr>
          <p:blipFill>
            <a:blip r:embed="rId3" cstate="print">
              <a:extLst>
                <a:ext uri="{28A0092B-C50C-407E-A947-70E740481C1C}">
                  <a14:useLocalDpi xmlns:a14="http://schemas.microsoft.com/office/drawing/2010/main" val="0"/>
                </a:ext>
              </a:extLst>
            </a:blip>
            <a:srcRect l="-4282" t="-4369" r="-5199" b="-12012"/>
            <a:stretch>
              <a:fillRect/>
            </a:stretch>
          </p:blipFill>
          <p:spPr bwMode="auto">
            <a:xfrm>
              <a:off x="4456" y="136"/>
              <a:ext cx="480" cy="5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68673" name="Text Box 20"/>
            <p:cNvSpPr txBox="1">
              <a:spLocks noChangeArrowheads="1"/>
            </p:cNvSpPr>
            <p:nvPr/>
          </p:nvSpPr>
          <p:spPr bwMode="auto">
            <a:xfrm>
              <a:off x="4946" y="314"/>
              <a:ext cx="596" cy="49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4500" b="1">
                  <a:solidFill>
                    <a:srgbClr val="FF0000"/>
                  </a:solidFill>
                  <a:latin typeface="Arial Black" pitchFamily="34" charset="0"/>
                </a:rPr>
                <a:t>18</a:t>
              </a:r>
              <a:endParaRPr lang="fr-FR" altLang="fr-FR" sz="3200">
                <a:solidFill>
                  <a:schemeClr val="tx1"/>
                </a:solidFill>
                <a:latin typeface="Arial Black" pitchFamily="34" charset="0"/>
              </a:endParaRPr>
            </a:p>
          </p:txBody>
        </p:sp>
      </p:grpSp>
      <p:sp>
        <p:nvSpPr>
          <p:cNvPr id="68612" name="Text Box 22"/>
          <p:cNvSpPr txBox="1">
            <a:spLocks noChangeArrowheads="1"/>
          </p:cNvSpPr>
          <p:nvPr/>
        </p:nvSpPr>
        <p:spPr bwMode="auto">
          <a:xfrm>
            <a:off x="566738" y="1363663"/>
            <a:ext cx="1946275"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1. Tirez le dé</a:t>
            </a:r>
          </a:p>
        </p:txBody>
      </p:sp>
      <p:sp>
        <p:nvSpPr>
          <p:cNvPr id="68613" name="Text Box 23"/>
          <p:cNvSpPr txBox="1">
            <a:spLocks noChangeArrowheads="1"/>
          </p:cNvSpPr>
          <p:nvPr/>
        </p:nvSpPr>
        <p:spPr bwMode="auto">
          <a:xfrm>
            <a:off x="566738" y="3935413"/>
            <a:ext cx="18796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3. Produisez</a:t>
            </a:r>
          </a:p>
        </p:txBody>
      </p:sp>
      <p:grpSp>
        <p:nvGrpSpPr>
          <p:cNvPr id="68614" name="Group 24"/>
          <p:cNvGrpSpPr>
            <a:grpSpLocks/>
          </p:cNvGrpSpPr>
          <p:nvPr/>
        </p:nvGrpSpPr>
        <p:grpSpPr bwMode="auto">
          <a:xfrm>
            <a:off x="2986088" y="1306513"/>
            <a:ext cx="446087" cy="534987"/>
            <a:chOff x="868" y="1439"/>
            <a:chExt cx="811" cy="972"/>
          </a:xfrm>
        </p:grpSpPr>
        <p:sp>
          <p:nvSpPr>
            <p:cNvPr id="68619" name="Freeform 25"/>
            <p:cNvSpPr>
              <a:spLocks/>
            </p:cNvSpPr>
            <p:nvPr/>
          </p:nvSpPr>
          <p:spPr bwMode="auto">
            <a:xfrm>
              <a:off x="1548" y="2014"/>
              <a:ext cx="123" cy="100"/>
            </a:xfrm>
            <a:custGeom>
              <a:avLst/>
              <a:gdLst>
                <a:gd name="T0" fmla="*/ 5 w 618"/>
                <a:gd name="T1" fmla="*/ 0 h 502"/>
                <a:gd name="T2" fmla="*/ 5 w 618"/>
                <a:gd name="T3" fmla="*/ 0 h 502"/>
                <a:gd name="T4" fmla="*/ 0 w 618"/>
                <a:gd name="T5" fmla="*/ 4 h 502"/>
                <a:gd name="T6" fmla="*/ 0 w 618"/>
                <a:gd name="T7" fmla="*/ 4 h 502"/>
                <a:gd name="T8" fmla="*/ 5 w 618"/>
                <a:gd name="T9" fmla="*/ 0 h 502"/>
                <a:gd name="T10" fmla="*/ 5 w 618"/>
                <a:gd name="T11" fmla="*/ 0 h 502"/>
                <a:gd name="T12" fmla="*/ 5 w 618"/>
                <a:gd name="T13" fmla="*/ 0 h 502"/>
                <a:gd name="T14" fmla="*/ 5 w 618"/>
                <a:gd name="T15" fmla="*/ 0 h 502"/>
                <a:gd name="T16" fmla="*/ 5 w 618"/>
                <a:gd name="T17" fmla="*/ 0 h 502"/>
                <a:gd name="T18" fmla="*/ 5 w 618"/>
                <a:gd name="T19" fmla="*/ 0 h 502"/>
                <a:gd name="T20" fmla="*/ 5 w 618"/>
                <a:gd name="T21" fmla="*/ 0 h 502"/>
                <a:gd name="T22" fmla="*/ 5 w 618"/>
                <a:gd name="T23" fmla="*/ 0 h 502"/>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618"/>
                <a:gd name="T37" fmla="*/ 0 h 502"/>
                <a:gd name="T38" fmla="*/ 618 w 618"/>
                <a:gd name="T39" fmla="*/ 502 h 502"/>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618" h="502">
                  <a:moveTo>
                    <a:pt x="611" y="0"/>
                  </a:moveTo>
                  <a:lnTo>
                    <a:pt x="606" y="2"/>
                  </a:lnTo>
                  <a:lnTo>
                    <a:pt x="0" y="490"/>
                  </a:lnTo>
                  <a:lnTo>
                    <a:pt x="10" y="502"/>
                  </a:lnTo>
                  <a:lnTo>
                    <a:pt x="616" y="14"/>
                  </a:lnTo>
                  <a:lnTo>
                    <a:pt x="611" y="16"/>
                  </a:lnTo>
                  <a:lnTo>
                    <a:pt x="616" y="14"/>
                  </a:lnTo>
                  <a:lnTo>
                    <a:pt x="618" y="9"/>
                  </a:lnTo>
                  <a:lnTo>
                    <a:pt x="617" y="3"/>
                  </a:lnTo>
                  <a:lnTo>
                    <a:pt x="612" y="1"/>
                  </a:lnTo>
                  <a:lnTo>
                    <a:pt x="606" y="2"/>
                  </a:lnTo>
                  <a:lnTo>
                    <a:pt x="611"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8620" name="Freeform 26"/>
            <p:cNvSpPr>
              <a:spLocks/>
            </p:cNvSpPr>
            <p:nvPr/>
          </p:nvSpPr>
          <p:spPr bwMode="auto">
            <a:xfrm>
              <a:off x="876" y="1852"/>
              <a:ext cx="82" cy="373"/>
            </a:xfrm>
            <a:custGeom>
              <a:avLst/>
              <a:gdLst>
                <a:gd name="T0" fmla="*/ 3 w 413"/>
                <a:gd name="T1" fmla="*/ 15 h 1865"/>
                <a:gd name="T2" fmla="*/ 3 w 413"/>
                <a:gd name="T3" fmla="*/ 15 h 1865"/>
                <a:gd name="T4" fmla="*/ 0 w 413"/>
                <a:gd name="T5" fmla="*/ 0 h 1865"/>
                <a:gd name="T6" fmla="*/ 0 w 413"/>
                <a:gd name="T7" fmla="*/ 0 h 1865"/>
                <a:gd name="T8" fmla="*/ 3 w 413"/>
                <a:gd name="T9" fmla="*/ 15 h 1865"/>
                <a:gd name="T10" fmla="*/ 3 w 413"/>
                <a:gd name="T11" fmla="*/ 15 h 1865"/>
                <a:gd name="T12" fmla="*/ 3 w 413"/>
                <a:gd name="T13" fmla="*/ 15 h 1865"/>
                <a:gd name="T14" fmla="*/ 3 w 413"/>
                <a:gd name="T15" fmla="*/ 15 h 1865"/>
                <a:gd name="T16" fmla="*/ 3 w 413"/>
                <a:gd name="T17" fmla="*/ 15 h 1865"/>
                <a:gd name="T18" fmla="*/ 3 w 413"/>
                <a:gd name="T19" fmla="*/ 15 h 1865"/>
                <a:gd name="T20" fmla="*/ 3 w 413"/>
                <a:gd name="T21" fmla="*/ 15 h 1865"/>
                <a:gd name="T22" fmla="*/ 3 w 413"/>
                <a:gd name="T23" fmla="*/ 15 h 186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413"/>
                <a:gd name="T37" fmla="*/ 0 h 1865"/>
                <a:gd name="T38" fmla="*/ 413 w 413"/>
                <a:gd name="T39" fmla="*/ 1865 h 1865"/>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413" h="1865">
                  <a:moveTo>
                    <a:pt x="400" y="1864"/>
                  </a:moveTo>
                  <a:lnTo>
                    <a:pt x="413" y="1856"/>
                  </a:lnTo>
                  <a:lnTo>
                    <a:pt x="17" y="0"/>
                  </a:lnTo>
                  <a:lnTo>
                    <a:pt x="0" y="2"/>
                  </a:lnTo>
                  <a:lnTo>
                    <a:pt x="396" y="1858"/>
                  </a:lnTo>
                  <a:lnTo>
                    <a:pt x="409" y="1850"/>
                  </a:lnTo>
                  <a:lnTo>
                    <a:pt x="396" y="1858"/>
                  </a:lnTo>
                  <a:lnTo>
                    <a:pt x="400" y="1864"/>
                  </a:lnTo>
                  <a:lnTo>
                    <a:pt x="406" y="1865"/>
                  </a:lnTo>
                  <a:lnTo>
                    <a:pt x="410" y="1862"/>
                  </a:lnTo>
                  <a:lnTo>
                    <a:pt x="413" y="1856"/>
                  </a:lnTo>
                  <a:lnTo>
                    <a:pt x="400" y="186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8621" name="Freeform 27"/>
            <p:cNvSpPr>
              <a:spLocks/>
            </p:cNvSpPr>
            <p:nvPr/>
          </p:nvSpPr>
          <p:spPr bwMode="auto">
            <a:xfrm>
              <a:off x="1282" y="1533"/>
              <a:ext cx="35" cy="161"/>
            </a:xfrm>
            <a:custGeom>
              <a:avLst/>
              <a:gdLst>
                <a:gd name="T0" fmla="*/ 1 w 175"/>
                <a:gd name="T1" fmla="*/ 6 h 807"/>
                <a:gd name="T2" fmla="*/ 1 w 175"/>
                <a:gd name="T3" fmla="*/ 6 h 807"/>
                <a:gd name="T4" fmla="*/ 1 w 175"/>
                <a:gd name="T5" fmla="*/ 6 h 807"/>
                <a:gd name="T6" fmla="*/ 1 w 175"/>
                <a:gd name="T7" fmla="*/ 5 h 807"/>
                <a:gd name="T8" fmla="*/ 1 w 175"/>
                <a:gd name="T9" fmla="*/ 5 h 807"/>
                <a:gd name="T10" fmla="*/ 1 w 175"/>
                <a:gd name="T11" fmla="*/ 5 h 807"/>
                <a:gd name="T12" fmla="*/ 1 w 175"/>
                <a:gd name="T13" fmla="*/ 4 h 807"/>
                <a:gd name="T14" fmla="*/ 1 w 175"/>
                <a:gd name="T15" fmla="*/ 4 h 807"/>
                <a:gd name="T16" fmla="*/ 1 w 175"/>
                <a:gd name="T17" fmla="*/ 3 h 807"/>
                <a:gd name="T18" fmla="*/ 1 w 175"/>
                <a:gd name="T19" fmla="*/ 3 h 807"/>
                <a:gd name="T20" fmla="*/ 1 w 175"/>
                <a:gd name="T21" fmla="*/ 3 h 807"/>
                <a:gd name="T22" fmla="*/ 1 w 175"/>
                <a:gd name="T23" fmla="*/ 2 h 807"/>
                <a:gd name="T24" fmla="*/ 1 w 175"/>
                <a:gd name="T25" fmla="*/ 2 h 807"/>
                <a:gd name="T26" fmla="*/ 1 w 175"/>
                <a:gd name="T27" fmla="*/ 2 h 807"/>
                <a:gd name="T28" fmla="*/ 1 w 175"/>
                <a:gd name="T29" fmla="*/ 1 h 807"/>
                <a:gd name="T30" fmla="*/ 1 w 175"/>
                <a:gd name="T31" fmla="*/ 1 h 807"/>
                <a:gd name="T32" fmla="*/ 1 w 175"/>
                <a:gd name="T33" fmla="*/ 1 h 807"/>
                <a:gd name="T34" fmla="*/ 1 w 175"/>
                <a:gd name="T35" fmla="*/ 0 h 807"/>
                <a:gd name="T36" fmla="*/ 1 w 175"/>
                <a:gd name="T37" fmla="*/ 0 h 807"/>
                <a:gd name="T38" fmla="*/ 1 w 175"/>
                <a:gd name="T39" fmla="*/ 0 h 807"/>
                <a:gd name="T40" fmla="*/ 0 w 175"/>
                <a:gd name="T41" fmla="*/ 1 h 807"/>
                <a:gd name="T42" fmla="*/ 0 w 175"/>
                <a:gd name="T43" fmla="*/ 1 h 807"/>
                <a:gd name="T44" fmla="*/ 0 w 175"/>
                <a:gd name="T45" fmla="*/ 1 h 807"/>
                <a:gd name="T46" fmla="*/ 0 w 175"/>
                <a:gd name="T47" fmla="*/ 2 h 807"/>
                <a:gd name="T48" fmla="*/ 0 w 175"/>
                <a:gd name="T49" fmla="*/ 2 h 807"/>
                <a:gd name="T50" fmla="*/ 0 w 175"/>
                <a:gd name="T51" fmla="*/ 3 h 807"/>
                <a:gd name="T52" fmla="*/ 0 w 175"/>
                <a:gd name="T53" fmla="*/ 3 h 807"/>
                <a:gd name="T54" fmla="*/ 0 w 175"/>
                <a:gd name="T55" fmla="*/ 3 h 807"/>
                <a:gd name="T56" fmla="*/ 0 w 175"/>
                <a:gd name="T57" fmla="*/ 4 h 807"/>
                <a:gd name="T58" fmla="*/ 0 w 175"/>
                <a:gd name="T59" fmla="*/ 4 h 807"/>
                <a:gd name="T60" fmla="*/ 0 w 175"/>
                <a:gd name="T61" fmla="*/ 5 h 807"/>
                <a:gd name="T62" fmla="*/ 0 w 175"/>
                <a:gd name="T63" fmla="*/ 5 h 807"/>
                <a:gd name="T64" fmla="*/ 0 w 175"/>
                <a:gd name="T65" fmla="*/ 5 h 807"/>
                <a:gd name="T66" fmla="*/ 1 w 175"/>
                <a:gd name="T67" fmla="*/ 6 h 807"/>
                <a:gd name="T68" fmla="*/ 1 w 175"/>
                <a:gd name="T69" fmla="*/ 6 h 807"/>
                <a:gd name="T70" fmla="*/ 1 w 175"/>
                <a:gd name="T71" fmla="*/ 6 h 807"/>
                <a:gd name="T72" fmla="*/ 1 w 175"/>
                <a:gd name="T73" fmla="*/ 6 h 807"/>
                <a:gd name="T74" fmla="*/ 1 w 175"/>
                <a:gd name="T75" fmla="*/ 6 h 807"/>
                <a:gd name="T76" fmla="*/ 1 w 175"/>
                <a:gd name="T77" fmla="*/ 6 h 807"/>
                <a:gd name="T78" fmla="*/ 1 w 175"/>
                <a:gd name="T79" fmla="*/ 6 h 807"/>
                <a:gd name="T80" fmla="*/ 1 w 175"/>
                <a:gd name="T81" fmla="*/ 6 h 807"/>
                <a:gd name="T82" fmla="*/ 1 w 175"/>
                <a:gd name="T83" fmla="*/ 6 h 807"/>
                <a:gd name="T84" fmla="*/ 1 w 175"/>
                <a:gd name="T85" fmla="*/ 6 h 807"/>
                <a:gd name="T86" fmla="*/ 1 w 175"/>
                <a:gd name="T87" fmla="*/ 6 h 807"/>
                <a:gd name="T88" fmla="*/ 1 w 175"/>
                <a:gd name="T89" fmla="*/ 6 h 807"/>
                <a:gd name="T90" fmla="*/ 1 w 175"/>
                <a:gd name="T91" fmla="*/ 6 h 80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175"/>
                <a:gd name="T139" fmla="*/ 0 h 807"/>
                <a:gd name="T140" fmla="*/ 175 w 175"/>
                <a:gd name="T141" fmla="*/ 807 h 80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175" h="807">
                  <a:moveTo>
                    <a:pt x="169" y="740"/>
                  </a:moveTo>
                  <a:lnTo>
                    <a:pt x="169" y="739"/>
                  </a:lnTo>
                  <a:lnTo>
                    <a:pt x="149" y="698"/>
                  </a:lnTo>
                  <a:lnTo>
                    <a:pt x="133" y="656"/>
                  </a:lnTo>
                  <a:lnTo>
                    <a:pt x="120" y="611"/>
                  </a:lnTo>
                  <a:lnTo>
                    <a:pt x="108" y="565"/>
                  </a:lnTo>
                  <a:lnTo>
                    <a:pt x="100" y="520"/>
                  </a:lnTo>
                  <a:lnTo>
                    <a:pt x="96" y="472"/>
                  </a:lnTo>
                  <a:lnTo>
                    <a:pt x="93" y="425"/>
                  </a:lnTo>
                  <a:lnTo>
                    <a:pt x="93" y="377"/>
                  </a:lnTo>
                  <a:lnTo>
                    <a:pt x="96" y="330"/>
                  </a:lnTo>
                  <a:lnTo>
                    <a:pt x="100" y="283"/>
                  </a:lnTo>
                  <a:lnTo>
                    <a:pt x="106" y="238"/>
                  </a:lnTo>
                  <a:lnTo>
                    <a:pt x="115" y="195"/>
                  </a:lnTo>
                  <a:lnTo>
                    <a:pt x="126" y="153"/>
                  </a:lnTo>
                  <a:lnTo>
                    <a:pt x="139" y="114"/>
                  </a:lnTo>
                  <a:lnTo>
                    <a:pt x="153" y="77"/>
                  </a:lnTo>
                  <a:lnTo>
                    <a:pt x="169" y="43"/>
                  </a:lnTo>
                  <a:lnTo>
                    <a:pt x="87" y="0"/>
                  </a:lnTo>
                  <a:lnTo>
                    <a:pt x="69" y="39"/>
                  </a:lnTo>
                  <a:lnTo>
                    <a:pt x="52" y="81"/>
                  </a:lnTo>
                  <a:lnTo>
                    <a:pt x="37" y="127"/>
                  </a:lnTo>
                  <a:lnTo>
                    <a:pt x="24" y="174"/>
                  </a:lnTo>
                  <a:lnTo>
                    <a:pt x="15" y="222"/>
                  </a:lnTo>
                  <a:lnTo>
                    <a:pt x="7" y="271"/>
                  </a:lnTo>
                  <a:lnTo>
                    <a:pt x="2" y="323"/>
                  </a:lnTo>
                  <a:lnTo>
                    <a:pt x="0" y="374"/>
                  </a:lnTo>
                  <a:lnTo>
                    <a:pt x="0" y="427"/>
                  </a:lnTo>
                  <a:lnTo>
                    <a:pt x="2" y="479"/>
                  </a:lnTo>
                  <a:lnTo>
                    <a:pt x="9" y="531"/>
                  </a:lnTo>
                  <a:lnTo>
                    <a:pt x="17" y="584"/>
                  </a:lnTo>
                  <a:lnTo>
                    <a:pt x="29" y="635"/>
                  </a:lnTo>
                  <a:lnTo>
                    <a:pt x="44" y="686"/>
                  </a:lnTo>
                  <a:lnTo>
                    <a:pt x="65" y="736"/>
                  </a:lnTo>
                  <a:lnTo>
                    <a:pt x="87" y="784"/>
                  </a:lnTo>
                  <a:lnTo>
                    <a:pt x="87" y="782"/>
                  </a:lnTo>
                  <a:lnTo>
                    <a:pt x="87" y="784"/>
                  </a:lnTo>
                  <a:lnTo>
                    <a:pt x="100" y="799"/>
                  </a:lnTo>
                  <a:lnTo>
                    <a:pt x="117" y="807"/>
                  </a:lnTo>
                  <a:lnTo>
                    <a:pt x="134" y="807"/>
                  </a:lnTo>
                  <a:lnTo>
                    <a:pt x="151" y="801"/>
                  </a:lnTo>
                  <a:lnTo>
                    <a:pt x="164" y="791"/>
                  </a:lnTo>
                  <a:lnTo>
                    <a:pt x="173" y="777"/>
                  </a:lnTo>
                  <a:lnTo>
                    <a:pt x="175" y="759"/>
                  </a:lnTo>
                  <a:lnTo>
                    <a:pt x="169" y="739"/>
                  </a:lnTo>
                  <a:lnTo>
                    <a:pt x="169" y="74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8622" name="Freeform 28"/>
            <p:cNvSpPr>
              <a:spLocks/>
            </p:cNvSpPr>
            <p:nvPr/>
          </p:nvSpPr>
          <p:spPr bwMode="auto">
            <a:xfrm>
              <a:off x="1299" y="1681"/>
              <a:ext cx="157" cy="281"/>
            </a:xfrm>
            <a:custGeom>
              <a:avLst/>
              <a:gdLst>
                <a:gd name="T0" fmla="*/ 6 w 787"/>
                <a:gd name="T1" fmla="*/ 11 h 1404"/>
                <a:gd name="T2" fmla="*/ 6 w 787"/>
                <a:gd name="T3" fmla="*/ 11 h 1404"/>
                <a:gd name="T4" fmla="*/ 1 w 787"/>
                <a:gd name="T5" fmla="*/ 0 h 1404"/>
                <a:gd name="T6" fmla="*/ 0 w 787"/>
                <a:gd name="T7" fmla="*/ 0 h 1404"/>
                <a:gd name="T8" fmla="*/ 6 w 787"/>
                <a:gd name="T9" fmla="*/ 11 h 1404"/>
                <a:gd name="T10" fmla="*/ 6 w 787"/>
                <a:gd name="T11" fmla="*/ 11 h 1404"/>
                <a:gd name="T12" fmla="*/ 6 w 787"/>
                <a:gd name="T13" fmla="*/ 11 h 1404"/>
                <a:gd name="T14" fmla="*/ 6 w 787"/>
                <a:gd name="T15" fmla="*/ 11 h 1404"/>
                <a:gd name="T16" fmla="*/ 6 w 787"/>
                <a:gd name="T17" fmla="*/ 11 h 1404"/>
                <a:gd name="T18" fmla="*/ 6 w 787"/>
                <a:gd name="T19" fmla="*/ 11 h 1404"/>
                <a:gd name="T20" fmla="*/ 6 w 787"/>
                <a:gd name="T21" fmla="*/ 11 h 1404"/>
                <a:gd name="T22" fmla="*/ 6 w 787"/>
                <a:gd name="T23" fmla="*/ 11 h 1404"/>
                <a:gd name="T24" fmla="*/ 6 w 787"/>
                <a:gd name="T25" fmla="*/ 11 h 1404"/>
                <a:gd name="T26" fmla="*/ 6 w 787"/>
                <a:gd name="T27" fmla="*/ 11 h 1404"/>
                <a:gd name="T28" fmla="*/ 6 w 787"/>
                <a:gd name="T29" fmla="*/ 11 h 1404"/>
                <a:gd name="T30" fmla="*/ 6 w 787"/>
                <a:gd name="T31" fmla="*/ 11 h 1404"/>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787"/>
                <a:gd name="T49" fmla="*/ 0 h 1404"/>
                <a:gd name="T50" fmla="*/ 787 w 787"/>
                <a:gd name="T51" fmla="*/ 1404 h 1404"/>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787" h="1404">
                  <a:moveTo>
                    <a:pt x="781" y="1334"/>
                  </a:moveTo>
                  <a:lnTo>
                    <a:pt x="781" y="1337"/>
                  </a:lnTo>
                  <a:lnTo>
                    <a:pt x="82" y="0"/>
                  </a:lnTo>
                  <a:lnTo>
                    <a:pt x="0" y="42"/>
                  </a:lnTo>
                  <a:lnTo>
                    <a:pt x="699" y="1379"/>
                  </a:lnTo>
                  <a:lnTo>
                    <a:pt x="699" y="1381"/>
                  </a:lnTo>
                  <a:lnTo>
                    <a:pt x="699" y="1379"/>
                  </a:lnTo>
                  <a:lnTo>
                    <a:pt x="712" y="1395"/>
                  </a:lnTo>
                  <a:lnTo>
                    <a:pt x="727" y="1402"/>
                  </a:lnTo>
                  <a:lnTo>
                    <a:pt x="744" y="1404"/>
                  </a:lnTo>
                  <a:lnTo>
                    <a:pt x="761" y="1398"/>
                  </a:lnTo>
                  <a:lnTo>
                    <a:pt x="775" y="1388"/>
                  </a:lnTo>
                  <a:lnTo>
                    <a:pt x="784" y="1373"/>
                  </a:lnTo>
                  <a:lnTo>
                    <a:pt x="787" y="1357"/>
                  </a:lnTo>
                  <a:lnTo>
                    <a:pt x="781" y="1337"/>
                  </a:lnTo>
                  <a:lnTo>
                    <a:pt x="781" y="13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8623" name="Freeform 29"/>
            <p:cNvSpPr>
              <a:spLocks/>
            </p:cNvSpPr>
            <p:nvPr/>
          </p:nvSpPr>
          <p:spPr bwMode="auto">
            <a:xfrm>
              <a:off x="1439" y="1948"/>
              <a:ext cx="125" cy="76"/>
            </a:xfrm>
            <a:custGeom>
              <a:avLst/>
              <a:gdLst>
                <a:gd name="T0" fmla="*/ 5 w 628"/>
                <a:gd name="T1" fmla="*/ 2 h 383"/>
                <a:gd name="T2" fmla="*/ 5 w 628"/>
                <a:gd name="T3" fmla="*/ 2 h 383"/>
                <a:gd name="T4" fmla="*/ 4 w 628"/>
                <a:gd name="T5" fmla="*/ 2 h 383"/>
                <a:gd name="T6" fmla="*/ 4 w 628"/>
                <a:gd name="T7" fmla="*/ 2 h 383"/>
                <a:gd name="T8" fmla="*/ 4 w 628"/>
                <a:gd name="T9" fmla="*/ 2 h 383"/>
                <a:gd name="T10" fmla="*/ 3 w 628"/>
                <a:gd name="T11" fmla="*/ 2 h 383"/>
                <a:gd name="T12" fmla="*/ 3 w 628"/>
                <a:gd name="T13" fmla="*/ 2 h 383"/>
                <a:gd name="T14" fmla="*/ 3 w 628"/>
                <a:gd name="T15" fmla="*/ 2 h 383"/>
                <a:gd name="T16" fmla="*/ 3 w 628"/>
                <a:gd name="T17" fmla="*/ 2 h 383"/>
                <a:gd name="T18" fmla="*/ 2 w 628"/>
                <a:gd name="T19" fmla="*/ 2 h 383"/>
                <a:gd name="T20" fmla="*/ 2 w 628"/>
                <a:gd name="T21" fmla="*/ 2 h 383"/>
                <a:gd name="T22" fmla="*/ 2 w 628"/>
                <a:gd name="T23" fmla="*/ 1 h 383"/>
                <a:gd name="T24" fmla="*/ 2 w 628"/>
                <a:gd name="T25" fmla="*/ 1 h 383"/>
                <a:gd name="T26" fmla="*/ 1 w 628"/>
                <a:gd name="T27" fmla="*/ 1 h 383"/>
                <a:gd name="T28" fmla="*/ 1 w 628"/>
                <a:gd name="T29" fmla="*/ 1 h 383"/>
                <a:gd name="T30" fmla="*/ 1 w 628"/>
                <a:gd name="T31" fmla="*/ 1 h 383"/>
                <a:gd name="T32" fmla="*/ 1 w 628"/>
                <a:gd name="T33" fmla="*/ 0 h 383"/>
                <a:gd name="T34" fmla="*/ 1 w 628"/>
                <a:gd name="T35" fmla="*/ 0 h 383"/>
                <a:gd name="T36" fmla="*/ 0 w 628"/>
                <a:gd name="T37" fmla="*/ 0 h 383"/>
                <a:gd name="T38" fmla="*/ 0 w 628"/>
                <a:gd name="T39" fmla="*/ 1 h 383"/>
                <a:gd name="T40" fmla="*/ 0 w 628"/>
                <a:gd name="T41" fmla="*/ 1 h 383"/>
                <a:gd name="T42" fmla="*/ 1 w 628"/>
                <a:gd name="T43" fmla="*/ 1 h 383"/>
                <a:gd name="T44" fmla="*/ 1 w 628"/>
                <a:gd name="T45" fmla="*/ 1 h 383"/>
                <a:gd name="T46" fmla="*/ 1 w 628"/>
                <a:gd name="T47" fmla="*/ 2 h 383"/>
                <a:gd name="T48" fmla="*/ 1 w 628"/>
                <a:gd name="T49" fmla="*/ 2 h 383"/>
                <a:gd name="T50" fmla="*/ 2 w 628"/>
                <a:gd name="T51" fmla="*/ 2 h 383"/>
                <a:gd name="T52" fmla="*/ 2 w 628"/>
                <a:gd name="T53" fmla="*/ 2 h 383"/>
                <a:gd name="T54" fmla="*/ 2 w 628"/>
                <a:gd name="T55" fmla="*/ 2 h 383"/>
                <a:gd name="T56" fmla="*/ 3 w 628"/>
                <a:gd name="T57" fmla="*/ 3 h 383"/>
                <a:gd name="T58" fmla="*/ 3 w 628"/>
                <a:gd name="T59" fmla="*/ 3 h 383"/>
                <a:gd name="T60" fmla="*/ 3 w 628"/>
                <a:gd name="T61" fmla="*/ 3 h 383"/>
                <a:gd name="T62" fmla="*/ 4 w 628"/>
                <a:gd name="T63" fmla="*/ 3 h 383"/>
                <a:gd name="T64" fmla="*/ 4 w 628"/>
                <a:gd name="T65" fmla="*/ 3 h 383"/>
                <a:gd name="T66" fmla="*/ 4 w 628"/>
                <a:gd name="T67" fmla="*/ 3 h 383"/>
                <a:gd name="T68" fmla="*/ 5 w 628"/>
                <a:gd name="T69" fmla="*/ 3 h 383"/>
                <a:gd name="T70" fmla="*/ 5 w 628"/>
                <a:gd name="T71" fmla="*/ 3 h 383"/>
                <a:gd name="T72" fmla="*/ 5 w 628"/>
                <a:gd name="T73" fmla="*/ 3 h 383"/>
                <a:gd name="T74" fmla="*/ 5 w 628"/>
                <a:gd name="T75" fmla="*/ 3 h 383"/>
                <a:gd name="T76" fmla="*/ 5 w 628"/>
                <a:gd name="T77" fmla="*/ 3 h 383"/>
                <a:gd name="T78" fmla="*/ 5 w 628"/>
                <a:gd name="T79" fmla="*/ 3 h 383"/>
                <a:gd name="T80" fmla="*/ 5 w 628"/>
                <a:gd name="T81" fmla="*/ 3 h 383"/>
                <a:gd name="T82" fmla="*/ 5 w 628"/>
                <a:gd name="T83" fmla="*/ 3 h 383"/>
                <a:gd name="T84" fmla="*/ 5 w 628"/>
                <a:gd name="T85" fmla="*/ 2 h 383"/>
                <a:gd name="T86" fmla="*/ 5 w 628"/>
                <a:gd name="T87" fmla="*/ 2 h 383"/>
                <a:gd name="T88" fmla="*/ 5 w 628"/>
                <a:gd name="T89" fmla="*/ 2 h 383"/>
                <a:gd name="T90" fmla="*/ 5 w 628"/>
                <a:gd name="T91" fmla="*/ 2 h 38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628"/>
                <a:gd name="T139" fmla="*/ 0 h 383"/>
                <a:gd name="T140" fmla="*/ 628 w 628"/>
                <a:gd name="T141" fmla="*/ 383 h 38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628" h="383">
                  <a:moveTo>
                    <a:pt x="581" y="289"/>
                  </a:moveTo>
                  <a:lnTo>
                    <a:pt x="582" y="289"/>
                  </a:lnTo>
                  <a:lnTo>
                    <a:pt x="541" y="287"/>
                  </a:lnTo>
                  <a:lnTo>
                    <a:pt x="500" y="283"/>
                  </a:lnTo>
                  <a:lnTo>
                    <a:pt x="462" y="276"/>
                  </a:lnTo>
                  <a:lnTo>
                    <a:pt x="424" y="268"/>
                  </a:lnTo>
                  <a:lnTo>
                    <a:pt x="389" y="255"/>
                  </a:lnTo>
                  <a:lnTo>
                    <a:pt x="352" y="242"/>
                  </a:lnTo>
                  <a:lnTo>
                    <a:pt x="320" y="227"/>
                  </a:lnTo>
                  <a:lnTo>
                    <a:pt x="287" y="209"/>
                  </a:lnTo>
                  <a:lnTo>
                    <a:pt x="255" y="189"/>
                  </a:lnTo>
                  <a:lnTo>
                    <a:pt x="226" y="168"/>
                  </a:lnTo>
                  <a:lnTo>
                    <a:pt x="198" y="145"/>
                  </a:lnTo>
                  <a:lnTo>
                    <a:pt x="172" y="119"/>
                  </a:lnTo>
                  <a:lnTo>
                    <a:pt x="146" y="92"/>
                  </a:lnTo>
                  <a:lnTo>
                    <a:pt x="122" y="64"/>
                  </a:lnTo>
                  <a:lnTo>
                    <a:pt x="100" y="33"/>
                  </a:lnTo>
                  <a:lnTo>
                    <a:pt x="82" y="0"/>
                  </a:lnTo>
                  <a:lnTo>
                    <a:pt x="0" y="47"/>
                  </a:lnTo>
                  <a:lnTo>
                    <a:pt x="23" y="85"/>
                  </a:lnTo>
                  <a:lnTo>
                    <a:pt x="49" y="120"/>
                  </a:lnTo>
                  <a:lnTo>
                    <a:pt x="76" y="153"/>
                  </a:lnTo>
                  <a:lnTo>
                    <a:pt x="104" y="185"/>
                  </a:lnTo>
                  <a:lnTo>
                    <a:pt x="137" y="215"/>
                  </a:lnTo>
                  <a:lnTo>
                    <a:pt x="170" y="241"/>
                  </a:lnTo>
                  <a:lnTo>
                    <a:pt x="204" y="267"/>
                  </a:lnTo>
                  <a:lnTo>
                    <a:pt x="240" y="289"/>
                  </a:lnTo>
                  <a:lnTo>
                    <a:pt x="277" y="309"/>
                  </a:lnTo>
                  <a:lnTo>
                    <a:pt x="317" y="329"/>
                  </a:lnTo>
                  <a:lnTo>
                    <a:pt x="358" y="344"/>
                  </a:lnTo>
                  <a:lnTo>
                    <a:pt x="400" y="357"/>
                  </a:lnTo>
                  <a:lnTo>
                    <a:pt x="444" y="367"/>
                  </a:lnTo>
                  <a:lnTo>
                    <a:pt x="488" y="374"/>
                  </a:lnTo>
                  <a:lnTo>
                    <a:pt x="534" y="380"/>
                  </a:lnTo>
                  <a:lnTo>
                    <a:pt x="580" y="383"/>
                  </a:lnTo>
                  <a:lnTo>
                    <a:pt x="581" y="383"/>
                  </a:lnTo>
                  <a:lnTo>
                    <a:pt x="580" y="383"/>
                  </a:lnTo>
                  <a:lnTo>
                    <a:pt x="600" y="379"/>
                  </a:lnTo>
                  <a:lnTo>
                    <a:pt x="615" y="369"/>
                  </a:lnTo>
                  <a:lnTo>
                    <a:pt x="624" y="353"/>
                  </a:lnTo>
                  <a:lnTo>
                    <a:pt x="628" y="337"/>
                  </a:lnTo>
                  <a:lnTo>
                    <a:pt x="625" y="319"/>
                  </a:lnTo>
                  <a:lnTo>
                    <a:pt x="617" y="304"/>
                  </a:lnTo>
                  <a:lnTo>
                    <a:pt x="602" y="294"/>
                  </a:lnTo>
                  <a:lnTo>
                    <a:pt x="582" y="289"/>
                  </a:lnTo>
                  <a:lnTo>
                    <a:pt x="581" y="28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8624" name="Freeform 30"/>
            <p:cNvSpPr>
              <a:spLocks/>
            </p:cNvSpPr>
            <p:nvPr/>
          </p:nvSpPr>
          <p:spPr bwMode="auto">
            <a:xfrm>
              <a:off x="1587" y="1880"/>
              <a:ext cx="85" cy="49"/>
            </a:xfrm>
            <a:custGeom>
              <a:avLst/>
              <a:gdLst>
                <a:gd name="T0" fmla="*/ 3 w 426"/>
                <a:gd name="T1" fmla="*/ 0 h 245"/>
                <a:gd name="T2" fmla="*/ 3 w 426"/>
                <a:gd name="T3" fmla="*/ 0 h 245"/>
                <a:gd name="T4" fmla="*/ 3 w 426"/>
                <a:gd name="T5" fmla="*/ 0 h 245"/>
                <a:gd name="T6" fmla="*/ 3 w 426"/>
                <a:gd name="T7" fmla="*/ 0 h 245"/>
                <a:gd name="T8" fmla="*/ 2 w 426"/>
                <a:gd name="T9" fmla="*/ 0 h 245"/>
                <a:gd name="T10" fmla="*/ 2 w 426"/>
                <a:gd name="T11" fmla="*/ 0 h 245"/>
                <a:gd name="T12" fmla="*/ 2 w 426"/>
                <a:gd name="T13" fmla="*/ 0 h 245"/>
                <a:gd name="T14" fmla="*/ 2 w 426"/>
                <a:gd name="T15" fmla="*/ 0 h 245"/>
                <a:gd name="T16" fmla="*/ 1 w 426"/>
                <a:gd name="T17" fmla="*/ 0 h 245"/>
                <a:gd name="T18" fmla="*/ 1 w 426"/>
                <a:gd name="T19" fmla="*/ 1 h 245"/>
                <a:gd name="T20" fmla="*/ 1 w 426"/>
                <a:gd name="T21" fmla="*/ 1 h 245"/>
                <a:gd name="T22" fmla="*/ 1 w 426"/>
                <a:gd name="T23" fmla="*/ 1 h 245"/>
                <a:gd name="T24" fmla="*/ 0 w 426"/>
                <a:gd name="T25" fmla="*/ 1 h 245"/>
                <a:gd name="T26" fmla="*/ 0 w 426"/>
                <a:gd name="T27" fmla="*/ 1 h 245"/>
                <a:gd name="T28" fmla="*/ 0 w 426"/>
                <a:gd name="T29" fmla="*/ 1 h 245"/>
                <a:gd name="T30" fmla="*/ 0 w 426"/>
                <a:gd name="T31" fmla="*/ 2 h 245"/>
                <a:gd name="T32" fmla="*/ 0 w 426"/>
                <a:gd name="T33" fmla="*/ 2 h 245"/>
                <a:gd name="T34" fmla="*/ 0 w 426"/>
                <a:gd name="T35" fmla="*/ 2 h 245"/>
                <a:gd name="T36" fmla="*/ 0 w 426"/>
                <a:gd name="T37" fmla="*/ 2 h 245"/>
                <a:gd name="T38" fmla="*/ 0 w 426"/>
                <a:gd name="T39" fmla="*/ 2 h 245"/>
                <a:gd name="T40" fmla="*/ 0 w 426"/>
                <a:gd name="T41" fmla="*/ 2 h 245"/>
                <a:gd name="T42" fmla="*/ 0 w 426"/>
                <a:gd name="T43" fmla="*/ 1 h 245"/>
                <a:gd name="T44" fmla="*/ 0 w 426"/>
                <a:gd name="T45" fmla="*/ 1 h 245"/>
                <a:gd name="T46" fmla="*/ 0 w 426"/>
                <a:gd name="T47" fmla="*/ 1 h 245"/>
                <a:gd name="T48" fmla="*/ 1 w 426"/>
                <a:gd name="T49" fmla="*/ 1 h 245"/>
                <a:gd name="T50" fmla="*/ 1 w 426"/>
                <a:gd name="T51" fmla="*/ 1 h 245"/>
                <a:gd name="T52" fmla="*/ 1 w 426"/>
                <a:gd name="T53" fmla="*/ 1 h 245"/>
                <a:gd name="T54" fmla="*/ 1 w 426"/>
                <a:gd name="T55" fmla="*/ 1 h 245"/>
                <a:gd name="T56" fmla="*/ 2 w 426"/>
                <a:gd name="T57" fmla="*/ 0 h 245"/>
                <a:gd name="T58" fmla="*/ 2 w 426"/>
                <a:gd name="T59" fmla="*/ 0 h 245"/>
                <a:gd name="T60" fmla="*/ 2 w 426"/>
                <a:gd name="T61" fmla="*/ 0 h 245"/>
                <a:gd name="T62" fmla="*/ 2 w 426"/>
                <a:gd name="T63" fmla="*/ 0 h 245"/>
                <a:gd name="T64" fmla="*/ 3 w 426"/>
                <a:gd name="T65" fmla="*/ 0 h 245"/>
                <a:gd name="T66" fmla="*/ 3 w 426"/>
                <a:gd name="T67" fmla="*/ 0 h 245"/>
                <a:gd name="T68" fmla="*/ 3 w 426"/>
                <a:gd name="T69" fmla="*/ 0 h 245"/>
                <a:gd name="T70" fmla="*/ 3 w 426"/>
                <a:gd name="T71" fmla="*/ 0 h 245"/>
                <a:gd name="T72" fmla="*/ 3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426" y="0"/>
                  </a:moveTo>
                  <a:lnTo>
                    <a:pt x="426" y="0"/>
                  </a:lnTo>
                  <a:lnTo>
                    <a:pt x="384" y="1"/>
                  </a:lnTo>
                  <a:lnTo>
                    <a:pt x="340" y="4"/>
                  </a:lnTo>
                  <a:lnTo>
                    <a:pt x="300" y="10"/>
                  </a:lnTo>
                  <a:lnTo>
                    <a:pt x="262" y="18"/>
                  </a:lnTo>
                  <a:lnTo>
                    <a:pt x="224" y="29"/>
                  </a:lnTo>
                  <a:lnTo>
                    <a:pt x="189" y="41"/>
                  </a:lnTo>
                  <a:lnTo>
                    <a:pt x="157" y="55"/>
                  </a:lnTo>
                  <a:lnTo>
                    <a:pt x="126" y="70"/>
                  </a:lnTo>
                  <a:lnTo>
                    <a:pt x="99" y="89"/>
                  </a:lnTo>
                  <a:lnTo>
                    <a:pt x="74" y="106"/>
                  </a:lnTo>
                  <a:lnTo>
                    <a:pt x="52" y="126"/>
                  </a:lnTo>
                  <a:lnTo>
                    <a:pt x="34" y="148"/>
                  </a:lnTo>
                  <a:lnTo>
                    <a:pt x="19" y="171"/>
                  </a:lnTo>
                  <a:lnTo>
                    <a:pt x="9" y="194"/>
                  </a:lnTo>
                  <a:lnTo>
                    <a:pt x="3" y="219"/>
                  </a:lnTo>
                  <a:lnTo>
                    <a:pt x="0" y="245"/>
                  </a:lnTo>
                  <a:lnTo>
                    <a:pt x="12" y="245"/>
                  </a:lnTo>
                  <a:lnTo>
                    <a:pt x="15" y="221"/>
                  </a:lnTo>
                  <a:lnTo>
                    <a:pt x="20" y="199"/>
                  </a:lnTo>
                  <a:lnTo>
                    <a:pt x="31" y="178"/>
                  </a:lnTo>
                  <a:lnTo>
                    <a:pt x="44" y="156"/>
                  </a:lnTo>
                  <a:lnTo>
                    <a:pt x="61" y="136"/>
                  </a:lnTo>
                  <a:lnTo>
                    <a:pt x="81" y="116"/>
                  </a:lnTo>
                  <a:lnTo>
                    <a:pt x="106" y="98"/>
                  </a:lnTo>
                  <a:lnTo>
                    <a:pt x="133" y="82"/>
                  </a:lnTo>
                  <a:lnTo>
                    <a:pt x="162" y="66"/>
                  </a:lnTo>
                  <a:lnTo>
                    <a:pt x="194" y="52"/>
                  </a:lnTo>
                  <a:lnTo>
                    <a:pt x="229" y="41"/>
                  </a:lnTo>
                  <a:lnTo>
                    <a:pt x="264" y="30"/>
                  </a:lnTo>
                  <a:lnTo>
                    <a:pt x="303" y="22"/>
                  </a:lnTo>
                  <a:lnTo>
                    <a:pt x="343" y="16"/>
                  </a:lnTo>
                  <a:lnTo>
                    <a:pt x="384" y="12"/>
                  </a:lnTo>
                  <a:lnTo>
                    <a:pt x="426" y="11"/>
                  </a:lnTo>
                  <a:lnTo>
                    <a:pt x="42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8625" name="Freeform 31"/>
            <p:cNvSpPr>
              <a:spLocks/>
            </p:cNvSpPr>
            <p:nvPr/>
          </p:nvSpPr>
          <p:spPr bwMode="auto">
            <a:xfrm>
              <a:off x="1587" y="1929"/>
              <a:ext cx="85" cy="49"/>
            </a:xfrm>
            <a:custGeom>
              <a:avLst/>
              <a:gdLst>
                <a:gd name="T0" fmla="*/ 0 w 426"/>
                <a:gd name="T1" fmla="*/ 0 h 245"/>
                <a:gd name="T2" fmla="*/ 0 w 426"/>
                <a:gd name="T3" fmla="*/ 0 h 245"/>
                <a:gd name="T4" fmla="*/ 0 w 426"/>
                <a:gd name="T5" fmla="*/ 0 h 245"/>
                <a:gd name="T6" fmla="*/ 0 w 426"/>
                <a:gd name="T7" fmla="*/ 0 h 245"/>
                <a:gd name="T8" fmla="*/ 0 w 426"/>
                <a:gd name="T9" fmla="*/ 1 h 245"/>
                <a:gd name="T10" fmla="*/ 0 w 426"/>
                <a:gd name="T11" fmla="*/ 1 h 245"/>
                <a:gd name="T12" fmla="*/ 0 w 426"/>
                <a:gd name="T13" fmla="*/ 1 h 245"/>
                <a:gd name="T14" fmla="*/ 1 w 426"/>
                <a:gd name="T15" fmla="*/ 1 h 245"/>
                <a:gd name="T16" fmla="*/ 1 w 426"/>
                <a:gd name="T17" fmla="*/ 1 h 245"/>
                <a:gd name="T18" fmla="*/ 1 w 426"/>
                <a:gd name="T19" fmla="*/ 1 h 245"/>
                <a:gd name="T20" fmla="*/ 1 w 426"/>
                <a:gd name="T21" fmla="*/ 2 h 245"/>
                <a:gd name="T22" fmla="*/ 2 w 426"/>
                <a:gd name="T23" fmla="*/ 2 h 245"/>
                <a:gd name="T24" fmla="*/ 2 w 426"/>
                <a:gd name="T25" fmla="*/ 2 h 245"/>
                <a:gd name="T26" fmla="*/ 2 w 426"/>
                <a:gd name="T27" fmla="*/ 2 h 245"/>
                <a:gd name="T28" fmla="*/ 2 w 426"/>
                <a:gd name="T29" fmla="*/ 2 h 245"/>
                <a:gd name="T30" fmla="*/ 3 w 426"/>
                <a:gd name="T31" fmla="*/ 2 h 245"/>
                <a:gd name="T32" fmla="*/ 3 w 426"/>
                <a:gd name="T33" fmla="*/ 2 h 245"/>
                <a:gd name="T34" fmla="*/ 3 w 426"/>
                <a:gd name="T35" fmla="*/ 2 h 245"/>
                <a:gd name="T36" fmla="*/ 3 w 426"/>
                <a:gd name="T37" fmla="*/ 2 h 245"/>
                <a:gd name="T38" fmla="*/ 3 w 426"/>
                <a:gd name="T39" fmla="*/ 2 h 245"/>
                <a:gd name="T40" fmla="*/ 3 w 426"/>
                <a:gd name="T41" fmla="*/ 2 h 245"/>
                <a:gd name="T42" fmla="*/ 2 w 426"/>
                <a:gd name="T43" fmla="*/ 2 h 245"/>
                <a:gd name="T44" fmla="*/ 2 w 426"/>
                <a:gd name="T45" fmla="*/ 2 h 245"/>
                <a:gd name="T46" fmla="*/ 2 w 426"/>
                <a:gd name="T47" fmla="*/ 2 h 245"/>
                <a:gd name="T48" fmla="*/ 2 w 426"/>
                <a:gd name="T49" fmla="*/ 2 h 245"/>
                <a:gd name="T50" fmla="*/ 1 w 426"/>
                <a:gd name="T51" fmla="*/ 1 h 245"/>
                <a:gd name="T52" fmla="*/ 1 w 426"/>
                <a:gd name="T53" fmla="*/ 1 h 245"/>
                <a:gd name="T54" fmla="*/ 1 w 426"/>
                <a:gd name="T55" fmla="*/ 1 h 245"/>
                <a:gd name="T56" fmla="*/ 1 w 426"/>
                <a:gd name="T57" fmla="*/ 1 h 245"/>
                <a:gd name="T58" fmla="*/ 0 w 426"/>
                <a:gd name="T59" fmla="*/ 1 h 245"/>
                <a:gd name="T60" fmla="*/ 0 w 426"/>
                <a:gd name="T61" fmla="*/ 1 h 245"/>
                <a:gd name="T62" fmla="*/ 0 w 426"/>
                <a:gd name="T63" fmla="*/ 1 h 245"/>
                <a:gd name="T64" fmla="*/ 0 w 426"/>
                <a:gd name="T65" fmla="*/ 0 h 245"/>
                <a:gd name="T66" fmla="*/ 0 w 426"/>
                <a:gd name="T67" fmla="*/ 0 h 245"/>
                <a:gd name="T68" fmla="*/ 0 w 426"/>
                <a:gd name="T69" fmla="*/ 0 h 245"/>
                <a:gd name="T70" fmla="*/ 0 w 426"/>
                <a:gd name="T71" fmla="*/ 0 h 245"/>
                <a:gd name="T72" fmla="*/ 0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0" y="0"/>
                  </a:moveTo>
                  <a:lnTo>
                    <a:pt x="0" y="0"/>
                  </a:lnTo>
                  <a:lnTo>
                    <a:pt x="3" y="25"/>
                  </a:lnTo>
                  <a:lnTo>
                    <a:pt x="9" y="50"/>
                  </a:lnTo>
                  <a:lnTo>
                    <a:pt x="19" y="73"/>
                  </a:lnTo>
                  <a:lnTo>
                    <a:pt x="34" y="96"/>
                  </a:lnTo>
                  <a:lnTo>
                    <a:pt x="52" y="118"/>
                  </a:lnTo>
                  <a:lnTo>
                    <a:pt x="74" y="138"/>
                  </a:lnTo>
                  <a:lnTo>
                    <a:pt x="99" y="156"/>
                  </a:lnTo>
                  <a:lnTo>
                    <a:pt x="126" y="174"/>
                  </a:lnTo>
                  <a:lnTo>
                    <a:pt x="157" y="190"/>
                  </a:lnTo>
                  <a:lnTo>
                    <a:pt x="189" y="204"/>
                  </a:lnTo>
                  <a:lnTo>
                    <a:pt x="224" y="215"/>
                  </a:lnTo>
                  <a:lnTo>
                    <a:pt x="262" y="226"/>
                  </a:lnTo>
                  <a:lnTo>
                    <a:pt x="300" y="234"/>
                  </a:lnTo>
                  <a:lnTo>
                    <a:pt x="340" y="240"/>
                  </a:lnTo>
                  <a:lnTo>
                    <a:pt x="384" y="244"/>
                  </a:lnTo>
                  <a:lnTo>
                    <a:pt x="426" y="245"/>
                  </a:lnTo>
                  <a:lnTo>
                    <a:pt x="426" y="233"/>
                  </a:lnTo>
                  <a:lnTo>
                    <a:pt x="384" y="232"/>
                  </a:lnTo>
                  <a:lnTo>
                    <a:pt x="343" y="228"/>
                  </a:lnTo>
                  <a:lnTo>
                    <a:pt x="303" y="222"/>
                  </a:lnTo>
                  <a:lnTo>
                    <a:pt x="264" y="214"/>
                  </a:lnTo>
                  <a:lnTo>
                    <a:pt x="229" y="204"/>
                  </a:lnTo>
                  <a:lnTo>
                    <a:pt x="194" y="192"/>
                  </a:lnTo>
                  <a:lnTo>
                    <a:pt x="162" y="178"/>
                  </a:lnTo>
                  <a:lnTo>
                    <a:pt x="133" y="163"/>
                  </a:lnTo>
                  <a:lnTo>
                    <a:pt x="106" y="146"/>
                  </a:lnTo>
                  <a:lnTo>
                    <a:pt x="81" y="129"/>
                  </a:lnTo>
                  <a:lnTo>
                    <a:pt x="61" y="109"/>
                  </a:lnTo>
                  <a:lnTo>
                    <a:pt x="44" y="89"/>
                  </a:lnTo>
                  <a:lnTo>
                    <a:pt x="31" y="66"/>
                  </a:lnTo>
                  <a:lnTo>
                    <a:pt x="20" y="45"/>
                  </a:lnTo>
                  <a:lnTo>
                    <a:pt x="15" y="2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8626" name="Freeform 32"/>
            <p:cNvSpPr>
              <a:spLocks/>
            </p:cNvSpPr>
            <p:nvPr/>
          </p:nvSpPr>
          <p:spPr bwMode="auto">
            <a:xfrm>
              <a:off x="878" y="1448"/>
              <a:ext cx="792" cy="954"/>
            </a:xfrm>
            <a:custGeom>
              <a:avLst/>
              <a:gdLst>
                <a:gd name="T0" fmla="*/ 13 w 3960"/>
                <a:gd name="T1" fmla="*/ 38 h 4768"/>
                <a:gd name="T2" fmla="*/ 14 w 3960"/>
                <a:gd name="T3" fmla="*/ 38 h 4768"/>
                <a:gd name="T4" fmla="*/ 15 w 3960"/>
                <a:gd name="T5" fmla="*/ 38 h 4768"/>
                <a:gd name="T6" fmla="*/ 15 w 3960"/>
                <a:gd name="T7" fmla="*/ 38 h 4768"/>
                <a:gd name="T8" fmla="*/ 16 w 3960"/>
                <a:gd name="T9" fmla="*/ 38 h 4768"/>
                <a:gd name="T10" fmla="*/ 17 w 3960"/>
                <a:gd name="T11" fmla="*/ 38 h 4768"/>
                <a:gd name="T12" fmla="*/ 17 w 3960"/>
                <a:gd name="T13" fmla="*/ 38 h 4768"/>
                <a:gd name="T14" fmla="*/ 18 w 3960"/>
                <a:gd name="T15" fmla="*/ 38 h 4768"/>
                <a:gd name="T16" fmla="*/ 18 w 3960"/>
                <a:gd name="T17" fmla="*/ 38 h 4768"/>
                <a:gd name="T18" fmla="*/ 29 w 3960"/>
                <a:gd name="T19" fmla="*/ 30 h 4768"/>
                <a:gd name="T20" fmla="*/ 30 w 3960"/>
                <a:gd name="T21" fmla="*/ 30 h 4768"/>
                <a:gd name="T22" fmla="*/ 30 w 3960"/>
                <a:gd name="T23" fmla="*/ 29 h 4768"/>
                <a:gd name="T24" fmla="*/ 31 w 3960"/>
                <a:gd name="T25" fmla="*/ 28 h 4768"/>
                <a:gd name="T26" fmla="*/ 31 w 3960"/>
                <a:gd name="T27" fmla="*/ 28 h 4768"/>
                <a:gd name="T28" fmla="*/ 31 w 3960"/>
                <a:gd name="T29" fmla="*/ 27 h 4768"/>
                <a:gd name="T30" fmla="*/ 32 w 3960"/>
                <a:gd name="T31" fmla="*/ 26 h 4768"/>
                <a:gd name="T32" fmla="*/ 32 w 3960"/>
                <a:gd name="T33" fmla="*/ 25 h 4768"/>
                <a:gd name="T34" fmla="*/ 32 w 3960"/>
                <a:gd name="T35" fmla="*/ 11 h 4768"/>
                <a:gd name="T36" fmla="*/ 32 w 3960"/>
                <a:gd name="T37" fmla="*/ 10 h 4768"/>
                <a:gd name="T38" fmla="*/ 31 w 3960"/>
                <a:gd name="T39" fmla="*/ 9 h 4768"/>
                <a:gd name="T40" fmla="*/ 31 w 3960"/>
                <a:gd name="T41" fmla="*/ 9 h 4768"/>
                <a:gd name="T42" fmla="*/ 31 w 3960"/>
                <a:gd name="T43" fmla="*/ 8 h 4768"/>
                <a:gd name="T44" fmla="*/ 31 w 3960"/>
                <a:gd name="T45" fmla="*/ 8 h 4768"/>
                <a:gd name="T46" fmla="*/ 30 w 3960"/>
                <a:gd name="T47" fmla="*/ 7 h 4768"/>
                <a:gd name="T48" fmla="*/ 30 w 3960"/>
                <a:gd name="T49" fmla="*/ 7 h 4768"/>
                <a:gd name="T50" fmla="*/ 29 w 3960"/>
                <a:gd name="T51" fmla="*/ 6 h 4768"/>
                <a:gd name="T52" fmla="*/ 19 w 3960"/>
                <a:gd name="T53" fmla="*/ 1 h 4768"/>
                <a:gd name="T54" fmla="*/ 18 w 3960"/>
                <a:gd name="T55" fmla="*/ 0 h 4768"/>
                <a:gd name="T56" fmla="*/ 17 w 3960"/>
                <a:gd name="T57" fmla="*/ 0 h 4768"/>
                <a:gd name="T58" fmla="*/ 17 w 3960"/>
                <a:gd name="T59" fmla="*/ 0 h 4768"/>
                <a:gd name="T60" fmla="*/ 16 w 3960"/>
                <a:gd name="T61" fmla="*/ 0 h 4768"/>
                <a:gd name="T62" fmla="*/ 15 w 3960"/>
                <a:gd name="T63" fmla="*/ 0 h 4768"/>
                <a:gd name="T64" fmla="*/ 14 w 3960"/>
                <a:gd name="T65" fmla="*/ 0 h 4768"/>
                <a:gd name="T66" fmla="*/ 14 w 3960"/>
                <a:gd name="T67" fmla="*/ 0 h 4768"/>
                <a:gd name="T68" fmla="*/ 2 w 3960"/>
                <a:gd name="T69" fmla="*/ 6 h 4768"/>
                <a:gd name="T70" fmla="*/ 2 w 3960"/>
                <a:gd name="T71" fmla="*/ 7 h 4768"/>
                <a:gd name="T72" fmla="*/ 1 w 3960"/>
                <a:gd name="T73" fmla="*/ 7 h 4768"/>
                <a:gd name="T74" fmla="*/ 1 w 3960"/>
                <a:gd name="T75" fmla="*/ 8 h 4768"/>
                <a:gd name="T76" fmla="*/ 1 w 3960"/>
                <a:gd name="T77" fmla="*/ 8 h 4768"/>
                <a:gd name="T78" fmla="*/ 0 w 3960"/>
                <a:gd name="T79" fmla="*/ 9 h 4768"/>
                <a:gd name="T80" fmla="*/ 0 w 3960"/>
                <a:gd name="T81" fmla="*/ 9 h 4768"/>
                <a:gd name="T82" fmla="*/ 0 w 3960"/>
                <a:gd name="T83" fmla="*/ 10 h 4768"/>
                <a:gd name="T84" fmla="*/ 0 w 3960"/>
                <a:gd name="T85" fmla="*/ 11 h 4768"/>
                <a:gd name="T86" fmla="*/ 0 w 3960"/>
                <a:gd name="T87" fmla="*/ 25 h 4768"/>
                <a:gd name="T88" fmla="*/ 0 w 3960"/>
                <a:gd name="T89" fmla="*/ 26 h 4768"/>
                <a:gd name="T90" fmla="*/ 0 w 3960"/>
                <a:gd name="T91" fmla="*/ 27 h 4768"/>
                <a:gd name="T92" fmla="*/ 1 w 3960"/>
                <a:gd name="T93" fmla="*/ 28 h 4768"/>
                <a:gd name="T94" fmla="*/ 1 w 3960"/>
                <a:gd name="T95" fmla="*/ 29 h 4768"/>
                <a:gd name="T96" fmla="*/ 1 w 3960"/>
                <a:gd name="T97" fmla="*/ 29 h 4768"/>
                <a:gd name="T98" fmla="*/ 2 w 3960"/>
                <a:gd name="T99" fmla="*/ 30 h 4768"/>
                <a:gd name="T100" fmla="*/ 3 w 3960"/>
                <a:gd name="T101" fmla="*/ 31 h 4768"/>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w 3960"/>
                <a:gd name="T154" fmla="*/ 0 h 4768"/>
                <a:gd name="T155" fmla="*/ 3960 w 3960"/>
                <a:gd name="T156" fmla="*/ 4768 h 4768"/>
              </a:gdLst>
              <a:ahLst/>
              <a:cxnLst>
                <a:cxn ang="T102">
                  <a:pos x="T0" y="T1"/>
                </a:cxn>
                <a:cxn ang="T103">
                  <a:pos x="T2" y="T3"/>
                </a:cxn>
                <a:cxn ang="T104">
                  <a:pos x="T4" y="T5"/>
                </a:cxn>
                <a:cxn ang="T105">
                  <a:pos x="T6" y="T7"/>
                </a:cxn>
                <a:cxn ang="T106">
                  <a:pos x="T8" y="T9"/>
                </a:cxn>
                <a:cxn ang="T107">
                  <a:pos x="T10" y="T11"/>
                </a:cxn>
                <a:cxn ang="T108">
                  <a:pos x="T12" y="T13"/>
                </a:cxn>
                <a:cxn ang="T109">
                  <a:pos x="T14" y="T15"/>
                </a:cxn>
                <a:cxn ang="T110">
                  <a:pos x="T16" y="T17"/>
                </a:cxn>
                <a:cxn ang="T111">
                  <a:pos x="T18" y="T19"/>
                </a:cxn>
                <a:cxn ang="T112">
                  <a:pos x="T20" y="T21"/>
                </a:cxn>
                <a:cxn ang="T113">
                  <a:pos x="T22" y="T23"/>
                </a:cxn>
                <a:cxn ang="T114">
                  <a:pos x="T24" y="T25"/>
                </a:cxn>
                <a:cxn ang="T115">
                  <a:pos x="T26" y="T27"/>
                </a:cxn>
                <a:cxn ang="T116">
                  <a:pos x="T28" y="T29"/>
                </a:cxn>
                <a:cxn ang="T117">
                  <a:pos x="T30" y="T31"/>
                </a:cxn>
                <a:cxn ang="T118">
                  <a:pos x="T32" y="T33"/>
                </a:cxn>
                <a:cxn ang="T119">
                  <a:pos x="T34" y="T35"/>
                </a:cxn>
                <a:cxn ang="T120">
                  <a:pos x="T36" y="T37"/>
                </a:cxn>
                <a:cxn ang="T121">
                  <a:pos x="T38" y="T39"/>
                </a:cxn>
                <a:cxn ang="T122">
                  <a:pos x="T40" y="T41"/>
                </a:cxn>
                <a:cxn ang="T123">
                  <a:pos x="T42" y="T43"/>
                </a:cxn>
                <a:cxn ang="T124">
                  <a:pos x="T44" y="T45"/>
                </a:cxn>
                <a:cxn ang="T125">
                  <a:pos x="T46" y="T47"/>
                </a:cxn>
                <a:cxn ang="T126">
                  <a:pos x="T48" y="T49"/>
                </a:cxn>
                <a:cxn ang="T127">
                  <a:pos x="T50" y="T51"/>
                </a:cxn>
                <a:cxn ang="T128">
                  <a:pos x="T52" y="T53"/>
                </a:cxn>
                <a:cxn ang="T129">
                  <a:pos x="T54" y="T55"/>
                </a:cxn>
                <a:cxn ang="T130">
                  <a:pos x="T56" y="T57"/>
                </a:cxn>
                <a:cxn ang="T131">
                  <a:pos x="T58" y="T59"/>
                </a:cxn>
                <a:cxn ang="T132">
                  <a:pos x="T60" y="T61"/>
                </a:cxn>
                <a:cxn ang="T133">
                  <a:pos x="T62" y="T63"/>
                </a:cxn>
                <a:cxn ang="T134">
                  <a:pos x="T64" y="T65"/>
                </a:cxn>
                <a:cxn ang="T135">
                  <a:pos x="T66" y="T67"/>
                </a:cxn>
                <a:cxn ang="T136">
                  <a:pos x="T68" y="T69"/>
                </a:cxn>
                <a:cxn ang="T137">
                  <a:pos x="T70" y="T71"/>
                </a:cxn>
                <a:cxn ang="T138">
                  <a:pos x="T72" y="T73"/>
                </a:cxn>
                <a:cxn ang="T139">
                  <a:pos x="T74" y="T75"/>
                </a:cxn>
                <a:cxn ang="T140">
                  <a:pos x="T76" y="T77"/>
                </a:cxn>
                <a:cxn ang="T141">
                  <a:pos x="T78" y="T79"/>
                </a:cxn>
                <a:cxn ang="T142">
                  <a:pos x="T80" y="T81"/>
                </a:cxn>
                <a:cxn ang="T143">
                  <a:pos x="T82" y="T83"/>
                </a:cxn>
                <a:cxn ang="T144">
                  <a:pos x="T84" y="T85"/>
                </a:cxn>
                <a:cxn ang="T145">
                  <a:pos x="T86" y="T87"/>
                </a:cxn>
                <a:cxn ang="T146">
                  <a:pos x="T88" y="T89"/>
                </a:cxn>
                <a:cxn ang="T147">
                  <a:pos x="T90" y="T91"/>
                </a:cxn>
                <a:cxn ang="T148">
                  <a:pos x="T92" y="T93"/>
                </a:cxn>
                <a:cxn ang="T149">
                  <a:pos x="T94" y="T95"/>
                </a:cxn>
                <a:cxn ang="T150">
                  <a:pos x="T96" y="T97"/>
                </a:cxn>
                <a:cxn ang="T151">
                  <a:pos x="T98" y="T99"/>
                </a:cxn>
                <a:cxn ang="T152">
                  <a:pos x="T100" y="T101"/>
                </a:cxn>
              </a:cxnLst>
              <a:rect l="T153" t="T154" r="T155" b="T156"/>
              <a:pathLst>
                <a:path w="3960" h="4768">
                  <a:moveTo>
                    <a:pt x="353" y="3849"/>
                  </a:moveTo>
                  <a:lnTo>
                    <a:pt x="1661" y="4700"/>
                  </a:lnTo>
                  <a:lnTo>
                    <a:pt x="1697" y="4717"/>
                  </a:lnTo>
                  <a:lnTo>
                    <a:pt x="1736" y="4731"/>
                  </a:lnTo>
                  <a:lnTo>
                    <a:pt x="1776" y="4742"/>
                  </a:lnTo>
                  <a:lnTo>
                    <a:pt x="1818" y="4753"/>
                  </a:lnTo>
                  <a:lnTo>
                    <a:pt x="1860" y="4760"/>
                  </a:lnTo>
                  <a:lnTo>
                    <a:pt x="1902" y="4765"/>
                  </a:lnTo>
                  <a:lnTo>
                    <a:pt x="1946" y="4768"/>
                  </a:lnTo>
                  <a:lnTo>
                    <a:pt x="1988" y="4768"/>
                  </a:lnTo>
                  <a:lnTo>
                    <a:pt x="2031" y="4767"/>
                  </a:lnTo>
                  <a:lnTo>
                    <a:pt x="2073" y="4763"/>
                  </a:lnTo>
                  <a:lnTo>
                    <a:pt x="2114" y="4758"/>
                  </a:lnTo>
                  <a:lnTo>
                    <a:pt x="2154" y="4751"/>
                  </a:lnTo>
                  <a:lnTo>
                    <a:pt x="2193" y="4740"/>
                  </a:lnTo>
                  <a:lnTo>
                    <a:pt x="2230" y="4729"/>
                  </a:lnTo>
                  <a:lnTo>
                    <a:pt x="2264" y="4715"/>
                  </a:lnTo>
                  <a:lnTo>
                    <a:pt x="2297" y="4700"/>
                  </a:lnTo>
                  <a:lnTo>
                    <a:pt x="3639" y="3825"/>
                  </a:lnTo>
                  <a:lnTo>
                    <a:pt x="3673" y="3795"/>
                  </a:lnTo>
                  <a:lnTo>
                    <a:pt x="3707" y="3761"/>
                  </a:lnTo>
                  <a:lnTo>
                    <a:pt x="3738" y="3725"/>
                  </a:lnTo>
                  <a:lnTo>
                    <a:pt x="3768" y="3685"/>
                  </a:lnTo>
                  <a:lnTo>
                    <a:pt x="3796" y="3644"/>
                  </a:lnTo>
                  <a:lnTo>
                    <a:pt x="3821" y="3599"/>
                  </a:lnTo>
                  <a:lnTo>
                    <a:pt x="3846" y="3553"/>
                  </a:lnTo>
                  <a:lnTo>
                    <a:pt x="3868" y="3505"/>
                  </a:lnTo>
                  <a:lnTo>
                    <a:pt x="3888" y="3456"/>
                  </a:lnTo>
                  <a:lnTo>
                    <a:pt x="3907" y="3406"/>
                  </a:lnTo>
                  <a:lnTo>
                    <a:pt x="3922" y="3354"/>
                  </a:lnTo>
                  <a:lnTo>
                    <a:pt x="3935" y="3303"/>
                  </a:lnTo>
                  <a:lnTo>
                    <a:pt x="3946" y="3250"/>
                  </a:lnTo>
                  <a:lnTo>
                    <a:pt x="3953" y="3197"/>
                  </a:lnTo>
                  <a:lnTo>
                    <a:pt x="3957" y="3144"/>
                  </a:lnTo>
                  <a:lnTo>
                    <a:pt x="3960" y="3092"/>
                  </a:lnTo>
                  <a:lnTo>
                    <a:pt x="3959" y="1313"/>
                  </a:lnTo>
                  <a:lnTo>
                    <a:pt x="3955" y="1271"/>
                  </a:lnTo>
                  <a:lnTo>
                    <a:pt x="3949" y="1229"/>
                  </a:lnTo>
                  <a:lnTo>
                    <a:pt x="3941" y="1189"/>
                  </a:lnTo>
                  <a:lnTo>
                    <a:pt x="3930" y="1149"/>
                  </a:lnTo>
                  <a:lnTo>
                    <a:pt x="3918" y="1111"/>
                  </a:lnTo>
                  <a:lnTo>
                    <a:pt x="3902" y="1075"/>
                  </a:lnTo>
                  <a:lnTo>
                    <a:pt x="3886" y="1040"/>
                  </a:lnTo>
                  <a:lnTo>
                    <a:pt x="3867" y="1006"/>
                  </a:lnTo>
                  <a:lnTo>
                    <a:pt x="3846" y="973"/>
                  </a:lnTo>
                  <a:lnTo>
                    <a:pt x="3823" y="942"/>
                  </a:lnTo>
                  <a:lnTo>
                    <a:pt x="3798" y="913"/>
                  </a:lnTo>
                  <a:lnTo>
                    <a:pt x="3771" y="886"/>
                  </a:lnTo>
                  <a:lnTo>
                    <a:pt x="3743" y="860"/>
                  </a:lnTo>
                  <a:lnTo>
                    <a:pt x="3714" y="837"/>
                  </a:lnTo>
                  <a:lnTo>
                    <a:pt x="3682" y="816"/>
                  </a:lnTo>
                  <a:lnTo>
                    <a:pt x="3649" y="796"/>
                  </a:lnTo>
                  <a:lnTo>
                    <a:pt x="2386" y="83"/>
                  </a:lnTo>
                  <a:lnTo>
                    <a:pt x="2350" y="65"/>
                  </a:lnTo>
                  <a:lnTo>
                    <a:pt x="2310" y="50"/>
                  </a:lnTo>
                  <a:lnTo>
                    <a:pt x="2268" y="36"/>
                  </a:lnTo>
                  <a:lnTo>
                    <a:pt x="2223" y="24"/>
                  </a:lnTo>
                  <a:lnTo>
                    <a:pt x="2178" y="15"/>
                  </a:lnTo>
                  <a:lnTo>
                    <a:pt x="2131" y="8"/>
                  </a:lnTo>
                  <a:lnTo>
                    <a:pt x="2082" y="3"/>
                  </a:lnTo>
                  <a:lnTo>
                    <a:pt x="2032" y="0"/>
                  </a:lnTo>
                  <a:lnTo>
                    <a:pt x="1982" y="1"/>
                  </a:lnTo>
                  <a:lnTo>
                    <a:pt x="1933" y="3"/>
                  </a:lnTo>
                  <a:lnTo>
                    <a:pt x="1882" y="9"/>
                  </a:lnTo>
                  <a:lnTo>
                    <a:pt x="1833" y="17"/>
                  </a:lnTo>
                  <a:lnTo>
                    <a:pt x="1785" y="29"/>
                  </a:lnTo>
                  <a:lnTo>
                    <a:pt x="1737" y="43"/>
                  </a:lnTo>
                  <a:lnTo>
                    <a:pt x="1691" y="62"/>
                  </a:lnTo>
                  <a:lnTo>
                    <a:pt x="1647" y="83"/>
                  </a:lnTo>
                  <a:lnTo>
                    <a:pt x="311" y="782"/>
                  </a:lnTo>
                  <a:lnTo>
                    <a:pt x="276" y="803"/>
                  </a:lnTo>
                  <a:lnTo>
                    <a:pt x="243" y="826"/>
                  </a:lnTo>
                  <a:lnTo>
                    <a:pt x="213" y="852"/>
                  </a:lnTo>
                  <a:lnTo>
                    <a:pt x="184" y="879"/>
                  </a:lnTo>
                  <a:lnTo>
                    <a:pt x="155" y="908"/>
                  </a:lnTo>
                  <a:lnTo>
                    <a:pt x="131" y="939"/>
                  </a:lnTo>
                  <a:lnTo>
                    <a:pt x="107" y="971"/>
                  </a:lnTo>
                  <a:lnTo>
                    <a:pt x="86" y="1005"/>
                  </a:lnTo>
                  <a:lnTo>
                    <a:pt x="68" y="1040"/>
                  </a:lnTo>
                  <a:lnTo>
                    <a:pt x="50" y="1076"/>
                  </a:lnTo>
                  <a:lnTo>
                    <a:pt x="36" y="1115"/>
                  </a:lnTo>
                  <a:lnTo>
                    <a:pt x="23" y="1153"/>
                  </a:lnTo>
                  <a:lnTo>
                    <a:pt x="14" y="1195"/>
                  </a:lnTo>
                  <a:lnTo>
                    <a:pt x="7" y="1236"/>
                  </a:lnTo>
                  <a:lnTo>
                    <a:pt x="2" y="1279"/>
                  </a:lnTo>
                  <a:lnTo>
                    <a:pt x="0" y="1322"/>
                  </a:lnTo>
                  <a:lnTo>
                    <a:pt x="0" y="3093"/>
                  </a:lnTo>
                  <a:lnTo>
                    <a:pt x="2" y="3147"/>
                  </a:lnTo>
                  <a:lnTo>
                    <a:pt x="7" y="3202"/>
                  </a:lnTo>
                  <a:lnTo>
                    <a:pt x="15" y="3257"/>
                  </a:lnTo>
                  <a:lnTo>
                    <a:pt x="27" y="3312"/>
                  </a:lnTo>
                  <a:lnTo>
                    <a:pt x="42" y="3366"/>
                  </a:lnTo>
                  <a:lnTo>
                    <a:pt x="59" y="3420"/>
                  </a:lnTo>
                  <a:lnTo>
                    <a:pt x="79" y="3474"/>
                  </a:lnTo>
                  <a:lnTo>
                    <a:pt x="102" y="3525"/>
                  </a:lnTo>
                  <a:lnTo>
                    <a:pt x="127" y="3576"/>
                  </a:lnTo>
                  <a:lnTo>
                    <a:pt x="154" y="3624"/>
                  </a:lnTo>
                  <a:lnTo>
                    <a:pt x="184" y="3670"/>
                  </a:lnTo>
                  <a:lnTo>
                    <a:pt x="214" y="3712"/>
                  </a:lnTo>
                  <a:lnTo>
                    <a:pt x="247" y="3752"/>
                  </a:lnTo>
                  <a:lnTo>
                    <a:pt x="281" y="3788"/>
                  </a:lnTo>
                  <a:lnTo>
                    <a:pt x="317" y="3821"/>
                  </a:lnTo>
                  <a:lnTo>
                    <a:pt x="353" y="384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8627" name="Freeform 33"/>
            <p:cNvSpPr>
              <a:spLocks/>
            </p:cNvSpPr>
            <p:nvPr/>
          </p:nvSpPr>
          <p:spPr bwMode="auto">
            <a:xfrm>
              <a:off x="943" y="2210"/>
              <a:ext cx="276" cy="187"/>
            </a:xfrm>
            <a:custGeom>
              <a:avLst/>
              <a:gdLst>
                <a:gd name="T0" fmla="*/ 11 w 1380"/>
                <a:gd name="T1" fmla="*/ 7 h 937"/>
                <a:gd name="T2" fmla="*/ 11 w 1380"/>
                <a:gd name="T3" fmla="*/ 7 h 937"/>
                <a:gd name="T4" fmla="*/ 0 w 1380"/>
                <a:gd name="T5" fmla="*/ 0 h 937"/>
                <a:gd name="T6" fmla="*/ 0 w 1380"/>
                <a:gd name="T7" fmla="*/ 1 h 937"/>
                <a:gd name="T8" fmla="*/ 10 w 1380"/>
                <a:gd name="T9" fmla="*/ 7 h 937"/>
                <a:gd name="T10" fmla="*/ 10 w 1380"/>
                <a:gd name="T11" fmla="*/ 7 h 937"/>
                <a:gd name="T12" fmla="*/ 10 w 1380"/>
                <a:gd name="T13" fmla="*/ 7 h 937"/>
                <a:gd name="T14" fmla="*/ 11 w 1380"/>
                <a:gd name="T15" fmla="*/ 7 h 937"/>
                <a:gd name="T16" fmla="*/ 11 w 1380"/>
                <a:gd name="T17" fmla="*/ 7 h 937"/>
                <a:gd name="T18" fmla="*/ 11 w 1380"/>
                <a:gd name="T19" fmla="*/ 7 h 937"/>
                <a:gd name="T20" fmla="*/ 11 w 1380"/>
                <a:gd name="T21" fmla="*/ 7 h 937"/>
                <a:gd name="T22" fmla="*/ 11 w 1380"/>
                <a:gd name="T23" fmla="*/ 7 h 937"/>
                <a:gd name="T24" fmla="*/ 11 w 1380"/>
                <a:gd name="T25" fmla="*/ 7 h 937"/>
                <a:gd name="T26" fmla="*/ 11 w 1380"/>
                <a:gd name="T27" fmla="*/ 7 h 937"/>
                <a:gd name="T28" fmla="*/ 11 w 1380"/>
                <a:gd name="T29" fmla="*/ 7 h 937"/>
                <a:gd name="T30" fmla="*/ 11 w 1380"/>
                <a:gd name="T31" fmla="*/ 7 h 93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80"/>
                <a:gd name="T49" fmla="*/ 0 h 937"/>
                <a:gd name="T50" fmla="*/ 1380 w 1380"/>
                <a:gd name="T51" fmla="*/ 937 h 93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80" h="937">
                  <a:moveTo>
                    <a:pt x="1354" y="848"/>
                  </a:moveTo>
                  <a:lnTo>
                    <a:pt x="1359" y="851"/>
                  </a:lnTo>
                  <a:lnTo>
                    <a:pt x="51" y="0"/>
                  </a:lnTo>
                  <a:lnTo>
                    <a:pt x="0" y="78"/>
                  </a:lnTo>
                  <a:lnTo>
                    <a:pt x="1307" y="929"/>
                  </a:lnTo>
                  <a:lnTo>
                    <a:pt x="1312" y="932"/>
                  </a:lnTo>
                  <a:lnTo>
                    <a:pt x="1307" y="929"/>
                  </a:lnTo>
                  <a:lnTo>
                    <a:pt x="1326" y="937"/>
                  </a:lnTo>
                  <a:lnTo>
                    <a:pt x="1345" y="936"/>
                  </a:lnTo>
                  <a:lnTo>
                    <a:pt x="1360" y="929"/>
                  </a:lnTo>
                  <a:lnTo>
                    <a:pt x="1372" y="916"/>
                  </a:lnTo>
                  <a:lnTo>
                    <a:pt x="1379" y="899"/>
                  </a:lnTo>
                  <a:lnTo>
                    <a:pt x="1380" y="883"/>
                  </a:lnTo>
                  <a:lnTo>
                    <a:pt x="1374" y="865"/>
                  </a:lnTo>
                  <a:lnTo>
                    <a:pt x="1359" y="851"/>
                  </a:lnTo>
                  <a:lnTo>
                    <a:pt x="1354" y="84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8628" name="Freeform 34"/>
            <p:cNvSpPr>
              <a:spLocks/>
            </p:cNvSpPr>
            <p:nvPr/>
          </p:nvSpPr>
          <p:spPr bwMode="auto">
            <a:xfrm>
              <a:off x="1206" y="2379"/>
              <a:ext cx="140" cy="32"/>
            </a:xfrm>
            <a:custGeom>
              <a:avLst/>
              <a:gdLst>
                <a:gd name="T0" fmla="*/ 5 w 703"/>
                <a:gd name="T1" fmla="*/ 0 h 162"/>
                <a:gd name="T2" fmla="*/ 5 w 703"/>
                <a:gd name="T3" fmla="*/ 0 h 162"/>
                <a:gd name="T4" fmla="*/ 5 w 703"/>
                <a:gd name="T5" fmla="*/ 0 h 162"/>
                <a:gd name="T6" fmla="*/ 5 w 703"/>
                <a:gd name="T7" fmla="*/ 0 h 162"/>
                <a:gd name="T8" fmla="*/ 4 w 703"/>
                <a:gd name="T9" fmla="*/ 0 h 162"/>
                <a:gd name="T10" fmla="*/ 4 w 703"/>
                <a:gd name="T11" fmla="*/ 0 h 162"/>
                <a:gd name="T12" fmla="*/ 4 w 703"/>
                <a:gd name="T13" fmla="*/ 0 h 162"/>
                <a:gd name="T14" fmla="*/ 3 w 703"/>
                <a:gd name="T15" fmla="*/ 1 h 162"/>
                <a:gd name="T16" fmla="*/ 3 w 703"/>
                <a:gd name="T17" fmla="*/ 1 h 162"/>
                <a:gd name="T18" fmla="*/ 3 w 703"/>
                <a:gd name="T19" fmla="*/ 1 h 162"/>
                <a:gd name="T20" fmla="*/ 2 w 703"/>
                <a:gd name="T21" fmla="*/ 1 h 162"/>
                <a:gd name="T22" fmla="*/ 2 w 703"/>
                <a:gd name="T23" fmla="*/ 1 h 162"/>
                <a:gd name="T24" fmla="*/ 2 w 703"/>
                <a:gd name="T25" fmla="*/ 0 h 162"/>
                <a:gd name="T26" fmla="*/ 1 w 703"/>
                <a:gd name="T27" fmla="*/ 0 h 162"/>
                <a:gd name="T28" fmla="*/ 1 w 703"/>
                <a:gd name="T29" fmla="*/ 0 h 162"/>
                <a:gd name="T30" fmla="*/ 1 w 703"/>
                <a:gd name="T31" fmla="*/ 0 h 162"/>
                <a:gd name="T32" fmla="*/ 1 w 703"/>
                <a:gd name="T33" fmla="*/ 0 h 162"/>
                <a:gd name="T34" fmla="*/ 0 w 703"/>
                <a:gd name="T35" fmla="*/ 0 h 162"/>
                <a:gd name="T36" fmla="*/ 0 w 703"/>
                <a:gd name="T37" fmla="*/ 1 h 162"/>
                <a:gd name="T38" fmla="*/ 0 w 703"/>
                <a:gd name="T39" fmla="*/ 1 h 162"/>
                <a:gd name="T40" fmla="*/ 1 w 703"/>
                <a:gd name="T41" fmla="*/ 1 h 162"/>
                <a:gd name="T42" fmla="*/ 1 w 703"/>
                <a:gd name="T43" fmla="*/ 1 h 162"/>
                <a:gd name="T44" fmla="*/ 1 w 703"/>
                <a:gd name="T45" fmla="*/ 1 h 162"/>
                <a:gd name="T46" fmla="*/ 2 w 703"/>
                <a:gd name="T47" fmla="*/ 1 h 162"/>
                <a:gd name="T48" fmla="*/ 2 w 703"/>
                <a:gd name="T49" fmla="*/ 1 h 162"/>
                <a:gd name="T50" fmla="*/ 2 w 703"/>
                <a:gd name="T51" fmla="*/ 1 h 162"/>
                <a:gd name="T52" fmla="*/ 3 w 703"/>
                <a:gd name="T53" fmla="*/ 1 h 162"/>
                <a:gd name="T54" fmla="*/ 3 w 703"/>
                <a:gd name="T55" fmla="*/ 1 h 162"/>
                <a:gd name="T56" fmla="*/ 3 w 703"/>
                <a:gd name="T57" fmla="*/ 1 h 162"/>
                <a:gd name="T58" fmla="*/ 4 w 703"/>
                <a:gd name="T59" fmla="*/ 1 h 162"/>
                <a:gd name="T60" fmla="*/ 4 w 703"/>
                <a:gd name="T61" fmla="*/ 1 h 162"/>
                <a:gd name="T62" fmla="*/ 5 w 703"/>
                <a:gd name="T63" fmla="*/ 1 h 162"/>
                <a:gd name="T64" fmla="*/ 5 w 703"/>
                <a:gd name="T65" fmla="*/ 1 h 162"/>
                <a:gd name="T66" fmla="*/ 5 w 703"/>
                <a:gd name="T67" fmla="*/ 1 h 162"/>
                <a:gd name="T68" fmla="*/ 5 w 703"/>
                <a:gd name="T69" fmla="*/ 1 h 162"/>
                <a:gd name="T70" fmla="*/ 5 w 703"/>
                <a:gd name="T71" fmla="*/ 1 h 162"/>
                <a:gd name="T72" fmla="*/ 5 w 703"/>
                <a:gd name="T73" fmla="*/ 1 h 162"/>
                <a:gd name="T74" fmla="*/ 5 w 703"/>
                <a:gd name="T75" fmla="*/ 1 h 162"/>
                <a:gd name="T76" fmla="*/ 6 w 703"/>
                <a:gd name="T77" fmla="*/ 0 h 162"/>
                <a:gd name="T78" fmla="*/ 6 w 703"/>
                <a:gd name="T79" fmla="*/ 0 h 162"/>
                <a:gd name="T80" fmla="*/ 6 w 703"/>
                <a:gd name="T81" fmla="*/ 0 h 162"/>
                <a:gd name="T82" fmla="*/ 5 w 703"/>
                <a:gd name="T83" fmla="*/ 0 h 162"/>
                <a:gd name="T84" fmla="*/ 5 w 703"/>
                <a:gd name="T85" fmla="*/ 0 h 162"/>
                <a:gd name="T86" fmla="*/ 5 w 703"/>
                <a:gd name="T87" fmla="*/ 0 h 162"/>
                <a:gd name="T88" fmla="*/ 5 w 703"/>
                <a:gd name="T89" fmla="*/ 0 h 162"/>
                <a:gd name="T90" fmla="*/ 5 w 703"/>
                <a:gd name="T91" fmla="*/ 0 h 162"/>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703"/>
                <a:gd name="T139" fmla="*/ 0 h 162"/>
                <a:gd name="T140" fmla="*/ 703 w 703"/>
                <a:gd name="T141" fmla="*/ 162 h 162"/>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703" h="162">
                  <a:moveTo>
                    <a:pt x="631" y="8"/>
                  </a:moveTo>
                  <a:lnTo>
                    <a:pt x="636" y="6"/>
                  </a:lnTo>
                  <a:lnTo>
                    <a:pt x="606" y="20"/>
                  </a:lnTo>
                  <a:lnTo>
                    <a:pt x="575" y="32"/>
                  </a:lnTo>
                  <a:lnTo>
                    <a:pt x="540" y="42"/>
                  </a:lnTo>
                  <a:lnTo>
                    <a:pt x="504" y="52"/>
                  </a:lnTo>
                  <a:lnTo>
                    <a:pt x="467" y="59"/>
                  </a:lnTo>
                  <a:lnTo>
                    <a:pt x="428" y="64"/>
                  </a:lnTo>
                  <a:lnTo>
                    <a:pt x="389" y="67"/>
                  </a:lnTo>
                  <a:lnTo>
                    <a:pt x="348" y="68"/>
                  </a:lnTo>
                  <a:lnTo>
                    <a:pt x="308" y="68"/>
                  </a:lnTo>
                  <a:lnTo>
                    <a:pt x="267" y="65"/>
                  </a:lnTo>
                  <a:lnTo>
                    <a:pt x="226" y="61"/>
                  </a:lnTo>
                  <a:lnTo>
                    <a:pt x="187" y="54"/>
                  </a:lnTo>
                  <a:lnTo>
                    <a:pt x="148" y="44"/>
                  </a:lnTo>
                  <a:lnTo>
                    <a:pt x="110" y="33"/>
                  </a:lnTo>
                  <a:lnTo>
                    <a:pt x="75" y="20"/>
                  </a:lnTo>
                  <a:lnTo>
                    <a:pt x="42" y="5"/>
                  </a:lnTo>
                  <a:lnTo>
                    <a:pt x="0" y="89"/>
                  </a:lnTo>
                  <a:lnTo>
                    <a:pt x="40" y="107"/>
                  </a:lnTo>
                  <a:lnTo>
                    <a:pt x="82" y="122"/>
                  </a:lnTo>
                  <a:lnTo>
                    <a:pt x="124" y="135"/>
                  </a:lnTo>
                  <a:lnTo>
                    <a:pt x="169" y="146"/>
                  </a:lnTo>
                  <a:lnTo>
                    <a:pt x="214" y="153"/>
                  </a:lnTo>
                  <a:lnTo>
                    <a:pt x="258" y="158"/>
                  </a:lnTo>
                  <a:lnTo>
                    <a:pt x="303" y="162"/>
                  </a:lnTo>
                  <a:lnTo>
                    <a:pt x="348" y="162"/>
                  </a:lnTo>
                  <a:lnTo>
                    <a:pt x="394" y="161"/>
                  </a:lnTo>
                  <a:lnTo>
                    <a:pt x="439" y="157"/>
                  </a:lnTo>
                  <a:lnTo>
                    <a:pt x="481" y="150"/>
                  </a:lnTo>
                  <a:lnTo>
                    <a:pt x="525" y="143"/>
                  </a:lnTo>
                  <a:lnTo>
                    <a:pt x="566" y="132"/>
                  </a:lnTo>
                  <a:lnTo>
                    <a:pt x="606" y="121"/>
                  </a:lnTo>
                  <a:lnTo>
                    <a:pt x="643" y="105"/>
                  </a:lnTo>
                  <a:lnTo>
                    <a:pt x="678" y="88"/>
                  </a:lnTo>
                  <a:lnTo>
                    <a:pt x="683" y="86"/>
                  </a:lnTo>
                  <a:lnTo>
                    <a:pt x="678" y="88"/>
                  </a:lnTo>
                  <a:lnTo>
                    <a:pt x="695" y="75"/>
                  </a:lnTo>
                  <a:lnTo>
                    <a:pt x="702" y="60"/>
                  </a:lnTo>
                  <a:lnTo>
                    <a:pt x="703" y="42"/>
                  </a:lnTo>
                  <a:lnTo>
                    <a:pt x="698" y="26"/>
                  </a:lnTo>
                  <a:lnTo>
                    <a:pt x="688" y="12"/>
                  </a:lnTo>
                  <a:lnTo>
                    <a:pt x="674" y="3"/>
                  </a:lnTo>
                  <a:lnTo>
                    <a:pt x="656" y="0"/>
                  </a:lnTo>
                  <a:lnTo>
                    <a:pt x="636" y="6"/>
                  </a:lnTo>
                  <a:lnTo>
                    <a:pt x="631"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8629" name="Freeform 35"/>
            <p:cNvSpPr>
              <a:spLocks/>
            </p:cNvSpPr>
            <p:nvPr/>
          </p:nvSpPr>
          <p:spPr bwMode="auto">
            <a:xfrm>
              <a:off x="1332" y="2204"/>
              <a:ext cx="283" cy="192"/>
            </a:xfrm>
            <a:custGeom>
              <a:avLst/>
              <a:gdLst>
                <a:gd name="T0" fmla="*/ 11 w 1415"/>
                <a:gd name="T1" fmla="*/ 0 h 960"/>
                <a:gd name="T2" fmla="*/ 11 w 1415"/>
                <a:gd name="T3" fmla="*/ 0 h 960"/>
                <a:gd name="T4" fmla="*/ 0 w 1415"/>
                <a:gd name="T5" fmla="*/ 7 h 960"/>
                <a:gd name="T6" fmla="*/ 0 w 1415"/>
                <a:gd name="T7" fmla="*/ 8 h 960"/>
                <a:gd name="T8" fmla="*/ 11 w 1415"/>
                <a:gd name="T9" fmla="*/ 1 h 960"/>
                <a:gd name="T10" fmla="*/ 11 w 1415"/>
                <a:gd name="T11" fmla="*/ 1 h 960"/>
                <a:gd name="T12" fmla="*/ 11 w 1415"/>
                <a:gd name="T13" fmla="*/ 1 h 960"/>
                <a:gd name="T14" fmla="*/ 11 w 1415"/>
                <a:gd name="T15" fmla="*/ 1 h 960"/>
                <a:gd name="T16" fmla="*/ 11 w 1415"/>
                <a:gd name="T17" fmla="*/ 0 h 960"/>
                <a:gd name="T18" fmla="*/ 11 w 1415"/>
                <a:gd name="T19" fmla="*/ 0 h 960"/>
                <a:gd name="T20" fmla="*/ 11 w 1415"/>
                <a:gd name="T21" fmla="*/ 0 h 960"/>
                <a:gd name="T22" fmla="*/ 11 w 1415"/>
                <a:gd name="T23" fmla="*/ 0 h 960"/>
                <a:gd name="T24" fmla="*/ 11 w 1415"/>
                <a:gd name="T25" fmla="*/ 0 h 960"/>
                <a:gd name="T26" fmla="*/ 11 w 1415"/>
                <a:gd name="T27" fmla="*/ 0 h 960"/>
                <a:gd name="T28" fmla="*/ 11 w 1415"/>
                <a:gd name="T29" fmla="*/ 0 h 960"/>
                <a:gd name="T30" fmla="*/ 11 w 1415"/>
                <a:gd name="T31" fmla="*/ 0 h 96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15"/>
                <a:gd name="T49" fmla="*/ 0 h 960"/>
                <a:gd name="T50" fmla="*/ 1415 w 1415"/>
                <a:gd name="T51" fmla="*/ 960 h 96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15" h="960">
                  <a:moveTo>
                    <a:pt x="1338" y="10"/>
                  </a:moveTo>
                  <a:lnTo>
                    <a:pt x="1342" y="8"/>
                  </a:lnTo>
                  <a:lnTo>
                    <a:pt x="0" y="882"/>
                  </a:lnTo>
                  <a:lnTo>
                    <a:pt x="52" y="960"/>
                  </a:lnTo>
                  <a:lnTo>
                    <a:pt x="1393" y="85"/>
                  </a:lnTo>
                  <a:lnTo>
                    <a:pt x="1397" y="83"/>
                  </a:lnTo>
                  <a:lnTo>
                    <a:pt x="1393" y="85"/>
                  </a:lnTo>
                  <a:lnTo>
                    <a:pt x="1409" y="71"/>
                  </a:lnTo>
                  <a:lnTo>
                    <a:pt x="1415" y="53"/>
                  </a:lnTo>
                  <a:lnTo>
                    <a:pt x="1413" y="37"/>
                  </a:lnTo>
                  <a:lnTo>
                    <a:pt x="1406" y="21"/>
                  </a:lnTo>
                  <a:lnTo>
                    <a:pt x="1395" y="8"/>
                  </a:lnTo>
                  <a:lnTo>
                    <a:pt x="1379" y="1"/>
                  </a:lnTo>
                  <a:lnTo>
                    <a:pt x="1361" y="0"/>
                  </a:lnTo>
                  <a:lnTo>
                    <a:pt x="1342" y="8"/>
                  </a:lnTo>
                  <a:lnTo>
                    <a:pt x="1338" y="1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8630" name="Freeform 36"/>
            <p:cNvSpPr>
              <a:spLocks/>
            </p:cNvSpPr>
            <p:nvPr/>
          </p:nvSpPr>
          <p:spPr bwMode="auto">
            <a:xfrm>
              <a:off x="1599" y="2057"/>
              <a:ext cx="80" cy="163"/>
            </a:xfrm>
            <a:custGeom>
              <a:avLst/>
              <a:gdLst>
                <a:gd name="T0" fmla="*/ 2 w 398"/>
                <a:gd name="T1" fmla="*/ 0 h 817"/>
                <a:gd name="T2" fmla="*/ 2 w 398"/>
                <a:gd name="T3" fmla="*/ 0 h 817"/>
                <a:gd name="T4" fmla="*/ 2 w 398"/>
                <a:gd name="T5" fmla="*/ 1 h 817"/>
                <a:gd name="T6" fmla="*/ 2 w 398"/>
                <a:gd name="T7" fmla="*/ 1 h 817"/>
                <a:gd name="T8" fmla="*/ 2 w 398"/>
                <a:gd name="T9" fmla="*/ 2 h 817"/>
                <a:gd name="T10" fmla="*/ 2 w 398"/>
                <a:gd name="T11" fmla="*/ 2 h 817"/>
                <a:gd name="T12" fmla="*/ 2 w 398"/>
                <a:gd name="T13" fmla="*/ 2 h 817"/>
                <a:gd name="T14" fmla="*/ 2 w 398"/>
                <a:gd name="T15" fmla="*/ 3 h 817"/>
                <a:gd name="T16" fmla="*/ 2 w 398"/>
                <a:gd name="T17" fmla="*/ 3 h 817"/>
                <a:gd name="T18" fmla="*/ 2 w 398"/>
                <a:gd name="T19" fmla="*/ 4 h 817"/>
                <a:gd name="T20" fmla="*/ 2 w 398"/>
                <a:gd name="T21" fmla="*/ 4 h 817"/>
                <a:gd name="T22" fmla="*/ 1 w 398"/>
                <a:gd name="T23" fmla="*/ 4 h 817"/>
                <a:gd name="T24" fmla="*/ 1 w 398"/>
                <a:gd name="T25" fmla="*/ 5 h 817"/>
                <a:gd name="T26" fmla="*/ 1 w 398"/>
                <a:gd name="T27" fmla="*/ 5 h 817"/>
                <a:gd name="T28" fmla="*/ 1 w 398"/>
                <a:gd name="T29" fmla="*/ 5 h 817"/>
                <a:gd name="T30" fmla="*/ 1 w 398"/>
                <a:gd name="T31" fmla="*/ 5 h 817"/>
                <a:gd name="T32" fmla="*/ 0 w 398"/>
                <a:gd name="T33" fmla="*/ 6 h 817"/>
                <a:gd name="T34" fmla="*/ 0 w 398"/>
                <a:gd name="T35" fmla="*/ 6 h 817"/>
                <a:gd name="T36" fmla="*/ 0 w 398"/>
                <a:gd name="T37" fmla="*/ 7 h 817"/>
                <a:gd name="T38" fmla="*/ 1 w 398"/>
                <a:gd name="T39" fmla="*/ 6 h 817"/>
                <a:gd name="T40" fmla="*/ 1 w 398"/>
                <a:gd name="T41" fmla="*/ 6 h 817"/>
                <a:gd name="T42" fmla="*/ 1 w 398"/>
                <a:gd name="T43" fmla="*/ 6 h 817"/>
                <a:gd name="T44" fmla="*/ 2 w 398"/>
                <a:gd name="T45" fmla="*/ 5 h 817"/>
                <a:gd name="T46" fmla="*/ 2 w 398"/>
                <a:gd name="T47" fmla="*/ 5 h 817"/>
                <a:gd name="T48" fmla="*/ 2 w 398"/>
                <a:gd name="T49" fmla="*/ 5 h 817"/>
                <a:gd name="T50" fmla="*/ 2 w 398"/>
                <a:gd name="T51" fmla="*/ 4 h 817"/>
                <a:gd name="T52" fmla="*/ 2 w 398"/>
                <a:gd name="T53" fmla="*/ 4 h 817"/>
                <a:gd name="T54" fmla="*/ 3 w 398"/>
                <a:gd name="T55" fmla="*/ 3 h 817"/>
                <a:gd name="T56" fmla="*/ 3 w 398"/>
                <a:gd name="T57" fmla="*/ 3 h 817"/>
                <a:gd name="T58" fmla="*/ 3 w 398"/>
                <a:gd name="T59" fmla="*/ 3 h 817"/>
                <a:gd name="T60" fmla="*/ 3 w 398"/>
                <a:gd name="T61" fmla="*/ 2 h 817"/>
                <a:gd name="T62" fmla="*/ 3 w 398"/>
                <a:gd name="T63" fmla="*/ 2 h 817"/>
                <a:gd name="T64" fmla="*/ 3 w 398"/>
                <a:gd name="T65" fmla="*/ 1 h 817"/>
                <a:gd name="T66" fmla="*/ 3 w 398"/>
                <a:gd name="T67" fmla="*/ 1 h 817"/>
                <a:gd name="T68" fmla="*/ 3 w 398"/>
                <a:gd name="T69" fmla="*/ 0 h 817"/>
                <a:gd name="T70" fmla="*/ 3 w 398"/>
                <a:gd name="T71" fmla="*/ 0 h 817"/>
                <a:gd name="T72" fmla="*/ 3 w 398"/>
                <a:gd name="T73" fmla="*/ 0 h 817"/>
                <a:gd name="T74" fmla="*/ 3 w 398"/>
                <a:gd name="T75" fmla="*/ 0 h 817"/>
                <a:gd name="T76" fmla="*/ 3 w 398"/>
                <a:gd name="T77" fmla="*/ 0 h 817"/>
                <a:gd name="T78" fmla="*/ 3 w 398"/>
                <a:gd name="T79" fmla="*/ 0 h 817"/>
                <a:gd name="T80" fmla="*/ 3 w 398"/>
                <a:gd name="T81" fmla="*/ 0 h 817"/>
                <a:gd name="T82" fmla="*/ 3 w 398"/>
                <a:gd name="T83" fmla="*/ 0 h 817"/>
                <a:gd name="T84" fmla="*/ 3 w 398"/>
                <a:gd name="T85" fmla="*/ 0 h 817"/>
                <a:gd name="T86" fmla="*/ 2 w 398"/>
                <a:gd name="T87" fmla="*/ 0 h 817"/>
                <a:gd name="T88" fmla="*/ 2 w 398"/>
                <a:gd name="T89" fmla="*/ 0 h 817"/>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398"/>
                <a:gd name="T136" fmla="*/ 0 h 817"/>
                <a:gd name="T137" fmla="*/ 398 w 398"/>
                <a:gd name="T138" fmla="*/ 817 h 817"/>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398" h="817">
                  <a:moveTo>
                    <a:pt x="304" y="47"/>
                  </a:moveTo>
                  <a:lnTo>
                    <a:pt x="304" y="47"/>
                  </a:lnTo>
                  <a:lnTo>
                    <a:pt x="301" y="97"/>
                  </a:lnTo>
                  <a:lnTo>
                    <a:pt x="297" y="147"/>
                  </a:lnTo>
                  <a:lnTo>
                    <a:pt x="291" y="198"/>
                  </a:lnTo>
                  <a:lnTo>
                    <a:pt x="280" y="247"/>
                  </a:lnTo>
                  <a:lnTo>
                    <a:pt x="268" y="297"/>
                  </a:lnTo>
                  <a:lnTo>
                    <a:pt x="253" y="347"/>
                  </a:lnTo>
                  <a:lnTo>
                    <a:pt x="236" y="395"/>
                  </a:lnTo>
                  <a:lnTo>
                    <a:pt x="217" y="442"/>
                  </a:lnTo>
                  <a:lnTo>
                    <a:pt x="195" y="487"/>
                  </a:lnTo>
                  <a:lnTo>
                    <a:pt x="171" y="532"/>
                  </a:lnTo>
                  <a:lnTo>
                    <a:pt x="147" y="574"/>
                  </a:lnTo>
                  <a:lnTo>
                    <a:pt x="121" y="613"/>
                  </a:lnTo>
                  <a:lnTo>
                    <a:pt x="93" y="650"/>
                  </a:lnTo>
                  <a:lnTo>
                    <a:pt x="64" y="684"/>
                  </a:lnTo>
                  <a:lnTo>
                    <a:pt x="32" y="716"/>
                  </a:lnTo>
                  <a:lnTo>
                    <a:pt x="0" y="744"/>
                  </a:lnTo>
                  <a:lnTo>
                    <a:pt x="59" y="817"/>
                  </a:lnTo>
                  <a:lnTo>
                    <a:pt x="95" y="784"/>
                  </a:lnTo>
                  <a:lnTo>
                    <a:pt x="132" y="748"/>
                  </a:lnTo>
                  <a:lnTo>
                    <a:pt x="166" y="709"/>
                  </a:lnTo>
                  <a:lnTo>
                    <a:pt x="196" y="667"/>
                  </a:lnTo>
                  <a:lnTo>
                    <a:pt x="227" y="623"/>
                  </a:lnTo>
                  <a:lnTo>
                    <a:pt x="253" y="576"/>
                  </a:lnTo>
                  <a:lnTo>
                    <a:pt x="279" y="530"/>
                  </a:lnTo>
                  <a:lnTo>
                    <a:pt x="301" y="479"/>
                  </a:lnTo>
                  <a:lnTo>
                    <a:pt x="323" y="428"/>
                  </a:lnTo>
                  <a:lnTo>
                    <a:pt x="342" y="375"/>
                  </a:lnTo>
                  <a:lnTo>
                    <a:pt x="359" y="321"/>
                  </a:lnTo>
                  <a:lnTo>
                    <a:pt x="372" y="268"/>
                  </a:lnTo>
                  <a:lnTo>
                    <a:pt x="382" y="212"/>
                  </a:lnTo>
                  <a:lnTo>
                    <a:pt x="391" y="157"/>
                  </a:lnTo>
                  <a:lnTo>
                    <a:pt x="395" y="102"/>
                  </a:lnTo>
                  <a:lnTo>
                    <a:pt x="398" y="47"/>
                  </a:lnTo>
                  <a:lnTo>
                    <a:pt x="394" y="27"/>
                  </a:lnTo>
                  <a:lnTo>
                    <a:pt x="383" y="11"/>
                  </a:lnTo>
                  <a:lnTo>
                    <a:pt x="368" y="3"/>
                  </a:lnTo>
                  <a:lnTo>
                    <a:pt x="351" y="0"/>
                  </a:lnTo>
                  <a:lnTo>
                    <a:pt x="333" y="3"/>
                  </a:lnTo>
                  <a:lnTo>
                    <a:pt x="319" y="11"/>
                  </a:lnTo>
                  <a:lnTo>
                    <a:pt x="307" y="27"/>
                  </a:lnTo>
                  <a:lnTo>
                    <a:pt x="304" y="4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8631" name="Freeform 37"/>
            <p:cNvSpPr>
              <a:spLocks/>
            </p:cNvSpPr>
            <p:nvPr/>
          </p:nvSpPr>
          <p:spPr bwMode="auto">
            <a:xfrm>
              <a:off x="1660" y="1701"/>
              <a:ext cx="19" cy="365"/>
            </a:xfrm>
            <a:custGeom>
              <a:avLst/>
              <a:gdLst>
                <a:gd name="T0" fmla="*/ 0 w 95"/>
                <a:gd name="T1" fmla="*/ 0 h 1826"/>
                <a:gd name="T2" fmla="*/ 0 w 95"/>
                <a:gd name="T3" fmla="*/ 0 h 1826"/>
                <a:gd name="T4" fmla="*/ 0 w 95"/>
                <a:gd name="T5" fmla="*/ 15 h 1826"/>
                <a:gd name="T6" fmla="*/ 1 w 95"/>
                <a:gd name="T7" fmla="*/ 15 h 1826"/>
                <a:gd name="T8" fmla="*/ 1 w 95"/>
                <a:gd name="T9" fmla="*/ 0 h 1826"/>
                <a:gd name="T10" fmla="*/ 1 w 95"/>
                <a:gd name="T11" fmla="*/ 0 h 1826"/>
                <a:gd name="T12" fmla="*/ 1 w 95"/>
                <a:gd name="T13" fmla="*/ 0 h 1826"/>
                <a:gd name="T14" fmla="*/ 1 w 95"/>
                <a:gd name="T15" fmla="*/ 0 h 1826"/>
                <a:gd name="T16" fmla="*/ 1 w 95"/>
                <a:gd name="T17" fmla="*/ 0 h 1826"/>
                <a:gd name="T18" fmla="*/ 1 w 95"/>
                <a:gd name="T19" fmla="*/ 0 h 1826"/>
                <a:gd name="T20" fmla="*/ 0 w 95"/>
                <a:gd name="T21" fmla="*/ 0 h 1826"/>
                <a:gd name="T22" fmla="*/ 0 w 95"/>
                <a:gd name="T23" fmla="*/ 0 h 1826"/>
                <a:gd name="T24" fmla="*/ 0 w 95"/>
                <a:gd name="T25" fmla="*/ 0 h 1826"/>
                <a:gd name="T26" fmla="*/ 0 w 95"/>
                <a:gd name="T27" fmla="*/ 0 h 1826"/>
                <a:gd name="T28" fmla="*/ 0 w 95"/>
                <a:gd name="T29" fmla="*/ 0 h 1826"/>
                <a:gd name="T30" fmla="*/ 0 w 95"/>
                <a:gd name="T31" fmla="*/ 0 h 182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95"/>
                <a:gd name="T49" fmla="*/ 0 h 1826"/>
                <a:gd name="T50" fmla="*/ 95 w 95"/>
                <a:gd name="T51" fmla="*/ 1826 h 182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95" h="1826">
                  <a:moveTo>
                    <a:pt x="0" y="49"/>
                  </a:moveTo>
                  <a:lnTo>
                    <a:pt x="0" y="47"/>
                  </a:lnTo>
                  <a:lnTo>
                    <a:pt x="1" y="1826"/>
                  </a:lnTo>
                  <a:lnTo>
                    <a:pt x="95" y="1826"/>
                  </a:lnTo>
                  <a:lnTo>
                    <a:pt x="93" y="47"/>
                  </a:lnTo>
                  <a:lnTo>
                    <a:pt x="93" y="45"/>
                  </a:lnTo>
                  <a:lnTo>
                    <a:pt x="93" y="47"/>
                  </a:lnTo>
                  <a:lnTo>
                    <a:pt x="90" y="27"/>
                  </a:lnTo>
                  <a:lnTo>
                    <a:pt x="79" y="12"/>
                  </a:lnTo>
                  <a:lnTo>
                    <a:pt x="64" y="4"/>
                  </a:lnTo>
                  <a:lnTo>
                    <a:pt x="47" y="0"/>
                  </a:lnTo>
                  <a:lnTo>
                    <a:pt x="29" y="4"/>
                  </a:lnTo>
                  <a:lnTo>
                    <a:pt x="15" y="12"/>
                  </a:lnTo>
                  <a:lnTo>
                    <a:pt x="3" y="27"/>
                  </a:lnTo>
                  <a:lnTo>
                    <a:pt x="0" y="47"/>
                  </a:lnTo>
                  <a:lnTo>
                    <a:pt x="0" y="4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8632" name="Freeform 38"/>
            <p:cNvSpPr>
              <a:spLocks/>
            </p:cNvSpPr>
            <p:nvPr/>
          </p:nvSpPr>
          <p:spPr bwMode="auto">
            <a:xfrm>
              <a:off x="1598" y="1598"/>
              <a:ext cx="81" cy="113"/>
            </a:xfrm>
            <a:custGeom>
              <a:avLst/>
              <a:gdLst>
                <a:gd name="T0" fmla="*/ 0 w 401"/>
                <a:gd name="T1" fmla="*/ 1 h 566"/>
                <a:gd name="T2" fmla="*/ 0 w 401"/>
                <a:gd name="T3" fmla="*/ 1 h 566"/>
                <a:gd name="T4" fmla="*/ 0 w 401"/>
                <a:gd name="T5" fmla="*/ 1 h 566"/>
                <a:gd name="T6" fmla="*/ 1 w 401"/>
                <a:gd name="T7" fmla="*/ 1 h 566"/>
                <a:gd name="T8" fmla="*/ 1 w 401"/>
                <a:gd name="T9" fmla="*/ 1 h 566"/>
                <a:gd name="T10" fmla="*/ 1 w 401"/>
                <a:gd name="T11" fmla="*/ 1 h 566"/>
                <a:gd name="T12" fmla="*/ 1 w 401"/>
                <a:gd name="T13" fmla="*/ 2 h 566"/>
                <a:gd name="T14" fmla="*/ 1 w 401"/>
                <a:gd name="T15" fmla="*/ 2 h 566"/>
                <a:gd name="T16" fmla="*/ 2 w 401"/>
                <a:gd name="T17" fmla="*/ 2 h 566"/>
                <a:gd name="T18" fmla="*/ 2 w 401"/>
                <a:gd name="T19" fmla="*/ 2 h 566"/>
                <a:gd name="T20" fmla="*/ 2 w 401"/>
                <a:gd name="T21" fmla="*/ 2 h 566"/>
                <a:gd name="T22" fmla="*/ 2 w 401"/>
                <a:gd name="T23" fmla="*/ 3 h 566"/>
                <a:gd name="T24" fmla="*/ 2 w 401"/>
                <a:gd name="T25" fmla="*/ 3 h 566"/>
                <a:gd name="T26" fmla="*/ 2 w 401"/>
                <a:gd name="T27" fmla="*/ 3 h 566"/>
                <a:gd name="T28" fmla="*/ 2 w 401"/>
                <a:gd name="T29" fmla="*/ 4 h 566"/>
                <a:gd name="T30" fmla="*/ 2 w 401"/>
                <a:gd name="T31" fmla="*/ 4 h 566"/>
                <a:gd name="T32" fmla="*/ 2 w 401"/>
                <a:gd name="T33" fmla="*/ 4 h 566"/>
                <a:gd name="T34" fmla="*/ 3 w 401"/>
                <a:gd name="T35" fmla="*/ 5 h 566"/>
                <a:gd name="T36" fmla="*/ 3 w 401"/>
                <a:gd name="T37" fmla="*/ 4 h 566"/>
                <a:gd name="T38" fmla="*/ 3 w 401"/>
                <a:gd name="T39" fmla="*/ 4 h 566"/>
                <a:gd name="T40" fmla="*/ 3 w 401"/>
                <a:gd name="T41" fmla="*/ 4 h 566"/>
                <a:gd name="T42" fmla="*/ 3 w 401"/>
                <a:gd name="T43" fmla="*/ 3 h 566"/>
                <a:gd name="T44" fmla="*/ 3 w 401"/>
                <a:gd name="T45" fmla="*/ 3 h 566"/>
                <a:gd name="T46" fmla="*/ 3 w 401"/>
                <a:gd name="T47" fmla="*/ 3 h 566"/>
                <a:gd name="T48" fmla="*/ 3 w 401"/>
                <a:gd name="T49" fmla="*/ 2 h 566"/>
                <a:gd name="T50" fmla="*/ 3 w 401"/>
                <a:gd name="T51" fmla="*/ 2 h 566"/>
                <a:gd name="T52" fmla="*/ 2 w 401"/>
                <a:gd name="T53" fmla="*/ 2 h 566"/>
                <a:gd name="T54" fmla="*/ 2 w 401"/>
                <a:gd name="T55" fmla="*/ 2 h 566"/>
                <a:gd name="T56" fmla="*/ 2 w 401"/>
                <a:gd name="T57" fmla="*/ 1 h 566"/>
                <a:gd name="T58" fmla="*/ 2 w 401"/>
                <a:gd name="T59" fmla="*/ 1 h 566"/>
                <a:gd name="T60" fmla="*/ 2 w 401"/>
                <a:gd name="T61" fmla="*/ 1 h 566"/>
                <a:gd name="T62" fmla="*/ 1 w 401"/>
                <a:gd name="T63" fmla="*/ 1 h 566"/>
                <a:gd name="T64" fmla="*/ 1 w 401"/>
                <a:gd name="T65" fmla="*/ 0 h 566"/>
                <a:gd name="T66" fmla="*/ 1 w 401"/>
                <a:gd name="T67" fmla="*/ 0 h 566"/>
                <a:gd name="T68" fmla="*/ 1 w 401"/>
                <a:gd name="T69" fmla="*/ 0 h 566"/>
                <a:gd name="T70" fmla="*/ 1 w 401"/>
                <a:gd name="T71" fmla="*/ 0 h 566"/>
                <a:gd name="T72" fmla="*/ 1 w 401"/>
                <a:gd name="T73" fmla="*/ 0 h 566"/>
                <a:gd name="T74" fmla="*/ 0 w 401"/>
                <a:gd name="T75" fmla="*/ 0 h 566"/>
                <a:gd name="T76" fmla="*/ 0 w 401"/>
                <a:gd name="T77" fmla="*/ 0 h 566"/>
                <a:gd name="T78" fmla="*/ 0 w 401"/>
                <a:gd name="T79" fmla="*/ 0 h 566"/>
                <a:gd name="T80" fmla="*/ 0 w 401"/>
                <a:gd name="T81" fmla="*/ 0 h 566"/>
                <a:gd name="T82" fmla="*/ 0 w 401"/>
                <a:gd name="T83" fmla="*/ 0 h 566"/>
                <a:gd name="T84" fmla="*/ 0 w 401"/>
                <a:gd name="T85" fmla="*/ 0 h 566"/>
                <a:gd name="T86" fmla="*/ 0 w 401"/>
                <a:gd name="T87" fmla="*/ 1 h 566"/>
                <a:gd name="T88" fmla="*/ 0 w 401"/>
                <a:gd name="T89" fmla="*/ 1 h 56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401"/>
                <a:gd name="T136" fmla="*/ 0 h 566"/>
                <a:gd name="T137" fmla="*/ 401 w 401"/>
                <a:gd name="T138" fmla="*/ 566 h 566"/>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401" h="566">
                  <a:moveTo>
                    <a:pt x="23" y="88"/>
                  </a:moveTo>
                  <a:lnTo>
                    <a:pt x="23" y="88"/>
                  </a:lnTo>
                  <a:lnTo>
                    <a:pt x="53" y="107"/>
                  </a:lnTo>
                  <a:lnTo>
                    <a:pt x="83" y="125"/>
                  </a:lnTo>
                  <a:lnTo>
                    <a:pt x="108" y="147"/>
                  </a:lnTo>
                  <a:lnTo>
                    <a:pt x="135" y="171"/>
                  </a:lnTo>
                  <a:lnTo>
                    <a:pt x="160" y="196"/>
                  </a:lnTo>
                  <a:lnTo>
                    <a:pt x="182" y="223"/>
                  </a:lnTo>
                  <a:lnTo>
                    <a:pt x="205" y="251"/>
                  </a:lnTo>
                  <a:lnTo>
                    <a:pt x="223" y="281"/>
                  </a:lnTo>
                  <a:lnTo>
                    <a:pt x="240" y="312"/>
                  </a:lnTo>
                  <a:lnTo>
                    <a:pt x="256" y="345"/>
                  </a:lnTo>
                  <a:lnTo>
                    <a:pt x="270" y="379"/>
                  </a:lnTo>
                  <a:lnTo>
                    <a:pt x="282" y="414"/>
                  </a:lnTo>
                  <a:lnTo>
                    <a:pt x="291" y="450"/>
                  </a:lnTo>
                  <a:lnTo>
                    <a:pt x="299" y="488"/>
                  </a:lnTo>
                  <a:lnTo>
                    <a:pt x="304" y="526"/>
                  </a:lnTo>
                  <a:lnTo>
                    <a:pt x="308" y="566"/>
                  </a:lnTo>
                  <a:lnTo>
                    <a:pt x="401" y="562"/>
                  </a:lnTo>
                  <a:lnTo>
                    <a:pt x="398" y="517"/>
                  </a:lnTo>
                  <a:lnTo>
                    <a:pt x="391" y="471"/>
                  </a:lnTo>
                  <a:lnTo>
                    <a:pt x="383" y="429"/>
                  </a:lnTo>
                  <a:lnTo>
                    <a:pt x="371" y="386"/>
                  </a:lnTo>
                  <a:lnTo>
                    <a:pt x="357" y="346"/>
                  </a:lnTo>
                  <a:lnTo>
                    <a:pt x="340" y="307"/>
                  </a:lnTo>
                  <a:lnTo>
                    <a:pt x="324" y="270"/>
                  </a:lnTo>
                  <a:lnTo>
                    <a:pt x="303" y="232"/>
                  </a:lnTo>
                  <a:lnTo>
                    <a:pt x="280" y="197"/>
                  </a:lnTo>
                  <a:lnTo>
                    <a:pt x="255" y="164"/>
                  </a:lnTo>
                  <a:lnTo>
                    <a:pt x="228" y="132"/>
                  </a:lnTo>
                  <a:lnTo>
                    <a:pt x="199" y="103"/>
                  </a:lnTo>
                  <a:lnTo>
                    <a:pt x="169" y="76"/>
                  </a:lnTo>
                  <a:lnTo>
                    <a:pt x="137" y="50"/>
                  </a:lnTo>
                  <a:lnTo>
                    <a:pt x="103" y="27"/>
                  </a:lnTo>
                  <a:lnTo>
                    <a:pt x="67" y="6"/>
                  </a:lnTo>
                  <a:lnTo>
                    <a:pt x="48" y="0"/>
                  </a:lnTo>
                  <a:lnTo>
                    <a:pt x="30" y="2"/>
                  </a:lnTo>
                  <a:lnTo>
                    <a:pt x="16" y="12"/>
                  </a:lnTo>
                  <a:lnTo>
                    <a:pt x="5" y="25"/>
                  </a:lnTo>
                  <a:lnTo>
                    <a:pt x="0" y="41"/>
                  </a:lnTo>
                  <a:lnTo>
                    <a:pt x="0" y="59"/>
                  </a:lnTo>
                  <a:lnTo>
                    <a:pt x="8" y="75"/>
                  </a:lnTo>
                  <a:lnTo>
                    <a:pt x="23"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8633" name="Freeform 39"/>
            <p:cNvSpPr>
              <a:spLocks/>
            </p:cNvSpPr>
            <p:nvPr/>
          </p:nvSpPr>
          <p:spPr bwMode="auto">
            <a:xfrm>
              <a:off x="1346" y="1455"/>
              <a:ext cx="266" cy="160"/>
            </a:xfrm>
            <a:custGeom>
              <a:avLst/>
              <a:gdLst>
                <a:gd name="T0" fmla="*/ 0 w 1330"/>
                <a:gd name="T1" fmla="*/ 1 h 801"/>
                <a:gd name="T2" fmla="*/ 0 w 1330"/>
                <a:gd name="T3" fmla="*/ 1 h 801"/>
                <a:gd name="T4" fmla="*/ 10 w 1330"/>
                <a:gd name="T5" fmla="*/ 6 h 801"/>
                <a:gd name="T6" fmla="*/ 11 w 1330"/>
                <a:gd name="T7" fmla="*/ 6 h 801"/>
                <a:gd name="T8" fmla="*/ 1 w 1330"/>
                <a:gd name="T9" fmla="*/ 0 h 801"/>
                <a:gd name="T10" fmla="*/ 1 w 1330"/>
                <a:gd name="T11" fmla="*/ 0 h 801"/>
                <a:gd name="T12" fmla="*/ 1 w 1330"/>
                <a:gd name="T13" fmla="*/ 0 h 801"/>
                <a:gd name="T14" fmla="*/ 0 w 1330"/>
                <a:gd name="T15" fmla="*/ 0 h 801"/>
                <a:gd name="T16" fmla="*/ 0 w 1330"/>
                <a:gd name="T17" fmla="*/ 0 h 801"/>
                <a:gd name="T18" fmla="*/ 0 w 1330"/>
                <a:gd name="T19" fmla="*/ 0 h 801"/>
                <a:gd name="T20" fmla="*/ 0 w 1330"/>
                <a:gd name="T21" fmla="*/ 0 h 801"/>
                <a:gd name="T22" fmla="*/ 0 w 1330"/>
                <a:gd name="T23" fmla="*/ 0 h 801"/>
                <a:gd name="T24" fmla="*/ 0 w 1330"/>
                <a:gd name="T25" fmla="*/ 0 h 801"/>
                <a:gd name="T26" fmla="*/ 0 w 1330"/>
                <a:gd name="T27" fmla="*/ 1 h 801"/>
                <a:gd name="T28" fmla="*/ 0 w 1330"/>
                <a:gd name="T29" fmla="*/ 1 h 801"/>
                <a:gd name="T30" fmla="*/ 0 w 1330"/>
                <a:gd name="T31" fmla="*/ 1 h 801"/>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30"/>
                <a:gd name="T49" fmla="*/ 0 h 801"/>
                <a:gd name="T50" fmla="*/ 1330 w 1330"/>
                <a:gd name="T51" fmla="*/ 801 h 801"/>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30" h="801">
                  <a:moveTo>
                    <a:pt x="24" y="88"/>
                  </a:moveTo>
                  <a:lnTo>
                    <a:pt x="23" y="88"/>
                  </a:lnTo>
                  <a:lnTo>
                    <a:pt x="1286" y="801"/>
                  </a:lnTo>
                  <a:lnTo>
                    <a:pt x="1330" y="719"/>
                  </a:lnTo>
                  <a:lnTo>
                    <a:pt x="67" y="6"/>
                  </a:lnTo>
                  <a:lnTo>
                    <a:pt x="66" y="6"/>
                  </a:lnTo>
                  <a:lnTo>
                    <a:pt x="67" y="6"/>
                  </a:lnTo>
                  <a:lnTo>
                    <a:pt x="48" y="0"/>
                  </a:lnTo>
                  <a:lnTo>
                    <a:pt x="30" y="2"/>
                  </a:lnTo>
                  <a:lnTo>
                    <a:pt x="16" y="12"/>
                  </a:lnTo>
                  <a:lnTo>
                    <a:pt x="5" y="25"/>
                  </a:lnTo>
                  <a:lnTo>
                    <a:pt x="0" y="41"/>
                  </a:lnTo>
                  <a:lnTo>
                    <a:pt x="0" y="59"/>
                  </a:lnTo>
                  <a:lnTo>
                    <a:pt x="8" y="75"/>
                  </a:lnTo>
                  <a:lnTo>
                    <a:pt x="23" y="88"/>
                  </a:lnTo>
                  <a:lnTo>
                    <a:pt x="24"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8634" name="Freeform 40"/>
            <p:cNvSpPr>
              <a:spLocks/>
            </p:cNvSpPr>
            <p:nvPr/>
          </p:nvSpPr>
          <p:spPr bwMode="auto">
            <a:xfrm>
              <a:off x="1198" y="1439"/>
              <a:ext cx="161" cy="35"/>
            </a:xfrm>
            <a:custGeom>
              <a:avLst/>
              <a:gdLst>
                <a:gd name="T0" fmla="*/ 1 w 806"/>
                <a:gd name="T1" fmla="*/ 1 h 177"/>
                <a:gd name="T2" fmla="*/ 1 w 806"/>
                <a:gd name="T3" fmla="*/ 1 h 177"/>
                <a:gd name="T4" fmla="*/ 1 w 806"/>
                <a:gd name="T5" fmla="*/ 1 h 177"/>
                <a:gd name="T6" fmla="*/ 1 w 806"/>
                <a:gd name="T7" fmla="*/ 1 h 177"/>
                <a:gd name="T8" fmla="*/ 2 w 806"/>
                <a:gd name="T9" fmla="*/ 1 h 177"/>
                <a:gd name="T10" fmla="*/ 2 w 806"/>
                <a:gd name="T11" fmla="*/ 1 h 177"/>
                <a:gd name="T12" fmla="*/ 2 w 806"/>
                <a:gd name="T13" fmla="*/ 1 h 177"/>
                <a:gd name="T14" fmla="*/ 3 w 806"/>
                <a:gd name="T15" fmla="*/ 1 h 177"/>
                <a:gd name="T16" fmla="*/ 3 w 806"/>
                <a:gd name="T17" fmla="*/ 1 h 177"/>
                <a:gd name="T18" fmla="*/ 3 w 806"/>
                <a:gd name="T19" fmla="*/ 1 h 177"/>
                <a:gd name="T20" fmla="*/ 4 w 806"/>
                <a:gd name="T21" fmla="*/ 1 h 177"/>
                <a:gd name="T22" fmla="*/ 4 w 806"/>
                <a:gd name="T23" fmla="*/ 1 h 177"/>
                <a:gd name="T24" fmla="*/ 5 w 806"/>
                <a:gd name="T25" fmla="*/ 1 h 177"/>
                <a:gd name="T26" fmla="*/ 5 w 806"/>
                <a:gd name="T27" fmla="*/ 1 h 177"/>
                <a:gd name="T28" fmla="*/ 5 w 806"/>
                <a:gd name="T29" fmla="*/ 1 h 177"/>
                <a:gd name="T30" fmla="*/ 6 w 806"/>
                <a:gd name="T31" fmla="*/ 1 h 177"/>
                <a:gd name="T32" fmla="*/ 6 w 806"/>
                <a:gd name="T33" fmla="*/ 1 h 177"/>
                <a:gd name="T34" fmla="*/ 6 w 806"/>
                <a:gd name="T35" fmla="*/ 1 h 177"/>
                <a:gd name="T36" fmla="*/ 6 w 806"/>
                <a:gd name="T37" fmla="*/ 1 h 177"/>
                <a:gd name="T38" fmla="*/ 6 w 806"/>
                <a:gd name="T39" fmla="*/ 1 h 177"/>
                <a:gd name="T40" fmla="*/ 6 w 806"/>
                <a:gd name="T41" fmla="*/ 0 h 177"/>
                <a:gd name="T42" fmla="*/ 5 w 806"/>
                <a:gd name="T43" fmla="*/ 0 h 177"/>
                <a:gd name="T44" fmla="*/ 5 w 806"/>
                <a:gd name="T45" fmla="*/ 0 h 177"/>
                <a:gd name="T46" fmla="*/ 5 w 806"/>
                <a:gd name="T47" fmla="*/ 0 h 177"/>
                <a:gd name="T48" fmla="*/ 4 w 806"/>
                <a:gd name="T49" fmla="*/ 0 h 177"/>
                <a:gd name="T50" fmla="*/ 4 w 806"/>
                <a:gd name="T51" fmla="*/ 0 h 177"/>
                <a:gd name="T52" fmla="*/ 3 w 806"/>
                <a:gd name="T53" fmla="*/ 0 h 177"/>
                <a:gd name="T54" fmla="*/ 3 w 806"/>
                <a:gd name="T55" fmla="*/ 0 h 177"/>
                <a:gd name="T56" fmla="*/ 3 w 806"/>
                <a:gd name="T57" fmla="*/ 0 h 177"/>
                <a:gd name="T58" fmla="*/ 2 w 806"/>
                <a:gd name="T59" fmla="*/ 0 h 177"/>
                <a:gd name="T60" fmla="*/ 2 w 806"/>
                <a:gd name="T61" fmla="*/ 0 h 177"/>
                <a:gd name="T62" fmla="*/ 1 w 806"/>
                <a:gd name="T63" fmla="*/ 0 h 177"/>
                <a:gd name="T64" fmla="*/ 1 w 806"/>
                <a:gd name="T65" fmla="*/ 0 h 177"/>
                <a:gd name="T66" fmla="*/ 1 w 806"/>
                <a:gd name="T67" fmla="*/ 1 h 177"/>
                <a:gd name="T68" fmla="*/ 0 w 806"/>
                <a:gd name="T69" fmla="*/ 1 h 177"/>
                <a:gd name="T70" fmla="*/ 0 w 806"/>
                <a:gd name="T71" fmla="*/ 1 h 177"/>
                <a:gd name="T72" fmla="*/ 0 w 806"/>
                <a:gd name="T73" fmla="*/ 1 h 177"/>
                <a:gd name="T74" fmla="*/ 0 w 806"/>
                <a:gd name="T75" fmla="*/ 1 h 177"/>
                <a:gd name="T76" fmla="*/ 0 w 806"/>
                <a:gd name="T77" fmla="*/ 1 h 177"/>
                <a:gd name="T78" fmla="*/ 0 w 806"/>
                <a:gd name="T79" fmla="*/ 1 h 177"/>
                <a:gd name="T80" fmla="*/ 0 w 806"/>
                <a:gd name="T81" fmla="*/ 1 h 177"/>
                <a:gd name="T82" fmla="*/ 0 w 806"/>
                <a:gd name="T83" fmla="*/ 1 h 177"/>
                <a:gd name="T84" fmla="*/ 0 w 806"/>
                <a:gd name="T85" fmla="*/ 1 h 177"/>
                <a:gd name="T86" fmla="*/ 0 w 806"/>
                <a:gd name="T87" fmla="*/ 1 h 177"/>
                <a:gd name="T88" fmla="*/ 1 w 806"/>
                <a:gd name="T89" fmla="*/ 1 h 177"/>
                <a:gd name="T90" fmla="*/ 1 w 806"/>
                <a:gd name="T91" fmla="*/ 1 h 17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806"/>
                <a:gd name="T139" fmla="*/ 0 h 177"/>
                <a:gd name="T140" fmla="*/ 806 w 806"/>
                <a:gd name="T141" fmla="*/ 177 h 17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806" h="177">
                  <a:moveTo>
                    <a:pt x="67" y="171"/>
                  </a:moveTo>
                  <a:lnTo>
                    <a:pt x="68" y="171"/>
                  </a:lnTo>
                  <a:lnTo>
                    <a:pt x="109" y="151"/>
                  </a:lnTo>
                  <a:lnTo>
                    <a:pt x="151" y="135"/>
                  </a:lnTo>
                  <a:lnTo>
                    <a:pt x="196" y="122"/>
                  </a:lnTo>
                  <a:lnTo>
                    <a:pt x="242" y="110"/>
                  </a:lnTo>
                  <a:lnTo>
                    <a:pt x="287" y="102"/>
                  </a:lnTo>
                  <a:lnTo>
                    <a:pt x="335" y="97"/>
                  </a:lnTo>
                  <a:lnTo>
                    <a:pt x="382" y="95"/>
                  </a:lnTo>
                  <a:lnTo>
                    <a:pt x="430" y="94"/>
                  </a:lnTo>
                  <a:lnTo>
                    <a:pt x="477" y="97"/>
                  </a:lnTo>
                  <a:lnTo>
                    <a:pt x="524" y="102"/>
                  </a:lnTo>
                  <a:lnTo>
                    <a:pt x="568" y="108"/>
                  </a:lnTo>
                  <a:lnTo>
                    <a:pt x="612" y="117"/>
                  </a:lnTo>
                  <a:lnTo>
                    <a:pt x="654" y="128"/>
                  </a:lnTo>
                  <a:lnTo>
                    <a:pt x="693" y="141"/>
                  </a:lnTo>
                  <a:lnTo>
                    <a:pt x="730" y="155"/>
                  </a:lnTo>
                  <a:lnTo>
                    <a:pt x="764" y="171"/>
                  </a:lnTo>
                  <a:lnTo>
                    <a:pt x="806" y="89"/>
                  </a:lnTo>
                  <a:lnTo>
                    <a:pt x="768" y="70"/>
                  </a:lnTo>
                  <a:lnTo>
                    <a:pt x="725" y="54"/>
                  </a:lnTo>
                  <a:lnTo>
                    <a:pt x="680" y="39"/>
                  </a:lnTo>
                  <a:lnTo>
                    <a:pt x="633" y="26"/>
                  </a:lnTo>
                  <a:lnTo>
                    <a:pt x="585" y="16"/>
                  </a:lnTo>
                  <a:lnTo>
                    <a:pt x="536" y="8"/>
                  </a:lnTo>
                  <a:lnTo>
                    <a:pt x="484" y="3"/>
                  </a:lnTo>
                  <a:lnTo>
                    <a:pt x="433" y="0"/>
                  </a:lnTo>
                  <a:lnTo>
                    <a:pt x="380" y="1"/>
                  </a:lnTo>
                  <a:lnTo>
                    <a:pt x="328" y="3"/>
                  </a:lnTo>
                  <a:lnTo>
                    <a:pt x="276" y="10"/>
                  </a:lnTo>
                  <a:lnTo>
                    <a:pt x="223" y="19"/>
                  </a:lnTo>
                  <a:lnTo>
                    <a:pt x="172" y="30"/>
                  </a:lnTo>
                  <a:lnTo>
                    <a:pt x="121" y="46"/>
                  </a:lnTo>
                  <a:lnTo>
                    <a:pt x="72" y="67"/>
                  </a:lnTo>
                  <a:lnTo>
                    <a:pt x="24" y="89"/>
                  </a:lnTo>
                  <a:lnTo>
                    <a:pt x="25" y="89"/>
                  </a:lnTo>
                  <a:lnTo>
                    <a:pt x="24" y="89"/>
                  </a:lnTo>
                  <a:lnTo>
                    <a:pt x="8" y="102"/>
                  </a:lnTo>
                  <a:lnTo>
                    <a:pt x="0" y="118"/>
                  </a:lnTo>
                  <a:lnTo>
                    <a:pt x="0" y="136"/>
                  </a:lnTo>
                  <a:lnTo>
                    <a:pt x="6" y="152"/>
                  </a:lnTo>
                  <a:lnTo>
                    <a:pt x="17" y="165"/>
                  </a:lnTo>
                  <a:lnTo>
                    <a:pt x="31" y="175"/>
                  </a:lnTo>
                  <a:lnTo>
                    <a:pt x="48" y="177"/>
                  </a:lnTo>
                  <a:lnTo>
                    <a:pt x="68" y="171"/>
                  </a:lnTo>
                  <a:lnTo>
                    <a:pt x="67" y="1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8635" name="Freeform 41"/>
            <p:cNvSpPr>
              <a:spLocks/>
            </p:cNvSpPr>
            <p:nvPr/>
          </p:nvSpPr>
          <p:spPr bwMode="auto">
            <a:xfrm>
              <a:off x="931" y="1456"/>
              <a:ext cx="280" cy="158"/>
            </a:xfrm>
            <a:custGeom>
              <a:avLst/>
              <a:gdLst>
                <a:gd name="T0" fmla="*/ 1 w 1402"/>
                <a:gd name="T1" fmla="*/ 6 h 787"/>
                <a:gd name="T2" fmla="*/ 1 w 1402"/>
                <a:gd name="T3" fmla="*/ 6 h 787"/>
                <a:gd name="T4" fmla="*/ 11 w 1402"/>
                <a:gd name="T5" fmla="*/ 1 h 787"/>
                <a:gd name="T6" fmla="*/ 11 w 1402"/>
                <a:gd name="T7" fmla="*/ 0 h 787"/>
                <a:gd name="T8" fmla="*/ 0 w 1402"/>
                <a:gd name="T9" fmla="*/ 6 h 787"/>
                <a:gd name="T10" fmla="*/ 0 w 1402"/>
                <a:gd name="T11" fmla="*/ 6 h 787"/>
                <a:gd name="T12" fmla="*/ 0 w 1402"/>
                <a:gd name="T13" fmla="*/ 6 h 787"/>
                <a:gd name="T14" fmla="*/ 0 w 1402"/>
                <a:gd name="T15" fmla="*/ 6 h 787"/>
                <a:gd name="T16" fmla="*/ 0 w 1402"/>
                <a:gd name="T17" fmla="*/ 6 h 787"/>
                <a:gd name="T18" fmla="*/ 0 w 1402"/>
                <a:gd name="T19" fmla="*/ 6 h 787"/>
                <a:gd name="T20" fmla="*/ 0 w 1402"/>
                <a:gd name="T21" fmla="*/ 6 h 787"/>
                <a:gd name="T22" fmla="*/ 0 w 1402"/>
                <a:gd name="T23" fmla="*/ 6 h 787"/>
                <a:gd name="T24" fmla="*/ 0 w 1402"/>
                <a:gd name="T25" fmla="*/ 6 h 787"/>
                <a:gd name="T26" fmla="*/ 0 w 1402"/>
                <a:gd name="T27" fmla="*/ 6 h 787"/>
                <a:gd name="T28" fmla="*/ 1 w 1402"/>
                <a:gd name="T29" fmla="*/ 6 h 787"/>
                <a:gd name="T30" fmla="*/ 1 w 1402"/>
                <a:gd name="T31" fmla="*/ 6 h 78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02"/>
                <a:gd name="T49" fmla="*/ 0 h 787"/>
                <a:gd name="T50" fmla="*/ 1402 w 1402"/>
                <a:gd name="T51" fmla="*/ 787 h 78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02" h="787">
                  <a:moveTo>
                    <a:pt x="69" y="781"/>
                  </a:moveTo>
                  <a:lnTo>
                    <a:pt x="66" y="781"/>
                  </a:lnTo>
                  <a:lnTo>
                    <a:pt x="1402" y="82"/>
                  </a:lnTo>
                  <a:lnTo>
                    <a:pt x="1360" y="0"/>
                  </a:lnTo>
                  <a:lnTo>
                    <a:pt x="24" y="699"/>
                  </a:lnTo>
                  <a:lnTo>
                    <a:pt x="22" y="699"/>
                  </a:lnTo>
                  <a:lnTo>
                    <a:pt x="24" y="699"/>
                  </a:lnTo>
                  <a:lnTo>
                    <a:pt x="8" y="712"/>
                  </a:lnTo>
                  <a:lnTo>
                    <a:pt x="1" y="727"/>
                  </a:lnTo>
                  <a:lnTo>
                    <a:pt x="0" y="744"/>
                  </a:lnTo>
                  <a:lnTo>
                    <a:pt x="5" y="761"/>
                  </a:lnTo>
                  <a:lnTo>
                    <a:pt x="15" y="775"/>
                  </a:lnTo>
                  <a:lnTo>
                    <a:pt x="30" y="784"/>
                  </a:lnTo>
                  <a:lnTo>
                    <a:pt x="46" y="787"/>
                  </a:lnTo>
                  <a:lnTo>
                    <a:pt x="66" y="781"/>
                  </a:lnTo>
                  <a:lnTo>
                    <a:pt x="69" y="7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8636" name="Freeform 42"/>
            <p:cNvSpPr>
              <a:spLocks/>
            </p:cNvSpPr>
            <p:nvPr/>
          </p:nvSpPr>
          <p:spPr bwMode="auto">
            <a:xfrm>
              <a:off x="868" y="1596"/>
              <a:ext cx="77" cy="126"/>
            </a:xfrm>
            <a:custGeom>
              <a:avLst/>
              <a:gdLst>
                <a:gd name="T0" fmla="*/ 1 w 382"/>
                <a:gd name="T1" fmla="*/ 5 h 628"/>
                <a:gd name="T2" fmla="*/ 1 w 382"/>
                <a:gd name="T3" fmla="*/ 5 h 628"/>
                <a:gd name="T4" fmla="*/ 1 w 382"/>
                <a:gd name="T5" fmla="*/ 4 h 628"/>
                <a:gd name="T6" fmla="*/ 1 w 382"/>
                <a:gd name="T7" fmla="*/ 4 h 628"/>
                <a:gd name="T8" fmla="*/ 1 w 382"/>
                <a:gd name="T9" fmla="*/ 4 h 628"/>
                <a:gd name="T10" fmla="*/ 1 w 382"/>
                <a:gd name="T11" fmla="*/ 3 h 628"/>
                <a:gd name="T12" fmla="*/ 1 w 382"/>
                <a:gd name="T13" fmla="*/ 3 h 628"/>
                <a:gd name="T14" fmla="*/ 1 w 382"/>
                <a:gd name="T15" fmla="*/ 3 h 628"/>
                <a:gd name="T16" fmla="*/ 1 w 382"/>
                <a:gd name="T17" fmla="*/ 3 h 628"/>
                <a:gd name="T18" fmla="*/ 1 w 382"/>
                <a:gd name="T19" fmla="*/ 2 h 628"/>
                <a:gd name="T20" fmla="*/ 2 w 382"/>
                <a:gd name="T21" fmla="*/ 2 h 628"/>
                <a:gd name="T22" fmla="*/ 2 w 382"/>
                <a:gd name="T23" fmla="*/ 2 h 628"/>
                <a:gd name="T24" fmla="*/ 2 w 382"/>
                <a:gd name="T25" fmla="*/ 2 h 628"/>
                <a:gd name="T26" fmla="*/ 2 w 382"/>
                <a:gd name="T27" fmla="*/ 1 h 628"/>
                <a:gd name="T28" fmla="*/ 2 w 382"/>
                <a:gd name="T29" fmla="*/ 1 h 628"/>
                <a:gd name="T30" fmla="*/ 3 w 382"/>
                <a:gd name="T31" fmla="*/ 1 h 628"/>
                <a:gd name="T32" fmla="*/ 3 w 382"/>
                <a:gd name="T33" fmla="*/ 1 h 628"/>
                <a:gd name="T34" fmla="*/ 3 w 382"/>
                <a:gd name="T35" fmla="*/ 1 h 628"/>
                <a:gd name="T36" fmla="*/ 3 w 382"/>
                <a:gd name="T37" fmla="*/ 0 h 628"/>
                <a:gd name="T38" fmla="*/ 2 w 382"/>
                <a:gd name="T39" fmla="*/ 0 h 628"/>
                <a:gd name="T40" fmla="*/ 2 w 382"/>
                <a:gd name="T41" fmla="*/ 0 h 628"/>
                <a:gd name="T42" fmla="*/ 2 w 382"/>
                <a:gd name="T43" fmla="*/ 1 h 628"/>
                <a:gd name="T44" fmla="*/ 2 w 382"/>
                <a:gd name="T45" fmla="*/ 1 h 628"/>
                <a:gd name="T46" fmla="*/ 1 w 382"/>
                <a:gd name="T47" fmla="*/ 1 h 628"/>
                <a:gd name="T48" fmla="*/ 1 w 382"/>
                <a:gd name="T49" fmla="*/ 1 h 628"/>
                <a:gd name="T50" fmla="*/ 1 w 382"/>
                <a:gd name="T51" fmla="*/ 2 h 628"/>
                <a:gd name="T52" fmla="*/ 1 w 382"/>
                <a:gd name="T53" fmla="*/ 2 h 628"/>
                <a:gd name="T54" fmla="*/ 1 w 382"/>
                <a:gd name="T55" fmla="*/ 2 h 628"/>
                <a:gd name="T56" fmla="*/ 0 w 382"/>
                <a:gd name="T57" fmla="*/ 3 h 628"/>
                <a:gd name="T58" fmla="*/ 0 w 382"/>
                <a:gd name="T59" fmla="*/ 3 h 628"/>
                <a:gd name="T60" fmla="*/ 0 w 382"/>
                <a:gd name="T61" fmla="*/ 3 h 628"/>
                <a:gd name="T62" fmla="*/ 0 w 382"/>
                <a:gd name="T63" fmla="*/ 4 h 628"/>
                <a:gd name="T64" fmla="*/ 0 w 382"/>
                <a:gd name="T65" fmla="*/ 4 h 628"/>
                <a:gd name="T66" fmla="*/ 0 w 382"/>
                <a:gd name="T67" fmla="*/ 4 h 628"/>
                <a:gd name="T68" fmla="*/ 0 w 382"/>
                <a:gd name="T69" fmla="*/ 5 h 628"/>
                <a:gd name="T70" fmla="*/ 0 w 382"/>
                <a:gd name="T71" fmla="*/ 5 h 628"/>
                <a:gd name="T72" fmla="*/ 0 w 382"/>
                <a:gd name="T73" fmla="*/ 5 h 628"/>
                <a:gd name="T74" fmla="*/ 0 w 382"/>
                <a:gd name="T75" fmla="*/ 5 h 628"/>
                <a:gd name="T76" fmla="*/ 0 w 382"/>
                <a:gd name="T77" fmla="*/ 5 h 628"/>
                <a:gd name="T78" fmla="*/ 0 w 382"/>
                <a:gd name="T79" fmla="*/ 5 h 628"/>
                <a:gd name="T80" fmla="*/ 0 w 382"/>
                <a:gd name="T81" fmla="*/ 5 h 628"/>
                <a:gd name="T82" fmla="*/ 1 w 382"/>
                <a:gd name="T83" fmla="*/ 5 h 628"/>
                <a:gd name="T84" fmla="*/ 1 w 382"/>
                <a:gd name="T85" fmla="*/ 5 h 628"/>
                <a:gd name="T86" fmla="*/ 1 w 382"/>
                <a:gd name="T87" fmla="*/ 5 h 628"/>
                <a:gd name="T88" fmla="*/ 1 w 382"/>
                <a:gd name="T89" fmla="*/ 5 h 628"/>
                <a:gd name="T90" fmla="*/ 1 w 382"/>
                <a:gd name="T91" fmla="*/ 5 h 628"/>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382"/>
                <a:gd name="T139" fmla="*/ 0 h 628"/>
                <a:gd name="T140" fmla="*/ 382 w 382"/>
                <a:gd name="T141" fmla="*/ 628 h 628"/>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382" h="628">
                  <a:moveTo>
                    <a:pt x="94" y="581"/>
                  </a:moveTo>
                  <a:lnTo>
                    <a:pt x="94" y="582"/>
                  </a:lnTo>
                  <a:lnTo>
                    <a:pt x="96" y="541"/>
                  </a:lnTo>
                  <a:lnTo>
                    <a:pt x="99" y="500"/>
                  </a:lnTo>
                  <a:lnTo>
                    <a:pt x="106" y="463"/>
                  </a:lnTo>
                  <a:lnTo>
                    <a:pt x="115" y="424"/>
                  </a:lnTo>
                  <a:lnTo>
                    <a:pt x="127" y="389"/>
                  </a:lnTo>
                  <a:lnTo>
                    <a:pt x="140" y="353"/>
                  </a:lnTo>
                  <a:lnTo>
                    <a:pt x="156" y="320"/>
                  </a:lnTo>
                  <a:lnTo>
                    <a:pt x="173" y="287"/>
                  </a:lnTo>
                  <a:lnTo>
                    <a:pt x="193" y="255"/>
                  </a:lnTo>
                  <a:lnTo>
                    <a:pt x="214" y="226"/>
                  </a:lnTo>
                  <a:lnTo>
                    <a:pt x="238" y="198"/>
                  </a:lnTo>
                  <a:lnTo>
                    <a:pt x="263" y="172"/>
                  </a:lnTo>
                  <a:lnTo>
                    <a:pt x="290" y="146"/>
                  </a:lnTo>
                  <a:lnTo>
                    <a:pt x="318" y="122"/>
                  </a:lnTo>
                  <a:lnTo>
                    <a:pt x="349" y="101"/>
                  </a:lnTo>
                  <a:lnTo>
                    <a:pt x="382" y="82"/>
                  </a:lnTo>
                  <a:lnTo>
                    <a:pt x="335" y="0"/>
                  </a:lnTo>
                  <a:lnTo>
                    <a:pt x="297" y="23"/>
                  </a:lnTo>
                  <a:lnTo>
                    <a:pt x="262" y="49"/>
                  </a:lnTo>
                  <a:lnTo>
                    <a:pt x="229" y="76"/>
                  </a:lnTo>
                  <a:lnTo>
                    <a:pt x="198" y="104"/>
                  </a:lnTo>
                  <a:lnTo>
                    <a:pt x="167" y="137"/>
                  </a:lnTo>
                  <a:lnTo>
                    <a:pt x="142" y="170"/>
                  </a:lnTo>
                  <a:lnTo>
                    <a:pt x="116" y="204"/>
                  </a:lnTo>
                  <a:lnTo>
                    <a:pt x="94" y="240"/>
                  </a:lnTo>
                  <a:lnTo>
                    <a:pt x="74" y="278"/>
                  </a:lnTo>
                  <a:lnTo>
                    <a:pt x="54" y="317"/>
                  </a:lnTo>
                  <a:lnTo>
                    <a:pt x="38" y="359"/>
                  </a:lnTo>
                  <a:lnTo>
                    <a:pt x="26" y="401"/>
                  </a:lnTo>
                  <a:lnTo>
                    <a:pt x="15" y="444"/>
                  </a:lnTo>
                  <a:lnTo>
                    <a:pt x="8" y="489"/>
                  </a:lnTo>
                  <a:lnTo>
                    <a:pt x="2" y="534"/>
                  </a:lnTo>
                  <a:lnTo>
                    <a:pt x="0" y="580"/>
                  </a:lnTo>
                  <a:lnTo>
                    <a:pt x="0" y="581"/>
                  </a:lnTo>
                  <a:lnTo>
                    <a:pt x="0" y="580"/>
                  </a:lnTo>
                  <a:lnTo>
                    <a:pt x="3" y="600"/>
                  </a:lnTo>
                  <a:lnTo>
                    <a:pt x="14" y="615"/>
                  </a:lnTo>
                  <a:lnTo>
                    <a:pt x="29" y="625"/>
                  </a:lnTo>
                  <a:lnTo>
                    <a:pt x="45" y="628"/>
                  </a:lnTo>
                  <a:lnTo>
                    <a:pt x="63" y="626"/>
                  </a:lnTo>
                  <a:lnTo>
                    <a:pt x="78" y="616"/>
                  </a:lnTo>
                  <a:lnTo>
                    <a:pt x="89" y="602"/>
                  </a:lnTo>
                  <a:lnTo>
                    <a:pt x="94" y="582"/>
                  </a:lnTo>
                  <a:lnTo>
                    <a:pt x="94" y="5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8637" name="Freeform 43"/>
            <p:cNvSpPr>
              <a:spLocks/>
            </p:cNvSpPr>
            <p:nvPr/>
          </p:nvSpPr>
          <p:spPr bwMode="auto">
            <a:xfrm>
              <a:off x="868" y="1712"/>
              <a:ext cx="19" cy="364"/>
            </a:xfrm>
            <a:custGeom>
              <a:avLst/>
              <a:gdLst>
                <a:gd name="T0" fmla="*/ 1 w 94"/>
                <a:gd name="T1" fmla="*/ 14 h 1818"/>
                <a:gd name="T2" fmla="*/ 1 w 94"/>
                <a:gd name="T3" fmla="*/ 14 h 1818"/>
                <a:gd name="T4" fmla="*/ 1 w 94"/>
                <a:gd name="T5" fmla="*/ 0 h 1818"/>
                <a:gd name="T6" fmla="*/ 0 w 94"/>
                <a:gd name="T7" fmla="*/ 0 h 1818"/>
                <a:gd name="T8" fmla="*/ 0 w 94"/>
                <a:gd name="T9" fmla="*/ 14 h 1818"/>
                <a:gd name="T10" fmla="*/ 0 w 94"/>
                <a:gd name="T11" fmla="*/ 14 h 1818"/>
                <a:gd name="T12" fmla="*/ 0 w 94"/>
                <a:gd name="T13" fmla="*/ 14 h 1818"/>
                <a:gd name="T14" fmla="*/ 0 w 94"/>
                <a:gd name="T15" fmla="*/ 14 h 1818"/>
                <a:gd name="T16" fmla="*/ 0 w 94"/>
                <a:gd name="T17" fmla="*/ 14 h 1818"/>
                <a:gd name="T18" fmla="*/ 0 w 94"/>
                <a:gd name="T19" fmla="*/ 15 h 1818"/>
                <a:gd name="T20" fmla="*/ 0 w 94"/>
                <a:gd name="T21" fmla="*/ 15 h 1818"/>
                <a:gd name="T22" fmla="*/ 1 w 94"/>
                <a:gd name="T23" fmla="*/ 15 h 1818"/>
                <a:gd name="T24" fmla="*/ 1 w 94"/>
                <a:gd name="T25" fmla="*/ 14 h 1818"/>
                <a:gd name="T26" fmla="*/ 1 w 94"/>
                <a:gd name="T27" fmla="*/ 14 h 1818"/>
                <a:gd name="T28" fmla="*/ 1 w 94"/>
                <a:gd name="T29" fmla="*/ 14 h 1818"/>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94"/>
                <a:gd name="T46" fmla="*/ 0 h 1818"/>
                <a:gd name="T47" fmla="*/ 94 w 94"/>
                <a:gd name="T48" fmla="*/ 1818 h 1818"/>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94" h="1818">
                  <a:moveTo>
                    <a:pt x="94" y="1771"/>
                  </a:moveTo>
                  <a:lnTo>
                    <a:pt x="94" y="1771"/>
                  </a:lnTo>
                  <a:lnTo>
                    <a:pt x="94" y="0"/>
                  </a:lnTo>
                  <a:lnTo>
                    <a:pt x="0" y="0"/>
                  </a:lnTo>
                  <a:lnTo>
                    <a:pt x="0" y="1771"/>
                  </a:lnTo>
                  <a:lnTo>
                    <a:pt x="3" y="1791"/>
                  </a:lnTo>
                  <a:lnTo>
                    <a:pt x="15" y="1806"/>
                  </a:lnTo>
                  <a:lnTo>
                    <a:pt x="29" y="1814"/>
                  </a:lnTo>
                  <a:lnTo>
                    <a:pt x="47" y="1818"/>
                  </a:lnTo>
                  <a:lnTo>
                    <a:pt x="64" y="1814"/>
                  </a:lnTo>
                  <a:lnTo>
                    <a:pt x="79" y="1806"/>
                  </a:lnTo>
                  <a:lnTo>
                    <a:pt x="90" y="1791"/>
                  </a:lnTo>
                  <a:lnTo>
                    <a:pt x="94" y="17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8638" name="Freeform 44"/>
            <p:cNvSpPr>
              <a:spLocks/>
            </p:cNvSpPr>
            <p:nvPr/>
          </p:nvSpPr>
          <p:spPr bwMode="auto">
            <a:xfrm>
              <a:off x="868" y="2067"/>
              <a:ext cx="90" cy="160"/>
            </a:xfrm>
            <a:custGeom>
              <a:avLst/>
              <a:gdLst>
                <a:gd name="T0" fmla="*/ 3 w 449"/>
                <a:gd name="T1" fmla="*/ 6 h 803"/>
                <a:gd name="T2" fmla="*/ 3 w 449"/>
                <a:gd name="T3" fmla="*/ 6 h 803"/>
                <a:gd name="T4" fmla="*/ 3 w 449"/>
                <a:gd name="T5" fmla="*/ 5 h 803"/>
                <a:gd name="T6" fmla="*/ 3 w 449"/>
                <a:gd name="T7" fmla="*/ 5 h 803"/>
                <a:gd name="T8" fmla="*/ 3 w 449"/>
                <a:gd name="T9" fmla="*/ 5 h 803"/>
                <a:gd name="T10" fmla="*/ 2 w 449"/>
                <a:gd name="T11" fmla="*/ 5 h 803"/>
                <a:gd name="T12" fmla="*/ 2 w 449"/>
                <a:gd name="T13" fmla="*/ 4 h 803"/>
                <a:gd name="T14" fmla="*/ 2 w 449"/>
                <a:gd name="T15" fmla="*/ 4 h 803"/>
                <a:gd name="T16" fmla="*/ 2 w 449"/>
                <a:gd name="T17" fmla="*/ 4 h 803"/>
                <a:gd name="T18" fmla="*/ 2 w 449"/>
                <a:gd name="T19" fmla="*/ 3 h 803"/>
                <a:gd name="T20" fmla="*/ 1 w 449"/>
                <a:gd name="T21" fmla="*/ 3 h 803"/>
                <a:gd name="T22" fmla="*/ 1 w 449"/>
                <a:gd name="T23" fmla="*/ 2 h 803"/>
                <a:gd name="T24" fmla="*/ 1 w 449"/>
                <a:gd name="T25" fmla="*/ 2 h 803"/>
                <a:gd name="T26" fmla="*/ 1 w 449"/>
                <a:gd name="T27" fmla="*/ 2 h 803"/>
                <a:gd name="T28" fmla="*/ 1 w 449"/>
                <a:gd name="T29" fmla="*/ 1 h 803"/>
                <a:gd name="T30" fmla="*/ 1 w 449"/>
                <a:gd name="T31" fmla="*/ 1 h 803"/>
                <a:gd name="T32" fmla="*/ 1 w 449"/>
                <a:gd name="T33" fmla="*/ 0 h 803"/>
                <a:gd name="T34" fmla="*/ 1 w 449"/>
                <a:gd name="T35" fmla="*/ 0 h 803"/>
                <a:gd name="T36" fmla="*/ 0 w 449"/>
                <a:gd name="T37" fmla="*/ 0 h 803"/>
                <a:gd name="T38" fmla="*/ 0 w 449"/>
                <a:gd name="T39" fmla="*/ 0 h 803"/>
                <a:gd name="T40" fmla="*/ 0 w 449"/>
                <a:gd name="T41" fmla="*/ 1 h 803"/>
                <a:gd name="T42" fmla="*/ 0 w 449"/>
                <a:gd name="T43" fmla="*/ 1 h 803"/>
                <a:gd name="T44" fmla="*/ 0 w 449"/>
                <a:gd name="T45" fmla="*/ 2 h 803"/>
                <a:gd name="T46" fmla="*/ 0 w 449"/>
                <a:gd name="T47" fmla="*/ 2 h 803"/>
                <a:gd name="T48" fmla="*/ 0 w 449"/>
                <a:gd name="T49" fmla="*/ 3 h 803"/>
                <a:gd name="T50" fmla="*/ 1 w 449"/>
                <a:gd name="T51" fmla="*/ 3 h 803"/>
                <a:gd name="T52" fmla="*/ 1 w 449"/>
                <a:gd name="T53" fmla="*/ 4 h 803"/>
                <a:gd name="T54" fmla="*/ 1 w 449"/>
                <a:gd name="T55" fmla="*/ 4 h 803"/>
                <a:gd name="T56" fmla="*/ 1 w 449"/>
                <a:gd name="T57" fmla="*/ 4 h 803"/>
                <a:gd name="T58" fmla="*/ 2 w 449"/>
                <a:gd name="T59" fmla="*/ 5 h 803"/>
                <a:gd name="T60" fmla="*/ 2 w 449"/>
                <a:gd name="T61" fmla="*/ 5 h 803"/>
                <a:gd name="T62" fmla="*/ 2 w 449"/>
                <a:gd name="T63" fmla="*/ 5 h 803"/>
                <a:gd name="T64" fmla="*/ 2 w 449"/>
                <a:gd name="T65" fmla="*/ 6 h 803"/>
                <a:gd name="T66" fmla="*/ 3 w 449"/>
                <a:gd name="T67" fmla="*/ 6 h 803"/>
                <a:gd name="T68" fmla="*/ 3 w 449"/>
                <a:gd name="T69" fmla="*/ 6 h 803"/>
                <a:gd name="T70" fmla="*/ 3 w 449"/>
                <a:gd name="T71" fmla="*/ 6 h 803"/>
                <a:gd name="T72" fmla="*/ 3 w 449"/>
                <a:gd name="T73" fmla="*/ 6 h 803"/>
                <a:gd name="T74" fmla="*/ 3 w 449"/>
                <a:gd name="T75" fmla="*/ 6 h 803"/>
                <a:gd name="T76" fmla="*/ 3 w 449"/>
                <a:gd name="T77" fmla="*/ 6 h 803"/>
                <a:gd name="T78" fmla="*/ 3 w 449"/>
                <a:gd name="T79" fmla="*/ 6 h 803"/>
                <a:gd name="T80" fmla="*/ 4 w 449"/>
                <a:gd name="T81" fmla="*/ 6 h 803"/>
                <a:gd name="T82" fmla="*/ 4 w 449"/>
                <a:gd name="T83" fmla="*/ 6 h 803"/>
                <a:gd name="T84" fmla="*/ 4 w 449"/>
                <a:gd name="T85" fmla="*/ 6 h 803"/>
                <a:gd name="T86" fmla="*/ 4 w 449"/>
                <a:gd name="T87" fmla="*/ 6 h 803"/>
                <a:gd name="T88" fmla="*/ 3 w 449"/>
                <a:gd name="T89" fmla="*/ 6 h 803"/>
                <a:gd name="T90" fmla="*/ 3 w 449"/>
                <a:gd name="T91" fmla="*/ 6 h 80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449"/>
                <a:gd name="T139" fmla="*/ 0 h 803"/>
                <a:gd name="T140" fmla="*/ 449 w 449"/>
                <a:gd name="T141" fmla="*/ 803 h 80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449" h="803">
                  <a:moveTo>
                    <a:pt x="426" y="717"/>
                  </a:moveTo>
                  <a:lnTo>
                    <a:pt x="427" y="717"/>
                  </a:lnTo>
                  <a:lnTo>
                    <a:pt x="395" y="693"/>
                  </a:lnTo>
                  <a:lnTo>
                    <a:pt x="361" y="662"/>
                  </a:lnTo>
                  <a:lnTo>
                    <a:pt x="329" y="628"/>
                  </a:lnTo>
                  <a:lnTo>
                    <a:pt x="299" y="591"/>
                  </a:lnTo>
                  <a:lnTo>
                    <a:pt x="269" y="551"/>
                  </a:lnTo>
                  <a:lnTo>
                    <a:pt x="241" y="507"/>
                  </a:lnTo>
                  <a:lnTo>
                    <a:pt x="215" y="460"/>
                  </a:lnTo>
                  <a:lnTo>
                    <a:pt x="191" y="412"/>
                  </a:lnTo>
                  <a:lnTo>
                    <a:pt x="170" y="363"/>
                  </a:lnTo>
                  <a:lnTo>
                    <a:pt x="151" y="312"/>
                  </a:lnTo>
                  <a:lnTo>
                    <a:pt x="133" y="259"/>
                  </a:lnTo>
                  <a:lnTo>
                    <a:pt x="119" y="207"/>
                  </a:lnTo>
                  <a:lnTo>
                    <a:pt x="108" y="156"/>
                  </a:lnTo>
                  <a:lnTo>
                    <a:pt x="101" y="103"/>
                  </a:lnTo>
                  <a:lnTo>
                    <a:pt x="96" y="51"/>
                  </a:lnTo>
                  <a:lnTo>
                    <a:pt x="94" y="0"/>
                  </a:lnTo>
                  <a:lnTo>
                    <a:pt x="0" y="0"/>
                  </a:lnTo>
                  <a:lnTo>
                    <a:pt x="2" y="56"/>
                  </a:lnTo>
                  <a:lnTo>
                    <a:pt x="7" y="115"/>
                  </a:lnTo>
                  <a:lnTo>
                    <a:pt x="16" y="172"/>
                  </a:lnTo>
                  <a:lnTo>
                    <a:pt x="28" y="231"/>
                  </a:lnTo>
                  <a:lnTo>
                    <a:pt x="44" y="287"/>
                  </a:lnTo>
                  <a:lnTo>
                    <a:pt x="62" y="342"/>
                  </a:lnTo>
                  <a:lnTo>
                    <a:pt x="83" y="398"/>
                  </a:lnTo>
                  <a:lnTo>
                    <a:pt x="106" y="452"/>
                  </a:lnTo>
                  <a:lnTo>
                    <a:pt x="133" y="505"/>
                  </a:lnTo>
                  <a:lnTo>
                    <a:pt x="161" y="554"/>
                  </a:lnTo>
                  <a:lnTo>
                    <a:pt x="192" y="602"/>
                  </a:lnTo>
                  <a:lnTo>
                    <a:pt x="224" y="647"/>
                  </a:lnTo>
                  <a:lnTo>
                    <a:pt x="259" y="689"/>
                  </a:lnTo>
                  <a:lnTo>
                    <a:pt x="295" y="728"/>
                  </a:lnTo>
                  <a:lnTo>
                    <a:pt x="334" y="763"/>
                  </a:lnTo>
                  <a:lnTo>
                    <a:pt x="374" y="795"/>
                  </a:lnTo>
                  <a:lnTo>
                    <a:pt x="375" y="795"/>
                  </a:lnTo>
                  <a:lnTo>
                    <a:pt x="374" y="795"/>
                  </a:lnTo>
                  <a:lnTo>
                    <a:pt x="392" y="803"/>
                  </a:lnTo>
                  <a:lnTo>
                    <a:pt x="411" y="803"/>
                  </a:lnTo>
                  <a:lnTo>
                    <a:pt x="426" y="795"/>
                  </a:lnTo>
                  <a:lnTo>
                    <a:pt x="439" y="782"/>
                  </a:lnTo>
                  <a:lnTo>
                    <a:pt x="446" y="766"/>
                  </a:lnTo>
                  <a:lnTo>
                    <a:pt x="449" y="749"/>
                  </a:lnTo>
                  <a:lnTo>
                    <a:pt x="441" y="732"/>
                  </a:lnTo>
                  <a:lnTo>
                    <a:pt x="427" y="717"/>
                  </a:lnTo>
                  <a:lnTo>
                    <a:pt x="426" y="71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8639" name="Freeform 45"/>
            <p:cNvSpPr>
              <a:spLocks/>
            </p:cNvSpPr>
            <p:nvPr/>
          </p:nvSpPr>
          <p:spPr bwMode="auto">
            <a:xfrm>
              <a:off x="883" y="1673"/>
              <a:ext cx="379" cy="690"/>
            </a:xfrm>
            <a:custGeom>
              <a:avLst/>
              <a:gdLst>
                <a:gd name="T0" fmla="*/ 12 w 1897"/>
                <a:gd name="T1" fmla="*/ 6 h 3450"/>
                <a:gd name="T2" fmla="*/ 13 w 1897"/>
                <a:gd name="T3" fmla="*/ 7 h 3450"/>
                <a:gd name="T4" fmla="*/ 13 w 1897"/>
                <a:gd name="T5" fmla="*/ 7 h 3450"/>
                <a:gd name="T6" fmla="*/ 14 w 1897"/>
                <a:gd name="T7" fmla="*/ 8 h 3450"/>
                <a:gd name="T8" fmla="*/ 14 w 1897"/>
                <a:gd name="T9" fmla="*/ 9 h 3450"/>
                <a:gd name="T10" fmla="*/ 15 w 1897"/>
                <a:gd name="T11" fmla="*/ 10 h 3450"/>
                <a:gd name="T12" fmla="*/ 15 w 1897"/>
                <a:gd name="T13" fmla="*/ 11 h 3450"/>
                <a:gd name="T14" fmla="*/ 15 w 1897"/>
                <a:gd name="T15" fmla="*/ 11 h 3450"/>
                <a:gd name="T16" fmla="*/ 15 w 1897"/>
                <a:gd name="T17" fmla="*/ 12 h 3450"/>
                <a:gd name="T18" fmla="*/ 15 w 1897"/>
                <a:gd name="T19" fmla="*/ 26 h 3450"/>
                <a:gd name="T20" fmla="*/ 15 w 1897"/>
                <a:gd name="T21" fmla="*/ 26 h 3450"/>
                <a:gd name="T22" fmla="*/ 15 w 1897"/>
                <a:gd name="T23" fmla="*/ 27 h 3450"/>
                <a:gd name="T24" fmla="*/ 15 w 1897"/>
                <a:gd name="T25" fmla="*/ 27 h 3450"/>
                <a:gd name="T26" fmla="*/ 14 w 1897"/>
                <a:gd name="T27" fmla="*/ 27 h 3450"/>
                <a:gd name="T28" fmla="*/ 14 w 1897"/>
                <a:gd name="T29" fmla="*/ 28 h 3450"/>
                <a:gd name="T30" fmla="*/ 13 w 1897"/>
                <a:gd name="T31" fmla="*/ 28 h 3450"/>
                <a:gd name="T32" fmla="*/ 13 w 1897"/>
                <a:gd name="T33" fmla="*/ 27 h 3450"/>
                <a:gd name="T34" fmla="*/ 3 w 1897"/>
                <a:gd name="T35" fmla="*/ 21 h 3450"/>
                <a:gd name="T36" fmla="*/ 2 w 1897"/>
                <a:gd name="T37" fmla="*/ 21 h 3450"/>
                <a:gd name="T38" fmla="*/ 2 w 1897"/>
                <a:gd name="T39" fmla="*/ 20 h 3450"/>
                <a:gd name="T40" fmla="*/ 1 w 1897"/>
                <a:gd name="T41" fmla="*/ 19 h 3450"/>
                <a:gd name="T42" fmla="*/ 1 w 1897"/>
                <a:gd name="T43" fmla="*/ 19 h 3450"/>
                <a:gd name="T44" fmla="*/ 0 w 1897"/>
                <a:gd name="T45" fmla="*/ 18 h 3450"/>
                <a:gd name="T46" fmla="*/ 0 w 1897"/>
                <a:gd name="T47" fmla="*/ 17 h 3450"/>
                <a:gd name="T48" fmla="*/ 0 w 1897"/>
                <a:gd name="T49" fmla="*/ 16 h 3450"/>
                <a:gd name="T50" fmla="*/ 0 w 1897"/>
                <a:gd name="T51" fmla="*/ 15 h 3450"/>
                <a:gd name="T52" fmla="*/ 0 w 1897"/>
                <a:gd name="T53" fmla="*/ 2 h 3450"/>
                <a:gd name="T54" fmla="*/ 0 w 1897"/>
                <a:gd name="T55" fmla="*/ 1 h 3450"/>
                <a:gd name="T56" fmla="*/ 0 w 1897"/>
                <a:gd name="T57" fmla="*/ 1 h 3450"/>
                <a:gd name="T58" fmla="*/ 1 w 1897"/>
                <a:gd name="T59" fmla="*/ 0 h 3450"/>
                <a:gd name="T60" fmla="*/ 1 w 1897"/>
                <a:gd name="T61" fmla="*/ 0 h 3450"/>
                <a:gd name="T62" fmla="*/ 1 w 1897"/>
                <a:gd name="T63" fmla="*/ 0 h 3450"/>
                <a:gd name="T64" fmla="*/ 2 w 1897"/>
                <a:gd name="T65" fmla="*/ 0 h 3450"/>
                <a:gd name="T66" fmla="*/ 3 w 1897"/>
                <a:gd name="T67" fmla="*/ 0 h 3450"/>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897"/>
                <a:gd name="T103" fmla="*/ 0 h 3450"/>
                <a:gd name="T104" fmla="*/ 1897 w 1897"/>
                <a:gd name="T105" fmla="*/ 3450 h 3450"/>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897" h="3450">
                  <a:moveTo>
                    <a:pt x="357" y="49"/>
                  </a:moveTo>
                  <a:lnTo>
                    <a:pt x="1542" y="806"/>
                  </a:lnTo>
                  <a:lnTo>
                    <a:pt x="1579" y="832"/>
                  </a:lnTo>
                  <a:lnTo>
                    <a:pt x="1614" y="861"/>
                  </a:lnTo>
                  <a:lnTo>
                    <a:pt x="1648" y="895"/>
                  </a:lnTo>
                  <a:lnTo>
                    <a:pt x="1681" y="933"/>
                  </a:lnTo>
                  <a:lnTo>
                    <a:pt x="1711" y="973"/>
                  </a:lnTo>
                  <a:lnTo>
                    <a:pt x="1740" y="1016"/>
                  </a:lnTo>
                  <a:lnTo>
                    <a:pt x="1768" y="1062"/>
                  </a:lnTo>
                  <a:lnTo>
                    <a:pt x="1793" y="1109"/>
                  </a:lnTo>
                  <a:lnTo>
                    <a:pt x="1816" y="1158"/>
                  </a:lnTo>
                  <a:lnTo>
                    <a:pt x="1836" y="1208"/>
                  </a:lnTo>
                  <a:lnTo>
                    <a:pt x="1854" y="1260"/>
                  </a:lnTo>
                  <a:lnTo>
                    <a:pt x="1869" y="1313"/>
                  </a:lnTo>
                  <a:lnTo>
                    <a:pt x="1881" y="1364"/>
                  </a:lnTo>
                  <a:lnTo>
                    <a:pt x="1890" y="1417"/>
                  </a:lnTo>
                  <a:lnTo>
                    <a:pt x="1895" y="1469"/>
                  </a:lnTo>
                  <a:lnTo>
                    <a:pt x="1897" y="1519"/>
                  </a:lnTo>
                  <a:lnTo>
                    <a:pt x="1897" y="3142"/>
                  </a:lnTo>
                  <a:lnTo>
                    <a:pt x="1895" y="3190"/>
                  </a:lnTo>
                  <a:lnTo>
                    <a:pt x="1890" y="3235"/>
                  </a:lnTo>
                  <a:lnTo>
                    <a:pt x="1881" y="3276"/>
                  </a:lnTo>
                  <a:lnTo>
                    <a:pt x="1869" y="3313"/>
                  </a:lnTo>
                  <a:lnTo>
                    <a:pt x="1854" y="3346"/>
                  </a:lnTo>
                  <a:lnTo>
                    <a:pt x="1836" y="3375"/>
                  </a:lnTo>
                  <a:lnTo>
                    <a:pt x="1816" y="3398"/>
                  </a:lnTo>
                  <a:lnTo>
                    <a:pt x="1793" y="3418"/>
                  </a:lnTo>
                  <a:lnTo>
                    <a:pt x="1768" y="3434"/>
                  </a:lnTo>
                  <a:lnTo>
                    <a:pt x="1740" y="3444"/>
                  </a:lnTo>
                  <a:lnTo>
                    <a:pt x="1711" y="3450"/>
                  </a:lnTo>
                  <a:lnTo>
                    <a:pt x="1681" y="3450"/>
                  </a:lnTo>
                  <a:lnTo>
                    <a:pt x="1648" y="3445"/>
                  </a:lnTo>
                  <a:lnTo>
                    <a:pt x="1614" y="3436"/>
                  </a:lnTo>
                  <a:lnTo>
                    <a:pt x="1579" y="3421"/>
                  </a:lnTo>
                  <a:lnTo>
                    <a:pt x="1542" y="3400"/>
                  </a:lnTo>
                  <a:lnTo>
                    <a:pt x="357" y="2643"/>
                  </a:lnTo>
                  <a:lnTo>
                    <a:pt x="320" y="2618"/>
                  </a:lnTo>
                  <a:lnTo>
                    <a:pt x="285" y="2588"/>
                  </a:lnTo>
                  <a:lnTo>
                    <a:pt x="251" y="2554"/>
                  </a:lnTo>
                  <a:lnTo>
                    <a:pt x="218" y="2517"/>
                  </a:lnTo>
                  <a:lnTo>
                    <a:pt x="187" y="2477"/>
                  </a:lnTo>
                  <a:lnTo>
                    <a:pt x="157" y="2433"/>
                  </a:lnTo>
                  <a:lnTo>
                    <a:pt x="130" y="2388"/>
                  </a:lnTo>
                  <a:lnTo>
                    <a:pt x="105" y="2341"/>
                  </a:lnTo>
                  <a:lnTo>
                    <a:pt x="81" y="2292"/>
                  </a:lnTo>
                  <a:lnTo>
                    <a:pt x="61" y="2241"/>
                  </a:lnTo>
                  <a:lnTo>
                    <a:pt x="44" y="2190"/>
                  </a:lnTo>
                  <a:lnTo>
                    <a:pt x="29" y="2138"/>
                  </a:lnTo>
                  <a:lnTo>
                    <a:pt x="17" y="2085"/>
                  </a:lnTo>
                  <a:lnTo>
                    <a:pt x="7" y="2033"/>
                  </a:lnTo>
                  <a:lnTo>
                    <a:pt x="3" y="1981"/>
                  </a:lnTo>
                  <a:lnTo>
                    <a:pt x="0" y="1931"/>
                  </a:lnTo>
                  <a:lnTo>
                    <a:pt x="0" y="308"/>
                  </a:lnTo>
                  <a:lnTo>
                    <a:pt x="3" y="260"/>
                  </a:lnTo>
                  <a:lnTo>
                    <a:pt x="7" y="215"/>
                  </a:lnTo>
                  <a:lnTo>
                    <a:pt x="17" y="174"/>
                  </a:lnTo>
                  <a:lnTo>
                    <a:pt x="29" y="137"/>
                  </a:lnTo>
                  <a:lnTo>
                    <a:pt x="44" y="104"/>
                  </a:lnTo>
                  <a:lnTo>
                    <a:pt x="61" y="76"/>
                  </a:lnTo>
                  <a:lnTo>
                    <a:pt x="81" y="51"/>
                  </a:lnTo>
                  <a:lnTo>
                    <a:pt x="105" y="31"/>
                  </a:lnTo>
                  <a:lnTo>
                    <a:pt x="130" y="16"/>
                  </a:lnTo>
                  <a:lnTo>
                    <a:pt x="157" y="5"/>
                  </a:lnTo>
                  <a:lnTo>
                    <a:pt x="187" y="0"/>
                  </a:lnTo>
                  <a:lnTo>
                    <a:pt x="218" y="0"/>
                  </a:lnTo>
                  <a:lnTo>
                    <a:pt x="251" y="3"/>
                  </a:lnTo>
                  <a:lnTo>
                    <a:pt x="285" y="14"/>
                  </a:lnTo>
                  <a:lnTo>
                    <a:pt x="320" y="29"/>
                  </a:lnTo>
                  <a:lnTo>
                    <a:pt x="357" y="49"/>
                  </a:lnTo>
                  <a:close/>
                </a:path>
              </a:pathLst>
            </a:custGeom>
            <a:solidFill>
              <a:srgbClr val="BFBFB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8640" name="Freeform 46"/>
            <p:cNvSpPr>
              <a:spLocks/>
            </p:cNvSpPr>
            <p:nvPr/>
          </p:nvSpPr>
          <p:spPr bwMode="auto">
            <a:xfrm>
              <a:off x="1268" y="1663"/>
              <a:ext cx="393" cy="711"/>
            </a:xfrm>
            <a:custGeom>
              <a:avLst/>
              <a:gdLst>
                <a:gd name="T0" fmla="*/ 3 w 1962"/>
                <a:gd name="T1" fmla="*/ 7 h 3555"/>
                <a:gd name="T2" fmla="*/ 2 w 1962"/>
                <a:gd name="T3" fmla="*/ 7 h 3555"/>
                <a:gd name="T4" fmla="*/ 2 w 1962"/>
                <a:gd name="T5" fmla="*/ 8 h 3555"/>
                <a:gd name="T6" fmla="*/ 1 w 1962"/>
                <a:gd name="T7" fmla="*/ 8 h 3555"/>
                <a:gd name="T8" fmla="*/ 1 w 1962"/>
                <a:gd name="T9" fmla="*/ 9 h 3555"/>
                <a:gd name="T10" fmla="*/ 1 w 1962"/>
                <a:gd name="T11" fmla="*/ 10 h 3555"/>
                <a:gd name="T12" fmla="*/ 0 w 1962"/>
                <a:gd name="T13" fmla="*/ 11 h 3555"/>
                <a:gd name="T14" fmla="*/ 0 w 1962"/>
                <a:gd name="T15" fmla="*/ 12 h 3555"/>
                <a:gd name="T16" fmla="*/ 0 w 1962"/>
                <a:gd name="T17" fmla="*/ 13 h 3555"/>
                <a:gd name="T18" fmla="*/ 0 w 1962"/>
                <a:gd name="T19" fmla="*/ 26 h 3555"/>
                <a:gd name="T20" fmla="*/ 0 w 1962"/>
                <a:gd name="T21" fmla="*/ 27 h 3555"/>
                <a:gd name="T22" fmla="*/ 0 w 1962"/>
                <a:gd name="T23" fmla="*/ 28 h 3555"/>
                <a:gd name="T24" fmla="*/ 1 w 1962"/>
                <a:gd name="T25" fmla="*/ 28 h 3555"/>
                <a:gd name="T26" fmla="*/ 1 w 1962"/>
                <a:gd name="T27" fmla="*/ 28 h 3555"/>
                <a:gd name="T28" fmla="*/ 2 w 1962"/>
                <a:gd name="T29" fmla="*/ 28 h 3555"/>
                <a:gd name="T30" fmla="*/ 2 w 1962"/>
                <a:gd name="T31" fmla="*/ 28 h 3555"/>
                <a:gd name="T32" fmla="*/ 3 w 1962"/>
                <a:gd name="T33" fmla="*/ 28 h 3555"/>
                <a:gd name="T34" fmla="*/ 13 w 1962"/>
                <a:gd name="T35" fmla="*/ 22 h 3555"/>
                <a:gd name="T36" fmla="*/ 13 w 1962"/>
                <a:gd name="T37" fmla="*/ 21 h 3555"/>
                <a:gd name="T38" fmla="*/ 14 w 1962"/>
                <a:gd name="T39" fmla="*/ 21 h 3555"/>
                <a:gd name="T40" fmla="*/ 14 w 1962"/>
                <a:gd name="T41" fmla="*/ 20 h 3555"/>
                <a:gd name="T42" fmla="*/ 15 w 1962"/>
                <a:gd name="T43" fmla="*/ 19 h 3555"/>
                <a:gd name="T44" fmla="*/ 15 w 1962"/>
                <a:gd name="T45" fmla="*/ 18 h 3555"/>
                <a:gd name="T46" fmla="*/ 16 w 1962"/>
                <a:gd name="T47" fmla="*/ 18 h 3555"/>
                <a:gd name="T48" fmla="*/ 16 w 1962"/>
                <a:gd name="T49" fmla="*/ 17 h 3555"/>
                <a:gd name="T50" fmla="*/ 16 w 1962"/>
                <a:gd name="T51" fmla="*/ 16 h 3555"/>
                <a:gd name="T52" fmla="*/ 16 w 1962"/>
                <a:gd name="T53" fmla="*/ 2 h 3555"/>
                <a:gd name="T54" fmla="*/ 16 w 1962"/>
                <a:gd name="T55" fmla="*/ 1 h 3555"/>
                <a:gd name="T56" fmla="*/ 15 w 1962"/>
                <a:gd name="T57" fmla="*/ 1 h 3555"/>
                <a:gd name="T58" fmla="*/ 15 w 1962"/>
                <a:gd name="T59" fmla="*/ 0 h 3555"/>
                <a:gd name="T60" fmla="*/ 15 w 1962"/>
                <a:gd name="T61" fmla="*/ 0 h 3555"/>
                <a:gd name="T62" fmla="*/ 14 w 1962"/>
                <a:gd name="T63" fmla="*/ 0 h 3555"/>
                <a:gd name="T64" fmla="*/ 14 w 1962"/>
                <a:gd name="T65" fmla="*/ 0 h 3555"/>
                <a:gd name="T66" fmla="*/ 13 w 1962"/>
                <a:gd name="T67" fmla="*/ 0 h 3555"/>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962"/>
                <a:gd name="T103" fmla="*/ 0 h 3555"/>
                <a:gd name="T104" fmla="*/ 1962 w 1962"/>
                <a:gd name="T105" fmla="*/ 3555 h 3555"/>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962" h="3555">
                  <a:moveTo>
                    <a:pt x="1594" y="50"/>
                  </a:moveTo>
                  <a:lnTo>
                    <a:pt x="368" y="831"/>
                  </a:lnTo>
                  <a:lnTo>
                    <a:pt x="330" y="858"/>
                  </a:lnTo>
                  <a:lnTo>
                    <a:pt x="294" y="888"/>
                  </a:lnTo>
                  <a:lnTo>
                    <a:pt x="259" y="922"/>
                  </a:lnTo>
                  <a:lnTo>
                    <a:pt x="225" y="961"/>
                  </a:lnTo>
                  <a:lnTo>
                    <a:pt x="193" y="1003"/>
                  </a:lnTo>
                  <a:lnTo>
                    <a:pt x="163" y="1047"/>
                  </a:lnTo>
                  <a:lnTo>
                    <a:pt x="133" y="1094"/>
                  </a:lnTo>
                  <a:lnTo>
                    <a:pt x="108" y="1143"/>
                  </a:lnTo>
                  <a:lnTo>
                    <a:pt x="84" y="1193"/>
                  </a:lnTo>
                  <a:lnTo>
                    <a:pt x="63" y="1246"/>
                  </a:lnTo>
                  <a:lnTo>
                    <a:pt x="44" y="1299"/>
                  </a:lnTo>
                  <a:lnTo>
                    <a:pt x="29" y="1353"/>
                  </a:lnTo>
                  <a:lnTo>
                    <a:pt x="16" y="1405"/>
                  </a:lnTo>
                  <a:lnTo>
                    <a:pt x="7" y="1459"/>
                  </a:lnTo>
                  <a:lnTo>
                    <a:pt x="2" y="1512"/>
                  </a:lnTo>
                  <a:lnTo>
                    <a:pt x="0" y="1565"/>
                  </a:lnTo>
                  <a:lnTo>
                    <a:pt x="0" y="3237"/>
                  </a:lnTo>
                  <a:lnTo>
                    <a:pt x="2" y="3287"/>
                  </a:lnTo>
                  <a:lnTo>
                    <a:pt x="7" y="3333"/>
                  </a:lnTo>
                  <a:lnTo>
                    <a:pt x="16" y="3375"/>
                  </a:lnTo>
                  <a:lnTo>
                    <a:pt x="29" y="3413"/>
                  </a:lnTo>
                  <a:lnTo>
                    <a:pt x="44" y="3447"/>
                  </a:lnTo>
                  <a:lnTo>
                    <a:pt x="63" y="3477"/>
                  </a:lnTo>
                  <a:lnTo>
                    <a:pt x="84" y="3502"/>
                  </a:lnTo>
                  <a:lnTo>
                    <a:pt x="108" y="3522"/>
                  </a:lnTo>
                  <a:lnTo>
                    <a:pt x="133" y="3538"/>
                  </a:lnTo>
                  <a:lnTo>
                    <a:pt x="163" y="3549"/>
                  </a:lnTo>
                  <a:lnTo>
                    <a:pt x="193" y="3555"/>
                  </a:lnTo>
                  <a:lnTo>
                    <a:pt x="225" y="3555"/>
                  </a:lnTo>
                  <a:lnTo>
                    <a:pt x="259" y="3550"/>
                  </a:lnTo>
                  <a:lnTo>
                    <a:pt x="294" y="3541"/>
                  </a:lnTo>
                  <a:lnTo>
                    <a:pt x="330" y="3524"/>
                  </a:lnTo>
                  <a:lnTo>
                    <a:pt x="368" y="3503"/>
                  </a:lnTo>
                  <a:lnTo>
                    <a:pt x="1594" y="2722"/>
                  </a:lnTo>
                  <a:lnTo>
                    <a:pt x="1632" y="2696"/>
                  </a:lnTo>
                  <a:lnTo>
                    <a:pt x="1668" y="2665"/>
                  </a:lnTo>
                  <a:lnTo>
                    <a:pt x="1703" y="2631"/>
                  </a:lnTo>
                  <a:lnTo>
                    <a:pt x="1737" y="2592"/>
                  </a:lnTo>
                  <a:lnTo>
                    <a:pt x="1769" y="2551"/>
                  </a:lnTo>
                  <a:lnTo>
                    <a:pt x="1799" y="2506"/>
                  </a:lnTo>
                  <a:lnTo>
                    <a:pt x="1829" y="2460"/>
                  </a:lnTo>
                  <a:lnTo>
                    <a:pt x="1854" y="2411"/>
                  </a:lnTo>
                  <a:lnTo>
                    <a:pt x="1878" y="2361"/>
                  </a:lnTo>
                  <a:lnTo>
                    <a:pt x="1899" y="2308"/>
                  </a:lnTo>
                  <a:lnTo>
                    <a:pt x="1918" y="2256"/>
                  </a:lnTo>
                  <a:lnTo>
                    <a:pt x="1933" y="2202"/>
                  </a:lnTo>
                  <a:lnTo>
                    <a:pt x="1946" y="2149"/>
                  </a:lnTo>
                  <a:lnTo>
                    <a:pt x="1955" y="2095"/>
                  </a:lnTo>
                  <a:lnTo>
                    <a:pt x="1960" y="2042"/>
                  </a:lnTo>
                  <a:lnTo>
                    <a:pt x="1962" y="1989"/>
                  </a:lnTo>
                  <a:lnTo>
                    <a:pt x="1962" y="319"/>
                  </a:lnTo>
                  <a:lnTo>
                    <a:pt x="1960" y="269"/>
                  </a:lnTo>
                  <a:lnTo>
                    <a:pt x="1955" y="223"/>
                  </a:lnTo>
                  <a:lnTo>
                    <a:pt x="1946" y="180"/>
                  </a:lnTo>
                  <a:lnTo>
                    <a:pt x="1933" y="143"/>
                  </a:lnTo>
                  <a:lnTo>
                    <a:pt x="1918" y="109"/>
                  </a:lnTo>
                  <a:lnTo>
                    <a:pt x="1899" y="79"/>
                  </a:lnTo>
                  <a:lnTo>
                    <a:pt x="1878" y="54"/>
                  </a:lnTo>
                  <a:lnTo>
                    <a:pt x="1854" y="33"/>
                  </a:lnTo>
                  <a:lnTo>
                    <a:pt x="1829" y="17"/>
                  </a:lnTo>
                  <a:lnTo>
                    <a:pt x="1799" y="7"/>
                  </a:lnTo>
                  <a:lnTo>
                    <a:pt x="1769" y="0"/>
                  </a:lnTo>
                  <a:lnTo>
                    <a:pt x="1737" y="0"/>
                  </a:lnTo>
                  <a:lnTo>
                    <a:pt x="1703" y="4"/>
                  </a:lnTo>
                  <a:lnTo>
                    <a:pt x="1668" y="14"/>
                  </a:lnTo>
                  <a:lnTo>
                    <a:pt x="1632" y="29"/>
                  </a:lnTo>
                  <a:lnTo>
                    <a:pt x="1594" y="50"/>
                  </a:lnTo>
                  <a:close/>
                </a:path>
              </a:pathLst>
            </a:custGeom>
            <a:solidFill>
              <a:srgbClr val="E5E5E5"/>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8641" name="Freeform 47"/>
            <p:cNvSpPr>
              <a:spLocks noEditPoints="1"/>
            </p:cNvSpPr>
            <p:nvPr/>
          </p:nvSpPr>
          <p:spPr bwMode="auto">
            <a:xfrm>
              <a:off x="916" y="1589"/>
              <a:ext cx="697" cy="698"/>
            </a:xfrm>
            <a:custGeom>
              <a:avLst/>
              <a:gdLst>
                <a:gd name="T0" fmla="*/ 16 w 3485"/>
                <a:gd name="T1" fmla="*/ 0 h 3490"/>
                <a:gd name="T2" fmla="*/ 17 w 3485"/>
                <a:gd name="T3" fmla="*/ 2 h 3490"/>
                <a:gd name="T4" fmla="*/ 17 w 3485"/>
                <a:gd name="T5" fmla="*/ 3 h 3490"/>
                <a:gd name="T6" fmla="*/ 14 w 3485"/>
                <a:gd name="T7" fmla="*/ 4 h 3490"/>
                <a:gd name="T8" fmla="*/ 12 w 3485"/>
                <a:gd name="T9" fmla="*/ 4 h 3490"/>
                <a:gd name="T10" fmla="*/ 11 w 3485"/>
                <a:gd name="T11" fmla="*/ 2 h 3490"/>
                <a:gd name="T12" fmla="*/ 11 w 3485"/>
                <a:gd name="T13" fmla="*/ 1 h 3490"/>
                <a:gd name="T14" fmla="*/ 14 w 3485"/>
                <a:gd name="T15" fmla="*/ 0 h 3490"/>
                <a:gd name="T16" fmla="*/ 3 w 3485"/>
                <a:gd name="T17" fmla="*/ 7 h 3490"/>
                <a:gd name="T18" fmla="*/ 4 w 3485"/>
                <a:gd name="T19" fmla="*/ 9 h 3490"/>
                <a:gd name="T20" fmla="*/ 3 w 3485"/>
                <a:gd name="T21" fmla="*/ 12 h 3490"/>
                <a:gd name="T22" fmla="*/ 2 w 3485"/>
                <a:gd name="T23" fmla="*/ 13 h 3490"/>
                <a:gd name="T24" fmla="*/ 1 w 3485"/>
                <a:gd name="T25" fmla="*/ 12 h 3490"/>
                <a:gd name="T26" fmla="*/ 0 w 3485"/>
                <a:gd name="T27" fmla="*/ 10 h 3490"/>
                <a:gd name="T28" fmla="*/ 0 w 3485"/>
                <a:gd name="T29" fmla="*/ 8 h 3490"/>
                <a:gd name="T30" fmla="*/ 2 w 3485"/>
                <a:gd name="T31" fmla="*/ 6 h 3490"/>
                <a:gd name="T32" fmla="*/ 10 w 3485"/>
                <a:gd name="T33" fmla="*/ 20 h 3490"/>
                <a:gd name="T34" fmla="*/ 11 w 3485"/>
                <a:gd name="T35" fmla="*/ 22 h 3490"/>
                <a:gd name="T36" fmla="*/ 11 w 3485"/>
                <a:gd name="T37" fmla="*/ 25 h 3490"/>
                <a:gd name="T38" fmla="*/ 10 w 3485"/>
                <a:gd name="T39" fmla="*/ 27 h 3490"/>
                <a:gd name="T40" fmla="*/ 8 w 3485"/>
                <a:gd name="T41" fmla="*/ 26 h 3490"/>
                <a:gd name="T42" fmla="*/ 7 w 3485"/>
                <a:gd name="T43" fmla="*/ 24 h 3490"/>
                <a:gd name="T44" fmla="*/ 7 w 3485"/>
                <a:gd name="T45" fmla="*/ 22 h 3490"/>
                <a:gd name="T46" fmla="*/ 8 w 3485"/>
                <a:gd name="T47" fmla="*/ 20 h 3490"/>
                <a:gd name="T48" fmla="*/ 20 w 3485"/>
                <a:gd name="T49" fmla="*/ 21 h 3490"/>
                <a:gd name="T50" fmla="*/ 21 w 3485"/>
                <a:gd name="T51" fmla="*/ 23 h 3490"/>
                <a:gd name="T52" fmla="*/ 21 w 3485"/>
                <a:gd name="T53" fmla="*/ 26 h 3490"/>
                <a:gd name="T54" fmla="*/ 20 w 3485"/>
                <a:gd name="T55" fmla="*/ 28 h 3490"/>
                <a:gd name="T56" fmla="*/ 18 w 3485"/>
                <a:gd name="T57" fmla="*/ 28 h 3490"/>
                <a:gd name="T58" fmla="*/ 17 w 3485"/>
                <a:gd name="T59" fmla="*/ 26 h 3490"/>
                <a:gd name="T60" fmla="*/ 17 w 3485"/>
                <a:gd name="T61" fmla="*/ 23 h 3490"/>
                <a:gd name="T62" fmla="*/ 18 w 3485"/>
                <a:gd name="T63" fmla="*/ 21 h 3490"/>
                <a:gd name="T64" fmla="*/ 19 w 3485"/>
                <a:gd name="T65" fmla="*/ 11 h 3490"/>
                <a:gd name="T66" fmla="*/ 20 w 3485"/>
                <a:gd name="T67" fmla="*/ 13 h 3490"/>
                <a:gd name="T68" fmla="*/ 21 w 3485"/>
                <a:gd name="T69" fmla="*/ 15 h 3490"/>
                <a:gd name="T70" fmla="*/ 20 w 3485"/>
                <a:gd name="T71" fmla="*/ 17 h 3490"/>
                <a:gd name="T72" fmla="*/ 18 w 3485"/>
                <a:gd name="T73" fmla="*/ 17 h 3490"/>
                <a:gd name="T74" fmla="*/ 17 w 3485"/>
                <a:gd name="T75" fmla="*/ 16 h 3490"/>
                <a:gd name="T76" fmla="*/ 17 w 3485"/>
                <a:gd name="T77" fmla="*/ 13 h 3490"/>
                <a:gd name="T78" fmla="*/ 18 w 3485"/>
                <a:gd name="T79" fmla="*/ 11 h 3490"/>
                <a:gd name="T80" fmla="*/ 26 w 3485"/>
                <a:gd name="T81" fmla="*/ 7 h 3490"/>
                <a:gd name="T82" fmla="*/ 27 w 3485"/>
                <a:gd name="T83" fmla="*/ 8 h 3490"/>
                <a:gd name="T84" fmla="*/ 27 w 3485"/>
                <a:gd name="T85" fmla="*/ 11 h 3490"/>
                <a:gd name="T86" fmla="*/ 26 w 3485"/>
                <a:gd name="T87" fmla="*/ 13 h 3490"/>
                <a:gd name="T88" fmla="*/ 25 w 3485"/>
                <a:gd name="T89" fmla="*/ 13 h 3490"/>
                <a:gd name="T90" fmla="*/ 24 w 3485"/>
                <a:gd name="T91" fmla="*/ 12 h 3490"/>
                <a:gd name="T92" fmla="*/ 24 w 3485"/>
                <a:gd name="T93" fmla="*/ 9 h 3490"/>
                <a:gd name="T94" fmla="*/ 24 w 3485"/>
                <a:gd name="T95" fmla="*/ 7 h 3490"/>
                <a:gd name="T96" fmla="*/ 26 w 3485"/>
                <a:gd name="T97" fmla="*/ 17 h 3490"/>
                <a:gd name="T98" fmla="*/ 27 w 3485"/>
                <a:gd name="T99" fmla="*/ 18 h 3490"/>
                <a:gd name="T100" fmla="*/ 28 w 3485"/>
                <a:gd name="T101" fmla="*/ 21 h 3490"/>
                <a:gd name="T102" fmla="*/ 27 w 3485"/>
                <a:gd name="T103" fmla="*/ 23 h 3490"/>
                <a:gd name="T104" fmla="*/ 26 w 3485"/>
                <a:gd name="T105" fmla="*/ 24 h 3490"/>
                <a:gd name="T106" fmla="*/ 24 w 3485"/>
                <a:gd name="T107" fmla="*/ 23 h 3490"/>
                <a:gd name="T108" fmla="*/ 24 w 3485"/>
                <a:gd name="T109" fmla="*/ 20 h 3490"/>
                <a:gd name="T110" fmla="*/ 25 w 3485"/>
                <a:gd name="T111" fmla="*/ 18 h 3490"/>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w 3485"/>
                <a:gd name="T169" fmla="*/ 0 h 3490"/>
                <a:gd name="T170" fmla="*/ 3485 w 3485"/>
                <a:gd name="T171" fmla="*/ 3490 h 3490"/>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T168" t="T169" r="T170" b="T171"/>
              <a:pathLst>
                <a:path w="3485" h="3490">
                  <a:moveTo>
                    <a:pt x="1754" y="0"/>
                  </a:moveTo>
                  <a:lnTo>
                    <a:pt x="1797" y="2"/>
                  </a:lnTo>
                  <a:lnTo>
                    <a:pt x="1840" y="5"/>
                  </a:lnTo>
                  <a:lnTo>
                    <a:pt x="1881" y="12"/>
                  </a:lnTo>
                  <a:lnTo>
                    <a:pt x="1921" y="20"/>
                  </a:lnTo>
                  <a:lnTo>
                    <a:pt x="1959" y="31"/>
                  </a:lnTo>
                  <a:lnTo>
                    <a:pt x="1994" y="44"/>
                  </a:lnTo>
                  <a:lnTo>
                    <a:pt x="2028" y="59"/>
                  </a:lnTo>
                  <a:lnTo>
                    <a:pt x="2058" y="74"/>
                  </a:lnTo>
                  <a:lnTo>
                    <a:pt x="2086" y="93"/>
                  </a:lnTo>
                  <a:lnTo>
                    <a:pt x="2111" y="113"/>
                  </a:lnTo>
                  <a:lnTo>
                    <a:pt x="2132" y="133"/>
                  </a:lnTo>
                  <a:lnTo>
                    <a:pt x="2151" y="155"/>
                  </a:lnTo>
                  <a:lnTo>
                    <a:pt x="2165" y="179"/>
                  </a:lnTo>
                  <a:lnTo>
                    <a:pt x="2175" y="203"/>
                  </a:lnTo>
                  <a:lnTo>
                    <a:pt x="2182" y="229"/>
                  </a:lnTo>
                  <a:lnTo>
                    <a:pt x="2185" y="255"/>
                  </a:lnTo>
                  <a:lnTo>
                    <a:pt x="2182" y="281"/>
                  </a:lnTo>
                  <a:lnTo>
                    <a:pt x="2175" y="305"/>
                  </a:lnTo>
                  <a:lnTo>
                    <a:pt x="2165" y="330"/>
                  </a:lnTo>
                  <a:lnTo>
                    <a:pt x="2151" y="353"/>
                  </a:lnTo>
                  <a:lnTo>
                    <a:pt x="2132" y="376"/>
                  </a:lnTo>
                  <a:lnTo>
                    <a:pt x="2111" y="397"/>
                  </a:lnTo>
                  <a:lnTo>
                    <a:pt x="2086" y="417"/>
                  </a:lnTo>
                  <a:lnTo>
                    <a:pt x="2058" y="434"/>
                  </a:lnTo>
                  <a:lnTo>
                    <a:pt x="2028" y="451"/>
                  </a:lnTo>
                  <a:lnTo>
                    <a:pt x="1994" y="466"/>
                  </a:lnTo>
                  <a:lnTo>
                    <a:pt x="1959" y="479"/>
                  </a:lnTo>
                  <a:lnTo>
                    <a:pt x="1921" y="489"/>
                  </a:lnTo>
                  <a:lnTo>
                    <a:pt x="1881" y="498"/>
                  </a:lnTo>
                  <a:lnTo>
                    <a:pt x="1840" y="505"/>
                  </a:lnTo>
                  <a:lnTo>
                    <a:pt x="1797" y="508"/>
                  </a:lnTo>
                  <a:lnTo>
                    <a:pt x="1754" y="509"/>
                  </a:lnTo>
                  <a:lnTo>
                    <a:pt x="1710" y="508"/>
                  </a:lnTo>
                  <a:lnTo>
                    <a:pt x="1667" y="505"/>
                  </a:lnTo>
                  <a:lnTo>
                    <a:pt x="1626" y="498"/>
                  </a:lnTo>
                  <a:lnTo>
                    <a:pt x="1586" y="489"/>
                  </a:lnTo>
                  <a:lnTo>
                    <a:pt x="1548" y="479"/>
                  </a:lnTo>
                  <a:lnTo>
                    <a:pt x="1512" y="466"/>
                  </a:lnTo>
                  <a:lnTo>
                    <a:pt x="1479" y="451"/>
                  </a:lnTo>
                  <a:lnTo>
                    <a:pt x="1449" y="434"/>
                  </a:lnTo>
                  <a:lnTo>
                    <a:pt x="1421" y="417"/>
                  </a:lnTo>
                  <a:lnTo>
                    <a:pt x="1395" y="397"/>
                  </a:lnTo>
                  <a:lnTo>
                    <a:pt x="1374" y="376"/>
                  </a:lnTo>
                  <a:lnTo>
                    <a:pt x="1355" y="353"/>
                  </a:lnTo>
                  <a:lnTo>
                    <a:pt x="1341" y="330"/>
                  </a:lnTo>
                  <a:lnTo>
                    <a:pt x="1331" y="305"/>
                  </a:lnTo>
                  <a:lnTo>
                    <a:pt x="1324" y="281"/>
                  </a:lnTo>
                  <a:lnTo>
                    <a:pt x="1321" y="255"/>
                  </a:lnTo>
                  <a:lnTo>
                    <a:pt x="1324" y="229"/>
                  </a:lnTo>
                  <a:lnTo>
                    <a:pt x="1331" y="203"/>
                  </a:lnTo>
                  <a:lnTo>
                    <a:pt x="1341" y="179"/>
                  </a:lnTo>
                  <a:lnTo>
                    <a:pt x="1355" y="155"/>
                  </a:lnTo>
                  <a:lnTo>
                    <a:pt x="1374" y="133"/>
                  </a:lnTo>
                  <a:lnTo>
                    <a:pt x="1395" y="113"/>
                  </a:lnTo>
                  <a:lnTo>
                    <a:pt x="1421" y="93"/>
                  </a:lnTo>
                  <a:lnTo>
                    <a:pt x="1449" y="74"/>
                  </a:lnTo>
                  <a:lnTo>
                    <a:pt x="1479" y="59"/>
                  </a:lnTo>
                  <a:lnTo>
                    <a:pt x="1512" y="44"/>
                  </a:lnTo>
                  <a:lnTo>
                    <a:pt x="1548" y="31"/>
                  </a:lnTo>
                  <a:lnTo>
                    <a:pt x="1586" y="20"/>
                  </a:lnTo>
                  <a:lnTo>
                    <a:pt x="1626" y="12"/>
                  </a:lnTo>
                  <a:lnTo>
                    <a:pt x="1667" y="5"/>
                  </a:lnTo>
                  <a:lnTo>
                    <a:pt x="1710" y="2"/>
                  </a:lnTo>
                  <a:lnTo>
                    <a:pt x="1754" y="0"/>
                  </a:lnTo>
                  <a:close/>
                  <a:moveTo>
                    <a:pt x="239" y="786"/>
                  </a:moveTo>
                  <a:lnTo>
                    <a:pt x="263" y="788"/>
                  </a:lnTo>
                  <a:lnTo>
                    <a:pt x="287" y="794"/>
                  </a:lnTo>
                  <a:lnTo>
                    <a:pt x="309" y="805"/>
                  </a:lnTo>
                  <a:lnTo>
                    <a:pt x="331" y="819"/>
                  </a:lnTo>
                  <a:lnTo>
                    <a:pt x="352" y="836"/>
                  </a:lnTo>
                  <a:lnTo>
                    <a:pt x="372" y="857"/>
                  </a:lnTo>
                  <a:lnTo>
                    <a:pt x="390" y="882"/>
                  </a:lnTo>
                  <a:lnTo>
                    <a:pt x="407" y="909"/>
                  </a:lnTo>
                  <a:lnTo>
                    <a:pt x="423" y="940"/>
                  </a:lnTo>
                  <a:lnTo>
                    <a:pt x="437" y="971"/>
                  </a:lnTo>
                  <a:lnTo>
                    <a:pt x="448" y="1006"/>
                  </a:lnTo>
                  <a:lnTo>
                    <a:pt x="459" y="1043"/>
                  </a:lnTo>
                  <a:lnTo>
                    <a:pt x="467" y="1081"/>
                  </a:lnTo>
                  <a:lnTo>
                    <a:pt x="473" y="1121"/>
                  </a:lnTo>
                  <a:lnTo>
                    <a:pt x="476" y="1163"/>
                  </a:lnTo>
                  <a:lnTo>
                    <a:pt x="478" y="1206"/>
                  </a:lnTo>
                  <a:lnTo>
                    <a:pt x="476" y="1248"/>
                  </a:lnTo>
                  <a:lnTo>
                    <a:pt x="473" y="1290"/>
                  </a:lnTo>
                  <a:lnTo>
                    <a:pt x="467" y="1330"/>
                  </a:lnTo>
                  <a:lnTo>
                    <a:pt x="459" y="1367"/>
                  </a:lnTo>
                  <a:lnTo>
                    <a:pt x="448" y="1405"/>
                  </a:lnTo>
                  <a:lnTo>
                    <a:pt x="437" y="1439"/>
                  </a:lnTo>
                  <a:lnTo>
                    <a:pt x="423" y="1472"/>
                  </a:lnTo>
                  <a:lnTo>
                    <a:pt x="407" y="1501"/>
                  </a:lnTo>
                  <a:lnTo>
                    <a:pt x="390" y="1528"/>
                  </a:lnTo>
                  <a:lnTo>
                    <a:pt x="372" y="1553"/>
                  </a:lnTo>
                  <a:lnTo>
                    <a:pt x="352" y="1574"/>
                  </a:lnTo>
                  <a:lnTo>
                    <a:pt x="331" y="1591"/>
                  </a:lnTo>
                  <a:lnTo>
                    <a:pt x="309" y="1605"/>
                  </a:lnTo>
                  <a:lnTo>
                    <a:pt x="287" y="1616"/>
                  </a:lnTo>
                  <a:lnTo>
                    <a:pt x="263" y="1622"/>
                  </a:lnTo>
                  <a:lnTo>
                    <a:pt x="239" y="1624"/>
                  </a:lnTo>
                  <a:lnTo>
                    <a:pt x="214" y="1622"/>
                  </a:lnTo>
                  <a:lnTo>
                    <a:pt x="191" y="1616"/>
                  </a:lnTo>
                  <a:lnTo>
                    <a:pt x="168" y="1605"/>
                  </a:lnTo>
                  <a:lnTo>
                    <a:pt x="146" y="1591"/>
                  </a:lnTo>
                  <a:lnTo>
                    <a:pt x="125" y="1574"/>
                  </a:lnTo>
                  <a:lnTo>
                    <a:pt x="105" y="1553"/>
                  </a:lnTo>
                  <a:lnTo>
                    <a:pt x="87" y="1528"/>
                  </a:lnTo>
                  <a:lnTo>
                    <a:pt x="70" y="1501"/>
                  </a:lnTo>
                  <a:lnTo>
                    <a:pt x="55" y="1472"/>
                  </a:lnTo>
                  <a:lnTo>
                    <a:pt x="41" y="1439"/>
                  </a:lnTo>
                  <a:lnTo>
                    <a:pt x="29" y="1405"/>
                  </a:lnTo>
                  <a:lnTo>
                    <a:pt x="18" y="1367"/>
                  </a:lnTo>
                  <a:lnTo>
                    <a:pt x="10" y="1330"/>
                  </a:lnTo>
                  <a:lnTo>
                    <a:pt x="4" y="1290"/>
                  </a:lnTo>
                  <a:lnTo>
                    <a:pt x="1" y="1248"/>
                  </a:lnTo>
                  <a:lnTo>
                    <a:pt x="0" y="1206"/>
                  </a:lnTo>
                  <a:lnTo>
                    <a:pt x="1" y="1163"/>
                  </a:lnTo>
                  <a:lnTo>
                    <a:pt x="4" y="1121"/>
                  </a:lnTo>
                  <a:lnTo>
                    <a:pt x="10" y="1081"/>
                  </a:lnTo>
                  <a:lnTo>
                    <a:pt x="18" y="1043"/>
                  </a:lnTo>
                  <a:lnTo>
                    <a:pt x="29" y="1006"/>
                  </a:lnTo>
                  <a:lnTo>
                    <a:pt x="41" y="971"/>
                  </a:lnTo>
                  <a:lnTo>
                    <a:pt x="55" y="940"/>
                  </a:lnTo>
                  <a:lnTo>
                    <a:pt x="70" y="909"/>
                  </a:lnTo>
                  <a:lnTo>
                    <a:pt x="87" y="882"/>
                  </a:lnTo>
                  <a:lnTo>
                    <a:pt x="105" y="857"/>
                  </a:lnTo>
                  <a:lnTo>
                    <a:pt x="125" y="836"/>
                  </a:lnTo>
                  <a:lnTo>
                    <a:pt x="146" y="819"/>
                  </a:lnTo>
                  <a:lnTo>
                    <a:pt x="168" y="805"/>
                  </a:lnTo>
                  <a:lnTo>
                    <a:pt x="191" y="794"/>
                  </a:lnTo>
                  <a:lnTo>
                    <a:pt x="214" y="788"/>
                  </a:lnTo>
                  <a:lnTo>
                    <a:pt x="239" y="786"/>
                  </a:lnTo>
                  <a:close/>
                  <a:moveTo>
                    <a:pt x="1119" y="2495"/>
                  </a:moveTo>
                  <a:lnTo>
                    <a:pt x="1143" y="2498"/>
                  </a:lnTo>
                  <a:lnTo>
                    <a:pt x="1167" y="2504"/>
                  </a:lnTo>
                  <a:lnTo>
                    <a:pt x="1190" y="2514"/>
                  </a:lnTo>
                  <a:lnTo>
                    <a:pt x="1211" y="2528"/>
                  </a:lnTo>
                  <a:lnTo>
                    <a:pt x="1232" y="2546"/>
                  </a:lnTo>
                  <a:lnTo>
                    <a:pt x="1252" y="2567"/>
                  </a:lnTo>
                  <a:lnTo>
                    <a:pt x="1271" y="2592"/>
                  </a:lnTo>
                  <a:lnTo>
                    <a:pt x="1288" y="2618"/>
                  </a:lnTo>
                  <a:lnTo>
                    <a:pt x="1304" y="2648"/>
                  </a:lnTo>
                  <a:lnTo>
                    <a:pt x="1318" y="2681"/>
                  </a:lnTo>
                  <a:lnTo>
                    <a:pt x="1329" y="2715"/>
                  </a:lnTo>
                  <a:lnTo>
                    <a:pt x="1340" y="2752"/>
                  </a:lnTo>
                  <a:lnTo>
                    <a:pt x="1348" y="2790"/>
                  </a:lnTo>
                  <a:lnTo>
                    <a:pt x="1354" y="2830"/>
                  </a:lnTo>
                  <a:lnTo>
                    <a:pt x="1358" y="2872"/>
                  </a:lnTo>
                  <a:lnTo>
                    <a:pt x="1359" y="2914"/>
                  </a:lnTo>
                  <a:lnTo>
                    <a:pt x="1358" y="2956"/>
                  </a:lnTo>
                  <a:lnTo>
                    <a:pt x="1354" y="2998"/>
                  </a:lnTo>
                  <a:lnTo>
                    <a:pt x="1348" y="3038"/>
                  </a:lnTo>
                  <a:lnTo>
                    <a:pt x="1340" y="3077"/>
                  </a:lnTo>
                  <a:lnTo>
                    <a:pt x="1329" y="3113"/>
                  </a:lnTo>
                  <a:lnTo>
                    <a:pt x="1318" y="3147"/>
                  </a:lnTo>
                  <a:lnTo>
                    <a:pt x="1304" y="3180"/>
                  </a:lnTo>
                  <a:lnTo>
                    <a:pt x="1288" y="3209"/>
                  </a:lnTo>
                  <a:lnTo>
                    <a:pt x="1271" y="3238"/>
                  </a:lnTo>
                  <a:lnTo>
                    <a:pt x="1252" y="3261"/>
                  </a:lnTo>
                  <a:lnTo>
                    <a:pt x="1232" y="3282"/>
                  </a:lnTo>
                  <a:lnTo>
                    <a:pt x="1211" y="3301"/>
                  </a:lnTo>
                  <a:lnTo>
                    <a:pt x="1190" y="3315"/>
                  </a:lnTo>
                  <a:lnTo>
                    <a:pt x="1167" y="3325"/>
                  </a:lnTo>
                  <a:lnTo>
                    <a:pt x="1143" y="3331"/>
                  </a:lnTo>
                  <a:lnTo>
                    <a:pt x="1119" y="3334"/>
                  </a:lnTo>
                  <a:lnTo>
                    <a:pt x="1094" y="3331"/>
                  </a:lnTo>
                  <a:lnTo>
                    <a:pt x="1070" y="3325"/>
                  </a:lnTo>
                  <a:lnTo>
                    <a:pt x="1048" y="3315"/>
                  </a:lnTo>
                  <a:lnTo>
                    <a:pt x="1026" y="3301"/>
                  </a:lnTo>
                  <a:lnTo>
                    <a:pt x="1005" y="3282"/>
                  </a:lnTo>
                  <a:lnTo>
                    <a:pt x="985" y="3261"/>
                  </a:lnTo>
                  <a:lnTo>
                    <a:pt x="967" y="3238"/>
                  </a:lnTo>
                  <a:lnTo>
                    <a:pt x="950" y="3209"/>
                  </a:lnTo>
                  <a:lnTo>
                    <a:pt x="935" y="3180"/>
                  </a:lnTo>
                  <a:lnTo>
                    <a:pt x="921" y="3147"/>
                  </a:lnTo>
                  <a:lnTo>
                    <a:pt x="909" y="3113"/>
                  </a:lnTo>
                  <a:lnTo>
                    <a:pt x="898" y="3077"/>
                  </a:lnTo>
                  <a:lnTo>
                    <a:pt x="890" y="3038"/>
                  </a:lnTo>
                  <a:lnTo>
                    <a:pt x="884" y="2998"/>
                  </a:lnTo>
                  <a:lnTo>
                    <a:pt x="881" y="2956"/>
                  </a:lnTo>
                  <a:lnTo>
                    <a:pt x="880" y="2914"/>
                  </a:lnTo>
                  <a:lnTo>
                    <a:pt x="881" y="2872"/>
                  </a:lnTo>
                  <a:lnTo>
                    <a:pt x="884" y="2830"/>
                  </a:lnTo>
                  <a:lnTo>
                    <a:pt x="890" y="2790"/>
                  </a:lnTo>
                  <a:lnTo>
                    <a:pt x="898" y="2752"/>
                  </a:lnTo>
                  <a:lnTo>
                    <a:pt x="909" y="2715"/>
                  </a:lnTo>
                  <a:lnTo>
                    <a:pt x="921" y="2681"/>
                  </a:lnTo>
                  <a:lnTo>
                    <a:pt x="935" y="2648"/>
                  </a:lnTo>
                  <a:lnTo>
                    <a:pt x="950" y="2618"/>
                  </a:lnTo>
                  <a:lnTo>
                    <a:pt x="967" y="2592"/>
                  </a:lnTo>
                  <a:lnTo>
                    <a:pt x="985" y="2567"/>
                  </a:lnTo>
                  <a:lnTo>
                    <a:pt x="1005" y="2546"/>
                  </a:lnTo>
                  <a:lnTo>
                    <a:pt x="1026" y="2528"/>
                  </a:lnTo>
                  <a:lnTo>
                    <a:pt x="1048" y="2514"/>
                  </a:lnTo>
                  <a:lnTo>
                    <a:pt x="1070" y="2504"/>
                  </a:lnTo>
                  <a:lnTo>
                    <a:pt x="1094" y="2498"/>
                  </a:lnTo>
                  <a:lnTo>
                    <a:pt x="1119" y="2495"/>
                  </a:lnTo>
                  <a:close/>
                  <a:moveTo>
                    <a:pt x="2380" y="2651"/>
                  </a:moveTo>
                  <a:lnTo>
                    <a:pt x="2405" y="2654"/>
                  </a:lnTo>
                  <a:lnTo>
                    <a:pt x="2428" y="2660"/>
                  </a:lnTo>
                  <a:lnTo>
                    <a:pt x="2452" y="2670"/>
                  </a:lnTo>
                  <a:lnTo>
                    <a:pt x="2473" y="2684"/>
                  </a:lnTo>
                  <a:lnTo>
                    <a:pt x="2494" y="2703"/>
                  </a:lnTo>
                  <a:lnTo>
                    <a:pt x="2514" y="2724"/>
                  </a:lnTo>
                  <a:lnTo>
                    <a:pt x="2533" y="2747"/>
                  </a:lnTo>
                  <a:lnTo>
                    <a:pt x="2550" y="2774"/>
                  </a:lnTo>
                  <a:lnTo>
                    <a:pt x="2565" y="2805"/>
                  </a:lnTo>
                  <a:lnTo>
                    <a:pt x="2580" y="2838"/>
                  </a:lnTo>
                  <a:lnTo>
                    <a:pt x="2591" y="2872"/>
                  </a:lnTo>
                  <a:lnTo>
                    <a:pt x="2602" y="2908"/>
                  </a:lnTo>
                  <a:lnTo>
                    <a:pt x="2610" y="2947"/>
                  </a:lnTo>
                  <a:lnTo>
                    <a:pt x="2616" y="2987"/>
                  </a:lnTo>
                  <a:lnTo>
                    <a:pt x="2619" y="3029"/>
                  </a:lnTo>
                  <a:lnTo>
                    <a:pt x="2621" y="3071"/>
                  </a:lnTo>
                  <a:lnTo>
                    <a:pt x="2619" y="3113"/>
                  </a:lnTo>
                  <a:lnTo>
                    <a:pt x="2616" y="3155"/>
                  </a:lnTo>
                  <a:lnTo>
                    <a:pt x="2610" y="3195"/>
                  </a:lnTo>
                  <a:lnTo>
                    <a:pt x="2602" y="3233"/>
                  </a:lnTo>
                  <a:lnTo>
                    <a:pt x="2591" y="3270"/>
                  </a:lnTo>
                  <a:lnTo>
                    <a:pt x="2580" y="3304"/>
                  </a:lnTo>
                  <a:lnTo>
                    <a:pt x="2565" y="3337"/>
                  </a:lnTo>
                  <a:lnTo>
                    <a:pt x="2550" y="3367"/>
                  </a:lnTo>
                  <a:lnTo>
                    <a:pt x="2533" y="3393"/>
                  </a:lnTo>
                  <a:lnTo>
                    <a:pt x="2514" y="3418"/>
                  </a:lnTo>
                  <a:lnTo>
                    <a:pt x="2494" y="3439"/>
                  </a:lnTo>
                  <a:lnTo>
                    <a:pt x="2473" y="3457"/>
                  </a:lnTo>
                  <a:lnTo>
                    <a:pt x="2452" y="3471"/>
                  </a:lnTo>
                  <a:lnTo>
                    <a:pt x="2428" y="3481"/>
                  </a:lnTo>
                  <a:lnTo>
                    <a:pt x="2405" y="3487"/>
                  </a:lnTo>
                  <a:lnTo>
                    <a:pt x="2380" y="3490"/>
                  </a:lnTo>
                  <a:lnTo>
                    <a:pt x="2356" y="3487"/>
                  </a:lnTo>
                  <a:lnTo>
                    <a:pt x="2332" y="3481"/>
                  </a:lnTo>
                  <a:lnTo>
                    <a:pt x="2310" y="3471"/>
                  </a:lnTo>
                  <a:lnTo>
                    <a:pt x="2288" y="3457"/>
                  </a:lnTo>
                  <a:lnTo>
                    <a:pt x="2267" y="3439"/>
                  </a:lnTo>
                  <a:lnTo>
                    <a:pt x="2248" y="3418"/>
                  </a:lnTo>
                  <a:lnTo>
                    <a:pt x="2229" y="3393"/>
                  </a:lnTo>
                  <a:lnTo>
                    <a:pt x="2212" y="3367"/>
                  </a:lnTo>
                  <a:lnTo>
                    <a:pt x="2196" y="3337"/>
                  </a:lnTo>
                  <a:lnTo>
                    <a:pt x="2182" y="3304"/>
                  </a:lnTo>
                  <a:lnTo>
                    <a:pt x="2171" y="3270"/>
                  </a:lnTo>
                  <a:lnTo>
                    <a:pt x="2160" y="3233"/>
                  </a:lnTo>
                  <a:lnTo>
                    <a:pt x="2152" y="3195"/>
                  </a:lnTo>
                  <a:lnTo>
                    <a:pt x="2146" y="3155"/>
                  </a:lnTo>
                  <a:lnTo>
                    <a:pt x="2142" y="3113"/>
                  </a:lnTo>
                  <a:lnTo>
                    <a:pt x="2141" y="3071"/>
                  </a:lnTo>
                  <a:lnTo>
                    <a:pt x="2142" y="3029"/>
                  </a:lnTo>
                  <a:lnTo>
                    <a:pt x="2146" y="2987"/>
                  </a:lnTo>
                  <a:lnTo>
                    <a:pt x="2152" y="2947"/>
                  </a:lnTo>
                  <a:lnTo>
                    <a:pt x="2160" y="2908"/>
                  </a:lnTo>
                  <a:lnTo>
                    <a:pt x="2171" y="2872"/>
                  </a:lnTo>
                  <a:lnTo>
                    <a:pt x="2182" y="2838"/>
                  </a:lnTo>
                  <a:lnTo>
                    <a:pt x="2196" y="2805"/>
                  </a:lnTo>
                  <a:lnTo>
                    <a:pt x="2212" y="2774"/>
                  </a:lnTo>
                  <a:lnTo>
                    <a:pt x="2229" y="2747"/>
                  </a:lnTo>
                  <a:lnTo>
                    <a:pt x="2248" y="2724"/>
                  </a:lnTo>
                  <a:lnTo>
                    <a:pt x="2267" y="2703"/>
                  </a:lnTo>
                  <a:lnTo>
                    <a:pt x="2288" y="2684"/>
                  </a:lnTo>
                  <a:lnTo>
                    <a:pt x="2310" y="2670"/>
                  </a:lnTo>
                  <a:lnTo>
                    <a:pt x="2332" y="2660"/>
                  </a:lnTo>
                  <a:lnTo>
                    <a:pt x="2356" y="2654"/>
                  </a:lnTo>
                  <a:lnTo>
                    <a:pt x="2380" y="2651"/>
                  </a:lnTo>
                  <a:close/>
                  <a:moveTo>
                    <a:pt x="2342" y="1355"/>
                  </a:moveTo>
                  <a:lnTo>
                    <a:pt x="2366" y="1357"/>
                  </a:lnTo>
                  <a:lnTo>
                    <a:pt x="2390" y="1363"/>
                  </a:lnTo>
                  <a:lnTo>
                    <a:pt x="2412" y="1373"/>
                  </a:lnTo>
                  <a:lnTo>
                    <a:pt x="2434" y="1387"/>
                  </a:lnTo>
                  <a:lnTo>
                    <a:pt x="2455" y="1405"/>
                  </a:lnTo>
                  <a:lnTo>
                    <a:pt x="2475" y="1426"/>
                  </a:lnTo>
                  <a:lnTo>
                    <a:pt x="2493" y="1451"/>
                  </a:lnTo>
                  <a:lnTo>
                    <a:pt x="2510" y="1478"/>
                  </a:lnTo>
                  <a:lnTo>
                    <a:pt x="2526" y="1507"/>
                  </a:lnTo>
                  <a:lnTo>
                    <a:pt x="2540" y="1540"/>
                  </a:lnTo>
                  <a:lnTo>
                    <a:pt x="2551" y="1574"/>
                  </a:lnTo>
                  <a:lnTo>
                    <a:pt x="2562" y="1611"/>
                  </a:lnTo>
                  <a:lnTo>
                    <a:pt x="2570" y="1649"/>
                  </a:lnTo>
                  <a:lnTo>
                    <a:pt x="2576" y="1689"/>
                  </a:lnTo>
                  <a:lnTo>
                    <a:pt x="2580" y="1731"/>
                  </a:lnTo>
                  <a:lnTo>
                    <a:pt x="2581" y="1773"/>
                  </a:lnTo>
                  <a:lnTo>
                    <a:pt x="2580" y="1815"/>
                  </a:lnTo>
                  <a:lnTo>
                    <a:pt x="2576" y="1858"/>
                  </a:lnTo>
                  <a:lnTo>
                    <a:pt x="2570" y="1897"/>
                  </a:lnTo>
                  <a:lnTo>
                    <a:pt x="2562" y="1936"/>
                  </a:lnTo>
                  <a:lnTo>
                    <a:pt x="2551" y="1972"/>
                  </a:lnTo>
                  <a:lnTo>
                    <a:pt x="2540" y="2008"/>
                  </a:lnTo>
                  <a:lnTo>
                    <a:pt x="2526" y="2039"/>
                  </a:lnTo>
                  <a:lnTo>
                    <a:pt x="2510" y="2070"/>
                  </a:lnTo>
                  <a:lnTo>
                    <a:pt x="2493" y="2097"/>
                  </a:lnTo>
                  <a:lnTo>
                    <a:pt x="2475" y="2121"/>
                  </a:lnTo>
                  <a:lnTo>
                    <a:pt x="2455" y="2142"/>
                  </a:lnTo>
                  <a:lnTo>
                    <a:pt x="2434" y="2160"/>
                  </a:lnTo>
                  <a:lnTo>
                    <a:pt x="2412" y="2174"/>
                  </a:lnTo>
                  <a:lnTo>
                    <a:pt x="2390" y="2185"/>
                  </a:lnTo>
                  <a:lnTo>
                    <a:pt x="2366" y="2191"/>
                  </a:lnTo>
                  <a:lnTo>
                    <a:pt x="2342" y="2193"/>
                  </a:lnTo>
                  <a:lnTo>
                    <a:pt x="2317" y="2191"/>
                  </a:lnTo>
                  <a:lnTo>
                    <a:pt x="2294" y="2185"/>
                  </a:lnTo>
                  <a:lnTo>
                    <a:pt x="2270" y="2174"/>
                  </a:lnTo>
                  <a:lnTo>
                    <a:pt x="2249" y="2160"/>
                  </a:lnTo>
                  <a:lnTo>
                    <a:pt x="2228" y="2142"/>
                  </a:lnTo>
                  <a:lnTo>
                    <a:pt x="2208" y="2121"/>
                  </a:lnTo>
                  <a:lnTo>
                    <a:pt x="2189" y="2097"/>
                  </a:lnTo>
                  <a:lnTo>
                    <a:pt x="2173" y="2070"/>
                  </a:lnTo>
                  <a:lnTo>
                    <a:pt x="2157" y="2039"/>
                  </a:lnTo>
                  <a:lnTo>
                    <a:pt x="2142" y="2008"/>
                  </a:lnTo>
                  <a:lnTo>
                    <a:pt x="2131" y="1972"/>
                  </a:lnTo>
                  <a:lnTo>
                    <a:pt x="2120" y="1936"/>
                  </a:lnTo>
                  <a:lnTo>
                    <a:pt x="2112" y="1897"/>
                  </a:lnTo>
                  <a:lnTo>
                    <a:pt x="2106" y="1858"/>
                  </a:lnTo>
                  <a:lnTo>
                    <a:pt x="2103" y="1815"/>
                  </a:lnTo>
                  <a:lnTo>
                    <a:pt x="2101" y="1773"/>
                  </a:lnTo>
                  <a:lnTo>
                    <a:pt x="2103" y="1731"/>
                  </a:lnTo>
                  <a:lnTo>
                    <a:pt x="2106" y="1689"/>
                  </a:lnTo>
                  <a:lnTo>
                    <a:pt x="2112" y="1649"/>
                  </a:lnTo>
                  <a:lnTo>
                    <a:pt x="2120" y="1611"/>
                  </a:lnTo>
                  <a:lnTo>
                    <a:pt x="2131" y="1574"/>
                  </a:lnTo>
                  <a:lnTo>
                    <a:pt x="2142" y="1540"/>
                  </a:lnTo>
                  <a:lnTo>
                    <a:pt x="2157" y="1507"/>
                  </a:lnTo>
                  <a:lnTo>
                    <a:pt x="2173" y="1478"/>
                  </a:lnTo>
                  <a:lnTo>
                    <a:pt x="2189" y="1451"/>
                  </a:lnTo>
                  <a:lnTo>
                    <a:pt x="2208" y="1426"/>
                  </a:lnTo>
                  <a:lnTo>
                    <a:pt x="2228" y="1405"/>
                  </a:lnTo>
                  <a:lnTo>
                    <a:pt x="2249" y="1387"/>
                  </a:lnTo>
                  <a:lnTo>
                    <a:pt x="2270" y="1373"/>
                  </a:lnTo>
                  <a:lnTo>
                    <a:pt x="2294" y="1363"/>
                  </a:lnTo>
                  <a:lnTo>
                    <a:pt x="2317" y="1357"/>
                  </a:lnTo>
                  <a:lnTo>
                    <a:pt x="2342" y="1355"/>
                  </a:lnTo>
                  <a:close/>
                  <a:moveTo>
                    <a:pt x="3179" y="819"/>
                  </a:moveTo>
                  <a:lnTo>
                    <a:pt x="3204" y="821"/>
                  </a:lnTo>
                  <a:lnTo>
                    <a:pt x="3227" y="827"/>
                  </a:lnTo>
                  <a:lnTo>
                    <a:pt x="3250" y="838"/>
                  </a:lnTo>
                  <a:lnTo>
                    <a:pt x="3272" y="852"/>
                  </a:lnTo>
                  <a:lnTo>
                    <a:pt x="3293" y="869"/>
                  </a:lnTo>
                  <a:lnTo>
                    <a:pt x="3312" y="890"/>
                  </a:lnTo>
                  <a:lnTo>
                    <a:pt x="3331" y="915"/>
                  </a:lnTo>
                  <a:lnTo>
                    <a:pt x="3348" y="942"/>
                  </a:lnTo>
                  <a:lnTo>
                    <a:pt x="3363" y="971"/>
                  </a:lnTo>
                  <a:lnTo>
                    <a:pt x="3377" y="1004"/>
                  </a:lnTo>
                  <a:lnTo>
                    <a:pt x="3389" y="1038"/>
                  </a:lnTo>
                  <a:lnTo>
                    <a:pt x="3400" y="1076"/>
                  </a:lnTo>
                  <a:lnTo>
                    <a:pt x="3408" y="1113"/>
                  </a:lnTo>
                  <a:lnTo>
                    <a:pt x="3414" y="1153"/>
                  </a:lnTo>
                  <a:lnTo>
                    <a:pt x="3417" y="1195"/>
                  </a:lnTo>
                  <a:lnTo>
                    <a:pt x="3418" y="1237"/>
                  </a:lnTo>
                  <a:lnTo>
                    <a:pt x="3417" y="1280"/>
                  </a:lnTo>
                  <a:lnTo>
                    <a:pt x="3414" y="1322"/>
                  </a:lnTo>
                  <a:lnTo>
                    <a:pt x="3408" y="1362"/>
                  </a:lnTo>
                  <a:lnTo>
                    <a:pt x="3400" y="1399"/>
                  </a:lnTo>
                  <a:lnTo>
                    <a:pt x="3389" y="1437"/>
                  </a:lnTo>
                  <a:lnTo>
                    <a:pt x="3377" y="1471"/>
                  </a:lnTo>
                  <a:lnTo>
                    <a:pt x="3363" y="1503"/>
                  </a:lnTo>
                  <a:lnTo>
                    <a:pt x="3348" y="1533"/>
                  </a:lnTo>
                  <a:lnTo>
                    <a:pt x="3331" y="1560"/>
                  </a:lnTo>
                  <a:lnTo>
                    <a:pt x="3312" y="1584"/>
                  </a:lnTo>
                  <a:lnTo>
                    <a:pt x="3293" y="1605"/>
                  </a:lnTo>
                  <a:lnTo>
                    <a:pt x="3272" y="1623"/>
                  </a:lnTo>
                  <a:lnTo>
                    <a:pt x="3250" y="1637"/>
                  </a:lnTo>
                  <a:lnTo>
                    <a:pt x="3227" y="1648"/>
                  </a:lnTo>
                  <a:lnTo>
                    <a:pt x="3204" y="1654"/>
                  </a:lnTo>
                  <a:lnTo>
                    <a:pt x="3179" y="1656"/>
                  </a:lnTo>
                  <a:lnTo>
                    <a:pt x="3155" y="1654"/>
                  </a:lnTo>
                  <a:lnTo>
                    <a:pt x="3131" y="1648"/>
                  </a:lnTo>
                  <a:lnTo>
                    <a:pt x="3108" y="1637"/>
                  </a:lnTo>
                  <a:lnTo>
                    <a:pt x="3087" y="1623"/>
                  </a:lnTo>
                  <a:lnTo>
                    <a:pt x="3066" y="1605"/>
                  </a:lnTo>
                  <a:lnTo>
                    <a:pt x="3046" y="1584"/>
                  </a:lnTo>
                  <a:lnTo>
                    <a:pt x="3027" y="1560"/>
                  </a:lnTo>
                  <a:lnTo>
                    <a:pt x="3011" y="1533"/>
                  </a:lnTo>
                  <a:lnTo>
                    <a:pt x="2994" y="1503"/>
                  </a:lnTo>
                  <a:lnTo>
                    <a:pt x="2980" y="1471"/>
                  </a:lnTo>
                  <a:lnTo>
                    <a:pt x="2968" y="1437"/>
                  </a:lnTo>
                  <a:lnTo>
                    <a:pt x="2958" y="1399"/>
                  </a:lnTo>
                  <a:lnTo>
                    <a:pt x="2950" y="1362"/>
                  </a:lnTo>
                  <a:lnTo>
                    <a:pt x="2944" y="1322"/>
                  </a:lnTo>
                  <a:lnTo>
                    <a:pt x="2940" y="1280"/>
                  </a:lnTo>
                  <a:lnTo>
                    <a:pt x="2939" y="1237"/>
                  </a:lnTo>
                  <a:lnTo>
                    <a:pt x="2940" y="1195"/>
                  </a:lnTo>
                  <a:lnTo>
                    <a:pt x="2944" y="1153"/>
                  </a:lnTo>
                  <a:lnTo>
                    <a:pt x="2950" y="1113"/>
                  </a:lnTo>
                  <a:lnTo>
                    <a:pt x="2958" y="1076"/>
                  </a:lnTo>
                  <a:lnTo>
                    <a:pt x="2968" y="1038"/>
                  </a:lnTo>
                  <a:lnTo>
                    <a:pt x="2980" y="1004"/>
                  </a:lnTo>
                  <a:lnTo>
                    <a:pt x="2994" y="971"/>
                  </a:lnTo>
                  <a:lnTo>
                    <a:pt x="3011" y="942"/>
                  </a:lnTo>
                  <a:lnTo>
                    <a:pt x="3027" y="915"/>
                  </a:lnTo>
                  <a:lnTo>
                    <a:pt x="3046" y="890"/>
                  </a:lnTo>
                  <a:lnTo>
                    <a:pt x="3066" y="869"/>
                  </a:lnTo>
                  <a:lnTo>
                    <a:pt x="3087" y="852"/>
                  </a:lnTo>
                  <a:lnTo>
                    <a:pt x="3108" y="838"/>
                  </a:lnTo>
                  <a:lnTo>
                    <a:pt x="3131" y="827"/>
                  </a:lnTo>
                  <a:lnTo>
                    <a:pt x="3155" y="821"/>
                  </a:lnTo>
                  <a:lnTo>
                    <a:pt x="3179" y="819"/>
                  </a:lnTo>
                  <a:close/>
                  <a:moveTo>
                    <a:pt x="3246" y="2144"/>
                  </a:moveTo>
                  <a:lnTo>
                    <a:pt x="3271" y="2146"/>
                  </a:lnTo>
                  <a:lnTo>
                    <a:pt x="3294" y="2152"/>
                  </a:lnTo>
                  <a:lnTo>
                    <a:pt x="3316" y="2162"/>
                  </a:lnTo>
                  <a:lnTo>
                    <a:pt x="3339" y="2176"/>
                  </a:lnTo>
                  <a:lnTo>
                    <a:pt x="3360" y="2194"/>
                  </a:lnTo>
                  <a:lnTo>
                    <a:pt x="3380" y="2215"/>
                  </a:lnTo>
                  <a:lnTo>
                    <a:pt x="3397" y="2240"/>
                  </a:lnTo>
                  <a:lnTo>
                    <a:pt x="3415" y="2267"/>
                  </a:lnTo>
                  <a:lnTo>
                    <a:pt x="3430" y="2296"/>
                  </a:lnTo>
                  <a:lnTo>
                    <a:pt x="3444" y="2329"/>
                  </a:lnTo>
                  <a:lnTo>
                    <a:pt x="3456" y="2363"/>
                  </a:lnTo>
                  <a:lnTo>
                    <a:pt x="3466" y="2400"/>
                  </a:lnTo>
                  <a:lnTo>
                    <a:pt x="3475" y="2438"/>
                  </a:lnTo>
                  <a:lnTo>
                    <a:pt x="3480" y="2478"/>
                  </a:lnTo>
                  <a:lnTo>
                    <a:pt x="3484" y="2520"/>
                  </a:lnTo>
                  <a:lnTo>
                    <a:pt x="3485" y="2562"/>
                  </a:lnTo>
                  <a:lnTo>
                    <a:pt x="3484" y="2604"/>
                  </a:lnTo>
                  <a:lnTo>
                    <a:pt x="3480" y="2647"/>
                  </a:lnTo>
                  <a:lnTo>
                    <a:pt x="3475" y="2686"/>
                  </a:lnTo>
                  <a:lnTo>
                    <a:pt x="3466" y="2725"/>
                  </a:lnTo>
                  <a:lnTo>
                    <a:pt x="3456" y="2762"/>
                  </a:lnTo>
                  <a:lnTo>
                    <a:pt x="3444" y="2796"/>
                  </a:lnTo>
                  <a:lnTo>
                    <a:pt x="3430" y="2828"/>
                  </a:lnTo>
                  <a:lnTo>
                    <a:pt x="3415" y="2858"/>
                  </a:lnTo>
                  <a:lnTo>
                    <a:pt x="3397" y="2886"/>
                  </a:lnTo>
                  <a:lnTo>
                    <a:pt x="3380" y="2909"/>
                  </a:lnTo>
                  <a:lnTo>
                    <a:pt x="3360" y="2930"/>
                  </a:lnTo>
                  <a:lnTo>
                    <a:pt x="3339" y="2949"/>
                  </a:lnTo>
                  <a:lnTo>
                    <a:pt x="3316" y="2963"/>
                  </a:lnTo>
                  <a:lnTo>
                    <a:pt x="3294" y="2974"/>
                  </a:lnTo>
                  <a:lnTo>
                    <a:pt x="3271" y="2980"/>
                  </a:lnTo>
                  <a:lnTo>
                    <a:pt x="3246" y="2982"/>
                  </a:lnTo>
                  <a:lnTo>
                    <a:pt x="3222" y="2980"/>
                  </a:lnTo>
                  <a:lnTo>
                    <a:pt x="3198" y="2974"/>
                  </a:lnTo>
                  <a:lnTo>
                    <a:pt x="3176" y="2963"/>
                  </a:lnTo>
                  <a:lnTo>
                    <a:pt x="3154" y="2949"/>
                  </a:lnTo>
                  <a:lnTo>
                    <a:pt x="3133" y="2930"/>
                  </a:lnTo>
                  <a:lnTo>
                    <a:pt x="3113" y="2909"/>
                  </a:lnTo>
                  <a:lnTo>
                    <a:pt x="3095" y="2886"/>
                  </a:lnTo>
                  <a:lnTo>
                    <a:pt x="3077" y="2858"/>
                  </a:lnTo>
                  <a:lnTo>
                    <a:pt x="3062" y="2828"/>
                  </a:lnTo>
                  <a:lnTo>
                    <a:pt x="3048" y="2796"/>
                  </a:lnTo>
                  <a:lnTo>
                    <a:pt x="3036" y="2762"/>
                  </a:lnTo>
                  <a:lnTo>
                    <a:pt x="3026" y="2725"/>
                  </a:lnTo>
                  <a:lnTo>
                    <a:pt x="3018" y="2686"/>
                  </a:lnTo>
                  <a:lnTo>
                    <a:pt x="3012" y="2647"/>
                  </a:lnTo>
                  <a:lnTo>
                    <a:pt x="3008" y="2604"/>
                  </a:lnTo>
                  <a:lnTo>
                    <a:pt x="3007" y="2562"/>
                  </a:lnTo>
                  <a:lnTo>
                    <a:pt x="3008" y="2520"/>
                  </a:lnTo>
                  <a:lnTo>
                    <a:pt x="3012" y="2478"/>
                  </a:lnTo>
                  <a:lnTo>
                    <a:pt x="3018" y="2438"/>
                  </a:lnTo>
                  <a:lnTo>
                    <a:pt x="3026" y="2400"/>
                  </a:lnTo>
                  <a:lnTo>
                    <a:pt x="3036" y="2363"/>
                  </a:lnTo>
                  <a:lnTo>
                    <a:pt x="3048" y="2329"/>
                  </a:lnTo>
                  <a:lnTo>
                    <a:pt x="3062" y="2296"/>
                  </a:lnTo>
                  <a:lnTo>
                    <a:pt x="3077" y="2267"/>
                  </a:lnTo>
                  <a:lnTo>
                    <a:pt x="3095" y="2240"/>
                  </a:lnTo>
                  <a:lnTo>
                    <a:pt x="3113" y="2215"/>
                  </a:lnTo>
                  <a:lnTo>
                    <a:pt x="3133" y="2194"/>
                  </a:lnTo>
                  <a:lnTo>
                    <a:pt x="3154" y="2176"/>
                  </a:lnTo>
                  <a:lnTo>
                    <a:pt x="3176" y="2162"/>
                  </a:lnTo>
                  <a:lnTo>
                    <a:pt x="3198" y="2152"/>
                  </a:lnTo>
                  <a:lnTo>
                    <a:pt x="3222" y="2146"/>
                  </a:lnTo>
                  <a:lnTo>
                    <a:pt x="3246" y="214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8642" name="Freeform 48"/>
            <p:cNvSpPr>
              <a:spLocks/>
            </p:cNvSpPr>
            <p:nvPr/>
          </p:nvSpPr>
          <p:spPr bwMode="auto">
            <a:xfrm>
              <a:off x="1267" y="1588"/>
              <a:ext cx="87" cy="52"/>
            </a:xfrm>
            <a:custGeom>
              <a:avLst/>
              <a:gdLst>
                <a:gd name="T0" fmla="*/ 3 w 437"/>
                <a:gd name="T1" fmla="*/ 2 h 260"/>
                <a:gd name="T2" fmla="*/ 3 w 437"/>
                <a:gd name="T3" fmla="*/ 2 h 260"/>
                <a:gd name="T4" fmla="*/ 3 w 437"/>
                <a:gd name="T5" fmla="*/ 2 h 260"/>
                <a:gd name="T6" fmla="*/ 3 w 437"/>
                <a:gd name="T7" fmla="*/ 2 h 260"/>
                <a:gd name="T8" fmla="*/ 3 w 437"/>
                <a:gd name="T9" fmla="*/ 1 h 260"/>
                <a:gd name="T10" fmla="*/ 3 w 437"/>
                <a:gd name="T11" fmla="*/ 1 h 260"/>
                <a:gd name="T12" fmla="*/ 3 w 437"/>
                <a:gd name="T13" fmla="*/ 1 h 260"/>
                <a:gd name="T14" fmla="*/ 3 w 437"/>
                <a:gd name="T15" fmla="*/ 1 h 260"/>
                <a:gd name="T16" fmla="*/ 3 w 437"/>
                <a:gd name="T17" fmla="*/ 1 h 260"/>
                <a:gd name="T18" fmla="*/ 2 w 437"/>
                <a:gd name="T19" fmla="*/ 1 h 260"/>
                <a:gd name="T20" fmla="*/ 2 w 437"/>
                <a:gd name="T21" fmla="*/ 0 h 260"/>
                <a:gd name="T22" fmla="*/ 2 w 437"/>
                <a:gd name="T23" fmla="*/ 0 h 260"/>
                <a:gd name="T24" fmla="*/ 2 w 437"/>
                <a:gd name="T25" fmla="*/ 0 h 260"/>
                <a:gd name="T26" fmla="*/ 1 w 437"/>
                <a:gd name="T27" fmla="*/ 0 h 260"/>
                <a:gd name="T28" fmla="*/ 1 w 437"/>
                <a:gd name="T29" fmla="*/ 0 h 260"/>
                <a:gd name="T30" fmla="*/ 1 w 437"/>
                <a:gd name="T31" fmla="*/ 0 h 260"/>
                <a:gd name="T32" fmla="*/ 0 w 437"/>
                <a:gd name="T33" fmla="*/ 0 h 260"/>
                <a:gd name="T34" fmla="*/ 0 w 437"/>
                <a:gd name="T35" fmla="*/ 0 h 260"/>
                <a:gd name="T36" fmla="*/ 0 w 437"/>
                <a:gd name="T37" fmla="*/ 0 h 260"/>
                <a:gd name="T38" fmla="*/ 0 w 437"/>
                <a:gd name="T39" fmla="*/ 0 h 260"/>
                <a:gd name="T40" fmla="*/ 1 w 437"/>
                <a:gd name="T41" fmla="*/ 0 h 260"/>
                <a:gd name="T42" fmla="*/ 1 w 437"/>
                <a:gd name="T43" fmla="*/ 0 h 260"/>
                <a:gd name="T44" fmla="*/ 1 w 437"/>
                <a:gd name="T45" fmla="*/ 0 h 260"/>
                <a:gd name="T46" fmla="*/ 2 w 437"/>
                <a:gd name="T47" fmla="*/ 0 h 260"/>
                <a:gd name="T48" fmla="*/ 2 w 437"/>
                <a:gd name="T49" fmla="*/ 0 h 260"/>
                <a:gd name="T50" fmla="*/ 2 w 437"/>
                <a:gd name="T51" fmla="*/ 1 h 260"/>
                <a:gd name="T52" fmla="*/ 2 w 437"/>
                <a:gd name="T53" fmla="*/ 1 h 260"/>
                <a:gd name="T54" fmla="*/ 3 w 437"/>
                <a:gd name="T55" fmla="*/ 1 h 260"/>
                <a:gd name="T56" fmla="*/ 3 w 437"/>
                <a:gd name="T57" fmla="*/ 1 h 260"/>
                <a:gd name="T58" fmla="*/ 3 w 437"/>
                <a:gd name="T59" fmla="*/ 1 h 260"/>
                <a:gd name="T60" fmla="*/ 3 w 437"/>
                <a:gd name="T61" fmla="*/ 1 h 260"/>
                <a:gd name="T62" fmla="*/ 3 w 437"/>
                <a:gd name="T63" fmla="*/ 1 h 260"/>
                <a:gd name="T64" fmla="*/ 3 w 437"/>
                <a:gd name="T65" fmla="*/ 2 h 260"/>
                <a:gd name="T66" fmla="*/ 3 w 437"/>
                <a:gd name="T67" fmla="*/ 2 h 260"/>
                <a:gd name="T68" fmla="*/ 3 w 437"/>
                <a:gd name="T69" fmla="*/ 2 h 260"/>
                <a:gd name="T70" fmla="*/ 3 w 437"/>
                <a:gd name="T71" fmla="*/ 2 h 260"/>
                <a:gd name="T72" fmla="*/ 3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437" y="260"/>
                  </a:moveTo>
                  <a:lnTo>
                    <a:pt x="437" y="260"/>
                  </a:lnTo>
                  <a:lnTo>
                    <a:pt x="434" y="233"/>
                  </a:lnTo>
                  <a:lnTo>
                    <a:pt x="427" y="206"/>
                  </a:lnTo>
                  <a:lnTo>
                    <a:pt x="417" y="181"/>
                  </a:lnTo>
                  <a:lnTo>
                    <a:pt x="401" y="157"/>
                  </a:lnTo>
                  <a:lnTo>
                    <a:pt x="383" y="133"/>
                  </a:lnTo>
                  <a:lnTo>
                    <a:pt x="360" y="113"/>
                  </a:lnTo>
                  <a:lnTo>
                    <a:pt x="336" y="93"/>
                  </a:lnTo>
                  <a:lnTo>
                    <a:pt x="308" y="73"/>
                  </a:lnTo>
                  <a:lnTo>
                    <a:pt x="276" y="58"/>
                  </a:lnTo>
                  <a:lnTo>
                    <a:pt x="242" y="43"/>
                  </a:lnTo>
                  <a:lnTo>
                    <a:pt x="207" y="30"/>
                  </a:lnTo>
                  <a:lnTo>
                    <a:pt x="168" y="19"/>
                  </a:lnTo>
                  <a:lnTo>
                    <a:pt x="128" y="11"/>
                  </a:lnTo>
                  <a:lnTo>
                    <a:pt x="87" y="4"/>
                  </a:lnTo>
                  <a:lnTo>
                    <a:pt x="43" y="1"/>
                  </a:lnTo>
                  <a:lnTo>
                    <a:pt x="0" y="0"/>
                  </a:lnTo>
                  <a:lnTo>
                    <a:pt x="0" y="11"/>
                  </a:lnTo>
                  <a:lnTo>
                    <a:pt x="43" y="12"/>
                  </a:lnTo>
                  <a:lnTo>
                    <a:pt x="85" y="16"/>
                  </a:lnTo>
                  <a:lnTo>
                    <a:pt x="126" y="23"/>
                  </a:lnTo>
                  <a:lnTo>
                    <a:pt x="166" y="31"/>
                  </a:lnTo>
                  <a:lnTo>
                    <a:pt x="202" y="42"/>
                  </a:lnTo>
                  <a:lnTo>
                    <a:pt x="237" y="55"/>
                  </a:lnTo>
                  <a:lnTo>
                    <a:pt x="271" y="70"/>
                  </a:lnTo>
                  <a:lnTo>
                    <a:pt x="301" y="85"/>
                  </a:lnTo>
                  <a:lnTo>
                    <a:pt x="329" y="103"/>
                  </a:lnTo>
                  <a:lnTo>
                    <a:pt x="353" y="123"/>
                  </a:lnTo>
                  <a:lnTo>
                    <a:pt x="373" y="143"/>
                  </a:lnTo>
                  <a:lnTo>
                    <a:pt x="392" y="164"/>
                  </a:lnTo>
                  <a:lnTo>
                    <a:pt x="405" y="186"/>
                  </a:lnTo>
                  <a:lnTo>
                    <a:pt x="415" y="211"/>
                  </a:lnTo>
                  <a:lnTo>
                    <a:pt x="422" y="235"/>
                  </a:lnTo>
                  <a:lnTo>
                    <a:pt x="425" y="260"/>
                  </a:lnTo>
                  <a:lnTo>
                    <a:pt x="437"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8643" name="Freeform 49"/>
            <p:cNvSpPr>
              <a:spLocks/>
            </p:cNvSpPr>
            <p:nvPr/>
          </p:nvSpPr>
          <p:spPr bwMode="auto">
            <a:xfrm>
              <a:off x="1267" y="1640"/>
              <a:ext cx="87" cy="52"/>
            </a:xfrm>
            <a:custGeom>
              <a:avLst/>
              <a:gdLst>
                <a:gd name="T0" fmla="*/ 0 w 437"/>
                <a:gd name="T1" fmla="*/ 2 h 260"/>
                <a:gd name="T2" fmla="*/ 0 w 437"/>
                <a:gd name="T3" fmla="*/ 2 h 260"/>
                <a:gd name="T4" fmla="*/ 0 w 437"/>
                <a:gd name="T5" fmla="*/ 2 h 260"/>
                <a:gd name="T6" fmla="*/ 1 w 437"/>
                <a:gd name="T7" fmla="*/ 2 h 260"/>
                <a:gd name="T8" fmla="*/ 1 w 437"/>
                <a:gd name="T9" fmla="*/ 2 h 260"/>
                <a:gd name="T10" fmla="*/ 1 w 437"/>
                <a:gd name="T11" fmla="*/ 2 h 260"/>
                <a:gd name="T12" fmla="*/ 2 w 437"/>
                <a:gd name="T13" fmla="*/ 2 h 260"/>
                <a:gd name="T14" fmla="*/ 2 w 437"/>
                <a:gd name="T15" fmla="*/ 2 h 260"/>
                <a:gd name="T16" fmla="*/ 2 w 437"/>
                <a:gd name="T17" fmla="*/ 2 h 260"/>
                <a:gd name="T18" fmla="*/ 2 w 437"/>
                <a:gd name="T19" fmla="*/ 1 h 260"/>
                <a:gd name="T20" fmla="*/ 3 w 437"/>
                <a:gd name="T21" fmla="*/ 1 h 260"/>
                <a:gd name="T22" fmla="*/ 3 w 437"/>
                <a:gd name="T23" fmla="*/ 1 h 260"/>
                <a:gd name="T24" fmla="*/ 3 w 437"/>
                <a:gd name="T25" fmla="*/ 1 h 260"/>
                <a:gd name="T26" fmla="*/ 3 w 437"/>
                <a:gd name="T27" fmla="*/ 1 h 260"/>
                <a:gd name="T28" fmla="*/ 3 w 437"/>
                <a:gd name="T29" fmla="*/ 1 h 260"/>
                <a:gd name="T30" fmla="*/ 3 w 437"/>
                <a:gd name="T31" fmla="*/ 0 h 260"/>
                <a:gd name="T32" fmla="*/ 3 w 437"/>
                <a:gd name="T33" fmla="*/ 0 h 260"/>
                <a:gd name="T34" fmla="*/ 3 w 437"/>
                <a:gd name="T35" fmla="*/ 0 h 260"/>
                <a:gd name="T36" fmla="*/ 3 w 437"/>
                <a:gd name="T37" fmla="*/ 0 h 260"/>
                <a:gd name="T38" fmla="*/ 3 w 437"/>
                <a:gd name="T39" fmla="*/ 0 h 260"/>
                <a:gd name="T40" fmla="*/ 3 w 437"/>
                <a:gd name="T41" fmla="*/ 0 h 260"/>
                <a:gd name="T42" fmla="*/ 3 w 437"/>
                <a:gd name="T43" fmla="*/ 1 h 260"/>
                <a:gd name="T44" fmla="*/ 3 w 437"/>
                <a:gd name="T45" fmla="*/ 1 h 260"/>
                <a:gd name="T46" fmla="*/ 3 w 437"/>
                <a:gd name="T47" fmla="*/ 1 h 260"/>
                <a:gd name="T48" fmla="*/ 3 w 437"/>
                <a:gd name="T49" fmla="*/ 1 h 260"/>
                <a:gd name="T50" fmla="*/ 3 w 437"/>
                <a:gd name="T51" fmla="*/ 1 h 260"/>
                <a:gd name="T52" fmla="*/ 2 w 437"/>
                <a:gd name="T53" fmla="*/ 1 h 260"/>
                <a:gd name="T54" fmla="*/ 2 w 437"/>
                <a:gd name="T55" fmla="*/ 2 h 260"/>
                <a:gd name="T56" fmla="*/ 2 w 437"/>
                <a:gd name="T57" fmla="*/ 2 h 260"/>
                <a:gd name="T58" fmla="*/ 2 w 437"/>
                <a:gd name="T59" fmla="*/ 2 h 260"/>
                <a:gd name="T60" fmla="*/ 1 w 437"/>
                <a:gd name="T61" fmla="*/ 2 h 260"/>
                <a:gd name="T62" fmla="*/ 1 w 437"/>
                <a:gd name="T63" fmla="*/ 2 h 260"/>
                <a:gd name="T64" fmla="*/ 1 w 437"/>
                <a:gd name="T65" fmla="*/ 2 h 260"/>
                <a:gd name="T66" fmla="*/ 0 w 437"/>
                <a:gd name="T67" fmla="*/ 2 h 260"/>
                <a:gd name="T68" fmla="*/ 0 w 437"/>
                <a:gd name="T69" fmla="*/ 2 h 260"/>
                <a:gd name="T70" fmla="*/ 0 w 437"/>
                <a:gd name="T71" fmla="*/ 2 h 260"/>
                <a:gd name="T72" fmla="*/ 0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0" y="260"/>
                  </a:moveTo>
                  <a:lnTo>
                    <a:pt x="0" y="260"/>
                  </a:lnTo>
                  <a:lnTo>
                    <a:pt x="43" y="259"/>
                  </a:lnTo>
                  <a:lnTo>
                    <a:pt x="87" y="255"/>
                  </a:lnTo>
                  <a:lnTo>
                    <a:pt x="128" y="248"/>
                  </a:lnTo>
                  <a:lnTo>
                    <a:pt x="168" y="240"/>
                  </a:lnTo>
                  <a:lnTo>
                    <a:pt x="207" y="230"/>
                  </a:lnTo>
                  <a:lnTo>
                    <a:pt x="242" y="217"/>
                  </a:lnTo>
                  <a:lnTo>
                    <a:pt x="276" y="202"/>
                  </a:lnTo>
                  <a:lnTo>
                    <a:pt x="308" y="185"/>
                  </a:lnTo>
                  <a:lnTo>
                    <a:pt x="336" y="166"/>
                  </a:lnTo>
                  <a:lnTo>
                    <a:pt x="360" y="146"/>
                  </a:lnTo>
                  <a:lnTo>
                    <a:pt x="383" y="125"/>
                  </a:lnTo>
                  <a:lnTo>
                    <a:pt x="401" y="102"/>
                  </a:lnTo>
                  <a:lnTo>
                    <a:pt x="417" y="77"/>
                  </a:lnTo>
                  <a:lnTo>
                    <a:pt x="427" y="53"/>
                  </a:lnTo>
                  <a:lnTo>
                    <a:pt x="434" y="27"/>
                  </a:lnTo>
                  <a:lnTo>
                    <a:pt x="437" y="0"/>
                  </a:lnTo>
                  <a:lnTo>
                    <a:pt x="425" y="0"/>
                  </a:lnTo>
                  <a:lnTo>
                    <a:pt x="422" y="24"/>
                  </a:lnTo>
                  <a:lnTo>
                    <a:pt x="415" y="48"/>
                  </a:lnTo>
                  <a:lnTo>
                    <a:pt x="405" y="73"/>
                  </a:lnTo>
                  <a:lnTo>
                    <a:pt x="392" y="95"/>
                  </a:lnTo>
                  <a:lnTo>
                    <a:pt x="373" y="116"/>
                  </a:lnTo>
                  <a:lnTo>
                    <a:pt x="353" y="137"/>
                  </a:lnTo>
                  <a:lnTo>
                    <a:pt x="329" y="157"/>
                  </a:lnTo>
                  <a:lnTo>
                    <a:pt x="301" y="173"/>
                  </a:lnTo>
                  <a:lnTo>
                    <a:pt x="271" y="190"/>
                  </a:lnTo>
                  <a:lnTo>
                    <a:pt x="237" y="205"/>
                  </a:lnTo>
                  <a:lnTo>
                    <a:pt x="202" y="218"/>
                  </a:lnTo>
                  <a:lnTo>
                    <a:pt x="166" y="228"/>
                  </a:lnTo>
                  <a:lnTo>
                    <a:pt x="126" y="237"/>
                  </a:lnTo>
                  <a:lnTo>
                    <a:pt x="85" y="244"/>
                  </a:lnTo>
                  <a:lnTo>
                    <a:pt x="43" y="247"/>
                  </a:lnTo>
                  <a:lnTo>
                    <a:pt x="0" y="248"/>
                  </a:lnTo>
                  <a:lnTo>
                    <a:pt x="0"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8644" name="Freeform 50"/>
            <p:cNvSpPr>
              <a:spLocks/>
            </p:cNvSpPr>
            <p:nvPr/>
          </p:nvSpPr>
          <p:spPr bwMode="auto">
            <a:xfrm>
              <a:off x="1179" y="1640"/>
              <a:ext cx="88" cy="52"/>
            </a:xfrm>
            <a:custGeom>
              <a:avLst/>
              <a:gdLst>
                <a:gd name="T0" fmla="*/ 0 w 439"/>
                <a:gd name="T1" fmla="*/ 0 h 260"/>
                <a:gd name="T2" fmla="*/ 0 w 439"/>
                <a:gd name="T3" fmla="*/ 0 h 260"/>
                <a:gd name="T4" fmla="*/ 0 w 439"/>
                <a:gd name="T5" fmla="*/ 0 h 260"/>
                <a:gd name="T6" fmla="*/ 0 w 439"/>
                <a:gd name="T7" fmla="*/ 0 h 260"/>
                <a:gd name="T8" fmla="*/ 0 w 439"/>
                <a:gd name="T9" fmla="*/ 1 h 260"/>
                <a:gd name="T10" fmla="*/ 0 w 439"/>
                <a:gd name="T11" fmla="*/ 1 h 260"/>
                <a:gd name="T12" fmla="*/ 0 w 439"/>
                <a:gd name="T13" fmla="*/ 1 h 260"/>
                <a:gd name="T14" fmla="*/ 1 w 439"/>
                <a:gd name="T15" fmla="*/ 1 h 260"/>
                <a:gd name="T16" fmla="*/ 1 w 439"/>
                <a:gd name="T17" fmla="*/ 1 h 260"/>
                <a:gd name="T18" fmla="*/ 1 w 439"/>
                <a:gd name="T19" fmla="*/ 1 h 260"/>
                <a:gd name="T20" fmla="*/ 1 w 439"/>
                <a:gd name="T21" fmla="*/ 2 h 260"/>
                <a:gd name="T22" fmla="*/ 2 w 439"/>
                <a:gd name="T23" fmla="*/ 2 h 260"/>
                <a:gd name="T24" fmla="*/ 2 w 439"/>
                <a:gd name="T25" fmla="*/ 2 h 260"/>
                <a:gd name="T26" fmla="*/ 2 w 439"/>
                <a:gd name="T27" fmla="*/ 2 h 260"/>
                <a:gd name="T28" fmla="*/ 2 w 439"/>
                <a:gd name="T29" fmla="*/ 2 h 260"/>
                <a:gd name="T30" fmla="*/ 3 w 439"/>
                <a:gd name="T31" fmla="*/ 2 h 260"/>
                <a:gd name="T32" fmla="*/ 3 w 439"/>
                <a:gd name="T33" fmla="*/ 2 h 260"/>
                <a:gd name="T34" fmla="*/ 4 w 439"/>
                <a:gd name="T35" fmla="*/ 2 h 260"/>
                <a:gd name="T36" fmla="*/ 4 w 439"/>
                <a:gd name="T37" fmla="*/ 2 h 260"/>
                <a:gd name="T38" fmla="*/ 3 w 439"/>
                <a:gd name="T39" fmla="*/ 2 h 260"/>
                <a:gd name="T40" fmla="*/ 3 w 439"/>
                <a:gd name="T41" fmla="*/ 2 h 260"/>
                <a:gd name="T42" fmla="*/ 3 w 439"/>
                <a:gd name="T43" fmla="*/ 2 h 260"/>
                <a:gd name="T44" fmla="*/ 2 w 439"/>
                <a:gd name="T45" fmla="*/ 2 h 260"/>
                <a:gd name="T46" fmla="*/ 2 w 439"/>
                <a:gd name="T47" fmla="*/ 2 h 260"/>
                <a:gd name="T48" fmla="*/ 2 w 439"/>
                <a:gd name="T49" fmla="*/ 2 h 260"/>
                <a:gd name="T50" fmla="*/ 1 w 439"/>
                <a:gd name="T51" fmla="*/ 2 h 260"/>
                <a:gd name="T52" fmla="*/ 1 w 439"/>
                <a:gd name="T53" fmla="*/ 1 h 260"/>
                <a:gd name="T54" fmla="*/ 1 w 439"/>
                <a:gd name="T55" fmla="*/ 1 h 260"/>
                <a:gd name="T56" fmla="*/ 1 w 439"/>
                <a:gd name="T57" fmla="*/ 1 h 260"/>
                <a:gd name="T58" fmla="*/ 1 w 439"/>
                <a:gd name="T59" fmla="*/ 1 h 260"/>
                <a:gd name="T60" fmla="*/ 0 w 439"/>
                <a:gd name="T61" fmla="*/ 1 h 260"/>
                <a:gd name="T62" fmla="*/ 0 w 439"/>
                <a:gd name="T63" fmla="*/ 1 h 260"/>
                <a:gd name="T64" fmla="*/ 0 w 439"/>
                <a:gd name="T65" fmla="*/ 0 h 260"/>
                <a:gd name="T66" fmla="*/ 0 w 439"/>
                <a:gd name="T67" fmla="*/ 0 h 260"/>
                <a:gd name="T68" fmla="*/ 0 w 439"/>
                <a:gd name="T69" fmla="*/ 0 h 260"/>
                <a:gd name="T70" fmla="*/ 0 w 439"/>
                <a:gd name="T71" fmla="*/ 0 h 260"/>
                <a:gd name="T72" fmla="*/ 0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0" y="0"/>
                  </a:moveTo>
                  <a:lnTo>
                    <a:pt x="0" y="0"/>
                  </a:lnTo>
                  <a:lnTo>
                    <a:pt x="3" y="27"/>
                  </a:lnTo>
                  <a:lnTo>
                    <a:pt x="10" y="53"/>
                  </a:lnTo>
                  <a:lnTo>
                    <a:pt x="20" y="77"/>
                  </a:lnTo>
                  <a:lnTo>
                    <a:pt x="35" y="102"/>
                  </a:lnTo>
                  <a:lnTo>
                    <a:pt x="54" y="125"/>
                  </a:lnTo>
                  <a:lnTo>
                    <a:pt x="76" y="146"/>
                  </a:lnTo>
                  <a:lnTo>
                    <a:pt x="102" y="166"/>
                  </a:lnTo>
                  <a:lnTo>
                    <a:pt x="130" y="185"/>
                  </a:lnTo>
                  <a:lnTo>
                    <a:pt x="162" y="202"/>
                  </a:lnTo>
                  <a:lnTo>
                    <a:pt x="195" y="217"/>
                  </a:lnTo>
                  <a:lnTo>
                    <a:pt x="231" y="230"/>
                  </a:lnTo>
                  <a:lnTo>
                    <a:pt x="270" y="240"/>
                  </a:lnTo>
                  <a:lnTo>
                    <a:pt x="310" y="248"/>
                  </a:lnTo>
                  <a:lnTo>
                    <a:pt x="351" y="255"/>
                  </a:lnTo>
                  <a:lnTo>
                    <a:pt x="395" y="259"/>
                  </a:lnTo>
                  <a:lnTo>
                    <a:pt x="439" y="260"/>
                  </a:lnTo>
                  <a:lnTo>
                    <a:pt x="439" y="248"/>
                  </a:lnTo>
                  <a:lnTo>
                    <a:pt x="395" y="247"/>
                  </a:lnTo>
                  <a:lnTo>
                    <a:pt x="353" y="244"/>
                  </a:lnTo>
                  <a:lnTo>
                    <a:pt x="312" y="237"/>
                  </a:lnTo>
                  <a:lnTo>
                    <a:pt x="272" y="228"/>
                  </a:lnTo>
                  <a:lnTo>
                    <a:pt x="236" y="218"/>
                  </a:lnTo>
                  <a:lnTo>
                    <a:pt x="200" y="205"/>
                  </a:lnTo>
                  <a:lnTo>
                    <a:pt x="167" y="190"/>
                  </a:lnTo>
                  <a:lnTo>
                    <a:pt x="137" y="173"/>
                  </a:lnTo>
                  <a:lnTo>
                    <a:pt x="109" y="157"/>
                  </a:lnTo>
                  <a:lnTo>
                    <a:pt x="84" y="137"/>
                  </a:lnTo>
                  <a:lnTo>
                    <a:pt x="64" y="116"/>
                  </a:lnTo>
                  <a:lnTo>
                    <a:pt x="45" y="95"/>
                  </a:lnTo>
                  <a:lnTo>
                    <a:pt x="32" y="73"/>
                  </a:lnTo>
                  <a:lnTo>
                    <a:pt x="21" y="48"/>
                  </a:lnTo>
                  <a:lnTo>
                    <a:pt x="14" y="24"/>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8645" name="Freeform 51"/>
            <p:cNvSpPr>
              <a:spLocks/>
            </p:cNvSpPr>
            <p:nvPr/>
          </p:nvSpPr>
          <p:spPr bwMode="auto">
            <a:xfrm>
              <a:off x="1179" y="1588"/>
              <a:ext cx="88" cy="52"/>
            </a:xfrm>
            <a:custGeom>
              <a:avLst/>
              <a:gdLst>
                <a:gd name="T0" fmla="*/ 4 w 439"/>
                <a:gd name="T1" fmla="*/ 0 h 260"/>
                <a:gd name="T2" fmla="*/ 4 w 439"/>
                <a:gd name="T3" fmla="*/ 0 h 260"/>
                <a:gd name="T4" fmla="*/ 3 w 439"/>
                <a:gd name="T5" fmla="*/ 0 h 260"/>
                <a:gd name="T6" fmla="*/ 3 w 439"/>
                <a:gd name="T7" fmla="*/ 0 h 260"/>
                <a:gd name="T8" fmla="*/ 2 w 439"/>
                <a:gd name="T9" fmla="*/ 0 h 260"/>
                <a:gd name="T10" fmla="*/ 2 w 439"/>
                <a:gd name="T11" fmla="*/ 0 h 260"/>
                <a:gd name="T12" fmla="*/ 2 w 439"/>
                <a:gd name="T13" fmla="*/ 0 h 260"/>
                <a:gd name="T14" fmla="*/ 2 w 439"/>
                <a:gd name="T15" fmla="*/ 0 h 260"/>
                <a:gd name="T16" fmla="*/ 1 w 439"/>
                <a:gd name="T17" fmla="*/ 0 h 260"/>
                <a:gd name="T18" fmla="*/ 1 w 439"/>
                <a:gd name="T19" fmla="*/ 1 h 260"/>
                <a:gd name="T20" fmla="*/ 1 w 439"/>
                <a:gd name="T21" fmla="*/ 1 h 260"/>
                <a:gd name="T22" fmla="*/ 1 w 439"/>
                <a:gd name="T23" fmla="*/ 1 h 260"/>
                <a:gd name="T24" fmla="*/ 0 w 439"/>
                <a:gd name="T25" fmla="*/ 1 h 260"/>
                <a:gd name="T26" fmla="*/ 0 w 439"/>
                <a:gd name="T27" fmla="*/ 1 h 260"/>
                <a:gd name="T28" fmla="*/ 0 w 439"/>
                <a:gd name="T29" fmla="*/ 1 h 260"/>
                <a:gd name="T30" fmla="*/ 0 w 439"/>
                <a:gd name="T31" fmla="*/ 2 h 260"/>
                <a:gd name="T32" fmla="*/ 0 w 439"/>
                <a:gd name="T33" fmla="*/ 2 h 260"/>
                <a:gd name="T34" fmla="*/ 0 w 439"/>
                <a:gd name="T35" fmla="*/ 2 h 260"/>
                <a:gd name="T36" fmla="*/ 0 w 439"/>
                <a:gd name="T37" fmla="*/ 2 h 260"/>
                <a:gd name="T38" fmla="*/ 0 w 439"/>
                <a:gd name="T39" fmla="*/ 2 h 260"/>
                <a:gd name="T40" fmla="*/ 0 w 439"/>
                <a:gd name="T41" fmla="*/ 2 h 260"/>
                <a:gd name="T42" fmla="*/ 0 w 439"/>
                <a:gd name="T43" fmla="*/ 1 h 260"/>
                <a:gd name="T44" fmla="*/ 0 w 439"/>
                <a:gd name="T45" fmla="*/ 1 h 260"/>
                <a:gd name="T46" fmla="*/ 1 w 439"/>
                <a:gd name="T47" fmla="*/ 1 h 260"/>
                <a:gd name="T48" fmla="*/ 1 w 439"/>
                <a:gd name="T49" fmla="*/ 1 h 260"/>
                <a:gd name="T50" fmla="*/ 1 w 439"/>
                <a:gd name="T51" fmla="*/ 1 h 260"/>
                <a:gd name="T52" fmla="*/ 1 w 439"/>
                <a:gd name="T53" fmla="*/ 1 h 260"/>
                <a:gd name="T54" fmla="*/ 1 w 439"/>
                <a:gd name="T55" fmla="*/ 1 h 260"/>
                <a:gd name="T56" fmla="*/ 2 w 439"/>
                <a:gd name="T57" fmla="*/ 0 h 260"/>
                <a:gd name="T58" fmla="*/ 2 w 439"/>
                <a:gd name="T59" fmla="*/ 0 h 260"/>
                <a:gd name="T60" fmla="*/ 2 w 439"/>
                <a:gd name="T61" fmla="*/ 0 h 260"/>
                <a:gd name="T62" fmla="*/ 3 w 439"/>
                <a:gd name="T63" fmla="*/ 0 h 260"/>
                <a:gd name="T64" fmla="*/ 3 w 439"/>
                <a:gd name="T65" fmla="*/ 0 h 260"/>
                <a:gd name="T66" fmla="*/ 3 w 439"/>
                <a:gd name="T67" fmla="*/ 0 h 260"/>
                <a:gd name="T68" fmla="*/ 4 w 439"/>
                <a:gd name="T69" fmla="*/ 0 h 260"/>
                <a:gd name="T70" fmla="*/ 4 w 439"/>
                <a:gd name="T71" fmla="*/ 0 h 260"/>
                <a:gd name="T72" fmla="*/ 4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439" y="0"/>
                  </a:moveTo>
                  <a:lnTo>
                    <a:pt x="439" y="0"/>
                  </a:lnTo>
                  <a:lnTo>
                    <a:pt x="395" y="1"/>
                  </a:lnTo>
                  <a:lnTo>
                    <a:pt x="351" y="4"/>
                  </a:lnTo>
                  <a:lnTo>
                    <a:pt x="310" y="11"/>
                  </a:lnTo>
                  <a:lnTo>
                    <a:pt x="270" y="19"/>
                  </a:lnTo>
                  <a:lnTo>
                    <a:pt x="231" y="30"/>
                  </a:lnTo>
                  <a:lnTo>
                    <a:pt x="195" y="43"/>
                  </a:lnTo>
                  <a:lnTo>
                    <a:pt x="162" y="58"/>
                  </a:lnTo>
                  <a:lnTo>
                    <a:pt x="130" y="73"/>
                  </a:lnTo>
                  <a:lnTo>
                    <a:pt x="102" y="93"/>
                  </a:lnTo>
                  <a:lnTo>
                    <a:pt x="76" y="113"/>
                  </a:lnTo>
                  <a:lnTo>
                    <a:pt x="54" y="133"/>
                  </a:lnTo>
                  <a:lnTo>
                    <a:pt x="35" y="157"/>
                  </a:lnTo>
                  <a:lnTo>
                    <a:pt x="20" y="181"/>
                  </a:lnTo>
                  <a:lnTo>
                    <a:pt x="10" y="206"/>
                  </a:lnTo>
                  <a:lnTo>
                    <a:pt x="3" y="233"/>
                  </a:lnTo>
                  <a:lnTo>
                    <a:pt x="0" y="260"/>
                  </a:lnTo>
                  <a:lnTo>
                    <a:pt x="12" y="260"/>
                  </a:lnTo>
                  <a:lnTo>
                    <a:pt x="14" y="235"/>
                  </a:lnTo>
                  <a:lnTo>
                    <a:pt x="21" y="211"/>
                  </a:lnTo>
                  <a:lnTo>
                    <a:pt x="32" y="186"/>
                  </a:lnTo>
                  <a:lnTo>
                    <a:pt x="45" y="164"/>
                  </a:lnTo>
                  <a:lnTo>
                    <a:pt x="64" y="143"/>
                  </a:lnTo>
                  <a:lnTo>
                    <a:pt x="84" y="123"/>
                  </a:lnTo>
                  <a:lnTo>
                    <a:pt x="109" y="103"/>
                  </a:lnTo>
                  <a:lnTo>
                    <a:pt x="137" y="85"/>
                  </a:lnTo>
                  <a:lnTo>
                    <a:pt x="167" y="70"/>
                  </a:lnTo>
                  <a:lnTo>
                    <a:pt x="200" y="55"/>
                  </a:lnTo>
                  <a:lnTo>
                    <a:pt x="236" y="42"/>
                  </a:lnTo>
                  <a:lnTo>
                    <a:pt x="272" y="31"/>
                  </a:lnTo>
                  <a:lnTo>
                    <a:pt x="312" y="23"/>
                  </a:lnTo>
                  <a:lnTo>
                    <a:pt x="353" y="16"/>
                  </a:lnTo>
                  <a:lnTo>
                    <a:pt x="395" y="12"/>
                  </a:lnTo>
                  <a:lnTo>
                    <a:pt x="439" y="11"/>
                  </a:lnTo>
                  <a:lnTo>
                    <a:pt x="439"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8646" name="Freeform 52"/>
            <p:cNvSpPr>
              <a:spLocks/>
            </p:cNvSpPr>
            <p:nvPr/>
          </p:nvSpPr>
          <p:spPr bwMode="auto">
            <a:xfrm>
              <a:off x="964" y="1745"/>
              <a:ext cx="48" cy="85"/>
            </a:xfrm>
            <a:custGeom>
              <a:avLst/>
              <a:gdLst>
                <a:gd name="T0" fmla="*/ 2 w 244"/>
                <a:gd name="T1" fmla="*/ 3 h 426"/>
                <a:gd name="T2" fmla="*/ 2 w 244"/>
                <a:gd name="T3" fmla="*/ 3 h 426"/>
                <a:gd name="T4" fmla="*/ 2 w 244"/>
                <a:gd name="T5" fmla="*/ 3 h 426"/>
                <a:gd name="T6" fmla="*/ 2 w 244"/>
                <a:gd name="T7" fmla="*/ 3 h 426"/>
                <a:gd name="T8" fmla="*/ 2 w 244"/>
                <a:gd name="T9" fmla="*/ 2 h 426"/>
                <a:gd name="T10" fmla="*/ 2 w 244"/>
                <a:gd name="T11" fmla="*/ 2 h 426"/>
                <a:gd name="T12" fmla="*/ 2 w 244"/>
                <a:gd name="T13" fmla="*/ 2 h 426"/>
                <a:gd name="T14" fmla="*/ 2 w 244"/>
                <a:gd name="T15" fmla="*/ 2 h 426"/>
                <a:gd name="T16" fmla="*/ 1 w 244"/>
                <a:gd name="T17" fmla="*/ 1 h 426"/>
                <a:gd name="T18" fmla="*/ 1 w 244"/>
                <a:gd name="T19" fmla="*/ 1 h 426"/>
                <a:gd name="T20" fmla="*/ 1 w 244"/>
                <a:gd name="T21" fmla="*/ 1 h 426"/>
                <a:gd name="T22" fmla="*/ 1 w 244"/>
                <a:gd name="T23" fmla="*/ 1 h 426"/>
                <a:gd name="T24" fmla="*/ 1 w 244"/>
                <a:gd name="T25" fmla="*/ 0 h 426"/>
                <a:gd name="T26" fmla="*/ 1 w 244"/>
                <a:gd name="T27" fmla="*/ 0 h 426"/>
                <a:gd name="T28" fmla="*/ 1 w 244"/>
                <a:gd name="T29" fmla="*/ 0 h 426"/>
                <a:gd name="T30" fmla="*/ 0 w 244"/>
                <a:gd name="T31" fmla="*/ 0 h 426"/>
                <a:gd name="T32" fmla="*/ 0 w 244"/>
                <a:gd name="T33" fmla="*/ 0 h 426"/>
                <a:gd name="T34" fmla="*/ 0 w 244"/>
                <a:gd name="T35" fmla="*/ 0 h 426"/>
                <a:gd name="T36" fmla="*/ 0 w 244"/>
                <a:gd name="T37" fmla="*/ 0 h 426"/>
                <a:gd name="T38" fmla="*/ 0 w 244"/>
                <a:gd name="T39" fmla="*/ 0 h 426"/>
                <a:gd name="T40" fmla="*/ 0 w 244"/>
                <a:gd name="T41" fmla="*/ 0 h 426"/>
                <a:gd name="T42" fmla="*/ 1 w 244"/>
                <a:gd name="T43" fmla="*/ 0 h 426"/>
                <a:gd name="T44" fmla="*/ 1 w 244"/>
                <a:gd name="T45" fmla="*/ 0 h 426"/>
                <a:gd name="T46" fmla="*/ 1 w 244"/>
                <a:gd name="T47" fmla="*/ 0 h 426"/>
                <a:gd name="T48" fmla="*/ 1 w 244"/>
                <a:gd name="T49" fmla="*/ 1 h 426"/>
                <a:gd name="T50" fmla="*/ 1 w 244"/>
                <a:gd name="T51" fmla="*/ 1 h 426"/>
                <a:gd name="T52" fmla="*/ 1 w 244"/>
                <a:gd name="T53" fmla="*/ 1 h 426"/>
                <a:gd name="T54" fmla="*/ 1 w 244"/>
                <a:gd name="T55" fmla="*/ 1 h 426"/>
                <a:gd name="T56" fmla="*/ 1 w 244"/>
                <a:gd name="T57" fmla="*/ 2 h 426"/>
                <a:gd name="T58" fmla="*/ 2 w 244"/>
                <a:gd name="T59" fmla="*/ 2 h 426"/>
                <a:gd name="T60" fmla="*/ 2 w 244"/>
                <a:gd name="T61" fmla="*/ 2 h 426"/>
                <a:gd name="T62" fmla="*/ 2 w 244"/>
                <a:gd name="T63" fmla="*/ 2 h 426"/>
                <a:gd name="T64" fmla="*/ 2 w 244"/>
                <a:gd name="T65" fmla="*/ 3 h 426"/>
                <a:gd name="T66" fmla="*/ 2 w 244"/>
                <a:gd name="T67" fmla="*/ 3 h 426"/>
                <a:gd name="T68" fmla="*/ 2 w 244"/>
                <a:gd name="T69" fmla="*/ 3 h 426"/>
                <a:gd name="T70" fmla="*/ 2 w 244"/>
                <a:gd name="T71" fmla="*/ 3 h 426"/>
                <a:gd name="T72" fmla="*/ 2 w 244"/>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6"/>
                <a:gd name="T113" fmla="*/ 244 w 244"/>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6">
                  <a:moveTo>
                    <a:pt x="244" y="426"/>
                  </a:moveTo>
                  <a:lnTo>
                    <a:pt x="244" y="426"/>
                  </a:lnTo>
                  <a:lnTo>
                    <a:pt x="243" y="383"/>
                  </a:lnTo>
                  <a:lnTo>
                    <a:pt x="240" y="340"/>
                  </a:lnTo>
                  <a:lnTo>
                    <a:pt x="234" y="300"/>
                  </a:lnTo>
                  <a:lnTo>
                    <a:pt x="226" y="262"/>
                  </a:lnTo>
                  <a:lnTo>
                    <a:pt x="215" y="224"/>
                  </a:lnTo>
                  <a:lnTo>
                    <a:pt x="203" y="189"/>
                  </a:lnTo>
                  <a:lnTo>
                    <a:pt x="189" y="157"/>
                  </a:lnTo>
                  <a:lnTo>
                    <a:pt x="174" y="126"/>
                  </a:lnTo>
                  <a:lnTo>
                    <a:pt x="155" y="99"/>
                  </a:lnTo>
                  <a:lnTo>
                    <a:pt x="138" y="74"/>
                  </a:lnTo>
                  <a:lnTo>
                    <a:pt x="118" y="52"/>
                  </a:lnTo>
                  <a:lnTo>
                    <a:pt x="96" y="34"/>
                  </a:lnTo>
                  <a:lnTo>
                    <a:pt x="73" y="19"/>
                  </a:lnTo>
                  <a:lnTo>
                    <a:pt x="50" y="8"/>
                  </a:lnTo>
                  <a:lnTo>
                    <a:pt x="25" y="2"/>
                  </a:lnTo>
                  <a:lnTo>
                    <a:pt x="0" y="0"/>
                  </a:lnTo>
                  <a:lnTo>
                    <a:pt x="0" y="12"/>
                  </a:lnTo>
                  <a:lnTo>
                    <a:pt x="23" y="14"/>
                  </a:lnTo>
                  <a:lnTo>
                    <a:pt x="45" y="20"/>
                  </a:lnTo>
                  <a:lnTo>
                    <a:pt x="66" y="31"/>
                  </a:lnTo>
                  <a:lnTo>
                    <a:pt x="89" y="43"/>
                  </a:lnTo>
                  <a:lnTo>
                    <a:pt x="109" y="61"/>
                  </a:lnTo>
                  <a:lnTo>
                    <a:pt x="129" y="81"/>
                  </a:lnTo>
                  <a:lnTo>
                    <a:pt x="146" y="106"/>
                  </a:lnTo>
                  <a:lnTo>
                    <a:pt x="162" y="133"/>
                  </a:lnTo>
                  <a:lnTo>
                    <a:pt x="178" y="162"/>
                  </a:lnTo>
                  <a:lnTo>
                    <a:pt x="192" y="194"/>
                  </a:lnTo>
                  <a:lnTo>
                    <a:pt x="203" y="229"/>
                  </a:lnTo>
                  <a:lnTo>
                    <a:pt x="214" y="264"/>
                  </a:lnTo>
                  <a:lnTo>
                    <a:pt x="222" y="303"/>
                  </a:lnTo>
                  <a:lnTo>
                    <a:pt x="228" y="342"/>
                  </a:lnTo>
                  <a:lnTo>
                    <a:pt x="232" y="383"/>
                  </a:lnTo>
                  <a:lnTo>
                    <a:pt x="233" y="426"/>
                  </a:lnTo>
                  <a:lnTo>
                    <a:pt x="244"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8647" name="Freeform 53"/>
            <p:cNvSpPr>
              <a:spLocks/>
            </p:cNvSpPr>
            <p:nvPr/>
          </p:nvSpPr>
          <p:spPr bwMode="auto">
            <a:xfrm>
              <a:off x="964" y="1830"/>
              <a:ext cx="48" cy="85"/>
            </a:xfrm>
            <a:custGeom>
              <a:avLst/>
              <a:gdLst>
                <a:gd name="T0" fmla="*/ 0 w 244"/>
                <a:gd name="T1" fmla="*/ 3 h 424"/>
                <a:gd name="T2" fmla="*/ 0 w 244"/>
                <a:gd name="T3" fmla="*/ 3 h 424"/>
                <a:gd name="T4" fmla="*/ 0 w 244"/>
                <a:gd name="T5" fmla="*/ 3 h 424"/>
                <a:gd name="T6" fmla="*/ 0 w 244"/>
                <a:gd name="T7" fmla="*/ 3 h 424"/>
                <a:gd name="T8" fmla="*/ 1 w 244"/>
                <a:gd name="T9" fmla="*/ 3 h 424"/>
                <a:gd name="T10" fmla="*/ 1 w 244"/>
                <a:gd name="T11" fmla="*/ 3 h 424"/>
                <a:gd name="T12" fmla="*/ 1 w 244"/>
                <a:gd name="T13" fmla="*/ 3 h 424"/>
                <a:gd name="T14" fmla="*/ 1 w 244"/>
                <a:gd name="T15" fmla="*/ 3 h 424"/>
                <a:gd name="T16" fmla="*/ 1 w 244"/>
                <a:gd name="T17" fmla="*/ 3 h 424"/>
                <a:gd name="T18" fmla="*/ 1 w 244"/>
                <a:gd name="T19" fmla="*/ 2 h 424"/>
                <a:gd name="T20" fmla="*/ 1 w 244"/>
                <a:gd name="T21" fmla="*/ 2 h 424"/>
                <a:gd name="T22" fmla="*/ 2 w 244"/>
                <a:gd name="T23" fmla="*/ 2 h 424"/>
                <a:gd name="T24" fmla="*/ 2 w 244"/>
                <a:gd name="T25" fmla="*/ 2 h 424"/>
                <a:gd name="T26" fmla="*/ 2 w 244"/>
                <a:gd name="T27" fmla="*/ 1 h 424"/>
                <a:gd name="T28" fmla="*/ 2 w 244"/>
                <a:gd name="T29" fmla="*/ 1 h 424"/>
                <a:gd name="T30" fmla="*/ 2 w 244"/>
                <a:gd name="T31" fmla="*/ 1 h 424"/>
                <a:gd name="T32" fmla="*/ 2 w 244"/>
                <a:gd name="T33" fmla="*/ 0 h 424"/>
                <a:gd name="T34" fmla="*/ 2 w 244"/>
                <a:gd name="T35" fmla="*/ 0 h 424"/>
                <a:gd name="T36" fmla="*/ 2 w 244"/>
                <a:gd name="T37" fmla="*/ 0 h 424"/>
                <a:gd name="T38" fmla="*/ 2 w 244"/>
                <a:gd name="T39" fmla="*/ 0 h 424"/>
                <a:gd name="T40" fmla="*/ 2 w 244"/>
                <a:gd name="T41" fmla="*/ 1 h 424"/>
                <a:gd name="T42" fmla="*/ 2 w 244"/>
                <a:gd name="T43" fmla="*/ 1 h 424"/>
                <a:gd name="T44" fmla="*/ 2 w 244"/>
                <a:gd name="T45" fmla="*/ 1 h 424"/>
                <a:gd name="T46" fmla="*/ 2 w 244"/>
                <a:gd name="T47" fmla="*/ 2 h 424"/>
                <a:gd name="T48" fmla="*/ 1 w 244"/>
                <a:gd name="T49" fmla="*/ 2 h 424"/>
                <a:gd name="T50" fmla="*/ 1 w 244"/>
                <a:gd name="T51" fmla="*/ 2 h 424"/>
                <a:gd name="T52" fmla="*/ 1 w 244"/>
                <a:gd name="T53" fmla="*/ 2 h 424"/>
                <a:gd name="T54" fmla="*/ 1 w 244"/>
                <a:gd name="T55" fmla="*/ 3 h 424"/>
                <a:gd name="T56" fmla="*/ 1 w 244"/>
                <a:gd name="T57" fmla="*/ 3 h 424"/>
                <a:gd name="T58" fmla="*/ 1 w 244"/>
                <a:gd name="T59" fmla="*/ 3 h 424"/>
                <a:gd name="T60" fmla="*/ 1 w 244"/>
                <a:gd name="T61" fmla="*/ 3 h 424"/>
                <a:gd name="T62" fmla="*/ 1 w 244"/>
                <a:gd name="T63" fmla="*/ 3 h 424"/>
                <a:gd name="T64" fmla="*/ 0 w 244"/>
                <a:gd name="T65" fmla="*/ 3 h 424"/>
                <a:gd name="T66" fmla="*/ 0 w 244"/>
                <a:gd name="T67" fmla="*/ 3 h 424"/>
                <a:gd name="T68" fmla="*/ 0 w 244"/>
                <a:gd name="T69" fmla="*/ 3 h 424"/>
                <a:gd name="T70" fmla="*/ 0 w 244"/>
                <a:gd name="T71" fmla="*/ 3 h 424"/>
                <a:gd name="T72" fmla="*/ 0 w 244"/>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4"/>
                <a:gd name="T113" fmla="*/ 244 w 244"/>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4">
                  <a:moveTo>
                    <a:pt x="0" y="424"/>
                  </a:moveTo>
                  <a:lnTo>
                    <a:pt x="0" y="424"/>
                  </a:lnTo>
                  <a:lnTo>
                    <a:pt x="25" y="422"/>
                  </a:lnTo>
                  <a:lnTo>
                    <a:pt x="50" y="416"/>
                  </a:lnTo>
                  <a:lnTo>
                    <a:pt x="73" y="405"/>
                  </a:lnTo>
                  <a:lnTo>
                    <a:pt x="96" y="390"/>
                  </a:lnTo>
                  <a:lnTo>
                    <a:pt x="118" y="373"/>
                  </a:lnTo>
                  <a:lnTo>
                    <a:pt x="138" y="350"/>
                  </a:lnTo>
                  <a:lnTo>
                    <a:pt x="155" y="326"/>
                  </a:lnTo>
                  <a:lnTo>
                    <a:pt x="173" y="299"/>
                  </a:lnTo>
                  <a:lnTo>
                    <a:pt x="189" y="268"/>
                  </a:lnTo>
                  <a:lnTo>
                    <a:pt x="203" y="235"/>
                  </a:lnTo>
                  <a:lnTo>
                    <a:pt x="215" y="201"/>
                  </a:lnTo>
                  <a:lnTo>
                    <a:pt x="226" y="163"/>
                  </a:lnTo>
                  <a:lnTo>
                    <a:pt x="234" y="125"/>
                  </a:lnTo>
                  <a:lnTo>
                    <a:pt x="240" y="85"/>
                  </a:lnTo>
                  <a:lnTo>
                    <a:pt x="243" y="42"/>
                  </a:lnTo>
                  <a:lnTo>
                    <a:pt x="244" y="0"/>
                  </a:lnTo>
                  <a:lnTo>
                    <a:pt x="233" y="0"/>
                  </a:lnTo>
                  <a:lnTo>
                    <a:pt x="232" y="42"/>
                  </a:lnTo>
                  <a:lnTo>
                    <a:pt x="228" y="83"/>
                  </a:lnTo>
                  <a:lnTo>
                    <a:pt x="222" y="123"/>
                  </a:lnTo>
                  <a:lnTo>
                    <a:pt x="214" y="160"/>
                  </a:lnTo>
                  <a:lnTo>
                    <a:pt x="203" y="197"/>
                  </a:lnTo>
                  <a:lnTo>
                    <a:pt x="192" y="231"/>
                  </a:lnTo>
                  <a:lnTo>
                    <a:pt x="178" y="263"/>
                  </a:lnTo>
                  <a:lnTo>
                    <a:pt x="164" y="292"/>
                  </a:lnTo>
                  <a:lnTo>
                    <a:pt x="146" y="319"/>
                  </a:lnTo>
                  <a:lnTo>
                    <a:pt x="129" y="343"/>
                  </a:lnTo>
                  <a:lnTo>
                    <a:pt x="109" y="363"/>
                  </a:lnTo>
                  <a:lnTo>
                    <a:pt x="89" y="381"/>
                  </a:lnTo>
                  <a:lnTo>
                    <a:pt x="66" y="394"/>
                  </a:lnTo>
                  <a:lnTo>
                    <a:pt x="45" y="404"/>
                  </a:lnTo>
                  <a:lnTo>
                    <a:pt x="23" y="410"/>
                  </a:lnTo>
                  <a:lnTo>
                    <a:pt x="0" y="412"/>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8648" name="Freeform 54"/>
            <p:cNvSpPr>
              <a:spLocks/>
            </p:cNvSpPr>
            <p:nvPr/>
          </p:nvSpPr>
          <p:spPr bwMode="auto">
            <a:xfrm>
              <a:off x="915" y="1830"/>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1" y="42"/>
                  </a:lnTo>
                  <a:lnTo>
                    <a:pt x="4" y="85"/>
                  </a:lnTo>
                  <a:lnTo>
                    <a:pt x="10" y="125"/>
                  </a:lnTo>
                  <a:lnTo>
                    <a:pt x="19" y="163"/>
                  </a:lnTo>
                  <a:lnTo>
                    <a:pt x="29" y="201"/>
                  </a:lnTo>
                  <a:lnTo>
                    <a:pt x="41" y="235"/>
                  </a:lnTo>
                  <a:lnTo>
                    <a:pt x="55" y="268"/>
                  </a:lnTo>
                  <a:lnTo>
                    <a:pt x="71" y="299"/>
                  </a:lnTo>
                  <a:lnTo>
                    <a:pt x="89" y="326"/>
                  </a:lnTo>
                  <a:lnTo>
                    <a:pt x="106" y="350"/>
                  </a:lnTo>
                  <a:lnTo>
                    <a:pt x="126" y="373"/>
                  </a:lnTo>
                  <a:lnTo>
                    <a:pt x="149" y="390"/>
                  </a:lnTo>
                  <a:lnTo>
                    <a:pt x="171" y="405"/>
                  </a:lnTo>
                  <a:lnTo>
                    <a:pt x="194" y="416"/>
                  </a:lnTo>
                  <a:lnTo>
                    <a:pt x="219" y="422"/>
                  </a:lnTo>
                  <a:lnTo>
                    <a:pt x="245" y="424"/>
                  </a:lnTo>
                  <a:lnTo>
                    <a:pt x="245" y="412"/>
                  </a:lnTo>
                  <a:lnTo>
                    <a:pt x="221" y="410"/>
                  </a:lnTo>
                  <a:lnTo>
                    <a:pt x="199" y="404"/>
                  </a:lnTo>
                  <a:lnTo>
                    <a:pt x="178" y="394"/>
                  </a:lnTo>
                  <a:lnTo>
                    <a:pt x="156" y="381"/>
                  </a:lnTo>
                  <a:lnTo>
                    <a:pt x="136" y="363"/>
                  </a:lnTo>
                  <a:lnTo>
                    <a:pt x="116" y="343"/>
                  </a:lnTo>
                  <a:lnTo>
                    <a:pt x="98" y="319"/>
                  </a:lnTo>
                  <a:lnTo>
                    <a:pt x="81" y="292"/>
                  </a:lnTo>
                  <a:lnTo>
                    <a:pt x="67" y="263"/>
                  </a:lnTo>
                  <a:lnTo>
                    <a:pt x="52" y="231"/>
                  </a:lnTo>
                  <a:lnTo>
                    <a:pt x="41" y="197"/>
                  </a:lnTo>
                  <a:lnTo>
                    <a:pt x="30" y="160"/>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8649" name="Freeform 55"/>
            <p:cNvSpPr>
              <a:spLocks/>
            </p:cNvSpPr>
            <p:nvPr/>
          </p:nvSpPr>
          <p:spPr bwMode="auto">
            <a:xfrm>
              <a:off x="915" y="1745"/>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0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19" y="2"/>
                  </a:lnTo>
                  <a:lnTo>
                    <a:pt x="194" y="8"/>
                  </a:lnTo>
                  <a:lnTo>
                    <a:pt x="171" y="19"/>
                  </a:lnTo>
                  <a:lnTo>
                    <a:pt x="149" y="34"/>
                  </a:lnTo>
                  <a:lnTo>
                    <a:pt x="126" y="52"/>
                  </a:lnTo>
                  <a:lnTo>
                    <a:pt x="106" y="74"/>
                  </a:lnTo>
                  <a:lnTo>
                    <a:pt x="89" y="99"/>
                  </a:lnTo>
                  <a:lnTo>
                    <a:pt x="70" y="126"/>
                  </a:lnTo>
                  <a:lnTo>
                    <a:pt x="55" y="157"/>
                  </a:lnTo>
                  <a:lnTo>
                    <a:pt x="41" y="189"/>
                  </a:lnTo>
                  <a:lnTo>
                    <a:pt x="29" y="224"/>
                  </a:lnTo>
                  <a:lnTo>
                    <a:pt x="19" y="262"/>
                  </a:lnTo>
                  <a:lnTo>
                    <a:pt x="10" y="300"/>
                  </a:lnTo>
                  <a:lnTo>
                    <a:pt x="4" y="340"/>
                  </a:lnTo>
                  <a:lnTo>
                    <a:pt x="1" y="383"/>
                  </a:lnTo>
                  <a:lnTo>
                    <a:pt x="0" y="426"/>
                  </a:lnTo>
                  <a:lnTo>
                    <a:pt x="11" y="426"/>
                  </a:lnTo>
                  <a:lnTo>
                    <a:pt x="13" y="383"/>
                  </a:lnTo>
                  <a:lnTo>
                    <a:pt x="16" y="342"/>
                  </a:lnTo>
                  <a:lnTo>
                    <a:pt x="22" y="303"/>
                  </a:lnTo>
                  <a:lnTo>
                    <a:pt x="30" y="264"/>
                  </a:lnTo>
                  <a:lnTo>
                    <a:pt x="41" y="229"/>
                  </a:lnTo>
                  <a:lnTo>
                    <a:pt x="52" y="194"/>
                  </a:lnTo>
                  <a:lnTo>
                    <a:pt x="67" y="162"/>
                  </a:lnTo>
                  <a:lnTo>
                    <a:pt x="82" y="133"/>
                  </a:lnTo>
                  <a:lnTo>
                    <a:pt x="98" y="106"/>
                  </a:lnTo>
                  <a:lnTo>
                    <a:pt x="116" y="81"/>
                  </a:lnTo>
                  <a:lnTo>
                    <a:pt x="136" y="61"/>
                  </a:lnTo>
                  <a:lnTo>
                    <a:pt x="156" y="43"/>
                  </a:lnTo>
                  <a:lnTo>
                    <a:pt x="178" y="31"/>
                  </a:lnTo>
                  <a:lnTo>
                    <a:pt x="199" y="20"/>
                  </a:lnTo>
                  <a:lnTo>
                    <a:pt x="221"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8650" name="Freeform 56"/>
            <p:cNvSpPr>
              <a:spLocks/>
            </p:cNvSpPr>
            <p:nvPr/>
          </p:nvSpPr>
          <p:spPr bwMode="auto">
            <a:xfrm>
              <a:off x="1140" y="2087"/>
              <a:ext cx="49" cy="85"/>
            </a:xfrm>
            <a:custGeom>
              <a:avLst/>
              <a:gdLst>
                <a:gd name="T0" fmla="*/ 2 w 246"/>
                <a:gd name="T1" fmla="*/ 3 h 424"/>
                <a:gd name="T2" fmla="*/ 2 w 246"/>
                <a:gd name="T3" fmla="*/ 3 h 424"/>
                <a:gd name="T4" fmla="*/ 2 w 246"/>
                <a:gd name="T5" fmla="*/ 3 h 424"/>
                <a:gd name="T6" fmla="*/ 2 w 246"/>
                <a:gd name="T7" fmla="*/ 3 h 424"/>
                <a:gd name="T8" fmla="*/ 2 w 246"/>
                <a:gd name="T9" fmla="*/ 2 h 424"/>
                <a:gd name="T10" fmla="*/ 2 w 246"/>
                <a:gd name="T11" fmla="*/ 2 h 424"/>
                <a:gd name="T12" fmla="*/ 2 w 246"/>
                <a:gd name="T13" fmla="*/ 2 h 424"/>
                <a:gd name="T14" fmla="*/ 2 w 246"/>
                <a:gd name="T15" fmla="*/ 2 h 424"/>
                <a:gd name="T16" fmla="*/ 2 w 246"/>
                <a:gd name="T17" fmla="*/ 1 h 424"/>
                <a:gd name="T18" fmla="*/ 1 w 246"/>
                <a:gd name="T19" fmla="*/ 1 h 424"/>
                <a:gd name="T20" fmla="*/ 1 w 246"/>
                <a:gd name="T21" fmla="*/ 1 h 424"/>
                <a:gd name="T22" fmla="*/ 1 w 246"/>
                <a:gd name="T23" fmla="*/ 1 h 424"/>
                <a:gd name="T24" fmla="*/ 1 w 246"/>
                <a:gd name="T25" fmla="*/ 0 h 424"/>
                <a:gd name="T26" fmla="*/ 1 w 246"/>
                <a:gd name="T27" fmla="*/ 0 h 424"/>
                <a:gd name="T28" fmla="*/ 1 w 246"/>
                <a:gd name="T29" fmla="*/ 0 h 424"/>
                <a:gd name="T30" fmla="*/ 0 w 246"/>
                <a:gd name="T31" fmla="*/ 0 h 424"/>
                <a:gd name="T32" fmla="*/ 0 w 246"/>
                <a:gd name="T33" fmla="*/ 0 h 424"/>
                <a:gd name="T34" fmla="*/ 0 w 246"/>
                <a:gd name="T35" fmla="*/ 0 h 424"/>
                <a:gd name="T36" fmla="*/ 0 w 246"/>
                <a:gd name="T37" fmla="*/ 0 h 424"/>
                <a:gd name="T38" fmla="*/ 0 w 246"/>
                <a:gd name="T39" fmla="*/ 0 h 424"/>
                <a:gd name="T40" fmla="*/ 0 w 246"/>
                <a:gd name="T41" fmla="*/ 0 h 424"/>
                <a:gd name="T42" fmla="*/ 1 w 246"/>
                <a:gd name="T43" fmla="*/ 0 h 424"/>
                <a:gd name="T44" fmla="*/ 1 w 246"/>
                <a:gd name="T45" fmla="*/ 0 h 424"/>
                <a:gd name="T46" fmla="*/ 1 w 246"/>
                <a:gd name="T47" fmla="*/ 0 h 424"/>
                <a:gd name="T48" fmla="*/ 1 w 246"/>
                <a:gd name="T49" fmla="*/ 1 h 424"/>
                <a:gd name="T50" fmla="*/ 1 w 246"/>
                <a:gd name="T51" fmla="*/ 1 h 424"/>
                <a:gd name="T52" fmla="*/ 1 w 246"/>
                <a:gd name="T53" fmla="*/ 1 h 424"/>
                <a:gd name="T54" fmla="*/ 1 w 246"/>
                <a:gd name="T55" fmla="*/ 1 h 424"/>
                <a:gd name="T56" fmla="*/ 2 w 246"/>
                <a:gd name="T57" fmla="*/ 2 h 424"/>
                <a:gd name="T58" fmla="*/ 2 w 246"/>
                <a:gd name="T59" fmla="*/ 2 h 424"/>
                <a:gd name="T60" fmla="*/ 2 w 246"/>
                <a:gd name="T61" fmla="*/ 2 h 424"/>
                <a:gd name="T62" fmla="*/ 2 w 246"/>
                <a:gd name="T63" fmla="*/ 2 h 424"/>
                <a:gd name="T64" fmla="*/ 2 w 246"/>
                <a:gd name="T65" fmla="*/ 3 h 424"/>
                <a:gd name="T66" fmla="*/ 2 w 246"/>
                <a:gd name="T67" fmla="*/ 3 h 424"/>
                <a:gd name="T68" fmla="*/ 2 w 246"/>
                <a:gd name="T69" fmla="*/ 3 h 424"/>
                <a:gd name="T70" fmla="*/ 2 w 246"/>
                <a:gd name="T71" fmla="*/ 3 h 424"/>
                <a:gd name="T72" fmla="*/ 2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424"/>
                  </a:moveTo>
                  <a:lnTo>
                    <a:pt x="246" y="424"/>
                  </a:lnTo>
                  <a:lnTo>
                    <a:pt x="244" y="382"/>
                  </a:lnTo>
                  <a:lnTo>
                    <a:pt x="241" y="338"/>
                  </a:lnTo>
                  <a:lnTo>
                    <a:pt x="235" y="298"/>
                  </a:lnTo>
                  <a:lnTo>
                    <a:pt x="227" y="261"/>
                  </a:lnTo>
                  <a:lnTo>
                    <a:pt x="216" y="222"/>
                  </a:lnTo>
                  <a:lnTo>
                    <a:pt x="205" y="188"/>
                  </a:lnTo>
                  <a:lnTo>
                    <a:pt x="190" y="155"/>
                  </a:lnTo>
                  <a:lnTo>
                    <a:pt x="174" y="125"/>
                  </a:lnTo>
                  <a:lnTo>
                    <a:pt x="157" y="98"/>
                  </a:lnTo>
                  <a:lnTo>
                    <a:pt x="138" y="73"/>
                  </a:lnTo>
                  <a:lnTo>
                    <a:pt x="118" y="51"/>
                  </a:lnTo>
                  <a:lnTo>
                    <a:pt x="96" y="34"/>
                  </a:lnTo>
                  <a:lnTo>
                    <a:pt x="74" y="18"/>
                  </a:lnTo>
                  <a:lnTo>
                    <a:pt x="50" y="8"/>
                  </a:lnTo>
                  <a:lnTo>
                    <a:pt x="25" y="2"/>
                  </a:lnTo>
                  <a:lnTo>
                    <a:pt x="0" y="0"/>
                  </a:lnTo>
                  <a:lnTo>
                    <a:pt x="0" y="11"/>
                  </a:lnTo>
                  <a:lnTo>
                    <a:pt x="23" y="14"/>
                  </a:lnTo>
                  <a:lnTo>
                    <a:pt x="45" y="19"/>
                  </a:lnTo>
                  <a:lnTo>
                    <a:pt x="67" y="30"/>
                  </a:lnTo>
                  <a:lnTo>
                    <a:pt x="89" y="43"/>
                  </a:lnTo>
                  <a:lnTo>
                    <a:pt x="108" y="60"/>
                  </a:lnTo>
                  <a:lnTo>
                    <a:pt x="128" y="80"/>
                  </a:lnTo>
                  <a:lnTo>
                    <a:pt x="147" y="105"/>
                  </a:lnTo>
                  <a:lnTo>
                    <a:pt x="165" y="132"/>
                  </a:lnTo>
                  <a:lnTo>
                    <a:pt x="179" y="160"/>
                  </a:lnTo>
                  <a:lnTo>
                    <a:pt x="193" y="193"/>
                  </a:lnTo>
                  <a:lnTo>
                    <a:pt x="205" y="227"/>
                  </a:lnTo>
                  <a:lnTo>
                    <a:pt x="215" y="263"/>
                  </a:lnTo>
                  <a:lnTo>
                    <a:pt x="223" y="301"/>
                  </a:lnTo>
                  <a:lnTo>
                    <a:pt x="229" y="341"/>
                  </a:lnTo>
                  <a:lnTo>
                    <a:pt x="233" y="382"/>
                  </a:lnTo>
                  <a:lnTo>
                    <a:pt x="234" y="424"/>
                  </a:lnTo>
                  <a:lnTo>
                    <a:pt x="246"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8651" name="Freeform 57"/>
            <p:cNvSpPr>
              <a:spLocks/>
            </p:cNvSpPr>
            <p:nvPr/>
          </p:nvSpPr>
          <p:spPr bwMode="auto">
            <a:xfrm>
              <a:off x="1140" y="2172"/>
              <a:ext cx="49" cy="85"/>
            </a:xfrm>
            <a:custGeom>
              <a:avLst/>
              <a:gdLst>
                <a:gd name="T0" fmla="*/ 0 w 246"/>
                <a:gd name="T1" fmla="*/ 3 h 426"/>
                <a:gd name="T2" fmla="*/ 0 w 246"/>
                <a:gd name="T3" fmla="*/ 3 h 426"/>
                <a:gd name="T4" fmla="*/ 0 w 246"/>
                <a:gd name="T5" fmla="*/ 3 h 426"/>
                <a:gd name="T6" fmla="*/ 0 w 246"/>
                <a:gd name="T7" fmla="*/ 3 h 426"/>
                <a:gd name="T8" fmla="*/ 1 w 246"/>
                <a:gd name="T9" fmla="*/ 3 h 426"/>
                <a:gd name="T10" fmla="*/ 1 w 246"/>
                <a:gd name="T11" fmla="*/ 3 h 426"/>
                <a:gd name="T12" fmla="*/ 1 w 246"/>
                <a:gd name="T13" fmla="*/ 3 h 426"/>
                <a:gd name="T14" fmla="*/ 1 w 246"/>
                <a:gd name="T15" fmla="*/ 3 h 426"/>
                <a:gd name="T16" fmla="*/ 1 w 246"/>
                <a:gd name="T17" fmla="*/ 3 h 426"/>
                <a:gd name="T18" fmla="*/ 1 w 246"/>
                <a:gd name="T19" fmla="*/ 2 h 426"/>
                <a:gd name="T20" fmla="*/ 2 w 246"/>
                <a:gd name="T21" fmla="*/ 2 h 426"/>
                <a:gd name="T22" fmla="*/ 2 w 246"/>
                <a:gd name="T23" fmla="*/ 2 h 426"/>
                <a:gd name="T24" fmla="*/ 2 w 246"/>
                <a:gd name="T25" fmla="*/ 2 h 426"/>
                <a:gd name="T26" fmla="*/ 2 w 246"/>
                <a:gd name="T27" fmla="*/ 1 h 426"/>
                <a:gd name="T28" fmla="*/ 2 w 246"/>
                <a:gd name="T29" fmla="*/ 1 h 426"/>
                <a:gd name="T30" fmla="*/ 2 w 246"/>
                <a:gd name="T31" fmla="*/ 1 h 426"/>
                <a:gd name="T32" fmla="*/ 2 w 246"/>
                <a:gd name="T33" fmla="*/ 0 h 426"/>
                <a:gd name="T34" fmla="*/ 2 w 246"/>
                <a:gd name="T35" fmla="*/ 0 h 426"/>
                <a:gd name="T36" fmla="*/ 2 w 246"/>
                <a:gd name="T37" fmla="*/ 0 h 426"/>
                <a:gd name="T38" fmla="*/ 2 w 246"/>
                <a:gd name="T39" fmla="*/ 0 h 426"/>
                <a:gd name="T40" fmla="*/ 2 w 246"/>
                <a:gd name="T41" fmla="*/ 1 h 426"/>
                <a:gd name="T42" fmla="*/ 2 w 246"/>
                <a:gd name="T43" fmla="*/ 1 h 426"/>
                <a:gd name="T44" fmla="*/ 2 w 246"/>
                <a:gd name="T45" fmla="*/ 1 h 426"/>
                <a:gd name="T46" fmla="*/ 2 w 246"/>
                <a:gd name="T47" fmla="*/ 2 h 426"/>
                <a:gd name="T48" fmla="*/ 2 w 246"/>
                <a:gd name="T49" fmla="*/ 2 h 426"/>
                <a:gd name="T50" fmla="*/ 1 w 246"/>
                <a:gd name="T51" fmla="*/ 2 h 426"/>
                <a:gd name="T52" fmla="*/ 1 w 246"/>
                <a:gd name="T53" fmla="*/ 2 h 426"/>
                <a:gd name="T54" fmla="*/ 1 w 246"/>
                <a:gd name="T55" fmla="*/ 3 h 426"/>
                <a:gd name="T56" fmla="*/ 1 w 246"/>
                <a:gd name="T57" fmla="*/ 3 h 426"/>
                <a:gd name="T58" fmla="*/ 1 w 246"/>
                <a:gd name="T59" fmla="*/ 3 h 426"/>
                <a:gd name="T60" fmla="*/ 1 w 246"/>
                <a:gd name="T61" fmla="*/ 3 h 426"/>
                <a:gd name="T62" fmla="*/ 1 w 246"/>
                <a:gd name="T63" fmla="*/ 3 h 426"/>
                <a:gd name="T64" fmla="*/ 0 w 246"/>
                <a:gd name="T65" fmla="*/ 3 h 426"/>
                <a:gd name="T66" fmla="*/ 0 w 246"/>
                <a:gd name="T67" fmla="*/ 3 h 426"/>
                <a:gd name="T68" fmla="*/ 0 w 246"/>
                <a:gd name="T69" fmla="*/ 3 h 426"/>
                <a:gd name="T70" fmla="*/ 0 w 246"/>
                <a:gd name="T71" fmla="*/ 3 h 426"/>
                <a:gd name="T72" fmla="*/ 0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426"/>
                  </a:moveTo>
                  <a:lnTo>
                    <a:pt x="0" y="426"/>
                  </a:lnTo>
                  <a:lnTo>
                    <a:pt x="25" y="423"/>
                  </a:lnTo>
                  <a:lnTo>
                    <a:pt x="50" y="417"/>
                  </a:lnTo>
                  <a:lnTo>
                    <a:pt x="74" y="407"/>
                  </a:lnTo>
                  <a:lnTo>
                    <a:pt x="96" y="392"/>
                  </a:lnTo>
                  <a:lnTo>
                    <a:pt x="118" y="373"/>
                  </a:lnTo>
                  <a:lnTo>
                    <a:pt x="138" y="350"/>
                  </a:lnTo>
                  <a:lnTo>
                    <a:pt x="157" y="327"/>
                  </a:lnTo>
                  <a:lnTo>
                    <a:pt x="175" y="299"/>
                  </a:lnTo>
                  <a:lnTo>
                    <a:pt x="190" y="268"/>
                  </a:lnTo>
                  <a:lnTo>
                    <a:pt x="205" y="236"/>
                  </a:lnTo>
                  <a:lnTo>
                    <a:pt x="216" y="202"/>
                  </a:lnTo>
                  <a:lnTo>
                    <a:pt x="227" y="164"/>
                  </a:lnTo>
                  <a:lnTo>
                    <a:pt x="235" y="125"/>
                  </a:lnTo>
                  <a:lnTo>
                    <a:pt x="241" y="86"/>
                  </a:lnTo>
                  <a:lnTo>
                    <a:pt x="244" y="42"/>
                  </a:lnTo>
                  <a:lnTo>
                    <a:pt x="246" y="0"/>
                  </a:lnTo>
                  <a:lnTo>
                    <a:pt x="234" y="0"/>
                  </a:lnTo>
                  <a:lnTo>
                    <a:pt x="233" y="42"/>
                  </a:lnTo>
                  <a:lnTo>
                    <a:pt x="229" y="83"/>
                  </a:lnTo>
                  <a:lnTo>
                    <a:pt x="223" y="123"/>
                  </a:lnTo>
                  <a:lnTo>
                    <a:pt x="215" y="162"/>
                  </a:lnTo>
                  <a:lnTo>
                    <a:pt x="205" y="197"/>
                  </a:lnTo>
                  <a:lnTo>
                    <a:pt x="193" y="231"/>
                  </a:lnTo>
                  <a:lnTo>
                    <a:pt x="179" y="264"/>
                  </a:lnTo>
                  <a:lnTo>
                    <a:pt x="164" y="292"/>
                  </a:lnTo>
                  <a:lnTo>
                    <a:pt x="147" y="320"/>
                  </a:lnTo>
                  <a:lnTo>
                    <a:pt x="128" y="343"/>
                  </a:lnTo>
                  <a:lnTo>
                    <a:pt x="108" y="363"/>
                  </a:lnTo>
                  <a:lnTo>
                    <a:pt x="89" y="382"/>
                  </a:lnTo>
                  <a:lnTo>
                    <a:pt x="67" y="395"/>
                  </a:lnTo>
                  <a:lnTo>
                    <a:pt x="45" y="406"/>
                  </a:lnTo>
                  <a:lnTo>
                    <a:pt x="23" y="411"/>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8652" name="Freeform 58"/>
            <p:cNvSpPr>
              <a:spLocks/>
            </p:cNvSpPr>
            <p:nvPr/>
          </p:nvSpPr>
          <p:spPr bwMode="auto">
            <a:xfrm>
              <a:off x="1091" y="2172"/>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4" y="86"/>
                  </a:lnTo>
                  <a:lnTo>
                    <a:pt x="10" y="125"/>
                  </a:lnTo>
                  <a:lnTo>
                    <a:pt x="18" y="164"/>
                  </a:lnTo>
                  <a:lnTo>
                    <a:pt x="29" y="202"/>
                  </a:lnTo>
                  <a:lnTo>
                    <a:pt x="41" y="236"/>
                  </a:lnTo>
                  <a:lnTo>
                    <a:pt x="55" y="268"/>
                  </a:lnTo>
                  <a:lnTo>
                    <a:pt x="70" y="299"/>
                  </a:lnTo>
                  <a:lnTo>
                    <a:pt x="89" y="327"/>
                  </a:lnTo>
                  <a:lnTo>
                    <a:pt x="106" y="350"/>
                  </a:lnTo>
                  <a:lnTo>
                    <a:pt x="126" y="373"/>
                  </a:lnTo>
                  <a:lnTo>
                    <a:pt x="148" y="392"/>
                  </a:lnTo>
                  <a:lnTo>
                    <a:pt x="171" y="407"/>
                  </a:lnTo>
                  <a:lnTo>
                    <a:pt x="194" y="417"/>
                  </a:lnTo>
                  <a:lnTo>
                    <a:pt x="219" y="423"/>
                  </a:lnTo>
                  <a:lnTo>
                    <a:pt x="245" y="426"/>
                  </a:lnTo>
                  <a:lnTo>
                    <a:pt x="245" y="414"/>
                  </a:lnTo>
                  <a:lnTo>
                    <a:pt x="221" y="411"/>
                  </a:lnTo>
                  <a:lnTo>
                    <a:pt x="199" y="406"/>
                  </a:lnTo>
                  <a:lnTo>
                    <a:pt x="178" y="395"/>
                  </a:lnTo>
                  <a:lnTo>
                    <a:pt x="155" y="382"/>
                  </a:lnTo>
                  <a:lnTo>
                    <a:pt x="136" y="363"/>
                  </a:lnTo>
                  <a:lnTo>
                    <a:pt x="116" y="343"/>
                  </a:lnTo>
                  <a:lnTo>
                    <a:pt x="98" y="320"/>
                  </a:lnTo>
                  <a:lnTo>
                    <a:pt x="82" y="292"/>
                  </a:lnTo>
                  <a:lnTo>
                    <a:pt x="66" y="264"/>
                  </a:lnTo>
                  <a:lnTo>
                    <a:pt x="52" y="231"/>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8653" name="Freeform 59"/>
            <p:cNvSpPr>
              <a:spLocks/>
            </p:cNvSpPr>
            <p:nvPr/>
          </p:nvSpPr>
          <p:spPr bwMode="auto">
            <a:xfrm>
              <a:off x="1091" y="2087"/>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4" y="8"/>
                  </a:lnTo>
                  <a:lnTo>
                    <a:pt x="171" y="18"/>
                  </a:lnTo>
                  <a:lnTo>
                    <a:pt x="148" y="34"/>
                  </a:lnTo>
                  <a:lnTo>
                    <a:pt x="126" y="51"/>
                  </a:lnTo>
                  <a:lnTo>
                    <a:pt x="106" y="73"/>
                  </a:lnTo>
                  <a:lnTo>
                    <a:pt x="89" y="98"/>
                  </a:lnTo>
                  <a:lnTo>
                    <a:pt x="71" y="125"/>
                  </a:lnTo>
                  <a:lnTo>
                    <a:pt x="55" y="155"/>
                  </a:lnTo>
                  <a:lnTo>
                    <a:pt x="41" y="188"/>
                  </a:lnTo>
                  <a:lnTo>
                    <a:pt x="29" y="222"/>
                  </a:lnTo>
                  <a:lnTo>
                    <a:pt x="18" y="261"/>
                  </a:lnTo>
                  <a:lnTo>
                    <a:pt x="10" y="298"/>
                  </a:lnTo>
                  <a:lnTo>
                    <a:pt x="4" y="338"/>
                  </a:lnTo>
                  <a:lnTo>
                    <a:pt x="1" y="382"/>
                  </a:lnTo>
                  <a:lnTo>
                    <a:pt x="0" y="424"/>
                  </a:lnTo>
                  <a:lnTo>
                    <a:pt x="11" y="424"/>
                  </a:lnTo>
                  <a:lnTo>
                    <a:pt x="13" y="382"/>
                  </a:lnTo>
                  <a:lnTo>
                    <a:pt x="16" y="341"/>
                  </a:lnTo>
                  <a:lnTo>
                    <a:pt x="22" y="301"/>
                  </a:lnTo>
                  <a:lnTo>
                    <a:pt x="30" y="263"/>
                  </a:lnTo>
                  <a:lnTo>
                    <a:pt x="41" y="227"/>
                  </a:lnTo>
                  <a:lnTo>
                    <a:pt x="52" y="193"/>
                  </a:lnTo>
                  <a:lnTo>
                    <a:pt x="66" y="160"/>
                  </a:lnTo>
                  <a:lnTo>
                    <a:pt x="80" y="132"/>
                  </a:lnTo>
                  <a:lnTo>
                    <a:pt x="98" y="105"/>
                  </a:lnTo>
                  <a:lnTo>
                    <a:pt x="116" y="80"/>
                  </a:lnTo>
                  <a:lnTo>
                    <a:pt x="136" y="60"/>
                  </a:lnTo>
                  <a:lnTo>
                    <a:pt x="155" y="43"/>
                  </a:lnTo>
                  <a:lnTo>
                    <a:pt x="178" y="30"/>
                  </a:lnTo>
                  <a:lnTo>
                    <a:pt x="199" y="19"/>
                  </a:lnTo>
                  <a:lnTo>
                    <a:pt x="221" y="14"/>
                  </a:lnTo>
                  <a:lnTo>
                    <a:pt x="245" y="11"/>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8654" name="Freeform 60"/>
            <p:cNvSpPr>
              <a:spLocks/>
            </p:cNvSpPr>
            <p:nvPr/>
          </p:nvSpPr>
          <p:spPr bwMode="auto">
            <a:xfrm>
              <a:off x="1392" y="2118"/>
              <a:ext cx="49" cy="85"/>
            </a:xfrm>
            <a:custGeom>
              <a:avLst/>
              <a:gdLst>
                <a:gd name="T0" fmla="*/ 2 w 246"/>
                <a:gd name="T1" fmla="*/ 3 h 426"/>
                <a:gd name="T2" fmla="*/ 2 w 246"/>
                <a:gd name="T3" fmla="*/ 3 h 426"/>
                <a:gd name="T4" fmla="*/ 2 w 246"/>
                <a:gd name="T5" fmla="*/ 3 h 426"/>
                <a:gd name="T6" fmla="*/ 2 w 246"/>
                <a:gd name="T7" fmla="*/ 3 h 426"/>
                <a:gd name="T8" fmla="*/ 2 w 246"/>
                <a:gd name="T9" fmla="*/ 2 h 426"/>
                <a:gd name="T10" fmla="*/ 2 w 246"/>
                <a:gd name="T11" fmla="*/ 2 h 426"/>
                <a:gd name="T12" fmla="*/ 2 w 246"/>
                <a:gd name="T13" fmla="*/ 2 h 426"/>
                <a:gd name="T14" fmla="*/ 2 w 246"/>
                <a:gd name="T15" fmla="*/ 2 h 426"/>
                <a:gd name="T16" fmla="*/ 2 w 246"/>
                <a:gd name="T17" fmla="*/ 1 h 426"/>
                <a:gd name="T18" fmla="*/ 1 w 246"/>
                <a:gd name="T19" fmla="*/ 1 h 426"/>
                <a:gd name="T20" fmla="*/ 1 w 246"/>
                <a:gd name="T21" fmla="*/ 1 h 426"/>
                <a:gd name="T22" fmla="*/ 1 w 246"/>
                <a:gd name="T23" fmla="*/ 1 h 426"/>
                <a:gd name="T24" fmla="*/ 1 w 246"/>
                <a:gd name="T25" fmla="*/ 0 h 426"/>
                <a:gd name="T26" fmla="*/ 1 w 246"/>
                <a:gd name="T27" fmla="*/ 0 h 426"/>
                <a:gd name="T28" fmla="*/ 1 w 246"/>
                <a:gd name="T29" fmla="*/ 0 h 426"/>
                <a:gd name="T30" fmla="*/ 0 w 246"/>
                <a:gd name="T31" fmla="*/ 0 h 426"/>
                <a:gd name="T32" fmla="*/ 0 w 246"/>
                <a:gd name="T33" fmla="*/ 0 h 426"/>
                <a:gd name="T34" fmla="*/ 0 w 246"/>
                <a:gd name="T35" fmla="*/ 0 h 426"/>
                <a:gd name="T36" fmla="*/ 0 w 246"/>
                <a:gd name="T37" fmla="*/ 0 h 426"/>
                <a:gd name="T38" fmla="*/ 0 w 246"/>
                <a:gd name="T39" fmla="*/ 0 h 426"/>
                <a:gd name="T40" fmla="*/ 0 w 246"/>
                <a:gd name="T41" fmla="*/ 0 h 426"/>
                <a:gd name="T42" fmla="*/ 1 w 246"/>
                <a:gd name="T43" fmla="*/ 0 h 426"/>
                <a:gd name="T44" fmla="*/ 1 w 246"/>
                <a:gd name="T45" fmla="*/ 0 h 426"/>
                <a:gd name="T46" fmla="*/ 1 w 246"/>
                <a:gd name="T47" fmla="*/ 1 h 426"/>
                <a:gd name="T48" fmla="*/ 1 w 246"/>
                <a:gd name="T49" fmla="*/ 1 h 426"/>
                <a:gd name="T50" fmla="*/ 1 w 246"/>
                <a:gd name="T51" fmla="*/ 1 h 426"/>
                <a:gd name="T52" fmla="*/ 1 w 246"/>
                <a:gd name="T53" fmla="*/ 1 h 426"/>
                <a:gd name="T54" fmla="*/ 1 w 246"/>
                <a:gd name="T55" fmla="*/ 1 h 426"/>
                <a:gd name="T56" fmla="*/ 2 w 246"/>
                <a:gd name="T57" fmla="*/ 2 h 426"/>
                <a:gd name="T58" fmla="*/ 2 w 246"/>
                <a:gd name="T59" fmla="*/ 2 h 426"/>
                <a:gd name="T60" fmla="*/ 2 w 246"/>
                <a:gd name="T61" fmla="*/ 2 h 426"/>
                <a:gd name="T62" fmla="*/ 2 w 246"/>
                <a:gd name="T63" fmla="*/ 2 h 426"/>
                <a:gd name="T64" fmla="*/ 2 w 246"/>
                <a:gd name="T65" fmla="*/ 3 h 426"/>
                <a:gd name="T66" fmla="*/ 2 w 246"/>
                <a:gd name="T67" fmla="*/ 3 h 426"/>
                <a:gd name="T68" fmla="*/ 2 w 246"/>
                <a:gd name="T69" fmla="*/ 3 h 426"/>
                <a:gd name="T70" fmla="*/ 2 w 246"/>
                <a:gd name="T71" fmla="*/ 3 h 426"/>
                <a:gd name="T72" fmla="*/ 2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246" y="426"/>
                  </a:moveTo>
                  <a:lnTo>
                    <a:pt x="246" y="426"/>
                  </a:lnTo>
                  <a:lnTo>
                    <a:pt x="245" y="384"/>
                  </a:lnTo>
                  <a:lnTo>
                    <a:pt x="242" y="340"/>
                  </a:lnTo>
                  <a:lnTo>
                    <a:pt x="236" y="301"/>
                  </a:lnTo>
                  <a:lnTo>
                    <a:pt x="228" y="262"/>
                  </a:lnTo>
                  <a:lnTo>
                    <a:pt x="217" y="224"/>
                  </a:lnTo>
                  <a:lnTo>
                    <a:pt x="205" y="190"/>
                  </a:lnTo>
                  <a:lnTo>
                    <a:pt x="191" y="158"/>
                  </a:lnTo>
                  <a:lnTo>
                    <a:pt x="176" y="126"/>
                  </a:lnTo>
                  <a:lnTo>
                    <a:pt x="157" y="99"/>
                  </a:lnTo>
                  <a:lnTo>
                    <a:pt x="139" y="75"/>
                  </a:lnTo>
                  <a:lnTo>
                    <a:pt x="119" y="53"/>
                  </a:lnTo>
                  <a:lnTo>
                    <a:pt x="96" y="34"/>
                  </a:lnTo>
                  <a:lnTo>
                    <a:pt x="75" y="19"/>
                  </a:lnTo>
                  <a:lnTo>
                    <a:pt x="51" y="9"/>
                  </a:lnTo>
                  <a:lnTo>
                    <a:pt x="26" y="3"/>
                  </a:lnTo>
                  <a:lnTo>
                    <a:pt x="0" y="0"/>
                  </a:lnTo>
                  <a:lnTo>
                    <a:pt x="0" y="12"/>
                  </a:lnTo>
                  <a:lnTo>
                    <a:pt x="24" y="15"/>
                  </a:lnTo>
                  <a:lnTo>
                    <a:pt x="46" y="20"/>
                  </a:lnTo>
                  <a:lnTo>
                    <a:pt x="68" y="31"/>
                  </a:lnTo>
                  <a:lnTo>
                    <a:pt x="89" y="44"/>
                  </a:lnTo>
                  <a:lnTo>
                    <a:pt x="109" y="63"/>
                  </a:lnTo>
                  <a:lnTo>
                    <a:pt x="129" y="83"/>
                  </a:lnTo>
                  <a:lnTo>
                    <a:pt x="148" y="106"/>
                  </a:lnTo>
                  <a:lnTo>
                    <a:pt x="164" y="133"/>
                  </a:lnTo>
                  <a:lnTo>
                    <a:pt x="180" y="162"/>
                  </a:lnTo>
                  <a:lnTo>
                    <a:pt x="194" y="195"/>
                  </a:lnTo>
                  <a:lnTo>
                    <a:pt x="205" y="229"/>
                  </a:lnTo>
                  <a:lnTo>
                    <a:pt x="216" y="264"/>
                  </a:lnTo>
                  <a:lnTo>
                    <a:pt x="224" y="303"/>
                  </a:lnTo>
                  <a:lnTo>
                    <a:pt x="230" y="343"/>
                  </a:lnTo>
                  <a:lnTo>
                    <a:pt x="233" y="384"/>
                  </a:lnTo>
                  <a:lnTo>
                    <a:pt x="235" y="426"/>
                  </a:lnTo>
                  <a:lnTo>
                    <a:pt x="246"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8655" name="Freeform 61"/>
            <p:cNvSpPr>
              <a:spLocks/>
            </p:cNvSpPr>
            <p:nvPr/>
          </p:nvSpPr>
          <p:spPr bwMode="auto">
            <a:xfrm>
              <a:off x="1392" y="2203"/>
              <a:ext cx="49" cy="85"/>
            </a:xfrm>
            <a:custGeom>
              <a:avLst/>
              <a:gdLst>
                <a:gd name="T0" fmla="*/ 0 w 246"/>
                <a:gd name="T1" fmla="*/ 3 h 424"/>
                <a:gd name="T2" fmla="*/ 0 w 246"/>
                <a:gd name="T3" fmla="*/ 3 h 424"/>
                <a:gd name="T4" fmla="*/ 0 w 246"/>
                <a:gd name="T5" fmla="*/ 3 h 424"/>
                <a:gd name="T6" fmla="*/ 0 w 246"/>
                <a:gd name="T7" fmla="*/ 3 h 424"/>
                <a:gd name="T8" fmla="*/ 1 w 246"/>
                <a:gd name="T9" fmla="*/ 3 h 424"/>
                <a:gd name="T10" fmla="*/ 1 w 246"/>
                <a:gd name="T11" fmla="*/ 3 h 424"/>
                <a:gd name="T12" fmla="*/ 1 w 246"/>
                <a:gd name="T13" fmla="*/ 3 h 424"/>
                <a:gd name="T14" fmla="*/ 1 w 246"/>
                <a:gd name="T15" fmla="*/ 3 h 424"/>
                <a:gd name="T16" fmla="*/ 1 w 246"/>
                <a:gd name="T17" fmla="*/ 3 h 424"/>
                <a:gd name="T18" fmla="*/ 1 w 246"/>
                <a:gd name="T19" fmla="*/ 2 h 424"/>
                <a:gd name="T20" fmla="*/ 2 w 246"/>
                <a:gd name="T21" fmla="*/ 2 h 424"/>
                <a:gd name="T22" fmla="*/ 2 w 246"/>
                <a:gd name="T23" fmla="*/ 2 h 424"/>
                <a:gd name="T24" fmla="*/ 2 w 246"/>
                <a:gd name="T25" fmla="*/ 2 h 424"/>
                <a:gd name="T26" fmla="*/ 2 w 246"/>
                <a:gd name="T27" fmla="*/ 1 h 424"/>
                <a:gd name="T28" fmla="*/ 2 w 246"/>
                <a:gd name="T29" fmla="*/ 1 h 424"/>
                <a:gd name="T30" fmla="*/ 2 w 246"/>
                <a:gd name="T31" fmla="*/ 1 h 424"/>
                <a:gd name="T32" fmla="*/ 2 w 246"/>
                <a:gd name="T33" fmla="*/ 0 h 424"/>
                <a:gd name="T34" fmla="*/ 2 w 246"/>
                <a:gd name="T35" fmla="*/ 0 h 424"/>
                <a:gd name="T36" fmla="*/ 2 w 246"/>
                <a:gd name="T37" fmla="*/ 0 h 424"/>
                <a:gd name="T38" fmla="*/ 2 w 246"/>
                <a:gd name="T39" fmla="*/ 0 h 424"/>
                <a:gd name="T40" fmla="*/ 2 w 246"/>
                <a:gd name="T41" fmla="*/ 1 h 424"/>
                <a:gd name="T42" fmla="*/ 2 w 246"/>
                <a:gd name="T43" fmla="*/ 1 h 424"/>
                <a:gd name="T44" fmla="*/ 2 w 246"/>
                <a:gd name="T45" fmla="*/ 1 h 424"/>
                <a:gd name="T46" fmla="*/ 2 w 246"/>
                <a:gd name="T47" fmla="*/ 2 h 424"/>
                <a:gd name="T48" fmla="*/ 2 w 246"/>
                <a:gd name="T49" fmla="*/ 2 h 424"/>
                <a:gd name="T50" fmla="*/ 1 w 246"/>
                <a:gd name="T51" fmla="*/ 2 h 424"/>
                <a:gd name="T52" fmla="*/ 1 w 246"/>
                <a:gd name="T53" fmla="*/ 2 h 424"/>
                <a:gd name="T54" fmla="*/ 1 w 246"/>
                <a:gd name="T55" fmla="*/ 3 h 424"/>
                <a:gd name="T56" fmla="*/ 1 w 246"/>
                <a:gd name="T57" fmla="*/ 3 h 424"/>
                <a:gd name="T58" fmla="*/ 1 w 246"/>
                <a:gd name="T59" fmla="*/ 3 h 424"/>
                <a:gd name="T60" fmla="*/ 1 w 246"/>
                <a:gd name="T61" fmla="*/ 3 h 424"/>
                <a:gd name="T62" fmla="*/ 1 w 246"/>
                <a:gd name="T63" fmla="*/ 3 h 424"/>
                <a:gd name="T64" fmla="*/ 0 w 246"/>
                <a:gd name="T65" fmla="*/ 3 h 424"/>
                <a:gd name="T66" fmla="*/ 0 w 246"/>
                <a:gd name="T67" fmla="*/ 3 h 424"/>
                <a:gd name="T68" fmla="*/ 0 w 246"/>
                <a:gd name="T69" fmla="*/ 3 h 424"/>
                <a:gd name="T70" fmla="*/ 0 w 246"/>
                <a:gd name="T71" fmla="*/ 3 h 424"/>
                <a:gd name="T72" fmla="*/ 0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0" y="424"/>
                  </a:moveTo>
                  <a:lnTo>
                    <a:pt x="0" y="424"/>
                  </a:lnTo>
                  <a:lnTo>
                    <a:pt x="26" y="422"/>
                  </a:lnTo>
                  <a:lnTo>
                    <a:pt x="51" y="416"/>
                  </a:lnTo>
                  <a:lnTo>
                    <a:pt x="75" y="406"/>
                  </a:lnTo>
                  <a:lnTo>
                    <a:pt x="96" y="390"/>
                  </a:lnTo>
                  <a:lnTo>
                    <a:pt x="119" y="373"/>
                  </a:lnTo>
                  <a:lnTo>
                    <a:pt x="139" y="351"/>
                  </a:lnTo>
                  <a:lnTo>
                    <a:pt x="157" y="326"/>
                  </a:lnTo>
                  <a:lnTo>
                    <a:pt x="175" y="299"/>
                  </a:lnTo>
                  <a:lnTo>
                    <a:pt x="191" y="269"/>
                  </a:lnTo>
                  <a:lnTo>
                    <a:pt x="205" y="236"/>
                  </a:lnTo>
                  <a:lnTo>
                    <a:pt x="217" y="202"/>
                  </a:lnTo>
                  <a:lnTo>
                    <a:pt x="228" y="163"/>
                  </a:lnTo>
                  <a:lnTo>
                    <a:pt x="236" y="125"/>
                  </a:lnTo>
                  <a:lnTo>
                    <a:pt x="242" y="86"/>
                  </a:lnTo>
                  <a:lnTo>
                    <a:pt x="245" y="42"/>
                  </a:lnTo>
                  <a:lnTo>
                    <a:pt x="246" y="0"/>
                  </a:lnTo>
                  <a:lnTo>
                    <a:pt x="235" y="0"/>
                  </a:lnTo>
                  <a:lnTo>
                    <a:pt x="233" y="42"/>
                  </a:lnTo>
                  <a:lnTo>
                    <a:pt x="230" y="83"/>
                  </a:lnTo>
                  <a:lnTo>
                    <a:pt x="224" y="123"/>
                  </a:lnTo>
                  <a:lnTo>
                    <a:pt x="216" y="161"/>
                  </a:lnTo>
                  <a:lnTo>
                    <a:pt x="205" y="197"/>
                  </a:lnTo>
                  <a:lnTo>
                    <a:pt x="194" y="231"/>
                  </a:lnTo>
                  <a:lnTo>
                    <a:pt x="180" y="264"/>
                  </a:lnTo>
                  <a:lnTo>
                    <a:pt x="166" y="292"/>
                  </a:lnTo>
                  <a:lnTo>
                    <a:pt x="148" y="319"/>
                  </a:lnTo>
                  <a:lnTo>
                    <a:pt x="129" y="344"/>
                  </a:lnTo>
                  <a:lnTo>
                    <a:pt x="109" y="364"/>
                  </a:lnTo>
                  <a:lnTo>
                    <a:pt x="89" y="381"/>
                  </a:lnTo>
                  <a:lnTo>
                    <a:pt x="68" y="394"/>
                  </a:lnTo>
                  <a:lnTo>
                    <a:pt x="46" y="405"/>
                  </a:lnTo>
                  <a:lnTo>
                    <a:pt x="24" y="410"/>
                  </a:lnTo>
                  <a:lnTo>
                    <a:pt x="0" y="413"/>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8656" name="Freeform 62"/>
            <p:cNvSpPr>
              <a:spLocks/>
            </p:cNvSpPr>
            <p:nvPr/>
          </p:nvSpPr>
          <p:spPr bwMode="auto">
            <a:xfrm>
              <a:off x="1343" y="2203"/>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2" y="42"/>
                  </a:lnTo>
                  <a:lnTo>
                    <a:pt x="5" y="86"/>
                  </a:lnTo>
                  <a:lnTo>
                    <a:pt x="11" y="125"/>
                  </a:lnTo>
                  <a:lnTo>
                    <a:pt x="19" y="163"/>
                  </a:lnTo>
                  <a:lnTo>
                    <a:pt x="30" y="202"/>
                  </a:lnTo>
                  <a:lnTo>
                    <a:pt x="41" y="236"/>
                  </a:lnTo>
                  <a:lnTo>
                    <a:pt x="56" y="269"/>
                  </a:lnTo>
                  <a:lnTo>
                    <a:pt x="72" y="299"/>
                  </a:lnTo>
                  <a:lnTo>
                    <a:pt x="90" y="326"/>
                  </a:lnTo>
                  <a:lnTo>
                    <a:pt x="108" y="351"/>
                  </a:lnTo>
                  <a:lnTo>
                    <a:pt x="127" y="373"/>
                  </a:lnTo>
                  <a:lnTo>
                    <a:pt x="149" y="390"/>
                  </a:lnTo>
                  <a:lnTo>
                    <a:pt x="172" y="406"/>
                  </a:lnTo>
                  <a:lnTo>
                    <a:pt x="195" y="416"/>
                  </a:lnTo>
                  <a:lnTo>
                    <a:pt x="220" y="422"/>
                  </a:lnTo>
                  <a:lnTo>
                    <a:pt x="245" y="424"/>
                  </a:lnTo>
                  <a:lnTo>
                    <a:pt x="245" y="413"/>
                  </a:lnTo>
                  <a:lnTo>
                    <a:pt x="222" y="410"/>
                  </a:lnTo>
                  <a:lnTo>
                    <a:pt x="200" y="405"/>
                  </a:lnTo>
                  <a:lnTo>
                    <a:pt x="179" y="394"/>
                  </a:lnTo>
                  <a:lnTo>
                    <a:pt x="156" y="381"/>
                  </a:lnTo>
                  <a:lnTo>
                    <a:pt x="136" y="364"/>
                  </a:lnTo>
                  <a:lnTo>
                    <a:pt x="118" y="344"/>
                  </a:lnTo>
                  <a:lnTo>
                    <a:pt x="99" y="319"/>
                  </a:lnTo>
                  <a:lnTo>
                    <a:pt x="81" y="292"/>
                  </a:lnTo>
                  <a:lnTo>
                    <a:pt x="67" y="264"/>
                  </a:lnTo>
                  <a:lnTo>
                    <a:pt x="53" y="231"/>
                  </a:lnTo>
                  <a:lnTo>
                    <a:pt x="41" y="197"/>
                  </a:lnTo>
                  <a:lnTo>
                    <a:pt x="31" y="161"/>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8657" name="Freeform 63"/>
            <p:cNvSpPr>
              <a:spLocks/>
            </p:cNvSpPr>
            <p:nvPr/>
          </p:nvSpPr>
          <p:spPr bwMode="auto">
            <a:xfrm>
              <a:off x="1343" y="2118"/>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1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20" y="3"/>
                  </a:lnTo>
                  <a:lnTo>
                    <a:pt x="195" y="9"/>
                  </a:lnTo>
                  <a:lnTo>
                    <a:pt x="172" y="19"/>
                  </a:lnTo>
                  <a:lnTo>
                    <a:pt x="149" y="34"/>
                  </a:lnTo>
                  <a:lnTo>
                    <a:pt x="127" y="53"/>
                  </a:lnTo>
                  <a:lnTo>
                    <a:pt x="108" y="75"/>
                  </a:lnTo>
                  <a:lnTo>
                    <a:pt x="90" y="99"/>
                  </a:lnTo>
                  <a:lnTo>
                    <a:pt x="71" y="126"/>
                  </a:lnTo>
                  <a:lnTo>
                    <a:pt x="56" y="158"/>
                  </a:lnTo>
                  <a:lnTo>
                    <a:pt x="41" y="190"/>
                  </a:lnTo>
                  <a:lnTo>
                    <a:pt x="30" y="224"/>
                  </a:lnTo>
                  <a:lnTo>
                    <a:pt x="19" y="262"/>
                  </a:lnTo>
                  <a:lnTo>
                    <a:pt x="11" y="301"/>
                  </a:lnTo>
                  <a:lnTo>
                    <a:pt x="5" y="340"/>
                  </a:lnTo>
                  <a:lnTo>
                    <a:pt x="2" y="384"/>
                  </a:lnTo>
                  <a:lnTo>
                    <a:pt x="0" y="426"/>
                  </a:lnTo>
                  <a:lnTo>
                    <a:pt x="12" y="426"/>
                  </a:lnTo>
                  <a:lnTo>
                    <a:pt x="13" y="384"/>
                  </a:lnTo>
                  <a:lnTo>
                    <a:pt x="17" y="343"/>
                  </a:lnTo>
                  <a:lnTo>
                    <a:pt x="23" y="303"/>
                  </a:lnTo>
                  <a:lnTo>
                    <a:pt x="31" y="264"/>
                  </a:lnTo>
                  <a:lnTo>
                    <a:pt x="41" y="229"/>
                  </a:lnTo>
                  <a:lnTo>
                    <a:pt x="53" y="195"/>
                  </a:lnTo>
                  <a:lnTo>
                    <a:pt x="67" y="162"/>
                  </a:lnTo>
                  <a:lnTo>
                    <a:pt x="82" y="133"/>
                  </a:lnTo>
                  <a:lnTo>
                    <a:pt x="99" y="106"/>
                  </a:lnTo>
                  <a:lnTo>
                    <a:pt x="118" y="83"/>
                  </a:lnTo>
                  <a:lnTo>
                    <a:pt x="136" y="63"/>
                  </a:lnTo>
                  <a:lnTo>
                    <a:pt x="156" y="44"/>
                  </a:lnTo>
                  <a:lnTo>
                    <a:pt x="179" y="31"/>
                  </a:lnTo>
                  <a:lnTo>
                    <a:pt x="200" y="20"/>
                  </a:lnTo>
                  <a:lnTo>
                    <a:pt x="222" y="15"/>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8658" name="Freeform 64"/>
            <p:cNvSpPr>
              <a:spLocks/>
            </p:cNvSpPr>
            <p:nvPr/>
          </p:nvSpPr>
          <p:spPr bwMode="auto">
            <a:xfrm>
              <a:off x="1384" y="1859"/>
              <a:ext cx="49" cy="84"/>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1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3" y="382"/>
                  </a:lnTo>
                  <a:lnTo>
                    <a:pt x="240" y="339"/>
                  </a:lnTo>
                  <a:lnTo>
                    <a:pt x="234" y="299"/>
                  </a:lnTo>
                  <a:lnTo>
                    <a:pt x="226" y="261"/>
                  </a:lnTo>
                  <a:lnTo>
                    <a:pt x="215" y="222"/>
                  </a:lnTo>
                  <a:lnTo>
                    <a:pt x="204" y="188"/>
                  </a:lnTo>
                  <a:lnTo>
                    <a:pt x="189" y="156"/>
                  </a:lnTo>
                  <a:lnTo>
                    <a:pt x="173" y="125"/>
                  </a:lnTo>
                  <a:lnTo>
                    <a:pt x="155" y="98"/>
                  </a:lnTo>
                  <a:lnTo>
                    <a:pt x="138" y="74"/>
                  </a:lnTo>
                  <a:lnTo>
                    <a:pt x="118" y="51"/>
                  </a:lnTo>
                  <a:lnTo>
                    <a:pt x="96" y="34"/>
                  </a:lnTo>
                  <a:lnTo>
                    <a:pt x="73" y="18"/>
                  </a:lnTo>
                  <a:lnTo>
                    <a:pt x="50" y="8"/>
                  </a:lnTo>
                  <a:lnTo>
                    <a:pt x="25" y="2"/>
                  </a:lnTo>
                  <a:lnTo>
                    <a:pt x="0" y="0"/>
                  </a:lnTo>
                  <a:lnTo>
                    <a:pt x="0" y="11"/>
                  </a:lnTo>
                  <a:lnTo>
                    <a:pt x="23" y="14"/>
                  </a:lnTo>
                  <a:lnTo>
                    <a:pt x="45" y="20"/>
                  </a:lnTo>
                  <a:lnTo>
                    <a:pt x="66" y="30"/>
                  </a:lnTo>
                  <a:lnTo>
                    <a:pt x="89" y="43"/>
                  </a:lnTo>
                  <a:lnTo>
                    <a:pt x="109" y="61"/>
                  </a:lnTo>
                  <a:lnTo>
                    <a:pt x="129" y="81"/>
                  </a:lnTo>
                  <a:lnTo>
                    <a:pt x="146" y="105"/>
                  </a:lnTo>
                  <a:lnTo>
                    <a:pt x="164" y="132"/>
                  </a:lnTo>
                  <a:lnTo>
                    <a:pt x="178" y="160"/>
                  </a:lnTo>
                  <a:lnTo>
                    <a:pt x="192" y="193"/>
                  </a:lnTo>
                  <a:lnTo>
                    <a:pt x="204" y="227"/>
                  </a:lnTo>
                  <a:lnTo>
                    <a:pt x="214" y="264"/>
                  </a:lnTo>
                  <a:lnTo>
                    <a:pt x="222" y="301"/>
                  </a:lnTo>
                  <a:lnTo>
                    <a:pt x="228"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8659" name="Freeform 65"/>
            <p:cNvSpPr>
              <a:spLocks/>
            </p:cNvSpPr>
            <p:nvPr/>
          </p:nvSpPr>
          <p:spPr bwMode="auto">
            <a:xfrm>
              <a:off x="1384" y="1943"/>
              <a:ext cx="49" cy="86"/>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5" y="423"/>
                  </a:lnTo>
                  <a:lnTo>
                    <a:pt x="50" y="418"/>
                  </a:lnTo>
                  <a:lnTo>
                    <a:pt x="73" y="407"/>
                  </a:lnTo>
                  <a:lnTo>
                    <a:pt x="96" y="392"/>
                  </a:lnTo>
                  <a:lnTo>
                    <a:pt x="118" y="374"/>
                  </a:lnTo>
                  <a:lnTo>
                    <a:pt x="138" y="352"/>
                  </a:lnTo>
                  <a:lnTo>
                    <a:pt x="155" y="327"/>
                  </a:lnTo>
                  <a:lnTo>
                    <a:pt x="174" y="300"/>
                  </a:lnTo>
                  <a:lnTo>
                    <a:pt x="189" y="269"/>
                  </a:lnTo>
                  <a:lnTo>
                    <a:pt x="204" y="237"/>
                  </a:lnTo>
                  <a:lnTo>
                    <a:pt x="215" y="202"/>
                  </a:lnTo>
                  <a:lnTo>
                    <a:pt x="226" y="164"/>
                  </a:lnTo>
                  <a:lnTo>
                    <a:pt x="234" y="126"/>
                  </a:lnTo>
                  <a:lnTo>
                    <a:pt x="240" y="86"/>
                  </a:lnTo>
                  <a:lnTo>
                    <a:pt x="243" y="42"/>
                  </a:lnTo>
                  <a:lnTo>
                    <a:pt x="245" y="0"/>
                  </a:lnTo>
                  <a:lnTo>
                    <a:pt x="233" y="0"/>
                  </a:lnTo>
                  <a:lnTo>
                    <a:pt x="232" y="42"/>
                  </a:lnTo>
                  <a:lnTo>
                    <a:pt x="228" y="83"/>
                  </a:lnTo>
                  <a:lnTo>
                    <a:pt x="222" y="123"/>
                  </a:lnTo>
                  <a:lnTo>
                    <a:pt x="214" y="162"/>
                  </a:lnTo>
                  <a:lnTo>
                    <a:pt x="204" y="197"/>
                  </a:lnTo>
                  <a:lnTo>
                    <a:pt x="192" y="232"/>
                  </a:lnTo>
                  <a:lnTo>
                    <a:pt x="178" y="264"/>
                  </a:lnTo>
                  <a:lnTo>
                    <a:pt x="163" y="293"/>
                  </a:lnTo>
                  <a:lnTo>
                    <a:pt x="146" y="320"/>
                  </a:lnTo>
                  <a:lnTo>
                    <a:pt x="129" y="345"/>
                  </a:lnTo>
                  <a:lnTo>
                    <a:pt x="109" y="365"/>
                  </a:lnTo>
                  <a:lnTo>
                    <a:pt x="89" y="382"/>
                  </a:lnTo>
                  <a:lnTo>
                    <a:pt x="66" y="395"/>
                  </a:lnTo>
                  <a:lnTo>
                    <a:pt x="45" y="406"/>
                  </a:lnTo>
                  <a:lnTo>
                    <a:pt x="23"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8660" name="Freeform 66"/>
            <p:cNvSpPr>
              <a:spLocks/>
            </p:cNvSpPr>
            <p:nvPr/>
          </p:nvSpPr>
          <p:spPr bwMode="auto">
            <a:xfrm>
              <a:off x="1335" y="1943"/>
              <a:ext cx="49" cy="86"/>
            </a:xfrm>
            <a:custGeom>
              <a:avLst/>
              <a:gdLst>
                <a:gd name="T0" fmla="*/ 0 w 246"/>
                <a:gd name="T1" fmla="*/ 0 h 426"/>
                <a:gd name="T2" fmla="*/ 0 w 246"/>
                <a:gd name="T3" fmla="*/ 0 h 426"/>
                <a:gd name="T4" fmla="*/ 0 w 246"/>
                <a:gd name="T5" fmla="*/ 0 h 426"/>
                <a:gd name="T6" fmla="*/ 0 w 246"/>
                <a:gd name="T7" fmla="*/ 1 h 426"/>
                <a:gd name="T8" fmla="*/ 0 w 246"/>
                <a:gd name="T9" fmla="*/ 1 h 426"/>
                <a:gd name="T10" fmla="*/ 0 w 246"/>
                <a:gd name="T11" fmla="*/ 1 h 426"/>
                <a:gd name="T12" fmla="*/ 0 w 246"/>
                <a:gd name="T13" fmla="*/ 2 h 426"/>
                <a:gd name="T14" fmla="*/ 0 w 246"/>
                <a:gd name="T15" fmla="*/ 2 h 426"/>
                <a:gd name="T16" fmla="*/ 0 w 246"/>
                <a:gd name="T17" fmla="*/ 2 h 426"/>
                <a:gd name="T18" fmla="*/ 1 w 246"/>
                <a:gd name="T19" fmla="*/ 2 h 426"/>
                <a:gd name="T20" fmla="*/ 1 w 246"/>
                <a:gd name="T21" fmla="*/ 3 h 426"/>
                <a:gd name="T22" fmla="*/ 1 w 246"/>
                <a:gd name="T23" fmla="*/ 3 h 426"/>
                <a:gd name="T24" fmla="*/ 1 w 246"/>
                <a:gd name="T25" fmla="*/ 3 h 426"/>
                <a:gd name="T26" fmla="*/ 1 w 246"/>
                <a:gd name="T27" fmla="*/ 3 h 426"/>
                <a:gd name="T28" fmla="*/ 1 w 246"/>
                <a:gd name="T29" fmla="*/ 3 h 426"/>
                <a:gd name="T30" fmla="*/ 2 w 246"/>
                <a:gd name="T31" fmla="*/ 3 h 426"/>
                <a:gd name="T32" fmla="*/ 2 w 246"/>
                <a:gd name="T33" fmla="*/ 3 h 426"/>
                <a:gd name="T34" fmla="*/ 2 w 246"/>
                <a:gd name="T35" fmla="*/ 3 h 426"/>
                <a:gd name="T36" fmla="*/ 2 w 246"/>
                <a:gd name="T37" fmla="*/ 3 h 426"/>
                <a:gd name="T38" fmla="*/ 2 w 246"/>
                <a:gd name="T39" fmla="*/ 3 h 426"/>
                <a:gd name="T40" fmla="*/ 2 w 246"/>
                <a:gd name="T41" fmla="*/ 3 h 426"/>
                <a:gd name="T42" fmla="*/ 1 w 246"/>
                <a:gd name="T43" fmla="*/ 3 h 426"/>
                <a:gd name="T44" fmla="*/ 1 w 246"/>
                <a:gd name="T45" fmla="*/ 3 h 426"/>
                <a:gd name="T46" fmla="*/ 1 w 246"/>
                <a:gd name="T47" fmla="*/ 3 h 426"/>
                <a:gd name="T48" fmla="*/ 1 w 246"/>
                <a:gd name="T49" fmla="*/ 3 h 426"/>
                <a:gd name="T50" fmla="*/ 1 w 246"/>
                <a:gd name="T51" fmla="*/ 3 h 426"/>
                <a:gd name="T52" fmla="*/ 1 w 246"/>
                <a:gd name="T53" fmla="*/ 2 h 426"/>
                <a:gd name="T54" fmla="*/ 1 w 246"/>
                <a:gd name="T55" fmla="*/ 2 h 426"/>
                <a:gd name="T56" fmla="*/ 0 w 246"/>
                <a:gd name="T57" fmla="*/ 2 h 426"/>
                <a:gd name="T58" fmla="*/ 0 w 246"/>
                <a:gd name="T59" fmla="*/ 2 h 426"/>
                <a:gd name="T60" fmla="*/ 0 w 246"/>
                <a:gd name="T61" fmla="*/ 1 h 426"/>
                <a:gd name="T62" fmla="*/ 0 w 246"/>
                <a:gd name="T63" fmla="*/ 1 h 426"/>
                <a:gd name="T64" fmla="*/ 0 w 246"/>
                <a:gd name="T65" fmla="*/ 1 h 426"/>
                <a:gd name="T66" fmla="*/ 0 w 246"/>
                <a:gd name="T67" fmla="*/ 0 h 426"/>
                <a:gd name="T68" fmla="*/ 0 w 246"/>
                <a:gd name="T69" fmla="*/ 0 h 426"/>
                <a:gd name="T70" fmla="*/ 0 w 246"/>
                <a:gd name="T71" fmla="*/ 0 h 426"/>
                <a:gd name="T72" fmla="*/ 0 w 246"/>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0"/>
                  </a:moveTo>
                  <a:lnTo>
                    <a:pt x="0" y="0"/>
                  </a:lnTo>
                  <a:lnTo>
                    <a:pt x="1" y="42"/>
                  </a:lnTo>
                  <a:lnTo>
                    <a:pt x="4" y="86"/>
                  </a:lnTo>
                  <a:lnTo>
                    <a:pt x="10" y="126"/>
                  </a:lnTo>
                  <a:lnTo>
                    <a:pt x="18" y="164"/>
                  </a:lnTo>
                  <a:lnTo>
                    <a:pt x="29" y="202"/>
                  </a:lnTo>
                  <a:lnTo>
                    <a:pt x="41" y="237"/>
                  </a:lnTo>
                  <a:lnTo>
                    <a:pt x="55" y="269"/>
                  </a:lnTo>
                  <a:lnTo>
                    <a:pt x="71" y="300"/>
                  </a:lnTo>
                  <a:lnTo>
                    <a:pt x="89" y="327"/>
                  </a:lnTo>
                  <a:lnTo>
                    <a:pt x="107" y="352"/>
                  </a:lnTo>
                  <a:lnTo>
                    <a:pt x="127" y="374"/>
                  </a:lnTo>
                  <a:lnTo>
                    <a:pt x="150" y="392"/>
                  </a:lnTo>
                  <a:lnTo>
                    <a:pt x="171" y="407"/>
                  </a:lnTo>
                  <a:lnTo>
                    <a:pt x="195" y="418"/>
                  </a:lnTo>
                  <a:lnTo>
                    <a:pt x="220" y="423"/>
                  </a:lnTo>
                  <a:lnTo>
                    <a:pt x="246" y="426"/>
                  </a:lnTo>
                  <a:lnTo>
                    <a:pt x="246" y="414"/>
                  </a:lnTo>
                  <a:lnTo>
                    <a:pt x="222" y="412"/>
                  </a:lnTo>
                  <a:lnTo>
                    <a:pt x="200" y="406"/>
                  </a:lnTo>
                  <a:lnTo>
                    <a:pt x="178" y="395"/>
                  </a:lnTo>
                  <a:lnTo>
                    <a:pt x="157" y="382"/>
                  </a:lnTo>
                  <a:lnTo>
                    <a:pt x="137" y="365"/>
                  </a:lnTo>
                  <a:lnTo>
                    <a:pt x="117" y="345"/>
                  </a:lnTo>
                  <a:lnTo>
                    <a:pt x="98" y="320"/>
                  </a:lnTo>
                  <a:lnTo>
                    <a:pt x="83" y="293"/>
                  </a:lnTo>
                  <a:lnTo>
                    <a:pt x="66" y="264"/>
                  </a:lnTo>
                  <a:lnTo>
                    <a:pt x="52" y="232"/>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8661" name="Freeform 67"/>
            <p:cNvSpPr>
              <a:spLocks/>
            </p:cNvSpPr>
            <p:nvPr/>
          </p:nvSpPr>
          <p:spPr bwMode="auto">
            <a:xfrm>
              <a:off x="1335" y="1859"/>
              <a:ext cx="49" cy="84"/>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1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0" y="2"/>
                  </a:lnTo>
                  <a:lnTo>
                    <a:pt x="195" y="8"/>
                  </a:lnTo>
                  <a:lnTo>
                    <a:pt x="171" y="18"/>
                  </a:lnTo>
                  <a:lnTo>
                    <a:pt x="150" y="34"/>
                  </a:lnTo>
                  <a:lnTo>
                    <a:pt x="127" y="51"/>
                  </a:lnTo>
                  <a:lnTo>
                    <a:pt x="107" y="74"/>
                  </a:lnTo>
                  <a:lnTo>
                    <a:pt x="89" y="98"/>
                  </a:lnTo>
                  <a:lnTo>
                    <a:pt x="72" y="125"/>
                  </a:lnTo>
                  <a:lnTo>
                    <a:pt x="55" y="156"/>
                  </a:lnTo>
                  <a:lnTo>
                    <a:pt x="41" y="188"/>
                  </a:lnTo>
                  <a:lnTo>
                    <a:pt x="29" y="222"/>
                  </a:lnTo>
                  <a:lnTo>
                    <a:pt x="18" y="261"/>
                  </a:lnTo>
                  <a:lnTo>
                    <a:pt x="10" y="299"/>
                  </a:lnTo>
                  <a:lnTo>
                    <a:pt x="4" y="339"/>
                  </a:lnTo>
                  <a:lnTo>
                    <a:pt x="1" y="382"/>
                  </a:lnTo>
                  <a:lnTo>
                    <a:pt x="0" y="424"/>
                  </a:lnTo>
                  <a:lnTo>
                    <a:pt x="11" y="424"/>
                  </a:lnTo>
                  <a:lnTo>
                    <a:pt x="13" y="382"/>
                  </a:lnTo>
                  <a:lnTo>
                    <a:pt x="16" y="341"/>
                  </a:lnTo>
                  <a:lnTo>
                    <a:pt x="22" y="301"/>
                  </a:lnTo>
                  <a:lnTo>
                    <a:pt x="30" y="264"/>
                  </a:lnTo>
                  <a:lnTo>
                    <a:pt x="41" y="227"/>
                  </a:lnTo>
                  <a:lnTo>
                    <a:pt x="52" y="193"/>
                  </a:lnTo>
                  <a:lnTo>
                    <a:pt x="66" y="160"/>
                  </a:lnTo>
                  <a:lnTo>
                    <a:pt x="82" y="132"/>
                  </a:lnTo>
                  <a:lnTo>
                    <a:pt x="98" y="105"/>
                  </a:lnTo>
                  <a:lnTo>
                    <a:pt x="117" y="81"/>
                  </a:lnTo>
                  <a:lnTo>
                    <a:pt x="137" y="61"/>
                  </a:lnTo>
                  <a:lnTo>
                    <a:pt x="157" y="43"/>
                  </a:lnTo>
                  <a:lnTo>
                    <a:pt x="178" y="30"/>
                  </a:lnTo>
                  <a:lnTo>
                    <a:pt x="200" y="20"/>
                  </a:lnTo>
                  <a:lnTo>
                    <a:pt x="222" y="14"/>
                  </a:lnTo>
                  <a:lnTo>
                    <a:pt x="246" y="11"/>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8662" name="Freeform 68"/>
            <p:cNvSpPr>
              <a:spLocks/>
            </p:cNvSpPr>
            <p:nvPr/>
          </p:nvSpPr>
          <p:spPr bwMode="auto">
            <a:xfrm>
              <a:off x="1552" y="1751"/>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1" y="339"/>
                  </a:lnTo>
                  <a:lnTo>
                    <a:pt x="235" y="299"/>
                  </a:lnTo>
                  <a:lnTo>
                    <a:pt x="226" y="261"/>
                  </a:lnTo>
                  <a:lnTo>
                    <a:pt x="216" y="223"/>
                  </a:lnTo>
                  <a:lnTo>
                    <a:pt x="204" y="189"/>
                  </a:lnTo>
                  <a:lnTo>
                    <a:pt x="190" y="156"/>
                  </a:lnTo>
                  <a:lnTo>
                    <a:pt x="174" y="125"/>
                  </a:lnTo>
                  <a:lnTo>
                    <a:pt x="156" y="98"/>
                  </a:lnTo>
                  <a:lnTo>
                    <a:pt x="137" y="74"/>
                  </a:lnTo>
                  <a:lnTo>
                    <a:pt x="119" y="52"/>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8" y="81"/>
                  </a:lnTo>
                  <a:lnTo>
                    <a:pt x="147" y="105"/>
                  </a:lnTo>
                  <a:lnTo>
                    <a:pt x="164" y="132"/>
                  </a:lnTo>
                  <a:lnTo>
                    <a:pt x="178" y="161"/>
                  </a:lnTo>
                  <a:lnTo>
                    <a:pt x="193" y="193"/>
                  </a:lnTo>
                  <a:lnTo>
                    <a:pt x="204" y="227"/>
                  </a:lnTo>
                  <a:lnTo>
                    <a:pt x="215" y="264"/>
                  </a:lnTo>
                  <a:lnTo>
                    <a:pt x="223" y="301"/>
                  </a:lnTo>
                  <a:lnTo>
                    <a:pt x="229" y="341"/>
                  </a:lnTo>
                  <a:lnTo>
                    <a:pt x="232" y="382"/>
                  </a:lnTo>
                  <a:lnTo>
                    <a:pt x="234"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8663" name="Freeform 69"/>
            <p:cNvSpPr>
              <a:spLocks/>
            </p:cNvSpPr>
            <p:nvPr/>
          </p:nvSpPr>
          <p:spPr bwMode="auto">
            <a:xfrm>
              <a:off x="1552" y="1836"/>
              <a:ext cx="49" cy="85"/>
            </a:xfrm>
            <a:custGeom>
              <a:avLst/>
              <a:gdLst>
                <a:gd name="T0" fmla="*/ 0 w 245"/>
                <a:gd name="T1" fmla="*/ 3 h 425"/>
                <a:gd name="T2" fmla="*/ 0 w 245"/>
                <a:gd name="T3" fmla="*/ 3 h 425"/>
                <a:gd name="T4" fmla="*/ 0 w 245"/>
                <a:gd name="T5" fmla="*/ 3 h 425"/>
                <a:gd name="T6" fmla="*/ 0 w 245"/>
                <a:gd name="T7" fmla="*/ 3 h 425"/>
                <a:gd name="T8" fmla="*/ 1 w 245"/>
                <a:gd name="T9" fmla="*/ 3 h 425"/>
                <a:gd name="T10" fmla="*/ 1 w 245"/>
                <a:gd name="T11" fmla="*/ 3 h 425"/>
                <a:gd name="T12" fmla="*/ 1 w 245"/>
                <a:gd name="T13" fmla="*/ 3 h 425"/>
                <a:gd name="T14" fmla="*/ 1 w 245"/>
                <a:gd name="T15" fmla="*/ 3 h 425"/>
                <a:gd name="T16" fmla="*/ 1 w 245"/>
                <a:gd name="T17" fmla="*/ 3 h 425"/>
                <a:gd name="T18" fmla="*/ 1 w 245"/>
                <a:gd name="T19" fmla="*/ 2 h 425"/>
                <a:gd name="T20" fmla="*/ 2 w 245"/>
                <a:gd name="T21" fmla="*/ 2 h 425"/>
                <a:gd name="T22" fmla="*/ 2 w 245"/>
                <a:gd name="T23" fmla="*/ 2 h 425"/>
                <a:gd name="T24" fmla="*/ 2 w 245"/>
                <a:gd name="T25" fmla="*/ 2 h 425"/>
                <a:gd name="T26" fmla="*/ 2 w 245"/>
                <a:gd name="T27" fmla="*/ 1 h 425"/>
                <a:gd name="T28" fmla="*/ 2 w 245"/>
                <a:gd name="T29" fmla="*/ 1 h 425"/>
                <a:gd name="T30" fmla="*/ 2 w 245"/>
                <a:gd name="T31" fmla="*/ 1 h 425"/>
                <a:gd name="T32" fmla="*/ 2 w 245"/>
                <a:gd name="T33" fmla="*/ 0 h 425"/>
                <a:gd name="T34" fmla="*/ 2 w 245"/>
                <a:gd name="T35" fmla="*/ 0 h 425"/>
                <a:gd name="T36" fmla="*/ 2 w 245"/>
                <a:gd name="T37" fmla="*/ 0 h 425"/>
                <a:gd name="T38" fmla="*/ 2 w 245"/>
                <a:gd name="T39" fmla="*/ 0 h 425"/>
                <a:gd name="T40" fmla="*/ 2 w 245"/>
                <a:gd name="T41" fmla="*/ 1 h 425"/>
                <a:gd name="T42" fmla="*/ 2 w 245"/>
                <a:gd name="T43" fmla="*/ 1 h 425"/>
                <a:gd name="T44" fmla="*/ 2 w 245"/>
                <a:gd name="T45" fmla="*/ 1 h 425"/>
                <a:gd name="T46" fmla="*/ 2 w 245"/>
                <a:gd name="T47" fmla="*/ 2 h 425"/>
                <a:gd name="T48" fmla="*/ 2 w 245"/>
                <a:gd name="T49" fmla="*/ 2 h 425"/>
                <a:gd name="T50" fmla="*/ 1 w 245"/>
                <a:gd name="T51" fmla="*/ 2 h 425"/>
                <a:gd name="T52" fmla="*/ 1 w 245"/>
                <a:gd name="T53" fmla="*/ 2 h 425"/>
                <a:gd name="T54" fmla="*/ 1 w 245"/>
                <a:gd name="T55" fmla="*/ 3 h 425"/>
                <a:gd name="T56" fmla="*/ 1 w 245"/>
                <a:gd name="T57" fmla="*/ 3 h 425"/>
                <a:gd name="T58" fmla="*/ 1 w 245"/>
                <a:gd name="T59" fmla="*/ 3 h 425"/>
                <a:gd name="T60" fmla="*/ 1 w 245"/>
                <a:gd name="T61" fmla="*/ 3 h 425"/>
                <a:gd name="T62" fmla="*/ 1 w 245"/>
                <a:gd name="T63" fmla="*/ 3 h 425"/>
                <a:gd name="T64" fmla="*/ 0 w 245"/>
                <a:gd name="T65" fmla="*/ 3 h 425"/>
                <a:gd name="T66" fmla="*/ 0 w 245"/>
                <a:gd name="T67" fmla="*/ 3 h 425"/>
                <a:gd name="T68" fmla="*/ 0 w 245"/>
                <a:gd name="T69" fmla="*/ 3 h 425"/>
                <a:gd name="T70" fmla="*/ 0 w 245"/>
                <a:gd name="T71" fmla="*/ 3 h 425"/>
                <a:gd name="T72" fmla="*/ 0 w 245"/>
                <a:gd name="T73" fmla="*/ 3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5"/>
                <a:gd name="T113" fmla="*/ 245 w 245"/>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5">
                  <a:moveTo>
                    <a:pt x="0" y="425"/>
                  </a:moveTo>
                  <a:lnTo>
                    <a:pt x="0" y="425"/>
                  </a:lnTo>
                  <a:lnTo>
                    <a:pt x="26" y="422"/>
                  </a:lnTo>
                  <a:lnTo>
                    <a:pt x="51" y="417"/>
                  </a:lnTo>
                  <a:lnTo>
                    <a:pt x="74" y="406"/>
                  </a:lnTo>
                  <a:lnTo>
                    <a:pt x="96" y="391"/>
                  </a:lnTo>
                  <a:lnTo>
                    <a:pt x="119" y="373"/>
                  </a:lnTo>
                  <a:lnTo>
                    <a:pt x="137" y="351"/>
                  </a:lnTo>
                  <a:lnTo>
                    <a:pt x="156" y="326"/>
                  </a:lnTo>
                  <a:lnTo>
                    <a:pt x="174" y="299"/>
                  </a:lnTo>
                  <a:lnTo>
                    <a:pt x="190" y="269"/>
                  </a:lnTo>
                  <a:lnTo>
                    <a:pt x="204" y="236"/>
                  </a:lnTo>
                  <a:lnTo>
                    <a:pt x="216" y="202"/>
                  </a:lnTo>
                  <a:lnTo>
                    <a:pt x="226" y="163"/>
                  </a:lnTo>
                  <a:lnTo>
                    <a:pt x="235" y="126"/>
                  </a:lnTo>
                  <a:lnTo>
                    <a:pt x="241" y="86"/>
                  </a:lnTo>
                  <a:lnTo>
                    <a:pt x="244" y="43"/>
                  </a:lnTo>
                  <a:lnTo>
                    <a:pt x="245" y="0"/>
                  </a:lnTo>
                  <a:lnTo>
                    <a:pt x="234" y="0"/>
                  </a:lnTo>
                  <a:lnTo>
                    <a:pt x="232" y="43"/>
                  </a:lnTo>
                  <a:lnTo>
                    <a:pt x="229" y="84"/>
                  </a:lnTo>
                  <a:lnTo>
                    <a:pt x="223" y="123"/>
                  </a:lnTo>
                  <a:lnTo>
                    <a:pt x="215" y="161"/>
                  </a:lnTo>
                  <a:lnTo>
                    <a:pt x="204" y="197"/>
                  </a:lnTo>
                  <a:lnTo>
                    <a:pt x="193" y="231"/>
                  </a:lnTo>
                  <a:lnTo>
                    <a:pt x="178" y="264"/>
                  </a:lnTo>
                  <a:lnTo>
                    <a:pt x="164" y="292"/>
                  </a:lnTo>
                  <a:lnTo>
                    <a:pt x="147" y="319"/>
                  </a:lnTo>
                  <a:lnTo>
                    <a:pt x="128" y="344"/>
                  </a:lnTo>
                  <a:lnTo>
                    <a:pt x="109" y="364"/>
                  </a:lnTo>
                  <a:lnTo>
                    <a:pt x="89" y="381"/>
                  </a:lnTo>
                  <a:lnTo>
                    <a:pt x="67" y="394"/>
                  </a:lnTo>
                  <a:lnTo>
                    <a:pt x="46" y="405"/>
                  </a:lnTo>
                  <a:lnTo>
                    <a:pt x="24" y="411"/>
                  </a:lnTo>
                  <a:lnTo>
                    <a:pt x="0" y="413"/>
                  </a:lnTo>
                  <a:lnTo>
                    <a:pt x="0" y="425"/>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8664" name="Freeform 70"/>
            <p:cNvSpPr>
              <a:spLocks/>
            </p:cNvSpPr>
            <p:nvPr/>
          </p:nvSpPr>
          <p:spPr bwMode="auto">
            <a:xfrm>
              <a:off x="1502" y="1836"/>
              <a:ext cx="50" cy="85"/>
            </a:xfrm>
            <a:custGeom>
              <a:avLst/>
              <a:gdLst>
                <a:gd name="T0" fmla="*/ 0 w 246"/>
                <a:gd name="T1" fmla="*/ 0 h 425"/>
                <a:gd name="T2" fmla="*/ 0 w 246"/>
                <a:gd name="T3" fmla="*/ 0 h 425"/>
                <a:gd name="T4" fmla="*/ 0 w 246"/>
                <a:gd name="T5" fmla="*/ 0 h 425"/>
                <a:gd name="T6" fmla="*/ 0 w 246"/>
                <a:gd name="T7" fmla="*/ 1 h 425"/>
                <a:gd name="T8" fmla="*/ 0 w 246"/>
                <a:gd name="T9" fmla="*/ 1 h 425"/>
                <a:gd name="T10" fmla="*/ 0 w 246"/>
                <a:gd name="T11" fmla="*/ 1 h 425"/>
                <a:gd name="T12" fmla="*/ 0 w 246"/>
                <a:gd name="T13" fmla="*/ 2 h 425"/>
                <a:gd name="T14" fmla="*/ 0 w 246"/>
                <a:gd name="T15" fmla="*/ 2 h 425"/>
                <a:gd name="T16" fmla="*/ 0 w 246"/>
                <a:gd name="T17" fmla="*/ 2 h 425"/>
                <a:gd name="T18" fmla="*/ 1 w 246"/>
                <a:gd name="T19" fmla="*/ 2 h 425"/>
                <a:gd name="T20" fmla="*/ 1 w 246"/>
                <a:gd name="T21" fmla="*/ 3 h 425"/>
                <a:gd name="T22" fmla="*/ 1 w 246"/>
                <a:gd name="T23" fmla="*/ 3 h 425"/>
                <a:gd name="T24" fmla="*/ 1 w 246"/>
                <a:gd name="T25" fmla="*/ 3 h 425"/>
                <a:gd name="T26" fmla="*/ 1 w 246"/>
                <a:gd name="T27" fmla="*/ 3 h 425"/>
                <a:gd name="T28" fmla="*/ 1 w 246"/>
                <a:gd name="T29" fmla="*/ 3 h 425"/>
                <a:gd name="T30" fmla="*/ 2 w 246"/>
                <a:gd name="T31" fmla="*/ 3 h 425"/>
                <a:gd name="T32" fmla="*/ 2 w 246"/>
                <a:gd name="T33" fmla="*/ 3 h 425"/>
                <a:gd name="T34" fmla="*/ 2 w 246"/>
                <a:gd name="T35" fmla="*/ 3 h 425"/>
                <a:gd name="T36" fmla="*/ 2 w 246"/>
                <a:gd name="T37" fmla="*/ 3 h 425"/>
                <a:gd name="T38" fmla="*/ 2 w 246"/>
                <a:gd name="T39" fmla="*/ 3 h 425"/>
                <a:gd name="T40" fmla="*/ 2 w 246"/>
                <a:gd name="T41" fmla="*/ 3 h 425"/>
                <a:gd name="T42" fmla="*/ 1 w 246"/>
                <a:gd name="T43" fmla="*/ 3 h 425"/>
                <a:gd name="T44" fmla="*/ 1 w 246"/>
                <a:gd name="T45" fmla="*/ 3 h 425"/>
                <a:gd name="T46" fmla="*/ 1 w 246"/>
                <a:gd name="T47" fmla="*/ 3 h 425"/>
                <a:gd name="T48" fmla="*/ 1 w 246"/>
                <a:gd name="T49" fmla="*/ 3 h 425"/>
                <a:gd name="T50" fmla="*/ 1 w 246"/>
                <a:gd name="T51" fmla="*/ 3 h 425"/>
                <a:gd name="T52" fmla="*/ 1 w 246"/>
                <a:gd name="T53" fmla="*/ 2 h 425"/>
                <a:gd name="T54" fmla="*/ 1 w 246"/>
                <a:gd name="T55" fmla="*/ 2 h 425"/>
                <a:gd name="T56" fmla="*/ 0 w 246"/>
                <a:gd name="T57" fmla="*/ 2 h 425"/>
                <a:gd name="T58" fmla="*/ 0 w 246"/>
                <a:gd name="T59" fmla="*/ 2 h 425"/>
                <a:gd name="T60" fmla="*/ 0 w 246"/>
                <a:gd name="T61" fmla="*/ 1 h 425"/>
                <a:gd name="T62" fmla="*/ 0 w 246"/>
                <a:gd name="T63" fmla="*/ 1 h 425"/>
                <a:gd name="T64" fmla="*/ 0 w 246"/>
                <a:gd name="T65" fmla="*/ 1 h 425"/>
                <a:gd name="T66" fmla="*/ 0 w 246"/>
                <a:gd name="T67" fmla="*/ 0 h 425"/>
                <a:gd name="T68" fmla="*/ 0 w 246"/>
                <a:gd name="T69" fmla="*/ 0 h 425"/>
                <a:gd name="T70" fmla="*/ 0 w 246"/>
                <a:gd name="T71" fmla="*/ 0 h 425"/>
                <a:gd name="T72" fmla="*/ 0 w 246"/>
                <a:gd name="T73" fmla="*/ 0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5"/>
                <a:gd name="T113" fmla="*/ 246 w 246"/>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5">
                  <a:moveTo>
                    <a:pt x="0" y="0"/>
                  </a:moveTo>
                  <a:lnTo>
                    <a:pt x="0" y="0"/>
                  </a:lnTo>
                  <a:lnTo>
                    <a:pt x="2" y="43"/>
                  </a:lnTo>
                  <a:lnTo>
                    <a:pt x="5" y="86"/>
                  </a:lnTo>
                  <a:lnTo>
                    <a:pt x="11" y="126"/>
                  </a:lnTo>
                  <a:lnTo>
                    <a:pt x="19" y="163"/>
                  </a:lnTo>
                  <a:lnTo>
                    <a:pt x="30" y="202"/>
                  </a:lnTo>
                  <a:lnTo>
                    <a:pt x="41" y="236"/>
                  </a:lnTo>
                  <a:lnTo>
                    <a:pt x="55" y="269"/>
                  </a:lnTo>
                  <a:lnTo>
                    <a:pt x="73" y="299"/>
                  </a:lnTo>
                  <a:lnTo>
                    <a:pt x="89" y="326"/>
                  </a:lnTo>
                  <a:lnTo>
                    <a:pt x="108" y="351"/>
                  </a:lnTo>
                  <a:lnTo>
                    <a:pt x="128" y="373"/>
                  </a:lnTo>
                  <a:lnTo>
                    <a:pt x="150" y="391"/>
                  </a:lnTo>
                  <a:lnTo>
                    <a:pt x="171" y="406"/>
                  </a:lnTo>
                  <a:lnTo>
                    <a:pt x="196" y="417"/>
                  </a:lnTo>
                  <a:lnTo>
                    <a:pt x="221" y="422"/>
                  </a:lnTo>
                  <a:lnTo>
                    <a:pt x="246" y="425"/>
                  </a:lnTo>
                  <a:lnTo>
                    <a:pt x="246" y="413"/>
                  </a:lnTo>
                  <a:lnTo>
                    <a:pt x="223" y="411"/>
                  </a:lnTo>
                  <a:lnTo>
                    <a:pt x="201" y="405"/>
                  </a:lnTo>
                  <a:lnTo>
                    <a:pt x="178" y="394"/>
                  </a:lnTo>
                  <a:lnTo>
                    <a:pt x="157" y="381"/>
                  </a:lnTo>
                  <a:lnTo>
                    <a:pt x="137" y="364"/>
                  </a:lnTo>
                  <a:lnTo>
                    <a:pt x="117" y="344"/>
                  </a:lnTo>
                  <a:lnTo>
                    <a:pt x="99" y="319"/>
                  </a:lnTo>
                  <a:lnTo>
                    <a:pt x="82" y="292"/>
                  </a:lnTo>
                  <a:lnTo>
                    <a:pt x="67" y="264"/>
                  </a:lnTo>
                  <a:lnTo>
                    <a:pt x="53" y="231"/>
                  </a:lnTo>
                  <a:lnTo>
                    <a:pt x="41" y="197"/>
                  </a:lnTo>
                  <a:lnTo>
                    <a:pt x="31" y="161"/>
                  </a:lnTo>
                  <a:lnTo>
                    <a:pt x="23" y="123"/>
                  </a:lnTo>
                  <a:lnTo>
                    <a:pt x="17" y="84"/>
                  </a:lnTo>
                  <a:lnTo>
                    <a:pt x="13" y="4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8665" name="Freeform 71"/>
            <p:cNvSpPr>
              <a:spLocks/>
            </p:cNvSpPr>
            <p:nvPr/>
          </p:nvSpPr>
          <p:spPr bwMode="auto">
            <a:xfrm>
              <a:off x="1502" y="1751"/>
              <a:ext cx="50" cy="85"/>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2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1" y="2"/>
                  </a:lnTo>
                  <a:lnTo>
                    <a:pt x="196" y="8"/>
                  </a:lnTo>
                  <a:lnTo>
                    <a:pt x="171" y="19"/>
                  </a:lnTo>
                  <a:lnTo>
                    <a:pt x="150" y="34"/>
                  </a:lnTo>
                  <a:lnTo>
                    <a:pt x="128" y="52"/>
                  </a:lnTo>
                  <a:lnTo>
                    <a:pt x="108" y="74"/>
                  </a:lnTo>
                  <a:lnTo>
                    <a:pt x="89" y="98"/>
                  </a:lnTo>
                  <a:lnTo>
                    <a:pt x="73" y="125"/>
                  </a:lnTo>
                  <a:lnTo>
                    <a:pt x="55" y="156"/>
                  </a:lnTo>
                  <a:lnTo>
                    <a:pt x="41" y="189"/>
                  </a:lnTo>
                  <a:lnTo>
                    <a:pt x="30" y="223"/>
                  </a:lnTo>
                  <a:lnTo>
                    <a:pt x="19" y="261"/>
                  </a:lnTo>
                  <a:lnTo>
                    <a:pt x="11" y="299"/>
                  </a:lnTo>
                  <a:lnTo>
                    <a:pt x="5" y="339"/>
                  </a:lnTo>
                  <a:lnTo>
                    <a:pt x="2" y="382"/>
                  </a:lnTo>
                  <a:lnTo>
                    <a:pt x="0" y="424"/>
                  </a:lnTo>
                  <a:lnTo>
                    <a:pt x="12" y="424"/>
                  </a:lnTo>
                  <a:lnTo>
                    <a:pt x="13" y="382"/>
                  </a:lnTo>
                  <a:lnTo>
                    <a:pt x="17" y="341"/>
                  </a:lnTo>
                  <a:lnTo>
                    <a:pt x="23" y="301"/>
                  </a:lnTo>
                  <a:lnTo>
                    <a:pt x="31" y="264"/>
                  </a:lnTo>
                  <a:lnTo>
                    <a:pt x="41" y="227"/>
                  </a:lnTo>
                  <a:lnTo>
                    <a:pt x="53" y="193"/>
                  </a:lnTo>
                  <a:lnTo>
                    <a:pt x="67" y="161"/>
                  </a:lnTo>
                  <a:lnTo>
                    <a:pt x="82" y="132"/>
                  </a:lnTo>
                  <a:lnTo>
                    <a:pt x="99" y="105"/>
                  </a:lnTo>
                  <a:lnTo>
                    <a:pt x="117" y="81"/>
                  </a:lnTo>
                  <a:lnTo>
                    <a:pt x="137" y="61"/>
                  </a:lnTo>
                  <a:lnTo>
                    <a:pt x="157" y="43"/>
                  </a:lnTo>
                  <a:lnTo>
                    <a:pt x="178" y="30"/>
                  </a:lnTo>
                  <a:lnTo>
                    <a:pt x="201" y="20"/>
                  </a:lnTo>
                  <a:lnTo>
                    <a:pt x="223" y="14"/>
                  </a:lnTo>
                  <a:lnTo>
                    <a:pt x="246" y="12"/>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8666" name="Freeform 72"/>
            <p:cNvSpPr>
              <a:spLocks/>
            </p:cNvSpPr>
            <p:nvPr/>
          </p:nvSpPr>
          <p:spPr bwMode="auto">
            <a:xfrm>
              <a:off x="1565" y="2016"/>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0" y="339"/>
                  </a:lnTo>
                  <a:lnTo>
                    <a:pt x="234" y="299"/>
                  </a:lnTo>
                  <a:lnTo>
                    <a:pt x="226" y="261"/>
                  </a:lnTo>
                  <a:lnTo>
                    <a:pt x="216" y="223"/>
                  </a:lnTo>
                  <a:lnTo>
                    <a:pt x="204" y="189"/>
                  </a:lnTo>
                  <a:lnTo>
                    <a:pt x="190" y="156"/>
                  </a:lnTo>
                  <a:lnTo>
                    <a:pt x="174" y="125"/>
                  </a:lnTo>
                  <a:lnTo>
                    <a:pt x="156" y="98"/>
                  </a:lnTo>
                  <a:lnTo>
                    <a:pt x="138" y="74"/>
                  </a:lnTo>
                  <a:lnTo>
                    <a:pt x="118" y="51"/>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9" y="81"/>
                  </a:lnTo>
                  <a:lnTo>
                    <a:pt x="147" y="105"/>
                  </a:lnTo>
                  <a:lnTo>
                    <a:pt x="164" y="132"/>
                  </a:lnTo>
                  <a:lnTo>
                    <a:pt x="178" y="160"/>
                  </a:lnTo>
                  <a:lnTo>
                    <a:pt x="192" y="193"/>
                  </a:lnTo>
                  <a:lnTo>
                    <a:pt x="204" y="227"/>
                  </a:lnTo>
                  <a:lnTo>
                    <a:pt x="215" y="264"/>
                  </a:lnTo>
                  <a:lnTo>
                    <a:pt x="223" y="301"/>
                  </a:lnTo>
                  <a:lnTo>
                    <a:pt x="229"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8667" name="Freeform 73"/>
            <p:cNvSpPr>
              <a:spLocks/>
            </p:cNvSpPr>
            <p:nvPr/>
          </p:nvSpPr>
          <p:spPr bwMode="auto">
            <a:xfrm>
              <a:off x="1565" y="2101"/>
              <a:ext cx="49" cy="85"/>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6" y="423"/>
                  </a:lnTo>
                  <a:lnTo>
                    <a:pt x="51" y="418"/>
                  </a:lnTo>
                  <a:lnTo>
                    <a:pt x="74" y="407"/>
                  </a:lnTo>
                  <a:lnTo>
                    <a:pt x="96" y="392"/>
                  </a:lnTo>
                  <a:lnTo>
                    <a:pt x="118" y="373"/>
                  </a:lnTo>
                  <a:lnTo>
                    <a:pt x="138" y="351"/>
                  </a:lnTo>
                  <a:lnTo>
                    <a:pt x="156" y="327"/>
                  </a:lnTo>
                  <a:lnTo>
                    <a:pt x="175" y="299"/>
                  </a:lnTo>
                  <a:lnTo>
                    <a:pt x="190" y="269"/>
                  </a:lnTo>
                  <a:lnTo>
                    <a:pt x="204" y="236"/>
                  </a:lnTo>
                  <a:lnTo>
                    <a:pt x="216" y="202"/>
                  </a:lnTo>
                  <a:lnTo>
                    <a:pt x="226" y="164"/>
                  </a:lnTo>
                  <a:lnTo>
                    <a:pt x="234" y="126"/>
                  </a:lnTo>
                  <a:lnTo>
                    <a:pt x="240" y="86"/>
                  </a:lnTo>
                  <a:lnTo>
                    <a:pt x="244" y="42"/>
                  </a:lnTo>
                  <a:lnTo>
                    <a:pt x="245" y="0"/>
                  </a:lnTo>
                  <a:lnTo>
                    <a:pt x="233" y="0"/>
                  </a:lnTo>
                  <a:lnTo>
                    <a:pt x="232" y="42"/>
                  </a:lnTo>
                  <a:lnTo>
                    <a:pt x="229" y="83"/>
                  </a:lnTo>
                  <a:lnTo>
                    <a:pt x="223" y="123"/>
                  </a:lnTo>
                  <a:lnTo>
                    <a:pt x="215" y="162"/>
                  </a:lnTo>
                  <a:lnTo>
                    <a:pt x="204" y="197"/>
                  </a:lnTo>
                  <a:lnTo>
                    <a:pt x="192" y="231"/>
                  </a:lnTo>
                  <a:lnTo>
                    <a:pt x="178" y="264"/>
                  </a:lnTo>
                  <a:lnTo>
                    <a:pt x="163" y="292"/>
                  </a:lnTo>
                  <a:lnTo>
                    <a:pt x="147" y="320"/>
                  </a:lnTo>
                  <a:lnTo>
                    <a:pt x="129" y="344"/>
                  </a:lnTo>
                  <a:lnTo>
                    <a:pt x="109" y="364"/>
                  </a:lnTo>
                  <a:lnTo>
                    <a:pt x="89" y="382"/>
                  </a:lnTo>
                  <a:lnTo>
                    <a:pt x="67" y="395"/>
                  </a:lnTo>
                  <a:lnTo>
                    <a:pt x="46" y="406"/>
                  </a:lnTo>
                  <a:lnTo>
                    <a:pt x="24"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8668" name="Freeform 74"/>
            <p:cNvSpPr>
              <a:spLocks/>
            </p:cNvSpPr>
            <p:nvPr/>
          </p:nvSpPr>
          <p:spPr bwMode="auto">
            <a:xfrm>
              <a:off x="1516" y="2101"/>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5" y="86"/>
                  </a:lnTo>
                  <a:lnTo>
                    <a:pt x="11" y="126"/>
                  </a:lnTo>
                  <a:lnTo>
                    <a:pt x="19" y="164"/>
                  </a:lnTo>
                  <a:lnTo>
                    <a:pt x="30" y="202"/>
                  </a:lnTo>
                  <a:lnTo>
                    <a:pt x="41" y="236"/>
                  </a:lnTo>
                  <a:lnTo>
                    <a:pt x="55" y="269"/>
                  </a:lnTo>
                  <a:lnTo>
                    <a:pt x="71" y="299"/>
                  </a:lnTo>
                  <a:lnTo>
                    <a:pt x="89" y="327"/>
                  </a:lnTo>
                  <a:lnTo>
                    <a:pt x="107" y="351"/>
                  </a:lnTo>
                  <a:lnTo>
                    <a:pt x="127" y="373"/>
                  </a:lnTo>
                  <a:lnTo>
                    <a:pt x="149" y="392"/>
                  </a:lnTo>
                  <a:lnTo>
                    <a:pt x="171" y="407"/>
                  </a:lnTo>
                  <a:lnTo>
                    <a:pt x="195" y="418"/>
                  </a:lnTo>
                  <a:lnTo>
                    <a:pt x="219" y="423"/>
                  </a:lnTo>
                  <a:lnTo>
                    <a:pt x="245" y="426"/>
                  </a:lnTo>
                  <a:lnTo>
                    <a:pt x="245" y="414"/>
                  </a:lnTo>
                  <a:lnTo>
                    <a:pt x="222" y="412"/>
                  </a:lnTo>
                  <a:lnTo>
                    <a:pt x="199" y="406"/>
                  </a:lnTo>
                  <a:lnTo>
                    <a:pt x="178" y="395"/>
                  </a:lnTo>
                  <a:lnTo>
                    <a:pt x="156" y="382"/>
                  </a:lnTo>
                  <a:lnTo>
                    <a:pt x="136" y="364"/>
                  </a:lnTo>
                  <a:lnTo>
                    <a:pt x="116" y="344"/>
                  </a:lnTo>
                  <a:lnTo>
                    <a:pt x="99" y="320"/>
                  </a:lnTo>
                  <a:lnTo>
                    <a:pt x="82" y="292"/>
                  </a:lnTo>
                  <a:lnTo>
                    <a:pt x="67" y="264"/>
                  </a:lnTo>
                  <a:lnTo>
                    <a:pt x="53" y="231"/>
                  </a:lnTo>
                  <a:lnTo>
                    <a:pt x="41" y="197"/>
                  </a:lnTo>
                  <a:lnTo>
                    <a:pt x="31" y="162"/>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8669" name="Freeform 75"/>
            <p:cNvSpPr>
              <a:spLocks/>
            </p:cNvSpPr>
            <p:nvPr/>
          </p:nvSpPr>
          <p:spPr bwMode="auto">
            <a:xfrm>
              <a:off x="1516" y="2016"/>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5" y="8"/>
                  </a:lnTo>
                  <a:lnTo>
                    <a:pt x="171" y="19"/>
                  </a:lnTo>
                  <a:lnTo>
                    <a:pt x="149" y="34"/>
                  </a:lnTo>
                  <a:lnTo>
                    <a:pt x="127" y="51"/>
                  </a:lnTo>
                  <a:lnTo>
                    <a:pt x="107" y="74"/>
                  </a:lnTo>
                  <a:lnTo>
                    <a:pt x="89" y="98"/>
                  </a:lnTo>
                  <a:lnTo>
                    <a:pt x="72" y="125"/>
                  </a:lnTo>
                  <a:lnTo>
                    <a:pt x="55" y="156"/>
                  </a:lnTo>
                  <a:lnTo>
                    <a:pt x="41" y="189"/>
                  </a:lnTo>
                  <a:lnTo>
                    <a:pt x="30" y="223"/>
                  </a:lnTo>
                  <a:lnTo>
                    <a:pt x="19" y="261"/>
                  </a:lnTo>
                  <a:lnTo>
                    <a:pt x="11" y="299"/>
                  </a:lnTo>
                  <a:lnTo>
                    <a:pt x="5" y="339"/>
                  </a:lnTo>
                  <a:lnTo>
                    <a:pt x="1" y="382"/>
                  </a:lnTo>
                  <a:lnTo>
                    <a:pt x="0" y="424"/>
                  </a:lnTo>
                  <a:lnTo>
                    <a:pt x="12" y="424"/>
                  </a:lnTo>
                  <a:lnTo>
                    <a:pt x="13" y="382"/>
                  </a:lnTo>
                  <a:lnTo>
                    <a:pt x="17" y="341"/>
                  </a:lnTo>
                  <a:lnTo>
                    <a:pt x="23" y="301"/>
                  </a:lnTo>
                  <a:lnTo>
                    <a:pt x="31" y="264"/>
                  </a:lnTo>
                  <a:lnTo>
                    <a:pt x="41" y="227"/>
                  </a:lnTo>
                  <a:lnTo>
                    <a:pt x="53" y="193"/>
                  </a:lnTo>
                  <a:lnTo>
                    <a:pt x="67" y="160"/>
                  </a:lnTo>
                  <a:lnTo>
                    <a:pt x="81" y="132"/>
                  </a:lnTo>
                  <a:lnTo>
                    <a:pt x="99" y="105"/>
                  </a:lnTo>
                  <a:lnTo>
                    <a:pt x="116" y="81"/>
                  </a:lnTo>
                  <a:lnTo>
                    <a:pt x="136" y="61"/>
                  </a:lnTo>
                  <a:lnTo>
                    <a:pt x="156" y="43"/>
                  </a:lnTo>
                  <a:lnTo>
                    <a:pt x="178" y="30"/>
                  </a:lnTo>
                  <a:lnTo>
                    <a:pt x="199" y="20"/>
                  </a:lnTo>
                  <a:lnTo>
                    <a:pt x="222"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sp>
        <p:nvSpPr>
          <p:cNvPr id="68616" name="Rectangle 77"/>
          <p:cNvSpPr>
            <a:spLocks noChangeArrowheads="1"/>
          </p:cNvSpPr>
          <p:nvPr/>
        </p:nvSpPr>
        <p:spPr bwMode="auto">
          <a:xfrm>
            <a:off x="611188" y="0"/>
            <a:ext cx="6388100" cy="6477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3000"/>
              <a:t>Sem. 1 - Mercredi</a:t>
            </a:r>
          </a:p>
        </p:txBody>
      </p:sp>
      <p:sp>
        <p:nvSpPr>
          <p:cNvPr id="68617" name="Text Box 78"/>
          <p:cNvSpPr txBox="1">
            <a:spLocks noChangeArrowheads="1"/>
          </p:cNvSpPr>
          <p:nvPr/>
        </p:nvSpPr>
        <p:spPr bwMode="auto">
          <a:xfrm>
            <a:off x="566738" y="2697163"/>
            <a:ext cx="3217862"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2. Pas de commandes</a:t>
            </a:r>
          </a:p>
        </p:txBody>
      </p:sp>
      <p:sp>
        <p:nvSpPr>
          <p:cNvPr id="68618" name="Text Box 79"/>
          <p:cNvSpPr txBox="1">
            <a:spLocks noChangeArrowheads="1"/>
          </p:cNvSpPr>
          <p:nvPr/>
        </p:nvSpPr>
        <p:spPr bwMode="auto">
          <a:xfrm>
            <a:off x="566738" y="5211763"/>
            <a:ext cx="6543675" cy="4429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eaLnBrk="1" hangingPunct="1">
              <a:spcBef>
                <a:spcPct val="0"/>
              </a:spcBef>
              <a:buFontTx/>
              <a:buNone/>
            </a:pPr>
            <a:r>
              <a:rPr lang="fr-FR" altLang="fr-FR" sz="2300"/>
              <a:t>4. Pointez la production sur votre feuille de suivi</a:t>
            </a:r>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9634" name="Group 2"/>
          <p:cNvGrpSpPr>
            <a:grpSpLocks/>
          </p:cNvGrpSpPr>
          <p:nvPr/>
        </p:nvGrpSpPr>
        <p:grpSpPr bwMode="auto">
          <a:xfrm>
            <a:off x="7073900" y="215900"/>
            <a:ext cx="1878013" cy="1250950"/>
            <a:chOff x="4456" y="136"/>
            <a:chExt cx="1183" cy="788"/>
          </a:xfrm>
        </p:grpSpPr>
        <p:grpSp>
          <p:nvGrpSpPr>
            <p:cNvPr id="69694" name="Group 3"/>
            <p:cNvGrpSpPr>
              <a:grpSpLocks/>
            </p:cNvGrpSpPr>
            <p:nvPr/>
          </p:nvGrpSpPr>
          <p:grpSpPr bwMode="auto">
            <a:xfrm>
              <a:off x="4766" y="232"/>
              <a:ext cx="873" cy="692"/>
              <a:chOff x="2185" y="310"/>
              <a:chExt cx="873" cy="692"/>
            </a:xfrm>
          </p:grpSpPr>
          <p:sp>
            <p:nvSpPr>
              <p:cNvPr id="69705" name="Freeform 4"/>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accent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9706" name="Freeform 5"/>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9707" name="Freeform 6"/>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9708" name="Freeform 7"/>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9709" name="Freeform 8"/>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9710" name="Freeform 9"/>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9711" name="Freeform 10"/>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grpSp>
          <p:nvGrpSpPr>
            <p:cNvPr id="69695" name="Group 11"/>
            <p:cNvGrpSpPr>
              <a:grpSpLocks/>
            </p:cNvGrpSpPr>
            <p:nvPr/>
          </p:nvGrpSpPr>
          <p:grpSpPr bwMode="auto">
            <a:xfrm>
              <a:off x="4949" y="336"/>
              <a:ext cx="591" cy="468"/>
              <a:chOff x="2185" y="310"/>
              <a:chExt cx="873" cy="692"/>
            </a:xfrm>
          </p:grpSpPr>
          <p:sp>
            <p:nvSpPr>
              <p:cNvPr id="69698" name="Freeform 12"/>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9699" name="Freeform 13"/>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9700" name="Freeform 14"/>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9701" name="Freeform 15"/>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9702" name="Freeform 16"/>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9703" name="Freeform 17"/>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9704" name="Freeform 18"/>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pic>
          <p:nvPicPr>
            <p:cNvPr id="69696" name="Picture 19"/>
            <p:cNvPicPr>
              <a:picLocks noChangeAspect="1" noChangeArrowheads="1"/>
            </p:cNvPicPr>
            <p:nvPr/>
          </p:nvPicPr>
          <p:blipFill>
            <a:blip r:embed="rId3" cstate="print">
              <a:extLst>
                <a:ext uri="{28A0092B-C50C-407E-A947-70E740481C1C}">
                  <a14:useLocalDpi xmlns:a14="http://schemas.microsoft.com/office/drawing/2010/main" val="0"/>
                </a:ext>
              </a:extLst>
            </a:blip>
            <a:srcRect l="-4282" t="-4369" r="-5199" b="-12012"/>
            <a:stretch>
              <a:fillRect/>
            </a:stretch>
          </p:blipFill>
          <p:spPr bwMode="auto">
            <a:xfrm>
              <a:off x="4456" y="136"/>
              <a:ext cx="480" cy="5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69697" name="Text Box 20"/>
            <p:cNvSpPr txBox="1">
              <a:spLocks noChangeArrowheads="1"/>
            </p:cNvSpPr>
            <p:nvPr/>
          </p:nvSpPr>
          <p:spPr bwMode="auto">
            <a:xfrm>
              <a:off x="4946" y="314"/>
              <a:ext cx="596" cy="49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4500" b="1">
                  <a:solidFill>
                    <a:srgbClr val="FF0000"/>
                  </a:solidFill>
                  <a:latin typeface="Arial Black" pitchFamily="34" charset="0"/>
                </a:rPr>
                <a:t>19</a:t>
              </a:r>
              <a:endParaRPr lang="fr-FR" altLang="fr-FR" sz="3200">
                <a:solidFill>
                  <a:schemeClr val="tx1"/>
                </a:solidFill>
                <a:latin typeface="Arial Black" pitchFamily="34" charset="0"/>
              </a:endParaRPr>
            </a:p>
          </p:txBody>
        </p:sp>
      </p:grpSp>
      <p:sp>
        <p:nvSpPr>
          <p:cNvPr id="69636" name="Text Box 22"/>
          <p:cNvSpPr txBox="1">
            <a:spLocks noChangeArrowheads="1"/>
          </p:cNvSpPr>
          <p:nvPr/>
        </p:nvSpPr>
        <p:spPr bwMode="auto">
          <a:xfrm>
            <a:off x="566738" y="1363663"/>
            <a:ext cx="1946275"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1. Tirez le dé</a:t>
            </a:r>
          </a:p>
        </p:txBody>
      </p:sp>
      <p:sp>
        <p:nvSpPr>
          <p:cNvPr id="69637" name="Text Box 23"/>
          <p:cNvSpPr txBox="1">
            <a:spLocks noChangeArrowheads="1"/>
          </p:cNvSpPr>
          <p:nvPr/>
        </p:nvSpPr>
        <p:spPr bwMode="auto">
          <a:xfrm>
            <a:off x="566738" y="3935413"/>
            <a:ext cx="18796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3. Produisez</a:t>
            </a:r>
          </a:p>
        </p:txBody>
      </p:sp>
      <p:grpSp>
        <p:nvGrpSpPr>
          <p:cNvPr id="69638" name="Group 24"/>
          <p:cNvGrpSpPr>
            <a:grpSpLocks/>
          </p:cNvGrpSpPr>
          <p:nvPr/>
        </p:nvGrpSpPr>
        <p:grpSpPr bwMode="auto">
          <a:xfrm>
            <a:off x="2986088" y="1306513"/>
            <a:ext cx="446087" cy="534987"/>
            <a:chOff x="868" y="1439"/>
            <a:chExt cx="811" cy="972"/>
          </a:xfrm>
        </p:grpSpPr>
        <p:sp>
          <p:nvSpPr>
            <p:cNvPr id="69643" name="Freeform 25"/>
            <p:cNvSpPr>
              <a:spLocks/>
            </p:cNvSpPr>
            <p:nvPr/>
          </p:nvSpPr>
          <p:spPr bwMode="auto">
            <a:xfrm>
              <a:off x="1548" y="2014"/>
              <a:ext cx="123" cy="100"/>
            </a:xfrm>
            <a:custGeom>
              <a:avLst/>
              <a:gdLst>
                <a:gd name="T0" fmla="*/ 5 w 618"/>
                <a:gd name="T1" fmla="*/ 0 h 502"/>
                <a:gd name="T2" fmla="*/ 5 w 618"/>
                <a:gd name="T3" fmla="*/ 0 h 502"/>
                <a:gd name="T4" fmla="*/ 0 w 618"/>
                <a:gd name="T5" fmla="*/ 4 h 502"/>
                <a:gd name="T6" fmla="*/ 0 w 618"/>
                <a:gd name="T7" fmla="*/ 4 h 502"/>
                <a:gd name="T8" fmla="*/ 5 w 618"/>
                <a:gd name="T9" fmla="*/ 0 h 502"/>
                <a:gd name="T10" fmla="*/ 5 w 618"/>
                <a:gd name="T11" fmla="*/ 0 h 502"/>
                <a:gd name="T12" fmla="*/ 5 w 618"/>
                <a:gd name="T13" fmla="*/ 0 h 502"/>
                <a:gd name="T14" fmla="*/ 5 w 618"/>
                <a:gd name="T15" fmla="*/ 0 h 502"/>
                <a:gd name="T16" fmla="*/ 5 w 618"/>
                <a:gd name="T17" fmla="*/ 0 h 502"/>
                <a:gd name="T18" fmla="*/ 5 w 618"/>
                <a:gd name="T19" fmla="*/ 0 h 502"/>
                <a:gd name="T20" fmla="*/ 5 w 618"/>
                <a:gd name="T21" fmla="*/ 0 h 502"/>
                <a:gd name="T22" fmla="*/ 5 w 618"/>
                <a:gd name="T23" fmla="*/ 0 h 502"/>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618"/>
                <a:gd name="T37" fmla="*/ 0 h 502"/>
                <a:gd name="T38" fmla="*/ 618 w 618"/>
                <a:gd name="T39" fmla="*/ 502 h 502"/>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618" h="502">
                  <a:moveTo>
                    <a:pt x="611" y="0"/>
                  </a:moveTo>
                  <a:lnTo>
                    <a:pt x="606" y="2"/>
                  </a:lnTo>
                  <a:lnTo>
                    <a:pt x="0" y="490"/>
                  </a:lnTo>
                  <a:lnTo>
                    <a:pt x="10" y="502"/>
                  </a:lnTo>
                  <a:lnTo>
                    <a:pt x="616" y="14"/>
                  </a:lnTo>
                  <a:lnTo>
                    <a:pt x="611" y="16"/>
                  </a:lnTo>
                  <a:lnTo>
                    <a:pt x="616" y="14"/>
                  </a:lnTo>
                  <a:lnTo>
                    <a:pt x="618" y="9"/>
                  </a:lnTo>
                  <a:lnTo>
                    <a:pt x="617" y="3"/>
                  </a:lnTo>
                  <a:lnTo>
                    <a:pt x="612" y="1"/>
                  </a:lnTo>
                  <a:lnTo>
                    <a:pt x="606" y="2"/>
                  </a:lnTo>
                  <a:lnTo>
                    <a:pt x="611"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9644" name="Freeform 26"/>
            <p:cNvSpPr>
              <a:spLocks/>
            </p:cNvSpPr>
            <p:nvPr/>
          </p:nvSpPr>
          <p:spPr bwMode="auto">
            <a:xfrm>
              <a:off x="876" y="1852"/>
              <a:ext cx="82" cy="373"/>
            </a:xfrm>
            <a:custGeom>
              <a:avLst/>
              <a:gdLst>
                <a:gd name="T0" fmla="*/ 3 w 413"/>
                <a:gd name="T1" fmla="*/ 15 h 1865"/>
                <a:gd name="T2" fmla="*/ 3 w 413"/>
                <a:gd name="T3" fmla="*/ 15 h 1865"/>
                <a:gd name="T4" fmla="*/ 0 w 413"/>
                <a:gd name="T5" fmla="*/ 0 h 1865"/>
                <a:gd name="T6" fmla="*/ 0 w 413"/>
                <a:gd name="T7" fmla="*/ 0 h 1865"/>
                <a:gd name="T8" fmla="*/ 3 w 413"/>
                <a:gd name="T9" fmla="*/ 15 h 1865"/>
                <a:gd name="T10" fmla="*/ 3 w 413"/>
                <a:gd name="T11" fmla="*/ 15 h 1865"/>
                <a:gd name="T12" fmla="*/ 3 w 413"/>
                <a:gd name="T13" fmla="*/ 15 h 1865"/>
                <a:gd name="T14" fmla="*/ 3 w 413"/>
                <a:gd name="T15" fmla="*/ 15 h 1865"/>
                <a:gd name="T16" fmla="*/ 3 w 413"/>
                <a:gd name="T17" fmla="*/ 15 h 1865"/>
                <a:gd name="T18" fmla="*/ 3 w 413"/>
                <a:gd name="T19" fmla="*/ 15 h 1865"/>
                <a:gd name="T20" fmla="*/ 3 w 413"/>
                <a:gd name="T21" fmla="*/ 15 h 1865"/>
                <a:gd name="T22" fmla="*/ 3 w 413"/>
                <a:gd name="T23" fmla="*/ 15 h 186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413"/>
                <a:gd name="T37" fmla="*/ 0 h 1865"/>
                <a:gd name="T38" fmla="*/ 413 w 413"/>
                <a:gd name="T39" fmla="*/ 1865 h 1865"/>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413" h="1865">
                  <a:moveTo>
                    <a:pt x="400" y="1864"/>
                  </a:moveTo>
                  <a:lnTo>
                    <a:pt x="413" y="1856"/>
                  </a:lnTo>
                  <a:lnTo>
                    <a:pt x="17" y="0"/>
                  </a:lnTo>
                  <a:lnTo>
                    <a:pt x="0" y="2"/>
                  </a:lnTo>
                  <a:lnTo>
                    <a:pt x="396" y="1858"/>
                  </a:lnTo>
                  <a:lnTo>
                    <a:pt x="409" y="1850"/>
                  </a:lnTo>
                  <a:lnTo>
                    <a:pt x="396" y="1858"/>
                  </a:lnTo>
                  <a:lnTo>
                    <a:pt x="400" y="1864"/>
                  </a:lnTo>
                  <a:lnTo>
                    <a:pt x="406" y="1865"/>
                  </a:lnTo>
                  <a:lnTo>
                    <a:pt x="410" y="1862"/>
                  </a:lnTo>
                  <a:lnTo>
                    <a:pt x="413" y="1856"/>
                  </a:lnTo>
                  <a:lnTo>
                    <a:pt x="400" y="186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9645" name="Freeform 27"/>
            <p:cNvSpPr>
              <a:spLocks/>
            </p:cNvSpPr>
            <p:nvPr/>
          </p:nvSpPr>
          <p:spPr bwMode="auto">
            <a:xfrm>
              <a:off x="1282" y="1533"/>
              <a:ext cx="35" cy="161"/>
            </a:xfrm>
            <a:custGeom>
              <a:avLst/>
              <a:gdLst>
                <a:gd name="T0" fmla="*/ 1 w 175"/>
                <a:gd name="T1" fmla="*/ 6 h 807"/>
                <a:gd name="T2" fmla="*/ 1 w 175"/>
                <a:gd name="T3" fmla="*/ 6 h 807"/>
                <a:gd name="T4" fmla="*/ 1 w 175"/>
                <a:gd name="T5" fmla="*/ 6 h 807"/>
                <a:gd name="T6" fmla="*/ 1 w 175"/>
                <a:gd name="T7" fmla="*/ 5 h 807"/>
                <a:gd name="T8" fmla="*/ 1 w 175"/>
                <a:gd name="T9" fmla="*/ 5 h 807"/>
                <a:gd name="T10" fmla="*/ 1 w 175"/>
                <a:gd name="T11" fmla="*/ 5 h 807"/>
                <a:gd name="T12" fmla="*/ 1 w 175"/>
                <a:gd name="T13" fmla="*/ 4 h 807"/>
                <a:gd name="T14" fmla="*/ 1 w 175"/>
                <a:gd name="T15" fmla="*/ 4 h 807"/>
                <a:gd name="T16" fmla="*/ 1 w 175"/>
                <a:gd name="T17" fmla="*/ 3 h 807"/>
                <a:gd name="T18" fmla="*/ 1 w 175"/>
                <a:gd name="T19" fmla="*/ 3 h 807"/>
                <a:gd name="T20" fmla="*/ 1 w 175"/>
                <a:gd name="T21" fmla="*/ 3 h 807"/>
                <a:gd name="T22" fmla="*/ 1 w 175"/>
                <a:gd name="T23" fmla="*/ 2 h 807"/>
                <a:gd name="T24" fmla="*/ 1 w 175"/>
                <a:gd name="T25" fmla="*/ 2 h 807"/>
                <a:gd name="T26" fmla="*/ 1 w 175"/>
                <a:gd name="T27" fmla="*/ 2 h 807"/>
                <a:gd name="T28" fmla="*/ 1 w 175"/>
                <a:gd name="T29" fmla="*/ 1 h 807"/>
                <a:gd name="T30" fmla="*/ 1 w 175"/>
                <a:gd name="T31" fmla="*/ 1 h 807"/>
                <a:gd name="T32" fmla="*/ 1 w 175"/>
                <a:gd name="T33" fmla="*/ 1 h 807"/>
                <a:gd name="T34" fmla="*/ 1 w 175"/>
                <a:gd name="T35" fmla="*/ 0 h 807"/>
                <a:gd name="T36" fmla="*/ 1 w 175"/>
                <a:gd name="T37" fmla="*/ 0 h 807"/>
                <a:gd name="T38" fmla="*/ 1 w 175"/>
                <a:gd name="T39" fmla="*/ 0 h 807"/>
                <a:gd name="T40" fmla="*/ 0 w 175"/>
                <a:gd name="T41" fmla="*/ 1 h 807"/>
                <a:gd name="T42" fmla="*/ 0 w 175"/>
                <a:gd name="T43" fmla="*/ 1 h 807"/>
                <a:gd name="T44" fmla="*/ 0 w 175"/>
                <a:gd name="T45" fmla="*/ 1 h 807"/>
                <a:gd name="T46" fmla="*/ 0 w 175"/>
                <a:gd name="T47" fmla="*/ 2 h 807"/>
                <a:gd name="T48" fmla="*/ 0 w 175"/>
                <a:gd name="T49" fmla="*/ 2 h 807"/>
                <a:gd name="T50" fmla="*/ 0 w 175"/>
                <a:gd name="T51" fmla="*/ 3 h 807"/>
                <a:gd name="T52" fmla="*/ 0 w 175"/>
                <a:gd name="T53" fmla="*/ 3 h 807"/>
                <a:gd name="T54" fmla="*/ 0 w 175"/>
                <a:gd name="T55" fmla="*/ 3 h 807"/>
                <a:gd name="T56" fmla="*/ 0 w 175"/>
                <a:gd name="T57" fmla="*/ 4 h 807"/>
                <a:gd name="T58" fmla="*/ 0 w 175"/>
                <a:gd name="T59" fmla="*/ 4 h 807"/>
                <a:gd name="T60" fmla="*/ 0 w 175"/>
                <a:gd name="T61" fmla="*/ 5 h 807"/>
                <a:gd name="T62" fmla="*/ 0 w 175"/>
                <a:gd name="T63" fmla="*/ 5 h 807"/>
                <a:gd name="T64" fmla="*/ 0 w 175"/>
                <a:gd name="T65" fmla="*/ 5 h 807"/>
                <a:gd name="T66" fmla="*/ 1 w 175"/>
                <a:gd name="T67" fmla="*/ 6 h 807"/>
                <a:gd name="T68" fmla="*/ 1 w 175"/>
                <a:gd name="T69" fmla="*/ 6 h 807"/>
                <a:gd name="T70" fmla="*/ 1 w 175"/>
                <a:gd name="T71" fmla="*/ 6 h 807"/>
                <a:gd name="T72" fmla="*/ 1 w 175"/>
                <a:gd name="T73" fmla="*/ 6 h 807"/>
                <a:gd name="T74" fmla="*/ 1 w 175"/>
                <a:gd name="T75" fmla="*/ 6 h 807"/>
                <a:gd name="T76" fmla="*/ 1 w 175"/>
                <a:gd name="T77" fmla="*/ 6 h 807"/>
                <a:gd name="T78" fmla="*/ 1 w 175"/>
                <a:gd name="T79" fmla="*/ 6 h 807"/>
                <a:gd name="T80" fmla="*/ 1 w 175"/>
                <a:gd name="T81" fmla="*/ 6 h 807"/>
                <a:gd name="T82" fmla="*/ 1 w 175"/>
                <a:gd name="T83" fmla="*/ 6 h 807"/>
                <a:gd name="T84" fmla="*/ 1 w 175"/>
                <a:gd name="T85" fmla="*/ 6 h 807"/>
                <a:gd name="T86" fmla="*/ 1 w 175"/>
                <a:gd name="T87" fmla="*/ 6 h 807"/>
                <a:gd name="T88" fmla="*/ 1 w 175"/>
                <a:gd name="T89" fmla="*/ 6 h 807"/>
                <a:gd name="T90" fmla="*/ 1 w 175"/>
                <a:gd name="T91" fmla="*/ 6 h 80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175"/>
                <a:gd name="T139" fmla="*/ 0 h 807"/>
                <a:gd name="T140" fmla="*/ 175 w 175"/>
                <a:gd name="T141" fmla="*/ 807 h 80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175" h="807">
                  <a:moveTo>
                    <a:pt x="169" y="740"/>
                  </a:moveTo>
                  <a:lnTo>
                    <a:pt x="169" y="739"/>
                  </a:lnTo>
                  <a:lnTo>
                    <a:pt x="149" y="698"/>
                  </a:lnTo>
                  <a:lnTo>
                    <a:pt x="133" y="656"/>
                  </a:lnTo>
                  <a:lnTo>
                    <a:pt x="120" y="611"/>
                  </a:lnTo>
                  <a:lnTo>
                    <a:pt x="108" y="565"/>
                  </a:lnTo>
                  <a:lnTo>
                    <a:pt x="100" y="520"/>
                  </a:lnTo>
                  <a:lnTo>
                    <a:pt x="96" y="472"/>
                  </a:lnTo>
                  <a:lnTo>
                    <a:pt x="93" y="425"/>
                  </a:lnTo>
                  <a:lnTo>
                    <a:pt x="93" y="377"/>
                  </a:lnTo>
                  <a:lnTo>
                    <a:pt x="96" y="330"/>
                  </a:lnTo>
                  <a:lnTo>
                    <a:pt x="100" y="283"/>
                  </a:lnTo>
                  <a:lnTo>
                    <a:pt x="106" y="238"/>
                  </a:lnTo>
                  <a:lnTo>
                    <a:pt x="115" y="195"/>
                  </a:lnTo>
                  <a:lnTo>
                    <a:pt x="126" y="153"/>
                  </a:lnTo>
                  <a:lnTo>
                    <a:pt x="139" y="114"/>
                  </a:lnTo>
                  <a:lnTo>
                    <a:pt x="153" y="77"/>
                  </a:lnTo>
                  <a:lnTo>
                    <a:pt x="169" y="43"/>
                  </a:lnTo>
                  <a:lnTo>
                    <a:pt x="87" y="0"/>
                  </a:lnTo>
                  <a:lnTo>
                    <a:pt x="69" y="39"/>
                  </a:lnTo>
                  <a:lnTo>
                    <a:pt x="52" y="81"/>
                  </a:lnTo>
                  <a:lnTo>
                    <a:pt x="37" y="127"/>
                  </a:lnTo>
                  <a:lnTo>
                    <a:pt x="24" y="174"/>
                  </a:lnTo>
                  <a:lnTo>
                    <a:pt x="15" y="222"/>
                  </a:lnTo>
                  <a:lnTo>
                    <a:pt x="7" y="271"/>
                  </a:lnTo>
                  <a:lnTo>
                    <a:pt x="2" y="323"/>
                  </a:lnTo>
                  <a:lnTo>
                    <a:pt x="0" y="374"/>
                  </a:lnTo>
                  <a:lnTo>
                    <a:pt x="0" y="427"/>
                  </a:lnTo>
                  <a:lnTo>
                    <a:pt x="2" y="479"/>
                  </a:lnTo>
                  <a:lnTo>
                    <a:pt x="9" y="531"/>
                  </a:lnTo>
                  <a:lnTo>
                    <a:pt x="17" y="584"/>
                  </a:lnTo>
                  <a:lnTo>
                    <a:pt x="29" y="635"/>
                  </a:lnTo>
                  <a:lnTo>
                    <a:pt x="44" y="686"/>
                  </a:lnTo>
                  <a:lnTo>
                    <a:pt x="65" y="736"/>
                  </a:lnTo>
                  <a:lnTo>
                    <a:pt x="87" y="784"/>
                  </a:lnTo>
                  <a:lnTo>
                    <a:pt x="87" y="782"/>
                  </a:lnTo>
                  <a:lnTo>
                    <a:pt x="87" y="784"/>
                  </a:lnTo>
                  <a:lnTo>
                    <a:pt x="100" y="799"/>
                  </a:lnTo>
                  <a:lnTo>
                    <a:pt x="117" y="807"/>
                  </a:lnTo>
                  <a:lnTo>
                    <a:pt x="134" y="807"/>
                  </a:lnTo>
                  <a:lnTo>
                    <a:pt x="151" y="801"/>
                  </a:lnTo>
                  <a:lnTo>
                    <a:pt x="164" y="791"/>
                  </a:lnTo>
                  <a:lnTo>
                    <a:pt x="173" y="777"/>
                  </a:lnTo>
                  <a:lnTo>
                    <a:pt x="175" y="759"/>
                  </a:lnTo>
                  <a:lnTo>
                    <a:pt x="169" y="739"/>
                  </a:lnTo>
                  <a:lnTo>
                    <a:pt x="169" y="74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9646" name="Freeform 28"/>
            <p:cNvSpPr>
              <a:spLocks/>
            </p:cNvSpPr>
            <p:nvPr/>
          </p:nvSpPr>
          <p:spPr bwMode="auto">
            <a:xfrm>
              <a:off x="1299" y="1681"/>
              <a:ext cx="157" cy="281"/>
            </a:xfrm>
            <a:custGeom>
              <a:avLst/>
              <a:gdLst>
                <a:gd name="T0" fmla="*/ 6 w 787"/>
                <a:gd name="T1" fmla="*/ 11 h 1404"/>
                <a:gd name="T2" fmla="*/ 6 w 787"/>
                <a:gd name="T3" fmla="*/ 11 h 1404"/>
                <a:gd name="T4" fmla="*/ 1 w 787"/>
                <a:gd name="T5" fmla="*/ 0 h 1404"/>
                <a:gd name="T6" fmla="*/ 0 w 787"/>
                <a:gd name="T7" fmla="*/ 0 h 1404"/>
                <a:gd name="T8" fmla="*/ 6 w 787"/>
                <a:gd name="T9" fmla="*/ 11 h 1404"/>
                <a:gd name="T10" fmla="*/ 6 w 787"/>
                <a:gd name="T11" fmla="*/ 11 h 1404"/>
                <a:gd name="T12" fmla="*/ 6 w 787"/>
                <a:gd name="T13" fmla="*/ 11 h 1404"/>
                <a:gd name="T14" fmla="*/ 6 w 787"/>
                <a:gd name="T15" fmla="*/ 11 h 1404"/>
                <a:gd name="T16" fmla="*/ 6 w 787"/>
                <a:gd name="T17" fmla="*/ 11 h 1404"/>
                <a:gd name="T18" fmla="*/ 6 w 787"/>
                <a:gd name="T19" fmla="*/ 11 h 1404"/>
                <a:gd name="T20" fmla="*/ 6 w 787"/>
                <a:gd name="T21" fmla="*/ 11 h 1404"/>
                <a:gd name="T22" fmla="*/ 6 w 787"/>
                <a:gd name="T23" fmla="*/ 11 h 1404"/>
                <a:gd name="T24" fmla="*/ 6 w 787"/>
                <a:gd name="T25" fmla="*/ 11 h 1404"/>
                <a:gd name="T26" fmla="*/ 6 w 787"/>
                <a:gd name="T27" fmla="*/ 11 h 1404"/>
                <a:gd name="T28" fmla="*/ 6 w 787"/>
                <a:gd name="T29" fmla="*/ 11 h 1404"/>
                <a:gd name="T30" fmla="*/ 6 w 787"/>
                <a:gd name="T31" fmla="*/ 11 h 1404"/>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787"/>
                <a:gd name="T49" fmla="*/ 0 h 1404"/>
                <a:gd name="T50" fmla="*/ 787 w 787"/>
                <a:gd name="T51" fmla="*/ 1404 h 1404"/>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787" h="1404">
                  <a:moveTo>
                    <a:pt x="781" y="1334"/>
                  </a:moveTo>
                  <a:lnTo>
                    <a:pt x="781" y="1337"/>
                  </a:lnTo>
                  <a:lnTo>
                    <a:pt x="82" y="0"/>
                  </a:lnTo>
                  <a:lnTo>
                    <a:pt x="0" y="42"/>
                  </a:lnTo>
                  <a:lnTo>
                    <a:pt x="699" y="1379"/>
                  </a:lnTo>
                  <a:lnTo>
                    <a:pt x="699" y="1381"/>
                  </a:lnTo>
                  <a:lnTo>
                    <a:pt x="699" y="1379"/>
                  </a:lnTo>
                  <a:lnTo>
                    <a:pt x="712" y="1395"/>
                  </a:lnTo>
                  <a:lnTo>
                    <a:pt x="727" y="1402"/>
                  </a:lnTo>
                  <a:lnTo>
                    <a:pt x="744" y="1404"/>
                  </a:lnTo>
                  <a:lnTo>
                    <a:pt x="761" y="1398"/>
                  </a:lnTo>
                  <a:lnTo>
                    <a:pt x="775" y="1388"/>
                  </a:lnTo>
                  <a:lnTo>
                    <a:pt x="784" y="1373"/>
                  </a:lnTo>
                  <a:lnTo>
                    <a:pt x="787" y="1357"/>
                  </a:lnTo>
                  <a:lnTo>
                    <a:pt x="781" y="1337"/>
                  </a:lnTo>
                  <a:lnTo>
                    <a:pt x="781" y="13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9647" name="Freeform 29"/>
            <p:cNvSpPr>
              <a:spLocks/>
            </p:cNvSpPr>
            <p:nvPr/>
          </p:nvSpPr>
          <p:spPr bwMode="auto">
            <a:xfrm>
              <a:off x="1439" y="1948"/>
              <a:ext cx="125" cy="76"/>
            </a:xfrm>
            <a:custGeom>
              <a:avLst/>
              <a:gdLst>
                <a:gd name="T0" fmla="*/ 5 w 628"/>
                <a:gd name="T1" fmla="*/ 2 h 383"/>
                <a:gd name="T2" fmla="*/ 5 w 628"/>
                <a:gd name="T3" fmla="*/ 2 h 383"/>
                <a:gd name="T4" fmla="*/ 4 w 628"/>
                <a:gd name="T5" fmla="*/ 2 h 383"/>
                <a:gd name="T6" fmla="*/ 4 w 628"/>
                <a:gd name="T7" fmla="*/ 2 h 383"/>
                <a:gd name="T8" fmla="*/ 4 w 628"/>
                <a:gd name="T9" fmla="*/ 2 h 383"/>
                <a:gd name="T10" fmla="*/ 3 w 628"/>
                <a:gd name="T11" fmla="*/ 2 h 383"/>
                <a:gd name="T12" fmla="*/ 3 w 628"/>
                <a:gd name="T13" fmla="*/ 2 h 383"/>
                <a:gd name="T14" fmla="*/ 3 w 628"/>
                <a:gd name="T15" fmla="*/ 2 h 383"/>
                <a:gd name="T16" fmla="*/ 3 w 628"/>
                <a:gd name="T17" fmla="*/ 2 h 383"/>
                <a:gd name="T18" fmla="*/ 2 w 628"/>
                <a:gd name="T19" fmla="*/ 2 h 383"/>
                <a:gd name="T20" fmla="*/ 2 w 628"/>
                <a:gd name="T21" fmla="*/ 2 h 383"/>
                <a:gd name="T22" fmla="*/ 2 w 628"/>
                <a:gd name="T23" fmla="*/ 1 h 383"/>
                <a:gd name="T24" fmla="*/ 2 w 628"/>
                <a:gd name="T25" fmla="*/ 1 h 383"/>
                <a:gd name="T26" fmla="*/ 1 w 628"/>
                <a:gd name="T27" fmla="*/ 1 h 383"/>
                <a:gd name="T28" fmla="*/ 1 w 628"/>
                <a:gd name="T29" fmla="*/ 1 h 383"/>
                <a:gd name="T30" fmla="*/ 1 w 628"/>
                <a:gd name="T31" fmla="*/ 1 h 383"/>
                <a:gd name="T32" fmla="*/ 1 w 628"/>
                <a:gd name="T33" fmla="*/ 0 h 383"/>
                <a:gd name="T34" fmla="*/ 1 w 628"/>
                <a:gd name="T35" fmla="*/ 0 h 383"/>
                <a:gd name="T36" fmla="*/ 0 w 628"/>
                <a:gd name="T37" fmla="*/ 0 h 383"/>
                <a:gd name="T38" fmla="*/ 0 w 628"/>
                <a:gd name="T39" fmla="*/ 1 h 383"/>
                <a:gd name="T40" fmla="*/ 0 w 628"/>
                <a:gd name="T41" fmla="*/ 1 h 383"/>
                <a:gd name="T42" fmla="*/ 1 w 628"/>
                <a:gd name="T43" fmla="*/ 1 h 383"/>
                <a:gd name="T44" fmla="*/ 1 w 628"/>
                <a:gd name="T45" fmla="*/ 1 h 383"/>
                <a:gd name="T46" fmla="*/ 1 w 628"/>
                <a:gd name="T47" fmla="*/ 2 h 383"/>
                <a:gd name="T48" fmla="*/ 1 w 628"/>
                <a:gd name="T49" fmla="*/ 2 h 383"/>
                <a:gd name="T50" fmla="*/ 2 w 628"/>
                <a:gd name="T51" fmla="*/ 2 h 383"/>
                <a:gd name="T52" fmla="*/ 2 w 628"/>
                <a:gd name="T53" fmla="*/ 2 h 383"/>
                <a:gd name="T54" fmla="*/ 2 w 628"/>
                <a:gd name="T55" fmla="*/ 2 h 383"/>
                <a:gd name="T56" fmla="*/ 3 w 628"/>
                <a:gd name="T57" fmla="*/ 3 h 383"/>
                <a:gd name="T58" fmla="*/ 3 w 628"/>
                <a:gd name="T59" fmla="*/ 3 h 383"/>
                <a:gd name="T60" fmla="*/ 3 w 628"/>
                <a:gd name="T61" fmla="*/ 3 h 383"/>
                <a:gd name="T62" fmla="*/ 4 w 628"/>
                <a:gd name="T63" fmla="*/ 3 h 383"/>
                <a:gd name="T64" fmla="*/ 4 w 628"/>
                <a:gd name="T65" fmla="*/ 3 h 383"/>
                <a:gd name="T66" fmla="*/ 4 w 628"/>
                <a:gd name="T67" fmla="*/ 3 h 383"/>
                <a:gd name="T68" fmla="*/ 5 w 628"/>
                <a:gd name="T69" fmla="*/ 3 h 383"/>
                <a:gd name="T70" fmla="*/ 5 w 628"/>
                <a:gd name="T71" fmla="*/ 3 h 383"/>
                <a:gd name="T72" fmla="*/ 5 w 628"/>
                <a:gd name="T73" fmla="*/ 3 h 383"/>
                <a:gd name="T74" fmla="*/ 5 w 628"/>
                <a:gd name="T75" fmla="*/ 3 h 383"/>
                <a:gd name="T76" fmla="*/ 5 w 628"/>
                <a:gd name="T77" fmla="*/ 3 h 383"/>
                <a:gd name="T78" fmla="*/ 5 w 628"/>
                <a:gd name="T79" fmla="*/ 3 h 383"/>
                <a:gd name="T80" fmla="*/ 5 w 628"/>
                <a:gd name="T81" fmla="*/ 3 h 383"/>
                <a:gd name="T82" fmla="*/ 5 w 628"/>
                <a:gd name="T83" fmla="*/ 3 h 383"/>
                <a:gd name="T84" fmla="*/ 5 w 628"/>
                <a:gd name="T85" fmla="*/ 2 h 383"/>
                <a:gd name="T86" fmla="*/ 5 w 628"/>
                <a:gd name="T87" fmla="*/ 2 h 383"/>
                <a:gd name="T88" fmla="*/ 5 w 628"/>
                <a:gd name="T89" fmla="*/ 2 h 383"/>
                <a:gd name="T90" fmla="*/ 5 w 628"/>
                <a:gd name="T91" fmla="*/ 2 h 38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628"/>
                <a:gd name="T139" fmla="*/ 0 h 383"/>
                <a:gd name="T140" fmla="*/ 628 w 628"/>
                <a:gd name="T141" fmla="*/ 383 h 38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628" h="383">
                  <a:moveTo>
                    <a:pt x="581" y="289"/>
                  </a:moveTo>
                  <a:lnTo>
                    <a:pt x="582" y="289"/>
                  </a:lnTo>
                  <a:lnTo>
                    <a:pt x="541" y="287"/>
                  </a:lnTo>
                  <a:lnTo>
                    <a:pt x="500" y="283"/>
                  </a:lnTo>
                  <a:lnTo>
                    <a:pt x="462" y="276"/>
                  </a:lnTo>
                  <a:lnTo>
                    <a:pt x="424" y="268"/>
                  </a:lnTo>
                  <a:lnTo>
                    <a:pt x="389" y="255"/>
                  </a:lnTo>
                  <a:lnTo>
                    <a:pt x="352" y="242"/>
                  </a:lnTo>
                  <a:lnTo>
                    <a:pt x="320" y="227"/>
                  </a:lnTo>
                  <a:lnTo>
                    <a:pt x="287" y="209"/>
                  </a:lnTo>
                  <a:lnTo>
                    <a:pt x="255" y="189"/>
                  </a:lnTo>
                  <a:lnTo>
                    <a:pt x="226" y="168"/>
                  </a:lnTo>
                  <a:lnTo>
                    <a:pt x="198" y="145"/>
                  </a:lnTo>
                  <a:lnTo>
                    <a:pt x="172" y="119"/>
                  </a:lnTo>
                  <a:lnTo>
                    <a:pt x="146" y="92"/>
                  </a:lnTo>
                  <a:lnTo>
                    <a:pt x="122" y="64"/>
                  </a:lnTo>
                  <a:lnTo>
                    <a:pt x="100" y="33"/>
                  </a:lnTo>
                  <a:lnTo>
                    <a:pt x="82" y="0"/>
                  </a:lnTo>
                  <a:lnTo>
                    <a:pt x="0" y="47"/>
                  </a:lnTo>
                  <a:lnTo>
                    <a:pt x="23" y="85"/>
                  </a:lnTo>
                  <a:lnTo>
                    <a:pt x="49" y="120"/>
                  </a:lnTo>
                  <a:lnTo>
                    <a:pt x="76" y="153"/>
                  </a:lnTo>
                  <a:lnTo>
                    <a:pt x="104" y="185"/>
                  </a:lnTo>
                  <a:lnTo>
                    <a:pt x="137" y="215"/>
                  </a:lnTo>
                  <a:lnTo>
                    <a:pt x="170" y="241"/>
                  </a:lnTo>
                  <a:lnTo>
                    <a:pt x="204" y="267"/>
                  </a:lnTo>
                  <a:lnTo>
                    <a:pt x="240" y="289"/>
                  </a:lnTo>
                  <a:lnTo>
                    <a:pt x="277" y="309"/>
                  </a:lnTo>
                  <a:lnTo>
                    <a:pt x="317" y="329"/>
                  </a:lnTo>
                  <a:lnTo>
                    <a:pt x="358" y="344"/>
                  </a:lnTo>
                  <a:lnTo>
                    <a:pt x="400" y="357"/>
                  </a:lnTo>
                  <a:lnTo>
                    <a:pt x="444" y="367"/>
                  </a:lnTo>
                  <a:lnTo>
                    <a:pt x="488" y="374"/>
                  </a:lnTo>
                  <a:lnTo>
                    <a:pt x="534" y="380"/>
                  </a:lnTo>
                  <a:lnTo>
                    <a:pt x="580" y="383"/>
                  </a:lnTo>
                  <a:lnTo>
                    <a:pt x="581" y="383"/>
                  </a:lnTo>
                  <a:lnTo>
                    <a:pt x="580" y="383"/>
                  </a:lnTo>
                  <a:lnTo>
                    <a:pt x="600" y="379"/>
                  </a:lnTo>
                  <a:lnTo>
                    <a:pt x="615" y="369"/>
                  </a:lnTo>
                  <a:lnTo>
                    <a:pt x="624" y="353"/>
                  </a:lnTo>
                  <a:lnTo>
                    <a:pt x="628" y="337"/>
                  </a:lnTo>
                  <a:lnTo>
                    <a:pt x="625" y="319"/>
                  </a:lnTo>
                  <a:lnTo>
                    <a:pt x="617" y="304"/>
                  </a:lnTo>
                  <a:lnTo>
                    <a:pt x="602" y="294"/>
                  </a:lnTo>
                  <a:lnTo>
                    <a:pt x="582" y="289"/>
                  </a:lnTo>
                  <a:lnTo>
                    <a:pt x="581" y="28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9648" name="Freeform 30"/>
            <p:cNvSpPr>
              <a:spLocks/>
            </p:cNvSpPr>
            <p:nvPr/>
          </p:nvSpPr>
          <p:spPr bwMode="auto">
            <a:xfrm>
              <a:off x="1587" y="1880"/>
              <a:ext cx="85" cy="49"/>
            </a:xfrm>
            <a:custGeom>
              <a:avLst/>
              <a:gdLst>
                <a:gd name="T0" fmla="*/ 3 w 426"/>
                <a:gd name="T1" fmla="*/ 0 h 245"/>
                <a:gd name="T2" fmla="*/ 3 w 426"/>
                <a:gd name="T3" fmla="*/ 0 h 245"/>
                <a:gd name="T4" fmla="*/ 3 w 426"/>
                <a:gd name="T5" fmla="*/ 0 h 245"/>
                <a:gd name="T6" fmla="*/ 3 w 426"/>
                <a:gd name="T7" fmla="*/ 0 h 245"/>
                <a:gd name="T8" fmla="*/ 2 w 426"/>
                <a:gd name="T9" fmla="*/ 0 h 245"/>
                <a:gd name="T10" fmla="*/ 2 w 426"/>
                <a:gd name="T11" fmla="*/ 0 h 245"/>
                <a:gd name="T12" fmla="*/ 2 w 426"/>
                <a:gd name="T13" fmla="*/ 0 h 245"/>
                <a:gd name="T14" fmla="*/ 2 w 426"/>
                <a:gd name="T15" fmla="*/ 0 h 245"/>
                <a:gd name="T16" fmla="*/ 1 w 426"/>
                <a:gd name="T17" fmla="*/ 0 h 245"/>
                <a:gd name="T18" fmla="*/ 1 w 426"/>
                <a:gd name="T19" fmla="*/ 1 h 245"/>
                <a:gd name="T20" fmla="*/ 1 w 426"/>
                <a:gd name="T21" fmla="*/ 1 h 245"/>
                <a:gd name="T22" fmla="*/ 1 w 426"/>
                <a:gd name="T23" fmla="*/ 1 h 245"/>
                <a:gd name="T24" fmla="*/ 0 w 426"/>
                <a:gd name="T25" fmla="*/ 1 h 245"/>
                <a:gd name="T26" fmla="*/ 0 w 426"/>
                <a:gd name="T27" fmla="*/ 1 h 245"/>
                <a:gd name="T28" fmla="*/ 0 w 426"/>
                <a:gd name="T29" fmla="*/ 1 h 245"/>
                <a:gd name="T30" fmla="*/ 0 w 426"/>
                <a:gd name="T31" fmla="*/ 2 h 245"/>
                <a:gd name="T32" fmla="*/ 0 w 426"/>
                <a:gd name="T33" fmla="*/ 2 h 245"/>
                <a:gd name="T34" fmla="*/ 0 w 426"/>
                <a:gd name="T35" fmla="*/ 2 h 245"/>
                <a:gd name="T36" fmla="*/ 0 w 426"/>
                <a:gd name="T37" fmla="*/ 2 h 245"/>
                <a:gd name="T38" fmla="*/ 0 w 426"/>
                <a:gd name="T39" fmla="*/ 2 h 245"/>
                <a:gd name="T40" fmla="*/ 0 w 426"/>
                <a:gd name="T41" fmla="*/ 2 h 245"/>
                <a:gd name="T42" fmla="*/ 0 w 426"/>
                <a:gd name="T43" fmla="*/ 1 h 245"/>
                <a:gd name="T44" fmla="*/ 0 w 426"/>
                <a:gd name="T45" fmla="*/ 1 h 245"/>
                <a:gd name="T46" fmla="*/ 0 w 426"/>
                <a:gd name="T47" fmla="*/ 1 h 245"/>
                <a:gd name="T48" fmla="*/ 1 w 426"/>
                <a:gd name="T49" fmla="*/ 1 h 245"/>
                <a:gd name="T50" fmla="*/ 1 w 426"/>
                <a:gd name="T51" fmla="*/ 1 h 245"/>
                <a:gd name="T52" fmla="*/ 1 w 426"/>
                <a:gd name="T53" fmla="*/ 1 h 245"/>
                <a:gd name="T54" fmla="*/ 1 w 426"/>
                <a:gd name="T55" fmla="*/ 1 h 245"/>
                <a:gd name="T56" fmla="*/ 2 w 426"/>
                <a:gd name="T57" fmla="*/ 0 h 245"/>
                <a:gd name="T58" fmla="*/ 2 w 426"/>
                <a:gd name="T59" fmla="*/ 0 h 245"/>
                <a:gd name="T60" fmla="*/ 2 w 426"/>
                <a:gd name="T61" fmla="*/ 0 h 245"/>
                <a:gd name="T62" fmla="*/ 2 w 426"/>
                <a:gd name="T63" fmla="*/ 0 h 245"/>
                <a:gd name="T64" fmla="*/ 3 w 426"/>
                <a:gd name="T65" fmla="*/ 0 h 245"/>
                <a:gd name="T66" fmla="*/ 3 w 426"/>
                <a:gd name="T67" fmla="*/ 0 h 245"/>
                <a:gd name="T68" fmla="*/ 3 w 426"/>
                <a:gd name="T69" fmla="*/ 0 h 245"/>
                <a:gd name="T70" fmla="*/ 3 w 426"/>
                <a:gd name="T71" fmla="*/ 0 h 245"/>
                <a:gd name="T72" fmla="*/ 3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426" y="0"/>
                  </a:moveTo>
                  <a:lnTo>
                    <a:pt x="426" y="0"/>
                  </a:lnTo>
                  <a:lnTo>
                    <a:pt x="384" y="1"/>
                  </a:lnTo>
                  <a:lnTo>
                    <a:pt x="340" y="4"/>
                  </a:lnTo>
                  <a:lnTo>
                    <a:pt x="300" y="10"/>
                  </a:lnTo>
                  <a:lnTo>
                    <a:pt x="262" y="18"/>
                  </a:lnTo>
                  <a:lnTo>
                    <a:pt x="224" y="29"/>
                  </a:lnTo>
                  <a:lnTo>
                    <a:pt x="189" y="41"/>
                  </a:lnTo>
                  <a:lnTo>
                    <a:pt x="157" y="55"/>
                  </a:lnTo>
                  <a:lnTo>
                    <a:pt x="126" y="70"/>
                  </a:lnTo>
                  <a:lnTo>
                    <a:pt x="99" y="89"/>
                  </a:lnTo>
                  <a:lnTo>
                    <a:pt x="74" y="106"/>
                  </a:lnTo>
                  <a:lnTo>
                    <a:pt x="52" y="126"/>
                  </a:lnTo>
                  <a:lnTo>
                    <a:pt x="34" y="148"/>
                  </a:lnTo>
                  <a:lnTo>
                    <a:pt x="19" y="171"/>
                  </a:lnTo>
                  <a:lnTo>
                    <a:pt x="9" y="194"/>
                  </a:lnTo>
                  <a:lnTo>
                    <a:pt x="3" y="219"/>
                  </a:lnTo>
                  <a:lnTo>
                    <a:pt x="0" y="245"/>
                  </a:lnTo>
                  <a:lnTo>
                    <a:pt x="12" y="245"/>
                  </a:lnTo>
                  <a:lnTo>
                    <a:pt x="15" y="221"/>
                  </a:lnTo>
                  <a:lnTo>
                    <a:pt x="20" y="199"/>
                  </a:lnTo>
                  <a:lnTo>
                    <a:pt x="31" y="178"/>
                  </a:lnTo>
                  <a:lnTo>
                    <a:pt x="44" y="156"/>
                  </a:lnTo>
                  <a:lnTo>
                    <a:pt x="61" y="136"/>
                  </a:lnTo>
                  <a:lnTo>
                    <a:pt x="81" y="116"/>
                  </a:lnTo>
                  <a:lnTo>
                    <a:pt x="106" y="98"/>
                  </a:lnTo>
                  <a:lnTo>
                    <a:pt x="133" y="82"/>
                  </a:lnTo>
                  <a:lnTo>
                    <a:pt x="162" y="66"/>
                  </a:lnTo>
                  <a:lnTo>
                    <a:pt x="194" y="52"/>
                  </a:lnTo>
                  <a:lnTo>
                    <a:pt x="229" y="41"/>
                  </a:lnTo>
                  <a:lnTo>
                    <a:pt x="264" y="30"/>
                  </a:lnTo>
                  <a:lnTo>
                    <a:pt x="303" y="22"/>
                  </a:lnTo>
                  <a:lnTo>
                    <a:pt x="343" y="16"/>
                  </a:lnTo>
                  <a:lnTo>
                    <a:pt x="384" y="12"/>
                  </a:lnTo>
                  <a:lnTo>
                    <a:pt x="426" y="11"/>
                  </a:lnTo>
                  <a:lnTo>
                    <a:pt x="42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9649" name="Freeform 31"/>
            <p:cNvSpPr>
              <a:spLocks/>
            </p:cNvSpPr>
            <p:nvPr/>
          </p:nvSpPr>
          <p:spPr bwMode="auto">
            <a:xfrm>
              <a:off x="1587" y="1929"/>
              <a:ext cx="85" cy="49"/>
            </a:xfrm>
            <a:custGeom>
              <a:avLst/>
              <a:gdLst>
                <a:gd name="T0" fmla="*/ 0 w 426"/>
                <a:gd name="T1" fmla="*/ 0 h 245"/>
                <a:gd name="T2" fmla="*/ 0 w 426"/>
                <a:gd name="T3" fmla="*/ 0 h 245"/>
                <a:gd name="T4" fmla="*/ 0 w 426"/>
                <a:gd name="T5" fmla="*/ 0 h 245"/>
                <a:gd name="T6" fmla="*/ 0 w 426"/>
                <a:gd name="T7" fmla="*/ 0 h 245"/>
                <a:gd name="T8" fmla="*/ 0 w 426"/>
                <a:gd name="T9" fmla="*/ 1 h 245"/>
                <a:gd name="T10" fmla="*/ 0 w 426"/>
                <a:gd name="T11" fmla="*/ 1 h 245"/>
                <a:gd name="T12" fmla="*/ 0 w 426"/>
                <a:gd name="T13" fmla="*/ 1 h 245"/>
                <a:gd name="T14" fmla="*/ 1 w 426"/>
                <a:gd name="T15" fmla="*/ 1 h 245"/>
                <a:gd name="T16" fmla="*/ 1 w 426"/>
                <a:gd name="T17" fmla="*/ 1 h 245"/>
                <a:gd name="T18" fmla="*/ 1 w 426"/>
                <a:gd name="T19" fmla="*/ 1 h 245"/>
                <a:gd name="T20" fmla="*/ 1 w 426"/>
                <a:gd name="T21" fmla="*/ 2 h 245"/>
                <a:gd name="T22" fmla="*/ 2 w 426"/>
                <a:gd name="T23" fmla="*/ 2 h 245"/>
                <a:gd name="T24" fmla="*/ 2 w 426"/>
                <a:gd name="T25" fmla="*/ 2 h 245"/>
                <a:gd name="T26" fmla="*/ 2 w 426"/>
                <a:gd name="T27" fmla="*/ 2 h 245"/>
                <a:gd name="T28" fmla="*/ 2 w 426"/>
                <a:gd name="T29" fmla="*/ 2 h 245"/>
                <a:gd name="T30" fmla="*/ 3 w 426"/>
                <a:gd name="T31" fmla="*/ 2 h 245"/>
                <a:gd name="T32" fmla="*/ 3 w 426"/>
                <a:gd name="T33" fmla="*/ 2 h 245"/>
                <a:gd name="T34" fmla="*/ 3 w 426"/>
                <a:gd name="T35" fmla="*/ 2 h 245"/>
                <a:gd name="T36" fmla="*/ 3 w 426"/>
                <a:gd name="T37" fmla="*/ 2 h 245"/>
                <a:gd name="T38" fmla="*/ 3 w 426"/>
                <a:gd name="T39" fmla="*/ 2 h 245"/>
                <a:gd name="T40" fmla="*/ 3 w 426"/>
                <a:gd name="T41" fmla="*/ 2 h 245"/>
                <a:gd name="T42" fmla="*/ 2 w 426"/>
                <a:gd name="T43" fmla="*/ 2 h 245"/>
                <a:gd name="T44" fmla="*/ 2 w 426"/>
                <a:gd name="T45" fmla="*/ 2 h 245"/>
                <a:gd name="T46" fmla="*/ 2 w 426"/>
                <a:gd name="T47" fmla="*/ 2 h 245"/>
                <a:gd name="T48" fmla="*/ 2 w 426"/>
                <a:gd name="T49" fmla="*/ 2 h 245"/>
                <a:gd name="T50" fmla="*/ 1 w 426"/>
                <a:gd name="T51" fmla="*/ 1 h 245"/>
                <a:gd name="T52" fmla="*/ 1 w 426"/>
                <a:gd name="T53" fmla="*/ 1 h 245"/>
                <a:gd name="T54" fmla="*/ 1 w 426"/>
                <a:gd name="T55" fmla="*/ 1 h 245"/>
                <a:gd name="T56" fmla="*/ 1 w 426"/>
                <a:gd name="T57" fmla="*/ 1 h 245"/>
                <a:gd name="T58" fmla="*/ 0 w 426"/>
                <a:gd name="T59" fmla="*/ 1 h 245"/>
                <a:gd name="T60" fmla="*/ 0 w 426"/>
                <a:gd name="T61" fmla="*/ 1 h 245"/>
                <a:gd name="T62" fmla="*/ 0 w 426"/>
                <a:gd name="T63" fmla="*/ 1 h 245"/>
                <a:gd name="T64" fmla="*/ 0 w 426"/>
                <a:gd name="T65" fmla="*/ 0 h 245"/>
                <a:gd name="T66" fmla="*/ 0 w 426"/>
                <a:gd name="T67" fmla="*/ 0 h 245"/>
                <a:gd name="T68" fmla="*/ 0 w 426"/>
                <a:gd name="T69" fmla="*/ 0 h 245"/>
                <a:gd name="T70" fmla="*/ 0 w 426"/>
                <a:gd name="T71" fmla="*/ 0 h 245"/>
                <a:gd name="T72" fmla="*/ 0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0" y="0"/>
                  </a:moveTo>
                  <a:lnTo>
                    <a:pt x="0" y="0"/>
                  </a:lnTo>
                  <a:lnTo>
                    <a:pt x="3" y="25"/>
                  </a:lnTo>
                  <a:lnTo>
                    <a:pt x="9" y="50"/>
                  </a:lnTo>
                  <a:lnTo>
                    <a:pt x="19" y="73"/>
                  </a:lnTo>
                  <a:lnTo>
                    <a:pt x="34" y="96"/>
                  </a:lnTo>
                  <a:lnTo>
                    <a:pt x="52" y="118"/>
                  </a:lnTo>
                  <a:lnTo>
                    <a:pt x="74" y="138"/>
                  </a:lnTo>
                  <a:lnTo>
                    <a:pt x="99" y="156"/>
                  </a:lnTo>
                  <a:lnTo>
                    <a:pt x="126" y="174"/>
                  </a:lnTo>
                  <a:lnTo>
                    <a:pt x="157" y="190"/>
                  </a:lnTo>
                  <a:lnTo>
                    <a:pt x="189" y="204"/>
                  </a:lnTo>
                  <a:lnTo>
                    <a:pt x="224" y="215"/>
                  </a:lnTo>
                  <a:lnTo>
                    <a:pt x="262" y="226"/>
                  </a:lnTo>
                  <a:lnTo>
                    <a:pt x="300" y="234"/>
                  </a:lnTo>
                  <a:lnTo>
                    <a:pt x="340" y="240"/>
                  </a:lnTo>
                  <a:lnTo>
                    <a:pt x="384" y="244"/>
                  </a:lnTo>
                  <a:lnTo>
                    <a:pt x="426" y="245"/>
                  </a:lnTo>
                  <a:lnTo>
                    <a:pt x="426" y="233"/>
                  </a:lnTo>
                  <a:lnTo>
                    <a:pt x="384" y="232"/>
                  </a:lnTo>
                  <a:lnTo>
                    <a:pt x="343" y="228"/>
                  </a:lnTo>
                  <a:lnTo>
                    <a:pt x="303" y="222"/>
                  </a:lnTo>
                  <a:lnTo>
                    <a:pt x="264" y="214"/>
                  </a:lnTo>
                  <a:lnTo>
                    <a:pt x="229" y="204"/>
                  </a:lnTo>
                  <a:lnTo>
                    <a:pt x="194" y="192"/>
                  </a:lnTo>
                  <a:lnTo>
                    <a:pt x="162" y="178"/>
                  </a:lnTo>
                  <a:lnTo>
                    <a:pt x="133" y="163"/>
                  </a:lnTo>
                  <a:lnTo>
                    <a:pt x="106" y="146"/>
                  </a:lnTo>
                  <a:lnTo>
                    <a:pt x="81" y="129"/>
                  </a:lnTo>
                  <a:lnTo>
                    <a:pt x="61" y="109"/>
                  </a:lnTo>
                  <a:lnTo>
                    <a:pt x="44" y="89"/>
                  </a:lnTo>
                  <a:lnTo>
                    <a:pt x="31" y="66"/>
                  </a:lnTo>
                  <a:lnTo>
                    <a:pt x="20" y="45"/>
                  </a:lnTo>
                  <a:lnTo>
                    <a:pt x="15" y="2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9650" name="Freeform 32"/>
            <p:cNvSpPr>
              <a:spLocks/>
            </p:cNvSpPr>
            <p:nvPr/>
          </p:nvSpPr>
          <p:spPr bwMode="auto">
            <a:xfrm>
              <a:off x="878" y="1448"/>
              <a:ext cx="792" cy="954"/>
            </a:xfrm>
            <a:custGeom>
              <a:avLst/>
              <a:gdLst>
                <a:gd name="T0" fmla="*/ 13 w 3960"/>
                <a:gd name="T1" fmla="*/ 38 h 4768"/>
                <a:gd name="T2" fmla="*/ 14 w 3960"/>
                <a:gd name="T3" fmla="*/ 38 h 4768"/>
                <a:gd name="T4" fmla="*/ 15 w 3960"/>
                <a:gd name="T5" fmla="*/ 38 h 4768"/>
                <a:gd name="T6" fmla="*/ 15 w 3960"/>
                <a:gd name="T7" fmla="*/ 38 h 4768"/>
                <a:gd name="T8" fmla="*/ 16 w 3960"/>
                <a:gd name="T9" fmla="*/ 38 h 4768"/>
                <a:gd name="T10" fmla="*/ 17 w 3960"/>
                <a:gd name="T11" fmla="*/ 38 h 4768"/>
                <a:gd name="T12" fmla="*/ 17 w 3960"/>
                <a:gd name="T13" fmla="*/ 38 h 4768"/>
                <a:gd name="T14" fmla="*/ 18 w 3960"/>
                <a:gd name="T15" fmla="*/ 38 h 4768"/>
                <a:gd name="T16" fmla="*/ 18 w 3960"/>
                <a:gd name="T17" fmla="*/ 38 h 4768"/>
                <a:gd name="T18" fmla="*/ 29 w 3960"/>
                <a:gd name="T19" fmla="*/ 30 h 4768"/>
                <a:gd name="T20" fmla="*/ 30 w 3960"/>
                <a:gd name="T21" fmla="*/ 30 h 4768"/>
                <a:gd name="T22" fmla="*/ 30 w 3960"/>
                <a:gd name="T23" fmla="*/ 29 h 4768"/>
                <a:gd name="T24" fmla="*/ 31 w 3960"/>
                <a:gd name="T25" fmla="*/ 28 h 4768"/>
                <a:gd name="T26" fmla="*/ 31 w 3960"/>
                <a:gd name="T27" fmla="*/ 28 h 4768"/>
                <a:gd name="T28" fmla="*/ 31 w 3960"/>
                <a:gd name="T29" fmla="*/ 27 h 4768"/>
                <a:gd name="T30" fmla="*/ 32 w 3960"/>
                <a:gd name="T31" fmla="*/ 26 h 4768"/>
                <a:gd name="T32" fmla="*/ 32 w 3960"/>
                <a:gd name="T33" fmla="*/ 25 h 4768"/>
                <a:gd name="T34" fmla="*/ 32 w 3960"/>
                <a:gd name="T35" fmla="*/ 11 h 4768"/>
                <a:gd name="T36" fmla="*/ 32 w 3960"/>
                <a:gd name="T37" fmla="*/ 10 h 4768"/>
                <a:gd name="T38" fmla="*/ 31 w 3960"/>
                <a:gd name="T39" fmla="*/ 9 h 4768"/>
                <a:gd name="T40" fmla="*/ 31 w 3960"/>
                <a:gd name="T41" fmla="*/ 9 h 4768"/>
                <a:gd name="T42" fmla="*/ 31 w 3960"/>
                <a:gd name="T43" fmla="*/ 8 h 4768"/>
                <a:gd name="T44" fmla="*/ 31 w 3960"/>
                <a:gd name="T45" fmla="*/ 8 h 4768"/>
                <a:gd name="T46" fmla="*/ 30 w 3960"/>
                <a:gd name="T47" fmla="*/ 7 h 4768"/>
                <a:gd name="T48" fmla="*/ 30 w 3960"/>
                <a:gd name="T49" fmla="*/ 7 h 4768"/>
                <a:gd name="T50" fmla="*/ 29 w 3960"/>
                <a:gd name="T51" fmla="*/ 6 h 4768"/>
                <a:gd name="T52" fmla="*/ 19 w 3960"/>
                <a:gd name="T53" fmla="*/ 1 h 4768"/>
                <a:gd name="T54" fmla="*/ 18 w 3960"/>
                <a:gd name="T55" fmla="*/ 0 h 4768"/>
                <a:gd name="T56" fmla="*/ 17 w 3960"/>
                <a:gd name="T57" fmla="*/ 0 h 4768"/>
                <a:gd name="T58" fmla="*/ 17 w 3960"/>
                <a:gd name="T59" fmla="*/ 0 h 4768"/>
                <a:gd name="T60" fmla="*/ 16 w 3960"/>
                <a:gd name="T61" fmla="*/ 0 h 4768"/>
                <a:gd name="T62" fmla="*/ 15 w 3960"/>
                <a:gd name="T63" fmla="*/ 0 h 4768"/>
                <a:gd name="T64" fmla="*/ 14 w 3960"/>
                <a:gd name="T65" fmla="*/ 0 h 4768"/>
                <a:gd name="T66" fmla="*/ 14 w 3960"/>
                <a:gd name="T67" fmla="*/ 0 h 4768"/>
                <a:gd name="T68" fmla="*/ 2 w 3960"/>
                <a:gd name="T69" fmla="*/ 6 h 4768"/>
                <a:gd name="T70" fmla="*/ 2 w 3960"/>
                <a:gd name="T71" fmla="*/ 7 h 4768"/>
                <a:gd name="T72" fmla="*/ 1 w 3960"/>
                <a:gd name="T73" fmla="*/ 7 h 4768"/>
                <a:gd name="T74" fmla="*/ 1 w 3960"/>
                <a:gd name="T75" fmla="*/ 8 h 4768"/>
                <a:gd name="T76" fmla="*/ 1 w 3960"/>
                <a:gd name="T77" fmla="*/ 8 h 4768"/>
                <a:gd name="T78" fmla="*/ 0 w 3960"/>
                <a:gd name="T79" fmla="*/ 9 h 4768"/>
                <a:gd name="T80" fmla="*/ 0 w 3960"/>
                <a:gd name="T81" fmla="*/ 9 h 4768"/>
                <a:gd name="T82" fmla="*/ 0 w 3960"/>
                <a:gd name="T83" fmla="*/ 10 h 4768"/>
                <a:gd name="T84" fmla="*/ 0 w 3960"/>
                <a:gd name="T85" fmla="*/ 11 h 4768"/>
                <a:gd name="T86" fmla="*/ 0 w 3960"/>
                <a:gd name="T87" fmla="*/ 25 h 4768"/>
                <a:gd name="T88" fmla="*/ 0 w 3960"/>
                <a:gd name="T89" fmla="*/ 26 h 4768"/>
                <a:gd name="T90" fmla="*/ 0 w 3960"/>
                <a:gd name="T91" fmla="*/ 27 h 4768"/>
                <a:gd name="T92" fmla="*/ 1 w 3960"/>
                <a:gd name="T93" fmla="*/ 28 h 4768"/>
                <a:gd name="T94" fmla="*/ 1 w 3960"/>
                <a:gd name="T95" fmla="*/ 29 h 4768"/>
                <a:gd name="T96" fmla="*/ 1 w 3960"/>
                <a:gd name="T97" fmla="*/ 29 h 4768"/>
                <a:gd name="T98" fmla="*/ 2 w 3960"/>
                <a:gd name="T99" fmla="*/ 30 h 4768"/>
                <a:gd name="T100" fmla="*/ 3 w 3960"/>
                <a:gd name="T101" fmla="*/ 31 h 4768"/>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w 3960"/>
                <a:gd name="T154" fmla="*/ 0 h 4768"/>
                <a:gd name="T155" fmla="*/ 3960 w 3960"/>
                <a:gd name="T156" fmla="*/ 4768 h 4768"/>
              </a:gdLst>
              <a:ahLst/>
              <a:cxnLst>
                <a:cxn ang="T102">
                  <a:pos x="T0" y="T1"/>
                </a:cxn>
                <a:cxn ang="T103">
                  <a:pos x="T2" y="T3"/>
                </a:cxn>
                <a:cxn ang="T104">
                  <a:pos x="T4" y="T5"/>
                </a:cxn>
                <a:cxn ang="T105">
                  <a:pos x="T6" y="T7"/>
                </a:cxn>
                <a:cxn ang="T106">
                  <a:pos x="T8" y="T9"/>
                </a:cxn>
                <a:cxn ang="T107">
                  <a:pos x="T10" y="T11"/>
                </a:cxn>
                <a:cxn ang="T108">
                  <a:pos x="T12" y="T13"/>
                </a:cxn>
                <a:cxn ang="T109">
                  <a:pos x="T14" y="T15"/>
                </a:cxn>
                <a:cxn ang="T110">
                  <a:pos x="T16" y="T17"/>
                </a:cxn>
                <a:cxn ang="T111">
                  <a:pos x="T18" y="T19"/>
                </a:cxn>
                <a:cxn ang="T112">
                  <a:pos x="T20" y="T21"/>
                </a:cxn>
                <a:cxn ang="T113">
                  <a:pos x="T22" y="T23"/>
                </a:cxn>
                <a:cxn ang="T114">
                  <a:pos x="T24" y="T25"/>
                </a:cxn>
                <a:cxn ang="T115">
                  <a:pos x="T26" y="T27"/>
                </a:cxn>
                <a:cxn ang="T116">
                  <a:pos x="T28" y="T29"/>
                </a:cxn>
                <a:cxn ang="T117">
                  <a:pos x="T30" y="T31"/>
                </a:cxn>
                <a:cxn ang="T118">
                  <a:pos x="T32" y="T33"/>
                </a:cxn>
                <a:cxn ang="T119">
                  <a:pos x="T34" y="T35"/>
                </a:cxn>
                <a:cxn ang="T120">
                  <a:pos x="T36" y="T37"/>
                </a:cxn>
                <a:cxn ang="T121">
                  <a:pos x="T38" y="T39"/>
                </a:cxn>
                <a:cxn ang="T122">
                  <a:pos x="T40" y="T41"/>
                </a:cxn>
                <a:cxn ang="T123">
                  <a:pos x="T42" y="T43"/>
                </a:cxn>
                <a:cxn ang="T124">
                  <a:pos x="T44" y="T45"/>
                </a:cxn>
                <a:cxn ang="T125">
                  <a:pos x="T46" y="T47"/>
                </a:cxn>
                <a:cxn ang="T126">
                  <a:pos x="T48" y="T49"/>
                </a:cxn>
                <a:cxn ang="T127">
                  <a:pos x="T50" y="T51"/>
                </a:cxn>
                <a:cxn ang="T128">
                  <a:pos x="T52" y="T53"/>
                </a:cxn>
                <a:cxn ang="T129">
                  <a:pos x="T54" y="T55"/>
                </a:cxn>
                <a:cxn ang="T130">
                  <a:pos x="T56" y="T57"/>
                </a:cxn>
                <a:cxn ang="T131">
                  <a:pos x="T58" y="T59"/>
                </a:cxn>
                <a:cxn ang="T132">
                  <a:pos x="T60" y="T61"/>
                </a:cxn>
                <a:cxn ang="T133">
                  <a:pos x="T62" y="T63"/>
                </a:cxn>
                <a:cxn ang="T134">
                  <a:pos x="T64" y="T65"/>
                </a:cxn>
                <a:cxn ang="T135">
                  <a:pos x="T66" y="T67"/>
                </a:cxn>
                <a:cxn ang="T136">
                  <a:pos x="T68" y="T69"/>
                </a:cxn>
                <a:cxn ang="T137">
                  <a:pos x="T70" y="T71"/>
                </a:cxn>
                <a:cxn ang="T138">
                  <a:pos x="T72" y="T73"/>
                </a:cxn>
                <a:cxn ang="T139">
                  <a:pos x="T74" y="T75"/>
                </a:cxn>
                <a:cxn ang="T140">
                  <a:pos x="T76" y="T77"/>
                </a:cxn>
                <a:cxn ang="T141">
                  <a:pos x="T78" y="T79"/>
                </a:cxn>
                <a:cxn ang="T142">
                  <a:pos x="T80" y="T81"/>
                </a:cxn>
                <a:cxn ang="T143">
                  <a:pos x="T82" y="T83"/>
                </a:cxn>
                <a:cxn ang="T144">
                  <a:pos x="T84" y="T85"/>
                </a:cxn>
                <a:cxn ang="T145">
                  <a:pos x="T86" y="T87"/>
                </a:cxn>
                <a:cxn ang="T146">
                  <a:pos x="T88" y="T89"/>
                </a:cxn>
                <a:cxn ang="T147">
                  <a:pos x="T90" y="T91"/>
                </a:cxn>
                <a:cxn ang="T148">
                  <a:pos x="T92" y="T93"/>
                </a:cxn>
                <a:cxn ang="T149">
                  <a:pos x="T94" y="T95"/>
                </a:cxn>
                <a:cxn ang="T150">
                  <a:pos x="T96" y="T97"/>
                </a:cxn>
                <a:cxn ang="T151">
                  <a:pos x="T98" y="T99"/>
                </a:cxn>
                <a:cxn ang="T152">
                  <a:pos x="T100" y="T101"/>
                </a:cxn>
              </a:cxnLst>
              <a:rect l="T153" t="T154" r="T155" b="T156"/>
              <a:pathLst>
                <a:path w="3960" h="4768">
                  <a:moveTo>
                    <a:pt x="353" y="3849"/>
                  </a:moveTo>
                  <a:lnTo>
                    <a:pt x="1661" y="4700"/>
                  </a:lnTo>
                  <a:lnTo>
                    <a:pt x="1697" y="4717"/>
                  </a:lnTo>
                  <a:lnTo>
                    <a:pt x="1736" y="4731"/>
                  </a:lnTo>
                  <a:lnTo>
                    <a:pt x="1776" y="4742"/>
                  </a:lnTo>
                  <a:lnTo>
                    <a:pt x="1818" y="4753"/>
                  </a:lnTo>
                  <a:lnTo>
                    <a:pt x="1860" y="4760"/>
                  </a:lnTo>
                  <a:lnTo>
                    <a:pt x="1902" y="4765"/>
                  </a:lnTo>
                  <a:lnTo>
                    <a:pt x="1946" y="4768"/>
                  </a:lnTo>
                  <a:lnTo>
                    <a:pt x="1988" y="4768"/>
                  </a:lnTo>
                  <a:lnTo>
                    <a:pt x="2031" y="4767"/>
                  </a:lnTo>
                  <a:lnTo>
                    <a:pt x="2073" y="4763"/>
                  </a:lnTo>
                  <a:lnTo>
                    <a:pt x="2114" y="4758"/>
                  </a:lnTo>
                  <a:lnTo>
                    <a:pt x="2154" y="4751"/>
                  </a:lnTo>
                  <a:lnTo>
                    <a:pt x="2193" y="4740"/>
                  </a:lnTo>
                  <a:lnTo>
                    <a:pt x="2230" y="4729"/>
                  </a:lnTo>
                  <a:lnTo>
                    <a:pt x="2264" y="4715"/>
                  </a:lnTo>
                  <a:lnTo>
                    <a:pt x="2297" y="4700"/>
                  </a:lnTo>
                  <a:lnTo>
                    <a:pt x="3639" y="3825"/>
                  </a:lnTo>
                  <a:lnTo>
                    <a:pt x="3673" y="3795"/>
                  </a:lnTo>
                  <a:lnTo>
                    <a:pt x="3707" y="3761"/>
                  </a:lnTo>
                  <a:lnTo>
                    <a:pt x="3738" y="3725"/>
                  </a:lnTo>
                  <a:lnTo>
                    <a:pt x="3768" y="3685"/>
                  </a:lnTo>
                  <a:lnTo>
                    <a:pt x="3796" y="3644"/>
                  </a:lnTo>
                  <a:lnTo>
                    <a:pt x="3821" y="3599"/>
                  </a:lnTo>
                  <a:lnTo>
                    <a:pt x="3846" y="3553"/>
                  </a:lnTo>
                  <a:lnTo>
                    <a:pt x="3868" y="3505"/>
                  </a:lnTo>
                  <a:lnTo>
                    <a:pt x="3888" y="3456"/>
                  </a:lnTo>
                  <a:lnTo>
                    <a:pt x="3907" y="3406"/>
                  </a:lnTo>
                  <a:lnTo>
                    <a:pt x="3922" y="3354"/>
                  </a:lnTo>
                  <a:lnTo>
                    <a:pt x="3935" y="3303"/>
                  </a:lnTo>
                  <a:lnTo>
                    <a:pt x="3946" y="3250"/>
                  </a:lnTo>
                  <a:lnTo>
                    <a:pt x="3953" y="3197"/>
                  </a:lnTo>
                  <a:lnTo>
                    <a:pt x="3957" y="3144"/>
                  </a:lnTo>
                  <a:lnTo>
                    <a:pt x="3960" y="3092"/>
                  </a:lnTo>
                  <a:lnTo>
                    <a:pt x="3959" y="1313"/>
                  </a:lnTo>
                  <a:lnTo>
                    <a:pt x="3955" y="1271"/>
                  </a:lnTo>
                  <a:lnTo>
                    <a:pt x="3949" y="1229"/>
                  </a:lnTo>
                  <a:lnTo>
                    <a:pt x="3941" y="1189"/>
                  </a:lnTo>
                  <a:lnTo>
                    <a:pt x="3930" y="1149"/>
                  </a:lnTo>
                  <a:lnTo>
                    <a:pt x="3918" y="1111"/>
                  </a:lnTo>
                  <a:lnTo>
                    <a:pt x="3902" y="1075"/>
                  </a:lnTo>
                  <a:lnTo>
                    <a:pt x="3886" y="1040"/>
                  </a:lnTo>
                  <a:lnTo>
                    <a:pt x="3867" y="1006"/>
                  </a:lnTo>
                  <a:lnTo>
                    <a:pt x="3846" y="973"/>
                  </a:lnTo>
                  <a:lnTo>
                    <a:pt x="3823" y="942"/>
                  </a:lnTo>
                  <a:lnTo>
                    <a:pt x="3798" y="913"/>
                  </a:lnTo>
                  <a:lnTo>
                    <a:pt x="3771" y="886"/>
                  </a:lnTo>
                  <a:lnTo>
                    <a:pt x="3743" y="860"/>
                  </a:lnTo>
                  <a:lnTo>
                    <a:pt x="3714" y="837"/>
                  </a:lnTo>
                  <a:lnTo>
                    <a:pt x="3682" y="816"/>
                  </a:lnTo>
                  <a:lnTo>
                    <a:pt x="3649" y="796"/>
                  </a:lnTo>
                  <a:lnTo>
                    <a:pt x="2386" y="83"/>
                  </a:lnTo>
                  <a:lnTo>
                    <a:pt x="2350" y="65"/>
                  </a:lnTo>
                  <a:lnTo>
                    <a:pt x="2310" y="50"/>
                  </a:lnTo>
                  <a:lnTo>
                    <a:pt x="2268" y="36"/>
                  </a:lnTo>
                  <a:lnTo>
                    <a:pt x="2223" y="24"/>
                  </a:lnTo>
                  <a:lnTo>
                    <a:pt x="2178" y="15"/>
                  </a:lnTo>
                  <a:lnTo>
                    <a:pt x="2131" y="8"/>
                  </a:lnTo>
                  <a:lnTo>
                    <a:pt x="2082" y="3"/>
                  </a:lnTo>
                  <a:lnTo>
                    <a:pt x="2032" y="0"/>
                  </a:lnTo>
                  <a:lnTo>
                    <a:pt x="1982" y="1"/>
                  </a:lnTo>
                  <a:lnTo>
                    <a:pt x="1933" y="3"/>
                  </a:lnTo>
                  <a:lnTo>
                    <a:pt x="1882" y="9"/>
                  </a:lnTo>
                  <a:lnTo>
                    <a:pt x="1833" y="17"/>
                  </a:lnTo>
                  <a:lnTo>
                    <a:pt x="1785" y="29"/>
                  </a:lnTo>
                  <a:lnTo>
                    <a:pt x="1737" y="43"/>
                  </a:lnTo>
                  <a:lnTo>
                    <a:pt x="1691" y="62"/>
                  </a:lnTo>
                  <a:lnTo>
                    <a:pt x="1647" y="83"/>
                  </a:lnTo>
                  <a:lnTo>
                    <a:pt x="311" y="782"/>
                  </a:lnTo>
                  <a:lnTo>
                    <a:pt x="276" y="803"/>
                  </a:lnTo>
                  <a:lnTo>
                    <a:pt x="243" y="826"/>
                  </a:lnTo>
                  <a:lnTo>
                    <a:pt x="213" y="852"/>
                  </a:lnTo>
                  <a:lnTo>
                    <a:pt x="184" y="879"/>
                  </a:lnTo>
                  <a:lnTo>
                    <a:pt x="155" y="908"/>
                  </a:lnTo>
                  <a:lnTo>
                    <a:pt x="131" y="939"/>
                  </a:lnTo>
                  <a:lnTo>
                    <a:pt x="107" y="971"/>
                  </a:lnTo>
                  <a:lnTo>
                    <a:pt x="86" y="1005"/>
                  </a:lnTo>
                  <a:lnTo>
                    <a:pt x="68" y="1040"/>
                  </a:lnTo>
                  <a:lnTo>
                    <a:pt x="50" y="1076"/>
                  </a:lnTo>
                  <a:lnTo>
                    <a:pt x="36" y="1115"/>
                  </a:lnTo>
                  <a:lnTo>
                    <a:pt x="23" y="1153"/>
                  </a:lnTo>
                  <a:lnTo>
                    <a:pt x="14" y="1195"/>
                  </a:lnTo>
                  <a:lnTo>
                    <a:pt x="7" y="1236"/>
                  </a:lnTo>
                  <a:lnTo>
                    <a:pt x="2" y="1279"/>
                  </a:lnTo>
                  <a:lnTo>
                    <a:pt x="0" y="1322"/>
                  </a:lnTo>
                  <a:lnTo>
                    <a:pt x="0" y="3093"/>
                  </a:lnTo>
                  <a:lnTo>
                    <a:pt x="2" y="3147"/>
                  </a:lnTo>
                  <a:lnTo>
                    <a:pt x="7" y="3202"/>
                  </a:lnTo>
                  <a:lnTo>
                    <a:pt x="15" y="3257"/>
                  </a:lnTo>
                  <a:lnTo>
                    <a:pt x="27" y="3312"/>
                  </a:lnTo>
                  <a:lnTo>
                    <a:pt x="42" y="3366"/>
                  </a:lnTo>
                  <a:lnTo>
                    <a:pt x="59" y="3420"/>
                  </a:lnTo>
                  <a:lnTo>
                    <a:pt x="79" y="3474"/>
                  </a:lnTo>
                  <a:lnTo>
                    <a:pt x="102" y="3525"/>
                  </a:lnTo>
                  <a:lnTo>
                    <a:pt x="127" y="3576"/>
                  </a:lnTo>
                  <a:lnTo>
                    <a:pt x="154" y="3624"/>
                  </a:lnTo>
                  <a:lnTo>
                    <a:pt x="184" y="3670"/>
                  </a:lnTo>
                  <a:lnTo>
                    <a:pt x="214" y="3712"/>
                  </a:lnTo>
                  <a:lnTo>
                    <a:pt x="247" y="3752"/>
                  </a:lnTo>
                  <a:lnTo>
                    <a:pt x="281" y="3788"/>
                  </a:lnTo>
                  <a:lnTo>
                    <a:pt x="317" y="3821"/>
                  </a:lnTo>
                  <a:lnTo>
                    <a:pt x="353" y="384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9651" name="Freeform 33"/>
            <p:cNvSpPr>
              <a:spLocks/>
            </p:cNvSpPr>
            <p:nvPr/>
          </p:nvSpPr>
          <p:spPr bwMode="auto">
            <a:xfrm>
              <a:off x="943" y="2210"/>
              <a:ext cx="276" cy="187"/>
            </a:xfrm>
            <a:custGeom>
              <a:avLst/>
              <a:gdLst>
                <a:gd name="T0" fmla="*/ 11 w 1380"/>
                <a:gd name="T1" fmla="*/ 7 h 937"/>
                <a:gd name="T2" fmla="*/ 11 w 1380"/>
                <a:gd name="T3" fmla="*/ 7 h 937"/>
                <a:gd name="T4" fmla="*/ 0 w 1380"/>
                <a:gd name="T5" fmla="*/ 0 h 937"/>
                <a:gd name="T6" fmla="*/ 0 w 1380"/>
                <a:gd name="T7" fmla="*/ 1 h 937"/>
                <a:gd name="T8" fmla="*/ 10 w 1380"/>
                <a:gd name="T9" fmla="*/ 7 h 937"/>
                <a:gd name="T10" fmla="*/ 10 w 1380"/>
                <a:gd name="T11" fmla="*/ 7 h 937"/>
                <a:gd name="T12" fmla="*/ 10 w 1380"/>
                <a:gd name="T13" fmla="*/ 7 h 937"/>
                <a:gd name="T14" fmla="*/ 11 w 1380"/>
                <a:gd name="T15" fmla="*/ 7 h 937"/>
                <a:gd name="T16" fmla="*/ 11 w 1380"/>
                <a:gd name="T17" fmla="*/ 7 h 937"/>
                <a:gd name="T18" fmla="*/ 11 w 1380"/>
                <a:gd name="T19" fmla="*/ 7 h 937"/>
                <a:gd name="T20" fmla="*/ 11 w 1380"/>
                <a:gd name="T21" fmla="*/ 7 h 937"/>
                <a:gd name="T22" fmla="*/ 11 w 1380"/>
                <a:gd name="T23" fmla="*/ 7 h 937"/>
                <a:gd name="T24" fmla="*/ 11 w 1380"/>
                <a:gd name="T25" fmla="*/ 7 h 937"/>
                <a:gd name="T26" fmla="*/ 11 w 1380"/>
                <a:gd name="T27" fmla="*/ 7 h 937"/>
                <a:gd name="T28" fmla="*/ 11 w 1380"/>
                <a:gd name="T29" fmla="*/ 7 h 937"/>
                <a:gd name="T30" fmla="*/ 11 w 1380"/>
                <a:gd name="T31" fmla="*/ 7 h 93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80"/>
                <a:gd name="T49" fmla="*/ 0 h 937"/>
                <a:gd name="T50" fmla="*/ 1380 w 1380"/>
                <a:gd name="T51" fmla="*/ 937 h 93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80" h="937">
                  <a:moveTo>
                    <a:pt x="1354" y="848"/>
                  </a:moveTo>
                  <a:lnTo>
                    <a:pt x="1359" y="851"/>
                  </a:lnTo>
                  <a:lnTo>
                    <a:pt x="51" y="0"/>
                  </a:lnTo>
                  <a:lnTo>
                    <a:pt x="0" y="78"/>
                  </a:lnTo>
                  <a:lnTo>
                    <a:pt x="1307" y="929"/>
                  </a:lnTo>
                  <a:lnTo>
                    <a:pt x="1312" y="932"/>
                  </a:lnTo>
                  <a:lnTo>
                    <a:pt x="1307" y="929"/>
                  </a:lnTo>
                  <a:lnTo>
                    <a:pt x="1326" y="937"/>
                  </a:lnTo>
                  <a:lnTo>
                    <a:pt x="1345" y="936"/>
                  </a:lnTo>
                  <a:lnTo>
                    <a:pt x="1360" y="929"/>
                  </a:lnTo>
                  <a:lnTo>
                    <a:pt x="1372" y="916"/>
                  </a:lnTo>
                  <a:lnTo>
                    <a:pt x="1379" y="899"/>
                  </a:lnTo>
                  <a:lnTo>
                    <a:pt x="1380" y="883"/>
                  </a:lnTo>
                  <a:lnTo>
                    <a:pt x="1374" y="865"/>
                  </a:lnTo>
                  <a:lnTo>
                    <a:pt x="1359" y="851"/>
                  </a:lnTo>
                  <a:lnTo>
                    <a:pt x="1354" y="84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9652" name="Freeform 34"/>
            <p:cNvSpPr>
              <a:spLocks/>
            </p:cNvSpPr>
            <p:nvPr/>
          </p:nvSpPr>
          <p:spPr bwMode="auto">
            <a:xfrm>
              <a:off x="1206" y="2379"/>
              <a:ext cx="140" cy="32"/>
            </a:xfrm>
            <a:custGeom>
              <a:avLst/>
              <a:gdLst>
                <a:gd name="T0" fmla="*/ 5 w 703"/>
                <a:gd name="T1" fmla="*/ 0 h 162"/>
                <a:gd name="T2" fmla="*/ 5 w 703"/>
                <a:gd name="T3" fmla="*/ 0 h 162"/>
                <a:gd name="T4" fmla="*/ 5 w 703"/>
                <a:gd name="T5" fmla="*/ 0 h 162"/>
                <a:gd name="T6" fmla="*/ 5 w 703"/>
                <a:gd name="T7" fmla="*/ 0 h 162"/>
                <a:gd name="T8" fmla="*/ 4 w 703"/>
                <a:gd name="T9" fmla="*/ 0 h 162"/>
                <a:gd name="T10" fmla="*/ 4 w 703"/>
                <a:gd name="T11" fmla="*/ 0 h 162"/>
                <a:gd name="T12" fmla="*/ 4 w 703"/>
                <a:gd name="T13" fmla="*/ 0 h 162"/>
                <a:gd name="T14" fmla="*/ 3 w 703"/>
                <a:gd name="T15" fmla="*/ 1 h 162"/>
                <a:gd name="T16" fmla="*/ 3 w 703"/>
                <a:gd name="T17" fmla="*/ 1 h 162"/>
                <a:gd name="T18" fmla="*/ 3 w 703"/>
                <a:gd name="T19" fmla="*/ 1 h 162"/>
                <a:gd name="T20" fmla="*/ 2 w 703"/>
                <a:gd name="T21" fmla="*/ 1 h 162"/>
                <a:gd name="T22" fmla="*/ 2 w 703"/>
                <a:gd name="T23" fmla="*/ 1 h 162"/>
                <a:gd name="T24" fmla="*/ 2 w 703"/>
                <a:gd name="T25" fmla="*/ 0 h 162"/>
                <a:gd name="T26" fmla="*/ 1 w 703"/>
                <a:gd name="T27" fmla="*/ 0 h 162"/>
                <a:gd name="T28" fmla="*/ 1 w 703"/>
                <a:gd name="T29" fmla="*/ 0 h 162"/>
                <a:gd name="T30" fmla="*/ 1 w 703"/>
                <a:gd name="T31" fmla="*/ 0 h 162"/>
                <a:gd name="T32" fmla="*/ 1 w 703"/>
                <a:gd name="T33" fmla="*/ 0 h 162"/>
                <a:gd name="T34" fmla="*/ 0 w 703"/>
                <a:gd name="T35" fmla="*/ 0 h 162"/>
                <a:gd name="T36" fmla="*/ 0 w 703"/>
                <a:gd name="T37" fmla="*/ 1 h 162"/>
                <a:gd name="T38" fmla="*/ 0 w 703"/>
                <a:gd name="T39" fmla="*/ 1 h 162"/>
                <a:gd name="T40" fmla="*/ 1 w 703"/>
                <a:gd name="T41" fmla="*/ 1 h 162"/>
                <a:gd name="T42" fmla="*/ 1 w 703"/>
                <a:gd name="T43" fmla="*/ 1 h 162"/>
                <a:gd name="T44" fmla="*/ 1 w 703"/>
                <a:gd name="T45" fmla="*/ 1 h 162"/>
                <a:gd name="T46" fmla="*/ 2 w 703"/>
                <a:gd name="T47" fmla="*/ 1 h 162"/>
                <a:gd name="T48" fmla="*/ 2 w 703"/>
                <a:gd name="T49" fmla="*/ 1 h 162"/>
                <a:gd name="T50" fmla="*/ 2 w 703"/>
                <a:gd name="T51" fmla="*/ 1 h 162"/>
                <a:gd name="T52" fmla="*/ 3 w 703"/>
                <a:gd name="T53" fmla="*/ 1 h 162"/>
                <a:gd name="T54" fmla="*/ 3 w 703"/>
                <a:gd name="T55" fmla="*/ 1 h 162"/>
                <a:gd name="T56" fmla="*/ 3 w 703"/>
                <a:gd name="T57" fmla="*/ 1 h 162"/>
                <a:gd name="T58" fmla="*/ 4 w 703"/>
                <a:gd name="T59" fmla="*/ 1 h 162"/>
                <a:gd name="T60" fmla="*/ 4 w 703"/>
                <a:gd name="T61" fmla="*/ 1 h 162"/>
                <a:gd name="T62" fmla="*/ 5 w 703"/>
                <a:gd name="T63" fmla="*/ 1 h 162"/>
                <a:gd name="T64" fmla="*/ 5 w 703"/>
                <a:gd name="T65" fmla="*/ 1 h 162"/>
                <a:gd name="T66" fmla="*/ 5 w 703"/>
                <a:gd name="T67" fmla="*/ 1 h 162"/>
                <a:gd name="T68" fmla="*/ 5 w 703"/>
                <a:gd name="T69" fmla="*/ 1 h 162"/>
                <a:gd name="T70" fmla="*/ 5 w 703"/>
                <a:gd name="T71" fmla="*/ 1 h 162"/>
                <a:gd name="T72" fmla="*/ 5 w 703"/>
                <a:gd name="T73" fmla="*/ 1 h 162"/>
                <a:gd name="T74" fmla="*/ 5 w 703"/>
                <a:gd name="T75" fmla="*/ 1 h 162"/>
                <a:gd name="T76" fmla="*/ 6 w 703"/>
                <a:gd name="T77" fmla="*/ 0 h 162"/>
                <a:gd name="T78" fmla="*/ 6 w 703"/>
                <a:gd name="T79" fmla="*/ 0 h 162"/>
                <a:gd name="T80" fmla="*/ 6 w 703"/>
                <a:gd name="T81" fmla="*/ 0 h 162"/>
                <a:gd name="T82" fmla="*/ 5 w 703"/>
                <a:gd name="T83" fmla="*/ 0 h 162"/>
                <a:gd name="T84" fmla="*/ 5 w 703"/>
                <a:gd name="T85" fmla="*/ 0 h 162"/>
                <a:gd name="T86" fmla="*/ 5 w 703"/>
                <a:gd name="T87" fmla="*/ 0 h 162"/>
                <a:gd name="T88" fmla="*/ 5 w 703"/>
                <a:gd name="T89" fmla="*/ 0 h 162"/>
                <a:gd name="T90" fmla="*/ 5 w 703"/>
                <a:gd name="T91" fmla="*/ 0 h 162"/>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703"/>
                <a:gd name="T139" fmla="*/ 0 h 162"/>
                <a:gd name="T140" fmla="*/ 703 w 703"/>
                <a:gd name="T141" fmla="*/ 162 h 162"/>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703" h="162">
                  <a:moveTo>
                    <a:pt x="631" y="8"/>
                  </a:moveTo>
                  <a:lnTo>
                    <a:pt x="636" y="6"/>
                  </a:lnTo>
                  <a:lnTo>
                    <a:pt x="606" y="20"/>
                  </a:lnTo>
                  <a:lnTo>
                    <a:pt x="575" y="32"/>
                  </a:lnTo>
                  <a:lnTo>
                    <a:pt x="540" y="42"/>
                  </a:lnTo>
                  <a:lnTo>
                    <a:pt x="504" y="52"/>
                  </a:lnTo>
                  <a:lnTo>
                    <a:pt x="467" y="59"/>
                  </a:lnTo>
                  <a:lnTo>
                    <a:pt x="428" y="64"/>
                  </a:lnTo>
                  <a:lnTo>
                    <a:pt x="389" y="67"/>
                  </a:lnTo>
                  <a:lnTo>
                    <a:pt x="348" y="68"/>
                  </a:lnTo>
                  <a:lnTo>
                    <a:pt x="308" y="68"/>
                  </a:lnTo>
                  <a:lnTo>
                    <a:pt x="267" y="65"/>
                  </a:lnTo>
                  <a:lnTo>
                    <a:pt x="226" y="61"/>
                  </a:lnTo>
                  <a:lnTo>
                    <a:pt x="187" y="54"/>
                  </a:lnTo>
                  <a:lnTo>
                    <a:pt x="148" y="44"/>
                  </a:lnTo>
                  <a:lnTo>
                    <a:pt x="110" y="33"/>
                  </a:lnTo>
                  <a:lnTo>
                    <a:pt x="75" y="20"/>
                  </a:lnTo>
                  <a:lnTo>
                    <a:pt x="42" y="5"/>
                  </a:lnTo>
                  <a:lnTo>
                    <a:pt x="0" y="89"/>
                  </a:lnTo>
                  <a:lnTo>
                    <a:pt x="40" y="107"/>
                  </a:lnTo>
                  <a:lnTo>
                    <a:pt x="82" y="122"/>
                  </a:lnTo>
                  <a:lnTo>
                    <a:pt x="124" y="135"/>
                  </a:lnTo>
                  <a:lnTo>
                    <a:pt x="169" y="146"/>
                  </a:lnTo>
                  <a:lnTo>
                    <a:pt x="214" y="153"/>
                  </a:lnTo>
                  <a:lnTo>
                    <a:pt x="258" y="158"/>
                  </a:lnTo>
                  <a:lnTo>
                    <a:pt x="303" y="162"/>
                  </a:lnTo>
                  <a:lnTo>
                    <a:pt x="348" y="162"/>
                  </a:lnTo>
                  <a:lnTo>
                    <a:pt x="394" y="161"/>
                  </a:lnTo>
                  <a:lnTo>
                    <a:pt x="439" y="157"/>
                  </a:lnTo>
                  <a:lnTo>
                    <a:pt x="481" y="150"/>
                  </a:lnTo>
                  <a:lnTo>
                    <a:pt x="525" y="143"/>
                  </a:lnTo>
                  <a:lnTo>
                    <a:pt x="566" y="132"/>
                  </a:lnTo>
                  <a:lnTo>
                    <a:pt x="606" y="121"/>
                  </a:lnTo>
                  <a:lnTo>
                    <a:pt x="643" y="105"/>
                  </a:lnTo>
                  <a:lnTo>
                    <a:pt x="678" y="88"/>
                  </a:lnTo>
                  <a:lnTo>
                    <a:pt x="683" y="86"/>
                  </a:lnTo>
                  <a:lnTo>
                    <a:pt x="678" y="88"/>
                  </a:lnTo>
                  <a:lnTo>
                    <a:pt x="695" y="75"/>
                  </a:lnTo>
                  <a:lnTo>
                    <a:pt x="702" y="60"/>
                  </a:lnTo>
                  <a:lnTo>
                    <a:pt x="703" y="42"/>
                  </a:lnTo>
                  <a:lnTo>
                    <a:pt x="698" y="26"/>
                  </a:lnTo>
                  <a:lnTo>
                    <a:pt x="688" y="12"/>
                  </a:lnTo>
                  <a:lnTo>
                    <a:pt x="674" y="3"/>
                  </a:lnTo>
                  <a:lnTo>
                    <a:pt x="656" y="0"/>
                  </a:lnTo>
                  <a:lnTo>
                    <a:pt x="636" y="6"/>
                  </a:lnTo>
                  <a:lnTo>
                    <a:pt x="631"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9653" name="Freeform 35"/>
            <p:cNvSpPr>
              <a:spLocks/>
            </p:cNvSpPr>
            <p:nvPr/>
          </p:nvSpPr>
          <p:spPr bwMode="auto">
            <a:xfrm>
              <a:off x="1332" y="2204"/>
              <a:ext cx="283" cy="192"/>
            </a:xfrm>
            <a:custGeom>
              <a:avLst/>
              <a:gdLst>
                <a:gd name="T0" fmla="*/ 11 w 1415"/>
                <a:gd name="T1" fmla="*/ 0 h 960"/>
                <a:gd name="T2" fmla="*/ 11 w 1415"/>
                <a:gd name="T3" fmla="*/ 0 h 960"/>
                <a:gd name="T4" fmla="*/ 0 w 1415"/>
                <a:gd name="T5" fmla="*/ 7 h 960"/>
                <a:gd name="T6" fmla="*/ 0 w 1415"/>
                <a:gd name="T7" fmla="*/ 8 h 960"/>
                <a:gd name="T8" fmla="*/ 11 w 1415"/>
                <a:gd name="T9" fmla="*/ 1 h 960"/>
                <a:gd name="T10" fmla="*/ 11 w 1415"/>
                <a:gd name="T11" fmla="*/ 1 h 960"/>
                <a:gd name="T12" fmla="*/ 11 w 1415"/>
                <a:gd name="T13" fmla="*/ 1 h 960"/>
                <a:gd name="T14" fmla="*/ 11 w 1415"/>
                <a:gd name="T15" fmla="*/ 1 h 960"/>
                <a:gd name="T16" fmla="*/ 11 w 1415"/>
                <a:gd name="T17" fmla="*/ 0 h 960"/>
                <a:gd name="T18" fmla="*/ 11 w 1415"/>
                <a:gd name="T19" fmla="*/ 0 h 960"/>
                <a:gd name="T20" fmla="*/ 11 w 1415"/>
                <a:gd name="T21" fmla="*/ 0 h 960"/>
                <a:gd name="T22" fmla="*/ 11 w 1415"/>
                <a:gd name="T23" fmla="*/ 0 h 960"/>
                <a:gd name="T24" fmla="*/ 11 w 1415"/>
                <a:gd name="T25" fmla="*/ 0 h 960"/>
                <a:gd name="T26" fmla="*/ 11 w 1415"/>
                <a:gd name="T27" fmla="*/ 0 h 960"/>
                <a:gd name="T28" fmla="*/ 11 w 1415"/>
                <a:gd name="T29" fmla="*/ 0 h 960"/>
                <a:gd name="T30" fmla="*/ 11 w 1415"/>
                <a:gd name="T31" fmla="*/ 0 h 96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15"/>
                <a:gd name="T49" fmla="*/ 0 h 960"/>
                <a:gd name="T50" fmla="*/ 1415 w 1415"/>
                <a:gd name="T51" fmla="*/ 960 h 96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15" h="960">
                  <a:moveTo>
                    <a:pt x="1338" y="10"/>
                  </a:moveTo>
                  <a:lnTo>
                    <a:pt x="1342" y="8"/>
                  </a:lnTo>
                  <a:lnTo>
                    <a:pt x="0" y="882"/>
                  </a:lnTo>
                  <a:lnTo>
                    <a:pt x="52" y="960"/>
                  </a:lnTo>
                  <a:lnTo>
                    <a:pt x="1393" y="85"/>
                  </a:lnTo>
                  <a:lnTo>
                    <a:pt x="1397" y="83"/>
                  </a:lnTo>
                  <a:lnTo>
                    <a:pt x="1393" y="85"/>
                  </a:lnTo>
                  <a:lnTo>
                    <a:pt x="1409" y="71"/>
                  </a:lnTo>
                  <a:lnTo>
                    <a:pt x="1415" y="53"/>
                  </a:lnTo>
                  <a:lnTo>
                    <a:pt x="1413" y="37"/>
                  </a:lnTo>
                  <a:lnTo>
                    <a:pt x="1406" y="21"/>
                  </a:lnTo>
                  <a:lnTo>
                    <a:pt x="1395" y="8"/>
                  </a:lnTo>
                  <a:lnTo>
                    <a:pt x="1379" y="1"/>
                  </a:lnTo>
                  <a:lnTo>
                    <a:pt x="1361" y="0"/>
                  </a:lnTo>
                  <a:lnTo>
                    <a:pt x="1342" y="8"/>
                  </a:lnTo>
                  <a:lnTo>
                    <a:pt x="1338" y="1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9654" name="Freeform 36"/>
            <p:cNvSpPr>
              <a:spLocks/>
            </p:cNvSpPr>
            <p:nvPr/>
          </p:nvSpPr>
          <p:spPr bwMode="auto">
            <a:xfrm>
              <a:off x="1599" y="2057"/>
              <a:ext cx="80" cy="163"/>
            </a:xfrm>
            <a:custGeom>
              <a:avLst/>
              <a:gdLst>
                <a:gd name="T0" fmla="*/ 2 w 398"/>
                <a:gd name="T1" fmla="*/ 0 h 817"/>
                <a:gd name="T2" fmla="*/ 2 w 398"/>
                <a:gd name="T3" fmla="*/ 0 h 817"/>
                <a:gd name="T4" fmla="*/ 2 w 398"/>
                <a:gd name="T5" fmla="*/ 1 h 817"/>
                <a:gd name="T6" fmla="*/ 2 w 398"/>
                <a:gd name="T7" fmla="*/ 1 h 817"/>
                <a:gd name="T8" fmla="*/ 2 w 398"/>
                <a:gd name="T9" fmla="*/ 2 h 817"/>
                <a:gd name="T10" fmla="*/ 2 w 398"/>
                <a:gd name="T11" fmla="*/ 2 h 817"/>
                <a:gd name="T12" fmla="*/ 2 w 398"/>
                <a:gd name="T13" fmla="*/ 2 h 817"/>
                <a:gd name="T14" fmla="*/ 2 w 398"/>
                <a:gd name="T15" fmla="*/ 3 h 817"/>
                <a:gd name="T16" fmla="*/ 2 w 398"/>
                <a:gd name="T17" fmla="*/ 3 h 817"/>
                <a:gd name="T18" fmla="*/ 2 w 398"/>
                <a:gd name="T19" fmla="*/ 4 h 817"/>
                <a:gd name="T20" fmla="*/ 2 w 398"/>
                <a:gd name="T21" fmla="*/ 4 h 817"/>
                <a:gd name="T22" fmla="*/ 1 w 398"/>
                <a:gd name="T23" fmla="*/ 4 h 817"/>
                <a:gd name="T24" fmla="*/ 1 w 398"/>
                <a:gd name="T25" fmla="*/ 5 h 817"/>
                <a:gd name="T26" fmla="*/ 1 w 398"/>
                <a:gd name="T27" fmla="*/ 5 h 817"/>
                <a:gd name="T28" fmla="*/ 1 w 398"/>
                <a:gd name="T29" fmla="*/ 5 h 817"/>
                <a:gd name="T30" fmla="*/ 1 w 398"/>
                <a:gd name="T31" fmla="*/ 5 h 817"/>
                <a:gd name="T32" fmla="*/ 0 w 398"/>
                <a:gd name="T33" fmla="*/ 6 h 817"/>
                <a:gd name="T34" fmla="*/ 0 w 398"/>
                <a:gd name="T35" fmla="*/ 6 h 817"/>
                <a:gd name="T36" fmla="*/ 0 w 398"/>
                <a:gd name="T37" fmla="*/ 7 h 817"/>
                <a:gd name="T38" fmla="*/ 1 w 398"/>
                <a:gd name="T39" fmla="*/ 6 h 817"/>
                <a:gd name="T40" fmla="*/ 1 w 398"/>
                <a:gd name="T41" fmla="*/ 6 h 817"/>
                <a:gd name="T42" fmla="*/ 1 w 398"/>
                <a:gd name="T43" fmla="*/ 6 h 817"/>
                <a:gd name="T44" fmla="*/ 2 w 398"/>
                <a:gd name="T45" fmla="*/ 5 h 817"/>
                <a:gd name="T46" fmla="*/ 2 w 398"/>
                <a:gd name="T47" fmla="*/ 5 h 817"/>
                <a:gd name="T48" fmla="*/ 2 w 398"/>
                <a:gd name="T49" fmla="*/ 5 h 817"/>
                <a:gd name="T50" fmla="*/ 2 w 398"/>
                <a:gd name="T51" fmla="*/ 4 h 817"/>
                <a:gd name="T52" fmla="*/ 2 w 398"/>
                <a:gd name="T53" fmla="*/ 4 h 817"/>
                <a:gd name="T54" fmla="*/ 3 w 398"/>
                <a:gd name="T55" fmla="*/ 3 h 817"/>
                <a:gd name="T56" fmla="*/ 3 w 398"/>
                <a:gd name="T57" fmla="*/ 3 h 817"/>
                <a:gd name="T58" fmla="*/ 3 w 398"/>
                <a:gd name="T59" fmla="*/ 3 h 817"/>
                <a:gd name="T60" fmla="*/ 3 w 398"/>
                <a:gd name="T61" fmla="*/ 2 h 817"/>
                <a:gd name="T62" fmla="*/ 3 w 398"/>
                <a:gd name="T63" fmla="*/ 2 h 817"/>
                <a:gd name="T64" fmla="*/ 3 w 398"/>
                <a:gd name="T65" fmla="*/ 1 h 817"/>
                <a:gd name="T66" fmla="*/ 3 w 398"/>
                <a:gd name="T67" fmla="*/ 1 h 817"/>
                <a:gd name="T68" fmla="*/ 3 w 398"/>
                <a:gd name="T69" fmla="*/ 0 h 817"/>
                <a:gd name="T70" fmla="*/ 3 w 398"/>
                <a:gd name="T71" fmla="*/ 0 h 817"/>
                <a:gd name="T72" fmla="*/ 3 w 398"/>
                <a:gd name="T73" fmla="*/ 0 h 817"/>
                <a:gd name="T74" fmla="*/ 3 w 398"/>
                <a:gd name="T75" fmla="*/ 0 h 817"/>
                <a:gd name="T76" fmla="*/ 3 w 398"/>
                <a:gd name="T77" fmla="*/ 0 h 817"/>
                <a:gd name="T78" fmla="*/ 3 w 398"/>
                <a:gd name="T79" fmla="*/ 0 h 817"/>
                <a:gd name="T80" fmla="*/ 3 w 398"/>
                <a:gd name="T81" fmla="*/ 0 h 817"/>
                <a:gd name="T82" fmla="*/ 3 w 398"/>
                <a:gd name="T83" fmla="*/ 0 h 817"/>
                <a:gd name="T84" fmla="*/ 3 w 398"/>
                <a:gd name="T85" fmla="*/ 0 h 817"/>
                <a:gd name="T86" fmla="*/ 2 w 398"/>
                <a:gd name="T87" fmla="*/ 0 h 817"/>
                <a:gd name="T88" fmla="*/ 2 w 398"/>
                <a:gd name="T89" fmla="*/ 0 h 817"/>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398"/>
                <a:gd name="T136" fmla="*/ 0 h 817"/>
                <a:gd name="T137" fmla="*/ 398 w 398"/>
                <a:gd name="T138" fmla="*/ 817 h 817"/>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398" h="817">
                  <a:moveTo>
                    <a:pt x="304" y="47"/>
                  </a:moveTo>
                  <a:lnTo>
                    <a:pt x="304" y="47"/>
                  </a:lnTo>
                  <a:lnTo>
                    <a:pt x="301" y="97"/>
                  </a:lnTo>
                  <a:lnTo>
                    <a:pt x="297" y="147"/>
                  </a:lnTo>
                  <a:lnTo>
                    <a:pt x="291" y="198"/>
                  </a:lnTo>
                  <a:lnTo>
                    <a:pt x="280" y="247"/>
                  </a:lnTo>
                  <a:lnTo>
                    <a:pt x="268" y="297"/>
                  </a:lnTo>
                  <a:lnTo>
                    <a:pt x="253" y="347"/>
                  </a:lnTo>
                  <a:lnTo>
                    <a:pt x="236" y="395"/>
                  </a:lnTo>
                  <a:lnTo>
                    <a:pt x="217" y="442"/>
                  </a:lnTo>
                  <a:lnTo>
                    <a:pt x="195" y="487"/>
                  </a:lnTo>
                  <a:lnTo>
                    <a:pt x="171" y="532"/>
                  </a:lnTo>
                  <a:lnTo>
                    <a:pt x="147" y="574"/>
                  </a:lnTo>
                  <a:lnTo>
                    <a:pt x="121" y="613"/>
                  </a:lnTo>
                  <a:lnTo>
                    <a:pt x="93" y="650"/>
                  </a:lnTo>
                  <a:lnTo>
                    <a:pt x="64" y="684"/>
                  </a:lnTo>
                  <a:lnTo>
                    <a:pt x="32" y="716"/>
                  </a:lnTo>
                  <a:lnTo>
                    <a:pt x="0" y="744"/>
                  </a:lnTo>
                  <a:lnTo>
                    <a:pt x="59" y="817"/>
                  </a:lnTo>
                  <a:lnTo>
                    <a:pt x="95" y="784"/>
                  </a:lnTo>
                  <a:lnTo>
                    <a:pt x="132" y="748"/>
                  </a:lnTo>
                  <a:lnTo>
                    <a:pt x="166" y="709"/>
                  </a:lnTo>
                  <a:lnTo>
                    <a:pt x="196" y="667"/>
                  </a:lnTo>
                  <a:lnTo>
                    <a:pt x="227" y="623"/>
                  </a:lnTo>
                  <a:lnTo>
                    <a:pt x="253" y="576"/>
                  </a:lnTo>
                  <a:lnTo>
                    <a:pt x="279" y="530"/>
                  </a:lnTo>
                  <a:lnTo>
                    <a:pt x="301" y="479"/>
                  </a:lnTo>
                  <a:lnTo>
                    <a:pt x="323" y="428"/>
                  </a:lnTo>
                  <a:lnTo>
                    <a:pt x="342" y="375"/>
                  </a:lnTo>
                  <a:lnTo>
                    <a:pt x="359" y="321"/>
                  </a:lnTo>
                  <a:lnTo>
                    <a:pt x="372" y="268"/>
                  </a:lnTo>
                  <a:lnTo>
                    <a:pt x="382" y="212"/>
                  </a:lnTo>
                  <a:lnTo>
                    <a:pt x="391" y="157"/>
                  </a:lnTo>
                  <a:lnTo>
                    <a:pt x="395" y="102"/>
                  </a:lnTo>
                  <a:lnTo>
                    <a:pt x="398" y="47"/>
                  </a:lnTo>
                  <a:lnTo>
                    <a:pt x="394" y="27"/>
                  </a:lnTo>
                  <a:lnTo>
                    <a:pt x="383" y="11"/>
                  </a:lnTo>
                  <a:lnTo>
                    <a:pt x="368" y="3"/>
                  </a:lnTo>
                  <a:lnTo>
                    <a:pt x="351" y="0"/>
                  </a:lnTo>
                  <a:lnTo>
                    <a:pt x="333" y="3"/>
                  </a:lnTo>
                  <a:lnTo>
                    <a:pt x="319" y="11"/>
                  </a:lnTo>
                  <a:lnTo>
                    <a:pt x="307" y="27"/>
                  </a:lnTo>
                  <a:lnTo>
                    <a:pt x="304" y="4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9655" name="Freeform 37"/>
            <p:cNvSpPr>
              <a:spLocks/>
            </p:cNvSpPr>
            <p:nvPr/>
          </p:nvSpPr>
          <p:spPr bwMode="auto">
            <a:xfrm>
              <a:off x="1660" y="1701"/>
              <a:ext cx="19" cy="365"/>
            </a:xfrm>
            <a:custGeom>
              <a:avLst/>
              <a:gdLst>
                <a:gd name="T0" fmla="*/ 0 w 95"/>
                <a:gd name="T1" fmla="*/ 0 h 1826"/>
                <a:gd name="T2" fmla="*/ 0 w 95"/>
                <a:gd name="T3" fmla="*/ 0 h 1826"/>
                <a:gd name="T4" fmla="*/ 0 w 95"/>
                <a:gd name="T5" fmla="*/ 15 h 1826"/>
                <a:gd name="T6" fmla="*/ 1 w 95"/>
                <a:gd name="T7" fmla="*/ 15 h 1826"/>
                <a:gd name="T8" fmla="*/ 1 w 95"/>
                <a:gd name="T9" fmla="*/ 0 h 1826"/>
                <a:gd name="T10" fmla="*/ 1 w 95"/>
                <a:gd name="T11" fmla="*/ 0 h 1826"/>
                <a:gd name="T12" fmla="*/ 1 w 95"/>
                <a:gd name="T13" fmla="*/ 0 h 1826"/>
                <a:gd name="T14" fmla="*/ 1 w 95"/>
                <a:gd name="T15" fmla="*/ 0 h 1826"/>
                <a:gd name="T16" fmla="*/ 1 w 95"/>
                <a:gd name="T17" fmla="*/ 0 h 1826"/>
                <a:gd name="T18" fmla="*/ 1 w 95"/>
                <a:gd name="T19" fmla="*/ 0 h 1826"/>
                <a:gd name="T20" fmla="*/ 0 w 95"/>
                <a:gd name="T21" fmla="*/ 0 h 1826"/>
                <a:gd name="T22" fmla="*/ 0 w 95"/>
                <a:gd name="T23" fmla="*/ 0 h 1826"/>
                <a:gd name="T24" fmla="*/ 0 w 95"/>
                <a:gd name="T25" fmla="*/ 0 h 1826"/>
                <a:gd name="T26" fmla="*/ 0 w 95"/>
                <a:gd name="T27" fmla="*/ 0 h 1826"/>
                <a:gd name="T28" fmla="*/ 0 w 95"/>
                <a:gd name="T29" fmla="*/ 0 h 1826"/>
                <a:gd name="T30" fmla="*/ 0 w 95"/>
                <a:gd name="T31" fmla="*/ 0 h 182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95"/>
                <a:gd name="T49" fmla="*/ 0 h 1826"/>
                <a:gd name="T50" fmla="*/ 95 w 95"/>
                <a:gd name="T51" fmla="*/ 1826 h 182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95" h="1826">
                  <a:moveTo>
                    <a:pt x="0" y="49"/>
                  </a:moveTo>
                  <a:lnTo>
                    <a:pt x="0" y="47"/>
                  </a:lnTo>
                  <a:lnTo>
                    <a:pt x="1" y="1826"/>
                  </a:lnTo>
                  <a:lnTo>
                    <a:pt x="95" y="1826"/>
                  </a:lnTo>
                  <a:lnTo>
                    <a:pt x="93" y="47"/>
                  </a:lnTo>
                  <a:lnTo>
                    <a:pt x="93" y="45"/>
                  </a:lnTo>
                  <a:lnTo>
                    <a:pt x="93" y="47"/>
                  </a:lnTo>
                  <a:lnTo>
                    <a:pt x="90" y="27"/>
                  </a:lnTo>
                  <a:lnTo>
                    <a:pt x="79" y="12"/>
                  </a:lnTo>
                  <a:lnTo>
                    <a:pt x="64" y="4"/>
                  </a:lnTo>
                  <a:lnTo>
                    <a:pt x="47" y="0"/>
                  </a:lnTo>
                  <a:lnTo>
                    <a:pt x="29" y="4"/>
                  </a:lnTo>
                  <a:lnTo>
                    <a:pt x="15" y="12"/>
                  </a:lnTo>
                  <a:lnTo>
                    <a:pt x="3" y="27"/>
                  </a:lnTo>
                  <a:lnTo>
                    <a:pt x="0" y="47"/>
                  </a:lnTo>
                  <a:lnTo>
                    <a:pt x="0" y="4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9656" name="Freeform 38"/>
            <p:cNvSpPr>
              <a:spLocks/>
            </p:cNvSpPr>
            <p:nvPr/>
          </p:nvSpPr>
          <p:spPr bwMode="auto">
            <a:xfrm>
              <a:off x="1598" y="1598"/>
              <a:ext cx="81" cy="113"/>
            </a:xfrm>
            <a:custGeom>
              <a:avLst/>
              <a:gdLst>
                <a:gd name="T0" fmla="*/ 0 w 401"/>
                <a:gd name="T1" fmla="*/ 1 h 566"/>
                <a:gd name="T2" fmla="*/ 0 w 401"/>
                <a:gd name="T3" fmla="*/ 1 h 566"/>
                <a:gd name="T4" fmla="*/ 0 w 401"/>
                <a:gd name="T5" fmla="*/ 1 h 566"/>
                <a:gd name="T6" fmla="*/ 1 w 401"/>
                <a:gd name="T7" fmla="*/ 1 h 566"/>
                <a:gd name="T8" fmla="*/ 1 w 401"/>
                <a:gd name="T9" fmla="*/ 1 h 566"/>
                <a:gd name="T10" fmla="*/ 1 w 401"/>
                <a:gd name="T11" fmla="*/ 1 h 566"/>
                <a:gd name="T12" fmla="*/ 1 w 401"/>
                <a:gd name="T13" fmla="*/ 2 h 566"/>
                <a:gd name="T14" fmla="*/ 1 w 401"/>
                <a:gd name="T15" fmla="*/ 2 h 566"/>
                <a:gd name="T16" fmla="*/ 2 w 401"/>
                <a:gd name="T17" fmla="*/ 2 h 566"/>
                <a:gd name="T18" fmla="*/ 2 w 401"/>
                <a:gd name="T19" fmla="*/ 2 h 566"/>
                <a:gd name="T20" fmla="*/ 2 w 401"/>
                <a:gd name="T21" fmla="*/ 2 h 566"/>
                <a:gd name="T22" fmla="*/ 2 w 401"/>
                <a:gd name="T23" fmla="*/ 3 h 566"/>
                <a:gd name="T24" fmla="*/ 2 w 401"/>
                <a:gd name="T25" fmla="*/ 3 h 566"/>
                <a:gd name="T26" fmla="*/ 2 w 401"/>
                <a:gd name="T27" fmla="*/ 3 h 566"/>
                <a:gd name="T28" fmla="*/ 2 w 401"/>
                <a:gd name="T29" fmla="*/ 4 h 566"/>
                <a:gd name="T30" fmla="*/ 2 w 401"/>
                <a:gd name="T31" fmla="*/ 4 h 566"/>
                <a:gd name="T32" fmla="*/ 2 w 401"/>
                <a:gd name="T33" fmla="*/ 4 h 566"/>
                <a:gd name="T34" fmla="*/ 3 w 401"/>
                <a:gd name="T35" fmla="*/ 5 h 566"/>
                <a:gd name="T36" fmla="*/ 3 w 401"/>
                <a:gd name="T37" fmla="*/ 4 h 566"/>
                <a:gd name="T38" fmla="*/ 3 w 401"/>
                <a:gd name="T39" fmla="*/ 4 h 566"/>
                <a:gd name="T40" fmla="*/ 3 w 401"/>
                <a:gd name="T41" fmla="*/ 4 h 566"/>
                <a:gd name="T42" fmla="*/ 3 w 401"/>
                <a:gd name="T43" fmla="*/ 3 h 566"/>
                <a:gd name="T44" fmla="*/ 3 w 401"/>
                <a:gd name="T45" fmla="*/ 3 h 566"/>
                <a:gd name="T46" fmla="*/ 3 w 401"/>
                <a:gd name="T47" fmla="*/ 3 h 566"/>
                <a:gd name="T48" fmla="*/ 3 w 401"/>
                <a:gd name="T49" fmla="*/ 2 h 566"/>
                <a:gd name="T50" fmla="*/ 3 w 401"/>
                <a:gd name="T51" fmla="*/ 2 h 566"/>
                <a:gd name="T52" fmla="*/ 2 w 401"/>
                <a:gd name="T53" fmla="*/ 2 h 566"/>
                <a:gd name="T54" fmla="*/ 2 w 401"/>
                <a:gd name="T55" fmla="*/ 2 h 566"/>
                <a:gd name="T56" fmla="*/ 2 w 401"/>
                <a:gd name="T57" fmla="*/ 1 h 566"/>
                <a:gd name="T58" fmla="*/ 2 w 401"/>
                <a:gd name="T59" fmla="*/ 1 h 566"/>
                <a:gd name="T60" fmla="*/ 2 w 401"/>
                <a:gd name="T61" fmla="*/ 1 h 566"/>
                <a:gd name="T62" fmla="*/ 1 w 401"/>
                <a:gd name="T63" fmla="*/ 1 h 566"/>
                <a:gd name="T64" fmla="*/ 1 w 401"/>
                <a:gd name="T65" fmla="*/ 0 h 566"/>
                <a:gd name="T66" fmla="*/ 1 w 401"/>
                <a:gd name="T67" fmla="*/ 0 h 566"/>
                <a:gd name="T68" fmla="*/ 1 w 401"/>
                <a:gd name="T69" fmla="*/ 0 h 566"/>
                <a:gd name="T70" fmla="*/ 1 w 401"/>
                <a:gd name="T71" fmla="*/ 0 h 566"/>
                <a:gd name="T72" fmla="*/ 1 w 401"/>
                <a:gd name="T73" fmla="*/ 0 h 566"/>
                <a:gd name="T74" fmla="*/ 0 w 401"/>
                <a:gd name="T75" fmla="*/ 0 h 566"/>
                <a:gd name="T76" fmla="*/ 0 w 401"/>
                <a:gd name="T77" fmla="*/ 0 h 566"/>
                <a:gd name="T78" fmla="*/ 0 w 401"/>
                <a:gd name="T79" fmla="*/ 0 h 566"/>
                <a:gd name="T80" fmla="*/ 0 w 401"/>
                <a:gd name="T81" fmla="*/ 0 h 566"/>
                <a:gd name="T82" fmla="*/ 0 w 401"/>
                <a:gd name="T83" fmla="*/ 0 h 566"/>
                <a:gd name="T84" fmla="*/ 0 w 401"/>
                <a:gd name="T85" fmla="*/ 0 h 566"/>
                <a:gd name="T86" fmla="*/ 0 w 401"/>
                <a:gd name="T87" fmla="*/ 1 h 566"/>
                <a:gd name="T88" fmla="*/ 0 w 401"/>
                <a:gd name="T89" fmla="*/ 1 h 56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401"/>
                <a:gd name="T136" fmla="*/ 0 h 566"/>
                <a:gd name="T137" fmla="*/ 401 w 401"/>
                <a:gd name="T138" fmla="*/ 566 h 566"/>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401" h="566">
                  <a:moveTo>
                    <a:pt x="23" y="88"/>
                  </a:moveTo>
                  <a:lnTo>
                    <a:pt x="23" y="88"/>
                  </a:lnTo>
                  <a:lnTo>
                    <a:pt x="53" y="107"/>
                  </a:lnTo>
                  <a:lnTo>
                    <a:pt x="83" y="125"/>
                  </a:lnTo>
                  <a:lnTo>
                    <a:pt x="108" y="147"/>
                  </a:lnTo>
                  <a:lnTo>
                    <a:pt x="135" y="171"/>
                  </a:lnTo>
                  <a:lnTo>
                    <a:pt x="160" y="196"/>
                  </a:lnTo>
                  <a:lnTo>
                    <a:pt x="182" y="223"/>
                  </a:lnTo>
                  <a:lnTo>
                    <a:pt x="205" y="251"/>
                  </a:lnTo>
                  <a:lnTo>
                    <a:pt x="223" y="281"/>
                  </a:lnTo>
                  <a:lnTo>
                    <a:pt x="240" y="312"/>
                  </a:lnTo>
                  <a:lnTo>
                    <a:pt x="256" y="345"/>
                  </a:lnTo>
                  <a:lnTo>
                    <a:pt x="270" y="379"/>
                  </a:lnTo>
                  <a:lnTo>
                    <a:pt x="282" y="414"/>
                  </a:lnTo>
                  <a:lnTo>
                    <a:pt x="291" y="450"/>
                  </a:lnTo>
                  <a:lnTo>
                    <a:pt x="299" y="488"/>
                  </a:lnTo>
                  <a:lnTo>
                    <a:pt x="304" y="526"/>
                  </a:lnTo>
                  <a:lnTo>
                    <a:pt x="308" y="566"/>
                  </a:lnTo>
                  <a:lnTo>
                    <a:pt x="401" y="562"/>
                  </a:lnTo>
                  <a:lnTo>
                    <a:pt x="398" y="517"/>
                  </a:lnTo>
                  <a:lnTo>
                    <a:pt x="391" y="471"/>
                  </a:lnTo>
                  <a:lnTo>
                    <a:pt x="383" y="429"/>
                  </a:lnTo>
                  <a:lnTo>
                    <a:pt x="371" y="386"/>
                  </a:lnTo>
                  <a:lnTo>
                    <a:pt x="357" y="346"/>
                  </a:lnTo>
                  <a:lnTo>
                    <a:pt x="340" y="307"/>
                  </a:lnTo>
                  <a:lnTo>
                    <a:pt x="324" y="270"/>
                  </a:lnTo>
                  <a:lnTo>
                    <a:pt x="303" y="232"/>
                  </a:lnTo>
                  <a:lnTo>
                    <a:pt x="280" y="197"/>
                  </a:lnTo>
                  <a:lnTo>
                    <a:pt x="255" y="164"/>
                  </a:lnTo>
                  <a:lnTo>
                    <a:pt x="228" y="132"/>
                  </a:lnTo>
                  <a:lnTo>
                    <a:pt x="199" y="103"/>
                  </a:lnTo>
                  <a:lnTo>
                    <a:pt x="169" y="76"/>
                  </a:lnTo>
                  <a:lnTo>
                    <a:pt x="137" y="50"/>
                  </a:lnTo>
                  <a:lnTo>
                    <a:pt x="103" y="27"/>
                  </a:lnTo>
                  <a:lnTo>
                    <a:pt x="67" y="6"/>
                  </a:lnTo>
                  <a:lnTo>
                    <a:pt x="48" y="0"/>
                  </a:lnTo>
                  <a:lnTo>
                    <a:pt x="30" y="2"/>
                  </a:lnTo>
                  <a:lnTo>
                    <a:pt x="16" y="12"/>
                  </a:lnTo>
                  <a:lnTo>
                    <a:pt x="5" y="25"/>
                  </a:lnTo>
                  <a:lnTo>
                    <a:pt x="0" y="41"/>
                  </a:lnTo>
                  <a:lnTo>
                    <a:pt x="0" y="59"/>
                  </a:lnTo>
                  <a:lnTo>
                    <a:pt x="8" y="75"/>
                  </a:lnTo>
                  <a:lnTo>
                    <a:pt x="23"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9657" name="Freeform 39"/>
            <p:cNvSpPr>
              <a:spLocks/>
            </p:cNvSpPr>
            <p:nvPr/>
          </p:nvSpPr>
          <p:spPr bwMode="auto">
            <a:xfrm>
              <a:off x="1346" y="1455"/>
              <a:ext cx="266" cy="160"/>
            </a:xfrm>
            <a:custGeom>
              <a:avLst/>
              <a:gdLst>
                <a:gd name="T0" fmla="*/ 0 w 1330"/>
                <a:gd name="T1" fmla="*/ 1 h 801"/>
                <a:gd name="T2" fmla="*/ 0 w 1330"/>
                <a:gd name="T3" fmla="*/ 1 h 801"/>
                <a:gd name="T4" fmla="*/ 10 w 1330"/>
                <a:gd name="T5" fmla="*/ 6 h 801"/>
                <a:gd name="T6" fmla="*/ 11 w 1330"/>
                <a:gd name="T7" fmla="*/ 6 h 801"/>
                <a:gd name="T8" fmla="*/ 1 w 1330"/>
                <a:gd name="T9" fmla="*/ 0 h 801"/>
                <a:gd name="T10" fmla="*/ 1 w 1330"/>
                <a:gd name="T11" fmla="*/ 0 h 801"/>
                <a:gd name="T12" fmla="*/ 1 w 1330"/>
                <a:gd name="T13" fmla="*/ 0 h 801"/>
                <a:gd name="T14" fmla="*/ 0 w 1330"/>
                <a:gd name="T15" fmla="*/ 0 h 801"/>
                <a:gd name="T16" fmla="*/ 0 w 1330"/>
                <a:gd name="T17" fmla="*/ 0 h 801"/>
                <a:gd name="T18" fmla="*/ 0 w 1330"/>
                <a:gd name="T19" fmla="*/ 0 h 801"/>
                <a:gd name="T20" fmla="*/ 0 w 1330"/>
                <a:gd name="T21" fmla="*/ 0 h 801"/>
                <a:gd name="T22" fmla="*/ 0 w 1330"/>
                <a:gd name="T23" fmla="*/ 0 h 801"/>
                <a:gd name="T24" fmla="*/ 0 w 1330"/>
                <a:gd name="T25" fmla="*/ 0 h 801"/>
                <a:gd name="T26" fmla="*/ 0 w 1330"/>
                <a:gd name="T27" fmla="*/ 1 h 801"/>
                <a:gd name="T28" fmla="*/ 0 w 1330"/>
                <a:gd name="T29" fmla="*/ 1 h 801"/>
                <a:gd name="T30" fmla="*/ 0 w 1330"/>
                <a:gd name="T31" fmla="*/ 1 h 801"/>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30"/>
                <a:gd name="T49" fmla="*/ 0 h 801"/>
                <a:gd name="T50" fmla="*/ 1330 w 1330"/>
                <a:gd name="T51" fmla="*/ 801 h 801"/>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30" h="801">
                  <a:moveTo>
                    <a:pt x="24" y="88"/>
                  </a:moveTo>
                  <a:lnTo>
                    <a:pt x="23" y="88"/>
                  </a:lnTo>
                  <a:lnTo>
                    <a:pt x="1286" y="801"/>
                  </a:lnTo>
                  <a:lnTo>
                    <a:pt x="1330" y="719"/>
                  </a:lnTo>
                  <a:lnTo>
                    <a:pt x="67" y="6"/>
                  </a:lnTo>
                  <a:lnTo>
                    <a:pt x="66" y="6"/>
                  </a:lnTo>
                  <a:lnTo>
                    <a:pt x="67" y="6"/>
                  </a:lnTo>
                  <a:lnTo>
                    <a:pt x="48" y="0"/>
                  </a:lnTo>
                  <a:lnTo>
                    <a:pt x="30" y="2"/>
                  </a:lnTo>
                  <a:lnTo>
                    <a:pt x="16" y="12"/>
                  </a:lnTo>
                  <a:lnTo>
                    <a:pt x="5" y="25"/>
                  </a:lnTo>
                  <a:lnTo>
                    <a:pt x="0" y="41"/>
                  </a:lnTo>
                  <a:lnTo>
                    <a:pt x="0" y="59"/>
                  </a:lnTo>
                  <a:lnTo>
                    <a:pt x="8" y="75"/>
                  </a:lnTo>
                  <a:lnTo>
                    <a:pt x="23" y="88"/>
                  </a:lnTo>
                  <a:lnTo>
                    <a:pt x="24"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9658" name="Freeform 40"/>
            <p:cNvSpPr>
              <a:spLocks/>
            </p:cNvSpPr>
            <p:nvPr/>
          </p:nvSpPr>
          <p:spPr bwMode="auto">
            <a:xfrm>
              <a:off x="1198" y="1439"/>
              <a:ext cx="161" cy="35"/>
            </a:xfrm>
            <a:custGeom>
              <a:avLst/>
              <a:gdLst>
                <a:gd name="T0" fmla="*/ 1 w 806"/>
                <a:gd name="T1" fmla="*/ 1 h 177"/>
                <a:gd name="T2" fmla="*/ 1 w 806"/>
                <a:gd name="T3" fmla="*/ 1 h 177"/>
                <a:gd name="T4" fmla="*/ 1 w 806"/>
                <a:gd name="T5" fmla="*/ 1 h 177"/>
                <a:gd name="T6" fmla="*/ 1 w 806"/>
                <a:gd name="T7" fmla="*/ 1 h 177"/>
                <a:gd name="T8" fmla="*/ 2 w 806"/>
                <a:gd name="T9" fmla="*/ 1 h 177"/>
                <a:gd name="T10" fmla="*/ 2 w 806"/>
                <a:gd name="T11" fmla="*/ 1 h 177"/>
                <a:gd name="T12" fmla="*/ 2 w 806"/>
                <a:gd name="T13" fmla="*/ 1 h 177"/>
                <a:gd name="T14" fmla="*/ 3 w 806"/>
                <a:gd name="T15" fmla="*/ 1 h 177"/>
                <a:gd name="T16" fmla="*/ 3 w 806"/>
                <a:gd name="T17" fmla="*/ 1 h 177"/>
                <a:gd name="T18" fmla="*/ 3 w 806"/>
                <a:gd name="T19" fmla="*/ 1 h 177"/>
                <a:gd name="T20" fmla="*/ 4 w 806"/>
                <a:gd name="T21" fmla="*/ 1 h 177"/>
                <a:gd name="T22" fmla="*/ 4 w 806"/>
                <a:gd name="T23" fmla="*/ 1 h 177"/>
                <a:gd name="T24" fmla="*/ 5 w 806"/>
                <a:gd name="T25" fmla="*/ 1 h 177"/>
                <a:gd name="T26" fmla="*/ 5 w 806"/>
                <a:gd name="T27" fmla="*/ 1 h 177"/>
                <a:gd name="T28" fmla="*/ 5 w 806"/>
                <a:gd name="T29" fmla="*/ 1 h 177"/>
                <a:gd name="T30" fmla="*/ 6 w 806"/>
                <a:gd name="T31" fmla="*/ 1 h 177"/>
                <a:gd name="T32" fmla="*/ 6 w 806"/>
                <a:gd name="T33" fmla="*/ 1 h 177"/>
                <a:gd name="T34" fmla="*/ 6 w 806"/>
                <a:gd name="T35" fmla="*/ 1 h 177"/>
                <a:gd name="T36" fmla="*/ 6 w 806"/>
                <a:gd name="T37" fmla="*/ 1 h 177"/>
                <a:gd name="T38" fmla="*/ 6 w 806"/>
                <a:gd name="T39" fmla="*/ 1 h 177"/>
                <a:gd name="T40" fmla="*/ 6 w 806"/>
                <a:gd name="T41" fmla="*/ 0 h 177"/>
                <a:gd name="T42" fmla="*/ 5 w 806"/>
                <a:gd name="T43" fmla="*/ 0 h 177"/>
                <a:gd name="T44" fmla="*/ 5 w 806"/>
                <a:gd name="T45" fmla="*/ 0 h 177"/>
                <a:gd name="T46" fmla="*/ 5 w 806"/>
                <a:gd name="T47" fmla="*/ 0 h 177"/>
                <a:gd name="T48" fmla="*/ 4 w 806"/>
                <a:gd name="T49" fmla="*/ 0 h 177"/>
                <a:gd name="T50" fmla="*/ 4 w 806"/>
                <a:gd name="T51" fmla="*/ 0 h 177"/>
                <a:gd name="T52" fmla="*/ 3 w 806"/>
                <a:gd name="T53" fmla="*/ 0 h 177"/>
                <a:gd name="T54" fmla="*/ 3 w 806"/>
                <a:gd name="T55" fmla="*/ 0 h 177"/>
                <a:gd name="T56" fmla="*/ 3 w 806"/>
                <a:gd name="T57" fmla="*/ 0 h 177"/>
                <a:gd name="T58" fmla="*/ 2 w 806"/>
                <a:gd name="T59" fmla="*/ 0 h 177"/>
                <a:gd name="T60" fmla="*/ 2 w 806"/>
                <a:gd name="T61" fmla="*/ 0 h 177"/>
                <a:gd name="T62" fmla="*/ 1 w 806"/>
                <a:gd name="T63" fmla="*/ 0 h 177"/>
                <a:gd name="T64" fmla="*/ 1 w 806"/>
                <a:gd name="T65" fmla="*/ 0 h 177"/>
                <a:gd name="T66" fmla="*/ 1 w 806"/>
                <a:gd name="T67" fmla="*/ 1 h 177"/>
                <a:gd name="T68" fmla="*/ 0 w 806"/>
                <a:gd name="T69" fmla="*/ 1 h 177"/>
                <a:gd name="T70" fmla="*/ 0 w 806"/>
                <a:gd name="T71" fmla="*/ 1 h 177"/>
                <a:gd name="T72" fmla="*/ 0 w 806"/>
                <a:gd name="T73" fmla="*/ 1 h 177"/>
                <a:gd name="T74" fmla="*/ 0 w 806"/>
                <a:gd name="T75" fmla="*/ 1 h 177"/>
                <a:gd name="T76" fmla="*/ 0 w 806"/>
                <a:gd name="T77" fmla="*/ 1 h 177"/>
                <a:gd name="T78" fmla="*/ 0 w 806"/>
                <a:gd name="T79" fmla="*/ 1 h 177"/>
                <a:gd name="T80" fmla="*/ 0 w 806"/>
                <a:gd name="T81" fmla="*/ 1 h 177"/>
                <a:gd name="T82" fmla="*/ 0 w 806"/>
                <a:gd name="T83" fmla="*/ 1 h 177"/>
                <a:gd name="T84" fmla="*/ 0 w 806"/>
                <a:gd name="T85" fmla="*/ 1 h 177"/>
                <a:gd name="T86" fmla="*/ 0 w 806"/>
                <a:gd name="T87" fmla="*/ 1 h 177"/>
                <a:gd name="T88" fmla="*/ 1 w 806"/>
                <a:gd name="T89" fmla="*/ 1 h 177"/>
                <a:gd name="T90" fmla="*/ 1 w 806"/>
                <a:gd name="T91" fmla="*/ 1 h 17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806"/>
                <a:gd name="T139" fmla="*/ 0 h 177"/>
                <a:gd name="T140" fmla="*/ 806 w 806"/>
                <a:gd name="T141" fmla="*/ 177 h 17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806" h="177">
                  <a:moveTo>
                    <a:pt x="67" y="171"/>
                  </a:moveTo>
                  <a:lnTo>
                    <a:pt x="68" y="171"/>
                  </a:lnTo>
                  <a:lnTo>
                    <a:pt x="109" y="151"/>
                  </a:lnTo>
                  <a:lnTo>
                    <a:pt x="151" y="135"/>
                  </a:lnTo>
                  <a:lnTo>
                    <a:pt x="196" y="122"/>
                  </a:lnTo>
                  <a:lnTo>
                    <a:pt x="242" y="110"/>
                  </a:lnTo>
                  <a:lnTo>
                    <a:pt x="287" y="102"/>
                  </a:lnTo>
                  <a:lnTo>
                    <a:pt x="335" y="97"/>
                  </a:lnTo>
                  <a:lnTo>
                    <a:pt x="382" y="95"/>
                  </a:lnTo>
                  <a:lnTo>
                    <a:pt x="430" y="94"/>
                  </a:lnTo>
                  <a:lnTo>
                    <a:pt x="477" y="97"/>
                  </a:lnTo>
                  <a:lnTo>
                    <a:pt x="524" y="102"/>
                  </a:lnTo>
                  <a:lnTo>
                    <a:pt x="568" y="108"/>
                  </a:lnTo>
                  <a:lnTo>
                    <a:pt x="612" y="117"/>
                  </a:lnTo>
                  <a:lnTo>
                    <a:pt x="654" y="128"/>
                  </a:lnTo>
                  <a:lnTo>
                    <a:pt x="693" y="141"/>
                  </a:lnTo>
                  <a:lnTo>
                    <a:pt x="730" y="155"/>
                  </a:lnTo>
                  <a:lnTo>
                    <a:pt x="764" y="171"/>
                  </a:lnTo>
                  <a:lnTo>
                    <a:pt x="806" y="89"/>
                  </a:lnTo>
                  <a:lnTo>
                    <a:pt x="768" y="70"/>
                  </a:lnTo>
                  <a:lnTo>
                    <a:pt x="725" y="54"/>
                  </a:lnTo>
                  <a:lnTo>
                    <a:pt x="680" y="39"/>
                  </a:lnTo>
                  <a:lnTo>
                    <a:pt x="633" y="26"/>
                  </a:lnTo>
                  <a:lnTo>
                    <a:pt x="585" y="16"/>
                  </a:lnTo>
                  <a:lnTo>
                    <a:pt x="536" y="8"/>
                  </a:lnTo>
                  <a:lnTo>
                    <a:pt x="484" y="3"/>
                  </a:lnTo>
                  <a:lnTo>
                    <a:pt x="433" y="0"/>
                  </a:lnTo>
                  <a:lnTo>
                    <a:pt x="380" y="1"/>
                  </a:lnTo>
                  <a:lnTo>
                    <a:pt x="328" y="3"/>
                  </a:lnTo>
                  <a:lnTo>
                    <a:pt x="276" y="10"/>
                  </a:lnTo>
                  <a:lnTo>
                    <a:pt x="223" y="19"/>
                  </a:lnTo>
                  <a:lnTo>
                    <a:pt x="172" y="30"/>
                  </a:lnTo>
                  <a:lnTo>
                    <a:pt x="121" y="46"/>
                  </a:lnTo>
                  <a:lnTo>
                    <a:pt x="72" y="67"/>
                  </a:lnTo>
                  <a:lnTo>
                    <a:pt x="24" y="89"/>
                  </a:lnTo>
                  <a:lnTo>
                    <a:pt x="25" y="89"/>
                  </a:lnTo>
                  <a:lnTo>
                    <a:pt x="24" y="89"/>
                  </a:lnTo>
                  <a:lnTo>
                    <a:pt x="8" y="102"/>
                  </a:lnTo>
                  <a:lnTo>
                    <a:pt x="0" y="118"/>
                  </a:lnTo>
                  <a:lnTo>
                    <a:pt x="0" y="136"/>
                  </a:lnTo>
                  <a:lnTo>
                    <a:pt x="6" y="152"/>
                  </a:lnTo>
                  <a:lnTo>
                    <a:pt x="17" y="165"/>
                  </a:lnTo>
                  <a:lnTo>
                    <a:pt x="31" y="175"/>
                  </a:lnTo>
                  <a:lnTo>
                    <a:pt x="48" y="177"/>
                  </a:lnTo>
                  <a:lnTo>
                    <a:pt x="68" y="171"/>
                  </a:lnTo>
                  <a:lnTo>
                    <a:pt x="67" y="1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9659" name="Freeform 41"/>
            <p:cNvSpPr>
              <a:spLocks/>
            </p:cNvSpPr>
            <p:nvPr/>
          </p:nvSpPr>
          <p:spPr bwMode="auto">
            <a:xfrm>
              <a:off x="931" y="1456"/>
              <a:ext cx="280" cy="158"/>
            </a:xfrm>
            <a:custGeom>
              <a:avLst/>
              <a:gdLst>
                <a:gd name="T0" fmla="*/ 1 w 1402"/>
                <a:gd name="T1" fmla="*/ 6 h 787"/>
                <a:gd name="T2" fmla="*/ 1 w 1402"/>
                <a:gd name="T3" fmla="*/ 6 h 787"/>
                <a:gd name="T4" fmla="*/ 11 w 1402"/>
                <a:gd name="T5" fmla="*/ 1 h 787"/>
                <a:gd name="T6" fmla="*/ 11 w 1402"/>
                <a:gd name="T7" fmla="*/ 0 h 787"/>
                <a:gd name="T8" fmla="*/ 0 w 1402"/>
                <a:gd name="T9" fmla="*/ 6 h 787"/>
                <a:gd name="T10" fmla="*/ 0 w 1402"/>
                <a:gd name="T11" fmla="*/ 6 h 787"/>
                <a:gd name="T12" fmla="*/ 0 w 1402"/>
                <a:gd name="T13" fmla="*/ 6 h 787"/>
                <a:gd name="T14" fmla="*/ 0 w 1402"/>
                <a:gd name="T15" fmla="*/ 6 h 787"/>
                <a:gd name="T16" fmla="*/ 0 w 1402"/>
                <a:gd name="T17" fmla="*/ 6 h 787"/>
                <a:gd name="T18" fmla="*/ 0 w 1402"/>
                <a:gd name="T19" fmla="*/ 6 h 787"/>
                <a:gd name="T20" fmla="*/ 0 w 1402"/>
                <a:gd name="T21" fmla="*/ 6 h 787"/>
                <a:gd name="T22" fmla="*/ 0 w 1402"/>
                <a:gd name="T23" fmla="*/ 6 h 787"/>
                <a:gd name="T24" fmla="*/ 0 w 1402"/>
                <a:gd name="T25" fmla="*/ 6 h 787"/>
                <a:gd name="T26" fmla="*/ 0 w 1402"/>
                <a:gd name="T27" fmla="*/ 6 h 787"/>
                <a:gd name="T28" fmla="*/ 1 w 1402"/>
                <a:gd name="T29" fmla="*/ 6 h 787"/>
                <a:gd name="T30" fmla="*/ 1 w 1402"/>
                <a:gd name="T31" fmla="*/ 6 h 78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02"/>
                <a:gd name="T49" fmla="*/ 0 h 787"/>
                <a:gd name="T50" fmla="*/ 1402 w 1402"/>
                <a:gd name="T51" fmla="*/ 787 h 78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02" h="787">
                  <a:moveTo>
                    <a:pt x="69" y="781"/>
                  </a:moveTo>
                  <a:lnTo>
                    <a:pt x="66" y="781"/>
                  </a:lnTo>
                  <a:lnTo>
                    <a:pt x="1402" y="82"/>
                  </a:lnTo>
                  <a:lnTo>
                    <a:pt x="1360" y="0"/>
                  </a:lnTo>
                  <a:lnTo>
                    <a:pt x="24" y="699"/>
                  </a:lnTo>
                  <a:lnTo>
                    <a:pt x="22" y="699"/>
                  </a:lnTo>
                  <a:lnTo>
                    <a:pt x="24" y="699"/>
                  </a:lnTo>
                  <a:lnTo>
                    <a:pt x="8" y="712"/>
                  </a:lnTo>
                  <a:lnTo>
                    <a:pt x="1" y="727"/>
                  </a:lnTo>
                  <a:lnTo>
                    <a:pt x="0" y="744"/>
                  </a:lnTo>
                  <a:lnTo>
                    <a:pt x="5" y="761"/>
                  </a:lnTo>
                  <a:lnTo>
                    <a:pt x="15" y="775"/>
                  </a:lnTo>
                  <a:lnTo>
                    <a:pt x="30" y="784"/>
                  </a:lnTo>
                  <a:lnTo>
                    <a:pt x="46" y="787"/>
                  </a:lnTo>
                  <a:lnTo>
                    <a:pt x="66" y="781"/>
                  </a:lnTo>
                  <a:lnTo>
                    <a:pt x="69" y="7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9660" name="Freeform 42"/>
            <p:cNvSpPr>
              <a:spLocks/>
            </p:cNvSpPr>
            <p:nvPr/>
          </p:nvSpPr>
          <p:spPr bwMode="auto">
            <a:xfrm>
              <a:off x="868" y="1596"/>
              <a:ext cx="77" cy="126"/>
            </a:xfrm>
            <a:custGeom>
              <a:avLst/>
              <a:gdLst>
                <a:gd name="T0" fmla="*/ 1 w 382"/>
                <a:gd name="T1" fmla="*/ 5 h 628"/>
                <a:gd name="T2" fmla="*/ 1 w 382"/>
                <a:gd name="T3" fmla="*/ 5 h 628"/>
                <a:gd name="T4" fmla="*/ 1 w 382"/>
                <a:gd name="T5" fmla="*/ 4 h 628"/>
                <a:gd name="T6" fmla="*/ 1 w 382"/>
                <a:gd name="T7" fmla="*/ 4 h 628"/>
                <a:gd name="T8" fmla="*/ 1 w 382"/>
                <a:gd name="T9" fmla="*/ 4 h 628"/>
                <a:gd name="T10" fmla="*/ 1 w 382"/>
                <a:gd name="T11" fmla="*/ 3 h 628"/>
                <a:gd name="T12" fmla="*/ 1 w 382"/>
                <a:gd name="T13" fmla="*/ 3 h 628"/>
                <a:gd name="T14" fmla="*/ 1 w 382"/>
                <a:gd name="T15" fmla="*/ 3 h 628"/>
                <a:gd name="T16" fmla="*/ 1 w 382"/>
                <a:gd name="T17" fmla="*/ 3 h 628"/>
                <a:gd name="T18" fmla="*/ 1 w 382"/>
                <a:gd name="T19" fmla="*/ 2 h 628"/>
                <a:gd name="T20" fmla="*/ 2 w 382"/>
                <a:gd name="T21" fmla="*/ 2 h 628"/>
                <a:gd name="T22" fmla="*/ 2 w 382"/>
                <a:gd name="T23" fmla="*/ 2 h 628"/>
                <a:gd name="T24" fmla="*/ 2 w 382"/>
                <a:gd name="T25" fmla="*/ 2 h 628"/>
                <a:gd name="T26" fmla="*/ 2 w 382"/>
                <a:gd name="T27" fmla="*/ 1 h 628"/>
                <a:gd name="T28" fmla="*/ 2 w 382"/>
                <a:gd name="T29" fmla="*/ 1 h 628"/>
                <a:gd name="T30" fmla="*/ 3 w 382"/>
                <a:gd name="T31" fmla="*/ 1 h 628"/>
                <a:gd name="T32" fmla="*/ 3 w 382"/>
                <a:gd name="T33" fmla="*/ 1 h 628"/>
                <a:gd name="T34" fmla="*/ 3 w 382"/>
                <a:gd name="T35" fmla="*/ 1 h 628"/>
                <a:gd name="T36" fmla="*/ 3 w 382"/>
                <a:gd name="T37" fmla="*/ 0 h 628"/>
                <a:gd name="T38" fmla="*/ 2 w 382"/>
                <a:gd name="T39" fmla="*/ 0 h 628"/>
                <a:gd name="T40" fmla="*/ 2 w 382"/>
                <a:gd name="T41" fmla="*/ 0 h 628"/>
                <a:gd name="T42" fmla="*/ 2 w 382"/>
                <a:gd name="T43" fmla="*/ 1 h 628"/>
                <a:gd name="T44" fmla="*/ 2 w 382"/>
                <a:gd name="T45" fmla="*/ 1 h 628"/>
                <a:gd name="T46" fmla="*/ 1 w 382"/>
                <a:gd name="T47" fmla="*/ 1 h 628"/>
                <a:gd name="T48" fmla="*/ 1 w 382"/>
                <a:gd name="T49" fmla="*/ 1 h 628"/>
                <a:gd name="T50" fmla="*/ 1 w 382"/>
                <a:gd name="T51" fmla="*/ 2 h 628"/>
                <a:gd name="T52" fmla="*/ 1 w 382"/>
                <a:gd name="T53" fmla="*/ 2 h 628"/>
                <a:gd name="T54" fmla="*/ 1 w 382"/>
                <a:gd name="T55" fmla="*/ 2 h 628"/>
                <a:gd name="T56" fmla="*/ 0 w 382"/>
                <a:gd name="T57" fmla="*/ 3 h 628"/>
                <a:gd name="T58" fmla="*/ 0 w 382"/>
                <a:gd name="T59" fmla="*/ 3 h 628"/>
                <a:gd name="T60" fmla="*/ 0 w 382"/>
                <a:gd name="T61" fmla="*/ 3 h 628"/>
                <a:gd name="T62" fmla="*/ 0 w 382"/>
                <a:gd name="T63" fmla="*/ 4 h 628"/>
                <a:gd name="T64" fmla="*/ 0 w 382"/>
                <a:gd name="T65" fmla="*/ 4 h 628"/>
                <a:gd name="T66" fmla="*/ 0 w 382"/>
                <a:gd name="T67" fmla="*/ 4 h 628"/>
                <a:gd name="T68" fmla="*/ 0 w 382"/>
                <a:gd name="T69" fmla="*/ 5 h 628"/>
                <a:gd name="T70" fmla="*/ 0 w 382"/>
                <a:gd name="T71" fmla="*/ 5 h 628"/>
                <a:gd name="T72" fmla="*/ 0 w 382"/>
                <a:gd name="T73" fmla="*/ 5 h 628"/>
                <a:gd name="T74" fmla="*/ 0 w 382"/>
                <a:gd name="T75" fmla="*/ 5 h 628"/>
                <a:gd name="T76" fmla="*/ 0 w 382"/>
                <a:gd name="T77" fmla="*/ 5 h 628"/>
                <a:gd name="T78" fmla="*/ 0 w 382"/>
                <a:gd name="T79" fmla="*/ 5 h 628"/>
                <a:gd name="T80" fmla="*/ 0 w 382"/>
                <a:gd name="T81" fmla="*/ 5 h 628"/>
                <a:gd name="T82" fmla="*/ 1 w 382"/>
                <a:gd name="T83" fmla="*/ 5 h 628"/>
                <a:gd name="T84" fmla="*/ 1 w 382"/>
                <a:gd name="T85" fmla="*/ 5 h 628"/>
                <a:gd name="T86" fmla="*/ 1 w 382"/>
                <a:gd name="T87" fmla="*/ 5 h 628"/>
                <a:gd name="T88" fmla="*/ 1 w 382"/>
                <a:gd name="T89" fmla="*/ 5 h 628"/>
                <a:gd name="T90" fmla="*/ 1 w 382"/>
                <a:gd name="T91" fmla="*/ 5 h 628"/>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382"/>
                <a:gd name="T139" fmla="*/ 0 h 628"/>
                <a:gd name="T140" fmla="*/ 382 w 382"/>
                <a:gd name="T141" fmla="*/ 628 h 628"/>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382" h="628">
                  <a:moveTo>
                    <a:pt x="94" y="581"/>
                  </a:moveTo>
                  <a:lnTo>
                    <a:pt x="94" y="582"/>
                  </a:lnTo>
                  <a:lnTo>
                    <a:pt x="96" y="541"/>
                  </a:lnTo>
                  <a:lnTo>
                    <a:pt x="99" y="500"/>
                  </a:lnTo>
                  <a:lnTo>
                    <a:pt x="106" y="463"/>
                  </a:lnTo>
                  <a:lnTo>
                    <a:pt x="115" y="424"/>
                  </a:lnTo>
                  <a:lnTo>
                    <a:pt x="127" y="389"/>
                  </a:lnTo>
                  <a:lnTo>
                    <a:pt x="140" y="353"/>
                  </a:lnTo>
                  <a:lnTo>
                    <a:pt x="156" y="320"/>
                  </a:lnTo>
                  <a:lnTo>
                    <a:pt x="173" y="287"/>
                  </a:lnTo>
                  <a:lnTo>
                    <a:pt x="193" y="255"/>
                  </a:lnTo>
                  <a:lnTo>
                    <a:pt x="214" y="226"/>
                  </a:lnTo>
                  <a:lnTo>
                    <a:pt x="238" y="198"/>
                  </a:lnTo>
                  <a:lnTo>
                    <a:pt x="263" y="172"/>
                  </a:lnTo>
                  <a:lnTo>
                    <a:pt x="290" y="146"/>
                  </a:lnTo>
                  <a:lnTo>
                    <a:pt x="318" y="122"/>
                  </a:lnTo>
                  <a:lnTo>
                    <a:pt x="349" y="101"/>
                  </a:lnTo>
                  <a:lnTo>
                    <a:pt x="382" y="82"/>
                  </a:lnTo>
                  <a:lnTo>
                    <a:pt x="335" y="0"/>
                  </a:lnTo>
                  <a:lnTo>
                    <a:pt x="297" y="23"/>
                  </a:lnTo>
                  <a:lnTo>
                    <a:pt x="262" y="49"/>
                  </a:lnTo>
                  <a:lnTo>
                    <a:pt x="229" y="76"/>
                  </a:lnTo>
                  <a:lnTo>
                    <a:pt x="198" y="104"/>
                  </a:lnTo>
                  <a:lnTo>
                    <a:pt x="167" y="137"/>
                  </a:lnTo>
                  <a:lnTo>
                    <a:pt x="142" y="170"/>
                  </a:lnTo>
                  <a:lnTo>
                    <a:pt x="116" y="204"/>
                  </a:lnTo>
                  <a:lnTo>
                    <a:pt x="94" y="240"/>
                  </a:lnTo>
                  <a:lnTo>
                    <a:pt x="74" y="278"/>
                  </a:lnTo>
                  <a:lnTo>
                    <a:pt x="54" y="317"/>
                  </a:lnTo>
                  <a:lnTo>
                    <a:pt x="38" y="359"/>
                  </a:lnTo>
                  <a:lnTo>
                    <a:pt x="26" y="401"/>
                  </a:lnTo>
                  <a:lnTo>
                    <a:pt x="15" y="444"/>
                  </a:lnTo>
                  <a:lnTo>
                    <a:pt x="8" y="489"/>
                  </a:lnTo>
                  <a:lnTo>
                    <a:pt x="2" y="534"/>
                  </a:lnTo>
                  <a:lnTo>
                    <a:pt x="0" y="580"/>
                  </a:lnTo>
                  <a:lnTo>
                    <a:pt x="0" y="581"/>
                  </a:lnTo>
                  <a:lnTo>
                    <a:pt x="0" y="580"/>
                  </a:lnTo>
                  <a:lnTo>
                    <a:pt x="3" y="600"/>
                  </a:lnTo>
                  <a:lnTo>
                    <a:pt x="14" y="615"/>
                  </a:lnTo>
                  <a:lnTo>
                    <a:pt x="29" y="625"/>
                  </a:lnTo>
                  <a:lnTo>
                    <a:pt x="45" y="628"/>
                  </a:lnTo>
                  <a:lnTo>
                    <a:pt x="63" y="626"/>
                  </a:lnTo>
                  <a:lnTo>
                    <a:pt x="78" y="616"/>
                  </a:lnTo>
                  <a:lnTo>
                    <a:pt x="89" y="602"/>
                  </a:lnTo>
                  <a:lnTo>
                    <a:pt x="94" y="582"/>
                  </a:lnTo>
                  <a:lnTo>
                    <a:pt x="94" y="5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9661" name="Freeform 43"/>
            <p:cNvSpPr>
              <a:spLocks/>
            </p:cNvSpPr>
            <p:nvPr/>
          </p:nvSpPr>
          <p:spPr bwMode="auto">
            <a:xfrm>
              <a:off x="868" y="1712"/>
              <a:ext cx="19" cy="364"/>
            </a:xfrm>
            <a:custGeom>
              <a:avLst/>
              <a:gdLst>
                <a:gd name="T0" fmla="*/ 1 w 94"/>
                <a:gd name="T1" fmla="*/ 14 h 1818"/>
                <a:gd name="T2" fmla="*/ 1 w 94"/>
                <a:gd name="T3" fmla="*/ 14 h 1818"/>
                <a:gd name="T4" fmla="*/ 1 w 94"/>
                <a:gd name="T5" fmla="*/ 0 h 1818"/>
                <a:gd name="T6" fmla="*/ 0 w 94"/>
                <a:gd name="T7" fmla="*/ 0 h 1818"/>
                <a:gd name="T8" fmla="*/ 0 w 94"/>
                <a:gd name="T9" fmla="*/ 14 h 1818"/>
                <a:gd name="T10" fmla="*/ 0 w 94"/>
                <a:gd name="T11" fmla="*/ 14 h 1818"/>
                <a:gd name="T12" fmla="*/ 0 w 94"/>
                <a:gd name="T13" fmla="*/ 14 h 1818"/>
                <a:gd name="T14" fmla="*/ 0 w 94"/>
                <a:gd name="T15" fmla="*/ 14 h 1818"/>
                <a:gd name="T16" fmla="*/ 0 w 94"/>
                <a:gd name="T17" fmla="*/ 14 h 1818"/>
                <a:gd name="T18" fmla="*/ 0 w 94"/>
                <a:gd name="T19" fmla="*/ 15 h 1818"/>
                <a:gd name="T20" fmla="*/ 0 w 94"/>
                <a:gd name="T21" fmla="*/ 15 h 1818"/>
                <a:gd name="T22" fmla="*/ 1 w 94"/>
                <a:gd name="T23" fmla="*/ 15 h 1818"/>
                <a:gd name="T24" fmla="*/ 1 w 94"/>
                <a:gd name="T25" fmla="*/ 14 h 1818"/>
                <a:gd name="T26" fmla="*/ 1 w 94"/>
                <a:gd name="T27" fmla="*/ 14 h 1818"/>
                <a:gd name="T28" fmla="*/ 1 w 94"/>
                <a:gd name="T29" fmla="*/ 14 h 1818"/>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94"/>
                <a:gd name="T46" fmla="*/ 0 h 1818"/>
                <a:gd name="T47" fmla="*/ 94 w 94"/>
                <a:gd name="T48" fmla="*/ 1818 h 1818"/>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94" h="1818">
                  <a:moveTo>
                    <a:pt x="94" y="1771"/>
                  </a:moveTo>
                  <a:lnTo>
                    <a:pt x="94" y="1771"/>
                  </a:lnTo>
                  <a:lnTo>
                    <a:pt x="94" y="0"/>
                  </a:lnTo>
                  <a:lnTo>
                    <a:pt x="0" y="0"/>
                  </a:lnTo>
                  <a:lnTo>
                    <a:pt x="0" y="1771"/>
                  </a:lnTo>
                  <a:lnTo>
                    <a:pt x="3" y="1791"/>
                  </a:lnTo>
                  <a:lnTo>
                    <a:pt x="15" y="1806"/>
                  </a:lnTo>
                  <a:lnTo>
                    <a:pt x="29" y="1814"/>
                  </a:lnTo>
                  <a:lnTo>
                    <a:pt x="47" y="1818"/>
                  </a:lnTo>
                  <a:lnTo>
                    <a:pt x="64" y="1814"/>
                  </a:lnTo>
                  <a:lnTo>
                    <a:pt x="79" y="1806"/>
                  </a:lnTo>
                  <a:lnTo>
                    <a:pt x="90" y="1791"/>
                  </a:lnTo>
                  <a:lnTo>
                    <a:pt x="94" y="17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9662" name="Freeform 44"/>
            <p:cNvSpPr>
              <a:spLocks/>
            </p:cNvSpPr>
            <p:nvPr/>
          </p:nvSpPr>
          <p:spPr bwMode="auto">
            <a:xfrm>
              <a:off x="868" y="2067"/>
              <a:ext cx="90" cy="160"/>
            </a:xfrm>
            <a:custGeom>
              <a:avLst/>
              <a:gdLst>
                <a:gd name="T0" fmla="*/ 3 w 449"/>
                <a:gd name="T1" fmla="*/ 6 h 803"/>
                <a:gd name="T2" fmla="*/ 3 w 449"/>
                <a:gd name="T3" fmla="*/ 6 h 803"/>
                <a:gd name="T4" fmla="*/ 3 w 449"/>
                <a:gd name="T5" fmla="*/ 5 h 803"/>
                <a:gd name="T6" fmla="*/ 3 w 449"/>
                <a:gd name="T7" fmla="*/ 5 h 803"/>
                <a:gd name="T8" fmla="*/ 3 w 449"/>
                <a:gd name="T9" fmla="*/ 5 h 803"/>
                <a:gd name="T10" fmla="*/ 2 w 449"/>
                <a:gd name="T11" fmla="*/ 5 h 803"/>
                <a:gd name="T12" fmla="*/ 2 w 449"/>
                <a:gd name="T13" fmla="*/ 4 h 803"/>
                <a:gd name="T14" fmla="*/ 2 w 449"/>
                <a:gd name="T15" fmla="*/ 4 h 803"/>
                <a:gd name="T16" fmla="*/ 2 w 449"/>
                <a:gd name="T17" fmla="*/ 4 h 803"/>
                <a:gd name="T18" fmla="*/ 2 w 449"/>
                <a:gd name="T19" fmla="*/ 3 h 803"/>
                <a:gd name="T20" fmla="*/ 1 w 449"/>
                <a:gd name="T21" fmla="*/ 3 h 803"/>
                <a:gd name="T22" fmla="*/ 1 w 449"/>
                <a:gd name="T23" fmla="*/ 2 h 803"/>
                <a:gd name="T24" fmla="*/ 1 w 449"/>
                <a:gd name="T25" fmla="*/ 2 h 803"/>
                <a:gd name="T26" fmla="*/ 1 w 449"/>
                <a:gd name="T27" fmla="*/ 2 h 803"/>
                <a:gd name="T28" fmla="*/ 1 w 449"/>
                <a:gd name="T29" fmla="*/ 1 h 803"/>
                <a:gd name="T30" fmla="*/ 1 w 449"/>
                <a:gd name="T31" fmla="*/ 1 h 803"/>
                <a:gd name="T32" fmla="*/ 1 w 449"/>
                <a:gd name="T33" fmla="*/ 0 h 803"/>
                <a:gd name="T34" fmla="*/ 1 w 449"/>
                <a:gd name="T35" fmla="*/ 0 h 803"/>
                <a:gd name="T36" fmla="*/ 0 w 449"/>
                <a:gd name="T37" fmla="*/ 0 h 803"/>
                <a:gd name="T38" fmla="*/ 0 w 449"/>
                <a:gd name="T39" fmla="*/ 0 h 803"/>
                <a:gd name="T40" fmla="*/ 0 w 449"/>
                <a:gd name="T41" fmla="*/ 1 h 803"/>
                <a:gd name="T42" fmla="*/ 0 w 449"/>
                <a:gd name="T43" fmla="*/ 1 h 803"/>
                <a:gd name="T44" fmla="*/ 0 w 449"/>
                <a:gd name="T45" fmla="*/ 2 h 803"/>
                <a:gd name="T46" fmla="*/ 0 w 449"/>
                <a:gd name="T47" fmla="*/ 2 h 803"/>
                <a:gd name="T48" fmla="*/ 0 w 449"/>
                <a:gd name="T49" fmla="*/ 3 h 803"/>
                <a:gd name="T50" fmla="*/ 1 w 449"/>
                <a:gd name="T51" fmla="*/ 3 h 803"/>
                <a:gd name="T52" fmla="*/ 1 w 449"/>
                <a:gd name="T53" fmla="*/ 4 h 803"/>
                <a:gd name="T54" fmla="*/ 1 w 449"/>
                <a:gd name="T55" fmla="*/ 4 h 803"/>
                <a:gd name="T56" fmla="*/ 1 w 449"/>
                <a:gd name="T57" fmla="*/ 4 h 803"/>
                <a:gd name="T58" fmla="*/ 2 w 449"/>
                <a:gd name="T59" fmla="*/ 5 h 803"/>
                <a:gd name="T60" fmla="*/ 2 w 449"/>
                <a:gd name="T61" fmla="*/ 5 h 803"/>
                <a:gd name="T62" fmla="*/ 2 w 449"/>
                <a:gd name="T63" fmla="*/ 5 h 803"/>
                <a:gd name="T64" fmla="*/ 2 w 449"/>
                <a:gd name="T65" fmla="*/ 6 h 803"/>
                <a:gd name="T66" fmla="*/ 3 w 449"/>
                <a:gd name="T67" fmla="*/ 6 h 803"/>
                <a:gd name="T68" fmla="*/ 3 w 449"/>
                <a:gd name="T69" fmla="*/ 6 h 803"/>
                <a:gd name="T70" fmla="*/ 3 w 449"/>
                <a:gd name="T71" fmla="*/ 6 h 803"/>
                <a:gd name="T72" fmla="*/ 3 w 449"/>
                <a:gd name="T73" fmla="*/ 6 h 803"/>
                <a:gd name="T74" fmla="*/ 3 w 449"/>
                <a:gd name="T75" fmla="*/ 6 h 803"/>
                <a:gd name="T76" fmla="*/ 3 w 449"/>
                <a:gd name="T77" fmla="*/ 6 h 803"/>
                <a:gd name="T78" fmla="*/ 3 w 449"/>
                <a:gd name="T79" fmla="*/ 6 h 803"/>
                <a:gd name="T80" fmla="*/ 4 w 449"/>
                <a:gd name="T81" fmla="*/ 6 h 803"/>
                <a:gd name="T82" fmla="*/ 4 w 449"/>
                <a:gd name="T83" fmla="*/ 6 h 803"/>
                <a:gd name="T84" fmla="*/ 4 w 449"/>
                <a:gd name="T85" fmla="*/ 6 h 803"/>
                <a:gd name="T86" fmla="*/ 4 w 449"/>
                <a:gd name="T87" fmla="*/ 6 h 803"/>
                <a:gd name="T88" fmla="*/ 3 w 449"/>
                <a:gd name="T89" fmla="*/ 6 h 803"/>
                <a:gd name="T90" fmla="*/ 3 w 449"/>
                <a:gd name="T91" fmla="*/ 6 h 80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449"/>
                <a:gd name="T139" fmla="*/ 0 h 803"/>
                <a:gd name="T140" fmla="*/ 449 w 449"/>
                <a:gd name="T141" fmla="*/ 803 h 80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449" h="803">
                  <a:moveTo>
                    <a:pt x="426" y="717"/>
                  </a:moveTo>
                  <a:lnTo>
                    <a:pt x="427" y="717"/>
                  </a:lnTo>
                  <a:lnTo>
                    <a:pt x="395" y="693"/>
                  </a:lnTo>
                  <a:lnTo>
                    <a:pt x="361" y="662"/>
                  </a:lnTo>
                  <a:lnTo>
                    <a:pt x="329" y="628"/>
                  </a:lnTo>
                  <a:lnTo>
                    <a:pt x="299" y="591"/>
                  </a:lnTo>
                  <a:lnTo>
                    <a:pt x="269" y="551"/>
                  </a:lnTo>
                  <a:lnTo>
                    <a:pt x="241" y="507"/>
                  </a:lnTo>
                  <a:lnTo>
                    <a:pt x="215" y="460"/>
                  </a:lnTo>
                  <a:lnTo>
                    <a:pt x="191" y="412"/>
                  </a:lnTo>
                  <a:lnTo>
                    <a:pt x="170" y="363"/>
                  </a:lnTo>
                  <a:lnTo>
                    <a:pt x="151" y="312"/>
                  </a:lnTo>
                  <a:lnTo>
                    <a:pt x="133" y="259"/>
                  </a:lnTo>
                  <a:lnTo>
                    <a:pt x="119" y="207"/>
                  </a:lnTo>
                  <a:lnTo>
                    <a:pt x="108" y="156"/>
                  </a:lnTo>
                  <a:lnTo>
                    <a:pt x="101" y="103"/>
                  </a:lnTo>
                  <a:lnTo>
                    <a:pt x="96" y="51"/>
                  </a:lnTo>
                  <a:lnTo>
                    <a:pt x="94" y="0"/>
                  </a:lnTo>
                  <a:lnTo>
                    <a:pt x="0" y="0"/>
                  </a:lnTo>
                  <a:lnTo>
                    <a:pt x="2" y="56"/>
                  </a:lnTo>
                  <a:lnTo>
                    <a:pt x="7" y="115"/>
                  </a:lnTo>
                  <a:lnTo>
                    <a:pt x="16" y="172"/>
                  </a:lnTo>
                  <a:lnTo>
                    <a:pt x="28" y="231"/>
                  </a:lnTo>
                  <a:lnTo>
                    <a:pt x="44" y="287"/>
                  </a:lnTo>
                  <a:lnTo>
                    <a:pt x="62" y="342"/>
                  </a:lnTo>
                  <a:lnTo>
                    <a:pt x="83" y="398"/>
                  </a:lnTo>
                  <a:lnTo>
                    <a:pt x="106" y="452"/>
                  </a:lnTo>
                  <a:lnTo>
                    <a:pt x="133" y="505"/>
                  </a:lnTo>
                  <a:lnTo>
                    <a:pt x="161" y="554"/>
                  </a:lnTo>
                  <a:lnTo>
                    <a:pt x="192" y="602"/>
                  </a:lnTo>
                  <a:lnTo>
                    <a:pt x="224" y="647"/>
                  </a:lnTo>
                  <a:lnTo>
                    <a:pt x="259" y="689"/>
                  </a:lnTo>
                  <a:lnTo>
                    <a:pt x="295" y="728"/>
                  </a:lnTo>
                  <a:lnTo>
                    <a:pt x="334" y="763"/>
                  </a:lnTo>
                  <a:lnTo>
                    <a:pt x="374" y="795"/>
                  </a:lnTo>
                  <a:lnTo>
                    <a:pt x="375" y="795"/>
                  </a:lnTo>
                  <a:lnTo>
                    <a:pt x="374" y="795"/>
                  </a:lnTo>
                  <a:lnTo>
                    <a:pt x="392" y="803"/>
                  </a:lnTo>
                  <a:lnTo>
                    <a:pt x="411" y="803"/>
                  </a:lnTo>
                  <a:lnTo>
                    <a:pt x="426" y="795"/>
                  </a:lnTo>
                  <a:lnTo>
                    <a:pt x="439" y="782"/>
                  </a:lnTo>
                  <a:lnTo>
                    <a:pt x="446" y="766"/>
                  </a:lnTo>
                  <a:lnTo>
                    <a:pt x="449" y="749"/>
                  </a:lnTo>
                  <a:lnTo>
                    <a:pt x="441" y="732"/>
                  </a:lnTo>
                  <a:lnTo>
                    <a:pt x="427" y="717"/>
                  </a:lnTo>
                  <a:lnTo>
                    <a:pt x="426" y="71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9663" name="Freeform 45"/>
            <p:cNvSpPr>
              <a:spLocks/>
            </p:cNvSpPr>
            <p:nvPr/>
          </p:nvSpPr>
          <p:spPr bwMode="auto">
            <a:xfrm>
              <a:off x="883" y="1673"/>
              <a:ext cx="379" cy="690"/>
            </a:xfrm>
            <a:custGeom>
              <a:avLst/>
              <a:gdLst>
                <a:gd name="T0" fmla="*/ 12 w 1897"/>
                <a:gd name="T1" fmla="*/ 6 h 3450"/>
                <a:gd name="T2" fmla="*/ 13 w 1897"/>
                <a:gd name="T3" fmla="*/ 7 h 3450"/>
                <a:gd name="T4" fmla="*/ 13 w 1897"/>
                <a:gd name="T5" fmla="*/ 7 h 3450"/>
                <a:gd name="T6" fmla="*/ 14 w 1897"/>
                <a:gd name="T7" fmla="*/ 8 h 3450"/>
                <a:gd name="T8" fmla="*/ 14 w 1897"/>
                <a:gd name="T9" fmla="*/ 9 h 3450"/>
                <a:gd name="T10" fmla="*/ 15 w 1897"/>
                <a:gd name="T11" fmla="*/ 10 h 3450"/>
                <a:gd name="T12" fmla="*/ 15 w 1897"/>
                <a:gd name="T13" fmla="*/ 11 h 3450"/>
                <a:gd name="T14" fmla="*/ 15 w 1897"/>
                <a:gd name="T15" fmla="*/ 11 h 3450"/>
                <a:gd name="T16" fmla="*/ 15 w 1897"/>
                <a:gd name="T17" fmla="*/ 12 h 3450"/>
                <a:gd name="T18" fmla="*/ 15 w 1897"/>
                <a:gd name="T19" fmla="*/ 26 h 3450"/>
                <a:gd name="T20" fmla="*/ 15 w 1897"/>
                <a:gd name="T21" fmla="*/ 26 h 3450"/>
                <a:gd name="T22" fmla="*/ 15 w 1897"/>
                <a:gd name="T23" fmla="*/ 27 h 3450"/>
                <a:gd name="T24" fmla="*/ 15 w 1897"/>
                <a:gd name="T25" fmla="*/ 27 h 3450"/>
                <a:gd name="T26" fmla="*/ 14 w 1897"/>
                <a:gd name="T27" fmla="*/ 27 h 3450"/>
                <a:gd name="T28" fmla="*/ 14 w 1897"/>
                <a:gd name="T29" fmla="*/ 28 h 3450"/>
                <a:gd name="T30" fmla="*/ 13 w 1897"/>
                <a:gd name="T31" fmla="*/ 28 h 3450"/>
                <a:gd name="T32" fmla="*/ 13 w 1897"/>
                <a:gd name="T33" fmla="*/ 27 h 3450"/>
                <a:gd name="T34" fmla="*/ 3 w 1897"/>
                <a:gd name="T35" fmla="*/ 21 h 3450"/>
                <a:gd name="T36" fmla="*/ 2 w 1897"/>
                <a:gd name="T37" fmla="*/ 21 h 3450"/>
                <a:gd name="T38" fmla="*/ 2 w 1897"/>
                <a:gd name="T39" fmla="*/ 20 h 3450"/>
                <a:gd name="T40" fmla="*/ 1 w 1897"/>
                <a:gd name="T41" fmla="*/ 19 h 3450"/>
                <a:gd name="T42" fmla="*/ 1 w 1897"/>
                <a:gd name="T43" fmla="*/ 19 h 3450"/>
                <a:gd name="T44" fmla="*/ 0 w 1897"/>
                <a:gd name="T45" fmla="*/ 18 h 3450"/>
                <a:gd name="T46" fmla="*/ 0 w 1897"/>
                <a:gd name="T47" fmla="*/ 17 h 3450"/>
                <a:gd name="T48" fmla="*/ 0 w 1897"/>
                <a:gd name="T49" fmla="*/ 16 h 3450"/>
                <a:gd name="T50" fmla="*/ 0 w 1897"/>
                <a:gd name="T51" fmla="*/ 15 h 3450"/>
                <a:gd name="T52" fmla="*/ 0 w 1897"/>
                <a:gd name="T53" fmla="*/ 2 h 3450"/>
                <a:gd name="T54" fmla="*/ 0 w 1897"/>
                <a:gd name="T55" fmla="*/ 1 h 3450"/>
                <a:gd name="T56" fmla="*/ 0 w 1897"/>
                <a:gd name="T57" fmla="*/ 1 h 3450"/>
                <a:gd name="T58" fmla="*/ 1 w 1897"/>
                <a:gd name="T59" fmla="*/ 0 h 3450"/>
                <a:gd name="T60" fmla="*/ 1 w 1897"/>
                <a:gd name="T61" fmla="*/ 0 h 3450"/>
                <a:gd name="T62" fmla="*/ 1 w 1897"/>
                <a:gd name="T63" fmla="*/ 0 h 3450"/>
                <a:gd name="T64" fmla="*/ 2 w 1897"/>
                <a:gd name="T65" fmla="*/ 0 h 3450"/>
                <a:gd name="T66" fmla="*/ 3 w 1897"/>
                <a:gd name="T67" fmla="*/ 0 h 3450"/>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897"/>
                <a:gd name="T103" fmla="*/ 0 h 3450"/>
                <a:gd name="T104" fmla="*/ 1897 w 1897"/>
                <a:gd name="T105" fmla="*/ 3450 h 3450"/>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897" h="3450">
                  <a:moveTo>
                    <a:pt x="357" y="49"/>
                  </a:moveTo>
                  <a:lnTo>
                    <a:pt x="1542" y="806"/>
                  </a:lnTo>
                  <a:lnTo>
                    <a:pt x="1579" y="832"/>
                  </a:lnTo>
                  <a:lnTo>
                    <a:pt x="1614" y="861"/>
                  </a:lnTo>
                  <a:lnTo>
                    <a:pt x="1648" y="895"/>
                  </a:lnTo>
                  <a:lnTo>
                    <a:pt x="1681" y="933"/>
                  </a:lnTo>
                  <a:lnTo>
                    <a:pt x="1711" y="973"/>
                  </a:lnTo>
                  <a:lnTo>
                    <a:pt x="1740" y="1016"/>
                  </a:lnTo>
                  <a:lnTo>
                    <a:pt x="1768" y="1062"/>
                  </a:lnTo>
                  <a:lnTo>
                    <a:pt x="1793" y="1109"/>
                  </a:lnTo>
                  <a:lnTo>
                    <a:pt x="1816" y="1158"/>
                  </a:lnTo>
                  <a:lnTo>
                    <a:pt x="1836" y="1208"/>
                  </a:lnTo>
                  <a:lnTo>
                    <a:pt x="1854" y="1260"/>
                  </a:lnTo>
                  <a:lnTo>
                    <a:pt x="1869" y="1313"/>
                  </a:lnTo>
                  <a:lnTo>
                    <a:pt x="1881" y="1364"/>
                  </a:lnTo>
                  <a:lnTo>
                    <a:pt x="1890" y="1417"/>
                  </a:lnTo>
                  <a:lnTo>
                    <a:pt x="1895" y="1469"/>
                  </a:lnTo>
                  <a:lnTo>
                    <a:pt x="1897" y="1519"/>
                  </a:lnTo>
                  <a:lnTo>
                    <a:pt x="1897" y="3142"/>
                  </a:lnTo>
                  <a:lnTo>
                    <a:pt x="1895" y="3190"/>
                  </a:lnTo>
                  <a:lnTo>
                    <a:pt x="1890" y="3235"/>
                  </a:lnTo>
                  <a:lnTo>
                    <a:pt x="1881" y="3276"/>
                  </a:lnTo>
                  <a:lnTo>
                    <a:pt x="1869" y="3313"/>
                  </a:lnTo>
                  <a:lnTo>
                    <a:pt x="1854" y="3346"/>
                  </a:lnTo>
                  <a:lnTo>
                    <a:pt x="1836" y="3375"/>
                  </a:lnTo>
                  <a:lnTo>
                    <a:pt x="1816" y="3398"/>
                  </a:lnTo>
                  <a:lnTo>
                    <a:pt x="1793" y="3418"/>
                  </a:lnTo>
                  <a:lnTo>
                    <a:pt x="1768" y="3434"/>
                  </a:lnTo>
                  <a:lnTo>
                    <a:pt x="1740" y="3444"/>
                  </a:lnTo>
                  <a:lnTo>
                    <a:pt x="1711" y="3450"/>
                  </a:lnTo>
                  <a:lnTo>
                    <a:pt x="1681" y="3450"/>
                  </a:lnTo>
                  <a:lnTo>
                    <a:pt x="1648" y="3445"/>
                  </a:lnTo>
                  <a:lnTo>
                    <a:pt x="1614" y="3436"/>
                  </a:lnTo>
                  <a:lnTo>
                    <a:pt x="1579" y="3421"/>
                  </a:lnTo>
                  <a:lnTo>
                    <a:pt x="1542" y="3400"/>
                  </a:lnTo>
                  <a:lnTo>
                    <a:pt x="357" y="2643"/>
                  </a:lnTo>
                  <a:lnTo>
                    <a:pt x="320" y="2618"/>
                  </a:lnTo>
                  <a:lnTo>
                    <a:pt x="285" y="2588"/>
                  </a:lnTo>
                  <a:lnTo>
                    <a:pt x="251" y="2554"/>
                  </a:lnTo>
                  <a:lnTo>
                    <a:pt x="218" y="2517"/>
                  </a:lnTo>
                  <a:lnTo>
                    <a:pt x="187" y="2477"/>
                  </a:lnTo>
                  <a:lnTo>
                    <a:pt x="157" y="2433"/>
                  </a:lnTo>
                  <a:lnTo>
                    <a:pt x="130" y="2388"/>
                  </a:lnTo>
                  <a:lnTo>
                    <a:pt x="105" y="2341"/>
                  </a:lnTo>
                  <a:lnTo>
                    <a:pt x="81" y="2292"/>
                  </a:lnTo>
                  <a:lnTo>
                    <a:pt x="61" y="2241"/>
                  </a:lnTo>
                  <a:lnTo>
                    <a:pt x="44" y="2190"/>
                  </a:lnTo>
                  <a:lnTo>
                    <a:pt x="29" y="2138"/>
                  </a:lnTo>
                  <a:lnTo>
                    <a:pt x="17" y="2085"/>
                  </a:lnTo>
                  <a:lnTo>
                    <a:pt x="7" y="2033"/>
                  </a:lnTo>
                  <a:lnTo>
                    <a:pt x="3" y="1981"/>
                  </a:lnTo>
                  <a:lnTo>
                    <a:pt x="0" y="1931"/>
                  </a:lnTo>
                  <a:lnTo>
                    <a:pt x="0" y="308"/>
                  </a:lnTo>
                  <a:lnTo>
                    <a:pt x="3" y="260"/>
                  </a:lnTo>
                  <a:lnTo>
                    <a:pt x="7" y="215"/>
                  </a:lnTo>
                  <a:lnTo>
                    <a:pt x="17" y="174"/>
                  </a:lnTo>
                  <a:lnTo>
                    <a:pt x="29" y="137"/>
                  </a:lnTo>
                  <a:lnTo>
                    <a:pt x="44" y="104"/>
                  </a:lnTo>
                  <a:lnTo>
                    <a:pt x="61" y="76"/>
                  </a:lnTo>
                  <a:lnTo>
                    <a:pt x="81" y="51"/>
                  </a:lnTo>
                  <a:lnTo>
                    <a:pt x="105" y="31"/>
                  </a:lnTo>
                  <a:lnTo>
                    <a:pt x="130" y="16"/>
                  </a:lnTo>
                  <a:lnTo>
                    <a:pt x="157" y="5"/>
                  </a:lnTo>
                  <a:lnTo>
                    <a:pt x="187" y="0"/>
                  </a:lnTo>
                  <a:lnTo>
                    <a:pt x="218" y="0"/>
                  </a:lnTo>
                  <a:lnTo>
                    <a:pt x="251" y="3"/>
                  </a:lnTo>
                  <a:lnTo>
                    <a:pt x="285" y="14"/>
                  </a:lnTo>
                  <a:lnTo>
                    <a:pt x="320" y="29"/>
                  </a:lnTo>
                  <a:lnTo>
                    <a:pt x="357" y="49"/>
                  </a:lnTo>
                  <a:close/>
                </a:path>
              </a:pathLst>
            </a:custGeom>
            <a:solidFill>
              <a:srgbClr val="BFBFB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9664" name="Freeform 46"/>
            <p:cNvSpPr>
              <a:spLocks/>
            </p:cNvSpPr>
            <p:nvPr/>
          </p:nvSpPr>
          <p:spPr bwMode="auto">
            <a:xfrm>
              <a:off x="1268" y="1663"/>
              <a:ext cx="393" cy="711"/>
            </a:xfrm>
            <a:custGeom>
              <a:avLst/>
              <a:gdLst>
                <a:gd name="T0" fmla="*/ 3 w 1962"/>
                <a:gd name="T1" fmla="*/ 7 h 3555"/>
                <a:gd name="T2" fmla="*/ 2 w 1962"/>
                <a:gd name="T3" fmla="*/ 7 h 3555"/>
                <a:gd name="T4" fmla="*/ 2 w 1962"/>
                <a:gd name="T5" fmla="*/ 8 h 3555"/>
                <a:gd name="T6" fmla="*/ 1 w 1962"/>
                <a:gd name="T7" fmla="*/ 8 h 3555"/>
                <a:gd name="T8" fmla="*/ 1 w 1962"/>
                <a:gd name="T9" fmla="*/ 9 h 3555"/>
                <a:gd name="T10" fmla="*/ 1 w 1962"/>
                <a:gd name="T11" fmla="*/ 10 h 3555"/>
                <a:gd name="T12" fmla="*/ 0 w 1962"/>
                <a:gd name="T13" fmla="*/ 11 h 3555"/>
                <a:gd name="T14" fmla="*/ 0 w 1962"/>
                <a:gd name="T15" fmla="*/ 12 h 3555"/>
                <a:gd name="T16" fmla="*/ 0 w 1962"/>
                <a:gd name="T17" fmla="*/ 13 h 3555"/>
                <a:gd name="T18" fmla="*/ 0 w 1962"/>
                <a:gd name="T19" fmla="*/ 26 h 3555"/>
                <a:gd name="T20" fmla="*/ 0 w 1962"/>
                <a:gd name="T21" fmla="*/ 27 h 3555"/>
                <a:gd name="T22" fmla="*/ 0 w 1962"/>
                <a:gd name="T23" fmla="*/ 28 h 3555"/>
                <a:gd name="T24" fmla="*/ 1 w 1962"/>
                <a:gd name="T25" fmla="*/ 28 h 3555"/>
                <a:gd name="T26" fmla="*/ 1 w 1962"/>
                <a:gd name="T27" fmla="*/ 28 h 3555"/>
                <a:gd name="T28" fmla="*/ 2 w 1962"/>
                <a:gd name="T29" fmla="*/ 28 h 3555"/>
                <a:gd name="T30" fmla="*/ 2 w 1962"/>
                <a:gd name="T31" fmla="*/ 28 h 3555"/>
                <a:gd name="T32" fmla="*/ 3 w 1962"/>
                <a:gd name="T33" fmla="*/ 28 h 3555"/>
                <a:gd name="T34" fmla="*/ 13 w 1962"/>
                <a:gd name="T35" fmla="*/ 22 h 3555"/>
                <a:gd name="T36" fmla="*/ 13 w 1962"/>
                <a:gd name="T37" fmla="*/ 21 h 3555"/>
                <a:gd name="T38" fmla="*/ 14 w 1962"/>
                <a:gd name="T39" fmla="*/ 21 h 3555"/>
                <a:gd name="T40" fmla="*/ 14 w 1962"/>
                <a:gd name="T41" fmla="*/ 20 h 3555"/>
                <a:gd name="T42" fmla="*/ 15 w 1962"/>
                <a:gd name="T43" fmla="*/ 19 h 3555"/>
                <a:gd name="T44" fmla="*/ 15 w 1962"/>
                <a:gd name="T45" fmla="*/ 18 h 3555"/>
                <a:gd name="T46" fmla="*/ 16 w 1962"/>
                <a:gd name="T47" fmla="*/ 18 h 3555"/>
                <a:gd name="T48" fmla="*/ 16 w 1962"/>
                <a:gd name="T49" fmla="*/ 17 h 3555"/>
                <a:gd name="T50" fmla="*/ 16 w 1962"/>
                <a:gd name="T51" fmla="*/ 16 h 3555"/>
                <a:gd name="T52" fmla="*/ 16 w 1962"/>
                <a:gd name="T53" fmla="*/ 2 h 3555"/>
                <a:gd name="T54" fmla="*/ 16 w 1962"/>
                <a:gd name="T55" fmla="*/ 1 h 3555"/>
                <a:gd name="T56" fmla="*/ 15 w 1962"/>
                <a:gd name="T57" fmla="*/ 1 h 3555"/>
                <a:gd name="T58" fmla="*/ 15 w 1962"/>
                <a:gd name="T59" fmla="*/ 0 h 3555"/>
                <a:gd name="T60" fmla="*/ 15 w 1962"/>
                <a:gd name="T61" fmla="*/ 0 h 3555"/>
                <a:gd name="T62" fmla="*/ 14 w 1962"/>
                <a:gd name="T63" fmla="*/ 0 h 3555"/>
                <a:gd name="T64" fmla="*/ 14 w 1962"/>
                <a:gd name="T65" fmla="*/ 0 h 3555"/>
                <a:gd name="T66" fmla="*/ 13 w 1962"/>
                <a:gd name="T67" fmla="*/ 0 h 3555"/>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962"/>
                <a:gd name="T103" fmla="*/ 0 h 3555"/>
                <a:gd name="T104" fmla="*/ 1962 w 1962"/>
                <a:gd name="T105" fmla="*/ 3555 h 3555"/>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962" h="3555">
                  <a:moveTo>
                    <a:pt x="1594" y="50"/>
                  </a:moveTo>
                  <a:lnTo>
                    <a:pt x="368" y="831"/>
                  </a:lnTo>
                  <a:lnTo>
                    <a:pt x="330" y="858"/>
                  </a:lnTo>
                  <a:lnTo>
                    <a:pt x="294" y="888"/>
                  </a:lnTo>
                  <a:lnTo>
                    <a:pt x="259" y="922"/>
                  </a:lnTo>
                  <a:lnTo>
                    <a:pt x="225" y="961"/>
                  </a:lnTo>
                  <a:lnTo>
                    <a:pt x="193" y="1003"/>
                  </a:lnTo>
                  <a:lnTo>
                    <a:pt x="163" y="1047"/>
                  </a:lnTo>
                  <a:lnTo>
                    <a:pt x="133" y="1094"/>
                  </a:lnTo>
                  <a:lnTo>
                    <a:pt x="108" y="1143"/>
                  </a:lnTo>
                  <a:lnTo>
                    <a:pt x="84" y="1193"/>
                  </a:lnTo>
                  <a:lnTo>
                    <a:pt x="63" y="1246"/>
                  </a:lnTo>
                  <a:lnTo>
                    <a:pt x="44" y="1299"/>
                  </a:lnTo>
                  <a:lnTo>
                    <a:pt x="29" y="1353"/>
                  </a:lnTo>
                  <a:lnTo>
                    <a:pt x="16" y="1405"/>
                  </a:lnTo>
                  <a:lnTo>
                    <a:pt x="7" y="1459"/>
                  </a:lnTo>
                  <a:lnTo>
                    <a:pt x="2" y="1512"/>
                  </a:lnTo>
                  <a:lnTo>
                    <a:pt x="0" y="1565"/>
                  </a:lnTo>
                  <a:lnTo>
                    <a:pt x="0" y="3237"/>
                  </a:lnTo>
                  <a:lnTo>
                    <a:pt x="2" y="3287"/>
                  </a:lnTo>
                  <a:lnTo>
                    <a:pt x="7" y="3333"/>
                  </a:lnTo>
                  <a:lnTo>
                    <a:pt x="16" y="3375"/>
                  </a:lnTo>
                  <a:lnTo>
                    <a:pt x="29" y="3413"/>
                  </a:lnTo>
                  <a:lnTo>
                    <a:pt x="44" y="3447"/>
                  </a:lnTo>
                  <a:lnTo>
                    <a:pt x="63" y="3477"/>
                  </a:lnTo>
                  <a:lnTo>
                    <a:pt x="84" y="3502"/>
                  </a:lnTo>
                  <a:lnTo>
                    <a:pt x="108" y="3522"/>
                  </a:lnTo>
                  <a:lnTo>
                    <a:pt x="133" y="3538"/>
                  </a:lnTo>
                  <a:lnTo>
                    <a:pt x="163" y="3549"/>
                  </a:lnTo>
                  <a:lnTo>
                    <a:pt x="193" y="3555"/>
                  </a:lnTo>
                  <a:lnTo>
                    <a:pt x="225" y="3555"/>
                  </a:lnTo>
                  <a:lnTo>
                    <a:pt x="259" y="3550"/>
                  </a:lnTo>
                  <a:lnTo>
                    <a:pt x="294" y="3541"/>
                  </a:lnTo>
                  <a:lnTo>
                    <a:pt x="330" y="3524"/>
                  </a:lnTo>
                  <a:lnTo>
                    <a:pt x="368" y="3503"/>
                  </a:lnTo>
                  <a:lnTo>
                    <a:pt x="1594" y="2722"/>
                  </a:lnTo>
                  <a:lnTo>
                    <a:pt x="1632" y="2696"/>
                  </a:lnTo>
                  <a:lnTo>
                    <a:pt x="1668" y="2665"/>
                  </a:lnTo>
                  <a:lnTo>
                    <a:pt x="1703" y="2631"/>
                  </a:lnTo>
                  <a:lnTo>
                    <a:pt x="1737" y="2592"/>
                  </a:lnTo>
                  <a:lnTo>
                    <a:pt x="1769" y="2551"/>
                  </a:lnTo>
                  <a:lnTo>
                    <a:pt x="1799" y="2506"/>
                  </a:lnTo>
                  <a:lnTo>
                    <a:pt x="1829" y="2460"/>
                  </a:lnTo>
                  <a:lnTo>
                    <a:pt x="1854" y="2411"/>
                  </a:lnTo>
                  <a:lnTo>
                    <a:pt x="1878" y="2361"/>
                  </a:lnTo>
                  <a:lnTo>
                    <a:pt x="1899" y="2308"/>
                  </a:lnTo>
                  <a:lnTo>
                    <a:pt x="1918" y="2256"/>
                  </a:lnTo>
                  <a:lnTo>
                    <a:pt x="1933" y="2202"/>
                  </a:lnTo>
                  <a:lnTo>
                    <a:pt x="1946" y="2149"/>
                  </a:lnTo>
                  <a:lnTo>
                    <a:pt x="1955" y="2095"/>
                  </a:lnTo>
                  <a:lnTo>
                    <a:pt x="1960" y="2042"/>
                  </a:lnTo>
                  <a:lnTo>
                    <a:pt x="1962" y="1989"/>
                  </a:lnTo>
                  <a:lnTo>
                    <a:pt x="1962" y="319"/>
                  </a:lnTo>
                  <a:lnTo>
                    <a:pt x="1960" y="269"/>
                  </a:lnTo>
                  <a:lnTo>
                    <a:pt x="1955" y="223"/>
                  </a:lnTo>
                  <a:lnTo>
                    <a:pt x="1946" y="180"/>
                  </a:lnTo>
                  <a:lnTo>
                    <a:pt x="1933" y="143"/>
                  </a:lnTo>
                  <a:lnTo>
                    <a:pt x="1918" y="109"/>
                  </a:lnTo>
                  <a:lnTo>
                    <a:pt x="1899" y="79"/>
                  </a:lnTo>
                  <a:lnTo>
                    <a:pt x="1878" y="54"/>
                  </a:lnTo>
                  <a:lnTo>
                    <a:pt x="1854" y="33"/>
                  </a:lnTo>
                  <a:lnTo>
                    <a:pt x="1829" y="17"/>
                  </a:lnTo>
                  <a:lnTo>
                    <a:pt x="1799" y="7"/>
                  </a:lnTo>
                  <a:lnTo>
                    <a:pt x="1769" y="0"/>
                  </a:lnTo>
                  <a:lnTo>
                    <a:pt x="1737" y="0"/>
                  </a:lnTo>
                  <a:lnTo>
                    <a:pt x="1703" y="4"/>
                  </a:lnTo>
                  <a:lnTo>
                    <a:pt x="1668" y="14"/>
                  </a:lnTo>
                  <a:lnTo>
                    <a:pt x="1632" y="29"/>
                  </a:lnTo>
                  <a:lnTo>
                    <a:pt x="1594" y="50"/>
                  </a:lnTo>
                  <a:close/>
                </a:path>
              </a:pathLst>
            </a:custGeom>
            <a:solidFill>
              <a:srgbClr val="E5E5E5"/>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9665" name="Freeform 47"/>
            <p:cNvSpPr>
              <a:spLocks noEditPoints="1"/>
            </p:cNvSpPr>
            <p:nvPr/>
          </p:nvSpPr>
          <p:spPr bwMode="auto">
            <a:xfrm>
              <a:off x="916" y="1589"/>
              <a:ext cx="697" cy="698"/>
            </a:xfrm>
            <a:custGeom>
              <a:avLst/>
              <a:gdLst>
                <a:gd name="T0" fmla="*/ 16 w 3485"/>
                <a:gd name="T1" fmla="*/ 0 h 3490"/>
                <a:gd name="T2" fmla="*/ 17 w 3485"/>
                <a:gd name="T3" fmla="*/ 2 h 3490"/>
                <a:gd name="T4" fmla="*/ 17 w 3485"/>
                <a:gd name="T5" fmla="*/ 3 h 3490"/>
                <a:gd name="T6" fmla="*/ 14 w 3485"/>
                <a:gd name="T7" fmla="*/ 4 h 3490"/>
                <a:gd name="T8" fmla="*/ 12 w 3485"/>
                <a:gd name="T9" fmla="*/ 4 h 3490"/>
                <a:gd name="T10" fmla="*/ 11 w 3485"/>
                <a:gd name="T11" fmla="*/ 2 h 3490"/>
                <a:gd name="T12" fmla="*/ 11 w 3485"/>
                <a:gd name="T13" fmla="*/ 1 h 3490"/>
                <a:gd name="T14" fmla="*/ 14 w 3485"/>
                <a:gd name="T15" fmla="*/ 0 h 3490"/>
                <a:gd name="T16" fmla="*/ 3 w 3485"/>
                <a:gd name="T17" fmla="*/ 7 h 3490"/>
                <a:gd name="T18" fmla="*/ 4 w 3485"/>
                <a:gd name="T19" fmla="*/ 9 h 3490"/>
                <a:gd name="T20" fmla="*/ 3 w 3485"/>
                <a:gd name="T21" fmla="*/ 12 h 3490"/>
                <a:gd name="T22" fmla="*/ 2 w 3485"/>
                <a:gd name="T23" fmla="*/ 13 h 3490"/>
                <a:gd name="T24" fmla="*/ 1 w 3485"/>
                <a:gd name="T25" fmla="*/ 12 h 3490"/>
                <a:gd name="T26" fmla="*/ 0 w 3485"/>
                <a:gd name="T27" fmla="*/ 10 h 3490"/>
                <a:gd name="T28" fmla="*/ 0 w 3485"/>
                <a:gd name="T29" fmla="*/ 8 h 3490"/>
                <a:gd name="T30" fmla="*/ 2 w 3485"/>
                <a:gd name="T31" fmla="*/ 6 h 3490"/>
                <a:gd name="T32" fmla="*/ 10 w 3485"/>
                <a:gd name="T33" fmla="*/ 20 h 3490"/>
                <a:gd name="T34" fmla="*/ 11 w 3485"/>
                <a:gd name="T35" fmla="*/ 22 h 3490"/>
                <a:gd name="T36" fmla="*/ 11 w 3485"/>
                <a:gd name="T37" fmla="*/ 25 h 3490"/>
                <a:gd name="T38" fmla="*/ 10 w 3485"/>
                <a:gd name="T39" fmla="*/ 27 h 3490"/>
                <a:gd name="T40" fmla="*/ 8 w 3485"/>
                <a:gd name="T41" fmla="*/ 26 h 3490"/>
                <a:gd name="T42" fmla="*/ 7 w 3485"/>
                <a:gd name="T43" fmla="*/ 24 h 3490"/>
                <a:gd name="T44" fmla="*/ 7 w 3485"/>
                <a:gd name="T45" fmla="*/ 22 h 3490"/>
                <a:gd name="T46" fmla="*/ 8 w 3485"/>
                <a:gd name="T47" fmla="*/ 20 h 3490"/>
                <a:gd name="T48" fmla="*/ 20 w 3485"/>
                <a:gd name="T49" fmla="*/ 21 h 3490"/>
                <a:gd name="T50" fmla="*/ 21 w 3485"/>
                <a:gd name="T51" fmla="*/ 23 h 3490"/>
                <a:gd name="T52" fmla="*/ 21 w 3485"/>
                <a:gd name="T53" fmla="*/ 26 h 3490"/>
                <a:gd name="T54" fmla="*/ 20 w 3485"/>
                <a:gd name="T55" fmla="*/ 28 h 3490"/>
                <a:gd name="T56" fmla="*/ 18 w 3485"/>
                <a:gd name="T57" fmla="*/ 28 h 3490"/>
                <a:gd name="T58" fmla="*/ 17 w 3485"/>
                <a:gd name="T59" fmla="*/ 26 h 3490"/>
                <a:gd name="T60" fmla="*/ 17 w 3485"/>
                <a:gd name="T61" fmla="*/ 23 h 3490"/>
                <a:gd name="T62" fmla="*/ 18 w 3485"/>
                <a:gd name="T63" fmla="*/ 21 h 3490"/>
                <a:gd name="T64" fmla="*/ 19 w 3485"/>
                <a:gd name="T65" fmla="*/ 11 h 3490"/>
                <a:gd name="T66" fmla="*/ 20 w 3485"/>
                <a:gd name="T67" fmla="*/ 13 h 3490"/>
                <a:gd name="T68" fmla="*/ 21 w 3485"/>
                <a:gd name="T69" fmla="*/ 15 h 3490"/>
                <a:gd name="T70" fmla="*/ 20 w 3485"/>
                <a:gd name="T71" fmla="*/ 17 h 3490"/>
                <a:gd name="T72" fmla="*/ 18 w 3485"/>
                <a:gd name="T73" fmla="*/ 17 h 3490"/>
                <a:gd name="T74" fmla="*/ 17 w 3485"/>
                <a:gd name="T75" fmla="*/ 16 h 3490"/>
                <a:gd name="T76" fmla="*/ 17 w 3485"/>
                <a:gd name="T77" fmla="*/ 13 h 3490"/>
                <a:gd name="T78" fmla="*/ 18 w 3485"/>
                <a:gd name="T79" fmla="*/ 11 h 3490"/>
                <a:gd name="T80" fmla="*/ 26 w 3485"/>
                <a:gd name="T81" fmla="*/ 7 h 3490"/>
                <a:gd name="T82" fmla="*/ 27 w 3485"/>
                <a:gd name="T83" fmla="*/ 8 h 3490"/>
                <a:gd name="T84" fmla="*/ 27 w 3485"/>
                <a:gd name="T85" fmla="*/ 11 h 3490"/>
                <a:gd name="T86" fmla="*/ 26 w 3485"/>
                <a:gd name="T87" fmla="*/ 13 h 3490"/>
                <a:gd name="T88" fmla="*/ 25 w 3485"/>
                <a:gd name="T89" fmla="*/ 13 h 3490"/>
                <a:gd name="T90" fmla="*/ 24 w 3485"/>
                <a:gd name="T91" fmla="*/ 12 h 3490"/>
                <a:gd name="T92" fmla="*/ 24 w 3485"/>
                <a:gd name="T93" fmla="*/ 9 h 3490"/>
                <a:gd name="T94" fmla="*/ 24 w 3485"/>
                <a:gd name="T95" fmla="*/ 7 h 3490"/>
                <a:gd name="T96" fmla="*/ 26 w 3485"/>
                <a:gd name="T97" fmla="*/ 17 h 3490"/>
                <a:gd name="T98" fmla="*/ 27 w 3485"/>
                <a:gd name="T99" fmla="*/ 18 h 3490"/>
                <a:gd name="T100" fmla="*/ 28 w 3485"/>
                <a:gd name="T101" fmla="*/ 21 h 3490"/>
                <a:gd name="T102" fmla="*/ 27 w 3485"/>
                <a:gd name="T103" fmla="*/ 23 h 3490"/>
                <a:gd name="T104" fmla="*/ 26 w 3485"/>
                <a:gd name="T105" fmla="*/ 24 h 3490"/>
                <a:gd name="T106" fmla="*/ 24 w 3485"/>
                <a:gd name="T107" fmla="*/ 23 h 3490"/>
                <a:gd name="T108" fmla="*/ 24 w 3485"/>
                <a:gd name="T109" fmla="*/ 20 h 3490"/>
                <a:gd name="T110" fmla="*/ 25 w 3485"/>
                <a:gd name="T111" fmla="*/ 18 h 3490"/>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w 3485"/>
                <a:gd name="T169" fmla="*/ 0 h 3490"/>
                <a:gd name="T170" fmla="*/ 3485 w 3485"/>
                <a:gd name="T171" fmla="*/ 3490 h 3490"/>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T168" t="T169" r="T170" b="T171"/>
              <a:pathLst>
                <a:path w="3485" h="3490">
                  <a:moveTo>
                    <a:pt x="1754" y="0"/>
                  </a:moveTo>
                  <a:lnTo>
                    <a:pt x="1797" y="2"/>
                  </a:lnTo>
                  <a:lnTo>
                    <a:pt x="1840" y="5"/>
                  </a:lnTo>
                  <a:lnTo>
                    <a:pt x="1881" y="12"/>
                  </a:lnTo>
                  <a:lnTo>
                    <a:pt x="1921" y="20"/>
                  </a:lnTo>
                  <a:lnTo>
                    <a:pt x="1959" y="31"/>
                  </a:lnTo>
                  <a:lnTo>
                    <a:pt x="1994" y="44"/>
                  </a:lnTo>
                  <a:lnTo>
                    <a:pt x="2028" y="59"/>
                  </a:lnTo>
                  <a:lnTo>
                    <a:pt x="2058" y="74"/>
                  </a:lnTo>
                  <a:lnTo>
                    <a:pt x="2086" y="93"/>
                  </a:lnTo>
                  <a:lnTo>
                    <a:pt x="2111" y="113"/>
                  </a:lnTo>
                  <a:lnTo>
                    <a:pt x="2132" y="133"/>
                  </a:lnTo>
                  <a:lnTo>
                    <a:pt x="2151" y="155"/>
                  </a:lnTo>
                  <a:lnTo>
                    <a:pt x="2165" y="179"/>
                  </a:lnTo>
                  <a:lnTo>
                    <a:pt x="2175" y="203"/>
                  </a:lnTo>
                  <a:lnTo>
                    <a:pt x="2182" y="229"/>
                  </a:lnTo>
                  <a:lnTo>
                    <a:pt x="2185" y="255"/>
                  </a:lnTo>
                  <a:lnTo>
                    <a:pt x="2182" y="281"/>
                  </a:lnTo>
                  <a:lnTo>
                    <a:pt x="2175" y="305"/>
                  </a:lnTo>
                  <a:lnTo>
                    <a:pt x="2165" y="330"/>
                  </a:lnTo>
                  <a:lnTo>
                    <a:pt x="2151" y="353"/>
                  </a:lnTo>
                  <a:lnTo>
                    <a:pt x="2132" y="376"/>
                  </a:lnTo>
                  <a:lnTo>
                    <a:pt x="2111" y="397"/>
                  </a:lnTo>
                  <a:lnTo>
                    <a:pt x="2086" y="417"/>
                  </a:lnTo>
                  <a:lnTo>
                    <a:pt x="2058" y="434"/>
                  </a:lnTo>
                  <a:lnTo>
                    <a:pt x="2028" y="451"/>
                  </a:lnTo>
                  <a:lnTo>
                    <a:pt x="1994" y="466"/>
                  </a:lnTo>
                  <a:lnTo>
                    <a:pt x="1959" y="479"/>
                  </a:lnTo>
                  <a:lnTo>
                    <a:pt x="1921" y="489"/>
                  </a:lnTo>
                  <a:lnTo>
                    <a:pt x="1881" y="498"/>
                  </a:lnTo>
                  <a:lnTo>
                    <a:pt x="1840" y="505"/>
                  </a:lnTo>
                  <a:lnTo>
                    <a:pt x="1797" y="508"/>
                  </a:lnTo>
                  <a:lnTo>
                    <a:pt x="1754" y="509"/>
                  </a:lnTo>
                  <a:lnTo>
                    <a:pt x="1710" y="508"/>
                  </a:lnTo>
                  <a:lnTo>
                    <a:pt x="1667" y="505"/>
                  </a:lnTo>
                  <a:lnTo>
                    <a:pt x="1626" y="498"/>
                  </a:lnTo>
                  <a:lnTo>
                    <a:pt x="1586" y="489"/>
                  </a:lnTo>
                  <a:lnTo>
                    <a:pt x="1548" y="479"/>
                  </a:lnTo>
                  <a:lnTo>
                    <a:pt x="1512" y="466"/>
                  </a:lnTo>
                  <a:lnTo>
                    <a:pt x="1479" y="451"/>
                  </a:lnTo>
                  <a:lnTo>
                    <a:pt x="1449" y="434"/>
                  </a:lnTo>
                  <a:lnTo>
                    <a:pt x="1421" y="417"/>
                  </a:lnTo>
                  <a:lnTo>
                    <a:pt x="1395" y="397"/>
                  </a:lnTo>
                  <a:lnTo>
                    <a:pt x="1374" y="376"/>
                  </a:lnTo>
                  <a:lnTo>
                    <a:pt x="1355" y="353"/>
                  </a:lnTo>
                  <a:lnTo>
                    <a:pt x="1341" y="330"/>
                  </a:lnTo>
                  <a:lnTo>
                    <a:pt x="1331" y="305"/>
                  </a:lnTo>
                  <a:lnTo>
                    <a:pt x="1324" y="281"/>
                  </a:lnTo>
                  <a:lnTo>
                    <a:pt x="1321" y="255"/>
                  </a:lnTo>
                  <a:lnTo>
                    <a:pt x="1324" y="229"/>
                  </a:lnTo>
                  <a:lnTo>
                    <a:pt x="1331" y="203"/>
                  </a:lnTo>
                  <a:lnTo>
                    <a:pt x="1341" y="179"/>
                  </a:lnTo>
                  <a:lnTo>
                    <a:pt x="1355" y="155"/>
                  </a:lnTo>
                  <a:lnTo>
                    <a:pt x="1374" y="133"/>
                  </a:lnTo>
                  <a:lnTo>
                    <a:pt x="1395" y="113"/>
                  </a:lnTo>
                  <a:lnTo>
                    <a:pt x="1421" y="93"/>
                  </a:lnTo>
                  <a:lnTo>
                    <a:pt x="1449" y="74"/>
                  </a:lnTo>
                  <a:lnTo>
                    <a:pt x="1479" y="59"/>
                  </a:lnTo>
                  <a:lnTo>
                    <a:pt x="1512" y="44"/>
                  </a:lnTo>
                  <a:lnTo>
                    <a:pt x="1548" y="31"/>
                  </a:lnTo>
                  <a:lnTo>
                    <a:pt x="1586" y="20"/>
                  </a:lnTo>
                  <a:lnTo>
                    <a:pt x="1626" y="12"/>
                  </a:lnTo>
                  <a:lnTo>
                    <a:pt x="1667" y="5"/>
                  </a:lnTo>
                  <a:lnTo>
                    <a:pt x="1710" y="2"/>
                  </a:lnTo>
                  <a:lnTo>
                    <a:pt x="1754" y="0"/>
                  </a:lnTo>
                  <a:close/>
                  <a:moveTo>
                    <a:pt x="239" y="786"/>
                  </a:moveTo>
                  <a:lnTo>
                    <a:pt x="263" y="788"/>
                  </a:lnTo>
                  <a:lnTo>
                    <a:pt x="287" y="794"/>
                  </a:lnTo>
                  <a:lnTo>
                    <a:pt x="309" y="805"/>
                  </a:lnTo>
                  <a:lnTo>
                    <a:pt x="331" y="819"/>
                  </a:lnTo>
                  <a:lnTo>
                    <a:pt x="352" y="836"/>
                  </a:lnTo>
                  <a:lnTo>
                    <a:pt x="372" y="857"/>
                  </a:lnTo>
                  <a:lnTo>
                    <a:pt x="390" y="882"/>
                  </a:lnTo>
                  <a:lnTo>
                    <a:pt x="407" y="909"/>
                  </a:lnTo>
                  <a:lnTo>
                    <a:pt x="423" y="940"/>
                  </a:lnTo>
                  <a:lnTo>
                    <a:pt x="437" y="971"/>
                  </a:lnTo>
                  <a:lnTo>
                    <a:pt x="448" y="1006"/>
                  </a:lnTo>
                  <a:lnTo>
                    <a:pt x="459" y="1043"/>
                  </a:lnTo>
                  <a:lnTo>
                    <a:pt x="467" y="1081"/>
                  </a:lnTo>
                  <a:lnTo>
                    <a:pt x="473" y="1121"/>
                  </a:lnTo>
                  <a:lnTo>
                    <a:pt x="476" y="1163"/>
                  </a:lnTo>
                  <a:lnTo>
                    <a:pt x="478" y="1206"/>
                  </a:lnTo>
                  <a:lnTo>
                    <a:pt x="476" y="1248"/>
                  </a:lnTo>
                  <a:lnTo>
                    <a:pt x="473" y="1290"/>
                  </a:lnTo>
                  <a:lnTo>
                    <a:pt x="467" y="1330"/>
                  </a:lnTo>
                  <a:lnTo>
                    <a:pt x="459" y="1367"/>
                  </a:lnTo>
                  <a:lnTo>
                    <a:pt x="448" y="1405"/>
                  </a:lnTo>
                  <a:lnTo>
                    <a:pt x="437" y="1439"/>
                  </a:lnTo>
                  <a:lnTo>
                    <a:pt x="423" y="1472"/>
                  </a:lnTo>
                  <a:lnTo>
                    <a:pt x="407" y="1501"/>
                  </a:lnTo>
                  <a:lnTo>
                    <a:pt x="390" y="1528"/>
                  </a:lnTo>
                  <a:lnTo>
                    <a:pt x="372" y="1553"/>
                  </a:lnTo>
                  <a:lnTo>
                    <a:pt x="352" y="1574"/>
                  </a:lnTo>
                  <a:lnTo>
                    <a:pt x="331" y="1591"/>
                  </a:lnTo>
                  <a:lnTo>
                    <a:pt x="309" y="1605"/>
                  </a:lnTo>
                  <a:lnTo>
                    <a:pt x="287" y="1616"/>
                  </a:lnTo>
                  <a:lnTo>
                    <a:pt x="263" y="1622"/>
                  </a:lnTo>
                  <a:lnTo>
                    <a:pt x="239" y="1624"/>
                  </a:lnTo>
                  <a:lnTo>
                    <a:pt x="214" y="1622"/>
                  </a:lnTo>
                  <a:lnTo>
                    <a:pt x="191" y="1616"/>
                  </a:lnTo>
                  <a:lnTo>
                    <a:pt x="168" y="1605"/>
                  </a:lnTo>
                  <a:lnTo>
                    <a:pt x="146" y="1591"/>
                  </a:lnTo>
                  <a:lnTo>
                    <a:pt x="125" y="1574"/>
                  </a:lnTo>
                  <a:lnTo>
                    <a:pt x="105" y="1553"/>
                  </a:lnTo>
                  <a:lnTo>
                    <a:pt x="87" y="1528"/>
                  </a:lnTo>
                  <a:lnTo>
                    <a:pt x="70" y="1501"/>
                  </a:lnTo>
                  <a:lnTo>
                    <a:pt x="55" y="1472"/>
                  </a:lnTo>
                  <a:lnTo>
                    <a:pt x="41" y="1439"/>
                  </a:lnTo>
                  <a:lnTo>
                    <a:pt x="29" y="1405"/>
                  </a:lnTo>
                  <a:lnTo>
                    <a:pt x="18" y="1367"/>
                  </a:lnTo>
                  <a:lnTo>
                    <a:pt x="10" y="1330"/>
                  </a:lnTo>
                  <a:lnTo>
                    <a:pt x="4" y="1290"/>
                  </a:lnTo>
                  <a:lnTo>
                    <a:pt x="1" y="1248"/>
                  </a:lnTo>
                  <a:lnTo>
                    <a:pt x="0" y="1206"/>
                  </a:lnTo>
                  <a:lnTo>
                    <a:pt x="1" y="1163"/>
                  </a:lnTo>
                  <a:lnTo>
                    <a:pt x="4" y="1121"/>
                  </a:lnTo>
                  <a:lnTo>
                    <a:pt x="10" y="1081"/>
                  </a:lnTo>
                  <a:lnTo>
                    <a:pt x="18" y="1043"/>
                  </a:lnTo>
                  <a:lnTo>
                    <a:pt x="29" y="1006"/>
                  </a:lnTo>
                  <a:lnTo>
                    <a:pt x="41" y="971"/>
                  </a:lnTo>
                  <a:lnTo>
                    <a:pt x="55" y="940"/>
                  </a:lnTo>
                  <a:lnTo>
                    <a:pt x="70" y="909"/>
                  </a:lnTo>
                  <a:lnTo>
                    <a:pt x="87" y="882"/>
                  </a:lnTo>
                  <a:lnTo>
                    <a:pt x="105" y="857"/>
                  </a:lnTo>
                  <a:lnTo>
                    <a:pt x="125" y="836"/>
                  </a:lnTo>
                  <a:lnTo>
                    <a:pt x="146" y="819"/>
                  </a:lnTo>
                  <a:lnTo>
                    <a:pt x="168" y="805"/>
                  </a:lnTo>
                  <a:lnTo>
                    <a:pt x="191" y="794"/>
                  </a:lnTo>
                  <a:lnTo>
                    <a:pt x="214" y="788"/>
                  </a:lnTo>
                  <a:lnTo>
                    <a:pt x="239" y="786"/>
                  </a:lnTo>
                  <a:close/>
                  <a:moveTo>
                    <a:pt x="1119" y="2495"/>
                  </a:moveTo>
                  <a:lnTo>
                    <a:pt x="1143" y="2498"/>
                  </a:lnTo>
                  <a:lnTo>
                    <a:pt x="1167" y="2504"/>
                  </a:lnTo>
                  <a:lnTo>
                    <a:pt x="1190" y="2514"/>
                  </a:lnTo>
                  <a:lnTo>
                    <a:pt x="1211" y="2528"/>
                  </a:lnTo>
                  <a:lnTo>
                    <a:pt x="1232" y="2546"/>
                  </a:lnTo>
                  <a:lnTo>
                    <a:pt x="1252" y="2567"/>
                  </a:lnTo>
                  <a:lnTo>
                    <a:pt x="1271" y="2592"/>
                  </a:lnTo>
                  <a:lnTo>
                    <a:pt x="1288" y="2618"/>
                  </a:lnTo>
                  <a:lnTo>
                    <a:pt x="1304" y="2648"/>
                  </a:lnTo>
                  <a:lnTo>
                    <a:pt x="1318" y="2681"/>
                  </a:lnTo>
                  <a:lnTo>
                    <a:pt x="1329" y="2715"/>
                  </a:lnTo>
                  <a:lnTo>
                    <a:pt x="1340" y="2752"/>
                  </a:lnTo>
                  <a:lnTo>
                    <a:pt x="1348" y="2790"/>
                  </a:lnTo>
                  <a:lnTo>
                    <a:pt x="1354" y="2830"/>
                  </a:lnTo>
                  <a:lnTo>
                    <a:pt x="1358" y="2872"/>
                  </a:lnTo>
                  <a:lnTo>
                    <a:pt x="1359" y="2914"/>
                  </a:lnTo>
                  <a:lnTo>
                    <a:pt x="1358" y="2956"/>
                  </a:lnTo>
                  <a:lnTo>
                    <a:pt x="1354" y="2998"/>
                  </a:lnTo>
                  <a:lnTo>
                    <a:pt x="1348" y="3038"/>
                  </a:lnTo>
                  <a:lnTo>
                    <a:pt x="1340" y="3077"/>
                  </a:lnTo>
                  <a:lnTo>
                    <a:pt x="1329" y="3113"/>
                  </a:lnTo>
                  <a:lnTo>
                    <a:pt x="1318" y="3147"/>
                  </a:lnTo>
                  <a:lnTo>
                    <a:pt x="1304" y="3180"/>
                  </a:lnTo>
                  <a:lnTo>
                    <a:pt x="1288" y="3209"/>
                  </a:lnTo>
                  <a:lnTo>
                    <a:pt x="1271" y="3238"/>
                  </a:lnTo>
                  <a:lnTo>
                    <a:pt x="1252" y="3261"/>
                  </a:lnTo>
                  <a:lnTo>
                    <a:pt x="1232" y="3282"/>
                  </a:lnTo>
                  <a:lnTo>
                    <a:pt x="1211" y="3301"/>
                  </a:lnTo>
                  <a:lnTo>
                    <a:pt x="1190" y="3315"/>
                  </a:lnTo>
                  <a:lnTo>
                    <a:pt x="1167" y="3325"/>
                  </a:lnTo>
                  <a:lnTo>
                    <a:pt x="1143" y="3331"/>
                  </a:lnTo>
                  <a:lnTo>
                    <a:pt x="1119" y="3334"/>
                  </a:lnTo>
                  <a:lnTo>
                    <a:pt x="1094" y="3331"/>
                  </a:lnTo>
                  <a:lnTo>
                    <a:pt x="1070" y="3325"/>
                  </a:lnTo>
                  <a:lnTo>
                    <a:pt x="1048" y="3315"/>
                  </a:lnTo>
                  <a:lnTo>
                    <a:pt x="1026" y="3301"/>
                  </a:lnTo>
                  <a:lnTo>
                    <a:pt x="1005" y="3282"/>
                  </a:lnTo>
                  <a:lnTo>
                    <a:pt x="985" y="3261"/>
                  </a:lnTo>
                  <a:lnTo>
                    <a:pt x="967" y="3238"/>
                  </a:lnTo>
                  <a:lnTo>
                    <a:pt x="950" y="3209"/>
                  </a:lnTo>
                  <a:lnTo>
                    <a:pt x="935" y="3180"/>
                  </a:lnTo>
                  <a:lnTo>
                    <a:pt x="921" y="3147"/>
                  </a:lnTo>
                  <a:lnTo>
                    <a:pt x="909" y="3113"/>
                  </a:lnTo>
                  <a:lnTo>
                    <a:pt x="898" y="3077"/>
                  </a:lnTo>
                  <a:lnTo>
                    <a:pt x="890" y="3038"/>
                  </a:lnTo>
                  <a:lnTo>
                    <a:pt x="884" y="2998"/>
                  </a:lnTo>
                  <a:lnTo>
                    <a:pt x="881" y="2956"/>
                  </a:lnTo>
                  <a:lnTo>
                    <a:pt x="880" y="2914"/>
                  </a:lnTo>
                  <a:lnTo>
                    <a:pt x="881" y="2872"/>
                  </a:lnTo>
                  <a:lnTo>
                    <a:pt x="884" y="2830"/>
                  </a:lnTo>
                  <a:lnTo>
                    <a:pt x="890" y="2790"/>
                  </a:lnTo>
                  <a:lnTo>
                    <a:pt x="898" y="2752"/>
                  </a:lnTo>
                  <a:lnTo>
                    <a:pt x="909" y="2715"/>
                  </a:lnTo>
                  <a:lnTo>
                    <a:pt x="921" y="2681"/>
                  </a:lnTo>
                  <a:lnTo>
                    <a:pt x="935" y="2648"/>
                  </a:lnTo>
                  <a:lnTo>
                    <a:pt x="950" y="2618"/>
                  </a:lnTo>
                  <a:lnTo>
                    <a:pt x="967" y="2592"/>
                  </a:lnTo>
                  <a:lnTo>
                    <a:pt x="985" y="2567"/>
                  </a:lnTo>
                  <a:lnTo>
                    <a:pt x="1005" y="2546"/>
                  </a:lnTo>
                  <a:lnTo>
                    <a:pt x="1026" y="2528"/>
                  </a:lnTo>
                  <a:lnTo>
                    <a:pt x="1048" y="2514"/>
                  </a:lnTo>
                  <a:lnTo>
                    <a:pt x="1070" y="2504"/>
                  </a:lnTo>
                  <a:lnTo>
                    <a:pt x="1094" y="2498"/>
                  </a:lnTo>
                  <a:lnTo>
                    <a:pt x="1119" y="2495"/>
                  </a:lnTo>
                  <a:close/>
                  <a:moveTo>
                    <a:pt x="2380" y="2651"/>
                  </a:moveTo>
                  <a:lnTo>
                    <a:pt x="2405" y="2654"/>
                  </a:lnTo>
                  <a:lnTo>
                    <a:pt x="2428" y="2660"/>
                  </a:lnTo>
                  <a:lnTo>
                    <a:pt x="2452" y="2670"/>
                  </a:lnTo>
                  <a:lnTo>
                    <a:pt x="2473" y="2684"/>
                  </a:lnTo>
                  <a:lnTo>
                    <a:pt x="2494" y="2703"/>
                  </a:lnTo>
                  <a:lnTo>
                    <a:pt x="2514" y="2724"/>
                  </a:lnTo>
                  <a:lnTo>
                    <a:pt x="2533" y="2747"/>
                  </a:lnTo>
                  <a:lnTo>
                    <a:pt x="2550" y="2774"/>
                  </a:lnTo>
                  <a:lnTo>
                    <a:pt x="2565" y="2805"/>
                  </a:lnTo>
                  <a:lnTo>
                    <a:pt x="2580" y="2838"/>
                  </a:lnTo>
                  <a:lnTo>
                    <a:pt x="2591" y="2872"/>
                  </a:lnTo>
                  <a:lnTo>
                    <a:pt x="2602" y="2908"/>
                  </a:lnTo>
                  <a:lnTo>
                    <a:pt x="2610" y="2947"/>
                  </a:lnTo>
                  <a:lnTo>
                    <a:pt x="2616" y="2987"/>
                  </a:lnTo>
                  <a:lnTo>
                    <a:pt x="2619" y="3029"/>
                  </a:lnTo>
                  <a:lnTo>
                    <a:pt x="2621" y="3071"/>
                  </a:lnTo>
                  <a:lnTo>
                    <a:pt x="2619" y="3113"/>
                  </a:lnTo>
                  <a:lnTo>
                    <a:pt x="2616" y="3155"/>
                  </a:lnTo>
                  <a:lnTo>
                    <a:pt x="2610" y="3195"/>
                  </a:lnTo>
                  <a:lnTo>
                    <a:pt x="2602" y="3233"/>
                  </a:lnTo>
                  <a:lnTo>
                    <a:pt x="2591" y="3270"/>
                  </a:lnTo>
                  <a:lnTo>
                    <a:pt x="2580" y="3304"/>
                  </a:lnTo>
                  <a:lnTo>
                    <a:pt x="2565" y="3337"/>
                  </a:lnTo>
                  <a:lnTo>
                    <a:pt x="2550" y="3367"/>
                  </a:lnTo>
                  <a:lnTo>
                    <a:pt x="2533" y="3393"/>
                  </a:lnTo>
                  <a:lnTo>
                    <a:pt x="2514" y="3418"/>
                  </a:lnTo>
                  <a:lnTo>
                    <a:pt x="2494" y="3439"/>
                  </a:lnTo>
                  <a:lnTo>
                    <a:pt x="2473" y="3457"/>
                  </a:lnTo>
                  <a:lnTo>
                    <a:pt x="2452" y="3471"/>
                  </a:lnTo>
                  <a:lnTo>
                    <a:pt x="2428" y="3481"/>
                  </a:lnTo>
                  <a:lnTo>
                    <a:pt x="2405" y="3487"/>
                  </a:lnTo>
                  <a:lnTo>
                    <a:pt x="2380" y="3490"/>
                  </a:lnTo>
                  <a:lnTo>
                    <a:pt x="2356" y="3487"/>
                  </a:lnTo>
                  <a:lnTo>
                    <a:pt x="2332" y="3481"/>
                  </a:lnTo>
                  <a:lnTo>
                    <a:pt x="2310" y="3471"/>
                  </a:lnTo>
                  <a:lnTo>
                    <a:pt x="2288" y="3457"/>
                  </a:lnTo>
                  <a:lnTo>
                    <a:pt x="2267" y="3439"/>
                  </a:lnTo>
                  <a:lnTo>
                    <a:pt x="2248" y="3418"/>
                  </a:lnTo>
                  <a:lnTo>
                    <a:pt x="2229" y="3393"/>
                  </a:lnTo>
                  <a:lnTo>
                    <a:pt x="2212" y="3367"/>
                  </a:lnTo>
                  <a:lnTo>
                    <a:pt x="2196" y="3337"/>
                  </a:lnTo>
                  <a:lnTo>
                    <a:pt x="2182" y="3304"/>
                  </a:lnTo>
                  <a:lnTo>
                    <a:pt x="2171" y="3270"/>
                  </a:lnTo>
                  <a:lnTo>
                    <a:pt x="2160" y="3233"/>
                  </a:lnTo>
                  <a:lnTo>
                    <a:pt x="2152" y="3195"/>
                  </a:lnTo>
                  <a:lnTo>
                    <a:pt x="2146" y="3155"/>
                  </a:lnTo>
                  <a:lnTo>
                    <a:pt x="2142" y="3113"/>
                  </a:lnTo>
                  <a:lnTo>
                    <a:pt x="2141" y="3071"/>
                  </a:lnTo>
                  <a:lnTo>
                    <a:pt x="2142" y="3029"/>
                  </a:lnTo>
                  <a:lnTo>
                    <a:pt x="2146" y="2987"/>
                  </a:lnTo>
                  <a:lnTo>
                    <a:pt x="2152" y="2947"/>
                  </a:lnTo>
                  <a:lnTo>
                    <a:pt x="2160" y="2908"/>
                  </a:lnTo>
                  <a:lnTo>
                    <a:pt x="2171" y="2872"/>
                  </a:lnTo>
                  <a:lnTo>
                    <a:pt x="2182" y="2838"/>
                  </a:lnTo>
                  <a:lnTo>
                    <a:pt x="2196" y="2805"/>
                  </a:lnTo>
                  <a:lnTo>
                    <a:pt x="2212" y="2774"/>
                  </a:lnTo>
                  <a:lnTo>
                    <a:pt x="2229" y="2747"/>
                  </a:lnTo>
                  <a:lnTo>
                    <a:pt x="2248" y="2724"/>
                  </a:lnTo>
                  <a:lnTo>
                    <a:pt x="2267" y="2703"/>
                  </a:lnTo>
                  <a:lnTo>
                    <a:pt x="2288" y="2684"/>
                  </a:lnTo>
                  <a:lnTo>
                    <a:pt x="2310" y="2670"/>
                  </a:lnTo>
                  <a:lnTo>
                    <a:pt x="2332" y="2660"/>
                  </a:lnTo>
                  <a:lnTo>
                    <a:pt x="2356" y="2654"/>
                  </a:lnTo>
                  <a:lnTo>
                    <a:pt x="2380" y="2651"/>
                  </a:lnTo>
                  <a:close/>
                  <a:moveTo>
                    <a:pt x="2342" y="1355"/>
                  </a:moveTo>
                  <a:lnTo>
                    <a:pt x="2366" y="1357"/>
                  </a:lnTo>
                  <a:lnTo>
                    <a:pt x="2390" y="1363"/>
                  </a:lnTo>
                  <a:lnTo>
                    <a:pt x="2412" y="1373"/>
                  </a:lnTo>
                  <a:lnTo>
                    <a:pt x="2434" y="1387"/>
                  </a:lnTo>
                  <a:lnTo>
                    <a:pt x="2455" y="1405"/>
                  </a:lnTo>
                  <a:lnTo>
                    <a:pt x="2475" y="1426"/>
                  </a:lnTo>
                  <a:lnTo>
                    <a:pt x="2493" y="1451"/>
                  </a:lnTo>
                  <a:lnTo>
                    <a:pt x="2510" y="1478"/>
                  </a:lnTo>
                  <a:lnTo>
                    <a:pt x="2526" y="1507"/>
                  </a:lnTo>
                  <a:lnTo>
                    <a:pt x="2540" y="1540"/>
                  </a:lnTo>
                  <a:lnTo>
                    <a:pt x="2551" y="1574"/>
                  </a:lnTo>
                  <a:lnTo>
                    <a:pt x="2562" y="1611"/>
                  </a:lnTo>
                  <a:lnTo>
                    <a:pt x="2570" y="1649"/>
                  </a:lnTo>
                  <a:lnTo>
                    <a:pt x="2576" y="1689"/>
                  </a:lnTo>
                  <a:lnTo>
                    <a:pt x="2580" y="1731"/>
                  </a:lnTo>
                  <a:lnTo>
                    <a:pt x="2581" y="1773"/>
                  </a:lnTo>
                  <a:lnTo>
                    <a:pt x="2580" y="1815"/>
                  </a:lnTo>
                  <a:lnTo>
                    <a:pt x="2576" y="1858"/>
                  </a:lnTo>
                  <a:lnTo>
                    <a:pt x="2570" y="1897"/>
                  </a:lnTo>
                  <a:lnTo>
                    <a:pt x="2562" y="1936"/>
                  </a:lnTo>
                  <a:lnTo>
                    <a:pt x="2551" y="1972"/>
                  </a:lnTo>
                  <a:lnTo>
                    <a:pt x="2540" y="2008"/>
                  </a:lnTo>
                  <a:lnTo>
                    <a:pt x="2526" y="2039"/>
                  </a:lnTo>
                  <a:lnTo>
                    <a:pt x="2510" y="2070"/>
                  </a:lnTo>
                  <a:lnTo>
                    <a:pt x="2493" y="2097"/>
                  </a:lnTo>
                  <a:lnTo>
                    <a:pt x="2475" y="2121"/>
                  </a:lnTo>
                  <a:lnTo>
                    <a:pt x="2455" y="2142"/>
                  </a:lnTo>
                  <a:lnTo>
                    <a:pt x="2434" y="2160"/>
                  </a:lnTo>
                  <a:lnTo>
                    <a:pt x="2412" y="2174"/>
                  </a:lnTo>
                  <a:lnTo>
                    <a:pt x="2390" y="2185"/>
                  </a:lnTo>
                  <a:lnTo>
                    <a:pt x="2366" y="2191"/>
                  </a:lnTo>
                  <a:lnTo>
                    <a:pt x="2342" y="2193"/>
                  </a:lnTo>
                  <a:lnTo>
                    <a:pt x="2317" y="2191"/>
                  </a:lnTo>
                  <a:lnTo>
                    <a:pt x="2294" y="2185"/>
                  </a:lnTo>
                  <a:lnTo>
                    <a:pt x="2270" y="2174"/>
                  </a:lnTo>
                  <a:lnTo>
                    <a:pt x="2249" y="2160"/>
                  </a:lnTo>
                  <a:lnTo>
                    <a:pt x="2228" y="2142"/>
                  </a:lnTo>
                  <a:lnTo>
                    <a:pt x="2208" y="2121"/>
                  </a:lnTo>
                  <a:lnTo>
                    <a:pt x="2189" y="2097"/>
                  </a:lnTo>
                  <a:lnTo>
                    <a:pt x="2173" y="2070"/>
                  </a:lnTo>
                  <a:lnTo>
                    <a:pt x="2157" y="2039"/>
                  </a:lnTo>
                  <a:lnTo>
                    <a:pt x="2142" y="2008"/>
                  </a:lnTo>
                  <a:lnTo>
                    <a:pt x="2131" y="1972"/>
                  </a:lnTo>
                  <a:lnTo>
                    <a:pt x="2120" y="1936"/>
                  </a:lnTo>
                  <a:lnTo>
                    <a:pt x="2112" y="1897"/>
                  </a:lnTo>
                  <a:lnTo>
                    <a:pt x="2106" y="1858"/>
                  </a:lnTo>
                  <a:lnTo>
                    <a:pt x="2103" y="1815"/>
                  </a:lnTo>
                  <a:lnTo>
                    <a:pt x="2101" y="1773"/>
                  </a:lnTo>
                  <a:lnTo>
                    <a:pt x="2103" y="1731"/>
                  </a:lnTo>
                  <a:lnTo>
                    <a:pt x="2106" y="1689"/>
                  </a:lnTo>
                  <a:lnTo>
                    <a:pt x="2112" y="1649"/>
                  </a:lnTo>
                  <a:lnTo>
                    <a:pt x="2120" y="1611"/>
                  </a:lnTo>
                  <a:lnTo>
                    <a:pt x="2131" y="1574"/>
                  </a:lnTo>
                  <a:lnTo>
                    <a:pt x="2142" y="1540"/>
                  </a:lnTo>
                  <a:lnTo>
                    <a:pt x="2157" y="1507"/>
                  </a:lnTo>
                  <a:lnTo>
                    <a:pt x="2173" y="1478"/>
                  </a:lnTo>
                  <a:lnTo>
                    <a:pt x="2189" y="1451"/>
                  </a:lnTo>
                  <a:lnTo>
                    <a:pt x="2208" y="1426"/>
                  </a:lnTo>
                  <a:lnTo>
                    <a:pt x="2228" y="1405"/>
                  </a:lnTo>
                  <a:lnTo>
                    <a:pt x="2249" y="1387"/>
                  </a:lnTo>
                  <a:lnTo>
                    <a:pt x="2270" y="1373"/>
                  </a:lnTo>
                  <a:lnTo>
                    <a:pt x="2294" y="1363"/>
                  </a:lnTo>
                  <a:lnTo>
                    <a:pt x="2317" y="1357"/>
                  </a:lnTo>
                  <a:lnTo>
                    <a:pt x="2342" y="1355"/>
                  </a:lnTo>
                  <a:close/>
                  <a:moveTo>
                    <a:pt x="3179" y="819"/>
                  </a:moveTo>
                  <a:lnTo>
                    <a:pt x="3204" y="821"/>
                  </a:lnTo>
                  <a:lnTo>
                    <a:pt x="3227" y="827"/>
                  </a:lnTo>
                  <a:lnTo>
                    <a:pt x="3250" y="838"/>
                  </a:lnTo>
                  <a:lnTo>
                    <a:pt x="3272" y="852"/>
                  </a:lnTo>
                  <a:lnTo>
                    <a:pt x="3293" y="869"/>
                  </a:lnTo>
                  <a:lnTo>
                    <a:pt x="3312" y="890"/>
                  </a:lnTo>
                  <a:lnTo>
                    <a:pt x="3331" y="915"/>
                  </a:lnTo>
                  <a:lnTo>
                    <a:pt x="3348" y="942"/>
                  </a:lnTo>
                  <a:lnTo>
                    <a:pt x="3363" y="971"/>
                  </a:lnTo>
                  <a:lnTo>
                    <a:pt x="3377" y="1004"/>
                  </a:lnTo>
                  <a:lnTo>
                    <a:pt x="3389" y="1038"/>
                  </a:lnTo>
                  <a:lnTo>
                    <a:pt x="3400" y="1076"/>
                  </a:lnTo>
                  <a:lnTo>
                    <a:pt x="3408" y="1113"/>
                  </a:lnTo>
                  <a:lnTo>
                    <a:pt x="3414" y="1153"/>
                  </a:lnTo>
                  <a:lnTo>
                    <a:pt x="3417" y="1195"/>
                  </a:lnTo>
                  <a:lnTo>
                    <a:pt x="3418" y="1237"/>
                  </a:lnTo>
                  <a:lnTo>
                    <a:pt x="3417" y="1280"/>
                  </a:lnTo>
                  <a:lnTo>
                    <a:pt x="3414" y="1322"/>
                  </a:lnTo>
                  <a:lnTo>
                    <a:pt x="3408" y="1362"/>
                  </a:lnTo>
                  <a:lnTo>
                    <a:pt x="3400" y="1399"/>
                  </a:lnTo>
                  <a:lnTo>
                    <a:pt x="3389" y="1437"/>
                  </a:lnTo>
                  <a:lnTo>
                    <a:pt x="3377" y="1471"/>
                  </a:lnTo>
                  <a:lnTo>
                    <a:pt x="3363" y="1503"/>
                  </a:lnTo>
                  <a:lnTo>
                    <a:pt x="3348" y="1533"/>
                  </a:lnTo>
                  <a:lnTo>
                    <a:pt x="3331" y="1560"/>
                  </a:lnTo>
                  <a:lnTo>
                    <a:pt x="3312" y="1584"/>
                  </a:lnTo>
                  <a:lnTo>
                    <a:pt x="3293" y="1605"/>
                  </a:lnTo>
                  <a:lnTo>
                    <a:pt x="3272" y="1623"/>
                  </a:lnTo>
                  <a:lnTo>
                    <a:pt x="3250" y="1637"/>
                  </a:lnTo>
                  <a:lnTo>
                    <a:pt x="3227" y="1648"/>
                  </a:lnTo>
                  <a:lnTo>
                    <a:pt x="3204" y="1654"/>
                  </a:lnTo>
                  <a:lnTo>
                    <a:pt x="3179" y="1656"/>
                  </a:lnTo>
                  <a:lnTo>
                    <a:pt x="3155" y="1654"/>
                  </a:lnTo>
                  <a:lnTo>
                    <a:pt x="3131" y="1648"/>
                  </a:lnTo>
                  <a:lnTo>
                    <a:pt x="3108" y="1637"/>
                  </a:lnTo>
                  <a:lnTo>
                    <a:pt x="3087" y="1623"/>
                  </a:lnTo>
                  <a:lnTo>
                    <a:pt x="3066" y="1605"/>
                  </a:lnTo>
                  <a:lnTo>
                    <a:pt x="3046" y="1584"/>
                  </a:lnTo>
                  <a:lnTo>
                    <a:pt x="3027" y="1560"/>
                  </a:lnTo>
                  <a:lnTo>
                    <a:pt x="3011" y="1533"/>
                  </a:lnTo>
                  <a:lnTo>
                    <a:pt x="2994" y="1503"/>
                  </a:lnTo>
                  <a:lnTo>
                    <a:pt x="2980" y="1471"/>
                  </a:lnTo>
                  <a:lnTo>
                    <a:pt x="2968" y="1437"/>
                  </a:lnTo>
                  <a:lnTo>
                    <a:pt x="2958" y="1399"/>
                  </a:lnTo>
                  <a:lnTo>
                    <a:pt x="2950" y="1362"/>
                  </a:lnTo>
                  <a:lnTo>
                    <a:pt x="2944" y="1322"/>
                  </a:lnTo>
                  <a:lnTo>
                    <a:pt x="2940" y="1280"/>
                  </a:lnTo>
                  <a:lnTo>
                    <a:pt x="2939" y="1237"/>
                  </a:lnTo>
                  <a:lnTo>
                    <a:pt x="2940" y="1195"/>
                  </a:lnTo>
                  <a:lnTo>
                    <a:pt x="2944" y="1153"/>
                  </a:lnTo>
                  <a:lnTo>
                    <a:pt x="2950" y="1113"/>
                  </a:lnTo>
                  <a:lnTo>
                    <a:pt x="2958" y="1076"/>
                  </a:lnTo>
                  <a:lnTo>
                    <a:pt x="2968" y="1038"/>
                  </a:lnTo>
                  <a:lnTo>
                    <a:pt x="2980" y="1004"/>
                  </a:lnTo>
                  <a:lnTo>
                    <a:pt x="2994" y="971"/>
                  </a:lnTo>
                  <a:lnTo>
                    <a:pt x="3011" y="942"/>
                  </a:lnTo>
                  <a:lnTo>
                    <a:pt x="3027" y="915"/>
                  </a:lnTo>
                  <a:lnTo>
                    <a:pt x="3046" y="890"/>
                  </a:lnTo>
                  <a:lnTo>
                    <a:pt x="3066" y="869"/>
                  </a:lnTo>
                  <a:lnTo>
                    <a:pt x="3087" y="852"/>
                  </a:lnTo>
                  <a:lnTo>
                    <a:pt x="3108" y="838"/>
                  </a:lnTo>
                  <a:lnTo>
                    <a:pt x="3131" y="827"/>
                  </a:lnTo>
                  <a:lnTo>
                    <a:pt x="3155" y="821"/>
                  </a:lnTo>
                  <a:lnTo>
                    <a:pt x="3179" y="819"/>
                  </a:lnTo>
                  <a:close/>
                  <a:moveTo>
                    <a:pt x="3246" y="2144"/>
                  </a:moveTo>
                  <a:lnTo>
                    <a:pt x="3271" y="2146"/>
                  </a:lnTo>
                  <a:lnTo>
                    <a:pt x="3294" y="2152"/>
                  </a:lnTo>
                  <a:lnTo>
                    <a:pt x="3316" y="2162"/>
                  </a:lnTo>
                  <a:lnTo>
                    <a:pt x="3339" y="2176"/>
                  </a:lnTo>
                  <a:lnTo>
                    <a:pt x="3360" y="2194"/>
                  </a:lnTo>
                  <a:lnTo>
                    <a:pt x="3380" y="2215"/>
                  </a:lnTo>
                  <a:lnTo>
                    <a:pt x="3397" y="2240"/>
                  </a:lnTo>
                  <a:lnTo>
                    <a:pt x="3415" y="2267"/>
                  </a:lnTo>
                  <a:lnTo>
                    <a:pt x="3430" y="2296"/>
                  </a:lnTo>
                  <a:lnTo>
                    <a:pt x="3444" y="2329"/>
                  </a:lnTo>
                  <a:lnTo>
                    <a:pt x="3456" y="2363"/>
                  </a:lnTo>
                  <a:lnTo>
                    <a:pt x="3466" y="2400"/>
                  </a:lnTo>
                  <a:lnTo>
                    <a:pt x="3475" y="2438"/>
                  </a:lnTo>
                  <a:lnTo>
                    <a:pt x="3480" y="2478"/>
                  </a:lnTo>
                  <a:lnTo>
                    <a:pt x="3484" y="2520"/>
                  </a:lnTo>
                  <a:lnTo>
                    <a:pt x="3485" y="2562"/>
                  </a:lnTo>
                  <a:lnTo>
                    <a:pt x="3484" y="2604"/>
                  </a:lnTo>
                  <a:lnTo>
                    <a:pt x="3480" y="2647"/>
                  </a:lnTo>
                  <a:lnTo>
                    <a:pt x="3475" y="2686"/>
                  </a:lnTo>
                  <a:lnTo>
                    <a:pt x="3466" y="2725"/>
                  </a:lnTo>
                  <a:lnTo>
                    <a:pt x="3456" y="2762"/>
                  </a:lnTo>
                  <a:lnTo>
                    <a:pt x="3444" y="2796"/>
                  </a:lnTo>
                  <a:lnTo>
                    <a:pt x="3430" y="2828"/>
                  </a:lnTo>
                  <a:lnTo>
                    <a:pt x="3415" y="2858"/>
                  </a:lnTo>
                  <a:lnTo>
                    <a:pt x="3397" y="2886"/>
                  </a:lnTo>
                  <a:lnTo>
                    <a:pt x="3380" y="2909"/>
                  </a:lnTo>
                  <a:lnTo>
                    <a:pt x="3360" y="2930"/>
                  </a:lnTo>
                  <a:lnTo>
                    <a:pt x="3339" y="2949"/>
                  </a:lnTo>
                  <a:lnTo>
                    <a:pt x="3316" y="2963"/>
                  </a:lnTo>
                  <a:lnTo>
                    <a:pt x="3294" y="2974"/>
                  </a:lnTo>
                  <a:lnTo>
                    <a:pt x="3271" y="2980"/>
                  </a:lnTo>
                  <a:lnTo>
                    <a:pt x="3246" y="2982"/>
                  </a:lnTo>
                  <a:lnTo>
                    <a:pt x="3222" y="2980"/>
                  </a:lnTo>
                  <a:lnTo>
                    <a:pt x="3198" y="2974"/>
                  </a:lnTo>
                  <a:lnTo>
                    <a:pt x="3176" y="2963"/>
                  </a:lnTo>
                  <a:lnTo>
                    <a:pt x="3154" y="2949"/>
                  </a:lnTo>
                  <a:lnTo>
                    <a:pt x="3133" y="2930"/>
                  </a:lnTo>
                  <a:lnTo>
                    <a:pt x="3113" y="2909"/>
                  </a:lnTo>
                  <a:lnTo>
                    <a:pt x="3095" y="2886"/>
                  </a:lnTo>
                  <a:lnTo>
                    <a:pt x="3077" y="2858"/>
                  </a:lnTo>
                  <a:lnTo>
                    <a:pt x="3062" y="2828"/>
                  </a:lnTo>
                  <a:lnTo>
                    <a:pt x="3048" y="2796"/>
                  </a:lnTo>
                  <a:lnTo>
                    <a:pt x="3036" y="2762"/>
                  </a:lnTo>
                  <a:lnTo>
                    <a:pt x="3026" y="2725"/>
                  </a:lnTo>
                  <a:lnTo>
                    <a:pt x="3018" y="2686"/>
                  </a:lnTo>
                  <a:lnTo>
                    <a:pt x="3012" y="2647"/>
                  </a:lnTo>
                  <a:lnTo>
                    <a:pt x="3008" y="2604"/>
                  </a:lnTo>
                  <a:lnTo>
                    <a:pt x="3007" y="2562"/>
                  </a:lnTo>
                  <a:lnTo>
                    <a:pt x="3008" y="2520"/>
                  </a:lnTo>
                  <a:lnTo>
                    <a:pt x="3012" y="2478"/>
                  </a:lnTo>
                  <a:lnTo>
                    <a:pt x="3018" y="2438"/>
                  </a:lnTo>
                  <a:lnTo>
                    <a:pt x="3026" y="2400"/>
                  </a:lnTo>
                  <a:lnTo>
                    <a:pt x="3036" y="2363"/>
                  </a:lnTo>
                  <a:lnTo>
                    <a:pt x="3048" y="2329"/>
                  </a:lnTo>
                  <a:lnTo>
                    <a:pt x="3062" y="2296"/>
                  </a:lnTo>
                  <a:lnTo>
                    <a:pt x="3077" y="2267"/>
                  </a:lnTo>
                  <a:lnTo>
                    <a:pt x="3095" y="2240"/>
                  </a:lnTo>
                  <a:lnTo>
                    <a:pt x="3113" y="2215"/>
                  </a:lnTo>
                  <a:lnTo>
                    <a:pt x="3133" y="2194"/>
                  </a:lnTo>
                  <a:lnTo>
                    <a:pt x="3154" y="2176"/>
                  </a:lnTo>
                  <a:lnTo>
                    <a:pt x="3176" y="2162"/>
                  </a:lnTo>
                  <a:lnTo>
                    <a:pt x="3198" y="2152"/>
                  </a:lnTo>
                  <a:lnTo>
                    <a:pt x="3222" y="2146"/>
                  </a:lnTo>
                  <a:lnTo>
                    <a:pt x="3246" y="214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9666" name="Freeform 48"/>
            <p:cNvSpPr>
              <a:spLocks/>
            </p:cNvSpPr>
            <p:nvPr/>
          </p:nvSpPr>
          <p:spPr bwMode="auto">
            <a:xfrm>
              <a:off x="1267" y="1588"/>
              <a:ext cx="87" cy="52"/>
            </a:xfrm>
            <a:custGeom>
              <a:avLst/>
              <a:gdLst>
                <a:gd name="T0" fmla="*/ 3 w 437"/>
                <a:gd name="T1" fmla="*/ 2 h 260"/>
                <a:gd name="T2" fmla="*/ 3 w 437"/>
                <a:gd name="T3" fmla="*/ 2 h 260"/>
                <a:gd name="T4" fmla="*/ 3 w 437"/>
                <a:gd name="T5" fmla="*/ 2 h 260"/>
                <a:gd name="T6" fmla="*/ 3 w 437"/>
                <a:gd name="T7" fmla="*/ 2 h 260"/>
                <a:gd name="T8" fmla="*/ 3 w 437"/>
                <a:gd name="T9" fmla="*/ 1 h 260"/>
                <a:gd name="T10" fmla="*/ 3 w 437"/>
                <a:gd name="T11" fmla="*/ 1 h 260"/>
                <a:gd name="T12" fmla="*/ 3 w 437"/>
                <a:gd name="T13" fmla="*/ 1 h 260"/>
                <a:gd name="T14" fmla="*/ 3 w 437"/>
                <a:gd name="T15" fmla="*/ 1 h 260"/>
                <a:gd name="T16" fmla="*/ 3 w 437"/>
                <a:gd name="T17" fmla="*/ 1 h 260"/>
                <a:gd name="T18" fmla="*/ 2 w 437"/>
                <a:gd name="T19" fmla="*/ 1 h 260"/>
                <a:gd name="T20" fmla="*/ 2 w 437"/>
                <a:gd name="T21" fmla="*/ 0 h 260"/>
                <a:gd name="T22" fmla="*/ 2 w 437"/>
                <a:gd name="T23" fmla="*/ 0 h 260"/>
                <a:gd name="T24" fmla="*/ 2 w 437"/>
                <a:gd name="T25" fmla="*/ 0 h 260"/>
                <a:gd name="T26" fmla="*/ 1 w 437"/>
                <a:gd name="T27" fmla="*/ 0 h 260"/>
                <a:gd name="T28" fmla="*/ 1 w 437"/>
                <a:gd name="T29" fmla="*/ 0 h 260"/>
                <a:gd name="T30" fmla="*/ 1 w 437"/>
                <a:gd name="T31" fmla="*/ 0 h 260"/>
                <a:gd name="T32" fmla="*/ 0 w 437"/>
                <a:gd name="T33" fmla="*/ 0 h 260"/>
                <a:gd name="T34" fmla="*/ 0 w 437"/>
                <a:gd name="T35" fmla="*/ 0 h 260"/>
                <a:gd name="T36" fmla="*/ 0 w 437"/>
                <a:gd name="T37" fmla="*/ 0 h 260"/>
                <a:gd name="T38" fmla="*/ 0 w 437"/>
                <a:gd name="T39" fmla="*/ 0 h 260"/>
                <a:gd name="T40" fmla="*/ 1 w 437"/>
                <a:gd name="T41" fmla="*/ 0 h 260"/>
                <a:gd name="T42" fmla="*/ 1 w 437"/>
                <a:gd name="T43" fmla="*/ 0 h 260"/>
                <a:gd name="T44" fmla="*/ 1 w 437"/>
                <a:gd name="T45" fmla="*/ 0 h 260"/>
                <a:gd name="T46" fmla="*/ 2 w 437"/>
                <a:gd name="T47" fmla="*/ 0 h 260"/>
                <a:gd name="T48" fmla="*/ 2 w 437"/>
                <a:gd name="T49" fmla="*/ 0 h 260"/>
                <a:gd name="T50" fmla="*/ 2 w 437"/>
                <a:gd name="T51" fmla="*/ 1 h 260"/>
                <a:gd name="T52" fmla="*/ 2 w 437"/>
                <a:gd name="T53" fmla="*/ 1 h 260"/>
                <a:gd name="T54" fmla="*/ 3 w 437"/>
                <a:gd name="T55" fmla="*/ 1 h 260"/>
                <a:gd name="T56" fmla="*/ 3 w 437"/>
                <a:gd name="T57" fmla="*/ 1 h 260"/>
                <a:gd name="T58" fmla="*/ 3 w 437"/>
                <a:gd name="T59" fmla="*/ 1 h 260"/>
                <a:gd name="T60" fmla="*/ 3 w 437"/>
                <a:gd name="T61" fmla="*/ 1 h 260"/>
                <a:gd name="T62" fmla="*/ 3 w 437"/>
                <a:gd name="T63" fmla="*/ 1 h 260"/>
                <a:gd name="T64" fmla="*/ 3 w 437"/>
                <a:gd name="T65" fmla="*/ 2 h 260"/>
                <a:gd name="T66" fmla="*/ 3 w 437"/>
                <a:gd name="T67" fmla="*/ 2 h 260"/>
                <a:gd name="T68" fmla="*/ 3 w 437"/>
                <a:gd name="T69" fmla="*/ 2 h 260"/>
                <a:gd name="T70" fmla="*/ 3 w 437"/>
                <a:gd name="T71" fmla="*/ 2 h 260"/>
                <a:gd name="T72" fmla="*/ 3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437" y="260"/>
                  </a:moveTo>
                  <a:lnTo>
                    <a:pt x="437" y="260"/>
                  </a:lnTo>
                  <a:lnTo>
                    <a:pt x="434" y="233"/>
                  </a:lnTo>
                  <a:lnTo>
                    <a:pt x="427" y="206"/>
                  </a:lnTo>
                  <a:lnTo>
                    <a:pt x="417" y="181"/>
                  </a:lnTo>
                  <a:lnTo>
                    <a:pt x="401" y="157"/>
                  </a:lnTo>
                  <a:lnTo>
                    <a:pt x="383" y="133"/>
                  </a:lnTo>
                  <a:lnTo>
                    <a:pt x="360" y="113"/>
                  </a:lnTo>
                  <a:lnTo>
                    <a:pt x="336" y="93"/>
                  </a:lnTo>
                  <a:lnTo>
                    <a:pt x="308" y="73"/>
                  </a:lnTo>
                  <a:lnTo>
                    <a:pt x="276" y="58"/>
                  </a:lnTo>
                  <a:lnTo>
                    <a:pt x="242" y="43"/>
                  </a:lnTo>
                  <a:lnTo>
                    <a:pt x="207" y="30"/>
                  </a:lnTo>
                  <a:lnTo>
                    <a:pt x="168" y="19"/>
                  </a:lnTo>
                  <a:lnTo>
                    <a:pt x="128" y="11"/>
                  </a:lnTo>
                  <a:lnTo>
                    <a:pt x="87" y="4"/>
                  </a:lnTo>
                  <a:lnTo>
                    <a:pt x="43" y="1"/>
                  </a:lnTo>
                  <a:lnTo>
                    <a:pt x="0" y="0"/>
                  </a:lnTo>
                  <a:lnTo>
                    <a:pt x="0" y="11"/>
                  </a:lnTo>
                  <a:lnTo>
                    <a:pt x="43" y="12"/>
                  </a:lnTo>
                  <a:lnTo>
                    <a:pt x="85" y="16"/>
                  </a:lnTo>
                  <a:lnTo>
                    <a:pt x="126" y="23"/>
                  </a:lnTo>
                  <a:lnTo>
                    <a:pt x="166" y="31"/>
                  </a:lnTo>
                  <a:lnTo>
                    <a:pt x="202" y="42"/>
                  </a:lnTo>
                  <a:lnTo>
                    <a:pt x="237" y="55"/>
                  </a:lnTo>
                  <a:lnTo>
                    <a:pt x="271" y="70"/>
                  </a:lnTo>
                  <a:lnTo>
                    <a:pt x="301" y="85"/>
                  </a:lnTo>
                  <a:lnTo>
                    <a:pt x="329" y="103"/>
                  </a:lnTo>
                  <a:lnTo>
                    <a:pt x="353" y="123"/>
                  </a:lnTo>
                  <a:lnTo>
                    <a:pt x="373" y="143"/>
                  </a:lnTo>
                  <a:lnTo>
                    <a:pt x="392" y="164"/>
                  </a:lnTo>
                  <a:lnTo>
                    <a:pt x="405" y="186"/>
                  </a:lnTo>
                  <a:lnTo>
                    <a:pt x="415" y="211"/>
                  </a:lnTo>
                  <a:lnTo>
                    <a:pt x="422" y="235"/>
                  </a:lnTo>
                  <a:lnTo>
                    <a:pt x="425" y="260"/>
                  </a:lnTo>
                  <a:lnTo>
                    <a:pt x="437"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9667" name="Freeform 49"/>
            <p:cNvSpPr>
              <a:spLocks/>
            </p:cNvSpPr>
            <p:nvPr/>
          </p:nvSpPr>
          <p:spPr bwMode="auto">
            <a:xfrm>
              <a:off x="1267" y="1640"/>
              <a:ext cx="87" cy="52"/>
            </a:xfrm>
            <a:custGeom>
              <a:avLst/>
              <a:gdLst>
                <a:gd name="T0" fmla="*/ 0 w 437"/>
                <a:gd name="T1" fmla="*/ 2 h 260"/>
                <a:gd name="T2" fmla="*/ 0 w 437"/>
                <a:gd name="T3" fmla="*/ 2 h 260"/>
                <a:gd name="T4" fmla="*/ 0 w 437"/>
                <a:gd name="T5" fmla="*/ 2 h 260"/>
                <a:gd name="T6" fmla="*/ 1 w 437"/>
                <a:gd name="T7" fmla="*/ 2 h 260"/>
                <a:gd name="T8" fmla="*/ 1 w 437"/>
                <a:gd name="T9" fmla="*/ 2 h 260"/>
                <a:gd name="T10" fmla="*/ 1 w 437"/>
                <a:gd name="T11" fmla="*/ 2 h 260"/>
                <a:gd name="T12" fmla="*/ 2 w 437"/>
                <a:gd name="T13" fmla="*/ 2 h 260"/>
                <a:gd name="T14" fmla="*/ 2 w 437"/>
                <a:gd name="T15" fmla="*/ 2 h 260"/>
                <a:gd name="T16" fmla="*/ 2 w 437"/>
                <a:gd name="T17" fmla="*/ 2 h 260"/>
                <a:gd name="T18" fmla="*/ 2 w 437"/>
                <a:gd name="T19" fmla="*/ 1 h 260"/>
                <a:gd name="T20" fmla="*/ 3 w 437"/>
                <a:gd name="T21" fmla="*/ 1 h 260"/>
                <a:gd name="T22" fmla="*/ 3 w 437"/>
                <a:gd name="T23" fmla="*/ 1 h 260"/>
                <a:gd name="T24" fmla="*/ 3 w 437"/>
                <a:gd name="T25" fmla="*/ 1 h 260"/>
                <a:gd name="T26" fmla="*/ 3 w 437"/>
                <a:gd name="T27" fmla="*/ 1 h 260"/>
                <a:gd name="T28" fmla="*/ 3 w 437"/>
                <a:gd name="T29" fmla="*/ 1 h 260"/>
                <a:gd name="T30" fmla="*/ 3 w 437"/>
                <a:gd name="T31" fmla="*/ 0 h 260"/>
                <a:gd name="T32" fmla="*/ 3 w 437"/>
                <a:gd name="T33" fmla="*/ 0 h 260"/>
                <a:gd name="T34" fmla="*/ 3 w 437"/>
                <a:gd name="T35" fmla="*/ 0 h 260"/>
                <a:gd name="T36" fmla="*/ 3 w 437"/>
                <a:gd name="T37" fmla="*/ 0 h 260"/>
                <a:gd name="T38" fmla="*/ 3 w 437"/>
                <a:gd name="T39" fmla="*/ 0 h 260"/>
                <a:gd name="T40" fmla="*/ 3 w 437"/>
                <a:gd name="T41" fmla="*/ 0 h 260"/>
                <a:gd name="T42" fmla="*/ 3 w 437"/>
                <a:gd name="T43" fmla="*/ 1 h 260"/>
                <a:gd name="T44" fmla="*/ 3 w 437"/>
                <a:gd name="T45" fmla="*/ 1 h 260"/>
                <a:gd name="T46" fmla="*/ 3 w 437"/>
                <a:gd name="T47" fmla="*/ 1 h 260"/>
                <a:gd name="T48" fmla="*/ 3 w 437"/>
                <a:gd name="T49" fmla="*/ 1 h 260"/>
                <a:gd name="T50" fmla="*/ 3 w 437"/>
                <a:gd name="T51" fmla="*/ 1 h 260"/>
                <a:gd name="T52" fmla="*/ 2 w 437"/>
                <a:gd name="T53" fmla="*/ 1 h 260"/>
                <a:gd name="T54" fmla="*/ 2 w 437"/>
                <a:gd name="T55" fmla="*/ 2 h 260"/>
                <a:gd name="T56" fmla="*/ 2 w 437"/>
                <a:gd name="T57" fmla="*/ 2 h 260"/>
                <a:gd name="T58" fmla="*/ 2 w 437"/>
                <a:gd name="T59" fmla="*/ 2 h 260"/>
                <a:gd name="T60" fmla="*/ 1 w 437"/>
                <a:gd name="T61" fmla="*/ 2 h 260"/>
                <a:gd name="T62" fmla="*/ 1 w 437"/>
                <a:gd name="T63" fmla="*/ 2 h 260"/>
                <a:gd name="T64" fmla="*/ 1 w 437"/>
                <a:gd name="T65" fmla="*/ 2 h 260"/>
                <a:gd name="T66" fmla="*/ 0 w 437"/>
                <a:gd name="T67" fmla="*/ 2 h 260"/>
                <a:gd name="T68" fmla="*/ 0 w 437"/>
                <a:gd name="T69" fmla="*/ 2 h 260"/>
                <a:gd name="T70" fmla="*/ 0 w 437"/>
                <a:gd name="T71" fmla="*/ 2 h 260"/>
                <a:gd name="T72" fmla="*/ 0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0" y="260"/>
                  </a:moveTo>
                  <a:lnTo>
                    <a:pt x="0" y="260"/>
                  </a:lnTo>
                  <a:lnTo>
                    <a:pt x="43" y="259"/>
                  </a:lnTo>
                  <a:lnTo>
                    <a:pt x="87" y="255"/>
                  </a:lnTo>
                  <a:lnTo>
                    <a:pt x="128" y="248"/>
                  </a:lnTo>
                  <a:lnTo>
                    <a:pt x="168" y="240"/>
                  </a:lnTo>
                  <a:lnTo>
                    <a:pt x="207" y="230"/>
                  </a:lnTo>
                  <a:lnTo>
                    <a:pt x="242" y="217"/>
                  </a:lnTo>
                  <a:lnTo>
                    <a:pt x="276" y="202"/>
                  </a:lnTo>
                  <a:lnTo>
                    <a:pt x="308" y="185"/>
                  </a:lnTo>
                  <a:lnTo>
                    <a:pt x="336" y="166"/>
                  </a:lnTo>
                  <a:lnTo>
                    <a:pt x="360" y="146"/>
                  </a:lnTo>
                  <a:lnTo>
                    <a:pt x="383" y="125"/>
                  </a:lnTo>
                  <a:lnTo>
                    <a:pt x="401" y="102"/>
                  </a:lnTo>
                  <a:lnTo>
                    <a:pt x="417" y="77"/>
                  </a:lnTo>
                  <a:lnTo>
                    <a:pt x="427" y="53"/>
                  </a:lnTo>
                  <a:lnTo>
                    <a:pt x="434" y="27"/>
                  </a:lnTo>
                  <a:lnTo>
                    <a:pt x="437" y="0"/>
                  </a:lnTo>
                  <a:lnTo>
                    <a:pt x="425" y="0"/>
                  </a:lnTo>
                  <a:lnTo>
                    <a:pt x="422" y="24"/>
                  </a:lnTo>
                  <a:lnTo>
                    <a:pt x="415" y="48"/>
                  </a:lnTo>
                  <a:lnTo>
                    <a:pt x="405" y="73"/>
                  </a:lnTo>
                  <a:lnTo>
                    <a:pt x="392" y="95"/>
                  </a:lnTo>
                  <a:lnTo>
                    <a:pt x="373" y="116"/>
                  </a:lnTo>
                  <a:lnTo>
                    <a:pt x="353" y="137"/>
                  </a:lnTo>
                  <a:lnTo>
                    <a:pt x="329" y="157"/>
                  </a:lnTo>
                  <a:lnTo>
                    <a:pt x="301" y="173"/>
                  </a:lnTo>
                  <a:lnTo>
                    <a:pt x="271" y="190"/>
                  </a:lnTo>
                  <a:lnTo>
                    <a:pt x="237" y="205"/>
                  </a:lnTo>
                  <a:lnTo>
                    <a:pt x="202" y="218"/>
                  </a:lnTo>
                  <a:lnTo>
                    <a:pt x="166" y="228"/>
                  </a:lnTo>
                  <a:lnTo>
                    <a:pt x="126" y="237"/>
                  </a:lnTo>
                  <a:lnTo>
                    <a:pt x="85" y="244"/>
                  </a:lnTo>
                  <a:lnTo>
                    <a:pt x="43" y="247"/>
                  </a:lnTo>
                  <a:lnTo>
                    <a:pt x="0" y="248"/>
                  </a:lnTo>
                  <a:lnTo>
                    <a:pt x="0"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9668" name="Freeform 50"/>
            <p:cNvSpPr>
              <a:spLocks/>
            </p:cNvSpPr>
            <p:nvPr/>
          </p:nvSpPr>
          <p:spPr bwMode="auto">
            <a:xfrm>
              <a:off x="1179" y="1640"/>
              <a:ext cx="88" cy="52"/>
            </a:xfrm>
            <a:custGeom>
              <a:avLst/>
              <a:gdLst>
                <a:gd name="T0" fmla="*/ 0 w 439"/>
                <a:gd name="T1" fmla="*/ 0 h 260"/>
                <a:gd name="T2" fmla="*/ 0 w 439"/>
                <a:gd name="T3" fmla="*/ 0 h 260"/>
                <a:gd name="T4" fmla="*/ 0 w 439"/>
                <a:gd name="T5" fmla="*/ 0 h 260"/>
                <a:gd name="T6" fmla="*/ 0 w 439"/>
                <a:gd name="T7" fmla="*/ 0 h 260"/>
                <a:gd name="T8" fmla="*/ 0 w 439"/>
                <a:gd name="T9" fmla="*/ 1 h 260"/>
                <a:gd name="T10" fmla="*/ 0 w 439"/>
                <a:gd name="T11" fmla="*/ 1 h 260"/>
                <a:gd name="T12" fmla="*/ 0 w 439"/>
                <a:gd name="T13" fmla="*/ 1 h 260"/>
                <a:gd name="T14" fmla="*/ 1 w 439"/>
                <a:gd name="T15" fmla="*/ 1 h 260"/>
                <a:gd name="T16" fmla="*/ 1 w 439"/>
                <a:gd name="T17" fmla="*/ 1 h 260"/>
                <a:gd name="T18" fmla="*/ 1 w 439"/>
                <a:gd name="T19" fmla="*/ 1 h 260"/>
                <a:gd name="T20" fmla="*/ 1 w 439"/>
                <a:gd name="T21" fmla="*/ 2 h 260"/>
                <a:gd name="T22" fmla="*/ 2 w 439"/>
                <a:gd name="T23" fmla="*/ 2 h 260"/>
                <a:gd name="T24" fmla="*/ 2 w 439"/>
                <a:gd name="T25" fmla="*/ 2 h 260"/>
                <a:gd name="T26" fmla="*/ 2 w 439"/>
                <a:gd name="T27" fmla="*/ 2 h 260"/>
                <a:gd name="T28" fmla="*/ 2 w 439"/>
                <a:gd name="T29" fmla="*/ 2 h 260"/>
                <a:gd name="T30" fmla="*/ 3 w 439"/>
                <a:gd name="T31" fmla="*/ 2 h 260"/>
                <a:gd name="T32" fmla="*/ 3 w 439"/>
                <a:gd name="T33" fmla="*/ 2 h 260"/>
                <a:gd name="T34" fmla="*/ 4 w 439"/>
                <a:gd name="T35" fmla="*/ 2 h 260"/>
                <a:gd name="T36" fmla="*/ 4 w 439"/>
                <a:gd name="T37" fmla="*/ 2 h 260"/>
                <a:gd name="T38" fmla="*/ 3 w 439"/>
                <a:gd name="T39" fmla="*/ 2 h 260"/>
                <a:gd name="T40" fmla="*/ 3 w 439"/>
                <a:gd name="T41" fmla="*/ 2 h 260"/>
                <a:gd name="T42" fmla="*/ 3 w 439"/>
                <a:gd name="T43" fmla="*/ 2 h 260"/>
                <a:gd name="T44" fmla="*/ 2 w 439"/>
                <a:gd name="T45" fmla="*/ 2 h 260"/>
                <a:gd name="T46" fmla="*/ 2 w 439"/>
                <a:gd name="T47" fmla="*/ 2 h 260"/>
                <a:gd name="T48" fmla="*/ 2 w 439"/>
                <a:gd name="T49" fmla="*/ 2 h 260"/>
                <a:gd name="T50" fmla="*/ 1 w 439"/>
                <a:gd name="T51" fmla="*/ 2 h 260"/>
                <a:gd name="T52" fmla="*/ 1 w 439"/>
                <a:gd name="T53" fmla="*/ 1 h 260"/>
                <a:gd name="T54" fmla="*/ 1 w 439"/>
                <a:gd name="T55" fmla="*/ 1 h 260"/>
                <a:gd name="T56" fmla="*/ 1 w 439"/>
                <a:gd name="T57" fmla="*/ 1 h 260"/>
                <a:gd name="T58" fmla="*/ 1 w 439"/>
                <a:gd name="T59" fmla="*/ 1 h 260"/>
                <a:gd name="T60" fmla="*/ 0 w 439"/>
                <a:gd name="T61" fmla="*/ 1 h 260"/>
                <a:gd name="T62" fmla="*/ 0 w 439"/>
                <a:gd name="T63" fmla="*/ 1 h 260"/>
                <a:gd name="T64" fmla="*/ 0 w 439"/>
                <a:gd name="T65" fmla="*/ 0 h 260"/>
                <a:gd name="T66" fmla="*/ 0 w 439"/>
                <a:gd name="T67" fmla="*/ 0 h 260"/>
                <a:gd name="T68" fmla="*/ 0 w 439"/>
                <a:gd name="T69" fmla="*/ 0 h 260"/>
                <a:gd name="T70" fmla="*/ 0 w 439"/>
                <a:gd name="T71" fmla="*/ 0 h 260"/>
                <a:gd name="T72" fmla="*/ 0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0" y="0"/>
                  </a:moveTo>
                  <a:lnTo>
                    <a:pt x="0" y="0"/>
                  </a:lnTo>
                  <a:lnTo>
                    <a:pt x="3" y="27"/>
                  </a:lnTo>
                  <a:lnTo>
                    <a:pt x="10" y="53"/>
                  </a:lnTo>
                  <a:lnTo>
                    <a:pt x="20" y="77"/>
                  </a:lnTo>
                  <a:lnTo>
                    <a:pt x="35" y="102"/>
                  </a:lnTo>
                  <a:lnTo>
                    <a:pt x="54" y="125"/>
                  </a:lnTo>
                  <a:lnTo>
                    <a:pt x="76" y="146"/>
                  </a:lnTo>
                  <a:lnTo>
                    <a:pt x="102" y="166"/>
                  </a:lnTo>
                  <a:lnTo>
                    <a:pt x="130" y="185"/>
                  </a:lnTo>
                  <a:lnTo>
                    <a:pt x="162" y="202"/>
                  </a:lnTo>
                  <a:lnTo>
                    <a:pt x="195" y="217"/>
                  </a:lnTo>
                  <a:lnTo>
                    <a:pt x="231" y="230"/>
                  </a:lnTo>
                  <a:lnTo>
                    <a:pt x="270" y="240"/>
                  </a:lnTo>
                  <a:lnTo>
                    <a:pt x="310" y="248"/>
                  </a:lnTo>
                  <a:lnTo>
                    <a:pt x="351" y="255"/>
                  </a:lnTo>
                  <a:lnTo>
                    <a:pt x="395" y="259"/>
                  </a:lnTo>
                  <a:lnTo>
                    <a:pt x="439" y="260"/>
                  </a:lnTo>
                  <a:lnTo>
                    <a:pt x="439" y="248"/>
                  </a:lnTo>
                  <a:lnTo>
                    <a:pt x="395" y="247"/>
                  </a:lnTo>
                  <a:lnTo>
                    <a:pt x="353" y="244"/>
                  </a:lnTo>
                  <a:lnTo>
                    <a:pt x="312" y="237"/>
                  </a:lnTo>
                  <a:lnTo>
                    <a:pt x="272" y="228"/>
                  </a:lnTo>
                  <a:lnTo>
                    <a:pt x="236" y="218"/>
                  </a:lnTo>
                  <a:lnTo>
                    <a:pt x="200" y="205"/>
                  </a:lnTo>
                  <a:lnTo>
                    <a:pt x="167" y="190"/>
                  </a:lnTo>
                  <a:lnTo>
                    <a:pt x="137" y="173"/>
                  </a:lnTo>
                  <a:lnTo>
                    <a:pt x="109" y="157"/>
                  </a:lnTo>
                  <a:lnTo>
                    <a:pt x="84" y="137"/>
                  </a:lnTo>
                  <a:lnTo>
                    <a:pt x="64" y="116"/>
                  </a:lnTo>
                  <a:lnTo>
                    <a:pt x="45" y="95"/>
                  </a:lnTo>
                  <a:lnTo>
                    <a:pt x="32" y="73"/>
                  </a:lnTo>
                  <a:lnTo>
                    <a:pt x="21" y="48"/>
                  </a:lnTo>
                  <a:lnTo>
                    <a:pt x="14" y="24"/>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9669" name="Freeform 51"/>
            <p:cNvSpPr>
              <a:spLocks/>
            </p:cNvSpPr>
            <p:nvPr/>
          </p:nvSpPr>
          <p:spPr bwMode="auto">
            <a:xfrm>
              <a:off x="1179" y="1588"/>
              <a:ext cx="88" cy="52"/>
            </a:xfrm>
            <a:custGeom>
              <a:avLst/>
              <a:gdLst>
                <a:gd name="T0" fmla="*/ 4 w 439"/>
                <a:gd name="T1" fmla="*/ 0 h 260"/>
                <a:gd name="T2" fmla="*/ 4 w 439"/>
                <a:gd name="T3" fmla="*/ 0 h 260"/>
                <a:gd name="T4" fmla="*/ 3 w 439"/>
                <a:gd name="T5" fmla="*/ 0 h 260"/>
                <a:gd name="T6" fmla="*/ 3 w 439"/>
                <a:gd name="T7" fmla="*/ 0 h 260"/>
                <a:gd name="T8" fmla="*/ 2 w 439"/>
                <a:gd name="T9" fmla="*/ 0 h 260"/>
                <a:gd name="T10" fmla="*/ 2 w 439"/>
                <a:gd name="T11" fmla="*/ 0 h 260"/>
                <a:gd name="T12" fmla="*/ 2 w 439"/>
                <a:gd name="T13" fmla="*/ 0 h 260"/>
                <a:gd name="T14" fmla="*/ 2 w 439"/>
                <a:gd name="T15" fmla="*/ 0 h 260"/>
                <a:gd name="T16" fmla="*/ 1 w 439"/>
                <a:gd name="T17" fmla="*/ 0 h 260"/>
                <a:gd name="T18" fmla="*/ 1 w 439"/>
                <a:gd name="T19" fmla="*/ 1 h 260"/>
                <a:gd name="T20" fmla="*/ 1 w 439"/>
                <a:gd name="T21" fmla="*/ 1 h 260"/>
                <a:gd name="T22" fmla="*/ 1 w 439"/>
                <a:gd name="T23" fmla="*/ 1 h 260"/>
                <a:gd name="T24" fmla="*/ 0 w 439"/>
                <a:gd name="T25" fmla="*/ 1 h 260"/>
                <a:gd name="T26" fmla="*/ 0 w 439"/>
                <a:gd name="T27" fmla="*/ 1 h 260"/>
                <a:gd name="T28" fmla="*/ 0 w 439"/>
                <a:gd name="T29" fmla="*/ 1 h 260"/>
                <a:gd name="T30" fmla="*/ 0 w 439"/>
                <a:gd name="T31" fmla="*/ 2 h 260"/>
                <a:gd name="T32" fmla="*/ 0 w 439"/>
                <a:gd name="T33" fmla="*/ 2 h 260"/>
                <a:gd name="T34" fmla="*/ 0 w 439"/>
                <a:gd name="T35" fmla="*/ 2 h 260"/>
                <a:gd name="T36" fmla="*/ 0 w 439"/>
                <a:gd name="T37" fmla="*/ 2 h 260"/>
                <a:gd name="T38" fmla="*/ 0 w 439"/>
                <a:gd name="T39" fmla="*/ 2 h 260"/>
                <a:gd name="T40" fmla="*/ 0 w 439"/>
                <a:gd name="T41" fmla="*/ 2 h 260"/>
                <a:gd name="T42" fmla="*/ 0 w 439"/>
                <a:gd name="T43" fmla="*/ 1 h 260"/>
                <a:gd name="T44" fmla="*/ 0 w 439"/>
                <a:gd name="T45" fmla="*/ 1 h 260"/>
                <a:gd name="T46" fmla="*/ 1 w 439"/>
                <a:gd name="T47" fmla="*/ 1 h 260"/>
                <a:gd name="T48" fmla="*/ 1 w 439"/>
                <a:gd name="T49" fmla="*/ 1 h 260"/>
                <a:gd name="T50" fmla="*/ 1 w 439"/>
                <a:gd name="T51" fmla="*/ 1 h 260"/>
                <a:gd name="T52" fmla="*/ 1 w 439"/>
                <a:gd name="T53" fmla="*/ 1 h 260"/>
                <a:gd name="T54" fmla="*/ 1 w 439"/>
                <a:gd name="T55" fmla="*/ 1 h 260"/>
                <a:gd name="T56" fmla="*/ 2 w 439"/>
                <a:gd name="T57" fmla="*/ 0 h 260"/>
                <a:gd name="T58" fmla="*/ 2 w 439"/>
                <a:gd name="T59" fmla="*/ 0 h 260"/>
                <a:gd name="T60" fmla="*/ 2 w 439"/>
                <a:gd name="T61" fmla="*/ 0 h 260"/>
                <a:gd name="T62" fmla="*/ 3 w 439"/>
                <a:gd name="T63" fmla="*/ 0 h 260"/>
                <a:gd name="T64" fmla="*/ 3 w 439"/>
                <a:gd name="T65" fmla="*/ 0 h 260"/>
                <a:gd name="T66" fmla="*/ 3 w 439"/>
                <a:gd name="T67" fmla="*/ 0 h 260"/>
                <a:gd name="T68" fmla="*/ 4 w 439"/>
                <a:gd name="T69" fmla="*/ 0 h 260"/>
                <a:gd name="T70" fmla="*/ 4 w 439"/>
                <a:gd name="T71" fmla="*/ 0 h 260"/>
                <a:gd name="T72" fmla="*/ 4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439" y="0"/>
                  </a:moveTo>
                  <a:lnTo>
                    <a:pt x="439" y="0"/>
                  </a:lnTo>
                  <a:lnTo>
                    <a:pt x="395" y="1"/>
                  </a:lnTo>
                  <a:lnTo>
                    <a:pt x="351" y="4"/>
                  </a:lnTo>
                  <a:lnTo>
                    <a:pt x="310" y="11"/>
                  </a:lnTo>
                  <a:lnTo>
                    <a:pt x="270" y="19"/>
                  </a:lnTo>
                  <a:lnTo>
                    <a:pt x="231" y="30"/>
                  </a:lnTo>
                  <a:lnTo>
                    <a:pt x="195" y="43"/>
                  </a:lnTo>
                  <a:lnTo>
                    <a:pt x="162" y="58"/>
                  </a:lnTo>
                  <a:lnTo>
                    <a:pt x="130" y="73"/>
                  </a:lnTo>
                  <a:lnTo>
                    <a:pt x="102" y="93"/>
                  </a:lnTo>
                  <a:lnTo>
                    <a:pt x="76" y="113"/>
                  </a:lnTo>
                  <a:lnTo>
                    <a:pt x="54" y="133"/>
                  </a:lnTo>
                  <a:lnTo>
                    <a:pt x="35" y="157"/>
                  </a:lnTo>
                  <a:lnTo>
                    <a:pt x="20" y="181"/>
                  </a:lnTo>
                  <a:lnTo>
                    <a:pt x="10" y="206"/>
                  </a:lnTo>
                  <a:lnTo>
                    <a:pt x="3" y="233"/>
                  </a:lnTo>
                  <a:lnTo>
                    <a:pt x="0" y="260"/>
                  </a:lnTo>
                  <a:lnTo>
                    <a:pt x="12" y="260"/>
                  </a:lnTo>
                  <a:lnTo>
                    <a:pt x="14" y="235"/>
                  </a:lnTo>
                  <a:lnTo>
                    <a:pt x="21" y="211"/>
                  </a:lnTo>
                  <a:lnTo>
                    <a:pt x="32" y="186"/>
                  </a:lnTo>
                  <a:lnTo>
                    <a:pt x="45" y="164"/>
                  </a:lnTo>
                  <a:lnTo>
                    <a:pt x="64" y="143"/>
                  </a:lnTo>
                  <a:lnTo>
                    <a:pt x="84" y="123"/>
                  </a:lnTo>
                  <a:lnTo>
                    <a:pt x="109" y="103"/>
                  </a:lnTo>
                  <a:lnTo>
                    <a:pt x="137" y="85"/>
                  </a:lnTo>
                  <a:lnTo>
                    <a:pt x="167" y="70"/>
                  </a:lnTo>
                  <a:lnTo>
                    <a:pt x="200" y="55"/>
                  </a:lnTo>
                  <a:lnTo>
                    <a:pt x="236" y="42"/>
                  </a:lnTo>
                  <a:lnTo>
                    <a:pt x="272" y="31"/>
                  </a:lnTo>
                  <a:lnTo>
                    <a:pt x="312" y="23"/>
                  </a:lnTo>
                  <a:lnTo>
                    <a:pt x="353" y="16"/>
                  </a:lnTo>
                  <a:lnTo>
                    <a:pt x="395" y="12"/>
                  </a:lnTo>
                  <a:lnTo>
                    <a:pt x="439" y="11"/>
                  </a:lnTo>
                  <a:lnTo>
                    <a:pt x="439"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9670" name="Freeform 52"/>
            <p:cNvSpPr>
              <a:spLocks/>
            </p:cNvSpPr>
            <p:nvPr/>
          </p:nvSpPr>
          <p:spPr bwMode="auto">
            <a:xfrm>
              <a:off x="964" y="1745"/>
              <a:ext cx="48" cy="85"/>
            </a:xfrm>
            <a:custGeom>
              <a:avLst/>
              <a:gdLst>
                <a:gd name="T0" fmla="*/ 2 w 244"/>
                <a:gd name="T1" fmla="*/ 3 h 426"/>
                <a:gd name="T2" fmla="*/ 2 w 244"/>
                <a:gd name="T3" fmla="*/ 3 h 426"/>
                <a:gd name="T4" fmla="*/ 2 w 244"/>
                <a:gd name="T5" fmla="*/ 3 h 426"/>
                <a:gd name="T6" fmla="*/ 2 w 244"/>
                <a:gd name="T7" fmla="*/ 3 h 426"/>
                <a:gd name="T8" fmla="*/ 2 w 244"/>
                <a:gd name="T9" fmla="*/ 2 h 426"/>
                <a:gd name="T10" fmla="*/ 2 w 244"/>
                <a:gd name="T11" fmla="*/ 2 h 426"/>
                <a:gd name="T12" fmla="*/ 2 w 244"/>
                <a:gd name="T13" fmla="*/ 2 h 426"/>
                <a:gd name="T14" fmla="*/ 2 w 244"/>
                <a:gd name="T15" fmla="*/ 2 h 426"/>
                <a:gd name="T16" fmla="*/ 1 w 244"/>
                <a:gd name="T17" fmla="*/ 1 h 426"/>
                <a:gd name="T18" fmla="*/ 1 w 244"/>
                <a:gd name="T19" fmla="*/ 1 h 426"/>
                <a:gd name="T20" fmla="*/ 1 w 244"/>
                <a:gd name="T21" fmla="*/ 1 h 426"/>
                <a:gd name="T22" fmla="*/ 1 w 244"/>
                <a:gd name="T23" fmla="*/ 1 h 426"/>
                <a:gd name="T24" fmla="*/ 1 w 244"/>
                <a:gd name="T25" fmla="*/ 0 h 426"/>
                <a:gd name="T26" fmla="*/ 1 w 244"/>
                <a:gd name="T27" fmla="*/ 0 h 426"/>
                <a:gd name="T28" fmla="*/ 1 w 244"/>
                <a:gd name="T29" fmla="*/ 0 h 426"/>
                <a:gd name="T30" fmla="*/ 0 w 244"/>
                <a:gd name="T31" fmla="*/ 0 h 426"/>
                <a:gd name="T32" fmla="*/ 0 w 244"/>
                <a:gd name="T33" fmla="*/ 0 h 426"/>
                <a:gd name="T34" fmla="*/ 0 w 244"/>
                <a:gd name="T35" fmla="*/ 0 h 426"/>
                <a:gd name="T36" fmla="*/ 0 w 244"/>
                <a:gd name="T37" fmla="*/ 0 h 426"/>
                <a:gd name="T38" fmla="*/ 0 w 244"/>
                <a:gd name="T39" fmla="*/ 0 h 426"/>
                <a:gd name="T40" fmla="*/ 0 w 244"/>
                <a:gd name="T41" fmla="*/ 0 h 426"/>
                <a:gd name="T42" fmla="*/ 1 w 244"/>
                <a:gd name="T43" fmla="*/ 0 h 426"/>
                <a:gd name="T44" fmla="*/ 1 w 244"/>
                <a:gd name="T45" fmla="*/ 0 h 426"/>
                <a:gd name="T46" fmla="*/ 1 w 244"/>
                <a:gd name="T47" fmla="*/ 0 h 426"/>
                <a:gd name="T48" fmla="*/ 1 w 244"/>
                <a:gd name="T49" fmla="*/ 1 h 426"/>
                <a:gd name="T50" fmla="*/ 1 w 244"/>
                <a:gd name="T51" fmla="*/ 1 h 426"/>
                <a:gd name="T52" fmla="*/ 1 w 244"/>
                <a:gd name="T53" fmla="*/ 1 h 426"/>
                <a:gd name="T54" fmla="*/ 1 w 244"/>
                <a:gd name="T55" fmla="*/ 1 h 426"/>
                <a:gd name="T56" fmla="*/ 1 w 244"/>
                <a:gd name="T57" fmla="*/ 2 h 426"/>
                <a:gd name="T58" fmla="*/ 2 w 244"/>
                <a:gd name="T59" fmla="*/ 2 h 426"/>
                <a:gd name="T60" fmla="*/ 2 w 244"/>
                <a:gd name="T61" fmla="*/ 2 h 426"/>
                <a:gd name="T62" fmla="*/ 2 w 244"/>
                <a:gd name="T63" fmla="*/ 2 h 426"/>
                <a:gd name="T64" fmla="*/ 2 w 244"/>
                <a:gd name="T65" fmla="*/ 3 h 426"/>
                <a:gd name="T66" fmla="*/ 2 w 244"/>
                <a:gd name="T67" fmla="*/ 3 h 426"/>
                <a:gd name="T68" fmla="*/ 2 w 244"/>
                <a:gd name="T69" fmla="*/ 3 h 426"/>
                <a:gd name="T70" fmla="*/ 2 w 244"/>
                <a:gd name="T71" fmla="*/ 3 h 426"/>
                <a:gd name="T72" fmla="*/ 2 w 244"/>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6"/>
                <a:gd name="T113" fmla="*/ 244 w 244"/>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6">
                  <a:moveTo>
                    <a:pt x="244" y="426"/>
                  </a:moveTo>
                  <a:lnTo>
                    <a:pt x="244" y="426"/>
                  </a:lnTo>
                  <a:lnTo>
                    <a:pt x="243" y="383"/>
                  </a:lnTo>
                  <a:lnTo>
                    <a:pt x="240" y="340"/>
                  </a:lnTo>
                  <a:lnTo>
                    <a:pt x="234" y="300"/>
                  </a:lnTo>
                  <a:lnTo>
                    <a:pt x="226" y="262"/>
                  </a:lnTo>
                  <a:lnTo>
                    <a:pt x="215" y="224"/>
                  </a:lnTo>
                  <a:lnTo>
                    <a:pt x="203" y="189"/>
                  </a:lnTo>
                  <a:lnTo>
                    <a:pt x="189" y="157"/>
                  </a:lnTo>
                  <a:lnTo>
                    <a:pt x="174" y="126"/>
                  </a:lnTo>
                  <a:lnTo>
                    <a:pt x="155" y="99"/>
                  </a:lnTo>
                  <a:lnTo>
                    <a:pt x="138" y="74"/>
                  </a:lnTo>
                  <a:lnTo>
                    <a:pt x="118" y="52"/>
                  </a:lnTo>
                  <a:lnTo>
                    <a:pt x="96" y="34"/>
                  </a:lnTo>
                  <a:lnTo>
                    <a:pt x="73" y="19"/>
                  </a:lnTo>
                  <a:lnTo>
                    <a:pt x="50" y="8"/>
                  </a:lnTo>
                  <a:lnTo>
                    <a:pt x="25" y="2"/>
                  </a:lnTo>
                  <a:lnTo>
                    <a:pt x="0" y="0"/>
                  </a:lnTo>
                  <a:lnTo>
                    <a:pt x="0" y="12"/>
                  </a:lnTo>
                  <a:lnTo>
                    <a:pt x="23" y="14"/>
                  </a:lnTo>
                  <a:lnTo>
                    <a:pt x="45" y="20"/>
                  </a:lnTo>
                  <a:lnTo>
                    <a:pt x="66" y="31"/>
                  </a:lnTo>
                  <a:lnTo>
                    <a:pt x="89" y="43"/>
                  </a:lnTo>
                  <a:lnTo>
                    <a:pt x="109" y="61"/>
                  </a:lnTo>
                  <a:lnTo>
                    <a:pt x="129" y="81"/>
                  </a:lnTo>
                  <a:lnTo>
                    <a:pt x="146" y="106"/>
                  </a:lnTo>
                  <a:lnTo>
                    <a:pt x="162" y="133"/>
                  </a:lnTo>
                  <a:lnTo>
                    <a:pt x="178" y="162"/>
                  </a:lnTo>
                  <a:lnTo>
                    <a:pt x="192" y="194"/>
                  </a:lnTo>
                  <a:lnTo>
                    <a:pt x="203" y="229"/>
                  </a:lnTo>
                  <a:lnTo>
                    <a:pt x="214" y="264"/>
                  </a:lnTo>
                  <a:lnTo>
                    <a:pt x="222" y="303"/>
                  </a:lnTo>
                  <a:lnTo>
                    <a:pt x="228" y="342"/>
                  </a:lnTo>
                  <a:lnTo>
                    <a:pt x="232" y="383"/>
                  </a:lnTo>
                  <a:lnTo>
                    <a:pt x="233" y="426"/>
                  </a:lnTo>
                  <a:lnTo>
                    <a:pt x="244"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9671" name="Freeform 53"/>
            <p:cNvSpPr>
              <a:spLocks/>
            </p:cNvSpPr>
            <p:nvPr/>
          </p:nvSpPr>
          <p:spPr bwMode="auto">
            <a:xfrm>
              <a:off x="964" y="1830"/>
              <a:ext cx="48" cy="85"/>
            </a:xfrm>
            <a:custGeom>
              <a:avLst/>
              <a:gdLst>
                <a:gd name="T0" fmla="*/ 0 w 244"/>
                <a:gd name="T1" fmla="*/ 3 h 424"/>
                <a:gd name="T2" fmla="*/ 0 w 244"/>
                <a:gd name="T3" fmla="*/ 3 h 424"/>
                <a:gd name="T4" fmla="*/ 0 w 244"/>
                <a:gd name="T5" fmla="*/ 3 h 424"/>
                <a:gd name="T6" fmla="*/ 0 w 244"/>
                <a:gd name="T7" fmla="*/ 3 h 424"/>
                <a:gd name="T8" fmla="*/ 1 w 244"/>
                <a:gd name="T9" fmla="*/ 3 h 424"/>
                <a:gd name="T10" fmla="*/ 1 w 244"/>
                <a:gd name="T11" fmla="*/ 3 h 424"/>
                <a:gd name="T12" fmla="*/ 1 w 244"/>
                <a:gd name="T13" fmla="*/ 3 h 424"/>
                <a:gd name="T14" fmla="*/ 1 w 244"/>
                <a:gd name="T15" fmla="*/ 3 h 424"/>
                <a:gd name="T16" fmla="*/ 1 w 244"/>
                <a:gd name="T17" fmla="*/ 3 h 424"/>
                <a:gd name="T18" fmla="*/ 1 w 244"/>
                <a:gd name="T19" fmla="*/ 2 h 424"/>
                <a:gd name="T20" fmla="*/ 1 w 244"/>
                <a:gd name="T21" fmla="*/ 2 h 424"/>
                <a:gd name="T22" fmla="*/ 2 w 244"/>
                <a:gd name="T23" fmla="*/ 2 h 424"/>
                <a:gd name="T24" fmla="*/ 2 w 244"/>
                <a:gd name="T25" fmla="*/ 2 h 424"/>
                <a:gd name="T26" fmla="*/ 2 w 244"/>
                <a:gd name="T27" fmla="*/ 1 h 424"/>
                <a:gd name="T28" fmla="*/ 2 w 244"/>
                <a:gd name="T29" fmla="*/ 1 h 424"/>
                <a:gd name="T30" fmla="*/ 2 w 244"/>
                <a:gd name="T31" fmla="*/ 1 h 424"/>
                <a:gd name="T32" fmla="*/ 2 w 244"/>
                <a:gd name="T33" fmla="*/ 0 h 424"/>
                <a:gd name="T34" fmla="*/ 2 w 244"/>
                <a:gd name="T35" fmla="*/ 0 h 424"/>
                <a:gd name="T36" fmla="*/ 2 w 244"/>
                <a:gd name="T37" fmla="*/ 0 h 424"/>
                <a:gd name="T38" fmla="*/ 2 w 244"/>
                <a:gd name="T39" fmla="*/ 0 h 424"/>
                <a:gd name="T40" fmla="*/ 2 w 244"/>
                <a:gd name="T41" fmla="*/ 1 h 424"/>
                <a:gd name="T42" fmla="*/ 2 w 244"/>
                <a:gd name="T43" fmla="*/ 1 h 424"/>
                <a:gd name="T44" fmla="*/ 2 w 244"/>
                <a:gd name="T45" fmla="*/ 1 h 424"/>
                <a:gd name="T46" fmla="*/ 2 w 244"/>
                <a:gd name="T47" fmla="*/ 2 h 424"/>
                <a:gd name="T48" fmla="*/ 1 w 244"/>
                <a:gd name="T49" fmla="*/ 2 h 424"/>
                <a:gd name="T50" fmla="*/ 1 w 244"/>
                <a:gd name="T51" fmla="*/ 2 h 424"/>
                <a:gd name="T52" fmla="*/ 1 w 244"/>
                <a:gd name="T53" fmla="*/ 2 h 424"/>
                <a:gd name="T54" fmla="*/ 1 w 244"/>
                <a:gd name="T55" fmla="*/ 3 h 424"/>
                <a:gd name="T56" fmla="*/ 1 w 244"/>
                <a:gd name="T57" fmla="*/ 3 h 424"/>
                <a:gd name="T58" fmla="*/ 1 w 244"/>
                <a:gd name="T59" fmla="*/ 3 h 424"/>
                <a:gd name="T60" fmla="*/ 1 w 244"/>
                <a:gd name="T61" fmla="*/ 3 h 424"/>
                <a:gd name="T62" fmla="*/ 1 w 244"/>
                <a:gd name="T63" fmla="*/ 3 h 424"/>
                <a:gd name="T64" fmla="*/ 0 w 244"/>
                <a:gd name="T65" fmla="*/ 3 h 424"/>
                <a:gd name="T66" fmla="*/ 0 w 244"/>
                <a:gd name="T67" fmla="*/ 3 h 424"/>
                <a:gd name="T68" fmla="*/ 0 w 244"/>
                <a:gd name="T69" fmla="*/ 3 h 424"/>
                <a:gd name="T70" fmla="*/ 0 w 244"/>
                <a:gd name="T71" fmla="*/ 3 h 424"/>
                <a:gd name="T72" fmla="*/ 0 w 244"/>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4"/>
                <a:gd name="T113" fmla="*/ 244 w 244"/>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4">
                  <a:moveTo>
                    <a:pt x="0" y="424"/>
                  </a:moveTo>
                  <a:lnTo>
                    <a:pt x="0" y="424"/>
                  </a:lnTo>
                  <a:lnTo>
                    <a:pt x="25" y="422"/>
                  </a:lnTo>
                  <a:lnTo>
                    <a:pt x="50" y="416"/>
                  </a:lnTo>
                  <a:lnTo>
                    <a:pt x="73" y="405"/>
                  </a:lnTo>
                  <a:lnTo>
                    <a:pt x="96" y="390"/>
                  </a:lnTo>
                  <a:lnTo>
                    <a:pt x="118" y="373"/>
                  </a:lnTo>
                  <a:lnTo>
                    <a:pt x="138" y="350"/>
                  </a:lnTo>
                  <a:lnTo>
                    <a:pt x="155" y="326"/>
                  </a:lnTo>
                  <a:lnTo>
                    <a:pt x="173" y="299"/>
                  </a:lnTo>
                  <a:lnTo>
                    <a:pt x="189" y="268"/>
                  </a:lnTo>
                  <a:lnTo>
                    <a:pt x="203" y="235"/>
                  </a:lnTo>
                  <a:lnTo>
                    <a:pt x="215" y="201"/>
                  </a:lnTo>
                  <a:lnTo>
                    <a:pt x="226" y="163"/>
                  </a:lnTo>
                  <a:lnTo>
                    <a:pt x="234" y="125"/>
                  </a:lnTo>
                  <a:lnTo>
                    <a:pt x="240" y="85"/>
                  </a:lnTo>
                  <a:lnTo>
                    <a:pt x="243" y="42"/>
                  </a:lnTo>
                  <a:lnTo>
                    <a:pt x="244" y="0"/>
                  </a:lnTo>
                  <a:lnTo>
                    <a:pt x="233" y="0"/>
                  </a:lnTo>
                  <a:lnTo>
                    <a:pt x="232" y="42"/>
                  </a:lnTo>
                  <a:lnTo>
                    <a:pt x="228" y="83"/>
                  </a:lnTo>
                  <a:lnTo>
                    <a:pt x="222" y="123"/>
                  </a:lnTo>
                  <a:lnTo>
                    <a:pt x="214" y="160"/>
                  </a:lnTo>
                  <a:lnTo>
                    <a:pt x="203" y="197"/>
                  </a:lnTo>
                  <a:lnTo>
                    <a:pt x="192" y="231"/>
                  </a:lnTo>
                  <a:lnTo>
                    <a:pt x="178" y="263"/>
                  </a:lnTo>
                  <a:lnTo>
                    <a:pt x="164" y="292"/>
                  </a:lnTo>
                  <a:lnTo>
                    <a:pt x="146" y="319"/>
                  </a:lnTo>
                  <a:lnTo>
                    <a:pt x="129" y="343"/>
                  </a:lnTo>
                  <a:lnTo>
                    <a:pt x="109" y="363"/>
                  </a:lnTo>
                  <a:lnTo>
                    <a:pt x="89" y="381"/>
                  </a:lnTo>
                  <a:lnTo>
                    <a:pt x="66" y="394"/>
                  </a:lnTo>
                  <a:lnTo>
                    <a:pt x="45" y="404"/>
                  </a:lnTo>
                  <a:lnTo>
                    <a:pt x="23" y="410"/>
                  </a:lnTo>
                  <a:lnTo>
                    <a:pt x="0" y="412"/>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9672" name="Freeform 54"/>
            <p:cNvSpPr>
              <a:spLocks/>
            </p:cNvSpPr>
            <p:nvPr/>
          </p:nvSpPr>
          <p:spPr bwMode="auto">
            <a:xfrm>
              <a:off x="915" y="1830"/>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1" y="42"/>
                  </a:lnTo>
                  <a:lnTo>
                    <a:pt x="4" y="85"/>
                  </a:lnTo>
                  <a:lnTo>
                    <a:pt x="10" y="125"/>
                  </a:lnTo>
                  <a:lnTo>
                    <a:pt x="19" y="163"/>
                  </a:lnTo>
                  <a:lnTo>
                    <a:pt x="29" y="201"/>
                  </a:lnTo>
                  <a:lnTo>
                    <a:pt x="41" y="235"/>
                  </a:lnTo>
                  <a:lnTo>
                    <a:pt x="55" y="268"/>
                  </a:lnTo>
                  <a:lnTo>
                    <a:pt x="71" y="299"/>
                  </a:lnTo>
                  <a:lnTo>
                    <a:pt x="89" y="326"/>
                  </a:lnTo>
                  <a:lnTo>
                    <a:pt x="106" y="350"/>
                  </a:lnTo>
                  <a:lnTo>
                    <a:pt x="126" y="373"/>
                  </a:lnTo>
                  <a:lnTo>
                    <a:pt x="149" y="390"/>
                  </a:lnTo>
                  <a:lnTo>
                    <a:pt x="171" y="405"/>
                  </a:lnTo>
                  <a:lnTo>
                    <a:pt x="194" y="416"/>
                  </a:lnTo>
                  <a:lnTo>
                    <a:pt x="219" y="422"/>
                  </a:lnTo>
                  <a:lnTo>
                    <a:pt x="245" y="424"/>
                  </a:lnTo>
                  <a:lnTo>
                    <a:pt x="245" y="412"/>
                  </a:lnTo>
                  <a:lnTo>
                    <a:pt x="221" y="410"/>
                  </a:lnTo>
                  <a:lnTo>
                    <a:pt x="199" y="404"/>
                  </a:lnTo>
                  <a:lnTo>
                    <a:pt x="178" y="394"/>
                  </a:lnTo>
                  <a:lnTo>
                    <a:pt x="156" y="381"/>
                  </a:lnTo>
                  <a:lnTo>
                    <a:pt x="136" y="363"/>
                  </a:lnTo>
                  <a:lnTo>
                    <a:pt x="116" y="343"/>
                  </a:lnTo>
                  <a:lnTo>
                    <a:pt x="98" y="319"/>
                  </a:lnTo>
                  <a:lnTo>
                    <a:pt x="81" y="292"/>
                  </a:lnTo>
                  <a:lnTo>
                    <a:pt x="67" y="263"/>
                  </a:lnTo>
                  <a:lnTo>
                    <a:pt x="52" y="231"/>
                  </a:lnTo>
                  <a:lnTo>
                    <a:pt x="41" y="197"/>
                  </a:lnTo>
                  <a:lnTo>
                    <a:pt x="30" y="160"/>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9673" name="Freeform 55"/>
            <p:cNvSpPr>
              <a:spLocks/>
            </p:cNvSpPr>
            <p:nvPr/>
          </p:nvSpPr>
          <p:spPr bwMode="auto">
            <a:xfrm>
              <a:off x="915" y="1745"/>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0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19" y="2"/>
                  </a:lnTo>
                  <a:lnTo>
                    <a:pt x="194" y="8"/>
                  </a:lnTo>
                  <a:lnTo>
                    <a:pt x="171" y="19"/>
                  </a:lnTo>
                  <a:lnTo>
                    <a:pt x="149" y="34"/>
                  </a:lnTo>
                  <a:lnTo>
                    <a:pt x="126" y="52"/>
                  </a:lnTo>
                  <a:lnTo>
                    <a:pt x="106" y="74"/>
                  </a:lnTo>
                  <a:lnTo>
                    <a:pt x="89" y="99"/>
                  </a:lnTo>
                  <a:lnTo>
                    <a:pt x="70" y="126"/>
                  </a:lnTo>
                  <a:lnTo>
                    <a:pt x="55" y="157"/>
                  </a:lnTo>
                  <a:lnTo>
                    <a:pt x="41" y="189"/>
                  </a:lnTo>
                  <a:lnTo>
                    <a:pt x="29" y="224"/>
                  </a:lnTo>
                  <a:lnTo>
                    <a:pt x="19" y="262"/>
                  </a:lnTo>
                  <a:lnTo>
                    <a:pt x="10" y="300"/>
                  </a:lnTo>
                  <a:lnTo>
                    <a:pt x="4" y="340"/>
                  </a:lnTo>
                  <a:lnTo>
                    <a:pt x="1" y="383"/>
                  </a:lnTo>
                  <a:lnTo>
                    <a:pt x="0" y="426"/>
                  </a:lnTo>
                  <a:lnTo>
                    <a:pt x="11" y="426"/>
                  </a:lnTo>
                  <a:lnTo>
                    <a:pt x="13" y="383"/>
                  </a:lnTo>
                  <a:lnTo>
                    <a:pt x="16" y="342"/>
                  </a:lnTo>
                  <a:lnTo>
                    <a:pt x="22" y="303"/>
                  </a:lnTo>
                  <a:lnTo>
                    <a:pt x="30" y="264"/>
                  </a:lnTo>
                  <a:lnTo>
                    <a:pt x="41" y="229"/>
                  </a:lnTo>
                  <a:lnTo>
                    <a:pt x="52" y="194"/>
                  </a:lnTo>
                  <a:lnTo>
                    <a:pt x="67" y="162"/>
                  </a:lnTo>
                  <a:lnTo>
                    <a:pt x="82" y="133"/>
                  </a:lnTo>
                  <a:lnTo>
                    <a:pt x="98" y="106"/>
                  </a:lnTo>
                  <a:lnTo>
                    <a:pt x="116" y="81"/>
                  </a:lnTo>
                  <a:lnTo>
                    <a:pt x="136" y="61"/>
                  </a:lnTo>
                  <a:lnTo>
                    <a:pt x="156" y="43"/>
                  </a:lnTo>
                  <a:lnTo>
                    <a:pt x="178" y="31"/>
                  </a:lnTo>
                  <a:lnTo>
                    <a:pt x="199" y="20"/>
                  </a:lnTo>
                  <a:lnTo>
                    <a:pt x="221"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9674" name="Freeform 56"/>
            <p:cNvSpPr>
              <a:spLocks/>
            </p:cNvSpPr>
            <p:nvPr/>
          </p:nvSpPr>
          <p:spPr bwMode="auto">
            <a:xfrm>
              <a:off x="1140" y="2087"/>
              <a:ext cx="49" cy="85"/>
            </a:xfrm>
            <a:custGeom>
              <a:avLst/>
              <a:gdLst>
                <a:gd name="T0" fmla="*/ 2 w 246"/>
                <a:gd name="T1" fmla="*/ 3 h 424"/>
                <a:gd name="T2" fmla="*/ 2 w 246"/>
                <a:gd name="T3" fmla="*/ 3 h 424"/>
                <a:gd name="T4" fmla="*/ 2 w 246"/>
                <a:gd name="T5" fmla="*/ 3 h 424"/>
                <a:gd name="T6" fmla="*/ 2 w 246"/>
                <a:gd name="T7" fmla="*/ 3 h 424"/>
                <a:gd name="T8" fmla="*/ 2 w 246"/>
                <a:gd name="T9" fmla="*/ 2 h 424"/>
                <a:gd name="T10" fmla="*/ 2 w 246"/>
                <a:gd name="T11" fmla="*/ 2 h 424"/>
                <a:gd name="T12" fmla="*/ 2 w 246"/>
                <a:gd name="T13" fmla="*/ 2 h 424"/>
                <a:gd name="T14" fmla="*/ 2 w 246"/>
                <a:gd name="T15" fmla="*/ 2 h 424"/>
                <a:gd name="T16" fmla="*/ 2 w 246"/>
                <a:gd name="T17" fmla="*/ 1 h 424"/>
                <a:gd name="T18" fmla="*/ 1 w 246"/>
                <a:gd name="T19" fmla="*/ 1 h 424"/>
                <a:gd name="T20" fmla="*/ 1 w 246"/>
                <a:gd name="T21" fmla="*/ 1 h 424"/>
                <a:gd name="T22" fmla="*/ 1 w 246"/>
                <a:gd name="T23" fmla="*/ 1 h 424"/>
                <a:gd name="T24" fmla="*/ 1 w 246"/>
                <a:gd name="T25" fmla="*/ 0 h 424"/>
                <a:gd name="T26" fmla="*/ 1 w 246"/>
                <a:gd name="T27" fmla="*/ 0 h 424"/>
                <a:gd name="T28" fmla="*/ 1 w 246"/>
                <a:gd name="T29" fmla="*/ 0 h 424"/>
                <a:gd name="T30" fmla="*/ 0 w 246"/>
                <a:gd name="T31" fmla="*/ 0 h 424"/>
                <a:gd name="T32" fmla="*/ 0 w 246"/>
                <a:gd name="T33" fmla="*/ 0 h 424"/>
                <a:gd name="T34" fmla="*/ 0 w 246"/>
                <a:gd name="T35" fmla="*/ 0 h 424"/>
                <a:gd name="T36" fmla="*/ 0 w 246"/>
                <a:gd name="T37" fmla="*/ 0 h 424"/>
                <a:gd name="T38" fmla="*/ 0 w 246"/>
                <a:gd name="T39" fmla="*/ 0 h 424"/>
                <a:gd name="T40" fmla="*/ 0 w 246"/>
                <a:gd name="T41" fmla="*/ 0 h 424"/>
                <a:gd name="T42" fmla="*/ 1 w 246"/>
                <a:gd name="T43" fmla="*/ 0 h 424"/>
                <a:gd name="T44" fmla="*/ 1 w 246"/>
                <a:gd name="T45" fmla="*/ 0 h 424"/>
                <a:gd name="T46" fmla="*/ 1 w 246"/>
                <a:gd name="T47" fmla="*/ 0 h 424"/>
                <a:gd name="T48" fmla="*/ 1 w 246"/>
                <a:gd name="T49" fmla="*/ 1 h 424"/>
                <a:gd name="T50" fmla="*/ 1 w 246"/>
                <a:gd name="T51" fmla="*/ 1 h 424"/>
                <a:gd name="T52" fmla="*/ 1 w 246"/>
                <a:gd name="T53" fmla="*/ 1 h 424"/>
                <a:gd name="T54" fmla="*/ 1 w 246"/>
                <a:gd name="T55" fmla="*/ 1 h 424"/>
                <a:gd name="T56" fmla="*/ 2 w 246"/>
                <a:gd name="T57" fmla="*/ 2 h 424"/>
                <a:gd name="T58" fmla="*/ 2 w 246"/>
                <a:gd name="T59" fmla="*/ 2 h 424"/>
                <a:gd name="T60" fmla="*/ 2 w 246"/>
                <a:gd name="T61" fmla="*/ 2 h 424"/>
                <a:gd name="T62" fmla="*/ 2 w 246"/>
                <a:gd name="T63" fmla="*/ 2 h 424"/>
                <a:gd name="T64" fmla="*/ 2 w 246"/>
                <a:gd name="T65" fmla="*/ 3 h 424"/>
                <a:gd name="T66" fmla="*/ 2 w 246"/>
                <a:gd name="T67" fmla="*/ 3 h 424"/>
                <a:gd name="T68" fmla="*/ 2 w 246"/>
                <a:gd name="T69" fmla="*/ 3 h 424"/>
                <a:gd name="T70" fmla="*/ 2 w 246"/>
                <a:gd name="T71" fmla="*/ 3 h 424"/>
                <a:gd name="T72" fmla="*/ 2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424"/>
                  </a:moveTo>
                  <a:lnTo>
                    <a:pt x="246" y="424"/>
                  </a:lnTo>
                  <a:lnTo>
                    <a:pt x="244" y="382"/>
                  </a:lnTo>
                  <a:lnTo>
                    <a:pt x="241" y="338"/>
                  </a:lnTo>
                  <a:lnTo>
                    <a:pt x="235" y="298"/>
                  </a:lnTo>
                  <a:lnTo>
                    <a:pt x="227" y="261"/>
                  </a:lnTo>
                  <a:lnTo>
                    <a:pt x="216" y="222"/>
                  </a:lnTo>
                  <a:lnTo>
                    <a:pt x="205" y="188"/>
                  </a:lnTo>
                  <a:lnTo>
                    <a:pt x="190" y="155"/>
                  </a:lnTo>
                  <a:lnTo>
                    <a:pt x="174" y="125"/>
                  </a:lnTo>
                  <a:lnTo>
                    <a:pt x="157" y="98"/>
                  </a:lnTo>
                  <a:lnTo>
                    <a:pt x="138" y="73"/>
                  </a:lnTo>
                  <a:lnTo>
                    <a:pt x="118" y="51"/>
                  </a:lnTo>
                  <a:lnTo>
                    <a:pt x="96" y="34"/>
                  </a:lnTo>
                  <a:lnTo>
                    <a:pt x="74" y="18"/>
                  </a:lnTo>
                  <a:lnTo>
                    <a:pt x="50" y="8"/>
                  </a:lnTo>
                  <a:lnTo>
                    <a:pt x="25" y="2"/>
                  </a:lnTo>
                  <a:lnTo>
                    <a:pt x="0" y="0"/>
                  </a:lnTo>
                  <a:lnTo>
                    <a:pt x="0" y="11"/>
                  </a:lnTo>
                  <a:lnTo>
                    <a:pt x="23" y="14"/>
                  </a:lnTo>
                  <a:lnTo>
                    <a:pt x="45" y="19"/>
                  </a:lnTo>
                  <a:lnTo>
                    <a:pt x="67" y="30"/>
                  </a:lnTo>
                  <a:lnTo>
                    <a:pt x="89" y="43"/>
                  </a:lnTo>
                  <a:lnTo>
                    <a:pt x="108" y="60"/>
                  </a:lnTo>
                  <a:lnTo>
                    <a:pt x="128" y="80"/>
                  </a:lnTo>
                  <a:lnTo>
                    <a:pt x="147" y="105"/>
                  </a:lnTo>
                  <a:lnTo>
                    <a:pt x="165" y="132"/>
                  </a:lnTo>
                  <a:lnTo>
                    <a:pt x="179" y="160"/>
                  </a:lnTo>
                  <a:lnTo>
                    <a:pt x="193" y="193"/>
                  </a:lnTo>
                  <a:lnTo>
                    <a:pt x="205" y="227"/>
                  </a:lnTo>
                  <a:lnTo>
                    <a:pt x="215" y="263"/>
                  </a:lnTo>
                  <a:lnTo>
                    <a:pt x="223" y="301"/>
                  </a:lnTo>
                  <a:lnTo>
                    <a:pt x="229" y="341"/>
                  </a:lnTo>
                  <a:lnTo>
                    <a:pt x="233" y="382"/>
                  </a:lnTo>
                  <a:lnTo>
                    <a:pt x="234" y="424"/>
                  </a:lnTo>
                  <a:lnTo>
                    <a:pt x="246"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9675" name="Freeform 57"/>
            <p:cNvSpPr>
              <a:spLocks/>
            </p:cNvSpPr>
            <p:nvPr/>
          </p:nvSpPr>
          <p:spPr bwMode="auto">
            <a:xfrm>
              <a:off x="1140" y="2172"/>
              <a:ext cx="49" cy="85"/>
            </a:xfrm>
            <a:custGeom>
              <a:avLst/>
              <a:gdLst>
                <a:gd name="T0" fmla="*/ 0 w 246"/>
                <a:gd name="T1" fmla="*/ 3 h 426"/>
                <a:gd name="T2" fmla="*/ 0 w 246"/>
                <a:gd name="T3" fmla="*/ 3 h 426"/>
                <a:gd name="T4" fmla="*/ 0 w 246"/>
                <a:gd name="T5" fmla="*/ 3 h 426"/>
                <a:gd name="T6" fmla="*/ 0 w 246"/>
                <a:gd name="T7" fmla="*/ 3 h 426"/>
                <a:gd name="T8" fmla="*/ 1 w 246"/>
                <a:gd name="T9" fmla="*/ 3 h 426"/>
                <a:gd name="T10" fmla="*/ 1 w 246"/>
                <a:gd name="T11" fmla="*/ 3 h 426"/>
                <a:gd name="T12" fmla="*/ 1 w 246"/>
                <a:gd name="T13" fmla="*/ 3 h 426"/>
                <a:gd name="T14" fmla="*/ 1 w 246"/>
                <a:gd name="T15" fmla="*/ 3 h 426"/>
                <a:gd name="T16" fmla="*/ 1 w 246"/>
                <a:gd name="T17" fmla="*/ 3 h 426"/>
                <a:gd name="T18" fmla="*/ 1 w 246"/>
                <a:gd name="T19" fmla="*/ 2 h 426"/>
                <a:gd name="T20" fmla="*/ 2 w 246"/>
                <a:gd name="T21" fmla="*/ 2 h 426"/>
                <a:gd name="T22" fmla="*/ 2 w 246"/>
                <a:gd name="T23" fmla="*/ 2 h 426"/>
                <a:gd name="T24" fmla="*/ 2 w 246"/>
                <a:gd name="T25" fmla="*/ 2 h 426"/>
                <a:gd name="T26" fmla="*/ 2 w 246"/>
                <a:gd name="T27" fmla="*/ 1 h 426"/>
                <a:gd name="T28" fmla="*/ 2 w 246"/>
                <a:gd name="T29" fmla="*/ 1 h 426"/>
                <a:gd name="T30" fmla="*/ 2 w 246"/>
                <a:gd name="T31" fmla="*/ 1 h 426"/>
                <a:gd name="T32" fmla="*/ 2 w 246"/>
                <a:gd name="T33" fmla="*/ 0 h 426"/>
                <a:gd name="T34" fmla="*/ 2 w 246"/>
                <a:gd name="T35" fmla="*/ 0 h 426"/>
                <a:gd name="T36" fmla="*/ 2 w 246"/>
                <a:gd name="T37" fmla="*/ 0 h 426"/>
                <a:gd name="T38" fmla="*/ 2 w 246"/>
                <a:gd name="T39" fmla="*/ 0 h 426"/>
                <a:gd name="T40" fmla="*/ 2 w 246"/>
                <a:gd name="T41" fmla="*/ 1 h 426"/>
                <a:gd name="T42" fmla="*/ 2 w 246"/>
                <a:gd name="T43" fmla="*/ 1 h 426"/>
                <a:gd name="T44" fmla="*/ 2 w 246"/>
                <a:gd name="T45" fmla="*/ 1 h 426"/>
                <a:gd name="T46" fmla="*/ 2 w 246"/>
                <a:gd name="T47" fmla="*/ 2 h 426"/>
                <a:gd name="T48" fmla="*/ 2 w 246"/>
                <a:gd name="T49" fmla="*/ 2 h 426"/>
                <a:gd name="T50" fmla="*/ 1 w 246"/>
                <a:gd name="T51" fmla="*/ 2 h 426"/>
                <a:gd name="T52" fmla="*/ 1 w 246"/>
                <a:gd name="T53" fmla="*/ 2 h 426"/>
                <a:gd name="T54" fmla="*/ 1 w 246"/>
                <a:gd name="T55" fmla="*/ 3 h 426"/>
                <a:gd name="T56" fmla="*/ 1 w 246"/>
                <a:gd name="T57" fmla="*/ 3 h 426"/>
                <a:gd name="T58" fmla="*/ 1 w 246"/>
                <a:gd name="T59" fmla="*/ 3 h 426"/>
                <a:gd name="T60" fmla="*/ 1 w 246"/>
                <a:gd name="T61" fmla="*/ 3 h 426"/>
                <a:gd name="T62" fmla="*/ 1 w 246"/>
                <a:gd name="T63" fmla="*/ 3 h 426"/>
                <a:gd name="T64" fmla="*/ 0 w 246"/>
                <a:gd name="T65" fmla="*/ 3 h 426"/>
                <a:gd name="T66" fmla="*/ 0 w 246"/>
                <a:gd name="T67" fmla="*/ 3 h 426"/>
                <a:gd name="T68" fmla="*/ 0 w 246"/>
                <a:gd name="T69" fmla="*/ 3 h 426"/>
                <a:gd name="T70" fmla="*/ 0 w 246"/>
                <a:gd name="T71" fmla="*/ 3 h 426"/>
                <a:gd name="T72" fmla="*/ 0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426"/>
                  </a:moveTo>
                  <a:lnTo>
                    <a:pt x="0" y="426"/>
                  </a:lnTo>
                  <a:lnTo>
                    <a:pt x="25" y="423"/>
                  </a:lnTo>
                  <a:lnTo>
                    <a:pt x="50" y="417"/>
                  </a:lnTo>
                  <a:lnTo>
                    <a:pt x="74" y="407"/>
                  </a:lnTo>
                  <a:lnTo>
                    <a:pt x="96" y="392"/>
                  </a:lnTo>
                  <a:lnTo>
                    <a:pt x="118" y="373"/>
                  </a:lnTo>
                  <a:lnTo>
                    <a:pt x="138" y="350"/>
                  </a:lnTo>
                  <a:lnTo>
                    <a:pt x="157" y="327"/>
                  </a:lnTo>
                  <a:lnTo>
                    <a:pt x="175" y="299"/>
                  </a:lnTo>
                  <a:lnTo>
                    <a:pt x="190" y="268"/>
                  </a:lnTo>
                  <a:lnTo>
                    <a:pt x="205" y="236"/>
                  </a:lnTo>
                  <a:lnTo>
                    <a:pt x="216" y="202"/>
                  </a:lnTo>
                  <a:lnTo>
                    <a:pt x="227" y="164"/>
                  </a:lnTo>
                  <a:lnTo>
                    <a:pt x="235" y="125"/>
                  </a:lnTo>
                  <a:lnTo>
                    <a:pt x="241" y="86"/>
                  </a:lnTo>
                  <a:lnTo>
                    <a:pt x="244" y="42"/>
                  </a:lnTo>
                  <a:lnTo>
                    <a:pt x="246" y="0"/>
                  </a:lnTo>
                  <a:lnTo>
                    <a:pt x="234" y="0"/>
                  </a:lnTo>
                  <a:lnTo>
                    <a:pt x="233" y="42"/>
                  </a:lnTo>
                  <a:lnTo>
                    <a:pt x="229" y="83"/>
                  </a:lnTo>
                  <a:lnTo>
                    <a:pt x="223" y="123"/>
                  </a:lnTo>
                  <a:lnTo>
                    <a:pt x="215" y="162"/>
                  </a:lnTo>
                  <a:lnTo>
                    <a:pt x="205" y="197"/>
                  </a:lnTo>
                  <a:lnTo>
                    <a:pt x="193" y="231"/>
                  </a:lnTo>
                  <a:lnTo>
                    <a:pt x="179" y="264"/>
                  </a:lnTo>
                  <a:lnTo>
                    <a:pt x="164" y="292"/>
                  </a:lnTo>
                  <a:lnTo>
                    <a:pt x="147" y="320"/>
                  </a:lnTo>
                  <a:lnTo>
                    <a:pt x="128" y="343"/>
                  </a:lnTo>
                  <a:lnTo>
                    <a:pt x="108" y="363"/>
                  </a:lnTo>
                  <a:lnTo>
                    <a:pt x="89" y="382"/>
                  </a:lnTo>
                  <a:lnTo>
                    <a:pt x="67" y="395"/>
                  </a:lnTo>
                  <a:lnTo>
                    <a:pt x="45" y="406"/>
                  </a:lnTo>
                  <a:lnTo>
                    <a:pt x="23" y="411"/>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9676" name="Freeform 58"/>
            <p:cNvSpPr>
              <a:spLocks/>
            </p:cNvSpPr>
            <p:nvPr/>
          </p:nvSpPr>
          <p:spPr bwMode="auto">
            <a:xfrm>
              <a:off x="1091" y="2172"/>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4" y="86"/>
                  </a:lnTo>
                  <a:lnTo>
                    <a:pt x="10" y="125"/>
                  </a:lnTo>
                  <a:lnTo>
                    <a:pt x="18" y="164"/>
                  </a:lnTo>
                  <a:lnTo>
                    <a:pt x="29" y="202"/>
                  </a:lnTo>
                  <a:lnTo>
                    <a:pt x="41" y="236"/>
                  </a:lnTo>
                  <a:lnTo>
                    <a:pt x="55" y="268"/>
                  </a:lnTo>
                  <a:lnTo>
                    <a:pt x="70" y="299"/>
                  </a:lnTo>
                  <a:lnTo>
                    <a:pt x="89" y="327"/>
                  </a:lnTo>
                  <a:lnTo>
                    <a:pt x="106" y="350"/>
                  </a:lnTo>
                  <a:lnTo>
                    <a:pt x="126" y="373"/>
                  </a:lnTo>
                  <a:lnTo>
                    <a:pt x="148" y="392"/>
                  </a:lnTo>
                  <a:lnTo>
                    <a:pt x="171" y="407"/>
                  </a:lnTo>
                  <a:lnTo>
                    <a:pt x="194" y="417"/>
                  </a:lnTo>
                  <a:lnTo>
                    <a:pt x="219" y="423"/>
                  </a:lnTo>
                  <a:lnTo>
                    <a:pt x="245" y="426"/>
                  </a:lnTo>
                  <a:lnTo>
                    <a:pt x="245" y="414"/>
                  </a:lnTo>
                  <a:lnTo>
                    <a:pt x="221" y="411"/>
                  </a:lnTo>
                  <a:lnTo>
                    <a:pt x="199" y="406"/>
                  </a:lnTo>
                  <a:lnTo>
                    <a:pt x="178" y="395"/>
                  </a:lnTo>
                  <a:lnTo>
                    <a:pt x="155" y="382"/>
                  </a:lnTo>
                  <a:lnTo>
                    <a:pt x="136" y="363"/>
                  </a:lnTo>
                  <a:lnTo>
                    <a:pt x="116" y="343"/>
                  </a:lnTo>
                  <a:lnTo>
                    <a:pt x="98" y="320"/>
                  </a:lnTo>
                  <a:lnTo>
                    <a:pt x="82" y="292"/>
                  </a:lnTo>
                  <a:lnTo>
                    <a:pt x="66" y="264"/>
                  </a:lnTo>
                  <a:lnTo>
                    <a:pt x="52" y="231"/>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9677" name="Freeform 59"/>
            <p:cNvSpPr>
              <a:spLocks/>
            </p:cNvSpPr>
            <p:nvPr/>
          </p:nvSpPr>
          <p:spPr bwMode="auto">
            <a:xfrm>
              <a:off x="1091" y="2087"/>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4" y="8"/>
                  </a:lnTo>
                  <a:lnTo>
                    <a:pt x="171" y="18"/>
                  </a:lnTo>
                  <a:lnTo>
                    <a:pt x="148" y="34"/>
                  </a:lnTo>
                  <a:lnTo>
                    <a:pt x="126" y="51"/>
                  </a:lnTo>
                  <a:lnTo>
                    <a:pt x="106" y="73"/>
                  </a:lnTo>
                  <a:lnTo>
                    <a:pt x="89" y="98"/>
                  </a:lnTo>
                  <a:lnTo>
                    <a:pt x="71" y="125"/>
                  </a:lnTo>
                  <a:lnTo>
                    <a:pt x="55" y="155"/>
                  </a:lnTo>
                  <a:lnTo>
                    <a:pt x="41" y="188"/>
                  </a:lnTo>
                  <a:lnTo>
                    <a:pt x="29" y="222"/>
                  </a:lnTo>
                  <a:lnTo>
                    <a:pt x="18" y="261"/>
                  </a:lnTo>
                  <a:lnTo>
                    <a:pt x="10" y="298"/>
                  </a:lnTo>
                  <a:lnTo>
                    <a:pt x="4" y="338"/>
                  </a:lnTo>
                  <a:lnTo>
                    <a:pt x="1" y="382"/>
                  </a:lnTo>
                  <a:lnTo>
                    <a:pt x="0" y="424"/>
                  </a:lnTo>
                  <a:lnTo>
                    <a:pt x="11" y="424"/>
                  </a:lnTo>
                  <a:lnTo>
                    <a:pt x="13" y="382"/>
                  </a:lnTo>
                  <a:lnTo>
                    <a:pt x="16" y="341"/>
                  </a:lnTo>
                  <a:lnTo>
                    <a:pt x="22" y="301"/>
                  </a:lnTo>
                  <a:lnTo>
                    <a:pt x="30" y="263"/>
                  </a:lnTo>
                  <a:lnTo>
                    <a:pt x="41" y="227"/>
                  </a:lnTo>
                  <a:lnTo>
                    <a:pt x="52" y="193"/>
                  </a:lnTo>
                  <a:lnTo>
                    <a:pt x="66" y="160"/>
                  </a:lnTo>
                  <a:lnTo>
                    <a:pt x="80" y="132"/>
                  </a:lnTo>
                  <a:lnTo>
                    <a:pt x="98" y="105"/>
                  </a:lnTo>
                  <a:lnTo>
                    <a:pt x="116" y="80"/>
                  </a:lnTo>
                  <a:lnTo>
                    <a:pt x="136" y="60"/>
                  </a:lnTo>
                  <a:lnTo>
                    <a:pt x="155" y="43"/>
                  </a:lnTo>
                  <a:lnTo>
                    <a:pt x="178" y="30"/>
                  </a:lnTo>
                  <a:lnTo>
                    <a:pt x="199" y="19"/>
                  </a:lnTo>
                  <a:lnTo>
                    <a:pt x="221" y="14"/>
                  </a:lnTo>
                  <a:lnTo>
                    <a:pt x="245" y="11"/>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9678" name="Freeform 60"/>
            <p:cNvSpPr>
              <a:spLocks/>
            </p:cNvSpPr>
            <p:nvPr/>
          </p:nvSpPr>
          <p:spPr bwMode="auto">
            <a:xfrm>
              <a:off x="1392" y="2118"/>
              <a:ext cx="49" cy="85"/>
            </a:xfrm>
            <a:custGeom>
              <a:avLst/>
              <a:gdLst>
                <a:gd name="T0" fmla="*/ 2 w 246"/>
                <a:gd name="T1" fmla="*/ 3 h 426"/>
                <a:gd name="T2" fmla="*/ 2 w 246"/>
                <a:gd name="T3" fmla="*/ 3 h 426"/>
                <a:gd name="T4" fmla="*/ 2 w 246"/>
                <a:gd name="T5" fmla="*/ 3 h 426"/>
                <a:gd name="T6" fmla="*/ 2 w 246"/>
                <a:gd name="T7" fmla="*/ 3 h 426"/>
                <a:gd name="T8" fmla="*/ 2 w 246"/>
                <a:gd name="T9" fmla="*/ 2 h 426"/>
                <a:gd name="T10" fmla="*/ 2 w 246"/>
                <a:gd name="T11" fmla="*/ 2 h 426"/>
                <a:gd name="T12" fmla="*/ 2 w 246"/>
                <a:gd name="T13" fmla="*/ 2 h 426"/>
                <a:gd name="T14" fmla="*/ 2 w 246"/>
                <a:gd name="T15" fmla="*/ 2 h 426"/>
                <a:gd name="T16" fmla="*/ 2 w 246"/>
                <a:gd name="T17" fmla="*/ 1 h 426"/>
                <a:gd name="T18" fmla="*/ 1 w 246"/>
                <a:gd name="T19" fmla="*/ 1 h 426"/>
                <a:gd name="T20" fmla="*/ 1 w 246"/>
                <a:gd name="T21" fmla="*/ 1 h 426"/>
                <a:gd name="T22" fmla="*/ 1 w 246"/>
                <a:gd name="T23" fmla="*/ 1 h 426"/>
                <a:gd name="T24" fmla="*/ 1 w 246"/>
                <a:gd name="T25" fmla="*/ 0 h 426"/>
                <a:gd name="T26" fmla="*/ 1 w 246"/>
                <a:gd name="T27" fmla="*/ 0 h 426"/>
                <a:gd name="T28" fmla="*/ 1 w 246"/>
                <a:gd name="T29" fmla="*/ 0 h 426"/>
                <a:gd name="T30" fmla="*/ 0 w 246"/>
                <a:gd name="T31" fmla="*/ 0 h 426"/>
                <a:gd name="T32" fmla="*/ 0 w 246"/>
                <a:gd name="T33" fmla="*/ 0 h 426"/>
                <a:gd name="T34" fmla="*/ 0 w 246"/>
                <a:gd name="T35" fmla="*/ 0 h 426"/>
                <a:gd name="T36" fmla="*/ 0 w 246"/>
                <a:gd name="T37" fmla="*/ 0 h 426"/>
                <a:gd name="T38" fmla="*/ 0 w 246"/>
                <a:gd name="T39" fmla="*/ 0 h 426"/>
                <a:gd name="T40" fmla="*/ 0 w 246"/>
                <a:gd name="T41" fmla="*/ 0 h 426"/>
                <a:gd name="T42" fmla="*/ 1 w 246"/>
                <a:gd name="T43" fmla="*/ 0 h 426"/>
                <a:gd name="T44" fmla="*/ 1 w 246"/>
                <a:gd name="T45" fmla="*/ 0 h 426"/>
                <a:gd name="T46" fmla="*/ 1 w 246"/>
                <a:gd name="T47" fmla="*/ 1 h 426"/>
                <a:gd name="T48" fmla="*/ 1 w 246"/>
                <a:gd name="T49" fmla="*/ 1 h 426"/>
                <a:gd name="T50" fmla="*/ 1 w 246"/>
                <a:gd name="T51" fmla="*/ 1 h 426"/>
                <a:gd name="T52" fmla="*/ 1 w 246"/>
                <a:gd name="T53" fmla="*/ 1 h 426"/>
                <a:gd name="T54" fmla="*/ 1 w 246"/>
                <a:gd name="T55" fmla="*/ 1 h 426"/>
                <a:gd name="T56" fmla="*/ 2 w 246"/>
                <a:gd name="T57" fmla="*/ 2 h 426"/>
                <a:gd name="T58" fmla="*/ 2 w 246"/>
                <a:gd name="T59" fmla="*/ 2 h 426"/>
                <a:gd name="T60" fmla="*/ 2 w 246"/>
                <a:gd name="T61" fmla="*/ 2 h 426"/>
                <a:gd name="T62" fmla="*/ 2 w 246"/>
                <a:gd name="T63" fmla="*/ 2 h 426"/>
                <a:gd name="T64" fmla="*/ 2 w 246"/>
                <a:gd name="T65" fmla="*/ 3 h 426"/>
                <a:gd name="T66" fmla="*/ 2 w 246"/>
                <a:gd name="T67" fmla="*/ 3 h 426"/>
                <a:gd name="T68" fmla="*/ 2 w 246"/>
                <a:gd name="T69" fmla="*/ 3 h 426"/>
                <a:gd name="T70" fmla="*/ 2 w 246"/>
                <a:gd name="T71" fmla="*/ 3 h 426"/>
                <a:gd name="T72" fmla="*/ 2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246" y="426"/>
                  </a:moveTo>
                  <a:lnTo>
                    <a:pt x="246" y="426"/>
                  </a:lnTo>
                  <a:lnTo>
                    <a:pt x="245" y="384"/>
                  </a:lnTo>
                  <a:lnTo>
                    <a:pt x="242" y="340"/>
                  </a:lnTo>
                  <a:lnTo>
                    <a:pt x="236" y="301"/>
                  </a:lnTo>
                  <a:lnTo>
                    <a:pt x="228" y="262"/>
                  </a:lnTo>
                  <a:lnTo>
                    <a:pt x="217" y="224"/>
                  </a:lnTo>
                  <a:lnTo>
                    <a:pt x="205" y="190"/>
                  </a:lnTo>
                  <a:lnTo>
                    <a:pt x="191" y="158"/>
                  </a:lnTo>
                  <a:lnTo>
                    <a:pt x="176" y="126"/>
                  </a:lnTo>
                  <a:lnTo>
                    <a:pt x="157" y="99"/>
                  </a:lnTo>
                  <a:lnTo>
                    <a:pt x="139" y="75"/>
                  </a:lnTo>
                  <a:lnTo>
                    <a:pt x="119" y="53"/>
                  </a:lnTo>
                  <a:lnTo>
                    <a:pt x="96" y="34"/>
                  </a:lnTo>
                  <a:lnTo>
                    <a:pt x="75" y="19"/>
                  </a:lnTo>
                  <a:lnTo>
                    <a:pt x="51" y="9"/>
                  </a:lnTo>
                  <a:lnTo>
                    <a:pt x="26" y="3"/>
                  </a:lnTo>
                  <a:lnTo>
                    <a:pt x="0" y="0"/>
                  </a:lnTo>
                  <a:lnTo>
                    <a:pt x="0" y="12"/>
                  </a:lnTo>
                  <a:lnTo>
                    <a:pt x="24" y="15"/>
                  </a:lnTo>
                  <a:lnTo>
                    <a:pt x="46" y="20"/>
                  </a:lnTo>
                  <a:lnTo>
                    <a:pt x="68" y="31"/>
                  </a:lnTo>
                  <a:lnTo>
                    <a:pt x="89" y="44"/>
                  </a:lnTo>
                  <a:lnTo>
                    <a:pt x="109" y="63"/>
                  </a:lnTo>
                  <a:lnTo>
                    <a:pt x="129" y="83"/>
                  </a:lnTo>
                  <a:lnTo>
                    <a:pt x="148" y="106"/>
                  </a:lnTo>
                  <a:lnTo>
                    <a:pt x="164" y="133"/>
                  </a:lnTo>
                  <a:lnTo>
                    <a:pt x="180" y="162"/>
                  </a:lnTo>
                  <a:lnTo>
                    <a:pt x="194" y="195"/>
                  </a:lnTo>
                  <a:lnTo>
                    <a:pt x="205" y="229"/>
                  </a:lnTo>
                  <a:lnTo>
                    <a:pt x="216" y="264"/>
                  </a:lnTo>
                  <a:lnTo>
                    <a:pt x="224" y="303"/>
                  </a:lnTo>
                  <a:lnTo>
                    <a:pt x="230" y="343"/>
                  </a:lnTo>
                  <a:lnTo>
                    <a:pt x="233" y="384"/>
                  </a:lnTo>
                  <a:lnTo>
                    <a:pt x="235" y="426"/>
                  </a:lnTo>
                  <a:lnTo>
                    <a:pt x="246"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9679" name="Freeform 61"/>
            <p:cNvSpPr>
              <a:spLocks/>
            </p:cNvSpPr>
            <p:nvPr/>
          </p:nvSpPr>
          <p:spPr bwMode="auto">
            <a:xfrm>
              <a:off x="1392" y="2203"/>
              <a:ext cx="49" cy="85"/>
            </a:xfrm>
            <a:custGeom>
              <a:avLst/>
              <a:gdLst>
                <a:gd name="T0" fmla="*/ 0 w 246"/>
                <a:gd name="T1" fmla="*/ 3 h 424"/>
                <a:gd name="T2" fmla="*/ 0 w 246"/>
                <a:gd name="T3" fmla="*/ 3 h 424"/>
                <a:gd name="T4" fmla="*/ 0 w 246"/>
                <a:gd name="T5" fmla="*/ 3 h 424"/>
                <a:gd name="T6" fmla="*/ 0 w 246"/>
                <a:gd name="T7" fmla="*/ 3 h 424"/>
                <a:gd name="T8" fmla="*/ 1 w 246"/>
                <a:gd name="T9" fmla="*/ 3 h 424"/>
                <a:gd name="T10" fmla="*/ 1 w 246"/>
                <a:gd name="T11" fmla="*/ 3 h 424"/>
                <a:gd name="T12" fmla="*/ 1 w 246"/>
                <a:gd name="T13" fmla="*/ 3 h 424"/>
                <a:gd name="T14" fmla="*/ 1 w 246"/>
                <a:gd name="T15" fmla="*/ 3 h 424"/>
                <a:gd name="T16" fmla="*/ 1 w 246"/>
                <a:gd name="T17" fmla="*/ 3 h 424"/>
                <a:gd name="T18" fmla="*/ 1 w 246"/>
                <a:gd name="T19" fmla="*/ 2 h 424"/>
                <a:gd name="T20" fmla="*/ 2 w 246"/>
                <a:gd name="T21" fmla="*/ 2 h 424"/>
                <a:gd name="T22" fmla="*/ 2 w 246"/>
                <a:gd name="T23" fmla="*/ 2 h 424"/>
                <a:gd name="T24" fmla="*/ 2 w 246"/>
                <a:gd name="T25" fmla="*/ 2 h 424"/>
                <a:gd name="T26" fmla="*/ 2 w 246"/>
                <a:gd name="T27" fmla="*/ 1 h 424"/>
                <a:gd name="T28" fmla="*/ 2 w 246"/>
                <a:gd name="T29" fmla="*/ 1 h 424"/>
                <a:gd name="T30" fmla="*/ 2 w 246"/>
                <a:gd name="T31" fmla="*/ 1 h 424"/>
                <a:gd name="T32" fmla="*/ 2 w 246"/>
                <a:gd name="T33" fmla="*/ 0 h 424"/>
                <a:gd name="T34" fmla="*/ 2 w 246"/>
                <a:gd name="T35" fmla="*/ 0 h 424"/>
                <a:gd name="T36" fmla="*/ 2 w 246"/>
                <a:gd name="T37" fmla="*/ 0 h 424"/>
                <a:gd name="T38" fmla="*/ 2 w 246"/>
                <a:gd name="T39" fmla="*/ 0 h 424"/>
                <a:gd name="T40" fmla="*/ 2 w 246"/>
                <a:gd name="T41" fmla="*/ 1 h 424"/>
                <a:gd name="T42" fmla="*/ 2 w 246"/>
                <a:gd name="T43" fmla="*/ 1 h 424"/>
                <a:gd name="T44" fmla="*/ 2 w 246"/>
                <a:gd name="T45" fmla="*/ 1 h 424"/>
                <a:gd name="T46" fmla="*/ 2 w 246"/>
                <a:gd name="T47" fmla="*/ 2 h 424"/>
                <a:gd name="T48" fmla="*/ 2 w 246"/>
                <a:gd name="T49" fmla="*/ 2 h 424"/>
                <a:gd name="T50" fmla="*/ 1 w 246"/>
                <a:gd name="T51" fmla="*/ 2 h 424"/>
                <a:gd name="T52" fmla="*/ 1 w 246"/>
                <a:gd name="T53" fmla="*/ 2 h 424"/>
                <a:gd name="T54" fmla="*/ 1 w 246"/>
                <a:gd name="T55" fmla="*/ 3 h 424"/>
                <a:gd name="T56" fmla="*/ 1 w 246"/>
                <a:gd name="T57" fmla="*/ 3 h 424"/>
                <a:gd name="T58" fmla="*/ 1 w 246"/>
                <a:gd name="T59" fmla="*/ 3 h 424"/>
                <a:gd name="T60" fmla="*/ 1 w 246"/>
                <a:gd name="T61" fmla="*/ 3 h 424"/>
                <a:gd name="T62" fmla="*/ 1 w 246"/>
                <a:gd name="T63" fmla="*/ 3 h 424"/>
                <a:gd name="T64" fmla="*/ 0 w 246"/>
                <a:gd name="T65" fmla="*/ 3 h 424"/>
                <a:gd name="T66" fmla="*/ 0 w 246"/>
                <a:gd name="T67" fmla="*/ 3 h 424"/>
                <a:gd name="T68" fmla="*/ 0 w 246"/>
                <a:gd name="T69" fmla="*/ 3 h 424"/>
                <a:gd name="T70" fmla="*/ 0 w 246"/>
                <a:gd name="T71" fmla="*/ 3 h 424"/>
                <a:gd name="T72" fmla="*/ 0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0" y="424"/>
                  </a:moveTo>
                  <a:lnTo>
                    <a:pt x="0" y="424"/>
                  </a:lnTo>
                  <a:lnTo>
                    <a:pt x="26" y="422"/>
                  </a:lnTo>
                  <a:lnTo>
                    <a:pt x="51" y="416"/>
                  </a:lnTo>
                  <a:lnTo>
                    <a:pt x="75" y="406"/>
                  </a:lnTo>
                  <a:lnTo>
                    <a:pt x="96" y="390"/>
                  </a:lnTo>
                  <a:lnTo>
                    <a:pt x="119" y="373"/>
                  </a:lnTo>
                  <a:lnTo>
                    <a:pt x="139" y="351"/>
                  </a:lnTo>
                  <a:lnTo>
                    <a:pt x="157" y="326"/>
                  </a:lnTo>
                  <a:lnTo>
                    <a:pt x="175" y="299"/>
                  </a:lnTo>
                  <a:lnTo>
                    <a:pt x="191" y="269"/>
                  </a:lnTo>
                  <a:lnTo>
                    <a:pt x="205" y="236"/>
                  </a:lnTo>
                  <a:lnTo>
                    <a:pt x="217" y="202"/>
                  </a:lnTo>
                  <a:lnTo>
                    <a:pt x="228" y="163"/>
                  </a:lnTo>
                  <a:lnTo>
                    <a:pt x="236" y="125"/>
                  </a:lnTo>
                  <a:lnTo>
                    <a:pt x="242" y="86"/>
                  </a:lnTo>
                  <a:lnTo>
                    <a:pt x="245" y="42"/>
                  </a:lnTo>
                  <a:lnTo>
                    <a:pt x="246" y="0"/>
                  </a:lnTo>
                  <a:lnTo>
                    <a:pt x="235" y="0"/>
                  </a:lnTo>
                  <a:lnTo>
                    <a:pt x="233" y="42"/>
                  </a:lnTo>
                  <a:lnTo>
                    <a:pt x="230" y="83"/>
                  </a:lnTo>
                  <a:lnTo>
                    <a:pt x="224" y="123"/>
                  </a:lnTo>
                  <a:lnTo>
                    <a:pt x="216" y="161"/>
                  </a:lnTo>
                  <a:lnTo>
                    <a:pt x="205" y="197"/>
                  </a:lnTo>
                  <a:lnTo>
                    <a:pt x="194" y="231"/>
                  </a:lnTo>
                  <a:lnTo>
                    <a:pt x="180" y="264"/>
                  </a:lnTo>
                  <a:lnTo>
                    <a:pt x="166" y="292"/>
                  </a:lnTo>
                  <a:lnTo>
                    <a:pt x="148" y="319"/>
                  </a:lnTo>
                  <a:lnTo>
                    <a:pt x="129" y="344"/>
                  </a:lnTo>
                  <a:lnTo>
                    <a:pt x="109" y="364"/>
                  </a:lnTo>
                  <a:lnTo>
                    <a:pt x="89" y="381"/>
                  </a:lnTo>
                  <a:lnTo>
                    <a:pt x="68" y="394"/>
                  </a:lnTo>
                  <a:lnTo>
                    <a:pt x="46" y="405"/>
                  </a:lnTo>
                  <a:lnTo>
                    <a:pt x="24" y="410"/>
                  </a:lnTo>
                  <a:lnTo>
                    <a:pt x="0" y="413"/>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9680" name="Freeform 62"/>
            <p:cNvSpPr>
              <a:spLocks/>
            </p:cNvSpPr>
            <p:nvPr/>
          </p:nvSpPr>
          <p:spPr bwMode="auto">
            <a:xfrm>
              <a:off x="1343" y="2203"/>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2" y="42"/>
                  </a:lnTo>
                  <a:lnTo>
                    <a:pt x="5" y="86"/>
                  </a:lnTo>
                  <a:lnTo>
                    <a:pt x="11" y="125"/>
                  </a:lnTo>
                  <a:lnTo>
                    <a:pt x="19" y="163"/>
                  </a:lnTo>
                  <a:lnTo>
                    <a:pt x="30" y="202"/>
                  </a:lnTo>
                  <a:lnTo>
                    <a:pt x="41" y="236"/>
                  </a:lnTo>
                  <a:lnTo>
                    <a:pt x="56" y="269"/>
                  </a:lnTo>
                  <a:lnTo>
                    <a:pt x="72" y="299"/>
                  </a:lnTo>
                  <a:lnTo>
                    <a:pt x="90" y="326"/>
                  </a:lnTo>
                  <a:lnTo>
                    <a:pt x="108" y="351"/>
                  </a:lnTo>
                  <a:lnTo>
                    <a:pt x="127" y="373"/>
                  </a:lnTo>
                  <a:lnTo>
                    <a:pt x="149" y="390"/>
                  </a:lnTo>
                  <a:lnTo>
                    <a:pt x="172" y="406"/>
                  </a:lnTo>
                  <a:lnTo>
                    <a:pt x="195" y="416"/>
                  </a:lnTo>
                  <a:lnTo>
                    <a:pt x="220" y="422"/>
                  </a:lnTo>
                  <a:lnTo>
                    <a:pt x="245" y="424"/>
                  </a:lnTo>
                  <a:lnTo>
                    <a:pt x="245" y="413"/>
                  </a:lnTo>
                  <a:lnTo>
                    <a:pt x="222" y="410"/>
                  </a:lnTo>
                  <a:lnTo>
                    <a:pt x="200" y="405"/>
                  </a:lnTo>
                  <a:lnTo>
                    <a:pt x="179" y="394"/>
                  </a:lnTo>
                  <a:lnTo>
                    <a:pt x="156" y="381"/>
                  </a:lnTo>
                  <a:lnTo>
                    <a:pt x="136" y="364"/>
                  </a:lnTo>
                  <a:lnTo>
                    <a:pt x="118" y="344"/>
                  </a:lnTo>
                  <a:lnTo>
                    <a:pt x="99" y="319"/>
                  </a:lnTo>
                  <a:lnTo>
                    <a:pt x="81" y="292"/>
                  </a:lnTo>
                  <a:lnTo>
                    <a:pt x="67" y="264"/>
                  </a:lnTo>
                  <a:lnTo>
                    <a:pt x="53" y="231"/>
                  </a:lnTo>
                  <a:lnTo>
                    <a:pt x="41" y="197"/>
                  </a:lnTo>
                  <a:lnTo>
                    <a:pt x="31" y="161"/>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9681" name="Freeform 63"/>
            <p:cNvSpPr>
              <a:spLocks/>
            </p:cNvSpPr>
            <p:nvPr/>
          </p:nvSpPr>
          <p:spPr bwMode="auto">
            <a:xfrm>
              <a:off x="1343" y="2118"/>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1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20" y="3"/>
                  </a:lnTo>
                  <a:lnTo>
                    <a:pt x="195" y="9"/>
                  </a:lnTo>
                  <a:lnTo>
                    <a:pt x="172" y="19"/>
                  </a:lnTo>
                  <a:lnTo>
                    <a:pt x="149" y="34"/>
                  </a:lnTo>
                  <a:lnTo>
                    <a:pt x="127" y="53"/>
                  </a:lnTo>
                  <a:lnTo>
                    <a:pt x="108" y="75"/>
                  </a:lnTo>
                  <a:lnTo>
                    <a:pt x="90" y="99"/>
                  </a:lnTo>
                  <a:lnTo>
                    <a:pt x="71" y="126"/>
                  </a:lnTo>
                  <a:lnTo>
                    <a:pt x="56" y="158"/>
                  </a:lnTo>
                  <a:lnTo>
                    <a:pt x="41" y="190"/>
                  </a:lnTo>
                  <a:lnTo>
                    <a:pt x="30" y="224"/>
                  </a:lnTo>
                  <a:lnTo>
                    <a:pt x="19" y="262"/>
                  </a:lnTo>
                  <a:lnTo>
                    <a:pt x="11" y="301"/>
                  </a:lnTo>
                  <a:lnTo>
                    <a:pt x="5" y="340"/>
                  </a:lnTo>
                  <a:lnTo>
                    <a:pt x="2" y="384"/>
                  </a:lnTo>
                  <a:lnTo>
                    <a:pt x="0" y="426"/>
                  </a:lnTo>
                  <a:lnTo>
                    <a:pt x="12" y="426"/>
                  </a:lnTo>
                  <a:lnTo>
                    <a:pt x="13" y="384"/>
                  </a:lnTo>
                  <a:lnTo>
                    <a:pt x="17" y="343"/>
                  </a:lnTo>
                  <a:lnTo>
                    <a:pt x="23" y="303"/>
                  </a:lnTo>
                  <a:lnTo>
                    <a:pt x="31" y="264"/>
                  </a:lnTo>
                  <a:lnTo>
                    <a:pt x="41" y="229"/>
                  </a:lnTo>
                  <a:lnTo>
                    <a:pt x="53" y="195"/>
                  </a:lnTo>
                  <a:lnTo>
                    <a:pt x="67" y="162"/>
                  </a:lnTo>
                  <a:lnTo>
                    <a:pt x="82" y="133"/>
                  </a:lnTo>
                  <a:lnTo>
                    <a:pt x="99" y="106"/>
                  </a:lnTo>
                  <a:lnTo>
                    <a:pt x="118" y="83"/>
                  </a:lnTo>
                  <a:lnTo>
                    <a:pt x="136" y="63"/>
                  </a:lnTo>
                  <a:lnTo>
                    <a:pt x="156" y="44"/>
                  </a:lnTo>
                  <a:lnTo>
                    <a:pt x="179" y="31"/>
                  </a:lnTo>
                  <a:lnTo>
                    <a:pt x="200" y="20"/>
                  </a:lnTo>
                  <a:lnTo>
                    <a:pt x="222" y="15"/>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9682" name="Freeform 64"/>
            <p:cNvSpPr>
              <a:spLocks/>
            </p:cNvSpPr>
            <p:nvPr/>
          </p:nvSpPr>
          <p:spPr bwMode="auto">
            <a:xfrm>
              <a:off x="1384" y="1859"/>
              <a:ext cx="49" cy="84"/>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1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3" y="382"/>
                  </a:lnTo>
                  <a:lnTo>
                    <a:pt x="240" y="339"/>
                  </a:lnTo>
                  <a:lnTo>
                    <a:pt x="234" y="299"/>
                  </a:lnTo>
                  <a:lnTo>
                    <a:pt x="226" y="261"/>
                  </a:lnTo>
                  <a:lnTo>
                    <a:pt x="215" y="222"/>
                  </a:lnTo>
                  <a:lnTo>
                    <a:pt x="204" y="188"/>
                  </a:lnTo>
                  <a:lnTo>
                    <a:pt x="189" y="156"/>
                  </a:lnTo>
                  <a:lnTo>
                    <a:pt x="173" y="125"/>
                  </a:lnTo>
                  <a:lnTo>
                    <a:pt x="155" y="98"/>
                  </a:lnTo>
                  <a:lnTo>
                    <a:pt x="138" y="74"/>
                  </a:lnTo>
                  <a:lnTo>
                    <a:pt x="118" y="51"/>
                  </a:lnTo>
                  <a:lnTo>
                    <a:pt x="96" y="34"/>
                  </a:lnTo>
                  <a:lnTo>
                    <a:pt x="73" y="18"/>
                  </a:lnTo>
                  <a:lnTo>
                    <a:pt x="50" y="8"/>
                  </a:lnTo>
                  <a:lnTo>
                    <a:pt x="25" y="2"/>
                  </a:lnTo>
                  <a:lnTo>
                    <a:pt x="0" y="0"/>
                  </a:lnTo>
                  <a:lnTo>
                    <a:pt x="0" y="11"/>
                  </a:lnTo>
                  <a:lnTo>
                    <a:pt x="23" y="14"/>
                  </a:lnTo>
                  <a:lnTo>
                    <a:pt x="45" y="20"/>
                  </a:lnTo>
                  <a:lnTo>
                    <a:pt x="66" y="30"/>
                  </a:lnTo>
                  <a:lnTo>
                    <a:pt x="89" y="43"/>
                  </a:lnTo>
                  <a:lnTo>
                    <a:pt x="109" y="61"/>
                  </a:lnTo>
                  <a:lnTo>
                    <a:pt x="129" y="81"/>
                  </a:lnTo>
                  <a:lnTo>
                    <a:pt x="146" y="105"/>
                  </a:lnTo>
                  <a:lnTo>
                    <a:pt x="164" y="132"/>
                  </a:lnTo>
                  <a:lnTo>
                    <a:pt x="178" y="160"/>
                  </a:lnTo>
                  <a:lnTo>
                    <a:pt x="192" y="193"/>
                  </a:lnTo>
                  <a:lnTo>
                    <a:pt x="204" y="227"/>
                  </a:lnTo>
                  <a:lnTo>
                    <a:pt x="214" y="264"/>
                  </a:lnTo>
                  <a:lnTo>
                    <a:pt x="222" y="301"/>
                  </a:lnTo>
                  <a:lnTo>
                    <a:pt x="228"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9683" name="Freeform 65"/>
            <p:cNvSpPr>
              <a:spLocks/>
            </p:cNvSpPr>
            <p:nvPr/>
          </p:nvSpPr>
          <p:spPr bwMode="auto">
            <a:xfrm>
              <a:off x="1384" y="1943"/>
              <a:ext cx="49" cy="86"/>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5" y="423"/>
                  </a:lnTo>
                  <a:lnTo>
                    <a:pt x="50" y="418"/>
                  </a:lnTo>
                  <a:lnTo>
                    <a:pt x="73" y="407"/>
                  </a:lnTo>
                  <a:lnTo>
                    <a:pt x="96" y="392"/>
                  </a:lnTo>
                  <a:lnTo>
                    <a:pt x="118" y="374"/>
                  </a:lnTo>
                  <a:lnTo>
                    <a:pt x="138" y="352"/>
                  </a:lnTo>
                  <a:lnTo>
                    <a:pt x="155" y="327"/>
                  </a:lnTo>
                  <a:lnTo>
                    <a:pt x="174" y="300"/>
                  </a:lnTo>
                  <a:lnTo>
                    <a:pt x="189" y="269"/>
                  </a:lnTo>
                  <a:lnTo>
                    <a:pt x="204" y="237"/>
                  </a:lnTo>
                  <a:lnTo>
                    <a:pt x="215" y="202"/>
                  </a:lnTo>
                  <a:lnTo>
                    <a:pt x="226" y="164"/>
                  </a:lnTo>
                  <a:lnTo>
                    <a:pt x="234" y="126"/>
                  </a:lnTo>
                  <a:lnTo>
                    <a:pt x="240" y="86"/>
                  </a:lnTo>
                  <a:lnTo>
                    <a:pt x="243" y="42"/>
                  </a:lnTo>
                  <a:lnTo>
                    <a:pt x="245" y="0"/>
                  </a:lnTo>
                  <a:lnTo>
                    <a:pt x="233" y="0"/>
                  </a:lnTo>
                  <a:lnTo>
                    <a:pt x="232" y="42"/>
                  </a:lnTo>
                  <a:lnTo>
                    <a:pt x="228" y="83"/>
                  </a:lnTo>
                  <a:lnTo>
                    <a:pt x="222" y="123"/>
                  </a:lnTo>
                  <a:lnTo>
                    <a:pt x="214" y="162"/>
                  </a:lnTo>
                  <a:lnTo>
                    <a:pt x="204" y="197"/>
                  </a:lnTo>
                  <a:lnTo>
                    <a:pt x="192" y="232"/>
                  </a:lnTo>
                  <a:lnTo>
                    <a:pt x="178" y="264"/>
                  </a:lnTo>
                  <a:lnTo>
                    <a:pt x="163" y="293"/>
                  </a:lnTo>
                  <a:lnTo>
                    <a:pt x="146" y="320"/>
                  </a:lnTo>
                  <a:lnTo>
                    <a:pt x="129" y="345"/>
                  </a:lnTo>
                  <a:lnTo>
                    <a:pt x="109" y="365"/>
                  </a:lnTo>
                  <a:lnTo>
                    <a:pt x="89" y="382"/>
                  </a:lnTo>
                  <a:lnTo>
                    <a:pt x="66" y="395"/>
                  </a:lnTo>
                  <a:lnTo>
                    <a:pt x="45" y="406"/>
                  </a:lnTo>
                  <a:lnTo>
                    <a:pt x="23"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9684" name="Freeform 66"/>
            <p:cNvSpPr>
              <a:spLocks/>
            </p:cNvSpPr>
            <p:nvPr/>
          </p:nvSpPr>
          <p:spPr bwMode="auto">
            <a:xfrm>
              <a:off x="1335" y="1943"/>
              <a:ext cx="49" cy="86"/>
            </a:xfrm>
            <a:custGeom>
              <a:avLst/>
              <a:gdLst>
                <a:gd name="T0" fmla="*/ 0 w 246"/>
                <a:gd name="T1" fmla="*/ 0 h 426"/>
                <a:gd name="T2" fmla="*/ 0 w 246"/>
                <a:gd name="T3" fmla="*/ 0 h 426"/>
                <a:gd name="T4" fmla="*/ 0 w 246"/>
                <a:gd name="T5" fmla="*/ 0 h 426"/>
                <a:gd name="T6" fmla="*/ 0 w 246"/>
                <a:gd name="T7" fmla="*/ 1 h 426"/>
                <a:gd name="T8" fmla="*/ 0 w 246"/>
                <a:gd name="T9" fmla="*/ 1 h 426"/>
                <a:gd name="T10" fmla="*/ 0 w 246"/>
                <a:gd name="T11" fmla="*/ 1 h 426"/>
                <a:gd name="T12" fmla="*/ 0 w 246"/>
                <a:gd name="T13" fmla="*/ 2 h 426"/>
                <a:gd name="T14" fmla="*/ 0 w 246"/>
                <a:gd name="T15" fmla="*/ 2 h 426"/>
                <a:gd name="T16" fmla="*/ 0 w 246"/>
                <a:gd name="T17" fmla="*/ 2 h 426"/>
                <a:gd name="T18" fmla="*/ 1 w 246"/>
                <a:gd name="T19" fmla="*/ 2 h 426"/>
                <a:gd name="T20" fmla="*/ 1 w 246"/>
                <a:gd name="T21" fmla="*/ 3 h 426"/>
                <a:gd name="T22" fmla="*/ 1 w 246"/>
                <a:gd name="T23" fmla="*/ 3 h 426"/>
                <a:gd name="T24" fmla="*/ 1 w 246"/>
                <a:gd name="T25" fmla="*/ 3 h 426"/>
                <a:gd name="T26" fmla="*/ 1 w 246"/>
                <a:gd name="T27" fmla="*/ 3 h 426"/>
                <a:gd name="T28" fmla="*/ 1 w 246"/>
                <a:gd name="T29" fmla="*/ 3 h 426"/>
                <a:gd name="T30" fmla="*/ 2 w 246"/>
                <a:gd name="T31" fmla="*/ 3 h 426"/>
                <a:gd name="T32" fmla="*/ 2 w 246"/>
                <a:gd name="T33" fmla="*/ 3 h 426"/>
                <a:gd name="T34" fmla="*/ 2 w 246"/>
                <a:gd name="T35" fmla="*/ 3 h 426"/>
                <a:gd name="T36" fmla="*/ 2 w 246"/>
                <a:gd name="T37" fmla="*/ 3 h 426"/>
                <a:gd name="T38" fmla="*/ 2 w 246"/>
                <a:gd name="T39" fmla="*/ 3 h 426"/>
                <a:gd name="T40" fmla="*/ 2 w 246"/>
                <a:gd name="T41" fmla="*/ 3 h 426"/>
                <a:gd name="T42" fmla="*/ 1 w 246"/>
                <a:gd name="T43" fmla="*/ 3 h 426"/>
                <a:gd name="T44" fmla="*/ 1 w 246"/>
                <a:gd name="T45" fmla="*/ 3 h 426"/>
                <a:gd name="T46" fmla="*/ 1 w 246"/>
                <a:gd name="T47" fmla="*/ 3 h 426"/>
                <a:gd name="T48" fmla="*/ 1 w 246"/>
                <a:gd name="T49" fmla="*/ 3 h 426"/>
                <a:gd name="T50" fmla="*/ 1 w 246"/>
                <a:gd name="T51" fmla="*/ 3 h 426"/>
                <a:gd name="T52" fmla="*/ 1 w 246"/>
                <a:gd name="T53" fmla="*/ 2 h 426"/>
                <a:gd name="T54" fmla="*/ 1 w 246"/>
                <a:gd name="T55" fmla="*/ 2 h 426"/>
                <a:gd name="T56" fmla="*/ 0 w 246"/>
                <a:gd name="T57" fmla="*/ 2 h 426"/>
                <a:gd name="T58" fmla="*/ 0 w 246"/>
                <a:gd name="T59" fmla="*/ 2 h 426"/>
                <a:gd name="T60" fmla="*/ 0 w 246"/>
                <a:gd name="T61" fmla="*/ 1 h 426"/>
                <a:gd name="T62" fmla="*/ 0 w 246"/>
                <a:gd name="T63" fmla="*/ 1 h 426"/>
                <a:gd name="T64" fmla="*/ 0 w 246"/>
                <a:gd name="T65" fmla="*/ 1 h 426"/>
                <a:gd name="T66" fmla="*/ 0 w 246"/>
                <a:gd name="T67" fmla="*/ 0 h 426"/>
                <a:gd name="T68" fmla="*/ 0 w 246"/>
                <a:gd name="T69" fmla="*/ 0 h 426"/>
                <a:gd name="T70" fmla="*/ 0 w 246"/>
                <a:gd name="T71" fmla="*/ 0 h 426"/>
                <a:gd name="T72" fmla="*/ 0 w 246"/>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0"/>
                  </a:moveTo>
                  <a:lnTo>
                    <a:pt x="0" y="0"/>
                  </a:lnTo>
                  <a:lnTo>
                    <a:pt x="1" y="42"/>
                  </a:lnTo>
                  <a:lnTo>
                    <a:pt x="4" y="86"/>
                  </a:lnTo>
                  <a:lnTo>
                    <a:pt x="10" y="126"/>
                  </a:lnTo>
                  <a:lnTo>
                    <a:pt x="18" y="164"/>
                  </a:lnTo>
                  <a:lnTo>
                    <a:pt x="29" y="202"/>
                  </a:lnTo>
                  <a:lnTo>
                    <a:pt x="41" y="237"/>
                  </a:lnTo>
                  <a:lnTo>
                    <a:pt x="55" y="269"/>
                  </a:lnTo>
                  <a:lnTo>
                    <a:pt x="71" y="300"/>
                  </a:lnTo>
                  <a:lnTo>
                    <a:pt x="89" y="327"/>
                  </a:lnTo>
                  <a:lnTo>
                    <a:pt x="107" y="352"/>
                  </a:lnTo>
                  <a:lnTo>
                    <a:pt x="127" y="374"/>
                  </a:lnTo>
                  <a:lnTo>
                    <a:pt x="150" y="392"/>
                  </a:lnTo>
                  <a:lnTo>
                    <a:pt x="171" y="407"/>
                  </a:lnTo>
                  <a:lnTo>
                    <a:pt x="195" y="418"/>
                  </a:lnTo>
                  <a:lnTo>
                    <a:pt x="220" y="423"/>
                  </a:lnTo>
                  <a:lnTo>
                    <a:pt x="246" y="426"/>
                  </a:lnTo>
                  <a:lnTo>
                    <a:pt x="246" y="414"/>
                  </a:lnTo>
                  <a:lnTo>
                    <a:pt x="222" y="412"/>
                  </a:lnTo>
                  <a:lnTo>
                    <a:pt x="200" y="406"/>
                  </a:lnTo>
                  <a:lnTo>
                    <a:pt x="178" y="395"/>
                  </a:lnTo>
                  <a:lnTo>
                    <a:pt x="157" y="382"/>
                  </a:lnTo>
                  <a:lnTo>
                    <a:pt x="137" y="365"/>
                  </a:lnTo>
                  <a:lnTo>
                    <a:pt x="117" y="345"/>
                  </a:lnTo>
                  <a:lnTo>
                    <a:pt x="98" y="320"/>
                  </a:lnTo>
                  <a:lnTo>
                    <a:pt x="83" y="293"/>
                  </a:lnTo>
                  <a:lnTo>
                    <a:pt x="66" y="264"/>
                  </a:lnTo>
                  <a:lnTo>
                    <a:pt x="52" y="232"/>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9685" name="Freeform 67"/>
            <p:cNvSpPr>
              <a:spLocks/>
            </p:cNvSpPr>
            <p:nvPr/>
          </p:nvSpPr>
          <p:spPr bwMode="auto">
            <a:xfrm>
              <a:off x="1335" y="1859"/>
              <a:ext cx="49" cy="84"/>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1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0" y="2"/>
                  </a:lnTo>
                  <a:lnTo>
                    <a:pt x="195" y="8"/>
                  </a:lnTo>
                  <a:lnTo>
                    <a:pt x="171" y="18"/>
                  </a:lnTo>
                  <a:lnTo>
                    <a:pt x="150" y="34"/>
                  </a:lnTo>
                  <a:lnTo>
                    <a:pt x="127" y="51"/>
                  </a:lnTo>
                  <a:lnTo>
                    <a:pt x="107" y="74"/>
                  </a:lnTo>
                  <a:lnTo>
                    <a:pt x="89" y="98"/>
                  </a:lnTo>
                  <a:lnTo>
                    <a:pt x="72" y="125"/>
                  </a:lnTo>
                  <a:lnTo>
                    <a:pt x="55" y="156"/>
                  </a:lnTo>
                  <a:lnTo>
                    <a:pt x="41" y="188"/>
                  </a:lnTo>
                  <a:lnTo>
                    <a:pt x="29" y="222"/>
                  </a:lnTo>
                  <a:lnTo>
                    <a:pt x="18" y="261"/>
                  </a:lnTo>
                  <a:lnTo>
                    <a:pt x="10" y="299"/>
                  </a:lnTo>
                  <a:lnTo>
                    <a:pt x="4" y="339"/>
                  </a:lnTo>
                  <a:lnTo>
                    <a:pt x="1" y="382"/>
                  </a:lnTo>
                  <a:lnTo>
                    <a:pt x="0" y="424"/>
                  </a:lnTo>
                  <a:lnTo>
                    <a:pt x="11" y="424"/>
                  </a:lnTo>
                  <a:lnTo>
                    <a:pt x="13" y="382"/>
                  </a:lnTo>
                  <a:lnTo>
                    <a:pt x="16" y="341"/>
                  </a:lnTo>
                  <a:lnTo>
                    <a:pt x="22" y="301"/>
                  </a:lnTo>
                  <a:lnTo>
                    <a:pt x="30" y="264"/>
                  </a:lnTo>
                  <a:lnTo>
                    <a:pt x="41" y="227"/>
                  </a:lnTo>
                  <a:lnTo>
                    <a:pt x="52" y="193"/>
                  </a:lnTo>
                  <a:lnTo>
                    <a:pt x="66" y="160"/>
                  </a:lnTo>
                  <a:lnTo>
                    <a:pt x="82" y="132"/>
                  </a:lnTo>
                  <a:lnTo>
                    <a:pt x="98" y="105"/>
                  </a:lnTo>
                  <a:lnTo>
                    <a:pt x="117" y="81"/>
                  </a:lnTo>
                  <a:lnTo>
                    <a:pt x="137" y="61"/>
                  </a:lnTo>
                  <a:lnTo>
                    <a:pt x="157" y="43"/>
                  </a:lnTo>
                  <a:lnTo>
                    <a:pt x="178" y="30"/>
                  </a:lnTo>
                  <a:lnTo>
                    <a:pt x="200" y="20"/>
                  </a:lnTo>
                  <a:lnTo>
                    <a:pt x="222" y="14"/>
                  </a:lnTo>
                  <a:lnTo>
                    <a:pt x="246" y="11"/>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9686" name="Freeform 68"/>
            <p:cNvSpPr>
              <a:spLocks/>
            </p:cNvSpPr>
            <p:nvPr/>
          </p:nvSpPr>
          <p:spPr bwMode="auto">
            <a:xfrm>
              <a:off x="1552" y="1751"/>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1" y="339"/>
                  </a:lnTo>
                  <a:lnTo>
                    <a:pt x="235" y="299"/>
                  </a:lnTo>
                  <a:lnTo>
                    <a:pt x="226" y="261"/>
                  </a:lnTo>
                  <a:lnTo>
                    <a:pt x="216" y="223"/>
                  </a:lnTo>
                  <a:lnTo>
                    <a:pt x="204" y="189"/>
                  </a:lnTo>
                  <a:lnTo>
                    <a:pt x="190" y="156"/>
                  </a:lnTo>
                  <a:lnTo>
                    <a:pt x="174" y="125"/>
                  </a:lnTo>
                  <a:lnTo>
                    <a:pt x="156" y="98"/>
                  </a:lnTo>
                  <a:lnTo>
                    <a:pt x="137" y="74"/>
                  </a:lnTo>
                  <a:lnTo>
                    <a:pt x="119" y="52"/>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8" y="81"/>
                  </a:lnTo>
                  <a:lnTo>
                    <a:pt x="147" y="105"/>
                  </a:lnTo>
                  <a:lnTo>
                    <a:pt x="164" y="132"/>
                  </a:lnTo>
                  <a:lnTo>
                    <a:pt x="178" y="161"/>
                  </a:lnTo>
                  <a:lnTo>
                    <a:pt x="193" y="193"/>
                  </a:lnTo>
                  <a:lnTo>
                    <a:pt x="204" y="227"/>
                  </a:lnTo>
                  <a:lnTo>
                    <a:pt x="215" y="264"/>
                  </a:lnTo>
                  <a:lnTo>
                    <a:pt x="223" y="301"/>
                  </a:lnTo>
                  <a:lnTo>
                    <a:pt x="229" y="341"/>
                  </a:lnTo>
                  <a:lnTo>
                    <a:pt x="232" y="382"/>
                  </a:lnTo>
                  <a:lnTo>
                    <a:pt x="234"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9687" name="Freeform 69"/>
            <p:cNvSpPr>
              <a:spLocks/>
            </p:cNvSpPr>
            <p:nvPr/>
          </p:nvSpPr>
          <p:spPr bwMode="auto">
            <a:xfrm>
              <a:off x="1552" y="1836"/>
              <a:ext cx="49" cy="85"/>
            </a:xfrm>
            <a:custGeom>
              <a:avLst/>
              <a:gdLst>
                <a:gd name="T0" fmla="*/ 0 w 245"/>
                <a:gd name="T1" fmla="*/ 3 h 425"/>
                <a:gd name="T2" fmla="*/ 0 w 245"/>
                <a:gd name="T3" fmla="*/ 3 h 425"/>
                <a:gd name="T4" fmla="*/ 0 w 245"/>
                <a:gd name="T5" fmla="*/ 3 h 425"/>
                <a:gd name="T6" fmla="*/ 0 w 245"/>
                <a:gd name="T7" fmla="*/ 3 h 425"/>
                <a:gd name="T8" fmla="*/ 1 w 245"/>
                <a:gd name="T9" fmla="*/ 3 h 425"/>
                <a:gd name="T10" fmla="*/ 1 w 245"/>
                <a:gd name="T11" fmla="*/ 3 h 425"/>
                <a:gd name="T12" fmla="*/ 1 w 245"/>
                <a:gd name="T13" fmla="*/ 3 h 425"/>
                <a:gd name="T14" fmla="*/ 1 w 245"/>
                <a:gd name="T15" fmla="*/ 3 h 425"/>
                <a:gd name="T16" fmla="*/ 1 w 245"/>
                <a:gd name="T17" fmla="*/ 3 h 425"/>
                <a:gd name="T18" fmla="*/ 1 w 245"/>
                <a:gd name="T19" fmla="*/ 2 h 425"/>
                <a:gd name="T20" fmla="*/ 2 w 245"/>
                <a:gd name="T21" fmla="*/ 2 h 425"/>
                <a:gd name="T22" fmla="*/ 2 w 245"/>
                <a:gd name="T23" fmla="*/ 2 h 425"/>
                <a:gd name="T24" fmla="*/ 2 w 245"/>
                <a:gd name="T25" fmla="*/ 2 h 425"/>
                <a:gd name="T26" fmla="*/ 2 w 245"/>
                <a:gd name="T27" fmla="*/ 1 h 425"/>
                <a:gd name="T28" fmla="*/ 2 w 245"/>
                <a:gd name="T29" fmla="*/ 1 h 425"/>
                <a:gd name="T30" fmla="*/ 2 w 245"/>
                <a:gd name="T31" fmla="*/ 1 h 425"/>
                <a:gd name="T32" fmla="*/ 2 w 245"/>
                <a:gd name="T33" fmla="*/ 0 h 425"/>
                <a:gd name="T34" fmla="*/ 2 w 245"/>
                <a:gd name="T35" fmla="*/ 0 h 425"/>
                <a:gd name="T36" fmla="*/ 2 w 245"/>
                <a:gd name="T37" fmla="*/ 0 h 425"/>
                <a:gd name="T38" fmla="*/ 2 w 245"/>
                <a:gd name="T39" fmla="*/ 0 h 425"/>
                <a:gd name="T40" fmla="*/ 2 w 245"/>
                <a:gd name="T41" fmla="*/ 1 h 425"/>
                <a:gd name="T42" fmla="*/ 2 w 245"/>
                <a:gd name="T43" fmla="*/ 1 h 425"/>
                <a:gd name="T44" fmla="*/ 2 w 245"/>
                <a:gd name="T45" fmla="*/ 1 h 425"/>
                <a:gd name="T46" fmla="*/ 2 w 245"/>
                <a:gd name="T47" fmla="*/ 2 h 425"/>
                <a:gd name="T48" fmla="*/ 2 w 245"/>
                <a:gd name="T49" fmla="*/ 2 h 425"/>
                <a:gd name="T50" fmla="*/ 1 w 245"/>
                <a:gd name="T51" fmla="*/ 2 h 425"/>
                <a:gd name="T52" fmla="*/ 1 w 245"/>
                <a:gd name="T53" fmla="*/ 2 h 425"/>
                <a:gd name="T54" fmla="*/ 1 w 245"/>
                <a:gd name="T55" fmla="*/ 3 h 425"/>
                <a:gd name="T56" fmla="*/ 1 w 245"/>
                <a:gd name="T57" fmla="*/ 3 h 425"/>
                <a:gd name="T58" fmla="*/ 1 w 245"/>
                <a:gd name="T59" fmla="*/ 3 h 425"/>
                <a:gd name="T60" fmla="*/ 1 w 245"/>
                <a:gd name="T61" fmla="*/ 3 h 425"/>
                <a:gd name="T62" fmla="*/ 1 w 245"/>
                <a:gd name="T63" fmla="*/ 3 h 425"/>
                <a:gd name="T64" fmla="*/ 0 w 245"/>
                <a:gd name="T65" fmla="*/ 3 h 425"/>
                <a:gd name="T66" fmla="*/ 0 w 245"/>
                <a:gd name="T67" fmla="*/ 3 h 425"/>
                <a:gd name="T68" fmla="*/ 0 w 245"/>
                <a:gd name="T69" fmla="*/ 3 h 425"/>
                <a:gd name="T70" fmla="*/ 0 w 245"/>
                <a:gd name="T71" fmla="*/ 3 h 425"/>
                <a:gd name="T72" fmla="*/ 0 w 245"/>
                <a:gd name="T73" fmla="*/ 3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5"/>
                <a:gd name="T113" fmla="*/ 245 w 245"/>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5">
                  <a:moveTo>
                    <a:pt x="0" y="425"/>
                  </a:moveTo>
                  <a:lnTo>
                    <a:pt x="0" y="425"/>
                  </a:lnTo>
                  <a:lnTo>
                    <a:pt x="26" y="422"/>
                  </a:lnTo>
                  <a:lnTo>
                    <a:pt x="51" y="417"/>
                  </a:lnTo>
                  <a:lnTo>
                    <a:pt x="74" y="406"/>
                  </a:lnTo>
                  <a:lnTo>
                    <a:pt x="96" y="391"/>
                  </a:lnTo>
                  <a:lnTo>
                    <a:pt x="119" y="373"/>
                  </a:lnTo>
                  <a:lnTo>
                    <a:pt x="137" y="351"/>
                  </a:lnTo>
                  <a:lnTo>
                    <a:pt x="156" y="326"/>
                  </a:lnTo>
                  <a:lnTo>
                    <a:pt x="174" y="299"/>
                  </a:lnTo>
                  <a:lnTo>
                    <a:pt x="190" y="269"/>
                  </a:lnTo>
                  <a:lnTo>
                    <a:pt x="204" y="236"/>
                  </a:lnTo>
                  <a:lnTo>
                    <a:pt x="216" y="202"/>
                  </a:lnTo>
                  <a:lnTo>
                    <a:pt x="226" y="163"/>
                  </a:lnTo>
                  <a:lnTo>
                    <a:pt x="235" y="126"/>
                  </a:lnTo>
                  <a:lnTo>
                    <a:pt x="241" y="86"/>
                  </a:lnTo>
                  <a:lnTo>
                    <a:pt x="244" y="43"/>
                  </a:lnTo>
                  <a:lnTo>
                    <a:pt x="245" y="0"/>
                  </a:lnTo>
                  <a:lnTo>
                    <a:pt x="234" y="0"/>
                  </a:lnTo>
                  <a:lnTo>
                    <a:pt x="232" y="43"/>
                  </a:lnTo>
                  <a:lnTo>
                    <a:pt x="229" y="84"/>
                  </a:lnTo>
                  <a:lnTo>
                    <a:pt x="223" y="123"/>
                  </a:lnTo>
                  <a:lnTo>
                    <a:pt x="215" y="161"/>
                  </a:lnTo>
                  <a:lnTo>
                    <a:pt x="204" y="197"/>
                  </a:lnTo>
                  <a:lnTo>
                    <a:pt x="193" y="231"/>
                  </a:lnTo>
                  <a:lnTo>
                    <a:pt x="178" y="264"/>
                  </a:lnTo>
                  <a:lnTo>
                    <a:pt x="164" y="292"/>
                  </a:lnTo>
                  <a:lnTo>
                    <a:pt x="147" y="319"/>
                  </a:lnTo>
                  <a:lnTo>
                    <a:pt x="128" y="344"/>
                  </a:lnTo>
                  <a:lnTo>
                    <a:pt x="109" y="364"/>
                  </a:lnTo>
                  <a:lnTo>
                    <a:pt x="89" y="381"/>
                  </a:lnTo>
                  <a:lnTo>
                    <a:pt x="67" y="394"/>
                  </a:lnTo>
                  <a:lnTo>
                    <a:pt x="46" y="405"/>
                  </a:lnTo>
                  <a:lnTo>
                    <a:pt x="24" y="411"/>
                  </a:lnTo>
                  <a:lnTo>
                    <a:pt x="0" y="413"/>
                  </a:lnTo>
                  <a:lnTo>
                    <a:pt x="0" y="425"/>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9688" name="Freeform 70"/>
            <p:cNvSpPr>
              <a:spLocks/>
            </p:cNvSpPr>
            <p:nvPr/>
          </p:nvSpPr>
          <p:spPr bwMode="auto">
            <a:xfrm>
              <a:off x="1502" y="1836"/>
              <a:ext cx="50" cy="85"/>
            </a:xfrm>
            <a:custGeom>
              <a:avLst/>
              <a:gdLst>
                <a:gd name="T0" fmla="*/ 0 w 246"/>
                <a:gd name="T1" fmla="*/ 0 h 425"/>
                <a:gd name="T2" fmla="*/ 0 w 246"/>
                <a:gd name="T3" fmla="*/ 0 h 425"/>
                <a:gd name="T4" fmla="*/ 0 w 246"/>
                <a:gd name="T5" fmla="*/ 0 h 425"/>
                <a:gd name="T6" fmla="*/ 0 w 246"/>
                <a:gd name="T7" fmla="*/ 1 h 425"/>
                <a:gd name="T8" fmla="*/ 0 w 246"/>
                <a:gd name="T9" fmla="*/ 1 h 425"/>
                <a:gd name="T10" fmla="*/ 0 w 246"/>
                <a:gd name="T11" fmla="*/ 1 h 425"/>
                <a:gd name="T12" fmla="*/ 0 w 246"/>
                <a:gd name="T13" fmla="*/ 2 h 425"/>
                <a:gd name="T14" fmla="*/ 0 w 246"/>
                <a:gd name="T15" fmla="*/ 2 h 425"/>
                <a:gd name="T16" fmla="*/ 0 w 246"/>
                <a:gd name="T17" fmla="*/ 2 h 425"/>
                <a:gd name="T18" fmla="*/ 1 w 246"/>
                <a:gd name="T19" fmla="*/ 2 h 425"/>
                <a:gd name="T20" fmla="*/ 1 w 246"/>
                <a:gd name="T21" fmla="*/ 3 h 425"/>
                <a:gd name="T22" fmla="*/ 1 w 246"/>
                <a:gd name="T23" fmla="*/ 3 h 425"/>
                <a:gd name="T24" fmla="*/ 1 w 246"/>
                <a:gd name="T25" fmla="*/ 3 h 425"/>
                <a:gd name="T26" fmla="*/ 1 w 246"/>
                <a:gd name="T27" fmla="*/ 3 h 425"/>
                <a:gd name="T28" fmla="*/ 1 w 246"/>
                <a:gd name="T29" fmla="*/ 3 h 425"/>
                <a:gd name="T30" fmla="*/ 2 w 246"/>
                <a:gd name="T31" fmla="*/ 3 h 425"/>
                <a:gd name="T32" fmla="*/ 2 w 246"/>
                <a:gd name="T33" fmla="*/ 3 h 425"/>
                <a:gd name="T34" fmla="*/ 2 w 246"/>
                <a:gd name="T35" fmla="*/ 3 h 425"/>
                <a:gd name="T36" fmla="*/ 2 w 246"/>
                <a:gd name="T37" fmla="*/ 3 h 425"/>
                <a:gd name="T38" fmla="*/ 2 w 246"/>
                <a:gd name="T39" fmla="*/ 3 h 425"/>
                <a:gd name="T40" fmla="*/ 2 w 246"/>
                <a:gd name="T41" fmla="*/ 3 h 425"/>
                <a:gd name="T42" fmla="*/ 1 w 246"/>
                <a:gd name="T43" fmla="*/ 3 h 425"/>
                <a:gd name="T44" fmla="*/ 1 w 246"/>
                <a:gd name="T45" fmla="*/ 3 h 425"/>
                <a:gd name="T46" fmla="*/ 1 w 246"/>
                <a:gd name="T47" fmla="*/ 3 h 425"/>
                <a:gd name="T48" fmla="*/ 1 w 246"/>
                <a:gd name="T49" fmla="*/ 3 h 425"/>
                <a:gd name="T50" fmla="*/ 1 w 246"/>
                <a:gd name="T51" fmla="*/ 3 h 425"/>
                <a:gd name="T52" fmla="*/ 1 w 246"/>
                <a:gd name="T53" fmla="*/ 2 h 425"/>
                <a:gd name="T54" fmla="*/ 1 w 246"/>
                <a:gd name="T55" fmla="*/ 2 h 425"/>
                <a:gd name="T56" fmla="*/ 0 w 246"/>
                <a:gd name="T57" fmla="*/ 2 h 425"/>
                <a:gd name="T58" fmla="*/ 0 w 246"/>
                <a:gd name="T59" fmla="*/ 2 h 425"/>
                <a:gd name="T60" fmla="*/ 0 w 246"/>
                <a:gd name="T61" fmla="*/ 1 h 425"/>
                <a:gd name="T62" fmla="*/ 0 w 246"/>
                <a:gd name="T63" fmla="*/ 1 h 425"/>
                <a:gd name="T64" fmla="*/ 0 w 246"/>
                <a:gd name="T65" fmla="*/ 1 h 425"/>
                <a:gd name="T66" fmla="*/ 0 w 246"/>
                <a:gd name="T67" fmla="*/ 0 h 425"/>
                <a:gd name="T68" fmla="*/ 0 w 246"/>
                <a:gd name="T69" fmla="*/ 0 h 425"/>
                <a:gd name="T70" fmla="*/ 0 w 246"/>
                <a:gd name="T71" fmla="*/ 0 h 425"/>
                <a:gd name="T72" fmla="*/ 0 w 246"/>
                <a:gd name="T73" fmla="*/ 0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5"/>
                <a:gd name="T113" fmla="*/ 246 w 246"/>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5">
                  <a:moveTo>
                    <a:pt x="0" y="0"/>
                  </a:moveTo>
                  <a:lnTo>
                    <a:pt x="0" y="0"/>
                  </a:lnTo>
                  <a:lnTo>
                    <a:pt x="2" y="43"/>
                  </a:lnTo>
                  <a:lnTo>
                    <a:pt x="5" y="86"/>
                  </a:lnTo>
                  <a:lnTo>
                    <a:pt x="11" y="126"/>
                  </a:lnTo>
                  <a:lnTo>
                    <a:pt x="19" y="163"/>
                  </a:lnTo>
                  <a:lnTo>
                    <a:pt x="30" y="202"/>
                  </a:lnTo>
                  <a:lnTo>
                    <a:pt x="41" y="236"/>
                  </a:lnTo>
                  <a:lnTo>
                    <a:pt x="55" y="269"/>
                  </a:lnTo>
                  <a:lnTo>
                    <a:pt x="73" y="299"/>
                  </a:lnTo>
                  <a:lnTo>
                    <a:pt x="89" y="326"/>
                  </a:lnTo>
                  <a:lnTo>
                    <a:pt x="108" y="351"/>
                  </a:lnTo>
                  <a:lnTo>
                    <a:pt x="128" y="373"/>
                  </a:lnTo>
                  <a:lnTo>
                    <a:pt x="150" y="391"/>
                  </a:lnTo>
                  <a:lnTo>
                    <a:pt x="171" y="406"/>
                  </a:lnTo>
                  <a:lnTo>
                    <a:pt x="196" y="417"/>
                  </a:lnTo>
                  <a:lnTo>
                    <a:pt x="221" y="422"/>
                  </a:lnTo>
                  <a:lnTo>
                    <a:pt x="246" y="425"/>
                  </a:lnTo>
                  <a:lnTo>
                    <a:pt x="246" y="413"/>
                  </a:lnTo>
                  <a:lnTo>
                    <a:pt x="223" y="411"/>
                  </a:lnTo>
                  <a:lnTo>
                    <a:pt x="201" y="405"/>
                  </a:lnTo>
                  <a:lnTo>
                    <a:pt x="178" y="394"/>
                  </a:lnTo>
                  <a:lnTo>
                    <a:pt x="157" y="381"/>
                  </a:lnTo>
                  <a:lnTo>
                    <a:pt x="137" y="364"/>
                  </a:lnTo>
                  <a:lnTo>
                    <a:pt x="117" y="344"/>
                  </a:lnTo>
                  <a:lnTo>
                    <a:pt x="99" y="319"/>
                  </a:lnTo>
                  <a:lnTo>
                    <a:pt x="82" y="292"/>
                  </a:lnTo>
                  <a:lnTo>
                    <a:pt x="67" y="264"/>
                  </a:lnTo>
                  <a:lnTo>
                    <a:pt x="53" y="231"/>
                  </a:lnTo>
                  <a:lnTo>
                    <a:pt x="41" y="197"/>
                  </a:lnTo>
                  <a:lnTo>
                    <a:pt x="31" y="161"/>
                  </a:lnTo>
                  <a:lnTo>
                    <a:pt x="23" y="123"/>
                  </a:lnTo>
                  <a:lnTo>
                    <a:pt x="17" y="84"/>
                  </a:lnTo>
                  <a:lnTo>
                    <a:pt x="13" y="4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9689" name="Freeform 71"/>
            <p:cNvSpPr>
              <a:spLocks/>
            </p:cNvSpPr>
            <p:nvPr/>
          </p:nvSpPr>
          <p:spPr bwMode="auto">
            <a:xfrm>
              <a:off x="1502" y="1751"/>
              <a:ext cx="50" cy="85"/>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2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1" y="2"/>
                  </a:lnTo>
                  <a:lnTo>
                    <a:pt x="196" y="8"/>
                  </a:lnTo>
                  <a:lnTo>
                    <a:pt x="171" y="19"/>
                  </a:lnTo>
                  <a:lnTo>
                    <a:pt x="150" y="34"/>
                  </a:lnTo>
                  <a:lnTo>
                    <a:pt x="128" y="52"/>
                  </a:lnTo>
                  <a:lnTo>
                    <a:pt x="108" y="74"/>
                  </a:lnTo>
                  <a:lnTo>
                    <a:pt x="89" y="98"/>
                  </a:lnTo>
                  <a:lnTo>
                    <a:pt x="73" y="125"/>
                  </a:lnTo>
                  <a:lnTo>
                    <a:pt x="55" y="156"/>
                  </a:lnTo>
                  <a:lnTo>
                    <a:pt x="41" y="189"/>
                  </a:lnTo>
                  <a:lnTo>
                    <a:pt x="30" y="223"/>
                  </a:lnTo>
                  <a:lnTo>
                    <a:pt x="19" y="261"/>
                  </a:lnTo>
                  <a:lnTo>
                    <a:pt x="11" y="299"/>
                  </a:lnTo>
                  <a:lnTo>
                    <a:pt x="5" y="339"/>
                  </a:lnTo>
                  <a:lnTo>
                    <a:pt x="2" y="382"/>
                  </a:lnTo>
                  <a:lnTo>
                    <a:pt x="0" y="424"/>
                  </a:lnTo>
                  <a:lnTo>
                    <a:pt x="12" y="424"/>
                  </a:lnTo>
                  <a:lnTo>
                    <a:pt x="13" y="382"/>
                  </a:lnTo>
                  <a:lnTo>
                    <a:pt x="17" y="341"/>
                  </a:lnTo>
                  <a:lnTo>
                    <a:pt x="23" y="301"/>
                  </a:lnTo>
                  <a:lnTo>
                    <a:pt x="31" y="264"/>
                  </a:lnTo>
                  <a:lnTo>
                    <a:pt x="41" y="227"/>
                  </a:lnTo>
                  <a:lnTo>
                    <a:pt x="53" y="193"/>
                  </a:lnTo>
                  <a:lnTo>
                    <a:pt x="67" y="161"/>
                  </a:lnTo>
                  <a:lnTo>
                    <a:pt x="82" y="132"/>
                  </a:lnTo>
                  <a:lnTo>
                    <a:pt x="99" y="105"/>
                  </a:lnTo>
                  <a:lnTo>
                    <a:pt x="117" y="81"/>
                  </a:lnTo>
                  <a:lnTo>
                    <a:pt x="137" y="61"/>
                  </a:lnTo>
                  <a:lnTo>
                    <a:pt x="157" y="43"/>
                  </a:lnTo>
                  <a:lnTo>
                    <a:pt x="178" y="30"/>
                  </a:lnTo>
                  <a:lnTo>
                    <a:pt x="201" y="20"/>
                  </a:lnTo>
                  <a:lnTo>
                    <a:pt x="223" y="14"/>
                  </a:lnTo>
                  <a:lnTo>
                    <a:pt x="246" y="12"/>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9690" name="Freeform 72"/>
            <p:cNvSpPr>
              <a:spLocks/>
            </p:cNvSpPr>
            <p:nvPr/>
          </p:nvSpPr>
          <p:spPr bwMode="auto">
            <a:xfrm>
              <a:off x="1565" y="2016"/>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0" y="339"/>
                  </a:lnTo>
                  <a:lnTo>
                    <a:pt x="234" y="299"/>
                  </a:lnTo>
                  <a:lnTo>
                    <a:pt x="226" y="261"/>
                  </a:lnTo>
                  <a:lnTo>
                    <a:pt x="216" y="223"/>
                  </a:lnTo>
                  <a:lnTo>
                    <a:pt x="204" y="189"/>
                  </a:lnTo>
                  <a:lnTo>
                    <a:pt x="190" y="156"/>
                  </a:lnTo>
                  <a:lnTo>
                    <a:pt x="174" y="125"/>
                  </a:lnTo>
                  <a:lnTo>
                    <a:pt x="156" y="98"/>
                  </a:lnTo>
                  <a:lnTo>
                    <a:pt x="138" y="74"/>
                  </a:lnTo>
                  <a:lnTo>
                    <a:pt x="118" y="51"/>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9" y="81"/>
                  </a:lnTo>
                  <a:lnTo>
                    <a:pt x="147" y="105"/>
                  </a:lnTo>
                  <a:lnTo>
                    <a:pt x="164" y="132"/>
                  </a:lnTo>
                  <a:lnTo>
                    <a:pt x="178" y="160"/>
                  </a:lnTo>
                  <a:lnTo>
                    <a:pt x="192" y="193"/>
                  </a:lnTo>
                  <a:lnTo>
                    <a:pt x="204" y="227"/>
                  </a:lnTo>
                  <a:lnTo>
                    <a:pt x="215" y="264"/>
                  </a:lnTo>
                  <a:lnTo>
                    <a:pt x="223" y="301"/>
                  </a:lnTo>
                  <a:lnTo>
                    <a:pt x="229"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9691" name="Freeform 73"/>
            <p:cNvSpPr>
              <a:spLocks/>
            </p:cNvSpPr>
            <p:nvPr/>
          </p:nvSpPr>
          <p:spPr bwMode="auto">
            <a:xfrm>
              <a:off x="1565" y="2101"/>
              <a:ext cx="49" cy="85"/>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6" y="423"/>
                  </a:lnTo>
                  <a:lnTo>
                    <a:pt x="51" y="418"/>
                  </a:lnTo>
                  <a:lnTo>
                    <a:pt x="74" y="407"/>
                  </a:lnTo>
                  <a:lnTo>
                    <a:pt x="96" y="392"/>
                  </a:lnTo>
                  <a:lnTo>
                    <a:pt x="118" y="373"/>
                  </a:lnTo>
                  <a:lnTo>
                    <a:pt x="138" y="351"/>
                  </a:lnTo>
                  <a:lnTo>
                    <a:pt x="156" y="327"/>
                  </a:lnTo>
                  <a:lnTo>
                    <a:pt x="175" y="299"/>
                  </a:lnTo>
                  <a:lnTo>
                    <a:pt x="190" y="269"/>
                  </a:lnTo>
                  <a:lnTo>
                    <a:pt x="204" y="236"/>
                  </a:lnTo>
                  <a:lnTo>
                    <a:pt x="216" y="202"/>
                  </a:lnTo>
                  <a:lnTo>
                    <a:pt x="226" y="164"/>
                  </a:lnTo>
                  <a:lnTo>
                    <a:pt x="234" y="126"/>
                  </a:lnTo>
                  <a:lnTo>
                    <a:pt x="240" y="86"/>
                  </a:lnTo>
                  <a:lnTo>
                    <a:pt x="244" y="42"/>
                  </a:lnTo>
                  <a:lnTo>
                    <a:pt x="245" y="0"/>
                  </a:lnTo>
                  <a:lnTo>
                    <a:pt x="233" y="0"/>
                  </a:lnTo>
                  <a:lnTo>
                    <a:pt x="232" y="42"/>
                  </a:lnTo>
                  <a:lnTo>
                    <a:pt x="229" y="83"/>
                  </a:lnTo>
                  <a:lnTo>
                    <a:pt x="223" y="123"/>
                  </a:lnTo>
                  <a:lnTo>
                    <a:pt x="215" y="162"/>
                  </a:lnTo>
                  <a:lnTo>
                    <a:pt x="204" y="197"/>
                  </a:lnTo>
                  <a:lnTo>
                    <a:pt x="192" y="231"/>
                  </a:lnTo>
                  <a:lnTo>
                    <a:pt x="178" y="264"/>
                  </a:lnTo>
                  <a:lnTo>
                    <a:pt x="163" y="292"/>
                  </a:lnTo>
                  <a:lnTo>
                    <a:pt x="147" y="320"/>
                  </a:lnTo>
                  <a:lnTo>
                    <a:pt x="129" y="344"/>
                  </a:lnTo>
                  <a:lnTo>
                    <a:pt x="109" y="364"/>
                  </a:lnTo>
                  <a:lnTo>
                    <a:pt x="89" y="382"/>
                  </a:lnTo>
                  <a:lnTo>
                    <a:pt x="67" y="395"/>
                  </a:lnTo>
                  <a:lnTo>
                    <a:pt x="46" y="406"/>
                  </a:lnTo>
                  <a:lnTo>
                    <a:pt x="24"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9692" name="Freeform 74"/>
            <p:cNvSpPr>
              <a:spLocks/>
            </p:cNvSpPr>
            <p:nvPr/>
          </p:nvSpPr>
          <p:spPr bwMode="auto">
            <a:xfrm>
              <a:off x="1516" y="2101"/>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5" y="86"/>
                  </a:lnTo>
                  <a:lnTo>
                    <a:pt x="11" y="126"/>
                  </a:lnTo>
                  <a:lnTo>
                    <a:pt x="19" y="164"/>
                  </a:lnTo>
                  <a:lnTo>
                    <a:pt x="30" y="202"/>
                  </a:lnTo>
                  <a:lnTo>
                    <a:pt x="41" y="236"/>
                  </a:lnTo>
                  <a:lnTo>
                    <a:pt x="55" y="269"/>
                  </a:lnTo>
                  <a:lnTo>
                    <a:pt x="71" y="299"/>
                  </a:lnTo>
                  <a:lnTo>
                    <a:pt x="89" y="327"/>
                  </a:lnTo>
                  <a:lnTo>
                    <a:pt x="107" y="351"/>
                  </a:lnTo>
                  <a:lnTo>
                    <a:pt x="127" y="373"/>
                  </a:lnTo>
                  <a:lnTo>
                    <a:pt x="149" y="392"/>
                  </a:lnTo>
                  <a:lnTo>
                    <a:pt x="171" y="407"/>
                  </a:lnTo>
                  <a:lnTo>
                    <a:pt x="195" y="418"/>
                  </a:lnTo>
                  <a:lnTo>
                    <a:pt x="219" y="423"/>
                  </a:lnTo>
                  <a:lnTo>
                    <a:pt x="245" y="426"/>
                  </a:lnTo>
                  <a:lnTo>
                    <a:pt x="245" y="414"/>
                  </a:lnTo>
                  <a:lnTo>
                    <a:pt x="222" y="412"/>
                  </a:lnTo>
                  <a:lnTo>
                    <a:pt x="199" y="406"/>
                  </a:lnTo>
                  <a:lnTo>
                    <a:pt x="178" y="395"/>
                  </a:lnTo>
                  <a:lnTo>
                    <a:pt x="156" y="382"/>
                  </a:lnTo>
                  <a:lnTo>
                    <a:pt x="136" y="364"/>
                  </a:lnTo>
                  <a:lnTo>
                    <a:pt x="116" y="344"/>
                  </a:lnTo>
                  <a:lnTo>
                    <a:pt x="99" y="320"/>
                  </a:lnTo>
                  <a:lnTo>
                    <a:pt x="82" y="292"/>
                  </a:lnTo>
                  <a:lnTo>
                    <a:pt x="67" y="264"/>
                  </a:lnTo>
                  <a:lnTo>
                    <a:pt x="53" y="231"/>
                  </a:lnTo>
                  <a:lnTo>
                    <a:pt x="41" y="197"/>
                  </a:lnTo>
                  <a:lnTo>
                    <a:pt x="31" y="162"/>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69693" name="Freeform 75"/>
            <p:cNvSpPr>
              <a:spLocks/>
            </p:cNvSpPr>
            <p:nvPr/>
          </p:nvSpPr>
          <p:spPr bwMode="auto">
            <a:xfrm>
              <a:off x="1516" y="2016"/>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5" y="8"/>
                  </a:lnTo>
                  <a:lnTo>
                    <a:pt x="171" y="19"/>
                  </a:lnTo>
                  <a:lnTo>
                    <a:pt x="149" y="34"/>
                  </a:lnTo>
                  <a:lnTo>
                    <a:pt x="127" y="51"/>
                  </a:lnTo>
                  <a:lnTo>
                    <a:pt x="107" y="74"/>
                  </a:lnTo>
                  <a:lnTo>
                    <a:pt x="89" y="98"/>
                  </a:lnTo>
                  <a:lnTo>
                    <a:pt x="72" y="125"/>
                  </a:lnTo>
                  <a:lnTo>
                    <a:pt x="55" y="156"/>
                  </a:lnTo>
                  <a:lnTo>
                    <a:pt x="41" y="189"/>
                  </a:lnTo>
                  <a:lnTo>
                    <a:pt x="30" y="223"/>
                  </a:lnTo>
                  <a:lnTo>
                    <a:pt x="19" y="261"/>
                  </a:lnTo>
                  <a:lnTo>
                    <a:pt x="11" y="299"/>
                  </a:lnTo>
                  <a:lnTo>
                    <a:pt x="5" y="339"/>
                  </a:lnTo>
                  <a:lnTo>
                    <a:pt x="1" y="382"/>
                  </a:lnTo>
                  <a:lnTo>
                    <a:pt x="0" y="424"/>
                  </a:lnTo>
                  <a:lnTo>
                    <a:pt x="12" y="424"/>
                  </a:lnTo>
                  <a:lnTo>
                    <a:pt x="13" y="382"/>
                  </a:lnTo>
                  <a:lnTo>
                    <a:pt x="17" y="341"/>
                  </a:lnTo>
                  <a:lnTo>
                    <a:pt x="23" y="301"/>
                  </a:lnTo>
                  <a:lnTo>
                    <a:pt x="31" y="264"/>
                  </a:lnTo>
                  <a:lnTo>
                    <a:pt x="41" y="227"/>
                  </a:lnTo>
                  <a:lnTo>
                    <a:pt x="53" y="193"/>
                  </a:lnTo>
                  <a:lnTo>
                    <a:pt x="67" y="160"/>
                  </a:lnTo>
                  <a:lnTo>
                    <a:pt x="81" y="132"/>
                  </a:lnTo>
                  <a:lnTo>
                    <a:pt x="99" y="105"/>
                  </a:lnTo>
                  <a:lnTo>
                    <a:pt x="116" y="81"/>
                  </a:lnTo>
                  <a:lnTo>
                    <a:pt x="136" y="61"/>
                  </a:lnTo>
                  <a:lnTo>
                    <a:pt x="156" y="43"/>
                  </a:lnTo>
                  <a:lnTo>
                    <a:pt x="178" y="30"/>
                  </a:lnTo>
                  <a:lnTo>
                    <a:pt x="199" y="20"/>
                  </a:lnTo>
                  <a:lnTo>
                    <a:pt x="222"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sp>
        <p:nvSpPr>
          <p:cNvPr id="69640" name="Rectangle 77"/>
          <p:cNvSpPr>
            <a:spLocks noChangeArrowheads="1"/>
          </p:cNvSpPr>
          <p:nvPr/>
        </p:nvSpPr>
        <p:spPr bwMode="auto">
          <a:xfrm>
            <a:off x="611188" y="0"/>
            <a:ext cx="6388100" cy="6477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3000"/>
              <a:t>Sem. 1 - Mercredi</a:t>
            </a:r>
          </a:p>
        </p:txBody>
      </p:sp>
      <p:sp>
        <p:nvSpPr>
          <p:cNvPr id="69641" name="Text Box 78"/>
          <p:cNvSpPr txBox="1">
            <a:spLocks noChangeArrowheads="1"/>
          </p:cNvSpPr>
          <p:nvPr/>
        </p:nvSpPr>
        <p:spPr bwMode="auto">
          <a:xfrm>
            <a:off x="566738" y="2697163"/>
            <a:ext cx="3217862"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2. Pas de commandes</a:t>
            </a:r>
          </a:p>
        </p:txBody>
      </p:sp>
      <p:sp>
        <p:nvSpPr>
          <p:cNvPr id="69642" name="Text Box 79"/>
          <p:cNvSpPr txBox="1">
            <a:spLocks noChangeArrowheads="1"/>
          </p:cNvSpPr>
          <p:nvPr/>
        </p:nvSpPr>
        <p:spPr bwMode="auto">
          <a:xfrm>
            <a:off x="566738" y="5211763"/>
            <a:ext cx="6543675" cy="4429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eaLnBrk="1" hangingPunct="1">
              <a:spcBef>
                <a:spcPct val="0"/>
              </a:spcBef>
              <a:buFontTx/>
              <a:buNone/>
            </a:pPr>
            <a:r>
              <a:rPr lang="fr-FR" altLang="fr-FR" sz="2300"/>
              <a:t>4. Pointez la production sur votre feuille de suivi</a:t>
            </a:r>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70658" name="Group 2"/>
          <p:cNvGrpSpPr>
            <a:grpSpLocks/>
          </p:cNvGrpSpPr>
          <p:nvPr/>
        </p:nvGrpSpPr>
        <p:grpSpPr bwMode="auto">
          <a:xfrm>
            <a:off x="7073900" y="215900"/>
            <a:ext cx="1878013" cy="1250950"/>
            <a:chOff x="4456" y="136"/>
            <a:chExt cx="1183" cy="788"/>
          </a:xfrm>
        </p:grpSpPr>
        <p:grpSp>
          <p:nvGrpSpPr>
            <p:cNvPr id="70718" name="Group 3"/>
            <p:cNvGrpSpPr>
              <a:grpSpLocks/>
            </p:cNvGrpSpPr>
            <p:nvPr/>
          </p:nvGrpSpPr>
          <p:grpSpPr bwMode="auto">
            <a:xfrm>
              <a:off x="4766" y="232"/>
              <a:ext cx="873" cy="692"/>
              <a:chOff x="2185" y="310"/>
              <a:chExt cx="873" cy="692"/>
            </a:xfrm>
          </p:grpSpPr>
          <p:sp>
            <p:nvSpPr>
              <p:cNvPr id="70729" name="Freeform 4"/>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accent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0730" name="Freeform 5"/>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0731" name="Freeform 6"/>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0732" name="Freeform 7"/>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0733" name="Freeform 8"/>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0734" name="Freeform 9"/>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0735" name="Freeform 10"/>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grpSp>
          <p:nvGrpSpPr>
            <p:cNvPr id="70719" name="Group 11"/>
            <p:cNvGrpSpPr>
              <a:grpSpLocks/>
            </p:cNvGrpSpPr>
            <p:nvPr/>
          </p:nvGrpSpPr>
          <p:grpSpPr bwMode="auto">
            <a:xfrm>
              <a:off x="4949" y="336"/>
              <a:ext cx="591" cy="468"/>
              <a:chOff x="2185" y="310"/>
              <a:chExt cx="873" cy="692"/>
            </a:xfrm>
          </p:grpSpPr>
          <p:sp>
            <p:nvSpPr>
              <p:cNvPr id="70722" name="Freeform 12"/>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0723" name="Freeform 13"/>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0724" name="Freeform 14"/>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0725" name="Freeform 15"/>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0726" name="Freeform 16"/>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0727" name="Freeform 17"/>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0728" name="Freeform 18"/>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pic>
          <p:nvPicPr>
            <p:cNvPr id="70720" name="Picture 19"/>
            <p:cNvPicPr>
              <a:picLocks noChangeAspect="1" noChangeArrowheads="1"/>
            </p:cNvPicPr>
            <p:nvPr/>
          </p:nvPicPr>
          <p:blipFill>
            <a:blip r:embed="rId3" cstate="print">
              <a:extLst>
                <a:ext uri="{28A0092B-C50C-407E-A947-70E740481C1C}">
                  <a14:useLocalDpi xmlns:a14="http://schemas.microsoft.com/office/drawing/2010/main" val="0"/>
                </a:ext>
              </a:extLst>
            </a:blip>
            <a:srcRect l="-4282" t="-4369" r="-5199" b="-12012"/>
            <a:stretch>
              <a:fillRect/>
            </a:stretch>
          </p:blipFill>
          <p:spPr bwMode="auto">
            <a:xfrm>
              <a:off x="4456" y="136"/>
              <a:ext cx="480" cy="5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70721" name="Text Box 20"/>
            <p:cNvSpPr txBox="1">
              <a:spLocks noChangeArrowheads="1"/>
            </p:cNvSpPr>
            <p:nvPr/>
          </p:nvSpPr>
          <p:spPr bwMode="auto">
            <a:xfrm>
              <a:off x="4946" y="314"/>
              <a:ext cx="596" cy="49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4500" b="1">
                  <a:solidFill>
                    <a:srgbClr val="FF0000"/>
                  </a:solidFill>
                  <a:latin typeface="Arial Black" pitchFamily="34" charset="0"/>
                </a:rPr>
                <a:t>20</a:t>
              </a:r>
              <a:endParaRPr lang="fr-FR" altLang="fr-FR" sz="3200">
                <a:solidFill>
                  <a:schemeClr val="tx1"/>
                </a:solidFill>
                <a:latin typeface="Arial Black" pitchFamily="34" charset="0"/>
              </a:endParaRPr>
            </a:p>
          </p:txBody>
        </p:sp>
      </p:grpSp>
      <p:sp>
        <p:nvSpPr>
          <p:cNvPr id="70660" name="Text Box 22"/>
          <p:cNvSpPr txBox="1">
            <a:spLocks noChangeArrowheads="1"/>
          </p:cNvSpPr>
          <p:nvPr/>
        </p:nvSpPr>
        <p:spPr bwMode="auto">
          <a:xfrm>
            <a:off x="566738" y="1363663"/>
            <a:ext cx="1946275"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1. Tirez le dé</a:t>
            </a:r>
          </a:p>
        </p:txBody>
      </p:sp>
      <p:sp>
        <p:nvSpPr>
          <p:cNvPr id="70661" name="Text Box 23"/>
          <p:cNvSpPr txBox="1">
            <a:spLocks noChangeArrowheads="1"/>
          </p:cNvSpPr>
          <p:nvPr/>
        </p:nvSpPr>
        <p:spPr bwMode="auto">
          <a:xfrm>
            <a:off x="566738" y="3935413"/>
            <a:ext cx="18796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3. Produisez</a:t>
            </a:r>
          </a:p>
        </p:txBody>
      </p:sp>
      <p:grpSp>
        <p:nvGrpSpPr>
          <p:cNvPr id="70662" name="Group 24"/>
          <p:cNvGrpSpPr>
            <a:grpSpLocks/>
          </p:cNvGrpSpPr>
          <p:nvPr/>
        </p:nvGrpSpPr>
        <p:grpSpPr bwMode="auto">
          <a:xfrm>
            <a:off x="2986088" y="1306513"/>
            <a:ext cx="446087" cy="534987"/>
            <a:chOff x="868" y="1439"/>
            <a:chExt cx="811" cy="972"/>
          </a:xfrm>
        </p:grpSpPr>
        <p:sp>
          <p:nvSpPr>
            <p:cNvPr id="70667" name="Freeform 25"/>
            <p:cNvSpPr>
              <a:spLocks/>
            </p:cNvSpPr>
            <p:nvPr/>
          </p:nvSpPr>
          <p:spPr bwMode="auto">
            <a:xfrm>
              <a:off x="1548" y="2014"/>
              <a:ext cx="123" cy="100"/>
            </a:xfrm>
            <a:custGeom>
              <a:avLst/>
              <a:gdLst>
                <a:gd name="T0" fmla="*/ 5 w 618"/>
                <a:gd name="T1" fmla="*/ 0 h 502"/>
                <a:gd name="T2" fmla="*/ 5 w 618"/>
                <a:gd name="T3" fmla="*/ 0 h 502"/>
                <a:gd name="T4" fmla="*/ 0 w 618"/>
                <a:gd name="T5" fmla="*/ 4 h 502"/>
                <a:gd name="T6" fmla="*/ 0 w 618"/>
                <a:gd name="T7" fmla="*/ 4 h 502"/>
                <a:gd name="T8" fmla="*/ 5 w 618"/>
                <a:gd name="T9" fmla="*/ 0 h 502"/>
                <a:gd name="T10" fmla="*/ 5 w 618"/>
                <a:gd name="T11" fmla="*/ 0 h 502"/>
                <a:gd name="T12" fmla="*/ 5 w 618"/>
                <a:gd name="T13" fmla="*/ 0 h 502"/>
                <a:gd name="T14" fmla="*/ 5 w 618"/>
                <a:gd name="T15" fmla="*/ 0 h 502"/>
                <a:gd name="T16" fmla="*/ 5 w 618"/>
                <a:gd name="T17" fmla="*/ 0 h 502"/>
                <a:gd name="T18" fmla="*/ 5 w 618"/>
                <a:gd name="T19" fmla="*/ 0 h 502"/>
                <a:gd name="T20" fmla="*/ 5 w 618"/>
                <a:gd name="T21" fmla="*/ 0 h 502"/>
                <a:gd name="T22" fmla="*/ 5 w 618"/>
                <a:gd name="T23" fmla="*/ 0 h 502"/>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618"/>
                <a:gd name="T37" fmla="*/ 0 h 502"/>
                <a:gd name="T38" fmla="*/ 618 w 618"/>
                <a:gd name="T39" fmla="*/ 502 h 502"/>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618" h="502">
                  <a:moveTo>
                    <a:pt x="611" y="0"/>
                  </a:moveTo>
                  <a:lnTo>
                    <a:pt x="606" y="2"/>
                  </a:lnTo>
                  <a:lnTo>
                    <a:pt x="0" y="490"/>
                  </a:lnTo>
                  <a:lnTo>
                    <a:pt x="10" y="502"/>
                  </a:lnTo>
                  <a:lnTo>
                    <a:pt x="616" y="14"/>
                  </a:lnTo>
                  <a:lnTo>
                    <a:pt x="611" y="16"/>
                  </a:lnTo>
                  <a:lnTo>
                    <a:pt x="616" y="14"/>
                  </a:lnTo>
                  <a:lnTo>
                    <a:pt x="618" y="9"/>
                  </a:lnTo>
                  <a:lnTo>
                    <a:pt x="617" y="3"/>
                  </a:lnTo>
                  <a:lnTo>
                    <a:pt x="612" y="1"/>
                  </a:lnTo>
                  <a:lnTo>
                    <a:pt x="606" y="2"/>
                  </a:lnTo>
                  <a:lnTo>
                    <a:pt x="611"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0668" name="Freeform 26"/>
            <p:cNvSpPr>
              <a:spLocks/>
            </p:cNvSpPr>
            <p:nvPr/>
          </p:nvSpPr>
          <p:spPr bwMode="auto">
            <a:xfrm>
              <a:off x="876" y="1852"/>
              <a:ext cx="82" cy="373"/>
            </a:xfrm>
            <a:custGeom>
              <a:avLst/>
              <a:gdLst>
                <a:gd name="T0" fmla="*/ 3 w 413"/>
                <a:gd name="T1" fmla="*/ 15 h 1865"/>
                <a:gd name="T2" fmla="*/ 3 w 413"/>
                <a:gd name="T3" fmla="*/ 15 h 1865"/>
                <a:gd name="T4" fmla="*/ 0 w 413"/>
                <a:gd name="T5" fmla="*/ 0 h 1865"/>
                <a:gd name="T6" fmla="*/ 0 w 413"/>
                <a:gd name="T7" fmla="*/ 0 h 1865"/>
                <a:gd name="T8" fmla="*/ 3 w 413"/>
                <a:gd name="T9" fmla="*/ 15 h 1865"/>
                <a:gd name="T10" fmla="*/ 3 w 413"/>
                <a:gd name="T11" fmla="*/ 15 h 1865"/>
                <a:gd name="T12" fmla="*/ 3 w 413"/>
                <a:gd name="T13" fmla="*/ 15 h 1865"/>
                <a:gd name="T14" fmla="*/ 3 w 413"/>
                <a:gd name="T15" fmla="*/ 15 h 1865"/>
                <a:gd name="T16" fmla="*/ 3 w 413"/>
                <a:gd name="T17" fmla="*/ 15 h 1865"/>
                <a:gd name="T18" fmla="*/ 3 w 413"/>
                <a:gd name="T19" fmla="*/ 15 h 1865"/>
                <a:gd name="T20" fmla="*/ 3 w 413"/>
                <a:gd name="T21" fmla="*/ 15 h 1865"/>
                <a:gd name="T22" fmla="*/ 3 w 413"/>
                <a:gd name="T23" fmla="*/ 15 h 186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413"/>
                <a:gd name="T37" fmla="*/ 0 h 1865"/>
                <a:gd name="T38" fmla="*/ 413 w 413"/>
                <a:gd name="T39" fmla="*/ 1865 h 1865"/>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413" h="1865">
                  <a:moveTo>
                    <a:pt x="400" y="1864"/>
                  </a:moveTo>
                  <a:lnTo>
                    <a:pt x="413" y="1856"/>
                  </a:lnTo>
                  <a:lnTo>
                    <a:pt x="17" y="0"/>
                  </a:lnTo>
                  <a:lnTo>
                    <a:pt x="0" y="2"/>
                  </a:lnTo>
                  <a:lnTo>
                    <a:pt x="396" y="1858"/>
                  </a:lnTo>
                  <a:lnTo>
                    <a:pt x="409" y="1850"/>
                  </a:lnTo>
                  <a:lnTo>
                    <a:pt x="396" y="1858"/>
                  </a:lnTo>
                  <a:lnTo>
                    <a:pt x="400" y="1864"/>
                  </a:lnTo>
                  <a:lnTo>
                    <a:pt x="406" y="1865"/>
                  </a:lnTo>
                  <a:lnTo>
                    <a:pt x="410" y="1862"/>
                  </a:lnTo>
                  <a:lnTo>
                    <a:pt x="413" y="1856"/>
                  </a:lnTo>
                  <a:lnTo>
                    <a:pt x="400" y="186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0669" name="Freeform 27"/>
            <p:cNvSpPr>
              <a:spLocks/>
            </p:cNvSpPr>
            <p:nvPr/>
          </p:nvSpPr>
          <p:spPr bwMode="auto">
            <a:xfrm>
              <a:off x="1282" y="1533"/>
              <a:ext cx="35" cy="161"/>
            </a:xfrm>
            <a:custGeom>
              <a:avLst/>
              <a:gdLst>
                <a:gd name="T0" fmla="*/ 1 w 175"/>
                <a:gd name="T1" fmla="*/ 6 h 807"/>
                <a:gd name="T2" fmla="*/ 1 w 175"/>
                <a:gd name="T3" fmla="*/ 6 h 807"/>
                <a:gd name="T4" fmla="*/ 1 w 175"/>
                <a:gd name="T5" fmla="*/ 6 h 807"/>
                <a:gd name="T6" fmla="*/ 1 w 175"/>
                <a:gd name="T7" fmla="*/ 5 h 807"/>
                <a:gd name="T8" fmla="*/ 1 w 175"/>
                <a:gd name="T9" fmla="*/ 5 h 807"/>
                <a:gd name="T10" fmla="*/ 1 w 175"/>
                <a:gd name="T11" fmla="*/ 5 h 807"/>
                <a:gd name="T12" fmla="*/ 1 w 175"/>
                <a:gd name="T13" fmla="*/ 4 h 807"/>
                <a:gd name="T14" fmla="*/ 1 w 175"/>
                <a:gd name="T15" fmla="*/ 4 h 807"/>
                <a:gd name="T16" fmla="*/ 1 w 175"/>
                <a:gd name="T17" fmla="*/ 3 h 807"/>
                <a:gd name="T18" fmla="*/ 1 w 175"/>
                <a:gd name="T19" fmla="*/ 3 h 807"/>
                <a:gd name="T20" fmla="*/ 1 w 175"/>
                <a:gd name="T21" fmla="*/ 3 h 807"/>
                <a:gd name="T22" fmla="*/ 1 w 175"/>
                <a:gd name="T23" fmla="*/ 2 h 807"/>
                <a:gd name="T24" fmla="*/ 1 w 175"/>
                <a:gd name="T25" fmla="*/ 2 h 807"/>
                <a:gd name="T26" fmla="*/ 1 w 175"/>
                <a:gd name="T27" fmla="*/ 2 h 807"/>
                <a:gd name="T28" fmla="*/ 1 w 175"/>
                <a:gd name="T29" fmla="*/ 1 h 807"/>
                <a:gd name="T30" fmla="*/ 1 w 175"/>
                <a:gd name="T31" fmla="*/ 1 h 807"/>
                <a:gd name="T32" fmla="*/ 1 w 175"/>
                <a:gd name="T33" fmla="*/ 1 h 807"/>
                <a:gd name="T34" fmla="*/ 1 w 175"/>
                <a:gd name="T35" fmla="*/ 0 h 807"/>
                <a:gd name="T36" fmla="*/ 1 w 175"/>
                <a:gd name="T37" fmla="*/ 0 h 807"/>
                <a:gd name="T38" fmla="*/ 1 w 175"/>
                <a:gd name="T39" fmla="*/ 0 h 807"/>
                <a:gd name="T40" fmla="*/ 0 w 175"/>
                <a:gd name="T41" fmla="*/ 1 h 807"/>
                <a:gd name="T42" fmla="*/ 0 w 175"/>
                <a:gd name="T43" fmla="*/ 1 h 807"/>
                <a:gd name="T44" fmla="*/ 0 w 175"/>
                <a:gd name="T45" fmla="*/ 1 h 807"/>
                <a:gd name="T46" fmla="*/ 0 w 175"/>
                <a:gd name="T47" fmla="*/ 2 h 807"/>
                <a:gd name="T48" fmla="*/ 0 w 175"/>
                <a:gd name="T49" fmla="*/ 2 h 807"/>
                <a:gd name="T50" fmla="*/ 0 w 175"/>
                <a:gd name="T51" fmla="*/ 3 h 807"/>
                <a:gd name="T52" fmla="*/ 0 w 175"/>
                <a:gd name="T53" fmla="*/ 3 h 807"/>
                <a:gd name="T54" fmla="*/ 0 w 175"/>
                <a:gd name="T55" fmla="*/ 3 h 807"/>
                <a:gd name="T56" fmla="*/ 0 w 175"/>
                <a:gd name="T57" fmla="*/ 4 h 807"/>
                <a:gd name="T58" fmla="*/ 0 w 175"/>
                <a:gd name="T59" fmla="*/ 4 h 807"/>
                <a:gd name="T60" fmla="*/ 0 w 175"/>
                <a:gd name="T61" fmla="*/ 5 h 807"/>
                <a:gd name="T62" fmla="*/ 0 w 175"/>
                <a:gd name="T63" fmla="*/ 5 h 807"/>
                <a:gd name="T64" fmla="*/ 0 w 175"/>
                <a:gd name="T65" fmla="*/ 5 h 807"/>
                <a:gd name="T66" fmla="*/ 1 w 175"/>
                <a:gd name="T67" fmla="*/ 6 h 807"/>
                <a:gd name="T68" fmla="*/ 1 w 175"/>
                <a:gd name="T69" fmla="*/ 6 h 807"/>
                <a:gd name="T70" fmla="*/ 1 w 175"/>
                <a:gd name="T71" fmla="*/ 6 h 807"/>
                <a:gd name="T72" fmla="*/ 1 w 175"/>
                <a:gd name="T73" fmla="*/ 6 h 807"/>
                <a:gd name="T74" fmla="*/ 1 w 175"/>
                <a:gd name="T75" fmla="*/ 6 h 807"/>
                <a:gd name="T76" fmla="*/ 1 w 175"/>
                <a:gd name="T77" fmla="*/ 6 h 807"/>
                <a:gd name="T78" fmla="*/ 1 w 175"/>
                <a:gd name="T79" fmla="*/ 6 h 807"/>
                <a:gd name="T80" fmla="*/ 1 w 175"/>
                <a:gd name="T81" fmla="*/ 6 h 807"/>
                <a:gd name="T82" fmla="*/ 1 w 175"/>
                <a:gd name="T83" fmla="*/ 6 h 807"/>
                <a:gd name="T84" fmla="*/ 1 w 175"/>
                <a:gd name="T85" fmla="*/ 6 h 807"/>
                <a:gd name="T86" fmla="*/ 1 w 175"/>
                <a:gd name="T87" fmla="*/ 6 h 807"/>
                <a:gd name="T88" fmla="*/ 1 w 175"/>
                <a:gd name="T89" fmla="*/ 6 h 807"/>
                <a:gd name="T90" fmla="*/ 1 w 175"/>
                <a:gd name="T91" fmla="*/ 6 h 80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175"/>
                <a:gd name="T139" fmla="*/ 0 h 807"/>
                <a:gd name="T140" fmla="*/ 175 w 175"/>
                <a:gd name="T141" fmla="*/ 807 h 80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175" h="807">
                  <a:moveTo>
                    <a:pt x="169" y="740"/>
                  </a:moveTo>
                  <a:lnTo>
                    <a:pt x="169" y="739"/>
                  </a:lnTo>
                  <a:lnTo>
                    <a:pt x="149" y="698"/>
                  </a:lnTo>
                  <a:lnTo>
                    <a:pt x="133" y="656"/>
                  </a:lnTo>
                  <a:lnTo>
                    <a:pt x="120" y="611"/>
                  </a:lnTo>
                  <a:lnTo>
                    <a:pt x="108" y="565"/>
                  </a:lnTo>
                  <a:lnTo>
                    <a:pt x="100" y="520"/>
                  </a:lnTo>
                  <a:lnTo>
                    <a:pt x="96" y="472"/>
                  </a:lnTo>
                  <a:lnTo>
                    <a:pt x="93" y="425"/>
                  </a:lnTo>
                  <a:lnTo>
                    <a:pt x="93" y="377"/>
                  </a:lnTo>
                  <a:lnTo>
                    <a:pt x="96" y="330"/>
                  </a:lnTo>
                  <a:lnTo>
                    <a:pt x="100" y="283"/>
                  </a:lnTo>
                  <a:lnTo>
                    <a:pt x="106" y="238"/>
                  </a:lnTo>
                  <a:lnTo>
                    <a:pt x="115" y="195"/>
                  </a:lnTo>
                  <a:lnTo>
                    <a:pt x="126" y="153"/>
                  </a:lnTo>
                  <a:lnTo>
                    <a:pt x="139" y="114"/>
                  </a:lnTo>
                  <a:lnTo>
                    <a:pt x="153" y="77"/>
                  </a:lnTo>
                  <a:lnTo>
                    <a:pt x="169" y="43"/>
                  </a:lnTo>
                  <a:lnTo>
                    <a:pt x="87" y="0"/>
                  </a:lnTo>
                  <a:lnTo>
                    <a:pt x="69" y="39"/>
                  </a:lnTo>
                  <a:lnTo>
                    <a:pt x="52" y="81"/>
                  </a:lnTo>
                  <a:lnTo>
                    <a:pt x="37" y="127"/>
                  </a:lnTo>
                  <a:lnTo>
                    <a:pt x="24" y="174"/>
                  </a:lnTo>
                  <a:lnTo>
                    <a:pt x="15" y="222"/>
                  </a:lnTo>
                  <a:lnTo>
                    <a:pt x="7" y="271"/>
                  </a:lnTo>
                  <a:lnTo>
                    <a:pt x="2" y="323"/>
                  </a:lnTo>
                  <a:lnTo>
                    <a:pt x="0" y="374"/>
                  </a:lnTo>
                  <a:lnTo>
                    <a:pt x="0" y="427"/>
                  </a:lnTo>
                  <a:lnTo>
                    <a:pt x="2" y="479"/>
                  </a:lnTo>
                  <a:lnTo>
                    <a:pt x="9" y="531"/>
                  </a:lnTo>
                  <a:lnTo>
                    <a:pt x="17" y="584"/>
                  </a:lnTo>
                  <a:lnTo>
                    <a:pt x="29" y="635"/>
                  </a:lnTo>
                  <a:lnTo>
                    <a:pt x="44" y="686"/>
                  </a:lnTo>
                  <a:lnTo>
                    <a:pt x="65" y="736"/>
                  </a:lnTo>
                  <a:lnTo>
                    <a:pt x="87" y="784"/>
                  </a:lnTo>
                  <a:lnTo>
                    <a:pt x="87" y="782"/>
                  </a:lnTo>
                  <a:lnTo>
                    <a:pt x="87" y="784"/>
                  </a:lnTo>
                  <a:lnTo>
                    <a:pt x="100" y="799"/>
                  </a:lnTo>
                  <a:lnTo>
                    <a:pt x="117" y="807"/>
                  </a:lnTo>
                  <a:lnTo>
                    <a:pt x="134" y="807"/>
                  </a:lnTo>
                  <a:lnTo>
                    <a:pt x="151" y="801"/>
                  </a:lnTo>
                  <a:lnTo>
                    <a:pt x="164" y="791"/>
                  </a:lnTo>
                  <a:lnTo>
                    <a:pt x="173" y="777"/>
                  </a:lnTo>
                  <a:lnTo>
                    <a:pt x="175" y="759"/>
                  </a:lnTo>
                  <a:lnTo>
                    <a:pt x="169" y="739"/>
                  </a:lnTo>
                  <a:lnTo>
                    <a:pt x="169" y="74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0670" name="Freeform 28"/>
            <p:cNvSpPr>
              <a:spLocks/>
            </p:cNvSpPr>
            <p:nvPr/>
          </p:nvSpPr>
          <p:spPr bwMode="auto">
            <a:xfrm>
              <a:off x="1299" y="1681"/>
              <a:ext cx="157" cy="281"/>
            </a:xfrm>
            <a:custGeom>
              <a:avLst/>
              <a:gdLst>
                <a:gd name="T0" fmla="*/ 6 w 787"/>
                <a:gd name="T1" fmla="*/ 11 h 1404"/>
                <a:gd name="T2" fmla="*/ 6 w 787"/>
                <a:gd name="T3" fmla="*/ 11 h 1404"/>
                <a:gd name="T4" fmla="*/ 1 w 787"/>
                <a:gd name="T5" fmla="*/ 0 h 1404"/>
                <a:gd name="T6" fmla="*/ 0 w 787"/>
                <a:gd name="T7" fmla="*/ 0 h 1404"/>
                <a:gd name="T8" fmla="*/ 6 w 787"/>
                <a:gd name="T9" fmla="*/ 11 h 1404"/>
                <a:gd name="T10" fmla="*/ 6 w 787"/>
                <a:gd name="T11" fmla="*/ 11 h 1404"/>
                <a:gd name="T12" fmla="*/ 6 w 787"/>
                <a:gd name="T13" fmla="*/ 11 h 1404"/>
                <a:gd name="T14" fmla="*/ 6 w 787"/>
                <a:gd name="T15" fmla="*/ 11 h 1404"/>
                <a:gd name="T16" fmla="*/ 6 w 787"/>
                <a:gd name="T17" fmla="*/ 11 h 1404"/>
                <a:gd name="T18" fmla="*/ 6 w 787"/>
                <a:gd name="T19" fmla="*/ 11 h 1404"/>
                <a:gd name="T20" fmla="*/ 6 w 787"/>
                <a:gd name="T21" fmla="*/ 11 h 1404"/>
                <a:gd name="T22" fmla="*/ 6 w 787"/>
                <a:gd name="T23" fmla="*/ 11 h 1404"/>
                <a:gd name="T24" fmla="*/ 6 w 787"/>
                <a:gd name="T25" fmla="*/ 11 h 1404"/>
                <a:gd name="T26" fmla="*/ 6 w 787"/>
                <a:gd name="T27" fmla="*/ 11 h 1404"/>
                <a:gd name="T28" fmla="*/ 6 w 787"/>
                <a:gd name="T29" fmla="*/ 11 h 1404"/>
                <a:gd name="T30" fmla="*/ 6 w 787"/>
                <a:gd name="T31" fmla="*/ 11 h 1404"/>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787"/>
                <a:gd name="T49" fmla="*/ 0 h 1404"/>
                <a:gd name="T50" fmla="*/ 787 w 787"/>
                <a:gd name="T51" fmla="*/ 1404 h 1404"/>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787" h="1404">
                  <a:moveTo>
                    <a:pt x="781" y="1334"/>
                  </a:moveTo>
                  <a:lnTo>
                    <a:pt x="781" y="1337"/>
                  </a:lnTo>
                  <a:lnTo>
                    <a:pt x="82" y="0"/>
                  </a:lnTo>
                  <a:lnTo>
                    <a:pt x="0" y="42"/>
                  </a:lnTo>
                  <a:lnTo>
                    <a:pt x="699" y="1379"/>
                  </a:lnTo>
                  <a:lnTo>
                    <a:pt x="699" y="1381"/>
                  </a:lnTo>
                  <a:lnTo>
                    <a:pt x="699" y="1379"/>
                  </a:lnTo>
                  <a:lnTo>
                    <a:pt x="712" y="1395"/>
                  </a:lnTo>
                  <a:lnTo>
                    <a:pt x="727" y="1402"/>
                  </a:lnTo>
                  <a:lnTo>
                    <a:pt x="744" y="1404"/>
                  </a:lnTo>
                  <a:lnTo>
                    <a:pt x="761" y="1398"/>
                  </a:lnTo>
                  <a:lnTo>
                    <a:pt x="775" y="1388"/>
                  </a:lnTo>
                  <a:lnTo>
                    <a:pt x="784" y="1373"/>
                  </a:lnTo>
                  <a:lnTo>
                    <a:pt x="787" y="1357"/>
                  </a:lnTo>
                  <a:lnTo>
                    <a:pt x="781" y="1337"/>
                  </a:lnTo>
                  <a:lnTo>
                    <a:pt x="781" y="13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0671" name="Freeform 29"/>
            <p:cNvSpPr>
              <a:spLocks/>
            </p:cNvSpPr>
            <p:nvPr/>
          </p:nvSpPr>
          <p:spPr bwMode="auto">
            <a:xfrm>
              <a:off x="1439" y="1948"/>
              <a:ext cx="125" cy="76"/>
            </a:xfrm>
            <a:custGeom>
              <a:avLst/>
              <a:gdLst>
                <a:gd name="T0" fmla="*/ 5 w 628"/>
                <a:gd name="T1" fmla="*/ 2 h 383"/>
                <a:gd name="T2" fmla="*/ 5 w 628"/>
                <a:gd name="T3" fmla="*/ 2 h 383"/>
                <a:gd name="T4" fmla="*/ 4 w 628"/>
                <a:gd name="T5" fmla="*/ 2 h 383"/>
                <a:gd name="T6" fmla="*/ 4 w 628"/>
                <a:gd name="T7" fmla="*/ 2 h 383"/>
                <a:gd name="T8" fmla="*/ 4 w 628"/>
                <a:gd name="T9" fmla="*/ 2 h 383"/>
                <a:gd name="T10" fmla="*/ 3 w 628"/>
                <a:gd name="T11" fmla="*/ 2 h 383"/>
                <a:gd name="T12" fmla="*/ 3 w 628"/>
                <a:gd name="T13" fmla="*/ 2 h 383"/>
                <a:gd name="T14" fmla="*/ 3 w 628"/>
                <a:gd name="T15" fmla="*/ 2 h 383"/>
                <a:gd name="T16" fmla="*/ 3 w 628"/>
                <a:gd name="T17" fmla="*/ 2 h 383"/>
                <a:gd name="T18" fmla="*/ 2 w 628"/>
                <a:gd name="T19" fmla="*/ 2 h 383"/>
                <a:gd name="T20" fmla="*/ 2 w 628"/>
                <a:gd name="T21" fmla="*/ 2 h 383"/>
                <a:gd name="T22" fmla="*/ 2 w 628"/>
                <a:gd name="T23" fmla="*/ 1 h 383"/>
                <a:gd name="T24" fmla="*/ 2 w 628"/>
                <a:gd name="T25" fmla="*/ 1 h 383"/>
                <a:gd name="T26" fmla="*/ 1 w 628"/>
                <a:gd name="T27" fmla="*/ 1 h 383"/>
                <a:gd name="T28" fmla="*/ 1 w 628"/>
                <a:gd name="T29" fmla="*/ 1 h 383"/>
                <a:gd name="T30" fmla="*/ 1 w 628"/>
                <a:gd name="T31" fmla="*/ 1 h 383"/>
                <a:gd name="T32" fmla="*/ 1 w 628"/>
                <a:gd name="T33" fmla="*/ 0 h 383"/>
                <a:gd name="T34" fmla="*/ 1 w 628"/>
                <a:gd name="T35" fmla="*/ 0 h 383"/>
                <a:gd name="T36" fmla="*/ 0 w 628"/>
                <a:gd name="T37" fmla="*/ 0 h 383"/>
                <a:gd name="T38" fmla="*/ 0 w 628"/>
                <a:gd name="T39" fmla="*/ 1 h 383"/>
                <a:gd name="T40" fmla="*/ 0 w 628"/>
                <a:gd name="T41" fmla="*/ 1 h 383"/>
                <a:gd name="T42" fmla="*/ 1 w 628"/>
                <a:gd name="T43" fmla="*/ 1 h 383"/>
                <a:gd name="T44" fmla="*/ 1 w 628"/>
                <a:gd name="T45" fmla="*/ 1 h 383"/>
                <a:gd name="T46" fmla="*/ 1 w 628"/>
                <a:gd name="T47" fmla="*/ 2 h 383"/>
                <a:gd name="T48" fmla="*/ 1 w 628"/>
                <a:gd name="T49" fmla="*/ 2 h 383"/>
                <a:gd name="T50" fmla="*/ 2 w 628"/>
                <a:gd name="T51" fmla="*/ 2 h 383"/>
                <a:gd name="T52" fmla="*/ 2 w 628"/>
                <a:gd name="T53" fmla="*/ 2 h 383"/>
                <a:gd name="T54" fmla="*/ 2 w 628"/>
                <a:gd name="T55" fmla="*/ 2 h 383"/>
                <a:gd name="T56" fmla="*/ 3 w 628"/>
                <a:gd name="T57" fmla="*/ 3 h 383"/>
                <a:gd name="T58" fmla="*/ 3 w 628"/>
                <a:gd name="T59" fmla="*/ 3 h 383"/>
                <a:gd name="T60" fmla="*/ 3 w 628"/>
                <a:gd name="T61" fmla="*/ 3 h 383"/>
                <a:gd name="T62" fmla="*/ 4 w 628"/>
                <a:gd name="T63" fmla="*/ 3 h 383"/>
                <a:gd name="T64" fmla="*/ 4 w 628"/>
                <a:gd name="T65" fmla="*/ 3 h 383"/>
                <a:gd name="T66" fmla="*/ 4 w 628"/>
                <a:gd name="T67" fmla="*/ 3 h 383"/>
                <a:gd name="T68" fmla="*/ 5 w 628"/>
                <a:gd name="T69" fmla="*/ 3 h 383"/>
                <a:gd name="T70" fmla="*/ 5 w 628"/>
                <a:gd name="T71" fmla="*/ 3 h 383"/>
                <a:gd name="T72" fmla="*/ 5 w 628"/>
                <a:gd name="T73" fmla="*/ 3 h 383"/>
                <a:gd name="T74" fmla="*/ 5 w 628"/>
                <a:gd name="T75" fmla="*/ 3 h 383"/>
                <a:gd name="T76" fmla="*/ 5 w 628"/>
                <a:gd name="T77" fmla="*/ 3 h 383"/>
                <a:gd name="T78" fmla="*/ 5 w 628"/>
                <a:gd name="T79" fmla="*/ 3 h 383"/>
                <a:gd name="T80" fmla="*/ 5 w 628"/>
                <a:gd name="T81" fmla="*/ 3 h 383"/>
                <a:gd name="T82" fmla="*/ 5 w 628"/>
                <a:gd name="T83" fmla="*/ 3 h 383"/>
                <a:gd name="T84" fmla="*/ 5 w 628"/>
                <a:gd name="T85" fmla="*/ 2 h 383"/>
                <a:gd name="T86" fmla="*/ 5 w 628"/>
                <a:gd name="T87" fmla="*/ 2 h 383"/>
                <a:gd name="T88" fmla="*/ 5 w 628"/>
                <a:gd name="T89" fmla="*/ 2 h 383"/>
                <a:gd name="T90" fmla="*/ 5 w 628"/>
                <a:gd name="T91" fmla="*/ 2 h 38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628"/>
                <a:gd name="T139" fmla="*/ 0 h 383"/>
                <a:gd name="T140" fmla="*/ 628 w 628"/>
                <a:gd name="T141" fmla="*/ 383 h 38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628" h="383">
                  <a:moveTo>
                    <a:pt x="581" y="289"/>
                  </a:moveTo>
                  <a:lnTo>
                    <a:pt x="582" y="289"/>
                  </a:lnTo>
                  <a:lnTo>
                    <a:pt x="541" y="287"/>
                  </a:lnTo>
                  <a:lnTo>
                    <a:pt x="500" y="283"/>
                  </a:lnTo>
                  <a:lnTo>
                    <a:pt x="462" y="276"/>
                  </a:lnTo>
                  <a:lnTo>
                    <a:pt x="424" y="268"/>
                  </a:lnTo>
                  <a:lnTo>
                    <a:pt x="389" y="255"/>
                  </a:lnTo>
                  <a:lnTo>
                    <a:pt x="352" y="242"/>
                  </a:lnTo>
                  <a:lnTo>
                    <a:pt x="320" y="227"/>
                  </a:lnTo>
                  <a:lnTo>
                    <a:pt x="287" y="209"/>
                  </a:lnTo>
                  <a:lnTo>
                    <a:pt x="255" y="189"/>
                  </a:lnTo>
                  <a:lnTo>
                    <a:pt x="226" y="168"/>
                  </a:lnTo>
                  <a:lnTo>
                    <a:pt x="198" y="145"/>
                  </a:lnTo>
                  <a:lnTo>
                    <a:pt x="172" y="119"/>
                  </a:lnTo>
                  <a:lnTo>
                    <a:pt x="146" y="92"/>
                  </a:lnTo>
                  <a:lnTo>
                    <a:pt x="122" y="64"/>
                  </a:lnTo>
                  <a:lnTo>
                    <a:pt x="100" y="33"/>
                  </a:lnTo>
                  <a:lnTo>
                    <a:pt x="82" y="0"/>
                  </a:lnTo>
                  <a:lnTo>
                    <a:pt x="0" y="47"/>
                  </a:lnTo>
                  <a:lnTo>
                    <a:pt x="23" y="85"/>
                  </a:lnTo>
                  <a:lnTo>
                    <a:pt x="49" y="120"/>
                  </a:lnTo>
                  <a:lnTo>
                    <a:pt x="76" y="153"/>
                  </a:lnTo>
                  <a:lnTo>
                    <a:pt x="104" y="185"/>
                  </a:lnTo>
                  <a:lnTo>
                    <a:pt x="137" y="215"/>
                  </a:lnTo>
                  <a:lnTo>
                    <a:pt x="170" y="241"/>
                  </a:lnTo>
                  <a:lnTo>
                    <a:pt x="204" y="267"/>
                  </a:lnTo>
                  <a:lnTo>
                    <a:pt x="240" y="289"/>
                  </a:lnTo>
                  <a:lnTo>
                    <a:pt x="277" y="309"/>
                  </a:lnTo>
                  <a:lnTo>
                    <a:pt x="317" y="329"/>
                  </a:lnTo>
                  <a:lnTo>
                    <a:pt x="358" y="344"/>
                  </a:lnTo>
                  <a:lnTo>
                    <a:pt x="400" y="357"/>
                  </a:lnTo>
                  <a:lnTo>
                    <a:pt x="444" y="367"/>
                  </a:lnTo>
                  <a:lnTo>
                    <a:pt x="488" y="374"/>
                  </a:lnTo>
                  <a:lnTo>
                    <a:pt x="534" y="380"/>
                  </a:lnTo>
                  <a:lnTo>
                    <a:pt x="580" y="383"/>
                  </a:lnTo>
                  <a:lnTo>
                    <a:pt x="581" y="383"/>
                  </a:lnTo>
                  <a:lnTo>
                    <a:pt x="580" y="383"/>
                  </a:lnTo>
                  <a:lnTo>
                    <a:pt x="600" y="379"/>
                  </a:lnTo>
                  <a:lnTo>
                    <a:pt x="615" y="369"/>
                  </a:lnTo>
                  <a:lnTo>
                    <a:pt x="624" y="353"/>
                  </a:lnTo>
                  <a:lnTo>
                    <a:pt x="628" y="337"/>
                  </a:lnTo>
                  <a:lnTo>
                    <a:pt x="625" y="319"/>
                  </a:lnTo>
                  <a:lnTo>
                    <a:pt x="617" y="304"/>
                  </a:lnTo>
                  <a:lnTo>
                    <a:pt x="602" y="294"/>
                  </a:lnTo>
                  <a:lnTo>
                    <a:pt x="582" y="289"/>
                  </a:lnTo>
                  <a:lnTo>
                    <a:pt x="581" y="28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0672" name="Freeform 30"/>
            <p:cNvSpPr>
              <a:spLocks/>
            </p:cNvSpPr>
            <p:nvPr/>
          </p:nvSpPr>
          <p:spPr bwMode="auto">
            <a:xfrm>
              <a:off x="1587" y="1880"/>
              <a:ext cx="85" cy="49"/>
            </a:xfrm>
            <a:custGeom>
              <a:avLst/>
              <a:gdLst>
                <a:gd name="T0" fmla="*/ 3 w 426"/>
                <a:gd name="T1" fmla="*/ 0 h 245"/>
                <a:gd name="T2" fmla="*/ 3 w 426"/>
                <a:gd name="T3" fmla="*/ 0 h 245"/>
                <a:gd name="T4" fmla="*/ 3 w 426"/>
                <a:gd name="T5" fmla="*/ 0 h 245"/>
                <a:gd name="T6" fmla="*/ 3 w 426"/>
                <a:gd name="T7" fmla="*/ 0 h 245"/>
                <a:gd name="T8" fmla="*/ 2 w 426"/>
                <a:gd name="T9" fmla="*/ 0 h 245"/>
                <a:gd name="T10" fmla="*/ 2 w 426"/>
                <a:gd name="T11" fmla="*/ 0 h 245"/>
                <a:gd name="T12" fmla="*/ 2 w 426"/>
                <a:gd name="T13" fmla="*/ 0 h 245"/>
                <a:gd name="T14" fmla="*/ 2 w 426"/>
                <a:gd name="T15" fmla="*/ 0 h 245"/>
                <a:gd name="T16" fmla="*/ 1 w 426"/>
                <a:gd name="T17" fmla="*/ 0 h 245"/>
                <a:gd name="T18" fmla="*/ 1 w 426"/>
                <a:gd name="T19" fmla="*/ 1 h 245"/>
                <a:gd name="T20" fmla="*/ 1 w 426"/>
                <a:gd name="T21" fmla="*/ 1 h 245"/>
                <a:gd name="T22" fmla="*/ 1 w 426"/>
                <a:gd name="T23" fmla="*/ 1 h 245"/>
                <a:gd name="T24" fmla="*/ 0 w 426"/>
                <a:gd name="T25" fmla="*/ 1 h 245"/>
                <a:gd name="T26" fmla="*/ 0 w 426"/>
                <a:gd name="T27" fmla="*/ 1 h 245"/>
                <a:gd name="T28" fmla="*/ 0 w 426"/>
                <a:gd name="T29" fmla="*/ 1 h 245"/>
                <a:gd name="T30" fmla="*/ 0 w 426"/>
                <a:gd name="T31" fmla="*/ 2 h 245"/>
                <a:gd name="T32" fmla="*/ 0 w 426"/>
                <a:gd name="T33" fmla="*/ 2 h 245"/>
                <a:gd name="T34" fmla="*/ 0 w 426"/>
                <a:gd name="T35" fmla="*/ 2 h 245"/>
                <a:gd name="T36" fmla="*/ 0 w 426"/>
                <a:gd name="T37" fmla="*/ 2 h 245"/>
                <a:gd name="T38" fmla="*/ 0 w 426"/>
                <a:gd name="T39" fmla="*/ 2 h 245"/>
                <a:gd name="T40" fmla="*/ 0 w 426"/>
                <a:gd name="T41" fmla="*/ 2 h 245"/>
                <a:gd name="T42" fmla="*/ 0 w 426"/>
                <a:gd name="T43" fmla="*/ 1 h 245"/>
                <a:gd name="T44" fmla="*/ 0 w 426"/>
                <a:gd name="T45" fmla="*/ 1 h 245"/>
                <a:gd name="T46" fmla="*/ 0 w 426"/>
                <a:gd name="T47" fmla="*/ 1 h 245"/>
                <a:gd name="T48" fmla="*/ 1 w 426"/>
                <a:gd name="T49" fmla="*/ 1 h 245"/>
                <a:gd name="T50" fmla="*/ 1 w 426"/>
                <a:gd name="T51" fmla="*/ 1 h 245"/>
                <a:gd name="T52" fmla="*/ 1 w 426"/>
                <a:gd name="T53" fmla="*/ 1 h 245"/>
                <a:gd name="T54" fmla="*/ 1 w 426"/>
                <a:gd name="T55" fmla="*/ 1 h 245"/>
                <a:gd name="T56" fmla="*/ 2 w 426"/>
                <a:gd name="T57" fmla="*/ 0 h 245"/>
                <a:gd name="T58" fmla="*/ 2 w 426"/>
                <a:gd name="T59" fmla="*/ 0 h 245"/>
                <a:gd name="T60" fmla="*/ 2 w 426"/>
                <a:gd name="T61" fmla="*/ 0 h 245"/>
                <a:gd name="T62" fmla="*/ 2 w 426"/>
                <a:gd name="T63" fmla="*/ 0 h 245"/>
                <a:gd name="T64" fmla="*/ 3 w 426"/>
                <a:gd name="T65" fmla="*/ 0 h 245"/>
                <a:gd name="T66" fmla="*/ 3 w 426"/>
                <a:gd name="T67" fmla="*/ 0 h 245"/>
                <a:gd name="T68" fmla="*/ 3 w 426"/>
                <a:gd name="T69" fmla="*/ 0 h 245"/>
                <a:gd name="T70" fmla="*/ 3 w 426"/>
                <a:gd name="T71" fmla="*/ 0 h 245"/>
                <a:gd name="T72" fmla="*/ 3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426" y="0"/>
                  </a:moveTo>
                  <a:lnTo>
                    <a:pt x="426" y="0"/>
                  </a:lnTo>
                  <a:lnTo>
                    <a:pt x="384" y="1"/>
                  </a:lnTo>
                  <a:lnTo>
                    <a:pt x="340" y="4"/>
                  </a:lnTo>
                  <a:lnTo>
                    <a:pt x="300" y="10"/>
                  </a:lnTo>
                  <a:lnTo>
                    <a:pt x="262" y="18"/>
                  </a:lnTo>
                  <a:lnTo>
                    <a:pt x="224" y="29"/>
                  </a:lnTo>
                  <a:lnTo>
                    <a:pt x="189" y="41"/>
                  </a:lnTo>
                  <a:lnTo>
                    <a:pt x="157" y="55"/>
                  </a:lnTo>
                  <a:lnTo>
                    <a:pt x="126" y="70"/>
                  </a:lnTo>
                  <a:lnTo>
                    <a:pt x="99" y="89"/>
                  </a:lnTo>
                  <a:lnTo>
                    <a:pt x="74" y="106"/>
                  </a:lnTo>
                  <a:lnTo>
                    <a:pt x="52" y="126"/>
                  </a:lnTo>
                  <a:lnTo>
                    <a:pt x="34" y="148"/>
                  </a:lnTo>
                  <a:lnTo>
                    <a:pt x="19" y="171"/>
                  </a:lnTo>
                  <a:lnTo>
                    <a:pt x="9" y="194"/>
                  </a:lnTo>
                  <a:lnTo>
                    <a:pt x="3" y="219"/>
                  </a:lnTo>
                  <a:lnTo>
                    <a:pt x="0" y="245"/>
                  </a:lnTo>
                  <a:lnTo>
                    <a:pt x="12" y="245"/>
                  </a:lnTo>
                  <a:lnTo>
                    <a:pt x="15" y="221"/>
                  </a:lnTo>
                  <a:lnTo>
                    <a:pt x="20" y="199"/>
                  </a:lnTo>
                  <a:lnTo>
                    <a:pt x="31" y="178"/>
                  </a:lnTo>
                  <a:lnTo>
                    <a:pt x="44" y="156"/>
                  </a:lnTo>
                  <a:lnTo>
                    <a:pt x="61" y="136"/>
                  </a:lnTo>
                  <a:lnTo>
                    <a:pt x="81" y="116"/>
                  </a:lnTo>
                  <a:lnTo>
                    <a:pt x="106" y="98"/>
                  </a:lnTo>
                  <a:lnTo>
                    <a:pt x="133" y="82"/>
                  </a:lnTo>
                  <a:lnTo>
                    <a:pt x="162" y="66"/>
                  </a:lnTo>
                  <a:lnTo>
                    <a:pt x="194" y="52"/>
                  </a:lnTo>
                  <a:lnTo>
                    <a:pt x="229" y="41"/>
                  </a:lnTo>
                  <a:lnTo>
                    <a:pt x="264" y="30"/>
                  </a:lnTo>
                  <a:lnTo>
                    <a:pt x="303" y="22"/>
                  </a:lnTo>
                  <a:lnTo>
                    <a:pt x="343" y="16"/>
                  </a:lnTo>
                  <a:lnTo>
                    <a:pt x="384" y="12"/>
                  </a:lnTo>
                  <a:lnTo>
                    <a:pt x="426" y="11"/>
                  </a:lnTo>
                  <a:lnTo>
                    <a:pt x="42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0673" name="Freeform 31"/>
            <p:cNvSpPr>
              <a:spLocks/>
            </p:cNvSpPr>
            <p:nvPr/>
          </p:nvSpPr>
          <p:spPr bwMode="auto">
            <a:xfrm>
              <a:off x="1587" y="1929"/>
              <a:ext cx="85" cy="49"/>
            </a:xfrm>
            <a:custGeom>
              <a:avLst/>
              <a:gdLst>
                <a:gd name="T0" fmla="*/ 0 w 426"/>
                <a:gd name="T1" fmla="*/ 0 h 245"/>
                <a:gd name="T2" fmla="*/ 0 w 426"/>
                <a:gd name="T3" fmla="*/ 0 h 245"/>
                <a:gd name="T4" fmla="*/ 0 w 426"/>
                <a:gd name="T5" fmla="*/ 0 h 245"/>
                <a:gd name="T6" fmla="*/ 0 w 426"/>
                <a:gd name="T7" fmla="*/ 0 h 245"/>
                <a:gd name="T8" fmla="*/ 0 w 426"/>
                <a:gd name="T9" fmla="*/ 1 h 245"/>
                <a:gd name="T10" fmla="*/ 0 w 426"/>
                <a:gd name="T11" fmla="*/ 1 h 245"/>
                <a:gd name="T12" fmla="*/ 0 w 426"/>
                <a:gd name="T13" fmla="*/ 1 h 245"/>
                <a:gd name="T14" fmla="*/ 1 w 426"/>
                <a:gd name="T15" fmla="*/ 1 h 245"/>
                <a:gd name="T16" fmla="*/ 1 w 426"/>
                <a:gd name="T17" fmla="*/ 1 h 245"/>
                <a:gd name="T18" fmla="*/ 1 w 426"/>
                <a:gd name="T19" fmla="*/ 1 h 245"/>
                <a:gd name="T20" fmla="*/ 1 w 426"/>
                <a:gd name="T21" fmla="*/ 2 h 245"/>
                <a:gd name="T22" fmla="*/ 2 w 426"/>
                <a:gd name="T23" fmla="*/ 2 h 245"/>
                <a:gd name="T24" fmla="*/ 2 w 426"/>
                <a:gd name="T25" fmla="*/ 2 h 245"/>
                <a:gd name="T26" fmla="*/ 2 w 426"/>
                <a:gd name="T27" fmla="*/ 2 h 245"/>
                <a:gd name="T28" fmla="*/ 2 w 426"/>
                <a:gd name="T29" fmla="*/ 2 h 245"/>
                <a:gd name="T30" fmla="*/ 3 w 426"/>
                <a:gd name="T31" fmla="*/ 2 h 245"/>
                <a:gd name="T32" fmla="*/ 3 w 426"/>
                <a:gd name="T33" fmla="*/ 2 h 245"/>
                <a:gd name="T34" fmla="*/ 3 w 426"/>
                <a:gd name="T35" fmla="*/ 2 h 245"/>
                <a:gd name="T36" fmla="*/ 3 w 426"/>
                <a:gd name="T37" fmla="*/ 2 h 245"/>
                <a:gd name="T38" fmla="*/ 3 w 426"/>
                <a:gd name="T39" fmla="*/ 2 h 245"/>
                <a:gd name="T40" fmla="*/ 3 w 426"/>
                <a:gd name="T41" fmla="*/ 2 h 245"/>
                <a:gd name="T42" fmla="*/ 2 w 426"/>
                <a:gd name="T43" fmla="*/ 2 h 245"/>
                <a:gd name="T44" fmla="*/ 2 w 426"/>
                <a:gd name="T45" fmla="*/ 2 h 245"/>
                <a:gd name="T46" fmla="*/ 2 w 426"/>
                <a:gd name="T47" fmla="*/ 2 h 245"/>
                <a:gd name="T48" fmla="*/ 2 w 426"/>
                <a:gd name="T49" fmla="*/ 2 h 245"/>
                <a:gd name="T50" fmla="*/ 1 w 426"/>
                <a:gd name="T51" fmla="*/ 1 h 245"/>
                <a:gd name="T52" fmla="*/ 1 w 426"/>
                <a:gd name="T53" fmla="*/ 1 h 245"/>
                <a:gd name="T54" fmla="*/ 1 w 426"/>
                <a:gd name="T55" fmla="*/ 1 h 245"/>
                <a:gd name="T56" fmla="*/ 1 w 426"/>
                <a:gd name="T57" fmla="*/ 1 h 245"/>
                <a:gd name="T58" fmla="*/ 0 w 426"/>
                <a:gd name="T59" fmla="*/ 1 h 245"/>
                <a:gd name="T60" fmla="*/ 0 w 426"/>
                <a:gd name="T61" fmla="*/ 1 h 245"/>
                <a:gd name="T62" fmla="*/ 0 w 426"/>
                <a:gd name="T63" fmla="*/ 1 h 245"/>
                <a:gd name="T64" fmla="*/ 0 w 426"/>
                <a:gd name="T65" fmla="*/ 0 h 245"/>
                <a:gd name="T66" fmla="*/ 0 w 426"/>
                <a:gd name="T67" fmla="*/ 0 h 245"/>
                <a:gd name="T68" fmla="*/ 0 w 426"/>
                <a:gd name="T69" fmla="*/ 0 h 245"/>
                <a:gd name="T70" fmla="*/ 0 w 426"/>
                <a:gd name="T71" fmla="*/ 0 h 245"/>
                <a:gd name="T72" fmla="*/ 0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0" y="0"/>
                  </a:moveTo>
                  <a:lnTo>
                    <a:pt x="0" y="0"/>
                  </a:lnTo>
                  <a:lnTo>
                    <a:pt x="3" y="25"/>
                  </a:lnTo>
                  <a:lnTo>
                    <a:pt x="9" y="50"/>
                  </a:lnTo>
                  <a:lnTo>
                    <a:pt x="19" y="73"/>
                  </a:lnTo>
                  <a:lnTo>
                    <a:pt x="34" y="96"/>
                  </a:lnTo>
                  <a:lnTo>
                    <a:pt x="52" y="118"/>
                  </a:lnTo>
                  <a:lnTo>
                    <a:pt x="74" y="138"/>
                  </a:lnTo>
                  <a:lnTo>
                    <a:pt x="99" y="156"/>
                  </a:lnTo>
                  <a:lnTo>
                    <a:pt x="126" y="174"/>
                  </a:lnTo>
                  <a:lnTo>
                    <a:pt x="157" y="190"/>
                  </a:lnTo>
                  <a:lnTo>
                    <a:pt x="189" y="204"/>
                  </a:lnTo>
                  <a:lnTo>
                    <a:pt x="224" y="215"/>
                  </a:lnTo>
                  <a:lnTo>
                    <a:pt x="262" y="226"/>
                  </a:lnTo>
                  <a:lnTo>
                    <a:pt x="300" y="234"/>
                  </a:lnTo>
                  <a:lnTo>
                    <a:pt x="340" y="240"/>
                  </a:lnTo>
                  <a:lnTo>
                    <a:pt x="384" y="244"/>
                  </a:lnTo>
                  <a:lnTo>
                    <a:pt x="426" y="245"/>
                  </a:lnTo>
                  <a:lnTo>
                    <a:pt x="426" y="233"/>
                  </a:lnTo>
                  <a:lnTo>
                    <a:pt x="384" y="232"/>
                  </a:lnTo>
                  <a:lnTo>
                    <a:pt x="343" y="228"/>
                  </a:lnTo>
                  <a:lnTo>
                    <a:pt x="303" y="222"/>
                  </a:lnTo>
                  <a:lnTo>
                    <a:pt x="264" y="214"/>
                  </a:lnTo>
                  <a:lnTo>
                    <a:pt x="229" y="204"/>
                  </a:lnTo>
                  <a:lnTo>
                    <a:pt x="194" y="192"/>
                  </a:lnTo>
                  <a:lnTo>
                    <a:pt x="162" y="178"/>
                  </a:lnTo>
                  <a:lnTo>
                    <a:pt x="133" y="163"/>
                  </a:lnTo>
                  <a:lnTo>
                    <a:pt x="106" y="146"/>
                  </a:lnTo>
                  <a:lnTo>
                    <a:pt x="81" y="129"/>
                  </a:lnTo>
                  <a:lnTo>
                    <a:pt x="61" y="109"/>
                  </a:lnTo>
                  <a:lnTo>
                    <a:pt x="44" y="89"/>
                  </a:lnTo>
                  <a:lnTo>
                    <a:pt x="31" y="66"/>
                  </a:lnTo>
                  <a:lnTo>
                    <a:pt x="20" y="45"/>
                  </a:lnTo>
                  <a:lnTo>
                    <a:pt x="15" y="2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0674" name="Freeform 32"/>
            <p:cNvSpPr>
              <a:spLocks/>
            </p:cNvSpPr>
            <p:nvPr/>
          </p:nvSpPr>
          <p:spPr bwMode="auto">
            <a:xfrm>
              <a:off x="878" y="1448"/>
              <a:ext cx="792" cy="954"/>
            </a:xfrm>
            <a:custGeom>
              <a:avLst/>
              <a:gdLst>
                <a:gd name="T0" fmla="*/ 13 w 3960"/>
                <a:gd name="T1" fmla="*/ 38 h 4768"/>
                <a:gd name="T2" fmla="*/ 14 w 3960"/>
                <a:gd name="T3" fmla="*/ 38 h 4768"/>
                <a:gd name="T4" fmla="*/ 15 w 3960"/>
                <a:gd name="T5" fmla="*/ 38 h 4768"/>
                <a:gd name="T6" fmla="*/ 15 w 3960"/>
                <a:gd name="T7" fmla="*/ 38 h 4768"/>
                <a:gd name="T8" fmla="*/ 16 w 3960"/>
                <a:gd name="T9" fmla="*/ 38 h 4768"/>
                <a:gd name="T10" fmla="*/ 17 w 3960"/>
                <a:gd name="T11" fmla="*/ 38 h 4768"/>
                <a:gd name="T12" fmla="*/ 17 w 3960"/>
                <a:gd name="T13" fmla="*/ 38 h 4768"/>
                <a:gd name="T14" fmla="*/ 18 w 3960"/>
                <a:gd name="T15" fmla="*/ 38 h 4768"/>
                <a:gd name="T16" fmla="*/ 18 w 3960"/>
                <a:gd name="T17" fmla="*/ 38 h 4768"/>
                <a:gd name="T18" fmla="*/ 29 w 3960"/>
                <a:gd name="T19" fmla="*/ 30 h 4768"/>
                <a:gd name="T20" fmla="*/ 30 w 3960"/>
                <a:gd name="T21" fmla="*/ 30 h 4768"/>
                <a:gd name="T22" fmla="*/ 30 w 3960"/>
                <a:gd name="T23" fmla="*/ 29 h 4768"/>
                <a:gd name="T24" fmla="*/ 31 w 3960"/>
                <a:gd name="T25" fmla="*/ 28 h 4768"/>
                <a:gd name="T26" fmla="*/ 31 w 3960"/>
                <a:gd name="T27" fmla="*/ 28 h 4768"/>
                <a:gd name="T28" fmla="*/ 31 w 3960"/>
                <a:gd name="T29" fmla="*/ 27 h 4768"/>
                <a:gd name="T30" fmla="*/ 32 w 3960"/>
                <a:gd name="T31" fmla="*/ 26 h 4768"/>
                <a:gd name="T32" fmla="*/ 32 w 3960"/>
                <a:gd name="T33" fmla="*/ 25 h 4768"/>
                <a:gd name="T34" fmla="*/ 32 w 3960"/>
                <a:gd name="T35" fmla="*/ 11 h 4768"/>
                <a:gd name="T36" fmla="*/ 32 w 3960"/>
                <a:gd name="T37" fmla="*/ 10 h 4768"/>
                <a:gd name="T38" fmla="*/ 31 w 3960"/>
                <a:gd name="T39" fmla="*/ 9 h 4768"/>
                <a:gd name="T40" fmla="*/ 31 w 3960"/>
                <a:gd name="T41" fmla="*/ 9 h 4768"/>
                <a:gd name="T42" fmla="*/ 31 w 3960"/>
                <a:gd name="T43" fmla="*/ 8 h 4768"/>
                <a:gd name="T44" fmla="*/ 31 w 3960"/>
                <a:gd name="T45" fmla="*/ 8 h 4768"/>
                <a:gd name="T46" fmla="*/ 30 w 3960"/>
                <a:gd name="T47" fmla="*/ 7 h 4768"/>
                <a:gd name="T48" fmla="*/ 30 w 3960"/>
                <a:gd name="T49" fmla="*/ 7 h 4768"/>
                <a:gd name="T50" fmla="*/ 29 w 3960"/>
                <a:gd name="T51" fmla="*/ 6 h 4768"/>
                <a:gd name="T52" fmla="*/ 19 w 3960"/>
                <a:gd name="T53" fmla="*/ 1 h 4768"/>
                <a:gd name="T54" fmla="*/ 18 w 3960"/>
                <a:gd name="T55" fmla="*/ 0 h 4768"/>
                <a:gd name="T56" fmla="*/ 17 w 3960"/>
                <a:gd name="T57" fmla="*/ 0 h 4768"/>
                <a:gd name="T58" fmla="*/ 17 w 3960"/>
                <a:gd name="T59" fmla="*/ 0 h 4768"/>
                <a:gd name="T60" fmla="*/ 16 w 3960"/>
                <a:gd name="T61" fmla="*/ 0 h 4768"/>
                <a:gd name="T62" fmla="*/ 15 w 3960"/>
                <a:gd name="T63" fmla="*/ 0 h 4768"/>
                <a:gd name="T64" fmla="*/ 14 w 3960"/>
                <a:gd name="T65" fmla="*/ 0 h 4768"/>
                <a:gd name="T66" fmla="*/ 14 w 3960"/>
                <a:gd name="T67" fmla="*/ 0 h 4768"/>
                <a:gd name="T68" fmla="*/ 2 w 3960"/>
                <a:gd name="T69" fmla="*/ 6 h 4768"/>
                <a:gd name="T70" fmla="*/ 2 w 3960"/>
                <a:gd name="T71" fmla="*/ 7 h 4768"/>
                <a:gd name="T72" fmla="*/ 1 w 3960"/>
                <a:gd name="T73" fmla="*/ 7 h 4768"/>
                <a:gd name="T74" fmla="*/ 1 w 3960"/>
                <a:gd name="T75" fmla="*/ 8 h 4768"/>
                <a:gd name="T76" fmla="*/ 1 w 3960"/>
                <a:gd name="T77" fmla="*/ 8 h 4768"/>
                <a:gd name="T78" fmla="*/ 0 w 3960"/>
                <a:gd name="T79" fmla="*/ 9 h 4768"/>
                <a:gd name="T80" fmla="*/ 0 w 3960"/>
                <a:gd name="T81" fmla="*/ 9 h 4768"/>
                <a:gd name="T82" fmla="*/ 0 w 3960"/>
                <a:gd name="T83" fmla="*/ 10 h 4768"/>
                <a:gd name="T84" fmla="*/ 0 w 3960"/>
                <a:gd name="T85" fmla="*/ 11 h 4768"/>
                <a:gd name="T86" fmla="*/ 0 w 3960"/>
                <a:gd name="T87" fmla="*/ 25 h 4768"/>
                <a:gd name="T88" fmla="*/ 0 w 3960"/>
                <a:gd name="T89" fmla="*/ 26 h 4768"/>
                <a:gd name="T90" fmla="*/ 0 w 3960"/>
                <a:gd name="T91" fmla="*/ 27 h 4768"/>
                <a:gd name="T92" fmla="*/ 1 w 3960"/>
                <a:gd name="T93" fmla="*/ 28 h 4768"/>
                <a:gd name="T94" fmla="*/ 1 w 3960"/>
                <a:gd name="T95" fmla="*/ 29 h 4768"/>
                <a:gd name="T96" fmla="*/ 1 w 3960"/>
                <a:gd name="T97" fmla="*/ 29 h 4768"/>
                <a:gd name="T98" fmla="*/ 2 w 3960"/>
                <a:gd name="T99" fmla="*/ 30 h 4768"/>
                <a:gd name="T100" fmla="*/ 3 w 3960"/>
                <a:gd name="T101" fmla="*/ 31 h 4768"/>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w 3960"/>
                <a:gd name="T154" fmla="*/ 0 h 4768"/>
                <a:gd name="T155" fmla="*/ 3960 w 3960"/>
                <a:gd name="T156" fmla="*/ 4768 h 4768"/>
              </a:gdLst>
              <a:ahLst/>
              <a:cxnLst>
                <a:cxn ang="T102">
                  <a:pos x="T0" y="T1"/>
                </a:cxn>
                <a:cxn ang="T103">
                  <a:pos x="T2" y="T3"/>
                </a:cxn>
                <a:cxn ang="T104">
                  <a:pos x="T4" y="T5"/>
                </a:cxn>
                <a:cxn ang="T105">
                  <a:pos x="T6" y="T7"/>
                </a:cxn>
                <a:cxn ang="T106">
                  <a:pos x="T8" y="T9"/>
                </a:cxn>
                <a:cxn ang="T107">
                  <a:pos x="T10" y="T11"/>
                </a:cxn>
                <a:cxn ang="T108">
                  <a:pos x="T12" y="T13"/>
                </a:cxn>
                <a:cxn ang="T109">
                  <a:pos x="T14" y="T15"/>
                </a:cxn>
                <a:cxn ang="T110">
                  <a:pos x="T16" y="T17"/>
                </a:cxn>
                <a:cxn ang="T111">
                  <a:pos x="T18" y="T19"/>
                </a:cxn>
                <a:cxn ang="T112">
                  <a:pos x="T20" y="T21"/>
                </a:cxn>
                <a:cxn ang="T113">
                  <a:pos x="T22" y="T23"/>
                </a:cxn>
                <a:cxn ang="T114">
                  <a:pos x="T24" y="T25"/>
                </a:cxn>
                <a:cxn ang="T115">
                  <a:pos x="T26" y="T27"/>
                </a:cxn>
                <a:cxn ang="T116">
                  <a:pos x="T28" y="T29"/>
                </a:cxn>
                <a:cxn ang="T117">
                  <a:pos x="T30" y="T31"/>
                </a:cxn>
                <a:cxn ang="T118">
                  <a:pos x="T32" y="T33"/>
                </a:cxn>
                <a:cxn ang="T119">
                  <a:pos x="T34" y="T35"/>
                </a:cxn>
                <a:cxn ang="T120">
                  <a:pos x="T36" y="T37"/>
                </a:cxn>
                <a:cxn ang="T121">
                  <a:pos x="T38" y="T39"/>
                </a:cxn>
                <a:cxn ang="T122">
                  <a:pos x="T40" y="T41"/>
                </a:cxn>
                <a:cxn ang="T123">
                  <a:pos x="T42" y="T43"/>
                </a:cxn>
                <a:cxn ang="T124">
                  <a:pos x="T44" y="T45"/>
                </a:cxn>
                <a:cxn ang="T125">
                  <a:pos x="T46" y="T47"/>
                </a:cxn>
                <a:cxn ang="T126">
                  <a:pos x="T48" y="T49"/>
                </a:cxn>
                <a:cxn ang="T127">
                  <a:pos x="T50" y="T51"/>
                </a:cxn>
                <a:cxn ang="T128">
                  <a:pos x="T52" y="T53"/>
                </a:cxn>
                <a:cxn ang="T129">
                  <a:pos x="T54" y="T55"/>
                </a:cxn>
                <a:cxn ang="T130">
                  <a:pos x="T56" y="T57"/>
                </a:cxn>
                <a:cxn ang="T131">
                  <a:pos x="T58" y="T59"/>
                </a:cxn>
                <a:cxn ang="T132">
                  <a:pos x="T60" y="T61"/>
                </a:cxn>
                <a:cxn ang="T133">
                  <a:pos x="T62" y="T63"/>
                </a:cxn>
                <a:cxn ang="T134">
                  <a:pos x="T64" y="T65"/>
                </a:cxn>
                <a:cxn ang="T135">
                  <a:pos x="T66" y="T67"/>
                </a:cxn>
                <a:cxn ang="T136">
                  <a:pos x="T68" y="T69"/>
                </a:cxn>
                <a:cxn ang="T137">
                  <a:pos x="T70" y="T71"/>
                </a:cxn>
                <a:cxn ang="T138">
                  <a:pos x="T72" y="T73"/>
                </a:cxn>
                <a:cxn ang="T139">
                  <a:pos x="T74" y="T75"/>
                </a:cxn>
                <a:cxn ang="T140">
                  <a:pos x="T76" y="T77"/>
                </a:cxn>
                <a:cxn ang="T141">
                  <a:pos x="T78" y="T79"/>
                </a:cxn>
                <a:cxn ang="T142">
                  <a:pos x="T80" y="T81"/>
                </a:cxn>
                <a:cxn ang="T143">
                  <a:pos x="T82" y="T83"/>
                </a:cxn>
                <a:cxn ang="T144">
                  <a:pos x="T84" y="T85"/>
                </a:cxn>
                <a:cxn ang="T145">
                  <a:pos x="T86" y="T87"/>
                </a:cxn>
                <a:cxn ang="T146">
                  <a:pos x="T88" y="T89"/>
                </a:cxn>
                <a:cxn ang="T147">
                  <a:pos x="T90" y="T91"/>
                </a:cxn>
                <a:cxn ang="T148">
                  <a:pos x="T92" y="T93"/>
                </a:cxn>
                <a:cxn ang="T149">
                  <a:pos x="T94" y="T95"/>
                </a:cxn>
                <a:cxn ang="T150">
                  <a:pos x="T96" y="T97"/>
                </a:cxn>
                <a:cxn ang="T151">
                  <a:pos x="T98" y="T99"/>
                </a:cxn>
                <a:cxn ang="T152">
                  <a:pos x="T100" y="T101"/>
                </a:cxn>
              </a:cxnLst>
              <a:rect l="T153" t="T154" r="T155" b="T156"/>
              <a:pathLst>
                <a:path w="3960" h="4768">
                  <a:moveTo>
                    <a:pt x="353" y="3849"/>
                  </a:moveTo>
                  <a:lnTo>
                    <a:pt x="1661" y="4700"/>
                  </a:lnTo>
                  <a:lnTo>
                    <a:pt x="1697" y="4717"/>
                  </a:lnTo>
                  <a:lnTo>
                    <a:pt x="1736" y="4731"/>
                  </a:lnTo>
                  <a:lnTo>
                    <a:pt x="1776" y="4742"/>
                  </a:lnTo>
                  <a:lnTo>
                    <a:pt x="1818" y="4753"/>
                  </a:lnTo>
                  <a:lnTo>
                    <a:pt x="1860" y="4760"/>
                  </a:lnTo>
                  <a:lnTo>
                    <a:pt x="1902" y="4765"/>
                  </a:lnTo>
                  <a:lnTo>
                    <a:pt x="1946" y="4768"/>
                  </a:lnTo>
                  <a:lnTo>
                    <a:pt x="1988" y="4768"/>
                  </a:lnTo>
                  <a:lnTo>
                    <a:pt x="2031" y="4767"/>
                  </a:lnTo>
                  <a:lnTo>
                    <a:pt x="2073" y="4763"/>
                  </a:lnTo>
                  <a:lnTo>
                    <a:pt x="2114" y="4758"/>
                  </a:lnTo>
                  <a:lnTo>
                    <a:pt x="2154" y="4751"/>
                  </a:lnTo>
                  <a:lnTo>
                    <a:pt x="2193" y="4740"/>
                  </a:lnTo>
                  <a:lnTo>
                    <a:pt x="2230" y="4729"/>
                  </a:lnTo>
                  <a:lnTo>
                    <a:pt x="2264" y="4715"/>
                  </a:lnTo>
                  <a:lnTo>
                    <a:pt x="2297" y="4700"/>
                  </a:lnTo>
                  <a:lnTo>
                    <a:pt x="3639" y="3825"/>
                  </a:lnTo>
                  <a:lnTo>
                    <a:pt x="3673" y="3795"/>
                  </a:lnTo>
                  <a:lnTo>
                    <a:pt x="3707" y="3761"/>
                  </a:lnTo>
                  <a:lnTo>
                    <a:pt x="3738" y="3725"/>
                  </a:lnTo>
                  <a:lnTo>
                    <a:pt x="3768" y="3685"/>
                  </a:lnTo>
                  <a:lnTo>
                    <a:pt x="3796" y="3644"/>
                  </a:lnTo>
                  <a:lnTo>
                    <a:pt x="3821" y="3599"/>
                  </a:lnTo>
                  <a:lnTo>
                    <a:pt x="3846" y="3553"/>
                  </a:lnTo>
                  <a:lnTo>
                    <a:pt x="3868" y="3505"/>
                  </a:lnTo>
                  <a:lnTo>
                    <a:pt x="3888" y="3456"/>
                  </a:lnTo>
                  <a:lnTo>
                    <a:pt x="3907" y="3406"/>
                  </a:lnTo>
                  <a:lnTo>
                    <a:pt x="3922" y="3354"/>
                  </a:lnTo>
                  <a:lnTo>
                    <a:pt x="3935" y="3303"/>
                  </a:lnTo>
                  <a:lnTo>
                    <a:pt x="3946" y="3250"/>
                  </a:lnTo>
                  <a:lnTo>
                    <a:pt x="3953" y="3197"/>
                  </a:lnTo>
                  <a:lnTo>
                    <a:pt x="3957" y="3144"/>
                  </a:lnTo>
                  <a:lnTo>
                    <a:pt x="3960" y="3092"/>
                  </a:lnTo>
                  <a:lnTo>
                    <a:pt x="3959" y="1313"/>
                  </a:lnTo>
                  <a:lnTo>
                    <a:pt x="3955" y="1271"/>
                  </a:lnTo>
                  <a:lnTo>
                    <a:pt x="3949" y="1229"/>
                  </a:lnTo>
                  <a:lnTo>
                    <a:pt x="3941" y="1189"/>
                  </a:lnTo>
                  <a:lnTo>
                    <a:pt x="3930" y="1149"/>
                  </a:lnTo>
                  <a:lnTo>
                    <a:pt x="3918" y="1111"/>
                  </a:lnTo>
                  <a:lnTo>
                    <a:pt x="3902" y="1075"/>
                  </a:lnTo>
                  <a:lnTo>
                    <a:pt x="3886" y="1040"/>
                  </a:lnTo>
                  <a:lnTo>
                    <a:pt x="3867" y="1006"/>
                  </a:lnTo>
                  <a:lnTo>
                    <a:pt x="3846" y="973"/>
                  </a:lnTo>
                  <a:lnTo>
                    <a:pt x="3823" y="942"/>
                  </a:lnTo>
                  <a:lnTo>
                    <a:pt x="3798" y="913"/>
                  </a:lnTo>
                  <a:lnTo>
                    <a:pt x="3771" y="886"/>
                  </a:lnTo>
                  <a:lnTo>
                    <a:pt x="3743" y="860"/>
                  </a:lnTo>
                  <a:lnTo>
                    <a:pt x="3714" y="837"/>
                  </a:lnTo>
                  <a:lnTo>
                    <a:pt x="3682" y="816"/>
                  </a:lnTo>
                  <a:lnTo>
                    <a:pt x="3649" y="796"/>
                  </a:lnTo>
                  <a:lnTo>
                    <a:pt x="2386" y="83"/>
                  </a:lnTo>
                  <a:lnTo>
                    <a:pt x="2350" y="65"/>
                  </a:lnTo>
                  <a:lnTo>
                    <a:pt x="2310" y="50"/>
                  </a:lnTo>
                  <a:lnTo>
                    <a:pt x="2268" y="36"/>
                  </a:lnTo>
                  <a:lnTo>
                    <a:pt x="2223" y="24"/>
                  </a:lnTo>
                  <a:lnTo>
                    <a:pt x="2178" y="15"/>
                  </a:lnTo>
                  <a:lnTo>
                    <a:pt x="2131" y="8"/>
                  </a:lnTo>
                  <a:lnTo>
                    <a:pt x="2082" y="3"/>
                  </a:lnTo>
                  <a:lnTo>
                    <a:pt x="2032" y="0"/>
                  </a:lnTo>
                  <a:lnTo>
                    <a:pt x="1982" y="1"/>
                  </a:lnTo>
                  <a:lnTo>
                    <a:pt x="1933" y="3"/>
                  </a:lnTo>
                  <a:lnTo>
                    <a:pt x="1882" y="9"/>
                  </a:lnTo>
                  <a:lnTo>
                    <a:pt x="1833" y="17"/>
                  </a:lnTo>
                  <a:lnTo>
                    <a:pt x="1785" y="29"/>
                  </a:lnTo>
                  <a:lnTo>
                    <a:pt x="1737" y="43"/>
                  </a:lnTo>
                  <a:lnTo>
                    <a:pt x="1691" y="62"/>
                  </a:lnTo>
                  <a:lnTo>
                    <a:pt x="1647" y="83"/>
                  </a:lnTo>
                  <a:lnTo>
                    <a:pt x="311" y="782"/>
                  </a:lnTo>
                  <a:lnTo>
                    <a:pt x="276" y="803"/>
                  </a:lnTo>
                  <a:lnTo>
                    <a:pt x="243" y="826"/>
                  </a:lnTo>
                  <a:lnTo>
                    <a:pt x="213" y="852"/>
                  </a:lnTo>
                  <a:lnTo>
                    <a:pt x="184" y="879"/>
                  </a:lnTo>
                  <a:lnTo>
                    <a:pt x="155" y="908"/>
                  </a:lnTo>
                  <a:lnTo>
                    <a:pt x="131" y="939"/>
                  </a:lnTo>
                  <a:lnTo>
                    <a:pt x="107" y="971"/>
                  </a:lnTo>
                  <a:lnTo>
                    <a:pt x="86" y="1005"/>
                  </a:lnTo>
                  <a:lnTo>
                    <a:pt x="68" y="1040"/>
                  </a:lnTo>
                  <a:lnTo>
                    <a:pt x="50" y="1076"/>
                  </a:lnTo>
                  <a:lnTo>
                    <a:pt x="36" y="1115"/>
                  </a:lnTo>
                  <a:lnTo>
                    <a:pt x="23" y="1153"/>
                  </a:lnTo>
                  <a:lnTo>
                    <a:pt x="14" y="1195"/>
                  </a:lnTo>
                  <a:lnTo>
                    <a:pt x="7" y="1236"/>
                  </a:lnTo>
                  <a:lnTo>
                    <a:pt x="2" y="1279"/>
                  </a:lnTo>
                  <a:lnTo>
                    <a:pt x="0" y="1322"/>
                  </a:lnTo>
                  <a:lnTo>
                    <a:pt x="0" y="3093"/>
                  </a:lnTo>
                  <a:lnTo>
                    <a:pt x="2" y="3147"/>
                  </a:lnTo>
                  <a:lnTo>
                    <a:pt x="7" y="3202"/>
                  </a:lnTo>
                  <a:lnTo>
                    <a:pt x="15" y="3257"/>
                  </a:lnTo>
                  <a:lnTo>
                    <a:pt x="27" y="3312"/>
                  </a:lnTo>
                  <a:lnTo>
                    <a:pt x="42" y="3366"/>
                  </a:lnTo>
                  <a:lnTo>
                    <a:pt x="59" y="3420"/>
                  </a:lnTo>
                  <a:lnTo>
                    <a:pt x="79" y="3474"/>
                  </a:lnTo>
                  <a:lnTo>
                    <a:pt x="102" y="3525"/>
                  </a:lnTo>
                  <a:lnTo>
                    <a:pt x="127" y="3576"/>
                  </a:lnTo>
                  <a:lnTo>
                    <a:pt x="154" y="3624"/>
                  </a:lnTo>
                  <a:lnTo>
                    <a:pt x="184" y="3670"/>
                  </a:lnTo>
                  <a:lnTo>
                    <a:pt x="214" y="3712"/>
                  </a:lnTo>
                  <a:lnTo>
                    <a:pt x="247" y="3752"/>
                  </a:lnTo>
                  <a:lnTo>
                    <a:pt x="281" y="3788"/>
                  </a:lnTo>
                  <a:lnTo>
                    <a:pt x="317" y="3821"/>
                  </a:lnTo>
                  <a:lnTo>
                    <a:pt x="353" y="384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0675" name="Freeform 33"/>
            <p:cNvSpPr>
              <a:spLocks/>
            </p:cNvSpPr>
            <p:nvPr/>
          </p:nvSpPr>
          <p:spPr bwMode="auto">
            <a:xfrm>
              <a:off x="943" y="2210"/>
              <a:ext cx="276" cy="187"/>
            </a:xfrm>
            <a:custGeom>
              <a:avLst/>
              <a:gdLst>
                <a:gd name="T0" fmla="*/ 11 w 1380"/>
                <a:gd name="T1" fmla="*/ 7 h 937"/>
                <a:gd name="T2" fmla="*/ 11 w 1380"/>
                <a:gd name="T3" fmla="*/ 7 h 937"/>
                <a:gd name="T4" fmla="*/ 0 w 1380"/>
                <a:gd name="T5" fmla="*/ 0 h 937"/>
                <a:gd name="T6" fmla="*/ 0 w 1380"/>
                <a:gd name="T7" fmla="*/ 1 h 937"/>
                <a:gd name="T8" fmla="*/ 10 w 1380"/>
                <a:gd name="T9" fmla="*/ 7 h 937"/>
                <a:gd name="T10" fmla="*/ 10 w 1380"/>
                <a:gd name="T11" fmla="*/ 7 h 937"/>
                <a:gd name="T12" fmla="*/ 10 w 1380"/>
                <a:gd name="T13" fmla="*/ 7 h 937"/>
                <a:gd name="T14" fmla="*/ 11 w 1380"/>
                <a:gd name="T15" fmla="*/ 7 h 937"/>
                <a:gd name="T16" fmla="*/ 11 w 1380"/>
                <a:gd name="T17" fmla="*/ 7 h 937"/>
                <a:gd name="T18" fmla="*/ 11 w 1380"/>
                <a:gd name="T19" fmla="*/ 7 h 937"/>
                <a:gd name="T20" fmla="*/ 11 w 1380"/>
                <a:gd name="T21" fmla="*/ 7 h 937"/>
                <a:gd name="T22" fmla="*/ 11 w 1380"/>
                <a:gd name="T23" fmla="*/ 7 h 937"/>
                <a:gd name="T24" fmla="*/ 11 w 1380"/>
                <a:gd name="T25" fmla="*/ 7 h 937"/>
                <a:gd name="T26" fmla="*/ 11 w 1380"/>
                <a:gd name="T27" fmla="*/ 7 h 937"/>
                <a:gd name="T28" fmla="*/ 11 w 1380"/>
                <a:gd name="T29" fmla="*/ 7 h 937"/>
                <a:gd name="T30" fmla="*/ 11 w 1380"/>
                <a:gd name="T31" fmla="*/ 7 h 93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80"/>
                <a:gd name="T49" fmla="*/ 0 h 937"/>
                <a:gd name="T50" fmla="*/ 1380 w 1380"/>
                <a:gd name="T51" fmla="*/ 937 h 93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80" h="937">
                  <a:moveTo>
                    <a:pt x="1354" y="848"/>
                  </a:moveTo>
                  <a:lnTo>
                    <a:pt x="1359" y="851"/>
                  </a:lnTo>
                  <a:lnTo>
                    <a:pt x="51" y="0"/>
                  </a:lnTo>
                  <a:lnTo>
                    <a:pt x="0" y="78"/>
                  </a:lnTo>
                  <a:lnTo>
                    <a:pt x="1307" y="929"/>
                  </a:lnTo>
                  <a:lnTo>
                    <a:pt x="1312" y="932"/>
                  </a:lnTo>
                  <a:lnTo>
                    <a:pt x="1307" y="929"/>
                  </a:lnTo>
                  <a:lnTo>
                    <a:pt x="1326" y="937"/>
                  </a:lnTo>
                  <a:lnTo>
                    <a:pt x="1345" y="936"/>
                  </a:lnTo>
                  <a:lnTo>
                    <a:pt x="1360" y="929"/>
                  </a:lnTo>
                  <a:lnTo>
                    <a:pt x="1372" y="916"/>
                  </a:lnTo>
                  <a:lnTo>
                    <a:pt x="1379" y="899"/>
                  </a:lnTo>
                  <a:lnTo>
                    <a:pt x="1380" y="883"/>
                  </a:lnTo>
                  <a:lnTo>
                    <a:pt x="1374" y="865"/>
                  </a:lnTo>
                  <a:lnTo>
                    <a:pt x="1359" y="851"/>
                  </a:lnTo>
                  <a:lnTo>
                    <a:pt x="1354" y="84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0676" name="Freeform 34"/>
            <p:cNvSpPr>
              <a:spLocks/>
            </p:cNvSpPr>
            <p:nvPr/>
          </p:nvSpPr>
          <p:spPr bwMode="auto">
            <a:xfrm>
              <a:off x="1206" y="2379"/>
              <a:ext cx="140" cy="32"/>
            </a:xfrm>
            <a:custGeom>
              <a:avLst/>
              <a:gdLst>
                <a:gd name="T0" fmla="*/ 5 w 703"/>
                <a:gd name="T1" fmla="*/ 0 h 162"/>
                <a:gd name="T2" fmla="*/ 5 w 703"/>
                <a:gd name="T3" fmla="*/ 0 h 162"/>
                <a:gd name="T4" fmla="*/ 5 w 703"/>
                <a:gd name="T5" fmla="*/ 0 h 162"/>
                <a:gd name="T6" fmla="*/ 5 w 703"/>
                <a:gd name="T7" fmla="*/ 0 h 162"/>
                <a:gd name="T8" fmla="*/ 4 w 703"/>
                <a:gd name="T9" fmla="*/ 0 h 162"/>
                <a:gd name="T10" fmla="*/ 4 w 703"/>
                <a:gd name="T11" fmla="*/ 0 h 162"/>
                <a:gd name="T12" fmla="*/ 4 w 703"/>
                <a:gd name="T13" fmla="*/ 0 h 162"/>
                <a:gd name="T14" fmla="*/ 3 w 703"/>
                <a:gd name="T15" fmla="*/ 1 h 162"/>
                <a:gd name="T16" fmla="*/ 3 w 703"/>
                <a:gd name="T17" fmla="*/ 1 h 162"/>
                <a:gd name="T18" fmla="*/ 3 w 703"/>
                <a:gd name="T19" fmla="*/ 1 h 162"/>
                <a:gd name="T20" fmla="*/ 2 w 703"/>
                <a:gd name="T21" fmla="*/ 1 h 162"/>
                <a:gd name="T22" fmla="*/ 2 w 703"/>
                <a:gd name="T23" fmla="*/ 1 h 162"/>
                <a:gd name="T24" fmla="*/ 2 w 703"/>
                <a:gd name="T25" fmla="*/ 0 h 162"/>
                <a:gd name="T26" fmla="*/ 1 w 703"/>
                <a:gd name="T27" fmla="*/ 0 h 162"/>
                <a:gd name="T28" fmla="*/ 1 w 703"/>
                <a:gd name="T29" fmla="*/ 0 h 162"/>
                <a:gd name="T30" fmla="*/ 1 w 703"/>
                <a:gd name="T31" fmla="*/ 0 h 162"/>
                <a:gd name="T32" fmla="*/ 1 w 703"/>
                <a:gd name="T33" fmla="*/ 0 h 162"/>
                <a:gd name="T34" fmla="*/ 0 w 703"/>
                <a:gd name="T35" fmla="*/ 0 h 162"/>
                <a:gd name="T36" fmla="*/ 0 w 703"/>
                <a:gd name="T37" fmla="*/ 1 h 162"/>
                <a:gd name="T38" fmla="*/ 0 w 703"/>
                <a:gd name="T39" fmla="*/ 1 h 162"/>
                <a:gd name="T40" fmla="*/ 1 w 703"/>
                <a:gd name="T41" fmla="*/ 1 h 162"/>
                <a:gd name="T42" fmla="*/ 1 w 703"/>
                <a:gd name="T43" fmla="*/ 1 h 162"/>
                <a:gd name="T44" fmla="*/ 1 w 703"/>
                <a:gd name="T45" fmla="*/ 1 h 162"/>
                <a:gd name="T46" fmla="*/ 2 w 703"/>
                <a:gd name="T47" fmla="*/ 1 h 162"/>
                <a:gd name="T48" fmla="*/ 2 w 703"/>
                <a:gd name="T49" fmla="*/ 1 h 162"/>
                <a:gd name="T50" fmla="*/ 2 w 703"/>
                <a:gd name="T51" fmla="*/ 1 h 162"/>
                <a:gd name="T52" fmla="*/ 3 w 703"/>
                <a:gd name="T53" fmla="*/ 1 h 162"/>
                <a:gd name="T54" fmla="*/ 3 w 703"/>
                <a:gd name="T55" fmla="*/ 1 h 162"/>
                <a:gd name="T56" fmla="*/ 3 w 703"/>
                <a:gd name="T57" fmla="*/ 1 h 162"/>
                <a:gd name="T58" fmla="*/ 4 w 703"/>
                <a:gd name="T59" fmla="*/ 1 h 162"/>
                <a:gd name="T60" fmla="*/ 4 w 703"/>
                <a:gd name="T61" fmla="*/ 1 h 162"/>
                <a:gd name="T62" fmla="*/ 5 w 703"/>
                <a:gd name="T63" fmla="*/ 1 h 162"/>
                <a:gd name="T64" fmla="*/ 5 w 703"/>
                <a:gd name="T65" fmla="*/ 1 h 162"/>
                <a:gd name="T66" fmla="*/ 5 w 703"/>
                <a:gd name="T67" fmla="*/ 1 h 162"/>
                <a:gd name="T68" fmla="*/ 5 w 703"/>
                <a:gd name="T69" fmla="*/ 1 h 162"/>
                <a:gd name="T70" fmla="*/ 5 w 703"/>
                <a:gd name="T71" fmla="*/ 1 h 162"/>
                <a:gd name="T72" fmla="*/ 5 w 703"/>
                <a:gd name="T73" fmla="*/ 1 h 162"/>
                <a:gd name="T74" fmla="*/ 5 w 703"/>
                <a:gd name="T75" fmla="*/ 1 h 162"/>
                <a:gd name="T76" fmla="*/ 6 w 703"/>
                <a:gd name="T77" fmla="*/ 0 h 162"/>
                <a:gd name="T78" fmla="*/ 6 w 703"/>
                <a:gd name="T79" fmla="*/ 0 h 162"/>
                <a:gd name="T80" fmla="*/ 6 w 703"/>
                <a:gd name="T81" fmla="*/ 0 h 162"/>
                <a:gd name="T82" fmla="*/ 5 w 703"/>
                <a:gd name="T83" fmla="*/ 0 h 162"/>
                <a:gd name="T84" fmla="*/ 5 w 703"/>
                <a:gd name="T85" fmla="*/ 0 h 162"/>
                <a:gd name="T86" fmla="*/ 5 w 703"/>
                <a:gd name="T87" fmla="*/ 0 h 162"/>
                <a:gd name="T88" fmla="*/ 5 w 703"/>
                <a:gd name="T89" fmla="*/ 0 h 162"/>
                <a:gd name="T90" fmla="*/ 5 w 703"/>
                <a:gd name="T91" fmla="*/ 0 h 162"/>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703"/>
                <a:gd name="T139" fmla="*/ 0 h 162"/>
                <a:gd name="T140" fmla="*/ 703 w 703"/>
                <a:gd name="T141" fmla="*/ 162 h 162"/>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703" h="162">
                  <a:moveTo>
                    <a:pt x="631" y="8"/>
                  </a:moveTo>
                  <a:lnTo>
                    <a:pt x="636" y="6"/>
                  </a:lnTo>
                  <a:lnTo>
                    <a:pt x="606" y="20"/>
                  </a:lnTo>
                  <a:lnTo>
                    <a:pt x="575" y="32"/>
                  </a:lnTo>
                  <a:lnTo>
                    <a:pt x="540" y="42"/>
                  </a:lnTo>
                  <a:lnTo>
                    <a:pt x="504" y="52"/>
                  </a:lnTo>
                  <a:lnTo>
                    <a:pt x="467" y="59"/>
                  </a:lnTo>
                  <a:lnTo>
                    <a:pt x="428" y="64"/>
                  </a:lnTo>
                  <a:lnTo>
                    <a:pt x="389" y="67"/>
                  </a:lnTo>
                  <a:lnTo>
                    <a:pt x="348" y="68"/>
                  </a:lnTo>
                  <a:lnTo>
                    <a:pt x="308" y="68"/>
                  </a:lnTo>
                  <a:lnTo>
                    <a:pt x="267" y="65"/>
                  </a:lnTo>
                  <a:lnTo>
                    <a:pt x="226" y="61"/>
                  </a:lnTo>
                  <a:lnTo>
                    <a:pt x="187" y="54"/>
                  </a:lnTo>
                  <a:lnTo>
                    <a:pt x="148" y="44"/>
                  </a:lnTo>
                  <a:lnTo>
                    <a:pt x="110" y="33"/>
                  </a:lnTo>
                  <a:lnTo>
                    <a:pt x="75" y="20"/>
                  </a:lnTo>
                  <a:lnTo>
                    <a:pt x="42" y="5"/>
                  </a:lnTo>
                  <a:lnTo>
                    <a:pt x="0" y="89"/>
                  </a:lnTo>
                  <a:lnTo>
                    <a:pt x="40" y="107"/>
                  </a:lnTo>
                  <a:lnTo>
                    <a:pt x="82" y="122"/>
                  </a:lnTo>
                  <a:lnTo>
                    <a:pt x="124" y="135"/>
                  </a:lnTo>
                  <a:lnTo>
                    <a:pt x="169" y="146"/>
                  </a:lnTo>
                  <a:lnTo>
                    <a:pt x="214" y="153"/>
                  </a:lnTo>
                  <a:lnTo>
                    <a:pt x="258" y="158"/>
                  </a:lnTo>
                  <a:lnTo>
                    <a:pt x="303" y="162"/>
                  </a:lnTo>
                  <a:lnTo>
                    <a:pt x="348" y="162"/>
                  </a:lnTo>
                  <a:lnTo>
                    <a:pt x="394" y="161"/>
                  </a:lnTo>
                  <a:lnTo>
                    <a:pt x="439" y="157"/>
                  </a:lnTo>
                  <a:lnTo>
                    <a:pt x="481" y="150"/>
                  </a:lnTo>
                  <a:lnTo>
                    <a:pt x="525" y="143"/>
                  </a:lnTo>
                  <a:lnTo>
                    <a:pt x="566" y="132"/>
                  </a:lnTo>
                  <a:lnTo>
                    <a:pt x="606" y="121"/>
                  </a:lnTo>
                  <a:lnTo>
                    <a:pt x="643" y="105"/>
                  </a:lnTo>
                  <a:lnTo>
                    <a:pt x="678" y="88"/>
                  </a:lnTo>
                  <a:lnTo>
                    <a:pt x="683" y="86"/>
                  </a:lnTo>
                  <a:lnTo>
                    <a:pt x="678" y="88"/>
                  </a:lnTo>
                  <a:lnTo>
                    <a:pt x="695" y="75"/>
                  </a:lnTo>
                  <a:lnTo>
                    <a:pt x="702" y="60"/>
                  </a:lnTo>
                  <a:lnTo>
                    <a:pt x="703" y="42"/>
                  </a:lnTo>
                  <a:lnTo>
                    <a:pt x="698" y="26"/>
                  </a:lnTo>
                  <a:lnTo>
                    <a:pt x="688" y="12"/>
                  </a:lnTo>
                  <a:lnTo>
                    <a:pt x="674" y="3"/>
                  </a:lnTo>
                  <a:lnTo>
                    <a:pt x="656" y="0"/>
                  </a:lnTo>
                  <a:lnTo>
                    <a:pt x="636" y="6"/>
                  </a:lnTo>
                  <a:lnTo>
                    <a:pt x="631"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0677" name="Freeform 35"/>
            <p:cNvSpPr>
              <a:spLocks/>
            </p:cNvSpPr>
            <p:nvPr/>
          </p:nvSpPr>
          <p:spPr bwMode="auto">
            <a:xfrm>
              <a:off x="1332" y="2204"/>
              <a:ext cx="283" cy="192"/>
            </a:xfrm>
            <a:custGeom>
              <a:avLst/>
              <a:gdLst>
                <a:gd name="T0" fmla="*/ 11 w 1415"/>
                <a:gd name="T1" fmla="*/ 0 h 960"/>
                <a:gd name="T2" fmla="*/ 11 w 1415"/>
                <a:gd name="T3" fmla="*/ 0 h 960"/>
                <a:gd name="T4" fmla="*/ 0 w 1415"/>
                <a:gd name="T5" fmla="*/ 7 h 960"/>
                <a:gd name="T6" fmla="*/ 0 w 1415"/>
                <a:gd name="T7" fmla="*/ 8 h 960"/>
                <a:gd name="T8" fmla="*/ 11 w 1415"/>
                <a:gd name="T9" fmla="*/ 1 h 960"/>
                <a:gd name="T10" fmla="*/ 11 w 1415"/>
                <a:gd name="T11" fmla="*/ 1 h 960"/>
                <a:gd name="T12" fmla="*/ 11 w 1415"/>
                <a:gd name="T13" fmla="*/ 1 h 960"/>
                <a:gd name="T14" fmla="*/ 11 w 1415"/>
                <a:gd name="T15" fmla="*/ 1 h 960"/>
                <a:gd name="T16" fmla="*/ 11 w 1415"/>
                <a:gd name="T17" fmla="*/ 0 h 960"/>
                <a:gd name="T18" fmla="*/ 11 w 1415"/>
                <a:gd name="T19" fmla="*/ 0 h 960"/>
                <a:gd name="T20" fmla="*/ 11 w 1415"/>
                <a:gd name="T21" fmla="*/ 0 h 960"/>
                <a:gd name="T22" fmla="*/ 11 w 1415"/>
                <a:gd name="T23" fmla="*/ 0 h 960"/>
                <a:gd name="T24" fmla="*/ 11 w 1415"/>
                <a:gd name="T25" fmla="*/ 0 h 960"/>
                <a:gd name="T26" fmla="*/ 11 w 1415"/>
                <a:gd name="T27" fmla="*/ 0 h 960"/>
                <a:gd name="T28" fmla="*/ 11 w 1415"/>
                <a:gd name="T29" fmla="*/ 0 h 960"/>
                <a:gd name="T30" fmla="*/ 11 w 1415"/>
                <a:gd name="T31" fmla="*/ 0 h 96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15"/>
                <a:gd name="T49" fmla="*/ 0 h 960"/>
                <a:gd name="T50" fmla="*/ 1415 w 1415"/>
                <a:gd name="T51" fmla="*/ 960 h 96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15" h="960">
                  <a:moveTo>
                    <a:pt x="1338" y="10"/>
                  </a:moveTo>
                  <a:lnTo>
                    <a:pt x="1342" y="8"/>
                  </a:lnTo>
                  <a:lnTo>
                    <a:pt x="0" y="882"/>
                  </a:lnTo>
                  <a:lnTo>
                    <a:pt x="52" y="960"/>
                  </a:lnTo>
                  <a:lnTo>
                    <a:pt x="1393" y="85"/>
                  </a:lnTo>
                  <a:lnTo>
                    <a:pt x="1397" y="83"/>
                  </a:lnTo>
                  <a:lnTo>
                    <a:pt x="1393" y="85"/>
                  </a:lnTo>
                  <a:lnTo>
                    <a:pt x="1409" y="71"/>
                  </a:lnTo>
                  <a:lnTo>
                    <a:pt x="1415" y="53"/>
                  </a:lnTo>
                  <a:lnTo>
                    <a:pt x="1413" y="37"/>
                  </a:lnTo>
                  <a:lnTo>
                    <a:pt x="1406" y="21"/>
                  </a:lnTo>
                  <a:lnTo>
                    <a:pt x="1395" y="8"/>
                  </a:lnTo>
                  <a:lnTo>
                    <a:pt x="1379" y="1"/>
                  </a:lnTo>
                  <a:lnTo>
                    <a:pt x="1361" y="0"/>
                  </a:lnTo>
                  <a:lnTo>
                    <a:pt x="1342" y="8"/>
                  </a:lnTo>
                  <a:lnTo>
                    <a:pt x="1338" y="1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0678" name="Freeform 36"/>
            <p:cNvSpPr>
              <a:spLocks/>
            </p:cNvSpPr>
            <p:nvPr/>
          </p:nvSpPr>
          <p:spPr bwMode="auto">
            <a:xfrm>
              <a:off x="1599" y="2057"/>
              <a:ext cx="80" cy="163"/>
            </a:xfrm>
            <a:custGeom>
              <a:avLst/>
              <a:gdLst>
                <a:gd name="T0" fmla="*/ 2 w 398"/>
                <a:gd name="T1" fmla="*/ 0 h 817"/>
                <a:gd name="T2" fmla="*/ 2 w 398"/>
                <a:gd name="T3" fmla="*/ 0 h 817"/>
                <a:gd name="T4" fmla="*/ 2 w 398"/>
                <a:gd name="T5" fmla="*/ 1 h 817"/>
                <a:gd name="T6" fmla="*/ 2 w 398"/>
                <a:gd name="T7" fmla="*/ 1 h 817"/>
                <a:gd name="T8" fmla="*/ 2 w 398"/>
                <a:gd name="T9" fmla="*/ 2 h 817"/>
                <a:gd name="T10" fmla="*/ 2 w 398"/>
                <a:gd name="T11" fmla="*/ 2 h 817"/>
                <a:gd name="T12" fmla="*/ 2 w 398"/>
                <a:gd name="T13" fmla="*/ 2 h 817"/>
                <a:gd name="T14" fmla="*/ 2 w 398"/>
                <a:gd name="T15" fmla="*/ 3 h 817"/>
                <a:gd name="T16" fmla="*/ 2 w 398"/>
                <a:gd name="T17" fmla="*/ 3 h 817"/>
                <a:gd name="T18" fmla="*/ 2 w 398"/>
                <a:gd name="T19" fmla="*/ 4 h 817"/>
                <a:gd name="T20" fmla="*/ 2 w 398"/>
                <a:gd name="T21" fmla="*/ 4 h 817"/>
                <a:gd name="T22" fmla="*/ 1 w 398"/>
                <a:gd name="T23" fmla="*/ 4 h 817"/>
                <a:gd name="T24" fmla="*/ 1 w 398"/>
                <a:gd name="T25" fmla="*/ 5 h 817"/>
                <a:gd name="T26" fmla="*/ 1 w 398"/>
                <a:gd name="T27" fmla="*/ 5 h 817"/>
                <a:gd name="T28" fmla="*/ 1 w 398"/>
                <a:gd name="T29" fmla="*/ 5 h 817"/>
                <a:gd name="T30" fmla="*/ 1 w 398"/>
                <a:gd name="T31" fmla="*/ 5 h 817"/>
                <a:gd name="T32" fmla="*/ 0 w 398"/>
                <a:gd name="T33" fmla="*/ 6 h 817"/>
                <a:gd name="T34" fmla="*/ 0 w 398"/>
                <a:gd name="T35" fmla="*/ 6 h 817"/>
                <a:gd name="T36" fmla="*/ 0 w 398"/>
                <a:gd name="T37" fmla="*/ 7 h 817"/>
                <a:gd name="T38" fmla="*/ 1 w 398"/>
                <a:gd name="T39" fmla="*/ 6 h 817"/>
                <a:gd name="T40" fmla="*/ 1 w 398"/>
                <a:gd name="T41" fmla="*/ 6 h 817"/>
                <a:gd name="T42" fmla="*/ 1 w 398"/>
                <a:gd name="T43" fmla="*/ 6 h 817"/>
                <a:gd name="T44" fmla="*/ 2 w 398"/>
                <a:gd name="T45" fmla="*/ 5 h 817"/>
                <a:gd name="T46" fmla="*/ 2 w 398"/>
                <a:gd name="T47" fmla="*/ 5 h 817"/>
                <a:gd name="T48" fmla="*/ 2 w 398"/>
                <a:gd name="T49" fmla="*/ 5 h 817"/>
                <a:gd name="T50" fmla="*/ 2 w 398"/>
                <a:gd name="T51" fmla="*/ 4 h 817"/>
                <a:gd name="T52" fmla="*/ 2 w 398"/>
                <a:gd name="T53" fmla="*/ 4 h 817"/>
                <a:gd name="T54" fmla="*/ 3 w 398"/>
                <a:gd name="T55" fmla="*/ 3 h 817"/>
                <a:gd name="T56" fmla="*/ 3 w 398"/>
                <a:gd name="T57" fmla="*/ 3 h 817"/>
                <a:gd name="T58" fmla="*/ 3 w 398"/>
                <a:gd name="T59" fmla="*/ 3 h 817"/>
                <a:gd name="T60" fmla="*/ 3 w 398"/>
                <a:gd name="T61" fmla="*/ 2 h 817"/>
                <a:gd name="T62" fmla="*/ 3 w 398"/>
                <a:gd name="T63" fmla="*/ 2 h 817"/>
                <a:gd name="T64" fmla="*/ 3 w 398"/>
                <a:gd name="T65" fmla="*/ 1 h 817"/>
                <a:gd name="T66" fmla="*/ 3 w 398"/>
                <a:gd name="T67" fmla="*/ 1 h 817"/>
                <a:gd name="T68" fmla="*/ 3 w 398"/>
                <a:gd name="T69" fmla="*/ 0 h 817"/>
                <a:gd name="T70" fmla="*/ 3 w 398"/>
                <a:gd name="T71" fmla="*/ 0 h 817"/>
                <a:gd name="T72" fmla="*/ 3 w 398"/>
                <a:gd name="T73" fmla="*/ 0 h 817"/>
                <a:gd name="T74" fmla="*/ 3 w 398"/>
                <a:gd name="T75" fmla="*/ 0 h 817"/>
                <a:gd name="T76" fmla="*/ 3 w 398"/>
                <a:gd name="T77" fmla="*/ 0 h 817"/>
                <a:gd name="T78" fmla="*/ 3 w 398"/>
                <a:gd name="T79" fmla="*/ 0 h 817"/>
                <a:gd name="T80" fmla="*/ 3 w 398"/>
                <a:gd name="T81" fmla="*/ 0 h 817"/>
                <a:gd name="T82" fmla="*/ 3 w 398"/>
                <a:gd name="T83" fmla="*/ 0 h 817"/>
                <a:gd name="T84" fmla="*/ 3 w 398"/>
                <a:gd name="T85" fmla="*/ 0 h 817"/>
                <a:gd name="T86" fmla="*/ 2 w 398"/>
                <a:gd name="T87" fmla="*/ 0 h 817"/>
                <a:gd name="T88" fmla="*/ 2 w 398"/>
                <a:gd name="T89" fmla="*/ 0 h 817"/>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398"/>
                <a:gd name="T136" fmla="*/ 0 h 817"/>
                <a:gd name="T137" fmla="*/ 398 w 398"/>
                <a:gd name="T138" fmla="*/ 817 h 817"/>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398" h="817">
                  <a:moveTo>
                    <a:pt x="304" y="47"/>
                  </a:moveTo>
                  <a:lnTo>
                    <a:pt x="304" y="47"/>
                  </a:lnTo>
                  <a:lnTo>
                    <a:pt x="301" y="97"/>
                  </a:lnTo>
                  <a:lnTo>
                    <a:pt x="297" y="147"/>
                  </a:lnTo>
                  <a:lnTo>
                    <a:pt x="291" y="198"/>
                  </a:lnTo>
                  <a:lnTo>
                    <a:pt x="280" y="247"/>
                  </a:lnTo>
                  <a:lnTo>
                    <a:pt x="268" y="297"/>
                  </a:lnTo>
                  <a:lnTo>
                    <a:pt x="253" y="347"/>
                  </a:lnTo>
                  <a:lnTo>
                    <a:pt x="236" y="395"/>
                  </a:lnTo>
                  <a:lnTo>
                    <a:pt x="217" y="442"/>
                  </a:lnTo>
                  <a:lnTo>
                    <a:pt x="195" y="487"/>
                  </a:lnTo>
                  <a:lnTo>
                    <a:pt x="171" y="532"/>
                  </a:lnTo>
                  <a:lnTo>
                    <a:pt x="147" y="574"/>
                  </a:lnTo>
                  <a:lnTo>
                    <a:pt x="121" y="613"/>
                  </a:lnTo>
                  <a:lnTo>
                    <a:pt x="93" y="650"/>
                  </a:lnTo>
                  <a:lnTo>
                    <a:pt x="64" y="684"/>
                  </a:lnTo>
                  <a:lnTo>
                    <a:pt x="32" y="716"/>
                  </a:lnTo>
                  <a:lnTo>
                    <a:pt x="0" y="744"/>
                  </a:lnTo>
                  <a:lnTo>
                    <a:pt x="59" y="817"/>
                  </a:lnTo>
                  <a:lnTo>
                    <a:pt x="95" y="784"/>
                  </a:lnTo>
                  <a:lnTo>
                    <a:pt x="132" y="748"/>
                  </a:lnTo>
                  <a:lnTo>
                    <a:pt x="166" y="709"/>
                  </a:lnTo>
                  <a:lnTo>
                    <a:pt x="196" y="667"/>
                  </a:lnTo>
                  <a:lnTo>
                    <a:pt x="227" y="623"/>
                  </a:lnTo>
                  <a:lnTo>
                    <a:pt x="253" y="576"/>
                  </a:lnTo>
                  <a:lnTo>
                    <a:pt x="279" y="530"/>
                  </a:lnTo>
                  <a:lnTo>
                    <a:pt x="301" y="479"/>
                  </a:lnTo>
                  <a:lnTo>
                    <a:pt x="323" y="428"/>
                  </a:lnTo>
                  <a:lnTo>
                    <a:pt x="342" y="375"/>
                  </a:lnTo>
                  <a:lnTo>
                    <a:pt x="359" y="321"/>
                  </a:lnTo>
                  <a:lnTo>
                    <a:pt x="372" y="268"/>
                  </a:lnTo>
                  <a:lnTo>
                    <a:pt x="382" y="212"/>
                  </a:lnTo>
                  <a:lnTo>
                    <a:pt x="391" y="157"/>
                  </a:lnTo>
                  <a:lnTo>
                    <a:pt x="395" y="102"/>
                  </a:lnTo>
                  <a:lnTo>
                    <a:pt x="398" y="47"/>
                  </a:lnTo>
                  <a:lnTo>
                    <a:pt x="394" y="27"/>
                  </a:lnTo>
                  <a:lnTo>
                    <a:pt x="383" y="11"/>
                  </a:lnTo>
                  <a:lnTo>
                    <a:pt x="368" y="3"/>
                  </a:lnTo>
                  <a:lnTo>
                    <a:pt x="351" y="0"/>
                  </a:lnTo>
                  <a:lnTo>
                    <a:pt x="333" y="3"/>
                  </a:lnTo>
                  <a:lnTo>
                    <a:pt x="319" y="11"/>
                  </a:lnTo>
                  <a:lnTo>
                    <a:pt x="307" y="27"/>
                  </a:lnTo>
                  <a:lnTo>
                    <a:pt x="304" y="4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0679" name="Freeform 37"/>
            <p:cNvSpPr>
              <a:spLocks/>
            </p:cNvSpPr>
            <p:nvPr/>
          </p:nvSpPr>
          <p:spPr bwMode="auto">
            <a:xfrm>
              <a:off x="1660" y="1701"/>
              <a:ext cx="19" cy="365"/>
            </a:xfrm>
            <a:custGeom>
              <a:avLst/>
              <a:gdLst>
                <a:gd name="T0" fmla="*/ 0 w 95"/>
                <a:gd name="T1" fmla="*/ 0 h 1826"/>
                <a:gd name="T2" fmla="*/ 0 w 95"/>
                <a:gd name="T3" fmla="*/ 0 h 1826"/>
                <a:gd name="T4" fmla="*/ 0 w 95"/>
                <a:gd name="T5" fmla="*/ 15 h 1826"/>
                <a:gd name="T6" fmla="*/ 1 w 95"/>
                <a:gd name="T7" fmla="*/ 15 h 1826"/>
                <a:gd name="T8" fmla="*/ 1 w 95"/>
                <a:gd name="T9" fmla="*/ 0 h 1826"/>
                <a:gd name="T10" fmla="*/ 1 w 95"/>
                <a:gd name="T11" fmla="*/ 0 h 1826"/>
                <a:gd name="T12" fmla="*/ 1 w 95"/>
                <a:gd name="T13" fmla="*/ 0 h 1826"/>
                <a:gd name="T14" fmla="*/ 1 w 95"/>
                <a:gd name="T15" fmla="*/ 0 h 1826"/>
                <a:gd name="T16" fmla="*/ 1 w 95"/>
                <a:gd name="T17" fmla="*/ 0 h 1826"/>
                <a:gd name="T18" fmla="*/ 1 w 95"/>
                <a:gd name="T19" fmla="*/ 0 h 1826"/>
                <a:gd name="T20" fmla="*/ 0 w 95"/>
                <a:gd name="T21" fmla="*/ 0 h 1826"/>
                <a:gd name="T22" fmla="*/ 0 w 95"/>
                <a:gd name="T23" fmla="*/ 0 h 1826"/>
                <a:gd name="T24" fmla="*/ 0 w 95"/>
                <a:gd name="T25" fmla="*/ 0 h 1826"/>
                <a:gd name="T26" fmla="*/ 0 w 95"/>
                <a:gd name="T27" fmla="*/ 0 h 1826"/>
                <a:gd name="T28" fmla="*/ 0 w 95"/>
                <a:gd name="T29" fmla="*/ 0 h 1826"/>
                <a:gd name="T30" fmla="*/ 0 w 95"/>
                <a:gd name="T31" fmla="*/ 0 h 182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95"/>
                <a:gd name="T49" fmla="*/ 0 h 1826"/>
                <a:gd name="T50" fmla="*/ 95 w 95"/>
                <a:gd name="T51" fmla="*/ 1826 h 182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95" h="1826">
                  <a:moveTo>
                    <a:pt x="0" y="49"/>
                  </a:moveTo>
                  <a:lnTo>
                    <a:pt x="0" y="47"/>
                  </a:lnTo>
                  <a:lnTo>
                    <a:pt x="1" y="1826"/>
                  </a:lnTo>
                  <a:lnTo>
                    <a:pt x="95" y="1826"/>
                  </a:lnTo>
                  <a:lnTo>
                    <a:pt x="93" y="47"/>
                  </a:lnTo>
                  <a:lnTo>
                    <a:pt x="93" y="45"/>
                  </a:lnTo>
                  <a:lnTo>
                    <a:pt x="93" y="47"/>
                  </a:lnTo>
                  <a:lnTo>
                    <a:pt x="90" y="27"/>
                  </a:lnTo>
                  <a:lnTo>
                    <a:pt x="79" y="12"/>
                  </a:lnTo>
                  <a:lnTo>
                    <a:pt x="64" y="4"/>
                  </a:lnTo>
                  <a:lnTo>
                    <a:pt x="47" y="0"/>
                  </a:lnTo>
                  <a:lnTo>
                    <a:pt x="29" y="4"/>
                  </a:lnTo>
                  <a:lnTo>
                    <a:pt x="15" y="12"/>
                  </a:lnTo>
                  <a:lnTo>
                    <a:pt x="3" y="27"/>
                  </a:lnTo>
                  <a:lnTo>
                    <a:pt x="0" y="47"/>
                  </a:lnTo>
                  <a:lnTo>
                    <a:pt x="0" y="4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0680" name="Freeform 38"/>
            <p:cNvSpPr>
              <a:spLocks/>
            </p:cNvSpPr>
            <p:nvPr/>
          </p:nvSpPr>
          <p:spPr bwMode="auto">
            <a:xfrm>
              <a:off x="1598" y="1598"/>
              <a:ext cx="81" cy="113"/>
            </a:xfrm>
            <a:custGeom>
              <a:avLst/>
              <a:gdLst>
                <a:gd name="T0" fmla="*/ 0 w 401"/>
                <a:gd name="T1" fmla="*/ 1 h 566"/>
                <a:gd name="T2" fmla="*/ 0 w 401"/>
                <a:gd name="T3" fmla="*/ 1 h 566"/>
                <a:gd name="T4" fmla="*/ 0 w 401"/>
                <a:gd name="T5" fmla="*/ 1 h 566"/>
                <a:gd name="T6" fmla="*/ 1 w 401"/>
                <a:gd name="T7" fmla="*/ 1 h 566"/>
                <a:gd name="T8" fmla="*/ 1 w 401"/>
                <a:gd name="T9" fmla="*/ 1 h 566"/>
                <a:gd name="T10" fmla="*/ 1 w 401"/>
                <a:gd name="T11" fmla="*/ 1 h 566"/>
                <a:gd name="T12" fmla="*/ 1 w 401"/>
                <a:gd name="T13" fmla="*/ 2 h 566"/>
                <a:gd name="T14" fmla="*/ 1 w 401"/>
                <a:gd name="T15" fmla="*/ 2 h 566"/>
                <a:gd name="T16" fmla="*/ 2 w 401"/>
                <a:gd name="T17" fmla="*/ 2 h 566"/>
                <a:gd name="T18" fmla="*/ 2 w 401"/>
                <a:gd name="T19" fmla="*/ 2 h 566"/>
                <a:gd name="T20" fmla="*/ 2 w 401"/>
                <a:gd name="T21" fmla="*/ 2 h 566"/>
                <a:gd name="T22" fmla="*/ 2 w 401"/>
                <a:gd name="T23" fmla="*/ 3 h 566"/>
                <a:gd name="T24" fmla="*/ 2 w 401"/>
                <a:gd name="T25" fmla="*/ 3 h 566"/>
                <a:gd name="T26" fmla="*/ 2 w 401"/>
                <a:gd name="T27" fmla="*/ 3 h 566"/>
                <a:gd name="T28" fmla="*/ 2 w 401"/>
                <a:gd name="T29" fmla="*/ 4 h 566"/>
                <a:gd name="T30" fmla="*/ 2 w 401"/>
                <a:gd name="T31" fmla="*/ 4 h 566"/>
                <a:gd name="T32" fmla="*/ 2 w 401"/>
                <a:gd name="T33" fmla="*/ 4 h 566"/>
                <a:gd name="T34" fmla="*/ 3 w 401"/>
                <a:gd name="T35" fmla="*/ 5 h 566"/>
                <a:gd name="T36" fmla="*/ 3 w 401"/>
                <a:gd name="T37" fmla="*/ 4 h 566"/>
                <a:gd name="T38" fmla="*/ 3 w 401"/>
                <a:gd name="T39" fmla="*/ 4 h 566"/>
                <a:gd name="T40" fmla="*/ 3 w 401"/>
                <a:gd name="T41" fmla="*/ 4 h 566"/>
                <a:gd name="T42" fmla="*/ 3 w 401"/>
                <a:gd name="T43" fmla="*/ 3 h 566"/>
                <a:gd name="T44" fmla="*/ 3 w 401"/>
                <a:gd name="T45" fmla="*/ 3 h 566"/>
                <a:gd name="T46" fmla="*/ 3 w 401"/>
                <a:gd name="T47" fmla="*/ 3 h 566"/>
                <a:gd name="T48" fmla="*/ 3 w 401"/>
                <a:gd name="T49" fmla="*/ 2 h 566"/>
                <a:gd name="T50" fmla="*/ 3 w 401"/>
                <a:gd name="T51" fmla="*/ 2 h 566"/>
                <a:gd name="T52" fmla="*/ 2 w 401"/>
                <a:gd name="T53" fmla="*/ 2 h 566"/>
                <a:gd name="T54" fmla="*/ 2 w 401"/>
                <a:gd name="T55" fmla="*/ 2 h 566"/>
                <a:gd name="T56" fmla="*/ 2 w 401"/>
                <a:gd name="T57" fmla="*/ 1 h 566"/>
                <a:gd name="T58" fmla="*/ 2 w 401"/>
                <a:gd name="T59" fmla="*/ 1 h 566"/>
                <a:gd name="T60" fmla="*/ 2 w 401"/>
                <a:gd name="T61" fmla="*/ 1 h 566"/>
                <a:gd name="T62" fmla="*/ 1 w 401"/>
                <a:gd name="T63" fmla="*/ 1 h 566"/>
                <a:gd name="T64" fmla="*/ 1 w 401"/>
                <a:gd name="T65" fmla="*/ 0 h 566"/>
                <a:gd name="T66" fmla="*/ 1 w 401"/>
                <a:gd name="T67" fmla="*/ 0 h 566"/>
                <a:gd name="T68" fmla="*/ 1 w 401"/>
                <a:gd name="T69" fmla="*/ 0 h 566"/>
                <a:gd name="T70" fmla="*/ 1 w 401"/>
                <a:gd name="T71" fmla="*/ 0 h 566"/>
                <a:gd name="T72" fmla="*/ 1 w 401"/>
                <a:gd name="T73" fmla="*/ 0 h 566"/>
                <a:gd name="T74" fmla="*/ 0 w 401"/>
                <a:gd name="T75" fmla="*/ 0 h 566"/>
                <a:gd name="T76" fmla="*/ 0 w 401"/>
                <a:gd name="T77" fmla="*/ 0 h 566"/>
                <a:gd name="T78" fmla="*/ 0 w 401"/>
                <a:gd name="T79" fmla="*/ 0 h 566"/>
                <a:gd name="T80" fmla="*/ 0 w 401"/>
                <a:gd name="T81" fmla="*/ 0 h 566"/>
                <a:gd name="T82" fmla="*/ 0 w 401"/>
                <a:gd name="T83" fmla="*/ 0 h 566"/>
                <a:gd name="T84" fmla="*/ 0 w 401"/>
                <a:gd name="T85" fmla="*/ 0 h 566"/>
                <a:gd name="T86" fmla="*/ 0 w 401"/>
                <a:gd name="T87" fmla="*/ 1 h 566"/>
                <a:gd name="T88" fmla="*/ 0 w 401"/>
                <a:gd name="T89" fmla="*/ 1 h 56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401"/>
                <a:gd name="T136" fmla="*/ 0 h 566"/>
                <a:gd name="T137" fmla="*/ 401 w 401"/>
                <a:gd name="T138" fmla="*/ 566 h 566"/>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401" h="566">
                  <a:moveTo>
                    <a:pt x="23" y="88"/>
                  </a:moveTo>
                  <a:lnTo>
                    <a:pt x="23" y="88"/>
                  </a:lnTo>
                  <a:lnTo>
                    <a:pt x="53" y="107"/>
                  </a:lnTo>
                  <a:lnTo>
                    <a:pt x="83" y="125"/>
                  </a:lnTo>
                  <a:lnTo>
                    <a:pt x="108" y="147"/>
                  </a:lnTo>
                  <a:lnTo>
                    <a:pt x="135" y="171"/>
                  </a:lnTo>
                  <a:lnTo>
                    <a:pt x="160" y="196"/>
                  </a:lnTo>
                  <a:lnTo>
                    <a:pt x="182" y="223"/>
                  </a:lnTo>
                  <a:lnTo>
                    <a:pt x="205" y="251"/>
                  </a:lnTo>
                  <a:lnTo>
                    <a:pt x="223" y="281"/>
                  </a:lnTo>
                  <a:lnTo>
                    <a:pt x="240" y="312"/>
                  </a:lnTo>
                  <a:lnTo>
                    <a:pt x="256" y="345"/>
                  </a:lnTo>
                  <a:lnTo>
                    <a:pt x="270" y="379"/>
                  </a:lnTo>
                  <a:lnTo>
                    <a:pt x="282" y="414"/>
                  </a:lnTo>
                  <a:lnTo>
                    <a:pt x="291" y="450"/>
                  </a:lnTo>
                  <a:lnTo>
                    <a:pt x="299" y="488"/>
                  </a:lnTo>
                  <a:lnTo>
                    <a:pt x="304" y="526"/>
                  </a:lnTo>
                  <a:lnTo>
                    <a:pt x="308" y="566"/>
                  </a:lnTo>
                  <a:lnTo>
                    <a:pt x="401" y="562"/>
                  </a:lnTo>
                  <a:lnTo>
                    <a:pt x="398" y="517"/>
                  </a:lnTo>
                  <a:lnTo>
                    <a:pt x="391" y="471"/>
                  </a:lnTo>
                  <a:lnTo>
                    <a:pt x="383" y="429"/>
                  </a:lnTo>
                  <a:lnTo>
                    <a:pt x="371" y="386"/>
                  </a:lnTo>
                  <a:lnTo>
                    <a:pt x="357" y="346"/>
                  </a:lnTo>
                  <a:lnTo>
                    <a:pt x="340" y="307"/>
                  </a:lnTo>
                  <a:lnTo>
                    <a:pt x="324" y="270"/>
                  </a:lnTo>
                  <a:lnTo>
                    <a:pt x="303" y="232"/>
                  </a:lnTo>
                  <a:lnTo>
                    <a:pt x="280" y="197"/>
                  </a:lnTo>
                  <a:lnTo>
                    <a:pt x="255" y="164"/>
                  </a:lnTo>
                  <a:lnTo>
                    <a:pt x="228" y="132"/>
                  </a:lnTo>
                  <a:lnTo>
                    <a:pt x="199" y="103"/>
                  </a:lnTo>
                  <a:lnTo>
                    <a:pt x="169" y="76"/>
                  </a:lnTo>
                  <a:lnTo>
                    <a:pt x="137" y="50"/>
                  </a:lnTo>
                  <a:lnTo>
                    <a:pt x="103" y="27"/>
                  </a:lnTo>
                  <a:lnTo>
                    <a:pt x="67" y="6"/>
                  </a:lnTo>
                  <a:lnTo>
                    <a:pt x="48" y="0"/>
                  </a:lnTo>
                  <a:lnTo>
                    <a:pt x="30" y="2"/>
                  </a:lnTo>
                  <a:lnTo>
                    <a:pt x="16" y="12"/>
                  </a:lnTo>
                  <a:lnTo>
                    <a:pt x="5" y="25"/>
                  </a:lnTo>
                  <a:lnTo>
                    <a:pt x="0" y="41"/>
                  </a:lnTo>
                  <a:lnTo>
                    <a:pt x="0" y="59"/>
                  </a:lnTo>
                  <a:lnTo>
                    <a:pt x="8" y="75"/>
                  </a:lnTo>
                  <a:lnTo>
                    <a:pt x="23"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0681" name="Freeform 39"/>
            <p:cNvSpPr>
              <a:spLocks/>
            </p:cNvSpPr>
            <p:nvPr/>
          </p:nvSpPr>
          <p:spPr bwMode="auto">
            <a:xfrm>
              <a:off x="1346" y="1455"/>
              <a:ext cx="266" cy="160"/>
            </a:xfrm>
            <a:custGeom>
              <a:avLst/>
              <a:gdLst>
                <a:gd name="T0" fmla="*/ 0 w 1330"/>
                <a:gd name="T1" fmla="*/ 1 h 801"/>
                <a:gd name="T2" fmla="*/ 0 w 1330"/>
                <a:gd name="T3" fmla="*/ 1 h 801"/>
                <a:gd name="T4" fmla="*/ 10 w 1330"/>
                <a:gd name="T5" fmla="*/ 6 h 801"/>
                <a:gd name="T6" fmla="*/ 11 w 1330"/>
                <a:gd name="T7" fmla="*/ 6 h 801"/>
                <a:gd name="T8" fmla="*/ 1 w 1330"/>
                <a:gd name="T9" fmla="*/ 0 h 801"/>
                <a:gd name="T10" fmla="*/ 1 w 1330"/>
                <a:gd name="T11" fmla="*/ 0 h 801"/>
                <a:gd name="T12" fmla="*/ 1 w 1330"/>
                <a:gd name="T13" fmla="*/ 0 h 801"/>
                <a:gd name="T14" fmla="*/ 0 w 1330"/>
                <a:gd name="T15" fmla="*/ 0 h 801"/>
                <a:gd name="T16" fmla="*/ 0 w 1330"/>
                <a:gd name="T17" fmla="*/ 0 h 801"/>
                <a:gd name="T18" fmla="*/ 0 w 1330"/>
                <a:gd name="T19" fmla="*/ 0 h 801"/>
                <a:gd name="T20" fmla="*/ 0 w 1330"/>
                <a:gd name="T21" fmla="*/ 0 h 801"/>
                <a:gd name="T22" fmla="*/ 0 w 1330"/>
                <a:gd name="T23" fmla="*/ 0 h 801"/>
                <a:gd name="T24" fmla="*/ 0 w 1330"/>
                <a:gd name="T25" fmla="*/ 0 h 801"/>
                <a:gd name="T26" fmla="*/ 0 w 1330"/>
                <a:gd name="T27" fmla="*/ 1 h 801"/>
                <a:gd name="T28" fmla="*/ 0 w 1330"/>
                <a:gd name="T29" fmla="*/ 1 h 801"/>
                <a:gd name="T30" fmla="*/ 0 w 1330"/>
                <a:gd name="T31" fmla="*/ 1 h 801"/>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30"/>
                <a:gd name="T49" fmla="*/ 0 h 801"/>
                <a:gd name="T50" fmla="*/ 1330 w 1330"/>
                <a:gd name="T51" fmla="*/ 801 h 801"/>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30" h="801">
                  <a:moveTo>
                    <a:pt x="24" y="88"/>
                  </a:moveTo>
                  <a:lnTo>
                    <a:pt x="23" y="88"/>
                  </a:lnTo>
                  <a:lnTo>
                    <a:pt x="1286" y="801"/>
                  </a:lnTo>
                  <a:lnTo>
                    <a:pt x="1330" y="719"/>
                  </a:lnTo>
                  <a:lnTo>
                    <a:pt x="67" y="6"/>
                  </a:lnTo>
                  <a:lnTo>
                    <a:pt x="66" y="6"/>
                  </a:lnTo>
                  <a:lnTo>
                    <a:pt x="67" y="6"/>
                  </a:lnTo>
                  <a:lnTo>
                    <a:pt x="48" y="0"/>
                  </a:lnTo>
                  <a:lnTo>
                    <a:pt x="30" y="2"/>
                  </a:lnTo>
                  <a:lnTo>
                    <a:pt x="16" y="12"/>
                  </a:lnTo>
                  <a:lnTo>
                    <a:pt x="5" y="25"/>
                  </a:lnTo>
                  <a:lnTo>
                    <a:pt x="0" y="41"/>
                  </a:lnTo>
                  <a:lnTo>
                    <a:pt x="0" y="59"/>
                  </a:lnTo>
                  <a:lnTo>
                    <a:pt x="8" y="75"/>
                  </a:lnTo>
                  <a:lnTo>
                    <a:pt x="23" y="88"/>
                  </a:lnTo>
                  <a:lnTo>
                    <a:pt x="24"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0682" name="Freeform 40"/>
            <p:cNvSpPr>
              <a:spLocks/>
            </p:cNvSpPr>
            <p:nvPr/>
          </p:nvSpPr>
          <p:spPr bwMode="auto">
            <a:xfrm>
              <a:off x="1198" y="1439"/>
              <a:ext cx="161" cy="35"/>
            </a:xfrm>
            <a:custGeom>
              <a:avLst/>
              <a:gdLst>
                <a:gd name="T0" fmla="*/ 1 w 806"/>
                <a:gd name="T1" fmla="*/ 1 h 177"/>
                <a:gd name="T2" fmla="*/ 1 w 806"/>
                <a:gd name="T3" fmla="*/ 1 h 177"/>
                <a:gd name="T4" fmla="*/ 1 w 806"/>
                <a:gd name="T5" fmla="*/ 1 h 177"/>
                <a:gd name="T6" fmla="*/ 1 w 806"/>
                <a:gd name="T7" fmla="*/ 1 h 177"/>
                <a:gd name="T8" fmla="*/ 2 w 806"/>
                <a:gd name="T9" fmla="*/ 1 h 177"/>
                <a:gd name="T10" fmla="*/ 2 w 806"/>
                <a:gd name="T11" fmla="*/ 1 h 177"/>
                <a:gd name="T12" fmla="*/ 2 w 806"/>
                <a:gd name="T13" fmla="*/ 1 h 177"/>
                <a:gd name="T14" fmla="*/ 3 w 806"/>
                <a:gd name="T15" fmla="*/ 1 h 177"/>
                <a:gd name="T16" fmla="*/ 3 w 806"/>
                <a:gd name="T17" fmla="*/ 1 h 177"/>
                <a:gd name="T18" fmla="*/ 3 w 806"/>
                <a:gd name="T19" fmla="*/ 1 h 177"/>
                <a:gd name="T20" fmla="*/ 4 w 806"/>
                <a:gd name="T21" fmla="*/ 1 h 177"/>
                <a:gd name="T22" fmla="*/ 4 w 806"/>
                <a:gd name="T23" fmla="*/ 1 h 177"/>
                <a:gd name="T24" fmla="*/ 5 w 806"/>
                <a:gd name="T25" fmla="*/ 1 h 177"/>
                <a:gd name="T26" fmla="*/ 5 w 806"/>
                <a:gd name="T27" fmla="*/ 1 h 177"/>
                <a:gd name="T28" fmla="*/ 5 w 806"/>
                <a:gd name="T29" fmla="*/ 1 h 177"/>
                <a:gd name="T30" fmla="*/ 6 w 806"/>
                <a:gd name="T31" fmla="*/ 1 h 177"/>
                <a:gd name="T32" fmla="*/ 6 w 806"/>
                <a:gd name="T33" fmla="*/ 1 h 177"/>
                <a:gd name="T34" fmla="*/ 6 w 806"/>
                <a:gd name="T35" fmla="*/ 1 h 177"/>
                <a:gd name="T36" fmla="*/ 6 w 806"/>
                <a:gd name="T37" fmla="*/ 1 h 177"/>
                <a:gd name="T38" fmla="*/ 6 w 806"/>
                <a:gd name="T39" fmla="*/ 1 h 177"/>
                <a:gd name="T40" fmla="*/ 6 w 806"/>
                <a:gd name="T41" fmla="*/ 0 h 177"/>
                <a:gd name="T42" fmla="*/ 5 w 806"/>
                <a:gd name="T43" fmla="*/ 0 h 177"/>
                <a:gd name="T44" fmla="*/ 5 w 806"/>
                <a:gd name="T45" fmla="*/ 0 h 177"/>
                <a:gd name="T46" fmla="*/ 5 w 806"/>
                <a:gd name="T47" fmla="*/ 0 h 177"/>
                <a:gd name="T48" fmla="*/ 4 w 806"/>
                <a:gd name="T49" fmla="*/ 0 h 177"/>
                <a:gd name="T50" fmla="*/ 4 w 806"/>
                <a:gd name="T51" fmla="*/ 0 h 177"/>
                <a:gd name="T52" fmla="*/ 3 w 806"/>
                <a:gd name="T53" fmla="*/ 0 h 177"/>
                <a:gd name="T54" fmla="*/ 3 w 806"/>
                <a:gd name="T55" fmla="*/ 0 h 177"/>
                <a:gd name="T56" fmla="*/ 3 w 806"/>
                <a:gd name="T57" fmla="*/ 0 h 177"/>
                <a:gd name="T58" fmla="*/ 2 w 806"/>
                <a:gd name="T59" fmla="*/ 0 h 177"/>
                <a:gd name="T60" fmla="*/ 2 w 806"/>
                <a:gd name="T61" fmla="*/ 0 h 177"/>
                <a:gd name="T62" fmla="*/ 1 w 806"/>
                <a:gd name="T63" fmla="*/ 0 h 177"/>
                <a:gd name="T64" fmla="*/ 1 w 806"/>
                <a:gd name="T65" fmla="*/ 0 h 177"/>
                <a:gd name="T66" fmla="*/ 1 w 806"/>
                <a:gd name="T67" fmla="*/ 1 h 177"/>
                <a:gd name="T68" fmla="*/ 0 w 806"/>
                <a:gd name="T69" fmla="*/ 1 h 177"/>
                <a:gd name="T70" fmla="*/ 0 w 806"/>
                <a:gd name="T71" fmla="*/ 1 h 177"/>
                <a:gd name="T72" fmla="*/ 0 w 806"/>
                <a:gd name="T73" fmla="*/ 1 h 177"/>
                <a:gd name="T74" fmla="*/ 0 w 806"/>
                <a:gd name="T75" fmla="*/ 1 h 177"/>
                <a:gd name="T76" fmla="*/ 0 w 806"/>
                <a:gd name="T77" fmla="*/ 1 h 177"/>
                <a:gd name="T78" fmla="*/ 0 w 806"/>
                <a:gd name="T79" fmla="*/ 1 h 177"/>
                <a:gd name="T80" fmla="*/ 0 w 806"/>
                <a:gd name="T81" fmla="*/ 1 h 177"/>
                <a:gd name="T82" fmla="*/ 0 w 806"/>
                <a:gd name="T83" fmla="*/ 1 h 177"/>
                <a:gd name="T84" fmla="*/ 0 w 806"/>
                <a:gd name="T85" fmla="*/ 1 h 177"/>
                <a:gd name="T86" fmla="*/ 0 w 806"/>
                <a:gd name="T87" fmla="*/ 1 h 177"/>
                <a:gd name="T88" fmla="*/ 1 w 806"/>
                <a:gd name="T89" fmla="*/ 1 h 177"/>
                <a:gd name="T90" fmla="*/ 1 w 806"/>
                <a:gd name="T91" fmla="*/ 1 h 17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806"/>
                <a:gd name="T139" fmla="*/ 0 h 177"/>
                <a:gd name="T140" fmla="*/ 806 w 806"/>
                <a:gd name="T141" fmla="*/ 177 h 17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806" h="177">
                  <a:moveTo>
                    <a:pt x="67" y="171"/>
                  </a:moveTo>
                  <a:lnTo>
                    <a:pt x="68" y="171"/>
                  </a:lnTo>
                  <a:lnTo>
                    <a:pt x="109" y="151"/>
                  </a:lnTo>
                  <a:lnTo>
                    <a:pt x="151" y="135"/>
                  </a:lnTo>
                  <a:lnTo>
                    <a:pt x="196" y="122"/>
                  </a:lnTo>
                  <a:lnTo>
                    <a:pt x="242" y="110"/>
                  </a:lnTo>
                  <a:lnTo>
                    <a:pt x="287" y="102"/>
                  </a:lnTo>
                  <a:lnTo>
                    <a:pt x="335" y="97"/>
                  </a:lnTo>
                  <a:lnTo>
                    <a:pt x="382" y="95"/>
                  </a:lnTo>
                  <a:lnTo>
                    <a:pt x="430" y="94"/>
                  </a:lnTo>
                  <a:lnTo>
                    <a:pt x="477" y="97"/>
                  </a:lnTo>
                  <a:lnTo>
                    <a:pt x="524" y="102"/>
                  </a:lnTo>
                  <a:lnTo>
                    <a:pt x="568" y="108"/>
                  </a:lnTo>
                  <a:lnTo>
                    <a:pt x="612" y="117"/>
                  </a:lnTo>
                  <a:lnTo>
                    <a:pt x="654" y="128"/>
                  </a:lnTo>
                  <a:lnTo>
                    <a:pt x="693" y="141"/>
                  </a:lnTo>
                  <a:lnTo>
                    <a:pt x="730" y="155"/>
                  </a:lnTo>
                  <a:lnTo>
                    <a:pt x="764" y="171"/>
                  </a:lnTo>
                  <a:lnTo>
                    <a:pt x="806" y="89"/>
                  </a:lnTo>
                  <a:lnTo>
                    <a:pt x="768" y="70"/>
                  </a:lnTo>
                  <a:lnTo>
                    <a:pt x="725" y="54"/>
                  </a:lnTo>
                  <a:lnTo>
                    <a:pt x="680" y="39"/>
                  </a:lnTo>
                  <a:lnTo>
                    <a:pt x="633" y="26"/>
                  </a:lnTo>
                  <a:lnTo>
                    <a:pt x="585" y="16"/>
                  </a:lnTo>
                  <a:lnTo>
                    <a:pt x="536" y="8"/>
                  </a:lnTo>
                  <a:lnTo>
                    <a:pt x="484" y="3"/>
                  </a:lnTo>
                  <a:lnTo>
                    <a:pt x="433" y="0"/>
                  </a:lnTo>
                  <a:lnTo>
                    <a:pt x="380" y="1"/>
                  </a:lnTo>
                  <a:lnTo>
                    <a:pt x="328" y="3"/>
                  </a:lnTo>
                  <a:lnTo>
                    <a:pt x="276" y="10"/>
                  </a:lnTo>
                  <a:lnTo>
                    <a:pt x="223" y="19"/>
                  </a:lnTo>
                  <a:lnTo>
                    <a:pt x="172" y="30"/>
                  </a:lnTo>
                  <a:lnTo>
                    <a:pt x="121" y="46"/>
                  </a:lnTo>
                  <a:lnTo>
                    <a:pt x="72" y="67"/>
                  </a:lnTo>
                  <a:lnTo>
                    <a:pt x="24" y="89"/>
                  </a:lnTo>
                  <a:lnTo>
                    <a:pt x="25" y="89"/>
                  </a:lnTo>
                  <a:lnTo>
                    <a:pt x="24" y="89"/>
                  </a:lnTo>
                  <a:lnTo>
                    <a:pt x="8" y="102"/>
                  </a:lnTo>
                  <a:lnTo>
                    <a:pt x="0" y="118"/>
                  </a:lnTo>
                  <a:lnTo>
                    <a:pt x="0" y="136"/>
                  </a:lnTo>
                  <a:lnTo>
                    <a:pt x="6" y="152"/>
                  </a:lnTo>
                  <a:lnTo>
                    <a:pt x="17" y="165"/>
                  </a:lnTo>
                  <a:lnTo>
                    <a:pt x="31" y="175"/>
                  </a:lnTo>
                  <a:lnTo>
                    <a:pt x="48" y="177"/>
                  </a:lnTo>
                  <a:lnTo>
                    <a:pt x="68" y="171"/>
                  </a:lnTo>
                  <a:lnTo>
                    <a:pt x="67" y="1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0683" name="Freeform 41"/>
            <p:cNvSpPr>
              <a:spLocks/>
            </p:cNvSpPr>
            <p:nvPr/>
          </p:nvSpPr>
          <p:spPr bwMode="auto">
            <a:xfrm>
              <a:off x="931" y="1456"/>
              <a:ext cx="280" cy="158"/>
            </a:xfrm>
            <a:custGeom>
              <a:avLst/>
              <a:gdLst>
                <a:gd name="T0" fmla="*/ 1 w 1402"/>
                <a:gd name="T1" fmla="*/ 6 h 787"/>
                <a:gd name="T2" fmla="*/ 1 w 1402"/>
                <a:gd name="T3" fmla="*/ 6 h 787"/>
                <a:gd name="T4" fmla="*/ 11 w 1402"/>
                <a:gd name="T5" fmla="*/ 1 h 787"/>
                <a:gd name="T6" fmla="*/ 11 w 1402"/>
                <a:gd name="T7" fmla="*/ 0 h 787"/>
                <a:gd name="T8" fmla="*/ 0 w 1402"/>
                <a:gd name="T9" fmla="*/ 6 h 787"/>
                <a:gd name="T10" fmla="*/ 0 w 1402"/>
                <a:gd name="T11" fmla="*/ 6 h 787"/>
                <a:gd name="T12" fmla="*/ 0 w 1402"/>
                <a:gd name="T13" fmla="*/ 6 h 787"/>
                <a:gd name="T14" fmla="*/ 0 w 1402"/>
                <a:gd name="T15" fmla="*/ 6 h 787"/>
                <a:gd name="T16" fmla="*/ 0 w 1402"/>
                <a:gd name="T17" fmla="*/ 6 h 787"/>
                <a:gd name="T18" fmla="*/ 0 w 1402"/>
                <a:gd name="T19" fmla="*/ 6 h 787"/>
                <a:gd name="T20" fmla="*/ 0 w 1402"/>
                <a:gd name="T21" fmla="*/ 6 h 787"/>
                <a:gd name="T22" fmla="*/ 0 w 1402"/>
                <a:gd name="T23" fmla="*/ 6 h 787"/>
                <a:gd name="T24" fmla="*/ 0 w 1402"/>
                <a:gd name="T25" fmla="*/ 6 h 787"/>
                <a:gd name="T26" fmla="*/ 0 w 1402"/>
                <a:gd name="T27" fmla="*/ 6 h 787"/>
                <a:gd name="T28" fmla="*/ 1 w 1402"/>
                <a:gd name="T29" fmla="*/ 6 h 787"/>
                <a:gd name="T30" fmla="*/ 1 w 1402"/>
                <a:gd name="T31" fmla="*/ 6 h 78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02"/>
                <a:gd name="T49" fmla="*/ 0 h 787"/>
                <a:gd name="T50" fmla="*/ 1402 w 1402"/>
                <a:gd name="T51" fmla="*/ 787 h 78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02" h="787">
                  <a:moveTo>
                    <a:pt x="69" y="781"/>
                  </a:moveTo>
                  <a:lnTo>
                    <a:pt x="66" y="781"/>
                  </a:lnTo>
                  <a:lnTo>
                    <a:pt x="1402" y="82"/>
                  </a:lnTo>
                  <a:lnTo>
                    <a:pt x="1360" y="0"/>
                  </a:lnTo>
                  <a:lnTo>
                    <a:pt x="24" y="699"/>
                  </a:lnTo>
                  <a:lnTo>
                    <a:pt x="22" y="699"/>
                  </a:lnTo>
                  <a:lnTo>
                    <a:pt x="24" y="699"/>
                  </a:lnTo>
                  <a:lnTo>
                    <a:pt x="8" y="712"/>
                  </a:lnTo>
                  <a:lnTo>
                    <a:pt x="1" y="727"/>
                  </a:lnTo>
                  <a:lnTo>
                    <a:pt x="0" y="744"/>
                  </a:lnTo>
                  <a:lnTo>
                    <a:pt x="5" y="761"/>
                  </a:lnTo>
                  <a:lnTo>
                    <a:pt x="15" y="775"/>
                  </a:lnTo>
                  <a:lnTo>
                    <a:pt x="30" y="784"/>
                  </a:lnTo>
                  <a:lnTo>
                    <a:pt x="46" y="787"/>
                  </a:lnTo>
                  <a:lnTo>
                    <a:pt x="66" y="781"/>
                  </a:lnTo>
                  <a:lnTo>
                    <a:pt x="69" y="7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0684" name="Freeform 42"/>
            <p:cNvSpPr>
              <a:spLocks/>
            </p:cNvSpPr>
            <p:nvPr/>
          </p:nvSpPr>
          <p:spPr bwMode="auto">
            <a:xfrm>
              <a:off x="868" y="1596"/>
              <a:ext cx="77" cy="126"/>
            </a:xfrm>
            <a:custGeom>
              <a:avLst/>
              <a:gdLst>
                <a:gd name="T0" fmla="*/ 1 w 382"/>
                <a:gd name="T1" fmla="*/ 5 h 628"/>
                <a:gd name="T2" fmla="*/ 1 w 382"/>
                <a:gd name="T3" fmla="*/ 5 h 628"/>
                <a:gd name="T4" fmla="*/ 1 w 382"/>
                <a:gd name="T5" fmla="*/ 4 h 628"/>
                <a:gd name="T6" fmla="*/ 1 w 382"/>
                <a:gd name="T7" fmla="*/ 4 h 628"/>
                <a:gd name="T8" fmla="*/ 1 w 382"/>
                <a:gd name="T9" fmla="*/ 4 h 628"/>
                <a:gd name="T10" fmla="*/ 1 w 382"/>
                <a:gd name="T11" fmla="*/ 3 h 628"/>
                <a:gd name="T12" fmla="*/ 1 w 382"/>
                <a:gd name="T13" fmla="*/ 3 h 628"/>
                <a:gd name="T14" fmla="*/ 1 w 382"/>
                <a:gd name="T15" fmla="*/ 3 h 628"/>
                <a:gd name="T16" fmla="*/ 1 w 382"/>
                <a:gd name="T17" fmla="*/ 3 h 628"/>
                <a:gd name="T18" fmla="*/ 1 w 382"/>
                <a:gd name="T19" fmla="*/ 2 h 628"/>
                <a:gd name="T20" fmla="*/ 2 w 382"/>
                <a:gd name="T21" fmla="*/ 2 h 628"/>
                <a:gd name="T22" fmla="*/ 2 w 382"/>
                <a:gd name="T23" fmla="*/ 2 h 628"/>
                <a:gd name="T24" fmla="*/ 2 w 382"/>
                <a:gd name="T25" fmla="*/ 2 h 628"/>
                <a:gd name="T26" fmla="*/ 2 w 382"/>
                <a:gd name="T27" fmla="*/ 1 h 628"/>
                <a:gd name="T28" fmla="*/ 2 w 382"/>
                <a:gd name="T29" fmla="*/ 1 h 628"/>
                <a:gd name="T30" fmla="*/ 3 w 382"/>
                <a:gd name="T31" fmla="*/ 1 h 628"/>
                <a:gd name="T32" fmla="*/ 3 w 382"/>
                <a:gd name="T33" fmla="*/ 1 h 628"/>
                <a:gd name="T34" fmla="*/ 3 w 382"/>
                <a:gd name="T35" fmla="*/ 1 h 628"/>
                <a:gd name="T36" fmla="*/ 3 w 382"/>
                <a:gd name="T37" fmla="*/ 0 h 628"/>
                <a:gd name="T38" fmla="*/ 2 w 382"/>
                <a:gd name="T39" fmla="*/ 0 h 628"/>
                <a:gd name="T40" fmla="*/ 2 w 382"/>
                <a:gd name="T41" fmla="*/ 0 h 628"/>
                <a:gd name="T42" fmla="*/ 2 w 382"/>
                <a:gd name="T43" fmla="*/ 1 h 628"/>
                <a:gd name="T44" fmla="*/ 2 w 382"/>
                <a:gd name="T45" fmla="*/ 1 h 628"/>
                <a:gd name="T46" fmla="*/ 1 w 382"/>
                <a:gd name="T47" fmla="*/ 1 h 628"/>
                <a:gd name="T48" fmla="*/ 1 w 382"/>
                <a:gd name="T49" fmla="*/ 1 h 628"/>
                <a:gd name="T50" fmla="*/ 1 w 382"/>
                <a:gd name="T51" fmla="*/ 2 h 628"/>
                <a:gd name="T52" fmla="*/ 1 w 382"/>
                <a:gd name="T53" fmla="*/ 2 h 628"/>
                <a:gd name="T54" fmla="*/ 1 w 382"/>
                <a:gd name="T55" fmla="*/ 2 h 628"/>
                <a:gd name="T56" fmla="*/ 0 w 382"/>
                <a:gd name="T57" fmla="*/ 3 h 628"/>
                <a:gd name="T58" fmla="*/ 0 w 382"/>
                <a:gd name="T59" fmla="*/ 3 h 628"/>
                <a:gd name="T60" fmla="*/ 0 w 382"/>
                <a:gd name="T61" fmla="*/ 3 h 628"/>
                <a:gd name="T62" fmla="*/ 0 w 382"/>
                <a:gd name="T63" fmla="*/ 4 h 628"/>
                <a:gd name="T64" fmla="*/ 0 w 382"/>
                <a:gd name="T65" fmla="*/ 4 h 628"/>
                <a:gd name="T66" fmla="*/ 0 w 382"/>
                <a:gd name="T67" fmla="*/ 4 h 628"/>
                <a:gd name="T68" fmla="*/ 0 w 382"/>
                <a:gd name="T69" fmla="*/ 5 h 628"/>
                <a:gd name="T70" fmla="*/ 0 w 382"/>
                <a:gd name="T71" fmla="*/ 5 h 628"/>
                <a:gd name="T72" fmla="*/ 0 w 382"/>
                <a:gd name="T73" fmla="*/ 5 h 628"/>
                <a:gd name="T74" fmla="*/ 0 w 382"/>
                <a:gd name="T75" fmla="*/ 5 h 628"/>
                <a:gd name="T76" fmla="*/ 0 w 382"/>
                <a:gd name="T77" fmla="*/ 5 h 628"/>
                <a:gd name="T78" fmla="*/ 0 w 382"/>
                <a:gd name="T79" fmla="*/ 5 h 628"/>
                <a:gd name="T80" fmla="*/ 0 w 382"/>
                <a:gd name="T81" fmla="*/ 5 h 628"/>
                <a:gd name="T82" fmla="*/ 1 w 382"/>
                <a:gd name="T83" fmla="*/ 5 h 628"/>
                <a:gd name="T84" fmla="*/ 1 w 382"/>
                <a:gd name="T85" fmla="*/ 5 h 628"/>
                <a:gd name="T86" fmla="*/ 1 w 382"/>
                <a:gd name="T87" fmla="*/ 5 h 628"/>
                <a:gd name="T88" fmla="*/ 1 w 382"/>
                <a:gd name="T89" fmla="*/ 5 h 628"/>
                <a:gd name="T90" fmla="*/ 1 w 382"/>
                <a:gd name="T91" fmla="*/ 5 h 628"/>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382"/>
                <a:gd name="T139" fmla="*/ 0 h 628"/>
                <a:gd name="T140" fmla="*/ 382 w 382"/>
                <a:gd name="T141" fmla="*/ 628 h 628"/>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382" h="628">
                  <a:moveTo>
                    <a:pt x="94" y="581"/>
                  </a:moveTo>
                  <a:lnTo>
                    <a:pt x="94" y="582"/>
                  </a:lnTo>
                  <a:lnTo>
                    <a:pt x="96" y="541"/>
                  </a:lnTo>
                  <a:lnTo>
                    <a:pt x="99" y="500"/>
                  </a:lnTo>
                  <a:lnTo>
                    <a:pt x="106" y="463"/>
                  </a:lnTo>
                  <a:lnTo>
                    <a:pt x="115" y="424"/>
                  </a:lnTo>
                  <a:lnTo>
                    <a:pt x="127" y="389"/>
                  </a:lnTo>
                  <a:lnTo>
                    <a:pt x="140" y="353"/>
                  </a:lnTo>
                  <a:lnTo>
                    <a:pt x="156" y="320"/>
                  </a:lnTo>
                  <a:lnTo>
                    <a:pt x="173" y="287"/>
                  </a:lnTo>
                  <a:lnTo>
                    <a:pt x="193" y="255"/>
                  </a:lnTo>
                  <a:lnTo>
                    <a:pt x="214" y="226"/>
                  </a:lnTo>
                  <a:lnTo>
                    <a:pt x="238" y="198"/>
                  </a:lnTo>
                  <a:lnTo>
                    <a:pt x="263" y="172"/>
                  </a:lnTo>
                  <a:lnTo>
                    <a:pt x="290" y="146"/>
                  </a:lnTo>
                  <a:lnTo>
                    <a:pt x="318" y="122"/>
                  </a:lnTo>
                  <a:lnTo>
                    <a:pt x="349" y="101"/>
                  </a:lnTo>
                  <a:lnTo>
                    <a:pt x="382" y="82"/>
                  </a:lnTo>
                  <a:lnTo>
                    <a:pt x="335" y="0"/>
                  </a:lnTo>
                  <a:lnTo>
                    <a:pt x="297" y="23"/>
                  </a:lnTo>
                  <a:lnTo>
                    <a:pt x="262" y="49"/>
                  </a:lnTo>
                  <a:lnTo>
                    <a:pt x="229" y="76"/>
                  </a:lnTo>
                  <a:lnTo>
                    <a:pt x="198" y="104"/>
                  </a:lnTo>
                  <a:lnTo>
                    <a:pt x="167" y="137"/>
                  </a:lnTo>
                  <a:lnTo>
                    <a:pt x="142" y="170"/>
                  </a:lnTo>
                  <a:lnTo>
                    <a:pt x="116" y="204"/>
                  </a:lnTo>
                  <a:lnTo>
                    <a:pt x="94" y="240"/>
                  </a:lnTo>
                  <a:lnTo>
                    <a:pt x="74" y="278"/>
                  </a:lnTo>
                  <a:lnTo>
                    <a:pt x="54" y="317"/>
                  </a:lnTo>
                  <a:lnTo>
                    <a:pt x="38" y="359"/>
                  </a:lnTo>
                  <a:lnTo>
                    <a:pt x="26" y="401"/>
                  </a:lnTo>
                  <a:lnTo>
                    <a:pt x="15" y="444"/>
                  </a:lnTo>
                  <a:lnTo>
                    <a:pt x="8" y="489"/>
                  </a:lnTo>
                  <a:lnTo>
                    <a:pt x="2" y="534"/>
                  </a:lnTo>
                  <a:lnTo>
                    <a:pt x="0" y="580"/>
                  </a:lnTo>
                  <a:lnTo>
                    <a:pt x="0" y="581"/>
                  </a:lnTo>
                  <a:lnTo>
                    <a:pt x="0" y="580"/>
                  </a:lnTo>
                  <a:lnTo>
                    <a:pt x="3" y="600"/>
                  </a:lnTo>
                  <a:lnTo>
                    <a:pt x="14" y="615"/>
                  </a:lnTo>
                  <a:lnTo>
                    <a:pt x="29" y="625"/>
                  </a:lnTo>
                  <a:lnTo>
                    <a:pt x="45" y="628"/>
                  </a:lnTo>
                  <a:lnTo>
                    <a:pt x="63" y="626"/>
                  </a:lnTo>
                  <a:lnTo>
                    <a:pt x="78" y="616"/>
                  </a:lnTo>
                  <a:lnTo>
                    <a:pt x="89" y="602"/>
                  </a:lnTo>
                  <a:lnTo>
                    <a:pt x="94" y="582"/>
                  </a:lnTo>
                  <a:lnTo>
                    <a:pt x="94" y="5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0685" name="Freeform 43"/>
            <p:cNvSpPr>
              <a:spLocks/>
            </p:cNvSpPr>
            <p:nvPr/>
          </p:nvSpPr>
          <p:spPr bwMode="auto">
            <a:xfrm>
              <a:off x="868" y="1712"/>
              <a:ext cx="19" cy="364"/>
            </a:xfrm>
            <a:custGeom>
              <a:avLst/>
              <a:gdLst>
                <a:gd name="T0" fmla="*/ 1 w 94"/>
                <a:gd name="T1" fmla="*/ 14 h 1818"/>
                <a:gd name="T2" fmla="*/ 1 w 94"/>
                <a:gd name="T3" fmla="*/ 14 h 1818"/>
                <a:gd name="T4" fmla="*/ 1 w 94"/>
                <a:gd name="T5" fmla="*/ 0 h 1818"/>
                <a:gd name="T6" fmla="*/ 0 w 94"/>
                <a:gd name="T7" fmla="*/ 0 h 1818"/>
                <a:gd name="T8" fmla="*/ 0 w 94"/>
                <a:gd name="T9" fmla="*/ 14 h 1818"/>
                <a:gd name="T10" fmla="*/ 0 w 94"/>
                <a:gd name="T11" fmla="*/ 14 h 1818"/>
                <a:gd name="T12" fmla="*/ 0 w 94"/>
                <a:gd name="T13" fmla="*/ 14 h 1818"/>
                <a:gd name="T14" fmla="*/ 0 w 94"/>
                <a:gd name="T15" fmla="*/ 14 h 1818"/>
                <a:gd name="T16" fmla="*/ 0 w 94"/>
                <a:gd name="T17" fmla="*/ 14 h 1818"/>
                <a:gd name="T18" fmla="*/ 0 w 94"/>
                <a:gd name="T19" fmla="*/ 15 h 1818"/>
                <a:gd name="T20" fmla="*/ 0 w 94"/>
                <a:gd name="T21" fmla="*/ 15 h 1818"/>
                <a:gd name="T22" fmla="*/ 1 w 94"/>
                <a:gd name="T23" fmla="*/ 15 h 1818"/>
                <a:gd name="T24" fmla="*/ 1 w 94"/>
                <a:gd name="T25" fmla="*/ 14 h 1818"/>
                <a:gd name="T26" fmla="*/ 1 w 94"/>
                <a:gd name="T27" fmla="*/ 14 h 1818"/>
                <a:gd name="T28" fmla="*/ 1 w 94"/>
                <a:gd name="T29" fmla="*/ 14 h 1818"/>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94"/>
                <a:gd name="T46" fmla="*/ 0 h 1818"/>
                <a:gd name="T47" fmla="*/ 94 w 94"/>
                <a:gd name="T48" fmla="*/ 1818 h 1818"/>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94" h="1818">
                  <a:moveTo>
                    <a:pt x="94" y="1771"/>
                  </a:moveTo>
                  <a:lnTo>
                    <a:pt x="94" y="1771"/>
                  </a:lnTo>
                  <a:lnTo>
                    <a:pt x="94" y="0"/>
                  </a:lnTo>
                  <a:lnTo>
                    <a:pt x="0" y="0"/>
                  </a:lnTo>
                  <a:lnTo>
                    <a:pt x="0" y="1771"/>
                  </a:lnTo>
                  <a:lnTo>
                    <a:pt x="3" y="1791"/>
                  </a:lnTo>
                  <a:lnTo>
                    <a:pt x="15" y="1806"/>
                  </a:lnTo>
                  <a:lnTo>
                    <a:pt x="29" y="1814"/>
                  </a:lnTo>
                  <a:lnTo>
                    <a:pt x="47" y="1818"/>
                  </a:lnTo>
                  <a:lnTo>
                    <a:pt x="64" y="1814"/>
                  </a:lnTo>
                  <a:lnTo>
                    <a:pt x="79" y="1806"/>
                  </a:lnTo>
                  <a:lnTo>
                    <a:pt x="90" y="1791"/>
                  </a:lnTo>
                  <a:lnTo>
                    <a:pt x="94" y="17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0686" name="Freeform 44"/>
            <p:cNvSpPr>
              <a:spLocks/>
            </p:cNvSpPr>
            <p:nvPr/>
          </p:nvSpPr>
          <p:spPr bwMode="auto">
            <a:xfrm>
              <a:off x="868" y="2067"/>
              <a:ext cx="90" cy="160"/>
            </a:xfrm>
            <a:custGeom>
              <a:avLst/>
              <a:gdLst>
                <a:gd name="T0" fmla="*/ 3 w 449"/>
                <a:gd name="T1" fmla="*/ 6 h 803"/>
                <a:gd name="T2" fmla="*/ 3 w 449"/>
                <a:gd name="T3" fmla="*/ 6 h 803"/>
                <a:gd name="T4" fmla="*/ 3 w 449"/>
                <a:gd name="T5" fmla="*/ 5 h 803"/>
                <a:gd name="T6" fmla="*/ 3 w 449"/>
                <a:gd name="T7" fmla="*/ 5 h 803"/>
                <a:gd name="T8" fmla="*/ 3 w 449"/>
                <a:gd name="T9" fmla="*/ 5 h 803"/>
                <a:gd name="T10" fmla="*/ 2 w 449"/>
                <a:gd name="T11" fmla="*/ 5 h 803"/>
                <a:gd name="T12" fmla="*/ 2 w 449"/>
                <a:gd name="T13" fmla="*/ 4 h 803"/>
                <a:gd name="T14" fmla="*/ 2 w 449"/>
                <a:gd name="T15" fmla="*/ 4 h 803"/>
                <a:gd name="T16" fmla="*/ 2 w 449"/>
                <a:gd name="T17" fmla="*/ 4 h 803"/>
                <a:gd name="T18" fmla="*/ 2 w 449"/>
                <a:gd name="T19" fmla="*/ 3 h 803"/>
                <a:gd name="T20" fmla="*/ 1 w 449"/>
                <a:gd name="T21" fmla="*/ 3 h 803"/>
                <a:gd name="T22" fmla="*/ 1 w 449"/>
                <a:gd name="T23" fmla="*/ 2 h 803"/>
                <a:gd name="T24" fmla="*/ 1 w 449"/>
                <a:gd name="T25" fmla="*/ 2 h 803"/>
                <a:gd name="T26" fmla="*/ 1 w 449"/>
                <a:gd name="T27" fmla="*/ 2 h 803"/>
                <a:gd name="T28" fmla="*/ 1 w 449"/>
                <a:gd name="T29" fmla="*/ 1 h 803"/>
                <a:gd name="T30" fmla="*/ 1 w 449"/>
                <a:gd name="T31" fmla="*/ 1 h 803"/>
                <a:gd name="T32" fmla="*/ 1 w 449"/>
                <a:gd name="T33" fmla="*/ 0 h 803"/>
                <a:gd name="T34" fmla="*/ 1 w 449"/>
                <a:gd name="T35" fmla="*/ 0 h 803"/>
                <a:gd name="T36" fmla="*/ 0 w 449"/>
                <a:gd name="T37" fmla="*/ 0 h 803"/>
                <a:gd name="T38" fmla="*/ 0 w 449"/>
                <a:gd name="T39" fmla="*/ 0 h 803"/>
                <a:gd name="T40" fmla="*/ 0 w 449"/>
                <a:gd name="T41" fmla="*/ 1 h 803"/>
                <a:gd name="T42" fmla="*/ 0 w 449"/>
                <a:gd name="T43" fmla="*/ 1 h 803"/>
                <a:gd name="T44" fmla="*/ 0 w 449"/>
                <a:gd name="T45" fmla="*/ 2 h 803"/>
                <a:gd name="T46" fmla="*/ 0 w 449"/>
                <a:gd name="T47" fmla="*/ 2 h 803"/>
                <a:gd name="T48" fmla="*/ 0 w 449"/>
                <a:gd name="T49" fmla="*/ 3 h 803"/>
                <a:gd name="T50" fmla="*/ 1 w 449"/>
                <a:gd name="T51" fmla="*/ 3 h 803"/>
                <a:gd name="T52" fmla="*/ 1 w 449"/>
                <a:gd name="T53" fmla="*/ 4 h 803"/>
                <a:gd name="T54" fmla="*/ 1 w 449"/>
                <a:gd name="T55" fmla="*/ 4 h 803"/>
                <a:gd name="T56" fmla="*/ 1 w 449"/>
                <a:gd name="T57" fmla="*/ 4 h 803"/>
                <a:gd name="T58" fmla="*/ 2 w 449"/>
                <a:gd name="T59" fmla="*/ 5 h 803"/>
                <a:gd name="T60" fmla="*/ 2 w 449"/>
                <a:gd name="T61" fmla="*/ 5 h 803"/>
                <a:gd name="T62" fmla="*/ 2 w 449"/>
                <a:gd name="T63" fmla="*/ 5 h 803"/>
                <a:gd name="T64" fmla="*/ 2 w 449"/>
                <a:gd name="T65" fmla="*/ 6 h 803"/>
                <a:gd name="T66" fmla="*/ 3 w 449"/>
                <a:gd name="T67" fmla="*/ 6 h 803"/>
                <a:gd name="T68" fmla="*/ 3 w 449"/>
                <a:gd name="T69" fmla="*/ 6 h 803"/>
                <a:gd name="T70" fmla="*/ 3 w 449"/>
                <a:gd name="T71" fmla="*/ 6 h 803"/>
                <a:gd name="T72" fmla="*/ 3 w 449"/>
                <a:gd name="T73" fmla="*/ 6 h 803"/>
                <a:gd name="T74" fmla="*/ 3 w 449"/>
                <a:gd name="T75" fmla="*/ 6 h 803"/>
                <a:gd name="T76" fmla="*/ 3 w 449"/>
                <a:gd name="T77" fmla="*/ 6 h 803"/>
                <a:gd name="T78" fmla="*/ 3 w 449"/>
                <a:gd name="T79" fmla="*/ 6 h 803"/>
                <a:gd name="T80" fmla="*/ 4 w 449"/>
                <a:gd name="T81" fmla="*/ 6 h 803"/>
                <a:gd name="T82" fmla="*/ 4 w 449"/>
                <a:gd name="T83" fmla="*/ 6 h 803"/>
                <a:gd name="T84" fmla="*/ 4 w 449"/>
                <a:gd name="T85" fmla="*/ 6 h 803"/>
                <a:gd name="T86" fmla="*/ 4 w 449"/>
                <a:gd name="T87" fmla="*/ 6 h 803"/>
                <a:gd name="T88" fmla="*/ 3 w 449"/>
                <a:gd name="T89" fmla="*/ 6 h 803"/>
                <a:gd name="T90" fmla="*/ 3 w 449"/>
                <a:gd name="T91" fmla="*/ 6 h 80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449"/>
                <a:gd name="T139" fmla="*/ 0 h 803"/>
                <a:gd name="T140" fmla="*/ 449 w 449"/>
                <a:gd name="T141" fmla="*/ 803 h 80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449" h="803">
                  <a:moveTo>
                    <a:pt x="426" y="717"/>
                  </a:moveTo>
                  <a:lnTo>
                    <a:pt x="427" y="717"/>
                  </a:lnTo>
                  <a:lnTo>
                    <a:pt x="395" y="693"/>
                  </a:lnTo>
                  <a:lnTo>
                    <a:pt x="361" y="662"/>
                  </a:lnTo>
                  <a:lnTo>
                    <a:pt x="329" y="628"/>
                  </a:lnTo>
                  <a:lnTo>
                    <a:pt x="299" y="591"/>
                  </a:lnTo>
                  <a:lnTo>
                    <a:pt x="269" y="551"/>
                  </a:lnTo>
                  <a:lnTo>
                    <a:pt x="241" y="507"/>
                  </a:lnTo>
                  <a:lnTo>
                    <a:pt x="215" y="460"/>
                  </a:lnTo>
                  <a:lnTo>
                    <a:pt x="191" y="412"/>
                  </a:lnTo>
                  <a:lnTo>
                    <a:pt x="170" y="363"/>
                  </a:lnTo>
                  <a:lnTo>
                    <a:pt x="151" y="312"/>
                  </a:lnTo>
                  <a:lnTo>
                    <a:pt x="133" y="259"/>
                  </a:lnTo>
                  <a:lnTo>
                    <a:pt x="119" y="207"/>
                  </a:lnTo>
                  <a:lnTo>
                    <a:pt x="108" y="156"/>
                  </a:lnTo>
                  <a:lnTo>
                    <a:pt x="101" y="103"/>
                  </a:lnTo>
                  <a:lnTo>
                    <a:pt x="96" y="51"/>
                  </a:lnTo>
                  <a:lnTo>
                    <a:pt x="94" y="0"/>
                  </a:lnTo>
                  <a:lnTo>
                    <a:pt x="0" y="0"/>
                  </a:lnTo>
                  <a:lnTo>
                    <a:pt x="2" y="56"/>
                  </a:lnTo>
                  <a:lnTo>
                    <a:pt x="7" y="115"/>
                  </a:lnTo>
                  <a:lnTo>
                    <a:pt x="16" y="172"/>
                  </a:lnTo>
                  <a:lnTo>
                    <a:pt x="28" y="231"/>
                  </a:lnTo>
                  <a:lnTo>
                    <a:pt x="44" y="287"/>
                  </a:lnTo>
                  <a:lnTo>
                    <a:pt x="62" y="342"/>
                  </a:lnTo>
                  <a:lnTo>
                    <a:pt x="83" y="398"/>
                  </a:lnTo>
                  <a:lnTo>
                    <a:pt x="106" y="452"/>
                  </a:lnTo>
                  <a:lnTo>
                    <a:pt x="133" y="505"/>
                  </a:lnTo>
                  <a:lnTo>
                    <a:pt x="161" y="554"/>
                  </a:lnTo>
                  <a:lnTo>
                    <a:pt x="192" y="602"/>
                  </a:lnTo>
                  <a:lnTo>
                    <a:pt x="224" y="647"/>
                  </a:lnTo>
                  <a:lnTo>
                    <a:pt x="259" y="689"/>
                  </a:lnTo>
                  <a:lnTo>
                    <a:pt x="295" y="728"/>
                  </a:lnTo>
                  <a:lnTo>
                    <a:pt x="334" y="763"/>
                  </a:lnTo>
                  <a:lnTo>
                    <a:pt x="374" y="795"/>
                  </a:lnTo>
                  <a:lnTo>
                    <a:pt x="375" y="795"/>
                  </a:lnTo>
                  <a:lnTo>
                    <a:pt x="374" y="795"/>
                  </a:lnTo>
                  <a:lnTo>
                    <a:pt x="392" y="803"/>
                  </a:lnTo>
                  <a:lnTo>
                    <a:pt x="411" y="803"/>
                  </a:lnTo>
                  <a:lnTo>
                    <a:pt x="426" y="795"/>
                  </a:lnTo>
                  <a:lnTo>
                    <a:pt x="439" y="782"/>
                  </a:lnTo>
                  <a:lnTo>
                    <a:pt x="446" y="766"/>
                  </a:lnTo>
                  <a:lnTo>
                    <a:pt x="449" y="749"/>
                  </a:lnTo>
                  <a:lnTo>
                    <a:pt x="441" y="732"/>
                  </a:lnTo>
                  <a:lnTo>
                    <a:pt x="427" y="717"/>
                  </a:lnTo>
                  <a:lnTo>
                    <a:pt x="426" y="71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0687" name="Freeform 45"/>
            <p:cNvSpPr>
              <a:spLocks/>
            </p:cNvSpPr>
            <p:nvPr/>
          </p:nvSpPr>
          <p:spPr bwMode="auto">
            <a:xfrm>
              <a:off x="883" y="1673"/>
              <a:ext cx="379" cy="690"/>
            </a:xfrm>
            <a:custGeom>
              <a:avLst/>
              <a:gdLst>
                <a:gd name="T0" fmla="*/ 12 w 1897"/>
                <a:gd name="T1" fmla="*/ 6 h 3450"/>
                <a:gd name="T2" fmla="*/ 13 w 1897"/>
                <a:gd name="T3" fmla="*/ 7 h 3450"/>
                <a:gd name="T4" fmla="*/ 13 w 1897"/>
                <a:gd name="T5" fmla="*/ 7 h 3450"/>
                <a:gd name="T6" fmla="*/ 14 w 1897"/>
                <a:gd name="T7" fmla="*/ 8 h 3450"/>
                <a:gd name="T8" fmla="*/ 14 w 1897"/>
                <a:gd name="T9" fmla="*/ 9 h 3450"/>
                <a:gd name="T10" fmla="*/ 15 w 1897"/>
                <a:gd name="T11" fmla="*/ 10 h 3450"/>
                <a:gd name="T12" fmla="*/ 15 w 1897"/>
                <a:gd name="T13" fmla="*/ 11 h 3450"/>
                <a:gd name="T14" fmla="*/ 15 w 1897"/>
                <a:gd name="T15" fmla="*/ 11 h 3450"/>
                <a:gd name="T16" fmla="*/ 15 w 1897"/>
                <a:gd name="T17" fmla="*/ 12 h 3450"/>
                <a:gd name="T18" fmla="*/ 15 w 1897"/>
                <a:gd name="T19" fmla="*/ 26 h 3450"/>
                <a:gd name="T20" fmla="*/ 15 w 1897"/>
                <a:gd name="T21" fmla="*/ 26 h 3450"/>
                <a:gd name="T22" fmla="*/ 15 w 1897"/>
                <a:gd name="T23" fmla="*/ 27 h 3450"/>
                <a:gd name="T24" fmla="*/ 15 w 1897"/>
                <a:gd name="T25" fmla="*/ 27 h 3450"/>
                <a:gd name="T26" fmla="*/ 14 w 1897"/>
                <a:gd name="T27" fmla="*/ 27 h 3450"/>
                <a:gd name="T28" fmla="*/ 14 w 1897"/>
                <a:gd name="T29" fmla="*/ 28 h 3450"/>
                <a:gd name="T30" fmla="*/ 13 w 1897"/>
                <a:gd name="T31" fmla="*/ 28 h 3450"/>
                <a:gd name="T32" fmla="*/ 13 w 1897"/>
                <a:gd name="T33" fmla="*/ 27 h 3450"/>
                <a:gd name="T34" fmla="*/ 3 w 1897"/>
                <a:gd name="T35" fmla="*/ 21 h 3450"/>
                <a:gd name="T36" fmla="*/ 2 w 1897"/>
                <a:gd name="T37" fmla="*/ 21 h 3450"/>
                <a:gd name="T38" fmla="*/ 2 w 1897"/>
                <a:gd name="T39" fmla="*/ 20 h 3450"/>
                <a:gd name="T40" fmla="*/ 1 w 1897"/>
                <a:gd name="T41" fmla="*/ 19 h 3450"/>
                <a:gd name="T42" fmla="*/ 1 w 1897"/>
                <a:gd name="T43" fmla="*/ 19 h 3450"/>
                <a:gd name="T44" fmla="*/ 0 w 1897"/>
                <a:gd name="T45" fmla="*/ 18 h 3450"/>
                <a:gd name="T46" fmla="*/ 0 w 1897"/>
                <a:gd name="T47" fmla="*/ 17 h 3450"/>
                <a:gd name="T48" fmla="*/ 0 w 1897"/>
                <a:gd name="T49" fmla="*/ 16 h 3450"/>
                <a:gd name="T50" fmla="*/ 0 w 1897"/>
                <a:gd name="T51" fmla="*/ 15 h 3450"/>
                <a:gd name="T52" fmla="*/ 0 w 1897"/>
                <a:gd name="T53" fmla="*/ 2 h 3450"/>
                <a:gd name="T54" fmla="*/ 0 w 1897"/>
                <a:gd name="T55" fmla="*/ 1 h 3450"/>
                <a:gd name="T56" fmla="*/ 0 w 1897"/>
                <a:gd name="T57" fmla="*/ 1 h 3450"/>
                <a:gd name="T58" fmla="*/ 1 w 1897"/>
                <a:gd name="T59" fmla="*/ 0 h 3450"/>
                <a:gd name="T60" fmla="*/ 1 w 1897"/>
                <a:gd name="T61" fmla="*/ 0 h 3450"/>
                <a:gd name="T62" fmla="*/ 1 w 1897"/>
                <a:gd name="T63" fmla="*/ 0 h 3450"/>
                <a:gd name="T64" fmla="*/ 2 w 1897"/>
                <a:gd name="T65" fmla="*/ 0 h 3450"/>
                <a:gd name="T66" fmla="*/ 3 w 1897"/>
                <a:gd name="T67" fmla="*/ 0 h 3450"/>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897"/>
                <a:gd name="T103" fmla="*/ 0 h 3450"/>
                <a:gd name="T104" fmla="*/ 1897 w 1897"/>
                <a:gd name="T105" fmla="*/ 3450 h 3450"/>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897" h="3450">
                  <a:moveTo>
                    <a:pt x="357" y="49"/>
                  </a:moveTo>
                  <a:lnTo>
                    <a:pt x="1542" y="806"/>
                  </a:lnTo>
                  <a:lnTo>
                    <a:pt x="1579" y="832"/>
                  </a:lnTo>
                  <a:lnTo>
                    <a:pt x="1614" y="861"/>
                  </a:lnTo>
                  <a:lnTo>
                    <a:pt x="1648" y="895"/>
                  </a:lnTo>
                  <a:lnTo>
                    <a:pt x="1681" y="933"/>
                  </a:lnTo>
                  <a:lnTo>
                    <a:pt x="1711" y="973"/>
                  </a:lnTo>
                  <a:lnTo>
                    <a:pt x="1740" y="1016"/>
                  </a:lnTo>
                  <a:lnTo>
                    <a:pt x="1768" y="1062"/>
                  </a:lnTo>
                  <a:lnTo>
                    <a:pt x="1793" y="1109"/>
                  </a:lnTo>
                  <a:lnTo>
                    <a:pt x="1816" y="1158"/>
                  </a:lnTo>
                  <a:lnTo>
                    <a:pt x="1836" y="1208"/>
                  </a:lnTo>
                  <a:lnTo>
                    <a:pt x="1854" y="1260"/>
                  </a:lnTo>
                  <a:lnTo>
                    <a:pt x="1869" y="1313"/>
                  </a:lnTo>
                  <a:lnTo>
                    <a:pt x="1881" y="1364"/>
                  </a:lnTo>
                  <a:lnTo>
                    <a:pt x="1890" y="1417"/>
                  </a:lnTo>
                  <a:lnTo>
                    <a:pt x="1895" y="1469"/>
                  </a:lnTo>
                  <a:lnTo>
                    <a:pt x="1897" y="1519"/>
                  </a:lnTo>
                  <a:lnTo>
                    <a:pt x="1897" y="3142"/>
                  </a:lnTo>
                  <a:lnTo>
                    <a:pt x="1895" y="3190"/>
                  </a:lnTo>
                  <a:lnTo>
                    <a:pt x="1890" y="3235"/>
                  </a:lnTo>
                  <a:lnTo>
                    <a:pt x="1881" y="3276"/>
                  </a:lnTo>
                  <a:lnTo>
                    <a:pt x="1869" y="3313"/>
                  </a:lnTo>
                  <a:lnTo>
                    <a:pt x="1854" y="3346"/>
                  </a:lnTo>
                  <a:lnTo>
                    <a:pt x="1836" y="3375"/>
                  </a:lnTo>
                  <a:lnTo>
                    <a:pt x="1816" y="3398"/>
                  </a:lnTo>
                  <a:lnTo>
                    <a:pt x="1793" y="3418"/>
                  </a:lnTo>
                  <a:lnTo>
                    <a:pt x="1768" y="3434"/>
                  </a:lnTo>
                  <a:lnTo>
                    <a:pt x="1740" y="3444"/>
                  </a:lnTo>
                  <a:lnTo>
                    <a:pt x="1711" y="3450"/>
                  </a:lnTo>
                  <a:lnTo>
                    <a:pt x="1681" y="3450"/>
                  </a:lnTo>
                  <a:lnTo>
                    <a:pt x="1648" y="3445"/>
                  </a:lnTo>
                  <a:lnTo>
                    <a:pt x="1614" y="3436"/>
                  </a:lnTo>
                  <a:lnTo>
                    <a:pt x="1579" y="3421"/>
                  </a:lnTo>
                  <a:lnTo>
                    <a:pt x="1542" y="3400"/>
                  </a:lnTo>
                  <a:lnTo>
                    <a:pt x="357" y="2643"/>
                  </a:lnTo>
                  <a:lnTo>
                    <a:pt x="320" y="2618"/>
                  </a:lnTo>
                  <a:lnTo>
                    <a:pt x="285" y="2588"/>
                  </a:lnTo>
                  <a:lnTo>
                    <a:pt x="251" y="2554"/>
                  </a:lnTo>
                  <a:lnTo>
                    <a:pt x="218" y="2517"/>
                  </a:lnTo>
                  <a:lnTo>
                    <a:pt x="187" y="2477"/>
                  </a:lnTo>
                  <a:lnTo>
                    <a:pt x="157" y="2433"/>
                  </a:lnTo>
                  <a:lnTo>
                    <a:pt x="130" y="2388"/>
                  </a:lnTo>
                  <a:lnTo>
                    <a:pt x="105" y="2341"/>
                  </a:lnTo>
                  <a:lnTo>
                    <a:pt x="81" y="2292"/>
                  </a:lnTo>
                  <a:lnTo>
                    <a:pt x="61" y="2241"/>
                  </a:lnTo>
                  <a:lnTo>
                    <a:pt x="44" y="2190"/>
                  </a:lnTo>
                  <a:lnTo>
                    <a:pt x="29" y="2138"/>
                  </a:lnTo>
                  <a:lnTo>
                    <a:pt x="17" y="2085"/>
                  </a:lnTo>
                  <a:lnTo>
                    <a:pt x="7" y="2033"/>
                  </a:lnTo>
                  <a:lnTo>
                    <a:pt x="3" y="1981"/>
                  </a:lnTo>
                  <a:lnTo>
                    <a:pt x="0" y="1931"/>
                  </a:lnTo>
                  <a:lnTo>
                    <a:pt x="0" y="308"/>
                  </a:lnTo>
                  <a:lnTo>
                    <a:pt x="3" y="260"/>
                  </a:lnTo>
                  <a:lnTo>
                    <a:pt x="7" y="215"/>
                  </a:lnTo>
                  <a:lnTo>
                    <a:pt x="17" y="174"/>
                  </a:lnTo>
                  <a:lnTo>
                    <a:pt x="29" y="137"/>
                  </a:lnTo>
                  <a:lnTo>
                    <a:pt x="44" y="104"/>
                  </a:lnTo>
                  <a:lnTo>
                    <a:pt x="61" y="76"/>
                  </a:lnTo>
                  <a:lnTo>
                    <a:pt x="81" y="51"/>
                  </a:lnTo>
                  <a:lnTo>
                    <a:pt x="105" y="31"/>
                  </a:lnTo>
                  <a:lnTo>
                    <a:pt x="130" y="16"/>
                  </a:lnTo>
                  <a:lnTo>
                    <a:pt x="157" y="5"/>
                  </a:lnTo>
                  <a:lnTo>
                    <a:pt x="187" y="0"/>
                  </a:lnTo>
                  <a:lnTo>
                    <a:pt x="218" y="0"/>
                  </a:lnTo>
                  <a:lnTo>
                    <a:pt x="251" y="3"/>
                  </a:lnTo>
                  <a:lnTo>
                    <a:pt x="285" y="14"/>
                  </a:lnTo>
                  <a:lnTo>
                    <a:pt x="320" y="29"/>
                  </a:lnTo>
                  <a:lnTo>
                    <a:pt x="357" y="49"/>
                  </a:lnTo>
                  <a:close/>
                </a:path>
              </a:pathLst>
            </a:custGeom>
            <a:solidFill>
              <a:srgbClr val="BFBFB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0688" name="Freeform 46"/>
            <p:cNvSpPr>
              <a:spLocks/>
            </p:cNvSpPr>
            <p:nvPr/>
          </p:nvSpPr>
          <p:spPr bwMode="auto">
            <a:xfrm>
              <a:off x="1268" y="1663"/>
              <a:ext cx="393" cy="711"/>
            </a:xfrm>
            <a:custGeom>
              <a:avLst/>
              <a:gdLst>
                <a:gd name="T0" fmla="*/ 3 w 1962"/>
                <a:gd name="T1" fmla="*/ 7 h 3555"/>
                <a:gd name="T2" fmla="*/ 2 w 1962"/>
                <a:gd name="T3" fmla="*/ 7 h 3555"/>
                <a:gd name="T4" fmla="*/ 2 w 1962"/>
                <a:gd name="T5" fmla="*/ 8 h 3555"/>
                <a:gd name="T6" fmla="*/ 1 w 1962"/>
                <a:gd name="T7" fmla="*/ 8 h 3555"/>
                <a:gd name="T8" fmla="*/ 1 w 1962"/>
                <a:gd name="T9" fmla="*/ 9 h 3555"/>
                <a:gd name="T10" fmla="*/ 1 w 1962"/>
                <a:gd name="T11" fmla="*/ 10 h 3555"/>
                <a:gd name="T12" fmla="*/ 0 w 1962"/>
                <a:gd name="T13" fmla="*/ 11 h 3555"/>
                <a:gd name="T14" fmla="*/ 0 w 1962"/>
                <a:gd name="T15" fmla="*/ 12 h 3555"/>
                <a:gd name="T16" fmla="*/ 0 w 1962"/>
                <a:gd name="T17" fmla="*/ 13 h 3555"/>
                <a:gd name="T18" fmla="*/ 0 w 1962"/>
                <a:gd name="T19" fmla="*/ 26 h 3555"/>
                <a:gd name="T20" fmla="*/ 0 w 1962"/>
                <a:gd name="T21" fmla="*/ 27 h 3555"/>
                <a:gd name="T22" fmla="*/ 0 w 1962"/>
                <a:gd name="T23" fmla="*/ 28 h 3555"/>
                <a:gd name="T24" fmla="*/ 1 w 1962"/>
                <a:gd name="T25" fmla="*/ 28 h 3555"/>
                <a:gd name="T26" fmla="*/ 1 w 1962"/>
                <a:gd name="T27" fmla="*/ 28 h 3555"/>
                <a:gd name="T28" fmla="*/ 2 w 1962"/>
                <a:gd name="T29" fmla="*/ 28 h 3555"/>
                <a:gd name="T30" fmla="*/ 2 w 1962"/>
                <a:gd name="T31" fmla="*/ 28 h 3555"/>
                <a:gd name="T32" fmla="*/ 3 w 1962"/>
                <a:gd name="T33" fmla="*/ 28 h 3555"/>
                <a:gd name="T34" fmla="*/ 13 w 1962"/>
                <a:gd name="T35" fmla="*/ 22 h 3555"/>
                <a:gd name="T36" fmla="*/ 13 w 1962"/>
                <a:gd name="T37" fmla="*/ 21 h 3555"/>
                <a:gd name="T38" fmla="*/ 14 w 1962"/>
                <a:gd name="T39" fmla="*/ 21 h 3555"/>
                <a:gd name="T40" fmla="*/ 14 w 1962"/>
                <a:gd name="T41" fmla="*/ 20 h 3555"/>
                <a:gd name="T42" fmla="*/ 15 w 1962"/>
                <a:gd name="T43" fmla="*/ 19 h 3555"/>
                <a:gd name="T44" fmla="*/ 15 w 1962"/>
                <a:gd name="T45" fmla="*/ 18 h 3555"/>
                <a:gd name="T46" fmla="*/ 16 w 1962"/>
                <a:gd name="T47" fmla="*/ 18 h 3555"/>
                <a:gd name="T48" fmla="*/ 16 w 1962"/>
                <a:gd name="T49" fmla="*/ 17 h 3555"/>
                <a:gd name="T50" fmla="*/ 16 w 1962"/>
                <a:gd name="T51" fmla="*/ 16 h 3555"/>
                <a:gd name="T52" fmla="*/ 16 w 1962"/>
                <a:gd name="T53" fmla="*/ 2 h 3555"/>
                <a:gd name="T54" fmla="*/ 16 w 1962"/>
                <a:gd name="T55" fmla="*/ 1 h 3555"/>
                <a:gd name="T56" fmla="*/ 15 w 1962"/>
                <a:gd name="T57" fmla="*/ 1 h 3555"/>
                <a:gd name="T58" fmla="*/ 15 w 1962"/>
                <a:gd name="T59" fmla="*/ 0 h 3555"/>
                <a:gd name="T60" fmla="*/ 15 w 1962"/>
                <a:gd name="T61" fmla="*/ 0 h 3555"/>
                <a:gd name="T62" fmla="*/ 14 w 1962"/>
                <a:gd name="T63" fmla="*/ 0 h 3555"/>
                <a:gd name="T64" fmla="*/ 14 w 1962"/>
                <a:gd name="T65" fmla="*/ 0 h 3555"/>
                <a:gd name="T66" fmla="*/ 13 w 1962"/>
                <a:gd name="T67" fmla="*/ 0 h 3555"/>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962"/>
                <a:gd name="T103" fmla="*/ 0 h 3555"/>
                <a:gd name="T104" fmla="*/ 1962 w 1962"/>
                <a:gd name="T105" fmla="*/ 3555 h 3555"/>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962" h="3555">
                  <a:moveTo>
                    <a:pt x="1594" y="50"/>
                  </a:moveTo>
                  <a:lnTo>
                    <a:pt x="368" y="831"/>
                  </a:lnTo>
                  <a:lnTo>
                    <a:pt x="330" y="858"/>
                  </a:lnTo>
                  <a:lnTo>
                    <a:pt x="294" y="888"/>
                  </a:lnTo>
                  <a:lnTo>
                    <a:pt x="259" y="922"/>
                  </a:lnTo>
                  <a:lnTo>
                    <a:pt x="225" y="961"/>
                  </a:lnTo>
                  <a:lnTo>
                    <a:pt x="193" y="1003"/>
                  </a:lnTo>
                  <a:lnTo>
                    <a:pt x="163" y="1047"/>
                  </a:lnTo>
                  <a:lnTo>
                    <a:pt x="133" y="1094"/>
                  </a:lnTo>
                  <a:lnTo>
                    <a:pt x="108" y="1143"/>
                  </a:lnTo>
                  <a:lnTo>
                    <a:pt x="84" y="1193"/>
                  </a:lnTo>
                  <a:lnTo>
                    <a:pt x="63" y="1246"/>
                  </a:lnTo>
                  <a:lnTo>
                    <a:pt x="44" y="1299"/>
                  </a:lnTo>
                  <a:lnTo>
                    <a:pt x="29" y="1353"/>
                  </a:lnTo>
                  <a:lnTo>
                    <a:pt x="16" y="1405"/>
                  </a:lnTo>
                  <a:lnTo>
                    <a:pt x="7" y="1459"/>
                  </a:lnTo>
                  <a:lnTo>
                    <a:pt x="2" y="1512"/>
                  </a:lnTo>
                  <a:lnTo>
                    <a:pt x="0" y="1565"/>
                  </a:lnTo>
                  <a:lnTo>
                    <a:pt x="0" y="3237"/>
                  </a:lnTo>
                  <a:lnTo>
                    <a:pt x="2" y="3287"/>
                  </a:lnTo>
                  <a:lnTo>
                    <a:pt x="7" y="3333"/>
                  </a:lnTo>
                  <a:lnTo>
                    <a:pt x="16" y="3375"/>
                  </a:lnTo>
                  <a:lnTo>
                    <a:pt x="29" y="3413"/>
                  </a:lnTo>
                  <a:lnTo>
                    <a:pt x="44" y="3447"/>
                  </a:lnTo>
                  <a:lnTo>
                    <a:pt x="63" y="3477"/>
                  </a:lnTo>
                  <a:lnTo>
                    <a:pt x="84" y="3502"/>
                  </a:lnTo>
                  <a:lnTo>
                    <a:pt x="108" y="3522"/>
                  </a:lnTo>
                  <a:lnTo>
                    <a:pt x="133" y="3538"/>
                  </a:lnTo>
                  <a:lnTo>
                    <a:pt x="163" y="3549"/>
                  </a:lnTo>
                  <a:lnTo>
                    <a:pt x="193" y="3555"/>
                  </a:lnTo>
                  <a:lnTo>
                    <a:pt x="225" y="3555"/>
                  </a:lnTo>
                  <a:lnTo>
                    <a:pt x="259" y="3550"/>
                  </a:lnTo>
                  <a:lnTo>
                    <a:pt x="294" y="3541"/>
                  </a:lnTo>
                  <a:lnTo>
                    <a:pt x="330" y="3524"/>
                  </a:lnTo>
                  <a:lnTo>
                    <a:pt x="368" y="3503"/>
                  </a:lnTo>
                  <a:lnTo>
                    <a:pt x="1594" y="2722"/>
                  </a:lnTo>
                  <a:lnTo>
                    <a:pt x="1632" y="2696"/>
                  </a:lnTo>
                  <a:lnTo>
                    <a:pt x="1668" y="2665"/>
                  </a:lnTo>
                  <a:lnTo>
                    <a:pt x="1703" y="2631"/>
                  </a:lnTo>
                  <a:lnTo>
                    <a:pt x="1737" y="2592"/>
                  </a:lnTo>
                  <a:lnTo>
                    <a:pt x="1769" y="2551"/>
                  </a:lnTo>
                  <a:lnTo>
                    <a:pt x="1799" y="2506"/>
                  </a:lnTo>
                  <a:lnTo>
                    <a:pt x="1829" y="2460"/>
                  </a:lnTo>
                  <a:lnTo>
                    <a:pt x="1854" y="2411"/>
                  </a:lnTo>
                  <a:lnTo>
                    <a:pt x="1878" y="2361"/>
                  </a:lnTo>
                  <a:lnTo>
                    <a:pt x="1899" y="2308"/>
                  </a:lnTo>
                  <a:lnTo>
                    <a:pt x="1918" y="2256"/>
                  </a:lnTo>
                  <a:lnTo>
                    <a:pt x="1933" y="2202"/>
                  </a:lnTo>
                  <a:lnTo>
                    <a:pt x="1946" y="2149"/>
                  </a:lnTo>
                  <a:lnTo>
                    <a:pt x="1955" y="2095"/>
                  </a:lnTo>
                  <a:lnTo>
                    <a:pt x="1960" y="2042"/>
                  </a:lnTo>
                  <a:lnTo>
                    <a:pt x="1962" y="1989"/>
                  </a:lnTo>
                  <a:lnTo>
                    <a:pt x="1962" y="319"/>
                  </a:lnTo>
                  <a:lnTo>
                    <a:pt x="1960" y="269"/>
                  </a:lnTo>
                  <a:lnTo>
                    <a:pt x="1955" y="223"/>
                  </a:lnTo>
                  <a:lnTo>
                    <a:pt x="1946" y="180"/>
                  </a:lnTo>
                  <a:lnTo>
                    <a:pt x="1933" y="143"/>
                  </a:lnTo>
                  <a:lnTo>
                    <a:pt x="1918" y="109"/>
                  </a:lnTo>
                  <a:lnTo>
                    <a:pt x="1899" y="79"/>
                  </a:lnTo>
                  <a:lnTo>
                    <a:pt x="1878" y="54"/>
                  </a:lnTo>
                  <a:lnTo>
                    <a:pt x="1854" y="33"/>
                  </a:lnTo>
                  <a:lnTo>
                    <a:pt x="1829" y="17"/>
                  </a:lnTo>
                  <a:lnTo>
                    <a:pt x="1799" y="7"/>
                  </a:lnTo>
                  <a:lnTo>
                    <a:pt x="1769" y="0"/>
                  </a:lnTo>
                  <a:lnTo>
                    <a:pt x="1737" y="0"/>
                  </a:lnTo>
                  <a:lnTo>
                    <a:pt x="1703" y="4"/>
                  </a:lnTo>
                  <a:lnTo>
                    <a:pt x="1668" y="14"/>
                  </a:lnTo>
                  <a:lnTo>
                    <a:pt x="1632" y="29"/>
                  </a:lnTo>
                  <a:lnTo>
                    <a:pt x="1594" y="50"/>
                  </a:lnTo>
                  <a:close/>
                </a:path>
              </a:pathLst>
            </a:custGeom>
            <a:solidFill>
              <a:srgbClr val="E5E5E5"/>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0689" name="Freeform 47"/>
            <p:cNvSpPr>
              <a:spLocks noEditPoints="1"/>
            </p:cNvSpPr>
            <p:nvPr/>
          </p:nvSpPr>
          <p:spPr bwMode="auto">
            <a:xfrm>
              <a:off x="916" y="1589"/>
              <a:ext cx="697" cy="698"/>
            </a:xfrm>
            <a:custGeom>
              <a:avLst/>
              <a:gdLst>
                <a:gd name="T0" fmla="*/ 16 w 3485"/>
                <a:gd name="T1" fmla="*/ 0 h 3490"/>
                <a:gd name="T2" fmla="*/ 17 w 3485"/>
                <a:gd name="T3" fmla="*/ 2 h 3490"/>
                <a:gd name="T4" fmla="*/ 17 w 3485"/>
                <a:gd name="T5" fmla="*/ 3 h 3490"/>
                <a:gd name="T6" fmla="*/ 14 w 3485"/>
                <a:gd name="T7" fmla="*/ 4 h 3490"/>
                <a:gd name="T8" fmla="*/ 12 w 3485"/>
                <a:gd name="T9" fmla="*/ 4 h 3490"/>
                <a:gd name="T10" fmla="*/ 11 w 3485"/>
                <a:gd name="T11" fmla="*/ 2 h 3490"/>
                <a:gd name="T12" fmla="*/ 11 w 3485"/>
                <a:gd name="T13" fmla="*/ 1 h 3490"/>
                <a:gd name="T14" fmla="*/ 14 w 3485"/>
                <a:gd name="T15" fmla="*/ 0 h 3490"/>
                <a:gd name="T16" fmla="*/ 3 w 3485"/>
                <a:gd name="T17" fmla="*/ 7 h 3490"/>
                <a:gd name="T18" fmla="*/ 4 w 3485"/>
                <a:gd name="T19" fmla="*/ 9 h 3490"/>
                <a:gd name="T20" fmla="*/ 3 w 3485"/>
                <a:gd name="T21" fmla="*/ 12 h 3490"/>
                <a:gd name="T22" fmla="*/ 2 w 3485"/>
                <a:gd name="T23" fmla="*/ 13 h 3490"/>
                <a:gd name="T24" fmla="*/ 1 w 3485"/>
                <a:gd name="T25" fmla="*/ 12 h 3490"/>
                <a:gd name="T26" fmla="*/ 0 w 3485"/>
                <a:gd name="T27" fmla="*/ 10 h 3490"/>
                <a:gd name="T28" fmla="*/ 0 w 3485"/>
                <a:gd name="T29" fmla="*/ 8 h 3490"/>
                <a:gd name="T30" fmla="*/ 2 w 3485"/>
                <a:gd name="T31" fmla="*/ 6 h 3490"/>
                <a:gd name="T32" fmla="*/ 10 w 3485"/>
                <a:gd name="T33" fmla="*/ 20 h 3490"/>
                <a:gd name="T34" fmla="*/ 11 w 3485"/>
                <a:gd name="T35" fmla="*/ 22 h 3490"/>
                <a:gd name="T36" fmla="*/ 11 w 3485"/>
                <a:gd name="T37" fmla="*/ 25 h 3490"/>
                <a:gd name="T38" fmla="*/ 10 w 3485"/>
                <a:gd name="T39" fmla="*/ 27 h 3490"/>
                <a:gd name="T40" fmla="*/ 8 w 3485"/>
                <a:gd name="T41" fmla="*/ 26 h 3490"/>
                <a:gd name="T42" fmla="*/ 7 w 3485"/>
                <a:gd name="T43" fmla="*/ 24 h 3490"/>
                <a:gd name="T44" fmla="*/ 7 w 3485"/>
                <a:gd name="T45" fmla="*/ 22 h 3490"/>
                <a:gd name="T46" fmla="*/ 8 w 3485"/>
                <a:gd name="T47" fmla="*/ 20 h 3490"/>
                <a:gd name="T48" fmla="*/ 20 w 3485"/>
                <a:gd name="T49" fmla="*/ 21 h 3490"/>
                <a:gd name="T50" fmla="*/ 21 w 3485"/>
                <a:gd name="T51" fmla="*/ 23 h 3490"/>
                <a:gd name="T52" fmla="*/ 21 w 3485"/>
                <a:gd name="T53" fmla="*/ 26 h 3490"/>
                <a:gd name="T54" fmla="*/ 20 w 3485"/>
                <a:gd name="T55" fmla="*/ 28 h 3490"/>
                <a:gd name="T56" fmla="*/ 18 w 3485"/>
                <a:gd name="T57" fmla="*/ 28 h 3490"/>
                <a:gd name="T58" fmla="*/ 17 w 3485"/>
                <a:gd name="T59" fmla="*/ 26 h 3490"/>
                <a:gd name="T60" fmla="*/ 17 w 3485"/>
                <a:gd name="T61" fmla="*/ 23 h 3490"/>
                <a:gd name="T62" fmla="*/ 18 w 3485"/>
                <a:gd name="T63" fmla="*/ 21 h 3490"/>
                <a:gd name="T64" fmla="*/ 19 w 3485"/>
                <a:gd name="T65" fmla="*/ 11 h 3490"/>
                <a:gd name="T66" fmla="*/ 20 w 3485"/>
                <a:gd name="T67" fmla="*/ 13 h 3490"/>
                <a:gd name="T68" fmla="*/ 21 w 3485"/>
                <a:gd name="T69" fmla="*/ 15 h 3490"/>
                <a:gd name="T70" fmla="*/ 20 w 3485"/>
                <a:gd name="T71" fmla="*/ 17 h 3490"/>
                <a:gd name="T72" fmla="*/ 18 w 3485"/>
                <a:gd name="T73" fmla="*/ 17 h 3490"/>
                <a:gd name="T74" fmla="*/ 17 w 3485"/>
                <a:gd name="T75" fmla="*/ 16 h 3490"/>
                <a:gd name="T76" fmla="*/ 17 w 3485"/>
                <a:gd name="T77" fmla="*/ 13 h 3490"/>
                <a:gd name="T78" fmla="*/ 18 w 3485"/>
                <a:gd name="T79" fmla="*/ 11 h 3490"/>
                <a:gd name="T80" fmla="*/ 26 w 3485"/>
                <a:gd name="T81" fmla="*/ 7 h 3490"/>
                <a:gd name="T82" fmla="*/ 27 w 3485"/>
                <a:gd name="T83" fmla="*/ 8 h 3490"/>
                <a:gd name="T84" fmla="*/ 27 w 3485"/>
                <a:gd name="T85" fmla="*/ 11 h 3490"/>
                <a:gd name="T86" fmla="*/ 26 w 3485"/>
                <a:gd name="T87" fmla="*/ 13 h 3490"/>
                <a:gd name="T88" fmla="*/ 25 w 3485"/>
                <a:gd name="T89" fmla="*/ 13 h 3490"/>
                <a:gd name="T90" fmla="*/ 24 w 3485"/>
                <a:gd name="T91" fmla="*/ 12 h 3490"/>
                <a:gd name="T92" fmla="*/ 24 w 3485"/>
                <a:gd name="T93" fmla="*/ 9 h 3490"/>
                <a:gd name="T94" fmla="*/ 24 w 3485"/>
                <a:gd name="T95" fmla="*/ 7 h 3490"/>
                <a:gd name="T96" fmla="*/ 26 w 3485"/>
                <a:gd name="T97" fmla="*/ 17 h 3490"/>
                <a:gd name="T98" fmla="*/ 27 w 3485"/>
                <a:gd name="T99" fmla="*/ 18 h 3490"/>
                <a:gd name="T100" fmla="*/ 28 w 3485"/>
                <a:gd name="T101" fmla="*/ 21 h 3490"/>
                <a:gd name="T102" fmla="*/ 27 w 3485"/>
                <a:gd name="T103" fmla="*/ 23 h 3490"/>
                <a:gd name="T104" fmla="*/ 26 w 3485"/>
                <a:gd name="T105" fmla="*/ 24 h 3490"/>
                <a:gd name="T106" fmla="*/ 24 w 3485"/>
                <a:gd name="T107" fmla="*/ 23 h 3490"/>
                <a:gd name="T108" fmla="*/ 24 w 3485"/>
                <a:gd name="T109" fmla="*/ 20 h 3490"/>
                <a:gd name="T110" fmla="*/ 25 w 3485"/>
                <a:gd name="T111" fmla="*/ 18 h 3490"/>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w 3485"/>
                <a:gd name="T169" fmla="*/ 0 h 3490"/>
                <a:gd name="T170" fmla="*/ 3485 w 3485"/>
                <a:gd name="T171" fmla="*/ 3490 h 3490"/>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T168" t="T169" r="T170" b="T171"/>
              <a:pathLst>
                <a:path w="3485" h="3490">
                  <a:moveTo>
                    <a:pt x="1754" y="0"/>
                  </a:moveTo>
                  <a:lnTo>
                    <a:pt x="1797" y="2"/>
                  </a:lnTo>
                  <a:lnTo>
                    <a:pt x="1840" y="5"/>
                  </a:lnTo>
                  <a:lnTo>
                    <a:pt x="1881" y="12"/>
                  </a:lnTo>
                  <a:lnTo>
                    <a:pt x="1921" y="20"/>
                  </a:lnTo>
                  <a:lnTo>
                    <a:pt x="1959" y="31"/>
                  </a:lnTo>
                  <a:lnTo>
                    <a:pt x="1994" y="44"/>
                  </a:lnTo>
                  <a:lnTo>
                    <a:pt x="2028" y="59"/>
                  </a:lnTo>
                  <a:lnTo>
                    <a:pt x="2058" y="74"/>
                  </a:lnTo>
                  <a:lnTo>
                    <a:pt x="2086" y="93"/>
                  </a:lnTo>
                  <a:lnTo>
                    <a:pt x="2111" y="113"/>
                  </a:lnTo>
                  <a:lnTo>
                    <a:pt x="2132" y="133"/>
                  </a:lnTo>
                  <a:lnTo>
                    <a:pt x="2151" y="155"/>
                  </a:lnTo>
                  <a:lnTo>
                    <a:pt x="2165" y="179"/>
                  </a:lnTo>
                  <a:lnTo>
                    <a:pt x="2175" y="203"/>
                  </a:lnTo>
                  <a:lnTo>
                    <a:pt x="2182" y="229"/>
                  </a:lnTo>
                  <a:lnTo>
                    <a:pt x="2185" y="255"/>
                  </a:lnTo>
                  <a:lnTo>
                    <a:pt x="2182" y="281"/>
                  </a:lnTo>
                  <a:lnTo>
                    <a:pt x="2175" y="305"/>
                  </a:lnTo>
                  <a:lnTo>
                    <a:pt x="2165" y="330"/>
                  </a:lnTo>
                  <a:lnTo>
                    <a:pt x="2151" y="353"/>
                  </a:lnTo>
                  <a:lnTo>
                    <a:pt x="2132" y="376"/>
                  </a:lnTo>
                  <a:lnTo>
                    <a:pt x="2111" y="397"/>
                  </a:lnTo>
                  <a:lnTo>
                    <a:pt x="2086" y="417"/>
                  </a:lnTo>
                  <a:lnTo>
                    <a:pt x="2058" y="434"/>
                  </a:lnTo>
                  <a:lnTo>
                    <a:pt x="2028" y="451"/>
                  </a:lnTo>
                  <a:lnTo>
                    <a:pt x="1994" y="466"/>
                  </a:lnTo>
                  <a:lnTo>
                    <a:pt x="1959" y="479"/>
                  </a:lnTo>
                  <a:lnTo>
                    <a:pt x="1921" y="489"/>
                  </a:lnTo>
                  <a:lnTo>
                    <a:pt x="1881" y="498"/>
                  </a:lnTo>
                  <a:lnTo>
                    <a:pt x="1840" y="505"/>
                  </a:lnTo>
                  <a:lnTo>
                    <a:pt x="1797" y="508"/>
                  </a:lnTo>
                  <a:lnTo>
                    <a:pt x="1754" y="509"/>
                  </a:lnTo>
                  <a:lnTo>
                    <a:pt x="1710" y="508"/>
                  </a:lnTo>
                  <a:lnTo>
                    <a:pt x="1667" y="505"/>
                  </a:lnTo>
                  <a:lnTo>
                    <a:pt x="1626" y="498"/>
                  </a:lnTo>
                  <a:lnTo>
                    <a:pt x="1586" y="489"/>
                  </a:lnTo>
                  <a:lnTo>
                    <a:pt x="1548" y="479"/>
                  </a:lnTo>
                  <a:lnTo>
                    <a:pt x="1512" y="466"/>
                  </a:lnTo>
                  <a:lnTo>
                    <a:pt x="1479" y="451"/>
                  </a:lnTo>
                  <a:lnTo>
                    <a:pt x="1449" y="434"/>
                  </a:lnTo>
                  <a:lnTo>
                    <a:pt x="1421" y="417"/>
                  </a:lnTo>
                  <a:lnTo>
                    <a:pt x="1395" y="397"/>
                  </a:lnTo>
                  <a:lnTo>
                    <a:pt x="1374" y="376"/>
                  </a:lnTo>
                  <a:lnTo>
                    <a:pt x="1355" y="353"/>
                  </a:lnTo>
                  <a:lnTo>
                    <a:pt x="1341" y="330"/>
                  </a:lnTo>
                  <a:lnTo>
                    <a:pt x="1331" y="305"/>
                  </a:lnTo>
                  <a:lnTo>
                    <a:pt x="1324" y="281"/>
                  </a:lnTo>
                  <a:lnTo>
                    <a:pt x="1321" y="255"/>
                  </a:lnTo>
                  <a:lnTo>
                    <a:pt x="1324" y="229"/>
                  </a:lnTo>
                  <a:lnTo>
                    <a:pt x="1331" y="203"/>
                  </a:lnTo>
                  <a:lnTo>
                    <a:pt x="1341" y="179"/>
                  </a:lnTo>
                  <a:lnTo>
                    <a:pt x="1355" y="155"/>
                  </a:lnTo>
                  <a:lnTo>
                    <a:pt x="1374" y="133"/>
                  </a:lnTo>
                  <a:lnTo>
                    <a:pt x="1395" y="113"/>
                  </a:lnTo>
                  <a:lnTo>
                    <a:pt x="1421" y="93"/>
                  </a:lnTo>
                  <a:lnTo>
                    <a:pt x="1449" y="74"/>
                  </a:lnTo>
                  <a:lnTo>
                    <a:pt x="1479" y="59"/>
                  </a:lnTo>
                  <a:lnTo>
                    <a:pt x="1512" y="44"/>
                  </a:lnTo>
                  <a:lnTo>
                    <a:pt x="1548" y="31"/>
                  </a:lnTo>
                  <a:lnTo>
                    <a:pt x="1586" y="20"/>
                  </a:lnTo>
                  <a:lnTo>
                    <a:pt x="1626" y="12"/>
                  </a:lnTo>
                  <a:lnTo>
                    <a:pt x="1667" y="5"/>
                  </a:lnTo>
                  <a:lnTo>
                    <a:pt x="1710" y="2"/>
                  </a:lnTo>
                  <a:lnTo>
                    <a:pt x="1754" y="0"/>
                  </a:lnTo>
                  <a:close/>
                  <a:moveTo>
                    <a:pt x="239" y="786"/>
                  </a:moveTo>
                  <a:lnTo>
                    <a:pt x="263" y="788"/>
                  </a:lnTo>
                  <a:lnTo>
                    <a:pt x="287" y="794"/>
                  </a:lnTo>
                  <a:lnTo>
                    <a:pt x="309" y="805"/>
                  </a:lnTo>
                  <a:lnTo>
                    <a:pt x="331" y="819"/>
                  </a:lnTo>
                  <a:lnTo>
                    <a:pt x="352" y="836"/>
                  </a:lnTo>
                  <a:lnTo>
                    <a:pt x="372" y="857"/>
                  </a:lnTo>
                  <a:lnTo>
                    <a:pt x="390" y="882"/>
                  </a:lnTo>
                  <a:lnTo>
                    <a:pt x="407" y="909"/>
                  </a:lnTo>
                  <a:lnTo>
                    <a:pt x="423" y="940"/>
                  </a:lnTo>
                  <a:lnTo>
                    <a:pt x="437" y="971"/>
                  </a:lnTo>
                  <a:lnTo>
                    <a:pt x="448" y="1006"/>
                  </a:lnTo>
                  <a:lnTo>
                    <a:pt x="459" y="1043"/>
                  </a:lnTo>
                  <a:lnTo>
                    <a:pt x="467" y="1081"/>
                  </a:lnTo>
                  <a:lnTo>
                    <a:pt x="473" y="1121"/>
                  </a:lnTo>
                  <a:lnTo>
                    <a:pt x="476" y="1163"/>
                  </a:lnTo>
                  <a:lnTo>
                    <a:pt x="478" y="1206"/>
                  </a:lnTo>
                  <a:lnTo>
                    <a:pt x="476" y="1248"/>
                  </a:lnTo>
                  <a:lnTo>
                    <a:pt x="473" y="1290"/>
                  </a:lnTo>
                  <a:lnTo>
                    <a:pt x="467" y="1330"/>
                  </a:lnTo>
                  <a:lnTo>
                    <a:pt x="459" y="1367"/>
                  </a:lnTo>
                  <a:lnTo>
                    <a:pt x="448" y="1405"/>
                  </a:lnTo>
                  <a:lnTo>
                    <a:pt x="437" y="1439"/>
                  </a:lnTo>
                  <a:lnTo>
                    <a:pt x="423" y="1472"/>
                  </a:lnTo>
                  <a:lnTo>
                    <a:pt x="407" y="1501"/>
                  </a:lnTo>
                  <a:lnTo>
                    <a:pt x="390" y="1528"/>
                  </a:lnTo>
                  <a:lnTo>
                    <a:pt x="372" y="1553"/>
                  </a:lnTo>
                  <a:lnTo>
                    <a:pt x="352" y="1574"/>
                  </a:lnTo>
                  <a:lnTo>
                    <a:pt x="331" y="1591"/>
                  </a:lnTo>
                  <a:lnTo>
                    <a:pt x="309" y="1605"/>
                  </a:lnTo>
                  <a:lnTo>
                    <a:pt x="287" y="1616"/>
                  </a:lnTo>
                  <a:lnTo>
                    <a:pt x="263" y="1622"/>
                  </a:lnTo>
                  <a:lnTo>
                    <a:pt x="239" y="1624"/>
                  </a:lnTo>
                  <a:lnTo>
                    <a:pt x="214" y="1622"/>
                  </a:lnTo>
                  <a:lnTo>
                    <a:pt x="191" y="1616"/>
                  </a:lnTo>
                  <a:lnTo>
                    <a:pt x="168" y="1605"/>
                  </a:lnTo>
                  <a:lnTo>
                    <a:pt x="146" y="1591"/>
                  </a:lnTo>
                  <a:lnTo>
                    <a:pt x="125" y="1574"/>
                  </a:lnTo>
                  <a:lnTo>
                    <a:pt x="105" y="1553"/>
                  </a:lnTo>
                  <a:lnTo>
                    <a:pt x="87" y="1528"/>
                  </a:lnTo>
                  <a:lnTo>
                    <a:pt x="70" y="1501"/>
                  </a:lnTo>
                  <a:lnTo>
                    <a:pt x="55" y="1472"/>
                  </a:lnTo>
                  <a:lnTo>
                    <a:pt x="41" y="1439"/>
                  </a:lnTo>
                  <a:lnTo>
                    <a:pt x="29" y="1405"/>
                  </a:lnTo>
                  <a:lnTo>
                    <a:pt x="18" y="1367"/>
                  </a:lnTo>
                  <a:lnTo>
                    <a:pt x="10" y="1330"/>
                  </a:lnTo>
                  <a:lnTo>
                    <a:pt x="4" y="1290"/>
                  </a:lnTo>
                  <a:lnTo>
                    <a:pt x="1" y="1248"/>
                  </a:lnTo>
                  <a:lnTo>
                    <a:pt x="0" y="1206"/>
                  </a:lnTo>
                  <a:lnTo>
                    <a:pt x="1" y="1163"/>
                  </a:lnTo>
                  <a:lnTo>
                    <a:pt x="4" y="1121"/>
                  </a:lnTo>
                  <a:lnTo>
                    <a:pt x="10" y="1081"/>
                  </a:lnTo>
                  <a:lnTo>
                    <a:pt x="18" y="1043"/>
                  </a:lnTo>
                  <a:lnTo>
                    <a:pt x="29" y="1006"/>
                  </a:lnTo>
                  <a:lnTo>
                    <a:pt x="41" y="971"/>
                  </a:lnTo>
                  <a:lnTo>
                    <a:pt x="55" y="940"/>
                  </a:lnTo>
                  <a:lnTo>
                    <a:pt x="70" y="909"/>
                  </a:lnTo>
                  <a:lnTo>
                    <a:pt x="87" y="882"/>
                  </a:lnTo>
                  <a:lnTo>
                    <a:pt x="105" y="857"/>
                  </a:lnTo>
                  <a:lnTo>
                    <a:pt x="125" y="836"/>
                  </a:lnTo>
                  <a:lnTo>
                    <a:pt x="146" y="819"/>
                  </a:lnTo>
                  <a:lnTo>
                    <a:pt x="168" y="805"/>
                  </a:lnTo>
                  <a:lnTo>
                    <a:pt x="191" y="794"/>
                  </a:lnTo>
                  <a:lnTo>
                    <a:pt x="214" y="788"/>
                  </a:lnTo>
                  <a:lnTo>
                    <a:pt x="239" y="786"/>
                  </a:lnTo>
                  <a:close/>
                  <a:moveTo>
                    <a:pt x="1119" y="2495"/>
                  </a:moveTo>
                  <a:lnTo>
                    <a:pt x="1143" y="2498"/>
                  </a:lnTo>
                  <a:lnTo>
                    <a:pt x="1167" y="2504"/>
                  </a:lnTo>
                  <a:lnTo>
                    <a:pt x="1190" y="2514"/>
                  </a:lnTo>
                  <a:lnTo>
                    <a:pt x="1211" y="2528"/>
                  </a:lnTo>
                  <a:lnTo>
                    <a:pt x="1232" y="2546"/>
                  </a:lnTo>
                  <a:lnTo>
                    <a:pt x="1252" y="2567"/>
                  </a:lnTo>
                  <a:lnTo>
                    <a:pt x="1271" y="2592"/>
                  </a:lnTo>
                  <a:lnTo>
                    <a:pt x="1288" y="2618"/>
                  </a:lnTo>
                  <a:lnTo>
                    <a:pt x="1304" y="2648"/>
                  </a:lnTo>
                  <a:lnTo>
                    <a:pt x="1318" y="2681"/>
                  </a:lnTo>
                  <a:lnTo>
                    <a:pt x="1329" y="2715"/>
                  </a:lnTo>
                  <a:lnTo>
                    <a:pt x="1340" y="2752"/>
                  </a:lnTo>
                  <a:lnTo>
                    <a:pt x="1348" y="2790"/>
                  </a:lnTo>
                  <a:lnTo>
                    <a:pt x="1354" y="2830"/>
                  </a:lnTo>
                  <a:lnTo>
                    <a:pt x="1358" y="2872"/>
                  </a:lnTo>
                  <a:lnTo>
                    <a:pt x="1359" y="2914"/>
                  </a:lnTo>
                  <a:lnTo>
                    <a:pt x="1358" y="2956"/>
                  </a:lnTo>
                  <a:lnTo>
                    <a:pt x="1354" y="2998"/>
                  </a:lnTo>
                  <a:lnTo>
                    <a:pt x="1348" y="3038"/>
                  </a:lnTo>
                  <a:lnTo>
                    <a:pt x="1340" y="3077"/>
                  </a:lnTo>
                  <a:lnTo>
                    <a:pt x="1329" y="3113"/>
                  </a:lnTo>
                  <a:lnTo>
                    <a:pt x="1318" y="3147"/>
                  </a:lnTo>
                  <a:lnTo>
                    <a:pt x="1304" y="3180"/>
                  </a:lnTo>
                  <a:lnTo>
                    <a:pt x="1288" y="3209"/>
                  </a:lnTo>
                  <a:lnTo>
                    <a:pt x="1271" y="3238"/>
                  </a:lnTo>
                  <a:lnTo>
                    <a:pt x="1252" y="3261"/>
                  </a:lnTo>
                  <a:lnTo>
                    <a:pt x="1232" y="3282"/>
                  </a:lnTo>
                  <a:lnTo>
                    <a:pt x="1211" y="3301"/>
                  </a:lnTo>
                  <a:lnTo>
                    <a:pt x="1190" y="3315"/>
                  </a:lnTo>
                  <a:lnTo>
                    <a:pt x="1167" y="3325"/>
                  </a:lnTo>
                  <a:lnTo>
                    <a:pt x="1143" y="3331"/>
                  </a:lnTo>
                  <a:lnTo>
                    <a:pt x="1119" y="3334"/>
                  </a:lnTo>
                  <a:lnTo>
                    <a:pt x="1094" y="3331"/>
                  </a:lnTo>
                  <a:lnTo>
                    <a:pt x="1070" y="3325"/>
                  </a:lnTo>
                  <a:lnTo>
                    <a:pt x="1048" y="3315"/>
                  </a:lnTo>
                  <a:lnTo>
                    <a:pt x="1026" y="3301"/>
                  </a:lnTo>
                  <a:lnTo>
                    <a:pt x="1005" y="3282"/>
                  </a:lnTo>
                  <a:lnTo>
                    <a:pt x="985" y="3261"/>
                  </a:lnTo>
                  <a:lnTo>
                    <a:pt x="967" y="3238"/>
                  </a:lnTo>
                  <a:lnTo>
                    <a:pt x="950" y="3209"/>
                  </a:lnTo>
                  <a:lnTo>
                    <a:pt x="935" y="3180"/>
                  </a:lnTo>
                  <a:lnTo>
                    <a:pt x="921" y="3147"/>
                  </a:lnTo>
                  <a:lnTo>
                    <a:pt x="909" y="3113"/>
                  </a:lnTo>
                  <a:lnTo>
                    <a:pt x="898" y="3077"/>
                  </a:lnTo>
                  <a:lnTo>
                    <a:pt x="890" y="3038"/>
                  </a:lnTo>
                  <a:lnTo>
                    <a:pt x="884" y="2998"/>
                  </a:lnTo>
                  <a:lnTo>
                    <a:pt x="881" y="2956"/>
                  </a:lnTo>
                  <a:lnTo>
                    <a:pt x="880" y="2914"/>
                  </a:lnTo>
                  <a:lnTo>
                    <a:pt x="881" y="2872"/>
                  </a:lnTo>
                  <a:lnTo>
                    <a:pt x="884" y="2830"/>
                  </a:lnTo>
                  <a:lnTo>
                    <a:pt x="890" y="2790"/>
                  </a:lnTo>
                  <a:lnTo>
                    <a:pt x="898" y="2752"/>
                  </a:lnTo>
                  <a:lnTo>
                    <a:pt x="909" y="2715"/>
                  </a:lnTo>
                  <a:lnTo>
                    <a:pt x="921" y="2681"/>
                  </a:lnTo>
                  <a:lnTo>
                    <a:pt x="935" y="2648"/>
                  </a:lnTo>
                  <a:lnTo>
                    <a:pt x="950" y="2618"/>
                  </a:lnTo>
                  <a:lnTo>
                    <a:pt x="967" y="2592"/>
                  </a:lnTo>
                  <a:lnTo>
                    <a:pt x="985" y="2567"/>
                  </a:lnTo>
                  <a:lnTo>
                    <a:pt x="1005" y="2546"/>
                  </a:lnTo>
                  <a:lnTo>
                    <a:pt x="1026" y="2528"/>
                  </a:lnTo>
                  <a:lnTo>
                    <a:pt x="1048" y="2514"/>
                  </a:lnTo>
                  <a:lnTo>
                    <a:pt x="1070" y="2504"/>
                  </a:lnTo>
                  <a:lnTo>
                    <a:pt x="1094" y="2498"/>
                  </a:lnTo>
                  <a:lnTo>
                    <a:pt x="1119" y="2495"/>
                  </a:lnTo>
                  <a:close/>
                  <a:moveTo>
                    <a:pt x="2380" y="2651"/>
                  </a:moveTo>
                  <a:lnTo>
                    <a:pt x="2405" y="2654"/>
                  </a:lnTo>
                  <a:lnTo>
                    <a:pt x="2428" y="2660"/>
                  </a:lnTo>
                  <a:lnTo>
                    <a:pt x="2452" y="2670"/>
                  </a:lnTo>
                  <a:lnTo>
                    <a:pt x="2473" y="2684"/>
                  </a:lnTo>
                  <a:lnTo>
                    <a:pt x="2494" y="2703"/>
                  </a:lnTo>
                  <a:lnTo>
                    <a:pt x="2514" y="2724"/>
                  </a:lnTo>
                  <a:lnTo>
                    <a:pt x="2533" y="2747"/>
                  </a:lnTo>
                  <a:lnTo>
                    <a:pt x="2550" y="2774"/>
                  </a:lnTo>
                  <a:lnTo>
                    <a:pt x="2565" y="2805"/>
                  </a:lnTo>
                  <a:lnTo>
                    <a:pt x="2580" y="2838"/>
                  </a:lnTo>
                  <a:lnTo>
                    <a:pt x="2591" y="2872"/>
                  </a:lnTo>
                  <a:lnTo>
                    <a:pt x="2602" y="2908"/>
                  </a:lnTo>
                  <a:lnTo>
                    <a:pt x="2610" y="2947"/>
                  </a:lnTo>
                  <a:lnTo>
                    <a:pt x="2616" y="2987"/>
                  </a:lnTo>
                  <a:lnTo>
                    <a:pt x="2619" y="3029"/>
                  </a:lnTo>
                  <a:lnTo>
                    <a:pt x="2621" y="3071"/>
                  </a:lnTo>
                  <a:lnTo>
                    <a:pt x="2619" y="3113"/>
                  </a:lnTo>
                  <a:lnTo>
                    <a:pt x="2616" y="3155"/>
                  </a:lnTo>
                  <a:lnTo>
                    <a:pt x="2610" y="3195"/>
                  </a:lnTo>
                  <a:lnTo>
                    <a:pt x="2602" y="3233"/>
                  </a:lnTo>
                  <a:lnTo>
                    <a:pt x="2591" y="3270"/>
                  </a:lnTo>
                  <a:lnTo>
                    <a:pt x="2580" y="3304"/>
                  </a:lnTo>
                  <a:lnTo>
                    <a:pt x="2565" y="3337"/>
                  </a:lnTo>
                  <a:lnTo>
                    <a:pt x="2550" y="3367"/>
                  </a:lnTo>
                  <a:lnTo>
                    <a:pt x="2533" y="3393"/>
                  </a:lnTo>
                  <a:lnTo>
                    <a:pt x="2514" y="3418"/>
                  </a:lnTo>
                  <a:lnTo>
                    <a:pt x="2494" y="3439"/>
                  </a:lnTo>
                  <a:lnTo>
                    <a:pt x="2473" y="3457"/>
                  </a:lnTo>
                  <a:lnTo>
                    <a:pt x="2452" y="3471"/>
                  </a:lnTo>
                  <a:lnTo>
                    <a:pt x="2428" y="3481"/>
                  </a:lnTo>
                  <a:lnTo>
                    <a:pt x="2405" y="3487"/>
                  </a:lnTo>
                  <a:lnTo>
                    <a:pt x="2380" y="3490"/>
                  </a:lnTo>
                  <a:lnTo>
                    <a:pt x="2356" y="3487"/>
                  </a:lnTo>
                  <a:lnTo>
                    <a:pt x="2332" y="3481"/>
                  </a:lnTo>
                  <a:lnTo>
                    <a:pt x="2310" y="3471"/>
                  </a:lnTo>
                  <a:lnTo>
                    <a:pt x="2288" y="3457"/>
                  </a:lnTo>
                  <a:lnTo>
                    <a:pt x="2267" y="3439"/>
                  </a:lnTo>
                  <a:lnTo>
                    <a:pt x="2248" y="3418"/>
                  </a:lnTo>
                  <a:lnTo>
                    <a:pt x="2229" y="3393"/>
                  </a:lnTo>
                  <a:lnTo>
                    <a:pt x="2212" y="3367"/>
                  </a:lnTo>
                  <a:lnTo>
                    <a:pt x="2196" y="3337"/>
                  </a:lnTo>
                  <a:lnTo>
                    <a:pt x="2182" y="3304"/>
                  </a:lnTo>
                  <a:lnTo>
                    <a:pt x="2171" y="3270"/>
                  </a:lnTo>
                  <a:lnTo>
                    <a:pt x="2160" y="3233"/>
                  </a:lnTo>
                  <a:lnTo>
                    <a:pt x="2152" y="3195"/>
                  </a:lnTo>
                  <a:lnTo>
                    <a:pt x="2146" y="3155"/>
                  </a:lnTo>
                  <a:lnTo>
                    <a:pt x="2142" y="3113"/>
                  </a:lnTo>
                  <a:lnTo>
                    <a:pt x="2141" y="3071"/>
                  </a:lnTo>
                  <a:lnTo>
                    <a:pt x="2142" y="3029"/>
                  </a:lnTo>
                  <a:lnTo>
                    <a:pt x="2146" y="2987"/>
                  </a:lnTo>
                  <a:lnTo>
                    <a:pt x="2152" y="2947"/>
                  </a:lnTo>
                  <a:lnTo>
                    <a:pt x="2160" y="2908"/>
                  </a:lnTo>
                  <a:lnTo>
                    <a:pt x="2171" y="2872"/>
                  </a:lnTo>
                  <a:lnTo>
                    <a:pt x="2182" y="2838"/>
                  </a:lnTo>
                  <a:lnTo>
                    <a:pt x="2196" y="2805"/>
                  </a:lnTo>
                  <a:lnTo>
                    <a:pt x="2212" y="2774"/>
                  </a:lnTo>
                  <a:lnTo>
                    <a:pt x="2229" y="2747"/>
                  </a:lnTo>
                  <a:lnTo>
                    <a:pt x="2248" y="2724"/>
                  </a:lnTo>
                  <a:lnTo>
                    <a:pt x="2267" y="2703"/>
                  </a:lnTo>
                  <a:lnTo>
                    <a:pt x="2288" y="2684"/>
                  </a:lnTo>
                  <a:lnTo>
                    <a:pt x="2310" y="2670"/>
                  </a:lnTo>
                  <a:lnTo>
                    <a:pt x="2332" y="2660"/>
                  </a:lnTo>
                  <a:lnTo>
                    <a:pt x="2356" y="2654"/>
                  </a:lnTo>
                  <a:lnTo>
                    <a:pt x="2380" y="2651"/>
                  </a:lnTo>
                  <a:close/>
                  <a:moveTo>
                    <a:pt x="2342" y="1355"/>
                  </a:moveTo>
                  <a:lnTo>
                    <a:pt x="2366" y="1357"/>
                  </a:lnTo>
                  <a:lnTo>
                    <a:pt x="2390" y="1363"/>
                  </a:lnTo>
                  <a:lnTo>
                    <a:pt x="2412" y="1373"/>
                  </a:lnTo>
                  <a:lnTo>
                    <a:pt x="2434" y="1387"/>
                  </a:lnTo>
                  <a:lnTo>
                    <a:pt x="2455" y="1405"/>
                  </a:lnTo>
                  <a:lnTo>
                    <a:pt x="2475" y="1426"/>
                  </a:lnTo>
                  <a:lnTo>
                    <a:pt x="2493" y="1451"/>
                  </a:lnTo>
                  <a:lnTo>
                    <a:pt x="2510" y="1478"/>
                  </a:lnTo>
                  <a:lnTo>
                    <a:pt x="2526" y="1507"/>
                  </a:lnTo>
                  <a:lnTo>
                    <a:pt x="2540" y="1540"/>
                  </a:lnTo>
                  <a:lnTo>
                    <a:pt x="2551" y="1574"/>
                  </a:lnTo>
                  <a:lnTo>
                    <a:pt x="2562" y="1611"/>
                  </a:lnTo>
                  <a:lnTo>
                    <a:pt x="2570" y="1649"/>
                  </a:lnTo>
                  <a:lnTo>
                    <a:pt x="2576" y="1689"/>
                  </a:lnTo>
                  <a:lnTo>
                    <a:pt x="2580" y="1731"/>
                  </a:lnTo>
                  <a:lnTo>
                    <a:pt x="2581" y="1773"/>
                  </a:lnTo>
                  <a:lnTo>
                    <a:pt x="2580" y="1815"/>
                  </a:lnTo>
                  <a:lnTo>
                    <a:pt x="2576" y="1858"/>
                  </a:lnTo>
                  <a:lnTo>
                    <a:pt x="2570" y="1897"/>
                  </a:lnTo>
                  <a:lnTo>
                    <a:pt x="2562" y="1936"/>
                  </a:lnTo>
                  <a:lnTo>
                    <a:pt x="2551" y="1972"/>
                  </a:lnTo>
                  <a:lnTo>
                    <a:pt x="2540" y="2008"/>
                  </a:lnTo>
                  <a:lnTo>
                    <a:pt x="2526" y="2039"/>
                  </a:lnTo>
                  <a:lnTo>
                    <a:pt x="2510" y="2070"/>
                  </a:lnTo>
                  <a:lnTo>
                    <a:pt x="2493" y="2097"/>
                  </a:lnTo>
                  <a:lnTo>
                    <a:pt x="2475" y="2121"/>
                  </a:lnTo>
                  <a:lnTo>
                    <a:pt x="2455" y="2142"/>
                  </a:lnTo>
                  <a:lnTo>
                    <a:pt x="2434" y="2160"/>
                  </a:lnTo>
                  <a:lnTo>
                    <a:pt x="2412" y="2174"/>
                  </a:lnTo>
                  <a:lnTo>
                    <a:pt x="2390" y="2185"/>
                  </a:lnTo>
                  <a:lnTo>
                    <a:pt x="2366" y="2191"/>
                  </a:lnTo>
                  <a:lnTo>
                    <a:pt x="2342" y="2193"/>
                  </a:lnTo>
                  <a:lnTo>
                    <a:pt x="2317" y="2191"/>
                  </a:lnTo>
                  <a:lnTo>
                    <a:pt x="2294" y="2185"/>
                  </a:lnTo>
                  <a:lnTo>
                    <a:pt x="2270" y="2174"/>
                  </a:lnTo>
                  <a:lnTo>
                    <a:pt x="2249" y="2160"/>
                  </a:lnTo>
                  <a:lnTo>
                    <a:pt x="2228" y="2142"/>
                  </a:lnTo>
                  <a:lnTo>
                    <a:pt x="2208" y="2121"/>
                  </a:lnTo>
                  <a:lnTo>
                    <a:pt x="2189" y="2097"/>
                  </a:lnTo>
                  <a:lnTo>
                    <a:pt x="2173" y="2070"/>
                  </a:lnTo>
                  <a:lnTo>
                    <a:pt x="2157" y="2039"/>
                  </a:lnTo>
                  <a:lnTo>
                    <a:pt x="2142" y="2008"/>
                  </a:lnTo>
                  <a:lnTo>
                    <a:pt x="2131" y="1972"/>
                  </a:lnTo>
                  <a:lnTo>
                    <a:pt x="2120" y="1936"/>
                  </a:lnTo>
                  <a:lnTo>
                    <a:pt x="2112" y="1897"/>
                  </a:lnTo>
                  <a:lnTo>
                    <a:pt x="2106" y="1858"/>
                  </a:lnTo>
                  <a:lnTo>
                    <a:pt x="2103" y="1815"/>
                  </a:lnTo>
                  <a:lnTo>
                    <a:pt x="2101" y="1773"/>
                  </a:lnTo>
                  <a:lnTo>
                    <a:pt x="2103" y="1731"/>
                  </a:lnTo>
                  <a:lnTo>
                    <a:pt x="2106" y="1689"/>
                  </a:lnTo>
                  <a:lnTo>
                    <a:pt x="2112" y="1649"/>
                  </a:lnTo>
                  <a:lnTo>
                    <a:pt x="2120" y="1611"/>
                  </a:lnTo>
                  <a:lnTo>
                    <a:pt x="2131" y="1574"/>
                  </a:lnTo>
                  <a:lnTo>
                    <a:pt x="2142" y="1540"/>
                  </a:lnTo>
                  <a:lnTo>
                    <a:pt x="2157" y="1507"/>
                  </a:lnTo>
                  <a:lnTo>
                    <a:pt x="2173" y="1478"/>
                  </a:lnTo>
                  <a:lnTo>
                    <a:pt x="2189" y="1451"/>
                  </a:lnTo>
                  <a:lnTo>
                    <a:pt x="2208" y="1426"/>
                  </a:lnTo>
                  <a:lnTo>
                    <a:pt x="2228" y="1405"/>
                  </a:lnTo>
                  <a:lnTo>
                    <a:pt x="2249" y="1387"/>
                  </a:lnTo>
                  <a:lnTo>
                    <a:pt x="2270" y="1373"/>
                  </a:lnTo>
                  <a:lnTo>
                    <a:pt x="2294" y="1363"/>
                  </a:lnTo>
                  <a:lnTo>
                    <a:pt x="2317" y="1357"/>
                  </a:lnTo>
                  <a:lnTo>
                    <a:pt x="2342" y="1355"/>
                  </a:lnTo>
                  <a:close/>
                  <a:moveTo>
                    <a:pt x="3179" y="819"/>
                  </a:moveTo>
                  <a:lnTo>
                    <a:pt x="3204" y="821"/>
                  </a:lnTo>
                  <a:lnTo>
                    <a:pt x="3227" y="827"/>
                  </a:lnTo>
                  <a:lnTo>
                    <a:pt x="3250" y="838"/>
                  </a:lnTo>
                  <a:lnTo>
                    <a:pt x="3272" y="852"/>
                  </a:lnTo>
                  <a:lnTo>
                    <a:pt x="3293" y="869"/>
                  </a:lnTo>
                  <a:lnTo>
                    <a:pt x="3312" y="890"/>
                  </a:lnTo>
                  <a:lnTo>
                    <a:pt x="3331" y="915"/>
                  </a:lnTo>
                  <a:lnTo>
                    <a:pt x="3348" y="942"/>
                  </a:lnTo>
                  <a:lnTo>
                    <a:pt x="3363" y="971"/>
                  </a:lnTo>
                  <a:lnTo>
                    <a:pt x="3377" y="1004"/>
                  </a:lnTo>
                  <a:lnTo>
                    <a:pt x="3389" y="1038"/>
                  </a:lnTo>
                  <a:lnTo>
                    <a:pt x="3400" y="1076"/>
                  </a:lnTo>
                  <a:lnTo>
                    <a:pt x="3408" y="1113"/>
                  </a:lnTo>
                  <a:lnTo>
                    <a:pt x="3414" y="1153"/>
                  </a:lnTo>
                  <a:lnTo>
                    <a:pt x="3417" y="1195"/>
                  </a:lnTo>
                  <a:lnTo>
                    <a:pt x="3418" y="1237"/>
                  </a:lnTo>
                  <a:lnTo>
                    <a:pt x="3417" y="1280"/>
                  </a:lnTo>
                  <a:lnTo>
                    <a:pt x="3414" y="1322"/>
                  </a:lnTo>
                  <a:lnTo>
                    <a:pt x="3408" y="1362"/>
                  </a:lnTo>
                  <a:lnTo>
                    <a:pt x="3400" y="1399"/>
                  </a:lnTo>
                  <a:lnTo>
                    <a:pt x="3389" y="1437"/>
                  </a:lnTo>
                  <a:lnTo>
                    <a:pt x="3377" y="1471"/>
                  </a:lnTo>
                  <a:lnTo>
                    <a:pt x="3363" y="1503"/>
                  </a:lnTo>
                  <a:lnTo>
                    <a:pt x="3348" y="1533"/>
                  </a:lnTo>
                  <a:lnTo>
                    <a:pt x="3331" y="1560"/>
                  </a:lnTo>
                  <a:lnTo>
                    <a:pt x="3312" y="1584"/>
                  </a:lnTo>
                  <a:lnTo>
                    <a:pt x="3293" y="1605"/>
                  </a:lnTo>
                  <a:lnTo>
                    <a:pt x="3272" y="1623"/>
                  </a:lnTo>
                  <a:lnTo>
                    <a:pt x="3250" y="1637"/>
                  </a:lnTo>
                  <a:lnTo>
                    <a:pt x="3227" y="1648"/>
                  </a:lnTo>
                  <a:lnTo>
                    <a:pt x="3204" y="1654"/>
                  </a:lnTo>
                  <a:lnTo>
                    <a:pt x="3179" y="1656"/>
                  </a:lnTo>
                  <a:lnTo>
                    <a:pt x="3155" y="1654"/>
                  </a:lnTo>
                  <a:lnTo>
                    <a:pt x="3131" y="1648"/>
                  </a:lnTo>
                  <a:lnTo>
                    <a:pt x="3108" y="1637"/>
                  </a:lnTo>
                  <a:lnTo>
                    <a:pt x="3087" y="1623"/>
                  </a:lnTo>
                  <a:lnTo>
                    <a:pt x="3066" y="1605"/>
                  </a:lnTo>
                  <a:lnTo>
                    <a:pt x="3046" y="1584"/>
                  </a:lnTo>
                  <a:lnTo>
                    <a:pt x="3027" y="1560"/>
                  </a:lnTo>
                  <a:lnTo>
                    <a:pt x="3011" y="1533"/>
                  </a:lnTo>
                  <a:lnTo>
                    <a:pt x="2994" y="1503"/>
                  </a:lnTo>
                  <a:lnTo>
                    <a:pt x="2980" y="1471"/>
                  </a:lnTo>
                  <a:lnTo>
                    <a:pt x="2968" y="1437"/>
                  </a:lnTo>
                  <a:lnTo>
                    <a:pt x="2958" y="1399"/>
                  </a:lnTo>
                  <a:lnTo>
                    <a:pt x="2950" y="1362"/>
                  </a:lnTo>
                  <a:lnTo>
                    <a:pt x="2944" y="1322"/>
                  </a:lnTo>
                  <a:lnTo>
                    <a:pt x="2940" y="1280"/>
                  </a:lnTo>
                  <a:lnTo>
                    <a:pt x="2939" y="1237"/>
                  </a:lnTo>
                  <a:lnTo>
                    <a:pt x="2940" y="1195"/>
                  </a:lnTo>
                  <a:lnTo>
                    <a:pt x="2944" y="1153"/>
                  </a:lnTo>
                  <a:lnTo>
                    <a:pt x="2950" y="1113"/>
                  </a:lnTo>
                  <a:lnTo>
                    <a:pt x="2958" y="1076"/>
                  </a:lnTo>
                  <a:lnTo>
                    <a:pt x="2968" y="1038"/>
                  </a:lnTo>
                  <a:lnTo>
                    <a:pt x="2980" y="1004"/>
                  </a:lnTo>
                  <a:lnTo>
                    <a:pt x="2994" y="971"/>
                  </a:lnTo>
                  <a:lnTo>
                    <a:pt x="3011" y="942"/>
                  </a:lnTo>
                  <a:lnTo>
                    <a:pt x="3027" y="915"/>
                  </a:lnTo>
                  <a:lnTo>
                    <a:pt x="3046" y="890"/>
                  </a:lnTo>
                  <a:lnTo>
                    <a:pt x="3066" y="869"/>
                  </a:lnTo>
                  <a:lnTo>
                    <a:pt x="3087" y="852"/>
                  </a:lnTo>
                  <a:lnTo>
                    <a:pt x="3108" y="838"/>
                  </a:lnTo>
                  <a:lnTo>
                    <a:pt x="3131" y="827"/>
                  </a:lnTo>
                  <a:lnTo>
                    <a:pt x="3155" y="821"/>
                  </a:lnTo>
                  <a:lnTo>
                    <a:pt x="3179" y="819"/>
                  </a:lnTo>
                  <a:close/>
                  <a:moveTo>
                    <a:pt x="3246" y="2144"/>
                  </a:moveTo>
                  <a:lnTo>
                    <a:pt x="3271" y="2146"/>
                  </a:lnTo>
                  <a:lnTo>
                    <a:pt x="3294" y="2152"/>
                  </a:lnTo>
                  <a:lnTo>
                    <a:pt x="3316" y="2162"/>
                  </a:lnTo>
                  <a:lnTo>
                    <a:pt x="3339" y="2176"/>
                  </a:lnTo>
                  <a:lnTo>
                    <a:pt x="3360" y="2194"/>
                  </a:lnTo>
                  <a:lnTo>
                    <a:pt x="3380" y="2215"/>
                  </a:lnTo>
                  <a:lnTo>
                    <a:pt x="3397" y="2240"/>
                  </a:lnTo>
                  <a:lnTo>
                    <a:pt x="3415" y="2267"/>
                  </a:lnTo>
                  <a:lnTo>
                    <a:pt x="3430" y="2296"/>
                  </a:lnTo>
                  <a:lnTo>
                    <a:pt x="3444" y="2329"/>
                  </a:lnTo>
                  <a:lnTo>
                    <a:pt x="3456" y="2363"/>
                  </a:lnTo>
                  <a:lnTo>
                    <a:pt x="3466" y="2400"/>
                  </a:lnTo>
                  <a:lnTo>
                    <a:pt x="3475" y="2438"/>
                  </a:lnTo>
                  <a:lnTo>
                    <a:pt x="3480" y="2478"/>
                  </a:lnTo>
                  <a:lnTo>
                    <a:pt x="3484" y="2520"/>
                  </a:lnTo>
                  <a:lnTo>
                    <a:pt x="3485" y="2562"/>
                  </a:lnTo>
                  <a:lnTo>
                    <a:pt x="3484" y="2604"/>
                  </a:lnTo>
                  <a:lnTo>
                    <a:pt x="3480" y="2647"/>
                  </a:lnTo>
                  <a:lnTo>
                    <a:pt x="3475" y="2686"/>
                  </a:lnTo>
                  <a:lnTo>
                    <a:pt x="3466" y="2725"/>
                  </a:lnTo>
                  <a:lnTo>
                    <a:pt x="3456" y="2762"/>
                  </a:lnTo>
                  <a:lnTo>
                    <a:pt x="3444" y="2796"/>
                  </a:lnTo>
                  <a:lnTo>
                    <a:pt x="3430" y="2828"/>
                  </a:lnTo>
                  <a:lnTo>
                    <a:pt x="3415" y="2858"/>
                  </a:lnTo>
                  <a:lnTo>
                    <a:pt x="3397" y="2886"/>
                  </a:lnTo>
                  <a:lnTo>
                    <a:pt x="3380" y="2909"/>
                  </a:lnTo>
                  <a:lnTo>
                    <a:pt x="3360" y="2930"/>
                  </a:lnTo>
                  <a:lnTo>
                    <a:pt x="3339" y="2949"/>
                  </a:lnTo>
                  <a:lnTo>
                    <a:pt x="3316" y="2963"/>
                  </a:lnTo>
                  <a:lnTo>
                    <a:pt x="3294" y="2974"/>
                  </a:lnTo>
                  <a:lnTo>
                    <a:pt x="3271" y="2980"/>
                  </a:lnTo>
                  <a:lnTo>
                    <a:pt x="3246" y="2982"/>
                  </a:lnTo>
                  <a:lnTo>
                    <a:pt x="3222" y="2980"/>
                  </a:lnTo>
                  <a:lnTo>
                    <a:pt x="3198" y="2974"/>
                  </a:lnTo>
                  <a:lnTo>
                    <a:pt x="3176" y="2963"/>
                  </a:lnTo>
                  <a:lnTo>
                    <a:pt x="3154" y="2949"/>
                  </a:lnTo>
                  <a:lnTo>
                    <a:pt x="3133" y="2930"/>
                  </a:lnTo>
                  <a:lnTo>
                    <a:pt x="3113" y="2909"/>
                  </a:lnTo>
                  <a:lnTo>
                    <a:pt x="3095" y="2886"/>
                  </a:lnTo>
                  <a:lnTo>
                    <a:pt x="3077" y="2858"/>
                  </a:lnTo>
                  <a:lnTo>
                    <a:pt x="3062" y="2828"/>
                  </a:lnTo>
                  <a:lnTo>
                    <a:pt x="3048" y="2796"/>
                  </a:lnTo>
                  <a:lnTo>
                    <a:pt x="3036" y="2762"/>
                  </a:lnTo>
                  <a:lnTo>
                    <a:pt x="3026" y="2725"/>
                  </a:lnTo>
                  <a:lnTo>
                    <a:pt x="3018" y="2686"/>
                  </a:lnTo>
                  <a:lnTo>
                    <a:pt x="3012" y="2647"/>
                  </a:lnTo>
                  <a:lnTo>
                    <a:pt x="3008" y="2604"/>
                  </a:lnTo>
                  <a:lnTo>
                    <a:pt x="3007" y="2562"/>
                  </a:lnTo>
                  <a:lnTo>
                    <a:pt x="3008" y="2520"/>
                  </a:lnTo>
                  <a:lnTo>
                    <a:pt x="3012" y="2478"/>
                  </a:lnTo>
                  <a:lnTo>
                    <a:pt x="3018" y="2438"/>
                  </a:lnTo>
                  <a:lnTo>
                    <a:pt x="3026" y="2400"/>
                  </a:lnTo>
                  <a:lnTo>
                    <a:pt x="3036" y="2363"/>
                  </a:lnTo>
                  <a:lnTo>
                    <a:pt x="3048" y="2329"/>
                  </a:lnTo>
                  <a:lnTo>
                    <a:pt x="3062" y="2296"/>
                  </a:lnTo>
                  <a:lnTo>
                    <a:pt x="3077" y="2267"/>
                  </a:lnTo>
                  <a:lnTo>
                    <a:pt x="3095" y="2240"/>
                  </a:lnTo>
                  <a:lnTo>
                    <a:pt x="3113" y="2215"/>
                  </a:lnTo>
                  <a:lnTo>
                    <a:pt x="3133" y="2194"/>
                  </a:lnTo>
                  <a:lnTo>
                    <a:pt x="3154" y="2176"/>
                  </a:lnTo>
                  <a:lnTo>
                    <a:pt x="3176" y="2162"/>
                  </a:lnTo>
                  <a:lnTo>
                    <a:pt x="3198" y="2152"/>
                  </a:lnTo>
                  <a:lnTo>
                    <a:pt x="3222" y="2146"/>
                  </a:lnTo>
                  <a:lnTo>
                    <a:pt x="3246" y="214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0690" name="Freeform 48"/>
            <p:cNvSpPr>
              <a:spLocks/>
            </p:cNvSpPr>
            <p:nvPr/>
          </p:nvSpPr>
          <p:spPr bwMode="auto">
            <a:xfrm>
              <a:off x="1267" y="1588"/>
              <a:ext cx="87" cy="52"/>
            </a:xfrm>
            <a:custGeom>
              <a:avLst/>
              <a:gdLst>
                <a:gd name="T0" fmla="*/ 3 w 437"/>
                <a:gd name="T1" fmla="*/ 2 h 260"/>
                <a:gd name="T2" fmla="*/ 3 w 437"/>
                <a:gd name="T3" fmla="*/ 2 h 260"/>
                <a:gd name="T4" fmla="*/ 3 w 437"/>
                <a:gd name="T5" fmla="*/ 2 h 260"/>
                <a:gd name="T6" fmla="*/ 3 w 437"/>
                <a:gd name="T7" fmla="*/ 2 h 260"/>
                <a:gd name="T8" fmla="*/ 3 w 437"/>
                <a:gd name="T9" fmla="*/ 1 h 260"/>
                <a:gd name="T10" fmla="*/ 3 w 437"/>
                <a:gd name="T11" fmla="*/ 1 h 260"/>
                <a:gd name="T12" fmla="*/ 3 w 437"/>
                <a:gd name="T13" fmla="*/ 1 h 260"/>
                <a:gd name="T14" fmla="*/ 3 w 437"/>
                <a:gd name="T15" fmla="*/ 1 h 260"/>
                <a:gd name="T16" fmla="*/ 3 w 437"/>
                <a:gd name="T17" fmla="*/ 1 h 260"/>
                <a:gd name="T18" fmla="*/ 2 w 437"/>
                <a:gd name="T19" fmla="*/ 1 h 260"/>
                <a:gd name="T20" fmla="*/ 2 w 437"/>
                <a:gd name="T21" fmla="*/ 0 h 260"/>
                <a:gd name="T22" fmla="*/ 2 w 437"/>
                <a:gd name="T23" fmla="*/ 0 h 260"/>
                <a:gd name="T24" fmla="*/ 2 w 437"/>
                <a:gd name="T25" fmla="*/ 0 h 260"/>
                <a:gd name="T26" fmla="*/ 1 w 437"/>
                <a:gd name="T27" fmla="*/ 0 h 260"/>
                <a:gd name="T28" fmla="*/ 1 w 437"/>
                <a:gd name="T29" fmla="*/ 0 h 260"/>
                <a:gd name="T30" fmla="*/ 1 w 437"/>
                <a:gd name="T31" fmla="*/ 0 h 260"/>
                <a:gd name="T32" fmla="*/ 0 w 437"/>
                <a:gd name="T33" fmla="*/ 0 h 260"/>
                <a:gd name="T34" fmla="*/ 0 w 437"/>
                <a:gd name="T35" fmla="*/ 0 h 260"/>
                <a:gd name="T36" fmla="*/ 0 w 437"/>
                <a:gd name="T37" fmla="*/ 0 h 260"/>
                <a:gd name="T38" fmla="*/ 0 w 437"/>
                <a:gd name="T39" fmla="*/ 0 h 260"/>
                <a:gd name="T40" fmla="*/ 1 w 437"/>
                <a:gd name="T41" fmla="*/ 0 h 260"/>
                <a:gd name="T42" fmla="*/ 1 w 437"/>
                <a:gd name="T43" fmla="*/ 0 h 260"/>
                <a:gd name="T44" fmla="*/ 1 w 437"/>
                <a:gd name="T45" fmla="*/ 0 h 260"/>
                <a:gd name="T46" fmla="*/ 2 w 437"/>
                <a:gd name="T47" fmla="*/ 0 h 260"/>
                <a:gd name="T48" fmla="*/ 2 w 437"/>
                <a:gd name="T49" fmla="*/ 0 h 260"/>
                <a:gd name="T50" fmla="*/ 2 w 437"/>
                <a:gd name="T51" fmla="*/ 1 h 260"/>
                <a:gd name="T52" fmla="*/ 2 w 437"/>
                <a:gd name="T53" fmla="*/ 1 h 260"/>
                <a:gd name="T54" fmla="*/ 3 w 437"/>
                <a:gd name="T55" fmla="*/ 1 h 260"/>
                <a:gd name="T56" fmla="*/ 3 w 437"/>
                <a:gd name="T57" fmla="*/ 1 h 260"/>
                <a:gd name="T58" fmla="*/ 3 w 437"/>
                <a:gd name="T59" fmla="*/ 1 h 260"/>
                <a:gd name="T60" fmla="*/ 3 w 437"/>
                <a:gd name="T61" fmla="*/ 1 h 260"/>
                <a:gd name="T62" fmla="*/ 3 w 437"/>
                <a:gd name="T63" fmla="*/ 1 h 260"/>
                <a:gd name="T64" fmla="*/ 3 w 437"/>
                <a:gd name="T65" fmla="*/ 2 h 260"/>
                <a:gd name="T66" fmla="*/ 3 w 437"/>
                <a:gd name="T67" fmla="*/ 2 h 260"/>
                <a:gd name="T68" fmla="*/ 3 w 437"/>
                <a:gd name="T69" fmla="*/ 2 h 260"/>
                <a:gd name="T70" fmla="*/ 3 w 437"/>
                <a:gd name="T71" fmla="*/ 2 h 260"/>
                <a:gd name="T72" fmla="*/ 3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437" y="260"/>
                  </a:moveTo>
                  <a:lnTo>
                    <a:pt x="437" y="260"/>
                  </a:lnTo>
                  <a:lnTo>
                    <a:pt x="434" y="233"/>
                  </a:lnTo>
                  <a:lnTo>
                    <a:pt x="427" y="206"/>
                  </a:lnTo>
                  <a:lnTo>
                    <a:pt x="417" y="181"/>
                  </a:lnTo>
                  <a:lnTo>
                    <a:pt x="401" y="157"/>
                  </a:lnTo>
                  <a:lnTo>
                    <a:pt x="383" y="133"/>
                  </a:lnTo>
                  <a:lnTo>
                    <a:pt x="360" y="113"/>
                  </a:lnTo>
                  <a:lnTo>
                    <a:pt x="336" y="93"/>
                  </a:lnTo>
                  <a:lnTo>
                    <a:pt x="308" y="73"/>
                  </a:lnTo>
                  <a:lnTo>
                    <a:pt x="276" y="58"/>
                  </a:lnTo>
                  <a:lnTo>
                    <a:pt x="242" y="43"/>
                  </a:lnTo>
                  <a:lnTo>
                    <a:pt x="207" y="30"/>
                  </a:lnTo>
                  <a:lnTo>
                    <a:pt x="168" y="19"/>
                  </a:lnTo>
                  <a:lnTo>
                    <a:pt x="128" y="11"/>
                  </a:lnTo>
                  <a:lnTo>
                    <a:pt x="87" y="4"/>
                  </a:lnTo>
                  <a:lnTo>
                    <a:pt x="43" y="1"/>
                  </a:lnTo>
                  <a:lnTo>
                    <a:pt x="0" y="0"/>
                  </a:lnTo>
                  <a:lnTo>
                    <a:pt x="0" y="11"/>
                  </a:lnTo>
                  <a:lnTo>
                    <a:pt x="43" y="12"/>
                  </a:lnTo>
                  <a:lnTo>
                    <a:pt x="85" y="16"/>
                  </a:lnTo>
                  <a:lnTo>
                    <a:pt x="126" y="23"/>
                  </a:lnTo>
                  <a:lnTo>
                    <a:pt x="166" y="31"/>
                  </a:lnTo>
                  <a:lnTo>
                    <a:pt x="202" y="42"/>
                  </a:lnTo>
                  <a:lnTo>
                    <a:pt x="237" y="55"/>
                  </a:lnTo>
                  <a:lnTo>
                    <a:pt x="271" y="70"/>
                  </a:lnTo>
                  <a:lnTo>
                    <a:pt x="301" y="85"/>
                  </a:lnTo>
                  <a:lnTo>
                    <a:pt x="329" y="103"/>
                  </a:lnTo>
                  <a:lnTo>
                    <a:pt x="353" y="123"/>
                  </a:lnTo>
                  <a:lnTo>
                    <a:pt x="373" y="143"/>
                  </a:lnTo>
                  <a:lnTo>
                    <a:pt x="392" y="164"/>
                  </a:lnTo>
                  <a:lnTo>
                    <a:pt x="405" y="186"/>
                  </a:lnTo>
                  <a:lnTo>
                    <a:pt x="415" y="211"/>
                  </a:lnTo>
                  <a:lnTo>
                    <a:pt x="422" y="235"/>
                  </a:lnTo>
                  <a:lnTo>
                    <a:pt x="425" y="260"/>
                  </a:lnTo>
                  <a:lnTo>
                    <a:pt x="437"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0691" name="Freeform 49"/>
            <p:cNvSpPr>
              <a:spLocks/>
            </p:cNvSpPr>
            <p:nvPr/>
          </p:nvSpPr>
          <p:spPr bwMode="auto">
            <a:xfrm>
              <a:off x="1267" y="1640"/>
              <a:ext cx="87" cy="52"/>
            </a:xfrm>
            <a:custGeom>
              <a:avLst/>
              <a:gdLst>
                <a:gd name="T0" fmla="*/ 0 w 437"/>
                <a:gd name="T1" fmla="*/ 2 h 260"/>
                <a:gd name="T2" fmla="*/ 0 w 437"/>
                <a:gd name="T3" fmla="*/ 2 h 260"/>
                <a:gd name="T4" fmla="*/ 0 w 437"/>
                <a:gd name="T5" fmla="*/ 2 h 260"/>
                <a:gd name="T6" fmla="*/ 1 w 437"/>
                <a:gd name="T7" fmla="*/ 2 h 260"/>
                <a:gd name="T8" fmla="*/ 1 w 437"/>
                <a:gd name="T9" fmla="*/ 2 h 260"/>
                <a:gd name="T10" fmla="*/ 1 w 437"/>
                <a:gd name="T11" fmla="*/ 2 h 260"/>
                <a:gd name="T12" fmla="*/ 2 w 437"/>
                <a:gd name="T13" fmla="*/ 2 h 260"/>
                <a:gd name="T14" fmla="*/ 2 w 437"/>
                <a:gd name="T15" fmla="*/ 2 h 260"/>
                <a:gd name="T16" fmla="*/ 2 w 437"/>
                <a:gd name="T17" fmla="*/ 2 h 260"/>
                <a:gd name="T18" fmla="*/ 2 w 437"/>
                <a:gd name="T19" fmla="*/ 1 h 260"/>
                <a:gd name="T20" fmla="*/ 3 w 437"/>
                <a:gd name="T21" fmla="*/ 1 h 260"/>
                <a:gd name="T22" fmla="*/ 3 w 437"/>
                <a:gd name="T23" fmla="*/ 1 h 260"/>
                <a:gd name="T24" fmla="*/ 3 w 437"/>
                <a:gd name="T25" fmla="*/ 1 h 260"/>
                <a:gd name="T26" fmla="*/ 3 w 437"/>
                <a:gd name="T27" fmla="*/ 1 h 260"/>
                <a:gd name="T28" fmla="*/ 3 w 437"/>
                <a:gd name="T29" fmla="*/ 1 h 260"/>
                <a:gd name="T30" fmla="*/ 3 w 437"/>
                <a:gd name="T31" fmla="*/ 0 h 260"/>
                <a:gd name="T32" fmla="*/ 3 w 437"/>
                <a:gd name="T33" fmla="*/ 0 h 260"/>
                <a:gd name="T34" fmla="*/ 3 w 437"/>
                <a:gd name="T35" fmla="*/ 0 h 260"/>
                <a:gd name="T36" fmla="*/ 3 w 437"/>
                <a:gd name="T37" fmla="*/ 0 h 260"/>
                <a:gd name="T38" fmla="*/ 3 w 437"/>
                <a:gd name="T39" fmla="*/ 0 h 260"/>
                <a:gd name="T40" fmla="*/ 3 w 437"/>
                <a:gd name="T41" fmla="*/ 0 h 260"/>
                <a:gd name="T42" fmla="*/ 3 w 437"/>
                <a:gd name="T43" fmla="*/ 1 h 260"/>
                <a:gd name="T44" fmla="*/ 3 w 437"/>
                <a:gd name="T45" fmla="*/ 1 h 260"/>
                <a:gd name="T46" fmla="*/ 3 w 437"/>
                <a:gd name="T47" fmla="*/ 1 h 260"/>
                <a:gd name="T48" fmla="*/ 3 w 437"/>
                <a:gd name="T49" fmla="*/ 1 h 260"/>
                <a:gd name="T50" fmla="*/ 3 w 437"/>
                <a:gd name="T51" fmla="*/ 1 h 260"/>
                <a:gd name="T52" fmla="*/ 2 w 437"/>
                <a:gd name="T53" fmla="*/ 1 h 260"/>
                <a:gd name="T54" fmla="*/ 2 w 437"/>
                <a:gd name="T55" fmla="*/ 2 h 260"/>
                <a:gd name="T56" fmla="*/ 2 w 437"/>
                <a:gd name="T57" fmla="*/ 2 h 260"/>
                <a:gd name="T58" fmla="*/ 2 w 437"/>
                <a:gd name="T59" fmla="*/ 2 h 260"/>
                <a:gd name="T60" fmla="*/ 1 w 437"/>
                <a:gd name="T61" fmla="*/ 2 h 260"/>
                <a:gd name="T62" fmla="*/ 1 w 437"/>
                <a:gd name="T63" fmla="*/ 2 h 260"/>
                <a:gd name="T64" fmla="*/ 1 w 437"/>
                <a:gd name="T65" fmla="*/ 2 h 260"/>
                <a:gd name="T66" fmla="*/ 0 w 437"/>
                <a:gd name="T67" fmla="*/ 2 h 260"/>
                <a:gd name="T68" fmla="*/ 0 w 437"/>
                <a:gd name="T69" fmla="*/ 2 h 260"/>
                <a:gd name="T70" fmla="*/ 0 w 437"/>
                <a:gd name="T71" fmla="*/ 2 h 260"/>
                <a:gd name="T72" fmla="*/ 0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0" y="260"/>
                  </a:moveTo>
                  <a:lnTo>
                    <a:pt x="0" y="260"/>
                  </a:lnTo>
                  <a:lnTo>
                    <a:pt x="43" y="259"/>
                  </a:lnTo>
                  <a:lnTo>
                    <a:pt x="87" y="255"/>
                  </a:lnTo>
                  <a:lnTo>
                    <a:pt x="128" y="248"/>
                  </a:lnTo>
                  <a:lnTo>
                    <a:pt x="168" y="240"/>
                  </a:lnTo>
                  <a:lnTo>
                    <a:pt x="207" y="230"/>
                  </a:lnTo>
                  <a:lnTo>
                    <a:pt x="242" y="217"/>
                  </a:lnTo>
                  <a:lnTo>
                    <a:pt x="276" y="202"/>
                  </a:lnTo>
                  <a:lnTo>
                    <a:pt x="308" y="185"/>
                  </a:lnTo>
                  <a:lnTo>
                    <a:pt x="336" y="166"/>
                  </a:lnTo>
                  <a:lnTo>
                    <a:pt x="360" y="146"/>
                  </a:lnTo>
                  <a:lnTo>
                    <a:pt x="383" y="125"/>
                  </a:lnTo>
                  <a:lnTo>
                    <a:pt x="401" y="102"/>
                  </a:lnTo>
                  <a:lnTo>
                    <a:pt x="417" y="77"/>
                  </a:lnTo>
                  <a:lnTo>
                    <a:pt x="427" y="53"/>
                  </a:lnTo>
                  <a:lnTo>
                    <a:pt x="434" y="27"/>
                  </a:lnTo>
                  <a:lnTo>
                    <a:pt x="437" y="0"/>
                  </a:lnTo>
                  <a:lnTo>
                    <a:pt x="425" y="0"/>
                  </a:lnTo>
                  <a:lnTo>
                    <a:pt x="422" y="24"/>
                  </a:lnTo>
                  <a:lnTo>
                    <a:pt x="415" y="48"/>
                  </a:lnTo>
                  <a:lnTo>
                    <a:pt x="405" y="73"/>
                  </a:lnTo>
                  <a:lnTo>
                    <a:pt x="392" y="95"/>
                  </a:lnTo>
                  <a:lnTo>
                    <a:pt x="373" y="116"/>
                  </a:lnTo>
                  <a:lnTo>
                    <a:pt x="353" y="137"/>
                  </a:lnTo>
                  <a:lnTo>
                    <a:pt x="329" y="157"/>
                  </a:lnTo>
                  <a:lnTo>
                    <a:pt x="301" y="173"/>
                  </a:lnTo>
                  <a:lnTo>
                    <a:pt x="271" y="190"/>
                  </a:lnTo>
                  <a:lnTo>
                    <a:pt x="237" y="205"/>
                  </a:lnTo>
                  <a:lnTo>
                    <a:pt x="202" y="218"/>
                  </a:lnTo>
                  <a:lnTo>
                    <a:pt x="166" y="228"/>
                  </a:lnTo>
                  <a:lnTo>
                    <a:pt x="126" y="237"/>
                  </a:lnTo>
                  <a:lnTo>
                    <a:pt x="85" y="244"/>
                  </a:lnTo>
                  <a:lnTo>
                    <a:pt x="43" y="247"/>
                  </a:lnTo>
                  <a:lnTo>
                    <a:pt x="0" y="248"/>
                  </a:lnTo>
                  <a:lnTo>
                    <a:pt x="0"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0692" name="Freeform 50"/>
            <p:cNvSpPr>
              <a:spLocks/>
            </p:cNvSpPr>
            <p:nvPr/>
          </p:nvSpPr>
          <p:spPr bwMode="auto">
            <a:xfrm>
              <a:off x="1179" y="1640"/>
              <a:ext cx="88" cy="52"/>
            </a:xfrm>
            <a:custGeom>
              <a:avLst/>
              <a:gdLst>
                <a:gd name="T0" fmla="*/ 0 w 439"/>
                <a:gd name="T1" fmla="*/ 0 h 260"/>
                <a:gd name="T2" fmla="*/ 0 w 439"/>
                <a:gd name="T3" fmla="*/ 0 h 260"/>
                <a:gd name="T4" fmla="*/ 0 w 439"/>
                <a:gd name="T5" fmla="*/ 0 h 260"/>
                <a:gd name="T6" fmla="*/ 0 w 439"/>
                <a:gd name="T7" fmla="*/ 0 h 260"/>
                <a:gd name="T8" fmla="*/ 0 w 439"/>
                <a:gd name="T9" fmla="*/ 1 h 260"/>
                <a:gd name="T10" fmla="*/ 0 w 439"/>
                <a:gd name="T11" fmla="*/ 1 h 260"/>
                <a:gd name="T12" fmla="*/ 0 w 439"/>
                <a:gd name="T13" fmla="*/ 1 h 260"/>
                <a:gd name="T14" fmla="*/ 1 w 439"/>
                <a:gd name="T15" fmla="*/ 1 h 260"/>
                <a:gd name="T16" fmla="*/ 1 w 439"/>
                <a:gd name="T17" fmla="*/ 1 h 260"/>
                <a:gd name="T18" fmla="*/ 1 w 439"/>
                <a:gd name="T19" fmla="*/ 1 h 260"/>
                <a:gd name="T20" fmla="*/ 1 w 439"/>
                <a:gd name="T21" fmla="*/ 2 h 260"/>
                <a:gd name="T22" fmla="*/ 2 w 439"/>
                <a:gd name="T23" fmla="*/ 2 h 260"/>
                <a:gd name="T24" fmla="*/ 2 w 439"/>
                <a:gd name="T25" fmla="*/ 2 h 260"/>
                <a:gd name="T26" fmla="*/ 2 w 439"/>
                <a:gd name="T27" fmla="*/ 2 h 260"/>
                <a:gd name="T28" fmla="*/ 2 w 439"/>
                <a:gd name="T29" fmla="*/ 2 h 260"/>
                <a:gd name="T30" fmla="*/ 3 w 439"/>
                <a:gd name="T31" fmla="*/ 2 h 260"/>
                <a:gd name="T32" fmla="*/ 3 w 439"/>
                <a:gd name="T33" fmla="*/ 2 h 260"/>
                <a:gd name="T34" fmla="*/ 4 w 439"/>
                <a:gd name="T35" fmla="*/ 2 h 260"/>
                <a:gd name="T36" fmla="*/ 4 w 439"/>
                <a:gd name="T37" fmla="*/ 2 h 260"/>
                <a:gd name="T38" fmla="*/ 3 w 439"/>
                <a:gd name="T39" fmla="*/ 2 h 260"/>
                <a:gd name="T40" fmla="*/ 3 w 439"/>
                <a:gd name="T41" fmla="*/ 2 h 260"/>
                <a:gd name="T42" fmla="*/ 3 w 439"/>
                <a:gd name="T43" fmla="*/ 2 h 260"/>
                <a:gd name="T44" fmla="*/ 2 w 439"/>
                <a:gd name="T45" fmla="*/ 2 h 260"/>
                <a:gd name="T46" fmla="*/ 2 w 439"/>
                <a:gd name="T47" fmla="*/ 2 h 260"/>
                <a:gd name="T48" fmla="*/ 2 w 439"/>
                <a:gd name="T49" fmla="*/ 2 h 260"/>
                <a:gd name="T50" fmla="*/ 1 w 439"/>
                <a:gd name="T51" fmla="*/ 2 h 260"/>
                <a:gd name="T52" fmla="*/ 1 w 439"/>
                <a:gd name="T53" fmla="*/ 1 h 260"/>
                <a:gd name="T54" fmla="*/ 1 w 439"/>
                <a:gd name="T55" fmla="*/ 1 h 260"/>
                <a:gd name="T56" fmla="*/ 1 w 439"/>
                <a:gd name="T57" fmla="*/ 1 h 260"/>
                <a:gd name="T58" fmla="*/ 1 w 439"/>
                <a:gd name="T59" fmla="*/ 1 h 260"/>
                <a:gd name="T60" fmla="*/ 0 w 439"/>
                <a:gd name="T61" fmla="*/ 1 h 260"/>
                <a:gd name="T62" fmla="*/ 0 w 439"/>
                <a:gd name="T63" fmla="*/ 1 h 260"/>
                <a:gd name="T64" fmla="*/ 0 w 439"/>
                <a:gd name="T65" fmla="*/ 0 h 260"/>
                <a:gd name="T66" fmla="*/ 0 w 439"/>
                <a:gd name="T67" fmla="*/ 0 h 260"/>
                <a:gd name="T68" fmla="*/ 0 w 439"/>
                <a:gd name="T69" fmla="*/ 0 h 260"/>
                <a:gd name="T70" fmla="*/ 0 w 439"/>
                <a:gd name="T71" fmla="*/ 0 h 260"/>
                <a:gd name="T72" fmla="*/ 0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0" y="0"/>
                  </a:moveTo>
                  <a:lnTo>
                    <a:pt x="0" y="0"/>
                  </a:lnTo>
                  <a:lnTo>
                    <a:pt x="3" y="27"/>
                  </a:lnTo>
                  <a:lnTo>
                    <a:pt x="10" y="53"/>
                  </a:lnTo>
                  <a:lnTo>
                    <a:pt x="20" y="77"/>
                  </a:lnTo>
                  <a:lnTo>
                    <a:pt x="35" y="102"/>
                  </a:lnTo>
                  <a:lnTo>
                    <a:pt x="54" y="125"/>
                  </a:lnTo>
                  <a:lnTo>
                    <a:pt x="76" y="146"/>
                  </a:lnTo>
                  <a:lnTo>
                    <a:pt x="102" y="166"/>
                  </a:lnTo>
                  <a:lnTo>
                    <a:pt x="130" y="185"/>
                  </a:lnTo>
                  <a:lnTo>
                    <a:pt x="162" y="202"/>
                  </a:lnTo>
                  <a:lnTo>
                    <a:pt x="195" y="217"/>
                  </a:lnTo>
                  <a:lnTo>
                    <a:pt x="231" y="230"/>
                  </a:lnTo>
                  <a:lnTo>
                    <a:pt x="270" y="240"/>
                  </a:lnTo>
                  <a:lnTo>
                    <a:pt x="310" y="248"/>
                  </a:lnTo>
                  <a:lnTo>
                    <a:pt x="351" y="255"/>
                  </a:lnTo>
                  <a:lnTo>
                    <a:pt x="395" y="259"/>
                  </a:lnTo>
                  <a:lnTo>
                    <a:pt x="439" y="260"/>
                  </a:lnTo>
                  <a:lnTo>
                    <a:pt x="439" y="248"/>
                  </a:lnTo>
                  <a:lnTo>
                    <a:pt x="395" y="247"/>
                  </a:lnTo>
                  <a:lnTo>
                    <a:pt x="353" y="244"/>
                  </a:lnTo>
                  <a:lnTo>
                    <a:pt x="312" y="237"/>
                  </a:lnTo>
                  <a:lnTo>
                    <a:pt x="272" y="228"/>
                  </a:lnTo>
                  <a:lnTo>
                    <a:pt x="236" y="218"/>
                  </a:lnTo>
                  <a:lnTo>
                    <a:pt x="200" y="205"/>
                  </a:lnTo>
                  <a:lnTo>
                    <a:pt x="167" y="190"/>
                  </a:lnTo>
                  <a:lnTo>
                    <a:pt x="137" y="173"/>
                  </a:lnTo>
                  <a:lnTo>
                    <a:pt x="109" y="157"/>
                  </a:lnTo>
                  <a:lnTo>
                    <a:pt x="84" y="137"/>
                  </a:lnTo>
                  <a:lnTo>
                    <a:pt x="64" y="116"/>
                  </a:lnTo>
                  <a:lnTo>
                    <a:pt x="45" y="95"/>
                  </a:lnTo>
                  <a:lnTo>
                    <a:pt x="32" y="73"/>
                  </a:lnTo>
                  <a:lnTo>
                    <a:pt x="21" y="48"/>
                  </a:lnTo>
                  <a:lnTo>
                    <a:pt x="14" y="24"/>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0693" name="Freeform 51"/>
            <p:cNvSpPr>
              <a:spLocks/>
            </p:cNvSpPr>
            <p:nvPr/>
          </p:nvSpPr>
          <p:spPr bwMode="auto">
            <a:xfrm>
              <a:off x="1179" y="1588"/>
              <a:ext cx="88" cy="52"/>
            </a:xfrm>
            <a:custGeom>
              <a:avLst/>
              <a:gdLst>
                <a:gd name="T0" fmla="*/ 4 w 439"/>
                <a:gd name="T1" fmla="*/ 0 h 260"/>
                <a:gd name="T2" fmla="*/ 4 w 439"/>
                <a:gd name="T3" fmla="*/ 0 h 260"/>
                <a:gd name="T4" fmla="*/ 3 w 439"/>
                <a:gd name="T5" fmla="*/ 0 h 260"/>
                <a:gd name="T6" fmla="*/ 3 w 439"/>
                <a:gd name="T7" fmla="*/ 0 h 260"/>
                <a:gd name="T8" fmla="*/ 2 w 439"/>
                <a:gd name="T9" fmla="*/ 0 h 260"/>
                <a:gd name="T10" fmla="*/ 2 w 439"/>
                <a:gd name="T11" fmla="*/ 0 h 260"/>
                <a:gd name="T12" fmla="*/ 2 w 439"/>
                <a:gd name="T13" fmla="*/ 0 h 260"/>
                <a:gd name="T14" fmla="*/ 2 w 439"/>
                <a:gd name="T15" fmla="*/ 0 h 260"/>
                <a:gd name="T16" fmla="*/ 1 w 439"/>
                <a:gd name="T17" fmla="*/ 0 h 260"/>
                <a:gd name="T18" fmla="*/ 1 w 439"/>
                <a:gd name="T19" fmla="*/ 1 h 260"/>
                <a:gd name="T20" fmla="*/ 1 w 439"/>
                <a:gd name="T21" fmla="*/ 1 h 260"/>
                <a:gd name="T22" fmla="*/ 1 w 439"/>
                <a:gd name="T23" fmla="*/ 1 h 260"/>
                <a:gd name="T24" fmla="*/ 0 w 439"/>
                <a:gd name="T25" fmla="*/ 1 h 260"/>
                <a:gd name="T26" fmla="*/ 0 w 439"/>
                <a:gd name="T27" fmla="*/ 1 h 260"/>
                <a:gd name="T28" fmla="*/ 0 w 439"/>
                <a:gd name="T29" fmla="*/ 1 h 260"/>
                <a:gd name="T30" fmla="*/ 0 w 439"/>
                <a:gd name="T31" fmla="*/ 2 h 260"/>
                <a:gd name="T32" fmla="*/ 0 w 439"/>
                <a:gd name="T33" fmla="*/ 2 h 260"/>
                <a:gd name="T34" fmla="*/ 0 w 439"/>
                <a:gd name="T35" fmla="*/ 2 h 260"/>
                <a:gd name="T36" fmla="*/ 0 w 439"/>
                <a:gd name="T37" fmla="*/ 2 h 260"/>
                <a:gd name="T38" fmla="*/ 0 w 439"/>
                <a:gd name="T39" fmla="*/ 2 h 260"/>
                <a:gd name="T40" fmla="*/ 0 w 439"/>
                <a:gd name="T41" fmla="*/ 2 h 260"/>
                <a:gd name="T42" fmla="*/ 0 w 439"/>
                <a:gd name="T43" fmla="*/ 1 h 260"/>
                <a:gd name="T44" fmla="*/ 0 w 439"/>
                <a:gd name="T45" fmla="*/ 1 h 260"/>
                <a:gd name="T46" fmla="*/ 1 w 439"/>
                <a:gd name="T47" fmla="*/ 1 h 260"/>
                <a:gd name="T48" fmla="*/ 1 w 439"/>
                <a:gd name="T49" fmla="*/ 1 h 260"/>
                <a:gd name="T50" fmla="*/ 1 w 439"/>
                <a:gd name="T51" fmla="*/ 1 h 260"/>
                <a:gd name="T52" fmla="*/ 1 w 439"/>
                <a:gd name="T53" fmla="*/ 1 h 260"/>
                <a:gd name="T54" fmla="*/ 1 w 439"/>
                <a:gd name="T55" fmla="*/ 1 h 260"/>
                <a:gd name="T56" fmla="*/ 2 w 439"/>
                <a:gd name="T57" fmla="*/ 0 h 260"/>
                <a:gd name="T58" fmla="*/ 2 w 439"/>
                <a:gd name="T59" fmla="*/ 0 h 260"/>
                <a:gd name="T60" fmla="*/ 2 w 439"/>
                <a:gd name="T61" fmla="*/ 0 h 260"/>
                <a:gd name="T62" fmla="*/ 3 w 439"/>
                <a:gd name="T63" fmla="*/ 0 h 260"/>
                <a:gd name="T64" fmla="*/ 3 w 439"/>
                <a:gd name="T65" fmla="*/ 0 h 260"/>
                <a:gd name="T66" fmla="*/ 3 w 439"/>
                <a:gd name="T67" fmla="*/ 0 h 260"/>
                <a:gd name="T68" fmla="*/ 4 w 439"/>
                <a:gd name="T69" fmla="*/ 0 h 260"/>
                <a:gd name="T70" fmla="*/ 4 w 439"/>
                <a:gd name="T71" fmla="*/ 0 h 260"/>
                <a:gd name="T72" fmla="*/ 4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439" y="0"/>
                  </a:moveTo>
                  <a:lnTo>
                    <a:pt x="439" y="0"/>
                  </a:lnTo>
                  <a:lnTo>
                    <a:pt x="395" y="1"/>
                  </a:lnTo>
                  <a:lnTo>
                    <a:pt x="351" y="4"/>
                  </a:lnTo>
                  <a:lnTo>
                    <a:pt x="310" y="11"/>
                  </a:lnTo>
                  <a:lnTo>
                    <a:pt x="270" y="19"/>
                  </a:lnTo>
                  <a:lnTo>
                    <a:pt x="231" y="30"/>
                  </a:lnTo>
                  <a:lnTo>
                    <a:pt x="195" y="43"/>
                  </a:lnTo>
                  <a:lnTo>
                    <a:pt x="162" y="58"/>
                  </a:lnTo>
                  <a:lnTo>
                    <a:pt x="130" y="73"/>
                  </a:lnTo>
                  <a:lnTo>
                    <a:pt x="102" y="93"/>
                  </a:lnTo>
                  <a:lnTo>
                    <a:pt x="76" y="113"/>
                  </a:lnTo>
                  <a:lnTo>
                    <a:pt x="54" y="133"/>
                  </a:lnTo>
                  <a:lnTo>
                    <a:pt x="35" y="157"/>
                  </a:lnTo>
                  <a:lnTo>
                    <a:pt x="20" y="181"/>
                  </a:lnTo>
                  <a:lnTo>
                    <a:pt x="10" y="206"/>
                  </a:lnTo>
                  <a:lnTo>
                    <a:pt x="3" y="233"/>
                  </a:lnTo>
                  <a:lnTo>
                    <a:pt x="0" y="260"/>
                  </a:lnTo>
                  <a:lnTo>
                    <a:pt x="12" y="260"/>
                  </a:lnTo>
                  <a:lnTo>
                    <a:pt x="14" y="235"/>
                  </a:lnTo>
                  <a:lnTo>
                    <a:pt x="21" y="211"/>
                  </a:lnTo>
                  <a:lnTo>
                    <a:pt x="32" y="186"/>
                  </a:lnTo>
                  <a:lnTo>
                    <a:pt x="45" y="164"/>
                  </a:lnTo>
                  <a:lnTo>
                    <a:pt x="64" y="143"/>
                  </a:lnTo>
                  <a:lnTo>
                    <a:pt x="84" y="123"/>
                  </a:lnTo>
                  <a:lnTo>
                    <a:pt x="109" y="103"/>
                  </a:lnTo>
                  <a:lnTo>
                    <a:pt x="137" y="85"/>
                  </a:lnTo>
                  <a:lnTo>
                    <a:pt x="167" y="70"/>
                  </a:lnTo>
                  <a:lnTo>
                    <a:pt x="200" y="55"/>
                  </a:lnTo>
                  <a:lnTo>
                    <a:pt x="236" y="42"/>
                  </a:lnTo>
                  <a:lnTo>
                    <a:pt x="272" y="31"/>
                  </a:lnTo>
                  <a:lnTo>
                    <a:pt x="312" y="23"/>
                  </a:lnTo>
                  <a:lnTo>
                    <a:pt x="353" y="16"/>
                  </a:lnTo>
                  <a:lnTo>
                    <a:pt x="395" y="12"/>
                  </a:lnTo>
                  <a:lnTo>
                    <a:pt x="439" y="11"/>
                  </a:lnTo>
                  <a:lnTo>
                    <a:pt x="439"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0694" name="Freeform 52"/>
            <p:cNvSpPr>
              <a:spLocks/>
            </p:cNvSpPr>
            <p:nvPr/>
          </p:nvSpPr>
          <p:spPr bwMode="auto">
            <a:xfrm>
              <a:off x="964" y="1745"/>
              <a:ext cx="48" cy="85"/>
            </a:xfrm>
            <a:custGeom>
              <a:avLst/>
              <a:gdLst>
                <a:gd name="T0" fmla="*/ 2 w 244"/>
                <a:gd name="T1" fmla="*/ 3 h 426"/>
                <a:gd name="T2" fmla="*/ 2 w 244"/>
                <a:gd name="T3" fmla="*/ 3 h 426"/>
                <a:gd name="T4" fmla="*/ 2 w 244"/>
                <a:gd name="T5" fmla="*/ 3 h 426"/>
                <a:gd name="T6" fmla="*/ 2 w 244"/>
                <a:gd name="T7" fmla="*/ 3 h 426"/>
                <a:gd name="T8" fmla="*/ 2 w 244"/>
                <a:gd name="T9" fmla="*/ 2 h 426"/>
                <a:gd name="T10" fmla="*/ 2 w 244"/>
                <a:gd name="T11" fmla="*/ 2 h 426"/>
                <a:gd name="T12" fmla="*/ 2 w 244"/>
                <a:gd name="T13" fmla="*/ 2 h 426"/>
                <a:gd name="T14" fmla="*/ 2 w 244"/>
                <a:gd name="T15" fmla="*/ 2 h 426"/>
                <a:gd name="T16" fmla="*/ 1 w 244"/>
                <a:gd name="T17" fmla="*/ 1 h 426"/>
                <a:gd name="T18" fmla="*/ 1 w 244"/>
                <a:gd name="T19" fmla="*/ 1 h 426"/>
                <a:gd name="T20" fmla="*/ 1 w 244"/>
                <a:gd name="T21" fmla="*/ 1 h 426"/>
                <a:gd name="T22" fmla="*/ 1 w 244"/>
                <a:gd name="T23" fmla="*/ 1 h 426"/>
                <a:gd name="T24" fmla="*/ 1 w 244"/>
                <a:gd name="T25" fmla="*/ 0 h 426"/>
                <a:gd name="T26" fmla="*/ 1 w 244"/>
                <a:gd name="T27" fmla="*/ 0 h 426"/>
                <a:gd name="T28" fmla="*/ 1 w 244"/>
                <a:gd name="T29" fmla="*/ 0 h 426"/>
                <a:gd name="T30" fmla="*/ 0 w 244"/>
                <a:gd name="T31" fmla="*/ 0 h 426"/>
                <a:gd name="T32" fmla="*/ 0 w 244"/>
                <a:gd name="T33" fmla="*/ 0 h 426"/>
                <a:gd name="T34" fmla="*/ 0 w 244"/>
                <a:gd name="T35" fmla="*/ 0 h 426"/>
                <a:gd name="T36" fmla="*/ 0 w 244"/>
                <a:gd name="T37" fmla="*/ 0 h 426"/>
                <a:gd name="T38" fmla="*/ 0 w 244"/>
                <a:gd name="T39" fmla="*/ 0 h 426"/>
                <a:gd name="T40" fmla="*/ 0 w 244"/>
                <a:gd name="T41" fmla="*/ 0 h 426"/>
                <a:gd name="T42" fmla="*/ 1 w 244"/>
                <a:gd name="T43" fmla="*/ 0 h 426"/>
                <a:gd name="T44" fmla="*/ 1 w 244"/>
                <a:gd name="T45" fmla="*/ 0 h 426"/>
                <a:gd name="T46" fmla="*/ 1 w 244"/>
                <a:gd name="T47" fmla="*/ 0 h 426"/>
                <a:gd name="T48" fmla="*/ 1 w 244"/>
                <a:gd name="T49" fmla="*/ 1 h 426"/>
                <a:gd name="T50" fmla="*/ 1 w 244"/>
                <a:gd name="T51" fmla="*/ 1 h 426"/>
                <a:gd name="T52" fmla="*/ 1 w 244"/>
                <a:gd name="T53" fmla="*/ 1 h 426"/>
                <a:gd name="T54" fmla="*/ 1 w 244"/>
                <a:gd name="T55" fmla="*/ 1 h 426"/>
                <a:gd name="T56" fmla="*/ 1 w 244"/>
                <a:gd name="T57" fmla="*/ 2 h 426"/>
                <a:gd name="T58" fmla="*/ 2 w 244"/>
                <a:gd name="T59" fmla="*/ 2 h 426"/>
                <a:gd name="T60" fmla="*/ 2 w 244"/>
                <a:gd name="T61" fmla="*/ 2 h 426"/>
                <a:gd name="T62" fmla="*/ 2 w 244"/>
                <a:gd name="T63" fmla="*/ 2 h 426"/>
                <a:gd name="T64" fmla="*/ 2 w 244"/>
                <a:gd name="T65" fmla="*/ 3 h 426"/>
                <a:gd name="T66" fmla="*/ 2 w 244"/>
                <a:gd name="T67" fmla="*/ 3 h 426"/>
                <a:gd name="T68" fmla="*/ 2 w 244"/>
                <a:gd name="T69" fmla="*/ 3 h 426"/>
                <a:gd name="T70" fmla="*/ 2 w 244"/>
                <a:gd name="T71" fmla="*/ 3 h 426"/>
                <a:gd name="T72" fmla="*/ 2 w 244"/>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6"/>
                <a:gd name="T113" fmla="*/ 244 w 244"/>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6">
                  <a:moveTo>
                    <a:pt x="244" y="426"/>
                  </a:moveTo>
                  <a:lnTo>
                    <a:pt x="244" y="426"/>
                  </a:lnTo>
                  <a:lnTo>
                    <a:pt x="243" y="383"/>
                  </a:lnTo>
                  <a:lnTo>
                    <a:pt x="240" y="340"/>
                  </a:lnTo>
                  <a:lnTo>
                    <a:pt x="234" y="300"/>
                  </a:lnTo>
                  <a:lnTo>
                    <a:pt x="226" y="262"/>
                  </a:lnTo>
                  <a:lnTo>
                    <a:pt x="215" y="224"/>
                  </a:lnTo>
                  <a:lnTo>
                    <a:pt x="203" y="189"/>
                  </a:lnTo>
                  <a:lnTo>
                    <a:pt x="189" y="157"/>
                  </a:lnTo>
                  <a:lnTo>
                    <a:pt x="174" y="126"/>
                  </a:lnTo>
                  <a:lnTo>
                    <a:pt x="155" y="99"/>
                  </a:lnTo>
                  <a:lnTo>
                    <a:pt x="138" y="74"/>
                  </a:lnTo>
                  <a:lnTo>
                    <a:pt x="118" y="52"/>
                  </a:lnTo>
                  <a:lnTo>
                    <a:pt x="96" y="34"/>
                  </a:lnTo>
                  <a:lnTo>
                    <a:pt x="73" y="19"/>
                  </a:lnTo>
                  <a:lnTo>
                    <a:pt x="50" y="8"/>
                  </a:lnTo>
                  <a:lnTo>
                    <a:pt x="25" y="2"/>
                  </a:lnTo>
                  <a:lnTo>
                    <a:pt x="0" y="0"/>
                  </a:lnTo>
                  <a:lnTo>
                    <a:pt x="0" y="12"/>
                  </a:lnTo>
                  <a:lnTo>
                    <a:pt x="23" y="14"/>
                  </a:lnTo>
                  <a:lnTo>
                    <a:pt x="45" y="20"/>
                  </a:lnTo>
                  <a:lnTo>
                    <a:pt x="66" y="31"/>
                  </a:lnTo>
                  <a:lnTo>
                    <a:pt x="89" y="43"/>
                  </a:lnTo>
                  <a:lnTo>
                    <a:pt x="109" y="61"/>
                  </a:lnTo>
                  <a:lnTo>
                    <a:pt x="129" y="81"/>
                  </a:lnTo>
                  <a:lnTo>
                    <a:pt x="146" y="106"/>
                  </a:lnTo>
                  <a:lnTo>
                    <a:pt x="162" y="133"/>
                  </a:lnTo>
                  <a:lnTo>
                    <a:pt x="178" y="162"/>
                  </a:lnTo>
                  <a:lnTo>
                    <a:pt x="192" y="194"/>
                  </a:lnTo>
                  <a:lnTo>
                    <a:pt x="203" y="229"/>
                  </a:lnTo>
                  <a:lnTo>
                    <a:pt x="214" y="264"/>
                  </a:lnTo>
                  <a:lnTo>
                    <a:pt x="222" y="303"/>
                  </a:lnTo>
                  <a:lnTo>
                    <a:pt x="228" y="342"/>
                  </a:lnTo>
                  <a:lnTo>
                    <a:pt x="232" y="383"/>
                  </a:lnTo>
                  <a:lnTo>
                    <a:pt x="233" y="426"/>
                  </a:lnTo>
                  <a:lnTo>
                    <a:pt x="244"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0695" name="Freeform 53"/>
            <p:cNvSpPr>
              <a:spLocks/>
            </p:cNvSpPr>
            <p:nvPr/>
          </p:nvSpPr>
          <p:spPr bwMode="auto">
            <a:xfrm>
              <a:off x="964" y="1830"/>
              <a:ext cx="48" cy="85"/>
            </a:xfrm>
            <a:custGeom>
              <a:avLst/>
              <a:gdLst>
                <a:gd name="T0" fmla="*/ 0 w 244"/>
                <a:gd name="T1" fmla="*/ 3 h 424"/>
                <a:gd name="T2" fmla="*/ 0 w 244"/>
                <a:gd name="T3" fmla="*/ 3 h 424"/>
                <a:gd name="T4" fmla="*/ 0 w 244"/>
                <a:gd name="T5" fmla="*/ 3 h 424"/>
                <a:gd name="T6" fmla="*/ 0 w 244"/>
                <a:gd name="T7" fmla="*/ 3 h 424"/>
                <a:gd name="T8" fmla="*/ 1 w 244"/>
                <a:gd name="T9" fmla="*/ 3 h 424"/>
                <a:gd name="T10" fmla="*/ 1 w 244"/>
                <a:gd name="T11" fmla="*/ 3 h 424"/>
                <a:gd name="T12" fmla="*/ 1 w 244"/>
                <a:gd name="T13" fmla="*/ 3 h 424"/>
                <a:gd name="T14" fmla="*/ 1 w 244"/>
                <a:gd name="T15" fmla="*/ 3 h 424"/>
                <a:gd name="T16" fmla="*/ 1 w 244"/>
                <a:gd name="T17" fmla="*/ 3 h 424"/>
                <a:gd name="T18" fmla="*/ 1 w 244"/>
                <a:gd name="T19" fmla="*/ 2 h 424"/>
                <a:gd name="T20" fmla="*/ 1 w 244"/>
                <a:gd name="T21" fmla="*/ 2 h 424"/>
                <a:gd name="T22" fmla="*/ 2 w 244"/>
                <a:gd name="T23" fmla="*/ 2 h 424"/>
                <a:gd name="T24" fmla="*/ 2 w 244"/>
                <a:gd name="T25" fmla="*/ 2 h 424"/>
                <a:gd name="T26" fmla="*/ 2 w 244"/>
                <a:gd name="T27" fmla="*/ 1 h 424"/>
                <a:gd name="T28" fmla="*/ 2 w 244"/>
                <a:gd name="T29" fmla="*/ 1 h 424"/>
                <a:gd name="T30" fmla="*/ 2 w 244"/>
                <a:gd name="T31" fmla="*/ 1 h 424"/>
                <a:gd name="T32" fmla="*/ 2 w 244"/>
                <a:gd name="T33" fmla="*/ 0 h 424"/>
                <a:gd name="T34" fmla="*/ 2 w 244"/>
                <a:gd name="T35" fmla="*/ 0 h 424"/>
                <a:gd name="T36" fmla="*/ 2 w 244"/>
                <a:gd name="T37" fmla="*/ 0 h 424"/>
                <a:gd name="T38" fmla="*/ 2 w 244"/>
                <a:gd name="T39" fmla="*/ 0 h 424"/>
                <a:gd name="T40" fmla="*/ 2 w 244"/>
                <a:gd name="T41" fmla="*/ 1 h 424"/>
                <a:gd name="T42" fmla="*/ 2 w 244"/>
                <a:gd name="T43" fmla="*/ 1 h 424"/>
                <a:gd name="T44" fmla="*/ 2 w 244"/>
                <a:gd name="T45" fmla="*/ 1 h 424"/>
                <a:gd name="T46" fmla="*/ 2 w 244"/>
                <a:gd name="T47" fmla="*/ 2 h 424"/>
                <a:gd name="T48" fmla="*/ 1 w 244"/>
                <a:gd name="T49" fmla="*/ 2 h 424"/>
                <a:gd name="T50" fmla="*/ 1 w 244"/>
                <a:gd name="T51" fmla="*/ 2 h 424"/>
                <a:gd name="T52" fmla="*/ 1 w 244"/>
                <a:gd name="T53" fmla="*/ 2 h 424"/>
                <a:gd name="T54" fmla="*/ 1 w 244"/>
                <a:gd name="T55" fmla="*/ 3 h 424"/>
                <a:gd name="T56" fmla="*/ 1 w 244"/>
                <a:gd name="T57" fmla="*/ 3 h 424"/>
                <a:gd name="T58" fmla="*/ 1 w 244"/>
                <a:gd name="T59" fmla="*/ 3 h 424"/>
                <a:gd name="T60" fmla="*/ 1 w 244"/>
                <a:gd name="T61" fmla="*/ 3 h 424"/>
                <a:gd name="T62" fmla="*/ 1 w 244"/>
                <a:gd name="T63" fmla="*/ 3 h 424"/>
                <a:gd name="T64" fmla="*/ 0 w 244"/>
                <a:gd name="T65" fmla="*/ 3 h 424"/>
                <a:gd name="T66" fmla="*/ 0 w 244"/>
                <a:gd name="T67" fmla="*/ 3 h 424"/>
                <a:gd name="T68" fmla="*/ 0 w 244"/>
                <a:gd name="T69" fmla="*/ 3 h 424"/>
                <a:gd name="T70" fmla="*/ 0 w 244"/>
                <a:gd name="T71" fmla="*/ 3 h 424"/>
                <a:gd name="T72" fmla="*/ 0 w 244"/>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4"/>
                <a:gd name="T113" fmla="*/ 244 w 244"/>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4">
                  <a:moveTo>
                    <a:pt x="0" y="424"/>
                  </a:moveTo>
                  <a:lnTo>
                    <a:pt x="0" y="424"/>
                  </a:lnTo>
                  <a:lnTo>
                    <a:pt x="25" y="422"/>
                  </a:lnTo>
                  <a:lnTo>
                    <a:pt x="50" y="416"/>
                  </a:lnTo>
                  <a:lnTo>
                    <a:pt x="73" y="405"/>
                  </a:lnTo>
                  <a:lnTo>
                    <a:pt x="96" y="390"/>
                  </a:lnTo>
                  <a:lnTo>
                    <a:pt x="118" y="373"/>
                  </a:lnTo>
                  <a:lnTo>
                    <a:pt x="138" y="350"/>
                  </a:lnTo>
                  <a:lnTo>
                    <a:pt x="155" y="326"/>
                  </a:lnTo>
                  <a:lnTo>
                    <a:pt x="173" y="299"/>
                  </a:lnTo>
                  <a:lnTo>
                    <a:pt x="189" y="268"/>
                  </a:lnTo>
                  <a:lnTo>
                    <a:pt x="203" y="235"/>
                  </a:lnTo>
                  <a:lnTo>
                    <a:pt x="215" y="201"/>
                  </a:lnTo>
                  <a:lnTo>
                    <a:pt x="226" y="163"/>
                  </a:lnTo>
                  <a:lnTo>
                    <a:pt x="234" y="125"/>
                  </a:lnTo>
                  <a:lnTo>
                    <a:pt x="240" y="85"/>
                  </a:lnTo>
                  <a:lnTo>
                    <a:pt x="243" y="42"/>
                  </a:lnTo>
                  <a:lnTo>
                    <a:pt x="244" y="0"/>
                  </a:lnTo>
                  <a:lnTo>
                    <a:pt x="233" y="0"/>
                  </a:lnTo>
                  <a:lnTo>
                    <a:pt x="232" y="42"/>
                  </a:lnTo>
                  <a:lnTo>
                    <a:pt x="228" y="83"/>
                  </a:lnTo>
                  <a:lnTo>
                    <a:pt x="222" y="123"/>
                  </a:lnTo>
                  <a:lnTo>
                    <a:pt x="214" y="160"/>
                  </a:lnTo>
                  <a:lnTo>
                    <a:pt x="203" y="197"/>
                  </a:lnTo>
                  <a:lnTo>
                    <a:pt x="192" y="231"/>
                  </a:lnTo>
                  <a:lnTo>
                    <a:pt x="178" y="263"/>
                  </a:lnTo>
                  <a:lnTo>
                    <a:pt x="164" y="292"/>
                  </a:lnTo>
                  <a:lnTo>
                    <a:pt x="146" y="319"/>
                  </a:lnTo>
                  <a:lnTo>
                    <a:pt x="129" y="343"/>
                  </a:lnTo>
                  <a:lnTo>
                    <a:pt x="109" y="363"/>
                  </a:lnTo>
                  <a:lnTo>
                    <a:pt x="89" y="381"/>
                  </a:lnTo>
                  <a:lnTo>
                    <a:pt x="66" y="394"/>
                  </a:lnTo>
                  <a:lnTo>
                    <a:pt x="45" y="404"/>
                  </a:lnTo>
                  <a:lnTo>
                    <a:pt x="23" y="410"/>
                  </a:lnTo>
                  <a:lnTo>
                    <a:pt x="0" y="412"/>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0696" name="Freeform 54"/>
            <p:cNvSpPr>
              <a:spLocks/>
            </p:cNvSpPr>
            <p:nvPr/>
          </p:nvSpPr>
          <p:spPr bwMode="auto">
            <a:xfrm>
              <a:off x="915" y="1830"/>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1" y="42"/>
                  </a:lnTo>
                  <a:lnTo>
                    <a:pt x="4" y="85"/>
                  </a:lnTo>
                  <a:lnTo>
                    <a:pt x="10" y="125"/>
                  </a:lnTo>
                  <a:lnTo>
                    <a:pt x="19" y="163"/>
                  </a:lnTo>
                  <a:lnTo>
                    <a:pt x="29" y="201"/>
                  </a:lnTo>
                  <a:lnTo>
                    <a:pt x="41" y="235"/>
                  </a:lnTo>
                  <a:lnTo>
                    <a:pt x="55" y="268"/>
                  </a:lnTo>
                  <a:lnTo>
                    <a:pt x="71" y="299"/>
                  </a:lnTo>
                  <a:lnTo>
                    <a:pt x="89" y="326"/>
                  </a:lnTo>
                  <a:lnTo>
                    <a:pt x="106" y="350"/>
                  </a:lnTo>
                  <a:lnTo>
                    <a:pt x="126" y="373"/>
                  </a:lnTo>
                  <a:lnTo>
                    <a:pt x="149" y="390"/>
                  </a:lnTo>
                  <a:lnTo>
                    <a:pt x="171" y="405"/>
                  </a:lnTo>
                  <a:lnTo>
                    <a:pt x="194" y="416"/>
                  </a:lnTo>
                  <a:lnTo>
                    <a:pt x="219" y="422"/>
                  </a:lnTo>
                  <a:lnTo>
                    <a:pt x="245" y="424"/>
                  </a:lnTo>
                  <a:lnTo>
                    <a:pt x="245" y="412"/>
                  </a:lnTo>
                  <a:lnTo>
                    <a:pt x="221" y="410"/>
                  </a:lnTo>
                  <a:lnTo>
                    <a:pt x="199" y="404"/>
                  </a:lnTo>
                  <a:lnTo>
                    <a:pt x="178" y="394"/>
                  </a:lnTo>
                  <a:lnTo>
                    <a:pt x="156" y="381"/>
                  </a:lnTo>
                  <a:lnTo>
                    <a:pt x="136" y="363"/>
                  </a:lnTo>
                  <a:lnTo>
                    <a:pt x="116" y="343"/>
                  </a:lnTo>
                  <a:lnTo>
                    <a:pt x="98" y="319"/>
                  </a:lnTo>
                  <a:lnTo>
                    <a:pt x="81" y="292"/>
                  </a:lnTo>
                  <a:lnTo>
                    <a:pt x="67" y="263"/>
                  </a:lnTo>
                  <a:lnTo>
                    <a:pt x="52" y="231"/>
                  </a:lnTo>
                  <a:lnTo>
                    <a:pt x="41" y="197"/>
                  </a:lnTo>
                  <a:lnTo>
                    <a:pt x="30" y="160"/>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0697" name="Freeform 55"/>
            <p:cNvSpPr>
              <a:spLocks/>
            </p:cNvSpPr>
            <p:nvPr/>
          </p:nvSpPr>
          <p:spPr bwMode="auto">
            <a:xfrm>
              <a:off x="915" y="1745"/>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0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19" y="2"/>
                  </a:lnTo>
                  <a:lnTo>
                    <a:pt x="194" y="8"/>
                  </a:lnTo>
                  <a:lnTo>
                    <a:pt x="171" y="19"/>
                  </a:lnTo>
                  <a:lnTo>
                    <a:pt x="149" y="34"/>
                  </a:lnTo>
                  <a:lnTo>
                    <a:pt x="126" y="52"/>
                  </a:lnTo>
                  <a:lnTo>
                    <a:pt x="106" y="74"/>
                  </a:lnTo>
                  <a:lnTo>
                    <a:pt x="89" y="99"/>
                  </a:lnTo>
                  <a:lnTo>
                    <a:pt x="70" y="126"/>
                  </a:lnTo>
                  <a:lnTo>
                    <a:pt x="55" y="157"/>
                  </a:lnTo>
                  <a:lnTo>
                    <a:pt x="41" y="189"/>
                  </a:lnTo>
                  <a:lnTo>
                    <a:pt x="29" y="224"/>
                  </a:lnTo>
                  <a:lnTo>
                    <a:pt x="19" y="262"/>
                  </a:lnTo>
                  <a:lnTo>
                    <a:pt x="10" y="300"/>
                  </a:lnTo>
                  <a:lnTo>
                    <a:pt x="4" y="340"/>
                  </a:lnTo>
                  <a:lnTo>
                    <a:pt x="1" y="383"/>
                  </a:lnTo>
                  <a:lnTo>
                    <a:pt x="0" y="426"/>
                  </a:lnTo>
                  <a:lnTo>
                    <a:pt x="11" y="426"/>
                  </a:lnTo>
                  <a:lnTo>
                    <a:pt x="13" y="383"/>
                  </a:lnTo>
                  <a:lnTo>
                    <a:pt x="16" y="342"/>
                  </a:lnTo>
                  <a:lnTo>
                    <a:pt x="22" y="303"/>
                  </a:lnTo>
                  <a:lnTo>
                    <a:pt x="30" y="264"/>
                  </a:lnTo>
                  <a:lnTo>
                    <a:pt x="41" y="229"/>
                  </a:lnTo>
                  <a:lnTo>
                    <a:pt x="52" y="194"/>
                  </a:lnTo>
                  <a:lnTo>
                    <a:pt x="67" y="162"/>
                  </a:lnTo>
                  <a:lnTo>
                    <a:pt x="82" y="133"/>
                  </a:lnTo>
                  <a:lnTo>
                    <a:pt x="98" y="106"/>
                  </a:lnTo>
                  <a:lnTo>
                    <a:pt x="116" y="81"/>
                  </a:lnTo>
                  <a:lnTo>
                    <a:pt x="136" y="61"/>
                  </a:lnTo>
                  <a:lnTo>
                    <a:pt x="156" y="43"/>
                  </a:lnTo>
                  <a:lnTo>
                    <a:pt x="178" y="31"/>
                  </a:lnTo>
                  <a:lnTo>
                    <a:pt x="199" y="20"/>
                  </a:lnTo>
                  <a:lnTo>
                    <a:pt x="221"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0698" name="Freeform 56"/>
            <p:cNvSpPr>
              <a:spLocks/>
            </p:cNvSpPr>
            <p:nvPr/>
          </p:nvSpPr>
          <p:spPr bwMode="auto">
            <a:xfrm>
              <a:off x="1140" y="2087"/>
              <a:ext cx="49" cy="85"/>
            </a:xfrm>
            <a:custGeom>
              <a:avLst/>
              <a:gdLst>
                <a:gd name="T0" fmla="*/ 2 w 246"/>
                <a:gd name="T1" fmla="*/ 3 h 424"/>
                <a:gd name="T2" fmla="*/ 2 w 246"/>
                <a:gd name="T3" fmla="*/ 3 h 424"/>
                <a:gd name="T4" fmla="*/ 2 w 246"/>
                <a:gd name="T5" fmla="*/ 3 h 424"/>
                <a:gd name="T6" fmla="*/ 2 w 246"/>
                <a:gd name="T7" fmla="*/ 3 h 424"/>
                <a:gd name="T8" fmla="*/ 2 w 246"/>
                <a:gd name="T9" fmla="*/ 2 h 424"/>
                <a:gd name="T10" fmla="*/ 2 w 246"/>
                <a:gd name="T11" fmla="*/ 2 h 424"/>
                <a:gd name="T12" fmla="*/ 2 w 246"/>
                <a:gd name="T13" fmla="*/ 2 h 424"/>
                <a:gd name="T14" fmla="*/ 2 w 246"/>
                <a:gd name="T15" fmla="*/ 2 h 424"/>
                <a:gd name="T16" fmla="*/ 2 w 246"/>
                <a:gd name="T17" fmla="*/ 1 h 424"/>
                <a:gd name="T18" fmla="*/ 1 w 246"/>
                <a:gd name="T19" fmla="*/ 1 h 424"/>
                <a:gd name="T20" fmla="*/ 1 w 246"/>
                <a:gd name="T21" fmla="*/ 1 h 424"/>
                <a:gd name="T22" fmla="*/ 1 w 246"/>
                <a:gd name="T23" fmla="*/ 1 h 424"/>
                <a:gd name="T24" fmla="*/ 1 w 246"/>
                <a:gd name="T25" fmla="*/ 0 h 424"/>
                <a:gd name="T26" fmla="*/ 1 w 246"/>
                <a:gd name="T27" fmla="*/ 0 h 424"/>
                <a:gd name="T28" fmla="*/ 1 w 246"/>
                <a:gd name="T29" fmla="*/ 0 h 424"/>
                <a:gd name="T30" fmla="*/ 0 w 246"/>
                <a:gd name="T31" fmla="*/ 0 h 424"/>
                <a:gd name="T32" fmla="*/ 0 w 246"/>
                <a:gd name="T33" fmla="*/ 0 h 424"/>
                <a:gd name="T34" fmla="*/ 0 w 246"/>
                <a:gd name="T35" fmla="*/ 0 h 424"/>
                <a:gd name="T36" fmla="*/ 0 w 246"/>
                <a:gd name="T37" fmla="*/ 0 h 424"/>
                <a:gd name="T38" fmla="*/ 0 w 246"/>
                <a:gd name="T39" fmla="*/ 0 h 424"/>
                <a:gd name="T40" fmla="*/ 0 w 246"/>
                <a:gd name="T41" fmla="*/ 0 h 424"/>
                <a:gd name="T42" fmla="*/ 1 w 246"/>
                <a:gd name="T43" fmla="*/ 0 h 424"/>
                <a:gd name="T44" fmla="*/ 1 w 246"/>
                <a:gd name="T45" fmla="*/ 0 h 424"/>
                <a:gd name="T46" fmla="*/ 1 w 246"/>
                <a:gd name="T47" fmla="*/ 0 h 424"/>
                <a:gd name="T48" fmla="*/ 1 w 246"/>
                <a:gd name="T49" fmla="*/ 1 h 424"/>
                <a:gd name="T50" fmla="*/ 1 w 246"/>
                <a:gd name="T51" fmla="*/ 1 h 424"/>
                <a:gd name="T52" fmla="*/ 1 w 246"/>
                <a:gd name="T53" fmla="*/ 1 h 424"/>
                <a:gd name="T54" fmla="*/ 1 w 246"/>
                <a:gd name="T55" fmla="*/ 1 h 424"/>
                <a:gd name="T56" fmla="*/ 2 w 246"/>
                <a:gd name="T57" fmla="*/ 2 h 424"/>
                <a:gd name="T58" fmla="*/ 2 w 246"/>
                <a:gd name="T59" fmla="*/ 2 h 424"/>
                <a:gd name="T60" fmla="*/ 2 w 246"/>
                <a:gd name="T61" fmla="*/ 2 h 424"/>
                <a:gd name="T62" fmla="*/ 2 w 246"/>
                <a:gd name="T63" fmla="*/ 2 h 424"/>
                <a:gd name="T64" fmla="*/ 2 w 246"/>
                <a:gd name="T65" fmla="*/ 3 h 424"/>
                <a:gd name="T66" fmla="*/ 2 w 246"/>
                <a:gd name="T67" fmla="*/ 3 h 424"/>
                <a:gd name="T68" fmla="*/ 2 w 246"/>
                <a:gd name="T69" fmla="*/ 3 h 424"/>
                <a:gd name="T70" fmla="*/ 2 w 246"/>
                <a:gd name="T71" fmla="*/ 3 h 424"/>
                <a:gd name="T72" fmla="*/ 2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424"/>
                  </a:moveTo>
                  <a:lnTo>
                    <a:pt x="246" y="424"/>
                  </a:lnTo>
                  <a:lnTo>
                    <a:pt x="244" y="382"/>
                  </a:lnTo>
                  <a:lnTo>
                    <a:pt x="241" y="338"/>
                  </a:lnTo>
                  <a:lnTo>
                    <a:pt x="235" y="298"/>
                  </a:lnTo>
                  <a:lnTo>
                    <a:pt x="227" y="261"/>
                  </a:lnTo>
                  <a:lnTo>
                    <a:pt x="216" y="222"/>
                  </a:lnTo>
                  <a:lnTo>
                    <a:pt x="205" y="188"/>
                  </a:lnTo>
                  <a:lnTo>
                    <a:pt x="190" y="155"/>
                  </a:lnTo>
                  <a:lnTo>
                    <a:pt x="174" y="125"/>
                  </a:lnTo>
                  <a:lnTo>
                    <a:pt x="157" y="98"/>
                  </a:lnTo>
                  <a:lnTo>
                    <a:pt x="138" y="73"/>
                  </a:lnTo>
                  <a:lnTo>
                    <a:pt x="118" y="51"/>
                  </a:lnTo>
                  <a:lnTo>
                    <a:pt x="96" y="34"/>
                  </a:lnTo>
                  <a:lnTo>
                    <a:pt x="74" y="18"/>
                  </a:lnTo>
                  <a:lnTo>
                    <a:pt x="50" y="8"/>
                  </a:lnTo>
                  <a:lnTo>
                    <a:pt x="25" y="2"/>
                  </a:lnTo>
                  <a:lnTo>
                    <a:pt x="0" y="0"/>
                  </a:lnTo>
                  <a:lnTo>
                    <a:pt x="0" y="11"/>
                  </a:lnTo>
                  <a:lnTo>
                    <a:pt x="23" y="14"/>
                  </a:lnTo>
                  <a:lnTo>
                    <a:pt x="45" y="19"/>
                  </a:lnTo>
                  <a:lnTo>
                    <a:pt x="67" y="30"/>
                  </a:lnTo>
                  <a:lnTo>
                    <a:pt x="89" y="43"/>
                  </a:lnTo>
                  <a:lnTo>
                    <a:pt x="108" y="60"/>
                  </a:lnTo>
                  <a:lnTo>
                    <a:pt x="128" y="80"/>
                  </a:lnTo>
                  <a:lnTo>
                    <a:pt x="147" y="105"/>
                  </a:lnTo>
                  <a:lnTo>
                    <a:pt x="165" y="132"/>
                  </a:lnTo>
                  <a:lnTo>
                    <a:pt x="179" y="160"/>
                  </a:lnTo>
                  <a:lnTo>
                    <a:pt x="193" y="193"/>
                  </a:lnTo>
                  <a:lnTo>
                    <a:pt x="205" y="227"/>
                  </a:lnTo>
                  <a:lnTo>
                    <a:pt x="215" y="263"/>
                  </a:lnTo>
                  <a:lnTo>
                    <a:pt x="223" y="301"/>
                  </a:lnTo>
                  <a:lnTo>
                    <a:pt x="229" y="341"/>
                  </a:lnTo>
                  <a:lnTo>
                    <a:pt x="233" y="382"/>
                  </a:lnTo>
                  <a:lnTo>
                    <a:pt x="234" y="424"/>
                  </a:lnTo>
                  <a:lnTo>
                    <a:pt x="246"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0699" name="Freeform 57"/>
            <p:cNvSpPr>
              <a:spLocks/>
            </p:cNvSpPr>
            <p:nvPr/>
          </p:nvSpPr>
          <p:spPr bwMode="auto">
            <a:xfrm>
              <a:off x="1140" y="2172"/>
              <a:ext cx="49" cy="85"/>
            </a:xfrm>
            <a:custGeom>
              <a:avLst/>
              <a:gdLst>
                <a:gd name="T0" fmla="*/ 0 w 246"/>
                <a:gd name="T1" fmla="*/ 3 h 426"/>
                <a:gd name="T2" fmla="*/ 0 w 246"/>
                <a:gd name="T3" fmla="*/ 3 h 426"/>
                <a:gd name="T4" fmla="*/ 0 w 246"/>
                <a:gd name="T5" fmla="*/ 3 h 426"/>
                <a:gd name="T6" fmla="*/ 0 w 246"/>
                <a:gd name="T7" fmla="*/ 3 h 426"/>
                <a:gd name="T8" fmla="*/ 1 w 246"/>
                <a:gd name="T9" fmla="*/ 3 h 426"/>
                <a:gd name="T10" fmla="*/ 1 w 246"/>
                <a:gd name="T11" fmla="*/ 3 h 426"/>
                <a:gd name="T12" fmla="*/ 1 w 246"/>
                <a:gd name="T13" fmla="*/ 3 h 426"/>
                <a:gd name="T14" fmla="*/ 1 w 246"/>
                <a:gd name="T15" fmla="*/ 3 h 426"/>
                <a:gd name="T16" fmla="*/ 1 w 246"/>
                <a:gd name="T17" fmla="*/ 3 h 426"/>
                <a:gd name="T18" fmla="*/ 1 w 246"/>
                <a:gd name="T19" fmla="*/ 2 h 426"/>
                <a:gd name="T20" fmla="*/ 2 w 246"/>
                <a:gd name="T21" fmla="*/ 2 h 426"/>
                <a:gd name="T22" fmla="*/ 2 w 246"/>
                <a:gd name="T23" fmla="*/ 2 h 426"/>
                <a:gd name="T24" fmla="*/ 2 w 246"/>
                <a:gd name="T25" fmla="*/ 2 h 426"/>
                <a:gd name="T26" fmla="*/ 2 w 246"/>
                <a:gd name="T27" fmla="*/ 1 h 426"/>
                <a:gd name="T28" fmla="*/ 2 w 246"/>
                <a:gd name="T29" fmla="*/ 1 h 426"/>
                <a:gd name="T30" fmla="*/ 2 w 246"/>
                <a:gd name="T31" fmla="*/ 1 h 426"/>
                <a:gd name="T32" fmla="*/ 2 w 246"/>
                <a:gd name="T33" fmla="*/ 0 h 426"/>
                <a:gd name="T34" fmla="*/ 2 w 246"/>
                <a:gd name="T35" fmla="*/ 0 h 426"/>
                <a:gd name="T36" fmla="*/ 2 w 246"/>
                <a:gd name="T37" fmla="*/ 0 h 426"/>
                <a:gd name="T38" fmla="*/ 2 w 246"/>
                <a:gd name="T39" fmla="*/ 0 h 426"/>
                <a:gd name="T40" fmla="*/ 2 w 246"/>
                <a:gd name="T41" fmla="*/ 1 h 426"/>
                <a:gd name="T42" fmla="*/ 2 w 246"/>
                <a:gd name="T43" fmla="*/ 1 h 426"/>
                <a:gd name="T44" fmla="*/ 2 w 246"/>
                <a:gd name="T45" fmla="*/ 1 h 426"/>
                <a:gd name="T46" fmla="*/ 2 w 246"/>
                <a:gd name="T47" fmla="*/ 2 h 426"/>
                <a:gd name="T48" fmla="*/ 2 w 246"/>
                <a:gd name="T49" fmla="*/ 2 h 426"/>
                <a:gd name="T50" fmla="*/ 1 w 246"/>
                <a:gd name="T51" fmla="*/ 2 h 426"/>
                <a:gd name="T52" fmla="*/ 1 w 246"/>
                <a:gd name="T53" fmla="*/ 2 h 426"/>
                <a:gd name="T54" fmla="*/ 1 w 246"/>
                <a:gd name="T55" fmla="*/ 3 h 426"/>
                <a:gd name="T56" fmla="*/ 1 w 246"/>
                <a:gd name="T57" fmla="*/ 3 h 426"/>
                <a:gd name="T58" fmla="*/ 1 w 246"/>
                <a:gd name="T59" fmla="*/ 3 h 426"/>
                <a:gd name="T60" fmla="*/ 1 w 246"/>
                <a:gd name="T61" fmla="*/ 3 h 426"/>
                <a:gd name="T62" fmla="*/ 1 w 246"/>
                <a:gd name="T63" fmla="*/ 3 h 426"/>
                <a:gd name="T64" fmla="*/ 0 w 246"/>
                <a:gd name="T65" fmla="*/ 3 h 426"/>
                <a:gd name="T66" fmla="*/ 0 w 246"/>
                <a:gd name="T67" fmla="*/ 3 h 426"/>
                <a:gd name="T68" fmla="*/ 0 w 246"/>
                <a:gd name="T69" fmla="*/ 3 h 426"/>
                <a:gd name="T70" fmla="*/ 0 w 246"/>
                <a:gd name="T71" fmla="*/ 3 h 426"/>
                <a:gd name="T72" fmla="*/ 0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426"/>
                  </a:moveTo>
                  <a:lnTo>
                    <a:pt x="0" y="426"/>
                  </a:lnTo>
                  <a:lnTo>
                    <a:pt x="25" y="423"/>
                  </a:lnTo>
                  <a:lnTo>
                    <a:pt x="50" y="417"/>
                  </a:lnTo>
                  <a:lnTo>
                    <a:pt x="74" y="407"/>
                  </a:lnTo>
                  <a:lnTo>
                    <a:pt x="96" y="392"/>
                  </a:lnTo>
                  <a:lnTo>
                    <a:pt x="118" y="373"/>
                  </a:lnTo>
                  <a:lnTo>
                    <a:pt x="138" y="350"/>
                  </a:lnTo>
                  <a:lnTo>
                    <a:pt x="157" y="327"/>
                  </a:lnTo>
                  <a:lnTo>
                    <a:pt x="175" y="299"/>
                  </a:lnTo>
                  <a:lnTo>
                    <a:pt x="190" y="268"/>
                  </a:lnTo>
                  <a:lnTo>
                    <a:pt x="205" y="236"/>
                  </a:lnTo>
                  <a:lnTo>
                    <a:pt x="216" y="202"/>
                  </a:lnTo>
                  <a:lnTo>
                    <a:pt x="227" y="164"/>
                  </a:lnTo>
                  <a:lnTo>
                    <a:pt x="235" y="125"/>
                  </a:lnTo>
                  <a:lnTo>
                    <a:pt x="241" y="86"/>
                  </a:lnTo>
                  <a:lnTo>
                    <a:pt x="244" y="42"/>
                  </a:lnTo>
                  <a:lnTo>
                    <a:pt x="246" y="0"/>
                  </a:lnTo>
                  <a:lnTo>
                    <a:pt x="234" y="0"/>
                  </a:lnTo>
                  <a:lnTo>
                    <a:pt x="233" y="42"/>
                  </a:lnTo>
                  <a:lnTo>
                    <a:pt x="229" y="83"/>
                  </a:lnTo>
                  <a:lnTo>
                    <a:pt x="223" y="123"/>
                  </a:lnTo>
                  <a:lnTo>
                    <a:pt x="215" y="162"/>
                  </a:lnTo>
                  <a:lnTo>
                    <a:pt x="205" y="197"/>
                  </a:lnTo>
                  <a:lnTo>
                    <a:pt x="193" y="231"/>
                  </a:lnTo>
                  <a:lnTo>
                    <a:pt x="179" y="264"/>
                  </a:lnTo>
                  <a:lnTo>
                    <a:pt x="164" y="292"/>
                  </a:lnTo>
                  <a:lnTo>
                    <a:pt x="147" y="320"/>
                  </a:lnTo>
                  <a:lnTo>
                    <a:pt x="128" y="343"/>
                  </a:lnTo>
                  <a:lnTo>
                    <a:pt x="108" y="363"/>
                  </a:lnTo>
                  <a:lnTo>
                    <a:pt x="89" y="382"/>
                  </a:lnTo>
                  <a:lnTo>
                    <a:pt x="67" y="395"/>
                  </a:lnTo>
                  <a:lnTo>
                    <a:pt x="45" y="406"/>
                  </a:lnTo>
                  <a:lnTo>
                    <a:pt x="23" y="411"/>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0700" name="Freeform 58"/>
            <p:cNvSpPr>
              <a:spLocks/>
            </p:cNvSpPr>
            <p:nvPr/>
          </p:nvSpPr>
          <p:spPr bwMode="auto">
            <a:xfrm>
              <a:off x="1091" y="2172"/>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4" y="86"/>
                  </a:lnTo>
                  <a:lnTo>
                    <a:pt x="10" y="125"/>
                  </a:lnTo>
                  <a:lnTo>
                    <a:pt x="18" y="164"/>
                  </a:lnTo>
                  <a:lnTo>
                    <a:pt x="29" y="202"/>
                  </a:lnTo>
                  <a:lnTo>
                    <a:pt x="41" y="236"/>
                  </a:lnTo>
                  <a:lnTo>
                    <a:pt x="55" y="268"/>
                  </a:lnTo>
                  <a:lnTo>
                    <a:pt x="70" y="299"/>
                  </a:lnTo>
                  <a:lnTo>
                    <a:pt x="89" y="327"/>
                  </a:lnTo>
                  <a:lnTo>
                    <a:pt x="106" y="350"/>
                  </a:lnTo>
                  <a:lnTo>
                    <a:pt x="126" y="373"/>
                  </a:lnTo>
                  <a:lnTo>
                    <a:pt x="148" y="392"/>
                  </a:lnTo>
                  <a:lnTo>
                    <a:pt x="171" y="407"/>
                  </a:lnTo>
                  <a:lnTo>
                    <a:pt x="194" y="417"/>
                  </a:lnTo>
                  <a:lnTo>
                    <a:pt x="219" y="423"/>
                  </a:lnTo>
                  <a:lnTo>
                    <a:pt x="245" y="426"/>
                  </a:lnTo>
                  <a:lnTo>
                    <a:pt x="245" y="414"/>
                  </a:lnTo>
                  <a:lnTo>
                    <a:pt x="221" y="411"/>
                  </a:lnTo>
                  <a:lnTo>
                    <a:pt x="199" y="406"/>
                  </a:lnTo>
                  <a:lnTo>
                    <a:pt x="178" y="395"/>
                  </a:lnTo>
                  <a:lnTo>
                    <a:pt x="155" y="382"/>
                  </a:lnTo>
                  <a:lnTo>
                    <a:pt x="136" y="363"/>
                  </a:lnTo>
                  <a:lnTo>
                    <a:pt x="116" y="343"/>
                  </a:lnTo>
                  <a:lnTo>
                    <a:pt x="98" y="320"/>
                  </a:lnTo>
                  <a:lnTo>
                    <a:pt x="82" y="292"/>
                  </a:lnTo>
                  <a:lnTo>
                    <a:pt x="66" y="264"/>
                  </a:lnTo>
                  <a:lnTo>
                    <a:pt x="52" y="231"/>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0701" name="Freeform 59"/>
            <p:cNvSpPr>
              <a:spLocks/>
            </p:cNvSpPr>
            <p:nvPr/>
          </p:nvSpPr>
          <p:spPr bwMode="auto">
            <a:xfrm>
              <a:off x="1091" y="2087"/>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4" y="8"/>
                  </a:lnTo>
                  <a:lnTo>
                    <a:pt x="171" y="18"/>
                  </a:lnTo>
                  <a:lnTo>
                    <a:pt x="148" y="34"/>
                  </a:lnTo>
                  <a:lnTo>
                    <a:pt x="126" y="51"/>
                  </a:lnTo>
                  <a:lnTo>
                    <a:pt x="106" y="73"/>
                  </a:lnTo>
                  <a:lnTo>
                    <a:pt x="89" y="98"/>
                  </a:lnTo>
                  <a:lnTo>
                    <a:pt x="71" y="125"/>
                  </a:lnTo>
                  <a:lnTo>
                    <a:pt x="55" y="155"/>
                  </a:lnTo>
                  <a:lnTo>
                    <a:pt x="41" y="188"/>
                  </a:lnTo>
                  <a:lnTo>
                    <a:pt x="29" y="222"/>
                  </a:lnTo>
                  <a:lnTo>
                    <a:pt x="18" y="261"/>
                  </a:lnTo>
                  <a:lnTo>
                    <a:pt x="10" y="298"/>
                  </a:lnTo>
                  <a:lnTo>
                    <a:pt x="4" y="338"/>
                  </a:lnTo>
                  <a:lnTo>
                    <a:pt x="1" y="382"/>
                  </a:lnTo>
                  <a:lnTo>
                    <a:pt x="0" y="424"/>
                  </a:lnTo>
                  <a:lnTo>
                    <a:pt x="11" y="424"/>
                  </a:lnTo>
                  <a:lnTo>
                    <a:pt x="13" y="382"/>
                  </a:lnTo>
                  <a:lnTo>
                    <a:pt x="16" y="341"/>
                  </a:lnTo>
                  <a:lnTo>
                    <a:pt x="22" y="301"/>
                  </a:lnTo>
                  <a:lnTo>
                    <a:pt x="30" y="263"/>
                  </a:lnTo>
                  <a:lnTo>
                    <a:pt x="41" y="227"/>
                  </a:lnTo>
                  <a:lnTo>
                    <a:pt x="52" y="193"/>
                  </a:lnTo>
                  <a:lnTo>
                    <a:pt x="66" y="160"/>
                  </a:lnTo>
                  <a:lnTo>
                    <a:pt x="80" y="132"/>
                  </a:lnTo>
                  <a:lnTo>
                    <a:pt x="98" y="105"/>
                  </a:lnTo>
                  <a:lnTo>
                    <a:pt x="116" y="80"/>
                  </a:lnTo>
                  <a:lnTo>
                    <a:pt x="136" y="60"/>
                  </a:lnTo>
                  <a:lnTo>
                    <a:pt x="155" y="43"/>
                  </a:lnTo>
                  <a:lnTo>
                    <a:pt x="178" y="30"/>
                  </a:lnTo>
                  <a:lnTo>
                    <a:pt x="199" y="19"/>
                  </a:lnTo>
                  <a:lnTo>
                    <a:pt x="221" y="14"/>
                  </a:lnTo>
                  <a:lnTo>
                    <a:pt x="245" y="11"/>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0702" name="Freeform 60"/>
            <p:cNvSpPr>
              <a:spLocks/>
            </p:cNvSpPr>
            <p:nvPr/>
          </p:nvSpPr>
          <p:spPr bwMode="auto">
            <a:xfrm>
              <a:off x="1392" y="2118"/>
              <a:ext cx="49" cy="85"/>
            </a:xfrm>
            <a:custGeom>
              <a:avLst/>
              <a:gdLst>
                <a:gd name="T0" fmla="*/ 2 w 246"/>
                <a:gd name="T1" fmla="*/ 3 h 426"/>
                <a:gd name="T2" fmla="*/ 2 w 246"/>
                <a:gd name="T3" fmla="*/ 3 h 426"/>
                <a:gd name="T4" fmla="*/ 2 w 246"/>
                <a:gd name="T5" fmla="*/ 3 h 426"/>
                <a:gd name="T6" fmla="*/ 2 w 246"/>
                <a:gd name="T7" fmla="*/ 3 h 426"/>
                <a:gd name="T8" fmla="*/ 2 w 246"/>
                <a:gd name="T9" fmla="*/ 2 h 426"/>
                <a:gd name="T10" fmla="*/ 2 w 246"/>
                <a:gd name="T11" fmla="*/ 2 h 426"/>
                <a:gd name="T12" fmla="*/ 2 w 246"/>
                <a:gd name="T13" fmla="*/ 2 h 426"/>
                <a:gd name="T14" fmla="*/ 2 w 246"/>
                <a:gd name="T15" fmla="*/ 2 h 426"/>
                <a:gd name="T16" fmla="*/ 2 w 246"/>
                <a:gd name="T17" fmla="*/ 1 h 426"/>
                <a:gd name="T18" fmla="*/ 1 w 246"/>
                <a:gd name="T19" fmla="*/ 1 h 426"/>
                <a:gd name="T20" fmla="*/ 1 w 246"/>
                <a:gd name="T21" fmla="*/ 1 h 426"/>
                <a:gd name="T22" fmla="*/ 1 w 246"/>
                <a:gd name="T23" fmla="*/ 1 h 426"/>
                <a:gd name="T24" fmla="*/ 1 w 246"/>
                <a:gd name="T25" fmla="*/ 0 h 426"/>
                <a:gd name="T26" fmla="*/ 1 w 246"/>
                <a:gd name="T27" fmla="*/ 0 h 426"/>
                <a:gd name="T28" fmla="*/ 1 w 246"/>
                <a:gd name="T29" fmla="*/ 0 h 426"/>
                <a:gd name="T30" fmla="*/ 0 w 246"/>
                <a:gd name="T31" fmla="*/ 0 h 426"/>
                <a:gd name="T32" fmla="*/ 0 w 246"/>
                <a:gd name="T33" fmla="*/ 0 h 426"/>
                <a:gd name="T34" fmla="*/ 0 w 246"/>
                <a:gd name="T35" fmla="*/ 0 h 426"/>
                <a:gd name="T36" fmla="*/ 0 w 246"/>
                <a:gd name="T37" fmla="*/ 0 h 426"/>
                <a:gd name="T38" fmla="*/ 0 w 246"/>
                <a:gd name="T39" fmla="*/ 0 h 426"/>
                <a:gd name="T40" fmla="*/ 0 w 246"/>
                <a:gd name="T41" fmla="*/ 0 h 426"/>
                <a:gd name="T42" fmla="*/ 1 w 246"/>
                <a:gd name="T43" fmla="*/ 0 h 426"/>
                <a:gd name="T44" fmla="*/ 1 w 246"/>
                <a:gd name="T45" fmla="*/ 0 h 426"/>
                <a:gd name="T46" fmla="*/ 1 w 246"/>
                <a:gd name="T47" fmla="*/ 1 h 426"/>
                <a:gd name="T48" fmla="*/ 1 w 246"/>
                <a:gd name="T49" fmla="*/ 1 h 426"/>
                <a:gd name="T50" fmla="*/ 1 w 246"/>
                <a:gd name="T51" fmla="*/ 1 h 426"/>
                <a:gd name="T52" fmla="*/ 1 w 246"/>
                <a:gd name="T53" fmla="*/ 1 h 426"/>
                <a:gd name="T54" fmla="*/ 1 w 246"/>
                <a:gd name="T55" fmla="*/ 1 h 426"/>
                <a:gd name="T56" fmla="*/ 2 w 246"/>
                <a:gd name="T57" fmla="*/ 2 h 426"/>
                <a:gd name="T58" fmla="*/ 2 w 246"/>
                <a:gd name="T59" fmla="*/ 2 h 426"/>
                <a:gd name="T60" fmla="*/ 2 w 246"/>
                <a:gd name="T61" fmla="*/ 2 h 426"/>
                <a:gd name="T62" fmla="*/ 2 w 246"/>
                <a:gd name="T63" fmla="*/ 2 h 426"/>
                <a:gd name="T64" fmla="*/ 2 w 246"/>
                <a:gd name="T65" fmla="*/ 3 h 426"/>
                <a:gd name="T66" fmla="*/ 2 w 246"/>
                <a:gd name="T67" fmla="*/ 3 h 426"/>
                <a:gd name="T68" fmla="*/ 2 w 246"/>
                <a:gd name="T69" fmla="*/ 3 h 426"/>
                <a:gd name="T70" fmla="*/ 2 w 246"/>
                <a:gd name="T71" fmla="*/ 3 h 426"/>
                <a:gd name="T72" fmla="*/ 2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246" y="426"/>
                  </a:moveTo>
                  <a:lnTo>
                    <a:pt x="246" y="426"/>
                  </a:lnTo>
                  <a:lnTo>
                    <a:pt x="245" y="384"/>
                  </a:lnTo>
                  <a:lnTo>
                    <a:pt x="242" y="340"/>
                  </a:lnTo>
                  <a:lnTo>
                    <a:pt x="236" y="301"/>
                  </a:lnTo>
                  <a:lnTo>
                    <a:pt x="228" y="262"/>
                  </a:lnTo>
                  <a:lnTo>
                    <a:pt x="217" y="224"/>
                  </a:lnTo>
                  <a:lnTo>
                    <a:pt x="205" y="190"/>
                  </a:lnTo>
                  <a:lnTo>
                    <a:pt x="191" y="158"/>
                  </a:lnTo>
                  <a:lnTo>
                    <a:pt x="176" y="126"/>
                  </a:lnTo>
                  <a:lnTo>
                    <a:pt x="157" y="99"/>
                  </a:lnTo>
                  <a:lnTo>
                    <a:pt x="139" y="75"/>
                  </a:lnTo>
                  <a:lnTo>
                    <a:pt x="119" y="53"/>
                  </a:lnTo>
                  <a:lnTo>
                    <a:pt x="96" y="34"/>
                  </a:lnTo>
                  <a:lnTo>
                    <a:pt x="75" y="19"/>
                  </a:lnTo>
                  <a:lnTo>
                    <a:pt x="51" y="9"/>
                  </a:lnTo>
                  <a:lnTo>
                    <a:pt x="26" y="3"/>
                  </a:lnTo>
                  <a:lnTo>
                    <a:pt x="0" y="0"/>
                  </a:lnTo>
                  <a:lnTo>
                    <a:pt x="0" y="12"/>
                  </a:lnTo>
                  <a:lnTo>
                    <a:pt x="24" y="15"/>
                  </a:lnTo>
                  <a:lnTo>
                    <a:pt x="46" y="20"/>
                  </a:lnTo>
                  <a:lnTo>
                    <a:pt x="68" y="31"/>
                  </a:lnTo>
                  <a:lnTo>
                    <a:pt x="89" y="44"/>
                  </a:lnTo>
                  <a:lnTo>
                    <a:pt x="109" y="63"/>
                  </a:lnTo>
                  <a:lnTo>
                    <a:pt x="129" y="83"/>
                  </a:lnTo>
                  <a:lnTo>
                    <a:pt x="148" y="106"/>
                  </a:lnTo>
                  <a:lnTo>
                    <a:pt x="164" y="133"/>
                  </a:lnTo>
                  <a:lnTo>
                    <a:pt x="180" y="162"/>
                  </a:lnTo>
                  <a:lnTo>
                    <a:pt x="194" y="195"/>
                  </a:lnTo>
                  <a:lnTo>
                    <a:pt x="205" y="229"/>
                  </a:lnTo>
                  <a:lnTo>
                    <a:pt x="216" y="264"/>
                  </a:lnTo>
                  <a:lnTo>
                    <a:pt x="224" y="303"/>
                  </a:lnTo>
                  <a:lnTo>
                    <a:pt x="230" y="343"/>
                  </a:lnTo>
                  <a:lnTo>
                    <a:pt x="233" y="384"/>
                  </a:lnTo>
                  <a:lnTo>
                    <a:pt x="235" y="426"/>
                  </a:lnTo>
                  <a:lnTo>
                    <a:pt x="246"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0703" name="Freeform 61"/>
            <p:cNvSpPr>
              <a:spLocks/>
            </p:cNvSpPr>
            <p:nvPr/>
          </p:nvSpPr>
          <p:spPr bwMode="auto">
            <a:xfrm>
              <a:off x="1392" y="2203"/>
              <a:ext cx="49" cy="85"/>
            </a:xfrm>
            <a:custGeom>
              <a:avLst/>
              <a:gdLst>
                <a:gd name="T0" fmla="*/ 0 w 246"/>
                <a:gd name="T1" fmla="*/ 3 h 424"/>
                <a:gd name="T2" fmla="*/ 0 w 246"/>
                <a:gd name="T3" fmla="*/ 3 h 424"/>
                <a:gd name="T4" fmla="*/ 0 w 246"/>
                <a:gd name="T5" fmla="*/ 3 h 424"/>
                <a:gd name="T6" fmla="*/ 0 w 246"/>
                <a:gd name="T7" fmla="*/ 3 h 424"/>
                <a:gd name="T8" fmla="*/ 1 w 246"/>
                <a:gd name="T9" fmla="*/ 3 h 424"/>
                <a:gd name="T10" fmla="*/ 1 w 246"/>
                <a:gd name="T11" fmla="*/ 3 h 424"/>
                <a:gd name="T12" fmla="*/ 1 w 246"/>
                <a:gd name="T13" fmla="*/ 3 h 424"/>
                <a:gd name="T14" fmla="*/ 1 w 246"/>
                <a:gd name="T15" fmla="*/ 3 h 424"/>
                <a:gd name="T16" fmla="*/ 1 w 246"/>
                <a:gd name="T17" fmla="*/ 3 h 424"/>
                <a:gd name="T18" fmla="*/ 1 w 246"/>
                <a:gd name="T19" fmla="*/ 2 h 424"/>
                <a:gd name="T20" fmla="*/ 2 w 246"/>
                <a:gd name="T21" fmla="*/ 2 h 424"/>
                <a:gd name="T22" fmla="*/ 2 w 246"/>
                <a:gd name="T23" fmla="*/ 2 h 424"/>
                <a:gd name="T24" fmla="*/ 2 w 246"/>
                <a:gd name="T25" fmla="*/ 2 h 424"/>
                <a:gd name="T26" fmla="*/ 2 w 246"/>
                <a:gd name="T27" fmla="*/ 1 h 424"/>
                <a:gd name="T28" fmla="*/ 2 w 246"/>
                <a:gd name="T29" fmla="*/ 1 h 424"/>
                <a:gd name="T30" fmla="*/ 2 w 246"/>
                <a:gd name="T31" fmla="*/ 1 h 424"/>
                <a:gd name="T32" fmla="*/ 2 w 246"/>
                <a:gd name="T33" fmla="*/ 0 h 424"/>
                <a:gd name="T34" fmla="*/ 2 w 246"/>
                <a:gd name="T35" fmla="*/ 0 h 424"/>
                <a:gd name="T36" fmla="*/ 2 w 246"/>
                <a:gd name="T37" fmla="*/ 0 h 424"/>
                <a:gd name="T38" fmla="*/ 2 w 246"/>
                <a:gd name="T39" fmla="*/ 0 h 424"/>
                <a:gd name="T40" fmla="*/ 2 w 246"/>
                <a:gd name="T41" fmla="*/ 1 h 424"/>
                <a:gd name="T42" fmla="*/ 2 w 246"/>
                <a:gd name="T43" fmla="*/ 1 h 424"/>
                <a:gd name="T44" fmla="*/ 2 w 246"/>
                <a:gd name="T45" fmla="*/ 1 h 424"/>
                <a:gd name="T46" fmla="*/ 2 w 246"/>
                <a:gd name="T47" fmla="*/ 2 h 424"/>
                <a:gd name="T48" fmla="*/ 2 w 246"/>
                <a:gd name="T49" fmla="*/ 2 h 424"/>
                <a:gd name="T50" fmla="*/ 1 w 246"/>
                <a:gd name="T51" fmla="*/ 2 h 424"/>
                <a:gd name="T52" fmla="*/ 1 w 246"/>
                <a:gd name="T53" fmla="*/ 2 h 424"/>
                <a:gd name="T54" fmla="*/ 1 w 246"/>
                <a:gd name="T55" fmla="*/ 3 h 424"/>
                <a:gd name="T56" fmla="*/ 1 w 246"/>
                <a:gd name="T57" fmla="*/ 3 h 424"/>
                <a:gd name="T58" fmla="*/ 1 w 246"/>
                <a:gd name="T59" fmla="*/ 3 h 424"/>
                <a:gd name="T60" fmla="*/ 1 w 246"/>
                <a:gd name="T61" fmla="*/ 3 h 424"/>
                <a:gd name="T62" fmla="*/ 1 w 246"/>
                <a:gd name="T63" fmla="*/ 3 h 424"/>
                <a:gd name="T64" fmla="*/ 0 w 246"/>
                <a:gd name="T65" fmla="*/ 3 h 424"/>
                <a:gd name="T66" fmla="*/ 0 w 246"/>
                <a:gd name="T67" fmla="*/ 3 h 424"/>
                <a:gd name="T68" fmla="*/ 0 w 246"/>
                <a:gd name="T69" fmla="*/ 3 h 424"/>
                <a:gd name="T70" fmla="*/ 0 w 246"/>
                <a:gd name="T71" fmla="*/ 3 h 424"/>
                <a:gd name="T72" fmla="*/ 0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0" y="424"/>
                  </a:moveTo>
                  <a:lnTo>
                    <a:pt x="0" y="424"/>
                  </a:lnTo>
                  <a:lnTo>
                    <a:pt x="26" y="422"/>
                  </a:lnTo>
                  <a:lnTo>
                    <a:pt x="51" y="416"/>
                  </a:lnTo>
                  <a:lnTo>
                    <a:pt x="75" y="406"/>
                  </a:lnTo>
                  <a:lnTo>
                    <a:pt x="96" y="390"/>
                  </a:lnTo>
                  <a:lnTo>
                    <a:pt x="119" y="373"/>
                  </a:lnTo>
                  <a:lnTo>
                    <a:pt x="139" y="351"/>
                  </a:lnTo>
                  <a:lnTo>
                    <a:pt x="157" y="326"/>
                  </a:lnTo>
                  <a:lnTo>
                    <a:pt x="175" y="299"/>
                  </a:lnTo>
                  <a:lnTo>
                    <a:pt x="191" y="269"/>
                  </a:lnTo>
                  <a:lnTo>
                    <a:pt x="205" y="236"/>
                  </a:lnTo>
                  <a:lnTo>
                    <a:pt x="217" y="202"/>
                  </a:lnTo>
                  <a:lnTo>
                    <a:pt x="228" y="163"/>
                  </a:lnTo>
                  <a:lnTo>
                    <a:pt x="236" y="125"/>
                  </a:lnTo>
                  <a:lnTo>
                    <a:pt x="242" y="86"/>
                  </a:lnTo>
                  <a:lnTo>
                    <a:pt x="245" y="42"/>
                  </a:lnTo>
                  <a:lnTo>
                    <a:pt x="246" y="0"/>
                  </a:lnTo>
                  <a:lnTo>
                    <a:pt x="235" y="0"/>
                  </a:lnTo>
                  <a:lnTo>
                    <a:pt x="233" y="42"/>
                  </a:lnTo>
                  <a:lnTo>
                    <a:pt x="230" y="83"/>
                  </a:lnTo>
                  <a:lnTo>
                    <a:pt x="224" y="123"/>
                  </a:lnTo>
                  <a:lnTo>
                    <a:pt x="216" y="161"/>
                  </a:lnTo>
                  <a:lnTo>
                    <a:pt x="205" y="197"/>
                  </a:lnTo>
                  <a:lnTo>
                    <a:pt x="194" y="231"/>
                  </a:lnTo>
                  <a:lnTo>
                    <a:pt x="180" y="264"/>
                  </a:lnTo>
                  <a:lnTo>
                    <a:pt x="166" y="292"/>
                  </a:lnTo>
                  <a:lnTo>
                    <a:pt x="148" y="319"/>
                  </a:lnTo>
                  <a:lnTo>
                    <a:pt x="129" y="344"/>
                  </a:lnTo>
                  <a:lnTo>
                    <a:pt x="109" y="364"/>
                  </a:lnTo>
                  <a:lnTo>
                    <a:pt x="89" y="381"/>
                  </a:lnTo>
                  <a:lnTo>
                    <a:pt x="68" y="394"/>
                  </a:lnTo>
                  <a:lnTo>
                    <a:pt x="46" y="405"/>
                  </a:lnTo>
                  <a:lnTo>
                    <a:pt x="24" y="410"/>
                  </a:lnTo>
                  <a:lnTo>
                    <a:pt x="0" y="413"/>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0704" name="Freeform 62"/>
            <p:cNvSpPr>
              <a:spLocks/>
            </p:cNvSpPr>
            <p:nvPr/>
          </p:nvSpPr>
          <p:spPr bwMode="auto">
            <a:xfrm>
              <a:off x="1343" y="2203"/>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2" y="42"/>
                  </a:lnTo>
                  <a:lnTo>
                    <a:pt x="5" y="86"/>
                  </a:lnTo>
                  <a:lnTo>
                    <a:pt x="11" y="125"/>
                  </a:lnTo>
                  <a:lnTo>
                    <a:pt x="19" y="163"/>
                  </a:lnTo>
                  <a:lnTo>
                    <a:pt x="30" y="202"/>
                  </a:lnTo>
                  <a:lnTo>
                    <a:pt x="41" y="236"/>
                  </a:lnTo>
                  <a:lnTo>
                    <a:pt x="56" y="269"/>
                  </a:lnTo>
                  <a:lnTo>
                    <a:pt x="72" y="299"/>
                  </a:lnTo>
                  <a:lnTo>
                    <a:pt x="90" y="326"/>
                  </a:lnTo>
                  <a:lnTo>
                    <a:pt x="108" y="351"/>
                  </a:lnTo>
                  <a:lnTo>
                    <a:pt x="127" y="373"/>
                  </a:lnTo>
                  <a:lnTo>
                    <a:pt x="149" y="390"/>
                  </a:lnTo>
                  <a:lnTo>
                    <a:pt x="172" y="406"/>
                  </a:lnTo>
                  <a:lnTo>
                    <a:pt x="195" y="416"/>
                  </a:lnTo>
                  <a:lnTo>
                    <a:pt x="220" y="422"/>
                  </a:lnTo>
                  <a:lnTo>
                    <a:pt x="245" y="424"/>
                  </a:lnTo>
                  <a:lnTo>
                    <a:pt x="245" y="413"/>
                  </a:lnTo>
                  <a:lnTo>
                    <a:pt x="222" y="410"/>
                  </a:lnTo>
                  <a:lnTo>
                    <a:pt x="200" y="405"/>
                  </a:lnTo>
                  <a:lnTo>
                    <a:pt x="179" y="394"/>
                  </a:lnTo>
                  <a:lnTo>
                    <a:pt x="156" y="381"/>
                  </a:lnTo>
                  <a:lnTo>
                    <a:pt x="136" y="364"/>
                  </a:lnTo>
                  <a:lnTo>
                    <a:pt x="118" y="344"/>
                  </a:lnTo>
                  <a:lnTo>
                    <a:pt x="99" y="319"/>
                  </a:lnTo>
                  <a:lnTo>
                    <a:pt x="81" y="292"/>
                  </a:lnTo>
                  <a:lnTo>
                    <a:pt x="67" y="264"/>
                  </a:lnTo>
                  <a:lnTo>
                    <a:pt x="53" y="231"/>
                  </a:lnTo>
                  <a:lnTo>
                    <a:pt x="41" y="197"/>
                  </a:lnTo>
                  <a:lnTo>
                    <a:pt x="31" y="161"/>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0705" name="Freeform 63"/>
            <p:cNvSpPr>
              <a:spLocks/>
            </p:cNvSpPr>
            <p:nvPr/>
          </p:nvSpPr>
          <p:spPr bwMode="auto">
            <a:xfrm>
              <a:off x="1343" y="2118"/>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1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20" y="3"/>
                  </a:lnTo>
                  <a:lnTo>
                    <a:pt x="195" y="9"/>
                  </a:lnTo>
                  <a:lnTo>
                    <a:pt x="172" y="19"/>
                  </a:lnTo>
                  <a:lnTo>
                    <a:pt x="149" y="34"/>
                  </a:lnTo>
                  <a:lnTo>
                    <a:pt x="127" y="53"/>
                  </a:lnTo>
                  <a:lnTo>
                    <a:pt x="108" y="75"/>
                  </a:lnTo>
                  <a:lnTo>
                    <a:pt x="90" y="99"/>
                  </a:lnTo>
                  <a:lnTo>
                    <a:pt x="71" y="126"/>
                  </a:lnTo>
                  <a:lnTo>
                    <a:pt x="56" y="158"/>
                  </a:lnTo>
                  <a:lnTo>
                    <a:pt x="41" y="190"/>
                  </a:lnTo>
                  <a:lnTo>
                    <a:pt x="30" y="224"/>
                  </a:lnTo>
                  <a:lnTo>
                    <a:pt x="19" y="262"/>
                  </a:lnTo>
                  <a:lnTo>
                    <a:pt x="11" y="301"/>
                  </a:lnTo>
                  <a:lnTo>
                    <a:pt x="5" y="340"/>
                  </a:lnTo>
                  <a:lnTo>
                    <a:pt x="2" y="384"/>
                  </a:lnTo>
                  <a:lnTo>
                    <a:pt x="0" y="426"/>
                  </a:lnTo>
                  <a:lnTo>
                    <a:pt x="12" y="426"/>
                  </a:lnTo>
                  <a:lnTo>
                    <a:pt x="13" y="384"/>
                  </a:lnTo>
                  <a:lnTo>
                    <a:pt x="17" y="343"/>
                  </a:lnTo>
                  <a:lnTo>
                    <a:pt x="23" y="303"/>
                  </a:lnTo>
                  <a:lnTo>
                    <a:pt x="31" y="264"/>
                  </a:lnTo>
                  <a:lnTo>
                    <a:pt x="41" y="229"/>
                  </a:lnTo>
                  <a:lnTo>
                    <a:pt x="53" y="195"/>
                  </a:lnTo>
                  <a:lnTo>
                    <a:pt x="67" y="162"/>
                  </a:lnTo>
                  <a:lnTo>
                    <a:pt x="82" y="133"/>
                  </a:lnTo>
                  <a:lnTo>
                    <a:pt x="99" y="106"/>
                  </a:lnTo>
                  <a:lnTo>
                    <a:pt x="118" y="83"/>
                  </a:lnTo>
                  <a:lnTo>
                    <a:pt x="136" y="63"/>
                  </a:lnTo>
                  <a:lnTo>
                    <a:pt x="156" y="44"/>
                  </a:lnTo>
                  <a:lnTo>
                    <a:pt x="179" y="31"/>
                  </a:lnTo>
                  <a:lnTo>
                    <a:pt x="200" y="20"/>
                  </a:lnTo>
                  <a:lnTo>
                    <a:pt x="222" y="15"/>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0706" name="Freeform 64"/>
            <p:cNvSpPr>
              <a:spLocks/>
            </p:cNvSpPr>
            <p:nvPr/>
          </p:nvSpPr>
          <p:spPr bwMode="auto">
            <a:xfrm>
              <a:off x="1384" y="1859"/>
              <a:ext cx="49" cy="84"/>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1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3" y="382"/>
                  </a:lnTo>
                  <a:lnTo>
                    <a:pt x="240" y="339"/>
                  </a:lnTo>
                  <a:lnTo>
                    <a:pt x="234" y="299"/>
                  </a:lnTo>
                  <a:lnTo>
                    <a:pt x="226" y="261"/>
                  </a:lnTo>
                  <a:lnTo>
                    <a:pt x="215" y="222"/>
                  </a:lnTo>
                  <a:lnTo>
                    <a:pt x="204" y="188"/>
                  </a:lnTo>
                  <a:lnTo>
                    <a:pt x="189" y="156"/>
                  </a:lnTo>
                  <a:lnTo>
                    <a:pt x="173" y="125"/>
                  </a:lnTo>
                  <a:lnTo>
                    <a:pt x="155" y="98"/>
                  </a:lnTo>
                  <a:lnTo>
                    <a:pt x="138" y="74"/>
                  </a:lnTo>
                  <a:lnTo>
                    <a:pt x="118" y="51"/>
                  </a:lnTo>
                  <a:lnTo>
                    <a:pt x="96" y="34"/>
                  </a:lnTo>
                  <a:lnTo>
                    <a:pt x="73" y="18"/>
                  </a:lnTo>
                  <a:lnTo>
                    <a:pt x="50" y="8"/>
                  </a:lnTo>
                  <a:lnTo>
                    <a:pt x="25" y="2"/>
                  </a:lnTo>
                  <a:lnTo>
                    <a:pt x="0" y="0"/>
                  </a:lnTo>
                  <a:lnTo>
                    <a:pt x="0" y="11"/>
                  </a:lnTo>
                  <a:lnTo>
                    <a:pt x="23" y="14"/>
                  </a:lnTo>
                  <a:lnTo>
                    <a:pt x="45" y="20"/>
                  </a:lnTo>
                  <a:lnTo>
                    <a:pt x="66" y="30"/>
                  </a:lnTo>
                  <a:lnTo>
                    <a:pt x="89" y="43"/>
                  </a:lnTo>
                  <a:lnTo>
                    <a:pt x="109" y="61"/>
                  </a:lnTo>
                  <a:lnTo>
                    <a:pt x="129" y="81"/>
                  </a:lnTo>
                  <a:lnTo>
                    <a:pt x="146" y="105"/>
                  </a:lnTo>
                  <a:lnTo>
                    <a:pt x="164" y="132"/>
                  </a:lnTo>
                  <a:lnTo>
                    <a:pt x="178" y="160"/>
                  </a:lnTo>
                  <a:lnTo>
                    <a:pt x="192" y="193"/>
                  </a:lnTo>
                  <a:lnTo>
                    <a:pt x="204" y="227"/>
                  </a:lnTo>
                  <a:lnTo>
                    <a:pt x="214" y="264"/>
                  </a:lnTo>
                  <a:lnTo>
                    <a:pt x="222" y="301"/>
                  </a:lnTo>
                  <a:lnTo>
                    <a:pt x="228"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0707" name="Freeform 65"/>
            <p:cNvSpPr>
              <a:spLocks/>
            </p:cNvSpPr>
            <p:nvPr/>
          </p:nvSpPr>
          <p:spPr bwMode="auto">
            <a:xfrm>
              <a:off x="1384" y="1943"/>
              <a:ext cx="49" cy="86"/>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5" y="423"/>
                  </a:lnTo>
                  <a:lnTo>
                    <a:pt x="50" y="418"/>
                  </a:lnTo>
                  <a:lnTo>
                    <a:pt x="73" y="407"/>
                  </a:lnTo>
                  <a:lnTo>
                    <a:pt x="96" y="392"/>
                  </a:lnTo>
                  <a:lnTo>
                    <a:pt x="118" y="374"/>
                  </a:lnTo>
                  <a:lnTo>
                    <a:pt x="138" y="352"/>
                  </a:lnTo>
                  <a:lnTo>
                    <a:pt x="155" y="327"/>
                  </a:lnTo>
                  <a:lnTo>
                    <a:pt x="174" y="300"/>
                  </a:lnTo>
                  <a:lnTo>
                    <a:pt x="189" y="269"/>
                  </a:lnTo>
                  <a:lnTo>
                    <a:pt x="204" y="237"/>
                  </a:lnTo>
                  <a:lnTo>
                    <a:pt x="215" y="202"/>
                  </a:lnTo>
                  <a:lnTo>
                    <a:pt x="226" y="164"/>
                  </a:lnTo>
                  <a:lnTo>
                    <a:pt x="234" y="126"/>
                  </a:lnTo>
                  <a:lnTo>
                    <a:pt x="240" y="86"/>
                  </a:lnTo>
                  <a:lnTo>
                    <a:pt x="243" y="42"/>
                  </a:lnTo>
                  <a:lnTo>
                    <a:pt x="245" y="0"/>
                  </a:lnTo>
                  <a:lnTo>
                    <a:pt x="233" y="0"/>
                  </a:lnTo>
                  <a:lnTo>
                    <a:pt x="232" y="42"/>
                  </a:lnTo>
                  <a:lnTo>
                    <a:pt x="228" y="83"/>
                  </a:lnTo>
                  <a:lnTo>
                    <a:pt x="222" y="123"/>
                  </a:lnTo>
                  <a:lnTo>
                    <a:pt x="214" y="162"/>
                  </a:lnTo>
                  <a:lnTo>
                    <a:pt x="204" y="197"/>
                  </a:lnTo>
                  <a:lnTo>
                    <a:pt x="192" y="232"/>
                  </a:lnTo>
                  <a:lnTo>
                    <a:pt x="178" y="264"/>
                  </a:lnTo>
                  <a:lnTo>
                    <a:pt x="163" y="293"/>
                  </a:lnTo>
                  <a:lnTo>
                    <a:pt x="146" y="320"/>
                  </a:lnTo>
                  <a:lnTo>
                    <a:pt x="129" y="345"/>
                  </a:lnTo>
                  <a:lnTo>
                    <a:pt x="109" y="365"/>
                  </a:lnTo>
                  <a:lnTo>
                    <a:pt x="89" y="382"/>
                  </a:lnTo>
                  <a:lnTo>
                    <a:pt x="66" y="395"/>
                  </a:lnTo>
                  <a:lnTo>
                    <a:pt x="45" y="406"/>
                  </a:lnTo>
                  <a:lnTo>
                    <a:pt x="23"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0708" name="Freeform 66"/>
            <p:cNvSpPr>
              <a:spLocks/>
            </p:cNvSpPr>
            <p:nvPr/>
          </p:nvSpPr>
          <p:spPr bwMode="auto">
            <a:xfrm>
              <a:off x="1335" y="1943"/>
              <a:ext cx="49" cy="86"/>
            </a:xfrm>
            <a:custGeom>
              <a:avLst/>
              <a:gdLst>
                <a:gd name="T0" fmla="*/ 0 w 246"/>
                <a:gd name="T1" fmla="*/ 0 h 426"/>
                <a:gd name="T2" fmla="*/ 0 w 246"/>
                <a:gd name="T3" fmla="*/ 0 h 426"/>
                <a:gd name="T4" fmla="*/ 0 w 246"/>
                <a:gd name="T5" fmla="*/ 0 h 426"/>
                <a:gd name="T6" fmla="*/ 0 w 246"/>
                <a:gd name="T7" fmla="*/ 1 h 426"/>
                <a:gd name="T8" fmla="*/ 0 w 246"/>
                <a:gd name="T9" fmla="*/ 1 h 426"/>
                <a:gd name="T10" fmla="*/ 0 w 246"/>
                <a:gd name="T11" fmla="*/ 1 h 426"/>
                <a:gd name="T12" fmla="*/ 0 w 246"/>
                <a:gd name="T13" fmla="*/ 2 h 426"/>
                <a:gd name="T14" fmla="*/ 0 w 246"/>
                <a:gd name="T15" fmla="*/ 2 h 426"/>
                <a:gd name="T16" fmla="*/ 0 w 246"/>
                <a:gd name="T17" fmla="*/ 2 h 426"/>
                <a:gd name="T18" fmla="*/ 1 w 246"/>
                <a:gd name="T19" fmla="*/ 2 h 426"/>
                <a:gd name="T20" fmla="*/ 1 w 246"/>
                <a:gd name="T21" fmla="*/ 3 h 426"/>
                <a:gd name="T22" fmla="*/ 1 w 246"/>
                <a:gd name="T23" fmla="*/ 3 h 426"/>
                <a:gd name="T24" fmla="*/ 1 w 246"/>
                <a:gd name="T25" fmla="*/ 3 h 426"/>
                <a:gd name="T26" fmla="*/ 1 w 246"/>
                <a:gd name="T27" fmla="*/ 3 h 426"/>
                <a:gd name="T28" fmla="*/ 1 w 246"/>
                <a:gd name="T29" fmla="*/ 3 h 426"/>
                <a:gd name="T30" fmla="*/ 2 w 246"/>
                <a:gd name="T31" fmla="*/ 3 h 426"/>
                <a:gd name="T32" fmla="*/ 2 w 246"/>
                <a:gd name="T33" fmla="*/ 3 h 426"/>
                <a:gd name="T34" fmla="*/ 2 w 246"/>
                <a:gd name="T35" fmla="*/ 3 h 426"/>
                <a:gd name="T36" fmla="*/ 2 w 246"/>
                <a:gd name="T37" fmla="*/ 3 h 426"/>
                <a:gd name="T38" fmla="*/ 2 w 246"/>
                <a:gd name="T39" fmla="*/ 3 h 426"/>
                <a:gd name="T40" fmla="*/ 2 w 246"/>
                <a:gd name="T41" fmla="*/ 3 h 426"/>
                <a:gd name="T42" fmla="*/ 1 w 246"/>
                <a:gd name="T43" fmla="*/ 3 h 426"/>
                <a:gd name="T44" fmla="*/ 1 w 246"/>
                <a:gd name="T45" fmla="*/ 3 h 426"/>
                <a:gd name="T46" fmla="*/ 1 w 246"/>
                <a:gd name="T47" fmla="*/ 3 h 426"/>
                <a:gd name="T48" fmla="*/ 1 w 246"/>
                <a:gd name="T49" fmla="*/ 3 h 426"/>
                <a:gd name="T50" fmla="*/ 1 w 246"/>
                <a:gd name="T51" fmla="*/ 3 h 426"/>
                <a:gd name="T52" fmla="*/ 1 w 246"/>
                <a:gd name="T53" fmla="*/ 2 h 426"/>
                <a:gd name="T54" fmla="*/ 1 w 246"/>
                <a:gd name="T55" fmla="*/ 2 h 426"/>
                <a:gd name="T56" fmla="*/ 0 w 246"/>
                <a:gd name="T57" fmla="*/ 2 h 426"/>
                <a:gd name="T58" fmla="*/ 0 w 246"/>
                <a:gd name="T59" fmla="*/ 2 h 426"/>
                <a:gd name="T60" fmla="*/ 0 w 246"/>
                <a:gd name="T61" fmla="*/ 1 h 426"/>
                <a:gd name="T62" fmla="*/ 0 w 246"/>
                <a:gd name="T63" fmla="*/ 1 h 426"/>
                <a:gd name="T64" fmla="*/ 0 w 246"/>
                <a:gd name="T65" fmla="*/ 1 h 426"/>
                <a:gd name="T66" fmla="*/ 0 w 246"/>
                <a:gd name="T67" fmla="*/ 0 h 426"/>
                <a:gd name="T68" fmla="*/ 0 w 246"/>
                <a:gd name="T69" fmla="*/ 0 h 426"/>
                <a:gd name="T70" fmla="*/ 0 w 246"/>
                <a:gd name="T71" fmla="*/ 0 h 426"/>
                <a:gd name="T72" fmla="*/ 0 w 246"/>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0"/>
                  </a:moveTo>
                  <a:lnTo>
                    <a:pt x="0" y="0"/>
                  </a:lnTo>
                  <a:lnTo>
                    <a:pt x="1" y="42"/>
                  </a:lnTo>
                  <a:lnTo>
                    <a:pt x="4" y="86"/>
                  </a:lnTo>
                  <a:lnTo>
                    <a:pt x="10" y="126"/>
                  </a:lnTo>
                  <a:lnTo>
                    <a:pt x="18" y="164"/>
                  </a:lnTo>
                  <a:lnTo>
                    <a:pt x="29" y="202"/>
                  </a:lnTo>
                  <a:lnTo>
                    <a:pt x="41" y="237"/>
                  </a:lnTo>
                  <a:lnTo>
                    <a:pt x="55" y="269"/>
                  </a:lnTo>
                  <a:lnTo>
                    <a:pt x="71" y="300"/>
                  </a:lnTo>
                  <a:lnTo>
                    <a:pt x="89" y="327"/>
                  </a:lnTo>
                  <a:lnTo>
                    <a:pt x="107" y="352"/>
                  </a:lnTo>
                  <a:lnTo>
                    <a:pt x="127" y="374"/>
                  </a:lnTo>
                  <a:lnTo>
                    <a:pt x="150" y="392"/>
                  </a:lnTo>
                  <a:lnTo>
                    <a:pt x="171" y="407"/>
                  </a:lnTo>
                  <a:lnTo>
                    <a:pt x="195" y="418"/>
                  </a:lnTo>
                  <a:lnTo>
                    <a:pt x="220" y="423"/>
                  </a:lnTo>
                  <a:lnTo>
                    <a:pt x="246" y="426"/>
                  </a:lnTo>
                  <a:lnTo>
                    <a:pt x="246" y="414"/>
                  </a:lnTo>
                  <a:lnTo>
                    <a:pt x="222" y="412"/>
                  </a:lnTo>
                  <a:lnTo>
                    <a:pt x="200" y="406"/>
                  </a:lnTo>
                  <a:lnTo>
                    <a:pt x="178" y="395"/>
                  </a:lnTo>
                  <a:lnTo>
                    <a:pt x="157" y="382"/>
                  </a:lnTo>
                  <a:lnTo>
                    <a:pt x="137" y="365"/>
                  </a:lnTo>
                  <a:lnTo>
                    <a:pt x="117" y="345"/>
                  </a:lnTo>
                  <a:lnTo>
                    <a:pt x="98" y="320"/>
                  </a:lnTo>
                  <a:lnTo>
                    <a:pt x="83" y="293"/>
                  </a:lnTo>
                  <a:lnTo>
                    <a:pt x="66" y="264"/>
                  </a:lnTo>
                  <a:lnTo>
                    <a:pt x="52" y="232"/>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0709" name="Freeform 67"/>
            <p:cNvSpPr>
              <a:spLocks/>
            </p:cNvSpPr>
            <p:nvPr/>
          </p:nvSpPr>
          <p:spPr bwMode="auto">
            <a:xfrm>
              <a:off x="1335" y="1859"/>
              <a:ext cx="49" cy="84"/>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1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0" y="2"/>
                  </a:lnTo>
                  <a:lnTo>
                    <a:pt x="195" y="8"/>
                  </a:lnTo>
                  <a:lnTo>
                    <a:pt x="171" y="18"/>
                  </a:lnTo>
                  <a:lnTo>
                    <a:pt x="150" y="34"/>
                  </a:lnTo>
                  <a:lnTo>
                    <a:pt x="127" y="51"/>
                  </a:lnTo>
                  <a:lnTo>
                    <a:pt x="107" y="74"/>
                  </a:lnTo>
                  <a:lnTo>
                    <a:pt x="89" y="98"/>
                  </a:lnTo>
                  <a:lnTo>
                    <a:pt x="72" y="125"/>
                  </a:lnTo>
                  <a:lnTo>
                    <a:pt x="55" y="156"/>
                  </a:lnTo>
                  <a:lnTo>
                    <a:pt x="41" y="188"/>
                  </a:lnTo>
                  <a:lnTo>
                    <a:pt x="29" y="222"/>
                  </a:lnTo>
                  <a:lnTo>
                    <a:pt x="18" y="261"/>
                  </a:lnTo>
                  <a:lnTo>
                    <a:pt x="10" y="299"/>
                  </a:lnTo>
                  <a:lnTo>
                    <a:pt x="4" y="339"/>
                  </a:lnTo>
                  <a:lnTo>
                    <a:pt x="1" y="382"/>
                  </a:lnTo>
                  <a:lnTo>
                    <a:pt x="0" y="424"/>
                  </a:lnTo>
                  <a:lnTo>
                    <a:pt x="11" y="424"/>
                  </a:lnTo>
                  <a:lnTo>
                    <a:pt x="13" y="382"/>
                  </a:lnTo>
                  <a:lnTo>
                    <a:pt x="16" y="341"/>
                  </a:lnTo>
                  <a:lnTo>
                    <a:pt x="22" y="301"/>
                  </a:lnTo>
                  <a:lnTo>
                    <a:pt x="30" y="264"/>
                  </a:lnTo>
                  <a:lnTo>
                    <a:pt x="41" y="227"/>
                  </a:lnTo>
                  <a:lnTo>
                    <a:pt x="52" y="193"/>
                  </a:lnTo>
                  <a:lnTo>
                    <a:pt x="66" y="160"/>
                  </a:lnTo>
                  <a:lnTo>
                    <a:pt x="82" y="132"/>
                  </a:lnTo>
                  <a:lnTo>
                    <a:pt x="98" y="105"/>
                  </a:lnTo>
                  <a:lnTo>
                    <a:pt x="117" y="81"/>
                  </a:lnTo>
                  <a:lnTo>
                    <a:pt x="137" y="61"/>
                  </a:lnTo>
                  <a:lnTo>
                    <a:pt x="157" y="43"/>
                  </a:lnTo>
                  <a:lnTo>
                    <a:pt x="178" y="30"/>
                  </a:lnTo>
                  <a:lnTo>
                    <a:pt x="200" y="20"/>
                  </a:lnTo>
                  <a:lnTo>
                    <a:pt x="222" y="14"/>
                  </a:lnTo>
                  <a:lnTo>
                    <a:pt x="246" y="11"/>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0710" name="Freeform 68"/>
            <p:cNvSpPr>
              <a:spLocks/>
            </p:cNvSpPr>
            <p:nvPr/>
          </p:nvSpPr>
          <p:spPr bwMode="auto">
            <a:xfrm>
              <a:off x="1552" y="1751"/>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1" y="339"/>
                  </a:lnTo>
                  <a:lnTo>
                    <a:pt x="235" y="299"/>
                  </a:lnTo>
                  <a:lnTo>
                    <a:pt x="226" y="261"/>
                  </a:lnTo>
                  <a:lnTo>
                    <a:pt x="216" y="223"/>
                  </a:lnTo>
                  <a:lnTo>
                    <a:pt x="204" y="189"/>
                  </a:lnTo>
                  <a:lnTo>
                    <a:pt x="190" y="156"/>
                  </a:lnTo>
                  <a:lnTo>
                    <a:pt x="174" y="125"/>
                  </a:lnTo>
                  <a:lnTo>
                    <a:pt x="156" y="98"/>
                  </a:lnTo>
                  <a:lnTo>
                    <a:pt x="137" y="74"/>
                  </a:lnTo>
                  <a:lnTo>
                    <a:pt x="119" y="52"/>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8" y="81"/>
                  </a:lnTo>
                  <a:lnTo>
                    <a:pt x="147" y="105"/>
                  </a:lnTo>
                  <a:lnTo>
                    <a:pt x="164" y="132"/>
                  </a:lnTo>
                  <a:lnTo>
                    <a:pt x="178" y="161"/>
                  </a:lnTo>
                  <a:lnTo>
                    <a:pt x="193" y="193"/>
                  </a:lnTo>
                  <a:lnTo>
                    <a:pt x="204" y="227"/>
                  </a:lnTo>
                  <a:lnTo>
                    <a:pt x="215" y="264"/>
                  </a:lnTo>
                  <a:lnTo>
                    <a:pt x="223" y="301"/>
                  </a:lnTo>
                  <a:lnTo>
                    <a:pt x="229" y="341"/>
                  </a:lnTo>
                  <a:lnTo>
                    <a:pt x="232" y="382"/>
                  </a:lnTo>
                  <a:lnTo>
                    <a:pt x="234"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0711" name="Freeform 69"/>
            <p:cNvSpPr>
              <a:spLocks/>
            </p:cNvSpPr>
            <p:nvPr/>
          </p:nvSpPr>
          <p:spPr bwMode="auto">
            <a:xfrm>
              <a:off x="1552" y="1836"/>
              <a:ext cx="49" cy="85"/>
            </a:xfrm>
            <a:custGeom>
              <a:avLst/>
              <a:gdLst>
                <a:gd name="T0" fmla="*/ 0 w 245"/>
                <a:gd name="T1" fmla="*/ 3 h 425"/>
                <a:gd name="T2" fmla="*/ 0 w 245"/>
                <a:gd name="T3" fmla="*/ 3 h 425"/>
                <a:gd name="T4" fmla="*/ 0 w 245"/>
                <a:gd name="T5" fmla="*/ 3 h 425"/>
                <a:gd name="T6" fmla="*/ 0 w 245"/>
                <a:gd name="T7" fmla="*/ 3 h 425"/>
                <a:gd name="T8" fmla="*/ 1 w 245"/>
                <a:gd name="T9" fmla="*/ 3 h 425"/>
                <a:gd name="T10" fmla="*/ 1 w 245"/>
                <a:gd name="T11" fmla="*/ 3 h 425"/>
                <a:gd name="T12" fmla="*/ 1 w 245"/>
                <a:gd name="T13" fmla="*/ 3 h 425"/>
                <a:gd name="T14" fmla="*/ 1 w 245"/>
                <a:gd name="T15" fmla="*/ 3 h 425"/>
                <a:gd name="T16" fmla="*/ 1 w 245"/>
                <a:gd name="T17" fmla="*/ 3 h 425"/>
                <a:gd name="T18" fmla="*/ 1 w 245"/>
                <a:gd name="T19" fmla="*/ 2 h 425"/>
                <a:gd name="T20" fmla="*/ 2 w 245"/>
                <a:gd name="T21" fmla="*/ 2 h 425"/>
                <a:gd name="T22" fmla="*/ 2 w 245"/>
                <a:gd name="T23" fmla="*/ 2 h 425"/>
                <a:gd name="T24" fmla="*/ 2 w 245"/>
                <a:gd name="T25" fmla="*/ 2 h 425"/>
                <a:gd name="T26" fmla="*/ 2 w 245"/>
                <a:gd name="T27" fmla="*/ 1 h 425"/>
                <a:gd name="T28" fmla="*/ 2 w 245"/>
                <a:gd name="T29" fmla="*/ 1 h 425"/>
                <a:gd name="T30" fmla="*/ 2 w 245"/>
                <a:gd name="T31" fmla="*/ 1 h 425"/>
                <a:gd name="T32" fmla="*/ 2 w 245"/>
                <a:gd name="T33" fmla="*/ 0 h 425"/>
                <a:gd name="T34" fmla="*/ 2 w 245"/>
                <a:gd name="T35" fmla="*/ 0 h 425"/>
                <a:gd name="T36" fmla="*/ 2 w 245"/>
                <a:gd name="T37" fmla="*/ 0 h 425"/>
                <a:gd name="T38" fmla="*/ 2 w 245"/>
                <a:gd name="T39" fmla="*/ 0 h 425"/>
                <a:gd name="T40" fmla="*/ 2 w 245"/>
                <a:gd name="T41" fmla="*/ 1 h 425"/>
                <a:gd name="T42" fmla="*/ 2 w 245"/>
                <a:gd name="T43" fmla="*/ 1 h 425"/>
                <a:gd name="T44" fmla="*/ 2 w 245"/>
                <a:gd name="T45" fmla="*/ 1 h 425"/>
                <a:gd name="T46" fmla="*/ 2 w 245"/>
                <a:gd name="T47" fmla="*/ 2 h 425"/>
                <a:gd name="T48" fmla="*/ 2 w 245"/>
                <a:gd name="T49" fmla="*/ 2 h 425"/>
                <a:gd name="T50" fmla="*/ 1 w 245"/>
                <a:gd name="T51" fmla="*/ 2 h 425"/>
                <a:gd name="T52" fmla="*/ 1 w 245"/>
                <a:gd name="T53" fmla="*/ 2 h 425"/>
                <a:gd name="T54" fmla="*/ 1 w 245"/>
                <a:gd name="T55" fmla="*/ 3 h 425"/>
                <a:gd name="T56" fmla="*/ 1 w 245"/>
                <a:gd name="T57" fmla="*/ 3 h 425"/>
                <a:gd name="T58" fmla="*/ 1 w 245"/>
                <a:gd name="T59" fmla="*/ 3 h 425"/>
                <a:gd name="T60" fmla="*/ 1 w 245"/>
                <a:gd name="T61" fmla="*/ 3 h 425"/>
                <a:gd name="T62" fmla="*/ 1 w 245"/>
                <a:gd name="T63" fmla="*/ 3 h 425"/>
                <a:gd name="T64" fmla="*/ 0 w 245"/>
                <a:gd name="T65" fmla="*/ 3 h 425"/>
                <a:gd name="T66" fmla="*/ 0 w 245"/>
                <a:gd name="T67" fmla="*/ 3 h 425"/>
                <a:gd name="T68" fmla="*/ 0 w 245"/>
                <a:gd name="T69" fmla="*/ 3 h 425"/>
                <a:gd name="T70" fmla="*/ 0 w 245"/>
                <a:gd name="T71" fmla="*/ 3 h 425"/>
                <a:gd name="T72" fmla="*/ 0 w 245"/>
                <a:gd name="T73" fmla="*/ 3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5"/>
                <a:gd name="T113" fmla="*/ 245 w 245"/>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5">
                  <a:moveTo>
                    <a:pt x="0" y="425"/>
                  </a:moveTo>
                  <a:lnTo>
                    <a:pt x="0" y="425"/>
                  </a:lnTo>
                  <a:lnTo>
                    <a:pt x="26" y="422"/>
                  </a:lnTo>
                  <a:lnTo>
                    <a:pt x="51" y="417"/>
                  </a:lnTo>
                  <a:lnTo>
                    <a:pt x="74" y="406"/>
                  </a:lnTo>
                  <a:lnTo>
                    <a:pt x="96" y="391"/>
                  </a:lnTo>
                  <a:lnTo>
                    <a:pt x="119" y="373"/>
                  </a:lnTo>
                  <a:lnTo>
                    <a:pt x="137" y="351"/>
                  </a:lnTo>
                  <a:lnTo>
                    <a:pt x="156" y="326"/>
                  </a:lnTo>
                  <a:lnTo>
                    <a:pt x="174" y="299"/>
                  </a:lnTo>
                  <a:lnTo>
                    <a:pt x="190" y="269"/>
                  </a:lnTo>
                  <a:lnTo>
                    <a:pt x="204" y="236"/>
                  </a:lnTo>
                  <a:lnTo>
                    <a:pt x="216" y="202"/>
                  </a:lnTo>
                  <a:lnTo>
                    <a:pt x="226" y="163"/>
                  </a:lnTo>
                  <a:lnTo>
                    <a:pt x="235" y="126"/>
                  </a:lnTo>
                  <a:lnTo>
                    <a:pt x="241" y="86"/>
                  </a:lnTo>
                  <a:lnTo>
                    <a:pt x="244" y="43"/>
                  </a:lnTo>
                  <a:lnTo>
                    <a:pt x="245" y="0"/>
                  </a:lnTo>
                  <a:lnTo>
                    <a:pt x="234" y="0"/>
                  </a:lnTo>
                  <a:lnTo>
                    <a:pt x="232" y="43"/>
                  </a:lnTo>
                  <a:lnTo>
                    <a:pt x="229" y="84"/>
                  </a:lnTo>
                  <a:lnTo>
                    <a:pt x="223" y="123"/>
                  </a:lnTo>
                  <a:lnTo>
                    <a:pt x="215" y="161"/>
                  </a:lnTo>
                  <a:lnTo>
                    <a:pt x="204" y="197"/>
                  </a:lnTo>
                  <a:lnTo>
                    <a:pt x="193" y="231"/>
                  </a:lnTo>
                  <a:lnTo>
                    <a:pt x="178" y="264"/>
                  </a:lnTo>
                  <a:lnTo>
                    <a:pt x="164" y="292"/>
                  </a:lnTo>
                  <a:lnTo>
                    <a:pt x="147" y="319"/>
                  </a:lnTo>
                  <a:lnTo>
                    <a:pt x="128" y="344"/>
                  </a:lnTo>
                  <a:lnTo>
                    <a:pt x="109" y="364"/>
                  </a:lnTo>
                  <a:lnTo>
                    <a:pt x="89" y="381"/>
                  </a:lnTo>
                  <a:lnTo>
                    <a:pt x="67" y="394"/>
                  </a:lnTo>
                  <a:lnTo>
                    <a:pt x="46" y="405"/>
                  </a:lnTo>
                  <a:lnTo>
                    <a:pt x="24" y="411"/>
                  </a:lnTo>
                  <a:lnTo>
                    <a:pt x="0" y="413"/>
                  </a:lnTo>
                  <a:lnTo>
                    <a:pt x="0" y="425"/>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0712" name="Freeform 70"/>
            <p:cNvSpPr>
              <a:spLocks/>
            </p:cNvSpPr>
            <p:nvPr/>
          </p:nvSpPr>
          <p:spPr bwMode="auto">
            <a:xfrm>
              <a:off x="1502" y="1836"/>
              <a:ext cx="50" cy="85"/>
            </a:xfrm>
            <a:custGeom>
              <a:avLst/>
              <a:gdLst>
                <a:gd name="T0" fmla="*/ 0 w 246"/>
                <a:gd name="T1" fmla="*/ 0 h 425"/>
                <a:gd name="T2" fmla="*/ 0 w 246"/>
                <a:gd name="T3" fmla="*/ 0 h 425"/>
                <a:gd name="T4" fmla="*/ 0 w 246"/>
                <a:gd name="T5" fmla="*/ 0 h 425"/>
                <a:gd name="T6" fmla="*/ 0 w 246"/>
                <a:gd name="T7" fmla="*/ 1 h 425"/>
                <a:gd name="T8" fmla="*/ 0 w 246"/>
                <a:gd name="T9" fmla="*/ 1 h 425"/>
                <a:gd name="T10" fmla="*/ 0 w 246"/>
                <a:gd name="T11" fmla="*/ 1 h 425"/>
                <a:gd name="T12" fmla="*/ 0 w 246"/>
                <a:gd name="T13" fmla="*/ 2 h 425"/>
                <a:gd name="T14" fmla="*/ 0 w 246"/>
                <a:gd name="T15" fmla="*/ 2 h 425"/>
                <a:gd name="T16" fmla="*/ 0 w 246"/>
                <a:gd name="T17" fmla="*/ 2 h 425"/>
                <a:gd name="T18" fmla="*/ 1 w 246"/>
                <a:gd name="T19" fmla="*/ 2 h 425"/>
                <a:gd name="T20" fmla="*/ 1 w 246"/>
                <a:gd name="T21" fmla="*/ 3 h 425"/>
                <a:gd name="T22" fmla="*/ 1 w 246"/>
                <a:gd name="T23" fmla="*/ 3 h 425"/>
                <a:gd name="T24" fmla="*/ 1 w 246"/>
                <a:gd name="T25" fmla="*/ 3 h 425"/>
                <a:gd name="T26" fmla="*/ 1 w 246"/>
                <a:gd name="T27" fmla="*/ 3 h 425"/>
                <a:gd name="T28" fmla="*/ 1 w 246"/>
                <a:gd name="T29" fmla="*/ 3 h 425"/>
                <a:gd name="T30" fmla="*/ 2 w 246"/>
                <a:gd name="T31" fmla="*/ 3 h 425"/>
                <a:gd name="T32" fmla="*/ 2 w 246"/>
                <a:gd name="T33" fmla="*/ 3 h 425"/>
                <a:gd name="T34" fmla="*/ 2 w 246"/>
                <a:gd name="T35" fmla="*/ 3 h 425"/>
                <a:gd name="T36" fmla="*/ 2 w 246"/>
                <a:gd name="T37" fmla="*/ 3 h 425"/>
                <a:gd name="T38" fmla="*/ 2 w 246"/>
                <a:gd name="T39" fmla="*/ 3 h 425"/>
                <a:gd name="T40" fmla="*/ 2 w 246"/>
                <a:gd name="T41" fmla="*/ 3 h 425"/>
                <a:gd name="T42" fmla="*/ 1 w 246"/>
                <a:gd name="T43" fmla="*/ 3 h 425"/>
                <a:gd name="T44" fmla="*/ 1 w 246"/>
                <a:gd name="T45" fmla="*/ 3 h 425"/>
                <a:gd name="T46" fmla="*/ 1 w 246"/>
                <a:gd name="T47" fmla="*/ 3 h 425"/>
                <a:gd name="T48" fmla="*/ 1 w 246"/>
                <a:gd name="T49" fmla="*/ 3 h 425"/>
                <a:gd name="T50" fmla="*/ 1 w 246"/>
                <a:gd name="T51" fmla="*/ 3 h 425"/>
                <a:gd name="T52" fmla="*/ 1 w 246"/>
                <a:gd name="T53" fmla="*/ 2 h 425"/>
                <a:gd name="T54" fmla="*/ 1 w 246"/>
                <a:gd name="T55" fmla="*/ 2 h 425"/>
                <a:gd name="T56" fmla="*/ 0 w 246"/>
                <a:gd name="T57" fmla="*/ 2 h 425"/>
                <a:gd name="T58" fmla="*/ 0 w 246"/>
                <a:gd name="T59" fmla="*/ 2 h 425"/>
                <a:gd name="T60" fmla="*/ 0 w 246"/>
                <a:gd name="T61" fmla="*/ 1 h 425"/>
                <a:gd name="T62" fmla="*/ 0 w 246"/>
                <a:gd name="T63" fmla="*/ 1 h 425"/>
                <a:gd name="T64" fmla="*/ 0 w 246"/>
                <a:gd name="T65" fmla="*/ 1 h 425"/>
                <a:gd name="T66" fmla="*/ 0 w 246"/>
                <a:gd name="T67" fmla="*/ 0 h 425"/>
                <a:gd name="T68" fmla="*/ 0 w 246"/>
                <a:gd name="T69" fmla="*/ 0 h 425"/>
                <a:gd name="T70" fmla="*/ 0 w 246"/>
                <a:gd name="T71" fmla="*/ 0 h 425"/>
                <a:gd name="T72" fmla="*/ 0 w 246"/>
                <a:gd name="T73" fmla="*/ 0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5"/>
                <a:gd name="T113" fmla="*/ 246 w 246"/>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5">
                  <a:moveTo>
                    <a:pt x="0" y="0"/>
                  </a:moveTo>
                  <a:lnTo>
                    <a:pt x="0" y="0"/>
                  </a:lnTo>
                  <a:lnTo>
                    <a:pt x="2" y="43"/>
                  </a:lnTo>
                  <a:lnTo>
                    <a:pt x="5" y="86"/>
                  </a:lnTo>
                  <a:lnTo>
                    <a:pt x="11" y="126"/>
                  </a:lnTo>
                  <a:lnTo>
                    <a:pt x="19" y="163"/>
                  </a:lnTo>
                  <a:lnTo>
                    <a:pt x="30" y="202"/>
                  </a:lnTo>
                  <a:lnTo>
                    <a:pt x="41" y="236"/>
                  </a:lnTo>
                  <a:lnTo>
                    <a:pt x="55" y="269"/>
                  </a:lnTo>
                  <a:lnTo>
                    <a:pt x="73" y="299"/>
                  </a:lnTo>
                  <a:lnTo>
                    <a:pt x="89" y="326"/>
                  </a:lnTo>
                  <a:lnTo>
                    <a:pt x="108" y="351"/>
                  </a:lnTo>
                  <a:lnTo>
                    <a:pt x="128" y="373"/>
                  </a:lnTo>
                  <a:lnTo>
                    <a:pt x="150" y="391"/>
                  </a:lnTo>
                  <a:lnTo>
                    <a:pt x="171" y="406"/>
                  </a:lnTo>
                  <a:lnTo>
                    <a:pt x="196" y="417"/>
                  </a:lnTo>
                  <a:lnTo>
                    <a:pt x="221" y="422"/>
                  </a:lnTo>
                  <a:lnTo>
                    <a:pt x="246" y="425"/>
                  </a:lnTo>
                  <a:lnTo>
                    <a:pt x="246" y="413"/>
                  </a:lnTo>
                  <a:lnTo>
                    <a:pt x="223" y="411"/>
                  </a:lnTo>
                  <a:lnTo>
                    <a:pt x="201" y="405"/>
                  </a:lnTo>
                  <a:lnTo>
                    <a:pt x="178" y="394"/>
                  </a:lnTo>
                  <a:lnTo>
                    <a:pt x="157" y="381"/>
                  </a:lnTo>
                  <a:lnTo>
                    <a:pt x="137" y="364"/>
                  </a:lnTo>
                  <a:lnTo>
                    <a:pt x="117" y="344"/>
                  </a:lnTo>
                  <a:lnTo>
                    <a:pt x="99" y="319"/>
                  </a:lnTo>
                  <a:lnTo>
                    <a:pt x="82" y="292"/>
                  </a:lnTo>
                  <a:lnTo>
                    <a:pt x="67" y="264"/>
                  </a:lnTo>
                  <a:lnTo>
                    <a:pt x="53" y="231"/>
                  </a:lnTo>
                  <a:lnTo>
                    <a:pt x="41" y="197"/>
                  </a:lnTo>
                  <a:lnTo>
                    <a:pt x="31" y="161"/>
                  </a:lnTo>
                  <a:lnTo>
                    <a:pt x="23" y="123"/>
                  </a:lnTo>
                  <a:lnTo>
                    <a:pt x="17" y="84"/>
                  </a:lnTo>
                  <a:lnTo>
                    <a:pt x="13" y="4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0713" name="Freeform 71"/>
            <p:cNvSpPr>
              <a:spLocks/>
            </p:cNvSpPr>
            <p:nvPr/>
          </p:nvSpPr>
          <p:spPr bwMode="auto">
            <a:xfrm>
              <a:off x="1502" y="1751"/>
              <a:ext cx="50" cy="85"/>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2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1" y="2"/>
                  </a:lnTo>
                  <a:lnTo>
                    <a:pt x="196" y="8"/>
                  </a:lnTo>
                  <a:lnTo>
                    <a:pt x="171" y="19"/>
                  </a:lnTo>
                  <a:lnTo>
                    <a:pt x="150" y="34"/>
                  </a:lnTo>
                  <a:lnTo>
                    <a:pt x="128" y="52"/>
                  </a:lnTo>
                  <a:lnTo>
                    <a:pt x="108" y="74"/>
                  </a:lnTo>
                  <a:lnTo>
                    <a:pt x="89" y="98"/>
                  </a:lnTo>
                  <a:lnTo>
                    <a:pt x="73" y="125"/>
                  </a:lnTo>
                  <a:lnTo>
                    <a:pt x="55" y="156"/>
                  </a:lnTo>
                  <a:lnTo>
                    <a:pt x="41" y="189"/>
                  </a:lnTo>
                  <a:lnTo>
                    <a:pt x="30" y="223"/>
                  </a:lnTo>
                  <a:lnTo>
                    <a:pt x="19" y="261"/>
                  </a:lnTo>
                  <a:lnTo>
                    <a:pt x="11" y="299"/>
                  </a:lnTo>
                  <a:lnTo>
                    <a:pt x="5" y="339"/>
                  </a:lnTo>
                  <a:lnTo>
                    <a:pt x="2" y="382"/>
                  </a:lnTo>
                  <a:lnTo>
                    <a:pt x="0" y="424"/>
                  </a:lnTo>
                  <a:lnTo>
                    <a:pt x="12" y="424"/>
                  </a:lnTo>
                  <a:lnTo>
                    <a:pt x="13" y="382"/>
                  </a:lnTo>
                  <a:lnTo>
                    <a:pt x="17" y="341"/>
                  </a:lnTo>
                  <a:lnTo>
                    <a:pt x="23" y="301"/>
                  </a:lnTo>
                  <a:lnTo>
                    <a:pt x="31" y="264"/>
                  </a:lnTo>
                  <a:lnTo>
                    <a:pt x="41" y="227"/>
                  </a:lnTo>
                  <a:lnTo>
                    <a:pt x="53" y="193"/>
                  </a:lnTo>
                  <a:lnTo>
                    <a:pt x="67" y="161"/>
                  </a:lnTo>
                  <a:lnTo>
                    <a:pt x="82" y="132"/>
                  </a:lnTo>
                  <a:lnTo>
                    <a:pt x="99" y="105"/>
                  </a:lnTo>
                  <a:lnTo>
                    <a:pt x="117" y="81"/>
                  </a:lnTo>
                  <a:lnTo>
                    <a:pt x="137" y="61"/>
                  </a:lnTo>
                  <a:lnTo>
                    <a:pt x="157" y="43"/>
                  </a:lnTo>
                  <a:lnTo>
                    <a:pt x="178" y="30"/>
                  </a:lnTo>
                  <a:lnTo>
                    <a:pt x="201" y="20"/>
                  </a:lnTo>
                  <a:lnTo>
                    <a:pt x="223" y="14"/>
                  </a:lnTo>
                  <a:lnTo>
                    <a:pt x="246" y="12"/>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0714" name="Freeform 72"/>
            <p:cNvSpPr>
              <a:spLocks/>
            </p:cNvSpPr>
            <p:nvPr/>
          </p:nvSpPr>
          <p:spPr bwMode="auto">
            <a:xfrm>
              <a:off x="1565" y="2016"/>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0" y="339"/>
                  </a:lnTo>
                  <a:lnTo>
                    <a:pt x="234" y="299"/>
                  </a:lnTo>
                  <a:lnTo>
                    <a:pt x="226" y="261"/>
                  </a:lnTo>
                  <a:lnTo>
                    <a:pt x="216" y="223"/>
                  </a:lnTo>
                  <a:lnTo>
                    <a:pt x="204" y="189"/>
                  </a:lnTo>
                  <a:lnTo>
                    <a:pt x="190" y="156"/>
                  </a:lnTo>
                  <a:lnTo>
                    <a:pt x="174" y="125"/>
                  </a:lnTo>
                  <a:lnTo>
                    <a:pt x="156" y="98"/>
                  </a:lnTo>
                  <a:lnTo>
                    <a:pt x="138" y="74"/>
                  </a:lnTo>
                  <a:lnTo>
                    <a:pt x="118" y="51"/>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9" y="81"/>
                  </a:lnTo>
                  <a:lnTo>
                    <a:pt x="147" y="105"/>
                  </a:lnTo>
                  <a:lnTo>
                    <a:pt x="164" y="132"/>
                  </a:lnTo>
                  <a:lnTo>
                    <a:pt x="178" y="160"/>
                  </a:lnTo>
                  <a:lnTo>
                    <a:pt x="192" y="193"/>
                  </a:lnTo>
                  <a:lnTo>
                    <a:pt x="204" y="227"/>
                  </a:lnTo>
                  <a:lnTo>
                    <a:pt x="215" y="264"/>
                  </a:lnTo>
                  <a:lnTo>
                    <a:pt x="223" y="301"/>
                  </a:lnTo>
                  <a:lnTo>
                    <a:pt x="229"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0715" name="Freeform 73"/>
            <p:cNvSpPr>
              <a:spLocks/>
            </p:cNvSpPr>
            <p:nvPr/>
          </p:nvSpPr>
          <p:spPr bwMode="auto">
            <a:xfrm>
              <a:off x="1565" y="2101"/>
              <a:ext cx="49" cy="85"/>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6" y="423"/>
                  </a:lnTo>
                  <a:lnTo>
                    <a:pt x="51" y="418"/>
                  </a:lnTo>
                  <a:lnTo>
                    <a:pt x="74" y="407"/>
                  </a:lnTo>
                  <a:lnTo>
                    <a:pt x="96" y="392"/>
                  </a:lnTo>
                  <a:lnTo>
                    <a:pt x="118" y="373"/>
                  </a:lnTo>
                  <a:lnTo>
                    <a:pt x="138" y="351"/>
                  </a:lnTo>
                  <a:lnTo>
                    <a:pt x="156" y="327"/>
                  </a:lnTo>
                  <a:lnTo>
                    <a:pt x="175" y="299"/>
                  </a:lnTo>
                  <a:lnTo>
                    <a:pt x="190" y="269"/>
                  </a:lnTo>
                  <a:lnTo>
                    <a:pt x="204" y="236"/>
                  </a:lnTo>
                  <a:lnTo>
                    <a:pt x="216" y="202"/>
                  </a:lnTo>
                  <a:lnTo>
                    <a:pt x="226" y="164"/>
                  </a:lnTo>
                  <a:lnTo>
                    <a:pt x="234" y="126"/>
                  </a:lnTo>
                  <a:lnTo>
                    <a:pt x="240" y="86"/>
                  </a:lnTo>
                  <a:lnTo>
                    <a:pt x="244" y="42"/>
                  </a:lnTo>
                  <a:lnTo>
                    <a:pt x="245" y="0"/>
                  </a:lnTo>
                  <a:lnTo>
                    <a:pt x="233" y="0"/>
                  </a:lnTo>
                  <a:lnTo>
                    <a:pt x="232" y="42"/>
                  </a:lnTo>
                  <a:lnTo>
                    <a:pt x="229" y="83"/>
                  </a:lnTo>
                  <a:lnTo>
                    <a:pt x="223" y="123"/>
                  </a:lnTo>
                  <a:lnTo>
                    <a:pt x="215" y="162"/>
                  </a:lnTo>
                  <a:lnTo>
                    <a:pt x="204" y="197"/>
                  </a:lnTo>
                  <a:lnTo>
                    <a:pt x="192" y="231"/>
                  </a:lnTo>
                  <a:lnTo>
                    <a:pt x="178" y="264"/>
                  </a:lnTo>
                  <a:lnTo>
                    <a:pt x="163" y="292"/>
                  </a:lnTo>
                  <a:lnTo>
                    <a:pt x="147" y="320"/>
                  </a:lnTo>
                  <a:lnTo>
                    <a:pt x="129" y="344"/>
                  </a:lnTo>
                  <a:lnTo>
                    <a:pt x="109" y="364"/>
                  </a:lnTo>
                  <a:lnTo>
                    <a:pt x="89" y="382"/>
                  </a:lnTo>
                  <a:lnTo>
                    <a:pt x="67" y="395"/>
                  </a:lnTo>
                  <a:lnTo>
                    <a:pt x="46" y="406"/>
                  </a:lnTo>
                  <a:lnTo>
                    <a:pt x="24"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0716" name="Freeform 74"/>
            <p:cNvSpPr>
              <a:spLocks/>
            </p:cNvSpPr>
            <p:nvPr/>
          </p:nvSpPr>
          <p:spPr bwMode="auto">
            <a:xfrm>
              <a:off x="1516" y="2101"/>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5" y="86"/>
                  </a:lnTo>
                  <a:lnTo>
                    <a:pt x="11" y="126"/>
                  </a:lnTo>
                  <a:lnTo>
                    <a:pt x="19" y="164"/>
                  </a:lnTo>
                  <a:lnTo>
                    <a:pt x="30" y="202"/>
                  </a:lnTo>
                  <a:lnTo>
                    <a:pt x="41" y="236"/>
                  </a:lnTo>
                  <a:lnTo>
                    <a:pt x="55" y="269"/>
                  </a:lnTo>
                  <a:lnTo>
                    <a:pt x="71" y="299"/>
                  </a:lnTo>
                  <a:lnTo>
                    <a:pt x="89" y="327"/>
                  </a:lnTo>
                  <a:lnTo>
                    <a:pt x="107" y="351"/>
                  </a:lnTo>
                  <a:lnTo>
                    <a:pt x="127" y="373"/>
                  </a:lnTo>
                  <a:lnTo>
                    <a:pt x="149" y="392"/>
                  </a:lnTo>
                  <a:lnTo>
                    <a:pt x="171" y="407"/>
                  </a:lnTo>
                  <a:lnTo>
                    <a:pt x="195" y="418"/>
                  </a:lnTo>
                  <a:lnTo>
                    <a:pt x="219" y="423"/>
                  </a:lnTo>
                  <a:lnTo>
                    <a:pt x="245" y="426"/>
                  </a:lnTo>
                  <a:lnTo>
                    <a:pt x="245" y="414"/>
                  </a:lnTo>
                  <a:lnTo>
                    <a:pt x="222" y="412"/>
                  </a:lnTo>
                  <a:lnTo>
                    <a:pt x="199" y="406"/>
                  </a:lnTo>
                  <a:lnTo>
                    <a:pt x="178" y="395"/>
                  </a:lnTo>
                  <a:lnTo>
                    <a:pt x="156" y="382"/>
                  </a:lnTo>
                  <a:lnTo>
                    <a:pt x="136" y="364"/>
                  </a:lnTo>
                  <a:lnTo>
                    <a:pt x="116" y="344"/>
                  </a:lnTo>
                  <a:lnTo>
                    <a:pt x="99" y="320"/>
                  </a:lnTo>
                  <a:lnTo>
                    <a:pt x="82" y="292"/>
                  </a:lnTo>
                  <a:lnTo>
                    <a:pt x="67" y="264"/>
                  </a:lnTo>
                  <a:lnTo>
                    <a:pt x="53" y="231"/>
                  </a:lnTo>
                  <a:lnTo>
                    <a:pt x="41" y="197"/>
                  </a:lnTo>
                  <a:lnTo>
                    <a:pt x="31" y="162"/>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0717" name="Freeform 75"/>
            <p:cNvSpPr>
              <a:spLocks/>
            </p:cNvSpPr>
            <p:nvPr/>
          </p:nvSpPr>
          <p:spPr bwMode="auto">
            <a:xfrm>
              <a:off x="1516" y="2016"/>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5" y="8"/>
                  </a:lnTo>
                  <a:lnTo>
                    <a:pt x="171" y="19"/>
                  </a:lnTo>
                  <a:lnTo>
                    <a:pt x="149" y="34"/>
                  </a:lnTo>
                  <a:lnTo>
                    <a:pt x="127" y="51"/>
                  </a:lnTo>
                  <a:lnTo>
                    <a:pt x="107" y="74"/>
                  </a:lnTo>
                  <a:lnTo>
                    <a:pt x="89" y="98"/>
                  </a:lnTo>
                  <a:lnTo>
                    <a:pt x="72" y="125"/>
                  </a:lnTo>
                  <a:lnTo>
                    <a:pt x="55" y="156"/>
                  </a:lnTo>
                  <a:lnTo>
                    <a:pt x="41" y="189"/>
                  </a:lnTo>
                  <a:lnTo>
                    <a:pt x="30" y="223"/>
                  </a:lnTo>
                  <a:lnTo>
                    <a:pt x="19" y="261"/>
                  </a:lnTo>
                  <a:lnTo>
                    <a:pt x="11" y="299"/>
                  </a:lnTo>
                  <a:lnTo>
                    <a:pt x="5" y="339"/>
                  </a:lnTo>
                  <a:lnTo>
                    <a:pt x="1" y="382"/>
                  </a:lnTo>
                  <a:lnTo>
                    <a:pt x="0" y="424"/>
                  </a:lnTo>
                  <a:lnTo>
                    <a:pt x="12" y="424"/>
                  </a:lnTo>
                  <a:lnTo>
                    <a:pt x="13" y="382"/>
                  </a:lnTo>
                  <a:lnTo>
                    <a:pt x="17" y="341"/>
                  </a:lnTo>
                  <a:lnTo>
                    <a:pt x="23" y="301"/>
                  </a:lnTo>
                  <a:lnTo>
                    <a:pt x="31" y="264"/>
                  </a:lnTo>
                  <a:lnTo>
                    <a:pt x="41" y="227"/>
                  </a:lnTo>
                  <a:lnTo>
                    <a:pt x="53" y="193"/>
                  </a:lnTo>
                  <a:lnTo>
                    <a:pt x="67" y="160"/>
                  </a:lnTo>
                  <a:lnTo>
                    <a:pt x="81" y="132"/>
                  </a:lnTo>
                  <a:lnTo>
                    <a:pt x="99" y="105"/>
                  </a:lnTo>
                  <a:lnTo>
                    <a:pt x="116" y="81"/>
                  </a:lnTo>
                  <a:lnTo>
                    <a:pt x="136" y="61"/>
                  </a:lnTo>
                  <a:lnTo>
                    <a:pt x="156" y="43"/>
                  </a:lnTo>
                  <a:lnTo>
                    <a:pt x="178" y="30"/>
                  </a:lnTo>
                  <a:lnTo>
                    <a:pt x="199" y="20"/>
                  </a:lnTo>
                  <a:lnTo>
                    <a:pt x="222"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sp>
        <p:nvSpPr>
          <p:cNvPr id="70664" name="Rectangle 77"/>
          <p:cNvSpPr>
            <a:spLocks noChangeArrowheads="1"/>
          </p:cNvSpPr>
          <p:nvPr/>
        </p:nvSpPr>
        <p:spPr bwMode="auto">
          <a:xfrm>
            <a:off x="611188" y="0"/>
            <a:ext cx="6388100" cy="6477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3000"/>
              <a:t>Sem. 1 - Mercredi</a:t>
            </a:r>
          </a:p>
        </p:txBody>
      </p:sp>
      <p:sp>
        <p:nvSpPr>
          <p:cNvPr id="70665" name="Text Box 78"/>
          <p:cNvSpPr txBox="1">
            <a:spLocks noChangeArrowheads="1"/>
          </p:cNvSpPr>
          <p:nvPr/>
        </p:nvSpPr>
        <p:spPr bwMode="auto">
          <a:xfrm>
            <a:off x="566738" y="2697163"/>
            <a:ext cx="3217862"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2. Pas de commandes</a:t>
            </a:r>
          </a:p>
        </p:txBody>
      </p:sp>
      <p:sp>
        <p:nvSpPr>
          <p:cNvPr id="70666" name="Text Box 79"/>
          <p:cNvSpPr txBox="1">
            <a:spLocks noChangeArrowheads="1"/>
          </p:cNvSpPr>
          <p:nvPr/>
        </p:nvSpPr>
        <p:spPr bwMode="auto">
          <a:xfrm>
            <a:off x="566738" y="5211763"/>
            <a:ext cx="6543675" cy="4429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eaLnBrk="1" hangingPunct="1">
              <a:spcBef>
                <a:spcPct val="0"/>
              </a:spcBef>
              <a:buFontTx/>
              <a:buNone/>
            </a:pPr>
            <a:r>
              <a:rPr lang="fr-FR" altLang="fr-FR" sz="2300"/>
              <a:t>4. Pointez la production sur votre feuille de suivi</a:t>
            </a:r>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71682" name="Group 2"/>
          <p:cNvGrpSpPr>
            <a:grpSpLocks/>
          </p:cNvGrpSpPr>
          <p:nvPr/>
        </p:nvGrpSpPr>
        <p:grpSpPr bwMode="auto">
          <a:xfrm>
            <a:off x="7073900" y="215900"/>
            <a:ext cx="1878013" cy="1250950"/>
            <a:chOff x="4456" y="136"/>
            <a:chExt cx="1183" cy="788"/>
          </a:xfrm>
        </p:grpSpPr>
        <p:grpSp>
          <p:nvGrpSpPr>
            <p:cNvPr id="71742" name="Group 3"/>
            <p:cNvGrpSpPr>
              <a:grpSpLocks/>
            </p:cNvGrpSpPr>
            <p:nvPr/>
          </p:nvGrpSpPr>
          <p:grpSpPr bwMode="auto">
            <a:xfrm>
              <a:off x="4766" y="232"/>
              <a:ext cx="873" cy="692"/>
              <a:chOff x="2185" y="310"/>
              <a:chExt cx="873" cy="692"/>
            </a:xfrm>
          </p:grpSpPr>
          <p:sp>
            <p:nvSpPr>
              <p:cNvPr id="71753" name="Freeform 4"/>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accent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1754" name="Freeform 5"/>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1755" name="Freeform 6"/>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1756" name="Freeform 7"/>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1757" name="Freeform 8"/>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1758" name="Freeform 9"/>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1759" name="Freeform 10"/>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grpSp>
          <p:nvGrpSpPr>
            <p:cNvPr id="71743" name="Group 11"/>
            <p:cNvGrpSpPr>
              <a:grpSpLocks/>
            </p:cNvGrpSpPr>
            <p:nvPr/>
          </p:nvGrpSpPr>
          <p:grpSpPr bwMode="auto">
            <a:xfrm>
              <a:off x="4949" y="336"/>
              <a:ext cx="591" cy="468"/>
              <a:chOff x="2185" y="310"/>
              <a:chExt cx="873" cy="692"/>
            </a:xfrm>
          </p:grpSpPr>
          <p:sp>
            <p:nvSpPr>
              <p:cNvPr id="71746" name="Freeform 12"/>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1747" name="Freeform 13"/>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1748" name="Freeform 14"/>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1749" name="Freeform 15"/>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1750" name="Freeform 16"/>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1751" name="Freeform 17"/>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1752" name="Freeform 18"/>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pic>
          <p:nvPicPr>
            <p:cNvPr id="71744" name="Picture 19"/>
            <p:cNvPicPr>
              <a:picLocks noChangeAspect="1" noChangeArrowheads="1"/>
            </p:cNvPicPr>
            <p:nvPr/>
          </p:nvPicPr>
          <p:blipFill>
            <a:blip r:embed="rId3" cstate="print">
              <a:extLst>
                <a:ext uri="{28A0092B-C50C-407E-A947-70E740481C1C}">
                  <a14:useLocalDpi xmlns:a14="http://schemas.microsoft.com/office/drawing/2010/main" val="0"/>
                </a:ext>
              </a:extLst>
            </a:blip>
            <a:srcRect l="-4282" t="-4369" r="-5199" b="-12012"/>
            <a:stretch>
              <a:fillRect/>
            </a:stretch>
          </p:blipFill>
          <p:spPr bwMode="auto">
            <a:xfrm>
              <a:off x="4456" y="136"/>
              <a:ext cx="480" cy="5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71745" name="Text Box 20"/>
            <p:cNvSpPr txBox="1">
              <a:spLocks noChangeArrowheads="1"/>
            </p:cNvSpPr>
            <p:nvPr/>
          </p:nvSpPr>
          <p:spPr bwMode="auto">
            <a:xfrm>
              <a:off x="4946" y="314"/>
              <a:ext cx="596" cy="49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4500" b="1">
                  <a:solidFill>
                    <a:srgbClr val="FF0000"/>
                  </a:solidFill>
                  <a:latin typeface="Arial Black" pitchFamily="34" charset="0"/>
                </a:rPr>
                <a:t>21</a:t>
              </a:r>
              <a:endParaRPr lang="fr-FR" altLang="fr-FR" sz="3200">
                <a:solidFill>
                  <a:schemeClr val="tx1"/>
                </a:solidFill>
                <a:latin typeface="Arial Black" pitchFamily="34" charset="0"/>
              </a:endParaRPr>
            </a:p>
          </p:txBody>
        </p:sp>
      </p:grpSp>
      <p:sp>
        <p:nvSpPr>
          <p:cNvPr id="71684" name="Text Box 22"/>
          <p:cNvSpPr txBox="1">
            <a:spLocks noChangeArrowheads="1"/>
          </p:cNvSpPr>
          <p:nvPr/>
        </p:nvSpPr>
        <p:spPr bwMode="auto">
          <a:xfrm>
            <a:off x="566738" y="1363663"/>
            <a:ext cx="1946275"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1. Tirez le dé</a:t>
            </a:r>
          </a:p>
        </p:txBody>
      </p:sp>
      <p:sp>
        <p:nvSpPr>
          <p:cNvPr id="71685" name="Text Box 23"/>
          <p:cNvSpPr txBox="1">
            <a:spLocks noChangeArrowheads="1"/>
          </p:cNvSpPr>
          <p:nvPr/>
        </p:nvSpPr>
        <p:spPr bwMode="auto">
          <a:xfrm>
            <a:off x="566738" y="3935413"/>
            <a:ext cx="18796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3. Produisez</a:t>
            </a:r>
          </a:p>
        </p:txBody>
      </p:sp>
      <p:grpSp>
        <p:nvGrpSpPr>
          <p:cNvPr id="71686" name="Group 24"/>
          <p:cNvGrpSpPr>
            <a:grpSpLocks/>
          </p:cNvGrpSpPr>
          <p:nvPr/>
        </p:nvGrpSpPr>
        <p:grpSpPr bwMode="auto">
          <a:xfrm>
            <a:off x="2986088" y="1306513"/>
            <a:ext cx="446087" cy="534987"/>
            <a:chOff x="868" y="1439"/>
            <a:chExt cx="811" cy="972"/>
          </a:xfrm>
        </p:grpSpPr>
        <p:sp>
          <p:nvSpPr>
            <p:cNvPr id="71691" name="Freeform 25"/>
            <p:cNvSpPr>
              <a:spLocks/>
            </p:cNvSpPr>
            <p:nvPr/>
          </p:nvSpPr>
          <p:spPr bwMode="auto">
            <a:xfrm>
              <a:off x="1548" y="2014"/>
              <a:ext cx="123" cy="100"/>
            </a:xfrm>
            <a:custGeom>
              <a:avLst/>
              <a:gdLst>
                <a:gd name="T0" fmla="*/ 5 w 618"/>
                <a:gd name="T1" fmla="*/ 0 h 502"/>
                <a:gd name="T2" fmla="*/ 5 w 618"/>
                <a:gd name="T3" fmla="*/ 0 h 502"/>
                <a:gd name="T4" fmla="*/ 0 w 618"/>
                <a:gd name="T5" fmla="*/ 4 h 502"/>
                <a:gd name="T6" fmla="*/ 0 w 618"/>
                <a:gd name="T7" fmla="*/ 4 h 502"/>
                <a:gd name="T8" fmla="*/ 5 w 618"/>
                <a:gd name="T9" fmla="*/ 0 h 502"/>
                <a:gd name="T10" fmla="*/ 5 w 618"/>
                <a:gd name="T11" fmla="*/ 0 h 502"/>
                <a:gd name="T12" fmla="*/ 5 w 618"/>
                <a:gd name="T13" fmla="*/ 0 h 502"/>
                <a:gd name="T14" fmla="*/ 5 w 618"/>
                <a:gd name="T15" fmla="*/ 0 h 502"/>
                <a:gd name="T16" fmla="*/ 5 w 618"/>
                <a:gd name="T17" fmla="*/ 0 h 502"/>
                <a:gd name="T18" fmla="*/ 5 w 618"/>
                <a:gd name="T19" fmla="*/ 0 h 502"/>
                <a:gd name="T20" fmla="*/ 5 w 618"/>
                <a:gd name="T21" fmla="*/ 0 h 502"/>
                <a:gd name="T22" fmla="*/ 5 w 618"/>
                <a:gd name="T23" fmla="*/ 0 h 502"/>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618"/>
                <a:gd name="T37" fmla="*/ 0 h 502"/>
                <a:gd name="T38" fmla="*/ 618 w 618"/>
                <a:gd name="T39" fmla="*/ 502 h 502"/>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618" h="502">
                  <a:moveTo>
                    <a:pt x="611" y="0"/>
                  </a:moveTo>
                  <a:lnTo>
                    <a:pt x="606" y="2"/>
                  </a:lnTo>
                  <a:lnTo>
                    <a:pt x="0" y="490"/>
                  </a:lnTo>
                  <a:lnTo>
                    <a:pt x="10" y="502"/>
                  </a:lnTo>
                  <a:lnTo>
                    <a:pt x="616" y="14"/>
                  </a:lnTo>
                  <a:lnTo>
                    <a:pt x="611" y="16"/>
                  </a:lnTo>
                  <a:lnTo>
                    <a:pt x="616" y="14"/>
                  </a:lnTo>
                  <a:lnTo>
                    <a:pt x="618" y="9"/>
                  </a:lnTo>
                  <a:lnTo>
                    <a:pt x="617" y="3"/>
                  </a:lnTo>
                  <a:lnTo>
                    <a:pt x="612" y="1"/>
                  </a:lnTo>
                  <a:lnTo>
                    <a:pt x="606" y="2"/>
                  </a:lnTo>
                  <a:lnTo>
                    <a:pt x="611"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1692" name="Freeform 26"/>
            <p:cNvSpPr>
              <a:spLocks/>
            </p:cNvSpPr>
            <p:nvPr/>
          </p:nvSpPr>
          <p:spPr bwMode="auto">
            <a:xfrm>
              <a:off x="876" y="1852"/>
              <a:ext cx="82" cy="373"/>
            </a:xfrm>
            <a:custGeom>
              <a:avLst/>
              <a:gdLst>
                <a:gd name="T0" fmla="*/ 3 w 413"/>
                <a:gd name="T1" fmla="*/ 15 h 1865"/>
                <a:gd name="T2" fmla="*/ 3 w 413"/>
                <a:gd name="T3" fmla="*/ 15 h 1865"/>
                <a:gd name="T4" fmla="*/ 0 w 413"/>
                <a:gd name="T5" fmla="*/ 0 h 1865"/>
                <a:gd name="T6" fmla="*/ 0 w 413"/>
                <a:gd name="T7" fmla="*/ 0 h 1865"/>
                <a:gd name="T8" fmla="*/ 3 w 413"/>
                <a:gd name="T9" fmla="*/ 15 h 1865"/>
                <a:gd name="T10" fmla="*/ 3 w 413"/>
                <a:gd name="T11" fmla="*/ 15 h 1865"/>
                <a:gd name="T12" fmla="*/ 3 w 413"/>
                <a:gd name="T13" fmla="*/ 15 h 1865"/>
                <a:gd name="T14" fmla="*/ 3 w 413"/>
                <a:gd name="T15" fmla="*/ 15 h 1865"/>
                <a:gd name="T16" fmla="*/ 3 w 413"/>
                <a:gd name="T17" fmla="*/ 15 h 1865"/>
                <a:gd name="T18" fmla="*/ 3 w 413"/>
                <a:gd name="T19" fmla="*/ 15 h 1865"/>
                <a:gd name="T20" fmla="*/ 3 w 413"/>
                <a:gd name="T21" fmla="*/ 15 h 1865"/>
                <a:gd name="T22" fmla="*/ 3 w 413"/>
                <a:gd name="T23" fmla="*/ 15 h 186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413"/>
                <a:gd name="T37" fmla="*/ 0 h 1865"/>
                <a:gd name="T38" fmla="*/ 413 w 413"/>
                <a:gd name="T39" fmla="*/ 1865 h 1865"/>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413" h="1865">
                  <a:moveTo>
                    <a:pt x="400" y="1864"/>
                  </a:moveTo>
                  <a:lnTo>
                    <a:pt x="413" y="1856"/>
                  </a:lnTo>
                  <a:lnTo>
                    <a:pt x="17" y="0"/>
                  </a:lnTo>
                  <a:lnTo>
                    <a:pt x="0" y="2"/>
                  </a:lnTo>
                  <a:lnTo>
                    <a:pt x="396" y="1858"/>
                  </a:lnTo>
                  <a:lnTo>
                    <a:pt x="409" y="1850"/>
                  </a:lnTo>
                  <a:lnTo>
                    <a:pt x="396" y="1858"/>
                  </a:lnTo>
                  <a:lnTo>
                    <a:pt x="400" y="1864"/>
                  </a:lnTo>
                  <a:lnTo>
                    <a:pt x="406" y="1865"/>
                  </a:lnTo>
                  <a:lnTo>
                    <a:pt x="410" y="1862"/>
                  </a:lnTo>
                  <a:lnTo>
                    <a:pt x="413" y="1856"/>
                  </a:lnTo>
                  <a:lnTo>
                    <a:pt x="400" y="186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1693" name="Freeform 27"/>
            <p:cNvSpPr>
              <a:spLocks/>
            </p:cNvSpPr>
            <p:nvPr/>
          </p:nvSpPr>
          <p:spPr bwMode="auto">
            <a:xfrm>
              <a:off x="1282" y="1533"/>
              <a:ext cx="35" cy="161"/>
            </a:xfrm>
            <a:custGeom>
              <a:avLst/>
              <a:gdLst>
                <a:gd name="T0" fmla="*/ 1 w 175"/>
                <a:gd name="T1" fmla="*/ 6 h 807"/>
                <a:gd name="T2" fmla="*/ 1 w 175"/>
                <a:gd name="T3" fmla="*/ 6 h 807"/>
                <a:gd name="T4" fmla="*/ 1 w 175"/>
                <a:gd name="T5" fmla="*/ 6 h 807"/>
                <a:gd name="T6" fmla="*/ 1 w 175"/>
                <a:gd name="T7" fmla="*/ 5 h 807"/>
                <a:gd name="T8" fmla="*/ 1 w 175"/>
                <a:gd name="T9" fmla="*/ 5 h 807"/>
                <a:gd name="T10" fmla="*/ 1 w 175"/>
                <a:gd name="T11" fmla="*/ 5 h 807"/>
                <a:gd name="T12" fmla="*/ 1 w 175"/>
                <a:gd name="T13" fmla="*/ 4 h 807"/>
                <a:gd name="T14" fmla="*/ 1 w 175"/>
                <a:gd name="T15" fmla="*/ 4 h 807"/>
                <a:gd name="T16" fmla="*/ 1 w 175"/>
                <a:gd name="T17" fmla="*/ 3 h 807"/>
                <a:gd name="T18" fmla="*/ 1 w 175"/>
                <a:gd name="T19" fmla="*/ 3 h 807"/>
                <a:gd name="T20" fmla="*/ 1 w 175"/>
                <a:gd name="T21" fmla="*/ 3 h 807"/>
                <a:gd name="T22" fmla="*/ 1 w 175"/>
                <a:gd name="T23" fmla="*/ 2 h 807"/>
                <a:gd name="T24" fmla="*/ 1 w 175"/>
                <a:gd name="T25" fmla="*/ 2 h 807"/>
                <a:gd name="T26" fmla="*/ 1 w 175"/>
                <a:gd name="T27" fmla="*/ 2 h 807"/>
                <a:gd name="T28" fmla="*/ 1 w 175"/>
                <a:gd name="T29" fmla="*/ 1 h 807"/>
                <a:gd name="T30" fmla="*/ 1 w 175"/>
                <a:gd name="T31" fmla="*/ 1 h 807"/>
                <a:gd name="T32" fmla="*/ 1 w 175"/>
                <a:gd name="T33" fmla="*/ 1 h 807"/>
                <a:gd name="T34" fmla="*/ 1 w 175"/>
                <a:gd name="T35" fmla="*/ 0 h 807"/>
                <a:gd name="T36" fmla="*/ 1 w 175"/>
                <a:gd name="T37" fmla="*/ 0 h 807"/>
                <a:gd name="T38" fmla="*/ 1 w 175"/>
                <a:gd name="T39" fmla="*/ 0 h 807"/>
                <a:gd name="T40" fmla="*/ 0 w 175"/>
                <a:gd name="T41" fmla="*/ 1 h 807"/>
                <a:gd name="T42" fmla="*/ 0 w 175"/>
                <a:gd name="T43" fmla="*/ 1 h 807"/>
                <a:gd name="T44" fmla="*/ 0 w 175"/>
                <a:gd name="T45" fmla="*/ 1 h 807"/>
                <a:gd name="T46" fmla="*/ 0 w 175"/>
                <a:gd name="T47" fmla="*/ 2 h 807"/>
                <a:gd name="T48" fmla="*/ 0 w 175"/>
                <a:gd name="T49" fmla="*/ 2 h 807"/>
                <a:gd name="T50" fmla="*/ 0 w 175"/>
                <a:gd name="T51" fmla="*/ 3 h 807"/>
                <a:gd name="T52" fmla="*/ 0 w 175"/>
                <a:gd name="T53" fmla="*/ 3 h 807"/>
                <a:gd name="T54" fmla="*/ 0 w 175"/>
                <a:gd name="T55" fmla="*/ 3 h 807"/>
                <a:gd name="T56" fmla="*/ 0 w 175"/>
                <a:gd name="T57" fmla="*/ 4 h 807"/>
                <a:gd name="T58" fmla="*/ 0 w 175"/>
                <a:gd name="T59" fmla="*/ 4 h 807"/>
                <a:gd name="T60" fmla="*/ 0 w 175"/>
                <a:gd name="T61" fmla="*/ 5 h 807"/>
                <a:gd name="T62" fmla="*/ 0 w 175"/>
                <a:gd name="T63" fmla="*/ 5 h 807"/>
                <a:gd name="T64" fmla="*/ 0 w 175"/>
                <a:gd name="T65" fmla="*/ 5 h 807"/>
                <a:gd name="T66" fmla="*/ 1 w 175"/>
                <a:gd name="T67" fmla="*/ 6 h 807"/>
                <a:gd name="T68" fmla="*/ 1 w 175"/>
                <a:gd name="T69" fmla="*/ 6 h 807"/>
                <a:gd name="T70" fmla="*/ 1 w 175"/>
                <a:gd name="T71" fmla="*/ 6 h 807"/>
                <a:gd name="T72" fmla="*/ 1 w 175"/>
                <a:gd name="T73" fmla="*/ 6 h 807"/>
                <a:gd name="T74" fmla="*/ 1 w 175"/>
                <a:gd name="T75" fmla="*/ 6 h 807"/>
                <a:gd name="T76" fmla="*/ 1 w 175"/>
                <a:gd name="T77" fmla="*/ 6 h 807"/>
                <a:gd name="T78" fmla="*/ 1 w 175"/>
                <a:gd name="T79" fmla="*/ 6 h 807"/>
                <a:gd name="T80" fmla="*/ 1 w 175"/>
                <a:gd name="T81" fmla="*/ 6 h 807"/>
                <a:gd name="T82" fmla="*/ 1 w 175"/>
                <a:gd name="T83" fmla="*/ 6 h 807"/>
                <a:gd name="T84" fmla="*/ 1 w 175"/>
                <a:gd name="T85" fmla="*/ 6 h 807"/>
                <a:gd name="T86" fmla="*/ 1 w 175"/>
                <a:gd name="T87" fmla="*/ 6 h 807"/>
                <a:gd name="T88" fmla="*/ 1 w 175"/>
                <a:gd name="T89" fmla="*/ 6 h 807"/>
                <a:gd name="T90" fmla="*/ 1 w 175"/>
                <a:gd name="T91" fmla="*/ 6 h 80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175"/>
                <a:gd name="T139" fmla="*/ 0 h 807"/>
                <a:gd name="T140" fmla="*/ 175 w 175"/>
                <a:gd name="T141" fmla="*/ 807 h 80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175" h="807">
                  <a:moveTo>
                    <a:pt x="169" y="740"/>
                  </a:moveTo>
                  <a:lnTo>
                    <a:pt x="169" y="739"/>
                  </a:lnTo>
                  <a:lnTo>
                    <a:pt x="149" y="698"/>
                  </a:lnTo>
                  <a:lnTo>
                    <a:pt x="133" y="656"/>
                  </a:lnTo>
                  <a:lnTo>
                    <a:pt x="120" y="611"/>
                  </a:lnTo>
                  <a:lnTo>
                    <a:pt x="108" y="565"/>
                  </a:lnTo>
                  <a:lnTo>
                    <a:pt x="100" y="520"/>
                  </a:lnTo>
                  <a:lnTo>
                    <a:pt x="96" y="472"/>
                  </a:lnTo>
                  <a:lnTo>
                    <a:pt x="93" y="425"/>
                  </a:lnTo>
                  <a:lnTo>
                    <a:pt x="93" y="377"/>
                  </a:lnTo>
                  <a:lnTo>
                    <a:pt x="96" y="330"/>
                  </a:lnTo>
                  <a:lnTo>
                    <a:pt x="100" y="283"/>
                  </a:lnTo>
                  <a:lnTo>
                    <a:pt x="106" y="238"/>
                  </a:lnTo>
                  <a:lnTo>
                    <a:pt x="115" y="195"/>
                  </a:lnTo>
                  <a:lnTo>
                    <a:pt x="126" y="153"/>
                  </a:lnTo>
                  <a:lnTo>
                    <a:pt x="139" y="114"/>
                  </a:lnTo>
                  <a:lnTo>
                    <a:pt x="153" y="77"/>
                  </a:lnTo>
                  <a:lnTo>
                    <a:pt x="169" y="43"/>
                  </a:lnTo>
                  <a:lnTo>
                    <a:pt x="87" y="0"/>
                  </a:lnTo>
                  <a:lnTo>
                    <a:pt x="69" y="39"/>
                  </a:lnTo>
                  <a:lnTo>
                    <a:pt x="52" y="81"/>
                  </a:lnTo>
                  <a:lnTo>
                    <a:pt x="37" y="127"/>
                  </a:lnTo>
                  <a:lnTo>
                    <a:pt x="24" y="174"/>
                  </a:lnTo>
                  <a:lnTo>
                    <a:pt x="15" y="222"/>
                  </a:lnTo>
                  <a:lnTo>
                    <a:pt x="7" y="271"/>
                  </a:lnTo>
                  <a:lnTo>
                    <a:pt x="2" y="323"/>
                  </a:lnTo>
                  <a:lnTo>
                    <a:pt x="0" y="374"/>
                  </a:lnTo>
                  <a:lnTo>
                    <a:pt x="0" y="427"/>
                  </a:lnTo>
                  <a:lnTo>
                    <a:pt x="2" y="479"/>
                  </a:lnTo>
                  <a:lnTo>
                    <a:pt x="9" y="531"/>
                  </a:lnTo>
                  <a:lnTo>
                    <a:pt x="17" y="584"/>
                  </a:lnTo>
                  <a:lnTo>
                    <a:pt x="29" y="635"/>
                  </a:lnTo>
                  <a:lnTo>
                    <a:pt x="44" y="686"/>
                  </a:lnTo>
                  <a:lnTo>
                    <a:pt x="65" y="736"/>
                  </a:lnTo>
                  <a:lnTo>
                    <a:pt x="87" y="784"/>
                  </a:lnTo>
                  <a:lnTo>
                    <a:pt x="87" y="782"/>
                  </a:lnTo>
                  <a:lnTo>
                    <a:pt x="87" y="784"/>
                  </a:lnTo>
                  <a:lnTo>
                    <a:pt x="100" y="799"/>
                  </a:lnTo>
                  <a:lnTo>
                    <a:pt x="117" y="807"/>
                  </a:lnTo>
                  <a:lnTo>
                    <a:pt x="134" y="807"/>
                  </a:lnTo>
                  <a:lnTo>
                    <a:pt x="151" y="801"/>
                  </a:lnTo>
                  <a:lnTo>
                    <a:pt x="164" y="791"/>
                  </a:lnTo>
                  <a:lnTo>
                    <a:pt x="173" y="777"/>
                  </a:lnTo>
                  <a:lnTo>
                    <a:pt x="175" y="759"/>
                  </a:lnTo>
                  <a:lnTo>
                    <a:pt x="169" y="739"/>
                  </a:lnTo>
                  <a:lnTo>
                    <a:pt x="169" y="74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1694" name="Freeform 28"/>
            <p:cNvSpPr>
              <a:spLocks/>
            </p:cNvSpPr>
            <p:nvPr/>
          </p:nvSpPr>
          <p:spPr bwMode="auto">
            <a:xfrm>
              <a:off x="1299" y="1681"/>
              <a:ext cx="157" cy="281"/>
            </a:xfrm>
            <a:custGeom>
              <a:avLst/>
              <a:gdLst>
                <a:gd name="T0" fmla="*/ 6 w 787"/>
                <a:gd name="T1" fmla="*/ 11 h 1404"/>
                <a:gd name="T2" fmla="*/ 6 w 787"/>
                <a:gd name="T3" fmla="*/ 11 h 1404"/>
                <a:gd name="T4" fmla="*/ 1 w 787"/>
                <a:gd name="T5" fmla="*/ 0 h 1404"/>
                <a:gd name="T6" fmla="*/ 0 w 787"/>
                <a:gd name="T7" fmla="*/ 0 h 1404"/>
                <a:gd name="T8" fmla="*/ 6 w 787"/>
                <a:gd name="T9" fmla="*/ 11 h 1404"/>
                <a:gd name="T10" fmla="*/ 6 w 787"/>
                <a:gd name="T11" fmla="*/ 11 h 1404"/>
                <a:gd name="T12" fmla="*/ 6 w 787"/>
                <a:gd name="T13" fmla="*/ 11 h 1404"/>
                <a:gd name="T14" fmla="*/ 6 w 787"/>
                <a:gd name="T15" fmla="*/ 11 h 1404"/>
                <a:gd name="T16" fmla="*/ 6 w 787"/>
                <a:gd name="T17" fmla="*/ 11 h 1404"/>
                <a:gd name="T18" fmla="*/ 6 w 787"/>
                <a:gd name="T19" fmla="*/ 11 h 1404"/>
                <a:gd name="T20" fmla="*/ 6 w 787"/>
                <a:gd name="T21" fmla="*/ 11 h 1404"/>
                <a:gd name="T22" fmla="*/ 6 w 787"/>
                <a:gd name="T23" fmla="*/ 11 h 1404"/>
                <a:gd name="T24" fmla="*/ 6 w 787"/>
                <a:gd name="T25" fmla="*/ 11 h 1404"/>
                <a:gd name="T26" fmla="*/ 6 w 787"/>
                <a:gd name="T27" fmla="*/ 11 h 1404"/>
                <a:gd name="T28" fmla="*/ 6 w 787"/>
                <a:gd name="T29" fmla="*/ 11 h 1404"/>
                <a:gd name="T30" fmla="*/ 6 w 787"/>
                <a:gd name="T31" fmla="*/ 11 h 1404"/>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787"/>
                <a:gd name="T49" fmla="*/ 0 h 1404"/>
                <a:gd name="T50" fmla="*/ 787 w 787"/>
                <a:gd name="T51" fmla="*/ 1404 h 1404"/>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787" h="1404">
                  <a:moveTo>
                    <a:pt x="781" y="1334"/>
                  </a:moveTo>
                  <a:lnTo>
                    <a:pt x="781" y="1337"/>
                  </a:lnTo>
                  <a:lnTo>
                    <a:pt x="82" y="0"/>
                  </a:lnTo>
                  <a:lnTo>
                    <a:pt x="0" y="42"/>
                  </a:lnTo>
                  <a:lnTo>
                    <a:pt x="699" y="1379"/>
                  </a:lnTo>
                  <a:lnTo>
                    <a:pt x="699" y="1381"/>
                  </a:lnTo>
                  <a:lnTo>
                    <a:pt x="699" y="1379"/>
                  </a:lnTo>
                  <a:lnTo>
                    <a:pt x="712" y="1395"/>
                  </a:lnTo>
                  <a:lnTo>
                    <a:pt x="727" y="1402"/>
                  </a:lnTo>
                  <a:lnTo>
                    <a:pt x="744" y="1404"/>
                  </a:lnTo>
                  <a:lnTo>
                    <a:pt x="761" y="1398"/>
                  </a:lnTo>
                  <a:lnTo>
                    <a:pt x="775" y="1388"/>
                  </a:lnTo>
                  <a:lnTo>
                    <a:pt x="784" y="1373"/>
                  </a:lnTo>
                  <a:lnTo>
                    <a:pt x="787" y="1357"/>
                  </a:lnTo>
                  <a:lnTo>
                    <a:pt x="781" y="1337"/>
                  </a:lnTo>
                  <a:lnTo>
                    <a:pt x="781" y="13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1695" name="Freeform 29"/>
            <p:cNvSpPr>
              <a:spLocks/>
            </p:cNvSpPr>
            <p:nvPr/>
          </p:nvSpPr>
          <p:spPr bwMode="auto">
            <a:xfrm>
              <a:off x="1439" y="1948"/>
              <a:ext cx="125" cy="76"/>
            </a:xfrm>
            <a:custGeom>
              <a:avLst/>
              <a:gdLst>
                <a:gd name="T0" fmla="*/ 5 w 628"/>
                <a:gd name="T1" fmla="*/ 2 h 383"/>
                <a:gd name="T2" fmla="*/ 5 w 628"/>
                <a:gd name="T3" fmla="*/ 2 h 383"/>
                <a:gd name="T4" fmla="*/ 4 w 628"/>
                <a:gd name="T5" fmla="*/ 2 h 383"/>
                <a:gd name="T6" fmla="*/ 4 w 628"/>
                <a:gd name="T7" fmla="*/ 2 h 383"/>
                <a:gd name="T8" fmla="*/ 4 w 628"/>
                <a:gd name="T9" fmla="*/ 2 h 383"/>
                <a:gd name="T10" fmla="*/ 3 w 628"/>
                <a:gd name="T11" fmla="*/ 2 h 383"/>
                <a:gd name="T12" fmla="*/ 3 w 628"/>
                <a:gd name="T13" fmla="*/ 2 h 383"/>
                <a:gd name="T14" fmla="*/ 3 w 628"/>
                <a:gd name="T15" fmla="*/ 2 h 383"/>
                <a:gd name="T16" fmla="*/ 3 w 628"/>
                <a:gd name="T17" fmla="*/ 2 h 383"/>
                <a:gd name="T18" fmla="*/ 2 w 628"/>
                <a:gd name="T19" fmla="*/ 2 h 383"/>
                <a:gd name="T20" fmla="*/ 2 w 628"/>
                <a:gd name="T21" fmla="*/ 2 h 383"/>
                <a:gd name="T22" fmla="*/ 2 w 628"/>
                <a:gd name="T23" fmla="*/ 1 h 383"/>
                <a:gd name="T24" fmla="*/ 2 w 628"/>
                <a:gd name="T25" fmla="*/ 1 h 383"/>
                <a:gd name="T26" fmla="*/ 1 w 628"/>
                <a:gd name="T27" fmla="*/ 1 h 383"/>
                <a:gd name="T28" fmla="*/ 1 w 628"/>
                <a:gd name="T29" fmla="*/ 1 h 383"/>
                <a:gd name="T30" fmla="*/ 1 w 628"/>
                <a:gd name="T31" fmla="*/ 1 h 383"/>
                <a:gd name="T32" fmla="*/ 1 w 628"/>
                <a:gd name="T33" fmla="*/ 0 h 383"/>
                <a:gd name="T34" fmla="*/ 1 w 628"/>
                <a:gd name="T35" fmla="*/ 0 h 383"/>
                <a:gd name="T36" fmla="*/ 0 w 628"/>
                <a:gd name="T37" fmla="*/ 0 h 383"/>
                <a:gd name="T38" fmla="*/ 0 w 628"/>
                <a:gd name="T39" fmla="*/ 1 h 383"/>
                <a:gd name="T40" fmla="*/ 0 w 628"/>
                <a:gd name="T41" fmla="*/ 1 h 383"/>
                <a:gd name="T42" fmla="*/ 1 w 628"/>
                <a:gd name="T43" fmla="*/ 1 h 383"/>
                <a:gd name="T44" fmla="*/ 1 w 628"/>
                <a:gd name="T45" fmla="*/ 1 h 383"/>
                <a:gd name="T46" fmla="*/ 1 w 628"/>
                <a:gd name="T47" fmla="*/ 2 h 383"/>
                <a:gd name="T48" fmla="*/ 1 w 628"/>
                <a:gd name="T49" fmla="*/ 2 h 383"/>
                <a:gd name="T50" fmla="*/ 2 w 628"/>
                <a:gd name="T51" fmla="*/ 2 h 383"/>
                <a:gd name="T52" fmla="*/ 2 w 628"/>
                <a:gd name="T53" fmla="*/ 2 h 383"/>
                <a:gd name="T54" fmla="*/ 2 w 628"/>
                <a:gd name="T55" fmla="*/ 2 h 383"/>
                <a:gd name="T56" fmla="*/ 3 w 628"/>
                <a:gd name="T57" fmla="*/ 3 h 383"/>
                <a:gd name="T58" fmla="*/ 3 w 628"/>
                <a:gd name="T59" fmla="*/ 3 h 383"/>
                <a:gd name="T60" fmla="*/ 3 w 628"/>
                <a:gd name="T61" fmla="*/ 3 h 383"/>
                <a:gd name="T62" fmla="*/ 4 w 628"/>
                <a:gd name="T63" fmla="*/ 3 h 383"/>
                <a:gd name="T64" fmla="*/ 4 w 628"/>
                <a:gd name="T65" fmla="*/ 3 h 383"/>
                <a:gd name="T66" fmla="*/ 4 w 628"/>
                <a:gd name="T67" fmla="*/ 3 h 383"/>
                <a:gd name="T68" fmla="*/ 5 w 628"/>
                <a:gd name="T69" fmla="*/ 3 h 383"/>
                <a:gd name="T70" fmla="*/ 5 w 628"/>
                <a:gd name="T71" fmla="*/ 3 h 383"/>
                <a:gd name="T72" fmla="*/ 5 w 628"/>
                <a:gd name="T73" fmla="*/ 3 h 383"/>
                <a:gd name="T74" fmla="*/ 5 w 628"/>
                <a:gd name="T75" fmla="*/ 3 h 383"/>
                <a:gd name="T76" fmla="*/ 5 w 628"/>
                <a:gd name="T77" fmla="*/ 3 h 383"/>
                <a:gd name="T78" fmla="*/ 5 w 628"/>
                <a:gd name="T79" fmla="*/ 3 h 383"/>
                <a:gd name="T80" fmla="*/ 5 w 628"/>
                <a:gd name="T81" fmla="*/ 3 h 383"/>
                <a:gd name="T82" fmla="*/ 5 w 628"/>
                <a:gd name="T83" fmla="*/ 3 h 383"/>
                <a:gd name="T84" fmla="*/ 5 w 628"/>
                <a:gd name="T85" fmla="*/ 2 h 383"/>
                <a:gd name="T86" fmla="*/ 5 w 628"/>
                <a:gd name="T87" fmla="*/ 2 h 383"/>
                <a:gd name="T88" fmla="*/ 5 w 628"/>
                <a:gd name="T89" fmla="*/ 2 h 383"/>
                <a:gd name="T90" fmla="*/ 5 w 628"/>
                <a:gd name="T91" fmla="*/ 2 h 38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628"/>
                <a:gd name="T139" fmla="*/ 0 h 383"/>
                <a:gd name="T140" fmla="*/ 628 w 628"/>
                <a:gd name="T141" fmla="*/ 383 h 38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628" h="383">
                  <a:moveTo>
                    <a:pt x="581" y="289"/>
                  </a:moveTo>
                  <a:lnTo>
                    <a:pt x="582" y="289"/>
                  </a:lnTo>
                  <a:lnTo>
                    <a:pt x="541" y="287"/>
                  </a:lnTo>
                  <a:lnTo>
                    <a:pt x="500" y="283"/>
                  </a:lnTo>
                  <a:lnTo>
                    <a:pt x="462" y="276"/>
                  </a:lnTo>
                  <a:lnTo>
                    <a:pt x="424" y="268"/>
                  </a:lnTo>
                  <a:lnTo>
                    <a:pt x="389" y="255"/>
                  </a:lnTo>
                  <a:lnTo>
                    <a:pt x="352" y="242"/>
                  </a:lnTo>
                  <a:lnTo>
                    <a:pt x="320" y="227"/>
                  </a:lnTo>
                  <a:lnTo>
                    <a:pt x="287" y="209"/>
                  </a:lnTo>
                  <a:lnTo>
                    <a:pt x="255" y="189"/>
                  </a:lnTo>
                  <a:lnTo>
                    <a:pt x="226" y="168"/>
                  </a:lnTo>
                  <a:lnTo>
                    <a:pt x="198" y="145"/>
                  </a:lnTo>
                  <a:lnTo>
                    <a:pt x="172" y="119"/>
                  </a:lnTo>
                  <a:lnTo>
                    <a:pt x="146" y="92"/>
                  </a:lnTo>
                  <a:lnTo>
                    <a:pt x="122" y="64"/>
                  </a:lnTo>
                  <a:lnTo>
                    <a:pt x="100" y="33"/>
                  </a:lnTo>
                  <a:lnTo>
                    <a:pt x="82" y="0"/>
                  </a:lnTo>
                  <a:lnTo>
                    <a:pt x="0" y="47"/>
                  </a:lnTo>
                  <a:lnTo>
                    <a:pt x="23" y="85"/>
                  </a:lnTo>
                  <a:lnTo>
                    <a:pt x="49" y="120"/>
                  </a:lnTo>
                  <a:lnTo>
                    <a:pt x="76" y="153"/>
                  </a:lnTo>
                  <a:lnTo>
                    <a:pt x="104" y="185"/>
                  </a:lnTo>
                  <a:lnTo>
                    <a:pt x="137" y="215"/>
                  </a:lnTo>
                  <a:lnTo>
                    <a:pt x="170" y="241"/>
                  </a:lnTo>
                  <a:lnTo>
                    <a:pt x="204" y="267"/>
                  </a:lnTo>
                  <a:lnTo>
                    <a:pt x="240" y="289"/>
                  </a:lnTo>
                  <a:lnTo>
                    <a:pt x="277" y="309"/>
                  </a:lnTo>
                  <a:lnTo>
                    <a:pt x="317" y="329"/>
                  </a:lnTo>
                  <a:lnTo>
                    <a:pt x="358" y="344"/>
                  </a:lnTo>
                  <a:lnTo>
                    <a:pt x="400" y="357"/>
                  </a:lnTo>
                  <a:lnTo>
                    <a:pt x="444" y="367"/>
                  </a:lnTo>
                  <a:lnTo>
                    <a:pt x="488" y="374"/>
                  </a:lnTo>
                  <a:lnTo>
                    <a:pt x="534" y="380"/>
                  </a:lnTo>
                  <a:lnTo>
                    <a:pt x="580" y="383"/>
                  </a:lnTo>
                  <a:lnTo>
                    <a:pt x="581" y="383"/>
                  </a:lnTo>
                  <a:lnTo>
                    <a:pt x="580" y="383"/>
                  </a:lnTo>
                  <a:lnTo>
                    <a:pt x="600" y="379"/>
                  </a:lnTo>
                  <a:lnTo>
                    <a:pt x="615" y="369"/>
                  </a:lnTo>
                  <a:lnTo>
                    <a:pt x="624" y="353"/>
                  </a:lnTo>
                  <a:lnTo>
                    <a:pt x="628" y="337"/>
                  </a:lnTo>
                  <a:lnTo>
                    <a:pt x="625" y="319"/>
                  </a:lnTo>
                  <a:lnTo>
                    <a:pt x="617" y="304"/>
                  </a:lnTo>
                  <a:lnTo>
                    <a:pt x="602" y="294"/>
                  </a:lnTo>
                  <a:lnTo>
                    <a:pt x="582" y="289"/>
                  </a:lnTo>
                  <a:lnTo>
                    <a:pt x="581" y="28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1696" name="Freeform 30"/>
            <p:cNvSpPr>
              <a:spLocks/>
            </p:cNvSpPr>
            <p:nvPr/>
          </p:nvSpPr>
          <p:spPr bwMode="auto">
            <a:xfrm>
              <a:off x="1587" y="1880"/>
              <a:ext cx="85" cy="49"/>
            </a:xfrm>
            <a:custGeom>
              <a:avLst/>
              <a:gdLst>
                <a:gd name="T0" fmla="*/ 3 w 426"/>
                <a:gd name="T1" fmla="*/ 0 h 245"/>
                <a:gd name="T2" fmla="*/ 3 w 426"/>
                <a:gd name="T3" fmla="*/ 0 h 245"/>
                <a:gd name="T4" fmla="*/ 3 w 426"/>
                <a:gd name="T5" fmla="*/ 0 h 245"/>
                <a:gd name="T6" fmla="*/ 3 w 426"/>
                <a:gd name="T7" fmla="*/ 0 h 245"/>
                <a:gd name="T8" fmla="*/ 2 w 426"/>
                <a:gd name="T9" fmla="*/ 0 h 245"/>
                <a:gd name="T10" fmla="*/ 2 w 426"/>
                <a:gd name="T11" fmla="*/ 0 h 245"/>
                <a:gd name="T12" fmla="*/ 2 w 426"/>
                <a:gd name="T13" fmla="*/ 0 h 245"/>
                <a:gd name="T14" fmla="*/ 2 w 426"/>
                <a:gd name="T15" fmla="*/ 0 h 245"/>
                <a:gd name="T16" fmla="*/ 1 w 426"/>
                <a:gd name="T17" fmla="*/ 0 h 245"/>
                <a:gd name="T18" fmla="*/ 1 w 426"/>
                <a:gd name="T19" fmla="*/ 1 h 245"/>
                <a:gd name="T20" fmla="*/ 1 w 426"/>
                <a:gd name="T21" fmla="*/ 1 h 245"/>
                <a:gd name="T22" fmla="*/ 1 w 426"/>
                <a:gd name="T23" fmla="*/ 1 h 245"/>
                <a:gd name="T24" fmla="*/ 0 w 426"/>
                <a:gd name="T25" fmla="*/ 1 h 245"/>
                <a:gd name="T26" fmla="*/ 0 w 426"/>
                <a:gd name="T27" fmla="*/ 1 h 245"/>
                <a:gd name="T28" fmla="*/ 0 w 426"/>
                <a:gd name="T29" fmla="*/ 1 h 245"/>
                <a:gd name="T30" fmla="*/ 0 w 426"/>
                <a:gd name="T31" fmla="*/ 2 h 245"/>
                <a:gd name="T32" fmla="*/ 0 w 426"/>
                <a:gd name="T33" fmla="*/ 2 h 245"/>
                <a:gd name="T34" fmla="*/ 0 w 426"/>
                <a:gd name="T35" fmla="*/ 2 h 245"/>
                <a:gd name="T36" fmla="*/ 0 w 426"/>
                <a:gd name="T37" fmla="*/ 2 h 245"/>
                <a:gd name="T38" fmla="*/ 0 w 426"/>
                <a:gd name="T39" fmla="*/ 2 h 245"/>
                <a:gd name="T40" fmla="*/ 0 w 426"/>
                <a:gd name="T41" fmla="*/ 2 h 245"/>
                <a:gd name="T42" fmla="*/ 0 w 426"/>
                <a:gd name="T43" fmla="*/ 1 h 245"/>
                <a:gd name="T44" fmla="*/ 0 w 426"/>
                <a:gd name="T45" fmla="*/ 1 h 245"/>
                <a:gd name="T46" fmla="*/ 0 w 426"/>
                <a:gd name="T47" fmla="*/ 1 h 245"/>
                <a:gd name="T48" fmla="*/ 1 w 426"/>
                <a:gd name="T49" fmla="*/ 1 h 245"/>
                <a:gd name="T50" fmla="*/ 1 w 426"/>
                <a:gd name="T51" fmla="*/ 1 h 245"/>
                <a:gd name="T52" fmla="*/ 1 w 426"/>
                <a:gd name="T53" fmla="*/ 1 h 245"/>
                <a:gd name="T54" fmla="*/ 1 w 426"/>
                <a:gd name="T55" fmla="*/ 1 h 245"/>
                <a:gd name="T56" fmla="*/ 2 w 426"/>
                <a:gd name="T57" fmla="*/ 0 h 245"/>
                <a:gd name="T58" fmla="*/ 2 w 426"/>
                <a:gd name="T59" fmla="*/ 0 h 245"/>
                <a:gd name="T60" fmla="*/ 2 w 426"/>
                <a:gd name="T61" fmla="*/ 0 h 245"/>
                <a:gd name="T62" fmla="*/ 2 w 426"/>
                <a:gd name="T63" fmla="*/ 0 h 245"/>
                <a:gd name="T64" fmla="*/ 3 w 426"/>
                <a:gd name="T65" fmla="*/ 0 h 245"/>
                <a:gd name="T66" fmla="*/ 3 w 426"/>
                <a:gd name="T67" fmla="*/ 0 h 245"/>
                <a:gd name="T68" fmla="*/ 3 w 426"/>
                <a:gd name="T69" fmla="*/ 0 h 245"/>
                <a:gd name="T70" fmla="*/ 3 w 426"/>
                <a:gd name="T71" fmla="*/ 0 h 245"/>
                <a:gd name="T72" fmla="*/ 3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426" y="0"/>
                  </a:moveTo>
                  <a:lnTo>
                    <a:pt x="426" y="0"/>
                  </a:lnTo>
                  <a:lnTo>
                    <a:pt x="384" y="1"/>
                  </a:lnTo>
                  <a:lnTo>
                    <a:pt x="340" y="4"/>
                  </a:lnTo>
                  <a:lnTo>
                    <a:pt x="300" y="10"/>
                  </a:lnTo>
                  <a:lnTo>
                    <a:pt x="262" y="18"/>
                  </a:lnTo>
                  <a:lnTo>
                    <a:pt x="224" y="29"/>
                  </a:lnTo>
                  <a:lnTo>
                    <a:pt x="189" y="41"/>
                  </a:lnTo>
                  <a:lnTo>
                    <a:pt x="157" y="55"/>
                  </a:lnTo>
                  <a:lnTo>
                    <a:pt x="126" y="70"/>
                  </a:lnTo>
                  <a:lnTo>
                    <a:pt x="99" y="89"/>
                  </a:lnTo>
                  <a:lnTo>
                    <a:pt x="74" y="106"/>
                  </a:lnTo>
                  <a:lnTo>
                    <a:pt x="52" y="126"/>
                  </a:lnTo>
                  <a:lnTo>
                    <a:pt x="34" y="148"/>
                  </a:lnTo>
                  <a:lnTo>
                    <a:pt x="19" y="171"/>
                  </a:lnTo>
                  <a:lnTo>
                    <a:pt x="9" y="194"/>
                  </a:lnTo>
                  <a:lnTo>
                    <a:pt x="3" y="219"/>
                  </a:lnTo>
                  <a:lnTo>
                    <a:pt x="0" y="245"/>
                  </a:lnTo>
                  <a:lnTo>
                    <a:pt x="12" y="245"/>
                  </a:lnTo>
                  <a:lnTo>
                    <a:pt x="15" y="221"/>
                  </a:lnTo>
                  <a:lnTo>
                    <a:pt x="20" y="199"/>
                  </a:lnTo>
                  <a:lnTo>
                    <a:pt x="31" y="178"/>
                  </a:lnTo>
                  <a:lnTo>
                    <a:pt x="44" y="156"/>
                  </a:lnTo>
                  <a:lnTo>
                    <a:pt x="61" y="136"/>
                  </a:lnTo>
                  <a:lnTo>
                    <a:pt x="81" y="116"/>
                  </a:lnTo>
                  <a:lnTo>
                    <a:pt x="106" y="98"/>
                  </a:lnTo>
                  <a:lnTo>
                    <a:pt x="133" y="82"/>
                  </a:lnTo>
                  <a:lnTo>
                    <a:pt x="162" y="66"/>
                  </a:lnTo>
                  <a:lnTo>
                    <a:pt x="194" y="52"/>
                  </a:lnTo>
                  <a:lnTo>
                    <a:pt x="229" y="41"/>
                  </a:lnTo>
                  <a:lnTo>
                    <a:pt x="264" y="30"/>
                  </a:lnTo>
                  <a:lnTo>
                    <a:pt x="303" y="22"/>
                  </a:lnTo>
                  <a:lnTo>
                    <a:pt x="343" y="16"/>
                  </a:lnTo>
                  <a:lnTo>
                    <a:pt x="384" y="12"/>
                  </a:lnTo>
                  <a:lnTo>
                    <a:pt x="426" y="11"/>
                  </a:lnTo>
                  <a:lnTo>
                    <a:pt x="42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1697" name="Freeform 31"/>
            <p:cNvSpPr>
              <a:spLocks/>
            </p:cNvSpPr>
            <p:nvPr/>
          </p:nvSpPr>
          <p:spPr bwMode="auto">
            <a:xfrm>
              <a:off x="1587" y="1929"/>
              <a:ext cx="85" cy="49"/>
            </a:xfrm>
            <a:custGeom>
              <a:avLst/>
              <a:gdLst>
                <a:gd name="T0" fmla="*/ 0 w 426"/>
                <a:gd name="T1" fmla="*/ 0 h 245"/>
                <a:gd name="T2" fmla="*/ 0 w 426"/>
                <a:gd name="T3" fmla="*/ 0 h 245"/>
                <a:gd name="T4" fmla="*/ 0 w 426"/>
                <a:gd name="T5" fmla="*/ 0 h 245"/>
                <a:gd name="T6" fmla="*/ 0 w 426"/>
                <a:gd name="T7" fmla="*/ 0 h 245"/>
                <a:gd name="T8" fmla="*/ 0 w 426"/>
                <a:gd name="T9" fmla="*/ 1 h 245"/>
                <a:gd name="T10" fmla="*/ 0 w 426"/>
                <a:gd name="T11" fmla="*/ 1 h 245"/>
                <a:gd name="T12" fmla="*/ 0 w 426"/>
                <a:gd name="T13" fmla="*/ 1 h 245"/>
                <a:gd name="T14" fmla="*/ 1 w 426"/>
                <a:gd name="T15" fmla="*/ 1 h 245"/>
                <a:gd name="T16" fmla="*/ 1 w 426"/>
                <a:gd name="T17" fmla="*/ 1 h 245"/>
                <a:gd name="T18" fmla="*/ 1 w 426"/>
                <a:gd name="T19" fmla="*/ 1 h 245"/>
                <a:gd name="T20" fmla="*/ 1 w 426"/>
                <a:gd name="T21" fmla="*/ 2 h 245"/>
                <a:gd name="T22" fmla="*/ 2 w 426"/>
                <a:gd name="T23" fmla="*/ 2 h 245"/>
                <a:gd name="T24" fmla="*/ 2 w 426"/>
                <a:gd name="T25" fmla="*/ 2 h 245"/>
                <a:gd name="T26" fmla="*/ 2 w 426"/>
                <a:gd name="T27" fmla="*/ 2 h 245"/>
                <a:gd name="T28" fmla="*/ 2 w 426"/>
                <a:gd name="T29" fmla="*/ 2 h 245"/>
                <a:gd name="T30" fmla="*/ 3 w 426"/>
                <a:gd name="T31" fmla="*/ 2 h 245"/>
                <a:gd name="T32" fmla="*/ 3 w 426"/>
                <a:gd name="T33" fmla="*/ 2 h 245"/>
                <a:gd name="T34" fmla="*/ 3 w 426"/>
                <a:gd name="T35" fmla="*/ 2 h 245"/>
                <a:gd name="T36" fmla="*/ 3 w 426"/>
                <a:gd name="T37" fmla="*/ 2 h 245"/>
                <a:gd name="T38" fmla="*/ 3 w 426"/>
                <a:gd name="T39" fmla="*/ 2 h 245"/>
                <a:gd name="T40" fmla="*/ 3 w 426"/>
                <a:gd name="T41" fmla="*/ 2 h 245"/>
                <a:gd name="T42" fmla="*/ 2 w 426"/>
                <a:gd name="T43" fmla="*/ 2 h 245"/>
                <a:gd name="T44" fmla="*/ 2 w 426"/>
                <a:gd name="T45" fmla="*/ 2 h 245"/>
                <a:gd name="T46" fmla="*/ 2 w 426"/>
                <a:gd name="T47" fmla="*/ 2 h 245"/>
                <a:gd name="T48" fmla="*/ 2 w 426"/>
                <a:gd name="T49" fmla="*/ 2 h 245"/>
                <a:gd name="T50" fmla="*/ 1 w 426"/>
                <a:gd name="T51" fmla="*/ 1 h 245"/>
                <a:gd name="T52" fmla="*/ 1 w 426"/>
                <a:gd name="T53" fmla="*/ 1 h 245"/>
                <a:gd name="T54" fmla="*/ 1 w 426"/>
                <a:gd name="T55" fmla="*/ 1 h 245"/>
                <a:gd name="T56" fmla="*/ 1 w 426"/>
                <a:gd name="T57" fmla="*/ 1 h 245"/>
                <a:gd name="T58" fmla="*/ 0 w 426"/>
                <a:gd name="T59" fmla="*/ 1 h 245"/>
                <a:gd name="T60" fmla="*/ 0 w 426"/>
                <a:gd name="T61" fmla="*/ 1 h 245"/>
                <a:gd name="T62" fmla="*/ 0 w 426"/>
                <a:gd name="T63" fmla="*/ 1 h 245"/>
                <a:gd name="T64" fmla="*/ 0 w 426"/>
                <a:gd name="T65" fmla="*/ 0 h 245"/>
                <a:gd name="T66" fmla="*/ 0 w 426"/>
                <a:gd name="T67" fmla="*/ 0 h 245"/>
                <a:gd name="T68" fmla="*/ 0 w 426"/>
                <a:gd name="T69" fmla="*/ 0 h 245"/>
                <a:gd name="T70" fmla="*/ 0 w 426"/>
                <a:gd name="T71" fmla="*/ 0 h 245"/>
                <a:gd name="T72" fmla="*/ 0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0" y="0"/>
                  </a:moveTo>
                  <a:lnTo>
                    <a:pt x="0" y="0"/>
                  </a:lnTo>
                  <a:lnTo>
                    <a:pt x="3" y="25"/>
                  </a:lnTo>
                  <a:lnTo>
                    <a:pt x="9" y="50"/>
                  </a:lnTo>
                  <a:lnTo>
                    <a:pt x="19" y="73"/>
                  </a:lnTo>
                  <a:lnTo>
                    <a:pt x="34" y="96"/>
                  </a:lnTo>
                  <a:lnTo>
                    <a:pt x="52" y="118"/>
                  </a:lnTo>
                  <a:lnTo>
                    <a:pt x="74" y="138"/>
                  </a:lnTo>
                  <a:lnTo>
                    <a:pt x="99" y="156"/>
                  </a:lnTo>
                  <a:lnTo>
                    <a:pt x="126" y="174"/>
                  </a:lnTo>
                  <a:lnTo>
                    <a:pt x="157" y="190"/>
                  </a:lnTo>
                  <a:lnTo>
                    <a:pt x="189" y="204"/>
                  </a:lnTo>
                  <a:lnTo>
                    <a:pt x="224" y="215"/>
                  </a:lnTo>
                  <a:lnTo>
                    <a:pt x="262" y="226"/>
                  </a:lnTo>
                  <a:lnTo>
                    <a:pt x="300" y="234"/>
                  </a:lnTo>
                  <a:lnTo>
                    <a:pt x="340" y="240"/>
                  </a:lnTo>
                  <a:lnTo>
                    <a:pt x="384" y="244"/>
                  </a:lnTo>
                  <a:lnTo>
                    <a:pt x="426" y="245"/>
                  </a:lnTo>
                  <a:lnTo>
                    <a:pt x="426" y="233"/>
                  </a:lnTo>
                  <a:lnTo>
                    <a:pt x="384" y="232"/>
                  </a:lnTo>
                  <a:lnTo>
                    <a:pt x="343" y="228"/>
                  </a:lnTo>
                  <a:lnTo>
                    <a:pt x="303" y="222"/>
                  </a:lnTo>
                  <a:lnTo>
                    <a:pt x="264" y="214"/>
                  </a:lnTo>
                  <a:lnTo>
                    <a:pt x="229" y="204"/>
                  </a:lnTo>
                  <a:lnTo>
                    <a:pt x="194" y="192"/>
                  </a:lnTo>
                  <a:lnTo>
                    <a:pt x="162" y="178"/>
                  </a:lnTo>
                  <a:lnTo>
                    <a:pt x="133" y="163"/>
                  </a:lnTo>
                  <a:lnTo>
                    <a:pt x="106" y="146"/>
                  </a:lnTo>
                  <a:lnTo>
                    <a:pt x="81" y="129"/>
                  </a:lnTo>
                  <a:lnTo>
                    <a:pt x="61" y="109"/>
                  </a:lnTo>
                  <a:lnTo>
                    <a:pt x="44" y="89"/>
                  </a:lnTo>
                  <a:lnTo>
                    <a:pt x="31" y="66"/>
                  </a:lnTo>
                  <a:lnTo>
                    <a:pt x="20" y="45"/>
                  </a:lnTo>
                  <a:lnTo>
                    <a:pt x="15" y="2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1698" name="Freeform 32"/>
            <p:cNvSpPr>
              <a:spLocks/>
            </p:cNvSpPr>
            <p:nvPr/>
          </p:nvSpPr>
          <p:spPr bwMode="auto">
            <a:xfrm>
              <a:off x="878" y="1448"/>
              <a:ext cx="792" cy="954"/>
            </a:xfrm>
            <a:custGeom>
              <a:avLst/>
              <a:gdLst>
                <a:gd name="T0" fmla="*/ 13 w 3960"/>
                <a:gd name="T1" fmla="*/ 38 h 4768"/>
                <a:gd name="T2" fmla="*/ 14 w 3960"/>
                <a:gd name="T3" fmla="*/ 38 h 4768"/>
                <a:gd name="T4" fmla="*/ 15 w 3960"/>
                <a:gd name="T5" fmla="*/ 38 h 4768"/>
                <a:gd name="T6" fmla="*/ 15 w 3960"/>
                <a:gd name="T7" fmla="*/ 38 h 4768"/>
                <a:gd name="T8" fmla="*/ 16 w 3960"/>
                <a:gd name="T9" fmla="*/ 38 h 4768"/>
                <a:gd name="T10" fmla="*/ 17 w 3960"/>
                <a:gd name="T11" fmla="*/ 38 h 4768"/>
                <a:gd name="T12" fmla="*/ 17 w 3960"/>
                <a:gd name="T13" fmla="*/ 38 h 4768"/>
                <a:gd name="T14" fmla="*/ 18 w 3960"/>
                <a:gd name="T15" fmla="*/ 38 h 4768"/>
                <a:gd name="T16" fmla="*/ 18 w 3960"/>
                <a:gd name="T17" fmla="*/ 38 h 4768"/>
                <a:gd name="T18" fmla="*/ 29 w 3960"/>
                <a:gd name="T19" fmla="*/ 30 h 4768"/>
                <a:gd name="T20" fmla="*/ 30 w 3960"/>
                <a:gd name="T21" fmla="*/ 30 h 4768"/>
                <a:gd name="T22" fmla="*/ 30 w 3960"/>
                <a:gd name="T23" fmla="*/ 29 h 4768"/>
                <a:gd name="T24" fmla="*/ 31 w 3960"/>
                <a:gd name="T25" fmla="*/ 28 h 4768"/>
                <a:gd name="T26" fmla="*/ 31 w 3960"/>
                <a:gd name="T27" fmla="*/ 28 h 4768"/>
                <a:gd name="T28" fmla="*/ 31 w 3960"/>
                <a:gd name="T29" fmla="*/ 27 h 4768"/>
                <a:gd name="T30" fmla="*/ 32 w 3960"/>
                <a:gd name="T31" fmla="*/ 26 h 4768"/>
                <a:gd name="T32" fmla="*/ 32 w 3960"/>
                <a:gd name="T33" fmla="*/ 25 h 4768"/>
                <a:gd name="T34" fmla="*/ 32 w 3960"/>
                <a:gd name="T35" fmla="*/ 11 h 4768"/>
                <a:gd name="T36" fmla="*/ 32 w 3960"/>
                <a:gd name="T37" fmla="*/ 10 h 4768"/>
                <a:gd name="T38" fmla="*/ 31 w 3960"/>
                <a:gd name="T39" fmla="*/ 9 h 4768"/>
                <a:gd name="T40" fmla="*/ 31 w 3960"/>
                <a:gd name="T41" fmla="*/ 9 h 4768"/>
                <a:gd name="T42" fmla="*/ 31 w 3960"/>
                <a:gd name="T43" fmla="*/ 8 h 4768"/>
                <a:gd name="T44" fmla="*/ 31 w 3960"/>
                <a:gd name="T45" fmla="*/ 8 h 4768"/>
                <a:gd name="T46" fmla="*/ 30 w 3960"/>
                <a:gd name="T47" fmla="*/ 7 h 4768"/>
                <a:gd name="T48" fmla="*/ 30 w 3960"/>
                <a:gd name="T49" fmla="*/ 7 h 4768"/>
                <a:gd name="T50" fmla="*/ 29 w 3960"/>
                <a:gd name="T51" fmla="*/ 6 h 4768"/>
                <a:gd name="T52" fmla="*/ 19 w 3960"/>
                <a:gd name="T53" fmla="*/ 1 h 4768"/>
                <a:gd name="T54" fmla="*/ 18 w 3960"/>
                <a:gd name="T55" fmla="*/ 0 h 4768"/>
                <a:gd name="T56" fmla="*/ 17 w 3960"/>
                <a:gd name="T57" fmla="*/ 0 h 4768"/>
                <a:gd name="T58" fmla="*/ 17 w 3960"/>
                <a:gd name="T59" fmla="*/ 0 h 4768"/>
                <a:gd name="T60" fmla="*/ 16 w 3960"/>
                <a:gd name="T61" fmla="*/ 0 h 4768"/>
                <a:gd name="T62" fmla="*/ 15 w 3960"/>
                <a:gd name="T63" fmla="*/ 0 h 4768"/>
                <a:gd name="T64" fmla="*/ 14 w 3960"/>
                <a:gd name="T65" fmla="*/ 0 h 4768"/>
                <a:gd name="T66" fmla="*/ 14 w 3960"/>
                <a:gd name="T67" fmla="*/ 0 h 4768"/>
                <a:gd name="T68" fmla="*/ 2 w 3960"/>
                <a:gd name="T69" fmla="*/ 6 h 4768"/>
                <a:gd name="T70" fmla="*/ 2 w 3960"/>
                <a:gd name="T71" fmla="*/ 7 h 4768"/>
                <a:gd name="T72" fmla="*/ 1 w 3960"/>
                <a:gd name="T73" fmla="*/ 7 h 4768"/>
                <a:gd name="T74" fmla="*/ 1 w 3960"/>
                <a:gd name="T75" fmla="*/ 8 h 4768"/>
                <a:gd name="T76" fmla="*/ 1 w 3960"/>
                <a:gd name="T77" fmla="*/ 8 h 4768"/>
                <a:gd name="T78" fmla="*/ 0 w 3960"/>
                <a:gd name="T79" fmla="*/ 9 h 4768"/>
                <a:gd name="T80" fmla="*/ 0 w 3960"/>
                <a:gd name="T81" fmla="*/ 9 h 4768"/>
                <a:gd name="T82" fmla="*/ 0 w 3960"/>
                <a:gd name="T83" fmla="*/ 10 h 4768"/>
                <a:gd name="T84" fmla="*/ 0 w 3960"/>
                <a:gd name="T85" fmla="*/ 11 h 4768"/>
                <a:gd name="T86" fmla="*/ 0 w 3960"/>
                <a:gd name="T87" fmla="*/ 25 h 4768"/>
                <a:gd name="T88" fmla="*/ 0 w 3960"/>
                <a:gd name="T89" fmla="*/ 26 h 4768"/>
                <a:gd name="T90" fmla="*/ 0 w 3960"/>
                <a:gd name="T91" fmla="*/ 27 h 4768"/>
                <a:gd name="T92" fmla="*/ 1 w 3960"/>
                <a:gd name="T93" fmla="*/ 28 h 4768"/>
                <a:gd name="T94" fmla="*/ 1 w 3960"/>
                <a:gd name="T95" fmla="*/ 29 h 4768"/>
                <a:gd name="T96" fmla="*/ 1 w 3960"/>
                <a:gd name="T97" fmla="*/ 29 h 4768"/>
                <a:gd name="T98" fmla="*/ 2 w 3960"/>
                <a:gd name="T99" fmla="*/ 30 h 4768"/>
                <a:gd name="T100" fmla="*/ 3 w 3960"/>
                <a:gd name="T101" fmla="*/ 31 h 4768"/>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w 3960"/>
                <a:gd name="T154" fmla="*/ 0 h 4768"/>
                <a:gd name="T155" fmla="*/ 3960 w 3960"/>
                <a:gd name="T156" fmla="*/ 4768 h 4768"/>
              </a:gdLst>
              <a:ahLst/>
              <a:cxnLst>
                <a:cxn ang="T102">
                  <a:pos x="T0" y="T1"/>
                </a:cxn>
                <a:cxn ang="T103">
                  <a:pos x="T2" y="T3"/>
                </a:cxn>
                <a:cxn ang="T104">
                  <a:pos x="T4" y="T5"/>
                </a:cxn>
                <a:cxn ang="T105">
                  <a:pos x="T6" y="T7"/>
                </a:cxn>
                <a:cxn ang="T106">
                  <a:pos x="T8" y="T9"/>
                </a:cxn>
                <a:cxn ang="T107">
                  <a:pos x="T10" y="T11"/>
                </a:cxn>
                <a:cxn ang="T108">
                  <a:pos x="T12" y="T13"/>
                </a:cxn>
                <a:cxn ang="T109">
                  <a:pos x="T14" y="T15"/>
                </a:cxn>
                <a:cxn ang="T110">
                  <a:pos x="T16" y="T17"/>
                </a:cxn>
                <a:cxn ang="T111">
                  <a:pos x="T18" y="T19"/>
                </a:cxn>
                <a:cxn ang="T112">
                  <a:pos x="T20" y="T21"/>
                </a:cxn>
                <a:cxn ang="T113">
                  <a:pos x="T22" y="T23"/>
                </a:cxn>
                <a:cxn ang="T114">
                  <a:pos x="T24" y="T25"/>
                </a:cxn>
                <a:cxn ang="T115">
                  <a:pos x="T26" y="T27"/>
                </a:cxn>
                <a:cxn ang="T116">
                  <a:pos x="T28" y="T29"/>
                </a:cxn>
                <a:cxn ang="T117">
                  <a:pos x="T30" y="T31"/>
                </a:cxn>
                <a:cxn ang="T118">
                  <a:pos x="T32" y="T33"/>
                </a:cxn>
                <a:cxn ang="T119">
                  <a:pos x="T34" y="T35"/>
                </a:cxn>
                <a:cxn ang="T120">
                  <a:pos x="T36" y="T37"/>
                </a:cxn>
                <a:cxn ang="T121">
                  <a:pos x="T38" y="T39"/>
                </a:cxn>
                <a:cxn ang="T122">
                  <a:pos x="T40" y="T41"/>
                </a:cxn>
                <a:cxn ang="T123">
                  <a:pos x="T42" y="T43"/>
                </a:cxn>
                <a:cxn ang="T124">
                  <a:pos x="T44" y="T45"/>
                </a:cxn>
                <a:cxn ang="T125">
                  <a:pos x="T46" y="T47"/>
                </a:cxn>
                <a:cxn ang="T126">
                  <a:pos x="T48" y="T49"/>
                </a:cxn>
                <a:cxn ang="T127">
                  <a:pos x="T50" y="T51"/>
                </a:cxn>
                <a:cxn ang="T128">
                  <a:pos x="T52" y="T53"/>
                </a:cxn>
                <a:cxn ang="T129">
                  <a:pos x="T54" y="T55"/>
                </a:cxn>
                <a:cxn ang="T130">
                  <a:pos x="T56" y="T57"/>
                </a:cxn>
                <a:cxn ang="T131">
                  <a:pos x="T58" y="T59"/>
                </a:cxn>
                <a:cxn ang="T132">
                  <a:pos x="T60" y="T61"/>
                </a:cxn>
                <a:cxn ang="T133">
                  <a:pos x="T62" y="T63"/>
                </a:cxn>
                <a:cxn ang="T134">
                  <a:pos x="T64" y="T65"/>
                </a:cxn>
                <a:cxn ang="T135">
                  <a:pos x="T66" y="T67"/>
                </a:cxn>
                <a:cxn ang="T136">
                  <a:pos x="T68" y="T69"/>
                </a:cxn>
                <a:cxn ang="T137">
                  <a:pos x="T70" y="T71"/>
                </a:cxn>
                <a:cxn ang="T138">
                  <a:pos x="T72" y="T73"/>
                </a:cxn>
                <a:cxn ang="T139">
                  <a:pos x="T74" y="T75"/>
                </a:cxn>
                <a:cxn ang="T140">
                  <a:pos x="T76" y="T77"/>
                </a:cxn>
                <a:cxn ang="T141">
                  <a:pos x="T78" y="T79"/>
                </a:cxn>
                <a:cxn ang="T142">
                  <a:pos x="T80" y="T81"/>
                </a:cxn>
                <a:cxn ang="T143">
                  <a:pos x="T82" y="T83"/>
                </a:cxn>
                <a:cxn ang="T144">
                  <a:pos x="T84" y="T85"/>
                </a:cxn>
                <a:cxn ang="T145">
                  <a:pos x="T86" y="T87"/>
                </a:cxn>
                <a:cxn ang="T146">
                  <a:pos x="T88" y="T89"/>
                </a:cxn>
                <a:cxn ang="T147">
                  <a:pos x="T90" y="T91"/>
                </a:cxn>
                <a:cxn ang="T148">
                  <a:pos x="T92" y="T93"/>
                </a:cxn>
                <a:cxn ang="T149">
                  <a:pos x="T94" y="T95"/>
                </a:cxn>
                <a:cxn ang="T150">
                  <a:pos x="T96" y="T97"/>
                </a:cxn>
                <a:cxn ang="T151">
                  <a:pos x="T98" y="T99"/>
                </a:cxn>
                <a:cxn ang="T152">
                  <a:pos x="T100" y="T101"/>
                </a:cxn>
              </a:cxnLst>
              <a:rect l="T153" t="T154" r="T155" b="T156"/>
              <a:pathLst>
                <a:path w="3960" h="4768">
                  <a:moveTo>
                    <a:pt x="353" y="3849"/>
                  </a:moveTo>
                  <a:lnTo>
                    <a:pt x="1661" y="4700"/>
                  </a:lnTo>
                  <a:lnTo>
                    <a:pt x="1697" y="4717"/>
                  </a:lnTo>
                  <a:lnTo>
                    <a:pt x="1736" y="4731"/>
                  </a:lnTo>
                  <a:lnTo>
                    <a:pt x="1776" y="4742"/>
                  </a:lnTo>
                  <a:lnTo>
                    <a:pt x="1818" y="4753"/>
                  </a:lnTo>
                  <a:lnTo>
                    <a:pt x="1860" y="4760"/>
                  </a:lnTo>
                  <a:lnTo>
                    <a:pt x="1902" y="4765"/>
                  </a:lnTo>
                  <a:lnTo>
                    <a:pt x="1946" y="4768"/>
                  </a:lnTo>
                  <a:lnTo>
                    <a:pt x="1988" y="4768"/>
                  </a:lnTo>
                  <a:lnTo>
                    <a:pt x="2031" y="4767"/>
                  </a:lnTo>
                  <a:lnTo>
                    <a:pt x="2073" y="4763"/>
                  </a:lnTo>
                  <a:lnTo>
                    <a:pt x="2114" y="4758"/>
                  </a:lnTo>
                  <a:lnTo>
                    <a:pt x="2154" y="4751"/>
                  </a:lnTo>
                  <a:lnTo>
                    <a:pt x="2193" y="4740"/>
                  </a:lnTo>
                  <a:lnTo>
                    <a:pt x="2230" y="4729"/>
                  </a:lnTo>
                  <a:lnTo>
                    <a:pt x="2264" y="4715"/>
                  </a:lnTo>
                  <a:lnTo>
                    <a:pt x="2297" y="4700"/>
                  </a:lnTo>
                  <a:lnTo>
                    <a:pt x="3639" y="3825"/>
                  </a:lnTo>
                  <a:lnTo>
                    <a:pt x="3673" y="3795"/>
                  </a:lnTo>
                  <a:lnTo>
                    <a:pt x="3707" y="3761"/>
                  </a:lnTo>
                  <a:lnTo>
                    <a:pt x="3738" y="3725"/>
                  </a:lnTo>
                  <a:lnTo>
                    <a:pt x="3768" y="3685"/>
                  </a:lnTo>
                  <a:lnTo>
                    <a:pt x="3796" y="3644"/>
                  </a:lnTo>
                  <a:lnTo>
                    <a:pt x="3821" y="3599"/>
                  </a:lnTo>
                  <a:lnTo>
                    <a:pt x="3846" y="3553"/>
                  </a:lnTo>
                  <a:lnTo>
                    <a:pt x="3868" y="3505"/>
                  </a:lnTo>
                  <a:lnTo>
                    <a:pt x="3888" y="3456"/>
                  </a:lnTo>
                  <a:lnTo>
                    <a:pt x="3907" y="3406"/>
                  </a:lnTo>
                  <a:lnTo>
                    <a:pt x="3922" y="3354"/>
                  </a:lnTo>
                  <a:lnTo>
                    <a:pt x="3935" y="3303"/>
                  </a:lnTo>
                  <a:lnTo>
                    <a:pt x="3946" y="3250"/>
                  </a:lnTo>
                  <a:lnTo>
                    <a:pt x="3953" y="3197"/>
                  </a:lnTo>
                  <a:lnTo>
                    <a:pt x="3957" y="3144"/>
                  </a:lnTo>
                  <a:lnTo>
                    <a:pt x="3960" y="3092"/>
                  </a:lnTo>
                  <a:lnTo>
                    <a:pt x="3959" y="1313"/>
                  </a:lnTo>
                  <a:lnTo>
                    <a:pt x="3955" y="1271"/>
                  </a:lnTo>
                  <a:lnTo>
                    <a:pt x="3949" y="1229"/>
                  </a:lnTo>
                  <a:lnTo>
                    <a:pt x="3941" y="1189"/>
                  </a:lnTo>
                  <a:lnTo>
                    <a:pt x="3930" y="1149"/>
                  </a:lnTo>
                  <a:lnTo>
                    <a:pt x="3918" y="1111"/>
                  </a:lnTo>
                  <a:lnTo>
                    <a:pt x="3902" y="1075"/>
                  </a:lnTo>
                  <a:lnTo>
                    <a:pt x="3886" y="1040"/>
                  </a:lnTo>
                  <a:lnTo>
                    <a:pt x="3867" y="1006"/>
                  </a:lnTo>
                  <a:lnTo>
                    <a:pt x="3846" y="973"/>
                  </a:lnTo>
                  <a:lnTo>
                    <a:pt x="3823" y="942"/>
                  </a:lnTo>
                  <a:lnTo>
                    <a:pt x="3798" y="913"/>
                  </a:lnTo>
                  <a:lnTo>
                    <a:pt x="3771" y="886"/>
                  </a:lnTo>
                  <a:lnTo>
                    <a:pt x="3743" y="860"/>
                  </a:lnTo>
                  <a:lnTo>
                    <a:pt x="3714" y="837"/>
                  </a:lnTo>
                  <a:lnTo>
                    <a:pt x="3682" y="816"/>
                  </a:lnTo>
                  <a:lnTo>
                    <a:pt x="3649" y="796"/>
                  </a:lnTo>
                  <a:lnTo>
                    <a:pt x="2386" y="83"/>
                  </a:lnTo>
                  <a:lnTo>
                    <a:pt x="2350" y="65"/>
                  </a:lnTo>
                  <a:lnTo>
                    <a:pt x="2310" y="50"/>
                  </a:lnTo>
                  <a:lnTo>
                    <a:pt x="2268" y="36"/>
                  </a:lnTo>
                  <a:lnTo>
                    <a:pt x="2223" y="24"/>
                  </a:lnTo>
                  <a:lnTo>
                    <a:pt x="2178" y="15"/>
                  </a:lnTo>
                  <a:lnTo>
                    <a:pt x="2131" y="8"/>
                  </a:lnTo>
                  <a:lnTo>
                    <a:pt x="2082" y="3"/>
                  </a:lnTo>
                  <a:lnTo>
                    <a:pt x="2032" y="0"/>
                  </a:lnTo>
                  <a:lnTo>
                    <a:pt x="1982" y="1"/>
                  </a:lnTo>
                  <a:lnTo>
                    <a:pt x="1933" y="3"/>
                  </a:lnTo>
                  <a:lnTo>
                    <a:pt x="1882" y="9"/>
                  </a:lnTo>
                  <a:lnTo>
                    <a:pt x="1833" y="17"/>
                  </a:lnTo>
                  <a:lnTo>
                    <a:pt x="1785" y="29"/>
                  </a:lnTo>
                  <a:lnTo>
                    <a:pt x="1737" y="43"/>
                  </a:lnTo>
                  <a:lnTo>
                    <a:pt x="1691" y="62"/>
                  </a:lnTo>
                  <a:lnTo>
                    <a:pt x="1647" y="83"/>
                  </a:lnTo>
                  <a:lnTo>
                    <a:pt x="311" y="782"/>
                  </a:lnTo>
                  <a:lnTo>
                    <a:pt x="276" y="803"/>
                  </a:lnTo>
                  <a:lnTo>
                    <a:pt x="243" y="826"/>
                  </a:lnTo>
                  <a:lnTo>
                    <a:pt x="213" y="852"/>
                  </a:lnTo>
                  <a:lnTo>
                    <a:pt x="184" y="879"/>
                  </a:lnTo>
                  <a:lnTo>
                    <a:pt x="155" y="908"/>
                  </a:lnTo>
                  <a:lnTo>
                    <a:pt x="131" y="939"/>
                  </a:lnTo>
                  <a:lnTo>
                    <a:pt x="107" y="971"/>
                  </a:lnTo>
                  <a:lnTo>
                    <a:pt x="86" y="1005"/>
                  </a:lnTo>
                  <a:lnTo>
                    <a:pt x="68" y="1040"/>
                  </a:lnTo>
                  <a:lnTo>
                    <a:pt x="50" y="1076"/>
                  </a:lnTo>
                  <a:lnTo>
                    <a:pt x="36" y="1115"/>
                  </a:lnTo>
                  <a:lnTo>
                    <a:pt x="23" y="1153"/>
                  </a:lnTo>
                  <a:lnTo>
                    <a:pt x="14" y="1195"/>
                  </a:lnTo>
                  <a:lnTo>
                    <a:pt x="7" y="1236"/>
                  </a:lnTo>
                  <a:lnTo>
                    <a:pt x="2" y="1279"/>
                  </a:lnTo>
                  <a:lnTo>
                    <a:pt x="0" y="1322"/>
                  </a:lnTo>
                  <a:lnTo>
                    <a:pt x="0" y="3093"/>
                  </a:lnTo>
                  <a:lnTo>
                    <a:pt x="2" y="3147"/>
                  </a:lnTo>
                  <a:lnTo>
                    <a:pt x="7" y="3202"/>
                  </a:lnTo>
                  <a:lnTo>
                    <a:pt x="15" y="3257"/>
                  </a:lnTo>
                  <a:lnTo>
                    <a:pt x="27" y="3312"/>
                  </a:lnTo>
                  <a:lnTo>
                    <a:pt x="42" y="3366"/>
                  </a:lnTo>
                  <a:lnTo>
                    <a:pt x="59" y="3420"/>
                  </a:lnTo>
                  <a:lnTo>
                    <a:pt x="79" y="3474"/>
                  </a:lnTo>
                  <a:lnTo>
                    <a:pt x="102" y="3525"/>
                  </a:lnTo>
                  <a:lnTo>
                    <a:pt x="127" y="3576"/>
                  </a:lnTo>
                  <a:lnTo>
                    <a:pt x="154" y="3624"/>
                  </a:lnTo>
                  <a:lnTo>
                    <a:pt x="184" y="3670"/>
                  </a:lnTo>
                  <a:lnTo>
                    <a:pt x="214" y="3712"/>
                  </a:lnTo>
                  <a:lnTo>
                    <a:pt x="247" y="3752"/>
                  </a:lnTo>
                  <a:lnTo>
                    <a:pt x="281" y="3788"/>
                  </a:lnTo>
                  <a:lnTo>
                    <a:pt x="317" y="3821"/>
                  </a:lnTo>
                  <a:lnTo>
                    <a:pt x="353" y="384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1699" name="Freeform 33"/>
            <p:cNvSpPr>
              <a:spLocks/>
            </p:cNvSpPr>
            <p:nvPr/>
          </p:nvSpPr>
          <p:spPr bwMode="auto">
            <a:xfrm>
              <a:off x="943" y="2210"/>
              <a:ext cx="276" cy="187"/>
            </a:xfrm>
            <a:custGeom>
              <a:avLst/>
              <a:gdLst>
                <a:gd name="T0" fmla="*/ 11 w 1380"/>
                <a:gd name="T1" fmla="*/ 7 h 937"/>
                <a:gd name="T2" fmla="*/ 11 w 1380"/>
                <a:gd name="T3" fmla="*/ 7 h 937"/>
                <a:gd name="T4" fmla="*/ 0 w 1380"/>
                <a:gd name="T5" fmla="*/ 0 h 937"/>
                <a:gd name="T6" fmla="*/ 0 w 1380"/>
                <a:gd name="T7" fmla="*/ 1 h 937"/>
                <a:gd name="T8" fmla="*/ 10 w 1380"/>
                <a:gd name="T9" fmla="*/ 7 h 937"/>
                <a:gd name="T10" fmla="*/ 10 w 1380"/>
                <a:gd name="T11" fmla="*/ 7 h 937"/>
                <a:gd name="T12" fmla="*/ 10 w 1380"/>
                <a:gd name="T13" fmla="*/ 7 h 937"/>
                <a:gd name="T14" fmla="*/ 11 w 1380"/>
                <a:gd name="T15" fmla="*/ 7 h 937"/>
                <a:gd name="T16" fmla="*/ 11 w 1380"/>
                <a:gd name="T17" fmla="*/ 7 h 937"/>
                <a:gd name="T18" fmla="*/ 11 w 1380"/>
                <a:gd name="T19" fmla="*/ 7 h 937"/>
                <a:gd name="T20" fmla="*/ 11 w 1380"/>
                <a:gd name="T21" fmla="*/ 7 h 937"/>
                <a:gd name="T22" fmla="*/ 11 w 1380"/>
                <a:gd name="T23" fmla="*/ 7 h 937"/>
                <a:gd name="T24" fmla="*/ 11 w 1380"/>
                <a:gd name="T25" fmla="*/ 7 h 937"/>
                <a:gd name="T26" fmla="*/ 11 w 1380"/>
                <a:gd name="T27" fmla="*/ 7 h 937"/>
                <a:gd name="T28" fmla="*/ 11 w 1380"/>
                <a:gd name="T29" fmla="*/ 7 h 937"/>
                <a:gd name="T30" fmla="*/ 11 w 1380"/>
                <a:gd name="T31" fmla="*/ 7 h 93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80"/>
                <a:gd name="T49" fmla="*/ 0 h 937"/>
                <a:gd name="T50" fmla="*/ 1380 w 1380"/>
                <a:gd name="T51" fmla="*/ 937 h 93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80" h="937">
                  <a:moveTo>
                    <a:pt x="1354" y="848"/>
                  </a:moveTo>
                  <a:lnTo>
                    <a:pt x="1359" y="851"/>
                  </a:lnTo>
                  <a:lnTo>
                    <a:pt x="51" y="0"/>
                  </a:lnTo>
                  <a:lnTo>
                    <a:pt x="0" y="78"/>
                  </a:lnTo>
                  <a:lnTo>
                    <a:pt x="1307" y="929"/>
                  </a:lnTo>
                  <a:lnTo>
                    <a:pt x="1312" y="932"/>
                  </a:lnTo>
                  <a:lnTo>
                    <a:pt x="1307" y="929"/>
                  </a:lnTo>
                  <a:lnTo>
                    <a:pt x="1326" y="937"/>
                  </a:lnTo>
                  <a:lnTo>
                    <a:pt x="1345" y="936"/>
                  </a:lnTo>
                  <a:lnTo>
                    <a:pt x="1360" y="929"/>
                  </a:lnTo>
                  <a:lnTo>
                    <a:pt x="1372" y="916"/>
                  </a:lnTo>
                  <a:lnTo>
                    <a:pt x="1379" y="899"/>
                  </a:lnTo>
                  <a:lnTo>
                    <a:pt x="1380" y="883"/>
                  </a:lnTo>
                  <a:lnTo>
                    <a:pt x="1374" y="865"/>
                  </a:lnTo>
                  <a:lnTo>
                    <a:pt x="1359" y="851"/>
                  </a:lnTo>
                  <a:lnTo>
                    <a:pt x="1354" y="84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1700" name="Freeform 34"/>
            <p:cNvSpPr>
              <a:spLocks/>
            </p:cNvSpPr>
            <p:nvPr/>
          </p:nvSpPr>
          <p:spPr bwMode="auto">
            <a:xfrm>
              <a:off x="1206" y="2379"/>
              <a:ext cx="140" cy="32"/>
            </a:xfrm>
            <a:custGeom>
              <a:avLst/>
              <a:gdLst>
                <a:gd name="T0" fmla="*/ 5 w 703"/>
                <a:gd name="T1" fmla="*/ 0 h 162"/>
                <a:gd name="T2" fmla="*/ 5 w 703"/>
                <a:gd name="T3" fmla="*/ 0 h 162"/>
                <a:gd name="T4" fmla="*/ 5 w 703"/>
                <a:gd name="T5" fmla="*/ 0 h 162"/>
                <a:gd name="T6" fmla="*/ 5 w 703"/>
                <a:gd name="T7" fmla="*/ 0 h 162"/>
                <a:gd name="T8" fmla="*/ 4 w 703"/>
                <a:gd name="T9" fmla="*/ 0 h 162"/>
                <a:gd name="T10" fmla="*/ 4 w 703"/>
                <a:gd name="T11" fmla="*/ 0 h 162"/>
                <a:gd name="T12" fmla="*/ 4 w 703"/>
                <a:gd name="T13" fmla="*/ 0 h 162"/>
                <a:gd name="T14" fmla="*/ 3 w 703"/>
                <a:gd name="T15" fmla="*/ 1 h 162"/>
                <a:gd name="T16" fmla="*/ 3 w 703"/>
                <a:gd name="T17" fmla="*/ 1 h 162"/>
                <a:gd name="T18" fmla="*/ 3 w 703"/>
                <a:gd name="T19" fmla="*/ 1 h 162"/>
                <a:gd name="T20" fmla="*/ 2 w 703"/>
                <a:gd name="T21" fmla="*/ 1 h 162"/>
                <a:gd name="T22" fmla="*/ 2 w 703"/>
                <a:gd name="T23" fmla="*/ 1 h 162"/>
                <a:gd name="T24" fmla="*/ 2 w 703"/>
                <a:gd name="T25" fmla="*/ 0 h 162"/>
                <a:gd name="T26" fmla="*/ 1 w 703"/>
                <a:gd name="T27" fmla="*/ 0 h 162"/>
                <a:gd name="T28" fmla="*/ 1 w 703"/>
                <a:gd name="T29" fmla="*/ 0 h 162"/>
                <a:gd name="T30" fmla="*/ 1 w 703"/>
                <a:gd name="T31" fmla="*/ 0 h 162"/>
                <a:gd name="T32" fmla="*/ 1 w 703"/>
                <a:gd name="T33" fmla="*/ 0 h 162"/>
                <a:gd name="T34" fmla="*/ 0 w 703"/>
                <a:gd name="T35" fmla="*/ 0 h 162"/>
                <a:gd name="T36" fmla="*/ 0 w 703"/>
                <a:gd name="T37" fmla="*/ 1 h 162"/>
                <a:gd name="T38" fmla="*/ 0 w 703"/>
                <a:gd name="T39" fmla="*/ 1 h 162"/>
                <a:gd name="T40" fmla="*/ 1 w 703"/>
                <a:gd name="T41" fmla="*/ 1 h 162"/>
                <a:gd name="T42" fmla="*/ 1 w 703"/>
                <a:gd name="T43" fmla="*/ 1 h 162"/>
                <a:gd name="T44" fmla="*/ 1 w 703"/>
                <a:gd name="T45" fmla="*/ 1 h 162"/>
                <a:gd name="T46" fmla="*/ 2 w 703"/>
                <a:gd name="T47" fmla="*/ 1 h 162"/>
                <a:gd name="T48" fmla="*/ 2 w 703"/>
                <a:gd name="T49" fmla="*/ 1 h 162"/>
                <a:gd name="T50" fmla="*/ 2 w 703"/>
                <a:gd name="T51" fmla="*/ 1 h 162"/>
                <a:gd name="T52" fmla="*/ 3 w 703"/>
                <a:gd name="T53" fmla="*/ 1 h 162"/>
                <a:gd name="T54" fmla="*/ 3 w 703"/>
                <a:gd name="T55" fmla="*/ 1 h 162"/>
                <a:gd name="T56" fmla="*/ 3 w 703"/>
                <a:gd name="T57" fmla="*/ 1 h 162"/>
                <a:gd name="T58" fmla="*/ 4 w 703"/>
                <a:gd name="T59" fmla="*/ 1 h 162"/>
                <a:gd name="T60" fmla="*/ 4 w 703"/>
                <a:gd name="T61" fmla="*/ 1 h 162"/>
                <a:gd name="T62" fmla="*/ 5 w 703"/>
                <a:gd name="T63" fmla="*/ 1 h 162"/>
                <a:gd name="T64" fmla="*/ 5 w 703"/>
                <a:gd name="T65" fmla="*/ 1 h 162"/>
                <a:gd name="T66" fmla="*/ 5 w 703"/>
                <a:gd name="T67" fmla="*/ 1 h 162"/>
                <a:gd name="T68" fmla="*/ 5 w 703"/>
                <a:gd name="T69" fmla="*/ 1 h 162"/>
                <a:gd name="T70" fmla="*/ 5 w 703"/>
                <a:gd name="T71" fmla="*/ 1 h 162"/>
                <a:gd name="T72" fmla="*/ 5 w 703"/>
                <a:gd name="T73" fmla="*/ 1 h 162"/>
                <a:gd name="T74" fmla="*/ 5 w 703"/>
                <a:gd name="T75" fmla="*/ 1 h 162"/>
                <a:gd name="T76" fmla="*/ 6 w 703"/>
                <a:gd name="T77" fmla="*/ 0 h 162"/>
                <a:gd name="T78" fmla="*/ 6 w 703"/>
                <a:gd name="T79" fmla="*/ 0 h 162"/>
                <a:gd name="T80" fmla="*/ 6 w 703"/>
                <a:gd name="T81" fmla="*/ 0 h 162"/>
                <a:gd name="T82" fmla="*/ 5 w 703"/>
                <a:gd name="T83" fmla="*/ 0 h 162"/>
                <a:gd name="T84" fmla="*/ 5 w 703"/>
                <a:gd name="T85" fmla="*/ 0 h 162"/>
                <a:gd name="T86" fmla="*/ 5 w 703"/>
                <a:gd name="T87" fmla="*/ 0 h 162"/>
                <a:gd name="T88" fmla="*/ 5 w 703"/>
                <a:gd name="T89" fmla="*/ 0 h 162"/>
                <a:gd name="T90" fmla="*/ 5 w 703"/>
                <a:gd name="T91" fmla="*/ 0 h 162"/>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703"/>
                <a:gd name="T139" fmla="*/ 0 h 162"/>
                <a:gd name="T140" fmla="*/ 703 w 703"/>
                <a:gd name="T141" fmla="*/ 162 h 162"/>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703" h="162">
                  <a:moveTo>
                    <a:pt x="631" y="8"/>
                  </a:moveTo>
                  <a:lnTo>
                    <a:pt x="636" y="6"/>
                  </a:lnTo>
                  <a:lnTo>
                    <a:pt x="606" y="20"/>
                  </a:lnTo>
                  <a:lnTo>
                    <a:pt x="575" y="32"/>
                  </a:lnTo>
                  <a:lnTo>
                    <a:pt x="540" y="42"/>
                  </a:lnTo>
                  <a:lnTo>
                    <a:pt x="504" y="52"/>
                  </a:lnTo>
                  <a:lnTo>
                    <a:pt x="467" y="59"/>
                  </a:lnTo>
                  <a:lnTo>
                    <a:pt x="428" y="64"/>
                  </a:lnTo>
                  <a:lnTo>
                    <a:pt x="389" y="67"/>
                  </a:lnTo>
                  <a:lnTo>
                    <a:pt x="348" y="68"/>
                  </a:lnTo>
                  <a:lnTo>
                    <a:pt x="308" y="68"/>
                  </a:lnTo>
                  <a:lnTo>
                    <a:pt x="267" y="65"/>
                  </a:lnTo>
                  <a:lnTo>
                    <a:pt x="226" y="61"/>
                  </a:lnTo>
                  <a:lnTo>
                    <a:pt x="187" y="54"/>
                  </a:lnTo>
                  <a:lnTo>
                    <a:pt x="148" y="44"/>
                  </a:lnTo>
                  <a:lnTo>
                    <a:pt x="110" y="33"/>
                  </a:lnTo>
                  <a:lnTo>
                    <a:pt x="75" y="20"/>
                  </a:lnTo>
                  <a:lnTo>
                    <a:pt x="42" y="5"/>
                  </a:lnTo>
                  <a:lnTo>
                    <a:pt x="0" y="89"/>
                  </a:lnTo>
                  <a:lnTo>
                    <a:pt x="40" y="107"/>
                  </a:lnTo>
                  <a:lnTo>
                    <a:pt x="82" y="122"/>
                  </a:lnTo>
                  <a:lnTo>
                    <a:pt x="124" y="135"/>
                  </a:lnTo>
                  <a:lnTo>
                    <a:pt x="169" y="146"/>
                  </a:lnTo>
                  <a:lnTo>
                    <a:pt x="214" y="153"/>
                  </a:lnTo>
                  <a:lnTo>
                    <a:pt x="258" y="158"/>
                  </a:lnTo>
                  <a:lnTo>
                    <a:pt x="303" y="162"/>
                  </a:lnTo>
                  <a:lnTo>
                    <a:pt x="348" y="162"/>
                  </a:lnTo>
                  <a:lnTo>
                    <a:pt x="394" y="161"/>
                  </a:lnTo>
                  <a:lnTo>
                    <a:pt x="439" y="157"/>
                  </a:lnTo>
                  <a:lnTo>
                    <a:pt x="481" y="150"/>
                  </a:lnTo>
                  <a:lnTo>
                    <a:pt x="525" y="143"/>
                  </a:lnTo>
                  <a:lnTo>
                    <a:pt x="566" y="132"/>
                  </a:lnTo>
                  <a:lnTo>
                    <a:pt x="606" y="121"/>
                  </a:lnTo>
                  <a:lnTo>
                    <a:pt x="643" y="105"/>
                  </a:lnTo>
                  <a:lnTo>
                    <a:pt x="678" y="88"/>
                  </a:lnTo>
                  <a:lnTo>
                    <a:pt x="683" y="86"/>
                  </a:lnTo>
                  <a:lnTo>
                    <a:pt x="678" y="88"/>
                  </a:lnTo>
                  <a:lnTo>
                    <a:pt x="695" y="75"/>
                  </a:lnTo>
                  <a:lnTo>
                    <a:pt x="702" y="60"/>
                  </a:lnTo>
                  <a:lnTo>
                    <a:pt x="703" y="42"/>
                  </a:lnTo>
                  <a:lnTo>
                    <a:pt x="698" y="26"/>
                  </a:lnTo>
                  <a:lnTo>
                    <a:pt x="688" y="12"/>
                  </a:lnTo>
                  <a:lnTo>
                    <a:pt x="674" y="3"/>
                  </a:lnTo>
                  <a:lnTo>
                    <a:pt x="656" y="0"/>
                  </a:lnTo>
                  <a:lnTo>
                    <a:pt x="636" y="6"/>
                  </a:lnTo>
                  <a:lnTo>
                    <a:pt x="631"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1701" name="Freeform 35"/>
            <p:cNvSpPr>
              <a:spLocks/>
            </p:cNvSpPr>
            <p:nvPr/>
          </p:nvSpPr>
          <p:spPr bwMode="auto">
            <a:xfrm>
              <a:off x="1332" y="2204"/>
              <a:ext cx="283" cy="192"/>
            </a:xfrm>
            <a:custGeom>
              <a:avLst/>
              <a:gdLst>
                <a:gd name="T0" fmla="*/ 11 w 1415"/>
                <a:gd name="T1" fmla="*/ 0 h 960"/>
                <a:gd name="T2" fmla="*/ 11 w 1415"/>
                <a:gd name="T3" fmla="*/ 0 h 960"/>
                <a:gd name="T4" fmla="*/ 0 w 1415"/>
                <a:gd name="T5" fmla="*/ 7 h 960"/>
                <a:gd name="T6" fmla="*/ 0 w 1415"/>
                <a:gd name="T7" fmla="*/ 8 h 960"/>
                <a:gd name="T8" fmla="*/ 11 w 1415"/>
                <a:gd name="T9" fmla="*/ 1 h 960"/>
                <a:gd name="T10" fmla="*/ 11 w 1415"/>
                <a:gd name="T11" fmla="*/ 1 h 960"/>
                <a:gd name="T12" fmla="*/ 11 w 1415"/>
                <a:gd name="T13" fmla="*/ 1 h 960"/>
                <a:gd name="T14" fmla="*/ 11 w 1415"/>
                <a:gd name="T15" fmla="*/ 1 h 960"/>
                <a:gd name="T16" fmla="*/ 11 w 1415"/>
                <a:gd name="T17" fmla="*/ 0 h 960"/>
                <a:gd name="T18" fmla="*/ 11 w 1415"/>
                <a:gd name="T19" fmla="*/ 0 h 960"/>
                <a:gd name="T20" fmla="*/ 11 w 1415"/>
                <a:gd name="T21" fmla="*/ 0 h 960"/>
                <a:gd name="T22" fmla="*/ 11 w 1415"/>
                <a:gd name="T23" fmla="*/ 0 h 960"/>
                <a:gd name="T24" fmla="*/ 11 w 1415"/>
                <a:gd name="T25" fmla="*/ 0 h 960"/>
                <a:gd name="T26" fmla="*/ 11 w 1415"/>
                <a:gd name="T27" fmla="*/ 0 h 960"/>
                <a:gd name="T28" fmla="*/ 11 w 1415"/>
                <a:gd name="T29" fmla="*/ 0 h 960"/>
                <a:gd name="T30" fmla="*/ 11 w 1415"/>
                <a:gd name="T31" fmla="*/ 0 h 96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15"/>
                <a:gd name="T49" fmla="*/ 0 h 960"/>
                <a:gd name="T50" fmla="*/ 1415 w 1415"/>
                <a:gd name="T51" fmla="*/ 960 h 96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15" h="960">
                  <a:moveTo>
                    <a:pt x="1338" y="10"/>
                  </a:moveTo>
                  <a:lnTo>
                    <a:pt x="1342" y="8"/>
                  </a:lnTo>
                  <a:lnTo>
                    <a:pt x="0" y="882"/>
                  </a:lnTo>
                  <a:lnTo>
                    <a:pt x="52" y="960"/>
                  </a:lnTo>
                  <a:lnTo>
                    <a:pt x="1393" y="85"/>
                  </a:lnTo>
                  <a:lnTo>
                    <a:pt x="1397" y="83"/>
                  </a:lnTo>
                  <a:lnTo>
                    <a:pt x="1393" y="85"/>
                  </a:lnTo>
                  <a:lnTo>
                    <a:pt x="1409" y="71"/>
                  </a:lnTo>
                  <a:lnTo>
                    <a:pt x="1415" y="53"/>
                  </a:lnTo>
                  <a:lnTo>
                    <a:pt x="1413" y="37"/>
                  </a:lnTo>
                  <a:lnTo>
                    <a:pt x="1406" y="21"/>
                  </a:lnTo>
                  <a:lnTo>
                    <a:pt x="1395" y="8"/>
                  </a:lnTo>
                  <a:lnTo>
                    <a:pt x="1379" y="1"/>
                  </a:lnTo>
                  <a:lnTo>
                    <a:pt x="1361" y="0"/>
                  </a:lnTo>
                  <a:lnTo>
                    <a:pt x="1342" y="8"/>
                  </a:lnTo>
                  <a:lnTo>
                    <a:pt x="1338" y="1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1702" name="Freeform 36"/>
            <p:cNvSpPr>
              <a:spLocks/>
            </p:cNvSpPr>
            <p:nvPr/>
          </p:nvSpPr>
          <p:spPr bwMode="auto">
            <a:xfrm>
              <a:off x="1599" y="2057"/>
              <a:ext cx="80" cy="163"/>
            </a:xfrm>
            <a:custGeom>
              <a:avLst/>
              <a:gdLst>
                <a:gd name="T0" fmla="*/ 2 w 398"/>
                <a:gd name="T1" fmla="*/ 0 h 817"/>
                <a:gd name="T2" fmla="*/ 2 w 398"/>
                <a:gd name="T3" fmla="*/ 0 h 817"/>
                <a:gd name="T4" fmla="*/ 2 w 398"/>
                <a:gd name="T5" fmla="*/ 1 h 817"/>
                <a:gd name="T6" fmla="*/ 2 w 398"/>
                <a:gd name="T7" fmla="*/ 1 h 817"/>
                <a:gd name="T8" fmla="*/ 2 w 398"/>
                <a:gd name="T9" fmla="*/ 2 h 817"/>
                <a:gd name="T10" fmla="*/ 2 w 398"/>
                <a:gd name="T11" fmla="*/ 2 h 817"/>
                <a:gd name="T12" fmla="*/ 2 w 398"/>
                <a:gd name="T13" fmla="*/ 2 h 817"/>
                <a:gd name="T14" fmla="*/ 2 w 398"/>
                <a:gd name="T15" fmla="*/ 3 h 817"/>
                <a:gd name="T16" fmla="*/ 2 w 398"/>
                <a:gd name="T17" fmla="*/ 3 h 817"/>
                <a:gd name="T18" fmla="*/ 2 w 398"/>
                <a:gd name="T19" fmla="*/ 4 h 817"/>
                <a:gd name="T20" fmla="*/ 2 w 398"/>
                <a:gd name="T21" fmla="*/ 4 h 817"/>
                <a:gd name="T22" fmla="*/ 1 w 398"/>
                <a:gd name="T23" fmla="*/ 4 h 817"/>
                <a:gd name="T24" fmla="*/ 1 w 398"/>
                <a:gd name="T25" fmla="*/ 5 h 817"/>
                <a:gd name="T26" fmla="*/ 1 w 398"/>
                <a:gd name="T27" fmla="*/ 5 h 817"/>
                <a:gd name="T28" fmla="*/ 1 w 398"/>
                <a:gd name="T29" fmla="*/ 5 h 817"/>
                <a:gd name="T30" fmla="*/ 1 w 398"/>
                <a:gd name="T31" fmla="*/ 5 h 817"/>
                <a:gd name="T32" fmla="*/ 0 w 398"/>
                <a:gd name="T33" fmla="*/ 6 h 817"/>
                <a:gd name="T34" fmla="*/ 0 w 398"/>
                <a:gd name="T35" fmla="*/ 6 h 817"/>
                <a:gd name="T36" fmla="*/ 0 w 398"/>
                <a:gd name="T37" fmla="*/ 7 h 817"/>
                <a:gd name="T38" fmla="*/ 1 w 398"/>
                <a:gd name="T39" fmla="*/ 6 h 817"/>
                <a:gd name="T40" fmla="*/ 1 w 398"/>
                <a:gd name="T41" fmla="*/ 6 h 817"/>
                <a:gd name="T42" fmla="*/ 1 w 398"/>
                <a:gd name="T43" fmla="*/ 6 h 817"/>
                <a:gd name="T44" fmla="*/ 2 w 398"/>
                <a:gd name="T45" fmla="*/ 5 h 817"/>
                <a:gd name="T46" fmla="*/ 2 w 398"/>
                <a:gd name="T47" fmla="*/ 5 h 817"/>
                <a:gd name="T48" fmla="*/ 2 w 398"/>
                <a:gd name="T49" fmla="*/ 5 h 817"/>
                <a:gd name="T50" fmla="*/ 2 w 398"/>
                <a:gd name="T51" fmla="*/ 4 h 817"/>
                <a:gd name="T52" fmla="*/ 2 w 398"/>
                <a:gd name="T53" fmla="*/ 4 h 817"/>
                <a:gd name="T54" fmla="*/ 3 w 398"/>
                <a:gd name="T55" fmla="*/ 3 h 817"/>
                <a:gd name="T56" fmla="*/ 3 w 398"/>
                <a:gd name="T57" fmla="*/ 3 h 817"/>
                <a:gd name="T58" fmla="*/ 3 w 398"/>
                <a:gd name="T59" fmla="*/ 3 h 817"/>
                <a:gd name="T60" fmla="*/ 3 w 398"/>
                <a:gd name="T61" fmla="*/ 2 h 817"/>
                <a:gd name="T62" fmla="*/ 3 w 398"/>
                <a:gd name="T63" fmla="*/ 2 h 817"/>
                <a:gd name="T64" fmla="*/ 3 w 398"/>
                <a:gd name="T65" fmla="*/ 1 h 817"/>
                <a:gd name="T66" fmla="*/ 3 w 398"/>
                <a:gd name="T67" fmla="*/ 1 h 817"/>
                <a:gd name="T68" fmla="*/ 3 w 398"/>
                <a:gd name="T69" fmla="*/ 0 h 817"/>
                <a:gd name="T70" fmla="*/ 3 w 398"/>
                <a:gd name="T71" fmla="*/ 0 h 817"/>
                <a:gd name="T72" fmla="*/ 3 w 398"/>
                <a:gd name="T73" fmla="*/ 0 h 817"/>
                <a:gd name="T74" fmla="*/ 3 w 398"/>
                <a:gd name="T75" fmla="*/ 0 h 817"/>
                <a:gd name="T76" fmla="*/ 3 w 398"/>
                <a:gd name="T77" fmla="*/ 0 h 817"/>
                <a:gd name="T78" fmla="*/ 3 w 398"/>
                <a:gd name="T79" fmla="*/ 0 h 817"/>
                <a:gd name="T80" fmla="*/ 3 w 398"/>
                <a:gd name="T81" fmla="*/ 0 h 817"/>
                <a:gd name="T82" fmla="*/ 3 w 398"/>
                <a:gd name="T83" fmla="*/ 0 h 817"/>
                <a:gd name="T84" fmla="*/ 3 w 398"/>
                <a:gd name="T85" fmla="*/ 0 h 817"/>
                <a:gd name="T86" fmla="*/ 2 w 398"/>
                <a:gd name="T87" fmla="*/ 0 h 817"/>
                <a:gd name="T88" fmla="*/ 2 w 398"/>
                <a:gd name="T89" fmla="*/ 0 h 817"/>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398"/>
                <a:gd name="T136" fmla="*/ 0 h 817"/>
                <a:gd name="T137" fmla="*/ 398 w 398"/>
                <a:gd name="T138" fmla="*/ 817 h 817"/>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398" h="817">
                  <a:moveTo>
                    <a:pt x="304" y="47"/>
                  </a:moveTo>
                  <a:lnTo>
                    <a:pt x="304" y="47"/>
                  </a:lnTo>
                  <a:lnTo>
                    <a:pt x="301" y="97"/>
                  </a:lnTo>
                  <a:lnTo>
                    <a:pt x="297" y="147"/>
                  </a:lnTo>
                  <a:lnTo>
                    <a:pt x="291" y="198"/>
                  </a:lnTo>
                  <a:lnTo>
                    <a:pt x="280" y="247"/>
                  </a:lnTo>
                  <a:lnTo>
                    <a:pt x="268" y="297"/>
                  </a:lnTo>
                  <a:lnTo>
                    <a:pt x="253" y="347"/>
                  </a:lnTo>
                  <a:lnTo>
                    <a:pt x="236" y="395"/>
                  </a:lnTo>
                  <a:lnTo>
                    <a:pt x="217" y="442"/>
                  </a:lnTo>
                  <a:lnTo>
                    <a:pt x="195" y="487"/>
                  </a:lnTo>
                  <a:lnTo>
                    <a:pt x="171" y="532"/>
                  </a:lnTo>
                  <a:lnTo>
                    <a:pt x="147" y="574"/>
                  </a:lnTo>
                  <a:lnTo>
                    <a:pt x="121" y="613"/>
                  </a:lnTo>
                  <a:lnTo>
                    <a:pt x="93" y="650"/>
                  </a:lnTo>
                  <a:lnTo>
                    <a:pt x="64" y="684"/>
                  </a:lnTo>
                  <a:lnTo>
                    <a:pt x="32" y="716"/>
                  </a:lnTo>
                  <a:lnTo>
                    <a:pt x="0" y="744"/>
                  </a:lnTo>
                  <a:lnTo>
                    <a:pt x="59" y="817"/>
                  </a:lnTo>
                  <a:lnTo>
                    <a:pt x="95" y="784"/>
                  </a:lnTo>
                  <a:lnTo>
                    <a:pt x="132" y="748"/>
                  </a:lnTo>
                  <a:lnTo>
                    <a:pt x="166" y="709"/>
                  </a:lnTo>
                  <a:lnTo>
                    <a:pt x="196" y="667"/>
                  </a:lnTo>
                  <a:lnTo>
                    <a:pt x="227" y="623"/>
                  </a:lnTo>
                  <a:lnTo>
                    <a:pt x="253" y="576"/>
                  </a:lnTo>
                  <a:lnTo>
                    <a:pt x="279" y="530"/>
                  </a:lnTo>
                  <a:lnTo>
                    <a:pt x="301" y="479"/>
                  </a:lnTo>
                  <a:lnTo>
                    <a:pt x="323" y="428"/>
                  </a:lnTo>
                  <a:lnTo>
                    <a:pt x="342" y="375"/>
                  </a:lnTo>
                  <a:lnTo>
                    <a:pt x="359" y="321"/>
                  </a:lnTo>
                  <a:lnTo>
                    <a:pt x="372" y="268"/>
                  </a:lnTo>
                  <a:lnTo>
                    <a:pt x="382" y="212"/>
                  </a:lnTo>
                  <a:lnTo>
                    <a:pt x="391" y="157"/>
                  </a:lnTo>
                  <a:lnTo>
                    <a:pt x="395" y="102"/>
                  </a:lnTo>
                  <a:lnTo>
                    <a:pt x="398" y="47"/>
                  </a:lnTo>
                  <a:lnTo>
                    <a:pt x="394" y="27"/>
                  </a:lnTo>
                  <a:lnTo>
                    <a:pt x="383" y="11"/>
                  </a:lnTo>
                  <a:lnTo>
                    <a:pt x="368" y="3"/>
                  </a:lnTo>
                  <a:lnTo>
                    <a:pt x="351" y="0"/>
                  </a:lnTo>
                  <a:lnTo>
                    <a:pt x="333" y="3"/>
                  </a:lnTo>
                  <a:lnTo>
                    <a:pt x="319" y="11"/>
                  </a:lnTo>
                  <a:lnTo>
                    <a:pt x="307" y="27"/>
                  </a:lnTo>
                  <a:lnTo>
                    <a:pt x="304" y="4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1703" name="Freeform 37"/>
            <p:cNvSpPr>
              <a:spLocks/>
            </p:cNvSpPr>
            <p:nvPr/>
          </p:nvSpPr>
          <p:spPr bwMode="auto">
            <a:xfrm>
              <a:off x="1660" y="1701"/>
              <a:ext cx="19" cy="365"/>
            </a:xfrm>
            <a:custGeom>
              <a:avLst/>
              <a:gdLst>
                <a:gd name="T0" fmla="*/ 0 w 95"/>
                <a:gd name="T1" fmla="*/ 0 h 1826"/>
                <a:gd name="T2" fmla="*/ 0 w 95"/>
                <a:gd name="T3" fmla="*/ 0 h 1826"/>
                <a:gd name="T4" fmla="*/ 0 w 95"/>
                <a:gd name="T5" fmla="*/ 15 h 1826"/>
                <a:gd name="T6" fmla="*/ 1 w 95"/>
                <a:gd name="T7" fmla="*/ 15 h 1826"/>
                <a:gd name="T8" fmla="*/ 1 w 95"/>
                <a:gd name="T9" fmla="*/ 0 h 1826"/>
                <a:gd name="T10" fmla="*/ 1 w 95"/>
                <a:gd name="T11" fmla="*/ 0 h 1826"/>
                <a:gd name="T12" fmla="*/ 1 w 95"/>
                <a:gd name="T13" fmla="*/ 0 h 1826"/>
                <a:gd name="T14" fmla="*/ 1 w 95"/>
                <a:gd name="T15" fmla="*/ 0 h 1826"/>
                <a:gd name="T16" fmla="*/ 1 w 95"/>
                <a:gd name="T17" fmla="*/ 0 h 1826"/>
                <a:gd name="T18" fmla="*/ 1 w 95"/>
                <a:gd name="T19" fmla="*/ 0 h 1826"/>
                <a:gd name="T20" fmla="*/ 0 w 95"/>
                <a:gd name="T21" fmla="*/ 0 h 1826"/>
                <a:gd name="T22" fmla="*/ 0 w 95"/>
                <a:gd name="T23" fmla="*/ 0 h 1826"/>
                <a:gd name="T24" fmla="*/ 0 w 95"/>
                <a:gd name="T25" fmla="*/ 0 h 1826"/>
                <a:gd name="T26" fmla="*/ 0 w 95"/>
                <a:gd name="T27" fmla="*/ 0 h 1826"/>
                <a:gd name="T28" fmla="*/ 0 w 95"/>
                <a:gd name="T29" fmla="*/ 0 h 1826"/>
                <a:gd name="T30" fmla="*/ 0 w 95"/>
                <a:gd name="T31" fmla="*/ 0 h 182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95"/>
                <a:gd name="T49" fmla="*/ 0 h 1826"/>
                <a:gd name="T50" fmla="*/ 95 w 95"/>
                <a:gd name="T51" fmla="*/ 1826 h 182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95" h="1826">
                  <a:moveTo>
                    <a:pt x="0" y="49"/>
                  </a:moveTo>
                  <a:lnTo>
                    <a:pt x="0" y="47"/>
                  </a:lnTo>
                  <a:lnTo>
                    <a:pt x="1" y="1826"/>
                  </a:lnTo>
                  <a:lnTo>
                    <a:pt x="95" y="1826"/>
                  </a:lnTo>
                  <a:lnTo>
                    <a:pt x="93" y="47"/>
                  </a:lnTo>
                  <a:lnTo>
                    <a:pt x="93" y="45"/>
                  </a:lnTo>
                  <a:lnTo>
                    <a:pt x="93" y="47"/>
                  </a:lnTo>
                  <a:lnTo>
                    <a:pt x="90" y="27"/>
                  </a:lnTo>
                  <a:lnTo>
                    <a:pt x="79" y="12"/>
                  </a:lnTo>
                  <a:lnTo>
                    <a:pt x="64" y="4"/>
                  </a:lnTo>
                  <a:lnTo>
                    <a:pt x="47" y="0"/>
                  </a:lnTo>
                  <a:lnTo>
                    <a:pt x="29" y="4"/>
                  </a:lnTo>
                  <a:lnTo>
                    <a:pt x="15" y="12"/>
                  </a:lnTo>
                  <a:lnTo>
                    <a:pt x="3" y="27"/>
                  </a:lnTo>
                  <a:lnTo>
                    <a:pt x="0" y="47"/>
                  </a:lnTo>
                  <a:lnTo>
                    <a:pt x="0" y="4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1704" name="Freeform 38"/>
            <p:cNvSpPr>
              <a:spLocks/>
            </p:cNvSpPr>
            <p:nvPr/>
          </p:nvSpPr>
          <p:spPr bwMode="auto">
            <a:xfrm>
              <a:off x="1598" y="1598"/>
              <a:ext cx="81" cy="113"/>
            </a:xfrm>
            <a:custGeom>
              <a:avLst/>
              <a:gdLst>
                <a:gd name="T0" fmla="*/ 0 w 401"/>
                <a:gd name="T1" fmla="*/ 1 h 566"/>
                <a:gd name="T2" fmla="*/ 0 w 401"/>
                <a:gd name="T3" fmla="*/ 1 h 566"/>
                <a:gd name="T4" fmla="*/ 0 w 401"/>
                <a:gd name="T5" fmla="*/ 1 h 566"/>
                <a:gd name="T6" fmla="*/ 1 w 401"/>
                <a:gd name="T7" fmla="*/ 1 h 566"/>
                <a:gd name="T8" fmla="*/ 1 w 401"/>
                <a:gd name="T9" fmla="*/ 1 h 566"/>
                <a:gd name="T10" fmla="*/ 1 w 401"/>
                <a:gd name="T11" fmla="*/ 1 h 566"/>
                <a:gd name="T12" fmla="*/ 1 w 401"/>
                <a:gd name="T13" fmla="*/ 2 h 566"/>
                <a:gd name="T14" fmla="*/ 1 w 401"/>
                <a:gd name="T15" fmla="*/ 2 h 566"/>
                <a:gd name="T16" fmla="*/ 2 w 401"/>
                <a:gd name="T17" fmla="*/ 2 h 566"/>
                <a:gd name="T18" fmla="*/ 2 w 401"/>
                <a:gd name="T19" fmla="*/ 2 h 566"/>
                <a:gd name="T20" fmla="*/ 2 w 401"/>
                <a:gd name="T21" fmla="*/ 2 h 566"/>
                <a:gd name="T22" fmla="*/ 2 w 401"/>
                <a:gd name="T23" fmla="*/ 3 h 566"/>
                <a:gd name="T24" fmla="*/ 2 w 401"/>
                <a:gd name="T25" fmla="*/ 3 h 566"/>
                <a:gd name="T26" fmla="*/ 2 w 401"/>
                <a:gd name="T27" fmla="*/ 3 h 566"/>
                <a:gd name="T28" fmla="*/ 2 w 401"/>
                <a:gd name="T29" fmla="*/ 4 h 566"/>
                <a:gd name="T30" fmla="*/ 2 w 401"/>
                <a:gd name="T31" fmla="*/ 4 h 566"/>
                <a:gd name="T32" fmla="*/ 2 w 401"/>
                <a:gd name="T33" fmla="*/ 4 h 566"/>
                <a:gd name="T34" fmla="*/ 3 w 401"/>
                <a:gd name="T35" fmla="*/ 5 h 566"/>
                <a:gd name="T36" fmla="*/ 3 w 401"/>
                <a:gd name="T37" fmla="*/ 4 h 566"/>
                <a:gd name="T38" fmla="*/ 3 w 401"/>
                <a:gd name="T39" fmla="*/ 4 h 566"/>
                <a:gd name="T40" fmla="*/ 3 w 401"/>
                <a:gd name="T41" fmla="*/ 4 h 566"/>
                <a:gd name="T42" fmla="*/ 3 w 401"/>
                <a:gd name="T43" fmla="*/ 3 h 566"/>
                <a:gd name="T44" fmla="*/ 3 w 401"/>
                <a:gd name="T45" fmla="*/ 3 h 566"/>
                <a:gd name="T46" fmla="*/ 3 w 401"/>
                <a:gd name="T47" fmla="*/ 3 h 566"/>
                <a:gd name="T48" fmla="*/ 3 w 401"/>
                <a:gd name="T49" fmla="*/ 2 h 566"/>
                <a:gd name="T50" fmla="*/ 3 w 401"/>
                <a:gd name="T51" fmla="*/ 2 h 566"/>
                <a:gd name="T52" fmla="*/ 2 w 401"/>
                <a:gd name="T53" fmla="*/ 2 h 566"/>
                <a:gd name="T54" fmla="*/ 2 w 401"/>
                <a:gd name="T55" fmla="*/ 2 h 566"/>
                <a:gd name="T56" fmla="*/ 2 w 401"/>
                <a:gd name="T57" fmla="*/ 1 h 566"/>
                <a:gd name="T58" fmla="*/ 2 w 401"/>
                <a:gd name="T59" fmla="*/ 1 h 566"/>
                <a:gd name="T60" fmla="*/ 2 w 401"/>
                <a:gd name="T61" fmla="*/ 1 h 566"/>
                <a:gd name="T62" fmla="*/ 1 w 401"/>
                <a:gd name="T63" fmla="*/ 1 h 566"/>
                <a:gd name="T64" fmla="*/ 1 w 401"/>
                <a:gd name="T65" fmla="*/ 0 h 566"/>
                <a:gd name="T66" fmla="*/ 1 w 401"/>
                <a:gd name="T67" fmla="*/ 0 h 566"/>
                <a:gd name="T68" fmla="*/ 1 w 401"/>
                <a:gd name="T69" fmla="*/ 0 h 566"/>
                <a:gd name="T70" fmla="*/ 1 w 401"/>
                <a:gd name="T71" fmla="*/ 0 h 566"/>
                <a:gd name="T72" fmla="*/ 1 w 401"/>
                <a:gd name="T73" fmla="*/ 0 h 566"/>
                <a:gd name="T74" fmla="*/ 0 w 401"/>
                <a:gd name="T75" fmla="*/ 0 h 566"/>
                <a:gd name="T76" fmla="*/ 0 w 401"/>
                <a:gd name="T77" fmla="*/ 0 h 566"/>
                <a:gd name="T78" fmla="*/ 0 w 401"/>
                <a:gd name="T79" fmla="*/ 0 h 566"/>
                <a:gd name="T80" fmla="*/ 0 w 401"/>
                <a:gd name="T81" fmla="*/ 0 h 566"/>
                <a:gd name="T82" fmla="*/ 0 w 401"/>
                <a:gd name="T83" fmla="*/ 0 h 566"/>
                <a:gd name="T84" fmla="*/ 0 w 401"/>
                <a:gd name="T85" fmla="*/ 0 h 566"/>
                <a:gd name="T86" fmla="*/ 0 w 401"/>
                <a:gd name="T87" fmla="*/ 1 h 566"/>
                <a:gd name="T88" fmla="*/ 0 w 401"/>
                <a:gd name="T89" fmla="*/ 1 h 56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401"/>
                <a:gd name="T136" fmla="*/ 0 h 566"/>
                <a:gd name="T137" fmla="*/ 401 w 401"/>
                <a:gd name="T138" fmla="*/ 566 h 566"/>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401" h="566">
                  <a:moveTo>
                    <a:pt x="23" y="88"/>
                  </a:moveTo>
                  <a:lnTo>
                    <a:pt x="23" y="88"/>
                  </a:lnTo>
                  <a:lnTo>
                    <a:pt x="53" y="107"/>
                  </a:lnTo>
                  <a:lnTo>
                    <a:pt x="83" y="125"/>
                  </a:lnTo>
                  <a:lnTo>
                    <a:pt x="108" y="147"/>
                  </a:lnTo>
                  <a:lnTo>
                    <a:pt x="135" y="171"/>
                  </a:lnTo>
                  <a:lnTo>
                    <a:pt x="160" y="196"/>
                  </a:lnTo>
                  <a:lnTo>
                    <a:pt x="182" y="223"/>
                  </a:lnTo>
                  <a:lnTo>
                    <a:pt x="205" y="251"/>
                  </a:lnTo>
                  <a:lnTo>
                    <a:pt x="223" y="281"/>
                  </a:lnTo>
                  <a:lnTo>
                    <a:pt x="240" y="312"/>
                  </a:lnTo>
                  <a:lnTo>
                    <a:pt x="256" y="345"/>
                  </a:lnTo>
                  <a:lnTo>
                    <a:pt x="270" y="379"/>
                  </a:lnTo>
                  <a:lnTo>
                    <a:pt x="282" y="414"/>
                  </a:lnTo>
                  <a:lnTo>
                    <a:pt x="291" y="450"/>
                  </a:lnTo>
                  <a:lnTo>
                    <a:pt x="299" y="488"/>
                  </a:lnTo>
                  <a:lnTo>
                    <a:pt x="304" y="526"/>
                  </a:lnTo>
                  <a:lnTo>
                    <a:pt x="308" y="566"/>
                  </a:lnTo>
                  <a:lnTo>
                    <a:pt x="401" y="562"/>
                  </a:lnTo>
                  <a:lnTo>
                    <a:pt x="398" y="517"/>
                  </a:lnTo>
                  <a:lnTo>
                    <a:pt x="391" y="471"/>
                  </a:lnTo>
                  <a:lnTo>
                    <a:pt x="383" y="429"/>
                  </a:lnTo>
                  <a:lnTo>
                    <a:pt x="371" y="386"/>
                  </a:lnTo>
                  <a:lnTo>
                    <a:pt x="357" y="346"/>
                  </a:lnTo>
                  <a:lnTo>
                    <a:pt x="340" y="307"/>
                  </a:lnTo>
                  <a:lnTo>
                    <a:pt x="324" y="270"/>
                  </a:lnTo>
                  <a:lnTo>
                    <a:pt x="303" y="232"/>
                  </a:lnTo>
                  <a:lnTo>
                    <a:pt x="280" y="197"/>
                  </a:lnTo>
                  <a:lnTo>
                    <a:pt x="255" y="164"/>
                  </a:lnTo>
                  <a:lnTo>
                    <a:pt x="228" y="132"/>
                  </a:lnTo>
                  <a:lnTo>
                    <a:pt x="199" y="103"/>
                  </a:lnTo>
                  <a:lnTo>
                    <a:pt x="169" y="76"/>
                  </a:lnTo>
                  <a:lnTo>
                    <a:pt x="137" y="50"/>
                  </a:lnTo>
                  <a:lnTo>
                    <a:pt x="103" y="27"/>
                  </a:lnTo>
                  <a:lnTo>
                    <a:pt x="67" y="6"/>
                  </a:lnTo>
                  <a:lnTo>
                    <a:pt x="48" y="0"/>
                  </a:lnTo>
                  <a:lnTo>
                    <a:pt x="30" y="2"/>
                  </a:lnTo>
                  <a:lnTo>
                    <a:pt x="16" y="12"/>
                  </a:lnTo>
                  <a:lnTo>
                    <a:pt x="5" y="25"/>
                  </a:lnTo>
                  <a:lnTo>
                    <a:pt x="0" y="41"/>
                  </a:lnTo>
                  <a:lnTo>
                    <a:pt x="0" y="59"/>
                  </a:lnTo>
                  <a:lnTo>
                    <a:pt x="8" y="75"/>
                  </a:lnTo>
                  <a:lnTo>
                    <a:pt x="23"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1705" name="Freeform 39"/>
            <p:cNvSpPr>
              <a:spLocks/>
            </p:cNvSpPr>
            <p:nvPr/>
          </p:nvSpPr>
          <p:spPr bwMode="auto">
            <a:xfrm>
              <a:off x="1346" y="1455"/>
              <a:ext cx="266" cy="160"/>
            </a:xfrm>
            <a:custGeom>
              <a:avLst/>
              <a:gdLst>
                <a:gd name="T0" fmla="*/ 0 w 1330"/>
                <a:gd name="T1" fmla="*/ 1 h 801"/>
                <a:gd name="T2" fmla="*/ 0 w 1330"/>
                <a:gd name="T3" fmla="*/ 1 h 801"/>
                <a:gd name="T4" fmla="*/ 10 w 1330"/>
                <a:gd name="T5" fmla="*/ 6 h 801"/>
                <a:gd name="T6" fmla="*/ 11 w 1330"/>
                <a:gd name="T7" fmla="*/ 6 h 801"/>
                <a:gd name="T8" fmla="*/ 1 w 1330"/>
                <a:gd name="T9" fmla="*/ 0 h 801"/>
                <a:gd name="T10" fmla="*/ 1 w 1330"/>
                <a:gd name="T11" fmla="*/ 0 h 801"/>
                <a:gd name="T12" fmla="*/ 1 w 1330"/>
                <a:gd name="T13" fmla="*/ 0 h 801"/>
                <a:gd name="T14" fmla="*/ 0 w 1330"/>
                <a:gd name="T15" fmla="*/ 0 h 801"/>
                <a:gd name="T16" fmla="*/ 0 w 1330"/>
                <a:gd name="T17" fmla="*/ 0 h 801"/>
                <a:gd name="T18" fmla="*/ 0 w 1330"/>
                <a:gd name="T19" fmla="*/ 0 h 801"/>
                <a:gd name="T20" fmla="*/ 0 w 1330"/>
                <a:gd name="T21" fmla="*/ 0 h 801"/>
                <a:gd name="T22" fmla="*/ 0 w 1330"/>
                <a:gd name="T23" fmla="*/ 0 h 801"/>
                <a:gd name="T24" fmla="*/ 0 w 1330"/>
                <a:gd name="T25" fmla="*/ 0 h 801"/>
                <a:gd name="T26" fmla="*/ 0 w 1330"/>
                <a:gd name="T27" fmla="*/ 1 h 801"/>
                <a:gd name="T28" fmla="*/ 0 w 1330"/>
                <a:gd name="T29" fmla="*/ 1 h 801"/>
                <a:gd name="T30" fmla="*/ 0 w 1330"/>
                <a:gd name="T31" fmla="*/ 1 h 801"/>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30"/>
                <a:gd name="T49" fmla="*/ 0 h 801"/>
                <a:gd name="T50" fmla="*/ 1330 w 1330"/>
                <a:gd name="T51" fmla="*/ 801 h 801"/>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30" h="801">
                  <a:moveTo>
                    <a:pt x="24" y="88"/>
                  </a:moveTo>
                  <a:lnTo>
                    <a:pt x="23" y="88"/>
                  </a:lnTo>
                  <a:lnTo>
                    <a:pt x="1286" y="801"/>
                  </a:lnTo>
                  <a:lnTo>
                    <a:pt x="1330" y="719"/>
                  </a:lnTo>
                  <a:lnTo>
                    <a:pt x="67" y="6"/>
                  </a:lnTo>
                  <a:lnTo>
                    <a:pt x="66" y="6"/>
                  </a:lnTo>
                  <a:lnTo>
                    <a:pt x="67" y="6"/>
                  </a:lnTo>
                  <a:lnTo>
                    <a:pt x="48" y="0"/>
                  </a:lnTo>
                  <a:lnTo>
                    <a:pt x="30" y="2"/>
                  </a:lnTo>
                  <a:lnTo>
                    <a:pt x="16" y="12"/>
                  </a:lnTo>
                  <a:lnTo>
                    <a:pt x="5" y="25"/>
                  </a:lnTo>
                  <a:lnTo>
                    <a:pt x="0" y="41"/>
                  </a:lnTo>
                  <a:lnTo>
                    <a:pt x="0" y="59"/>
                  </a:lnTo>
                  <a:lnTo>
                    <a:pt x="8" y="75"/>
                  </a:lnTo>
                  <a:lnTo>
                    <a:pt x="23" y="88"/>
                  </a:lnTo>
                  <a:lnTo>
                    <a:pt x="24"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1706" name="Freeform 40"/>
            <p:cNvSpPr>
              <a:spLocks/>
            </p:cNvSpPr>
            <p:nvPr/>
          </p:nvSpPr>
          <p:spPr bwMode="auto">
            <a:xfrm>
              <a:off x="1198" y="1439"/>
              <a:ext cx="161" cy="35"/>
            </a:xfrm>
            <a:custGeom>
              <a:avLst/>
              <a:gdLst>
                <a:gd name="T0" fmla="*/ 1 w 806"/>
                <a:gd name="T1" fmla="*/ 1 h 177"/>
                <a:gd name="T2" fmla="*/ 1 w 806"/>
                <a:gd name="T3" fmla="*/ 1 h 177"/>
                <a:gd name="T4" fmla="*/ 1 w 806"/>
                <a:gd name="T5" fmla="*/ 1 h 177"/>
                <a:gd name="T6" fmla="*/ 1 w 806"/>
                <a:gd name="T7" fmla="*/ 1 h 177"/>
                <a:gd name="T8" fmla="*/ 2 w 806"/>
                <a:gd name="T9" fmla="*/ 1 h 177"/>
                <a:gd name="T10" fmla="*/ 2 w 806"/>
                <a:gd name="T11" fmla="*/ 1 h 177"/>
                <a:gd name="T12" fmla="*/ 2 w 806"/>
                <a:gd name="T13" fmla="*/ 1 h 177"/>
                <a:gd name="T14" fmla="*/ 3 w 806"/>
                <a:gd name="T15" fmla="*/ 1 h 177"/>
                <a:gd name="T16" fmla="*/ 3 w 806"/>
                <a:gd name="T17" fmla="*/ 1 h 177"/>
                <a:gd name="T18" fmla="*/ 3 w 806"/>
                <a:gd name="T19" fmla="*/ 1 h 177"/>
                <a:gd name="T20" fmla="*/ 4 w 806"/>
                <a:gd name="T21" fmla="*/ 1 h 177"/>
                <a:gd name="T22" fmla="*/ 4 w 806"/>
                <a:gd name="T23" fmla="*/ 1 h 177"/>
                <a:gd name="T24" fmla="*/ 5 w 806"/>
                <a:gd name="T25" fmla="*/ 1 h 177"/>
                <a:gd name="T26" fmla="*/ 5 w 806"/>
                <a:gd name="T27" fmla="*/ 1 h 177"/>
                <a:gd name="T28" fmla="*/ 5 w 806"/>
                <a:gd name="T29" fmla="*/ 1 h 177"/>
                <a:gd name="T30" fmla="*/ 6 w 806"/>
                <a:gd name="T31" fmla="*/ 1 h 177"/>
                <a:gd name="T32" fmla="*/ 6 w 806"/>
                <a:gd name="T33" fmla="*/ 1 h 177"/>
                <a:gd name="T34" fmla="*/ 6 w 806"/>
                <a:gd name="T35" fmla="*/ 1 h 177"/>
                <a:gd name="T36" fmla="*/ 6 w 806"/>
                <a:gd name="T37" fmla="*/ 1 h 177"/>
                <a:gd name="T38" fmla="*/ 6 w 806"/>
                <a:gd name="T39" fmla="*/ 1 h 177"/>
                <a:gd name="T40" fmla="*/ 6 w 806"/>
                <a:gd name="T41" fmla="*/ 0 h 177"/>
                <a:gd name="T42" fmla="*/ 5 w 806"/>
                <a:gd name="T43" fmla="*/ 0 h 177"/>
                <a:gd name="T44" fmla="*/ 5 w 806"/>
                <a:gd name="T45" fmla="*/ 0 h 177"/>
                <a:gd name="T46" fmla="*/ 5 w 806"/>
                <a:gd name="T47" fmla="*/ 0 h 177"/>
                <a:gd name="T48" fmla="*/ 4 w 806"/>
                <a:gd name="T49" fmla="*/ 0 h 177"/>
                <a:gd name="T50" fmla="*/ 4 w 806"/>
                <a:gd name="T51" fmla="*/ 0 h 177"/>
                <a:gd name="T52" fmla="*/ 3 w 806"/>
                <a:gd name="T53" fmla="*/ 0 h 177"/>
                <a:gd name="T54" fmla="*/ 3 w 806"/>
                <a:gd name="T55" fmla="*/ 0 h 177"/>
                <a:gd name="T56" fmla="*/ 3 w 806"/>
                <a:gd name="T57" fmla="*/ 0 h 177"/>
                <a:gd name="T58" fmla="*/ 2 w 806"/>
                <a:gd name="T59" fmla="*/ 0 h 177"/>
                <a:gd name="T60" fmla="*/ 2 w 806"/>
                <a:gd name="T61" fmla="*/ 0 h 177"/>
                <a:gd name="T62" fmla="*/ 1 w 806"/>
                <a:gd name="T63" fmla="*/ 0 h 177"/>
                <a:gd name="T64" fmla="*/ 1 w 806"/>
                <a:gd name="T65" fmla="*/ 0 h 177"/>
                <a:gd name="T66" fmla="*/ 1 w 806"/>
                <a:gd name="T67" fmla="*/ 1 h 177"/>
                <a:gd name="T68" fmla="*/ 0 w 806"/>
                <a:gd name="T69" fmla="*/ 1 h 177"/>
                <a:gd name="T70" fmla="*/ 0 w 806"/>
                <a:gd name="T71" fmla="*/ 1 h 177"/>
                <a:gd name="T72" fmla="*/ 0 w 806"/>
                <a:gd name="T73" fmla="*/ 1 h 177"/>
                <a:gd name="T74" fmla="*/ 0 w 806"/>
                <a:gd name="T75" fmla="*/ 1 h 177"/>
                <a:gd name="T76" fmla="*/ 0 w 806"/>
                <a:gd name="T77" fmla="*/ 1 h 177"/>
                <a:gd name="T78" fmla="*/ 0 w 806"/>
                <a:gd name="T79" fmla="*/ 1 h 177"/>
                <a:gd name="T80" fmla="*/ 0 w 806"/>
                <a:gd name="T81" fmla="*/ 1 h 177"/>
                <a:gd name="T82" fmla="*/ 0 w 806"/>
                <a:gd name="T83" fmla="*/ 1 h 177"/>
                <a:gd name="T84" fmla="*/ 0 w 806"/>
                <a:gd name="T85" fmla="*/ 1 h 177"/>
                <a:gd name="T86" fmla="*/ 0 w 806"/>
                <a:gd name="T87" fmla="*/ 1 h 177"/>
                <a:gd name="T88" fmla="*/ 1 w 806"/>
                <a:gd name="T89" fmla="*/ 1 h 177"/>
                <a:gd name="T90" fmla="*/ 1 w 806"/>
                <a:gd name="T91" fmla="*/ 1 h 17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806"/>
                <a:gd name="T139" fmla="*/ 0 h 177"/>
                <a:gd name="T140" fmla="*/ 806 w 806"/>
                <a:gd name="T141" fmla="*/ 177 h 17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806" h="177">
                  <a:moveTo>
                    <a:pt x="67" y="171"/>
                  </a:moveTo>
                  <a:lnTo>
                    <a:pt x="68" y="171"/>
                  </a:lnTo>
                  <a:lnTo>
                    <a:pt x="109" y="151"/>
                  </a:lnTo>
                  <a:lnTo>
                    <a:pt x="151" y="135"/>
                  </a:lnTo>
                  <a:lnTo>
                    <a:pt x="196" y="122"/>
                  </a:lnTo>
                  <a:lnTo>
                    <a:pt x="242" y="110"/>
                  </a:lnTo>
                  <a:lnTo>
                    <a:pt x="287" y="102"/>
                  </a:lnTo>
                  <a:lnTo>
                    <a:pt x="335" y="97"/>
                  </a:lnTo>
                  <a:lnTo>
                    <a:pt x="382" y="95"/>
                  </a:lnTo>
                  <a:lnTo>
                    <a:pt x="430" y="94"/>
                  </a:lnTo>
                  <a:lnTo>
                    <a:pt x="477" y="97"/>
                  </a:lnTo>
                  <a:lnTo>
                    <a:pt x="524" y="102"/>
                  </a:lnTo>
                  <a:lnTo>
                    <a:pt x="568" y="108"/>
                  </a:lnTo>
                  <a:lnTo>
                    <a:pt x="612" y="117"/>
                  </a:lnTo>
                  <a:lnTo>
                    <a:pt x="654" y="128"/>
                  </a:lnTo>
                  <a:lnTo>
                    <a:pt x="693" y="141"/>
                  </a:lnTo>
                  <a:lnTo>
                    <a:pt x="730" y="155"/>
                  </a:lnTo>
                  <a:lnTo>
                    <a:pt x="764" y="171"/>
                  </a:lnTo>
                  <a:lnTo>
                    <a:pt x="806" y="89"/>
                  </a:lnTo>
                  <a:lnTo>
                    <a:pt x="768" y="70"/>
                  </a:lnTo>
                  <a:lnTo>
                    <a:pt x="725" y="54"/>
                  </a:lnTo>
                  <a:lnTo>
                    <a:pt x="680" y="39"/>
                  </a:lnTo>
                  <a:lnTo>
                    <a:pt x="633" y="26"/>
                  </a:lnTo>
                  <a:lnTo>
                    <a:pt x="585" y="16"/>
                  </a:lnTo>
                  <a:lnTo>
                    <a:pt x="536" y="8"/>
                  </a:lnTo>
                  <a:lnTo>
                    <a:pt x="484" y="3"/>
                  </a:lnTo>
                  <a:lnTo>
                    <a:pt x="433" y="0"/>
                  </a:lnTo>
                  <a:lnTo>
                    <a:pt x="380" y="1"/>
                  </a:lnTo>
                  <a:lnTo>
                    <a:pt x="328" y="3"/>
                  </a:lnTo>
                  <a:lnTo>
                    <a:pt x="276" y="10"/>
                  </a:lnTo>
                  <a:lnTo>
                    <a:pt x="223" y="19"/>
                  </a:lnTo>
                  <a:lnTo>
                    <a:pt x="172" y="30"/>
                  </a:lnTo>
                  <a:lnTo>
                    <a:pt x="121" y="46"/>
                  </a:lnTo>
                  <a:lnTo>
                    <a:pt x="72" y="67"/>
                  </a:lnTo>
                  <a:lnTo>
                    <a:pt x="24" y="89"/>
                  </a:lnTo>
                  <a:lnTo>
                    <a:pt x="25" y="89"/>
                  </a:lnTo>
                  <a:lnTo>
                    <a:pt x="24" y="89"/>
                  </a:lnTo>
                  <a:lnTo>
                    <a:pt x="8" y="102"/>
                  </a:lnTo>
                  <a:lnTo>
                    <a:pt x="0" y="118"/>
                  </a:lnTo>
                  <a:lnTo>
                    <a:pt x="0" y="136"/>
                  </a:lnTo>
                  <a:lnTo>
                    <a:pt x="6" y="152"/>
                  </a:lnTo>
                  <a:lnTo>
                    <a:pt x="17" y="165"/>
                  </a:lnTo>
                  <a:lnTo>
                    <a:pt x="31" y="175"/>
                  </a:lnTo>
                  <a:lnTo>
                    <a:pt x="48" y="177"/>
                  </a:lnTo>
                  <a:lnTo>
                    <a:pt x="68" y="171"/>
                  </a:lnTo>
                  <a:lnTo>
                    <a:pt x="67" y="1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1707" name="Freeform 41"/>
            <p:cNvSpPr>
              <a:spLocks/>
            </p:cNvSpPr>
            <p:nvPr/>
          </p:nvSpPr>
          <p:spPr bwMode="auto">
            <a:xfrm>
              <a:off x="931" y="1456"/>
              <a:ext cx="280" cy="158"/>
            </a:xfrm>
            <a:custGeom>
              <a:avLst/>
              <a:gdLst>
                <a:gd name="T0" fmla="*/ 1 w 1402"/>
                <a:gd name="T1" fmla="*/ 6 h 787"/>
                <a:gd name="T2" fmla="*/ 1 w 1402"/>
                <a:gd name="T3" fmla="*/ 6 h 787"/>
                <a:gd name="T4" fmla="*/ 11 w 1402"/>
                <a:gd name="T5" fmla="*/ 1 h 787"/>
                <a:gd name="T6" fmla="*/ 11 w 1402"/>
                <a:gd name="T7" fmla="*/ 0 h 787"/>
                <a:gd name="T8" fmla="*/ 0 w 1402"/>
                <a:gd name="T9" fmla="*/ 6 h 787"/>
                <a:gd name="T10" fmla="*/ 0 w 1402"/>
                <a:gd name="T11" fmla="*/ 6 h 787"/>
                <a:gd name="T12" fmla="*/ 0 w 1402"/>
                <a:gd name="T13" fmla="*/ 6 h 787"/>
                <a:gd name="T14" fmla="*/ 0 w 1402"/>
                <a:gd name="T15" fmla="*/ 6 h 787"/>
                <a:gd name="T16" fmla="*/ 0 w 1402"/>
                <a:gd name="T17" fmla="*/ 6 h 787"/>
                <a:gd name="T18" fmla="*/ 0 w 1402"/>
                <a:gd name="T19" fmla="*/ 6 h 787"/>
                <a:gd name="T20" fmla="*/ 0 w 1402"/>
                <a:gd name="T21" fmla="*/ 6 h 787"/>
                <a:gd name="T22" fmla="*/ 0 w 1402"/>
                <a:gd name="T23" fmla="*/ 6 h 787"/>
                <a:gd name="T24" fmla="*/ 0 w 1402"/>
                <a:gd name="T25" fmla="*/ 6 h 787"/>
                <a:gd name="T26" fmla="*/ 0 w 1402"/>
                <a:gd name="T27" fmla="*/ 6 h 787"/>
                <a:gd name="T28" fmla="*/ 1 w 1402"/>
                <a:gd name="T29" fmla="*/ 6 h 787"/>
                <a:gd name="T30" fmla="*/ 1 w 1402"/>
                <a:gd name="T31" fmla="*/ 6 h 78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02"/>
                <a:gd name="T49" fmla="*/ 0 h 787"/>
                <a:gd name="T50" fmla="*/ 1402 w 1402"/>
                <a:gd name="T51" fmla="*/ 787 h 78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02" h="787">
                  <a:moveTo>
                    <a:pt x="69" y="781"/>
                  </a:moveTo>
                  <a:lnTo>
                    <a:pt x="66" y="781"/>
                  </a:lnTo>
                  <a:lnTo>
                    <a:pt x="1402" y="82"/>
                  </a:lnTo>
                  <a:lnTo>
                    <a:pt x="1360" y="0"/>
                  </a:lnTo>
                  <a:lnTo>
                    <a:pt x="24" y="699"/>
                  </a:lnTo>
                  <a:lnTo>
                    <a:pt x="22" y="699"/>
                  </a:lnTo>
                  <a:lnTo>
                    <a:pt x="24" y="699"/>
                  </a:lnTo>
                  <a:lnTo>
                    <a:pt x="8" y="712"/>
                  </a:lnTo>
                  <a:lnTo>
                    <a:pt x="1" y="727"/>
                  </a:lnTo>
                  <a:lnTo>
                    <a:pt x="0" y="744"/>
                  </a:lnTo>
                  <a:lnTo>
                    <a:pt x="5" y="761"/>
                  </a:lnTo>
                  <a:lnTo>
                    <a:pt x="15" y="775"/>
                  </a:lnTo>
                  <a:lnTo>
                    <a:pt x="30" y="784"/>
                  </a:lnTo>
                  <a:lnTo>
                    <a:pt x="46" y="787"/>
                  </a:lnTo>
                  <a:lnTo>
                    <a:pt x="66" y="781"/>
                  </a:lnTo>
                  <a:lnTo>
                    <a:pt x="69" y="7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1708" name="Freeform 42"/>
            <p:cNvSpPr>
              <a:spLocks/>
            </p:cNvSpPr>
            <p:nvPr/>
          </p:nvSpPr>
          <p:spPr bwMode="auto">
            <a:xfrm>
              <a:off x="868" y="1596"/>
              <a:ext cx="77" cy="126"/>
            </a:xfrm>
            <a:custGeom>
              <a:avLst/>
              <a:gdLst>
                <a:gd name="T0" fmla="*/ 1 w 382"/>
                <a:gd name="T1" fmla="*/ 5 h 628"/>
                <a:gd name="T2" fmla="*/ 1 w 382"/>
                <a:gd name="T3" fmla="*/ 5 h 628"/>
                <a:gd name="T4" fmla="*/ 1 w 382"/>
                <a:gd name="T5" fmla="*/ 4 h 628"/>
                <a:gd name="T6" fmla="*/ 1 w 382"/>
                <a:gd name="T7" fmla="*/ 4 h 628"/>
                <a:gd name="T8" fmla="*/ 1 w 382"/>
                <a:gd name="T9" fmla="*/ 4 h 628"/>
                <a:gd name="T10" fmla="*/ 1 w 382"/>
                <a:gd name="T11" fmla="*/ 3 h 628"/>
                <a:gd name="T12" fmla="*/ 1 w 382"/>
                <a:gd name="T13" fmla="*/ 3 h 628"/>
                <a:gd name="T14" fmla="*/ 1 w 382"/>
                <a:gd name="T15" fmla="*/ 3 h 628"/>
                <a:gd name="T16" fmla="*/ 1 w 382"/>
                <a:gd name="T17" fmla="*/ 3 h 628"/>
                <a:gd name="T18" fmla="*/ 1 w 382"/>
                <a:gd name="T19" fmla="*/ 2 h 628"/>
                <a:gd name="T20" fmla="*/ 2 w 382"/>
                <a:gd name="T21" fmla="*/ 2 h 628"/>
                <a:gd name="T22" fmla="*/ 2 w 382"/>
                <a:gd name="T23" fmla="*/ 2 h 628"/>
                <a:gd name="T24" fmla="*/ 2 w 382"/>
                <a:gd name="T25" fmla="*/ 2 h 628"/>
                <a:gd name="T26" fmla="*/ 2 w 382"/>
                <a:gd name="T27" fmla="*/ 1 h 628"/>
                <a:gd name="T28" fmla="*/ 2 w 382"/>
                <a:gd name="T29" fmla="*/ 1 h 628"/>
                <a:gd name="T30" fmla="*/ 3 w 382"/>
                <a:gd name="T31" fmla="*/ 1 h 628"/>
                <a:gd name="T32" fmla="*/ 3 w 382"/>
                <a:gd name="T33" fmla="*/ 1 h 628"/>
                <a:gd name="T34" fmla="*/ 3 w 382"/>
                <a:gd name="T35" fmla="*/ 1 h 628"/>
                <a:gd name="T36" fmla="*/ 3 w 382"/>
                <a:gd name="T37" fmla="*/ 0 h 628"/>
                <a:gd name="T38" fmla="*/ 2 w 382"/>
                <a:gd name="T39" fmla="*/ 0 h 628"/>
                <a:gd name="T40" fmla="*/ 2 w 382"/>
                <a:gd name="T41" fmla="*/ 0 h 628"/>
                <a:gd name="T42" fmla="*/ 2 w 382"/>
                <a:gd name="T43" fmla="*/ 1 h 628"/>
                <a:gd name="T44" fmla="*/ 2 w 382"/>
                <a:gd name="T45" fmla="*/ 1 h 628"/>
                <a:gd name="T46" fmla="*/ 1 w 382"/>
                <a:gd name="T47" fmla="*/ 1 h 628"/>
                <a:gd name="T48" fmla="*/ 1 w 382"/>
                <a:gd name="T49" fmla="*/ 1 h 628"/>
                <a:gd name="T50" fmla="*/ 1 w 382"/>
                <a:gd name="T51" fmla="*/ 2 h 628"/>
                <a:gd name="T52" fmla="*/ 1 w 382"/>
                <a:gd name="T53" fmla="*/ 2 h 628"/>
                <a:gd name="T54" fmla="*/ 1 w 382"/>
                <a:gd name="T55" fmla="*/ 2 h 628"/>
                <a:gd name="T56" fmla="*/ 0 w 382"/>
                <a:gd name="T57" fmla="*/ 3 h 628"/>
                <a:gd name="T58" fmla="*/ 0 w 382"/>
                <a:gd name="T59" fmla="*/ 3 h 628"/>
                <a:gd name="T60" fmla="*/ 0 w 382"/>
                <a:gd name="T61" fmla="*/ 3 h 628"/>
                <a:gd name="T62" fmla="*/ 0 w 382"/>
                <a:gd name="T63" fmla="*/ 4 h 628"/>
                <a:gd name="T64" fmla="*/ 0 w 382"/>
                <a:gd name="T65" fmla="*/ 4 h 628"/>
                <a:gd name="T66" fmla="*/ 0 w 382"/>
                <a:gd name="T67" fmla="*/ 4 h 628"/>
                <a:gd name="T68" fmla="*/ 0 w 382"/>
                <a:gd name="T69" fmla="*/ 5 h 628"/>
                <a:gd name="T70" fmla="*/ 0 w 382"/>
                <a:gd name="T71" fmla="*/ 5 h 628"/>
                <a:gd name="T72" fmla="*/ 0 w 382"/>
                <a:gd name="T73" fmla="*/ 5 h 628"/>
                <a:gd name="T74" fmla="*/ 0 w 382"/>
                <a:gd name="T75" fmla="*/ 5 h 628"/>
                <a:gd name="T76" fmla="*/ 0 w 382"/>
                <a:gd name="T77" fmla="*/ 5 h 628"/>
                <a:gd name="T78" fmla="*/ 0 w 382"/>
                <a:gd name="T79" fmla="*/ 5 h 628"/>
                <a:gd name="T80" fmla="*/ 0 w 382"/>
                <a:gd name="T81" fmla="*/ 5 h 628"/>
                <a:gd name="T82" fmla="*/ 1 w 382"/>
                <a:gd name="T83" fmla="*/ 5 h 628"/>
                <a:gd name="T84" fmla="*/ 1 w 382"/>
                <a:gd name="T85" fmla="*/ 5 h 628"/>
                <a:gd name="T86" fmla="*/ 1 w 382"/>
                <a:gd name="T87" fmla="*/ 5 h 628"/>
                <a:gd name="T88" fmla="*/ 1 w 382"/>
                <a:gd name="T89" fmla="*/ 5 h 628"/>
                <a:gd name="T90" fmla="*/ 1 w 382"/>
                <a:gd name="T91" fmla="*/ 5 h 628"/>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382"/>
                <a:gd name="T139" fmla="*/ 0 h 628"/>
                <a:gd name="T140" fmla="*/ 382 w 382"/>
                <a:gd name="T141" fmla="*/ 628 h 628"/>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382" h="628">
                  <a:moveTo>
                    <a:pt x="94" y="581"/>
                  </a:moveTo>
                  <a:lnTo>
                    <a:pt x="94" y="582"/>
                  </a:lnTo>
                  <a:lnTo>
                    <a:pt x="96" y="541"/>
                  </a:lnTo>
                  <a:lnTo>
                    <a:pt x="99" y="500"/>
                  </a:lnTo>
                  <a:lnTo>
                    <a:pt x="106" y="463"/>
                  </a:lnTo>
                  <a:lnTo>
                    <a:pt x="115" y="424"/>
                  </a:lnTo>
                  <a:lnTo>
                    <a:pt x="127" y="389"/>
                  </a:lnTo>
                  <a:lnTo>
                    <a:pt x="140" y="353"/>
                  </a:lnTo>
                  <a:lnTo>
                    <a:pt x="156" y="320"/>
                  </a:lnTo>
                  <a:lnTo>
                    <a:pt x="173" y="287"/>
                  </a:lnTo>
                  <a:lnTo>
                    <a:pt x="193" y="255"/>
                  </a:lnTo>
                  <a:lnTo>
                    <a:pt x="214" y="226"/>
                  </a:lnTo>
                  <a:lnTo>
                    <a:pt x="238" y="198"/>
                  </a:lnTo>
                  <a:lnTo>
                    <a:pt x="263" y="172"/>
                  </a:lnTo>
                  <a:lnTo>
                    <a:pt x="290" y="146"/>
                  </a:lnTo>
                  <a:lnTo>
                    <a:pt x="318" y="122"/>
                  </a:lnTo>
                  <a:lnTo>
                    <a:pt x="349" y="101"/>
                  </a:lnTo>
                  <a:lnTo>
                    <a:pt x="382" y="82"/>
                  </a:lnTo>
                  <a:lnTo>
                    <a:pt x="335" y="0"/>
                  </a:lnTo>
                  <a:lnTo>
                    <a:pt x="297" y="23"/>
                  </a:lnTo>
                  <a:lnTo>
                    <a:pt x="262" y="49"/>
                  </a:lnTo>
                  <a:lnTo>
                    <a:pt x="229" y="76"/>
                  </a:lnTo>
                  <a:lnTo>
                    <a:pt x="198" y="104"/>
                  </a:lnTo>
                  <a:lnTo>
                    <a:pt x="167" y="137"/>
                  </a:lnTo>
                  <a:lnTo>
                    <a:pt x="142" y="170"/>
                  </a:lnTo>
                  <a:lnTo>
                    <a:pt x="116" y="204"/>
                  </a:lnTo>
                  <a:lnTo>
                    <a:pt x="94" y="240"/>
                  </a:lnTo>
                  <a:lnTo>
                    <a:pt x="74" y="278"/>
                  </a:lnTo>
                  <a:lnTo>
                    <a:pt x="54" y="317"/>
                  </a:lnTo>
                  <a:lnTo>
                    <a:pt x="38" y="359"/>
                  </a:lnTo>
                  <a:lnTo>
                    <a:pt x="26" y="401"/>
                  </a:lnTo>
                  <a:lnTo>
                    <a:pt x="15" y="444"/>
                  </a:lnTo>
                  <a:lnTo>
                    <a:pt x="8" y="489"/>
                  </a:lnTo>
                  <a:lnTo>
                    <a:pt x="2" y="534"/>
                  </a:lnTo>
                  <a:lnTo>
                    <a:pt x="0" y="580"/>
                  </a:lnTo>
                  <a:lnTo>
                    <a:pt x="0" y="581"/>
                  </a:lnTo>
                  <a:lnTo>
                    <a:pt x="0" y="580"/>
                  </a:lnTo>
                  <a:lnTo>
                    <a:pt x="3" y="600"/>
                  </a:lnTo>
                  <a:lnTo>
                    <a:pt x="14" y="615"/>
                  </a:lnTo>
                  <a:lnTo>
                    <a:pt x="29" y="625"/>
                  </a:lnTo>
                  <a:lnTo>
                    <a:pt x="45" y="628"/>
                  </a:lnTo>
                  <a:lnTo>
                    <a:pt x="63" y="626"/>
                  </a:lnTo>
                  <a:lnTo>
                    <a:pt x="78" y="616"/>
                  </a:lnTo>
                  <a:lnTo>
                    <a:pt x="89" y="602"/>
                  </a:lnTo>
                  <a:lnTo>
                    <a:pt x="94" y="582"/>
                  </a:lnTo>
                  <a:lnTo>
                    <a:pt x="94" y="5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1709" name="Freeform 43"/>
            <p:cNvSpPr>
              <a:spLocks/>
            </p:cNvSpPr>
            <p:nvPr/>
          </p:nvSpPr>
          <p:spPr bwMode="auto">
            <a:xfrm>
              <a:off x="868" y="1712"/>
              <a:ext cx="19" cy="364"/>
            </a:xfrm>
            <a:custGeom>
              <a:avLst/>
              <a:gdLst>
                <a:gd name="T0" fmla="*/ 1 w 94"/>
                <a:gd name="T1" fmla="*/ 14 h 1818"/>
                <a:gd name="T2" fmla="*/ 1 w 94"/>
                <a:gd name="T3" fmla="*/ 14 h 1818"/>
                <a:gd name="T4" fmla="*/ 1 w 94"/>
                <a:gd name="T5" fmla="*/ 0 h 1818"/>
                <a:gd name="T6" fmla="*/ 0 w 94"/>
                <a:gd name="T7" fmla="*/ 0 h 1818"/>
                <a:gd name="T8" fmla="*/ 0 w 94"/>
                <a:gd name="T9" fmla="*/ 14 h 1818"/>
                <a:gd name="T10" fmla="*/ 0 w 94"/>
                <a:gd name="T11" fmla="*/ 14 h 1818"/>
                <a:gd name="T12" fmla="*/ 0 w 94"/>
                <a:gd name="T13" fmla="*/ 14 h 1818"/>
                <a:gd name="T14" fmla="*/ 0 w 94"/>
                <a:gd name="T15" fmla="*/ 14 h 1818"/>
                <a:gd name="T16" fmla="*/ 0 w 94"/>
                <a:gd name="T17" fmla="*/ 14 h 1818"/>
                <a:gd name="T18" fmla="*/ 0 w 94"/>
                <a:gd name="T19" fmla="*/ 15 h 1818"/>
                <a:gd name="T20" fmla="*/ 0 w 94"/>
                <a:gd name="T21" fmla="*/ 15 h 1818"/>
                <a:gd name="T22" fmla="*/ 1 w 94"/>
                <a:gd name="T23" fmla="*/ 15 h 1818"/>
                <a:gd name="T24" fmla="*/ 1 w 94"/>
                <a:gd name="T25" fmla="*/ 14 h 1818"/>
                <a:gd name="T26" fmla="*/ 1 w 94"/>
                <a:gd name="T27" fmla="*/ 14 h 1818"/>
                <a:gd name="T28" fmla="*/ 1 w 94"/>
                <a:gd name="T29" fmla="*/ 14 h 1818"/>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94"/>
                <a:gd name="T46" fmla="*/ 0 h 1818"/>
                <a:gd name="T47" fmla="*/ 94 w 94"/>
                <a:gd name="T48" fmla="*/ 1818 h 1818"/>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94" h="1818">
                  <a:moveTo>
                    <a:pt x="94" y="1771"/>
                  </a:moveTo>
                  <a:lnTo>
                    <a:pt x="94" y="1771"/>
                  </a:lnTo>
                  <a:lnTo>
                    <a:pt x="94" y="0"/>
                  </a:lnTo>
                  <a:lnTo>
                    <a:pt x="0" y="0"/>
                  </a:lnTo>
                  <a:lnTo>
                    <a:pt x="0" y="1771"/>
                  </a:lnTo>
                  <a:lnTo>
                    <a:pt x="3" y="1791"/>
                  </a:lnTo>
                  <a:lnTo>
                    <a:pt x="15" y="1806"/>
                  </a:lnTo>
                  <a:lnTo>
                    <a:pt x="29" y="1814"/>
                  </a:lnTo>
                  <a:lnTo>
                    <a:pt x="47" y="1818"/>
                  </a:lnTo>
                  <a:lnTo>
                    <a:pt x="64" y="1814"/>
                  </a:lnTo>
                  <a:lnTo>
                    <a:pt x="79" y="1806"/>
                  </a:lnTo>
                  <a:lnTo>
                    <a:pt x="90" y="1791"/>
                  </a:lnTo>
                  <a:lnTo>
                    <a:pt x="94" y="17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1710" name="Freeform 44"/>
            <p:cNvSpPr>
              <a:spLocks/>
            </p:cNvSpPr>
            <p:nvPr/>
          </p:nvSpPr>
          <p:spPr bwMode="auto">
            <a:xfrm>
              <a:off x="868" y="2067"/>
              <a:ext cx="90" cy="160"/>
            </a:xfrm>
            <a:custGeom>
              <a:avLst/>
              <a:gdLst>
                <a:gd name="T0" fmla="*/ 3 w 449"/>
                <a:gd name="T1" fmla="*/ 6 h 803"/>
                <a:gd name="T2" fmla="*/ 3 w 449"/>
                <a:gd name="T3" fmla="*/ 6 h 803"/>
                <a:gd name="T4" fmla="*/ 3 w 449"/>
                <a:gd name="T5" fmla="*/ 5 h 803"/>
                <a:gd name="T6" fmla="*/ 3 w 449"/>
                <a:gd name="T7" fmla="*/ 5 h 803"/>
                <a:gd name="T8" fmla="*/ 3 w 449"/>
                <a:gd name="T9" fmla="*/ 5 h 803"/>
                <a:gd name="T10" fmla="*/ 2 w 449"/>
                <a:gd name="T11" fmla="*/ 5 h 803"/>
                <a:gd name="T12" fmla="*/ 2 w 449"/>
                <a:gd name="T13" fmla="*/ 4 h 803"/>
                <a:gd name="T14" fmla="*/ 2 w 449"/>
                <a:gd name="T15" fmla="*/ 4 h 803"/>
                <a:gd name="T16" fmla="*/ 2 w 449"/>
                <a:gd name="T17" fmla="*/ 4 h 803"/>
                <a:gd name="T18" fmla="*/ 2 w 449"/>
                <a:gd name="T19" fmla="*/ 3 h 803"/>
                <a:gd name="T20" fmla="*/ 1 w 449"/>
                <a:gd name="T21" fmla="*/ 3 h 803"/>
                <a:gd name="T22" fmla="*/ 1 w 449"/>
                <a:gd name="T23" fmla="*/ 2 h 803"/>
                <a:gd name="T24" fmla="*/ 1 w 449"/>
                <a:gd name="T25" fmla="*/ 2 h 803"/>
                <a:gd name="T26" fmla="*/ 1 w 449"/>
                <a:gd name="T27" fmla="*/ 2 h 803"/>
                <a:gd name="T28" fmla="*/ 1 w 449"/>
                <a:gd name="T29" fmla="*/ 1 h 803"/>
                <a:gd name="T30" fmla="*/ 1 w 449"/>
                <a:gd name="T31" fmla="*/ 1 h 803"/>
                <a:gd name="T32" fmla="*/ 1 w 449"/>
                <a:gd name="T33" fmla="*/ 0 h 803"/>
                <a:gd name="T34" fmla="*/ 1 w 449"/>
                <a:gd name="T35" fmla="*/ 0 h 803"/>
                <a:gd name="T36" fmla="*/ 0 w 449"/>
                <a:gd name="T37" fmla="*/ 0 h 803"/>
                <a:gd name="T38" fmla="*/ 0 w 449"/>
                <a:gd name="T39" fmla="*/ 0 h 803"/>
                <a:gd name="T40" fmla="*/ 0 w 449"/>
                <a:gd name="T41" fmla="*/ 1 h 803"/>
                <a:gd name="T42" fmla="*/ 0 w 449"/>
                <a:gd name="T43" fmla="*/ 1 h 803"/>
                <a:gd name="T44" fmla="*/ 0 w 449"/>
                <a:gd name="T45" fmla="*/ 2 h 803"/>
                <a:gd name="T46" fmla="*/ 0 w 449"/>
                <a:gd name="T47" fmla="*/ 2 h 803"/>
                <a:gd name="T48" fmla="*/ 0 w 449"/>
                <a:gd name="T49" fmla="*/ 3 h 803"/>
                <a:gd name="T50" fmla="*/ 1 w 449"/>
                <a:gd name="T51" fmla="*/ 3 h 803"/>
                <a:gd name="T52" fmla="*/ 1 w 449"/>
                <a:gd name="T53" fmla="*/ 4 h 803"/>
                <a:gd name="T54" fmla="*/ 1 w 449"/>
                <a:gd name="T55" fmla="*/ 4 h 803"/>
                <a:gd name="T56" fmla="*/ 1 w 449"/>
                <a:gd name="T57" fmla="*/ 4 h 803"/>
                <a:gd name="T58" fmla="*/ 2 w 449"/>
                <a:gd name="T59" fmla="*/ 5 h 803"/>
                <a:gd name="T60" fmla="*/ 2 w 449"/>
                <a:gd name="T61" fmla="*/ 5 h 803"/>
                <a:gd name="T62" fmla="*/ 2 w 449"/>
                <a:gd name="T63" fmla="*/ 5 h 803"/>
                <a:gd name="T64" fmla="*/ 2 w 449"/>
                <a:gd name="T65" fmla="*/ 6 h 803"/>
                <a:gd name="T66" fmla="*/ 3 w 449"/>
                <a:gd name="T67" fmla="*/ 6 h 803"/>
                <a:gd name="T68" fmla="*/ 3 w 449"/>
                <a:gd name="T69" fmla="*/ 6 h 803"/>
                <a:gd name="T70" fmla="*/ 3 w 449"/>
                <a:gd name="T71" fmla="*/ 6 h 803"/>
                <a:gd name="T72" fmla="*/ 3 w 449"/>
                <a:gd name="T73" fmla="*/ 6 h 803"/>
                <a:gd name="T74" fmla="*/ 3 w 449"/>
                <a:gd name="T75" fmla="*/ 6 h 803"/>
                <a:gd name="T76" fmla="*/ 3 w 449"/>
                <a:gd name="T77" fmla="*/ 6 h 803"/>
                <a:gd name="T78" fmla="*/ 3 w 449"/>
                <a:gd name="T79" fmla="*/ 6 h 803"/>
                <a:gd name="T80" fmla="*/ 4 w 449"/>
                <a:gd name="T81" fmla="*/ 6 h 803"/>
                <a:gd name="T82" fmla="*/ 4 w 449"/>
                <a:gd name="T83" fmla="*/ 6 h 803"/>
                <a:gd name="T84" fmla="*/ 4 w 449"/>
                <a:gd name="T85" fmla="*/ 6 h 803"/>
                <a:gd name="T86" fmla="*/ 4 w 449"/>
                <a:gd name="T87" fmla="*/ 6 h 803"/>
                <a:gd name="T88" fmla="*/ 3 w 449"/>
                <a:gd name="T89" fmla="*/ 6 h 803"/>
                <a:gd name="T90" fmla="*/ 3 w 449"/>
                <a:gd name="T91" fmla="*/ 6 h 80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449"/>
                <a:gd name="T139" fmla="*/ 0 h 803"/>
                <a:gd name="T140" fmla="*/ 449 w 449"/>
                <a:gd name="T141" fmla="*/ 803 h 80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449" h="803">
                  <a:moveTo>
                    <a:pt x="426" y="717"/>
                  </a:moveTo>
                  <a:lnTo>
                    <a:pt x="427" y="717"/>
                  </a:lnTo>
                  <a:lnTo>
                    <a:pt x="395" y="693"/>
                  </a:lnTo>
                  <a:lnTo>
                    <a:pt x="361" y="662"/>
                  </a:lnTo>
                  <a:lnTo>
                    <a:pt x="329" y="628"/>
                  </a:lnTo>
                  <a:lnTo>
                    <a:pt x="299" y="591"/>
                  </a:lnTo>
                  <a:lnTo>
                    <a:pt x="269" y="551"/>
                  </a:lnTo>
                  <a:lnTo>
                    <a:pt x="241" y="507"/>
                  </a:lnTo>
                  <a:lnTo>
                    <a:pt x="215" y="460"/>
                  </a:lnTo>
                  <a:lnTo>
                    <a:pt x="191" y="412"/>
                  </a:lnTo>
                  <a:lnTo>
                    <a:pt x="170" y="363"/>
                  </a:lnTo>
                  <a:lnTo>
                    <a:pt x="151" y="312"/>
                  </a:lnTo>
                  <a:lnTo>
                    <a:pt x="133" y="259"/>
                  </a:lnTo>
                  <a:lnTo>
                    <a:pt x="119" y="207"/>
                  </a:lnTo>
                  <a:lnTo>
                    <a:pt x="108" y="156"/>
                  </a:lnTo>
                  <a:lnTo>
                    <a:pt x="101" y="103"/>
                  </a:lnTo>
                  <a:lnTo>
                    <a:pt x="96" y="51"/>
                  </a:lnTo>
                  <a:lnTo>
                    <a:pt x="94" y="0"/>
                  </a:lnTo>
                  <a:lnTo>
                    <a:pt x="0" y="0"/>
                  </a:lnTo>
                  <a:lnTo>
                    <a:pt x="2" y="56"/>
                  </a:lnTo>
                  <a:lnTo>
                    <a:pt x="7" y="115"/>
                  </a:lnTo>
                  <a:lnTo>
                    <a:pt x="16" y="172"/>
                  </a:lnTo>
                  <a:lnTo>
                    <a:pt x="28" y="231"/>
                  </a:lnTo>
                  <a:lnTo>
                    <a:pt x="44" y="287"/>
                  </a:lnTo>
                  <a:lnTo>
                    <a:pt x="62" y="342"/>
                  </a:lnTo>
                  <a:lnTo>
                    <a:pt x="83" y="398"/>
                  </a:lnTo>
                  <a:lnTo>
                    <a:pt x="106" y="452"/>
                  </a:lnTo>
                  <a:lnTo>
                    <a:pt x="133" y="505"/>
                  </a:lnTo>
                  <a:lnTo>
                    <a:pt x="161" y="554"/>
                  </a:lnTo>
                  <a:lnTo>
                    <a:pt x="192" y="602"/>
                  </a:lnTo>
                  <a:lnTo>
                    <a:pt x="224" y="647"/>
                  </a:lnTo>
                  <a:lnTo>
                    <a:pt x="259" y="689"/>
                  </a:lnTo>
                  <a:lnTo>
                    <a:pt x="295" y="728"/>
                  </a:lnTo>
                  <a:lnTo>
                    <a:pt x="334" y="763"/>
                  </a:lnTo>
                  <a:lnTo>
                    <a:pt x="374" y="795"/>
                  </a:lnTo>
                  <a:lnTo>
                    <a:pt x="375" y="795"/>
                  </a:lnTo>
                  <a:lnTo>
                    <a:pt x="374" y="795"/>
                  </a:lnTo>
                  <a:lnTo>
                    <a:pt x="392" y="803"/>
                  </a:lnTo>
                  <a:lnTo>
                    <a:pt x="411" y="803"/>
                  </a:lnTo>
                  <a:lnTo>
                    <a:pt x="426" y="795"/>
                  </a:lnTo>
                  <a:lnTo>
                    <a:pt x="439" y="782"/>
                  </a:lnTo>
                  <a:lnTo>
                    <a:pt x="446" y="766"/>
                  </a:lnTo>
                  <a:lnTo>
                    <a:pt x="449" y="749"/>
                  </a:lnTo>
                  <a:lnTo>
                    <a:pt x="441" y="732"/>
                  </a:lnTo>
                  <a:lnTo>
                    <a:pt x="427" y="717"/>
                  </a:lnTo>
                  <a:lnTo>
                    <a:pt x="426" y="71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1711" name="Freeform 45"/>
            <p:cNvSpPr>
              <a:spLocks/>
            </p:cNvSpPr>
            <p:nvPr/>
          </p:nvSpPr>
          <p:spPr bwMode="auto">
            <a:xfrm>
              <a:off x="883" y="1673"/>
              <a:ext cx="379" cy="690"/>
            </a:xfrm>
            <a:custGeom>
              <a:avLst/>
              <a:gdLst>
                <a:gd name="T0" fmla="*/ 12 w 1897"/>
                <a:gd name="T1" fmla="*/ 6 h 3450"/>
                <a:gd name="T2" fmla="*/ 13 w 1897"/>
                <a:gd name="T3" fmla="*/ 7 h 3450"/>
                <a:gd name="T4" fmla="*/ 13 w 1897"/>
                <a:gd name="T5" fmla="*/ 7 h 3450"/>
                <a:gd name="T6" fmla="*/ 14 w 1897"/>
                <a:gd name="T7" fmla="*/ 8 h 3450"/>
                <a:gd name="T8" fmla="*/ 14 w 1897"/>
                <a:gd name="T9" fmla="*/ 9 h 3450"/>
                <a:gd name="T10" fmla="*/ 15 w 1897"/>
                <a:gd name="T11" fmla="*/ 10 h 3450"/>
                <a:gd name="T12" fmla="*/ 15 w 1897"/>
                <a:gd name="T13" fmla="*/ 11 h 3450"/>
                <a:gd name="T14" fmla="*/ 15 w 1897"/>
                <a:gd name="T15" fmla="*/ 11 h 3450"/>
                <a:gd name="T16" fmla="*/ 15 w 1897"/>
                <a:gd name="T17" fmla="*/ 12 h 3450"/>
                <a:gd name="T18" fmla="*/ 15 w 1897"/>
                <a:gd name="T19" fmla="*/ 26 h 3450"/>
                <a:gd name="T20" fmla="*/ 15 w 1897"/>
                <a:gd name="T21" fmla="*/ 26 h 3450"/>
                <a:gd name="T22" fmla="*/ 15 w 1897"/>
                <a:gd name="T23" fmla="*/ 27 h 3450"/>
                <a:gd name="T24" fmla="*/ 15 w 1897"/>
                <a:gd name="T25" fmla="*/ 27 h 3450"/>
                <a:gd name="T26" fmla="*/ 14 w 1897"/>
                <a:gd name="T27" fmla="*/ 27 h 3450"/>
                <a:gd name="T28" fmla="*/ 14 w 1897"/>
                <a:gd name="T29" fmla="*/ 28 h 3450"/>
                <a:gd name="T30" fmla="*/ 13 w 1897"/>
                <a:gd name="T31" fmla="*/ 28 h 3450"/>
                <a:gd name="T32" fmla="*/ 13 w 1897"/>
                <a:gd name="T33" fmla="*/ 27 h 3450"/>
                <a:gd name="T34" fmla="*/ 3 w 1897"/>
                <a:gd name="T35" fmla="*/ 21 h 3450"/>
                <a:gd name="T36" fmla="*/ 2 w 1897"/>
                <a:gd name="T37" fmla="*/ 21 h 3450"/>
                <a:gd name="T38" fmla="*/ 2 w 1897"/>
                <a:gd name="T39" fmla="*/ 20 h 3450"/>
                <a:gd name="T40" fmla="*/ 1 w 1897"/>
                <a:gd name="T41" fmla="*/ 19 h 3450"/>
                <a:gd name="T42" fmla="*/ 1 w 1897"/>
                <a:gd name="T43" fmla="*/ 19 h 3450"/>
                <a:gd name="T44" fmla="*/ 0 w 1897"/>
                <a:gd name="T45" fmla="*/ 18 h 3450"/>
                <a:gd name="T46" fmla="*/ 0 w 1897"/>
                <a:gd name="T47" fmla="*/ 17 h 3450"/>
                <a:gd name="T48" fmla="*/ 0 w 1897"/>
                <a:gd name="T49" fmla="*/ 16 h 3450"/>
                <a:gd name="T50" fmla="*/ 0 w 1897"/>
                <a:gd name="T51" fmla="*/ 15 h 3450"/>
                <a:gd name="T52" fmla="*/ 0 w 1897"/>
                <a:gd name="T53" fmla="*/ 2 h 3450"/>
                <a:gd name="T54" fmla="*/ 0 w 1897"/>
                <a:gd name="T55" fmla="*/ 1 h 3450"/>
                <a:gd name="T56" fmla="*/ 0 w 1897"/>
                <a:gd name="T57" fmla="*/ 1 h 3450"/>
                <a:gd name="T58" fmla="*/ 1 w 1897"/>
                <a:gd name="T59" fmla="*/ 0 h 3450"/>
                <a:gd name="T60" fmla="*/ 1 w 1897"/>
                <a:gd name="T61" fmla="*/ 0 h 3450"/>
                <a:gd name="T62" fmla="*/ 1 w 1897"/>
                <a:gd name="T63" fmla="*/ 0 h 3450"/>
                <a:gd name="T64" fmla="*/ 2 w 1897"/>
                <a:gd name="T65" fmla="*/ 0 h 3450"/>
                <a:gd name="T66" fmla="*/ 3 w 1897"/>
                <a:gd name="T67" fmla="*/ 0 h 3450"/>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897"/>
                <a:gd name="T103" fmla="*/ 0 h 3450"/>
                <a:gd name="T104" fmla="*/ 1897 w 1897"/>
                <a:gd name="T105" fmla="*/ 3450 h 3450"/>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897" h="3450">
                  <a:moveTo>
                    <a:pt x="357" y="49"/>
                  </a:moveTo>
                  <a:lnTo>
                    <a:pt x="1542" y="806"/>
                  </a:lnTo>
                  <a:lnTo>
                    <a:pt x="1579" y="832"/>
                  </a:lnTo>
                  <a:lnTo>
                    <a:pt x="1614" y="861"/>
                  </a:lnTo>
                  <a:lnTo>
                    <a:pt x="1648" y="895"/>
                  </a:lnTo>
                  <a:lnTo>
                    <a:pt x="1681" y="933"/>
                  </a:lnTo>
                  <a:lnTo>
                    <a:pt x="1711" y="973"/>
                  </a:lnTo>
                  <a:lnTo>
                    <a:pt x="1740" y="1016"/>
                  </a:lnTo>
                  <a:lnTo>
                    <a:pt x="1768" y="1062"/>
                  </a:lnTo>
                  <a:lnTo>
                    <a:pt x="1793" y="1109"/>
                  </a:lnTo>
                  <a:lnTo>
                    <a:pt x="1816" y="1158"/>
                  </a:lnTo>
                  <a:lnTo>
                    <a:pt x="1836" y="1208"/>
                  </a:lnTo>
                  <a:lnTo>
                    <a:pt x="1854" y="1260"/>
                  </a:lnTo>
                  <a:lnTo>
                    <a:pt x="1869" y="1313"/>
                  </a:lnTo>
                  <a:lnTo>
                    <a:pt x="1881" y="1364"/>
                  </a:lnTo>
                  <a:lnTo>
                    <a:pt x="1890" y="1417"/>
                  </a:lnTo>
                  <a:lnTo>
                    <a:pt x="1895" y="1469"/>
                  </a:lnTo>
                  <a:lnTo>
                    <a:pt x="1897" y="1519"/>
                  </a:lnTo>
                  <a:lnTo>
                    <a:pt x="1897" y="3142"/>
                  </a:lnTo>
                  <a:lnTo>
                    <a:pt x="1895" y="3190"/>
                  </a:lnTo>
                  <a:lnTo>
                    <a:pt x="1890" y="3235"/>
                  </a:lnTo>
                  <a:lnTo>
                    <a:pt x="1881" y="3276"/>
                  </a:lnTo>
                  <a:lnTo>
                    <a:pt x="1869" y="3313"/>
                  </a:lnTo>
                  <a:lnTo>
                    <a:pt x="1854" y="3346"/>
                  </a:lnTo>
                  <a:lnTo>
                    <a:pt x="1836" y="3375"/>
                  </a:lnTo>
                  <a:lnTo>
                    <a:pt x="1816" y="3398"/>
                  </a:lnTo>
                  <a:lnTo>
                    <a:pt x="1793" y="3418"/>
                  </a:lnTo>
                  <a:lnTo>
                    <a:pt x="1768" y="3434"/>
                  </a:lnTo>
                  <a:lnTo>
                    <a:pt x="1740" y="3444"/>
                  </a:lnTo>
                  <a:lnTo>
                    <a:pt x="1711" y="3450"/>
                  </a:lnTo>
                  <a:lnTo>
                    <a:pt x="1681" y="3450"/>
                  </a:lnTo>
                  <a:lnTo>
                    <a:pt x="1648" y="3445"/>
                  </a:lnTo>
                  <a:lnTo>
                    <a:pt x="1614" y="3436"/>
                  </a:lnTo>
                  <a:lnTo>
                    <a:pt x="1579" y="3421"/>
                  </a:lnTo>
                  <a:lnTo>
                    <a:pt x="1542" y="3400"/>
                  </a:lnTo>
                  <a:lnTo>
                    <a:pt x="357" y="2643"/>
                  </a:lnTo>
                  <a:lnTo>
                    <a:pt x="320" y="2618"/>
                  </a:lnTo>
                  <a:lnTo>
                    <a:pt x="285" y="2588"/>
                  </a:lnTo>
                  <a:lnTo>
                    <a:pt x="251" y="2554"/>
                  </a:lnTo>
                  <a:lnTo>
                    <a:pt x="218" y="2517"/>
                  </a:lnTo>
                  <a:lnTo>
                    <a:pt x="187" y="2477"/>
                  </a:lnTo>
                  <a:lnTo>
                    <a:pt x="157" y="2433"/>
                  </a:lnTo>
                  <a:lnTo>
                    <a:pt x="130" y="2388"/>
                  </a:lnTo>
                  <a:lnTo>
                    <a:pt x="105" y="2341"/>
                  </a:lnTo>
                  <a:lnTo>
                    <a:pt x="81" y="2292"/>
                  </a:lnTo>
                  <a:lnTo>
                    <a:pt x="61" y="2241"/>
                  </a:lnTo>
                  <a:lnTo>
                    <a:pt x="44" y="2190"/>
                  </a:lnTo>
                  <a:lnTo>
                    <a:pt x="29" y="2138"/>
                  </a:lnTo>
                  <a:lnTo>
                    <a:pt x="17" y="2085"/>
                  </a:lnTo>
                  <a:lnTo>
                    <a:pt x="7" y="2033"/>
                  </a:lnTo>
                  <a:lnTo>
                    <a:pt x="3" y="1981"/>
                  </a:lnTo>
                  <a:lnTo>
                    <a:pt x="0" y="1931"/>
                  </a:lnTo>
                  <a:lnTo>
                    <a:pt x="0" y="308"/>
                  </a:lnTo>
                  <a:lnTo>
                    <a:pt x="3" y="260"/>
                  </a:lnTo>
                  <a:lnTo>
                    <a:pt x="7" y="215"/>
                  </a:lnTo>
                  <a:lnTo>
                    <a:pt x="17" y="174"/>
                  </a:lnTo>
                  <a:lnTo>
                    <a:pt x="29" y="137"/>
                  </a:lnTo>
                  <a:lnTo>
                    <a:pt x="44" y="104"/>
                  </a:lnTo>
                  <a:lnTo>
                    <a:pt x="61" y="76"/>
                  </a:lnTo>
                  <a:lnTo>
                    <a:pt x="81" y="51"/>
                  </a:lnTo>
                  <a:lnTo>
                    <a:pt x="105" y="31"/>
                  </a:lnTo>
                  <a:lnTo>
                    <a:pt x="130" y="16"/>
                  </a:lnTo>
                  <a:lnTo>
                    <a:pt x="157" y="5"/>
                  </a:lnTo>
                  <a:lnTo>
                    <a:pt x="187" y="0"/>
                  </a:lnTo>
                  <a:lnTo>
                    <a:pt x="218" y="0"/>
                  </a:lnTo>
                  <a:lnTo>
                    <a:pt x="251" y="3"/>
                  </a:lnTo>
                  <a:lnTo>
                    <a:pt x="285" y="14"/>
                  </a:lnTo>
                  <a:lnTo>
                    <a:pt x="320" y="29"/>
                  </a:lnTo>
                  <a:lnTo>
                    <a:pt x="357" y="49"/>
                  </a:lnTo>
                  <a:close/>
                </a:path>
              </a:pathLst>
            </a:custGeom>
            <a:solidFill>
              <a:srgbClr val="BFBFB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1712" name="Freeform 46"/>
            <p:cNvSpPr>
              <a:spLocks/>
            </p:cNvSpPr>
            <p:nvPr/>
          </p:nvSpPr>
          <p:spPr bwMode="auto">
            <a:xfrm>
              <a:off x="1268" y="1663"/>
              <a:ext cx="393" cy="711"/>
            </a:xfrm>
            <a:custGeom>
              <a:avLst/>
              <a:gdLst>
                <a:gd name="T0" fmla="*/ 3 w 1962"/>
                <a:gd name="T1" fmla="*/ 7 h 3555"/>
                <a:gd name="T2" fmla="*/ 2 w 1962"/>
                <a:gd name="T3" fmla="*/ 7 h 3555"/>
                <a:gd name="T4" fmla="*/ 2 w 1962"/>
                <a:gd name="T5" fmla="*/ 8 h 3555"/>
                <a:gd name="T6" fmla="*/ 1 w 1962"/>
                <a:gd name="T7" fmla="*/ 8 h 3555"/>
                <a:gd name="T8" fmla="*/ 1 w 1962"/>
                <a:gd name="T9" fmla="*/ 9 h 3555"/>
                <a:gd name="T10" fmla="*/ 1 w 1962"/>
                <a:gd name="T11" fmla="*/ 10 h 3555"/>
                <a:gd name="T12" fmla="*/ 0 w 1962"/>
                <a:gd name="T13" fmla="*/ 11 h 3555"/>
                <a:gd name="T14" fmla="*/ 0 w 1962"/>
                <a:gd name="T15" fmla="*/ 12 h 3555"/>
                <a:gd name="T16" fmla="*/ 0 w 1962"/>
                <a:gd name="T17" fmla="*/ 13 h 3555"/>
                <a:gd name="T18" fmla="*/ 0 w 1962"/>
                <a:gd name="T19" fmla="*/ 26 h 3555"/>
                <a:gd name="T20" fmla="*/ 0 w 1962"/>
                <a:gd name="T21" fmla="*/ 27 h 3555"/>
                <a:gd name="T22" fmla="*/ 0 w 1962"/>
                <a:gd name="T23" fmla="*/ 28 h 3555"/>
                <a:gd name="T24" fmla="*/ 1 w 1962"/>
                <a:gd name="T25" fmla="*/ 28 h 3555"/>
                <a:gd name="T26" fmla="*/ 1 w 1962"/>
                <a:gd name="T27" fmla="*/ 28 h 3555"/>
                <a:gd name="T28" fmla="*/ 2 w 1962"/>
                <a:gd name="T29" fmla="*/ 28 h 3555"/>
                <a:gd name="T30" fmla="*/ 2 w 1962"/>
                <a:gd name="T31" fmla="*/ 28 h 3555"/>
                <a:gd name="T32" fmla="*/ 3 w 1962"/>
                <a:gd name="T33" fmla="*/ 28 h 3555"/>
                <a:gd name="T34" fmla="*/ 13 w 1962"/>
                <a:gd name="T35" fmla="*/ 22 h 3555"/>
                <a:gd name="T36" fmla="*/ 13 w 1962"/>
                <a:gd name="T37" fmla="*/ 21 h 3555"/>
                <a:gd name="T38" fmla="*/ 14 w 1962"/>
                <a:gd name="T39" fmla="*/ 21 h 3555"/>
                <a:gd name="T40" fmla="*/ 14 w 1962"/>
                <a:gd name="T41" fmla="*/ 20 h 3555"/>
                <a:gd name="T42" fmla="*/ 15 w 1962"/>
                <a:gd name="T43" fmla="*/ 19 h 3555"/>
                <a:gd name="T44" fmla="*/ 15 w 1962"/>
                <a:gd name="T45" fmla="*/ 18 h 3555"/>
                <a:gd name="T46" fmla="*/ 16 w 1962"/>
                <a:gd name="T47" fmla="*/ 18 h 3555"/>
                <a:gd name="T48" fmla="*/ 16 w 1962"/>
                <a:gd name="T49" fmla="*/ 17 h 3555"/>
                <a:gd name="T50" fmla="*/ 16 w 1962"/>
                <a:gd name="T51" fmla="*/ 16 h 3555"/>
                <a:gd name="T52" fmla="*/ 16 w 1962"/>
                <a:gd name="T53" fmla="*/ 2 h 3555"/>
                <a:gd name="T54" fmla="*/ 16 w 1962"/>
                <a:gd name="T55" fmla="*/ 1 h 3555"/>
                <a:gd name="T56" fmla="*/ 15 w 1962"/>
                <a:gd name="T57" fmla="*/ 1 h 3555"/>
                <a:gd name="T58" fmla="*/ 15 w 1962"/>
                <a:gd name="T59" fmla="*/ 0 h 3555"/>
                <a:gd name="T60" fmla="*/ 15 w 1962"/>
                <a:gd name="T61" fmla="*/ 0 h 3555"/>
                <a:gd name="T62" fmla="*/ 14 w 1962"/>
                <a:gd name="T63" fmla="*/ 0 h 3555"/>
                <a:gd name="T64" fmla="*/ 14 w 1962"/>
                <a:gd name="T65" fmla="*/ 0 h 3555"/>
                <a:gd name="T66" fmla="*/ 13 w 1962"/>
                <a:gd name="T67" fmla="*/ 0 h 3555"/>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962"/>
                <a:gd name="T103" fmla="*/ 0 h 3555"/>
                <a:gd name="T104" fmla="*/ 1962 w 1962"/>
                <a:gd name="T105" fmla="*/ 3555 h 3555"/>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962" h="3555">
                  <a:moveTo>
                    <a:pt x="1594" y="50"/>
                  </a:moveTo>
                  <a:lnTo>
                    <a:pt x="368" y="831"/>
                  </a:lnTo>
                  <a:lnTo>
                    <a:pt x="330" y="858"/>
                  </a:lnTo>
                  <a:lnTo>
                    <a:pt x="294" y="888"/>
                  </a:lnTo>
                  <a:lnTo>
                    <a:pt x="259" y="922"/>
                  </a:lnTo>
                  <a:lnTo>
                    <a:pt x="225" y="961"/>
                  </a:lnTo>
                  <a:lnTo>
                    <a:pt x="193" y="1003"/>
                  </a:lnTo>
                  <a:lnTo>
                    <a:pt x="163" y="1047"/>
                  </a:lnTo>
                  <a:lnTo>
                    <a:pt x="133" y="1094"/>
                  </a:lnTo>
                  <a:lnTo>
                    <a:pt x="108" y="1143"/>
                  </a:lnTo>
                  <a:lnTo>
                    <a:pt x="84" y="1193"/>
                  </a:lnTo>
                  <a:lnTo>
                    <a:pt x="63" y="1246"/>
                  </a:lnTo>
                  <a:lnTo>
                    <a:pt x="44" y="1299"/>
                  </a:lnTo>
                  <a:lnTo>
                    <a:pt x="29" y="1353"/>
                  </a:lnTo>
                  <a:lnTo>
                    <a:pt x="16" y="1405"/>
                  </a:lnTo>
                  <a:lnTo>
                    <a:pt x="7" y="1459"/>
                  </a:lnTo>
                  <a:lnTo>
                    <a:pt x="2" y="1512"/>
                  </a:lnTo>
                  <a:lnTo>
                    <a:pt x="0" y="1565"/>
                  </a:lnTo>
                  <a:lnTo>
                    <a:pt x="0" y="3237"/>
                  </a:lnTo>
                  <a:lnTo>
                    <a:pt x="2" y="3287"/>
                  </a:lnTo>
                  <a:lnTo>
                    <a:pt x="7" y="3333"/>
                  </a:lnTo>
                  <a:lnTo>
                    <a:pt x="16" y="3375"/>
                  </a:lnTo>
                  <a:lnTo>
                    <a:pt x="29" y="3413"/>
                  </a:lnTo>
                  <a:lnTo>
                    <a:pt x="44" y="3447"/>
                  </a:lnTo>
                  <a:lnTo>
                    <a:pt x="63" y="3477"/>
                  </a:lnTo>
                  <a:lnTo>
                    <a:pt x="84" y="3502"/>
                  </a:lnTo>
                  <a:lnTo>
                    <a:pt x="108" y="3522"/>
                  </a:lnTo>
                  <a:lnTo>
                    <a:pt x="133" y="3538"/>
                  </a:lnTo>
                  <a:lnTo>
                    <a:pt x="163" y="3549"/>
                  </a:lnTo>
                  <a:lnTo>
                    <a:pt x="193" y="3555"/>
                  </a:lnTo>
                  <a:lnTo>
                    <a:pt x="225" y="3555"/>
                  </a:lnTo>
                  <a:lnTo>
                    <a:pt x="259" y="3550"/>
                  </a:lnTo>
                  <a:lnTo>
                    <a:pt x="294" y="3541"/>
                  </a:lnTo>
                  <a:lnTo>
                    <a:pt x="330" y="3524"/>
                  </a:lnTo>
                  <a:lnTo>
                    <a:pt x="368" y="3503"/>
                  </a:lnTo>
                  <a:lnTo>
                    <a:pt x="1594" y="2722"/>
                  </a:lnTo>
                  <a:lnTo>
                    <a:pt x="1632" y="2696"/>
                  </a:lnTo>
                  <a:lnTo>
                    <a:pt x="1668" y="2665"/>
                  </a:lnTo>
                  <a:lnTo>
                    <a:pt x="1703" y="2631"/>
                  </a:lnTo>
                  <a:lnTo>
                    <a:pt x="1737" y="2592"/>
                  </a:lnTo>
                  <a:lnTo>
                    <a:pt x="1769" y="2551"/>
                  </a:lnTo>
                  <a:lnTo>
                    <a:pt x="1799" y="2506"/>
                  </a:lnTo>
                  <a:lnTo>
                    <a:pt x="1829" y="2460"/>
                  </a:lnTo>
                  <a:lnTo>
                    <a:pt x="1854" y="2411"/>
                  </a:lnTo>
                  <a:lnTo>
                    <a:pt x="1878" y="2361"/>
                  </a:lnTo>
                  <a:lnTo>
                    <a:pt x="1899" y="2308"/>
                  </a:lnTo>
                  <a:lnTo>
                    <a:pt x="1918" y="2256"/>
                  </a:lnTo>
                  <a:lnTo>
                    <a:pt x="1933" y="2202"/>
                  </a:lnTo>
                  <a:lnTo>
                    <a:pt x="1946" y="2149"/>
                  </a:lnTo>
                  <a:lnTo>
                    <a:pt x="1955" y="2095"/>
                  </a:lnTo>
                  <a:lnTo>
                    <a:pt x="1960" y="2042"/>
                  </a:lnTo>
                  <a:lnTo>
                    <a:pt x="1962" y="1989"/>
                  </a:lnTo>
                  <a:lnTo>
                    <a:pt x="1962" y="319"/>
                  </a:lnTo>
                  <a:lnTo>
                    <a:pt x="1960" y="269"/>
                  </a:lnTo>
                  <a:lnTo>
                    <a:pt x="1955" y="223"/>
                  </a:lnTo>
                  <a:lnTo>
                    <a:pt x="1946" y="180"/>
                  </a:lnTo>
                  <a:lnTo>
                    <a:pt x="1933" y="143"/>
                  </a:lnTo>
                  <a:lnTo>
                    <a:pt x="1918" y="109"/>
                  </a:lnTo>
                  <a:lnTo>
                    <a:pt x="1899" y="79"/>
                  </a:lnTo>
                  <a:lnTo>
                    <a:pt x="1878" y="54"/>
                  </a:lnTo>
                  <a:lnTo>
                    <a:pt x="1854" y="33"/>
                  </a:lnTo>
                  <a:lnTo>
                    <a:pt x="1829" y="17"/>
                  </a:lnTo>
                  <a:lnTo>
                    <a:pt x="1799" y="7"/>
                  </a:lnTo>
                  <a:lnTo>
                    <a:pt x="1769" y="0"/>
                  </a:lnTo>
                  <a:lnTo>
                    <a:pt x="1737" y="0"/>
                  </a:lnTo>
                  <a:lnTo>
                    <a:pt x="1703" y="4"/>
                  </a:lnTo>
                  <a:lnTo>
                    <a:pt x="1668" y="14"/>
                  </a:lnTo>
                  <a:lnTo>
                    <a:pt x="1632" y="29"/>
                  </a:lnTo>
                  <a:lnTo>
                    <a:pt x="1594" y="50"/>
                  </a:lnTo>
                  <a:close/>
                </a:path>
              </a:pathLst>
            </a:custGeom>
            <a:solidFill>
              <a:srgbClr val="E5E5E5"/>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1713" name="Freeform 47"/>
            <p:cNvSpPr>
              <a:spLocks noEditPoints="1"/>
            </p:cNvSpPr>
            <p:nvPr/>
          </p:nvSpPr>
          <p:spPr bwMode="auto">
            <a:xfrm>
              <a:off x="916" y="1589"/>
              <a:ext cx="697" cy="698"/>
            </a:xfrm>
            <a:custGeom>
              <a:avLst/>
              <a:gdLst>
                <a:gd name="T0" fmla="*/ 16 w 3485"/>
                <a:gd name="T1" fmla="*/ 0 h 3490"/>
                <a:gd name="T2" fmla="*/ 17 w 3485"/>
                <a:gd name="T3" fmla="*/ 2 h 3490"/>
                <a:gd name="T4" fmla="*/ 17 w 3485"/>
                <a:gd name="T5" fmla="*/ 3 h 3490"/>
                <a:gd name="T6" fmla="*/ 14 w 3485"/>
                <a:gd name="T7" fmla="*/ 4 h 3490"/>
                <a:gd name="T8" fmla="*/ 12 w 3485"/>
                <a:gd name="T9" fmla="*/ 4 h 3490"/>
                <a:gd name="T10" fmla="*/ 11 w 3485"/>
                <a:gd name="T11" fmla="*/ 2 h 3490"/>
                <a:gd name="T12" fmla="*/ 11 w 3485"/>
                <a:gd name="T13" fmla="*/ 1 h 3490"/>
                <a:gd name="T14" fmla="*/ 14 w 3485"/>
                <a:gd name="T15" fmla="*/ 0 h 3490"/>
                <a:gd name="T16" fmla="*/ 3 w 3485"/>
                <a:gd name="T17" fmla="*/ 7 h 3490"/>
                <a:gd name="T18" fmla="*/ 4 w 3485"/>
                <a:gd name="T19" fmla="*/ 9 h 3490"/>
                <a:gd name="T20" fmla="*/ 3 w 3485"/>
                <a:gd name="T21" fmla="*/ 12 h 3490"/>
                <a:gd name="T22" fmla="*/ 2 w 3485"/>
                <a:gd name="T23" fmla="*/ 13 h 3490"/>
                <a:gd name="T24" fmla="*/ 1 w 3485"/>
                <a:gd name="T25" fmla="*/ 12 h 3490"/>
                <a:gd name="T26" fmla="*/ 0 w 3485"/>
                <a:gd name="T27" fmla="*/ 10 h 3490"/>
                <a:gd name="T28" fmla="*/ 0 w 3485"/>
                <a:gd name="T29" fmla="*/ 8 h 3490"/>
                <a:gd name="T30" fmla="*/ 2 w 3485"/>
                <a:gd name="T31" fmla="*/ 6 h 3490"/>
                <a:gd name="T32" fmla="*/ 10 w 3485"/>
                <a:gd name="T33" fmla="*/ 20 h 3490"/>
                <a:gd name="T34" fmla="*/ 11 w 3485"/>
                <a:gd name="T35" fmla="*/ 22 h 3490"/>
                <a:gd name="T36" fmla="*/ 11 w 3485"/>
                <a:gd name="T37" fmla="*/ 25 h 3490"/>
                <a:gd name="T38" fmla="*/ 10 w 3485"/>
                <a:gd name="T39" fmla="*/ 27 h 3490"/>
                <a:gd name="T40" fmla="*/ 8 w 3485"/>
                <a:gd name="T41" fmla="*/ 26 h 3490"/>
                <a:gd name="T42" fmla="*/ 7 w 3485"/>
                <a:gd name="T43" fmla="*/ 24 h 3490"/>
                <a:gd name="T44" fmla="*/ 7 w 3485"/>
                <a:gd name="T45" fmla="*/ 22 h 3490"/>
                <a:gd name="T46" fmla="*/ 8 w 3485"/>
                <a:gd name="T47" fmla="*/ 20 h 3490"/>
                <a:gd name="T48" fmla="*/ 20 w 3485"/>
                <a:gd name="T49" fmla="*/ 21 h 3490"/>
                <a:gd name="T50" fmla="*/ 21 w 3485"/>
                <a:gd name="T51" fmla="*/ 23 h 3490"/>
                <a:gd name="T52" fmla="*/ 21 w 3485"/>
                <a:gd name="T53" fmla="*/ 26 h 3490"/>
                <a:gd name="T54" fmla="*/ 20 w 3485"/>
                <a:gd name="T55" fmla="*/ 28 h 3490"/>
                <a:gd name="T56" fmla="*/ 18 w 3485"/>
                <a:gd name="T57" fmla="*/ 28 h 3490"/>
                <a:gd name="T58" fmla="*/ 17 w 3485"/>
                <a:gd name="T59" fmla="*/ 26 h 3490"/>
                <a:gd name="T60" fmla="*/ 17 w 3485"/>
                <a:gd name="T61" fmla="*/ 23 h 3490"/>
                <a:gd name="T62" fmla="*/ 18 w 3485"/>
                <a:gd name="T63" fmla="*/ 21 h 3490"/>
                <a:gd name="T64" fmla="*/ 19 w 3485"/>
                <a:gd name="T65" fmla="*/ 11 h 3490"/>
                <a:gd name="T66" fmla="*/ 20 w 3485"/>
                <a:gd name="T67" fmla="*/ 13 h 3490"/>
                <a:gd name="T68" fmla="*/ 21 w 3485"/>
                <a:gd name="T69" fmla="*/ 15 h 3490"/>
                <a:gd name="T70" fmla="*/ 20 w 3485"/>
                <a:gd name="T71" fmla="*/ 17 h 3490"/>
                <a:gd name="T72" fmla="*/ 18 w 3485"/>
                <a:gd name="T73" fmla="*/ 17 h 3490"/>
                <a:gd name="T74" fmla="*/ 17 w 3485"/>
                <a:gd name="T75" fmla="*/ 16 h 3490"/>
                <a:gd name="T76" fmla="*/ 17 w 3485"/>
                <a:gd name="T77" fmla="*/ 13 h 3490"/>
                <a:gd name="T78" fmla="*/ 18 w 3485"/>
                <a:gd name="T79" fmla="*/ 11 h 3490"/>
                <a:gd name="T80" fmla="*/ 26 w 3485"/>
                <a:gd name="T81" fmla="*/ 7 h 3490"/>
                <a:gd name="T82" fmla="*/ 27 w 3485"/>
                <a:gd name="T83" fmla="*/ 8 h 3490"/>
                <a:gd name="T84" fmla="*/ 27 w 3485"/>
                <a:gd name="T85" fmla="*/ 11 h 3490"/>
                <a:gd name="T86" fmla="*/ 26 w 3485"/>
                <a:gd name="T87" fmla="*/ 13 h 3490"/>
                <a:gd name="T88" fmla="*/ 25 w 3485"/>
                <a:gd name="T89" fmla="*/ 13 h 3490"/>
                <a:gd name="T90" fmla="*/ 24 w 3485"/>
                <a:gd name="T91" fmla="*/ 12 h 3490"/>
                <a:gd name="T92" fmla="*/ 24 w 3485"/>
                <a:gd name="T93" fmla="*/ 9 h 3490"/>
                <a:gd name="T94" fmla="*/ 24 w 3485"/>
                <a:gd name="T95" fmla="*/ 7 h 3490"/>
                <a:gd name="T96" fmla="*/ 26 w 3485"/>
                <a:gd name="T97" fmla="*/ 17 h 3490"/>
                <a:gd name="T98" fmla="*/ 27 w 3485"/>
                <a:gd name="T99" fmla="*/ 18 h 3490"/>
                <a:gd name="T100" fmla="*/ 28 w 3485"/>
                <a:gd name="T101" fmla="*/ 21 h 3490"/>
                <a:gd name="T102" fmla="*/ 27 w 3485"/>
                <a:gd name="T103" fmla="*/ 23 h 3490"/>
                <a:gd name="T104" fmla="*/ 26 w 3485"/>
                <a:gd name="T105" fmla="*/ 24 h 3490"/>
                <a:gd name="T106" fmla="*/ 24 w 3485"/>
                <a:gd name="T107" fmla="*/ 23 h 3490"/>
                <a:gd name="T108" fmla="*/ 24 w 3485"/>
                <a:gd name="T109" fmla="*/ 20 h 3490"/>
                <a:gd name="T110" fmla="*/ 25 w 3485"/>
                <a:gd name="T111" fmla="*/ 18 h 3490"/>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w 3485"/>
                <a:gd name="T169" fmla="*/ 0 h 3490"/>
                <a:gd name="T170" fmla="*/ 3485 w 3485"/>
                <a:gd name="T171" fmla="*/ 3490 h 3490"/>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T168" t="T169" r="T170" b="T171"/>
              <a:pathLst>
                <a:path w="3485" h="3490">
                  <a:moveTo>
                    <a:pt x="1754" y="0"/>
                  </a:moveTo>
                  <a:lnTo>
                    <a:pt x="1797" y="2"/>
                  </a:lnTo>
                  <a:lnTo>
                    <a:pt x="1840" y="5"/>
                  </a:lnTo>
                  <a:lnTo>
                    <a:pt x="1881" y="12"/>
                  </a:lnTo>
                  <a:lnTo>
                    <a:pt x="1921" y="20"/>
                  </a:lnTo>
                  <a:lnTo>
                    <a:pt x="1959" y="31"/>
                  </a:lnTo>
                  <a:lnTo>
                    <a:pt x="1994" y="44"/>
                  </a:lnTo>
                  <a:lnTo>
                    <a:pt x="2028" y="59"/>
                  </a:lnTo>
                  <a:lnTo>
                    <a:pt x="2058" y="74"/>
                  </a:lnTo>
                  <a:lnTo>
                    <a:pt x="2086" y="93"/>
                  </a:lnTo>
                  <a:lnTo>
                    <a:pt x="2111" y="113"/>
                  </a:lnTo>
                  <a:lnTo>
                    <a:pt x="2132" y="133"/>
                  </a:lnTo>
                  <a:lnTo>
                    <a:pt x="2151" y="155"/>
                  </a:lnTo>
                  <a:lnTo>
                    <a:pt x="2165" y="179"/>
                  </a:lnTo>
                  <a:lnTo>
                    <a:pt x="2175" y="203"/>
                  </a:lnTo>
                  <a:lnTo>
                    <a:pt x="2182" y="229"/>
                  </a:lnTo>
                  <a:lnTo>
                    <a:pt x="2185" y="255"/>
                  </a:lnTo>
                  <a:lnTo>
                    <a:pt x="2182" y="281"/>
                  </a:lnTo>
                  <a:lnTo>
                    <a:pt x="2175" y="305"/>
                  </a:lnTo>
                  <a:lnTo>
                    <a:pt x="2165" y="330"/>
                  </a:lnTo>
                  <a:lnTo>
                    <a:pt x="2151" y="353"/>
                  </a:lnTo>
                  <a:lnTo>
                    <a:pt x="2132" y="376"/>
                  </a:lnTo>
                  <a:lnTo>
                    <a:pt x="2111" y="397"/>
                  </a:lnTo>
                  <a:lnTo>
                    <a:pt x="2086" y="417"/>
                  </a:lnTo>
                  <a:lnTo>
                    <a:pt x="2058" y="434"/>
                  </a:lnTo>
                  <a:lnTo>
                    <a:pt x="2028" y="451"/>
                  </a:lnTo>
                  <a:lnTo>
                    <a:pt x="1994" y="466"/>
                  </a:lnTo>
                  <a:lnTo>
                    <a:pt x="1959" y="479"/>
                  </a:lnTo>
                  <a:lnTo>
                    <a:pt x="1921" y="489"/>
                  </a:lnTo>
                  <a:lnTo>
                    <a:pt x="1881" y="498"/>
                  </a:lnTo>
                  <a:lnTo>
                    <a:pt x="1840" y="505"/>
                  </a:lnTo>
                  <a:lnTo>
                    <a:pt x="1797" y="508"/>
                  </a:lnTo>
                  <a:lnTo>
                    <a:pt x="1754" y="509"/>
                  </a:lnTo>
                  <a:lnTo>
                    <a:pt x="1710" y="508"/>
                  </a:lnTo>
                  <a:lnTo>
                    <a:pt x="1667" y="505"/>
                  </a:lnTo>
                  <a:lnTo>
                    <a:pt x="1626" y="498"/>
                  </a:lnTo>
                  <a:lnTo>
                    <a:pt x="1586" y="489"/>
                  </a:lnTo>
                  <a:lnTo>
                    <a:pt x="1548" y="479"/>
                  </a:lnTo>
                  <a:lnTo>
                    <a:pt x="1512" y="466"/>
                  </a:lnTo>
                  <a:lnTo>
                    <a:pt x="1479" y="451"/>
                  </a:lnTo>
                  <a:lnTo>
                    <a:pt x="1449" y="434"/>
                  </a:lnTo>
                  <a:lnTo>
                    <a:pt x="1421" y="417"/>
                  </a:lnTo>
                  <a:lnTo>
                    <a:pt x="1395" y="397"/>
                  </a:lnTo>
                  <a:lnTo>
                    <a:pt x="1374" y="376"/>
                  </a:lnTo>
                  <a:lnTo>
                    <a:pt x="1355" y="353"/>
                  </a:lnTo>
                  <a:lnTo>
                    <a:pt x="1341" y="330"/>
                  </a:lnTo>
                  <a:lnTo>
                    <a:pt x="1331" y="305"/>
                  </a:lnTo>
                  <a:lnTo>
                    <a:pt x="1324" y="281"/>
                  </a:lnTo>
                  <a:lnTo>
                    <a:pt x="1321" y="255"/>
                  </a:lnTo>
                  <a:lnTo>
                    <a:pt x="1324" y="229"/>
                  </a:lnTo>
                  <a:lnTo>
                    <a:pt x="1331" y="203"/>
                  </a:lnTo>
                  <a:lnTo>
                    <a:pt x="1341" y="179"/>
                  </a:lnTo>
                  <a:lnTo>
                    <a:pt x="1355" y="155"/>
                  </a:lnTo>
                  <a:lnTo>
                    <a:pt x="1374" y="133"/>
                  </a:lnTo>
                  <a:lnTo>
                    <a:pt x="1395" y="113"/>
                  </a:lnTo>
                  <a:lnTo>
                    <a:pt x="1421" y="93"/>
                  </a:lnTo>
                  <a:lnTo>
                    <a:pt x="1449" y="74"/>
                  </a:lnTo>
                  <a:lnTo>
                    <a:pt x="1479" y="59"/>
                  </a:lnTo>
                  <a:lnTo>
                    <a:pt x="1512" y="44"/>
                  </a:lnTo>
                  <a:lnTo>
                    <a:pt x="1548" y="31"/>
                  </a:lnTo>
                  <a:lnTo>
                    <a:pt x="1586" y="20"/>
                  </a:lnTo>
                  <a:lnTo>
                    <a:pt x="1626" y="12"/>
                  </a:lnTo>
                  <a:lnTo>
                    <a:pt x="1667" y="5"/>
                  </a:lnTo>
                  <a:lnTo>
                    <a:pt x="1710" y="2"/>
                  </a:lnTo>
                  <a:lnTo>
                    <a:pt x="1754" y="0"/>
                  </a:lnTo>
                  <a:close/>
                  <a:moveTo>
                    <a:pt x="239" y="786"/>
                  </a:moveTo>
                  <a:lnTo>
                    <a:pt x="263" y="788"/>
                  </a:lnTo>
                  <a:lnTo>
                    <a:pt x="287" y="794"/>
                  </a:lnTo>
                  <a:lnTo>
                    <a:pt x="309" y="805"/>
                  </a:lnTo>
                  <a:lnTo>
                    <a:pt x="331" y="819"/>
                  </a:lnTo>
                  <a:lnTo>
                    <a:pt x="352" y="836"/>
                  </a:lnTo>
                  <a:lnTo>
                    <a:pt x="372" y="857"/>
                  </a:lnTo>
                  <a:lnTo>
                    <a:pt x="390" y="882"/>
                  </a:lnTo>
                  <a:lnTo>
                    <a:pt x="407" y="909"/>
                  </a:lnTo>
                  <a:lnTo>
                    <a:pt x="423" y="940"/>
                  </a:lnTo>
                  <a:lnTo>
                    <a:pt x="437" y="971"/>
                  </a:lnTo>
                  <a:lnTo>
                    <a:pt x="448" y="1006"/>
                  </a:lnTo>
                  <a:lnTo>
                    <a:pt x="459" y="1043"/>
                  </a:lnTo>
                  <a:lnTo>
                    <a:pt x="467" y="1081"/>
                  </a:lnTo>
                  <a:lnTo>
                    <a:pt x="473" y="1121"/>
                  </a:lnTo>
                  <a:lnTo>
                    <a:pt x="476" y="1163"/>
                  </a:lnTo>
                  <a:lnTo>
                    <a:pt x="478" y="1206"/>
                  </a:lnTo>
                  <a:lnTo>
                    <a:pt x="476" y="1248"/>
                  </a:lnTo>
                  <a:lnTo>
                    <a:pt x="473" y="1290"/>
                  </a:lnTo>
                  <a:lnTo>
                    <a:pt x="467" y="1330"/>
                  </a:lnTo>
                  <a:lnTo>
                    <a:pt x="459" y="1367"/>
                  </a:lnTo>
                  <a:lnTo>
                    <a:pt x="448" y="1405"/>
                  </a:lnTo>
                  <a:lnTo>
                    <a:pt x="437" y="1439"/>
                  </a:lnTo>
                  <a:lnTo>
                    <a:pt x="423" y="1472"/>
                  </a:lnTo>
                  <a:lnTo>
                    <a:pt x="407" y="1501"/>
                  </a:lnTo>
                  <a:lnTo>
                    <a:pt x="390" y="1528"/>
                  </a:lnTo>
                  <a:lnTo>
                    <a:pt x="372" y="1553"/>
                  </a:lnTo>
                  <a:lnTo>
                    <a:pt x="352" y="1574"/>
                  </a:lnTo>
                  <a:lnTo>
                    <a:pt x="331" y="1591"/>
                  </a:lnTo>
                  <a:lnTo>
                    <a:pt x="309" y="1605"/>
                  </a:lnTo>
                  <a:lnTo>
                    <a:pt x="287" y="1616"/>
                  </a:lnTo>
                  <a:lnTo>
                    <a:pt x="263" y="1622"/>
                  </a:lnTo>
                  <a:lnTo>
                    <a:pt x="239" y="1624"/>
                  </a:lnTo>
                  <a:lnTo>
                    <a:pt x="214" y="1622"/>
                  </a:lnTo>
                  <a:lnTo>
                    <a:pt x="191" y="1616"/>
                  </a:lnTo>
                  <a:lnTo>
                    <a:pt x="168" y="1605"/>
                  </a:lnTo>
                  <a:lnTo>
                    <a:pt x="146" y="1591"/>
                  </a:lnTo>
                  <a:lnTo>
                    <a:pt x="125" y="1574"/>
                  </a:lnTo>
                  <a:lnTo>
                    <a:pt x="105" y="1553"/>
                  </a:lnTo>
                  <a:lnTo>
                    <a:pt x="87" y="1528"/>
                  </a:lnTo>
                  <a:lnTo>
                    <a:pt x="70" y="1501"/>
                  </a:lnTo>
                  <a:lnTo>
                    <a:pt x="55" y="1472"/>
                  </a:lnTo>
                  <a:lnTo>
                    <a:pt x="41" y="1439"/>
                  </a:lnTo>
                  <a:lnTo>
                    <a:pt x="29" y="1405"/>
                  </a:lnTo>
                  <a:lnTo>
                    <a:pt x="18" y="1367"/>
                  </a:lnTo>
                  <a:lnTo>
                    <a:pt x="10" y="1330"/>
                  </a:lnTo>
                  <a:lnTo>
                    <a:pt x="4" y="1290"/>
                  </a:lnTo>
                  <a:lnTo>
                    <a:pt x="1" y="1248"/>
                  </a:lnTo>
                  <a:lnTo>
                    <a:pt x="0" y="1206"/>
                  </a:lnTo>
                  <a:lnTo>
                    <a:pt x="1" y="1163"/>
                  </a:lnTo>
                  <a:lnTo>
                    <a:pt x="4" y="1121"/>
                  </a:lnTo>
                  <a:lnTo>
                    <a:pt x="10" y="1081"/>
                  </a:lnTo>
                  <a:lnTo>
                    <a:pt x="18" y="1043"/>
                  </a:lnTo>
                  <a:lnTo>
                    <a:pt x="29" y="1006"/>
                  </a:lnTo>
                  <a:lnTo>
                    <a:pt x="41" y="971"/>
                  </a:lnTo>
                  <a:lnTo>
                    <a:pt x="55" y="940"/>
                  </a:lnTo>
                  <a:lnTo>
                    <a:pt x="70" y="909"/>
                  </a:lnTo>
                  <a:lnTo>
                    <a:pt x="87" y="882"/>
                  </a:lnTo>
                  <a:lnTo>
                    <a:pt x="105" y="857"/>
                  </a:lnTo>
                  <a:lnTo>
                    <a:pt x="125" y="836"/>
                  </a:lnTo>
                  <a:lnTo>
                    <a:pt x="146" y="819"/>
                  </a:lnTo>
                  <a:lnTo>
                    <a:pt x="168" y="805"/>
                  </a:lnTo>
                  <a:lnTo>
                    <a:pt x="191" y="794"/>
                  </a:lnTo>
                  <a:lnTo>
                    <a:pt x="214" y="788"/>
                  </a:lnTo>
                  <a:lnTo>
                    <a:pt x="239" y="786"/>
                  </a:lnTo>
                  <a:close/>
                  <a:moveTo>
                    <a:pt x="1119" y="2495"/>
                  </a:moveTo>
                  <a:lnTo>
                    <a:pt x="1143" y="2498"/>
                  </a:lnTo>
                  <a:lnTo>
                    <a:pt x="1167" y="2504"/>
                  </a:lnTo>
                  <a:lnTo>
                    <a:pt x="1190" y="2514"/>
                  </a:lnTo>
                  <a:lnTo>
                    <a:pt x="1211" y="2528"/>
                  </a:lnTo>
                  <a:lnTo>
                    <a:pt x="1232" y="2546"/>
                  </a:lnTo>
                  <a:lnTo>
                    <a:pt x="1252" y="2567"/>
                  </a:lnTo>
                  <a:lnTo>
                    <a:pt x="1271" y="2592"/>
                  </a:lnTo>
                  <a:lnTo>
                    <a:pt x="1288" y="2618"/>
                  </a:lnTo>
                  <a:lnTo>
                    <a:pt x="1304" y="2648"/>
                  </a:lnTo>
                  <a:lnTo>
                    <a:pt x="1318" y="2681"/>
                  </a:lnTo>
                  <a:lnTo>
                    <a:pt x="1329" y="2715"/>
                  </a:lnTo>
                  <a:lnTo>
                    <a:pt x="1340" y="2752"/>
                  </a:lnTo>
                  <a:lnTo>
                    <a:pt x="1348" y="2790"/>
                  </a:lnTo>
                  <a:lnTo>
                    <a:pt x="1354" y="2830"/>
                  </a:lnTo>
                  <a:lnTo>
                    <a:pt x="1358" y="2872"/>
                  </a:lnTo>
                  <a:lnTo>
                    <a:pt x="1359" y="2914"/>
                  </a:lnTo>
                  <a:lnTo>
                    <a:pt x="1358" y="2956"/>
                  </a:lnTo>
                  <a:lnTo>
                    <a:pt x="1354" y="2998"/>
                  </a:lnTo>
                  <a:lnTo>
                    <a:pt x="1348" y="3038"/>
                  </a:lnTo>
                  <a:lnTo>
                    <a:pt x="1340" y="3077"/>
                  </a:lnTo>
                  <a:lnTo>
                    <a:pt x="1329" y="3113"/>
                  </a:lnTo>
                  <a:lnTo>
                    <a:pt x="1318" y="3147"/>
                  </a:lnTo>
                  <a:lnTo>
                    <a:pt x="1304" y="3180"/>
                  </a:lnTo>
                  <a:lnTo>
                    <a:pt x="1288" y="3209"/>
                  </a:lnTo>
                  <a:lnTo>
                    <a:pt x="1271" y="3238"/>
                  </a:lnTo>
                  <a:lnTo>
                    <a:pt x="1252" y="3261"/>
                  </a:lnTo>
                  <a:lnTo>
                    <a:pt x="1232" y="3282"/>
                  </a:lnTo>
                  <a:lnTo>
                    <a:pt x="1211" y="3301"/>
                  </a:lnTo>
                  <a:lnTo>
                    <a:pt x="1190" y="3315"/>
                  </a:lnTo>
                  <a:lnTo>
                    <a:pt x="1167" y="3325"/>
                  </a:lnTo>
                  <a:lnTo>
                    <a:pt x="1143" y="3331"/>
                  </a:lnTo>
                  <a:lnTo>
                    <a:pt x="1119" y="3334"/>
                  </a:lnTo>
                  <a:lnTo>
                    <a:pt x="1094" y="3331"/>
                  </a:lnTo>
                  <a:lnTo>
                    <a:pt x="1070" y="3325"/>
                  </a:lnTo>
                  <a:lnTo>
                    <a:pt x="1048" y="3315"/>
                  </a:lnTo>
                  <a:lnTo>
                    <a:pt x="1026" y="3301"/>
                  </a:lnTo>
                  <a:lnTo>
                    <a:pt x="1005" y="3282"/>
                  </a:lnTo>
                  <a:lnTo>
                    <a:pt x="985" y="3261"/>
                  </a:lnTo>
                  <a:lnTo>
                    <a:pt x="967" y="3238"/>
                  </a:lnTo>
                  <a:lnTo>
                    <a:pt x="950" y="3209"/>
                  </a:lnTo>
                  <a:lnTo>
                    <a:pt x="935" y="3180"/>
                  </a:lnTo>
                  <a:lnTo>
                    <a:pt x="921" y="3147"/>
                  </a:lnTo>
                  <a:lnTo>
                    <a:pt x="909" y="3113"/>
                  </a:lnTo>
                  <a:lnTo>
                    <a:pt x="898" y="3077"/>
                  </a:lnTo>
                  <a:lnTo>
                    <a:pt x="890" y="3038"/>
                  </a:lnTo>
                  <a:lnTo>
                    <a:pt x="884" y="2998"/>
                  </a:lnTo>
                  <a:lnTo>
                    <a:pt x="881" y="2956"/>
                  </a:lnTo>
                  <a:lnTo>
                    <a:pt x="880" y="2914"/>
                  </a:lnTo>
                  <a:lnTo>
                    <a:pt x="881" y="2872"/>
                  </a:lnTo>
                  <a:lnTo>
                    <a:pt x="884" y="2830"/>
                  </a:lnTo>
                  <a:lnTo>
                    <a:pt x="890" y="2790"/>
                  </a:lnTo>
                  <a:lnTo>
                    <a:pt x="898" y="2752"/>
                  </a:lnTo>
                  <a:lnTo>
                    <a:pt x="909" y="2715"/>
                  </a:lnTo>
                  <a:lnTo>
                    <a:pt x="921" y="2681"/>
                  </a:lnTo>
                  <a:lnTo>
                    <a:pt x="935" y="2648"/>
                  </a:lnTo>
                  <a:lnTo>
                    <a:pt x="950" y="2618"/>
                  </a:lnTo>
                  <a:lnTo>
                    <a:pt x="967" y="2592"/>
                  </a:lnTo>
                  <a:lnTo>
                    <a:pt x="985" y="2567"/>
                  </a:lnTo>
                  <a:lnTo>
                    <a:pt x="1005" y="2546"/>
                  </a:lnTo>
                  <a:lnTo>
                    <a:pt x="1026" y="2528"/>
                  </a:lnTo>
                  <a:lnTo>
                    <a:pt x="1048" y="2514"/>
                  </a:lnTo>
                  <a:lnTo>
                    <a:pt x="1070" y="2504"/>
                  </a:lnTo>
                  <a:lnTo>
                    <a:pt x="1094" y="2498"/>
                  </a:lnTo>
                  <a:lnTo>
                    <a:pt x="1119" y="2495"/>
                  </a:lnTo>
                  <a:close/>
                  <a:moveTo>
                    <a:pt x="2380" y="2651"/>
                  </a:moveTo>
                  <a:lnTo>
                    <a:pt x="2405" y="2654"/>
                  </a:lnTo>
                  <a:lnTo>
                    <a:pt x="2428" y="2660"/>
                  </a:lnTo>
                  <a:lnTo>
                    <a:pt x="2452" y="2670"/>
                  </a:lnTo>
                  <a:lnTo>
                    <a:pt x="2473" y="2684"/>
                  </a:lnTo>
                  <a:lnTo>
                    <a:pt x="2494" y="2703"/>
                  </a:lnTo>
                  <a:lnTo>
                    <a:pt x="2514" y="2724"/>
                  </a:lnTo>
                  <a:lnTo>
                    <a:pt x="2533" y="2747"/>
                  </a:lnTo>
                  <a:lnTo>
                    <a:pt x="2550" y="2774"/>
                  </a:lnTo>
                  <a:lnTo>
                    <a:pt x="2565" y="2805"/>
                  </a:lnTo>
                  <a:lnTo>
                    <a:pt x="2580" y="2838"/>
                  </a:lnTo>
                  <a:lnTo>
                    <a:pt x="2591" y="2872"/>
                  </a:lnTo>
                  <a:lnTo>
                    <a:pt x="2602" y="2908"/>
                  </a:lnTo>
                  <a:lnTo>
                    <a:pt x="2610" y="2947"/>
                  </a:lnTo>
                  <a:lnTo>
                    <a:pt x="2616" y="2987"/>
                  </a:lnTo>
                  <a:lnTo>
                    <a:pt x="2619" y="3029"/>
                  </a:lnTo>
                  <a:lnTo>
                    <a:pt x="2621" y="3071"/>
                  </a:lnTo>
                  <a:lnTo>
                    <a:pt x="2619" y="3113"/>
                  </a:lnTo>
                  <a:lnTo>
                    <a:pt x="2616" y="3155"/>
                  </a:lnTo>
                  <a:lnTo>
                    <a:pt x="2610" y="3195"/>
                  </a:lnTo>
                  <a:lnTo>
                    <a:pt x="2602" y="3233"/>
                  </a:lnTo>
                  <a:lnTo>
                    <a:pt x="2591" y="3270"/>
                  </a:lnTo>
                  <a:lnTo>
                    <a:pt x="2580" y="3304"/>
                  </a:lnTo>
                  <a:lnTo>
                    <a:pt x="2565" y="3337"/>
                  </a:lnTo>
                  <a:lnTo>
                    <a:pt x="2550" y="3367"/>
                  </a:lnTo>
                  <a:lnTo>
                    <a:pt x="2533" y="3393"/>
                  </a:lnTo>
                  <a:lnTo>
                    <a:pt x="2514" y="3418"/>
                  </a:lnTo>
                  <a:lnTo>
                    <a:pt x="2494" y="3439"/>
                  </a:lnTo>
                  <a:lnTo>
                    <a:pt x="2473" y="3457"/>
                  </a:lnTo>
                  <a:lnTo>
                    <a:pt x="2452" y="3471"/>
                  </a:lnTo>
                  <a:lnTo>
                    <a:pt x="2428" y="3481"/>
                  </a:lnTo>
                  <a:lnTo>
                    <a:pt x="2405" y="3487"/>
                  </a:lnTo>
                  <a:lnTo>
                    <a:pt x="2380" y="3490"/>
                  </a:lnTo>
                  <a:lnTo>
                    <a:pt x="2356" y="3487"/>
                  </a:lnTo>
                  <a:lnTo>
                    <a:pt x="2332" y="3481"/>
                  </a:lnTo>
                  <a:lnTo>
                    <a:pt x="2310" y="3471"/>
                  </a:lnTo>
                  <a:lnTo>
                    <a:pt x="2288" y="3457"/>
                  </a:lnTo>
                  <a:lnTo>
                    <a:pt x="2267" y="3439"/>
                  </a:lnTo>
                  <a:lnTo>
                    <a:pt x="2248" y="3418"/>
                  </a:lnTo>
                  <a:lnTo>
                    <a:pt x="2229" y="3393"/>
                  </a:lnTo>
                  <a:lnTo>
                    <a:pt x="2212" y="3367"/>
                  </a:lnTo>
                  <a:lnTo>
                    <a:pt x="2196" y="3337"/>
                  </a:lnTo>
                  <a:lnTo>
                    <a:pt x="2182" y="3304"/>
                  </a:lnTo>
                  <a:lnTo>
                    <a:pt x="2171" y="3270"/>
                  </a:lnTo>
                  <a:lnTo>
                    <a:pt x="2160" y="3233"/>
                  </a:lnTo>
                  <a:lnTo>
                    <a:pt x="2152" y="3195"/>
                  </a:lnTo>
                  <a:lnTo>
                    <a:pt x="2146" y="3155"/>
                  </a:lnTo>
                  <a:lnTo>
                    <a:pt x="2142" y="3113"/>
                  </a:lnTo>
                  <a:lnTo>
                    <a:pt x="2141" y="3071"/>
                  </a:lnTo>
                  <a:lnTo>
                    <a:pt x="2142" y="3029"/>
                  </a:lnTo>
                  <a:lnTo>
                    <a:pt x="2146" y="2987"/>
                  </a:lnTo>
                  <a:lnTo>
                    <a:pt x="2152" y="2947"/>
                  </a:lnTo>
                  <a:lnTo>
                    <a:pt x="2160" y="2908"/>
                  </a:lnTo>
                  <a:lnTo>
                    <a:pt x="2171" y="2872"/>
                  </a:lnTo>
                  <a:lnTo>
                    <a:pt x="2182" y="2838"/>
                  </a:lnTo>
                  <a:lnTo>
                    <a:pt x="2196" y="2805"/>
                  </a:lnTo>
                  <a:lnTo>
                    <a:pt x="2212" y="2774"/>
                  </a:lnTo>
                  <a:lnTo>
                    <a:pt x="2229" y="2747"/>
                  </a:lnTo>
                  <a:lnTo>
                    <a:pt x="2248" y="2724"/>
                  </a:lnTo>
                  <a:lnTo>
                    <a:pt x="2267" y="2703"/>
                  </a:lnTo>
                  <a:lnTo>
                    <a:pt x="2288" y="2684"/>
                  </a:lnTo>
                  <a:lnTo>
                    <a:pt x="2310" y="2670"/>
                  </a:lnTo>
                  <a:lnTo>
                    <a:pt x="2332" y="2660"/>
                  </a:lnTo>
                  <a:lnTo>
                    <a:pt x="2356" y="2654"/>
                  </a:lnTo>
                  <a:lnTo>
                    <a:pt x="2380" y="2651"/>
                  </a:lnTo>
                  <a:close/>
                  <a:moveTo>
                    <a:pt x="2342" y="1355"/>
                  </a:moveTo>
                  <a:lnTo>
                    <a:pt x="2366" y="1357"/>
                  </a:lnTo>
                  <a:lnTo>
                    <a:pt x="2390" y="1363"/>
                  </a:lnTo>
                  <a:lnTo>
                    <a:pt x="2412" y="1373"/>
                  </a:lnTo>
                  <a:lnTo>
                    <a:pt x="2434" y="1387"/>
                  </a:lnTo>
                  <a:lnTo>
                    <a:pt x="2455" y="1405"/>
                  </a:lnTo>
                  <a:lnTo>
                    <a:pt x="2475" y="1426"/>
                  </a:lnTo>
                  <a:lnTo>
                    <a:pt x="2493" y="1451"/>
                  </a:lnTo>
                  <a:lnTo>
                    <a:pt x="2510" y="1478"/>
                  </a:lnTo>
                  <a:lnTo>
                    <a:pt x="2526" y="1507"/>
                  </a:lnTo>
                  <a:lnTo>
                    <a:pt x="2540" y="1540"/>
                  </a:lnTo>
                  <a:lnTo>
                    <a:pt x="2551" y="1574"/>
                  </a:lnTo>
                  <a:lnTo>
                    <a:pt x="2562" y="1611"/>
                  </a:lnTo>
                  <a:lnTo>
                    <a:pt x="2570" y="1649"/>
                  </a:lnTo>
                  <a:lnTo>
                    <a:pt x="2576" y="1689"/>
                  </a:lnTo>
                  <a:lnTo>
                    <a:pt x="2580" y="1731"/>
                  </a:lnTo>
                  <a:lnTo>
                    <a:pt x="2581" y="1773"/>
                  </a:lnTo>
                  <a:lnTo>
                    <a:pt x="2580" y="1815"/>
                  </a:lnTo>
                  <a:lnTo>
                    <a:pt x="2576" y="1858"/>
                  </a:lnTo>
                  <a:lnTo>
                    <a:pt x="2570" y="1897"/>
                  </a:lnTo>
                  <a:lnTo>
                    <a:pt x="2562" y="1936"/>
                  </a:lnTo>
                  <a:lnTo>
                    <a:pt x="2551" y="1972"/>
                  </a:lnTo>
                  <a:lnTo>
                    <a:pt x="2540" y="2008"/>
                  </a:lnTo>
                  <a:lnTo>
                    <a:pt x="2526" y="2039"/>
                  </a:lnTo>
                  <a:lnTo>
                    <a:pt x="2510" y="2070"/>
                  </a:lnTo>
                  <a:lnTo>
                    <a:pt x="2493" y="2097"/>
                  </a:lnTo>
                  <a:lnTo>
                    <a:pt x="2475" y="2121"/>
                  </a:lnTo>
                  <a:lnTo>
                    <a:pt x="2455" y="2142"/>
                  </a:lnTo>
                  <a:lnTo>
                    <a:pt x="2434" y="2160"/>
                  </a:lnTo>
                  <a:lnTo>
                    <a:pt x="2412" y="2174"/>
                  </a:lnTo>
                  <a:lnTo>
                    <a:pt x="2390" y="2185"/>
                  </a:lnTo>
                  <a:lnTo>
                    <a:pt x="2366" y="2191"/>
                  </a:lnTo>
                  <a:lnTo>
                    <a:pt x="2342" y="2193"/>
                  </a:lnTo>
                  <a:lnTo>
                    <a:pt x="2317" y="2191"/>
                  </a:lnTo>
                  <a:lnTo>
                    <a:pt x="2294" y="2185"/>
                  </a:lnTo>
                  <a:lnTo>
                    <a:pt x="2270" y="2174"/>
                  </a:lnTo>
                  <a:lnTo>
                    <a:pt x="2249" y="2160"/>
                  </a:lnTo>
                  <a:lnTo>
                    <a:pt x="2228" y="2142"/>
                  </a:lnTo>
                  <a:lnTo>
                    <a:pt x="2208" y="2121"/>
                  </a:lnTo>
                  <a:lnTo>
                    <a:pt x="2189" y="2097"/>
                  </a:lnTo>
                  <a:lnTo>
                    <a:pt x="2173" y="2070"/>
                  </a:lnTo>
                  <a:lnTo>
                    <a:pt x="2157" y="2039"/>
                  </a:lnTo>
                  <a:lnTo>
                    <a:pt x="2142" y="2008"/>
                  </a:lnTo>
                  <a:lnTo>
                    <a:pt x="2131" y="1972"/>
                  </a:lnTo>
                  <a:lnTo>
                    <a:pt x="2120" y="1936"/>
                  </a:lnTo>
                  <a:lnTo>
                    <a:pt x="2112" y="1897"/>
                  </a:lnTo>
                  <a:lnTo>
                    <a:pt x="2106" y="1858"/>
                  </a:lnTo>
                  <a:lnTo>
                    <a:pt x="2103" y="1815"/>
                  </a:lnTo>
                  <a:lnTo>
                    <a:pt x="2101" y="1773"/>
                  </a:lnTo>
                  <a:lnTo>
                    <a:pt x="2103" y="1731"/>
                  </a:lnTo>
                  <a:lnTo>
                    <a:pt x="2106" y="1689"/>
                  </a:lnTo>
                  <a:lnTo>
                    <a:pt x="2112" y="1649"/>
                  </a:lnTo>
                  <a:lnTo>
                    <a:pt x="2120" y="1611"/>
                  </a:lnTo>
                  <a:lnTo>
                    <a:pt x="2131" y="1574"/>
                  </a:lnTo>
                  <a:lnTo>
                    <a:pt x="2142" y="1540"/>
                  </a:lnTo>
                  <a:lnTo>
                    <a:pt x="2157" y="1507"/>
                  </a:lnTo>
                  <a:lnTo>
                    <a:pt x="2173" y="1478"/>
                  </a:lnTo>
                  <a:lnTo>
                    <a:pt x="2189" y="1451"/>
                  </a:lnTo>
                  <a:lnTo>
                    <a:pt x="2208" y="1426"/>
                  </a:lnTo>
                  <a:lnTo>
                    <a:pt x="2228" y="1405"/>
                  </a:lnTo>
                  <a:lnTo>
                    <a:pt x="2249" y="1387"/>
                  </a:lnTo>
                  <a:lnTo>
                    <a:pt x="2270" y="1373"/>
                  </a:lnTo>
                  <a:lnTo>
                    <a:pt x="2294" y="1363"/>
                  </a:lnTo>
                  <a:lnTo>
                    <a:pt x="2317" y="1357"/>
                  </a:lnTo>
                  <a:lnTo>
                    <a:pt x="2342" y="1355"/>
                  </a:lnTo>
                  <a:close/>
                  <a:moveTo>
                    <a:pt x="3179" y="819"/>
                  </a:moveTo>
                  <a:lnTo>
                    <a:pt x="3204" y="821"/>
                  </a:lnTo>
                  <a:lnTo>
                    <a:pt x="3227" y="827"/>
                  </a:lnTo>
                  <a:lnTo>
                    <a:pt x="3250" y="838"/>
                  </a:lnTo>
                  <a:lnTo>
                    <a:pt x="3272" y="852"/>
                  </a:lnTo>
                  <a:lnTo>
                    <a:pt x="3293" y="869"/>
                  </a:lnTo>
                  <a:lnTo>
                    <a:pt x="3312" y="890"/>
                  </a:lnTo>
                  <a:lnTo>
                    <a:pt x="3331" y="915"/>
                  </a:lnTo>
                  <a:lnTo>
                    <a:pt x="3348" y="942"/>
                  </a:lnTo>
                  <a:lnTo>
                    <a:pt x="3363" y="971"/>
                  </a:lnTo>
                  <a:lnTo>
                    <a:pt x="3377" y="1004"/>
                  </a:lnTo>
                  <a:lnTo>
                    <a:pt x="3389" y="1038"/>
                  </a:lnTo>
                  <a:lnTo>
                    <a:pt x="3400" y="1076"/>
                  </a:lnTo>
                  <a:lnTo>
                    <a:pt x="3408" y="1113"/>
                  </a:lnTo>
                  <a:lnTo>
                    <a:pt x="3414" y="1153"/>
                  </a:lnTo>
                  <a:lnTo>
                    <a:pt x="3417" y="1195"/>
                  </a:lnTo>
                  <a:lnTo>
                    <a:pt x="3418" y="1237"/>
                  </a:lnTo>
                  <a:lnTo>
                    <a:pt x="3417" y="1280"/>
                  </a:lnTo>
                  <a:lnTo>
                    <a:pt x="3414" y="1322"/>
                  </a:lnTo>
                  <a:lnTo>
                    <a:pt x="3408" y="1362"/>
                  </a:lnTo>
                  <a:lnTo>
                    <a:pt x="3400" y="1399"/>
                  </a:lnTo>
                  <a:lnTo>
                    <a:pt x="3389" y="1437"/>
                  </a:lnTo>
                  <a:lnTo>
                    <a:pt x="3377" y="1471"/>
                  </a:lnTo>
                  <a:lnTo>
                    <a:pt x="3363" y="1503"/>
                  </a:lnTo>
                  <a:lnTo>
                    <a:pt x="3348" y="1533"/>
                  </a:lnTo>
                  <a:lnTo>
                    <a:pt x="3331" y="1560"/>
                  </a:lnTo>
                  <a:lnTo>
                    <a:pt x="3312" y="1584"/>
                  </a:lnTo>
                  <a:lnTo>
                    <a:pt x="3293" y="1605"/>
                  </a:lnTo>
                  <a:lnTo>
                    <a:pt x="3272" y="1623"/>
                  </a:lnTo>
                  <a:lnTo>
                    <a:pt x="3250" y="1637"/>
                  </a:lnTo>
                  <a:lnTo>
                    <a:pt x="3227" y="1648"/>
                  </a:lnTo>
                  <a:lnTo>
                    <a:pt x="3204" y="1654"/>
                  </a:lnTo>
                  <a:lnTo>
                    <a:pt x="3179" y="1656"/>
                  </a:lnTo>
                  <a:lnTo>
                    <a:pt x="3155" y="1654"/>
                  </a:lnTo>
                  <a:lnTo>
                    <a:pt x="3131" y="1648"/>
                  </a:lnTo>
                  <a:lnTo>
                    <a:pt x="3108" y="1637"/>
                  </a:lnTo>
                  <a:lnTo>
                    <a:pt x="3087" y="1623"/>
                  </a:lnTo>
                  <a:lnTo>
                    <a:pt x="3066" y="1605"/>
                  </a:lnTo>
                  <a:lnTo>
                    <a:pt x="3046" y="1584"/>
                  </a:lnTo>
                  <a:lnTo>
                    <a:pt x="3027" y="1560"/>
                  </a:lnTo>
                  <a:lnTo>
                    <a:pt x="3011" y="1533"/>
                  </a:lnTo>
                  <a:lnTo>
                    <a:pt x="2994" y="1503"/>
                  </a:lnTo>
                  <a:lnTo>
                    <a:pt x="2980" y="1471"/>
                  </a:lnTo>
                  <a:lnTo>
                    <a:pt x="2968" y="1437"/>
                  </a:lnTo>
                  <a:lnTo>
                    <a:pt x="2958" y="1399"/>
                  </a:lnTo>
                  <a:lnTo>
                    <a:pt x="2950" y="1362"/>
                  </a:lnTo>
                  <a:lnTo>
                    <a:pt x="2944" y="1322"/>
                  </a:lnTo>
                  <a:lnTo>
                    <a:pt x="2940" y="1280"/>
                  </a:lnTo>
                  <a:lnTo>
                    <a:pt x="2939" y="1237"/>
                  </a:lnTo>
                  <a:lnTo>
                    <a:pt x="2940" y="1195"/>
                  </a:lnTo>
                  <a:lnTo>
                    <a:pt x="2944" y="1153"/>
                  </a:lnTo>
                  <a:lnTo>
                    <a:pt x="2950" y="1113"/>
                  </a:lnTo>
                  <a:lnTo>
                    <a:pt x="2958" y="1076"/>
                  </a:lnTo>
                  <a:lnTo>
                    <a:pt x="2968" y="1038"/>
                  </a:lnTo>
                  <a:lnTo>
                    <a:pt x="2980" y="1004"/>
                  </a:lnTo>
                  <a:lnTo>
                    <a:pt x="2994" y="971"/>
                  </a:lnTo>
                  <a:lnTo>
                    <a:pt x="3011" y="942"/>
                  </a:lnTo>
                  <a:lnTo>
                    <a:pt x="3027" y="915"/>
                  </a:lnTo>
                  <a:lnTo>
                    <a:pt x="3046" y="890"/>
                  </a:lnTo>
                  <a:lnTo>
                    <a:pt x="3066" y="869"/>
                  </a:lnTo>
                  <a:lnTo>
                    <a:pt x="3087" y="852"/>
                  </a:lnTo>
                  <a:lnTo>
                    <a:pt x="3108" y="838"/>
                  </a:lnTo>
                  <a:lnTo>
                    <a:pt x="3131" y="827"/>
                  </a:lnTo>
                  <a:lnTo>
                    <a:pt x="3155" y="821"/>
                  </a:lnTo>
                  <a:lnTo>
                    <a:pt x="3179" y="819"/>
                  </a:lnTo>
                  <a:close/>
                  <a:moveTo>
                    <a:pt x="3246" y="2144"/>
                  </a:moveTo>
                  <a:lnTo>
                    <a:pt x="3271" y="2146"/>
                  </a:lnTo>
                  <a:lnTo>
                    <a:pt x="3294" y="2152"/>
                  </a:lnTo>
                  <a:lnTo>
                    <a:pt x="3316" y="2162"/>
                  </a:lnTo>
                  <a:lnTo>
                    <a:pt x="3339" y="2176"/>
                  </a:lnTo>
                  <a:lnTo>
                    <a:pt x="3360" y="2194"/>
                  </a:lnTo>
                  <a:lnTo>
                    <a:pt x="3380" y="2215"/>
                  </a:lnTo>
                  <a:lnTo>
                    <a:pt x="3397" y="2240"/>
                  </a:lnTo>
                  <a:lnTo>
                    <a:pt x="3415" y="2267"/>
                  </a:lnTo>
                  <a:lnTo>
                    <a:pt x="3430" y="2296"/>
                  </a:lnTo>
                  <a:lnTo>
                    <a:pt x="3444" y="2329"/>
                  </a:lnTo>
                  <a:lnTo>
                    <a:pt x="3456" y="2363"/>
                  </a:lnTo>
                  <a:lnTo>
                    <a:pt x="3466" y="2400"/>
                  </a:lnTo>
                  <a:lnTo>
                    <a:pt x="3475" y="2438"/>
                  </a:lnTo>
                  <a:lnTo>
                    <a:pt x="3480" y="2478"/>
                  </a:lnTo>
                  <a:lnTo>
                    <a:pt x="3484" y="2520"/>
                  </a:lnTo>
                  <a:lnTo>
                    <a:pt x="3485" y="2562"/>
                  </a:lnTo>
                  <a:lnTo>
                    <a:pt x="3484" y="2604"/>
                  </a:lnTo>
                  <a:lnTo>
                    <a:pt x="3480" y="2647"/>
                  </a:lnTo>
                  <a:lnTo>
                    <a:pt x="3475" y="2686"/>
                  </a:lnTo>
                  <a:lnTo>
                    <a:pt x="3466" y="2725"/>
                  </a:lnTo>
                  <a:lnTo>
                    <a:pt x="3456" y="2762"/>
                  </a:lnTo>
                  <a:lnTo>
                    <a:pt x="3444" y="2796"/>
                  </a:lnTo>
                  <a:lnTo>
                    <a:pt x="3430" y="2828"/>
                  </a:lnTo>
                  <a:lnTo>
                    <a:pt x="3415" y="2858"/>
                  </a:lnTo>
                  <a:lnTo>
                    <a:pt x="3397" y="2886"/>
                  </a:lnTo>
                  <a:lnTo>
                    <a:pt x="3380" y="2909"/>
                  </a:lnTo>
                  <a:lnTo>
                    <a:pt x="3360" y="2930"/>
                  </a:lnTo>
                  <a:lnTo>
                    <a:pt x="3339" y="2949"/>
                  </a:lnTo>
                  <a:lnTo>
                    <a:pt x="3316" y="2963"/>
                  </a:lnTo>
                  <a:lnTo>
                    <a:pt x="3294" y="2974"/>
                  </a:lnTo>
                  <a:lnTo>
                    <a:pt x="3271" y="2980"/>
                  </a:lnTo>
                  <a:lnTo>
                    <a:pt x="3246" y="2982"/>
                  </a:lnTo>
                  <a:lnTo>
                    <a:pt x="3222" y="2980"/>
                  </a:lnTo>
                  <a:lnTo>
                    <a:pt x="3198" y="2974"/>
                  </a:lnTo>
                  <a:lnTo>
                    <a:pt x="3176" y="2963"/>
                  </a:lnTo>
                  <a:lnTo>
                    <a:pt x="3154" y="2949"/>
                  </a:lnTo>
                  <a:lnTo>
                    <a:pt x="3133" y="2930"/>
                  </a:lnTo>
                  <a:lnTo>
                    <a:pt x="3113" y="2909"/>
                  </a:lnTo>
                  <a:lnTo>
                    <a:pt x="3095" y="2886"/>
                  </a:lnTo>
                  <a:lnTo>
                    <a:pt x="3077" y="2858"/>
                  </a:lnTo>
                  <a:lnTo>
                    <a:pt x="3062" y="2828"/>
                  </a:lnTo>
                  <a:lnTo>
                    <a:pt x="3048" y="2796"/>
                  </a:lnTo>
                  <a:lnTo>
                    <a:pt x="3036" y="2762"/>
                  </a:lnTo>
                  <a:lnTo>
                    <a:pt x="3026" y="2725"/>
                  </a:lnTo>
                  <a:lnTo>
                    <a:pt x="3018" y="2686"/>
                  </a:lnTo>
                  <a:lnTo>
                    <a:pt x="3012" y="2647"/>
                  </a:lnTo>
                  <a:lnTo>
                    <a:pt x="3008" y="2604"/>
                  </a:lnTo>
                  <a:lnTo>
                    <a:pt x="3007" y="2562"/>
                  </a:lnTo>
                  <a:lnTo>
                    <a:pt x="3008" y="2520"/>
                  </a:lnTo>
                  <a:lnTo>
                    <a:pt x="3012" y="2478"/>
                  </a:lnTo>
                  <a:lnTo>
                    <a:pt x="3018" y="2438"/>
                  </a:lnTo>
                  <a:lnTo>
                    <a:pt x="3026" y="2400"/>
                  </a:lnTo>
                  <a:lnTo>
                    <a:pt x="3036" y="2363"/>
                  </a:lnTo>
                  <a:lnTo>
                    <a:pt x="3048" y="2329"/>
                  </a:lnTo>
                  <a:lnTo>
                    <a:pt x="3062" y="2296"/>
                  </a:lnTo>
                  <a:lnTo>
                    <a:pt x="3077" y="2267"/>
                  </a:lnTo>
                  <a:lnTo>
                    <a:pt x="3095" y="2240"/>
                  </a:lnTo>
                  <a:lnTo>
                    <a:pt x="3113" y="2215"/>
                  </a:lnTo>
                  <a:lnTo>
                    <a:pt x="3133" y="2194"/>
                  </a:lnTo>
                  <a:lnTo>
                    <a:pt x="3154" y="2176"/>
                  </a:lnTo>
                  <a:lnTo>
                    <a:pt x="3176" y="2162"/>
                  </a:lnTo>
                  <a:lnTo>
                    <a:pt x="3198" y="2152"/>
                  </a:lnTo>
                  <a:lnTo>
                    <a:pt x="3222" y="2146"/>
                  </a:lnTo>
                  <a:lnTo>
                    <a:pt x="3246" y="214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1714" name="Freeform 48"/>
            <p:cNvSpPr>
              <a:spLocks/>
            </p:cNvSpPr>
            <p:nvPr/>
          </p:nvSpPr>
          <p:spPr bwMode="auto">
            <a:xfrm>
              <a:off x="1267" y="1588"/>
              <a:ext cx="87" cy="52"/>
            </a:xfrm>
            <a:custGeom>
              <a:avLst/>
              <a:gdLst>
                <a:gd name="T0" fmla="*/ 3 w 437"/>
                <a:gd name="T1" fmla="*/ 2 h 260"/>
                <a:gd name="T2" fmla="*/ 3 w 437"/>
                <a:gd name="T3" fmla="*/ 2 h 260"/>
                <a:gd name="T4" fmla="*/ 3 w 437"/>
                <a:gd name="T5" fmla="*/ 2 h 260"/>
                <a:gd name="T6" fmla="*/ 3 w 437"/>
                <a:gd name="T7" fmla="*/ 2 h 260"/>
                <a:gd name="T8" fmla="*/ 3 w 437"/>
                <a:gd name="T9" fmla="*/ 1 h 260"/>
                <a:gd name="T10" fmla="*/ 3 w 437"/>
                <a:gd name="T11" fmla="*/ 1 h 260"/>
                <a:gd name="T12" fmla="*/ 3 w 437"/>
                <a:gd name="T13" fmla="*/ 1 h 260"/>
                <a:gd name="T14" fmla="*/ 3 w 437"/>
                <a:gd name="T15" fmla="*/ 1 h 260"/>
                <a:gd name="T16" fmla="*/ 3 w 437"/>
                <a:gd name="T17" fmla="*/ 1 h 260"/>
                <a:gd name="T18" fmla="*/ 2 w 437"/>
                <a:gd name="T19" fmla="*/ 1 h 260"/>
                <a:gd name="T20" fmla="*/ 2 w 437"/>
                <a:gd name="T21" fmla="*/ 0 h 260"/>
                <a:gd name="T22" fmla="*/ 2 w 437"/>
                <a:gd name="T23" fmla="*/ 0 h 260"/>
                <a:gd name="T24" fmla="*/ 2 w 437"/>
                <a:gd name="T25" fmla="*/ 0 h 260"/>
                <a:gd name="T26" fmla="*/ 1 w 437"/>
                <a:gd name="T27" fmla="*/ 0 h 260"/>
                <a:gd name="T28" fmla="*/ 1 w 437"/>
                <a:gd name="T29" fmla="*/ 0 h 260"/>
                <a:gd name="T30" fmla="*/ 1 w 437"/>
                <a:gd name="T31" fmla="*/ 0 h 260"/>
                <a:gd name="T32" fmla="*/ 0 w 437"/>
                <a:gd name="T33" fmla="*/ 0 h 260"/>
                <a:gd name="T34" fmla="*/ 0 w 437"/>
                <a:gd name="T35" fmla="*/ 0 h 260"/>
                <a:gd name="T36" fmla="*/ 0 w 437"/>
                <a:gd name="T37" fmla="*/ 0 h 260"/>
                <a:gd name="T38" fmla="*/ 0 w 437"/>
                <a:gd name="T39" fmla="*/ 0 h 260"/>
                <a:gd name="T40" fmla="*/ 1 w 437"/>
                <a:gd name="T41" fmla="*/ 0 h 260"/>
                <a:gd name="T42" fmla="*/ 1 w 437"/>
                <a:gd name="T43" fmla="*/ 0 h 260"/>
                <a:gd name="T44" fmla="*/ 1 w 437"/>
                <a:gd name="T45" fmla="*/ 0 h 260"/>
                <a:gd name="T46" fmla="*/ 2 w 437"/>
                <a:gd name="T47" fmla="*/ 0 h 260"/>
                <a:gd name="T48" fmla="*/ 2 w 437"/>
                <a:gd name="T49" fmla="*/ 0 h 260"/>
                <a:gd name="T50" fmla="*/ 2 w 437"/>
                <a:gd name="T51" fmla="*/ 1 h 260"/>
                <a:gd name="T52" fmla="*/ 2 w 437"/>
                <a:gd name="T53" fmla="*/ 1 h 260"/>
                <a:gd name="T54" fmla="*/ 3 w 437"/>
                <a:gd name="T55" fmla="*/ 1 h 260"/>
                <a:gd name="T56" fmla="*/ 3 w 437"/>
                <a:gd name="T57" fmla="*/ 1 h 260"/>
                <a:gd name="T58" fmla="*/ 3 w 437"/>
                <a:gd name="T59" fmla="*/ 1 h 260"/>
                <a:gd name="T60" fmla="*/ 3 w 437"/>
                <a:gd name="T61" fmla="*/ 1 h 260"/>
                <a:gd name="T62" fmla="*/ 3 w 437"/>
                <a:gd name="T63" fmla="*/ 1 h 260"/>
                <a:gd name="T64" fmla="*/ 3 w 437"/>
                <a:gd name="T65" fmla="*/ 2 h 260"/>
                <a:gd name="T66" fmla="*/ 3 w 437"/>
                <a:gd name="T67" fmla="*/ 2 h 260"/>
                <a:gd name="T68" fmla="*/ 3 w 437"/>
                <a:gd name="T69" fmla="*/ 2 h 260"/>
                <a:gd name="T70" fmla="*/ 3 w 437"/>
                <a:gd name="T71" fmla="*/ 2 h 260"/>
                <a:gd name="T72" fmla="*/ 3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437" y="260"/>
                  </a:moveTo>
                  <a:lnTo>
                    <a:pt x="437" y="260"/>
                  </a:lnTo>
                  <a:lnTo>
                    <a:pt x="434" y="233"/>
                  </a:lnTo>
                  <a:lnTo>
                    <a:pt x="427" y="206"/>
                  </a:lnTo>
                  <a:lnTo>
                    <a:pt x="417" y="181"/>
                  </a:lnTo>
                  <a:lnTo>
                    <a:pt x="401" y="157"/>
                  </a:lnTo>
                  <a:lnTo>
                    <a:pt x="383" y="133"/>
                  </a:lnTo>
                  <a:lnTo>
                    <a:pt x="360" y="113"/>
                  </a:lnTo>
                  <a:lnTo>
                    <a:pt x="336" y="93"/>
                  </a:lnTo>
                  <a:lnTo>
                    <a:pt x="308" y="73"/>
                  </a:lnTo>
                  <a:lnTo>
                    <a:pt x="276" y="58"/>
                  </a:lnTo>
                  <a:lnTo>
                    <a:pt x="242" y="43"/>
                  </a:lnTo>
                  <a:lnTo>
                    <a:pt x="207" y="30"/>
                  </a:lnTo>
                  <a:lnTo>
                    <a:pt x="168" y="19"/>
                  </a:lnTo>
                  <a:lnTo>
                    <a:pt x="128" y="11"/>
                  </a:lnTo>
                  <a:lnTo>
                    <a:pt x="87" y="4"/>
                  </a:lnTo>
                  <a:lnTo>
                    <a:pt x="43" y="1"/>
                  </a:lnTo>
                  <a:lnTo>
                    <a:pt x="0" y="0"/>
                  </a:lnTo>
                  <a:lnTo>
                    <a:pt x="0" y="11"/>
                  </a:lnTo>
                  <a:lnTo>
                    <a:pt x="43" y="12"/>
                  </a:lnTo>
                  <a:lnTo>
                    <a:pt x="85" y="16"/>
                  </a:lnTo>
                  <a:lnTo>
                    <a:pt x="126" y="23"/>
                  </a:lnTo>
                  <a:lnTo>
                    <a:pt x="166" y="31"/>
                  </a:lnTo>
                  <a:lnTo>
                    <a:pt x="202" y="42"/>
                  </a:lnTo>
                  <a:lnTo>
                    <a:pt x="237" y="55"/>
                  </a:lnTo>
                  <a:lnTo>
                    <a:pt x="271" y="70"/>
                  </a:lnTo>
                  <a:lnTo>
                    <a:pt x="301" y="85"/>
                  </a:lnTo>
                  <a:lnTo>
                    <a:pt x="329" y="103"/>
                  </a:lnTo>
                  <a:lnTo>
                    <a:pt x="353" y="123"/>
                  </a:lnTo>
                  <a:lnTo>
                    <a:pt x="373" y="143"/>
                  </a:lnTo>
                  <a:lnTo>
                    <a:pt x="392" y="164"/>
                  </a:lnTo>
                  <a:lnTo>
                    <a:pt x="405" y="186"/>
                  </a:lnTo>
                  <a:lnTo>
                    <a:pt x="415" y="211"/>
                  </a:lnTo>
                  <a:lnTo>
                    <a:pt x="422" y="235"/>
                  </a:lnTo>
                  <a:lnTo>
                    <a:pt x="425" y="260"/>
                  </a:lnTo>
                  <a:lnTo>
                    <a:pt x="437"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1715" name="Freeform 49"/>
            <p:cNvSpPr>
              <a:spLocks/>
            </p:cNvSpPr>
            <p:nvPr/>
          </p:nvSpPr>
          <p:spPr bwMode="auto">
            <a:xfrm>
              <a:off x="1267" y="1640"/>
              <a:ext cx="87" cy="52"/>
            </a:xfrm>
            <a:custGeom>
              <a:avLst/>
              <a:gdLst>
                <a:gd name="T0" fmla="*/ 0 w 437"/>
                <a:gd name="T1" fmla="*/ 2 h 260"/>
                <a:gd name="T2" fmla="*/ 0 w 437"/>
                <a:gd name="T3" fmla="*/ 2 h 260"/>
                <a:gd name="T4" fmla="*/ 0 w 437"/>
                <a:gd name="T5" fmla="*/ 2 h 260"/>
                <a:gd name="T6" fmla="*/ 1 w 437"/>
                <a:gd name="T7" fmla="*/ 2 h 260"/>
                <a:gd name="T8" fmla="*/ 1 w 437"/>
                <a:gd name="T9" fmla="*/ 2 h 260"/>
                <a:gd name="T10" fmla="*/ 1 w 437"/>
                <a:gd name="T11" fmla="*/ 2 h 260"/>
                <a:gd name="T12" fmla="*/ 2 w 437"/>
                <a:gd name="T13" fmla="*/ 2 h 260"/>
                <a:gd name="T14" fmla="*/ 2 w 437"/>
                <a:gd name="T15" fmla="*/ 2 h 260"/>
                <a:gd name="T16" fmla="*/ 2 w 437"/>
                <a:gd name="T17" fmla="*/ 2 h 260"/>
                <a:gd name="T18" fmla="*/ 2 w 437"/>
                <a:gd name="T19" fmla="*/ 1 h 260"/>
                <a:gd name="T20" fmla="*/ 3 w 437"/>
                <a:gd name="T21" fmla="*/ 1 h 260"/>
                <a:gd name="T22" fmla="*/ 3 w 437"/>
                <a:gd name="T23" fmla="*/ 1 h 260"/>
                <a:gd name="T24" fmla="*/ 3 w 437"/>
                <a:gd name="T25" fmla="*/ 1 h 260"/>
                <a:gd name="T26" fmla="*/ 3 w 437"/>
                <a:gd name="T27" fmla="*/ 1 h 260"/>
                <a:gd name="T28" fmla="*/ 3 w 437"/>
                <a:gd name="T29" fmla="*/ 1 h 260"/>
                <a:gd name="T30" fmla="*/ 3 w 437"/>
                <a:gd name="T31" fmla="*/ 0 h 260"/>
                <a:gd name="T32" fmla="*/ 3 w 437"/>
                <a:gd name="T33" fmla="*/ 0 h 260"/>
                <a:gd name="T34" fmla="*/ 3 w 437"/>
                <a:gd name="T35" fmla="*/ 0 h 260"/>
                <a:gd name="T36" fmla="*/ 3 w 437"/>
                <a:gd name="T37" fmla="*/ 0 h 260"/>
                <a:gd name="T38" fmla="*/ 3 w 437"/>
                <a:gd name="T39" fmla="*/ 0 h 260"/>
                <a:gd name="T40" fmla="*/ 3 w 437"/>
                <a:gd name="T41" fmla="*/ 0 h 260"/>
                <a:gd name="T42" fmla="*/ 3 w 437"/>
                <a:gd name="T43" fmla="*/ 1 h 260"/>
                <a:gd name="T44" fmla="*/ 3 w 437"/>
                <a:gd name="T45" fmla="*/ 1 h 260"/>
                <a:gd name="T46" fmla="*/ 3 w 437"/>
                <a:gd name="T47" fmla="*/ 1 h 260"/>
                <a:gd name="T48" fmla="*/ 3 w 437"/>
                <a:gd name="T49" fmla="*/ 1 h 260"/>
                <a:gd name="T50" fmla="*/ 3 w 437"/>
                <a:gd name="T51" fmla="*/ 1 h 260"/>
                <a:gd name="T52" fmla="*/ 2 w 437"/>
                <a:gd name="T53" fmla="*/ 1 h 260"/>
                <a:gd name="T54" fmla="*/ 2 w 437"/>
                <a:gd name="T55" fmla="*/ 2 h 260"/>
                <a:gd name="T56" fmla="*/ 2 w 437"/>
                <a:gd name="T57" fmla="*/ 2 h 260"/>
                <a:gd name="T58" fmla="*/ 2 w 437"/>
                <a:gd name="T59" fmla="*/ 2 h 260"/>
                <a:gd name="T60" fmla="*/ 1 w 437"/>
                <a:gd name="T61" fmla="*/ 2 h 260"/>
                <a:gd name="T62" fmla="*/ 1 w 437"/>
                <a:gd name="T63" fmla="*/ 2 h 260"/>
                <a:gd name="T64" fmla="*/ 1 w 437"/>
                <a:gd name="T65" fmla="*/ 2 h 260"/>
                <a:gd name="T66" fmla="*/ 0 w 437"/>
                <a:gd name="T67" fmla="*/ 2 h 260"/>
                <a:gd name="T68" fmla="*/ 0 w 437"/>
                <a:gd name="T69" fmla="*/ 2 h 260"/>
                <a:gd name="T70" fmla="*/ 0 w 437"/>
                <a:gd name="T71" fmla="*/ 2 h 260"/>
                <a:gd name="T72" fmla="*/ 0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0" y="260"/>
                  </a:moveTo>
                  <a:lnTo>
                    <a:pt x="0" y="260"/>
                  </a:lnTo>
                  <a:lnTo>
                    <a:pt x="43" y="259"/>
                  </a:lnTo>
                  <a:lnTo>
                    <a:pt x="87" y="255"/>
                  </a:lnTo>
                  <a:lnTo>
                    <a:pt x="128" y="248"/>
                  </a:lnTo>
                  <a:lnTo>
                    <a:pt x="168" y="240"/>
                  </a:lnTo>
                  <a:lnTo>
                    <a:pt x="207" y="230"/>
                  </a:lnTo>
                  <a:lnTo>
                    <a:pt x="242" y="217"/>
                  </a:lnTo>
                  <a:lnTo>
                    <a:pt x="276" y="202"/>
                  </a:lnTo>
                  <a:lnTo>
                    <a:pt x="308" y="185"/>
                  </a:lnTo>
                  <a:lnTo>
                    <a:pt x="336" y="166"/>
                  </a:lnTo>
                  <a:lnTo>
                    <a:pt x="360" y="146"/>
                  </a:lnTo>
                  <a:lnTo>
                    <a:pt x="383" y="125"/>
                  </a:lnTo>
                  <a:lnTo>
                    <a:pt x="401" y="102"/>
                  </a:lnTo>
                  <a:lnTo>
                    <a:pt x="417" y="77"/>
                  </a:lnTo>
                  <a:lnTo>
                    <a:pt x="427" y="53"/>
                  </a:lnTo>
                  <a:lnTo>
                    <a:pt x="434" y="27"/>
                  </a:lnTo>
                  <a:lnTo>
                    <a:pt x="437" y="0"/>
                  </a:lnTo>
                  <a:lnTo>
                    <a:pt x="425" y="0"/>
                  </a:lnTo>
                  <a:lnTo>
                    <a:pt x="422" y="24"/>
                  </a:lnTo>
                  <a:lnTo>
                    <a:pt x="415" y="48"/>
                  </a:lnTo>
                  <a:lnTo>
                    <a:pt x="405" y="73"/>
                  </a:lnTo>
                  <a:lnTo>
                    <a:pt x="392" y="95"/>
                  </a:lnTo>
                  <a:lnTo>
                    <a:pt x="373" y="116"/>
                  </a:lnTo>
                  <a:lnTo>
                    <a:pt x="353" y="137"/>
                  </a:lnTo>
                  <a:lnTo>
                    <a:pt x="329" y="157"/>
                  </a:lnTo>
                  <a:lnTo>
                    <a:pt x="301" y="173"/>
                  </a:lnTo>
                  <a:lnTo>
                    <a:pt x="271" y="190"/>
                  </a:lnTo>
                  <a:lnTo>
                    <a:pt x="237" y="205"/>
                  </a:lnTo>
                  <a:lnTo>
                    <a:pt x="202" y="218"/>
                  </a:lnTo>
                  <a:lnTo>
                    <a:pt x="166" y="228"/>
                  </a:lnTo>
                  <a:lnTo>
                    <a:pt x="126" y="237"/>
                  </a:lnTo>
                  <a:lnTo>
                    <a:pt x="85" y="244"/>
                  </a:lnTo>
                  <a:lnTo>
                    <a:pt x="43" y="247"/>
                  </a:lnTo>
                  <a:lnTo>
                    <a:pt x="0" y="248"/>
                  </a:lnTo>
                  <a:lnTo>
                    <a:pt x="0"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1716" name="Freeform 50"/>
            <p:cNvSpPr>
              <a:spLocks/>
            </p:cNvSpPr>
            <p:nvPr/>
          </p:nvSpPr>
          <p:spPr bwMode="auto">
            <a:xfrm>
              <a:off x="1179" y="1640"/>
              <a:ext cx="88" cy="52"/>
            </a:xfrm>
            <a:custGeom>
              <a:avLst/>
              <a:gdLst>
                <a:gd name="T0" fmla="*/ 0 w 439"/>
                <a:gd name="T1" fmla="*/ 0 h 260"/>
                <a:gd name="T2" fmla="*/ 0 w 439"/>
                <a:gd name="T3" fmla="*/ 0 h 260"/>
                <a:gd name="T4" fmla="*/ 0 w 439"/>
                <a:gd name="T5" fmla="*/ 0 h 260"/>
                <a:gd name="T6" fmla="*/ 0 w 439"/>
                <a:gd name="T7" fmla="*/ 0 h 260"/>
                <a:gd name="T8" fmla="*/ 0 w 439"/>
                <a:gd name="T9" fmla="*/ 1 h 260"/>
                <a:gd name="T10" fmla="*/ 0 w 439"/>
                <a:gd name="T11" fmla="*/ 1 h 260"/>
                <a:gd name="T12" fmla="*/ 0 w 439"/>
                <a:gd name="T13" fmla="*/ 1 h 260"/>
                <a:gd name="T14" fmla="*/ 1 w 439"/>
                <a:gd name="T15" fmla="*/ 1 h 260"/>
                <a:gd name="T16" fmla="*/ 1 w 439"/>
                <a:gd name="T17" fmla="*/ 1 h 260"/>
                <a:gd name="T18" fmla="*/ 1 w 439"/>
                <a:gd name="T19" fmla="*/ 1 h 260"/>
                <a:gd name="T20" fmla="*/ 1 w 439"/>
                <a:gd name="T21" fmla="*/ 2 h 260"/>
                <a:gd name="T22" fmla="*/ 2 w 439"/>
                <a:gd name="T23" fmla="*/ 2 h 260"/>
                <a:gd name="T24" fmla="*/ 2 w 439"/>
                <a:gd name="T25" fmla="*/ 2 h 260"/>
                <a:gd name="T26" fmla="*/ 2 w 439"/>
                <a:gd name="T27" fmla="*/ 2 h 260"/>
                <a:gd name="T28" fmla="*/ 2 w 439"/>
                <a:gd name="T29" fmla="*/ 2 h 260"/>
                <a:gd name="T30" fmla="*/ 3 w 439"/>
                <a:gd name="T31" fmla="*/ 2 h 260"/>
                <a:gd name="T32" fmla="*/ 3 w 439"/>
                <a:gd name="T33" fmla="*/ 2 h 260"/>
                <a:gd name="T34" fmla="*/ 4 w 439"/>
                <a:gd name="T35" fmla="*/ 2 h 260"/>
                <a:gd name="T36" fmla="*/ 4 w 439"/>
                <a:gd name="T37" fmla="*/ 2 h 260"/>
                <a:gd name="T38" fmla="*/ 3 w 439"/>
                <a:gd name="T39" fmla="*/ 2 h 260"/>
                <a:gd name="T40" fmla="*/ 3 w 439"/>
                <a:gd name="T41" fmla="*/ 2 h 260"/>
                <a:gd name="T42" fmla="*/ 3 w 439"/>
                <a:gd name="T43" fmla="*/ 2 h 260"/>
                <a:gd name="T44" fmla="*/ 2 w 439"/>
                <a:gd name="T45" fmla="*/ 2 h 260"/>
                <a:gd name="T46" fmla="*/ 2 w 439"/>
                <a:gd name="T47" fmla="*/ 2 h 260"/>
                <a:gd name="T48" fmla="*/ 2 w 439"/>
                <a:gd name="T49" fmla="*/ 2 h 260"/>
                <a:gd name="T50" fmla="*/ 1 w 439"/>
                <a:gd name="T51" fmla="*/ 2 h 260"/>
                <a:gd name="T52" fmla="*/ 1 w 439"/>
                <a:gd name="T53" fmla="*/ 1 h 260"/>
                <a:gd name="T54" fmla="*/ 1 w 439"/>
                <a:gd name="T55" fmla="*/ 1 h 260"/>
                <a:gd name="T56" fmla="*/ 1 w 439"/>
                <a:gd name="T57" fmla="*/ 1 h 260"/>
                <a:gd name="T58" fmla="*/ 1 w 439"/>
                <a:gd name="T59" fmla="*/ 1 h 260"/>
                <a:gd name="T60" fmla="*/ 0 w 439"/>
                <a:gd name="T61" fmla="*/ 1 h 260"/>
                <a:gd name="T62" fmla="*/ 0 w 439"/>
                <a:gd name="T63" fmla="*/ 1 h 260"/>
                <a:gd name="T64" fmla="*/ 0 w 439"/>
                <a:gd name="T65" fmla="*/ 0 h 260"/>
                <a:gd name="T66" fmla="*/ 0 w 439"/>
                <a:gd name="T67" fmla="*/ 0 h 260"/>
                <a:gd name="T68" fmla="*/ 0 w 439"/>
                <a:gd name="T69" fmla="*/ 0 h 260"/>
                <a:gd name="T70" fmla="*/ 0 w 439"/>
                <a:gd name="T71" fmla="*/ 0 h 260"/>
                <a:gd name="T72" fmla="*/ 0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0" y="0"/>
                  </a:moveTo>
                  <a:lnTo>
                    <a:pt x="0" y="0"/>
                  </a:lnTo>
                  <a:lnTo>
                    <a:pt x="3" y="27"/>
                  </a:lnTo>
                  <a:lnTo>
                    <a:pt x="10" y="53"/>
                  </a:lnTo>
                  <a:lnTo>
                    <a:pt x="20" y="77"/>
                  </a:lnTo>
                  <a:lnTo>
                    <a:pt x="35" y="102"/>
                  </a:lnTo>
                  <a:lnTo>
                    <a:pt x="54" y="125"/>
                  </a:lnTo>
                  <a:lnTo>
                    <a:pt x="76" y="146"/>
                  </a:lnTo>
                  <a:lnTo>
                    <a:pt x="102" y="166"/>
                  </a:lnTo>
                  <a:lnTo>
                    <a:pt x="130" y="185"/>
                  </a:lnTo>
                  <a:lnTo>
                    <a:pt x="162" y="202"/>
                  </a:lnTo>
                  <a:lnTo>
                    <a:pt x="195" y="217"/>
                  </a:lnTo>
                  <a:lnTo>
                    <a:pt x="231" y="230"/>
                  </a:lnTo>
                  <a:lnTo>
                    <a:pt x="270" y="240"/>
                  </a:lnTo>
                  <a:lnTo>
                    <a:pt x="310" y="248"/>
                  </a:lnTo>
                  <a:lnTo>
                    <a:pt x="351" y="255"/>
                  </a:lnTo>
                  <a:lnTo>
                    <a:pt x="395" y="259"/>
                  </a:lnTo>
                  <a:lnTo>
                    <a:pt x="439" y="260"/>
                  </a:lnTo>
                  <a:lnTo>
                    <a:pt x="439" y="248"/>
                  </a:lnTo>
                  <a:lnTo>
                    <a:pt x="395" y="247"/>
                  </a:lnTo>
                  <a:lnTo>
                    <a:pt x="353" y="244"/>
                  </a:lnTo>
                  <a:lnTo>
                    <a:pt x="312" y="237"/>
                  </a:lnTo>
                  <a:lnTo>
                    <a:pt x="272" y="228"/>
                  </a:lnTo>
                  <a:lnTo>
                    <a:pt x="236" y="218"/>
                  </a:lnTo>
                  <a:lnTo>
                    <a:pt x="200" y="205"/>
                  </a:lnTo>
                  <a:lnTo>
                    <a:pt x="167" y="190"/>
                  </a:lnTo>
                  <a:lnTo>
                    <a:pt x="137" y="173"/>
                  </a:lnTo>
                  <a:lnTo>
                    <a:pt x="109" y="157"/>
                  </a:lnTo>
                  <a:lnTo>
                    <a:pt x="84" y="137"/>
                  </a:lnTo>
                  <a:lnTo>
                    <a:pt x="64" y="116"/>
                  </a:lnTo>
                  <a:lnTo>
                    <a:pt x="45" y="95"/>
                  </a:lnTo>
                  <a:lnTo>
                    <a:pt x="32" y="73"/>
                  </a:lnTo>
                  <a:lnTo>
                    <a:pt x="21" y="48"/>
                  </a:lnTo>
                  <a:lnTo>
                    <a:pt x="14" y="24"/>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1717" name="Freeform 51"/>
            <p:cNvSpPr>
              <a:spLocks/>
            </p:cNvSpPr>
            <p:nvPr/>
          </p:nvSpPr>
          <p:spPr bwMode="auto">
            <a:xfrm>
              <a:off x="1179" y="1588"/>
              <a:ext cx="88" cy="52"/>
            </a:xfrm>
            <a:custGeom>
              <a:avLst/>
              <a:gdLst>
                <a:gd name="T0" fmla="*/ 4 w 439"/>
                <a:gd name="T1" fmla="*/ 0 h 260"/>
                <a:gd name="T2" fmla="*/ 4 w 439"/>
                <a:gd name="T3" fmla="*/ 0 h 260"/>
                <a:gd name="T4" fmla="*/ 3 w 439"/>
                <a:gd name="T5" fmla="*/ 0 h 260"/>
                <a:gd name="T6" fmla="*/ 3 w 439"/>
                <a:gd name="T7" fmla="*/ 0 h 260"/>
                <a:gd name="T8" fmla="*/ 2 w 439"/>
                <a:gd name="T9" fmla="*/ 0 h 260"/>
                <a:gd name="T10" fmla="*/ 2 w 439"/>
                <a:gd name="T11" fmla="*/ 0 h 260"/>
                <a:gd name="T12" fmla="*/ 2 w 439"/>
                <a:gd name="T13" fmla="*/ 0 h 260"/>
                <a:gd name="T14" fmla="*/ 2 w 439"/>
                <a:gd name="T15" fmla="*/ 0 h 260"/>
                <a:gd name="T16" fmla="*/ 1 w 439"/>
                <a:gd name="T17" fmla="*/ 0 h 260"/>
                <a:gd name="T18" fmla="*/ 1 w 439"/>
                <a:gd name="T19" fmla="*/ 1 h 260"/>
                <a:gd name="T20" fmla="*/ 1 w 439"/>
                <a:gd name="T21" fmla="*/ 1 h 260"/>
                <a:gd name="T22" fmla="*/ 1 w 439"/>
                <a:gd name="T23" fmla="*/ 1 h 260"/>
                <a:gd name="T24" fmla="*/ 0 w 439"/>
                <a:gd name="T25" fmla="*/ 1 h 260"/>
                <a:gd name="T26" fmla="*/ 0 w 439"/>
                <a:gd name="T27" fmla="*/ 1 h 260"/>
                <a:gd name="T28" fmla="*/ 0 w 439"/>
                <a:gd name="T29" fmla="*/ 1 h 260"/>
                <a:gd name="T30" fmla="*/ 0 w 439"/>
                <a:gd name="T31" fmla="*/ 2 h 260"/>
                <a:gd name="T32" fmla="*/ 0 w 439"/>
                <a:gd name="T33" fmla="*/ 2 h 260"/>
                <a:gd name="T34" fmla="*/ 0 w 439"/>
                <a:gd name="T35" fmla="*/ 2 h 260"/>
                <a:gd name="T36" fmla="*/ 0 w 439"/>
                <a:gd name="T37" fmla="*/ 2 h 260"/>
                <a:gd name="T38" fmla="*/ 0 w 439"/>
                <a:gd name="T39" fmla="*/ 2 h 260"/>
                <a:gd name="T40" fmla="*/ 0 w 439"/>
                <a:gd name="T41" fmla="*/ 2 h 260"/>
                <a:gd name="T42" fmla="*/ 0 w 439"/>
                <a:gd name="T43" fmla="*/ 1 h 260"/>
                <a:gd name="T44" fmla="*/ 0 w 439"/>
                <a:gd name="T45" fmla="*/ 1 h 260"/>
                <a:gd name="T46" fmla="*/ 1 w 439"/>
                <a:gd name="T47" fmla="*/ 1 h 260"/>
                <a:gd name="T48" fmla="*/ 1 w 439"/>
                <a:gd name="T49" fmla="*/ 1 h 260"/>
                <a:gd name="T50" fmla="*/ 1 w 439"/>
                <a:gd name="T51" fmla="*/ 1 h 260"/>
                <a:gd name="T52" fmla="*/ 1 w 439"/>
                <a:gd name="T53" fmla="*/ 1 h 260"/>
                <a:gd name="T54" fmla="*/ 1 w 439"/>
                <a:gd name="T55" fmla="*/ 1 h 260"/>
                <a:gd name="T56" fmla="*/ 2 w 439"/>
                <a:gd name="T57" fmla="*/ 0 h 260"/>
                <a:gd name="T58" fmla="*/ 2 w 439"/>
                <a:gd name="T59" fmla="*/ 0 h 260"/>
                <a:gd name="T60" fmla="*/ 2 w 439"/>
                <a:gd name="T61" fmla="*/ 0 h 260"/>
                <a:gd name="T62" fmla="*/ 3 w 439"/>
                <a:gd name="T63" fmla="*/ 0 h 260"/>
                <a:gd name="T64" fmla="*/ 3 w 439"/>
                <a:gd name="T65" fmla="*/ 0 h 260"/>
                <a:gd name="T66" fmla="*/ 3 w 439"/>
                <a:gd name="T67" fmla="*/ 0 h 260"/>
                <a:gd name="T68" fmla="*/ 4 w 439"/>
                <a:gd name="T69" fmla="*/ 0 h 260"/>
                <a:gd name="T70" fmla="*/ 4 w 439"/>
                <a:gd name="T71" fmla="*/ 0 h 260"/>
                <a:gd name="T72" fmla="*/ 4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439" y="0"/>
                  </a:moveTo>
                  <a:lnTo>
                    <a:pt x="439" y="0"/>
                  </a:lnTo>
                  <a:lnTo>
                    <a:pt x="395" y="1"/>
                  </a:lnTo>
                  <a:lnTo>
                    <a:pt x="351" y="4"/>
                  </a:lnTo>
                  <a:lnTo>
                    <a:pt x="310" y="11"/>
                  </a:lnTo>
                  <a:lnTo>
                    <a:pt x="270" y="19"/>
                  </a:lnTo>
                  <a:lnTo>
                    <a:pt x="231" y="30"/>
                  </a:lnTo>
                  <a:lnTo>
                    <a:pt x="195" y="43"/>
                  </a:lnTo>
                  <a:lnTo>
                    <a:pt x="162" y="58"/>
                  </a:lnTo>
                  <a:lnTo>
                    <a:pt x="130" y="73"/>
                  </a:lnTo>
                  <a:lnTo>
                    <a:pt x="102" y="93"/>
                  </a:lnTo>
                  <a:lnTo>
                    <a:pt x="76" y="113"/>
                  </a:lnTo>
                  <a:lnTo>
                    <a:pt x="54" y="133"/>
                  </a:lnTo>
                  <a:lnTo>
                    <a:pt x="35" y="157"/>
                  </a:lnTo>
                  <a:lnTo>
                    <a:pt x="20" y="181"/>
                  </a:lnTo>
                  <a:lnTo>
                    <a:pt x="10" y="206"/>
                  </a:lnTo>
                  <a:lnTo>
                    <a:pt x="3" y="233"/>
                  </a:lnTo>
                  <a:lnTo>
                    <a:pt x="0" y="260"/>
                  </a:lnTo>
                  <a:lnTo>
                    <a:pt x="12" y="260"/>
                  </a:lnTo>
                  <a:lnTo>
                    <a:pt x="14" y="235"/>
                  </a:lnTo>
                  <a:lnTo>
                    <a:pt x="21" y="211"/>
                  </a:lnTo>
                  <a:lnTo>
                    <a:pt x="32" y="186"/>
                  </a:lnTo>
                  <a:lnTo>
                    <a:pt x="45" y="164"/>
                  </a:lnTo>
                  <a:lnTo>
                    <a:pt x="64" y="143"/>
                  </a:lnTo>
                  <a:lnTo>
                    <a:pt x="84" y="123"/>
                  </a:lnTo>
                  <a:lnTo>
                    <a:pt x="109" y="103"/>
                  </a:lnTo>
                  <a:lnTo>
                    <a:pt x="137" y="85"/>
                  </a:lnTo>
                  <a:lnTo>
                    <a:pt x="167" y="70"/>
                  </a:lnTo>
                  <a:lnTo>
                    <a:pt x="200" y="55"/>
                  </a:lnTo>
                  <a:lnTo>
                    <a:pt x="236" y="42"/>
                  </a:lnTo>
                  <a:lnTo>
                    <a:pt x="272" y="31"/>
                  </a:lnTo>
                  <a:lnTo>
                    <a:pt x="312" y="23"/>
                  </a:lnTo>
                  <a:lnTo>
                    <a:pt x="353" y="16"/>
                  </a:lnTo>
                  <a:lnTo>
                    <a:pt x="395" y="12"/>
                  </a:lnTo>
                  <a:lnTo>
                    <a:pt x="439" y="11"/>
                  </a:lnTo>
                  <a:lnTo>
                    <a:pt x="439"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1718" name="Freeform 52"/>
            <p:cNvSpPr>
              <a:spLocks/>
            </p:cNvSpPr>
            <p:nvPr/>
          </p:nvSpPr>
          <p:spPr bwMode="auto">
            <a:xfrm>
              <a:off x="964" y="1745"/>
              <a:ext cx="48" cy="85"/>
            </a:xfrm>
            <a:custGeom>
              <a:avLst/>
              <a:gdLst>
                <a:gd name="T0" fmla="*/ 2 w 244"/>
                <a:gd name="T1" fmla="*/ 3 h 426"/>
                <a:gd name="T2" fmla="*/ 2 w 244"/>
                <a:gd name="T3" fmla="*/ 3 h 426"/>
                <a:gd name="T4" fmla="*/ 2 w 244"/>
                <a:gd name="T5" fmla="*/ 3 h 426"/>
                <a:gd name="T6" fmla="*/ 2 w 244"/>
                <a:gd name="T7" fmla="*/ 3 h 426"/>
                <a:gd name="T8" fmla="*/ 2 w 244"/>
                <a:gd name="T9" fmla="*/ 2 h 426"/>
                <a:gd name="T10" fmla="*/ 2 w 244"/>
                <a:gd name="T11" fmla="*/ 2 h 426"/>
                <a:gd name="T12" fmla="*/ 2 w 244"/>
                <a:gd name="T13" fmla="*/ 2 h 426"/>
                <a:gd name="T14" fmla="*/ 2 w 244"/>
                <a:gd name="T15" fmla="*/ 2 h 426"/>
                <a:gd name="T16" fmla="*/ 1 w 244"/>
                <a:gd name="T17" fmla="*/ 1 h 426"/>
                <a:gd name="T18" fmla="*/ 1 w 244"/>
                <a:gd name="T19" fmla="*/ 1 h 426"/>
                <a:gd name="T20" fmla="*/ 1 w 244"/>
                <a:gd name="T21" fmla="*/ 1 h 426"/>
                <a:gd name="T22" fmla="*/ 1 w 244"/>
                <a:gd name="T23" fmla="*/ 1 h 426"/>
                <a:gd name="T24" fmla="*/ 1 w 244"/>
                <a:gd name="T25" fmla="*/ 0 h 426"/>
                <a:gd name="T26" fmla="*/ 1 w 244"/>
                <a:gd name="T27" fmla="*/ 0 h 426"/>
                <a:gd name="T28" fmla="*/ 1 w 244"/>
                <a:gd name="T29" fmla="*/ 0 h 426"/>
                <a:gd name="T30" fmla="*/ 0 w 244"/>
                <a:gd name="T31" fmla="*/ 0 h 426"/>
                <a:gd name="T32" fmla="*/ 0 w 244"/>
                <a:gd name="T33" fmla="*/ 0 h 426"/>
                <a:gd name="T34" fmla="*/ 0 w 244"/>
                <a:gd name="T35" fmla="*/ 0 h 426"/>
                <a:gd name="T36" fmla="*/ 0 w 244"/>
                <a:gd name="T37" fmla="*/ 0 h 426"/>
                <a:gd name="T38" fmla="*/ 0 w 244"/>
                <a:gd name="T39" fmla="*/ 0 h 426"/>
                <a:gd name="T40" fmla="*/ 0 w 244"/>
                <a:gd name="T41" fmla="*/ 0 h 426"/>
                <a:gd name="T42" fmla="*/ 1 w 244"/>
                <a:gd name="T43" fmla="*/ 0 h 426"/>
                <a:gd name="T44" fmla="*/ 1 w 244"/>
                <a:gd name="T45" fmla="*/ 0 h 426"/>
                <a:gd name="T46" fmla="*/ 1 w 244"/>
                <a:gd name="T47" fmla="*/ 0 h 426"/>
                <a:gd name="T48" fmla="*/ 1 w 244"/>
                <a:gd name="T49" fmla="*/ 1 h 426"/>
                <a:gd name="T50" fmla="*/ 1 w 244"/>
                <a:gd name="T51" fmla="*/ 1 h 426"/>
                <a:gd name="T52" fmla="*/ 1 w 244"/>
                <a:gd name="T53" fmla="*/ 1 h 426"/>
                <a:gd name="T54" fmla="*/ 1 w 244"/>
                <a:gd name="T55" fmla="*/ 1 h 426"/>
                <a:gd name="T56" fmla="*/ 1 w 244"/>
                <a:gd name="T57" fmla="*/ 2 h 426"/>
                <a:gd name="T58" fmla="*/ 2 w 244"/>
                <a:gd name="T59" fmla="*/ 2 h 426"/>
                <a:gd name="T60" fmla="*/ 2 w 244"/>
                <a:gd name="T61" fmla="*/ 2 h 426"/>
                <a:gd name="T62" fmla="*/ 2 w 244"/>
                <a:gd name="T63" fmla="*/ 2 h 426"/>
                <a:gd name="T64" fmla="*/ 2 w 244"/>
                <a:gd name="T65" fmla="*/ 3 h 426"/>
                <a:gd name="T66" fmla="*/ 2 w 244"/>
                <a:gd name="T67" fmla="*/ 3 h 426"/>
                <a:gd name="T68" fmla="*/ 2 w 244"/>
                <a:gd name="T69" fmla="*/ 3 h 426"/>
                <a:gd name="T70" fmla="*/ 2 w 244"/>
                <a:gd name="T71" fmla="*/ 3 h 426"/>
                <a:gd name="T72" fmla="*/ 2 w 244"/>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6"/>
                <a:gd name="T113" fmla="*/ 244 w 244"/>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6">
                  <a:moveTo>
                    <a:pt x="244" y="426"/>
                  </a:moveTo>
                  <a:lnTo>
                    <a:pt x="244" y="426"/>
                  </a:lnTo>
                  <a:lnTo>
                    <a:pt x="243" y="383"/>
                  </a:lnTo>
                  <a:lnTo>
                    <a:pt x="240" y="340"/>
                  </a:lnTo>
                  <a:lnTo>
                    <a:pt x="234" y="300"/>
                  </a:lnTo>
                  <a:lnTo>
                    <a:pt x="226" y="262"/>
                  </a:lnTo>
                  <a:lnTo>
                    <a:pt x="215" y="224"/>
                  </a:lnTo>
                  <a:lnTo>
                    <a:pt x="203" y="189"/>
                  </a:lnTo>
                  <a:lnTo>
                    <a:pt x="189" y="157"/>
                  </a:lnTo>
                  <a:lnTo>
                    <a:pt x="174" y="126"/>
                  </a:lnTo>
                  <a:lnTo>
                    <a:pt x="155" y="99"/>
                  </a:lnTo>
                  <a:lnTo>
                    <a:pt x="138" y="74"/>
                  </a:lnTo>
                  <a:lnTo>
                    <a:pt x="118" y="52"/>
                  </a:lnTo>
                  <a:lnTo>
                    <a:pt x="96" y="34"/>
                  </a:lnTo>
                  <a:lnTo>
                    <a:pt x="73" y="19"/>
                  </a:lnTo>
                  <a:lnTo>
                    <a:pt x="50" y="8"/>
                  </a:lnTo>
                  <a:lnTo>
                    <a:pt x="25" y="2"/>
                  </a:lnTo>
                  <a:lnTo>
                    <a:pt x="0" y="0"/>
                  </a:lnTo>
                  <a:lnTo>
                    <a:pt x="0" y="12"/>
                  </a:lnTo>
                  <a:lnTo>
                    <a:pt x="23" y="14"/>
                  </a:lnTo>
                  <a:lnTo>
                    <a:pt x="45" y="20"/>
                  </a:lnTo>
                  <a:lnTo>
                    <a:pt x="66" y="31"/>
                  </a:lnTo>
                  <a:lnTo>
                    <a:pt x="89" y="43"/>
                  </a:lnTo>
                  <a:lnTo>
                    <a:pt x="109" y="61"/>
                  </a:lnTo>
                  <a:lnTo>
                    <a:pt x="129" y="81"/>
                  </a:lnTo>
                  <a:lnTo>
                    <a:pt x="146" y="106"/>
                  </a:lnTo>
                  <a:lnTo>
                    <a:pt x="162" y="133"/>
                  </a:lnTo>
                  <a:lnTo>
                    <a:pt x="178" y="162"/>
                  </a:lnTo>
                  <a:lnTo>
                    <a:pt x="192" y="194"/>
                  </a:lnTo>
                  <a:lnTo>
                    <a:pt x="203" y="229"/>
                  </a:lnTo>
                  <a:lnTo>
                    <a:pt x="214" y="264"/>
                  </a:lnTo>
                  <a:lnTo>
                    <a:pt x="222" y="303"/>
                  </a:lnTo>
                  <a:lnTo>
                    <a:pt x="228" y="342"/>
                  </a:lnTo>
                  <a:lnTo>
                    <a:pt x="232" y="383"/>
                  </a:lnTo>
                  <a:lnTo>
                    <a:pt x="233" y="426"/>
                  </a:lnTo>
                  <a:lnTo>
                    <a:pt x="244"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1719" name="Freeform 53"/>
            <p:cNvSpPr>
              <a:spLocks/>
            </p:cNvSpPr>
            <p:nvPr/>
          </p:nvSpPr>
          <p:spPr bwMode="auto">
            <a:xfrm>
              <a:off x="964" y="1830"/>
              <a:ext cx="48" cy="85"/>
            </a:xfrm>
            <a:custGeom>
              <a:avLst/>
              <a:gdLst>
                <a:gd name="T0" fmla="*/ 0 w 244"/>
                <a:gd name="T1" fmla="*/ 3 h 424"/>
                <a:gd name="T2" fmla="*/ 0 w 244"/>
                <a:gd name="T3" fmla="*/ 3 h 424"/>
                <a:gd name="T4" fmla="*/ 0 w 244"/>
                <a:gd name="T5" fmla="*/ 3 h 424"/>
                <a:gd name="T6" fmla="*/ 0 w 244"/>
                <a:gd name="T7" fmla="*/ 3 h 424"/>
                <a:gd name="T8" fmla="*/ 1 w 244"/>
                <a:gd name="T9" fmla="*/ 3 h 424"/>
                <a:gd name="T10" fmla="*/ 1 w 244"/>
                <a:gd name="T11" fmla="*/ 3 h 424"/>
                <a:gd name="T12" fmla="*/ 1 w 244"/>
                <a:gd name="T13" fmla="*/ 3 h 424"/>
                <a:gd name="T14" fmla="*/ 1 w 244"/>
                <a:gd name="T15" fmla="*/ 3 h 424"/>
                <a:gd name="T16" fmla="*/ 1 w 244"/>
                <a:gd name="T17" fmla="*/ 3 h 424"/>
                <a:gd name="T18" fmla="*/ 1 w 244"/>
                <a:gd name="T19" fmla="*/ 2 h 424"/>
                <a:gd name="T20" fmla="*/ 1 w 244"/>
                <a:gd name="T21" fmla="*/ 2 h 424"/>
                <a:gd name="T22" fmla="*/ 2 w 244"/>
                <a:gd name="T23" fmla="*/ 2 h 424"/>
                <a:gd name="T24" fmla="*/ 2 w 244"/>
                <a:gd name="T25" fmla="*/ 2 h 424"/>
                <a:gd name="T26" fmla="*/ 2 w 244"/>
                <a:gd name="T27" fmla="*/ 1 h 424"/>
                <a:gd name="T28" fmla="*/ 2 w 244"/>
                <a:gd name="T29" fmla="*/ 1 h 424"/>
                <a:gd name="T30" fmla="*/ 2 w 244"/>
                <a:gd name="T31" fmla="*/ 1 h 424"/>
                <a:gd name="T32" fmla="*/ 2 w 244"/>
                <a:gd name="T33" fmla="*/ 0 h 424"/>
                <a:gd name="T34" fmla="*/ 2 w 244"/>
                <a:gd name="T35" fmla="*/ 0 h 424"/>
                <a:gd name="T36" fmla="*/ 2 w 244"/>
                <a:gd name="T37" fmla="*/ 0 h 424"/>
                <a:gd name="T38" fmla="*/ 2 w 244"/>
                <a:gd name="T39" fmla="*/ 0 h 424"/>
                <a:gd name="T40" fmla="*/ 2 w 244"/>
                <a:gd name="T41" fmla="*/ 1 h 424"/>
                <a:gd name="T42" fmla="*/ 2 w 244"/>
                <a:gd name="T43" fmla="*/ 1 h 424"/>
                <a:gd name="T44" fmla="*/ 2 w 244"/>
                <a:gd name="T45" fmla="*/ 1 h 424"/>
                <a:gd name="T46" fmla="*/ 2 w 244"/>
                <a:gd name="T47" fmla="*/ 2 h 424"/>
                <a:gd name="T48" fmla="*/ 1 w 244"/>
                <a:gd name="T49" fmla="*/ 2 h 424"/>
                <a:gd name="T50" fmla="*/ 1 w 244"/>
                <a:gd name="T51" fmla="*/ 2 h 424"/>
                <a:gd name="T52" fmla="*/ 1 w 244"/>
                <a:gd name="T53" fmla="*/ 2 h 424"/>
                <a:gd name="T54" fmla="*/ 1 w 244"/>
                <a:gd name="T55" fmla="*/ 3 h 424"/>
                <a:gd name="T56" fmla="*/ 1 w 244"/>
                <a:gd name="T57" fmla="*/ 3 h 424"/>
                <a:gd name="T58" fmla="*/ 1 w 244"/>
                <a:gd name="T59" fmla="*/ 3 h 424"/>
                <a:gd name="T60" fmla="*/ 1 w 244"/>
                <a:gd name="T61" fmla="*/ 3 h 424"/>
                <a:gd name="T62" fmla="*/ 1 w 244"/>
                <a:gd name="T63" fmla="*/ 3 h 424"/>
                <a:gd name="T64" fmla="*/ 0 w 244"/>
                <a:gd name="T65" fmla="*/ 3 h 424"/>
                <a:gd name="T66" fmla="*/ 0 w 244"/>
                <a:gd name="T67" fmla="*/ 3 h 424"/>
                <a:gd name="T68" fmla="*/ 0 w 244"/>
                <a:gd name="T69" fmla="*/ 3 h 424"/>
                <a:gd name="T70" fmla="*/ 0 w 244"/>
                <a:gd name="T71" fmla="*/ 3 h 424"/>
                <a:gd name="T72" fmla="*/ 0 w 244"/>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4"/>
                <a:gd name="T113" fmla="*/ 244 w 244"/>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4">
                  <a:moveTo>
                    <a:pt x="0" y="424"/>
                  </a:moveTo>
                  <a:lnTo>
                    <a:pt x="0" y="424"/>
                  </a:lnTo>
                  <a:lnTo>
                    <a:pt x="25" y="422"/>
                  </a:lnTo>
                  <a:lnTo>
                    <a:pt x="50" y="416"/>
                  </a:lnTo>
                  <a:lnTo>
                    <a:pt x="73" y="405"/>
                  </a:lnTo>
                  <a:lnTo>
                    <a:pt x="96" y="390"/>
                  </a:lnTo>
                  <a:lnTo>
                    <a:pt x="118" y="373"/>
                  </a:lnTo>
                  <a:lnTo>
                    <a:pt x="138" y="350"/>
                  </a:lnTo>
                  <a:lnTo>
                    <a:pt x="155" y="326"/>
                  </a:lnTo>
                  <a:lnTo>
                    <a:pt x="173" y="299"/>
                  </a:lnTo>
                  <a:lnTo>
                    <a:pt x="189" y="268"/>
                  </a:lnTo>
                  <a:lnTo>
                    <a:pt x="203" y="235"/>
                  </a:lnTo>
                  <a:lnTo>
                    <a:pt x="215" y="201"/>
                  </a:lnTo>
                  <a:lnTo>
                    <a:pt x="226" y="163"/>
                  </a:lnTo>
                  <a:lnTo>
                    <a:pt x="234" y="125"/>
                  </a:lnTo>
                  <a:lnTo>
                    <a:pt x="240" y="85"/>
                  </a:lnTo>
                  <a:lnTo>
                    <a:pt x="243" y="42"/>
                  </a:lnTo>
                  <a:lnTo>
                    <a:pt x="244" y="0"/>
                  </a:lnTo>
                  <a:lnTo>
                    <a:pt x="233" y="0"/>
                  </a:lnTo>
                  <a:lnTo>
                    <a:pt x="232" y="42"/>
                  </a:lnTo>
                  <a:lnTo>
                    <a:pt x="228" y="83"/>
                  </a:lnTo>
                  <a:lnTo>
                    <a:pt x="222" y="123"/>
                  </a:lnTo>
                  <a:lnTo>
                    <a:pt x="214" y="160"/>
                  </a:lnTo>
                  <a:lnTo>
                    <a:pt x="203" y="197"/>
                  </a:lnTo>
                  <a:lnTo>
                    <a:pt x="192" y="231"/>
                  </a:lnTo>
                  <a:lnTo>
                    <a:pt x="178" y="263"/>
                  </a:lnTo>
                  <a:lnTo>
                    <a:pt x="164" y="292"/>
                  </a:lnTo>
                  <a:lnTo>
                    <a:pt x="146" y="319"/>
                  </a:lnTo>
                  <a:lnTo>
                    <a:pt x="129" y="343"/>
                  </a:lnTo>
                  <a:lnTo>
                    <a:pt x="109" y="363"/>
                  </a:lnTo>
                  <a:lnTo>
                    <a:pt x="89" y="381"/>
                  </a:lnTo>
                  <a:lnTo>
                    <a:pt x="66" y="394"/>
                  </a:lnTo>
                  <a:lnTo>
                    <a:pt x="45" y="404"/>
                  </a:lnTo>
                  <a:lnTo>
                    <a:pt x="23" y="410"/>
                  </a:lnTo>
                  <a:lnTo>
                    <a:pt x="0" y="412"/>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1720" name="Freeform 54"/>
            <p:cNvSpPr>
              <a:spLocks/>
            </p:cNvSpPr>
            <p:nvPr/>
          </p:nvSpPr>
          <p:spPr bwMode="auto">
            <a:xfrm>
              <a:off x="915" y="1830"/>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1" y="42"/>
                  </a:lnTo>
                  <a:lnTo>
                    <a:pt x="4" y="85"/>
                  </a:lnTo>
                  <a:lnTo>
                    <a:pt x="10" y="125"/>
                  </a:lnTo>
                  <a:lnTo>
                    <a:pt x="19" y="163"/>
                  </a:lnTo>
                  <a:lnTo>
                    <a:pt x="29" y="201"/>
                  </a:lnTo>
                  <a:lnTo>
                    <a:pt x="41" y="235"/>
                  </a:lnTo>
                  <a:lnTo>
                    <a:pt x="55" y="268"/>
                  </a:lnTo>
                  <a:lnTo>
                    <a:pt x="71" y="299"/>
                  </a:lnTo>
                  <a:lnTo>
                    <a:pt x="89" y="326"/>
                  </a:lnTo>
                  <a:lnTo>
                    <a:pt x="106" y="350"/>
                  </a:lnTo>
                  <a:lnTo>
                    <a:pt x="126" y="373"/>
                  </a:lnTo>
                  <a:lnTo>
                    <a:pt x="149" y="390"/>
                  </a:lnTo>
                  <a:lnTo>
                    <a:pt x="171" y="405"/>
                  </a:lnTo>
                  <a:lnTo>
                    <a:pt x="194" y="416"/>
                  </a:lnTo>
                  <a:lnTo>
                    <a:pt x="219" y="422"/>
                  </a:lnTo>
                  <a:lnTo>
                    <a:pt x="245" y="424"/>
                  </a:lnTo>
                  <a:lnTo>
                    <a:pt x="245" y="412"/>
                  </a:lnTo>
                  <a:lnTo>
                    <a:pt x="221" y="410"/>
                  </a:lnTo>
                  <a:lnTo>
                    <a:pt x="199" y="404"/>
                  </a:lnTo>
                  <a:lnTo>
                    <a:pt x="178" y="394"/>
                  </a:lnTo>
                  <a:lnTo>
                    <a:pt x="156" y="381"/>
                  </a:lnTo>
                  <a:lnTo>
                    <a:pt x="136" y="363"/>
                  </a:lnTo>
                  <a:lnTo>
                    <a:pt x="116" y="343"/>
                  </a:lnTo>
                  <a:lnTo>
                    <a:pt x="98" y="319"/>
                  </a:lnTo>
                  <a:lnTo>
                    <a:pt x="81" y="292"/>
                  </a:lnTo>
                  <a:lnTo>
                    <a:pt x="67" y="263"/>
                  </a:lnTo>
                  <a:lnTo>
                    <a:pt x="52" y="231"/>
                  </a:lnTo>
                  <a:lnTo>
                    <a:pt x="41" y="197"/>
                  </a:lnTo>
                  <a:lnTo>
                    <a:pt x="30" y="160"/>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1721" name="Freeform 55"/>
            <p:cNvSpPr>
              <a:spLocks/>
            </p:cNvSpPr>
            <p:nvPr/>
          </p:nvSpPr>
          <p:spPr bwMode="auto">
            <a:xfrm>
              <a:off x="915" y="1745"/>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0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19" y="2"/>
                  </a:lnTo>
                  <a:lnTo>
                    <a:pt x="194" y="8"/>
                  </a:lnTo>
                  <a:lnTo>
                    <a:pt x="171" y="19"/>
                  </a:lnTo>
                  <a:lnTo>
                    <a:pt x="149" y="34"/>
                  </a:lnTo>
                  <a:lnTo>
                    <a:pt x="126" y="52"/>
                  </a:lnTo>
                  <a:lnTo>
                    <a:pt x="106" y="74"/>
                  </a:lnTo>
                  <a:lnTo>
                    <a:pt x="89" y="99"/>
                  </a:lnTo>
                  <a:lnTo>
                    <a:pt x="70" y="126"/>
                  </a:lnTo>
                  <a:lnTo>
                    <a:pt x="55" y="157"/>
                  </a:lnTo>
                  <a:lnTo>
                    <a:pt x="41" y="189"/>
                  </a:lnTo>
                  <a:lnTo>
                    <a:pt x="29" y="224"/>
                  </a:lnTo>
                  <a:lnTo>
                    <a:pt x="19" y="262"/>
                  </a:lnTo>
                  <a:lnTo>
                    <a:pt x="10" y="300"/>
                  </a:lnTo>
                  <a:lnTo>
                    <a:pt x="4" y="340"/>
                  </a:lnTo>
                  <a:lnTo>
                    <a:pt x="1" y="383"/>
                  </a:lnTo>
                  <a:lnTo>
                    <a:pt x="0" y="426"/>
                  </a:lnTo>
                  <a:lnTo>
                    <a:pt x="11" y="426"/>
                  </a:lnTo>
                  <a:lnTo>
                    <a:pt x="13" y="383"/>
                  </a:lnTo>
                  <a:lnTo>
                    <a:pt x="16" y="342"/>
                  </a:lnTo>
                  <a:lnTo>
                    <a:pt x="22" y="303"/>
                  </a:lnTo>
                  <a:lnTo>
                    <a:pt x="30" y="264"/>
                  </a:lnTo>
                  <a:lnTo>
                    <a:pt x="41" y="229"/>
                  </a:lnTo>
                  <a:lnTo>
                    <a:pt x="52" y="194"/>
                  </a:lnTo>
                  <a:lnTo>
                    <a:pt x="67" y="162"/>
                  </a:lnTo>
                  <a:lnTo>
                    <a:pt x="82" y="133"/>
                  </a:lnTo>
                  <a:lnTo>
                    <a:pt x="98" y="106"/>
                  </a:lnTo>
                  <a:lnTo>
                    <a:pt x="116" y="81"/>
                  </a:lnTo>
                  <a:lnTo>
                    <a:pt x="136" y="61"/>
                  </a:lnTo>
                  <a:lnTo>
                    <a:pt x="156" y="43"/>
                  </a:lnTo>
                  <a:lnTo>
                    <a:pt x="178" y="31"/>
                  </a:lnTo>
                  <a:lnTo>
                    <a:pt x="199" y="20"/>
                  </a:lnTo>
                  <a:lnTo>
                    <a:pt x="221"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1722" name="Freeform 56"/>
            <p:cNvSpPr>
              <a:spLocks/>
            </p:cNvSpPr>
            <p:nvPr/>
          </p:nvSpPr>
          <p:spPr bwMode="auto">
            <a:xfrm>
              <a:off x="1140" y="2087"/>
              <a:ext cx="49" cy="85"/>
            </a:xfrm>
            <a:custGeom>
              <a:avLst/>
              <a:gdLst>
                <a:gd name="T0" fmla="*/ 2 w 246"/>
                <a:gd name="T1" fmla="*/ 3 h 424"/>
                <a:gd name="T2" fmla="*/ 2 w 246"/>
                <a:gd name="T3" fmla="*/ 3 h 424"/>
                <a:gd name="T4" fmla="*/ 2 w 246"/>
                <a:gd name="T5" fmla="*/ 3 h 424"/>
                <a:gd name="T6" fmla="*/ 2 w 246"/>
                <a:gd name="T7" fmla="*/ 3 h 424"/>
                <a:gd name="T8" fmla="*/ 2 w 246"/>
                <a:gd name="T9" fmla="*/ 2 h 424"/>
                <a:gd name="T10" fmla="*/ 2 w 246"/>
                <a:gd name="T11" fmla="*/ 2 h 424"/>
                <a:gd name="T12" fmla="*/ 2 w 246"/>
                <a:gd name="T13" fmla="*/ 2 h 424"/>
                <a:gd name="T14" fmla="*/ 2 w 246"/>
                <a:gd name="T15" fmla="*/ 2 h 424"/>
                <a:gd name="T16" fmla="*/ 2 w 246"/>
                <a:gd name="T17" fmla="*/ 1 h 424"/>
                <a:gd name="T18" fmla="*/ 1 w 246"/>
                <a:gd name="T19" fmla="*/ 1 h 424"/>
                <a:gd name="T20" fmla="*/ 1 w 246"/>
                <a:gd name="T21" fmla="*/ 1 h 424"/>
                <a:gd name="T22" fmla="*/ 1 w 246"/>
                <a:gd name="T23" fmla="*/ 1 h 424"/>
                <a:gd name="T24" fmla="*/ 1 w 246"/>
                <a:gd name="T25" fmla="*/ 0 h 424"/>
                <a:gd name="T26" fmla="*/ 1 w 246"/>
                <a:gd name="T27" fmla="*/ 0 h 424"/>
                <a:gd name="T28" fmla="*/ 1 w 246"/>
                <a:gd name="T29" fmla="*/ 0 h 424"/>
                <a:gd name="T30" fmla="*/ 0 w 246"/>
                <a:gd name="T31" fmla="*/ 0 h 424"/>
                <a:gd name="T32" fmla="*/ 0 w 246"/>
                <a:gd name="T33" fmla="*/ 0 h 424"/>
                <a:gd name="T34" fmla="*/ 0 w 246"/>
                <a:gd name="T35" fmla="*/ 0 h 424"/>
                <a:gd name="T36" fmla="*/ 0 w 246"/>
                <a:gd name="T37" fmla="*/ 0 h 424"/>
                <a:gd name="T38" fmla="*/ 0 w 246"/>
                <a:gd name="T39" fmla="*/ 0 h 424"/>
                <a:gd name="T40" fmla="*/ 0 w 246"/>
                <a:gd name="T41" fmla="*/ 0 h 424"/>
                <a:gd name="T42" fmla="*/ 1 w 246"/>
                <a:gd name="T43" fmla="*/ 0 h 424"/>
                <a:gd name="T44" fmla="*/ 1 w 246"/>
                <a:gd name="T45" fmla="*/ 0 h 424"/>
                <a:gd name="T46" fmla="*/ 1 w 246"/>
                <a:gd name="T47" fmla="*/ 0 h 424"/>
                <a:gd name="T48" fmla="*/ 1 w 246"/>
                <a:gd name="T49" fmla="*/ 1 h 424"/>
                <a:gd name="T50" fmla="*/ 1 w 246"/>
                <a:gd name="T51" fmla="*/ 1 h 424"/>
                <a:gd name="T52" fmla="*/ 1 w 246"/>
                <a:gd name="T53" fmla="*/ 1 h 424"/>
                <a:gd name="T54" fmla="*/ 1 w 246"/>
                <a:gd name="T55" fmla="*/ 1 h 424"/>
                <a:gd name="T56" fmla="*/ 2 w 246"/>
                <a:gd name="T57" fmla="*/ 2 h 424"/>
                <a:gd name="T58" fmla="*/ 2 w 246"/>
                <a:gd name="T59" fmla="*/ 2 h 424"/>
                <a:gd name="T60" fmla="*/ 2 w 246"/>
                <a:gd name="T61" fmla="*/ 2 h 424"/>
                <a:gd name="T62" fmla="*/ 2 w 246"/>
                <a:gd name="T63" fmla="*/ 2 h 424"/>
                <a:gd name="T64" fmla="*/ 2 w 246"/>
                <a:gd name="T65" fmla="*/ 3 h 424"/>
                <a:gd name="T66" fmla="*/ 2 w 246"/>
                <a:gd name="T67" fmla="*/ 3 h 424"/>
                <a:gd name="T68" fmla="*/ 2 w 246"/>
                <a:gd name="T69" fmla="*/ 3 h 424"/>
                <a:gd name="T70" fmla="*/ 2 w 246"/>
                <a:gd name="T71" fmla="*/ 3 h 424"/>
                <a:gd name="T72" fmla="*/ 2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424"/>
                  </a:moveTo>
                  <a:lnTo>
                    <a:pt x="246" y="424"/>
                  </a:lnTo>
                  <a:lnTo>
                    <a:pt x="244" y="382"/>
                  </a:lnTo>
                  <a:lnTo>
                    <a:pt x="241" y="338"/>
                  </a:lnTo>
                  <a:lnTo>
                    <a:pt x="235" y="298"/>
                  </a:lnTo>
                  <a:lnTo>
                    <a:pt x="227" y="261"/>
                  </a:lnTo>
                  <a:lnTo>
                    <a:pt x="216" y="222"/>
                  </a:lnTo>
                  <a:lnTo>
                    <a:pt x="205" y="188"/>
                  </a:lnTo>
                  <a:lnTo>
                    <a:pt x="190" y="155"/>
                  </a:lnTo>
                  <a:lnTo>
                    <a:pt x="174" y="125"/>
                  </a:lnTo>
                  <a:lnTo>
                    <a:pt x="157" y="98"/>
                  </a:lnTo>
                  <a:lnTo>
                    <a:pt x="138" y="73"/>
                  </a:lnTo>
                  <a:lnTo>
                    <a:pt x="118" y="51"/>
                  </a:lnTo>
                  <a:lnTo>
                    <a:pt x="96" y="34"/>
                  </a:lnTo>
                  <a:lnTo>
                    <a:pt x="74" y="18"/>
                  </a:lnTo>
                  <a:lnTo>
                    <a:pt x="50" y="8"/>
                  </a:lnTo>
                  <a:lnTo>
                    <a:pt x="25" y="2"/>
                  </a:lnTo>
                  <a:lnTo>
                    <a:pt x="0" y="0"/>
                  </a:lnTo>
                  <a:lnTo>
                    <a:pt x="0" y="11"/>
                  </a:lnTo>
                  <a:lnTo>
                    <a:pt x="23" y="14"/>
                  </a:lnTo>
                  <a:lnTo>
                    <a:pt x="45" y="19"/>
                  </a:lnTo>
                  <a:lnTo>
                    <a:pt x="67" y="30"/>
                  </a:lnTo>
                  <a:lnTo>
                    <a:pt x="89" y="43"/>
                  </a:lnTo>
                  <a:lnTo>
                    <a:pt x="108" y="60"/>
                  </a:lnTo>
                  <a:lnTo>
                    <a:pt x="128" y="80"/>
                  </a:lnTo>
                  <a:lnTo>
                    <a:pt x="147" y="105"/>
                  </a:lnTo>
                  <a:lnTo>
                    <a:pt x="165" y="132"/>
                  </a:lnTo>
                  <a:lnTo>
                    <a:pt x="179" y="160"/>
                  </a:lnTo>
                  <a:lnTo>
                    <a:pt x="193" y="193"/>
                  </a:lnTo>
                  <a:lnTo>
                    <a:pt x="205" y="227"/>
                  </a:lnTo>
                  <a:lnTo>
                    <a:pt x="215" y="263"/>
                  </a:lnTo>
                  <a:lnTo>
                    <a:pt x="223" y="301"/>
                  </a:lnTo>
                  <a:lnTo>
                    <a:pt x="229" y="341"/>
                  </a:lnTo>
                  <a:lnTo>
                    <a:pt x="233" y="382"/>
                  </a:lnTo>
                  <a:lnTo>
                    <a:pt x="234" y="424"/>
                  </a:lnTo>
                  <a:lnTo>
                    <a:pt x="246"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1723" name="Freeform 57"/>
            <p:cNvSpPr>
              <a:spLocks/>
            </p:cNvSpPr>
            <p:nvPr/>
          </p:nvSpPr>
          <p:spPr bwMode="auto">
            <a:xfrm>
              <a:off x="1140" y="2172"/>
              <a:ext cx="49" cy="85"/>
            </a:xfrm>
            <a:custGeom>
              <a:avLst/>
              <a:gdLst>
                <a:gd name="T0" fmla="*/ 0 w 246"/>
                <a:gd name="T1" fmla="*/ 3 h 426"/>
                <a:gd name="T2" fmla="*/ 0 w 246"/>
                <a:gd name="T3" fmla="*/ 3 h 426"/>
                <a:gd name="T4" fmla="*/ 0 w 246"/>
                <a:gd name="T5" fmla="*/ 3 h 426"/>
                <a:gd name="T6" fmla="*/ 0 w 246"/>
                <a:gd name="T7" fmla="*/ 3 h 426"/>
                <a:gd name="T8" fmla="*/ 1 w 246"/>
                <a:gd name="T9" fmla="*/ 3 h 426"/>
                <a:gd name="T10" fmla="*/ 1 w 246"/>
                <a:gd name="T11" fmla="*/ 3 h 426"/>
                <a:gd name="T12" fmla="*/ 1 w 246"/>
                <a:gd name="T13" fmla="*/ 3 h 426"/>
                <a:gd name="T14" fmla="*/ 1 w 246"/>
                <a:gd name="T15" fmla="*/ 3 h 426"/>
                <a:gd name="T16" fmla="*/ 1 w 246"/>
                <a:gd name="T17" fmla="*/ 3 h 426"/>
                <a:gd name="T18" fmla="*/ 1 w 246"/>
                <a:gd name="T19" fmla="*/ 2 h 426"/>
                <a:gd name="T20" fmla="*/ 2 w 246"/>
                <a:gd name="T21" fmla="*/ 2 h 426"/>
                <a:gd name="T22" fmla="*/ 2 w 246"/>
                <a:gd name="T23" fmla="*/ 2 h 426"/>
                <a:gd name="T24" fmla="*/ 2 w 246"/>
                <a:gd name="T25" fmla="*/ 2 h 426"/>
                <a:gd name="T26" fmla="*/ 2 w 246"/>
                <a:gd name="T27" fmla="*/ 1 h 426"/>
                <a:gd name="T28" fmla="*/ 2 w 246"/>
                <a:gd name="T29" fmla="*/ 1 h 426"/>
                <a:gd name="T30" fmla="*/ 2 w 246"/>
                <a:gd name="T31" fmla="*/ 1 h 426"/>
                <a:gd name="T32" fmla="*/ 2 w 246"/>
                <a:gd name="T33" fmla="*/ 0 h 426"/>
                <a:gd name="T34" fmla="*/ 2 w 246"/>
                <a:gd name="T35" fmla="*/ 0 h 426"/>
                <a:gd name="T36" fmla="*/ 2 w 246"/>
                <a:gd name="T37" fmla="*/ 0 h 426"/>
                <a:gd name="T38" fmla="*/ 2 w 246"/>
                <a:gd name="T39" fmla="*/ 0 h 426"/>
                <a:gd name="T40" fmla="*/ 2 w 246"/>
                <a:gd name="T41" fmla="*/ 1 h 426"/>
                <a:gd name="T42" fmla="*/ 2 w 246"/>
                <a:gd name="T43" fmla="*/ 1 h 426"/>
                <a:gd name="T44" fmla="*/ 2 w 246"/>
                <a:gd name="T45" fmla="*/ 1 h 426"/>
                <a:gd name="T46" fmla="*/ 2 w 246"/>
                <a:gd name="T47" fmla="*/ 2 h 426"/>
                <a:gd name="T48" fmla="*/ 2 w 246"/>
                <a:gd name="T49" fmla="*/ 2 h 426"/>
                <a:gd name="T50" fmla="*/ 1 w 246"/>
                <a:gd name="T51" fmla="*/ 2 h 426"/>
                <a:gd name="T52" fmla="*/ 1 w 246"/>
                <a:gd name="T53" fmla="*/ 2 h 426"/>
                <a:gd name="T54" fmla="*/ 1 w 246"/>
                <a:gd name="T55" fmla="*/ 3 h 426"/>
                <a:gd name="T56" fmla="*/ 1 w 246"/>
                <a:gd name="T57" fmla="*/ 3 h 426"/>
                <a:gd name="T58" fmla="*/ 1 w 246"/>
                <a:gd name="T59" fmla="*/ 3 h 426"/>
                <a:gd name="T60" fmla="*/ 1 w 246"/>
                <a:gd name="T61" fmla="*/ 3 h 426"/>
                <a:gd name="T62" fmla="*/ 1 w 246"/>
                <a:gd name="T63" fmla="*/ 3 h 426"/>
                <a:gd name="T64" fmla="*/ 0 w 246"/>
                <a:gd name="T65" fmla="*/ 3 h 426"/>
                <a:gd name="T66" fmla="*/ 0 w 246"/>
                <a:gd name="T67" fmla="*/ 3 h 426"/>
                <a:gd name="T68" fmla="*/ 0 w 246"/>
                <a:gd name="T69" fmla="*/ 3 h 426"/>
                <a:gd name="T70" fmla="*/ 0 w 246"/>
                <a:gd name="T71" fmla="*/ 3 h 426"/>
                <a:gd name="T72" fmla="*/ 0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426"/>
                  </a:moveTo>
                  <a:lnTo>
                    <a:pt x="0" y="426"/>
                  </a:lnTo>
                  <a:lnTo>
                    <a:pt x="25" y="423"/>
                  </a:lnTo>
                  <a:lnTo>
                    <a:pt x="50" y="417"/>
                  </a:lnTo>
                  <a:lnTo>
                    <a:pt x="74" y="407"/>
                  </a:lnTo>
                  <a:lnTo>
                    <a:pt x="96" y="392"/>
                  </a:lnTo>
                  <a:lnTo>
                    <a:pt x="118" y="373"/>
                  </a:lnTo>
                  <a:lnTo>
                    <a:pt x="138" y="350"/>
                  </a:lnTo>
                  <a:lnTo>
                    <a:pt x="157" y="327"/>
                  </a:lnTo>
                  <a:lnTo>
                    <a:pt x="175" y="299"/>
                  </a:lnTo>
                  <a:lnTo>
                    <a:pt x="190" y="268"/>
                  </a:lnTo>
                  <a:lnTo>
                    <a:pt x="205" y="236"/>
                  </a:lnTo>
                  <a:lnTo>
                    <a:pt x="216" y="202"/>
                  </a:lnTo>
                  <a:lnTo>
                    <a:pt x="227" y="164"/>
                  </a:lnTo>
                  <a:lnTo>
                    <a:pt x="235" y="125"/>
                  </a:lnTo>
                  <a:lnTo>
                    <a:pt x="241" y="86"/>
                  </a:lnTo>
                  <a:lnTo>
                    <a:pt x="244" y="42"/>
                  </a:lnTo>
                  <a:lnTo>
                    <a:pt x="246" y="0"/>
                  </a:lnTo>
                  <a:lnTo>
                    <a:pt x="234" y="0"/>
                  </a:lnTo>
                  <a:lnTo>
                    <a:pt x="233" y="42"/>
                  </a:lnTo>
                  <a:lnTo>
                    <a:pt x="229" y="83"/>
                  </a:lnTo>
                  <a:lnTo>
                    <a:pt x="223" y="123"/>
                  </a:lnTo>
                  <a:lnTo>
                    <a:pt x="215" y="162"/>
                  </a:lnTo>
                  <a:lnTo>
                    <a:pt x="205" y="197"/>
                  </a:lnTo>
                  <a:lnTo>
                    <a:pt x="193" y="231"/>
                  </a:lnTo>
                  <a:lnTo>
                    <a:pt x="179" y="264"/>
                  </a:lnTo>
                  <a:lnTo>
                    <a:pt x="164" y="292"/>
                  </a:lnTo>
                  <a:lnTo>
                    <a:pt x="147" y="320"/>
                  </a:lnTo>
                  <a:lnTo>
                    <a:pt x="128" y="343"/>
                  </a:lnTo>
                  <a:lnTo>
                    <a:pt x="108" y="363"/>
                  </a:lnTo>
                  <a:lnTo>
                    <a:pt x="89" y="382"/>
                  </a:lnTo>
                  <a:lnTo>
                    <a:pt x="67" y="395"/>
                  </a:lnTo>
                  <a:lnTo>
                    <a:pt x="45" y="406"/>
                  </a:lnTo>
                  <a:lnTo>
                    <a:pt x="23" y="411"/>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1724" name="Freeform 58"/>
            <p:cNvSpPr>
              <a:spLocks/>
            </p:cNvSpPr>
            <p:nvPr/>
          </p:nvSpPr>
          <p:spPr bwMode="auto">
            <a:xfrm>
              <a:off x="1091" y="2172"/>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4" y="86"/>
                  </a:lnTo>
                  <a:lnTo>
                    <a:pt x="10" y="125"/>
                  </a:lnTo>
                  <a:lnTo>
                    <a:pt x="18" y="164"/>
                  </a:lnTo>
                  <a:lnTo>
                    <a:pt x="29" y="202"/>
                  </a:lnTo>
                  <a:lnTo>
                    <a:pt x="41" y="236"/>
                  </a:lnTo>
                  <a:lnTo>
                    <a:pt x="55" y="268"/>
                  </a:lnTo>
                  <a:lnTo>
                    <a:pt x="70" y="299"/>
                  </a:lnTo>
                  <a:lnTo>
                    <a:pt x="89" y="327"/>
                  </a:lnTo>
                  <a:lnTo>
                    <a:pt x="106" y="350"/>
                  </a:lnTo>
                  <a:lnTo>
                    <a:pt x="126" y="373"/>
                  </a:lnTo>
                  <a:lnTo>
                    <a:pt x="148" y="392"/>
                  </a:lnTo>
                  <a:lnTo>
                    <a:pt x="171" y="407"/>
                  </a:lnTo>
                  <a:lnTo>
                    <a:pt x="194" y="417"/>
                  </a:lnTo>
                  <a:lnTo>
                    <a:pt x="219" y="423"/>
                  </a:lnTo>
                  <a:lnTo>
                    <a:pt x="245" y="426"/>
                  </a:lnTo>
                  <a:lnTo>
                    <a:pt x="245" y="414"/>
                  </a:lnTo>
                  <a:lnTo>
                    <a:pt x="221" y="411"/>
                  </a:lnTo>
                  <a:lnTo>
                    <a:pt x="199" y="406"/>
                  </a:lnTo>
                  <a:lnTo>
                    <a:pt x="178" y="395"/>
                  </a:lnTo>
                  <a:lnTo>
                    <a:pt x="155" y="382"/>
                  </a:lnTo>
                  <a:lnTo>
                    <a:pt x="136" y="363"/>
                  </a:lnTo>
                  <a:lnTo>
                    <a:pt x="116" y="343"/>
                  </a:lnTo>
                  <a:lnTo>
                    <a:pt x="98" y="320"/>
                  </a:lnTo>
                  <a:lnTo>
                    <a:pt x="82" y="292"/>
                  </a:lnTo>
                  <a:lnTo>
                    <a:pt x="66" y="264"/>
                  </a:lnTo>
                  <a:lnTo>
                    <a:pt x="52" y="231"/>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1725" name="Freeform 59"/>
            <p:cNvSpPr>
              <a:spLocks/>
            </p:cNvSpPr>
            <p:nvPr/>
          </p:nvSpPr>
          <p:spPr bwMode="auto">
            <a:xfrm>
              <a:off x="1091" y="2087"/>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4" y="8"/>
                  </a:lnTo>
                  <a:lnTo>
                    <a:pt x="171" y="18"/>
                  </a:lnTo>
                  <a:lnTo>
                    <a:pt x="148" y="34"/>
                  </a:lnTo>
                  <a:lnTo>
                    <a:pt x="126" y="51"/>
                  </a:lnTo>
                  <a:lnTo>
                    <a:pt x="106" y="73"/>
                  </a:lnTo>
                  <a:lnTo>
                    <a:pt x="89" y="98"/>
                  </a:lnTo>
                  <a:lnTo>
                    <a:pt x="71" y="125"/>
                  </a:lnTo>
                  <a:lnTo>
                    <a:pt x="55" y="155"/>
                  </a:lnTo>
                  <a:lnTo>
                    <a:pt x="41" y="188"/>
                  </a:lnTo>
                  <a:lnTo>
                    <a:pt x="29" y="222"/>
                  </a:lnTo>
                  <a:lnTo>
                    <a:pt x="18" y="261"/>
                  </a:lnTo>
                  <a:lnTo>
                    <a:pt x="10" y="298"/>
                  </a:lnTo>
                  <a:lnTo>
                    <a:pt x="4" y="338"/>
                  </a:lnTo>
                  <a:lnTo>
                    <a:pt x="1" y="382"/>
                  </a:lnTo>
                  <a:lnTo>
                    <a:pt x="0" y="424"/>
                  </a:lnTo>
                  <a:lnTo>
                    <a:pt x="11" y="424"/>
                  </a:lnTo>
                  <a:lnTo>
                    <a:pt x="13" y="382"/>
                  </a:lnTo>
                  <a:lnTo>
                    <a:pt x="16" y="341"/>
                  </a:lnTo>
                  <a:lnTo>
                    <a:pt x="22" y="301"/>
                  </a:lnTo>
                  <a:lnTo>
                    <a:pt x="30" y="263"/>
                  </a:lnTo>
                  <a:lnTo>
                    <a:pt x="41" y="227"/>
                  </a:lnTo>
                  <a:lnTo>
                    <a:pt x="52" y="193"/>
                  </a:lnTo>
                  <a:lnTo>
                    <a:pt x="66" y="160"/>
                  </a:lnTo>
                  <a:lnTo>
                    <a:pt x="80" y="132"/>
                  </a:lnTo>
                  <a:lnTo>
                    <a:pt x="98" y="105"/>
                  </a:lnTo>
                  <a:lnTo>
                    <a:pt x="116" y="80"/>
                  </a:lnTo>
                  <a:lnTo>
                    <a:pt x="136" y="60"/>
                  </a:lnTo>
                  <a:lnTo>
                    <a:pt x="155" y="43"/>
                  </a:lnTo>
                  <a:lnTo>
                    <a:pt x="178" y="30"/>
                  </a:lnTo>
                  <a:lnTo>
                    <a:pt x="199" y="19"/>
                  </a:lnTo>
                  <a:lnTo>
                    <a:pt x="221" y="14"/>
                  </a:lnTo>
                  <a:lnTo>
                    <a:pt x="245" y="11"/>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1726" name="Freeform 60"/>
            <p:cNvSpPr>
              <a:spLocks/>
            </p:cNvSpPr>
            <p:nvPr/>
          </p:nvSpPr>
          <p:spPr bwMode="auto">
            <a:xfrm>
              <a:off x="1392" y="2118"/>
              <a:ext cx="49" cy="85"/>
            </a:xfrm>
            <a:custGeom>
              <a:avLst/>
              <a:gdLst>
                <a:gd name="T0" fmla="*/ 2 w 246"/>
                <a:gd name="T1" fmla="*/ 3 h 426"/>
                <a:gd name="T2" fmla="*/ 2 w 246"/>
                <a:gd name="T3" fmla="*/ 3 h 426"/>
                <a:gd name="T4" fmla="*/ 2 w 246"/>
                <a:gd name="T5" fmla="*/ 3 h 426"/>
                <a:gd name="T6" fmla="*/ 2 w 246"/>
                <a:gd name="T7" fmla="*/ 3 h 426"/>
                <a:gd name="T8" fmla="*/ 2 w 246"/>
                <a:gd name="T9" fmla="*/ 2 h 426"/>
                <a:gd name="T10" fmla="*/ 2 w 246"/>
                <a:gd name="T11" fmla="*/ 2 h 426"/>
                <a:gd name="T12" fmla="*/ 2 w 246"/>
                <a:gd name="T13" fmla="*/ 2 h 426"/>
                <a:gd name="T14" fmla="*/ 2 w 246"/>
                <a:gd name="T15" fmla="*/ 2 h 426"/>
                <a:gd name="T16" fmla="*/ 2 w 246"/>
                <a:gd name="T17" fmla="*/ 1 h 426"/>
                <a:gd name="T18" fmla="*/ 1 w 246"/>
                <a:gd name="T19" fmla="*/ 1 h 426"/>
                <a:gd name="T20" fmla="*/ 1 w 246"/>
                <a:gd name="T21" fmla="*/ 1 h 426"/>
                <a:gd name="T22" fmla="*/ 1 w 246"/>
                <a:gd name="T23" fmla="*/ 1 h 426"/>
                <a:gd name="T24" fmla="*/ 1 w 246"/>
                <a:gd name="T25" fmla="*/ 0 h 426"/>
                <a:gd name="T26" fmla="*/ 1 w 246"/>
                <a:gd name="T27" fmla="*/ 0 h 426"/>
                <a:gd name="T28" fmla="*/ 1 w 246"/>
                <a:gd name="T29" fmla="*/ 0 h 426"/>
                <a:gd name="T30" fmla="*/ 0 w 246"/>
                <a:gd name="T31" fmla="*/ 0 h 426"/>
                <a:gd name="T32" fmla="*/ 0 w 246"/>
                <a:gd name="T33" fmla="*/ 0 h 426"/>
                <a:gd name="T34" fmla="*/ 0 w 246"/>
                <a:gd name="T35" fmla="*/ 0 h 426"/>
                <a:gd name="T36" fmla="*/ 0 w 246"/>
                <a:gd name="T37" fmla="*/ 0 h 426"/>
                <a:gd name="T38" fmla="*/ 0 w 246"/>
                <a:gd name="T39" fmla="*/ 0 h 426"/>
                <a:gd name="T40" fmla="*/ 0 w 246"/>
                <a:gd name="T41" fmla="*/ 0 h 426"/>
                <a:gd name="T42" fmla="*/ 1 w 246"/>
                <a:gd name="T43" fmla="*/ 0 h 426"/>
                <a:gd name="T44" fmla="*/ 1 w 246"/>
                <a:gd name="T45" fmla="*/ 0 h 426"/>
                <a:gd name="T46" fmla="*/ 1 w 246"/>
                <a:gd name="T47" fmla="*/ 1 h 426"/>
                <a:gd name="T48" fmla="*/ 1 w 246"/>
                <a:gd name="T49" fmla="*/ 1 h 426"/>
                <a:gd name="T50" fmla="*/ 1 w 246"/>
                <a:gd name="T51" fmla="*/ 1 h 426"/>
                <a:gd name="T52" fmla="*/ 1 w 246"/>
                <a:gd name="T53" fmla="*/ 1 h 426"/>
                <a:gd name="T54" fmla="*/ 1 w 246"/>
                <a:gd name="T55" fmla="*/ 1 h 426"/>
                <a:gd name="T56" fmla="*/ 2 w 246"/>
                <a:gd name="T57" fmla="*/ 2 h 426"/>
                <a:gd name="T58" fmla="*/ 2 w 246"/>
                <a:gd name="T59" fmla="*/ 2 h 426"/>
                <a:gd name="T60" fmla="*/ 2 w 246"/>
                <a:gd name="T61" fmla="*/ 2 h 426"/>
                <a:gd name="T62" fmla="*/ 2 w 246"/>
                <a:gd name="T63" fmla="*/ 2 h 426"/>
                <a:gd name="T64" fmla="*/ 2 w 246"/>
                <a:gd name="T65" fmla="*/ 3 h 426"/>
                <a:gd name="T66" fmla="*/ 2 w 246"/>
                <a:gd name="T67" fmla="*/ 3 h 426"/>
                <a:gd name="T68" fmla="*/ 2 w 246"/>
                <a:gd name="T69" fmla="*/ 3 h 426"/>
                <a:gd name="T70" fmla="*/ 2 w 246"/>
                <a:gd name="T71" fmla="*/ 3 h 426"/>
                <a:gd name="T72" fmla="*/ 2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246" y="426"/>
                  </a:moveTo>
                  <a:lnTo>
                    <a:pt x="246" y="426"/>
                  </a:lnTo>
                  <a:lnTo>
                    <a:pt x="245" y="384"/>
                  </a:lnTo>
                  <a:lnTo>
                    <a:pt x="242" y="340"/>
                  </a:lnTo>
                  <a:lnTo>
                    <a:pt x="236" y="301"/>
                  </a:lnTo>
                  <a:lnTo>
                    <a:pt x="228" y="262"/>
                  </a:lnTo>
                  <a:lnTo>
                    <a:pt x="217" y="224"/>
                  </a:lnTo>
                  <a:lnTo>
                    <a:pt x="205" y="190"/>
                  </a:lnTo>
                  <a:lnTo>
                    <a:pt x="191" y="158"/>
                  </a:lnTo>
                  <a:lnTo>
                    <a:pt x="176" y="126"/>
                  </a:lnTo>
                  <a:lnTo>
                    <a:pt x="157" y="99"/>
                  </a:lnTo>
                  <a:lnTo>
                    <a:pt x="139" y="75"/>
                  </a:lnTo>
                  <a:lnTo>
                    <a:pt x="119" y="53"/>
                  </a:lnTo>
                  <a:lnTo>
                    <a:pt x="96" y="34"/>
                  </a:lnTo>
                  <a:lnTo>
                    <a:pt x="75" y="19"/>
                  </a:lnTo>
                  <a:lnTo>
                    <a:pt x="51" y="9"/>
                  </a:lnTo>
                  <a:lnTo>
                    <a:pt x="26" y="3"/>
                  </a:lnTo>
                  <a:lnTo>
                    <a:pt x="0" y="0"/>
                  </a:lnTo>
                  <a:lnTo>
                    <a:pt x="0" y="12"/>
                  </a:lnTo>
                  <a:lnTo>
                    <a:pt x="24" y="15"/>
                  </a:lnTo>
                  <a:lnTo>
                    <a:pt x="46" y="20"/>
                  </a:lnTo>
                  <a:lnTo>
                    <a:pt x="68" y="31"/>
                  </a:lnTo>
                  <a:lnTo>
                    <a:pt x="89" y="44"/>
                  </a:lnTo>
                  <a:lnTo>
                    <a:pt x="109" y="63"/>
                  </a:lnTo>
                  <a:lnTo>
                    <a:pt x="129" y="83"/>
                  </a:lnTo>
                  <a:lnTo>
                    <a:pt x="148" y="106"/>
                  </a:lnTo>
                  <a:lnTo>
                    <a:pt x="164" y="133"/>
                  </a:lnTo>
                  <a:lnTo>
                    <a:pt x="180" y="162"/>
                  </a:lnTo>
                  <a:lnTo>
                    <a:pt x="194" y="195"/>
                  </a:lnTo>
                  <a:lnTo>
                    <a:pt x="205" y="229"/>
                  </a:lnTo>
                  <a:lnTo>
                    <a:pt x="216" y="264"/>
                  </a:lnTo>
                  <a:lnTo>
                    <a:pt x="224" y="303"/>
                  </a:lnTo>
                  <a:lnTo>
                    <a:pt x="230" y="343"/>
                  </a:lnTo>
                  <a:lnTo>
                    <a:pt x="233" y="384"/>
                  </a:lnTo>
                  <a:lnTo>
                    <a:pt x="235" y="426"/>
                  </a:lnTo>
                  <a:lnTo>
                    <a:pt x="246"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1727" name="Freeform 61"/>
            <p:cNvSpPr>
              <a:spLocks/>
            </p:cNvSpPr>
            <p:nvPr/>
          </p:nvSpPr>
          <p:spPr bwMode="auto">
            <a:xfrm>
              <a:off x="1392" y="2203"/>
              <a:ext cx="49" cy="85"/>
            </a:xfrm>
            <a:custGeom>
              <a:avLst/>
              <a:gdLst>
                <a:gd name="T0" fmla="*/ 0 w 246"/>
                <a:gd name="T1" fmla="*/ 3 h 424"/>
                <a:gd name="T2" fmla="*/ 0 w 246"/>
                <a:gd name="T3" fmla="*/ 3 h 424"/>
                <a:gd name="T4" fmla="*/ 0 w 246"/>
                <a:gd name="T5" fmla="*/ 3 h 424"/>
                <a:gd name="T6" fmla="*/ 0 w 246"/>
                <a:gd name="T7" fmla="*/ 3 h 424"/>
                <a:gd name="T8" fmla="*/ 1 w 246"/>
                <a:gd name="T9" fmla="*/ 3 h 424"/>
                <a:gd name="T10" fmla="*/ 1 w 246"/>
                <a:gd name="T11" fmla="*/ 3 h 424"/>
                <a:gd name="T12" fmla="*/ 1 w 246"/>
                <a:gd name="T13" fmla="*/ 3 h 424"/>
                <a:gd name="T14" fmla="*/ 1 w 246"/>
                <a:gd name="T15" fmla="*/ 3 h 424"/>
                <a:gd name="T16" fmla="*/ 1 w 246"/>
                <a:gd name="T17" fmla="*/ 3 h 424"/>
                <a:gd name="T18" fmla="*/ 1 w 246"/>
                <a:gd name="T19" fmla="*/ 2 h 424"/>
                <a:gd name="T20" fmla="*/ 2 w 246"/>
                <a:gd name="T21" fmla="*/ 2 h 424"/>
                <a:gd name="T22" fmla="*/ 2 w 246"/>
                <a:gd name="T23" fmla="*/ 2 h 424"/>
                <a:gd name="T24" fmla="*/ 2 w 246"/>
                <a:gd name="T25" fmla="*/ 2 h 424"/>
                <a:gd name="T26" fmla="*/ 2 w 246"/>
                <a:gd name="T27" fmla="*/ 1 h 424"/>
                <a:gd name="T28" fmla="*/ 2 w 246"/>
                <a:gd name="T29" fmla="*/ 1 h 424"/>
                <a:gd name="T30" fmla="*/ 2 w 246"/>
                <a:gd name="T31" fmla="*/ 1 h 424"/>
                <a:gd name="T32" fmla="*/ 2 w 246"/>
                <a:gd name="T33" fmla="*/ 0 h 424"/>
                <a:gd name="T34" fmla="*/ 2 w 246"/>
                <a:gd name="T35" fmla="*/ 0 h 424"/>
                <a:gd name="T36" fmla="*/ 2 w 246"/>
                <a:gd name="T37" fmla="*/ 0 h 424"/>
                <a:gd name="T38" fmla="*/ 2 w 246"/>
                <a:gd name="T39" fmla="*/ 0 h 424"/>
                <a:gd name="T40" fmla="*/ 2 w 246"/>
                <a:gd name="T41" fmla="*/ 1 h 424"/>
                <a:gd name="T42" fmla="*/ 2 w 246"/>
                <a:gd name="T43" fmla="*/ 1 h 424"/>
                <a:gd name="T44" fmla="*/ 2 w 246"/>
                <a:gd name="T45" fmla="*/ 1 h 424"/>
                <a:gd name="T46" fmla="*/ 2 w 246"/>
                <a:gd name="T47" fmla="*/ 2 h 424"/>
                <a:gd name="T48" fmla="*/ 2 w 246"/>
                <a:gd name="T49" fmla="*/ 2 h 424"/>
                <a:gd name="T50" fmla="*/ 1 w 246"/>
                <a:gd name="T51" fmla="*/ 2 h 424"/>
                <a:gd name="T52" fmla="*/ 1 w 246"/>
                <a:gd name="T53" fmla="*/ 2 h 424"/>
                <a:gd name="T54" fmla="*/ 1 w 246"/>
                <a:gd name="T55" fmla="*/ 3 h 424"/>
                <a:gd name="T56" fmla="*/ 1 w 246"/>
                <a:gd name="T57" fmla="*/ 3 h 424"/>
                <a:gd name="T58" fmla="*/ 1 w 246"/>
                <a:gd name="T59" fmla="*/ 3 h 424"/>
                <a:gd name="T60" fmla="*/ 1 w 246"/>
                <a:gd name="T61" fmla="*/ 3 h 424"/>
                <a:gd name="T62" fmla="*/ 1 w 246"/>
                <a:gd name="T63" fmla="*/ 3 h 424"/>
                <a:gd name="T64" fmla="*/ 0 w 246"/>
                <a:gd name="T65" fmla="*/ 3 h 424"/>
                <a:gd name="T66" fmla="*/ 0 w 246"/>
                <a:gd name="T67" fmla="*/ 3 h 424"/>
                <a:gd name="T68" fmla="*/ 0 w 246"/>
                <a:gd name="T69" fmla="*/ 3 h 424"/>
                <a:gd name="T70" fmla="*/ 0 w 246"/>
                <a:gd name="T71" fmla="*/ 3 h 424"/>
                <a:gd name="T72" fmla="*/ 0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0" y="424"/>
                  </a:moveTo>
                  <a:lnTo>
                    <a:pt x="0" y="424"/>
                  </a:lnTo>
                  <a:lnTo>
                    <a:pt x="26" y="422"/>
                  </a:lnTo>
                  <a:lnTo>
                    <a:pt x="51" y="416"/>
                  </a:lnTo>
                  <a:lnTo>
                    <a:pt x="75" y="406"/>
                  </a:lnTo>
                  <a:lnTo>
                    <a:pt x="96" y="390"/>
                  </a:lnTo>
                  <a:lnTo>
                    <a:pt x="119" y="373"/>
                  </a:lnTo>
                  <a:lnTo>
                    <a:pt x="139" y="351"/>
                  </a:lnTo>
                  <a:lnTo>
                    <a:pt x="157" y="326"/>
                  </a:lnTo>
                  <a:lnTo>
                    <a:pt x="175" y="299"/>
                  </a:lnTo>
                  <a:lnTo>
                    <a:pt x="191" y="269"/>
                  </a:lnTo>
                  <a:lnTo>
                    <a:pt x="205" y="236"/>
                  </a:lnTo>
                  <a:lnTo>
                    <a:pt x="217" y="202"/>
                  </a:lnTo>
                  <a:lnTo>
                    <a:pt x="228" y="163"/>
                  </a:lnTo>
                  <a:lnTo>
                    <a:pt x="236" y="125"/>
                  </a:lnTo>
                  <a:lnTo>
                    <a:pt x="242" y="86"/>
                  </a:lnTo>
                  <a:lnTo>
                    <a:pt x="245" y="42"/>
                  </a:lnTo>
                  <a:lnTo>
                    <a:pt x="246" y="0"/>
                  </a:lnTo>
                  <a:lnTo>
                    <a:pt x="235" y="0"/>
                  </a:lnTo>
                  <a:lnTo>
                    <a:pt x="233" y="42"/>
                  </a:lnTo>
                  <a:lnTo>
                    <a:pt x="230" y="83"/>
                  </a:lnTo>
                  <a:lnTo>
                    <a:pt x="224" y="123"/>
                  </a:lnTo>
                  <a:lnTo>
                    <a:pt x="216" y="161"/>
                  </a:lnTo>
                  <a:lnTo>
                    <a:pt x="205" y="197"/>
                  </a:lnTo>
                  <a:lnTo>
                    <a:pt x="194" y="231"/>
                  </a:lnTo>
                  <a:lnTo>
                    <a:pt x="180" y="264"/>
                  </a:lnTo>
                  <a:lnTo>
                    <a:pt x="166" y="292"/>
                  </a:lnTo>
                  <a:lnTo>
                    <a:pt x="148" y="319"/>
                  </a:lnTo>
                  <a:lnTo>
                    <a:pt x="129" y="344"/>
                  </a:lnTo>
                  <a:lnTo>
                    <a:pt x="109" y="364"/>
                  </a:lnTo>
                  <a:lnTo>
                    <a:pt x="89" y="381"/>
                  </a:lnTo>
                  <a:lnTo>
                    <a:pt x="68" y="394"/>
                  </a:lnTo>
                  <a:lnTo>
                    <a:pt x="46" y="405"/>
                  </a:lnTo>
                  <a:lnTo>
                    <a:pt x="24" y="410"/>
                  </a:lnTo>
                  <a:lnTo>
                    <a:pt x="0" y="413"/>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1728" name="Freeform 62"/>
            <p:cNvSpPr>
              <a:spLocks/>
            </p:cNvSpPr>
            <p:nvPr/>
          </p:nvSpPr>
          <p:spPr bwMode="auto">
            <a:xfrm>
              <a:off x="1343" y="2203"/>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2" y="42"/>
                  </a:lnTo>
                  <a:lnTo>
                    <a:pt x="5" y="86"/>
                  </a:lnTo>
                  <a:lnTo>
                    <a:pt x="11" y="125"/>
                  </a:lnTo>
                  <a:lnTo>
                    <a:pt x="19" y="163"/>
                  </a:lnTo>
                  <a:lnTo>
                    <a:pt x="30" y="202"/>
                  </a:lnTo>
                  <a:lnTo>
                    <a:pt x="41" y="236"/>
                  </a:lnTo>
                  <a:lnTo>
                    <a:pt x="56" y="269"/>
                  </a:lnTo>
                  <a:lnTo>
                    <a:pt x="72" y="299"/>
                  </a:lnTo>
                  <a:lnTo>
                    <a:pt x="90" y="326"/>
                  </a:lnTo>
                  <a:lnTo>
                    <a:pt x="108" y="351"/>
                  </a:lnTo>
                  <a:lnTo>
                    <a:pt x="127" y="373"/>
                  </a:lnTo>
                  <a:lnTo>
                    <a:pt x="149" y="390"/>
                  </a:lnTo>
                  <a:lnTo>
                    <a:pt x="172" y="406"/>
                  </a:lnTo>
                  <a:lnTo>
                    <a:pt x="195" y="416"/>
                  </a:lnTo>
                  <a:lnTo>
                    <a:pt x="220" y="422"/>
                  </a:lnTo>
                  <a:lnTo>
                    <a:pt x="245" y="424"/>
                  </a:lnTo>
                  <a:lnTo>
                    <a:pt x="245" y="413"/>
                  </a:lnTo>
                  <a:lnTo>
                    <a:pt x="222" y="410"/>
                  </a:lnTo>
                  <a:lnTo>
                    <a:pt x="200" y="405"/>
                  </a:lnTo>
                  <a:lnTo>
                    <a:pt x="179" y="394"/>
                  </a:lnTo>
                  <a:lnTo>
                    <a:pt x="156" y="381"/>
                  </a:lnTo>
                  <a:lnTo>
                    <a:pt x="136" y="364"/>
                  </a:lnTo>
                  <a:lnTo>
                    <a:pt x="118" y="344"/>
                  </a:lnTo>
                  <a:lnTo>
                    <a:pt x="99" y="319"/>
                  </a:lnTo>
                  <a:lnTo>
                    <a:pt x="81" y="292"/>
                  </a:lnTo>
                  <a:lnTo>
                    <a:pt x="67" y="264"/>
                  </a:lnTo>
                  <a:lnTo>
                    <a:pt x="53" y="231"/>
                  </a:lnTo>
                  <a:lnTo>
                    <a:pt x="41" y="197"/>
                  </a:lnTo>
                  <a:lnTo>
                    <a:pt x="31" y="161"/>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1729" name="Freeform 63"/>
            <p:cNvSpPr>
              <a:spLocks/>
            </p:cNvSpPr>
            <p:nvPr/>
          </p:nvSpPr>
          <p:spPr bwMode="auto">
            <a:xfrm>
              <a:off x="1343" y="2118"/>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1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20" y="3"/>
                  </a:lnTo>
                  <a:lnTo>
                    <a:pt x="195" y="9"/>
                  </a:lnTo>
                  <a:lnTo>
                    <a:pt x="172" y="19"/>
                  </a:lnTo>
                  <a:lnTo>
                    <a:pt x="149" y="34"/>
                  </a:lnTo>
                  <a:lnTo>
                    <a:pt x="127" y="53"/>
                  </a:lnTo>
                  <a:lnTo>
                    <a:pt x="108" y="75"/>
                  </a:lnTo>
                  <a:lnTo>
                    <a:pt x="90" y="99"/>
                  </a:lnTo>
                  <a:lnTo>
                    <a:pt x="71" y="126"/>
                  </a:lnTo>
                  <a:lnTo>
                    <a:pt x="56" y="158"/>
                  </a:lnTo>
                  <a:lnTo>
                    <a:pt x="41" y="190"/>
                  </a:lnTo>
                  <a:lnTo>
                    <a:pt x="30" y="224"/>
                  </a:lnTo>
                  <a:lnTo>
                    <a:pt x="19" y="262"/>
                  </a:lnTo>
                  <a:lnTo>
                    <a:pt x="11" y="301"/>
                  </a:lnTo>
                  <a:lnTo>
                    <a:pt x="5" y="340"/>
                  </a:lnTo>
                  <a:lnTo>
                    <a:pt x="2" y="384"/>
                  </a:lnTo>
                  <a:lnTo>
                    <a:pt x="0" y="426"/>
                  </a:lnTo>
                  <a:lnTo>
                    <a:pt x="12" y="426"/>
                  </a:lnTo>
                  <a:lnTo>
                    <a:pt x="13" y="384"/>
                  </a:lnTo>
                  <a:lnTo>
                    <a:pt x="17" y="343"/>
                  </a:lnTo>
                  <a:lnTo>
                    <a:pt x="23" y="303"/>
                  </a:lnTo>
                  <a:lnTo>
                    <a:pt x="31" y="264"/>
                  </a:lnTo>
                  <a:lnTo>
                    <a:pt x="41" y="229"/>
                  </a:lnTo>
                  <a:lnTo>
                    <a:pt x="53" y="195"/>
                  </a:lnTo>
                  <a:lnTo>
                    <a:pt x="67" y="162"/>
                  </a:lnTo>
                  <a:lnTo>
                    <a:pt x="82" y="133"/>
                  </a:lnTo>
                  <a:lnTo>
                    <a:pt x="99" y="106"/>
                  </a:lnTo>
                  <a:lnTo>
                    <a:pt x="118" y="83"/>
                  </a:lnTo>
                  <a:lnTo>
                    <a:pt x="136" y="63"/>
                  </a:lnTo>
                  <a:lnTo>
                    <a:pt x="156" y="44"/>
                  </a:lnTo>
                  <a:lnTo>
                    <a:pt x="179" y="31"/>
                  </a:lnTo>
                  <a:lnTo>
                    <a:pt x="200" y="20"/>
                  </a:lnTo>
                  <a:lnTo>
                    <a:pt x="222" y="15"/>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1730" name="Freeform 64"/>
            <p:cNvSpPr>
              <a:spLocks/>
            </p:cNvSpPr>
            <p:nvPr/>
          </p:nvSpPr>
          <p:spPr bwMode="auto">
            <a:xfrm>
              <a:off x="1384" y="1859"/>
              <a:ext cx="49" cy="84"/>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1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3" y="382"/>
                  </a:lnTo>
                  <a:lnTo>
                    <a:pt x="240" y="339"/>
                  </a:lnTo>
                  <a:lnTo>
                    <a:pt x="234" y="299"/>
                  </a:lnTo>
                  <a:lnTo>
                    <a:pt x="226" y="261"/>
                  </a:lnTo>
                  <a:lnTo>
                    <a:pt x="215" y="222"/>
                  </a:lnTo>
                  <a:lnTo>
                    <a:pt x="204" y="188"/>
                  </a:lnTo>
                  <a:lnTo>
                    <a:pt x="189" y="156"/>
                  </a:lnTo>
                  <a:lnTo>
                    <a:pt x="173" y="125"/>
                  </a:lnTo>
                  <a:lnTo>
                    <a:pt x="155" y="98"/>
                  </a:lnTo>
                  <a:lnTo>
                    <a:pt x="138" y="74"/>
                  </a:lnTo>
                  <a:lnTo>
                    <a:pt x="118" y="51"/>
                  </a:lnTo>
                  <a:lnTo>
                    <a:pt x="96" y="34"/>
                  </a:lnTo>
                  <a:lnTo>
                    <a:pt x="73" y="18"/>
                  </a:lnTo>
                  <a:lnTo>
                    <a:pt x="50" y="8"/>
                  </a:lnTo>
                  <a:lnTo>
                    <a:pt x="25" y="2"/>
                  </a:lnTo>
                  <a:lnTo>
                    <a:pt x="0" y="0"/>
                  </a:lnTo>
                  <a:lnTo>
                    <a:pt x="0" y="11"/>
                  </a:lnTo>
                  <a:lnTo>
                    <a:pt x="23" y="14"/>
                  </a:lnTo>
                  <a:lnTo>
                    <a:pt x="45" y="20"/>
                  </a:lnTo>
                  <a:lnTo>
                    <a:pt x="66" y="30"/>
                  </a:lnTo>
                  <a:lnTo>
                    <a:pt x="89" y="43"/>
                  </a:lnTo>
                  <a:lnTo>
                    <a:pt x="109" y="61"/>
                  </a:lnTo>
                  <a:lnTo>
                    <a:pt x="129" y="81"/>
                  </a:lnTo>
                  <a:lnTo>
                    <a:pt x="146" y="105"/>
                  </a:lnTo>
                  <a:lnTo>
                    <a:pt x="164" y="132"/>
                  </a:lnTo>
                  <a:lnTo>
                    <a:pt x="178" y="160"/>
                  </a:lnTo>
                  <a:lnTo>
                    <a:pt x="192" y="193"/>
                  </a:lnTo>
                  <a:lnTo>
                    <a:pt x="204" y="227"/>
                  </a:lnTo>
                  <a:lnTo>
                    <a:pt x="214" y="264"/>
                  </a:lnTo>
                  <a:lnTo>
                    <a:pt x="222" y="301"/>
                  </a:lnTo>
                  <a:lnTo>
                    <a:pt x="228"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1731" name="Freeform 65"/>
            <p:cNvSpPr>
              <a:spLocks/>
            </p:cNvSpPr>
            <p:nvPr/>
          </p:nvSpPr>
          <p:spPr bwMode="auto">
            <a:xfrm>
              <a:off x="1384" y="1943"/>
              <a:ext cx="49" cy="86"/>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5" y="423"/>
                  </a:lnTo>
                  <a:lnTo>
                    <a:pt x="50" y="418"/>
                  </a:lnTo>
                  <a:lnTo>
                    <a:pt x="73" y="407"/>
                  </a:lnTo>
                  <a:lnTo>
                    <a:pt x="96" y="392"/>
                  </a:lnTo>
                  <a:lnTo>
                    <a:pt x="118" y="374"/>
                  </a:lnTo>
                  <a:lnTo>
                    <a:pt x="138" y="352"/>
                  </a:lnTo>
                  <a:lnTo>
                    <a:pt x="155" y="327"/>
                  </a:lnTo>
                  <a:lnTo>
                    <a:pt x="174" y="300"/>
                  </a:lnTo>
                  <a:lnTo>
                    <a:pt x="189" y="269"/>
                  </a:lnTo>
                  <a:lnTo>
                    <a:pt x="204" y="237"/>
                  </a:lnTo>
                  <a:lnTo>
                    <a:pt x="215" y="202"/>
                  </a:lnTo>
                  <a:lnTo>
                    <a:pt x="226" y="164"/>
                  </a:lnTo>
                  <a:lnTo>
                    <a:pt x="234" y="126"/>
                  </a:lnTo>
                  <a:lnTo>
                    <a:pt x="240" y="86"/>
                  </a:lnTo>
                  <a:lnTo>
                    <a:pt x="243" y="42"/>
                  </a:lnTo>
                  <a:lnTo>
                    <a:pt x="245" y="0"/>
                  </a:lnTo>
                  <a:lnTo>
                    <a:pt x="233" y="0"/>
                  </a:lnTo>
                  <a:lnTo>
                    <a:pt x="232" y="42"/>
                  </a:lnTo>
                  <a:lnTo>
                    <a:pt x="228" y="83"/>
                  </a:lnTo>
                  <a:lnTo>
                    <a:pt x="222" y="123"/>
                  </a:lnTo>
                  <a:lnTo>
                    <a:pt x="214" y="162"/>
                  </a:lnTo>
                  <a:lnTo>
                    <a:pt x="204" y="197"/>
                  </a:lnTo>
                  <a:lnTo>
                    <a:pt x="192" y="232"/>
                  </a:lnTo>
                  <a:lnTo>
                    <a:pt x="178" y="264"/>
                  </a:lnTo>
                  <a:lnTo>
                    <a:pt x="163" y="293"/>
                  </a:lnTo>
                  <a:lnTo>
                    <a:pt x="146" y="320"/>
                  </a:lnTo>
                  <a:lnTo>
                    <a:pt x="129" y="345"/>
                  </a:lnTo>
                  <a:lnTo>
                    <a:pt x="109" y="365"/>
                  </a:lnTo>
                  <a:lnTo>
                    <a:pt x="89" y="382"/>
                  </a:lnTo>
                  <a:lnTo>
                    <a:pt x="66" y="395"/>
                  </a:lnTo>
                  <a:lnTo>
                    <a:pt x="45" y="406"/>
                  </a:lnTo>
                  <a:lnTo>
                    <a:pt x="23"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1732" name="Freeform 66"/>
            <p:cNvSpPr>
              <a:spLocks/>
            </p:cNvSpPr>
            <p:nvPr/>
          </p:nvSpPr>
          <p:spPr bwMode="auto">
            <a:xfrm>
              <a:off x="1335" y="1943"/>
              <a:ext cx="49" cy="86"/>
            </a:xfrm>
            <a:custGeom>
              <a:avLst/>
              <a:gdLst>
                <a:gd name="T0" fmla="*/ 0 w 246"/>
                <a:gd name="T1" fmla="*/ 0 h 426"/>
                <a:gd name="T2" fmla="*/ 0 w 246"/>
                <a:gd name="T3" fmla="*/ 0 h 426"/>
                <a:gd name="T4" fmla="*/ 0 w 246"/>
                <a:gd name="T5" fmla="*/ 0 h 426"/>
                <a:gd name="T6" fmla="*/ 0 w 246"/>
                <a:gd name="T7" fmla="*/ 1 h 426"/>
                <a:gd name="T8" fmla="*/ 0 w 246"/>
                <a:gd name="T9" fmla="*/ 1 h 426"/>
                <a:gd name="T10" fmla="*/ 0 w 246"/>
                <a:gd name="T11" fmla="*/ 1 h 426"/>
                <a:gd name="T12" fmla="*/ 0 w 246"/>
                <a:gd name="T13" fmla="*/ 2 h 426"/>
                <a:gd name="T14" fmla="*/ 0 w 246"/>
                <a:gd name="T15" fmla="*/ 2 h 426"/>
                <a:gd name="T16" fmla="*/ 0 w 246"/>
                <a:gd name="T17" fmla="*/ 2 h 426"/>
                <a:gd name="T18" fmla="*/ 1 w 246"/>
                <a:gd name="T19" fmla="*/ 2 h 426"/>
                <a:gd name="T20" fmla="*/ 1 w 246"/>
                <a:gd name="T21" fmla="*/ 3 h 426"/>
                <a:gd name="T22" fmla="*/ 1 w 246"/>
                <a:gd name="T23" fmla="*/ 3 h 426"/>
                <a:gd name="T24" fmla="*/ 1 w 246"/>
                <a:gd name="T25" fmla="*/ 3 h 426"/>
                <a:gd name="T26" fmla="*/ 1 w 246"/>
                <a:gd name="T27" fmla="*/ 3 h 426"/>
                <a:gd name="T28" fmla="*/ 1 w 246"/>
                <a:gd name="T29" fmla="*/ 3 h 426"/>
                <a:gd name="T30" fmla="*/ 2 w 246"/>
                <a:gd name="T31" fmla="*/ 3 h 426"/>
                <a:gd name="T32" fmla="*/ 2 w 246"/>
                <a:gd name="T33" fmla="*/ 3 h 426"/>
                <a:gd name="T34" fmla="*/ 2 w 246"/>
                <a:gd name="T35" fmla="*/ 3 h 426"/>
                <a:gd name="T36" fmla="*/ 2 w 246"/>
                <a:gd name="T37" fmla="*/ 3 h 426"/>
                <a:gd name="T38" fmla="*/ 2 w 246"/>
                <a:gd name="T39" fmla="*/ 3 h 426"/>
                <a:gd name="T40" fmla="*/ 2 w 246"/>
                <a:gd name="T41" fmla="*/ 3 h 426"/>
                <a:gd name="T42" fmla="*/ 1 w 246"/>
                <a:gd name="T43" fmla="*/ 3 h 426"/>
                <a:gd name="T44" fmla="*/ 1 w 246"/>
                <a:gd name="T45" fmla="*/ 3 h 426"/>
                <a:gd name="T46" fmla="*/ 1 w 246"/>
                <a:gd name="T47" fmla="*/ 3 h 426"/>
                <a:gd name="T48" fmla="*/ 1 w 246"/>
                <a:gd name="T49" fmla="*/ 3 h 426"/>
                <a:gd name="T50" fmla="*/ 1 w 246"/>
                <a:gd name="T51" fmla="*/ 3 h 426"/>
                <a:gd name="T52" fmla="*/ 1 w 246"/>
                <a:gd name="T53" fmla="*/ 2 h 426"/>
                <a:gd name="T54" fmla="*/ 1 w 246"/>
                <a:gd name="T55" fmla="*/ 2 h 426"/>
                <a:gd name="T56" fmla="*/ 0 w 246"/>
                <a:gd name="T57" fmla="*/ 2 h 426"/>
                <a:gd name="T58" fmla="*/ 0 w 246"/>
                <a:gd name="T59" fmla="*/ 2 h 426"/>
                <a:gd name="T60" fmla="*/ 0 w 246"/>
                <a:gd name="T61" fmla="*/ 1 h 426"/>
                <a:gd name="T62" fmla="*/ 0 w 246"/>
                <a:gd name="T63" fmla="*/ 1 h 426"/>
                <a:gd name="T64" fmla="*/ 0 w 246"/>
                <a:gd name="T65" fmla="*/ 1 h 426"/>
                <a:gd name="T66" fmla="*/ 0 w 246"/>
                <a:gd name="T67" fmla="*/ 0 h 426"/>
                <a:gd name="T68" fmla="*/ 0 w 246"/>
                <a:gd name="T69" fmla="*/ 0 h 426"/>
                <a:gd name="T70" fmla="*/ 0 w 246"/>
                <a:gd name="T71" fmla="*/ 0 h 426"/>
                <a:gd name="T72" fmla="*/ 0 w 246"/>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0"/>
                  </a:moveTo>
                  <a:lnTo>
                    <a:pt x="0" y="0"/>
                  </a:lnTo>
                  <a:lnTo>
                    <a:pt x="1" y="42"/>
                  </a:lnTo>
                  <a:lnTo>
                    <a:pt x="4" y="86"/>
                  </a:lnTo>
                  <a:lnTo>
                    <a:pt x="10" y="126"/>
                  </a:lnTo>
                  <a:lnTo>
                    <a:pt x="18" y="164"/>
                  </a:lnTo>
                  <a:lnTo>
                    <a:pt x="29" y="202"/>
                  </a:lnTo>
                  <a:lnTo>
                    <a:pt x="41" y="237"/>
                  </a:lnTo>
                  <a:lnTo>
                    <a:pt x="55" y="269"/>
                  </a:lnTo>
                  <a:lnTo>
                    <a:pt x="71" y="300"/>
                  </a:lnTo>
                  <a:lnTo>
                    <a:pt x="89" y="327"/>
                  </a:lnTo>
                  <a:lnTo>
                    <a:pt x="107" y="352"/>
                  </a:lnTo>
                  <a:lnTo>
                    <a:pt x="127" y="374"/>
                  </a:lnTo>
                  <a:lnTo>
                    <a:pt x="150" y="392"/>
                  </a:lnTo>
                  <a:lnTo>
                    <a:pt x="171" y="407"/>
                  </a:lnTo>
                  <a:lnTo>
                    <a:pt x="195" y="418"/>
                  </a:lnTo>
                  <a:lnTo>
                    <a:pt x="220" y="423"/>
                  </a:lnTo>
                  <a:lnTo>
                    <a:pt x="246" y="426"/>
                  </a:lnTo>
                  <a:lnTo>
                    <a:pt x="246" y="414"/>
                  </a:lnTo>
                  <a:lnTo>
                    <a:pt x="222" y="412"/>
                  </a:lnTo>
                  <a:lnTo>
                    <a:pt x="200" y="406"/>
                  </a:lnTo>
                  <a:lnTo>
                    <a:pt x="178" y="395"/>
                  </a:lnTo>
                  <a:lnTo>
                    <a:pt x="157" y="382"/>
                  </a:lnTo>
                  <a:lnTo>
                    <a:pt x="137" y="365"/>
                  </a:lnTo>
                  <a:lnTo>
                    <a:pt x="117" y="345"/>
                  </a:lnTo>
                  <a:lnTo>
                    <a:pt x="98" y="320"/>
                  </a:lnTo>
                  <a:lnTo>
                    <a:pt x="83" y="293"/>
                  </a:lnTo>
                  <a:lnTo>
                    <a:pt x="66" y="264"/>
                  </a:lnTo>
                  <a:lnTo>
                    <a:pt x="52" y="232"/>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1733" name="Freeform 67"/>
            <p:cNvSpPr>
              <a:spLocks/>
            </p:cNvSpPr>
            <p:nvPr/>
          </p:nvSpPr>
          <p:spPr bwMode="auto">
            <a:xfrm>
              <a:off x="1335" y="1859"/>
              <a:ext cx="49" cy="84"/>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1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0" y="2"/>
                  </a:lnTo>
                  <a:lnTo>
                    <a:pt x="195" y="8"/>
                  </a:lnTo>
                  <a:lnTo>
                    <a:pt x="171" y="18"/>
                  </a:lnTo>
                  <a:lnTo>
                    <a:pt x="150" y="34"/>
                  </a:lnTo>
                  <a:lnTo>
                    <a:pt x="127" y="51"/>
                  </a:lnTo>
                  <a:lnTo>
                    <a:pt x="107" y="74"/>
                  </a:lnTo>
                  <a:lnTo>
                    <a:pt x="89" y="98"/>
                  </a:lnTo>
                  <a:lnTo>
                    <a:pt x="72" y="125"/>
                  </a:lnTo>
                  <a:lnTo>
                    <a:pt x="55" y="156"/>
                  </a:lnTo>
                  <a:lnTo>
                    <a:pt x="41" y="188"/>
                  </a:lnTo>
                  <a:lnTo>
                    <a:pt x="29" y="222"/>
                  </a:lnTo>
                  <a:lnTo>
                    <a:pt x="18" y="261"/>
                  </a:lnTo>
                  <a:lnTo>
                    <a:pt x="10" y="299"/>
                  </a:lnTo>
                  <a:lnTo>
                    <a:pt x="4" y="339"/>
                  </a:lnTo>
                  <a:lnTo>
                    <a:pt x="1" y="382"/>
                  </a:lnTo>
                  <a:lnTo>
                    <a:pt x="0" y="424"/>
                  </a:lnTo>
                  <a:lnTo>
                    <a:pt x="11" y="424"/>
                  </a:lnTo>
                  <a:lnTo>
                    <a:pt x="13" y="382"/>
                  </a:lnTo>
                  <a:lnTo>
                    <a:pt x="16" y="341"/>
                  </a:lnTo>
                  <a:lnTo>
                    <a:pt x="22" y="301"/>
                  </a:lnTo>
                  <a:lnTo>
                    <a:pt x="30" y="264"/>
                  </a:lnTo>
                  <a:lnTo>
                    <a:pt x="41" y="227"/>
                  </a:lnTo>
                  <a:lnTo>
                    <a:pt x="52" y="193"/>
                  </a:lnTo>
                  <a:lnTo>
                    <a:pt x="66" y="160"/>
                  </a:lnTo>
                  <a:lnTo>
                    <a:pt x="82" y="132"/>
                  </a:lnTo>
                  <a:lnTo>
                    <a:pt x="98" y="105"/>
                  </a:lnTo>
                  <a:lnTo>
                    <a:pt x="117" y="81"/>
                  </a:lnTo>
                  <a:lnTo>
                    <a:pt x="137" y="61"/>
                  </a:lnTo>
                  <a:lnTo>
                    <a:pt x="157" y="43"/>
                  </a:lnTo>
                  <a:lnTo>
                    <a:pt x="178" y="30"/>
                  </a:lnTo>
                  <a:lnTo>
                    <a:pt x="200" y="20"/>
                  </a:lnTo>
                  <a:lnTo>
                    <a:pt x="222" y="14"/>
                  </a:lnTo>
                  <a:lnTo>
                    <a:pt x="246" y="11"/>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1734" name="Freeform 68"/>
            <p:cNvSpPr>
              <a:spLocks/>
            </p:cNvSpPr>
            <p:nvPr/>
          </p:nvSpPr>
          <p:spPr bwMode="auto">
            <a:xfrm>
              <a:off x="1552" y="1751"/>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1" y="339"/>
                  </a:lnTo>
                  <a:lnTo>
                    <a:pt x="235" y="299"/>
                  </a:lnTo>
                  <a:lnTo>
                    <a:pt x="226" y="261"/>
                  </a:lnTo>
                  <a:lnTo>
                    <a:pt x="216" y="223"/>
                  </a:lnTo>
                  <a:lnTo>
                    <a:pt x="204" y="189"/>
                  </a:lnTo>
                  <a:lnTo>
                    <a:pt x="190" y="156"/>
                  </a:lnTo>
                  <a:lnTo>
                    <a:pt x="174" y="125"/>
                  </a:lnTo>
                  <a:lnTo>
                    <a:pt x="156" y="98"/>
                  </a:lnTo>
                  <a:lnTo>
                    <a:pt x="137" y="74"/>
                  </a:lnTo>
                  <a:lnTo>
                    <a:pt x="119" y="52"/>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8" y="81"/>
                  </a:lnTo>
                  <a:lnTo>
                    <a:pt x="147" y="105"/>
                  </a:lnTo>
                  <a:lnTo>
                    <a:pt x="164" y="132"/>
                  </a:lnTo>
                  <a:lnTo>
                    <a:pt x="178" y="161"/>
                  </a:lnTo>
                  <a:lnTo>
                    <a:pt x="193" y="193"/>
                  </a:lnTo>
                  <a:lnTo>
                    <a:pt x="204" y="227"/>
                  </a:lnTo>
                  <a:lnTo>
                    <a:pt x="215" y="264"/>
                  </a:lnTo>
                  <a:lnTo>
                    <a:pt x="223" y="301"/>
                  </a:lnTo>
                  <a:lnTo>
                    <a:pt x="229" y="341"/>
                  </a:lnTo>
                  <a:lnTo>
                    <a:pt x="232" y="382"/>
                  </a:lnTo>
                  <a:lnTo>
                    <a:pt x="234"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1735" name="Freeform 69"/>
            <p:cNvSpPr>
              <a:spLocks/>
            </p:cNvSpPr>
            <p:nvPr/>
          </p:nvSpPr>
          <p:spPr bwMode="auto">
            <a:xfrm>
              <a:off x="1552" y="1836"/>
              <a:ext cx="49" cy="85"/>
            </a:xfrm>
            <a:custGeom>
              <a:avLst/>
              <a:gdLst>
                <a:gd name="T0" fmla="*/ 0 w 245"/>
                <a:gd name="T1" fmla="*/ 3 h 425"/>
                <a:gd name="T2" fmla="*/ 0 w 245"/>
                <a:gd name="T3" fmla="*/ 3 h 425"/>
                <a:gd name="T4" fmla="*/ 0 w 245"/>
                <a:gd name="T5" fmla="*/ 3 h 425"/>
                <a:gd name="T6" fmla="*/ 0 w 245"/>
                <a:gd name="T7" fmla="*/ 3 h 425"/>
                <a:gd name="T8" fmla="*/ 1 w 245"/>
                <a:gd name="T9" fmla="*/ 3 h 425"/>
                <a:gd name="T10" fmla="*/ 1 w 245"/>
                <a:gd name="T11" fmla="*/ 3 h 425"/>
                <a:gd name="T12" fmla="*/ 1 w 245"/>
                <a:gd name="T13" fmla="*/ 3 h 425"/>
                <a:gd name="T14" fmla="*/ 1 w 245"/>
                <a:gd name="T15" fmla="*/ 3 h 425"/>
                <a:gd name="T16" fmla="*/ 1 w 245"/>
                <a:gd name="T17" fmla="*/ 3 h 425"/>
                <a:gd name="T18" fmla="*/ 1 w 245"/>
                <a:gd name="T19" fmla="*/ 2 h 425"/>
                <a:gd name="T20" fmla="*/ 2 w 245"/>
                <a:gd name="T21" fmla="*/ 2 h 425"/>
                <a:gd name="T22" fmla="*/ 2 w 245"/>
                <a:gd name="T23" fmla="*/ 2 h 425"/>
                <a:gd name="T24" fmla="*/ 2 w 245"/>
                <a:gd name="T25" fmla="*/ 2 h 425"/>
                <a:gd name="T26" fmla="*/ 2 w 245"/>
                <a:gd name="T27" fmla="*/ 1 h 425"/>
                <a:gd name="T28" fmla="*/ 2 w 245"/>
                <a:gd name="T29" fmla="*/ 1 h 425"/>
                <a:gd name="T30" fmla="*/ 2 w 245"/>
                <a:gd name="T31" fmla="*/ 1 h 425"/>
                <a:gd name="T32" fmla="*/ 2 w 245"/>
                <a:gd name="T33" fmla="*/ 0 h 425"/>
                <a:gd name="T34" fmla="*/ 2 w 245"/>
                <a:gd name="T35" fmla="*/ 0 h 425"/>
                <a:gd name="T36" fmla="*/ 2 w 245"/>
                <a:gd name="T37" fmla="*/ 0 h 425"/>
                <a:gd name="T38" fmla="*/ 2 w 245"/>
                <a:gd name="T39" fmla="*/ 0 h 425"/>
                <a:gd name="T40" fmla="*/ 2 w 245"/>
                <a:gd name="T41" fmla="*/ 1 h 425"/>
                <a:gd name="T42" fmla="*/ 2 w 245"/>
                <a:gd name="T43" fmla="*/ 1 h 425"/>
                <a:gd name="T44" fmla="*/ 2 w 245"/>
                <a:gd name="T45" fmla="*/ 1 h 425"/>
                <a:gd name="T46" fmla="*/ 2 w 245"/>
                <a:gd name="T47" fmla="*/ 2 h 425"/>
                <a:gd name="T48" fmla="*/ 2 w 245"/>
                <a:gd name="T49" fmla="*/ 2 h 425"/>
                <a:gd name="T50" fmla="*/ 1 w 245"/>
                <a:gd name="T51" fmla="*/ 2 h 425"/>
                <a:gd name="T52" fmla="*/ 1 w 245"/>
                <a:gd name="T53" fmla="*/ 2 h 425"/>
                <a:gd name="T54" fmla="*/ 1 w 245"/>
                <a:gd name="T55" fmla="*/ 3 h 425"/>
                <a:gd name="T56" fmla="*/ 1 w 245"/>
                <a:gd name="T57" fmla="*/ 3 h 425"/>
                <a:gd name="T58" fmla="*/ 1 w 245"/>
                <a:gd name="T59" fmla="*/ 3 h 425"/>
                <a:gd name="T60" fmla="*/ 1 w 245"/>
                <a:gd name="T61" fmla="*/ 3 h 425"/>
                <a:gd name="T62" fmla="*/ 1 w 245"/>
                <a:gd name="T63" fmla="*/ 3 h 425"/>
                <a:gd name="T64" fmla="*/ 0 w 245"/>
                <a:gd name="T65" fmla="*/ 3 h 425"/>
                <a:gd name="T66" fmla="*/ 0 w 245"/>
                <a:gd name="T67" fmla="*/ 3 h 425"/>
                <a:gd name="T68" fmla="*/ 0 w 245"/>
                <a:gd name="T69" fmla="*/ 3 h 425"/>
                <a:gd name="T70" fmla="*/ 0 w 245"/>
                <a:gd name="T71" fmla="*/ 3 h 425"/>
                <a:gd name="T72" fmla="*/ 0 w 245"/>
                <a:gd name="T73" fmla="*/ 3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5"/>
                <a:gd name="T113" fmla="*/ 245 w 245"/>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5">
                  <a:moveTo>
                    <a:pt x="0" y="425"/>
                  </a:moveTo>
                  <a:lnTo>
                    <a:pt x="0" y="425"/>
                  </a:lnTo>
                  <a:lnTo>
                    <a:pt x="26" y="422"/>
                  </a:lnTo>
                  <a:lnTo>
                    <a:pt x="51" y="417"/>
                  </a:lnTo>
                  <a:lnTo>
                    <a:pt x="74" y="406"/>
                  </a:lnTo>
                  <a:lnTo>
                    <a:pt x="96" y="391"/>
                  </a:lnTo>
                  <a:lnTo>
                    <a:pt x="119" y="373"/>
                  </a:lnTo>
                  <a:lnTo>
                    <a:pt x="137" y="351"/>
                  </a:lnTo>
                  <a:lnTo>
                    <a:pt x="156" y="326"/>
                  </a:lnTo>
                  <a:lnTo>
                    <a:pt x="174" y="299"/>
                  </a:lnTo>
                  <a:lnTo>
                    <a:pt x="190" y="269"/>
                  </a:lnTo>
                  <a:lnTo>
                    <a:pt x="204" y="236"/>
                  </a:lnTo>
                  <a:lnTo>
                    <a:pt x="216" y="202"/>
                  </a:lnTo>
                  <a:lnTo>
                    <a:pt x="226" y="163"/>
                  </a:lnTo>
                  <a:lnTo>
                    <a:pt x="235" y="126"/>
                  </a:lnTo>
                  <a:lnTo>
                    <a:pt x="241" y="86"/>
                  </a:lnTo>
                  <a:lnTo>
                    <a:pt x="244" y="43"/>
                  </a:lnTo>
                  <a:lnTo>
                    <a:pt x="245" y="0"/>
                  </a:lnTo>
                  <a:lnTo>
                    <a:pt x="234" y="0"/>
                  </a:lnTo>
                  <a:lnTo>
                    <a:pt x="232" y="43"/>
                  </a:lnTo>
                  <a:lnTo>
                    <a:pt x="229" y="84"/>
                  </a:lnTo>
                  <a:lnTo>
                    <a:pt x="223" y="123"/>
                  </a:lnTo>
                  <a:lnTo>
                    <a:pt x="215" y="161"/>
                  </a:lnTo>
                  <a:lnTo>
                    <a:pt x="204" y="197"/>
                  </a:lnTo>
                  <a:lnTo>
                    <a:pt x="193" y="231"/>
                  </a:lnTo>
                  <a:lnTo>
                    <a:pt x="178" y="264"/>
                  </a:lnTo>
                  <a:lnTo>
                    <a:pt x="164" y="292"/>
                  </a:lnTo>
                  <a:lnTo>
                    <a:pt x="147" y="319"/>
                  </a:lnTo>
                  <a:lnTo>
                    <a:pt x="128" y="344"/>
                  </a:lnTo>
                  <a:lnTo>
                    <a:pt x="109" y="364"/>
                  </a:lnTo>
                  <a:lnTo>
                    <a:pt x="89" y="381"/>
                  </a:lnTo>
                  <a:lnTo>
                    <a:pt x="67" y="394"/>
                  </a:lnTo>
                  <a:lnTo>
                    <a:pt x="46" y="405"/>
                  </a:lnTo>
                  <a:lnTo>
                    <a:pt x="24" y="411"/>
                  </a:lnTo>
                  <a:lnTo>
                    <a:pt x="0" y="413"/>
                  </a:lnTo>
                  <a:lnTo>
                    <a:pt x="0" y="425"/>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1736" name="Freeform 70"/>
            <p:cNvSpPr>
              <a:spLocks/>
            </p:cNvSpPr>
            <p:nvPr/>
          </p:nvSpPr>
          <p:spPr bwMode="auto">
            <a:xfrm>
              <a:off x="1502" y="1836"/>
              <a:ext cx="50" cy="85"/>
            </a:xfrm>
            <a:custGeom>
              <a:avLst/>
              <a:gdLst>
                <a:gd name="T0" fmla="*/ 0 w 246"/>
                <a:gd name="T1" fmla="*/ 0 h 425"/>
                <a:gd name="T2" fmla="*/ 0 w 246"/>
                <a:gd name="T3" fmla="*/ 0 h 425"/>
                <a:gd name="T4" fmla="*/ 0 w 246"/>
                <a:gd name="T5" fmla="*/ 0 h 425"/>
                <a:gd name="T6" fmla="*/ 0 w 246"/>
                <a:gd name="T7" fmla="*/ 1 h 425"/>
                <a:gd name="T8" fmla="*/ 0 w 246"/>
                <a:gd name="T9" fmla="*/ 1 h 425"/>
                <a:gd name="T10" fmla="*/ 0 w 246"/>
                <a:gd name="T11" fmla="*/ 1 h 425"/>
                <a:gd name="T12" fmla="*/ 0 w 246"/>
                <a:gd name="T13" fmla="*/ 2 h 425"/>
                <a:gd name="T14" fmla="*/ 0 w 246"/>
                <a:gd name="T15" fmla="*/ 2 h 425"/>
                <a:gd name="T16" fmla="*/ 0 w 246"/>
                <a:gd name="T17" fmla="*/ 2 h 425"/>
                <a:gd name="T18" fmla="*/ 1 w 246"/>
                <a:gd name="T19" fmla="*/ 2 h 425"/>
                <a:gd name="T20" fmla="*/ 1 w 246"/>
                <a:gd name="T21" fmla="*/ 3 h 425"/>
                <a:gd name="T22" fmla="*/ 1 w 246"/>
                <a:gd name="T23" fmla="*/ 3 h 425"/>
                <a:gd name="T24" fmla="*/ 1 w 246"/>
                <a:gd name="T25" fmla="*/ 3 h 425"/>
                <a:gd name="T26" fmla="*/ 1 w 246"/>
                <a:gd name="T27" fmla="*/ 3 h 425"/>
                <a:gd name="T28" fmla="*/ 1 w 246"/>
                <a:gd name="T29" fmla="*/ 3 h 425"/>
                <a:gd name="T30" fmla="*/ 2 w 246"/>
                <a:gd name="T31" fmla="*/ 3 h 425"/>
                <a:gd name="T32" fmla="*/ 2 w 246"/>
                <a:gd name="T33" fmla="*/ 3 h 425"/>
                <a:gd name="T34" fmla="*/ 2 w 246"/>
                <a:gd name="T35" fmla="*/ 3 h 425"/>
                <a:gd name="T36" fmla="*/ 2 w 246"/>
                <a:gd name="T37" fmla="*/ 3 h 425"/>
                <a:gd name="T38" fmla="*/ 2 w 246"/>
                <a:gd name="T39" fmla="*/ 3 h 425"/>
                <a:gd name="T40" fmla="*/ 2 w 246"/>
                <a:gd name="T41" fmla="*/ 3 h 425"/>
                <a:gd name="T42" fmla="*/ 1 w 246"/>
                <a:gd name="T43" fmla="*/ 3 h 425"/>
                <a:gd name="T44" fmla="*/ 1 w 246"/>
                <a:gd name="T45" fmla="*/ 3 h 425"/>
                <a:gd name="T46" fmla="*/ 1 w 246"/>
                <a:gd name="T47" fmla="*/ 3 h 425"/>
                <a:gd name="T48" fmla="*/ 1 w 246"/>
                <a:gd name="T49" fmla="*/ 3 h 425"/>
                <a:gd name="T50" fmla="*/ 1 w 246"/>
                <a:gd name="T51" fmla="*/ 3 h 425"/>
                <a:gd name="T52" fmla="*/ 1 w 246"/>
                <a:gd name="T53" fmla="*/ 2 h 425"/>
                <a:gd name="T54" fmla="*/ 1 w 246"/>
                <a:gd name="T55" fmla="*/ 2 h 425"/>
                <a:gd name="T56" fmla="*/ 0 w 246"/>
                <a:gd name="T57" fmla="*/ 2 h 425"/>
                <a:gd name="T58" fmla="*/ 0 w 246"/>
                <a:gd name="T59" fmla="*/ 2 h 425"/>
                <a:gd name="T60" fmla="*/ 0 w 246"/>
                <a:gd name="T61" fmla="*/ 1 h 425"/>
                <a:gd name="T62" fmla="*/ 0 w 246"/>
                <a:gd name="T63" fmla="*/ 1 h 425"/>
                <a:gd name="T64" fmla="*/ 0 w 246"/>
                <a:gd name="T65" fmla="*/ 1 h 425"/>
                <a:gd name="T66" fmla="*/ 0 w 246"/>
                <a:gd name="T67" fmla="*/ 0 h 425"/>
                <a:gd name="T68" fmla="*/ 0 w 246"/>
                <a:gd name="T69" fmla="*/ 0 h 425"/>
                <a:gd name="T70" fmla="*/ 0 w 246"/>
                <a:gd name="T71" fmla="*/ 0 h 425"/>
                <a:gd name="T72" fmla="*/ 0 w 246"/>
                <a:gd name="T73" fmla="*/ 0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5"/>
                <a:gd name="T113" fmla="*/ 246 w 246"/>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5">
                  <a:moveTo>
                    <a:pt x="0" y="0"/>
                  </a:moveTo>
                  <a:lnTo>
                    <a:pt x="0" y="0"/>
                  </a:lnTo>
                  <a:lnTo>
                    <a:pt x="2" y="43"/>
                  </a:lnTo>
                  <a:lnTo>
                    <a:pt x="5" y="86"/>
                  </a:lnTo>
                  <a:lnTo>
                    <a:pt x="11" y="126"/>
                  </a:lnTo>
                  <a:lnTo>
                    <a:pt x="19" y="163"/>
                  </a:lnTo>
                  <a:lnTo>
                    <a:pt x="30" y="202"/>
                  </a:lnTo>
                  <a:lnTo>
                    <a:pt x="41" y="236"/>
                  </a:lnTo>
                  <a:lnTo>
                    <a:pt x="55" y="269"/>
                  </a:lnTo>
                  <a:lnTo>
                    <a:pt x="73" y="299"/>
                  </a:lnTo>
                  <a:lnTo>
                    <a:pt x="89" y="326"/>
                  </a:lnTo>
                  <a:lnTo>
                    <a:pt x="108" y="351"/>
                  </a:lnTo>
                  <a:lnTo>
                    <a:pt x="128" y="373"/>
                  </a:lnTo>
                  <a:lnTo>
                    <a:pt x="150" y="391"/>
                  </a:lnTo>
                  <a:lnTo>
                    <a:pt x="171" y="406"/>
                  </a:lnTo>
                  <a:lnTo>
                    <a:pt x="196" y="417"/>
                  </a:lnTo>
                  <a:lnTo>
                    <a:pt x="221" y="422"/>
                  </a:lnTo>
                  <a:lnTo>
                    <a:pt x="246" y="425"/>
                  </a:lnTo>
                  <a:lnTo>
                    <a:pt x="246" y="413"/>
                  </a:lnTo>
                  <a:lnTo>
                    <a:pt x="223" y="411"/>
                  </a:lnTo>
                  <a:lnTo>
                    <a:pt x="201" y="405"/>
                  </a:lnTo>
                  <a:lnTo>
                    <a:pt x="178" y="394"/>
                  </a:lnTo>
                  <a:lnTo>
                    <a:pt x="157" y="381"/>
                  </a:lnTo>
                  <a:lnTo>
                    <a:pt x="137" y="364"/>
                  </a:lnTo>
                  <a:lnTo>
                    <a:pt x="117" y="344"/>
                  </a:lnTo>
                  <a:lnTo>
                    <a:pt x="99" y="319"/>
                  </a:lnTo>
                  <a:lnTo>
                    <a:pt x="82" y="292"/>
                  </a:lnTo>
                  <a:lnTo>
                    <a:pt x="67" y="264"/>
                  </a:lnTo>
                  <a:lnTo>
                    <a:pt x="53" y="231"/>
                  </a:lnTo>
                  <a:lnTo>
                    <a:pt x="41" y="197"/>
                  </a:lnTo>
                  <a:lnTo>
                    <a:pt x="31" y="161"/>
                  </a:lnTo>
                  <a:lnTo>
                    <a:pt x="23" y="123"/>
                  </a:lnTo>
                  <a:lnTo>
                    <a:pt x="17" y="84"/>
                  </a:lnTo>
                  <a:lnTo>
                    <a:pt x="13" y="4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1737" name="Freeform 71"/>
            <p:cNvSpPr>
              <a:spLocks/>
            </p:cNvSpPr>
            <p:nvPr/>
          </p:nvSpPr>
          <p:spPr bwMode="auto">
            <a:xfrm>
              <a:off x="1502" y="1751"/>
              <a:ext cx="50" cy="85"/>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2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1" y="2"/>
                  </a:lnTo>
                  <a:lnTo>
                    <a:pt x="196" y="8"/>
                  </a:lnTo>
                  <a:lnTo>
                    <a:pt x="171" y="19"/>
                  </a:lnTo>
                  <a:lnTo>
                    <a:pt x="150" y="34"/>
                  </a:lnTo>
                  <a:lnTo>
                    <a:pt x="128" y="52"/>
                  </a:lnTo>
                  <a:lnTo>
                    <a:pt x="108" y="74"/>
                  </a:lnTo>
                  <a:lnTo>
                    <a:pt x="89" y="98"/>
                  </a:lnTo>
                  <a:lnTo>
                    <a:pt x="73" y="125"/>
                  </a:lnTo>
                  <a:lnTo>
                    <a:pt x="55" y="156"/>
                  </a:lnTo>
                  <a:lnTo>
                    <a:pt x="41" y="189"/>
                  </a:lnTo>
                  <a:lnTo>
                    <a:pt x="30" y="223"/>
                  </a:lnTo>
                  <a:lnTo>
                    <a:pt x="19" y="261"/>
                  </a:lnTo>
                  <a:lnTo>
                    <a:pt x="11" y="299"/>
                  </a:lnTo>
                  <a:lnTo>
                    <a:pt x="5" y="339"/>
                  </a:lnTo>
                  <a:lnTo>
                    <a:pt x="2" y="382"/>
                  </a:lnTo>
                  <a:lnTo>
                    <a:pt x="0" y="424"/>
                  </a:lnTo>
                  <a:lnTo>
                    <a:pt x="12" y="424"/>
                  </a:lnTo>
                  <a:lnTo>
                    <a:pt x="13" y="382"/>
                  </a:lnTo>
                  <a:lnTo>
                    <a:pt x="17" y="341"/>
                  </a:lnTo>
                  <a:lnTo>
                    <a:pt x="23" y="301"/>
                  </a:lnTo>
                  <a:lnTo>
                    <a:pt x="31" y="264"/>
                  </a:lnTo>
                  <a:lnTo>
                    <a:pt x="41" y="227"/>
                  </a:lnTo>
                  <a:lnTo>
                    <a:pt x="53" y="193"/>
                  </a:lnTo>
                  <a:lnTo>
                    <a:pt x="67" y="161"/>
                  </a:lnTo>
                  <a:lnTo>
                    <a:pt x="82" y="132"/>
                  </a:lnTo>
                  <a:lnTo>
                    <a:pt x="99" y="105"/>
                  </a:lnTo>
                  <a:lnTo>
                    <a:pt x="117" y="81"/>
                  </a:lnTo>
                  <a:lnTo>
                    <a:pt x="137" y="61"/>
                  </a:lnTo>
                  <a:lnTo>
                    <a:pt x="157" y="43"/>
                  </a:lnTo>
                  <a:lnTo>
                    <a:pt x="178" y="30"/>
                  </a:lnTo>
                  <a:lnTo>
                    <a:pt x="201" y="20"/>
                  </a:lnTo>
                  <a:lnTo>
                    <a:pt x="223" y="14"/>
                  </a:lnTo>
                  <a:lnTo>
                    <a:pt x="246" y="12"/>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1738" name="Freeform 72"/>
            <p:cNvSpPr>
              <a:spLocks/>
            </p:cNvSpPr>
            <p:nvPr/>
          </p:nvSpPr>
          <p:spPr bwMode="auto">
            <a:xfrm>
              <a:off x="1565" y="2016"/>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0" y="339"/>
                  </a:lnTo>
                  <a:lnTo>
                    <a:pt x="234" y="299"/>
                  </a:lnTo>
                  <a:lnTo>
                    <a:pt x="226" y="261"/>
                  </a:lnTo>
                  <a:lnTo>
                    <a:pt x="216" y="223"/>
                  </a:lnTo>
                  <a:lnTo>
                    <a:pt x="204" y="189"/>
                  </a:lnTo>
                  <a:lnTo>
                    <a:pt x="190" y="156"/>
                  </a:lnTo>
                  <a:lnTo>
                    <a:pt x="174" y="125"/>
                  </a:lnTo>
                  <a:lnTo>
                    <a:pt x="156" y="98"/>
                  </a:lnTo>
                  <a:lnTo>
                    <a:pt x="138" y="74"/>
                  </a:lnTo>
                  <a:lnTo>
                    <a:pt x="118" y="51"/>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9" y="81"/>
                  </a:lnTo>
                  <a:lnTo>
                    <a:pt x="147" y="105"/>
                  </a:lnTo>
                  <a:lnTo>
                    <a:pt x="164" y="132"/>
                  </a:lnTo>
                  <a:lnTo>
                    <a:pt x="178" y="160"/>
                  </a:lnTo>
                  <a:lnTo>
                    <a:pt x="192" y="193"/>
                  </a:lnTo>
                  <a:lnTo>
                    <a:pt x="204" y="227"/>
                  </a:lnTo>
                  <a:lnTo>
                    <a:pt x="215" y="264"/>
                  </a:lnTo>
                  <a:lnTo>
                    <a:pt x="223" y="301"/>
                  </a:lnTo>
                  <a:lnTo>
                    <a:pt x="229"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1739" name="Freeform 73"/>
            <p:cNvSpPr>
              <a:spLocks/>
            </p:cNvSpPr>
            <p:nvPr/>
          </p:nvSpPr>
          <p:spPr bwMode="auto">
            <a:xfrm>
              <a:off x="1565" y="2101"/>
              <a:ext cx="49" cy="85"/>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6" y="423"/>
                  </a:lnTo>
                  <a:lnTo>
                    <a:pt x="51" y="418"/>
                  </a:lnTo>
                  <a:lnTo>
                    <a:pt x="74" y="407"/>
                  </a:lnTo>
                  <a:lnTo>
                    <a:pt x="96" y="392"/>
                  </a:lnTo>
                  <a:lnTo>
                    <a:pt x="118" y="373"/>
                  </a:lnTo>
                  <a:lnTo>
                    <a:pt x="138" y="351"/>
                  </a:lnTo>
                  <a:lnTo>
                    <a:pt x="156" y="327"/>
                  </a:lnTo>
                  <a:lnTo>
                    <a:pt x="175" y="299"/>
                  </a:lnTo>
                  <a:lnTo>
                    <a:pt x="190" y="269"/>
                  </a:lnTo>
                  <a:lnTo>
                    <a:pt x="204" y="236"/>
                  </a:lnTo>
                  <a:lnTo>
                    <a:pt x="216" y="202"/>
                  </a:lnTo>
                  <a:lnTo>
                    <a:pt x="226" y="164"/>
                  </a:lnTo>
                  <a:lnTo>
                    <a:pt x="234" y="126"/>
                  </a:lnTo>
                  <a:lnTo>
                    <a:pt x="240" y="86"/>
                  </a:lnTo>
                  <a:lnTo>
                    <a:pt x="244" y="42"/>
                  </a:lnTo>
                  <a:lnTo>
                    <a:pt x="245" y="0"/>
                  </a:lnTo>
                  <a:lnTo>
                    <a:pt x="233" y="0"/>
                  </a:lnTo>
                  <a:lnTo>
                    <a:pt x="232" y="42"/>
                  </a:lnTo>
                  <a:lnTo>
                    <a:pt x="229" y="83"/>
                  </a:lnTo>
                  <a:lnTo>
                    <a:pt x="223" y="123"/>
                  </a:lnTo>
                  <a:lnTo>
                    <a:pt x="215" y="162"/>
                  </a:lnTo>
                  <a:lnTo>
                    <a:pt x="204" y="197"/>
                  </a:lnTo>
                  <a:lnTo>
                    <a:pt x="192" y="231"/>
                  </a:lnTo>
                  <a:lnTo>
                    <a:pt x="178" y="264"/>
                  </a:lnTo>
                  <a:lnTo>
                    <a:pt x="163" y="292"/>
                  </a:lnTo>
                  <a:lnTo>
                    <a:pt x="147" y="320"/>
                  </a:lnTo>
                  <a:lnTo>
                    <a:pt x="129" y="344"/>
                  </a:lnTo>
                  <a:lnTo>
                    <a:pt x="109" y="364"/>
                  </a:lnTo>
                  <a:lnTo>
                    <a:pt x="89" y="382"/>
                  </a:lnTo>
                  <a:lnTo>
                    <a:pt x="67" y="395"/>
                  </a:lnTo>
                  <a:lnTo>
                    <a:pt x="46" y="406"/>
                  </a:lnTo>
                  <a:lnTo>
                    <a:pt x="24"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1740" name="Freeform 74"/>
            <p:cNvSpPr>
              <a:spLocks/>
            </p:cNvSpPr>
            <p:nvPr/>
          </p:nvSpPr>
          <p:spPr bwMode="auto">
            <a:xfrm>
              <a:off x="1516" y="2101"/>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5" y="86"/>
                  </a:lnTo>
                  <a:lnTo>
                    <a:pt x="11" y="126"/>
                  </a:lnTo>
                  <a:lnTo>
                    <a:pt x="19" y="164"/>
                  </a:lnTo>
                  <a:lnTo>
                    <a:pt x="30" y="202"/>
                  </a:lnTo>
                  <a:lnTo>
                    <a:pt x="41" y="236"/>
                  </a:lnTo>
                  <a:lnTo>
                    <a:pt x="55" y="269"/>
                  </a:lnTo>
                  <a:lnTo>
                    <a:pt x="71" y="299"/>
                  </a:lnTo>
                  <a:lnTo>
                    <a:pt x="89" y="327"/>
                  </a:lnTo>
                  <a:lnTo>
                    <a:pt x="107" y="351"/>
                  </a:lnTo>
                  <a:lnTo>
                    <a:pt x="127" y="373"/>
                  </a:lnTo>
                  <a:lnTo>
                    <a:pt x="149" y="392"/>
                  </a:lnTo>
                  <a:lnTo>
                    <a:pt x="171" y="407"/>
                  </a:lnTo>
                  <a:lnTo>
                    <a:pt x="195" y="418"/>
                  </a:lnTo>
                  <a:lnTo>
                    <a:pt x="219" y="423"/>
                  </a:lnTo>
                  <a:lnTo>
                    <a:pt x="245" y="426"/>
                  </a:lnTo>
                  <a:lnTo>
                    <a:pt x="245" y="414"/>
                  </a:lnTo>
                  <a:lnTo>
                    <a:pt x="222" y="412"/>
                  </a:lnTo>
                  <a:lnTo>
                    <a:pt x="199" y="406"/>
                  </a:lnTo>
                  <a:lnTo>
                    <a:pt x="178" y="395"/>
                  </a:lnTo>
                  <a:lnTo>
                    <a:pt x="156" y="382"/>
                  </a:lnTo>
                  <a:lnTo>
                    <a:pt x="136" y="364"/>
                  </a:lnTo>
                  <a:lnTo>
                    <a:pt x="116" y="344"/>
                  </a:lnTo>
                  <a:lnTo>
                    <a:pt x="99" y="320"/>
                  </a:lnTo>
                  <a:lnTo>
                    <a:pt x="82" y="292"/>
                  </a:lnTo>
                  <a:lnTo>
                    <a:pt x="67" y="264"/>
                  </a:lnTo>
                  <a:lnTo>
                    <a:pt x="53" y="231"/>
                  </a:lnTo>
                  <a:lnTo>
                    <a:pt x="41" y="197"/>
                  </a:lnTo>
                  <a:lnTo>
                    <a:pt x="31" y="162"/>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1741" name="Freeform 75"/>
            <p:cNvSpPr>
              <a:spLocks/>
            </p:cNvSpPr>
            <p:nvPr/>
          </p:nvSpPr>
          <p:spPr bwMode="auto">
            <a:xfrm>
              <a:off x="1516" y="2016"/>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5" y="8"/>
                  </a:lnTo>
                  <a:lnTo>
                    <a:pt x="171" y="19"/>
                  </a:lnTo>
                  <a:lnTo>
                    <a:pt x="149" y="34"/>
                  </a:lnTo>
                  <a:lnTo>
                    <a:pt x="127" y="51"/>
                  </a:lnTo>
                  <a:lnTo>
                    <a:pt x="107" y="74"/>
                  </a:lnTo>
                  <a:lnTo>
                    <a:pt x="89" y="98"/>
                  </a:lnTo>
                  <a:lnTo>
                    <a:pt x="72" y="125"/>
                  </a:lnTo>
                  <a:lnTo>
                    <a:pt x="55" y="156"/>
                  </a:lnTo>
                  <a:lnTo>
                    <a:pt x="41" y="189"/>
                  </a:lnTo>
                  <a:lnTo>
                    <a:pt x="30" y="223"/>
                  </a:lnTo>
                  <a:lnTo>
                    <a:pt x="19" y="261"/>
                  </a:lnTo>
                  <a:lnTo>
                    <a:pt x="11" y="299"/>
                  </a:lnTo>
                  <a:lnTo>
                    <a:pt x="5" y="339"/>
                  </a:lnTo>
                  <a:lnTo>
                    <a:pt x="1" y="382"/>
                  </a:lnTo>
                  <a:lnTo>
                    <a:pt x="0" y="424"/>
                  </a:lnTo>
                  <a:lnTo>
                    <a:pt x="12" y="424"/>
                  </a:lnTo>
                  <a:lnTo>
                    <a:pt x="13" y="382"/>
                  </a:lnTo>
                  <a:lnTo>
                    <a:pt x="17" y="341"/>
                  </a:lnTo>
                  <a:lnTo>
                    <a:pt x="23" y="301"/>
                  </a:lnTo>
                  <a:lnTo>
                    <a:pt x="31" y="264"/>
                  </a:lnTo>
                  <a:lnTo>
                    <a:pt x="41" y="227"/>
                  </a:lnTo>
                  <a:lnTo>
                    <a:pt x="53" y="193"/>
                  </a:lnTo>
                  <a:lnTo>
                    <a:pt x="67" y="160"/>
                  </a:lnTo>
                  <a:lnTo>
                    <a:pt x="81" y="132"/>
                  </a:lnTo>
                  <a:lnTo>
                    <a:pt x="99" y="105"/>
                  </a:lnTo>
                  <a:lnTo>
                    <a:pt x="116" y="81"/>
                  </a:lnTo>
                  <a:lnTo>
                    <a:pt x="136" y="61"/>
                  </a:lnTo>
                  <a:lnTo>
                    <a:pt x="156" y="43"/>
                  </a:lnTo>
                  <a:lnTo>
                    <a:pt x="178" y="30"/>
                  </a:lnTo>
                  <a:lnTo>
                    <a:pt x="199" y="20"/>
                  </a:lnTo>
                  <a:lnTo>
                    <a:pt x="222"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sp>
        <p:nvSpPr>
          <p:cNvPr id="71688" name="Rectangle 77"/>
          <p:cNvSpPr>
            <a:spLocks noChangeArrowheads="1"/>
          </p:cNvSpPr>
          <p:nvPr/>
        </p:nvSpPr>
        <p:spPr bwMode="auto">
          <a:xfrm>
            <a:off x="611188" y="0"/>
            <a:ext cx="6388100" cy="6477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3000"/>
              <a:t>Sem. 1 - Mercredi</a:t>
            </a:r>
          </a:p>
        </p:txBody>
      </p:sp>
      <p:sp>
        <p:nvSpPr>
          <p:cNvPr id="71689" name="Text Box 78"/>
          <p:cNvSpPr txBox="1">
            <a:spLocks noChangeArrowheads="1"/>
          </p:cNvSpPr>
          <p:nvPr/>
        </p:nvSpPr>
        <p:spPr bwMode="auto">
          <a:xfrm>
            <a:off x="566738" y="2697163"/>
            <a:ext cx="3217862"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2. Pas de commandes</a:t>
            </a:r>
          </a:p>
        </p:txBody>
      </p:sp>
      <p:sp>
        <p:nvSpPr>
          <p:cNvPr id="71690" name="Text Box 79"/>
          <p:cNvSpPr txBox="1">
            <a:spLocks noChangeArrowheads="1"/>
          </p:cNvSpPr>
          <p:nvPr/>
        </p:nvSpPr>
        <p:spPr bwMode="auto">
          <a:xfrm>
            <a:off x="566738" y="5211763"/>
            <a:ext cx="6543675" cy="4429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eaLnBrk="1" hangingPunct="1">
              <a:spcBef>
                <a:spcPct val="0"/>
              </a:spcBef>
              <a:buFontTx/>
              <a:buNone/>
            </a:pPr>
            <a:r>
              <a:rPr lang="fr-FR" altLang="fr-FR" sz="2300"/>
              <a:t>4. Pointez la production sur votre feuille de suivi</a:t>
            </a:r>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72706" name="Group 2"/>
          <p:cNvGrpSpPr>
            <a:grpSpLocks/>
          </p:cNvGrpSpPr>
          <p:nvPr/>
        </p:nvGrpSpPr>
        <p:grpSpPr bwMode="auto">
          <a:xfrm>
            <a:off x="7073900" y="215900"/>
            <a:ext cx="1878013" cy="1250950"/>
            <a:chOff x="4456" y="136"/>
            <a:chExt cx="1183" cy="788"/>
          </a:xfrm>
        </p:grpSpPr>
        <p:grpSp>
          <p:nvGrpSpPr>
            <p:cNvPr id="72766" name="Group 3"/>
            <p:cNvGrpSpPr>
              <a:grpSpLocks/>
            </p:cNvGrpSpPr>
            <p:nvPr/>
          </p:nvGrpSpPr>
          <p:grpSpPr bwMode="auto">
            <a:xfrm>
              <a:off x="4766" y="232"/>
              <a:ext cx="873" cy="692"/>
              <a:chOff x="2185" y="310"/>
              <a:chExt cx="873" cy="692"/>
            </a:xfrm>
          </p:grpSpPr>
          <p:sp>
            <p:nvSpPr>
              <p:cNvPr id="72777" name="Freeform 4"/>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accent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2778" name="Freeform 5"/>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2779" name="Freeform 6"/>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2780" name="Freeform 7"/>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2781" name="Freeform 8"/>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2782" name="Freeform 9"/>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2783" name="Freeform 10"/>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grpSp>
          <p:nvGrpSpPr>
            <p:cNvPr id="72767" name="Group 11"/>
            <p:cNvGrpSpPr>
              <a:grpSpLocks/>
            </p:cNvGrpSpPr>
            <p:nvPr/>
          </p:nvGrpSpPr>
          <p:grpSpPr bwMode="auto">
            <a:xfrm>
              <a:off x="4949" y="336"/>
              <a:ext cx="591" cy="468"/>
              <a:chOff x="2185" y="310"/>
              <a:chExt cx="873" cy="692"/>
            </a:xfrm>
          </p:grpSpPr>
          <p:sp>
            <p:nvSpPr>
              <p:cNvPr id="72770" name="Freeform 12"/>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2771" name="Freeform 13"/>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2772" name="Freeform 14"/>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2773" name="Freeform 15"/>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2774" name="Freeform 16"/>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2775" name="Freeform 17"/>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2776" name="Freeform 18"/>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pic>
          <p:nvPicPr>
            <p:cNvPr id="72768" name="Picture 19"/>
            <p:cNvPicPr>
              <a:picLocks noChangeAspect="1" noChangeArrowheads="1"/>
            </p:cNvPicPr>
            <p:nvPr/>
          </p:nvPicPr>
          <p:blipFill>
            <a:blip r:embed="rId3" cstate="print">
              <a:extLst>
                <a:ext uri="{28A0092B-C50C-407E-A947-70E740481C1C}">
                  <a14:useLocalDpi xmlns:a14="http://schemas.microsoft.com/office/drawing/2010/main" val="0"/>
                </a:ext>
              </a:extLst>
            </a:blip>
            <a:srcRect l="-4282" t="-4369" r="-5199" b="-12012"/>
            <a:stretch>
              <a:fillRect/>
            </a:stretch>
          </p:blipFill>
          <p:spPr bwMode="auto">
            <a:xfrm>
              <a:off x="4456" y="136"/>
              <a:ext cx="480" cy="5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72769" name="Text Box 20"/>
            <p:cNvSpPr txBox="1">
              <a:spLocks noChangeArrowheads="1"/>
            </p:cNvSpPr>
            <p:nvPr/>
          </p:nvSpPr>
          <p:spPr bwMode="auto">
            <a:xfrm>
              <a:off x="4946" y="314"/>
              <a:ext cx="596" cy="49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4500" b="1">
                  <a:solidFill>
                    <a:srgbClr val="FF0000"/>
                  </a:solidFill>
                  <a:latin typeface="Arial Black" pitchFamily="34" charset="0"/>
                </a:rPr>
                <a:t>22</a:t>
              </a:r>
              <a:endParaRPr lang="fr-FR" altLang="fr-FR" sz="3200">
                <a:solidFill>
                  <a:schemeClr val="tx1"/>
                </a:solidFill>
                <a:latin typeface="Arial Black" pitchFamily="34" charset="0"/>
              </a:endParaRPr>
            </a:p>
          </p:txBody>
        </p:sp>
      </p:grpSp>
      <p:sp>
        <p:nvSpPr>
          <p:cNvPr id="72708" name="Text Box 22"/>
          <p:cNvSpPr txBox="1">
            <a:spLocks noChangeArrowheads="1"/>
          </p:cNvSpPr>
          <p:nvPr/>
        </p:nvSpPr>
        <p:spPr bwMode="auto">
          <a:xfrm>
            <a:off x="566738" y="1363663"/>
            <a:ext cx="1946275"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1. Tirez le dé</a:t>
            </a:r>
          </a:p>
        </p:txBody>
      </p:sp>
      <p:sp>
        <p:nvSpPr>
          <p:cNvPr id="72709" name="Text Box 23"/>
          <p:cNvSpPr txBox="1">
            <a:spLocks noChangeArrowheads="1"/>
          </p:cNvSpPr>
          <p:nvPr/>
        </p:nvSpPr>
        <p:spPr bwMode="auto">
          <a:xfrm>
            <a:off x="566738" y="3935413"/>
            <a:ext cx="18796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3. Produisez</a:t>
            </a:r>
          </a:p>
        </p:txBody>
      </p:sp>
      <p:grpSp>
        <p:nvGrpSpPr>
          <p:cNvPr id="72710" name="Group 24"/>
          <p:cNvGrpSpPr>
            <a:grpSpLocks/>
          </p:cNvGrpSpPr>
          <p:nvPr/>
        </p:nvGrpSpPr>
        <p:grpSpPr bwMode="auto">
          <a:xfrm>
            <a:off x="2986088" y="1306513"/>
            <a:ext cx="446087" cy="534987"/>
            <a:chOff x="868" y="1439"/>
            <a:chExt cx="811" cy="972"/>
          </a:xfrm>
        </p:grpSpPr>
        <p:sp>
          <p:nvSpPr>
            <p:cNvPr id="72715" name="Freeform 25"/>
            <p:cNvSpPr>
              <a:spLocks/>
            </p:cNvSpPr>
            <p:nvPr/>
          </p:nvSpPr>
          <p:spPr bwMode="auto">
            <a:xfrm>
              <a:off x="1548" y="2014"/>
              <a:ext cx="123" cy="100"/>
            </a:xfrm>
            <a:custGeom>
              <a:avLst/>
              <a:gdLst>
                <a:gd name="T0" fmla="*/ 5 w 618"/>
                <a:gd name="T1" fmla="*/ 0 h 502"/>
                <a:gd name="T2" fmla="*/ 5 w 618"/>
                <a:gd name="T3" fmla="*/ 0 h 502"/>
                <a:gd name="T4" fmla="*/ 0 w 618"/>
                <a:gd name="T5" fmla="*/ 4 h 502"/>
                <a:gd name="T6" fmla="*/ 0 w 618"/>
                <a:gd name="T7" fmla="*/ 4 h 502"/>
                <a:gd name="T8" fmla="*/ 5 w 618"/>
                <a:gd name="T9" fmla="*/ 0 h 502"/>
                <a:gd name="T10" fmla="*/ 5 w 618"/>
                <a:gd name="T11" fmla="*/ 0 h 502"/>
                <a:gd name="T12" fmla="*/ 5 w 618"/>
                <a:gd name="T13" fmla="*/ 0 h 502"/>
                <a:gd name="T14" fmla="*/ 5 w 618"/>
                <a:gd name="T15" fmla="*/ 0 h 502"/>
                <a:gd name="T16" fmla="*/ 5 w 618"/>
                <a:gd name="T17" fmla="*/ 0 h 502"/>
                <a:gd name="T18" fmla="*/ 5 w 618"/>
                <a:gd name="T19" fmla="*/ 0 h 502"/>
                <a:gd name="T20" fmla="*/ 5 w 618"/>
                <a:gd name="T21" fmla="*/ 0 h 502"/>
                <a:gd name="T22" fmla="*/ 5 w 618"/>
                <a:gd name="T23" fmla="*/ 0 h 502"/>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618"/>
                <a:gd name="T37" fmla="*/ 0 h 502"/>
                <a:gd name="T38" fmla="*/ 618 w 618"/>
                <a:gd name="T39" fmla="*/ 502 h 502"/>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618" h="502">
                  <a:moveTo>
                    <a:pt x="611" y="0"/>
                  </a:moveTo>
                  <a:lnTo>
                    <a:pt x="606" y="2"/>
                  </a:lnTo>
                  <a:lnTo>
                    <a:pt x="0" y="490"/>
                  </a:lnTo>
                  <a:lnTo>
                    <a:pt x="10" y="502"/>
                  </a:lnTo>
                  <a:lnTo>
                    <a:pt x="616" y="14"/>
                  </a:lnTo>
                  <a:lnTo>
                    <a:pt x="611" y="16"/>
                  </a:lnTo>
                  <a:lnTo>
                    <a:pt x="616" y="14"/>
                  </a:lnTo>
                  <a:lnTo>
                    <a:pt x="618" y="9"/>
                  </a:lnTo>
                  <a:lnTo>
                    <a:pt x="617" y="3"/>
                  </a:lnTo>
                  <a:lnTo>
                    <a:pt x="612" y="1"/>
                  </a:lnTo>
                  <a:lnTo>
                    <a:pt x="606" y="2"/>
                  </a:lnTo>
                  <a:lnTo>
                    <a:pt x="611"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2716" name="Freeform 26"/>
            <p:cNvSpPr>
              <a:spLocks/>
            </p:cNvSpPr>
            <p:nvPr/>
          </p:nvSpPr>
          <p:spPr bwMode="auto">
            <a:xfrm>
              <a:off x="876" y="1852"/>
              <a:ext cx="82" cy="373"/>
            </a:xfrm>
            <a:custGeom>
              <a:avLst/>
              <a:gdLst>
                <a:gd name="T0" fmla="*/ 3 w 413"/>
                <a:gd name="T1" fmla="*/ 15 h 1865"/>
                <a:gd name="T2" fmla="*/ 3 w 413"/>
                <a:gd name="T3" fmla="*/ 15 h 1865"/>
                <a:gd name="T4" fmla="*/ 0 w 413"/>
                <a:gd name="T5" fmla="*/ 0 h 1865"/>
                <a:gd name="T6" fmla="*/ 0 w 413"/>
                <a:gd name="T7" fmla="*/ 0 h 1865"/>
                <a:gd name="T8" fmla="*/ 3 w 413"/>
                <a:gd name="T9" fmla="*/ 15 h 1865"/>
                <a:gd name="T10" fmla="*/ 3 w 413"/>
                <a:gd name="T11" fmla="*/ 15 h 1865"/>
                <a:gd name="T12" fmla="*/ 3 w 413"/>
                <a:gd name="T13" fmla="*/ 15 h 1865"/>
                <a:gd name="T14" fmla="*/ 3 w 413"/>
                <a:gd name="T15" fmla="*/ 15 h 1865"/>
                <a:gd name="T16" fmla="*/ 3 w 413"/>
                <a:gd name="T17" fmla="*/ 15 h 1865"/>
                <a:gd name="T18" fmla="*/ 3 w 413"/>
                <a:gd name="T19" fmla="*/ 15 h 1865"/>
                <a:gd name="T20" fmla="*/ 3 w 413"/>
                <a:gd name="T21" fmla="*/ 15 h 1865"/>
                <a:gd name="T22" fmla="*/ 3 w 413"/>
                <a:gd name="T23" fmla="*/ 15 h 186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413"/>
                <a:gd name="T37" fmla="*/ 0 h 1865"/>
                <a:gd name="T38" fmla="*/ 413 w 413"/>
                <a:gd name="T39" fmla="*/ 1865 h 1865"/>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413" h="1865">
                  <a:moveTo>
                    <a:pt x="400" y="1864"/>
                  </a:moveTo>
                  <a:lnTo>
                    <a:pt x="413" y="1856"/>
                  </a:lnTo>
                  <a:lnTo>
                    <a:pt x="17" y="0"/>
                  </a:lnTo>
                  <a:lnTo>
                    <a:pt x="0" y="2"/>
                  </a:lnTo>
                  <a:lnTo>
                    <a:pt x="396" y="1858"/>
                  </a:lnTo>
                  <a:lnTo>
                    <a:pt x="409" y="1850"/>
                  </a:lnTo>
                  <a:lnTo>
                    <a:pt x="396" y="1858"/>
                  </a:lnTo>
                  <a:lnTo>
                    <a:pt x="400" y="1864"/>
                  </a:lnTo>
                  <a:lnTo>
                    <a:pt x="406" y="1865"/>
                  </a:lnTo>
                  <a:lnTo>
                    <a:pt x="410" y="1862"/>
                  </a:lnTo>
                  <a:lnTo>
                    <a:pt x="413" y="1856"/>
                  </a:lnTo>
                  <a:lnTo>
                    <a:pt x="400" y="186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2717" name="Freeform 27"/>
            <p:cNvSpPr>
              <a:spLocks/>
            </p:cNvSpPr>
            <p:nvPr/>
          </p:nvSpPr>
          <p:spPr bwMode="auto">
            <a:xfrm>
              <a:off x="1282" y="1533"/>
              <a:ext cx="35" cy="161"/>
            </a:xfrm>
            <a:custGeom>
              <a:avLst/>
              <a:gdLst>
                <a:gd name="T0" fmla="*/ 1 w 175"/>
                <a:gd name="T1" fmla="*/ 6 h 807"/>
                <a:gd name="T2" fmla="*/ 1 w 175"/>
                <a:gd name="T3" fmla="*/ 6 h 807"/>
                <a:gd name="T4" fmla="*/ 1 w 175"/>
                <a:gd name="T5" fmla="*/ 6 h 807"/>
                <a:gd name="T6" fmla="*/ 1 w 175"/>
                <a:gd name="T7" fmla="*/ 5 h 807"/>
                <a:gd name="T8" fmla="*/ 1 w 175"/>
                <a:gd name="T9" fmla="*/ 5 h 807"/>
                <a:gd name="T10" fmla="*/ 1 w 175"/>
                <a:gd name="T11" fmla="*/ 5 h 807"/>
                <a:gd name="T12" fmla="*/ 1 w 175"/>
                <a:gd name="T13" fmla="*/ 4 h 807"/>
                <a:gd name="T14" fmla="*/ 1 w 175"/>
                <a:gd name="T15" fmla="*/ 4 h 807"/>
                <a:gd name="T16" fmla="*/ 1 w 175"/>
                <a:gd name="T17" fmla="*/ 3 h 807"/>
                <a:gd name="T18" fmla="*/ 1 w 175"/>
                <a:gd name="T19" fmla="*/ 3 h 807"/>
                <a:gd name="T20" fmla="*/ 1 w 175"/>
                <a:gd name="T21" fmla="*/ 3 h 807"/>
                <a:gd name="T22" fmla="*/ 1 w 175"/>
                <a:gd name="T23" fmla="*/ 2 h 807"/>
                <a:gd name="T24" fmla="*/ 1 w 175"/>
                <a:gd name="T25" fmla="*/ 2 h 807"/>
                <a:gd name="T26" fmla="*/ 1 w 175"/>
                <a:gd name="T27" fmla="*/ 2 h 807"/>
                <a:gd name="T28" fmla="*/ 1 w 175"/>
                <a:gd name="T29" fmla="*/ 1 h 807"/>
                <a:gd name="T30" fmla="*/ 1 w 175"/>
                <a:gd name="T31" fmla="*/ 1 h 807"/>
                <a:gd name="T32" fmla="*/ 1 w 175"/>
                <a:gd name="T33" fmla="*/ 1 h 807"/>
                <a:gd name="T34" fmla="*/ 1 w 175"/>
                <a:gd name="T35" fmla="*/ 0 h 807"/>
                <a:gd name="T36" fmla="*/ 1 w 175"/>
                <a:gd name="T37" fmla="*/ 0 h 807"/>
                <a:gd name="T38" fmla="*/ 1 w 175"/>
                <a:gd name="T39" fmla="*/ 0 h 807"/>
                <a:gd name="T40" fmla="*/ 0 w 175"/>
                <a:gd name="T41" fmla="*/ 1 h 807"/>
                <a:gd name="T42" fmla="*/ 0 w 175"/>
                <a:gd name="T43" fmla="*/ 1 h 807"/>
                <a:gd name="T44" fmla="*/ 0 w 175"/>
                <a:gd name="T45" fmla="*/ 1 h 807"/>
                <a:gd name="T46" fmla="*/ 0 w 175"/>
                <a:gd name="T47" fmla="*/ 2 h 807"/>
                <a:gd name="T48" fmla="*/ 0 w 175"/>
                <a:gd name="T49" fmla="*/ 2 h 807"/>
                <a:gd name="T50" fmla="*/ 0 w 175"/>
                <a:gd name="T51" fmla="*/ 3 h 807"/>
                <a:gd name="T52" fmla="*/ 0 w 175"/>
                <a:gd name="T53" fmla="*/ 3 h 807"/>
                <a:gd name="T54" fmla="*/ 0 w 175"/>
                <a:gd name="T55" fmla="*/ 3 h 807"/>
                <a:gd name="T56" fmla="*/ 0 w 175"/>
                <a:gd name="T57" fmla="*/ 4 h 807"/>
                <a:gd name="T58" fmla="*/ 0 w 175"/>
                <a:gd name="T59" fmla="*/ 4 h 807"/>
                <a:gd name="T60" fmla="*/ 0 w 175"/>
                <a:gd name="T61" fmla="*/ 5 h 807"/>
                <a:gd name="T62" fmla="*/ 0 w 175"/>
                <a:gd name="T63" fmla="*/ 5 h 807"/>
                <a:gd name="T64" fmla="*/ 0 w 175"/>
                <a:gd name="T65" fmla="*/ 5 h 807"/>
                <a:gd name="T66" fmla="*/ 1 w 175"/>
                <a:gd name="T67" fmla="*/ 6 h 807"/>
                <a:gd name="T68" fmla="*/ 1 w 175"/>
                <a:gd name="T69" fmla="*/ 6 h 807"/>
                <a:gd name="T70" fmla="*/ 1 w 175"/>
                <a:gd name="T71" fmla="*/ 6 h 807"/>
                <a:gd name="T72" fmla="*/ 1 w 175"/>
                <a:gd name="T73" fmla="*/ 6 h 807"/>
                <a:gd name="T74" fmla="*/ 1 w 175"/>
                <a:gd name="T75" fmla="*/ 6 h 807"/>
                <a:gd name="T76" fmla="*/ 1 w 175"/>
                <a:gd name="T77" fmla="*/ 6 h 807"/>
                <a:gd name="T78" fmla="*/ 1 w 175"/>
                <a:gd name="T79" fmla="*/ 6 h 807"/>
                <a:gd name="T80" fmla="*/ 1 w 175"/>
                <a:gd name="T81" fmla="*/ 6 h 807"/>
                <a:gd name="T82" fmla="*/ 1 w 175"/>
                <a:gd name="T83" fmla="*/ 6 h 807"/>
                <a:gd name="T84" fmla="*/ 1 w 175"/>
                <a:gd name="T85" fmla="*/ 6 h 807"/>
                <a:gd name="T86" fmla="*/ 1 w 175"/>
                <a:gd name="T87" fmla="*/ 6 h 807"/>
                <a:gd name="T88" fmla="*/ 1 w 175"/>
                <a:gd name="T89" fmla="*/ 6 h 807"/>
                <a:gd name="T90" fmla="*/ 1 w 175"/>
                <a:gd name="T91" fmla="*/ 6 h 80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175"/>
                <a:gd name="T139" fmla="*/ 0 h 807"/>
                <a:gd name="T140" fmla="*/ 175 w 175"/>
                <a:gd name="T141" fmla="*/ 807 h 80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175" h="807">
                  <a:moveTo>
                    <a:pt x="169" y="740"/>
                  </a:moveTo>
                  <a:lnTo>
                    <a:pt x="169" y="739"/>
                  </a:lnTo>
                  <a:lnTo>
                    <a:pt x="149" y="698"/>
                  </a:lnTo>
                  <a:lnTo>
                    <a:pt x="133" y="656"/>
                  </a:lnTo>
                  <a:lnTo>
                    <a:pt x="120" y="611"/>
                  </a:lnTo>
                  <a:lnTo>
                    <a:pt x="108" y="565"/>
                  </a:lnTo>
                  <a:lnTo>
                    <a:pt x="100" y="520"/>
                  </a:lnTo>
                  <a:lnTo>
                    <a:pt x="96" y="472"/>
                  </a:lnTo>
                  <a:lnTo>
                    <a:pt x="93" y="425"/>
                  </a:lnTo>
                  <a:lnTo>
                    <a:pt x="93" y="377"/>
                  </a:lnTo>
                  <a:lnTo>
                    <a:pt x="96" y="330"/>
                  </a:lnTo>
                  <a:lnTo>
                    <a:pt x="100" y="283"/>
                  </a:lnTo>
                  <a:lnTo>
                    <a:pt x="106" y="238"/>
                  </a:lnTo>
                  <a:lnTo>
                    <a:pt x="115" y="195"/>
                  </a:lnTo>
                  <a:lnTo>
                    <a:pt x="126" y="153"/>
                  </a:lnTo>
                  <a:lnTo>
                    <a:pt x="139" y="114"/>
                  </a:lnTo>
                  <a:lnTo>
                    <a:pt x="153" y="77"/>
                  </a:lnTo>
                  <a:lnTo>
                    <a:pt x="169" y="43"/>
                  </a:lnTo>
                  <a:lnTo>
                    <a:pt x="87" y="0"/>
                  </a:lnTo>
                  <a:lnTo>
                    <a:pt x="69" y="39"/>
                  </a:lnTo>
                  <a:lnTo>
                    <a:pt x="52" y="81"/>
                  </a:lnTo>
                  <a:lnTo>
                    <a:pt x="37" y="127"/>
                  </a:lnTo>
                  <a:lnTo>
                    <a:pt x="24" y="174"/>
                  </a:lnTo>
                  <a:lnTo>
                    <a:pt x="15" y="222"/>
                  </a:lnTo>
                  <a:lnTo>
                    <a:pt x="7" y="271"/>
                  </a:lnTo>
                  <a:lnTo>
                    <a:pt x="2" y="323"/>
                  </a:lnTo>
                  <a:lnTo>
                    <a:pt x="0" y="374"/>
                  </a:lnTo>
                  <a:lnTo>
                    <a:pt x="0" y="427"/>
                  </a:lnTo>
                  <a:lnTo>
                    <a:pt x="2" y="479"/>
                  </a:lnTo>
                  <a:lnTo>
                    <a:pt x="9" y="531"/>
                  </a:lnTo>
                  <a:lnTo>
                    <a:pt x="17" y="584"/>
                  </a:lnTo>
                  <a:lnTo>
                    <a:pt x="29" y="635"/>
                  </a:lnTo>
                  <a:lnTo>
                    <a:pt x="44" y="686"/>
                  </a:lnTo>
                  <a:lnTo>
                    <a:pt x="65" y="736"/>
                  </a:lnTo>
                  <a:lnTo>
                    <a:pt x="87" y="784"/>
                  </a:lnTo>
                  <a:lnTo>
                    <a:pt x="87" y="782"/>
                  </a:lnTo>
                  <a:lnTo>
                    <a:pt x="87" y="784"/>
                  </a:lnTo>
                  <a:lnTo>
                    <a:pt x="100" y="799"/>
                  </a:lnTo>
                  <a:lnTo>
                    <a:pt x="117" y="807"/>
                  </a:lnTo>
                  <a:lnTo>
                    <a:pt x="134" y="807"/>
                  </a:lnTo>
                  <a:lnTo>
                    <a:pt x="151" y="801"/>
                  </a:lnTo>
                  <a:lnTo>
                    <a:pt x="164" y="791"/>
                  </a:lnTo>
                  <a:lnTo>
                    <a:pt x="173" y="777"/>
                  </a:lnTo>
                  <a:lnTo>
                    <a:pt x="175" y="759"/>
                  </a:lnTo>
                  <a:lnTo>
                    <a:pt x="169" y="739"/>
                  </a:lnTo>
                  <a:lnTo>
                    <a:pt x="169" y="74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2718" name="Freeform 28"/>
            <p:cNvSpPr>
              <a:spLocks/>
            </p:cNvSpPr>
            <p:nvPr/>
          </p:nvSpPr>
          <p:spPr bwMode="auto">
            <a:xfrm>
              <a:off x="1299" y="1681"/>
              <a:ext cx="157" cy="281"/>
            </a:xfrm>
            <a:custGeom>
              <a:avLst/>
              <a:gdLst>
                <a:gd name="T0" fmla="*/ 6 w 787"/>
                <a:gd name="T1" fmla="*/ 11 h 1404"/>
                <a:gd name="T2" fmla="*/ 6 w 787"/>
                <a:gd name="T3" fmla="*/ 11 h 1404"/>
                <a:gd name="T4" fmla="*/ 1 w 787"/>
                <a:gd name="T5" fmla="*/ 0 h 1404"/>
                <a:gd name="T6" fmla="*/ 0 w 787"/>
                <a:gd name="T7" fmla="*/ 0 h 1404"/>
                <a:gd name="T8" fmla="*/ 6 w 787"/>
                <a:gd name="T9" fmla="*/ 11 h 1404"/>
                <a:gd name="T10" fmla="*/ 6 w 787"/>
                <a:gd name="T11" fmla="*/ 11 h 1404"/>
                <a:gd name="T12" fmla="*/ 6 w 787"/>
                <a:gd name="T13" fmla="*/ 11 h 1404"/>
                <a:gd name="T14" fmla="*/ 6 w 787"/>
                <a:gd name="T15" fmla="*/ 11 h 1404"/>
                <a:gd name="T16" fmla="*/ 6 w 787"/>
                <a:gd name="T17" fmla="*/ 11 h 1404"/>
                <a:gd name="T18" fmla="*/ 6 w 787"/>
                <a:gd name="T19" fmla="*/ 11 h 1404"/>
                <a:gd name="T20" fmla="*/ 6 w 787"/>
                <a:gd name="T21" fmla="*/ 11 h 1404"/>
                <a:gd name="T22" fmla="*/ 6 w 787"/>
                <a:gd name="T23" fmla="*/ 11 h 1404"/>
                <a:gd name="T24" fmla="*/ 6 w 787"/>
                <a:gd name="T25" fmla="*/ 11 h 1404"/>
                <a:gd name="T26" fmla="*/ 6 w 787"/>
                <a:gd name="T27" fmla="*/ 11 h 1404"/>
                <a:gd name="T28" fmla="*/ 6 w 787"/>
                <a:gd name="T29" fmla="*/ 11 h 1404"/>
                <a:gd name="T30" fmla="*/ 6 w 787"/>
                <a:gd name="T31" fmla="*/ 11 h 1404"/>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787"/>
                <a:gd name="T49" fmla="*/ 0 h 1404"/>
                <a:gd name="T50" fmla="*/ 787 w 787"/>
                <a:gd name="T51" fmla="*/ 1404 h 1404"/>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787" h="1404">
                  <a:moveTo>
                    <a:pt x="781" y="1334"/>
                  </a:moveTo>
                  <a:lnTo>
                    <a:pt x="781" y="1337"/>
                  </a:lnTo>
                  <a:lnTo>
                    <a:pt x="82" y="0"/>
                  </a:lnTo>
                  <a:lnTo>
                    <a:pt x="0" y="42"/>
                  </a:lnTo>
                  <a:lnTo>
                    <a:pt x="699" y="1379"/>
                  </a:lnTo>
                  <a:lnTo>
                    <a:pt x="699" y="1381"/>
                  </a:lnTo>
                  <a:lnTo>
                    <a:pt x="699" y="1379"/>
                  </a:lnTo>
                  <a:lnTo>
                    <a:pt x="712" y="1395"/>
                  </a:lnTo>
                  <a:lnTo>
                    <a:pt x="727" y="1402"/>
                  </a:lnTo>
                  <a:lnTo>
                    <a:pt x="744" y="1404"/>
                  </a:lnTo>
                  <a:lnTo>
                    <a:pt x="761" y="1398"/>
                  </a:lnTo>
                  <a:lnTo>
                    <a:pt x="775" y="1388"/>
                  </a:lnTo>
                  <a:lnTo>
                    <a:pt x="784" y="1373"/>
                  </a:lnTo>
                  <a:lnTo>
                    <a:pt x="787" y="1357"/>
                  </a:lnTo>
                  <a:lnTo>
                    <a:pt x="781" y="1337"/>
                  </a:lnTo>
                  <a:lnTo>
                    <a:pt x="781" y="13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2719" name="Freeform 29"/>
            <p:cNvSpPr>
              <a:spLocks/>
            </p:cNvSpPr>
            <p:nvPr/>
          </p:nvSpPr>
          <p:spPr bwMode="auto">
            <a:xfrm>
              <a:off x="1439" y="1948"/>
              <a:ext cx="125" cy="76"/>
            </a:xfrm>
            <a:custGeom>
              <a:avLst/>
              <a:gdLst>
                <a:gd name="T0" fmla="*/ 5 w 628"/>
                <a:gd name="T1" fmla="*/ 2 h 383"/>
                <a:gd name="T2" fmla="*/ 5 w 628"/>
                <a:gd name="T3" fmla="*/ 2 h 383"/>
                <a:gd name="T4" fmla="*/ 4 w 628"/>
                <a:gd name="T5" fmla="*/ 2 h 383"/>
                <a:gd name="T6" fmla="*/ 4 w 628"/>
                <a:gd name="T7" fmla="*/ 2 h 383"/>
                <a:gd name="T8" fmla="*/ 4 w 628"/>
                <a:gd name="T9" fmla="*/ 2 h 383"/>
                <a:gd name="T10" fmla="*/ 3 w 628"/>
                <a:gd name="T11" fmla="*/ 2 h 383"/>
                <a:gd name="T12" fmla="*/ 3 w 628"/>
                <a:gd name="T13" fmla="*/ 2 h 383"/>
                <a:gd name="T14" fmla="*/ 3 w 628"/>
                <a:gd name="T15" fmla="*/ 2 h 383"/>
                <a:gd name="T16" fmla="*/ 3 w 628"/>
                <a:gd name="T17" fmla="*/ 2 h 383"/>
                <a:gd name="T18" fmla="*/ 2 w 628"/>
                <a:gd name="T19" fmla="*/ 2 h 383"/>
                <a:gd name="T20" fmla="*/ 2 w 628"/>
                <a:gd name="T21" fmla="*/ 2 h 383"/>
                <a:gd name="T22" fmla="*/ 2 w 628"/>
                <a:gd name="T23" fmla="*/ 1 h 383"/>
                <a:gd name="T24" fmla="*/ 2 w 628"/>
                <a:gd name="T25" fmla="*/ 1 h 383"/>
                <a:gd name="T26" fmla="*/ 1 w 628"/>
                <a:gd name="T27" fmla="*/ 1 h 383"/>
                <a:gd name="T28" fmla="*/ 1 w 628"/>
                <a:gd name="T29" fmla="*/ 1 h 383"/>
                <a:gd name="T30" fmla="*/ 1 w 628"/>
                <a:gd name="T31" fmla="*/ 1 h 383"/>
                <a:gd name="T32" fmla="*/ 1 w 628"/>
                <a:gd name="T33" fmla="*/ 0 h 383"/>
                <a:gd name="T34" fmla="*/ 1 w 628"/>
                <a:gd name="T35" fmla="*/ 0 h 383"/>
                <a:gd name="T36" fmla="*/ 0 w 628"/>
                <a:gd name="T37" fmla="*/ 0 h 383"/>
                <a:gd name="T38" fmla="*/ 0 w 628"/>
                <a:gd name="T39" fmla="*/ 1 h 383"/>
                <a:gd name="T40" fmla="*/ 0 w 628"/>
                <a:gd name="T41" fmla="*/ 1 h 383"/>
                <a:gd name="T42" fmla="*/ 1 w 628"/>
                <a:gd name="T43" fmla="*/ 1 h 383"/>
                <a:gd name="T44" fmla="*/ 1 w 628"/>
                <a:gd name="T45" fmla="*/ 1 h 383"/>
                <a:gd name="T46" fmla="*/ 1 w 628"/>
                <a:gd name="T47" fmla="*/ 2 h 383"/>
                <a:gd name="T48" fmla="*/ 1 w 628"/>
                <a:gd name="T49" fmla="*/ 2 h 383"/>
                <a:gd name="T50" fmla="*/ 2 w 628"/>
                <a:gd name="T51" fmla="*/ 2 h 383"/>
                <a:gd name="T52" fmla="*/ 2 w 628"/>
                <a:gd name="T53" fmla="*/ 2 h 383"/>
                <a:gd name="T54" fmla="*/ 2 w 628"/>
                <a:gd name="T55" fmla="*/ 2 h 383"/>
                <a:gd name="T56" fmla="*/ 3 w 628"/>
                <a:gd name="T57" fmla="*/ 3 h 383"/>
                <a:gd name="T58" fmla="*/ 3 w 628"/>
                <a:gd name="T59" fmla="*/ 3 h 383"/>
                <a:gd name="T60" fmla="*/ 3 w 628"/>
                <a:gd name="T61" fmla="*/ 3 h 383"/>
                <a:gd name="T62" fmla="*/ 4 w 628"/>
                <a:gd name="T63" fmla="*/ 3 h 383"/>
                <a:gd name="T64" fmla="*/ 4 w 628"/>
                <a:gd name="T65" fmla="*/ 3 h 383"/>
                <a:gd name="T66" fmla="*/ 4 w 628"/>
                <a:gd name="T67" fmla="*/ 3 h 383"/>
                <a:gd name="T68" fmla="*/ 5 w 628"/>
                <a:gd name="T69" fmla="*/ 3 h 383"/>
                <a:gd name="T70" fmla="*/ 5 w 628"/>
                <a:gd name="T71" fmla="*/ 3 h 383"/>
                <a:gd name="T72" fmla="*/ 5 w 628"/>
                <a:gd name="T73" fmla="*/ 3 h 383"/>
                <a:gd name="T74" fmla="*/ 5 w 628"/>
                <a:gd name="T75" fmla="*/ 3 h 383"/>
                <a:gd name="T76" fmla="*/ 5 w 628"/>
                <a:gd name="T77" fmla="*/ 3 h 383"/>
                <a:gd name="T78" fmla="*/ 5 w 628"/>
                <a:gd name="T79" fmla="*/ 3 h 383"/>
                <a:gd name="T80" fmla="*/ 5 w 628"/>
                <a:gd name="T81" fmla="*/ 3 h 383"/>
                <a:gd name="T82" fmla="*/ 5 w 628"/>
                <a:gd name="T83" fmla="*/ 3 h 383"/>
                <a:gd name="T84" fmla="*/ 5 w 628"/>
                <a:gd name="T85" fmla="*/ 2 h 383"/>
                <a:gd name="T86" fmla="*/ 5 w 628"/>
                <a:gd name="T87" fmla="*/ 2 h 383"/>
                <a:gd name="T88" fmla="*/ 5 w 628"/>
                <a:gd name="T89" fmla="*/ 2 h 383"/>
                <a:gd name="T90" fmla="*/ 5 w 628"/>
                <a:gd name="T91" fmla="*/ 2 h 38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628"/>
                <a:gd name="T139" fmla="*/ 0 h 383"/>
                <a:gd name="T140" fmla="*/ 628 w 628"/>
                <a:gd name="T141" fmla="*/ 383 h 38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628" h="383">
                  <a:moveTo>
                    <a:pt x="581" y="289"/>
                  </a:moveTo>
                  <a:lnTo>
                    <a:pt x="582" y="289"/>
                  </a:lnTo>
                  <a:lnTo>
                    <a:pt x="541" y="287"/>
                  </a:lnTo>
                  <a:lnTo>
                    <a:pt x="500" y="283"/>
                  </a:lnTo>
                  <a:lnTo>
                    <a:pt x="462" y="276"/>
                  </a:lnTo>
                  <a:lnTo>
                    <a:pt x="424" y="268"/>
                  </a:lnTo>
                  <a:lnTo>
                    <a:pt x="389" y="255"/>
                  </a:lnTo>
                  <a:lnTo>
                    <a:pt x="352" y="242"/>
                  </a:lnTo>
                  <a:lnTo>
                    <a:pt x="320" y="227"/>
                  </a:lnTo>
                  <a:lnTo>
                    <a:pt x="287" y="209"/>
                  </a:lnTo>
                  <a:lnTo>
                    <a:pt x="255" y="189"/>
                  </a:lnTo>
                  <a:lnTo>
                    <a:pt x="226" y="168"/>
                  </a:lnTo>
                  <a:lnTo>
                    <a:pt x="198" y="145"/>
                  </a:lnTo>
                  <a:lnTo>
                    <a:pt x="172" y="119"/>
                  </a:lnTo>
                  <a:lnTo>
                    <a:pt x="146" y="92"/>
                  </a:lnTo>
                  <a:lnTo>
                    <a:pt x="122" y="64"/>
                  </a:lnTo>
                  <a:lnTo>
                    <a:pt x="100" y="33"/>
                  </a:lnTo>
                  <a:lnTo>
                    <a:pt x="82" y="0"/>
                  </a:lnTo>
                  <a:lnTo>
                    <a:pt x="0" y="47"/>
                  </a:lnTo>
                  <a:lnTo>
                    <a:pt x="23" y="85"/>
                  </a:lnTo>
                  <a:lnTo>
                    <a:pt x="49" y="120"/>
                  </a:lnTo>
                  <a:lnTo>
                    <a:pt x="76" y="153"/>
                  </a:lnTo>
                  <a:lnTo>
                    <a:pt x="104" y="185"/>
                  </a:lnTo>
                  <a:lnTo>
                    <a:pt x="137" y="215"/>
                  </a:lnTo>
                  <a:lnTo>
                    <a:pt x="170" y="241"/>
                  </a:lnTo>
                  <a:lnTo>
                    <a:pt x="204" y="267"/>
                  </a:lnTo>
                  <a:lnTo>
                    <a:pt x="240" y="289"/>
                  </a:lnTo>
                  <a:lnTo>
                    <a:pt x="277" y="309"/>
                  </a:lnTo>
                  <a:lnTo>
                    <a:pt x="317" y="329"/>
                  </a:lnTo>
                  <a:lnTo>
                    <a:pt x="358" y="344"/>
                  </a:lnTo>
                  <a:lnTo>
                    <a:pt x="400" y="357"/>
                  </a:lnTo>
                  <a:lnTo>
                    <a:pt x="444" y="367"/>
                  </a:lnTo>
                  <a:lnTo>
                    <a:pt x="488" y="374"/>
                  </a:lnTo>
                  <a:lnTo>
                    <a:pt x="534" y="380"/>
                  </a:lnTo>
                  <a:lnTo>
                    <a:pt x="580" y="383"/>
                  </a:lnTo>
                  <a:lnTo>
                    <a:pt x="581" y="383"/>
                  </a:lnTo>
                  <a:lnTo>
                    <a:pt x="580" y="383"/>
                  </a:lnTo>
                  <a:lnTo>
                    <a:pt x="600" y="379"/>
                  </a:lnTo>
                  <a:lnTo>
                    <a:pt x="615" y="369"/>
                  </a:lnTo>
                  <a:lnTo>
                    <a:pt x="624" y="353"/>
                  </a:lnTo>
                  <a:lnTo>
                    <a:pt x="628" y="337"/>
                  </a:lnTo>
                  <a:lnTo>
                    <a:pt x="625" y="319"/>
                  </a:lnTo>
                  <a:lnTo>
                    <a:pt x="617" y="304"/>
                  </a:lnTo>
                  <a:lnTo>
                    <a:pt x="602" y="294"/>
                  </a:lnTo>
                  <a:lnTo>
                    <a:pt x="582" y="289"/>
                  </a:lnTo>
                  <a:lnTo>
                    <a:pt x="581" y="28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2720" name="Freeform 30"/>
            <p:cNvSpPr>
              <a:spLocks/>
            </p:cNvSpPr>
            <p:nvPr/>
          </p:nvSpPr>
          <p:spPr bwMode="auto">
            <a:xfrm>
              <a:off x="1587" y="1880"/>
              <a:ext cx="85" cy="49"/>
            </a:xfrm>
            <a:custGeom>
              <a:avLst/>
              <a:gdLst>
                <a:gd name="T0" fmla="*/ 3 w 426"/>
                <a:gd name="T1" fmla="*/ 0 h 245"/>
                <a:gd name="T2" fmla="*/ 3 w 426"/>
                <a:gd name="T3" fmla="*/ 0 h 245"/>
                <a:gd name="T4" fmla="*/ 3 w 426"/>
                <a:gd name="T5" fmla="*/ 0 h 245"/>
                <a:gd name="T6" fmla="*/ 3 w 426"/>
                <a:gd name="T7" fmla="*/ 0 h 245"/>
                <a:gd name="T8" fmla="*/ 2 w 426"/>
                <a:gd name="T9" fmla="*/ 0 h 245"/>
                <a:gd name="T10" fmla="*/ 2 w 426"/>
                <a:gd name="T11" fmla="*/ 0 h 245"/>
                <a:gd name="T12" fmla="*/ 2 w 426"/>
                <a:gd name="T13" fmla="*/ 0 h 245"/>
                <a:gd name="T14" fmla="*/ 2 w 426"/>
                <a:gd name="T15" fmla="*/ 0 h 245"/>
                <a:gd name="T16" fmla="*/ 1 w 426"/>
                <a:gd name="T17" fmla="*/ 0 h 245"/>
                <a:gd name="T18" fmla="*/ 1 w 426"/>
                <a:gd name="T19" fmla="*/ 1 h 245"/>
                <a:gd name="T20" fmla="*/ 1 w 426"/>
                <a:gd name="T21" fmla="*/ 1 h 245"/>
                <a:gd name="T22" fmla="*/ 1 w 426"/>
                <a:gd name="T23" fmla="*/ 1 h 245"/>
                <a:gd name="T24" fmla="*/ 0 w 426"/>
                <a:gd name="T25" fmla="*/ 1 h 245"/>
                <a:gd name="T26" fmla="*/ 0 w 426"/>
                <a:gd name="T27" fmla="*/ 1 h 245"/>
                <a:gd name="T28" fmla="*/ 0 w 426"/>
                <a:gd name="T29" fmla="*/ 1 h 245"/>
                <a:gd name="T30" fmla="*/ 0 w 426"/>
                <a:gd name="T31" fmla="*/ 2 h 245"/>
                <a:gd name="T32" fmla="*/ 0 w 426"/>
                <a:gd name="T33" fmla="*/ 2 h 245"/>
                <a:gd name="T34" fmla="*/ 0 w 426"/>
                <a:gd name="T35" fmla="*/ 2 h 245"/>
                <a:gd name="T36" fmla="*/ 0 w 426"/>
                <a:gd name="T37" fmla="*/ 2 h 245"/>
                <a:gd name="T38" fmla="*/ 0 w 426"/>
                <a:gd name="T39" fmla="*/ 2 h 245"/>
                <a:gd name="T40" fmla="*/ 0 w 426"/>
                <a:gd name="T41" fmla="*/ 2 h 245"/>
                <a:gd name="T42" fmla="*/ 0 w 426"/>
                <a:gd name="T43" fmla="*/ 1 h 245"/>
                <a:gd name="T44" fmla="*/ 0 w 426"/>
                <a:gd name="T45" fmla="*/ 1 h 245"/>
                <a:gd name="T46" fmla="*/ 0 w 426"/>
                <a:gd name="T47" fmla="*/ 1 h 245"/>
                <a:gd name="T48" fmla="*/ 1 w 426"/>
                <a:gd name="T49" fmla="*/ 1 h 245"/>
                <a:gd name="T50" fmla="*/ 1 w 426"/>
                <a:gd name="T51" fmla="*/ 1 h 245"/>
                <a:gd name="T52" fmla="*/ 1 w 426"/>
                <a:gd name="T53" fmla="*/ 1 h 245"/>
                <a:gd name="T54" fmla="*/ 1 w 426"/>
                <a:gd name="T55" fmla="*/ 1 h 245"/>
                <a:gd name="T56" fmla="*/ 2 w 426"/>
                <a:gd name="T57" fmla="*/ 0 h 245"/>
                <a:gd name="T58" fmla="*/ 2 w 426"/>
                <a:gd name="T59" fmla="*/ 0 h 245"/>
                <a:gd name="T60" fmla="*/ 2 w 426"/>
                <a:gd name="T61" fmla="*/ 0 h 245"/>
                <a:gd name="T62" fmla="*/ 2 w 426"/>
                <a:gd name="T63" fmla="*/ 0 h 245"/>
                <a:gd name="T64" fmla="*/ 3 w 426"/>
                <a:gd name="T65" fmla="*/ 0 h 245"/>
                <a:gd name="T66" fmla="*/ 3 w 426"/>
                <a:gd name="T67" fmla="*/ 0 h 245"/>
                <a:gd name="T68" fmla="*/ 3 w 426"/>
                <a:gd name="T69" fmla="*/ 0 h 245"/>
                <a:gd name="T70" fmla="*/ 3 w 426"/>
                <a:gd name="T71" fmla="*/ 0 h 245"/>
                <a:gd name="T72" fmla="*/ 3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426" y="0"/>
                  </a:moveTo>
                  <a:lnTo>
                    <a:pt x="426" y="0"/>
                  </a:lnTo>
                  <a:lnTo>
                    <a:pt x="384" y="1"/>
                  </a:lnTo>
                  <a:lnTo>
                    <a:pt x="340" y="4"/>
                  </a:lnTo>
                  <a:lnTo>
                    <a:pt x="300" y="10"/>
                  </a:lnTo>
                  <a:lnTo>
                    <a:pt x="262" y="18"/>
                  </a:lnTo>
                  <a:lnTo>
                    <a:pt x="224" y="29"/>
                  </a:lnTo>
                  <a:lnTo>
                    <a:pt x="189" y="41"/>
                  </a:lnTo>
                  <a:lnTo>
                    <a:pt x="157" y="55"/>
                  </a:lnTo>
                  <a:lnTo>
                    <a:pt x="126" y="70"/>
                  </a:lnTo>
                  <a:lnTo>
                    <a:pt x="99" y="89"/>
                  </a:lnTo>
                  <a:lnTo>
                    <a:pt x="74" y="106"/>
                  </a:lnTo>
                  <a:lnTo>
                    <a:pt x="52" y="126"/>
                  </a:lnTo>
                  <a:lnTo>
                    <a:pt x="34" y="148"/>
                  </a:lnTo>
                  <a:lnTo>
                    <a:pt x="19" y="171"/>
                  </a:lnTo>
                  <a:lnTo>
                    <a:pt x="9" y="194"/>
                  </a:lnTo>
                  <a:lnTo>
                    <a:pt x="3" y="219"/>
                  </a:lnTo>
                  <a:lnTo>
                    <a:pt x="0" y="245"/>
                  </a:lnTo>
                  <a:lnTo>
                    <a:pt x="12" y="245"/>
                  </a:lnTo>
                  <a:lnTo>
                    <a:pt x="15" y="221"/>
                  </a:lnTo>
                  <a:lnTo>
                    <a:pt x="20" y="199"/>
                  </a:lnTo>
                  <a:lnTo>
                    <a:pt x="31" y="178"/>
                  </a:lnTo>
                  <a:lnTo>
                    <a:pt x="44" y="156"/>
                  </a:lnTo>
                  <a:lnTo>
                    <a:pt x="61" y="136"/>
                  </a:lnTo>
                  <a:lnTo>
                    <a:pt x="81" y="116"/>
                  </a:lnTo>
                  <a:lnTo>
                    <a:pt x="106" y="98"/>
                  </a:lnTo>
                  <a:lnTo>
                    <a:pt x="133" y="82"/>
                  </a:lnTo>
                  <a:lnTo>
                    <a:pt x="162" y="66"/>
                  </a:lnTo>
                  <a:lnTo>
                    <a:pt x="194" y="52"/>
                  </a:lnTo>
                  <a:lnTo>
                    <a:pt x="229" y="41"/>
                  </a:lnTo>
                  <a:lnTo>
                    <a:pt x="264" y="30"/>
                  </a:lnTo>
                  <a:lnTo>
                    <a:pt x="303" y="22"/>
                  </a:lnTo>
                  <a:lnTo>
                    <a:pt x="343" y="16"/>
                  </a:lnTo>
                  <a:lnTo>
                    <a:pt x="384" y="12"/>
                  </a:lnTo>
                  <a:lnTo>
                    <a:pt x="426" y="11"/>
                  </a:lnTo>
                  <a:lnTo>
                    <a:pt x="42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2721" name="Freeform 31"/>
            <p:cNvSpPr>
              <a:spLocks/>
            </p:cNvSpPr>
            <p:nvPr/>
          </p:nvSpPr>
          <p:spPr bwMode="auto">
            <a:xfrm>
              <a:off x="1587" y="1929"/>
              <a:ext cx="85" cy="49"/>
            </a:xfrm>
            <a:custGeom>
              <a:avLst/>
              <a:gdLst>
                <a:gd name="T0" fmla="*/ 0 w 426"/>
                <a:gd name="T1" fmla="*/ 0 h 245"/>
                <a:gd name="T2" fmla="*/ 0 w 426"/>
                <a:gd name="T3" fmla="*/ 0 h 245"/>
                <a:gd name="T4" fmla="*/ 0 w 426"/>
                <a:gd name="T5" fmla="*/ 0 h 245"/>
                <a:gd name="T6" fmla="*/ 0 w 426"/>
                <a:gd name="T7" fmla="*/ 0 h 245"/>
                <a:gd name="T8" fmla="*/ 0 w 426"/>
                <a:gd name="T9" fmla="*/ 1 h 245"/>
                <a:gd name="T10" fmla="*/ 0 w 426"/>
                <a:gd name="T11" fmla="*/ 1 h 245"/>
                <a:gd name="T12" fmla="*/ 0 w 426"/>
                <a:gd name="T13" fmla="*/ 1 h 245"/>
                <a:gd name="T14" fmla="*/ 1 w 426"/>
                <a:gd name="T15" fmla="*/ 1 h 245"/>
                <a:gd name="T16" fmla="*/ 1 w 426"/>
                <a:gd name="T17" fmla="*/ 1 h 245"/>
                <a:gd name="T18" fmla="*/ 1 w 426"/>
                <a:gd name="T19" fmla="*/ 1 h 245"/>
                <a:gd name="T20" fmla="*/ 1 w 426"/>
                <a:gd name="T21" fmla="*/ 2 h 245"/>
                <a:gd name="T22" fmla="*/ 2 w 426"/>
                <a:gd name="T23" fmla="*/ 2 h 245"/>
                <a:gd name="T24" fmla="*/ 2 w 426"/>
                <a:gd name="T25" fmla="*/ 2 h 245"/>
                <a:gd name="T26" fmla="*/ 2 w 426"/>
                <a:gd name="T27" fmla="*/ 2 h 245"/>
                <a:gd name="T28" fmla="*/ 2 w 426"/>
                <a:gd name="T29" fmla="*/ 2 h 245"/>
                <a:gd name="T30" fmla="*/ 3 w 426"/>
                <a:gd name="T31" fmla="*/ 2 h 245"/>
                <a:gd name="T32" fmla="*/ 3 w 426"/>
                <a:gd name="T33" fmla="*/ 2 h 245"/>
                <a:gd name="T34" fmla="*/ 3 w 426"/>
                <a:gd name="T35" fmla="*/ 2 h 245"/>
                <a:gd name="T36" fmla="*/ 3 w 426"/>
                <a:gd name="T37" fmla="*/ 2 h 245"/>
                <a:gd name="T38" fmla="*/ 3 w 426"/>
                <a:gd name="T39" fmla="*/ 2 h 245"/>
                <a:gd name="T40" fmla="*/ 3 w 426"/>
                <a:gd name="T41" fmla="*/ 2 h 245"/>
                <a:gd name="T42" fmla="*/ 2 w 426"/>
                <a:gd name="T43" fmla="*/ 2 h 245"/>
                <a:gd name="T44" fmla="*/ 2 w 426"/>
                <a:gd name="T45" fmla="*/ 2 h 245"/>
                <a:gd name="T46" fmla="*/ 2 w 426"/>
                <a:gd name="T47" fmla="*/ 2 h 245"/>
                <a:gd name="T48" fmla="*/ 2 w 426"/>
                <a:gd name="T49" fmla="*/ 2 h 245"/>
                <a:gd name="T50" fmla="*/ 1 w 426"/>
                <a:gd name="T51" fmla="*/ 1 h 245"/>
                <a:gd name="T52" fmla="*/ 1 w 426"/>
                <a:gd name="T53" fmla="*/ 1 h 245"/>
                <a:gd name="T54" fmla="*/ 1 w 426"/>
                <a:gd name="T55" fmla="*/ 1 h 245"/>
                <a:gd name="T56" fmla="*/ 1 w 426"/>
                <a:gd name="T57" fmla="*/ 1 h 245"/>
                <a:gd name="T58" fmla="*/ 0 w 426"/>
                <a:gd name="T59" fmla="*/ 1 h 245"/>
                <a:gd name="T60" fmla="*/ 0 w 426"/>
                <a:gd name="T61" fmla="*/ 1 h 245"/>
                <a:gd name="T62" fmla="*/ 0 w 426"/>
                <a:gd name="T63" fmla="*/ 1 h 245"/>
                <a:gd name="T64" fmla="*/ 0 w 426"/>
                <a:gd name="T65" fmla="*/ 0 h 245"/>
                <a:gd name="T66" fmla="*/ 0 w 426"/>
                <a:gd name="T67" fmla="*/ 0 h 245"/>
                <a:gd name="T68" fmla="*/ 0 w 426"/>
                <a:gd name="T69" fmla="*/ 0 h 245"/>
                <a:gd name="T70" fmla="*/ 0 w 426"/>
                <a:gd name="T71" fmla="*/ 0 h 245"/>
                <a:gd name="T72" fmla="*/ 0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0" y="0"/>
                  </a:moveTo>
                  <a:lnTo>
                    <a:pt x="0" y="0"/>
                  </a:lnTo>
                  <a:lnTo>
                    <a:pt x="3" y="25"/>
                  </a:lnTo>
                  <a:lnTo>
                    <a:pt x="9" y="50"/>
                  </a:lnTo>
                  <a:lnTo>
                    <a:pt x="19" y="73"/>
                  </a:lnTo>
                  <a:lnTo>
                    <a:pt x="34" y="96"/>
                  </a:lnTo>
                  <a:lnTo>
                    <a:pt x="52" y="118"/>
                  </a:lnTo>
                  <a:lnTo>
                    <a:pt x="74" y="138"/>
                  </a:lnTo>
                  <a:lnTo>
                    <a:pt x="99" y="156"/>
                  </a:lnTo>
                  <a:lnTo>
                    <a:pt x="126" y="174"/>
                  </a:lnTo>
                  <a:lnTo>
                    <a:pt x="157" y="190"/>
                  </a:lnTo>
                  <a:lnTo>
                    <a:pt x="189" y="204"/>
                  </a:lnTo>
                  <a:lnTo>
                    <a:pt x="224" y="215"/>
                  </a:lnTo>
                  <a:lnTo>
                    <a:pt x="262" y="226"/>
                  </a:lnTo>
                  <a:lnTo>
                    <a:pt x="300" y="234"/>
                  </a:lnTo>
                  <a:lnTo>
                    <a:pt x="340" y="240"/>
                  </a:lnTo>
                  <a:lnTo>
                    <a:pt x="384" y="244"/>
                  </a:lnTo>
                  <a:lnTo>
                    <a:pt x="426" y="245"/>
                  </a:lnTo>
                  <a:lnTo>
                    <a:pt x="426" y="233"/>
                  </a:lnTo>
                  <a:lnTo>
                    <a:pt x="384" y="232"/>
                  </a:lnTo>
                  <a:lnTo>
                    <a:pt x="343" y="228"/>
                  </a:lnTo>
                  <a:lnTo>
                    <a:pt x="303" y="222"/>
                  </a:lnTo>
                  <a:lnTo>
                    <a:pt x="264" y="214"/>
                  </a:lnTo>
                  <a:lnTo>
                    <a:pt x="229" y="204"/>
                  </a:lnTo>
                  <a:lnTo>
                    <a:pt x="194" y="192"/>
                  </a:lnTo>
                  <a:lnTo>
                    <a:pt x="162" y="178"/>
                  </a:lnTo>
                  <a:lnTo>
                    <a:pt x="133" y="163"/>
                  </a:lnTo>
                  <a:lnTo>
                    <a:pt x="106" y="146"/>
                  </a:lnTo>
                  <a:lnTo>
                    <a:pt x="81" y="129"/>
                  </a:lnTo>
                  <a:lnTo>
                    <a:pt x="61" y="109"/>
                  </a:lnTo>
                  <a:lnTo>
                    <a:pt x="44" y="89"/>
                  </a:lnTo>
                  <a:lnTo>
                    <a:pt x="31" y="66"/>
                  </a:lnTo>
                  <a:lnTo>
                    <a:pt x="20" y="45"/>
                  </a:lnTo>
                  <a:lnTo>
                    <a:pt x="15" y="2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2722" name="Freeform 32"/>
            <p:cNvSpPr>
              <a:spLocks/>
            </p:cNvSpPr>
            <p:nvPr/>
          </p:nvSpPr>
          <p:spPr bwMode="auto">
            <a:xfrm>
              <a:off x="878" y="1448"/>
              <a:ext cx="792" cy="954"/>
            </a:xfrm>
            <a:custGeom>
              <a:avLst/>
              <a:gdLst>
                <a:gd name="T0" fmla="*/ 13 w 3960"/>
                <a:gd name="T1" fmla="*/ 38 h 4768"/>
                <a:gd name="T2" fmla="*/ 14 w 3960"/>
                <a:gd name="T3" fmla="*/ 38 h 4768"/>
                <a:gd name="T4" fmla="*/ 15 w 3960"/>
                <a:gd name="T5" fmla="*/ 38 h 4768"/>
                <a:gd name="T6" fmla="*/ 15 w 3960"/>
                <a:gd name="T7" fmla="*/ 38 h 4768"/>
                <a:gd name="T8" fmla="*/ 16 w 3960"/>
                <a:gd name="T9" fmla="*/ 38 h 4768"/>
                <a:gd name="T10" fmla="*/ 17 w 3960"/>
                <a:gd name="T11" fmla="*/ 38 h 4768"/>
                <a:gd name="T12" fmla="*/ 17 w 3960"/>
                <a:gd name="T13" fmla="*/ 38 h 4768"/>
                <a:gd name="T14" fmla="*/ 18 w 3960"/>
                <a:gd name="T15" fmla="*/ 38 h 4768"/>
                <a:gd name="T16" fmla="*/ 18 w 3960"/>
                <a:gd name="T17" fmla="*/ 38 h 4768"/>
                <a:gd name="T18" fmla="*/ 29 w 3960"/>
                <a:gd name="T19" fmla="*/ 30 h 4768"/>
                <a:gd name="T20" fmla="*/ 30 w 3960"/>
                <a:gd name="T21" fmla="*/ 30 h 4768"/>
                <a:gd name="T22" fmla="*/ 30 w 3960"/>
                <a:gd name="T23" fmla="*/ 29 h 4768"/>
                <a:gd name="T24" fmla="*/ 31 w 3960"/>
                <a:gd name="T25" fmla="*/ 28 h 4768"/>
                <a:gd name="T26" fmla="*/ 31 w 3960"/>
                <a:gd name="T27" fmla="*/ 28 h 4768"/>
                <a:gd name="T28" fmla="*/ 31 w 3960"/>
                <a:gd name="T29" fmla="*/ 27 h 4768"/>
                <a:gd name="T30" fmla="*/ 32 w 3960"/>
                <a:gd name="T31" fmla="*/ 26 h 4768"/>
                <a:gd name="T32" fmla="*/ 32 w 3960"/>
                <a:gd name="T33" fmla="*/ 25 h 4768"/>
                <a:gd name="T34" fmla="*/ 32 w 3960"/>
                <a:gd name="T35" fmla="*/ 11 h 4768"/>
                <a:gd name="T36" fmla="*/ 32 w 3960"/>
                <a:gd name="T37" fmla="*/ 10 h 4768"/>
                <a:gd name="T38" fmla="*/ 31 w 3960"/>
                <a:gd name="T39" fmla="*/ 9 h 4768"/>
                <a:gd name="T40" fmla="*/ 31 w 3960"/>
                <a:gd name="T41" fmla="*/ 9 h 4768"/>
                <a:gd name="T42" fmla="*/ 31 w 3960"/>
                <a:gd name="T43" fmla="*/ 8 h 4768"/>
                <a:gd name="T44" fmla="*/ 31 w 3960"/>
                <a:gd name="T45" fmla="*/ 8 h 4768"/>
                <a:gd name="T46" fmla="*/ 30 w 3960"/>
                <a:gd name="T47" fmla="*/ 7 h 4768"/>
                <a:gd name="T48" fmla="*/ 30 w 3960"/>
                <a:gd name="T49" fmla="*/ 7 h 4768"/>
                <a:gd name="T50" fmla="*/ 29 w 3960"/>
                <a:gd name="T51" fmla="*/ 6 h 4768"/>
                <a:gd name="T52" fmla="*/ 19 w 3960"/>
                <a:gd name="T53" fmla="*/ 1 h 4768"/>
                <a:gd name="T54" fmla="*/ 18 w 3960"/>
                <a:gd name="T55" fmla="*/ 0 h 4768"/>
                <a:gd name="T56" fmla="*/ 17 w 3960"/>
                <a:gd name="T57" fmla="*/ 0 h 4768"/>
                <a:gd name="T58" fmla="*/ 17 w 3960"/>
                <a:gd name="T59" fmla="*/ 0 h 4768"/>
                <a:gd name="T60" fmla="*/ 16 w 3960"/>
                <a:gd name="T61" fmla="*/ 0 h 4768"/>
                <a:gd name="T62" fmla="*/ 15 w 3960"/>
                <a:gd name="T63" fmla="*/ 0 h 4768"/>
                <a:gd name="T64" fmla="*/ 14 w 3960"/>
                <a:gd name="T65" fmla="*/ 0 h 4768"/>
                <a:gd name="T66" fmla="*/ 14 w 3960"/>
                <a:gd name="T67" fmla="*/ 0 h 4768"/>
                <a:gd name="T68" fmla="*/ 2 w 3960"/>
                <a:gd name="T69" fmla="*/ 6 h 4768"/>
                <a:gd name="T70" fmla="*/ 2 w 3960"/>
                <a:gd name="T71" fmla="*/ 7 h 4768"/>
                <a:gd name="T72" fmla="*/ 1 w 3960"/>
                <a:gd name="T73" fmla="*/ 7 h 4768"/>
                <a:gd name="T74" fmla="*/ 1 w 3960"/>
                <a:gd name="T75" fmla="*/ 8 h 4768"/>
                <a:gd name="T76" fmla="*/ 1 w 3960"/>
                <a:gd name="T77" fmla="*/ 8 h 4768"/>
                <a:gd name="T78" fmla="*/ 0 w 3960"/>
                <a:gd name="T79" fmla="*/ 9 h 4768"/>
                <a:gd name="T80" fmla="*/ 0 w 3960"/>
                <a:gd name="T81" fmla="*/ 9 h 4768"/>
                <a:gd name="T82" fmla="*/ 0 w 3960"/>
                <a:gd name="T83" fmla="*/ 10 h 4768"/>
                <a:gd name="T84" fmla="*/ 0 w 3960"/>
                <a:gd name="T85" fmla="*/ 11 h 4768"/>
                <a:gd name="T86" fmla="*/ 0 w 3960"/>
                <a:gd name="T87" fmla="*/ 25 h 4768"/>
                <a:gd name="T88" fmla="*/ 0 w 3960"/>
                <a:gd name="T89" fmla="*/ 26 h 4768"/>
                <a:gd name="T90" fmla="*/ 0 w 3960"/>
                <a:gd name="T91" fmla="*/ 27 h 4768"/>
                <a:gd name="T92" fmla="*/ 1 w 3960"/>
                <a:gd name="T93" fmla="*/ 28 h 4768"/>
                <a:gd name="T94" fmla="*/ 1 w 3960"/>
                <a:gd name="T95" fmla="*/ 29 h 4768"/>
                <a:gd name="T96" fmla="*/ 1 w 3960"/>
                <a:gd name="T97" fmla="*/ 29 h 4768"/>
                <a:gd name="T98" fmla="*/ 2 w 3960"/>
                <a:gd name="T99" fmla="*/ 30 h 4768"/>
                <a:gd name="T100" fmla="*/ 3 w 3960"/>
                <a:gd name="T101" fmla="*/ 31 h 4768"/>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w 3960"/>
                <a:gd name="T154" fmla="*/ 0 h 4768"/>
                <a:gd name="T155" fmla="*/ 3960 w 3960"/>
                <a:gd name="T156" fmla="*/ 4768 h 4768"/>
              </a:gdLst>
              <a:ahLst/>
              <a:cxnLst>
                <a:cxn ang="T102">
                  <a:pos x="T0" y="T1"/>
                </a:cxn>
                <a:cxn ang="T103">
                  <a:pos x="T2" y="T3"/>
                </a:cxn>
                <a:cxn ang="T104">
                  <a:pos x="T4" y="T5"/>
                </a:cxn>
                <a:cxn ang="T105">
                  <a:pos x="T6" y="T7"/>
                </a:cxn>
                <a:cxn ang="T106">
                  <a:pos x="T8" y="T9"/>
                </a:cxn>
                <a:cxn ang="T107">
                  <a:pos x="T10" y="T11"/>
                </a:cxn>
                <a:cxn ang="T108">
                  <a:pos x="T12" y="T13"/>
                </a:cxn>
                <a:cxn ang="T109">
                  <a:pos x="T14" y="T15"/>
                </a:cxn>
                <a:cxn ang="T110">
                  <a:pos x="T16" y="T17"/>
                </a:cxn>
                <a:cxn ang="T111">
                  <a:pos x="T18" y="T19"/>
                </a:cxn>
                <a:cxn ang="T112">
                  <a:pos x="T20" y="T21"/>
                </a:cxn>
                <a:cxn ang="T113">
                  <a:pos x="T22" y="T23"/>
                </a:cxn>
                <a:cxn ang="T114">
                  <a:pos x="T24" y="T25"/>
                </a:cxn>
                <a:cxn ang="T115">
                  <a:pos x="T26" y="T27"/>
                </a:cxn>
                <a:cxn ang="T116">
                  <a:pos x="T28" y="T29"/>
                </a:cxn>
                <a:cxn ang="T117">
                  <a:pos x="T30" y="T31"/>
                </a:cxn>
                <a:cxn ang="T118">
                  <a:pos x="T32" y="T33"/>
                </a:cxn>
                <a:cxn ang="T119">
                  <a:pos x="T34" y="T35"/>
                </a:cxn>
                <a:cxn ang="T120">
                  <a:pos x="T36" y="T37"/>
                </a:cxn>
                <a:cxn ang="T121">
                  <a:pos x="T38" y="T39"/>
                </a:cxn>
                <a:cxn ang="T122">
                  <a:pos x="T40" y="T41"/>
                </a:cxn>
                <a:cxn ang="T123">
                  <a:pos x="T42" y="T43"/>
                </a:cxn>
                <a:cxn ang="T124">
                  <a:pos x="T44" y="T45"/>
                </a:cxn>
                <a:cxn ang="T125">
                  <a:pos x="T46" y="T47"/>
                </a:cxn>
                <a:cxn ang="T126">
                  <a:pos x="T48" y="T49"/>
                </a:cxn>
                <a:cxn ang="T127">
                  <a:pos x="T50" y="T51"/>
                </a:cxn>
                <a:cxn ang="T128">
                  <a:pos x="T52" y="T53"/>
                </a:cxn>
                <a:cxn ang="T129">
                  <a:pos x="T54" y="T55"/>
                </a:cxn>
                <a:cxn ang="T130">
                  <a:pos x="T56" y="T57"/>
                </a:cxn>
                <a:cxn ang="T131">
                  <a:pos x="T58" y="T59"/>
                </a:cxn>
                <a:cxn ang="T132">
                  <a:pos x="T60" y="T61"/>
                </a:cxn>
                <a:cxn ang="T133">
                  <a:pos x="T62" y="T63"/>
                </a:cxn>
                <a:cxn ang="T134">
                  <a:pos x="T64" y="T65"/>
                </a:cxn>
                <a:cxn ang="T135">
                  <a:pos x="T66" y="T67"/>
                </a:cxn>
                <a:cxn ang="T136">
                  <a:pos x="T68" y="T69"/>
                </a:cxn>
                <a:cxn ang="T137">
                  <a:pos x="T70" y="T71"/>
                </a:cxn>
                <a:cxn ang="T138">
                  <a:pos x="T72" y="T73"/>
                </a:cxn>
                <a:cxn ang="T139">
                  <a:pos x="T74" y="T75"/>
                </a:cxn>
                <a:cxn ang="T140">
                  <a:pos x="T76" y="T77"/>
                </a:cxn>
                <a:cxn ang="T141">
                  <a:pos x="T78" y="T79"/>
                </a:cxn>
                <a:cxn ang="T142">
                  <a:pos x="T80" y="T81"/>
                </a:cxn>
                <a:cxn ang="T143">
                  <a:pos x="T82" y="T83"/>
                </a:cxn>
                <a:cxn ang="T144">
                  <a:pos x="T84" y="T85"/>
                </a:cxn>
                <a:cxn ang="T145">
                  <a:pos x="T86" y="T87"/>
                </a:cxn>
                <a:cxn ang="T146">
                  <a:pos x="T88" y="T89"/>
                </a:cxn>
                <a:cxn ang="T147">
                  <a:pos x="T90" y="T91"/>
                </a:cxn>
                <a:cxn ang="T148">
                  <a:pos x="T92" y="T93"/>
                </a:cxn>
                <a:cxn ang="T149">
                  <a:pos x="T94" y="T95"/>
                </a:cxn>
                <a:cxn ang="T150">
                  <a:pos x="T96" y="T97"/>
                </a:cxn>
                <a:cxn ang="T151">
                  <a:pos x="T98" y="T99"/>
                </a:cxn>
                <a:cxn ang="T152">
                  <a:pos x="T100" y="T101"/>
                </a:cxn>
              </a:cxnLst>
              <a:rect l="T153" t="T154" r="T155" b="T156"/>
              <a:pathLst>
                <a:path w="3960" h="4768">
                  <a:moveTo>
                    <a:pt x="353" y="3849"/>
                  </a:moveTo>
                  <a:lnTo>
                    <a:pt x="1661" y="4700"/>
                  </a:lnTo>
                  <a:lnTo>
                    <a:pt x="1697" y="4717"/>
                  </a:lnTo>
                  <a:lnTo>
                    <a:pt x="1736" y="4731"/>
                  </a:lnTo>
                  <a:lnTo>
                    <a:pt x="1776" y="4742"/>
                  </a:lnTo>
                  <a:lnTo>
                    <a:pt x="1818" y="4753"/>
                  </a:lnTo>
                  <a:lnTo>
                    <a:pt x="1860" y="4760"/>
                  </a:lnTo>
                  <a:lnTo>
                    <a:pt x="1902" y="4765"/>
                  </a:lnTo>
                  <a:lnTo>
                    <a:pt x="1946" y="4768"/>
                  </a:lnTo>
                  <a:lnTo>
                    <a:pt x="1988" y="4768"/>
                  </a:lnTo>
                  <a:lnTo>
                    <a:pt x="2031" y="4767"/>
                  </a:lnTo>
                  <a:lnTo>
                    <a:pt x="2073" y="4763"/>
                  </a:lnTo>
                  <a:lnTo>
                    <a:pt x="2114" y="4758"/>
                  </a:lnTo>
                  <a:lnTo>
                    <a:pt x="2154" y="4751"/>
                  </a:lnTo>
                  <a:lnTo>
                    <a:pt x="2193" y="4740"/>
                  </a:lnTo>
                  <a:lnTo>
                    <a:pt x="2230" y="4729"/>
                  </a:lnTo>
                  <a:lnTo>
                    <a:pt x="2264" y="4715"/>
                  </a:lnTo>
                  <a:lnTo>
                    <a:pt x="2297" y="4700"/>
                  </a:lnTo>
                  <a:lnTo>
                    <a:pt x="3639" y="3825"/>
                  </a:lnTo>
                  <a:lnTo>
                    <a:pt x="3673" y="3795"/>
                  </a:lnTo>
                  <a:lnTo>
                    <a:pt x="3707" y="3761"/>
                  </a:lnTo>
                  <a:lnTo>
                    <a:pt x="3738" y="3725"/>
                  </a:lnTo>
                  <a:lnTo>
                    <a:pt x="3768" y="3685"/>
                  </a:lnTo>
                  <a:lnTo>
                    <a:pt x="3796" y="3644"/>
                  </a:lnTo>
                  <a:lnTo>
                    <a:pt x="3821" y="3599"/>
                  </a:lnTo>
                  <a:lnTo>
                    <a:pt x="3846" y="3553"/>
                  </a:lnTo>
                  <a:lnTo>
                    <a:pt x="3868" y="3505"/>
                  </a:lnTo>
                  <a:lnTo>
                    <a:pt x="3888" y="3456"/>
                  </a:lnTo>
                  <a:lnTo>
                    <a:pt x="3907" y="3406"/>
                  </a:lnTo>
                  <a:lnTo>
                    <a:pt x="3922" y="3354"/>
                  </a:lnTo>
                  <a:lnTo>
                    <a:pt x="3935" y="3303"/>
                  </a:lnTo>
                  <a:lnTo>
                    <a:pt x="3946" y="3250"/>
                  </a:lnTo>
                  <a:lnTo>
                    <a:pt x="3953" y="3197"/>
                  </a:lnTo>
                  <a:lnTo>
                    <a:pt x="3957" y="3144"/>
                  </a:lnTo>
                  <a:lnTo>
                    <a:pt x="3960" y="3092"/>
                  </a:lnTo>
                  <a:lnTo>
                    <a:pt x="3959" y="1313"/>
                  </a:lnTo>
                  <a:lnTo>
                    <a:pt x="3955" y="1271"/>
                  </a:lnTo>
                  <a:lnTo>
                    <a:pt x="3949" y="1229"/>
                  </a:lnTo>
                  <a:lnTo>
                    <a:pt x="3941" y="1189"/>
                  </a:lnTo>
                  <a:lnTo>
                    <a:pt x="3930" y="1149"/>
                  </a:lnTo>
                  <a:lnTo>
                    <a:pt x="3918" y="1111"/>
                  </a:lnTo>
                  <a:lnTo>
                    <a:pt x="3902" y="1075"/>
                  </a:lnTo>
                  <a:lnTo>
                    <a:pt x="3886" y="1040"/>
                  </a:lnTo>
                  <a:lnTo>
                    <a:pt x="3867" y="1006"/>
                  </a:lnTo>
                  <a:lnTo>
                    <a:pt x="3846" y="973"/>
                  </a:lnTo>
                  <a:lnTo>
                    <a:pt x="3823" y="942"/>
                  </a:lnTo>
                  <a:lnTo>
                    <a:pt x="3798" y="913"/>
                  </a:lnTo>
                  <a:lnTo>
                    <a:pt x="3771" y="886"/>
                  </a:lnTo>
                  <a:lnTo>
                    <a:pt x="3743" y="860"/>
                  </a:lnTo>
                  <a:lnTo>
                    <a:pt x="3714" y="837"/>
                  </a:lnTo>
                  <a:lnTo>
                    <a:pt x="3682" y="816"/>
                  </a:lnTo>
                  <a:lnTo>
                    <a:pt x="3649" y="796"/>
                  </a:lnTo>
                  <a:lnTo>
                    <a:pt x="2386" y="83"/>
                  </a:lnTo>
                  <a:lnTo>
                    <a:pt x="2350" y="65"/>
                  </a:lnTo>
                  <a:lnTo>
                    <a:pt x="2310" y="50"/>
                  </a:lnTo>
                  <a:lnTo>
                    <a:pt x="2268" y="36"/>
                  </a:lnTo>
                  <a:lnTo>
                    <a:pt x="2223" y="24"/>
                  </a:lnTo>
                  <a:lnTo>
                    <a:pt x="2178" y="15"/>
                  </a:lnTo>
                  <a:lnTo>
                    <a:pt x="2131" y="8"/>
                  </a:lnTo>
                  <a:lnTo>
                    <a:pt x="2082" y="3"/>
                  </a:lnTo>
                  <a:lnTo>
                    <a:pt x="2032" y="0"/>
                  </a:lnTo>
                  <a:lnTo>
                    <a:pt x="1982" y="1"/>
                  </a:lnTo>
                  <a:lnTo>
                    <a:pt x="1933" y="3"/>
                  </a:lnTo>
                  <a:lnTo>
                    <a:pt x="1882" y="9"/>
                  </a:lnTo>
                  <a:lnTo>
                    <a:pt x="1833" y="17"/>
                  </a:lnTo>
                  <a:lnTo>
                    <a:pt x="1785" y="29"/>
                  </a:lnTo>
                  <a:lnTo>
                    <a:pt x="1737" y="43"/>
                  </a:lnTo>
                  <a:lnTo>
                    <a:pt x="1691" y="62"/>
                  </a:lnTo>
                  <a:lnTo>
                    <a:pt x="1647" y="83"/>
                  </a:lnTo>
                  <a:lnTo>
                    <a:pt x="311" y="782"/>
                  </a:lnTo>
                  <a:lnTo>
                    <a:pt x="276" y="803"/>
                  </a:lnTo>
                  <a:lnTo>
                    <a:pt x="243" y="826"/>
                  </a:lnTo>
                  <a:lnTo>
                    <a:pt x="213" y="852"/>
                  </a:lnTo>
                  <a:lnTo>
                    <a:pt x="184" y="879"/>
                  </a:lnTo>
                  <a:lnTo>
                    <a:pt x="155" y="908"/>
                  </a:lnTo>
                  <a:lnTo>
                    <a:pt x="131" y="939"/>
                  </a:lnTo>
                  <a:lnTo>
                    <a:pt x="107" y="971"/>
                  </a:lnTo>
                  <a:lnTo>
                    <a:pt x="86" y="1005"/>
                  </a:lnTo>
                  <a:lnTo>
                    <a:pt x="68" y="1040"/>
                  </a:lnTo>
                  <a:lnTo>
                    <a:pt x="50" y="1076"/>
                  </a:lnTo>
                  <a:lnTo>
                    <a:pt x="36" y="1115"/>
                  </a:lnTo>
                  <a:lnTo>
                    <a:pt x="23" y="1153"/>
                  </a:lnTo>
                  <a:lnTo>
                    <a:pt x="14" y="1195"/>
                  </a:lnTo>
                  <a:lnTo>
                    <a:pt x="7" y="1236"/>
                  </a:lnTo>
                  <a:lnTo>
                    <a:pt x="2" y="1279"/>
                  </a:lnTo>
                  <a:lnTo>
                    <a:pt x="0" y="1322"/>
                  </a:lnTo>
                  <a:lnTo>
                    <a:pt x="0" y="3093"/>
                  </a:lnTo>
                  <a:lnTo>
                    <a:pt x="2" y="3147"/>
                  </a:lnTo>
                  <a:lnTo>
                    <a:pt x="7" y="3202"/>
                  </a:lnTo>
                  <a:lnTo>
                    <a:pt x="15" y="3257"/>
                  </a:lnTo>
                  <a:lnTo>
                    <a:pt x="27" y="3312"/>
                  </a:lnTo>
                  <a:lnTo>
                    <a:pt x="42" y="3366"/>
                  </a:lnTo>
                  <a:lnTo>
                    <a:pt x="59" y="3420"/>
                  </a:lnTo>
                  <a:lnTo>
                    <a:pt x="79" y="3474"/>
                  </a:lnTo>
                  <a:lnTo>
                    <a:pt x="102" y="3525"/>
                  </a:lnTo>
                  <a:lnTo>
                    <a:pt x="127" y="3576"/>
                  </a:lnTo>
                  <a:lnTo>
                    <a:pt x="154" y="3624"/>
                  </a:lnTo>
                  <a:lnTo>
                    <a:pt x="184" y="3670"/>
                  </a:lnTo>
                  <a:lnTo>
                    <a:pt x="214" y="3712"/>
                  </a:lnTo>
                  <a:lnTo>
                    <a:pt x="247" y="3752"/>
                  </a:lnTo>
                  <a:lnTo>
                    <a:pt x="281" y="3788"/>
                  </a:lnTo>
                  <a:lnTo>
                    <a:pt x="317" y="3821"/>
                  </a:lnTo>
                  <a:lnTo>
                    <a:pt x="353" y="384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2723" name="Freeform 33"/>
            <p:cNvSpPr>
              <a:spLocks/>
            </p:cNvSpPr>
            <p:nvPr/>
          </p:nvSpPr>
          <p:spPr bwMode="auto">
            <a:xfrm>
              <a:off x="943" y="2210"/>
              <a:ext cx="276" cy="187"/>
            </a:xfrm>
            <a:custGeom>
              <a:avLst/>
              <a:gdLst>
                <a:gd name="T0" fmla="*/ 11 w 1380"/>
                <a:gd name="T1" fmla="*/ 7 h 937"/>
                <a:gd name="T2" fmla="*/ 11 w 1380"/>
                <a:gd name="T3" fmla="*/ 7 h 937"/>
                <a:gd name="T4" fmla="*/ 0 w 1380"/>
                <a:gd name="T5" fmla="*/ 0 h 937"/>
                <a:gd name="T6" fmla="*/ 0 w 1380"/>
                <a:gd name="T7" fmla="*/ 1 h 937"/>
                <a:gd name="T8" fmla="*/ 10 w 1380"/>
                <a:gd name="T9" fmla="*/ 7 h 937"/>
                <a:gd name="T10" fmla="*/ 10 w 1380"/>
                <a:gd name="T11" fmla="*/ 7 h 937"/>
                <a:gd name="T12" fmla="*/ 10 w 1380"/>
                <a:gd name="T13" fmla="*/ 7 h 937"/>
                <a:gd name="T14" fmla="*/ 11 w 1380"/>
                <a:gd name="T15" fmla="*/ 7 h 937"/>
                <a:gd name="T16" fmla="*/ 11 w 1380"/>
                <a:gd name="T17" fmla="*/ 7 h 937"/>
                <a:gd name="T18" fmla="*/ 11 w 1380"/>
                <a:gd name="T19" fmla="*/ 7 h 937"/>
                <a:gd name="T20" fmla="*/ 11 w 1380"/>
                <a:gd name="T21" fmla="*/ 7 h 937"/>
                <a:gd name="T22" fmla="*/ 11 w 1380"/>
                <a:gd name="T23" fmla="*/ 7 h 937"/>
                <a:gd name="T24" fmla="*/ 11 w 1380"/>
                <a:gd name="T25" fmla="*/ 7 h 937"/>
                <a:gd name="T26" fmla="*/ 11 w 1380"/>
                <a:gd name="T27" fmla="*/ 7 h 937"/>
                <a:gd name="T28" fmla="*/ 11 w 1380"/>
                <a:gd name="T29" fmla="*/ 7 h 937"/>
                <a:gd name="T30" fmla="*/ 11 w 1380"/>
                <a:gd name="T31" fmla="*/ 7 h 93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80"/>
                <a:gd name="T49" fmla="*/ 0 h 937"/>
                <a:gd name="T50" fmla="*/ 1380 w 1380"/>
                <a:gd name="T51" fmla="*/ 937 h 93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80" h="937">
                  <a:moveTo>
                    <a:pt x="1354" y="848"/>
                  </a:moveTo>
                  <a:lnTo>
                    <a:pt x="1359" y="851"/>
                  </a:lnTo>
                  <a:lnTo>
                    <a:pt x="51" y="0"/>
                  </a:lnTo>
                  <a:lnTo>
                    <a:pt x="0" y="78"/>
                  </a:lnTo>
                  <a:lnTo>
                    <a:pt x="1307" y="929"/>
                  </a:lnTo>
                  <a:lnTo>
                    <a:pt x="1312" y="932"/>
                  </a:lnTo>
                  <a:lnTo>
                    <a:pt x="1307" y="929"/>
                  </a:lnTo>
                  <a:lnTo>
                    <a:pt x="1326" y="937"/>
                  </a:lnTo>
                  <a:lnTo>
                    <a:pt x="1345" y="936"/>
                  </a:lnTo>
                  <a:lnTo>
                    <a:pt x="1360" y="929"/>
                  </a:lnTo>
                  <a:lnTo>
                    <a:pt x="1372" y="916"/>
                  </a:lnTo>
                  <a:lnTo>
                    <a:pt x="1379" y="899"/>
                  </a:lnTo>
                  <a:lnTo>
                    <a:pt x="1380" y="883"/>
                  </a:lnTo>
                  <a:lnTo>
                    <a:pt x="1374" y="865"/>
                  </a:lnTo>
                  <a:lnTo>
                    <a:pt x="1359" y="851"/>
                  </a:lnTo>
                  <a:lnTo>
                    <a:pt x="1354" y="84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2724" name="Freeform 34"/>
            <p:cNvSpPr>
              <a:spLocks/>
            </p:cNvSpPr>
            <p:nvPr/>
          </p:nvSpPr>
          <p:spPr bwMode="auto">
            <a:xfrm>
              <a:off x="1206" y="2379"/>
              <a:ext cx="140" cy="32"/>
            </a:xfrm>
            <a:custGeom>
              <a:avLst/>
              <a:gdLst>
                <a:gd name="T0" fmla="*/ 5 w 703"/>
                <a:gd name="T1" fmla="*/ 0 h 162"/>
                <a:gd name="T2" fmla="*/ 5 w 703"/>
                <a:gd name="T3" fmla="*/ 0 h 162"/>
                <a:gd name="T4" fmla="*/ 5 w 703"/>
                <a:gd name="T5" fmla="*/ 0 h 162"/>
                <a:gd name="T6" fmla="*/ 5 w 703"/>
                <a:gd name="T7" fmla="*/ 0 h 162"/>
                <a:gd name="T8" fmla="*/ 4 w 703"/>
                <a:gd name="T9" fmla="*/ 0 h 162"/>
                <a:gd name="T10" fmla="*/ 4 w 703"/>
                <a:gd name="T11" fmla="*/ 0 h 162"/>
                <a:gd name="T12" fmla="*/ 4 w 703"/>
                <a:gd name="T13" fmla="*/ 0 h 162"/>
                <a:gd name="T14" fmla="*/ 3 w 703"/>
                <a:gd name="T15" fmla="*/ 1 h 162"/>
                <a:gd name="T16" fmla="*/ 3 w 703"/>
                <a:gd name="T17" fmla="*/ 1 h 162"/>
                <a:gd name="T18" fmla="*/ 3 w 703"/>
                <a:gd name="T19" fmla="*/ 1 h 162"/>
                <a:gd name="T20" fmla="*/ 2 w 703"/>
                <a:gd name="T21" fmla="*/ 1 h 162"/>
                <a:gd name="T22" fmla="*/ 2 w 703"/>
                <a:gd name="T23" fmla="*/ 1 h 162"/>
                <a:gd name="T24" fmla="*/ 2 w 703"/>
                <a:gd name="T25" fmla="*/ 0 h 162"/>
                <a:gd name="T26" fmla="*/ 1 w 703"/>
                <a:gd name="T27" fmla="*/ 0 h 162"/>
                <a:gd name="T28" fmla="*/ 1 w 703"/>
                <a:gd name="T29" fmla="*/ 0 h 162"/>
                <a:gd name="T30" fmla="*/ 1 w 703"/>
                <a:gd name="T31" fmla="*/ 0 h 162"/>
                <a:gd name="T32" fmla="*/ 1 w 703"/>
                <a:gd name="T33" fmla="*/ 0 h 162"/>
                <a:gd name="T34" fmla="*/ 0 w 703"/>
                <a:gd name="T35" fmla="*/ 0 h 162"/>
                <a:gd name="T36" fmla="*/ 0 w 703"/>
                <a:gd name="T37" fmla="*/ 1 h 162"/>
                <a:gd name="T38" fmla="*/ 0 w 703"/>
                <a:gd name="T39" fmla="*/ 1 h 162"/>
                <a:gd name="T40" fmla="*/ 1 w 703"/>
                <a:gd name="T41" fmla="*/ 1 h 162"/>
                <a:gd name="T42" fmla="*/ 1 w 703"/>
                <a:gd name="T43" fmla="*/ 1 h 162"/>
                <a:gd name="T44" fmla="*/ 1 w 703"/>
                <a:gd name="T45" fmla="*/ 1 h 162"/>
                <a:gd name="T46" fmla="*/ 2 w 703"/>
                <a:gd name="T47" fmla="*/ 1 h 162"/>
                <a:gd name="T48" fmla="*/ 2 w 703"/>
                <a:gd name="T49" fmla="*/ 1 h 162"/>
                <a:gd name="T50" fmla="*/ 2 w 703"/>
                <a:gd name="T51" fmla="*/ 1 h 162"/>
                <a:gd name="T52" fmla="*/ 3 w 703"/>
                <a:gd name="T53" fmla="*/ 1 h 162"/>
                <a:gd name="T54" fmla="*/ 3 w 703"/>
                <a:gd name="T55" fmla="*/ 1 h 162"/>
                <a:gd name="T56" fmla="*/ 3 w 703"/>
                <a:gd name="T57" fmla="*/ 1 h 162"/>
                <a:gd name="T58" fmla="*/ 4 w 703"/>
                <a:gd name="T59" fmla="*/ 1 h 162"/>
                <a:gd name="T60" fmla="*/ 4 w 703"/>
                <a:gd name="T61" fmla="*/ 1 h 162"/>
                <a:gd name="T62" fmla="*/ 5 w 703"/>
                <a:gd name="T63" fmla="*/ 1 h 162"/>
                <a:gd name="T64" fmla="*/ 5 w 703"/>
                <a:gd name="T65" fmla="*/ 1 h 162"/>
                <a:gd name="T66" fmla="*/ 5 w 703"/>
                <a:gd name="T67" fmla="*/ 1 h 162"/>
                <a:gd name="T68" fmla="*/ 5 w 703"/>
                <a:gd name="T69" fmla="*/ 1 h 162"/>
                <a:gd name="T70" fmla="*/ 5 w 703"/>
                <a:gd name="T71" fmla="*/ 1 h 162"/>
                <a:gd name="T72" fmla="*/ 5 w 703"/>
                <a:gd name="T73" fmla="*/ 1 h 162"/>
                <a:gd name="T74" fmla="*/ 5 w 703"/>
                <a:gd name="T75" fmla="*/ 1 h 162"/>
                <a:gd name="T76" fmla="*/ 6 w 703"/>
                <a:gd name="T77" fmla="*/ 0 h 162"/>
                <a:gd name="T78" fmla="*/ 6 w 703"/>
                <a:gd name="T79" fmla="*/ 0 h 162"/>
                <a:gd name="T80" fmla="*/ 6 w 703"/>
                <a:gd name="T81" fmla="*/ 0 h 162"/>
                <a:gd name="T82" fmla="*/ 5 w 703"/>
                <a:gd name="T83" fmla="*/ 0 h 162"/>
                <a:gd name="T84" fmla="*/ 5 w 703"/>
                <a:gd name="T85" fmla="*/ 0 h 162"/>
                <a:gd name="T86" fmla="*/ 5 w 703"/>
                <a:gd name="T87" fmla="*/ 0 h 162"/>
                <a:gd name="T88" fmla="*/ 5 w 703"/>
                <a:gd name="T89" fmla="*/ 0 h 162"/>
                <a:gd name="T90" fmla="*/ 5 w 703"/>
                <a:gd name="T91" fmla="*/ 0 h 162"/>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703"/>
                <a:gd name="T139" fmla="*/ 0 h 162"/>
                <a:gd name="T140" fmla="*/ 703 w 703"/>
                <a:gd name="T141" fmla="*/ 162 h 162"/>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703" h="162">
                  <a:moveTo>
                    <a:pt x="631" y="8"/>
                  </a:moveTo>
                  <a:lnTo>
                    <a:pt x="636" y="6"/>
                  </a:lnTo>
                  <a:lnTo>
                    <a:pt x="606" y="20"/>
                  </a:lnTo>
                  <a:lnTo>
                    <a:pt x="575" y="32"/>
                  </a:lnTo>
                  <a:lnTo>
                    <a:pt x="540" y="42"/>
                  </a:lnTo>
                  <a:lnTo>
                    <a:pt x="504" y="52"/>
                  </a:lnTo>
                  <a:lnTo>
                    <a:pt x="467" y="59"/>
                  </a:lnTo>
                  <a:lnTo>
                    <a:pt x="428" y="64"/>
                  </a:lnTo>
                  <a:lnTo>
                    <a:pt x="389" y="67"/>
                  </a:lnTo>
                  <a:lnTo>
                    <a:pt x="348" y="68"/>
                  </a:lnTo>
                  <a:lnTo>
                    <a:pt x="308" y="68"/>
                  </a:lnTo>
                  <a:lnTo>
                    <a:pt x="267" y="65"/>
                  </a:lnTo>
                  <a:lnTo>
                    <a:pt x="226" y="61"/>
                  </a:lnTo>
                  <a:lnTo>
                    <a:pt x="187" y="54"/>
                  </a:lnTo>
                  <a:lnTo>
                    <a:pt x="148" y="44"/>
                  </a:lnTo>
                  <a:lnTo>
                    <a:pt x="110" y="33"/>
                  </a:lnTo>
                  <a:lnTo>
                    <a:pt x="75" y="20"/>
                  </a:lnTo>
                  <a:lnTo>
                    <a:pt x="42" y="5"/>
                  </a:lnTo>
                  <a:lnTo>
                    <a:pt x="0" y="89"/>
                  </a:lnTo>
                  <a:lnTo>
                    <a:pt x="40" y="107"/>
                  </a:lnTo>
                  <a:lnTo>
                    <a:pt x="82" y="122"/>
                  </a:lnTo>
                  <a:lnTo>
                    <a:pt x="124" y="135"/>
                  </a:lnTo>
                  <a:lnTo>
                    <a:pt x="169" y="146"/>
                  </a:lnTo>
                  <a:lnTo>
                    <a:pt x="214" y="153"/>
                  </a:lnTo>
                  <a:lnTo>
                    <a:pt x="258" y="158"/>
                  </a:lnTo>
                  <a:lnTo>
                    <a:pt x="303" y="162"/>
                  </a:lnTo>
                  <a:lnTo>
                    <a:pt x="348" y="162"/>
                  </a:lnTo>
                  <a:lnTo>
                    <a:pt x="394" y="161"/>
                  </a:lnTo>
                  <a:lnTo>
                    <a:pt x="439" y="157"/>
                  </a:lnTo>
                  <a:lnTo>
                    <a:pt x="481" y="150"/>
                  </a:lnTo>
                  <a:lnTo>
                    <a:pt x="525" y="143"/>
                  </a:lnTo>
                  <a:lnTo>
                    <a:pt x="566" y="132"/>
                  </a:lnTo>
                  <a:lnTo>
                    <a:pt x="606" y="121"/>
                  </a:lnTo>
                  <a:lnTo>
                    <a:pt x="643" y="105"/>
                  </a:lnTo>
                  <a:lnTo>
                    <a:pt x="678" y="88"/>
                  </a:lnTo>
                  <a:lnTo>
                    <a:pt x="683" y="86"/>
                  </a:lnTo>
                  <a:lnTo>
                    <a:pt x="678" y="88"/>
                  </a:lnTo>
                  <a:lnTo>
                    <a:pt x="695" y="75"/>
                  </a:lnTo>
                  <a:lnTo>
                    <a:pt x="702" y="60"/>
                  </a:lnTo>
                  <a:lnTo>
                    <a:pt x="703" y="42"/>
                  </a:lnTo>
                  <a:lnTo>
                    <a:pt x="698" y="26"/>
                  </a:lnTo>
                  <a:lnTo>
                    <a:pt x="688" y="12"/>
                  </a:lnTo>
                  <a:lnTo>
                    <a:pt x="674" y="3"/>
                  </a:lnTo>
                  <a:lnTo>
                    <a:pt x="656" y="0"/>
                  </a:lnTo>
                  <a:lnTo>
                    <a:pt x="636" y="6"/>
                  </a:lnTo>
                  <a:lnTo>
                    <a:pt x="631"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2725" name="Freeform 35"/>
            <p:cNvSpPr>
              <a:spLocks/>
            </p:cNvSpPr>
            <p:nvPr/>
          </p:nvSpPr>
          <p:spPr bwMode="auto">
            <a:xfrm>
              <a:off x="1332" y="2204"/>
              <a:ext cx="283" cy="192"/>
            </a:xfrm>
            <a:custGeom>
              <a:avLst/>
              <a:gdLst>
                <a:gd name="T0" fmla="*/ 11 w 1415"/>
                <a:gd name="T1" fmla="*/ 0 h 960"/>
                <a:gd name="T2" fmla="*/ 11 w 1415"/>
                <a:gd name="T3" fmla="*/ 0 h 960"/>
                <a:gd name="T4" fmla="*/ 0 w 1415"/>
                <a:gd name="T5" fmla="*/ 7 h 960"/>
                <a:gd name="T6" fmla="*/ 0 w 1415"/>
                <a:gd name="T7" fmla="*/ 8 h 960"/>
                <a:gd name="T8" fmla="*/ 11 w 1415"/>
                <a:gd name="T9" fmla="*/ 1 h 960"/>
                <a:gd name="T10" fmla="*/ 11 w 1415"/>
                <a:gd name="T11" fmla="*/ 1 h 960"/>
                <a:gd name="T12" fmla="*/ 11 w 1415"/>
                <a:gd name="T13" fmla="*/ 1 h 960"/>
                <a:gd name="T14" fmla="*/ 11 w 1415"/>
                <a:gd name="T15" fmla="*/ 1 h 960"/>
                <a:gd name="T16" fmla="*/ 11 w 1415"/>
                <a:gd name="T17" fmla="*/ 0 h 960"/>
                <a:gd name="T18" fmla="*/ 11 w 1415"/>
                <a:gd name="T19" fmla="*/ 0 h 960"/>
                <a:gd name="T20" fmla="*/ 11 w 1415"/>
                <a:gd name="T21" fmla="*/ 0 h 960"/>
                <a:gd name="T22" fmla="*/ 11 w 1415"/>
                <a:gd name="T23" fmla="*/ 0 h 960"/>
                <a:gd name="T24" fmla="*/ 11 w 1415"/>
                <a:gd name="T25" fmla="*/ 0 h 960"/>
                <a:gd name="T26" fmla="*/ 11 w 1415"/>
                <a:gd name="T27" fmla="*/ 0 h 960"/>
                <a:gd name="T28" fmla="*/ 11 w 1415"/>
                <a:gd name="T29" fmla="*/ 0 h 960"/>
                <a:gd name="T30" fmla="*/ 11 w 1415"/>
                <a:gd name="T31" fmla="*/ 0 h 96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15"/>
                <a:gd name="T49" fmla="*/ 0 h 960"/>
                <a:gd name="T50" fmla="*/ 1415 w 1415"/>
                <a:gd name="T51" fmla="*/ 960 h 96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15" h="960">
                  <a:moveTo>
                    <a:pt x="1338" y="10"/>
                  </a:moveTo>
                  <a:lnTo>
                    <a:pt x="1342" y="8"/>
                  </a:lnTo>
                  <a:lnTo>
                    <a:pt x="0" y="882"/>
                  </a:lnTo>
                  <a:lnTo>
                    <a:pt x="52" y="960"/>
                  </a:lnTo>
                  <a:lnTo>
                    <a:pt x="1393" y="85"/>
                  </a:lnTo>
                  <a:lnTo>
                    <a:pt x="1397" y="83"/>
                  </a:lnTo>
                  <a:lnTo>
                    <a:pt x="1393" y="85"/>
                  </a:lnTo>
                  <a:lnTo>
                    <a:pt x="1409" y="71"/>
                  </a:lnTo>
                  <a:lnTo>
                    <a:pt x="1415" y="53"/>
                  </a:lnTo>
                  <a:lnTo>
                    <a:pt x="1413" y="37"/>
                  </a:lnTo>
                  <a:lnTo>
                    <a:pt x="1406" y="21"/>
                  </a:lnTo>
                  <a:lnTo>
                    <a:pt x="1395" y="8"/>
                  </a:lnTo>
                  <a:lnTo>
                    <a:pt x="1379" y="1"/>
                  </a:lnTo>
                  <a:lnTo>
                    <a:pt x="1361" y="0"/>
                  </a:lnTo>
                  <a:lnTo>
                    <a:pt x="1342" y="8"/>
                  </a:lnTo>
                  <a:lnTo>
                    <a:pt x="1338" y="1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2726" name="Freeform 36"/>
            <p:cNvSpPr>
              <a:spLocks/>
            </p:cNvSpPr>
            <p:nvPr/>
          </p:nvSpPr>
          <p:spPr bwMode="auto">
            <a:xfrm>
              <a:off x="1599" y="2057"/>
              <a:ext cx="80" cy="163"/>
            </a:xfrm>
            <a:custGeom>
              <a:avLst/>
              <a:gdLst>
                <a:gd name="T0" fmla="*/ 2 w 398"/>
                <a:gd name="T1" fmla="*/ 0 h 817"/>
                <a:gd name="T2" fmla="*/ 2 w 398"/>
                <a:gd name="T3" fmla="*/ 0 h 817"/>
                <a:gd name="T4" fmla="*/ 2 w 398"/>
                <a:gd name="T5" fmla="*/ 1 h 817"/>
                <a:gd name="T6" fmla="*/ 2 w 398"/>
                <a:gd name="T7" fmla="*/ 1 h 817"/>
                <a:gd name="T8" fmla="*/ 2 w 398"/>
                <a:gd name="T9" fmla="*/ 2 h 817"/>
                <a:gd name="T10" fmla="*/ 2 w 398"/>
                <a:gd name="T11" fmla="*/ 2 h 817"/>
                <a:gd name="T12" fmla="*/ 2 w 398"/>
                <a:gd name="T13" fmla="*/ 2 h 817"/>
                <a:gd name="T14" fmla="*/ 2 w 398"/>
                <a:gd name="T15" fmla="*/ 3 h 817"/>
                <a:gd name="T16" fmla="*/ 2 w 398"/>
                <a:gd name="T17" fmla="*/ 3 h 817"/>
                <a:gd name="T18" fmla="*/ 2 w 398"/>
                <a:gd name="T19" fmla="*/ 4 h 817"/>
                <a:gd name="T20" fmla="*/ 2 w 398"/>
                <a:gd name="T21" fmla="*/ 4 h 817"/>
                <a:gd name="T22" fmla="*/ 1 w 398"/>
                <a:gd name="T23" fmla="*/ 4 h 817"/>
                <a:gd name="T24" fmla="*/ 1 w 398"/>
                <a:gd name="T25" fmla="*/ 5 h 817"/>
                <a:gd name="T26" fmla="*/ 1 w 398"/>
                <a:gd name="T27" fmla="*/ 5 h 817"/>
                <a:gd name="T28" fmla="*/ 1 w 398"/>
                <a:gd name="T29" fmla="*/ 5 h 817"/>
                <a:gd name="T30" fmla="*/ 1 w 398"/>
                <a:gd name="T31" fmla="*/ 5 h 817"/>
                <a:gd name="T32" fmla="*/ 0 w 398"/>
                <a:gd name="T33" fmla="*/ 6 h 817"/>
                <a:gd name="T34" fmla="*/ 0 w 398"/>
                <a:gd name="T35" fmla="*/ 6 h 817"/>
                <a:gd name="T36" fmla="*/ 0 w 398"/>
                <a:gd name="T37" fmla="*/ 7 h 817"/>
                <a:gd name="T38" fmla="*/ 1 w 398"/>
                <a:gd name="T39" fmla="*/ 6 h 817"/>
                <a:gd name="T40" fmla="*/ 1 w 398"/>
                <a:gd name="T41" fmla="*/ 6 h 817"/>
                <a:gd name="T42" fmla="*/ 1 w 398"/>
                <a:gd name="T43" fmla="*/ 6 h 817"/>
                <a:gd name="T44" fmla="*/ 2 w 398"/>
                <a:gd name="T45" fmla="*/ 5 h 817"/>
                <a:gd name="T46" fmla="*/ 2 w 398"/>
                <a:gd name="T47" fmla="*/ 5 h 817"/>
                <a:gd name="T48" fmla="*/ 2 w 398"/>
                <a:gd name="T49" fmla="*/ 5 h 817"/>
                <a:gd name="T50" fmla="*/ 2 w 398"/>
                <a:gd name="T51" fmla="*/ 4 h 817"/>
                <a:gd name="T52" fmla="*/ 2 w 398"/>
                <a:gd name="T53" fmla="*/ 4 h 817"/>
                <a:gd name="T54" fmla="*/ 3 w 398"/>
                <a:gd name="T55" fmla="*/ 3 h 817"/>
                <a:gd name="T56" fmla="*/ 3 w 398"/>
                <a:gd name="T57" fmla="*/ 3 h 817"/>
                <a:gd name="T58" fmla="*/ 3 w 398"/>
                <a:gd name="T59" fmla="*/ 3 h 817"/>
                <a:gd name="T60" fmla="*/ 3 w 398"/>
                <a:gd name="T61" fmla="*/ 2 h 817"/>
                <a:gd name="T62" fmla="*/ 3 w 398"/>
                <a:gd name="T63" fmla="*/ 2 h 817"/>
                <a:gd name="T64" fmla="*/ 3 w 398"/>
                <a:gd name="T65" fmla="*/ 1 h 817"/>
                <a:gd name="T66" fmla="*/ 3 w 398"/>
                <a:gd name="T67" fmla="*/ 1 h 817"/>
                <a:gd name="T68" fmla="*/ 3 w 398"/>
                <a:gd name="T69" fmla="*/ 0 h 817"/>
                <a:gd name="T70" fmla="*/ 3 w 398"/>
                <a:gd name="T71" fmla="*/ 0 h 817"/>
                <a:gd name="T72" fmla="*/ 3 w 398"/>
                <a:gd name="T73" fmla="*/ 0 h 817"/>
                <a:gd name="T74" fmla="*/ 3 w 398"/>
                <a:gd name="T75" fmla="*/ 0 h 817"/>
                <a:gd name="T76" fmla="*/ 3 w 398"/>
                <a:gd name="T77" fmla="*/ 0 h 817"/>
                <a:gd name="T78" fmla="*/ 3 w 398"/>
                <a:gd name="T79" fmla="*/ 0 h 817"/>
                <a:gd name="T80" fmla="*/ 3 w 398"/>
                <a:gd name="T81" fmla="*/ 0 h 817"/>
                <a:gd name="T82" fmla="*/ 3 w 398"/>
                <a:gd name="T83" fmla="*/ 0 h 817"/>
                <a:gd name="T84" fmla="*/ 3 w 398"/>
                <a:gd name="T85" fmla="*/ 0 h 817"/>
                <a:gd name="T86" fmla="*/ 2 w 398"/>
                <a:gd name="T87" fmla="*/ 0 h 817"/>
                <a:gd name="T88" fmla="*/ 2 w 398"/>
                <a:gd name="T89" fmla="*/ 0 h 817"/>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398"/>
                <a:gd name="T136" fmla="*/ 0 h 817"/>
                <a:gd name="T137" fmla="*/ 398 w 398"/>
                <a:gd name="T138" fmla="*/ 817 h 817"/>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398" h="817">
                  <a:moveTo>
                    <a:pt x="304" y="47"/>
                  </a:moveTo>
                  <a:lnTo>
                    <a:pt x="304" y="47"/>
                  </a:lnTo>
                  <a:lnTo>
                    <a:pt x="301" y="97"/>
                  </a:lnTo>
                  <a:lnTo>
                    <a:pt x="297" y="147"/>
                  </a:lnTo>
                  <a:lnTo>
                    <a:pt x="291" y="198"/>
                  </a:lnTo>
                  <a:lnTo>
                    <a:pt x="280" y="247"/>
                  </a:lnTo>
                  <a:lnTo>
                    <a:pt x="268" y="297"/>
                  </a:lnTo>
                  <a:lnTo>
                    <a:pt x="253" y="347"/>
                  </a:lnTo>
                  <a:lnTo>
                    <a:pt x="236" y="395"/>
                  </a:lnTo>
                  <a:lnTo>
                    <a:pt x="217" y="442"/>
                  </a:lnTo>
                  <a:lnTo>
                    <a:pt x="195" y="487"/>
                  </a:lnTo>
                  <a:lnTo>
                    <a:pt x="171" y="532"/>
                  </a:lnTo>
                  <a:lnTo>
                    <a:pt x="147" y="574"/>
                  </a:lnTo>
                  <a:lnTo>
                    <a:pt x="121" y="613"/>
                  </a:lnTo>
                  <a:lnTo>
                    <a:pt x="93" y="650"/>
                  </a:lnTo>
                  <a:lnTo>
                    <a:pt x="64" y="684"/>
                  </a:lnTo>
                  <a:lnTo>
                    <a:pt x="32" y="716"/>
                  </a:lnTo>
                  <a:lnTo>
                    <a:pt x="0" y="744"/>
                  </a:lnTo>
                  <a:lnTo>
                    <a:pt x="59" y="817"/>
                  </a:lnTo>
                  <a:lnTo>
                    <a:pt x="95" y="784"/>
                  </a:lnTo>
                  <a:lnTo>
                    <a:pt x="132" y="748"/>
                  </a:lnTo>
                  <a:lnTo>
                    <a:pt x="166" y="709"/>
                  </a:lnTo>
                  <a:lnTo>
                    <a:pt x="196" y="667"/>
                  </a:lnTo>
                  <a:lnTo>
                    <a:pt x="227" y="623"/>
                  </a:lnTo>
                  <a:lnTo>
                    <a:pt x="253" y="576"/>
                  </a:lnTo>
                  <a:lnTo>
                    <a:pt x="279" y="530"/>
                  </a:lnTo>
                  <a:lnTo>
                    <a:pt x="301" y="479"/>
                  </a:lnTo>
                  <a:lnTo>
                    <a:pt x="323" y="428"/>
                  </a:lnTo>
                  <a:lnTo>
                    <a:pt x="342" y="375"/>
                  </a:lnTo>
                  <a:lnTo>
                    <a:pt x="359" y="321"/>
                  </a:lnTo>
                  <a:lnTo>
                    <a:pt x="372" y="268"/>
                  </a:lnTo>
                  <a:lnTo>
                    <a:pt x="382" y="212"/>
                  </a:lnTo>
                  <a:lnTo>
                    <a:pt x="391" y="157"/>
                  </a:lnTo>
                  <a:lnTo>
                    <a:pt x="395" y="102"/>
                  </a:lnTo>
                  <a:lnTo>
                    <a:pt x="398" y="47"/>
                  </a:lnTo>
                  <a:lnTo>
                    <a:pt x="394" y="27"/>
                  </a:lnTo>
                  <a:lnTo>
                    <a:pt x="383" y="11"/>
                  </a:lnTo>
                  <a:lnTo>
                    <a:pt x="368" y="3"/>
                  </a:lnTo>
                  <a:lnTo>
                    <a:pt x="351" y="0"/>
                  </a:lnTo>
                  <a:lnTo>
                    <a:pt x="333" y="3"/>
                  </a:lnTo>
                  <a:lnTo>
                    <a:pt x="319" y="11"/>
                  </a:lnTo>
                  <a:lnTo>
                    <a:pt x="307" y="27"/>
                  </a:lnTo>
                  <a:lnTo>
                    <a:pt x="304" y="4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2727" name="Freeform 37"/>
            <p:cNvSpPr>
              <a:spLocks/>
            </p:cNvSpPr>
            <p:nvPr/>
          </p:nvSpPr>
          <p:spPr bwMode="auto">
            <a:xfrm>
              <a:off x="1660" y="1701"/>
              <a:ext cx="19" cy="365"/>
            </a:xfrm>
            <a:custGeom>
              <a:avLst/>
              <a:gdLst>
                <a:gd name="T0" fmla="*/ 0 w 95"/>
                <a:gd name="T1" fmla="*/ 0 h 1826"/>
                <a:gd name="T2" fmla="*/ 0 w 95"/>
                <a:gd name="T3" fmla="*/ 0 h 1826"/>
                <a:gd name="T4" fmla="*/ 0 w 95"/>
                <a:gd name="T5" fmla="*/ 15 h 1826"/>
                <a:gd name="T6" fmla="*/ 1 w 95"/>
                <a:gd name="T7" fmla="*/ 15 h 1826"/>
                <a:gd name="T8" fmla="*/ 1 w 95"/>
                <a:gd name="T9" fmla="*/ 0 h 1826"/>
                <a:gd name="T10" fmla="*/ 1 w 95"/>
                <a:gd name="T11" fmla="*/ 0 h 1826"/>
                <a:gd name="T12" fmla="*/ 1 w 95"/>
                <a:gd name="T13" fmla="*/ 0 h 1826"/>
                <a:gd name="T14" fmla="*/ 1 w 95"/>
                <a:gd name="T15" fmla="*/ 0 h 1826"/>
                <a:gd name="T16" fmla="*/ 1 w 95"/>
                <a:gd name="T17" fmla="*/ 0 h 1826"/>
                <a:gd name="T18" fmla="*/ 1 w 95"/>
                <a:gd name="T19" fmla="*/ 0 h 1826"/>
                <a:gd name="T20" fmla="*/ 0 w 95"/>
                <a:gd name="T21" fmla="*/ 0 h 1826"/>
                <a:gd name="T22" fmla="*/ 0 w 95"/>
                <a:gd name="T23" fmla="*/ 0 h 1826"/>
                <a:gd name="T24" fmla="*/ 0 w 95"/>
                <a:gd name="T25" fmla="*/ 0 h 1826"/>
                <a:gd name="T26" fmla="*/ 0 w 95"/>
                <a:gd name="T27" fmla="*/ 0 h 1826"/>
                <a:gd name="T28" fmla="*/ 0 w 95"/>
                <a:gd name="T29" fmla="*/ 0 h 1826"/>
                <a:gd name="T30" fmla="*/ 0 w 95"/>
                <a:gd name="T31" fmla="*/ 0 h 182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95"/>
                <a:gd name="T49" fmla="*/ 0 h 1826"/>
                <a:gd name="T50" fmla="*/ 95 w 95"/>
                <a:gd name="T51" fmla="*/ 1826 h 182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95" h="1826">
                  <a:moveTo>
                    <a:pt x="0" y="49"/>
                  </a:moveTo>
                  <a:lnTo>
                    <a:pt x="0" y="47"/>
                  </a:lnTo>
                  <a:lnTo>
                    <a:pt x="1" y="1826"/>
                  </a:lnTo>
                  <a:lnTo>
                    <a:pt x="95" y="1826"/>
                  </a:lnTo>
                  <a:lnTo>
                    <a:pt x="93" y="47"/>
                  </a:lnTo>
                  <a:lnTo>
                    <a:pt x="93" y="45"/>
                  </a:lnTo>
                  <a:lnTo>
                    <a:pt x="93" y="47"/>
                  </a:lnTo>
                  <a:lnTo>
                    <a:pt x="90" y="27"/>
                  </a:lnTo>
                  <a:lnTo>
                    <a:pt x="79" y="12"/>
                  </a:lnTo>
                  <a:lnTo>
                    <a:pt x="64" y="4"/>
                  </a:lnTo>
                  <a:lnTo>
                    <a:pt x="47" y="0"/>
                  </a:lnTo>
                  <a:lnTo>
                    <a:pt x="29" y="4"/>
                  </a:lnTo>
                  <a:lnTo>
                    <a:pt x="15" y="12"/>
                  </a:lnTo>
                  <a:lnTo>
                    <a:pt x="3" y="27"/>
                  </a:lnTo>
                  <a:lnTo>
                    <a:pt x="0" y="47"/>
                  </a:lnTo>
                  <a:lnTo>
                    <a:pt x="0" y="4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2728" name="Freeform 38"/>
            <p:cNvSpPr>
              <a:spLocks/>
            </p:cNvSpPr>
            <p:nvPr/>
          </p:nvSpPr>
          <p:spPr bwMode="auto">
            <a:xfrm>
              <a:off x="1598" y="1598"/>
              <a:ext cx="81" cy="113"/>
            </a:xfrm>
            <a:custGeom>
              <a:avLst/>
              <a:gdLst>
                <a:gd name="T0" fmla="*/ 0 w 401"/>
                <a:gd name="T1" fmla="*/ 1 h 566"/>
                <a:gd name="T2" fmla="*/ 0 w 401"/>
                <a:gd name="T3" fmla="*/ 1 h 566"/>
                <a:gd name="T4" fmla="*/ 0 w 401"/>
                <a:gd name="T5" fmla="*/ 1 h 566"/>
                <a:gd name="T6" fmla="*/ 1 w 401"/>
                <a:gd name="T7" fmla="*/ 1 h 566"/>
                <a:gd name="T8" fmla="*/ 1 w 401"/>
                <a:gd name="T9" fmla="*/ 1 h 566"/>
                <a:gd name="T10" fmla="*/ 1 w 401"/>
                <a:gd name="T11" fmla="*/ 1 h 566"/>
                <a:gd name="T12" fmla="*/ 1 w 401"/>
                <a:gd name="T13" fmla="*/ 2 h 566"/>
                <a:gd name="T14" fmla="*/ 1 w 401"/>
                <a:gd name="T15" fmla="*/ 2 h 566"/>
                <a:gd name="T16" fmla="*/ 2 w 401"/>
                <a:gd name="T17" fmla="*/ 2 h 566"/>
                <a:gd name="T18" fmla="*/ 2 w 401"/>
                <a:gd name="T19" fmla="*/ 2 h 566"/>
                <a:gd name="T20" fmla="*/ 2 w 401"/>
                <a:gd name="T21" fmla="*/ 2 h 566"/>
                <a:gd name="T22" fmla="*/ 2 w 401"/>
                <a:gd name="T23" fmla="*/ 3 h 566"/>
                <a:gd name="T24" fmla="*/ 2 w 401"/>
                <a:gd name="T25" fmla="*/ 3 h 566"/>
                <a:gd name="T26" fmla="*/ 2 w 401"/>
                <a:gd name="T27" fmla="*/ 3 h 566"/>
                <a:gd name="T28" fmla="*/ 2 w 401"/>
                <a:gd name="T29" fmla="*/ 4 h 566"/>
                <a:gd name="T30" fmla="*/ 2 w 401"/>
                <a:gd name="T31" fmla="*/ 4 h 566"/>
                <a:gd name="T32" fmla="*/ 2 w 401"/>
                <a:gd name="T33" fmla="*/ 4 h 566"/>
                <a:gd name="T34" fmla="*/ 3 w 401"/>
                <a:gd name="T35" fmla="*/ 5 h 566"/>
                <a:gd name="T36" fmla="*/ 3 w 401"/>
                <a:gd name="T37" fmla="*/ 4 h 566"/>
                <a:gd name="T38" fmla="*/ 3 w 401"/>
                <a:gd name="T39" fmla="*/ 4 h 566"/>
                <a:gd name="T40" fmla="*/ 3 w 401"/>
                <a:gd name="T41" fmla="*/ 4 h 566"/>
                <a:gd name="T42" fmla="*/ 3 w 401"/>
                <a:gd name="T43" fmla="*/ 3 h 566"/>
                <a:gd name="T44" fmla="*/ 3 w 401"/>
                <a:gd name="T45" fmla="*/ 3 h 566"/>
                <a:gd name="T46" fmla="*/ 3 w 401"/>
                <a:gd name="T47" fmla="*/ 3 h 566"/>
                <a:gd name="T48" fmla="*/ 3 w 401"/>
                <a:gd name="T49" fmla="*/ 2 h 566"/>
                <a:gd name="T50" fmla="*/ 3 w 401"/>
                <a:gd name="T51" fmla="*/ 2 h 566"/>
                <a:gd name="T52" fmla="*/ 2 w 401"/>
                <a:gd name="T53" fmla="*/ 2 h 566"/>
                <a:gd name="T54" fmla="*/ 2 w 401"/>
                <a:gd name="T55" fmla="*/ 2 h 566"/>
                <a:gd name="T56" fmla="*/ 2 w 401"/>
                <a:gd name="T57" fmla="*/ 1 h 566"/>
                <a:gd name="T58" fmla="*/ 2 w 401"/>
                <a:gd name="T59" fmla="*/ 1 h 566"/>
                <a:gd name="T60" fmla="*/ 2 w 401"/>
                <a:gd name="T61" fmla="*/ 1 h 566"/>
                <a:gd name="T62" fmla="*/ 1 w 401"/>
                <a:gd name="T63" fmla="*/ 1 h 566"/>
                <a:gd name="T64" fmla="*/ 1 w 401"/>
                <a:gd name="T65" fmla="*/ 0 h 566"/>
                <a:gd name="T66" fmla="*/ 1 w 401"/>
                <a:gd name="T67" fmla="*/ 0 h 566"/>
                <a:gd name="T68" fmla="*/ 1 w 401"/>
                <a:gd name="T69" fmla="*/ 0 h 566"/>
                <a:gd name="T70" fmla="*/ 1 w 401"/>
                <a:gd name="T71" fmla="*/ 0 h 566"/>
                <a:gd name="T72" fmla="*/ 1 w 401"/>
                <a:gd name="T73" fmla="*/ 0 h 566"/>
                <a:gd name="T74" fmla="*/ 0 w 401"/>
                <a:gd name="T75" fmla="*/ 0 h 566"/>
                <a:gd name="T76" fmla="*/ 0 w 401"/>
                <a:gd name="T77" fmla="*/ 0 h 566"/>
                <a:gd name="T78" fmla="*/ 0 w 401"/>
                <a:gd name="T79" fmla="*/ 0 h 566"/>
                <a:gd name="T80" fmla="*/ 0 w 401"/>
                <a:gd name="T81" fmla="*/ 0 h 566"/>
                <a:gd name="T82" fmla="*/ 0 w 401"/>
                <a:gd name="T83" fmla="*/ 0 h 566"/>
                <a:gd name="T84" fmla="*/ 0 w 401"/>
                <a:gd name="T85" fmla="*/ 0 h 566"/>
                <a:gd name="T86" fmla="*/ 0 w 401"/>
                <a:gd name="T87" fmla="*/ 1 h 566"/>
                <a:gd name="T88" fmla="*/ 0 w 401"/>
                <a:gd name="T89" fmla="*/ 1 h 56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401"/>
                <a:gd name="T136" fmla="*/ 0 h 566"/>
                <a:gd name="T137" fmla="*/ 401 w 401"/>
                <a:gd name="T138" fmla="*/ 566 h 566"/>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401" h="566">
                  <a:moveTo>
                    <a:pt x="23" y="88"/>
                  </a:moveTo>
                  <a:lnTo>
                    <a:pt x="23" y="88"/>
                  </a:lnTo>
                  <a:lnTo>
                    <a:pt x="53" y="107"/>
                  </a:lnTo>
                  <a:lnTo>
                    <a:pt x="83" y="125"/>
                  </a:lnTo>
                  <a:lnTo>
                    <a:pt x="108" y="147"/>
                  </a:lnTo>
                  <a:lnTo>
                    <a:pt x="135" y="171"/>
                  </a:lnTo>
                  <a:lnTo>
                    <a:pt x="160" y="196"/>
                  </a:lnTo>
                  <a:lnTo>
                    <a:pt x="182" y="223"/>
                  </a:lnTo>
                  <a:lnTo>
                    <a:pt x="205" y="251"/>
                  </a:lnTo>
                  <a:lnTo>
                    <a:pt x="223" y="281"/>
                  </a:lnTo>
                  <a:lnTo>
                    <a:pt x="240" y="312"/>
                  </a:lnTo>
                  <a:lnTo>
                    <a:pt x="256" y="345"/>
                  </a:lnTo>
                  <a:lnTo>
                    <a:pt x="270" y="379"/>
                  </a:lnTo>
                  <a:lnTo>
                    <a:pt x="282" y="414"/>
                  </a:lnTo>
                  <a:lnTo>
                    <a:pt x="291" y="450"/>
                  </a:lnTo>
                  <a:lnTo>
                    <a:pt x="299" y="488"/>
                  </a:lnTo>
                  <a:lnTo>
                    <a:pt x="304" y="526"/>
                  </a:lnTo>
                  <a:lnTo>
                    <a:pt x="308" y="566"/>
                  </a:lnTo>
                  <a:lnTo>
                    <a:pt x="401" y="562"/>
                  </a:lnTo>
                  <a:lnTo>
                    <a:pt x="398" y="517"/>
                  </a:lnTo>
                  <a:lnTo>
                    <a:pt x="391" y="471"/>
                  </a:lnTo>
                  <a:lnTo>
                    <a:pt x="383" y="429"/>
                  </a:lnTo>
                  <a:lnTo>
                    <a:pt x="371" y="386"/>
                  </a:lnTo>
                  <a:lnTo>
                    <a:pt x="357" y="346"/>
                  </a:lnTo>
                  <a:lnTo>
                    <a:pt x="340" y="307"/>
                  </a:lnTo>
                  <a:lnTo>
                    <a:pt x="324" y="270"/>
                  </a:lnTo>
                  <a:lnTo>
                    <a:pt x="303" y="232"/>
                  </a:lnTo>
                  <a:lnTo>
                    <a:pt x="280" y="197"/>
                  </a:lnTo>
                  <a:lnTo>
                    <a:pt x="255" y="164"/>
                  </a:lnTo>
                  <a:lnTo>
                    <a:pt x="228" y="132"/>
                  </a:lnTo>
                  <a:lnTo>
                    <a:pt x="199" y="103"/>
                  </a:lnTo>
                  <a:lnTo>
                    <a:pt x="169" y="76"/>
                  </a:lnTo>
                  <a:lnTo>
                    <a:pt x="137" y="50"/>
                  </a:lnTo>
                  <a:lnTo>
                    <a:pt x="103" y="27"/>
                  </a:lnTo>
                  <a:lnTo>
                    <a:pt x="67" y="6"/>
                  </a:lnTo>
                  <a:lnTo>
                    <a:pt x="48" y="0"/>
                  </a:lnTo>
                  <a:lnTo>
                    <a:pt x="30" y="2"/>
                  </a:lnTo>
                  <a:lnTo>
                    <a:pt x="16" y="12"/>
                  </a:lnTo>
                  <a:lnTo>
                    <a:pt x="5" y="25"/>
                  </a:lnTo>
                  <a:lnTo>
                    <a:pt x="0" y="41"/>
                  </a:lnTo>
                  <a:lnTo>
                    <a:pt x="0" y="59"/>
                  </a:lnTo>
                  <a:lnTo>
                    <a:pt x="8" y="75"/>
                  </a:lnTo>
                  <a:lnTo>
                    <a:pt x="23"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2729" name="Freeform 39"/>
            <p:cNvSpPr>
              <a:spLocks/>
            </p:cNvSpPr>
            <p:nvPr/>
          </p:nvSpPr>
          <p:spPr bwMode="auto">
            <a:xfrm>
              <a:off x="1346" y="1455"/>
              <a:ext cx="266" cy="160"/>
            </a:xfrm>
            <a:custGeom>
              <a:avLst/>
              <a:gdLst>
                <a:gd name="T0" fmla="*/ 0 w 1330"/>
                <a:gd name="T1" fmla="*/ 1 h 801"/>
                <a:gd name="T2" fmla="*/ 0 w 1330"/>
                <a:gd name="T3" fmla="*/ 1 h 801"/>
                <a:gd name="T4" fmla="*/ 10 w 1330"/>
                <a:gd name="T5" fmla="*/ 6 h 801"/>
                <a:gd name="T6" fmla="*/ 11 w 1330"/>
                <a:gd name="T7" fmla="*/ 6 h 801"/>
                <a:gd name="T8" fmla="*/ 1 w 1330"/>
                <a:gd name="T9" fmla="*/ 0 h 801"/>
                <a:gd name="T10" fmla="*/ 1 w 1330"/>
                <a:gd name="T11" fmla="*/ 0 h 801"/>
                <a:gd name="T12" fmla="*/ 1 w 1330"/>
                <a:gd name="T13" fmla="*/ 0 h 801"/>
                <a:gd name="T14" fmla="*/ 0 w 1330"/>
                <a:gd name="T15" fmla="*/ 0 h 801"/>
                <a:gd name="T16" fmla="*/ 0 w 1330"/>
                <a:gd name="T17" fmla="*/ 0 h 801"/>
                <a:gd name="T18" fmla="*/ 0 w 1330"/>
                <a:gd name="T19" fmla="*/ 0 h 801"/>
                <a:gd name="T20" fmla="*/ 0 w 1330"/>
                <a:gd name="T21" fmla="*/ 0 h 801"/>
                <a:gd name="T22" fmla="*/ 0 w 1330"/>
                <a:gd name="T23" fmla="*/ 0 h 801"/>
                <a:gd name="T24" fmla="*/ 0 w 1330"/>
                <a:gd name="T25" fmla="*/ 0 h 801"/>
                <a:gd name="T26" fmla="*/ 0 w 1330"/>
                <a:gd name="T27" fmla="*/ 1 h 801"/>
                <a:gd name="T28" fmla="*/ 0 w 1330"/>
                <a:gd name="T29" fmla="*/ 1 h 801"/>
                <a:gd name="T30" fmla="*/ 0 w 1330"/>
                <a:gd name="T31" fmla="*/ 1 h 801"/>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30"/>
                <a:gd name="T49" fmla="*/ 0 h 801"/>
                <a:gd name="T50" fmla="*/ 1330 w 1330"/>
                <a:gd name="T51" fmla="*/ 801 h 801"/>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30" h="801">
                  <a:moveTo>
                    <a:pt x="24" y="88"/>
                  </a:moveTo>
                  <a:lnTo>
                    <a:pt x="23" y="88"/>
                  </a:lnTo>
                  <a:lnTo>
                    <a:pt x="1286" y="801"/>
                  </a:lnTo>
                  <a:lnTo>
                    <a:pt x="1330" y="719"/>
                  </a:lnTo>
                  <a:lnTo>
                    <a:pt x="67" y="6"/>
                  </a:lnTo>
                  <a:lnTo>
                    <a:pt x="66" y="6"/>
                  </a:lnTo>
                  <a:lnTo>
                    <a:pt x="67" y="6"/>
                  </a:lnTo>
                  <a:lnTo>
                    <a:pt x="48" y="0"/>
                  </a:lnTo>
                  <a:lnTo>
                    <a:pt x="30" y="2"/>
                  </a:lnTo>
                  <a:lnTo>
                    <a:pt x="16" y="12"/>
                  </a:lnTo>
                  <a:lnTo>
                    <a:pt x="5" y="25"/>
                  </a:lnTo>
                  <a:lnTo>
                    <a:pt x="0" y="41"/>
                  </a:lnTo>
                  <a:lnTo>
                    <a:pt x="0" y="59"/>
                  </a:lnTo>
                  <a:lnTo>
                    <a:pt x="8" y="75"/>
                  </a:lnTo>
                  <a:lnTo>
                    <a:pt x="23" y="88"/>
                  </a:lnTo>
                  <a:lnTo>
                    <a:pt x="24"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2730" name="Freeform 40"/>
            <p:cNvSpPr>
              <a:spLocks/>
            </p:cNvSpPr>
            <p:nvPr/>
          </p:nvSpPr>
          <p:spPr bwMode="auto">
            <a:xfrm>
              <a:off x="1198" y="1439"/>
              <a:ext cx="161" cy="35"/>
            </a:xfrm>
            <a:custGeom>
              <a:avLst/>
              <a:gdLst>
                <a:gd name="T0" fmla="*/ 1 w 806"/>
                <a:gd name="T1" fmla="*/ 1 h 177"/>
                <a:gd name="T2" fmla="*/ 1 w 806"/>
                <a:gd name="T3" fmla="*/ 1 h 177"/>
                <a:gd name="T4" fmla="*/ 1 w 806"/>
                <a:gd name="T5" fmla="*/ 1 h 177"/>
                <a:gd name="T6" fmla="*/ 1 w 806"/>
                <a:gd name="T7" fmla="*/ 1 h 177"/>
                <a:gd name="T8" fmla="*/ 2 w 806"/>
                <a:gd name="T9" fmla="*/ 1 h 177"/>
                <a:gd name="T10" fmla="*/ 2 w 806"/>
                <a:gd name="T11" fmla="*/ 1 h 177"/>
                <a:gd name="T12" fmla="*/ 2 w 806"/>
                <a:gd name="T13" fmla="*/ 1 h 177"/>
                <a:gd name="T14" fmla="*/ 3 w 806"/>
                <a:gd name="T15" fmla="*/ 1 h 177"/>
                <a:gd name="T16" fmla="*/ 3 w 806"/>
                <a:gd name="T17" fmla="*/ 1 h 177"/>
                <a:gd name="T18" fmla="*/ 3 w 806"/>
                <a:gd name="T19" fmla="*/ 1 h 177"/>
                <a:gd name="T20" fmla="*/ 4 w 806"/>
                <a:gd name="T21" fmla="*/ 1 h 177"/>
                <a:gd name="T22" fmla="*/ 4 w 806"/>
                <a:gd name="T23" fmla="*/ 1 h 177"/>
                <a:gd name="T24" fmla="*/ 5 w 806"/>
                <a:gd name="T25" fmla="*/ 1 h 177"/>
                <a:gd name="T26" fmla="*/ 5 w 806"/>
                <a:gd name="T27" fmla="*/ 1 h 177"/>
                <a:gd name="T28" fmla="*/ 5 w 806"/>
                <a:gd name="T29" fmla="*/ 1 h 177"/>
                <a:gd name="T30" fmla="*/ 6 w 806"/>
                <a:gd name="T31" fmla="*/ 1 h 177"/>
                <a:gd name="T32" fmla="*/ 6 w 806"/>
                <a:gd name="T33" fmla="*/ 1 h 177"/>
                <a:gd name="T34" fmla="*/ 6 w 806"/>
                <a:gd name="T35" fmla="*/ 1 h 177"/>
                <a:gd name="T36" fmla="*/ 6 w 806"/>
                <a:gd name="T37" fmla="*/ 1 h 177"/>
                <a:gd name="T38" fmla="*/ 6 w 806"/>
                <a:gd name="T39" fmla="*/ 1 h 177"/>
                <a:gd name="T40" fmla="*/ 6 w 806"/>
                <a:gd name="T41" fmla="*/ 0 h 177"/>
                <a:gd name="T42" fmla="*/ 5 w 806"/>
                <a:gd name="T43" fmla="*/ 0 h 177"/>
                <a:gd name="T44" fmla="*/ 5 w 806"/>
                <a:gd name="T45" fmla="*/ 0 h 177"/>
                <a:gd name="T46" fmla="*/ 5 w 806"/>
                <a:gd name="T47" fmla="*/ 0 h 177"/>
                <a:gd name="T48" fmla="*/ 4 w 806"/>
                <a:gd name="T49" fmla="*/ 0 h 177"/>
                <a:gd name="T50" fmla="*/ 4 w 806"/>
                <a:gd name="T51" fmla="*/ 0 h 177"/>
                <a:gd name="T52" fmla="*/ 3 w 806"/>
                <a:gd name="T53" fmla="*/ 0 h 177"/>
                <a:gd name="T54" fmla="*/ 3 w 806"/>
                <a:gd name="T55" fmla="*/ 0 h 177"/>
                <a:gd name="T56" fmla="*/ 3 w 806"/>
                <a:gd name="T57" fmla="*/ 0 h 177"/>
                <a:gd name="T58" fmla="*/ 2 w 806"/>
                <a:gd name="T59" fmla="*/ 0 h 177"/>
                <a:gd name="T60" fmla="*/ 2 w 806"/>
                <a:gd name="T61" fmla="*/ 0 h 177"/>
                <a:gd name="T62" fmla="*/ 1 w 806"/>
                <a:gd name="T63" fmla="*/ 0 h 177"/>
                <a:gd name="T64" fmla="*/ 1 w 806"/>
                <a:gd name="T65" fmla="*/ 0 h 177"/>
                <a:gd name="T66" fmla="*/ 1 w 806"/>
                <a:gd name="T67" fmla="*/ 1 h 177"/>
                <a:gd name="T68" fmla="*/ 0 w 806"/>
                <a:gd name="T69" fmla="*/ 1 h 177"/>
                <a:gd name="T70" fmla="*/ 0 w 806"/>
                <a:gd name="T71" fmla="*/ 1 h 177"/>
                <a:gd name="T72" fmla="*/ 0 w 806"/>
                <a:gd name="T73" fmla="*/ 1 h 177"/>
                <a:gd name="T74" fmla="*/ 0 w 806"/>
                <a:gd name="T75" fmla="*/ 1 h 177"/>
                <a:gd name="T76" fmla="*/ 0 w 806"/>
                <a:gd name="T77" fmla="*/ 1 h 177"/>
                <a:gd name="T78" fmla="*/ 0 w 806"/>
                <a:gd name="T79" fmla="*/ 1 h 177"/>
                <a:gd name="T80" fmla="*/ 0 w 806"/>
                <a:gd name="T81" fmla="*/ 1 h 177"/>
                <a:gd name="T82" fmla="*/ 0 w 806"/>
                <a:gd name="T83" fmla="*/ 1 h 177"/>
                <a:gd name="T84" fmla="*/ 0 w 806"/>
                <a:gd name="T85" fmla="*/ 1 h 177"/>
                <a:gd name="T86" fmla="*/ 0 w 806"/>
                <a:gd name="T87" fmla="*/ 1 h 177"/>
                <a:gd name="T88" fmla="*/ 1 w 806"/>
                <a:gd name="T89" fmla="*/ 1 h 177"/>
                <a:gd name="T90" fmla="*/ 1 w 806"/>
                <a:gd name="T91" fmla="*/ 1 h 17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806"/>
                <a:gd name="T139" fmla="*/ 0 h 177"/>
                <a:gd name="T140" fmla="*/ 806 w 806"/>
                <a:gd name="T141" fmla="*/ 177 h 17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806" h="177">
                  <a:moveTo>
                    <a:pt x="67" y="171"/>
                  </a:moveTo>
                  <a:lnTo>
                    <a:pt x="68" y="171"/>
                  </a:lnTo>
                  <a:lnTo>
                    <a:pt x="109" y="151"/>
                  </a:lnTo>
                  <a:lnTo>
                    <a:pt x="151" y="135"/>
                  </a:lnTo>
                  <a:lnTo>
                    <a:pt x="196" y="122"/>
                  </a:lnTo>
                  <a:lnTo>
                    <a:pt x="242" y="110"/>
                  </a:lnTo>
                  <a:lnTo>
                    <a:pt x="287" y="102"/>
                  </a:lnTo>
                  <a:lnTo>
                    <a:pt x="335" y="97"/>
                  </a:lnTo>
                  <a:lnTo>
                    <a:pt x="382" y="95"/>
                  </a:lnTo>
                  <a:lnTo>
                    <a:pt x="430" y="94"/>
                  </a:lnTo>
                  <a:lnTo>
                    <a:pt x="477" y="97"/>
                  </a:lnTo>
                  <a:lnTo>
                    <a:pt x="524" y="102"/>
                  </a:lnTo>
                  <a:lnTo>
                    <a:pt x="568" y="108"/>
                  </a:lnTo>
                  <a:lnTo>
                    <a:pt x="612" y="117"/>
                  </a:lnTo>
                  <a:lnTo>
                    <a:pt x="654" y="128"/>
                  </a:lnTo>
                  <a:lnTo>
                    <a:pt x="693" y="141"/>
                  </a:lnTo>
                  <a:lnTo>
                    <a:pt x="730" y="155"/>
                  </a:lnTo>
                  <a:lnTo>
                    <a:pt x="764" y="171"/>
                  </a:lnTo>
                  <a:lnTo>
                    <a:pt x="806" y="89"/>
                  </a:lnTo>
                  <a:lnTo>
                    <a:pt x="768" y="70"/>
                  </a:lnTo>
                  <a:lnTo>
                    <a:pt x="725" y="54"/>
                  </a:lnTo>
                  <a:lnTo>
                    <a:pt x="680" y="39"/>
                  </a:lnTo>
                  <a:lnTo>
                    <a:pt x="633" y="26"/>
                  </a:lnTo>
                  <a:lnTo>
                    <a:pt x="585" y="16"/>
                  </a:lnTo>
                  <a:lnTo>
                    <a:pt x="536" y="8"/>
                  </a:lnTo>
                  <a:lnTo>
                    <a:pt x="484" y="3"/>
                  </a:lnTo>
                  <a:lnTo>
                    <a:pt x="433" y="0"/>
                  </a:lnTo>
                  <a:lnTo>
                    <a:pt x="380" y="1"/>
                  </a:lnTo>
                  <a:lnTo>
                    <a:pt x="328" y="3"/>
                  </a:lnTo>
                  <a:lnTo>
                    <a:pt x="276" y="10"/>
                  </a:lnTo>
                  <a:lnTo>
                    <a:pt x="223" y="19"/>
                  </a:lnTo>
                  <a:lnTo>
                    <a:pt x="172" y="30"/>
                  </a:lnTo>
                  <a:lnTo>
                    <a:pt x="121" y="46"/>
                  </a:lnTo>
                  <a:lnTo>
                    <a:pt x="72" y="67"/>
                  </a:lnTo>
                  <a:lnTo>
                    <a:pt x="24" y="89"/>
                  </a:lnTo>
                  <a:lnTo>
                    <a:pt x="25" y="89"/>
                  </a:lnTo>
                  <a:lnTo>
                    <a:pt x="24" y="89"/>
                  </a:lnTo>
                  <a:lnTo>
                    <a:pt x="8" y="102"/>
                  </a:lnTo>
                  <a:lnTo>
                    <a:pt x="0" y="118"/>
                  </a:lnTo>
                  <a:lnTo>
                    <a:pt x="0" y="136"/>
                  </a:lnTo>
                  <a:lnTo>
                    <a:pt x="6" y="152"/>
                  </a:lnTo>
                  <a:lnTo>
                    <a:pt x="17" y="165"/>
                  </a:lnTo>
                  <a:lnTo>
                    <a:pt x="31" y="175"/>
                  </a:lnTo>
                  <a:lnTo>
                    <a:pt x="48" y="177"/>
                  </a:lnTo>
                  <a:lnTo>
                    <a:pt x="68" y="171"/>
                  </a:lnTo>
                  <a:lnTo>
                    <a:pt x="67" y="1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2731" name="Freeform 41"/>
            <p:cNvSpPr>
              <a:spLocks/>
            </p:cNvSpPr>
            <p:nvPr/>
          </p:nvSpPr>
          <p:spPr bwMode="auto">
            <a:xfrm>
              <a:off x="931" y="1456"/>
              <a:ext cx="280" cy="158"/>
            </a:xfrm>
            <a:custGeom>
              <a:avLst/>
              <a:gdLst>
                <a:gd name="T0" fmla="*/ 1 w 1402"/>
                <a:gd name="T1" fmla="*/ 6 h 787"/>
                <a:gd name="T2" fmla="*/ 1 w 1402"/>
                <a:gd name="T3" fmla="*/ 6 h 787"/>
                <a:gd name="T4" fmla="*/ 11 w 1402"/>
                <a:gd name="T5" fmla="*/ 1 h 787"/>
                <a:gd name="T6" fmla="*/ 11 w 1402"/>
                <a:gd name="T7" fmla="*/ 0 h 787"/>
                <a:gd name="T8" fmla="*/ 0 w 1402"/>
                <a:gd name="T9" fmla="*/ 6 h 787"/>
                <a:gd name="T10" fmla="*/ 0 w 1402"/>
                <a:gd name="T11" fmla="*/ 6 h 787"/>
                <a:gd name="T12" fmla="*/ 0 w 1402"/>
                <a:gd name="T13" fmla="*/ 6 h 787"/>
                <a:gd name="T14" fmla="*/ 0 w 1402"/>
                <a:gd name="T15" fmla="*/ 6 h 787"/>
                <a:gd name="T16" fmla="*/ 0 w 1402"/>
                <a:gd name="T17" fmla="*/ 6 h 787"/>
                <a:gd name="T18" fmla="*/ 0 w 1402"/>
                <a:gd name="T19" fmla="*/ 6 h 787"/>
                <a:gd name="T20" fmla="*/ 0 w 1402"/>
                <a:gd name="T21" fmla="*/ 6 h 787"/>
                <a:gd name="T22" fmla="*/ 0 w 1402"/>
                <a:gd name="T23" fmla="*/ 6 h 787"/>
                <a:gd name="T24" fmla="*/ 0 w 1402"/>
                <a:gd name="T25" fmla="*/ 6 h 787"/>
                <a:gd name="T26" fmla="*/ 0 w 1402"/>
                <a:gd name="T27" fmla="*/ 6 h 787"/>
                <a:gd name="T28" fmla="*/ 1 w 1402"/>
                <a:gd name="T29" fmla="*/ 6 h 787"/>
                <a:gd name="T30" fmla="*/ 1 w 1402"/>
                <a:gd name="T31" fmla="*/ 6 h 78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02"/>
                <a:gd name="T49" fmla="*/ 0 h 787"/>
                <a:gd name="T50" fmla="*/ 1402 w 1402"/>
                <a:gd name="T51" fmla="*/ 787 h 78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02" h="787">
                  <a:moveTo>
                    <a:pt x="69" y="781"/>
                  </a:moveTo>
                  <a:lnTo>
                    <a:pt x="66" y="781"/>
                  </a:lnTo>
                  <a:lnTo>
                    <a:pt x="1402" y="82"/>
                  </a:lnTo>
                  <a:lnTo>
                    <a:pt x="1360" y="0"/>
                  </a:lnTo>
                  <a:lnTo>
                    <a:pt x="24" y="699"/>
                  </a:lnTo>
                  <a:lnTo>
                    <a:pt x="22" y="699"/>
                  </a:lnTo>
                  <a:lnTo>
                    <a:pt x="24" y="699"/>
                  </a:lnTo>
                  <a:lnTo>
                    <a:pt x="8" y="712"/>
                  </a:lnTo>
                  <a:lnTo>
                    <a:pt x="1" y="727"/>
                  </a:lnTo>
                  <a:lnTo>
                    <a:pt x="0" y="744"/>
                  </a:lnTo>
                  <a:lnTo>
                    <a:pt x="5" y="761"/>
                  </a:lnTo>
                  <a:lnTo>
                    <a:pt x="15" y="775"/>
                  </a:lnTo>
                  <a:lnTo>
                    <a:pt x="30" y="784"/>
                  </a:lnTo>
                  <a:lnTo>
                    <a:pt x="46" y="787"/>
                  </a:lnTo>
                  <a:lnTo>
                    <a:pt x="66" y="781"/>
                  </a:lnTo>
                  <a:lnTo>
                    <a:pt x="69" y="7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2732" name="Freeform 42"/>
            <p:cNvSpPr>
              <a:spLocks/>
            </p:cNvSpPr>
            <p:nvPr/>
          </p:nvSpPr>
          <p:spPr bwMode="auto">
            <a:xfrm>
              <a:off x="868" y="1596"/>
              <a:ext cx="77" cy="126"/>
            </a:xfrm>
            <a:custGeom>
              <a:avLst/>
              <a:gdLst>
                <a:gd name="T0" fmla="*/ 1 w 382"/>
                <a:gd name="T1" fmla="*/ 5 h 628"/>
                <a:gd name="T2" fmla="*/ 1 w 382"/>
                <a:gd name="T3" fmla="*/ 5 h 628"/>
                <a:gd name="T4" fmla="*/ 1 w 382"/>
                <a:gd name="T5" fmla="*/ 4 h 628"/>
                <a:gd name="T6" fmla="*/ 1 w 382"/>
                <a:gd name="T7" fmla="*/ 4 h 628"/>
                <a:gd name="T8" fmla="*/ 1 w 382"/>
                <a:gd name="T9" fmla="*/ 4 h 628"/>
                <a:gd name="T10" fmla="*/ 1 w 382"/>
                <a:gd name="T11" fmla="*/ 3 h 628"/>
                <a:gd name="T12" fmla="*/ 1 w 382"/>
                <a:gd name="T13" fmla="*/ 3 h 628"/>
                <a:gd name="T14" fmla="*/ 1 w 382"/>
                <a:gd name="T15" fmla="*/ 3 h 628"/>
                <a:gd name="T16" fmla="*/ 1 w 382"/>
                <a:gd name="T17" fmla="*/ 3 h 628"/>
                <a:gd name="T18" fmla="*/ 1 w 382"/>
                <a:gd name="T19" fmla="*/ 2 h 628"/>
                <a:gd name="T20" fmla="*/ 2 w 382"/>
                <a:gd name="T21" fmla="*/ 2 h 628"/>
                <a:gd name="T22" fmla="*/ 2 w 382"/>
                <a:gd name="T23" fmla="*/ 2 h 628"/>
                <a:gd name="T24" fmla="*/ 2 w 382"/>
                <a:gd name="T25" fmla="*/ 2 h 628"/>
                <a:gd name="T26" fmla="*/ 2 w 382"/>
                <a:gd name="T27" fmla="*/ 1 h 628"/>
                <a:gd name="T28" fmla="*/ 2 w 382"/>
                <a:gd name="T29" fmla="*/ 1 h 628"/>
                <a:gd name="T30" fmla="*/ 3 w 382"/>
                <a:gd name="T31" fmla="*/ 1 h 628"/>
                <a:gd name="T32" fmla="*/ 3 w 382"/>
                <a:gd name="T33" fmla="*/ 1 h 628"/>
                <a:gd name="T34" fmla="*/ 3 w 382"/>
                <a:gd name="T35" fmla="*/ 1 h 628"/>
                <a:gd name="T36" fmla="*/ 3 w 382"/>
                <a:gd name="T37" fmla="*/ 0 h 628"/>
                <a:gd name="T38" fmla="*/ 2 w 382"/>
                <a:gd name="T39" fmla="*/ 0 h 628"/>
                <a:gd name="T40" fmla="*/ 2 w 382"/>
                <a:gd name="T41" fmla="*/ 0 h 628"/>
                <a:gd name="T42" fmla="*/ 2 w 382"/>
                <a:gd name="T43" fmla="*/ 1 h 628"/>
                <a:gd name="T44" fmla="*/ 2 w 382"/>
                <a:gd name="T45" fmla="*/ 1 h 628"/>
                <a:gd name="T46" fmla="*/ 1 w 382"/>
                <a:gd name="T47" fmla="*/ 1 h 628"/>
                <a:gd name="T48" fmla="*/ 1 w 382"/>
                <a:gd name="T49" fmla="*/ 1 h 628"/>
                <a:gd name="T50" fmla="*/ 1 w 382"/>
                <a:gd name="T51" fmla="*/ 2 h 628"/>
                <a:gd name="T52" fmla="*/ 1 w 382"/>
                <a:gd name="T53" fmla="*/ 2 h 628"/>
                <a:gd name="T54" fmla="*/ 1 w 382"/>
                <a:gd name="T55" fmla="*/ 2 h 628"/>
                <a:gd name="T56" fmla="*/ 0 w 382"/>
                <a:gd name="T57" fmla="*/ 3 h 628"/>
                <a:gd name="T58" fmla="*/ 0 w 382"/>
                <a:gd name="T59" fmla="*/ 3 h 628"/>
                <a:gd name="T60" fmla="*/ 0 w 382"/>
                <a:gd name="T61" fmla="*/ 3 h 628"/>
                <a:gd name="T62" fmla="*/ 0 w 382"/>
                <a:gd name="T63" fmla="*/ 4 h 628"/>
                <a:gd name="T64" fmla="*/ 0 w 382"/>
                <a:gd name="T65" fmla="*/ 4 h 628"/>
                <a:gd name="T66" fmla="*/ 0 w 382"/>
                <a:gd name="T67" fmla="*/ 4 h 628"/>
                <a:gd name="T68" fmla="*/ 0 w 382"/>
                <a:gd name="T69" fmla="*/ 5 h 628"/>
                <a:gd name="T70" fmla="*/ 0 w 382"/>
                <a:gd name="T71" fmla="*/ 5 h 628"/>
                <a:gd name="T72" fmla="*/ 0 w 382"/>
                <a:gd name="T73" fmla="*/ 5 h 628"/>
                <a:gd name="T74" fmla="*/ 0 w 382"/>
                <a:gd name="T75" fmla="*/ 5 h 628"/>
                <a:gd name="T76" fmla="*/ 0 w 382"/>
                <a:gd name="T77" fmla="*/ 5 h 628"/>
                <a:gd name="T78" fmla="*/ 0 w 382"/>
                <a:gd name="T79" fmla="*/ 5 h 628"/>
                <a:gd name="T80" fmla="*/ 0 w 382"/>
                <a:gd name="T81" fmla="*/ 5 h 628"/>
                <a:gd name="T82" fmla="*/ 1 w 382"/>
                <a:gd name="T83" fmla="*/ 5 h 628"/>
                <a:gd name="T84" fmla="*/ 1 w 382"/>
                <a:gd name="T85" fmla="*/ 5 h 628"/>
                <a:gd name="T86" fmla="*/ 1 w 382"/>
                <a:gd name="T87" fmla="*/ 5 h 628"/>
                <a:gd name="T88" fmla="*/ 1 w 382"/>
                <a:gd name="T89" fmla="*/ 5 h 628"/>
                <a:gd name="T90" fmla="*/ 1 w 382"/>
                <a:gd name="T91" fmla="*/ 5 h 628"/>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382"/>
                <a:gd name="T139" fmla="*/ 0 h 628"/>
                <a:gd name="T140" fmla="*/ 382 w 382"/>
                <a:gd name="T141" fmla="*/ 628 h 628"/>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382" h="628">
                  <a:moveTo>
                    <a:pt x="94" y="581"/>
                  </a:moveTo>
                  <a:lnTo>
                    <a:pt x="94" y="582"/>
                  </a:lnTo>
                  <a:lnTo>
                    <a:pt x="96" y="541"/>
                  </a:lnTo>
                  <a:lnTo>
                    <a:pt x="99" y="500"/>
                  </a:lnTo>
                  <a:lnTo>
                    <a:pt x="106" y="463"/>
                  </a:lnTo>
                  <a:lnTo>
                    <a:pt x="115" y="424"/>
                  </a:lnTo>
                  <a:lnTo>
                    <a:pt x="127" y="389"/>
                  </a:lnTo>
                  <a:lnTo>
                    <a:pt x="140" y="353"/>
                  </a:lnTo>
                  <a:lnTo>
                    <a:pt x="156" y="320"/>
                  </a:lnTo>
                  <a:lnTo>
                    <a:pt x="173" y="287"/>
                  </a:lnTo>
                  <a:lnTo>
                    <a:pt x="193" y="255"/>
                  </a:lnTo>
                  <a:lnTo>
                    <a:pt x="214" y="226"/>
                  </a:lnTo>
                  <a:lnTo>
                    <a:pt x="238" y="198"/>
                  </a:lnTo>
                  <a:lnTo>
                    <a:pt x="263" y="172"/>
                  </a:lnTo>
                  <a:lnTo>
                    <a:pt x="290" y="146"/>
                  </a:lnTo>
                  <a:lnTo>
                    <a:pt x="318" y="122"/>
                  </a:lnTo>
                  <a:lnTo>
                    <a:pt x="349" y="101"/>
                  </a:lnTo>
                  <a:lnTo>
                    <a:pt x="382" y="82"/>
                  </a:lnTo>
                  <a:lnTo>
                    <a:pt x="335" y="0"/>
                  </a:lnTo>
                  <a:lnTo>
                    <a:pt x="297" y="23"/>
                  </a:lnTo>
                  <a:lnTo>
                    <a:pt x="262" y="49"/>
                  </a:lnTo>
                  <a:lnTo>
                    <a:pt x="229" y="76"/>
                  </a:lnTo>
                  <a:lnTo>
                    <a:pt x="198" y="104"/>
                  </a:lnTo>
                  <a:lnTo>
                    <a:pt x="167" y="137"/>
                  </a:lnTo>
                  <a:lnTo>
                    <a:pt x="142" y="170"/>
                  </a:lnTo>
                  <a:lnTo>
                    <a:pt x="116" y="204"/>
                  </a:lnTo>
                  <a:lnTo>
                    <a:pt x="94" y="240"/>
                  </a:lnTo>
                  <a:lnTo>
                    <a:pt x="74" y="278"/>
                  </a:lnTo>
                  <a:lnTo>
                    <a:pt x="54" y="317"/>
                  </a:lnTo>
                  <a:lnTo>
                    <a:pt x="38" y="359"/>
                  </a:lnTo>
                  <a:lnTo>
                    <a:pt x="26" y="401"/>
                  </a:lnTo>
                  <a:lnTo>
                    <a:pt x="15" y="444"/>
                  </a:lnTo>
                  <a:lnTo>
                    <a:pt x="8" y="489"/>
                  </a:lnTo>
                  <a:lnTo>
                    <a:pt x="2" y="534"/>
                  </a:lnTo>
                  <a:lnTo>
                    <a:pt x="0" y="580"/>
                  </a:lnTo>
                  <a:lnTo>
                    <a:pt x="0" y="581"/>
                  </a:lnTo>
                  <a:lnTo>
                    <a:pt x="0" y="580"/>
                  </a:lnTo>
                  <a:lnTo>
                    <a:pt x="3" y="600"/>
                  </a:lnTo>
                  <a:lnTo>
                    <a:pt x="14" y="615"/>
                  </a:lnTo>
                  <a:lnTo>
                    <a:pt x="29" y="625"/>
                  </a:lnTo>
                  <a:lnTo>
                    <a:pt x="45" y="628"/>
                  </a:lnTo>
                  <a:lnTo>
                    <a:pt x="63" y="626"/>
                  </a:lnTo>
                  <a:lnTo>
                    <a:pt x="78" y="616"/>
                  </a:lnTo>
                  <a:lnTo>
                    <a:pt x="89" y="602"/>
                  </a:lnTo>
                  <a:lnTo>
                    <a:pt x="94" y="582"/>
                  </a:lnTo>
                  <a:lnTo>
                    <a:pt x="94" y="5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2733" name="Freeform 43"/>
            <p:cNvSpPr>
              <a:spLocks/>
            </p:cNvSpPr>
            <p:nvPr/>
          </p:nvSpPr>
          <p:spPr bwMode="auto">
            <a:xfrm>
              <a:off x="868" y="1712"/>
              <a:ext cx="19" cy="364"/>
            </a:xfrm>
            <a:custGeom>
              <a:avLst/>
              <a:gdLst>
                <a:gd name="T0" fmla="*/ 1 w 94"/>
                <a:gd name="T1" fmla="*/ 14 h 1818"/>
                <a:gd name="T2" fmla="*/ 1 w 94"/>
                <a:gd name="T3" fmla="*/ 14 h 1818"/>
                <a:gd name="T4" fmla="*/ 1 w 94"/>
                <a:gd name="T5" fmla="*/ 0 h 1818"/>
                <a:gd name="T6" fmla="*/ 0 w 94"/>
                <a:gd name="T7" fmla="*/ 0 h 1818"/>
                <a:gd name="T8" fmla="*/ 0 w 94"/>
                <a:gd name="T9" fmla="*/ 14 h 1818"/>
                <a:gd name="T10" fmla="*/ 0 w 94"/>
                <a:gd name="T11" fmla="*/ 14 h 1818"/>
                <a:gd name="T12" fmla="*/ 0 w 94"/>
                <a:gd name="T13" fmla="*/ 14 h 1818"/>
                <a:gd name="T14" fmla="*/ 0 w 94"/>
                <a:gd name="T15" fmla="*/ 14 h 1818"/>
                <a:gd name="T16" fmla="*/ 0 w 94"/>
                <a:gd name="T17" fmla="*/ 14 h 1818"/>
                <a:gd name="T18" fmla="*/ 0 w 94"/>
                <a:gd name="T19" fmla="*/ 15 h 1818"/>
                <a:gd name="T20" fmla="*/ 0 w 94"/>
                <a:gd name="T21" fmla="*/ 15 h 1818"/>
                <a:gd name="T22" fmla="*/ 1 w 94"/>
                <a:gd name="T23" fmla="*/ 15 h 1818"/>
                <a:gd name="T24" fmla="*/ 1 w 94"/>
                <a:gd name="T25" fmla="*/ 14 h 1818"/>
                <a:gd name="T26" fmla="*/ 1 w 94"/>
                <a:gd name="T27" fmla="*/ 14 h 1818"/>
                <a:gd name="T28" fmla="*/ 1 w 94"/>
                <a:gd name="T29" fmla="*/ 14 h 1818"/>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94"/>
                <a:gd name="T46" fmla="*/ 0 h 1818"/>
                <a:gd name="T47" fmla="*/ 94 w 94"/>
                <a:gd name="T48" fmla="*/ 1818 h 1818"/>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94" h="1818">
                  <a:moveTo>
                    <a:pt x="94" y="1771"/>
                  </a:moveTo>
                  <a:lnTo>
                    <a:pt x="94" y="1771"/>
                  </a:lnTo>
                  <a:lnTo>
                    <a:pt x="94" y="0"/>
                  </a:lnTo>
                  <a:lnTo>
                    <a:pt x="0" y="0"/>
                  </a:lnTo>
                  <a:lnTo>
                    <a:pt x="0" y="1771"/>
                  </a:lnTo>
                  <a:lnTo>
                    <a:pt x="3" y="1791"/>
                  </a:lnTo>
                  <a:lnTo>
                    <a:pt x="15" y="1806"/>
                  </a:lnTo>
                  <a:lnTo>
                    <a:pt x="29" y="1814"/>
                  </a:lnTo>
                  <a:lnTo>
                    <a:pt x="47" y="1818"/>
                  </a:lnTo>
                  <a:lnTo>
                    <a:pt x="64" y="1814"/>
                  </a:lnTo>
                  <a:lnTo>
                    <a:pt x="79" y="1806"/>
                  </a:lnTo>
                  <a:lnTo>
                    <a:pt x="90" y="1791"/>
                  </a:lnTo>
                  <a:lnTo>
                    <a:pt x="94" y="17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2734" name="Freeform 44"/>
            <p:cNvSpPr>
              <a:spLocks/>
            </p:cNvSpPr>
            <p:nvPr/>
          </p:nvSpPr>
          <p:spPr bwMode="auto">
            <a:xfrm>
              <a:off x="868" y="2067"/>
              <a:ext cx="90" cy="160"/>
            </a:xfrm>
            <a:custGeom>
              <a:avLst/>
              <a:gdLst>
                <a:gd name="T0" fmla="*/ 3 w 449"/>
                <a:gd name="T1" fmla="*/ 6 h 803"/>
                <a:gd name="T2" fmla="*/ 3 w 449"/>
                <a:gd name="T3" fmla="*/ 6 h 803"/>
                <a:gd name="T4" fmla="*/ 3 w 449"/>
                <a:gd name="T5" fmla="*/ 5 h 803"/>
                <a:gd name="T6" fmla="*/ 3 w 449"/>
                <a:gd name="T7" fmla="*/ 5 h 803"/>
                <a:gd name="T8" fmla="*/ 3 w 449"/>
                <a:gd name="T9" fmla="*/ 5 h 803"/>
                <a:gd name="T10" fmla="*/ 2 w 449"/>
                <a:gd name="T11" fmla="*/ 5 h 803"/>
                <a:gd name="T12" fmla="*/ 2 w 449"/>
                <a:gd name="T13" fmla="*/ 4 h 803"/>
                <a:gd name="T14" fmla="*/ 2 w 449"/>
                <a:gd name="T15" fmla="*/ 4 h 803"/>
                <a:gd name="T16" fmla="*/ 2 w 449"/>
                <a:gd name="T17" fmla="*/ 4 h 803"/>
                <a:gd name="T18" fmla="*/ 2 w 449"/>
                <a:gd name="T19" fmla="*/ 3 h 803"/>
                <a:gd name="T20" fmla="*/ 1 w 449"/>
                <a:gd name="T21" fmla="*/ 3 h 803"/>
                <a:gd name="T22" fmla="*/ 1 w 449"/>
                <a:gd name="T23" fmla="*/ 2 h 803"/>
                <a:gd name="T24" fmla="*/ 1 w 449"/>
                <a:gd name="T25" fmla="*/ 2 h 803"/>
                <a:gd name="T26" fmla="*/ 1 w 449"/>
                <a:gd name="T27" fmla="*/ 2 h 803"/>
                <a:gd name="T28" fmla="*/ 1 w 449"/>
                <a:gd name="T29" fmla="*/ 1 h 803"/>
                <a:gd name="T30" fmla="*/ 1 w 449"/>
                <a:gd name="T31" fmla="*/ 1 h 803"/>
                <a:gd name="T32" fmla="*/ 1 w 449"/>
                <a:gd name="T33" fmla="*/ 0 h 803"/>
                <a:gd name="T34" fmla="*/ 1 w 449"/>
                <a:gd name="T35" fmla="*/ 0 h 803"/>
                <a:gd name="T36" fmla="*/ 0 w 449"/>
                <a:gd name="T37" fmla="*/ 0 h 803"/>
                <a:gd name="T38" fmla="*/ 0 w 449"/>
                <a:gd name="T39" fmla="*/ 0 h 803"/>
                <a:gd name="T40" fmla="*/ 0 w 449"/>
                <a:gd name="T41" fmla="*/ 1 h 803"/>
                <a:gd name="T42" fmla="*/ 0 w 449"/>
                <a:gd name="T43" fmla="*/ 1 h 803"/>
                <a:gd name="T44" fmla="*/ 0 w 449"/>
                <a:gd name="T45" fmla="*/ 2 h 803"/>
                <a:gd name="T46" fmla="*/ 0 w 449"/>
                <a:gd name="T47" fmla="*/ 2 h 803"/>
                <a:gd name="T48" fmla="*/ 0 w 449"/>
                <a:gd name="T49" fmla="*/ 3 h 803"/>
                <a:gd name="T50" fmla="*/ 1 w 449"/>
                <a:gd name="T51" fmla="*/ 3 h 803"/>
                <a:gd name="T52" fmla="*/ 1 w 449"/>
                <a:gd name="T53" fmla="*/ 4 h 803"/>
                <a:gd name="T54" fmla="*/ 1 w 449"/>
                <a:gd name="T55" fmla="*/ 4 h 803"/>
                <a:gd name="T56" fmla="*/ 1 w 449"/>
                <a:gd name="T57" fmla="*/ 4 h 803"/>
                <a:gd name="T58" fmla="*/ 2 w 449"/>
                <a:gd name="T59" fmla="*/ 5 h 803"/>
                <a:gd name="T60" fmla="*/ 2 w 449"/>
                <a:gd name="T61" fmla="*/ 5 h 803"/>
                <a:gd name="T62" fmla="*/ 2 w 449"/>
                <a:gd name="T63" fmla="*/ 5 h 803"/>
                <a:gd name="T64" fmla="*/ 2 w 449"/>
                <a:gd name="T65" fmla="*/ 6 h 803"/>
                <a:gd name="T66" fmla="*/ 3 w 449"/>
                <a:gd name="T67" fmla="*/ 6 h 803"/>
                <a:gd name="T68" fmla="*/ 3 w 449"/>
                <a:gd name="T69" fmla="*/ 6 h 803"/>
                <a:gd name="T70" fmla="*/ 3 w 449"/>
                <a:gd name="T71" fmla="*/ 6 h 803"/>
                <a:gd name="T72" fmla="*/ 3 w 449"/>
                <a:gd name="T73" fmla="*/ 6 h 803"/>
                <a:gd name="T74" fmla="*/ 3 w 449"/>
                <a:gd name="T75" fmla="*/ 6 h 803"/>
                <a:gd name="T76" fmla="*/ 3 w 449"/>
                <a:gd name="T77" fmla="*/ 6 h 803"/>
                <a:gd name="T78" fmla="*/ 3 w 449"/>
                <a:gd name="T79" fmla="*/ 6 h 803"/>
                <a:gd name="T80" fmla="*/ 4 w 449"/>
                <a:gd name="T81" fmla="*/ 6 h 803"/>
                <a:gd name="T82" fmla="*/ 4 w 449"/>
                <a:gd name="T83" fmla="*/ 6 h 803"/>
                <a:gd name="T84" fmla="*/ 4 w 449"/>
                <a:gd name="T85" fmla="*/ 6 h 803"/>
                <a:gd name="T86" fmla="*/ 4 w 449"/>
                <a:gd name="T87" fmla="*/ 6 h 803"/>
                <a:gd name="T88" fmla="*/ 3 w 449"/>
                <a:gd name="T89" fmla="*/ 6 h 803"/>
                <a:gd name="T90" fmla="*/ 3 w 449"/>
                <a:gd name="T91" fmla="*/ 6 h 80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449"/>
                <a:gd name="T139" fmla="*/ 0 h 803"/>
                <a:gd name="T140" fmla="*/ 449 w 449"/>
                <a:gd name="T141" fmla="*/ 803 h 80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449" h="803">
                  <a:moveTo>
                    <a:pt x="426" y="717"/>
                  </a:moveTo>
                  <a:lnTo>
                    <a:pt x="427" y="717"/>
                  </a:lnTo>
                  <a:lnTo>
                    <a:pt x="395" y="693"/>
                  </a:lnTo>
                  <a:lnTo>
                    <a:pt x="361" y="662"/>
                  </a:lnTo>
                  <a:lnTo>
                    <a:pt x="329" y="628"/>
                  </a:lnTo>
                  <a:lnTo>
                    <a:pt x="299" y="591"/>
                  </a:lnTo>
                  <a:lnTo>
                    <a:pt x="269" y="551"/>
                  </a:lnTo>
                  <a:lnTo>
                    <a:pt x="241" y="507"/>
                  </a:lnTo>
                  <a:lnTo>
                    <a:pt x="215" y="460"/>
                  </a:lnTo>
                  <a:lnTo>
                    <a:pt x="191" y="412"/>
                  </a:lnTo>
                  <a:lnTo>
                    <a:pt x="170" y="363"/>
                  </a:lnTo>
                  <a:lnTo>
                    <a:pt x="151" y="312"/>
                  </a:lnTo>
                  <a:lnTo>
                    <a:pt x="133" y="259"/>
                  </a:lnTo>
                  <a:lnTo>
                    <a:pt x="119" y="207"/>
                  </a:lnTo>
                  <a:lnTo>
                    <a:pt x="108" y="156"/>
                  </a:lnTo>
                  <a:lnTo>
                    <a:pt x="101" y="103"/>
                  </a:lnTo>
                  <a:lnTo>
                    <a:pt x="96" y="51"/>
                  </a:lnTo>
                  <a:lnTo>
                    <a:pt x="94" y="0"/>
                  </a:lnTo>
                  <a:lnTo>
                    <a:pt x="0" y="0"/>
                  </a:lnTo>
                  <a:lnTo>
                    <a:pt x="2" y="56"/>
                  </a:lnTo>
                  <a:lnTo>
                    <a:pt x="7" y="115"/>
                  </a:lnTo>
                  <a:lnTo>
                    <a:pt x="16" y="172"/>
                  </a:lnTo>
                  <a:lnTo>
                    <a:pt x="28" y="231"/>
                  </a:lnTo>
                  <a:lnTo>
                    <a:pt x="44" y="287"/>
                  </a:lnTo>
                  <a:lnTo>
                    <a:pt x="62" y="342"/>
                  </a:lnTo>
                  <a:lnTo>
                    <a:pt x="83" y="398"/>
                  </a:lnTo>
                  <a:lnTo>
                    <a:pt x="106" y="452"/>
                  </a:lnTo>
                  <a:lnTo>
                    <a:pt x="133" y="505"/>
                  </a:lnTo>
                  <a:lnTo>
                    <a:pt x="161" y="554"/>
                  </a:lnTo>
                  <a:lnTo>
                    <a:pt x="192" y="602"/>
                  </a:lnTo>
                  <a:lnTo>
                    <a:pt x="224" y="647"/>
                  </a:lnTo>
                  <a:lnTo>
                    <a:pt x="259" y="689"/>
                  </a:lnTo>
                  <a:lnTo>
                    <a:pt x="295" y="728"/>
                  </a:lnTo>
                  <a:lnTo>
                    <a:pt x="334" y="763"/>
                  </a:lnTo>
                  <a:lnTo>
                    <a:pt x="374" y="795"/>
                  </a:lnTo>
                  <a:lnTo>
                    <a:pt x="375" y="795"/>
                  </a:lnTo>
                  <a:lnTo>
                    <a:pt x="374" y="795"/>
                  </a:lnTo>
                  <a:lnTo>
                    <a:pt x="392" y="803"/>
                  </a:lnTo>
                  <a:lnTo>
                    <a:pt x="411" y="803"/>
                  </a:lnTo>
                  <a:lnTo>
                    <a:pt x="426" y="795"/>
                  </a:lnTo>
                  <a:lnTo>
                    <a:pt x="439" y="782"/>
                  </a:lnTo>
                  <a:lnTo>
                    <a:pt x="446" y="766"/>
                  </a:lnTo>
                  <a:lnTo>
                    <a:pt x="449" y="749"/>
                  </a:lnTo>
                  <a:lnTo>
                    <a:pt x="441" y="732"/>
                  </a:lnTo>
                  <a:lnTo>
                    <a:pt x="427" y="717"/>
                  </a:lnTo>
                  <a:lnTo>
                    <a:pt x="426" y="71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2735" name="Freeform 45"/>
            <p:cNvSpPr>
              <a:spLocks/>
            </p:cNvSpPr>
            <p:nvPr/>
          </p:nvSpPr>
          <p:spPr bwMode="auto">
            <a:xfrm>
              <a:off x="883" y="1673"/>
              <a:ext cx="379" cy="690"/>
            </a:xfrm>
            <a:custGeom>
              <a:avLst/>
              <a:gdLst>
                <a:gd name="T0" fmla="*/ 12 w 1897"/>
                <a:gd name="T1" fmla="*/ 6 h 3450"/>
                <a:gd name="T2" fmla="*/ 13 w 1897"/>
                <a:gd name="T3" fmla="*/ 7 h 3450"/>
                <a:gd name="T4" fmla="*/ 13 w 1897"/>
                <a:gd name="T5" fmla="*/ 7 h 3450"/>
                <a:gd name="T6" fmla="*/ 14 w 1897"/>
                <a:gd name="T7" fmla="*/ 8 h 3450"/>
                <a:gd name="T8" fmla="*/ 14 w 1897"/>
                <a:gd name="T9" fmla="*/ 9 h 3450"/>
                <a:gd name="T10" fmla="*/ 15 w 1897"/>
                <a:gd name="T11" fmla="*/ 10 h 3450"/>
                <a:gd name="T12" fmla="*/ 15 w 1897"/>
                <a:gd name="T13" fmla="*/ 11 h 3450"/>
                <a:gd name="T14" fmla="*/ 15 w 1897"/>
                <a:gd name="T15" fmla="*/ 11 h 3450"/>
                <a:gd name="T16" fmla="*/ 15 w 1897"/>
                <a:gd name="T17" fmla="*/ 12 h 3450"/>
                <a:gd name="T18" fmla="*/ 15 w 1897"/>
                <a:gd name="T19" fmla="*/ 26 h 3450"/>
                <a:gd name="T20" fmla="*/ 15 w 1897"/>
                <a:gd name="T21" fmla="*/ 26 h 3450"/>
                <a:gd name="T22" fmla="*/ 15 w 1897"/>
                <a:gd name="T23" fmla="*/ 27 h 3450"/>
                <a:gd name="T24" fmla="*/ 15 w 1897"/>
                <a:gd name="T25" fmla="*/ 27 h 3450"/>
                <a:gd name="T26" fmla="*/ 14 w 1897"/>
                <a:gd name="T27" fmla="*/ 27 h 3450"/>
                <a:gd name="T28" fmla="*/ 14 w 1897"/>
                <a:gd name="T29" fmla="*/ 28 h 3450"/>
                <a:gd name="T30" fmla="*/ 13 w 1897"/>
                <a:gd name="T31" fmla="*/ 28 h 3450"/>
                <a:gd name="T32" fmla="*/ 13 w 1897"/>
                <a:gd name="T33" fmla="*/ 27 h 3450"/>
                <a:gd name="T34" fmla="*/ 3 w 1897"/>
                <a:gd name="T35" fmla="*/ 21 h 3450"/>
                <a:gd name="T36" fmla="*/ 2 w 1897"/>
                <a:gd name="T37" fmla="*/ 21 h 3450"/>
                <a:gd name="T38" fmla="*/ 2 w 1897"/>
                <a:gd name="T39" fmla="*/ 20 h 3450"/>
                <a:gd name="T40" fmla="*/ 1 w 1897"/>
                <a:gd name="T41" fmla="*/ 19 h 3450"/>
                <a:gd name="T42" fmla="*/ 1 w 1897"/>
                <a:gd name="T43" fmla="*/ 19 h 3450"/>
                <a:gd name="T44" fmla="*/ 0 w 1897"/>
                <a:gd name="T45" fmla="*/ 18 h 3450"/>
                <a:gd name="T46" fmla="*/ 0 w 1897"/>
                <a:gd name="T47" fmla="*/ 17 h 3450"/>
                <a:gd name="T48" fmla="*/ 0 w 1897"/>
                <a:gd name="T49" fmla="*/ 16 h 3450"/>
                <a:gd name="T50" fmla="*/ 0 w 1897"/>
                <a:gd name="T51" fmla="*/ 15 h 3450"/>
                <a:gd name="T52" fmla="*/ 0 w 1897"/>
                <a:gd name="T53" fmla="*/ 2 h 3450"/>
                <a:gd name="T54" fmla="*/ 0 w 1897"/>
                <a:gd name="T55" fmla="*/ 1 h 3450"/>
                <a:gd name="T56" fmla="*/ 0 w 1897"/>
                <a:gd name="T57" fmla="*/ 1 h 3450"/>
                <a:gd name="T58" fmla="*/ 1 w 1897"/>
                <a:gd name="T59" fmla="*/ 0 h 3450"/>
                <a:gd name="T60" fmla="*/ 1 w 1897"/>
                <a:gd name="T61" fmla="*/ 0 h 3450"/>
                <a:gd name="T62" fmla="*/ 1 w 1897"/>
                <a:gd name="T63" fmla="*/ 0 h 3450"/>
                <a:gd name="T64" fmla="*/ 2 w 1897"/>
                <a:gd name="T65" fmla="*/ 0 h 3450"/>
                <a:gd name="T66" fmla="*/ 3 w 1897"/>
                <a:gd name="T67" fmla="*/ 0 h 3450"/>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897"/>
                <a:gd name="T103" fmla="*/ 0 h 3450"/>
                <a:gd name="T104" fmla="*/ 1897 w 1897"/>
                <a:gd name="T105" fmla="*/ 3450 h 3450"/>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897" h="3450">
                  <a:moveTo>
                    <a:pt x="357" y="49"/>
                  </a:moveTo>
                  <a:lnTo>
                    <a:pt x="1542" y="806"/>
                  </a:lnTo>
                  <a:lnTo>
                    <a:pt x="1579" y="832"/>
                  </a:lnTo>
                  <a:lnTo>
                    <a:pt x="1614" y="861"/>
                  </a:lnTo>
                  <a:lnTo>
                    <a:pt x="1648" y="895"/>
                  </a:lnTo>
                  <a:lnTo>
                    <a:pt x="1681" y="933"/>
                  </a:lnTo>
                  <a:lnTo>
                    <a:pt x="1711" y="973"/>
                  </a:lnTo>
                  <a:lnTo>
                    <a:pt x="1740" y="1016"/>
                  </a:lnTo>
                  <a:lnTo>
                    <a:pt x="1768" y="1062"/>
                  </a:lnTo>
                  <a:lnTo>
                    <a:pt x="1793" y="1109"/>
                  </a:lnTo>
                  <a:lnTo>
                    <a:pt x="1816" y="1158"/>
                  </a:lnTo>
                  <a:lnTo>
                    <a:pt x="1836" y="1208"/>
                  </a:lnTo>
                  <a:lnTo>
                    <a:pt x="1854" y="1260"/>
                  </a:lnTo>
                  <a:lnTo>
                    <a:pt x="1869" y="1313"/>
                  </a:lnTo>
                  <a:lnTo>
                    <a:pt x="1881" y="1364"/>
                  </a:lnTo>
                  <a:lnTo>
                    <a:pt x="1890" y="1417"/>
                  </a:lnTo>
                  <a:lnTo>
                    <a:pt x="1895" y="1469"/>
                  </a:lnTo>
                  <a:lnTo>
                    <a:pt x="1897" y="1519"/>
                  </a:lnTo>
                  <a:lnTo>
                    <a:pt x="1897" y="3142"/>
                  </a:lnTo>
                  <a:lnTo>
                    <a:pt x="1895" y="3190"/>
                  </a:lnTo>
                  <a:lnTo>
                    <a:pt x="1890" y="3235"/>
                  </a:lnTo>
                  <a:lnTo>
                    <a:pt x="1881" y="3276"/>
                  </a:lnTo>
                  <a:lnTo>
                    <a:pt x="1869" y="3313"/>
                  </a:lnTo>
                  <a:lnTo>
                    <a:pt x="1854" y="3346"/>
                  </a:lnTo>
                  <a:lnTo>
                    <a:pt x="1836" y="3375"/>
                  </a:lnTo>
                  <a:lnTo>
                    <a:pt x="1816" y="3398"/>
                  </a:lnTo>
                  <a:lnTo>
                    <a:pt x="1793" y="3418"/>
                  </a:lnTo>
                  <a:lnTo>
                    <a:pt x="1768" y="3434"/>
                  </a:lnTo>
                  <a:lnTo>
                    <a:pt x="1740" y="3444"/>
                  </a:lnTo>
                  <a:lnTo>
                    <a:pt x="1711" y="3450"/>
                  </a:lnTo>
                  <a:lnTo>
                    <a:pt x="1681" y="3450"/>
                  </a:lnTo>
                  <a:lnTo>
                    <a:pt x="1648" y="3445"/>
                  </a:lnTo>
                  <a:lnTo>
                    <a:pt x="1614" y="3436"/>
                  </a:lnTo>
                  <a:lnTo>
                    <a:pt x="1579" y="3421"/>
                  </a:lnTo>
                  <a:lnTo>
                    <a:pt x="1542" y="3400"/>
                  </a:lnTo>
                  <a:lnTo>
                    <a:pt x="357" y="2643"/>
                  </a:lnTo>
                  <a:lnTo>
                    <a:pt x="320" y="2618"/>
                  </a:lnTo>
                  <a:lnTo>
                    <a:pt x="285" y="2588"/>
                  </a:lnTo>
                  <a:lnTo>
                    <a:pt x="251" y="2554"/>
                  </a:lnTo>
                  <a:lnTo>
                    <a:pt x="218" y="2517"/>
                  </a:lnTo>
                  <a:lnTo>
                    <a:pt x="187" y="2477"/>
                  </a:lnTo>
                  <a:lnTo>
                    <a:pt x="157" y="2433"/>
                  </a:lnTo>
                  <a:lnTo>
                    <a:pt x="130" y="2388"/>
                  </a:lnTo>
                  <a:lnTo>
                    <a:pt x="105" y="2341"/>
                  </a:lnTo>
                  <a:lnTo>
                    <a:pt x="81" y="2292"/>
                  </a:lnTo>
                  <a:lnTo>
                    <a:pt x="61" y="2241"/>
                  </a:lnTo>
                  <a:lnTo>
                    <a:pt x="44" y="2190"/>
                  </a:lnTo>
                  <a:lnTo>
                    <a:pt x="29" y="2138"/>
                  </a:lnTo>
                  <a:lnTo>
                    <a:pt x="17" y="2085"/>
                  </a:lnTo>
                  <a:lnTo>
                    <a:pt x="7" y="2033"/>
                  </a:lnTo>
                  <a:lnTo>
                    <a:pt x="3" y="1981"/>
                  </a:lnTo>
                  <a:lnTo>
                    <a:pt x="0" y="1931"/>
                  </a:lnTo>
                  <a:lnTo>
                    <a:pt x="0" y="308"/>
                  </a:lnTo>
                  <a:lnTo>
                    <a:pt x="3" y="260"/>
                  </a:lnTo>
                  <a:lnTo>
                    <a:pt x="7" y="215"/>
                  </a:lnTo>
                  <a:lnTo>
                    <a:pt x="17" y="174"/>
                  </a:lnTo>
                  <a:lnTo>
                    <a:pt x="29" y="137"/>
                  </a:lnTo>
                  <a:lnTo>
                    <a:pt x="44" y="104"/>
                  </a:lnTo>
                  <a:lnTo>
                    <a:pt x="61" y="76"/>
                  </a:lnTo>
                  <a:lnTo>
                    <a:pt x="81" y="51"/>
                  </a:lnTo>
                  <a:lnTo>
                    <a:pt x="105" y="31"/>
                  </a:lnTo>
                  <a:lnTo>
                    <a:pt x="130" y="16"/>
                  </a:lnTo>
                  <a:lnTo>
                    <a:pt x="157" y="5"/>
                  </a:lnTo>
                  <a:lnTo>
                    <a:pt x="187" y="0"/>
                  </a:lnTo>
                  <a:lnTo>
                    <a:pt x="218" y="0"/>
                  </a:lnTo>
                  <a:lnTo>
                    <a:pt x="251" y="3"/>
                  </a:lnTo>
                  <a:lnTo>
                    <a:pt x="285" y="14"/>
                  </a:lnTo>
                  <a:lnTo>
                    <a:pt x="320" y="29"/>
                  </a:lnTo>
                  <a:lnTo>
                    <a:pt x="357" y="49"/>
                  </a:lnTo>
                  <a:close/>
                </a:path>
              </a:pathLst>
            </a:custGeom>
            <a:solidFill>
              <a:srgbClr val="BFBFB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2736" name="Freeform 46"/>
            <p:cNvSpPr>
              <a:spLocks/>
            </p:cNvSpPr>
            <p:nvPr/>
          </p:nvSpPr>
          <p:spPr bwMode="auto">
            <a:xfrm>
              <a:off x="1268" y="1663"/>
              <a:ext cx="393" cy="711"/>
            </a:xfrm>
            <a:custGeom>
              <a:avLst/>
              <a:gdLst>
                <a:gd name="T0" fmla="*/ 3 w 1962"/>
                <a:gd name="T1" fmla="*/ 7 h 3555"/>
                <a:gd name="T2" fmla="*/ 2 w 1962"/>
                <a:gd name="T3" fmla="*/ 7 h 3555"/>
                <a:gd name="T4" fmla="*/ 2 w 1962"/>
                <a:gd name="T5" fmla="*/ 8 h 3555"/>
                <a:gd name="T6" fmla="*/ 1 w 1962"/>
                <a:gd name="T7" fmla="*/ 8 h 3555"/>
                <a:gd name="T8" fmla="*/ 1 w 1962"/>
                <a:gd name="T9" fmla="*/ 9 h 3555"/>
                <a:gd name="T10" fmla="*/ 1 w 1962"/>
                <a:gd name="T11" fmla="*/ 10 h 3555"/>
                <a:gd name="T12" fmla="*/ 0 w 1962"/>
                <a:gd name="T13" fmla="*/ 11 h 3555"/>
                <a:gd name="T14" fmla="*/ 0 w 1962"/>
                <a:gd name="T15" fmla="*/ 12 h 3555"/>
                <a:gd name="T16" fmla="*/ 0 w 1962"/>
                <a:gd name="T17" fmla="*/ 13 h 3555"/>
                <a:gd name="T18" fmla="*/ 0 w 1962"/>
                <a:gd name="T19" fmla="*/ 26 h 3555"/>
                <a:gd name="T20" fmla="*/ 0 w 1962"/>
                <a:gd name="T21" fmla="*/ 27 h 3555"/>
                <a:gd name="T22" fmla="*/ 0 w 1962"/>
                <a:gd name="T23" fmla="*/ 28 h 3555"/>
                <a:gd name="T24" fmla="*/ 1 w 1962"/>
                <a:gd name="T25" fmla="*/ 28 h 3555"/>
                <a:gd name="T26" fmla="*/ 1 w 1962"/>
                <a:gd name="T27" fmla="*/ 28 h 3555"/>
                <a:gd name="T28" fmla="*/ 2 w 1962"/>
                <a:gd name="T29" fmla="*/ 28 h 3555"/>
                <a:gd name="T30" fmla="*/ 2 w 1962"/>
                <a:gd name="T31" fmla="*/ 28 h 3555"/>
                <a:gd name="T32" fmla="*/ 3 w 1962"/>
                <a:gd name="T33" fmla="*/ 28 h 3555"/>
                <a:gd name="T34" fmla="*/ 13 w 1962"/>
                <a:gd name="T35" fmla="*/ 22 h 3555"/>
                <a:gd name="T36" fmla="*/ 13 w 1962"/>
                <a:gd name="T37" fmla="*/ 21 h 3555"/>
                <a:gd name="T38" fmla="*/ 14 w 1962"/>
                <a:gd name="T39" fmla="*/ 21 h 3555"/>
                <a:gd name="T40" fmla="*/ 14 w 1962"/>
                <a:gd name="T41" fmla="*/ 20 h 3555"/>
                <a:gd name="T42" fmla="*/ 15 w 1962"/>
                <a:gd name="T43" fmla="*/ 19 h 3555"/>
                <a:gd name="T44" fmla="*/ 15 w 1962"/>
                <a:gd name="T45" fmla="*/ 18 h 3555"/>
                <a:gd name="T46" fmla="*/ 16 w 1962"/>
                <a:gd name="T47" fmla="*/ 18 h 3555"/>
                <a:gd name="T48" fmla="*/ 16 w 1962"/>
                <a:gd name="T49" fmla="*/ 17 h 3555"/>
                <a:gd name="T50" fmla="*/ 16 w 1962"/>
                <a:gd name="T51" fmla="*/ 16 h 3555"/>
                <a:gd name="T52" fmla="*/ 16 w 1962"/>
                <a:gd name="T53" fmla="*/ 2 h 3555"/>
                <a:gd name="T54" fmla="*/ 16 w 1962"/>
                <a:gd name="T55" fmla="*/ 1 h 3555"/>
                <a:gd name="T56" fmla="*/ 15 w 1962"/>
                <a:gd name="T57" fmla="*/ 1 h 3555"/>
                <a:gd name="T58" fmla="*/ 15 w 1962"/>
                <a:gd name="T59" fmla="*/ 0 h 3555"/>
                <a:gd name="T60" fmla="*/ 15 w 1962"/>
                <a:gd name="T61" fmla="*/ 0 h 3555"/>
                <a:gd name="T62" fmla="*/ 14 w 1962"/>
                <a:gd name="T63" fmla="*/ 0 h 3555"/>
                <a:gd name="T64" fmla="*/ 14 w 1962"/>
                <a:gd name="T65" fmla="*/ 0 h 3555"/>
                <a:gd name="T66" fmla="*/ 13 w 1962"/>
                <a:gd name="T67" fmla="*/ 0 h 3555"/>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962"/>
                <a:gd name="T103" fmla="*/ 0 h 3555"/>
                <a:gd name="T104" fmla="*/ 1962 w 1962"/>
                <a:gd name="T105" fmla="*/ 3555 h 3555"/>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962" h="3555">
                  <a:moveTo>
                    <a:pt x="1594" y="50"/>
                  </a:moveTo>
                  <a:lnTo>
                    <a:pt x="368" y="831"/>
                  </a:lnTo>
                  <a:lnTo>
                    <a:pt x="330" y="858"/>
                  </a:lnTo>
                  <a:lnTo>
                    <a:pt x="294" y="888"/>
                  </a:lnTo>
                  <a:lnTo>
                    <a:pt x="259" y="922"/>
                  </a:lnTo>
                  <a:lnTo>
                    <a:pt x="225" y="961"/>
                  </a:lnTo>
                  <a:lnTo>
                    <a:pt x="193" y="1003"/>
                  </a:lnTo>
                  <a:lnTo>
                    <a:pt x="163" y="1047"/>
                  </a:lnTo>
                  <a:lnTo>
                    <a:pt x="133" y="1094"/>
                  </a:lnTo>
                  <a:lnTo>
                    <a:pt x="108" y="1143"/>
                  </a:lnTo>
                  <a:lnTo>
                    <a:pt x="84" y="1193"/>
                  </a:lnTo>
                  <a:lnTo>
                    <a:pt x="63" y="1246"/>
                  </a:lnTo>
                  <a:lnTo>
                    <a:pt x="44" y="1299"/>
                  </a:lnTo>
                  <a:lnTo>
                    <a:pt x="29" y="1353"/>
                  </a:lnTo>
                  <a:lnTo>
                    <a:pt x="16" y="1405"/>
                  </a:lnTo>
                  <a:lnTo>
                    <a:pt x="7" y="1459"/>
                  </a:lnTo>
                  <a:lnTo>
                    <a:pt x="2" y="1512"/>
                  </a:lnTo>
                  <a:lnTo>
                    <a:pt x="0" y="1565"/>
                  </a:lnTo>
                  <a:lnTo>
                    <a:pt x="0" y="3237"/>
                  </a:lnTo>
                  <a:lnTo>
                    <a:pt x="2" y="3287"/>
                  </a:lnTo>
                  <a:lnTo>
                    <a:pt x="7" y="3333"/>
                  </a:lnTo>
                  <a:lnTo>
                    <a:pt x="16" y="3375"/>
                  </a:lnTo>
                  <a:lnTo>
                    <a:pt x="29" y="3413"/>
                  </a:lnTo>
                  <a:lnTo>
                    <a:pt x="44" y="3447"/>
                  </a:lnTo>
                  <a:lnTo>
                    <a:pt x="63" y="3477"/>
                  </a:lnTo>
                  <a:lnTo>
                    <a:pt x="84" y="3502"/>
                  </a:lnTo>
                  <a:lnTo>
                    <a:pt x="108" y="3522"/>
                  </a:lnTo>
                  <a:lnTo>
                    <a:pt x="133" y="3538"/>
                  </a:lnTo>
                  <a:lnTo>
                    <a:pt x="163" y="3549"/>
                  </a:lnTo>
                  <a:lnTo>
                    <a:pt x="193" y="3555"/>
                  </a:lnTo>
                  <a:lnTo>
                    <a:pt x="225" y="3555"/>
                  </a:lnTo>
                  <a:lnTo>
                    <a:pt x="259" y="3550"/>
                  </a:lnTo>
                  <a:lnTo>
                    <a:pt x="294" y="3541"/>
                  </a:lnTo>
                  <a:lnTo>
                    <a:pt x="330" y="3524"/>
                  </a:lnTo>
                  <a:lnTo>
                    <a:pt x="368" y="3503"/>
                  </a:lnTo>
                  <a:lnTo>
                    <a:pt x="1594" y="2722"/>
                  </a:lnTo>
                  <a:lnTo>
                    <a:pt x="1632" y="2696"/>
                  </a:lnTo>
                  <a:lnTo>
                    <a:pt x="1668" y="2665"/>
                  </a:lnTo>
                  <a:lnTo>
                    <a:pt x="1703" y="2631"/>
                  </a:lnTo>
                  <a:lnTo>
                    <a:pt x="1737" y="2592"/>
                  </a:lnTo>
                  <a:lnTo>
                    <a:pt x="1769" y="2551"/>
                  </a:lnTo>
                  <a:lnTo>
                    <a:pt x="1799" y="2506"/>
                  </a:lnTo>
                  <a:lnTo>
                    <a:pt x="1829" y="2460"/>
                  </a:lnTo>
                  <a:lnTo>
                    <a:pt x="1854" y="2411"/>
                  </a:lnTo>
                  <a:lnTo>
                    <a:pt x="1878" y="2361"/>
                  </a:lnTo>
                  <a:lnTo>
                    <a:pt x="1899" y="2308"/>
                  </a:lnTo>
                  <a:lnTo>
                    <a:pt x="1918" y="2256"/>
                  </a:lnTo>
                  <a:lnTo>
                    <a:pt x="1933" y="2202"/>
                  </a:lnTo>
                  <a:lnTo>
                    <a:pt x="1946" y="2149"/>
                  </a:lnTo>
                  <a:lnTo>
                    <a:pt x="1955" y="2095"/>
                  </a:lnTo>
                  <a:lnTo>
                    <a:pt x="1960" y="2042"/>
                  </a:lnTo>
                  <a:lnTo>
                    <a:pt x="1962" y="1989"/>
                  </a:lnTo>
                  <a:lnTo>
                    <a:pt x="1962" y="319"/>
                  </a:lnTo>
                  <a:lnTo>
                    <a:pt x="1960" y="269"/>
                  </a:lnTo>
                  <a:lnTo>
                    <a:pt x="1955" y="223"/>
                  </a:lnTo>
                  <a:lnTo>
                    <a:pt x="1946" y="180"/>
                  </a:lnTo>
                  <a:lnTo>
                    <a:pt x="1933" y="143"/>
                  </a:lnTo>
                  <a:lnTo>
                    <a:pt x="1918" y="109"/>
                  </a:lnTo>
                  <a:lnTo>
                    <a:pt x="1899" y="79"/>
                  </a:lnTo>
                  <a:lnTo>
                    <a:pt x="1878" y="54"/>
                  </a:lnTo>
                  <a:lnTo>
                    <a:pt x="1854" y="33"/>
                  </a:lnTo>
                  <a:lnTo>
                    <a:pt x="1829" y="17"/>
                  </a:lnTo>
                  <a:lnTo>
                    <a:pt x="1799" y="7"/>
                  </a:lnTo>
                  <a:lnTo>
                    <a:pt x="1769" y="0"/>
                  </a:lnTo>
                  <a:lnTo>
                    <a:pt x="1737" y="0"/>
                  </a:lnTo>
                  <a:lnTo>
                    <a:pt x="1703" y="4"/>
                  </a:lnTo>
                  <a:lnTo>
                    <a:pt x="1668" y="14"/>
                  </a:lnTo>
                  <a:lnTo>
                    <a:pt x="1632" y="29"/>
                  </a:lnTo>
                  <a:lnTo>
                    <a:pt x="1594" y="50"/>
                  </a:lnTo>
                  <a:close/>
                </a:path>
              </a:pathLst>
            </a:custGeom>
            <a:solidFill>
              <a:srgbClr val="E5E5E5"/>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2737" name="Freeform 47"/>
            <p:cNvSpPr>
              <a:spLocks noEditPoints="1"/>
            </p:cNvSpPr>
            <p:nvPr/>
          </p:nvSpPr>
          <p:spPr bwMode="auto">
            <a:xfrm>
              <a:off x="916" y="1589"/>
              <a:ext cx="697" cy="698"/>
            </a:xfrm>
            <a:custGeom>
              <a:avLst/>
              <a:gdLst>
                <a:gd name="T0" fmla="*/ 16 w 3485"/>
                <a:gd name="T1" fmla="*/ 0 h 3490"/>
                <a:gd name="T2" fmla="*/ 17 w 3485"/>
                <a:gd name="T3" fmla="*/ 2 h 3490"/>
                <a:gd name="T4" fmla="*/ 17 w 3485"/>
                <a:gd name="T5" fmla="*/ 3 h 3490"/>
                <a:gd name="T6" fmla="*/ 14 w 3485"/>
                <a:gd name="T7" fmla="*/ 4 h 3490"/>
                <a:gd name="T8" fmla="*/ 12 w 3485"/>
                <a:gd name="T9" fmla="*/ 4 h 3490"/>
                <a:gd name="T10" fmla="*/ 11 w 3485"/>
                <a:gd name="T11" fmla="*/ 2 h 3490"/>
                <a:gd name="T12" fmla="*/ 11 w 3485"/>
                <a:gd name="T13" fmla="*/ 1 h 3490"/>
                <a:gd name="T14" fmla="*/ 14 w 3485"/>
                <a:gd name="T15" fmla="*/ 0 h 3490"/>
                <a:gd name="T16" fmla="*/ 3 w 3485"/>
                <a:gd name="T17" fmla="*/ 7 h 3490"/>
                <a:gd name="T18" fmla="*/ 4 w 3485"/>
                <a:gd name="T19" fmla="*/ 9 h 3490"/>
                <a:gd name="T20" fmla="*/ 3 w 3485"/>
                <a:gd name="T21" fmla="*/ 12 h 3490"/>
                <a:gd name="T22" fmla="*/ 2 w 3485"/>
                <a:gd name="T23" fmla="*/ 13 h 3490"/>
                <a:gd name="T24" fmla="*/ 1 w 3485"/>
                <a:gd name="T25" fmla="*/ 12 h 3490"/>
                <a:gd name="T26" fmla="*/ 0 w 3485"/>
                <a:gd name="T27" fmla="*/ 10 h 3490"/>
                <a:gd name="T28" fmla="*/ 0 w 3485"/>
                <a:gd name="T29" fmla="*/ 8 h 3490"/>
                <a:gd name="T30" fmla="*/ 2 w 3485"/>
                <a:gd name="T31" fmla="*/ 6 h 3490"/>
                <a:gd name="T32" fmla="*/ 10 w 3485"/>
                <a:gd name="T33" fmla="*/ 20 h 3490"/>
                <a:gd name="T34" fmla="*/ 11 w 3485"/>
                <a:gd name="T35" fmla="*/ 22 h 3490"/>
                <a:gd name="T36" fmla="*/ 11 w 3485"/>
                <a:gd name="T37" fmla="*/ 25 h 3490"/>
                <a:gd name="T38" fmla="*/ 10 w 3485"/>
                <a:gd name="T39" fmla="*/ 27 h 3490"/>
                <a:gd name="T40" fmla="*/ 8 w 3485"/>
                <a:gd name="T41" fmla="*/ 26 h 3490"/>
                <a:gd name="T42" fmla="*/ 7 w 3485"/>
                <a:gd name="T43" fmla="*/ 24 h 3490"/>
                <a:gd name="T44" fmla="*/ 7 w 3485"/>
                <a:gd name="T45" fmla="*/ 22 h 3490"/>
                <a:gd name="T46" fmla="*/ 8 w 3485"/>
                <a:gd name="T47" fmla="*/ 20 h 3490"/>
                <a:gd name="T48" fmla="*/ 20 w 3485"/>
                <a:gd name="T49" fmla="*/ 21 h 3490"/>
                <a:gd name="T50" fmla="*/ 21 w 3485"/>
                <a:gd name="T51" fmla="*/ 23 h 3490"/>
                <a:gd name="T52" fmla="*/ 21 w 3485"/>
                <a:gd name="T53" fmla="*/ 26 h 3490"/>
                <a:gd name="T54" fmla="*/ 20 w 3485"/>
                <a:gd name="T55" fmla="*/ 28 h 3490"/>
                <a:gd name="T56" fmla="*/ 18 w 3485"/>
                <a:gd name="T57" fmla="*/ 28 h 3490"/>
                <a:gd name="T58" fmla="*/ 17 w 3485"/>
                <a:gd name="T59" fmla="*/ 26 h 3490"/>
                <a:gd name="T60" fmla="*/ 17 w 3485"/>
                <a:gd name="T61" fmla="*/ 23 h 3490"/>
                <a:gd name="T62" fmla="*/ 18 w 3485"/>
                <a:gd name="T63" fmla="*/ 21 h 3490"/>
                <a:gd name="T64" fmla="*/ 19 w 3485"/>
                <a:gd name="T65" fmla="*/ 11 h 3490"/>
                <a:gd name="T66" fmla="*/ 20 w 3485"/>
                <a:gd name="T67" fmla="*/ 13 h 3490"/>
                <a:gd name="T68" fmla="*/ 21 w 3485"/>
                <a:gd name="T69" fmla="*/ 15 h 3490"/>
                <a:gd name="T70" fmla="*/ 20 w 3485"/>
                <a:gd name="T71" fmla="*/ 17 h 3490"/>
                <a:gd name="T72" fmla="*/ 18 w 3485"/>
                <a:gd name="T73" fmla="*/ 17 h 3490"/>
                <a:gd name="T74" fmla="*/ 17 w 3485"/>
                <a:gd name="T75" fmla="*/ 16 h 3490"/>
                <a:gd name="T76" fmla="*/ 17 w 3485"/>
                <a:gd name="T77" fmla="*/ 13 h 3490"/>
                <a:gd name="T78" fmla="*/ 18 w 3485"/>
                <a:gd name="T79" fmla="*/ 11 h 3490"/>
                <a:gd name="T80" fmla="*/ 26 w 3485"/>
                <a:gd name="T81" fmla="*/ 7 h 3490"/>
                <a:gd name="T82" fmla="*/ 27 w 3485"/>
                <a:gd name="T83" fmla="*/ 8 h 3490"/>
                <a:gd name="T84" fmla="*/ 27 w 3485"/>
                <a:gd name="T85" fmla="*/ 11 h 3490"/>
                <a:gd name="T86" fmla="*/ 26 w 3485"/>
                <a:gd name="T87" fmla="*/ 13 h 3490"/>
                <a:gd name="T88" fmla="*/ 25 w 3485"/>
                <a:gd name="T89" fmla="*/ 13 h 3490"/>
                <a:gd name="T90" fmla="*/ 24 w 3485"/>
                <a:gd name="T91" fmla="*/ 12 h 3490"/>
                <a:gd name="T92" fmla="*/ 24 w 3485"/>
                <a:gd name="T93" fmla="*/ 9 h 3490"/>
                <a:gd name="T94" fmla="*/ 24 w 3485"/>
                <a:gd name="T95" fmla="*/ 7 h 3490"/>
                <a:gd name="T96" fmla="*/ 26 w 3485"/>
                <a:gd name="T97" fmla="*/ 17 h 3490"/>
                <a:gd name="T98" fmla="*/ 27 w 3485"/>
                <a:gd name="T99" fmla="*/ 18 h 3490"/>
                <a:gd name="T100" fmla="*/ 28 w 3485"/>
                <a:gd name="T101" fmla="*/ 21 h 3490"/>
                <a:gd name="T102" fmla="*/ 27 w 3485"/>
                <a:gd name="T103" fmla="*/ 23 h 3490"/>
                <a:gd name="T104" fmla="*/ 26 w 3485"/>
                <a:gd name="T105" fmla="*/ 24 h 3490"/>
                <a:gd name="T106" fmla="*/ 24 w 3485"/>
                <a:gd name="T107" fmla="*/ 23 h 3490"/>
                <a:gd name="T108" fmla="*/ 24 w 3485"/>
                <a:gd name="T109" fmla="*/ 20 h 3490"/>
                <a:gd name="T110" fmla="*/ 25 w 3485"/>
                <a:gd name="T111" fmla="*/ 18 h 3490"/>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w 3485"/>
                <a:gd name="T169" fmla="*/ 0 h 3490"/>
                <a:gd name="T170" fmla="*/ 3485 w 3485"/>
                <a:gd name="T171" fmla="*/ 3490 h 3490"/>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T168" t="T169" r="T170" b="T171"/>
              <a:pathLst>
                <a:path w="3485" h="3490">
                  <a:moveTo>
                    <a:pt x="1754" y="0"/>
                  </a:moveTo>
                  <a:lnTo>
                    <a:pt x="1797" y="2"/>
                  </a:lnTo>
                  <a:lnTo>
                    <a:pt x="1840" y="5"/>
                  </a:lnTo>
                  <a:lnTo>
                    <a:pt x="1881" y="12"/>
                  </a:lnTo>
                  <a:lnTo>
                    <a:pt x="1921" y="20"/>
                  </a:lnTo>
                  <a:lnTo>
                    <a:pt x="1959" y="31"/>
                  </a:lnTo>
                  <a:lnTo>
                    <a:pt x="1994" y="44"/>
                  </a:lnTo>
                  <a:lnTo>
                    <a:pt x="2028" y="59"/>
                  </a:lnTo>
                  <a:lnTo>
                    <a:pt x="2058" y="74"/>
                  </a:lnTo>
                  <a:lnTo>
                    <a:pt x="2086" y="93"/>
                  </a:lnTo>
                  <a:lnTo>
                    <a:pt x="2111" y="113"/>
                  </a:lnTo>
                  <a:lnTo>
                    <a:pt x="2132" y="133"/>
                  </a:lnTo>
                  <a:lnTo>
                    <a:pt x="2151" y="155"/>
                  </a:lnTo>
                  <a:lnTo>
                    <a:pt x="2165" y="179"/>
                  </a:lnTo>
                  <a:lnTo>
                    <a:pt x="2175" y="203"/>
                  </a:lnTo>
                  <a:lnTo>
                    <a:pt x="2182" y="229"/>
                  </a:lnTo>
                  <a:lnTo>
                    <a:pt x="2185" y="255"/>
                  </a:lnTo>
                  <a:lnTo>
                    <a:pt x="2182" y="281"/>
                  </a:lnTo>
                  <a:lnTo>
                    <a:pt x="2175" y="305"/>
                  </a:lnTo>
                  <a:lnTo>
                    <a:pt x="2165" y="330"/>
                  </a:lnTo>
                  <a:lnTo>
                    <a:pt x="2151" y="353"/>
                  </a:lnTo>
                  <a:lnTo>
                    <a:pt x="2132" y="376"/>
                  </a:lnTo>
                  <a:lnTo>
                    <a:pt x="2111" y="397"/>
                  </a:lnTo>
                  <a:lnTo>
                    <a:pt x="2086" y="417"/>
                  </a:lnTo>
                  <a:lnTo>
                    <a:pt x="2058" y="434"/>
                  </a:lnTo>
                  <a:lnTo>
                    <a:pt x="2028" y="451"/>
                  </a:lnTo>
                  <a:lnTo>
                    <a:pt x="1994" y="466"/>
                  </a:lnTo>
                  <a:lnTo>
                    <a:pt x="1959" y="479"/>
                  </a:lnTo>
                  <a:lnTo>
                    <a:pt x="1921" y="489"/>
                  </a:lnTo>
                  <a:lnTo>
                    <a:pt x="1881" y="498"/>
                  </a:lnTo>
                  <a:lnTo>
                    <a:pt x="1840" y="505"/>
                  </a:lnTo>
                  <a:lnTo>
                    <a:pt x="1797" y="508"/>
                  </a:lnTo>
                  <a:lnTo>
                    <a:pt x="1754" y="509"/>
                  </a:lnTo>
                  <a:lnTo>
                    <a:pt x="1710" y="508"/>
                  </a:lnTo>
                  <a:lnTo>
                    <a:pt x="1667" y="505"/>
                  </a:lnTo>
                  <a:lnTo>
                    <a:pt x="1626" y="498"/>
                  </a:lnTo>
                  <a:lnTo>
                    <a:pt x="1586" y="489"/>
                  </a:lnTo>
                  <a:lnTo>
                    <a:pt x="1548" y="479"/>
                  </a:lnTo>
                  <a:lnTo>
                    <a:pt x="1512" y="466"/>
                  </a:lnTo>
                  <a:lnTo>
                    <a:pt x="1479" y="451"/>
                  </a:lnTo>
                  <a:lnTo>
                    <a:pt x="1449" y="434"/>
                  </a:lnTo>
                  <a:lnTo>
                    <a:pt x="1421" y="417"/>
                  </a:lnTo>
                  <a:lnTo>
                    <a:pt x="1395" y="397"/>
                  </a:lnTo>
                  <a:lnTo>
                    <a:pt x="1374" y="376"/>
                  </a:lnTo>
                  <a:lnTo>
                    <a:pt x="1355" y="353"/>
                  </a:lnTo>
                  <a:lnTo>
                    <a:pt x="1341" y="330"/>
                  </a:lnTo>
                  <a:lnTo>
                    <a:pt x="1331" y="305"/>
                  </a:lnTo>
                  <a:lnTo>
                    <a:pt x="1324" y="281"/>
                  </a:lnTo>
                  <a:lnTo>
                    <a:pt x="1321" y="255"/>
                  </a:lnTo>
                  <a:lnTo>
                    <a:pt x="1324" y="229"/>
                  </a:lnTo>
                  <a:lnTo>
                    <a:pt x="1331" y="203"/>
                  </a:lnTo>
                  <a:lnTo>
                    <a:pt x="1341" y="179"/>
                  </a:lnTo>
                  <a:lnTo>
                    <a:pt x="1355" y="155"/>
                  </a:lnTo>
                  <a:lnTo>
                    <a:pt x="1374" y="133"/>
                  </a:lnTo>
                  <a:lnTo>
                    <a:pt x="1395" y="113"/>
                  </a:lnTo>
                  <a:lnTo>
                    <a:pt x="1421" y="93"/>
                  </a:lnTo>
                  <a:lnTo>
                    <a:pt x="1449" y="74"/>
                  </a:lnTo>
                  <a:lnTo>
                    <a:pt x="1479" y="59"/>
                  </a:lnTo>
                  <a:lnTo>
                    <a:pt x="1512" y="44"/>
                  </a:lnTo>
                  <a:lnTo>
                    <a:pt x="1548" y="31"/>
                  </a:lnTo>
                  <a:lnTo>
                    <a:pt x="1586" y="20"/>
                  </a:lnTo>
                  <a:lnTo>
                    <a:pt x="1626" y="12"/>
                  </a:lnTo>
                  <a:lnTo>
                    <a:pt x="1667" y="5"/>
                  </a:lnTo>
                  <a:lnTo>
                    <a:pt x="1710" y="2"/>
                  </a:lnTo>
                  <a:lnTo>
                    <a:pt x="1754" y="0"/>
                  </a:lnTo>
                  <a:close/>
                  <a:moveTo>
                    <a:pt x="239" y="786"/>
                  </a:moveTo>
                  <a:lnTo>
                    <a:pt x="263" y="788"/>
                  </a:lnTo>
                  <a:lnTo>
                    <a:pt x="287" y="794"/>
                  </a:lnTo>
                  <a:lnTo>
                    <a:pt x="309" y="805"/>
                  </a:lnTo>
                  <a:lnTo>
                    <a:pt x="331" y="819"/>
                  </a:lnTo>
                  <a:lnTo>
                    <a:pt x="352" y="836"/>
                  </a:lnTo>
                  <a:lnTo>
                    <a:pt x="372" y="857"/>
                  </a:lnTo>
                  <a:lnTo>
                    <a:pt x="390" y="882"/>
                  </a:lnTo>
                  <a:lnTo>
                    <a:pt x="407" y="909"/>
                  </a:lnTo>
                  <a:lnTo>
                    <a:pt x="423" y="940"/>
                  </a:lnTo>
                  <a:lnTo>
                    <a:pt x="437" y="971"/>
                  </a:lnTo>
                  <a:lnTo>
                    <a:pt x="448" y="1006"/>
                  </a:lnTo>
                  <a:lnTo>
                    <a:pt x="459" y="1043"/>
                  </a:lnTo>
                  <a:lnTo>
                    <a:pt x="467" y="1081"/>
                  </a:lnTo>
                  <a:lnTo>
                    <a:pt x="473" y="1121"/>
                  </a:lnTo>
                  <a:lnTo>
                    <a:pt x="476" y="1163"/>
                  </a:lnTo>
                  <a:lnTo>
                    <a:pt x="478" y="1206"/>
                  </a:lnTo>
                  <a:lnTo>
                    <a:pt x="476" y="1248"/>
                  </a:lnTo>
                  <a:lnTo>
                    <a:pt x="473" y="1290"/>
                  </a:lnTo>
                  <a:lnTo>
                    <a:pt x="467" y="1330"/>
                  </a:lnTo>
                  <a:lnTo>
                    <a:pt x="459" y="1367"/>
                  </a:lnTo>
                  <a:lnTo>
                    <a:pt x="448" y="1405"/>
                  </a:lnTo>
                  <a:lnTo>
                    <a:pt x="437" y="1439"/>
                  </a:lnTo>
                  <a:lnTo>
                    <a:pt x="423" y="1472"/>
                  </a:lnTo>
                  <a:lnTo>
                    <a:pt x="407" y="1501"/>
                  </a:lnTo>
                  <a:lnTo>
                    <a:pt x="390" y="1528"/>
                  </a:lnTo>
                  <a:lnTo>
                    <a:pt x="372" y="1553"/>
                  </a:lnTo>
                  <a:lnTo>
                    <a:pt x="352" y="1574"/>
                  </a:lnTo>
                  <a:lnTo>
                    <a:pt x="331" y="1591"/>
                  </a:lnTo>
                  <a:lnTo>
                    <a:pt x="309" y="1605"/>
                  </a:lnTo>
                  <a:lnTo>
                    <a:pt x="287" y="1616"/>
                  </a:lnTo>
                  <a:lnTo>
                    <a:pt x="263" y="1622"/>
                  </a:lnTo>
                  <a:lnTo>
                    <a:pt x="239" y="1624"/>
                  </a:lnTo>
                  <a:lnTo>
                    <a:pt x="214" y="1622"/>
                  </a:lnTo>
                  <a:lnTo>
                    <a:pt x="191" y="1616"/>
                  </a:lnTo>
                  <a:lnTo>
                    <a:pt x="168" y="1605"/>
                  </a:lnTo>
                  <a:lnTo>
                    <a:pt x="146" y="1591"/>
                  </a:lnTo>
                  <a:lnTo>
                    <a:pt x="125" y="1574"/>
                  </a:lnTo>
                  <a:lnTo>
                    <a:pt x="105" y="1553"/>
                  </a:lnTo>
                  <a:lnTo>
                    <a:pt x="87" y="1528"/>
                  </a:lnTo>
                  <a:lnTo>
                    <a:pt x="70" y="1501"/>
                  </a:lnTo>
                  <a:lnTo>
                    <a:pt x="55" y="1472"/>
                  </a:lnTo>
                  <a:lnTo>
                    <a:pt x="41" y="1439"/>
                  </a:lnTo>
                  <a:lnTo>
                    <a:pt x="29" y="1405"/>
                  </a:lnTo>
                  <a:lnTo>
                    <a:pt x="18" y="1367"/>
                  </a:lnTo>
                  <a:lnTo>
                    <a:pt x="10" y="1330"/>
                  </a:lnTo>
                  <a:lnTo>
                    <a:pt x="4" y="1290"/>
                  </a:lnTo>
                  <a:lnTo>
                    <a:pt x="1" y="1248"/>
                  </a:lnTo>
                  <a:lnTo>
                    <a:pt x="0" y="1206"/>
                  </a:lnTo>
                  <a:lnTo>
                    <a:pt x="1" y="1163"/>
                  </a:lnTo>
                  <a:lnTo>
                    <a:pt x="4" y="1121"/>
                  </a:lnTo>
                  <a:lnTo>
                    <a:pt x="10" y="1081"/>
                  </a:lnTo>
                  <a:lnTo>
                    <a:pt x="18" y="1043"/>
                  </a:lnTo>
                  <a:lnTo>
                    <a:pt x="29" y="1006"/>
                  </a:lnTo>
                  <a:lnTo>
                    <a:pt x="41" y="971"/>
                  </a:lnTo>
                  <a:lnTo>
                    <a:pt x="55" y="940"/>
                  </a:lnTo>
                  <a:lnTo>
                    <a:pt x="70" y="909"/>
                  </a:lnTo>
                  <a:lnTo>
                    <a:pt x="87" y="882"/>
                  </a:lnTo>
                  <a:lnTo>
                    <a:pt x="105" y="857"/>
                  </a:lnTo>
                  <a:lnTo>
                    <a:pt x="125" y="836"/>
                  </a:lnTo>
                  <a:lnTo>
                    <a:pt x="146" y="819"/>
                  </a:lnTo>
                  <a:lnTo>
                    <a:pt x="168" y="805"/>
                  </a:lnTo>
                  <a:lnTo>
                    <a:pt x="191" y="794"/>
                  </a:lnTo>
                  <a:lnTo>
                    <a:pt x="214" y="788"/>
                  </a:lnTo>
                  <a:lnTo>
                    <a:pt x="239" y="786"/>
                  </a:lnTo>
                  <a:close/>
                  <a:moveTo>
                    <a:pt x="1119" y="2495"/>
                  </a:moveTo>
                  <a:lnTo>
                    <a:pt x="1143" y="2498"/>
                  </a:lnTo>
                  <a:lnTo>
                    <a:pt x="1167" y="2504"/>
                  </a:lnTo>
                  <a:lnTo>
                    <a:pt x="1190" y="2514"/>
                  </a:lnTo>
                  <a:lnTo>
                    <a:pt x="1211" y="2528"/>
                  </a:lnTo>
                  <a:lnTo>
                    <a:pt x="1232" y="2546"/>
                  </a:lnTo>
                  <a:lnTo>
                    <a:pt x="1252" y="2567"/>
                  </a:lnTo>
                  <a:lnTo>
                    <a:pt x="1271" y="2592"/>
                  </a:lnTo>
                  <a:lnTo>
                    <a:pt x="1288" y="2618"/>
                  </a:lnTo>
                  <a:lnTo>
                    <a:pt x="1304" y="2648"/>
                  </a:lnTo>
                  <a:lnTo>
                    <a:pt x="1318" y="2681"/>
                  </a:lnTo>
                  <a:lnTo>
                    <a:pt x="1329" y="2715"/>
                  </a:lnTo>
                  <a:lnTo>
                    <a:pt x="1340" y="2752"/>
                  </a:lnTo>
                  <a:lnTo>
                    <a:pt x="1348" y="2790"/>
                  </a:lnTo>
                  <a:lnTo>
                    <a:pt x="1354" y="2830"/>
                  </a:lnTo>
                  <a:lnTo>
                    <a:pt x="1358" y="2872"/>
                  </a:lnTo>
                  <a:lnTo>
                    <a:pt x="1359" y="2914"/>
                  </a:lnTo>
                  <a:lnTo>
                    <a:pt x="1358" y="2956"/>
                  </a:lnTo>
                  <a:lnTo>
                    <a:pt x="1354" y="2998"/>
                  </a:lnTo>
                  <a:lnTo>
                    <a:pt x="1348" y="3038"/>
                  </a:lnTo>
                  <a:lnTo>
                    <a:pt x="1340" y="3077"/>
                  </a:lnTo>
                  <a:lnTo>
                    <a:pt x="1329" y="3113"/>
                  </a:lnTo>
                  <a:lnTo>
                    <a:pt x="1318" y="3147"/>
                  </a:lnTo>
                  <a:lnTo>
                    <a:pt x="1304" y="3180"/>
                  </a:lnTo>
                  <a:lnTo>
                    <a:pt x="1288" y="3209"/>
                  </a:lnTo>
                  <a:lnTo>
                    <a:pt x="1271" y="3238"/>
                  </a:lnTo>
                  <a:lnTo>
                    <a:pt x="1252" y="3261"/>
                  </a:lnTo>
                  <a:lnTo>
                    <a:pt x="1232" y="3282"/>
                  </a:lnTo>
                  <a:lnTo>
                    <a:pt x="1211" y="3301"/>
                  </a:lnTo>
                  <a:lnTo>
                    <a:pt x="1190" y="3315"/>
                  </a:lnTo>
                  <a:lnTo>
                    <a:pt x="1167" y="3325"/>
                  </a:lnTo>
                  <a:lnTo>
                    <a:pt x="1143" y="3331"/>
                  </a:lnTo>
                  <a:lnTo>
                    <a:pt x="1119" y="3334"/>
                  </a:lnTo>
                  <a:lnTo>
                    <a:pt x="1094" y="3331"/>
                  </a:lnTo>
                  <a:lnTo>
                    <a:pt x="1070" y="3325"/>
                  </a:lnTo>
                  <a:lnTo>
                    <a:pt x="1048" y="3315"/>
                  </a:lnTo>
                  <a:lnTo>
                    <a:pt x="1026" y="3301"/>
                  </a:lnTo>
                  <a:lnTo>
                    <a:pt x="1005" y="3282"/>
                  </a:lnTo>
                  <a:lnTo>
                    <a:pt x="985" y="3261"/>
                  </a:lnTo>
                  <a:lnTo>
                    <a:pt x="967" y="3238"/>
                  </a:lnTo>
                  <a:lnTo>
                    <a:pt x="950" y="3209"/>
                  </a:lnTo>
                  <a:lnTo>
                    <a:pt x="935" y="3180"/>
                  </a:lnTo>
                  <a:lnTo>
                    <a:pt x="921" y="3147"/>
                  </a:lnTo>
                  <a:lnTo>
                    <a:pt x="909" y="3113"/>
                  </a:lnTo>
                  <a:lnTo>
                    <a:pt x="898" y="3077"/>
                  </a:lnTo>
                  <a:lnTo>
                    <a:pt x="890" y="3038"/>
                  </a:lnTo>
                  <a:lnTo>
                    <a:pt x="884" y="2998"/>
                  </a:lnTo>
                  <a:lnTo>
                    <a:pt x="881" y="2956"/>
                  </a:lnTo>
                  <a:lnTo>
                    <a:pt x="880" y="2914"/>
                  </a:lnTo>
                  <a:lnTo>
                    <a:pt x="881" y="2872"/>
                  </a:lnTo>
                  <a:lnTo>
                    <a:pt x="884" y="2830"/>
                  </a:lnTo>
                  <a:lnTo>
                    <a:pt x="890" y="2790"/>
                  </a:lnTo>
                  <a:lnTo>
                    <a:pt x="898" y="2752"/>
                  </a:lnTo>
                  <a:lnTo>
                    <a:pt x="909" y="2715"/>
                  </a:lnTo>
                  <a:lnTo>
                    <a:pt x="921" y="2681"/>
                  </a:lnTo>
                  <a:lnTo>
                    <a:pt x="935" y="2648"/>
                  </a:lnTo>
                  <a:lnTo>
                    <a:pt x="950" y="2618"/>
                  </a:lnTo>
                  <a:lnTo>
                    <a:pt x="967" y="2592"/>
                  </a:lnTo>
                  <a:lnTo>
                    <a:pt x="985" y="2567"/>
                  </a:lnTo>
                  <a:lnTo>
                    <a:pt x="1005" y="2546"/>
                  </a:lnTo>
                  <a:lnTo>
                    <a:pt x="1026" y="2528"/>
                  </a:lnTo>
                  <a:lnTo>
                    <a:pt x="1048" y="2514"/>
                  </a:lnTo>
                  <a:lnTo>
                    <a:pt x="1070" y="2504"/>
                  </a:lnTo>
                  <a:lnTo>
                    <a:pt x="1094" y="2498"/>
                  </a:lnTo>
                  <a:lnTo>
                    <a:pt x="1119" y="2495"/>
                  </a:lnTo>
                  <a:close/>
                  <a:moveTo>
                    <a:pt x="2380" y="2651"/>
                  </a:moveTo>
                  <a:lnTo>
                    <a:pt x="2405" y="2654"/>
                  </a:lnTo>
                  <a:lnTo>
                    <a:pt x="2428" y="2660"/>
                  </a:lnTo>
                  <a:lnTo>
                    <a:pt x="2452" y="2670"/>
                  </a:lnTo>
                  <a:lnTo>
                    <a:pt x="2473" y="2684"/>
                  </a:lnTo>
                  <a:lnTo>
                    <a:pt x="2494" y="2703"/>
                  </a:lnTo>
                  <a:lnTo>
                    <a:pt x="2514" y="2724"/>
                  </a:lnTo>
                  <a:lnTo>
                    <a:pt x="2533" y="2747"/>
                  </a:lnTo>
                  <a:lnTo>
                    <a:pt x="2550" y="2774"/>
                  </a:lnTo>
                  <a:lnTo>
                    <a:pt x="2565" y="2805"/>
                  </a:lnTo>
                  <a:lnTo>
                    <a:pt x="2580" y="2838"/>
                  </a:lnTo>
                  <a:lnTo>
                    <a:pt x="2591" y="2872"/>
                  </a:lnTo>
                  <a:lnTo>
                    <a:pt x="2602" y="2908"/>
                  </a:lnTo>
                  <a:lnTo>
                    <a:pt x="2610" y="2947"/>
                  </a:lnTo>
                  <a:lnTo>
                    <a:pt x="2616" y="2987"/>
                  </a:lnTo>
                  <a:lnTo>
                    <a:pt x="2619" y="3029"/>
                  </a:lnTo>
                  <a:lnTo>
                    <a:pt x="2621" y="3071"/>
                  </a:lnTo>
                  <a:lnTo>
                    <a:pt x="2619" y="3113"/>
                  </a:lnTo>
                  <a:lnTo>
                    <a:pt x="2616" y="3155"/>
                  </a:lnTo>
                  <a:lnTo>
                    <a:pt x="2610" y="3195"/>
                  </a:lnTo>
                  <a:lnTo>
                    <a:pt x="2602" y="3233"/>
                  </a:lnTo>
                  <a:lnTo>
                    <a:pt x="2591" y="3270"/>
                  </a:lnTo>
                  <a:lnTo>
                    <a:pt x="2580" y="3304"/>
                  </a:lnTo>
                  <a:lnTo>
                    <a:pt x="2565" y="3337"/>
                  </a:lnTo>
                  <a:lnTo>
                    <a:pt x="2550" y="3367"/>
                  </a:lnTo>
                  <a:lnTo>
                    <a:pt x="2533" y="3393"/>
                  </a:lnTo>
                  <a:lnTo>
                    <a:pt x="2514" y="3418"/>
                  </a:lnTo>
                  <a:lnTo>
                    <a:pt x="2494" y="3439"/>
                  </a:lnTo>
                  <a:lnTo>
                    <a:pt x="2473" y="3457"/>
                  </a:lnTo>
                  <a:lnTo>
                    <a:pt x="2452" y="3471"/>
                  </a:lnTo>
                  <a:lnTo>
                    <a:pt x="2428" y="3481"/>
                  </a:lnTo>
                  <a:lnTo>
                    <a:pt x="2405" y="3487"/>
                  </a:lnTo>
                  <a:lnTo>
                    <a:pt x="2380" y="3490"/>
                  </a:lnTo>
                  <a:lnTo>
                    <a:pt x="2356" y="3487"/>
                  </a:lnTo>
                  <a:lnTo>
                    <a:pt x="2332" y="3481"/>
                  </a:lnTo>
                  <a:lnTo>
                    <a:pt x="2310" y="3471"/>
                  </a:lnTo>
                  <a:lnTo>
                    <a:pt x="2288" y="3457"/>
                  </a:lnTo>
                  <a:lnTo>
                    <a:pt x="2267" y="3439"/>
                  </a:lnTo>
                  <a:lnTo>
                    <a:pt x="2248" y="3418"/>
                  </a:lnTo>
                  <a:lnTo>
                    <a:pt x="2229" y="3393"/>
                  </a:lnTo>
                  <a:lnTo>
                    <a:pt x="2212" y="3367"/>
                  </a:lnTo>
                  <a:lnTo>
                    <a:pt x="2196" y="3337"/>
                  </a:lnTo>
                  <a:lnTo>
                    <a:pt x="2182" y="3304"/>
                  </a:lnTo>
                  <a:lnTo>
                    <a:pt x="2171" y="3270"/>
                  </a:lnTo>
                  <a:lnTo>
                    <a:pt x="2160" y="3233"/>
                  </a:lnTo>
                  <a:lnTo>
                    <a:pt x="2152" y="3195"/>
                  </a:lnTo>
                  <a:lnTo>
                    <a:pt x="2146" y="3155"/>
                  </a:lnTo>
                  <a:lnTo>
                    <a:pt x="2142" y="3113"/>
                  </a:lnTo>
                  <a:lnTo>
                    <a:pt x="2141" y="3071"/>
                  </a:lnTo>
                  <a:lnTo>
                    <a:pt x="2142" y="3029"/>
                  </a:lnTo>
                  <a:lnTo>
                    <a:pt x="2146" y="2987"/>
                  </a:lnTo>
                  <a:lnTo>
                    <a:pt x="2152" y="2947"/>
                  </a:lnTo>
                  <a:lnTo>
                    <a:pt x="2160" y="2908"/>
                  </a:lnTo>
                  <a:lnTo>
                    <a:pt x="2171" y="2872"/>
                  </a:lnTo>
                  <a:lnTo>
                    <a:pt x="2182" y="2838"/>
                  </a:lnTo>
                  <a:lnTo>
                    <a:pt x="2196" y="2805"/>
                  </a:lnTo>
                  <a:lnTo>
                    <a:pt x="2212" y="2774"/>
                  </a:lnTo>
                  <a:lnTo>
                    <a:pt x="2229" y="2747"/>
                  </a:lnTo>
                  <a:lnTo>
                    <a:pt x="2248" y="2724"/>
                  </a:lnTo>
                  <a:lnTo>
                    <a:pt x="2267" y="2703"/>
                  </a:lnTo>
                  <a:lnTo>
                    <a:pt x="2288" y="2684"/>
                  </a:lnTo>
                  <a:lnTo>
                    <a:pt x="2310" y="2670"/>
                  </a:lnTo>
                  <a:lnTo>
                    <a:pt x="2332" y="2660"/>
                  </a:lnTo>
                  <a:lnTo>
                    <a:pt x="2356" y="2654"/>
                  </a:lnTo>
                  <a:lnTo>
                    <a:pt x="2380" y="2651"/>
                  </a:lnTo>
                  <a:close/>
                  <a:moveTo>
                    <a:pt x="2342" y="1355"/>
                  </a:moveTo>
                  <a:lnTo>
                    <a:pt x="2366" y="1357"/>
                  </a:lnTo>
                  <a:lnTo>
                    <a:pt x="2390" y="1363"/>
                  </a:lnTo>
                  <a:lnTo>
                    <a:pt x="2412" y="1373"/>
                  </a:lnTo>
                  <a:lnTo>
                    <a:pt x="2434" y="1387"/>
                  </a:lnTo>
                  <a:lnTo>
                    <a:pt x="2455" y="1405"/>
                  </a:lnTo>
                  <a:lnTo>
                    <a:pt x="2475" y="1426"/>
                  </a:lnTo>
                  <a:lnTo>
                    <a:pt x="2493" y="1451"/>
                  </a:lnTo>
                  <a:lnTo>
                    <a:pt x="2510" y="1478"/>
                  </a:lnTo>
                  <a:lnTo>
                    <a:pt x="2526" y="1507"/>
                  </a:lnTo>
                  <a:lnTo>
                    <a:pt x="2540" y="1540"/>
                  </a:lnTo>
                  <a:lnTo>
                    <a:pt x="2551" y="1574"/>
                  </a:lnTo>
                  <a:lnTo>
                    <a:pt x="2562" y="1611"/>
                  </a:lnTo>
                  <a:lnTo>
                    <a:pt x="2570" y="1649"/>
                  </a:lnTo>
                  <a:lnTo>
                    <a:pt x="2576" y="1689"/>
                  </a:lnTo>
                  <a:lnTo>
                    <a:pt x="2580" y="1731"/>
                  </a:lnTo>
                  <a:lnTo>
                    <a:pt x="2581" y="1773"/>
                  </a:lnTo>
                  <a:lnTo>
                    <a:pt x="2580" y="1815"/>
                  </a:lnTo>
                  <a:lnTo>
                    <a:pt x="2576" y="1858"/>
                  </a:lnTo>
                  <a:lnTo>
                    <a:pt x="2570" y="1897"/>
                  </a:lnTo>
                  <a:lnTo>
                    <a:pt x="2562" y="1936"/>
                  </a:lnTo>
                  <a:lnTo>
                    <a:pt x="2551" y="1972"/>
                  </a:lnTo>
                  <a:lnTo>
                    <a:pt x="2540" y="2008"/>
                  </a:lnTo>
                  <a:lnTo>
                    <a:pt x="2526" y="2039"/>
                  </a:lnTo>
                  <a:lnTo>
                    <a:pt x="2510" y="2070"/>
                  </a:lnTo>
                  <a:lnTo>
                    <a:pt x="2493" y="2097"/>
                  </a:lnTo>
                  <a:lnTo>
                    <a:pt x="2475" y="2121"/>
                  </a:lnTo>
                  <a:lnTo>
                    <a:pt x="2455" y="2142"/>
                  </a:lnTo>
                  <a:lnTo>
                    <a:pt x="2434" y="2160"/>
                  </a:lnTo>
                  <a:lnTo>
                    <a:pt x="2412" y="2174"/>
                  </a:lnTo>
                  <a:lnTo>
                    <a:pt x="2390" y="2185"/>
                  </a:lnTo>
                  <a:lnTo>
                    <a:pt x="2366" y="2191"/>
                  </a:lnTo>
                  <a:lnTo>
                    <a:pt x="2342" y="2193"/>
                  </a:lnTo>
                  <a:lnTo>
                    <a:pt x="2317" y="2191"/>
                  </a:lnTo>
                  <a:lnTo>
                    <a:pt x="2294" y="2185"/>
                  </a:lnTo>
                  <a:lnTo>
                    <a:pt x="2270" y="2174"/>
                  </a:lnTo>
                  <a:lnTo>
                    <a:pt x="2249" y="2160"/>
                  </a:lnTo>
                  <a:lnTo>
                    <a:pt x="2228" y="2142"/>
                  </a:lnTo>
                  <a:lnTo>
                    <a:pt x="2208" y="2121"/>
                  </a:lnTo>
                  <a:lnTo>
                    <a:pt x="2189" y="2097"/>
                  </a:lnTo>
                  <a:lnTo>
                    <a:pt x="2173" y="2070"/>
                  </a:lnTo>
                  <a:lnTo>
                    <a:pt x="2157" y="2039"/>
                  </a:lnTo>
                  <a:lnTo>
                    <a:pt x="2142" y="2008"/>
                  </a:lnTo>
                  <a:lnTo>
                    <a:pt x="2131" y="1972"/>
                  </a:lnTo>
                  <a:lnTo>
                    <a:pt x="2120" y="1936"/>
                  </a:lnTo>
                  <a:lnTo>
                    <a:pt x="2112" y="1897"/>
                  </a:lnTo>
                  <a:lnTo>
                    <a:pt x="2106" y="1858"/>
                  </a:lnTo>
                  <a:lnTo>
                    <a:pt x="2103" y="1815"/>
                  </a:lnTo>
                  <a:lnTo>
                    <a:pt x="2101" y="1773"/>
                  </a:lnTo>
                  <a:lnTo>
                    <a:pt x="2103" y="1731"/>
                  </a:lnTo>
                  <a:lnTo>
                    <a:pt x="2106" y="1689"/>
                  </a:lnTo>
                  <a:lnTo>
                    <a:pt x="2112" y="1649"/>
                  </a:lnTo>
                  <a:lnTo>
                    <a:pt x="2120" y="1611"/>
                  </a:lnTo>
                  <a:lnTo>
                    <a:pt x="2131" y="1574"/>
                  </a:lnTo>
                  <a:lnTo>
                    <a:pt x="2142" y="1540"/>
                  </a:lnTo>
                  <a:lnTo>
                    <a:pt x="2157" y="1507"/>
                  </a:lnTo>
                  <a:lnTo>
                    <a:pt x="2173" y="1478"/>
                  </a:lnTo>
                  <a:lnTo>
                    <a:pt x="2189" y="1451"/>
                  </a:lnTo>
                  <a:lnTo>
                    <a:pt x="2208" y="1426"/>
                  </a:lnTo>
                  <a:lnTo>
                    <a:pt x="2228" y="1405"/>
                  </a:lnTo>
                  <a:lnTo>
                    <a:pt x="2249" y="1387"/>
                  </a:lnTo>
                  <a:lnTo>
                    <a:pt x="2270" y="1373"/>
                  </a:lnTo>
                  <a:lnTo>
                    <a:pt x="2294" y="1363"/>
                  </a:lnTo>
                  <a:lnTo>
                    <a:pt x="2317" y="1357"/>
                  </a:lnTo>
                  <a:lnTo>
                    <a:pt x="2342" y="1355"/>
                  </a:lnTo>
                  <a:close/>
                  <a:moveTo>
                    <a:pt x="3179" y="819"/>
                  </a:moveTo>
                  <a:lnTo>
                    <a:pt x="3204" y="821"/>
                  </a:lnTo>
                  <a:lnTo>
                    <a:pt x="3227" y="827"/>
                  </a:lnTo>
                  <a:lnTo>
                    <a:pt x="3250" y="838"/>
                  </a:lnTo>
                  <a:lnTo>
                    <a:pt x="3272" y="852"/>
                  </a:lnTo>
                  <a:lnTo>
                    <a:pt x="3293" y="869"/>
                  </a:lnTo>
                  <a:lnTo>
                    <a:pt x="3312" y="890"/>
                  </a:lnTo>
                  <a:lnTo>
                    <a:pt x="3331" y="915"/>
                  </a:lnTo>
                  <a:lnTo>
                    <a:pt x="3348" y="942"/>
                  </a:lnTo>
                  <a:lnTo>
                    <a:pt x="3363" y="971"/>
                  </a:lnTo>
                  <a:lnTo>
                    <a:pt x="3377" y="1004"/>
                  </a:lnTo>
                  <a:lnTo>
                    <a:pt x="3389" y="1038"/>
                  </a:lnTo>
                  <a:lnTo>
                    <a:pt x="3400" y="1076"/>
                  </a:lnTo>
                  <a:lnTo>
                    <a:pt x="3408" y="1113"/>
                  </a:lnTo>
                  <a:lnTo>
                    <a:pt x="3414" y="1153"/>
                  </a:lnTo>
                  <a:lnTo>
                    <a:pt x="3417" y="1195"/>
                  </a:lnTo>
                  <a:lnTo>
                    <a:pt x="3418" y="1237"/>
                  </a:lnTo>
                  <a:lnTo>
                    <a:pt x="3417" y="1280"/>
                  </a:lnTo>
                  <a:lnTo>
                    <a:pt x="3414" y="1322"/>
                  </a:lnTo>
                  <a:lnTo>
                    <a:pt x="3408" y="1362"/>
                  </a:lnTo>
                  <a:lnTo>
                    <a:pt x="3400" y="1399"/>
                  </a:lnTo>
                  <a:lnTo>
                    <a:pt x="3389" y="1437"/>
                  </a:lnTo>
                  <a:lnTo>
                    <a:pt x="3377" y="1471"/>
                  </a:lnTo>
                  <a:lnTo>
                    <a:pt x="3363" y="1503"/>
                  </a:lnTo>
                  <a:lnTo>
                    <a:pt x="3348" y="1533"/>
                  </a:lnTo>
                  <a:lnTo>
                    <a:pt x="3331" y="1560"/>
                  </a:lnTo>
                  <a:lnTo>
                    <a:pt x="3312" y="1584"/>
                  </a:lnTo>
                  <a:lnTo>
                    <a:pt x="3293" y="1605"/>
                  </a:lnTo>
                  <a:lnTo>
                    <a:pt x="3272" y="1623"/>
                  </a:lnTo>
                  <a:lnTo>
                    <a:pt x="3250" y="1637"/>
                  </a:lnTo>
                  <a:lnTo>
                    <a:pt x="3227" y="1648"/>
                  </a:lnTo>
                  <a:lnTo>
                    <a:pt x="3204" y="1654"/>
                  </a:lnTo>
                  <a:lnTo>
                    <a:pt x="3179" y="1656"/>
                  </a:lnTo>
                  <a:lnTo>
                    <a:pt x="3155" y="1654"/>
                  </a:lnTo>
                  <a:lnTo>
                    <a:pt x="3131" y="1648"/>
                  </a:lnTo>
                  <a:lnTo>
                    <a:pt x="3108" y="1637"/>
                  </a:lnTo>
                  <a:lnTo>
                    <a:pt x="3087" y="1623"/>
                  </a:lnTo>
                  <a:lnTo>
                    <a:pt x="3066" y="1605"/>
                  </a:lnTo>
                  <a:lnTo>
                    <a:pt x="3046" y="1584"/>
                  </a:lnTo>
                  <a:lnTo>
                    <a:pt x="3027" y="1560"/>
                  </a:lnTo>
                  <a:lnTo>
                    <a:pt x="3011" y="1533"/>
                  </a:lnTo>
                  <a:lnTo>
                    <a:pt x="2994" y="1503"/>
                  </a:lnTo>
                  <a:lnTo>
                    <a:pt x="2980" y="1471"/>
                  </a:lnTo>
                  <a:lnTo>
                    <a:pt x="2968" y="1437"/>
                  </a:lnTo>
                  <a:lnTo>
                    <a:pt x="2958" y="1399"/>
                  </a:lnTo>
                  <a:lnTo>
                    <a:pt x="2950" y="1362"/>
                  </a:lnTo>
                  <a:lnTo>
                    <a:pt x="2944" y="1322"/>
                  </a:lnTo>
                  <a:lnTo>
                    <a:pt x="2940" y="1280"/>
                  </a:lnTo>
                  <a:lnTo>
                    <a:pt x="2939" y="1237"/>
                  </a:lnTo>
                  <a:lnTo>
                    <a:pt x="2940" y="1195"/>
                  </a:lnTo>
                  <a:lnTo>
                    <a:pt x="2944" y="1153"/>
                  </a:lnTo>
                  <a:lnTo>
                    <a:pt x="2950" y="1113"/>
                  </a:lnTo>
                  <a:lnTo>
                    <a:pt x="2958" y="1076"/>
                  </a:lnTo>
                  <a:lnTo>
                    <a:pt x="2968" y="1038"/>
                  </a:lnTo>
                  <a:lnTo>
                    <a:pt x="2980" y="1004"/>
                  </a:lnTo>
                  <a:lnTo>
                    <a:pt x="2994" y="971"/>
                  </a:lnTo>
                  <a:lnTo>
                    <a:pt x="3011" y="942"/>
                  </a:lnTo>
                  <a:lnTo>
                    <a:pt x="3027" y="915"/>
                  </a:lnTo>
                  <a:lnTo>
                    <a:pt x="3046" y="890"/>
                  </a:lnTo>
                  <a:lnTo>
                    <a:pt x="3066" y="869"/>
                  </a:lnTo>
                  <a:lnTo>
                    <a:pt x="3087" y="852"/>
                  </a:lnTo>
                  <a:lnTo>
                    <a:pt x="3108" y="838"/>
                  </a:lnTo>
                  <a:lnTo>
                    <a:pt x="3131" y="827"/>
                  </a:lnTo>
                  <a:lnTo>
                    <a:pt x="3155" y="821"/>
                  </a:lnTo>
                  <a:lnTo>
                    <a:pt x="3179" y="819"/>
                  </a:lnTo>
                  <a:close/>
                  <a:moveTo>
                    <a:pt x="3246" y="2144"/>
                  </a:moveTo>
                  <a:lnTo>
                    <a:pt x="3271" y="2146"/>
                  </a:lnTo>
                  <a:lnTo>
                    <a:pt x="3294" y="2152"/>
                  </a:lnTo>
                  <a:lnTo>
                    <a:pt x="3316" y="2162"/>
                  </a:lnTo>
                  <a:lnTo>
                    <a:pt x="3339" y="2176"/>
                  </a:lnTo>
                  <a:lnTo>
                    <a:pt x="3360" y="2194"/>
                  </a:lnTo>
                  <a:lnTo>
                    <a:pt x="3380" y="2215"/>
                  </a:lnTo>
                  <a:lnTo>
                    <a:pt x="3397" y="2240"/>
                  </a:lnTo>
                  <a:lnTo>
                    <a:pt x="3415" y="2267"/>
                  </a:lnTo>
                  <a:lnTo>
                    <a:pt x="3430" y="2296"/>
                  </a:lnTo>
                  <a:lnTo>
                    <a:pt x="3444" y="2329"/>
                  </a:lnTo>
                  <a:lnTo>
                    <a:pt x="3456" y="2363"/>
                  </a:lnTo>
                  <a:lnTo>
                    <a:pt x="3466" y="2400"/>
                  </a:lnTo>
                  <a:lnTo>
                    <a:pt x="3475" y="2438"/>
                  </a:lnTo>
                  <a:lnTo>
                    <a:pt x="3480" y="2478"/>
                  </a:lnTo>
                  <a:lnTo>
                    <a:pt x="3484" y="2520"/>
                  </a:lnTo>
                  <a:lnTo>
                    <a:pt x="3485" y="2562"/>
                  </a:lnTo>
                  <a:lnTo>
                    <a:pt x="3484" y="2604"/>
                  </a:lnTo>
                  <a:lnTo>
                    <a:pt x="3480" y="2647"/>
                  </a:lnTo>
                  <a:lnTo>
                    <a:pt x="3475" y="2686"/>
                  </a:lnTo>
                  <a:lnTo>
                    <a:pt x="3466" y="2725"/>
                  </a:lnTo>
                  <a:lnTo>
                    <a:pt x="3456" y="2762"/>
                  </a:lnTo>
                  <a:lnTo>
                    <a:pt x="3444" y="2796"/>
                  </a:lnTo>
                  <a:lnTo>
                    <a:pt x="3430" y="2828"/>
                  </a:lnTo>
                  <a:lnTo>
                    <a:pt x="3415" y="2858"/>
                  </a:lnTo>
                  <a:lnTo>
                    <a:pt x="3397" y="2886"/>
                  </a:lnTo>
                  <a:lnTo>
                    <a:pt x="3380" y="2909"/>
                  </a:lnTo>
                  <a:lnTo>
                    <a:pt x="3360" y="2930"/>
                  </a:lnTo>
                  <a:lnTo>
                    <a:pt x="3339" y="2949"/>
                  </a:lnTo>
                  <a:lnTo>
                    <a:pt x="3316" y="2963"/>
                  </a:lnTo>
                  <a:lnTo>
                    <a:pt x="3294" y="2974"/>
                  </a:lnTo>
                  <a:lnTo>
                    <a:pt x="3271" y="2980"/>
                  </a:lnTo>
                  <a:lnTo>
                    <a:pt x="3246" y="2982"/>
                  </a:lnTo>
                  <a:lnTo>
                    <a:pt x="3222" y="2980"/>
                  </a:lnTo>
                  <a:lnTo>
                    <a:pt x="3198" y="2974"/>
                  </a:lnTo>
                  <a:lnTo>
                    <a:pt x="3176" y="2963"/>
                  </a:lnTo>
                  <a:lnTo>
                    <a:pt x="3154" y="2949"/>
                  </a:lnTo>
                  <a:lnTo>
                    <a:pt x="3133" y="2930"/>
                  </a:lnTo>
                  <a:lnTo>
                    <a:pt x="3113" y="2909"/>
                  </a:lnTo>
                  <a:lnTo>
                    <a:pt x="3095" y="2886"/>
                  </a:lnTo>
                  <a:lnTo>
                    <a:pt x="3077" y="2858"/>
                  </a:lnTo>
                  <a:lnTo>
                    <a:pt x="3062" y="2828"/>
                  </a:lnTo>
                  <a:lnTo>
                    <a:pt x="3048" y="2796"/>
                  </a:lnTo>
                  <a:lnTo>
                    <a:pt x="3036" y="2762"/>
                  </a:lnTo>
                  <a:lnTo>
                    <a:pt x="3026" y="2725"/>
                  </a:lnTo>
                  <a:lnTo>
                    <a:pt x="3018" y="2686"/>
                  </a:lnTo>
                  <a:lnTo>
                    <a:pt x="3012" y="2647"/>
                  </a:lnTo>
                  <a:lnTo>
                    <a:pt x="3008" y="2604"/>
                  </a:lnTo>
                  <a:lnTo>
                    <a:pt x="3007" y="2562"/>
                  </a:lnTo>
                  <a:lnTo>
                    <a:pt x="3008" y="2520"/>
                  </a:lnTo>
                  <a:lnTo>
                    <a:pt x="3012" y="2478"/>
                  </a:lnTo>
                  <a:lnTo>
                    <a:pt x="3018" y="2438"/>
                  </a:lnTo>
                  <a:lnTo>
                    <a:pt x="3026" y="2400"/>
                  </a:lnTo>
                  <a:lnTo>
                    <a:pt x="3036" y="2363"/>
                  </a:lnTo>
                  <a:lnTo>
                    <a:pt x="3048" y="2329"/>
                  </a:lnTo>
                  <a:lnTo>
                    <a:pt x="3062" y="2296"/>
                  </a:lnTo>
                  <a:lnTo>
                    <a:pt x="3077" y="2267"/>
                  </a:lnTo>
                  <a:lnTo>
                    <a:pt x="3095" y="2240"/>
                  </a:lnTo>
                  <a:lnTo>
                    <a:pt x="3113" y="2215"/>
                  </a:lnTo>
                  <a:lnTo>
                    <a:pt x="3133" y="2194"/>
                  </a:lnTo>
                  <a:lnTo>
                    <a:pt x="3154" y="2176"/>
                  </a:lnTo>
                  <a:lnTo>
                    <a:pt x="3176" y="2162"/>
                  </a:lnTo>
                  <a:lnTo>
                    <a:pt x="3198" y="2152"/>
                  </a:lnTo>
                  <a:lnTo>
                    <a:pt x="3222" y="2146"/>
                  </a:lnTo>
                  <a:lnTo>
                    <a:pt x="3246" y="214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2738" name="Freeform 48"/>
            <p:cNvSpPr>
              <a:spLocks/>
            </p:cNvSpPr>
            <p:nvPr/>
          </p:nvSpPr>
          <p:spPr bwMode="auto">
            <a:xfrm>
              <a:off x="1267" y="1588"/>
              <a:ext cx="87" cy="52"/>
            </a:xfrm>
            <a:custGeom>
              <a:avLst/>
              <a:gdLst>
                <a:gd name="T0" fmla="*/ 3 w 437"/>
                <a:gd name="T1" fmla="*/ 2 h 260"/>
                <a:gd name="T2" fmla="*/ 3 w 437"/>
                <a:gd name="T3" fmla="*/ 2 h 260"/>
                <a:gd name="T4" fmla="*/ 3 w 437"/>
                <a:gd name="T5" fmla="*/ 2 h 260"/>
                <a:gd name="T6" fmla="*/ 3 w 437"/>
                <a:gd name="T7" fmla="*/ 2 h 260"/>
                <a:gd name="T8" fmla="*/ 3 w 437"/>
                <a:gd name="T9" fmla="*/ 1 h 260"/>
                <a:gd name="T10" fmla="*/ 3 w 437"/>
                <a:gd name="T11" fmla="*/ 1 h 260"/>
                <a:gd name="T12" fmla="*/ 3 w 437"/>
                <a:gd name="T13" fmla="*/ 1 h 260"/>
                <a:gd name="T14" fmla="*/ 3 w 437"/>
                <a:gd name="T15" fmla="*/ 1 h 260"/>
                <a:gd name="T16" fmla="*/ 3 w 437"/>
                <a:gd name="T17" fmla="*/ 1 h 260"/>
                <a:gd name="T18" fmla="*/ 2 w 437"/>
                <a:gd name="T19" fmla="*/ 1 h 260"/>
                <a:gd name="T20" fmla="*/ 2 w 437"/>
                <a:gd name="T21" fmla="*/ 0 h 260"/>
                <a:gd name="T22" fmla="*/ 2 w 437"/>
                <a:gd name="T23" fmla="*/ 0 h 260"/>
                <a:gd name="T24" fmla="*/ 2 w 437"/>
                <a:gd name="T25" fmla="*/ 0 h 260"/>
                <a:gd name="T26" fmla="*/ 1 w 437"/>
                <a:gd name="T27" fmla="*/ 0 h 260"/>
                <a:gd name="T28" fmla="*/ 1 w 437"/>
                <a:gd name="T29" fmla="*/ 0 h 260"/>
                <a:gd name="T30" fmla="*/ 1 w 437"/>
                <a:gd name="T31" fmla="*/ 0 h 260"/>
                <a:gd name="T32" fmla="*/ 0 w 437"/>
                <a:gd name="T33" fmla="*/ 0 h 260"/>
                <a:gd name="T34" fmla="*/ 0 w 437"/>
                <a:gd name="T35" fmla="*/ 0 h 260"/>
                <a:gd name="T36" fmla="*/ 0 w 437"/>
                <a:gd name="T37" fmla="*/ 0 h 260"/>
                <a:gd name="T38" fmla="*/ 0 w 437"/>
                <a:gd name="T39" fmla="*/ 0 h 260"/>
                <a:gd name="T40" fmla="*/ 1 w 437"/>
                <a:gd name="T41" fmla="*/ 0 h 260"/>
                <a:gd name="T42" fmla="*/ 1 w 437"/>
                <a:gd name="T43" fmla="*/ 0 h 260"/>
                <a:gd name="T44" fmla="*/ 1 w 437"/>
                <a:gd name="T45" fmla="*/ 0 h 260"/>
                <a:gd name="T46" fmla="*/ 2 w 437"/>
                <a:gd name="T47" fmla="*/ 0 h 260"/>
                <a:gd name="T48" fmla="*/ 2 w 437"/>
                <a:gd name="T49" fmla="*/ 0 h 260"/>
                <a:gd name="T50" fmla="*/ 2 w 437"/>
                <a:gd name="T51" fmla="*/ 1 h 260"/>
                <a:gd name="T52" fmla="*/ 2 w 437"/>
                <a:gd name="T53" fmla="*/ 1 h 260"/>
                <a:gd name="T54" fmla="*/ 3 w 437"/>
                <a:gd name="T55" fmla="*/ 1 h 260"/>
                <a:gd name="T56" fmla="*/ 3 w 437"/>
                <a:gd name="T57" fmla="*/ 1 h 260"/>
                <a:gd name="T58" fmla="*/ 3 w 437"/>
                <a:gd name="T59" fmla="*/ 1 h 260"/>
                <a:gd name="T60" fmla="*/ 3 w 437"/>
                <a:gd name="T61" fmla="*/ 1 h 260"/>
                <a:gd name="T62" fmla="*/ 3 w 437"/>
                <a:gd name="T63" fmla="*/ 1 h 260"/>
                <a:gd name="T64" fmla="*/ 3 w 437"/>
                <a:gd name="T65" fmla="*/ 2 h 260"/>
                <a:gd name="T66" fmla="*/ 3 w 437"/>
                <a:gd name="T67" fmla="*/ 2 h 260"/>
                <a:gd name="T68" fmla="*/ 3 w 437"/>
                <a:gd name="T69" fmla="*/ 2 h 260"/>
                <a:gd name="T70" fmla="*/ 3 w 437"/>
                <a:gd name="T71" fmla="*/ 2 h 260"/>
                <a:gd name="T72" fmla="*/ 3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437" y="260"/>
                  </a:moveTo>
                  <a:lnTo>
                    <a:pt x="437" y="260"/>
                  </a:lnTo>
                  <a:lnTo>
                    <a:pt x="434" y="233"/>
                  </a:lnTo>
                  <a:lnTo>
                    <a:pt x="427" y="206"/>
                  </a:lnTo>
                  <a:lnTo>
                    <a:pt x="417" y="181"/>
                  </a:lnTo>
                  <a:lnTo>
                    <a:pt x="401" y="157"/>
                  </a:lnTo>
                  <a:lnTo>
                    <a:pt x="383" y="133"/>
                  </a:lnTo>
                  <a:lnTo>
                    <a:pt x="360" y="113"/>
                  </a:lnTo>
                  <a:lnTo>
                    <a:pt x="336" y="93"/>
                  </a:lnTo>
                  <a:lnTo>
                    <a:pt x="308" y="73"/>
                  </a:lnTo>
                  <a:lnTo>
                    <a:pt x="276" y="58"/>
                  </a:lnTo>
                  <a:lnTo>
                    <a:pt x="242" y="43"/>
                  </a:lnTo>
                  <a:lnTo>
                    <a:pt x="207" y="30"/>
                  </a:lnTo>
                  <a:lnTo>
                    <a:pt x="168" y="19"/>
                  </a:lnTo>
                  <a:lnTo>
                    <a:pt x="128" y="11"/>
                  </a:lnTo>
                  <a:lnTo>
                    <a:pt x="87" y="4"/>
                  </a:lnTo>
                  <a:lnTo>
                    <a:pt x="43" y="1"/>
                  </a:lnTo>
                  <a:lnTo>
                    <a:pt x="0" y="0"/>
                  </a:lnTo>
                  <a:lnTo>
                    <a:pt x="0" y="11"/>
                  </a:lnTo>
                  <a:lnTo>
                    <a:pt x="43" y="12"/>
                  </a:lnTo>
                  <a:lnTo>
                    <a:pt x="85" y="16"/>
                  </a:lnTo>
                  <a:lnTo>
                    <a:pt x="126" y="23"/>
                  </a:lnTo>
                  <a:lnTo>
                    <a:pt x="166" y="31"/>
                  </a:lnTo>
                  <a:lnTo>
                    <a:pt x="202" y="42"/>
                  </a:lnTo>
                  <a:lnTo>
                    <a:pt x="237" y="55"/>
                  </a:lnTo>
                  <a:lnTo>
                    <a:pt x="271" y="70"/>
                  </a:lnTo>
                  <a:lnTo>
                    <a:pt x="301" y="85"/>
                  </a:lnTo>
                  <a:lnTo>
                    <a:pt x="329" y="103"/>
                  </a:lnTo>
                  <a:lnTo>
                    <a:pt x="353" y="123"/>
                  </a:lnTo>
                  <a:lnTo>
                    <a:pt x="373" y="143"/>
                  </a:lnTo>
                  <a:lnTo>
                    <a:pt x="392" y="164"/>
                  </a:lnTo>
                  <a:lnTo>
                    <a:pt x="405" y="186"/>
                  </a:lnTo>
                  <a:lnTo>
                    <a:pt x="415" y="211"/>
                  </a:lnTo>
                  <a:lnTo>
                    <a:pt x="422" y="235"/>
                  </a:lnTo>
                  <a:lnTo>
                    <a:pt x="425" y="260"/>
                  </a:lnTo>
                  <a:lnTo>
                    <a:pt x="437"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2739" name="Freeform 49"/>
            <p:cNvSpPr>
              <a:spLocks/>
            </p:cNvSpPr>
            <p:nvPr/>
          </p:nvSpPr>
          <p:spPr bwMode="auto">
            <a:xfrm>
              <a:off x="1267" y="1640"/>
              <a:ext cx="87" cy="52"/>
            </a:xfrm>
            <a:custGeom>
              <a:avLst/>
              <a:gdLst>
                <a:gd name="T0" fmla="*/ 0 w 437"/>
                <a:gd name="T1" fmla="*/ 2 h 260"/>
                <a:gd name="T2" fmla="*/ 0 w 437"/>
                <a:gd name="T3" fmla="*/ 2 h 260"/>
                <a:gd name="T4" fmla="*/ 0 w 437"/>
                <a:gd name="T5" fmla="*/ 2 h 260"/>
                <a:gd name="T6" fmla="*/ 1 w 437"/>
                <a:gd name="T7" fmla="*/ 2 h 260"/>
                <a:gd name="T8" fmla="*/ 1 w 437"/>
                <a:gd name="T9" fmla="*/ 2 h 260"/>
                <a:gd name="T10" fmla="*/ 1 w 437"/>
                <a:gd name="T11" fmla="*/ 2 h 260"/>
                <a:gd name="T12" fmla="*/ 2 w 437"/>
                <a:gd name="T13" fmla="*/ 2 h 260"/>
                <a:gd name="T14" fmla="*/ 2 w 437"/>
                <a:gd name="T15" fmla="*/ 2 h 260"/>
                <a:gd name="T16" fmla="*/ 2 w 437"/>
                <a:gd name="T17" fmla="*/ 2 h 260"/>
                <a:gd name="T18" fmla="*/ 2 w 437"/>
                <a:gd name="T19" fmla="*/ 1 h 260"/>
                <a:gd name="T20" fmla="*/ 3 w 437"/>
                <a:gd name="T21" fmla="*/ 1 h 260"/>
                <a:gd name="T22" fmla="*/ 3 w 437"/>
                <a:gd name="T23" fmla="*/ 1 h 260"/>
                <a:gd name="T24" fmla="*/ 3 w 437"/>
                <a:gd name="T25" fmla="*/ 1 h 260"/>
                <a:gd name="T26" fmla="*/ 3 w 437"/>
                <a:gd name="T27" fmla="*/ 1 h 260"/>
                <a:gd name="T28" fmla="*/ 3 w 437"/>
                <a:gd name="T29" fmla="*/ 1 h 260"/>
                <a:gd name="T30" fmla="*/ 3 w 437"/>
                <a:gd name="T31" fmla="*/ 0 h 260"/>
                <a:gd name="T32" fmla="*/ 3 w 437"/>
                <a:gd name="T33" fmla="*/ 0 h 260"/>
                <a:gd name="T34" fmla="*/ 3 w 437"/>
                <a:gd name="T35" fmla="*/ 0 h 260"/>
                <a:gd name="T36" fmla="*/ 3 w 437"/>
                <a:gd name="T37" fmla="*/ 0 h 260"/>
                <a:gd name="T38" fmla="*/ 3 w 437"/>
                <a:gd name="T39" fmla="*/ 0 h 260"/>
                <a:gd name="T40" fmla="*/ 3 w 437"/>
                <a:gd name="T41" fmla="*/ 0 h 260"/>
                <a:gd name="T42" fmla="*/ 3 w 437"/>
                <a:gd name="T43" fmla="*/ 1 h 260"/>
                <a:gd name="T44" fmla="*/ 3 w 437"/>
                <a:gd name="T45" fmla="*/ 1 h 260"/>
                <a:gd name="T46" fmla="*/ 3 w 437"/>
                <a:gd name="T47" fmla="*/ 1 h 260"/>
                <a:gd name="T48" fmla="*/ 3 w 437"/>
                <a:gd name="T49" fmla="*/ 1 h 260"/>
                <a:gd name="T50" fmla="*/ 3 w 437"/>
                <a:gd name="T51" fmla="*/ 1 h 260"/>
                <a:gd name="T52" fmla="*/ 2 w 437"/>
                <a:gd name="T53" fmla="*/ 1 h 260"/>
                <a:gd name="T54" fmla="*/ 2 w 437"/>
                <a:gd name="T55" fmla="*/ 2 h 260"/>
                <a:gd name="T56" fmla="*/ 2 w 437"/>
                <a:gd name="T57" fmla="*/ 2 h 260"/>
                <a:gd name="T58" fmla="*/ 2 w 437"/>
                <a:gd name="T59" fmla="*/ 2 h 260"/>
                <a:gd name="T60" fmla="*/ 1 w 437"/>
                <a:gd name="T61" fmla="*/ 2 h 260"/>
                <a:gd name="T62" fmla="*/ 1 w 437"/>
                <a:gd name="T63" fmla="*/ 2 h 260"/>
                <a:gd name="T64" fmla="*/ 1 w 437"/>
                <a:gd name="T65" fmla="*/ 2 h 260"/>
                <a:gd name="T66" fmla="*/ 0 w 437"/>
                <a:gd name="T67" fmla="*/ 2 h 260"/>
                <a:gd name="T68" fmla="*/ 0 w 437"/>
                <a:gd name="T69" fmla="*/ 2 h 260"/>
                <a:gd name="T70" fmla="*/ 0 w 437"/>
                <a:gd name="T71" fmla="*/ 2 h 260"/>
                <a:gd name="T72" fmla="*/ 0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0" y="260"/>
                  </a:moveTo>
                  <a:lnTo>
                    <a:pt x="0" y="260"/>
                  </a:lnTo>
                  <a:lnTo>
                    <a:pt x="43" y="259"/>
                  </a:lnTo>
                  <a:lnTo>
                    <a:pt x="87" y="255"/>
                  </a:lnTo>
                  <a:lnTo>
                    <a:pt x="128" y="248"/>
                  </a:lnTo>
                  <a:lnTo>
                    <a:pt x="168" y="240"/>
                  </a:lnTo>
                  <a:lnTo>
                    <a:pt x="207" y="230"/>
                  </a:lnTo>
                  <a:lnTo>
                    <a:pt x="242" y="217"/>
                  </a:lnTo>
                  <a:lnTo>
                    <a:pt x="276" y="202"/>
                  </a:lnTo>
                  <a:lnTo>
                    <a:pt x="308" y="185"/>
                  </a:lnTo>
                  <a:lnTo>
                    <a:pt x="336" y="166"/>
                  </a:lnTo>
                  <a:lnTo>
                    <a:pt x="360" y="146"/>
                  </a:lnTo>
                  <a:lnTo>
                    <a:pt x="383" y="125"/>
                  </a:lnTo>
                  <a:lnTo>
                    <a:pt x="401" y="102"/>
                  </a:lnTo>
                  <a:lnTo>
                    <a:pt x="417" y="77"/>
                  </a:lnTo>
                  <a:lnTo>
                    <a:pt x="427" y="53"/>
                  </a:lnTo>
                  <a:lnTo>
                    <a:pt x="434" y="27"/>
                  </a:lnTo>
                  <a:lnTo>
                    <a:pt x="437" y="0"/>
                  </a:lnTo>
                  <a:lnTo>
                    <a:pt x="425" y="0"/>
                  </a:lnTo>
                  <a:lnTo>
                    <a:pt x="422" y="24"/>
                  </a:lnTo>
                  <a:lnTo>
                    <a:pt x="415" y="48"/>
                  </a:lnTo>
                  <a:lnTo>
                    <a:pt x="405" y="73"/>
                  </a:lnTo>
                  <a:lnTo>
                    <a:pt x="392" y="95"/>
                  </a:lnTo>
                  <a:lnTo>
                    <a:pt x="373" y="116"/>
                  </a:lnTo>
                  <a:lnTo>
                    <a:pt x="353" y="137"/>
                  </a:lnTo>
                  <a:lnTo>
                    <a:pt x="329" y="157"/>
                  </a:lnTo>
                  <a:lnTo>
                    <a:pt x="301" y="173"/>
                  </a:lnTo>
                  <a:lnTo>
                    <a:pt x="271" y="190"/>
                  </a:lnTo>
                  <a:lnTo>
                    <a:pt x="237" y="205"/>
                  </a:lnTo>
                  <a:lnTo>
                    <a:pt x="202" y="218"/>
                  </a:lnTo>
                  <a:lnTo>
                    <a:pt x="166" y="228"/>
                  </a:lnTo>
                  <a:lnTo>
                    <a:pt x="126" y="237"/>
                  </a:lnTo>
                  <a:lnTo>
                    <a:pt x="85" y="244"/>
                  </a:lnTo>
                  <a:lnTo>
                    <a:pt x="43" y="247"/>
                  </a:lnTo>
                  <a:lnTo>
                    <a:pt x="0" y="248"/>
                  </a:lnTo>
                  <a:lnTo>
                    <a:pt x="0"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2740" name="Freeform 50"/>
            <p:cNvSpPr>
              <a:spLocks/>
            </p:cNvSpPr>
            <p:nvPr/>
          </p:nvSpPr>
          <p:spPr bwMode="auto">
            <a:xfrm>
              <a:off x="1179" y="1640"/>
              <a:ext cx="88" cy="52"/>
            </a:xfrm>
            <a:custGeom>
              <a:avLst/>
              <a:gdLst>
                <a:gd name="T0" fmla="*/ 0 w 439"/>
                <a:gd name="T1" fmla="*/ 0 h 260"/>
                <a:gd name="T2" fmla="*/ 0 w 439"/>
                <a:gd name="T3" fmla="*/ 0 h 260"/>
                <a:gd name="T4" fmla="*/ 0 w 439"/>
                <a:gd name="T5" fmla="*/ 0 h 260"/>
                <a:gd name="T6" fmla="*/ 0 w 439"/>
                <a:gd name="T7" fmla="*/ 0 h 260"/>
                <a:gd name="T8" fmla="*/ 0 w 439"/>
                <a:gd name="T9" fmla="*/ 1 h 260"/>
                <a:gd name="T10" fmla="*/ 0 w 439"/>
                <a:gd name="T11" fmla="*/ 1 h 260"/>
                <a:gd name="T12" fmla="*/ 0 w 439"/>
                <a:gd name="T13" fmla="*/ 1 h 260"/>
                <a:gd name="T14" fmla="*/ 1 w 439"/>
                <a:gd name="T15" fmla="*/ 1 h 260"/>
                <a:gd name="T16" fmla="*/ 1 w 439"/>
                <a:gd name="T17" fmla="*/ 1 h 260"/>
                <a:gd name="T18" fmla="*/ 1 w 439"/>
                <a:gd name="T19" fmla="*/ 1 h 260"/>
                <a:gd name="T20" fmla="*/ 1 w 439"/>
                <a:gd name="T21" fmla="*/ 2 h 260"/>
                <a:gd name="T22" fmla="*/ 2 w 439"/>
                <a:gd name="T23" fmla="*/ 2 h 260"/>
                <a:gd name="T24" fmla="*/ 2 w 439"/>
                <a:gd name="T25" fmla="*/ 2 h 260"/>
                <a:gd name="T26" fmla="*/ 2 w 439"/>
                <a:gd name="T27" fmla="*/ 2 h 260"/>
                <a:gd name="T28" fmla="*/ 2 w 439"/>
                <a:gd name="T29" fmla="*/ 2 h 260"/>
                <a:gd name="T30" fmla="*/ 3 w 439"/>
                <a:gd name="T31" fmla="*/ 2 h 260"/>
                <a:gd name="T32" fmla="*/ 3 w 439"/>
                <a:gd name="T33" fmla="*/ 2 h 260"/>
                <a:gd name="T34" fmla="*/ 4 w 439"/>
                <a:gd name="T35" fmla="*/ 2 h 260"/>
                <a:gd name="T36" fmla="*/ 4 w 439"/>
                <a:gd name="T37" fmla="*/ 2 h 260"/>
                <a:gd name="T38" fmla="*/ 3 w 439"/>
                <a:gd name="T39" fmla="*/ 2 h 260"/>
                <a:gd name="T40" fmla="*/ 3 w 439"/>
                <a:gd name="T41" fmla="*/ 2 h 260"/>
                <a:gd name="T42" fmla="*/ 3 w 439"/>
                <a:gd name="T43" fmla="*/ 2 h 260"/>
                <a:gd name="T44" fmla="*/ 2 w 439"/>
                <a:gd name="T45" fmla="*/ 2 h 260"/>
                <a:gd name="T46" fmla="*/ 2 w 439"/>
                <a:gd name="T47" fmla="*/ 2 h 260"/>
                <a:gd name="T48" fmla="*/ 2 w 439"/>
                <a:gd name="T49" fmla="*/ 2 h 260"/>
                <a:gd name="T50" fmla="*/ 1 w 439"/>
                <a:gd name="T51" fmla="*/ 2 h 260"/>
                <a:gd name="T52" fmla="*/ 1 w 439"/>
                <a:gd name="T53" fmla="*/ 1 h 260"/>
                <a:gd name="T54" fmla="*/ 1 w 439"/>
                <a:gd name="T55" fmla="*/ 1 h 260"/>
                <a:gd name="T56" fmla="*/ 1 w 439"/>
                <a:gd name="T57" fmla="*/ 1 h 260"/>
                <a:gd name="T58" fmla="*/ 1 w 439"/>
                <a:gd name="T59" fmla="*/ 1 h 260"/>
                <a:gd name="T60" fmla="*/ 0 w 439"/>
                <a:gd name="T61" fmla="*/ 1 h 260"/>
                <a:gd name="T62" fmla="*/ 0 w 439"/>
                <a:gd name="T63" fmla="*/ 1 h 260"/>
                <a:gd name="T64" fmla="*/ 0 w 439"/>
                <a:gd name="T65" fmla="*/ 0 h 260"/>
                <a:gd name="T66" fmla="*/ 0 w 439"/>
                <a:gd name="T67" fmla="*/ 0 h 260"/>
                <a:gd name="T68" fmla="*/ 0 w 439"/>
                <a:gd name="T69" fmla="*/ 0 h 260"/>
                <a:gd name="T70" fmla="*/ 0 w 439"/>
                <a:gd name="T71" fmla="*/ 0 h 260"/>
                <a:gd name="T72" fmla="*/ 0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0" y="0"/>
                  </a:moveTo>
                  <a:lnTo>
                    <a:pt x="0" y="0"/>
                  </a:lnTo>
                  <a:lnTo>
                    <a:pt x="3" y="27"/>
                  </a:lnTo>
                  <a:lnTo>
                    <a:pt x="10" y="53"/>
                  </a:lnTo>
                  <a:lnTo>
                    <a:pt x="20" y="77"/>
                  </a:lnTo>
                  <a:lnTo>
                    <a:pt x="35" y="102"/>
                  </a:lnTo>
                  <a:lnTo>
                    <a:pt x="54" y="125"/>
                  </a:lnTo>
                  <a:lnTo>
                    <a:pt x="76" y="146"/>
                  </a:lnTo>
                  <a:lnTo>
                    <a:pt x="102" y="166"/>
                  </a:lnTo>
                  <a:lnTo>
                    <a:pt x="130" y="185"/>
                  </a:lnTo>
                  <a:lnTo>
                    <a:pt x="162" y="202"/>
                  </a:lnTo>
                  <a:lnTo>
                    <a:pt x="195" y="217"/>
                  </a:lnTo>
                  <a:lnTo>
                    <a:pt x="231" y="230"/>
                  </a:lnTo>
                  <a:lnTo>
                    <a:pt x="270" y="240"/>
                  </a:lnTo>
                  <a:lnTo>
                    <a:pt x="310" y="248"/>
                  </a:lnTo>
                  <a:lnTo>
                    <a:pt x="351" y="255"/>
                  </a:lnTo>
                  <a:lnTo>
                    <a:pt x="395" y="259"/>
                  </a:lnTo>
                  <a:lnTo>
                    <a:pt x="439" y="260"/>
                  </a:lnTo>
                  <a:lnTo>
                    <a:pt x="439" y="248"/>
                  </a:lnTo>
                  <a:lnTo>
                    <a:pt x="395" y="247"/>
                  </a:lnTo>
                  <a:lnTo>
                    <a:pt x="353" y="244"/>
                  </a:lnTo>
                  <a:lnTo>
                    <a:pt x="312" y="237"/>
                  </a:lnTo>
                  <a:lnTo>
                    <a:pt x="272" y="228"/>
                  </a:lnTo>
                  <a:lnTo>
                    <a:pt x="236" y="218"/>
                  </a:lnTo>
                  <a:lnTo>
                    <a:pt x="200" y="205"/>
                  </a:lnTo>
                  <a:lnTo>
                    <a:pt x="167" y="190"/>
                  </a:lnTo>
                  <a:lnTo>
                    <a:pt x="137" y="173"/>
                  </a:lnTo>
                  <a:lnTo>
                    <a:pt x="109" y="157"/>
                  </a:lnTo>
                  <a:lnTo>
                    <a:pt x="84" y="137"/>
                  </a:lnTo>
                  <a:lnTo>
                    <a:pt x="64" y="116"/>
                  </a:lnTo>
                  <a:lnTo>
                    <a:pt x="45" y="95"/>
                  </a:lnTo>
                  <a:lnTo>
                    <a:pt x="32" y="73"/>
                  </a:lnTo>
                  <a:lnTo>
                    <a:pt x="21" y="48"/>
                  </a:lnTo>
                  <a:lnTo>
                    <a:pt x="14" y="24"/>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2741" name="Freeform 51"/>
            <p:cNvSpPr>
              <a:spLocks/>
            </p:cNvSpPr>
            <p:nvPr/>
          </p:nvSpPr>
          <p:spPr bwMode="auto">
            <a:xfrm>
              <a:off x="1179" y="1588"/>
              <a:ext cx="88" cy="52"/>
            </a:xfrm>
            <a:custGeom>
              <a:avLst/>
              <a:gdLst>
                <a:gd name="T0" fmla="*/ 4 w 439"/>
                <a:gd name="T1" fmla="*/ 0 h 260"/>
                <a:gd name="T2" fmla="*/ 4 w 439"/>
                <a:gd name="T3" fmla="*/ 0 h 260"/>
                <a:gd name="T4" fmla="*/ 3 w 439"/>
                <a:gd name="T5" fmla="*/ 0 h 260"/>
                <a:gd name="T6" fmla="*/ 3 w 439"/>
                <a:gd name="T7" fmla="*/ 0 h 260"/>
                <a:gd name="T8" fmla="*/ 2 w 439"/>
                <a:gd name="T9" fmla="*/ 0 h 260"/>
                <a:gd name="T10" fmla="*/ 2 w 439"/>
                <a:gd name="T11" fmla="*/ 0 h 260"/>
                <a:gd name="T12" fmla="*/ 2 w 439"/>
                <a:gd name="T13" fmla="*/ 0 h 260"/>
                <a:gd name="T14" fmla="*/ 2 w 439"/>
                <a:gd name="T15" fmla="*/ 0 h 260"/>
                <a:gd name="T16" fmla="*/ 1 w 439"/>
                <a:gd name="T17" fmla="*/ 0 h 260"/>
                <a:gd name="T18" fmla="*/ 1 w 439"/>
                <a:gd name="T19" fmla="*/ 1 h 260"/>
                <a:gd name="T20" fmla="*/ 1 w 439"/>
                <a:gd name="T21" fmla="*/ 1 h 260"/>
                <a:gd name="T22" fmla="*/ 1 w 439"/>
                <a:gd name="T23" fmla="*/ 1 h 260"/>
                <a:gd name="T24" fmla="*/ 0 w 439"/>
                <a:gd name="T25" fmla="*/ 1 h 260"/>
                <a:gd name="T26" fmla="*/ 0 w 439"/>
                <a:gd name="T27" fmla="*/ 1 h 260"/>
                <a:gd name="T28" fmla="*/ 0 w 439"/>
                <a:gd name="T29" fmla="*/ 1 h 260"/>
                <a:gd name="T30" fmla="*/ 0 w 439"/>
                <a:gd name="T31" fmla="*/ 2 h 260"/>
                <a:gd name="T32" fmla="*/ 0 w 439"/>
                <a:gd name="T33" fmla="*/ 2 h 260"/>
                <a:gd name="T34" fmla="*/ 0 w 439"/>
                <a:gd name="T35" fmla="*/ 2 h 260"/>
                <a:gd name="T36" fmla="*/ 0 w 439"/>
                <a:gd name="T37" fmla="*/ 2 h 260"/>
                <a:gd name="T38" fmla="*/ 0 w 439"/>
                <a:gd name="T39" fmla="*/ 2 h 260"/>
                <a:gd name="T40" fmla="*/ 0 w 439"/>
                <a:gd name="T41" fmla="*/ 2 h 260"/>
                <a:gd name="T42" fmla="*/ 0 w 439"/>
                <a:gd name="T43" fmla="*/ 1 h 260"/>
                <a:gd name="T44" fmla="*/ 0 w 439"/>
                <a:gd name="T45" fmla="*/ 1 h 260"/>
                <a:gd name="T46" fmla="*/ 1 w 439"/>
                <a:gd name="T47" fmla="*/ 1 h 260"/>
                <a:gd name="T48" fmla="*/ 1 w 439"/>
                <a:gd name="T49" fmla="*/ 1 h 260"/>
                <a:gd name="T50" fmla="*/ 1 w 439"/>
                <a:gd name="T51" fmla="*/ 1 h 260"/>
                <a:gd name="T52" fmla="*/ 1 w 439"/>
                <a:gd name="T53" fmla="*/ 1 h 260"/>
                <a:gd name="T54" fmla="*/ 1 w 439"/>
                <a:gd name="T55" fmla="*/ 1 h 260"/>
                <a:gd name="T56" fmla="*/ 2 w 439"/>
                <a:gd name="T57" fmla="*/ 0 h 260"/>
                <a:gd name="T58" fmla="*/ 2 w 439"/>
                <a:gd name="T59" fmla="*/ 0 h 260"/>
                <a:gd name="T60" fmla="*/ 2 w 439"/>
                <a:gd name="T61" fmla="*/ 0 h 260"/>
                <a:gd name="T62" fmla="*/ 3 w 439"/>
                <a:gd name="T63" fmla="*/ 0 h 260"/>
                <a:gd name="T64" fmla="*/ 3 w 439"/>
                <a:gd name="T65" fmla="*/ 0 h 260"/>
                <a:gd name="T66" fmla="*/ 3 w 439"/>
                <a:gd name="T67" fmla="*/ 0 h 260"/>
                <a:gd name="T68" fmla="*/ 4 w 439"/>
                <a:gd name="T69" fmla="*/ 0 h 260"/>
                <a:gd name="T70" fmla="*/ 4 w 439"/>
                <a:gd name="T71" fmla="*/ 0 h 260"/>
                <a:gd name="T72" fmla="*/ 4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439" y="0"/>
                  </a:moveTo>
                  <a:lnTo>
                    <a:pt x="439" y="0"/>
                  </a:lnTo>
                  <a:lnTo>
                    <a:pt x="395" y="1"/>
                  </a:lnTo>
                  <a:lnTo>
                    <a:pt x="351" y="4"/>
                  </a:lnTo>
                  <a:lnTo>
                    <a:pt x="310" y="11"/>
                  </a:lnTo>
                  <a:lnTo>
                    <a:pt x="270" y="19"/>
                  </a:lnTo>
                  <a:lnTo>
                    <a:pt x="231" y="30"/>
                  </a:lnTo>
                  <a:lnTo>
                    <a:pt x="195" y="43"/>
                  </a:lnTo>
                  <a:lnTo>
                    <a:pt x="162" y="58"/>
                  </a:lnTo>
                  <a:lnTo>
                    <a:pt x="130" y="73"/>
                  </a:lnTo>
                  <a:lnTo>
                    <a:pt x="102" y="93"/>
                  </a:lnTo>
                  <a:lnTo>
                    <a:pt x="76" y="113"/>
                  </a:lnTo>
                  <a:lnTo>
                    <a:pt x="54" y="133"/>
                  </a:lnTo>
                  <a:lnTo>
                    <a:pt x="35" y="157"/>
                  </a:lnTo>
                  <a:lnTo>
                    <a:pt x="20" y="181"/>
                  </a:lnTo>
                  <a:lnTo>
                    <a:pt x="10" y="206"/>
                  </a:lnTo>
                  <a:lnTo>
                    <a:pt x="3" y="233"/>
                  </a:lnTo>
                  <a:lnTo>
                    <a:pt x="0" y="260"/>
                  </a:lnTo>
                  <a:lnTo>
                    <a:pt x="12" y="260"/>
                  </a:lnTo>
                  <a:lnTo>
                    <a:pt x="14" y="235"/>
                  </a:lnTo>
                  <a:lnTo>
                    <a:pt x="21" y="211"/>
                  </a:lnTo>
                  <a:lnTo>
                    <a:pt x="32" y="186"/>
                  </a:lnTo>
                  <a:lnTo>
                    <a:pt x="45" y="164"/>
                  </a:lnTo>
                  <a:lnTo>
                    <a:pt x="64" y="143"/>
                  </a:lnTo>
                  <a:lnTo>
                    <a:pt x="84" y="123"/>
                  </a:lnTo>
                  <a:lnTo>
                    <a:pt x="109" y="103"/>
                  </a:lnTo>
                  <a:lnTo>
                    <a:pt x="137" y="85"/>
                  </a:lnTo>
                  <a:lnTo>
                    <a:pt x="167" y="70"/>
                  </a:lnTo>
                  <a:lnTo>
                    <a:pt x="200" y="55"/>
                  </a:lnTo>
                  <a:lnTo>
                    <a:pt x="236" y="42"/>
                  </a:lnTo>
                  <a:lnTo>
                    <a:pt x="272" y="31"/>
                  </a:lnTo>
                  <a:lnTo>
                    <a:pt x="312" y="23"/>
                  </a:lnTo>
                  <a:lnTo>
                    <a:pt x="353" y="16"/>
                  </a:lnTo>
                  <a:lnTo>
                    <a:pt x="395" y="12"/>
                  </a:lnTo>
                  <a:lnTo>
                    <a:pt x="439" y="11"/>
                  </a:lnTo>
                  <a:lnTo>
                    <a:pt x="439"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2742" name="Freeform 52"/>
            <p:cNvSpPr>
              <a:spLocks/>
            </p:cNvSpPr>
            <p:nvPr/>
          </p:nvSpPr>
          <p:spPr bwMode="auto">
            <a:xfrm>
              <a:off x="964" y="1745"/>
              <a:ext cx="48" cy="85"/>
            </a:xfrm>
            <a:custGeom>
              <a:avLst/>
              <a:gdLst>
                <a:gd name="T0" fmla="*/ 2 w 244"/>
                <a:gd name="T1" fmla="*/ 3 h 426"/>
                <a:gd name="T2" fmla="*/ 2 w 244"/>
                <a:gd name="T3" fmla="*/ 3 h 426"/>
                <a:gd name="T4" fmla="*/ 2 w 244"/>
                <a:gd name="T5" fmla="*/ 3 h 426"/>
                <a:gd name="T6" fmla="*/ 2 w 244"/>
                <a:gd name="T7" fmla="*/ 3 h 426"/>
                <a:gd name="T8" fmla="*/ 2 w 244"/>
                <a:gd name="T9" fmla="*/ 2 h 426"/>
                <a:gd name="T10" fmla="*/ 2 w 244"/>
                <a:gd name="T11" fmla="*/ 2 h 426"/>
                <a:gd name="T12" fmla="*/ 2 w 244"/>
                <a:gd name="T13" fmla="*/ 2 h 426"/>
                <a:gd name="T14" fmla="*/ 2 w 244"/>
                <a:gd name="T15" fmla="*/ 2 h 426"/>
                <a:gd name="T16" fmla="*/ 1 w 244"/>
                <a:gd name="T17" fmla="*/ 1 h 426"/>
                <a:gd name="T18" fmla="*/ 1 w 244"/>
                <a:gd name="T19" fmla="*/ 1 h 426"/>
                <a:gd name="T20" fmla="*/ 1 w 244"/>
                <a:gd name="T21" fmla="*/ 1 h 426"/>
                <a:gd name="T22" fmla="*/ 1 w 244"/>
                <a:gd name="T23" fmla="*/ 1 h 426"/>
                <a:gd name="T24" fmla="*/ 1 w 244"/>
                <a:gd name="T25" fmla="*/ 0 h 426"/>
                <a:gd name="T26" fmla="*/ 1 w 244"/>
                <a:gd name="T27" fmla="*/ 0 h 426"/>
                <a:gd name="T28" fmla="*/ 1 w 244"/>
                <a:gd name="T29" fmla="*/ 0 h 426"/>
                <a:gd name="T30" fmla="*/ 0 w 244"/>
                <a:gd name="T31" fmla="*/ 0 h 426"/>
                <a:gd name="T32" fmla="*/ 0 w 244"/>
                <a:gd name="T33" fmla="*/ 0 h 426"/>
                <a:gd name="T34" fmla="*/ 0 w 244"/>
                <a:gd name="T35" fmla="*/ 0 h 426"/>
                <a:gd name="T36" fmla="*/ 0 w 244"/>
                <a:gd name="T37" fmla="*/ 0 h 426"/>
                <a:gd name="T38" fmla="*/ 0 w 244"/>
                <a:gd name="T39" fmla="*/ 0 h 426"/>
                <a:gd name="T40" fmla="*/ 0 w 244"/>
                <a:gd name="T41" fmla="*/ 0 h 426"/>
                <a:gd name="T42" fmla="*/ 1 w 244"/>
                <a:gd name="T43" fmla="*/ 0 h 426"/>
                <a:gd name="T44" fmla="*/ 1 w 244"/>
                <a:gd name="T45" fmla="*/ 0 h 426"/>
                <a:gd name="T46" fmla="*/ 1 w 244"/>
                <a:gd name="T47" fmla="*/ 0 h 426"/>
                <a:gd name="T48" fmla="*/ 1 w 244"/>
                <a:gd name="T49" fmla="*/ 1 h 426"/>
                <a:gd name="T50" fmla="*/ 1 w 244"/>
                <a:gd name="T51" fmla="*/ 1 h 426"/>
                <a:gd name="T52" fmla="*/ 1 w 244"/>
                <a:gd name="T53" fmla="*/ 1 h 426"/>
                <a:gd name="T54" fmla="*/ 1 w 244"/>
                <a:gd name="T55" fmla="*/ 1 h 426"/>
                <a:gd name="T56" fmla="*/ 1 w 244"/>
                <a:gd name="T57" fmla="*/ 2 h 426"/>
                <a:gd name="T58" fmla="*/ 2 w 244"/>
                <a:gd name="T59" fmla="*/ 2 h 426"/>
                <a:gd name="T60" fmla="*/ 2 w 244"/>
                <a:gd name="T61" fmla="*/ 2 h 426"/>
                <a:gd name="T62" fmla="*/ 2 w 244"/>
                <a:gd name="T63" fmla="*/ 2 h 426"/>
                <a:gd name="T64" fmla="*/ 2 w 244"/>
                <a:gd name="T65" fmla="*/ 3 h 426"/>
                <a:gd name="T66" fmla="*/ 2 w 244"/>
                <a:gd name="T67" fmla="*/ 3 h 426"/>
                <a:gd name="T68" fmla="*/ 2 w 244"/>
                <a:gd name="T69" fmla="*/ 3 h 426"/>
                <a:gd name="T70" fmla="*/ 2 w 244"/>
                <a:gd name="T71" fmla="*/ 3 h 426"/>
                <a:gd name="T72" fmla="*/ 2 w 244"/>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6"/>
                <a:gd name="T113" fmla="*/ 244 w 244"/>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6">
                  <a:moveTo>
                    <a:pt x="244" y="426"/>
                  </a:moveTo>
                  <a:lnTo>
                    <a:pt x="244" y="426"/>
                  </a:lnTo>
                  <a:lnTo>
                    <a:pt x="243" y="383"/>
                  </a:lnTo>
                  <a:lnTo>
                    <a:pt x="240" y="340"/>
                  </a:lnTo>
                  <a:lnTo>
                    <a:pt x="234" y="300"/>
                  </a:lnTo>
                  <a:lnTo>
                    <a:pt x="226" y="262"/>
                  </a:lnTo>
                  <a:lnTo>
                    <a:pt x="215" y="224"/>
                  </a:lnTo>
                  <a:lnTo>
                    <a:pt x="203" y="189"/>
                  </a:lnTo>
                  <a:lnTo>
                    <a:pt x="189" y="157"/>
                  </a:lnTo>
                  <a:lnTo>
                    <a:pt x="174" y="126"/>
                  </a:lnTo>
                  <a:lnTo>
                    <a:pt x="155" y="99"/>
                  </a:lnTo>
                  <a:lnTo>
                    <a:pt x="138" y="74"/>
                  </a:lnTo>
                  <a:lnTo>
                    <a:pt x="118" y="52"/>
                  </a:lnTo>
                  <a:lnTo>
                    <a:pt x="96" y="34"/>
                  </a:lnTo>
                  <a:lnTo>
                    <a:pt x="73" y="19"/>
                  </a:lnTo>
                  <a:lnTo>
                    <a:pt x="50" y="8"/>
                  </a:lnTo>
                  <a:lnTo>
                    <a:pt x="25" y="2"/>
                  </a:lnTo>
                  <a:lnTo>
                    <a:pt x="0" y="0"/>
                  </a:lnTo>
                  <a:lnTo>
                    <a:pt x="0" y="12"/>
                  </a:lnTo>
                  <a:lnTo>
                    <a:pt x="23" y="14"/>
                  </a:lnTo>
                  <a:lnTo>
                    <a:pt x="45" y="20"/>
                  </a:lnTo>
                  <a:lnTo>
                    <a:pt x="66" y="31"/>
                  </a:lnTo>
                  <a:lnTo>
                    <a:pt x="89" y="43"/>
                  </a:lnTo>
                  <a:lnTo>
                    <a:pt x="109" y="61"/>
                  </a:lnTo>
                  <a:lnTo>
                    <a:pt x="129" y="81"/>
                  </a:lnTo>
                  <a:lnTo>
                    <a:pt x="146" y="106"/>
                  </a:lnTo>
                  <a:lnTo>
                    <a:pt x="162" y="133"/>
                  </a:lnTo>
                  <a:lnTo>
                    <a:pt x="178" y="162"/>
                  </a:lnTo>
                  <a:lnTo>
                    <a:pt x="192" y="194"/>
                  </a:lnTo>
                  <a:lnTo>
                    <a:pt x="203" y="229"/>
                  </a:lnTo>
                  <a:lnTo>
                    <a:pt x="214" y="264"/>
                  </a:lnTo>
                  <a:lnTo>
                    <a:pt x="222" y="303"/>
                  </a:lnTo>
                  <a:lnTo>
                    <a:pt x="228" y="342"/>
                  </a:lnTo>
                  <a:lnTo>
                    <a:pt x="232" y="383"/>
                  </a:lnTo>
                  <a:lnTo>
                    <a:pt x="233" y="426"/>
                  </a:lnTo>
                  <a:lnTo>
                    <a:pt x="244"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2743" name="Freeform 53"/>
            <p:cNvSpPr>
              <a:spLocks/>
            </p:cNvSpPr>
            <p:nvPr/>
          </p:nvSpPr>
          <p:spPr bwMode="auto">
            <a:xfrm>
              <a:off x="964" y="1830"/>
              <a:ext cx="48" cy="85"/>
            </a:xfrm>
            <a:custGeom>
              <a:avLst/>
              <a:gdLst>
                <a:gd name="T0" fmla="*/ 0 w 244"/>
                <a:gd name="T1" fmla="*/ 3 h 424"/>
                <a:gd name="T2" fmla="*/ 0 w 244"/>
                <a:gd name="T3" fmla="*/ 3 h 424"/>
                <a:gd name="T4" fmla="*/ 0 w 244"/>
                <a:gd name="T5" fmla="*/ 3 h 424"/>
                <a:gd name="T6" fmla="*/ 0 w 244"/>
                <a:gd name="T7" fmla="*/ 3 h 424"/>
                <a:gd name="T8" fmla="*/ 1 w 244"/>
                <a:gd name="T9" fmla="*/ 3 h 424"/>
                <a:gd name="T10" fmla="*/ 1 w 244"/>
                <a:gd name="T11" fmla="*/ 3 h 424"/>
                <a:gd name="T12" fmla="*/ 1 w 244"/>
                <a:gd name="T13" fmla="*/ 3 h 424"/>
                <a:gd name="T14" fmla="*/ 1 w 244"/>
                <a:gd name="T15" fmla="*/ 3 h 424"/>
                <a:gd name="T16" fmla="*/ 1 w 244"/>
                <a:gd name="T17" fmla="*/ 3 h 424"/>
                <a:gd name="T18" fmla="*/ 1 w 244"/>
                <a:gd name="T19" fmla="*/ 2 h 424"/>
                <a:gd name="T20" fmla="*/ 1 w 244"/>
                <a:gd name="T21" fmla="*/ 2 h 424"/>
                <a:gd name="T22" fmla="*/ 2 w 244"/>
                <a:gd name="T23" fmla="*/ 2 h 424"/>
                <a:gd name="T24" fmla="*/ 2 w 244"/>
                <a:gd name="T25" fmla="*/ 2 h 424"/>
                <a:gd name="T26" fmla="*/ 2 w 244"/>
                <a:gd name="T27" fmla="*/ 1 h 424"/>
                <a:gd name="T28" fmla="*/ 2 w 244"/>
                <a:gd name="T29" fmla="*/ 1 h 424"/>
                <a:gd name="T30" fmla="*/ 2 w 244"/>
                <a:gd name="T31" fmla="*/ 1 h 424"/>
                <a:gd name="T32" fmla="*/ 2 w 244"/>
                <a:gd name="T33" fmla="*/ 0 h 424"/>
                <a:gd name="T34" fmla="*/ 2 w 244"/>
                <a:gd name="T35" fmla="*/ 0 h 424"/>
                <a:gd name="T36" fmla="*/ 2 w 244"/>
                <a:gd name="T37" fmla="*/ 0 h 424"/>
                <a:gd name="T38" fmla="*/ 2 w 244"/>
                <a:gd name="T39" fmla="*/ 0 h 424"/>
                <a:gd name="T40" fmla="*/ 2 w 244"/>
                <a:gd name="T41" fmla="*/ 1 h 424"/>
                <a:gd name="T42" fmla="*/ 2 w 244"/>
                <a:gd name="T43" fmla="*/ 1 h 424"/>
                <a:gd name="T44" fmla="*/ 2 w 244"/>
                <a:gd name="T45" fmla="*/ 1 h 424"/>
                <a:gd name="T46" fmla="*/ 2 w 244"/>
                <a:gd name="T47" fmla="*/ 2 h 424"/>
                <a:gd name="T48" fmla="*/ 1 w 244"/>
                <a:gd name="T49" fmla="*/ 2 h 424"/>
                <a:gd name="T50" fmla="*/ 1 w 244"/>
                <a:gd name="T51" fmla="*/ 2 h 424"/>
                <a:gd name="T52" fmla="*/ 1 w 244"/>
                <a:gd name="T53" fmla="*/ 2 h 424"/>
                <a:gd name="T54" fmla="*/ 1 w 244"/>
                <a:gd name="T55" fmla="*/ 3 h 424"/>
                <a:gd name="T56" fmla="*/ 1 w 244"/>
                <a:gd name="T57" fmla="*/ 3 h 424"/>
                <a:gd name="T58" fmla="*/ 1 w 244"/>
                <a:gd name="T59" fmla="*/ 3 h 424"/>
                <a:gd name="T60" fmla="*/ 1 w 244"/>
                <a:gd name="T61" fmla="*/ 3 h 424"/>
                <a:gd name="T62" fmla="*/ 1 w 244"/>
                <a:gd name="T63" fmla="*/ 3 h 424"/>
                <a:gd name="T64" fmla="*/ 0 w 244"/>
                <a:gd name="T65" fmla="*/ 3 h 424"/>
                <a:gd name="T66" fmla="*/ 0 w 244"/>
                <a:gd name="T67" fmla="*/ 3 h 424"/>
                <a:gd name="T68" fmla="*/ 0 w 244"/>
                <a:gd name="T69" fmla="*/ 3 h 424"/>
                <a:gd name="T70" fmla="*/ 0 w 244"/>
                <a:gd name="T71" fmla="*/ 3 h 424"/>
                <a:gd name="T72" fmla="*/ 0 w 244"/>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4"/>
                <a:gd name="T113" fmla="*/ 244 w 244"/>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4">
                  <a:moveTo>
                    <a:pt x="0" y="424"/>
                  </a:moveTo>
                  <a:lnTo>
                    <a:pt x="0" y="424"/>
                  </a:lnTo>
                  <a:lnTo>
                    <a:pt x="25" y="422"/>
                  </a:lnTo>
                  <a:lnTo>
                    <a:pt x="50" y="416"/>
                  </a:lnTo>
                  <a:lnTo>
                    <a:pt x="73" y="405"/>
                  </a:lnTo>
                  <a:lnTo>
                    <a:pt x="96" y="390"/>
                  </a:lnTo>
                  <a:lnTo>
                    <a:pt x="118" y="373"/>
                  </a:lnTo>
                  <a:lnTo>
                    <a:pt x="138" y="350"/>
                  </a:lnTo>
                  <a:lnTo>
                    <a:pt x="155" y="326"/>
                  </a:lnTo>
                  <a:lnTo>
                    <a:pt x="173" y="299"/>
                  </a:lnTo>
                  <a:lnTo>
                    <a:pt x="189" y="268"/>
                  </a:lnTo>
                  <a:lnTo>
                    <a:pt x="203" y="235"/>
                  </a:lnTo>
                  <a:lnTo>
                    <a:pt x="215" y="201"/>
                  </a:lnTo>
                  <a:lnTo>
                    <a:pt x="226" y="163"/>
                  </a:lnTo>
                  <a:lnTo>
                    <a:pt x="234" y="125"/>
                  </a:lnTo>
                  <a:lnTo>
                    <a:pt x="240" y="85"/>
                  </a:lnTo>
                  <a:lnTo>
                    <a:pt x="243" y="42"/>
                  </a:lnTo>
                  <a:lnTo>
                    <a:pt x="244" y="0"/>
                  </a:lnTo>
                  <a:lnTo>
                    <a:pt x="233" y="0"/>
                  </a:lnTo>
                  <a:lnTo>
                    <a:pt x="232" y="42"/>
                  </a:lnTo>
                  <a:lnTo>
                    <a:pt x="228" y="83"/>
                  </a:lnTo>
                  <a:lnTo>
                    <a:pt x="222" y="123"/>
                  </a:lnTo>
                  <a:lnTo>
                    <a:pt x="214" y="160"/>
                  </a:lnTo>
                  <a:lnTo>
                    <a:pt x="203" y="197"/>
                  </a:lnTo>
                  <a:lnTo>
                    <a:pt x="192" y="231"/>
                  </a:lnTo>
                  <a:lnTo>
                    <a:pt x="178" y="263"/>
                  </a:lnTo>
                  <a:lnTo>
                    <a:pt x="164" y="292"/>
                  </a:lnTo>
                  <a:lnTo>
                    <a:pt x="146" y="319"/>
                  </a:lnTo>
                  <a:lnTo>
                    <a:pt x="129" y="343"/>
                  </a:lnTo>
                  <a:lnTo>
                    <a:pt x="109" y="363"/>
                  </a:lnTo>
                  <a:lnTo>
                    <a:pt x="89" y="381"/>
                  </a:lnTo>
                  <a:lnTo>
                    <a:pt x="66" y="394"/>
                  </a:lnTo>
                  <a:lnTo>
                    <a:pt x="45" y="404"/>
                  </a:lnTo>
                  <a:lnTo>
                    <a:pt x="23" y="410"/>
                  </a:lnTo>
                  <a:lnTo>
                    <a:pt x="0" y="412"/>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2744" name="Freeform 54"/>
            <p:cNvSpPr>
              <a:spLocks/>
            </p:cNvSpPr>
            <p:nvPr/>
          </p:nvSpPr>
          <p:spPr bwMode="auto">
            <a:xfrm>
              <a:off x="915" y="1830"/>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1" y="42"/>
                  </a:lnTo>
                  <a:lnTo>
                    <a:pt x="4" y="85"/>
                  </a:lnTo>
                  <a:lnTo>
                    <a:pt x="10" y="125"/>
                  </a:lnTo>
                  <a:lnTo>
                    <a:pt x="19" y="163"/>
                  </a:lnTo>
                  <a:lnTo>
                    <a:pt x="29" y="201"/>
                  </a:lnTo>
                  <a:lnTo>
                    <a:pt x="41" y="235"/>
                  </a:lnTo>
                  <a:lnTo>
                    <a:pt x="55" y="268"/>
                  </a:lnTo>
                  <a:lnTo>
                    <a:pt x="71" y="299"/>
                  </a:lnTo>
                  <a:lnTo>
                    <a:pt x="89" y="326"/>
                  </a:lnTo>
                  <a:lnTo>
                    <a:pt x="106" y="350"/>
                  </a:lnTo>
                  <a:lnTo>
                    <a:pt x="126" y="373"/>
                  </a:lnTo>
                  <a:lnTo>
                    <a:pt x="149" y="390"/>
                  </a:lnTo>
                  <a:lnTo>
                    <a:pt x="171" y="405"/>
                  </a:lnTo>
                  <a:lnTo>
                    <a:pt x="194" y="416"/>
                  </a:lnTo>
                  <a:lnTo>
                    <a:pt x="219" y="422"/>
                  </a:lnTo>
                  <a:lnTo>
                    <a:pt x="245" y="424"/>
                  </a:lnTo>
                  <a:lnTo>
                    <a:pt x="245" y="412"/>
                  </a:lnTo>
                  <a:lnTo>
                    <a:pt x="221" y="410"/>
                  </a:lnTo>
                  <a:lnTo>
                    <a:pt x="199" y="404"/>
                  </a:lnTo>
                  <a:lnTo>
                    <a:pt x="178" y="394"/>
                  </a:lnTo>
                  <a:lnTo>
                    <a:pt x="156" y="381"/>
                  </a:lnTo>
                  <a:lnTo>
                    <a:pt x="136" y="363"/>
                  </a:lnTo>
                  <a:lnTo>
                    <a:pt x="116" y="343"/>
                  </a:lnTo>
                  <a:lnTo>
                    <a:pt x="98" y="319"/>
                  </a:lnTo>
                  <a:lnTo>
                    <a:pt x="81" y="292"/>
                  </a:lnTo>
                  <a:lnTo>
                    <a:pt x="67" y="263"/>
                  </a:lnTo>
                  <a:lnTo>
                    <a:pt x="52" y="231"/>
                  </a:lnTo>
                  <a:lnTo>
                    <a:pt x="41" y="197"/>
                  </a:lnTo>
                  <a:lnTo>
                    <a:pt x="30" y="160"/>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2745" name="Freeform 55"/>
            <p:cNvSpPr>
              <a:spLocks/>
            </p:cNvSpPr>
            <p:nvPr/>
          </p:nvSpPr>
          <p:spPr bwMode="auto">
            <a:xfrm>
              <a:off x="915" y="1745"/>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0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19" y="2"/>
                  </a:lnTo>
                  <a:lnTo>
                    <a:pt x="194" y="8"/>
                  </a:lnTo>
                  <a:lnTo>
                    <a:pt x="171" y="19"/>
                  </a:lnTo>
                  <a:lnTo>
                    <a:pt x="149" y="34"/>
                  </a:lnTo>
                  <a:lnTo>
                    <a:pt x="126" y="52"/>
                  </a:lnTo>
                  <a:lnTo>
                    <a:pt x="106" y="74"/>
                  </a:lnTo>
                  <a:lnTo>
                    <a:pt x="89" y="99"/>
                  </a:lnTo>
                  <a:lnTo>
                    <a:pt x="70" y="126"/>
                  </a:lnTo>
                  <a:lnTo>
                    <a:pt x="55" y="157"/>
                  </a:lnTo>
                  <a:lnTo>
                    <a:pt x="41" y="189"/>
                  </a:lnTo>
                  <a:lnTo>
                    <a:pt x="29" y="224"/>
                  </a:lnTo>
                  <a:lnTo>
                    <a:pt x="19" y="262"/>
                  </a:lnTo>
                  <a:lnTo>
                    <a:pt x="10" y="300"/>
                  </a:lnTo>
                  <a:lnTo>
                    <a:pt x="4" y="340"/>
                  </a:lnTo>
                  <a:lnTo>
                    <a:pt x="1" y="383"/>
                  </a:lnTo>
                  <a:lnTo>
                    <a:pt x="0" y="426"/>
                  </a:lnTo>
                  <a:lnTo>
                    <a:pt x="11" y="426"/>
                  </a:lnTo>
                  <a:lnTo>
                    <a:pt x="13" y="383"/>
                  </a:lnTo>
                  <a:lnTo>
                    <a:pt x="16" y="342"/>
                  </a:lnTo>
                  <a:lnTo>
                    <a:pt x="22" y="303"/>
                  </a:lnTo>
                  <a:lnTo>
                    <a:pt x="30" y="264"/>
                  </a:lnTo>
                  <a:lnTo>
                    <a:pt x="41" y="229"/>
                  </a:lnTo>
                  <a:lnTo>
                    <a:pt x="52" y="194"/>
                  </a:lnTo>
                  <a:lnTo>
                    <a:pt x="67" y="162"/>
                  </a:lnTo>
                  <a:lnTo>
                    <a:pt x="82" y="133"/>
                  </a:lnTo>
                  <a:lnTo>
                    <a:pt x="98" y="106"/>
                  </a:lnTo>
                  <a:lnTo>
                    <a:pt x="116" y="81"/>
                  </a:lnTo>
                  <a:lnTo>
                    <a:pt x="136" y="61"/>
                  </a:lnTo>
                  <a:lnTo>
                    <a:pt x="156" y="43"/>
                  </a:lnTo>
                  <a:lnTo>
                    <a:pt x="178" y="31"/>
                  </a:lnTo>
                  <a:lnTo>
                    <a:pt x="199" y="20"/>
                  </a:lnTo>
                  <a:lnTo>
                    <a:pt x="221"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2746" name="Freeform 56"/>
            <p:cNvSpPr>
              <a:spLocks/>
            </p:cNvSpPr>
            <p:nvPr/>
          </p:nvSpPr>
          <p:spPr bwMode="auto">
            <a:xfrm>
              <a:off x="1140" y="2087"/>
              <a:ext cx="49" cy="85"/>
            </a:xfrm>
            <a:custGeom>
              <a:avLst/>
              <a:gdLst>
                <a:gd name="T0" fmla="*/ 2 w 246"/>
                <a:gd name="T1" fmla="*/ 3 h 424"/>
                <a:gd name="T2" fmla="*/ 2 w 246"/>
                <a:gd name="T3" fmla="*/ 3 h 424"/>
                <a:gd name="T4" fmla="*/ 2 w 246"/>
                <a:gd name="T5" fmla="*/ 3 h 424"/>
                <a:gd name="T6" fmla="*/ 2 w 246"/>
                <a:gd name="T7" fmla="*/ 3 h 424"/>
                <a:gd name="T8" fmla="*/ 2 w 246"/>
                <a:gd name="T9" fmla="*/ 2 h 424"/>
                <a:gd name="T10" fmla="*/ 2 w 246"/>
                <a:gd name="T11" fmla="*/ 2 h 424"/>
                <a:gd name="T12" fmla="*/ 2 w 246"/>
                <a:gd name="T13" fmla="*/ 2 h 424"/>
                <a:gd name="T14" fmla="*/ 2 w 246"/>
                <a:gd name="T15" fmla="*/ 2 h 424"/>
                <a:gd name="T16" fmla="*/ 2 w 246"/>
                <a:gd name="T17" fmla="*/ 1 h 424"/>
                <a:gd name="T18" fmla="*/ 1 w 246"/>
                <a:gd name="T19" fmla="*/ 1 h 424"/>
                <a:gd name="T20" fmla="*/ 1 w 246"/>
                <a:gd name="T21" fmla="*/ 1 h 424"/>
                <a:gd name="T22" fmla="*/ 1 w 246"/>
                <a:gd name="T23" fmla="*/ 1 h 424"/>
                <a:gd name="T24" fmla="*/ 1 w 246"/>
                <a:gd name="T25" fmla="*/ 0 h 424"/>
                <a:gd name="T26" fmla="*/ 1 w 246"/>
                <a:gd name="T27" fmla="*/ 0 h 424"/>
                <a:gd name="T28" fmla="*/ 1 w 246"/>
                <a:gd name="T29" fmla="*/ 0 h 424"/>
                <a:gd name="T30" fmla="*/ 0 w 246"/>
                <a:gd name="T31" fmla="*/ 0 h 424"/>
                <a:gd name="T32" fmla="*/ 0 w 246"/>
                <a:gd name="T33" fmla="*/ 0 h 424"/>
                <a:gd name="T34" fmla="*/ 0 w 246"/>
                <a:gd name="T35" fmla="*/ 0 h 424"/>
                <a:gd name="T36" fmla="*/ 0 w 246"/>
                <a:gd name="T37" fmla="*/ 0 h 424"/>
                <a:gd name="T38" fmla="*/ 0 w 246"/>
                <a:gd name="T39" fmla="*/ 0 h 424"/>
                <a:gd name="T40" fmla="*/ 0 w 246"/>
                <a:gd name="T41" fmla="*/ 0 h 424"/>
                <a:gd name="T42" fmla="*/ 1 w 246"/>
                <a:gd name="T43" fmla="*/ 0 h 424"/>
                <a:gd name="T44" fmla="*/ 1 w 246"/>
                <a:gd name="T45" fmla="*/ 0 h 424"/>
                <a:gd name="T46" fmla="*/ 1 w 246"/>
                <a:gd name="T47" fmla="*/ 0 h 424"/>
                <a:gd name="T48" fmla="*/ 1 w 246"/>
                <a:gd name="T49" fmla="*/ 1 h 424"/>
                <a:gd name="T50" fmla="*/ 1 w 246"/>
                <a:gd name="T51" fmla="*/ 1 h 424"/>
                <a:gd name="T52" fmla="*/ 1 w 246"/>
                <a:gd name="T53" fmla="*/ 1 h 424"/>
                <a:gd name="T54" fmla="*/ 1 w 246"/>
                <a:gd name="T55" fmla="*/ 1 h 424"/>
                <a:gd name="T56" fmla="*/ 2 w 246"/>
                <a:gd name="T57" fmla="*/ 2 h 424"/>
                <a:gd name="T58" fmla="*/ 2 w 246"/>
                <a:gd name="T59" fmla="*/ 2 h 424"/>
                <a:gd name="T60" fmla="*/ 2 w 246"/>
                <a:gd name="T61" fmla="*/ 2 h 424"/>
                <a:gd name="T62" fmla="*/ 2 w 246"/>
                <a:gd name="T63" fmla="*/ 2 h 424"/>
                <a:gd name="T64" fmla="*/ 2 w 246"/>
                <a:gd name="T65" fmla="*/ 3 h 424"/>
                <a:gd name="T66" fmla="*/ 2 w 246"/>
                <a:gd name="T67" fmla="*/ 3 h 424"/>
                <a:gd name="T68" fmla="*/ 2 w 246"/>
                <a:gd name="T69" fmla="*/ 3 h 424"/>
                <a:gd name="T70" fmla="*/ 2 w 246"/>
                <a:gd name="T71" fmla="*/ 3 h 424"/>
                <a:gd name="T72" fmla="*/ 2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424"/>
                  </a:moveTo>
                  <a:lnTo>
                    <a:pt x="246" y="424"/>
                  </a:lnTo>
                  <a:lnTo>
                    <a:pt x="244" y="382"/>
                  </a:lnTo>
                  <a:lnTo>
                    <a:pt x="241" y="338"/>
                  </a:lnTo>
                  <a:lnTo>
                    <a:pt x="235" y="298"/>
                  </a:lnTo>
                  <a:lnTo>
                    <a:pt x="227" y="261"/>
                  </a:lnTo>
                  <a:lnTo>
                    <a:pt x="216" y="222"/>
                  </a:lnTo>
                  <a:lnTo>
                    <a:pt x="205" y="188"/>
                  </a:lnTo>
                  <a:lnTo>
                    <a:pt x="190" y="155"/>
                  </a:lnTo>
                  <a:lnTo>
                    <a:pt x="174" y="125"/>
                  </a:lnTo>
                  <a:lnTo>
                    <a:pt x="157" y="98"/>
                  </a:lnTo>
                  <a:lnTo>
                    <a:pt x="138" y="73"/>
                  </a:lnTo>
                  <a:lnTo>
                    <a:pt x="118" y="51"/>
                  </a:lnTo>
                  <a:lnTo>
                    <a:pt x="96" y="34"/>
                  </a:lnTo>
                  <a:lnTo>
                    <a:pt x="74" y="18"/>
                  </a:lnTo>
                  <a:lnTo>
                    <a:pt x="50" y="8"/>
                  </a:lnTo>
                  <a:lnTo>
                    <a:pt x="25" y="2"/>
                  </a:lnTo>
                  <a:lnTo>
                    <a:pt x="0" y="0"/>
                  </a:lnTo>
                  <a:lnTo>
                    <a:pt x="0" y="11"/>
                  </a:lnTo>
                  <a:lnTo>
                    <a:pt x="23" y="14"/>
                  </a:lnTo>
                  <a:lnTo>
                    <a:pt x="45" y="19"/>
                  </a:lnTo>
                  <a:lnTo>
                    <a:pt x="67" y="30"/>
                  </a:lnTo>
                  <a:lnTo>
                    <a:pt x="89" y="43"/>
                  </a:lnTo>
                  <a:lnTo>
                    <a:pt x="108" y="60"/>
                  </a:lnTo>
                  <a:lnTo>
                    <a:pt x="128" y="80"/>
                  </a:lnTo>
                  <a:lnTo>
                    <a:pt x="147" y="105"/>
                  </a:lnTo>
                  <a:lnTo>
                    <a:pt x="165" y="132"/>
                  </a:lnTo>
                  <a:lnTo>
                    <a:pt x="179" y="160"/>
                  </a:lnTo>
                  <a:lnTo>
                    <a:pt x="193" y="193"/>
                  </a:lnTo>
                  <a:lnTo>
                    <a:pt x="205" y="227"/>
                  </a:lnTo>
                  <a:lnTo>
                    <a:pt x="215" y="263"/>
                  </a:lnTo>
                  <a:lnTo>
                    <a:pt x="223" y="301"/>
                  </a:lnTo>
                  <a:lnTo>
                    <a:pt x="229" y="341"/>
                  </a:lnTo>
                  <a:lnTo>
                    <a:pt x="233" y="382"/>
                  </a:lnTo>
                  <a:lnTo>
                    <a:pt x="234" y="424"/>
                  </a:lnTo>
                  <a:lnTo>
                    <a:pt x="246"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2747" name="Freeform 57"/>
            <p:cNvSpPr>
              <a:spLocks/>
            </p:cNvSpPr>
            <p:nvPr/>
          </p:nvSpPr>
          <p:spPr bwMode="auto">
            <a:xfrm>
              <a:off x="1140" y="2172"/>
              <a:ext cx="49" cy="85"/>
            </a:xfrm>
            <a:custGeom>
              <a:avLst/>
              <a:gdLst>
                <a:gd name="T0" fmla="*/ 0 w 246"/>
                <a:gd name="T1" fmla="*/ 3 h 426"/>
                <a:gd name="T2" fmla="*/ 0 w 246"/>
                <a:gd name="T3" fmla="*/ 3 h 426"/>
                <a:gd name="T4" fmla="*/ 0 w 246"/>
                <a:gd name="T5" fmla="*/ 3 h 426"/>
                <a:gd name="T6" fmla="*/ 0 w 246"/>
                <a:gd name="T7" fmla="*/ 3 h 426"/>
                <a:gd name="T8" fmla="*/ 1 w 246"/>
                <a:gd name="T9" fmla="*/ 3 h 426"/>
                <a:gd name="T10" fmla="*/ 1 w 246"/>
                <a:gd name="T11" fmla="*/ 3 h 426"/>
                <a:gd name="T12" fmla="*/ 1 w 246"/>
                <a:gd name="T13" fmla="*/ 3 h 426"/>
                <a:gd name="T14" fmla="*/ 1 w 246"/>
                <a:gd name="T15" fmla="*/ 3 h 426"/>
                <a:gd name="T16" fmla="*/ 1 w 246"/>
                <a:gd name="T17" fmla="*/ 3 h 426"/>
                <a:gd name="T18" fmla="*/ 1 w 246"/>
                <a:gd name="T19" fmla="*/ 2 h 426"/>
                <a:gd name="T20" fmla="*/ 2 w 246"/>
                <a:gd name="T21" fmla="*/ 2 h 426"/>
                <a:gd name="T22" fmla="*/ 2 w 246"/>
                <a:gd name="T23" fmla="*/ 2 h 426"/>
                <a:gd name="T24" fmla="*/ 2 w 246"/>
                <a:gd name="T25" fmla="*/ 2 h 426"/>
                <a:gd name="T26" fmla="*/ 2 w 246"/>
                <a:gd name="T27" fmla="*/ 1 h 426"/>
                <a:gd name="T28" fmla="*/ 2 w 246"/>
                <a:gd name="T29" fmla="*/ 1 h 426"/>
                <a:gd name="T30" fmla="*/ 2 w 246"/>
                <a:gd name="T31" fmla="*/ 1 h 426"/>
                <a:gd name="T32" fmla="*/ 2 w 246"/>
                <a:gd name="T33" fmla="*/ 0 h 426"/>
                <a:gd name="T34" fmla="*/ 2 w 246"/>
                <a:gd name="T35" fmla="*/ 0 h 426"/>
                <a:gd name="T36" fmla="*/ 2 w 246"/>
                <a:gd name="T37" fmla="*/ 0 h 426"/>
                <a:gd name="T38" fmla="*/ 2 w 246"/>
                <a:gd name="T39" fmla="*/ 0 h 426"/>
                <a:gd name="T40" fmla="*/ 2 w 246"/>
                <a:gd name="T41" fmla="*/ 1 h 426"/>
                <a:gd name="T42" fmla="*/ 2 w 246"/>
                <a:gd name="T43" fmla="*/ 1 h 426"/>
                <a:gd name="T44" fmla="*/ 2 w 246"/>
                <a:gd name="T45" fmla="*/ 1 h 426"/>
                <a:gd name="T46" fmla="*/ 2 w 246"/>
                <a:gd name="T47" fmla="*/ 2 h 426"/>
                <a:gd name="T48" fmla="*/ 2 w 246"/>
                <a:gd name="T49" fmla="*/ 2 h 426"/>
                <a:gd name="T50" fmla="*/ 1 w 246"/>
                <a:gd name="T51" fmla="*/ 2 h 426"/>
                <a:gd name="T52" fmla="*/ 1 w 246"/>
                <a:gd name="T53" fmla="*/ 2 h 426"/>
                <a:gd name="T54" fmla="*/ 1 w 246"/>
                <a:gd name="T55" fmla="*/ 3 h 426"/>
                <a:gd name="T56" fmla="*/ 1 w 246"/>
                <a:gd name="T57" fmla="*/ 3 h 426"/>
                <a:gd name="T58" fmla="*/ 1 w 246"/>
                <a:gd name="T59" fmla="*/ 3 h 426"/>
                <a:gd name="T60" fmla="*/ 1 w 246"/>
                <a:gd name="T61" fmla="*/ 3 h 426"/>
                <a:gd name="T62" fmla="*/ 1 w 246"/>
                <a:gd name="T63" fmla="*/ 3 h 426"/>
                <a:gd name="T64" fmla="*/ 0 w 246"/>
                <a:gd name="T65" fmla="*/ 3 h 426"/>
                <a:gd name="T66" fmla="*/ 0 w 246"/>
                <a:gd name="T67" fmla="*/ 3 h 426"/>
                <a:gd name="T68" fmla="*/ 0 w 246"/>
                <a:gd name="T69" fmla="*/ 3 h 426"/>
                <a:gd name="T70" fmla="*/ 0 w 246"/>
                <a:gd name="T71" fmla="*/ 3 h 426"/>
                <a:gd name="T72" fmla="*/ 0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426"/>
                  </a:moveTo>
                  <a:lnTo>
                    <a:pt x="0" y="426"/>
                  </a:lnTo>
                  <a:lnTo>
                    <a:pt x="25" y="423"/>
                  </a:lnTo>
                  <a:lnTo>
                    <a:pt x="50" y="417"/>
                  </a:lnTo>
                  <a:lnTo>
                    <a:pt x="74" y="407"/>
                  </a:lnTo>
                  <a:lnTo>
                    <a:pt x="96" y="392"/>
                  </a:lnTo>
                  <a:lnTo>
                    <a:pt x="118" y="373"/>
                  </a:lnTo>
                  <a:lnTo>
                    <a:pt x="138" y="350"/>
                  </a:lnTo>
                  <a:lnTo>
                    <a:pt x="157" y="327"/>
                  </a:lnTo>
                  <a:lnTo>
                    <a:pt x="175" y="299"/>
                  </a:lnTo>
                  <a:lnTo>
                    <a:pt x="190" y="268"/>
                  </a:lnTo>
                  <a:lnTo>
                    <a:pt x="205" y="236"/>
                  </a:lnTo>
                  <a:lnTo>
                    <a:pt x="216" y="202"/>
                  </a:lnTo>
                  <a:lnTo>
                    <a:pt x="227" y="164"/>
                  </a:lnTo>
                  <a:lnTo>
                    <a:pt x="235" y="125"/>
                  </a:lnTo>
                  <a:lnTo>
                    <a:pt x="241" y="86"/>
                  </a:lnTo>
                  <a:lnTo>
                    <a:pt x="244" y="42"/>
                  </a:lnTo>
                  <a:lnTo>
                    <a:pt x="246" y="0"/>
                  </a:lnTo>
                  <a:lnTo>
                    <a:pt x="234" y="0"/>
                  </a:lnTo>
                  <a:lnTo>
                    <a:pt x="233" y="42"/>
                  </a:lnTo>
                  <a:lnTo>
                    <a:pt x="229" y="83"/>
                  </a:lnTo>
                  <a:lnTo>
                    <a:pt x="223" y="123"/>
                  </a:lnTo>
                  <a:lnTo>
                    <a:pt x="215" y="162"/>
                  </a:lnTo>
                  <a:lnTo>
                    <a:pt x="205" y="197"/>
                  </a:lnTo>
                  <a:lnTo>
                    <a:pt x="193" y="231"/>
                  </a:lnTo>
                  <a:lnTo>
                    <a:pt x="179" y="264"/>
                  </a:lnTo>
                  <a:lnTo>
                    <a:pt x="164" y="292"/>
                  </a:lnTo>
                  <a:lnTo>
                    <a:pt x="147" y="320"/>
                  </a:lnTo>
                  <a:lnTo>
                    <a:pt x="128" y="343"/>
                  </a:lnTo>
                  <a:lnTo>
                    <a:pt x="108" y="363"/>
                  </a:lnTo>
                  <a:lnTo>
                    <a:pt x="89" y="382"/>
                  </a:lnTo>
                  <a:lnTo>
                    <a:pt x="67" y="395"/>
                  </a:lnTo>
                  <a:lnTo>
                    <a:pt x="45" y="406"/>
                  </a:lnTo>
                  <a:lnTo>
                    <a:pt x="23" y="411"/>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2748" name="Freeform 58"/>
            <p:cNvSpPr>
              <a:spLocks/>
            </p:cNvSpPr>
            <p:nvPr/>
          </p:nvSpPr>
          <p:spPr bwMode="auto">
            <a:xfrm>
              <a:off x="1091" y="2172"/>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4" y="86"/>
                  </a:lnTo>
                  <a:lnTo>
                    <a:pt x="10" y="125"/>
                  </a:lnTo>
                  <a:lnTo>
                    <a:pt x="18" y="164"/>
                  </a:lnTo>
                  <a:lnTo>
                    <a:pt x="29" y="202"/>
                  </a:lnTo>
                  <a:lnTo>
                    <a:pt x="41" y="236"/>
                  </a:lnTo>
                  <a:lnTo>
                    <a:pt x="55" y="268"/>
                  </a:lnTo>
                  <a:lnTo>
                    <a:pt x="70" y="299"/>
                  </a:lnTo>
                  <a:lnTo>
                    <a:pt x="89" y="327"/>
                  </a:lnTo>
                  <a:lnTo>
                    <a:pt x="106" y="350"/>
                  </a:lnTo>
                  <a:lnTo>
                    <a:pt x="126" y="373"/>
                  </a:lnTo>
                  <a:lnTo>
                    <a:pt x="148" y="392"/>
                  </a:lnTo>
                  <a:lnTo>
                    <a:pt x="171" y="407"/>
                  </a:lnTo>
                  <a:lnTo>
                    <a:pt x="194" y="417"/>
                  </a:lnTo>
                  <a:lnTo>
                    <a:pt x="219" y="423"/>
                  </a:lnTo>
                  <a:lnTo>
                    <a:pt x="245" y="426"/>
                  </a:lnTo>
                  <a:lnTo>
                    <a:pt x="245" y="414"/>
                  </a:lnTo>
                  <a:lnTo>
                    <a:pt x="221" y="411"/>
                  </a:lnTo>
                  <a:lnTo>
                    <a:pt x="199" y="406"/>
                  </a:lnTo>
                  <a:lnTo>
                    <a:pt x="178" y="395"/>
                  </a:lnTo>
                  <a:lnTo>
                    <a:pt x="155" y="382"/>
                  </a:lnTo>
                  <a:lnTo>
                    <a:pt x="136" y="363"/>
                  </a:lnTo>
                  <a:lnTo>
                    <a:pt x="116" y="343"/>
                  </a:lnTo>
                  <a:lnTo>
                    <a:pt x="98" y="320"/>
                  </a:lnTo>
                  <a:lnTo>
                    <a:pt x="82" y="292"/>
                  </a:lnTo>
                  <a:lnTo>
                    <a:pt x="66" y="264"/>
                  </a:lnTo>
                  <a:lnTo>
                    <a:pt x="52" y="231"/>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2749" name="Freeform 59"/>
            <p:cNvSpPr>
              <a:spLocks/>
            </p:cNvSpPr>
            <p:nvPr/>
          </p:nvSpPr>
          <p:spPr bwMode="auto">
            <a:xfrm>
              <a:off x="1091" y="2087"/>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4" y="8"/>
                  </a:lnTo>
                  <a:lnTo>
                    <a:pt x="171" y="18"/>
                  </a:lnTo>
                  <a:lnTo>
                    <a:pt x="148" y="34"/>
                  </a:lnTo>
                  <a:lnTo>
                    <a:pt x="126" y="51"/>
                  </a:lnTo>
                  <a:lnTo>
                    <a:pt x="106" y="73"/>
                  </a:lnTo>
                  <a:lnTo>
                    <a:pt x="89" y="98"/>
                  </a:lnTo>
                  <a:lnTo>
                    <a:pt x="71" y="125"/>
                  </a:lnTo>
                  <a:lnTo>
                    <a:pt x="55" y="155"/>
                  </a:lnTo>
                  <a:lnTo>
                    <a:pt x="41" y="188"/>
                  </a:lnTo>
                  <a:lnTo>
                    <a:pt x="29" y="222"/>
                  </a:lnTo>
                  <a:lnTo>
                    <a:pt x="18" y="261"/>
                  </a:lnTo>
                  <a:lnTo>
                    <a:pt x="10" y="298"/>
                  </a:lnTo>
                  <a:lnTo>
                    <a:pt x="4" y="338"/>
                  </a:lnTo>
                  <a:lnTo>
                    <a:pt x="1" y="382"/>
                  </a:lnTo>
                  <a:lnTo>
                    <a:pt x="0" y="424"/>
                  </a:lnTo>
                  <a:lnTo>
                    <a:pt x="11" y="424"/>
                  </a:lnTo>
                  <a:lnTo>
                    <a:pt x="13" y="382"/>
                  </a:lnTo>
                  <a:lnTo>
                    <a:pt x="16" y="341"/>
                  </a:lnTo>
                  <a:lnTo>
                    <a:pt x="22" y="301"/>
                  </a:lnTo>
                  <a:lnTo>
                    <a:pt x="30" y="263"/>
                  </a:lnTo>
                  <a:lnTo>
                    <a:pt x="41" y="227"/>
                  </a:lnTo>
                  <a:lnTo>
                    <a:pt x="52" y="193"/>
                  </a:lnTo>
                  <a:lnTo>
                    <a:pt x="66" y="160"/>
                  </a:lnTo>
                  <a:lnTo>
                    <a:pt x="80" y="132"/>
                  </a:lnTo>
                  <a:lnTo>
                    <a:pt x="98" y="105"/>
                  </a:lnTo>
                  <a:lnTo>
                    <a:pt x="116" y="80"/>
                  </a:lnTo>
                  <a:lnTo>
                    <a:pt x="136" y="60"/>
                  </a:lnTo>
                  <a:lnTo>
                    <a:pt x="155" y="43"/>
                  </a:lnTo>
                  <a:lnTo>
                    <a:pt x="178" y="30"/>
                  </a:lnTo>
                  <a:lnTo>
                    <a:pt x="199" y="19"/>
                  </a:lnTo>
                  <a:lnTo>
                    <a:pt x="221" y="14"/>
                  </a:lnTo>
                  <a:lnTo>
                    <a:pt x="245" y="11"/>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2750" name="Freeform 60"/>
            <p:cNvSpPr>
              <a:spLocks/>
            </p:cNvSpPr>
            <p:nvPr/>
          </p:nvSpPr>
          <p:spPr bwMode="auto">
            <a:xfrm>
              <a:off x="1392" y="2118"/>
              <a:ext cx="49" cy="85"/>
            </a:xfrm>
            <a:custGeom>
              <a:avLst/>
              <a:gdLst>
                <a:gd name="T0" fmla="*/ 2 w 246"/>
                <a:gd name="T1" fmla="*/ 3 h 426"/>
                <a:gd name="T2" fmla="*/ 2 w 246"/>
                <a:gd name="T3" fmla="*/ 3 h 426"/>
                <a:gd name="T4" fmla="*/ 2 w 246"/>
                <a:gd name="T5" fmla="*/ 3 h 426"/>
                <a:gd name="T6" fmla="*/ 2 w 246"/>
                <a:gd name="T7" fmla="*/ 3 h 426"/>
                <a:gd name="T8" fmla="*/ 2 w 246"/>
                <a:gd name="T9" fmla="*/ 2 h 426"/>
                <a:gd name="T10" fmla="*/ 2 w 246"/>
                <a:gd name="T11" fmla="*/ 2 h 426"/>
                <a:gd name="T12" fmla="*/ 2 w 246"/>
                <a:gd name="T13" fmla="*/ 2 h 426"/>
                <a:gd name="T14" fmla="*/ 2 w 246"/>
                <a:gd name="T15" fmla="*/ 2 h 426"/>
                <a:gd name="T16" fmla="*/ 2 w 246"/>
                <a:gd name="T17" fmla="*/ 1 h 426"/>
                <a:gd name="T18" fmla="*/ 1 w 246"/>
                <a:gd name="T19" fmla="*/ 1 h 426"/>
                <a:gd name="T20" fmla="*/ 1 w 246"/>
                <a:gd name="T21" fmla="*/ 1 h 426"/>
                <a:gd name="T22" fmla="*/ 1 w 246"/>
                <a:gd name="T23" fmla="*/ 1 h 426"/>
                <a:gd name="T24" fmla="*/ 1 w 246"/>
                <a:gd name="T25" fmla="*/ 0 h 426"/>
                <a:gd name="T26" fmla="*/ 1 w 246"/>
                <a:gd name="T27" fmla="*/ 0 h 426"/>
                <a:gd name="T28" fmla="*/ 1 w 246"/>
                <a:gd name="T29" fmla="*/ 0 h 426"/>
                <a:gd name="T30" fmla="*/ 0 w 246"/>
                <a:gd name="T31" fmla="*/ 0 h 426"/>
                <a:gd name="T32" fmla="*/ 0 w 246"/>
                <a:gd name="T33" fmla="*/ 0 h 426"/>
                <a:gd name="T34" fmla="*/ 0 w 246"/>
                <a:gd name="T35" fmla="*/ 0 h 426"/>
                <a:gd name="T36" fmla="*/ 0 w 246"/>
                <a:gd name="T37" fmla="*/ 0 h 426"/>
                <a:gd name="T38" fmla="*/ 0 w 246"/>
                <a:gd name="T39" fmla="*/ 0 h 426"/>
                <a:gd name="T40" fmla="*/ 0 w 246"/>
                <a:gd name="T41" fmla="*/ 0 h 426"/>
                <a:gd name="T42" fmla="*/ 1 w 246"/>
                <a:gd name="T43" fmla="*/ 0 h 426"/>
                <a:gd name="T44" fmla="*/ 1 w 246"/>
                <a:gd name="T45" fmla="*/ 0 h 426"/>
                <a:gd name="T46" fmla="*/ 1 w 246"/>
                <a:gd name="T47" fmla="*/ 1 h 426"/>
                <a:gd name="T48" fmla="*/ 1 w 246"/>
                <a:gd name="T49" fmla="*/ 1 h 426"/>
                <a:gd name="T50" fmla="*/ 1 w 246"/>
                <a:gd name="T51" fmla="*/ 1 h 426"/>
                <a:gd name="T52" fmla="*/ 1 w 246"/>
                <a:gd name="T53" fmla="*/ 1 h 426"/>
                <a:gd name="T54" fmla="*/ 1 w 246"/>
                <a:gd name="T55" fmla="*/ 1 h 426"/>
                <a:gd name="T56" fmla="*/ 2 w 246"/>
                <a:gd name="T57" fmla="*/ 2 h 426"/>
                <a:gd name="T58" fmla="*/ 2 w 246"/>
                <a:gd name="T59" fmla="*/ 2 h 426"/>
                <a:gd name="T60" fmla="*/ 2 w 246"/>
                <a:gd name="T61" fmla="*/ 2 h 426"/>
                <a:gd name="T62" fmla="*/ 2 w 246"/>
                <a:gd name="T63" fmla="*/ 2 h 426"/>
                <a:gd name="T64" fmla="*/ 2 w 246"/>
                <a:gd name="T65" fmla="*/ 3 h 426"/>
                <a:gd name="T66" fmla="*/ 2 w 246"/>
                <a:gd name="T67" fmla="*/ 3 h 426"/>
                <a:gd name="T68" fmla="*/ 2 w 246"/>
                <a:gd name="T69" fmla="*/ 3 h 426"/>
                <a:gd name="T70" fmla="*/ 2 w 246"/>
                <a:gd name="T71" fmla="*/ 3 h 426"/>
                <a:gd name="T72" fmla="*/ 2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246" y="426"/>
                  </a:moveTo>
                  <a:lnTo>
                    <a:pt x="246" y="426"/>
                  </a:lnTo>
                  <a:lnTo>
                    <a:pt x="245" y="384"/>
                  </a:lnTo>
                  <a:lnTo>
                    <a:pt x="242" y="340"/>
                  </a:lnTo>
                  <a:lnTo>
                    <a:pt x="236" y="301"/>
                  </a:lnTo>
                  <a:lnTo>
                    <a:pt x="228" y="262"/>
                  </a:lnTo>
                  <a:lnTo>
                    <a:pt x="217" y="224"/>
                  </a:lnTo>
                  <a:lnTo>
                    <a:pt x="205" y="190"/>
                  </a:lnTo>
                  <a:lnTo>
                    <a:pt x="191" y="158"/>
                  </a:lnTo>
                  <a:lnTo>
                    <a:pt x="176" y="126"/>
                  </a:lnTo>
                  <a:lnTo>
                    <a:pt x="157" y="99"/>
                  </a:lnTo>
                  <a:lnTo>
                    <a:pt x="139" y="75"/>
                  </a:lnTo>
                  <a:lnTo>
                    <a:pt x="119" y="53"/>
                  </a:lnTo>
                  <a:lnTo>
                    <a:pt x="96" y="34"/>
                  </a:lnTo>
                  <a:lnTo>
                    <a:pt x="75" y="19"/>
                  </a:lnTo>
                  <a:lnTo>
                    <a:pt x="51" y="9"/>
                  </a:lnTo>
                  <a:lnTo>
                    <a:pt x="26" y="3"/>
                  </a:lnTo>
                  <a:lnTo>
                    <a:pt x="0" y="0"/>
                  </a:lnTo>
                  <a:lnTo>
                    <a:pt x="0" y="12"/>
                  </a:lnTo>
                  <a:lnTo>
                    <a:pt x="24" y="15"/>
                  </a:lnTo>
                  <a:lnTo>
                    <a:pt x="46" y="20"/>
                  </a:lnTo>
                  <a:lnTo>
                    <a:pt x="68" y="31"/>
                  </a:lnTo>
                  <a:lnTo>
                    <a:pt x="89" y="44"/>
                  </a:lnTo>
                  <a:lnTo>
                    <a:pt x="109" y="63"/>
                  </a:lnTo>
                  <a:lnTo>
                    <a:pt x="129" y="83"/>
                  </a:lnTo>
                  <a:lnTo>
                    <a:pt x="148" y="106"/>
                  </a:lnTo>
                  <a:lnTo>
                    <a:pt x="164" y="133"/>
                  </a:lnTo>
                  <a:lnTo>
                    <a:pt x="180" y="162"/>
                  </a:lnTo>
                  <a:lnTo>
                    <a:pt x="194" y="195"/>
                  </a:lnTo>
                  <a:lnTo>
                    <a:pt x="205" y="229"/>
                  </a:lnTo>
                  <a:lnTo>
                    <a:pt x="216" y="264"/>
                  </a:lnTo>
                  <a:lnTo>
                    <a:pt x="224" y="303"/>
                  </a:lnTo>
                  <a:lnTo>
                    <a:pt x="230" y="343"/>
                  </a:lnTo>
                  <a:lnTo>
                    <a:pt x="233" y="384"/>
                  </a:lnTo>
                  <a:lnTo>
                    <a:pt x="235" y="426"/>
                  </a:lnTo>
                  <a:lnTo>
                    <a:pt x="246"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2751" name="Freeform 61"/>
            <p:cNvSpPr>
              <a:spLocks/>
            </p:cNvSpPr>
            <p:nvPr/>
          </p:nvSpPr>
          <p:spPr bwMode="auto">
            <a:xfrm>
              <a:off x="1392" y="2203"/>
              <a:ext cx="49" cy="85"/>
            </a:xfrm>
            <a:custGeom>
              <a:avLst/>
              <a:gdLst>
                <a:gd name="T0" fmla="*/ 0 w 246"/>
                <a:gd name="T1" fmla="*/ 3 h 424"/>
                <a:gd name="T2" fmla="*/ 0 w 246"/>
                <a:gd name="T3" fmla="*/ 3 h 424"/>
                <a:gd name="T4" fmla="*/ 0 w 246"/>
                <a:gd name="T5" fmla="*/ 3 h 424"/>
                <a:gd name="T6" fmla="*/ 0 w 246"/>
                <a:gd name="T7" fmla="*/ 3 h 424"/>
                <a:gd name="T8" fmla="*/ 1 w 246"/>
                <a:gd name="T9" fmla="*/ 3 h 424"/>
                <a:gd name="T10" fmla="*/ 1 w 246"/>
                <a:gd name="T11" fmla="*/ 3 h 424"/>
                <a:gd name="T12" fmla="*/ 1 w 246"/>
                <a:gd name="T13" fmla="*/ 3 h 424"/>
                <a:gd name="T14" fmla="*/ 1 w 246"/>
                <a:gd name="T15" fmla="*/ 3 h 424"/>
                <a:gd name="T16" fmla="*/ 1 w 246"/>
                <a:gd name="T17" fmla="*/ 3 h 424"/>
                <a:gd name="T18" fmla="*/ 1 w 246"/>
                <a:gd name="T19" fmla="*/ 2 h 424"/>
                <a:gd name="T20" fmla="*/ 2 w 246"/>
                <a:gd name="T21" fmla="*/ 2 h 424"/>
                <a:gd name="T22" fmla="*/ 2 w 246"/>
                <a:gd name="T23" fmla="*/ 2 h 424"/>
                <a:gd name="T24" fmla="*/ 2 w 246"/>
                <a:gd name="T25" fmla="*/ 2 h 424"/>
                <a:gd name="T26" fmla="*/ 2 w 246"/>
                <a:gd name="T27" fmla="*/ 1 h 424"/>
                <a:gd name="T28" fmla="*/ 2 w 246"/>
                <a:gd name="T29" fmla="*/ 1 h 424"/>
                <a:gd name="T30" fmla="*/ 2 w 246"/>
                <a:gd name="T31" fmla="*/ 1 h 424"/>
                <a:gd name="T32" fmla="*/ 2 w 246"/>
                <a:gd name="T33" fmla="*/ 0 h 424"/>
                <a:gd name="T34" fmla="*/ 2 w 246"/>
                <a:gd name="T35" fmla="*/ 0 h 424"/>
                <a:gd name="T36" fmla="*/ 2 w 246"/>
                <a:gd name="T37" fmla="*/ 0 h 424"/>
                <a:gd name="T38" fmla="*/ 2 w 246"/>
                <a:gd name="T39" fmla="*/ 0 h 424"/>
                <a:gd name="T40" fmla="*/ 2 w 246"/>
                <a:gd name="T41" fmla="*/ 1 h 424"/>
                <a:gd name="T42" fmla="*/ 2 w 246"/>
                <a:gd name="T43" fmla="*/ 1 h 424"/>
                <a:gd name="T44" fmla="*/ 2 w 246"/>
                <a:gd name="T45" fmla="*/ 1 h 424"/>
                <a:gd name="T46" fmla="*/ 2 w 246"/>
                <a:gd name="T47" fmla="*/ 2 h 424"/>
                <a:gd name="T48" fmla="*/ 2 w 246"/>
                <a:gd name="T49" fmla="*/ 2 h 424"/>
                <a:gd name="T50" fmla="*/ 1 w 246"/>
                <a:gd name="T51" fmla="*/ 2 h 424"/>
                <a:gd name="T52" fmla="*/ 1 w 246"/>
                <a:gd name="T53" fmla="*/ 2 h 424"/>
                <a:gd name="T54" fmla="*/ 1 w 246"/>
                <a:gd name="T55" fmla="*/ 3 h 424"/>
                <a:gd name="T56" fmla="*/ 1 w 246"/>
                <a:gd name="T57" fmla="*/ 3 h 424"/>
                <a:gd name="T58" fmla="*/ 1 w 246"/>
                <a:gd name="T59" fmla="*/ 3 h 424"/>
                <a:gd name="T60" fmla="*/ 1 w 246"/>
                <a:gd name="T61" fmla="*/ 3 h 424"/>
                <a:gd name="T62" fmla="*/ 1 w 246"/>
                <a:gd name="T63" fmla="*/ 3 h 424"/>
                <a:gd name="T64" fmla="*/ 0 w 246"/>
                <a:gd name="T65" fmla="*/ 3 h 424"/>
                <a:gd name="T66" fmla="*/ 0 w 246"/>
                <a:gd name="T67" fmla="*/ 3 h 424"/>
                <a:gd name="T68" fmla="*/ 0 w 246"/>
                <a:gd name="T69" fmla="*/ 3 h 424"/>
                <a:gd name="T70" fmla="*/ 0 w 246"/>
                <a:gd name="T71" fmla="*/ 3 h 424"/>
                <a:gd name="T72" fmla="*/ 0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0" y="424"/>
                  </a:moveTo>
                  <a:lnTo>
                    <a:pt x="0" y="424"/>
                  </a:lnTo>
                  <a:lnTo>
                    <a:pt x="26" y="422"/>
                  </a:lnTo>
                  <a:lnTo>
                    <a:pt x="51" y="416"/>
                  </a:lnTo>
                  <a:lnTo>
                    <a:pt x="75" y="406"/>
                  </a:lnTo>
                  <a:lnTo>
                    <a:pt x="96" y="390"/>
                  </a:lnTo>
                  <a:lnTo>
                    <a:pt x="119" y="373"/>
                  </a:lnTo>
                  <a:lnTo>
                    <a:pt x="139" y="351"/>
                  </a:lnTo>
                  <a:lnTo>
                    <a:pt x="157" y="326"/>
                  </a:lnTo>
                  <a:lnTo>
                    <a:pt x="175" y="299"/>
                  </a:lnTo>
                  <a:lnTo>
                    <a:pt x="191" y="269"/>
                  </a:lnTo>
                  <a:lnTo>
                    <a:pt x="205" y="236"/>
                  </a:lnTo>
                  <a:lnTo>
                    <a:pt x="217" y="202"/>
                  </a:lnTo>
                  <a:lnTo>
                    <a:pt x="228" y="163"/>
                  </a:lnTo>
                  <a:lnTo>
                    <a:pt x="236" y="125"/>
                  </a:lnTo>
                  <a:lnTo>
                    <a:pt x="242" y="86"/>
                  </a:lnTo>
                  <a:lnTo>
                    <a:pt x="245" y="42"/>
                  </a:lnTo>
                  <a:lnTo>
                    <a:pt x="246" y="0"/>
                  </a:lnTo>
                  <a:lnTo>
                    <a:pt x="235" y="0"/>
                  </a:lnTo>
                  <a:lnTo>
                    <a:pt x="233" y="42"/>
                  </a:lnTo>
                  <a:lnTo>
                    <a:pt x="230" y="83"/>
                  </a:lnTo>
                  <a:lnTo>
                    <a:pt x="224" y="123"/>
                  </a:lnTo>
                  <a:lnTo>
                    <a:pt x="216" y="161"/>
                  </a:lnTo>
                  <a:lnTo>
                    <a:pt x="205" y="197"/>
                  </a:lnTo>
                  <a:lnTo>
                    <a:pt x="194" y="231"/>
                  </a:lnTo>
                  <a:lnTo>
                    <a:pt x="180" y="264"/>
                  </a:lnTo>
                  <a:lnTo>
                    <a:pt x="166" y="292"/>
                  </a:lnTo>
                  <a:lnTo>
                    <a:pt x="148" y="319"/>
                  </a:lnTo>
                  <a:lnTo>
                    <a:pt x="129" y="344"/>
                  </a:lnTo>
                  <a:lnTo>
                    <a:pt x="109" y="364"/>
                  </a:lnTo>
                  <a:lnTo>
                    <a:pt x="89" y="381"/>
                  </a:lnTo>
                  <a:lnTo>
                    <a:pt x="68" y="394"/>
                  </a:lnTo>
                  <a:lnTo>
                    <a:pt x="46" y="405"/>
                  </a:lnTo>
                  <a:lnTo>
                    <a:pt x="24" y="410"/>
                  </a:lnTo>
                  <a:lnTo>
                    <a:pt x="0" y="413"/>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2752" name="Freeform 62"/>
            <p:cNvSpPr>
              <a:spLocks/>
            </p:cNvSpPr>
            <p:nvPr/>
          </p:nvSpPr>
          <p:spPr bwMode="auto">
            <a:xfrm>
              <a:off x="1343" y="2203"/>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2" y="42"/>
                  </a:lnTo>
                  <a:lnTo>
                    <a:pt x="5" y="86"/>
                  </a:lnTo>
                  <a:lnTo>
                    <a:pt x="11" y="125"/>
                  </a:lnTo>
                  <a:lnTo>
                    <a:pt x="19" y="163"/>
                  </a:lnTo>
                  <a:lnTo>
                    <a:pt x="30" y="202"/>
                  </a:lnTo>
                  <a:lnTo>
                    <a:pt x="41" y="236"/>
                  </a:lnTo>
                  <a:lnTo>
                    <a:pt x="56" y="269"/>
                  </a:lnTo>
                  <a:lnTo>
                    <a:pt x="72" y="299"/>
                  </a:lnTo>
                  <a:lnTo>
                    <a:pt x="90" y="326"/>
                  </a:lnTo>
                  <a:lnTo>
                    <a:pt x="108" y="351"/>
                  </a:lnTo>
                  <a:lnTo>
                    <a:pt x="127" y="373"/>
                  </a:lnTo>
                  <a:lnTo>
                    <a:pt x="149" y="390"/>
                  </a:lnTo>
                  <a:lnTo>
                    <a:pt x="172" y="406"/>
                  </a:lnTo>
                  <a:lnTo>
                    <a:pt x="195" y="416"/>
                  </a:lnTo>
                  <a:lnTo>
                    <a:pt x="220" y="422"/>
                  </a:lnTo>
                  <a:lnTo>
                    <a:pt x="245" y="424"/>
                  </a:lnTo>
                  <a:lnTo>
                    <a:pt x="245" y="413"/>
                  </a:lnTo>
                  <a:lnTo>
                    <a:pt x="222" y="410"/>
                  </a:lnTo>
                  <a:lnTo>
                    <a:pt x="200" y="405"/>
                  </a:lnTo>
                  <a:lnTo>
                    <a:pt x="179" y="394"/>
                  </a:lnTo>
                  <a:lnTo>
                    <a:pt x="156" y="381"/>
                  </a:lnTo>
                  <a:lnTo>
                    <a:pt x="136" y="364"/>
                  </a:lnTo>
                  <a:lnTo>
                    <a:pt x="118" y="344"/>
                  </a:lnTo>
                  <a:lnTo>
                    <a:pt x="99" y="319"/>
                  </a:lnTo>
                  <a:lnTo>
                    <a:pt x="81" y="292"/>
                  </a:lnTo>
                  <a:lnTo>
                    <a:pt x="67" y="264"/>
                  </a:lnTo>
                  <a:lnTo>
                    <a:pt x="53" y="231"/>
                  </a:lnTo>
                  <a:lnTo>
                    <a:pt x="41" y="197"/>
                  </a:lnTo>
                  <a:lnTo>
                    <a:pt x="31" y="161"/>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2753" name="Freeform 63"/>
            <p:cNvSpPr>
              <a:spLocks/>
            </p:cNvSpPr>
            <p:nvPr/>
          </p:nvSpPr>
          <p:spPr bwMode="auto">
            <a:xfrm>
              <a:off x="1343" y="2118"/>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1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20" y="3"/>
                  </a:lnTo>
                  <a:lnTo>
                    <a:pt x="195" y="9"/>
                  </a:lnTo>
                  <a:lnTo>
                    <a:pt x="172" y="19"/>
                  </a:lnTo>
                  <a:lnTo>
                    <a:pt x="149" y="34"/>
                  </a:lnTo>
                  <a:lnTo>
                    <a:pt x="127" y="53"/>
                  </a:lnTo>
                  <a:lnTo>
                    <a:pt x="108" y="75"/>
                  </a:lnTo>
                  <a:lnTo>
                    <a:pt x="90" y="99"/>
                  </a:lnTo>
                  <a:lnTo>
                    <a:pt x="71" y="126"/>
                  </a:lnTo>
                  <a:lnTo>
                    <a:pt x="56" y="158"/>
                  </a:lnTo>
                  <a:lnTo>
                    <a:pt x="41" y="190"/>
                  </a:lnTo>
                  <a:lnTo>
                    <a:pt x="30" y="224"/>
                  </a:lnTo>
                  <a:lnTo>
                    <a:pt x="19" y="262"/>
                  </a:lnTo>
                  <a:lnTo>
                    <a:pt x="11" y="301"/>
                  </a:lnTo>
                  <a:lnTo>
                    <a:pt x="5" y="340"/>
                  </a:lnTo>
                  <a:lnTo>
                    <a:pt x="2" y="384"/>
                  </a:lnTo>
                  <a:lnTo>
                    <a:pt x="0" y="426"/>
                  </a:lnTo>
                  <a:lnTo>
                    <a:pt x="12" y="426"/>
                  </a:lnTo>
                  <a:lnTo>
                    <a:pt x="13" y="384"/>
                  </a:lnTo>
                  <a:lnTo>
                    <a:pt x="17" y="343"/>
                  </a:lnTo>
                  <a:lnTo>
                    <a:pt x="23" y="303"/>
                  </a:lnTo>
                  <a:lnTo>
                    <a:pt x="31" y="264"/>
                  </a:lnTo>
                  <a:lnTo>
                    <a:pt x="41" y="229"/>
                  </a:lnTo>
                  <a:lnTo>
                    <a:pt x="53" y="195"/>
                  </a:lnTo>
                  <a:lnTo>
                    <a:pt x="67" y="162"/>
                  </a:lnTo>
                  <a:lnTo>
                    <a:pt x="82" y="133"/>
                  </a:lnTo>
                  <a:lnTo>
                    <a:pt x="99" y="106"/>
                  </a:lnTo>
                  <a:lnTo>
                    <a:pt x="118" y="83"/>
                  </a:lnTo>
                  <a:lnTo>
                    <a:pt x="136" y="63"/>
                  </a:lnTo>
                  <a:lnTo>
                    <a:pt x="156" y="44"/>
                  </a:lnTo>
                  <a:lnTo>
                    <a:pt x="179" y="31"/>
                  </a:lnTo>
                  <a:lnTo>
                    <a:pt x="200" y="20"/>
                  </a:lnTo>
                  <a:lnTo>
                    <a:pt x="222" y="15"/>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2754" name="Freeform 64"/>
            <p:cNvSpPr>
              <a:spLocks/>
            </p:cNvSpPr>
            <p:nvPr/>
          </p:nvSpPr>
          <p:spPr bwMode="auto">
            <a:xfrm>
              <a:off x="1384" y="1859"/>
              <a:ext cx="49" cy="84"/>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1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3" y="382"/>
                  </a:lnTo>
                  <a:lnTo>
                    <a:pt x="240" y="339"/>
                  </a:lnTo>
                  <a:lnTo>
                    <a:pt x="234" y="299"/>
                  </a:lnTo>
                  <a:lnTo>
                    <a:pt x="226" y="261"/>
                  </a:lnTo>
                  <a:lnTo>
                    <a:pt x="215" y="222"/>
                  </a:lnTo>
                  <a:lnTo>
                    <a:pt x="204" y="188"/>
                  </a:lnTo>
                  <a:lnTo>
                    <a:pt x="189" y="156"/>
                  </a:lnTo>
                  <a:lnTo>
                    <a:pt x="173" y="125"/>
                  </a:lnTo>
                  <a:lnTo>
                    <a:pt x="155" y="98"/>
                  </a:lnTo>
                  <a:lnTo>
                    <a:pt x="138" y="74"/>
                  </a:lnTo>
                  <a:lnTo>
                    <a:pt x="118" y="51"/>
                  </a:lnTo>
                  <a:lnTo>
                    <a:pt x="96" y="34"/>
                  </a:lnTo>
                  <a:lnTo>
                    <a:pt x="73" y="18"/>
                  </a:lnTo>
                  <a:lnTo>
                    <a:pt x="50" y="8"/>
                  </a:lnTo>
                  <a:lnTo>
                    <a:pt x="25" y="2"/>
                  </a:lnTo>
                  <a:lnTo>
                    <a:pt x="0" y="0"/>
                  </a:lnTo>
                  <a:lnTo>
                    <a:pt x="0" y="11"/>
                  </a:lnTo>
                  <a:lnTo>
                    <a:pt x="23" y="14"/>
                  </a:lnTo>
                  <a:lnTo>
                    <a:pt x="45" y="20"/>
                  </a:lnTo>
                  <a:lnTo>
                    <a:pt x="66" y="30"/>
                  </a:lnTo>
                  <a:lnTo>
                    <a:pt x="89" y="43"/>
                  </a:lnTo>
                  <a:lnTo>
                    <a:pt x="109" y="61"/>
                  </a:lnTo>
                  <a:lnTo>
                    <a:pt x="129" y="81"/>
                  </a:lnTo>
                  <a:lnTo>
                    <a:pt x="146" y="105"/>
                  </a:lnTo>
                  <a:lnTo>
                    <a:pt x="164" y="132"/>
                  </a:lnTo>
                  <a:lnTo>
                    <a:pt x="178" y="160"/>
                  </a:lnTo>
                  <a:lnTo>
                    <a:pt x="192" y="193"/>
                  </a:lnTo>
                  <a:lnTo>
                    <a:pt x="204" y="227"/>
                  </a:lnTo>
                  <a:lnTo>
                    <a:pt x="214" y="264"/>
                  </a:lnTo>
                  <a:lnTo>
                    <a:pt x="222" y="301"/>
                  </a:lnTo>
                  <a:lnTo>
                    <a:pt x="228"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2755" name="Freeform 65"/>
            <p:cNvSpPr>
              <a:spLocks/>
            </p:cNvSpPr>
            <p:nvPr/>
          </p:nvSpPr>
          <p:spPr bwMode="auto">
            <a:xfrm>
              <a:off x="1384" y="1943"/>
              <a:ext cx="49" cy="86"/>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5" y="423"/>
                  </a:lnTo>
                  <a:lnTo>
                    <a:pt x="50" y="418"/>
                  </a:lnTo>
                  <a:lnTo>
                    <a:pt x="73" y="407"/>
                  </a:lnTo>
                  <a:lnTo>
                    <a:pt x="96" y="392"/>
                  </a:lnTo>
                  <a:lnTo>
                    <a:pt x="118" y="374"/>
                  </a:lnTo>
                  <a:lnTo>
                    <a:pt x="138" y="352"/>
                  </a:lnTo>
                  <a:lnTo>
                    <a:pt x="155" y="327"/>
                  </a:lnTo>
                  <a:lnTo>
                    <a:pt x="174" y="300"/>
                  </a:lnTo>
                  <a:lnTo>
                    <a:pt x="189" y="269"/>
                  </a:lnTo>
                  <a:lnTo>
                    <a:pt x="204" y="237"/>
                  </a:lnTo>
                  <a:lnTo>
                    <a:pt x="215" y="202"/>
                  </a:lnTo>
                  <a:lnTo>
                    <a:pt x="226" y="164"/>
                  </a:lnTo>
                  <a:lnTo>
                    <a:pt x="234" y="126"/>
                  </a:lnTo>
                  <a:lnTo>
                    <a:pt x="240" y="86"/>
                  </a:lnTo>
                  <a:lnTo>
                    <a:pt x="243" y="42"/>
                  </a:lnTo>
                  <a:lnTo>
                    <a:pt x="245" y="0"/>
                  </a:lnTo>
                  <a:lnTo>
                    <a:pt x="233" y="0"/>
                  </a:lnTo>
                  <a:lnTo>
                    <a:pt x="232" y="42"/>
                  </a:lnTo>
                  <a:lnTo>
                    <a:pt x="228" y="83"/>
                  </a:lnTo>
                  <a:lnTo>
                    <a:pt x="222" y="123"/>
                  </a:lnTo>
                  <a:lnTo>
                    <a:pt x="214" y="162"/>
                  </a:lnTo>
                  <a:lnTo>
                    <a:pt x="204" y="197"/>
                  </a:lnTo>
                  <a:lnTo>
                    <a:pt x="192" y="232"/>
                  </a:lnTo>
                  <a:lnTo>
                    <a:pt x="178" y="264"/>
                  </a:lnTo>
                  <a:lnTo>
                    <a:pt x="163" y="293"/>
                  </a:lnTo>
                  <a:lnTo>
                    <a:pt x="146" y="320"/>
                  </a:lnTo>
                  <a:lnTo>
                    <a:pt x="129" y="345"/>
                  </a:lnTo>
                  <a:lnTo>
                    <a:pt x="109" y="365"/>
                  </a:lnTo>
                  <a:lnTo>
                    <a:pt x="89" y="382"/>
                  </a:lnTo>
                  <a:lnTo>
                    <a:pt x="66" y="395"/>
                  </a:lnTo>
                  <a:lnTo>
                    <a:pt x="45" y="406"/>
                  </a:lnTo>
                  <a:lnTo>
                    <a:pt x="23"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2756" name="Freeform 66"/>
            <p:cNvSpPr>
              <a:spLocks/>
            </p:cNvSpPr>
            <p:nvPr/>
          </p:nvSpPr>
          <p:spPr bwMode="auto">
            <a:xfrm>
              <a:off x="1335" y="1943"/>
              <a:ext cx="49" cy="86"/>
            </a:xfrm>
            <a:custGeom>
              <a:avLst/>
              <a:gdLst>
                <a:gd name="T0" fmla="*/ 0 w 246"/>
                <a:gd name="T1" fmla="*/ 0 h 426"/>
                <a:gd name="T2" fmla="*/ 0 w 246"/>
                <a:gd name="T3" fmla="*/ 0 h 426"/>
                <a:gd name="T4" fmla="*/ 0 w 246"/>
                <a:gd name="T5" fmla="*/ 0 h 426"/>
                <a:gd name="T6" fmla="*/ 0 w 246"/>
                <a:gd name="T7" fmla="*/ 1 h 426"/>
                <a:gd name="T8" fmla="*/ 0 w 246"/>
                <a:gd name="T9" fmla="*/ 1 h 426"/>
                <a:gd name="T10" fmla="*/ 0 w 246"/>
                <a:gd name="T11" fmla="*/ 1 h 426"/>
                <a:gd name="T12" fmla="*/ 0 w 246"/>
                <a:gd name="T13" fmla="*/ 2 h 426"/>
                <a:gd name="T14" fmla="*/ 0 w 246"/>
                <a:gd name="T15" fmla="*/ 2 h 426"/>
                <a:gd name="T16" fmla="*/ 0 w 246"/>
                <a:gd name="T17" fmla="*/ 2 h 426"/>
                <a:gd name="T18" fmla="*/ 1 w 246"/>
                <a:gd name="T19" fmla="*/ 2 h 426"/>
                <a:gd name="T20" fmla="*/ 1 w 246"/>
                <a:gd name="T21" fmla="*/ 3 h 426"/>
                <a:gd name="T22" fmla="*/ 1 w 246"/>
                <a:gd name="T23" fmla="*/ 3 h 426"/>
                <a:gd name="T24" fmla="*/ 1 w 246"/>
                <a:gd name="T25" fmla="*/ 3 h 426"/>
                <a:gd name="T26" fmla="*/ 1 w 246"/>
                <a:gd name="T27" fmla="*/ 3 h 426"/>
                <a:gd name="T28" fmla="*/ 1 w 246"/>
                <a:gd name="T29" fmla="*/ 3 h 426"/>
                <a:gd name="T30" fmla="*/ 2 w 246"/>
                <a:gd name="T31" fmla="*/ 3 h 426"/>
                <a:gd name="T32" fmla="*/ 2 w 246"/>
                <a:gd name="T33" fmla="*/ 3 h 426"/>
                <a:gd name="T34" fmla="*/ 2 w 246"/>
                <a:gd name="T35" fmla="*/ 3 h 426"/>
                <a:gd name="T36" fmla="*/ 2 w 246"/>
                <a:gd name="T37" fmla="*/ 3 h 426"/>
                <a:gd name="T38" fmla="*/ 2 w 246"/>
                <a:gd name="T39" fmla="*/ 3 h 426"/>
                <a:gd name="T40" fmla="*/ 2 w 246"/>
                <a:gd name="T41" fmla="*/ 3 h 426"/>
                <a:gd name="T42" fmla="*/ 1 w 246"/>
                <a:gd name="T43" fmla="*/ 3 h 426"/>
                <a:gd name="T44" fmla="*/ 1 w 246"/>
                <a:gd name="T45" fmla="*/ 3 h 426"/>
                <a:gd name="T46" fmla="*/ 1 w 246"/>
                <a:gd name="T47" fmla="*/ 3 h 426"/>
                <a:gd name="T48" fmla="*/ 1 w 246"/>
                <a:gd name="T49" fmla="*/ 3 h 426"/>
                <a:gd name="T50" fmla="*/ 1 w 246"/>
                <a:gd name="T51" fmla="*/ 3 h 426"/>
                <a:gd name="T52" fmla="*/ 1 w 246"/>
                <a:gd name="T53" fmla="*/ 2 h 426"/>
                <a:gd name="T54" fmla="*/ 1 w 246"/>
                <a:gd name="T55" fmla="*/ 2 h 426"/>
                <a:gd name="T56" fmla="*/ 0 w 246"/>
                <a:gd name="T57" fmla="*/ 2 h 426"/>
                <a:gd name="T58" fmla="*/ 0 w 246"/>
                <a:gd name="T59" fmla="*/ 2 h 426"/>
                <a:gd name="T60" fmla="*/ 0 w 246"/>
                <a:gd name="T61" fmla="*/ 1 h 426"/>
                <a:gd name="T62" fmla="*/ 0 w 246"/>
                <a:gd name="T63" fmla="*/ 1 h 426"/>
                <a:gd name="T64" fmla="*/ 0 w 246"/>
                <a:gd name="T65" fmla="*/ 1 h 426"/>
                <a:gd name="T66" fmla="*/ 0 w 246"/>
                <a:gd name="T67" fmla="*/ 0 h 426"/>
                <a:gd name="T68" fmla="*/ 0 w 246"/>
                <a:gd name="T69" fmla="*/ 0 h 426"/>
                <a:gd name="T70" fmla="*/ 0 w 246"/>
                <a:gd name="T71" fmla="*/ 0 h 426"/>
                <a:gd name="T72" fmla="*/ 0 w 246"/>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0"/>
                  </a:moveTo>
                  <a:lnTo>
                    <a:pt x="0" y="0"/>
                  </a:lnTo>
                  <a:lnTo>
                    <a:pt x="1" y="42"/>
                  </a:lnTo>
                  <a:lnTo>
                    <a:pt x="4" y="86"/>
                  </a:lnTo>
                  <a:lnTo>
                    <a:pt x="10" y="126"/>
                  </a:lnTo>
                  <a:lnTo>
                    <a:pt x="18" y="164"/>
                  </a:lnTo>
                  <a:lnTo>
                    <a:pt x="29" y="202"/>
                  </a:lnTo>
                  <a:lnTo>
                    <a:pt x="41" y="237"/>
                  </a:lnTo>
                  <a:lnTo>
                    <a:pt x="55" y="269"/>
                  </a:lnTo>
                  <a:lnTo>
                    <a:pt x="71" y="300"/>
                  </a:lnTo>
                  <a:lnTo>
                    <a:pt x="89" y="327"/>
                  </a:lnTo>
                  <a:lnTo>
                    <a:pt x="107" y="352"/>
                  </a:lnTo>
                  <a:lnTo>
                    <a:pt x="127" y="374"/>
                  </a:lnTo>
                  <a:lnTo>
                    <a:pt x="150" y="392"/>
                  </a:lnTo>
                  <a:lnTo>
                    <a:pt x="171" y="407"/>
                  </a:lnTo>
                  <a:lnTo>
                    <a:pt x="195" y="418"/>
                  </a:lnTo>
                  <a:lnTo>
                    <a:pt x="220" y="423"/>
                  </a:lnTo>
                  <a:lnTo>
                    <a:pt x="246" y="426"/>
                  </a:lnTo>
                  <a:lnTo>
                    <a:pt x="246" y="414"/>
                  </a:lnTo>
                  <a:lnTo>
                    <a:pt x="222" y="412"/>
                  </a:lnTo>
                  <a:lnTo>
                    <a:pt x="200" y="406"/>
                  </a:lnTo>
                  <a:lnTo>
                    <a:pt x="178" y="395"/>
                  </a:lnTo>
                  <a:lnTo>
                    <a:pt x="157" y="382"/>
                  </a:lnTo>
                  <a:lnTo>
                    <a:pt x="137" y="365"/>
                  </a:lnTo>
                  <a:lnTo>
                    <a:pt x="117" y="345"/>
                  </a:lnTo>
                  <a:lnTo>
                    <a:pt x="98" y="320"/>
                  </a:lnTo>
                  <a:lnTo>
                    <a:pt x="83" y="293"/>
                  </a:lnTo>
                  <a:lnTo>
                    <a:pt x="66" y="264"/>
                  </a:lnTo>
                  <a:lnTo>
                    <a:pt x="52" y="232"/>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2757" name="Freeform 67"/>
            <p:cNvSpPr>
              <a:spLocks/>
            </p:cNvSpPr>
            <p:nvPr/>
          </p:nvSpPr>
          <p:spPr bwMode="auto">
            <a:xfrm>
              <a:off x="1335" y="1859"/>
              <a:ext cx="49" cy="84"/>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1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0" y="2"/>
                  </a:lnTo>
                  <a:lnTo>
                    <a:pt x="195" y="8"/>
                  </a:lnTo>
                  <a:lnTo>
                    <a:pt x="171" y="18"/>
                  </a:lnTo>
                  <a:lnTo>
                    <a:pt x="150" y="34"/>
                  </a:lnTo>
                  <a:lnTo>
                    <a:pt x="127" y="51"/>
                  </a:lnTo>
                  <a:lnTo>
                    <a:pt x="107" y="74"/>
                  </a:lnTo>
                  <a:lnTo>
                    <a:pt x="89" y="98"/>
                  </a:lnTo>
                  <a:lnTo>
                    <a:pt x="72" y="125"/>
                  </a:lnTo>
                  <a:lnTo>
                    <a:pt x="55" y="156"/>
                  </a:lnTo>
                  <a:lnTo>
                    <a:pt x="41" y="188"/>
                  </a:lnTo>
                  <a:lnTo>
                    <a:pt x="29" y="222"/>
                  </a:lnTo>
                  <a:lnTo>
                    <a:pt x="18" y="261"/>
                  </a:lnTo>
                  <a:lnTo>
                    <a:pt x="10" y="299"/>
                  </a:lnTo>
                  <a:lnTo>
                    <a:pt x="4" y="339"/>
                  </a:lnTo>
                  <a:lnTo>
                    <a:pt x="1" y="382"/>
                  </a:lnTo>
                  <a:lnTo>
                    <a:pt x="0" y="424"/>
                  </a:lnTo>
                  <a:lnTo>
                    <a:pt x="11" y="424"/>
                  </a:lnTo>
                  <a:lnTo>
                    <a:pt x="13" y="382"/>
                  </a:lnTo>
                  <a:lnTo>
                    <a:pt x="16" y="341"/>
                  </a:lnTo>
                  <a:lnTo>
                    <a:pt x="22" y="301"/>
                  </a:lnTo>
                  <a:lnTo>
                    <a:pt x="30" y="264"/>
                  </a:lnTo>
                  <a:lnTo>
                    <a:pt x="41" y="227"/>
                  </a:lnTo>
                  <a:lnTo>
                    <a:pt x="52" y="193"/>
                  </a:lnTo>
                  <a:lnTo>
                    <a:pt x="66" y="160"/>
                  </a:lnTo>
                  <a:lnTo>
                    <a:pt x="82" y="132"/>
                  </a:lnTo>
                  <a:lnTo>
                    <a:pt x="98" y="105"/>
                  </a:lnTo>
                  <a:lnTo>
                    <a:pt x="117" y="81"/>
                  </a:lnTo>
                  <a:lnTo>
                    <a:pt x="137" y="61"/>
                  </a:lnTo>
                  <a:lnTo>
                    <a:pt x="157" y="43"/>
                  </a:lnTo>
                  <a:lnTo>
                    <a:pt x="178" y="30"/>
                  </a:lnTo>
                  <a:lnTo>
                    <a:pt x="200" y="20"/>
                  </a:lnTo>
                  <a:lnTo>
                    <a:pt x="222" y="14"/>
                  </a:lnTo>
                  <a:lnTo>
                    <a:pt x="246" y="11"/>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2758" name="Freeform 68"/>
            <p:cNvSpPr>
              <a:spLocks/>
            </p:cNvSpPr>
            <p:nvPr/>
          </p:nvSpPr>
          <p:spPr bwMode="auto">
            <a:xfrm>
              <a:off x="1552" y="1751"/>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1" y="339"/>
                  </a:lnTo>
                  <a:lnTo>
                    <a:pt x="235" y="299"/>
                  </a:lnTo>
                  <a:lnTo>
                    <a:pt x="226" y="261"/>
                  </a:lnTo>
                  <a:lnTo>
                    <a:pt x="216" y="223"/>
                  </a:lnTo>
                  <a:lnTo>
                    <a:pt x="204" y="189"/>
                  </a:lnTo>
                  <a:lnTo>
                    <a:pt x="190" y="156"/>
                  </a:lnTo>
                  <a:lnTo>
                    <a:pt x="174" y="125"/>
                  </a:lnTo>
                  <a:lnTo>
                    <a:pt x="156" y="98"/>
                  </a:lnTo>
                  <a:lnTo>
                    <a:pt x="137" y="74"/>
                  </a:lnTo>
                  <a:lnTo>
                    <a:pt x="119" y="52"/>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8" y="81"/>
                  </a:lnTo>
                  <a:lnTo>
                    <a:pt x="147" y="105"/>
                  </a:lnTo>
                  <a:lnTo>
                    <a:pt x="164" y="132"/>
                  </a:lnTo>
                  <a:lnTo>
                    <a:pt x="178" y="161"/>
                  </a:lnTo>
                  <a:lnTo>
                    <a:pt x="193" y="193"/>
                  </a:lnTo>
                  <a:lnTo>
                    <a:pt x="204" y="227"/>
                  </a:lnTo>
                  <a:lnTo>
                    <a:pt x="215" y="264"/>
                  </a:lnTo>
                  <a:lnTo>
                    <a:pt x="223" y="301"/>
                  </a:lnTo>
                  <a:lnTo>
                    <a:pt x="229" y="341"/>
                  </a:lnTo>
                  <a:lnTo>
                    <a:pt x="232" y="382"/>
                  </a:lnTo>
                  <a:lnTo>
                    <a:pt x="234"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2759" name="Freeform 69"/>
            <p:cNvSpPr>
              <a:spLocks/>
            </p:cNvSpPr>
            <p:nvPr/>
          </p:nvSpPr>
          <p:spPr bwMode="auto">
            <a:xfrm>
              <a:off x="1552" y="1836"/>
              <a:ext cx="49" cy="85"/>
            </a:xfrm>
            <a:custGeom>
              <a:avLst/>
              <a:gdLst>
                <a:gd name="T0" fmla="*/ 0 w 245"/>
                <a:gd name="T1" fmla="*/ 3 h 425"/>
                <a:gd name="T2" fmla="*/ 0 w 245"/>
                <a:gd name="T3" fmla="*/ 3 h 425"/>
                <a:gd name="T4" fmla="*/ 0 w 245"/>
                <a:gd name="T5" fmla="*/ 3 h 425"/>
                <a:gd name="T6" fmla="*/ 0 w 245"/>
                <a:gd name="T7" fmla="*/ 3 h 425"/>
                <a:gd name="T8" fmla="*/ 1 w 245"/>
                <a:gd name="T9" fmla="*/ 3 h 425"/>
                <a:gd name="T10" fmla="*/ 1 w 245"/>
                <a:gd name="T11" fmla="*/ 3 h 425"/>
                <a:gd name="T12" fmla="*/ 1 w 245"/>
                <a:gd name="T13" fmla="*/ 3 h 425"/>
                <a:gd name="T14" fmla="*/ 1 w 245"/>
                <a:gd name="T15" fmla="*/ 3 h 425"/>
                <a:gd name="T16" fmla="*/ 1 w 245"/>
                <a:gd name="T17" fmla="*/ 3 h 425"/>
                <a:gd name="T18" fmla="*/ 1 w 245"/>
                <a:gd name="T19" fmla="*/ 2 h 425"/>
                <a:gd name="T20" fmla="*/ 2 w 245"/>
                <a:gd name="T21" fmla="*/ 2 h 425"/>
                <a:gd name="T22" fmla="*/ 2 w 245"/>
                <a:gd name="T23" fmla="*/ 2 h 425"/>
                <a:gd name="T24" fmla="*/ 2 w 245"/>
                <a:gd name="T25" fmla="*/ 2 h 425"/>
                <a:gd name="T26" fmla="*/ 2 w 245"/>
                <a:gd name="T27" fmla="*/ 1 h 425"/>
                <a:gd name="T28" fmla="*/ 2 w 245"/>
                <a:gd name="T29" fmla="*/ 1 h 425"/>
                <a:gd name="T30" fmla="*/ 2 w 245"/>
                <a:gd name="T31" fmla="*/ 1 h 425"/>
                <a:gd name="T32" fmla="*/ 2 w 245"/>
                <a:gd name="T33" fmla="*/ 0 h 425"/>
                <a:gd name="T34" fmla="*/ 2 w 245"/>
                <a:gd name="T35" fmla="*/ 0 h 425"/>
                <a:gd name="T36" fmla="*/ 2 w 245"/>
                <a:gd name="T37" fmla="*/ 0 h 425"/>
                <a:gd name="T38" fmla="*/ 2 w 245"/>
                <a:gd name="T39" fmla="*/ 0 h 425"/>
                <a:gd name="T40" fmla="*/ 2 w 245"/>
                <a:gd name="T41" fmla="*/ 1 h 425"/>
                <a:gd name="T42" fmla="*/ 2 w 245"/>
                <a:gd name="T43" fmla="*/ 1 h 425"/>
                <a:gd name="T44" fmla="*/ 2 w 245"/>
                <a:gd name="T45" fmla="*/ 1 h 425"/>
                <a:gd name="T46" fmla="*/ 2 w 245"/>
                <a:gd name="T47" fmla="*/ 2 h 425"/>
                <a:gd name="T48" fmla="*/ 2 w 245"/>
                <a:gd name="T49" fmla="*/ 2 h 425"/>
                <a:gd name="T50" fmla="*/ 1 w 245"/>
                <a:gd name="T51" fmla="*/ 2 h 425"/>
                <a:gd name="T52" fmla="*/ 1 w 245"/>
                <a:gd name="T53" fmla="*/ 2 h 425"/>
                <a:gd name="T54" fmla="*/ 1 w 245"/>
                <a:gd name="T55" fmla="*/ 3 h 425"/>
                <a:gd name="T56" fmla="*/ 1 w 245"/>
                <a:gd name="T57" fmla="*/ 3 h 425"/>
                <a:gd name="T58" fmla="*/ 1 w 245"/>
                <a:gd name="T59" fmla="*/ 3 h 425"/>
                <a:gd name="T60" fmla="*/ 1 w 245"/>
                <a:gd name="T61" fmla="*/ 3 h 425"/>
                <a:gd name="T62" fmla="*/ 1 w 245"/>
                <a:gd name="T63" fmla="*/ 3 h 425"/>
                <a:gd name="T64" fmla="*/ 0 w 245"/>
                <a:gd name="T65" fmla="*/ 3 h 425"/>
                <a:gd name="T66" fmla="*/ 0 w 245"/>
                <a:gd name="T67" fmla="*/ 3 h 425"/>
                <a:gd name="T68" fmla="*/ 0 w 245"/>
                <a:gd name="T69" fmla="*/ 3 h 425"/>
                <a:gd name="T70" fmla="*/ 0 w 245"/>
                <a:gd name="T71" fmla="*/ 3 h 425"/>
                <a:gd name="T72" fmla="*/ 0 w 245"/>
                <a:gd name="T73" fmla="*/ 3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5"/>
                <a:gd name="T113" fmla="*/ 245 w 245"/>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5">
                  <a:moveTo>
                    <a:pt x="0" y="425"/>
                  </a:moveTo>
                  <a:lnTo>
                    <a:pt x="0" y="425"/>
                  </a:lnTo>
                  <a:lnTo>
                    <a:pt x="26" y="422"/>
                  </a:lnTo>
                  <a:lnTo>
                    <a:pt x="51" y="417"/>
                  </a:lnTo>
                  <a:lnTo>
                    <a:pt x="74" y="406"/>
                  </a:lnTo>
                  <a:lnTo>
                    <a:pt x="96" y="391"/>
                  </a:lnTo>
                  <a:lnTo>
                    <a:pt x="119" y="373"/>
                  </a:lnTo>
                  <a:lnTo>
                    <a:pt x="137" y="351"/>
                  </a:lnTo>
                  <a:lnTo>
                    <a:pt x="156" y="326"/>
                  </a:lnTo>
                  <a:lnTo>
                    <a:pt x="174" y="299"/>
                  </a:lnTo>
                  <a:lnTo>
                    <a:pt x="190" y="269"/>
                  </a:lnTo>
                  <a:lnTo>
                    <a:pt x="204" y="236"/>
                  </a:lnTo>
                  <a:lnTo>
                    <a:pt x="216" y="202"/>
                  </a:lnTo>
                  <a:lnTo>
                    <a:pt x="226" y="163"/>
                  </a:lnTo>
                  <a:lnTo>
                    <a:pt x="235" y="126"/>
                  </a:lnTo>
                  <a:lnTo>
                    <a:pt x="241" y="86"/>
                  </a:lnTo>
                  <a:lnTo>
                    <a:pt x="244" y="43"/>
                  </a:lnTo>
                  <a:lnTo>
                    <a:pt x="245" y="0"/>
                  </a:lnTo>
                  <a:lnTo>
                    <a:pt x="234" y="0"/>
                  </a:lnTo>
                  <a:lnTo>
                    <a:pt x="232" y="43"/>
                  </a:lnTo>
                  <a:lnTo>
                    <a:pt x="229" y="84"/>
                  </a:lnTo>
                  <a:lnTo>
                    <a:pt x="223" y="123"/>
                  </a:lnTo>
                  <a:lnTo>
                    <a:pt x="215" y="161"/>
                  </a:lnTo>
                  <a:lnTo>
                    <a:pt x="204" y="197"/>
                  </a:lnTo>
                  <a:lnTo>
                    <a:pt x="193" y="231"/>
                  </a:lnTo>
                  <a:lnTo>
                    <a:pt x="178" y="264"/>
                  </a:lnTo>
                  <a:lnTo>
                    <a:pt x="164" y="292"/>
                  </a:lnTo>
                  <a:lnTo>
                    <a:pt x="147" y="319"/>
                  </a:lnTo>
                  <a:lnTo>
                    <a:pt x="128" y="344"/>
                  </a:lnTo>
                  <a:lnTo>
                    <a:pt x="109" y="364"/>
                  </a:lnTo>
                  <a:lnTo>
                    <a:pt x="89" y="381"/>
                  </a:lnTo>
                  <a:lnTo>
                    <a:pt x="67" y="394"/>
                  </a:lnTo>
                  <a:lnTo>
                    <a:pt x="46" y="405"/>
                  </a:lnTo>
                  <a:lnTo>
                    <a:pt x="24" y="411"/>
                  </a:lnTo>
                  <a:lnTo>
                    <a:pt x="0" y="413"/>
                  </a:lnTo>
                  <a:lnTo>
                    <a:pt x="0" y="425"/>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2760" name="Freeform 70"/>
            <p:cNvSpPr>
              <a:spLocks/>
            </p:cNvSpPr>
            <p:nvPr/>
          </p:nvSpPr>
          <p:spPr bwMode="auto">
            <a:xfrm>
              <a:off x="1502" y="1836"/>
              <a:ext cx="50" cy="85"/>
            </a:xfrm>
            <a:custGeom>
              <a:avLst/>
              <a:gdLst>
                <a:gd name="T0" fmla="*/ 0 w 246"/>
                <a:gd name="T1" fmla="*/ 0 h 425"/>
                <a:gd name="T2" fmla="*/ 0 w 246"/>
                <a:gd name="T3" fmla="*/ 0 h 425"/>
                <a:gd name="T4" fmla="*/ 0 w 246"/>
                <a:gd name="T5" fmla="*/ 0 h 425"/>
                <a:gd name="T6" fmla="*/ 0 w 246"/>
                <a:gd name="T7" fmla="*/ 1 h 425"/>
                <a:gd name="T8" fmla="*/ 0 w 246"/>
                <a:gd name="T9" fmla="*/ 1 h 425"/>
                <a:gd name="T10" fmla="*/ 0 w 246"/>
                <a:gd name="T11" fmla="*/ 1 h 425"/>
                <a:gd name="T12" fmla="*/ 0 w 246"/>
                <a:gd name="T13" fmla="*/ 2 h 425"/>
                <a:gd name="T14" fmla="*/ 0 w 246"/>
                <a:gd name="T15" fmla="*/ 2 h 425"/>
                <a:gd name="T16" fmla="*/ 0 w 246"/>
                <a:gd name="T17" fmla="*/ 2 h 425"/>
                <a:gd name="T18" fmla="*/ 1 w 246"/>
                <a:gd name="T19" fmla="*/ 2 h 425"/>
                <a:gd name="T20" fmla="*/ 1 w 246"/>
                <a:gd name="T21" fmla="*/ 3 h 425"/>
                <a:gd name="T22" fmla="*/ 1 w 246"/>
                <a:gd name="T23" fmla="*/ 3 h 425"/>
                <a:gd name="T24" fmla="*/ 1 w 246"/>
                <a:gd name="T25" fmla="*/ 3 h 425"/>
                <a:gd name="T26" fmla="*/ 1 w 246"/>
                <a:gd name="T27" fmla="*/ 3 h 425"/>
                <a:gd name="T28" fmla="*/ 1 w 246"/>
                <a:gd name="T29" fmla="*/ 3 h 425"/>
                <a:gd name="T30" fmla="*/ 2 w 246"/>
                <a:gd name="T31" fmla="*/ 3 h 425"/>
                <a:gd name="T32" fmla="*/ 2 w 246"/>
                <a:gd name="T33" fmla="*/ 3 h 425"/>
                <a:gd name="T34" fmla="*/ 2 w 246"/>
                <a:gd name="T35" fmla="*/ 3 h 425"/>
                <a:gd name="T36" fmla="*/ 2 w 246"/>
                <a:gd name="T37" fmla="*/ 3 h 425"/>
                <a:gd name="T38" fmla="*/ 2 w 246"/>
                <a:gd name="T39" fmla="*/ 3 h 425"/>
                <a:gd name="T40" fmla="*/ 2 w 246"/>
                <a:gd name="T41" fmla="*/ 3 h 425"/>
                <a:gd name="T42" fmla="*/ 1 w 246"/>
                <a:gd name="T43" fmla="*/ 3 h 425"/>
                <a:gd name="T44" fmla="*/ 1 w 246"/>
                <a:gd name="T45" fmla="*/ 3 h 425"/>
                <a:gd name="T46" fmla="*/ 1 w 246"/>
                <a:gd name="T47" fmla="*/ 3 h 425"/>
                <a:gd name="T48" fmla="*/ 1 w 246"/>
                <a:gd name="T49" fmla="*/ 3 h 425"/>
                <a:gd name="T50" fmla="*/ 1 w 246"/>
                <a:gd name="T51" fmla="*/ 3 h 425"/>
                <a:gd name="T52" fmla="*/ 1 w 246"/>
                <a:gd name="T53" fmla="*/ 2 h 425"/>
                <a:gd name="T54" fmla="*/ 1 w 246"/>
                <a:gd name="T55" fmla="*/ 2 h 425"/>
                <a:gd name="T56" fmla="*/ 0 w 246"/>
                <a:gd name="T57" fmla="*/ 2 h 425"/>
                <a:gd name="T58" fmla="*/ 0 w 246"/>
                <a:gd name="T59" fmla="*/ 2 h 425"/>
                <a:gd name="T60" fmla="*/ 0 w 246"/>
                <a:gd name="T61" fmla="*/ 1 h 425"/>
                <a:gd name="T62" fmla="*/ 0 w 246"/>
                <a:gd name="T63" fmla="*/ 1 h 425"/>
                <a:gd name="T64" fmla="*/ 0 w 246"/>
                <a:gd name="T65" fmla="*/ 1 h 425"/>
                <a:gd name="T66" fmla="*/ 0 w 246"/>
                <a:gd name="T67" fmla="*/ 0 h 425"/>
                <a:gd name="T68" fmla="*/ 0 w 246"/>
                <a:gd name="T69" fmla="*/ 0 h 425"/>
                <a:gd name="T70" fmla="*/ 0 w 246"/>
                <a:gd name="T71" fmla="*/ 0 h 425"/>
                <a:gd name="T72" fmla="*/ 0 w 246"/>
                <a:gd name="T73" fmla="*/ 0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5"/>
                <a:gd name="T113" fmla="*/ 246 w 246"/>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5">
                  <a:moveTo>
                    <a:pt x="0" y="0"/>
                  </a:moveTo>
                  <a:lnTo>
                    <a:pt x="0" y="0"/>
                  </a:lnTo>
                  <a:lnTo>
                    <a:pt x="2" y="43"/>
                  </a:lnTo>
                  <a:lnTo>
                    <a:pt x="5" y="86"/>
                  </a:lnTo>
                  <a:lnTo>
                    <a:pt x="11" y="126"/>
                  </a:lnTo>
                  <a:lnTo>
                    <a:pt x="19" y="163"/>
                  </a:lnTo>
                  <a:lnTo>
                    <a:pt x="30" y="202"/>
                  </a:lnTo>
                  <a:lnTo>
                    <a:pt x="41" y="236"/>
                  </a:lnTo>
                  <a:lnTo>
                    <a:pt x="55" y="269"/>
                  </a:lnTo>
                  <a:lnTo>
                    <a:pt x="73" y="299"/>
                  </a:lnTo>
                  <a:lnTo>
                    <a:pt x="89" y="326"/>
                  </a:lnTo>
                  <a:lnTo>
                    <a:pt x="108" y="351"/>
                  </a:lnTo>
                  <a:lnTo>
                    <a:pt x="128" y="373"/>
                  </a:lnTo>
                  <a:lnTo>
                    <a:pt x="150" y="391"/>
                  </a:lnTo>
                  <a:lnTo>
                    <a:pt x="171" y="406"/>
                  </a:lnTo>
                  <a:lnTo>
                    <a:pt x="196" y="417"/>
                  </a:lnTo>
                  <a:lnTo>
                    <a:pt x="221" y="422"/>
                  </a:lnTo>
                  <a:lnTo>
                    <a:pt x="246" y="425"/>
                  </a:lnTo>
                  <a:lnTo>
                    <a:pt x="246" y="413"/>
                  </a:lnTo>
                  <a:lnTo>
                    <a:pt x="223" y="411"/>
                  </a:lnTo>
                  <a:lnTo>
                    <a:pt x="201" y="405"/>
                  </a:lnTo>
                  <a:lnTo>
                    <a:pt x="178" y="394"/>
                  </a:lnTo>
                  <a:lnTo>
                    <a:pt x="157" y="381"/>
                  </a:lnTo>
                  <a:lnTo>
                    <a:pt x="137" y="364"/>
                  </a:lnTo>
                  <a:lnTo>
                    <a:pt x="117" y="344"/>
                  </a:lnTo>
                  <a:lnTo>
                    <a:pt x="99" y="319"/>
                  </a:lnTo>
                  <a:lnTo>
                    <a:pt x="82" y="292"/>
                  </a:lnTo>
                  <a:lnTo>
                    <a:pt x="67" y="264"/>
                  </a:lnTo>
                  <a:lnTo>
                    <a:pt x="53" y="231"/>
                  </a:lnTo>
                  <a:lnTo>
                    <a:pt x="41" y="197"/>
                  </a:lnTo>
                  <a:lnTo>
                    <a:pt x="31" y="161"/>
                  </a:lnTo>
                  <a:lnTo>
                    <a:pt x="23" y="123"/>
                  </a:lnTo>
                  <a:lnTo>
                    <a:pt x="17" y="84"/>
                  </a:lnTo>
                  <a:lnTo>
                    <a:pt x="13" y="4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2761" name="Freeform 71"/>
            <p:cNvSpPr>
              <a:spLocks/>
            </p:cNvSpPr>
            <p:nvPr/>
          </p:nvSpPr>
          <p:spPr bwMode="auto">
            <a:xfrm>
              <a:off x="1502" y="1751"/>
              <a:ext cx="50" cy="85"/>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2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1" y="2"/>
                  </a:lnTo>
                  <a:lnTo>
                    <a:pt x="196" y="8"/>
                  </a:lnTo>
                  <a:lnTo>
                    <a:pt x="171" y="19"/>
                  </a:lnTo>
                  <a:lnTo>
                    <a:pt x="150" y="34"/>
                  </a:lnTo>
                  <a:lnTo>
                    <a:pt x="128" y="52"/>
                  </a:lnTo>
                  <a:lnTo>
                    <a:pt x="108" y="74"/>
                  </a:lnTo>
                  <a:lnTo>
                    <a:pt x="89" y="98"/>
                  </a:lnTo>
                  <a:lnTo>
                    <a:pt x="73" y="125"/>
                  </a:lnTo>
                  <a:lnTo>
                    <a:pt x="55" y="156"/>
                  </a:lnTo>
                  <a:lnTo>
                    <a:pt x="41" y="189"/>
                  </a:lnTo>
                  <a:lnTo>
                    <a:pt x="30" y="223"/>
                  </a:lnTo>
                  <a:lnTo>
                    <a:pt x="19" y="261"/>
                  </a:lnTo>
                  <a:lnTo>
                    <a:pt x="11" y="299"/>
                  </a:lnTo>
                  <a:lnTo>
                    <a:pt x="5" y="339"/>
                  </a:lnTo>
                  <a:lnTo>
                    <a:pt x="2" y="382"/>
                  </a:lnTo>
                  <a:lnTo>
                    <a:pt x="0" y="424"/>
                  </a:lnTo>
                  <a:lnTo>
                    <a:pt x="12" y="424"/>
                  </a:lnTo>
                  <a:lnTo>
                    <a:pt x="13" y="382"/>
                  </a:lnTo>
                  <a:lnTo>
                    <a:pt x="17" y="341"/>
                  </a:lnTo>
                  <a:lnTo>
                    <a:pt x="23" y="301"/>
                  </a:lnTo>
                  <a:lnTo>
                    <a:pt x="31" y="264"/>
                  </a:lnTo>
                  <a:lnTo>
                    <a:pt x="41" y="227"/>
                  </a:lnTo>
                  <a:lnTo>
                    <a:pt x="53" y="193"/>
                  </a:lnTo>
                  <a:lnTo>
                    <a:pt x="67" y="161"/>
                  </a:lnTo>
                  <a:lnTo>
                    <a:pt x="82" y="132"/>
                  </a:lnTo>
                  <a:lnTo>
                    <a:pt x="99" y="105"/>
                  </a:lnTo>
                  <a:lnTo>
                    <a:pt x="117" y="81"/>
                  </a:lnTo>
                  <a:lnTo>
                    <a:pt x="137" y="61"/>
                  </a:lnTo>
                  <a:lnTo>
                    <a:pt x="157" y="43"/>
                  </a:lnTo>
                  <a:lnTo>
                    <a:pt x="178" y="30"/>
                  </a:lnTo>
                  <a:lnTo>
                    <a:pt x="201" y="20"/>
                  </a:lnTo>
                  <a:lnTo>
                    <a:pt x="223" y="14"/>
                  </a:lnTo>
                  <a:lnTo>
                    <a:pt x="246" y="12"/>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2762" name="Freeform 72"/>
            <p:cNvSpPr>
              <a:spLocks/>
            </p:cNvSpPr>
            <p:nvPr/>
          </p:nvSpPr>
          <p:spPr bwMode="auto">
            <a:xfrm>
              <a:off x="1565" y="2016"/>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0" y="339"/>
                  </a:lnTo>
                  <a:lnTo>
                    <a:pt x="234" y="299"/>
                  </a:lnTo>
                  <a:lnTo>
                    <a:pt x="226" y="261"/>
                  </a:lnTo>
                  <a:lnTo>
                    <a:pt x="216" y="223"/>
                  </a:lnTo>
                  <a:lnTo>
                    <a:pt x="204" y="189"/>
                  </a:lnTo>
                  <a:lnTo>
                    <a:pt x="190" y="156"/>
                  </a:lnTo>
                  <a:lnTo>
                    <a:pt x="174" y="125"/>
                  </a:lnTo>
                  <a:lnTo>
                    <a:pt x="156" y="98"/>
                  </a:lnTo>
                  <a:lnTo>
                    <a:pt x="138" y="74"/>
                  </a:lnTo>
                  <a:lnTo>
                    <a:pt x="118" y="51"/>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9" y="81"/>
                  </a:lnTo>
                  <a:lnTo>
                    <a:pt x="147" y="105"/>
                  </a:lnTo>
                  <a:lnTo>
                    <a:pt x="164" y="132"/>
                  </a:lnTo>
                  <a:lnTo>
                    <a:pt x="178" y="160"/>
                  </a:lnTo>
                  <a:lnTo>
                    <a:pt x="192" y="193"/>
                  </a:lnTo>
                  <a:lnTo>
                    <a:pt x="204" y="227"/>
                  </a:lnTo>
                  <a:lnTo>
                    <a:pt x="215" y="264"/>
                  </a:lnTo>
                  <a:lnTo>
                    <a:pt x="223" y="301"/>
                  </a:lnTo>
                  <a:lnTo>
                    <a:pt x="229"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2763" name="Freeform 73"/>
            <p:cNvSpPr>
              <a:spLocks/>
            </p:cNvSpPr>
            <p:nvPr/>
          </p:nvSpPr>
          <p:spPr bwMode="auto">
            <a:xfrm>
              <a:off x="1565" y="2101"/>
              <a:ext cx="49" cy="85"/>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6" y="423"/>
                  </a:lnTo>
                  <a:lnTo>
                    <a:pt x="51" y="418"/>
                  </a:lnTo>
                  <a:lnTo>
                    <a:pt x="74" y="407"/>
                  </a:lnTo>
                  <a:lnTo>
                    <a:pt x="96" y="392"/>
                  </a:lnTo>
                  <a:lnTo>
                    <a:pt x="118" y="373"/>
                  </a:lnTo>
                  <a:lnTo>
                    <a:pt x="138" y="351"/>
                  </a:lnTo>
                  <a:lnTo>
                    <a:pt x="156" y="327"/>
                  </a:lnTo>
                  <a:lnTo>
                    <a:pt x="175" y="299"/>
                  </a:lnTo>
                  <a:lnTo>
                    <a:pt x="190" y="269"/>
                  </a:lnTo>
                  <a:lnTo>
                    <a:pt x="204" y="236"/>
                  </a:lnTo>
                  <a:lnTo>
                    <a:pt x="216" y="202"/>
                  </a:lnTo>
                  <a:lnTo>
                    <a:pt x="226" y="164"/>
                  </a:lnTo>
                  <a:lnTo>
                    <a:pt x="234" y="126"/>
                  </a:lnTo>
                  <a:lnTo>
                    <a:pt x="240" y="86"/>
                  </a:lnTo>
                  <a:lnTo>
                    <a:pt x="244" y="42"/>
                  </a:lnTo>
                  <a:lnTo>
                    <a:pt x="245" y="0"/>
                  </a:lnTo>
                  <a:lnTo>
                    <a:pt x="233" y="0"/>
                  </a:lnTo>
                  <a:lnTo>
                    <a:pt x="232" y="42"/>
                  </a:lnTo>
                  <a:lnTo>
                    <a:pt x="229" y="83"/>
                  </a:lnTo>
                  <a:lnTo>
                    <a:pt x="223" y="123"/>
                  </a:lnTo>
                  <a:lnTo>
                    <a:pt x="215" y="162"/>
                  </a:lnTo>
                  <a:lnTo>
                    <a:pt x="204" y="197"/>
                  </a:lnTo>
                  <a:lnTo>
                    <a:pt x="192" y="231"/>
                  </a:lnTo>
                  <a:lnTo>
                    <a:pt x="178" y="264"/>
                  </a:lnTo>
                  <a:lnTo>
                    <a:pt x="163" y="292"/>
                  </a:lnTo>
                  <a:lnTo>
                    <a:pt x="147" y="320"/>
                  </a:lnTo>
                  <a:lnTo>
                    <a:pt x="129" y="344"/>
                  </a:lnTo>
                  <a:lnTo>
                    <a:pt x="109" y="364"/>
                  </a:lnTo>
                  <a:lnTo>
                    <a:pt x="89" y="382"/>
                  </a:lnTo>
                  <a:lnTo>
                    <a:pt x="67" y="395"/>
                  </a:lnTo>
                  <a:lnTo>
                    <a:pt x="46" y="406"/>
                  </a:lnTo>
                  <a:lnTo>
                    <a:pt x="24"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2764" name="Freeform 74"/>
            <p:cNvSpPr>
              <a:spLocks/>
            </p:cNvSpPr>
            <p:nvPr/>
          </p:nvSpPr>
          <p:spPr bwMode="auto">
            <a:xfrm>
              <a:off x="1516" y="2101"/>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5" y="86"/>
                  </a:lnTo>
                  <a:lnTo>
                    <a:pt x="11" y="126"/>
                  </a:lnTo>
                  <a:lnTo>
                    <a:pt x="19" y="164"/>
                  </a:lnTo>
                  <a:lnTo>
                    <a:pt x="30" y="202"/>
                  </a:lnTo>
                  <a:lnTo>
                    <a:pt x="41" y="236"/>
                  </a:lnTo>
                  <a:lnTo>
                    <a:pt x="55" y="269"/>
                  </a:lnTo>
                  <a:lnTo>
                    <a:pt x="71" y="299"/>
                  </a:lnTo>
                  <a:lnTo>
                    <a:pt x="89" y="327"/>
                  </a:lnTo>
                  <a:lnTo>
                    <a:pt x="107" y="351"/>
                  </a:lnTo>
                  <a:lnTo>
                    <a:pt x="127" y="373"/>
                  </a:lnTo>
                  <a:lnTo>
                    <a:pt x="149" y="392"/>
                  </a:lnTo>
                  <a:lnTo>
                    <a:pt x="171" y="407"/>
                  </a:lnTo>
                  <a:lnTo>
                    <a:pt x="195" y="418"/>
                  </a:lnTo>
                  <a:lnTo>
                    <a:pt x="219" y="423"/>
                  </a:lnTo>
                  <a:lnTo>
                    <a:pt x="245" y="426"/>
                  </a:lnTo>
                  <a:lnTo>
                    <a:pt x="245" y="414"/>
                  </a:lnTo>
                  <a:lnTo>
                    <a:pt x="222" y="412"/>
                  </a:lnTo>
                  <a:lnTo>
                    <a:pt x="199" y="406"/>
                  </a:lnTo>
                  <a:lnTo>
                    <a:pt x="178" y="395"/>
                  </a:lnTo>
                  <a:lnTo>
                    <a:pt x="156" y="382"/>
                  </a:lnTo>
                  <a:lnTo>
                    <a:pt x="136" y="364"/>
                  </a:lnTo>
                  <a:lnTo>
                    <a:pt x="116" y="344"/>
                  </a:lnTo>
                  <a:lnTo>
                    <a:pt x="99" y="320"/>
                  </a:lnTo>
                  <a:lnTo>
                    <a:pt x="82" y="292"/>
                  </a:lnTo>
                  <a:lnTo>
                    <a:pt x="67" y="264"/>
                  </a:lnTo>
                  <a:lnTo>
                    <a:pt x="53" y="231"/>
                  </a:lnTo>
                  <a:lnTo>
                    <a:pt x="41" y="197"/>
                  </a:lnTo>
                  <a:lnTo>
                    <a:pt x="31" y="162"/>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2765" name="Freeform 75"/>
            <p:cNvSpPr>
              <a:spLocks/>
            </p:cNvSpPr>
            <p:nvPr/>
          </p:nvSpPr>
          <p:spPr bwMode="auto">
            <a:xfrm>
              <a:off x="1516" y="2016"/>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5" y="8"/>
                  </a:lnTo>
                  <a:lnTo>
                    <a:pt x="171" y="19"/>
                  </a:lnTo>
                  <a:lnTo>
                    <a:pt x="149" y="34"/>
                  </a:lnTo>
                  <a:lnTo>
                    <a:pt x="127" y="51"/>
                  </a:lnTo>
                  <a:lnTo>
                    <a:pt x="107" y="74"/>
                  </a:lnTo>
                  <a:lnTo>
                    <a:pt x="89" y="98"/>
                  </a:lnTo>
                  <a:lnTo>
                    <a:pt x="72" y="125"/>
                  </a:lnTo>
                  <a:lnTo>
                    <a:pt x="55" y="156"/>
                  </a:lnTo>
                  <a:lnTo>
                    <a:pt x="41" y="189"/>
                  </a:lnTo>
                  <a:lnTo>
                    <a:pt x="30" y="223"/>
                  </a:lnTo>
                  <a:lnTo>
                    <a:pt x="19" y="261"/>
                  </a:lnTo>
                  <a:lnTo>
                    <a:pt x="11" y="299"/>
                  </a:lnTo>
                  <a:lnTo>
                    <a:pt x="5" y="339"/>
                  </a:lnTo>
                  <a:lnTo>
                    <a:pt x="1" y="382"/>
                  </a:lnTo>
                  <a:lnTo>
                    <a:pt x="0" y="424"/>
                  </a:lnTo>
                  <a:lnTo>
                    <a:pt x="12" y="424"/>
                  </a:lnTo>
                  <a:lnTo>
                    <a:pt x="13" y="382"/>
                  </a:lnTo>
                  <a:lnTo>
                    <a:pt x="17" y="341"/>
                  </a:lnTo>
                  <a:lnTo>
                    <a:pt x="23" y="301"/>
                  </a:lnTo>
                  <a:lnTo>
                    <a:pt x="31" y="264"/>
                  </a:lnTo>
                  <a:lnTo>
                    <a:pt x="41" y="227"/>
                  </a:lnTo>
                  <a:lnTo>
                    <a:pt x="53" y="193"/>
                  </a:lnTo>
                  <a:lnTo>
                    <a:pt x="67" y="160"/>
                  </a:lnTo>
                  <a:lnTo>
                    <a:pt x="81" y="132"/>
                  </a:lnTo>
                  <a:lnTo>
                    <a:pt x="99" y="105"/>
                  </a:lnTo>
                  <a:lnTo>
                    <a:pt x="116" y="81"/>
                  </a:lnTo>
                  <a:lnTo>
                    <a:pt x="136" y="61"/>
                  </a:lnTo>
                  <a:lnTo>
                    <a:pt x="156" y="43"/>
                  </a:lnTo>
                  <a:lnTo>
                    <a:pt x="178" y="30"/>
                  </a:lnTo>
                  <a:lnTo>
                    <a:pt x="199" y="20"/>
                  </a:lnTo>
                  <a:lnTo>
                    <a:pt x="222"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sp>
        <p:nvSpPr>
          <p:cNvPr id="72712" name="Rectangle 77"/>
          <p:cNvSpPr>
            <a:spLocks noChangeArrowheads="1"/>
          </p:cNvSpPr>
          <p:nvPr/>
        </p:nvSpPr>
        <p:spPr bwMode="auto">
          <a:xfrm>
            <a:off x="611188" y="0"/>
            <a:ext cx="6388100" cy="6477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3000"/>
              <a:t>Sem. 1 - Mercredi</a:t>
            </a:r>
          </a:p>
        </p:txBody>
      </p:sp>
      <p:sp>
        <p:nvSpPr>
          <p:cNvPr id="72713" name="Text Box 78"/>
          <p:cNvSpPr txBox="1">
            <a:spLocks noChangeArrowheads="1"/>
          </p:cNvSpPr>
          <p:nvPr/>
        </p:nvSpPr>
        <p:spPr bwMode="auto">
          <a:xfrm>
            <a:off x="566738" y="2697163"/>
            <a:ext cx="3217862"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2. Pas de commandes</a:t>
            </a:r>
          </a:p>
        </p:txBody>
      </p:sp>
      <p:sp>
        <p:nvSpPr>
          <p:cNvPr id="72714" name="Text Box 79"/>
          <p:cNvSpPr txBox="1">
            <a:spLocks noChangeArrowheads="1"/>
          </p:cNvSpPr>
          <p:nvPr/>
        </p:nvSpPr>
        <p:spPr bwMode="auto">
          <a:xfrm>
            <a:off x="566738" y="5211763"/>
            <a:ext cx="6543675" cy="4429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eaLnBrk="1" hangingPunct="1">
              <a:spcBef>
                <a:spcPct val="0"/>
              </a:spcBef>
              <a:buFontTx/>
              <a:buNone/>
            </a:pPr>
            <a:r>
              <a:rPr lang="fr-FR" altLang="fr-FR" sz="2300"/>
              <a:t>4. Pointez la production sur votre feuille de suivi</a:t>
            </a:r>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73730" name="Group 2"/>
          <p:cNvGrpSpPr>
            <a:grpSpLocks/>
          </p:cNvGrpSpPr>
          <p:nvPr/>
        </p:nvGrpSpPr>
        <p:grpSpPr bwMode="auto">
          <a:xfrm>
            <a:off x="7073900" y="215900"/>
            <a:ext cx="1878013" cy="1250950"/>
            <a:chOff x="4456" y="136"/>
            <a:chExt cx="1183" cy="788"/>
          </a:xfrm>
        </p:grpSpPr>
        <p:grpSp>
          <p:nvGrpSpPr>
            <p:cNvPr id="73790" name="Group 3"/>
            <p:cNvGrpSpPr>
              <a:grpSpLocks/>
            </p:cNvGrpSpPr>
            <p:nvPr/>
          </p:nvGrpSpPr>
          <p:grpSpPr bwMode="auto">
            <a:xfrm>
              <a:off x="4766" y="232"/>
              <a:ext cx="873" cy="692"/>
              <a:chOff x="2185" y="310"/>
              <a:chExt cx="873" cy="692"/>
            </a:xfrm>
          </p:grpSpPr>
          <p:sp>
            <p:nvSpPr>
              <p:cNvPr id="73801" name="Freeform 4"/>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accent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3802" name="Freeform 5"/>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3803" name="Freeform 6"/>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3804" name="Freeform 7"/>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3805" name="Freeform 8"/>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3806" name="Freeform 9"/>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3807" name="Freeform 10"/>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grpSp>
          <p:nvGrpSpPr>
            <p:cNvPr id="73791" name="Group 11"/>
            <p:cNvGrpSpPr>
              <a:grpSpLocks/>
            </p:cNvGrpSpPr>
            <p:nvPr/>
          </p:nvGrpSpPr>
          <p:grpSpPr bwMode="auto">
            <a:xfrm>
              <a:off x="4949" y="336"/>
              <a:ext cx="591" cy="468"/>
              <a:chOff x="2185" y="310"/>
              <a:chExt cx="873" cy="692"/>
            </a:xfrm>
          </p:grpSpPr>
          <p:sp>
            <p:nvSpPr>
              <p:cNvPr id="73794" name="Freeform 12"/>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3795" name="Freeform 13"/>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3796" name="Freeform 14"/>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3797" name="Freeform 15"/>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3798" name="Freeform 16"/>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3799" name="Freeform 17"/>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3800" name="Freeform 18"/>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pic>
          <p:nvPicPr>
            <p:cNvPr id="73792" name="Picture 19"/>
            <p:cNvPicPr>
              <a:picLocks noChangeAspect="1" noChangeArrowheads="1"/>
            </p:cNvPicPr>
            <p:nvPr/>
          </p:nvPicPr>
          <p:blipFill>
            <a:blip r:embed="rId3" cstate="print">
              <a:extLst>
                <a:ext uri="{28A0092B-C50C-407E-A947-70E740481C1C}">
                  <a14:useLocalDpi xmlns:a14="http://schemas.microsoft.com/office/drawing/2010/main" val="0"/>
                </a:ext>
              </a:extLst>
            </a:blip>
            <a:srcRect l="-4282" t="-4369" r="-5199" b="-12012"/>
            <a:stretch>
              <a:fillRect/>
            </a:stretch>
          </p:blipFill>
          <p:spPr bwMode="auto">
            <a:xfrm>
              <a:off x="4456" y="136"/>
              <a:ext cx="480" cy="5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73793" name="Text Box 20"/>
            <p:cNvSpPr txBox="1">
              <a:spLocks noChangeArrowheads="1"/>
            </p:cNvSpPr>
            <p:nvPr/>
          </p:nvSpPr>
          <p:spPr bwMode="auto">
            <a:xfrm>
              <a:off x="4946" y="314"/>
              <a:ext cx="596" cy="49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4500" b="1">
                  <a:solidFill>
                    <a:srgbClr val="FF0000"/>
                  </a:solidFill>
                  <a:latin typeface="Arial Black" pitchFamily="34" charset="0"/>
                </a:rPr>
                <a:t>23</a:t>
              </a:r>
              <a:endParaRPr lang="fr-FR" altLang="fr-FR" sz="3200">
                <a:solidFill>
                  <a:schemeClr val="tx1"/>
                </a:solidFill>
                <a:latin typeface="Arial Black" pitchFamily="34" charset="0"/>
              </a:endParaRPr>
            </a:p>
          </p:txBody>
        </p:sp>
      </p:grpSp>
      <p:sp>
        <p:nvSpPr>
          <p:cNvPr id="73732" name="Text Box 22"/>
          <p:cNvSpPr txBox="1">
            <a:spLocks noChangeArrowheads="1"/>
          </p:cNvSpPr>
          <p:nvPr/>
        </p:nvSpPr>
        <p:spPr bwMode="auto">
          <a:xfrm>
            <a:off x="566738" y="1363663"/>
            <a:ext cx="1946275"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1. Tirez le dé</a:t>
            </a:r>
          </a:p>
        </p:txBody>
      </p:sp>
      <p:sp>
        <p:nvSpPr>
          <p:cNvPr id="73733" name="Text Box 23"/>
          <p:cNvSpPr txBox="1">
            <a:spLocks noChangeArrowheads="1"/>
          </p:cNvSpPr>
          <p:nvPr/>
        </p:nvSpPr>
        <p:spPr bwMode="auto">
          <a:xfrm>
            <a:off x="566738" y="3935413"/>
            <a:ext cx="18796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3. Produisez</a:t>
            </a:r>
          </a:p>
        </p:txBody>
      </p:sp>
      <p:grpSp>
        <p:nvGrpSpPr>
          <p:cNvPr id="73734" name="Group 24"/>
          <p:cNvGrpSpPr>
            <a:grpSpLocks/>
          </p:cNvGrpSpPr>
          <p:nvPr/>
        </p:nvGrpSpPr>
        <p:grpSpPr bwMode="auto">
          <a:xfrm>
            <a:off x="2986088" y="1306513"/>
            <a:ext cx="446087" cy="534987"/>
            <a:chOff x="868" y="1439"/>
            <a:chExt cx="811" cy="972"/>
          </a:xfrm>
        </p:grpSpPr>
        <p:sp>
          <p:nvSpPr>
            <p:cNvPr id="73739" name="Freeform 25"/>
            <p:cNvSpPr>
              <a:spLocks/>
            </p:cNvSpPr>
            <p:nvPr/>
          </p:nvSpPr>
          <p:spPr bwMode="auto">
            <a:xfrm>
              <a:off x="1548" y="2014"/>
              <a:ext cx="123" cy="100"/>
            </a:xfrm>
            <a:custGeom>
              <a:avLst/>
              <a:gdLst>
                <a:gd name="T0" fmla="*/ 5 w 618"/>
                <a:gd name="T1" fmla="*/ 0 h 502"/>
                <a:gd name="T2" fmla="*/ 5 w 618"/>
                <a:gd name="T3" fmla="*/ 0 h 502"/>
                <a:gd name="T4" fmla="*/ 0 w 618"/>
                <a:gd name="T5" fmla="*/ 4 h 502"/>
                <a:gd name="T6" fmla="*/ 0 w 618"/>
                <a:gd name="T7" fmla="*/ 4 h 502"/>
                <a:gd name="T8" fmla="*/ 5 w 618"/>
                <a:gd name="T9" fmla="*/ 0 h 502"/>
                <a:gd name="T10" fmla="*/ 5 w 618"/>
                <a:gd name="T11" fmla="*/ 0 h 502"/>
                <a:gd name="T12" fmla="*/ 5 w 618"/>
                <a:gd name="T13" fmla="*/ 0 h 502"/>
                <a:gd name="T14" fmla="*/ 5 w 618"/>
                <a:gd name="T15" fmla="*/ 0 h 502"/>
                <a:gd name="T16" fmla="*/ 5 w 618"/>
                <a:gd name="T17" fmla="*/ 0 h 502"/>
                <a:gd name="T18" fmla="*/ 5 w 618"/>
                <a:gd name="T19" fmla="*/ 0 h 502"/>
                <a:gd name="T20" fmla="*/ 5 w 618"/>
                <a:gd name="T21" fmla="*/ 0 h 502"/>
                <a:gd name="T22" fmla="*/ 5 w 618"/>
                <a:gd name="T23" fmla="*/ 0 h 502"/>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618"/>
                <a:gd name="T37" fmla="*/ 0 h 502"/>
                <a:gd name="T38" fmla="*/ 618 w 618"/>
                <a:gd name="T39" fmla="*/ 502 h 502"/>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618" h="502">
                  <a:moveTo>
                    <a:pt x="611" y="0"/>
                  </a:moveTo>
                  <a:lnTo>
                    <a:pt x="606" y="2"/>
                  </a:lnTo>
                  <a:lnTo>
                    <a:pt x="0" y="490"/>
                  </a:lnTo>
                  <a:lnTo>
                    <a:pt x="10" y="502"/>
                  </a:lnTo>
                  <a:lnTo>
                    <a:pt x="616" y="14"/>
                  </a:lnTo>
                  <a:lnTo>
                    <a:pt x="611" y="16"/>
                  </a:lnTo>
                  <a:lnTo>
                    <a:pt x="616" y="14"/>
                  </a:lnTo>
                  <a:lnTo>
                    <a:pt x="618" y="9"/>
                  </a:lnTo>
                  <a:lnTo>
                    <a:pt x="617" y="3"/>
                  </a:lnTo>
                  <a:lnTo>
                    <a:pt x="612" y="1"/>
                  </a:lnTo>
                  <a:lnTo>
                    <a:pt x="606" y="2"/>
                  </a:lnTo>
                  <a:lnTo>
                    <a:pt x="611"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3740" name="Freeform 26"/>
            <p:cNvSpPr>
              <a:spLocks/>
            </p:cNvSpPr>
            <p:nvPr/>
          </p:nvSpPr>
          <p:spPr bwMode="auto">
            <a:xfrm>
              <a:off x="876" y="1852"/>
              <a:ext cx="82" cy="373"/>
            </a:xfrm>
            <a:custGeom>
              <a:avLst/>
              <a:gdLst>
                <a:gd name="T0" fmla="*/ 3 w 413"/>
                <a:gd name="T1" fmla="*/ 15 h 1865"/>
                <a:gd name="T2" fmla="*/ 3 w 413"/>
                <a:gd name="T3" fmla="*/ 15 h 1865"/>
                <a:gd name="T4" fmla="*/ 0 w 413"/>
                <a:gd name="T5" fmla="*/ 0 h 1865"/>
                <a:gd name="T6" fmla="*/ 0 w 413"/>
                <a:gd name="T7" fmla="*/ 0 h 1865"/>
                <a:gd name="T8" fmla="*/ 3 w 413"/>
                <a:gd name="T9" fmla="*/ 15 h 1865"/>
                <a:gd name="T10" fmla="*/ 3 w 413"/>
                <a:gd name="T11" fmla="*/ 15 h 1865"/>
                <a:gd name="T12" fmla="*/ 3 w 413"/>
                <a:gd name="T13" fmla="*/ 15 h 1865"/>
                <a:gd name="T14" fmla="*/ 3 w 413"/>
                <a:gd name="T15" fmla="*/ 15 h 1865"/>
                <a:gd name="T16" fmla="*/ 3 w 413"/>
                <a:gd name="T17" fmla="*/ 15 h 1865"/>
                <a:gd name="T18" fmla="*/ 3 w 413"/>
                <a:gd name="T19" fmla="*/ 15 h 1865"/>
                <a:gd name="T20" fmla="*/ 3 w 413"/>
                <a:gd name="T21" fmla="*/ 15 h 1865"/>
                <a:gd name="T22" fmla="*/ 3 w 413"/>
                <a:gd name="T23" fmla="*/ 15 h 186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413"/>
                <a:gd name="T37" fmla="*/ 0 h 1865"/>
                <a:gd name="T38" fmla="*/ 413 w 413"/>
                <a:gd name="T39" fmla="*/ 1865 h 1865"/>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413" h="1865">
                  <a:moveTo>
                    <a:pt x="400" y="1864"/>
                  </a:moveTo>
                  <a:lnTo>
                    <a:pt x="413" y="1856"/>
                  </a:lnTo>
                  <a:lnTo>
                    <a:pt x="17" y="0"/>
                  </a:lnTo>
                  <a:lnTo>
                    <a:pt x="0" y="2"/>
                  </a:lnTo>
                  <a:lnTo>
                    <a:pt x="396" y="1858"/>
                  </a:lnTo>
                  <a:lnTo>
                    <a:pt x="409" y="1850"/>
                  </a:lnTo>
                  <a:lnTo>
                    <a:pt x="396" y="1858"/>
                  </a:lnTo>
                  <a:lnTo>
                    <a:pt x="400" y="1864"/>
                  </a:lnTo>
                  <a:lnTo>
                    <a:pt x="406" y="1865"/>
                  </a:lnTo>
                  <a:lnTo>
                    <a:pt x="410" y="1862"/>
                  </a:lnTo>
                  <a:lnTo>
                    <a:pt x="413" y="1856"/>
                  </a:lnTo>
                  <a:lnTo>
                    <a:pt x="400" y="186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3741" name="Freeform 27"/>
            <p:cNvSpPr>
              <a:spLocks/>
            </p:cNvSpPr>
            <p:nvPr/>
          </p:nvSpPr>
          <p:spPr bwMode="auto">
            <a:xfrm>
              <a:off x="1282" y="1533"/>
              <a:ext cx="35" cy="161"/>
            </a:xfrm>
            <a:custGeom>
              <a:avLst/>
              <a:gdLst>
                <a:gd name="T0" fmla="*/ 1 w 175"/>
                <a:gd name="T1" fmla="*/ 6 h 807"/>
                <a:gd name="T2" fmla="*/ 1 w 175"/>
                <a:gd name="T3" fmla="*/ 6 h 807"/>
                <a:gd name="T4" fmla="*/ 1 w 175"/>
                <a:gd name="T5" fmla="*/ 6 h 807"/>
                <a:gd name="T6" fmla="*/ 1 w 175"/>
                <a:gd name="T7" fmla="*/ 5 h 807"/>
                <a:gd name="T8" fmla="*/ 1 w 175"/>
                <a:gd name="T9" fmla="*/ 5 h 807"/>
                <a:gd name="T10" fmla="*/ 1 w 175"/>
                <a:gd name="T11" fmla="*/ 5 h 807"/>
                <a:gd name="T12" fmla="*/ 1 w 175"/>
                <a:gd name="T13" fmla="*/ 4 h 807"/>
                <a:gd name="T14" fmla="*/ 1 w 175"/>
                <a:gd name="T15" fmla="*/ 4 h 807"/>
                <a:gd name="T16" fmla="*/ 1 w 175"/>
                <a:gd name="T17" fmla="*/ 3 h 807"/>
                <a:gd name="T18" fmla="*/ 1 w 175"/>
                <a:gd name="T19" fmla="*/ 3 h 807"/>
                <a:gd name="T20" fmla="*/ 1 w 175"/>
                <a:gd name="T21" fmla="*/ 3 h 807"/>
                <a:gd name="T22" fmla="*/ 1 w 175"/>
                <a:gd name="T23" fmla="*/ 2 h 807"/>
                <a:gd name="T24" fmla="*/ 1 w 175"/>
                <a:gd name="T25" fmla="*/ 2 h 807"/>
                <a:gd name="T26" fmla="*/ 1 w 175"/>
                <a:gd name="T27" fmla="*/ 2 h 807"/>
                <a:gd name="T28" fmla="*/ 1 w 175"/>
                <a:gd name="T29" fmla="*/ 1 h 807"/>
                <a:gd name="T30" fmla="*/ 1 w 175"/>
                <a:gd name="T31" fmla="*/ 1 h 807"/>
                <a:gd name="T32" fmla="*/ 1 w 175"/>
                <a:gd name="T33" fmla="*/ 1 h 807"/>
                <a:gd name="T34" fmla="*/ 1 w 175"/>
                <a:gd name="T35" fmla="*/ 0 h 807"/>
                <a:gd name="T36" fmla="*/ 1 w 175"/>
                <a:gd name="T37" fmla="*/ 0 h 807"/>
                <a:gd name="T38" fmla="*/ 1 w 175"/>
                <a:gd name="T39" fmla="*/ 0 h 807"/>
                <a:gd name="T40" fmla="*/ 0 w 175"/>
                <a:gd name="T41" fmla="*/ 1 h 807"/>
                <a:gd name="T42" fmla="*/ 0 w 175"/>
                <a:gd name="T43" fmla="*/ 1 h 807"/>
                <a:gd name="T44" fmla="*/ 0 w 175"/>
                <a:gd name="T45" fmla="*/ 1 h 807"/>
                <a:gd name="T46" fmla="*/ 0 w 175"/>
                <a:gd name="T47" fmla="*/ 2 h 807"/>
                <a:gd name="T48" fmla="*/ 0 w 175"/>
                <a:gd name="T49" fmla="*/ 2 h 807"/>
                <a:gd name="T50" fmla="*/ 0 w 175"/>
                <a:gd name="T51" fmla="*/ 3 h 807"/>
                <a:gd name="T52" fmla="*/ 0 w 175"/>
                <a:gd name="T53" fmla="*/ 3 h 807"/>
                <a:gd name="T54" fmla="*/ 0 w 175"/>
                <a:gd name="T55" fmla="*/ 3 h 807"/>
                <a:gd name="T56" fmla="*/ 0 w 175"/>
                <a:gd name="T57" fmla="*/ 4 h 807"/>
                <a:gd name="T58" fmla="*/ 0 w 175"/>
                <a:gd name="T59" fmla="*/ 4 h 807"/>
                <a:gd name="T60" fmla="*/ 0 w 175"/>
                <a:gd name="T61" fmla="*/ 5 h 807"/>
                <a:gd name="T62" fmla="*/ 0 w 175"/>
                <a:gd name="T63" fmla="*/ 5 h 807"/>
                <a:gd name="T64" fmla="*/ 0 w 175"/>
                <a:gd name="T65" fmla="*/ 5 h 807"/>
                <a:gd name="T66" fmla="*/ 1 w 175"/>
                <a:gd name="T67" fmla="*/ 6 h 807"/>
                <a:gd name="T68" fmla="*/ 1 w 175"/>
                <a:gd name="T69" fmla="*/ 6 h 807"/>
                <a:gd name="T70" fmla="*/ 1 w 175"/>
                <a:gd name="T71" fmla="*/ 6 h 807"/>
                <a:gd name="T72" fmla="*/ 1 w 175"/>
                <a:gd name="T73" fmla="*/ 6 h 807"/>
                <a:gd name="T74" fmla="*/ 1 w 175"/>
                <a:gd name="T75" fmla="*/ 6 h 807"/>
                <a:gd name="T76" fmla="*/ 1 w 175"/>
                <a:gd name="T77" fmla="*/ 6 h 807"/>
                <a:gd name="T78" fmla="*/ 1 w 175"/>
                <a:gd name="T79" fmla="*/ 6 h 807"/>
                <a:gd name="T80" fmla="*/ 1 w 175"/>
                <a:gd name="T81" fmla="*/ 6 h 807"/>
                <a:gd name="T82" fmla="*/ 1 w 175"/>
                <a:gd name="T83" fmla="*/ 6 h 807"/>
                <a:gd name="T84" fmla="*/ 1 w 175"/>
                <a:gd name="T85" fmla="*/ 6 h 807"/>
                <a:gd name="T86" fmla="*/ 1 w 175"/>
                <a:gd name="T87" fmla="*/ 6 h 807"/>
                <a:gd name="T88" fmla="*/ 1 w 175"/>
                <a:gd name="T89" fmla="*/ 6 h 807"/>
                <a:gd name="T90" fmla="*/ 1 w 175"/>
                <a:gd name="T91" fmla="*/ 6 h 80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175"/>
                <a:gd name="T139" fmla="*/ 0 h 807"/>
                <a:gd name="T140" fmla="*/ 175 w 175"/>
                <a:gd name="T141" fmla="*/ 807 h 80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175" h="807">
                  <a:moveTo>
                    <a:pt x="169" y="740"/>
                  </a:moveTo>
                  <a:lnTo>
                    <a:pt x="169" y="739"/>
                  </a:lnTo>
                  <a:lnTo>
                    <a:pt x="149" y="698"/>
                  </a:lnTo>
                  <a:lnTo>
                    <a:pt x="133" y="656"/>
                  </a:lnTo>
                  <a:lnTo>
                    <a:pt x="120" y="611"/>
                  </a:lnTo>
                  <a:lnTo>
                    <a:pt x="108" y="565"/>
                  </a:lnTo>
                  <a:lnTo>
                    <a:pt x="100" y="520"/>
                  </a:lnTo>
                  <a:lnTo>
                    <a:pt x="96" y="472"/>
                  </a:lnTo>
                  <a:lnTo>
                    <a:pt x="93" y="425"/>
                  </a:lnTo>
                  <a:lnTo>
                    <a:pt x="93" y="377"/>
                  </a:lnTo>
                  <a:lnTo>
                    <a:pt x="96" y="330"/>
                  </a:lnTo>
                  <a:lnTo>
                    <a:pt x="100" y="283"/>
                  </a:lnTo>
                  <a:lnTo>
                    <a:pt x="106" y="238"/>
                  </a:lnTo>
                  <a:lnTo>
                    <a:pt x="115" y="195"/>
                  </a:lnTo>
                  <a:lnTo>
                    <a:pt x="126" y="153"/>
                  </a:lnTo>
                  <a:lnTo>
                    <a:pt x="139" y="114"/>
                  </a:lnTo>
                  <a:lnTo>
                    <a:pt x="153" y="77"/>
                  </a:lnTo>
                  <a:lnTo>
                    <a:pt x="169" y="43"/>
                  </a:lnTo>
                  <a:lnTo>
                    <a:pt x="87" y="0"/>
                  </a:lnTo>
                  <a:lnTo>
                    <a:pt x="69" y="39"/>
                  </a:lnTo>
                  <a:lnTo>
                    <a:pt x="52" y="81"/>
                  </a:lnTo>
                  <a:lnTo>
                    <a:pt x="37" y="127"/>
                  </a:lnTo>
                  <a:lnTo>
                    <a:pt x="24" y="174"/>
                  </a:lnTo>
                  <a:lnTo>
                    <a:pt x="15" y="222"/>
                  </a:lnTo>
                  <a:lnTo>
                    <a:pt x="7" y="271"/>
                  </a:lnTo>
                  <a:lnTo>
                    <a:pt x="2" y="323"/>
                  </a:lnTo>
                  <a:lnTo>
                    <a:pt x="0" y="374"/>
                  </a:lnTo>
                  <a:lnTo>
                    <a:pt x="0" y="427"/>
                  </a:lnTo>
                  <a:lnTo>
                    <a:pt x="2" y="479"/>
                  </a:lnTo>
                  <a:lnTo>
                    <a:pt x="9" y="531"/>
                  </a:lnTo>
                  <a:lnTo>
                    <a:pt x="17" y="584"/>
                  </a:lnTo>
                  <a:lnTo>
                    <a:pt x="29" y="635"/>
                  </a:lnTo>
                  <a:lnTo>
                    <a:pt x="44" y="686"/>
                  </a:lnTo>
                  <a:lnTo>
                    <a:pt x="65" y="736"/>
                  </a:lnTo>
                  <a:lnTo>
                    <a:pt x="87" y="784"/>
                  </a:lnTo>
                  <a:lnTo>
                    <a:pt x="87" y="782"/>
                  </a:lnTo>
                  <a:lnTo>
                    <a:pt x="87" y="784"/>
                  </a:lnTo>
                  <a:lnTo>
                    <a:pt x="100" y="799"/>
                  </a:lnTo>
                  <a:lnTo>
                    <a:pt x="117" y="807"/>
                  </a:lnTo>
                  <a:lnTo>
                    <a:pt x="134" y="807"/>
                  </a:lnTo>
                  <a:lnTo>
                    <a:pt x="151" y="801"/>
                  </a:lnTo>
                  <a:lnTo>
                    <a:pt x="164" y="791"/>
                  </a:lnTo>
                  <a:lnTo>
                    <a:pt x="173" y="777"/>
                  </a:lnTo>
                  <a:lnTo>
                    <a:pt x="175" y="759"/>
                  </a:lnTo>
                  <a:lnTo>
                    <a:pt x="169" y="739"/>
                  </a:lnTo>
                  <a:lnTo>
                    <a:pt x="169" y="74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3742" name="Freeform 28"/>
            <p:cNvSpPr>
              <a:spLocks/>
            </p:cNvSpPr>
            <p:nvPr/>
          </p:nvSpPr>
          <p:spPr bwMode="auto">
            <a:xfrm>
              <a:off x="1299" y="1681"/>
              <a:ext cx="157" cy="281"/>
            </a:xfrm>
            <a:custGeom>
              <a:avLst/>
              <a:gdLst>
                <a:gd name="T0" fmla="*/ 6 w 787"/>
                <a:gd name="T1" fmla="*/ 11 h 1404"/>
                <a:gd name="T2" fmla="*/ 6 w 787"/>
                <a:gd name="T3" fmla="*/ 11 h 1404"/>
                <a:gd name="T4" fmla="*/ 1 w 787"/>
                <a:gd name="T5" fmla="*/ 0 h 1404"/>
                <a:gd name="T6" fmla="*/ 0 w 787"/>
                <a:gd name="T7" fmla="*/ 0 h 1404"/>
                <a:gd name="T8" fmla="*/ 6 w 787"/>
                <a:gd name="T9" fmla="*/ 11 h 1404"/>
                <a:gd name="T10" fmla="*/ 6 w 787"/>
                <a:gd name="T11" fmla="*/ 11 h 1404"/>
                <a:gd name="T12" fmla="*/ 6 w 787"/>
                <a:gd name="T13" fmla="*/ 11 h 1404"/>
                <a:gd name="T14" fmla="*/ 6 w 787"/>
                <a:gd name="T15" fmla="*/ 11 h 1404"/>
                <a:gd name="T16" fmla="*/ 6 w 787"/>
                <a:gd name="T17" fmla="*/ 11 h 1404"/>
                <a:gd name="T18" fmla="*/ 6 w 787"/>
                <a:gd name="T19" fmla="*/ 11 h 1404"/>
                <a:gd name="T20" fmla="*/ 6 w 787"/>
                <a:gd name="T21" fmla="*/ 11 h 1404"/>
                <a:gd name="T22" fmla="*/ 6 w 787"/>
                <a:gd name="T23" fmla="*/ 11 h 1404"/>
                <a:gd name="T24" fmla="*/ 6 w 787"/>
                <a:gd name="T25" fmla="*/ 11 h 1404"/>
                <a:gd name="T26" fmla="*/ 6 w 787"/>
                <a:gd name="T27" fmla="*/ 11 h 1404"/>
                <a:gd name="T28" fmla="*/ 6 w 787"/>
                <a:gd name="T29" fmla="*/ 11 h 1404"/>
                <a:gd name="T30" fmla="*/ 6 w 787"/>
                <a:gd name="T31" fmla="*/ 11 h 1404"/>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787"/>
                <a:gd name="T49" fmla="*/ 0 h 1404"/>
                <a:gd name="T50" fmla="*/ 787 w 787"/>
                <a:gd name="T51" fmla="*/ 1404 h 1404"/>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787" h="1404">
                  <a:moveTo>
                    <a:pt x="781" y="1334"/>
                  </a:moveTo>
                  <a:lnTo>
                    <a:pt x="781" y="1337"/>
                  </a:lnTo>
                  <a:lnTo>
                    <a:pt x="82" y="0"/>
                  </a:lnTo>
                  <a:lnTo>
                    <a:pt x="0" y="42"/>
                  </a:lnTo>
                  <a:lnTo>
                    <a:pt x="699" y="1379"/>
                  </a:lnTo>
                  <a:lnTo>
                    <a:pt x="699" y="1381"/>
                  </a:lnTo>
                  <a:lnTo>
                    <a:pt x="699" y="1379"/>
                  </a:lnTo>
                  <a:lnTo>
                    <a:pt x="712" y="1395"/>
                  </a:lnTo>
                  <a:lnTo>
                    <a:pt x="727" y="1402"/>
                  </a:lnTo>
                  <a:lnTo>
                    <a:pt x="744" y="1404"/>
                  </a:lnTo>
                  <a:lnTo>
                    <a:pt x="761" y="1398"/>
                  </a:lnTo>
                  <a:lnTo>
                    <a:pt x="775" y="1388"/>
                  </a:lnTo>
                  <a:lnTo>
                    <a:pt x="784" y="1373"/>
                  </a:lnTo>
                  <a:lnTo>
                    <a:pt x="787" y="1357"/>
                  </a:lnTo>
                  <a:lnTo>
                    <a:pt x="781" y="1337"/>
                  </a:lnTo>
                  <a:lnTo>
                    <a:pt x="781" y="13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3743" name="Freeform 29"/>
            <p:cNvSpPr>
              <a:spLocks/>
            </p:cNvSpPr>
            <p:nvPr/>
          </p:nvSpPr>
          <p:spPr bwMode="auto">
            <a:xfrm>
              <a:off x="1439" y="1948"/>
              <a:ext cx="125" cy="76"/>
            </a:xfrm>
            <a:custGeom>
              <a:avLst/>
              <a:gdLst>
                <a:gd name="T0" fmla="*/ 5 w 628"/>
                <a:gd name="T1" fmla="*/ 2 h 383"/>
                <a:gd name="T2" fmla="*/ 5 w 628"/>
                <a:gd name="T3" fmla="*/ 2 h 383"/>
                <a:gd name="T4" fmla="*/ 4 w 628"/>
                <a:gd name="T5" fmla="*/ 2 h 383"/>
                <a:gd name="T6" fmla="*/ 4 w 628"/>
                <a:gd name="T7" fmla="*/ 2 h 383"/>
                <a:gd name="T8" fmla="*/ 4 w 628"/>
                <a:gd name="T9" fmla="*/ 2 h 383"/>
                <a:gd name="T10" fmla="*/ 3 w 628"/>
                <a:gd name="T11" fmla="*/ 2 h 383"/>
                <a:gd name="T12" fmla="*/ 3 w 628"/>
                <a:gd name="T13" fmla="*/ 2 h 383"/>
                <a:gd name="T14" fmla="*/ 3 w 628"/>
                <a:gd name="T15" fmla="*/ 2 h 383"/>
                <a:gd name="T16" fmla="*/ 3 w 628"/>
                <a:gd name="T17" fmla="*/ 2 h 383"/>
                <a:gd name="T18" fmla="*/ 2 w 628"/>
                <a:gd name="T19" fmla="*/ 2 h 383"/>
                <a:gd name="T20" fmla="*/ 2 w 628"/>
                <a:gd name="T21" fmla="*/ 2 h 383"/>
                <a:gd name="T22" fmla="*/ 2 w 628"/>
                <a:gd name="T23" fmla="*/ 1 h 383"/>
                <a:gd name="T24" fmla="*/ 2 w 628"/>
                <a:gd name="T25" fmla="*/ 1 h 383"/>
                <a:gd name="T26" fmla="*/ 1 w 628"/>
                <a:gd name="T27" fmla="*/ 1 h 383"/>
                <a:gd name="T28" fmla="*/ 1 w 628"/>
                <a:gd name="T29" fmla="*/ 1 h 383"/>
                <a:gd name="T30" fmla="*/ 1 w 628"/>
                <a:gd name="T31" fmla="*/ 1 h 383"/>
                <a:gd name="T32" fmla="*/ 1 w 628"/>
                <a:gd name="T33" fmla="*/ 0 h 383"/>
                <a:gd name="T34" fmla="*/ 1 w 628"/>
                <a:gd name="T35" fmla="*/ 0 h 383"/>
                <a:gd name="T36" fmla="*/ 0 w 628"/>
                <a:gd name="T37" fmla="*/ 0 h 383"/>
                <a:gd name="T38" fmla="*/ 0 w 628"/>
                <a:gd name="T39" fmla="*/ 1 h 383"/>
                <a:gd name="T40" fmla="*/ 0 w 628"/>
                <a:gd name="T41" fmla="*/ 1 h 383"/>
                <a:gd name="T42" fmla="*/ 1 w 628"/>
                <a:gd name="T43" fmla="*/ 1 h 383"/>
                <a:gd name="T44" fmla="*/ 1 w 628"/>
                <a:gd name="T45" fmla="*/ 1 h 383"/>
                <a:gd name="T46" fmla="*/ 1 w 628"/>
                <a:gd name="T47" fmla="*/ 2 h 383"/>
                <a:gd name="T48" fmla="*/ 1 w 628"/>
                <a:gd name="T49" fmla="*/ 2 h 383"/>
                <a:gd name="T50" fmla="*/ 2 w 628"/>
                <a:gd name="T51" fmla="*/ 2 h 383"/>
                <a:gd name="T52" fmla="*/ 2 w 628"/>
                <a:gd name="T53" fmla="*/ 2 h 383"/>
                <a:gd name="T54" fmla="*/ 2 w 628"/>
                <a:gd name="T55" fmla="*/ 2 h 383"/>
                <a:gd name="T56" fmla="*/ 3 w 628"/>
                <a:gd name="T57" fmla="*/ 3 h 383"/>
                <a:gd name="T58" fmla="*/ 3 w 628"/>
                <a:gd name="T59" fmla="*/ 3 h 383"/>
                <a:gd name="T60" fmla="*/ 3 w 628"/>
                <a:gd name="T61" fmla="*/ 3 h 383"/>
                <a:gd name="T62" fmla="*/ 4 w 628"/>
                <a:gd name="T63" fmla="*/ 3 h 383"/>
                <a:gd name="T64" fmla="*/ 4 w 628"/>
                <a:gd name="T65" fmla="*/ 3 h 383"/>
                <a:gd name="T66" fmla="*/ 4 w 628"/>
                <a:gd name="T67" fmla="*/ 3 h 383"/>
                <a:gd name="T68" fmla="*/ 5 w 628"/>
                <a:gd name="T69" fmla="*/ 3 h 383"/>
                <a:gd name="T70" fmla="*/ 5 w 628"/>
                <a:gd name="T71" fmla="*/ 3 h 383"/>
                <a:gd name="T72" fmla="*/ 5 w 628"/>
                <a:gd name="T73" fmla="*/ 3 h 383"/>
                <a:gd name="T74" fmla="*/ 5 w 628"/>
                <a:gd name="T75" fmla="*/ 3 h 383"/>
                <a:gd name="T76" fmla="*/ 5 w 628"/>
                <a:gd name="T77" fmla="*/ 3 h 383"/>
                <a:gd name="T78" fmla="*/ 5 w 628"/>
                <a:gd name="T79" fmla="*/ 3 h 383"/>
                <a:gd name="T80" fmla="*/ 5 w 628"/>
                <a:gd name="T81" fmla="*/ 3 h 383"/>
                <a:gd name="T82" fmla="*/ 5 w 628"/>
                <a:gd name="T83" fmla="*/ 3 h 383"/>
                <a:gd name="T84" fmla="*/ 5 w 628"/>
                <a:gd name="T85" fmla="*/ 2 h 383"/>
                <a:gd name="T86" fmla="*/ 5 w 628"/>
                <a:gd name="T87" fmla="*/ 2 h 383"/>
                <a:gd name="T88" fmla="*/ 5 w 628"/>
                <a:gd name="T89" fmla="*/ 2 h 383"/>
                <a:gd name="T90" fmla="*/ 5 w 628"/>
                <a:gd name="T91" fmla="*/ 2 h 38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628"/>
                <a:gd name="T139" fmla="*/ 0 h 383"/>
                <a:gd name="T140" fmla="*/ 628 w 628"/>
                <a:gd name="T141" fmla="*/ 383 h 38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628" h="383">
                  <a:moveTo>
                    <a:pt x="581" y="289"/>
                  </a:moveTo>
                  <a:lnTo>
                    <a:pt x="582" y="289"/>
                  </a:lnTo>
                  <a:lnTo>
                    <a:pt x="541" y="287"/>
                  </a:lnTo>
                  <a:lnTo>
                    <a:pt x="500" y="283"/>
                  </a:lnTo>
                  <a:lnTo>
                    <a:pt x="462" y="276"/>
                  </a:lnTo>
                  <a:lnTo>
                    <a:pt x="424" y="268"/>
                  </a:lnTo>
                  <a:lnTo>
                    <a:pt x="389" y="255"/>
                  </a:lnTo>
                  <a:lnTo>
                    <a:pt x="352" y="242"/>
                  </a:lnTo>
                  <a:lnTo>
                    <a:pt x="320" y="227"/>
                  </a:lnTo>
                  <a:lnTo>
                    <a:pt x="287" y="209"/>
                  </a:lnTo>
                  <a:lnTo>
                    <a:pt x="255" y="189"/>
                  </a:lnTo>
                  <a:lnTo>
                    <a:pt x="226" y="168"/>
                  </a:lnTo>
                  <a:lnTo>
                    <a:pt x="198" y="145"/>
                  </a:lnTo>
                  <a:lnTo>
                    <a:pt x="172" y="119"/>
                  </a:lnTo>
                  <a:lnTo>
                    <a:pt x="146" y="92"/>
                  </a:lnTo>
                  <a:lnTo>
                    <a:pt x="122" y="64"/>
                  </a:lnTo>
                  <a:lnTo>
                    <a:pt x="100" y="33"/>
                  </a:lnTo>
                  <a:lnTo>
                    <a:pt x="82" y="0"/>
                  </a:lnTo>
                  <a:lnTo>
                    <a:pt x="0" y="47"/>
                  </a:lnTo>
                  <a:lnTo>
                    <a:pt x="23" y="85"/>
                  </a:lnTo>
                  <a:lnTo>
                    <a:pt x="49" y="120"/>
                  </a:lnTo>
                  <a:lnTo>
                    <a:pt x="76" y="153"/>
                  </a:lnTo>
                  <a:lnTo>
                    <a:pt x="104" y="185"/>
                  </a:lnTo>
                  <a:lnTo>
                    <a:pt x="137" y="215"/>
                  </a:lnTo>
                  <a:lnTo>
                    <a:pt x="170" y="241"/>
                  </a:lnTo>
                  <a:lnTo>
                    <a:pt x="204" y="267"/>
                  </a:lnTo>
                  <a:lnTo>
                    <a:pt x="240" y="289"/>
                  </a:lnTo>
                  <a:lnTo>
                    <a:pt x="277" y="309"/>
                  </a:lnTo>
                  <a:lnTo>
                    <a:pt x="317" y="329"/>
                  </a:lnTo>
                  <a:lnTo>
                    <a:pt x="358" y="344"/>
                  </a:lnTo>
                  <a:lnTo>
                    <a:pt x="400" y="357"/>
                  </a:lnTo>
                  <a:lnTo>
                    <a:pt x="444" y="367"/>
                  </a:lnTo>
                  <a:lnTo>
                    <a:pt x="488" y="374"/>
                  </a:lnTo>
                  <a:lnTo>
                    <a:pt x="534" y="380"/>
                  </a:lnTo>
                  <a:lnTo>
                    <a:pt x="580" y="383"/>
                  </a:lnTo>
                  <a:lnTo>
                    <a:pt x="581" y="383"/>
                  </a:lnTo>
                  <a:lnTo>
                    <a:pt x="580" y="383"/>
                  </a:lnTo>
                  <a:lnTo>
                    <a:pt x="600" y="379"/>
                  </a:lnTo>
                  <a:lnTo>
                    <a:pt x="615" y="369"/>
                  </a:lnTo>
                  <a:lnTo>
                    <a:pt x="624" y="353"/>
                  </a:lnTo>
                  <a:lnTo>
                    <a:pt x="628" y="337"/>
                  </a:lnTo>
                  <a:lnTo>
                    <a:pt x="625" y="319"/>
                  </a:lnTo>
                  <a:lnTo>
                    <a:pt x="617" y="304"/>
                  </a:lnTo>
                  <a:lnTo>
                    <a:pt x="602" y="294"/>
                  </a:lnTo>
                  <a:lnTo>
                    <a:pt x="582" y="289"/>
                  </a:lnTo>
                  <a:lnTo>
                    <a:pt x="581" y="28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3744" name="Freeform 30"/>
            <p:cNvSpPr>
              <a:spLocks/>
            </p:cNvSpPr>
            <p:nvPr/>
          </p:nvSpPr>
          <p:spPr bwMode="auto">
            <a:xfrm>
              <a:off x="1587" y="1880"/>
              <a:ext cx="85" cy="49"/>
            </a:xfrm>
            <a:custGeom>
              <a:avLst/>
              <a:gdLst>
                <a:gd name="T0" fmla="*/ 3 w 426"/>
                <a:gd name="T1" fmla="*/ 0 h 245"/>
                <a:gd name="T2" fmla="*/ 3 w 426"/>
                <a:gd name="T3" fmla="*/ 0 h 245"/>
                <a:gd name="T4" fmla="*/ 3 w 426"/>
                <a:gd name="T5" fmla="*/ 0 h 245"/>
                <a:gd name="T6" fmla="*/ 3 w 426"/>
                <a:gd name="T7" fmla="*/ 0 h 245"/>
                <a:gd name="T8" fmla="*/ 2 w 426"/>
                <a:gd name="T9" fmla="*/ 0 h 245"/>
                <a:gd name="T10" fmla="*/ 2 w 426"/>
                <a:gd name="T11" fmla="*/ 0 h 245"/>
                <a:gd name="T12" fmla="*/ 2 w 426"/>
                <a:gd name="T13" fmla="*/ 0 h 245"/>
                <a:gd name="T14" fmla="*/ 2 w 426"/>
                <a:gd name="T15" fmla="*/ 0 h 245"/>
                <a:gd name="T16" fmla="*/ 1 w 426"/>
                <a:gd name="T17" fmla="*/ 0 h 245"/>
                <a:gd name="T18" fmla="*/ 1 w 426"/>
                <a:gd name="T19" fmla="*/ 1 h 245"/>
                <a:gd name="T20" fmla="*/ 1 w 426"/>
                <a:gd name="T21" fmla="*/ 1 h 245"/>
                <a:gd name="T22" fmla="*/ 1 w 426"/>
                <a:gd name="T23" fmla="*/ 1 h 245"/>
                <a:gd name="T24" fmla="*/ 0 w 426"/>
                <a:gd name="T25" fmla="*/ 1 h 245"/>
                <a:gd name="T26" fmla="*/ 0 w 426"/>
                <a:gd name="T27" fmla="*/ 1 h 245"/>
                <a:gd name="T28" fmla="*/ 0 w 426"/>
                <a:gd name="T29" fmla="*/ 1 h 245"/>
                <a:gd name="T30" fmla="*/ 0 w 426"/>
                <a:gd name="T31" fmla="*/ 2 h 245"/>
                <a:gd name="T32" fmla="*/ 0 w 426"/>
                <a:gd name="T33" fmla="*/ 2 h 245"/>
                <a:gd name="T34" fmla="*/ 0 w 426"/>
                <a:gd name="T35" fmla="*/ 2 h 245"/>
                <a:gd name="T36" fmla="*/ 0 w 426"/>
                <a:gd name="T37" fmla="*/ 2 h 245"/>
                <a:gd name="T38" fmla="*/ 0 w 426"/>
                <a:gd name="T39" fmla="*/ 2 h 245"/>
                <a:gd name="T40" fmla="*/ 0 w 426"/>
                <a:gd name="T41" fmla="*/ 2 h 245"/>
                <a:gd name="T42" fmla="*/ 0 w 426"/>
                <a:gd name="T43" fmla="*/ 1 h 245"/>
                <a:gd name="T44" fmla="*/ 0 w 426"/>
                <a:gd name="T45" fmla="*/ 1 h 245"/>
                <a:gd name="T46" fmla="*/ 0 w 426"/>
                <a:gd name="T47" fmla="*/ 1 h 245"/>
                <a:gd name="T48" fmla="*/ 1 w 426"/>
                <a:gd name="T49" fmla="*/ 1 h 245"/>
                <a:gd name="T50" fmla="*/ 1 w 426"/>
                <a:gd name="T51" fmla="*/ 1 h 245"/>
                <a:gd name="T52" fmla="*/ 1 w 426"/>
                <a:gd name="T53" fmla="*/ 1 h 245"/>
                <a:gd name="T54" fmla="*/ 1 w 426"/>
                <a:gd name="T55" fmla="*/ 1 h 245"/>
                <a:gd name="T56" fmla="*/ 2 w 426"/>
                <a:gd name="T57" fmla="*/ 0 h 245"/>
                <a:gd name="T58" fmla="*/ 2 w 426"/>
                <a:gd name="T59" fmla="*/ 0 h 245"/>
                <a:gd name="T60" fmla="*/ 2 w 426"/>
                <a:gd name="T61" fmla="*/ 0 h 245"/>
                <a:gd name="T62" fmla="*/ 2 w 426"/>
                <a:gd name="T63" fmla="*/ 0 h 245"/>
                <a:gd name="T64" fmla="*/ 3 w 426"/>
                <a:gd name="T65" fmla="*/ 0 h 245"/>
                <a:gd name="T66" fmla="*/ 3 w 426"/>
                <a:gd name="T67" fmla="*/ 0 h 245"/>
                <a:gd name="T68" fmla="*/ 3 w 426"/>
                <a:gd name="T69" fmla="*/ 0 h 245"/>
                <a:gd name="T70" fmla="*/ 3 w 426"/>
                <a:gd name="T71" fmla="*/ 0 h 245"/>
                <a:gd name="T72" fmla="*/ 3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426" y="0"/>
                  </a:moveTo>
                  <a:lnTo>
                    <a:pt x="426" y="0"/>
                  </a:lnTo>
                  <a:lnTo>
                    <a:pt x="384" y="1"/>
                  </a:lnTo>
                  <a:lnTo>
                    <a:pt x="340" y="4"/>
                  </a:lnTo>
                  <a:lnTo>
                    <a:pt x="300" y="10"/>
                  </a:lnTo>
                  <a:lnTo>
                    <a:pt x="262" y="18"/>
                  </a:lnTo>
                  <a:lnTo>
                    <a:pt x="224" y="29"/>
                  </a:lnTo>
                  <a:lnTo>
                    <a:pt x="189" y="41"/>
                  </a:lnTo>
                  <a:lnTo>
                    <a:pt x="157" y="55"/>
                  </a:lnTo>
                  <a:lnTo>
                    <a:pt x="126" y="70"/>
                  </a:lnTo>
                  <a:lnTo>
                    <a:pt x="99" y="89"/>
                  </a:lnTo>
                  <a:lnTo>
                    <a:pt x="74" y="106"/>
                  </a:lnTo>
                  <a:lnTo>
                    <a:pt x="52" y="126"/>
                  </a:lnTo>
                  <a:lnTo>
                    <a:pt x="34" y="148"/>
                  </a:lnTo>
                  <a:lnTo>
                    <a:pt x="19" y="171"/>
                  </a:lnTo>
                  <a:lnTo>
                    <a:pt x="9" y="194"/>
                  </a:lnTo>
                  <a:lnTo>
                    <a:pt x="3" y="219"/>
                  </a:lnTo>
                  <a:lnTo>
                    <a:pt x="0" y="245"/>
                  </a:lnTo>
                  <a:lnTo>
                    <a:pt x="12" y="245"/>
                  </a:lnTo>
                  <a:lnTo>
                    <a:pt x="15" y="221"/>
                  </a:lnTo>
                  <a:lnTo>
                    <a:pt x="20" y="199"/>
                  </a:lnTo>
                  <a:lnTo>
                    <a:pt x="31" y="178"/>
                  </a:lnTo>
                  <a:lnTo>
                    <a:pt x="44" y="156"/>
                  </a:lnTo>
                  <a:lnTo>
                    <a:pt x="61" y="136"/>
                  </a:lnTo>
                  <a:lnTo>
                    <a:pt x="81" y="116"/>
                  </a:lnTo>
                  <a:lnTo>
                    <a:pt x="106" y="98"/>
                  </a:lnTo>
                  <a:lnTo>
                    <a:pt x="133" y="82"/>
                  </a:lnTo>
                  <a:lnTo>
                    <a:pt x="162" y="66"/>
                  </a:lnTo>
                  <a:lnTo>
                    <a:pt x="194" y="52"/>
                  </a:lnTo>
                  <a:lnTo>
                    <a:pt x="229" y="41"/>
                  </a:lnTo>
                  <a:lnTo>
                    <a:pt x="264" y="30"/>
                  </a:lnTo>
                  <a:lnTo>
                    <a:pt x="303" y="22"/>
                  </a:lnTo>
                  <a:lnTo>
                    <a:pt x="343" y="16"/>
                  </a:lnTo>
                  <a:lnTo>
                    <a:pt x="384" y="12"/>
                  </a:lnTo>
                  <a:lnTo>
                    <a:pt x="426" y="11"/>
                  </a:lnTo>
                  <a:lnTo>
                    <a:pt x="42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3745" name="Freeform 31"/>
            <p:cNvSpPr>
              <a:spLocks/>
            </p:cNvSpPr>
            <p:nvPr/>
          </p:nvSpPr>
          <p:spPr bwMode="auto">
            <a:xfrm>
              <a:off x="1587" y="1929"/>
              <a:ext cx="85" cy="49"/>
            </a:xfrm>
            <a:custGeom>
              <a:avLst/>
              <a:gdLst>
                <a:gd name="T0" fmla="*/ 0 w 426"/>
                <a:gd name="T1" fmla="*/ 0 h 245"/>
                <a:gd name="T2" fmla="*/ 0 w 426"/>
                <a:gd name="T3" fmla="*/ 0 h 245"/>
                <a:gd name="T4" fmla="*/ 0 w 426"/>
                <a:gd name="T5" fmla="*/ 0 h 245"/>
                <a:gd name="T6" fmla="*/ 0 w 426"/>
                <a:gd name="T7" fmla="*/ 0 h 245"/>
                <a:gd name="T8" fmla="*/ 0 w 426"/>
                <a:gd name="T9" fmla="*/ 1 h 245"/>
                <a:gd name="T10" fmla="*/ 0 w 426"/>
                <a:gd name="T11" fmla="*/ 1 h 245"/>
                <a:gd name="T12" fmla="*/ 0 w 426"/>
                <a:gd name="T13" fmla="*/ 1 h 245"/>
                <a:gd name="T14" fmla="*/ 1 w 426"/>
                <a:gd name="T15" fmla="*/ 1 h 245"/>
                <a:gd name="T16" fmla="*/ 1 w 426"/>
                <a:gd name="T17" fmla="*/ 1 h 245"/>
                <a:gd name="T18" fmla="*/ 1 w 426"/>
                <a:gd name="T19" fmla="*/ 1 h 245"/>
                <a:gd name="T20" fmla="*/ 1 w 426"/>
                <a:gd name="T21" fmla="*/ 2 h 245"/>
                <a:gd name="T22" fmla="*/ 2 w 426"/>
                <a:gd name="T23" fmla="*/ 2 h 245"/>
                <a:gd name="T24" fmla="*/ 2 w 426"/>
                <a:gd name="T25" fmla="*/ 2 h 245"/>
                <a:gd name="T26" fmla="*/ 2 w 426"/>
                <a:gd name="T27" fmla="*/ 2 h 245"/>
                <a:gd name="T28" fmla="*/ 2 w 426"/>
                <a:gd name="T29" fmla="*/ 2 h 245"/>
                <a:gd name="T30" fmla="*/ 3 w 426"/>
                <a:gd name="T31" fmla="*/ 2 h 245"/>
                <a:gd name="T32" fmla="*/ 3 w 426"/>
                <a:gd name="T33" fmla="*/ 2 h 245"/>
                <a:gd name="T34" fmla="*/ 3 w 426"/>
                <a:gd name="T35" fmla="*/ 2 h 245"/>
                <a:gd name="T36" fmla="*/ 3 w 426"/>
                <a:gd name="T37" fmla="*/ 2 h 245"/>
                <a:gd name="T38" fmla="*/ 3 w 426"/>
                <a:gd name="T39" fmla="*/ 2 h 245"/>
                <a:gd name="T40" fmla="*/ 3 w 426"/>
                <a:gd name="T41" fmla="*/ 2 h 245"/>
                <a:gd name="T42" fmla="*/ 2 w 426"/>
                <a:gd name="T43" fmla="*/ 2 h 245"/>
                <a:gd name="T44" fmla="*/ 2 w 426"/>
                <a:gd name="T45" fmla="*/ 2 h 245"/>
                <a:gd name="T46" fmla="*/ 2 w 426"/>
                <a:gd name="T47" fmla="*/ 2 h 245"/>
                <a:gd name="T48" fmla="*/ 2 w 426"/>
                <a:gd name="T49" fmla="*/ 2 h 245"/>
                <a:gd name="T50" fmla="*/ 1 w 426"/>
                <a:gd name="T51" fmla="*/ 1 h 245"/>
                <a:gd name="T52" fmla="*/ 1 w 426"/>
                <a:gd name="T53" fmla="*/ 1 h 245"/>
                <a:gd name="T54" fmla="*/ 1 w 426"/>
                <a:gd name="T55" fmla="*/ 1 h 245"/>
                <a:gd name="T56" fmla="*/ 1 w 426"/>
                <a:gd name="T57" fmla="*/ 1 h 245"/>
                <a:gd name="T58" fmla="*/ 0 w 426"/>
                <a:gd name="T59" fmla="*/ 1 h 245"/>
                <a:gd name="T60" fmla="*/ 0 w 426"/>
                <a:gd name="T61" fmla="*/ 1 h 245"/>
                <a:gd name="T62" fmla="*/ 0 w 426"/>
                <a:gd name="T63" fmla="*/ 1 h 245"/>
                <a:gd name="T64" fmla="*/ 0 w 426"/>
                <a:gd name="T65" fmla="*/ 0 h 245"/>
                <a:gd name="T66" fmla="*/ 0 w 426"/>
                <a:gd name="T67" fmla="*/ 0 h 245"/>
                <a:gd name="T68" fmla="*/ 0 w 426"/>
                <a:gd name="T69" fmla="*/ 0 h 245"/>
                <a:gd name="T70" fmla="*/ 0 w 426"/>
                <a:gd name="T71" fmla="*/ 0 h 245"/>
                <a:gd name="T72" fmla="*/ 0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0" y="0"/>
                  </a:moveTo>
                  <a:lnTo>
                    <a:pt x="0" y="0"/>
                  </a:lnTo>
                  <a:lnTo>
                    <a:pt x="3" y="25"/>
                  </a:lnTo>
                  <a:lnTo>
                    <a:pt x="9" y="50"/>
                  </a:lnTo>
                  <a:lnTo>
                    <a:pt x="19" y="73"/>
                  </a:lnTo>
                  <a:lnTo>
                    <a:pt x="34" y="96"/>
                  </a:lnTo>
                  <a:lnTo>
                    <a:pt x="52" y="118"/>
                  </a:lnTo>
                  <a:lnTo>
                    <a:pt x="74" y="138"/>
                  </a:lnTo>
                  <a:lnTo>
                    <a:pt x="99" y="156"/>
                  </a:lnTo>
                  <a:lnTo>
                    <a:pt x="126" y="174"/>
                  </a:lnTo>
                  <a:lnTo>
                    <a:pt x="157" y="190"/>
                  </a:lnTo>
                  <a:lnTo>
                    <a:pt x="189" y="204"/>
                  </a:lnTo>
                  <a:lnTo>
                    <a:pt x="224" y="215"/>
                  </a:lnTo>
                  <a:lnTo>
                    <a:pt x="262" y="226"/>
                  </a:lnTo>
                  <a:lnTo>
                    <a:pt x="300" y="234"/>
                  </a:lnTo>
                  <a:lnTo>
                    <a:pt x="340" y="240"/>
                  </a:lnTo>
                  <a:lnTo>
                    <a:pt x="384" y="244"/>
                  </a:lnTo>
                  <a:lnTo>
                    <a:pt x="426" y="245"/>
                  </a:lnTo>
                  <a:lnTo>
                    <a:pt x="426" y="233"/>
                  </a:lnTo>
                  <a:lnTo>
                    <a:pt x="384" y="232"/>
                  </a:lnTo>
                  <a:lnTo>
                    <a:pt x="343" y="228"/>
                  </a:lnTo>
                  <a:lnTo>
                    <a:pt x="303" y="222"/>
                  </a:lnTo>
                  <a:lnTo>
                    <a:pt x="264" y="214"/>
                  </a:lnTo>
                  <a:lnTo>
                    <a:pt x="229" y="204"/>
                  </a:lnTo>
                  <a:lnTo>
                    <a:pt x="194" y="192"/>
                  </a:lnTo>
                  <a:lnTo>
                    <a:pt x="162" y="178"/>
                  </a:lnTo>
                  <a:lnTo>
                    <a:pt x="133" y="163"/>
                  </a:lnTo>
                  <a:lnTo>
                    <a:pt x="106" y="146"/>
                  </a:lnTo>
                  <a:lnTo>
                    <a:pt x="81" y="129"/>
                  </a:lnTo>
                  <a:lnTo>
                    <a:pt x="61" y="109"/>
                  </a:lnTo>
                  <a:lnTo>
                    <a:pt x="44" y="89"/>
                  </a:lnTo>
                  <a:lnTo>
                    <a:pt x="31" y="66"/>
                  </a:lnTo>
                  <a:lnTo>
                    <a:pt x="20" y="45"/>
                  </a:lnTo>
                  <a:lnTo>
                    <a:pt x="15" y="2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3746" name="Freeform 32"/>
            <p:cNvSpPr>
              <a:spLocks/>
            </p:cNvSpPr>
            <p:nvPr/>
          </p:nvSpPr>
          <p:spPr bwMode="auto">
            <a:xfrm>
              <a:off x="878" y="1448"/>
              <a:ext cx="792" cy="954"/>
            </a:xfrm>
            <a:custGeom>
              <a:avLst/>
              <a:gdLst>
                <a:gd name="T0" fmla="*/ 13 w 3960"/>
                <a:gd name="T1" fmla="*/ 38 h 4768"/>
                <a:gd name="T2" fmla="*/ 14 w 3960"/>
                <a:gd name="T3" fmla="*/ 38 h 4768"/>
                <a:gd name="T4" fmla="*/ 15 w 3960"/>
                <a:gd name="T5" fmla="*/ 38 h 4768"/>
                <a:gd name="T6" fmla="*/ 15 w 3960"/>
                <a:gd name="T7" fmla="*/ 38 h 4768"/>
                <a:gd name="T8" fmla="*/ 16 w 3960"/>
                <a:gd name="T9" fmla="*/ 38 h 4768"/>
                <a:gd name="T10" fmla="*/ 17 w 3960"/>
                <a:gd name="T11" fmla="*/ 38 h 4768"/>
                <a:gd name="T12" fmla="*/ 17 w 3960"/>
                <a:gd name="T13" fmla="*/ 38 h 4768"/>
                <a:gd name="T14" fmla="*/ 18 w 3960"/>
                <a:gd name="T15" fmla="*/ 38 h 4768"/>
                <a:gd name="T16" fmla="*/ 18 w 3960"/>
                <a:gd name="T17" fmla="*/ 38 h 4768"/>
                <a:gd name="T18" fmla="*/ 29 w 3960"/>
                <a:gd name="T19" fmla="*/ 30 h 4768"/>
                <a:gd name="T20" fmla="*/ 30 w 3960"/>
                <a:gd name="T21" fmla="*/ 30 h 4768"/>
                <a:gd name="T22" fmla="*/ 30 w 3960"/>
                <a:gd name="T23" fmla="*/ 29 h 4768"/>
                <a:gd name="T24" fmla="*/ 31 w 3960"/>
                <a:gd name="T25" fmla="*/ 28 h 4768"/>
                <a:gd name="T26" fmla="*/ 31 w 3960"/>
                <a:gd name="T27" fmla="*/ 28 h 4768"/>
                <a:gd name="T28" fmla="*/ 31 w 3960"/>
                <a:gd name="T29" fmla="*/ 27 h 4768"/>
                <a:gd name="T30" fmla="*/ 32 w 3960"/>
                <a:gd name="T31" fmla="*/ 26 h 4768"/>
                <a:gd name="T32" fmla="*/ 32 w 3960"/>
                <a:gd name="T33" fmla="*/ 25 h 4768"/>
                <a:gd name="T34" fmla="*/ 32 w 3960"/>
                <a:gd name="T35" fmla="*/ 11 h 4768"/>
                <a:gd name="T36" fmla="*/ 32 w 3960"/>
                <a:gd name="T37" fmla="*/ 10 h 4768"/>
                <a:gd name="T38" fmla="*/ 31 w 3960"/>
                <a:gd name="T39" fmla="*/ 9 h 4768"/>
                <a:gd name="T40" fmla="*/ 31 w 3960"/>
                <a:gd name="T41" fmla="*/ 9 h 4768"/>
                <a:gd name="T42" fmla="*/ 31 w 3960"/>
                <a:gd name="T43" fmla="*/ 8 h 4768"/>
                <a:gd name="T44" fmla="*/ 31 w 3960"/>
                <a:gd name="T45" fmla="*/ 8 h 4768"/>
                <a:gd name="T46" fmla="*/ 30 w 3960"/>
                <a:gd name="T47" fmla="*/ 7 h 4768"/>
                <a:gd name="T48" fmla="*/ 30 w 3960"/>
                <a:gd name="T49" fmla="*/ 7 h 4768"/>
                <a:gd name="T50" fmla="*/ 29 w 3960"/>
                <a:gd name="T51" fmla="*/ 6 h 4768"/>
                <a:gd name="T52" fmla="*/ 19 w 3960"/>
                <a:gd name="T53" fmla="*/ 1 h 4768"/>
                <a:gd name="T54" fmla="*/ 18 w 3960"/>
                <a:gd name="T55" fmla="*/ 0 h 4768"/>
                <a:gd name="T56" fmla="*/ 17 w 3960"/>
                <a:gd name="T57" fmla="*/ 0 h 4768"/>
                <a:gd name="T58" fmla="*/ 17 w 3960"/>
                <a:gd name="T59" fmla="*/ 0 h 4768"/>
                <a:gd name="T60" fmla="*/ 16 w 3960"/>
                <a:gd name="T61" fmla="*/ 0 h 4768"/>
                <a:gd name="T62" fmla="*/ 15 w 3960"/>
                <a:gd name="T63" fmla="*/ 0 h 4768"/>
                <a:gd name="T64" fmla="*/ 14 w 3960"/>
                <a:gd name="T65" fmla="*/ 0 h 4768"/>
                <a:gd name="T66" fmla="*/ 14 w 3960"/>
                <a:gd name="T67" fmla="*/ 0 h 4768"/>
                <a:gd name="T68" fmla="*/ 2 w 3960"/>
                <a:gd name="T69" fmla="*/ 6 h 4768"/>
                <a:gd name="T70" fmla="*/ 2 w 3960"/>
                <a:gd name="T71" fmla="*/ 7 h 4768"/>
                <a:gd name="T72" fmla="*/ 1 w 3960"/>
                <a:gd name="T73" fmla="*/ 7 h 4768"/>
                <a:gd name="T74" fmla="*/ 1 w 3960"/>
                <a:gd name="T75" fmla="*/ 8 h 4768"/>
                <a:gd name="T76" fmla="*/ 1 w 3960"/>
                <a:gd name="T77" fmla="*/ 8 h 4768"/>
                <a:gd name="T78" fmla="*/ 0 w 3960"/>
                <a:gd name="T79" fmla="*/ 9 h 4768"/>
                <a:gd name="T80" fmla="*/ 0 w 3960"/>
                <a:gd name="T81" fmla="*/ 9 h 4768"/>
                <a:gd name="T82" fmla="*/ 0 w 3960"/>
                <a:gd name="T83" fmla="*/ 10 h 4768"/>
                <a:gd name="T84" fmla="*/ 0 w 3960"/>
                <a:gd name="T85" fmla="*/ 11 h 4768"/>
                <a:gd name="T86" fmla="*/ 0 w 3960"/>
                <a:gd name="T87" fmla="*/ 25 h 4768"/>
                <a:gd name="T88" fmla="*/ 0 w 3960"/>
                <a:gd name="T89" fmla="*/ 26 h 4768"/>
                <a:gd name="T90" fmla="*/ 0 w 3960"/>
                <a:gd name="T91" fmla="*/ 27 h 4768"/>
                <a:gd name="T92" fmla="*/ 1 w 3960"/>
                <a:gd name="T93" fmla="*/ 28 h 4768"/>
                <a:gd name="T94" fmla="*/ 1 w 3960"/>
                <a:gd name="T95" fmla="*/ 29 h 4768"/>
                <a:gd name="T96" fmla="*/ 1 w 3960"/>
                <a:gd name="T97" fmla="*/ 29 h 4768"/>
                <a:gd name="T98" fmla="*/ 2 w 3960"/>
                <a:gd name="T99" fmla="*/ 30 h 4768"/>
                <a:gd name="T100" fmla="*/ 3 w 3960"/>
                <a:gd name="T101" fmla="*/ 31 h 4768"/>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w 3960"/>
                <a:gd name="T154" fmla="*/ 0 h 4768"/>
                <a:gd name="T155" fmla="*/ 3960 w 3960"/>
                <a:gd name="T156" fmla="*/ 4768 h 4768"/>
              </a:gdLst>
              <a:ahLst/>
              <a:cxnLst>
                <a:cxn ang="T102">
                  <a:pos x="T0" y="T1"/>
                </a:cxn>
                <a:cxn ang="T103">
                  <a:pos x="T2" y="T3"/>
                </a:cxn>
                <a:cxn ang="T104">
                  <a:pos x="T4" y="T5"/>
                </a:cxn>
                <a:cxn ang="T105">
                  <a:pos x="T6" y="T7"/>
                </a:cxn>
                <a:cxn ang="T106">
                  <a:pos x="T8" y="T9"/>
                </a:cxn>
                <a:cxn ang="T107">
                  <a:pos x="T10" y="T11"/>
                </a:cxn>
                <a:cxn ang="T108">
                  <a:pos x="T12" y="T13"/>
                </a:cxn>
                <a:cxn ang="T109">
                  <a:pos x="T14" y="T15"/>
                </a:cxn>
                <a:cxn ang="T110">
                  <a:pos x="T16" y="T17"/>
                </a:cxn>
                <a:cxn ang="T111">
                  <a:pos x="T18" y="T19"/>
                </a:cxn>
                <a:cxn ang="T112">
                  <a:pos x="T20" y="T21"/>
                </a:cxn>
                <a:cxn ang="T113">
                  <a:pos x="T22" y="T23"/>
                </a:cxn>
                <a:cxn ang="T114">
                  <a:pos x="T24" y="T25"/>
                </a:cxn>
                <a:cxn ang="T115">
                  <a:pos x="T26" y="T27"/>
                </a:cxn>
                <a:cxn ang="T116">
                  <a:pos x="T28" y="T29"/>
                </a:cxn>
                <a:cxn ang="T117">
                  <a:pos x="T30" y="T31"/>
                </a:cxn>
                <a:cxn ang="T118">
                  <a:pos x="T32" y="T33"/>
                </a:cxn>
                <a:cxn ang="T119">
                  <a:pos x="T34" y="T35"/>
                </a:cxn>
                <a:cxn ang="T120">
                  <a:pos x="T36" y="T37"/>
                </a:cxn>
                <a:cxn ang="T121">
                  <a:pos x="T38" y="T39"/>
                </a:cxn>
                <a:cxn ang="T122">
                  <a:pos x="T40" y="T41"/>
                </a:cxn>
                <a:cxn ang="T123">
                  <a:pos x="T42" y="T43"/>
                </a:cxn>
                <a:cxn ang="T124">
                  <a:pos x="T44" y="T45"/>
                </a:cxn>
                <a:cxn ang="T125">
                  <a:pos x="T46" y="T47"/>
                </a:cxn>
                <a:cxn ang="T126">
                  <a:pos x="T48" y="T49"/>
                </a:cxn>
                <a:cxn ang="T127">
                  <a:pos x="T50" y="T51"/>
                </a:cxn>
                <a:cxn ang="T128">
                  <a:pos x="T52" y="T53"/>
                </a:cxn>
                <a:cxn ang="T129">
                  <a:pos x="T54" y="T55"/>
                </a:cxn>
                <a:cxn ang="T130">
                  <a:pos x="T56" y="T57"/>
                </a:cxn>
                <a:cxn ang="T131">
                  <a:pos x="T58" y="T59"/>
                </a:cxn>
                <a:cxn ang="T132">
                  <a:pos x="T60" y="T61"/>
                </a:cxn>
                <a:cxn ang="T133">
                  <a:pos x="T62" y="T63"/>
                </a:cxn>
                <a:cxn ang="T134">
                  <a:pos x="T64" y="T65"/>
                </a:cxn>
                <a:cxn ang="T135">
                  <a:pos x="T66" y="T67"/>
                </a:cxn>
                <a:cxn ang="T136">
                  <a:pos x="T68" y="T69"/>
                </a:cxn>
                <a:cxn ang="T137">
                  <a:pos x="T70" y="T71"/>
                </a:cxn>
                <a:cxn ang="T138">
                  <a:pos x="T72" y="T73"/>
                </a:cxn>
                <a:cxn ang="T139">
                  <a:pos x="T74" y="T75"/>
                </a:cxn>
                <a:cxn ang="T140">
                  <a:pos x="T76" y="T77"/>
                </a:cxn>
                <a:cxn ang="T141">
                  <a:pos x="T78" y="T79"/>
                </a:cxn>
                <a:cxn ang="T142">
                  <a:pos x="T80" y="T81"/>
                </a:cxn>
                <a:cxn ang="T143">
                  <a:pos x="T82" y="T83"/>
                </a:cxn>
                <a:cxn ang="T144">
                  <a:pos x="T84" y="T85"/>
                </a:cxn>
                <a:cxn ang="T145">
                  <a:pos x="T86" y="T87"/>
                </a:cxn>
                <a:cxn ang="T146">
                  <a:pos x="T88" y="T89"/>
                </a:cxn>
                <a:cxn ang="T147">
                  <a:pos x="T90" y="T91"/>
                </a:cxn>
                <a:cxn ang="T148">
                  <a:pos x="T92" y="T93"/>
                </a:cxn>
                <a:cxn ang="T149">
                  <a:pos x="T94" y="T95"/>
                </a:cxn>
                <a:cxn ang="T150">
                  <a:pos x="T96" y="T97"/>
                </a:cxn>
                <a:cxn ang="T151">
                  <a:pos x="T98" y="T99"/>
                </a:cxn>
                <a:cxn ang="T152">
                  <a:pos x="T100" y="T101"/>
                </a:cxn>
              </a:cxnLst>
              <a:rect l="T153" t="T154" r="T155" b="T156"/>
              <a:pathLst>
                <a:path w="3960" h="4768">
                  <a:moveTo>
                    <a:pt x="353" y="3849"/>
                  </a:moveTo>
                  <a:lnTo>
                    <a:pt x="1661" y="4700"/>
                  </a:lnTo>
                  <a:lnTo>
                    <a:pt x="1697" y="4717"/>
                  </a:lnTo>
                  <a:lnTo>
                    <a:pt x="1736" y="4731"/>
                  </a:lnTo>
                  <a:lnTo>
                    <a:pt x="1776" y="4742"/>
                  </a:lnTo>
                  <a:lnTo>
                    <a:pt x="1818" y="4753"/>
                  </a:lnTo>
                  <a:lnTo>
                    <a:pt x="1860" y="4760"/>
                  </a:lnTo>
                  <a:lnTo>
                    <a:pt x="1902" y="4765"/>
                  </a:lnTo>
                  <a:lnTo>
                    <a:pt x="1946" y="4768"/>
                  </a:lnTo>
                  <a:lnTo>
                    <a:pt x="1988" y="4768"/>
                  </a:lnTo>
                  <a:lnTo>
                    <a:pt x="2031" y="4767"/>
                  </a:lnTo>
                  <a:lnTo>
                    <a:pt x="2073" y="4763"/>
                  </a:lnTo>
                  <a:lnTo>
                    <a:pt x="2114" y="4758"/>
                  </a:lnTo>
                  <a:lnTo>
                    <a:pt x="2154" y="4751"/>
                  </a:lnTo>
                  <a:lnTo>
                    <a:pt x="2193" y="4740"/>
                  </a:lnTo>
                  <a:lnTo>
                    <a:pt x="2230" y="4729"/>
                  </a:lnTo>
                  <a:lnTo>
                    <a:pt x="2264" y="4715"/>
                  </a:lnTo>
                  <a:lnTo>
                    <a:pt x="2297" y="4700"/>
                  </a:lnTo>
                  <a:lnTo>
                    <a:pt x="3639" y="3825"/>
                  </a:lnTo>
                  <a:lnTo>
                    <a:pt x="3673" y="3795"/>
                  </a:lnTo>
                  <a:lnTo>
                    <a:pt x="3707" y="3761"/>
                  </a:lnTo>
                  <a:lnTo>
                    <a:pt x="3738" y="3725"/>
                  </a:lnTo>
                  <a:lnTo>
                    <a:pt x="3768" y="3685"/>
                  </a:lnTo>
                  <a:lnTo>
                    <a:pt x="3796" y="3644"/>
                  </a:lnTo>
                  <a:lnTo>
                    <a:pt x="3821" y="3599"/>
                  </a:lnTo>
                  <a:lnTo>
                    <a:pt x="3846" y="3553"/>
                  </a:lnTo>
                  <a:lnTo>
                    <a:pt x="3868" y="3505"/>
                  </a:lnTo>
                  <a:lnTo>
                    <a:pt x="3888" y="3456"/>
                  </a:lnTo>
                  <a:lnTo>
                    <a:pt x="3907" y="3406"/>
                  </a:lnTo>
                  <a:lnTo>
                    <a:pt x="3922" y="3354"/>
                  </a:lnTo>
                  <a:lnTo>
                    <a:pt x="3935" y="3303"/>
                  </a:lnTo>
                  <a:lnTo>
                    <a:pt x="3946" y="3250"/>
                  </a:lnTo>
                  <a:lnTo>
                    <a:pt x="3953" y="3197"/>
                  </a:lnTo>
                  <a:lnTo>
                    <a:pt x="3957" y="3144"/>
                  </a:lnTo>
                  <a:lnTo>
                    <a:pt x="3960" y="3092"/>
                  </a:lnTo>
                  <a:lnTo>
                    <a:pt x="3959" y="1313"/>
                  </a:lnTo>
                  <a:lnTo>
                    <a:pt x="3955" y="1271"/>
                  </a:lnTo>
                  <a:lnTo>
                    <a:pt x="3949" y="1229"/>
                  </a:lnTo>
                  <a:lnTo>
                    <a:pt x="3941" y="1189"/>
                  </a:lnTo>
                  <a:lnTo>
                    <a:pt x="3930" y="1149"/>
                  </a:lnTo>
                  <a:lnTo>
                    <a:pt x="3918" y="1111"/>
                  </a:lnTo>
                  <a:lnTo>
                    <a:pt x="3902" y="1075"/>
                  </a:lnTo>
                  <a:lnTo>
                    <a:pt x="3886" y="1040"/>
                  </a:lnTo>
                  <a:lnTo>
                    <a:pt x="3867" y="1006"/>
                  </a:lnTo>
                  <a:lnTo>
                    <a:pt x="3846" y="973"/>
                  </a:lnTo>
                  <a:lnTo>
                    <a:pt x="3823" y="942"/>
                  </a:lnTo>
                  <a:lnTo>
                    <a:pt x="3798" y="913"/>
                  </a:lnTo>
                  <a:lnTo>
                    <a:pt x="3771" y="886"/>
                  </a:lnTo>
                  <a:lnTo>
                    <a:pt x="3743" y="860"/>
                  </a:lnTo>
                  <a:lnTo>
                    <a:pt x="3714" y="837"/>
                  </a:lnTo>
                  <a:lnTo>
                    <a:pt x="3682" y="816"/>
                  </a:lnTo>
                  <a:lnTo>
                    <a:pt x="3649" y="796"/>
                  </a:lnTo>
                  <a:lnTo>
                    <a:pt x="2386" y="83"/>
                  </a:lnTo>
                  <a:lnTo>
                    <a:pt x="2350" y="65"/>
                  </a:lnTo>
                  <a:lnTo>
                    <a:pt x="2310" y="50"/>
                  </a:lnTo>
                  <a:lnTo>
                    <a:pt x="2268" y="36"/>
                  </a:lnTo>
                  <a:lnTo>
                    <a:pt x="2223" y="24"/>
                  </a:lnTo>
                  <a:lnTo>
                    <a:pt x="2178" y="15"/>
                  </a:lnTo>
                  <a:lnTo>
                    <a:pt x="2131" y="8"/>
                  </a:lnTo>
                  <a:lnTo>
                    <a:pt x="2082" y="3"/>
                  </a:lnTo>
                  <a:lnTo>
                    <a:pt x="2032" y="0"/>
                  </a:lnTo>
                  <a:lnTo>
                    <a:pt x="1982" y="1"/>
                  </a:lnTo>
                  <a:lnTo>
                    <a:pt x="1933" y="3"/>
                  </a:lnTo>
                  <a:lnTo>
                    <a:pt x="1882" y="9"/>
                  </a:lnTo>
                  <a:lnTo>
                    <a:pt x="1833" y="17"/>
                  </a:lnTo>
                  <a:lnTo>
                    <a:pt x="1785" y="29"/>
                  </a:lnTo>
                  <a:lnTo>
                    <a:pt x="1737" y="43"/>
                  </a:lnTo>
                  <a:lnTo>
                    <a:pt x="1691" y="62"/>
                  </a:lnTo>
                  <a:lnTo>
                    <a:pt x="1647" y="83"/>
                  </a:lnTo>
                  <a:lnTo>
                    <a:pt x="311" y="782"/>
                  </a:lnTo>
                  <a:lnTo>
                    <a:pt x="276" y="803"/>
                  </a:lnTo>
                  <a:lnTo>
                    <a:pt x="243" y="826"/>
                  </a:lnTo>
                  <a:lnTo>
                    <a:pt x="213" y="852"/>
                  </a:lnTo>
                  <a:lnTo>
                    <a:pt x="184" y="879"/>
                  </a:lnTo>
                  <a:lnTo>
                    <a:pt x="155" y="908"/>
                  </a:lnTo>
                  <a:lnTo>
                    <a:pt x="131" y="939"/>
                  </a:lnTo>
                  <a:lnTo>
                    <a:pt x="107" y="971"/>
                  </a:lnTo>
                  <a:lnTo>
                    <a:pt x="86" y="1005"/>
                  </a:lnTo>
                  <a:lnTo>
                    <a:pt x="68" y="1040"/>
                  </a:lnTo>
                  <a:lnTo>
                    <a:pt x="50" y="1076"/>
                  </a:lnTo>
                  <a:lnTo>
                    <a:pt x="36" y="1115"/>
                  </a:lnTo>
                  <a:lnTo>
                    <a:pt x="23" y="1153"/>
                  </a:lnTo>
                  <a:lnTo>
                    <a:pt x="14" y="1195"/>
                  </a:lnTo>
                  <a:lnTo>
                    <a:pt x="7" y="1236"/>
                  </a:lnTo>
                  <a:lnTo>
                    <a:pt x="2" y="1279"/>
                  </a:lnTo>
                  <a:lnTo>
                    <a:pt x="0" y="1322"/>
                  </a:lnTo>
                  <a:lnTo>
                    <a:pt x="0" y="3093"/>
                  </a:lnTo>
                  <a:lnTo>
                    <a:pt x="2" y="3147"/>
                  </a:lnTo>
                  <a:lnTo>
                    <a:pt x="7" y="3202"/>
                  </a:lnTo>
                  <a:lnTo>
                    <a:pt x="15" y="3257"/>
                  </a:lnTo>
                  <a:lnTo>
                    <a:pt x="27" y="3312"/>
                  </a:lnTo>
                  <a:lnTo>
                    <a:pt x="42" y="3366"/>
                  </a:lnTo>
                  <a:lnTo>
                    <a:pt x="59" y="3420"/>
                  </a:lnTo>
                  <a:lnTo>
                    <a:pt x="79" y="3474"/>
                  </a:lnTo>
                  <a:lnTo>
                    <a:pt x="102" y="3525"/>
                  </a:lnTo>
                  <a:lnTo>
                    <a:pt x="127" y="3576"/>
                  </a:lnTo>
                  <a:lnTo>
                    <a:pt x="154" y="3624"/>
                  </a:lnTo>
                  <a:lnTo>
                    <a:pt x="184" y="3670"/>
                  </a:lnTo>
                  <a:lnTo>
                    <a:pt x="214" y="3712"/>
                  </a:lnTo>
                  <a:lnTo>
                    <a:pt x="247" y="3752"/>
                  </a:lnTo>
                  <a:lnTo>
                    <a:pt x="281" y="3788"/>
                  </a:lnTo>
                  <a:lnTo>
                    <a:pt x="317" y="3821"/>
                  </a:lnTo>
                  <a:lnTo>
                    <a:pt x="353" y="384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3747" name="Freeform 33"/>
            <p:cNvSpPr>
              <a:spLocks/>
            </p:cNvSpPr>
            <p:nvPr/>
          </p:nvSpPr>
          <p:spPr bwMode="auto">
            <a:xfrm>
              <a:off x="943" y="2210"/>
              <a:ext cx="276" cy="187"/>
            </a:xfrm>
            <a:custGeom>
              <a:avLst/>
              <a:gdLst>
                <a:gd name="T0" fmla="*/ 11 w 1380"/>
                <a:gd name="T1" fmla="*/ 7 h 937"/>
                <a:gd name="T2" fmla="*/ 11 w 1380"/>
                <a:gd name="T3" fmla="*/ 7 h 937"/>
                <a:gd name="T4" fmla="*/ 0 w 1380"/>
                <a:gd name="T5" fmla="*/ 0 h 937"/>
                <a:gd name="T6" fmla="*/ 0 w 1380"/>
                <a:gd name="T7" fmla="*/ 1 h 937"/>
                <a:gd name="T8" fmla="*/ 10 w 1380"/>
                <a:gd name="T9" fmla="*/ 7 h 937"/>
                <a:gd name="T10" fmla="*/ 10 w 1380"/>
                <a:gd name="T11" fmla="*/ 7 h 937"/>
                <a:gd name="T12" fmla="*/ 10 w 1380"/>
                <a:gd name="T13" fmla="*/ 7 h 937"/>
                <a:gd name="T14" fmla="*/ 11 w 1380"/>
                <a:gd name="T15" fmla="*/ 7 h 937"/>
                <a:gd name="T16" fmla="*/ 11 w 1380"/>
                <a:gd name="T17" fmla="*/ 7 h 937"/>
                <a:gd name="T18" fmla="*/ 11 w 1380"/>
                <a:gd name="T19" fmla="*/ 7 h 937"/>
                <a:gd name="T20" fmla="*/ 11 w 1380"/>
                <a:gd name="T21" fmla="*/ 7 h 937"/>
                <a:gd name="T22" fmla="*/ 11 w 1380"/>
                <a:gd name="T23" fmla="*/ 7 h 937"/>
                <a:gd name="T24" fmla="*/ 11 w 1380"/>
                <a:gd name="T25" fmla="*/ 7 h 937"/>
                <a:gd name="T26" fmla="*/ 11 w 1380"/>
                <a:gd name="T27" fmla="*/ 7 h 937"/>
                <a:gd name="T28" fmla="*/ 11 w 1380"/>
                <a:gd name="T29" fmla="*/ 7 h 937"/>
                <a:gd name="T30" fmla="*/ 11 w 1380"/>
                <a:gd name="T31" fmla="*/ 7 h 93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80"/>
                <a:gd name="T49" fmla="*/ 0 h 937"/>
                <a:gd name="T50" fmla="*/ 1380 w 1380"/>
                <a:gd name="T51" fmla="*/ 937 h 93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80" h="937">
                  <a:moveTo>
                    <a:pt x="1354" y="848"/>
                  </a:moveTo>
                  <a:lnTo>
                    <a:pt x="1359" y="851"/>
                  </a:lnTo>
                  <a:lnTo>
                    <a:pt x="51" y="0"/>
                  </a:lnTo>
                  <a:lnTo>
                    <a:pt x="0" y="78"/>
                  </a:lnTo>
                  <a:lnTo>
                    <a:pt x="1307" y="929"/>
                  </a:lnTo>
                  <a:lnTo>
                    <a:pt x="1312" y="932"/>
                  </a:lnTo>
                  <a:lnTo>
                    <a:pt x="1307" y="929"/>
                  </a:lnTo>
                  <a:lnTo>
                    <a:pt x="1326" y="937"/>
                  </a:lnTo>
                  <a:lnTo>
                    <a:pt x="1345" y="936"/>
                  </a:lnTo>
                  <a:lnTo>
                    <a:pt x="1360" y="929"/>
                  </a:lnTo>
                  <a:lnTo>
                    <a:pt x="1372" y="916"/>
                  </a:lnTo>
                  <a:lnTo>
                    <a:pt x="1379" y="899"/>
                  </a:lnTo>
                  <a:lnTo>
                    <a:pt x="1380" y="883"/>
                  </a:lnTo>
                  <a:lnTo>
                    <a:pt x="1374" y="865"/>
                  </a:lnTo>
                  <a:lnTo>
                    <a:pt x="1359" y="851"/>
                  </a:lnTo>
                  <a:lnTo>
                    <a:pt x="1354" y="84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3748" name="Freeform 34"/>
            <p:cNvSpPr>
              <a:spLocks/>
            </p:cNvSpPr>
            <p:nvPr/>
          </p:nvSpPr>
          <p:spPr bwMode="auto">
            <a:xfrm>
              <a:off x="1206" y="2379"/>
              <a:ext cx="140" cy="32"/>
            </a:xfrm>
            <a:custGeom>
              <a:avLst/>
              <a:gdLst>
                <a:gd name="T0" fmla="*/ 5 w 703"/>
                <a:gd name="T1" fmla="*/ 0 h 162"/>
                <a:gd name="T2" fmla="*/ 5 w 703"/>
                <a:gd name="T3" fmla="*/ 0 h 162"/>
                <a:gd name="T4" fmla="*/ 5 w 703"/>
                <a:gd name="T5" fmla="*/ 0 h 162"/>
                <a:gd name="T6" fmla="*/ 5 w 703"/>
                <a:gd name="T7" fmla="*/ 0 h 162"/>
                <a:gd name="T8" fmla="*/ 4 w 703"/>
                <a:gd name="T9" fmla="*/ 0 h 162"/>
                <a:gd name="T10" fmla="*/ 4 w 703"/>
                <a:gd name="T11" fmla="*/ 0 h 162"/>
                <a:gd name="T12" fmla="*/ 4 w 703"/>
                <a:gd name="T13" fmla="*/ 0 h 162"/>
                <a:gd name="T14" fmla="*/ 3 w 703"/>
                <a:gd name="T15" fmla="*/ 1 h 162"/>
                <a:gd name="T16" fmla="*/ 3 w 703"/>
                <a:gd name="T17" fmla="*/ 1 h 162"/>
                <a:gd name="T18" fmla="*/ 3 w 703"/>
                <a:gd name="T19" fmla="*/ 1 h 162"/>
                <a:gd name="T20" fmla="*/ 2 w 703"/>
                <a:gd name="T21" fmla="*/ 1 h 162"/>
                <a:gd name="T22" fmla="*/ 2 w 703"/>
                <a:gd name="T23" fmla="*/ 1 h 162"/>
                <a:gd name="T24" fmla="*/ 2 w 703"/>
                <a:gd name="T25" fmla="*/ 0 h 162"/>
                <a:gd name="T26" fmla="*/ 1 w 703"/>
                <a:gd name="T27" fmla="*/ 0 h 162"/>
                <a:gd name="T28" fmla="*/ 1 w 703"/>
                <a:gd name="T29" fmla="*/ 0 h 162"/>
                <a:gd name="T30" fmla="*/ 1 w 703"/>
                <a:gd name="T31" fmla="*/ 0 h 162"/>
                <a:gd name="T32" fmla="*/ 1 w 703"/>
                <a:gd name="T33" fmla="*/ 0 h 162"/>
                <a:gd name="T34" fmla="*/ 0 w 703"/>
                <a:gd name="T35" fmla="*/ 0 h 162"/>
                <a:gd name="T36" fmla="*/ 0 w 703"/>
                <a:gd name="T37" fmla="*/ 1 h 162"/>
                <a:gd name="T38" fmla="*/ 0 w 703"/>
                <a:gd name="T39" fmla="*/ 1 h 162"/>
                <a:gd name="T40" fmla="*/ 1 w 703"/>
                <a:gd name="T41" fmla="*/ 1 h 162"/>
                <a:gd name="T42" fmla="*/ 1 w 703"/>
                <a:gd name="T43" fmla="*/ 1 h 162"/>
                <a:gd name="T44" fmla="*/ 1 w 703"/>
                <a:gd name="T45" fmla="*/ 1 h 162"/>
                <a:gd name="T46" fmla="*/ 2 w 703"/>
                <a:gd name="T47" fmla="*/ 1 h 162"/>
                <a:gd name="T48" fmla="*/ 2 w 703"/>
                <a:gd name="T49" fmla="*/ 1 h 162"/>
                <a:gd name="T50" fmla="*/ 2 w 703"/>
                <a:gd name="T51" fmla="*/ 1 h 162"/>
                <a:gd name="T52" fmla="*/ 3 w 703"/>
                <a:gd name="T53" fmla="*/ 1 h 162"/>
                <a:gd name="T54" fmla="*/ 3 w 703"/>
                <a:gd name="T55" fmla="*/ 1 h 162"/>
                <a:gd name="T56" fmla="*/ 3 w 703"/>
                <a:gd name="T57" fmla="*/ 1 h 162"/>
                <a:gd name="T58" fmla="*/ 4 w 703"/>
                <a:gd name="T59" fmla="*/ 1 h 162"/>
                <a:gd name="T60" fmla="*/ 4 w 703"/>
                <a:gd name="T61" fmla="*/ 1 h 162"/>
                <a:gd name="T62" fmla="*/ 5 w 703"/>
                <a:gd name="T63" fmla="*/ 1 h 162"/>
                <a:gd name="T64" fmla="*/ 5 w 703"/>
                <a:gd name="T65" fmla="*/ 1 h 162"/>
                <a:gd name="T66" fmla="*/ 5 w 703"/>
                <a:gd name="T67" fmla="*/ 1 h 162"/>
                <a:gd name="T68" fmla="*/ 5 w 703"/>
                <a:gd name="T69" fmla="*/ 1 h 162"/>
                <a:gd name="T70" fmla="*/ 5 w 703"/>
                <a:gd name="T71" fmla="*/ 1 h 162"/>
                <a:gd name="T72" fmla="*/ 5 w 703"/>
                <a:gd name="T73" fmla="*/ 1 h 162"/>
                <a:gd name="T74" fmla="*/ 5 w 703"/>
                <a:gd name="T75" fmla="*/ 1 h 162"/>
                <a:gd name="T76" fmla="*/ 6 w 703"/>
                <a:gd name="T77" fmla="*/ 0 h 162"/>
                <a:gd name="T78" fmla="*/ 6 w 703"/>
                <a:gd name="T79" fmla="*/ 0 h 162"/>
                <a:gd name="T80" fmla="*/ 6 w 703"/>
                <a:gd name="T81" fmla="*/ 0 h 162"/>
                <a:gd name="T82" fmla="*/ 5 w 703"/>
                <a:gd name="T83" fmla="*/ 0 h 162"/>
                <a:gd name="T84" fmla="*/ 5 w 703"/>
                <a:gd name="T85" fmla="*/ 0 h 162"/>
                <a:gd name="T86" fmla="*/ 5 w 703"/>
                <a:gd name="T87" fmla="*/ 0 h 162"/>
                <a:gd name="T88" fmla="*/ 5 w 703"/>
                <a:gd name="T89" fmla="*/ 0 h 162"/>
                <a:gd name="T90" fmla="*/ 5 w 703"/>
                <a:gd name="T91" fmla="*/ 0 h 162"/>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703"/>
                <a:gd name="T139" fmla="*/ 0 h 162"/>
                <a:gd name="T140" fmla="*/ 703 w 703"/>
                <a:gd name="T141" fmla="*/ 162 h 162"/>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703" h="162">
                  <a:moveTo>
                    <a:pt x="631" y="8"/>
                  </a:moveTo>
                  <a:lnTo>
                    <a:pt x="636" y="6"/>
                  </a:lnTo>
                  <a:lnTo>
                    <a:pt x="606" y="20"/>
                  </a:lnTo>
                  <a:lnTo>
                    <a:pt x="575" y="32"/>
                  </a:lnTo>
                  <a:lnTo>
                    <a:pt x="540" y="42"/>
                  </a:lnTo>
                  <a:lnTo>
                    <a:pt x="504" y="52"/>
                  </a:lnTo>
                  <a:lnTo>
                    <a:pt x="467" y="59"/>
                  </a:lnTo>
                  <a:lnTo>
                    <a:pt x="428" y="64"/>
                  </a:lnTo>
                  <a:lnTo>
                    <a:pt x="389" y="67"/>
                  </a:lnTo>
                  <a:lnTo>
                    <a:pt x="348" y="68"/>
                  </a:lnTo>
                  <a:lnTo>
                    <a:pt x="308" y="68"/>
                  </a:lnTo>
                  <a:lnTo>
                    <a:pt x="267" y="65"/>
                  </a:lnTo>
                  <a:lnTo>
                    <a:pt x="226" y="61"/>
                  </a:lnTo>
                  <a:lnTo>
                    <a:pt x="187" y="54"/>
                  </a:lnTo>
                  <a:lnTo>
                    <a:pt x="148" y="44"/>
                  </a:lnTo>
                  <a:lnTo>
                    <a:pt x="110" y="33"/>
                  </a:lnTo>
                  <a:lnTo>
                    <a:pt x="75" y="20"/>
                  </a:lnTo>
                  <a:lnTo>
                    <a:pt x="42" y="5"/>
                  </a:lnTo>
                  <a:lnTo>
                    <a:pt x="0" y="89"/>
                  </a:lnTo>
                  <a:lnTo>
                    <a:pt x="40" y="107"/>
                  </a:lnTo>
                  <a:lnTo>
                    <a:pt x="82" y="122"/>
                  </a:lnTo>
                  <a:lnTo>
                    <a:pt x="124" y="135"/>
                  </a:lnTo>
                  <a:lnTo>
                    <a:pt x="169" y="146"/>
                  </a:lnTo>
                  <a:lnTo>
                    <a:pt x="214" y="153"/>
                  </a:lnTo>
                  <a:lnTo>
                    <a:pt x="258" y="158"/>
                  </a:lnTo>
                  <a:lnTo>
                    <a:pt x="303" y="162"/>
                  </a:lnTo>
                  <a:lnTo>
                    <a:pt x="348" y="162"/>
                  </a:lnTo>
                  <a:lnTo>
                    <a:pt x="394" y="161"/>
                  </a:lnTo>
                  <a:lnTo>
                    <a:pt x="439" y="157"/>
                  </a:lnTo>
                  <a:lnTo>
                    <a:pt x="481" y="150"/>
                  </a:lnTo>
                  <a:lnTo>
                    <a:pt x="525" y="143"/>
                  </a:lnTo>
                  <a:lnTo>
                    <a:pt x="566" y="132"/>
                  </a:lnTo>
                  <a:lnTo>
                    <a:pt x="606" y="121"/>
                  </a:lnTo>
                  <a:lnTo>
                    <a:pt x="643" y="105"/>
                  </a:lnTo>
                  <a:lnTo>
                    <a:pt x="678" y="88"/>
                  </a:lnTo>
                  <a:lnTo>
                    <a:pt x="683" y="86"/>
                  </a:lnTo>
                  <a:lnTo>
                    <a:pt x="678" y="88"/>
                  </a:lnTo>
                  <a:lnTo>
                    <a:pt x="695" y="75"/>
                  </a:lnTo>
                  <a:lnTo>
                    <a:pt x="702" y="60"/>
                  </a:lnTo>
                  <a:lnTo>
                    <a:pt x="703" y="42"/>
                  </a:lnTo>
                  <a:lnTo>
                    <a:pt x="698" y="26"/>
                  </a:lnTo>
                  <a:lnTo>
                    <a:pt x="688" y="12"/>
                  </a:lnTo>
                  <a:lnTo>
                    <a:pt x="674" y="3"/>
                  </a:lnTo>
                  <a:lnTo>
                    <a:pt x="656" y="0"/>
                  </a:lnTo>
                  <a:lnTo>
                    <a:pt x="636" y="6"/>
                  </a:lnTo>
                  <a:lnTo>
                    <a:pt x="631"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3749" name="Freeform 35"/>
            <p:cNvSpPr>
              <a:spLocks/>
            </p:cNvSpPr>
            <p:nvPr/>
          </p:nvSpPr>
          <p:spPr bwMode="auto">
            <a:xfrm>
              <a:off x="1332" y="2204"/>
              <a:ext cx="283" cy="192"/>
            </a:xfrm>
            <a:custGeom>
              <a:avLst/>
              <a:gdLst>
                <a:gd name="T0" fmla="*/ 11 w 1415"/>
                <a:gd name="T1" fmla="*/ 0 h 960"/>
                <a:gd name="T2" fmla="*/ 11 w 1415"/>
                <a:gd name="T3" fmla="*/ 0 h 960"/>
                <a:gd name="T4" fmla="*/ 0 w 1415"/>
                <a:gd name="T5" fmla="*/ 7 h 960"/>
                <a:gd name="T6" fmla="*/ 0 w 1415"/>
                <a:gd name="T7" fmla="*/ 8 h 960"/>
                <a:gd name="T8" fmla="*/ 11 w 1415"/>
                <a:gd name="T9" fmla="*/ 1 h 960"/>
                <a:gd name="T10" fmla="*/ 11 w 1415"/>
                <a:gd name="T11" fmla="*/ 1 h 960"/>
                <a:gd name="T12" fmla="*/ 11 w 1415"/>
                <a:gd name="T13" fmla="*/ 1 h 960"/>
                <a:gd name="T14" fmla="*/ 11 w 1415"/>
                <a:gd name="T15" fmla="*/ 1 h 960"/>
                <a:gd name="T16" fmla="*/ 11 w 1415"/>
                <a:gd name="T17" fmla="*/ 0 h 960"/>
                <a:gd name="T18" fmla="*/ 11 w 1415"/>
                <a:gd name="T19" fmla="*/ 0 h 960"/>
                <a:gd name="T20" fmla="*/ 11 w 1415"/>
                <a:gd name="T21" fmla="*/ 0 h 960"/>
                <a:gd name="T22" fmla="*/ 11 w 1415"/>
                <a:gd name="T23" fmla="*/ 0 h 960"/>
                <a:gd name="T24" fmla="*/ 11 w 1415"/>
                <a:gd name="T25" fmla="*/ 0 h 960"/>
                <a:gd name="T26" fmla="*/ 11 w 1415"/>
                <a:gd name="T27" fmla="*/ 0 h 960"/>
                <a:gd name="T28" fmla="*/ 11 w 1415"/>
                <a:gd name="T29" fmla="*/ 0 h 960"/>
                <a:gd name="T30" fmla="*/ 11 w 1415"/>
                <a:gd name="T31" fmla="*/ 0 h 96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15"/>
                <a:gd name="T49" fmla="*/ 0 h 960"/>
                <a:gd name="T50" fmla="*/ 1415 w 1415"/>
                <a:gd name="T51" fmla="*/ 960 h 96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15" h="960">
                  <a:moveTo>
                    <a:pt x="1338" y="10"/>
                  </a:moveTo>
                  <a:lnTo>
                    <a:pt x="1342" y="8"/>
                  </a:lnTo>
                  <a:lnTo>
                    <a:pt x="0" y="882"/>
                  </a:lnTo>
                  <a:lnTo>
                    <a:pt x="52" y="960"/>
                  </a:lnTo>
                  <a:lnTo>
                    <a:pt x="1393" y="85"/>
                  </a:lnTo>
                  <a:lnTo>
                    <a:pt x="1397" y="83"/>
                  </a:lnTo>
                  <a:lnTo>
                    <a:pt x="1393" y="85"/>
                  </a:lnTo>
                  <a:lnTo>
                    <a:pt x="1409" y="71"/>
                  </a:lnTo>
                  <a:lnTo>
                    <a:pt x="1415" y="53"/>
                  </a:lnTo>
                  <a:lnTo>
                    <a:pt x="1413" y="37"/>
                  </a:lnTo>
                  <a:lnTo>
                    <a:pt x="1406" y="21"/>
                  </a:lnTo>
                  <a:lnTo>
                    <a:pt x="1395" y="8"/>
                  </a:lnTo>
                  <a:lnTo>
                    <a:pt x="1379" y="1"/>
                  </a:lnTo>
                  <a:lnTo>
                    <a:pt x="1361" y="0"/>
                  </a:lnTo>
                  <a:lnTo>
                    <a:pt x="1342" y="8"/>
                  </a:lnTo>
                  <a:lnTo>
                    <a:pt x="1338" y="1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3750" name="Freeform 36"/>
            <p:cNvSpPr>
              <a:spLocks/>
            </p:cNvSpPr>
            <p:nvPr/>
          </p:nvSpPr>
          <p:spPr bwMode="auto">
            <a:xfrm>
              <a:off x="1599" y="2057"/>
              <a:ext cx="80" cy="163"/>
            </a:xfrm>
            <a:custGeom>
              <a:avLst/>
              <a:gdLst>
                <a:gd name="T0" fmla="*/ 2 w 398"/>
                <a:gd name="T1" fmla="*/ 0 h 817"/>
                <a:gd name="T2" fmla="*/ 2 w 398"/>
                <a:gd name="T3" fmla="*/ 0 h 817"/>
                <a:gd name="T4" fmla="*/ 2 w 398"/>
                <a:gd name="T5" fmla="*/ 1 h 817"/>
                <a:gd name="T6" fmla="*/ 2 w 398"/>
                <a:gd name="T7" fmla="*/ 1 h 817"/>
                <a:gd name="T8" fmla="*/ 2 w 398"/>
                <a:gd name="T9" fmla="*/ 2 h 817"/>
                <a:gd name="T10" fmla="*/ 2 w 398"/>
                <a:gd name="T11" fmla="*/ 2 h 817"/>
                <a:gd name="T12" fmla="*/ 2 w 398"/>
                <a:gd name="T13" fmla="*/ 2 h 817"/>
                <a:gd name="T14" fmla="*/ 2 w 398"/>
                <a:gd name="T15" fmla="*/ 3 h 817"/>
                <a:gd name="T16" fmla="*/ 2 w 398"/>
                <a:gd name="T17" fmla="*/ 3 h 817"/>
                <a:gd name="T18" fmla="*/ 2 w 398"/>
                <a:gd name="T19" fmla="*/ 4 h 817"/>
                <a:gd name="T20" fmla="*/ 2 w 398"/>
                <a:gd name="T21" fmla="*/ 4 h 817"/>
                <a:gd name="T22" fmla="*/ 1 w 398"/>
                <a:gd name="T23" fmla="*/ 4 h 817"/>
                <a:gd name="T24" fmla="*/ 1 w 398"/>
                <a:gd name="T25" fmla="*/ 5 h 817"/>
                <a:gd name="T26" fmla="*/ 1 w 398"/>
                <a:gd name="T27" fmla="*/ 5 h 817"/>
                <a:gd name="T28" fmla="*/ 1 w 398"/>
                <a:gd name="T29" fmla="*/ 5 h 817"/>
                <a:gd name="T30" fmla="*/ 1 w 398"/>
                <a:gd name="T31" fmla="*/ 5 h 817"/>
                <a:gd name="T32" fmla="*/ 0 w 398"/>
                <a:gd name="T33" fmla="*/ 6 h 817"/>
                <a:gd name="T34" fmla="*/ 0 w 398"/>
                <a:gd name="T35" fmla="*/ 6 h 817"/>
                <a:gd name="T36" fmla="*/ 0 w 398"/>
                <a:gd name="T37" fmla="*/ 7 h 817"/>
                <a:gd name="T38" fmla="*/ 1 w 398"/>
                <a:gd name="T39" fmla="*/ 6 h 817"/>
                <a:gd name="T40" fmla="*/ 1 w 398"/>
                <a:gd name="T41" fmla="*/ 6 h 817"/>
                <a:gd name="T42" fmla="*/ 1 w 398"/>
                <a:gd name="T43" fmla="*/ 6 h 817"/>
                <a:gd name="T44" fmla="*/ 2 w 398"/>
                <a:gd name="T45" fmla="*/ 5 h 817"/>
                <a:gd name="T46" fmla="*/ 2 w 398"/>
                <a:gd name="T47" fmla="*/ 5 h 817"/>
                <a:gd name="T48" fmla="*/ 2 w 398"/>
                <a:gd name="T49" fmla="*/ 5 h 817"/>
                <a:gd name="T50" fmla="*/ 2 w 398"/>
                <a:gd name="T51" fmla="*/ 4 h 817"/>
                <a:gd name="T52" fmla="*/ 2 w 398"/>
                <a:gd name="T53" fmla="*/ 4 h 817"/>
                <a:gd name="T54" fmla="*/ 3 w 398"/>
                <a:gd name="T55" fmla="*/ 3 h 817"/>
                <a:gd name="T56" fmla="*/ 3 w 398"/>
                <a:gd name="T57" fmla="*/ 3 h 817"/>
                <a:gd name="T58" fmla="*/ 3 w 398"/>
                <a:gd name="T59" fmla="*/ 3 h 817"/>
                <a:gd name="T60" fmla="*/ 3 w 398"/>
                <a:gd name="T61" fmla="*/ 2 h 817"/>
                <a:gd name="T62" fmla="*/ 3 w 398"/>
                <a:gd name="T63" fmla="*/ 2 h 817"/>
                <a:gd name="T64" fmla="*/ 3 w 398"/>
                <a:gd name="T65" fmla="*/ 1 h 817"/>
                <a:gd name="T66" fmla="*/ 3 w 398"/>
                <a:gd name="T67" fmla="*/ 1 h 817"/>
                <a:gd name="T68" fmla="*/ 3 w 398"/>
                <a:gd name="T69" fmla="*/ 0 h 817"/>
                <a:gd name="T70" fmla="*/ 3 w 398"/>
                <a:gd name="T71" fmla="*/ 0 h 817"/>
                <a:gd name="T72" fmla="*/ 3 w 398"/>
                <a:gd name="T73" fmla="*/ 0 h 817"/>
                <a:gd name="T74" fmla="*/ 3 w 398"/>
                <a:gd name="T75" fmla="*/ 0 h 817"/>
                <a:gd name="T76" fmla="*/ 3 w 398"/>
                <a:gd name="T77" fmla="*/ 0 h 817"/>
                <a:gd name="T78" fmla="*/ 3 w 398"/>
                <a:gd name="T79" fmla="*/ 0 h 817"/>
                <a:gd name="T80" fmla="*/ 3 w 398"/>
                <a:gd name="T81" fmla="*/ 0 h 817"/>
                <a:gd name="T82" fmla="*/ 3 w 398"/>
                <a:gd name="T83" fmla="*/ 0 h 817"/>
                <a:gd name="T84" fmla="*/ 3 w 398"/>
                <a:gd name="T85" fmla="*/ 0 h 817"/>
                <a:gd name="T86" fmla="*/ 2 w 398"/>
                <a:gd name="T87" fmla="*/ 0 h 817"/>
                <a:gd name="T88" fmla="*/ 2 w 398"/>
                <a:gd name="T89" fmla="*/ 0 h 817"/>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398"/>
                <a:gd name="T136" fmla="*/ 0 h 817"/>
                <a:gd name="T137" fmla="*/ 398 w 398"/>
                <a:gd name="T138" fmla="*/ 817 h 817"/>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398" h="817">
                  <a:moveTo>
                    <a:pt x="304" y="47"/>
                  </a:moveTo>
                  <a:lnTo>
                    <a:pt x="304" y="47"/>
                  </a:lnTo>
                  <a:lnTo>
                    <a:pt x="301" y="97"/>
                  </a:lnTo>
                  <a:lnTo>
                    <a:pt x="297" y="147"/>
                  </a:lnTo>
                  <a:lnTo>
                    <a:pt x="291" y="198"/>
                  </a:lnTo>
                  <a:lnTo>
                    <a:pt x="280" y="247"/>
                  </a:lnTo>
                  <a:lnTo>
                    <a:pt x="268" y="297"/>
                  </a:lnTo>
                  <a:lnTo>
                    <a:pt x="253" y="347"/>
                  </a:lnTo>
                  <a:lnTo>
                    <a:pt x="236" y="395"/>
                  </a:lnTo>
                  <a:lnTo>
                    <a:pt x="217" y="442"/>
                  </a:lnTo>
                  <a:lnTo>
                    <a:pt x="195" y="487"/>
                  </a:lnTo>
                  <a:lnTo>
                    <a:pt x="171" y="532"/>
                  </a:lnTo>
                  <a:lnTo>
                    <a:pt x="147" y="574"/>
                  </a:lnTo>
                  <a:lnTo>
                    <a:pt x="121" y="613"/>
                  </a:lnTo>
                  <a:lnTo>
                    <a:pt x="93" y="650"/>
                  </a:lnTo>
                  <a:lnTo>
                    <a:pt x="64" y="684"/>
                  </a:lnTo>
                  <a:lnTo>
                    <a:pt x="32" y="716"/>
                  </a:lnTo>
                  <a:lnTo>
                    <a:pt x="0" y="744"/>
                  </a:lnTo>
                  <a:lnTo>
                    <a:pt x="59" y="817"/>
                  </a:lnTo>
                  <a:lnTo>
                    <a:pt x="95" y="784"/>
                  </a:lnTo>
                  <a:lnTo>
                    <a:pt x="132" y="748"/>
                  </a:lnTo>
                  <a:lnTo>
                    <a:pt x="166" y="709"/>
                  </a:lnTo>
                  <a:lnTo>
                    <a:pt x="196" y="667"/>
                  </a:lnTo>
                  <a:lnTo>
                    <a:pt x="227" y="623"/>
                  </a:lnTo>
                  <a:lnTo>
                    <a:pt x="253" y="576"/>
                  </a:lnTo>
                  <a:lnTo>
                    <a:pt x="279" y="530"/>
                  </a:lnTo>
                  <a:lnTo>
                    <a:pt x="301" y="479"/>
                  </a:lnTo>
                  <a:lnTo>
                    <a:pt x="323" y="428"/>
                  </a:lnTo>
                  <a:lnTo>
                    <a:pt x="342" y="375"/>
                  </a:lnTo>
                  <a:lnTo>
                    <a:pt x="359" y="321"/>
                  </a:lnTo>
                  <a:lnTo>
                    <a:pt x="372" y="268"/>
                  </a:lnTo>
                  <a:lnTo>
                    <a:pt x="382" y="212"/>
                  </a:lnTo>
                  <a:lnTo>
                    <a:pt x="391" y="157"/>
                  </a:lnTo>
                  <a:lnTo>
                    <a:pt x="395" y="102"/>
                  </a:lnTo>
                  <a:lnTo>
                    <a:pt x="398" y="47"/>
                  </a:lnTo>
                  <a:lnTo>
                    <a:pt x="394" y="27"/>
                  </a:lnTo>
                  <a:lnTo>
                    <a:pt x="383" y="11"/>
                  </a:lnTo>
                  <a:lnTo>
                    <a:pt x="368" y="3"/>
                  </a:lnTo>
                  <a:lnTo>
                    <a:pt x="351" y="0"/>
                  </a:lnTo>
                  <a:lnTo>
                    <a:pt x="333" y="3"/>
                  </a:lnTo>
                  <a:lnTo>
                    <a:pt x="319" y="11"/>
                  </a:lnTo>
                  <a:lnTo>
                    <a:pt x="307" y="27"/>
                  </a:lnTo>
                  <a:lnTo>
                    <a:pt x="304" y="4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3751" name="Freeform 37"/>
            <p:cNvSpPr>
              <a:spLocks/>
            </p:cNvSpPr>
            <p:nvPr/>
          </p:nvSpPr>
          <p:spPr bwMode="auto">
            <a:xfrm>
              <a:off x="1660" y="1701"/>
              <a:ext cx="19" cy="365"/>
            </a:xfrm>
            <a:custGeom>
              <a:avLst/>
              <a:gdLst>
                <a:gd name="T0" fmla="*/ 0 w 95"/>
                <a:gd name="T1" fmla="*/ 0 h 1826"/>
                <a:gd name="T2" fmla="*/ 0 w 95"/>
                <a:gd name="T3" fmla="*/ 0 h 1826"/>
                <a:gd name="T4" fmla="*/ 0 w 95"/>
                <a:gd name="T5" fmla="*/ 15 h 1826"/>
                <a:gd name="T6" fmla="*/ 1 w 95"/>
                <a:gd name="T7" fmla="*/ 15 h 1826"/>
                <a:gd name="T8" fmla="*/ 1 w 95"/>
                <a:gd name="T9" fmla="*/ 0 h 1826"/>
                <a:gd name="T10" fmla="*/ 1 w 95"/>
                <a:gd name="T11" fmla="*/ 0 h 1826"/>
                <a:gd name="T12" fmla="*/ 1 w 95"/>
                <a:gd name="T13" fmla="*/ 0 h 1826"/>
                <a:gd name="T14" fmla="*/ 1 w 95"/>
                <a:gd name="T15" fmla="*/ 0 h 1826"/>
                <a:gd name="T16" fmla="*/ 1 w 95"/>
                <a:gd name="T17" fmla="*/ 0 h 1826"/>
                <a:gd name="T18" fmla="*/ 1 w 95"/>
                <a:gd name="T19" fmla="*/ 0 h 1826"/>
                <a:gd name="T20" fmla="*/ 0 w 95"/>
                <a:gd name="T21" fmla="*/ 0 h 1826"/>
                <a:gd name="T22" fmla="*/ 0 w 95"/>
                <a:gd name="T23" fmla="*/ 0 h 1826"/>
                <a:gd name="T24" fmla="*/ 0 w 95"/>
                <a:gd name="T25" fmla="*/ 0 h 1826"/>
                <a:gd name="T26" fmla="*/ 0 w 95"/>
                <a:gd name="T27" fmla="*/ 0 h 1826"/>
                <a:gd name="T28" fmla="*/ 0 w 95"/>
                <a:gd name="T29" fmla="*/ 0 h 1826"/>
                <a:gd name="T30" fmla="*/ 0 w 95"/>
                <a:gd name="T31" fmla="*/ 0 h 182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95"/>
                <a:gd name="T49" fmla="*/ 0 h 1826"/>
                <a:gd name="T50" fmla="*/ 95 w 95"/>
                <a:gd name="T51" fmla="*/ 1826 h 182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95" h="1826">
                  <a:moveTo>
                    <a:pt x="0" y="49"/>
                  </a:moveTo>
                  <a:lnTo>
                    <a:pt x="0" y="47"/>
                  </a:lnTo>
                  <a:lnTo>
                    <a:pt x="1" y="1826"/>
                  </a:lnTo>
                  <a:lnTo>
                    <a:pt x="95" y="1826"/>
                  </a:lnTo>
                  <a:lnTo>
                    <a:pt x="93" y="47"/>
                  </a:lnTo>
                  <a:lnTo>
                    <a:pt x="93" y="45"/>
                  </a:lnTo>
                  <a:lnTo>
                    <a:pt x="93" y="47"/>
                  </a:lnTo>
                  <a:lnTo>
                    <a:pt x="90" y="27"/>
                  </a:lnTo>
                  <a:lnTo>
                    <a:pt x="79" y="12"/>
                  </a:lnTo>
                  <a:lnTo>
                    <a:pt x="64" y="4"/>
                  </a:lnTo>
                  <a:lnTo>
                    <a:pt x="47" y="0"/>
                  </a:lnTo>
                  <a:lnTo>
                    <a:pt x="29" y="4"/>
                  </a:lnTo>
                  <a:lnTo>
                    <a:pt x="15" y="12"/>
                  </a:lnTo>
                  <a:lnTo>
                    <a:pt x="3" y="27"/>
                  </a:lnTo>
                  <a:lnTo>
                    <a:pt x="0" y="47"/>
                  </a:lnTo>
                  <a:lnTo>
                    <a:pt x="0" y="4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3752" name="Freeform 38"/>
            <p:cNvSpPr>
              <a:spLocks/>
            </p:cNvSpPr>
            <p:nvPr/>
          </p:nvSpPr>
          <p:spPr bwMode="auto">
            <a:xfrm>
              <a:off x="1598" y="1598"/>
              <a:ext cx="81" cy="113"/>
            </a:xfrm>
            <a:custGeom>
              <a:avLst/>
              <a:gdLst>
                <a:gd name="T0" fmla="*/ 0 w 401"/>
                <a:gd name="T1" fmla="*/ 1 h 566"/>
                <a:gd name="T2" fmla="*/ 0 w 401"/>
                <a:gd name="T3" fmla="*/ 1 h 566"/>
                <a:gd name="T4" fmla="*/ 0 w 401"/>
                <a:gd name="T5" fmla="*/ 1 h 566"/>
                <a:gd name="T6" fmla="*/ 1 w 401"/>
                <a:gd name="T7" fmla="*/ 1 h 566"/>
                <a:gd name="T8" fmla="*/ 1 w 401"/>
                <a:gd name="T9" fmla="*/ 1 h 566"/>
                <a:gd name="T10" fmla="*/ 1 w 401"/>
                <a:gd name="T11" fmla="*/ 1 h 566"/>
                <a:gd name="T12" fmla="*/ 1 w 401"/>
                <a:gd name="T13" fmla="*/ 2 h 566"/>
                <a:gd name="T14" fmla="*/ 1 w 401"/>
                <a:gd name="T15" fmla="*/ 2 h 566"/>
                <a:gd name="T16" fmla="*/ 2 w 401"/>
                <a:gd name="T17" fmla="*/ 2 h 566"/>
                <a:gd name="T18" fmla="*/ 2 w 401"/>
                <a:gd name="T19" fmla="*/ 2 h 566"/>
                <a:gd name="T20" fmla="*/ 2 w 401"/>
                <a:gd name="T21" fmla="*/ 2 h 566"/>
                <a:gd name="T22" fmla="*/ 2 w 401"/>
                <a:gd name="T23" fmla="*/ 3 h 566"/>
                <a:gd name="T24" fmla="*/ 2 w 401"/>
                <a:gd name="T25" fmla="*/ 3 h 566"/>
                <a:gd name="T26" fmla="*/ 2 w 401"/>
                <a:gd name="T27" fmla="*/ 3 h 566"/>
                <a:gd name="T28" fmla="*/ 2 w 401"/>
                <a:gd name="T29" fmla="*/ 4 h 566"/>
                <a:gd name="T30" fmla="*/ 2 w 401"/>
                <a:gd name="T31" fmla="*/ 4 h 566"/>
                <a:gd name="T32" fmla="*/ 2 w 401"/>
                <a:gd name="T33" fmla="*/ 4 h 566"/>
                <a:gd name="T34" fmla="*/ 3 w 401"/>
                <a:gd name="T35" fmla="*/ 5 h 566"/>
                <a:gd name="T36" fmla="*/ 3 w 401"/>
                <a:gd name="T37" fmla="*/ 4 h 566"/>
                <a:gd name="T38" fmla="*/ 3 w 401"/>
                <a:gd name="T39" fmla="*/ 4 h 566"/>
                <a:gd name="T40" fmla="*/ 3 w 401"/>
                <a:gd name="T41" fmla="*/ 4 h 566"/>
                <a:gd name="T42" fmla="*/ 3 w 401"/>
                <a:gd name="T43" fmla="*/ 3 h 566"/>
                <a:gd name="T44" fmla="*/ 3 w 401"/>
                <a:gd name="T45" fmla="*/ 3 h 566"/>
                <a:gd name="T46" fmla="*/ 3 w 401"/>
                <a:gd name="T47" fmla="*/ 3 h 566"/>
                <a:gd name="T48" fmla="*/ 3 w 401"/>
                <a:gd name="T49" fmla="*/ 2 h 566"/>
                <a:gd name="T50" fmla="*/ 3 w 401"/>
                <a:gd name="T51" fmla="*/ 2 h 566"/>
                <a:gd name="T52" fmla="*/ 2 w 401"/>
                <a:gd name="T53" fmla="*/ 2 h 566"/>
                <a:gd name="T54" fmla="*/ 2 w 401"/>
                <a:gd name="T55" fmla="*/ 2 h 566"/>
                <a:gd name="T56" fmla="*/ 2 w 401"/>
                <a:gd name="T57" fmla="*/ 1 h 566"/>
                <a:gd name="T58" fmla="*/ 2 w 401"/>
                <a:gd name="T59" fmla="*/ 1 h 566"/>
                <a:gd name="T60" fmla="*/ 2 w 401"/>
                <a:gd name="T61" fmla="*/ 1 h 566"/>
                <a:gd name="T62" fmla="*/ 1 w 401"/>
                <a:gd name="T63" fmla="*/ 1 h 566"/>
                <a:gd name="T64" fmla="*/ 1 w 401"/>
                <a:gd name="T65" fmla="*/ 0 h 566"/>
                <a:gd name="T66" fmla="*/ 1 w 401"/>
                <a:gd name="T67" fmla="*/ 0 h 566"/>
                <a:gd name="T68" fmla="*/ 1 w 401"/>
                <a:gd name="T69" fmla="*/ 0 h 566"/>
                <a:gd name="T70" fmla="*/ 1 w 401"/>
                <a:gd name="T71" fmla="*/ 0 h 566"/>
                <a:gd name="T72" fmla="*/ 1 w 401"/>
                <a:gd name="T73" fmla="*/ 0 h 566"/>
                <a:gd name="T74" fmla="*/ 0 w 401"/>
                <a:gd name="T75" fmla="*/ 0 h 566"/>
                <a:gd name="T76" fmla="*/ 0 w 401"/>
                <a:gd name="T77" fmla="*/ 0 h 566"/>
                <a:gd name="T78" fmla="*/ 0 w 401"/>
                <a:gd name="T79" fmla="*/ 0 h 566"/>
                <a:gd name="T80" fmla="*/ 0 w 401"/>
                <a:gd name="T81" fmla="*/ 0 h 566"/>
                <a:gd name="T82" fmla="*/ 0 w 401"/>
                <a:gd name="T83" fmla="*/ 0 h 566"/>
                <a:gd name="T84" fmla="*/ 0 w 401"/>
                <a:gd name="T85" fmla="*/ 0 h 566"/>
                <a:gd name="T86" fmla="*/ 0 w 401"/>
                <a:gd name="T87" fmla="*/ 1 h 566"/>
                <a:gd name="T88" fmla="*/ 0 w 401"/>
                <a:gd name="T89" fmla="*/ 1 h 56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401"/>
                <a:gd name="T136" fmla="*/ 0 h 566"/>
                <a:gd name="T137" fmla="*/ 401 w 401"/>
                <a:gd name="T138" fmla="*/ 566 h 566"/>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401" h="566">
                  <a:moveTo>
                    <a:pt x="23" y="88"/>
                  </a:moveTo>
                  <a:lnTo>
                    <a:pt x="23" y="88"/>
                  </a:lnTo>
                  <a:lnTo>
                    <a:pt x="53" y="107"/>
                  </a:lnTo>
                  <a:lnTo>
                    <a:pt x="83" y="125"/>
                  </a:lnTo>
                  <a:lnTo>
                    <a:pt x="108" y="147"/>
                  </a:lnTo>
                  <a:lnTo>
                    <a:pt x="135" y="171"/>
                  </a:lnTo>
                  <a:lnTo>
                    <a:pt x="160" y="196"/>
                  </a:lnTo>
                  <a:lnTo>
                    <a:pt x="182" y="223"/>
                  </a:lnTo>
                  <a:lnTo>
                    <a:pt x="205" y="251"/>
                  </a:lnTo>
                  <a:lnTo>
                    <a:pt x="223" y="281"/>
                  </a:lnTo>
                  <a:lnTo>
                    <a:pt x="240" y="312"/>
                  </a:lnTo>
                  <a:lnTo>
                    <a:pt x="256" y="345"/>
                  </a:lnTo>
                  <a:lnTo>
                    <a:pt x="270" y="379"/>
                  </a:lnTo>
                  <a:lnTo>
                    <a:pt x="282" y="414"/>
                  </a:lnTo>
                  <a:lnTo>
                    <a:pt x="291" y="450"/>
                  </a:lnTo>
                  <a:lnTo>
                    <a:pt x="299" y="488"/>
                  </a:lnTo>
                  <a:lnTo>
                    <a:pt x="304" y="526"/>
                  </a:lnTo>
                  <a:lnTo>
                    <a:pt x="308" y="566"/>
                  </a:lnTo>
                  <a:lnTo>
                    <a:pt x="401" y="562"/>
                  </a:lnTo>
                  <a:lnTo>
                    <a:pt x="398" y="517"/>
                  </a:lnTo>
                  <a:lnTo>
                    <a:pt x="391" y="471"/>
                  </a:lnTo>
                  <a:lnTo>
                    <a:pt x="383" y="429"/>
                  </a:lnTo>
                  <a:lnTo>
                    <a:pt x="371" y="386"/>
                  </a:lnTo>
                  <a:lnTo>
                    <a:pt x="357" y="346"/>
                  </a:lnTo>
                  <a:lnTo>
                    <a:pt x="340" y="307"/>
                  </a:lnTo>
                  <a:lnTo>
                    <a:pt x="324" y="270"/>
                  </a:lnTo>
                  <a:lnTo>
                    <a:pt x="303" y="232"/>
                  </a:lnTo>
                  <a:lnTo>
                    <a:pt x="280" y="197"/>
                  </a:lnTo>
                  <a:lnTo>
                    <a:pt x="255" y="164"/>
                  </a:lnTo>
                  <a:lnTo>
                    <a:pt x="228" y="132"/>
                  </a:lnTo>
                  <a:lnTo>
                    <a:pt x="199" y="103"/>
                  </a:lnTo>
                  <a:lnTo>
                    <a:pt x="169" y="76"/>
                  </a:lnTo>
                  <a:lnTo>
                    <a:pt x="137" y="50"/>
                  </a:lnTo>
                  <a:lnTo>
                    <a:pt x="103" y="27"/>
                  </a:lnTo>
                  <a:lnTo>
                    <a:pt x="67" y="6"/>
                  </a:lnTo>
                  <a:lnTo>
                    <a:pt x="48" y="0"/>
                  </a:lnTo>
                  <a:lnTo>
                    <a:pt x="30" y="2"/>
                  </a:lnTo>
                  <a:lnTo>
                    <a:pt x="16" y="12"/>
                  </a:lnTo>
                  <a:lnTo>
                    <a:pt x="5" y="25"/>
                  </a:lnTo>
                  <a:lnTo>
                    <a:pt x="0" y="41"/>
                  </a:lnTo>
                  <a:lnTo>
                    <a:pt x="0" y="59"/>
                  </a:lnTo>
                  <a:lnTo>
                    <a:pt x="8" y="75"/>
                  </a:lnTo>
                  <a:lnTo>
                    <a:pt x="23"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3753" name="Freeform 39"/>
            <p:cNvSpPr>
              <a:spLocks/>
            </p:cNvSpPr>
            <p:nvPr/>
          </p:nvSpPr>
          <p:spPr bwMode="auto">
            <a:xfrm>
              <a:off x="1346" y="1455"/>
              <a:ext cx="266" cy="160"/>
            </a:xfrm>
            <a:custGeom>
              <a:avLst/>
              <a:gdLst>
                <a:gd name="T0" fmla="*/ 0 w 1330"/>
                <a:gd name="T1" fmla="*/ 1 h 801"/>
                <a:gd name="T2" fmla="*/ 0 w 1330"/>
                <a:gd name="T3" fmla="*/ 1 h 801"/>
                <a:gd name="T4" fmla="*/ 10 w 1330"/>
                <a:gd name="T5" fmla="*/ 6 h 801"/>
                <a:gd name="T6" fmla="*/ 11 w 1330"/>
                <a:gd name="T7" fmla="*/ 6 h 801"/>
                <a:gd name="T8" fmla="*/ 1 w 1330"/>
                <a:gd name="T9" fmla="*/ 0 h 801"/>
                <a:gd name="T10" fmla="*/ 1 w 1330"/>
                <a:gd name="T11" fmla="*/ 0 h 801"/>
                <a:gd name="T12" fmla="*/ 1 w 1330"/>
                <a:gd name="T13" fmla="*/ 0 h 801"/>
                <a:gd name="T14" fmla="*/ 0 w 1330"/>
                <a:gd name="T15" fmla="*/ 0 h 801"/>
                <a:gd name="T16" fmla="*/ 0 w 1330"/>
                <a:gd name="T17" fmla="*/ 0 h 801"/>
                <a:gd name="T18" fmla="*/ 0 w 1330"/>
                <a:gd name="T19" fmla="*/ 0 h 801"/>
                <a:gd name="T20" fmla="*/ 0 w 1330"/>
                <a:gd name="T21" fmla="*/ 0 h 801"/>
                <a:gd name="T22" fmla="*/ 0 w 1330"/>
                <a:gd name="T23" fmla="*/ 0 h 801"/>
                <a:gd name="T24" fmla="*/ 0 w 1330"/>
                <a:gd name="T25" fmla="*/ 0 h 801"/>
                <a:gd name="T26" fmla="*/ 0 w 1330"/>
                <a:gd name="T27" fmla="*/ 1 h 801"/>
                <a:gd name="T28" fmla="*/ 0 w 1330"/>
                <a:gd name="T29" fmla="*/ 1 h 801"/>
                <a:gd name="T30" fmla="*/ 0 w 1330"/>
                <a:gd name="T31" fmla="*/ 1 h 801"/>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30"/>
                <a:gd name="T49" fmla="*/ 0 h 801"/>
                <a:gd name="T50" fmla="*/ 1330 w 1330"/>
                <a:gd name="T51" fmla="*/ 801 h 801"/>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30" h="801">
                  <a:moveTo>
                    <a:pt x="24" y="88"/>
                  </a:moveTo>
                  <a:lnTo>
                    <a:pt x="23" y="88"/>
                  </a:lnTo>
                  <a:lnTo>
                    <a:pt x="1286" y="801"/>
                  </a:lnTo>
                  <a:lnTo>
                    <a:pt x="1330" y="719"/>
                  </a:lnTo>
                  <a:lnTo>
                    <a:pt x="67" y="6"/>
                  </a:lnTo>
                  <a:lnTo>
                    <a:pt x="66" y="6"/>
                  </a:lnTo>
                  <a:lnTo>
                    <a:pt x="67" y="6"/>
                  </a:lnTo>
                  <a:lnTo>
                    <a:pt x="48" y="0"/>
                  </a:lnTo>
                  <a:lnTo>
                    <a:pt x="30" y="2"/>
                  </a:lnTo>
                  <a:lnTo>
                    <a:pt x="16" y="12"/>
                  </a:lnTo>
                  <a:lnTo>
                    <a:pt x="5" y="25"/>
                  </a:lnTo>
                  <a:lnTo>
                    <a:pt x="0" y="41"/>
                  </a:lnTo>
                  <a:lnTo>
                    <a:pt x="0" y="59"/>
                  </a:lnTo>
                  <a:lnTo>
                    <a:pt x="8" y="75"/>
                  </a:lnTo>
                  <a:lnTo>
                    <a:pt x="23" y="88"/>
                  </a:lnTo>
                  <a:lnTo>
                    <a:pt x="24"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3754" name="Freeform 40"/>
            <p:cNvSpPr>
              <a:spLocks/>
            </p:cNvSpPr>
            <p:nvPr/>
          </p:nvSpPr>
          <p:spPr bwMode="auto">
            <a:xfrm>
              <a:off x="1198" y="1439"/>
              <a:ext cx="161" cy="35"/>
            </a:xfrm>
            <a:custGeom>
              <a:avLst/>
              <a:gdLst>
                <a:gd name="T0" fmla="*/ 1 w 806"/>
                <a:gd name="T1" fmla="*/ 1 h 177"/>
                <a:gd name="T2" fmla="*/ 1 w 806"/>
                <a:gd name="T3" fmla="*/ 1 h 177"/>
                <a:gd name="T4" fmla="*/ 1 w 806"/>
                <a:gd name="T5" fmla="*/ 1 h 177"/>
                <a:gd name="T6" fmla="*/ 1 w 806"/>
                <a:gd name="T7" fmla="*/ 1 h 177"/>
                <a:gd name="T8" fmla="*/ 2 w 806"/>
                <a:gd name="T9" fmla="*/ 1 h 177"/>
                <a:gd name="T10" fmla="*/ 2 w 806"/>
                <a:gd name="T11" fmla="*/ 1 h 177"/>
                <a:gd name="T12" fmla="*/ 2 w 806"/>
                <a:gd name="T13" fmla="*/ 1 h 177"/>
                <a:gd name="T14" fmla="*/ 3 w 806"/>
                <a:gd name="T15" fmla="*/ 1 h 177"/>
                <a:gd name="T16" fmla="*/ 3 w 806"/>
                <a:gd name="T17" fmla="*/ 1 h 177"/>
                <a:gd name="T18" fmla="*/ 3 w 806"/>
                <a:gd name="T19" fmla="*/ 1 h 177"/>
                <a:gd name="T20" fmla="*/ 4 w 806"/>
                <a:gd name="T21" fmla="*/ 1 h 177"/>
                <a:gd name="T22" fmla="*/ 4 w 806"/>
                <a:gd name="T23" fmla="*/ 1 h 177"/>
                <a:gd name="T24" fmla="*/ 5 w 806"/>
                <a:gd name="T25" fmla="*/ 1 h 177"/>
                <a:gd name="T26" fmla="*/ 5 w 806"/>
                <a:gd name="T27" fmla="*/ 1 h 177"/>
                <a:gd name="T28" fmla="*/ 5 w 806"/>
                <a:gd name="T29" fmla="*/ 1 h 177"/>
                <a:gd name="T30" fmla="*/ 6 w 806"/>
                <a:gd name="T31" fmla="*/ 1 h 177"/>
                <a:gd name="T32" fmla="*/ 6 w 806"/>
                <a:gd name="T33" fmla="*/ 1 h 177"/>
                <a:gd name="T34" fmla="*/ 6 w 806"/>
                <a:gd name="T35" fmla="*/ 1 h 177"/>
                <a:gd name="T36" fmla="*/ 6 w 806"/>
                <a:gd name="T37" fmla="*/ 1 h 177"/>
                <a:gd name="T38" fmla="*/ 6 w 806"/>
                <a:gd name="T39" fmla="*/ 1 h 177"/>
                <a:gd name="T40" fmla="*/ 6 w 806"/>
                <a:gd name="T41" fmla="*/ 0 h 177"/>
                <a:gd name="T42" fmla="*/ 5 w 806"/>
                <a:gd name="T43" fmla="*/ 0 h 177"/>
                <a:gd name="T44" fmla="*/ 5 w 806"/>
                <a:gd name="T45" fmla="*/ 0 h 177"/>
                <a:gd name="T46" fmla="*/ 5 w 806"/>
                <a:gd name="T47" fmla="*/ 0 h 177"/>
                <a:gd name="T48" fmla="*/ 4 w 806"/>
                <a:gd name="T49" fmla="*/ 0 h 177"/>
                <a:gd name="T50" fmla="*/ 4 w 806"/>
                <a:gd name="T51" fmla="*/ 0 h 177"/>
                <a:gd name="T52" fmla="*/ 3 w 806"/>
                <a:gd name="T53" fmla="*/ 0 h 177"/>
                <a:gd name="T54" fmla="*/ 3 w 806"/>
                <a:gd name="T55" fmla="*/ 0 h 177"/>
                <a:gd name="T56" fmla="*/ 3 w 806"/>
                <a:gd name="T57" fmla="*/ 0 h 177"/>
                <a:gd name="T58" fmla="*/ 2 w 806"/>
                <a:gd name="T59" fmla="*/ 0 h 177"/>
                <a:gd name="T60" fmla="*/ 2 w 806"/>
                <a:gd name="T61" fmla="*/ 0 h 177"/>
                <a:gd name="T62" fmla="*/ 1 w 806"/>
                <a:gd name="T63" fmla="*/ 0 h 177"/>
                <a:gd name="T64" fmla="*/ 1 w 806"/>
                <a:gd name="T65" fmla="*/ 0 h 177"/>
                <a:gd name="T66" fmla="*/ 1 w 806"/>
                <a:gd name="T67" fmla="*/ 1 h 177"/>
                <a:gd name="T68" fmla="*/ 0 w 806"/>
                <a:gd name="T69" fmla="*/ 1 h 177"/>
                <a:gd name="T70" fmla="*/ 0 w 806"/>
                <a:gd name="T71" fmla="*/ 1 h 177"/>
                <a:gd name="T72" fmla="*/ 0 w 806"/>
                <a:gd name="T73" fmla="*/ 1 h 177"/>
                <a:gd name="T74" fmla="*/ 0 w 806"/>
                <a:gd name="T75" fmla="*/ 1 h 177"/>
                <a:gd name="T76" fmla="*/ 0 w 806"/>
                <a:gd name="T77" fmla="*/ 1 h 177"/>
                <a:gd name="T78" fmla="*/ 0 w 806"/>
                <a:gd name="T79" fmla="*/ 1 h 177"/>
                <a:gd name="T80" fmla="*/ 0 w 806"/>
                <a:gd name="T81" fmla="*/ 1 h 177"/>
                <a:gd name="T82" fmla="*/ 0 w 806"/>
                <a:gd name="T83" fmla="*/ 1 h 177"/>
                <a:gd name="T84" fmla="*/ 0 w 806"/>
                <a:gd name="T85" fmla="*/ 1 h 177"/>
                <a:gd name="T86" fmla="*/ 0 w 806"/>
                <a:gd name="T87" fmla="*/ 1 h 177"/>
                <a:gd name="T88" fmla="*/ 1 w 806"/>
                <a:gd name="T89" fmla="*/ 1 h 177"/>
                <a:gd name="T90" fmla="*/ 1 w 806"/>
                <a:gd name="T91" fmla="*/ 1 h 17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806"/>
                <a:gd name="T139" fmla="*/ 0 h 177"/>
                <a:gd name="T140" fmla="*/ 806 w 806"/>
                <a:gd name="T141" fmla="*/ 177 h 17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806" h="177">
                  <a:moveTo>
                    <a:pt x="67" y="171"/>
                  </a:moveTo>
                  <a:lnTo>
                    <a:pt x="68" y="171"/>
                  </a:lnTo>
                  <a:lnTo>
                    <a:pt x="109" y="151"/>
                  </a:lnTo>
                  <a:lnTo>
                    <a:pt x="151" y="135"/>
                  </a:lnTo>
                  <a:lnTo>
                    <a:pt x="196" y="122"/>
                  </a:lnTo>
                  <a:lnTo>
                    <a:pt x="242" y="110"/>
                  </a:lnTo>
                  <a:lnTo>
                    <a:pt x="287" y="102"/>
                  </a:lnTo>
                  <a:lnTo>
                    <a:pt x="335" y="97"/>
                  </a:lnTo>
                  <a:lnTo>
                    <a:pt x="382" y="95"/>
                  </a:lnTo>
                  <a:lnTo>
                    <a:pt x="430" y="94"/>
                  </a:lnTo>
                  <a:lnTo>
                    <a:pt x="477" y="97"/>
                  </a:lnTo>
                  <a:lnTo>
                    <a:pt x="524" y="102"/>
                  </a:lnTo>
                  <a:lnTo>
                    <a:pt x="568" y="108"/>
                  </a:lnTo>
                  <a:lnTo>
                    <a:pt x="612" y="117"/>
                  </a:lnTo>
                  <a:lnTo>
                    <a:pt x="654" y="128"/>
                  </a:lnTo>
                  <a:lnTo>
                    <a:pt x="693" y="141"/>
                  </a:lnTo>
                  <a:lnTo>
                    <a:pt x="730" y="155"/>
                  </a:lnTo>
                  <a:lnTo>
                    <a:pt x="764" y="171"/>
                  </a:lnTo>
                  <a:lnTo>
                    <a:pt x="806" y="89"/>
                  </a:lnTo>
                  <a:lnTo>
                    <a:pt x="768" y="70"/>
                  </a:lnTo>
                  <a:lnTo>
                    <a:pt x="725" y="54"/>
                  </a:lnTo>
                  <a:lnTo>
                    <a:pt x="680" y="39"/>
                  </a:lnTo>
                  <a:lnTo>
                    <a:pt x="633" y="26"/>
                  </a:lnTo>
                  <a:lnTo>
                    <a:pt x="585" y="16"/>
                  </a:lnTo>
                  <a:lnTo>
                    <a:pt x="536" y="8"/>
                  </a:lnTo>
                  <a:lnTo>
                    <a:pt x="484" y="3"/>
                  </a:lnTo>
                  <a:lnTo>
                    <a:pt x="433" y="0"/>
                  </a:lnTo>
                  <a:lnTo>
                    <a:pt x="380" y="1"/>
                  </a:lnTo>
                  <a:lnTo>
                    <a:pt x="328" y="3"/>
                  </a:lnTo>
                  <a:lnTo>
                    <a:pt x="276" y="10"/>
                  </a:lnTo>
                  <a:lnTo>
                    <a:pt x="223" y="19"/>
                  </a:lnTo>
                  <a:lnTo>
                    <a:pt x="172" y="30"/>
                  </a:lnTo>
                  <a:lnTo>
                    <a:pt x="121" y="46"/>
                  </a:lnTo>
                  <a:lnTo>
                    <a:pt x="72" y="67"/>
                  </a:lnTo>
                  <a:lnTo>
                    <a:pt x="24" y="89"/>
                  </a:lnTo>
                  <a:lnTo>
                    <a:pt x="25" y="89"/>
                  </a:lnTo>
                  <a:lnTo>
                    <a:pt x="24" y="89"/>
                  </a:lnTo>
                  <a:lnTo>
                    <a:pt x="8" y="102"/>
                  </a:lnTo>
                  <a:lnTo>
                    <a:pt x="0" y="118"/>
                  </a:lnTo>
                  <a:lnTo>
                    <a:pt x="0" y="136"/>
                  </a:lnTo>
                  <a:lnTo>
                    <a:pt x="6" y="152"/>
                  </a:lnTo>
                  <a:lnTo>
                    <a:pt x="17" y="165"/>
                  </a:lnTo>
                  <a:lnTo>
                    <a:pt x="31" y="175"/>
                  </a:lnTo>
                  <a:lnTo>
                    <a:pt x="48" y="177"/>
                  </a:lnTo>
                  <a:lnTo>
                    <a:pt x="68" y="171"/>
                  </a:lnTo>
                  <a:lnTo>
                    <a:pt x="67" y="1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3755" name="Freeform 41"/>
            <p:cNvSpPr>
              <a:spLocks/>
            </p:cNvSpPr>
            <p:nvPr/>
          </p:nvSpPr>
          <p:spPr bwMode="auto">
            <a:xfrm>
              <a:off x="931" y="1456"/>
              <a:ext cx="280" cy="158"/>
            </a:xfrm>
            <a:custGeom>
              <a:avLst/>
              <a:gdLst>
                <a:gd name="T0" fmla="*/ 1 w 1402"/>
                <a:gd name="T1" fmla="*/ 6 h 787"/>
                <a:gd name="T2" fmla="*/ 1 w 1402"/>
                <a:gd name="T3" fmla="*/ 6 h 787"/>
                <a:gd name="T4" fmla="*/ 11 w 1402"/>
                <a:gd name="T5" fmla="*/ 1 h 787"/>
                <a:gd name="T6" fmla="*/ 11 w 1402"/>
                <a:gd name="T7" fmla="*/ 0 h 787"/>
                <a:gd name="T8" fmla="*/ 0 w 1402"/>
                <a:gd name="T9" fmla="*/ 6 h 787"/>
                <a:gd name="T10" fmla="*/ 0 w 1402"/>
                <a:gd name="T11" fmla="*/ 6 h 787"/>
                <a:gd name="T12" fmla="*/ 0 w 1402"/>
                <a:gd name="T13" fmla="*/ 6 h 787"/>
                <a:gd name="T14" fmla="*/ 0 w 1402"/>
                <a:gd name="T15" fmla="*/ 6 h 787"/>
                <a:gd name="T16" fmla="*/ 0 w 1402"/>
                <a:gd name="T17" fmla="*/ 6 h 787"/>
                <a:gd name="T18" fmla="*/ 0 w 1402"/>
                <a:gd name="T19" fmla="*/ 6 h 787"/>
                <a:gd name="T20" fmla="*/ 0 w 1402"/>
                <a:gd name="T21" fmla="*/ 6 h 787"/>
                <a:gd name="T22" fmla="*/ 0 w 1402"/>
                <a:gd name="T23" fmla="*/ 6 h 787"/>
                <a:gd name="T24" fmla="*/ 0 w 1402"/>
                <a:gd name="T25" fmla="*/ 6 h 787"/>
                <a:gd name="T26" fmla="*/ 0 w 1402"/>
                <a:gd name="T27" fmla="*/ 6 h 787"/>
                <a:gd name="T28" fmla="*/ 1 w 1402"/>
                <a:gd name="T29" fmla="*/ 6 h 787"/>
                <a:gd name="T30" fmla="*/ 1 w 1402"/>
                <a:gd name="T31" fmla="*/ 6 h 78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02"/>
                <a:gd name="T49" fmla="*/ 0 h 787"/>
                <a:gd name="T50" fmla="*/ 1402 w 1402"/>
                <a:gd name="T51" fmla="*/ 787 h 78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02" h="787">
                  <a:moveTo>
                    <a:pt x="69" y="781"/>
                  </a:moveTo>
                  <a:lnTo>
                    <a:pt x="66" y="781"/>
                  </a:lnTo>
                  <a:lnTo>
                    <a:pt x="1402" y="82"/>
                  </a:lnTo>
                  <a:lnTo>
                    <a:pt x="1360" y="0"/>
                  </a:lnTo>
                  <a:lnTo>
                    <a:pt x="24" y="699"/>
                  </a:lnTo>
                  <a:lnTo>
                    <a:pt x="22" y="699"/>
                  </a:lnTo>
                  <a:lnTo>
                    <a:pt x="24" y="699"/>
                  </a:lnTo>
                  <a:lnTo>
                    <a:pt x="8" y="712"/>
                  </a:lnTo>
                  <a:lnTo>
                    <a:pt x="1" y="727"/>
                  </a:lnTo>
                  <a:lnTo>
                    <a:pt x="0" y="744"/>
                  </a:lnTo>
                  <a:lnTo>
                    <a:pt x="5" y="761"/>
                  </a:lnTo>
                  <a:lnTo>
                    <a:pt x="15" y="775"/>
                  </a:lnTo>
                  <a:lnTo>
                    <a:pt x="30" y="784"/>
                  </a:lnTo>
                  <a:lnTo>
                    <a:pt x="46" y="787"/>
                  </a:lnTo>
                  <a:lnTo>
                    <a:pt x="66" y="781"/>
                  </a:lnTo>
                  <a:lnTo>
                    <a:pt x="69" y="7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3756" name="Freeform 42"/>
            <p:cNvSpPr>
              <a:spLocks/>
            </p:cNvSpPr>
            <p:nvPr/>
          </p:nvSpPr>
          <p:spPr bwMode="auto">
            <a:xfrm>
              <a:off x="868" y="1596"/>
              <a:ext cx="77" cy="126"/>
            </a:xfrm>
            <a:custGeom>
              <a:avLst/>
              <a:gdLst>
                <a:gd name="T0" fmla="*/ 1 w 382"/>
                <a:gd name="T1" fmla="*/ 5 h 628"/>
                <a:gd name="T2" fmla="*/ 1 w 382"/>
                <a:gd name="T3" fmla="*/ 5 h 628"/>
                <a:gd name="T4" fmla="*/ 1 w 382"/>
                <a:gd name="T5" fmla="*/ 4 h 628"/>
                <a:gd name="T6" fmla="*/ 1 w 382"/>
                <a:gd name="T7" fmla="*/ 4 h 628"/>
                <a:gd name="T8" fmla="*/ 1 w 382"/>
                <a:gd name="T9" fmla="*/ 4 h 628"/>
                <a:gd name="T10" fmla="*/ 1 w 382"/>
                <a:gd name="T11" fmla="*/ 3 h 628"/>
                <a:gd name="T12" fmla="*/ 1 w 382"/>
                <a:gd name="T13" fmla="*/ 3 h 628"/>
                <a:gd name="T14" fmla="*/ 1 w 382"/>
                <a:gd name="T15" fmla="*/ 3 h 628"/>
                <a:gd name="T16" fmla="*/ 1 w 382"/>
                <a:gd name="T17" fmla="*/ 3 h 628"/>
                <a:gd name="T18" fmla="*/ 1 w 382"/>
                <a:gd name="T19" fmla="*/ 2 h 628"/>
                <a:gd name="T20" fmla="*/ 2 w 382"/>
                <a:gd name="T21" fmla="*/ 2 h 628"/>
                <a:gd name="T22" fmla="*/ 2 w 382"/>
                <a:gd name="T23" fmla="*/ 2 h 628"/>
                <a:gd name="T24" fmla="*/ 2 w 382"/>
                <a:gd name="T25" fmla="*/ 2 h 628"/>
                <a:gd name="T26" fmla="*/ 2 w 382"/>
                <a:gd name="T27" fmla="*/ 1 h 628"/>
                <a:gd name="T28" fmla="*/ 2 w 382"/>
                <a:gd name="T29" fmla="*/ 1 h 628"/>
                <a:gd name="T30" fmla="*/ 3 w 382"/>
                <a:gd name="T31" fmla="*/ 1 h 628"/>
                <a:gd name="T32" fmla="*/ 3 w 382"/>
                <a:gd name="T33" fmla="*/ 1 h 628"/>
                <a:gd name="T34" fmla="*/ 3 w 382"/>
                <a:gd name="T35" fmla="*/ 1 h 628"/>
                <a:gd name="T36" fmla="*/ 3 w 382"/>
                <a:gd name="T37" fmla="*/ 0 h 628"/>
                <a:gd name="T38" fmla="*/ 2 w 382"/>
                <a:gd name="T39" fmla="*/ 0 h 628"/>
                <a:gd name="T40" fmla="*/ 2 w 382"/>
                <a:gd name="T41" fmla="*/ 0 h 628"/>
                <a:gd name="T42" fmla="*/ 2 w 382"/>
                <a:gd name="T43" fmla="*/ 1 h 628"/>
                <a:gd name="T44" fmla="*/ 2 w 382"/>
                <a:gd name="T45" fmla="*/ 1 h 628"/>
                <a:gd name="T46" fmla="*/ 1 w 382"/>
                <a:gd name="T47" fmla="*/ 1 h 628"/>
                <a:gd name="T48" fmla="*/ 1 w 382"/>
                <a:gd name="T49" fmla="*/ 1 h 628"/>
                <a:gd name="T50" fmla="*/ 1 w 382"/>
                <a:gd name="T51" fmla="*/ 2 h 628"/>
                <a:gd name="T52" fmla="*/ 1 w 382"/>
                <a:gd name="T53" fmla="*/ 2 h 628"/>
                <a:gd name="T54" fmla="*/ 1 w 382"/>
                <a:gd name="T55" fmla="*/ 2 h 628"/>
                <a:gd name="T56" fmla="*/ 0 w 382"/>
                <a:gd name="T57" fmla="*/ 3 h 628"/>
                <a:gd name="T58" fmla="*/ 0 w 382"/>
                <a:gd name="T59" fmla="*/ 3 h 628"/>
                <a:gd name="T60" fmla="*/ 0 w 382"/>
                <a:gd name="T61" fmla="*/ 3 h 628"/>
                <a:gd name="T62" fmla="*/ 0 w 382"/>
                <a:gd name="T63" fmla="*/ 4 h 628"/>
                <a:gd name="T64" fmla="*/ 0 w 382"/>
                <a:gd name="T65" fmla="*/ 4 h 628"/>
                <a:gd name="T66" fmla="*/ 0 w 382"/>
                <a:gd name="T67" fmla="*/ 4 h 628"/>
                <a:gd name="T68" fmla="*/ 0 w 382"/>
                <a:gd name="T69" fmla="*/ 5 h 628"/>
                <a:gd name="T70" fmla="*/ 0 w 382"/>
                <a:gd name="T71" fmla="*/ 5 h 628"/>
                <a:gd name="T72" fmla="*/ 0 w 382"/>
                <a:gd name="T73" fmla="*/ 5 h 628"/>
                <a:gd name="T74" fmla="*/ 0 w 382"/>
                <a:gd name="T75" fmla="*/ 5 h 628"/>
                <a:gd name="T76" fmla="*/ 0 w 382"/>
                <a:gd name="T77" fmla="*/ 5 h 628"/>
                <a:gd name="T78" fmla="*/ 0 w 382"/>
                <a:gd name="T79" fmla="*/ 5 h 628"/>
                <a:gd name="T80" fmla="*/ 0 w 382"/>
                <a:gd name="T81" fmla="*/ 5 h 628"/>
                <a:gd name="T82" fmla="*/ 1 w 382"/>
                <a:gd name="T83" fmla="*/ 5 h 628"/>
                <a:gd name="T84" fmla="*/ 1 w 382"/>
                <a:gd name="T85" fmla="*/ 5 h 628"/>
                <a:gd name="T86" fmla="*/ 1 w 382"/>
                <a:gd name="T87" fmla="*/ 5 h 628"/>
                <a:gd name="T88" fmla="*/ 1 w 382"/>
                <a:gd name="T89" fmla="*/ 5 h 628"/>
                <a:gd name="T90" fmla="*/ 1 w 382"/>
                <a:gd name="T91" fmla="*/ 5 h 628"/>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382"/>
                <a:gd name="T139" fmla="*/ 0 h 628"/>
                <a:gd name="T140" fmla="*/ 382 w 382"/>
                <a:gd name="T141" fmla="*/ 628 h 628"/>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382" h="628">
                  <a:moveTo>
                    <a:pt x="94" y="581"/>
                  </a:moveTo>
                  <a:lnTo>
                    <a:pt x="94" y="582"/>
                  </a:lnTo>
                  <a:lnTo>
                    <a:pt x="96" y="541"/>
                  </a:lnTo>
                  <a:lnTo>
                    <a:pt x="99" y="500"/>
                  </a:lnTo>
                  <a:lnTo>
                    <a:pt x="106" y="463"/>
                  </a:lnTo>
                  <a:lnTo>
                    <a:pt x="115" y="424"/>
                  </a:lnTo>
                  <a:lnTo>
                    <a:pt x="127" y="389"/>
                  </a:lnTo>
                  <a:lnTo>
                    <a:pt x="140" y="353"/>
                  </a:lnTo>
                  <a:lnTo>
                    <a:pt x="156" y="320"/>
                  </a:lnTo>
                  <a:lnTo>
                    <a:pt x="173" y="287"/>
                  </a:lnTo>
                  <a:lnTo>
                    <a:pt x="193" y="255"/>
                  </a:lnTo>
                  <a:lnTo>
                    <a:pt x="214" y="226"/>
                  </a:lnTo>
                  <a:lnTo>
                    <a:pt x="238" y="198"/>
                  </a:lnTo>
                  <a:lnTo>
                    <a:pt x="263" y="172"/>
                  </a:lnTo>
                  <a:lnTo>
                    <a:pt x="290" y="146"/>
                  </a:lnTo>
                  <a:lnTo>
                    <a:pt x="318" y="122"/>
                  </a:lnTo>
                  <a:lnTo>
                    <a:pt x="349" y="101"/>
                  </a:lnTo>
                  <a:lnTo>
                    <a:pt x="382" y="82"/>
                  </a:lnTo>
                  <a:lnTo>
                    <a:pt x="335" y="0"/>
                  </a:lnTo>
                  <a:lnTo>
                    <a:pt x="297" y="23"/>
                  </a:lnTo>
                  <a:lnTo>
                    <a:pt x="262" y="49"/>
                  </a:lnTo>
                  <a:lnTo>
                    <a:pt x="229" y="76"/>
                  </a:lnTo>
                  <a:lnTo>
                    <a:pt x="198" y="104"/>
                  </a:lnTo>
                  <a:lnTo>
                    <a:pt x="167" y="137"/>
                  </a:lnTo>
                  <a:lnTo>
                    <a:pt x="142" y="170"/>
                  </a:lnTo>
                  <a:lnTo>
                    <a:pt x="116" y="204"/>
                  </a:lnTo>
                  <a:lnTo>
                    <a:pt x="94" y="240"/>
                  </a:lnTo>
                  <a:lnTo>
                    <a:pt x="74" y="278"/>
                  </a:lnTo>
                  <a:lnTo>
                    <a:pt x="54" y="317"/>
                  </a:lnTo>
                  <a:lnTo>
                    <a:pt x="38" y="359"/>
                  </a:lnTo>
                  <a:lnTo>
                    <a:pt x="26" y="401"/>
                  </a:lnTo>
                  <a:lnTo>
                    <a:pt x="15" y="444"/>
                  </a:lnTo>
                  <a:lnTo>
                    <a:pt x="8" y="489"/>
                  </a:lnTo>
                  <a:lnTo>
                    <a:pt x="2" y="534"/>
                  </a:lnTo>
                  <a:lnTo>
                    <a:pt x="0" y="580"/>
                  </a:lnTo>
                  <a:lnTo>
                    <a:pt x="0" y="581"/>
                  </a:lnTo>
                  <a:lnTo>
                    <a:pt x="0" y="580"/>
                  </a:lnTo>
                  <a:lnTo>
                    <a:pt x="3" y="600"/>
                  </a:lnTo>
                  <a:lnTo>
                    <a:pt x="14" y="615"/>
                  </a:lnTo>
                  <a:lnTo>
                    <a:pt x="29" y="625"/>
                  </a:lnTo>
                  <a:lnTo>
                    <a:pt x="45" y="628"/>
                  </a:lnTo>
                  <a:lnTo>
                    <a:pt x="63" y="626"/>
                  </a:lnTo>
                  <a:lnTo>
                    <a:pt x="78" y="616"/>
                  </a:lnTo>
                  <a:lnTo>
                    <a:pt x="89" y="602"/>
                  </a:lnTo>
                  <a:lnTo>
                    <a:pt x="94" y="582"/>
                  </a:lnTo>
                  <a:lnTo>
                    <a:pt x="94" y="5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3757" name="Freeform 43"/>
            <p:cNvSpPr>
              <a:spLocks/>
            </p:cNvSpPr>
            <p:nvPr/>
          </p:nvSpPr>
          <p:spPr bwMode="auto">
            <a:xfrm>
              <a:off x="868" y="1712"/>
              <a:ext cx="19" cy="364"/>
            </a:xfrm>
            <a:custGeom>
              <a:avLst/>
              <a:gdLst>
                <a:gd name="T0" fmla="*/ 1 w 94"/>
                <a:gd name="T1" fmla="*/ 14 h 1818"/>
                <a:gd name="T2" fmla="*/ 1 w 94"/>
                <a:gd name="T3" fmla="*/ 14 h 1818"/>
                <a:gd name="T4" fmla="*/ 1 w 94"/>
                <a:gd name="T5" fmla="*/ 0 h 1818"/>
                <a:gd name="T6" fmla="*/ 0 w 94"/>
                <a:gd name="T7" fmla="*/ 0 h 1818"/>
                <a:gd name="T8" fmla="*/ 0 w 94"/>
                <a:gd name="T9" fmla="*/ 14 h 1818"/>
                <a:gd name="T10" fmla="*/ 0 w 94"/>
                <a:gd name="T11" fmla="*/ 14 h 1818"/>
                <a:gd name="T12" fmla="*/ 0 w 94"/>
                <a:gd name="T13" fmla="*/ 14 h 1818"/>
                <a:gd name="T14" fmla="*/ 0 w 94"/>
                <a:gd name="T15" fmla="*/ 14 h 1818"/>
                <a:gd name="T16" fmla="*/ 0 w 94"/>
                <a:gd name="T17" fmla="*/ 14 h 1818"/>
                <a:gd name="T18" fmla="*/ 0 w 94"/>
                <a:gd name="T19" fmla="*/ 15 h 1818"/>
                <a:gd name="T20" fmla="*/ 0 w 94"/>
                <a:gd name="T21" fmla="*/ 15 h 1818"/>
                <a:gd name="T22" fmla="*/ 1 w 94"/>
                <a:gd name="T23" fmla="*/ 15 h 1818"/>
                <a:gd name="T24" fmla="*/ 1 w 94"/>
                <a:gd name="T25" fmla="*/ 14 h 1818"/>
                <a:gd name="T26" fmla="*/ 1 w 94"/>
                <a:gd name="T27" fmla="*/ 14 h 1818"/>
                <a:gd name="T28" fmla="*/ 1 w 94"/>
                <a:gd name="T29" fmla="*/ 14 h 1818"/>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94"/>
                <a:gd name="T46" fmla="*/ 0 h 1818"/>
                <a:gd name="T47" fmla="*/ 94 w 94"/>
                <a:gd name="T48" fmla="*/ 1818 h 1818"/>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94" h="1818">
                  <a:moveTo>
                    <a:pt x="94" y="1771"/>
                  </a:moveTo>
                  <a:lnTo>
                    <a:pt x="94" y="1771"/>
                  </a:lnTo>
                  <a:lnTo>
                    <a:pt x="94" y="0"/>
                  </a:lnTo>
                  <a:lnTo>
                    <a:pt x="0" y="0"/>
                  </a:lnTo>
                  <a:lnTo>
                    <a:pt x="0" y="1771"/>
                  </a:lnTo>
                  <a:lnTo>
                    <a:pt x="3" y="1791"/>
                  </a:lnTo>
                  <a:lnTo>
                    <a:pt x="15" y="1806"/>
                  </a:lnTo>
                  <a:lnTo>
                    <a:pt x="29" y="1814"/>
                  </a:lnTo>
                  <a:lnTo>
                    <a:pt x="47" y="1818"/>
                  </a:lnTo>
                  <a:lnTo>
                    <a:pt x="64" y="1814"/>
                  </a:lnTo>
                  <a:lnTo>
                    <a:pt x="79" y="1806"/>
                  </a:lnTo>
                  <a:lnTo>
                    <a:pt x="90" y="1791"/>
                  </a:lnTo>
                  <a:lnTo>
                    <a:pt x="94" y="17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3758" name="Freeform 44"/>
            <p:cNvSpPr>
              <a:spLocks/>
            </p:cNvSpPr>
            <p:nvPr/>
          </p:nvSpPr>
          <p:spPr bwMode="auto">
            <a:xfrm>
              <a:off x="868" y="2067"/>
              <a:ext cx="90" cy="160"/>
            </a:xfrm>
            <a:custGeom>
              <a:avLst/>
              <a:gdLst>
                <a:gd name="T0" fmla="*/ 3 w 449"/>
                <a:gd name="T1" fmla="*/ 6 h 803"/>
                <a:gd name="T2" fmla="*/ 3 w 449"/>
                <a:gd name="T3" fmla="*/ 6 h 803"/>
                <a:gd name="T4" fmla="*/ 3 w 449"/>
                <a:gd name="T5" fmla="*/ 5 h 803"/>
                <a:gd name="T6" fmla="*/ 3 w 449"/>
                <a:gd name="T7" fmla="*/ 5 h 803"/>
                <a:gd name="T8" fmla="*/ 3 w 449"/>
                <a:gd name="T9" fmla="*/ 5 h 803"/>
                <a:gd name="T10" fmla="*/ 2 w 449"/>
                <a:gd name="T11" fmla="*/ 5 h 803"/>
                <a:gd name="T12" fmla="*/ 2 w 449"/>
                <a:gd name="T13" fmla="*/ 4 h 803"/>
                <a:gd name="T14" fmla="*/ 2 w 449"/>
                <a:gd name="T15" fmla="*/ 4 h 803"/>
                <a:gd name="T16" fmla="*/ 2 w 449"/>
                <a:gd name="T17" fmla="*/ 4 h 803"/>
                <a:gd name="T18" fmla="*/ 2 w 449"/>
                <a:gd name="T19" fmla="*/ 3 h 803"/>
                <a:gd name="T20" fmla="*/ 1 w 449"/>
                <a:gd name="T21" fmla="*/ 3 h 803"/>
                <a:gd name="T22" fmla="*/ 1 w 449"/>
                <a:gd name="T23" fmla="*/ 2 h 803"/>
                <a:gd name="T24" fmla="*/ 1 w 449"/>
                <a:gd name="T25" fmla="*/ 2 h 803"/>
                <a:gd name="T26" fmla="*/ 1 w 449"/>
                <a:gd name="T27" fmla="*/ 2 h 803"/>
                <a:gd name="T28" fmla="*/ 1 w 449"/>
                <a:gd name="T29" fmla="*/ 1 h 803"/>
                <a:gd name="T30" fmla="*/ 1 w 449"/>
                <a:gd name="T31" fmla="*/ 1 h 803"/>
                <a:gd name="T32" fmla="*/ 1 w 449"/>
                <a:gd name="T33" fmla="*/ 0 h 803"/>
                <a:gd name="T34" fmla="*/ 1 w 449"/>
                <a:gd name="T35" fmla="*/ 0 h 803"/>
                <a:gd name="T36" fmla="*/ 0 w 449"/>
                <a:gd name="T37" fmla="*/ 0 h 803"/>
                <a:gd name="T38" fmla="*/ 0 w 449"/>
                <a:gd name="T39" fmla="*/ 0 h 803"/>
                <a:gd name="T40" fmla="*/ 0 w 449"/>
                <a:gd name="T41" fmla="*/ 1 h 803"/>
                <a:gd name="T42" fmla="*/ 0 w 449"/>
                <a:gd name="T43" fmla="*/ 1 h 803"/>
                <a:gd name="T44" fmla="*/ 0 w 449"/>
                <a:gd name="T45" fmla="*/ 2 h 803"/>
                <a:gd name="T46" fmla="*/ 0 w 449"/>
                <a:gd name="T47" fmla="*/ 2 h 803"/>
                <a:gd name="T48" fmla="*/ 0 w 449"/>
                <a:gd name="T49" fmla="*/ 3 h 803"/>
                <a:gd name="T50" fmla="*/ 1 w 449"/>
                <a:gd name="T51" fmla="*/ 3 h 803"/>
                <a:gd name="T52" fmla="*/ 1 w 449"/>
                <a:gd name="T53" fmla="*/ 4 h 803"/>
                <a:gd name="T54" fmla="*/ 1 w 449"/>
                <a:gd name="T55" fmla="*/ 4 h 803"/>
                <a:gd name="T56" fmla="*/ 1 w 449"/>
                <a:gd name="T57" fmla="*/ 4 h 803"/>
                <a:gd name="T58" fmla="*/ 2 w 449"/>
                <a:gd name="T59" fmla="*/ 5 h 803"/>
                <a:gd name="T60" fmla="*/ 2 w 449"/>
                <a:gd name="T61" fmla="*/ 5 h 803"/>
                <a:gd name="T62" fmla="*/ 2 w 449"/>
                <a:gd name="T63" fmla="*/ 5 h 803"/>
                <a:gd name="T64" fmla="*/ 2 w 449"/>
                <a:gd name="T65" fmla="*/ 6 h 803"/>
                <a:gd name="T66" fmla="*/ 3 w 449"/>
                <a:gd name="T67" fmla="*/ 6 h 803"/>
                <a:gd name="T68" fmla="*/ 3 w 449"/>
                <a:gd name="T69" fmla="*/ 6 h 803"/>
                <a:gd name="T70" fmla="*/ 3 w 449"/>
                <a:gd name="T71" fmla="*/ 6 h 803"/>
                <a:gd name="T72" fmla="*/ 3 w 449"/>
                <a:gd name="T73" fmla="*/ 6 h 803"/>
                <a:gd name="T74" fmla="*/ 3 w 449"/>
                <a:gd name="T75" fmla="*/ 6 h 803"/>
                <a:gd name="T76" fmla="*/ 3 w 449"/>
                <a:gd name="T77" fmla="*/ 6 h 803"/>
                <a:gd name="T78" fmla="*/ 3 w 449"/>
                <a:gd name="T79" fmla="*/ 6 h 803"/>
                <a:gd name="T80" fmla="*/ 4 w 449"/>
                <a:gd name="T81" fmla="*/ 6 h 803"/>
                <a:gd name="T82" fmla="*/ 4 w 449"/>
                <a:gd name="T83" fmla="*/ 6 h 803"/>
                <a:gd name="T84" fmla="*/ 4 w 449"/>
                <a:gd name="T85" fmla="*/ 6 h 803"/>
                <a:gd name="T86" fmla="*/ 4 w 449"/>
                <a:gd name="T87" fmla="*/ 6 h 803"/>
                <a:gd name="T88" fmla="*/ 3 w 449"/>
                <a:gd name="T89" fmla="*/ 6 h 803"/>
                <a:gd name="T90" fmla="*/ 3 w 449"/>
                <a:gd name="T91" fmla="*/ 6 h 80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449"/>
                <a:gd name="T139" fmla="*/ 0 h 803"/>
                <a:gd name="T140" fmla="*/ 449 w 449"/>
                <a:gd name="T141" fmla="*/ 803 h 80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449" h="803">
                  <a:moveTo>
                    <a:pt x="426" y="717"/>
                  </a:moveTo>
                  <a:lnTo>
                    <a:pt x="427" y="717"/>
                  </a:lnTo>
                  <a:lnTo>
                    <a:pt x="395" y="693"/>
                  </a:lnTo>
                  <a:lnTo>
                    <a:pt x="361" y="662"/>
                  </a:lnTo>
                  <a:lnTo>
                    <a:pt x="329" y="628"/>
                  </a:lnTo>
                  <a:lnTo>
                    <a:pt x="299" y="591"/>
                  </a:lnTo>
                  <a:lnTo>
                    <a:pt x="269" y="551"/>
                  </a:lnTo>
                  <a:lnTo>
                    <a:pt x="241" y="507"/>
                  </a:lnTo>
                  <a:lnTo>
                    <a:pt x="215" y="460"/>
                  </a:lnTo>
                  <a:lnTo>
                    <a:pt x="191" y="412"/>
                  </a:lnTo>
                  <a:lnTo>
                    <a:pt x="170" y="363"/>
                  </a:lnTo>
                  <a:lnTo>
                    <a:pt x="151" y="312"/>
                  </a:lnTo>
                  <a:lnTo>
                    <a:pt x="133" y="259"/>
                  </a:lnTo>
                  <a:lnTo>
                    <a:pt x="119" y="207"/>
                  </a:lnTo>
                  <a:lnTo>
                    <a:pt x="108" y="156"/>
                  </a:lnTo>
                  <a:lnTo>
                    <a:pt x="101" y="103"/>
                  </a:lnTo>
                  <a:lnTo>
                    <a:pt x="96" y="51"/>
                  </a:lnTo>
                  <a:lnTo>
                    <a:pt x="94" y="0"/>
                  </a:lnTo>
                  <a:lnTo>
                    <a:pt x="0" y="0"/>
                  </a:lnTo>
                  <a:lnTo>
                    <a:pt x="2" y="56"/>
                  </a:lnTo>
                  <a:lnTo>
                    <a:pt x="7" y="115"/>
                  </a:lnTo>
                  <a:lnTo>
                    <a:pt x="16" y="172"/>
                  </a:lnTo>
                  <a:lnTo>
                    <a:pt x="28" y="231"/>
                  </a:lnTo>
                  <a:lnTo>
                    <a:pt x="44" y="287"/>
                  </a:lnTo>
                  <a:lnTo>
                    <a:pt x="62" y="342"/>
                  </a:lnTo>
                  <a:lnTo>
                    <a:pt x="83" y="398"/>
                  </a:lnTo>
                  <a:lnTo>
                    <a:pt x="106" y="452"/>
                  </a:lnTo>
                  <a:lnTo>
                    <a:pt x="133" y="505"/>
                  </a:lnTo>
                  <a:lnTo>
                    <a:pt x="161" y="554"/>
                  </a:lnTo>
                  <a:lnTo>
                    <a:pt x="192" y="602"/>
                  </a:lnTo>
                  <a:lnTo>
                    <a:pt x="224" y="647"/>
                  </a:lnTo>
                  <a:lnTo>
                    <a:pt x="259" y="689"/>
                  </a:lnTo>
                  <a:lnTo>
                    <a:pt x="295" y="728"/>
                  </a:lnTo>
                  <a:lnTo>
                    <a:pt x="334" y="763"/>
                  </a:lnTo>
                  <a:lnTo>
                    <a:pt x="374" y="795"/>
                  </a:lnTo>
                  <a:lnTo>
                    <a:pt x="375" y="795"/>
                  </a:lnTo>
                  <a:lnTo>
                    <a:pt x="374" y="795"/>
                  </a:lnTo>
                  <a:lnTo>
                    <a:pt x="392" y="803"/>
                  </a:lnTo>
                  <a:lnTo>
                    <a:pt x="411" y="803"/>
                  </a:lnTo>
                  <a:lnTo>
                    <a:pt x="426" y="795"/>
                  </a:lnTo>
                  <a:lnTo>
                    <a:pt x="439" y="782"/>
                  </a:lnTo>
                  <a:lnTo>
                    <a:pt x="446" y="766"/>
                  </a:lnTo>
                  <a:lnTo>
                    <a:pt x="449" y="749"/>
                  </a:lnTo>
                  <a:lnTo>
                    <a:pt x="441" y="732"/>
                  </a:lnTo>
                  <a:lnTo>
                    <a:pt x="427" y="717"/>
                  </a:lnTo>
                  <a:lnTo>
                    <a:pt x="426" y="71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3759" name="Freeform 45"/>
            <p:cNvSpPr>
              <a:spLocks/>
            </p:cNvSpPr>
            <p:nvPr/>
          </p:nvSpPr>
          <p:spPr bwMode="auto">
            <a:xfrm>
              <a:off x="883" y="1673"/>
              <a:ext cx="379" cy="690"/>
            </a:xfrm>
            <a:custGeom>
              <a:avLst/>
              <a:gdLst>
                <a:gd name="T0" fmla="*/ 12 w 1897"/>
                <a:gd name="T1" fmla="*/ 6 h 3450"/>
                <a:gd name="T2" fmla="*/ 13 w 1897"/>
                <a:gd name="T3" fmla="*/ 7 h 3450"/>
                <a:gd name="T4" fmla="*/ 13 w 1897"/>
                <a:gd name="T5" fmla="*/ 7 h 3450"/>
                <a:gd name="T6" fmla="*/ 14 w 1897"/>
                <a:gd name="T7" fmla="*/ 8 h 3450"/>
                <a:gd name="T8" fmla="*/ 14 w 1897"/>
                <a:gd name="T9" fmla="*/ 9 h 3450"/>
                <a:gd name="T10" fmla="*/ 15 w 1897"/>
                <a:gd name="T11" fmla="*/ 10 h 3450"/>
                <a:gd name="T12" fmla="*/ 15 w 1897"/>
                <a:gd name="T13" fmla="*/ 11 h 3450"/>
                <a:gd name="T14" fmla="*/ 15 w 1897"/>
                <a:gd name="T15" fmla="*/ 11 h 3450"/>
                <a:gd name="T16" fmla="*/ 15 w 1897"/>
                <a:gd name="T17" fmla="*/ 12 h 3450"/>
                <a:gd name="T18" fmla="*/ 15 w 1897"/>
                <a:gd name="T19" fmla="*/ 26 h 3450"/>
                <a:gd name="T20" fmla="*/ 15 w 1897"/>
                <a:gd name="T21" fmla="*/ 26 h 3450"/>
                <a:gd name="T22" fmla="*/ 15 w 1897"/>
                <a:gd name="T23" fmla="*/ 27 h 3450"/>
                <a:gd name="T24" fmla="*/ 15 w 1897"/>
                <a:gd name="T25" fmla="*/ 27 h 3450"/>
                <a:gd name="T26" fmla="*/ 14 w 1897"/>
                <a:gd name="T27" fmla="*/ 27 h 3450"/>
                <a:gd name="T28" fmla="*/ 14 w 1897"/>
                <a:gd name="T29" fmla="*/ 28 h 3450"/>
                <a:gd name="T30" fmla="*/ 13 w 1897"/>
                <a:gd name="T31" fmla="*/ 28 h 3450"/>
                <a:gd name="T32" fmla="*/ 13 w 1897"/>
                <a:gd name="T33" fmla="*/ 27 h 3450"/>
                <a:gd name="T34" fmla="*/ 3 w 1897"/>
                <a:gd name="T35" fmla="*/ 21 h 3450"/>
                <a:gd name="T36" fmla="*/ 2 w 1897"/>
                <a:gd name="T37" fmla="*/ 21 h 3450"/>
                <a:gd name="T38" fmla="*/ 2 w 1897"/>
                <a:gd name="T39" fmla="*/ 20 h 3450"/>
                <a:gd name="T40" fmla="*/ 1 w 1897"/>
                <a:gd name="T41" fmla="*/ 19 h 3450"/>
                <a:gd name="T42" fmla="*/ 1 w 1897"/>
                <a:gd name="T43" fmla="*/ 19 h 3450"/>
                <a:gd name="T44" fmla="*/ 0 w 1897"/>
                <a:gd name="T45" fmla="*/ 18 h 3450"/>
                <a:gd name="T46" fmla="*/ 0 w 1897"/>
                <a:gd name="T47" fmla="*/ 17 h 3450"/>
                <a:gd name="T48" fmla="*/ 0 w 1897"/>
                <a:gd name="T49" fmla="*/ 16 h 3450"/>
                <a:gd name="T50" fmla="*/ 0 w 1897"/>
                <a:gd name="T51" fmla="*/ 15 h 3450"/>
                <a:gd name="T52" fmla="*/ 0 w 1897"/>
                <a:gd name="T53" fmla="*/ 2 h 3450"/>
                <a:gd name="T54" fmla="*/ 0 w 1897"/>
                <a:gd name="T55" fmla="*/ 1 h 3450"/>
                <a:gd name="T56" fmla="*/ 0 w 1897"/>
                <a:gd name="T57" fmla="*/ 1 h 3450"/>
                <a:gd name="T58" fmla="*/ 1 w 1897"/>
                <a:gd name="T59" fmla="*/ 0 h 3450"/>
                <a:gd name="T60" fmla="*/ 1 w 1897"/>
                <a:gd name="T61" fmla="*/ 0 h 3450"/>
                <a:gd name="T62" fmla="*/ 1 w 1897"/>
                <a:gd name="T63" fmla="*/ 0 h 3450"/>
                <a:gd name="T64" fmla="*/ 2 w 1897"/>
                <a:gd name="T65" fmla="*/ 0 h 3450"/>
                <a:gd name="T66" fmla="*/ 3 w 1897"/>
                <a:gd name="T67" fmla="*/ 0 h 3450"/>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897"/>
                <a:gd name="T103" fmla="*/ 0 h 3450"/>
                <a:gd name="T104" fmla="*/ 1897 w 1897"/>
                <a:gd name="T105" fmla="*/ 3450 h 3450"/>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897" h="3450">
                  <a:moveTo>
                    <a:pt x="357" y="49"/>
                  </a:moveTo>
                  <a:lnTo>
                    <a:pt x="1542" y="806"/>
                  </a:lnTo>
                  <a:lnTo>
                    <a:pt x="1579" y="832"/>
                  </a:lnTo>
                  <a:lnTo>
                    <a:pt x="1614" y="861"/>
                  </a:lnTo>
                  <a:lnTo>
                    <a:pt x="1648" y="895"/>
                  </a:lnTo>
                  <a:lnTo>
                    <a:pt x="1681" y="933"/>
                  </a:lnTo>
                  <a:lnTo>
                    <a:pt x="1711" y="973"/>
                  </a:lnTo>
                  <a:lnTo>
                    <a:pt x="1740" y="1016"/>
                  </a:lnTo>
                  <a:lnTo>
                    <a:pt x="1768" y="1062"/>
                  </a:lnTo>
                  <a:lnTo>
                    <a:pt x="1793" y="1109"/>
                  </a:lnTo>
                  <a:lnTo>
                    <a:pt x="1816" y="1158"/>
                  </a:lnTo>
                  <a:lnTo>
                    <a:pt x="1836" y="1208"/>
                  </a:lnTo>
                  <a:lnTo>
                    <a:pt x="1854" y="1260"/>
                  </a:lnTo>
                  <a:lnTo>
                    <a:pt x="1869" y="1313"/>
                  </a:lnTo>
                  <a:lnTo>
                    <a:pt x="1881" y="1364"/>
                  </a:lnTo>
                  <a:lnTo>
                    <a:pt x="1890" y="1417"/>
                  </a:lnTo>
                  <a:lnTo>
                    <a:pt x="1895" y="1469"/>
                  </a:lnTo>
                  <a:lnTo>
                    <a:pt x="1897" y="1519"/>
                  </a:lnTo>
                  <a:lnTo>
                    <a:pt x="1897" y="3142"/>
                  </a:lnTo>
                  <a:lnTo>
                    <a:pt x="1895" y="3190"/>
                  </a:lnTo>
                  <a:lnTo>
                    <a:pt x="1890" y="3235"/>
                  </a:lnTo>
                  <a:lnTo>
                    <a:pt x="1881" y="3276"/>
                  </a:lnTo>
                  <a:lnTo>
                    <a:pt x="1869" y="3313"/>
                  </a:lnTo>
                  <a:lnTo>
                    <a:pt x="1854" y="3346"/>
                  </a:lnTo>
                  <a:lnTo>
                    <a:pt x="1836" y="3375"/>
                  </a:lnTo>
                  <a:lnTo>
                    <a:pt x="1816" y="3398"/>
                  </a:lnTo>
                  <a:lnTo>
                    <a:pt x="1793" y="3418"/>
                  </a:lnTo>
                  <a:lnTo>
                    <a:pt x="1768" y="3434"/>
                  </a:lnTo>
                  <a:lnTo>
                    <a:pt x="1740" y="3444"/>
                  </a:lnTo>
                  <a:lnTo>
                    <a:pt x="1711" y="3450"/>
                  </a:lnTo>
                  <a:lnTo>
                    <a:pt x="1681" y="3450"/>
                  </a:lnTo>
                  <a:lnTo>
                    <a:pt x="1648" y="3445"/>
                  </a:lnTo>
                  <a:lnTo>
                    <a:pt x="1614" y="3436"/>
                  </a:lnTo>
                  <a:lnTo>
                    <a:pt x="1579" y="3421"/>
                  </a:lnTo>
                  <a:lnTo>
                    <a:pt x="1542" y="3400"/>
                  </a:lnTo>
                  <a:lnTo>
                    <a:pt x="357" y="2643"/>
                  </a:lnTo>
                  <a:lnTo>
                    <a:pt x="320" y="2618"/>
                  </a:lnTo>
                  <a:lnTo>
                    <a:pt x="285" y="2588"/>
                  </a:lnTo>
                  <a:lnTo>
                    <a:pt x="251" y="2554"/>
                  </a:lnTo>
                  <a:lnTo>
                    <a:pt x="218" y="2517"/>
                  </a:lnTo>
                  <a:lnTo>
                    <a:pt x="187" y="2477"/>
                  </a:lnTo>
                  <a:lnTo>
                    <a:pt x="157" y="2433"/>
                  </a:lnTo>
                  <a:lnTo>
                    <a:pt x="130" y="2388"/>
                  </a:lnTo>
                  <a:lnTo>
                    <a:pt x="105" y="2341"/>
                  </a:lnTo>
                  <a:lnTo>
                    <a:pt x="81" y="2292"/>
                  </a:lnTo>
                  <a:lnTo>
                    <a:pt x="61" y="2241"/>
                  </a:lnTo>
                  <a:lnTo>
                    <a:pt x="44" y="2190"/>
                  </a:lnTo>
                  <a:lnTo>
                    <a:pt x="29" y="2138"/>
                  </a:lnTo>
                  <a:lnTo>
                    <a:pt x="17" y="2085"/>
                  </a:lnTo>
                  <a:lnTo>
                    <a:pt x="7" y="2033"/>
                  </a:lnTo>
                  <a:lnTo>
                    <a:pt x="3" y="1981"/>
                  </a:lnTo>
                  <a:lnTo>
                    <a:pt x="0" y="1931"/>
                  </a:lnTo>
                  <a:lnTo>
                    <a:pt x="0" y="308"/>
                  </a:lnTo>
                  <a:lnTo>
                    <a:pt x="3" y="260"/>
                  </a:lnTo>
                  <a:lnTo>
                    <a:pt x="7" y="215"/>
                  </a:lnTo>
                  <a:lnTo>
                    <a:pt x="17" y="174"/>
                  </a:lnTo>
                  <a:lnTo>
                    <a:pt x="29" y="137"/>
                  </a:lnTo>
                  <a:lnTo>
                    <a:pt x="44" y="104"/>
                  </a:lnTo>
                  <a:lnTo>
                    <a:pt x="61" y="76"/>
                  </a:lnTo>
                  <a:lnTo>
                    <a:pt x="81" y="51"/>
                  </a:lnTo>
                  <a:lnTo>
                    <a:pt x="105" y="31"/>
                  </a:lnTo>
                  <a:lnTo>
                    <a:pt x="130" y="16"/>
                  </a:lnTo>
                  <a:lnTo>
                    <a:pt x="157" y="5"/>
                  </a:lnTo>
                  <a:lnTo>
                    <a:pt x="187" y="0"/>
                  </a:lnTo>
                  <a:lnTo>
                    <a:pt x="218" y="0"/>
                  </a:lnTo>
                  <a:lnTo>
                    <a:pt x="251" y="3"/>
                  </a:lnTo>
                  <a:lnTo>
                    <a:pt x="285" y="14"/>
                  </a:lnTo>
                  <a:lnTo>
                    <a:pt x="320" y="29"/>
                  </a:lnTo>
                  <a:lnTo>
                    <a:pt x="357" y="49"/>
                  </a:lnTo>
                  <a:close/>
                </a:path>
              </a:pathLst>
            </a:custGeom>
            <a:solidFill>
              <a:srgbClr val="BFBFB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3760" name="Freeform 46"/>
            <p:cNvSpPr>
              <a:spLocks/>
            </p:cNvSpPr>
            <p:nvPr/>
          </p:nvSpPr>
          <p:spPr bwMode="auto">
            <a:xfrm>
              <a:off x="1268" y="1663"/>
              <a:ext cx="393" cy="711"/>
            </a:xfrm>
            <a:custGeom>
              <a:avLst/>
              <a:gdLst>
                <a:gd name="T0" fmla="*/ 3 w 1962"/>
                <a:gd name="T1" fmla="*/ 7 h 3555"/>
                <a:gd name="T2" fmla="*/ 2 w 1962"/>
                <a:gd name="T3" fmla="*/ 7 h 3555"/>
                <a:gd name="T4" fmla="*/ 2 w 1962"/>
                <a:gd name="T5" fmla="*/ 8 h 3555"/>
                <a:gd name="T6" fmla="*/ 1 w 1962"/>
                <a:gd name="T7" fmla="*/ 8 h 3555"/>
                <a:gd name="T8" fmla="*/ 1 w 1962"/>
                <a:gd name="T9" fmla="*/ 9 h 3555"/>
                <a:gd name="T10" fmla="*/ 1 w 1962"/>
                <a:gd name="T11" fmla="*/ 10 h 3555"/>
                <a:gd name="T12" fmla="*/ 0 w 1962"/>
                <a:gd name="T13" fmla="*/ 11 h 3555"/>
                <a:gd name="T14" fmla="*/ 0 w 1962"/>
                <a:gd name="T15" fmla="*/ 12 h 3555"/>
                <a:gd name="T16" fmla="*/ 0 w 1962"/>
                <a:gd name="T17" fmla="*/ 13 h 3555"/>
                <a:gd name="T18" fmla="*/ 0 w 1962"/>
                <a:gd name="T19" fmla="*/ 26 h 3555"/>
                <a:gd name="T20" fmla="*/ 0 w 1962"/>
                <a:gd name="T21" fmla="*/ 27 h 3555"/>
                <a:gd name="T22" fmla="*/ 0 w 1962"/>
                <a:gd name="T23" fmla="*/ 28 h 3555"/>
                <a:gd name="T24" fmla="*/ 1 w 1962"/>
                <a:gd name="T25" fmla="*/ 28 h 3555"/>
                <a:gd name="T26" fmla="*/ 1 w 1962"/>
                <a:gd name="T27" fmla="*/ 28 h 3555"/>
                <a:gd name="T28" fmla="*/ 2 w 1962"/>
                <a:gd name="T29" fmla="*/ 28 h 3555"/>
                <a:gd name="T30" fmla="*/ 2 w 1962"/>
                <a:gd name="T31" fmla="*/ 28 h 3555"/>
                <a:gd name="T32" fmla="*/ 3 w 1962"/>
                <a:gd name="T33" fmla="*/ 28 h 3555"/>
                <a:gd name="T34" fmla="*/ 13 w 1962"/>
                <a:gd name="T35" fmla="*/ 22 h 3555"/>
                <a:gd name="T36" fmla="*/ 13 w 1962"/>
                <a:gd name="T37" fmla="*/ 21 h 3555"/>
                <a:gd name="T38" fmla="*/ 14 w 1962"/>
                <a:gd name="T39" fmla="*/ 21 h 3555"/>
                <a:gd name="T40" fmla="*/ 14 w 1962"/>
                <a:gd name="T41" fmla="*/ 20 h 3555"/>
                <a:gd name="T42" fmla="*/ 15 w 1962"/>
                <a:gd name="T43" fmla="*/ 19 h 3555"/>
                <a:gd name="T44" fmla="*/ 15 w 1962"/>
                <a:gd name="T45" fmla="*/ 18 h 3555"/>
                <a:gd name="T46" fmla="*/ 16 w 1962"/>
                <a:gd name="T47" fmla="*/ 18 h 3555"/>
                <a:gd name="T48" fmla="*/ 16 w 1962"/>
                <a:gd name="T49" fmla="*/ 17 h 3555"/>
                <a:gd name="T50" fmla="*/ 16 w 1962"/>
                <a:gd name="T51" fmla="*/ 16 h 3555"/>
                <a:gd name="T52" fmla="*/ 16 w 1962"/>
                <a:gd name="T53" fmla="*/ 2 h 3555"/>
                <a:gd name="T54" fmla="*/ 16 w 1962"/>
                <a:gd name="T55" fmla="*/ 1 h 3555"/>
                <a:gd name="T56" fmla="*/ 15 w 1962"/>
                <a:gd name="T57" fmla="*/ 1 h 3555"/>
                <a:gd name="T58" fmla="*/ 15 w 1962"/>
                <a:gd name="T59" fmla="*/ 0 h 3555"/>
                <a:gd name="T60" fmla="*/ 15 w 1962"/>
                <a:gd name="T61" fmla="*/ 0 h 3555"/>
                <a:gd name="T62" fmla="*/ 14 w 1962"/>
                <a:gd name="T63" fmla="*/ 0 h 3555"/>
                <a:gd name="T64" fmla="*/ 14 w 1962"/>
                <a:gd name="T65" fmla="*/ 0 h 3555"/>
                <a:gd name="T66" fmla="*/ 13 w 1962"/>
                <a:gd name="T67" fmla="*/ 0 h 3555"/>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962"/>
                <a:gd name="T103" fmla="*/ 0 h 3555"/>
                <a:gd name="T104" fmla="*/ 1962 w 1962"/>
                <a:gd name="T105" fmla="*/ 3555 h 3555"/>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962" h="3555">
                  <a:moveTo>
                    <a:pt x="1594" y="50"/>
                  </a:moveTo>
                  <a:lnTo>
                    <a:pt x="368" y="831"/>
                  </a:lnTo>
                  <a:lnTo>
                    <a:pt x="330" y="858"/>
                  </a:lnTo>
                  <a:lnTo>
                    <a:pt x="294" y="888"/>
                  </a:lnTo>
                  <a:lnTo>
                    <a:pt x="259" y="922"/>
                  </a:lnTo>
                  <a:lnTo>
                    <a:pt x="225" y="961"/>
                  </a:lnTo>
                  <a:lnTo>
                    <a:pt x="193" y="1003"/>
                  </a:lnTo>
                  <a:lnTo>
                    <a:pt x="163" y="1047"/>
                  </a:lnTo>
                  <a:lnTo>
                    <a:pt x="133" y="1094"/>
                  </a:lnTo>
                  <a:lnTo>
                    <a:pt x="108" y="1143"/>
                  </a:lnTo>
                  <a:lnTo>
                    <a:pt x="84" y="1193"/>
                  </a:lnTo>
                  <a:lnTo>
                    <a:pt x="63" y="1246"/>
                  </a:lnTo>
                  <a:lnTo>
                    <a:pt x="44" y="1299"/>
                  </a:lnTo>
                  <a:lnTo>
                    <a:pt x="29" y="1353"/>
                  </a:lnTo>
                  <a:lnTo>
                    <a:pt x="16" y="1405"/>
                  </a:lnTo>
                  <a:lnTo>
                    <a:pt x="7" y="1459"/>
                  </a:lnTo>
                  <a:lnTo>
                    <a:pt x="2" y="1512"/>
                  </a:lnTo>
                  <a:lnTo>
                    <a:pt x="0" y="1565"/>
                  </a:lnTo>
                  <a:lnTo>
                    <a:pt x="0" y="3237"/>
                  </a:lnTo>
                  <a:lnTo>
                    <a:pt x="2" y="3287"/>
                  </a:lnTo>
                  <a:lnTo>
                    <a:pt x="7" y="3333"/>
                  </a:lnTo>
                  <a:lnTo>
                    <a:pt x="16" y="3375"/>
                  </a:lnTo>
                  <a:lnTo>
                    <a:pt x="29" y="3413"/>
                  </a:lnTo>
                  <a:lnTo>
                    <a:pt x="44" y="3447"/>
                  </a:lnTo>
                  <a:lnTo>
                    <a:pt x="63" y="3477"/>
                  </a:lnTo>
                  <a:lnTo>
                    <a:pt x="84" y="3502"/>
                  </a:lnTo>
                  <a:lnTo>
                    <a:pt x="108" y="3522"/>
                  </a:lnTo>
                  <a:lnTo>
                    <a:pt x="133" y="3538"/>
                  </a:lnTo>
                  <a:lnTo>
                    <a:pt x="163" y="3549"/>
                  </a:lnTo>
                  <a:lnTo>
                    <a:pt x="193" y="3555"/>
                  </a:lnTo>
                  <a:lnTo>
                    <a:pt x="225" y="3555"/>
                  </a:lnTo>
                  <a:lnTo>
                    <a:pt x="259" y="3550"/>
                  </a:lnTo>
                  <a:lnTo>
                    <a:pt x="294" y="3541"/>
                  </a:lnTo>
                  <a:lnTo>
                    <a:pt x="330" y="3524"/>
                  </a:lnTo>
                  <a:lnTo>
                    <a:pt x="368" y="3503"/>
                  </a:lnTo>
                  <a:lnTo>
                    <a:pt x="1594" y="2722"/>
                  </a:lnTo>
                  <a:lnTo>
                    <a:pt x="1632" y="2696"/>
                  </a:lnTo>
                  <a:lnTo>
                    <a:pt x="1668" y="2665"/>
                  </a:lnTo>
                  <a:lnTo>
                    <a:pt x="1703" y="2631"/>
                  </a:lnTo>
                  <a:lnTo>
                    <a:pt x="1737" y="2592"/>
                  </a:lnTo>
                  <a:lnTo>
                    <a:pt x="1769" y="2551"/>
                  </a:lnTo>
                  <a:lnTo>
                    <a:pt x="1799" y="2506"/>
                  </a:lnTo>
                  <a:lnTo>
                    <a:pt x="1829" y="2460"/>
                  </a:lnTo>
                  <a:lnTo>
                    <a:pt x="1854" y="2411"/>
                  </a:lnTo>
                  <a:lnTo>
                    <a:pt x="1878" y="2361"/>
                  </a:lnTo>
                  <a:lnTo>
                    <a:pt x="1899" y="2308"/>
                  </a:lnTo>
                  <a:lnTo>
                    <a:pt x="1918" y="2256"/>
                  </a:lnTo>
                  <a:lnTo>
                    <a:pt x="1933" y="2202"/>
                  </a:lnTo>
                  <a:lnTo>
                    <a:pt x="1946" y="2149"/>
                  </a:lnTo>
                  <a:lnTo>
                    <a:pt x="1955" y="2095"/>
                  </a:lnTo>
                  <a:lnTo>
                    <a:pt x="1960" y="2042"/>
                  </a:lnTo>
                  <a:lnTo>
                    <a:pt x="1962" y="1989"/>
                  </a:lnTo>
                  <a:lnTo>
                    <a:pt x="1962" y="319"/>
                  </a:lnTo>
                  <a:lnTo>
                    <a:pt x="1960" y="269"/>
                  </a:lnTo>
                  <a:lnTo>
                    <a:pt x="1955" y="223"/>
                  </a:lnTo>
                  <a:lnTo>
                    <a:pt x="1946" y="180"/>
                  </a:lnTo>
                  <a:lnTo>
                    <a:pt x="1933" y="143"/>
                  </a:lnTo>
                  <a:lnTo>
                    <a:pt x="1918" y="109"/>
                  </a:lnTo>
                  <a:lnTo>
                    <a:pt x="1899" y="79"/>
                  </a:lnTo>
                  <a:lnTo>
                    <a:pt x="1878" y="54"/>
                  </a:lnTo>
                  <a:lnTo>
                    <a:pt x="1854" y="33"/>
                  </a:lnTo>
                  <a:lnTo>
                    <a:pt x="1829" y="17"/>
                  </a:lnTo>
                  <a:lnTo>
                    <a:pt x="1799" y="7"/>
                  </a:lnTo>
                  <a:lnTo>
                    <a:pt x="1769" y="0"/>
                  </a:lnTo>
                  <a:lnTo>
                    <a:pt x="1737" y="0"/>
                  </a:lnTo>
                  <a:lnTo>
                    <a:pt x="1703" y="4"/>
                  </a:lnTo>
                  <a:lnTo>
                    <a:pt x="1668" y="14"/>
                  </a:lnTo>
                  <a:lnTo>
                    <a:pt x="1632" y="29"/>
                  </a:lnTo>
                  <a:lnTo>
                    <a:pt x="1594" y="50"/>
                  </a:lnTo>
                  <a:close/>
                </a:path>
              </a:pathLst>
            </a:custGeom>
            <a:solidFill>
              <a:srgbClr val="E5E5E5"/>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3761" name="Freeform 47"/>
            <p:cNvSpPr>
              <a:spLocks noEditPoints="1"/>
            </p:cNvSpPr>
            <p:nvPr/>
          </p:nvSpPr>
          <p:spPr bwMode="auto">
            <a:xfrm>
              <a:off x="916" y="1589"/>
              <a:ext cx="697" cy="698"/>
            </a:xfrm>
            <a:custGeom>
              <a:avLst/>
              <a:gdLst>
                <a:gd name="T0" fmla="*/ 16 w 3485"/>
                <a:gd name="T1" fmla="*/ 0 h 3490"/>
                <a:gd name="T2" fmla="*/ 17 w 3485"/>
                <a:gd name="T3" fmla="*/ 2 h 3490"/>
                <a:gd name="T4" fmla="*/ 17 w 3485"/>
                <a:gd name="T5" fmla="*/ 3 h 3490"/>
                <a:gd name="T6" fmla="*/ 14 w 3485"/>
                <a:gd name="T7" fmla="*/ 4 h 3490"/>
                <a:gd name="T8" fmla="*/ 12 w 3485"/>
                <a:gd name="T9" fmla="*/ 4 h 3490"/>
                <a:gd name="T10" fmla="*/ 11 w 3485"/>
                <a:gd name="T11" fmla="*/ 2 h 3490"/>
                <a:gd name="T12" fmla="*/ 11 w 3485"/>
                <a:gd name="T13" fmla="*/ 1 h 3490"/>
                <a:gd name="T14" fmla="*/ 14 w 3485"/>
                <a:gd name="T15" fmla="*/ 0 h 3490"/>
                <a:gd name="T16" fmla="*/ 3 w 3485"/>
                <a:gd name="T17" fmla="*/ 7 h 3490"/>
                <a:gd name="T18" fmla="*/ 4 w 3485"/>
                <a:gd name="T19" fmla="*/ 9 h 3490"/>
                <a:gd name="T20" fmla="*/ 3 w 3485"/>
                <a:gd name="T21" fmla="*/ 12 h 3490"/>
                <a:gd name="T22" fmla="*/ 2 w 3485"/>
                <a:gd name="T23" fmla="*/ 13 h 3490"/>
                <a:gd name="T24" fmla="*/ 1 w 3485"/>
                <a:gd name="T25" fmla="*/ 12 h 3490"/>
                <a:gd name="T26" fmla="*/ 0 w 3485"/>
                <a:gd name="T27" fmla="*/ 10 h 3490"/>
                <a:gd name="T28" fmla="*/ 0 w 3485"/>
                <a:gd name="T29" fmla="*/ 8 h 3490"/>
                <a:gd name="T30" fmla="*/ 2 w 3485"/>
                <a:gd name="T31" fmla="*/ 6 h 3490"/>
                <a:gd name="T32" fmla="*/ 10 w 3485"/>
                <a:gd name="T33" fmla="*/ 20 h 3490"/>
                <a:gd name="T34" fmla="*/ 11 w 3485"/>
                <a:gd name="T35" fmla="*/ 22 h 3490"/>
                <a:gd name="T36" fmla="*/ 11 w 3485"/>
                <a:gd name="T37" fmla="*/ 25 h 3490"/>
                <a:gd name="T38" fmla="*/ 10 w 3485"/>
                <a:gd name="T39" fmla="*/ 27 h 3490"/>
                <a:gd name="T40" fmla="*/ 8 w 3485"/>
                <a:gd name="T41" fmla="*/ 26 h 3490"/>
                <a:gd name="T42" fmla="*/ 7 w 3485"/>
                <a:gd name="T43" fmla="*/ 24 h 3490"/>
                <a:gd name="T44" fmla="*/ 7 w 3485"/>
                <a:gd name="T45" fmla="*/ 22 h 3490"/>
                <a:gd name="T46" fmla="*/ 8 w 3485"/>
                <a:gd name="T47" fmla="*/ 20 h 3490"/>
                <a:gd name="T48" fmla="*/ 20 w 3485"/>
                <a:gd name="T49" fmla="*/ 21 h 3490"/>
                <a:gd name="T50" fmla="*/ 21 w 3485"/>
                <a:gd name="T51" fmla="*/ 23 h 3490"/>
                <a:gd name="T52" fmla="*/ 21 w 3485"/>
                <a:gd name="T53" fmla="*/ 26 h 3490"/>
                <a:gd name="T54" fmla="*/ 20 w 3485"/>
                <a:gd name="T55" fmla="*/ 28 h 3490"/>
                <a:gd name="T56" fmla="*/ 18 w 3485"/>
                <a:gd name="T57" fmla="*/ 28 h 3490"/>
                <a:gd name="T58" fmla="*/ 17 w 3485"/>
                <a:gd name="T59" fmla="*/ 26 h 3490"/>
                <a:gd name="T60" fmla="*/ 17 w 3485"/>
                <a:gd name="T61" fmla="*/ 23 h 3490"/>
                <a:gd name="T62" fmla="*/ 18 w 3485"/>
                <a:gd name="T63" fmla="*/ 21 h 3490"/>
                <a:gd name="T64" fmla="*/ 19 w 3485"/>
                <a:gd name="T65" fmla="*/ 11 h 3490"/>
                <a:gd name="T66" fmla="*/ 20 w 3485"/>
                <a:gd name="T67" fmla="*/ 13 h 3490"/>
                <a:gd name="T68" fmla="*/ 21 w 3485"/>
                <a:gd name="T69" fmla="*/ 15 h 3490"/>
                <a:gd name="T70" fmla="*/ 20 w 3485"/>
                <a:gd name="T71" fmla="*/ 17 h 3490"/>
                <a:gd name="T72" fmla="*/ 18 w 3485"/>
                <a:gd name="T73" fmla="*/ 17 h 3490"/>
                <a:gd name="T74" fmla="*/ 17 w 3485"/>
                <a:gd name="T75" fmla="*/ 16 h 3490"/>
                <a:gd name="T76" fmla="*/ 17 w 3485"/>
                <a:gd name="T77" fmla="*/ 13 h 3490"/>
                <a:gd name="T78" fmla="*/ 18 w 3485"/>
                <a:gd name="T79" fmla="*/ 11 h 3490"/>
                <a:gd name="T80" fmla="*/ 26 w 3485"/>
                <a:gd name="T81" fmla="*/ 7 h 3490"/>
                <a:gd name="T82" fmla="*/ 27 w 3485"/>
                <a:gd name="T83" fmla="*/ 8 h 3490"/>
                <a:gd name="T84" fmla="*/ 27 w 3485"/>
                <a:gd name="T85" fmla="*/ 11 h 3490"/>
                <a:gd name="T86" fmla="*/ 26 w 3485"/>
                <a:gd name="T87" fmla="*/ 13 h 3490"/>
                <a:gd name="T88" fmla="*/ 25 w 3485"/>
                <a:gd name="T89" fmla="*/ 13 h 3490"/>
                <a:gd name="T90" fmla="*/ 24 w 3485"/>
                <a:gd name="T91" fmla="*/ 12 h 3490"/>
                <a:gd name="T92" fmla="*/ 24 w 3485"/>
                <a:gd name="T93" fmla="*/ 9 h 3490"/>
                <a:gd name="T94" fmla="*/ 24 w 3485"/>
                <a:gd name="T95" fmla="*/ 7 h 3490"/>
                <a:gd name="T96" fmla="*/ 26 w 3485"/>
                <a:gd name="T97" fmla="*/ 17 h 3490"/>
                <a:gd name="T98" fmla="*/ 27 w 3485"/>
                <a:gd name="T99" fmla="*/ 18 h 3490"/>
                <a:gd name="T100" fmla="*/ 28 w 3485"/>
                <a:gd name="T101" fmla="*/ 21 h 3490"/>
                <a:gd name="T102" fmla="*/ 27 w 3485"/>
                <a:gd name="T103" fmla="*/ 23 h 3490"/>
                <a:gd name="T104" fmla="*/ 26 w 3485"/>
                <a:gd name="T105" fmla="*/ 24 h 3490"/>
                <a:gd name="T106" fmla="*/ 24 w 3485"/>
                <a:gd name="T107" fmla="*/ 23 h 3490"/>
                <a:gd name="T108" fmla="*/ 24 w 3485"/>
                <a:gd name="T109" fmla="*/ 20 h 3490"/>
                <a:gd name="T110" fmla="*/ 25 w 3485"/>
                <a:gd name="T111" fmla="*/ 18 h 3490"/>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w 3485"/>
                <a:gd name="T169" fmla="*/ 0 h 3490"/>
                <a:gd name="T170" fmla="*/ 3485 w 3485"/>
                <a:gd name="T171" fmla="*/ 3490 h 3490"/>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T168" t="T169" r="T170" b="T171"/>
              <a:pathLst>
                <a:path w="3485" h="3490">
                  <a:moveTo>
                    <a:pt x="1754" y="0"/>
                  </a:moveTo>
                  <a:lnTo>
                    <a:pt x="1797" y="2"/>
                  </a:lnTo>
                  <a:lnTo>
                    <a:pt x="1840" y="5"/>
                  </a:lnTo>
                  <a:lnTo>
                    <a:pt x="1881" y="12"/>
                  </a:lnTo>
                  <a:lnTo>
                    <a:pt x="1921" y="20"/>
                  </a:lnTo>
                  <a:lnTo>
                    <a:pt x="1959" y="31"/>
                  </a:lnTo>
                  <a:lnTo>
                    <a:pt x="1994" y="44"/>
                  </a:lnTo>
                  <a:lnTo>
                    <a:pt x="2028" y="59"/>
                  </a:lnTo>
                  <a:lnTo>
                    <a:pt x="2058" y="74"/>
                  </a:lnTo>
                  <a:lnTo>
                    <a:pt x="2086" y="93"/>
                  </a:lnTo>
                  <a:lnTo>
                    <a:pt x="2111" y="113"/>
                  </a:lnTo>
                  <a:lnTo>
                    <a:pt x="2132" y="133"/>
                  </a:lnTo>
                  <a:lnTo>
                    <a:pt x="2151" y="155"/>
                  </a:lnTo>
                  <a:lnTo>
                    <a:pt x="2165" y="179"/>
                  </a:lnTo>
                  <a:lnTo>
                    <a:pt x="2175" y="203"/>
                  </a:lnTo>
                  <a:lnTo>
                    <a:pt x="2182" y="229"/>
                  </a:lnTo>
                  <a:lnTo>
                    <a:pt x="2185" y="255"/>
                  </a:lnTo>
                  <a:lnTo>
                    <a:pt x="2182" y="281"/>
                  </a:lnTo>
                  <a:lnTo>
                    <a:pt x="2175" y="305"/>
                  </a:lnTo>
                  <a:lnTo>
                    <a:pt x="2165" y="330"/>
                  </a:lnTo>
                  <a:lnTo>
                    <a:pt x="2151" y="353"/>
                  </a:lnTo>
                  <a:lnTo>
                    <a:pt x="2132" y="376"/>
                  </a:lnTo>
                  <a:lnTo>
                    <a:pt x="2111" y="397"/>
                  </a:lnTo>
                  <a:lnTo>
                    <a:pt x="2086" y="417"/>
                  </a:lnTo>
                  <a:lnTo>
                    <a:pt x="2058" y="434"/>
                  </a:lnTo>
                  <a:lnTo>
                    <a:pt x="2028" y="451"/>
                  </a:lnTo>
                  <a:lnTo>
                    <a:pt x="1994" y="466"/>
                  </a:lnTo>
                  <a:lnTo>
                    <a:pt x="1959" y="479"/>
                  </a:lnTo>
                  <a:lnTo>
                    <a:pt x="1921" y="489"/>
                  </a:lnTo>
                  <a:lnTo>
                    <a:pt x="1881" y="498"/>
                  </a:lnTo>
                  <a:lnTo>
                    <a:pt x="1840" y="505"/>
                  </a:lnTo>
                  <a:lnTo>
                    <a:pt x="1797" y="508"/>
                  </a:lnTo>
                  <a:lnTo>
                    <a:pt x="1754" y="509"/>
                  </a:lnTo>
                  <a:lnTo>
                    <a:pt x="1710" y="508"/>
                  </a:lnTo>
                  <a:lnTo>
                    <a:pt x="1667" y="505"/>
                  </a:lnTo>
                  <a:lnTo>
                    <a:pt x="1626" y="498"/>
                  </a:lnTo>
                  <a:lnTo>
                    <a:pt x="1586" y="489"/>
                  </a:lnTo>
                  <a:lnTo>
                    <a:pt x="1548" y="479"/>
                  </a:lnTo>
                  <a:lnTo>
                    <a:pt x="1512" y="466"/>
                  </a:lnTo>
                  <a:lnTo>
                    <a:pt x="1479" y="451"/>
                  </a:lnTo>
                  <a:lnTo>
                    <a:pt x="1449" y="434"/>
                  </a:lnTo>
                  <a:lnTo>
                    <a:pt x="1421" y="417"/>
                  </a:lnTo>
                  <a:lnTo>
                    <a:pt x="1395" y="397"/>
                  </a:lnTo>
                  <a:lnTo>
                    <a:pt x="1374" y="376"/>
                  </a:lnTo>
                  <a:lnTo>
                    <a:pt x="1355" y="353"/>
                  </a:lnTo>
                  <a:lnTo>
                    <a:pt x="1341" y="330"/>
                  </a:lnTo>
                  <a:lnTo>
                    <a:pt x="1331" y="305"/>
                  </a:lnTo>
                  <a:lnTo>
                    <a:pt x="1324" y="281"/>
                  </a:lnTo>
                  <a:lnTo>
                    <a:pt x="1321" y="255"/>
                  </a:lnTo>
                  <a:lnTo>
                    <a:pt x="1324" y="229"/>
                  </a:lnTo>
                  <a:lnTo>
                    <a:pt x="1331" y="203"/>
                  </a:lnTo>
                  <a:lnTo>
                    <a:pt x="1341" y="179"/>
                  </a:lnTo>
                  <a:lnTo>
                    <a:pt x="1355" y="155"/>
                  </a:lnTo>
                  <a:lnTo>
                    <a:pt x="1374" y="133"/>
                  </a:lnTo>
                  <a:lnTo>
                    <a:pt x="1395" y="113"/>
                  </a:lnTo>
                  <a:lnTo>
                    <a:pt x="1421" y="93"/>
                  </a:lnTo>
                  <a:lnTo>
                    <a:pt x="1449" y="74"/>
                  </a:lnTo>
                  <a:lnTo>
                    <a:pt x="1479" y="59"/>
                  </a:lnTo>
                  <a:lnTo>
                    <a:pt x="1512" y="44"/>
                  </a:lnTo>
                  <a:lnTo>
                    <a:pt x="1548" y="31"/>
                  </a:lnTo>
                  <a:lnTo>
                    <a:pt x="1586" y="20"/>
                  </a:lnTo>
                  <a:lnTo>
                    <a:pt x="1626" y="12"/>
                  </a:lnTo>
                  <a:lnTo>
                    <a:pt x="1667" y="5"/>
                  </a:lnTo>
                  <a:lnTo>
                    <a:pt x="1710" y="2"/>
                  </a:lnTo>
                  <a:lnTo>
                    <a:pt x="1754" y="0"/>
                  </a:lnTo>
                  <a:close/>
                  <a:moveTo>
                    <a:pt x="239" y="786"/>
                  </a:moveTo>
                  <a:lnTo>
                    <a:pt x="263" y="788"/>
                  </a:lnTo>
                  <a:lnTo>
                    <a:pt x="287" y="794"/>
                  </a:lnTo>
                  <a:lnTo>
                    <a:pt x="309" y="805"/>
                  </a:lnTo>
                  <a:lnTo>
                    <a:pt x="331" y="819"/>
                  </a:lnTo>
                  <a:lnTo>
                    <a:pt x="352" y="836"/>
                  </a:lnTo>
                  <a:lnTo>
                    <a:pt x="372" y="857"/>
                  </a:lnTo>
                  <a:lnTo>
                    <a:pt x="390" y="882"/>
                  </a:lnTo>
                  <a:lnTo>
                    <a:pt x="407" y="909"/>
                  </a:lnTo>
                  <a:lnTo>
                    <a:pt x="423" y="940"/>
                  </a:lnTo>
                  <a:lnTo>
                    <a:pt x="437" y="971"/>
                  </a:lnTo>
                  <a:lnTo>
                    <a:pt x="448" y="1006"/>
                  </a:lnTo>
                  <a:lnTo>
                    <a:pt x="459" y="1043"/>
                  </a:lnTo>
                  <a:lnTo>
                    <a:pt x="467" y="1081"/>
                  </a:lnTo>
                  <a:lnTo>
                    <a:pt x="473" y="1121"/>
                  </a:lnTo>
                  <a:lnTo>
                    <a:pt x="476" y="1163"/>
                  </a:lnTo>
                  <a:lnTo>
                    <a:pt x="478" y="1206"/>
                  </a:lnTo>
                  <a:lnTo>
                    <a:pt x="476" y="1248"/>
                  </a:lnTo>
                  <a:lnTo>
                    <a:pt x="473" y="1290"/>
                  </a:lnTo>
                  <a:lnTo>
                    <a:pt x="467" y="1330"/>
                  </a:lnTo>
                  <a:lnTo>
                    <a:pt x="459" y="1367"/>
                  </a:lnTo>
                  <a:lnTo>
                    <a:pt x="448" y="1405"/>
                  </a:lnTo>
                  <a:lnTo>
                    <a:pt x="437" y="1439"/>
                  </a:lnTo>
                  <a:lnTo>
                    <a:pt x="423" y="1472"/>
                  </a:lnTo>
                  <a:lnTo>
                    <a:pt x="407" y="1501"/>
                  </a:lnTo>
                  <a:lnTo>
                    <a:pt x="390" y="1528"/>
                  </a:lnTo>
                  <a:lnTo>
                    <a:pt x="372" y="1553"/>
                  </a:lnTo>
                  <a:lnTo>
                    <a:pt x="352" y="1574"/>
                  </a:lnTo>
                  <a:lnTo>
                    <a:pt x="331" y="1591"/>
                  </a:lnTo>
                  <a:lnTo>
                    <a:pt x="309" y="1605"/>
                  </a:lnTo>
                  <a:lnTo>
                    <a:pt x="287" y="1616"/>
                  </a:lnTo>
                  <a:lnTo>
                    <a:pt x="263" y="1622"/>
                  </a:lnTo>
                  <a:lnTo>
                    <a:pt x="239" y="1624"/>
                  </a:lnTo>
                  <a:lnTo>
                    <a:pt x="214" y="1622"/>
                  </a:lnTo>
                  <a:lnTo>
                    <a:pt x="191" y="1616"/>
                  </a:lnTo>
                  <a:lnTo>
                    <a:pt x="168" y="1605"/>
                  </a:lnTo>
                  <a:lnTo>
                    <a:pt x="146" y="1591"/>
                  </a:lnTo>
                  <a:lnTo>
                    <a:pt x="125" y="1574"/>
                  </a:lnTo>
                  <a:lnTo>
                    <a:pt x="105" y="1553"/>
                  </a:lnTo>
                  <a:lnTo>
                    <a:pt x="87" y="1528"/>
                  </a:lnTo>
                  <a:lnTo>
                    <a:pt x="70" y="1501"/>
                  </a:lnTo>
                  <a:lnTo>
                    <a:pt x="55" y="1472"/>
                  </a:lnTo>
                  <a:lnTo>
                    <a:pt x="41" y="1439"/>
                  </a:lnTo>
                  <a:lnTo>
                    <a:pt x="29" y="1405"/>
                  </a:lnTo>
                  <a:lnTo>
                    <a:pt x="18" y="1367"/>
                  </a:lnTo>
                  <a:lnTo>
                    <a:pt x="10" y="1330"/>
                  </a:lnTo>
                  <a:lnTo>
                    <a:pt x="4" y="1290"/>
                  </a:lnTo>
                  <a:lnTo>
                    <a:pt x="1" y="1248"/>
                  </a:lnTo>
                  <a:lnTo>
                    <a:pt x="0" y="1206"/>
                  </a:lnTo>
                  <a:lnTo>
                    <a:pt x="1" y="1163"/>
                  </a:lnTo>
                  <a:lnTo>
                    <a:pt x="4" y="1121"/>
                  </a:lnTo>
                  <a:lnTo>
                    <a:pt x="10" y="1081"/>
                  </a:lnTo>
                  <a:lnTo>
                    <a:pt x="18" y="1043"/>
                  </a:lnTo>
                  <a:lnTo>
                    <a:pt x="29" y="1006"/>
                  </a:lnTo>
                  <a:lnTo>
                    <a:pt x="41" y="971"/>
                  </a:lnTo>
                  <a:lnTo>
                    <a:pt x="55" y="940"/>
                  </a:lnTo>
                  <a:lnTo>
                    <a:pt x="70" y="909"/>
                  </a:lnTo>
                  <a:lnTo>
                    <a:pt x="87" y="882"/>
                  </a:lnTo>
                  <a:lnTo>
                    <a:pt x="105" y="857"/>
                  </a:lnTo>
                  <a:lnTo>
                    <a:pt x="125" y="836"/>
                  </a:lnTo>
                  <a:lnTo>
                    <a:pt x="146" y="819"/>
                  </a:lnTo>
                  <a:lnTo>
                    <a:pt x="168" y="805"/>
                  </a:lnTo>
                  <a:lnTo>
                    <a:pt x="191" y="794"/>
                  </a:lnTo>
                  <a:lnTo>
                    <a:pt x="214" y="788"/>
                  </a:lnTo>
                  <a:lnTo>
                    <a:pt x="239" y="786"/>
                  </a:lnTo>
                  <a:close/>
                  <a:moveTo>
                    <a:pt x="1119" y="2495"/>
                  </a:moveTo>
                  <a:lnTo>
                    <a:pt x="1143" y="2498"/>
                  </a:lnTo>
                  <a:lnTo>
                    <a:pt x="1167" y="2504"/>
                  </a:lnTo>
                  <a:lnTo>
                    <a:pt x="1190" y="2514"/>
                  </a:lnTo>
                  <a:lnTo>
                    <a:pt x="1211" y="2528"/>
                  </a:lnTo>
                  <a:lnTo>
                    <a:pt x="1232" y="2546"/>
                  </a:lnTo>
                  <a:lnTo>
                    <a:pt x="1252" y="2567"/>
                  </a:lnTo>
                  <a:lnTo>
                    <a:pt x="1271" y="2592"/>
                  </a:lnTo>
                  <a:lnTo>
                    <a:pt x="1288" y="2618"/>
                  </a:lnTo>
                  <a:lnTo>
                    <a:pt x="1304" y="2648"/>
                  </a:lnTo>
                  <a:lnTo>
                    <a:pt x="1318" y="2681"/>
                  </a:lnTo>
                  <a:lnTo>
                    <a:pt x="1329" y="2715"/>
                  </a:lnTo>
                  <a:lnTo>
                    <a:pt x="1340" y="2752"/>
                  </a:lnTo>
                  <a:lnTo>
                    <a:pt x="1348" y="2790"/>
                  </a:lnTo>
                  <a:lnTo>
                    <a:pt x="1354" y="2830"/>
                  </a:lnTo>
                  <a:lnTo>
                    <a:pt x="1358" y="2872"/>
                  </a:lnTo>
                  <a:lnTo>
                    <a:pt x="1359" y="2914"/>
                  </a:lnTo>
                  <a:lnTo>
                    <a:pt x="1358" y="2956"/>
                  </a:lnTo>
                  <a:lnTo>
                    <a:pt x="1354" y="2998"/>
                  </a:lnTo>
                  <a:lnTo>
                    <a:pt x="1348" y="3038"/>
                  </a:lnTo>
                  <a:lnTo>
                    <a:pt x="1340" y="3077"/>
                  </a:lnTo>
                  <a:lnTo>
                    <a:pt x="1329" y="3113"/>
                  </a:lnTo>
                  <a:lnTo>
                    <a:pt x="1318" y="3147"/>
                  </a:lnTo>
                  <a:lnTo>
                    <a:pt x="1304" y="3180"/>
                  </a:lnTo>
                  <a:lnTo>
                    <a:pt x="1288" y="3209"/>
                  </a:lnTo>
                  <a:lnTo>
                    <a:pt x="1271" y="3238"/>
                  </a:lnTo>
                  <a:lnTo>
                    <a:pt x="1252" y="3261"/>
                  </a:lnTo>
                  <a:lnTo>
                    <a:pt x="1232" y="3282"/>
                  </a:lnTo>
                  <a:lnTo>
                    <a:pt x="1211" y="3301"/>
                  </a:lnTo>
                  <a:lnTo>
                    <a:pt x="1190" y="3315"/>
                  </a:lnTo>
                  <a:lnTo>
                    <a:pt x="1167" y="3325"/>
                  </a:lnTo>
                  <a:lnTo>
                    <a:pt x="1143" y="3331"/>
                  </a:lnTo>
                  <a:lnTo>
                    <a:pt x="1119" y="3334"/>
                  </a:lnTo>
                  <a:lnTo>
                    <a:pt x="1094" y="3331"/>
                  </a:lnTo>
                  <a:lnTo>
                    <a:pt x="1070" y="3325"/>
                  </a:lnTo>
                  <a:lnTo>
                    <a:pt x="1048" y="3315"/>
                  </a:lnTo>
                  <a:lnTo>
                    <a:pt x="1026" y="3301"/>
                  </a:lnTo>
                  <a:lnTo>
                    <a:pt x="1005" y="3282"/>
                  </a:lnTo>
                  <a:lnTo>
                    <a:pt x="985" y="3261"/>
                  </a:lnTo>
                  <a:lnTo>
                    <a:pt x="967" y="3238"/>
                  </a:lnTo>
                  <a:lnTo>
                    <a:pt x="950" y="3209"/>
                  </a:lnTo>
                  <a:lnTo>
                    <a:pt x="935" y="3180"/>
                  </a:lnTo>
                  <a:lnTo>
                    <a:pt x="921" y="3147"/>
                  </a:lnTo>
                  <a:lnTo>
                    <a:pt x="909" y="3113"/>
                  </a:lnTo>
                  <a:lnTo>
                    <a:pt x="898" y="3077"/>
                  </a:lnTo>
                  <a:lnTo>
                    <a:pt x="890" y="3038"/>
                  </a:lnTo>
                  <a:lnTo>
                    <a:pt x="884" y="2998"/>
                  </a:lnTo>
                  <a:lnTo>
                    <a:pt x="881" y="2956"/>
                  </a:lnTo>
                  <a:lnTo>
                    <a:pt x="880" y="2914"/>
                  </a:lnTo>
                  <a:lnTo>
                    <a:pt x="881" y="2872"/>
                  </a:lnTo>
                  <a:lnTo>
                    <a:pt x="884" y="2830"/>
                  </a:lnTo>
                  <a:lnTo>
                    <a:pt x="890" y="2790"/>
                  </a:lnTo>
                  <a:lnTo>
                    <a:pt x="898" y="2752"/>
                  </a:lnTo>
                  <a:lnTo>
                    <a:pt x="909" y="2715"/>
                  </a:lnTo>
                  <a:lnTo>
                    <a:pt x="921" y="2681"/>
                  </a:lnTo>
                  <a:lnTo>
                    <a:pt x="935" y="2648"/>
                  </a:lnTo>
                  <a:lnTo>
                    <a:pt x="950" y="2618"/>
                  </a:lnTo>
                  <a:lnTo>
                    <a:pt x="967" y="2592"/>
                  </a:lnTo>
                  <a:lnTo>
                    <a:pt x="985" y="2567"/>
                  </a:lnTo>
                  <a:lnTo>
                    <a:pt x="1005" y="2546"/>
                  </a:lnTo>
                  <a:lnTo>
                    <a:pt x="1026" y="2528"/>
                  </a:lnTo>
                  <a:lnTo>
                    <a:pt x="1048" y="2514"/>
                  </a:lnTo>
                  <a:lnTo>
                    <a:pt x="1070" y="2504"/>
                  </a:lnTo>
                  <a:lnTo>
                    <a:pt x="1094" y="2498"/>
                  </a:lnTo>
                  <a:lnTo>
                    <a:pt x="1119" y="2495"/>
                  </a:lnTo>
                  <a:close/>
                  <a:moveTo>
                    <a:pt x="2380" y="2651"/>
                  </a:moveTo>
                  <a:lnTo>
                    <a:pt x="2405" y="2654"/>
                  </a:lnTo>
                  <a:lnTo>
                    <a:pt x="2428" y="2660"/>
                  </a:lnTo>
                  <a:lnTo>
                    <a:pt x="2452" y="2670"/>
                  </a:lnTo>
                  <a:lnTo>
                    <a:pt x="2473" y="2684"/>
                  </a:lnTo>
                  <a:lnTo>
                    <a:pt x="2494" y="2703"/>
                  </a:lnTo>
                  <a:lnTo>
                    <a:pt x="2514" y="2724"/>
                  </a:lnTo>
                  <a:lnTo>
                    <a:pt x="2533" y="2747"/>
                  </a:lnTo>
                  <a:lnTo>
                    <a:pt x="2550" y="2774"/>
                  </a:lnTo>
                  <a:lnTo>
                    <a:pt x="2565" y="2805"/>
                  </a:lnTo>
                  <a:lnTo>
                    <a:pt x="2580" y="2838"/>
                  </a:lnTo>
                  <a:lnTo>
                    <a:pt x="2591" y="2872"/>
                  </a:lnTo>
                  <a:lnTo>
                    <a:pt x="2602" y="2908"/>
                  </a:lnTo>
                  <a:lnTo>
                    <a:pt x="2610" y="2947"/>
                  </a:lnTo>
                  <a:lnTo>
                    <a:pt x="2616" y="2987"/>
                  </a:lnTo>
                  <a:lnTo>
                    <a:pt x="2619" y="3029"/>
                  </a:lnTo>
                  <a:lnTo>
                    <a:pt x="2621" y="3071"/>
                  </a:lnTo>
                  <a:lnTo>
                    <a:pt x="2619" y="3113"/>
                  </a:lnTo>
                  <a:lnTo>
                    <a:pt x="2616" y="3155"/>
                  </a:lnTo>
                  <a:lnTo>
                    <a:pt x="2610" y="3195"/>
                  </a:lnTo>
                  <a:lnTo>
                    <a:pt x="2602" y="3233"/>
                  </a:lnTo>
                  <a:lnTo>
                    <a:pt x="2591" y="3270"/>
                  </a:lnTo>
                  <a:lnTo>
                    <a:pt x="2580" y="3304"/>
                  </a:lnTo>
                  <a:lnTo>
                    <a:pt x="2565" y="3337"/>
                  </a:lnTo>
                  <a:lnTo>
                    <a:pt x="2550" y="3367"/>
                  </a:lnTo>
                  <a:lnTo>
                    <a:pt x="2533" y="3393"/>
                  </a:lnTo>
                  <a:lnTo>
                    <a:pt x="2514" y="3418"/>
                  </a:lnTo>
                  <a:lnTo>
                    <a:pt x="2494" y="3439"/>
                  </a:lnTo>
                  <a:lnTo>
                    <a:pt x="2473" y="3457"/>
                  </a:lnTo>
                  <a:lnTo>
                    <a:pt x="2452" y="3471"/>
                  </a:lnTo>
                  <a:lnTo>
                    <a:pt x="2428" y="3481"/>
                  </a:lnTo>
                  <a:lnTo>
                    <a:pt x="2405" y="3487"/>
                  </a:lnTo>
                  <a:lnTo>
                    <a:pt x="2380" y="3490"/>
                  </a:lnTo>
                  <a:lnTo>
                    <a:pt x="2356" y="3487"/>
                  </a:lnTo>
                  <a:lnTo>
                    <a:pt x="2332" y="3481"/>
                  </a:lnTo>
                  <a:lnTo>
                    <a:pt x="2310" y="3471"/>
                  </a:lnTo>
                  <a:lnTo>
                    <a:pt x="2288" y="3457"/>
                  </a:lnTo>
                  <a:lnTo>
                    <a:pt x="2267" y="3439"/>
                  </a:lnTo>
                  <a:lnTo>
                    <a:pt x="2248" y="3418"/>
                  </a:lnTo>
                  <a:lnTo>
                    <a:pt x="2229" y="3393"/>
                  </a:lnTo>
                  <a:lnTo>
                    <a:pt x="2212" y="3367"/>
                  </a:lnTo>
                  <a:lnTo>
                    <a:pt x="2196" y="3337"/>
                  </a:lnTo>
                  <a:lnTo>
                    <a:pt x="2182" y="3304"/>
                  </a:lnTo>
                  <a:lnTo>
                    <a:pt x="2171" y="3270"/>
                  </a:lnTo>
                  <a:lnTo>
                    <a:pt x="2160" y="3233"/>
                  </a:lnTo>
                  <a:lnTo>
                    <a:pt x="2152" y="3195"/>
                  </a:lnTo>
                  <a:lnTo>
                    <a:pt x="2146" y="3155"/>
                  </a:lnTo>
                  <a:lnTo>
                    <a:pt x="2142" y="3113"/>
                  </a:lnTo>
                  <a:lnTo>
                    <a:pt x="2141" y="3071"/>
                  </a:lnTo>
                  <a:lnTo>
                    <a:pt x="2142" y="3029"/>
                  </a:lnTo>
                  <a:lnTo>
                    <a:pt x="2146" y="2987"/>
                  </a:lnTo>
                  <a:lnTo>
                    <a:pt x="2152" y="2947"/>
                  </a:lnTo>
                  <a:lnTo>
                    <a:pt x="2160" y="2908"/>
                  </a:lnTo>
                  <a:lnTo>
                    <a:pt x="2171" y="2872"/>
                  </a:lnTo>
                  <a:lnTo>
                    <a:pt x="2182" y="2838"/>
                  </a:lnTo>
                  <a:lnTo>
                    <a:pt x="2196" y="2805"/>
                  </a:lnTo>
                  <a:lnTo>
                    <a:pt x="2212" y="2774"/>
                  </a:lnTo>
                  <a:lnTo>
                    <a:pt x="2229" y="2747"/>
                  </a:lnTo>
                  <a:lnTo>
                    <a:pt x="2248" y="2724"/>
                  </a:lnTo>
                  <a:lnTo>
                    <a:pt x="2267" y="2703"/>
                  </a:lnTo>
                  <a:lnTo>
                    <a:pt x="2288" y="2684"/>
                  </a:lnTo>
                  <a:lnTo>
                    <a:pt x="2310" y="2670"/>
                  </a:lnTo>
                  <a:lnTo>
                    <a:pt x="2332" y="2660"/>
                  </a:lnTo>
                  <a:lnTo>
                    <a:pt x="2356" y="2654"/>
                  </a:lnTo>
                  <a:lnTo>
                    <a:pt x="2380" y="2651"/>
                  </a:lnTo>
                  <a:close/>
                  <a:moveTo>
                    <a:pt x="2342" y="1355"/>
                  </a:moveTo>
                  <a:lnTo>
                    <a:pt x="2366" y="1357"/>
                  </a:lnTo>
                  <a:lnTo>
                    <a:pt x="2390" y="1363"/>
                  </a:lnTo>
                  <a:lnTo>
                    <a:pt x="2412" y="1373"/>
                  </a:lnTo>
                  <a:lnTo>
                    <a:pt x="2434" y="1387"/>
                  </a:lnTo>
                  <a:lnTo>
                    <a:pt x="2455" y="1405"/>
                  </a:lnTo>
                  <a:lnTo>
                    <a:pt x="2475" y="1426"/>
                  </a:lnTo>
                  <a:lnTo>
                    <a:pt x="2493" y="1451"/>
                  </a:lnTo>
                  <a:lnTo>
                    <a:pt x="2510" y="1478"/>
                  </a:lnTo>
                  <a:lnTo>
                    <a:pt x="2526" y="1507"/>
                  </a:lnTo>
                  <a:lnTo>
                    <a:pt x="2540" y="1540"/>
                  </a:lnTo>
                  <a:lnTo>
                    <a:pt x="2551" y="1574"/>
                  </a:lnTo>
                  <a:lnTo>
                    <a:pt x="2562" y="1611"/>
                  </a:lnTo>
                  <a:lnTo>
                    <a:pt x="2570" y="1649"/>
                  </a:lnTo>
                  <a:lnTo>
                    <a:pt x="2576" y="1689"/>
                  </a:lnTo>
                  <a:lnTo>
                    <a:pt x="2580" y="1731"/>
                  </a:lnTo>
                  <a:lnTo>
                    <a:pt x="2581" y="1773"/>
                  </a:lnTo>
                  <a:lnTo>
                    <a:pt x="2580" y="1815"/>
                  </a:lnTo>
                  <a:lnTo>
                    <a:pt x="2576" y="1858"/>
                  </a:lnTo>
                  <a:lnTo>
                    <a:pt x="2570" y="1897"/>
                  </a:lnTo>
                  <a:lnTo>
                    <a:pt x="2562" y="1936"/>
                  </a:lnTo>
                  <a:lnTo>
                    <a:pt x="2551" y="1972"/>
                  </a:lnTo>
                  <a:lnTo>
                    <a:pt x="2540" y="2008"/>
                  </a:lnTo>
                  <a:lnTo>
                    <a:pt x="2526" y="2039"/>
                  </a:lnTo>
                  <a:lnTo>
                    <a:pt x="2510" y="2070"/>
                  </a:lnTo>
                  <a:lnTo>
                    <a:pt x="2493" y="2097"/>
                  </a:lnTo>
                  <a:lnTo>
                    <a:pt x="2475" y="2121"/>
                  </a:lnTo>
                  <a:lnTo>
                    <a:pt x="2455" y="2142"/>
                  </a:lnTo>
                  <a:lnTo>
                    <a:pt x="2434" y="2160"/>
                  </a:lnTo>
                  <a:lnTo>
                    <a:pt x="2412" y="2174"/>
                  </a:lnTo>
                  <a:lnTo>
                    <a:pt x="2390" y="2185"/>
                  </a:lnTo>
                  <a:lnTo>
                    <a:pt x="2366" y="2191"/>
                  </a:lnTo>
                  <a:lnTo>
                    <a:pt x="2342" y="2193"/>
                  </a:lnTo>
                  <a:lnTo>
                    <a:pt x="2317" y="2191"/>
                  </a:lnTo>
                  <a:lnTo>
                    <a:pt x="2294" y="2185"/>
                  </a:lnTo>
                  <a:lnTo>
                    <a:pt x="2270" y="2174"/>
                  </a:lnTo>
                  <a:lnTo>
                    <a:pt x="2249" y="2160"/>
                  </a:lnTo>
                  <a:lnTo>
                    <a:pt x="2228" y="2142"/>
                  </a:lnTo>
                  <a:lnTo>
                    <a:pt x="2208" y="2121"/>
                  </a:lnTo>
                  <a:lnTo>
                    <a:pt x="2189" y="2097"/>
                  </a:lnTo>
                  <a:lnTo>
                    <a:pt x="2173" y="2070"/>
                  </a:lnTo>
                  <a:lnTo>
                    <a:pt x="2157" y="2039"/>
                  </a:lnTo>
                  <a:lnTo>
                    <a:pt x="2142" y="2008"/>
                  </a:lnTo>
                  <a:lnTo>
                    <a:pt x="2131" y="1972"/>
                  </a:lnTo>
                  <a:lnTo>
                    <a:pt x="2120" y="1936"/>
                  </a:lnTo>
                  <a:lnTo>
                    <a:pt x="2112" y="1897"/>
                  </a:lnTo>
                  <a:lnTo>
                    <a:pt x="2106" y="1858"/>
                  </a:lnTo>
                  <a:lnTo>
                    <a:pt x="2103" y="1815"/>
                  </a:lnTo>
                  <a:lnTo>
                    <a:pt x="2101" y="1773"/>
                  </a:lnTo>
                  <a:lnTo>
                    <a:pt x="2103" y="1731"/>
                  </a:lnTo>
                  <a:lnTo>
                    <a:pt x="2106" y="1689"/>
                  </a:lnTo>
                  <a:lnTo>
                    <a:pt x="2112" y="1649"/>
                  </a:lnTo>
                  <a:lnTo>
                    <a:pt x="2120" y="1611"/>
                  </a:lnTo>
                  <a:lnTo>
                    <a:pt x="2131" y="1574"/>
                  </a:lnTo>
                  <a:lnTo>
                    <a:pt x="2142" y="1540"/>
                  </a:lnTo>
                  <a:lnTo>
                    <a:pt x="2157" y="1507"/>
                  </a:lnTo>
                  <a:lnTo>
                    <a:pt x="2173" y="1478"/>
                  </a:lnTo>
                  <a:lnTo>
                    <a:pt x="2189" y="1451"/>
                  </a:lnTo>
                  <a:lnTo>
                    <a:pt x="2208" y="1426"/>
                  </a:lnTo>
                  <a:lnTo>
                    <a:pt x="2228" y="1405"/>
                  </a:lnTo>
                  <a:lnTo>
                    <a:pt x="2249" y="1387"/>
                  </a:lnTo>
                  <a:lnTo>
                    <a:pt x="2270" y="1373"/>
                  </a:lnTo>
                  <a:lnTo>
                    <a:pt x="2294" y="1363"/>
                  </a:lnTo>
                  <a:lnTo>
                    <a:pt x="2317" y="1357"/>
                  </a:lnTo>
                  <a:lnTo>
                    <a:pt x="2342" y="1355"/>
                  </a:lnTo>
                  <a:close/>
                  <a:moveTo>
                    <a:pt x="3179" y="819"/>
                  </a:moveTo>
                  <a:lnTo>
                    <a:pt x="3204" y="821"/>
                  </a:lnTo>
                  <a:lnTo>
                    <a:pt x="3227" y="827"/>
                  </a:lnTo>
                  <a:lnTo>
                    <a:pt x="3250" y="838"/>
                  </a:lnTo>
                  <a:lnTo>
                    <a:pt x="3272" y="852"/>
                  </a:lnTo>
                  <a:lnTo>
                    <a:pt x="3293" y="869"/>
                  </a:lnTo>
                  <a:lnTo>
                    <a:pt x="3312" y="890"/>
                  </a:lnTo>
                  <a:lnTo>
                    <a:pt x="3331" y="915"/>
                  </a:lnTo>
                  <a:lnTo>
                    <a:pt x="3348" y="942"/>
                  </a:lnTo>
                  <a:lnTo>
                    <a:pt x="3363" y="971"/>
                  </a:lnTo>
                  <a:lnTo>
                    <a:pt x="3377" y="1004"/>
                  </a:lnTo>
                  <a:lnTo>
                    <a:pt x="3389" y="1038"/>
                  </a:lnTo>
                  <a:lnTo>
                    <a:pt x="3400" y="1076"/>
                  </a:lnTo>
                  <a:lnTo>
                    <a:pt x="3408" y="1113"/>
                  </a:lnTo>
                  <a:lnTo>
                    <a:pt x="3414" y="1153"/>
                  </a:lnTo>
                  <a:lnTo>
                    <a:pt x="3417" y="1195"/>
                  </a:lnTo>
                  <a:lnTo>
                    <a:pt x="3418" y="1237"/>
                  </a:lnTo>
                  <a:lnTo>
                    <a:pt x="3417" y="1280"/>
                  </a:lnTo>
                  <a:lnTo>
                    <a:pt x="3414" y="1322"/>
                  </a:lnTo>
                  <a:lnTo>
                    <a:pt x="3408" y="1362"/>
                  </a:lnTo>
                  <a:lnTo>
                    <a:pt x="3400" y="1399"/>
                  </a:lnTo>
                  <a:lnTo>
                    <a:pt x="3389" y="1437"/>
                  </a:lnTo>
                  <a:lnTo>
                    <a:pt x="3377" y="1471"/>
                  </a:lnTo>
                  <a:lnTo>
                    <a:pt x="3363" y="1503"/>
                  </a:lnTo>
                  <a:lnTo>
                    <a:pt x="3348" y="1533"/>
                  </a:lnTo>
                  <a:lnTo>
                    <a:pt x="3331" y="1560"/>
                  </a:lnTo>
                  <a:lnTo>
                    <a:pt x="3312" y="1584"/>
                  </a:lnTo>
                  <a:lnTo>
                    <a:pt x="3293" y="1605"/>
                  </a:lnTo>
                  <a:lnTo>
                    <a:pt x="3272" y="1623"/>
                  </a:lnTo>
                  <a:lnTo>
                    <a:pt x="3250" y="1637"/>
                  </a:lnTo>
                  <a:lnTo>
                    <a:pt x="3227" y="1648"/>
                  </a:lnTo>
                  <a:lnTo>
                    <a:pt x="3204" y="1654"/>
                  </a:lnTo>
                  <a:lnTo>
                    <a:pt x="3179" y="1656"/>
                  </a:lnTo>
                  <a:lnTo>
                    <a:pt x="3155" y="1654"/>
                  </a:lnTo>
                  <a:lnTo>
                    <a:pt x="3131" y="1648"/>
                  </a:lnTo>
                  <a:lnTo>
                    <a:pt x="3108" y="1637"/>
                  </a:lnTo>
                  <a:lnTo>
                    <a:pt x="3087" y="1623"/>
                  </a:lnTo>
                  <a:lnTo>
                    <a:pt x="3066" y="1605"/>
                  </a:lnTo>
                  <a:lnTo>
                    <a:pt x="3046" y="1584"/>
                  </a:lnTo>
                  <a:lnTo>
                    <a:pt x="3027" y="1560"/>
                  </a:lnTo>
                  <a:lnTo>
                    <a:pt x="3011" y="1533"/>
                  </a:lnTo>
                  <a:lnTo>
                    <a:pt x="2994" y="1503"/>
                  </a:lnTo>
                  <a:lnTo>
                    <a:pt x="2980" y="1471"/>
                  </a:lnTo>
                  <a:lnTo>
                    <a:pt x="2968" y="1437"/>
                  </a:lnTo>
                  <a:lnTo>
                    <a:pt x="2958" y="1399"/>
                  </a:lnTo>
                  <a:lnTo>
                    <a:pt x="2950" y="1362"/>
                  </a:lnTo>
                  <a:lnTo>
                    <a:pt x="2944" y="1322"/>
                  </a:lnTo>
                  <a:lnTo>
                    <a:pt x="2940" y="1280"/>
                  </a:lnTo>
                  <a:lnTo>
                    <a:pt x="2939" y="1237"/>
                  </a:lnTo>
                  <a:lnTo>
                    <a:pt x="2940" y="1195"/>
                  </a:lnTo>
                  <a:lnTo>
                    <a:pt x="2944" y="1153"/>
                  </a:lnTo>
                  <a:lnTo>
                    <a:pt x="2950" y="1113"/>
                  </a:lnTo>
                  <a:lnTo>
                    <a:pt x="2958" y="1076"/>
                  </a:lnTo>
                  <a:lnTo>
                    <a:pt x="2968" y="1038"/>
                  </a:lnTo>
                  <a:lnTo>
                    <a:pt x="2980" y="1004"/>
                  </a:lnTo>
                  <a:lnTo>
                    <a:pt x="2994" y="971"/>
                  </a:lnTo>
                  <a:lnTo>
                    <a:pt x="3011" y="942"/>
                  </a:lnTo>
                  <a:lnTo>
                    <a:pt x="3027" y="915"/>
                  </a:lnTo>
                  <a:lnTo>
                    <a:pt x="3046" y="890"/>
                  </a:lnTo>
                  <a:lnTo>
                    <a:pt x="3066" y="869"/>
                  </a:lnTo>
                  <a:lnTo>
                    <a:pt x="3087" y="852"/>
                  </a:lnTo>
                  <a:lnTo>
                    <a:pt x="3108" y="838"/>
                  </a:lnTo>
                  <a:lnTo>
                    <a:pt x="3131" y="827"/>
                  </a:lnTo>
                  <a:lnTo>
                    <a:pt x="3155" y="821"/>
                  </a:lnTo>
                  <a:lnTo>
                    <a:pt x="3179" y="819"/>
                  </a:lnTo>
                  <a:close/>
                  <a:moveTo>
                    <a:pt x="3246" y="2144"/>
                  </a:moveTo>
                  <a:lnTo>
                    <a:pt x="3271" y="2146"/>
                  </a:lnTo>
                  <a:lnTo>
                    <a:pt x="3294" y="2152"/>
                  </a:lnTo>
                  <a:lnTo>
                    <a:pt x="3316" y="2162"/>
                  </a:lnTo>
                  <a:lnTo>
                    <a:pt x="3339" y="2176"/>
                  </a:lnTo>
                  <a:lnTo>
                    <a:pt x="3360" y="2194"/>
                  </a:lnTo>
                  <a:lnTo>
                    <a:pt x="3380" y="2215"/>
                  </a:lnTo>
                  <a:lnTo>
                    <a:pt x="3397" y="2240"/>
                  </a:lnTo>
                  <a:lnTo>
                    <a:pt x="3415" y="2267"/>
                  </a:lnTo>
                  <a:lnTo>
                    <a:pt x="3430" y="2296"/>
                  </a:lnTo>
                  <a:lnTo>
                    <a:pt x="3444" y="2329"/>
                  </a:lnTo>
                  <a:lnTo>
                    <a:pt x="3456" y="2363"/>
                  </a:lnTo>
                  <a:lnTo>
                    <a:pt x="3466" y="2400"/>
                  </a:lnTo>
                  <a:lnTo>
                    <a:pt x="3475" y="2438"/>
                  </a:lnTo>
                  <a:lnTo>
                    <a:pt x="3480" y="2478"/>
                  </a:lnTo>
                  <a:lnTo>
                    <a:pt x="3484" y="2520"/>
                  </a:lnTo>
                  <a:lnTo>
                    <a:pt x="3485" y="2562"/>
                  </a:lnTo>
                  <a:lnTo>
                    <a:pt x="3484" y="2604"/>
                  </a:lnTo>
                  <a:lnTo>
                    <a:pt x="3480" y="2647"/>
                  </a:lnTo>
                  <a:lnTo>
                    <a:pt x="3475" y="2686"/>
                  </a:lnTo>
                  <a:lnTo>
                    <a:pt x="3466" y="2725"/>
                  </a:lnTo>
                  <a:lnTo>
                    <a:pt x="3456" y="2762"/>
                  </a:lnTo>
                  <a:lnTo>
                    <a:pt x="3444" y="2796"/>
                  </a:lnTo>
                  <a:lnTo>
                    <a:pt x="3430" y="2828"/>
                  </a:lnTo>
                  <a:lnTo>
                    <a:pt x="3415" y="2858"/>
                  </a:lnTo>
                  <a:lnTo>
                    <a:pt x="3397" y="2886"/>
                  </a:lnTo>
                  <a:lnTo>
                    <a:pt x="3380" y="2909"/>
                  </a:lnTo>
                  <a:lnTo>
                    <a:pt x="3360" y="2930"/>
                  </a:lnTo>
                  <a:lnTo>
                    <a:pt x="3339" y="2949"/>
                  </a:lnTo>
                  <a:lnTo>
                    <a:pt x="3316" y="2963"/>
                  </a:lnTo>
                  <a:lnTo>
                    <a:pt x="3294" y="2974"/>
                  </a:lnTo>
                  <a:lnTo>
                    <a:pt x="3271" y="2980"/>
                  </a:lnTo>
                  <a:lnTo>
                    <a:pt x="3246" y="2982"/>
                  </a:lnTo>
                  <a:lnTo>
                    <a:pt x="3222" y="2980"/>
                  </a:lnTo>
                  <a:lnTo>
                    <a:pt x="3198" y="2974"/>
                  </a:lnTo>
                  <a:lnTo>
                    <a:pt x="3176" y="2963"/>
                  </a:lnTo>
                  <a:lnTo>
                    <a:pt x="3154" y="2949"/>
                  </a:lnTo>
                  <a:lnTo>
                    <a:pt x="3133" y="2930"/>
                  </a:lnTo>
                  <a:lnTo>
                    <a:pt x="3113" y="2909"/>
                  </a:lnTo>
                  <a:lnTo>
                    <a:pt x="3095" y="2886"/>
                  </a:lnTo>
                  <a:lnTo>
                    <a:pt x="3077" y="2858"/>
                  </a:lnTo>
                  <a:lnTo>
                    <a:pt x="3062" y="2828"/>
                  </a:lnTo>
                  <a:lnTo>
                    <a:pt x="3048" y="2796"/>
                  </a:lnTo>
                  <a:lnTo>
                    <a:pt x="3036" y="2762"/>
                  </a:lnTo>
                  <a:lnTo>
                    <a:pt x="3026" y="2725"/>
                  </a:lnTo>
                  <a:lnTo>
                    <a:pt x="3018" y="2686"/>
                  </a:lnTo>
                  <a:lnTo>
                    <a:pt x="3012" y="2647"/>
                  </a:lnTo>
                  <a:lnTo>
                    <a:pt x="3008" y="2604"/>
                  </a:lnTo>
                  <a:lnTo>
                    <a:pt x="3007" y="2562"/>
                  </a:lnTo>
                  <a:lnTo>
                    <a:pt x="3008" y="2520"/>
                  </a:lnTo>
                  <a:lnTo>
                    <a:pt x="3012" y="2478"/>
                  </a:lnTo>
                  <a:lnTo>
                    <a:pt x="3018" y="2438"/>
                  </a:lnTo>
                  <a:lnTo>
                    <a:pt x="3026" y="2400"/>
                  </a:lnTo>
                  <a:lnTo>
                    <a:pt x="3036" y="2363"/>
                  </a:lnTo>
                  <a:lnTo>
                    <a:pt x="3048" y="2329"/>
                  </a:lnTo>
                  <a:lnTo>
                    <a:pt x="3062" y="2296"/>
                  </a:lnTo>
                  <a:lnTo>
                    <a:pt x="3077" y="2267"/>
                  </a:lnTo>
                  <a:lnTo>
                    <a:pt x="3095" y="2240"/>
                  </a:lnTo>
                  <a:lnTo>
                    <a:pt x="3113" y="2215"/>
                  </a:lnTo>
                  <a:lnTo>
                    <a:pt x="3133" y="2194"/>
                  </a:lnTo>
                  <a:lnTo>
                    <a:pt x="3154" y="2176"/>
                  </a:lnTo>
                  <a:lnTo>
                    <a:pt x="3176" y="2162"/>
                  </a:lnTo>
                  <a:lnTo>
                    <a:pt x="3198" y="2152"/>
                  </a:lnTo>
                  <a:lnTo>
                    <a:pt x="3222" y="2146"/>
                  </a:lnTo>
                  <a:lnTo>
                    <a:pt x="3246" y="214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3762" name="Freeform 48"/>
            <p:cNvSpPr>
              <a:spLocks/>
            </p:cNvSpPr>
            <p:nvPr/>
          </p:nvSpPr>
          <p:spPr bwMode="auto">
            <a:xfrm>
              <a:off x="1267" y="1588"/>
              <a:ext cx="87" cy="52"/>
            </a:xfrm>
            <a:custGeom>
              <a:avLst/>
              <a:gdLst>
                <a:gd name="T0" fmla="*/ 3 w 437"/>
                <a:gd name="T1" fmla="*/ 2 h 260"/>
                <a:gd name="T2" fmla="*/ 3 w 437"/>
                <a:gd name="T3" fmla="*/ 2 h 260"/>
                <a:gd name="T4" fmla="*/ 3 w 437"/>
                <a:gd name="T5" fmla="*/ 2 h 260"/>
                <a:gd name="T6" fmla="*/ 3 w 437"/>
                <a:gd name="T7" fmla="*/ 2 h 260"/>
                <a:gd name="T8" fmla="*/ 3 w 437"/>
                <a:gd name="T9" fmla="*/ 1 h 260"/>
                <a:gd name="T10" fmla="*/ 3 w 437"/>
                <a:gd name="T11" fmla="*/ 1 h 260"/>
                <a:gd name="T12" fmla="*/ 3 w 437"/>
                <a:gd name="T13" fmla="*/ 1 h 260"/>
                <a:gd name="T14" fmla="*/ 3 w 437"/>
                <a:gd name="T15" fmla="*/ 1 h 260"/>
                <a:gd name="T16" fmla="*/ 3 w 437"/>
                <a:gd name="T17" fmla="*/ 1 h 260"/>
                <a:gd name="T18" fmla="*/ 2 w 437"/>
                <a:gd name="T19" fmla="*/ 1 h 260"/>
                <a:gd name="T20" fmla="*/ 2 w 437"/>
                <a:gd name="T21" fmla="*/ 0 h 260"/>
                <a:gd name="T22" fmla="*/ 2 w 437"/>
                <a:gd name="T23" fmla="*/ 0 h 260"/>
                <a:gd name="T24" fmla="*/ 2 w 437"/>
                <a:gd name="T25" fmla="*/ 0 h 260"/>
                <a:gd name="T26" fmla="*/ 1 w 437"/>
                <a:gd name="T27" fmla="*/ 0 h 260"/>
                <a:gd name="T28" fmla="*/ 1 w 437"/>
                <a:gd name="T29" fmla="*/ 0 h 260"/>
                <a:gd name="T30" fmla="*/ 1 w 437"/>
                <a:gd name="T31" fmla="*/ 0 h 260"/>
                <a:gd name="T32" fmla="*/ 0 w 437"/>
                <a:gd name="T33" fmla="*/ 0 h 260"/>
                <a:gd name="T34" fmla="*/ 0 w 437"/>
                <a:gd name="T35" fmla="*/ 0 h 260"/>
                <a:gd name="T36" fmla="*/ 0 w 437"/>
                <a:gd name="T37" fmla="*/ 0 h 260"/>
                <a:gd name="T38" fmla="*/ 0 w 437"/>
                <a:gd name="T39" fmla="*/ 0 h 260"/>
                <a:gd name="T40" fmla="*/ 1 w 437"/>
                <a:gd name="T41" fmla="*/ 0 h 260"/>
                <a:gd name="T42" fmla="*/ 1 w 437"/>
                <a:gd name="T43" fmla="*/ 0 h 260"/>
                <a:gd name="T44" fmla="*/ 1 w 437"/>
                <a:gd name="T45" fmla="*/ 0 h 260"/>
                <a:gd name="T46" fmla="*/ 2 w 437"/>
                <a:gd name="T47" fmla="*/ 0 h 260"/>
                <a:gd name="T48" fmla="*/ 2 w 437"/>
                <a:gd name="T49" fmla="*/ 0 h 260"/>
                <a:gd name="T50" fmla="*/ 2 w 437"/>
                <a:gd name="T51" fmla="*/ 1 h 260"/>
                <a:gd name="T52" fmla="*/ 2 w 437"/>
                <a:gd name="T53" fmla="*/ 1 h 260"/>
                <a:gd name="T54" fmla="*/ 3 w 437"/>
                <a:gd name="T55" fmla="*/ 1 h 260"/>
                <a:gd name="T56" fmla="*/ 3 w 437"/>
                <a:gd name="T57" fmla="*/ 1 h 260"/>
                <a:gd name="T58" fmla="*/ 3 w 437"/>
                <a:gd name="T59" fmla="*/ 1 h 260"/>
                <a:gd name="T60" fmla="*/ 3 w 437"/>
                <a:gd name="T61" fmla="*/ 1 h 260"/>
                <a:gd name="T62" fmla="*/ 3 w 437"/>
                <a:gd name="T63" fmla="*/ 1 h 260"/>
                <a:gd name="T64" fmla="*/ 3 w 437"/>
                <a:gd name="T65" fmla="*/ 2 h 260"/>
                <a:gd name="T66" fmla="*/ 3 w 437"/>
                <a:gd name="T67" fmla="*/ 2 h 260"/>
                <a:gd name="T68" fmla="*/ 3 w 437"/>
                <a:gd name="T69" fmla="*/ 2 h 260"/>
                <a:gd name="T70" fmla="*/ 3 w 437"/>
                <a:gd name="T71" fmla="*/ 2 h 260"/>
                <a:gd name="T72" fmla="*/ 3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437" y="260"/>
                  </a:moveTo>
                  <a:lnTo>
                    <a:pt x="437" y="260"/>
                  </a:lnTo>
                  <a:lnTo>
                    <a:pt x="434" y="233"/>
                  </a:lnTo>
                  <a:lnTo>
                    <a:pt x="427" y="206"/>
                  </a:lnTo>
                  <a:lnTo>
                    <a:pt x="417" y="181"/>
                  </a:lnTo>
                  <a:lnTo>
                    <a:pt x="401" y="157"/>
                  </a:lnTo>
                  <a:lnTo>
                    <a:pt x="383" y="133"/>
                  </a:lnTo>
                  <a:lnTo>
                    <a:pt x="360" y="113"/>
                  </a:lnTo>
                  <a:lnTo>
                    <a:pt x="336" y="93"/>
                  </a:lnTo>
                  <a:lnTo>
                    <a:pt x="308" y="73"/>
                  </a:lnTo>
                  <a:lnTo>
                    <a:pt x="276" y="58"/>
                  </a:lnTo>
                  <a:lnTo>
                    <a:pt x="242" y="43"/>
                  </a:lnTo>
                  <a:lnTo>
                    <a:pt x="207" y="30"/>
                  </a:lnTo>
                  <a:lnTo>
                    <a:pt x="168" y="19"/>
                  </a:lnTo>
                  <a:lnTo>
                    <a:pt x="128" y="11"/>
                  </a:lnTo>
                  <a:lnTo>
                    <a:pt x="87" y="4"/>
                  </a:lnTo>
                  <a:lnTo>
                    <a:pt x="43" y="1"/>
                  </a:lnTo>
                  <a:lnTo>
                    <a:pt x="0" y="0"/>
                  </a:lnTo>
                  <a:lnTo>
                    <a:pt x="0" y="11"/>
                  </a:lnTo>
                  <a:lnTo>
                    <a:pt x="43" y="12"/>
                  </a:lnTo>
                  <a:lnTo>
                    <a:pt x="85" y="16"/>
                  </a:lnTo>
                  <a:lnTo>
                    <a:pt x="126" y="23"/>
                  </a:lnTo>
                  <a:lnTo>
                    <a:pt x="166" y="31"/>
                  </a:lnTo>
                  <a:lnTo>
                    <a:pt x="202" y="42"/>
                  </a:lnTo>
                  <a:lnTo>
                    <a:pt x="237" y="55"/>
                  </a:lnTo>
                  <a:lnTo>
                    <a:pt x="271" y="70"/>
                  </a:lnTo>
                  <a:lnTo>
                    <a:pt x="301" y="85"/>
                  </a:lnTo>
                  <a:lnTo>
                    <a:pt x="329" y="103"/>
                  </a:lnTo>
                  <a:lnTo>
                    <a:pt x="353" y="123"/>
                  </a:lnTo>
                  <a:lnTo>
                    <a:pt x="373" y="143"/>
                  </a:lnTo>
                  <a:lnTo>
                    <a:pt x="392" y="164"/>
                  </a:lnTo>
                  <a:lnTo>
                    <a:pt x="405" y="186"/>
                  </a:lnTo>
                  <a:lnTo>
                    <a:pt x="415" y="211"/>
                  </a:lnTo>
                  <a:lnTo>
                    <a:pt x="422" y="235"/>
                  </a:lnTo>
                  <a:lnTo>
                    <a:pt x="425" y="260"/>
                  </a:lnTo>
                  <a:lnTo>
                    <a:pt x="437"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3763" name="Freeform 49"/>
            <p:cNvSpPr>
              <a:spLocks/>
            </p:cNvSpPr>
            <p:nvPr/>
          </p:nvSpPr>
          <p:spPr bwMode="auto">
            <a:xfrm>
              <a:off x="1267" y="1640"/>
              <a:ext cx="87" cy="52"/>
            </a:xfrm>
            <a:custGeom>
              <a:avLst/>
              <a:gdLst>
                <a:gd name="T0" fmla="*/ 0 w 437"/>
                <a:gd name="T1" fmla="*/ 2 h 260"/>
                <a:gd name="T2" fmla="*/ 0 w 437"/>
                <a:gd name="T3" fmla="*/ 2 h 260"/>
                <a:gd name="T4" fmla="*/ 0 w 437"/>
                <a:gd name="T5" fmla="*/ 2 h 260"/>
                <a:gd name="T6" fmla="*/ 1 w 437"/>
                <a:gd name="T7" fmla="*/ 2 h 260"/>
                <a:gd name="T8" fmla="*/ 1 w 437"/>
                <a:gd name="T9" fmla="*/ 2 h 260"/>
                <a:gd name="T10" fmla="*/ 1 w 437"/>
                <a:gd name="T11" fmla="*/ 2 h 260"/>
                <a:gd name="T12" fmla="*/ 2 w 437"/>
                <a:gd name="T13" fmla="*/ 2 h 260"/>
                <a:gd name="T14" fmla="*/ 2 w 437"/>
                <a:gd name="T15" fmla="*/ 2 h 260"/>
                <a:gd name="T16" fmla="*/ 2 w 437"/>
                <a:gd name="T17" fmla="*/ 2 h 260"/>
                <a:gd name="T18" fmla="*/ 2 w 437"/>
                <a:gd name="T19" fmla="*/ 1 h 260"/>
                <a:gd name="T20" fmla="*/ 3 w 437"/>
                <a:gd name="T21" fmla="*/ 1 h 260"/>
                <a:gd name="T22" fmla="*/ 3 w 437"/>
                <a:gd name="T23" fmla="*/ 1 h 260"/>
                <a:gd name="T24" fmla="*/ 3 w 437"/>
                <a:gd name="T25" fmla="*/ 1 h 260"/>
                <a:gd name="T26" fmla="*/ 3 w 437"/>
                <a:gd name="T27" fmla="*/ 1 h 260"/>
                <a:gd name="T28" fmla="*/ 3 w 437"/>
                <a:gd name="T29" fmla="*/ 1 h 260"/>
                <a:gd name="T30" fmla="*/ 3 w 437"/>
                <a:gd name="T31" fmla="*/ 0 h 260"/>
                <a:gd name="T32" fmla="*/ 3 w 437"/>
                <a:gd name="T33" fmla="*/ 0 h 260"/>
                <a:gd name="T34" fmla="*/ 3 w 437"/>
                <a:gd name="T35" fmla="*/ 0 h 260"/>
                <a:gd name="T36" fmla="*/ 3 w 437"/>
                <a:gd name="T37" fmla="*/ 0 h 260"/>
                <a:gd name="T38" fmla="*/ 3 w 437"/>
                <a:gd name="T39" fmla="*/ 0 h 260"/>
                <a:gd name="T40" fmla="*/ 3 w 437"/>
                <a:gd name="T41" fmla="*/ 0 h 260"/>
                <a:gd name="T42" fmla="*/ 3 w 437"/>
                <a:gd name="T43" fmla="*/ 1 h 260"/>
                <a:gd name="T44" fmla="*/ 3 w 437"/>
                <a:gd name="T45" fmla="*/ 1 h 260"/>
                <a:gd name="T46" fmla="*/ 3 w 437"/>
                <a:gd name="T47" fmla="*/ 1 h 260"/>
                <a:gd name="T48" fmla="*/ 3 w 437"/>
                <a:gd name="T49" fmla="*/ 1 h 260"/>
                <a:gd name="T50" fmla="*/ 3 w 437"/>
                <a:gd name="T51" fmla="*/ 1 h 260"/>
                <a:gd name="T52" fmla="*/ 2 w 437"/>
                <a:gd name="T53" fmla="*/ 1 h 260"/>
                <a:gd name="T54" fmla="*/ 2 w 437"/>
                <a:gd name="T55" fmla="*/ 2 h 260"/>
                <a:gd name="T56" fmla="*/ 2 w 437"/>
                <a:gd name="T57" fmla="*/ 2 h 260"/>
                <a:gd name="T58" fmla="*/ 2 w 437"/>
                <a:gd name="T59" fmla="*/ 2 h 260"/>
                <a:gd name="T60" fmla="*/ 1 w 437"/>
                <a:gd name="T61" fmla="*/ 2 h 260"/>
                <a:gd name="T62" fmla="*/ 1 w 437"/>
                <a:gd name="T63" fmla="*/ 2 h 260"/>
                <a:gd name="T64" fmla="*/ 1 w 437"/>
                <a:gd name="T65" fmla="*/ 2 h 260"/>
                <a:gd name="T66" fmla="*/ 0 w 437"/>
                <a:gd name="T67" fmla="*/ 2 h 260"/>
                <a:gd name="T68" fmla="*/ 0 w 437"/>
                <a:gd name="T69" fmla="*/ 2 h 260"/>
                <a:gd name="T70" fmla="*/ 0 w 437"/>
                <a:gd name="T71" fmla="*/ 2 h 260"/>
                <a:gd name="T72" fmla="*/ 0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0" y="260"/>
                  </a:moveTo>
                  <a:lnTo>
                    <a:pt x="0" y="260"/>
                  </a:lnTo>
                  <a:lnTo>
                    <a:pt x="43" y="259"/>
                  </a:lnTo>
                  <a:lnTo>
                    <a:pt x="87" y="255"/>
                  </a:lnTo>
                  <a:lnTo>
                    <a:pt x="128" y="248"/>
                  </a:lnTo>
                  <a:lnTo>
                    <a:pt x="168" y="240"/>
                  </a:lnTo>
                  <a:lnTo>
                    <a:pt x="207" y="230"/>
                  </a:lnTo>
                  <a:lnTo>
                    <a:pt x="242" y="217"/>
                  </a:lnTo>
                  <a:lnTo>
                    <a:pt x="276" y="202"/>
                  </a:lnTo>
                  <a:lnTo>
                    <a:pt x="308" y="185"/>
                  </a:lnTo>
                  <a:lnTo>
                    <a:pt x="336" y="166"/>
                  </a:lnTo>
                  <a:lnTo>
                    <a:pt x="360" y="146"/>
                  </a:lnTo>
                  <a:lnTo>
                    <a:pt x="383" y="125"/>
                  </a:lnTo>
                  <a:lnTo>
                    <a:pt x="401" y="102"/>
                  </a:lnTo>
                  <a:lnTo>
                    <a:pt x="417" y="77"/>
                  </a:lnTo>
                  <a:lnTo>
                    <a:pt x="427" y="53"/>
                  </a:lnTo>
                  <a:lnTo>
                    <a:pt x="434" y="27"/>
                  </a:lnTo>
                  <a:lnTo>
                    <a:pt x="437" y="0"/>
                  </a:lnTo>
                  <a:lnTo>
                    <a:pt x="425" y="0"/>
                  </a:lnTo>
                  <a:lnTo>
                    <a:pt x="422" y="24"/>
                  </a:lnTo>
                  <a:lnTo>
                    <a:pt x="415" y="48"/>
                  </a:lnTo>
                  <a:lnTo>
                    <a:pt x="405" y="73"/>
                  </a:lnTo>
                  <a:lnTo>
                    <a:pt x="392" y="95"/>
                  </a:lnTo>
                  <a:lnTo>
                    <a:pt x="373" y="116"/>
                  </a:lnTo>
                  <a:lnTo>
                    <a:pt x="353" y="137"/>
                  </a:lnTo>
                  <a:lnTo>
                    <a:pt x="329" y="157"/>
                  </a:lnTo>
                  <a:lnTo>
                    <a:pt x="301" y="173"/>
                  </a:lnTo>
                  <a:lnTo>
                    <a:pt x="271" y="190"/>
                  </a:lnTo>
                  <a:lnTo>
                    <a:pt x="237" y="205"/>
                  </a:lnTo>
                  <a:lnTo>
                    <a:pt x="202" y="218"/>
                  </a:lnTo>
                  <a:lnTo>
                    <a:pt x="166" y="228"/>
                  </a:lnTo>
                  <a:lnTo>
                    <a:pt x="126" y="237"/>
                  </a:lnTo>
                  <a:lnTo>
                    <a:pt x="85" y="244"/>
                  </a:lnTo>
                  <a:lnTo>
                    <a:pt x="43" y="247"/>
                  </a:lnTo>
                  <a:lnTo>
                    <a:pt x="0" y="248"/>
                  </a:lnTo>
                  <a:lnTo>
                    <a:pt x="0"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3764" name="Freeform 50"/>
            <p:cNvSpPr>
              <a:spLocks/>
            </p:cNvSpPr>
            <p:nvPr/>
          </p:nvSpPr>
          <p:spPr bwMode="auto">
            <a:xfrm>
              <a:off x="1179" y="1640"/>
              <a:ext cx="88" cy="52"/>
            </a:xfrm>
            <a:custGeom>
              <a:avLst/>
              <a:gdLst>
                <a:gd name="T0" fmla="*/ 0 w 439"/>
                <a:gd name="T1" fmla="*/ 0 h 260"/>
                <a:gd name="T2" fmla="*/ 0 w 439"/>
                <a:gd name="T3" fmla="*/ 0 h 260"/>
                <a:gd name="T4" fmla="*/ 0 w 439"/>
                <a:gd name="T5" fmla="*/ 0 h 260"/>
                <a:gd name="T6" fmla="*/ 0 w 439"/>
                <a:gd name="T7" fmla="*/ 0 h 260"/>
                <a:gd name="T8" fmla="*/ 0 w 439"/>
                <a:gd name="T9" fmla="*/ 1 h 260"/>
                <a:gd name="T10" fmla="*/ 0 w 439"/>
                <a:gd name="T11" fmla="*/ 1 h 260"/>
                <a:gd name="T12" fmla="*/ 0 w 439"/>
                <a:gd name="T13" fmla="*/ 1 h 260"/>
                <a:gd name="T14" fmla="*/ 1 w 439"/>
                <a:gd name="T15" fmla="*/ 1 h 260"/>
                <a:gd name="T16" fmla="*/ 1 w 439"/>
                <a:gd name="T17" fmla="*/ 1 h 260"/>
                <a:gd name="T18" fmla="*/ 1 w 439"/>
                <a:gd name="T19" fmla="*/ 1 h 260"/>
                <a:gd name="T20" fmla="*/ 1 w 439"/>
                <a:gd name="T21" fmla="*/ 2 h 260"/>
                <a:gd name="T22" fmla="*/ 2 w 439"/>
                <a:gd name="T23" fmla="*/ 2 h 260"/>
                <a:gd name="T24" fmla="*/ 2 w 439"/>
                <a:gd name="T25" fmla="*/ 2 h 260"/>
                <a:gd name="T26" fmla="*/ 2 w 439"/>
                <a:gd name="T27" fmla="*/ 2 h 260"/>
                <a:gd name="T28" fmla="*/ 2 w 439"/>
                <a:gd name="T29" fmla="*/ 2 h 260"/>
                <a:gd name="T30" fmla="*/ 3 w 439"/>
                <a:gd name="T31" fmla="*/ 2 h 260"/>
                <a:gd name="T32" fmla="*/ 3 w 439"/>
                <a:gd name="T33" fmla="*/ 2 h 260"/>
                <a:gd name="T34" fmla="*/ 4 w 439"/>
                <a:gd name="T35" fmla="*/ 2 h 260"/>
                <a:gd name="T36" fmla="*/ 4 w 439"/>
                <a:gd name="T37" fmla="*/ 2 h 260"/>
                <a:gd name="T38" fmla="*/ 3 w 439"/>
                <a:gd name="T39" fmla="*/ 2 h 260"/>
                <a:gd name="T40" fmla="*/ 3 w 439"/>
                <a:gd name="T41" fmla="*/ 2 h 260"/>
                <a:gd name="T42" fmla="*/ 3 w 439"/>
                <a:gd name="T43" fmla="*/ 2 h 260"/>
                <a:gd name="T44" fmla="*/ 2 w 439"/>
                <a:gd name="T45" fmla="*/ 2 h 260"/>
                <a:gd name="T46" fmla="*/ 2 w 439"/>
                <a:gd name="T47" fmla="*/ 2 h 260"/>
                <a:gd name="T48" fmla="*/ 2 w 439"/>
                <a:gd name="T49" fmla="*/ 2 h 260"/>
                <a:gd name="T50" fmla="*/ 1 w 439"/>
                <a:gd name="T51" fmla="*/ 2 h 260"/>
                <a:gd name="T52" fmla="*/ 1 w 439"/>
                <a:gd name="T53" fmla="*/ 1 h 260"/>
                <a:gd name="T54" fmla="*/ 1 w 439"/>
                <a:gd name="T55" fmla="*/ 1 h 260"/>
                <a:gd name="T56" fmla="*/ 1 w 439"/>
                <a:gd name="T57" fmla="*/ 1 h 260"/>
                <a:gd name="T58" fmla="*/ 1 w 439"/>
                <a:gd name="T59" fmla="*/ 1 h 260"/>
                <a:gd name="T60" fmla="*/ 0 w 439"/>
                <a:gd name="T61" fmla="*/ 1 h 260"/>
                <a:gd name="T62" fmla="*/ 0 w 439"/>
                <a:gd name="T63" fmla="*/ 1 h 260"/>
                <a:gd name="T64" fmla="*/ 0 w 439"/>
                <a:gd name="T65" fmla="*/ 0 h 260"/>
                <a:gd name="T66" fmla="*/ 0 w 439"/>
                <a:gd name="T67" fmla="*/ 0 h 260"/>
                <a:gd name="T68" fmla="*/ 0 w 439"/>
                <a:gd name="T69" fmla="*/ 0 h 260"/>
                <a:gd name="T70" fmla="*/ 0 w 439"/>
                <a:gd name="T71" fmla="*/ 0 h 260"/>
                <a:gd name="T72" fmla="*/ 0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0" y="0"/>
                  </a:moveTo>
                  <a:lnTo>
                    <a:pt x="0" y="0"/>
                  </a:lnTo>
                  <a:lnTo>
                    <a:pt x="3" y="27"/>
                  </a:lnTo>
                  <a:lnTo>
                    <a:pt x="10" y="53"/>
                  </a:lnTo>
                  <a:lnTo>
                    <a:pt x="20" y="77"/>
                  </a:lnTo>
                  <a:lnTo>
                    <a:pt x="35" y="102"/>
                  </a:lnTo>
                  <a:lnTo>
                    <a:pt x="54" y="125"/>
                  </a:lnTo>
                  <a:lnTo>
                    <a:pt x="76" y="146"/>
                  </a:lnTo>
                  <a:lnTo>
                    <a:pt x="102" y="166"/>
                  </a:lnTo>
                  <a:lnTo>
                    <a:pt x="130" y="185"/>
                  </a:lnTo>
                  <a:lnTo>
                    <a:pt x="162" y="202"/>
                  </a:lnTo>
                  <a:lnTo>
                    <a:pt x="195" y="217"/>
                  </a:lnTo>
                  <a:lnTo>
                    <a:pt x="231" y="230"/>
                  </a:lnTo>
                  <a:lnTo>
                    <a:pt x="270" y="240"/>
                  </a:lnTo>
                  <a:lnTo>
                    <a:pt x="310" y="248"/>
                  </a:lnTo>
                  <a:lnTo>
                    <a:pt x="351" y="255"/>
                  </a:lnTo>
                  <a:lnTo>
                    <a:pt x="395" y="259"/>
                  </a:lnTo>
                  <a:lnTo>
                    <a:pt x="439" y="260"/>
                  </a:lnTo>
                  <a:lnTo>
                    <a:pt x="439" y="248"/>
                  </a:lnTo>
                  <a:lnTo>
                    <a:pt x="395" y="247"/>
                  </a:lnTo>
                  <a:lnTo>
                    <a:pt x="353" y="244"/>
                  </a:lnTo>
                  <a:lnTo>
                    <a:pt x="312" y="237"/>
                  </a:lnTo>
                  <a:lnTo>
                    <a:pt x="272" y="228"/>
                  </a:lnTo>
                  <a:lnTo>
                    <a:pt x="236" y="218"/>
                  </a:lnTo>
                  <a:lnTo>
                    <a:pt x="200" y="205"/>
                  </a:lnTo>
                  <a:lnTo>
                    <a:pt x="167" y="190"/>
                  </a:lnTo>
                  <a:lnTo>
                    <a:pt x="137" y="173"/>
                  </a:lnTo>
                  <a:lnTo>
                    <a:pt x="109" y="157"/>
                  </a:lnTo>
                  <a:lnTo>
                    <a:pt x="84" y="137"/>
                  </a:lnTo>
                  <a:lnTo>
                    <a:pt x="64" y="116"/>
                  </a:lnTo>
                  <a:lnTo>
                    <a:pt x="45" y="95"/>
                  </a:lnTo>
                  <a:lnTo>
                    <a:pt x="32" y="73"/>
                  </a:lnTo>
                  <a:lnTo>
                    <a:pt x="21" y="48"/>
                  </a:lnTo>
                  <a:lnTo>
                    <a:pt x="14" y="24"/>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3765" name="Freeform 51"/>
            <p:cNvSpPr>
              <a:spLocks/>
            </p:cNvSpPr>
            <p:nvPr/>
          </p:nvSpPr>
          <p:spPr bwMode="auto">
            <a:xfrm>
              <a:off x="1179" y="1588"/>
              <a:ext cx="88" cy="52"/>
            </a:xfrm>
            <a:custGeom>
              <a:avLst/>
              <a:gdLst>
                <a:gd name="T0" fmla="*/ 4 w 439"/>
                <a:gd name="T1" fmla="*/ 0 h 260"/>
                <a:gd name="T2" fmla="*/ 4 w 439"/>
                <a:gd name="T3" fmla="*/ 0 h 260"/>
                <a:gd name="T4" fmla="*/ 3 w 439"/>
                <a:gd name="T5" fmla="*/ 0 h 260"/>
                <a:gd name="T6" fmla="*/ 3 w 439"/>
                <a:gd name="T7" fmla="*/ 0 h 260"/>
                <a:gd name="T8" fmla="*/ 2 w 439"/>
                <a:gd name="T9" fmla="*/ 0 h 260"/>
                <a:gd name="T10" fmla="*/ 2 w 439"/>
                <a:gd name="T11" fmla="*/ 0 h 260"/>
                <a:gd name="T12" fmla="*/ 2 w 439"/>
                <a:gd name="T13" fmla="*/ 0 h 260"/>
                <a:gd name="T14" fmla="*/ 2 w 439"/>
                <a:gd name="T15" fmla="*/ 0 h 260"/>
                <a:gd name="T16" fmla="*/ 1 w 439"/>
                <a:gd name="T17" fmla="*/ 0 h 260"/>
                <a:gd name="T18" fmla="*/ 1 w 439"/>
                <a:gd name="T19" fmla="*/ 1 h 260"/>
                <a:gd name="T20" fmla="*/ 1 w 439"/>
                <a:gd name="T21" fmla="*/ 1 h 260"/>
                <a:gd name="T22" fmla="*/ 1 w 439"/>
                <a:gd name="T23" fmla="*/ 1 h 260"/>
                <a:gd name="T24" fmla="*/ 0 w 439"/>
                <a:gd name="T25" fmla="*/ 1 h 260"/>
                <a:gd name="T26" fmla="*/ 0 w 439"/>
                <a:gd name="T27" fmla="*/ 1 h 260"/>
                <a:gd name="T28" fmla="*/ 0 w 439"/>
                <a:gd name="T29" fmla="*/ 1 h 260"/>
                <a:gd name="T30" fmla="*/ 0 w 439"/>
                <a:gd name="T31" fmla="*/ 2 h 260"/>
                <a:gd name="T32" fmla="*/ 0 w 439"/>
                <a:gd name="T33" fmla="*/ 2 h 260"/>
                <a:gd name="T34" fmla="*/ 0 w 439"/>
                <a:gd name="T35" fmla="*/ 2 h 260"/>
                <a:gd name="T36" fmla="*/ 0 w 439"/>
                <a:gd name="T37" fmla="*/ 2 h 260"/>
                <a:gd name="T38" fmla="*/ 0 w 439"/>
                <a:gd name="T39" fmla="*/ 2 h 260"/>
                <a:gd name="T40" fmla="*/ 0 w 439"/>
                <a:gd name="T41" fmla="*/ 2 h 260"/>
                <a:gd name="T42" fmla="*/ 0 w 439"/>
                <a:gd name="T43" fmla="*/ 1 h 260"/>
                <a:gd name="T44" fmla="*/ 0 w 439"/>
                <a:gd name="T45" fmla="*/ 1 h 260"/>
                <a:gd name="T46" fmla="*/ 1 w 439"/>
                <a:gd name="T47" fmla="*/ 1 h 260"/>
                <a:gd name="T48" fmla="*/ 1 w 439"/>
                <a:gd name="T49" fmla="*/ 1 h 260"/>
                <a:gd name="T50" fmla="*/ 1 w 439"/>
                <a:gd name="T51" fmla="*/ 1 h 260"/>
                <a:gd name="T52" fmla="*/ 1 w 439"/>
                <a:gd name="T53" fmla="*/ 1 h 260"/>
                <a:gd name="T54" fmla="*/ 1 w 439"/>
                <a:gd name="T55" fmla="*/ 1 h 260"/>
                <a:gd name="T56" fmla="*/ 2 w 439"/>
                <a:gd name="T57" fmla="*/ 0 h 260"/>
                <a:gd name="T58" fmla="*/ 2 w 439"/>
                <a:gd name="T59" fmla="*/ 0 h 260"/>
                <a:gd name="T60" fmla="*/ 2 w 439"/>
                <a:gd name="T61" fmla="*/ 0 h 260"/>
                <a:gd name="T62" fmla="*/ 3 w 439"/>
                <a:gd name="T63" fmla="*/ 0 h 260"/>
                <a:gd name="T64" fmla="*/ 3 w 439"/>
                <a:gd name="T65" fmla="*/ 0 h 260"/>
                <a:gd name="T66" fmla="*/ 3 w 439"/>
                <a:gd name="T67" fmla="*/ 0 h 260"/>
                <a:gd name="T68" fmla="*/ 4 w 439"/>
                <a:gd name="T69" fmla="*/ 0 h 260"/>
                <a:gd name="T70" fmla="*/ 4 w 439"/>
                <a:gd name="T71" fmla="*/ 0 h 260"/>
                <a:gd name="T72" fmla="*/ 4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439" y="0"/>
                  </a:moveTo>
                  <a:lnTo>
                    <a:pt x="439" y="0"/>
                  </a:lnTo>
                  <a:lnTo>
                    <a:pt x="395" y="1"/>
                  </a:lnTo>
                  <a:lnTo>
                    <a:pt x="351" y="4"/>
                  </a:lnTo>
                  <a:lnTo>
                    <a:pt x="310" y="11"/>
                  </a:lnTo>
                  <a:lnTo>
                    <a:pt x="270" y="19"/>
                  </a:lnTo>
                  <a:lnTo>
                    <a:pt x="231" y="30"/>
                  </a:lnTo>
                  <a:lnTo>
                    <a:pt x="195" y="43"/>
                  </a:lnTo>
                  <a:lnTo>
                    <a:pt x="162" y="58"/>
                  </a:lnTo>
                  <a:lnTo>
                    <a:pt x="130" y="73"/>
                  </a:lnTo>
                  <a:lnTo>
                    <a:pt x="102" y="93"/>
                  </a:lnTo>
                  <a:lnTo>
                    <a:pt x="76" y="113"/>
                  </a:lnTo>
                  <a:lnTo>
                    <a:pt x="54" y="133"/>
                  </a:lnTo>
                  <a:lnTo>
                    <a:pt x="35" y="157"/>
                  </a:lnTo>
                  <a:lnTo>
                    <a:pt x="20" y="181"/>
                  </a:lnTo>
                  <a:lnTo>
                    <a:pt x="10" y="206"/>
                  </a:lnTo>
                  <a:lnTo>
                    <a:pt x="3" y="233"/>
                  </a:lnTo>
                  <a:lnTo>
                    <a:pt x="0" y="260"/>
                  </a:lnTo>
                  <a:lnTo>
                    <a:pt x="12" y="260"/>
                  </a:lnTo>
                  <a:lnTo>
                    <a:pt x="14" y="235"/>
                  </a:lnTo>
                  <a:lnTo>
                    <a:pt x="21" y="211"/>
                  </a:lnTo>
                  <a:lnTo>
                    <a:pt x="32" y="186"/>
                  </a:lnTo>
                  <a:lnTo>
                    <a:pt x="45" y="164"/>
                  </a:lnTo>
                  <a:lnTo>
                    <a:pt x="64" y="143"/>
                  </a:lnTo>
                  <a:lnTo>
                    <a:pt x="84" y="123"/>
                  </a:lnTo>
                  <a:lnTo>
                    <a:pt x="109" y="103"/>
                  </a:lnTo>
                  <a:lnTo>
                    <a:pt x="137" y="85"/>
                  </a:lnTo>
                  <a:lnTo>
                    <a:pt x="167" y="70"/>
                  </a:lnTo>
                  <a:lnTo>
                    <a:pt x="200" y="55"/>
                  </a:lnTo>
                  <a:lnTo>
                    <a:pt x="236" y="42"/>
                  </a:lnTo>
                  <a:lnTo>
                    <a:pt x="272" y="31"/>
                  </a:lnTo>
                  <a:lnTo>
                    <a:pt x="312" y="23"/>
                  </a:lnTo>
                  <a:lnTo>
                    <a:pt x="353" y="16"/>
                  </a:lnTo>
                  <a:lnTo>
                    <a:pt x="395" y="12"/>
                  </a:lnTo>
                  <a:lnTo>
                    <a:pt x="439" y="11"/>
                  </a:lnTo>
                  <a:lnTo>
                    <a:pt x="439"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3766" name="Freeform 52"/>
            <p:cNvSpPr>
              <a:spLocks/>
            </p:cNvSpPr>
            <p:nvPr/>
          </p:nvSpPr>
          <p:spPr bwMode="auto">
            <a:xfrm>
              <a:off x="964" y="1745"/>
              <a:ext cx="48" cy="85"/>
            </a:xfrm>
            <a:custGeom>
              <a:avLst/>
              <a:gdLst>
                <a:gd name="T0" fmla="*/ 2 w 244"/>
                <a:gd name="T1" fmla="*/ 3 h 426"/>
                <a:gd name="T2" fmla="*/ 2 w 244"/>
                <a:gd name="T3" fmla="*/ 3 h 426"/>
                <a:gd name="T4" fmla="*/ 2 w 244"/>
                <a:gd name="T5" fmla="*/ 3 h 426"/>
                <a:gd name="T6" fmla="*/ 2 w 244"/>
                <a:gd name="T7" fmla="*/ 3 h 426"/>
                <a:gd name="T8" fmla="*/ 2 w 244"/>
                <a:gd name="T9" fmla="*/ 2 h 426"/>
                <a:gd name="T10" fmla="*/ 2 w 244"/>
                <a:gd name="T11" fmla="*/ 2 h 426"/>
                <a:gd name="T12" fmla="*/ 2 w 244"/>
                <a:gd name="T13" fmla="*/ 2 h 426"/>
                <a:gd name="T14" fmla="*/ 2 w 244"/>
                <a:gd name="T15" fmla="*/ 2 h 426"/>
                <a:gd name="T16" fmla="*/ 1 w 244"/>
                <a:gd name="T17" fmla="*/ 1 h 426"/>
                <a:gd name="T18" fmla="*/ 1 w 244"/>
                <a:gd name="T19" fmla="*/ 1 h 426"/>
                <a:gd name="T20" fmla="*/ 1 w 244"/>
                <a:gd name="T21" fmla="*/ 1 h 426"/>
                <a:gd name="T22" fmla="*/ 1 w 244"/>
                <a:gd name="T23" fmla="*/ 1 h 426"/>
                <a:gd name="T24" fmla="*/ 1 w 244"/>
                <a:gd name="T25" fmla="*/ 0 h 426"/>
                <a:gd name="T26" fmla="*/ 1 w 244"/>
                <a:gd name="T27" fmla="*/ 0 h 426"/>
                <a:gd name="T28" fmla="*/ 1 w 244"/>
                <a:gd name="T29" fmla="*/ 0 h 426"/>
                <a:gd name="T30" fmla="*/ 0 w 244"/>
                <a:gd name="T31" fmla="*/ 0 h 426"/>
                <a:gd name="T32" fmla="*/ 0 w 244"/>
                <a:gd name="T33" fmla="*/ 0 h 426"/>
                <a:gd name="T34" fmla="*/ 0 w 244"/>
                <a:gd name="T35" fmla="*/ 0 h 426"/>
                <a:gd name="T36" fmla="*/ 0 w 244"/>
                <a:gd name="T37" fmla="*/ 0 h 426"/>
                <a:gd name="T38" fmla="*/ 0 w 244"/>
                <a:gd name="T39" fmla="*/ 0 h 426"/>
                <a:gd name="T40" fmla="*/ 0 w 244"/>
                <a:gd name="T41" fmla="*/ 0 h 426"/>
                <a:gd name="T42" fmla="*/ 1 w 244"/>
                <a:gd name="T43" fmla="*/ 0 h 426"/>
                <a:gd name="T44" fmla="*/ 1 w 244"/>
                <a:gd name="T45" fmla="*/ 0 h 426"/>
                <a:gd name="T46" fmla="*/ 1 w 244"/>
                <a:gd name="T47" fmla="*/ 0 h 426"/>
                <a:gd name="T48" fmla="*/ 1 w 244"/>
                <a:gd name="T49" fmla="*/ 1 h 426"/>
                <a:gd name="T50" fmla="*/ 1 w 244"/>
                <a:gd name="T51" fmla="*/ 1 h 426"/>
                <a:gd name="T52" fmla="*/ 1 w 244"/>
                <a:gd name="T53" fmla="*/ 1 h 426"/>
                <a:gd name="T54" fmla="*/ 1 w 244"/>
                <a:gd name="T55" fmla="*/ 1 h 426"/>
                <a:gd name="T56" fmla="*/ 1 w 244"/>
                <a:gd name="T57" fmla="*/ 2 h 426"/>
                <a:gd name="T58" fmla="*/ 2 w 244"/>
                <a:gd name="T59" fmla="*/ 2 h 426"/>
                <a:gd name="T60" fmla="*/ 2 w 244"/>
                <a:gd name="T61" fmla="*/ 2 h 426"/>
                <a:gd name="T62" fmla="*/ 2 w 244"/>
                <a:gd name="T63" fmla="*/ 2 h 426"/>
                <a:gd name="T64" fmla="*/ 2 w 244"/>
                <a:gd name="T65" fmla="*/ 3 h 426"/>
                <a:gd name="T66" fmla="*/ 2 w 244"/>
                <a:gd name="T67" fmla="*/ 3 h 426"/>
                <a:gd name="T68" fmla="*/ 2 w 244"/>
                <a:gd name="T69" fmla="*/ 3 h 426"/>
                <a:gd name="T70" fmla="*/ 2 w 244"/>
                <a:gd name="T71" fmla="*/ 3 h 426"/>
                <a:gd name="T72" fmla="*/ 2 w 244"/>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6"/>
                <a:gd name="T113" fmla="*/ 244 w 244"/>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6">
                  <a:moveTo>
                    <a:pt x="244" y="426"/>
                  </a:moveTo>
                  <a:lnTo>
                    <a:pt x="244" y="426"/>
                  </a:lnTo>
                  <a:lnTo>
                    <a:pt x="243" y="383"/>
                  </a:lnTo>
                  <a:lnTo>
                    <a:pt x="240" y="340"/>
                  </a:lnTo>
                  <a:lnTo>
                    <a:pt x="234" y="300"/>
                  </a:lnTo>
                  <a:lnTo>
                    <a:pt x="226" y="262"/>
                  </a:lnTo>
                  <a:lnTo>
                    <a:pt x="215" y="224"/>
                  </a:lnTo>
                  <a:lnTo>
                    <a:pt x="203" y="189"/>
                  </a:lnTo>
                  <a:lnTo>
                    <a:pt x="189" y="157"/>
                  </a:lnTo>
                  <a:lnTo>
                    <a:pt x="174" y="126"/>
                  </a:lnTo>
                  <a:lnTo>
                    <a:pt x="155" y="99"/>
                  </a:lnTo>
                  <a:lnTo>
                    <a:pt x="138" y="74"/>
                  </a:lnTo>
                  <a:lnTo>
                    <a:pt x="118" y="52"/>
                  </a:lnTo>
                  <a:lnTo>
                    <a:pt x="96" y="34"/>
                  </a:lnTo>
                  <a:lnTo>
                    <a:pt x="73" y="19"/>
                  </a:lnTo>
                  <a:lnTo>
                    <a:pt x="50" y="8"/>
                  </a:lnTo>
                  <a:lnTo>
                    <a:pt x="25" y="2"/>
                  </a:lnTo>
                  <a:lnTo>
                    <a:pt x="0" y="0"/>
                  </a:lnTo>
                  <a:lnTo>
                    <a:pt x="0" y="12"/>
                  </a:lnTo>
                  <a:lnTo>
                    <a:pt x="23" y="14"/>
                  </a:lnTo>
                  <a:lnTo>
                    <a:pt x="45" y="20"/>
                  </a:lnTo>
                  <a:lnTo>
                    <a:pt x="66" y="31"/>
                  </a:lnTo>
                  <a:lnTo>
                    <a:pt x="89" y="43"/>
                  </a:lnTo>
                  <a:lnTo>
                    <a:pt x="109" y="61"/>
                  </a:lnTo>
                  <a:lnTo>
                    <a:pt x="129" y="81"/>
                  </a:lnTo>
                  <a:lnTo>
                    <a:pt x="146" y="106"/>
                  </a:lnTo>
                  <a:lnTo>
                    <a:pt x="162" y="133"/>
                  </a:lnTo>
                  <a:lnTo>
                    <a:pt x="178" y="162"/>
                  </a:lnTo>
                  <a:lnTo>
                    <a:pt x="192" y="194"/>
                  </a:lnTo>
                  <a:lnTo>
                    <a:pt x="203" y="229"/>
                  </a:lnTo>
                  <a:lnTo>
                    <a:pt x="214" y="264"/>
                  </a:lnTo>
                  <a:lnTo>
                    <a:pt x="222" y="303"/>
                  </a:lnTo>
                  <a:lnTo>
                    <a:pt x="228" y="342"/>
                  </a:lnTo>
                  <a:lnTo>
                    <a:pt x="232" y="383"/>
                  </a:lnTo>
                  <a:lnTo>
                    <a:pt x="233" y="426"/>
                  </a:lnTo>
                  <a:lnTo>
                    <a:pt x="244"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3767" name="Freeform 53"/>
            <p:cNvSpPr>
              <a:spLocks/>
            </p:cNvSpPr>
            <p:nvPr/>
          </p:nvSpPr>
          <p:spPr bwMode="auto">
            <a:xfrm>
              <a:off x="964" y="1830"/>
              <a:ext cx="48" cy="85"/>
            </a:xfrm>
            <a:custGeom>
              <a:avLst/>
              <a:gdLst>
                <a:gd name="T0" fmla="*/ 0 w 244"/>
                <a:gd name="T1" fmla="*/ 3 h 424"/>
                <a:gd name="T2" fmla="*/ 0 w 244"/>
                <a:gd name="T3" fmla="*/ 3 h 424"/>
                <a:gd name="T4" fmla="*/ 0 w 244"/>
                <a:gd name="T5" fmla="*/ 3 h 424"/>
                <a:gd name="T6" fmla="*/ 0 w 244"/>
                <a:gd name="T7" fmla="*/ 3 h 424"/>
                <a:gd name="T8" fmla="*/ 1 w 244"/>
                <a:gd name="T9" fmla="*/ 3 h 424"/>
                <a:gd name="T10" fmla="*/ 1 w 244"/>
                <a:gd name="T11" fmla="*/ 3 h 424"/>
                <a:gd name="T12" fmla="*/ 1 w 244"/>
                <a:gd name="T13" fmla="*/ 3 h 424"/>
                <a:gd name="T14" fmla="*/ 1 w 244"/>
                <a:gd name="T15" fmla="*/ 3 h 424"/>
                <a:gd name="T16" fmla="*/ 1 w 244"/>
                <a:gd name="T17" fmla="*/ 3 h 424"/>
                <a:gd name="T18" fmla="*/ 1 w 244"/>
                <a:gd name="T19" fmla="*/ 2 h 424"/>
                <a:gd name="T20" fmla="*/ 1 w 244"/>
                <a:gd name="T21" fmla="*/ 2 h 424"/>
                <a:gd name="T22" fmla="*/ 2 w 244"/>
                <a:gd name="T23" fmla="*/ 2 h 424"/>
                <a:gd name="T24" fmla="*/ 2 w 244"/>
                <a:gd name="T25" fmla="*/ 2 h 424"/>
                <a:gd name="T26" fmla="*/ 2 w 244"/>
                <a:gd name="T27" fmla="*/ 1 h 424"/>
                <a:gd name="T28" fmla="*/ 2 w 244"/>
                <a:gd name="T29" fmla="*/ 1 h 424"/>
                <a:gd name="T30" fmla="*/ 2 w 244"/>
                <a:gd name="T31" fmla="*/ 1 h 424"/>
                <a:gd name="T32" fmla="*/ 2 w 244"/>
                <a:gd name="T33" fmla="*/ 0 h 424"/>
                <a:gd name="T34" fmla="*/ 2 w 244"/>
                <a:gd name="T35" fmla="*/ 0 h 424"/>
                <a:gd name="T36" fmla="*/ 2 w 244"/>
                <a:gd name="T37" fmla="*/ 0 h 424"/>
                <a:gd name="T38" fmla="*/ 2 w 244"/>
                <a:gd name="T39" fmla="*/ 0 h 424"/>
                <a:gd name="T40" fmla="*/ 2 w 244"/>
                <a:gd name="T41" fmla="*/ 1 h 424"/>
                <a:gd name="T42" fmla="*/ 2 w 244"/>
                <a:gd name="T43" fmla="*/ 1 h 424"/>
                <a:gd name="T44" fmla="*/ 2 w 244"/>
                <a:gd name="T45" fmla="*/ 1 h 424"/>
                <a:gd name="T46" fmla="*/ 2 w 244"/>
                <a:gd name="T47" fmla="*/ 2 h 424"/>
                <a:gd name="T48" fmla="*/ 1 w 244"/>
                <a:gd name="T49" fmla="*/ 2 h 424"/>
                <a:gd name="T50" fmla="*/ 1 w 244"/>
                <a:gd name="T51" fmla="*/ 2 h 424"/>
                <a:gd name="T52" fmla="*/ 1 w 244"/>
                <a:gd name="T53" fmla="*/ 2 h 424"/>
                <a:gd name="T54" fmla="*/ 1 w 244"/>
                <a:gd name="T55" fmla="*/ 3 h 424"/>
                <a:gd name="T56" fmla="*/ 1 w 244"/>
                <a:gd name="T57" fmla="*/ 3 h 424"/>
                <a:gd name="T58" fmla="*/ 1 w 244"/>
                <a:gd name="T59" fmla="*/ 3 h 424"/>
                <a:gd name="T60" fmla="*/ 1 w 244"/>
                <a:gd name="T61" fmla="*/ 3 h 424"/>
                <a:gd name="T62" fmla="*/ 1 w 244"/>
                <a:gd name="T63" fmla="*/ 3 h 424"/>
                <a:gd name="T64" fmla="*/ 0 w 244"/>
                <a:gd name="T65" fmla="*/ 3 h 424"/>
                <a:gd name="T66" fmla="*/ 0 w 244"/>
                <a:gd name="T67" fmla="*/ 3 h 424"/>
                <a:gd name="T68" fmla="*/ 0 w 244"/>
                <a:gd name="T69" fmla="*/ 3 h 424"/>
                <a:gd name="T70" fmla="*/ 0 w 244"/>
                <a:gd name="T71" fmla="*/ 3 h 424"/>
                <a:gd name="T72" fmla="*/ 0 w 244"/>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4"/>
                <a:gd name="T113" fmla="*/ 244 w 244"/>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4">
                  <a:moveTo>
                    <a:pt x="0" y="424"/>
                  </a:moveTo>
                  <a:lnTo>
                    <a:pt x="0" y="424"/>
                  </a:lnTo>
                  <a:lnTo>
                    <a:pt x="25" y="422"/>
                  </a:lnTo>
                  <a:lnTo>
                    <a:pt x="50" y="416"/>
                  </a:lnTo>
                  <a:lnTo>
                    <a:pt x="73" y="405"/>
                  </a:lnTo>
                  <a:lnTo>
                    <a:pt x="96" y="390"/>
                  </a:lnTo>
                  <a:lnTo>
                    <a:pt x="118" y="373"/>
                  </a:lnTo>
                  <a:lnTo>
                    <a:pt x="138" y="350"/>
                  </a:lnTo>
                  <a:lnTo>
                    <a:pt x="155" y="326"/>
                  </a:lnTo>
                  <a:lnTo>
                    <a:pt x="173" y="299"/>
                  </a:lnTo>
                  <a:lnTo>
                    <a:pt x="189" y="268"/>
                  </a:lnTo>
                  <a:lnTo>
                    <a:pt x="203" y="235"/>
                  </a:lnTo>
                  <a:lnTo>
                    <a:pt x="215" y="201"/>
                  </a:lnTo>
                  <a:lnTo>
                    <a:pt x="226" y="163"/>
                  </a:lnTo>
                  <a:lnTo>
                    <a:pt x="234" y="125"/>
                  </a:lnTo>
                  <a:lnTo>
                    <a:pt x="240" y="85"/>
                  </a:lnTo>
                  <a:lnTo>
                    <a:pt x="243" y="42"/>
                  </a:lnTo>
                  <a:lnTo>
                    <a:pt x="244" y="0"/>
                  </a:lnTo>
                  <a:lnTo>
                    <a:pt x="233" y="0"/>
                  </a:lnTo>
                  <a:lnTo>
                    <a:pt x="232" y="42"/>
                  </a:lnTo>
                  <a:lnTo>
                    <a:pt x="228" y="83"/>
                  </a:lnTo>
                  <a:lnTo>
                    <a:pt x="222" y="123"/>
                  </a:lnTo>
                  <a:lnTo>
                    <a:pt x="214" y="160"/>
                  </a:lnTo>
                  <a:lnTo>
                    <a:pt x="203" y="197"/>
                  </a:lnTo>
                  <a:lnTo>
                    <a:pt x="192" y="231"/>
                  </a:lnTo>
                  <a:lnTo>
                    <a:pt x="178" y="263"/>
                  </a:lnTo>
                  <a:lnTo>
                    <a:pt x="164" y="292"/>
                  </a:lnTo>
                  <a:lnTo>
                    <a:pt x="146" y="319"/>
                  </a:lnTo>
                  <a:lnTo>
                    <a:pt x="129" y="343"/>
                  </a:lnTo>
                  <a:lnTo>
                    <a:pt x="109" y="363"/>
                  </a:lnTo>
                  <a:lnTo>
                    <a:pt x="89" y="381"/>
                  </a:lnTo>
                  <a:lnTo>
                    <a:pt x="66" y="394"/>
                  </a:lnTo>
                  <a:lnTo>
                    <a:pt x="45" y="404"/>
                  </a:lnTo>
                  <a:lnTo>
                    <a:pt x="23" y="410"/>
                  </a:lnTo>
                  <a:lnTo>
                    <a:pt x="0" y="412"/>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3768" name="Freeform 54"/>
            <p:cNvSpPr>
              <a:spLocks/>
            </p:cNvSpPr>
            <p:nvPr/>
          </p:nvSpPr>
          <p:spPr bwMode="auto">
            <a:xfrm>
              <a:off x="915" y="1830"/>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1" y="42"/>
                  </a:lnTo>
                  <a:lnTo>
                    <a:pt x="4" y="85"/>
                  </a:lnTo>
                  <a:lnTo>
                    <a:pt x="10" y="125"/>
                  </a:lnTo>
                  <a:lnTo>
                    <a:pt x="19" y="163"/>
                  </a:lnTo>
                  <a:lnTo>
                    <a:pt x="29" y="201"/>
                  </a:lnTo>
                  <a:lnTo>
                    <a:pt x="41" y="235"/>
                  </a:lnTo>
                  <a:lnTo>
                    <a:pt x="55" y="268"/>
                  </a:lnTo>
                  <a:lnTo>
                    <a:pt x="71" y="299"/>
                  </a:lnTo>
                  <a:lnTo>
                    <a:pt x="89" y="326"/>
                  </a:lnTo>
                  <a:lnTo>
                    <a:pt x="106" y="350"/>
                  </a:lnTo>
                  <a:lnTo>
                    <a:pt x="126" y="373"/>
                  </a:lnTo>
                  <a:lnTo>
                    <a:pt x="149" y="390"/>
                  </a:lnTo>
                  <a:lnTo>
                    <a:pt x="171" y="405"/>
                  </a:lnTo>
                  <a:lnTo>
                    <a:pt x="194" y="416"/>
                  </a:lnTo>
                  <a:lnTo>
                    <a:pt x="219" y="422"/>
                  </a:lnTo>
                  <a:lnTo>
                    <a:pt x="245" y="424"/>
                  </a:lnTo>
                  <a:lnTo>
                    <a:pt x="245" y="412"/>
                  </a:lnTo>
                  <a:lnTo>
                    <a:pt x="221" y="410"/>
                  </a:lnTo>
                  <a:lnTo>
                    <a:pt x="199" y="404"/>
                  </a:lnTo>
                  <a:lnTo>
                    <a:pt x="178" y="394"/>
                  </a:lnTo>
                  <a:lnTo>
                    <a:pt x="156" y="381"/>
                  </a:lnTo>
                  <a:lnTo>
                    <a:pt x="136" y="363"/>
                  </a:lnTo>
                  <a:lnTo>
                    <a:pt x="116" y="343"/>
                  </a:lnTo>
                  <a:lnTo>
                    <a:pt x="98" y="319"/>
                  </a:lnTo>
                  <a:lnTo>
                    <a:pt x="81" y="292"/>
                  </a:lnTo>
                  <a:lnTo>
                    <a:pt x="67" y="263"/>
                  </a:lnTo>
                  <a:lnTo>
                    <a:pt x="52" y="231"/>
                  </a:lnTo>
                  <a:lnTo>
                    <a:pt x="41" y="197"/>
                  </a:lnTo>
                  <a:lnTo>
                    <a:pt x="30" y="160"/>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3769" name="Freeform 55"/>
            <p:cNvSpPr>
              <a:spLocks/>
            </p:cNvSpPr>
            <p:nvPr/>
          </p:nvSpPr>
          <p:spPr bwMode="auto">
            <a:xfrm>
              <a:off x="915" y="1745"/>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0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19" y="2"/>
                  </a:lnTo>
                  <a:lnTo>
                    <a:pt x="194" y="8"/>
                  </a:lnTo>
                  <a:lnTo>
                    <a:pt x="171" y="19"/>
                  </a:lnTo>
                  <a:lnTo>
                    <a:pt x="149" y="34"/>
                  </a:lnTo>
                  <a:lnTo>
                    <a:pt x="126" y="52"/>
                  </a:lnTo>
                  <a:lnTo>
                    <a:pt x="106" y="74"/>
                  </a:lnTo>
                  <a:lnTo>
                    <a:pt x="89" y="99"/>
                  </a:lnTo>
                  <a:lnTo>
                    <a:pt x="70" y="126"/>
                  </a:lnTo>
                  <a:lnTo>
                    <a:pt x="55" y="157"/>
                  </a:lnTo>
                  <a:lnTo>
                    <a:pt x="41" y="189"/>
                  </a:lnTo>
                  <a:lnTo>
                    <a:pt x="29" y="224"/>
                  </a:lnTo>
                  <a:lnTo>
                    <a:pt x="19" y="262"/>
                  </a:lnTo>
                  <a:lnTo>
                    <a:pt x="10" y="300"/>
                  </a:lnTo>
                  <a:lnTo>
                    <a:pt x="4" y="340"/>
                  </a:lnTo>
                  <a:lnTo>
                    <a:pt x="1" y="383"/>
                  </a:lnTo>
                  <a:lnTo>
                    <a:pt x="0" y="426"/>
                  </a:lnTo>
                  <a:lnTo>
                    <a:pt x="11" y="426"/>
                  </a:lnTo>
                  <a:lnTo>
                    <a:pt x="13" y="383"/>
                  </a:lnTo>
                  <a:lnTo>
                    <a:pt x="16" y="342"/>
                  </a:lnTo>
                  <a:lnTo>
                    <a:pt x="22" y="303"/>
                  </a:lnTo>
                  <a:lnTo>
                    <a:pt x="30" y="264"/>
                  </a:lnTo>
                  <a:lnTo>
                    <a:pt x="41" y="229"/>
                  </a:lnTo>
                  <a:lnTo>
                    <a:pt x="52" y="194"/>
                  </a:lnTo>
                  <a:lnTo>
                    <a:pt x="67" y="162"/>
                  </a:lnTo>
                  <a:lnTo>
                    <a:pt x="82" y="133"/>
                  </a:lnTo>
                  <a:lnTo>
                    <a:pt x="98" y="106"/>
                  </a:lnTo>
                  <a:lnTo>
                    <a:pt x="116" y="81"/>
                  </a:lnTo>
                  <a:lnTo>
                    <a:pt x="136" y="61"/>
                  </a:lnTo>
                  <a:lnTo>
                    <a:pt x="156" y="43"/>
                  </a:lnTo>
                  <a:lnTo>
                    <a:pt x="178" y="31"/>
                  </a:lnTo>
                  <a:lnTo>
                    <a:pt x="199" y="20"/>
                  </a:lnTo>
                  <a:lnTo>
                    <a:pt x="221"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3770" name="Freeform 56"/>
            <p:cNvSpPr>
              <a:spLocks/>
            </p:cNvSpPr>
            <p:nvPr/>
          </p:nvSpPr>
          <p:spPr bwMode="auto">
            <a:xfrm>
              <a:off x="1140" y="2087"/>
              <a:ext cx="49" cy="85"/>
            </a:xfrm>
            <a:custGeom>
              <a:avLst/>
              <a:gdLst>
                <a:gd name="T0" fmla="*/ 2 w 246"/>
                <a:gd name="T1" fmla="*/ 3 h 424"/>
                <a:gd name="T2" fmla="*/ 2 w 246"/>
                <a:gd name="T3" fmla="*/ 3 h 424"/>
                <a:gd name="T4" fmla="*/ 2 w 246"/>
                <a:gd name="T5" fmla="*/ 3 h 424"/>
                <a:gd name="T6" fmla="*/ 2 w 246"/>
                <a:gd name="T7" fmla="*/ 3 h 424"/>
                <a:gd name="T8" fmla="*/ 2 w 246"/>
                <a:gd name="T9" fmla="*/ 2 h 424"/>
                <a:gd name="T10" fmla="*/ 2 w 246"/>
                <a:gd name="T11" fmla="*/ 2 h 424"/>
                <a:gd name="T12" fmla="*/ 2 w 246"/>
                <a:gd name="T13" fmla="*/ 2 h 424"/>
                <a:gd name="T14" fmla="*/ 2 w 246"/>
                <a:gd name="T15" fmla="*/ 2 h 424"/>
                <a:gd name="T16" fmla="*/ 2 w 246"/>
                <a:gd name="T17" fmla="*/ 1 h 424"/>
                <a:gd name="T18" fmla="*/ 1 w 246"/>
                <a:gd name="T19" fmla="*/ 1 h 424"/>
                <a:gd name="T20" fmla="*/ 1 w 246"/>
                <a:gd name="T21" fmla="*/ 1 h 424"/>
                <a:gd name="T22" fmla="*/ 1 w 246"/>
                <a:gd name="T23" fmla="*/ 1 h 424"/>
                <a:gd name="T24" fmla="*/ 1 w 246"/>
                <a:gd name="T25" fmla="*/ 0 h 424"/>
                <a:gd name="T26" fmla="*/ 1 w 246"/>
                <a:gd name="T27" fmla="*/ 0 h 424"/>
                <a:gd name="T28" fmla="*/ 1 w 246"/>
                <a:gd name="T29" fmla="*/ 0 h 424"/>
                <a:gd name="T30" fmla="*/ 0 w 246"/>
                <a:gd name="T31" fmla="*/ 0 h 424"/>
                <a:gd name="T32" fmla="*/ 0 w 246"/>
                <a:gd name="T33" fmla="*/ 0 h 424"/>
                <a:gd name="T34" fmla="*/ 0 w 246"/>
                <a:gd name="T35" fmla="*/ 0 h 424"/>
                <a:gd name="T36" fmla="*/ 0 w 246"/>
                <a:gd name="T37" fmla="*/ 0 h 424"/>
                <a:gd name="T38" fmla="*/ 0 w 246"/>
                <a:gd name="T39" fmla="*/ 0 h 424"/>
                <a:gd name="T40" fmla="*/ 0 w 246"/>
                <a:gd name="T41" fmla="*/ 0 h 424"/>
                <a:gd name="T42" fmla="*/ 1 w 246"/>
                <a:gd name="T43" fmla="*/ 0 h 424"/>
                <a:gd name="T44" fmla="*/ 1 w 246"/>
                <a:gd name="T45" fmla="*/ 0 h 424"/>
                <a:gd name="T46" fmla="*/ 1 w 246"/>
                <a:gd name="T47" fmla="*/ 0 h 424"/>
                <a:gd name="T48" fmla="*/ 1 w 246"/>
                <a:gd name="T49" fmla="*/ 1 h 424"/>
                <a:gd name="T50" fmla="*/ 1 w 246"/>
                <a:gd name="T51" fmla="*/ 1 h 424"/>
                <a:gd name="T52" fmla="*/ 1 w 246"/>
                <a:gd name="T53" fmla="*/ 1 h 424"/>
                <a:gd name="T54" fmla="*/ 1 w 246"/>
                <a:gd name="T55" fmla="*/ 1 h 424"/>
                <a:gd name="T56" fmla="*/ 2 w 246"/>
                <a:gd name="T57" fmla="*/ 2 h 424"/>
                <a:gd name="T58" fmla="*/ 2 w 246"/>
                <a:gd name="T59" fmla="*/ 2 h 424"/>
                <a:gd name="T60" fmla="*/ 2 w 246"/>
                <a:gd name="T61" fmla="*/ 2 h 424"/>
                <a:gd name="T62" fmla="*/ 2 w 246"/>
                <a:gd name="T63" fmla="*/ 2 h 424"/>
                <a:gd name="T64" fmla="*/ 2 w 246"/>
                <a:gd name="T65" fmla="*/ 3 h 424"/>
                <a:gd name="T66" fmla="*/ 2 w 246"/>
                <a:gd name="T67" fmla="*/ 3 h 424"/>
                <a:gd name="T68" fmla="*/ 2 w 246"/>
                <a:gd name="T69" fmla="*/ 3 h 424"/>
                <a:gd name="T70" fmla="*/ 2 w 246"/>
                <a:gd name="T71" fmla="*/ 3 h 424"/>
                <a:gd name="T72" fmla="*/ 2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424"/>
                  </a:moveTo>
                  <a:lnTo>
                    <a:pt x="246" y="424"/>
                  </a:lnTo>
                  <a:lnTo>
                    <a:pt x="244" y="382"/>
                  </a:lnTo>
                  <a:lnTo>
                    <a:pt x="241" y="338"/>
                  </a:lnTo>
                  <a:lnTo>
                    <a:pt x="235" y="298"/>
                  </a:lnTo>
                  <a:lnTo>
                    <a:pt x="227" y="261"/>
                  </a:lnTo>
                  <a:lnTo>
                    <a:pt x="216" y="222"/>
                  </a:lnTo>
                  <a:lnTo>
                    <a:pt x="205" y="188"/>
                  </a:lnTo>
                  <a:lnTo>
                    <a:pt x="190" y="155"/>
                  </a:lnTo>
                  <a:lnTo>
                    <a:pt x="174" y="125"/>
                  </a:lnTo>
                  <a:lnTo>
                    <a:pt x="157" y="98"/>
                  </a:lnTo>
                  <a:lnTo>
                    <a:pt x="138" y="73"/>
                  </a:lnTo>
                  <a:lnTo>
                    <a:pt x="118" y="51"/>
                  </a:lnTo>
                  <a:lnTo>
                    <a:pt x="96" y="34"/>
                  </a:lnTo>
                  <a:lnTo>
                    <a:pt x="74" y="18"/>
                  </a:lnTo>
                  <a:lnTo>
                    <a:pt x="50" y="8"/>
                  </a:lnTo>
                  <a:lnTo>
                    <a:pt x="25" y="2"/>
                  </a:lnTo>
                  <a:lnTo>
                    <a:pt x="0" y="0"/>
                  </a:lnTo>
                  <a:lnTo>
                    <a:pt x="0" y="11"/>
                  </a:lnTo>
                  <a:lnTo>
                    <a:pt x="23" y="14"/>
                  </a:lnTo>
                  <a:lnTo>
                    <a:pt x="45" y="19"/>
                  </a:lnTo>
                  <a:lnTo>
                    <a:pt x="67" y="30"/>
                  </a:lnTo>
                  <a:lnTo>
                    <a:pt x="89" y="43"/>
                  </a:lnTo>
                  <a:lnTo>
                    <a:pt x="108" y="60"/>
                  </a:lnTo>
                  <a:lnTo>
                    <a:pt x="128" y="80"/>
                  </a:lnTo>
                  <a:lnTo>
                    <a:pt x="147" y="105"/>
                  </a:lnTo>
                  <a:lnTo>
                    <a:pt x="165" y="132"/>
                  </a:lnTo>
                  <a:lnTo>
                    <a:pt x="179" y="160"/>
                  </a:lnTo>
                  <a:lnTo>
                    <a:pt x="193" y="193"/>
                  </a:lnTo>
                  <a:lnTo>
                    <a:pt x="205" y="227"/>
                  </a:lnTo>
                  <a:lnTo>
                    <a:pt x="215" y="263"/>
                  </a:lnTo>
                  <a:lnTo>
                    <a:pt x="223" y="301"/>
                  </a:lnTo>
                  <a:lnTo>
                    <a:pt x="229" y="341"/>
                  </a:lnTo>
                  <a:lnTo>
                    <a:pt x="233" y="382"/>
                  </a:lnTo>
                  <a:lnTo>
                    <a:pt x="234" y="424"/>
                  </a:lnTo>
                  <a:lnTo>
                    <a:pt x="246"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3771" name="Freeform 57"/>
            <p:cNvSpPr>
              <a:spLocks/>
            </p:cNvSpPr>
            <p:nvPr/>
          </p:nvSpPr>
          <p:spPr bwMode="auto">
            <a:xfrm>
              <a:off x="1140" y="2172"/>
              <a:ext cx="49" cy="85"/>
            </a:xfrm>
            <a:custGeom>
              <a:avLst/>
              <a:gdLst>
                <a:gd name="T0" fmla="*/ 0 w 246"/>
                <a:gd name="T1" fmla="*/ 3 h 426"/>
                <a:gd name="T2" fmla="*/ 0 w 246"/>
                <a:gd name="T3" fmla="*/ 3 h 426"/>
                <a:gd name="T4" fmla="*/ 0 w 246"/>
                <a:gd name="T5" fmla="*/ 3 h 426"/>
                <a:gd name="T6" fmla="*/ 0 w 246"/>
                <a:gd name="T7" fmla="*/ 3 h 426"/>
                <a:gd name="T8" fmla="*/ 1 w 246"/>
                <a:gd name="T9" fmla="*/ 3 h 426"/>
                <a:gd name="T10" fmla="*/ 1 w 246"/>
                <a:gd name="T11" fmla="*/ 3 h 426"/>
                <a:gd name="T12" fmla="*/ 1 w 246"/>
                <a:gd name="T13" fmla="*/ 3 h 426"/>
                <a:gd name="T14" fmla="*/ 1 w 246"/>
                <a:gd name="T15" fmla="*/ 3 h 426"/>
                <a:gd name="T16" fmla="*/ 1 w 246"/>
                <a:gd name="T17" fmla="*/ 3 h 426"/>
                <a:gd name="T18" fmla="*/ 1 w 246"/>
                <a:gd name="T19" fmla="*/ 2 h 426"/>
                <a:gd name="T20" fmla="*/ 2 w 246"/>
                <a:gd name="T21" fmla="*/ 2 h 426"/>
                <a:gd name="T22" fmla="*/ 2 w 246"/>
                <a:gd name="T23" fmla="*/ 2 h 426"/>
                <a:gd name="T24" fmla="*/ 2 w 246"/>
                <a:gd name="T25" fmla="*/ 2 h 426"/>
                <a:gd name="T26" fmla="*/ 2 w 246"/>
                <a:gd name="T27" fmla="*/ 1 h 426"/>
                <a:gd name="T28" fmla="*/ 2 w 246"/>
                <a:gd name="T29" fmla="*/ 1 h 426"/>
                <a:gd name="T30" fmla="*/ 2 w 246"/>
                <a:gd name="T31" fmla="*/ 1 h 426"/>
                <a:gd name="T32" fmla="*/ 2 w 246"/>
                <a:gd name="T33" fmla="*/ 0 h 426"/>
                <a:gd name="T34" fmla="*/ 2 w 246"/>
                <a:gd name="T35" fmla="*/ 0 h 426"/>
                <a:gd name="T36" fmla="*/ 2 w 246"/>
                <a:gd name="T37" fmla="*/ 0 h 426"/>
                <a:gd name="T38" fmla="*/ 2 w 246"/>
                <a:gd name="T39" fmla="*/ 0 h 426"/>
                <a:gd name="T40" fmla="*/ 2 w 246"/>
                <a:gd name="T41" fmla="*/ 1 h 426"/>
                <a:gd name="T42" fmla="*/ 2 w 246"/>
                <a:gd name="T43" fmla="*/ 1 h 426"/>
                <a:gd name="T44" fmla="*/ 2 w 246"/>
                <a:gd name="T45" fmla="*/ 1 h 426"/>
                <a:gd name="T46" fmla="*/ 2 w 246"/>
                <a:gd name="T47" fmla="*/ 2 h 426"/>
                <a:gd name="T48" fmla="*/ 2 w 246"/>
                <a:gd name="T49" fmla="*/ 2 h 426"/>
                <a:gd name="T50" fmla="*/ 1 w 246"/>
                <a:gd name="T51" fmla="*/ 2 h 426"/>
                <a:gd name="T52" fmla="*/ 1 w 246"/>
                <a:gd name="T53" fmla="*/ 2 h 426"/>
                <a:gd name="T54" fmla="*/ 1 w 246"/>
                <a:gd name="T55" fmla="*/ 3 h 426"/>
                <a:gd name="T56" fmla="*/ 1 w 246"/>
                <a:gd name="T57" fmla="*/ 3 h 426"/>
                <a:gd name="T58" fmla="*/ 1 w 246"/>
                <a:gd name="T59" fmla="*/ 3 h 426"/>
                <a:gd name="T60" fmla="*/ 1 w 246"/>
                <a:gd name="T61" fmla="*/ 3 h 426"/>
                <a:gd name="T62" fmla="*/ 1 w 246"/>
                <a:gd name="T63" fmla="*/ 3 h 426"/>
                <a:gd name="T64" fmla="*/ 0 w 246"/>
                <a:gd name="T65" fmla="*/ 3 h 426"/>
                <a:gd name="T66" fmla="*/ 0 w 246"/>
                <a:gd name="T67" fmla="*/ 3 h 426"/>
                <a:gd name="T68" fmla="*/ 0 w 246"/>
                <a:gd name="T69" fmla="*/ 3 h 426"/>
                <a:gd name="T70" fmla="*/ 0 w 246"/>
                <a:gd name="T71" fmla="*/ 3 h 426"/>
                <a:gd name="T72" fmla="*/ 0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426"/>
                  </a:moveTo>
                  <a:lnTo>
                    <a:pt x="0" y="426"/>
                  </a:lnTo>
                  <a:lnTo>
                    <a:pt x="25" y="423"/>
                  </a:lnTo>
                  <a:lnTo>
                    <a:pt x="50" y="417"/>
                  </a:lnTo>
                  <a:lnTo>
                    <a:pt x="74" y="407"/>
                  </a:lnTo>
                  <a:lnTo>
                    <a:pt x="96" y="392"/>
                  </a:lnTo>
                  <a:lnTo>
                    <a:pt x="118" y="373"/>
                  </a:lnTo>
                  <a:lnTo>
                    <a:pt x="138" y="350"/>
                  </a:lnTo>
                  <a:lnTo>
                    <a:pt x="157" y="327"/>
                  </a:lnTo>
                  <a:lnTo>
                    <a:pt x="175" y="299"/>
                  </a:lnTo>
                  <a:lnTo>
                    <a:pt x="190" y="268"/>
                  </a:lnTo>
                  <a:lnTo>
                    <a:pt x="205" y="236"/>
                  </a:lnTo>
                  <a:lnTo>
                    <a:pt x="216" y="202"/>
                  </a:lnTo>
                  <a:lnTo>
                    <a:pt x="227" y="164"/>
                  </a:lnTo>
                  <a:lnTo>
                    <a:pt x="235" y="125"/>
                  </a:lnTo>
                  <a:lnTo>
                    <a:pt x="241" y="86"/>
                  </a:lnTo>
                  <a:lnTo>
                    <a:pt x="244" y="42"/>
                  </a:lnTo>
                  <a:lnTo>
                    <a:pt x="246" y="0"/>
                  </a:lnTo>
                  <a:lnTo>
                    <a:pt x="234" y="0"/>
                  </a:lnTo>
                  <a:lnTo>
                    <a:pt x="233" y="42"/>
                  </a:lnTo>
                  <a:lnTo>
                    <a:pt x="229" y="83"/>
                  </a:lnTo>
                  <a:lnTo>
                    <a:pt x="223" y="123"/>
                  </a:lnTo>
                  <a:lnTo>
                    <a:pt x="215" y="162"/>
                  </a:lnTo>
                  <a:lnTo>
                    <a:pt x="205" y="197"/>
                  </a:lnTo>
                  <a:lnTo>
                    <a:pt x="193" y="231"/>
                  </a:lnTo>
                  <a:lnTo>
                    <a:pt x="179" y="264"/>
                  </a:lnTo>
                  <a:lnTo>
                    <a:pt x="164" y="292"/>
                  </a:lnTo>
                  <a:lnTo>
                    <a:pt x="147" y="320"/>
                  </a:lnTo>
                  <a:lnTo>
                    <a:pt x="128" y="343"/>
                  </a:lnTo>
                  <a:lnTo>
                    <a:pt x="108" y="363"/>
                  </a:lnTo>
                  <a:lnTo>
                    <a:pt x="89" y="382"/>
                  </a:lnTo>
                  <a:lnTo>
                    <a:pt x="67" y="395"/>
                  </a:lnTo>
                  <a:lnTo>
                    <a:pt x="45" y="406"/>
                  </a:lnTo>
                  <a:lnTo>
                    <a:pt x="23" y="411"/>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3772" name="Freeform 58"/>
            <p:cNvSpPr>
              <a:spLocks/>
            </p:cNvSpPr>
            <p:nvPr/>
          </p:nvSpPr>
          <p:spPr bwMode="auto">
            <a:xfrm>
              <a:off x="1091" y="2172"/>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4" y="86"/>
                  </a:lnTo>
                  <a:lnTo>
                    <a:pt x="10" y="125"/>
                  </a:lnTo>
                  <a:lnTo>
                    <a:pt x="18" y="164"/>
                  </a:lnTo>
                  <a:lnTo>
                    <a:pt x="29" y="202"/>
                  </a:lnTo>
                  <a:lnTo>
                    <a:pt x="41" y="236"/>
                  </a:lnTo>
                  <a:lnTo>
                    <a:pt x="55" y="268"/>
                  </a:lnTo>
                  <a:lnTo>
                    <a:pt x="70" y="299"/>
                  </a:lnTo>
                  <a:lnTo>
                    <a:pt x="89" y="327"/>
                  </a:lnTo>
                  <a:lnTo>
                    <a:pt x="106" y="350"/>
                  </a:lnTo>
                  <a:lnTo>
                    <a:pt x="126" y="373"/>
                  </a:lnTo>
                  <a:lnTo>
                    <a:pt x="148" y="392"/>
                  </a:lnTo>
                  <a:lnTo>
                    <a:pt x="171" y="407"/>
                  </a:lnTo>
                  <a:lnTo>
                    <a:pt x="194" y="417"/>
                  </a:lnTo>
                  <a:lnTo>
                    <a:pt x="219" y="423"/>
                  </a:lnTo>
                  <a:lnTo>
                    <a:pt x="245" y="426"/>
                  </a:lnTo>
                  <a:lnTo>
                    <a:pt x="245" y="414"/>
                  </a:lnTo>
                  <a:lnTo>
                    <a:pt x="221" y="411"/>
                  </a:lnTo>
                  <a:lnTo>
                    <a:pt x="199" y="406"/>
                  </a:lnTo>
                  <a:lnTo>
                    <a:pt x="178" y="395"/>
                  </a:lnTo>
                  <a:lnTo>
                    <a:pt x="155" y="382"/>
                  </a:lnTo>
                  <a:lnTo>
                    <a:pt x="136" y="363"/>
                  </a:lnTo>
                  <a:lnTo>
                    <a:pt x="116" y="343"/>
                  </a:lnTo>
                  <a:lnTo>
                    <a:pt x="98" y="320"/>
                  </a:lnTo>
                  <a:lnTo>
                    <a:pt x="82" y="292"/>
                  </a:lnTo>
                  <a:lnTo>
                    <a:pt x="66" y="264"/>
                  </a:lnTo>
                  <a:lnTo>
                    <a:pt x="52" y="231"/>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3773" name="Freeform 59"/>
            <p:cNvSpPr>
              <a:spLocks/>
            </p:cNvSpPr>
            <p:nvPr/>
          </p:nvSpPr>
          <p:spPr bwMode="auto">
            <a:xfrm>
              <a:off x="1091" y="2087"/>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4" y="8"/>
                  </a:lnTo>
                  <a:lnTo>
                    <a:pt x="171" y="18"/>
                  </a:lnTo>
                  <a:lnTo>
                    <a:pt x="148" y="34"/>
                  </a:lnTo>
                  <a:lnTo>
                    <a:pt x="126" y="51"/>
                  </a:lnTo>
                  <a:lnTo>
                    <a:pt x="106" y="73"/>
                  </a:lnTo>
                  <a:lnTo>
                    <a:pt x="89" y="98"/>
                  </a:lnTo>
                  <a:lnTo>
                    <a:pt x="71" y="125"/>
                  </a:lnTo>
                  <a:lnTo>
                    <a:pt x="55" y="155"/>
                  </a:lnTo>
                  <a:lnTo>
                    <a:pt x="41" y="188"/>
                  </a:lnTo>
                  <a:lnTo>
                    <a:pt x="29" y="222"/>
                  </a:lnTo>
                  <a:lnTo>
                    <a:pt x="18" y="261"/>
                  </a:lnTo>
                  <a:lnTo>
                    <a:pt x="10" y="298"/>
                  </a:lnTo>
                  <a:lnTo>
                    <a:pt x="4" y="338"/>
                  </a:lnTo>
                  <a:lnTo>
                    <a:pt x="1" y="382"/>
                  </a:lnTo>
                  <a:lnTo>
                    <a:pt x="0" y="424"/>
                  </a:lnTo>
                  <a:lnTo>
                    <a:pt x="11" y="424"/>
                  </a:lnTo>
                  <a:lnTo>
                    <a:pt x="13" y="382"/>
                  </a:lnTo>
                  <a:lnTo>
                    <a:pt x="16" y="341"/>
                  </a:lnTo>
                  <a:lnTo>
                    <a:pt x="22" y="301"/>
                  </a:lnTo>
                  <a:lnTo>
                    <a:pt x="30" y="263"/>
                  </a:lnTo>
                  <a:lnTo>
                    <a:pt x="41" y="227"/>
                  </a:lnTo>
                  <a:lnTo>
                    <a:pt x="52" y="193"/>
                  </a:lnTo>
                  <a:lnTo>
                    <a:pt x="66" y="160"/>
                  </a:lnTo>
                  <a:lnTo>
                    <a:pt x="80" y="132"/>
                  </a:lnTo>
                  <a:lnTo>
                    <a:pt x="98" y="105"/>
                  </a:lnTo>
                  <a:lnTo>
                    <a:pt x="116" y="80"/>
                  </a:lnTo>
                  <a:lnTo>
                    <a:pt x="136" y="60"/>
                  </a:lnTo>
                  <a:lnTo>
                    <a:pt x="155" y="43"/>
                  </a:lnTo>
                  <a:lnTo>
                    <a:pt x="178" y="30"/>
                  </a:lnTo>
                  <a:lnTo>
                    <a:pt x="199" y="19"/>
                  </a:lnTo>
                  <a:lnTo>
                    <a:pt x="221" y="14"/>
                  </a:lnTo>
                  <a:lnTo>
                    <a:pt x="245" y="11"/>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3774" name="Freeform 60"/>
            <p:cNvSpPr>
              <a:spLocks/>
            </p:cNvSpPr>
            <p:nvPr/>
          </p:nvSpPr>
          <p:spPr bwMode="auto">
            <a:xfrm>
              <a:off x="1392" y="2118"/>
              <a:ext cx="49" cy="85"/>
            </a:xfrm>
            <a:custGeom>
              <a:avLst/>
              <a:gdLst>
                <a:gd name="T0" fmla="*/ 2 w 246"/>
                <a:gd name="T1" fmla="*/ 3 h 426"/>
                <a:gd name="T2" fmla="*/ 2 w 246"/>
                <a:gd name="T3" fmla="*/ 3 h 426"/>
                <a:gd name="T4" fmla="*/ 2 w 246"/>
                <a:gd name="T5" fmla="*/ 3 h 426"/>
                <a:gd name="T6" fmla="*/ 2 w 246"/>
                <a:gd name="T7" fmla="*/ 3 h 426"/>
                <a:gd name="T8" fmla="*/ 2 w 246"/>
                <a:gd name="T9" fmla="*/ 2 h 426"/>
                <a:gd name="T10" fmla="*/ 2 w 246"/>
                <a:gd name="T11" fmla="*/ 2 h 426"/>
                <a:gd name="T12" fmla="*/ 2 w 246"/>
                <a:gd name="T13" fmla="*/ 2 h 426"/>
                <a:gd name="T14" fmla="*/ 2 w 246"/>
                <a:gd name="T15" fmla="*/ 2 h 426"/>
                <a:gd name="T16" fmla="*/ 2 w 246"/>
                <a:gd name="T17" fmla="*/ 1 h 426"/>
                <a:gd name="T18" fmla="*/ 1 w 246"/>
                <a:gd name="T19" fmla="*/ 1 h 426"/>
                <a:gd name="T20" fmla="*/ 1 w 246"/>
                <a:gd name="T21" fmla="*/ 1 h 426"/>
                <a:gd name="T22" fmla="*/ 1 w 246"/>
                <a:gd name="T23" fmla="*/ 1 h 426"/>
                <a:gd name="T24" fmla="*/ 1 w 246"/>
                <a:gd name="T25" fmla="*/ 0 h 426"/>
                <a:gd name="T26" fmla="*/ 1 w 246"/>
                <a:gd name="T27" fmla="*/ 0 h 426"/>
                <a:gd name="T28" fmla="*/ 1 w 246"/>
                <a:gd name="T29" fmla="*/ 0 h 426"/>
                <a:gd name="T30" fmla="*/ 0 w 246"/>
                <a:gd name="T31" fmla="*/ 0 h 426"/>
                <a:gd name="T32" fmla="*/ 0 w 246"/>
                <a:gd name="T33" fmla="*/ 0 h 426"/>
                <a:gd name="T34" fmla="*/ 0 w 246"/>
                <a:gd name="T35" fmla="*/ 0 h 426"/>
                <a:gd name="T36" fmla="*/ 0 w 246"/>
                <a:gd name="T37" fmla="*/ 0 h 426"/>
                <a:gd name="T38" fmla="*/ 0 w 246"/>
                <a:gd name="T39" fmla="*/ 0 h 426"/>
                <a:gd name="T40" fmla="*/ 0 w 246"/>
                <a:gd name="T41" fmla="*/ 0 h 426"/>
                <a:gd name="T42" fmla="*/ 1 w 246"/>
                <a:gd name="T43" fmla="*/ 0 h 426"/>
                <a:gd name="T44" fmla="*/ 1 w 246"/>
                <a:gd name="T45" fmla="*/ 0 h 426"/>
                <a:gd name="T46" fmla="*/ 1 w 246"/>
                <a:gd name="T47" fmla="*/ 1 h 426"/>
                <a:gd name="T48" fmla="*/ 1 w 246"/>
                <a:gd name="T49" fmla="*/ 1 h 426"/>
                <a:gd name="T50" fmla="*/ 1 w 246"/>
                <a:gd name="T51" fmla="*/ 1 h 426"/>
                <a:gd name="T52" fmla="*/ 1 w 246"/>
                <a:gd name="T53" fmla="*/ 1 h 426"/>
                <a:gd name="T54" fmla="*/ 1 w 246"/>
                <a:gd name="T55" fmla="*/ 1 h 426"/>
                <a:gd name="T56" fmla="*/ 2 w 246"/>
                <a:gd name="T57" fmla="*/ 2 h 426"/>
                <a:gd name="T58" fmla="*/ 2 w 246"/>
                <a:gd name="T59" fmla="*/ 2 h 426"/>
                <a:gd name="T60" fmla="*/ 2 w 246"/>
                <a:gd name="T61" fmla="*/ 2 h 426"/>
                <a:gd name="T62" fmla="*/ 2 w 246"/>
                <a:gd name="T63" fmla="*/ 2 h 426"/>
                <a:gd name="T64" fmla="*/ 2 w 246"/>
                <a:gd name="T65" fmla="*/ 3 h 426"/>
                <a:gd name="T66" fmla="*/ 2 w 246"/>
                <a:gd name="T67" fmla="*/ 3 h 426"/>
                <a:gd name="T68" fmla="*/ 2 w 246"/>
                <a:gd name="T69" fmla="*/ 3 h 426"/>
                <a:gd name="T70" fmla="*/ 2 w 246"/>
                <a:gd name="T71" fmla="*/ 3 h 426"/>
                <a:gd name="T72" fmla="*/ 2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246" y="426"/>
                  </a:moveTo>
                  <a:lnTo>
                    <a:pt x="246" y="426"/>
                  </a:lnTo>
                  <a:lnTo>
                    <a:pt x="245" y="384"/>
                  </a:lnTo>
                  <a:lnTo>
                    <a:pt x="242" y="340"/>
                  </a:lnTo>
                  <a:lnTo>
                    <a:pt x="236" y="301"/>
                  </a:lnTo>
                  <a:lnTo>
                    <a:pt x="228" y="262"/>
                  </a:lnTo>
                  <a:lnTo>
                    <a:pt x="217" y="224"/>
                  </a:lnTo>
                  <a:lnTo>
                    <a:pt x="205" y="190"/>
                  </a:lnTo>
                  <a:lnTo>
                    <a:pt x="191" y="158"/>
                  </a:lnTo>
                  <a:lnTo>
                    <a:pt x="176" y="126"/>
                  </a:lnTo>
                  <a:lnTo>
                    <a:pt x="157" y="99"/>
                  </a:lnTo>
                  <a:lnTo>
                    <a:pt x="139" y="75"/>
                  </a:lnTo>
                  <a:lnTo>
                    <a:pt x="119" y="53"/>
                  </a:lnTo>
                  <a:lnTo>
                    <a:pt x="96" y="34"/>
                  </a:lnTo>
                  <a:lnTo>
                    <a:pt x="75" y="19"/>
                  </a:lnTo>
                  <a:lnTo>
                    <a:pt x="51" y="9"/>
                  </a:lnTo>
                  <a:lnTo>
                    <a:pt x="26" y="3"/>
                  </a:lnTo>
                  <a:lnTo>
                    <a:pt x="0" y="0"/>
                  </a:lnTo>
                  <a:lnTo>
                    <a:pt x="0" y="12"/>
                  </a:lnTo>
                  <a:lnTo>
                    <a:pt x="24" y="15"/>
                  </a:lnTo>
                  <a:lnTo>
                    <a:pt x="46" y="20"/>
                  </a:lnTo>
                  <a:lnTo>
                    <a:pt x="68" y="31"/>
                  </a:lnTo>
                  <a:lnTo>
                    <a:pt x="89" y="44"/>
                  </a:lnTo>
                  <a:lnTo>
                    <a:pt x="109" y="63"/>
                  </a:lnTo>
                  <a:lnTo>
                    <a:pt x="129" y="83"/>
                  </a:lnTo>
                  <a:lnTo>
                    <a:pt x="148" y="106"/>
                  </a:lnTo>
                  <a:lnTo>
                    <a:pt x="164" y="133"/>
                  </a:lnTo>
                  <a:lnTo>
                    <a:pt x="180" y="162"/>
                  </a:lnTo>
                  <a:lnTo>
                    <a:pt x="194" y="195"/>
                  </a:lnTo>
                  <a:lnTo>
                    <a:pt x="205" y="229"/>
                  </a:lnTo>
                  <a:lnTo>
                    <a:pt x="216" y="264"/>
                  </a:lnTo>
                  <a:lnTo>
                    <a:pt x="224" y="303"/>
                  </a:lnTo>
                  <a:lnTo>
                    <a:pt x="230" y="343"/>
                  </a:lnTo>
                  <a:lnTo>
                    <a:pt x="233" y="384"/>
                  </a:lnTo>
                  <a:lnTo>
                    <a:pt x="235" y="426"/>
                  </a:lnTo>
                  <a:lnTo>
                    <a:pt x="246"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3775" name="Freeform 61"/>
            <p:cNvSpPr>
              <a:spLocks/>
            </p:cNvSpPr>
            <p:nvPr/>
          </p:nvSpPr>
          <p:spPr bwMode="auto">
            <a:xfrm>
              <a:off x="1392" y="2203"/>
              <a:ext cx="49" cy="85"/>
            </a:xfrm>
            <a:custGeom>
              <a:avLst/>
              <a:gdLst>
                <a:gd name="T0" fmla="*/ 0 w 246"/>
                <a:gd name="T1" fmla="*/ 3 h 424"/>
                <a:gd name="T2" fmla="*/ 0 w 246"/>
                <a:gd name="T3" fmla="*/ 3 h 424"/>
                <a:gd name="T4" fmla="*/ 0 w 246"/>
                <a:gd name="T5" fmla="*/ 3 h 424"/>
                <a:gd name="T6" fmla="*/ 0 w 246"/>
                <a:gd name="T7" fmla="*/ 3 h 424"/>
                <a:gd name="T8" fmla="*/ 1 w 246"/>
                <a:gd name="T9" fmla="*/ 3 h 424"/>
                <a:gd name="T10" fmla="*/ 1 w 246"/>
                <a:gd name="T11" fmla="*/ 3 h 424"/>
                <a:gd name="T12" fmla="*/ 1 w 246"/>
                <a:gd name="T13" fmla="*/ 3 h 424"/>
                <a:gd name="T14" fmla="*/ 1 w 246"/>
                <a:gd name="T15" fmla="*/ 3 h 424"/>
                <a:gd name="T16" fmla="*/ 1 w 246"/>
                <a:gd name="T17" fmla="*/ 3 h 424"/>
                <a:gd name="T18" fmla="*/ 1 w 246"/>
                <a:gd name="T19" fmla="*/ 2 h 424"/>
                <a:gd name="T20" fmla="*/ 2 w 246"/>
                <a:gd name="T21" fmla="*/ 2 h 424"/>
                <a:gd name="T22" fmla="*/ 2 w 246"/>
                <a:gd name="T23" fmla="*/ 2 h 424"/>
                <a:gd name="T24" fmla="*/ 2 w 246"/>
                <a:gd name="T25" fmla="*/ 2 h 424"/>
                <a:gd name="T26" fmla="*/ 2 w 246"/>
                <a:gd name="T27" fmla="*/ 1 h 424"/>
                <a:gd name="T28" fmla="*/ 2 w 246"/>
                <a:gd name="T29" fmla="*/ 1 h 424"/>
                <a:gd name="T30" fmla="*/ 2 w 246"/>
                <a:gd name="T31" fmla="*/ 1 h 424"/>
                <a:gd name="T32" fmla="*/ 2 w 246"/>
                <a:gd name="T33" fmla="*/ 0 h 424"/>
                <a:gd name="T34" fmla="*/ 2 w 246"/>
                <a:gd name="T35" fmla="*/ 0 h 424"/>
                <a:gd name="T36" fmla="*/ 2 w 246"/>
                <a:gd name="T37" fmla="*/ 0 h 424"/>
                <a:gd name="T38" fmla="*/ 2 w 246"/>
                <a:gd name="T39" fmla="*/ 0 h 424"/>
                <a:gd name="T40" fmla="*/ 2 w 246"/>
                <a:gd name="T41" fmla="*/ 1 h 424"/>
                <a:gd name="T42" fmla="*/ 2 w 246"/>
                <a:gd name="T43" fmla="*/ 1 h 424"/>
                <a:gd name="T44" fmla="*/ 2 w 246"/>
                <a:gd name="T45" fmla="*/ 1 h 424"/>
                <a:gd name="T46" fmla="*/ 2 w 246"/>
                <a:gd name="T47" fmla="*/ 2 h 424"/>
                <a:gd name="T48" fmla="*/ 2 w 246"/>
                <a:gd name="T49" fmla="*/ 2 h 424"/>
                <a:gd name="T50" fmla="*/ 1 w 246"/>
                <a:gd name="T51" fmla="*/ 2 h 424"/>
                <a:gd name="T52" fmla="*/ 1 w 246"/>
                <a:gd name="T53" fmla="*/ 2 h 424"/>
                <a:gd name="T54" fmla="*/ 1 w 246"/>
                <a:gd name="T55" fmla="*/ 3 h 424"/>
                <a:gd name="T56" fmla="*/ 1 w 246"/>
                <a:gd name="T57" fmla="*/ 3 h 424"/>
                <a:gd name="T58" fmla="*/ 1 w 246"/>
                <a:gd name="T59" fmla="*/ 3 h 424"/>
                <a:gd name="T60" fmla="*/ 1 w 246"/>
                <a:gd name="T61" fmla="*/ 3 h 424"/>
                <a:gd name="T62" fmla="*/ 1 w 246"/>
                <a:gd name="T63" fmla="*/ 3 h 424"/>
                <a:gd name="T64" fmla="*/ 0 w 246"/>
                <a:gd name="T65" fmla="*/ 3 h 424"/>
                <a:gd name="T66" fmla="*/ 0 w 246"/>
                <a:gd name="T67" fmla="*/ 3 h 424"/>
                <a:gd name="T68" fmla="*/ 0 w 246"/>
                <a:gd name="T69" fmla="*/ 3 h 424"/>
                <a:gd name="T70" fmla="*/ 0 w 246"/>
                <a:gd name="T71" fmla="*/ 3 h 424"/>
                <a:gd name="T72" fmla="*/ 0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0" y="424"/>
                  </a:moveTo>
                  <a:lnTo>
                    <a:pt x="0" y="424"/>
                  </a:lnTo>
                  <a:lnTo>
                    <a:pt x="26" y="422"/>
                  </a:lnTo>
                  <a:lnTo>
                    <a:pt x="51" y="416"/>
                  </a:lnTo>
                  <a:lnTo>
                    <a:pt x="75" y="406"/>
                  </a:lnTo>
                  <a:lnTo>
                    <a:pt x="96" y="390"/>
                  </a:lnTo>
                  <a:lnTo>
                    <a:pt x="119" y="373"/>
                  </a:lnTo>
                  <a:lnTo>
                    <a:pt x="139" y="351"/>
                  </a:lnTo>
                  <a:lnTo>
                    <a:pt x="157" y="326"/>
                  </a:lnTo>
                  <a:lnTo>
                    <a:pt x="175" y="299"/>
                  </a:lnTo>
                  <a:lnTo>
                    <a:pt x="191" y="269"/>
                  </a:lnTo>
                  <a:lnTo>
                    <a:pt x="205" y="236"/>
                  </a:lnTo>
                  <a:lnTo>
                    <a:pt x="217" y="202"/>
                  </a:lnTo>
                  <a:lnTo>
                    <a:pt x="228" y="163"/>
                  </a:lnTo>
                  <a:lnTo>
                    <a:pt x="236" y="125"/>
                  </a:lnTo>
                  <a:lnTo>
                    <a:pt x="242" y="86"/>
                  </a:lnTo>
                  <a:lnTo>
                    <a:pt x="245" y="42"/>
                  </a:lnTo>
                  <a:lnTo>
                    <a:pt x="246" y="0"/>
                  </a:lnTo>
                  <a:lnTo>
                    <a:pt x="235" y="0"/>
                  </a:lnTo>
                  <a:lnTo>
                    <a:pt x="233" y="42"/>
                  </a:lnTo>
                  <a:lnTo>
                    <a:pt x="230" y="83"/>
                  </a:lnTo>
                  <a:lnTo>
                    <a:pt x="224" y="123"/>
                  </a:lnTo>
                  <a:lnTo>
                    <a:pt x="216" y="161"/>
                  </a:lnTo>
                  <a:lnTo>
                    <a:pt x="205" y="197"/>
                  </a:lnTo>
                  <a:lnTo>
                    <a:pt x="194" y="231"/>
                  </a:lnTo>
                  <a:lnTo>
                    <a:pt x="180" y="264"/>
                  </a:lnTo>
                  <a:lnTo>
                    <a:pt x="166" y="292"/>
                  </a:lnTo>
                  <a:lnTo>
                    <a:pt x="148" y="319"/>
                  </a:lnTo>
                  <a:lnTo>
                    <a:pt x="129" y="344"/>
                  </a:lnTo>
                  <a:lnTo>
                    <a:pt x="109" y="364"/>
                  </a:lnTo>
                  <a:lnTo>
                    <a:pt x="89" y="381"/>
                  </a:lnTo>
                  <a:lnTo>
                    <a:pt x="68" y="394"/>
                  </a:lnTo>
                  <a:lnTo>
                    <a:pt x="46" y="405"/>
                  </a:lnTo>
                  <a:lnTo>
                    <a:pt x="24" y="410"/>
                  </a:lnTo>
                  <a:lnTo>
                    <a:pt x="0" y="413"/>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3776" name="Freeform 62"/>
            <p:cNvSpPr>
              <a:spLocks/>
            </p:cNvSpPr>
            <p:nvPr/>
          </p:nvSpPr>
          <p:spPr bwMode="auto">
            <a:xfrm>
              <a:off x="1343" y="2203"/>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2" y="42"/>
                  </a:lnTo>
                  <a:lnTo>
                    <a:pt x="5" y="86"/>
                  </a:lnTo>
                  <a:lnTo>
                    <a:pt x="11" y="125"/>
                  </a:lnTo>
                  <a:lnTo>
                    <a:pt x="19" y="163"/>
                  </a:lnTo>
                  <a:lnTo>
                    <a:pt x="30" y="202"/>
                  </a:lnTo>
                  <a:lnTo>
                    <a:pt x="41" y="236"/>
                  </a:lnTo>
                  <a:lnTo>
                    <a:pt x="56" y="269"/>
                  </a:lnTo>
                  <a:lnTo>
                    <a:pt x="72" y="299"/>
                  </a:lnTo>
                  <a:lnTo>
                    <a:pt x="90" y="326"/>
                  </a:lnTo>
                  <a:lnTo>
                    <a:pt x="108" y="351"/>
                  </a:lnTo>
                  <a:lnTo>
                    <a:pt x="127" y="373"/>
                  </a:lnTo>
                  <a:lnTo>
                    <a:pt x="149" y="390"/>
                  </a:lnTo>
                  <a:lnTo>
                    <a:pt x="172" y="406"/>
                  </a:lnTo>
                  <a:lnTo>
                    <a:pt x="195" y="416"/>
                  </a:lnTo>
                  <a:lnTo>
                    <a:pt x="220" y="422"/>
                  </a:lnTo>
                  <a:lnTo>
                    <a:pt x="245" y="424"/>
                  </a:lnTo>
                  <a:lnTo>
                    <a:pt x="245" y="413"/>
                  </a:lnTo>
                  <a:lnTo>
                    <a:pt x="222" y="410"/>
                  </a:lnTo>
                  <a:lnTo>
                    <a:pt x="200" y="405"/>
                  </a:lnTo>
                  <a:lnTo>
                    <a:pt x="179" y="394"/>
                  </a:lnTo>
                  <a:lnTo>
                    <a:pt x="156" y="381"/>
                  </a:lnTo>
                  <a:lnTo>
                    <a:pt x="136" y="364"/>
                  </a:lnTo>
                  <a:lnTo>
                    <a:pt x="118" y="344"/>
                  </a:lnTo>
                  <a:lnTo>
                    <a:pt x="99" y="319"/>
                  </a:lnTo>
                  <a:lnTo>
                    <a:pt x="81" y="292"/>
                  </a:lnTo>
                  <a:lnTo>
                    <a:pt x="67" y="264"/>
                  </a:lnTo>
                  <a:lnTo>
                    <a:pt x="53" y="231"/>
                  </a:lnTo>
                  <a:lnTo>
                    <a:pt x="41" y="197"/>
                  </a:lnTo>
                  <a:lnTo>
                    <a:pt x="31" y="161"/>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3777" name="Freeform 63"/>
            <p:cNvSpPr>
              <a:spLocks/>
            </p:cNvSpPr>
            <p:nvPr/>
          </p:nvSpPr>
          <p:spPr bwMode="auto">
            <a:xfrm>
              <a:off x="1343" y="2118"/>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1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20" y="3"/>
                  </a:lnTo>
                  <a:lnTo>
                    <a:pt x="195" y="9"/>
                  </a:lnTo>
                  <a:lnTo>
                    <a:pt x="172" y="19"/>
                  </a:lnTo>
                  <a:lnTo>
                    <a:pt x="149" y="34"/>
                  </a:lnTo>
                  <a:lnTo>
                    <a:pt x="127" y="53"/>
                  </a:lnTo>
                  <a:lnTo>
                    <a:pt x="108" y="75"/>
                  </a:lnTo>
                  <a:lnTo>
                    <a:pt x="90" y="99"/>
                  </a:lnTo>
                  <a:lnTo>
                    <a:pt x="71" y="126"/>
                  </a:lnTo>
                  <a:lnTo>
                    <a:pt x="56" y="158"/>
                  </a:lnTo>
                  <a:lnTo>
                    <a:pt x="41" y="190"/>
                  </a:lnTo>
                  <a:lnTo>
                    <a:pt x="30" y="224"/>
                  </a:lnTo>
                  <a:lnTo>
                    <a:pt x="19" y="262"/>
                  </a:lnTo>
                  <a:lnTo>
                    <a:pt x="11" y="301"/>
                  </a:lnTo>
                  <a:lnTo>
                    <a:pt x="5" y="340"/>
                  </a:lnTo>
                  <a:lnTo>
                    <a:pt x="2" y="384"/>
                  </a:lnTo>
                  <a:lnTo>
                    <a:pt x="0" y="426"/>
                  </a:lnTo>
                  <a:lnTo>
                    <a:pt x="12" y="426"/>
                  </a:lnTo>
                  <a:lnTo>
                    <a:pt x="13" y="384"/>
                  </a:lnTo>
                  <a:lnTo>
                    <a:pt x="17" y="343"/>
                  </a:lnTo>
                  <a:lnTo>
                    <a:pt x="23" y="303"/>
                  </a:lnTo>
                  <a:lnTo>
                    <a:pt x="31" y="264"/>
                  </a:lnTo>
                  <a:lnTo>
                    <a:pt x="41" y="229"/>
                  </a:lnTo>
                  <a:lnTo>
                    <a:pt x="53" y="195"/>
                  </a:lnTo>
                  <a:lnTo>
                    <a:pt x="67" y="162"/>
                  </a:lnTo>
                  <a:lnTo>
                    <a:pt x="82" y="133"/>
                  </a:lnTo>
                  <a:lnTo>
                    <a:pt x="99" y="106"/>
                  </a:lnTo>
                  <a:lnTo>
                    <a:pt x="118" y="83"/>
                  </a:lnTo>
                  <a:lnTo>
                    <a:pt x="136" y="63"/>
                  </a:lnTo>
                  <a:lnTo>
                    <a:pt x="156" y="44"/>
                  </a:lnTo>
                  <a:lnTo>
                    <a:pt x="179" y="31"/>
                  </a:lnTo>
                  <a:lnTo>
                    <a:pt x="200" y="20"/>
                  </a:lnTo>
                  <a:lnTo>
                    <a:pt x="222" y="15"/>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3778" name="Freeform 64"/>
            <p:cNvSpPr>
              <a:spLocks/>
            </p:cNvSpPr>
            <p:nvPr/>
          </p:nvSpPr>
          <p:spPr bwMode="auto">
            <a:xfrm>
              <a:off x="1384" y="1859"/>
              <a:ext cx="49" cy="84"/>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1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3" y="382"/>
                  </a:lnTo>
                  <a:lnTo>
                    <a:pt x="240" y="339"/>
                  </a:lnTo>
                  <a:lnTo>
                    <a:pt x="234" y="299"/>
                  </a:lnTo>
                  <a:lnTo>
                    <a:pt x="226" y="261"/>
                  </a:lnTo>
                  <a:lnTo>
                    <a:pt x="215" y="222"/>
                  </a:lnTo>
                  <a:lnTo>
                    <a:pt x="204" y="188"/>
                  </a:lnTo>
                  <a:lnTo>
                    <a:pt x="189" y="156"/>
                  </a:lnTo>
                  <a:lnTo>
                    <a:pt x="173" y="125"/>
                  </a:lnTo>
                  <a:lnTo>
                    <a:pt x="155" y="98"/>
                  </a:lnTo>
                  <a:lnTo>
                    <a:pt x="138" y="74"/>
                  </a:lnTo>
                  <a:lnTo>
                    <a:pt x="118" y="51"/>
                  </a:lnTo>
                  <a:lnTo>
                    <a:pt x="96" y="34"/>
                  </a:lnTo>
                  <a:lnTo>
                    <a:pt x="73" y="18"/>
                  </a:lnTo>
                  <a:lnTo>
                    <a:pt x="50" y="8"/>
                  </a:lnTo>
                  <a:lnTo>
                    <a:pt x="25" y="2"/>
                  </a:lnTo>
                  <a:lnTo>
                    <a:pt x="0" y="0"/>
                  </a:lnTo>
                  <a:lnTo>
                    <a:pt x="0" y="11"/>
                  </a:lnTo>
                  <a:lnTo>
                    <a:pt x="23" y="14"/>
                  </a:lnTo>
                  <a:lnTo>
                    <a:pt x="45" y="20"/>
                  </a:lnTo>
                  <a:lnTo>
                    <a:pt x="66" y="30"/>
                  </a:lnTo>
                  <a:lnTo>
                    <a:pt x="89" y="43"/>
                  </a:lnTo>
                  <a:lnTo>
                    <a:pt x="109" y="61"/>
                  </a:lnTo>
                  <a:lnTo>
                    <a:pt x="129" y="81"/>
                  </a:lnTo>
                  <a:lnTo>
                    <a:pt x="146" y="105"/>
                  </a:lnTo>
                  <a:lnTo>
                    <a:pt x="164" y="132"/>
                  </a:lnTo>
                  <a:lnTo>
                    <a:pt x="178" y="160"/>
                  </a:lnTo>
                  <a:lnTo>
                    <a:pt x="192" y="193"/>
                  </a:lnTo>
                  <a:lnTo>
                    <a:pt x="204" y="227"/>
                  </a:lnTo>
                  <a:lnTo>
                    <a:pt x="214" y="264"/>
                  </a:lnTo>
                  <a:lnTo>
                    <a:pt x="222" y="301"/>
                  </a:lnTo>
                  <a:lnTo>
                    <a:pt x="228"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3779" name="Freeform 65"/>
            <p:cNvSpPr>
              <a:spLocks/>
            </p:cNvSpPr>
            <p:nvPr/>
          </p:nvSpPr>
          <p:spPr bwMode="auto">
            <a:xfrm>
              <a:off x="1384" y="1943"/>
              <a:ext cx="49" cy="86"/>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5" y="423"/>
                  </a:lnTo>
                  <a:lnTo>
                    <a:pt x="50" y="418"/>
                  </a:lnTo>
                  <a:lnTo>
                    <a:pt x="73" y="407"/>
                  </a:lnTo>
                  <a:lnTo>
                    <a:pt x="96" y="392"/>
                  </a:lnTo>
                  <a:lnTo>
                    <a:pt x="118" y="374"/>
                  </a:lnTo>
                  <a:lnTo>
                    <a:pt x="138" y="352"/>
                  </a:lnTo>
                  <a:lnTo>
                    <a:pt x="155" y="327"/>
                  </a:lnTo>
                  <a:lnTo>
                    <a:pt x="174" y="300"/>
                  </a:lnTo>
                  <a:lnTo>
                    <a:pt x="189" y="269"/>
                  </a:lnTo>
                  <a:lnTo>
                    <a:pt x="204" y="237"/>
                  </a:lnTo>
                  <a:lnTo>
                    <a:pt x="215" y="202"/>
                  </a:lnTo>
                  <a:lnTo>
                    <a:pt x="226" y="164"/>
                  </a:lnTo>
                  <a:lnTo>
                    <a:pt x="234" y="126"/>
                  </a:lnTo>
                  <a:lnTo>
                    <a:pt x="240" y="86"/>
                  </a:lnTo>
                  <a:lnTo>
                    <a:pt x="243" y="42"/>
                  </a:lnTo>
                  <a:lnTo>
                    <a:pt x="245" y="0"/>
                  </a:lnTo>
                  <a:lnTo>
                    <a:pt x="233" y="0"/>
                  </a:lnTo>
                  <a:lnTo>
                    <a:pt x="232" y="42"/>
                  </a:lnTo>
                  <a:lnTo>
                    <a:pt x="228" y="83"/>
                  </a:lnTo>
                  <a:lnTo>
                    <a:pt x="222" y="123"/>
                  </a:lnTo>
                  <a:lnTo>
                    <a:pt x="214" y="162"/>
                  </a:lnTo>
                  <a:lnTo>
                    <a:pt x="204" y="197"/>
                  </a:lnTo>
                  <a:lnTo>
                    <a:pt x="192" y="232"/>
                  </a:lnTo>
                  <a:lnTo>
                    <a:pt x="178" y="264"/>
                  </a:lnTo>
                  <a:lnTo>
                    <a:pt x="163" y="293"/>
                  </a:lnTo>
                  <a:lnTo>
                    <a:pt x="146" y="320"/>
                  </a:lnTo>
                  <a:lnTo>
                    <a:pt x="129" y="345"/>
                  </a:lnTo>
                  <a:lnTo>
                    <a:pt x="109" y="365"/>
                  </a:lnTo>
                  <a:lnTo>
                    <a:pt x="89" y="382"/>
                  </a:lnTo>
                  <a:lnTo>
                    <a:pt x="66" y="395"/>
                  </a:lnTo>
                  <a:lnTo>
                    <a:pt x="45" y="406"/>
                  </a:lnTo>
                  <a:lnTo>
                    <a:pt x="23"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3780" name="Freeform 66"/>
            <p:cNvSpPr>
              <a:spLocks/>
            </p:cNvSpPr>
            <p:nvPr/>
          </p:nvSpPr>
          <p:spPr bwMode="auto">
            <a:xfrm>
              <a:off x="1335" y="1943"/>
              <a:ext cx="49" cy="86"/>
            </a:xfrm>
            <a:custGeom>
              <a:avLst/>
              <a:gdLst>
                <a:gd name="T0" fmla="*/ 0 w 246"/>
                <a:gd name="T1" fmla="*/ 0 h 426"/>
                <a:gd name="T2" fmla="*/ 0 w 246"/>
                <a:gd name="T3" fmla="*/ 0 h 426"/>
                <a:gd name="T4" fmla="*/ 0 w 246"/>
                <a:gd name="T5" fmla="*/ 0 h 426"/>
                <a:gd name="T6" fmla="*/ 0 w 246"/>
                <a:gd name="T7" fmla="*/ 1 h 426"/>
                <a:gd name="T8" fmla="*/ 0 w 246"/>
                <a:gd name="T9" fmla="*/ 1 h 426"/>
                <a:gd name="T10" fmla="*/ 0 w 246"/>
                <a:gd name="T11" fmla="*/ 1 h 426"/>
                <a:gd name="T12" fmla="*/ 0 w 246"/>
                <a:gd name="T13" fmla="*/ 2 h 426"/>
                <a:gd name="T14" fmla="*/ 0 w 246"/>
                <a:gd name="T15" fmla="*/ 2 h 426"/>
                <a:gd name="T16" fmla="*/ 0 w 246"/>
                <a:gd name="T17" fmla="*/ 2 h 426"/>
                <a:gd name="T18" fmla="*/ 1 w 246"/>
                <a:gd name="T19" fmla="*/ 2 h 426"/>
                <a:gd name="T20" fmla="*/ 1 w 246"/>
                <a:gd name="T21" fmla="*/ 3 h 426"/>
                <a:gd name="T22" fmla="*/ 1 w 246"/>
                <a:gd name="T23" fmla="*/ 3 h 426"/>
                <a:gd name="T24" fmla="*/ 1 w 246"/>
                <a:gd name="T25" fmla="*/ 3 h 426"/>
                <a:gd name="T26" fmla="*/ 1 w 246"/>
                <a:gd name="T27" fmla="*/ 3 h 426"/>
                <a:gd name="T28" fmla="*/ 1 w 246"/>
                <a:gd name="T29" fmla="*/ 3 h 426"/>
                <a:gd name="T30" fmla="*/ 2 w 246"/>
                <a:gd name="T31" fmla="*/ 3 h 426"/>
                <a:gd name="T32" fmla="*/ 2 w 246"/>
                <a:gd name="T33" fmla="*/ 3 h 426"/>
                <a:gd name="T34" fmla="*/ 2 w 246"/>
                <a:gd name="T35" fmla="*/ 3 h 426"/>
                <a:gd name="T36" fmla="*/ 2 w 246"/>
                <a:gd name="T37" fmla="*/ 3 h 426"/>
                <a:gd name="T38" fmla="*/ 2 w 246"/>
                <a:gd name="T39" fmla="*/ 3 h 426"/>
                <a:gd name="T40" fmla="*/ 2 w 246"/>
                <a:gd name="T41" fmla="*/ 3 h 426"/>
                <a:gd name="T42" fmla="*/ 1 w 246"/>
                <a:gd name="T43" fmla="*/ 3 h 426"/>
                <a:gd name="T44" fmla="*/ 1 w 246"/>
                <a:gd name="T45" fmla="*/ 3 h 426"/>
                <a:gd name="T46" fmla="*/ 1 w 246"/>
                <a:gd name="T47" fmla="*/ 3 h 426"/>
                <a:gd name="T48" fmla="*/ 1 w 246"/>
                <a:gd name="T49" fmla="*/ 3 h 426"/>
                <a:gd name="T50" fmla="*/ 1 w 246"/>
                <a:gd name="T51" fmla="*/ 3 h 426"/>
                <a:gd name="T52" fmla="*/ 1 w 246"/>
                <a:gd name="T53" fmla="*/ 2 h 426"/>
                <a:gd name="T54" fmla="*/ 1 w 246"/>
                <a:gd name="T55" fmla="*/ 2 h 426"/>
                <a:gd name="T56" fmla="*/ 0 w 246"/>
                <a:gd name="T57" fmla="*/ 2 h 426"/>
                <a:gd name="T58" fmla="*/ 0 w 246"/>
                <a:gd name="T59" fmla="*/ 2 h 426"/>
                <a:gd name="T60" fmla="*/ 0 w 246"/>
                <a:gd name="T61" fmla="*/ 1 h 426"/>
                <a:gd name="T62" fmla="*/ 0 w 246"/>
                <a:gd name="T63" fmla="*/ 1 h 426"/>
                <a:gd name="T64" fmla="*/ 0 w 246"/>
                <a:gd name="T65" fmla="*/ 1 h 426"/>
                <a:gd name="T66" fmla="*/ 0 w 246"/>
                <a:gd name="T67" fmla="*/ 0 h 426"/>
                <a:gd name="T68" fmla="*/ 0 w 246"/>
                <a:gd name="T69" fmla="*/ 0 h 426"/>
                <a:gd name="T70" fmla="*/ 0 w 246"/>
                <a:gd name="T71" fmla="*/ 0 h 426"/>
                <a:gd name="T72" fmla="*/ 0 w 246"/>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0"/>
                  </a:moveTo>
                  <a:lnTo>
                    <a:pt x="0" y="0"/>
                  </a:lnTo>
                  <a:lnTo>
                    <a:pt x="1" y="42"/>
                  </a:lnTo>
                  <a:lnTo>
                    <a:pt x="4" y="86"/>
                  </a:lnTo>
                  <a:lnTo>
                    <a:pt x="10" y="126"/>
                  </a:lnTo>
                  <a:lnTo>
                    <a:pt x="18" y="164"/>
                  </a:lnTo>
                  <a:lnTo>
                    <a:pt x="29" y="202"/>
                  </a:lnTo>
                  <a:lnTo>
                    <a:pt x="41" y="237"/>
                  </a:lnTo>
                  <a:lnTo>
                    <a:pt x="55" y="269"/>
                  </a:lnTo>
                  <a:lnTo>
                    <a:pt x="71" y="300"/>
                  </a:lnTo>
                  <a:lnTo>
                    <a:pt x="89" y="327"/>
                  </a:lnTo>
                  <a:lnTo>
                    <a:pt x="107" y="352"/>
                  </a:lnTo>
                  <a:lnTo>
                    <a:pt x="127" y="374"/>
                  </a:lnTo>
                  <a:lnTo>
                    <a:pt x="150" y="392"/>
                  </a:lnTo>
                  <a:lnTo>
                    <a:pt x="171" y="407"/>
                  </a:lnTo>
                  <a:lnTo>
                    <a:pt x="195" y="418"/>
                  </a:lnTo>
                  <a:lnTo>
                    <a:pt x="220" y="423"/>
                  </a:lnTo>
                  <a:lnTo>
                    <a:pt x="246" y="426"/>
                  </a:lnTo>
                  <a:lnTo>
                    <a:pt x="246" y="414"/>
                  </a:lnTo>
                  <a:lnTo>
                    <a:pt x="222" y="412"/>
                  </a:lnTo>
                  <a:lnTo>
                    <a:pt x="200" y="406"/>
                  </a:lnTo>
                  <a:lnTo>
                    <a:pt x="178" y="395"/>
                  </a:lnTo>
                  <a:lnTo>
                    <a:pt x="157" y="382"/>
                  </a:lnTo>
                  <a:lnTo>
                    <a:pt x="137" y="365"/>
                  </a:lnTo>
                  <a:lnTo>
                    <a:pt x="117" y="345"/>
                  </a:lnTo>
                  <a:lnTo>
                    <a:pt x="98" y="320"/>
                  </a:lnTo>
                  <a:lnTo>
                    <a:pt x="83" y="293"/>
                  </a:lnTo>
                  <a:lnTo>
                    <a:pt x="66" y="264"/>
                  </a:lnTo>
                  <a:lnTo>
                    <a:pt x="52" y="232"/>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3781" name="Freeform 67"/>
            <p:cNvSpPr>
              <a:spLocks/>
            </p:cNvSpPr>
            <p:nvPr/>
          </p:nvSpPr>
          <p:spPr bwMode="auto">
            <a:xfrm>
              <a:off x="1335" y="1859"/>
              <a:ext cx="49" cy="84"/>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1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0" y="2"/>
                  </a:lnTo>
                  <a:lnTo>
                    <a:pt x="195" y="8"/>
                  </a:lnTo>
                  <a:lnTo>
                    <a:pt x="171" y="18"/>
                  </a:lnTo>
                  <a:lnTo>
                    <a:pt x="150" y="34"/>
                  </a:lnTo>
                  <a:lnTo>
                    <a:pt x="127" y="51"/>
                  </a:lnTo>
                  <a:lnTo>
                    <a:pt x="107" y="74"/>
                  </a:lnTo>
                  <a:lnTo>
                    <a:pt x="89" y="98"/>
                  </a:lnTo>
                  <a:lnTo>
                    <a:pt x="72" y="125"/>
                  </a:lnTo>
                  <a:lnTo>
                    <a:pt x="55" y="156"/>
                  </a:lnTo>
                  <a:lnTo>
                    <a:pt x="41" y="188"/>
                  </a:lnTo>
                  <a:lnTo>
                    <a:pt x="29" y="222"/>
                  </a:lnTo>
                  <a:lnTo>
                    <a:pt x="18" y="261"/>
                  </a:lnTo>
                  <a:lnTo>
                    <a:pt x="10" y="299"/>
                  </a:lnTo>
                  <a:lnTo>
                    <a:pt x="4" y="339"/>
                  </a:lnTo>
                  <a:lnTo>
                    <a:pt x="1" y="382"/>
                  </a:lnTo>
                  <a:lnTo>
                    <a:pt x="0" y="424"/>
                  </a:lnTo>
                  <a:lnTo>
                    <a:pt x="11" y="424"/>
                  </a:lnTo>
                  <a:lnTo>
                    <a:pt x="13" y="382"/>
                  </a:lnTo>
                  <a:lnTo>
                    <a:pt x="16" y="341"/>
                  </a:lnTo>
                  <a:lnTo>
                    <a:pt x="22" y="301"/>
                  </a:lnTo>
                  <a:lnTo>
                    <a:pt x="30" y="264"/>
                  </a:lnTo>
                  <a:lnTo>
                    <a:pt x="41" y="227"/>
                  </a:lnTo>
                  <a:lnTo>
                    <a:pt x="52" y="193"/>
                  </a:lnTo>
                  <a:lnTo>
                    <a:pt x="66" y="160"/>
                  </a:lnTo>
                  <a:lnTo>
                    <a:pt x="82" y="132"/>
                  </a:lnTo>
                  <a:lnTo>
                    <a:pt x="98" y="105"/>
                  </a:lnTo>
                  <a:lnTo>
                    <a:pt x="117" y="81"/>
                  </a:lnTo>
                  <a:lnTo>
                    <a:pt x="137" y="61"/>
                  </a:lnTo>
                  <a:lnTo>
                    <a:pt x="157" y="43"/>
                  </a:lnTo>
                  <a:lnTo>
                    <a:pt x="178" y="30"/>
                  </a:lnTo>
                  <a:lnTo>
                    <a:pt x="200" y="20"/>
                  </a:lnTo>
                  <a:lnTo>
                    <a:pt x="222" y="14"/>
                  </a:lnTo>
                  <a:lnTo>
                    <a:pt x="246" y="11"/>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3782" name="Freeform 68"/>
            <p:cNvSpPr>
              <a:spLocks/>
            </p:cNvSpPr>
            <p:nvPr/>
          </p:nvSpPr>
          <p:spPr bwMode="auto">
            <a:xfrm>
              <a:off x="1552" y="1751"/>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1" y="339"/>
                  </a:lnTo>
                  <a:lnTo>
                    <a:pt x="235" y="299"/>
                  </a:lnTo>
                  <a:lnTo>
                    <a:pt x="226" y="261"/>
                  </a:lnTo>
                  <a:lnTo>
                    <a:pt x="216" y="223"/>
                  </a:lnTo>
                  <a:lnTo>
                    <a:pt x="204" y="189"/>
                  </a:lnTo>
                  <a:lnTo>
                    <a:pt x="190" y="156"/>
                  </a:lnTo>
                  <a:lnTo>
                    <a:pt x="174" y="125"/>
                  </a:lnTo>
                  <a:lnTo>
                    <a:pt x="156" y="98"/>
                  </a:lnTo>
                  <a:lnTo>
                    <a:pt x="137" y="74"/>
                  </a:lnTo>
                  <a:lnTo>
                    <a:pt x="119" y="52"/>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8" y="81"/>
                  </a:lnTo>
                  <a:lnTo>
                    <a:pt x="147" y="105"/>
                  </a:lnTo>
                  <a:lnTo>
                    <a:pt x="164" y="132"/>
                  </a:lnTo>
                  <a:lnTo>
                    <a:pt x="178" y="161"/>
                  </a:lnTo>
                  <a:lnTo>
                    <a:pt x="193" y="193"/>
                  </a:lnTo>
                  <a:lnTo>
                    <a:pt x="204" y="227"/>
                  </a:lnTo>
                  <a:lnTo>
                    <a:pt x="215" y="264"/>
                  </a:lnTo>
                  <a:lnTo>
                    <a:pt x="223" y="301"/>
                  </a:lnTo>
                  <a:lnTo>
                    <a:pt x="229" y="341"/>
                  </a:lnTo>
                  <a:lnTo>
                    <a:pt x="232" y="382"/>
                  </a:lnTo>
                  <a:lnTo>
                    <a:pt x="234"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3783" name="Freeform 69"/>
            <p:cNvSpPr>
              <a:spLocks/>
            </p:cNvSpPr>
            <p:nvPr/>
          </p:nvSpPr>
          <p:spPr bwMode="auto">
            <a:xfrm>
              <a:off x="1552" y="1836"/>
              <a:ext cx="49" cy="85"/>
            </a:xfrm>
            <a:custGeom>
              <a:avLst/>
              <a:gdLst>
                <a:gd name="T0" fmla="*/ 0 w 245"/>
                <a:gd name="T1" fmla="*/ 3 h 425"/>
                <a:gd name="T2" fmla="*/ 0 w 245"/>
                <a:gd name="T3" fmla="*/ 3 h 425"/>
                <a:gd name="T4" fmla="*/ 0 w 245"/>
                <a:gd name="T5" fmla="*/ 3 h 425"/>
                <a:gd name="T6" fmla="*/ 0 w 245"/>
                <a:gd name="T7" fmla="*/ 3 h 425"/>
                <a:gd name="T8" fmla="*/ 1 w 245"/>
                <a:gd name="T9" fmla="*/ 3 h 425"/>
                <a:gd name="T10" fmla="*/ 1 w 245"/>
                <a:gd name="T11" fmla="*/ 3 h 425"/>
                <a:gd name="T12" fmla="*/ 1 w 245"/>
                <a:gd name="T13" fmla="*/ 3 h 425"/>
                <a:gd name="T14" fmla="*/ 1 w 245"/>
                <a:gd name="T15" fmla="*/ 3 h 425"/>
                <a:gd name="T16" fmla="*/ 1 w 245"/>
                <a:gd name="T17" fmla="*/ 3 h 425"/>
                <a:gd name="T18" fmla="*/ 1 w 245"/>
                <a:gd name="T19" fmla="*/ 2 h 425"/>
                <a:gd name="T20" fmla="*/ 2 w 245"/>
                <a:gd name="T21" fmla="*/ 2 h 425"/>
                <a:gd name="T22" fmla="*/ 2 w 245"/>
                <a:gd name="T23" fmla="*/ 2 h 425"/>
                <a:gd name="T24" fmla="*/ 2 w 245"/>
                <a:gd name="T25" fmla="*/ 2 h 425"/>
                <a:gd name="T26" fmla="*/ 2 w 245"/>
                <a:gd name="T27" fmla="*/ 1 h 425"/>
                <a:gd name="T28" fmla="*/ 2 w 245"/>
                <a:gd name="T29" fmla="*/ 1 h 425"/>
                <a:gd name="T30" fmla="*/ 2 w 245"/>
                <a:gd name="T31" fmla="*/ 1 h 425"/>
                <a:gd name="T32" fmla="*/ 2 w 245"/>
                <a:gd name="T33" fmla="*/ 0 h 425"/>
                <a:gd name="T34" fmla="*/ 2 w 245"/>
                <a:gd name="T35" fmla="*/ 0 h 425"/>
                <a:gd name="T36" fmla="*/ 2 w 245"/>
                <a:gd name="T37" fmla="*/ 0 h 425"/>
                <a:gd name="T38" fmla="*/ 2 w 245"/>
                <a:gd name="T39" fmla="*/ 0 h 425"/>
                <a:gd name="T40" fmla="*/ 2 w 245"/>
                <a:gd name="T41" fmla="*/ 1 h 425"/>
                <a:gd name="T42" fmla="*/ 2 w 245"/>
                <a:gd name="T43" fmla="*/ 1 h 425"/>
                <a:gd name="T44" fmla="*/ 2 w 245"/>
                <a:gd name="T45" fmla="*/ 1 h 425"/>
                <a:gd name="T46" fmla="*/ 2 w 245"/>
                <a:gd name="T47" fmla="*/ 2 h 425"/>
                <a:gd name="T48" fmla="*/ 2 w 245"/>
                <a:gd name="T49" fmla="*/ 2 h 425"/>
                <a:gd name="T50" fmla="*/ 1 w 245"/>
                <a:gd name="T51" fmla="*/ 2 h 425"/>
                <a:gd name="T52" fmla="*/ 1 w 245"/>
                <a:gd name="T53" fmla="*/ 2 h 425"/>
                <a:gd name="T54" fmla="*/ 1 w 245"/>
                <a:gd name="T55" fmla="*/ 3 h 425"/>
                <a:gd name="T56" fmla="*/ 1 w 245"/>
                <a:gd name="T57" fmla="*/ 3 h 425"/>
                <a:gd name="T58" fmla="*/ 1 w 245"/>
                <a:gd name="T59" fmla="*/ 3 h 425"/>
                <a:gd name="T60" fmla="*/ 1 w 245"/>
                <a:gd name="T61" fmla="*/ 3 h 425"/>
                <a:gd name="T62" fmla="*/ 1 w 245"/>
                <a:gd name="T63" fmla="*/ 3 h 425"/>
                <a:gd name="T64" fmla="*/ 0 w 245"/>
                <a:gd name="T65" fmla="*/ 3 h 425"/>
                <a:gd name="T66" fmla="*/ 0 w 245"/>
                <a:gd name="T67" fmla="*/ 3 h 425"/>
                <a:gd name="T68" fmla="*/ 0 w 245"/>
                <a:gd name="T69" fmla="*/ 3 h 425"/>
                <a:gd name="T70" fmla="*/ 0 w 245"/>
                <a:gd name="T71" fmla="*/ 3 h 425"/>
                <a:gd name="T72" fmla="*/ 0 w 245"/>
                <a:gd name="T73" fmla="*/ 3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5"/>
                <a:gd name="T113" fmla="*/ 245 w 245"/>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5">
                  <a:moveTo>
                    <a:pt x="0" y="425"/>
                  </a:moveTo>
                  <a:lnTo>
                    <a:pt x="0" y="425"/>
                  </a:lnTo>
                  <a:lnTo>
                    <a:pt x="26" y="422"/>
                  </a:lnTo>
                  <a:lnTo>
                    <a:pt x="51" y="417"/>
                  </a:lnTo>
                  <a:lnTo>
                    <a:pt x="74" y="406"/>
                  </a:lnTo>
                  <a:lnTo>
                    <a:pt x="96" y="391"/>
                  </a:lnTo>
                  <a:lnTo>
                    <a:pt x="119" y="373"/>
                  </a:lnTo>
                  <a:lnTo>
                    <a:pt x="137" y="351"/>
                  </a:lnTo>
                  <a:lnTo>
                    <a:pt x="156" y="326"/>
                  </a:lnTo>
                  <a:lnTo>
                    <a:pt x="174" y="299"/>
                  </a:lnTo>
                  <a:lnTo>
                    <a:pt x="190" y="269"/>
                  </a:lnTo>
                  <a:lnTo>
                    <a:pt x="204" y="236"/>
                  </a:lnTo>
                  <a:lnTo>
                    <a:pt x="216" y="202"/>
                  </a:lnTo>
                  <a:lnTo>
                    <a:pt x="226" y="163"/>
                  </a:lnTo>
                  <a:lnTo>
                    <a:pt x="235" y="126"/>
                  </a:lnTo>
                  <a:lnTo>
                    <a:pt x="241" y="86"/>
                  </a:lnTo>
                  <a:lnTo>
                    <a:pt x="244" y="43"/>
                  </a:lnTo>
                  <a:lnTo>
                    <a:pt x="245" y="0"/>
                  </a:lnTo>
                  <a:lnTo>
                    <a:pt x="234" y="0"/>
                  </a:lnTo>
                  <a:lnTo>
                    <a:pt x="232" y="43"/>
                  </a:lnTo>
                  <a:lnTo>
                    <a:pt x="229" y="84"/>
                  </a:lnTo>
                  <a:lnTo>
                    <a:pt x="223" y="123"/>
                  </a:lnTo>
                  <a:lnTo>
                    <a:pt x="215" y="161"/>
                  </a:lnTo>
                  <a:lnTo>
                    <a:pt x="204" y="197"/>
                  </a:lnTo>
                  <a:lnTo>
                    <a:pt x="193" y="231"/>
                  </a:lnTo>
                  <a:lnTo>
                    <a:pt x="178" y="264"/>
                  </a:lnTo>
                  <a:lnTo>
                    <a:pt x="164" y="292"/>
                  </a:lnTo>
                  <a:lnTo>
                    <a:pt x="147" y="319"/>
                  </a:lnTo>
                  <a:lnTo>
                    <a:pt x="128" y="344"/>
                  </a:lnTo>
                  <a:lnTo>
                    <a:pt x="109" y="364"/>
                  </a:lnTo>
                  <a:lnTo>
                    <a:pt x="89" y="381"/>
                  </a:lnTo>
                  <a:lnTo>
                    <a:pt x="67" y="394"/>
                  </a:lnTo>
                  <a:lnTo>
                    <a:pt x="46" y="405"/>
                  </a:lnTo>
                  <a:lnTo>
                    <a:pt x="24" y="411"/>
                  </a:lnTo>
                  <a:lnTo>
                    <a:pt x="0" y="413"/>
                  </a:lnTo>
                  <a:lnTo>
                    <a:pt x="0" y="425"/>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3784" name="Freeform 70"/>
            <p:cNvSpPr>
              <a:spLocks/>
            </p:cNvSpPr>
            <p:nvPr/>
          </p:nvSpPr>
          <p:spPr bwMode="auto">
            <a:xfrm>
              <a:off x="1502" y="1836"/>
              <a:ext cx="50" cy="85"/>
            </a:xfrm>
            <a:custGeom>
              <a:avLst/>
              <a:gdLst>
                <a:gd name="T0" fmla="*/ 0 w 246"/>
                <a:gd name="T1" fmla="*/ 0 h 425"/>
                <a:gd name="T2" fmla="*/ 0 w 246"/>
                <a:gd name="T3" fmla="*/ 0 h 425"/>
                <a:gd name="T4" fmla="*/ 0 w 246"/>
                <a:gd name="T5" fmla="*/ 0 h 425"/>
                <a:gd name="T6" fmla="*/ 0 w 246"/>
                <a:gd name="T7" fmla="*/ 1 h 425"/>
                <a:gd name="T8" fmla="*/ 0 w 246"/>
                <a:gd name="T9" fmla="*/ 1 h 425"/>
                <a:gd name="T10" fmla="*/ 0 w 246"/>
                <a:gd name="T11" fmla="*/ 1 h 425"/>
                <a:gd name="T12" fmla="*/ 0 w 246"/>
                <a:gd name="T13" fmla="*/ 2 h 425"/>
                <a:gd name="T14" fmla="*/ 0 w 246"/>
                <a:gd name="T15" fmla="*/ 2 h 425"/>
                <a:gd name="T16" fmla="*/ 0 w 246"/>
                <a:gd name="T17" fmla="*/ 2 h 425"/>
                <a:gd name="T18" fmla="*/ 1 w 246"/>
                <a:gd name="T19" fmla="*/ 2 h 425"/>
                <a:gd name="T20" fmla="*/ 1 w 246"/>
                <a:gd name="T21" fmla="*/ 3 h 425"/>
                <a:gd name="T22" fmla="*/ 1 w 246"/>
                <a:gd name="T23" fmla="*/ 3 h 425"/>
                <a:gd name="T24" fmla="*/ 1 w 246"/>
                <a:gd name="T25" fmla="*/ 3 h 425"/>
                <a:gd name="T26" fmla="*/ 1 w 246"/>
                <a:gd name="T27" fmla="*/ 3 h 425"/>
                <a:gd name="T28" fmla="*/ 1 w 246"/>
                <a:gd name="T29" fmla="*/ 3 h 425"/>
                <a:gd name="T30" fmla="*/ 2 w 246"/>
                <a:gd name="T31" fmla="*/ 3 h 425"/>
                <a:gd name="T32" fmla="*/ 2 w 246"/>
                <a:gd name="T33" fmla="*/ 3 h 425"/>
                <a:gd name="T34" fmla="*/ 2 w 246"/>
                <a:gd name="T35" fmla="*/ 3 h 425"/>
                <a:gd name="T36" fmla="*/ 2 w 246"/>
                <a:gd name="T37" fmla="*/ 3 h 425"/>
                <a:gd name="T38" fmla="*/ 2 w 246"/>
                <a:gd name="T39" fmla="*/ 3 h 425"/>
                <a:gd name="T40" fmla="*/ 2 w 246"/>
                <a:gd name="T41" fmla="*/ 3 h 425"/>
                <a:gd name="T42" fmla="*/ 1 w 246"/>
                <a:gd name="T43" fmla="*/ 3 h 425"/>
                <a:gd name="T44" fmla="*/ 1 w 246"/>
                <a:gd name="T45" fmla="*/ 3 h 425"/>
                <a:gd name="T46" fmla="*/ 1 w 246"/>
                <a:gd name="T47" fmla="*/ 3 h 425"/>
                <a:gd name="T48" fmla="*/ 1 w 246"/>
                <a:gd name="T49" fmla="*/ 3 h 425"/>
                <a:gd name="T50" fmla="*/ 1 w 246"/>
                <a:gd name="T51" fmla="*/ 3 h 425"/>
                <a:gd name="T52" fmla="*/ 1 w 246"/>
                <a:gd name="T53" fmla="*/ 2 h 425"/>
                <a:gd name="T54" fmla="*/ 1 w 246"/>
                <a:gd name="T55" fmla="*/ 2 h 425"/>
                <a:gd name="T56" fmla="*/ 0 w 246"/>
                <a:gd name="T57" fmla="*/ 2 h 425"/>
                <a:gd name="T58" fmla="*/ 0 w 246"/>
                <a:gd name="T59" fmla="*/ 2 h 425"/>
                <a:gd name="T60" fmla="*/ 0 w 246"/>
                <a:gd name="T61" fmla="*/ 1 h 425"/>
                <a:gd name="T62" fmla="*/ 0 w 246"/>
                <a:gd name="T63" fmla="*/ 1 h 425"/>
                <a:gd name="T64" fmla="*/ 0 w 246"/>
                <a:gd name="T65" fmla="*/ 1 h 425"/>
                <a:gd name="T66" fmla="*/ 0 w 246"/>
                <a:gd name="T67" fmla="*/ 0 h 425"/>
                <a:gd name="T68" fmla="*/ 0 w 246"/>
                <a:gd name="T69" fmla="*/ 0 h 425"/>
                <a:gd name="T70" fmla="*/ 0 w 246"/>
                <a:gd name="T71" fmla="*/ 0 h 425"/>
                <a:gd name="T72" fmla="*/ 0 w 246"/>
                <a:gd name="T73" fmla="*/ 0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5"/>
                <a:gd name="T113" fmla="*/ 246 w 246"/>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5">
                  <a:moveTo>
                    <a:pt x="0" y="0"/>
                  </a:moveTo>
                  <a:lnTo>
                    <a:pt x="0" y="0"/>
                  </a:lnTo>
                  <a:lnTo>
                    <a:pt x="2" y="43"/>
                  </a:lnTo>
                  <a:lnTo>
                    <a:pt x="5" y="86"/>
                  </a:lnTo>
                  <a:lnTo>
                    <a:pt x="11" y="126"/>
                  </a:lnTo>
                  <a:lnTo>
                    <a:pt x="19" y="163"/>
                  </a:lnTo>
                  <a:lnTo>
                    <a:pt x="30" y="202"/>
                  </a:lnTo>
                  <a:lnTo>
                    <a:pt x="41" y="236"/>
                  </a:lnTo>
                  <a:lnTo>
                    <a:pt x="55" y="269"/>
                  </a:lnTo>
                  <a:lnTo>
                    <a:pt x="73" y="299"/>
                  </a:lnTo>
                  <a:lnTo>
                    <a:pt x="89" y="326"/>
                  </a:lnTo>
                  <a:lnTo>
                    <a:pt x="108" y="351"/>
                  </a:lnTo>
                  <a:lnTo>
                    <a:pt x="128" y="373"/>
                  </a:lnTo>
                  <a:lnTo>
                    <a:pt x="150" y="391"/>
                  </a:lnTo>
                  <a:lnTo>
                    <a:pt x="171" y="406"/>
                  </a:lnTo>
                  <a:lnTo>
                    <a:pt x="196" y="417"/>
                  </a:lnTo>
                  <a:lnTo>
                    <a:pt x="221" y="422"/>
                  </a:lnTo>
                  <a:lnTo>
                    <a:pt x="246" y="425"/>
                  </a:lnTo>
                  <a:lnTo>
                    <a:pt x="246" y="413"/>
                  </a:lnTo>
                  <a:lnTo>
                    <a:pt x="223" y="411"/>
                  </a:lnTo>
                  <a:lnTo>
                    <a:pt x="201" y="405"/>
                  </a:lnTo>
                  <a:lnTo>
                    <a:pt x="178" y="394"/>
                  </a:lnTo>
                  <a:lnTo>
                    <a:pt x="157" y="381"/>
                  </a:lnTo>
                  <a:lnTo>
                    <a:pt x="137" y="364"/>
                  </a:lnTo>
                  <a:lnTo>
                    <a:pt x="117" y="344"/>
                  </a:lnTo>
                  <a:lnTo>
                    <a:pt x="99" y="319"/>
                  </a:lnTo>
                  <a:lnTo>
                    <a:pt x="82" y="292"/>
                  </a:lnTo>
                  <a:lnTo>
                    <a:pt x="67" y="264"/>
                  </a:lnTo>
                  <a:lnTo>
                    <a:pt x="53" y="231"/>
                  </a:lnTo>
                  <a:lnTo>
                    <a:pt x="41" y="197"/>
                  </a:lnTo>
                  <a:lnTo>
                    <a:pt x="31" y="161"/>
                  </a:lnTo>
                  <a:lnTo>
                    <a:pt x="23" y="123"/>
                  </a:lnTo>
                  <a:lnTo>
                    <a:pt x="17" y="84"/>
                  </a:lnTo>
                  <a:lnTo>
                    <a:pt x="13" y="4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3785" name="Freeform 71"/>
            <p:cNvSpPr>
              <a:spLocks/>
            </p:cNvSpPr>
            <p:nvPr/>
          </p:nvSpPr>
          <p:spPr bwMode="auto">
            <a:xfrm>
              <a:off x="1502" y="1751"/>
              <a:ext cx="50" cy="85"/>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2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1" y="2"/>
                  </a:lnTo>
                  <a:lnTo>
                    <a:pt x="196" y="8"/>
                  </a:lnTo>
                  <a:lnTo>
                    <a:pt x="171" y="19"/>
                  </a:lnTo>
                  <a:lnTo>
                    <a:pt x="150" y="34"/>
                  </a:lnTo>
                  <a:lnTo>
                    <a:pt x="128" y="52"/>
                  </a:lnTo>
                  <a:lnTo>
                    <a:pt x="108" y="74"/>
                  </a:lnTo>
                  <a:lnTo>
                    <a:pt x="89" y="98"/>
                  </a:lnTo>
                  <a:lnTo>
                    <a:pt x="73" y="125"/>
                  </a:lnTo>
                  <a:lnTo>
                    <a:pt x="55" y="156"/>
                  </a:lnTo>
                  <a:lnTo>
                    <a:pt x="41" y="189"/>
                  </a:lnTo>
                  <a:lnTo>
                    <a:pt x="30" y="223"/>
                  </a:lnTo>
                  <a:lnTo>
                    <a:pt x="19" y="261"/>
                  </a:lnTo>
                  <a:lnTo>
                    <a:pt x="11" y="299"/>
                  </a:lnTo>
                  <a:lnTo>
                    <a:pt x="5" y="339"/>
                  </a:lnTo>
                  <a:lnTo>
                    <a:pt x="2" y="382"/>
                  </a:lnTo>
                  <a:lnTo>
                    <a:pt x="0" y="424"/>
                  </a:lnTo>
                  <a:lnTo>
                    <a:pt x="12" y="424"/>
                  </a:lnTo>
                  <a:lnTo>
                    <a:pt x="13" y="382"/>
                  </a:lnTo>
                  <a:lnTo>
                    <a:pt x="17" y="341"/>
                  </a:lnTo>
                  <a:lnTo>
                    <a:pt x="23" y="301"/>
                  </a:lnTo>
                  <a:lnTo>
                    <a:pt x="31" y="264"/>
                  </a:lnTo>
                  <a:lnTo>
                    <a:pt x="41" y="227"/>
                  </a:lnTo>
                  <a:lnTo>
                    <a:pt x="53" y="193"/>
                  </a:lnTo>
                  <a:lnTo>
                    <a:pt x="67" y="161"/>
                  </a:lnTo>
                  <a:lnTo>
                    <a:pt x="82" y="132"/>
                  </a:lnTo>
                  <a:lnTo>
                    <a:pt x="99" y="105"/>
                  </a:lnTo>
                  <a:lnTo>
                    <a:pt x="117" y="81"/>
                  </a:lnTo>
                  <a:lnTo>
                    <a:pt x="137" y="61"/>
                  </a:lnTo>
                  <a:lnTo>
                    <a:pt x="157" y="43"/>
                  </a:lnTo>
                  <a:lnTo>
                    <a:pt x="178" y="30"/>
                  </a:lnTo>
                  <a:lnTo>
                    <a:pt x="201" y="20"/>
                  </a:lnTo>
                  <a:lnTo>
                    <a:pt x="223" y="14"/>
                  </a:lnTo>
                  <a:lnTo>
                    <a:pt x="246" y="12"/>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3786" name="Freeform 72"/>
            <p:cNvSpPr>
              <a:spLocks/>
            </p:cNvSpPr>
            <p:nvPr/>
          </p:nvSpPr>
          <p:spPr bwMode="auto">
            <a:xfrm>
              <a:off x="1565" y="2016"/>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0" y="339"/>
                  </a:lnTo>
                  <a:lnTo>
                    <a:pt x="234" y="299"/>
                  </a:lnTo>
                  <a:lnTo>
                    <a:pt x="226" y="261"/>
                  </a:lnTo>
                  <a:lnTo>
                    <a:pt x="216" y="223"/>
                  </a:lnTo>
                  <a:lnTo>
                    <a:pt x="204" y="189"/>
                  </a:lnTo>
                  <a:lnTo>
                    <a:pt x="190" y="156"/>
                  </a:lnTo>
                  <a:lnTo>
                    <a:pt x="174" y="125"/>
                  </a:lnTo>
                  <a:lnTo>
                    <a:pt x="156" y="98"/>
                  </a:lnTo>
                  <a:lnTo>
                    <a:pt x="138" y="74"/>
                  </a:lnTo>
                  <a:lnTo>
                    <a:pt x="118" y="51"/>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9" y="81"/>
                  </a:lnTo>
                  <a:lnTo>
                    <a:pt x="147" y="105"/>
                  </a:lnTo>
                  <a:lnTo>
                    <a:pt x="164" y="132"/>
                  </a:lnTo>
                  <a:lnTo>
                    <a:pt x="178" y="160"/>
                  </a:lnTo>
                  <a:lnTo>
                    <a:pt x="192" y="193"/>
                  </a:lnTo>
                  <a:lnTo>
                    <a:pt x="204" y="227"/>
                  </a:lnTo>
                  <a:lnTo>
                    <a:pt x="215" y="264"/>
                  </a:lnTo>
                  <a:lnTo>
                    <a:pt x="223" y="301"/>
                  </a:lnTo>
                  <a:lnTo>
                    <a:pt x="229"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3787" name="Freeform 73"/>
            <p:cNvSpPr>
              <a:spLocks/>
            </p:cNvSpPr>
            <p:nvPr/>
          </p:nvSpPr>
          <p:spPr bwMode="auto">
            <a:xfrm>
              <a:off x="1565" y="2101"/>
              <a:ext cx="49" cy="85"/>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6" y="423"/>
                  </a:lnTo>
                  <a:lnTo>
                    <a:pt x="51" y="418"/>
                  </a:lnTo>
                  <a:lnTo>
                    <a:pt x="74" y="407"/>
                  </a:lnTo>
                  <a:lnTo>
                    <a:pt x="96" y="392"/>
                  </a:lnTo>
                  <a:lnTo>
                    <a:pt x="118" y="373"/>
                  </a:lnTo>
                  <a:lnTo>
                    <a:pt x="138" y="351"/>
                  </a:lnTo>
                  <a:lnTo>
                    <a:pt x="156" y="327"/>
                  </a:lnTo>
                  <a:lnTo>
                    <a:pt x="175" y="299"/>
                  </a:lnTo>
                  <a:lnTo>
                    <a:pt x="190" y="269"/>
                  </a:lnTo>
                  <a:lnTo>
                    <a:pt x="204" y="236"/>
                  </a:lnTo>
                  <a:lnTo>
                    <a:pt x="216" y="202"/>
                  </a:lnTo>
                  <a:lnTo>
                    <a:pt x="226" y="164"/>
                  </a:lnTo>
                  <a:lnTo>
                    <a:pt x="234" y="126"/>
                  </a:lnTo>
                  <a:lnTo>
                    <a:pt x="240" y="86"/>
                  </a:lnTo>
                  <a:lnTo>
                    <a:pt x="244" y="42"/>
                  </a:lnTo>
                  <a:lnTo>
                    <a:pt x="245" y="0"/>
                  </a:lnTo>
                  <a:lnTo>
                    <a:pt x="233" y="0"/>
                  </a:lnTo>
                  <a:lnTo>
                    <a:pt x="232" y="42"/>
                  </a:lnTo>
                  <a:lnTo>
                    <a:pt x="229" y="83"/>
                  </a:lnTo>
                  <a:lnTo>
                    <a:pt x="223" y="123"/>
                  </a:lnTo>
                  <a:lnTo>
                    <a:pt x="215" y="162"/>
                  </a:lnTo>
                  <a:lnTo>
                    <a:pt x="204" y="197"/>
                  </a:lnTo>
                  <a:lnTo>
                    <a:pt x="192" y="231"/>
                  </a:lnTo>
                  <a:lnTo>
                    <a:pt x="178" y="264"/>
                  </a:lnTo>
                  <a:lnTo>
                    <a:pt x="163" y="292"/>
                  </a:lnTo>
                  <a:lnTo>
                    <a:pt x="147" y="320"/>
                  </a:lnTo>
                  <a:lnTo>
                    <a:pt x="129" y="344"/>
                  </a:lnTo>
                  <a:lnTo>
                    <a:pt x="109" y="364"/>
                  </a:lnTo>
                  <a:lnTo>
                    <a:pt x="89" y="382"/>
                  </a:lnTo>
                  <a:lnTo>
                    <a:pt x="67" y="395"/>
                  </a:lnTo>
                  <a:lnTo>
                    <a:pt x="46" y="406"/>
                  </a:lnTo>
                  <a:lnTo>
                    <a:pt x="24"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3788" name="Freeform 74"/>
            <p:cNvSpPr>
              <a:spLocks/>
            </p:cNvSpPr>
            <p:nvPr/>
          </p:nvSpPr>
          <p:spPr bwMode="auto">
            <a:xfrm>
              <a:off x="1516" y="2101"/>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5" y="86"/>
                  </a:lnTo>
                  <a:lnTo>
                    <a:pt x="11" y="126"/>
                  </a:lnTo>
                  <a:lnTo>
                    <a:pt x="19" y="164"/>
                  </a:lnTo>
                  <a:lnTo>
                    <a:pt x="30" y="202"/>
                  </a:lnTo>
                  <a:lnTo>
                    <a:pt x="41" y="236"/>
                  </a:lnTo>
                  <a:lnTo>
                    <a:pt x="55" y="269"/>
                  </a:lnTo>
                  <a:lnTo>
                    <a:pt x="71" y="299"/>
                  </a:lnTo>
                  <a:lnTo>
                    <a:pt x="89" y="327"/>
                  </a:lnTo>
                  <a:lnTo>
                    <a:pt x="107" y="351"/>
                  </a:lnTo>
                  <a:lnTo>
                    <a:pt x="127" y="373"/>
                  </a:lnTo>
                  <a:lnTo>
                    <a:pt x="149" y="392"/>
                  </a:lnTo>
                  <a:lnTo>
                    <a:pt x="171" y="407"/>
                  </a:lnTo>
                  <a:lnTo>
                    <a:pt x="195" y="418"/>
                  </a:lnTo>
                  <a:lnTo>
                    <a:pt x="219" y="423"/>
                  </a:lnTo>
                  <a:lnTo>
                    <a:pt x="245" y="426"/>
                  </a:lnTo>
                  <a:lnTo>
                    <a:pt x="245" y="414"/>
                  </a:lnTo>
                  <a:lnTo>
                    <a:pt x="222" y="412"/>
                  </a:lnTo>
                  <a:lnTo>
                    <a:pt x="199" y="406"/>
                  </a:lnTo>
                  <a:lnTo>
                    <a:pt x="178" y="395"/>
                  </a:lnTo>
                  <a:lnTo>
                    <a:pt x="156" y="382"/>
                  </a:lnTo>
                  <a:lnTo>
                    <a:pt x="136" y="364"/>
                  </a:lnTo>
                  <a:lnTo>
                    <a:pt x="116" y="344"/>
                  </a:lnTo>
                  <a:lnTo>
                    <a:pt x="99" y="320"/>
                  </a:lnTo>
                  <a:lnTo>
                    <a:pt x="82" y="292"/>
                  </a:lnTo>
                  <a:lnTo>
                    <a:pt x="67" y="264"/>
                  </a:lnTo>
                  <a:lnTo>
                    <a:pt x="53" y="231"/>
                  </a:lnTo>
                  <a:lnTo>
                    <a:pt x="41" y="197"/>
                  </a:lnTo>
                  <a:lnTo>
                    <a:pt x="31" y="162"/>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3789" name="Freeform 75"/>
            <p:cNvSpPr>
              <a:spLocks/>
            </p:cNvSpPr>
            <p:nvPr/>
          </p:nvSpPr>
          <p:spPr bwMode="auto">
            <a:xfrm>
              <a:off x="1516" y="2016"/>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5" y="8"/>
                  </a:lnTo>
                  <a:lnTo>
                    <a:pt x="171" y="19"/>
                  </a:lnTo>
                  <a:lnTo>
                    <a:pt x="149" y="34"/>
                  </a:lnTo>
                  <a:lnTo>
                    <a:pt x="127" y="51"/>
                  </a:lnTo>
                  <a:lnTo>
                    <a:pt x="107" y="74"/>
                  </a:lnTo>
                  <a:lnTo>
                    <a:pt x="89" y="98"/>
                  </a:lnTo>
                  <a:lnTo>
                    <a:pt x="72" y="125"/>
                  </a:lnTo>
                  <a:lnTo>
                    <a:pt x="55" y="156"/>
                  </a:lnTo>
                  <a:lnTo>
                    <a:pt x="41" y="189"/>
                  </a:lnTo>
                  <a:lnTo>
                    <a:pt x="30" y="223"/>
                  </a:lnTo>
                  <a:lnTo>
                    <a:pt x="19" y="261"/>
                  </a:lnTo>
                  <a:lnTo>
                    <a:pt x="11" y="299"/>
                  </a:lnTo>
                  <a:lnTo>
                    <a:pt x="5" y="339"/>
                  </a:lnTo>
                  <a:lnTo>
                    <a:pt x="1" y="382"/>
                  </a:lnTo>
                  <a:lnTo>
                    <a:pt x="0" y="424"/>
                  </a:lnTo>
                  <a:lnTo>
                    <a:pt x="12" y="424"/>
                  </a:lnTo>
                  <a:lnTo>
                    <a:pt x="13" y="382"/>
                  </a:lnTo>
                  <a:lnTo>
                    <a:pt x="17" y="341"/>
                  </a:lnTo>
                  <a:lnTo>
                    <a:pt x="23" y="301"/>
                  </a:lnTo>
                  <a:lnTo>
                    <a:pt x="31" y="264"/>
                  </a:lnTo>
                  <a:lnTo>
                    <a:pt x="41" y="227"/>
                  </a:lnTo>
                  <a:lnTo>
                    <a:pt x="53" y="193"/>
                  </a:lnTo>
                  <a:lnTo>
                    <a:pt x="67" y="160"/>
                  </a:lnTo>
                  <a:lnTo>
                    <a:pt x="81" y="132"/>
                  </a:lnTo>
                  <a:lnTo>
                    <a:pt x="99" y="105"/>
                  </a:lnTo>
                  <a:lnTo>
                    <a:pt x="116" y="81"/>
                  </a:lnTo>
                  <a:lnTo>
                    <a:pt x="136" y="61"/>
                  </a:lnTo>
                  <a:lnTo>
                    <a:pt x="156" y="43"/>
                  </a:lnTo>
                  <a:lnTo>
                    <a:pt x="178" y="30"/>
                  </a:lnTo>
                  <a:lnTo>
                    <a:pt x="199" y="20"/>
                  </a:lnTo>
                  <a:lnTo>
                    <a:pt x="222"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sp>
        <p:nvSpPr>
          <p:cNvPr id="73736" name="Rectangle 77"/>
          <p:cNvSpPr>
            <a:spLocks noChangeArrowheads="1"/>
          </p:cNvSpPr>
          <p:nvPr/>
        </p:nvSpPr>
        <p:spPr bwMode="auto">
          <a:xfrm>
            <a:off x="611188" y="0"/>
            <a:ext cx="6388100" cy="6477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3000"/>
              <a:t>Sem. 1 - Mercredi</a:t>
            </a:r>
          </a:p>
        </p:txBody>
      </p:sp>
      <p:sp>
        <p:nvSpPr>
          <p:cNvPr id="73737" name="Text Box 78"/>
          <p:cNvSpPr txBox="1">
            <a:spLocks noChangeArrowheads="1"/>
          </p:cNvSpPr>
          <p:nvPr/>
        </p:nvSpPr>
        <p:spPr bwMode="auto">
          <a:xfrm>
            <a:off x="566738" y="2697163"/>
            <a:ext cx="3217862"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2. Pas de commandes</a:t>
            </a:r>
          </a:p>
        </p:txBody>
      </p:sp>
      <p:sp>
        <p:nvSpPr>
          <p:cNvPr id="73738" name="Text Box 79"/>
          <p:cNvSpPr txBox="1">
            <a:spLocks noChangeArrowheads="1"/>
          </p:cNvSpPr>
          <p:nvPr/>
        </p:nvSpPr>
        <p:spPr bwMode="auto">
          <a:xfrm>
            <a:off x="566738" y="5211763"/>
            <a:ext cx="6543675" cy="4429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eaLnBrk="1" hangingPunct="1">
              <a:spcBef>
                <a:spcPct val="0"/>
              </a:spcBef>
              <a:buFontTx/>
              <a:buNone/>
            </a:pPr>
            <a:r>
              <a:rPr lang="fr-FR" altLang="fr-FR" sz="2300"/>
              <a:t>4. Pointez la production sur votre feuille de suivi</a:t>
            </a:r>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74754" name="Group 2"/>
          <p:cNvGrpSpPr>
            <a:grpSpLocks/>
          </p:cNvGrpSpPr>
          <p:nvPr/>
        </p:nvGrpSpPr>
        <p:grpSpPr bwMode="auto">
          <a:xfrm>
            <a:off x="7073900" y="215900"/>
            <a:ext cx="1878013" cy="1250950"/>
            <a:chOff x="4456" y="136"/>
            <a:chExt cx="1183" cy="788"/>
          </a:xfrm>
        </p:grpSpPr>
        <p:grpSp>
          <p:nvGrpSpPr>
            <p:cNvPr id="74814" name="Group 3"/>
            <p:cNvGrpSpPr>
              <a:grpSpLocks/>
            </p:cNvGrpSpPr>
            <p:nvPr/>
          </p:nvGrpSpPr>
          <p:grpSpPr bwMode="auto">
            <a:xfrm>
              <a:off x="4766" y="232"/>
              <a:ext cx="873" cy="692"/>
              <a:chOff x="2185" y="310"/>
              <a:chExt cx="873" cy="692"/>
            </a:xfrm>
          </p:grpSpPr>
          <p:sp>
            <p:nvSpPr>
              <p:cNvPr id="74825" name="Freeform 4"/>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accent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4826" name="Freeform 5"/>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4827" name="Freeform 6"/>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4828" name="Freeform 7"/>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4829" name="Freeform 8"/>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4830" name="Freeform 9"/>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4831" name="Freeform 10"/>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grpSp>
          <p:nvGrpSpPr>
            <p:cNvPr id="74815" name="Group 11"/>
            <p:cNvGrpSpPr>
              <a:grpSpLocks/>
            </p:cNvGrpSpPr>
            <p:nvPr/>
          </p:nvGrpSpPr>
          <p:grpSpPr bwMode="auto">
            <a:xfrm>
              <a:off x="4949" y="336"/>
              <a:ext cx="591" cy="468"/>
              <a:chOff x="2185" y="310"/>
              <a:chExt cx="873" cy="692"/>
            </a:xfrm>
          </p:grpSpPr>
          <p:sp>
            <p:nvSpPr>
              <p:cNvPr id="74818" name="Freeform 12"/>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4819" name="Freeform 13"/>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4820" name="Freeform 14"/>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4821" name="Freeform 15"/>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4822" name="Freeform 16"/>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4823" name="Freeform 17"/>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4824" name="Freeform 18"/>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pic>
          <p:nvPicPr>
            <p:cNvPr id="74816" name="Picture 19"/>
            <p:cNvPicPr>
              <a:picLocks noChangeAspect="1" noChangeArrowheads="1"/>
            </p:cNvPicPr>
            <p:nvPr/>
          </p:nvPicPr>
          <p:blipFill>
            <a:blip r:embed="rId3" cstate="print">
              <a:extLst>
                <a:ext uri="{28A0092B-C50C-407E-A947-70E740481C1C}">
                  <a14:useLocalDpi xmlns:a14="http://schemas.microsoft.com/office/drawing/2010/main" val="0"/>
                </a:ext>
              </a:extLst>
            </a:blip>
            <a:srcRect l="-4282" t="-4369" r="-5199" b="-12012"/>
            <a:stretch>
              <a:fillRect/>
            </a:stretch>
          </p:blipFill>
          <p:spPr bwMode="auto">
            <a:xfrm>
              <a:off x="4456" y="136"/>
              <a:ext cx="480" cy="5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74817" name="Text Box 20"/>
            <p:cNvSpPr txBox="1">
              <a:spLocks noChangeArrowheads="1"/>
            </p:cNvSpPr>
            <p:nvPr/>
          </p:nvSpPr>
          <p:spPr bwMode="auto">
            <a:xfrm>
              <a:off x="4946" y="314"/>
              <a:ext cx="596" cy="49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4500" b="1">
                  <a:solidFill>
                    <a:srgbClr val="FF0000"/>
                  </a:solidFill>
                  <a:latin typeface="Arial Black" pitchFamily="34" charset="0"/>
                </a:rPr>
                <a:t>24</a:t>
              </a:r>
              <a:endParaRPr lang="fr-FR" altLang="fr-FR" sz="3200">
                <a:solidFill>
                  <a:schemeClr val="tx1"/>
                </a:solidFill>
                <a:latin typeface="Arial Black" pitchFamily="34" charset="0"/>
              </a:endParaRPr>
            </a:p>
          </p:txBody>
        </p:sp>
      </p:grpSp>
      <p:sp>
        <p:nvSpPr>
          <p:cNvPr id="74756" name="Text Box 22"/>
          <p:cNvSpPr txBox="1">
            <a:spLocks noChangeArrowheads="1"/>
          </p:cNvSpPr>
          <p:nvPr/>
        </p:nvSpPr>
        <p:spPr bwMode="auto">
          <a:xfrm>
            <a:off x="566738" y="1363663"/>
            <a:ext cx="1946275"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1. Tirez le dé</a:t>
            </a:r>
          </a:p>
        </p:txBody>
      </p:sp>
      <p:sp>
        <p:nvSpPr>
          <p:cNvPr id="74757" name="Text Box 23"/>
          <p:cNvSpPr txBox="1">
            <a:spLocks noChangeArrowheads="1"/>
          </p:cNvSpPr>
          <p:nvPr/>
        </p:nvSpPr>
        <p:spPr bwMode="auto">
          <a:xfrm>
            <a:off x="566738" y="3935413"/>
            <a:ext cx="18796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3. Produisez</a:t>
            </a:r>
          </a:p>
        </p:txBody>
      </p:sp>
      <p:grpSp>
        <p:nvGrpSpPr>
          <p:cNvPr id="74758" name="Group 24"/>
          <p:cNvGrpSpPr>
            <a:grpSpLocks/>
          </p:cNvGrpSpPr>
          <p:nvPr/>
        </p:nvGrpSpPr>
        <p:grpSpPr bwMode="auto">
          <a:xfrm>
            <a:off x="2986088" y="1306513"/>
            <a:ext cx="446087" cy="534987"/>
            <a:chOff x="868" y="1439"/>
            <a:chExt cx="811" cy="972"/>
          </a:xfrm>
        </p:grpSpPr>
        <p:sp>
          <p:nvSpPr>
            <p:cNvPr id="74763" name="Freeform 25"/>
            <p:cNvSpPr>
              <a:spLocks/>
            </p:cNvSpPr>
            <p:nvPr/>
          </p:nvSpPr>
          <p:spPr bwMode="auto">
            <a:xfrm>
              <a:off x="1548" y="2014"/>
              <a:ext cx="123" cy="100"/>
            </a:xfrm>
            <a:custGeom>
              <a:avLst/>
              <a:gdLst>
                <a:gd name="T0" fmla="*/ 5 w 618"/>
                <a:gd name="T1" fmla="*/ 0 h 502"/>
                <a:gd name="T2" fmla="*/ 5 w 618"/>
                <a:gd name="T3" fmla="*/ 0 h 502"/>
                <a:gd name="T4" fmla="*/ 0 w 618"/>
                <a:gd name="T5" fmla="*/ 4 h 502"/>
                <a:gd name="T6" fmla="*/ 0 w 618"/>
                <a:gd name="T7" fmla="*/ 4 h 502"/>
                <a:gd name="T8" fmla="*/ 5 w 618"/>
                <a:gd name="T9" fmla="*/ 0 h 502"/>
                <a:gd name="T10" fmla="*/ 5 w 618"/>
                <a:gd name="T11" fmla="*/ 0 h 502"/>
                <a:gd name="T12" fmla="*/ 5 w 618"/>
                <a:gd name="T13" fmla="*/ 0 h 502"/>
                <a:gd name="T14" fmla="*/ 5 w 618"/>
                <a:gd name="T15" fmla="*/ 0 h 502"/>
                <a:gd name="T16" fmla="*/ 5 w 618"/>
                <a:gd name="T17" fmla="*/ 0 h 502"/>
                <a:gd name="T18" fmla="*/ 5 w 618"/>
                <a:gd name="T19" fmla="*/ 0 h 502"/>
                <a:gd name="T20" fmla="*/ 5 w 618"/>
                <a:gd name="T21" fmla="*/ 0 h 502"/>
                <a:gd name="T22" fmla="*/ 5 w 618"/>
                <a:gd name="T23" fmla="*/ 0 h 502"/>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618"/>
                <a:gd name="T37" fmla="*/ 0 h 502"/>
                <a:gd name="T38" fmla="*/ 618 w 618"/>
                <a:gd name="T39" fmla="*/ 502 h 502"/>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618" h="502">
                  <a:moveTo>
                    <a:pt x="611" y="0"/>
                  </a:moveTo>
                  <a:lnTo>
                    <a:pt x="606" y="2"/>
                  </a:lnTo>
                  <a:lnTo>
                    <a:pt x="0" y="490"/>
                  </a:lnTo>
                  <a:lnTo>
                    <a:pt x="10" y="502"/>
                  </a:lnTo>
                  <a:lnTo>
                    <a:pt x="616" y="14"/>
                  </a:lnTo>
                  <a:lnTo>
                    <a:pt x="611" y="16"/>
                  </a:lnTo>
                  <a:lnTo>
                    <a:pt x="616" y="14"/>
                  </a:lnTo>
                  <a:lnTo>
                    <a:pt x="618" y="9"/>
                  </a:lnTo>
                  <a:lnTo>
                    <a:pt x="617" y="3"/>
                  </a:lnTo>
                  <a:lnTo>
                    <a:pt x="612" y="1"/>
                  </a:lnTo>
                  <a:lnTo>
                    <a:pt x="606" y="2"/>
                  </a:lnTo>
                  <a:lnTo>
                    <a:pt x="611"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4764" name="Freeform 26"/>
            <p:cNvSpPr>
              <a:spLocks/>
            </p:cNvSpPr>
            <p:nvPr/>
          </p:nvSpPr>
          <p:spPr bwMode="auto">
            <a:xfrm>
              <a:off x="876" y="1852"/>
              <a:ext cx="82" cy="373"/>
            </a:xfrm>
            <a:custGeom>
              <a:avLst/>
              <a:gdLst>
                <a:gd name="T0" fmla="*/ 3 w 413"/>
                <a:gd name="T1" fmla="*/ 15 h 1865"/>
                <a:gd name="T2" fmla="*/ 3 w 413"/>
                <a:gd name="T3" fmla="*/ 15 h 1865"/>
                <a:gd name="T4" fmla="*/ 0 w 413"/>
                <a:gd name="T5" fmla="*/ 0 h 1865"/>
                <a:gd name="T6" fmla="*/ 0 w 413"/>
                <a:gd name="T7" fmla="*/ 0 h 1865"/>
                <a:gd name="T8" fmla="*/ 3 w 413"/>
                <a:gd name="T9" fmla="*/ 15 h 1865"/>
                <a:gd name="T10" fmla="*/ 3 w 413"/>
                <a:gd name="T11" fmla="*/ 15 h 1865"/>
                <a:gd name="T12" fmla="*/ 3 w 413"/>
                <a:gd name="T13" fmla="*/ 15 h 1865"/>
                <a:gd name="T14" fmla="*/ 3 w 413"/>
                <a:gd name="T15" fmla="*/ 15 h 1865"/>
                <a:gd name="T16" fmla="*/ 3 w 413"/>
                <a:gd name="T17" fmla="*/ 15 h 1865"/>
                <a:gd name="T18" fmla="*/ 3 w 413"/>
                <a:gd name="T19" fmla="*/ 15 h 1865"/>
                <a:gd name="T20" fmla="*/ 3 w 413"/>
                <a:gd name="T21" fmla="*/ 15 h 1865"/>
                <a:gd name="T22" fmla="*/ 3 w 413"/>
                <a:gd name="T23" fmla="*/ 15 h 186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413"/>
                <a:gd name="T37" fmla="*/ 0 h 1865"/>
                <a:gd name="T38" fmla="*/ 413 w 413"/>
                <a:gd name="T39" fmla="*/ 1865 h 1865"/>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413" h="1865">
                  <a:moveTo>
                    <a:pt x="400" y="1864"/>
                  </a:moveTo>
                  <a:lnTo>
                    <a:pt x="413" y="1856"/>
                  </a:lnTo>
                  <a:lnTo>
                    <a:pt x="17" y="0"/>
                  </a:lnTo>
                  <a:lnTo>
                    <a:pt x="0" y="2"/>
                  </a:lnTo>
                  <a:lnTo>
                    <a:pt x="396" y="1858"/>
                  </a:lnTo>
                  <a:lnTo>
                    <a:pt x="409" y="1850"/>
                  </a:lnTo>
                  <a:lnTo>
                    <a:pt x="396" y="1858"/>
                  </a:lnTo>
                  <a:lnTo>
                    <a:pt x="400" y="1864"/>
                  </a:lnTo>
                  <a:lnTo>
                    <a:pt x="406" y="1865"/>
                  </a:lnTo>
                  <a:lnTo>
                    <a:pt x="410" y="1862"/>
                  </a:lnTo>
                  <a:lnTo>
                    <a:pt x="413" y="1856"/>
                  </a:lnTo>
                  <a:lnTo>
                    <a:pt x="400" y="186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4765" name="Freeform 27"/>
            <p:cNvSpPr>
              <a:spLocks/>
            </p:cNvSpPr>
            <p:nvPr/>
          </p:nvSpPr>
          <p:spPr bwMode="auto">
            <a:xfrm>
              <a:off x="1282" y="1533"/>
              <a:ext cx="35" cy="161"/>
            </a:xfrm>
            <a:custGeom>
              <a:avLst/>
              <a:gdLst>
                <a:gd name="T0" fmla="*/ 1 w 175"/>
                <a:gd name="T1" fmla="*/ 6 h 807"/>
                <a:gd name="T2" fmla="*/ 1 w 175"/>
                <a:gd name="T3" fmla="*/ 6 h 807"/>
                <a:gd name="T4" fmla="*/ 1 w 175"/>
                <a:gd name="T5" fmla="*/ 6 h 807"/>
                <a:gd name="T6" fmla="*/ 1 w 175"/>
                <a:gd name="T7" fmla="*/ 5 h 807"/>
                <a:gd name="T8" fmla="*/ 1 w 175"/>
                <a:gd name="T9" fmla="*/ 5 h 807"/>
                <a:gd name="T10" fmla="*/ 1 w 175"/>
                <a:gd name="T11" fmla="*/ 5 h 807"/>
                <a:gd name="T12" fmla="*/ 1 w 175"/>
                <a:gd name="T13" fmla="*/ 4 h 807"/>
                <a:gd name="T14" fmla="*/ 1 w 175"/>
                <a:gd name="T15" fmla="*/ 4 h 807"/>
                <a:gd name="T16" fmla="*/ 1 w 175"/>
                <a:gd name="T17" fmla="*/ 3 h 807"/>
                <a:gd name="T18" fmla="*/ 1 w 175"/>
                <a:gd name="T19" fmla="*/ 3 h 807"/>
                <a:gd name="T20" fmla="*/ 1 w 175"/>
                <a:gd name="T21" fmla="*/ 3 h 807"/>
                <a:gd name="T22" fmla="*/ 1 w 175"/>
                <a:gd name="T23" fmla="*/ 2 h 807"/>
                <a:gd name="T24" fmla="*/ 1 w 175"/>
                <a:gd name="T25" fmla="*/ 2 h 807"/>
                <a:gd name="T26" fmla="*/ 1 w 175"/>
                <a:gd name="T27" fmla="*/ 2 h 807"/>
                <a:gd name="T28" fmla="*/ 1 w 175"/>
                <a:gd name="T29" fmla="*/ 1 h 807"/>
                <a:gd name="T30" fmla="*/ 1 w 175"/>
                <a:gd name="T31" fmla="*/ 1 h 807"/>
                <a:gd name="T32" fmla="*/ 1 w 175"/>
                <a:gd name="T33" fmla="*/ 1 h 807"/>
                <a:gd name="T34" fmla="*/ 1 w 175"/>
                <a:gd name="T35" fmla="*/ 0 h 807"/>
                <a:gd name="T36" fmla="*/ 1 w 175"/>
                <a:gd name="T37" fmla="*/ 0 h 807"/>
                <a:gd name="T38" fmla="*/ 1 w 175"/>
                <a:gd name="T39" fmla="*/ 0 h 807"/>
                <a:gd name="T40" fmla="*/ 0 w 175"/>
                <a:gd name="T41" fmla="*/ 1 h 807"/>
                <a:gd name="T42" fmla="*/ 0 w 175"/>
                <a:gd name="T43" fmla="*/ 1 h 807"/>
                <a:gd name="T44" fmla="*/ 0 w 175"/>
                <a:gd name="T45" fmla="*/ 1 h 807"/>
                <a:gd name="T46" fmla="*/ 0 w 175"/>
                <a:gd name="T47" fmla="*/ 2 h 807"/>
                <a:gd name="T48" fmla="*/ 0 w 175"/>
                <a:gd name="T49" fmla="*/ 2 h 807"/>
                <a:gd name="T50" fmla="*/ 0 w 175"/>
                <a:gd name="T51" fmla="*/ 3 h 807"/>
                <a:gd name="T52" fmla="*/ 0 w 175"/>
                <a:gd name="T53" fmla="*/ 3 h 807"/>
                <a:gd name="T54" fmla="*/ 0 w 175"/>
                <a:gd name="T55" fmla="*/ 3 h 807"/>
                <a:gd name="T56" fmla="*/ 0 w 175"/>
                <a:gd name="T57" fmla="*/ 4 h 807"/>
                <a:gd name="T58" fmla="*/ 0 w 175"/>
                <a:gd name="T59" fmla="*/ 4 h 807"/>
                <a:gd name="T60" fmla="*/ 0 w 175"/>
                <a:gd name="T61" fmla="*/ 5 h 807"/>
                <a:gd name="T62" fmla="*/ 0 w 175"/>
                <a:gd name="T63" fmla="*/ 5 h 807"/>
                <a:gd name="T64" fmla="*/ 0 w 175"/>
                <a:gd name="T65" fmla="*/ 5 h 807"/>
                <a:gd name="T66" fmla="*/ 1 w 175"/>
                <a:gd name="T67" fmla="*/ 6 h 807"/>
                <a:gd name="T68" fmla="*/ 1 w 175"/>
                <a:gd name="T69" fmla="*/ 6 h 807"/>
                <a:gd name="T70" fmla="*/ 1 w 175"/>
                <a:gd name="T71" fmla="*/ 6 h 807"/>
                <a:gd name="T72" fmla="*/ 1 w 175"/>
                <a:gd name="T73" fmla="*/ 6 h 807"/>
                <a:gd name="T74" fmla="*/ 1 w 175"/>
                <a:gd name="T75" fmla="*/ 6 h 807"/>
                <a:gd name="T76" fmla="*/ 1 w 175"/>
                <a:gd name="T77" fmla="*/ 6 h 807"/>
                <a:gd name="T78" fmla="*/ 1 w 175"/>
                <a:gd name="T79" fmla="*/ 6 h 807"/>
                <a:gd name="T80" fmla="*/ 1 w 175"/>
                <a:gd name="T81" fmla="*/ 6 h 807"/>
                <a:gd name="T82" fmla="*/ 1 w 175"/>
                <a:gd name="T83" fmla="*/ 6 h 807"/>
                <a:gd name="T84" fmla="*/ 1 w 175"/>
                <a:gd name="T85" fmla="*/ 6 h 807"/>
                <a:gd name="T86" fmla="*/ 1 w 175"/>
                <a:gd name="T87" fmla="*/ 6 h 807"/>
                <a:gd name="T88" fmla="*/ 1 w 175"/>
                <a:gd name="T89" fmla="*/ 6 h 807"/>
                <a:gd name="T90" fmla="*/ 1 w 175"/>
                <a:gd name="T91" fmla="*/ 6 h 80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175"/>
                <a:gd name="T139" fmla="*/ 0 h 807"/>
                <a:gd name="T140" fmla="*/ 175 w 175"/>
                <a:gd name="T141" fmla="*/ 807 h 80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175" h="807">
                  <a:moveTo>
                    <a:pt x="169" y="740"/>
                  </a:moveTo>
                  <a:lnTo>
                    <a:pt x="169" y="739"/>
                  </a:lnTo>
                  <a:lnTo>
                    <a:pt x="149" y="698"/>
                  </a:lnTo>
                  <a:lnTo>
                    <a:pt x="133" y="656"/>
                  </a:lnTo>
                  <a:lnTo>
                    <a:pt x="120" y="611"/>
                  </a:lnTo>
                  <a:lnTo>
                    <a:pt x="108" y="565"/>
                  </a:lnTo>
                  <a:lnTo>
                    <a:pt x="100" y="520"/>
                  </a:lnTo>
                  <a:lnTo>
                    <a:pt x="96" y="472"/>
                  </a:lnTo>
                  <a:lnTo>
                    <a:pt x="93" y="425"/>
                  </a:lnTo>
                  <a:lnTo>
                    <a:pt x="93" y="377"/>
                  </a:lnTo>
                  <a:lnTo>
                    <a:pt x="96" y="330"/>
                  </a:lnTo>
                  <a:lnTo>
                    <a:pt x="100" y="283"/>
                  </a:lnTo>
                  <a:lnTo>
                    <a:pt x="106" y="238"/>
                  </a:lnTo>
                  <a:lnTo>
                    <a:pt x="115" y="195"/>
                  </a:lnTo>
                  <a:lnTo>
                    <a:pt x="126" y="153"/>
                  </a:lnTo>
                  <a:lnTo>
                    <a:pt x="139" y="114"/>
                  </a:lnTo>
                  <a:lnTo>
                    <a:pt x="153" y="77"/>
                  </a:lnTo>
                  <a:lnTo>
                    <a:pt x="169" y="43"/>
                  </a:lnTo>
                  <a:lnTo>
                    <a:pt x="87" y="0"/>
                  </a:lnTo>
                  <a:lnTo>
                    <a:pt x="69" y="39"/>
                  </a:lnTo>
                  <a:lnTo>
                    <a:pt x="52" y="81"/>
                  </a:lnTo>
                  <a:lnTo>
                    <a:pt x="37" y="127"/>
                  </a:lnTo>
                  <a:lnTo>
                    <a:pt x="24" y="174"/>
                  </a:lnTo>
                  <a:lnTo>
                    <a:pt x="15" y="222"/>
                  </a:lnTo>
                  <a:lnTo>
                    <a:pt x="7" y="271"/>
                  </a:lnTo>
                  <a:lnTo>
                    <a:pt x="2" y="323"/>
                  </a:lnTo>
                  <a:lnTo>
                    <a:pt x="0" y="374"/>
                  </a:lnTo>
                  <a:lnTo>
                    <a:pt x="0" y="427"/>
                  </a:lnTo>
                  <a:lnTo>
                    <a:pt x="2" y="479"/>
                  </a:lnTo>
                  <a:lnTo>
                    <a:pt x="9" y="531"/>
                  </a:lnTo>
                  <a:lnTo>
                    <a:pt x="17" y="584"/>
                  </a:lnTo>
                  <a:lnTo>
                    <a:pt x="29" y="635"/>
                  </a:lnTo>
                  <a:lnTo>
                    <a:pt x="44" y="686"/>
                  </a:lnTo>
                  <a:lnTo>
                    <a:pt x="65" y="736"/>
                  </a:lnTo>
                  <a:lnTo>
                    <a:pt x="87" y="784"/>
                  </a:lnTo>
                  <a:lnTo>
                    <a:pt x="87" y="782"/>
                  </a:lnTo>
                  <a:lnTo>
                    <a:pt x="87" y="784"/>
                  </a:lnTo>
                  <a:lnTo>
                    <a:pt x="100" y="799"/>
                  </a:lnTo>
                  <a:lnTo>
                    <a:pt x="117" y="807"/>
                  </a:lnTo>
                  <a:lnTo>
                    <a:pt x="134" y="807"/>
                  </a:lnTo>
                  <a:lnTo>
                    <a:pt x="151" y="801"/>
                  </a:lnTo>
                  <a:lnTo>
                    <a:pt x="164" y="791"/>
                  </a:lnTo>
                  <a:lnTo>
                    <a:pt x="173" y="777"/>
                  </a:lnTo>
                  <a:lnTo>
                    <a:pt x="175" y="759"/>
                  </a:lnTo>
                  <a:lnTo>
                    <a:pt x="169" y="739"/>
                  </a:lnTo>
                  <a:lnTo>
                    <a:pt x="169" y="74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4766" name="Freeform 28"/>
            <p:cNvSpPr>
              <a:spLocks/>
            </p:cNvSpPr>
            <p:nvPr/>
          </p:nvSpPr>
          <p:spPr bwMode="auto">
            <a:xfrm>
              <a:off x="1299" y="1681"/>
              <a:ext cx="157" cy="281"/>
            </a:xfrm>
            <a:custGeom>
              <a:avLst/>
              <a:gdLst>
                <a:gd name="T0" fmla="*/ 6 w 787"/>
                <a:gd name="T1" fmla="*/ 11 h 1404"/>
                <a:gd name="T2" fmla="*/ 6 w 787"/>
                <a:gd name="T3" fmla="*/ 11 h 1404"/>
                <a:gd name="T4" fmla="*/ 1 w 787"/>
                <a:gd name="T5" fmla="*/ 0 h 1404"/>
                <a:gd name="T6" fmla="*/ 0 w 787"/>
                <a:gd name="T7" fmla="*/ 0 h 1404"/>
                <a:gd name="T8" fmla="*/ 6 w 787"/>
                <a:gd name="T9" fmla="*/ 11 h 1404"/>
                <a:gd name="T10" fmla="*/ 6 w 787"/>
                <a:gd name="T11" fmla="*/ 11 h 1404"/>
                <a:gd name="T12" fmla="*/ 6 w 787"/>
                <a:gd name="T13" fmla="*/ 11 h 1404"/>
                <a:gd name="T14" fmla="*/ 6 w 787"/>
                <a:gd name="T15" fmla="*/ 11 h 1404"/>
                <a:gd name="T16" fmla="*/ 6 w 787"/>
                <a:gd name="T17" fmla="*/ 11 h 1404"/>
                <a:gd name="T18" fmla="*/ 6 w 787"/>
                <a:gd name="T19" fmla="*/ 11 h 1404"/>
                <a:gd name="T20" fmla="*/ 6 w 787"/>
                <a:gd name="T21" fmla="*/ 11 h 1404"/>
                <a:gd name="T22" fmla="*/ 6 w 787"/>
                <a:gd name="T23" fmla="*/ 11 h 1404"/>
                <a:gd name="T24" fmla="*/ 6 w 787"/>
                <a:gd name="T25" fmla="*/ 11 h 1404"/>
                <a:gd name="T26" fmla="*/ 6 w 787"/>
                <a:gd name="T27" fmla="*/ 11 h 1404"/>
                <a:gd name="T28" fmla="*/ 6 w 787"/>
                <a:gd name="T29" fmla="*/ 11 h 1404"/>
                <a:gd name="T30" fmla="*/ 6 w 787"/>
                <a:gd name="T31" fmla="*/ 11 h 1404"/>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787"/>
                <a:gd name="T49" fmla="*/ 0 h 1404"/>
                <a:gd name="T50" fmla="*/ 787 w 787"/>
                <a:gd name="T51" fmla="*/ 1404 h 1404"/>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787" h="1404">
                  <a:moveTo>
                    <a:pt x="781" y="1334"/>
                  </a:moveTo>
                  <a:lnTo>
                    <a:pt x="781" y="1337"/>
                  </a:lnTo>
                  <a:lnTo>
                    <a:pt x="82" y="0"/>
                  </a:lnTo>
                  <a:lnTo>
                    <a:pt x="0" y="42"/>
                  </a:lnTo>
                  <a:lnTo>
                    <a:pt x="699" y="1379"/>
                  </a:lnTo>
                  <a:lnTo>
                    <a:pt x="699" y="1381"/>
                  </a:lnTo>
                  <a:lnTo>
                    <a:pt x="699" y="1379"/>
                  </a:lnTo>
                  <a:lnTo>
                    <a:pt x="712" y="1395"/>
                  </a:lnTo>
                  <a:lnTo>
                    <a:pt x="727" y="1402"/>
                  </a:lnTo>
                  <a:lnTo>
                    <a:pt x="744" y="1404"/>
                  </a:lnTo>
                  <a:lnTo>
                    <a:pt x="761" y="1398"/>
                  </a:lnTo>
                  <a:lnTo>
                    <a:pt x="775" y="1388"/>
                  </a:lnTo>
                  <a:lnTo>
                    <a:pt x="784" y="1373"/>
                  </a:lnTo>
                  <a:lnTo>
                    <a:pt x="787" y="1357"/>
                  </a:lnTo>
                  <a:lnTo>
                    <a:pt x="781" y="1337"/>
                  </a:lnTo>
                  <a:lnTo>
                    <a:pt x="781" y="13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4767" name="Freeform 29"/>
            <p:cNvSpPr>
              <a:spLocks/>
            </p:cNvSpPr>
            <p:nvPr/>
          </p:nvSpPr>
          <p:spPr bwMode="auto">
            <a:xfrm>
              <a:off x="1439" y="1948"/>
              <a:ext cx="125" cy="76"/>
            </a:xfrm>
            <a:custGeom>
              <a:avLst/>
              <a:gdLst>
                <a:gd name="T0" fmla="*/ 5 w 628"/>
                <a:gd name="T1" fmla="*/ 2 h 383"/>
                <a:gd name="T2" fmla="*/ 5 w 628"/>
                <a:gd name="T3" fmla="*/ 2 h 383"/>
                <a:gd name="T4" fmla="*/ 4 w 628"/>
                <a:gd name="T5" fmla="*/ 2 h 383"/>
                <a:gd name="T6" fmla="*/ 4 w 628"/>
                <a:gd name="T7" fmla="*/ 2 h 383"/>
                <a:gd name="T8" fmla="*/ 4 w 628"/>
                <a:gd name="T9" fmla="*/ 2 h 383"/>
                <a:gd name="T10" fmla="*/ 3 w 628"/>
                <a:gd name="T11" fmla="*/ 2 h 383"/>
                <a:gd name="T12" fmla="*/ 3 w 628"/>
                <a:gd name="T13" fmla="*/ 2 h 383"/>
                <a:gd name="T14" fmla="*/ 3 w 628"/>
                <a:gd name="T15" fmla="*/ 2 h 383"/>
                <a:gd name="T16" fmla="*/ 3 w 628"/>
                <a:gd name="T17" fmla="*/ 2 h 383"/>
                <a:gd name="T18" fmla="*/ 2 w 628"/>
                <a:gd name="T19" fmla="*/ 2 h 383"/>
                <a:gd name="T20" fmla="*/ 2 w 628"/>
                <a:gd name="T21" fmla="*/ 2 h 383"/>
                <a:gd name="T22" fmla="*/ 2 w 628"/>
                <a:gd name="T23" fmla="*/ 1 h 383"/>
                <a:gd name="T24" fmla="*/ 2 w 628"/>
                <a:gd name="T25" fmla="*/ 1 h 383"/>
                <a:gd name="T26" fmla="*/ 1 w 628"/>
                <a:gd name="T27" fmla="*/ 1 h 383"/>
                <a:gd name="T28" fmla="*/ 1 w 628"/>
                <a:gd name="T29" fmla="*/ 1 h 383"/>
                <a:gd name="T30" fmla="*/ 1 w 628"/>
                <a:gd name="T31" fmla="*/ 1 h 383"/>
                <a:gd name="T32" fmla="*/ 1 w 628"/>
                <a:gd name="T33" fmla="*/ 0 h 383"/>
                <a:gd name="T34" fmla="*/ 1 w 628"/>
                <a:gd name="T35" fmla="*/ 0 h 383"/>
                <a:gd name="T36" fmla="*/ 0 w 628"/>
                <a:gd name="T37" fmla="*/ 0 h 383"/>
                <a:gd name="T38" fmla="*/ 0 w 628"/>
                <a:gd name="T39" fmla="*/ 1 h 383"/>
                <a:gd name="T40" fmla="*/ 0 w 628"/>
                <a:gd name="T41" fmla="*/ 1 h 383"/>
                <a:gd name="T42" fmla="*/ 1 w 628"/>
                <a:gd name="T43" fmla="*/ 1 h 383"/>
                <a:gd name="T44" fmla="*/ 1 w 628"/>
                <a:gd name="T45" fmla="*/ 1 h 383"/>
                <a:gd name="T46" fmla="*/ 1 w 628"/>
                <a:gd name="T47" fmla="*/ 2 h 383"/>
                <a:gd name="T48" fmla="*/ 1 w 628"/>
                <a:gd name="T49" fmla="*/ 2 h 383"/>
                <a:gd name="T50" fmla="*/ 2 w 628"/>
                <a:gd name="T51" fmla="*/ 2 h 383"/>
                <a:gd name="T52" fmla="*/ 2 w 628"/>
                <a:gd name="T53" fmla="*/ 2 h 383"/>
                <a:gd name="T54" fmla="*/ 2 w 628"/>
                <a:gd name="T55" fmla="*/ 2 h 383"/>
                <a:gd name="T56" fmla="*/ 3 w 628"/>
                <a:gd name="T57" fmla="*/ 3 h 383"/>
                <a:gd name="T58" fmla="*/ 3 w 628"/>
                <a:gd name="T59" fmla="*/ 3 h 383"/>
                <a:gd name="T60" fmla="*/ 3 w 628"/>
                <a:gd name="T61" fmla="*/ 3 h 383"/>
                <a:gd name="T62" fmla="*/ 4 w 628"/>
                <a:gd name="T63" fmla="*/ 3 h 383"/>
                <a:gd name="T64" fmla="*/ 4 w 628"/>
                <a:gd name="T65" fmla="*/ 3 h 383"/>
                <a:gd name="T66" fmla="*/ 4 w 628"/>
                <a:gd name="T67" fmla="*/ 3 h 383"/>
                <a:gd name="T68" fmla="*/ 5 w 628"/>
                <a:gd name="T69" fmla="*/ 3 h 383"/>
                <a:gd name="T70" fmla="*/ 5 w 628"/>
                <a:gd name="T71" fmla="*/ 3 h 383"/>
                <a:gd name="T72" fmla="*/ 5 w 628"/>
                <a:gd name="T73" fmla="*/ 3 h 383"/>
                <a:gd name="T74" fmla="*/ 5 w 628"/>
                <a:gd name="T75" fmla="*/ 3 h 383"/>
                <a:gd name="T76" fmla="*/ 5 w 628"/>
                <a:gd name="T77" fmla="*/ 3 h 383"/>
                <a:gd name="T78" fmla="*/ 5 w 628"/>
                <a:gd name="T79" fmla="*/ 3 h 383"/>
                <a:gd name="T80" fmla="*/ 5 w 628"/>
                <a:gd name="T81" fmla="*/ 3 h 383"/>
                <a:gd name="T82" fmla="*/ 5 w 628"/>
                <a:gd name="T83" fmla="*/ 3 h 383"/>
                <a:gd name="T84" fmla="*/ 5 w 628"/>
                <a:gd name="T85" fmla="*/ 2 h 383"/>
                <a:gd name="T86" fmla="*/ 5 w 628"/>
                <a:gd name="T87" fmla="*/ 2 h 383"/>
                <a:gd name="T88" fmla="*/ 5 w 628"/>
                <a:gd name="T89" fmla="*/ 2 h 383"/>
                <a:gd name="T90" fmla="*/ 5 w 628"/>
                <a:gd name="T91" fmla="*/ 2 h 38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628"/>
                <a:gd name="T139" fmla="*/ 0 h 383"/>
                <a:gd name="T140" fmla="*/ 628 w 628"/>
                <a:gd name="T141" fmla="*/ 383 h 38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628" h="383">
                  <a:moveTo>
                    <a:pt x="581" y="289"/>
                  </a:moveTo>
                  <a:lnTo>
                    <a:pt x="582" y="289"/>
                  </a:lnTo>
                  <a:lnTo>
                    <a:pt x="541" y="287"/>
                  </a:lnTo>
                  <a:lnTo>
                    <a:pt x="500" y="283"/>
                  </a:lnTo>
                  <a:lnTo>
                    <a:pt x="462" y="276"/>
                  </a:lnTo>
                  <a:lnTo>
                    <a:pt x="424" y="268"/>
                  </a:lnTo>
                  <a:lnTo>
                    <a:pt x="389" y="255"/>
                  </a:lnTo>
                  <a:lnTo>
                    <a:pt x="352" y="242"/>
                  </a:lnTo>
                  <a:lnTo>
                    <a:pt x="320" y="227"/>
                  </a:lnTo>
                  <a:lnTo>
                    <a:pt x="287" y="209"/>
                  </a:lnTo>
                  <a:lnTo>
                    <a:pt x="255" y="189"/>
                  </a:lnTo>
                  <a:lnTo>
                    <a:pt x="226" y="168"/>
                  </a:lnTo>
                  <a:lnTo>
                    <a:pt x="198" y="145"/>
                  </a:lnTo>
                  <a:lnTo>
                    <a:pt x="172" y="119"/>
                  </a:lnTo>
                  <a:lnTo>
                    <a:pt x="146" y="92"/>
                  </a:lnTo>
                  <a:lnTo>
                    <a:pt x="122" y="64"/>
                  </a:lnTo>
                  <a:lnTo>
                    <a:pt x="100" y="33"/>
                  </a:lnTo>
                  <a:lnTo>
                    <a:pt x="82" y="0"/>
                  </a:lnTo>
                  <a:lnTo>
                    <a:pt x="0" y="47"/>
                  </a:lnTo>
                  <a:lnTo>
                    <a:pt x="23" y="85"/>
                  </a:lnTo>
                  <a:lnTo>
                    <a:pt x="49" y="120"/>
                  </a:lnTo>
                  <a:lnTo>
                    <a:pt x="76" y="153"/>
                  </a:lnTo>
                  <a:lnTo>
                    <a:pt x="104" y="185"/>
                  </a:lnTo>
                  <a:lnTo>
                    <a:pt x="137" y="215"/>
                  </a:lnTo>
                  <a:lnTo>
                    <a:pt x="170" y="241"/>
                  </a:lnTo>
                  <a:lnTo>
                    <a:pt x="204" y="267"/>
                  </a:lnTo>
                  <a:lnTo>
                    <a:pt x="240" y="289"/>
                  </a:lnTo>
                  <a:lnTo>
                    <a:pt x="277" y="309"/>
                  </a:lnTo>
                  <a:lnTo>
                    <a:pt x="317" y="329"/>
                  </a:lnTo>
                  <a:lnTo>
                    <a:pt x="358" y="344"/>
                  </a:lnTo>
                  <a:lnTo>
                    <a:pt x="400" y="357"/>
                  </a:lnTo>
                  <a:lnTo>
                    <a:pt x="444" y="367"/>
                  </a:lnTo>
                  <a:lnTo>
                    <a:pt x="488" y="374"/>
                  </a:lnTo>
                  <a:lnTo>
                    <a:pt x="534" y="380"/>
                  </a:lnTo>
                  <a:lnTo>
                    <a:pt x="580" y="383"/>
                  </a:lnTo>
                  <a:lnTo>
                    <a:pt x="581" y="383"/>
                  </a:lnTo>
                  <a:lnTo>
                    <a:pt x="580" y="383"/>
                  </a:lnTo>
                  <a:lnTo>
                    <a:pt x="600" y="379"/>
                  </a:lnTo>
                  <a:lnTo>
                    <a:pt x="615" y="369"/>
                  </a:lnTo>
                  <a:lnTo>
                    <a:pt x="624" y="353"/>
                  </a:lnTo>
                  <a:lnTo>
                    <a:pt x="628" y="337"/>
                  </a:lnTo>
                  <a:lnTo>
                    <a:pt x="625" y="319"/>
                  </a:lnTo>
                  <a:lnTo>
                    <a:pt x="617" y="304"/>
                  </a:lnTo>
                  <a:lnTo>
                    <a:pt x="602" y="294"/>
                  </a:lnTo>
                  <a:lnTo>
                    <a:pt x="582" y="289"/>
                  </a:lnTo>
                  <a:lnTo>
                    <a:pt x="581" y="28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4768" name="Freeform 30"/>
            <p:cNvSpPr>
              <a:spLocks/>
            </p:cNvSpPr>
            <p:nvPr/>
          </p:nvSpPr>
          <p:spPr bwMode="auto">
            <a:xfrm>
              <a:off x="1587" y="1880"/>
              <a:ext cx="85" cy="49"/>
            </a:xfrm>
            <a:custGeom>
              <a:avLst/>
              <a:gdLst>
                <a:gd name="T0" fmla="*/ 3 w 426"/>
                <a:gd name="T1" fmla="*/ 0 h 245"/>
                <a:gd name="T2" fmla="*/ 3 w 426"/>
                <a:gd name="T3" fmla="*/ 0 h 245"/>
                <a:gd name="T4" fmla="*/ 3 w 426"/>
                <a:gd name="T5" fmla="*/ 0 h 245"/>
                <a:gd name="T6" fmla="*/ 3 w 426"/>
                <a:gd name="T7" fmla="*/ 0 h 245"/>
                <a:gd name="T8" fmla="*/ 2 w 426"/>
                <a:gd name="T9" fmla="*/ 0 h 245"/>
                <a:gd name="T10" fmla="*/ 2 w 426"/>
                <a:gd name="T11" fmla="*/ 0 h 245"/>
                <a:gd name="T12" fmla="*/ 2 w 426"/>
                <a:gd name="T13" fmla="*/ 0 h 245"/>
                <a:gd name="T14" fmla="*/ 2 w 426"/>
                <a:gd name="T15" fmla="*/ 0 h 245"/>
                <a:gd name="T16" fmla="*/ 1 w 426"/>
                <a:gd name="T17" fmla="*/ 0 h 245"/>
                <a:gd name="T18" fmla="*/ 1 w 426"/>
                <a:gd name="T19" fmla="*/ 1 h 245"/>
                <a:gd name="T20" fmla="*/ 1 w 426"/>
                <a:gd name="T21" fmla="*/ 1 h 245"/>
                <a:gd name="T22" fmla="*/ 1 w 426"/>
                <a:gd name="T23" fmla="*/ 1 h 245"/>
                <a:gd name="T24" fmla="*/ 0 w 426"/>
                <a:gd name="T25" fmla="*/ 1 h 245"/>
                <a:gd name="T26" fmla="*/ 0 w 426"/>
                <a:gd name="T27" fmla="*/ 1 h 245"/>
                <a:gd name="T28" fmla="*/ 0 w 426"/>
                <a:gd name="T29" fmla="*/ 1 h 245"/>
                <a:gd name="T30" fmla="*/ 0 w 426"/>
                <a:gd name="T31" fmla="*/ 2 h 245"/>
                <a:gd name="T32" fmla="*/ 0 w 426"/>
                <a:gd name="T33" fmla="*/ 2 h 245"/>
                <a:gd name="T34" fmla="*/ 0 w 426"/>
                <a:gd name="T35" fmla="*/ 2 h 245"/>
                <a:gd name="T36" fmla="*/ 0 w 426"/>
                <a:gd name="T37" fmla="*/ 2 h 245"/>
                <a:gd name="T38" fmla="*/ 0 w 426"/>
                <a:gd name="T39" fmla="*/ 2 h 245"/>
                <a:gd name="T40" fmla="*/ 0 w 426"/>
                <a:gd name="T41" fmla="*/ 2 h 245"/>
                <a:gd name="T42" fmla="*/ 0 w 426"/>
                <a:gd name="T43" fmla="*/ 1 h 245"/>
                <a:gd name="T44" fmla="*/ 0 w 426"/>
                <a:gd name="T45" fmla="*/ 1 h 245"/>
                <a:gd name="T46" fmla="*/ 0 w 426"/>
                <a:gd name="T47" fmla="*/ 1 h 245"/>
                <a:gd name="T48" fmla="*/ 1 w 426"/>
                <a:gd name="T49" fmla="*/ 1 h 245"/>
                <a:gd name="T50" fmla="*/ 1 w 426"/>
                <a:gd name="T51" fmla="*/ 1 h 245"/>
                <a:gd name="T52" fmla="*/ 1 w 426"/>
                <a:gd name="T53" fmla="*/ 1 h 245"/>
                <a:gd name="T54" fmla="*/ 1 w 426"/>
                <a:gd name="T55" fmla="*/ 1 h 245"/>
                <a:gd name="T56" fmla="*/ 2 w 426"/>
                <a:gd name="T57" fmla="*/ 0 h 245"/>
                <a:gd name="T58" fmla="*/ 2 w 426"/>
                <a:gd name="T59" fmla="*/ 0 h 245"/>
                <a:gd name="T60" fmla="*/ 2 w 426"/>
                <a:gd name="T61" fmla="*/ 0 h 245"/>
                <a:gd name="T62" fmla="*/ 2 w 426"/>
                <a:gd name="T63" fmla="*/ 0 h 245"/>
                <a:gd name="T64" fmla="*/ 3 w 426"/>
                <a:gd name="T65" fmla="*/ 0 h 245"/>
                <a:gd name="T66" fmla="*/ 3 w 426"/>
                <a:gd name="T67" fmla="*/ 0 h 245"/>
                <a:gd name="T68" fmla="*/ 3 w 426"/>
                <a:gd name="T69" fmla="*/ 0 h 245"/>
                <a:gd name="T70" fmla="*/ 3 w 426"/>
                <a:gd name="T71" fmla="*/ 0 h 245"/>
                <a:gd name="T72" fmla="*/ 3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426" y="0"/>
                  </a:moveTo>
                  <a:lnTo>
                    <a:pt x="426" y="0"/>
                  </a:lnTo>
                  <a:lnTo>
                    <a:pt x="384" y="1"/>
                  </a:lnTo>
                  <a:lnTo>
                    <a:pt x="340" y="4"/>
                  </a:lnTo>
                  <a:lnTo>
                    <a:pt x="300" y="10"/>
                  </a:lnTo>
                  <a:lnTo>
                    <a:pt x="262" y="18"/>
                  </a:lnTo>
                  <a:lnTo>
                    <a:pt x="224" y="29"/>
                  </a:lnTo>
                  <a:lnTo>
                    <a:pt x="189" y="41"/>
                  </a:lnTo>
                  <a:lnTo>
                    <a:pt x="157" y="55"/>
                  </a:lnTo>
                  <a:lnTo>
                    <a:pt x="126" y="70"/>
                  </a:lnTo>
                  <a:lnTo>
                    <a:pt x="99" y="89"/>
                  </a:lnTo>
                  <a:lnTo>
                    <a:pt x="74" y="106"/>
                  </a:lnTo>
                  <a:lnTo>
                    <a:pt x="52" y="126"/>
                  </a:lnTo>
                  <a:lnTo>
                    <a:pt x="34" y="148"/>
                  </a:lnTo>
                  <a:lnTo>
                    <a:pt x="19" y="171"/>
                  </a:lnTo>
                  <a:lnTo>
                    <a:pt x="9" y="194"/>
                  </a:lnTo>
                  <a:lnTo>
                    <a:pt x="3" y="219"/>
                  </a:lnTo>
                  <a:lnTo>
                    <a:pt x="0" y="245"/>
                  </a:lnTo>
                  <a:lnTo>
                    <a:pt x="12" y="245"/>
                  </a:lnTo>
                  <a:lnTo>
                    <a:pt x="15" y="221"/>
                  </a:lnTo>
                  <a:lnTo>
                    <a:pt x="20" y="199"/>
                  </a:lnTo>
                  <a:lnTo>
                    <a:pt x="31" y="178"/>
                  </a:lnTo>
                  <a:lnTo>
                    <a:pt x="44" y="156"/>
                  </a:lnTo>
                  <a:lnTo>
                    <a:pt x="61" y="136"/>
                  </a:lnTo>
                  <a:lnTo>
                    <a:pt x="81" y="116"/>
                  </a:lnTo>
                  <a:lnTo>
                    <a:pt x="106" y="98"/>
                  </a:lnTo>
                  <a:lnTo>
                    <a:pt x="133" y="82"/>
                  </a:lnTo>
                  <a:lnTo>
                    <a:pt x="162" y="66"/>
                  </a:lnTo>
                  <a:lnTo>
                    <a:pt x="194" y="52"/>
                  </a:lnTo>
                  <a:lnTo>
                    <a:pt x="229" y="41"/>
                  </a:lnTo>
                  <a:lnTo>
                    <a:pt x="264" y="30"/>
                  </a:lnTo>
                  <a:lnTo>
                    <a:pt x="303" y="22"/>
                  </a:lnTo>
                  <a:lnTo>
                    <a:pt x="343" y="16"/>
                  </a:lnTo>
                  <a:lnTo>
                    <a:pt x="384" y="12"/>
                  </a:lnTo>
                  <a:lnTo>
                    <a:pt x="426" y="11"/>
                  </a:lnTo>
                  <a:lnTo>
                    <a:pt x="42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4769" name="Freeform 31"/>
            <p:cNvSpPr>
              <a:spLocks/>
            </p:cNvSpPr>
            <p:nvPr/>
          </p:nvSpPr>
          <p:spPr bwMode="auto">
            <a:xfrm>
              <a:off x="1587" y="1929"/>
              <a:ext cx="85" cy="49"/>
            </a:xfrm>
            <a:custGeom>
              <a:avLst/>
              <a:gdLst>
                <a:gd name="T0" fmla="*/ 0 w 426"/>
                <a:gd name="T1" fmla="*/ 0 h 245"/>
                <a:gd name="T2" fmla="*/ 0 w 426"/>
                <a:gd name="T3" fmla="*/ 0 h 245"/>
                <a:gd name="T4" fmla="*/ 0 w 426"/>
                <a:gd name="T5" fmla="*/ 0 h 245"/>
                <a:gd name="T6" fmla="*/ 0 w 426"/>
                <a:gd name="T7" fmla="*/ 0 h 245"/>
                <a:gd name="T8" fmla="*/ 0 w 426"/>
                <a:gd name="T9" fmla="*/ 1 h 245"/>
                <a:gd name="T10" fmla="*/ 0 w 426"/>
                <a:gd name="T11" fmla="*/ 1 h 245"/>
                <a:gd name="T12" fmla="*/ 0 w 426"/>
                <a:gd name="T13" fmla="*/ 1 h 245"/>
                <a:gd name="T14" fmla="*/ 1 w 426"/>
                <a:gd name="T15" fmla="*/ 1 h 245"/>
                <a:gd name="T16" fmla="*/ 1 w 426"/>
                <a:gd name="T17" fmla="*/ 1 h 245"/>
                <a:gd name="T18" fmla="*/ 1 w 426"/>
                <a:gd name="T19" fmla="*/ 1 h 245"/>
                <a:gd name="T20" fmla="*/ 1 w 426"/>
                <a:gd name="T21" fmla="*/ 2 h 245"/>
                <a:gd name="T22" fmla="*/ 2 w 426"/>
                <a:gd name="T23" fmla="*/ 2 h 245"/>
                <a:gd name="T24" fmla="*/ 2 w 426"/>
                <a:gd name="T25" fmla="*/ 2 h 245"/>
                <a:gd name="T26" fmla="*/ 2 w 426"/>
                <a:gd name="T27" fmla="*/ 2 h 245"/>
                <a:gd name="T28" fmla="*/ 2 w 426"/>
                <a:gd name="T29" fmla="*/ 2 h 245"/>
                <a:gd name="T30" fmla="*/ 3 w 426"/>
                <a:gd name="T31" fmla="*/ 2 h 245"/>
                <a:gd name="T32" fmla="*/ 3 w 426"/>
                <a:gd name="T33" fmla="*/ 2 h 245"/>
                <a:gd name="T34" fmla="*/ 3 w 426"/>
                <a:gd name="T35" fmla="*/ 2 h 245"/>
                <a:gd name="T36" fmla="*/ 3 w 426"/>
                <a:gd name="T37" fmla="*/ 2 h 245"/>
                <a:gd name="T38" fmla="*/ 3 w 426"/>
                <a:gd name="T39" fmla="*/ 2 h 245"/>
                <a:gd name="T40" fmla="*/ 3 w 426"/>
                <a:gd name="T41" fmla="*/ 2 h 245"/>
                <a:gd name="T42" fmla="*/ 2 w 426"/>
                <a:gd name="T43" fmla="*/ 2 h 245"/>
                <a:gd name="T44" fmla="*/ 2 w 426"/>
                <a:gd name="T45" fmla="*/ 2 h 245"/>
                <a:gd name="T46" fmla="*/ 2 w 426"/>
                <a:gd name="T47" fmla="*/ 2 h 245"/>
                <a:gd name="T48" fmla="*/ 2 w 426"/>
                <a:gd name="T49" fmla="*/ 2 h 245"/>
                <a:gd name="T50" fmla="*/ 1 w 426"/>
                <a:gd name="T51" fmla="*/ 1 h 245"/>
                <a:gd name="T52" fmla="*/ 1 w 426"/>
                <a:gd name="T53" fmla="*/ 1 h 245"/>
                <a:gd name="T54" fmla="*/ 1 w 426"/>
                <a:gd name="T55" fmla="*/ 1 h 245"/>
                <a:gd name="T56" fmla="*/ 1 w 426"/>
                <a:gd name="T57" fmla="*/ 1 h 245"/>
                <a:gd name="T58" fmla="*/ 0 w 426"/>
                <a:gd name="T59" fmla="*/ 1 h 245"/>
                <a:gd name="T60" fmla="*/ 0 w 426"/>
                <a:gd name="T61" fmla="*/ 1 h 245"/>
                <a:gd name="T62" fmla="*/ 0 w 426"/>
                <a:gd name="T63" fmla="*/ 1 h 245"/>
                <a:gd name="T64" fmla="*/ 0 w 426"/>
                <a:gd name="T65" fmla="*/ 0 h 245"/>
                <a:gd name="T66" fmla="*/ 0 w 426"/>
                <a:gd name="T67" fmla="*/ 0 h 245"/>
                <a:gd name="T68" fmla="*/ 0 w 426"/>
                <a:gd name="T69" fmla="*/ 0 h 245"/>
                <a:gd name="T70" fmla="*/ 0 w 426"/>
                <a:gd name="T71" fmla="*/ 0 h 245"/>
                <a:gd name="T72" fmla="*/ 0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0" y="0"/>
                  </a:moveTo>
                  <a:lnTo>
                    <a:pt x="0" y="0"/>
                  </a:lnTo>
                  <a:lnTo>
                    <a:pt x="3" y="25"/>
                  </a:lnTo>
                  <a:lnTo>
                    <a:pt x="9" y="50"/>
                  </a:lnTo>
                  <a:lnTo>
                    <a:pt x="19" y="73"/>
                  </a:lnTo>
                  <a:lnTo>
                    <a:pt x="34" y="96"/>
                  </a:lnTo>
                  <a:lnTo>
                    <a:pt x="52" y="118"/>
                  </a:lnTo>
                  <a:lnTo>
                    <a:pt x="74" y="138"/>
                  </a:lnTo>
                  <a:lnTo>
                    <a:pt x="99" y="156"/>
                  </a:lnTo>
                  <a:lnTo>
                    <a:pt x="126" y="174"/>
                  </a:lnTo>
                  <a:lnTo>
                    <a:pt x="157" y="190"/>
                  </a:lnTo>
                  <a:lnTo>
                    <a:pt x="189" y="204"/>
                  </a:lnTo>
                  <a:lnTo>
                    <a:pt x="224" y="215"/>
                  </a:lnTo>
                  <a:lnTo>
                    <a:pt x="262" y="226"/>
                  </a:lnTo>
                  <a:lnTo>
                    <a:pt x="300" y="234"/>
                  </a:lnTo>
                  <a:lnTo>
                    <a:pt x="340" y="240"/>
                  </a:lnTo>
                  <a:lnTo>
                    <a:pt x="384" y="244"/>
                  </a:lnTo>
                  <a:lnTo>
                    <a:pt x="426" y="245"/>
                  </a:lnTo>
                  <a:lnTo>
                    <a:pt x="426" y="233"/>
                  </a:lnTo>
                  <a:lnTo>
                    <a:pt x="384" y="232"/>
                  </a:lnTo>
                  <a:lnTo>
                    <a:pt x="343" y="228"/>
                  </a:lnTo>
                  <a:lnTo>
                    <a:pt x="303" y="222"/>
                  </a:lnTo>
                  <a:lnTo>
                    <a:pt x="264" y="214"/>
                  </a:lnTo>
                  <a:lnTo>
                    <a:pt x="229" y="204"/>
                  </a:lnTo>
                  <a:lnTo>
                    <a:pt x="194" y="192"/>
                  </a:lnTo>
                  <a:lnTo>
                    <a:pt x="162" y="178"/>
                  </a:lnTo>
                  <a:lnTo>
                    <a:pt x="133" y="163"/>
                  </a:lnTo>
                  <a:lnTo>
                    <a:pt x="106" y="146"/>
                  </a:lnTo>
                  <a:lnTo>
                    <a:pt x="81" y="129"/>
                  </a:lnTo>
                  <a:lnTo>
                    <a:pt x="61" y="109"/>
                  </a:lnTo>
                  <a:lnTo>
                    <a:pt x="44" y="89"/>
                  </a:lnTo>
                  <a:lnTo>
                    <a:pt x="31" y="66"/>
                  </a:lnTo>
                  <a:lnTo>
                    <a:pt x="20" y="45"/>
                  </a:lnTo>
                  <a:lnTo>
                    <a:pt x="15" y="2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4770" name="Freeform 32"/>
            <p:cNvSpPr>
              <a:spLocks/>
            </p:cNvSpPr>
            <p:nvPr/>
          </p:nvSpPr>
          <p:spPr bwMode="auto">
            <a:xfrm>
              <a:off x="878" y="1448"/>
              <a:ext cx="792" cy="954"/>
            </a:xfrm>
            <a:custGeom>
              <a:avLst/>
              <a:gdLst>
                <a:gd name="T0" fmla="*/ 13 w 3960"/>
                <a:gd name="T1" fmla="*/ 38 h 4768"/>
                <a:gd name="T2" fmla="*/ 14 w 3960"/>
                <a:gd name="T3" fmla="*/ 38 h 4768"/>
                <a:gd name="T4" fmla="*/ 15 w 3960"/>
                <a:gd name="T5" fmla="*/ 38 h 4768"/>
                <a:gd name="T6" fmla="*/ 15 w 3960"/>
                <a:gd name="T7" fmla="*/ 38 h 4768"/>
                <a:gd name="T8" fmla="*/ 16 w 3960"/>
                <a:gd name="T9" fmla="*/ 38 h 4768"/>
                <a:gd name="T10" fmla="*/ 17 w 3960"/>
                <a:gd name="T11" fmla="*/ 38 h 4768"/>
                <a:gd name="T12" fmla="*/ 17 w 3960"/>
                <a:gd name="T13" fmla="*/ 38 h 4768"/>
                <a:gd name="T14" fmla="*/ 18 w 3960"/>
                <a:gd name="T15" fmla="*/ 38 h 4768"/>
                <a:gd name="T16" fmla="*/ 18 w 3960"/>
                <a:gd name="T17" fmla="*/ 38 h 4768"/>
                <a:gd name="T18" fmla="*/ 29 w 3960"/>
                <a:gd name="T19" fmla="*/ 30 h 4768"/>
                <a:gd name="T20" fmla="*/ 30 w 3960"/>
                <a:gd name="T21" fmla="*/ 30 h 4768"/>
                <a:gd name="T22" fmla="*/ 30 w 3960"/>
                <a:gd name="T23" fmla="*/ 29 h 4768"/>
                <a:gd name="T24" fmla="*/ 31 w 3960"/>
                <a:gd name="T25" fmla="*/ 28 h 4768"/>
                <a:gd name="T26" fmla="*/ 31 w 3960"/>
                <a:gd name="T27" fmla="*/ 28 h 4768"/>
                <a:gd name="T28" fmla="*/ 31 w 3960"/>
                <a:gd name="T29" fmla="*/ 27 h 4768"/>
                <a:gd name="T30" fmla="*/ 32 w 3960"/>
                <a:gd name="T31" fmla="*/ 26 h 4768"/>
                <a:gd name="T32" fmla="*/ 32 w 3960"/>
                <a:gd name="T33" fmla="*/ 25 h 4768"/>
                <a:gd name="T34" fmla="*/ 32 w 3960"/>
                <a:gd name="T35" fmla="*/ 11 h 4768"/>
                <a:gd name="T36" fmla="*/ 32 w 3960"/>
                <a:gd name="T37" fmla="*/ 10 h 4768"/>
                <a:gd name="T38" fmla="*/ 31 w 3960"/>
                <a:gd name="T39" fmla="*/ 9 h 4768"/>
                <a:gd name="T40" fmla="*/ 31 w 3960"/>
                <a:gd name="T41" fmla="*/ 9 h 4768"/>
                <a:gd name="T42" fmla="*/ 31 w 3960"/>
                <a:gd name="T43" fmla="*/ 8 h 4768"/>
                <a:gd name="T44" fmla="*/ 31 w 3960"/>
                <a:gd name="T45" fmla="*/ 8 h 4768"/>
                <a:gd name="T46" fmla="*/ 30 w 3960"/>
                <a:gd name="T47" fmla="*/ 7 h 4768"/>
                <a:gd name="T48" fmla="*/ 30 w 3960"/>
                <a:gd name="T49" fmla="*/ 7 h 4768"/>
                <a:gd name="T50" fmla="*/ 29 w 3960"/>
                <a:gd name="T51" fmla="*/ 6 h 4768"/>
                <a:gd name="T52" fmla="*/ 19 w 3960"/>
                <a:gd name="T53" fmla="*/ 1 h 4768"/>
                <a:gd name="T54" fmla="*/ 18 w 3960"/>
                <a:gd name="T55" fmla="*/ 0 h 4768"/>
                <a:gd name="T56" fmla="*/ 17 w 3960"/>
                <a:gd name="T57" fmla="*/ 0 h 4768"/>
                <a:gd name="T58" fmla="*/ 17 w 3960"/>
                <a:gd name="T59" fmla="*/ 0 h 4768"/>
                <a:gd name="T60" fmla="*/ 16 w 3960"/>
                <a:gd name="T61" fmla="*/ 0 h 4768"/>
                <a:gd name="T62" fmla="*/ 15 w 3960"/>
                <a:gd name="T63" fmla="*/ 0 h 4768"/>
                <a:gd name="T64" fmla="*/ 14 w 3960"/>
                <a:gd name="T65" fmla="*/ 0 h 4768"/>
                <a:gd name="T66" fmla="*/ 14 w 3960"/>
                <a:gd name="T67" fmla="*/ 0 h 4768"/>
                <a:gd name="T68" fmla="*/ 2 w 3960"/>
                <a:gd name="T69" fmla="*/ 6 h 4768"/>
                <a:gd name="T70" fmla="*/ 2 w 3960"/>
                <a:gd name="T71" fmla="*/ 7 h 4768"/>
                <a:gd name="T72" fmla="*/ 1 w 3960"/>
                <a:gd name="T73" fmla="*/ 7 h 4768"/>
                <a:gd name="T74" fmla="*/ 1 w 3960"/>
                <a:gd name="T75" fmla="*/ 8 h 4768"/>
                <a:gd name="T76" fmla="*/ 1 w 3960"/>
                <a:gd name="T77" fmla="*/ 8 h 4768"/>
                <a:gd name="T78" fmla="*/ 0 w 3960"/>
                <a:gd name="T79" fmla="*/ 9 h 4768"/>
                <a:gd name="T80" fmla="*/ 0 w 3960"/>
                <a:gd name="T81" fmla="*/ 9 h 4768"/>
                <a:gd name="T82" fmla="*/ 0 w 3960"/>
                <a:gd name="T83" fmla="*/ 10 h 4768"/>
                <a:gd name="T84" fmla="*/ 0 w 3960"/>
                <a:gd name="T85" fmla="*/ 11 h 4768"/>
                <a:gd name="T86" fmla="*/ 0 w 3960"/>
                <a:gd name="T87" fmla="*/ 25 h 4768"/>
                <a:gd name="T88" fmla="*/ 0 w 3960"/>
                <a:gd name="T89" fmla="*/ 26 h 4768"/>
                <a:gd name="T90" fmla="*/ 0 w 3960"/>
                <a:gd name="T91" fmla="*/ 27 h 4768"/>
                <a:gd name="T92" fmla="*/ 1 w 3960"/>
                <a:gd name="T93" fmla="*/ 28 h 4768"/>
                <a:gd name="T94" fmla="*/ 1 w 3960"/>
                <a:gd name="T95" fmla="*/ 29 h 4768"/>
                <a:gd name="T96" fmla="*/ 1 w 3960"/>
                <a:gd name="T97" fmla="*/ 29 h 4768"/>
                <a:gd name="T98" fmla="*/ 2 w 3960"/>
                <a:gd name="T99" fmla="*/ 30 h 4768"/>
                <a:gd name="T100" fmla="*/ 3 w 3960"/>
                <a:gd name="T101" fmla="*/ 31 h 4768"/>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w 3960"/>
                <a:gd name="T154" fmla="*/ 0 h 4768"/>
                <a:gd name="T155" fmla="*/ 3960 w 3960"/>
                <a:gd name="T156" fmla="*/ 4768 h 4768"/>
              </a:gdLst>
              <a:ahLst/>
              <a:cxnLst>
                <a:cxn ang="T102">
                  <a:pos x="T0" y="T1"/>
                </a:cxn>
                <a:cxn ang="T103">
                  <a:pos x="T2" y="T3"/>
                </a:cxn>
                <a:cxn ang="T104">
                  <a:pos x="T4" y="T5"/>
                </a:cxn>
                <a:cxn ang="T105">
                  <a:pos x="T6" y="T7"/>
                </a:cxn>
                <a:cxn ang="T106">
                  <a:pos x="T8" y="T9"/>
                </a:cxn>
                <a:cxn ang="T107">
                  <a:pos x="T10" y="T11"/>
                </a:cxn>
                <a:cxn ang="T108">
                  <a:pos x="T12" y="T13"/>
                </a:cxn>
                <a:cxn ang="T109">
                  <a:pos x="T14" y="T15"/>
                </a:cxn>
                <a:cxn ang="T110">
                  <a:pos x="T16" y="T17"/>
                </a:cxn>
                <a:cxn ang="T111">
                  <a:pos x="T18" y="T19"/>
                </a:cxn>
                <a:cxn ang="T112">
                  <a:pos x="T20" y="T21"/>
                </a:cxn>
                <a:cxn ang="T113">
                  <a:pos x="T22" y="T23"/>
                </a:cxn>
                <a:cxn ang="T114">
                  <a:pos x="T24" y="T25"/>
                </a:cxn>
                <a:cxn ang="T115">
                  <a:pos x="T26" y="T27"/>
                </a:cxn>
                <a:cxn ang="T116">
                  <a:pos x="T28" y="T29"/>
                </a:cxn>
                <a:cxn ang="T117">
                  <a:pos x="T30" y="T31"/>
                </a:cxn>
                <a:cxn ang="T118">
                  <a:pos x="T32" y="T33"/>
                </a:cxn>
                <a:cxn ang="T119">
                  <a:pos x="T34" y="T35"/>
                </a:cxn>
                <a:cxn ang="T120">
                  <a:pos x="T36" y="T37"/>
                </a:cxn>
                <a:cxn ang="T121">
                  <a:pos x="T38" y="T39"/>
                </a:cxn>
                <a:cxn ang="T122">
                  <a:pos x="T40" y="T41"/>
                </a:cxn>
                <a:cxn ang="T123">
                  <a:pos x="T42" y="T43"/>
                </a:cxn>
                <a:cxn ang="T124">
                  <a:pos x="T44" y="T45"/>
                </a:cxn>
                <a:cxn ang="T125">
                  <a:pos x="T46" y="T47"/>
                </a:cxn>
                <a:cxn ang="T126">
                  <a:pos x="T48" y="T49"/>
                </a:cxn>
                <a:cxn ang="T127">
                  <a:pos x="T50" y="T51"/>
                </a:cxn>
                <a:cxn ang="T128">
                  <a:pos x="T52" y="T53"/>
                </a:cxn>
                <a:cxn ang="T129">
                  <a:pos x="T54" y="T55"/>
                </a:cxn>
                <a:cxn ang="T130">
                  <a:pos x="T56" y="T57"/>
                </a:cxn>
                <a:cxn ang="T131">
                  <a:pos x="T58" y="T59"/>
                </a:cxn>
                <a:cxn ang="T132">
                  <a:pos x="T60" y="T61"/>
                </a:cxn>
                <a:cxn ang="T133">
                  <a:pos x="T62" y="T63"/>
                </a:cxn>
                <a:cxn ang="T134">
                  <a:pos x="T64" y="T65"/>
                </a:cxn>
                <a:cxn ang="T135">
                  <a:pos x="T66" y="T67"/>
                </a:cxn>
                <a:cxn ang="T136">
                  <a:pos x="T68" y="T69"/>
                </a:cxn>
                <a:cxn ang="T137">
                  <a:pos x="T70" y="T71"/>
                </a:cxn>
                <a:cxn ang="T138">
                  <a:pos x="T72" y="T73"/>
                </a:cxn>
                <a:cxn ang="T139">
                  <a:pos x="T74" y="T75"/>
                </a:cxn>
                <a:cxn ang="T140">
                  <a:pos x="T76" y="T77"/>
                </a:cxn>
                <a:cxn ang="T141">
                  <a:pos x="T78" y="T79"/>
                </a:cxn>
                <a:cxn ang="T142">
                  <a:pos x="T80" y="T81"/>
                </a:cxn>
                <a:cxn ang="T143">
                  <a:pos x="T82" y="T83"/>
                </a:cxn>
                <a:cxn ang="T144">
                  <a:pos x="T84" y="T85"/>
                </a:cxn>
                <a:cxn ang="T145">
                  <a:pos x="T86" y="T87"/>
                </a:cxn>
                <a:cxn ang="T146">
                  <a:pos x="T88" y="T89"/>
                </a:cxn>
                <a:cxn ang="T147">
                  <a:pos x="T90" y="T91"/>
                </a:cxn>
                <a:cxn ang="T148">
                  <a:pos x="T92" y="T93"/>
                </a:cxn>
                <a:cxn ang="T149">
                  <a:pos x="T94" y="T95"/>
                </a:cxn>
                <a:cxn ang="T150">
                  <a:pos x="T96" y="T97"/>
                </a:cxn>
                <a:cxn ang="T151">
                  <a:pos x="T98" y="T99"/>
                </a:cxn>
                <a:cxn ang="T152">
                  <a:pos x="T100" y="T101"/>
                </a:cxn>
              </a:cxnLst>
              <a:rect l="T153" t="T154" r="T155" b="T156"/>
              <a:pathLst>
                <a:path w="3960" h="4768">
                  <a:moveTo>
                    <a:pt x="353" y="3849"/>
                  </a:moveTo>
                  <a:lnTo>
                    <a:pt x="1661" y="4700"/>
                  </a:lnTo>
                  <a:lnTo>
                    <a:pt x="1697" y="4717"/>
                  </a:lnTo>
                  <a:lnTo>
                    <a:pt x="1736" y="4731"/>
                  </a:lnTo>
                  <a:lnTo>
                    <a:pt x="1776" y="4742"/>
                  </a:lnTo>
                  <a:lnTo>
                    <a:pt x="1818" y="4753"/>
                  </a:lnTo>
                  <a:lnTo>
                    <a:pt x="1860" y="4760"/>
                  </a:lnTo>
                  <a:lnTo>
                    <a:pt x="1902" y="4765"/>
                  </a:lnTo>
                  <a:lnTo>
                    <a:pt x="1946" y="4768"/>
                  </a:lnTo>
                  <a:lnTo>
                    <a:pt x="1988" y="4768"/>
                  </a:lnTo>
                  <a:lnTo>
                    <a:pt x="2031" y="4767"/>
                  </a:lnTo>
                  <a:lnTo>
                    <a:pt x="2073" y="4763"/>
                  </a:lnTo>
                  <a:lnTo>
                    <a:pt x="2114" y="4758"/>
                  </a:lnTo>
                  <a:lnTo>
                    <a:pt x="2154" y="4751"/>
                  </a:lnTo>
                  <a:lnTo>
                    <a:pt x="2193" y="4740"/>
                  </a:lnTo>
                  <a:lnTo>
                    <a:pt x="2230" y="4729"/>
                  </a:lnTo>
                  <a:lnTo>
                    <a:pt x="2264" y="4715"/>
                  </a:lnTo>
                  <a:lnTo>
                    <a:pt x="2297" y="4700"/>
                  </a:lnTo>
                  <a:lnTo>
                    <a:pt x="3639" y="3825"/>
                  </a:lnTo>
                  <a:lnTo>
                    <a:pt x="3673" y="3795"/>
                  </a:lnTo>
                  <a:lnTo>
                    <a:pt x="3707" y="3761"/>
                  </a:lnTo>
                  <a:lnTo>
                    <a:pt x="3738" y="3725"/>
                  </a:lnTo>
                  <a:lnTo>
                    <a:pt x="3768" y="3685"/>
                  </a:lnTo>
                  <a:lnTo>
                    <a:pt x="3796" y="3644"/>
                  </a:lnTo>
                  <a:lnTo>
                    <a:pt x="3821" y="3599"/>
                  </a:lnTo>
                  <a:lnTo>
                    <a:pt x="3846" y="3553"/>
                  </a:lnTo>
                  <a:lnTo>
                    <a:pt x="3868" y="3505"/>
                  </a:lnTo>
                  <a:lnTo>
                    <a:pt x="3888" y="3456"/>
                  </a:lnTo>
                  <a:lnTo>
                    <a:pt x="3907" y="3406"/>
                  </a:lnTo>
                  <a:lnTo>
                    <a:pt x="3922" y="3354"/>
                  </a:lnTo>
                  <a:lnTo>
                    <a:pt x="3935" y="3303"/>
                  </a:lnTo>
                  <a:lnTo>
                    <a:pt x="3946" y="3250"/>
                  </a:lnTo>
                  <a:lnTo>
                    <a:pt x="3953" y="3197"/>
                  </a:lnTo>
                  <a:lnTo>
                    <a:pt x="3957" y="3144"/>
                  </a:lnTo>
                  <a:lnTo>
                    <a:pt x="3960" y="3092"/>
                  </a:lnTo>
                  <a:lnTo>
                    <a:pt x="3959" y="1313"/>
                  </a:lnTo>
                  <a:lnTo>
                    <a:pt x="3955" y="1271"/>
                  </a:lnTo>
                  <a:lnTo>
                    <a:pt x="3949" y="1229"/>
                  </a:lnTo>
                  <a:lnTo>
                    <a:pt x="3941" y="1189"/>
                  </a:lnTo>
                  <a:lnTo>
                    <a:pt x="3930" y="1149"/>
                  </a:lnTo>
                  <a:lnTo>
                    <a:pt x="3918" y="1111"/>
                  </a:lnTo>
                  <a:lnTo>
                    <a:pt x="3902" y="1075"/>
                  </a:lnTo>
                  <a:lnTo>
                    <a:pt x="3886" y="1040"/>
                  </a:lnTo>
                  <a:lnTo>
                    <a:pt x="3867" y="1006"/>
                  </a:lnTo>
                  <a:lnTo>
                    <a:pt x="3846" y="973"/>
                  </a:lnTo>
                  <a:lnTo>
                    <a:pt x="3823" y="942"/>
                  </a:lnTo>
                  <a:lnTo>
                    <a:pt x="3798" y="913"/>
                  </a:lnTo>
                  <a:lnTo>
                    <a:pt x="3771" y="886"/>
                  </a:lnTo>
                  <a:lnTo>
                    <a:pt x="3743" y="860"/>
                  </a:lnTo>
                  <a:lnTo>
                    <a:pt x="3714" y="837"/>
                  </a:lnTo>
                  <a:lnTo>
                    <a:pt x="3682" y="816"/>
                  </a:lnTo>
                  <a:lnTo>
                    <a:pt x="3649" y="796"/>
                  </a:lnTo>
                  <a:lnTo>
                    <a:pt x="2386" y="83"/>
                  </a:lnTo>
                  <a:lnTo>
                    <a:pt x="2350" y="65"/>
                  </a:lnTo>
                  <a:lnTo>
                    <a:pt x="2310" y="50"/>
                  </a:lnTo>
                  <a:lnTo>
                    <a:pt x="2268" y="36"/>
                  </a:lnTo>
                  <a:lnTo>
                    <a:pt x="2223" y="24"/>
                  </a:lnTo>
                  <a:lnTo>
                    <a:pt x="2178" y="15"/>
                  </a:lnTo>
                  <a:lnTo>
                    <a:pt x="2131" y="8"/>
                  </a:lnTo>
                  <a:lnTo>
                    <a:pt x="2082" y="3"/>
                  </a:lnTo>
                  <a:lnTo>
                    <a:pt x="2032" y="0"/>
                  </a:lnTo>
                  <a:lnTo>
                    <a:pt x="1982" y="1"/>
                  </a:lnTo>
                  <a:lnTo>
                    <a:pt x="1933" y="3"/>
                  </a:lnTo>
                  <a:lnTo>
                    <a:pt x="1882" y="9"/>
                  </a:lnTo>
                  <a:lnTo>
                    <a:pt x="1833" y="17"/>
                  </a:lnTo>
                  <a:lnTo>
                    <a:pt x="1785" y="29"/>
                  </a:lnTo>
                  <a:lnTo>
                    <a:pt x="1737" y="43"/>
                  </a:lnTo>
                  <a:lnTo>
                    <a:pt x="1691" y="62"/>
                  </a:lnTo>
                  <a:lnTo>
                    <a:pt x="1647" y="83"/>
                  </a:lnTo>
                  <a:lnTo>
                    <a:pt x="311" y="782"/>
                  </a:lnTo>
                  <a:lnTo>
                    <a:pt x="276" y="803"/>
                  </a:lnTo>
                  <a:lnTo>
                    <a:pt x="243" y="826"/>
                  </a:lnTo>
                  <a:lnTo>
                    <a:pt x="213" y="852"/>
                  </a:lnTo>
                  <a:lnTo>
                    <a:pt x="184" y="879"/>
                  </a:lnTo>
                  <a:lnTo>
                    <a:pt x="155" y="908"/>
                  </a:lnTo>
                  <a:lnTo>
                    <a:pt x="131" y="939"/>
                  </a:lnTo>
                  <a:lnTo>
                    <a:pt x="107" y="971"/>
                  </a:lnTo>
                  <a:lnTo>
                    <a:pt x="86" y="1005"/>
                  </a:lnTo>
                  <a:lnTo>
                    <a:pt x="68" y="1040"/>
                  </a:lnTo>
                  <a:lnTo>
                    <a:pt x="50" y="1076"/>
                  </a:lnTo>
                  <a:lnTo>
                    <a:pt x="36" y="1115"/>
                  </a:lnTo>
                  <a:lnTo>
                    <a:pt x="23" y="1153"/>
                  </a:lnTo>
                  <a:lnTo>
                    <a:pt x="14" y="1195"/>
                  </a:lnTo>
                  <a:lnTo>
                    <a:pt x="7" y="1236"/>
                  </a:lnTo>
                  <a:lnTo>
                    <a:pt x="2" y="1279"/>
                  </a:lnTo>
                  <a:lnTo>
                    <a:pt x="0" y="1322"/>
                  </a:lnTo>
                  <a:lnTo>
                    <a:pt x="0" y="3093"/>
                  </a:lnTo>
                  <a:lnTo>
                    <a:pt x="2" y="3147"/>
                  </a:lnTo>
                  <a:lnTo>
                    <a:pt x="7" y="3202"/>
                  </a:lnTo>
                  <a:lnTo>
                    <a:pt x="15" y="3257"/>
                  </a:lnTo>
                  <a:lnTo>
                    <a:pt x="27" y="3312"/>
                  </a:lnTo>
                  <a:lnTo>
                    <a:pt x="42" y="3366"/>
                  </a:lnTo>
                  <a:lnTo>
                    <a:pt x="59" y="3420"/>
                  </a:lnTo>
                  <a:lnTo>
                    <a:pt x="79" y="3474"/>
                  </a:lnTo>
                  <a:lnTo>
                    <a:pt x="102" y="3525"/>
                  </a:lnTo>
                  <a:lnTo>
                    <a:pt x="127" y="3576"/>
                  </a:lnTo>
                  <a:lnTo>
                    <a:pt x="154" y="3624"/>
                  </a:lnTo>
                  <a:lnTo>
                    <a:pt x="184" y="3670"/>
                  </a:lnTo>
                  <a:lnTo>
                    <a:pt x="214" y="3712"/>
                  </a:lnTo>
                  <a:lnTo>
                    <a:pt x="247" y="3752"/>
                  </a:lnTo>
                  <a:lnTo>
                    <a:pt x="281" y="3788"/>
                  </a:lnTo>
                  <a:lnTo>
                    <a:pt x="317" y="3821"/>
                  </a:lnTo>
                  <a:lnTo>
                    <a:pt x="353" y="384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4771" name="Freeform 33"/>
            <p:cNvSpPr>
              <a:spLocks/>
            </p:cNvSpPr>
            <p:nvPr/>
          </p:nvSpPr>
          <p:spPr bwMode="auto">
            <a:xfrm>
              <a:off x="943" y="2210"/>
              <a:ext cx="276" cy="187"/>
            </a:xfrm>
            <a:custGeom>
              <a:avLst/>
              <a:gdLst>
                <a:gd name="T0" fmla="*/ 11 w 1380"/>
                <a:gd name="T1" fmla="*/ 7 h 937"/>
                <a:gd name="T2" fmla="*/ 11 w 1380"/>
                <a:gd name="T3" fmla="*/ 7 h 937"/>
                <a:gd name="T4" fmla="*/ 0 w 1380"/>
                <a:gd name="T5" fmla="*/ 0 h 937"/>
                <a:gd name="T6" fmla="*/ 0 w 1380"/>
                <a:gd name="T7" fmla="*/ 1 h 937"/>
                <a:gd name="T8" fmla="*/ 10 w 1380"/>
                <a:gd name="T9" fmla="*/ 7 h 937"/>
                <a:gd name="T10" fmla="*/ 10 w 1380"/>
                <a:gd name="T11" fmla="*/ 7 h 937"/>
                <a:gd name="T12" fmla="*/ 10 w 1380"/>
                <a:gd name="T13" fmla="*/ 7 h 937"/>
                <a:gd name="T14" fmla="*/ 11 w 1380"/>
                <a:gd name="T15" fmla="*/ 7 h 937"/>
                <a:gd name="T16" fmla="*/ 11 w 1380"/>
                <a:gd name="T17" fmla="*/ 7 h 937"/>
                <a:gd name="T18" fmla="*/ 11 w 1380"/>
                <a:gd name="T19" fmla="*/ 7 h 937"/>
                <a:gd name="T20" fmla="*/ 11 w 1380"/>
                <a:gd name="T21" fmla="*/ 7 h 937"/>
                <a:gd name="T22" fmla="*/ 11 w 1380"/>
                <a:gd name="T23" fmla="*/ 7 h 937"/>
                <a:gd name="T24" fmla="*/ 11 w 1380"/>
                <a:gd name="T25" fmla="*/ 7 h 937"/>
                <a:gd name="T26" fmla="*/ 11 w 1380"/>
                <a:gd name="T27" fmla="*/ 7 h 937"/>
                <a:gd name="T28" fmla="*/ 11 w 1380"/>
                <a:gd name="T29" fmla="*/ 7 h 937"/>
                <a:gd name="T30" fmla="*/ 11 w 1380"/>
                <a:gd name="T31" fmla="*/ 7 h 93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80"/>
                <a:gd name="T49" fmla="*/ 0 h 937"/>
                <a:gd name="T50" fmla="*/ 1380 w 1380"/>
                <a:gd name="T51" fmla="*/ 937 h 93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80" h="937">
                  <a:moveTo>
                    <a:pt x="1354" y="848"/>
                  </a:moveTo>
                  <a:lnTo>
                    <a:pt x="1359" y="851"/>
                  </a:lnTo>
                  <a:lnTo>
                    <a:pt x="51" y="0"/>
                  </a:lnTo>
                  <a:lnTo>
                    <a:pt x="0" y="78"/>
                  </a:lnTo>
                  <a:lnTo>
                    <a:pt x="1307" y="929"/>
                  </a:lnTo>
                  <a:lnTo>
                    <a:pt x="1312" y="932"/>
                  </a:lnTo>
                  <a:lnTo>
                    <a:pt x="1307" y="929"/>
                  </a:lnTo>
                  <a:lnTo>
                    <a:pt x="1326" y="937"/>
                  </a:lnTo>
                  <a:lnTo>
                    <a:pt x="1345" y="936"/>
                  </a:lnTo>
                  <a:lnTo>
                    <a:pt x="1360" y="929"/>
                  </a:lnTo>
                  <a:lnTo>
                    <a:pt x="1372" y="916"/>
                  </a:lnTo>
                  <a:lnTo>
                    <a:pt x="1379" y="899"/>
                  </a:lnTo>
                  <a:lnTo>
                    <a:pt x="1380" y="883"/>
                  </a:lnTo>
                  <a:lnTo>
                    <a:pt x="1374" y="865"/>
                  </a:lnTo>
                  <a:lnTo>
                    <a:pt x="1359" y="851"/>
                  </a:lnTo>
                  <a:lnTo>
                    <a:pt x="1354" y="84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4772" name="Freeform 34"/>
            <p:cNvSpPr>
              <a:spLocks/>
            </p:cNvSpPr>
            <p:nvPr/>
          </p:nvSpPr>
          <p:spPr bwMode="auto">
            <a:xfrm>
              <a:off x="1206" y="2379"/>
              <a:ext cx="140" cy="32"/>
            </a:xfrm>
            <a:custGeom>
              <a:avLst/>
              <a:gdLst>
                <a:gd name="T0" fmla="*/ 5 w 703"/>
                <a:gd name="T1" fmla="*/ 0 h 162"/>
                <a:gd name="T2" fmla="*/ 5 w 703"/>
                <a:gd name="T3" fmla="*/ 0 h 162"/>
                <a:gd name="T4" fmla="*/ 5 w 703"/>
                <a:gd name="T5" fmla="*/ 0 h 162"/>
                <a:gd name="T6" fmla="*/ 5 w 703"/>
                <a:gd name="T7" fmla="*/ 0 h 162"/>
                <a:gd name="T8" fmla="*/ 4 w 703"/>
                <a:gd name="T9" fmla="*/ 0 h 162"/>
                <a:gd name="T10" fmla="*/ 4 w 703"/>
                <a:gd name="T11" fmla="*/ 0 h 162"/>
                <a:gd name="T12" fmla="*/ 4 w 703"/>
                <a:gd name="T13" fmla="*/ 0 h 162"/>
                <a:gd name="T14" fmla="*/ 3 w 703"/>
                <a:gd name="T15" fmla="*/ 1 h 162"/>
                <a:gd name="T16" fmla="*/ 3 w 703"/>
                <a:gd name="T17" fmla="*/ 1 h 162"/>
                <a:gd name="T18" fmla="*/ 3 w 703"/>
                <a:gd name="T19" fmla="*/ 1 h 162"/>
                <a:gd name="T20" fmla="*/ 2 w 703"/>
                <a:gd name="T21" fmla="*/ 1 h 162"/>
                <a:gd name="T22" fmla="*/ 2 w 703"/>
                <a:gd name="T23" fmla="*/ 1 h 162"/>
                <a:gd name="T24" fmla="*/ 2 w 703"/>
                <a:gd name="T25" fmla="*/ 0 h 162"/>
                <a:gd name="T26" fmla="*/ 1 w 703"/>
                <a:gd name="T27" fmla="*/ 0 h 162"/>
                <a:gd name="T28" fmla="*/ 1 w 703"/>
                <a:gd name="T29" fmla="*/ 0 h 162"/>
                <a:gd name="T30" fmla="*/ 1 w 703"/>
                <a:gd name="T31" fmla="*/ 0 h 162"/>
                <a:gd name="T32" fmla="*/ 1 w 703"/>
                <a:gd name="T33" fmla="*/ 0 h 162"/>
                <a:gd name="T34" fmla="*/ 0 w 703"/>
                <a:gd name="T35" fmla="*/ 0 h 162"/>
                <a:gd name="T36" fmla="*/ 0 w 703"/>
                <a:gd name="T37" fmla="*/ 1 h 162"/>
                <a:gd name="T38" fmla="*/ 0 w 703"/>
                <a:gd name="T39" fmla="*/ 1 h 162"/>
                <a:gd name="T40" fmla="*/ 1 w 703"/>
                <a:gd name="T41" fmla="*/ 1 h 162"/>
                <a:gd name="T42" fmla="*/ 1 w 703"/>
                <a:gd name="T43" fmla="*/ 1 h 162"/>
                <a:gd name="T44" fmla="*/ 1 w 703"/>
                <a:gd name="T45" fmla="*/ 1 h 162"/>
                <a:gd name="T46" fmla="*/ 2 w 703"/>
                <a:gd name="T47" fmla="*/ 1 h 162"/>
                <a:gd name="T48" fmla="*/ 2 w 703"/>
                <a:gd name="T49" fmla="*/ 1 h 162"/>
                <a:gd name="T50" fmla="*/ 2 w 703"/>
                <a:gd name="T51" fmla="*/ 1 h 162"/>
                <a:gd name="T52" fmla="*/ 3 w 703"/>
                <a:gd name="T53" fmla="*/ 1 h 162"/>
                <a:gd name="T54" fmla="*/ 3 w 703"/>
                <a:gd name="T55" fmla="*/ 1 h 162"/>
                <a:gd name="T56" fmla="*/ 3 w 703"/>
                <a:gd name="T57" fmla="*/ 1 h 162"/>
                <a:gd name="T58" fmla="*/ 4 w 703"/>
                <a:gd name="T59" fmla="*/ 1 h 162"/>
                <a:gd name="T60" fmla="*/ 4 w 703"/>
                <a:gd name="T61" fmla="*/ 1 h 162"/>
                <a:gd name="T62" fmla="*/ 5 w 703"/>
                <a:gd name="T63" fmla="*/ 1 h 162"/>
                <a:gd name="T64" fmla="*/ 5 w 703"/>
                <a:gd name="T65" fmla="*/ 1 h 162"/>
                <a:gd name="T66" fmla="*/ 5 w 703"/>
                <a:gd name="T67" fmla="*/ 1 h 162"/>
                <a:gd name="T68" fmla="*/ 5 w 703"/>
                <a:gd name="T69" fmla="*/ 1 h 162"/>
                <a:gd name="T70" fmla="*/ 5 w 703"/>
                <a:gd name="T71" fmla="*/ 1 h 162"/>
                <a:gd name="T72" fmla="*/ 5 w 703"/>
                <a:gd name="T73" fmla="*/ 1 h 162"/>
                <a:gd name="T74" fmla="*/ 5 w 703"/>
                <a:gd name="T75" fmla="*/ 1 h 162"/>
                <a:gd name="T76" fmla="*/ 6 w 703"/>
                <a:gd name="T77" fmla="*/ 0 h 162"/>
                <a:gd name="T78" fmla="*/ 6 w 703"/>
                <a:gd name="T79" fmla="*/ 0 h 162"/>
                <a:gd name="T80" fmla="*/ 6 w 703"/>
                <a:gd name="T81" fmla="*/ 0 h 162"/>
                <a:gd name="T82" fmla="*/ 5 w 703"/>
                <a:gd name="T83" fmla="*/ 0 h 162"/>
                <a:gd name="T84" fmla="*/ 5 w 703"/>
                <a:gd name="T85" fmla="*/ 0 h 162"/>
                <a:gd name="T86" fmla="*/ 5 w 703"/>
                <a:gd name="T87" fmla="*/ 0 h 162"/>
                <a:gd name="T88" fmla="*/ 5 w 703"/>
                <a:gd name="T89" fmla="*/ 0 h 162"/>
                <a:gd name="T90" fmla="*/ 5 w 703"/>
                <a:gd name="T91" fmla="*/ 0 h 162"/>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703"/>
                <a:gd name="T139" fmla="*/ 0 h 162"/>
                <a:gd name="T140" fmla="*/ 703 w 703"/>
                <a:gd name="T141" fmla="*/ 162 h 162"/>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703" h="162">
                  <a:moveTo>
                    <a:pt x="631" y="8"/>
                  </a:moveTo>
                  <a:lnTo>
                    <a:pt x="636" y="6"/>
                  </a:lnTo>
                  <a:lnTo>
                    <a:pt x="606" y="20"/>
                  </a:lnTo>
                  <a:lnTo>
                    <a:pt x="575" y="32"/>
                  </a:lnTo>
                  <a:lnTo>
                    <a:pt x="540" y="42"/>
                  </a:lnTo>
                  <a:lnTo>
                    <a:pt x="504" y="52"/>
                  </a:lnTo>
                  <a:lnTo>
                    <a:pt x="467" y="59"/>
                  </a:lnTo>
                  <a:lnTo>
                    <a:pt x="428" y="64"/>
                  </a:lnTo>
                  <a:lnTo>
                    <a:pt x="389" y="67"/>
                  </a:lnTo>
                  <a:lnTo>
                    <a:pt x="348" y="68"/>
                  </a:lnTo>
                  <a:lnTo>
                    <a:pt x="308" y="68"/>
                  </a:lnTo>
                  <a:lnTo>
                    <a:pt x="267" y="65"/>
                  </a:lnTo>
                  <a:lnTo>
                    <a:pt x="226" y="61"/>
                  </a:lnTo>
                  <a:lnTo>
                    <a:pt x="187" y="54"/>
                  </a:lnTo>
                  <a:lnTo>
                    <a:pt x="148" y="44"/>
                  </a:lnTo>
                  <a:lnTo>
                    <a:pt x="110" y="33"/>
                  </a:lnTo>
                  <a:lnTo>
                    <a:pt x="75" y="20"/>
                  </a:lnTo>
                  <a:lnTo>
                    <a:pt x="42" y="5"/>
                  </a:lnTo>
                  <a:lnTo>
                    <a:pt x="0" y="89"/>
                  </a:lnTo>
                  <a:lnTo>
                    <a:pt x="40" y="107"/>
                  </a:lnTo>
                  <a:lnTo>
                    <a:pt x="82" y="122"/>
                  </a:lnTo>
                  <a:lnTo>
                    <a:pt x="124" y="135"/>
                  </a:lnTo>
                  <a:lnTo>
                    <a:pt x="169" y="146"/>
                  </a:lnTo>
                  <a:lnTo>
                    <a:pt x="214" y="153"/>
                  </a:lnTo>
                  <a:lnTo>
                    <a:pt x="258" y="158"/>
                  </a:lnTo>
                  <a:lnTo>
                    <a:pt x="303" y="162"/>
                  </a:lnTo>
                  <a:lnTo>
                    <a:pt x="348" y="162"/>
                  </a:lnTo>
                  <a:lnTo>
                    <a:pt x="394" y="161"/>
                  </a:lnTo>
                  <a:lnTo>
                    <a:pt x="439" y="157"/>
                  </a:lnTo>
                  <a:lnTo>
                    <a:pt x="481" y="150"/>
                  </a:lnTo>
                  <a:lnTo>
                    <a:pt x="525" y="143"/>
                  </a:lnTo>
                  <a:lnTo>
                    <a:pt x="566" y="132"/>
                  </a:lnTo>
                  <a:lnTo>
                    <a:pt x="606" y="121"/>
                  </a:lnTo>
                  <a:lnTo>
                    <a:pt x="643" y="105"/>
                  </a:lnTo>
                  <a:lnTo>
                    <a:pt x="678" y="88"/>
                  </a:lnTo>
                  <a:lnTo>
                    <a:pt x="683" y="86"/>
                  </a:lnTo>
                  <a:lnTo>
                    <a:pt x="678" y="88"/>
                  </a:lnTo>
                  <a:lnTo>
                    <a:pt x="695" y="75"/>
                  </a:lnTo>
                  <a:lnTo>
                    <a:pt x="702" y="60"/>
                  </a:lnTo>
                  <a:lnTo>
                    <a:pt x="703" y="42"/>
                  </a:lnTo>
                  <a:lnTo>
                    <a:pt x="698" y="26"/>
                  </a:lnTo>
                  <a:lnTo>
                    <a:pt x="688" y="12"/>
                  </a:lnTo>
                  <a:lnTo>
                    <a:pt x="674" y="3"/>
                  </a:lnTo>
                  <a:lnTo>
                    <a:pt x="656" y="0"/>
                  </a:lnTo>
                  <a:lnTo>
                    <a:pt x="636" y="6"/>
                  </a:lnTo>
                  <a:lnTo>
                    <a:pt x="631"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4773" name="Freeform 35"/>
            <p:cNvSpPr>
              <a:spLocks/>
            </p:cNvSpPr>
            <p:nvPr/>
          </p:nvSpPr>
          <p:spPr bwMode="auto">
            <a:xfrm>
              <a:off x="1332" y="2204"/>
              <a:ext cx="283" cy="192"/>
            </a:xfrm>
            <a:custGeom>
              <a:avLst/>
              <a:gdLst>
                <a:gd name="T0" fmla="*/ 11 w 1415"/>
                <a:gd name="T1" fmla="*/ 0 h 960"/>
                <a:gd name="T2" fmla="*/ 11 w 1415"/>
                <a:gd name="T3" fmla="*/ 0 h 960"/>
                <a:gd name="T4" fmla="*/ 0 w 1415"/>
                <a:gd name="T5" fmla="*/ 7 h 960"/>
                <a:gd name="T6" fmla="*/ 0 w 1415"/>
                <a:gd name="T7" fmla="*/ 8 h 960"/>
                <a:gd name="T8" fmla="*/ 11 w 1415"/>
                <a:gd name="T9" fmla="*/ 1 h 960"/>
                <a:gd name="T10" fmla="*/ 11 w 1415"/>
                <a:gd name="T11" fmla="*/ 1 h 960"/>
                <a:gd name="T12" fmla="*/ 11 w 1415"/>
                <a:gd name="T13" fmla="*/ 1 h 960"/>
                <a:gd name="T14" fmla="*/ 11 w 1415"/>
                <a:gd name="T15" fmla="*/ 1 h 960"/>
                <a:gd name="T16" fmla="*/ 11 w 1415"/>
                <a:gd name="T17" fmla="*/ 0 h 960"/>
                <a:gd name="T18" fmla="*/ 11 w 1415"/>
                <a:gd name="T19" fmla="*/ 0 h 960"/>
                <a:gd name="T20" fmla="*/ 11 w 1415"/>
                <a:gd name="T21" fmla="*/ 0 h 960"/>
                <a:gd name="T22" fmla="*/ 11 w 1415"/>
                <a:gd name="T23" fmla="*/ 0 h 960"/>
                <a:gd name="T24" fmla="*/ 11 w 1415"/>
                <a:gd name="T25" fmla="*/ 0 h 960"/>
                <a:gd name="T26" fmla="*/ 11 w 1415"/>
                <a:gd name="T27" fmla="*/ 0 h 960"/>
                <a:gd name="T28" fmla="*/ 11 w 1415"/>
                <a:gd name="T29" fmla="*/ 0 h 960"/>
                <a:gd name="T30" fmla="*/ 11 w 1415"/>
                <a:gd name="T31" fmla="*/ 0 h 96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15"/>
                <a:gd name="T49" fmla="*/ 0 h 960"/>
                <a:gd name="T50" fmla="*/ 1415 w 1415"/>
                <a:gd name="T51" fmla="*/ 960 h 96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15" h="960">
                  <a:moveTo>
                    <a:pt x="1338" y="10"/>
                  </a:moveTo>
                  <a:lnTo>
                    <a:pt x="1342" y="8"/>
                  </a:lnTo>
                  <a:lnTo>
                    <a:pt x="0" y="882"/>
                  </a:lnTo>
                  <a:lnTo>
                    <a:pt x="52" y="960"/>
                  </a:lnTo>
                  <a:lnTo>
                    <a:pt x="1393" y="85"/>
                  </a:lnTo>
                  <a:lnTo>
                    <a:pt x="1397" y="83"/>
                  </a:lnTo>
                  <a:lnTo>
                    <a:pt x="1393" y="85"/>
                  </a:lnTo>
                  <a:lnTo>
                    <a:pt x="1409" y="71"/>
                  </a:lnTo>
                  <a:lnTo>
                    <a:pt x="1415" y="53"/>
                  </a:lnTo>
                  <a:lnTo>
                    <a:pt x="1413" y="37"/>
                  </a:lnTo>
                  <a:lnTo>
                    <a:pt x="1406" y="21"/>
                  </a:lnTo>
                  <a:lnTo>
                    <a:pt x="1395" y="8"/>
                  </a:lnTo>
                  <a:lnTo>
                    <a:pt x="1379" y="1"/>
                  </a:lnTo>
                  <a:lnTo>
                    <a:pt x="1361" y="0"/>
                  </a:lnTo>
                  <a:lnTo>
                    <a:pt x="1342" y="8"/>
                  </a:lnTo>
                  <a:lnTo>
                    <a:pt x="1338" y="1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4774" name="Freeform 36"/>
            <p:cNvSpPr>
              <a:spLocks/>
            </p:cNvSpPr>
            <p:nvPr/>
          </p:nvSpPr>
          <p:spPr bwMode="auto">
            <a:xfrm>
              <a:off x="1599" y="2057"/>
              <a:ext cx="80" cy="163"/>
            </a:xfrm>
            <a:custGeom>
              <a:avLst/>
              <a:gdLst>
                <a:gd name="T0" fmla="*/ 2 w 398"/>
                <a:gd name="T1" fmla="*/ 0 h 817"/>
                <a:gd name="T2" fmla="*/ 2 w 398"/>
                <a:gd name="T3" fmla="*/ 0 h 817"/>
                <a:gd name="T4" fmla="*/ 2 w 398"/>
                <a:gd name="T5" fmla="*/ 1 h 817"/>
                <a:gd name="T6" fmla="*/ 2 w 398"/>
                <a:gd name="T7" fmla="*/ 1 h 817"/>
                <a:gd name="T8" fmla="*/ 2 w 398"/>
                <a:gd name="T9" fmla="*/ 2 h 817"/>
                <a:gd name="T10" fmla="*/ 2 w 398"/>
                <a:gd name="T11" fmla="*/ 2 h 817"/>
                <a:gd name="T12" fmla="*/ 2 w 398"/>
                <a:gd name="T13" fmla="*/ 2 h 817"/>
                <a:gd name="T14" fmla="*/ 2 w 398"/>
                <a:gd name="T15" fmla="*/ 3 h 817"/>
                <a:gd name="T16" fmla="*/ 2 w 398"/>
                <a:gd name="T17" fmla="*/ 3 h 817"/>
                <a:gd name="T18" fmla="*/ 2 w 398"/>
                <a:gd name="T19" fmla="*/ 4 h 817"/>
                <a:gd name="T20" fmla="*/ 2 w 398"/>
                <a:gd name="T21" fmla="*/ 4 h 817"/>
                <a:gd name="T22" fmla="*/ 1 w 398"/>
                <a:gd name="T23" fmla="*/ 4 h 817"/>
                <a:gd name="T24" fmla="*/ 1 w 398"/>
                <a:gd name="T25" fmla="*/ 5 h 817"/>
                <a:gd name="T26" fmla="*/ 1 w 398"/>
                <a:gd name="T27" fmla="*/ 5 h 817"/>
                <a:gd name="T28" fmla="*/ 1 w 398"/>
                <a:gd name="T29" fmla="*/ 5 h 817"/>
                <a:gd name="T30" fmla="*/ 1 w 398"/>
                <a:gd name="T31" fmla="*/ 5 h 817"/>
                <a:gd name="T32" fmla="*/ 0 w 398"/>
                <a:gd name="T33" fmla="*/ 6 h 817"/>
                <a:gd name="T34" fmla="*/ 0 w 398"/>
                <a:gd name="T35" fmla="*/ 6 h 817"/>
                <a:gd name="T36" fmla="*/ 0 w 398"/>
                <a:gd name="T37" fmla="*/ 7 h 817"/>
                <a:gd name="T38" fmla="*/ 1 w 398"/>
                <a:gd name="T39" fmla="*/ 6 h 817"/>
                <a:gd name="T40" fmla="*/ 1 w 398"/>
                <a:gd name="T41" fmla="*/ 6 h 817"/>
                <a:gd name="T42" fmla="*/ 1 w 398"/>
                <a:gd name="T43" fmla="*/ 6 h 817"/>
                <a:gd name="T44" fmla="*/ 2 w 398"/>
                <a:gd name="T45" fmla="*/ 5 h 817"/>
                <a:gd name="T46" fmla="*/ 2 w 398"/>
                <a:gd name="T47" fmla="*/ 5 h 817"/>
                <a:gd name="T48" fmla="*/ 2 w 398"/>
                <a:gd name="T49" fmla="*/ 5 h 817"/>
                <a:gd name="T50" fmla="*/ 2 w 398"/>
                <a:gd name="T51" fmla="*/ 4 h 817"/>
                <a:gd name="T52" fmla="*/ 2 w 398"/>
                <a:gd name="T53" fmla="*/ 4 h 817"/>
                <a:gd name="T54" fmla="*/ 3 w 398"/>
                <a:gd name="T55" fmla="*/ 3 h 817"/>
                <a:gd name="T56" fmla="*/ 3 w 398"/>
                <a:gd name="T57" fmla="*/ 3 h 817"/>
                <a:gd name="T58" fmla="*/ 3 w 398"/>
                <a:gd name="T59" fmla="*/ 3 h 817"/>
                <a:gd name="T60" fmla="*/ 3 w 398"/>
                <a:gd name="T61" fmla="*/ 2 h 817"/>
                <a:gd name="T62" fmla="*/ 3 w 398"/>
                <a:gd name="T63" fmla="*/ 2 h 817"/>
                <a:gd name="T64" fmla="*/ 3 w 398"/>
                <a:gd name="T65" fmla="*/ 1 h 817"/>
                <a:gd name="T66" fmla="*/ 3 w 398"/>
                <a:gd name="T67" fmla="*/ 1 h 817"/>
                <a:gd name="T68" fmla="*/ 3 w 398"/>
                <a:gd name="T69" fmla="*/ 0 h 817"/>
                <a:gd name="T70" fmla="*/ 3 w 398"/>
                <a:gd name="T71" fmla="*/ 0 h 817"/>
                <a:gd name="T72" fmla="*/ 3 w 398"/>
                <a:gd name="T73" fmla="*/ 0 h 817"/>
                <a:gd name="T74" fmla="*/ 3 w 398"/>
                <a:gd name="T75" fmla="*/ 0 h 817"/>
                <a:gd name="T76" fmla="*/ 3 w 398"/>
                <a:gd name="T77" fmla="*/ 0 h 817"/>
                <a:gd name="T78" fmla="*/ 3 w 398"/>
                <a:gd name="T79" fmla="*/ 0 h 817"/>
                <a:gd name="T80" fmla="*/ 3 w 398"/>
                <a:gd name="T81" fmla="*/ 0 h 817"/>
                <a:gd name="T82" fmla="*/ 3 w 398"/>
                <a:gd name="T83" fmla="*/ 0 h 817"/>
                <a:gd name="T84" fmla="*/ 3 w 398"/>
                <a:gd name="T85" fmla="*/ 0 h 817"/>
                <a:gd name="T86" fmla="*/ 2 w 398"/>
                <a:gd name="T87" fmla="*/ 0 h 817"/>
                <a:gd name="T88" fmla="*/ 2 w 398"/>
                <a:gd name="T89" fmla="*/ 0 h 817"/>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398"/>
                <a:gd name="T136" fmla="*/ 0 h 817"/>
                <a:gd name="T137" fmla="*/ 398 w 398"/>
                <a:gd name="T138" fmla="*/ 817 h 817"/>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398" h="817">
                  <a:moveTo>
                    <a:pt x="304" y="47"/>
                  </a:moveTo>
                  <a:lnTo>
                    <a:pt x="304" y="47"/>
                  </a:lnTo>
                  <a:lnTo>
                    <a:pt x="301" y="97"/>
                  </a:lnTo>
                  <a:lnTo>
                    <a:pt x="297" y="147"/>
                  </a:lnTo>
                  <a:lnTo>
                    <a:pt x="291" y="198"/>
                  </a:lnTo>
                  <a:lnTo>
                    <a:pt x="280" y="247"/>
                  </a:lnTo>
                  <a:lnTo>
                    <a:pt x="268" y="297"/>
                  </a:lnTo>
                  <a:lnTo>
                    <a:pt x="253" y="347"/>
                  </a:lnTo>
                  <a:lnTo>
                    <a:pt x="236" y="395"/>
                  </a:lnTo>
                  <a:lnTo>
                    <a:pt x="217" y="442"/>
                  </a:lnTo>
                  <a:lnTo>
                    <a:pt x="195" y="487"/>
                  </a:lnTo>
                  <a:lnTo>
                    <a:pt x="171" y="532"/>
                  </a:lnTo>
                  <a:lnTo>
                    <a:pt x="147" y="574"/>
                  </a:lnTo>
                  <a:lnTo>
                    <a:pt x="121" y="613"/>
                  </a:lnTo>
                  <a:lnTo>
                    <a:pt x="93" y="650"/>
                  </a:lnTo>
                  <a:lnTo>
                    <a:pt x="64" y="684"/>
                  </a:lnTo>
                  <a:lnTo>
                    <a:pt x="32" y="716"/>
                  </a:lnTo>
                  <a:lnTo>
                    <a:pt x="0" y="744"/>
                  </a:lnTo>
                  <a:lnTo>
                    <a:pt x="59" y="817"/>
                  </a:lnTo>
                  <a:lnTo>
                    <a:pt x="95" y="784"/>
                  </a:lnTo>
                  <a:lnTo>
                    <a:pt x="132" y="748"/>
                  </a:lnTo>
                  <a:lnTo>
                    <a:pt x="166" y="709"/>
                  </a:lnTo>
                  <a:lnTo>
                    <a:pt x="196" y="667"/>
                  </a:lnTo>
                  <a:lnTo>
                    <a:pt x="227" y="623"/>
                  </a:lnTo>
                  <a:lnTo>
                    <a:pt x="253" y="576"/>
                  </a:lnTo>
                  <a:lnTo>
                    <a:pt x="279" y="530"/>
                  </a:lnTo>
                  <a:lnTo>
                    <a:pt x="301" y="479"/>
                  </a:lnTo>
                  <a:lnTo>
                    <a:pt x="323" y="428"/>
                  </a:lnTo>
                  <a:lnTo>
                    <a:pt x="342" y="375"/>
                  </a:lnTo>
                  <a:lnTo>
                    <a:pt x="359" y="321"/>
                  </a:lnTo>
                  <a:lnTo>
                    <a:pt x="372" y="268"/>
                  </a:lnTo>
                  <a:lnTo>
                    <a:pt x="382" y="212"/>
                  </a:lnTo>
                  <a:lnTo>
                    <a:pt x="391" y="157"/>
                  </a:lnTo>
                  <a:lnTo>
                    <a:pt x="395" y="102"/>
                  </a:lnTo>
                  <a:lnTo>
                    <a:pt x="398" y="47"/>
                  </a:lnTo>
                  <a:lnTo>
                    <a:pt x="394" y="27"/>
                  </a:lnTo>
                  <a:lnTo>
                    <a:pt x="383" y="11"/>
                  </a:lnTo>
                  <a:lnTo>
                    <a:pt x="368" y="3"/>
                  </a:lnTo>
                  <a:lnTo>
                    <a:pt x="351" y="0"/>
                  </a:lnTo>
                  <a:lnTo>
                    <a:pt x="333" y="3"/>
                  </a:lnTo>
                  <a:lnTo>
                    <a:pt x="319" y="11"/>
                  </a:lnTo>
                  <a:lnTo>
                    <a:pt x="307" y="27"/>
                  </a:lnTo>
                  <a:lnTo>
                    <a:pt x="304" y="4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4775" name="Freeform 37"/>
            <p:cNvSpPr>
              <a:spLocks/>
            </p:cNvSpPr>
            <p:nvPr/>
          </p:nvSpPr>
          <p:spPr bwMode="auto">
            <a:xfrm>
              <a:off x="1660" y="1701"/>
              <a:ext cx="19" cy="365"/>
            </a:xfrm>
            <a:custGeom>
              <a:avLst/>
              <a:gdLst>
                <a:gd name="T0" fmla="*/ 0 w 95"/>
                <a:gd name="T1" fmla="*/ 0 h 1826"/>
                <a:gd name="T2" fmla="*/ 0 w 95"/>
                <a:gd name="T3" fmla="*/ 0 h 1826"/>
                <a:gd name="T4" fmla="*/ 0 w 95"/>
                <a:gd name="T5" fmla="*/ 15 h 1826"/>
                <a:gd name="T6" fmla="*/ 1 w 95"/>
                <a:gd name="T7" fmla="*/ 15 h 1826"/>
                <a:gd name="T8" fmla="*/ 1 w 95"/>
                <a:gd name="T9" fmla="*/ 0 h 1826"/>
                <a:gd name="T10" fmla="*/ 1 w 95"/>
                <a:gd name="T11" fmla="*/ 0 h 1826"/>
                <a:gd name="T12" fmla="*/ 1 w 95"/>
                <a:gd name="T13" fmla="*/ 0 h 1826"/>
                <a:gd name="T14" fmla="*/ 1 w 95"/>
                <a:gd name="T15" fmla="*/ 0 h 1826"/>
                <a:gd name="T16" fmla="*/ 1 w 95"/>
                <a:gd name="T17" fmla="*/ 0 h 1826"/>
                <a:gd name="T18" fmla="*/ 1 w 95"/>
                <a:gd name="T19" fmla="*/ 0 h 1826"/>
                <a:gd name="T20" fmla="*/ 0 w 95"/>
                <a:gd name="T21" fmla="*/ 0 h 1826"/>
                <a:gd name="T22" fmla="*/ 0 w 95"/>
                <a:gd name="T23" fmla="*/ 0 h 1826"/>
                <a:gd name="T24" fmla="*/ 0 w 95"/>
                <a:gd name="T25" fmla="*/ 0 h 1826"/>
                <a:gd name="T26" fmla="*/ 0 w 95"/>
                <a:gd name="T27" fmla="*/ 0 h 1826"/>
                <a:gd name="T28" fmla="*/ 0 w 95"/>
                <a:gd name="T29" fmla="*/ 0 h 1826"/>
                <a:gd name="T30" fmla="*/ 0 w 95"/>
                <a:gd name="T31" fmla="*/ 0 h 182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95"/>
                <a:gd name="T49" fmla="*/ 0 h 1826"/>
                <a:gd name="T50" fmla="*/ 95 w 95"/>
                <a:gd name="T51" fmla="*/ 1826 h 182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95" h="1826">
                  <a:moveTo>
                    <a:pt x="0" y="49"/>
                  </a:moveTo>
                  <a:lnTo>
                    <a:pt x="0" y="47"/>
                  </a:lnTo>
                  <a:lnTo>
                    <a:pt x="1" y="1826"/>
                  </a:lnTo>
                  <a:lnTo>
                    <a:pt x="95" y="1826"/>
                  </a:lnTo>
                  <a:lnTo>
                    <a:pt x="93" y="47"/>
                  </a:lnTo>
                  <a:lnTo>
                    <a:pt x="93" y="45"/>
                  </a:lnTo>
                  <a:lnTo>
                    <a:pt x="93" y="47"/>
                  </a:lnTo>
                  <a:lnTo>
                    <a:pt x="90" y="27"/>
                  </a:lnTo>
                  <a:lnTo>
                    <a:pt x="79" y="12"/>
                  </a:lnTo>
                  <a:lnTo>
                    <a:pt x="64" y="4"/>
                  </a:lnTo>
                  <a:lnTo>
                    <a:pt x="47" y="0"/>
                  </a:lnTo>
                  <a:lnTo>
                    <a:pt x="29" y="4"/>
                  </a:lnTo>
                  <a:lnTo>
                    <a:pt x="15" y="12"/>
                  </a:lnTo>
                  <a:lnTo>
                    <a:pt x="3" y="27"/>
                  </a:lnTo>
                  <a:lnTo>
                    <a:pt x="0" y="47"/>
                  </a:lnTo>
                  <a:lnTo>
                    <a:pt x="0" y="4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4776" name="Freeform 38"/>
            <p:cNvSpPr>
              <a:spLocks/>
            </p:cNvSpPr>
            <p:nvPr/>
          </p:nvSpPr>
          <p:spPr bwMode="auto">
            <a:xfrm>
              <a:off x="1598" y="1598"/>
              <a:ext cx="81" cy="113"/>
            </a:xfrm>
            <a:custGeom>
              <a:avLst/>
              <a:gdLst>
                <a:gd name="T0" fmla="*/ 0 w 401"/>
                <a:gd name="T1" fmla="*/ 1 h 566"/>
                <a:gd name="T2" fmla="*/ 0 w 401"/>
                <a:gd name="T3" fmla="*/ 1 h 566"/>
                <a:gd name="T4" fmla="*/ 0 w 401"/>
                <a:gd name="T5" fmla="*/ 1 h 566"/>
                <a:gd name="T6" fmla="*/ 1 w 401"/>
                <a:gd name="T7" fmla="*/ 1 h 566"/>
                <a:gd name="T8" fmla="*/ 1 w 401"/>
                <a:gd name="T9" fmla="*/ 1 h 566"/>
                <a:gd name="T10" fmla="*/ 1 w 401"/>
                <a:gd name="T11" fmla="*/ 1 h 566"/>
                <a:gd name="T12" fmla="*/ 1 w 401"/>
                <a:gd name="T13" fmla="*/ 2 h 566"/>
                <a:gd name="T14" fmla="*/ 1 w 401"/>
                <a:gd name="T15" fmla="*/ 2 h 566"/>
                <a:gd name="T16" fmla="*/ 2 w 401"/>
                <a:gd name="T17" fmla="*/ 2 h 566"/>
                <a:gd name="T18" fmla="*/ 2 w 401"/>
                <a:gd name="T19" fmla="*/ 2 h 566"/>
                <a:gd name="T20" fmla="*/ 2 w 401"/>
                <a:gd name="T21" fmla="*/ 2 h 566"/>
                <a:gd name="T22" fmla="*/ 2 w 401"/>
                <a:gd name="T23" fmla="*/ 3 h 566"/>
                <a:gd name="T24" fmla="*/ 2 w 401"/>
                <a:gd name="T25" fmla="*/ 3 h 566"/>
                <a:gd name="T26" fmla="*/ 2 w 401"/>
                <a:gd name="T27" fmla="*/ 3 h 566"/>
                <a:gd name="T28" fmla="*/ 2 w 401"/>
                <a:gd name="T29" fmla="*/ 4 h 566"/>
                <a:gd name="T30" fmla="*/ 2 w 401"/>
                <a:gd name="T31" fmla="*/ 4 h 566"/>
                <a:gd name="T32" fmla="*/ 2 w 401"/>
                <a:gd name="T33" fmla="*/ 4 h 566"/>
                <a:gd name="T34" fmla="*/ 3 w 401"/>
                <a:gd name="T35" fmla="*/ 5 h 566"/>
                <a:gd name="T36" fmla="*/ 3 w 401"/>
                <a:gd name="T37" fmla="*/ 4 h 566"/>
                <a:gd name="T38" fmla="*/ 3 w 401"/>
                <a:gd name="T39" fmla="*/ 4 h 566"/>
                <a:gd name="T40" fmla="*/ 3 w 401"/>
                <a:gd name="T41" fmla="*/ 4 h 566"/>
                <a:gd name="T42" fmla="*/ 3 w 401"/>
                <a:gd name="T43" fmla="*/ 3 h 566"/>
                <a:gd name="T44" fmla="*/ 3 w 401"/>
                <a:gd name="T45" fmla="*/ 3 h 566"/>
                <a:gd name="T46" fmla="*/ 3 w 401"/>
                <a:gd name="T47" fmla="*/ 3 h 566"/>
                <a:gd name="T48" fmla="*/ 3 w 401"/>
                <a:gd name="T49" fmla="*/ 2 h 566"/>
                <a:gd name="T50" fmla="*/ 3 w 401"/>
                <a:gd name="T51" fmla="*/ 2 h 566"/>
                <a:gd name="T52" fmla="*/ 2 w 401"/>
                <a:gd name="T53" fmla="*/ 2 h 566"/>
                <a:gd name="T54" fmla="*/ 2 w 401"/>
                <a:gd name="T55" fmla="*/ 2 h 566"/>
                <a:gd name="T56" fmla="*/ 2 w 401"/>
                <a:gd name="T57" fmla="*/ 1 h 566"/>
                <a:gd name="T58" fmla="*/ 2 w 401"/>
                <a:gd name="T59" fmla="*/ 1 h 566"/>
                <a:gd name="T60" fmla="*/ 2 w 401"/>
                <a:gd name="T61" fmla="*/ 1 h 566"/>
                <a:gd name="T62" fmla="*/ 1 w 401"/>
                <a:gd name="T63" fmla="*/ 1 h 566"/>
                <a:gd name="T64" fmla="*/ 1 w 401"/>
                <a:gd name="T65" fmla="*/ 0 h 566"/>
                <a:gd name="T66" fmla="*/ 1 w 401"/>
                <a:gd name="T67" fmla="*/ 0 h 566"/>
                <a:gd name="T68" fmla="*/ 1 w 401"/>
                <a:gd name="T69" fmla="*/ 0 h 566"/>
                <a:gd name="T70" fmla="*/ 1 w 401"/>
                <a:gd name="T71" fmla="*/ 0 h 566"/>
                <a:gd name="T72" fmla="*/ 1 w 401"/>
                <a:gd name="T73" fmla="*/ 0 h 566"/>
                <a:gd name="T74" fmla="*/ 0 w 401"/>
                <a:gd name="T75" fmla="*/ 0 h 566"/>
                <a:gd name="T76" fmla="*/ 0 w 401"/>
                <a:gd name="T77" fmla="*/ 0 h 566"/>
                <a:gd name="T78" fmla="*/ 0 w 401"/>
                <a:gd name="T79" fmla="*/ 0 h 566"/>
                <a:gd name="T80" fmla="*/ 0 w 401"/>
                <a:gd name="T81" fmla="*/ 0 h 566"/>
                <a:gd name="T82" fmla="*/ 0 w 401"/>
                <a:gd name="T83" fmla="*/ 0 h 566"/>
                <a:gd name="T84" fmla="*/ 0 w 401"/>
                <a:gd name="T85" fmla="*/ 0 h 566"/>
                <a:gd name="T86" fmla="*/ 0 w 401"/>
                <a:gd name="T87" fmla="*/ 1 h 566"/>
                <a:gd name="T88" fmla="*/ 0 w 401"/>
                <a:gd name="T89" fmla="*/ 1 h 56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401"/>
                <a:gd name="T136" fmla="*/ 0 h 566"/>
                <a:gd name="T137" fmla="*/ 401 w 401"/>
                <a:gd name="T138" fmla="*/ 566 h 566"/>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401" h="566">
                  <a:moveTo>
                    <a:pt x="23" y="88"/>
                  </a:moveTo>
                  <a:lnTo>
                    <a:pt x="23" y="88"/>
                  </a:lnTo>
                  <a:lnTo>
                    <a:pt x="53" y="107"/>
                  </a:lnTo>
                  <a:lnTo>
                    <a:pt x="83" y="125"/>
                  </a:lnTo>
                  <a:lnTo>
                    <a:pt x="108" y="147"/>
                  </a:lnTo>
                  <a:lnTo>
                    <a:pt x="135" y="171"/>
                  </a:lnTo>
                  <a:lnTo>
                    <a:pt x="160" y="196"/>
                  </a:lnTo>
                  <a:lnTo>
                    <a:pt x="182" y="223"/>
                  </a:lnTo>
                  <a:lnTo>
                    <a:pt x="205" y="251"/>
                  </a:lnTo>
                  <a:lnTo>
                    <a:pt x="223" y="281"/>
                  </a:lnTo>
                  <a:lnTo>
                    <a:pt x="240" y="312"/>
                  </a:lnTo>
                  <a:lnTo>
                    <a:pt x="256" y="345"/>
                  </a:lnTo>
                  <a:lnTo>
                    <a:pt x="270" y="379"/>
                  </a:lnTo>
                  <a:lnTo>
                    <a:pt x="282" y="414"/>
                  </a:lnTo>
                  <a:lnTo>
                    <a:pt x="291" y="450"/>
                  </a:lnTo>
                  <a:lnTo>
                    <a:pt x="299" y="488"/>
                  </a:lnTo>
                  <a:lnTo>
                    <a:pt x="304" y="526"/>
                  </a:lnTo>
                  <a:lnTo>
                    <a:pt x="308" y="566"/>
                  </a:lnTo>
                  <a:lnTo>
                    <a:pt x="401" y="562"/>
                  </a:lnTo>
                  <a:lnTo>
                    <a:pt x="398" y="517"/>
                  </a:lnTo>
                  <a:lnTo>
                    <a:pt x="391" y="471"/>
                  </a:lnTo>
                  <a:lnTo>
                    <a:pt x="383" y="429"/>
                  </a:lnTo>
                  <a:lnTo>
                    <a:pt x="371" y="386"/>
                  </a:lnTo>
                  <a:lnTo>
                    <a:pt x="357" y="346"/>
                  </a:lnTo>
                  <a:lnTo>
                    <a:pt x="340" y="307"/>
                  </a:lnTo>
                  <a:lnTo>
                    <a:pt x="324" y="270"/>
                  </a:lnTo>
                  <a:lnTo>
                    <a:pt x="303" y="232"/>
                  </a:lnTo>
                  <a:lnTo>
                    <a:pt x="280" y="197"/>
                  </a:lnTo>
                  <a:lnTo>
                    <a:pt x="255" y="164"/>
                  </a:lnTo>
                  <a:lnTo>
                    <a:pt x="228" y="132"/>
                  </a:lnTo>
                  <a:lnTo>
                    <a:pt x="199" y="103"/>
                  </a:lnTo>
                  <a:lnTo>
                    <a:pt x="169" y="76"/>
                  </a:lnTo>
                  <a:lnTo>
                    <a:pt x="137" y="50"/>
                  </a:lnTo>
                  <a:lnTo>
                    <a:pt x="103" y="27"/>
                  </a:lnTo>
                  <a:lnTo>
                    <a:pt x="67" y="6"/>
                  </a:lnTo>
                  <a:lnTo>
                    <a:pt x="48" y="0"/>
                  </a:lnTo>
                  <a:lnTo>
                    <a:pt x="30" y="2"/>
                  </a:lnTo>
                  <a:lnTo>
                    <a:pt x="16" y="12"/>
                  </a:lnTo>
                  <a:lnTo>
                    <a:pt x="5" y="25"/>
                  </a:lnTo>
                  <a:lnTo>
                    <a:pt x="0" y="41"/>
                  </a:lnTo>
                  <a:lnTo>
                    <a:pt x="0" y="59"/>
                  </a:lnTo>
                  <a:lnTo>
                    <a:pt x="8" y="75"/>
                  </a:lnTo>
                  <a:lnTo>
                    <a:pt x="23"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4777" name="Freeform 39"/>
            <p:cNvSpPr>
              <a:spLocks/>
            </p:cNvSpPr>
            <p:nvPr/>
          </p:nvSpPr>
          <p:spPr bwMode="auto">
            <a:xfrm>
              <a:off x="1346" y="1455"/>
              <a:ext cx="266" cy="160"/>
            </a:xfrm>
            <a:custGeom>
              <a:avLst/>
              <a:gdLst>
                <a:gd name="T0" fmla="*/ 0 w 1330"/>
                <a:gd name="T1" fmla="*/ 1 h 801"/>
                <a:gd name="T2" fmla="*/ 0 w 1330"/>
                <a:gd name="T3" fmla="*/ 1 h 801"/>
                <a:gd name="T4" fmla="*/ 10 w 1330"/>
                <a:gd name="T5" fmla="*/ 6 h 801"/>
                <a:gd name="T6" fmla="*/ 11 w 1330"/>
                <a:gd name="T7" fmla="*/ 6 h 801"/>
                <a:gd name="T8" fmla="*/ 1 w 1330"/>
                <a:gd name="T9" fmla="*/ 0 h 801"/>
                <a:gd name="T10" fmla="*/ 1 w 1330"/>
                <a:gd name="T11" fmla="*/ 0 h 801"/>
                <a:gd name="T12" fmla="*/ 1 w 1330"/>
                <a:gd name="T13" fmla="*/ 0 h 801"/>
                <a:gd name="T14" fmla="*/ 0 w 1330"/>
                <a:gd name="T15" fmla="*/ 0 h 801"/>
                <a:gd name="T16" fmla="*/ 0 w 1330"/>
                <a:gd name="T17" fmla="*/ 0 h 801"/>
                <a:gd name="T18" fmla="*/ 0 w 1330"/>
                <a:gd name="T19" fmla="*/ 0 h 801"/>
                <a:gd name="T20" fmla="*/ 0 w 1330"/>
                <a:gd name="T21" fmla="*/ 0 h 801"/>
                <a:gd name="T22" fmla="*/ 0 w 1330"/>
                <a:gd name="T23" fmla="*/ 0 h 801"/>
                <a:gd name="T24" fmla="*/ 0 w 1330"/>
                <a:gd name="T25" fmla="*/ 0 h 801"/>
                <a:gd name="T26" fmla="*/ 0 w 1330"/>
                <a:gd name="T27" fmla="*/ 1 h 801"/>
                <a:gd name="T28" fmla="*/ 0 w 1330"/>
                <a:gd name="T29" fmla="*/ 1 h 801"/>
                <a:gd name="T30" fmla="*/ 0 w 1330"/>
                <a:gd name="T31" fmla="*/ 1 h 801"/>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30"/>
                <a:gd name="T49" fmla="*/ 0 h 801"/>
                <a:gd name="T50" fmla="*/ 1330 w 1330"/>
                <a:gd name="T51" fmla="*/ 801 h 801"/>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30" h="801">
                  <a:moveTo>
                    <a:pt x="24" y="88"/>
                  </a:moveTo>
                  <a:lnTo>
                    <a:pt x="23" y="88"/>
                  </a:lnTo>
                  <a:lnTo>
                    <a:pt x="1286" y="801"/>
                  </a:lnTo>
                  <a:lnTo>
                    <a:pt x="1330" y="719"/>
                  </a:lnTo>
                  <a:lnTo>
                    <a:pt x="67" y="6"/>
                  </a:lnTo>
                  <a:lnTo>
                    <a:pt x="66" y="6"/>
                  </a:lnTo>
                  <a:lnTo>
                    <a:pt x="67" y="6"/>
                  </a:lnTo>
                  <a:lnTo>
                    <a:pt x="48" y="0"/>
                  </a:lnTo>
                  <a:lnTo>
                    <a:pt x="30" y="2"/>
                  </a:lnTo>
                  <a:lnTo>
                    <a:pt x="16" y="12"/>
                  </a:lnTo>
                  <a:lnTo>
                    <a:pt x="5" y="25"/>
                  </a:lnTo>
                  <a:lnTo>
                    <a:pt x="0" y="41"/>
                  </a:lnTo>
                  <a:lnTo>
                    <a:pt x="0" y="59"/>
                  </a:lnTo>
                  <a:lnTo>
                    <a:pt x="8" y="75"/>
                  </a:lnTo>
                  <a:lnTo>
                    <a:pt x="23" y="88"/>
                  </a:lnTo>
                  <a:lnTo>
                    <a:pt x="24"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4778" name="Freeform 40"/>
            <p:cNvSpPr>
              <a:spLocks/>
            </p:cNvSpPr>
            <p:nvPr/>
          </p:nvSpPr>
          <p:spPr bwMode="auto">
            <a:xfrm>
              <a:off x="1198" y="1439"/>
              <a:ext cx="161" cy="35"/>
            </a:xfrm>
            <a:custGeom>
              <a:avLst/>
              <a:gdLst>
                <a:gd name="T0" fmla="*/ 1 w 806"/>
                <a:gd name="T1" fmla="*/ 1 h 177"/>
                <a:gd name="T2" fmla="*/ 1 w 806"/>
                <a:gd name="T3" fmla="*/ 1 h 177"/>
                <a:gd name="T4" fmla="*/ 1 w 806"/>
                <a:gd name="T5" fmla="*/ 1 h 177"/>
                <a:gd name="T6" fmla="*/ 1 w 806"/>
                <a:gd name="T7" fmla="*/ 1 h 177"/>
                <a:gd name="T8" fmla="*/ 2 w 806"/>
                <a:gd name="T9" fmla="*/ 1 h 177"/>
                <a:gd name="T10" fmla="*/ 2 w 806"/>
                <a:gd name="T11" fmla="*/ 1 h 177"/>
                <a:gd name="T12" fmla="*/ 2 w 806"/>
                <a:gd name="T13" fmla="*/ 1 h 177"/>
                <a:gd name="T14" fmla="*/ 3 w 806"/>
                <a:gd name="T15" fmla="*/ 1 h 177"/>
                <a:gd name="T16" fmla="*/ 3 w 806"/>
                <a:gd name="T17" fmla="*/ 1 h 177"/>
                <a:gd name="T18" fmla="*/ 3 w 806"/>
                <a:gd name="T19" fmla="*/ 1 h 177"/>
                <a:gd name="T20" fmla="*/ 4 w 806"/>
                <a:gd name="T21" fmla="*/ 1 h 177"/>
                <a:gd name="T22" fmla="*/ 4 w 806"/>
                <a:gd name="T23" fmla="*/ 1 h 177"/>
                <a:gd name="T24" fmla="*/ 5 w 806"/>
                <a:gd name="T25" fmla="*/ 1 h 177"/>
                <a:gd name="T26" fmla="*/ 5 w 806"/>
                <a:gd name="T27" fmla="*/ 1 h 177"/>
                <a:gd name="T28" fmla="*/ 5 w 806"/>
                <a:gd name="T29" fmla="*/ 1 h 177"/>
                <a:gd name="T30" fmla="*/ 6 w 806"/>
                <a:gd name="T31" fmla="*/ 1 h 177"/>
                <a:gd name="T32" fmla="*/ 6 w 806"/>
                <a:gd name="T33" fmla="*/ 1 h 177"/>
                <a:gd name="T34" fmla="*/ 6 w 806"/>
                <a:gd name="T35" fmla="*/ 1 h 177"/>
                <a:gd name="T36" fmla="*/ 6 w 806"/>
                <a:gd name="T37" fmla="*/ 1 h 177"/>
                <a:gd name="T38" fmla="*/ 6 w 806"/>
                <a:gd name="T39" fmla="*/ 1 h 177"/>
                <a:gd name="T40" fmla="*/ 6 w 806"/>
                <a:gd name="T41" fmla="*/ 0 h 177"/>
                <a:gd name="T42" fmla="*/ 5 w 806"/>
                <a:gd name="T43" fmla="*/ 0 h 177"/>
                <a:gd name="T44" fmla="*/ 5 w 806"/>
                <a:gd name="T45" fmla="*/ 0 h 177"/>
                <a:gd name="T46" fmla="*/ 5 w 806"/>
                <a:gd name="T47" fmla="*/ 0 h 177"/>
                <a:gd name="T48" fmla="*/ 4 w 806"/>
                <a:gd name="T49" fmla="*/ 0 h 177"/>
                <a:gd name="T50" fmla="*/ 4 w 806"/>
                <a:gd name="T51" fmla="*/ 0 h 177"/>
                <a:gd name="T52" fmla="*/ 3 w 806"/>
                <a:gd name="T53" fmla="*/ 0 h 177"/>
                <a:gd name="T54" fmla="*/ 3 w 806"/>
                <a:gd name="T55" fmla="*/ 0 h 177"/>
                <a:gd name="T56" fmla="*/ 3 w 806"/>
                <a:gd name="T57" fmla="*/ 0 h 177"/>
                <a:gd name="T58" fmla="*/ 2 w 806"/>
                <a:gd name="T59" fmla="*/ 0 h 177"/>
                <a:gd name="T60" fmla="*/ 2 w 806"/>
                <a:gd name="T61" fmla="*/ 0 h 177"/>
                <a:gd name="T62" fmla="*/ 1 w 806"/>
                <a:gd name="T63" fmla="*/ 0 h 177"/>
                <a:gd name="T64" fmla="*/ 1 w 806"/>
                <a:gd name="T65" fmla="*/ 0 h 177"/>
                <a:gd name="T66" fmla="*/ 1 w 806"/>
                <a:gd name="T67" fmla="*/ 1 h 177"/>
                <a:gd name="T68" fmla="*/ 0 w 806"/>
                <a:gd name="T69" fmla="*/ 1 h 177"/>
                <a:gd name="T70" fmla="*/ 0 w 806"/>
                <a:gd name="T71" fmla="*/ 1 h 177"/>
                <a:gd name="T72" fmla="*/ 0 w 806"/>
                <a:gd name="T73" fmla="*/ 1 h 177"/>
                <a:gd name="T74" fmla="*/ 0 w 806"/>
                <a:gd name="T75" fmla="*/ 1 h 177"/>
                <a:gd name="T76" fmla="*/ 0 w 806"/>
                <a:gd name="T77" fmla="*/ 1 h 177"/>
                <a:gd name="T78" fmla="*/ 0 w 806"/>
                <a:gd name="T79" fmla="*/ 1 h 177"/>
                <a:gd name="T80" fmla="*/ 0 w 806"/>
                <a:gd name="T81" fmla="*/ 1 h 177"/>
                <a:gd name="T82" fmla="*/ 0 w 806"/>
                <a:gd name="T83" fmla="*/ 1 h 177"/>
                <a:gd name="T84" fmla="*/ 0 w 806"/>
                <a:gd name="T85" fmla="*/ 1 h 177"/>
                <a:gd name="T86" fmla="*/ 0 w 806"/>
                <a:gd name="T87" fmla="*/ 1 h 177"/>
                <a:gd name="T88" fmla="*/ 1 w 806"/>
                <a:gd name="T89" fmla="*/ 1 h 177"/>
                <a:gd name="T90" fmla="*/ 1 w 806"/>
                <a:gd name="T91" fmla="*/ 1 h 17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806"/>
                <a:gd name="T139" fmla="*/ 0 h 177"/>
                <a:gd name="T140" fmla="*/ 806 w 806"/>
                <a:gd name="T141" fmla="*/ 177 h 17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806" h="177">
                  <a:moveTo>
                    <a:pt x="67" y="171"/>
                  </a:moveTo>
                  <a:lnTo>
                    <a:pt x="68" y="171"/>
                  </a:lnTo>
                  <a:lnTo>
                    <a:pt x="109" y="151"/>
                  </a:lnTo>
                  <a:lnTo>
                    <a:pt x="151" y="135"/>
                  </a:lnTo>
                  <a:lnTo>
                    <a:pt x="196" y="122"/>
                  </a:lnTo>
                  <a:lnTo>
                    <a:pt x="242" y="110"/>
                  </a:lnTo>
                  <a:lnTo>
                    <a:pt x="287" y="102"/>
                  </a:lnTo>
                  <a:lnTo>
                    <a:pt x="335" y="97"/>
                  </a:lnTo>
                  <a:lnTo>
                    <a:pt x="382" y="95"/>
                  </a:lnTo>
                  <a:lnTo>
                    <a:pt x="430" y="94"/>
                  </a:lnTo>
                  <a:lnTo>
                    <a:pt x="477" y="97"/>
                  </a:lnTo>
                  <a:lnTo>
                    <a:pt x="524" y="102"/>
                  </a:lnTo>
                  <a:lnTo>
                    <a:pt x="568" y="108"/>
                  </a:lnTo>
                  <a:lnTo>
                    <a:pt x="612" y="117"/>
                  </a:lnTo>
                  <a:lnTo>
                    <a:pt x="654" y="128"/>
                  </a:lnTo>
                  <a:lnTo>
                    <a:pt x="693" y="141"/>
                  </a:lnTo>
                  <a:lnTo>
                    <a:pt x="730" y="155"/>
                  </a:lnTo>
                  <a:lnTo>
                    <a:pt x="764" y="171"/>
                  </a:lnTo>
                  <a:lnTo>
                    <a:pt x="806" y="89"/>
                  </a:lnTo>
                  <a:lnTo>
                    <a:pt x="768" y="70"/>
                  </a:lnTo>
                  <a:lnTo>
                    <a:pt x="725" y="54"/>
                  </a:lnTo>
                  <a:lnTo>
                    <a:pt x="680" y="39"/>
                  </a:lnTo>
                  <a:lnTo>
                    <a:pt x="633" y="26"/>
                  </a:lnTo>
                  <a:lnTo>
                    <a:pt x="585" y="16"/>
                  </a:lnTo>
                  <a:lnTo>
                    <a:pt x="536" y="8"/>
                  </a:lnTo>
                  <a:lnTo>
                    <a:pt x="484" y="3"/>
                  </a:lnTo>
                  <a:lnTo>
                    <a:pt x="433" y="0"/>
                  </a:lnTo>
                  <a:lnTo>
                    <a:pt x="380" y="1"/>
                  </a:lnTo>
                  <a:lnTo>
                    <a:pt x="328" y="3"/>
                  </a:lnTo>
                  <a:lnTo>
                    <a:pt x="276" y="10"/>
                  </a:lnTo>
                  <a:lnTo>
                    <a:pt x="223" y="19"/>
                  </a:lnTo>
                  <a:lnTo>
                    <a:pt x="172" y="30"/>
                  </a:lnTo>
                  <a:lnTo>
                    <a:pt x="121" y="46"/>
                  </a:lnTo>
                  <a:lnTo>
                    <a:pt x="72" y="67"/>
                  </a:lnTo>
                  <a:lnTo>
                    <a:pt x="24" y="89"/>
                  </a:lnTo>
                  <a:lnTo>
                    <a:pt x="25" y="89"/>
                  </a:lnTo>
                  <a:lnTo>
                    <a:pt x="24" y="89"/>
                  </a:lnTo>
                  <a:lnTo>
                    <a:pt x="8" y="102"/>
                  </a:lnTo>
                  <a:lnTo>
                    <a:pt x="0" y="118"/>
                  </a:lnTo>
                  <a:lnTo>
                    <a:pt x="0" y="136"/>
                  </a:lnTo>
                  <a:lnTo>
                    <a:pt x="6" y="152"/>
                  </a:lnTo>
                  <a:lnTo>
                    <a:pt x="17" y="165"/>
                  </a:lnTo>
                  <a:lnTo>
                    <a:pt x="31" y="175"/>
                  </a:lnTo>
                  <a:lnTo>
                    <a:pt x="48" y="177"/>
                  </a:lnTo>
                  <a:lnTo>
                    <a:pt x="68" y="171"/>
                  </a:lnTo>
                  <a:lnTo>
                    <a:pt x="67" y="1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4779" name="Freeform 41"/>
            <p:cNvSpPr>
              <a:spLocks/>
            </p:cNvSpPr>
            <p:nvPr/>
          </p:nvSpPr>
          <p:spPr bwMode="auto">
            <a:xfrm>
              <a:off x="931" y="1456"/>
              <a:ext cx="280" cy="158"/>
            </a:xfrm>
            <a:custGeom>
              <a:avLst/>
              <a:gdLst>
                <a:gd name="T0" fmla="*/ 1 w 1402"/>
                <a:gd name="T1" fmla="*/ 6 h 787"/>
                <a:gd name="T2" fmla="*/ 1 w 1402"/>
                <a:gd name="T3" fmla="*/ 6 h 787"/>
                <a:gd name="T4" fmla="*/ 11 w 1402"/>
                <a:gd name="T5" fmla="*/ 1 h 787"/>
                <a:gd name="T6" fmla="*/ 11 w 1402"/>
                <a:gd name="T7" fmla="*/ 0 h 787"/>
                <a:gd name="T8" fmla="*/ 0 w 1402"/>
                <a:gd name="T9" fmla="*/ 6 h 787"/>
                <a:gd name="T10" fmla="*/ 0 w 1402"/>
                <a:gd name="T11" fmla="*/ 6 h 787"/>
                <a:gd name="T12" fmla="*/ 0 w 1402"/>
                <a:gd name="T13" fmla="*/ 6 h 787"/>
                <a:gd name="T14" fmla="*/ 0 w 1402"/>
                <a:gd name="T15" fmla="*/ 6 h 787"/>
                <a:gd name="T16" fmla="*/ 0 w 1402"/>
                <a:gd name="T17" fmla="*/ 6 h 787"/>
                <a:gd name="T18" fmla="*/ 0 w 1402"/>
                <a:gd name="T19" fmla="*/ 6 h 787"/>
                <a:gd name="T20" fmla="*/ 0 w 1402"/>
                <a:gd name="T21" fmla="*/ 6 h 787"/>
                <a:gd name="T22" fmla="*/ 0 w 1402"/>
                <a:gd name="T23" fmla="*/ 6 h 787"/>
                <a:gd name="T24" fmla="*/ 0 w 1402"/>
                <a:gd name="T25" fmla="*/ 6 h 787"/>
                <a:gd name="T26" fmla="*/ 0 w 1402"/>
                <a:gd name="T27" fmla="*/ 6 h 787"/>
                <a:gd name="T28" fmla="*/ 1 w 1402"/>
                <a:gd name="T29" fmla="*/ 6 h 787"/>
                <a:gd name="T30" fmla="*/ 1 w 1402"/>
                <a:gd name="T31" fmla="*/ 6 h 78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02"/>
                <a:gd name="T49" fmla="*/ 0 h 787"/>
                <a:gd name="T50" fmla="*/ 1402 w 1402"/>
                <a:gd name="T51" fmla="*/ 787 h 78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02" h="787">
                  <a:moveTo>
                    <a:pt x="69" y="781"/>
                  </a:moveTo>
                  <a:lnTo>
                    <a:pt x="66" y="781"/>
                  </a:lnTo>
                  <a:lnTo>
                    <a:pt x="1402" y="82"/>
                  </a:lnTo>
                  <a:lnTo>
                    <a:pt x="1360" y="0"/>
                  </a:lnTo>
                  <a:lnTo>
                    <a:pt x="24" y="699"/>
                  </a:lnTo>
                  <a:lnTo>
                    <a:pt x="22" y="699"/>
                  </a:lnTo>
                  <a:lnTo>
                    <a:pt x="24" y="699"/>
                  </a:lnTo>
                  <a:lnTo>
                    <a:pt x="8" y="712"/>
                  </a:lnTo>
                  <a:lnTo>
                    <a:pt x="1" y="727"/>
                  </a:lnTo>
                  <a:lnTo>
                    <a:pt x="0" y="744"/>
                  </a:lnTo>
                  <a:lnTo>
                    <a:pt x="5" y="761"/>
                  </a:lnTo>
                  <a:lnTo>
                    <a:pt x="15" y="775"/>
                  </a:lnTo>
                  <a:lnTo>
                    <a:pt x="30" y="784"/>
                  </a:lnTo>
                  <a:lnTo>
                    <a:pt x="46" y="787"/>
                  </a:lnTo>
                  <a:lnTo>
                    <a:pt x="66" y="781"/>
                  </a:lnTo>
                  <a:lnTo>
                    <a:pt x="69" y="7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4780" name="Freeform 42"/>
            <p:cNvSpPr>
              <a:spLocks/>
            </p:cNvSpPr>
            <p:nvPr/>
          </p:nvSpPr>
          <p:spPr bwMode="auto">
            <a:xfrm>
              <a:off x="868" y="1596"/>
              <a:ext cx="77" cy="126"/>
            </a:xfrm>
            <a:custGeom>
              <a:avLst/>
              <a:gdLst>
                <a:gd name="T0" fmla="*/ 1 w 382"/>
                <a:gd name="T1" fmla="*/ 5 h 628"/>
                <a:gd name="T2" fmla="*/ 1 w 382"/>
                <a:gd name="T3" fmla="*/ 5 h 628"/>
                <a:gd name="T4" fmla="*/ 1 w 382"/>
                <a:gd name="T5" fmla="*/ 4 h 628"/>
                <a:gd name="T6" fmla="*/ 1 w 382"/>
                <a:gd name="T7" fmla="*/ 4 h 628"/>
                <a:gd name="T8" fmla="*/ 1 w 382"/>
                <a:gd name="T9" fmla="*/ 4 h 628"/>
                <a:gd name="T10" fmla="*/ 1 w 382"/>
                <a:gd name="T11" fmla="*/ 3 h 628"/>
                <a:gd name="T12" fmla="*/ 1 w 382"/>
                <a:gd name="T13" fmla="*/ 3 h 628"/>
                <a:gd name="T14" fmla="*/ 1 w 382"/>
                <a:gd name="T15" fmla="*/ 3 h 628"/>
                <a:gd name="T16" fmla="*/ 1 w 382"/>
                <a:gd name="T17" fmla="*/ 3 h 628"/>
                <a:gd name="T18" fmla="*/ 1 w 382"/>
                <a:gd name="T19" fmla="*/ 2 h 628"/>
                <a:gd name="T20" fmla="*/ 2 w 382"/>
                <a:gd name="T21" fmla="*/ 2 h 628"/>
                <a:gd name="T22" fmla="*/ 2 w 382"/>
                <a:gd name="T23" fmla="*/ 2 h 628"/>
                <a:gd name="T24" fmla="*/ 2 w 382"/>
                <a:gd name="T25" fmla="*/ 2 h 628"/>
                <a:gd name="T26" fmla="*/ 2 w 382"/>
                <a:gd name="T27" fmla="*/ 1 h 628"/>
                <a:gd name="T28" fmla="*/ 2 w 382"/>
                <a:gd name="T29" fmla="*/ 1 h 628"/>
                <a:gd name="T30" fmla="*/ 3 w 382"/>
                <a:gd name="T31" fmla="*/ 1 h 628"/>
                <a:gd name="T32" fmla="*/ 3 w 382"/>
                <a:gd name="T33" fmla="*/ 1 h 628"/>
                <a:gd name="T34" fmla="*/ 3 w 382"/>
                <a:gd name="T35" fmla="*/ 1 h 628"/>
                <a:gd name="T36" fmla="*/ 3 w 382"/>
                <a:gd name="T37" fmla="*/ 0 h 628"/>
                <a:gd name="T38" fmla="*/ 2 w 382"/>
                <a:gd name="T39" fmla="*/ 0 h 628"/>
                <a:gd name="T40" fmla="*/ 2 w 382"/>
                <a:gd name="T41" fmla="*/ 0 h 628"/>
                <a:gd name="T42" fmla="*/ 2 w 382"/>
                <a:gd name="T43" fmla="*/ 1 h 628"/>
                <a:gd name="T44" fmla="*/ 2 w 382"/>
                <a:gd name="T45" fmla="*/ 1 h 628"/>
                <a:gd name="T46" fmla="*/ 1 w 382"/>
                <a:gd name="T47" fmla="*/ 1 h 628"/>
                <a:gd name="T48" fmla="*/ 1 w 382"/>
                <a:gd name="T49" fmla="*/ 1 h 628"/>
                <a:gd name="T50" fmla="*/ 1 w 382"/>
                <a:gd name="T51" fmla="*/ 2 h 628"/>
                <a:gd name="T52" fmla="*/ 1 w 382"/>
                <a:gd name="T53" fmla="*/ 2 h 628"/>
                <a:gd name="T54" fmla="*/ 1 w 382"/>
                <a:gd name="T55" fmla="*/ 2 h 628"/>
                <a:gd name="T56" fmla="*/ 0 w 382"/>
                <a:gd name="T57" fmla="*/ 3 h 628"/>
                <a:gd name="T58" fmla="*/ 0 w 382"/>
                <a:gd name="T59" fmla="*/ 3 h 628"/>
                <a:gd name="T60" fmla="*/ 0 w 382"/>
                <a:gd name="T61" fmla="*/ 3 h 628"/>
                <a:gd name="T62" fmla="*/ 0 w 382"/>
                <a:gd name="T63" fmla="*/ 4 h 628"/>
                <a:gd name="T64" fmla="*/ 0 w 382"/>
                <a:gd name="T65" fmla="*/ 4 h 628"/>
                <a:gd name="T66" fmla="*/ 0 w 382"/>
                <a:gd name="T67" fmla="*/ 4 h 628"/>
                <a:gd name="T68" fmla="*/ 0 w 382"/>
                <a:gd name="T69" fmla="*/ 5 h 628"/>
                <a:gd name="T70" fmla="*/ 0 w 382"/>
                <a:gd name="T71" fmla="*/ 5 h 628"/>
                <a:gd name="T72" fmla="*/ 0 w 382"/>
                <a:gd name="T73" fmla="*/ 5 h 628"/>
                <a:gd name="T74" fmla="*/ 0 w 382"/>
                <a:gd name="T75" fmla="*/ 5 h 628"/>
                <a:gd name="T76" fmla="*/ 0 w 382"/>
                <a:gd name="T77" fmla="*/ 5 h 628"/>
                <a:gd name="T78" fmla="*/ 0 w 382"/>
                <a:gd name="T79" fmla="*/ 5 h 628"/>
                <a:gd name="T80" fmla="*/ 0 w 382"/>
                <a:gd name="T81" fmla="*/ 5 h 628"/>
                <a:gd name="T82" fmla="*/ 1 w 382"/>
                <a:gd name="T83" fmla="*/ 5 h 628"/>
                <a:gd name="T84" fmla="*/ 1 w 382"/>
                <a:gd name="T85" fmla="*/ 5 h 628"/>
                <a:gd name="T86" fmla="*/ 1 w 382"/>
                <a:gd name="T87" fmla="*/ 5 h 628"/>
                <a:gd name="T88" fmla="*/ 1 w 382"/>
                <a:gd name="T89" fmla="*/ 5 h 628"/>
                <a:gd name="T90" fmla="*/ 1 w 382"/>
                <a:gd name="T91" fmla="*/ 5 h 628"/>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382"/>
                <a:gd name="T139" fmla="*/ 0 h 628"/>
                <a:gd name="T140" fmla="*/ 382 w 382"/>
                <a:gd name="T141" fmla="*/ 628 h 628"/>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382" h="628">
                  <a:moveTo>
                    <a:pt x="94" y="581"/>
                  </a:moveTo>
                  <a:lnTo>
                    <a:pt x="94" y="582"/>
                  </a:lnTo>
                  <a:lnTo>
                    <a:pt x="96" y="541"/>
                  </a:lnTo>
                  <a:lnTo>
                    <a:pt x="99" y="500"/>
                  </a:lnTo>
                  <a:lnTo>
                    <a:pt x="106" y="463"/>
                  </a:lnTo>
                  <a:lnTo>
                    <a:pt x="115" y="424"/>
                  </a:lnTo>
                  <a:lnTo>
                    <a:pt x="127" y="389"/>
                  </a:lnTo>
                  <a:lnTo>
                    <a:pt x="140" y="353"/>
                  </a:lnTo>
                  <a:lnTo>
                    <a:pt x="156" y="320"/>
                  </a:lnTo>
                  <a:lnTo>
                    <a:pt x="173" y="287"/>
                  </a:lnTo>
                  <a:lnTo>
                    <a:pt x="193" y="255"/>
                  </a:lnTo>
                  <a:lnTo>
                    <a:pt x="214" y="226"/>
                  </a:lnTo>
                  <a:lnTo>
                    <a:pt x="238" y="198"/>
                  </a:lnTo>
                  <a:lnTo>
                    <a:pt x="263" y="172"/>
                  </a:lnTo>
                  <a:lnTo>
                    <a:pt x="290" y="146"/>
                  </a:lnTo>
                  <a:lnTo>
                    <a:pt x="318" y="122"/>
                  </a:lnTo>
                  <a:lnTo>
                    <a:pt x="349" y="101"/>
                  </a:lnTo>
                  <a:lnTo>
                    <a:pt x="382" y="82"/>
                  </a:lnTo>
                  <a:lnTo>
                    <a:pt x="335" y="0"/>
                  </a:lnTo>
                  <a:lnTo>
                    <a:pt x="297" y="23"/>
                  </a:lnTo>
                  <a:lnTo>
                    <a:pt x="262" y="49"/>
                  </a:lnTo>
                  <a:lnTo>
                    <a:pt x="229" y="76"/>
                  </a:lnTo>
                  <a:lnTo>
                    <a:pt x="198" y="104"/>
                  </a:lnTo>
                  <a:lnTo>
                    <a:pt x="167" y="137"/>
                  </a:lnTo>
                  <a:lnTo>
                    <a:pt x="142" y="170"/>
                  </a:lnTo>
                  <a:lnTo>
                    <a:pt x="116" y="204"/>
                  </a:lnTo>
                  <a:lnTo>
                    <a:pt x="94" y="240"/>
                  </a:lnTo>
                  <a:lnTo>
                    <a:pt x="74" y="278"/>
                  </a:lnTo>
                  <a:lnTo>
                    <a:pt x="54" y="317"/>
                  </a:lnTo>
                  <a:lnTo>
                    <a:pt x="38" y="359"/>
                  </a:lnTo>
                  <a:lnTo>
                    <a:pt x="26" y="401"/>
                  </a:lnTo>
                  <a:lnTo>
                    <a:pt x="15" y="444"/>
                  </a:lnTo>
                  <a:lnTo>
                    <a:pt x="8" y="489"/>
                  </a:lnTo>
                  <a:lnTo>
                    <a:pt x="2" y="534"/>
                  </a:lnTo>
                  <a:lnTo>
                    <a:pt x="0" y="580"/>
                  </a:lnTo>
                  <a:lnTo>
                    <a:pt x="0" y="581"/>
                  </a:lnTo>
                  <a:lnTo>
                    <a:pt x="0" y="580"/>
                  </a:lnTo>
                  <a:lnTo>
                    <a:pt x="3" y="600"/>
                  </a:lnTo>
                  <a:lnTo>
                    <a:pt x="14" y="615"/>
                  </a:lnTo>
                  <a:lnTo>
                    <a:pt x="29" y="625"/>
                  </a:lnTo>
                  <a:lnTo>
                    <a:pt x="45" y="628"/>
                  </a:lnTo>
                  <a:lnTo>
                    <a:pt x="63" y="626"/>
                  </a:lnTo>
                  <a:lnTo>
                    <a:pt x="78" y="616"/>
                  </a:lnTo>
                  <a:lnTo>
                    <a:pt x="89" y="602"/>
                  </a:lnTo>
                  <a:lnTo>
                    <a:pt x="94" y="582"/>
                  </a:lnTo>
                  <a:lnTo>
                    <a:pt x="94" y="5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4781" name="Freeform 43"/>
            <p:cNvSpPr>
              <a:spLocks/>
            </p:cNvSpPr>
            <p:nvPr/>
          </p:nvSpPr>
          <p:spPr bwMode="auto">
            <a:xfrm>
              <a:off x="868" y="1712"/>
              <a:ext cx="19" cy="364"/>
            </a:xfrm>
            <a:custGeom>
              <a:avLst/>
              <a:gdLst>
                <a:gd name="T0" fmla="*/ 1 w 94"/>
                <a:gd name="T1" fmla="*/ 14 h 1818"/>
                <a:gd name="T2" fmla="*/ 1 w 94"/>
                <a:gd name="T3" fmla="*/ 14 h 1818"/>
                <a:gd name="T4" fmla="*/ 1 w 94"/>
                <a:gd name="T5" fmla="*/ 0 h 1818"/>
                <a:gd name="T6" fmla="*/ 0 w 94"/>
                <a:gd name="T7" fmla="*/ 0 h 1818"/>
                <a:gd name="T8" fmla="*/ 0 w 94"/>
                <a:gd name="T9" fmla="*/ 14 h 1818"/>
                <a:gd name="T10" fmla="*/ 0 w 94"/>
                <a:gd name="T11" fmla="*/ 14 h 1818"/>
                <a:gd name="T12" fmla="*/ 0 w 94"/>
                <a:gd name="T13" fmla="*/ 14 h 1818"/>
                <a:gd name="T14" fmla="*/ 0 w 94"/>
                <a:gd name="T15" fmla="*/ 14 h 1818"/>
                <a:gd name="T16" fmla="*/ 0 w 94"/>
                <a:gd name="T17" fmla="*/ 14 h 1818"/>
                <a:gd name="T18" fmla="*/ 0 w 94"/>
                <a:gd name="T19" fmla="*/ 15 h 1818"/>
                <a:gd name="T20" fmla="*/ 0 w 94"/>
                <a:gd name="T21" fmla="*/ 15 h 1818"/>
                <a:gd name="T22" fmla="*/ 1 w 94"/>
                <a:gd name="T23" fmla="*/ 15 h 1818"/>
                <a:gd name="T24" fmla="*/ 1 w 94"/>
                <a:gd name="T25" fmla="*/ 14 h 1818"/>
                <a:gd name="T26" fmla="*/ 1 w 94"/>
                <a:gd name="T27" fmla="*/ 14 h 1818"/>
                <a:gd name="T28" fmla="*/ 1 w 94"/>
                <a:gd name="T29" fmla="*/ 14 h 1818"/>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94"/>
                <a:gd name="T46" fmla="*/ 0 h 1818"/>
                <a:gd name="T47" fmla="*/ 94 w 94"/>
                <a:gd name="T48" fmla="*/ 1818 h 1818"/>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94" h="1818">
                  <a:moveTo>
                    <a:pt x="94" y="1771"/>
                  </a:moveTo>
                  <a:lnTo>
                    <a:pt x="94" y="1771"/>
                  </a:lnTo>
                  <a:lnTo>
                    <a:pt x="94" y="0"/>
                  </a:lnTo>
                  <a:lnTo>
                    <a:pt x="0" y="0"/>
                  </a:lnTo>
                  <a:lnTo>
                    <a:pt x="0" y="1771"/>
                  </a:lnTo>
                  <a:lnTo>
                    <a:pt x="3" y="1791"/>
                  </a:lnTo>
                  <a:lnTo>
                    <a:pt x="15" y="1806"/>
                  </a:lnTo>
                  <a:lnTo>
                    <a:pt x="29" y="1814"/>
                  </a:lnTo>
                  <a:lnTo>
                    <a:pt x="47" y="1818"/>
                  </a:lnTo>
                  <a:lnTo>
                    <a:pt x="64" y="1814"/>
                  </a:lnTo>
                  <a:lnTo>
                    <a:pt x="79" y="1806"/>
                  </a:lnTo>
                  <a:lnTo>
                    <a:pt x="90" y="1791"/>
                  </a:lnTo>
                  <a:lnTo>
                    <a:pt x="94" y="17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4782" name="Freeform 44"/>
            <p:cNvSpPr>
              <a:spLocks/>
            </p:cNvSpPr>
            <p:nvPr/>
          </p:nvSpPr>
          <p:spPr bwMode="auto">
            <a:xfrm>
              <a:off x="868" y="2067"/>
              <a:ext cx="90" cy="160"/>
            </a:xfrm>
            <a:custGeom>
              <a:avLst/>
              <a:gdLst>
                <a:gd name="T0" fmla="*/ 3 w 449"/>
                <a:gd name="T1" fmla="*/ 6 h 803"/>
                <a:gd name="T2" fmla="*/ 3 w 449"/>
                <a:gd name="T3" fmla="*/ 6 h 803"/>
                <a:gd name="T4" fmla="*/ 3 w 449"/>
                <a:gd name="T5" fmla="*/ 5 h 803"/>
                <a:gd name="T6" fmla="*/ 3 w 449"/>
                <a:gd name="T7" fmla="*/ 5 h 803"/>
                <a:gd name="T8" fmla="*/ 3 w 449"/>
                <a:gd name="T9" fmla="*/ 5 h 803"/>
                <a:gd name="T10" fmla="*/ 2 w 449"/>
                <a:gd name="T11" fmla="*/ 5 h 803"/>
                <a:gd name="T12" fmla="*/ 2 w 449"/>
                <a:gd name="T13" fmla="*/ 4 h 803"/>
                <a:gd name="T14" fmla="*/ 2 w 449"/>
                <a:gd name="T15" fmla="*/ 4 h 803"/>
                <a:gd name="T16" fmla="*/ 2 w 449"/>
                <a:gd name="T17" fmla="*/ 4 h 803"/>
                <a:gd name="T18" fmla="*/ 2 w 449"/>
                <a:gd name="T19" fmla="*/ 3 h 803"/>
                <a:gd name="T20" fmla="*/ 1 w 449"/>
                <a:gd name="T21" fmla="*/ 3 h 803"/>
                <a:gd name="T22" fmla="*/ 1 w 449"/>
                <a:gd name="T23" fmla="*/ 2 h 803"/>
                <a:gd name="T24" fmla="*/ 1 w 449"/>
                <a:gd name="T25" fmla="*/ 2 h 803"/>
                <a:gd name="T26" fmla="*/ 1 w 449"/>
                <a:gd name="T27" fmla="*/ 2 h 803"/>
                <a:gd name="T28" fmla="*/ 1 w 449"/>
                <a:gd name="T29" fmla="*/ 1 h 803"/>
                <a:gd name="T30" fmla="*/ 1 w 449"/>
                <a:gd name="T31" fmla="*/ 1 h 803"/>
                <a:gd name="T32" fmla="*/ 1 w 449"/>
                <a:gd name="T33" fmla="*/ 0 h 803"/>
                <a:gd name="T34" fmla="*/ 1 w 449"/>
                <a:gd name="T35" fmla="*/ 0 h 803"/>
                <a:gd name="T36" fmla="*/ 0 w 449"/>
                <a:gd name="T37" fmla="*/ 0 h 803"/>
                <a:gd name="T38" fmla="*/ 0 w 449"/>
                <a:gd name="T39" fmla="*/ 0 h 803"/>
                <a:gd name="T40" fmla="*/ 0 w 449"/>
                <a:gd name="T41" fmla="*/ 1 h 803"/>
                <a:gd name="T42" fmla="*/ 0 w 449"/>
                <a:gd name="T43" fmla="*/ 1 h 803"/>
                <a:gd name="T44" fmla="*/ 0 w 449"/>
                <a:gd name="T45" fmla="*/ 2 h 803"/>
                <a:gd name="T46" fmla="*/ 0 w 449"/>
                <a:gd name="T47" fmla="*/ 2 h 803"/>
                <a:gd name="T48" fmla="*/ 0 w 449"/>
                <a:gd name="T49" fmla="*/ 3 h 803"/>
                <a:gd name="T50" fmla="*/ 1 w 449"/>
                <a:gd name="T51" fmla="*/ 3 h 803"/>
                <a:gd name="T52" fmla="*/ 1 w 449"/>
                <a:gd name="T53" fmla="*/ 4 h 803"/>
                <a:gd name="T54" fmla="*/ 1 w 449"/>
                <a:gd name="T55" fmla="*/ 4 h 803"/>
                <a:gd name="T56" fmla="*/ 1 w 449"/>
                <a:gd name="T57" fmla="*/ 4 h 803"/>
                <a:gd name="T58" fmla="*/ 2 w 449"/>
                <a:gd name="T59" fmla="*/ 5 h 803"/>
                <a:gd name="T60" fmla="*/ 2 w 449"/>
                <a:gd name="T61" fmla="*/ 5 h 803"/>
                <a:gd name="T62" fmla="*/ 2 w 449"/>
                <a:gd name="T63" fmla="*/ 5 h 803"/>
                <a:gd name="T64" fmla="*/ 2 w 449"/>
                <a:gd name="T65" fmla="*/ 6 h 803"/>
                <a:gd name="T66" fmla="*/ 3 w 449"/>
                <a:gd name="T67" fmla="*/ 6 h 803"/>
                <a:gd name="T68" fmla="*/ 3 w 449"/>
                <a:gd name="T69" fmla="*/ 6 h 803"/>
                <a:gd name="T70" fmla="*/ 3 w 449"/>
                <a:gd name="T71" fmla="*/ 6 h 803"/>
                <a:gd name="T72" fmla="*/ 3 w 449"/>
                <a:gd name="T73" fmla="*/ 6 h 803"/>
                <a:gd name="T74" fmla="*/ 3 w 449"/>
                <a:gd name="T75" fmla="*/ 6 h 803"/>
                <a:gd name="T76" fmla="*/ 3 w 449"/>
                <a:gd name="T77" fmla="*/ 6 h 803"/>
                <a:gd name="T78" fmla="*/ 3 w 449"/>
                <a:gd name="T79" fmla="*/ 6 h 803"/>
                <a:gd name="T80" fmla="*/ 4 w 449"/>
                <a:gd name="T81" fmla="*/ 6 h 803"/>
                <a:gd name="T82" fmla="*/ 4 w 449"/>
                <a:gd name="T83" fmla="*/ 6 h 803"/>
                <a:gd name="T84" fmla="*/ 4 w 449"/>
                <a:gd name="T85" fmla="*/ 6 h 803"/>
                <a:gd name="T86" fmla="*/ 4 w 449"/>
                <a:gd name="T87" fmla="*/ 6 h 803"/>
                <a:gd name="T88" fmla="*/ 3 w 449"/>
                <a:gd name="T89" fmla="*/ 6 h 803"/>
                <a:gd name="T90" fmla="*/ 3 w 449"/>
                <a:gd name="T91" fmla="*/ 6 h 80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449"/>
                <a:gd name="T139" fmla="*/ 0 h 803"/>
                <a:gd name="T140" fmla="*/ 449 w 449"/>
                <a:gd name="T141" fmla="*/ 803 h 80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449" h="803">
                  <a:moveTo>
                    <a:pt x="426" y="717"/>
                  </a:moveTo>
                  <a:lnTo>
                    <a:pt x="427" y="717"/>
                  </a:lnTo>
                  <a:lnTo>
                    <a:pt x="395" y="693"/>
                  </a:lnTo>
                  <a:lnTo>
                    <a:pt x="361" y="662"/>
                  </a:lnTo>
                  <a:lnTo>
                    <a:pt x="329" y="628"/>
                  </a:lnTo>
                  <a:lnTo>
                    <a:pt x="299" y="591"/>
                  </a:lnTo>
                  <a:lnTo>
                    <a:pt x="269" y="551"/>
                  </a:lnTo>
                  <a:lnTo>
                    <a:pt x="241" y="507"/>
                  </a:lnTo>
                  <a:lnTo>
                    <a:pt x="215" y="460"/>
                  </a:lnTo>
                  <a:lnTo>
                    <a:pt x="191" y="412"/>
                  </a:lnTo>
                  <a:lnTo>
                    <a:pt x="170" y="363"/>
                  </a:lnTo>
                  <a:lnTo>
                    <a:pt x="151" y="312"/>
                  </a:lnTo>
                  <a:lnTo>
                    <a:pt x="133" y="259"/>
                  </a:lnTo>
                  <a:lnTo>
                    <a:pt x="119" y="207"/>
                  </a:lnTo>
                  <a:lnTo>
                    <a:pt x="108" y="156"/>
                  </a:lnTo>
                  <a:lnTo>
                    <a:pt x="101" y="103"/>
                  </a:lnTo>
                  <a:lnTo>
                    <a:pt x="96" y="51"/>
                  </a:lnTo>
                  <a:lnTo>
                    <a:pt x="94" y="0"/>
                  </a:lnTo>
                  <a:lnTo>
                    <a:pt x="0" y="0"/>
                  </a:lnTo>
                  <a:lnTo>
                    <a:pt x="2" y="56"/>
                  </a:lnTo>
                  <a:lnTo>
                    <a:pt x="7" y="115"/>
                  </a:lnTo>
                  <a:lnTo>
                    <a:pt x="16" y="172"/>
                  </a:lnTo>
                  <a:lnTo>
                    <a:pt x="28" y="231"/>
                  </a:lnTo>
                  <a:lnTo>
                    <a:pt x="44" y="287"/>
                  </a:lnTo>
                  <a:lnTo>
                    <a:pt x="62" y="342"/>
                  </a:lnTo>
                  <a:lnTo>
                    <a:pt x="83" y="398"/>
                  </a:lnTo>
                  <a:lnTo>
                    <a:pt x="106" y="452"/>
                  </a:lnTo>
                  <a:lnTo>
                    <a:pt x="133" y="505"/>
                  </a:lnTo>
                  <a:lnTo>
                    <a:pt x="161" y="554"/>
                  </a:lnTo>
                  <a:lnTo>
                    <a:pt x="192" y="602"/>
                  </a:lnTo>
                  <a:lnTo>
                    <a:pt x="224" y="647"/>
                  </a:lnTo>
                  <a:lnTo>
                    <a:pt x="259" y="689"/>
                  </a:lnTo>
                  <a:lnTo>
                    <a:pt x="295" y="728"/>
                  </a:lnTo>
                  <a:lnTo>
                    <a:pt x="334" y="763"/>
                  </a:lnTo>
                  <a:lnTo>
                    <a:pt x="374" y="795"/>
                  </a:lnTo>
                  <a:lnTo>
                    <a:pt x="375" y="795"/>
                  </a:lnTo>
                  <a:lnTo>
                    <a:pt x="374" y="795"/>
                  </a:lnTo>
                  <a:lnTo>
                    <a:pt x="392" y="803"/>
                  </a:lnTo>
                  <a:lnTo>
                    <a:pt x="411" y="803"/>
                  </a:lnTo>
                  <a:lnTo>
                    <a:pt x="426" y="795"/>
                  </a:lnTo>
                  <a:lnTo>
                    <a:pt x="439" y="782"/>
                  </a:lnTo>
                  <a:lnTo>
                    <a:pt x="446" y="766"/>
                  </a:lnTo>
                  <a:lnTo>
                    <a:pt x="449" y="749"/>
                  </a:lnTo>
                  <a:lnTo>
                    <a:pt x="441" y="732"/>
                  </a:lnTo>
                  <a:lnTo>
                    <a:pt x="427" y="717"/>
                  </a:lnTo>
                  <a:lnTo>
                    <a:pt x="426" y="71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4783" name="Freeform 45"/>
            <p:cNvSpPr>
              <a:spLocks/>
            </p:cNvSpPr>
            <p:nvPr/>
          </p:nvSpPr>
          <p:spPr bwMode="auto">
            <a:xfrm>
              <a:off x="883" y="1673"/>
              <a:ext cx="379" cy="690"/>
            </a:xfrm>
            <a:custGeom>
              <a:avLst/>
              <a:gdLst>
                <a:gd name="T0" fmla="*/ 12 w 1897"/>
                <a:gd name="T1" fmla="*/ 6 h 3450"/>
                <a:gd name="T2" fmla="*/ 13 w 1897"/>
                <a:gd name="T3" fmla="*/ 7 h 3450"/>
                <a:gd name="T4" fmla="*/ 13 w 1897"/>
                <a:gd name="T5" fmla="*/ 7 h 3450"/>
                <a:gd name="T6" fmla="*/ 14 w 1897"/>
                <a:gd name="T7" fmla="*/ 8 h 3450"/>
                <a:gd name="T8" fmla="*/ 14 w 1897"/>
                <a:gd name="T9" fmla="*/ 9 h 3450"/>
                <a:gd name="T10" fmla="*/ 15 w 1897"/>
                <a:gd name="T11" fmla="*/ 10 h 3450"/>
                <a:gd name="T12" fmla="*/ 15 w 1897"/>
                <a:gd name="T13" fmla="*/ 11 h 3450"/>
                <a:gd name="T14" fmla="*/ 15 w 1897"/>
                <a:gd name="T15" fmla="*/ 11 h 3450"/>
                <a:gd name="T16" fmla="*/ 15 w 1897"/>
                <a:gd name="T17" fmla="*/ 12 h 3450"/>
                <a:gd name="T18" fmla="*/ 15 w 1897"/>
                <a:gd name="T19" fmla="*/ 26 h 3450"/>
                <a:gd name="T20" fmla="*/ 15 w 1897"/>
                <a:gd name="T21" fmla="*/ 26 h 3450"/>
                <a:gd name="T22" fmla="*/ 15 w 1897"/>
                <a:gd name="T23" fmla="*/ 27 h 3450"/>
                <a:gd name="T24" fmla="*/ 15 w 1897"/>
                <a:gd name="T25" fmla="*/ 27 h 3450"/>
                <a:gd name="T26" fmla="*/ 14 w 1897"/>
                <a:gd name="T27" fmla="*/ 27 h 3450"/>
                <a:gd name="T28" fmla="*/ 14 w 1897"/>
                <a:gd name="T29" fmla="*/ 28 h 3450"/>
                <a:gd name="T30" fmla="*/ 13 w 1897"/>
                <a:gd name="T31" fmla="*/ 28 h 3450"/>
                <a:gd name="T32" fmla="*/ 13 w 1897"/>
                <a:gd name="T33" fmla="*/ 27 h 3450"/>
                <a:gd name="T34" fmla="*/ 3 w 1897"/>
                <a:gd name="T35" fmla="*/ 21 h 3450"/>
                <a:gd name="T36" fmla="*/ 2 w 1897"/>
                <a:gd name="T37" fmla="*/ 21 h 3450"/>
                <a:gd name="T38" fmla="*/ 2 w 1897"/>
                <a:gd name="T39" fmla="*/ 20 h 3450"/>
                <a:gd name="T40" fmla="*/ 1 w 1897"/>
                <a:gd name="T41" fmla="*/ 19 h 3450"/>
                <a:gd name="T42" fmla="*/ 1 w 1897"/>
                <a:gd name="T43" fmla="*/ 19 h 3450"/>
                <a:gd name="T44" fmla="*/ 0 w 1897"/>
                <a:gd name="T45" fmla="*/ 18 h 3450"/>
                <a:gd name="T46" fmla="*/ 0 w 1897"/>
                <a:gd name="T47" fmla="*/ 17 h 3450"/>
                <a:gd name="T48" fmla="*/ 0 w 1897"/>
                <a:gd name="T49" fmla="*/ 16 h 3450"/>
                <a:gd name="T50" fmla="*/ 0 w 1897"/>
                <a:gd name="T51" fmla="*/ 15 h 3450"/>
                <a:gd name="T52" fmla="*/ 0 w 1897"/>
                <a:gd name="T53" fmla="*/ 2 h 3450"/>
                <a:gd name="T54" fmla="*/ 0 w 1897"/>
                <a:gd name="T55" fmla="*/ 1 h 3450"/>
                <a:gd name="T56" fmla="*/ 0 w 1897"/>
                <a:gd name="T57" fmla="*/ 1 h 3450"/>
                <a:gd name="T58" fmla="*/ 1 w 1897"/>
                <a:gd name="T59" fmla="*/ 0 h 3450"/>
                <a:gd name="T60" fmla="*/ 1 w 1897"/>
                <a:gd name="T61" fmla="*/ 0 h 3450"/>
                <a:gd name="T62" fmla="*/ 1 w 1897"/>
                <a:gd name="T63" fmla="*/ 0 h 3450"/>
                <a:gd name="T64" fmla="*/ 2 w 1897"/>
                <a:gd name="T65" fmla="*/ 0 h 3450"/>
                <a:gd name="T66" fmla="*/ 3 w 1897"/>
                <a:gd name="T67" fmla="*/ 0 h 3450"/>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897"/>
                <a:gd name="T103" fmla="*/ 0 h 3450"/>
                <a:gd name="T104" fmla="*/ 1897 w 1897"/>
                <a:gd name="T105" fmla="*/ 3450 h 3450"/>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897" h="3450">
                  <a:moveTo>
                    <a:pt x="357" y="49"/>
                  </a:moveTo>
                  <a:lnTo>
                    <a:pt x="1542" y="806"/>
                  </a:lnTo>
                  <a:lnTo>
                    <a:pt x="1579" y="832"/>
                  </a:lnTo>
                  <a:lnTo>
                    <a:pt x="1614" y="861"/>
                  </a:lnTo>
                  <a:lnTo>
                    <a:pt x="1648" y="895"/>
                  </a:lnTo>
                  <a:lnTo>
                    <a:pt x="1681" y="933"/>
                  </a:lnTo>
                  <a:lnTo>
                    <a:pt x="1711" y="973"/>
                  </a:lnTo>
                  <a:lnTo>
                    <a:pt x="1740" y="1016"/>
                  </a:lnTo>
                  <a:lnTo>
                    <a:pt x="1768" y="1062"/>
                  </a:lnTo>
                  <a:lnTo>
                    <a:pt x="1793" y="1109"/>
                  </a:lnTo>
                  <a:lnTo>
                    <a:pt x="1816" y="1158"/>
                  </a:lnTo>
                  <a:lnTo>
                    <a:pt x="1836" y="1208"/>
                  </a:lnTo>
                  <a:lnTo>
                    <a:pt x="1854" y="1260"/>
                  </a:lnTo>
                  <a:lnTo>
                    <a:pt x="1869" y="1313"/>
                  </a:lnTo>
                  <a:lnTo>
                    <a:pt x="1881" y="1364"/>
                  </a:lnTo>
                  <a:lnTo>
                    <a:pt x="1890" y="1417"/>
                  </a:lnTo>
                  <a:lnTo>
                    <a:pt x="1895" y="1469"/>
                  </a:lnTo>
                  <a:lnTo>
                    <a:pt x="1897" y="1519"/>
                  </a:lnTo>
                  <a:lnTo>
                    <a:pt x="1897" y="3142"/>
                  </a:lnTo>
                  <a:lnTo>
                    <a:pt x="1895" y="3190"/>
                  </a:lnTo>
                  <a:lnTo>
                    <a:pt x="1890" y="3235"/>
                  </a:lnTo>
                  <a:lnTo>
                    <a:pt x="1881" y="3276"/>
                  </a:lnTo>
                  <a:lnTo>
                    <a:pt x="1869" y="3313"/>
                  </a:lnTo>
                  <a:lnTo>
                    <a:pt x="1854" y="3346"/>
                  </a:lnTo>
                  <a:lnTo>
                    <a:pt x="1836" y="3375"/>
                  </a:lnTo>
                  <a:lnTo>
                    <a:pt x="1816" y="3398"/>
                  </a:lnTo>
                  <a:lnTo>
                    <a:pt x="1793" y="3418"/>
                  </a:lnTo>
                  <a:lnTo>
                    <a:pt x="1768" y="3434"/>
                  </a:lnTo>
                  <a:lnTo>
                    <a:pt x="1740" y="3444"/>
                  </a:lnTo>
                  <a:lnTo>
                    <a:pt x="1711" y="3450"/>
                  </a:lnTo>
                  <a:lnTo>
                    <a:pt x="1681" y="3450"/>
                  </a:lnTo>
                  <a:lnTo>
                    <a:pt x="1648" y="3445"/>
                  </a:lnTo>
                  <a:lnTo>
                    <a:pt x="1614" y="3436"/>
                  </a:lnTo>
                  <a:lnTo>
                    <a:pt x="1579" y="3421"/>
                  </a:lnTo>
                  <a:lnTo>
                    <a:pt x="1542" y="3400"/>
                  </a:lnTo>
                  <a:lnTo>
                    <a:pt x="357" y="2643"/>
                  </a:lnTo>
                  <a:lnTo>
                    <a:pt x="320" y="2618"/>
                  </a:lnTo>
                  <a:lnTo>
                    <a:pt x="285" y="2588"/>
                  </a:lnTo>
                  <a:lnTo>
                    <a:pt x="251" y="2554"/>
                  </a:lnTo>
                  <a:lnTo>
                    <a:pt x="218" y="2517"/>
                  </a:lnTo>
                  <a:lnTo>
                    <a:pt x="187" y="2477"/>
                  </a:lnTo>
                  <a:lnTo>
                    <a:pt x="157" y="2433"/>
                  </a:lnTo>
                  <a:lnTo>
                    <a:pt x="130" y="2388"/>
                  </a:lnTo>
                  <a:lnTo>
                    <a:pt x="105" y="2341"/>
                  </a:lnTo>
                  <a:lnTo>
                    <a:pt x="81" y="2292"/>
                  </a:lnTo>
                  <a:lnTo>
                    <a:pt x="61" y="2241"/>
                  </a:lnTo>
                  <a:lnTo>
                    <a:pt x="44" y="2190"/>
                  </a:lnTo>
                  <a:lnTo>
                    <a:pt x="29" y="2138"/>
                  </a:lnTo>
                  <a:lnTo>
                    <a:pt x="17" y="2085"/>
                  </a:lnTo>
                  <a:lnTo>
                    <a:pt x="7" y="2033"/>
                  </a:lnTo>
                  <a:lnTo>
                    <a:pt x="3" y="1981"/>
                  </a:lnTo>
                  <a:lnTo>
                    <a:pt x="0" y="1931"/>
                  </a:lnTo>
                  <a:lnTo>
                    <a:pt x="0" y="308"/>
                  </a:lnTo>
                  <a:lnTo>
                    <a:pt x="3" y="260"/>
                  </a:lnTo>
                  <a:lnTo>
                    <a:pt x="7" y="215"/>
                  </a:lnTo>
                  <a:lnTo>
                    <a:pt x="17" y="174"/>
                  </a:lnTo>
                  <a:lnTo>
                    <a:pt x="29" y="137"/>
                  </a:lnTo>
                  <a:lnTo>
                    <a:pt x="44" y="104"/>
                  </a:lnTo>
                  <a:lnTo>
                    <a:pt x="61" y="76"/>
                  </a:lnTo>
                  <a:lnTo>
                    <a:pt x="81" y="51"/>
                  </a:lnTo>
                  <a:lnTo>
                    <a:pt x="105" y="31"/>
                  </a:lnTo>
                  <a:lnTo>
                    <a:pt x="130" y="16"/>
                  </a:lnTo>
                  <a:lnTo>
                    <a:pt x="157" y="5"/>
                  </a:lnTo>
                  <a:lnTo>
                    <a:pt x="187" y="0"/>
                  </a:lnTo>
                  <a:lnTo>
                    <a:pt x="218" y="0"/>
                  </a:lnTo>
                  <a:lnTo>
                    <a:pt x="251" y="3"/>
                  </a:lnTo>
                  <a:lnTo>
                    <a:pt x="285" y="14"/>
                  </a:lnTo>
                  <a:lnTo>
                    <a:pt x="320" y="29"/>
                  </a:lnTo>
                  <a:lnTo>
                    <a:pt x="357" y="49"/>
                  </a:lnTo>
                  <a:close/>
                </a:path>
              </a:pathLst>
            </a:custGeom>
            <a:solidFill>
              <a:srgbClr val="BFBFB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4784" name="Freeform 46"/>
            <p:cNvSpPr>
              <a:spLocks/>
            </p:cNvSpPr>
            <p:nvPr/>
          </p:nvSpPr>
          <p:spPr bwMode="auto">
            <a:xfrm>
              <a:off x="1268" y="1663"/>
              <a:ext cx="393" cy="711"/>
            </a:xfrm>
            <a:custGeom>
              <a:avLst/>
              <a:gdLst>
                <a:gd name="T0" fmla="*/ 3 w 1962"/>
                <a:gd name="T1" fmla="*/ 7 h 3555"/>
                <a:gd name="T2" fmla="*/ 2 w 1962"/>
                <a:gd name="T3" fmla="*/ 7 h 3555"/>
                <a:gd name="T4" fmla="*/ 2 w 1962"/>
                <a:gd name="T5" fmla="*/ 8 h 3555"/>
                <a:gd name="T6" fmla="*/ 1 w 1962"/>
                <a:gd name="T7" fmla="*/ 8 h 3555"/>
                <a:gd name="T8" fmla="*/ 1 w 1962"/>
                <a:gd name="T9" fmla="*/ 9 h 3555"/>
                <a:gd name="T10" fmla="*/ 1 w 1962"/>
                <a:gd name="T11" fmla="*/ 10 h 3555"/>
                <a:gd name="T12" fmla="*/ 0 w 1962"/>
                <a:gd name="T13" fmla="*/ 11 h 3555"/>
                <a:gd name="T14" fmla="*/ 0 w 1962"/>
                <a:gd name="T15" fmla="*/ 12 h 3555"/>
                <a:gd name="T16" fmla="*/ 0 w 1962"/>
                <a:gd name="T17" fmla="*/ 13 h 3555"/>
                <a:gd name="T18" fmla="*/ 0 w 1962"/>
                <a:gd name="T19" fmla="*/ 26 h 3555"/>
                <a:gd name="T20" fmla="*/ 0 w 1962"/>
                <a:gd name="T21" fmla="*/ 27 h 3555"/>
                <a:gd name="T22" fmla="*/ 0 w 1962"/>
                <a:gd name="T23" fmla="*/ 28 h 3555"/>
                <a:gd name="T24" fmla="*/ 1 w 1962"/>
                <a:gd name="T25" fmla="*/ 28 h 3555"/>
                <a:gd name="T26" fmla="*/ 1 w 1962"/>
                <a:gd name="T27" fmla="*/ 28 h 3555"/>
                <a:gd name="T28" fmla="*/ 2 w 1962"/>
                <a:gd name="T29" fmla="*/ 28 h 3555"/>
                <a:gd name="T30" fmla="*/ 2 w 1962"/>
                <a:gd name="T31" fmla="*/ 28 h 3555"/>
                <a:gd name="T32" fmla="*/ 3 w 1962"/>
                <a:gd name="T33" fmla="*/ 28 h 3555"/>
                <a:gd name="T34" fmla="*/ 13 w 1962"/>
                <a:gd name="T35" fmla="*/ 22 h 3555"/>
                <a:gd name="T36" fmla="*/ 13 w 1962"/>
                <a:gd name="T37" fmla="*/ 21 h 3555"/>
                <a:gd name="T38" fmla="*/ 14 w 1962"/>
                <a:gd name="T39" fmla="*/ 21 h 3555"/>
                <a:gd name="T40" fmla="*/ 14 w 1962"/>
                <a:gd name="T41" fmla="*/ 20 h 3555"/>
                <a:gd name="T42" fmla="*/ 15 w 1962"/>
                <a:gd name="T43" fmla="*/ 19 h 3555"/>
                <a:gd name="T44" fmla="*/ 15 w 1962"/>
                <a:gd name="T45" fmla="*/ 18 h 3555"/>
                <a:gd name="T46" fmla="*/ 16 w 1962"/>
                <a:gd name="T47" fmla="*/ 18 h 3555"/>
                <a:gd name="T48" fmla="*/ 16 w 1962"/>
                <a:gd name="T49" fmla="*/ 17 h 3555"/>
                <a:gd name="T50" fmla="*/ 16 w 1962"/>
                <a:gd name="T51" fmla="*/ 16 h 3555"/>
                <a:gd name="T52" fmla="*/ 16 w 1962"/>
                <a:gd name="T53" fmla="*/ 2 h 3555"/>
                <a:gd name="T54" fmla="*/ 16 w 1962"/>
                <a:gd name="T55" fmla="*/ 1 h 3555"/>
                <a:gd name="T56" fmla="*/ 15 w 1962"/>
                <a:gd name="T57" fmla="*/ 1 h 3555"/>
                <a:gd name="T58" fmla="*/ 15 w 1962"/>
                <a:gd name="T59" fmla="*/ 0 h 3555"/>
                <a:gd name="T60" fmla="*/ 15 w 1962"/>
                <a:gd name="T61" fmla="*/ 0 h 3555"/>
                <a:gd name="T62" fmla="*/ 14 w 1962"/>
                <a:gd name="T63" fmla="*/ 0 h 3555"/>
                <a:gd name="T64" fmla="*/ 14 w 1962"/>
                <a:gd name="T65" fmla="*/ 0 h 3555"/>
                <a:gd name="T66" fmla="*/ 13 w 1962"/>
                <a:gd name="T67" fmla="*/ 0 h 3555"/>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962"/>
                <a:gd name="T103" fmla="*/ 0 h 3555"/>
                <a:gd name="T104" fmla="*/ 1962 w 1962"/>
                <a:gd name="T105" fmla="*/ 3555 h 3555"/>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962" h="3555">
                  <a:moveTo>
                    <a:pt x="1594" y="50"/>
                  </a:moveTo>
                  <a:lnTo>
                    <a:pt x="368" y="831"/>
                  </a:lnTo>
                  <a:lnTo>
                    <a:pt x="330" y="858"/>
                  </a:lnTo>
                  <a:lnTo>
                    <a:pt x="294" y="888"/>
                  </a:lnTo>
                  <a:lnTo>
                    <a:pt x="259" y="922"/>
                  </a:lnTo>
                  <a:lnTo>
                    <a:pt x="225" y="961"/>
                  </a:lnTo>
                  <a:lnTo>
                    <a:pt x="193" y="1003"/>
                  </a:lnTo>
                  <a:lnTo>
                    <a:pt x="163" y="1047"/>
                  </a:lnTo>
                  <a:lnTo>
                    <a:pt x="133" y="1094"/>
                  </a:lnTo>
                  <a:lnTo>
                    <a:pt x="108" y="1143"/>
                  </a:lnTo>
                  <a:lnTo>
                    <a:pt x="84" y="1193"/>
                  </a:lnTo>
                  <a:lnTo>
                    <a:pt x="63" y="1246"/>
                  </a:lnTo>
                  <a:lnTo>
                    <a:pt x="44" y="1299"/>
                  </a:lnTo>
                  <a:lnTo>
                    <a:pt x="29" y="1353"/>
                  </a:lnTo>
                  <a:lnTo>
                    <a:pt x="16" y="1405"/>
                  </a:lnTo>
                  <a:lnTo>
                    <a:pt x="7" y="1459"/>
                  </a:lnTo>
                  <a:lnTo>
                    <a:pt x="2" y="1512"/>
                  </a:lnTo>
                  <a:lnTo>
                    <a:pt x="0" y="1565"/>
                  </a:lnTo>
                  <a:lnTo>
                    <a:pt x="0" y="3237"/>
                  </a:lnTo>
                  <a:lnTo>
                    <a:pt x="2" y="3287"/>
                  </a:lnTo>
                  <a:lnTo>
                    <a:pt x="7" y="3333"/>
                  </a:lnTo>
                  <a:lnTo>
                    <a:pt x="16" y="3375"/>
                  </a:lnTo>
                  <a:lnTo>
                    <a:pt x="29" y="3413"/>
                  </a:lnTo>
                  <a:lnTo>
                    <a:pt x="44" y="3447"/>
                  </a:lnTo>
                  <a:lnTo>
                    <a:pt x="63" y="3477"/>
                  </a:lnTo>
                  <a:lnTo>
                    <a:pt x="84" y="3502"/>
                  </a:lnTo>
                  <a:lnTo>
                    <a:pt x="108" y="3522"/>
                  </a:lnTo>
                  <a:lnTo>
                    <a:pt x="133" y="3538"/>
                  </a:lnTo>
                  <a:lnTo>
                    <a:pt x="163" y="3549"/>
                  </a:lnTo>
                  <a:lnTo>
                    <a:pt x="193" y="3555"/>
                  </a:lnTo>
                  <a:lnTo>
                    <a:pt x="225" y="3555"/>
                  </a:lnTo>
                  <a:lnTo>
                    <a:pt x="259" y="3550"/>
                  </a:lnTo>
                  <a:lnTo>
                    <a:pt x="294" y="3541"/>
                  </a:lnTo>
                  <a:lnTo>
                    <a:pt x="330" y="3524"/>
                  </a:lnTo>
                  <a:lnTo>
                    <a:pt x="368" y="3503"/>
                  </a:lnTo>
                  <a:lnTo>
                    <a:pt x="1594" y="2722"/>
                  </a:lnTo>
                  <a:lnTo>
                    <a:pt x="1632" y="2696"/>
                  </a:lnTo>
                  <a:lnTo>
                    <a:pt x="1668" y="2665"/>
                  </a:lnTo>
                  <a:lnTo>
                    <a:pt x="1703" y="2631"/>
                  </a:lnTo>
                  <a:lnTo>
                    <a:pt x="1737" y="2592"/>
                  </a:lnTo>
                  <a:lnTo>
                    <a:pt x="1769" y="2551"/>
                  </a:lnTo>
                  <a:lnTo>
                    <a:pt x="1799" y="2506"/>
                  </a:lnTo>
                  <a:lnTo>
                    <a:pt x="1829" y="2460"/>
                  </a:lnTo>
                  <a:lnTo>
                    <a:pt x="1854" y="2411"/>
                  </a:lnTo>
                  <a:lnTo>
                    <a:pt x="1878" y="2361"/>
                  </a:lnTo>
                  <a:lnTo>
                    <a:pt x="1899" y="2308"/>
                  </a:lnTo>
                  <a:lnTo>
                    <a:pt x="1918" y="2256"/>
                  </a:lnTo>
                  <a:lnTo>
                    <a:pt x="1933" y="2202"/>
                  </a:lnTo>
                  <a:lnTo>
                    <a:pt x="1946" y="2149"/>
                  </a:lnTo>
                  <a:lnTo>
                    <a:pt x="1955" y="2095"/>
                  </a:lnTo>
                  <a:lnTo>
                    <a:pt x="1960" y="2042"/>
                  </a:lnTo>
                  <a:lnTo>
                    <a:pt x="1962" y="1989"/>
                  </a:lnTo>
                  <a:lnTo>
                    <a:pt x="1962" y="319"/>
                  </a:lnTo>
                  <a:lnTo>
                    <a:pt x="1960" y="269"/>
                  </a:lnTo>
                  <a:lnTo>
                    <a:pt x="1955" y="223"/>
                  </a:lnTo>
                  <a:lnTo>
                    <a:pt x="1946" y="180"/>
                  </a:lnTo>
                  <a:lnTo>
                    <a:pt x="1933" y="143"/>
                  </a:lnTo>
                  <a:lnTo>
                    <a:pt x="1918" y="109"/>
                  </a:lnTo>
                  <a:lnTo>
                    <a:pt x="1899" y="79"/>
                  </a:lnTo>
                  <a:lnTo>
                    <a:pt x="1878" y="54"/>
                  </a:lnTo>
                  <a:lnTo>
                    <a:pt x="1854" y="33"/>
                  </a:lnTo>
                  <a:lnTo>
                    <a:pt x="1829" y="17"/>
                  </a:lnTo>
                  <a:lnTo>
                    <a:pt x="1799" y="7"/>
                  </a:lnTo>
                  <a:lnTo>
                    <a:pt x="1769" y="0"/>
                  </a:lnTo>
                  <a:lnTo>
                    <a:pt x="1737" y="0"/>
                  </a:lnTo>
                  <a:lnTo>
                    <a:pt x="1703" y="4"/>
                  </a:lnTo>
                  <a:lnTo>
                    <a:pt x="1668" y="14"/>
                  </a:lnTo>
                  <a:lnTo>
                    <a:pt x="1632" y="29"/>
                  </a:lnTo>
                  <a:lnTo>
                    <a:pt x="1594" y="50"/>
                  </a:lnTo>
                  <a:close/>
                </a:path>
              </a:pathLst>
            </a:custGeom>
            <a:solidFill>
              <a:srgbClr val="E5E5E5"/>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4785" name="Freeform 47"/>
            <p:cNvSpPr>
              <a:spLocks noEditPoints="1"/>
            </p:cNvSpPr>
            <p:nvPr/>
          </p:nvSpPr>
          <p:spPr bwMode="auto">
            <a:xfrm>
              <a:off x="916" y="1589"/>
              <a:ext cx="697" cy="698"/>
            </a:xfrm>
            <a:custGeom>
              <a:avLst/>
              <a:gdLst>
                <a:gd name="T0" fmla="*/ 16 w 3485"/>
                <a:gd name="T1" fmla="*/ 0 h 3490"/>
                <a:gd name="T2" fmla="*/ 17 w 3485"/>
                <a:gd name="T3" fmla="*/ 2 h 3490"/>
                <a:gd name="T4" fmla="*/ 17 w 3485"/>
                <a:gd name="T5" fmla="*/ 3 h 3490"/>
                <a:gd name="T6" fmla="*/ 14 w 3485"/>
                <a:gd name="T7" fmla="*/ 4 h 3490"/>
                <a:gd name="T8" fmla="*/ 12 w 3485"/>
                <a:gd name="T9" fmla="*/ 4 h 3490"/>
                <a:gd name="T10" fmla="*/ 11 w 3485"/>
                <a:gd name="T11" fmla="*/ 2 h 3490"/>
                <a:gd name="T12" fmla="*/ 11 w 3485"/>
                <a:gd name="T13" fmla="*/ 1 h 3490"/>
                <a:gd name="T14" fmla="*/ 14 w 3485"/>
                <a:gd name="T15" fmla="*/ 0 h 3490"/>
                <a:gd name="T16" fmla="*/ 3 w 3485"/>
                <a:gd name="T17" fmla="*/ 7 h 3490"/>
                <a:gd name="T18" fmla="*/ 4 w 3485"/>
                <a:gd name="T19" fmla="*/ 9 h 3490"/>
                <a:gd name="T20" fmla="*/ 3 w 3485"/>
                <a:gd name="T21" fmla="*/ 12 h 3490"/>
                <a:gd name="T22" fmla="*/ 2 w 3485"/>
                <a:gd name="T23" fmla="*/ 13 h 3490"/>
                <a:gd name="T24" fmla="*/ 1 w 3485"/>
                <a:gd name="T25" fmla="*/ 12 h 3490"/>
                <a:gd name="T26" fmla="*/ 0 w 3485"/>
                <a:gd name="T27" fmla="*/ 10 h 3490"/>
                <a:gd name="T28" fmla="*/ 0 w 3485"/>
                <a:gd name="T29" fmla="*/ 8 h 3490"/>
                <a:gd name="T30" fmla="*/ 2 w 3485"/>
                <a:gd name="T31" fmla="*/ 6 h 3490"/>
                <a:gd name="T32" fmla="*/ 10 w 3485"/>
                <a:gd name="T33" fmla="*/ 20 h 3490"/>
                <a:gd name="T34" fmla="*/ 11 w 3485"/>
                <a:gd name="T35" fmla="*/ 22 h 3490"/>
                <a:gd name="T36" fmla="*/ 11 w 3485"/>
                <a:gd name="T37" fmla="*/ 25 h 3490"/>
                <a:gd name="T38" fmla="*/ 10 w 3485"/>
                <a:gd name="T39" fmla="*/ 27 h 3490"/>
                <a:gd name="T40" fmla="*/ 8 w 3485"/>
                <a:gd name="T41" fmla="*/ 26 h 3490"/>
                <a:gd name="T42" fmla="*/ 7 w 3485"/>
                <a:gd name="T43" fmla="*/ 24 h 3490"/>
                <a:gd name="T44" fmla="*/ 7 w 3485"/>
                <a:gd name="T45" fmla="*/ 22 h 3490"/>
                <a:gd name="T46" fmla="*/ 8 w 3485"/>
                <a:gd name="T47" fmla="*/ 20 h 3490"/>
                <a:gd name="T48" fmla="*/ 20 w 3485"/>
                <a:gd name="T49" fmla="*/ 21 h 3490"/>
                <a:gd name="T50" fmla="*/ 21 w 3485"/>
                <a:gd name="T51" fmla="*/ 23 h 3490"/>
                <a:gd name="T52" fmla="*/ 21 w 3485"/>
                <a:gd name="T53" fmla="*/ 26 h 3490"/>
                <a:gd name="T54" fmla="*/ 20 w 3485"/>
                <a:gd name="T55" fmla="*/ 28 h 3490"/>
                <a:gd name="T56" fmla="*/ 18 w 3485"/>
                <a:gd name="T57" fmla="*/ 28 h 3490"/>
                <a:gd name="T58" fmla="*/ 17 w 3485"/>
                <a:gd name="T59" fmla="*/ 26 h 3490"/>
                <a:gd name="T60" fmla="*/ 17 w 3485"/>
                <a:gd name="T61" fmla="*/ 23 h 3490"/>
                <a:gd name="T62" fmla="*/ 18 w 3485"/>
                <a:gd name="T63" fmla="*/ 21 h 3490"/>
                <a:gd name="T64" fmla="*/ 19 w 3485"/>
                <a:gd name="T65" fmla="*/ 11 h 3490"/>
                <a:gd name="T66" fmla="*/ 20 w 3485"/>
                <a:gd name="T67" fmla="*/ 13 h 3490"/>
                <a:gd name="T68" fmla="*/ 21 w 3485"/>
                <a:gd name="T69" fmla="*/ 15 h 3490"/>
                <a:gd name="T70" fmla="*/ 20 w 3485"/>
                <a:gd name="T71" fmla="*/ 17 h 3490"/>
                <a:gd name="T72" fmla="*/ 18 w 3485"/>
                <a:gd name="T73" fmla="*/ 17 h 3490"/>
                <a:gd name="T74" fmla="*/ 17 w 3485"/>
                <a:gd name="T75" fmla="*/ 16 h 3490"/>
                <a:gd name="T76" fmla="*/ 17 w 3485"/>
                <a:gd name="T77" fmla="*/ 13 h 3490"/>
                <a:gd name="T78" fmla="*/ 18 w 3485"/>
                <a:gd name="T79" fmla="*/ 11 h 3490"/>
                <a:gd name="T80" fmla="*/ 26 w 3485"/>
                <a:gd name="T81" fmla="*/ 7 h 3490"/>
                <a:gd name="T82" fmla="*/ 27 w 3485"/>
                <a:gd name="T83" fmla="*/ 8 h 3490"/>
                <a:gd name="T84" fmla="*/ 27 w 3485"/>
                <a:gd name="T85" fmla="*/ 11 h 3490"/>
                <a:gd name="T86" fmla="*/ 26 w 3485"/>
                <a:gd name="T87" fmla="*/ 13 h 3490"/>
                <a:gd name="T88" fmla="*/ 25 w 3485"/>
                <a:gd name="T89" fmla="*/ 13 h 3490"/>
                <a:gd name="T90" fmla="*/ 24 w 3485"/>
                <a:gd name="T91" fmla="*/ 12 h 3490"/>
                <a:gd name="T92" fmla="*/ 24 w 3485"/>
                <a:gd name="T93" fmla="*/ 9 h 3490"/>
                <a:gd name="T94" fmla="*/ 24 w 3485"/>
                <a:gd name="T95" fmla="*/ 7 h 3490"/>
                <a:gd name="T96" fmla="*/ 26 w 3485"/>
                <a:gd name="T97" fmla="*/ 17 h 3490"/>
                <a:gd name="T98" fmla="*/ 27 w 3485"/>
                <a:gd name="T99" fmla="*/ 18 h 3490"/>
                <a:gd name="T100" fmla="*/ 28 w 3485"/>
                <a:gd name="T101" fmla="*/ 21 h 3490"/>
                <a:gd name="T102" fmla="*/ 27 w 3485"/>
                <a:gd name="T103" fmla="*/ 23 h 3490"/>
                <a:gd name="T104" fmla="*/ 26 w 3485"/>
                <a:gd name="T105" fmla="*/ 24 h 3490"/>
                <a:gd name="T106" fmla="*/ 24 w 3485"/>
                <a:gd name="T107" fmla="*/ 23 h 3490"/>
                <a:gd name="T108" fmla="*/ 24 w 3485"/>
                <a:gd name="T109" fmla="*/ 20 h 3490"/>
                <a:gd name="T110" fmla="*/ 25 w 3485"/>
                <a:gd name="T111" fmla="*/ 18 h 3490"/>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w 3485"/>
                <a:gd name="T169" fmla="*/ 0 h 3490"/>
                <a:gd name="T170" fmla="*/ 3485 w 3485"/>
                <a:gd name="T171" fmla="*/ 3490 h 3490"/>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T168" t="T169" r="T170" b="T171"/>
              <a:pathLst>
                <a:path w="3485" h="3490">
                  <a:moveTo>
                    <a:pt x="1754" y="0"/>
                  </a:moveTo>
                  <a:lnTo>
                    <a:pt x="1797" y="2"/>
                  </a:lnTo>
                  <a:lnTo>
                    <a:pt x="1840" y="5"/>
                  </a:lnTo>
                  <a:lnTo>
                    <a:pt x="1881" y="12"/>
                  </a:lnTo>
                  <a:lnTo>
                    <a:pt x="1921" y="20"/>
                  </a:lnTo>
                  <a:lnTo>
                    <a:pt x="1959" y="31"/>
                  </a:lnTo>
                  <a:lnTo>
                    <a:pt x="1994" y="44"/>
                  </a:lnTo>
                  <a:lnTo>
                    <a:pt x="2028" y="59"/>
                  </a:lnTo>
                  <a:lnTo>
                    <a:pt x="2058" y="74"/>
                  </a:lnTo>
                  <a:lnTo>
                    <a:pt x="2086" y="93"/>
                  </a:lnTo>
                  <a:lnTo>
                    <a:pt x="2111" y="113"/>
                  </a:lnTo>
                  <a:lnTo>
                    <a:pt x="2132" y="133"/>
                  </a:lnTo>
                  <a:lnTo>
                    <a:pt x="2151" y="155"/>
                  </a:lnTo>
                  <a:lnTo>
                    <a:pt x="2165" y="179"/>
                  </a:lnTo>
                  <a:lnTo>
                    <a:pt x="2175" y="203"/>
                  </a:lnTo>
                  <a:lnTo>
                    <a:pt x="2182" y="229"/>
                  </a:lnTo>
                  <a:lnTo>
                    <a:pt x="2185" y="255"/>
                  </a:lnTo>
                  <a:lnTo>
                    <a:pt x="2182" y="281"/>
                  </a:lnTo>
                  <a:lnTo>
                    <a:pt x="2175" y="305"/>
                  </a:lnTo>
                  <a:lnTo>
                    <a:pt x="2165" y="330"/>
                  </a:lnTo>
                  <a:lnTo>
                    <a:pt x="2151" y="353"/>
                  </a:lnTo>
                  <a:lnTo>
                    <a:pt x="2132" y="376"/>
                  </a:lnTo>
                  <a:lnTo>
                    <a:pt x="2111" y="397"/>
                  </a:lnTo>
                  <a:lnTo>
                    <a:pt x="2086" y="417"/>
                  </a:lnTo>
                  <a:lnTo>
                    <a:pt x="2058" y="434"/>
                  </a:lnTo>
                  <a:lnTo>
                    <a:pt x="2028" y="451"/>
                  </a:lnTo>
                  <a:lnTo>
                    <a:pt x="1994" y="466"/>
                  </a:lnTo>
                  <a:lnTo>
                    <a:pt x="1959" y="479"/>
                  </a:lnTo>
                  <a:lnTo>
                    <a:pt x="1921" y="489"/>
                  </a:lnTo>
                  <a:lnTo>
                    <a:pt x="1881" y="498"/>
                  </a:lnTo>
                  <a:lnTo>
                    <a:pt x="1840" y="505"/>
                  </a:lnTo>
                  <a:lnTo>
                    <a:pt x="1797" y="508"/>
                  </a:lnTo>
                  <a:lnTo>
                    <a:pt x="1754" y="509"/>
                  </a:lnTo>
                  <a:lnTo>
                    <a:pt x="1710" y="508"/>
                  </a:lnTo>
                  <a:lnTo>
                    <a:pt x="1667" y="505"/>
                  </a:lnTo>
                  <a:lnTo>
                    <a:pt x="1626" y="498"/>
                  </a:lnTo>
                  <a:lnTo>
                    <a:pt x="1586" y="489"/>
                  </a:lnTo>
                  <a:lnTo>
                    <a:pt x="1548" y="479"/>
                  </a:lnTo>
                  <a:lnTo>
                    <a:pt x="1512" y="466"/>
                  </a:lnTo>
                  <a:lnTo>
                    <a:pt x="1479" y="451"/>
                  </a:lnTo>
                  <a:lnTo>
                    <a:pt x="1449" y="434"/>
                  </a:lnTo>
                  <a:lnTo>
                    <a:pt x="1421" y="417"/>
                  </a:lnTo>
                  <a:lnTo>
                    <a:pt x="1395" y="397"/>
                  </a:lnTo>
                  <a:lnTo>
                    <a:pt x="1374" y="376"/>
                  </a:lnTo>
                  <a:lnTo>
                    <a:pt x="1355" y="353"/>
                  </a:lnTo>
                  <a:lnTo>
                    <a:pt x="1341" y="330"/>
                  </a:lnTo>
                  <a:lnTo>
                    <a:pt x="1331" y="305"/>
                  </a:lnTo>
                  <a:lnTo>
                    <a:pt x="1324" y="281"/>
                  </a:lnTo>
                  <a:lnTo>
                    <a:pt x="1321" y="255"/>
                  </a:lnTo>
                  <a:lnTo>
                    <a:pt x="1324" y="229"/>
                  </a:lnTo>
                  <a:lnTo>
                    <a:pt x="1331" y="203"/>
                  </a:lnTo>
                  <a:lnTo>
                    <a:pt x="1341" y="179"/>
                  </a:lnTo>
                  <a:lnTo>
                    <a:pt x="1355" y="155"/>
                  </a:lnTo>
                  <a:lnTo>
                    <a:pt x="1374" y="133"/>
                  </a:lnTo>
                  <a:lnTo>
                    <a:pt x="1395" y="113"/>
                  </a:lnTo>
                  <a:lnTo>
                    <a:pt x="1421" y="93"/>
                  </a:lnTo>
                  <a:lnTo>
                    <a:pt x="1449" y="74"/>
                  </a:lnTo>
                  <a:lnTo>
                    <a:pt x="1479" y="59"/>
                  </a:lnTo>
                  <a:lnTo>
                    <a:pt x="1512" y="44"/>
                  </a:lnTo>
                  <a:lnTo>
                    <a:pt x="1548" y="31"/>
                  </a:lnTo>
                  <a:lnTo>
                    <a:pt x="1586" y="20"/>
                  </a:lnTo>
                  <a:lnTo>
                    <a:pt x="1626" y="12"/>
                  </a:lnTo>
                  <a:lnTo>
                    <a:pt x="1667" y="5"/>
                  </a:lnTo>
                  <a:lnTo>
                    <a:pt x="1710" y="2"/>
                  </a:lnTo>
                  <a:lnTo>
                    <a:pt x="1754" y="0"/>
                  </a:lnTo>
                  <a:close/>
                  <a:moveTo>
                    <a:pt x="239" y="786"/>
                  </a:moveTo>
                  <a:lnTo>
                    <a:pt x="263" y="788"/>
                  </a:lnTo>
                  <a:lnTo>
                    <a:pt x="287" y="794"/>
                  </a:lnTo>
                  <a:lnTo>
                    <a:pt x="309" y="805"/>
                  </a:lnTo>
                  <a:lnTo>
                    <a:pt x="331" y="819"/>
                  </a:lnTo>
                  <a:lnTo>
                    <a:pt x="352" y="836"/>
                  </a:lnTo>
                  <a:lnTo>
                    <a:pt x="372" y="857"/>
                  </a:lnTo>
                  <a:lnTo>
                    <a:pt x="390" y="882"/>
                  </a:lnTo>
                  <a:lnTo>
                    <a:pt x="407" y="909"/>
                  </a:lnTo>
                  <a:lnTo>
                    <a:pt x="423" y="940"/>
                  </a:lnTo>
                  <a:lnTo>
                    <a:pt x="437" y="971"/>
                  </a:lnTo>
                  <a:lnTo>
                    <a:pt x="448" y="1006"/>
                  </a:lnTo>
                  <a:lnTo>
                    <a:pt x="459" y="1043"/>
                  </a:lnTo>
                  <a:lnTo>
                    <a:pt x="467" y="1081"/>
                  </a:lnTo>
                  <a:lnTo>
                    <a:pt x="473" y="1121"/>
                  </a:lnTo>
                  <a:lnTo>
                    <a:pt x="476" y="1163"/>
                  </a:lnTo>
                  <a:lnTo>
                    <a:pt x="478" y="1206"/>
                  </a:lnTo>
                  <a:lnTo>
                    <a:pt x="476" y="1248"/>
                  </a:lnTo>
                  <a:lnTo>
                    <a:pt x="473" y="1290"/>
                  </a:lnTo>
                  <a:lnTo>
                    <a:pt x="467" y="1330"/>
                  </a:lnTo>
                  <a:lnTo>
                    <a:pt x="459" y="1367"/>
                  </a:lnTo>
                  <a:lnTo>
                    <a:pt x="448" y="1405"/>
                  </a:lnTo>
                  <a:lnTo>
                    <a:pt x="437" y="1439"/>
                  </a:lnTo>
                  <a:lnTo>
                    <a:pt x="423" y="1472"/>
                  </a:lnTo>
                  <a:lnTo>
                    <a:pt x="407" y="1501"/>
                  </a:lnTo>
                  <a:lnTo>
                    <a:pt x="390" y="1528"/>
                  </a:lnTo>
                  <a:lnTo>
                    <a:pt x="372" y="1553"/>
                  </a:lnTo>
                  <a:lnTo>
                    <a:pt x="352" y="1574"/>
                  </a:lnTo>
                  <a:lnTo>
                    <a:pt x="331" y="1591"/>
                  </a:lnTo>
                  <a:lnTo>
                    <a:pt x="309" y="1605"/>
                  </a:lnTo>
                  <a:lnTo>
                    <a:pt x="287" y="1616"/>
                  </a:lnTo>
                  <a:lnTo>
                    <a:pt x="263" y="1622"/>
                  </a:lnTo>
                  <a:lnTo>
                    <a:pt x="239" y="1624"/>
                  </a:lnTo>
                  <a:lnTo>
                    <a:pt x="214" y="1622"/>
                  </a:lnTo>
                  <a:lnTo>
                    <a:pt x="191" y="1616"/>
                  </a:lnTo>
                  <a:lnTo>
                    <a:pt x="168" y="1605"/>
                  </a:lnTo>
                  <a:lnTo>
                    <a:pt x="146" y="1591"/>
                  </a:lnTo>
                  <a:lnTo>
                    <a:pt x="125" y="1574"/>
                  </a:lnTo>
                  <a:lnTo>
                    <a:pt x="105" y="1553"/>
                  </a:lnTo>
                  <a:lnTo>
                    <a:pt x="87" y="1528"/>
                  </a:lnTo>
                  <a:lnTo>
                    <a:pt x="70" y="1501"/>
                  </a:lnTo>
                  <a:lnTo>
                    <a:pt x="55" y="1472"/>
                  </a:lnTo>
                  <a:lnTo>
                    <a:pt x="41" y="1439"/>
                  </a:lnTo>
                  <a:lnTo>
                    <a:pt x="29" y="1405"/>
                  </a:lnTo>
                  <a:lnTo>
                    <a:pt x="18" y="1367"/>
                  </a:lnTo>
                  <a:lnTo>
                    <a:pt x="10" y="1330"/>
                  </a:lnTo>
                  <a:lnTo>
                    <a:pt x="4" y="1290"/>
                  </a:lnTo>
                  <a:lnTo>
                    <a:pt x="1" y="1248"/>
                  </a:lnTo>
                  <a:lnTo>
                    <a:pt x="0" y="1206"/>
                  </a:lnTo>
                  <a:lnTo>
                    <a:pt x="1" y="1163"/>
                  </a:lnTo>
                  <a:lnTo>
                    <a:pt x="4" y="1121"/>
                  </a:lnTo>
                  <a:lnTo>
                    <a:pt x="10" y="1081"/>
                  </a:lnTo>
                  <a:lnTo>
                    <a:pt x="18" y="1043"/>
                  </a:lnTo>
                  <a:lnTo>
                    <a:pt x="29" y="1006"/>
                  </a:lnTo>
                  <a:lnTo>
                    <a:pt x="41" y="971"/>
                  </a:lnTo>
                  <a:lnTo>
                    <a:pt x="55" y="940"/>
                  </a:lnTo>
                  <a:lnTo>
                    <a:pt x="70" y="909"/>
                  </a:lnTo>
                  <a:lnTo>
                    <a:pt x="87" y="882"/>
                  </a:lnTo>
                  <a:lnTo>
                    <a:pt x="105" y="857"/>
                  </a:lnTo>
                  <a:lnTo>
                    <a:pt x="125" y="836"/>
                  </a:lnTo>
                  <a:lnTo>
                    <a:pt x="146" y="819"/>
                  </a:lnTo>
                  <a:lnTo>
                    <a:pt x="168" y="805"/>
                  </a:lnTo>
                  <a:lnTo>
                    <a:pt x="191" y="794"/>
                  </a:lnTo>
                  <a:lnTo>
                    <a:pt x="214" y="788"/>
                  </a:lnTo>
                  <a:lnTo>
                    <a:pt x="239" y="786"/>
                  </a:lnTo>
                  <a:close/>
                  <a:moveTo>
                    <a:pt x="1119" y="2495"/>
                  </a:moveTo>
                  <a:lnTo>
                    <a:pt x="1143" y="2498"/>
                  </a:lnTo>
                  <a:lnTo>
                    <a:pt x="1167" y="2504"/>
                  </a:lnTo>
                  <a:lnTo>
                    <a:pt x="1190" y="2514"/>
                  </a:lnTo>
                  <a:lnTo>
                    <a:pt x="1211" y="2528"/>
                  </a:lnTo>
                  <a:lnTo>
                    <a:pt x="1232" y="2546"/>
                  </a:lnTo>
                  <a:lnTo>
                    <a:pt x="1252" y="2567"/>
                  </a:lnTo>
                  <a:lnTo>
                    <a:pt x="1271" y="2592"/>
                  </a:lnTo>
                  <a:lnTo>
                    <a:pt x="1288" y="2618"/>
                  </a:lnTo>
                  <a:lnTo>
                    <a:pt x="1304" y="2648"/>
                  </a:lnTo>
                  <a:lnTo>
                    <a:pt x="1318" y="2681"/>
                  </a:lnTo>
                  <a:lnTo>
                    <a:pt x="1329" y="2715"/>
                  </a:lnTo>
                  <a:lnTo>
                    <a:pt x="1340" y="2752"/>
                  </a:lnTo>
                  <a:lnTo>
                    <a:pt x="1348" y="2790"/>
                  </a:lnTo>
                  <a:lnTo>
                    <a:pt x="1354" y="2830"/>
                  </a:lnTo>
                  <a:lnTo>
                    <a:pt x="1358" y="2872"/>
                  </a:lnTo>
                  <a:lnTo>
                    <a:pt x="1359" y="2914"/>
                  </a:lnTo>
                  <a:lnTo>
                    <a:pt x="1358" y="2956"/>
                  </a:lnTo>
                  <a:lnTo>
                    <a:pt x="1354" y="2998"/>
                  </a:lnTo>
                  <a:lnTo>
                    <a:pt x="1348" y="3038"/>
                  </a:lnTo>
                  <a:lnTo>
                    <a:pt x="1340" y="3077"/>
                  </a:lnTo>
                  <a:lnTo>
                    <a:pt x="1329" y="3113"/>
                  </a:lnTo>
                  <a:lnTo>
                    <a:pt x="1318" y="3147"/>
                  </a:lnTo>
                  <a:lnTo>
                    <a:pt x="1304" y="3180"/>
                  </a:lnTo>
                  <a:lnTo>
                    <a:pt x="1288" y="3209"/>
                  </a:lnTo>
                  <a:lnTo>
                    <a:pt x="1271" y="3238"/>
                  </a:lnTo>
                  <a:lnTo>
                    <a:pt x="1252" y="3261"/>
                  </a:lnTo>
                  <a:lnTo>
                    <a:pt x="1232" y="3282"/>
                  </a:lnTo>
                  <a:lnTo>
                    <a:pt x="1211" y="3301"/>
                  </a:lnTo>
                  <a:lnTo>
                    <a:pt x="1190" y="3315"/>
                  </a:lnTo>
                  <a:lnTo>
                    <a:pt x="1167" y="3325"/>
                  </a:lnTo>
                  <a:lnTo>
                    <a:pt x="1143" y="3331"/>
                  </a:lnTo>
                  <a:lnTo>
                    <a:pt x="1119" y="3334"/>
                  </a:lnTo>
                  <a:lnTo>
                    <a:pt x="1094" y="3331"/>
                  </a:lnTo>
                  <a:lnTo>
                    <a:pt x="1070" y="3325"/>
                  </a:lnTo>
                  <a:lnTo>
                    <a:pt x="1048" y="3315"/>
                  </a:lnTo>
                  <a:lnTo>
                    <a:pt x="1026" y="3301"/>
                  </a:lnTo>
                  <a:lnTo>
                    <a:pt x="1005" y="3282"/>
                  </a:lnTo>
                  <a:lnTo>
                    <a:pt x="985" y="3261"/>
                  </a:lnTo>
                  <a:lnTo>
                    <a:pt x="967" y="3238"/>
                  </a:lnTo>
                  <a:lnTo>
                    <a:pt x="950" y="3209"/>
                  </a:lnTo>
                  <a:lnTo>
                    <a:pt x="935" y="3180"/>
                  </a:lnTo>
                  <a:lnTo>
                    <a:pt x="921" y="3147"/>
                  </a:lnTo>
                  <a:lnTo>
                    <a:pt x="909" y="3113"/>
                  </a:lnTo>
                  <a:lnTo>
                    <a:pt x="898" y="3077"/>
                  </a:lnTo>
                  <a:lnTo>
                    <a:pt x="890" y="3038"/>
                  </a:lnTo>
                  <a:lnTo>
                    <a:pt x="884" y="2998"/>
                  </a:lnTo>
                  <a:lnTo>
                    <a:pt x="881" y="2956"/>
                  </a:lnTo>
                  <a:lnTo>
                    <a:pt x="880" y="2914"/>
                  </a:lnTo>
                  <a:lnTo>
                    <a:pt x="881" y="2872"/>
                  </a:lnTo>
                  <a:lnTo>
                    <a:pt x="884" y="2830"/>
                  </a:lnTo>
                  <a:lnTo>
                    <a:pt x="890" y="2790"/>
                  </a:lnTo>
                  <a:lnTo>
                    <a:pt x="898" y="2752"/>
                  </a:lnTo>
                  <a:lnTo>
                    <a:pt x="909" y="2715"/>
                  </a:lnTo>
                  <a:lnTo>
                    <a:pt x="921" y="2681"/>
                  </a:lnTo>
                  <a:lnTo>
                    <a:pt x="935" y="2648"/>
                  </a:lnTo>
                  <a:lnTo>
                    <a:pt x="950" y="2618"/>
                  </a:lnTo>
                  <a:lnTo>
                    <a:pt x="967" y="2592"/>
                  </a:lnTo>
                  <a:lnTo>
                    <a:pt x="985" y="2567"/>
                  </a:lnTo>
                  <a:lnTo>
                    <a:pt x="1005" y="2546"/>
                  </a:lnTo>
                  <a:lnTo>
                    <a:pt x="1026" y="2528"/>
                  </a:lnTo>
                  <a:lnTo>
                    <a:pt x="1048" y="2514"/>
                  </a:lnTo>
                  <a:lnTo>
                    <a:pt x="1070" y="2504"/>
                  </a:lnTo>
                  <a:lnTo>
                    <a:pt x="1094" y="2498"/>
                  </a:lnTo>
                  <a:lnTo>
                    <a:pt x="1119" y="2495"/>
                  </a:lnTo>
                  <a:close/>
                  <a:moveTo>
                    <a:pt x="2380" y="2651"/>
                  </a:moveTo>
                  <a:lnTo>
                    <a:pt x="2405" y="2654"/>
                  </a:lnTo>
                  <a:lnTo>
                    <a:pt x="2428" y="2660"/>
                  </a:lnTo>
                  <a:lnTo>
                    <a:pt x="2452" y="2670"/>
                  </a:lnTo>
                  <a:lnTo>
                    <a:pt x="2473" y="2684"/>
                  </a:lnTo>
                  <a:lnTo>
                    <a:pt x="2494" y="2703"/>
                  </a:lnTo>
                  <a:lnTo>
                    <a:pt x="2514" y="2724"/>
                  </a:lnTo>
                  <a:lnTo>
                    <a:pt x="2533" y="2747"/>
                  </a:lnTo>
                  <a:lnTo>
                    <a:pt x="2550" y="2774"/>
                  </a:lnTo>
                  <a:lnTo>
                    <a:pt x="2565" y="2805"/>
                  </a:lnTo>
                  <a:lnTo>
                    <a:pt x="2580" y="2838"/>
                  </a:lnTo>
                  <a:lnTo>
                    <a:pt x="2591" y="2872"/>
                  </a:lnTo>
                  <a:lnTo>
                    <a:pt x="2602" y="2908"/>
                  </a:lnTo>
                  <a:lnTo>
                    <a:pt x="2610" y="2947"/>
                  </a:lnTo>
                  <a:lnTo>
                    <a:pt x="2616" y="2987"/>
                  </a:lnTo>
                  <a:lnTo>
                    <a:pt x="2619" y="3029"/>
                  </a:lnTo>
                  <a:lnTo>
                    <a:pt x="2621" y="3071"/>
                  </a:lnTo>
                  <a:lnTo>
                    <a:pt x="2619" y="3113"/>
                  </a:lnTo>
                  <a:lnTo>
                    <a:pt x="2616" y="3155"/>
                  </a:lnTo>
                  <a:lnTo>
                    <a:pt x="2610" y="3195"/>
                  </a:lnTo>
                  <a:lnTo>
                    <a:pt x="2602" y="3233"/>
                  </a:lnTo>
                  <a:lnTo>
                    <a:pt x="2591" y="3270"/>
                  </a:lnTo>
                  <a:lnTo>
                    <a:pt x="2580" y="3304"/>
                  </a:lnTo>
                  <a:lnTo>
                    <a:pt x="2565" y="3337"/>
                  </a:lnTo>
                  <a:lnTo>
                    <a:pt x="2550" y="3367"/>
                  </a:lnTo>
                  <a:lnTo>
                    <a:pt x="2533" y="3393"/>
                  </a:lnTo>
                  <a:lnTo>
                    <a:pt x="2514" y="3418"/>
                  </a:lnTo>
                  <a:lnTo>
                    <a:pt x="2494" y="3439"/>
                  </a:lnTo>
                  <a:lnTo>
                    <a:pt x="2473" y="3457"/>
                  </a:lnTo>
                  <a:lnTo>
                    <a:pt x="2452" y="3471"/>
                  </a:lnTo>
                  <a:lnTo>
                    <a:pt x="2428" y="3481"/>
                  </a:lnTo>
                  <a:lnTo>
                    <a:pt x="2405" y="3487"/>
                  </a:lnTo>
                  <a:lnTo>
                    <a:pt x="2380" y="3490"/>
                  </a:lnTo>
                  <a:lnTo>
                    <a:pt x="2356" y="3487"/>
                  </a:lnTo>
                  <a:lnTo>
                    <a:pt x="2332" y="3481"/>
                  </a:lnTo>
                  <a:lnTo>
                    <a:pt x="2310" y="3471"/>
                  </a:lnTo>
                  <a:lnTo>
                    <a:pt x="2288" y="3457"/>
                  </a:lnTo>
                  <a:lnTo>
                    <a:pt x="2267" y="3439"/>
                  </a:lnTo>
                  <a:lnTo>
                    <a:pt x="2248" y="3418"/>
                  </a:lnTo>
                  <a:lnTo>
                    <a:pt x="2229" y="3393"/>
                  </a:lnTo>
                  <a:lnTo>
                    <a:pt x="2212" y="3367"/>
                  </a:lnTo>
                  <a:lnTo>
                    <a:pt x="2196" y="3337"/>
                  </a:lnTo>
                  <a:lnTo>
                    <a:pt x="2182" y="3304"/>
                  </a:lnTo>
                  <a:lnTo>
                    <a:pt x="2171" y="3270"/>
                  </a:lnTo>
                  <a:lnTo>
                    <a:pt x="2160" y="3233"/>
                  </a:lnTo>
                  <a:lnTo>
                    <a:pt x="2152" y="3195"/>
                  </a:lnTo>
                  <a:lnTo>
                    <a:pt x="2146" y="3155"/>
                  </a:lnTo>
                  <a:lnTo>
                    <a:pt x="2142" y="3113"/>
                  </a:lnTo>
                  <a:lnTo>
                    <a:pt x="2141" y="3071"/>
                  </a:lnTo>
                  <a:lnTo>
                    <a:pt x="2142" y="3029"/>
                  </a:lnTo>
                  <a:lnTo>
                    <a:pt x="2146" y="2987"/>
                  </a:lnTo>
                  <a:lnTo>
                    <a:pt x="2152" y="2947"/>
                  </a:lnTo>
                  <a:lnTo>
                    <a:pt x="2160" y="2908"/>
                  </a:lnTo>
                  <a:lnTo>
                    <a:pt x="2171" y="2872"/>
                  </a:lnTo>
                  <a:lnTo>
                    <a:pt x="2182" y="2838"/>
                  </a:lnTo>
                  <a:lnTo>
                    <a:pt x="2196" y="2805"/>
                  </a:lnTo>
                  <a:lnTo>
                    <a:pt x="2212" y="2774"/>
                  </a:lnTo>
                  <a:lnTo>
                    <a:pt x="2229" y="2747"/>
                  </a:lnTo>
                  <a:lnTo>
                    <a:pt x="2248" y="2724"/>
                  </a:lnTo>
                  <a:lnTo>
                    <a:pt x="2267" y="2703"/>
                  </a:lnTo>
                  <a:lnTo>
                    <a:pt x="2288" y="2684"/>
                  </a:lnTo>
                  <a:lnTo>
                    <a:pt x="2310" y="2670"/>
                  </a:lnTo>
                  <a:lnTo>
                    <a:pt x="2332" y="2660"/>
                  </a:lnTo>
                  <a:lnTo>
                    <a:pt x="2356" y="2654"/>
                  </a:lnTo>
                  <a:lnTo>
                    <a:pt x="2380" y="2651"/>
                  </a:lnTo>
                  <a:close/>
                  <a:moveTo>
                    <a:pt x="2342" y="1355"/>
                  </a:moveTo>
                  <a:lnTo>
                    <a:pt x="2366" y="1357"/>
                  </a:lnTo>
                  <a:lnTo>
                    <a:pt x="2390" y="1363"/>
                  </a:lnTo>
                  <a:lnTo>
                    <a:pt x="2412" y="1373"/>
                  </a:lnTo>
                  <a:lnTo>
                    <a:pt x="2434" y="1387"/>
                  </a:lnTo>
                  <a:lnTo>
                    <a:pt x="2455" y="1405"/>
                  </a:lnTo>
                  <a:lnTo>
                    <a:pt x="2475" y="1426"/>
                  </a:lnTo>
                  <a:lnTo>
                    <a:pt x="2493" y="1451"/>
                  </a:lnTo>
                  <a:lnTo>
                    <a:pt x="2510" y="1478"/>
                  </a:lnTo>
                  <a:lnTo>
                    <a:pt x="2526" y="1507"/>
                  </a:lnTo>
                  <a:lnTo>
                    <a:pt x="2540" y="1540"/>
                  </a:lnTo>
                  <a:lnTo>
                    <a:pt x="2551" y="1574"/>
                  </a:lnTo>
                  <a:lnTo>
                    <a:pt x="2562" y="1611"/>
                  </a:lnTo>
                  <a:lnTo>
                    <a:pt x="2570" y="1649"/>
                  </a:lnTo>
                  <a:lnTo>
                    <a:pt x="2576" y="1689"/>
                  </a:lnTo>
                  <a:lnTo>
                    <a:pt x="2580" y="1731"/>
                  </a:lnTo>
                  <a:lnTo>
                    <a:pt x="2581" y="1773"/>
                  </a:lnTo>
                  <a:lnTo>
                    <a:pt x="2580" y="1815"/>
                  </a:lnTo>
                  <a:lnTo>
                    <a:pt x="2576" y="1858"/>
                  </a:lnTo>
                  <a:lnTo>
                    <a:pt x="2570" y="1897"/>
                  </a:lnTo>
                  <a:lnTo>
                    <a:pt x="2562" y="1936"/>
                  </a:lnTo>
                  <a:lnTo>
                    <a:pt x="2551" y="1972"/>
                  </a:lnTo>
                  <a:lnTo>
                    <a:pt x="2540" y="2008"/>
                  </a:lnTo>
                  <a:lnTo>
                    <a:pt x="2526" y="2039"/>
                  </a:lnTo>
                  <a:lnTo>
                    <a:pt x="2510" y="2070"/>
                  </a:lnTo>
                  <a:lnTo>
                    <a:pt x="2493" y="2097"/>
                  </a:lnTo>
                  <a:lnTo>
                    <a:pt x="2475" y="2121"/>
                  </a:lnTo>
                  <a:lnTo>
                    <a:pt x="2455" y="2142"/>
                  </a:lnTo>
                  <a:lnTo>
                    <a:pt x="2434" y="2160"/>
                  </a:lnTo>
                  <a:lnTo>
                    <a:pt x="2412" y="2174"/>
                  </a:lnTo>
                  <a:lnTo>
                    <a:pt x="2390" y="2185"/>
                  </a:lnTo>
                  <a:lnTo>
                    <a:pt x="2366" y="2191"/>
                  </a:lnTo>
                  <a:lnTo>
                    <a:pt x="2342" y="2193"/>
                  </a:lnTo>
                  <a:lnTo>
                    <a:pt x="2317" y="2191"/>
                  </a:lnTo>
                  <a:lnTo>
                    <a:pt x="2294" y="2185"/>
                  </a:lnTo>
                  <a:lnTo>
                    <a:pt x="2270" y="2174"/>
                  </a:lnTo>
                  <a:lnTo>
                    <a:pt x="2249" y="2160"/>
                  </a:lnTo>
                  <a:lnTo>
                    <a:pt x="2228" y="2142"/>
                  </a:lnTo>
                  <a:lnTo>
                    <a:pt x="2208" y="2121"/>
                  </a:lnTo>
                  <a:lnTo>
                    <a:pt x="2189" y="2097"/>
                  </a:lnTo>
                  <a:lnTo>
                    <a:pt x="2173" y="2070"/>
                  </a:lnTo>
                  <a:lnTo>
                    <a:pt x="2157" y="2039"/>
                  </a:lnTo>
                  <a:lnTo>
                    <a:pt x="2142" y="2008"/>
                  </a:lnTo>
                  <a:lnTo>
                    <a:pt x="2131" y="1972"/>
                  </a:lnTo>
                  <a:lnTo>
                    <a:pt x="2120" y="1936"/>
                  </a:lnTo>
                  <a:lnTo>
                    <a:pt x="2112" y="1897"/>
                  </a:lnTo>
                  <a:lnTo>
                    <a:pt x="2106" y="1858"/>
                  </a:lnTo>
                  <a:lnTo>
                    <a:pt x="2103" y="1815"/>
                  </a:lnTo>
                  <a:lnTo>
                    <a:pt x="2101" y="1773"/>
                  </a:lnTo>
                  <a:lnTo>
                    <a:pt x="2103" y="1731"/>
                  </a:lnTo>
                  <a:lnTo>
                    <a:pt x="2106" y="1689"/>
                  </a:lnTo>
                  <a:lnTo>
                    <a:pt x="2112" y="1649"/>
                  </a:lnTo>
                  <a:lnTo>
                    <a:pt x="2120" y="1611"/>
                  </a:lnTo>
                  <a:lnTo>
                    <a:pt x="2131" y="1574"/>
                  </a:lnTo>
                  <a:lnTo>
                    <a:pt x="2142" y="1540"/>
                  </a:lnTo>
                  <a:lnTo>
                    <a:pt x="2157" y="1507"/>
                  </a:lnTo>
                  <a:lnTo>
                    <a:pt x="2173" y="1478"/>
                  </a:lnTo>
                  <a:lnTo>
                    <a:pt x="2189" y="1451"/>
                  </a:lnTo>
                  <a:lnTo>
                    <a:pt x="2208" y="1426"/>
                  </a:lnTo>
                  <a:lnTo>
                    <a:pt x="2228" y="1405"/>
                  </a:lnTo>
                  <a:lnTo>
                    <a:pt x="2249" y="1387"/>
                  </a:lnTo>
                  <a:lnTo>
                    <a:pt x="2270" y="1373"/>
                  </a:lnTo>
                  <a:lnTo>
                    <a:pt x="2294" y="1363"/>
                  </a:lnTo>
                  <a:lnTo>
                    <a:pt x="2317" y="1357"/>
                  </a:lnTo>
                  <a:lnTo>
                    <a:pt x="2342" y="1355"/>
                  </a:lnTo>
                  <a:close/>
                  <a:moveTo>
                    <a:pt x="3179" y="819"/>
                  </a:moveTo>
                  <a:lnTo>
                    <a:pt x="3204" y="821"/>
                  </a:lnTo>
                  <a:lnTo>
                    <a:pt x="3227" y="827"/>
                  </a:lnTo>
                  <a:lnTo>
                    <a:pt x="3250" y="838"/>
                  </a:lnTo>
                  <a:lnTo>
                    <a:pt x="3272" y="852"/>
                  </a:lnTo>
                  <a:lnTo>
                    <a:pt x="3293" y="869"/>
                  </a:lnTo>
                  <a:lnTo>
                    <a:pt x="3312" y="890"/>
                  </a:lnTo>
                  <a:lnTo>
                    <a:pt x="3331" y="915"/>
                  </a:lnTo>
                  <a:lnTo>
                    <a:pt x="3348" y="942"/>
                  </a:lnTo>
                  <a:lnTo>
                    <a:pt x="3363" y="971"/>
                  </a:lnTo>
                  <a:lnTo>
                    <a:pt x="3377" y="1004"/>
                  </a:lnTo>
                  <a:lnTo>
                    <a:pt x="3389" y="1038"/>
                  </a:lnTo>
                  <a:lnTo>
                    <a:pt x="3400" y="1076"/>
                  </a:lnTo>
                  <a:lnTo>
                    <a:pt x="3408" y="1113"/>
                  </a:lnTo>
                  <a:lnTo>
                    <a:pt x="3414" y="1153"/>
                  </a:lnTo>
                  <a:lnTo>
                    <a:pt x="3417" y="1195"/>
                  </a:lnTo>
                  <a:lnTo>
                    <a:pt x="3418" y="1237"/>
                  </a:lnTo>
                  <a:lnTo>
                    <a:pt x="3417" y="1280"/>
                  </a:lnTo>
                  <a:lnTo>
                    <a:pt x="3414" y="1322"/>
                  </a:lnTo>
                  <a:lnTo>
                    <a:pt x="3408" y="1362"/>
                  </a:lnTo>
                  <a:lnTo>
                    <a:pt x="3400" y="1399"/>
                  </a:lnTo>
                  <a:lnTo>
                    <a:pt x="3389" y="1437"/>
                  </a:lnTo>
                  <a:lnTo>
                    <a:pt x="3377" y="1471"/>
                  </a:lnTo>
                  <a:lnTo>
                    <a:pt x="3363" y="1503"/>
                  </a:lnTo>
                  <a:lnTo>
                    <a:pt x="3348" y="1533"/>
                  </a:lnTo>
                  <a:lnTo>
                    <a:pt x="3331" y="1560"/>
                  </a:lnTo>
                  <a:lnTo>
                    <a:pt x="3312" y="1584"/>
                  </a:lnTo>
                  <a:lnTo>
                    <a:pt x="3293" y="1605"/>
                  </a:lnTo>
                  <a:lnTo>
                    <a:pt x="3272" y="1623"/>
                  </a:lnTo>
                  <a:lnTo>
                    <a:pt x="3250" y="1637"/>
                  </a:lnTo>
                  <a:lnTo>
                    <a:pt x="3227" y="1648"/>
                  </a:lnTo>
                  <a:lnTo>
                    <a:pt x="3204" y="1654"/>
                  </a:lnTo>
                  <a:lnTo>
                    <a:pt x="3179" y="1656"/>
                  </a:lnTo>
                  <a:lnTo>
                    <a:pt x="3155" y="1654"/>
                  </a:lnTo>
                  <a:lnTo>
                    <a:pt x="3131" y="1648"/>
                  </a:lnTo>
                  <a:lnTo>
                    <a:pt x="3108" y="1637"/>
                  </a:lnTo>
                  <a:lnTo>
                    <a:pt x="3087" y="1623"/>
                  </a:lnTo>
                  <a:lnTo>
                    <a:pt x="3066" y="1605"/>
                  </a:lnTo>
                  <a:lnTo>
                    <a:pt x="3046" y="1584"/>
                  </a:lnTo>
                  <a:lnTo>
                    <a:pt x="3027" y="1560"/>
                  </a:lnTo>
                  <a:lnTo>
                    <a:pt x="3011" y="1533"/>
                  </a:lnTo>
                  <a:lnTo>
                    <a:pt x="2994" y="1503"/>
                  </a:lnTo>
                  <a:lnTo>
                    <a:pt x="2980" y="1471"/>
                  </a:lnTo>
                  <a:lnTo>
                    <a:pt x="2968" y="1437"/>
                  </a:lnTo>
                  <a:lnTo>
                    <a:pt x="2958" y="1399"/>
                  </a:lnTo>
                  <a:lnTo>
                    <a:pt x="2950" y="1362"/>
                  </a:lnTo>
                  <a:lnTo>
                    <a:pt x="2944" y="1322"/>
                  </a:lnTo>
                  <a:lnTo>
                    <a:pt x="2940" y="1280"/>
                  </a:lnTo>
                  <a:lnTo>
                    <a:pt x="2939" y="1237"/>
                  </a:lnTo>
                  <a:lnTo>
                    <a:pt x="2940" y="1195"/>
                  </a:lnTo>
                  <a:lnTo>
                    <a:pt x="2944" y="1153"/>
                  </a:lnTo>
                  <a:lnTo>
                    <a:pt x="2950" y="1113"/>
                  </a:lnTo>
                  <a:lnTo>
                    <a:pt x="2958" y="1076"/>
                  </a:lnTo>
                  <a:lnTo>
                    <a:pt x="2968" y="1038"/>
                  </a:lnTo>
                  <a:lnTo>
                    <a:pt x="2980" y="1004"/>
                  </a:lnTo>
                  <a:lnTo>
                    <a:pt x="2994" y="971"/>
                  </a:lnTo>
                  <a:lnTo>
                    <a:pt x="3011" y="942"/>
                  </a:lnTo>
                  <a:lnTo>
                    <a:pt x="3027" y="915"/>
                  </a:lnTo>
                  <a:lnTo>
                    <a:pt x="3046" y="890"/>
                  </a:lnTo>
                  <a:lnTo>
                    <a:pt x="3066" y="869"/>
                  </a:lnTo>
                  <a:lnTo>
                    <a:pt x="3087" y="852"/>
                  </a:lnTo>
                  <a:lnTo>
                    <a:pt x="3108" y="838"/>
                  </a:lnTo>
                  <a:lnTo>
                    <a:pt x="3131" y="827"/>
                  </a:lnTo>
                  <a:lnTo>
                    <a:pt x="3155" y="821"/>
                  </a:lnTo>
                  <a:lnTo>
                    <a:pt x="3179" y="819"/>
                  </a:lnTo>
                  <a:close/>
                  <a:moveTo>
                    <a:pt x="3246" y="2144"/>
                  </a:moveTo>
                  <a:lnTo>
                    <a:pt x="3271" y="2146"/>
                  </a:lnTo>
                  <a:lnTo>
                    <a:pt x="3294" y="2152"/>
                  </a:lnTo>
                  <a:lnTo>
                    <a:pt x="3316" y="2162"/>
                  </a:lnTo>
                  <a:lnTo>
                    <a:pt x="3339" y="2176"/>
                  </a:lnTo>
                  <a:lnTo>
                    <a:pt x="3360" y="2194"/>
                  </a:lnTo>
                  <a:lnTo>
                    <a:pt x="3380" y="2215"/>
                  </a:lnTo>
                  <a:lnTo>
                    <a:pt x="3397" y="2240"/>
                  </a:lnTo>
                  <a:lnTo>
                    <a:pt x="3415" y="2267"/>
                  </a:lnTo>
                  <a:lnTo>
                    <a:pt x="3430" y="2296"/>
                  </a:lnTo>
                  <a:lnTo>
                    <a:pt x="3444" y="2329"/>
                  </a:lnTo>
                  <a:lnTo>
                    <a:pt x="3456" y="2363"/>
                  </a:lnTo>
                  <a:lnTo>
                    <a:pt x="3466" y="2400"/>
                  </a:lnTo>
                  <a:lnTo>
                    <a:pt x="3475" y="2438"/>
                  </a:lnTo>
                  <a:lnTo>
                    <a:pt x="3480" y="2478"/>
                  </a:lnTo>
                  <a:lnTo>
                    <a:pt x="3484" y="2520"/>
                  </a:lnTo>
                  <a:lnTo>
                    <a:pt x="3485" y="2562"/>
                  </a:lnTo>
                  <a:lnTo>
                    <a:pt x="3484" y="2604"/>
                  </a:lnTo>
                  <a:lnTo>
                    <a:pt x="3480" y="2647"/>
                  </a:lnTo>
                  <a:lnTo>
                    <a:pt x="3475" y="2686"/>
                  </a:lnTo>
                  <a:lnTo>
                    <a:pt x="3466" y="2725"/>
                  </a:lnTo>
                  <a:lnTo>
                    <a:pt x="3456" y="2762"/>
                  </a:lnTo>
                  <a:lnTo>
                    <a:pt x="3444" y="2796"/>
                  </a:lnTo>
                  <a:lnTo>
                    <a:pt x="3430" y="2828"/>
                  </a:lnTo>
                  <a:lnTo>
                    <a:pt x="3415" y="2858"/>
                  </a:lnTo>
                  <a:lnTo>
                    <a:pt x="3397" y="2886"/>
                  </a:lnTo>
                  <a:lnTo>
                    <a:pt x="3380" y="2909"/>
                  </a:lnTo>
                  <a:lnTo>
                    <a:pt x="3360" y="2930"/>
                  </a:lnTo>
                  <a:lnTo>
                    <a:pt x="3339" y="2949"/>
                  </a:lnTo>
                  <a:lnTo>
                    <a:pt x="3316" y="2963"/>
                  </a:lnTo>
                  <a:lnTo>
                    <a:pt x="3294" y="2974"/>
                  </a:lnTo>
                  <a:lnTo>
                    <a:pt x="3271" y="2980"/>
                  </a:lnTo>
                  <a:lnTo>
                    <a:pt x="3246" y="2982"/>
                  </a:lnTo>
                  <a:lnTo>
                    <a:pt x="3222" y="2980"/>
                  </a:lnTo>
                  <a:lnTo>
                    <a:pt x="3198" y="2974"/>
                  </a:lnTo>
                  <a:lnTo>
                    <a:pt x="3176" y="2963"/>
                  </a:lnTo>
                  <a:lnTo>
                    <a:pt x="3154" y="2949"/>
                  </a:lnTo>
                  <a:lnTo>
                    <a:pt x="3133" y="2930"/>
                  </a:lnTo>
                  <a:lnTo>
                    <a:pt x="3113" y="2909"/>
                  </a:lnTo>
                  <a:lnTo>
                    <a:pt x="3095" y="2886"/>
                  </a:lnTo>
                  <a:lnTo>
                    <a:pt x="3077" y="2858"/>
                  </a:lnTo>
                  <a:lnTo>
                    <a:pt x="3062" y="2828"/>
                  </a:lnTo>
                  <a:lnTo>
                    <a:pt x="3048" y="2796"/>
                  </a:lnTo>
                  <a:lnTo>
                    <a:pt x="3036" y="2762"/>
                  </a:lnTo>
                  <a:lnTo>
                    <a:pt x="3026" y="2725"/>
                  </a:lnTo>
                  <a:lnTo>
                    <a:pt x="3018" y="2686"/>
                  </a:lnTo>
                  <a:lnTo>
                    <a:pt x="3012" y="2647"/>
                  </a:lnTo>
                  <a:lnTo>
                    <a:pt x="3008" y="2604"/>
                  </a:lnTo>
                  <a:lnTo>
                    <a:pt x="3007" y="2562"/>
                  </a:lnTo>
                  <a:lnTo>
                    <a:pt x="3008" y="2520"/>
                  </a:lnTo>
                  <a:lnTo>
                    <a:pt x="3012" y="2478"/>
                  </a:lnTo>
                  <a:lnTo>
                    <a:pt x="3018" y="2438"/>
                  </a:lnTo>
                  <a:lnTo>
                    <a:pt x="3026" y="2400"/>
                  </a:lnTo>
                  <a:lnTo>
                    <a:pt x="3036" y="2363"/>
                  </a:lnTo>
                  <a:lnTo>
                    <a:pt x="3048" y="2329"/>
                  </a:lnTo>
                  <a:lnTo>
                    <a:pt x="3062" y="2296"/>
                  </a:lnTo>
                  <a:lnTo>
                    <a:pt x="3077" y="2267"/>
                  </a:lnTo>
                  <a:lnTo>
                    <a:pt x="3095" y="2240"/>
                  </a:lnTo>
                  <a:lnTo>
                    <a:pt x="3113" y="2215"/>
                  </a:lnTo>
                  <a:lnTo>
                    <a:pt x="3133" y="2194"/>
                  </a:lnTo>
                  <a:lnTo>
                    <a:pt x="3154" y="2176"/>
                  </a:lnTo>
                  <a:lnTo>
                    <a:pt x="3176" y="2162"/>
                  </a:lnTo>
                  <a:lnTo>
                    <a:pt x="3198" y="2152"/>
                  </a:lnTo>
                  <a:lnTo>
                    <a:pt x="3222" y="2146"/>
                  </a:lnTo>
                  <a:lnTo>
                    <a:pt x="3246" y="214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4786" name="Freeform 48"/>
            <p:cNvSpPr>
              <a:spLocks/>
            </p:cNvSpPr>
            <p:nvPr/>
          </p:nvSpPr>
          <p:spPr bwMode="auto">
            <a:xfrm>
              <a:off x="1267" y="1588"/>
              <a:ext cx="87" cy="52"/>
            </a:xfrm>
            <a:custGeom>
              <a:avLst/>
              <a:gdLst>
                <a:gd name="T0" fmla="*/ 3 w 437"/>
                <a:gd name="T1" fmla="*/ 2 h 260"/>
                <a:gd name="T2" fmla="*/ 3 w 437"/>
                <a:gd name="T3" fmla="*/ 2 h 260"/>
                <a:gd name="T4" fmla="*/ 3 w 437"/>
                <a:gd name="T5" fmla="*/ 2 h 260"/>
                <a:gd name="T6" fmla="*/ 3 w 437"/>
                <a:gd name="T7" fmla="*/ 2 h 260"/>
                <a:gd name="T8" fmla="*/ 3 w 437"/>
                <a:gd name="T9" fmla="*/ 1 h 260"/>
                <a:gd name="T10" fmla="*/ 3 w 437"/>
                <a:gd name="T11" fmla="*/ 1 h 260"/>
                <a:gd name="T12" fmla="*/ 3 w 437"/>
                <a:gd name="T13" fmla="*/ 1 h 260"/>
                <a:gd name="T14" fmla="*/ 3 w 437"/>
                <a:gd name="T15" fmla="*/ 1 h 260"/>
                <a:gd name="T16" fmla="*/ 3 w 437"/>
                <a:gd name="T17" fmla="*/ 1 h 260"/>
                <a:gd name="T18" fmla="*/ 2 w 437"/>
                <a:gd name="T19" fmla="*/ 1 h 260"/>
                <a:gd name="T20" fmla="*/ 2 w 437"/>
                <a:gd name="T21" fmla="*/ 0 h 260"/>
                <a:gd name="T22" fmla="*/ 2 w 437"/>
                <a:gd name="T23" fmla="*/ 0 h 260"/>
                <a:gd name="T24" fmla="*/ 2 w 437"/>
                <a:gd name="T25" fmla="*/ 0 h 260"/>
                <a:gd name="T26" fmla="*/ 1 w 437"/>
                <a:gd name="T27" fmla="*/ 0 h 260"/>
                <a:gd name="T28" fmla="*/ 1 w 437"/>
                <a:gd name="T29" fmla="*/ 0 h 260"/>
                <a:gd name="T30" fmla="*/ 1 w 437"/>
                <a:gd name="T31" fmla="*/ 0 h 260"/>
                <a:gd name="T32" fmla="*/ 0 w 437"/>
                <a:gd name="T33" fmla="*/ 0 h 260"/>
                <a:gd name="T34" fmla="*/ 0 w 437"/>
                <a:gd name="T35" fmla="*/ 0 h 260"/>
                <a:gd name="T36" fmla="*/ 0 w 437"/>
                <a:gd name="T37" fmla="*/ 0 h 260"/>
                <a:gd name="T38" fmla="*/ 0 w 437"/>
                <a:gd name="T39" fmla="*/ 0 h 260"/>
                <a:gd name="T40" fmla="*/ 1 w 437"/>
                <a:gd name="T41" fmla="*/ 0 h 260"/>
                <a:gd name="T42" fmla="*/ 1 w 437"/>
                <a:gd name="T43" fmla="*/ 0 h 260"/>
                <a:gd name="T44" fmla="*/ 1 w 437"/>
                <a:gd name="T45" fmla="*/ 0 h 260"/>
                <a:gd name="T46" fmla="*/ 2 w 437"/>
                <a:gd name="T47" fmla="*/ 0 h 260"/>
                <a:gd name="T48" fmla="*/ 2 w 437"/>
                <a:gd name="T49" fmla="*/ 0 h 260"/>
                <a:gd name="T50" fmla="*/ 2 w 437"/>
                <a:gd name="T51" fmla="*/ 1 h 260"/>
                <a:gd name="T52" fmla="*/ 2 w 437"/>
                <a:gd name="T53" fmla="*/ 1 h 260"/>
                <a:gd name="T54" fmla="*/ 3 w 437"/>
                <a:gd name="T55" fmla="*/ 1 h 260"/>
                <a:gd name="T56" fmla="*/ 3 w 437"/>
                <a:gd name="T57" fmla="*/ 1 h 260"/>
                <a:gd name="T58" fmla="*/ 3 w 437"/>
                <a:gd name="T59" fmla="*/ 1 h 260"/>
                <a:gd name="T60" fmla="*/ 3 w 437"/>
                <a:gd name="T61" fmla="*/ 1 h 260"/>
                <a:gd name="T62" fmla="*/ 3 w 437"/>
                <a:gd name="T63" fmla="*/ 1 h 260"/>
                <a:gd name="T64" fmla="*/ 3 w 437"/>
                <a:gd name="T65" fmla="*/ 2 h 260"/>
                <a:gd name="T66" fmla="*/ 3 w 437"/>
                <a:gd name="T67" fmla="*/ 2 h 260"/>
                <a:gd name="T68" fmla="*/ 3 w 437"/>
                <a:gd name="T69" fmla="*/ 2 h 260"/>
                <a:gd name="T70" fmla="*/ 3 w 437"/>
                <a:gd name="T71" fmla="*/ 2 h 260"/>
                <a:gd name="T72" fmla="*/ 3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437" y="260"/>
                  </a:moveTo>
                  <a:lnTo>
                    <a:pt x="437" y="260"/>
                  </a:lnTo>
                  <a:lnTo>
                    <a:pt x="434" y="233"/>
                  </a:lnTo>
                  <a:lnTo>
                    <a:pt x="427" y="206"/>
                  </a:lnTo>
                  <a:lnTo>
                    <a:pt x="417" y="181"/>
                  </a:lnTo>
                  <a:lnTo>
                    <a:pt x="401" y="157"/>
                  </a:lnTo>
                  <a:lnTo>
                    <a:pt x="383" y="133"/>
                  </a:lnTo>
                  <a:lnTo>
                    <a:pt x="360" y="113"/>
                  </a:lnTo>
                  <a:lnTo>
                    <a:pt x="336" y="93"/>
                  </a:lnTo>
                  <a:lnTo>
                    <a:pt x="308" y="73"/>
                  </a:lnTo>
                  <a:lnTo>
                    <a:pt x="276" y="58"/>
                  </a:lnTo>
                  <a:lnTo>
                    <a:pt x="242" y="43"/>
                  </a:lnTo>
                  <a:lnTo>
                    <a:pt x="207" y="30"/>
                  </a:lnTo>
                  <a:lnTo>
                    <a:pt x="168" y="19"/>
                  </a:lnTo>
                  <a:lnTo>
                    <a:pt x="128" y="11"/>
                  </a:lnTo>
                  <a:lnTo>
                    <a:pt x="87" y="4"/>
                  </a:lnTo>
                  <a:lnTo>
                    <a:pt x="43" y="1"/>
                  </a:lnTo>
                  <a:lnTo>
                    <a:pt x="0" y="0"/>
                  </a:lnTo>
                  <a:lnTo>
                    <a:pt x="0" y="11"/>
                  </a:lnTo>
                  <a:lnTo>
                    <a:pt x="43" y="12"/>
                  </a:lnTo>
                  <a:lnTo>
                    <a:pt x="85" y="16"/>
                  </a:lnTo>
                  <a:lnTo>
                    <a:pt x="126" y="23"/>
                  </a:lnTo>
                  <a:lnTo>
                    <a:pt x="166" y="31"/>
                  </a:lnTo>
                  <a:lnTo>
                    <a:pt x="202" y="42"/>
                  </a:lnTo>
                  <a:lnTo>
                    <a:pt x="237" y="55"/>
                  </a:lnTo>
                  <a:lnTo>
                    <a:pt x="271" y="70"/>
                  </a:lnTo>
                  <a:lnTo>
                    <a:pt x="301" y="85"/>
                  </a:lnTo>
                  <a:lnTo>
                    <a:pt x="329" y="103"/>
                  </a:lnTo>
                  <a:lnTo>
                    <a:pt x="353" y="123"/>
                  </a:lnTo>
                  <a:lnTo>
                    <a:pt x="373" y="143"/>
                  </a:lnTo>
                  <a:lnTo>
                    <a:pt x="392" y="164"/>
                  </a:lnTo>
                  <a:lnTo>
                    <a:pt x="405" y="186"/>
                  </a:lnTo>
                  <a:lnTo>
                    <a:pt x="415" y="211"/>
                  </a:lnTo>
                  <a:lnTo>
                    <a:pt x="422" y="235"/>
                  </a:lnTo>
                  <a:lnTo>
                    <a:pt x="425" y="260"/>
                  </a:lnTo>
                  <a:lnTo>
                    <a:pt x="437"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4787" name="Freeform 49"/>
            <p:cNvSpPr>
              <a:spLocks/>
            </p:cNvSpPr>
            <p:nvPr/>
          </p:nvSpPr>
          <p:spPr bwMode="auto">
            <a:xfrm>
              <a:off x="1267" y="1640"/>
              <a:ext cx="87" cy="52"/>
            </a:xfrm>
            <a:custGeom>
              <a:avLst/>
              <a:gdLst>
                <a:gd name="T0" fmla="*/ 0 w 437"/>
                <a:gd name="T1" fmla="*/ 2 h 260"/>
                <a:gd name="T2" fmla="*/ 0 w 437"/>
                <a:gd name="T3" fmla="*/ 2 h 260"/>
                <a:gd name="T4" fmla="*/ 0 w 437"/>
                <a:gd name="T5" fmla="*/ 2 h 260"/>
                <a:gd name="T6" fmla="*/ 1 w 437"/>
                <a:gd name="T7" fmla="*/ 2 h 260"/>
                <a:gd name="T8" fmla="*/ 1 w 437"/>
                <a:gd name="T9" fmla="*/ 2 h 260"/>
                <a:gd name="T10" fmla="*/ 1 w 437"/>
                <a:gd name="T11" fmla="*/ 2 h 260"/>
                <a:gd name="T12" fmla="*/ 2 w 437"/>
                <a:gd name="T13" fmla="*/ 2 h 260"/>
                <a:gd name="T14" fmla="*/ 2 w 437"/>
                <a:gd name="T15" fmla="*/ 2 h 260"/>
                <a:gd name="T16" fmla="*/ 2 w 437"/>
                <a:gd name="T17" fmla="*/ 2 h 260"/>
                <a:gd name="T18" fmla="*/ 2 w 437"/>
                <a:gd name="T19" fmla="*/ 1 h 260"/>
                <a:gd name="T20" fmla="*/ 3 w 437"/>
                <a:gd name="T21" fmla="*/ 1 h 260"/>
                <a:gd name="T22" fmla="*/ 3 w 437"/>
                <a:gd name="T23" fmla="*/ 1 h 260"/>
                <a:gd name="T24" fmla="*/ 3 w 437"/>
                <a:gd name="T25" fmla="*/ 1 h 260"/>
                <a:gd name="T26" fmla="*/ 3 w 437"/>
                <a:gd name="T27" fmla="*/ 1 h 260"/>
                <a:gd name="T28" fmla="*/ 3 w 437"/>
                <a:gd name="T29" fmla="*/ 1 h 260"/>
                <a:gd name="T30" fmla="*/ 3 w 437"/>
                <a:gd name="T31" fmla="*/ 0 h 260"/>
                <a:gd name="T32" fmla="*/ 3 w 437"/>
                <a:gd name="T33" fmla="*/ 0 h 260"/>
                <a:gd name="T34" fmla="*/ 3 w 437"/>
                <a:gd name="T35" fmla="*/ 0 h 260"/>
                <a:gd name="T36" fmla="*/ 3 w 437"/>
                <a:gd name="T37" fmla="*/ 0 h 260"/>
                <a:gd name="T38" fmla="*/ 3 w 437"/>
                <a:gd name="T39" fmla="*/ 0 h 260"/>
                <a:gd name="T40" fmla="*/ 3 w 437"/>
                <a:gd name="T41" fmla="*/ 0 h 260"/>
                <a:gd name="T42" fmla="*/ 3 w 437"/>
                <a:gd name="T43" fmla="*/ 1 h 260"/>
                <a:gd name="T44" fmla="*/ 3 w 437"/>
                <a:gd name="T45" fmla="*/ 1 h 260"/>
                <a:gd name="T46" fmla="*/ 3 w 437"/>
                <a:gd name="T47" fmla="*/ 1 h 260"/>
                <a:gd name="T48" fmla="*/ 3 w 437"/>
                <a:gd name="T49" fmla="*/ 1 h 260"/>
                <a:gd name="T50" fmla="*/ 3 w 437"/>
                <a:gd name="T51" fmla="*/ 1 h 260"/>
                <a:gd name="T52" fmla="*/ 2 w 437"/>
                <a:gd name="T53" fmla="*/ 1 h 260"/>
                <a:gd name="T54" fmla="*/ 2 w 437"/>
                <a:gd name="T55" fmla="*/ 2 h 260"/>
                <a:gd name="T56" fmla="*/ 2 w 437"/>
                <a:gd name="T57" fmla="*/ 2 h 260"/>
                <a:gd name="T58" fmla="*/ 2 w 437"/>
                <a:gd name="T59" fmla="*/ 2 h 260"/>
                <a:gd name="T60" fmla="*/ 1 w 437"/>
                <a:gd name="T61" fmla="*/ 2 h 260"/>
                <a:gd name="T62" fmla="*/ 1 w 437"/>
                <a:gd name="T63" fmla="*/ 2 h 260"/>
                <a:gd name="T64" fmla="*/ 1 w 437"/>
                <a:gd name="T65" fmla="*/ 2 h 260"/>
                <a:gd name="T66" fmla="*/ 0 w 437"/>
                <a:gd name="T67" fmla="*/ 2 h 260"/>
                <a:gd name="T68" fmla="*/ 0 w 437"/>
                <a:gd name="T69" fmla="*/ 2 h 260"/>
                <a:gd name="T70" fmla="*/ 0 w 437"/>
                <a:gd name="T71" fmla="*/ 2 h 260"/>
                <a:gd name="T72" fmla="*/ 0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0" y="260"/>
                  </a:moveTo>
                  <a:lnTo>
                    <a:pt x="0" y="260"/>
                  </a:lnTo>
                  <a:lnTo>
                    <a:pt x="43" y="259"/>
                  </a:lnTo>
                  <a:lnTo>
                    <a:pt x="87" y="255"/>
                  </a:lnTo>
                  <a:lnTo>
                    <a:pt x="128" y="248"/>
                  </a:lnTo>
                  <a:lnTo>
                    <a:pt x="168" y="240"/>
                  </a:lnTo>
                  <a:lnTo>
                    <a:pt x="207" y="230"/>
                  </a:lnTo>
                  <a:lnTo>
                    <a:pt x="242" y="217"/>
                  </a:lnTo>
                  <a:lnTo>
                    <a:pt x="276" y="202"/>
                  </a:lnTo>
                  <a:lnTo>
                    <a:pt x="308" y="185"/>
                  </a:lnTo>
                  <a:lnTo>
                    <a:pt x="336" y="166"/>
                  </a:lnTo>
                  <a:lnTo>
                    <a:pt x="360" y="146"/>
                  </a:lnTo>
                  <a:lnTo>
                    <a:pt x="383" y="125"/>
                  </a:lnTo>
                  <a:lnTo>
                    <a:pt x="401" y="102"/>
                  </a:lnTo>
                  <a:lnTo>
                    <a:pt x="417" y="77"/>
                  </a:lnTo>
                  <a:lnTo>
                    <a:pt x="427" y="53"/>
                  </a:lnTo>
                  <a:lnTo>
                    <a:pt x="434" y="27"/>
                  </a:lnTo>
                  <a:lnTo>
                    <a:pt x="437" y="0"/>
                  </a:lnTo>
                  <a:lnTo>
                    <a:pt x="425" y="0"/>
                  </a:lnTo>
                  <a:lnTo>
                    <a:pt x="422" y="24"/>
                  </a:lnTo>
                  <a:lnTo>
                    <a:pt x="415" y="48"/>
                  </a:lnTo>
                  <a:lnTo>
                    <a:pt x="405" y="73"/>
                  </a:lnTo>
                  <a:lnTo>
                    <a:pt x="392" y="95"/>
                  </a:lnTo>
                  <a:lnTo>
                    <a:pt x="373" y="116"/>
                  </a:lnTo>
                  <a:lnTo>
                    <a:pt x="353" y="137"/>
                  </a:lnTo>
                  <a:lnTo>
                    <a:pt x="329" y="157"/>
                  </a:lnTo>
                  <a:lnTo>
                    <a:pt x="301" y="173"/>
                  </a:lnTo>
                  <a:lnTo>
                    <a:pt x="271" y="190"/>
                  </a:lnTo>
                  <a:lnTo>
                    <a:pt x="237" y="205"/>
                  </a:lnTo>
                  <a:lnTo>
                    <a:pt x="202" y="218"/>
                  </a:lnTo>
                  <a:lnTo>
                    <a:pt x="166" y="228"/>
                  </a:lnTo>
                  <a:lnTo>
                    <a:pt x="126" y="237"/>
                  </a:lnTo>
                  <a:lnTo>
                    <a:pt x="85" y="244"/>
                  </a:lnTo>
                  <a:lnTo>
                    <a:pt x="43" y="247"/>
                  </a:lnTo>
                  <a:lnTo>
                    <a:pt x="0" y="248"/>
                  </a:lnTo>
                  <a:lnTo>
                    <a:pt x="0"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4788" name="Freeform 50"/>
            <p:cNvSpPr>
              <a:spLocks/>
            </p:cNvSpPr>
            <p:nvPr/>
          </p:nvSpPr>
          <p:spPr bwMode="auto">
            <a:xfrm>
              <a:off x="1179" y="1640"/>
              <a:ext cx="88" cy="52"/>
            </a:xfrm>
            <a:custGeom>
              <a:avLst/>
              <a:gdLst>
                <a:gd name="T0" fmla="*/ 0 w 439"/>
                <a:gd name="T1" fmla="*/ 0 h 260"/>
                <a:gd name="T2" fmla="*/ 0 w 439"/>
                <a:gd name="T3" fmla="*/ 0 h 260"/>
                <a:gd name="T4" fmla="*/ 0 w 439"/>
                <a:gd name="T5" fmla="*/ 0 h 260"/>
                <a:gd name="T6" fmla="*/ 0 w 439"/>
                <a:gd name="T7" fmla="*/ 0 h 260"/>
                <a:gd name="T8" fmla="*/ 0 w 439"/>
                <a:gd name="T9" fmla="*/ 1 h 260"/>
                <a:gd name="T10" fmla="*/ 0 w 439"/>
                <a:gd name="T11" fmla="*/ 1 h 260"/>
                <a:gd name="T12" fmla="*/ 0 w 439"/>
                <a:gd name="T13" fmla="*/ 1 h 260"/>
                <a:gd name="T14" fmla="*/ 1 w 439"/>
                <a:gd name="T15" fmla="*/ 1 h 260"/>
                <a:gd name="T16" fmla="*/ 1 w 439"/>
                <a:gd name="T17" fmla="*/ 1 h 260"/>
                <a:gd name="T18" fmla="*/ 1 w 439"/>
                <a:gd name="T19" fmla="*/ 1 h 260"/>
                <a:gd name="T20" fmla="*/ 1 w 439"/>
                <a:gd name="T21" fmla="*/ 2 h 260"/>
                <a:gd name="T22" fmla="*/ 2 w 439"/>
                <a:gd name="T23" fmla="*/ 2 h 260"/>
                <a:gd name="T24" fmla="*/ 2 w 439"/>
                <a:gd name="T25" fmla="*/ 2 h 260"/>
                <a:gd name="T26" fmla="*/ 2 w 439"/>
                <a:gd name="T27" fmla="*/ 2 h 260"/>
                <a:gd name="T28" fmla="*/ 2 w 439"/>
                <a:gd name="T29" fmla="*/ 2 h 260"/>
                <a:gd name="T30" fmla="*/ 3 w 439"/>
                <a:gd name="T31" fmla="*/ 2 h 260"/>
                <a:gd name="T32" fmla="*/ 3 w 439"/>
                <a:gd name="T33" fmla="*/ 2 h 260"/>
                <a:gd name="T34" fmla="*/ 4 w 439"/>
                <a:gd name="T35" fmla="*/ 2 h 260"/>
                <a:gd name="T36" fmla="*/ 4 w 439"/>
                <a:gd name="T37" fmla="*/ 2 h 260"/>
                <a:gd name="T38" fmla="*/ 3 w 439"/>
                <a:gd name="T39" fmla="*/ 2 h 260"/>
                <a:gd name="T40" fmla="*/ 3 w 439"/>
                <a:gd name="T41" fmla="*/ 2 h 260"/>
                <a:gd name="T42" fmla="*/ 3 w 439"/>
                <a:gd name="T43" fmla="*/ 2 h 260"/>
                <a:gd name="T44" fmla="*/ 2 w 439"/>
                <a:gd name="T45" fmla="*/ 2 h 260"/>
                <a:gd name="T46" fmla="*/ 2 w 439"/>
                <a:gd name="T47" fmla="*/ 2 h 260"/>
                <a:gd name="T48" fmla="*/ 2 w 439"/>
                <a:gd name="T49" fmla="*/ 2 h 260"/>
                <a:gd name="T50" fmla="*/ 1 w 439"/>
                <a:gd name="T51" fmla="*/ 2 h 260"/>
                <a:gd name="T52" fmla="*/ 1 w 439"/>
                <a:gd name="T53" fmla="*/ 1 h 260"/>
                <a:gd name="T54" fmla="*/ 1 w 439"/>
                <a:gd name="T55" fmla="*/ 1 h 260"/>
                <a:gd name="T56" fmla="*/ 1 w 439"/>
                <a:gd name="T57" fmla="*/ 1 h 260"/>
                <a:gd name="T58" fmla="*/ 1 w 439"/>
                <a:gd name="T59" fmla="*/ 1 h 260"/>
                <a:gd name="T60" fmla="*/ 0 w 439"/>
                <a:gd name="T61" fmla="*/ 1 h 260"/>
                <a:gd name="T62" fmla="*/ 0 w 439"/>
                <a:gd name="T63" fmla="*/ 1 h 260"/>
                <a:gd name="T64" fmla="*/ 0 w 439"/>
                <a:gd name="T65" fmla="*/ 0 h 260"/>
                <a:gd name="T66" fmla="*/ 0 w 439"/>
                <a:gd name="T67" fmla="*/ 0 h 260"/>
                <a:gd name="T68" fmla="*/ 0 w 439"/>
                <a:gd name="T69" fmla="*/ 0 h 260"/>
                <a:gd name="T70" fmla="*/ 0 w 439"/>
                <a:gd name="T71" fmla="*/ 0 h 260"/>
                <a:gd name="T72" fmla="*/ 0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0" y="0"/>
                  </a:moveTo>
                  <a:lnTo>
                    <a:pt x="0" y="0"/>
                  </a:lnTo>
                  <a:lnTo>
                    <a:pt x="3" y="27"/>
                  </a:lnTo>
                  <a:lnTo>
                    <a:pt x="10" y="53"/>
                  </a:lnTo>
                  <a:lnTo>
                    <a:pt x="20" y="77"/>
                  </a:lnTo>
                  <a:lnTo>
                    <a:pt x="35" y="102"/>
                  </a:lnTo>
                  <a:lnTo>
                    <a:pt x="54" y="125"/>
                  </a:lnTo>
                  <a:lnTo>
                    <a:pt x="76" y="146"/>
                  </a:lnTo>
                  <a:lnTo>
                    <a:pt x="102" y="166"/>
                  </a:lnTo>
                  <a:lnTo>
                    <a:pt x="130" y="185"/>
                  </a:lnTo>
                  <a:lnTo>
                    <a:pt x="162" y="202"/>
                  </a:lnTo>
                  <a:lnTo>
                    <a:pt x="195" y="217"/>
                  </a:lnTo>
                  <a:lnTo>
                    <a:pt x="231" y="230"/>
                  </a:lnTo>
                  <a:lnTo>
                    <a:pt x="270" y="240"/>
                  </a:lnTo>
                  <a:lnTo>
                    <a:pt x="310" y="248"/>
                  </a:lnTo>
                  <a:lnTo>
                    <a:pt x="351" y="255"/>
                  </a:lnTo>
                  <a:lnTo>
                    <a:pt x="395" y="259"/>
                  </a:lnTo>
                  <a:lnTo>
                    <a:pt x="439" y="260"/>
                  </a:lnTo>
                  <a:lnTo>
                    <a:pt x="439" y="248"/>
                  </a:lnTo>
                  <a:lnTo>
                    <a:pt x="395" y="247"/>
                  </a:lnTo>
                  <a:lnTo>
                    <a:pt x="353" y="244"/>
                  </a:lnTo>
                  <a:lnTo>
                    <a:pt x="312" y="237"/>
                  </a:lnTo>
                  <a:lnTo>
                    <a:pt x="272" y="228"/>
                  </a:lnTo>
                  <a:lnTo>
                    <a:pt x="236" y="218"/>
                  </a:lnTo>
                  <a:lnTo>
                    <a:pt x="200" y="205"/>
                  </a:lnTo>
                  <a:lnTo>
                    <a:pt x="167" y="190"/>
                  </a:lnTo>
                  <a:lnTo>
                    <a:pt x="137" y="173"/>
                  </a:lnTo>
                  <a:lnTo>
                    <a:pt x="109" y="157"/>
                  </a:lnTo>
                  <a:lnTo>
                    <a:pt x="84" y="137"/>
                  </a:lnTo>
                  <a:lnTo>
                    <a:pt x="64" y="116"/>
                  </a:lnTo>
                  <a:lnTo>
                    <a:pt x="45" y="95"/>
                  </a:lnTo>
                  <a:lnTo>
                    <a:pt x="32" y="73"/>
                  </a:lnTo>
                  <a:lnTo>
                    <a:pt x="21" y="48"/>
                  </a:lnTo>
                  <a:lnTo>
                    <a:pt x="14" y="24"/>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4789" name="Freeform 51"/>
            <p:cNvSpPr>
              <a:spLocks/>
            </p:cNvSpPr>
            <p:nvPr/>
          </p:nvSpPr>
          <p:spPr bwMode="auto">
            <a:xfrm>
              <a:off x="1179" y="1588"/>
              <a:ext cx="88" cy="52"/>
            </a:xfrm>
            <a:custGeom>
              <a:avLst/>
              <a:gdLst>
                <a:gd name="T0" fmla="*/ 4 w 439"/>
                <a:gd name="T1" fmla="*/ 0 h 260"/>
                <a:gd name="T2" fmla="*/ 4 w 439"/>
                <a:gd name="T3" fmla="*/ 0 h 260"/>
                <a:gd name="T4" fmla="*/ 3 w 439"/>
                <a:gd name="T5" fmla="*/ 0 h 260"/>
                <a:gd name="T6" fmla="*/ 3 w 439"/>
                <a:gd name="T7" fmla="*/ 0 h 260"/>
                <a:gd name="T8" fmla="*/ 2 w 439"/>
                <a:gd name="T9" fmla="*/ 0 h 260"/>
                <a:gd name="T10" fmla="*/ 2 w 439"/>
                <a:gd name="T11" fmla="*/ 0 h 260"/>
                <a:gd name="T12" fmla="*/ 2 w 439"/>
                <a:gd name="T13" fmla="*/ 0 h 260"/>
                <a:gd name="T14" fmla="*/ 2 w 439"/>
                <a:gd name="T15" fmla="*/ 0 h 260"/>
                <a:gd name="T16" fmla="*/ 1 w 439"/>
                <a:gd name="T17" fmla="*/ 0 h 260"/>
                <a:gd name="T18" fmla="*/ 1 w 439"/>
                <a:gd name="T19" fmla="*/ 1 h 260"/>
                <a:gd name="T20" fmla="*/ 1 w 439"/>
                <a:gd name="T21" fmla="*/ 1 h 260"/>
                <a:gd name="T22" fmla="*/ 1 w 439"/>
                <a:gd name="T23" fmla="*/ 1 h 260"/>
                <a:gd name="T24" fmla="*/ 0 w 439"/>
                <a:gd name="T25" fmla="*/ 1 h 260"/>
                <a:gd name="T26" fmla="*/ 0 w 439"/>
                <a:gd name="T27" fmla="*/ 1 h 260"/>
                <a:gd name="T28" fmla="*/ 0 w 439"/>
                <a:gd name="T29" fmla="*/ 1 h 260"/>
                <a:gd name="T30" fmla="*/ 0 w 439"/>
                <a:gd name="T31" fmla="*/ 2 h 260"/>
                <a:gd name="T32" fmla="*/ 0 w 439"/>
                <a:gd name="T33" fmla="*/ 2 h 260"/>
                <a:gd name="T34" fmla="*/ 0 w 439"/>
                <a:gd name="T35" fmla="*/ 2 h 260"/>
                <a:gd name="T36" fmla="*/ 0 w 439"/>
                <a:gd name="T37" fmla="*/ 2 h 260"/>
                <a:gd name="T38" fmla="*/ 0 w 439"/>
                <a:gd name="T39" fmla="*/ 2 h 260"/>
                <a:gd name="T40" fmla="*/ 0 w 439"/>
                <a:gd name="T41" fmla="*/ 2 h 260"/>
                <a:gd name="T42" fmla="*/ 0 w 439"/>
                <a:gd name="T43" fmla="*/ 1 h 260"/>
                <a:gd name="T44" fmla="*/ 0 w 439"/>
                <a:gd name="T45" fmla="*/ 1 h 260"/>
                <a:gd name="T46" fmla="*/ 1 w 439"/>
                <a:gd name="T47" fmla="*/ 1 h 260"/>
                <a:gd name="T48" fmla="*/ 1 w 439"/>
                <a:gd name="T49" fmla="*/ 1 h 260"/>
                <a:gd name="T50" fmla="*/ 1 w 439"/>
                <a:gd name="T51" fmla="*/ 1 h 260"/>
                <a:gd name="T52" fmla="*/ 1 w 439"/>
                <a:gd name="T53" fmla="*/ 1 h 260"/>
                <a:gd name="T54" fmla="*/ 1 w 439"/>
                <a:gd name="T55" fmla="*/ 1 h 260"/>
                <a:gd name="T56" fmla="*/ 2 w 439"/>
                <a:gd name="T57" fmla="*/ 0 h 260"/>
                <a:gd name="T58" fmla="*/ 2 w 439"/>
                <a:gd name="T59" fmla="*/ 0 h 260"/>
                <a:gd name="T60" fmla="*/ 2 w 439"/>
                <a:gd name="T61" fmla="*/ 0 h 260"/>
                <a:gd name="T62" fmla="*/ 3 w 439"/>
                <a:gd name="T63" fmla="*/ 0 h 260"/>
                <a:gd name="T64" fmla="*/ 3 w 439"/>
                <a:gd name="T65" fmla="*/ 0 h 260"/>
                <a:gd name="T66" fmla="*/ 3 w 439"/>
                <a:gd name="T67" fmla="*/ 0 h 260"/>
                <a:gd name="T68" fmla="*/ 4 w 439"/>
                <a:gd name="T69" fmla="*/ 0 h 260"/>
                <a:gd name="T70" fmla="*/ 4 w 439"/>
                <a:gd name="T71" fmla="*/ 0 h 260"/>
                <a:gd name="T72" fmla="*/ 4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439" y="0"/>
                  </a:moveTo>
                  <a:lnTo>
                    <a:pt x="439" y="0"/>
                  </a:lnTo>
                  <a:lnTo>
                    <a:pt x="395" y="1"/>
                  </a:lnTo>
                  <a:lnTo>
                    <a:pt x="351" y="4"/>
                  </a:lnTo>
                  <a:lnTo>
                    <a:pt x="310" y="11"/>
                  </a:lnTo>
                  <a:lnTo>
                    <a:pt x="270" y="19"/>
                  </a:lnTo>
                  <a:lnTo>
                    <a:pt x="231" y="30"/>
                  </a:lnTo>
                  <a:lnTo>
                    <a:pt x="195" y="43"/>
                  </a:lnTo>
                  <a:lnTo>
                    <a:pt x="162" y="58"/>
                  </a:lnTo>
                  <a:lnTo>
                    <a:pt x="130" y="73"/>
                  </a:lnTo>
                  <a:lnTo>
                    <a:pt x="102" y="93"/>
                  </a:lnTo>
                  <a:lnTo>
                    <a:pt x="76" y="113"/>
                  </a:lnTo>
                  <a:lnTo>
                    <a:pt x="54" y="133"/>
                  </a:lnTo>
                  <a:lnTo>
                    <a:pt x="35" y="157"/>
                  </a:lnTo>
                  <a:lnTo>
                    <a:pt x="20" y="181"/>
                  </a:lnTo>
                  <a:lnTo>
                    <a:pt x="10" y="206"/>
                  </a:lnTo>
                  <a:lnTo>
                    <a:pt x="3" y="233"/>
                  </a:lnTo>
                  <a:lnTo>
                    <a:pt x="0" y="260"/>
                  </a:lnTo>
                  <a:lnTo>
                    <a:pt x="12" y="260"/>
                  </a:lnTo>
                  <a:lnTo>
                    <a:pt x="14" y="235"/>
                  </a:lnTo>
                  <a:lnTo>
                    <a:pt x="21" y="211"/>
                  </a:lnTo>
                  <a:lnTo>
                    <a:pt x="32" y="186"/>
                  </a:lnTo>
                  <a:lnTo>
                    <a:pt x="45" y="164"/>
                  </a:lnTo>
                  <a:lnTo>
                    <a:pt x="64" y="143"/>
                  </a:lnTo>
                  <a:lnTo>
                    <a:pt x="84" y="123"/>
                  </a:lnTo>
                  <a:lnTo>
                    <a:pt x="109" y="103"/>
                  </a:lnTo>
                  <a:lnTo>
                    <a:pt x="137" y="85"/>
                  </a:lnTo>
                  <a:lnTo>
                    <a:pt x="167" y="70"/>
                  </a:lnTo>
                  <a:lnTo>
                    <a:pt x="200" y="55"/>
                  </a:lnTo>
                  <a:lnTo>
                    <a:pt x="236" y="42"/>
                  </a:lnTo>
                  <a:lnTo>
                    <a:pt x="272" y="31"/>
                  </a:lnTo>
                  <a:lnTo>
                    <a:pt x="312" y="23"/>
                  </a:lnTo>
                  <a:lnTo>
                    <a:pt x="353" y="16"/>
                  </a:lnTo>
                  <a:lnTo>
                    <a:pt x="395" y="12"/>
                  </a:lnTo>
                  <a:lnTo>
                    <a:pt x="439" y="11"/>
                  </a:lnTo>
                  <a:lnTo>
                    <a:pt x="439"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4790" name="Freeform 52"/>
            <p:cNvSpPr>
              <a:spLocks/>
            </p:cNvSpPr>
            <p:nvPr/>
          </p:nvSpPr>
          <p:spPr bwMode="auto">
            <a:xfrm>
              <a:off x="964" y="1745"/>
              <a:ext cx="48" cy="85"/>
            </a:xfrm>
            <a:custGeom>
              <a:avLst/>
              <a:gdLst>
                <a:gd name="T0" fmla="*/ 2 w 244"/>
                <a:gd name="T1" fmla="*/ 3 h 426"/>
                <a:gd name="T2" fmla="*/ 2 w 244"/>
                <a:gd name="T3" fmla="*/ 3 h 426"/>
                <a:gd name="T4" fmla="*/ 2 w 244"/>
                <a:gd name="T5" fmla="*/ 3 h 426"/>
                <a:gd name="T6" fmla="*/ 2 w 244"/>
                <a:gd name="T7" fmla="*/ 3 h 426"/>
                <a:gd name="T8" fmla="*/ 2 w 244"/>
                <a:gd name="T9" fmla="*/ 2 h 426"/>
                <a:gd name="T10" fmla="*/ 2 w 244"/>
                <a:gd name="T11" fmla="*/ 2 h 426"/>
                <a:gd name="T12" fmla="*/ 2 w 244"/>
                <a:gd name="T13" fmla="*/ 2 h 426"/>
                <a:gd name="T14" fmla="*/ 2 w 244"/>
                <a:gd name="T15" fmla="*/ 2 h 426"/>
                <a:gd name="T16" fmla="*/ 1 w 244"/>
                <a:gd name="T17" fmla="*/ 1 h 426"/>
                <a:gd name="T18" fmla="*/ 1 w 244"/>
                <a:gd name="T19" fmla="*/ 1 h 426"/>
                <a:gd name="T20" fmla="*/ 1 w 244"/>
                <a:gd name="T21" fmla="*/ 1 h 426"/>
                <a:gd name="T22" fmla="*/ 1 w 244"/>
                <a:gd name="T23" fmla="*/ 1 h 426"/>
                <a:gd name="T24" fmla="*/ 1 w 244"/>
                <a:gd name="T25" fmla="*/ 0 h 426"/>
                <a:gd name="T26" fmla="*/ 1 w 244"/>
                <a:gd name="T27" fmla="*/ 0 h 426"/>
                <a:gd name="T28" fmla="*/ 1 w 244"/>
                <a:gd name="T29" fmla="*/ 0 h 426"/>
                <a:gd name="T30" fmla="*/ 0 w 244"/>
                <a:gd name="T31" fmla="*/ 0 h 426"/>
                <a:gd name="T32" fmla="*/ 0 w 244"/>
                <a:gd name="T33" fmla="*/ 0 h 426"/>
                <a:gd name="T34" fmla="*/ 0 w 244"/>
                <a:gd name="T35" fmla="*/ 0 h 426"/>
                <a:gd name="T36" fmla="*/ 0 w 244"/>
                <a:gd name="T37" fmla="*/ 0 h 426"/>
                <a:gd name="T38" fmla="*/ 0 w 244"/>
                <a:gd name="T39" fmla="*/ 0 h 426"/>
                <a:gd name="T40" fmla="*/ 0 w 244"/>
                <a:gd name="T41" fmla="*/ 0 h 426"/>
                <a:gd name="T42" fmla="*/ 1 w 244"/>
                <a:gd name="T43" fmla="*/ 0 h 426"/>
                <a:gd name="T44" fmla="*/ 1 w 244"/>
                <a:gd name="T45" fmla="*/ 0 h 426"/>
                <a:gd name="T46" fmla="*/ 1 w 244"/>
                <a:gd name="T47" fmla="*/ 0 h 426"/>
                <a:gd name="T48" fmla="*/ 1 w 244"/>
                <a:gd name="T49" fmla="*/ 1 h 426"/>
                <a:gd name="T50" fmla="*/ 1 w 244"/>
                <a:gd name="T51" fmla="*/ 1 h 426"/>
                <a:gd name="T52" fmla="*/ 1 w 244"/>
                <a:gd name="T53" fmla="*/ 1 h 426"/>
                <a:gd name="T54" fmla="*/ 1 w 244"/>
                <a:gd name="T55" fmla="*/ 1 h 426"/>
                <a:gd name="T56" fmla="*/ 1 w 244"/>
                <a:gd name="T57" fmla="*/ 2 h 426"/>
                <a:gd name="T58" fmla="*/ 2 w 244"/>
                <a:gd name="T59" fmla="*/ 2 h 426"/>
                <a:gd name="T60" fmla="*/ 2 w 244"/>
                <a:gd name="T61" fmla="*/ 2 h 426"/>
                <a:gd name="T62" fmla="*/ 2 w 244"/>
                <a:gd name="T63" fmla="*/ 2 h 426"/>
                <a:gd name="T64" fmla="*/ 2 w 244"/>
                <a:gd name="T65" fmla="*/ 3 h 426"/>
                <a:gd name="T66" fmla="*/ 2 w 244"/>
                <a:gd name="T67" fmla="*/ 3 h 426"/>
                <a:gd name="T68" fmla="*/ 2 w 244"/>
                <a:gd name="T69" fmla="*/ 3 h 426"/>
                <a:gd name="T70" fmla="*/ 2 w 244"/>
                <a:gd name="T71" fmla="*/ 3 h 426"/>
                <a:gd name="T72" fmla="*/ 2 w 244"/>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6"/>
                <a:gd name="T113" fmla="*/ 244 w 244"/>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6">
                  <a:moveTo>
                    <a:pt x="244" y="426"/>
                  </a:moveTo>
                  <a:lnTo>
                    <a:pt x="244" y="426"/>
                  </a:lnTo>
                  <a:lnTo>
                    <a:pt x="243" y="383"/>
                  </a:lnTo>
                  <a:lnTo>
                    <a:pt x="240" y="340"/>
                  </a:lnTo>
                  <a:lnTo>
                    <a:pt x="234" y="300"/>
                  </a:lnTo>
                  <a:lnTo>
                    <a:pt x="226" y="262"/>
                  </a:lnTo>
                  <a:lnTo>
                    <a:pt x="215" y="224"/>
                  </a:lnTo>
                  <a:lnTo>
                    <a:pt x="203" y="189"/>
                  </a:lnTo>
                  <a:lnTo>
                    <a:pt x="189" y="157"/>
                  </a:lnTo>
                  <a:lnTo>
                    <a:pt x="174" y="126"/>
                  </a:lnTo>
                  <a:lnTo>
                    <a:pt x="155" y="99"/>
                  </a:lnTo>
                  <a:lnTo>
                    <a:pt x="138" y="74"/>
                  </a:lnTo>
                  <a:lnTo>
                    <a:pt x="118" y="52"/>
                  </a:lnTo>
                  <a:lnTo>
                    <a:pt x="96" y="34"/>
                  </a:lnTo>
                  <a:lnTo>
                    <a:pt x="73" y="19"/>
                  </a:lnTo>
                  <a:lnTo>
                    <a:pt x="50" y="8"/>
                  </a:lnTo>
                  <a:lnTo>
                    <a:pt x="25" y="2"/>
                  </a:lnTo>
                  <a:lnTo>
                    <a:pt x="0" y="0"/>
                  </a:lnTo>
                  <a:lnTo>
                    <a:pt x="0" y="12"/>
                  </a:lnTo>
                  <a:lnTo>
                    <a:pt x="23" y="14"/>
                  </a:lnTo>
                  <a:lnTo>
                    <a:pt x="45" y="20"/>
                  </a:lnTo>
                  <a:lnTo>
                    <a:pt x="66" y="31"/>
                  </a:lnTo>
                  <a:lnTo>
                    <a:pt x="89" y="43"/>
                  </a:lnTo>
                  <a:lnTo>
                    <a:pt x="109" y="61"/>
                  </a:lnTo>
                  <a:lnTo>
                    <a:pt x="129" y="81"/>
                  </a:lnTo>
                  <a:lnTo>
                    <a:pt x="146" y="106"/>
                  </a:lnTo>
                  <a:lnTo>
                    <a:pt x="162" y="133"/>
                  </a:lnTo>
                  <a:lnTo>
                    <a:pt x="178" y="162"/>
                  </a:lnTo>
                  <a:lnTo>
                    <a:pt x="192" y="194"/>
                  </a:lnTo>
                  <a:lnTo>
                    <a:pt x="203" y="229"/>
                  </a:lnTo>
                  <a:lnTo>
                    <a:pt x="214" y="264"/>
                  </a:lnTo>
                  <a:lnTo>
                    <a:pt x="222" y="303"/>
                  </a:lnTo>
                  <a:lnTo>
                    <a:pt x="228" y="342"/>
                  </a:lnTo>
                  <a:lnTo>
                    <a:pt x="232" y="383"/>
                  </a:lnTo>
                  <a:lnTo>
                    <a:pt x="233" y="426"/>
                  </a:lnTo>
                  <a:lnTo>
                    <a:pt x="244"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4791" name="Freeform 53"/>
            <p:cNvSpPr>
              <a:spLocks/>
            </p:cNvSpPr>
            <p:nvPr/>
          </p:nvSpPr>
          <p:spPr bwMode="auto">
            <a:xfrm>
              <a:off x="964" y="1830"/>
              <a:ext cx="48" cy="85"/>
            </a:xfrm>
            <a:custGeom>
              <a:avLst/>
              <a:gdLst>
                <a:gd name="T0" fmla="*/ 0 w 244"/>
                <a:gd name="T1" fmla="*/ 3 h 424"/>
                <a:gd name="T2" fmla="*/ 0 w 244"/>
                <a:gd name="T3" fmla="*/ 3 h 424"/>
                <a:gd name="T4" fmla="*/ 0 w 244"/>
                <a:gd name="T5" fmla="*/ 3 h 424"/>
                <a:gd name="T6" fmla="*/ 0 w 244"/>
                <a:gd name="T7" fmla="*/ 3 h 424"/>
                <a:gd name="T8" fmla="*/ 1 w 244"/>
                <a:gd name="T9" fmla="*/ 3 h 424"/>
                <a:gd name="T10" fmla="*/ 1 w 244"/>
                <a:gd name="T11" fmla="*/ 3 h 424"/>
                <a:gd name="T12" fmla="*/ 1 w 244"/>
                <a:gd name="T13" fmla="*/ 3 h 424"/>
                <a:gd name="T14" fmla="*/ 1 w 244"/>
                <a:gd name="T15" fmla="*/ 3 h 424"/>
                <a:gd name="T16" fmla="*/ 1 w 244"/>
                <a:gd name="T17" fmla="*/ 3 h 424"/>
                <a:gd name="T18" fmla="*/ 1 w 244"/>
                <a:gd name="T19" fmla="*/ 2 h 424"/>
                <a:gd name="T20" fmla="*/ 1 w 244"/>
                <a:gd name="T21" fmla="*/ 2 h 424"/>
                <a:gd name="T22" fmla="*/ 2 w 244"/>
                <a:gd name="T23" fmla="*/ 2 h 424"/>
                <a:gd name="T24" fmla="*/ 2 w 244"/>
                <a:gd name="T25" fmla="*/ 2 h 424"/>
                <a:gd name="T26" fmla="*/ 2 w 244"/>
                <a:gd name="T27" fmla="*/ 1 h 424"/>
                <a:gd name="T28" fmla="*/ 2 w 244"/>
                <a:gd name="T29" fmla="*/ 1 h 424"/>
                <a:gd name="T30" fmla="*/ 2 w 244"/>
                <a:gd name="T31" fmla="*/ 1 h 424"/>
                <a:gd name="T32" fmla="*/ 2 w 244"/>
                <a:gd name="T33" fmla="*/ 0 h 424"/>
                <a:gd name="T34" fmla="*/ 2 w 244"/>
                <a:gd name="T35" fmla="*/ 0 h 424"/>
                <a:gd name="T36" fmla="*/ 2 w 244"/>
                <a:gd name="T37" fmla="*/ 0 h 424"/>
                <a:gd name="T38" fmla="*/ 2 w 244"/>
                <a:gd name="T39" fmla="*/ 0 h 424"/>
                <a:gd name="T40" fmla="*/ 2 w 244"/>
                <a:gd name="T41" fmla="*/ 1 h 424"/>
                <a:gd name="T42" fmla="*/ 2 w 244"/>
                <a:gd name="T43" fmla="*/ 1 h 424"/>
                <a:gd name="T44" fmla="*/ 2 w 244"/>
                <a:gd name="T45" fmla="*/ 1 h 424"/>
                <a:gd name="T46" fmla="*/ 2 w 244"/>
                <a:gd name="T47" fmla="*/ 2 h 424"/>
                <a:gd name="T48" fmla="*/ 1 w 244"/>
                <a:gd name="T49" fmla="*/ 2 h 424"/>
                <a:gd name="T50" fmla="*/ 1 w 244"/>
                <a:gd name="T51" fmla="*/ 2 h 424"/>
                <a:gd name="T52" fmla="*/ 1 w 244"/>
                <a:gd name="T53" fmla="*/ 2 h 424"/>
                <a:gd name="T54" fmla="*/ 1 w 244"/>
                <a:gd name="T55" fmla="*/ 3 h 424"/>
                <a:gd name="T56" fmla="*/ 1 w 244"/>
                <a:gd name="T57" fmla="*/ 3 h 424"/>
                <a:gd name="T58" fmla="*/ 1 w 244"/>
                <a:gd name="T59" fmla="*/ 3 h 424"/>
                <a:gd name="T60" fmla="*/ 1 w 244"/>
                <a:gd name="T61" fmla="*/ 3 h 424"/>
                <a:gd name="T62" fmla="*/ 1 w 244"/>
                <a:gd name="T63" fmla="*/ 3 h 424"/>
                <a:gd name="T64" fmla="*/ 0 w 244"/>
                <a:gd name="T65" fmla="*/ 3 h 424"/>
                <a:gd name="T66" fmla="*/ 0 w 244"/>
                <a:gd name="T67" fmla="*/ 3 h 424"/>
                <a:gd name="T68" fmla="*/ 0 w 244"/>
                <a:gd name="T69" fmla="*/ 3 h 424"/>
                <a:gd name="T70" fmla="*/ 0 w 244"/>
                <a:gd name="T71" fmla="*/ 3 h 424"/>
                <a:gd name="T72" fmla="*/ 0 w 244"/>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4"/>
                <a:gd name="T113" fmla="*/ 244 w 244"/>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4">
                  <a:moveTo>
                    <a:pt x="0" y="424"/>
                  </a:moveTo>
                  <a:lnTo>
                    <a:pt x="0" y="424"/>
                  </a:lnTo>
                  <a:lnTo>
                    <a:pt x="25" y="422"/>
                  </a:lnTo>
                  <a:lnTo>
                    <a:pt x="50" y="416"/>
                  </a:lnTo>
                  <a:lnTo>
                    <a:pt x="73" y="405"/>
                  </a:lnTo>
                  <a:lnTo>
                    <a:pt x="96" y="390"/>
                  </a:lnTo>
                  <a:lnTo>
                    <a:pt x="118" y="373"/>
                  </a:lnTo>
                  <a:lnTo>
                    <a:pt x="138" y="350"/>
                  </a:lnTo>
                  <a:lnTo>
                    <a:pt x="155" y="326"/>
                  </a:lnTo>
                  <a:lnTo>
                    <a:pt x="173" y="299"/>
                  </a:lnTo>
                  <a:lnTo>
                    <a:pt x="189" y="268"/>
                  </a:lnTo>
                  <a:lnTo>
                    <a:pt x="203" y="235"/>
                  </a:lnTo>
                  <a:lnTo>
                    <a:pt x="215" y="201"/>
                  </a:lnTo>
                  <a:lnTo>
                    <a:pt x="226" y="163"/>
                  </a:lnTo>
                  <a:lnTo>
                    <a:pt x="234" y="125"/>
                  </a:lnTo>
                  <a:lnTo>
                    <a:pt x="240" y="85"/>
                  </a:lnTo>
                  <a:lnTo>
                    <a:pt x="243" y="42"/>
                  </a:lnTo>
                  <a:lnTo>
                    <a:pt x="244" y="0"/>
                  </a:lnTo>
                  <a:lnTo>
                    <a:pt x="233" y="0"/>
                  </a:lnTo>
                  <a:lnTo>
                    <a:pt x="232" y="42"/>
                  </a:lnTo>
                  <a:lnTo>
                    <a:pt x="228" y="83"/>
                  </a:lnTo>
                  <a:lnTo>
                    <a:pt x="222" y="123"/>
                  </a:lnTo>
                  <a:lnTo>
                    <a:pt x="214" y="160"/>
                  </a:lnTo>
                  <a:lnTo>
                    <a:pt x="203" y="197"/>
                  </a:lnTo>
                  <a:lnTo>
                    <a:pt x="192" y="231"/>
                  </a:lnTo>
                  <a:lnTo>
                    <a:pt x="178" y="263"/>
                  </a:lnTo>
                  <a:lnTo>
                    <a:pt x="164" y="292"/>
                  </a:lnTo>
                  <a:lnTo>
                    <a:pt x="146" y="319"/>
                  </a:lnTo>
                  <a:lnTo>
                    <a:pt x="129" y="343"/>
                  </a:lnTo>
                  <a:lnTo>
                    <a:pt x="109" y="363"/>
                  </a:lnTo>
                  <a:lnTo>
                    <a:pt x="89" y="381"/>
                  </a:lnTo>
                  <a:lnTo>
                    <a:pt x="66" y="394"/>
                  </a:lnTo>
                  <a:lnTo>
                    <a:pt x="45" y="404"/>
                  </a:lnTo>
                  <a:lnTo>
                    <a:pt x="23" y="410"/>
                  </a:lnTo>
                  <a:lnTo>
                    <a:pt x="0" y="412"/>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4792" name="Freeform 54"/>
            <p:cNvSpPr>
              <a:spLocks/>
            </p:cNvSpPr>
            <p:nvPr/>
          </p:nvSpPr>
          <p:spPr bwMode="auto">
            <a:xfrm>
              <a:off x="915" y="1830"/>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1" y="42"/>
                  </a:lnTo>
                  <a:lnTo>
                    <a:pt x="4" y="85"/>
                  </a:lnTo>
                  <a:lnTo>
                    <a:pt x="10" y="125"/>
                  </a:lnTo>
                  <a:lnTo>
                    <a:pt x="19" y="163"/>
                  </a:lnTo>
                  <a:lnTo>
                    <a:pt x="29" y="201"/>
                  </a:lnTo>
                  <a:lnTo>
                    <a:pt x="41" y="235"/>
                  </a:lnTo>
                  <a:lnTo>
                    <a:pt x="55" y="268"/>
                  </a:lnTo>
                  <a:lnTo>
                    <a:pt x="71" y="299"/>
                  </a:lnTo>
                  <a:lnTo>
                    <a:pt x="89" y="326"/>
                  </a:lnTo>
                  <a:lnTo>
                    <a:pt x="106" y="350"/>
                  </a:lnTo>
                  <a:lnTo>
                    <a:pt x="126" y="373"/>
                  </a:lnTo>
                  <a:lnTo>
                    <a:pt x="149" y="390"/>
                  </a:lnTo>
                  <a:lnTo>
                    <a:pt x="171" y="405"/>
                  </a:lnTo>
                  <a:lnTo>
                    <a:pt x="194" y="416"/>
                  </a:lnTo>
                  <a:lnTo>
                    <a:pt x="219" y="422"/>
                  </a:lnTo>
                  <a:lnTo>
                    <a:pt x="245" y="424"/>
                  </a:lnTo>
                  <a:lnTo>
                    <a:pt x="245" y="412"/>
                  </a:lnTo>
                  <a:lnTo>
                    <a:pt x="221" y="410"/>
                  </a:lnTo>
                  <a:lnTo>
                    <a:pt x="199" y="404"/>
                  </a:lnTo>
                  <a:lnTo>
                    <a:pt x="178" y="394"/>
                  </a:lnTo>
                  <a:lnTo>
                    <a:pt x="156" y="381"/>
                  </a:lnTo>
                  <a:lnTo>
                    <a:pt x="136" y="363"/>
                  </a:lnTo>
                  <a:lnTo>
                    <a:pt x="116" y="343"/>
                  </a:lnTo>
                  <a:lnTo>
                    <a:pt x="98" y="319"/>
                  </a:lnTo>
                  <a:lnTo>
                    <a:pt x="81" y="292"/>
                  </a:lnTo>
                  <a:lnTo>
                    <a:pt x="67" y="263"/>
                  </a:lnTo>
                  <a:lnTo>
                    <a:pt x="52" y="231"/>
                  </a:lnTo>
                  <a:lnTo>
                    <a:pt x="41" y="197"/>
                  </a:lnTo>
                  <a:lnTo>
                    <a:pt x="30" y="160"/>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4793" name="Freeform 55"/>
            <p:cNvSpPr>
              <a:spLocks/>
            </p:cNvSpPr>
            <p:nvPr/>
          </p:nvSpPr>
          <p:spPr bwMode="auto">
            <a:xfrm>
              <a:off x="915" y="1745"/>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0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19" y="2"/>
                  </a:lnTo>
                  <a:lnTo>
                    <a:pt x="194" y="8"/>
                  </a:lnTo>
                  <a:lnTo>
                    <a:pt x="171" y="19"/>
                  </a:lnTo>
                  <a:lnTo>
                    <a:pt x="149" y="34"/>
                  </a:lnTo>
                  <a:lnTo>
                    <a:pt x="126" y="52"/>
                  </a:lnTo>
                  <a:lnTo>
                    <a:pt x="106" y="74"/>
                  </a:lnTo>
                  <a:lnTo>
                    <a:pt x="89" y="99"/>
                  </a:lnTo>
                  <a:lnTo>
                    <a:pt x="70" y="126"/>
                  </a:lnTo>
                  <a:lnTo>
                    <a:pt x="55" y="157"/>
                  </a:lnTo>
                  <a:lnTo>
                    <a:pt x="41" y="189"/>
                  </a:lnTo>
                  <a:lnTo>
                    <a:pt x="29" y="224"/>
                  </a:lnTo>
                  <a:lnTo>
                    <a:pt x="19" y="262"/>
                  </a:lnTo>
                  <a:lnTo>
                    <a:pt x="10" y="300"/>
                  </a:lnTo>
                  <a:lnTo>
                    <a:pt x="4" y="340"/>
                  </a:lnTo>
                  <a:lnTo>
                    <a:pt x="1" y="383"/>
                  </a:lnTo>
                  <a:lnTo>
                    <a:pt x="0" y="426"/>
                  </a:lnTo>
                  <a:lnTo>
                    <a:pt x="11" y="426"/>
                  </a:lnTo>
                  <a:lnTo>
                    <a:pt x="13" y="383"/>
                  </a:lnTo>
                  <a:lnTo>
                    <a:pt x="16" y="342"/>
                  </a:lnTo>
                  <a:lnTo>
                    <a:pt x="22" y="303"/>
                  </a:lnTo>
                  <a:lnTo>
                    <a:pt x="30" y="264"/>
                  </a:lnTo>
                  <a:lnTo>
                    <a:pt x="41" y="229"/>
                  </a:lnTo>
                  <a:lnTo>
                    <a:pt x="52" y="194"/>
                  </a:lnTo>
                  <a:lnTo>
                    <a:pt x="67" y="162"/>
                  </a:lnTo>
                  <a:lnTo>
                    <a:pt x="82" y="133"/>
                  </a:lnTo>
                  <a:lnTo>
                    <a:pt x="98" y="106"/>
                  </a:lnTo>
                  <a:lnTo>
                    <a:pt x="116" y="81"/>
                  </a:lnTo>
                  <a:lnTo>
                    <a:pt x="136" y="61"/>
                  </a:lnTo>
                  <a:lnTo>
                    <a:pt x="156" y="43"/>
                  </a:lnTo>
                  <a:lnTo>
                    <a:pt x="178" y="31"/>
                  </a:lnTo>
                  <a:lnTo>
                    <a:pt x="199" y="20"/>
                  </a:lnTo>
                  <a:lnTo>
                    <a:pt x="221"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4794" name="Freeform 56"/>
            <p:cNvSpPr>
              <a:spLocks/>
            </p:cNvSpPr>
            <p:nvPr/>
          </p:nvSpPr>
          <p:spPr bwMode="auto">
            <a:xfrm>
              <a:off x="1140" y="2087"/>
              <a:ext cx="49" cy="85"/>
            </a:xfrm>
            <a:custGeom>
              <a:avLst/>
              <a:gdLst>
                <a:gd name="T0" fmla="*/ 2 w 246"/>
                <a:gd name="T1" fmla="*/ 3 h 424"/>
                <a:gd name="T2" fmla="*/ 2 w 246"/>
                <a:gd name="T3" fmla="*/ 3 h 424"/>
                <a:gd name="T4" fmla="*/ 2 w 246"/>
                <a:gd name="T5" fmla="*/ 3 h 424"/>
                <a:gd name="T6" fmla="*/ 2 w 246"/>
                <a:gd name="T7" fmla="*/ 3 h 424"/>
                <a:gd name="T8" fmla="*/ 2 w 246"/>
                <a:gd name="T9" fmla="*/ 2 h 424"/>
                <a:gd name="T10" fmla="*/ 2 w 246"/>
                <a:gd name="T11" fmla="*/ 2 h 424"/>
                <a:gd name="T12" fmla="*/ 2 w 246"/>
                <a:gd name="T13" fmla="*/ 2 h 424"/>
                <a:gd name="T14" fmla="*/ 2 w 246"/>
                <a:gd name="T15" fmla="*/ 2 h 424"/>
                <a:gd name="T16" fmla="*/ 2 w 246"/>
                <a:gd name="T17" fmla="*/ 1 h 424"/>
                <a:gd name="T18" fmla="*/ 1 w 246"/>
                <a:gd name="T19" fmla="*/ 1 h 424"/>
                <a:gd name="T20" fmla="*/ 1 w 246"/>
                <a:gd name="T21" fmla="*/ 1 h 424"/>
                <a:gd name="T22" fmla="*/ 1 w 246"/>
                <a:gd name="T23" fmla="*/ 1 h 424"/>
                <a:gd name="T24" fmla="*/ 1 w 246"/>
                <a:gd name="T25" fmla="*/ 0 h 424"/>
                <a:gd name="T26" fmla="*/ 1 w 246"/>
                <a:gd name="T27" fmla="*/ 0 h 424"/>
                <a:gd name="T28" fmla="*/ 1 w 246"/>
                <a:gd name="T29" fmla="*/ 0 h 424"/>
                <a:gd name="T30" fmla="*/ 0 w 246"/>
                <a:gd name="T31" fmla="*/ 0 h 424"/>
                <a:gd name="T32" fmla="*/ 0 w 246"/>
                <a:gd name="T33" fmla="*/ 0 h 424"/>
                <a:gd name="T34" fmla="*/ 0 w 246"/>
                <a:gd name="T35" fmla="*/ 0 h 424"/>
                <a:gd name="T36" fmla="*/ 0 w 246"/>
                <a:gd name="T37" fmla="*/ 0 h 424"/>
                <a:gd name="T38" fmla="*/ 0 w 246"/>
                <a:gd name="T39" fmla="*/ 0 h 424"/>
                <a:gd name="T40" fmla="*/ 0 w 246"/>
                <a:gd name="T41" fmla="*/ 0 h 424"/>
                <a:gd name="T42" fmla="*/ 1 w 246"/>
                <a:gd name="T43" fmla="*/ 0 h 424"/>
                <a:gd name="T44" fmla="*/ 1 w 246"/>
                <a:gd name="T45" fmla="*/ 0 h 424"/>
                <a:gd name="T46" fmla="*/ 1 w 246"/>
                <a:gd name="T47" fmla="*/ 0 h 424"/>
                <a:gd name="T48" fmla="*/ 1 w 246"/>
                <a:gd name="T49" fmla="*/ 1 h 424"/>
                <a:gd name="T50" fmla="*/ 1 w 246"/>
                <a:gd name="T51" fmla="*/ 1 h 424"/>
                <a:gd name="T52" fmla="*/ 1 w 246"/>
                <a:gd name="T53" fmla="*/ 1 h 424"/>
                <a:gd name="T54" fmla="*/ 1 w 246"/>
                <a:gd name="T55" fmla="*/ 1 h 424"/>
                <a:gd name="T56" fmla="*/ 2 w 246"/>
                <a:gd name="T57" fmla="*/ 2 h 424"/>
                <a:gd name="T58" fmla="*/ 2 w 246"/>
                <a:gd name="T59" fmla="*/ 2 h 424"/>
                <a:gd name="T60" fmla="*/ 2 w 246"/>
                <a:gd name="T61" fmla="*/ 2 h 424"/>
                <a:gd name="T62" fmla="*/ 2 w 246"/>
                <a:gd name="T63" fmla="*/ 2 h 424"/>
                <a:gd name="T64" fmla="*/ 2 w 246"/>
                <a:gd name="T65" fmla="*/ 3 h 424"/>
                <a:gd name="T66" fmla="*/ 2 w 246"/>
                <a:gd name="T67" fmla="*/ 3 h 424"/>
                <a:gd name="T68" fmla="*/ 2 w 246"/>
                <a:gd name="T69" fmla="*/ 3 h 424"/>
                <a:gd name="T70" fmla="*/ 2 w 246"/>
                <a:gd name="T71" fmla="*/ 3 h 424"/>
                <a:gd name="T72" fmla="*/ 2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424"/>
                  </a:moveTo>
                  <a:lnTo>
                    <a:pt x="246" y="424"/>
                  </a:lnTo>
                  <a:lnTo>
                    <a:pt x="244" y="382"/>
                  </a:lnTo>
                  <a:lnTo>
                    <a:pt x="241" y="338"/>
                  </a:lnTo>
                  <a:lnTo>
                    <a:pt x="235" y="298"/>
                  </a:lnTo>
                  <a:lnTo>
                    <a:pt x="227" y="261"/>
                  </a:lnTo>
                  <a:lnTo>
                    <a:pt x="216" y="222"/>
                  </a:lnTo>
                  <a:lnTo>
                    <a:pt x="205" y="188"/>
                  </a:lnTo>
                  <a:lnTo>
                    <a:pt x="190" y="155"/>
                  </a:lnTo>
                  <a:lnTo>
                    <a:pt x="174" y="125"/>
                  </a:lnTo>
                  <a:lnTo>
                    <a:pt x="157" y="98"/>
                  </a:lnTo>
                  <a:lnTo>
                    <a:pt x="138" y="73"/>
                  </a:lnTo>
                  <a:lnTo>
                    <a:pt x="118" y="51"/>
                  </a:lnTo>
                  <a:lnTo>
                    <a:pt x="96" y="34"/>
                  </a:lnTo>
                  <a:lnTo>
                    <a:pt x="74" y="18"/>
                  </a:lnTo>
                  <a:lnTo>
                    <a:pt x="50" y="8"/>
                  </a:lnTo>
                  <a:lnTo>
                    <a:pt x="25" y="2"/>
                  </a:lnTo>
                  <a:lnTo>
                    <a:pt x="0" y="0"/>
                  </a:lnTo>
                  <a:lnTo>
                    <a:pt x="0" y="11"/>
                  </a:lnTo>
                  <a:lnTo>
                    <a:pt x="23" y="14"/>
                  </a:lnTo>
                  <a:lnTo>
                    <a:pt x="45" y="19"/>
                  </a:lnTo>
                  <a:lnTo>
                    <a:pt x="67" y="30"/>
                  </a:lnTo>
                  <a:lnTo>
                    <a:pt x="89" y="43"/>
                  </a:lnTo>
                  <a:lnTo>
                    <a:pt x="108" y="60"/>
                  </a:lnTo>
                  <a:lnTo>
                    <a:pt x="128" y="80"/>
                  </a:lnTo>
                  <a:lnTo>
                    <a:pt x="147" y="105"/>
                  </a:lnTo>
                  <a:lnTo>
                    <a:pt x="165" y="132"/>
                  </a:lnTo>
                  <a:lnTo>
                    <a:pt x="179" y="160"/>
                  </a:lnTo>
                  <a:lnTo>
                    <a:pt x="193" y="193"/>
                  </a:lnTo>
                  <a:lnTo>
                    <a:pt x="205" y="227"/>
                  </a:lnTo>
                  <a:lnTo>
                    <a:pt x="215" y="263"/>
                  </a:lnTo>
                  <a:lnTo>
                    <a:pt x="223" y="301"/>
                  </a:lnTo>
                  <a:lnTo>
                    <a:pt x="229" y="341"/>
                  </a:lnTo>
                  <a:lnTo>
                    <a:pt x="233" y="382"/>
                  </a:lnTo>
                  <a:lnTo>
                    <a:pt x="234" y="424"/>
                  </a:lnTo>
                  <a:lnTo>
                    <a:pt x="246"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4795" name="Freeform 57"/>
            <p:cNvSpPr>
              <a:spLocks/>
            </p:cNvSpPr>
            <p:nvPr/>
          </p:nvSpPr>
          <p:spPr bwMode="auto">
            <a:xfrm>
              <a:off x="1140" y="2172"/>
              <a:ext cx="49" cy="85"/>
            </a:xfrm>
            <a:custGeom>
              <a:avLst/>
              <a:gdLst>
                <a:gd name="T0" fmla="*/ 0 w 246"/>
                <a:gd name="T1" fmla="*/ 3 h 426"/>
                <a:gd name="T2" fmla="*/ 0 w 246"/>
                <a:gd name="T3" fmla="*/ 3 h 426"/>
                <a:gd name="T4" fmla="*/ 0 w 246"/>
                <a:gd name="T5" fmla="*/ 3 h 426"/>
                <a:gd name="T6" fmla="*/ 0 w 246"/>
                <a:gd name="T7" fmla="*/ 3 h 426"/>
                <a:gd name="T8" fmla="*/ 1 w 246"/>
                <a:gd name="T9" fmla="*/ 3 h 426"/>
                <a:gd name="T10" fmla="*/ 1 w 246"/>
                <a:gd name="T11" fmla="*/ 3 h 426"/>
                <a:gd name="T12" fmla="*/ 1 w 246"/>
                <a:gd name="T13" fmla="*/ 3 h 426"/>
                <a:gd name="T14" fmla="*/ 1 w 246"/>
                <a:gd name="T15" fmla="*/ 3 h 426"/>
                <a:gd name="T16" fmla="*/ 1 w 246"/>
                <a:gd name="T17" fmla="*/ 3 h 426"/>
                <a:gd name="T18" fmla="*/ 1 w 246"/>
                <a:gd name="T19" fmla="*/ 2 h 426"/>
                <a:gd name="T20" fmla="*/ 2 w 246"/>
                <a:gd name="T21" fmla="*/ 2 h 426"/>
                <a:gd name="T22" fmla="*/ 2 w 246"/>
                <a:gd name="T23" fmla="*/ 2 h 426"/>
                <a:gd name="T24" fmla="*/ 2 w 246"/>
                <a:gd name="T25" fmla="*/ 2 h 426"/>
                <a:gd name="T26" fmla="*/ 2 w 246"/>
                <a:gd name="T27" fmla="*/ 1 h 426"/>
                <a:gd name="T28" fmla="*/ 2 w 246"/>
                <a:gd name="T29" fmla="*/ 1 h 426"/>
                <a:gd name="T30" fmla="*/ 2 w 246"/>
                <a:gd name="T31" fmla="*/ 1 h 426"/>
                <a:gd name="T32" fmla="*/ 2 w 246"/>
                <a:gd name="T33" fmla="*/ 0 h 426"/>
                <a:gd name="T34" fmla="*/ 2 w 246"/>
                <a:gd name="T35" fmla="*/ 0 h 426"/>
                <a:gd name="T36" fmla="*/ 2 w 246"/>
                <a:gd name="T37" fmla="*/ 0 h 426"/>
                <a:gd name="T38" fmla="*/ 2 w 246"/>
                <a:gd name="T39" fmla="*/ 0 h 426"/>
                <a:gd name="T40" fmla="*/ 2 w 246"/>
                <a:gd name="T41" fmla="*/ 1 h 426"/>
                <a:gd name="T42" fmla="*/ 2 w 246"/>
                <a:gd name="T43" fmla="*/ 1 h 426"/>
                <a:gd name="T44" fmla="*/ 2 w 246"/>
                <a:gd name="T45" fmla="*/ 1 h 426"/>
                <a:gd name="T46" fmla="*/ 2 w 246"/>
                <a:gd name="T47" fmla="*/ 2 h 426"/>
                <a:gd name="T48" fmla="*/ 2 w 246"/>
                <a:gd name="T49" fmla="*/ 2 h 426"/>
                <a:gd name="T50" fmla="*/ 1 w 246"/>
                <a:gd name="T51" fmla="*/ 2 h 426"/>
                <a:gd name="T52" fmla="*/ 1 w 246"/>
                <a:gd name="T53" fmla="*/ 2 h 426"/>
                <a:gd name="T54" fmla="*/ 1 w 246"/>
                <a:gd name="T55" fmla="*/ 3 h 426"/>
                <a:gd name="T56" fmla="*/ 1 w 246"/>
                <a:gd name="T57" fmla="*/ 3 h 426"/>
                <a:gd name="T58" fmla="*/ 1 w 246"/>
                <a:gd name="T59" fmla="*/ 3 h 426"/>
                <a:gd name="T60" fmla="*/ 1 w 246"/>
                <a:gd name="T61" fmla="*/ 3 h 426"/>
                <a:gd name="T62" fmla="*/ 1 w 246"/>
                <a:gd name="T63" fmla="*/ 3 h 426"/>
                <a:gd name="T64" fmla="*/ 0 w 246"/>
                <a:gd name="T65" fmla="*/ 3 h 426"/>
                <a:gd name="T66" fmla="*/ 0 w 246"/>
                <a:gd name="T67" fmla="*/ 3 h 426"/>
                <a:gd name="T68" fmla="*/ 0 w 246"/>
                <a:gd name="T69" fmla="*/ 3 h 426"/>
                <a:gd name="T70" fmla="*/ 0 w 246"/>
                <a:gd name="T71" fmla="*/ 3 h 426"/>
                <a:gd name="T72" fmla="*/ 0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426"/>
                  </a:moveTo>
                  <a:lnTo>
                    <a:pt x="0" y="426"/>
                  </a:lnTo>
                  <a:lnTo>
                    <a:pt x="25" y="423"/>
                  </a:lnTo>
                  <a:lnTo>
                    <a:pt x="50" y="417"/>
                  </a:lnTo>
                  <a:lnTo>
                    <a:pt x="74" y="407"/>
                  </a:lnTo>
                  <a:lnTo>
                    <a:pt x="96" y="392"/>
                  </a:lnTo>
                  <a:lnTo>
                    <a:pt x="118" y="373"/>
                  </a:lnTo>
                  <a:lnTo>
                    <a:pt x="138" y="350"/>
                  </a:lnTo>
                  <a:lnTo>
                    <a:pt x="157" y="327"/>
                  </a:lnTo>
                  <a:lnTo>
                    <a:pt x="175" y="299"/>
                  </a:lnTo>
                  <a:lnTo>
                    <a:pt x="190" y="268"/>
                  </a:lnTo>
                  <a:lnTo>
                    <a:pt x="205" y="236"/>
                  </a:lnTo>
                  <a:lnTo>
                    <a:pt x="216" y="202"/>
                  </a:lnTo>
                  <a:lnTo>
                    <a:pt x="227" y="164"/>
                  </a:lnTo>
                  <a:lnTo>
                    <a:pt x="235" y="125"/>
                  </a:lnTo>
                  <a:lnTo>
                    <a:pt x="241" y="86"/>
                  </a:lnTo>
                  <a:lnTo>
                    <a:pt x="244" y="42"/>
                  </a:lnTo>
                  <a:lnTo>
                    <a:pt x="246" y="0"/>
                  </a:lnTo>
                  <a:lnTo>
                    <a:pt x="234" y="0"/>
                  </a:lnTo>
                  <a:lnTo>
                    <a:pt x="233" y="42"/>
                  </a:lnTo>
                  <a:lnTo>
                    <a:pt x="229" y="83"/>
                  </a:lnTo>
                  <a:lnTo>
                    <a:pt x="223" y="123"/>
                  </a:lnTo>
                  <a:lnTo>
                    <a:pt x="215" y="162"/>
                  </a:lnTo>
                  <a:lnTo>
                    <a:pt x="205" y="197"/>
                  </a:lnTo>
                  <a:lnTo>
                    <a:pt x="193" y="231"/>
                  </a:lnTo>
                  <a:lnTo>
                    <a:pt x="179" y="264"/>
                  </a:lnTo>
                  <a:lnTo>
                    <a:pt x="164" y="292"/>
                  </a:lnTo>
                  <a:lnTo>
                    <a:pt x="147" y="320"/>
                  </a:lnTo>
                  <a:lnTo>
                    <a:pt x="128" y="343"/>
                  </a:lnTo>
                  <a:lnTo>
                    <a:pt x="108" y="363"/>
                  </a:lnTo>
                  <a:lnTo>
                    <a:pt x="89" y="382"/>
                  </a:lnTo>
                  <a:lnTo>
                    <a:pt x="67" y="395"/>
                  </a:lnTo>
                  <a:lnTo>
                    <a:pt x="45" y="406"/>
                  </a:lnTo>
                  <a:lnTo>
                    <a:pt x="23" y="411"/>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4796" name="Freeform 58"/>
            <p:cNvSpPr>
              <a:spLocks/>
            </p:cNvSpPr>
            <p:nvPr/>
          </p:nvSpPr>
          <p:spPr bwMode="auto">
            <a:xfrm>
              <a:off x="1091" y="2172"/>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4" y="86"/>
                  </a:lnTo>
                  <a:lnTo>
                    <a:pt x="10" y="125"/>
                  </a:lnTo>
                  <a:lnTo>
                    <a:pt x="18" y="164"/>
                  </a:lnTo>
                  <a:lnTo>
                    <a:pt x="29" y="202"/>
                  </a:lnTo>
                  <a:lnTo>
                    <a:pt x="41" y="236"/>
                  </a:lnTo>
                  <a:lnTo>
                    <a:pt x="55" y="268"/>
                  </a:lnTo>
                  <a:lnTo>
                    <a:pt x="70" y="299"/>
                  </a:lnTo>
                  <a:lnTo>
                    <a:pt x="89" y="327"/>
                  </a:lnTo>
                  <a:lnTo>
                    <a:pt x="106" y="350"/>
                  </a:lnTo>
                  <a:lnTo>
                    <a:pt x="126" y="373"/>
                  </a:lnTo>
                  <a:lnTo>
                    <a:pt x="148" y="392"/>
                  </a:lnTo>
                  <a:lnTo>
                    <a:pt x="171" y="407"/>
                  </a:lnTo>
                  <a:lnTo>
                    <a:pt x="194" y="417"/>
                  </a:lnTo>
                  <a:lnTo>
                    <a:pt x="219" y="423"/>
                  </a:lnTo>
                  <a:lnTo>
                    <a:pt x="245" y="426"/>
                  </a:lnTo>
                  <a:lnTo>
                    <a:pt x="245" y="414"/>
                  </a:lnTo>
                  <a:lnTo>
                    <a:pt x="221" y="411"/>
                  </a:lnTo>
                  <a:lnTo>
                    <a:pt x="199" y="406"/>
                  </a:lnTo>
                  <a:lnTo>
                    <a:pt x="178" y="395"/>
                  </a:lnTo>
                  <a:lnTo>
                    <a:pt x="155" y="382"/>
                  </a:lnTo>
                  <a:lnTo>
                    <a:pt x="136" y="363"/>
                  </a:lnTo>
                  <a:lnTo>
                    <a:pt x="116" y="343"/>
                  </a:lnTo>
                  <a:lnTo>
                    <a:pt x="98" y="320"/>
                  </a:lnTo>
                  <a:lnTo>
                    <a:pt x="82" y="292"/>
                  </a:lnTo>
                  <a:lnTo>
                    <a:pt x="66" y="264"/>
                  </a:lnTo>
                  <a:lnTo>
                    <a:pt x="52" y="231"/>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4797" name="Freeform 59"/>
            <p:cNvSpPr>
              <a:spLocks/>
            </p:cNvSpPr>
            <p:nvPr/>
          </p:nvSpPr>
          <p:spPr bwMode="auto">
            <a:xfrm>
              <a:off x="1091" y="2087"/>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4" y="8"/>
                  </a:lnTo>
                  <a:lnTo>
                    <a:pt x="171" y="18"/>
                  </a:lnTo>
                  <a:lnTo>
                    <a:pt x="148" y="34"/>
                  </a:lnTo>
                  <a:lnTo>
                    <a:pt x="126" y="51"/>
                  </a:lnTo>
                  <a:lnTo>
                    <a:pt x="106" y="73"/>
                  </a:lnTo>
                  <a:lnTo>
                    <a:pt x="89" y="98"/>
                  </a:lnTo>
                  <a:lnTo>
                    <a:pt x="71" y="125"/>
                  </a:lnTo>
                  <a:lnTo>
                    <a:pt x="55" y="155"/>
                  </a:lnTo>
                  <a:lnTo>
                    <a:pt x="41" y="188"/>
                  </a:lnTo>
                  <a:lnTo>
                    <a:pt x="29" y="222"/>
                  </a:lnTo>
                  <a:lnTo>
                    <a:pt x="18" y="261"/>
                  </a:lnTo>
                  <a:lnTo>
                    <a:pt x="10" y="298"/>
                  </a:lnTo>
                  <a:lnTo>
                    <a:pt x="4" y="338"/>
                  </a:lnTo>
                  <a:lnTo>
                    <a:pt x="1" y="382"/>
                  </a:lnTo>
                  <a:lnTo>
                    <a:pt x="0" y="424"/>
                  </a:lnTo>
                  <a:lnTo>
                    <a:pt x="11" y="424"/>
                  </a:lnTo>
                  <a:lnTo>
                    <a:pt x="13" y="382"/>
                  </a:lnTo>
                  <a:lnTo>
                    <a:pt x="16" y="341"/>
                  </a:lnTo>
                  <a:lnTo>
                    <a:pt x="22" y="301"/>
                  </a:lnTo>
                  <a:lnTo>
                    <a:pt x="30" y="263"/>
                  </a:lnTo>
                  <a:lnTo>
                    <a:pt x="41" y="227"/>
                  </a:lnTo>
                  <a:lnTo>
                    <a:pt x="52" y="193"/>
                  </a:lnTo>
                  <a:lnTo>
                    <a:pt x="66" y="160"/>
                  </a:lnTo>
                  <a:lnTo>
                    <a:pt x="80" y="132"/>
                  </a:lnTo>
                  <a:lnTo>
                    <a:pt x="98" y="105"/>
                  </a:lnTo>
                  <a:lnTo>
                    <a:pt x="116" y="80"/>
                  </a:lnTo>
                  <a:lnTo>
                    <a:pt x="136" y="60"/>
                  </a:lnTo>
                  <a:lnTo>
                    <a:pt x="155" y="43"/>
                  </a:lnTo>
                  <a:lnTo>
                    <a:pt x="178" y="30"/>
                  </a:lnTo>
                  <a:lnTo>
                    <a:pt x="199" y="19"/>
                  </a:lnTo>
                  <a:lnTo>
                    <a:pt x="221" y="14"/>
                  </a:lnTo>
                  <a:lnTo>
                    <a:pt x="245" y="11"/>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4798" name="Freeform 60"/>
            <p:cNvSpPr>
              <a:spLocks/>
            </p:cNvSpPr>
            <p:nvPr/>
          </p:nvSpPr>
          <p:spPr bwMode="auto">
            <a:xfrm>
              <a:off x="1392" y="2118"/>
              <a:ext cx="49" cy="85"/>
            </a:xfrm>
            <a:custGeom>
              <a:avLst/>
              <a:gdLst>
                <a:gd name="T0" fmla="*/ 2 w 246"/>
                <a:gd name="T1" fmla="*/ 3 h 426"/>
                <a:gd name="T2" fmla="*/ 2 w 246"/>
                <a:gd name="T3" fmla="*/ 3 h 426"/>
                <a:gd name="T4" fmla="*/ 2 w 246"/>
                <a:gd name="T5" fmla="*/ 3 h 426"/>
                <a:gd name="T6" fmla="*/ 2 w 246"/>
                <a:gd name="T7" fmla="*/ 3 h 426"/>
                <a:gd name="T8" fmla="*/ 2 w 246"/>
                <a:gd name="T9" fmla="*/ 2 h 426"/>
                <a:gd name="T10" fmla="*/ 2 w 246"/>
                <a:gd name="T11" fmla="*/ 2 h 426"/>
                <a:gd name="T12" fmla="*/ 2 w 246"/>
                <a:gd name="T13" fmla="*/ 2 h 426"/>
                <a:gd name="T14" fmla="*/ 2 w 246"/>
                <a:gd name="T15" fmla="*/ 2 h 426"/>
                <a:gd name="T16" fmla="*/ 2 w 246"/>
                <a:gd name="T17" fmla="*/ 1 h 426"/>
                <a:gd name="T18" fmla="*/ 1 w 246"/>
                <a:gd name="T19" fmla="*/ 1 h 426"/>
                <a:gd name="T20" fmla="*/ 1 w 246"/>
                <a:gd name="T21" fmla="*/ 1 h 426"/>
                <a:gd name="T22" fmla="*/ 1 w 246"/>
                <a:gd name="T23" fmla="*/ 1 h 426"/>
                <a:gd name="T24" fmla="*/ 1 w 246"/>
                <a:gd name="T25" fmla="*/ 0 h 426"/>
                <a:gd name="T26" fmla="*/ 1 w 246"/>
                <a:gd name="T27" fmla="*/ 0 h 426"/>
                <a:gd name="T28" fmla="*/ 1 w 246"/>
                <a:gd name="T29" fmla="*/ 0 h 426"/>
                <a:gd name="T30" fmla="*/ 0 w 246"/>
                <a:gd name="T31" fmla="*/ 0 h 426"/>
                <a:gd name="T32" fmla="*/ 0 w 246"/>
                <a:gd name="T33" fmla="*/ 0 h 426"/>
                <a:gd name="T34" fmla="*/ 0 w 246"/>
                <a:gd name="T35" fmla="*/ 0 h 426"/>
                <a:gd name="T36" fmla="*/ 0 w 246"/>
                <a:gd name="T37" fmla="*/ 0 h 426"/>
                <a:gd name="T38" fmla="*/ 0 w 246"/>
                <a:gd name="T39" fmla="*/ 0 h 426"/>
                <a:gd name="T40" fmla="*/ 0 w 246"/>
                <a:gd name="T41" fmla="*/ 0 h 426"/>
                <a:gd name="T42" fmla="*/ 1 w 246"/>
                <a:gd name="T43" fmla="*/ 0 h 426"/>
                <a:gd name="T44" fmla="*/ 1 w 246"/>
                <a:gd name="T45" fmla="*/ 0 h 426"/>
                <a:gd name="T46" fmla="*/ 1 w 246"/>
                <a:gd name="T47" fmla="*/ 1 h 426"/>
                <a:gd name="T48" fmla="*/ 1 w 246"/>
                <a:gd name="T49" fmla="*/ 1 h 426"/>
                <a:gd name="T50" fmla="*/ 1 w 246"/>
                <a:gd name="T51" fmla="*/ 1 h 426"/>
                <a:gd name="T52" fmla="*/ 1 w 246"/>
                <a:gd name="T53" fmla="*/ 1 h 426"/>
                <a:gd name="T54" fmla="*/ 1 w 246"/>
                <a:gd name="T55" fmla="*/ 1 h 426"/>
                <a:gd name="T56" fmla="*/ 2 w 246"/>
                <a:gd name="T57" fmla="*/ 2 h 426"/>
                <a:gd name="T58" fmla="*/ 2 w 246"/>
                <a:gd name="T59" fmla="*/ 2 h 426"/>
                <a:gd name="T60" fmla="*/ 2 w 246"/>
                <a:gd name="T61" fmla="*/ 2 h 426"/>
                <a:gd name="T62" fmla="*/ 2 w 246"/>
                <a:gd name="T63" fmla="*/ 2 h 426"/>
                <a:gd name="T64" fmla="*/ 2 w 246"/>
                <a:gd name="T65" fmla="*/ 3 h 426"/>
                <a:gd name="T66" fmla="*/ 2 w 246"/>
                <a:gd name="T67" fmla="*/ 3 h 426"/>
                <a:gd name="T68" fmla="*/ 2 w 246"/>
                <a:gd name="T69" fmla="*/ 3 h 426"/>
                <a:gd name="T70" fmla="*/ 2 w 246"/>
                <a:gd name="T71" fmla="*/ 3 h 426"/>
                <a:gd name="T72" fmla="*/ 2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246" y="426"/>
                  </a:moveTo>
                  <a:lnTo>
                    <a:pt x="246" y="426"/>
                  </a:lnTo>
                  <a:lnTo>
                    <a:pt x="245" y="384"/>
                  </a:lnTo>
                  <a:lnTo>
                    <a:pt x="242" y="340"/>
                  </a:lnTo>
                  <a:lnTo>
                    <a:pt x="236" y="301"/>
                  </a:lnTo>
                  <a:lnTo>
                    <a:pt x="228" y="262"/>
                  </a:lnTo>
                  <a:lnTo>
                    <a:pt x="217" y="224"/>
                  </a:lnTo>
                  <a:lnTo>
                    <a:pt x="205" y="190"/>
                  </a:lnTo>
                  <a:lnTo>
                    <a:pt x="191" y="158"/>
                  </a:lnTo>
                  <a:lnTo>
                    <a:pt x="176" y="126"/>
                  </a:lnTo>
                  <a:lnTo>
                    <a:pt x="157" y="99"/>
                  </a:lnTo>
                  <a:lnTo>
                    <a:pt x="139" y="75"/>
                  </a:lnTo>
                  <a:lnTo>
                    <a:pt x="119" y="53"/>
                  </a:lnTo>
                  <a:lnTo>
                    <a:pt x="96" y="34"/>
                  </a:lnTo>
                  <a:lnTo>
                    <a:pt x="75" y="19"/>
                  </a:lnTo>
                  <a:lnTo>
                    <a:pt x="51" y="9"/>
                  </a:lnTo>
                  <a:lnTo>
                    <a:pt x="26" y="3"/>
                  </a:lnTo>
                  <a:lnTo>
                    <a:pt x="0" y="0"/>
                  </a:lnTo>
                  <a:lnTo>
                    <a:pt x="0" y="12"/>
                  </a:lnTo>
                  <a:lnTo>
                    <a:pt x="24" y="15"/>
                  </a:lnTo>
                  <a:lnTo>
                    <a:pt x="46" y="20"/>
                  </a:lnTo>
                  <a:lnTo>
                    <a:pt x="68" y="31"/>
                  </a:lnTo>
                  <a:lnTo>
                    <a:pt x="89" y="44"/>
                  </a:lnTo>
                  <a:lnTo>
                    <a:pt x="109" y="63"/>
                  </a:lnTo>
                  <a:lnTo>
                    <a:pt x="129" y="83"/>
                  </a:lnTo>
                  <a:lnTo>
                    <a:pt x="148" y="106"/>
                  </a:lnTo>
                  <a:lnTo>
                    <a:pt x="164" y="133"/>
                  </a:lnTo>
                  <a:lnTo>
                    <a:pt x="180" y="162"/>
                  </a:lnTo>
                  <a:lnTo>
                    <a:pt x="194" y="195"/>
                  </a:lnTo>
                  <a:lnTo>
                    <a:pt x="205" y="229"/>
                  </a:lnTo>
                  <a:lnTo>
                    <a:pt x="216" y="264"/>
                  </a:lnTo>
                  <a:lnTo>
                    <a:pt x="224" y="303"/>
                  </a:lnTo>
                  <a:lnTo>
                    <a:pt x="230" y="343"/>
                  </a:lnTo>
                  <a:lnTo>
                    <a:pt x="233" y="384"/>
                  </a:lnTo>
                  <a:lnTo>
                    <a:pt x="235" y="426"/>
                  </a:lnTo>
                  <a:lnTo>
                    <a:pt x="246"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4799" name="Freeform 61"/>
            <p:cNvSpPr>
              <a:spLocks/>
            </p:cNvSpPr>
            <p:nvPr/>
          </p:nvSpPr>
          <p:spPr bwMode="auto">
            <a:xfrm>
              <a:off x="1392" y="2203"/>
              <a:ext cx="49" cy="85"/>
            </a:xfrm>
            <a:custGeom>
              <a:avLst/>
              <a:gdLst>
                <a:gd name="T0" fmla="*/ 0 w 246"/>
                <a:gd name="T1" fmla="*/ 3 h 424"/>
                <a:gd name="T2" fmla="*/ 0 w 246"/>
                <a:gd name="T3" fmla="*/ 3 h 424"/>
                <a:gd name="T4" fmla="*/ 0 w 246"/>
                <a:gd name="T5" fmla="*/ 3 h 424"/>
                <a:gd name="T6" fmla="*/ 0 w 246"/>
                <a:gd name="T7" fmla="*/ 3 h 424"/>
                <a:gd name="T8" fmla="*/ 1 w 246"/>
                <a:gd name="T9" fmla="*/ 3 h 424"/>
                <a:gd name="T10" fmla="*/ 1 w 246"/>
                <a:gd name="T11" fmla="*/ 3 h 424"/>
                <a:gd name="T12" fmla="*/ 1 w 246"/>
                <a:gd name="T13" fmla="*/ 3 h 424"/>
                <a:gd name="T14" fmla="*/ 1 w 246"/>
                <a:gd name="T15" fmla="*/ 3 h 424"/>
                <a:gd name="T16" fmla="*/ 1 w 246"/>
                <a:gd name="T17" fmla="*/ 3 h 424"/>
                <a:gd name="T18" fmla="*/ 1 w 246"/>
                <a:gd name="T19" fmla="*/ 2 h 424"/>
                <a:gd name="T20" fmla="*/ 2 w 246"/>
                <a:gd name="T21" fmla="*/ 2 h 424"/>
                <a:gd name="T22" fmla="*/ 2 w 246"/>
                <a:gd name="T23" fmla="*/ 2 h 424"/>
                <a:gd name="T24" fmla="*/ 2 w 246"/>
                <a:gd name="T25" fmla="*/ 2 h 424"/>
                <a:gd name="T26" fmla="*/ 2 w 246"/>
                <a:gd name="T27" fmla="*/ 1 h 424"/>
                <a:gd name="T28" fmla="*/ 2 w 246"/>
                <a:gd name="T29" fmla="*/ 1 h 424"/>
                <a:gd name="T30" fmla="*/ 2 w 246"/>
                <a:gd name="T31" fmla="*/ 1 h 424"/>
                <a:gd name="T32" fmla="*/ 2 w 246"/>
                <a:gd name="T33" fmla="*/ 0 h 424"/>
                <a:gd name="T34" fmla="*/ 2 w 246"/>
                <a:gd name="T35" fmla="*/ 0 h 424"/>
                <a:gd name="T36" fmla="*/ 2 w 246"/>
                <a:gd name="T37" fmla="*/ 0 h 424"/>
                <a:gd name="T38" fmla="*/ 2 w 246"/>
                <a:gd name="T39" fmla="*/ 0 h 424"/>
                <a:gd name="T40" fmla="*/ 2 w 246"/>
                <a:gd name="T41" fmla="*/ 1 h 424"/>
                <a:gd name="T42" fmla="*/ 2 w 246"/>
                <a:gd name="T43" fmla="*/ 1 h 424"/>
                <a:gd name="T44" fmla="*/ 2 w 246"/>
                <a:gd name="T45" fmla="*/ 1 h 424"/>
                <a:gd name="T46" fmla="*/ 2 w 246"/>
                <a:gd name="T47" fmla="*/ 2 h 424"/>
                <a:gd name="T48" fmla="*/ 2 w 246"/>
                <a:gd name="T49" fmla="*/ 2 h 424"/>
                <a:gd name="T50" fmla="*/ 1 w 246"/>
                <a:gd name="T51" fmla="*/ 2 h 424"/>
                <a:gd name="T52" fmla="*/ 1 w 246"/>
                <a:gd name="T53" fmla="*/ 2 h 424"/>
                <a:gd name="T54" fmla="*/ 1 w 246"/>
                <a:gd name="T55" fmla="*/ 3 h 424"/>
                <a:gd name="T56" fmla="*/ 1 w 246"/>
                <a:gd name="T57" fmla="*/ 3 h 424"/>
                <a:gd name="T58" fmla="*/ 1 w 246"/>
                <a:gd name="T59" fmla="*/ 3 h 424"/>
                <a:gd name="T60" fmla="*/ 1 w 246"/>
                <a:gd name="T61" fmla="*/ 3 h 424"/>
                <a:gd name="T62" fmla="*/ 1 w 246"/>
                <a:gd name="T63" fmla="*/ 3 h 424"/>
                <a:gd name="T64" fmla="*/ 0 w 246"/>
                <a:gd name="T65" fmla="*/ 3 h 424"/>
                <a:gd name="T66" fmla="*/ 0 w 246"/>
                <a:gd name="T67" fmla="*/ 3 h 424"/>
                <a:gd name="T68" fmla="*/ 0 w 246"/>
                <a:gd name="T69" fmla="*/ 3 h 424"/>
                <a:gd name="T70" fmla="*/ 0 w 246"/>
                <a:gd name="T71" fmla="*/ 3 h 424"/>
                <a:gd name="T72" fmla="*/ 0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0" y="424"/>
                  </a:moveTo>
                  <a:lnTo>
                    <a:pt x="0" y="424"/>
                  </a:lnTo>
                  <a:lnTo>
                    <a:pt x="26" y="422"/>
                  </a:lnTo>
                  <a:lnTo>
                    <a:pt x="51" y="416"/>
                  </a:lnTo>
                  <a:lnTo>
                    <a:pt x="75" y="406"/>
                  </a:lnTo>
                  <a:lnTo>
                    <a:pt x="96" y="390"/>
                  </a:lnTo>
                  <a:lnTo>
                    <a:pt x="119" y="373"/>
                  </a:lnTo>
                  <a:lnTo>
                    <a:pt x="139" y="351"/>
                  </a:lnTo>
                  <a:lnTo>
                    <a:pt x="157" y="326"/>
                  </a:lnTo>
                  <a:lnTo>
                    <a:pt x="175" y="299"/>
                  </a:lnTo>
                  <a:lnTo>
                    <a:pt x="191" y="269"/>
                  </a:lnTo>
                  <a:lnTo>
                    <a:pt x="205" y="236"/>
                  </a:lnTo>
                  <a:lnTo>
                    <a:pt x="217" y="202"/>
                  </a:lnTo>
                  <a:lnTo>
                    <a:pt x="228" y="163"/>
                  </a:lnTo>
                  <a:lnTo>
                    <a:pt x="236" y="125"/>
                  </a:lnTo>
                  <a:lnTo>
                    <a:pt x="242" y="86"/>
                  </a:lnTo>
                  <a:lnTo>
                    <a:pt x="245" y="42"/>
                  </a:lnTo>
                  <a:lnTo>
                    <a:pt x="246" y="0"/>
                  </a:lnTo>
                  <a:lnTo>
                    <a:pt x="235" y="0"/>
                  </a:lnTo>
                  <a:lnTo>
                    <a:pt x="233" y="42"/>
                  </a:lnTo>
                  <a:lnTo>
                    <a:pt x="230" y="83"/>
                  </a:lnTo>
                  <a:lnTo>
                    <a:pt x="224" y="123"/>
                  </a:lnTo>
                  <a:lnTo>
                    <a:pt x="216" y="161"/>
                  </a:lnTo>
                  <a:lnTo>
                    <a:pt x="205" y="197"/>
                  </a:lnTo>
                  <a:lnTo>
                    <a:pt x="194" y="231"/>
                  </a:lnTo>
                  <a:lnTo>
                    <a:pt x="180" y="264"/>
                  </a:lnTo>
                  <a:lnTo>
                    <a:pt x="166" y="292"/>
                  </a:lnTo>
                  <a:lnTo>
                    <a:pt x="148" y="319"/>
                  </a:lnTo>
                  <a:lnTo>
                    <a:pt x="129" y="344"/>
                  </a:lnTo>
                  <a:lnTo>
                    <a:pt x="109" y="364"/>
                  </a:lnTo>
                  <a:lnTo>
                    <a:pt x="89" y="381"/>
                  </a:lnTo>
                  <a:lnTo>
                    <a:pt x="68" y="394"/>
                  </a:lnTo>
                  <a:lnTo>
                    <a:pt x="46" y="405"/>
                  </a:lnTo>
                  <a:lnTo>
                    <a:pt x="24" y="410"/>
                  </a:lnTo>
                  <a:lnTo>
                    <a:pt x="0" y="413"/>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4800" name="Freeform 62"/>
            <p:cNvSpPr>
              <a:spLocks/>
            </p:cNvSpPr>
            <p:nvPr/>
          </p:nvSpPr>
          <p:spPr bwMode="auto">
            <a:xfrm>
              <a:off x="1343" y="2203"/>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2" y="42"/>
                  </a:lnTo>
                  <a:lnTo>
                    <a:pt x="5" y="86"/>
                  </a:lnTo>
                  <a:lnTo>
                    <a:pt x="11" y="125"/>
                  </a:lnTo>
                  <a:lnTo>
                    <a:pt x="19" y="163"/>
                  </a:lnTo>
                  <a:lnTo>
                    <a:pt x="30" y="202"/>
                  </a:lnTo>
                  <a:lnTo>
                    <a:pt x="41" y="236"/>
                  </a:lnTo>
                  <a:lnTo>
                    <a:pt x="56" y="269"/>
                  </a:lnTo>
                  <a:lnTo>
                    <a:pt x="72" y="299"/>
                  </a:lnTo>
                  <a:lnTo>
                    <a:pt x="90" y="326"/>
                  </a:lnTo>
                  <a:lnTo>
                    <a:pt x="108" y="351"/>
                  </a:lnTo>
                  <a:lnTo>
                    <a:pt x="127" y="373"/>
                  </a:lnTo>
                  <a:lnTo>
                    <a:pt x="149" y="390"/>
                  </a:lnTo>
                  <a:lnTo>
                    <a:pt x="172" y="406"/>
                  </a:lnTo>
                  <a:lnTo>
                    <a:pt x="195" y="416"/>
                  </a:lnTo>
                  <a:lnTo>
                    <a:pt x="220" y="422"/>
                  </a:lnTo>
                  <a:lnTo>
                    <a:pt x="245" y="424"/>
                  </a:lnTo>
                  <a:lnTo>
                    <a:pt x="245" y="413"/>
                  </a:lnTo>
                  <a:lnTo>
                    <a:pt x="222" y="410"/>
                  </a:lnTo>
                  <a:lnTo>
                    <a:pt x="200" y="405"/>
                  </a:lnTo>
                  <a:lnTo>
                    <a:pt x="179" y="394"/>
                  </a:lnTo>
                  <a:lnTo>
                    <a:pt x="156" y="381"/>
                  </a:lnTo>
                  <a:lnTo>
                    <a:pt x="136" y="364"/>
                  </a:lnTo>
                  <a:lnTo>
                    <a:pt x="118" y="344"/>
                  </a:lnTo>
                  <a:lnTo>
                    <a:pt x="99" y="319"/>
                  </a:lnTo>
                  <a:lnTo>
                    <a:pt x="81" y="292"/>
                  </a:lnTo>
                  <a:lnTo>
                    <a:pt x="67" y="264"/>
                  </a:lnTo>
                  <a:lnTo>
                    <a:pt x="53" y="231"/>
                  </a:lnTo>
                  <a:lnTo>
                    <a:pt x="41" y="197"/>
                  </a:lnTo>
                  <a:lnTo>
                    <a:pt x="31" y="161"/>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4801" name="Freeform 63"/>
            <p:cNvSpPr>
              <a:spLocks/>
            </p:cNvSpPr>
            <p:nvPr/>
          </p:nvSpPr>
          <p:spPr bwMode="auto">
            <a:xfrm>
              <a:off x="1343" y="2118"/>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1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20" y="3"/>
                  </a:lnTo>
                  <a:lnTo>
                    <a:pt x="195" y="9"/>
                  </a:lnTo>
                  <a:lnTo>
                    <a:pt x="172" y="19"/>
                  </a:lnTo>
                  <a:lnTo>
                    <a:pt x="149" y="34"/>
                  </a:lnTo>
                  <a:lnTo>
                    <a:pt x="127" y="53"/>
                  </a:lnTo>
                  <a:lnTo>
                    <a:pt x="108" y="75"/>
                  </a:lnTo>
                  <a:lnTo>
                    <a:pt x="90" y="99"/>
                  </a:lnTo>
                  <a:lnTo>
                    <a:pt x="71" y="126"/>
                  </a:lnTo>
                  <a:lnTo>
                    <a:pt x="56" y="158"/>
                  </a:lnTo>
                  <a:lnTo>
                    <a:pt x="41" y="190"/>
                  </a:lnTo>
                  <a:lnTo>
                    <a:pt x="30" y="224"/>
                  </a:lnTo>
                  <a:lnTo>
                    <a:pt x="19" y="262"/>
                  </a:lnTo>
                  <a:lnTo>
                    <a:pt x="11" y="301"/>
                  </a:lnTo>
                  <a:lnTo>
                    <a:pt x="5" y="340"/>
                  </a:lnTo>
                  <a:lnTo>
                    <a:pt x="2" y="384"/>
                  </a:lnTo>
                  <a:lnTo>
                    <a:pt x="0" y="426"/>
                  </a:lnTo>
                  <a:lnTo>
                    <a:pt x="12" y="426"/>
                  </a:lnTo>
                  <a:lnTo>
                    <a:pt x="13" y="384"/>
                  </a:lnTo>
                  <a:lnTo>
                    <a:pt x="17" y="343"/>
                  </a:lnTo>
                  <a:lnTo>
                    <a:pt x="23" y="303"/>
                  </a:lnTo>
                  <a:lnTo>
                    <a:pt x="31" y="264"/>
                  </a:lnTo>
                  <a:lnTo>
                    <a:pt x="41" y="229"/>
                  </a:lnTo>
                  <a:lnTo>
                    <a:pt x="53" y="195"/>
                  </a:lnTo>
                  <a:lnTo>
                    <a:pt x="67" y="162"/>
                  </a:lnTo>
                  <a:lnTo>
                    <a:pt x="82" y="133"/>
                  </a:lnTo>
                  <a:lnTo>
                    <a:pt x="99" y="106"/>
                  </a:lnTo>
                  <a:lnTo>
                    <a:pt x="118" y="83"/>
                  </a:lnTo>
                  <a:lnTo>
                    <a:pt x="136" y="63"/>
                  </a:lnTo>
                  <a:lnTo>
                    <a:pt x="156" y="44"/>
                  </a:lnTo>
                  <a:lnTo>
                    <a:pt x="179" y="31"/>
                  </a:lnTo>
                  <a:lnTo>
                    <a:pt x="200" y="20"/>
                  </a:lnTo>
                  <a:lnTo>
                    <a:pt x="222" y="15"/>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4802" name="Freeform 64"/>
            <p:cNvSpPr>
              <a:spLocks/>
            </p:cNvSpPr>
            <p:nvPr/>
          </p:nvSpPr>
          <p:spPr bwMode="auto">
            <a:xfrm>
              <a:off x="1384" y="1859"/>
              <a:ext cx="49" cy="84"/>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1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3" y="382"/>
                  </a:lnTo>
                  <a:lnTo>
                    <a:pt x="240" y="339"/>
                  </a:lnTo>
                  <a:lnTo>
                    <a:pt x="234" y="299"/>
                  </a:lnTo>
                  <a:lnTo>
                    <a:pt x="226" y="261"/>
                  </a:lnTo>
                  <a:lnTo>
                    <a:pt x="215" y="222"/>
                  </a:lnTo>
                  <a:lnTo>
                    <a:pt x="204" y="188"/>
                  </a:lnTo>
                  <a:lnTo>
                    <a:pt x="189" y="156"/>
                  </a:lnTo>
                  <a:lnTo>
                    <a:pt x="173" y="125"/>
                  </a:lnTo>
                  <a:lnTo>
                    <a:pt x="155" y="98"/>
                  </a:lnTo>
                  <a:lnTo>
                    <a:pt x="138" y="74"/>
                  </a:lnTo>
                  <a:lnTo>
                    <a:pt x="118" y="51"/>
                  </a:lnTo>
                  <a:lnTo>
                    <a:pt x="96" y="34"/>
                  </a:lnTo>
                  <a:lnTo>
                    <a:pt x="73" y="18"/>
                  </a:lnTo>
                  <a:lnTo>
                    <a:pt x="50" y="8"/>
                  </a:lnTo>
                  <a:lnTo>
                    <a:pt x="25" y="2"/>
                  </a:lnTo>
                  <a:lnTo>
                    <a:pt x="0" y="0"/>
                  </a:lnTo>
                  <a:lnTo>
                    <a:pt x="0" y="11"/>
                  </a:lnTo>
                  <a:lnTo>
                    <a:pt x="23" y="14"/>
                  </a:lnTo>
                  <a:lnTo>
                    <a:pt x="45" y="20"/>
                  </a:lnTo>
                  <a:lnTo>
                    <a:pt x="66" y="30"/>
                  </a:lnTo>
                  <a:lnTo>
                    <a:pt x="89" y="43"/>
                  </a:lnTo>
                  <a:lnTo>
                    <a:pt x="109" y="61"/>
                  </a:lnTo>
                  <a:lnTo>
                    <a:pt x="129" y="81"/>
                  </a:lnTo>
                  <a:lnTo>
                    <a:pt x="146" y="105"/>
                  </a:lnTo>
                  <a:lnTo>
                    <a:pt x="164" y="132"/>
                  </a:lnTo>
                  <a:lnTo>
                    <a:pt x="178" y="160"/>
                  </a:lnTo>
                  <a:lnTo>
                    <a:pt x="192" y="193"/>
                  </a:lnTo>
                  <a:lnTo>
                    <a:pt x="204" y="227"/>
                  </a:lnTo>
                  <a:lnTo>
                    <a:pt x="214" y="264"/>
                  </a:lnTo>
                  <a:lnTo>
                    <a:pt x="222" y="301"/>
                  </a:lnTo>
                  <a:lnTo>
                    <a:pt x="228"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4803" name="Freeform 65"/>
            <p:cNvSpPr>
              <a:spLocks/>
            </p:cNvSpPr>
            <p:nvPr/>
          </p:nvSpPr>
          <p:spPr bwMode="auto">
            <a:xfrm>
              <a:off x="1384" y="1943"/>
              <a:ext cx="49" cy="86"/>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5" y="423"/>
                  </a:lnTo>
                  <a:lnTo>
                    <a:pt x="50" y="418"/>
                  </a:lnTo>
                  <a:lnTo>
                    <a:pt x="73" y="407"/>
                  </a:lnTo>
                  <a:lnTo>
                    <a:pt x="96" y="392"/>
                  </a:lnTo>
                  <a:lnTo>
                    <a:pt x="118" y="374"/>
                  </a:lnTo>
                  <a:lnTo>
                    <a:pt x="138" y="352"/>
                  </a:lnTo>
                  <a:lnTo>
                    <a:pt x="155" y="327"/>
                  </a:lnTo>
                  <a:lnTo>
                    <a:pt x="174" y="300"/>
                  </a:lnTo>
                  <a:lnTo>
                    <a:pt x="189" y="269"/>
                  </a:lnTo>
                  <a:lnTo>
                    <a:pt x="204" y="237"/>
                  </a:lnTo>
                  <a:lnTo>
                    <a:pt x="215" y="202"/>
                  </a:lnTo>
                  <a:lnTo>
                    <a:pt x="226" y="164"/>
                  </a:lnTo>
                  <a:lnTo>
                    <a:pt x="234" y="126"/>
                  </a:lnTo>
                  <a:lnTo>
                    <a:pt x="240" y="86"/>
                  </a:lnTo>
                  <a:lnTo>
                    <a:pt x="243" y="42"/>
                  </a:lnTo>
                  <a:lnTo>
                    <a:pt x="245" y="0"/>
                  </a:lnTo>
                  <a:lnTo>
                    <a:pt x="233" y="0"/>
                  </a:lnTo>
                  <a:lnTo>
                    <a:pt x="232" y="42"/>
                  </a:lnTo>
                  <a:lnTo>
                    <a:pt x="228" y="83"/>
                  </a:lnTo>
                  <a:lnTo>
                    <a:pt x="222" y="123"/>
                  </a:lnTo>
                  <a:lnTo>
                    <a:pt x="214" y="162"/>
                  </a:lnTo>
                  <a:lnTo>
                    <a:pt x="204" y="197"/>
                  </a:lnTo>
                  <a:lnTo>
                    <a:pt x="192" y="232"/>
                  </a:lnTo>
                  <a:lnTo>
                    <a:pt x="178" y="264"/>
                  </a:lnTo>
                  <a:lnTo>
                    <a:pt x="163" y="293"/>
                  </a:lnTo>
                  <a:lnTo>
                    <a:pt x="146" y="320"/>
                  </a:lnTo>
                  <a:lnTo>
                    <a:pt x="129" y="345"/>
                  </a:lnTo>
                  <a:lnTo>
                    <a:pt x="109" y="365"/>
                  </a:lnTo>
                  <a:lnTo>
                    <a:pt x="89" y="382"/>
                  </a:lnTo>
                  <a:lnTo>
                    <a:pt x="66" y="395"/>
                  </a:lnTo>
                  <a:lnTo>
                    <a:pt x="45" y="406"/>
                  </a:lnTo>
                  <a:lnTo>
                    <a:pt x="23"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4804" name="Freeform 66"/>
            <p:cNvSpPr>
              <a:spLocks/>
            </p:cNvSpPr>
            <p:nvPr/>
          </p:nvSpPr>
          <p:spPr bwMode="auto">
            <a:xfrm>
              <a:off x="1335" y="1943"/>
              <a:ext cx="49" cy="86"/>
            </a:xfrm>
            <a:custGeom>
              <a:avLst/>
              <a:gdLst>
                <a:gd name="T0" fmla="*/ 0 w 246"/>
                <a:gd name="T1" fmla="*/ 0 h 426"/>
                <a:gd name="T2" fmla="*/ 0 w 246"/>
                <a:gd name="T3" fmla="*/ 0 h 426"/>
                <a:gd name="T4" fmla="*/ 0 w 246"/>
                <a:gd name="T5" fmla="*/ 0 h 426"/>
                <a:gd name="T6" fmla="*/ 0 w 246"/>
                <a:gd name="T7" fmla="*/ 1 h 426"/>
                <a:gd name="T8" fmla="*/ 0 w 246"/>
                <a:gd name="T9" fmla="*/ 1 h 426"/>
                <a:gd name="T10" fmla="*/ 0 w 246"/>
                <a:gd name="T11" fmla="*/ 1 h 426"/>
                <a:gd name="T12" fmla="*/ 0 w 246"/>
                <a:gd name="T13" fmla="*/ 2 h 426"/>
                <a:gd name="T14" fmla="*/ 0 w 246"/>
                <a:gd name="T15" fmla="*/ 2 h 426"/>
                <a:gd name="T16" fmla="*/ 0 w 246"/>
                <a:gd name="T17" fmla="*/ 2 h 426"/>
                <a:gd name="T18" fmla="*/ 1 w 246"/>
                <a:gd name="T19" fmla="*/ 2 h 426"/>
                <a:gd name="T20" fmla="*/ 1 w 246"/>
                <a:gd name="T21" fmla="*/ 3 h 426"/>
                <a:gd name="T22" fmla="*/ 1 w 246"/>
                <a:gd name="T23" fmla="*/ 3 h 426"/>
                <a:gd name="T24" fmla="*/ 1 w 246"/>
                <a:gd name="T25" fmla="*/ 3 h 426"/>
                <a:gd name="T26" fmla="*/ 1 w 246"/>
                <a:gd name="T27" fmla="*/ 3 h 426"/>
                <a:gd name="T28" fmla="*/ 1 w 246"/>
                <a:gd name="T29" fmla="*/ 3 h 426"/>
                <a:gd name="T30" fmla="*/ 2 w 246"/>
                <a:gd name="T31" fmla="*/ 3 h 426"/>
                <a:gd name="T32" fmla="*/ 2 w 246"/>
                <a:gd name="T33" fmla="*/ 3 h 426"/>
                <a:gd name="T34" fmla="*/ 2 w 246"/>
                <a:gd name="T35" fmla="*/ 3 h 426"/>
                <a:gd name="T36" fmla="*/ 2 w 246"/>
                <a:gd name="T37" fmla="*/ 3 h 426"/>
                <a:gd name="T38" fmla="*/ 2 w 246"/>
                <a:gd name="T39" fmla="*/ 3 h 426"/>
                <a:gd name="T40" fmla="*/ 2 w 246"/>
                <a:gd name="T41" fmla="*/ 3 h 426"/>
                <a:gd name="T42" fmla="*/ 1 w 246"/>
                <a:gd name="T43" fmla="*/ 3 h 426"/>
                <a:gd name="T44" fmla="*/ 1 w 246"/>
                <a:gd name="T45" fmla="*/ 3 h 426"/>
                <a:gd name="T46" fmla="*/ 1 w 246"/>
                <a:gd name="T47" fmla="*/ 3 h 426"/>
                <a:gd name="T48" fmla="*/ 1 w 246"/>
                <a:gd name="T49" fmla="*/ 3 h 426"/>
                <a:gd name="T50" fmla="*/ 1 w 246"/>
                <a:gd name="T51" fmla="*/ 3 h 426"/>
                <a:gd name="T52" fmla="*/ 1 w 246"/>
                <a:gd name="T53" fmla="*/ 2 h 426"/>
                <a:gd name="T54" fmla="*/ 1 w 246"/>
                <a:gd name="T55" fmla="*/ 2 h 426"/>
                <a:gd name="T56" fmla="*/ 0 w 246"/>
                <a:gd name="T57" fmla="*/ 2 h 426"/>
                <a:gd name="T58" fmla="*/ 0 w 246"/>
                <a:gd name="T59" fmla="*/ 2 h 426"/>
                <a:gd name="T60" fmla="*/ 0 w 246"/>
                <a:gd name="T61" fmla="*/ 1 h 426"/>
                <a:gd name="T62" fmla="*/ 0 w 246"/>
                <a:gd name="T63" fmla="*/ 1 h 426"/>
                <a:gd name="T64" fmla="*/ 0 w 246"/>
                <a:gd name="T65" fmla="*/ 1 h 426"/>
                <a:gd name="T66" fmla="*/ 0 w 246"/>
                <a:gd name="T67" fmla="*/ 0 h 426"/>
                <a:gd name="T68" fmla="*/ 0 w 246"/>
                <a:gd name="T69" fmla="*/ 0 h 426"/>
                <a:gd name="T70" fmla="*/ 0 w 246"/>
                <a:gd name="T71" fmla="*/ 0 h 426"/>
                <a:gd name="T72" fmla="*/ 0 w 246"/>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0"/>
                  </a:moveTo>
                  <a:lnTo>
                    <a:pt x="0" y="0"/>
                  </a:lnTo>
                  <a:lnTo>
                    <a:pt x="1" y="42"/>
                  </a:lnTo>
                  <a:lnTo>
                    <a:pt x="4" y="86"/>
                  </a:lnTo>
                  <a:lnTo>
                    <a:pt x="10" y="126"/>
                  </a:lnTo>
                  <a:lnTo>
                    <a:pt x="18" y="164"/>
                  </a:lnTo>
                  <a:lnTo>
                    <a:pt x="29" y="202"/>
                  </a:lnTo>
                  <a:lnTo>
                    <a:pt x="41" y="237"/>
                  </a:lnTo>
                  <a:lnTo>
                    <a:pt x="55" y="269"/>
                  </a:lnTo>
                  <a:lnTo>
                    <a:pt x="71" y="300"/>
                  </a:lnTo>
                  <a:lnTo>
                    <a:pt x="89" y="327"/>
                  </a:lnTo>
                  <a:lnTo>
                    <a:pt x="107" y="352"/>
                  </a:lnTo>
                  <a:lnTo>
                    <a:pt x="127" y="374"/>
                  </a:lnTo>
                  <a:lnTo>
                    <a:pt x="150" y="392"/>
                  </a:lnTo>
                  <a:lnTo>
                    <a:pt x="171" y="407"/>
                  </a:lnTo>
                  <a:lnTo>
                    <a:pt x="195" y="418"/>
                  </a:lnTo>
                  <a:lnTo>
                    <a:pt x="220" y="423"/>
                  </a:lnTo>
                  <a:lnTo>
                    <a:pt x="246" y="426"/>
                  </a:lnTo>
                  <a:lnTo>
                    <a:pt x="246" y="414"/>
                  </a:lnTo>
                  <a:lnTo>
                    <a:pt x="222" y="412"/>
                  </a:lnTo>
                  <a:lnTo>
                    <a:pt x="200" y="406"/>
                  </a:lnTo>
                  <a:lnTo>
                    <a:pt x="178" y="395"/>
                  </a:lnTo>
                  <a:lnTo>
                    <a:pt x="157" y="382"/>
                  </a:lnTo>
                  <a:lnTo>
                    <a:pt x="137" y="365"/>
                  </a:lnTo>
                  <a:lnTo>
                    <a:pt x="117" y="345"/>
                  </a:lnTo>
                  <a:lnTo>
                    <a:pt x="98" y="320"/>
                  </a:lnTo>
                  <a:lnTo>
                    <a:pt x="83" y="293"/>
                  </a:lnTo>
                  <a:lnTo>
                    <a:pt x="66" y="264"/>
                  </a:lnTo>
                  <a:lnTo>
                    <a:pt x="52" y="232"/>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4805" name="Freeform 67"/>
            <p:cNvSpPr>
              <a:spLocks/>
            </p:cNvSpPr>
            <p:nvPr/>
          </p:nvSpPr>
          <p:spPr bwMode="auto">
            <a:xfrm>
              <a:off x="1335" y="1859"/>
              <a:ext cx="49" cy="84"/>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1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0" y="2"/>
                  </a:lnTo>
                  <a:lnTo>
                    <a:pt x="195" y="8"/>
                  </a:lnTo>
                  <a:lnTo>
                    <a:pt x="171" y="18"/>
                  </a:lnTo>
                  <a:lnTo>
                    <a:pt x="150" y="34"/>
                  </a:lnTo>
                  <a:lnTo>
                    <a:pt x="127" y="51"/>
                  </a:lnTo>
                  <a:lnTo>
                    <a:pt x="107" y="74"/>
                  </a:lnTo>
                  <a:lnTo>
                    <a:pt x="89" y="98"/>
                  </a:lnTo>
                  <a:lnTo>
                    <a:pt x="72" y="125"/>
                  </a:lnTo>
                  <a:lnTo>
                    <a:pt x="55" y="156"/>
                  </a:lnTo>
                  <a:lnTo>
                    <a:pt x="41" y="188"/>
                  </a:lnTo>
                  <a:lnTo>
                    <a:pt x="29" y="222"/>
                  </a:lnTo>
                  <a:lnTo>
                    <a:pt x="18" y="261"/>
                  </a:lnTo>
                  <a:lnTo>
                    <a:pt x="10" y="299"/>
                  </a:lnTo>
                  <a:lnTo>
                    <a:pt x="4" y="339"/>
                  </a:lnTo>
                  <a:lnTo>
                    <a:pt x="1" y="382"/>
                  </a:lnTo>
                  <a:lnTo>
                    <a:pt x="0" y="424"/>
                  </a:lnTo>
                  <a:lnTo>
                    <a:pt x="11" y="424"/>
                  </a:lnTo>
                  <a:lnTo>
                    <a:pt x="13" y="382"/>
                  </a:lnTo>
                  <a:lnTo>
                    <a:pt x="16" y="341"/>
                  </a:lnTo>
                  <a:lnTo>
                    <a:pt x="22" y="301"/>
                  </a:lnTo>
                  <a:lnTo>
                    <a:pt x="30" y="264"/>
                  </a:lnTo>
                  <a:lnTo>
                    <a:pt x="41" y="227"/>
                  </a:lnTo>
                  <a:lnTo>
                    <a:pt x="52" y="193"/>
                  </a:lnTo>
                  <a:lnTo>
                    <a:pt x="66" y="160"/>
                  </a:lnTo>
                  <a:lnTo>
                    <a:pt x="82" y="132"/>
                  </a:lnTo>
                  <a:lnTo>
                    <a:pt x="98" y="105"/>
                  </a:lnTo>
                  <a:lnTo>
                    <a:pt x="117" y="81"/>
                  </a:lnTo>
                  <a:lnTo>
                    <a:pt x="137" y="61"/>
                  </a:lnTo>
                  <a:lnTo>
                    <a:pt x="157" y="43"/>
                  </a:lnTo>
                  <a:lnTo>
                    <a:pt x="178" y="30"/>
                  </a:lnTo>
                  <a:lnTo>
                    <a:pt x="200" y="20"/>
                  </a:lnTo>
                  <a:lnTo>
                    <a:pt x="222" y="14"/>
                  </a:lnTo>
                  <a:lnTo>
                    <a:pt x="246" y="11"/>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4806" name="Freeform 68"/>
            <p:cNvSpPr>
              <a:spLocks/>
            </p:cNvSpPr>
            <p:nvPr/>
          </p:nvSpPr>
          <p:spPr bwMode="auto">
            <a:xfrm>
              <a:off x="1552" y="1751"/>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1" y="339"/>
                  </a:lnTo>
                  <a:lnTo>
                    <a:pt x="235" y="299"/>
                  </a:lnTo>
                  <a:lnTo>
                    <a:pt x="226" y="261"/>
                  </a:lnTo>
                  <a:lnTo>
                    <a:pt x="216" y="223"/>
                  </a:lnTo>
                  <a:lnTo>
                    <a:pt x="204" y="189"/>
                  </a:lnTo>
                  <a:lnTo>
                    <a:pt x="190" y="156"/>
                  </a:lnTo>
                  <a:lnTo>
                    <a:pt x="174" y="125"/>
                  </a:lnTo>
                  <a:lnTo>
                    <a:pt x="156" y="98"/>
                  </a:lnTo>
                  <a:lnTo>
                    <a:pt x="137" y="74"/>
                  </a:lnTo>
                  <a:lnTo>
                    <a:pt x="119" y="52"/>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8" y="81"/>
                  </a:lnTo>
                  <a:lnTo>
                    <a:pt x="147" y="105"/>
                  </a:lnTo>
                  <a:lnTo>
                    <a:pt x="164" y="132"/>
                  </a:lnTo>
                  <a:lnTo>
                    <a:pt x="178" y="161"/>
                  </a:lnTo>
                  <a:lnTo>
                    <a:pt x="193" y="193"/>
                  </a:lnTo>
                  <a:lnTo>
                    <a:pt x="204" y="227"/>
                  </a:lnTo>
                  <a:lnTo>
                    <a:pt x="215" y="264"/>
                  </a:lnTo>
                  <a:lnTo>
                    <a:pt x="223" y="301"/>
                  </a:lnTo>
                  <a:lnTo>
                    <a:pt x="229" y="341"/>
                  </a:lnTo>
                  <a:lnTo>
                    <a:pt x="232" y="382"/>
                  </a:lnTo>
                  <a:lnTo>
                    <a:pt x="234"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4807" name="Freeform 69"/>
            <p:cNvSpPr>
              <a:spLocks/>
            </p:cNvSpPr>
            <p:nvPr/>
          </p:nvSpPr>
          <p:spPr bwMode="auto">
            <a:xfrm>
              <a:off x="1552" y="1836"/>
              <a:ext cx="49" cy="85"/>
            </a:xfrm>
            <a:custGeom>
              <a:avLst/>
              <a:gdLst>
                <a:gd name="T0" fmla="*/ 0 w 245"/>
                <a:gd name="T1" fmla="*/ 3 h 425"/>
                <a:gd name="T2" fmla="*/ 0 w 245"/>
                <a:gd name="T3" fmla="*/ 3 h 425"/>
                <a:gd name="T4" fmla="*/ 0 w 245"/>
                <a:gd name="T5" fmla="*/ 3 h 425"/>
                <a:gd name="T6" fmla="*/ 0 w 245"/>
                <a:gd name="T7" fmla="*/ 3 h 425"/>
                <a:gd name="T8" fmla="*/ 1 w 245"/>
                <a:gd name="T9" fmla="*/ 3 h 425"/>
                <a:gd name="T10" fmla="*/ 1 w 245"/>
                <a:gd name="T11" fmla="*/ 3 h 425"/>
                <a:gd name="T12" fmla="*/ 1 w 245"/>
                <a:gd name="T13" fmla="*/ 3 h 425"/>
                <a:gd name="T14" fmla="*/ 1 w 245"/>
                <a:gd name="T15" fmla="*/ 3 h 425"/>
                <a:gd name="T16" fmla="*/ 1 w 245"/>
                <a:gd name="T17" fmla="*/ 3 h 425"/>
                <a:gd name="T18" fmla="*/ 1 w 245"/>
                <a:gd name="T19" fmla="*/ 2 h 425"/>
                <a:gd name="T20" fmla="*/ 2 w 245"/>
                <a:gd name="T21" fmla="*/ 2 h 425"/>
                <a:gd name="T22" fmla="*/ 2 w 245"/>
                <a:gd name="T23" fmla="*/ 2 h 425"/>
                <a:gd name="T24" fmla="*/ 2 w 245"/>
                <a:gd name="T25" fmla="*/ 2 h 425"/>
                <a:gd name="T26" fmla="*/ 2 w 245"/>
                <a:gd name="T27" fmla="*/ 1 h 425"/>
                <a:gd name="T28" fmla="*/ 2 w 245"/>
                <a:gd name="T29" fmla="*/ 1 h 425"/>
                <a:gd name="T30" fmla="*/ 2 w 245"/>
                <a:gd name="T31" fmla="*/ 1 h 425"/>
                <a:gd name="T32" fmla="*/ 2 w 245"/>
                <a:gd name="T33" fmla="*/ 0 h 425"/>
                <a:gd name="T34" fmla="*/ 2 w 245"/>
                <a:gd name="T35" fmla="*/ 0 h 425"/>
                <a:gd name="T36" fmla="*/ 2 w 245"/>
                <a:gd name="T37" fmla="*/ 0 h 425"/>
                <a:gd name="T38" fmla="*/ 2 w 245"/>
                <a:gd name="T39" fmla="*/ 0 h 425"/>
                <a:gd name="T40" fmla="*/ 2 w 245"/>
                <a:gd name="T41" fmla="*/ 1 h 425"/>
                <a:gd name="T42" fmla="*/ 2 w 245"/>
                <a:gd name="T43" fmla="*/ 1 h 425"/>
                <a:gd name="T44" fmla="*/ 2 w 245"/>
                <a:gd name="T45" fmla="*/ 1 h 425"/>
                <a:gd name="T46" fmla="*/ 2 w 245"/>
                <a:gd name="T47" fmla="*/ 2 h 425"/>
                <a:gd name="T48" fmla="*/ 2 w 245"/>
                <a:gd name="T49" fmla="*/ 2 h 425"/>
                <a:gd name="T50" fmla="*/ 1 w 245"/>
                <a:gd name="T51" fmla="*/ 2 h 425"/>
                <a:gd name="T52" fmla="*/ 1 w 245"/>
                <a:gd name="T53" fmla="*/ 2 h 425"/>
                <a:gd name="T54" fmla="*/ 1 w 245"/>
                <a:gd name="T55" fmla="*/ 3 h 425"/>
                <a:gd name="T56" fmla="*/ 1 w 245"/>
                <a:gd name="T57" fmla="*/ 3 h 425"/>
                <a:gd name="T58" fmla="*/ 1 w 245"/>
                <a:gd name="T59" fmla="*/ 3 h 425"/>
                <a:gd name="T60" fmla="*/ 1 w 245"/>
                <a:gd name="T61" fmla="*/ 3 h 425"/>
                <a:gd name="T62" fmla="*/ 1 w 245"/>
                <a:gd name="T63" fmla="*/ 3 h 425"/>
                <a:gd name="T64" fmla="*/ 0 w 245"/>
                <a:gd name="T65" fmla="*/ 3 h 425"/>
                <a:gd name="T66" fmla="*/ 0 w 245"/>
                <a:gd name="T67" fmla="*/ 3 h 425"/>
                <a:gd name="T68" fmla="*/ 0 w 245"/>
                <a:gd name="T69" fmla="*/ 3 h 425"/>
                <a:gd name="T70" fmla="*/ 0 w 245"/>
                <a:gd name="T71" fmla="*/ 3 h 425"/>
                <a:gd name="T72" fmla="*/ 0 w 245"/>
                <a:gd name="T73" fmla="*/ 3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5"/>
                <a:gd name="T113" fmla="*/ 245 w 245"/>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5">
                  <a:moveTo>
                    <a:pt x="0" y="425"/>
                  </a:moveTo>
                  <a:lnTo>
                    <a:pt x="0" y="425"/>
                  </a:lnTo>
                  <a:lnTo>
                    <a:pt x="26" y="422"/>
                  </a:lnTo>
                  <a:lnTo>
                    <a:pt x="51" y="417"/>
                  </a:lnTo>
                  <a:lnTo>
                    <a:pt x="74" y="406"/>
                  </a:lnTo>
                  <a:lnTo>
                    <a:pt x="96" y="391"/>
                  </a:lnTo>
                  <a:lnTo>
                    <a:pt x="119" y="373"/>
                  </a:lnTo>
                  <a:lnTo>
                    <a:pt x="137" y="351"/>
                  </a:lnTo>
                  <a:lnTo>
                    <a:pt x="156" y="326"/>
                  </a:lnTo>
                  <a:lnTo>
                    <a:pt x="174" y="299"/>
                  </a:lnTo>
                  <a:lnTo>
                    <a:pt x="190" y="269"/>
                  </a:lnTo>
                  <a:lnTo>
                    <a:pt x="204" y="236"/>
                  </a:lnTo>
                  <a:lnTo>
                    <a:pt x="216" y="202"/>
                  </a:lnTo>
                  <a:lnTo>
                    <a:pt x="226" y="163"/>
                  </a:lnTo>
                  <a:lnTo>
                    <a:pt x="235" y="126"/>
                  </a:lnTo>
                  <a:lnTo>
                    <a:pt x="241" y="86"/>
                  </a:lnTo>
                  <a:lnTo>
                    <a:pt x="244" y="43"/>
                  </a:lnTo>
                  <a:lnTo>
                    <a:pt x="245" y="0"/>
                  </a:lnTo>
                  <a:lnTo>
                    <a:pt x="234" y="0"/>
                  </a:lnTo>
                  <a:lnTo>
                    <a:pt x="232" y="43"/>
                  </a:lnTo>
                  <a:lnTo>
                    <a:pt x="229" y="84"/>
                  </a:lnTo>
                  <a:lnTo>
                    <a:pt x="223" y="123"/>
                  </a:lnTo>
                  <a:lnTo>
                    <a:pt x="215" y="161"/>
                  </a:lnTo>
                  <a:lnTo>
                    <a:pt x="204" y="197"/>
                  </a:lnTo>
                  <a:lnTo>
                    <a:pt x="193" y="231"/>
                  </a:lnTo>
                  <a:lnTo>
                    <a:pt x="178" y="264"/>
                  </a:lnTo>
                  <a:lnTo>
                    <a:pt x="164" y="292"/>
                  </a:lnTo>
                  <a:lnTo>
                    <a:pt x="147" y="319"/>
                  </a:lnTo>
                  <a:lnTo>
                    <a:pt x="128" y="344"/>
                  </a:lnTo>
                  <a:lnTo>
                    <a:pt x="109" y="364"/>
                  </a:lnTo>
                  <a:lnTo>
                    <a:pt x="89" y="381"/>
                  </a:lnTo>
                  <a:lnTo>
                    <a:pt x="67" y="394"/>
                  </a:lnTo>
                  <a:lnTo>
                    <a:pt x="46" y="405"/>
                  </a:lnTo>
                  <a:lnTo>
                    <a:pt x="24" y="411"/>
                  </a:lnTo>
                  <a:lnTo>
                    <a:pt x="0" y="413"/>
                  </a:lnTo>
                  <a:lnTo>
                    <a:pt x="0" y="425"/>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4808" name="Freeform 70"/>
            <p:cNvSpPr>
              <a:spLocks/>
            </p:cNvSpPr>
            <p:nvPr/>
          </p:nvSpPr>
          <p:spPr bwMode="auto">
            <a:xfrm>
              <a:off x="1502" y="1836"/>
              <a:ext cx="50" cy="85"/>
            </a:xfrm>
            <a:custGeom>
              <a:avLst/>
              <a:gdLst>
                <a:gd name="T0" fmla="*/ 0 w 246"/>
                <a:gd name="T1" fmla="*/ 0 h 425"/>
                <a:gd name="T2" fmla="*/ 0 w 246"/>
                <a:gd name="T3" fmla="*/ 0 h 425"/>
                <a:gd name="T4" fmla="*/ 0 w 246"/>
                <a:gd name="T5" fmla="*/ 0 h 425"/>
                <a:gd name="T6" fmla="*/ 0 w 246"/>
                <a:gd name="T7" fmla="*/ 1 h 425"/>
                <a:gd name="T8" fmla="*/ 0 w 246"/>
                <a:gd name="T9" fmla="*/ 1 h 425"/>
                <a:gd name="T10" fmla="*/ 0 w 246"/>
                <a:gd name="T11" fmla="*/ 1 h 425"/>
                <a:gd name="T12" fmla="*/ 0 w 246"/>
                <a:gd name="T13" fmla="*/ 2 h 425"/>
                <a:gd name="T14" fmla="*/ 0 w 246"/>
                <a:gd name="T15" fmla="*/ 2 h 425"/>
                <a:gd name="T16" fmla="*/ 0 w 246"/>
                <a:gd name="T17" fmla="*/ 2 h 425"/>
                <a:gd name="T18" fmla="*/ 1 w 246"/>
                <a:gd name="T19" fmla="*/ 2 h 425"/>
                <a:gd name="T20" fmla="*/ 1 w 246"/>
                <a:gd name="T21" fmla="*/ 3 h 425"/>
                <a:gd name="T22" fmla="*/ 1 w 246"/>
                <a:gd name="T23" fmla="*/ 3 h 425"/>
                <a:gd name="T24" fmla="*/ 1 w 246"/>
                <a:gd name="T25" fmla="*/ 3 h 425"/>
                <a:gd name="T26" fmla="*/ 1 w 246"/>
                <a:gd name="T27" fmla="*/ 3 h 425"/>
                <a:gd name="T28" fmla="*/ 1 w 246"/>
                <a:gd name="T29" fmla="*/ 3 h 425"/>
                <a:gd name="T30" fmla="*/ 2 w 246"/>
                <a:gd name="T31" fmla="*/ 3 h 425"/>
                <a:gd name="T32" fmla="*/ 2 w 246"/>
                <a:gd name="T33" fmla="*/ 3 h 425"/>
                <a:gd name="T34" fmla="*/ 2 w 246"/>
                <a:gd name="T35" fmla="*/ 3 h 425"/>
                <a:gd name="T36" fmla="*/ 2 w 246"/>
                <a:gd name="T37" fmla="*/ 3 h 425"/>
                <a:gd name="T38" fmla="*/ 2 w 246"/>
                <a:gd name="T39" fmla="*/ 3 h 425"/>
                <a:gd name="T40" fmla="*/ 2 w 246"/>
                <a:gd name="T41" fmla="*/ 3 h 425"/>
                <a:gd name="T42" fmla="*/ 1 w 246"/>
                <a:gd name="T43" fmla="*/ 3 h 425"/>
                <a:gd name="T44" fmla="*/ 1 w 246"/>
                <a:gd name="T45" fmla="*/ 3 h 425"/>
                <a:gd name="T46" fmla="*/ 1 w 246"/>
                <a:gd name="T47" fmla="*/ 3 h 425"/>
                <a:gd name="T48" fmla="*/ 1 w 246"/>
                <a:gd name="T49" fmla="*/ 3 h 425"/>
                <a:gd name="T50" fmla="*/ 1 w 246"/>
                <a:gd name="T51" fmla="*/ 3 h 425"/>
                <a:gd name="T52" fmla="*/ 1 w 246"/>
                <a:gd name="T53" fmla="*/ 2 h 425"/>
                <a:gd name="T54" fmla="*/ 1 w 246"/>
                <a:gd name="T55" fmla="*/ 2 h 425"/>
                <a:gd name="T56" fmla="*/ 0 w 246"/>
                <a:gd name="T57" fmla="*/ 2 h 425"/>
                <a:gd name="T58" fmla="*/ 0 w 246"/>
                <a:gd name="T59" fmla="*/ 2 h 425"/>
                <a:gd name="T60" fmla="*/ 0 w 246"/>
                <a:gd name="T61" fmla="*/ 1 h 425"/>
                <a:gd name="T62" fmla="*/ 0 w 246"/>
                <a:gd name="T63" fmla="*/ 1 h 425"/>
                <a:gd name="T64" fmla="*/ 0 w 246"/>
                <a:gd name="T65" fmla="*/ 1 h 425"/>
                <a:gd name="T66" fmla="*/ 0 w 246"/>
                <a:gd name="T67" fmla="*/ 0 h 425"/>
                <a:gd name="T68" fmla="*/ 0 w 246"/>
                <a:gd name="T69" fmla="*/ 0 h 425"/>
                <a:gd name="T70" fmla="*/ 0 w 246"/>
                <a:gd name="T71" fmla="*/ 0 h 425"/>
                <a:gd name="T72" fmla="*/ 0 w 246"/>
                <a:gd name="T73" fmla="*/ 0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5"/>
                <a:gd name="T113" fmla="*/ 246 w 246"/>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5">
                  <a:moveTo>
                    <a:pt x="0" y="0"/>
                  </a:moveTo>
                  <a:lnTo>
                    <a:pt x="0" y="0"/>
                  </a:lnTo>
                  <a:lnTo>
                    <a:pt x="2" y="43"/>
                  </a:lnTo>
                  <a:lnTo>
                    <a:pt x="5" y="86"/>
                  </a:lnTo>
                  <a:lnTo>
                    <a:pt x="11" y="126"/>
                  </a:lnTo>
                  <a:lnTo>
                    <a:pt x="19" y="163"/>
                  </a:lnTo>
                  <a:lnTo>
                    <a:pt x="30" y="202"/>
                  </a:lnTo>
                  <a:lnTo>
                    <a:pt x="41" y="236"/>
                  </a:lnTo>
                  <a:lnTo>
                    <a:pt x="55" y="269"/>
                  </a:lnTo>
                  <a:lnTo>
                    <a:pt x="73" y="299"/>
                  </a:lnTo>
                  <a:lnTo>
                    <a:pt x="89" y="326"/>
                  </a:lnTo>
                  <a:lnTo>
                    <a:pt x="108" y="351"/>
                  </a:lnTo>
                  <a:lnTo>
                    <a:pt x="128" y="373"/>
                  </a:lnTo>
                  <a:lnTo>
                    <a:pt x="150" y="391"/>
                  </a:lnTo>
                  <a:lnTo>
                    <a:pt x="171" y="406"/>
                  </a:lnTo>
                  <a:lnTo>
                    <a:pt x="196" y="417"/>
                  </a:lnTo>
                  <a:lnTo>
                    <a:pt x="221" y="422"/>
                  </a:lnTo>
                  <a:lnTo>
                    <a:pt x="246" y="425"/>
                  </a:lnTo>
                  <a:lnTo>
                    <a:pt x="246" y="413"/>
                  </a:lnTo>
                  <a:lnTo>
                    <a:pt x="223" y="411"/>
                  </a:lnTo>
                  <a:lnTo>
                    <a:pt x="201" y="405"/>
                  </a:lnTo>
                  <a:lnTo>
                    <a:pt x="178" y="394"/>
                  </a:lnTo>
                  <a:lnTo>
                    <a:pt x="157" y="381"/>
                  </a:lnTo>
                  <a:lnTo>
                    <a:pt x="137" y="364"/>
                  </a:lnTo>
                  <a:lnTo>
                    <a:pt x="117" y="344"/>
                  </a:lnTo>
                  <a:lnTo>
                    <a:pt x="99" y="319"/>
                  </a:lnTo>
                  <a:lnTo>
                    <a:pt x="82" y="292"/>
                  </a:lnTo>
                  <a:lnTo>
                    <a:pt x="67" y="264"/>
                  </a:lnTo>
                  <a:lnTo>
                    <a:pt x="53" y="231"/>
                  </a:lnTo>
                  <a:lnTo>
                    <a:pt x="41" y="197"/>
                  </a:lnTo>
                  <a:lnTo>
                    <a:pt x="31" y="161"/>
                  </a:lnTo>
                  <a:lnTo>
                    <a:pt x="23" y="123"/>
                  </a:lnTo>
                  <a:lnTo>
                    <a:pt x="17" y="84"/>
                  </a:lnTo>
                  <a:lnTo>
                    <a:pt x="13" y="4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4809" name="Freeform 71"/>
            <p:cNvSpPr>
              <a:spLocks/>
            </p:cNvSpPr>
            <p:nvPr/>
          </p:nvSpPr>
          <p:spPr bwMode="auto">
            <a:xfrm>
              <a:off x="1502" y="1751"/>
              <a:ext cx="50" cy="85"/>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2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1" y="2"/>
                  </a:lnTo>
                  <a:lnTo>
                    <a:pt x="196" y="8"/>
                  </a:lnTo>
                  <a:lnTo>
                    <a:pt x="171" y="19"/>
                  </a:lnTo>
                  <a:lnTo>
                    <a:pt x="150" y="34"/>
                  </a:lnTo>
                  <a:lnTo>
                    <a:pt x="128" y="52"/>
                  </a:lnTo>
                  <a:lnTo>
                    <a:pt x="108" y="74"/>
                  </a:lnTo>
                  <a:lnTo>
                    <a:pt x="89" y="98"/>
                  </a:lnTo>
                  <a:lnTo>
                    <a:pt x="73" y="125"/>
                  </a:lnTo>
                  <a:lnTo>
                    <a:pt x="55" y="156"/>
                  </a:lnTo>
                  <a:lnTo>
                    <a:pt x="41" y="189"/>
                  </a:lnTo>
                  <a:lnTo>
                    <a:pt x="30" y="223"/>
                  </a:lnTo>
                  <a:lnTo>
                    <a:pt x="19" y="261"/>
                  </a:lnTo>
                  <a:lnTo>
                    <a:pt x="11" y="299"/>
                  </a:lnTo>
                  <a:lnTo>
                    <a:pt x="5" y="339"/>
                  </a:lnTo>
                  <a:lnTo>
                    <a:pt x="2" y="382"/>
                  </a:lnTo>
                  <a:lnTo>
                    <a:pt x="0" y="424"/>
                  </a:lnTo>
                  <a:lnTo>
                    <a:pt x="12" y="424"/>
                  </a:lnTo>
                  <a:lnTo>
                    <a:pt x="13" y="382"/>
                  </a:lnTo>
                  <a:lnTo>
                    <a:pt x="17" y="341"/>
                  </a:lnTo>
                  <a:lnTo>
                    <a:pt x="23" y="301"/>
                  </a:lnTo>
                  <a:lnTo>
                    <a:pt x="31" y="264"/>
                  </a:lnTo>
                  <a:lnTo>
                    <a:pt x="41" y="227"/>
                  </a:lnTo>
                  <a:lnTo>
                    <a:pt x="53" y="193"/>
                  </a:lnTo>
                  <a:lnTo>
                    <a:pt x="67" y="161"/>
                  </a:lnTo>
                  <a:lnTo>
                    <a:pt x="82" y="132"/>
                  </a:lnTo>
                  <a:lnTo>
                    <a:pt x="99" y="105"/>
                  </a:lnTo>
                  <a:lnTo>
                    <a:pt x="117" y="81"/>
                  </a:lnTo>
                  <a:lnTo>
                    <a:pt x="137" y="61"/>
                  </a:lnTo>
                  <a:lnTo>
                    <a:pt x="157" y="43"/>
                  </a:lnTo>
                  <a:lnTo>
                    <a:pt x="178" y="30"/>
                  </a:lnTo>
                  <a:lnTo>
                    <a:pt x="201" y="20"/>
                  </a:lnTo>
                  <a:lnTo>
                    <a:pt x="223" y="14"/>
                  </a:lnTo>
                  <a:lnTo>
                    <a:pt x="246" y="12"/>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4810" name="Freeform 72"/>
            <p:cNvSpPr>
              <a:spLocks/>
            </p:cNvSpPr>
            <p:nvPr/>
          </p:nvSpPr>
          <p:spPr bwMode="auto">
            <a:xfrm>
              <a:off x="1565" y="2016"/>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0" y="339"/>
                  </a:lnTo>
                  <a:lnTo>
                    <a:pt x="234" y="299"/>
                  </a:lnTo>
                  <a:lnTo>
                    <a:pt x="226" y="261"/>
                  </a:lnTo>
                  <a:lnTo>
                    <a:pt x="216" y="223"/>
                  </a:lnTo>
                  <a:lnTo>
                    <a:pt x="204" y="189"/>
                  </a:lnTo>
                  <a:lnTo>
                    <a:pt x="190" y="156"/>
                  </a:lnTo>
                  <a:lnTo>
                    <a:pt x="174" y="125"/>
                  </a:lnTo>
                  <a:lnTo>
                    <a:pt x="156" y="98"/>
                  </a:lnTo>
                  <a:lnTo>
                    <a:pt x="138" y="74"/>
                  </a:lnTo>
                  <a:lnTo>
                    <a:pt x="118" y="51"/>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9" y="81"/>
                  </a:lnTo>
                  <a:lnTo>
                    <a:pt x="147" y="105"/>
                  </a:lnTo>
                  <a:lnTo>
                    <a:pt x="164" y="132"/>
                  </a:lnTo>
                  <a:lnTo>
                    <a:pt x="178" y="160"/>
                  </a:lnTo>
                  <a:lnTo>
                    <a:pt x="192" y="193"/>
                  </a:lnTo>
                  <a:lnTo>
                    <a:pt x="204" y="227"/>
                  </a:lnTo>
                  <a:lnTo>
                    <a:pt x="215" y="264"/>
                  </a:lnTo>
                  <a:lnTo>
                    <a:pt x="223" y="301"/>
                  </a:lnTo>
                  <a:lnTo>
                    <a:pt x="229"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4811" name="Freeform 73"/>
            <p:cNvSpPr>
              <a:spLocks/>
            </p:cNvSpPr>
            <p:nvPr/>
          </p:nvSpPr>
          <p:spPr bwMode="auto">
            <a:xfrm>
              <a:off x="1565" y="2101"/>
              <a:ext cx="49" cy="85"/>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6" y="423"/>
                  </a:lnTo>
                  <a:lnTo>
                    <a:pt x="51" y="418"/>
                  </a:lnTo>
                  <a:lnTo>
                    <a:pt x="74" y="407"/>
                  </a:lnTo>
                  <a:lnTo>
                    <a:pt x="96" y="392"/>
                  </a:lnTo>
                  <a:lnTo>
                    <a:pt x="118" y="373"/>
                  </a:lnTo>
                  <a:lnTo>
                    <a:pt x="138" y="351"/>
                  </a:lnTo>
                  <a:lnTo>
                    <a:pt x="156" y="327"/>
                  </a:lnTo>
                  <a:lnTo>
                    <a:pt x="175" y="299"/>
                  </a:lnTo>
                  <a:lnTo>
                    <a:pt x="190" y="269"/>
                  </a:lnTo>
                  <a:lnTo>
                    <a:pt x="204" y="236"/>
                  </a:lnTo>
                  <a:lnTo>
                    <a:pt x="216" y="202"/>
                  </a:lnTo>
                  <a:lnTo>
                    <a:pt x="226" y="164"/>
                  </a:lnTo>
                  <a:lnTo>
                    <a:pt x="234" y="126"/>
                  </a:lnTo>
                  <a:lnTo>
                    <a:pt x="240" y="86"/>
                  </a:lnTo>
                  <a:lnTo>
                    <a:pt x="244" y="42"/>
                  </a:lnTo>
                  <a:lnTo>
                    <a:pt x="245" y="0"/>
                  </a:lnTo>
                  <a:lnTo>
                    <a:pt x="233" y="0"/>
                  </a:lnTo>
                  <a:lnTo>
                    <a:pt x="232" y="42"/>
                  </a:lnTo>
                  <a:lnTo>
                    <a:pt x="229" y="83"/>
                  </a:lnTo>
                  <a:lnTo>
                    <a:pt x="223" y="123"/>
                  </a:lnTo>
                  <a:lnTo>
                    <a:pt x="215" y="162"/>
                  </a:lnTo>
                  <a:lnTo>
                    <a:pt x="204" y="197"/>
                  </a:lnTo>
                  <a:lnTo>
                    <a:pt x="192" y="231"/>
                  </a:lnTo>
                  <a:lnTo>
                    <a:pt x="178" y="264"/>
                  </a:lnTo>
                  <a:lnTo>
                    <a:pt x="163" y="292"/>
                  </a:lnTo>
                  <a:lnTo>
                    <a:pt x="147" y="320"/>
                  </a:lnTo>
                  <a:lnTo>
                    <a:pt x="129" y="344"/>
                  </a:lnTo>
                  <a:lnTo>
                    <a:pt x="109" y="364"/>
                  </a:lnTo>
                  <a:lnTo>
                    <a:pt x="89" y="382"/>
                  </a:lnTo>
                  <a:lnTo>
                    <a:pt x="67" y="395"/>
                  </a:lnTo>
                  <a:lnTo>
                    <a:pt x="46" y="406"/>
                  </a:lnTo>
                  <a:lnTo>
                    <a:pt x="24"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4812" name="Freeform 74"/>
            <p:cNvSpPr>
              <a:spLocks/>
            </p:cNvSpPr>
            <p:nvPr/>
          </p:nvSpPr>
          <p:spPr bwMode="auto">
            <a:xfrm>
              <a:off x="1516" y="2101"/>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5" y="86"/>
                  </a:lnTo>
                  <a:lnTo>
                    <a:pt x="11" y="126"/>
                  </a:lnTo>
                  <a:lnTo>
                    <a:pt x="19" y="164"/>
                  </a:lnTo>
                  <a:lnTo>
                    <a:pt x="30" y="202"/>
                  </a:lnTo>
                  <a:lnTo>
                    <a:pt x="41" y="236"/>
                  </a:lnTo>
                  <a:lnTo>
                    <a:pt x="55" y="269"/>
                  </a:lnTo>
                  <a:lnTo>
                    <a:pt x="71" y="299"/>
                  </a:lnTo>
                  <a:lnTo>
                    <a:pt x="89" y="327"/>
                  </a:lnTo>
                  <a:lnTo>
                    <a:pt x="107" y="351"/>
                  </a:lnTo>
                  <a:lnTo>
                    <a:pt x="127" y="373"/>
                  </a:lnTo>
                  <a:lnTo>
                    <a:pt x="149" y="392"/>
                  </a:lnTo>
                  <a:lnTo>
                    <a:pt x="171" y="407"/>
                  </a:lnTo>
                  <a:lnTo>
                    <a:pt x="195" y="418"/>
                  </a:lnTo>
                  <a:lnTo>
                    <a:pt x="219" y="423"/>
                  </a:lnTo>
                  <a:lnTo>
                    <a:pt x="245" y="426"/>
                  </a:lnTo>
                  <a:lnTo>
                    <a:pt x="245" y="414"/>
                  </a:lnTo>
                  <a:lnTo>
                    <a:pt x="222" y="412"/>
                  </a:lnTo>
                  <a:lnTo>
                    <a:pt x="199" y="406"/>
                  </a:lnTo>
                  <a:lnTo>
                    <a:pt x="178" y="395"/>
                  </a:lnTo>
                  <a:lnTo>
                    <a:pt x="156" y="382"/>
                  </a:lnTo>
                  <a:lnTo>
                    <a:pt x="136" y="364"/>
                  </a:lnTo>
                  <a:lnTo>
                    <a:pt x="116" y="344"/>
                  </a:lnTo>
                  <a:lnTo>
                    <a:pt x="99" y="320"/>
                  </a:lnTo>
                  <a:lnTo>
                    <a:pt x="82" y="292"/>
                  </a:lnTo>
                  <a:lnTo>
                    <a:pt x="67" y="264"/>
                  </a:lnTo>
                  <a:lnTo>
                    <a:pt x="53" y="231"/>
                  </a:lnTo>
                  <a:lnTo>
                    <a:pt x="41" y="197"/>
                  </a:lnTo>
                  <a:lnTo>
                    <a:pt x="31" y="162"/>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4813" name="Freeform 75"/>
            <p:cNvSpPr>
              <a:spLocks/>
            </p:cNvSpPr>
            <p:nvPr/>
          </p:nvSpPr>
          <p:spPr bwMode="auto">
            <a:xfrm>
              <a:off x="1516" y="2016"/>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5" y="8"/>
                  </a:lnTo>
                  <a:lnTo>
                    <a:pt x="171" y="19"/>
                  </a:lnTo>
                  <a:lnTo>
                    <a:pt x="149" y="34"/>
                  </a:lnTo>
                  <a:lnTo>
                    <a:pt x="127" y="51"/>
                  </a:lnTo>
                  <a:lnTo>
                    <a:pt x="107" y="74"/>
                  </a:lnTo>
                  <a:lnTo>
                    <a:pt x="89" y="98"/>
                  </a:lnTo>
                  <a:lnTo>
                    <a:pt x="72" y="125"/>
                  </a:lnTo>
                  <a:lnTo>
                    <a:pt x="55" y="156"/>
                  </a:lnTo>
                  <a:lnTo>
                    <a:pt x="41" y="189"/>
                  </a:lnTo>
                  <a:lnTo>
                    <a:pt x="30" y="223"/>
                  </a:lnTo>
                  <a:lnTo>
                    <a:pt x="19" y="261"/>
                  </a:lnTo>
                  <a:lnTo>
                    <a:pt x="11" y="299"/>
                  </a:lnTo>
                  <a:lnTo>
                    <a:pt x="5" y="339"/>
                  </a:lnTo>
                  <a:lnTo>
                    <a:pt x="1" y="382"/>
                  </a:lnTo>
                  <a:lnTo>
                    <a:pt x="0" y="424"/>
                  </a:lnTo>
                  <a:lnTo>
                    <a:pt x="12" y="424"/>
                  </a:lnTo>
                  <a:lnTo>
                    <a:pt x="13" y="382"/>
                  </a:lnTo>
                  <a:lnTo>
                    <a:pt x="17" y="341"/>
                  </a:lnTo>
                  <a:lnTo>
                    <a:pt x="23" y="301"/>
                  </a:lnTo>
                  <a:lnTo>
                    <a:pt x="31" y="264"/>
                  </a:lnTo>
                  <a:lnTo>
                    <a:pt x="41" y="227"/>
                  </a:lnTo>
                  <a:lnTo>
                    <a:pt x="53" y="193"/>
                  </a:lnTo>
                  <a:lnTo>
                    <a:pt x="67" y="160"/>
                  </a:lnTo>
                  <a:lnTo>
                    <a:pt x="81" y="132"/>
                  </a:lnTo>
                  <a:lnTo>
                    <a:pt x="99" y="105"/>
                  </a:lnTo>
                  <a:lnTo>
                    <a:pt x="116" y="81"/>
                  </a:lnTo>
                  <a:lnTo>
                    <a:pt x="136" y="61"/>
                  </a:lnTo>
                  <a:lnTo>
                    <a:pt x="156" y="43"/>
                  </a:lnTo>
                  <a:lnTo>
                    <a:pt x="178" y="30"/>
                  </a:lnTo>
                  <a:lnTo>
                    <a:pt x="199" y="20"/>
                  </a:lnTo>
                  <a:lnTo>
                    <a:pt x="222"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sp>
        <p:nvSpPr>
          <p:cNvPr id="74760" name="Rectangle 77"/>
          <p:cNvSpPr>
            <a:spLocks noChangeArrowheads="1"/>
          </p:cNvSpPr>
          <p:nvPr/>
        </p:nvSpPr>
        <p:spPr bwMode="auto">
          <a:xfrm>
            <a:off x="611188" y="0"/>
            <a:ext cx="6388100" cy="6477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3000"/>
              <a:t>Sem. 1 - Mercredi</a:t>
            </a:r>
          </a:p>
        </p:txBody>
      </p:sp>
      <p:sp>
        <p:nvSpPr>
          <p:cNvPr id="74761" name="Text Box 78"/>
          <p:cNvSpPr txBox="1">
            <a:spLocks noChangeArrowheads="1"/>
          </p:cNvSpPr>
          <p:nvPr/>
        </p:nvSpPr>
        <p:spPr bwMode="auto">
          <a:xfrm>
            <a:off x="566738" y="2697163"/>
            <a:ext cx="3217862"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2. Pas de commandes</a:t>
            </a:r>
          </a:p>
        </p:txBody>
      </p:sp>
      <p:sp>
        <p:nvSpPr>
          <p:cNvPr id="74762" name="Text Box 79"/>
          <p:cNvSpPr txBox="1">
            <a:spLocks noChangeArrowheads="1"/>
          </p:cNvSpPr>
          <p:nvPr/>
        </p:nvSpPr>
        <p:spPr bwMode="auto">
          <a:xfrm>
            <a:off x="566738" y="5211763"/>
            <a:ext cx="6543675" cy="4429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eaLnBrk="1" hangingPunct="1">
              <a:spcBef>
                <a:spcPct val="0"/>
              </a:spcBef>
              <a:buFontTx/>
              <a:buNone/>
            </a:pPr>
            <a:r>
              <a:rPr lang="fr-FR" altLang="fr-FR" sz="2300"/>
              <a:t>4. Pointez la production sur votre feuille de suivi</a:t>
            </a:r>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75779" name="Group 3"/>
          <p:cNvGrpSpPr>
            <a:grpSpLocks/>
          </p:cNvGrpSpPr>
          <p:nvPr/>
        </p:nvGrpSpPr>
        <p:grpSpPr bwMode="auto">
          <a:xfrm>
            <a:off x="7073900" y="215900"/>
            <a:ext cx="1878013" cy="1250950"/>
            <a:chOff x="4456" y="136"/>
            <a:chExt cx="1183" cy="788"/>
          </a:xfrm>
        </p:grpSpPr>
        <p:grpSp>
          <p:nvGrpSpPr>
            <p:cNvPr id="75876" name="Group 4"/>
            <p:cNvGrpSpPr>
              <a:grpSpLocks/>
            </p:cNvGrpSpPr>
            <p:nvPr/>
          </p:nvGrpSpPr>
          <p:grpSpPr bwMode="auto">
            <a:xfrm>
              <a:off x="4766" y="232"/>
              <a:ext cx="873" cy="692"/>
              <a:chOff x="2185" y="310"/>
              <a:chExt cx="873" cy="692"/>
            </a:xfrm>
          </p:grpSpPr>
          <p:sp>
            <p:nvSpPr>
              <p:cNvPr id="75887" name="Freeform 5"/>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accent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5888" name="Freeform 6"/>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5889" name="Freeform 7"/>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5890" name="Freeform 8"/>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5891" name="Freeform 9"/>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5892" name="Freeform 10"/>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5893" name="Freeform 11"/>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grpSp>
          <p:nvGrpSpPr>
            <p:cNvPr id="75877" name="Group 12"/>
            <p:cNvGrpSpPr>
              <a:grpSpLocks/>
            </p:cNvGrpSpPr>
            <p:nvPr/>
          </p:nvGrpSpPr>
          <p:grpSpPr bwMode="auto">
            <a:xfrm>
              <a:off x="4949" y="336"/>
              <a:ext cx="591" cy="468"/>
              <a:chOff x="2185" y="310"/>
              <a:chExt cx="873" cy="692"/>
            </a:xfrm>
          </p:grpSpPr>
          <p:sp>
            <p:nvSpPr>
              <p:cNvPr id="75880" name="Freeform 13"/>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5881" name="Freeform 14"/>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5882" name="Freeform 15"/>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5883" name="Freeform 16"/>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5884" name="Freeform 17"/>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5885" name="Freeform 18"/>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5886" name="Freeform 19"/>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pic>
          <p:nvPicPr>
            <p:cNvPr id="75878" name="Picture 20"/>
            <p:cNvPicPr>
              <a:picLocks noChangeAspect="1" noChangeArrowheads="1"/>
            </p:cNvPicPr>
            <p:nvPr/>
          </p:nvPicPr>
          <p:blipFill>
            <a:blip r:embed="rId3" cstate="print">
              <a:extLst>
                <a:ext uri="{28A0092B-C50C-407E-A947-70E740481C1C}">
                  <a14:useLocalDpi xmlns:a14="http://schemas.microsoft.com/office/drawing/2010/main" val="0"/>
                </a:ext>
              </a:extLst>
            </a:blip>
            <a:srcRect l="-4282" t="-4369" r="-5199" b="-12012"/>
            <a:stretch>
              <a:fillRect/>
            </a:stretch>
          </p:blipFill>
          <p:spPr bwMode="auto">
            <a:xfrm>
              <a:off x="4456" y="136"/>
              <a:ext cx="480" cy="5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75879" name="Text Box 21"/>
            <p:cNvSpPr txBox="1">
              <a:spLocks noChangeArrowheads="1"/>
            </p:cNvSpPr>
            <p:nvPr/>
          </p:nvSpPr>
          <p:spPr bwMode="auto">
            <a:xfrm>
              <a:off x="4946" y="314"/>
              <a:ext cx="596" cy="49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4500" b="1">
                  <a:solidFill>
                    <a:srgbClr val="FF0000"/>
                  </a:solidFill>
                  <a:latin typeface="Arial Black" pitchFamily="34" charset="0"/>
                </a:rPr>
                <a:t>25</a:t>
              </a:r>
              <a:endParaRPr lang="fr-FR" altLang="fr-FR" sz="3200">
                <a:solidFill>
                  <a:schemeClr val="tx1"/>
                </a:solidFill>
                <a:latin typeface="Arial Black" pitchFamily="34" charset="0"/>
              </a:endParaRPr>
            </a:p>
          </p:txBody>
        </p:sp>
      </p:grpSp>
      <p:sp>
        <p:nvSpPr>
          <p:cNvPr id="75780" name="Text Box 23"/>
          <p:cNvSpPr txBox="1">
            <a:spLocks noChangeArrowheads="1"/>
          </p:cNvSpPr>
          <p:nvPr/>
        </p:nvSpPr>
        <p:spPr bwMode="auto">
          <a:xfrm>
            <a:off x="2312988" y="3681413"/>
            <a:ext cx="828675"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a:spcBef>
                <a:spcPct val="0"/>
              </a:spcBef>
              <a:buFontTx/>
              <a:buNone/>
            </a:pPr>
            <a:r>
              <a:rPr lang="fr-FR" altLang="fr-FR" sz="2400" dirty="0">
                <a:solidFill>
                  <a:srgbClr val="FC2C1C"/>
                </a:solidFill>
              </a:rPr>
              <a:t>2 R3</a:t>
            </a:r>
          </a:p>
        </p:txBody>
      </p:sp>
      <p:sp>
        <p:nvSpPr>
          <p:cNvPr id="75781" name="Text Box 24"/>
          <p:cNvSpPr txBox="1">
            <a:spLocks noChangeArrowheads="1"/>
          </p:cNvSpPr>
          <p:nvPr/>
        </p:nvSpPr>
        <p:spPr bwMode="auto">
          <a:xfrm>
            <a:off x="3668713" y="3679825"/>
            <a:ext cx="828675"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a:spcBef>
                <a:spcPct val="0"/>
              </a:spcBef>
              <a:buFontTx/>
              <a:buNone/>
            </a:pPr>
            <a:r>
              <a:rPr lang="fr-FR" altLang="fr-FR" sz="2400">
                <a:solidFill>
                  <a:srgbClr val="FC2C1C"/>
                </a:solidFill>
              </a:rPr>
              <a:t>2 R4</a:t>
            </a:r>
          </a:p>
        </p:txBody>
      </p:sp>
      <p:sp>
        <p:nvSpPr>
          <p:cNvPr id="75782" name="Rectangle 27"/>
          <p:cNvSpPr>
            <a:spLocks noGrp="1" noChangeArrowheads="1"/>
          </p:cNvSpPr>
          <p:nvPr>
            <p:ph type="title"/>
          </p:nvPr>
        </p:nvSpPr>
        <p:spPr>
          <a:xfrm>
            <a:off x="1525588" y="0"/>
            <a:ext cx="5372100" cy="647700"/>
          </a:xfrm>
        </p:spPr>
        <p:txBody>
          <a:bodyPr/>
          <a:lstStyle/>
          <a:p>
            <a:pPr eaLnBrk="1" hangingPunct="1"/>
            <a:r>
              <a:rPr lang="fr-FR" altLang="fr-FR"/>
              <a:t>Sem. 1 - Jeudi (St Théodore)</a:t>
            </a:r>
          </a:p>
        </p:txBody>
      </p:sp>
      <p:sp>
        <p:nvSpPr>
          <p:cNvPr id="75783" name="Text Box 28"/>
          <p:cNvSpPr txBox="1">
            <a:spLocks noChangeArrowheads="1"/>
          </p:cNvSpPr>
          <p:nvPr/>
        </p:nvSpPr>
        <p:spPr bwMode="auto">
          <a:xfrm>
            <a:off x="574675" y="2030413"/>
            <a:ext cx="3557588"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2. Livrez les commandes</a:t>
            </a:r>
          </a:p>
        </p:txBody>
      </p:sp>
      <p:sp>
        <p:nvSpPr>
          <p:cNvPr id="75784" name="Text Box 29"/>
          <p:cNvSpPr txBox="1">
            <a:spLocks noChangeArrowheads="1"/>
          </p:cNvSpPr>
          <p:nvPr/>
        </p:nvSpPr>
        <p:spPr bwMode="auto">
          <a:xfrm>
            <a:off x="566738" y="1154113"/>
            <a:ext cx="1946275"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1. Tirez le dé</a:t>
            </a:r>
          </a:p>
        </p:txBody>
      </p:sp>
      <p:sp>
        <p:nvSpPr>
          <p:cNvPr id="75785" name="Text Box 30"/>
          <p:cNvSpPr txBox="1">
            <a:spLocks noChangeArrowheads="1"/>
          </p:cNvSpPr>
          <p:nvPr/>
        </p:nvSpPr>
        <p:spPr bwMode="auto">
          <a:xfrm>
            <a:off x="579438" y="4533900"/>
            <a:ext cx="18796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3. Produisez</a:t>
            </a:r>
          </a:p>
        </p:txBody>
      </p:sp>
      <p:grpSp>
        <p:nvGrpSpPr>
          <p:cNvPr id="75786" name="Group 32"/>
          <p:cNvGrpSpPr>
            <a:grpSpLocks/>
          </p:cNvGrpSpPr>
          <p:nvPr/>
        </p:nvGrpSpPr>
        <p:grpSpPr bwMode="auto">
          <a:xfrm>
            <a:off x="2843213" y="1106488"/>
            <a:ext cx="446087" cy="534987"/>
            <a:chOff x="868" y="1439"/>
            <a:chExt cx="811" cy="972"/>
          </a:xfrm>
        </p:grpSpPr>
        <p:sp>
          <p:nvSpPr>
            <p:cNvPr id="75825" name="Freeform 33"/>
            <p:cNvSpPr>
              <a:spLocks/>
            </p:cNvSpPr>
            <p:nvPr/>
          </p:nvSpPr>
          <p:spPr bwMode="auto">
            <a:xfrm>
              <a:off x="1548" y="2014"/>
              <a:ext cx="123" cy="100"/>
            </a:xfrm>
            <a:custGeom>
              <a:avLst/>
              <a:gdLst>
                <a:gd name="T0" fmla="*/ 5 w 618"/>
                <a:gd name="T1" fmla="*/ 0 h 502"/>
                <a:gd name="T2" fmla="*/ 5 w 618"/>
                <a:gd name="T3" fmla="*/ 0 h 502"/>
                <a:gd name="T4" fmla="*/ 0 w 618"/>
                <a:gd name="T5" fmla="*/ 4 h 502"/>
                <a:gd name="T6" fmla="*/ 0 w 618"/>
                <a:gd name="T7" fmla="*/ 4 h 502"/>
                <a:gd name="T8" fmla="*/ 5 w 618"/>
                <a:gd name="T9" fmla="*/ 0 h 502"/>
                <a:gd name="T10" fmla="*/ 5 w 618"/>
                <a:gd name="T11" fmla="*/ 0 h 502"/>
                <a:gd name="T12" fmla="*/ 5 w 618"/>
                <a:gd name="T13" fmla="*/ 0 h 502"/>
                <a:gd name="T14" fmla="*/ 5 w 618"/>
                <a:gd name="T15" fmla="*/ 0 h 502"/>
                <a:gd name="T16" fmla="*/ 5 w 618"/>
                <a:gd name="T17" fmla="*/ 0 h 502"/>
                <a:gd name="T18" fmla="*/ 5 w 618"/>
                <a:gd name="T19" fmla="*/ 0 h 502"/>
                <a:gd name="T20" fmla="*/ 5 w 618"/>
                <a:gd name="T21" fmla="*/ 0 h 502"/>
                <a:gd name="T22" fmla="*/ 5 w 618"/>
                <a:gd name="T23" fmla="*/ 0 h 502"/>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618"/>
                <a:gd name="T37" fmla="*/ 0 h 502"/>
                <a:gd name="T38" fmla="*/ 618 w 618"/>
                <a:gd name="T39" fmla="*/ 502 h 502"/>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618" h="502">
                  <a:moveTo>
                    <a:pt x="611" y="0"/>
                  </a:moveTo>
                  <a:lnTo>
                    <a:pt x="606" y="2"/>
                  </a:lnTo>
                  <a:lnTo>
                    <a:pt x="0" y="490"/>
                  </a:lnTo>
                  <a:lnTo>
                    <a:pt x="10" y="502"/>
                  </a:lnTo>
                  <a:lnTo>
                    <a:pt x="616" y="14"/>
                  </a:lnTo>
                  <a:lnTo>
                    <a:pt x="611" y="16"/>
                  </a:lnTo>
                  <a:lnTo>
                    <a:pt x="616" y="14"/>
                  </a:lnTo>
                  <a:lnTo>
                    <a:pt x="618" y="9"/>
                  </a:lnTo>
                  <a:lnTo>
                    <a:pt x="617" y="3"/>
                  </a:lnTo>
                  <a:lnTo>
                    <a:pt x="612" y="1"/>
                  </a:lnTo>
                  <a:lnTo>
                    <a:pt x="606" y="2"/>
                  </a:lnTo>
                  <a:lnTo>
                    <a:pt x="611"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5826" name="Freeform 34"/>
            <p:cNvSpPr>
              <a:spLocks/>
            </p:cNvSpPr>
            <p:nvPr/>
          </p:nvSpPr>
          <p:spPr bwMode="auto">
            <a:xfrm>
              <a:off x="876" y="1852"/>
              <a:ext cx="82" cy="373"/>
            </a:xfrm>
            <a:custGeom>
              <a:avLst/>
              <a:gdLst>
                <a:gd name="T0" fmla="*/ 3 w 413"/>
                <a:gd name="T1" fmla="*/ 15 h 1865"/>
                <a:gd name="T2" fmla="*/ 3 w 413"/>
                <a:gd name="T3" fmla="*/ 15 h 1865"/>
                <a:gd name="T4" fmla="*/ 0 w 413"/>
                <a:gd name="T5" fmla="*/ 0 h 1865"/>
                <a:gd name="T6" fmla="*/ 0 w 413"/>
                <a:gd name="T7" fmla="*/ 0 h 1865"/>
                <a:gd name="T8" fmla="*/ 3 w 413"/>
                <a:gd name="T9" fmla="*/ 15 h 1865"/>
                <a:gd name="T10" fmla="*/ 3 w 413"/>
                <a:gd name="T11" fmla="*/ 15 h 1865"/>
                <a:gd name="T12" fmla="*/ 3 w 413"/>
                <a:gd name="T13" fmla="*/ 15 h 1865"/>
                <a:gd name="T14" fmla="*/ 3 w 413"/>
                <a:gd name="T15" fmla="*/ 15 h 1865"/>
                <a:gd name="T16" fmla="*/ 3 w 413"/>
                <a:gd name="T17" fmla="*/ 15 h 1865"/>
                <a:gd name="T18" fmla="*/ 3 w 413"/>
                <a:gd name="T19" fmla="*/ 15 h 1865"/>
                <a:gd name="T20" fmla="*/ 3 w 413"/>
                <a:gd name="T21" fmla="*/ 15 h 1865"/>
                <a:gd name="T22" fmla="*/ 3 w 413"/>
                <a:gd name="T23" fmla="*/ 15 h 186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413"/>
                <a:gd name="T37" fmla="*/ 0 h 1865"/>
                <a:gd name="T38" fmla="*/ 413 w 413"/>
                <a:gd name="T39" fmla="*/ 1865 h 1865"/>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413" h="1865">
                  <a:moveTo>
                    <a:pt x="400" y="1864"/>
                  </a:moveTo>
                  <a:lnTo>
                    <a:pt x="413" y="1856"/>
                  </a:lnTo>
                  <a:lnTo>
                    <a:pt x="17" y="0"/>
                  </a:lnTo>
                  <a:lnTo>
                    <a:pt x="0" y="2"/>
                  </a:lnTo>
                  <a:lnTo>
                    <a:pt x="396" y="1858"/>
                  </a:lnTo>
                  <a:lnTo>
                    <a:pt x="409" y="1850"/>
                  </a:lnTo>
                  <a:lnTo>
                    <a:pt x="396" y="1858"/>
                  </a:lnTo>
                  <a:lnTo>
                    <a:pt x="400" y="1864"/>
                  </a:lnTo>
                  <a:lnTo>
                    <a:pt x="406" y="1865"/>
                  </a:lnTo>
                  <a:lnTo>
                    <a:pt x="410" y="1862"/>
                  </a:lnTo>
                  <a:lnTo>
                    <a:pt x="413" y="1856"/>
                  </a:lnTo>
                  <a:lnTo>
                    <a:pt x="400" y="186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5827" name="Freeform 35"/>
            <p:cNvSpPr>
              <a:spLocks/>
            </p:cNvSpPr>
            <p:nvPr/>
          </p:nvSpPr>
          <p:spPr bwMode="auto">
            <a:xfrm>
              <a:off x="1282" y="1533"/>
              <a:ext cx="35" cy="161"/>
            </a:xfrm>
            <a:custGeom>
              <a:avLst/>
              <a:gdLst>
                <a:gd name="T0" fmla="*/ 1 w 175"/>
                <a:gd name="T1" fmla="*/ 6 h 807"/>
                <a:gd name="T2" fmla="*/ 1 w 175"/>
                <a:gd name="T3" fmla="*/ 6 h 807"/>
                <a:gd name="T4" fmla="*/ 1 w 175"/>
                <a:gd name="T5" fmla="*/ 6 h 807"/>
                <a:gd name="T6" fmla="*/ 1 w 175"/>
                <a:gd name="T7" fmla="*/ 5 h 807"/>
                <a:gd name="T8" fmla="*/ 1 w 175"/>
                <a:gd name="T9" fmla="*/ 5 h 807"/>
                <a:gd name="T10" fmla="*/ 1 w 175"/>
                <a:gd name="T11" fmla="*/ 5 h 807"/>
                <a:gd name="T12" fmla="*/ 1 w 175"/>
                <a:gd name="T13" fmla="*/ 4 h 807"/>
                <a:gd name="T14" fmla="*/ 1 w 175"/>
                <a:gd name="T15" fmla="*/ 4 h 807"/>
                <a:gd name="T16" fmla="*/ 1 w 175"/>
                <a:gd name="T17" fmla="*/ 3 h 807"/>
                <a:gd name="T18" fmla="*/ 1 w 175"/>
                <a:gd name="T19" fmla="*/ 3 h 807"/>
                <a:gd name="T20" fmla="*/ 1 w 175"/>
                <a:gd name="T21" fmla="*/ 3 h 807"/>
                <a:gd name="T22" fmla="*/ 1 w 175"/>
                <a:gd name="T23" fmla="*/ 2 h 807"/>
                <a:gd name="T24" fmla="*/ 1 w 175"/>
                <a:gd name="T25" fmla="*/ 2 h 807"/>
                <a:gd name="T26" fmla="*/ 1 w 175"/>
                <a:gd name="T27" fmla="*/ 2 h 807"/>
                <a:gd name="T28" fmla="*/ 1 w 175"/>
                <a:gd name="T29" fmla="*/ 1 h 807"/>
                <a:gd name="T30" fmla="*/ 1 w 175"/>
                <a:gd name="T31" fmla="*/ 1 h 807"/>
                <a:gd name="T32" fmla="*/ 1 w 175"/>
                <a:gd name="T33" fmla="*/ 1 h 807"/>
                <a:gd name="T34" fmla="*/ 1 w 175"/>
                <a:gd name="T35" fmla="*/ 0 h 807"/>
                <a:gd name="T36" fmla="*/ 1 w 175"/>
                <a:gd name="T37" fmla="*/ 0 h 807"/>
                <a:gd name="T38" fmla="*/ 1 w 175"/>
                <a:gd name="T39" fmla="*/ 0 h 807"/>
                <a:gd name="T40" fmla="*/ 0 w 175"/>
                <a:gd name="T41" fmla="*/ 1 h 807"/>
                <a:gd name="T42" fmla="*/ 0 w 175"/>
                <a:gd name="T43" fmla="*/ 1 h 807"/>
                <a:gd name="T44" fmla="*/ 0 w 175"/>
                <a:gd name="T45" fmla="*/ 1 h 807"/>
                <a:gd name="T46" fmla="*/ 0 w 175"/>
                <a:gd name="T47" fmla="*/ 2 h 807"/>
                <a:gd name="T48" fmla="*/ 0 w 175"/>
                <a:gd name="T49" fmla="*/ 2 h 807"/>
                <a:gd name="T50" fmla="*/ 0 w 175"/>
                <a:gd name="T51" fmla="*/ 3 h 807"/>
                <a:gd name="T52" fmla="*/ 0 w 175"/>
                <a:gd name="T53" fmla="*/ 3 h 807"/>
                <a:gd name="T54" fmla="*/ 0 w 175"/>
                <a:gd name="T55" fmla="*/ 3 h 807"/>
                <a:gd name="T56" fmla="*/ 0 w 175"/>
                <a:gd name="T57" fmla="*/ 4 h 807"/>
                <a:gd name="T58" fmla="*/ 0 w 175"/>
                <a:gd name="T59" fmla="*/ 4 h 807"/>
                <a:gd name="T60" fmla="*/ 0 w 175"/>
                <a:gd name="T61" fmla="*/ 5 h 807"/>
                <a:gd name="T62" fmla="*/ 0 w 175"/>
                <a:gd name="T63" fmla="*/ 5 h 807"/>
                <a:gd name="T64" fmla="*/ 0 w 175"/>
                <a:gd name="T65" fmla="*/ 5 h 807"/>
                <a:gd name="T66" fmla="*/ 1 w 175"/>
                <a:gd name="T67" fmla="*/ 6 h 807"/>
                <a:gd name="T68" fmla="*/ 1 w 175"/>
                <a:gd name="T69" fmla="*/ 6 h 807"/>
                <a:gd name="T70" fmla="*/ 1 w 175"/>
                <a:gd name="T71" fmla="*/ 6 h 807"/>
                <a:gd name="T72" fmla="*/ 1 w 175"/>
                <a:gd name="T73" fmla="*/ 6 h 807"/>
                <a:gd name="T74" fmla="*/ 1 w 175"/>
                <a:gd name="T75" fmla="*/ 6 h 807"/>
                <a:gd name="T76" fmla="*/ 1 w 175"/>
                <a:gd name="T77" fmla="*/ 6 h 807"/>
                <a:gd name="T78" fmla="*/ 1 w 175"/>
                <a:gd name="T79" fmla="*/ 6 h 807"/>
                <a:gd name="T80" fmla="*/ 1 w 175"/>
                <a:gd name="T81" fmla="*/ 6 h 807"/>
                <a:gd name="T82" fmla="*/ 1 w 175"/>
                <a:gd name="T83" fmla="*/ 6 h 807"/>
                <a:gd name="T84" fmla="*/ 1 w 175"/>
                <a:gd name="T85" fmla="*/ 6 h 807"/>
                <a:gd name="T86" fmla="*/ 1 w 175"/>
                <a:gd name="T87" fmla="*/ 6 h 807"/>
                <a:gd name="T88" fmla="*/ 1 w 175"/>
                <a:gd name="T89" fmla="*/ 6 h 807"/>
                <a:gd name="T90" fmla="*/ 1 w 175"/>
                <a:gd name="T91" fmla="*/ 6 h 80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175"/>
                <a:gd name="T139" fmla="*/ 0 h 807"/>
                <a:gd name="T140" fmla="*/ 175 w 175"/>
                <a:gd name="T141" fmla="*/ 807 h 80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175" h="807">
                  <a:moveTo>
                    <a:pt x="169" y="740"/>
                  </a:moveTo>
                  <a:lnTo>
                    <a:pt x="169" y="739"/>
                  </a:lnTo>
                  <a:lnTo>
                    <a:pt x="149" y="698"/>
                  </a:lnTo>
                  <a:lnTo>
                    <a:pt x="133" y="656"/>
                  </a:lnTo>
                  <a:lnTo>
                    <a:pt x="120" y="611"/>
                  </a:lnTo>
                  <a:lnTo>
                    <a:pt x="108" y="565"/>
                  </a:lnTo>
                  <a:lnTo>
                    <a:pt x="100" y="520"/>
                  </a:lnTo>
                  <a:lnTo>
                    <a:pt x="96" y="472"/>
                  </a:lnTo>
                  <a:lnTo>
                    <a:pt x="93" y="425"/>
                  </a:lnTo>
                  <a:lnTo>
                    <a:pt x="93" y="377"/>
                  </a:lnTo>
                  <a:lnTo>
                    <a:pt x="96" y="330"/>
                  </a:lnTo>
                  <a:lnTo>
                    <a:pt x="100" y="283"/>
                  </a:lnTo>
                  <a:lnTo>
                    <a:pt x="106" y="238"/>
                  </a:lnTo>
                  <a:lnTo>
                    <a:pt x="115" y="195"/>
                  </a:lnTo>
                  <a:lnTo>
                    <a:pt x="126" y="153"/>
                  </a:lnTo>
                  <a:lnTo>
                    <a:pt x="139" y="114"/>
                  </a:lnTo>
                  <a:lnTo>
                    <a:pt x="153" y="77"/>
                  </a:lnTo>
                  <a:lnTo>
                    <a:pt x="169" y="43"/>
                  </a:lnTo>
                  <a:lnTo>
                    <a:pt x="87" y="0"/>
                  </a:lnTo>
                  <a:lnTo>
                    <a:pt x="69" y="39"/>
                  </a:lnTo>
                  <a:lnTo>
                    <a:pt x="52" y="81"/>
                  </a:lnTo>
                  <a:lnTo>
                    <a:pt x="37" y="127"/>
                  </a:lnTo>
                  <a:lnTo>
                    <a:pt x="24" y="174"/>
                  </a:lnTo>
                  <a:lnTo>
                    <a:pt x="15" y="222"/>
                  </a:lnTo>
                  <a:lnTo>
                    <a:pt x="7" y="271"/>
                  </a:lnTo>
                  <a:lnTo>
                    <a:pt x="2" y="323"/>
                  </a:lnTo>
                  <a:lnTo>
                    <a:pt x="0" y="374"/>
                  </a:lnTo>
                  <a:lnTo>
                    <a:pt x="0" y="427"/>
                  </a:lnTo>
                  <a:lnTo>
                    <a:pt x="2" y="479"/>
                  </a:lnTo>
                  <a:lnTo>
                    <a:pt x="9" y="531"/>
                  </a:lnTo>
                  <a:lnTo>
                    <a:pt x="17" y="584"/>
                  </a:lnTo>
                  <a:lnTo>
                    <a:pt x="29" y="635"/>
                  </a:lnTo>
                  <a:lnTo>
                    <a:pt x="44" y="686"/>
                  </a:lnTo>
                  <a:lnTo>
                    <a:pt x="65" y="736"/>
                  </a:lnTo>
                  <a:lnTo>
                    <a:pt x="87" y="784"/>
                  </a:lnTo>
                  <a:lnTo>
                    <a:pt x="87" y="782"/>
                  </a:lnTo>
                  <a:lnTo>
                    <a:pt x="87" y="784"/>
                  </a:lnTo>
                  <a:lnTo>
                    <a:pt x="100" y="799"/>
                  </a:lnTo>
                  <a:lnTo>
                    <a:pt x="117" y="807"/>
                  </a:lnTo>
                  <a:lnTo>
                    <a:pt x="134" y="807"/>
                  </a:lnTo>
                  <a:lnTo>
                    <a:pt x="151" y="801"/>
                  </a:lnTo>
                  <a:lnTo>
                    <a:pt x="164" y="791"/>
                  </a:lnTo>
                  <a:lnTo>
                    <a:pt x="173" y="777"/>
                  </a:lnTo>
                  <a:lnTo>
                    <a:pt x="175" y="759"/>
                  </a:lnTo>
                  <a:lnTo>
                    <a:pt x="169" y="739"/>
                  </a:lnTo>
                  <a:lnTo>
                    <a:pt x="169" y="74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5828" name="Freeform 36"/>
            <p:cNvSpPr>
              <a:spLocks/>
            </p:cNvSpPr>
            <p:nvPr/>
          </p:nvSpPr>
          <p:spPr bwMode="auto">
            <a:xfrm>
              <a:off x="1299" y="1681"/>
              <a:ext cx="157" cy="281"/>
            </a:xfrm>
            <a:custGeom>
              <a:avLst/>
              <a:gdLst>
                <a:gd name="T0" fmla="*/ 6 w 787"/>
                <a:gd name="T1" fmla="*/ 11 h 1404"/>
                <a:gd name="T2" fmla="*/ 6 w 787"/>
                <a:gd name="T3" fmla="*/ 11 h 1404"/>
                <a:gd name="T4" fmla="*/ 1 w 787"/>
                <a:gd name="T5" fmla="*/ 0 h 1404"/>
                <a:gd name="T6" fmla="*/ 0 w 787"/>
                <a:gd name="T7" fmla="*/ 0 h 1404"/>
                <a:gd name="T8" fmla="*/ 6 w 787"/>
                <a:gd name="T9" fmla="*/ 11 h 1404"/>
                <a:gd name="T10" fmla="*/ 6 w 787"/>
                <a:gd name="T11" fmla="*/ 11 h 1404"/>
                <a:gd name="T12" fmla="*/ 6 w 787"/>
                <a:gd name="T13" fmla="*/ 11 h 1404"/>
                <a:gd name="T14" fmla="*/ 6 w 787"/>
                <a:gd name="T15" fmla="*/ 11 h 1404"/>
                <a:gd name="T16" fmla="*/ 6 w 787"/>
                <a:gd name="T17" fmla="*/ 11 h 1404"/>
                <a:gd name="T18" fmla="*/ 6 w 787"/>
                <a:gd name="T19" fmla="*/ 11 h 1404"/>
                <a:gd name="T20" fmla="*/ 6 w 787"/>
                <a:gd name="T21" fmla="*/ 11 h 1404"/>
                <a:gd name="T22" fmla="*/ 6 w 787"/>
                <a:gd name="T23" fmla="*/ 11 h 1404"/>
                <a:gd name="T24" fmla="*/ 6 w 787"/>
                <a:gd name="T25" fmla="*/ 11 h 1404"/>
                <a:gd name="T26" fmla="*/ 6 w 787"/>
                <a:gd name="T27" fmla="*/ 11 h 1404"/>
                <a:gd name="T28" fmla="*/ 6 w 787"/>
                <a:gd name="T29" fmla="*/ 11 h 1404"/>
                <a:gd name="T30" fmla="*/ 6 w 787"/>
                <a:gd name="T31" fmla="*/ 11 h 1404"/>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787"/>
                <a:gd name="T49" fmla="*/ 0 h 1404"/>
                <a:gd name="T50" fmla="*/ 787 w 787"/>
                <a:gd name="T51" fmla="*/ 1404 h 1404"/>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787" h="1404">
                  <a:moveTo>
                    <a:pt x="781" y="1334"/>
                  </a:moveTo>
                  <a:lnTo>
                    <a:pt x="781" y="1337"/>
                  </a:lnTo>
                  <a:lnTo>
                    <a:pt x="82" y="0"/>
                  </a:lnTo>
                  <a:lnTo>
                    <a:pt x="0" y="42"/>
                  </a:lnTo>
                  <a:lnTo>
                    <a:pt x="699" y="1379"/>
                  </a:lnTo>
                  <a:lnTo>
                    <a:pt x="699" y="1381"/>
                  </a:lnTo>
                  <a:lnTo>
                    <a:pt x="699" y="1379"/>
                  </a:lnTo>
                  <a:lnTo>
                    <a:pt x="712" y="1395"/>
                  </a:lnTo>
                  <a:lnTo>
                    <a:pt x="727" y="1402"/>
                  </a:lnTo>
                  <a:lnTo>
                    <a:pt x="744" y="1404"/>
                  </a:lnTo>
                  <a:lnTo>
                    <a:pt x="761" y="1398"/>
                  </a:lnTo>
                  <a:lnTo>
                    <a:pt x="775" y="1388"/>
                  </a:lnTo>
                  <a:lnTo>
                    <a:pt x="784" y="1373"/>
                  </a:lnTo>
                  <a:lnTo>
                    <a:pt x="787" y="1357"/>
                  </a:lnTo>
                  <a:lnTo>
                    <a:pt x="781" y="1337"/>
                  </a:lnTo>
                  <a:lnTo>
                    <a:pt x="781" y="13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5829" name="Freeform 37"/>
            <p:cNvSpPr>
              <a:spLocks/>
            </p:cNvSpPr>
            <p:nvPr/>
          </p:nvSpPr>
          <p:spPr bwMode="auto">
            <a:xfrm>
              <a:off x="1439" y="1948"/>
              <a:ext cx="125" cy="76"/>
            </a:xfrm>
            <a:custGeom>
              <a:avLst/>
              <a:gdLst>
                <a:gd name="T0" fmla="*/ 5 w 628"/>
                <a:gd name="T1" fmla="*/ 2 h 383"/>
                <a:gd name="T2" fmla="*/ 5 w 628"/>
                <a:gd name="T3" fmla="*/ 2 h 383"/>
                <a:gd name="T4" fmla="*/ 4 w 628"/>
                <a:gd name="T5" fmla="*/ 2 h 383"/>
                <a:gd name="T6" fmla="*/ 4 w 628"/>
                <a:gd name="T7" fmla="*/ 2 h 383"/>
                <a:gd name="T8" fmla="*/ 4 w 628"/>
                <a:gd name="T9" fmla="*/ 2 h 383"/>
                <a:gd name="T10" fmla="*/ 3 w 628"/>
                <a:gd name="T11" fmla="*/ 2 h 383"/>
                <a:gd name="T12" fmla="*/ 3 w 628"/>
                <a:gd name="T13" fmla="*/ 2 h 383"/>
                <a:gd name="T14" fmla="*/ 3 w 628"/>
                <a:gd name="T15" fmla="*/ 2 h 383"/>
                <a:gd name="T16" fmla="*/ 3 w 628"/>
                <a:gd name="T17" fmla="*/ 2 h 383"/>
                <a:gd name="T18" fmla="*/ 2 w 628"/>
                <a:gd name="T19" fmla="*/ 2 h 383"/>
                <a:gd name="T20" fmla="*/ 2 w 628"/>
                <a:gd name="T21" fmla="*/ 2 h 383"/>
                <a:gd name="T22" fmla="*/ 2 w 628"/>
                <a:gd name="T23" fmla="*/ 1 h 383"/>
                <a:gd name="T24" fmla="*/ 2 w 628"/>
                <a:gd name="T25" fmla="*/ 1 h 383"/>
                <a:gd name="T26" fmla="*/ 1 w 628"/>
                <a:gd name="T27" fmla="*/ 1 h 383"/>
                <a:gd name="T28" fmla="*/ 1 w 628"/>
                <a:gd name="T29" fmla="*/ 1 h 383"/>
                <a:gd name="T30" fmla="*/ 1 w 628"/>
                <a:gd name="T31" fmla="*/ 1 h 383"/>
                <a:gd name="T32" fmla="*/ 1 w 628"/>
                <a:gd name="T33" fmla="*/ 0 h 383"/>
                <a:gd name="T34" fmla="*/ 1 w 628"/>
                <a:gd name="T35" fmla="*/ 0 h 383"/>
                <a:gd name="T36" fmla="*/ 0 w 628"/>
                <a:gd name="T37" fmla="*/ 0 h 383"/>
                <a:gd name="T38" fmla="*/ 0 w 628"/>
                <a:gd name="T39" fmla="*/ 1 h 383"/>
                <a:gd name="T40" fmla="*/ 0 w 628"/>
                <a:gd name="T41" fmla="*/ 1 h 383"/>
                <a:gd name="T42" fmla="*/ 1 w 628"/>
                <a:gd name="T43" fmla="*/ 1 h 383"/>
                <a:gd name="T44" fmla="*/ 1 w 628"/>
                <a:gd name="T45" fmla="*/ 1 h 383"/>
                <a:gd name="T46" fmla="*/ 1 w 628"/>
                <a:gd name="T47" fmla="*/ 2 h 383"/>
                <a:gd name="T48" fmla="*/ 1 w 628"/>
                <a:gd name="T49" fmla="*/ 2 h 383"/>
                <a:gd name="T50" fmla="*/ 2 w 628"/>
                <a:gd name="T51" fmla="*/ 2 h 383"/>
                <a:gd name="T52" fmla="*/ 2 w 628"/>
                <a:gd name="T53" fmla="*/ 2 h 383"/>
                <a:gd name="T54" fmla="*/ 2 w 628"/>
                <a:gd name="T55" fmla="*/ 2 h 383"/>
                <a:gd name="T56" fmla="*/ 3 w 628"/>
                <a:gd name="T57" fmla="*/ 3 h 383"/>
                <a:gd name="T58" fmla="*/ 3 w 628"/>
                <a:gd name="T59" fmla="*/ 3 h 383"/>
                <a:gd name="T60" fmla="*/ 3 w 628"/>
                <a:gd name="T61" fmla="*/ 3 h 383"/>
                <a:gd name="T62" fmla="*/ 4 w 628"/>
                <a:gd name="T63" fmla="*/ 3 h 383"/>
                <a:gd name="T64" fmla="*/ 4 w 628"/>
                <a:gd name="T65" fmla="*/ 3 h 383"/>
                <a:gd name="T66" fmla="*/ 4 w 628"/>
                <a:gd name="T67" fmla="*/ 3 h 383"/>
                <a:gd name="T68" fmla="*/ 5 w 628"/>
                <a:gd name="T69" fmla="*/ 3 h 383"/>
                <a:gd name="T70" fmla="*/ 5 w 628"/>
                <a:gd name="T71" fmla="*/ 3 h 383"/>
                <a:gd name="T72" fmla="*/ 5 w 628"/>
                <a:gd name="T73" fmla="*/ 3 h 383"/>
                <a:gd name="T74" fmla="*/ 5 w 628"/>
                <a:gd name="T75" fmla="*/ 3 h 383"/>
                <a:gd name="T76" fmla="*/ 5 w 628"/>
                <a:gd name="T77" fmla="*/ 3 h 383"/>
                <a:gd name="T78" fmla="*/ 5 w 628"/>
                <a:gd name="T79" fmla="*/ 3 h 383"/>
                <a:gd name="T80" fmla="*/ 5 w 628"/>
                <a:gd name="T81" fmla="*/ 3 h 383"/>
                <a:gd name="T82" fmla="*/ 5 w 628"/>
                <a:gd name="T83" fmla="*/ 3 h 383"/>
                <a:gd name="T84" fmla="*/ 5 w 628"/>
                <a:gd name="T85" fmla="*/ 2 h 383"/>
                <a:gd name="T86" fmla="*/ 5 w 628"/>
                <a:gd name="T87" fmla="*/ 2 h 383"/>
                <a:gd name="T88" fmla="*/ 5 w 628"/>
                <a:gd name="T89" fmla="*/ 2 h 383"/>
                <a:gd name="T90" fmla="*/ 5 w 628"/>
                <a:gd name="T91" fmla="*/ 2 h 38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628"/>
                <a:gd name="T139" fmla="*/ 0 h 383"/>
                <a:gd name="T140" fmla="*/ 628 w 628"/>
                <a:gd name="T141" fmla="*/ 383 h 38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628" h="383">
                  <a:moveTo>
                    <a:pt x="581" y="289"/>
                  </a:moveTo>
                  <a:lnTo>
                    <a:pt x="582" y="289"/>
                  </a:lnTo>
                  <a:lnTo>
                    <a:pt x="541" y="287"/>
                  </a:lnTo>
                  <a:lnTo>
                    <a:pt x="500" y="283"/>
                  </a:lnTo>
                  <a:lnTo>
                    <a:pt x="462" y="276"/>
                  </a:lnTo>
                  <a:lnTo>
                    <a:pt x="424" y="268"/>
                  </a:lnTo>
                  <a:lnTo>
                    <a:pt x="389" y="255"/>
                  </a:lnTo>
                  <a:lnTo>
                    <a:pt x="352" y="242"/>
                  </a:lnTo>
                  <a:lnTo>
                    <a:pt x="320" y="227"/>
                  </a:lnTo>
                  <a:lnTo>
                    <a:pt x="287" y="209"/>
                  </a:lnTo>
                  <a:lnTo>
                    <a:pt x="255" y="189"/>
                  </a:lnTo>
                  <a:lnTo>
                    <a:pt x="226" y="168"/>
                  </a:lnTo>
                  <a:lnTo>
                    <a:pt x="198" y="145"/>
                  </a:lnTo>
                  <a:lnTo>
                    <a:pt x="172" y="119"/>
                  </a:lnTo>
                  <a:lnTo>
                    <a:pt x="146" y="92"/>
                  </a:lnTo>
                  <a:lnTo>
                    <a:pt x="122" y="64"/>
                  </a:lnTo>
                  <a:lnTo>
                    <a:pt x="100" y="33"/>
                  </a:lnTo>
                  <a:lnTo>
                    <a:pt x="82" y="0"/>
                  </a:lnTo>
                  <a:lnTo>
                    <a:pt x="0" y="47"/>
                  </a:lnTo>
                  <a:lnTo>
                    <a:pt x="23" y="85"/>
                  </a:lnTo>
                  <a:lnTo>
                    <a:pt x="49" y="120"/>
                  </a:lnTo>
                  <a:lnTo>
                    <a:pt x="76" y="153"/>
                  </a:lnTo>
                  <a:lnTo>
                    <a:pt x="104" y="185"/>
                  </a:lnTo>
                  <a:lnTo>
                    <a:pt x="137" y="215"/>
                  </a:lnTo>
                  <a:lnTo>
                    <a:pt x="170" y="241"/>
                  </a:lnTo>
                  <a:lnTo>
                    <a:pt x="204" y="267"/>
                  </a:lnTo>
                  <a:lnTo>
                    <a:pt x="240" y="289"/>
                  </a:lnTo>
                  <a:lnTo>
                    <a:pt x="277" y="309"/>
                  </a:lnTo>
                  <a:lnTo>
                    <a:pt x="317" y="329"/>
                  </a:lnTo>
                  <a:lnTo>
                    <a:pt x="358" y="344"/>
                  </a:lnTo>
                  <a:lnTo>
                    <a:pt x="400" y="357"/>
                  </a:lnTo>
                  <a:lnTo>
                    <a:pt x="444" y="367"/>
                  </a:lnTo>
                  <a:lnTo>
                    <a:pt x="488" y="374"/>
                  </a:lnTo>
                  <a:lnTo>
                    <a:pt x="534" y="380"/>
                  </a:lnTo>
                  <a:lnTo>
                    <a:pt x="580" y="383"/>
                  </a:lnTo>
                  <a:lnTo>
                    <a:pt x="581" y="383"/>
                  </a:lnTo>
                  <a:lnTo>
                    <a:pt x="580" y="383"/>
                  </a:lnTo>
                  <a:lnTo>
                    <a:pt x="600" y="379"/>
                  </a:lnTo>
                  <a:lnTo>
                    <a:pt x="615" y="369"/>
                  </a:lnTo>
                  <a:lnTo>
                    <a:pt x="624" y="353"/>
                  </a:lnTo>
                  <a:lnTo>
                    <a:pt x="628" y="337"/>
                  </a:lnTo>
                  <a:lnTo>
                    <a:pt x="625" y="319"/>
                  </a:lnTo>
                  <a:lnTo>
                    <a:pt x="617" y="304"/>
                  </a:lnTo>
                  <a:lnTo>
                    <a:pt x="602" y="294"/>
                  </a:lnTo>
                  <a:lnTo>
                    <a:pt x="582" y="289"/>
                  </a:lnTo>
                  <a:lnTo>
                    <a:pt x="581" y="28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5830" name="Freeform 38"/>
            <p:cNvSpPr>
              <a:spLocks/>
            </p:cNvSpPr>
            <p:nvPr/>
          </p:nvSpPr>
          <p:spPr bwMode="auto">
            <a:xfrm>
              <a:off x="1587" y="1880"/>
              <a:ext cx="85" cy="49"/>
            </a:xfrm>
            <a:custGeom>
              <a:avLst/>
              <a:gdLst>
                <a:gd name="T0" fmla="*/ 3 w 426"/>
                <a:gd name="T1" fmla="*/ 0 h 245"/>
                <a:gd name="T2" fmla="*/ 3 w 426"/>
                <a:gd name="T3" fmla="*/ 0 h 245"/>
                <a:gd name="T4" fmla="*/ 3 w 426"/>
                <a:gd name="T5" fmla="*/ 0 h 245"/>
                <a:gd name="T6" fmla="*/ 3 w 426"/>
                <a:gd name="T7" fmla="*/ 0 h 245"/>
                <a:gd name="T8" fmla="*/ 2 w 426"/>
                <a:gd name="T9" fmla="*/ 0 h 245"/>
                <a:gd name="T10" fmla="*/ 2 w 426"/>
                <a:gd name="T11" fmla="*/ 0 h 245"/>
                <a:gd name="T12" fmla="*/ 2 w 426"/>
                <a:gd name="T13" fmla="*/ 0 h 245"/>
                <a:gd name="T14" fmla="*/ 2 w 426"/>
                <a:gd name="T15" fmla="*/ 0 h 245"/>
                <a:gd name="T16" fmla="*/ 1 w 426"/>
                <a:gd name="T17" fmla="*/ 0 h 245"/>
                <a:gd name="T18" fmla="*/ 1 w 426"/>
                <a:gd name="T19" fmla="*/ 1 h 245"/>
                <a:gd name="T20" fmla="*/ 1 w 426"/>
                <a:gd name="T21" fmla="*/ 1 h 245"/>
                <a:gd name="T22" fmla="*/ 1 w 426"/>
                <a:gd name="T23" fmla="*/ 1 h 245"/>
                <a:gd name="T24" fmla="*/ 0 w 426"/>
                <a:gd name="T25" fmla="*/ 1 h 245"/>
                <a:gd name="T26" fmla="*/ 0 w 426"/>
                <a:gd name="T27" fmla="*/ 1 h 245"/>
                <a:gd name="T28" fmla="*/ 0 w 426"/>
                <a:gd name="T29" fmla="*/ 1 h 245"/>
                <a:gd name="T30" fmla="*/ 0 w 426"/>
                <a:gd name="T31" fmla="*/ 2 h 245"/>
                <a:gd name="T32" fmla="*/ 0 w 426"/>
                <a:gd name="T33" fmla="*/ 2 h 245"/>
                <a:gd name="T34" fmla="*/ 0 w 426"/>
                <a:gd name="T35" fmla="*/ 2 h 245"/>
                <a:gd name="T36" fmla="*/ 0 w 426"/>
                <a:gd name="T37" fmla="*/ 2 h 245"/>
                <a:gd name="T38" fmla="*/ 0 w 426"/>
                <a:gd name="T39" fmla="*/ 2 h 245"/>
                <a:gd name="T40" fmla="*/ 0 w 426"/>
                <a:gd name="T41" fmla="*/ 2 h 245"/>
                <a:gd name="T42" fmla="*/ 0 w 426"/>
                <a:gd name="T43" fmla="*/ 1 h 245"/>
                <a:gd name="T44" fmla="*/ 0 w 426"/>
                <a:gd name="T45" fmla="*/ 1 h 245"/>
                <a:gd name="T46" fmla="*/ 0 w 426"/>
                <a:gd name="T47" fmla="*/ 1 h 245"/>
                <a:gd name="T48" fmla="*/ 1 w 426"/>
                <a:gd name="T49" fmla="*/ 1 h 245"/>
                <a:gd name="T50" fmla="*/ 1 w 426"/>
                <a:gd name="T51" fmla="*/ 1 h 245"/>
                <a:gd name="T52" fmla="*/ 1 w 426"/>
                <a:gd name="T53" fmla="*/ 1 h 245"/>
                <a:gd name="T54" fmla="*/ 1 w 426"/>
                <a:gd name="T55" fmla="*/ 1 h 245"/>
                <a:gd name="T56" fmla="*/ 2 w 426"/>
                <a:gd name="T57" fmla="*/ 0 h 245"/>
                <a:gd name="T58" fmla="*/ 2 w 426"/>
                <a:gd name="T59" fmla="*/ 0 h 245"/>
                <a:gd name="T60" fmla="*/ 2 w 426"/>
                <a:gd name="T61" fmla="*/ 0 h 245"/>
                <a:gd name="T62" fmla="*/ 2 w 426"/>
                <a:gd name="T63" fmla="*/ 0 h 245"/>
                <a:gd name="T64" fmla="*/ 3 w 426"/>
                <a:gd name="T65" fmla="*/ 0 h 245"/>
                <a:gd name="T66" fmla="*/ 3 w 426"/>
                <a:gd name="T67" fmla="*/ 0 h 245"/>
                <a:gd name="T68" fmla="*/ 3 w 426"/>
                <a:gd name="T69" fmla="*/ 0 h 245"/>
                <a:gd name="T70" fmla="*/ 3 w 426"/>
                <a:gd name="T71" fmla="*/ 0 h 245"/>
                <a:gd name="T72" fmla="*/ 3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426" y="0"/>
                  </a:moveTo>
                  <a:lnTo>
                    <a:pt x="426" y="0"/>
                  </a:lnTo>
                  <a:lnTo>
                    <a:pt x="384" y="1"/>
                  </a:lnTo>
                  <a:lnTo>
                    <a:pt x="340" y="4"/>
                  </a:lnTo>
                  <a:lnTo>
                    <a:pt x="300" y="10"/>
                  </a:lnTo>
                  <a:lnTo>
                    <a:pt x="262" y="18"/>
                  </a:lnTo>
                  <a:lnTo>
                    <a:pt x="224" y="29"/>
                  </a:lnTo>
                  <a:lnTo>
                    <a:pt x="189" y="41"/>
                  </a:lnTo>
                  <a:lnTo>
                    <a:pt x="157" y="55"/>
                  </a:lnTo>
                  <a:lnTo>
                    <a:pt x="126" y="70"/>
                  </a:lnTo>
                  <a:lnTo>
                    <a:pt x="99" y="89"/>
                  </a:lnTo>
                  <a:lnTo>
                    <a:pt x="74" y="106"/>
                  </a:lnTo>
                  <a:lnTo>
                    <a:pt x="52" y="126"/>
                  </a:lnTo>
                  <a:lnTo>
                    <a:pt x="34" y="148"/>
                  </a:lnTo>
                  <a:lnTo>
                    <a:pt x="19" y="171"/>
                  </a:lnTo>
                  <a:lnTo>
                    <a:pt x="9" y="194"/>
                  </a:lnTo>
                  <a:lnTo>
                    <a:pt x="3" y="219"/>
                  </a:lnTo>
                  <a:lnTo>
                    <a:pt x="0" y="245"/>
                  </a:lnTo>
                  <a:lnTo>
                    <a:pt x="12" y="245"/>
                  </a:lnTo>
                  <a:lnTo>
                    <a:pt x="15" y="221"/>
                  </a:lnTo>
                  <a:lnTo>
                    <a:pt x="20" y="199"/>
                  </a:lnTo>
                  <a:lnTo>
                    <a:pt x="31" y="178"/>
                  </a:lnTo>
                  <a:lnTo>
                    <a:pt x="44" y="156"/>
                  </a:lnTo>
                  <a:lnTo>
                    <a:pt x="61" y="136"/>
                  </a:lnTo>
                  <a:lnTo>
                    <a:pt x="81" y="116"/>
                  </a:lnTo>
                  <a:lnTo>
                    <a:pt x="106" y="98"/>
                  </a:lnTo>
                  <a:lnTo>
                    <a:pt x="133" y="82"/>
                  </a:lnTo>
                  <a:lnTo>
                    <a:pt x="162" y="66"/>
                  </a:lnTo>
                  <a:lnTo>
                    <a:pt x="194" y="52"/>
                  </a:lnTo>
                  <a:lnTo>
                    <a:pt x="229" y="41"/>
                  </a:lnTo>
                  <a:lnTo>
                    <a:pt x="264" y="30"/>
                  </a:lnTo>
                  <a:lnTo>
                    <a:pt x="303" y="22"/>
                  </a:lnTo>
                  <a:lnTo>
                    <a:pt x="343" y="16"/>
                  </a:lnTo>
                  <a:lnTo>
                    <a:pt x="384" y="12"/>
                  </a:lnTo>
                  <a:lnTo>
                    <a:pt x="426" y="11"/>
                  </a:lnTo>
                  <a:lnTo>
                    <a:pt x="42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5831" name="Freeform 39"/>
            <p:cNvSpPr>
              <a:spLocks/>
            </p:cNvSpPr>
            <p:nvPr/>
          </p:nvSpPr>
          <p:spPr bwMode="auto">
            <a:xfrm>
              <a:off x="1587" y="1929"/>
              <a:ext cx="85" cy="49"/>
            </a:xfrm>
            <a:custGeom>
              <a:avLst/>
              <a:gdLst>
                <a:gd name="T0" fmla="*/ 0 w 426"/>
                <a:gd name="T1" fmla="*/ 0 h 245"/>
                <a:gd name="T2" fmla="*/ 0 w 426"/>
                <a:gd name="T3" fmla="*/ 0 h 245"/>
                <a:gd name="T4" fmla="*/ 0 w 426"/>
                <a:gd name="T5" fmla="*/ 0 h 245"/>
                <a:gd name="T6" fmla="*/ 0 w 426"/>
                <a:gd name="T7" fmla="*/ 0 h 245"/>
                <a:gd name="T8" fmla="*/ 0 w 426"/>
                <a:gd name="T9" fmla="*/ 1 h 245"/>
                <a:gd name="T10" fmla="*/ 0 w 426"/>
                <a:gd name="T11" fmla="*/ 1 h 245"/>
                <a:gd name="T12" fmla="*/ 0 w 426"/>
                <a:gd name="T13" fmla="*/ 1 h 245"/>
                <a:gd name="T14" fmla="*/ 1 w 426"/>
                <a:gd name="T15" fmla="*/ 1 h 245"/>
                <a:gd name="T16" fmla="*/ 1 w 426"/>
                <a:gd name="T17" fmla="*/ 1 h 245"/>
                <a:gd name="T18" fmla="*/ 1 w 426"/>
                <a:gd name="T19" fmla="*/ 1 h 245"/>
                <a:gd name="T20" fmla="*/ 1 w 426"/>
                <a:gd name="T21" fmla="*/ 2 h 245"/>
                <a:gd name="T22" fmla="*/ 2 w 426"/>
                <a:gd name="T23" fmla="*/ 2 h 245"/>
                <a:gd name="T24" fmla="*/ 2 w 426"/>
                <a:gd name="T25" fmla="*/ 2 h 245"/>
                <a:gd name="T26" fmla="*/ 2 w 426"/>
                <a:gd name="T27" fmla="*/ 2 h 245"/>
                <a:gd name="T28" fmla="*/ 2 w 426"/>
                <a:gd name="T29" fmla="*/ 2 h 245"/>
                <a:gd name="T30" fmla="*/ 3 w 426"/>
                <a:gd name="T31" fmla="*/ 2 h 245"/>
                <a:gd name="T32" fmla="*/ 3 w 426"/>
                <a:gd name="T33" fmla="*/ 2 h 245"/>
                <a:gd name="T34" fmla="*/ 3 w 426"/>
                <a:gd name="T35" fmla="*/ 2 h 245"/>
                <a:gd name="T36" fmla="*/ 3 w 426"/>
                <a:gd name="T37" fmla="*/ 2 h 245"/>
                <a:gd name="T38" fmla="*/ 3 w 426"/>
                <a:gd name="T39" fmla="*/ 2 h 245"/>
                <a:gd name="T40" fmla="*/ 3 w 426"/>
                <a:gd name="T41" fmla="*/ 2 h 245"/>
                <a:gd name="T42" fmla="*/ 2 w 426"/>
                <a:gd name="T43" fmla="*/ 2 h 245"/>
                <a:gd name="T44" fmla="*/ 2 w 426"/>
                <a:gd name="T45" fmla="*/ 2 h 245"/>
                <a:gd name="T46" fmla="*/ 2 w 426"/>
                <a:gd name="T47" fmla="*/ 2 h 245"/>
                <a:gd name="T48" fmla="*/ 2 w 426"/>
                <a:gd name="T49" fmla="*/ 2 h 245"/>
                <a:gd name="T50" fmla="*/ 1 w 426"/>
                <a:gd name="T51" fmla="*/ 1 h 245"/>
                <a:gd name="T52" fmla="*/ 1 w 426"/>
                <a:gd name="T53" fmla="*/ 1 h 245"/>
                <a:gd name="T54" fmla="*/ 1 w 426"/>
                <a:gd name="T55" fmla="*/ 1 h 245"/>
                <a:gd name="T56" fmla="*/ 1 w 426"/>
                <a:gd name="T57" fmla="*/ 1 h 245"/>
                <a:gd name="T58" fmla="*/ 0 w 426"/>
                <a:gd name="T59" fmla="*/ 1 h 245"/>
                <a:gd name="T60" fmla="*/ 0 w 426"/>
                <a:gd name="T61" fmla="*/ 1 h 245"/>
                <a:gd name="T62" fmla="*/ 0 w 426"/>
                <a:gd name="T63" fmla="*/ 1 h 245"/>
                <a:gd name="T64" fmla="*/ 0 w 426"/>
                <a:gd name="T65" fmla="*/ 0 h 245"/>
                <a:gd name="T66" fmla="*/ 0 w 426"/>
                <a:gd name="T67" fmla="*/ 0 h 245"/>
                <a:gd name="T68" fmla="*/ 0 w 426"/>
                <a:gd name="T69" fmla="*/ 0 h 245"/>
                <a:gd name="T70" fmla="*/ 0 w 426"/>
                <a:gd name="T71" fmla="*/ 0 h 245"/>
                <a:gd name="T72" fmla="*/ 0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0" y="0"/>
                  </a:moveTo>
                  <a:lnTo>
                    <a:pt x="0" y="0"/>
                  </a:lnTo>
                  <a:lnTo>
                    <a:pt x="3" y="25"/>
                  </a:lnTo>
                  <a:lnTo>
                    <a:pt x="9" y="50"/>
                  </a:lnTo>
                  <a:lnTo>
                    <a:pt x="19" y="73"/>
                  </a:lnTo>
                  <a:lnTo>
                    <a:pt x="34" y="96"/>
                  </a:lnTo>
                  <a:lnTo>
                    <a:pt x="52" y="118"/>
                  </a:lnTo>
                  <a:lnTo>
                    <a:pt x="74" y="138"/>
                  </a:lnTo>
                  <a:lnTo>
                    <a:pt x="99" y="156"/>
                  </a:lnTo>
                  <a:lnTo>
                    <a:pt x="126" y="174"/>
                  </a:lnTo>
                  <a:lnTo>
                    <a:pt x="157" y="190"/>
                  </a:lnTo>
                  <a:lnTo>
                    <a:pt x="189" y="204"/>
                  </a:lnTo>
                  <a:lnTo>
                    <a:pt x="224" y="215"/>
                  </a:lnTo>
                  <a:lnTo>
                    <a:pt x="262" y="226"/>
                  </a:lnTo>
                  <a:lnTo>
                    <a:pt x="300" y="234"/>
                  </a:lnTo>
                  <a:lnTo>
                    <a:pt x="340" y="240"/>
                  </a:lnTo>
                  <a:lnTo>
                    <a:pt x="384" y="244"/>
                  </a:lnTo>
                  <a:lnTo>
                    <a:pt x="426" y="245"/>
                  </a:lnTo>
                  <a:lnTo>
                    <a:pt x="426" y="233"/>
                  </a:lnTo>
                  <a:lnTo>
                    <a:pt x="384" y="232"/>
                  </a:lnTo>
                  <a:lnTo>
                    <a:pt x="343" y="228"/>
                  </a:lnTo>
                  <a:lnTo>
                    <a:pt x="303" y="222"/>
                  </a:lnTo>
                  <a:lnTo>
                    <a:pt x="264" y="214"/>
                  </a:lnTo>
                  <a:lnTo>
                    <a:pt x="229" y="204"/>
                  </a:lnTo>
                  <a:lnTo>
                    <a:pt x="194" y="192"/>
                  </a:lnTo>
                  <a:lnTo>
                    <a:pt x="162" y="178"/>
                  </a:lnTo>
                  <a:lnTo>
                    <a:pt x="133" y="163"/>
                  </a:lnTo>
                  <a:lnTo>
                    <a:pt x="106" y="146"/>
                  </a:lnTo>
                  <a:lnTo>
                    <a:pt x="81" y="129"/>
                  </a:lnTo>
                  <a:lnTo>
                    <a:pt x="61" y="109"/>
                  </a:lnTo>
                  <a:lnTo>
                    <a:pt x="44" y="89"/>
                  </a:lnTo>
                  <a:lnTo>
                    <a:pt x="31" y="66"/>
                  </a:lnTo>
                  <a:lnTo>
                    <a:pt x="20" y="45"/>
                  </a:lnTo>
                  <a:lnTo>
                    <a:pt x="15" y="2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5832" name="Freeform 40"/>
            <p:cNvSpPr>
              <a:spLocks/>
            </p:cNvSpPr>
            <p:nvPr/>
          </p:nvSpPr>
          <p:spPr bwMode="auto">
            <a:xfrm>
              <a:off x="878" y="1448"/>
              <a:ext cx="792" cy="954"/>
            </a:xfrm>
            <a:custGeom>
              <a:avLst/>
              <a:gdLst>
                <a:gd name="T0" fmla="*/ 13 w 3960"/>
                <a:gd name="T1" fmla="*/ 38 h 4768"/>
                <a:gd name="T2" fmla="*/ 14 w 3960"/>
                <a:gd name="T3" fmla="*/ 38 h 4768"/>
                <a:gd name="T4" fmla="*/ 15 w 3960"/>
                <a:gd name="T5" fmla="*/ 38 h 4768"/>
                <a:gd name="T6" fmla="*/ 15 w 3960"/>
                <a:gd name="T7" fmla="*/ 38 h 4768"/>
                <a:gd name="T8" fmla="*/ 16 w 3960"/>
                <a:gd name="T9" fmla="*/ 38 h 4768"/>
                <a:gd name="T10" fmla="*/ 17 w 3960"/>
                <a:gd name="T11" fmla="*/ 38 h 4768"/>
                <a:gd name="T12" fmla="*/ 17 w 3960"/>
                <a:gd name="T13" fmla="*/ 38 h 4768"/>
                <a:gd name="T14" fmla="*/ 18 w 3960"/>
                <a:gd name="T15" fmla="*/ 38 h 4768"/>
                <a:gd name="T16" fmla="*/ 18 w 3960"/>
                <a:gd name="T17" fmla="*/ 38 h 4768"/>
                <a:gd name="T18" fmla="*/ 29 w 3960"/>
                <a:gd name="T19" fmla="*/ 30 h 4768"/>
                <a:gd name="T20" fmla="*/ 30 w 3960"/>
                <a:gd name="T21" fmla="*/ 30 h 4768"/>
                <a:gd name="T22" fmla="*/ 30 w 3960"/>
                <a:gd name="T23" fmla="*/ 29 h 4768"/>
                <a:gd name="T24" fmla="*/ 31 w 3960"/>
                <a:gd name="T25" fmla="*/ 28 h 4768"/>
                <a:gd name="T26" fmla="*/ 31 w 3960"/>
                <a:gd name="T27" fmla="*/ 28 h 4768"/>
                <a:gd name="T28" fmla="*/ 31 w 3960"/>
                <a:gd name="T29" fmla="*/ 27 h 4768"/>
                <a:gd name="T30" fmla="*/ 32 w 3960"/>
                <a:gd name="T31" fmla="*/ 26 h 4768"/>
                <a:gd name="T32" fmla="*/ 32 w 3960"/>
                <a:gd name="T33" fmla="*/ 25 h 4768"/>
                <a:gd name="T34" fmla="*/ 32 w 3960"/>
                <a:gd name="T35" fmla="*/ 11 h 4768"/>
                <a:gd name="T36" fmla="*/ 32 w 3960"/>
                <a:gd name="T37" fmla="*/ 10 h 4768"/>
                <a:gd name="T38" fmla="*/ 31 w 3960"/>
                <a:gd name="T39" fmla="*/ 9 h 4768"/>
                <a:gd name="T40" fmla="*/ 31 w 3960"/>
                <a:gd name="T41" fmla="*/ 9 h 4768"/>
                <a:gd name="T42" fmla="*/ 31 w 3960"/>
                <a:gd name="T43" fmla="*/ 8 h 4768"/>
                <a:gd name="T44" fmla="*/ 31 w 3960"/>
                <a:gd name="T45" fmla="*/ 8 h 4768"/>
                <a:gd name="T46" fmla="*/ 30 w 3960"/>
                <a:gd name="T47" fmla="*/ 7 h 4768"/>
                <a:gd name="T48" fmla="*/ 30 w 3960"/>
                <a:gd name="T49" fmla="*/ 7 h 4768"/>
                <a:gd name="T50" fmla="*/ 29 w 3960"/>
                <a:gd name="T51" fmla="*/ 6 h 4768"/>
                <a:gd name="T52" fmla="*/ 19 w 3960"/>
                <a:gd name="T53" fmla="*/ 1 h 4768"/>
                <a:gd name="T54" fmla="*/ 18 w 3960"/>
                <a:gd name="T55" fmla="*/ 0 h 4768"/>
                <a:gd name="T56" fmla="*/ 17 w 3960"/>
                <a:gd name="T57" fmla="*/ 0 h 4768"/>
                <a:gd name="T58" fmla="*/ 17 w 3960"/>
                <a:gd name="T59" fmla="*/ 0 h 4768"/>
                <a:gd name="T60" fmla="*/ 16 w 3960"/>
                <a:gd name="T61" fmla="*/ 0 h 4768"/>
                <a:gd name="T62" fmla="*/ 15 w 3960"/>
                <a:gd name="T63" fmla="*/ 0 h 4768"/>
                <a:gd name="T64" fmla="*/ 14 w 3960"/>
                <a:gd name="T65" fmla="*/ 0 h 4768"/>
                <a:gd name="T66" fmla="*/ 14 w 3960"/>
                <a:gd name="T67" fmla="*/ 0 h 4768"/>
                <a:gd name="T68" fmla="*/ 2 w 3960"/>
                <a:gd name="T69" fmla="*/ 6 h 4768"/>
                <a:gd name="T70" fmla="*/ 2 w 3960"/>
                <a:gd name="T71" fmla="*/ 7 h 4768"/>
                <a:gd name="T72" fmla="*/ 1 w 3960"/>
                <a:gd name="T73" fmla="*/ 7 h 4768"/>
                <a:gd name="T74" fmla="*/ 1 w 3960"/>
                <a:gd name="T75" fmla="*/ 8 h 4768"/>
                <a:gd name="T76" fmla="*/ 1 w 3960"/>
                <a:gd name="T77" fmla="*/ 8 h 4768"/>
                <a:gd name="T78" fmla="*/ 0 w 3960"/>
                <a:gd name="T79" fmla="*/ 9 h 4768"/>
                <a:gd name="T80" fmla="*/ 0 w 3960"/>
                <a:gd name="T81" fmla="*/ 9 h 4768"/>
                <a:gd name="T82" fmla="*/ 0 w 3960"/>
                <a:gd name="T83" fmla="*/ 10 h 4768"/>
                <a:gd name="T84" fmla="*/ 0 w 3960"/>
                <a:gd name="T85" fmla="*/ 11 h 4768"/>
                <a:gd name="T86" fmla="*/ 0 w 3960"/>
                <a:gd name="T87" fmla="*/ 25 h 4768"/>
                <a:gd name="T88" fmla="*/ 0 w 3960"/>
                <a:gd name="T89" fmla="*/ 26 h 4768"/>
                <a:gd name="T90" fmla="*/ 0 w 3960"/>
                <a:gd name="T91" fmla="*/ 27 h 4768"/>
                <a:gd name="T92" fmla="*/ 1 w 3960"/>
                <a:gd name="T93" fmla="*/ 28 h 4768"/>
                <a:gd name="T94" fmla="*/ 1 w 3960"/>
                <a:gd name="T95" fmla="*/ 29 h 4768"/>
                <a:gd name="T96" fmla="*/ 1 w 3960"/>
                <a:gd name="T97" fmla="*/ 29 h 4768"/>
                <a:gd name="T98" fmla="*/ 2 w 3960"/>
                <a:gd name="T99" fmla="*/ 30 h 4768"/>
                <a:gd name="T100" fmla="*/ 3 w 3960"/>
                <a:gd name="T101" fmla="*/ 31 h 4768"/>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w 3960"/>
                <a:gd name="T154" fmla="*/ 0 h 4768"/>
                <a:gd name="T155" fmla="*/ 3960 w 3960"/>
                <a:gd name="T156" fmla="*/ 4768 h 4768"/>
              </a:gdLst>
              <a:ahLst/>
              <a:cxnLst>
                <a:cxn ang="T102">
                  <a:pos x="T0" y="T1"/>
                </a:cxn>
                <a:cxn ang="T103">
                  <a:pos x="T2" y="T3"/>
                </a:cxn>
                <a:cxn ang="T104">
                  <a:pos x="T4" y="T5"/>
                </a:cxn>
                <a:cxn ang="T105">
                  <a:pos x="T6" y="T7"/>
                </a:cxn>
                <a:cxn ang="T106">
                  <a:pos x="T8" y="T9"/>
                </a:cxn>
                <a:cxn ang="T107">
                  <a:pos x="T10" y="T11"/>
                </a:cxn>
                <a:cxn ang="T108">
                  <a:pos x="T12" y="T13"/>
                </a:cxn>
                <a:cxn ang="T109">
                  <a:pos x="T14" y="T15"/>
                </a:cxn>
                <a:cxn ang="T110">
                  <a:pos x="T16" y="T17"/>
                </a:cxn>
                <a:cxn ang="T111">
                  <a:pos x="T18" y="T19"/>
                </a:cxn>
                <a:cxn ang="T112">
                  <a:pos x="T20" y="T21"/>
                </a:cxn>
                <a:cxn ang="T113">
                  <a:pos x="T22" y="T23"/>
                </a:cxn>
                <a:cxn ang="T114">
                  <a:pos x="T24" y="T25"/>
                </a:cxn>
                <a:cxn ang="T115">
                  <a:pos x="T26" y="T27"/>
                </a:cxn>
                <a:cxn ang="T116">
                  <a:pos x="T28" y="T29"/>
                </a:cxn>
                <a:cxn ang="T117">
                  <a:pos x="T30" y="T31"/>
                </a:cxn>
                <a:cxn ang="T118">
                  <a:pos x="T32" y="T33"/>
                </a:cxn>
                <a:cxn ang="T119">
                  <a:pos x="T34" y="T35"/>
                </a:cxn>
                <a:cxn ang="T120">
                  <a:pos x="T36" y="T37"/>
                </a:cxn>
                <a:cxn ang="T121">
                  <a:pos x="T38" y="T39"/>
                </a:cxn>
                <a:cxn ang="T122">
                  <a:pos x="T40" y="T41"/>
                </a:cxn>
                <a:cxn ang="T123">
                  <a:pos x="T42" y="T43"/>
                </a:cxn>
                <a:cxn ang="T124">
                  <a:pos x="T44" y="T45"/>
                </a:cxn>
                <a:cxn ang="T125">
                  <a:pos x="T46" y="T47"/>
                </a:cxn>
                <a:cxn ang="T126">
                  <a:pos x="T48" y="T49"/>
                </a:cxn>
                <a:cxn ang="T127">
                  <a:pos x="T50" y="T51"/>
                </a:cxn>
                <a:cxn ang="T128">
                  <a:pos x="T52" y="T53"/>
                </a:cxn>
                <a:cxn ang="T129">
                  <a:pos x="T54" y="T55"/>
                </a:cxn>
                <a:cxn ang="T130">
                  <a:pos x="T56" y="T57"/>
                </a:cxn>
                <a:cxn ang="T131">
                  <a:pos x="T58" y="T59"/>
                </a:cxn>
                <a:cxn ang="T132">
                  <a:pos x="T60" y="T61"/>
                </a:cxn>
                <a:cxn ang="T133">
                  <a:pos x="T62" y="T63"/>
                </a:cxn>
                <a:cxn ang="T134">
                  <a:pos x="T64" y="T65"/>
                </a:cxn>
                <a:cxn ang="T135">
                  <a:pos x="T66" y="T67"/>
                </a:cxn>
                <a:cxn ang="T136">
                  <a:pos x="T68" y="T69"/>
                </a:cxn>
                <a:cxn ang="T137">
                  <a:pos x="T70" y="T71"/>
                </a:cxn>
                <a:cxn ang="T138">
                  <a:pos x="T72" y="T73"/>
                </a:cxn>
                <a:cxn ang="T139">
                  <a:pos x="T74" y="T75"/>
                </a:cxn>
                <a:cxn ang="T140">
                  <a:pos x="T76" y="T77"/>
                </a:cxn>
                <a:cxn ang="T141">
                  <a:pos x="T78" y="T79"/>
                </a:cxn>
                <a:cxn ang="T142">
                  <a:pos x="T80" y="T81"/>
                </a:cxn>
                <a:cxn ang="T143">
                  <a:pos x="T82" y="T83"/>
                </a:cxn>
                <a:cxn ang="T144">
                  <a:pos x="T84" y="T85"/>
                </a:cxn>
                <a:cxn ang="T145">
                  <a:pos x="T86" y="T87"/>
                </a:cxn>
                <a:cxn ang="T146">
                  <a:pos x="T88" y="T89"/>
                </a:cxn>
                <a:cxn ang="T147">
                  <a:pos x="T90" y="T91"/>
                </a:cxn>
                <a:cxn ang="T148">
                  <a:pos x="T92" y="T93"/>
                </a:cxn>
                <a:cxn ang="T149">
                  <a:pos x="T94" y="T95"/>
                </a:cxn>
                <a:cxn ang="T150">
                  <a:pos x="T96" y="T97"/>
                </a:cxn>
                <a:cxn ang="T151">
                  <a:pos x="T98" y="T99"/>
                </a:cxn>
                <a:cxn ang="T152">
                  <a:pos x="T100" y="T101"/>
                </a:cxn>
              </a:cxnLst>
              <a:rect l="T153" t="T154" r="T155" b="T156"/>
              <a:pathLst>
                <a:path w="3960" h="4768">
                  <a:moveTo>
                    <a:pt x="353" y="3849"/>
                  </a:moveTo>
                  <a:lnTo>
                    <a:pt x="1661" y="4700"/>
                  </a:lnTo>
                  <a:lnTo>
                    <a:pt x="1697" y="4717"/>
                  </a:lnTo>
                  <a:lnTo>
                    <a:pt x="1736" y="4731"/>
                  </a:lnTo>
                  <a:lnTo>
                    <a:pt x="1776" y="4742"/>
                  </a:lnTo>
                  <a:lnTo>
                    <a:pt x="1818" y="4753"/>
                  </a:lnTo>
                  <a:lnTo>
                    <a:pt x="1860" y="4760"/>
                  </a:lnTo>
                  <a:lnTo>
                    <a:pt x="1902" y="4765"/>
                  </a:lnTo>
                  <a:lnTo>
                    <a:pt x="1946" y="4768"/>
                  </a:lnTo>
                  <a:lnTo>
                    <a:pt x="1988" y="4768"/>
                  </a:lnTo>
                  <a:lnTo>
                    <a:pt x="2031" y="4767"/>
                  </a:lnTo>
                  <a:lnTo>
                    <a:pt x="2073" y="4763"/>
                  </a:lnTo>
                  <a:lnTo>
                    <a:pt x="2114" y="4758"/>
                  </a:lnTo>
                  <a:lnTo>
                    <a:pt x="2154" y="4751"/>
                  </a:lnTo>
                  <a:lnTo>
                    <a:pt x="2193" y="4740"/>
                  </a:lnTo>
                  <a:lnTo>
                    <a:pt x="2230" y="4729"/>
                  </a:lnTo>
                  <a:lnTo>
                    <a:pt x="2264" y="4715"/>
                  </a:lnTo>
                  <a:lnTo>
                    <a:pt x="2297" y="4700"/>
                  </a:lnTo>
                  <a:lnTo>
                    <a:pt x="3639" y="3825"/>
                  </a:lnTo>
                  <a:lnTo>
                    <a:pt x="3673" y="3795"/>
                  </a:lnTo>
                  <a:lnTo>
                    <a:pt x="3707" y="3761"/>
                  </a:lnTo>
                  <a:lnTo>
                    <a:pt x="3738" y="3725"/>
                  </a:lnTo>
                  <a:lnTo>
                    <a:pt x="3768" y="3685"/>
                  </a:lnTo>
                  <a:lnTo>
                    <a:pt x="3796" y="3644"/>
                  </a:lnTo>
                  <a:lnTo>
                    <a:pt x="3821" y="3599"/>
                  </a:lnTo>
                  <a:lnTo>
                    <a:pt x="3846" y="3553"/>
                  </a:lnTo>
                  <a:lnTo>
                    <a:pt x="3868" y="3505"/>
                  </a:lnTo>
                  <a:lnTo>
                    <a:pt x="3888" y="3456"/>
                  </a:lnTo>
                  <a:lnTo>
                    <a:pt x="3907" y="3406"/>
                  </a:lnTo>
                  <a:lnTo>
                    <a:pt x="3922" y="3354"/>
                  </a:lnTo>
                  <a:lnTo>
                    <a:pt x="3935" y="3303"/>
                  </a:lnTo>
                  <a:lnTo>
                    <a:pt x="3946" y="3250"/>
                  </a:lnTo>
                  <a:lnTo>
                    <a:pt x="3953" y="3197"/>
                  </a:lnTo>
                  <a:lnTo>
                    <a:pt x="3957" y="3144"/>
                  </a:lnTo>
                  <a:lnTo>
                    <a:pt x="3960" y="3092"/>
                  </a:lnTo>
                  <a:lnTo>
                    <a:pt x="3959" y="1313"/>
                  </a:lnTo>
                  <a:lnTo>
                    <a:pt x="3955" y="1271"/>
                  </a:lnTo>
                  <a:lnTo>
                    <a:pt x="3949" y="1229"/>
                  </a:lnTo>
                  <a:lnTo>
                    <a:pt x="3941" y="1189"/>
                  </a:lnTo>
                  <a:lnTo>
                    <a:pt x="3930" y="1149"/>
                  </a:lnTo>
                  <a:lnTo>
                    <a:pt x="3918" y="1111"/>
                  </a:lnTo>
                  <a:lnTo>
                    <a:pt x="3902" y="1075"/>
                  </a:lnTo>
                  <a:lnTo>
                    <a:pt x="3886" y="1040"/>
                  </a:lnTo>
                  <a:lnTo>
                    <a:pt x="3867" y="1006"/>
                  </a:lnTo>
                  <a:lnTo>
                    <a:pt x="3846" y="973"/>
                  </a:lnTo>
                  <a:lnTo>
                    <a:pt x="3823" y="942"/>
                  </a:lnTo>
                  <a:lnTo>
                    <a:pt x="3798" y="913"/>
                  </a:lnTo>
                  <a:lnTo>
                    <a:pt x="3771" y="886"/>
                  </a:lnTo>
                  <a:lnTo>
                    <a:pt x="3743" y="860"/>
                  </a:lnTo>
                  <a:lnTo>
                    <a:pt x="3714" y="837"/>
                  </a:lnTo>
                  <a:lnTo>
                    <a:pt x="3682" y="816"/>
                  </a:lnTo>
                  <a:lnTo>
                    <a:pt x="3649" y="796"/>
                  </a:lnTo>
                  <a:lnTo>
                    <a:pt x="2386" y="83"/>
                  </a:lnTo>
                  <a:lnTo>
                    <a:pt x="2350" y="65"/>
                  </a:lnTo>
                  <a:lnTo>
                    <a:pt x="2310" y="50"/>
                  </a:lnTo>
                  <a:lnTo>
                    <a:pt x="2268" y="36"/>
                  </a:lnTo>
                  <a:lnTo>
                    <a:pt x="2223" y="24"/>
                  </a:lnTo>
                  <a:lnTo>
                    <a:pt x="2178" y="15"/>
                  </a:lnTo>
                  <a:lnTo>
                    <a:pt x="2131" y="8"/>
                  </a:lnTo>
                  <a:lnTo>
                    <a:pt x="2082" y="3"/>
                  </a:lnTo>
                  <a:lnTo>
                    <a:pt x="2032" y="0"/>
                  </a:lnTo>
                  <a:lnTo>
                    <a:pt x="1982" y="1"/>
                  </a:lnTo>
                  <a:lnTo>
                    <a:pt x="1933" y="3"/>
                  </a:lnTo>
                  <a:lnTo>
                    <a:pt x="1882" y="9"/>
                  </a:lnTo>
                  <a:lnTo>
                    <a:pt x="1833" y="17"/>
                  </a:lnTo>
                  <a:lnTo>
                    <a:pt x="1785" y="29"/>
                  </a:lnTo>
                  <a:lnTo>
                    <a:pt x="1737" y="43"/>
                  </a:lnTo>
                  <a:lnTo>
                    <a:pt x="1691" y="62"/>
                  </a:lnTo>
                  <a:lnTo>
                    <a:pt x="1647" y="83"/>
                  </a:lnTo>
                  <a:lnTo>
                    <a:pt x="311" y="782"/>
                  </a:lnTo>
                  <a:lnTo>
                    <a:pt x="276" y="803"/>
                  </a:lnTo>
                  <a:lnTo>
                    <a:pt x="243" y="826"/>
                  </a:lnTo>
                  <a:lnTo>
                    <a:pt x="213" y="852"/>
                  </a:lnTo>
                  <a:lnTo>
                    <a:pt x="184" y="879"/>
                  </a:lnTo>
                  <a:lnTo>
                    <a:pt x="155" y="908"/>
                  </a:lnTo>
                  <a:lnTo>
                    <a:pt x="131" y="939"/>
                  </a:lnTo>
                  <a:lnTo>
                    <a:pt x="107" y="971"/>
                  </a:lnTo>
                  <a:lnTo>
                    <a:pt x="86" y="1005"/>
                  </a:lnTo>
                  <a:lnTo>
                    <a:pt x="68" y="1040"/>
                  </a:lnTo>
                  <a:lnTo>
                    <a:pt x="50" y="1076"/>
                  </a:lnTo>
                  <a:lnTo>
                    <a:pt x="36" y="1115"/>
                  </a:lnTo>
                  <a:lnTo>
                    <a:pt x="23" y="1153"/>
                  </a:lnTo>
                  <a:lnTo>
                    <a:pt x="14" y="1195"/>
                  </a:lnTo>
                  <a:lnTo>
                    <a:pt x="7" y="1236"/>
                  </a:lnTo>
                  <a:lnTo>
                    <a:pt x="2" y="1279"/>
                  </a:lnTo>
                  <a:lnTo>
                    <a:pt x="0" y="1322"/>
                  </a:lnTo>
                  <a:lnTo>
                    <a:pt x="0" y="3093"/>
                  </a:lnTo>
                  <a:lnTo>
                    <a:pt x="2" y="3147"/>
                  </a:lnTo>
                  <a:lnTo>
                    <a:pt x="7" y="3202"/>
                  </a:lnTo>
                  <a:lnTo>
                    <a:pt x="15" y="3257"/>
                  </a:lnTo>
                  <a:lnTo>
                    <a:pt x="27" y="3312"/>
                  </a:lnTo>
                  <a:lnTo>
                    <a:pt x="42" y="3366"/>
                  </a:lnTo>
                  <a:lnTo>
                    <a:pt x="59" y="3420"/>
                  </a:lnTo>
                  <a:lnTo>
                    <a:pt x="79" y="3474"/>
                  </a:lnTo>
                  <a:lnTo>
                    <a:pt x="102" y="3525"/>
                  </a:lnTo>
                  <a:lnTo>
                    <a:pt x="127" y="3576"/>
                  </a:lnTo>
                  <a:lnTo>
                    <a:pt x="154" y="3624"/>
                  </a:lnTo>
                  <a:lnTo>
                    <a:pt x="184" y="3670"/>
                  </a:lnTo>
                  <a:lnTo>
                    <a:pt x="214" y="3712"/>
                  </a:lnTo>
                  <a:lnTo>
                    <a:pt x="247" y="3752"/>
                  </a:lnTo>
                  <a:lnTo>
                    <a:pt x="281" y="3788"/>
                  </a:lnTo>
                  <a:lnTo>
                    <a:pt x="317" y="3821"/>
                  </a:lnTo>
                  <a:lnTo>
                    <a:pt x="353" y="384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5833" name="Freeform 41"/>
            <p:cNvSpPr>
              <a:spLocks/>
            </p:cNvSpPr>
            <p:nvPr/>
          </p:nvSpPr>
          <p:spPr bwMode="auto">
            <a:xfrm>
              <a:off x="943" y="2210"/>
              <a:ext cx="276" cy="187"/>
            </a:xfrm>
            <a:custGeom>
              <a:avLst/>
              <a:gdLst>
                <a:gd name="T0" fmla="*/ 11 w 1380"/>
                <a:gd name="T1" fmla="*/ 7 h 937"/>
                <a:gd name="T2" fmla="*/ 11 w 1380"/>
                <a:gd name="T3" fmla="*/ 7 h 937"/>
                <a:gd name="T4" fmla="*/ 0 w 1380"/>
                <a:gd name="T5" fmla="*/ 0 h 937"/>
                <a:gd name="T6" fmla="*/ 0 w 1380"/>
                <a:gd name="T7" fmla="*/ 1 h 937"/>
                <a:gd name="T8" fmla="*/ 10 w 1380"/>
                <a:gd name="T9" fmla="*/ 7 h 937"/>
                <a:gd name="T10" fmla="*/ 10 w 1380"/>
                <a:gd name="T11" fmla="*/ 7 h 937"/>
                <a:gd name="T12" fmla="*/ 10 w 1380"/>
                <a:gd name="T13" fmla="*/ 7 h 937"/>
                <a:gd name="T14" fmla="*/ 11 w 1380"/>
                <a:gd name="T15" fmla="*/ 7 h 937"/>
                <a:gd name="T16" fmla="*/ 11 w 1380"/>
                <a:gd name="T17" fmla="*/ 7 h 937"/>
                <a:gd name="T18" fmla="*/ 11 w 1380"/>
                <a:gd name="T19" fmla="*/ 7 h 937"/>
                <a:gd name="T20" fmla="*/ 11 w 1380"/>
                <a:gd name="T21" fmla="*/ 7 h 937"/>
                <a:gd name="T22" fmla="*/ 11 w 1380"/>
                <a:gd name="T23" fmla="*/ 7 h 937"/>
                <a:gd name="T24" fmla="*/ 11 w 1380"/>
                <a:gd name="T25" fmla="*/ 7 h 937"/>
                <a:gd name="T26" fmla="*/ 11 w 1380"/>
                <a:gd name="T27" fmla="*/ 7 h 937"/>
                <a:gd name="T28" fmla="*/ 11 w 1380"/>
                <a:gd name="T29" fmla="*/ 7 h 937"/>
                <a:gd name="T30" fmla="*/ 11 w 1380"/>
                <a:gd name="T31" fmla="*/ 7 h 93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80"/>
                <a:gd name="T49" fmla="*/ 0 h 937"/>
                <a:gd name="T50" fmla="*/ 1380 w 1380"/>
                <a:gd name="T51" fmla="*/ 937 h 93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80" h="937">
                  <a:moveTo>
                    <a:pt x="1354" y="848"/>
                  </a:moveTo>
                  <a:lnTo>
                    <a:pt x="1359" y="851"/>
                  </a:lnTo>
                  <a:lnTo>
                    <a:pt x="51" y="0"/>
                  </a:lnTo>
                  <a:lnTo>
                    <a:pt x="0" y="78"/>
                  </a:lnTo>
                  <a:lnTo>
                    <a:pt x="1307" y="929"/>
                  </a:lnTo>
                  <a:lnTo>
                    <a:pt x="1312" y="932"/>
                  </a:lnTo>
                  <a:lnTo>
                    <a:pt x="1307" y="929"/>
                  </a:lnTo>
                  <a:lnTo>
                    <a:pt x="1326" y="937"/>
                  </a:lnTo>
                  <a:lnTo>
                    <a:pt x="1345" y="936"/>
                  </a:lnTo>
                  <a:lnTo>
                    <a:pt x="1360" y="929"/>
                  </a:lnTo>
                  <a:lnTo>
                    <a:pt x="1372" y="916"/>
                  </a:lnTo>
                  <a:lnTo>
                    <a:pt x="1379" y="899"/>
                  </a:lnTo>
                  <a:lnTo>
                    <a:pt x="1380" y="883"/>
                  </a:lnTo>
                  <a:lnTo>
                    <a:pt x="1374" y="865"/>
                  </a:lnTo>
                  <a:lnTo>
                    <a:pt x="1359" y="851"/>
                  </a:lnTo>
                  <a:lnTo>
                    <a:pt x="1354" y="84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5834" name="Freeform 42"/>
            <p:cNvSpPr>
              <a:spLocks/>
            </p:cNvSpPr>
            <p:nvPr/>
          </p:nvSpPr>
          <p:spPr bwMode="auto">
            <a:xfrm>
              <a:off x="1206" y="2379"/>
              <a:ext cx="140" cy="32"/>
            </a:xfrm>
            <a:custGeom>
              <a:avLst/>
              <a:gdLst>
                <a:gd name="T0" fmla="*/ 5 w 703"/>
                <a:gd name="T1" fmla="*/ 0 h 162"/>
                <a:gd name="T2" fmla="*/ 5 w 703"/>
                <a:gd name="T3" fmla="*/ 0 h 162"/>
                <a:gd name="T4" fmla="*/ 5 w 703"/>
                <a:gd name="T5" fmla="*/ 0 h 162"/>
                <a:gd name="T6" fmla="*/ 5 w 703"/>
                <a:gd name="T7" fmla="*/ 0 h 162"/>
                <a:gd name="T8" fmla="*/ 4 w 703"/>
                <a:gd name="T9" fmla="*/ 0 h 162"/>
                <a:gd name="T10" fmla="*/ 4 w 703"/>
                <a:gd name="T11" fmla="*/ 0 h 162"/>
                <a:gd name="T12" fmla="*/ 4 w 703"/>
                <a:gd name="T13" fmla="*/ 0 h 162"/>
                <a:gd name="T14" fmla="*/ 3 w 703"/>
                <a:gd name="T15" fmla="*/ 1 h 162"/>
                <a:gd name="T16" fmla="*/ 3 w 703"/>
                <a:gd name="T17" fmla="*/ 1 h 162"/>
                <a:gd name="T18" fmla="*/ 3 w 703"/>
                <a:gd name="T19" fmla="*/ 1 h 162"/>
                <a:gd name="T20" fmla="*/ 2 w 703"/>
                <a:gd name="T21" fmla="*/ 1 h 162"/>
                <a:gd name="T22" fmla="*/ 2 w 703"/>
                <a:gd name="T23" fmla="*/ 1 h 162"/>
                <a:gd name="T24" fmla="*/ 2 w 703"/>
                <a:gd name="T25" fmla="*/ 0 h 162"/>
                <a:gd name="T26" fmla="*/ 1 w 703"/>
                <a:gd name="T27" fmla="*/ 0 h 162"/>
                <a:gd name="T28" fmla="*/ 1 w 703"/>
                <a:gd name="T29" fmla="*/ 0 h 162"/>
                <a:gd name="T30" fmla="*/ 1 w 703"/>
                <a:gd name="T31" fmla="*/ 0 h 162"/>
                <a:gd name="T32" fmla="*/ 1 w 703"/>
                <a:gd name="T33" fmla="*/ 0 h 162"/>
                <a:gd name="T34" fmla="*/ 0 w 703"/>
                <a:gd name="T35" fmla="*/ 0 h 162"/>
                <a:gd name="T36" fmla="*/ 0 w 703"/>
                <a:gd name="T37" fmla="*/ 1 h 162"/>
                <a:gd name="T38" fmla="*/ 0 w 703"/>
                <a:gd name="T39" fmla="*/ 1 h 162"/>
                <a:gd name="T40" fmla="*/ 1 w 703"/>
                <a:gd name="T41" fmla="*/ 1 h 162"/>
                <a:gd name="T42" fmla="*/ 1 w 703"/>
                <a:gd name="T43" fmla="*/ 1 h 162"/>
                <a:gd name="T44" fmla="*/ 1 w 703"/>
                <a:gd name="T45" fmla="*/ 1 h 162"/>
                <a:gd name="T46" fmla="*/ 2 w 703"/>
                <a:gd name="T47" fmla="*/ 1 h 162"/>
                <a:gd name="T48" fmla="*/ 2 w 703"/>
                <a:gd name="T49" fmla="*/ 1 h 162"/>
                <a:gd name="T50" fmla="*/ 2 w 703"/>
                <a:gd name="T51" fmla="*/ 1 h 162"/>
                <a:gd name="T52" fmla="*/ 3 w 703"/>
                <a:gd name="T53" fmla="*/ 1 h 162"/>
                <a:gd name="T54" fmla="*/ 3 w 703"/>
                <a:gd name="T55" fmla="*/ 1 h 162"/>
                <a:gd name="T56" fmla="*/ 3 w 703"/>
                <a:gd name="T57" fmla="*/ 1 h 162"/>
                <a:gd name="T58" fmla="*/ 4 w 703"/>
                <a:gd name="T59" fmla="*/ 1 h 162"/>
                <a:gd name="T60" fmla="*/ 4 w 703"/>
                <a:gd name="T61" fmla="*/ 1 h 162"/>
                <a:gd name="T62" fmla="*/ 5 w 703"/>
                <a:gd name="T63" fmla="*/ 1 h 162"/>
                <a:gd name="T64" fmla="*/ 5 w 703"/>
                <a:gd name="T65" fmla="*/ 1 h 162"/>
                <a:gd name="T66" fmla="*/ 5 w 703"/>
                <a:gd name="T67" fmla="*/ 1 h 162"/>
                <a:gd name="T68" fmla="*/ 5 w 703"/>
                <a:gd name="T69" fmla="*/ 1 h 162"/>
                <a:gd name="T70" fmla="*/ 5 w 703"/>
                <a:gd name="T71" fmla="*/ 1 h 162"/>
                <a:gd name="T72" fmla="*/ 5 w 703"/>
                <a:gd name="T73" fmla="*/ 1 h 162"/>
                <a:gd name="T74" fmla="*/ 5 w 703"/>
                <a:gd name="T75" fmla="*/ 1 h 162"/>
                <a:gd name="T76" fmla="*/ 6 w 703"/>
                <a:gd name="T77" fmla="*/ 0 h 162"/>
                <a:gd name="T78" fmla="*/ 6 w 703"/>
                <a:gd name="T79" fmla="*/ 0 h 162"/>
                <a:gd name="T80" fmla="*/ 6 w 703"/>
                <a:gd name="T81" fmla="*/ 0 h 162"/>
                <a:gd name="T82" fmla="*/ 5 w 703"/>
                <a:gd name="T83" fmla="*/ 0 h 162"/>
                <a:gd name="T84" fmla="*/ 5 w 703"/>
                <a:gd name="T85" fmla="*/ 0 h 162"/>
                <a:gd name="T86" fmla="*/ 5 w 703"/>
                <a:gd name="T87" fmla="*/ 0 h 162"/>
                <a:gd name="T88" fmla="*/ 5 w 703"/>
                <a:gd name="T89" fmla="*/ 0 h 162"/>
                <a:gd name="T90" fmla="*/ 5 w 703"/>
                <a:gd name="T91" fmla="*/ 0 h 162"/>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703"/>
                <a:gd name="T139" fmla="*/ 0 h 162"/>
                <a:gd name="T140" fmla="*/ 703 w 703"/>
                <a:gd name="T141" fmla="*/ 162 h 162"/>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703" h="162">
                  <a:moveTo>
                    <a:pt x="631" y="8"/>
                  </a:moveTo>
                  <a:lnTo>
                    <a:pt x="636" y="6"/>
                  </a:lnTo>
                  <a:lnTo>
                    <a:pt x="606" y="20"/>
                  </a:lnTo>
                  <a:lnTo>
                    <a:pt x="575" y="32"/>
                  </a:lnTo>
                  <a:lnTo>
                    <a:pt x="540" y="42"/>
                  </a:lnTo>
                  <a:lnTo>
                    <a:pt x="504" y="52"/>
                  </a:lnTo>
                  <a:lnTo>
                    <a:pt x="467" y="59"/>
                  </a:lnTo>
                  <a:lnTo>
                    <a:pt x="428" y="64"/>
                  </a:lnTo>
                  <a:lnTo>
                    <a:pt x="389" y="67"/>
                  </a:lnTo>
                  <a:lnTo>
                    <a:pt x="348" y="68"/>
                  </a:lnTo>
                  <a:lnTo>
                    <a:pt x="308" y="68"/>
                  </a:lnTo>
                  <a:lnTo>
                    <a:pt x="267" y="65"/>
                  </a:lnTo>
                  <a:lnTo>
                    <a:pt x="226" y="61"/>
                  </a:lnTo>
                  <a:lnTo>
                    <a:pt x="187" y="54"/>
                  </a:lnTo>
                  <a:lnTo>
                    <a:pt x="148" y="44"/>
                  </a:lnTo>
                  <a:lnTo>
                    <a:pt x="110" y="33"/>
                  </a:lnTo>
                  <a:lnTo>
                    <a:pt x="75" y="20"/>
                  </a:lnTo>
                  <a:lnTo>
                    <a:pt x="42" y="5"/>
                  </a:lnTo>
                  <a:lnTo>
                    <a:pt x="0" y="89"/>
                  </a:lnTo>
                  <a:lnTo>
                    <a:pt x="40" y="107"/>
                  </a:lnTo>
                  <a:lnTo>
                    <a:pt x="82" y="122"/>
                  </a:lnTo>
                  <a:lnTo>
                    <a:pt x="124" y="135"/>
                  </a:lnTo>
                  <a:lnTo>
                    <a:pt x="169" y="146"/>
                  </a:lnTo>
                  <a:lnTo>
                    <a:pt x="214" y="153"/>
                  </a:lnTo>
                  <a:lnTo>
                    <a:pt x="258" y="158"/>
                  </a:lnTo>
                  <a:lnTo>
                    <a:pt x="303" y="162"/>
                  </a:lnTo>
                  <a:lnTo>
                    <a:pt x="348" y="162"/>
                  </a:lnTo>
                  <a:lnTo>
                    <a:pt x="394" y="161"/>
                  </a:lnTo>
                  <a:lnTo>
                    <a:pt x="439" y="157"/>
                  </a:lnTo>
                  <a:lnTo>
                    <a:pt x="481" y="150"/>
                  </a:lnTo>
                  <a:lnTo>
                    <a:pt x="525" y="143"/>
                  </a:lnTo>
                  <a:lnTo>
                    <a:pt x="566" y="132"/>
                  </a:lnTo>
                  <a:lnTo>
                    <a:pt x="606" y="121"/>
                  </a:lnTo>
                  <a:lnTo>
                    <a:pt x="643" y="105"/>
                  </a:lnTo>
                  <a:lnTo>
                    <a:pt x="678" y="88"/>
                  </a:lnTo>
                  <a:lnTo>
                    <a:pt x="683" y="86"/>
                  </a:lnTo>
                  <a:lnTo>
                    <a:pt x="678" y="88"/>
                  </a:lnTo>
                  <a:lnTo>
                    <a:pt x="695" y="75"/>
                  </a:lnTo>
                  <a:lnTo>
                    <a:pt x="702" y="60"/>
                  </a:lnTo>
                  <a:lnTo>
                    <a:pt x="703" y="42"/>
                  </a:lnTo>
                  <a:lnTo>
                    <a:pt x="698" y="26"/>
                  </a:lnTo>
                  <a:lnTo>
                    <a:pt x="688" y="12"/>
                  </a:lnTo>
                  <a:lnTo>
                    <a:pt x="674" y="3"/>
                  </a:lnTo>
                  <a:lnTo>
                    <a:pt x="656" y="0"/>
                  </a:lnTo>
                  <a:lnTo>
                    <a:pt x="636" y="6"/>
                  </a:lnTo>
                  <a:lnTo>
                    <a:pt x="631"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5835" name="Freeform 43"/>
            <p:cNvSpPr>
              <a:spLocks/>
            </p:cNvSpPr>
            <p:nvPr/>
          </p:nvSpPr>
          <p:spPr bwMode="auto">
            <a:xfrm>
              <a:off x="1332" y="2204"/>
              <a:ext cx="283" cy="192"/>
            </a:xfrm>
            <a:custGeom>
              <a:avLst/>
              <a:gdLst>
                <a:gd name="T0" fmla="*/ 11 w 1415"/>
                <a:gd name="T1" fmla="*/ 0 h 960"/>
                <a:gd name="T2" fmla="*/ 11 w 1415"/>
                <a:gd name="T3" fmla="*/ 0 h 960"/>
                <a:gd name="T4" fmla="*/ 0 w 1415"/>
                <a:gd name="T5" fmla="*/ 7 h 960"/>
                <a:gd name="T6" fmla="*/ 0 w 1415"/>
                <a:gd name="T7" fmla="*/ 8 h 960"/>
                <a:gd name="T8" fmla="*/ 11 w 1415"/>
                <a:gd name="T9" fmla="*/ 1 h 960"/>
                <a:gd name="T10" fmla="*/ 11 w 1415"/>
                <a:gd name="T11" fmla="*/ 1 h 960"/>
                <a:gd name="T12" fmla="*/ 11 w 1415"/>
                <a:gd name="T13" fmla="*/ 1 h 960"/>
                <a:gd name="T14" fmla="*/ 11 w 1415"/>
                <a:gd name="T15" fmla="*/ 1 h 960"/>
                <a:gd name="T16" fmla="*/ 11 w 1415"/>
                <a:gd name="T17" fmla="*/ 0 h 960"/>
                <a:gd name="T18" fmla="*/ 11 w 1415"/>
                <a:gd name="T19" fmla="*/ 0 h 960"/>
                <a:gd name="T20" fmla="*/ 11 w 1415"/>
                <a:gd name="T21" fmla="*/ 0 h 960"/>
                <a:gd name="T22" fmla="*/ 11 w 1415"/>
                <a:gd name="T23" fmla="*/ 0 h 960"/>
                <a:gd name="T24" fmla="*/ 11 w 1415"/>
                <a:gd name="T25" fmla="*/ 0 h 960"/>
                <a:gd name="T26" fmla="*/ 11 w 1415"/>
                <a:gd name="T27" fmla="*/ 0 h 960"/>
                <a:gd name="T28" fmla="*/ 11 w 1415"/>
                <a:gd name="T29" fmla="*/ 0 h 960"/>
                <a:gd name="T30" fmla="*/ 11 w 1415"/>
                <a:gd name="T31" fmla="*/ 0 h 96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15"/>
                <a:gd name="T49" fmla="*/ 0 h 960"/>
                <a:gd name="T50" fmla="*/ 1415 w 1415"/>
                <a:gd name="T51" fmla="*/ 960 h 96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15" h="960">
                  <a:moveTo>
                    <a:pt x="1338" y="10"/>
                  </a:moveTo>
                  <a:lnTo>
                    <a:pt x="1342" y="8"/>
                  </a:lnTo>
                  <a:lnTo>
                    <a:pt x="0" y="882"/>
                  </a:lnTo>
                  <a:lnTo>
                    <a:pt x="52" y="960"/>
                  </a:lnTo>
                  <a:lnTo>
                    <a:pt x="1393" y="85"/>
                  </a:lnTo>
                  <a:lnTo>
                    <a:pt x="1397" y="83"/>
                  </a:lnTo>
                  <a:lnTo>
                    <a:pt x="1393" y="85"/>
                  </a:lnTo>
                  <a:lnTo>
                    <a:pt x="1409" y="71"/>
                  </a:lnTo>
                  <a:lnTo>
                    <a:pt x="1415" y="53"/>
                  </a:lnTo>
                  <a:lnTo>
                    <a:pt x="1413" y="37"/>
                  </a:lnTo>
                  <a:lnTo>
                    <a:pt x="1406" y="21"/>
                  </a:lnTo>
                  <a:lnTo>
                    <a:pt x="1395" y="8"/>
                  </a:lnTo>
                  <a:lnTo>
                    <a:pt x="1379" y="1"/>
                  </a:lnTo>
                  <a:lnTo>
                    <a:pt x="1361" y="0"/>
                  </a:lnTo>
                  <a:lnTo>
                    <a:pt x="1342" y="8"/>
                  </a:lnTo>
                  <a:lnTo>
                    <a:pt x="1338" y="1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5836" name="Freeform 44"/>
            <p:cNvSpPr>
              <a:spLocks/>
            </p:cNvSpPr>
            <p:nvPr/>
          </p:nvSpPr>
          <p:spPr bwMode="auto">
            <a:xfrm>
              <a:off x="1599" y="2057"/>
              <a:ext cx="80" cy="163"/>
            </a:xfrm>
            <a:custGeom>
              <a:avLst/>
              <a:gdLst>
                <a:gd name="T0" fmla="*/ 2 w 398"/>
                <a:gd name="T1" fmla="*/ 0 h 817"/>
                <a:gd name="T2" fmla="*/ 2 w 398"/>
                <a:gd name="T3" fmla="*/ 0 h 817"/>
                <a:gd name="T4" fmla="*/ 2 w 398"/>
                <a:gd name="T5" fmla="*/ 1 h 817"/>
                <a:gd name="T6" fmla="*/ 2 w 398"/>
                <a:gd name="T7" fmla="*/ 1 h 817"/>
                <a:gd name="T8" fmla="*/ 2 w 398"/>
                <a:gd name="T9" fmla="*/ 2 h 817"/>
                <a:gd name="T10" fmla="*/ 2 w 398"/>
                <a:gd name="T11" fmla="*/ 2 h 817"/>
                <a:gd name="T12" fmla="*/ 2 w 398"/>
                <a:gd name="T13" fmla="*/ 2 h 817"/>
                <a:gd name="T14" fmla="*/ 2 w 398"/>
                <a:gd name="T15" fmla="*/ 3 h 817"/>
                <a:gd name="T16" fmla="*/ 2 w 398"/>
                <a:gd name="T17" fmla="*/ 3 h 817"/>
                <a:gd name="T18" fmla="*/ 2 w 398"/>
                <a:gd name="T19" fmla="*/ 4 h 817"/>
                <a:gd name="T20" fmla="*/ 2 w 398"/>
                <a:gd name="T21" fmla="*/ 4 h 817"/>
                <a:gd name="T22" fmla="*/ 1 w 398"/>
                <a:gd name="T23" fmla="*/ 4 h 817"/>
                <a:gd name="T24" fmla="*/ 1 w 398"/>
                <a:gd name="T25" fmla="*/ 5 h 817"/>
                <a:gd name="T26" fmla="*/ 1 w 398"/>
                <a:gd name="T27" fmla="*/ 5 h 817"/>
                <a:gd name="T28" fmla="*/ 1 w 398"/>
                <a:gd name="T29" fmla="*/ 5 h 817"/>
                <a:gd name="T30" fmla="*/ 1 w 398"/>
                <a:gd name="T31" fmla="*/ 5 h 817"/>
                <a:gd name="T32" fmla="*/ 0 w 398"/>
                <a:gd name="T33" fmla="*/ 6 h 817"/>
                <a:gd name="T34" fmla="*/ 0 w 398"/>
                <a:gd name="T35" fmla="*/ 6 h 817"/>
                <a:gd name="T36" fmla="*/ 0 w 398"/>
                <a:gd name="T37" fmla="*/ 7 h 817"/>
                <a:gd name="T38" fmla="*/ 1 w 398"/>
                <a:gd name="T39" fmla="*/ 6 h 817"/>
                <a:gd name="T40" fmla="*/ 1 w 398"/>
                <a:gd name="T41" fmla="*/ 6 h 817"/>
                <a:gd name="T42" fmla="*/ 1 w 398"/>
                <a:gd name="T43" fmla="*/ 6 h 817"/>
                <a:gd name="T44" fmla="*/ 2 w 398"/>
                <a:gd name="T45" fmla="*/ 5 h 817"/>
                <a:gd name="T46" fmla="*/ 2 w 398"/>
                <a:gd name="T47" fmla="*/ 5 h 817"/>
                <a:gd name="T48" fmla="*/ 2 w 398"/>
                <a:gd name="T49" fmla="*/ 5 h 817"/>
                <a:gd name="T50" fmla="*/ 2 w 398"/>
                <a:gd name="T51" fmla="*/ 4 h 817"/>
                <a:gd name="T52" fmla="*/ 2 w 398"/>
                <a:gd name="T53" fmla="*/ 4 h 817"/>
                <a:gd name="T54" fmla="*/ 3 w 398"/>
                <a:gd name="T55" fmla="*/ 3 h 817"/>
                <a:gd name="T56" fmla="*/ 3 w 398"/>
                <a:gd name="T57" fmla="*/ 3 h 817"/>
                <a:gd name="T58" fmla="*/ 3 w 398"/>
                <a:gd name="T59" fmla="*/ 3 h 817"/>
                <a:gd name="T60" fmla="*/ 3 w 398"/>
                <a:gd name="T61" fmla="*/ 2 h 817"/>
                <a:gd name="T62" fmla="*/ 3 w 398"/>
                <a:gd name="T63" fmla="*/ 2 h 817"/>
                <a:gd name="T64" fmla="*/ 3 w 398"/>
                <a:gd name="T65" fmla="*/ 1 h 817"/>
                <a:gd name="T66" fmla="*/ 3 w 398"/>
                <a:gd name="T67" fmla="*/ 1 h 817"/>
                <a:gd name="T68" fmla="*/ 3 w 398"/>
                <a:gd name="T69" fmla="*/ 0 h 817"/>
                <a:gd name="T70" fmla="*/ 3 w 398"/>
                <a:gd name="T71" fmla="*/ 0 h 817"/>
                <a:gd name="T72" fmla="*/ 3 w 398"/>
                <a:gd name="T73" fmla="*/ 0 h 817"/>
                <a:gd name="T74" fmla="*/ 3 w 398"/>
                <a:gd name="T75" fmla="*/ 0 h 817"/>
                <a:gd name="T76" fmla="*/ 3 w 398"/>
                <a:gd name="T77" fmla="*/ 0 h 817"/>
                <a:gd name="T78" fmla="*/ 3 w 398"/>
                <a:gd name="T79" fmla="*/ 0 h 817"/>
                <a:gd name="T80" fmla="*/ 3 w 398"/>
                <a:gd name="T81" fmla="*/ 0 h 817"/>
                <a:gd name="T82" fmla="*/ 3 w 398"/>
                <a:gd name="T83" fmla="*/ 0 h 817"/>
                <a:gd name="T84" fmla="*/ 3 w 398"/>
                <a:gd name="T85" fmla="*/ 0 h 817"/>
                <a:gd name="T86" fmla="*/ 2 w 398"/>
                <a:gd name="T87" fmla="*/ 0 h 817"/>
                <a:gd name="T88" fmla="*/ 2 w 398"/>
                <a:gd name="T89" fmla="*/ 0 h 817"/>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398"/>
                <a:gd name="T136" fmla="*/ 0 h 817"/>
                <a:gd name="T137" fmla="*/ 398 w 398"/>
                <a:gd name="T138" fmla="*/ 817 h 817"/>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398" h="817">
                  <a:moveTo>
                    <a:pt x="304" y="47"/>
                  </a:moveTo>
                  <a:lnTo>
                    <a:pt x="304" y="47"/>
                  </a:lnTo>
                  <a:lnTo>
                    <a:pt x="301" y="97"/>
                  </a:lnTo>
                  <a:lnTo>
                    <a:pt x="297" y="147"/>
                  </a:lnTo>
                  <a:lnTo>
                    <a:pt x="291" y="198"/>
                  </a:lnTo>
                  <a:lnTo>
                    <a:pt x="280" y="247"/>
                  </a:lnTo>
                  <a:lnTo>
                    <a:pt x="268" y="297"/>
                  </a:lnTo>
                  <a:lnTo>
                    <a:pt x="253" y="347"/>
                  </a:lnTo>
                  <a:lnTo>
                    <a:pt x="236" y="395"/>
                  </a:lnTo>
                  <a:lnTo>
                    <a:pt x="217" y="442"/>
                  </a:lnTo>
                  <a:lnTo>
                    <a:pt x="195" y="487"/>
                  </a:lnTo>
                  <a:lnTo>
                    <a:pt x="171" y="532"/>
                  </a:lnTo>
                  <a:lnTo>
                    <a:pt x="147" y="574"/>
                  </a:lnTo>
                  <a:lnTo>
                    <a:pt x="121" y="613"/>
                  </a:lnTo>
                  <a:lnTo>
                    <a:pt x="93" y="650"/>
                  </a:lnTo>
                  <a:lnTo>
                    <a:pt x="64" y="684"/>
                  </a:lnTo>
                  <a:lnTo>
                    <a:pt x="32" y="716"/>
                  </a:lnTo>
                  <a:lnTo>
                    <a:pt x="0" y="744"/>
                  </a:lnTo>
                  <a:lnTo>
                    <a:pt x="59" y="817"/>
                  </a:lnTo>
                  <a:lnTo>
                    <a:pt x="95" y="784"/>
                  </a:lnTo>
                  <a:lnTo>
                    <a:pt x="132" y="748"/>
                  </a:lnTo>
                  <a:lnTo>
                    <a:pt x="166" y="709"/>
                  </a:lnTo>
                  <a:lnTo>
                    <a:pt x="196" y="667"/>
                  </a:lnTo>
                  <a:lnTo>
                    <a:pt x="227" y="623"/>
                  </a:lnTo>
                  <a:lnTo>
                    <a:pt x="253" y="576"/>
                  </a:lnTo>
                  <a:lnTo>
                    <a:pt x="279" y="530"/>
                  </a:lnTo>
                  <a:lnTo>
                    <a:pt x="301" y="479"/>
                  </a:lnTo>
                  <a:lnTo>
                    <a:pt x="323" y="428"/>
                  </a:lnTo>
                  <a:lnTo>
                    <a:pt x="342" y="375"/>
                  </a:lnTo>
                  <a:lnTo>
                    <a:pt x="359" y="321"/>
                  </a:lnTo>
                  <a:lnTo>
                    <a:pt x="372" y="268"/>
                  </a:lnTo>
                  <a:lnTo>
                    <a:pt x="382" y="212"/>
                  </a:lnTo>
                  <a:lnTo>
                    <a:pt x="391" y="157"/>
                  </a:lnTo>
                  <a:lnTo>
                    <a:pt x="395" y="102"/>
                  </a:lnTo>
                  <a:lnTo>
                    <a:pt x="398" y="47"/>
                  </a:lnTo>
                  <a:lnTo>
                    <a:pt x="394" y="27"/>
                  </a:lnTo>
                  <a:lnTo>
                    <a:pt x="383" y="11"/>
                  </a:lnTo>
                  <a:lnTo>
                    <a:pt x="368" y="3"/>
                  </a:lnTo>
                  <a:lnTo>
                    <a:pt x="351" y="0"/>
                  </a:lnTo>
                  <a:lnTo>
                    <a:pt x="333" y="3"/>
                  </a:lnTo>
                  <a:lnTo>
                    <a:pt x="319" y="11"/>
                  </a:lnTo>
                  <a:lnTo>
                    <a:pt x="307" y="27"/>
                  </a:lnTo>
                  <a:lnTo>
                    <a:pt x="304" y="4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5837" name="Freeform 45"/>
            <p:cNvSpPr>
              <a:spLocks/>
            </p:cNvSpPr>
            <p:nvPr/>
          </p:nvSpPr>
          <p:spPr bwMode="auto">
            <a:xfrm>
              <a:off x="1660" y="1701"/>
              <a:ext cx="19" cy="365"/>
            </a:xfrm>
            <a:custGeom>
              <a:avLst/>
              <a:gdLst>
                <a:gd name="T0" fmla="*/ 0 w 95"/>
                <a:gd name="T1" fmla="*/ 0 h 1826"/>
                <a:gd name="T2" fmla="*/ 0 w 95"/>
                <a:gd name="T3" fmla="*/ 0 h 1826"/>
                <a:gd name="T4" fmla="*/ 0 w 95"/>
                <a:gd name="T5" fmla="*/ 15 h 1826"/>
                <a:gd name="T6" fmla="*/ 1 w 95"/>
                <a:gd name="T7" fmla="*/ 15 h 1826"/>
                <a:gd name="T8" fmla="*/ 1 w 95"/>
                <a:gd name="T9" fmla="*/ 0 h 1826"/>
                <a:gd name="T10" fmla="*/ 1 w 95"/>
                <a:gd name="T11" fmla="*/ 0 h 1826"/>
                <a:gd name="T12" fmla="*/ 1 w 95"/>
                <a:gd name="T13" fmla="*/ 0 h 1826"/>
                <a:gd name="T14" fmla="*/ 1 w 95"/>
                <a:gd name="T15" fmla="*/ 0 h 1826"/>
                <a:gd name="T16" fmla="*/ 1 w 95"/>
                <a:gd name="T17" fmla="*/ 0 h 1826"/>
                <a:gd name="T18" fmla="*/ 1 w 95"/>
                <a:gd name="T19" fmla="*/ 0 h 1826"/>
                <a:gd name="T20" fmla="*/ 0 w 95"/>
                <a:gd name="T21" fmla="*/ 0 h 1826"/>
                <a:gd name="T22" fmla="*/ 0 w 95"/>
                <a:gd name="T23" fmla="*/ 0 h 1826"/>
                <a:gd name="T24" fmla="*/ 0 w 95"/>
                <a:gd name="T25" fmla="*/ 0 h 1826"/>
                <a:gd name="T26" fmla="*/ 0 w 95"/>
                <a:gd name="T27" fmla="*/ 0 h 1826"/>
                <a:gd name="T28" fmla="*/ 0 w 95"/>
                <a:gd name="T29" fmla="*/ 0 h 1826"/>
                <a:gd name="T30" fmla="*/ 0 w 95"/>
                <a:gd name="T31" fmla="*/ 0 h 182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95"/>
                <a:gd name="T49" fmla="*/ 0 h 1826"/>
                <a:gd name="T50" fmla="*/ 95 w 95"/>
                <a:gd name="T51" fmla="*/ 1826 h 182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95" h="1826">
                  <a:moveTo>
                    <a:pt x="0" y="49"/>
                  </a:moveTo>
                  <a:lnTo>
                    <a:pt x="0" y="47"/>
                  </a:lnTo>
                  <a:lnTo>
                    <a:pt x="1" y="1826"/>
                  </a:lnTo>
                  <a:lnTo>
                    <a:pt x="95" y="1826"/>
                  </a:lnTo>
                  <a:lnTo>
                    <a:pt x="93" y="47"/>
                  </a:lnTo>
                  <a:lnTo>
                    <a:pt x="93" y="45"/>
                  </a:lnTo>
                  <a:lnTo>
                    <a:pt x="93" y="47"/>
                  </a:lnTo>
                  <a:lnTo>
                    <a:pt x="90" y="27"/>
                  </a:lnTo>
                  <a:lnTo>
                    <a:pt x="79" y="12"/>
                  </a:lnTo>
                  <a:lnTo>
                    <a:pt x="64" y="4"/>
                  </a:lnTo>
                  <a:lnTo>
                    <a:pt x="47" y="0"/>
                  </a:lnTo>
                  <a:lnTo>
                    <a:pt x="29" y="4"/>
                  </a:lnTo>
                  <a:lnTo>
                    <a:pt x="15" y="12"/>
                  </a:lnTo>
                  <a:lnTo>
                    <a:pt x="3" y="27"/>
                  </a:lnTo>
                  <a:lnTo>
                    <a:pt x="0" y="47"/>
                  </a:lnTo>
                  <a:lnTo>
                    <a:pt x="0" y="4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5838" name="Freeform 46"/>
            <p:cNvSpPr>
              <a:spLocks/>
            </p:cNvSpPr>
            <p:nvPr/>
          </p:nvSpPr>
          <p:spPr bwMode="auto">
            <a:xfrm>
              <a:off x="1598" y="1598"/>
              <a:ext cx="81" cy="113"/>
            </a:xfrm>
            <a:custGeom>
              <a:avLst/>
              <a:gdLst>
                <a:gd name="T0" fmla="*/ 0 w 401"/>
                <a:gd name="T1" fmla="*/ 1 h 566"/>
                <a:gd name="T2" fmla="*/ 0 w 401"/>
                <a:gd name="T3" fmla="*/ 1 h 566"/>
                <a:gd name="T4" fmla="*/ 0 w 401"/>
                <a:gd name="T5" fmla="*/ 1 h 566"/>
                <a:gd name="T6" fmla="*/ 1 w 401"/>
                <a:gd name="T7" fmla="*/ 1 h 566"/>
                <a:gd name="T8" fmla="*/ 1 w 401"/>
                <a:gd name="T9" fmla="*/ 1 h 566"/>
                <a:gd name="T10" fmla="*/ 1 w 401"/>
                <a:gd name="T11" fmla="*/ 1 h 566"/>
                <a:gd name="T12" fmla="*/ 1 w 401"/>
                <a:gd name="T13" fmla="*/ 2 h 566"/>
                <a:gd name="T14" fmla="*/ 1 w 401"/>
                <a:gd name="T15" fmla="*/ 2 h 566"/>
                <a:gd name="T16" fmla="*/ 2 w 401"/>
                <a:gd name="T17" fmla="*/ 2 h 566"/>
                <a:gd name="T18" fmla="*/ 2 w 401"/>
                <a:gd name="T19" fmla="*/ 2 h 566"/>
                <a:gd name="T20" fmla="*/ 2 w 401"/>
                <a:gd name="T21" fmla="*/ 2 h 566"/>
                <a:gd name="T22" fmla="*/ 2 w 401"/>
                <a:gd name="T23" fmla="*/ 3 h 566"/>
                <a:gd name="T24" fmla="*/ 2 w 401"/>
                <a:gd name="T25" fmla="*/ 3 h 566"/>
                <a:gd name="T26" fmla="*/ 2 w 401"/>
                <a:gd name="T27" fmla="*/ 3 h 566"/>
                <a:gd name="T28" fmla="*/ 2 w 401"/>
                <a:gd name="T29" fmla="*/ 4 h 566"/>
                <a:gd name="T30" fmla="*/ 2 w 401"/>
                <a:gd name="T31" fmla="*/ 4 h 566"/>
                <a:gd name="T32" fmla="*/ 2 w 401"/>
                <a:gd name="T33" fmla="*/ 4 h 566"/>
                <a:gd name="T34" fmla="*/ 3 w 401"/>
                <a:gd name="T35" fmla="*/ 5 h 566"/>
                <a:gd name="T36" fmla="*/ 3 w 401"/>
                <a:gd name="T37" fmla="*/ 4 h 566"/>
                <a:gd name="T38" fmla="*/ 3 w 401"/>
                <a:gd name="T39" fmla="*/ 4 h 566"/>
                <a:gd name="T40" fmla="*/ 3 w 401"/>
                <a:gd name="T41" fmla="*/ 4 h 566"/>
                <a:gd name="T42" fmla="*/ 3 w 401"/>
                <a:gd name="T43" fmla="*/ 3 h 566"/>
                <a:gd name="T44" fmla="*/ 3 w 401"/>
                <a:gd name="T45" fmla="*/ 3 h 566"/>
                <a:gd name="T46" fmla="*/ 3 w 401"/>
                <a:gd name="T47" fmla="*/ 3 h 566"/>
                <a:gd name="T48" fmla="*/ 3 w 401"/>
                <a:gd name="T49" fmla="*/ 2 h 566"/>
                <a:gd name="T50" fmla="*/ 3 w 401"/>
                <a:gd name="T51" fmla="*/ 2 h 566"/>
                <a:gd name="T52" fmla="*/ 2 w 401"/>
                <a:gd name="T53" fmla="*/ 2 h 566"/>
                <a:gd name="T54" fmla="*/ 2 w 401"/>
                <a:gd name="T55" fmla="*/ 2 h 566"/>
                <a:gd name="T56" fmla="*/ 2 w 401"/>
                <a:gd name="T57" fmla="*/ 1 h 566"/>
                <a:gd name="T58" fmla="*/ 2 w 401"/>
                <a:gd name="T59" fmla="*/ 1 h 566"/>
                <a:gd name="T60" fmla="*/ 2 w 401"/>
                <a:gd name="T61" fmla="*/ 1 h 566"/>
                <a:gd name="T62" fmla="*/ 1 w 401"/>
                <a:gd name="T63" fmla="*/ 1 h 566"/>
                <a:gd name="T64" fmla="*/ 1 w 401"/>
                <a:gd name="T65" fmla="*/ 0 h 566"/>
                <a:gd name="T66" fmla="*/ 1 w 401"/>
                <a:gd name="T67" fmla="*/ 0 h 566"/>
                <a:gd name="T68" fmla="*/ 1 w 401"/>
                <a:gd name="T69" fmla="*/ 0 h 566"/>
                <a:gd name="T70" fmla="*/ 1 w 401"/>
                <a:gd name="T71" fmla="*/ 0 h 566"/>
                <a:gd name="T72" fmla="*/ 1 w 401"/>
                <a:gd name="T73" fmla="*/ 0 h 566"/>
                <a:gd name="T74" fmla="*/ 0 w 401"/>
                <a:gd name="T75" fmla="*/ 0 h 566"/>
                <a:gd name="T76" fmla="*/ 0 w 401"/>
                <a:gd name="T77" fmla="*/ 0 h 566"/>
                <a:gd name="T78" fmla="*/ 0 w 401"/>
                <a:gd name="T79" fmla="*/ 0 h 566"/>
                <a:gd name="T80" fmla="*/ 0 w 401"/>
                <a:gd name="T81" fmla="*/ 0 h 566"/>
                <a:gd name="T82" fmla="*/ 0 w 401"/>
                <a:gd name="T83" fmla="*/ 0 h 566"/>
                <a:gd name="T84" fmla="*/ 0 w 401"/>
                <a:gd name="T85" fmla="*/ 0 h 566"/>
                <a:gd name="T86" fmla="*/ 0 w 401"/>
                <a:gd name="T87" fmla="*/ 1 h 566"/>
                <a:gd name="T88" fmla="*/ 0 w 401"/>
                <a:gd name="T89" fmla="*/ 1 h 56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401"/>
                <a:gd name="T136" fmla="*/ 0 h 566"/>
                <a:gd name="T137" fmla="*/ 401 w 401"/>
                <a:gd name="T138" fmla="*/ 566 h 566"/>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401" h="566">
                  <a:moveTo>
                    <a:pt x="23" y="88"/>
                  </a:moveTo>
                  <a:lnTo>
                    <a:pt x="23" y="88"/>
                  </a:lnTo>
                  <a:lnTo>
                    <a:pt x="53" y="107"/>
                  </a:lnTo>
                  <a:lnTo>
                    <a:pt x="83" y="125"/>
                  </a:lnTo>
                  <a:lnTo>
                    <a:pt x="108" y="147"/>
                  </a:lnTo>
                  <a:lnTo>
                    <a:pt x="135" y="171"/>
                  </a:lnTo>
                  <a:lnTo>
                    <a:pt x="160" y="196"/>
                  </a:lnTo>
                  <a:lnTo>
                    <a:pt x="182" y="223"/>
                  </a:lnTo>
                  <a:lnTo>
                    <a:pt x="205" y="251"/>
                  </a:lnTo>
                  <a:lnTo>
                    <a:pt x="223" y="281"/>
                  </a:lnTo>
                  <a:lnTo>
                    <a:pt x="240" y="312"/>
                  </a:lnTo>
                  <a:lnTo>
                    <a:pt x="256" y="345"/>
                  </a:lnTo>
                  <a:lnTo>
                    <a:pt x="270" y="379"/>
                  </a:lnTo>
                  <a:lnTo>
                    <a:pt x="282" y="414"/>
                  </a:lnTo>
                  <a:lnTo>
                    <a:pt x="291" y="450"/>
                  </a:lnTo>
                  <a:lnTo>
                    <a:pt x="299" y="488"/>
                  </a:lnTo>
                  <a:lnTo>
                    <a:pt x="304" y="526"/>
                  </a:lnTo>
                  <a:lnTo>
                    <a:pt x="308" y="566"/>
                  </a:lnTo>
                  <a:lnTo>
                    <a:pt x="401" y="562"/>
                  </a:lnTo>
                  <a:lnTo>
                    <a:pt x="398" y="517"/>
                  </a:lnTo>
                  <a:lnTo>
                    <a:pt x="391" y="471"/>
                  </a:lnTo>
                  <a:lnTo>
                    <a:pt x="383" y="429"/>
                  </a:lnTo>
                  <a:lnTo>
                    <a:pt x="371" y="386"/>
                  </a:lnTo>
                  <a:lnTo>
                    <a:pt x="357" y="346"/>
                  </a:lnTo>
                  <a:lnTo>
                    <a:pt x="340" y="307"/>
                  </a:lnTo>
                  <a:lnTo>
                    <a:pt x="324" y="270"/>
                  </a:lnTo>
                  <a:lnTo>
                    <a:pt x="303" y="232"/>
                  </a:lnTo>
                  <a:lnTo>
                    <a:pt x="280" y="197"/>
                  </a:lnTo>
                  <a:lnTo>
                    <a:pt x="255" y="164"/>
                  </a:lnTo>
                  <a:lnTo>
                    <a:pt x="228" y="132"/>
                  </a:lnTo>
                  <a:lnTo>
                    <a:pt x="199" y="103"/>
                  </a:lnTo>
                  <a:lnTo>
                    <a:pt x="169" y="76"/>
                  </a:lnTo>
                  <a:lnTo>
                    <a:pt x="137" y="50"/>
                  </a:lnTo>
                  <a:lnTo>
                    <a:pt x="103" y="27"/>
                  </a:lnTo>
                  <a:lnTo>
                    <a:pt x="67" y="6"/>
                  </a:lnTo>
                  <a:lnTo>
                    <a:pt x="48" y="0"/>
                  </a:lnTo>
                  <a:lnTo>
                    <a:pt x="30" y="2"/>
                  </a:lnTo>
                  <a:lnTo>
                    <a:pt x="16" y="12"/>
                  </a:lnTo>
                  <a:lnTo>
                    <a:pt x="5" y="25"/>
                  </a:lnTo>
                  <a:lnTo>
                    <a:pt x="0" y="41"/>
                  </a:lnTo>
                  <a:lnTo>
                    <a:pt x="0" y="59"/>
                  </a:lnTo>
                  <a:lnTo>
                    <a:pt x="8" y="75"/>
                  </a:lnTo>
                  <a:lnTo>
                    <a:pt x="23"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5839" name="Freeform 47"/>
            <p:cNvSpPr>
              <a:spLocks/>
            </p:cNvSpPr>
            <p:nvPr/>
          </p:nvSpPr>
          <p:spPr bwMode="auto">
            <a:xfrm>
              <a:off x="1346" y="1455"/>
              <a:ext cx="266" cy="160"/>
            </a:xfrm>
            <a:custGeom>
              <a:avLst/>
              <a:gdLst>
                <a:gd name="T0" fmla="*/ 0 w 1330"/>
                <a:gd name="T1" fmla="*/ 1 h 801"/>
                <a:gd name="T2" fmla="*/ 0 w 1330"/>
                <a:gd name="T3" fmla="*/ 1 h 801"/>
                <a:gd name="T4" fmla="*/ 10 w 1330"/>
                <a:gd name="T5" fmla="*/ 6 h 801"/>
                <a:gd name="T6" fmla="*/ 11 w 1330"/>
                <a:gd name="T7" fmla="*/ 6 h 801"/>
                <a:gd name="T8" fmla="*/ 1 w 1330"/>
                <a:gd name="T9" fmla="*/ 0 h 801"/>
                <a:gd name="T10" fmla="*/ 1 w 1330"/>
                <a:gd name="T11" fmla="*/ 0 h 801"/>
                <a:gd name="T12" fmla="*/ 1 w 1330"/>
                <a:gd name="T13" fmla="*/ 0 h 801"/>
                <a:gd name="T14" fmla="*/ 0 w 1330"/>
                <a:gd name="T15" fmla="*/ 0 h 801"/>
                <a:gd name="T16" fmla="*/ 0 w 1330"/>
                <a:gd name="T17" fmla="*/ 0 h 801"/>
                <a:gd name="T18" fmla="*/ 0 w 1330"/>
                <a:gd name="T19" fmla="*/ 0 h 801"/>
                <a:gd name="T20" fmla="*/ 0 w 1330"/>
                <a:gd name="T21" fmla="*/ 0 h 801"/>
                <a:gd name="T22" fmla="*/ 0 w 1330"/>
                <a:gd name="T23" fmla="*/ 0 h 801"/>
                <a:gd name="T24" fmla="*/ 0 w 1330"/>
                <a:gd name="T25" fmla="*/ 0 h 801"/>
                <a:gd name="T26" fmla="*/ 0 w 1330"/>
                <a:gd name="T27" fmla="*/ 1 h 801"/>
                <a:gd name="T28" fmla="*/ 0 w 1330"/>
                <a:gd name="T29" fmla="*/ 1 h 801"/>
                <a:gd name="T30" fmla="*/ 0 w 1330"/>
                <a:gd name="T31" fmla="*/ 1 h 801"/>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30"/>
                <a:gd name="T49" fmla="*/ 0 h 801"/>
                <a:gd name="T50" fmla="*/ 1330 w 1330"/>
                <a:gd name="T51" fmla="*/ 801 h 801"/>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30" h="801">
                  <a:moveTo>
                    <a:pt x="24" y="88"/>
                  </a:moveTo>
                  <a:lnTo>
                    <a:pt x="23" y="88"/>
                  </a:lnTo>
                  <a:lnTo>
                    <a:pt x="1286" y="801"/>
                  </a:lnTo>
                  <a:lnTo>
                    <a:pt x="1330" y="719"/>
                  </a:lnTo>
                  <a:lnTo>
                    <a:pt x="67" y="6"/>
                  </a:lnTo>
                  <a:lnTo>
                    <a:pt x="66" y="6"/>
                  </a:lnTo>
                  <a:lnTo>
                    <a:pt x="67" y="6"/>
                  </a:lnTo>
                  <a:lnTo>
                    <a:pt x="48" y="0"/>
                  </a:lnTo>
                  <a:lnTo>
                    <a:pt x="30" y="2"/>
                  </a:lnTo>
                  <a:lnTo>
                    <a:pt x="16" y="12"/>
                  </a:lnTo>
                  <a:lnTo>
                    <a:pt x="5" y="25"/>
                  </a:lnTo>
                  <a:lnTo>
                    <a:pt x="0" y="41"/>
                  </a:lnTo>
                  <a:lnTo>
                    <a:pt x="0" y="59"/>
                  </a:lnTo>
                  <a:lnTo>
                    <a:pt x="8" y="75"/>
                  </a:lnTo>
                  <a:lnTo>
                    <a:pt x="23" y="88"/>
                  </a:lnTo>
                  <a:lnTo>
                    <a:pt x="24"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5840" name="Freeform 48"/>
            <p:cNvSpPr>
              <a:spLocks/>
            </p:cNvSpPr>
            <p:nvPr/>
          </p:nvSpPr>
          <p:spPr bwMode="auto">
            <a:xfrm>
              <a:off x="1198" y="1439"/>
              <a:ext cx="161" cy="35"/>
            </a:xfrm>
            <a:custGeom>
              <a:avLst/>
              <a:gdLst>
                <a:gd name="T0" fmla="*/ 1 w 806"/>
                <a:gd name="T1" fmla="*/ 1 h 177"/>
                <a:gd name="T2" fmla="*/ 1 w 806"/>
                <a:gd name="T3" fmla="*/ 1 h 177"/>
                <a:gd name="T4" fmla="*/ 1 w 806"/>
                <a:gd name="T5" fmla="*/ 1 h 177"/>
                <a:gd name="T6" fmla="*/ 1 w 806"/>
                <a:gd name="T7" fmla="*/ 1 h 177"/>
                <a:gd name="T8" fmla="*/ 2 w 806"/>
                <a:gd name="T9" fmla="*/ 1 h 177"/>
                <a:gd name="T10" fmla="*/ 2 w 806"/>
                <a:gd name="T11" fmla="*/ 1 h 177"/>
                <a:gd name="T12" fmla="*/ 2 w 806"/>
                <a:gd name="T13" fmla="*/ 1 h 177"/>
                <a:gd name="T14" fmla="*/ 3 w 806"/>
                <a:gd name="T15" fmla="*/ 1 h 177"/>
                <a:gd name="T16" fmla="*/ 3 w 806"/>
                <a:gd name="T17" fmla="*/ 1 h 177"/>
                <a:gd name="T18" fmla="*/ 3 w 806"/>
                <a:gd name="T19" fmla="*/ 1 h 177"/>
                <a:gd name="T20" fmla="*/ 4 w 806"/>
                <a:gd name="T21" fmla="*/ 1 h 177"/>
                <a:gd name="T22" fmla="*/ 4 w 806"/>
                <a:gd name="T23" fmla="*/ 1 h 177"/>
                <a:gd name="T24" fmla="*/ 5 w 806"/>
                <a:gd name="T25" fmla="*/ 1 h 177"/>
                <a:gd name="T26" fmla="*/ 5 w 806"/>
                <a:gd name="T27" fmla="*/ 1 h 177"/>
                <a:gd name="T28" fmla="*/ 5 w 806"/>
                <a:gd name="T29" fmla="*/ 1 h 177"/>
                <a:gd name="T30" fmla="*/ 6 w 806"/>
                <a:gd name="T31" fmla="*/ 1 h 177"/>
                <a:gd name="T32" fmla="*/ 6 w 806"/>
                <a:gd name="T33" fmla="*/ 1 h 177"/>
                <a:gd name="T34" fmla="*/ 6 w 806"/>
                <a:gd name="T35" fmla="*/ 1 h 177"/>
                <a:gd name="T36" fmla="*/ 6 w 806"/>
                <a:gd name="T37" fmla="*/ 1 h 177"/>
                <a:gd name="T38" fmla="*/ 6 w 806"/>
                <a:gd name="T39" fmla="*/ 1 h 177"/>
                <a:gd name="T40" fmla="*/ 6 w 806"/>
                <a:gd name="T41" fmla="*/ 0 h 177"/>
                <a:gd name="T42" fmla="*/ 5 w 806"/>
                <a:gd name="T43" fmla="*/ 0 h 177"/>
                <a:gd name="T44" fmla="*/ 5 w 806"/>
                <a:gd name="T45" fmla="*/ 0 h 177"/>
                <a:gd name="T46" fmla="*/ 5 w 806"/>
                <a:gd name="T47" fmla="*/ 0 h 177"/>
                <a:gd name="T48" fmla="*/ 4 w 806"/>
                <a:gd name="T49" fmla="*/ 0 h 177"/>
                <a:gd name="T50" fmla="*/ 4 w 806"/>
                <a:gd name="T51" fmla="*/ 0 h 177"/>
                <a:gd name="T52" fmla="*/ 3 w 806"/>
                <a:gd name="T53" fmla="*/ 0 h 177"/>
                <a:gd name="T54" fmla="*/ 3 w 806"/>
                <a:gd name="T55" fmla="*/ 0 h 177"/>
                <a:gd name="T56" fmla="*/ 3 w 806"/>
                <a:gd name="T57" fmla="*/ 0 h 177"/>
                <a:gd name="T58" fmla="*/ 2 w 806"/>
                <a:gd name="T59" fmla="*/ 0 h 177"/>
                <a:gd name="T60" fmla="*/ 2 w 806"/>
                <a:gd name="T61" fmla="*/ 0 h 177"/>
                <a:gd name="T62" fmla="*/ 1 w 806"/>
                <a:gd name="T63" fmla="*/ 0 h 177"/>
                <a:gd name="T64" fmla="*/ 1 w 806"/>
                <a:gd name="T65" fmla="*/ 0 h 177"/>
                <a:gd name="T66" fmla="*/ 1 w 806"/>
                <a:gd name="T67" fmla="*/ 1 h 177"/>
                <a:gd name="T68" fmla="*/ 0 w 806"/>
                <a:gd name="T69" fmla="*/ 1 h 177"/>
                <a:gd name="T70" fmla="*/ 0 w 806"/>
                <a:gd name="T71" fmla="*/ 1 h 177"/>
                <a:gd name="T72" fmla="*/ 0 w 806"/>
                <a:gd name="T73" fmla="*/ 1 h 177"/>
                <a:gd name="T74" fmla="*/ 0 w 806"/>
                <a:gd name="T75" fmla="*/ 1 h 177"/>
                <a:gd name="T76" fmla="*/ 0 w 806"/>
                <a:gd name="T77" fmla="*/ 1 h 177"/>
                <a:gd name="T78" fmla="*/ 0 w 806"/>
                <a:gd name="T79" fmla="*/ 1 h 177"/>
                <a:gd name="T80" fmla="*/ 0 w 806"/>
                <a:gd name="T81" fmla="*/ 1 h 177"/>
                <a:gd name="T82" fmla="*/ 0 w 806"/>
                <a:gd name="T83" fmla="*/ 1 h 177"/>
                <a:gd name="T84" fmla="*/ 0 w 806"/>
                <a:gd name="T85" fmla="*/ 1 h 177"/>
                <a:gd name="T86" fmla="*/ 0 w 806"/>
                <a:gd name="T87" fmla="*/ 1 h 177"/>
                <a:gd name="T88" fmla="*/ 1 w 806"/>
                <a:gd name="T89" fmla="*/ 1 h 177"/>
                <a:gd name="T90" fmla="*/ 1 w 806"/>
                <a:gd name="T91" fmla="*/ 1 h 17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806"/>
                <a:gd name="T139" fmla="*/ 0 h 177"/>
                <a:gd name="T140" fmla="*/ 806 w 806"/>
                <a:gd name="T141" fmla="*/ 177 h 17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806" h="177">
                  <a:moveTo>
                    <a:pt x="67" y="171"/>
                  </a:moveTo>
                  <a:lnTo>
                    <a:pt x="68" y="171"/>
                  </a:lnTo>
                  <a:lnTo>
                    <a:pt x="109" y="151"/>
                  </a:lnTo>
                  <a:lnTo>
                    <a:pt x="151" y="135"/>
                  </a:lnTo>
                  <a:lnTo>
                    <a:pt x="196" y="122"/>
                  </a:lnTo>
                  <a:lnTo>
                    <a:pt x="242" y="110"/>
                  </a:lnTo>
                  <a:lnTo>
                    <a:pt x="287" y="102"/>
                  </a:lnTo>
                  <a:lnTo>
                    <a:pt x="335" y="97"/>
                  </a:lnTo>
                  <a:lnTo>
                    <a:pt x="382" y="95"/>
                  </a:lnTo>
                  <a:lnTo>
                    <a:pt x="430" y="94"/>
                  </a:lnTo>
                  <a:lnTo>
                    <a:pt x="477" y="97"/>
                  </a:lnTo>
                  <a:lnTo>
                    <a:pt x="524" y="102"/>
                  </a:lnTo>
                  <a:lnTo>
                    <a:pt x="568" y="108"/>
                  </a:lnTo>
                  <a:lnTo>
                    <a:pt x="612" y="117"/>
                  </a:lnTo>
                  <a:lnTo>
                    <a:pt x="654" y="128"/>
                  </a:lnTo>
                  <a:lnTo>
                    <a:pt x="693" y="141"/>
                  </a:lnTo>
                  <a:lnTo>
                    <a:pt x="730" y="155"/>
                  </a:lnTo>
                  <a:lnTo>
                    <a:pt x="764" y="171"/>
                  </a:lnTo>
                  <a:lnTo>
                    <a:pt x="806" y="89"/>
                  </a:lnTo>
                  <a:lnTo>
                    <a:pt x="768" y="70"/>
                  </a:lnTo>
                  <a:lnTo>
                    <a:pt x="725" y="54"/>
                  </a:lnTo>
                  <a:lnTo>
                    <a:pt x="680" y="39"/>
                  </a:lnTo>
                  <a:lnTo>
                    <a:pt x="633" y="26"/>
                  </a:lnTo>
                  <a:lnTo>
                    <a:pt x="585" y="16"/>
                  </a:lnTo>
                  <a:lnTo>
                    <a:pt x="536" y="8"/>
                  </a:lnTo>
                  <a:lnTo>
                    <a:pt x="484" y="3"/>
                  </a:lnTo>
                  <a:lnTo>
                    <a:pt x="433" y="0"/>
                  </a:lnTo>
                  <a:lnTo>
                    <a:pt x="380" y="1"/>
                  </a:lnTo>
                  <a:lnTo>
                    <a:pt x="328" y="3"/>
                  </a:lnTo>
                  <a:lnTo>
                    <a:pt x="276" y="10"/>
                  </a:lnTo>
                  <a:lnTo>
                    <a:pt x="223" y="19"/>
                  </a:lnTo>
                  <a:lnTo>
                    <a:pt x="172" y="30"/>
                  </a:lnTo>
                  <a:lnTo>
                    <a:pt x="121" y="46"/>
                  </a:lnTo>
                  <a:lnTo>
                    <a:pt x="72" y="67"/>
                  </a:lnTo>
                  <a:lnTo>
                    <a:pt x="24" y="89"/>
                  </a:lnTo>
                  <a:lnTo>
                    <a:pt x="25" y="89"/>
                  </a:lnTo>
                  <a:lnTo>
                    <a:pt x="24" y="89"/>
                  </a:lnTo>
                  <a:lnTo>
                    <a:pt x="8" y="102"/>
                  </a:lnTo>
                  <a:lnTo>
                    <a:pt x="0" y="118"/>
                  </a:lnTo>
                  <a:lnTo>
                    <a:pt x="0" y="136"/>
                  </a:lnTo>
                  <a:lnTo>
                    <a:pt x="6" y="152"/>
                  </a:lnTo>
                  <a:lnTo>
                    <a:pt x="17" y="165"/>
                  </a:lnTo>
                  <a:lnTo>
                    <a:pt x="31" y="175"/>
                  </a:lnTo>
                  <a:lnTo>
                    <a:pt x="48" y="177"/>
                  </a:lnTo>
                  <a:lnTo>
                    <a:pt x="68" y="171"/>
                  </a:lnTo>
                  <a:lnTo>
                    <a:pt x="67" y="1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5841" name="Freeform 49"/>
            <p:cNvSpPr>
              <a:spLocks/>
            </p:cNvSpPr>
            <p:nvPr/>
          </p:nvSpPr>
          <p:spPr bwMode="auto">
            <a:xfrm>
              <a:off x="931" y="1456"/>
              <a:ext cx="280" cy="158"/>
            </a:xfrm>
            <a:custGeom>
              <a:avLst/>
              <a:gdLst>
                <a:gd name="T0" fmla="*/ 1 w 1402"/>
                <a:gd name="T1" fmla="*/ 6 h 787"/>
                <a:gd name="T2" fmla="*/ 1 w 1402"/>
                <a:gd name="T3" fmla="*/ 6 h 787"/>
                <a:gd name="T4" fmla="*/ 11 w 1402"/>
                <a:gd name="T5" fmla="*/ 1 h 787"/>
                <a:gd name="T6" fmla="*/ 11 w 1402"/>
                <a:gd name="T7" fmla="*/ 0 h 787"/>
                <a:gd name="T8" fmla="*/ 0 w 1402"/>
                <a:gd name="T9" fmla="*/ 6 h 787"/>
                <a:gd name="T10" fmla="*/ 0 w 1402"/>
                <a:gd name="T11" fmla="*/ 6 h 787"/>
                <a:gd name="T12" fmla="*/ 0 w 1402"/>
                <a:gd name="T13" fmla="*/ 6 h 787"/>
                <a:gd name="T14" fmla="*/ 0 w 1402"/>
                <a:gd name="T15" fmla="*/ 6 h 787"/>
                <a:gd name="T16" fmla="*/ 0 w 1402"/>
                <a:gd name="T17" fmla="*/ 6 h 787"/>
                <a:gd name="T18" fmla="*/ 0 w 1402"/>
                <a:gd name="T19" fmla="*/ 6 h 787"/>
                <a:gd name="T20" fmla="*/ 0 w 1402"/>
                <a:gd name="T21" fmla="*/ 6 h 787"/>
                <a:gd name="T22" fmla="*/ 0 w 1402"/>
                <a:gd name="T23" fmla="*/ 6 h 787"/>
                <a:gd name="T24" fmla="*/ 0 w 1402"/>
                <a:gd name="T25" fmla="*/ 6 h 787"/>
                <a:gd name="T26" fmla="*/ 0 w 1402"/>
                <a:gd name="T27" fmla="*/ 6 h 787"/>
                <a:gd name="T28" fmla="*/ 1 w 1402"/>
                <a:gd name="T29" fmla="*/ 6 h 787"/>
                <a:gd name="T30" fmla="*/ 1 w 1402"/>
                <a:gd name="T31" fmla="*/ 6 h 78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02"/>
                <a:gd name="T49" fmla="*/ 0 h 787"/>
                <a:gd name="T50" fmla="*/ 1402 w 1402"/>
                <a:gd name="T51" fmla="*/ 787 h 78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02" h="787">
                  <a:moveTo>
                    <a:pt x="69" y="781"/>
                  </a:moveTo>
                  <a:lnTo>
                    <a:pt x="66" y="781"/>
                  </a:lnTo>
                  <a:lnTo>
                    <a:pt x="1402" y="82"/>
                  </a:lnTo>
                  <a:lnTo>
                    <a:pt x="1360" y="0"/>
                  </a:lnTo>
                  <a:lnTo>
                    <a:pt x="24" y="699"/>
                  </a:lnTo>
                  <a:lnTo>
                    <a:pt x="22" y="699"/>
                  </a:lnTo>
                  <a:lnTo>
                    <a:pt x="24" y="699"/>
                  </a:lnTo>
                  <a:lnTo>
                    <a:pt x="8" y="712"/>
                  </a:lnTo>
                  <a:lnTo>
                    <a:pt x="1" y="727"/>
                  </a:lnTo>
                  <a:lnTo>
                    <a:pt x="0" y="744"/>
                  </a:lnTo>
                  <a:lnTo>
                    <a:pt x="5" y="761"/>
                  </a:lnTo>
                  <a:lnTo>
                    <a:pt x="15" y="775"/>
                  </a:lnTo>
                  <a:lnTo>
                    <a:pt x="30" y="784"/>
                  </a:lnTo>
                  <a:lnTo>
                    <a:pt x="46" y="787"/>
                  </a:lnTo>
                  <a:lnTo>
                    <a:pt x="66" y="781"/>
                  </a:lnTo>
                  <a:lnTo>
                    <a:pt x="69" y="7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5842" name="Freeform 50"/>
            <p:cNvSpPr>
              <a:spLocks/>
            </p:cNvSpPr>
            <p:nvPr/>
          </p:nvSpPr>
          <p:spPr bwMode="auto">
            <a:xfrm>
              <a:off x="868" y="1596"/>
              <a:ext cx="77" cy="126"/>
            </a:xfrm>
            <a:custGeom>
              <a:avLst/>
              <a:gdLst>
                <a:gd name="T0" fmla="*/ 1 w 382"/>
                <a:gd name="T1" fmla="*/ 5 h 628"/>
                <a:gd name="T2" fmla="*/ 1 w 382"/>
                <a:gd name="T3" fmla="*/ 5 h 628"/>
                <a:gd name="T4" fmla="*/ 1 w 382"/>
                <a:gd name="T5" fmla="*/ 4 h 628"/>
                <a:gd name="T6" fmla="*/ 1 w 382"/>
                <a:gd name="T7" fmla="*/ 4 h 628"/>
                <a:gd name="T8" fmla="*/ 1 w 382"/>
                <a:gd name="T9" fmla="*/ 4 h 628"/>
                <a:gd name="T10" fmla="*/ 1 w 382"/>
                <a:gd name="T11" fmla="*/ 3 h 628"/>
                <a:gd name="T12" fmla="*/ 1 w 382"/>
                <a:gd name="T13" fmla="*/ 3 h 628"/>
                <a:gd name="T14" fmla="*/ 1 w 382"/>
                <a:gd name="T15" fmla="*/ 3 h 628"/>
                <a:gd name="T16" fmla="*/ 1 w 382"/>
                <a:gd name="T17" fmla="*/ 3 h 628"/>
                <a:gd name="T18" fmla="*/ 1 w 382"/>
                <a:gd name="T19" fmla="*/ 2 h 628"/>
                <a:gd name="T20" fmla="*/ 2 w 382"/>
                <a:gd name="T21" fmla="*/ 2 h 628"/>
                <a:gd name="T22" fmla="*/ 2 w 382"/>
                <a:gd name="T23" fmla="*/ 2 h 628"/>
                <a:gd name="T24" fmla="*/ 2 w 382"/>
                <a:gd name="T25" fmla="*/ 2 h 628"/>
                <a:gd name="T26" fmla="*/ 2 w 382"/>
                <a:gd name="T27" fmla="*/ 1 h 628"/>
                <a:gd name="T28" fmla="*/ 2 w 382"/>
                <a:gd name="T29" fmla="*/ 1 h 628"/>
                <a:gd name="T30" fmla="*/ 3 w 382"/>
                <a:gd name="T31" fmla="*/ 1 h 628"/>
                <a:gd name="T32" fmla="*/ 3 w 382"/>
                <a:gd name="T33" fmla="*/ 1 h 628"/>
                <a:gd name="T34" fmla="*/ 3 w 382"/>
                <a:gd name="T35" fmla="*/ 1 h 628"/>
                <a:gd name="T36" fmla="*/ 3 w 382"/>
                <a:gd name="T37" fmla="*/ 0 h 628"/>
                <a:gd name="T38" fmla="*/ 2 w 382"/>
                <a:gd name="T39" fmla="*/ 0 h 628"/>
                <a:gd name="T40" fmla="*/ 2 w 382"/>
                <a:gd name="T41" fmla="*/ 0 h 628"/>
                <a:gd name="T42" fmla="*/ 2 w 382"/>
                <a:gd name="T43" fmla="*/ 1 h 628"/>
                <a:gd name="T44" fmla="*/ 2 w 382"/>
                <a:gd name="T45" fmla="*/ 1 h 628"/>
                <a:gd name="T46" fmla="*/ 1 w 382"/>
                <a:gd name="T47" fmla="*/ 1 h 628"/>
                <a:gd name="T48" fmla="*/ 1 w 382"/>
                <a:gd name="T49" fmla="*/ 1 h 628"/>
                <a:gd name="T50" fmla="*/ 1 w 382"/>
                <a:gd name="T51" fmla="*/ 2 h 628"/>
                <a:gd name="T52" fmla="*/ 1 w 382"/>
                <a:gd name="T53" fmla="*/ 2 h 628"/>
                <a:gd name="T54" fmla="*/ 1 w 382"/>
                <a:gd name="T55" fmla="*/ 2 h 628"/>
                <a:gd name="T56" fmla="*/ 0 w 382"/>
                <a:gd name="T57" fmla="*/ 3 h 628"/>
                <a:gd name="T58" fmla="*/ 0 w 382"/>
                <a:gd name="T59" fmla="*/ 3 h 628"/>
                <a:gd name="T60" fmla="*/ 0 w 382"/>
                <a:gd name="T61" fmla="*/ 3 h 628"/>
                <a:gd name="T62" fmla="*/ 0 w 382"/>
                <a:gd name="T63" fmla="*/ 4 h 628"/>
                <a:gd name="T64" fmla="*/ 0 w 382"/>
                <a:gd name="T65" fmla="*/ 4 h 628"/>
                <a:gd name="T66" fmla="*/ 0 w 382"/>
                <a:gd name="T67" fmla="*/ 4 h 628"/>
                <a:gd name="T68" fmla="*/ 0 w 382"/>
                <a:gd name="T69" fmla="*/ 5 h 628"/>
                <a:gd name="T70" fmla="*/ 0 w 382"/>
                <a:gd name="T71" fmla="*/ 5 h 628"/>
                <a:gd name="T72" fmla="*/ 0 w 382"/>
                <a:gd name="T73" fmla="*/ 5 h 628"/>
                <a:gd name="T74" fmla="*/ 0 w 382"/>
                <a:gd name="T75" fmla="*/ 5 h 628"/>
                <a:gd name="T76" fmla="*/ 0 w 382"/>
                <a:gd name="T77" fmla="*/ 5 h 628"/>
                <a:gd name="T78" fmla="*/ 0 w 382"/>
                <a:gd name="T79" fmla="*/ 5 h 628"/>
                <a:gd name="T80" fmla="*/ 0 w 382"/>
                <a:gd name="T81" fmla="*/ 5 h 628"/>
                <a:gd name="T82" fmla="*/ 1 w 382"/>
                <a:gd name="T83" fmla="*/ 5 h 628"/>
                <a:gd name="T84" fmla="*/ 1 w 382"/>
                <a:gd name="T85" fmla="*/ 5 h 628"/>
                <a:gd name="T86" fmla="*/ 1 w 382"/>
                <a:gd name="T87" fmla="*/ 5 h 628"/>
                <a:gd name="T88" fmla="*/ 1 w 382"/>
                <a:gd name="T89" fmla="*/ 5 h 628"/>
                <a:gd name="T90" fmla="*/ 1 w 382"/>
                <a:gd name="T91" fmla="*/ 5 h 628"/>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382"/>
                <a:gd name="T139" fmla="*/ 0 h 628"/>
                <a:gd name="T140" fmla="*/ 382 w 382"/>
                <a:gd name="T141" fmla="*/ 628 h 628"/>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382" h="628">
                  <a:moveTo>
                    <a:pt x="94" y="581"/>
                  </a:moveTo>
                  <a:lnTo>
                    <a:pt x="94" y="582"/>
                  </a:lnTo>
                  <a:lnTo>
                    <a:pt x="96" y="541"/>
                  </a:lnTo>
                  <a:lnTo>
                    <a:pt x="99" y="500"/>
                  </a:lnTo>
                  <a:lnTo>
                    <a:pt x="106" y="463"/>
                  </a:lnTo>
                  <a:lnTo>
                    <a:pt x="115" y="424"/>
                  </a:lnTo>
                  <a:lnTo>
                    <a:pt x="127" y="389"/>
                  </a:lnTo>
                  <a:lnTo>
                    <a:pt x="140" y="353"/>
                  </a:lnTo>
                  <a:lnTo>
                    <a:pt x="156" y="320"/>
                  </a:lnTo>
                  <a:lnTo>
                    <a:pt x="173" y="287"/>
                  </a:lnTo>
                  <a:lnTo>
                    <a:pt x="193" y="255"/>
                  </a:lnTo>
                  <a:lnTo>
                    <a:pt x="214" y="226"/>
                  </a:lnTo>
                  <a:lnTo>
                    <a:pt x="238" y="198"/>
                  </a:lnTo>
                  <a:lnTo>
                    <a:pt x="263" y="172"/>
                  </a:lnTo>
                  <a:lnTo>
                    <a:pt x="290" y="146"/>
                  </a:lnTo>
                  <a:lnTo>
                    <a:pt x="318" y="122"/>
                  </a:lnTo>
                  <a:lnTo>
                    <a:pt x="349" y="101"/>
                  </a:lnTo>
                  <a:lnTo>
                    <a:pt x="382" y="82"/>
                  </a:lnTo>
                  <a:lnTo>
                    <a:pt x="335" y="0"/>
                  </a:lnTo>
                  <a:lnTo>
                    <a:pt x="297" y="23"/>
                  </a:lnTo>
                  <a:lnTo>
                    <a:pt x="262" y="49"/>
                  </a:lnTo>
                  <a:lnTo>
                    <a:pt x="229" y="76"/>
                  </a:lnTo>
                  <a:lnTo>
                    <a:pt x="198" y="104"/>
                  </a:lnTo>
                  <a:lnTo>
                    <a:pt x="167" y="137"/>
                  </a:lnTo>
                  <a:lnTo>
                    <a:pt x="142" y="170"/>
                  </a:lnTo>
                  <a:lnTo>
                    <a:pt x="116" y="204"/>
                  </a:lnTo>
                  <a:lnTo>
                    <a:pt x="94" y="240"/>
                  </a:lnTo>
                  <a:lnTo>
                    <a:pt x="74" y="278"/>
                  </a:lnTo>
                  <a:lnTo>
                    <a:pt x="54" y="317"/>
                  </a:lnTo>
                  <a:lnTo>
                    <a:pt x="38" y="359"/>
                  </a:lnTo>
                  <a:lnTo>
                    <a:pt x="26" y="401"/>
                  </a:lnTo>
                  <a:lnTo>
                    <a:pt x="15" y="444"/>
                  </a:lnTo>
                  <a:lnTo>
                    <a:pt x="8" y="489"/>
                  </a:lnTo>
                  <a:lnTo>
                    <a:pt x="2" y="534"/>
                  </a:lnTo>
                  <a:lnTo>
                    <a:pt x="0" y="580"/>
                  </a:lnTo>
                  <a:lnTo>
                    <a:pt x="0" y="581"/>
                  </a:lnTo>
                  <a:lnTo>
                    <a:pt x="0" y="580"/>
                  </a:lnTo>
                  <a:lnTo>
                    <a:pt x="3" y="600"/>
                  </a:lnTo>
                  <a:lnTo>
                    <a:pt x="14" y="615"/>
                  </a:lnTo>
                  <a:lnTo>
                    <a:pt x="29" y="625"/>
                  </a:lnTo>
                  <a:lnTo>
                    <a:pt x="45" y="628"/>
                  </a:lnTo>
                  <a:lnTo>
                    <a:pt x="63" y="626"/>
                  </a:lnTo>
                  <a:lnTo>
                    <a:pt x="78" y="616"/>
                  </a:lnTo>
                  <a:lnTo>
                    <a:pt x="89" y="602"/>
                  </a:lnTo>
                  <a:lnTo>
                    <a:pt x="94" y="582"/>
                  </a:lnTo>
                  <a:lnTo>
                    <a:pt x="94" y="5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5843" name="Freeform 51"/>
            <p:cNvSpPr>
              <a:spLocks/>
            </p:cNvSpPr>
            <p:nvPr/>
          </p:nvSpPr>
          <p:spPr bwMode="auto">
            <a:xfrm>
              <a:off x="868" y="1712"/>
              <a:ext cx="19" cy="364"/>
            </a:xfrm>
            <a:custGeom>
              <a:avLst/>
              <a:gdLst>
                <a:gd name="T0" fmla="*/ 1 w 94"/>
                <a:gd name="T1" fmla="*/ 14 h 1818"/>
                <a:gd name="T2" fmla="*/ 1 w 94"/>
                <a:gd name="T3" fmla="*/ 14 h 1818"/>
                <a:gd name="T4" fmla="*/ 1 w 94"/>
                <a:gd name="T5" fmla="*/ 0 h 1818"/>
                <a:gd name="T6" fmla="*/ 0 w 94"/>
                <a:gd name="T7" fmla="*/ 0 h 1818"/>
                <a:gd name="T8" fmla="*/ 0 w 94"/>
                <a:gd name="T9" fmla="*/ 14 h 1818"/>
                <a:gd name="T10" fmla="*/ 0 w 94"/>
                <a:gd name="T11" fmla="*/ 14 h 1818"/>
                <a:gd name="T12" fmla="*/ 0 w 94"/>
                <a:gd name="T13" fmla="*/ 14 h 1818"/>
                <a:gd name="T14" fmla="*/ 0 w 94"/>
                <a:gd name="T15" fmla="*/ 14 h 1818"/>
                <a:gd name="T16" fmla="*/ 0 w 94"/>
                <a:gd name="T17" fmla="*/ 14 h 1818"/>
                <a:gd name="T18" fmla="*/ 0 w 94"/>
                <a:gd name="T19" fmla="*/ 15 h 1818"/>
                <a:gd name="T20" fmla="*/ 0 w 94"/>
                <a:gd name="T21" fmla="*/ 15 h 1818"/>
                <a:gd name="T22" fmla="*/ 1 w 94"/>
                <a:gd name="T23" fmla="*/ 15 h 1818"/>
                <a:gd name="T24" fmla="*/ 1 w 94"/>
                <a:gd name="T25" fmla="*/ 14 h 1818"/>
                <a:gd name="T26" fmla="*/ 1 w 94"/>
                <a:gd name="T27" fmla="*/ 14 h 1818"/>
                <a:gd name="T28" fmla="*/ 1 w 94"/>
                <a:gd name="T29" fmla="*/ 14 h 1818"/>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94"/>
                <a:gd name="T46" fmla="*/ 0 h 1818"/>
                <a:gd name="T47" fmla="*/ 94 w 94"/>
                <a:gd name="T48" fmla="*/ 1818 h 1818"/>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94" h="1818">
                  <a:moveTo>
                    <a:pt x="94" y="1771"/>
                  </a:moveTo>
                  <a:lnTo>
                    <a:pt x="94" y="1771"/>
                  </a:lnTo>
                  <a:lnTo>
                    <a:pt x="94" y="0"/>
                  </a:lnTo>
                  <a:lnTo>
                    <a:pt x="0" y="0"/>
                  </a:lnTo>
                  <a:lnTo>
                    <a:pt x="0" y="1771"/>
                  </a:lnTo>
                  <a:lnTo>
                    <a:pt x="3" y="1791"/>
                  </a:lnTo>
                  <a:lnTo>
                    <a:pt x="15" y="1806"/>
                  </a:lnTo>
                  <a:lnTo>
                    <a:pt x="29" y="1814"/>
                  </a:lnTo>
                  <a:lnTo>
                    <a:pt x="47" y="1818"/>
                  </a:lnTo>
                  <a:lnTo>
                    <a:pt x="64" y="1814"/>
                  </a:lnTo>
                  <a:lnTo>
                    <a:pt x="79" y="1806"/>
                  </a:lnTo>
                  <a:lnTo>
                    <a:pt x="90" y="1791"/>
                  </a:lnTo>
                  <a:lnTo>
                    <a:pt x="94" y="17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5844" name="Freeform 52"/>
            <p:cNvSpPr>
              <a:spLocks/>
            </p:cNvSpPr>
            <p:nvPr/>
          </p:nvSpPr>
          <p:spPr bwMode="auto">
            <a:xfrm>
              <a:off x="868" y="2067"/>
              <a:ext cx="90" cy="160"/>
            </a:xfrm>
            <a:custGeom>
              <a:avLst/>
              <a:gdLst>
                <a:gd name="T0" fmla="*/ 3 w 449"/>
                <a:gd name="T1" fmla="*/ 6 h 803"/>
                <a:gd name="T2" fmla="*/ 3 w 449"/>
                <a:gd name="T3" fmla="*/ 6 h 803"/>
                <a:gd name="T4" fmla="*/ 3 w 449"/>
                <a:gd name="T5" fmla="*/ 5 h 803"/>
                <a:gd name="T6" fmla="*/ 3 w 449"/>
                <a:gd name="T7" fmla="*/ 5 h 803"/>
                <a:gd name="T8" fmla="*/ 3 w 449"/>
                <a:gd name="T9" fmla="*/ 5 h 803"/>
                <a:gd name="T10" fmla="*/ 2 w 449"/>
                <a:gd name="T11" fmla="*/ 5 h 803"/>
                <a:gd name="T12" fmla="*/ 2 w 449"/>
                <a:gd name="T13" fmla="*/ 4 h 803"/>
                <a:gd name="T14" fmla="*/ 2 w 449"/>
                <a:gd name="T15" fmla="*/ 4 h 803"/>
                <a:gd name="T16" fmla="*/ 2 w 449"/>
                <a:gd name="T17" fmla="*/ 4 h 803"/>
                <a:gd name="T18" fmla="*/ 2 w 449"/>
                <a:gd name="T19" fmla="*/ 3 h 803"/>
                <a:gd name="T20" fmla="*/ 1 w 449"/>
                <a:gd name="T21" fmla="*/ 3 h 803"/>
                <a:gd name="T22" fmla="*/ 1 w 449"/>
                <a:gd name="T23" fmla="*/ 2 h 803"/>
                <a:gd name="T24" fmla="*/ 1 w 449"/>
                <a:gd name="T25" fmla="*/ 2 h 803"/>
                <a:gd name="T26" fmla="*/ 1 w 449"/>
                <a:gd name="T27" fmla="*/ 2 h 803"/>
                <a:gd name="T28" fmla="*/ 1 w 449"/>
                <a:gd name="T29" fmla="*/ 1 h 803"/>
                <a:gd name="T30" fmla="*/ 1 w 449"/>
                <a:gd name="T31" fmla="*/ 1 h 803"/>
                <a:gd name="T32" fmla="*/ 1 w 449"/>
                <a:gd name="T33" fmla="*/ 0 h 803"/>
                <a:gd name="T34" fmla="*/ 1 w 449"/>
                <a:gd name="T35" fmla="*/ 0 h 803"/>
                <a:gd name="T36" fmla="*/ 0 w 449"/>
                <a:gd name="T37" fmla="*/ 0 h 803"/>
                <a:gd name="T38" fmla="*/ 0 w 449"/>
                <a:gd name="T39" fmla="*/ 0 h 803"/>
                <a:gd name="T40" fmla="*/ 0 w 449"/>
                <a:gd name="T41" fmla="*/ 1 h 803"/>
                <a:gd name="T42" fmla="*/ 0 w 449"/>
                <a:gd name="T43" fmla="*/ 1 h 803"/>
                <a:gd name="T44" fmla="*/ 0 w 449"/>
                <a:gd name="T45" fmla="*/ 2 h 803"/>
                <a:gd name="T46" fmla="*/ 0 w 449"/>
                <a:gd name="T47" fmla="*/ 2 h 803"/>
                <a:gd name="T48" fmla="*/ 0 w 449"/>
                <a:gd name="T49" fmla="*/ 3 h 803"/>
                <a:gd name="T50" fmla="*/ 1 w 449"/>
                <a:gd name="T51" fmla="*/ 3 h 803"/>
                <a:gd name="T52" fmla="*/ 1 w 449"/>
                <a:gd name="T53" fmla="*/ 4 h 803"/>
                <a:gd name="T54" fmla="*/ 1 w 449"/>
                <a:gd name="T55" fmla="*/ 4 h 803"/>
                <a:gd name="T56" fmla="*/ 1 w 449"/>
                <a:gd name="T57" fmla="*/ 4 h 803"/>
                <a:gd name="T58" fmla="*/ 2 w 449"/>
                <a:gd name="T59" fmla="*/ 5 h 803"/>
                <a:gd name="T60" fmla="*/ 2 w 449"/>
                <a:gd name="T61" fmla="*/ 5 h 803"/>
                <a:gd name="T62" fmla="*/ 2 w 449"/>
                <a:gd name="T63" fmla="*/ 5 h 803"/>
                <a:gd name="T64" fmla="*/ 2 w 449"/>
                <a:gd name="T65" fmla="*/ 6 h 803"/>
                <a:gd name="T66" fmla="*/ 3 w 449"/>
                <a:gd name="T67" fmla="*/ 6 h 803"/>
                <a:gd name="T68" fmla="*/ 3 w 449"/>
                <a:gd name="T69" fmla="*/ 6 h 803"/>
                <a:gd name="T70" fmla="*/ 3 w 449"/>
                <a:gd name="T71" fmla="*/ 6 h 803"/>
                <a:gd name="T72" fmla="*/ 3 w 449"/>
                <a:gd name="T73" fmla="*/ 6 h 803"/>
                <a:gd name="T74" fmla="*/ 3 w 449"/>
                <a:gd name="T75" fmla="*/ 6 h 803"/>
                <a:gd name="T76" fmla="*/ 3 w 449"/>
                <a:gd name="T77" fmla="*/ 6 h 803"/>
                <a:gd name="T78" fmla="*/ 3 w 449"/>
                <a:gd name="T79" fmla="*/ 6 h 803"/>
                <a:gd name="T80" fmla="*/ 4 w 449"/>
                <a:gd name="T81" fmla="*/ 6 h 803"/>
                <a:gd name="T82" fmla="*/ 4 w 449"/>
                <a:gd name="T83" fmla="*/ 6 h 803"/>
                <a:gd name="T84" fmla="*/ 4 w 449"/>
                <a:gd name="T85" fmla="*/ 6 h 803"/>
                <a:gd name="T86" fmla="*/ 4 w 449"/>
                <a:gd name="T87" fmla="*/ 6 h 803"/>
                <a:gd name="T88" fmla="*/ 3 w 449"/>
                <a:gd name="T89" fmla="*/ 6 h 803"/>
                <a:gd name="T90" fmla="*/ 3 w 449"/>
                <a:gd name="T91" fmla="*/ 6 h 80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449"/>
                <a:gd name="T139" fmla="*/ 0 h 803"/>
                <a:gd name="T140" fmla="*/ 449 w 449"/>
                <a:gd name="T141" fmla="*/ 803 h 80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449" h="803">
                  <a:moveTo>
                    <a:pt x="426" y="717"/>
                  </a:moveTo>
                  <a:lnTo>
                    <a:pt x="427" y="717"/>
                  </a:lnTo>
                  <a:lnTo>
                    <a:pt x="395" y="693"/>
                  </a:lnTo>
                  <a:lnTo>
                    <a:pt x="361" y="662"/>
                  </a:lnTo>
                  <a:lnTo>
                    <a:pt x="329" y="628"/>
                  </a:lnTo>
                  <a:lnTo>
                    <a:pt x="299" y="591"/>
                  </a:lnTo>
                  <a:lnTo>
                    <a:pt x="269" y="551"/>
                  </a:lnTo>
                  <a:lnTo>
                    <a:pt x="241" y="507"/>
                  </a:lnTo>
                  <a:lnTo>
                    <a:pt x="215" y="460"/>
                  </a:lnTo>
                  <a:lnTo>
                    <a:pt x="191" y="412"/>
                  </a:lnTo>
                  <a:lnTo>
                    <a:pt x="170" y="363"/>
                  </a:lnTo>
                  <a:lnTo>
                    <a:pt x="151" y="312"/>
                  </a:lnTo>
                  <a:lnTo>
                    <a:pt x="133" y="259"/>
                  </a:lnTo>
                  <a:lnTo>
                    <a:pt x="119" y="207"/>
                  </a:lnTo>
                  <a:lnTo>
                    <a:pt x="108" y="156"/>
                  </a:lnTo>
                  <a:lnTo>
                    <a:pt x="101" y="103"/>
                  </a:lnTo>
                  <a:lnTo>
                    <a:pt x="96" y="51"/>
                  </a:lnTo>
                  <a:lnTo>
                    <a:pt x="94" y="0"/>
                  </a:lnTo>
                  <a:lnTo>
                    <a:pt x="0" y="0"/>
                  </a:lnTo>
                  <a:lnTo>
                    <a:pt x="2" y="56"/>
                  </a:lnTo>
                  <a:lnTo>
                    <a:pt x="7" y="115"/>
                  </a:lnTo>
                  <a:lnTo>
                    <a:pt x="16" y="172"/>
                  </a:lnTo>
                  <a:lnTo>
                    <a:pt x="28" y="231"/>
                  </a:lnTo>
                  <a:lnTo>
                    <a:pt x="44" y="287"/>
                  </a:lnTo>
                  <a:lnTo>
                    <a:pt x="62" y="342"/>
                  </a:lnTo>
                  <a:lnTo>
                    <a:pt x="83" y="398"/>
                  </a:lnTo>
                  <a:lnTo>
                    <a:pt x="106" y="452"/>
                  </a:lnTo>
                  <a:lnTo>
                    <a:pt x="133" y="505"/>
                  </a:lnTo>
                  <a:lnTo>
                    <a:pt x="161" y="554"/>
                  </a:lnTo>
                  <a:lnTo>
                    <a:pt x="192" y="602"/>
                  </a:lnTo>
                  <a:lnTo>
                    <a:pt x="224" y="647"/>
                  </a:lnTo>
                  <a:lnTo>
                    <a:pt x="259" y="689"/>
                  </a:lnTo>
                  <a:lnTo>
                    <a:pt x="295" y="728"/>
                  </a:lnTo>
                  <a:lnTo>
                    <a:pt x="334" y="763"/>
                  </a:lnTo>
                  <a:lnTo>
                    <a:pt x="374" y="795"/>
                  </a:lnTo>
                  <a:lnTo>
                    <a:pt x="375" y="795"/>
                  </a:lnTo>
                  <a:lnTo>
                    <a:pt x="374" y="795"/>
                  </a:lnTo>
                  <a:lnTo>
                    <a:pt x="392" y="803"/>
                  </a:lnTo>
                  <a:lnTo>
                    <a:pt x="411" y="803"/>
                  </a:lnTo>
                  <a:lnTo>
                    <a:pt x="426" y="795"/>
                  </a:lnTo>
                  <a:lnTo>
                    <a:pt x="439" y="782"/>
                  </a:lnTo>
                  <a:lnTo>
                    <a:pt x="446" y="766"/>
                  </a:lnTo>
                  <a:lnTo>
                    <a:pt x="449" y="749"/>
                  </a:lnTo>
                  <a:lnTo>
                    <a:pt x="441" y="732"/>
                  </a:lnTo>
                  <a:lnTo>
                    <a:pt x="427" y="717"/>
                  </a:lnTo>
                  <a:lnTo>
                    <a:pt x="426" y="71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5845" name="Freeform 53"/>
            <p:cNvSpPr>
              <a:spLocks/>
            </p:cNvSpPr>
            <p:nvPr/>
          </p:nvSpPr>
          <p:spPr bwMode="auto">
            <a:xfrm>
              <a:off x="883" y="1673"/>
              <a:ext cx="379" cy="690"/>
            </a:xfrm>
            <a:custGeom>
              <a:avLst/>
              <a:gdLst>
                <a:gd name="T0" fmla="*/ 12 w 1897"/>
                <a:gd name="T1" fmla="*/ 6 h 3450"/>
                <a:gd name="T2" fmla="*/ 13 w 1897"/>
                <a:gd name="T3" fmla="*/ 7 h 3450"/>
                <a:gd name="T4" fmla="*/ 13 w 1897"/>
                <a:gd name="T5" fmla="*/ 7 h 3450"/>
                <a:gd name="T6" fmla="*/ 14 w 1897"/>
                <a:gd name="T7" fmla="*/ 8 h 3450"/>
                <a:gd name="T8" fmla="*/ 14 w 1897"/>
                <a:gd name="T9" fmla="*/ 9 h 3450"/>
                <a:gd name="T10" fmla="*/ 15 w 1897"/>
                <a:gd name="T11" fmla="*/ 10 h 3450"/>
                <a:gd name="T12" fmla="*/ 15 w 1897"/>
                <a:gd name="T13" fmla="*/ 11 h 3450"/>
                <a:gd name="T14" fmla="*/ 15 w 1897"/>
                <a:gd name="T15" fmla="*/ 11 h 3450"/>
                <a:gd name="T16" fmla="*/ 15 w 1897"/>
                <a:gd name="T17" fmla="*/ 12 h 3450"/>
                <a:gd name="T18" fmla="*/ 15 w 1897"/>
                <a:gd name="T19" fmla="*/ 26 h 3450"/>
                <a:gd name="T20" fmla="*/ 15 w 1897"/>
                <a:gd name="T21" fmla="*/ 26 h 3450"/>
                <a:gd name="T22" fmla="*/ 15 w 1897"/>
                <a:gd name="T23" fmla="*/ 27 h 3450"/>
                <a:gd name="T24" fmla="*/ 15 w 1897"/>
                <a:gd name="T25" fmla="*/ 27 h 3450"/>
                <a:gd name="T26" fmla="*/ 14 w 1897"/>
                <a:gd name="T27" fmla="*/ 27 h 3450"/>
                <a:gd name="T28" fmla="*/ 14 w 1897"/>
                <a:gd name="T29" fmla="*/ 28 h 3450"/>
                <a:gd name="T30" fmla="*/ 13 w 1897"/>
                <a:gd name="T31" fmla="*/ 28 h 3450"/>
                <a:gd name="T32" fmla="*/ 13 w 1897"/>
                <a:gd name="T33" fmla="*/ 27 h 3450"/>
                <a:gd name="T34" fmla="*/ 3 w 1897"/>
                <a:gd name="T35" fmla="*/ 21 h 3450"/>
                <a:gd name="T36" fmla="*/ 2 w 1897"/>
                <a:gd name="T37" fmla="*/ 21 h 3450"/>
                <a:gd name="T38" fmla="*/ 2 w 1897"/>
                <a:gd name="T39" fmla="*/ 20 h 3450"/>
                <a:gd name="T40" fmla="*/ 1 w 1897"/>
                <a:gd name="T41" fmla="*/ 19 h 3450"/>
                <a:gd name="T42" fmla="*/ 1 w 1897"/>
                <a:gd name="T43" fmla="*/ 19 h 3450"/>
                <a:gd name="T44" fmla="*/ 0 w 1897"/>
                <a:gd name="T45" fmla="*/ 18 h 3450"/>
                <a:gd name="T46" fmla="*/ 0 w 1897"/>
                <a:gd name="T47" fmla="*/ 17 h 3450"/>
                <a:gd name="T48" fmla="*/ 0 w 1897"/>
                <a:gd name="T49" fmla="*/ 16 h 3450"/>
                <a:gd name="T50" fmla="*/ 0 w 1897"/>
                <a:gd name="T51" fmla="*/ 15 h 3450"/>
                <a:gd name="T52" fmla="*/ 0 w 1897"/>
                <a:gd name="T53" fmla="*/ 2 h 3450"/>
                <a:gd name="T54" fmla="*/ 0 w 1897"/>
                <a:gd name="T55" fmla="*/ 1 h 3450"/>
                <a:gd name="T56" fmla="*/ 0 w 1897"/>
                <a:gd name="T57" fmla="*/ 1 h 3450"/>
                <a:gd name="T58" fmla="*/ 1 w 1897"/>
                <a:gd name="T59" fmla="*/ 0 h 3450"/>
                <a:gd name="T60" fmla="*/ 1 w 1897"/>
                <a:gd name="T61" fmla="*/ 0 h 3450"/>
                <a:gd name="T62" fmla="*/ 1 w 1897"/>
                <a:gd name="T63" fmla="*/ 0 h 3450"/>
                <a:gd name="T64" fmla="*/ 2 w 1897"/>
                <a:gd name="T65" fmla="*/ 0 h 3450"/>
                <a:gd name="T66" fmla="*/ 3 w 1897"/>
                <a:gd name="T67" fmla="*/ 0 h 3450"/>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897"/>
                <a:gd name="T103" fmla="*/ 0 h 3450"/>
                <a:gd name="T104" fmla="*/ 1897 w 1897"/>
                <a:gd name="T105" fmla="*/ 3450 h 3450"/>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897" h="3450">
                  <a:moveTo>
                    <a:pt x="357" y="49"/>
                  </a:moveTo>
                  <a:lnTo>
                    <a:pt x="1542" y="806"/>
                  </a:lnTo>
                  <a:lnTo>
                    <a:pt x="1579" y="832"/>
                  </a:lnTo>
                  <a:lnTo>
                    <a:pt x="1614" y="861"/>
                  </a:lnTo>
                  <a:lnTo>
                    <a:pt x="1648" y="895"/>
                  </a:lnTo>
                  <a:lnTo>
                    <a:pt x="1681" y="933"/>
                  </a:lnTo>
                  <a:lnTo>
                    <a:pt x="1711" y="973"/>
                  </a:lnTo>
                  <a:lnTo>
                    <a:pt x="1740" y="1016"/>
                  </a:lnTo>
                  <a:lnTo>
                    <a:pt x="1768" y="1062"/>
                  </a:lnTo>
                  <a:lnTo>
                    <a:pt x="1793" y="1109"/>
                  </a:lnTo>
                  <a:lnTo>
                    <a:pt x="1816" y="1158"/>
                  </a:lnTo>
                  <a:lnTo>
                    <a:pt x="1836" y="1208"/>
                  </a:lnTo>
                  <a:lnTo>
                    <a:pt x="1854" y="1260"/>
                  </a:lnTo>
                  <a:lnTo>
                    <a:pt x="1869" y="1313"/>
                  </a:lnTo>
                  <a:lnTo>
                    <a:pt x="1881" y="1364"/>
                  </a:lnTo>
                  <a:lnTo>
                    <a:pt x="1890" y="1417"/>
                  </a:lnTo>
                  <a:lnTo>
                    <a:pt x="1895" y="1469"/>
                  </a:lnTo>
                  <a:lnTo>
                    <a:pt x="1897" y="1519"/>
                  </a:lnTo>
                  <a:lnTo>
                    <a:pt x="1897" y="3142"/>
                  </a:lnTo>
                  <a:lnTo>
                    <a:pt x="1895" y="3190"/>
                  </a:lnTo>
                  <a:lnTo>
                    <a:pt x="1890" y="3235"/>
                  </a:lnTo>
                  <a:lnTo>
                    <a:pt x="1881" y="3276"/>
                  </a:lnTo>
                  <a:lnTo>
                    <a:pt x="1869" y="3313"/>
                  </a:lnTo>
                  <a:lnTo>
                    <a:pt x="1854" y="3346"/>
                  </a:lnTo>
                  <a:lnTo>
                    <a:pt x="1836" y="3375"/>
                  </a:lnTo>
                  <a:lnTo>
                    <a:pt x="1816" y="3398"/>
                  </a:lnTo>
                  <a:lnTo>
                    <a:pt x="1793" y="3418"/>
                  </a:lnTo>
                  <a:lnTo>
                    <a:pt x="1768" y="3434"/>
                  </a:lnTo>
                  <a:lnTo>
                    <a:pt x="1740" y="3444"/>
                  </a:lnTo>
                  <a:lnTo>
                    <a:pt x="1711" y="3450"/>
                  </a:lnTo>
                  <a:lnTo>
                    <a:pt x="1681" y="3450"/>
                  </a:lnTo>
                  <a:lnTo>
                    <a:pt x="1648" y="3445"/>
                  </a:lnTo>
                  <a:lnTo>
                    <a:pt x="1614" y="3436"/>
                  </a:lnTo>
                  <a:lnTo>
                    <a:pt x="1579" y="3421"/>
                  </a:lnTo>
                  <a:lnTo>
                    <a:pt x="1542" y="3400"/>
                  </a:lnTo>
                  <a:lnTo>
                    <a:pt x="357" y="2643"/>
                  </a:lnTo>
                  <a:lnTo>
                    <a:pt x="320" y="2618"/>
                  </a:lnTo>
                  <a:lnTo>
                    <a:pt x="285" y="2588"/>
                  </a:lnTo>
                  <a:lnTo>
                    <a:pt x="251" y="2554"/>
                  </a:lnTo>
                  <a:lnTo>
                    <a:pt x="218" y="2517"/>
                  </a:lnTo>
                  <a:lnTo>
                    <a:pt x="187" y="2477"/>
                  </a:lnTo>
                  <a:lnTo>
                    <a:pt x="157" y="2433"/>
                  </a:lnTo>
                  <a:lnTo>
                    <a:pt x="130" y="2388"/>
                  </a:lnTo>
                  <a:lnTo>
                    <a:pt x="105" y="2341"/>
                  </a:lnTo>
                  <a:lnTo>
                    <a:pt x="81" y="2292"/>
                  </a:lnTo>
                  <a:lnTo>
                    <a:pt x="61" y="2241"/>
                  </a:lnTo>
                  <a:lnTo>
                    <a:pt x="44" y="2190"/>
                  </a:lnTo>
                  <a:lnTo>
                    <a:pt x="29" y="2138"/>
                  </a:lnTo>
                  <a:lnTo>
                    <a:pt x="17" y="2085"/>
                  </a:lnTo>
                  <a:lnTo>
                    <a:pt x="7" y="2033"/>
                  </a:lnTo>
                  <a:lnTo>
                    <a:pt x="3" y="1981"/>
                  </a:lnTo>
                  <a:lnTo>
                    <a:pt x="0" y="1931"/>
                  </a:lnTo>
                  <a:lnTo>
                    <a:pt x="0" y="308"/>
                  </a:lnTo>
                  <a:lnTo>
                    <a:pt x="3" y="260"/>
                  </a:lnTo>
                  <a:lnTo>
                    <a:pt x="7" y="215"/>
                  </a:lnTo>
                  <a:lnTo>
                    <a:pt x="17" y="174"/>
                  </a:lnTo>
                  <a:lnTo>
                    <a:pt x="29" y="137"/>
                  </a:lnTo>
                  <a:lnTo>
                    <a:pt x="44" y="104"/>
                  </a:lnTo>
                  <a:lnTo>
                    <a:pt x="61" y="76"/>
                  </a:lnTo>
                  <a:lnTo>
                    <a:pt x="81" y="51"/>
                  </a:lnTo>
                  <a:lnTo>
                    <a:pt x="105" y="31"/>
                  </a:lnTo>
                  <a:lnTo>
                    <a:pt x="130" y="16"/>
                  </a:lnTo>
                  <a:lnTo>
                    <a:pt x="157" y="5"/>
                  </a:lnTo>
                  <a:lnTo>
                    <a:pt x="187" y="0"/>
                  </a:lnTo>
                  <a:lnTo>
                    <a:pt x="218" y="0"/>
                  </a:lnTo>
                  <a:lnTo>
                    <a:pt x="251" y="3"/>
                  </a:lnTo>
                  <a:lnTo>
                    <a:pt x="285" y="14"/>
                  </a:lnTo>
                  <a:lnTo>
                    <a:pt x="320" y="29"/>
                  </a:lnTo>
                  <a:lnTo>
                    <a:pt x="357" y="49"/>
                  </a:lnTo>
                  <a:close/>
                </a:path>
              </a:pathLst>
            </a:custGeom>
            <a:solidFill>
              <a:srgbClr val="BFBFB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5846" name="Freeform 54"/>
            <p:cNvSpPr>
              <a:spLocks/>
            </p:cNvSpPr>
            <p:nvPr/>
          </p:nvSpPr>
          <p:spPr bwMode="auto">
            <a:xfrm>
              <a:off x="1268" y="1663"/>
              <a:ext cx="393" cy="711"/>
            </a:xfrm>
            <a:custGeom>
              <a:avLst/>
              <a:gdLst>
                <a:gd name="T0" fmla="*/ 3 w 1962"/>
                <a:gd name="T1" fmla="*/ 7 h 3555"/>
                <a:gd name="T2" fmla="*/ 2 w 1962"/>
                <a:gd name="T3" fmla="*/ 7 h 3555"/>
                <a:gd name="T4" fmla="*/ 2 w 1962"/>
                <a:gd name="T5" fmla="*/ 8 h 3555"/>
                <a:gd name="T6" fmla="*/ 1 w 1962"/>
                <a:gd name="T7" fmla="*/ 8 h 3555"/>
                <a:gd name="T8" fmla="*/ 1 w 1962"/>
                <a:gd name="T9" fmla="*/ 9 h 3555"/>
                <a:gd name="T10" fmla="*/ 1 w 1962"/>
                <a:gd name="T11" fmla="*/ 10 h 3555"/>
                <a:gd name="T12" fmla="*/ 0 w 1962"/>
                <a:gd name="T13" fmla="*/ 11 h 3555"/>
                <a:gd name="T14" fmla="*/ 0 w 1962"/>
                <a:gd name="T15" fmla="*/ 12 h 3555"/>
                <a:gd name="T16" fmla="*/ 0 w 1962"/>
                <a:gd name="T17" fmla="*/ 13 h 3555"/>
                <a:gd name="T18" fmla="*/ 0 w 1962"/>
                <a:gd name="T19" fmla="*/ 26 h 3555"/>
                <a:gd name="T20" fmla="*/ 0 w 1962"/>
                <a:gd name="T21" fmla="*/ 27 h 3555"/>
                <a:gd name="T22" fmla="*/ 0 w 1962"/>
                <a:gd name="T23" fmla="*/ 28 h 3555"/>
                <a:gd name="T24" fmla="*/ 1 w 1962"/>
                <a:gd name="T25" fmla="*/ 28 h 3555"/>
                <a:gd name="T26" fmla="*/ 1 w 1962"/>
                <a:gd name="T27" fmla="*/ 28 h 3555"/>
                <a:gd name="T28" fmla="*/ 2 w 1962"/>
                <a:gd name="T29" fmla="*/ 28 h 3555"/>
                <a:gd name="T30" fmla="*/ 2 w 1962"/>
                <a:gd name="T31" fmla="*/ 28 h 3555"/>
                <a:gd name="T32" fmla="*/ 3 w 1962"/>
                <a:gd name="T33" fmla="*/ 28 h 3555"/>
                <a:gd name="T34" fmla="*/ 13 w 1962"/>
                <a:gd name="T35" fmla="*/ 22 h 3555"/>
                <a:gd name="T36" fmla="*/ 13 w 1962"/>
                <a:gd name="T37" fmla="*/ 21 h 3555"/>
                <a:gd name="T38" fmla="*/ 14 w 1962"/>
                <a:gd name="T39" fmla="*/ 21 h 3555"/>
                <a:gd name="T40" fmla="*/ 14 w 1962"/>
                <a:gd name="T41" fmla="*/ 20 h 3555"/>
                <a:gd name="T42" fmla="*/ 15 w 1962"/>
                <a:gd name="T43" fmla="*/ 19 h 3555"/>
                <a:gd name="T44" fmla="*/ 15 w 1962"/>
                <a:gd name="T45" fmla="*/ 18 h 3555"/>
                <a:gd name="T46" fmla="*/ 16 w 1962"/>
                <a:gd name="T47" fmla="*/ 18 h 3555"/>
                <a:gd name="T48" fmla="*/ 16 w 1962"/>
                <a:gd name="T49" fmla="*/ 17 h 3555"/>
                <a:gd name="T50" fmla="*/ 16 w 1962"/>
                <a:gd name="T51" fmla="*/ 16 h 3555"/>
                <a:gd name="T52" fmla="*/ 16 w 1962"/>
                <a:gd name="T53" fmla="*/ 2 h 3555"/>
                <a:gd name="T54" fmla="*/ 16 w 1962"/>
                <a:gd name="T55" fmla="*/ 1 h 3555"/>
                <a:gd name="T56" fmla="*/ 15 w 1962"/>
                <a:gd name="T57" fmla="*/ 1 h 3555"/>
                <a:gd name="T58" fmla="*/ 15 w 1962"/>
                <a:gd name="T59" fmla="*/ 0 h 3555"/>
                <a:gd name="T60" fmla="*/ 15 w 1962"/>
                <a:gd name="T61" fmla="*/ 0 h 3555"/>
                <a:gd name="T62" fmla="*/ 14 w 1962"/>
                <a:gd name="T63" fmla="*/ 0 h 3555"/>
                <a:gd name="T64" fmla="*/ 14 w 1962"/>
                <a:gd name="T65" fmla="*/ 0 h 3555"/>
                <a:gd name="T66" fmla="*/ 13 w 1962"/>
                <a:gd name="T67" fmla="*/ 0 h 3555"/>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962"/>
                <a:gd name="T103" fmla="*/ 0 h 3555"/>
                <a:gd name="T104" fmla="*/ 1962 w 1962"/>
                <a:gd name="T105" fmla="*/ 3555 h 3555"/>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962" h="3555">
                  <a:moveTo>
                    <a:pt x="1594" y="50"/>
                  </a:moveTo>
                  <a:lnTo>
                    <a:pt x="368" y="831"/>
                  </a:lnTo>
                  <a:lnTo>
                    <a:pt x="330" y="858"/>
                  </a:lnTo>
                  <a:lnTo>
                    <a:pt x="294" y="888"/>
                  </a:lnTo>
                  <a:lnTo>
                    <a:pt x="259" y="922"/>
                  </a:lnTo>
                  <a:lnTo>
                    <a:pt x="225" y="961"/>
                  </a:lnTo>
                  <a:lnTo>
                    <a:pt x="193" y="1003"/>
                  </a:lnTo>
                  <a:lnTo>
                    <a:pt x="163" y="1047"/>
                  </a:lnTo>
                  <a:lnTo>
                    <a:pt x="133" y="1094"/>
                  </a:lnTo>
                  <a:lnTo>
                    <a:pt x="108" y="1143"/>
                  </a:lnTo>
                  <a:lnTo>
                    <a:pt x="84" y="1193"/>
                  </a:lnTo>
                  <a:lnTo>
                    <a:pt x="63" y="1246"/>
                  </a:lnTo>
                  <a:lnTo>
                    <a:pt x="44" y="1299"/>
                  </a:lnTo>
                  <a:lnTo>
                    <a:pt x="29" y="1353"/>
                  </a:lnTo>
                  <a:lnTo>
                    <a:pt x="16" y="1405"/>
                  </a:lnTo>
                  <a:lnTo>
                    <a:pt x="7" y="1459"/>
                  </a:lnTo>
                  <a:lnTo>
                    <a:pt x="2" y="1512"/>
                  </a:lnTo>
                  <a:lnTo>
                    <a:pt x="0" y="1565"/>
                  </a:lnTo>
                  <a:lnTo>
                    <a:pt x="0" y="3237"/>
                  </a:lnTo>
                  <a:lnTo>
                    <a:pt x="2" y="3287"/>
                  </a:lnTo>
                  <a:lnTo>
                    <a:pt x="7" y="3333"/>
                  </a:lnTo>
                  <a:lnTo>
                    <a:pt x="16" y="3375"/>
                  </a:lnTo>
                  <a:lnTo>
                    <a:pt x="29" y="3413"/>
                  </a:lnTo>
                  <a:lnTo>
                    <a:pt x="44" y="3447"/>
                  </a:lnTo>
                  <a:lnTo>
                    <a:pt x="63" y="3477"/>
                  </a:lnTo>
                  <a:lnTo>
                    <a:pt x="84" y="3502"/>
                  </a:lnTo>
                  <a:lnTo>
                    <a:pt x="108" y="3522"/>
                  </a:lnTo>
                  <a:lnTo>
                    <a:pt x="133" y="3538"/>
                  </a:lnTo>
                  <a:lnTo>
                    <a:pt x="163" y="3549"/>
                  </a:lnTo>
                  <a:lnTo>
                    <a:pt x="193" y="3555"/>
                  </a:lnTo>
                  <a:lnTo>
                    <a:pt x="225" y="3555"/>
                  </a:lnTo>
                  <a:lnTo>
                    <a:pt x="259" y="3550"/>
                  </a:lnTo>
                  <a:lnTo>
                    <a:pt x="294" y="3541"/>
                  </a:lnTo>
                  <a:lnTo>
                    <a:pt x="330" y="3524"/>
                  </a:lnTo>
                  <a:lnTo>
                    <a:pt x="368" y="3503"/>
                  </a:lnTo>
                  <a:lnTo>
                    <a:pt x="1594" y="2722"/>
                  </a:lnTo>
                  <a:lnTo>
                    <a:pt x="1632" y="2696"/>
                  </a:lnTo>
                  <a:lnTo>
                    <a:pt x="1668" y="2665"/>
                  </a:lnTo>
                  <a:lnTo>
                    <a:pt x="1703" y="2631"/>
                  </a:lnTo>
                  <a:lnTo>
                    <a:pt x="1737" y="2592"/>
                  </a:lnTo>
                  <a:lnTo>
                    <a:pt x="1769" y="2551"/>
                  </a:lnTo>
                  <a:lnTo>
                    <a:pt x="1799" y="2506"/>
                  </a:lnTo>
                  <a:lnTo>
                    <a:pt x="1829" y="2460"/>
                  </a:lnTo>
                  <a:lnTo>
                    <a:pt x="1854" y="2411"/>
                  </a:lnTo>
                  <a:lnTo>
                    <a:pt x="1878" y="2361"/>
                  </a:lnTo>
                  <a:lnTo>
                    <a:pt x="1899" y="2308"/>
                  </a:lnTo>
                  <a:lnTo>
                    <a:pt x="1918" y="2256"/>
                  </a:lnTo>
                  <a:lnTo>
                    <a:pt x="1933" y="2202"/>
                  </a:lnTo>
                  <a:lnTo>
                    <a:pt x="1946" y="2149"/>
                  </a:lnTo>
                  <a:lnTo>
                    <a:pt x="1955" y="2095"/>
                  </a:lnTo>
                  <a:lnTo>
                    <a:pt x="1960" y="2042"/>
                  </a:lnTo>
                  <a:lnTo>
                    <a:pt x="1962" y="1989"/>
                  </a:lnTo>
                  <a:lnTo>
                    <a:pt x="1962" y="319"/>
                  </a:lnTo>
                  <a:lnTo>
                    <a:pt x="1960" y="269"/>
                  </a:lnTo>
                  <a:lnTo>
                    <a:pt x="1955" y="223"/>
                  </a:lnTo>
                  <a:lnTo>
                    <a:pt x="1946" y="180"/>
                  </a:lnTo>
                  <a:lnTo>
                    <a:pt x="1933" y="143"/>
                  </a:lnTo>
                  <a:lnTo>
                    <a:pt x="1918" y="109"/>
                  </a:lnTo>
                  <a:lnTo>
                    <a:pt x="1899" y="79"/>
                  </a:lnTo>
                  <a:lnTo>
                    <a:pt x="1878" y="54"/>
                  </a:lnTo>
                  <a:lnTo>
                    <a:pt x="1854" y="33"/>
                  </a:lnTo>
                  <a:lnTo>
                    <a:pt x="1829" y="17"/>
                  </a:lnTo>
                  <a:lnTo>
                    <a:pt x="1799" y="7"/>
                  </a:lnTo>
                  <a:lnTo>
                    <a:pt x="1769" y="0"/>
                  </a:lnTo>
                  <a:lnTo>
                    <a:pt x="1737" y="0"/>
                  </a:lnTo>
                  <a:lnTo>
                    <a:pt x="1703" y="4"/>
                  </a:lnTo>
                  <a:lnTo>
                    <a:pt x="1668" y="14"/>
                  </a:lnTo>
                  <a:lnTo>
                    <a:pt x="1632" y="29"/>
                  </a:lnTo>
                  <a:lnTo>
                    <a:pt x="1594" y="50"/>
                  </a:lnTo>
                  <a:close/>
                </a:path>
              </a:pathLst>
            </a:custGeom>
            <a:solidFill>
              <a:srgbClr val="E5E5E5"/>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5847" name="Freeform 55"/>
            <p:cNvSpPr>
              <a:spLocks noEditPoints="1"/>
            </p:cNvSpPr>
            <p:nvPr/>
          </p:nvSpPr>
          <p:spPr bwMode="auto">
            <a:xfrm>
              <a:off x="916" y="1589"/>
              <a:ext cx="697" cy="698"/>
            </a:xfrm>
            <a:custGeom>
              <a:avLst/>
              <a:gdLst>
                <a:gd name="T0" fmla="*/ 16 w 3485"/>
                <a:gd name="T1" fmla="*/ 0 h 3490"/>
                <a:gd name="T2" fmla="*/ 17 w 3485"/>
                <a:gd name="T3" fmla="*/ 2 h 3490"/>
                <a:gd name="T4" fmla="*/ 17 w 3485"/>
                <a:gd name="T5" fmla="*/ 3 h 3490"/>
                <a:gd name="T6" fmla="*/ 14 w 3485"/>
                <a:gd name="T7" fmla="*/ 4 h 3490"/>
                <a:gd name="T8" fmla="*/ 12 w 3485"/>
                <a:gd name="T9" fmla="*/ 4 h 3490"/>
                <a:gd name="T10" fmla="*/ 11 w 3485"/>
                <a:gd name="T11" fmla="*/ 2 h 3490"/>
                <a:gd name="T12" fmla="*/ 11 w 3485"/>
                <a:gd name="T13" fmla="*/ 1 h 3490"/>
                <a:gd name="T14" fmla="*/ 14 w 3485"/>
                <a:gd name="T15" fmla="*/ 0 h 3490"/>
                <a:gd name="T16" fmla="*/ 3 w 3485"/>
                <a:gd name="T17" fmla="*/ 7 h 3490"/>
                <a:gd name="T18" fmla="*/ 4 w 3485"/>
                <a:gd name="T19" fmla="*/ 9 h 3490"/>
                <a:gd name="T20" fmla="*/ 3 w 3485"/>
                <a:gd name="T21" fmla="*/ 12 h 3490"/>
                <a:gd name="T22" fmla="*/ 2 w 3485"/>
                <a:gd name="T23" fmla="*/ 13 h 3490"/>
                <a:gd name="T24" fmla="*/ 1 w 3485"/>
                <a:gd name="T25" fmla="*/ 12 h 3490"/>
                <a:gd name="T26" fmla="*/ 0 w 3485"/>
                <a:gd name="T27" fmla="*/ 10 h 3490"/>
                <a:gd name="T28" fmla="*/ 0 w 3485"/>
                <a:gd name="T29" fmla="*/ 8 h 3490"/>
                <a:gd name="T30" fmla="*/ 2 w 3485"/>
                <a:gd name="T31" fmla="*/ 6 h 3490"/>
                <a:gd name="T32" fmla="*/ 10 w 3485"/>
                <a:gd name="T33" fmla="*/ 20 h 3490"/>
                <a:gd name="T34" fmla="*/ 11 w 3485"/>
                <a:gd name="T35" fmla="*/ 22 h 3490"/>
                <a:gd name="T36" fmla="*/ 11 w 3485"/>
                <a:gd name="T37" fmla="*/ 25 h 3490"/>
                <a:gd name="T38" fmla="*/ 10 w 3485"/>
                <a:gd name="T39" fmla="*/ 27 h 3490"/>
                <a:gd name="T40" fmla="*/ 8 w 3485"/>
                <a:gd name="T41" fmla="*/ 26 h 3490"/>
                <a:gd name="T42" fmla="*/ 7 w 3485"/>
                <a:gd name="T43" fmla="*/ 24 h 3490"/>
                <a:gd name="T44" fmla="*/ 7 w 3485"/>
                <a:gd name="T45" fmla="*/ 22 h 3490"/>
                <a:gd name="T46" fmla="*/ 8 w 3485"/>
                <a:gd name="T47" fmla="*/ 20 h 3490"/>
                <a:gd name="T48" fmla="*/ 20 w 3485"/>
                <a:gd name="T49" fmla="*/ 21 h 3490"/>
                <a:gd name="T50" fmla="*/ 21 w 3485"/>
                <a:gd name="T51" fmla="*/ 23 h 3490"/>
                <a:gd name="T52" fmla="*/ 21 w 3485"/>
                <a:gd name="T53" fmla="*/ 26 h 3490"/>
                <a:gd name="T54" fmla="*/ 20 w 3485"/>
                <a:gd name="T55" fmla="*/ 28 h 3490"/>
                <a:gd name="T56" fmla="*/ 18 w 3485"/>
                <a:gd name="T57" fmla="*/ 28 h 3490"/>
                <a:gd name="T58" fmla="*/ 17 w 3485"/>
                <a:gd name="T59" fmla="*/ 26 h 3490"/>
                <a:gd name="T60" fmla="*/ 17 w 3485"/>
                <a:gd name="T61" fmla="*/ 23 h 3490"/>
                <a:gd name="T62" fmla="*/ 18 w 3485"/>
                <a:gd name="T63" fmla="*/ 21 h 3490"/>
                <a:gd name="T64" fmla="*/ 19 w 3485"/>
                <a:gd name="T65" fmla="*/ 11 h 3490"/>
                <a:gd name="T66" fmla="*/ 20 w 3485"/>
                <a:gd name="T67" fmla="*/ 13 h 3490"/>
                <a:gd name="T68" fmla="*/ 21 w 3485"/>
                <a:gd name="T69" fmla="*/ 15 h 3490"/>
                <a:gd name="T70" fmla="*/ 20 w 3485"/>
                <a:gd name="T71" fmla="*/ 17 h 3490"/>
                <a:gd name="T72" fmla="*/ 18 w 3485"/>
                <a:gd name="T73" fmla="*/ 17 h 3490"/>
                <a:gd name="T74" fmla="*/ 17 w 3485"/>
                <a:gd name="T75" fmla="*/ 16 h 3490"/>
                <a:gd name="T76" fmla="*/ 17 w 3485"/>
                <a:gd name="T77" fmla="*/ 13 h 3490"/>
                <a:gd name="T78" fmla="*/ 18 w 3485"/>
                <a:gd name="T79" fmla="*/ 11 h 3490"/>
                <a:gd name="T80" fmla="*/ 26 w 3485"/>
                <a:gd name="T81" fmla="*/ 7 h 3490"/>
                <a:gd name="T82" fmla="*/ 27 w 3485"/>
                <a:gd name="T83" fmla="*/ 8 h 3490"/>
                <a:gd name="T84" fmla="*/ 27 w 3485"/>
                <a:gd name="T85" fmla="*/ 11 h 3490"/>
                <a:gd name="T86" fmla="*/ 26 w 3485"/>
                <a:gd name="T87" fmla="*/ 13 h 3490"/>
                <a:gd name="T88" fmla="*/ 25 w 3485"/>
                <a:gd name="T89" fmla="*/ 13 h 3490"/>
                <a:gd name="T90" fmla="*/ 24 w 3485"/>
                <a:gd name="T91" fmla="*/ 12 h 3490"/>
                <a:gd name="T92" fmla="*/ 24 w 3485"/>
                <a:gd name="T93" fmla="*/ 9 h 3490"/>
                <a:gd name="T94" fmla="*/ 24 w 3485"/>
                <a:gd name="T95" fmla="*/ 7 h 3490"/>
                <a:gd name="T96" fmla="*/ 26 w 3485"/>
                <a:gd name="T97" fmla="*/ 17 h 3490"/>
                <a:gd name="T98" fmla="*/ 27 w 3485"/>
                <a:gd name="T99" fmla="*/ 18 h 3490"/>
                <a:gd name="T100" fmla="*/ 28 w 3485"/>
                <a:gd name="T101" fmla="*/ 21 h 3490"/>
                <a:gd name="T102" fmla="*/ 27 w 3485"/>
                <a:gd name="T103" fmla="*/ 23 h 3490"/>
                <a:gd name="T104" fmla="*/ 26 w 3485"/>
                <a:gd name="T105" fmla="*/ 24 h 3490"/>
                <a:gd name="T106" fmla="*/ 24 w 3485"/>
                <a:gd name="T107" fmla="*/ 23 h 3490"/>
                <a:gd name="T108" fmla="*/ 24 w 3485"/>
                <a:gd name="T109" fmla="*/ 20 h 3490"/>
                <a:gd name="T110" fmla="*/ 25 w 3485"/>
                <a:gd name="T111" fmla="*/ 18 h 3490"/>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w 3485"/>
                <a:gd name="T169" fmla="*/ 0 h 3490"/>
                <a:gd name="T170" fmla="*/ 3485 w 3485"/>
                <a:gd name="T171" fmla="*/ 3490 h 3490"/>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T168" t="T169" r="T170" b="T171"/>
              <a:pathLst>
                <a:path w="3485" h="3490">
                  <a:moveTo>
                    <a:pt x="1754" y="0"/>
                  </a:moveTo>
                  <a:lnTo>
                    <a:pt x="1797" y="2"/>
                  </a:lnTo>
                  <a:lnTo>
                    <a:pt x="1840" y="5"/>
                  </a:lnTo>
                  <a:lnTo>
                    <a:pt x="1881" y="12"/>
                  </a:lnTo>
                  <a:lnTo>
                    <a:pt x="1921" y="20"/>
                  </a:lnTo>
                  <a:lnTo>
                    <a:pt x="1959" y="31"/>
                  </a:lnTo>
                  <a:lnTo>
                    <a:pt x="1994" y="44"/>
                  </a:lnTo>
                  <a:lnTo>
                    <a:pt x="2028" y="59"/>
                  </a:lnTo>
                  <a:lnTo>
                    <a:pt x="2058" y="74"/>
                  </a:lnTo>
                  <a:lnTo>
                    <a:pt x="2086" y="93"/>
                  </a:lnTo>
                  <a:lnTo>
                    <a:pt x="2111" y="113"/>
                  </a:lnTo>
                  <a:lnTo>
                    <a:pt x="2132" y="133"/>
                  </a:lnTo>
                  <a:lnTo>
                    <a:pt x="2151" y="155"/>
                  </a:lnTo>
                  <a:lnTo>
                    <a:pt x="2165" y="179"/>
                  </a:lnTo>
                  <a:lnTo>
                    <a:pt x="2175" y="203"/>
                  </a:lnTo>
                  <a:lnTo>
                    <a:pt x="2182" y="229"/>
                  </a:lnTo>
                  <a:lnTo>
                    <a:pt x="2185" y="255"/>
                  </a:lnTo>
                  <a:lnTo>
                    <a:pt x="2182" y="281"/>
                  </a:lnTo>
                  <a:lnTo>
                    <a:pt x="2175" y="305"/>
                  </a:lnTo>
                  <a:lnTo>
                    <a:pt x="2165" y="330"/>
                  </a:lnTo>
                  <a:lnTo>
                    <a:pt x="2151" y="353"/>
                  </a:lnTo>
                  <a:lnTo>
                    <a:pt x="2132" y="376"/>
                  </a:lnTo>
                  <a:lnTo>
                    <a:pt x="2111" y="397"/>
                  </a:lnTo>
                  <a:lnTo>
                    <a:pt x="2086" y="417"/>
                  </a:lnTo>
                  <a:lnTo>
                    <a:pt x="2058" y="434"/>
                  </a:lnTo>
                  <a:lnTo>
                    <a:pt x="2028" y="451"/>
                  </a:lnTo>
                  <a:lnTo>
                    <a:pt x="1994" y="466"/>
                  </a:lnTo>
                  <a:lnTo>
                    <a:pt x="1959" y="479"/>
                  </a:lnTo>
                  <a:lnTo>
                    <a:pt x="1921" y="489"/>
                  </a:lnTo>
                  <a:lnTo>
                    <a:pt x="1881" y="498"/>
                  </a:lnTo>
                  <a:lnTo>
                    <a:pt x="1840" y="505"/>
                  </a:lnTo>
                  <a:lnTo>
                    <a:pt x="1797" y="508"/>
                  </a:lnTo>
                  <a:lnTo>
                    <a:pt x="1754" y="509"/>
                  </a:lnTo>
                  <a:lnTo>
                    <a:pt x="1710" y="508"/>
                  </a:lnTo>
                  <a:lnTo>
                    <a:pt x="1667" y="505"/>
                  </a:lnTo>
                  <a:lnTo>
                    <a:pt x="1626" y="498"/>
                  </a:lnTo>
                  <a:lnTo>
                    <a:pt x="1586" y="489"/>
                  </a:lnTo>
                  <a:lnTo>
                    <a:pt x="1548" y="479"/>
                  </a:lnTo>
                  <a:lnTo>
                    <a:pt x="1512" y="466"/>
                  </a:lnTo>
                  <a:lnTo>
                    <a:pt x="1479" y="451"/>
                  </a:lnTo>
                  <a:lnTo>
                    <a:pt x="1449" y="434"/>
                  </a:lnTo>
                  <a:lnTo>
                    <a:pt x="1421" y="417"/>
                  </a:lnTo>
                  <a:lnTo>
                    <a:pt x="1395" y="397"/>
                  </a:lnTo>
                  <a:lnTo>
                    <a:pt x="1374" y="376"/>
                  </a:lnTo>
                  <a:lnTo>
                    <a:pt x="1355" y="353"/>
                  </a:lnTo>
                  <a:lnTo>
                    <a:pt x="1341" y="330"/>
                  </a:lnTo>
                  <a:lnTo>
                    <a:pt x="1331" y="305"/>
                  </a:lnTo>
                  <a:lnTo>
                    <a:pt x="1324" y="281"/>
                  </a:lnTo>
                  <a:lnTo>
                    <a:pt x="1321" y="255"/>
                  </a:lnTo>
                  <a:lnTo>
                    <a:pt x="1324" y="229"/>
                  </a:lnTo>
                  <a:lnTo>
                    <a:pt x="1331" y="203"/>
                  </a:lnTo>
                  <a:lnTo>
                    <a:pt x="1341" y="179"/>
                  </a:lnTo>
                  <a:lnTo>
                    <a:pt x="1355" y="155"/>
                  </a:lnTo>
                  <a:lnTo>
                    <a:pt x="1374" y="133"/>
                  </a:lnTo>
                  <a:lnTo>
                    <a:pt x="1395" y="113"/>
                  </a:lnTo>
                  <a:lnTo>
                    <a:pt x="1421" y="93"/>
                  </a:lnTo>
                  <a:lnTo>
                    <a:pt x="1449" y="74"/>
                  </a:lnTo>
                  <a:lnTo>
                    <a:pt x="1479" y="59"/>
                  </a:lnTo>
                  <a:lnTo>
                    <a:pt x="1512" y="44"/>
                  </a:lnTo>
                  <a:lnTo>
                    <a:pt x="1548" y="31"/>
                  </a:lnTo>
                  <a:lnTo>
                    <a:pt x="1586" y="20"/>
                  </a:lnTo>
                  <a:lnTo>
                    <a:pt x="1626" y="12"/>
                  </a:lnTo>
                  <a:lnTo>
                    <a:pt x="1667" y="5"/>
                  </a:lnTo>
                  <a:lnTo>
                    <a:pt x="1710" y="2"/>
                  </a:lnTo>
                  <a:lnTo>
                    <a:pt x="1754" y="0"/>
                  </a:lnTo>
                  <a:close/>
                  <a:moveTo>
                    <a:pt x="239" y="786"/>
                  </a:moveTo>
                  <a:lnTo>
                    <a:pt x="263" y="788"/>
                  </a:lnTo>
                  <a:lnTo>
                    <a:pt x="287" y="794"/>
                  </a:lnTo>
                  <a:lnTo>
                    <a:pt x="309" y="805"/>
                  </a:lnTo>
                  <a:lnTo>
                    <a:pt x="331" y="819"/>
                  </a:lnTo>
                  <a:lnTo>
                    <a:pt x="352" y="836"/>
                  </a:lnTo>
                  <a:lnTo>
                    <a:pt x="372" y="857"/>
                  </a:lnTo>
                  <a:lnTo>
                    <a:pt x="390" y="882"/>
                  </a:lnTo>
                  <a:lnTo>
                    <a:pt x="407" y="909"/>
                  </a:lnTo>
                  <a:lnTo>
                    <a:pt x="423" y="940"/>
                  </a:lnTo>
                  <a:lnTo>
                    <a:pt x="437" y="971"/>
                  </a:lnTo>
                  <a:lnTo>
                    <a:pt x="448" y="1006"/>
                  </a:lnTo>
                  <a:lnTo>
                    <a:pt x="459" y="1043"/>
                  </a:lnTo>
                  <a:lnTo>
                    <a:pt x="467" y="1081"/>
                  </a:lnTo>
                  <a:lnTo>
                    <a:pt x="473" y="1121"/>
                  </a:lnTo>
                  <a:lnTo>
                    <a:pt x="476" y="1163"/>
                  </a:lnTo>
                  <a:lnTo>
                    <a:pt x="478" y="1206"/>
                  </a:lnTo>
                  <a:lnTo>
                    <a:pt x="476" y="1248"/>
                  </a:lnTo>
                  <a:lnTo>
                    <a:pt x="473" y="1290"/>
                  </a:lnTo>
                  <a:lnTo>
                    <a:pt x="467" y="1330"/>
                  </a:lnTo>
                  <a:lnTo>
                    <a:pt x="459" y="1367"/>
                  </a:lnTo>
                  <a:lnTo>
                    <a:pt x="448" y="1405"/>
                  </a:lnTo>
                  <a:lnTo>
                    <a:pt x="437" y="1439"/>
                  </a:lnTo>
                  <a:lnTo>
                    <a:pt x="423" y="1472"/>
                  </a:lnTo>
                  <a:lnTo>
                    <a:pt x="407" y="1501"/>
                  </a:lnTo>
                  <a:lnTo>
                    <a:pt x="390" y="1528"/>
                  </a:lnTo>
                  <a:lnTo>
                    <a:pt x="372" y="1553"/>
                  </a:lnTo>
                  <a:lnTo>
                    <a:pt x="352" y="1574"/>
                  </a:lnTo>
                  <a:lnTo>
                    <a:pt x="331" y="1591"/>
                  </a:lnTo>
                  <a:lnTo>
                    <a:pt x="309" y="1605"/>
                  </a:lnTo>
                  <a:lnTo>
                    <a:pt x="287" y="1616"/>
                  </a:lnTo>
                  <a:lnTo>
                    <a:pt x="263" y="1622"/>
                  </a:lnTo>
                  <a:lnTo>
                    <a:pt x="239" y="1624"/>
                  </a:lnTo>
                  <a:lnTo>
                    <a:pt x="214" y="1622"/>
                  </a:lnTo>
                  <a:lnTo>
                    <a:pt x="191" y="1616"/>
                  </a:lnTo>
                  <a:lnTo>
                    <a:pt x="168" y="1605"/>
                  </a:lnTo>
                  <a:lnTo>
                    <a:pt x="146" y="1591"/>
                  </a:lnTo>
                  <a:lnTo>
                    <a:pt x="125" y="1574"/>
                  </a:lnTo>
                  <a:lnTo>
                    <a:pt x="105" y="1553"/>
                  </a:lnTo>
                  <a:lnTo>
                    <a:pt x="87" y="1528"/>
                  </a:lnTo>
                  <a:lnTo>
                    <a:pt x="70" y="1501"/>
                  </a:lnTo>
                  <a:lnTo>
                    <a:pt x="55" y="1472"/>
                  </a:lnTo>
                  <a:lnTo>
                    <a:pt x="41" y="1439"/>
                  </a:lnTo>
                  <a:lnTo>
                    <a:pt x="29" y="1405"/>
                  </a:lnTo>
                  <a:lnTo>
                    <a:pt x="18" y="1367"/>
                  </a:lnTo>
                  <a:lnTo>
                    <a:pt x="10" y="1330"/>
                  </a:lnTo>
                  <a:lnTo>
                    <a:pt x="4" y="1290"/>
                  </a:lnTo>
                  <a:lnTo>
                    <a:pt x="1" y="1248"/>
                  </a:lnTo>
                  <a:lnTo>
                    <a:pt x="0" y="1206"/>
                  </a:lnTo>
                  <a:lnTo>
                    <a:pt x="1" y="1163"/>
                  </a:lnTo>
                  <a:lnTo>
                    <a:pt x="4" y="1121"/>
                  </a:lnTo>
                  <a:lnTo>
                    <a:pt x="10" y="1081"/>
                  </a:lnTo>
                  <a:lnTo>
                    <a:pt x="18" y="1043"/>
                  </a:lnTo>
                  <a:lnTo>
                    <a:pt x="29" y="1006"/>
                  </a:lnTo>
                  <a:lnTo>
                    <a:pt x="41" y="971"/>
                  </a:lnTo>
                  <a:lnTo>
                    <a:pt x="55" y="940"/>
                  </a:lnTo>
                  <a:lnTo>
                    <a:pt x="70" y="909"/>
                  </a:lnTo>
                  <a:lnTo>
                    <a:pt x="87" y="882"/>
                  </a:lnTo>
                  <a:lnTo>
                    <a:pt x="105" y="857"/>
                  </a:lnTo>
                  <a:lnTo>
                    <a:pt x="125" y="836"/>
                  </a:lnTo>
                  <a:lnTo>
                    <a:pt x="146" y="819"/>
                  </a:lnTo>
                  <a:lnTo>
                    <a:pt x="168" y="805"/>
                  </a:lnTo>
                  <a:lnTo>
                    <a:pt x="191" y="794"/>
                  </a:lnTo>
                  <a:lnTo>
                    <a:pt x="214" y="788"/>
                  </a:lnTo>
                  <a:lnTo>
                    <a:pt x="239" y="786"/>
                  </a:lnTo>
                  <a:close/>
                  <a:moveTo>
                    <a:pt x="1119" y="2495"/>
                  </a:moveTo>
                  <a:lnTo>
                    <a:pt x="1143" y="2498"/>
                  </a:lnTo>
                  <a:lnTo>
                    <a:pt x="1167" y="2504"/>
                  </a:lnTo>
                  <a:lnTo>
                    <a:pt x="1190" y="2514"/>
                  </a:lnTo>
                  <a:lnTo>
                    <a:pt x="1211" y="2528"/>
                  </a:lnTo>
                  <a:lnTo>
                    <a:pt x="1232" y="2546"/>
                  </a:lnTo>
                  <a:lnTo>
                    <a:pt x="1252" y="2567"/>
                  </a:lnTo>
                  <a:lnTo>
                    <a:pt x="1271" y="2592"/>
                  </a:lnTo>
                  <a:lnTo>
                    <a:pt x="1288" y="2618"/>
                  </a:lnTo>
                  <a:lnTo>
                    <a:pt x="1304" y="2648"/>
                  </a:lnTo>
                  <a:lnTo>
                    <a:pt x="1318" y="2681"/>
                  </a:lnTo>
                  <a:lnTo>
                    <a:pt x="1329" y="2715"/>
                  </a:lnTo>
                  <a:lnTo>
                    <a:pt x="1340" y="2752"/>
                  </a:lnTo>
                  <a:lnTo>
                    <a:pt x="1348" y="2790"/>
                  </a:lnTo>
                  <a:lnTo>
                    <a:pt x="1354" y="2830"/>
                  </a:lnTo>
                  <a:lnTo>
                    <a:pt x="1358" y="2872"/>
                  </a:lnTo>
                  <a:lnTo>
                    <a:pt x="1359" y="2914"/>
                  </a:lnTo>
                  <a:lnTo>
                    <a:pt x="1358" y="2956"/>
                  </a:lnTo>
                  <a:lnTo>
                    <a:pt x="1354" y="2998"/>
                  </a:lnTo>
                  <a:lnTo>
                    <a:pt x="1348" y="3038"/>
                  </a:lnTo>
                  <a:lnTo>
                    <a:pt x="1340" y="3077"/>
                  </a:lnTo>
                  <a:lnTo>
                    <a:pt x="1329" y="3113"/>
                  </a:lnTo>
                  <a:lnTo>
                    <a:pt x="1318" y="3147"/>
                  </a:lnTo>
                  <a:lnTo>
                    <a:pt x="1304" y="3180"/>
                  </a:lnTo>
                  <a:lnTo>
                    <a:pt x="1288" y="3209"/>
                  </a:lnTo>
                  <a:lnTo>
                    <a:pt x="1271" y="3238"/>
                  </a:lnTo>
                  <a:lnTo>
                    <a:pt x="1252" y="3261"/>
                  </a:lnTo>
                  <a:lnTo>
                    <a:pt x="1232" y="3282"/>
                  </a:lnTo>
                  <a:lnTo>
                    <a:pt x="1211" y="3301"/>
                  </a:lnTo>
                  <a:lnTo>
                    <a:pt x="1190" y="3315"/>
                  </a:lnTo>
                  <a:lnTo>
                    <a:pt x="1167" y="3325"/>
                  </a:lnTo>
                  <a:lnTo>
                    <a:pt x="1143" y="3331"/>
                  </a:lnTo>
                  <a:lnTo>
                    <a:pt x="1119" y="3334"/>
                  </a:lnTo>
                  <a:lnTo>
                    <a:pt x="1094" y="3331"/>
                  </a:lnTo>
                  <a:lnTo>
                    <a:pt x="1070" y="3325"/>
                  </a:lnTo>
                  <a:lnTo>
                    <a:pt x="1048" y="3315"/>
                  </a:lnTo>
                  <a:lnTo>
                    <a:pt x="1026" y="3301"/>
                  </a:lnTo>
                  <a:lnTo>
                    <a:pt x="1005" y="3282"/>
                  </a:lnTo>
                  <a:lnTo>
                    <a:pt x="985" y="3261"/>
                  </a:lnTo>
                  <a:lnTo>
                    <a:pt x="967" y="3238"/>
                  </a:lnTo>
                  <a:lnTo>
                    <a:pt x="950" y="3209"/>
                  </a:lnTo>
                  <a:lnTo>
                    <a:pt x="935" y="3180"/>
                  </a:lnTo>
                  <a:lnTo>
                    <a:pt x="921" y="3147"/>
                  </a:lnTo>
                  <a:lnTo>
                    <a:pt x="909" y="3113"/>
                  </a:lnTo>
                  <a:lnTo>
                    <a:pt x="898" y="3077"/>
                  </a:lnTo>
                  <a:lnTo>
                    <a:pt x="890" y="3038"/>
                  </a:lnTo>
                  <a:lnTo>
                    <a:pt x="884" y="2998"/>
                  </a:lnTo>
                  <a:lnTo>
                    <a:pt x="881" y="2956"/>
                  </a:lnTo>
                  <a:lnTo>
                    <a:pt x="880" y="2914"/>
                  </a:lnTo>
                  <a:lnTo>
                    <a:pt x="881" y="2872"/>
                  </a:lnTo>
                  <a:lnTo>
                    <a:pt x="884" y="2830"/>
                  </a:lnTo>
                  <a:lnTo>
                    <a:pt x="890" y="2790"/>
                  </a:lnTo>
                  <a:lnTo>
                    <a:pt x="898" y="2752"/>
                  </a:lnTo>
                  <a:lnTo>
                    <a:pt x="909" y="2715"/>
                  </a:lnTo>
                  <a:lnTo>
                    <a:pt x="921" y="2681"/>
                  </a:lnTo>
                  <a:lnTo>
                    <a:pt x="935" y="2648"/>
                  </a:lnTo>
                  <a:lnTo>
                    <a:pt x="950" y="2618"/>
                  </a:lnTo>
                  <a:lnTo>
                    <a:pt x="967" y="2592"/>
                  </a:lnTo>
                  <a:lnTo>
                    <a:pt x="985" y="2567"/>
                  </a:lnTo>
                  <a:lnTo>
                    <a:pt x="1005" y="2546"/>
                  </a:lnTo>
                  <a:lnTo>
                    <a:pt x="1026" y="2528"/>
                  </a:lnTo>
                  <a:lnTo>
                    <a:pt x="1048" y="2514"/>
                  </a:lnTo>
                  <a:lnTo>
                    <a:pt x="1070" y="2504"/>
                  </a:lnTo>
                  <a:lnTo>
                    <a:pt x="1094" y="2498"/>
                  </a:lnTo>
                  <a:lnTo>
                    <a:pt x="1119" y="2495"/>
                  </a:lnTo>
                  <a:close/>
                  <a:moveTo>
                    <a:pt x="2380" y="2651"/>
                  </a:moveTo>
                  <a:lnTo>
                    <a:pt x="2405" y="2654"/>
                  </a:lnTo>
                  <a:lnTo>
                    <a:pt x="2428" y="2660"/>
                  </a:lnTo>
                  <a:lnTo>
                    <a:pt x="2452" y="2670"/>
                  </a:lnTo>
                  <a:lnTo>
                    <a:pt x="2473" y="2684"/>
                  </a:lnTo>
                  <a:lnTo>
                    <a:pt x="2494" y="2703"/>
                  </a:lnTo>
                  <a:lnTo>
                    <a:pt x="2514" y="2724"/>
                  </a:lnTo>
                  <a:lnTo>
                    <a:pt x="2533" y="2747"/>
                  </a:lnTo>
                  <a:lnTo>
                    <a:pt x="2550" y="2774"/>
                  </a:lnTo>
                  <a:lnTo>
                    <a:pt x="2565" y="2805"/>
                  </a:lnTo>
                  <a:lnTo>
                    <a:pt x="2580" y="2838"/>
                  </a:lnTo>
                  <a:lnTo>
                    <a:pt x="2591" y="2872"/>
                  </a:lnTo>
                  <a:lnTo>
                    <a:pt x="2602" y="2908"/>
                  </a:lnTo>
                  <a:lnTo>
                    <a:pt x="2610" y="2947"/>
                  </a:lnTo>
                  <a:lnTo>
                    <a:pt x="2616" y="2987"/>
                  </a:lnTo>
                  <a:lnTo>
                    <a:pt x="2619" y="3029"/>
                  </a:lnTo>
                  <a:lnTo>
                    <a:pt x="2621" y="3071"/>
                  </a:lnTo>
                  <a:lnTo>
                    <a:pt x="2619" y="3113"/>
                  </a:lnTo>
                  <a:lnTo>
                    <a:pt x="2616" y="3155"/>
                  </a:lnTo>
                  <a:lnTo>
                    <a:pt x="2610" y="3195"/>
                  </a:lnTo>
                  <a:lnTo>
                    <a:pt x="2602" y="3233"/>
                  </a:lnTo>
                  <a:lnTo>
                    <a:pt x="2591" y="3270"/>
                  </a:lnTo>
                  <a:lnTo>
                    <a:pt x="2580" y="3304"/>
                  </a:lnTo>
                  <a:lnTo>
                    <a:pt x="2565" y="3337"/>
                  </a:lnTo>
                  <a:lnTo>
                    <a:pt x="2550" y="3367"/>
                  </a:lnTo>
                  <a:lnTo>
                    <a:pt x="2533" y="3393"/>
                  </a:lnTo>
                  <a:lnTo>
                    <a:pt x="2514" y="3418"/>
                  </a:lnTo>
                  <a:lnTo>
                    <a:pt x="2494" y="3439"/>
                  </a:lnTo>
                  <a:lnTo>
                    <a:pt x="2473" y="3457"/>
                  </a:lnTo>
                  <a:lnTo>
                    <a:pt x="2452" y="3471"/>
                  </a:lnTo>
                  <a:lnTo>
                    <a:pt x="2428" y="3481"/>
                  </a:lnTo>
                  <a:lnTo>
                    <a:pt x="2405" y="3487"/>
                  </a:lnTo>
                  <a:lnTo>
                    <a:pt x="2380" y="3490"/>
                  </a:lnTo>
                  <a:lnTo>
                    <a:pt x="2356" y="3487"/>
                  </a:lnTo>
                  <a:lnTo>
                    <a:pt x="2332" y="3481"/>
                  </a:lnTo>
                  <a:lnTo>
                    <a:pt x="2310" y="3471"/>
                  </a:lnTo>
                  <a:lnTo>
                    <a:pt x="2288" y="3457"/>
                  </a:lnTo>
                  <a:lnTo>
                    <a:pt x="2267" y="3439"/>
                  </a:lnTo>
                  <a:lnTo>
                    <a:pt x="2248" y="3418"/>
                  </a:lnTo>
                  <a:lnTo>
                    <a:pt x="2229" y="3393"/>
                  </a:lnTo>
                  <a:lnTo>
                    <a:pt x="2212" y="3367"/>
                  </a:lnTo>
                  <a:lnTo>
                    <a:pt x="2196" y="3337"/>
                  </a:lnTo>
                  <a:lnTo>
                    <a:pt x="2182" y="3304"/>
                  </a:lnTo>
                  <a:lnTo>
                    <a:pt x="2171" y="3270"/>
                  </a:lnTo>
                  <a:lnTo>
                    <a:pt x="2160" y="3233"/>
                  </a:lnTo>
                  <a:lnTo>
                    <a:pt x="2152" y="3195"/>
                  </a:lnTo>
                  <a:lnTo>
                    <a:pt x="2146" y="3155"/>
                  </a:lnTo>
                  <a:lnTo>
                    <a:pt x="2142" y="3113"/>
                  </a:lnTo>
                  <a:lnTo>
                    <a:pt x="2141" y="3071"/>
                  </a:lnTo>
                  <a:lnTo>
                    <a:pt x="2142" y="3029"/>
                  </a:lnTo>
                  <a:lnTo>
                    <a:pt x="2146" y="2987"/>
                  </a:lnTo>
                  <a:lnTo>
                    <a:pt x="2152" y="2947"/>
                  </a:lnTo>
                  <a:lnTo>
                    <a:pt x="2160" y="2908"/>
                  </a:lnTo>
                  <a:lnTo>
                    <a:pt x="2171" y="2872"/>
                  </a:lnTo>
                  <a:lnTo>
                    <a:pt x="2182" y="2838"/>
                  </a:lnTo>
                  <a:lnTo>
                    <a:pt x="2196" y="2805"/>
                  </a:lnTo>
                  <a:lnTo>
                    <a:pt x="2212" y="2774"/>
                  </a:lnTo>
                  <a:lnTo>
                    <a:pt x="2229" y="2747"/>
                  </a:lnTo>
                  <a:lnTo>
                    <a:pt x="2248" y="2724"/>
                  </a:lnTo>
                  <a:lnTo>
                    <a:pt x="2267" y="2703"/>
                  </a:lnTo>
                  <a:lnTo>
                    <a:pt x="2288" y="2684"/>
                  </a:lnTo>
                  <a:lnTo>
                    <a:pt x="2310" y="2670"/>
                  </a:lnTo>
                  <a:lnTo>
                    <a:pt x="2332" y="2660"/>
                  </a:lnTo>
                  <a:lnTo>
                    <a:pt x="2356" y="2654"/>
                  </a:lnTo>
                  <a:lnTo>
                    <a:pt x="2380" y="2651"/>
                  </a:lnTo>
                  <a:close/>
                  <a:moveTo>
                    <a:pt x="2342" y="1355"/>
                  </a:moveTo>
                  <a:lnTo>
                    <a:pt x="2366" y="1357"/>
                  </a:lnTo>
                  <a:lnTo>
                    <a:pt x="2390" y="1363"/>
                  </a:lnTo>
                  <a:lnTo>
                    <a:pt x="2412" y="1373"/>
                  </a:lnTo>
                  <a:lnTo>
                    <a:pt x="2434" y="1387"/>
                  </a:lnTo>
                  <a:lnTo>
                    <a:pt x="2455" y="1405"/>
                  </a:lnTo>
                  <a:lnTo>
                    <a:pt x="2475" y="1426"/>
                  </a:lnTo>
                  <a:lnTo>
                    <a:pt x="2493" y="1451"/>
                  </a:lnTo>
                  <a:lnTo>
                    <a:pt x="2510" y="1478"/>
                  </a:lnTo>
                  <a:lnTo>
                    <a:pt x="2526" y="1507"/>
                  </a:lnTo>
                  <a:lnTo>
                    <a:pt x="2540" y="1540"/>
                  </a:lnTo>
                  <a:lnTo>
                    <a:pt x="2551" y="1574"/>
                  </a:lnTo>
                  <a:lnTo>
                    <a:pt x="2562" y="1611"/>
                  </a:lnTo>
                  <a:lnTo>
                    <a:pt x="2570" y="1649"/>
                  </a:lnTo>
                  <a:lnTo>
                    <a:pt x="2576" y="1689"/>
                  </a:lnTo>
                  <a:lnTo>
                    <a:pt x="2580" y="1731"/>
                  </a:lnTo>
                  <a:lnTo>
                    <a:pt x="2581" y="1773"/>
                  </a:lnTo>
                  <a:lnTo>
                    <a:pt x="2580" y="1815"/>
                  </a:lnTo>
                  <a:lnTo>
                    <a:pt x="2576" y="1858"/>
                  </a:lnTo>
                  <a:lnTo>
                    <a:pt x="2570" y="1897"/>
                  </a:lnTo>
                  <a:lnTo>
                    <a:pt x="2562" y="1936"/>
                  </a:lnTo>
                  <a:lnTo>
                    <a:pt x="2551" y="1972"/>
                  </a:lnTo>
                  <a:lnTo>
                    <a:pt x="2540" y="2008"/>
                  </a:lnTo>
                  <a:lnTo>
                    <a:pt x="2526" y="2039"/>
                  </a:lnTo>
                  <a:lnTo>
                    <a:pt x="2510" y="2070"/>
                  </a:lnTo>
                  <a:lnTo>
                    <a:pt x="2493" y="2097"/>
                  </a:lnTo>
                  <a:lnTo>
                    <a:pt x="2475" y="2121"/>
                  </a:lnTo>
                  <a:lnTo>
                    <a:pt x="2455" y="2142"/>
                  </a:lnTo>
                  <a:lnTo>
                    <a:pt x="2434" y="2160"/>
                  </a:lnTo>
                  <a:lnTo>
                    <a:pt x="2412" y="2174"/>
                  </a:lnTo>
                  <a:lnTo>
                    <a:pt x="2390" y="2185"/>
                  </a:lnTo>
                  <a:lnTo>
                    <a:pt x="2366" y="2191"/>
                  </a:lnTo>
                  <a:lnTo>
                    <a:pt x="2342" y="2193"/>
                  </a:lnTo>
                  <a:lnTo>
                    <a:pt x="2317" y="2191"/>
                  </a:lnTo>
                  <a:lnTo>
                    <a:pt x="2294" y="2185"/>
                  </a:lnTo>
                  <a:lnTo>
                    <a:pt x="2270" y="2174"/>
                  </a:lnTo>
                  <a:lnTo>
                    <a:pt x="2249" y="2160"/>
                  </a:lnTo>
                  <a:lnTo>
                    <a:pt x="2228" y="2142"/>
                  </a:lnTo>
                  <a:lnTo>
                    <a:pt x="2208" y="2121"/>
                  </a:lnTo>
                  <a:lnTo>
                    <a:pt x="2189" y="2097"/>
                  </a:lnTo>
                  <a:lnTo>
                    <a:pt x="2173" y="2070"/>
                  </a:lnTo>
                  <a:lnTo>
                    <a:pt x="2157" y="2039"/>
                  </a:lnTo>
                  <a:lnTo>
                    <a:pt x="2142" y="2008"/>
                  </a:lnTo>
                  <a:lnTo>
                    <a:pt x="2131" y="1972"/>
                  </a:lnTo>
                  <a:lnTo>
                    <a:pt x="2120" y="1936"/>
                  </a:lnTo>
                  <a:lnTo>
                    <a:pt x="2112" y="1897"/>
                  </a:lnTo>
                  <a:lnTo>
                    <a:pt x="2106" y="1858"/>
                  </a:lnTo>
                  <a:lnTo>
                    <a:pt x="2103" y="1815"/>
                  </a:lnTo>
                  <a:lnTo>
                    <a:pt x="2101" y="1773"/>
                  </a:lnTo>
                  <a:lnTo>
                    <a:pt x="2103" y="1731"/>
                  </a:lnTo>
                  <a:lnTo>
                    <a:pt x="2106" y="1689"/>
                  </a:lnTo>
                  <a:lnTo>
                    <a:pt x="2112" y="1649"/>
                  </a:lnTo>
                  <a:lnTo>
                    <a:pt x="2120" y="1611"/>
                  </a:lnTo>
                  <a:lnTo>
                    <a:pt x="2131" y="1574"/>
                  </a:lnTo>
                  <a:lnTo>
                    <a:pt x="2142" y="1540"/>
                  </a:lnTo>
                  <a:lnTo>
                    <a:pt x="2157" y="1507"/>
                  </a:lnTo>
                  <a:lnTo>
                    <a:pt x="2173" y="1478"/>
                  </a:lnTo>
                  <a:lnTo>
                    <a:pt x="2189" y="1451"/>
                  </a:lnTo>
                  <a:lnTo>
                    <a:pt x="2208" y="1426"/>
                  </a:lnTo>
                  <a:lnTo>
                    <a:pt x="2228" y="1405"/>
                  </a:lnTo>
                  <a:lnTo>
                    <a:pt x="2249" y="1387"/>
                  </a:lnTo>
                  <a:lnTo>
                    <a:pt x="2270" y="1373"/>
                  </a:lnTo>
                  <a:lnTo>
                    <a:pt x="2294" y="1363"/>
                  </a:lnTo>
                  <a:lnTo>
                    <a:pt x="2317" y="1357"/>
                  </a:lnTo>
                  <a:lnTo>
                    <a:pt x="2342" y="1355"/>
                  </a:lnTo>
                  <a:close/>
                  <a:moveTo>
                    <a:pt x="3179" y="819"/>
                  </a:moveTo>
                  <a:lnTo>
                    <a:pt x="3204" y="821"/>
                  </a:lnTo>
                  <a:lnTo>
                    <a:pt x="3227" y="827"/>
                  </a:lnTo>
                  <a:lnTo>
                    <a:pt x="3250" y="838"/>
                  </a:lnTo>
                  <a:lnTo>
                    <a:pt x="3272" y="852"/>
                  </a:lnTo>
                  <a:lnTo>
                    <a:pt x="3293" y="869"/>
                  </a:lnTo>
                  <a:lnTo>
                    <a:pt x="3312" y="890"/>
                  </a:lnTo>
                  <a:lnTo>
                    <a:pt x="3331" y="915"/>
                  </a:lnTo>
                  <a:lnTo>
                    <a:pt x="3348" y="942"/>
                  </a:lnTo>
                  <a:lnTo>
                    <a:pt x="3363" y="971"/>
                  </a:lnTo>
                  <a:lnTo>
                    <a:pt x="3377" y="1004"/>
                  </a:lnTo>
                  <a:lnTo>
                    <a:pt x="3389" y="1038"/>
                  </a:lnTo>
                  <a:lnTo>
                    <a:pt x="3400" y="1076"/>
                  </a:lnTo>
                  <a:lnTo>
                    <a:pt x="3408" y="1113"/>
                  </a:lnTo>
                  <a:lnTo>
                    <a:pt x="3414" y="1153"/>
                  </a:lnTo>
                  <a:lnTo>
                    <a:pt x="3417" y="1195"/>
                  </a:lnTo>
                  <a:lnTo>
                    <a:pt x="3418" y="1237"/>
                  </a:lnTo>
                  <a:lnTo>
                    <a:pt x="3417" y="1280"/>
                  </a:lnTo>
                  <a:lnTo>
                    <a:pt x="3414" y="1322"/>
                  </a:lnTo>
                  <a:lnTo>
                    <a:pt x="3408" y="1362"/>
                  </a:lnTo>
                  <a:lnTo>
                    <a:pt x="3400" y="1399"/>
                  </a:lnTo>
                  <a:lnTo>
                    <a:pt x="3389" y="1437"/>
                  </a:lnTo>
                  <a:lnTo>
                    <a:pt x="3377" y="1471"/>
                  </a:lnTo>
                  <a:lnTo>
                    <a:pt x="3363" y="1503"/>
                  </a:lnTo>
                  <a:lnTo>
                    <a:pt x="3348" y="1533"/>
                  </a:lnTo>
                  <a:lnTo>
                    <a:pt x="3331" y="1560"/>
                  </a:lnTo>
                  <a:lnTo>
                    <a:pt x="3312" y="1584"/>
                  </a:lnTo>
                  <a:lnTo>
                    <a:pt x="3293" y="1605"/>
                  </a:lnTo>
                  <a:lnTo>
                    <a:pt x="3272" y="1623"/>
                  </a:lnTo>
                  <a:lnTo>
                    <a:pt x="3250" y="1637"/>
                  </a:lnTo>
                  <a:lnTo>
                    <a:pt x="3227" y="1648"/>
                  </a:lnTo>
                  <a:lnTo>
                    <a:pt x="3204" y="1654"/>
                  </a:lnTo>
                  <a:lnTo>
                    <a:pt x="3179" y="1656"/>
                  </a:lnTo>
                  <a:lnTo>
                    <a:pt x="3155" y="1654"/>
                  </a:lnTo>
                  <a:lnTo>
                    <a:pt x="3131" y="1648"/>
                  </a:lnTo>
                  <a:lnTo>
                    <a:pt x="3108" y="1637"/>
                  </a:lnTo>
                  <a:lnTo>
                    <a:pt x="3087" y="1623"/>
                  </a:lnTo>
                  <a:lnTo>
                    <a:pt x="3066" y="1605"/>
                  </a:lnTo>
                  <a:lnTo>
                    <a:pt x="3046" y="1584"/>
                  </a:lnTo>
                  <a:lnTo>
                    <a:pt x="3027" y="1560"/>
                  </a:lnTo>
                  <a:lnTo>
                    <a:pt x="3011" y="1533"/>
                  </a:lnTo>
                  <a:lnTo>
                    <a:pt x="2994" y="1503"/>
                  </a:lnTo>
                  <a:lnTo>
                    <a:pt x="2980" y="1471"/>
                  </a:lnTo>
                  <a:lnTo>
                    <a:pt x="2968" y="1437"/>
                  </a:lnTo>
                  <a:lnTo>
                    <a:pt x="2958" y="1399"/>
                  </a:lnTo>
                  <a:lnTo>
                    <a:pt x="2950" y="1362"/>
                  </a:lnTo>
                  <a:lnTo>
                    <a:pt x="2944" y="1322"/>
                  </a:lnTo>
                  <a:lnTo>
                    <a:pt x="2940" y="1280"/>
                  </a:lnTo>
                  <a:lnTo>
                    <a:pt x="2939" y="1237"/>
                  </a:lnTo>
                  <a:lnTo>
                    <a:pt x="2940" y="1195"/>
                  </a:lnTo>
                  <a:lnTo>
                    <a:pt x="2944" y="1153"/>
                  </a:lnTo>
                  <a:lnTo>
                    <a:pt x="2950" y="1113"/>
                  </a:lnTo>
                  <a:lnTo>
                    <a:pt x="2958" y="1076"/>
                  </a:lnTo>
                  <a:lnTo>
                    <a:pt x="2968" y="1038"/>
                  </a:lnTo>
                  <a:lnTo>
                    <a:pt x="2980" y="1004"/>
                  </a:lnTo>
                  <a:lnTo>
                    <a:pt x="2994" y="971"/>
                  </a:lnTo>
                  <a:lnTo>
                    <a:pt x="3011" y="942"/>
                  </a:lnTo>
                  <a:lnTo>
                    <a:pt x="3027" y="915"/>
                  </a:lnTo>
                  <a:lnTo>
                    <a:pt x="3046" y="890"/>
                  </a:lnTo>
                  <a:lnTo>
                    <a:pt x="3066" y="869"/>
                  </a:lnTo>
                  <a:lnTo>
                    <a:pt x="3087" y="852"/>
                  </a:lnTo>
                  <a:lnTo>
                    <a:pt x="3108" y="838"/>
                  </a:lnTo>
                  <a:lnTo>
                    <a:pt x="3131" y="827"/>
                  </a:lnTo>
                  <a:lnTo>
                    <a:pt x="3155" y="821"/>
                  </a:lnTo>
                  <a:lnTo>
                    <a:pt x="3179" y="819"/>
                  </a:lnTo>
                  <a:close/>
                  <a:moveTo>
                    <a:pt x="3246" y="2144"/>
                  </a:moveTo>
                  <a:lnTo>
                    <a:pt x="3271" y="2146"/>
                  </a:lnTo>
                  <a:lnTo>
                    <a:pt x="3294" y="2152"/>
                  </a:lnTo>
                  <a:lnTo>
                    <a:pt x="3316" y="2162"/>
                  </a:lnTo>
                  <a:lnTo>
                    <a:pt x="3339" y="2176"/>
                  </a:lnTo>
                  <a:lnTo>
                    <a:pt x="3360" y="2194"/>
                  </a:lnTo>
                  <a:lnTo>
                    <a:pt x="3380" y="2215"/>
                  </a:lnTo>
                  <a:lnTo>
                    <a:pt x="3397" y="2240"/>
                  </a:lnTo>
                  <a:lnTo>
                    <a:pt x="3415" y="2267"/>
                  </a:lnTo>
                  <a:lnTo>
                    <a:pt x="3430" y="2296"/>
                  </a:lnTo>
                  <a:lnTo>
                    <a:pt x="3444" y="2329"/>
                  </a:lnTo>
                  <a:lnTo>
                    <a:pt x="3456" y="2363"/>
                  </a:lnTo>
                  <a:lnTo>
                    <a:pt x="3466" y="2400"/>
                  </a:lnTo>
                  <a:lnTo>
                    <a:pt x="3475" y="2438"/>
                  </a:lnTo>
                  <a:lnTo>
                    <a:pt x="3480" y="2478"/>
                  </a:lnTo>
                  <a:lnTo>
                    <a:pt x="3484" y="2520"/>
                  </a:lnTo>
                  <a:lnTo>
                    <a:pt x="3485" y="2562"/>
                  </a:lnTo>
                  <a:lnTo>
                    <a:pt x="3484" y="2604"/>
                  </a:lnTo>
                  <a:lnTo>
                    <a:pt x="3480" y="2647"/>
                  </a:lnTo>
                  <a:lnTo>
                    <a:pt x="3475" y="2686"/>
                  </a:lnTo>
                  <a:lnTo>
                    <a:pt x="3466" y="2725"/>
                  </a:lnTo>
                  <a:lnTo>
                    <a:pt x="3456" y="2762"/>
                  </a:lnTo>
                  <a:lnTo>
                    <a:pt x="3444" y="2796"/>
                  </a:lnTo>
                  <a:lnTo>
                    <a:pt x="3430" y="2828"/>
                  </a:lnTo>
                  <a:lnTo>
                    <a:pt x="3415" y="2858"/>
                  </a:lnTo>
                  <a:lnTo>
                    <a:pt x="3397" y="2886"/>
                  </a:lnTo>
                  <a:lnTo>
                    <a:pt x="3380" y="2909"/>
                  </a:lnTo>
                  <a:lnTo>
                    <a:pt x="3360" y="2930"/>
                  </a:lnTo>
                  <a:lnTo>
                    <a:pt x="3339" y="2949"/>
                  </a:lnTo>
                  <a:lnTo>
                    <a:pt x="3316" y="2963"/>
                  </a:lnTo>
                  <a:lnTo>
                    <a:pt x="3294" y="2974"/>
                  </a:lnTo>
                  <a:lnTo>
                    <a:pt x="3271" y="2980"/>
                  </a:lnTo>
                  <a:lnTo>
                    <a:pt x="3246" y="2982"/>
                  </a:lnTo>
                  <a:lnTo>
                    <a:pt x="3222" y="2980"/>
                  </a:lnTo>
                  <a:lnTo>
                    <a:pt x="3198" y="2974"/>
                  </a:lnTo>
                  <a:lnTo>
                    <a:pt x="3176" y="2963"/>
                  </a:lnTo>
                  <a:lnTo>
                    <a:pt x="3154" y="2949"/>
                  </a:lnTo>
                  <a:lnTo>
                    <a:pt x="3133" y="2930"/>
                  </a:lnTo>
                  <a:lnTo>
                    <a:pt x="3113" y="2909"/>
                  </a:lnTo>
                  <a:lnTo>
                    <a:pt x="3095" y="2886"/>
                  </a:lnTo>
                  <a:lnTo>
                    <a:pt x="3077" y="2858"/>
                  </a:lnTo>
                  <a:lnTo>
                    <a:pt x="3062" y="2828"/>
                  </a:lnTo>
                  <a:lnTo>
                    <a:pt x="3048" y="2796"/>
                  </a:lnTo>
                  <a:lnTo>
                    <a:pt x="3036" y="2762"/>
                  </a:lnTo>
                  <a:lnTo>
                    <a:pt x="3026" y="2725"/>
                  </a:lnTo>
                  <a:lnTo>
                    <a:pt x="3018" y="2686"/>
                  </a:lnTo>
                  <a:lnTo>
                    <a:pt x="3012" y="2647"/>
                  </a:lnTo>
                  <a:lnTo>
                    <a:pt x="3008" y="2604"/>
                  </a:lnTo>
                  <a:lnTo>
                    <a:pt x="3007" y="2562"/>
                  </a:lnTo>
                  <a:lnTo>
                    <a:pt x="3008" y="2520"/>
                  </a:lnTo>
                  <a:lnTo>
                    <a:pt x="3012" y="2478"/>
                  </a:lnTo>
                  <a:lnTo>
                    <a:pt x="3018" y="2438"/>
                  </a:lnTo>
                  <a:lnTo>
                    <a:pt x="3026" y="2400"/>
                  </a:lnTo>
                  <a:lnTo>
                    <a:pt x="3036" y="2363"/>
                  </a:lnTo>
                  <a:lnTo>
                    <a:pt x="3048" y="2329"/>
                  </a:lnTo>
                  <a:lnTo>
                    <a:pt x="3062" y="2296"/>
                  </a:lnTo>
                  <a:lnTo>
                    <a:pt x="3077" y="2267"/>
                  </a:lnTo>
                  <a:lnTo>
                    <a:pt x="3095" y="2240"/>
                  </a:lnTo>
                  <a:lnTo>
                    <a:pt x="3113" y="2215"/>
                  </a:lnTo>
                  <a:lnTo>
                    <a:pt x="3133" y="2194"/>
                  </a:lnTo>
                  <a:lnTo>
                    <a:pt x="3154" y="2176"/>
                  </a:lnTo>
                  <a:lnTo>
                    <a:pt x="3176" y="2162"/>
                  </a:lnTo>
                  <a:lnTo>
                    <a:pt x="3198" y="2152"/>
                  </a:lnTo>
                  <a:lnTo>
                    <a:pt x="3222" y="2146"/>
                  </a:lnTo>
                  <a:lnTo>
                    <a:pt x="3246" y="214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5848" name="Freeform 56"/>
            <p:cNvSpPr>
              <a:spLocks/>
            </p:cNvSpPr>
            <p:nvPr/>
          </p:nvSpPr>
          <p:spPr bwMode="auto">
            <a:xfrm>
              <a:off x="1267" y="1588"/>
              <a:ext cx="87" cy="52"/>
            </a:xfrm>
            <a:custGeom>
              <a:avLst/>
              <a:gdLst>
                <a:gd name="T0" fmla="*/ 3 w 437"/>
                <a:gd name="T1" fmla="*/ 2 h 260"/>
                <a:gd name="T2" fmla="*/ 3 w 437"/>
                <a:gd name="T3" fmla="*/ 2 h 260"/>
                <a:gd name="T4" fmla="*/ 3 w 437"/>
                <a:gd name="T5" fmla="*/ 2 h 260"/>
                <a:gd name="T6" fmla="*/ 3 w 437"/>
                <a:gd name="T7" fmla="*/ 2 h 260"/>
                <a:gd name="T8" fmla="*/ 3 w 437"/>
                <a:gd name="T9" fmla="*/ 1 h 260"/>
                <a:gd name="T10" fmla="*/ 3 w 437"/>
                <a:gd name="T11" fmla="*/ 1 h 260"/>
                <a:gd name="T12" fmla="*/ 3 w 437"/>
                <a:gd name="T13" fmla="*/ 1 h 260"/>
                <a:gd name="T14" fmla="*/ 3 w 437"/>
                <a:gd name="T15" fmla="*/ 1 h 260"/>
                <a:gd name="T16" fmla="*/ 3 w 437"/>
                <a:gd name="T17" fmla="*/ 1 h 260"/>
                <a:gd name="T18" fmla="*/ 2 w 437"/>
                <a:gd name="T19" fmla="*/ 1 h 260"/>
                <a:gd name="T20" fmla="*/ 2 w 437"/>
                <a:gd name="T21" fmla="*/ 0 h 260"/>
                <a:gd name="T22" fmla="*/ 2 w 437"/>
                <a:gd name="T23" fmla="*/ 0 h 260"/>
                <a:gd name="T24" fmla="*/ 2 w 437"/>
                <a:gd name="T25" fmla="*/ 0 h 260"/>
                <a:gd name="T26" fmla="*/ 1 w 437"/>
                <a:gd name="T27" fmla="*/ 0 h 260"/>
                <a:gd name="T28" fmla="*/ 1 w 437"/>
                <a:gd name="T29" fmla="*/ 0 h 260"/>
                <a:gd name="T30" fmla="*/ 1 w 437"/>
                <a:gd name="T31" fmla="*/ 0 h 260"/>
                <a:gd name="T32" fmla="*/ 0 w 437"/>
                <a:gd name="T33" fmla="*/ 0 h 260"/>
                <a:gd name="T34" fmla="*/ 0 w 437"/>
                <a:gd name="T35" fmla="*/ 0 h 260"/>
                <a:gd name="T36" fmla="*/ 0 w 437"/>
                <a:gd name="T37" fmla="*/ 0 h 260"/>
                <a:gd name="T38" fmla="*/ 0 w 437"/>
                <a:gd name="T39" fmla="*/ 0 h 260"/>
                <a:gd name="T40" fmla="*/ 1 w 437"/>
                <a:gd name="T41" fmla="*/ 0 h 260"/>
                <a:gd name="T42" fmla="*/ 1 w 437"/>
                <a:gd name="T43" fmla="*/ 0 h 260"/>
                <a:gd name="T44" fmla="*/ 1 w 437"/>
                <a:gd name="T45" fmla="*/ 0 h 260"/>
                <a:gd name="T46" fmla="*/ 2 w 437"/>
                <a:gd name="T47" fmla="*/ 0 h 260"/>
                <a:gd name="T48" fmla="*/ 2 w 437"/>
                <a:gd name="T49" fmla="*/ 0 h 260"/>
                <a:gd name="T50" fmla="*/ 2 w 437"/>
                <a:gd name="T51" fmla="*/ 1 h 260"/>
                <a:gd name="T52" fmla="*/ 2 w 437"/>
                <a:gd name="T53" fmla="*/ 1 h 260"/>
                <a:gd name="T54" fmla="*/ 3 w 437"/>
                <a:gd name="T55" fmla="*/ 1 h 260"/>
                <a:gd name="T56" fmla="*/ 3 w 437"/>
                <a:gd name="T57" fmla="*/ 1 h 260"/>
                <a:gd name="T58" fmla="*/ 3 w 437"/>
                <a:gd name="T59" fmla="*/ 1 h 260"/>
                <a:gd name="T60" fmla="*/ 3 w 437"/>
                <a:gd name="T61" fmla="*/ 1 h 260"/>
                <a:gd name="T62" fmla="*/ 3 w 437"/>
                <a:gd name="T63" fmla="*/ 1 h 260"/>
                <a:gd name="T64" fmla="*/ 3 w 437"/>
                <a:gd name="T65" fmla="*/ 2 h 260"/>
                <a:gd name="T66" fmla="*/ 3 w 437"/>
                <a:gd name="T67" fmla="*/ 2 h 260"/>
                <a:gd name="T68" fmla="*/ 3 w 437"/>
                <a:gd name="T69" fmla="*/ 2 h 260"/>
                <a:gd name="T70" fmla="*/ 3 w 437"/>
                <a:gd name="T71" fmla="*/ 2 h 260"/>
                <a:gd name="T72" fmla="*/ 3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437" y="260"/>
                  </a:moveTo>
                  <a:lnTo>
                    <a:pt x="437" y="260"/>
                  </a:lnTo>
                  <a:lnTo>
                    <a:pt x="434" y="233"/>
                  </a:lnTo>
                  <a:lnTo>
                    <a:pt x="427" y="206"/>
                  </a:lnTo>
                  <a:lnTo>
                    <a:pt x="417" y="181"/>
                  </a:lnTo>
                  <a:lnTo>
                    <a:pt x="401" y="157"/>
                  </a:lnTo>
                  <a:lnTo>
                    <a:pt x="383" y="133"/>
                  </a:lnTo>
                  <a:lnTo>
                    <a:pt x="360" y="113"/>
                  </a:lnTo>
                  <a:lnTo>
                    <a:pt x="336" y="93"/>
                  </a:lnTo>
                  <a:lnTo>
                    <a:pt x="308" y="73"/>
                  </a:lnTo>
                  <a:lnTo>
                    <a:pt x="276" y="58"/>
                  </a:lnTo>
                  <a:lnTo>
                    <a:pt x="242" y="43"/>
                  </a:lnTo>
                  <a:lnTo>
                    <a:pt x="207" y="30"/>
                  </a:lnTo>
                  <a:lnTo>
                    <a:pt x="168" y="19"/>
                  </a:lnTo>
                  <a:lnTo>
                    <a:pt x="128" y="11"/>
                  </a:lnTo>
                  <a:lnTo>
                    <a:pt x="87" y="4"/>
                  </a:lnTo>
                  <a:lnTo>
                    <a:pt x="43" y="1"/>
                  </a:lnTo>
                  <a:lnTo>
                    <a:pt x="0" y="0"/>
                  </a:lnTo>
                  <a:lnTo>
                    <a:pt x="0" y="11"/>
                  </a:lnTo>
                  <a:lnTo>
                    <a:pt x="43" y="12"/>
                  </a:lnTo>
                  <a:lnTo>
                    <a:pt x="85" y="16"/>
                  </a:lnTo>
                  <a:lnTo>
                    <a:pt x="126" y="23"/>
                  </a:lnTo>
                  <a:lnTo>
                    <a:pt x="166" y="31"/>
                  </a:lnTo>
                  <a:lnTo>
                    <a:pt x="202" y="42"/>
                  </a:lnTo>
                  <a:lnTo>
                    <a:pt x="237" y="55"/>
                  </a:lnTo>
                  <a:lnTo>
                    <a:pt x="271" y="70"/>
                  </a:lnTo>
                  <a:lnTo>
                    <a:pt x="301" y="85"/>
                  </a:lnTo>
                  <a:lnTo>
                    <a:pt x="329" y="103"/>
                  </a:lnTo>
                  <a:lnTo>
                    <a:pt x="353" y="123"/>
                  </a:lnTo>
                  <a:lnTo>
                    <a:pt x="373" y="143"/>
                  </a:lnTo>
                  <a:lnTo>
                    <a:pt x="392" y="164"/>
                  </a:lnTo>
                  <a:lnTo>
                    <a:pt x="405" y="186"/>
                  </a:lnTo>
                  <a:lnTo>
                    <a:pt x="415" y="211"/>
                  </a:lnTo>
                  <a:lnTo>
                    <a:pt x="422" y="235"/>
                  </a:lnTo>
                  <a:lnTo>
                    <a:pt x="425" y="260"/>
                  </a:lnTo>
                  <a:lnTo>
                    <a:pt x="437"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5849" name="Freeform 57"/>
            <p:cNvSpPr>
              <a:spLocks/>
            </p:cNvSpPr>
            <p:nvPr/>
          </p:nvSpPr>
          <p:spPr bwMode="auto">
            <a:xfrm>
              <a:off x="1267" y="1640"/>
              <a:ext cx="87" cy="52"/>
            </a:xfrm>
            <a:custGeom>
              <a:avLst/>
              <a:gdLst>
                <a:gd name="T0" fmla="*/ 0 w 437"/>
                <a:gd name="T1" fmla="*/ 2 h 260"/>
                <a:gd name="T2" fmla="*/ 0 w 437"/>
                <a:gd name="T3" fmla="*/ 2 h 260"/>
                <a:gd name="T4" fmla="*/ 0 w 437"/>
                <a:gd name="T5" fmla="*/ 2 h 260"/>
                <a:gd name="T6" fmla="*/ 1 w 437"/>
                <a:gd name="T7" fmla="*/ 2 h 260"/>
                <a:gd name="T8" fmla="*/ 1 w 437"/>
                <a:gd name="T9" fmla="*/ 2 h 260"/>
                <a:gd name="T10" fmla="*/ 1 w 437"/>
                <a:gd name="T11" fmla="*/ 2 h 260"/>
                <a:gd name="T12" fmla="*/ 2 w 437"/>
                <a:gd name="T13" fmla="*/ 2 h 260"/>
                <a:gd name="T14" fmla="*/ 2 w 437"/>
                <a:gd name="T15" fmla="*/ 2 h 260"/>
                <a:gd name="T16" fmla="*/ 2 w 437"/>
                <a:gd name="T17" fmla="*/ 2 h 260"/>
                <a:gd name="T18" fmla="*/ 2 w 437"/>
                <a:gd name="T19" fmla="*/ 1 h 260"/>
                <a:gd name="T20" fmla="*/ 3 w 437"/>
                <a:gd name="T21" fmla="*/ 1 h 260"/>
                <a:gd name="T22" fmla="*/ 3 w 437"/>
                <a:gd name="T23" fmla="*/ 1 h 260"/>
                <a:gd name="T24" fmla="*/ 3 w 437"/>
                <a:gd name="T25" fmla="*/ 1 h 260"/>
                <a:gd name="T26" fmla="*/ 3 w 437"/>
                <a:gd name="T27" fmla="*/ 1 h 260"/>
                <a:gd name="T28" fmla="*/ 3 w 437"/>
                <a:gd name="T29" fmla="*/ 1 h 260"/>
                <a:gd name="T30" fmla="*/ 3 w 437"/>
                <a:gd name="T31" fmla="*/ 0 h 260"/>
                <a:gd name="T32" fmla="*/ 3 w 437"/>
                <a:gd name="T33" fmla="*/ 0 h 260"/>
                <a:gd name="T34" fmla="*/ 3 w 437"/>
                <a:gd name="T35" fmla="*/ 0 h 260"/>
                <a:gd name="T36" fmla="*/ 3 w 437"/>
                <a:gd name="T37" fmla="*/ 0 h 260"/>
                <a:gd name="T38" fmla="*/ 3 w 437"/>
                <a:gd name="T39" fmla="*/ 0 h 260"/>
                <a:gd name="T40" fmla="*/ 3 w 437"/>
                <a:gd name="T41" fmla="*/ 0 h 260"/>
                <a:gd name="T42" fmla="*/ 3 w 437"/>
                <a:gd name="T43" fmla="*/ 1 h 260"/>
                <a:gd name="T44" fmla="*/ 3 w 437"/>
                <a:gd name="T45" fmla="*/ 1 h 260"/>
                <a:gd name="T46" fmla="*/ 3 w 437"/>
                <a:gd name="T47" fmla="*/ 1 h 260"/>
                <a:gd name="T48" fmla="*/ 3 w 437"/>
                <a:gd name="T49" fmla="*/ 1 h 260"/>
                <a:gd name="T50" fmla="*/ 3 w 437"/>
                <a:gd name="T51" fmla="*/ 1 h 260"/>
                <a:gd name="T52" fmla="*/ 2 w 437"/>
                <a:gd name="T53" fmla="*/ 1 h 260"/>
                <a:gd name="T54" fmla="*/ 2 w 437"/>
                <a:gd name="T55" fmla="*/ 2 h 260"/>
                <a:gd name="T56" fmla="*/ 2 w 437"/>
                <a:gd name="T57" fmla="*/ 2 h 260"/>
                <a:gd name="T58" fmla="*/ 2 w 437"/>
                <a:gd name="T59" fmla="*/ 2 h 260"/>
                <a:gd name="T60" fmla="*/ 1 w 437"/>
                <a:gd name="T61" fmla="*/ 2 h 260"/>
                <a:gd name="T62" fmla="*/ 1 w 437"/>
                <a:gd name="T63" fmla="*/ 2 h 260"/>
                <a:gd name="T64" fmla="*/ 1 w 437"/>
                <a:gd name="T65" fmla="*/ 2 h 260"/>
                <a:gd name="T66" fmla="*/ 0 w 437"/>
                <a:gd name="T67" fmla="*/ 2 h 260"/>
                <a:gd name="T68" fmla="*/ 0 w 437"/>
                <a:gd name="T69" fmla="*/ 2 h 260"/>
                <a:gd name="T70" fmla="*/ 0 w 437"/>
                <a:gd name="T71" fmla="*/ 2 h 260"/>
                <a:gd name="T72" fmla="*/ 0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0" y="260"/>
                  </a:moveTo>
                  <a:lnTo>
                    <a:pt x="0" y="260"/>
                  </a:lnTo>
                  <a:lnTo>
                    <a:pt x="43" y="259"/>
                  </a:lnTo>
                  <a:lnTo>
                    <a:pt x="87" y="255"/>
                  </a:lnTo>
                  <a:lnTo>
                    <a:pt x="128" y="248"/>
                  </a:lnTo>
                  <a:lnTo>
                    <a:pt x="168" y="240"/>
                  </a:lnTo>
                  <a:lnTo>
                    <a:pt x="207" y="230"/>
                  </a:lnTo>
                  <a:lnTo>
                    <a:pt x="242" y="217"/>
                  </a:lnTo>
                  <a:lnTo>
                    <a:pt x="276" y="202"/>
                  </a:lnTo>
                  <a:lnTo>
                    <a:pt x="308" y="185"/>
                  </a:lnTo>
                  <a:lnTo>
                    <a:pt x="336" y="166"/>
                  </a:lnTo>
                  <a:lnTo>
                    <a:pt x="360" y="146"/>
                  </a:lnTo>
                  <a:lnTo>
                    <a:pt x="383" y="125"/>
                  </a:lnTo>
                  <a:lnTo>
                    <a:pt x="401" y="102"/>
                  </a:lnTo>
                  <a:lnTo>
                    <a:pt x="417" y="77"/>
                  </a:lnTo>
                  <a:lnTo>
                    <a:pt x="427" y="53"/>
                  </a:lnTo>
                  <a:lnTo>
                    <a:pt x="434" y="27"/>
                  </a:lnTo>
                  <a:lnTo>
                    <a:pt x="437" y="0"/>
                  </a:lnTo>
                  <a:lnTo>
                    <a:pt x="425" y="0"/>
                  </a:lnTo>
                  <a:lnTo>
                    <a:pt x="422" y="24"/>
                  </a:lnTo>
                  <a:lnTo>
                    <a:pt x="415" y="48"/>
                  </a:lnTo>
                  <a:lnTo>
                    <a:pt x="405" y="73"/>
                  </a:lnTo>
                  <a:lnTo>
                    <a:pt x="392" y="95"/>
                  </a:lnTo>
                  <a:lnTo>
                    <a:pt x="373" y="116"/>
                  </a:lnTo>
                  <a:lnTo>
                    <a:pt x="353" y="137"/>
                  </a:lnTo>
                  <a:lnTo>
                    <a:pt x="329" y="157"/>
                  </a:lnTo>
                  <a:lnTo>
                    <a:pt x="301" y="173"/>
                  </a:lnTo>
                  <a:lnTo>
                    <a:pt x="271" y="190"/>
                  </a:lnTo>
                  <a:lnTo>
                    <a:pt x="237" y="205"/>
                  </a:lnTo>
                  <a:lnTo>
                    <a:pt x="202" y="218"/>
                  </a:lnTo>
                  <a:lnTo>
                    <a:pt x="166" y="228"/>
                  </a:lnTo>
                  <a:lnTo>
                    <a:pt x="126" y="237"/>
                  </a:lnTo>
                  <a:lnTo>
                    <a:pt x="85" y="244"/>
                  </a:lnTo>
                  <a:lnTo>
                    <a:pt x="43" y="247"/>
                  </a:lnTo>
                  <a:lnTo>
                    <a:pt x="0" y="248"/>
                  </a:lnTo>
                  <a:lnTo>
                    <a:pt x="0"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5850" name="Freeform 58"/>
            <p:cNvSpPr>
              <a:spLocks/>
            </p:cNvSpPr>
            <p:nvPr/>
          </p:nvSpPr>
          <p:spPr bwMode="auto">
            <a:xfrm>
              <a:off x="1179" y="1640"/>
              <a:ext cx="88" cy="52"/>
            </a:xfrm>
            <a:custGeom>
              <a:avLst/>
              <a:gdLst>
                <a:gd name="T0" fmla="*/ 0 w 439"/>
                <a:gd name="T1" fmla="*/ 0 h 260"/>
                <a:gd name="T2" fmla="*/ 0 w 439"/>
                <a:gd name="T3" fmla="*/ 0 h 260"/>
                <a:gd name="T4" fmla="*/ 0 w 439"/>
                <a:gd name="T5" fmla="*/ 0 h 260"/>
                <a:gd name="T6" fmla="*/ 0 w 439"/>
                <a:gd name="T7" fmla="*/ 0 h 260"/>
                <a:gd name="T8" fmla="*/ 0 w 439"/>
                <a:gd name="T9" fmla="*/ 1 h 260"/>
                <a:gd name="T10" fmla="*/ 0 w 439"/>
                <a:gd name="T11" fmla="*/ 1 h 260"/>
                <a:gd name="T12" fmla="*/ 0 w 439"/>
                <a:gd name="T13" fmla="*/ 1 h 260"/>
                <a:gd name="T14" fmla="*/ 1 w 439"/>
                <a:gd name="T15" fmla="*/ 1 h 260"/>
                <a:gd name="T16" fmla="*/ 1 w 439"/>
                <a:gd name="T17" fmla="*/ 1 h 260"/>
                <a:gd name="T18" fmla="*/ 1 w 439"/>
                <a:gd name="T19" fmla="*/ 1 h 260"/>
                <a:gd name="T20" fmla="*/ 1 w 439"/>
                <a:gd name="T21" fmla="*/ 2 h 260"/>
                <a:gd name="T22" fmla="*/ 2 w 439"/>
                <a:gd name="T23" fmla="*/ 2 h 260"/>
                <a:gd name="T24" fmla="*/ 2 w 439"/>
                <a:gd name="T25" fmla="*/ 2 h 260"/>
                <a:gd name="T26" fmla="*/ 2 w 439"/>
                <a:gd name="T27" fmla="*/ 2 h 260"/>
                <a:gd name="T28" fmla="*/ 2 w 439"/>
                <a:gd name="T29" fmla="*/ 2 h 260"/>
                <a:gd name="T30" fmla="*/ 3 w 439"/>
                <a:gd name="T31" fmla="*/ 2 h 260"/>
                <a:gd name="T32" fmla="*/ 3 w 439"/>
                <a:gd name="T33" fmla="*/ 2 h 260"/>
                <a:gd name="T34" fmla="*/ 4 w 439"/>
                <a:gd name="T35" fmla="*/ 2 h 260"/>
                <a:gd name="T36" fmla="*/ 4 w 439"/>
                <a:gd name="T37" fmla="*/ 2 h 260"/>
                <a:gd name="T38" fmla="*/ 3 w 439"/>
                <a:gd name="T39" fmla="*/ 2 h 260"/>
                <a:gd name="T40" fmla="*/ 3 w 439"/>
                <a:gd name="T41" fmla="*/ 2 h 260"/>
                <a:gd name="T42" fmla="*/ 3 w 439"/>
                <a:gd name="T43" fmla="*/ 2 h 260"/>
                <a:gd name="T44" fmla="*/ 2 w 439"/>
                <a:gd name="T45" fmla="*/ 2 h 260"/>
                <a:gd name="T46" fmla="*/ 2 w 439"/>
                <a:gd name="T47" fmla="*/ 2 h 260"/>
                <a:gd name="T48" fmla="*/ 2 w 439"/>
                <a:gd name="T49" fmla="*/ 2 h 260"/>
                <a:gd name="T50" fmla="*/ 1 w 439"/>
                <a:gd name="T51" fmla="*/ 2 h 260"/>
                <a:gd name="T52" fmla="*/ 1 w 439"/>
                <a:gd name="T53" fmla="*/ 1 h 260"/>
                <a:gd name="T54" fmla="*/ 1 w 439"/>
                <a:gd name="T55" fmla="*/ 1 h 260"/>
                <a:gd name="T56" fmla="*/ 1 w 439"/>
                <a:gd name="T57" fmla="*/ 1 h 260"/>
                <a:gd name="T58" fmla="*/ 1 w 439"/>
                <a:gd name="T59" fmla="*/ 1 h 260"/>
                <a:gd name="T60" fmla="*/ 0 w 439"/>
                <a:gd name="T61" fmla="*/ 1 h 260"/>
                <a:gd name="T62" fmla="*/ 0 w 439"/>
                <a:gd name="T63" fmla="*/ 1 h 260"/>
                <a:gd name="T64" fmla="*/ 0 w 439"/>
                <a:gd name="T65" fmla="*/ 0 h 260"/>
                <a:gd name="T66" fmla="*/ 0 w 439"/>
                <a:gd name="T67" fmla="*/ 0 h 260"/>
                <a:gd name="T68" fmla="*/ 0 w 439"/>
                <a:gd name="T69" fmla="*/ 0 h 260"/>
                <a:gd name="T70" fmla="*/ 0 w 439"/>
                <a:gd name="T71" fmla="*/ 0 h 260"/>
                <a:gd name="T72" fmla="*/ 0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0" y="0"/>
                  </a:moveTo>
                  <a:lnTo>
                    <a:pt x="0" y="0"/>
                  </a:lnTo>
                  <a:lnTo>
                    <a:pt x="3" y="27"/>
                  </a:lnTo>
                  <a:lnTo>
                    <a:pt x="10" y="53"/>
                  </a:lnTo>
                  <a:lnTo>
                    <a:pt x="20" y="77"/>
                  </a:lnTo>
                  <a:lnTo>
                    <a:pt x="35" y="102"/>
                  </a:lnTo>
                  <a:lnTo>
                    <a:pt x="54" y="125"/>
                  </a:lnTo>
                  <a:lnTo>
                    <a:pt x="76" y="146"/>
                  </a:lnTo>
                  <a:lnTo>
                    <a:pt x="102" y="166"/>
                  </a:lnTo>
                  <a:lnTo>
                    <a:pt x="130" y="185"/>
                  </a:lnTo>
                  <a:lnTo>
                    <a:pt x="162" y="202"/>
                  </a:lnTo>
                  <a:lnTo>
                    <a:pt x="195" y="217"/>
                  </a:lnTo>
                  <a:lnTo>
                    <a:pt x="231" y="230"/>
                  </a:lnTo>
                  <a:lnTo>
                    <a:pt x="270" y="240"/>
                  </a:lnTo>
                  <a:lnTo>
                    <a:pt x="310" y="248"/>
                  </a:lnTo>
                  <a:lnTo>
                    <a:pt x="351" y="255"/>
                  </a:lnTo>
                  <a:lnTo>
                    <a:pt x="395" y="259"/>
                  </a:lnTo>
                  <a:lnTo>
                    <a:pt x="439" y="260"/>
                  </a:lnTo>
                  <a:lnTo>
                    <a:pt x="439" y="248"/>
                  </a:lnTo>
                  <a:lnTo>
                    <a:pt x="395" y="247"/>
                  </a:lnTo>
                  <a:lnTo>
                    <a:pt x="353" y="244"/>
                  </a:lnTo>
                  <a:lnTo>
                    <a:pt x="312" y="237"/>
                  </a:lnTo>
                  <a:lnTo>
                    <a:pt x="272" y="228"/>
                  </a:lnTo>
                  <a:lnTo>
                    <a:pt x="236" y="218"/>
                  </a:lnTo>
                  <a:lnTo>
                    <a:pt x="200" y="205"/>
                  </a:lnTo>
                  <a:lnTo>
                    <a:pt x="167" y="190"/>
                  </a:lnTo>
                  <a:lnTo>
                    <a:pt x="137" y="173"/>
                  </a:lnTo>
                  <a:lnTo>
                    <a:pt x="109" y="157"/>
                  </a:lnTo>
                  <a:lnTo>
                    <a:pt x="84" y="137"/>
                  </a:lnTo>
                  <a:lnTo>
                    <a:pt x="64" y="116"/>
                  </a:lnTo>
                  <a:lnTo>
                    <a:pt x="45" y="95"/>
                  </a:lnTo>
                  <a:lnTo>
                    <a:pt x="32" y="73"/>
                  </a:lnTo>
                  <a:lnTo>
                    <a:pt x="21" y="48"/>
                  </a:lnTo>
                  <a:lnTo>
                    <a:pt x="14" y="24"/>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5851" name="Freeform 59"/>
            <p:cNvSpPr>
              <a:spLocks/>
            </p:cNvSpPr>
            <p:nvPr/>
          </p:nvSpPr>
          <p:spPr bwMode="auto">
            <a:xfrm>
              <a:off x="1179" y="1588"/>
              <a:ext cx="88" cy="52"/>
            </a:xfrm>
            <a:custGeom>
              <a:avLst/>
              <a:gdLst>
                <a:gd name="T0" fmla="*/ 4 w 439"/>
                <a:gd name="T1" fmla="*/ 0 h 260"/>
                <a:gd name="T2" fmla="*/ 4 w 439"/>
                <a:gd name="T3" fmla="*/ 0 h 260"/>
                <a:gd name="T4" fmla="*/ 3 w 439"/>
                <a:gd name="T5" fmla="*/ 0 h 260"/>
                <a:gd name="T6" fmla="*/ 3 w 439"/>
                <a:gd name="T7" fmla="*/ 0 h 260"/>
                <a:gd name="T8" fmla="*/ 2 w 439"/>
                <a:gd name="T9" fmla="*/ 0 h 260"/>
                <a:gd name="T10" fmla="*/ 2 w 439"/>
                <a:gd name="T11" fmla="*/ 0 h 260"/>
                <a:gd name="T12" fmla="*/ 2 w 439"/>
                <a:gd name="T13" fmla="*/ 0 h 260"/>
                <a:gd name="T14" fmla="*/ 2 w 439"/>
                <a:gd name="T15" fmla="*/ 0 h 260"/>
                <a:gd name="T16" fmla="*/ 1 w 439"/>
                <a:gd name="T17" fmla="*/ 0 h 260"/>
                <a:gd name="T18" fmla="*/ 1 w 439"/>
                <a:gd name="T19" fmla="*/ 1 h 260"/>
                <a:gd name="T20" fmla="*/ 1 w 439"/>
                <a:gd name="T21" fmla="*/ 1 h 260"/>
                <a:gd name="T22" fmla="*/ 1 w 439"/>
                <a:gd name="T23" fmla="*/ 1 h 260"/>
                <a:gd name="T24" fmla="*/ 0 w 439"/>
                <a:gd name="T25" fmla="*/ 1 h 260"/>
                <a:gd name="T26" fmla="*/ 0 w 439"/>
                <a:gd name="T27" fmla="*/ 1 h 260"/>
                <a:gd name="T28" fmla="*/ 0 w 439"/>
                <a:gd name="T29" fmla="*/ 1 h 260"/>
                <a:gd name="T30" fmla="*/ 0 w 439"/>
                <a:gd name="T31" fmla="*/ 2 h 260"/>
                <a:gd name="T32" fmla="*/ 0 w 439"/>
                <a:gd name="T33" fmla="*/ 2 h 260"/>
                <a:gd name="T34" fmla="*/ 0 w 439"/>
                <a:gd name="T35" fmla="*/ 2 h 260"/>
                <a:gd name="T36" fmla="*/ 0 w 439"/>
                <a:gd name="T37" fmla="*/ 2 h 260"/>
                <a:gd name="T38" fmla="*/ 0 w 439"/>
                <a:gd name="T39" fmla="*/ 2 h 260"/>
                <a:gd name="T40" fmla="*/ 0 w 439"/>
                <a:gd name="T41" fmla="*/ 2 h 260"/>
                <a:gd name="T42" fmla="*/ 0 w 439"/>
                <a:gd name="T43" fmla="*/ 1 h 260"/>
                <a:gd name="T44" fmla="*/ 0 w 439"/>
                <a:gd name="T45" fmla="*/ 1 h 260"/>
                <a:gd name="T46" fmla="*/ 1 w 439"/>
                <a:gd name="T47" fmla="*/ 1 h 260"/>
                <a:gd name="T48" fmla="*/ 1 w 439"/>
                <a:gd name="T49" fmla="*/ 1 h 260"/>
                <a:gd name="T50" fmla="*/ 1 w 439"/>
                <a:gd name="T51" fmla="*/ 1 h 260"/>
                <a:gd name="T52" fmla="*/ 1 w 439"/>
                <a:gd name="T53" fmla="*/ 1 h 260"/>
                <a:gd name="T54" fmla="*/ 1 w 439"/>
                <a:gd name="T55" fmla="*/ 1 h 260"/>
                <a:gd name="T56" fmla="*/ 2 w 439"/>
                <a:gd name="T57" fmla="*/ 0 h 260"/>
                <a:gd name="T58" fmla="*/ 2 w 439"/>
                <a:gd name="T59" fmla="*/ 0 h 260"/>
                <a:gd name="T60" fmla="*/ 2 w 439"/>
                <a:gd name="T61" fmla="*/ 0 h 260"/>
                <a:gd name="T62" fmla="*/ 3 w 439"/>
                <a:gd name="T63" fmla="*/ 0 h 260"/>
                <a:gd name="T64" fmla="*/ 3 w 439"/>
                <a:gd name="T65" fmla="*/ 0 h 260"/>
                <a:gd name="T66" fmla="*/ 3 w 439"/>
                <a:gd name="T67" fmla="*/ 0 h 260"/>
                <a:gd name="T68" fmla="*/ 4 w 439"/>
                <a:gd name="T69" fmla="*/ 0 h 260"/>
                <a:gd name="T70" fmla="*/ 4 w 439"/>
                <a:gd name="T71" fmla="*/ 0 h 260"/>
                <a:gd name="T72" fmla="*/ 4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439" y="0"/>
                  </a:moveTo>
                  <a:lnTo>
                    <a:pt x="439" y="0"/>
                  </a:lnTo>
                  <a:lnTo>
                    <a:pt x="395" y="1"/>
                  </a:lnTo>
                  <a:lnTo>
                    <a:pt x="351" y="4"/>
                  </a:lnTo>
                  <a:lnTo>
                    <a:pt x="310" y="11"/>
                  </a:lnTo>
                  <a:lnTo>
                    <a:pt x="270" y="19"/>
                  </a:lnTo>
                  <a:lnTo>
                    <a:pt x="231" y="30"/>
                  </a:lnTo>
                  <a:lnTo>
                    <a:pt x="195" y="43"/>
                  </a:lnTo>
                  <a:lnTo>
                    <a:pt x="162" y="58"/>
                  </a:lnTo>
                  <a:lnTo>
                    <a:pt x="130" y="73"/>
                  </a:lnTo>
                  <a:lnTo>
                    <a:pt x="102" y="93"/>
                  </a:lnTo>
                  <a:lnTo>
                    <a:pt x="76" y="113"/>
                  </a:lnTo>
                  <a:lnTo>
                    <a:pt x="54" y="133"/>
                  </a:lnTo>
                  <a:lnTo>
                    <a:pt x="35" y="157"/>
                  </a:lnTo>
                  <a:lnTo>
                    <a:pt x="20" y="181"/>
                  </a:lnTo>
                  <a:lnTo>
                    <a:pt x="10" y="206"/>
                  </a:lnTo>
                  <a:lnTo>
                    <a:pt x="3" y="233"/>
                  </a:lnTo>
                  <a:lnTo>
                    <a:pt x="0" y="260"/>
                  </a:lnTo>
                  <a:lnTo>
                    <a:pt x="12" y="260"/>
                  </a:lnTo>
                  <a:lnTo>
                    <a:pt x="14" y="235"/>
                  </a:lnTo>
                  <a:lnTo>
                    <a:pt x="21" y="211"/>
                  </a:lnTo>
                  <a:lnTo>
                    <a:pt x="32" y="186"/>
                  </a:lnTo>
                  <a:lnTo>
                    <a:pt x="45" y="164"/>
                  </a:lnTo>
                  <a:lnTo>
                    <a:pt x="64" y="143"/>
                  </a:lnTo>
                  <a:lnTo>
                    <a:pt x="84" y="123"/>
                  </a:lnTo>
                  <a:lnTo>
                    <a:pt x="109" y="103"/>
                  </a:lnTo>
                  <a:lnTo>
                    <a:pt x="137" y="85"/>
                  </a:lnTo>
                  <a:lnTo>
                    <a:pt x="167" y="70"/>
                  </a:lnTo>
                  <a:lnTo>
                    <a:pt x="200" y="55"/>
                  </a:lnTo>
                  <a:lnTo>
                    <a:pt x="236" y="42"/>
                  </a:lnTo>
                  <a:lnTo>
                    <a:pt x="272" y="31"/>
                  </a:lnTo>
                  <a:lnTo>
                    <a:pt x="312" y="23"/>
                  </a:lnTo>
                  <a:lnTo>
                    <a:pt x="353" y="16"/>
                  </a:lnTo>
                  <a:lnTo>
                    <a:pt x="395" y="12"/>
                  </a:lnTo>
                  <a:lnTo>
                    <a:pt x="439" y="11"/>
                  </a:lnTo>
                  <a:lnTo>
                    <a:pt x="439"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5852" name="Freeform 60"/>
            <p:cNvSpPr>
              <a:spLocks/>
            </p:cNvSpPr>
            <p:nvPr/>
          </p:nvSpPr>
          <p:spPr bwMode="auto">
            <a:xfrm>
              <a:off x="964" y="1745"/>
              <a:ext cx="48" cy="85"/>
            </a:xfrm>
            <a:custGeom>
              <a:avLst/>
              <a:gdLst>
                <a:gd name="T0" fmla="*/ 2 w 244"/>
                <a:gd name="T1" fmla="*/ 3 h 426"/>
                <a:gd name="T2" fmla="*/ 2 w 244"/>
                <a:gd name="T3" fmla="*/ 3 h 426"/>
                <a:gd name="T4" fmla="*/ 2 w 244"/>
                <a:gd name="T5" fmla="*/ 3 h 426"/>
                <a:gd name="T6" fmla="*/ 2 w 244"/>
                <a:gd name="T7" fmla="*/ 3 h 426"/>
                <a:gd name="T8" fmla="*/ 2 w 244"/>
                <a:gd name="T9" fmla="*/ 2 h 426"/>
                <a:gd name="T10" fmla="*/ 2 w 244"/>
                <a:gd name="T11" fmla="*/ 2 h 426"/>
                <a:gd name="T12" fmla="*/ 2 w 244"/>
                <a:gd name="T13" fmla="*/ 2 h 426"/>
                <a:gd name="T14" fmla="*/ 2 w 244"/>
                <a:gd name="T15" fmla="*/ 2 h 426"/>
                <a:gd name="T16" fmla="*/ 1 w 244"/>
                <a:gd name="T17" fmla="*/ 1 h 426"/>
                <a:gd name="T18" fmla="*/ 1 w 244"/>
                <a:gd name="T19" fmla="*/ 1 h 426"/>
                <a:gd name="T20" fmla="*/ 1 w 244"/>
                <a:gd name="T21" fmla="*/ 1 h 426"/>
                <a:gd name="T22" fmla="*/ 1 w 244"/>
                <a:gd name="T23" fmla="*/ 1 h 426"/>
                <a:gd name="T24" fmla="*/ 1 w 244"/>
                <a:gd name="T25" fmla="*/ 0 h 426"/>
                <a:gd name="T26" fmla="*/ 1 w 244"/>
                <a:gd name="T27" fmla="*/ 0 h 426"/>
                <a:gd name="T28" fmla="*/ 1 w 244"/>
                <a:gd name="T29" fmla="*/ 0 h 426"/>
                <a:gd name="T30" fmla="*/ 0 w 244"/>
                <a:gd name="T31" fmla="*/ 0 h 426"/>
                <a:gd name="T32" fmla="*/ 0 w 244"/>
                <a:gd name="T33" fmla="*/ 0 h 426"/>
                <a:gd name="T34" fmla="*/ 0 w 244"/>
                <a:gd name="T35" fmla="*/ 0 h 426"/>
                <a:gd name="T36" fmla="*/ 0 w 244"/>
                <a:gd name="T37" fmla="*/ 0 h 426"/>
                <a:gd name="T38" fmla="*/ 0 w 244"/>
                <a:gd name="T39" fmla="*/ 0 h 426"/>
                <a:gd name="T40" fmla="*/ 0 w 244"/>
                <a:gd name="T41" fmla="*/ 0 h 426"/>
                <a:gd name="T42" fmla="*/ 1 w 244"/>
                <a:gd name="T43" fmla="*/ 0 h 426"/>
                <a:gd name="T44" fmla="*/ 1 w 244"/>
                <a:gd name="T45" fmla="*/ 0 h 426"/>
                <a:gd name="T46" fmla="*/ 1 w 244"/>
                <a:gd name="T47" fmla="*/ 0 h 426"/>
                <a:gd name="T48" fmla="*/ 1 w 244"/>
                <a:gd name="T49" fmla="*/ 1 h 426"/>
                <a:gd name="T50" fmla="*/ 1 w 244"/>
                <a:gd name="T51" fmla="*/ 1 h 426"/>
                <a:gd name="T52" fmla="*/ 1 w 244"/>
                <a:gd name="T53" fmla="*/ 1 h 426"/>
                <a:gd name="T54" fmla="*/ 1 w 244"/>
                <a:gd name="T55" fmla="*/ 1 h 426"/>
                <a:gd name="T56" fmla="*/ 1 w 244"/>
                <a:gd name="T57" fmla="*/ 2 h 426"/>
                <a:gd name="T58" fmla="*/ 2 w 244"/>
                <a:gd name="T59" fmla="*/ 2 h 426"/>
                <a:gd name="T60" fmla="*/ 2 w 244"/>
                <a:gd name="T61" fmla="*/ 2 h 426"/>
                <a:gd name="T62" fmla="*/ 2 w 244"/>
                <a:gd name="T63" fmla="*/ 2 h 426"/>
                <a:gd name="T64" fmla="*/ 2 w 244"/>
                <a:gd name="T65" fmla="*/ 3 h 426"/>
                <a:gd name="T66" fmla="*/ 2 w 244"/>
                <a:gd name="T67" fmla="*/ 3 h 426"/>
                <a:gd name="T68" fmla="*/ 2 w 244"/>
                <a:gd name="T69" fmla="*/ 3 h 426"/>
                <a:gd name="T70" fmla="*/ 2 w 244"/>
                <a:gd name="T71" fmla="*/ 3 h 426"/>
                <a:gd name="T72" fmla="*/ 2 w 244"/>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6"/>
                <a:gd name="T113" fmla="*/ 244 w 244"/>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6">
                  <a:moveTo>
                    <a:pt x="244" y="426"/>
                  </a:moveTo>
                  <a:lnTo>
                    <a:pt x="244" y="426"/>
                  </a:lnTo>
                  <a:lnTo>
                    <a:pt x="243" y="383"/>
                  </a:lnTo>
                  <a:lnTo>
                    <a:pt x="240" y="340"/>
                  </a:lnTo>
                  <a:lnTo>
                    <a:pt x="234" y="300"/>
                  </a:lnTo>
                  <a:lnTo>
                    <a:pt x="226" y="262"/>
                  </a:lnTo>
                  <a:lnTo>
                    <a:pt x="215" y="224"/>
                  </a:lnTo>
                  <a:lnTo>
                    <a:pt x="203" y="189"/>
                  </a:lnTo>
                  <a:lnTo>
                    <a:pt x="189" y="157"/>
                  </a:lnTo>
                  <a:lnTo>
                    <a:pt x="174" y="126"/>
                  </a:lnTo>
                  <a:lnTo>
                    <a:pt x="155" y="99"/>
                  </a:lnTo>
                  <a:lnTo>
                    <a:pt x="138" y="74"/>
                  </a:lnTo>
                  <a:lnTo>
                    <a:pt x="118" y="52"/>
                  </a:lnTo>
                  <a:lnTo>
                    <a:pt x="96" y="34"/>
                  </a:lnTo>
                  <a:lnTo>
                    <a:pt x="73" y="19"/>
                  </a:lnTo>
                  <a:lnTo>
                    <a:pt x="50" y="8"/>
                  </a:lnTo>
                  <a:lnTo>
                    <a:pt x="25" y="2"/>
                  </a:lnTo>
                  <a:lnTo>
                    <a:pt x="0" y="0"/>
                  </a:lnTo>
                  <a:lnTo>
                    <a:pt x="0" y="12"/>
                  </a:lnTo>
                  <a:lnTo>
                    <a:pt x="23" y="14"/>
                  </a:lnTo>
                  <a:lnTo>
                    <a:pt x="45" y="20"/>
                  </a:lnTo>
                  <a:lnTo>
                    <a:pt x="66" y="31"/>
                  </a:lnTo>
                  <a:lnTo>
                    <a:pt x="89" y="43"/>
                  </a:lnTo>
                  <a:lnTo>
                    <a:pt x="109" y="61"/>
                  </a:lnTo>
                  <a:lnTo>
                    <a:pt x="129" y="81"/>
                  </a:lnTo>
                  <a:lnTo>
                    <a:pt x="146" y="106"/>
                  </a:lnTo>
                  <a:lnTo>
                    <a:pt x="162" y="133"/>
                  </a:lnTo>
                  <a:lnTo>
                    <a:pt x="178" y="162"/>
                  </a:lnTo>
                  <a:lnTo>
                    <a:pt x="192" y="194"/>
                  </a:lnTo>
                  <a:lnTo>
                    <a:pt x="203" y="229"/>
                  </a:lnTo>
                  <a:lnTo>
                    <a:pt x="214" y="264"/>
                  </a:lnTo>
                  <a:lnTo>
                    <a:pt x="222" y="303"/>
                  </a:lnTo>
                  <a:lnTo>
                    <a:pt x="228" y="342"/>
                  </a:lnTo>
                  <a:lnTo>
                    <a:pt x="232" y="383"/>
                  </a:lnTo>
                  <a:lnTo>
                    <a:pt x="233" y="426"/>
                  </a:lnTo>
                  <a:lnTo>
                    <a:pt x="244"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5853" name="Freeform 61"/>
            <p:cNvSpPr>
              <a:spLocks/>
            </p:cNvSpPr>
            <p:nvPr/>
          </p:nvSpPr>
          <p:spPr bwMode="auto">
            <a:xfrm>
              <a:off x="964" y="1830"/>
              <a:ext cx="48" cy="85"/>
            </a:xfrm>
            <a:custGeom>
              <a:avLst/>
              <a:gdLst>
                <a:gd name="T0" fmla="*/ 0 w 244"/>
                <a:gd name="T1" fmla="*/ 3 h 424"/>
                <a:gd name="T2" fmla="*/ 0 w 244"/>
                <a:gd name="T3" fmla="*/ 3 h 424"/>
                <a:gd name="T4" fmla="*/ 0 w 244"/>
                <a:gd name="T5" fmla="*/ 3 h 424"/>
                <a:gd name="T6" fmla="*/ 0 w 244"/>
                <a:gd name="T7" fmla="*/ 3 h 424"/>
                <a:gd name="T8" fmla="*/ 1 w 244"/>
                <a:gd name="T9" fmla="*/ 3 h 424"/>
                <a:gd name="T10" fmla="*/ 1 w 244"/>
                <a:gd name="T11" fmla="*/ 3 h 424"/>
                <a:gd name="T12" fmla="*/ 1 w 244"/>
                <a:gd name="T13" fmla="*/ 3 h 424"/>
                <a:gd name="T14" fmla="*/ 1 w 244"/>
                <a:gd name="T15" fmla="*/ 3 h 424"/>
                <a:gd name="T16" fmla="*/ 1 w 244"/>
                <a:gd name="T17" fmla="*/ 3 h 424"/>
                <a:gd name="T18" fmla="*/ 1 w 244"/>
                <a:gd name="T19" fmla="*/ 2 h 424"/>
                <a:gd name="T20" fmla="*/ 1 w 244"/>
                <a:gd name="T21" fmla="*/ 2 h 424"/>
                <a:gd name="T22" fmla="*/ 2 w 244"/>
                <a:gd name="T23" fmla="*/ 2 h 424"/>
                <a:gd name="T24" fmla="*/ 2 w 244"/>
                <a:gd name="T25" fmla="*/ 2 h 424"/>
                <a:gd name="T26" fmla="*/ 2 w 244"/>
                <a:gd name="T27" fmla="*/ 1 h 424"/>
                <a:gd name="T28" fmla="*/ 2 w 244"/>
                <a:gd name="T29" fmla="*/ 1 h 424"/>
                <a:gd name="T30" fmla="*/ 2 w 244"/>
                <a:gd name="T31" fmla="*/ 1 h 424"/>
                <a:gd name="T32" fmla="*/ 2 w 244"/>
                <a:gd name="T33" fmla="*/ 0 h 424"/>
                <a:gd name="T34" fmla="*/ 2 w 244"/>
                <a:gd name="T35" fmla="*/ 0 h 424"/>
                <a:gd name="T36" fmla="*/ 2 w 244"/>
                <a:gd name="T37" fmla="*/ 0 h 424"/>
                <a:gd name="T38" fmla="*/ 2 w 244"/>
                <a:gd name="T39" fmla="*/ 0 h 424"/>
                <a:gd name="T40" fmla="*/ 2 w 244"/>
                <a:gd name="T41" fmla="*/ 1 h 424"/>
                <a:gd name="T42" fmla="*/ 2 w 244"/>
                <a:gd name="T43" fmla="*/ 1 h 424"/>
                <a:gd name="T44" fmla="*/ 2 w 244"/>
                <a:gd name="T45" fmla="*/ 1 h 424"/>
                <a:gd name="T46" fmla="*/ 2 w 244"/>
                <a:gd name="T47" fmla="*/ 2 h 424"/>
                <a:gd name="T48" fmla="*/ 1 w 244"/>
                <a:gd name="T49" fmla="*/ 2 h 424"/>
                <a:gd name="T50" fmla="*/ 1 w 244"/>
                <a:gd name="T51" fmla="*/ 2 h 424"/>
                <a:gd name="T52" fmla="*/ 1 w 244"/>
                <a:gd name="T53" fmla="*/ 2 h 424"/>
                <a:gd name="T54" fmla="*/ 1 w 244"/>
                <a:gd name="T55" fmla="*/ 3 h 424"/>
                <a:gd name="T56" fmla="*/ 1 w 244"/>
                <a:gd name="T57" fmla="*/ 3 h 424"/>
                <a:gd name="T58" fmla="*/ 1 w 244"/>
                <a:gd name="T59" fmla="*/ 3 h 424"/>
                <a:gd name="T60" fmla="*/ 1 w 244"/>
                <a:gd name="T61" fmla="*/ 3 h 424"/>
                <a:gd name="T62" fmla="*/ 1 w 244"/>
                <a:gd name="T63" fmla="*/ 3 h 424"/>
                <a:gd name="T64" fmla="*/ 0 w 244"/>
                <a:gd name="T65" fmla="*/ 3 h 424"/>
                <a:gd name="T66" fmla="*/ 0 w 244"/>
                <a:gd name="T67" fmla="*/ 3 h 424"/>
                <a:gd name="T68" fmla="*/ 0 w 244"/>
                <a:gd name="T69" fmla="*/ 3 h 424"/>
                <a:gd name="T70" fmla="*/ 0 w 244"/>
                <a:gd name="T71" fmla="*/ 3 h 424"/>
                <a:gd name="T72" fmla="*/ 0 w 244"/>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4"/>
                <a:gd name="T113" fmla="*/ 244 w 244"/>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4">
                  <a:moveTo>
                    <a:pt x="0" y="424"/>
                  </a:moveTo>
                  <a:lnTo>
                    <a:pt x="0" y="424"/>
                  </a:lnTo>
                  <a:lnTo>
                    <a:pt x="25" y="422"/>
                  </a:lnTo>
                  <a:lnTo>
                    <a:pt x="50" y="416"/>
                  </a:lnTo>
                  <a:lnTo>
                    <a:pt x="73" y="405"/>
                  </a:lnTo>
                  <a:lnTo>
                    <a:pt x="96" y="390"/>
                  </a:lnTo>
                  <a:lnTo>
                    <a:pt x="118" y="373"/>
                  </a:lnTo>
                  <a:lnTo>
                    <a:pt x="138" y="350"/>
                  </a:lnTo>
                  <a:lnTo>
                    <a:pt x="155" y="326"/>
                  </a:lnTo>
                  <a:lnTo>
                    <a:pt x="173" y="299"/>
                  </a:lnTo>
                  <a:lnTo>
                    <a:pt x="189" y="268"/>
                  </a:lnTo>
                  <a:lnTo>
                    <a:pt x="203" y="235"/>
                  </a:lnTo>
                  <a:lnTo>
                    <a:pt x="215" y="201"/>
                  </a:lnTo>
                  <a:lnTo>
                    <a:pt x="226" y="163"/>
                  </a:lnTo>
                  <a:lnTo>
                    <a:pt x="234" y="125"/>
                  </a:lnTo>
                  <a:lnTo>
                    <a:pt x="240" y="85"/>
                  </a:lnTo>
                  <a:lnTo>
                    <a:pt x="243" y="42"/>
                  </a:lnTo>
                  <a:lnTo>
                    <a:pt x="244" y="0"/>
                  </a:lnTo>
                  <a:lnTo>
                    <a:pt x="233" y="0"/>
                  </a:lnTo>
                  <a:lnTo>
                    <a:pt x="232" y="42"/>
                  </a:lnTo>
                  <a:lnTo>
                    <a:pt x="228" y="83"/>
                  </a:lnTo>
                  <a:lnTo>
                    <a:pt x="222" y="123"/>
                  </a:lnTo>
                  <a:lnTo>
                    <a:pt x="214" y="160"/>
                  </a:lnTo>
                  <a:lnTo>
                    <a:pt x="203" y="197"/>
                  </a:lnTo>
                  <a:lnTo>
                    <a:pt x="192" y="231"/>
                  </a:lnTo>
                  <a:lnTo>
                    <a:pt x="178" y="263"/>
                  </a:lnTo>
                  <a:lnTo>
                    <a:pt x="164" y="292"/>
                  </a:lnTo>
                  <a:lnTo>
                    <a:pt x="146" y="319"/>
                  </a:lnTo>
                  <a:lnTo>
                    <a:pt x="129" y="343"/>
                  </a:lnTo>
                  <a:lnTo>
                    <a:pt x="109" y="363"/>
                  </a:lnTo>
                  <a:lnTo>
                    <a:pt x="89" y="381"/>
                  </a:lnTo>
                  <a:lnTo>
                    <a:pt x="66" y="394"/>
                  </a:lnTo>
                  <a:lnTo>
                    <a:pt x="45" y="404"/>
                  </a:lnTo>
                  <a:lnTo>
                    <a:pt x="23" y="410"/>
                  </a:lnTo>
                  <a:lnTo>
                    <a:pt x="0" y="412"/>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5854" name="Freeform 62"/>
            <p:cNvSpPr>
              <a:spLocks/>
            </p:cNvSpPr>
            <p:nvPr/>
          </p:nvSpPr>
          <p:spPr bwMode="auto">
            <a:xfrm>
              <a:off x="915" y="1830"/>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1" y="42"/>
                  </a:lnTo>
                  <a:lnTo>
                    <a:pt x="4" y="85"/>
                  </a:lnTo>
                  <a:lnTo>
                    <a:pt x="10" y="125"/>
                  </a:lnTo>
                  <a:lnTo>
                    <a:pt x="19" y="163"/>
                  </a:lnTo>
                  <a:lnTo>
                    <a:pt x="29" y="201"/>
                  </a:lnTo>
                  <a:lnTo>
                    <a:pt x="41" y="235"/>
                  </a:lnTo>
                  <a:lnTo>
                    <a:pt x="55" y="268"/>
                  </a:lnTo>
                  <a:lnTo>
                    <a:pt x="71" y="299"/>
                  </a:lnTo>
                  <a:lnTo>
                    <a:pt x="89" y="326"/>
                  </a:lnTo>
                  <a:lnTo>
                    <a:pt x="106" y="350"/>
                  </a:lnTo>
                  <a:lnTo>
                    <a:pt x="126" y="373"/>
                  </a:lnTo>
                  <a:lnTo>
                    <a:pt x="149" y="390"/>
                  </a:lnTo>
                  <a:lnTo>
                    <a:pt x="171" y="405"/>
                  </a:lnTo>
                  <a:lnTo>
                    <a:pt x="194" y="416"/>
                  </a:lnTo>
                  <a:lnTo>
                    <a:pt x="219" y="422"/>
                  </a:lnTo>
                  <a:lnTo>
                    <a:pt x="245" y="424"/>
                  </a:lnTo>
                  <a:lnTo>
                    <a:pt x="245" y="412"/>
                  </a:lnTo>
                  <a:lnTo>
                    <a:pt x="221" y="410"/>
                  </a:lnTo>
                  <a:lnTo>
                    <a:pt x="199" y="404"/>
                  </a:lnTo>
                  <a:lnTo>
                    <a:pt x="178" y="394"/>
                  </a:lnTo>
                  <a:lnTo>
                    <a:pt x="156" y="381"/>
                  </a:lnTo>
                  <a:lnTo>
                    <a:pt x="136" y="363"/>
                  </a:lnTo>
                  <a:lnTo>
                    <a:pt x="116" y="343"/>
                  </a:lnTo>
                  <a:lnTo>
                    <a:pt x="98" y="319"/>
                  </a:lnTo>
                  <a:lnTo>
                    <a:pt x="81" y="292"/>
                  </a:lnTo>
                  <a:lnTo>
                    <a:pt x="67" y="263"/>
                  </a:lnTo>
                  <a:lnTo>
                    <a:pt x="52" y="231"/>
                  </a:lnTo>
                  <a:lnTo>
                    <a:pt x="41" y="197"/>
                  </a:lnTo>
                  <a:lnTo>
                    <a:pt x="30" y="160"/>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5855" name="Freeform 63"/>
            <p:cNvSpPr>
              <a:spLocks/>
            </p:cNvSpPr>
            <p:nvPr/>
          </p:nvSpPr>
          <p:spPr bwMode="auto">
            <a:xfrm>
              <a:off x="915" y="1745"/>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0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19" y="2"/>
                  </a:lnTo>
                  <a:lnTo>
                    <a:pt x="194" y="8"/>
                  </a:lnTo>
                  <a:lnTo>
                    <a:pt x="171" y="19"/>
                  </a:lnTo>
                  <a:lnTo>
                    <a:pt x="149" y="34"/>
                  </a:lnTo>
                  <a:lnTo>
                    <a:pt x="126" y="52"/>
                  </a:lnTo>
                  <a:lnTo>
                    <a:pt x="106" y="74"/>
                  </a:lnTo>
                  <a:lnTo>
                    <a:pt x="89" y="99"/>
                  </a:lnTo>
                  <a:lnTo>
                    <a:pt x="70" y="126"/>
                  </a:lnTo>
                  <a:lnTo>
                    <a:pt x="55" y="157"/>
                  </a:lnTo>
                  <a:lnTo>
                    <a:pt x="41" y="189"/>
                  </a:lnTo>
                  <a:lnTo>
                    <a:pt x="29" y="224"/>
                  </a:lnTo>
                  <a:lnTo>
                    <a:pt x="19" y="262"/>
                  </a:lnTo>
                  <a:lnTo>
                    <a:pt x="10" y="300"/>
                  </a:lnTo>
                  <a:lnTo>
                    <a:pt x="4" y="340"/>
                  </a:lnTo>
                  <a:lnTo>
                    <a:pt x="1" y="383"/>
                  </a:lnTo>
                  <a:lnTo>
                    <a:pt x="0" y="426"/>
                  </a:lnTo>
                  <a:lnTo>
                    <a:pt x="11" y="426"/>
                  </a:lnTo>
                  <a:lnTo>
                    <a:pt x="13" y="383"/>
                  </a:lnTo>
                  <a:lnTo>
                    <a:pt x="16" y="342"/>
                  </a:lnTo>
                  <a:lnTo>
                    <a:pt x="22" y="303"/>
                  </a:lnTo>
                  <a:lnTo>
                    <a:pt x="30" y="264"/>
                  </a:lnTo>
                  <a:lnTo>
                    <a:pt x="41" y="229"/>
                  </a:lnTo>
                  <a:lnTo>
                    <a:pt x="52" y="194"/>
                  </a:lnTo>
                  <a:lnTo>
                    <a:pt x="67" y="162"/>
                  </a:lnTo>
                  <a:lnTo>
                    <a:pt x="82" y="133"/>
                  </a:lnTo>
                  <a:lnTo>
                    <a:pt x="98" y="106"/>
                  </a:lnTo>
                  <a:lnTo>
                    <a:pt x="116" y="81"/>
                  </a:lnTo>
                  <a:lnTo>
                    <a:pt x="136" y="61"/>
                  </a:lnTo>
                  <a:lnTo>
                    <a:pt x="156" y="43"/>
                  </a:lnTo>
                  <a:lnTo>
                    <a:pt x="178" y="31"/>
                  </a:lnTo>
                  <a:lnTo>
                    <a:pt x="199" y="20"/>
                  </a:lnTo>
                  <a:lnTo>
                    <a:pt x="221"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5856" name="Freeform 64"/>
            <p:cNvSpPr>
              <a:spLocks/>
            </p:cNvSpPr>
            <p:nvPr/>
          </p:nvSpPr>
          <p:spPr bwMode="auto">
            <a:xfrm>
              <a:off x="1140" y="2087"/>
              <a:ext cx="49" cy="85"/>
            </a:xfrm>
            <a:custGeom>
              <a:avLst/>
              <a:gdLst>
                <a:gd name="T0" fmla="*/ 2 w 246"/>
                <a:gd name="T1" fmla="*/ 3 h 424"/>
                <a:gd name="T2" fmla="*/ 2 w 246"/>
                <a:gd name="T3" fmla="*/ 3 h 424"/>
                <a:gd name="T4" fmla="*/ 2 w 246"/>
                <a:gd name="T5" fmla="*/ 3 h 424"/>
                <a:gd name="T6" fmla="*/ 2 w 246"/>
                <a:gd name="T7" fmla="*/ 3 h 424"/>
                <a:gd name="T8" fmla="*/ 2 w 246"/>
                <a:gd name="T9" fmla="*/ 2 h 424"/>
                <a:gd name="T10" fmla="*/ 2 w 246"/>
                <a:gd name="T11" fmla="*/ 2 h 424"/>
                <a:gd name="T12" fmla="*/ 2 w 246"/>
                <a:gd name="T13" fmla="*/ 2 h 424"/>
                <a:gd name="T14" fmla="*/ 2 w 246"/>
                <a:gd name="T15" fmla="*/ 2 h 424"/>
                <a:gd name="T16" fmla="*/ 2 w 246"/>
                <a:gd name="T17" fmla="*/ 1 h 424"/>
                <a:gd name="T18" fmla="*/ 1 w 246"/>
                <a:gd name="T19" fmla="*/ 1 h 424"/>
                <a:gd name="T20" fmla="*/ 1 w 246"/>
                <a:gd name="T21" fmla="*/ 1 h 424"/>
                <a:gd name="T22" fmla="*/ 1 w 246"/>
                <a:gd name="T23" fmla="*/ 1 h 424"/>
                <a:gd name="T24" fmla="*/ 1 w 246"/>
                <a:gd name="T25" fmla="*/ 0 h 424"/>
                <a:gd name="T26" fmla="*/ 1 w 246"/>
                <a:gd name="T27" fmla="*/ 0 h 424"/>
                <a:gd name="T28" fmla="*/ 1 w 246"/>
                <a:gd name="T29" fmla="*/ 0 h 424"/>
                <a:gd name="T30" fmla="*/ 0 w 246"/>
                <a:gd name="T31" fmla="*/ 0 h 424"/>
                <a:gd name="T32" fmla="*/ 0 w 246"/>
                <a:gd name="T33" fmla="*/ 0 h 424"/>
                <a:gd name="T34" fmla="*/ 0 w 246"/>
                <a:gd name="T35" fmla="*/ 0 h 424"/>
                <a:gd name="T36" fmla="*/ 0 w 246"/>
                <a:gd name="T37" fmla="*/ 0 h 424"/>
                <a:gd name="T38" fmla="*/ 0 w 246"/>
                <a:gd name="T39" fmla="*/ 0 h 424"/>
                <a:gd name="T40" fmla="*/ 0 w 246"/>
                <a:gd name="T41" fmla="*/ 0 h 424"/>
                <a:gd name="T42" fmla="*/ 1 w 246"/>
                <a:gd name="T43" fmla="*/ 0 h 424"/>
                <a:gd name="T44" fmla="*/ 1 w 246"/>
                <a:gd name="T45" fmla="*/ 0 h 424"/>
                <a:gd name="T46" fmla="*/ 1 w 246"/>
                <a:gd name="T47" fmla="*/ 0 h 424"/>
                <a:gd name="T48" fmla="*/ 1 w 246"/>
                <a:gd name="T49" fmla="*/ 1 h 424"/>
                <a:gd name="T50" fmla="*/ 1 w 246"/>
                <a:gd name="T51" fmla="*/ 1 h 424"/>
                <a:gd name="T52" fmla="*/ 1 w 246"/>
                <a:gd name="T53" fmla="*/ 1 h 424"/>
                <a:gd name="T54" fmla="*/ 1 w 246"/>
                <a:gd name="T55" fmla="*/ 1 h 424"/>
                <a:gd name="T56" fmla="*/ 2 w 246"/>
                <a:gd name="T57" fmla="*/ 2 h 424"/>
                <a:gd name="T58" fmla="*/ 2 w 246"/>
                <a:gd name="T59" fmla="*/ 2 h 424"/>
                <a:gd name="T60" fmla="*/ 2 w 246"/>
                <a:gd name="T61" fmla="*/ 2 h 424"/>
                <a:gd name="T62" fmla="*/ 2 w 246"/>
                <a:gd name="T63" fmla="*/ 2 h 424"/>
                <a:gd name="T64" fmla="*/ 2 w 246"/>
                <a:gd name="T65" fmla="*/ 3 h 424"/>
                <a:gd name="T66" fmla="*/ 2 w 246"/>
                <a:gd name="T67" fmla="*/ 3 h 424"/>
                <a:gd name="T68" fmla="*/ 2 w 246"/>
                <a:gd name="T69" fmla="*/ 3 h 424"/>
                <a:gd name="T70" fmla="*/ 2 w 246"/>
                <a:gd name="T71" fmla="*/ 3 h 424"/>
                <a:gd name="T72" fmla="*/ 2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424"/>
                  </a:moveTo>
                  <a:lnTo>
                    <a:pt x="246" y="424"/>
                  </a:lnTo>
                  <a:lnTo>
                    <a:pt x="244" y="382"/>
                  </a:lnTo>
                  <a:lnTo>
                    <a:pt x="241" y="338"/>
                  </a:lnTo>
                  <a:lnTo>
                    <a:pt x="235" y="298"/>
                  </a:lnTo>
                  <a:lnTo>
                    <a:pt x="227" y="261"/>
                  </a:lnTo>
                  <a:lnTo>
                    <a:pt x="216" y="222"/>
                  </a:lnTo>
                  <a:lnTo>
                    <a:pt x="205" y="188"/>
                  </a:lnTo>
                  <a:lnTo>
                    <a:pt x="190" y="155"/>
                  </a:lnTo>
                  <a:lnTo>
                    <a:pt x="174" y="125"/>
                  </a:lnTo>
                  <a:lnTo>
                    <a:pt x="157" y="98"/>
                  </a:lnTo>
                  <a:lnTo>
                    <a:pt x="138" y="73"/>
                  </a:lnTo>
                  <a:lnTo>
                    <a:pt x="118" y="51"/>
                  </a:lnTo>
                  <a:lnTo>
                    <a:pt x="96" y="34"/>
                  </a:lnTo>
                  <a:lnTo>
                    <a:pt x="74" y="18"/>
                  </a:lnTo>
                  <a:lnTo>
                    <a:pt x="50" y="8"/>
                  </a:lnTo>
                  <a:lnTo>
                    <a:pt x="25" y="2"/>
                  </a:lnTo>
                  <a:lnTo>
                    <a:pt x="0" y="0"/>
                  </a:lnTo>
                  <a:lnTo>
                    <a:pt x="0" y="11"/>
                  </a:lnTo>
                  <a:lnTo>
                    <a:pt x="23" y="14"/>
                  </a:lnTo>
                  <a:lnTo>
                    <a:pt x="45" y="19"/>
                  </a:lnTo>
                  <a:lnTo>
                    <a:pt x="67" y="30"/>
                  </a:lnTo>
                  <a:lnTo>
                    <a:pt x="89" y="43"/>
                  </a:lnTo>
                  <a:lnTo>
                    <a:pt x="108" y="60"/>
                  </a:lnTo>
                  <a:lnTo>
                    <a:pt x="128" y="80"/>
                  </a:lnTo>
                  <a:lnTo>
                    <a:pt x="147" y="105"/>
                  </a:lnTo>
                  <a:lnTo>
                    <a:pt x="165" y="132"/>
                  </a:lnTo>
                  <a:lnTo>
                    <a:pt x="179" y="160"/>
                  </a:lnTo>
                  <a:lnTo>
                    <a:pt x="193" y="193"/>
                  </a:lnTo>
                  <a:lnTo>
                    <a:pt x="205" y="227"/>
                  </a:lnTo>
                  <a:lnTo>
                    <a:pt x="215" y="263"/>
                  </a:lnTo>
                  <a:lnTo>
                    <a:pt x="223" y="301"/>
                  </a:lnTo>
                  <a:lnTo>
                    <a:pt x="229" y="341"/>
                  </a:lnTo>
                  <a:lnTo>
                    <a:pt x="233" y="382"/>
                  </a:lnTo>
                  <a:lnTo>
                    <a:pt x="234" y="424"/>
                  </a:lnTo>
                  <a:lnTo>
                    <a:pt x="246"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5857" name="Freeform 65"/>
            <p:cNvSpPr>
              <a:spLocks/>
            </p:cNvSpPr>
            <p:nvPr/>
          </p:nvSpPr>
          <p:spPr bwMode="auto">
            <a:xfrm>
              <a:off x="1140" y="2172"/>
              <a:ext cx="49" cy="85"/>
            </a:xfrm>
            <a:custGeom>
              <a:avLst/>
              <a:gdLst>
                <a:gd name="T0" fmla="*/ 0 w 246"/>
                <a:gd name="T1" fmla="*/ 3 h 426"/>
                <a:gd name="T2" fmla="*/ 0 w 246"/>
                <a:gd name="T3" fmla="*/ 3 h 426"/>
                <a:gd name="T4" fmla="*/ 0 w 246"/>
                <a:gd name="T5" fmla="*/ 3 h 426"/>
                <a:gd name="T6" fmla="*/ 0 w 246"/>
                <a:gd name="T7" fmla="*/ 3 h 426"/>
                <a:gd name="T8" fmla="*/ 1 w 246"/>
                <a:gd name="T9" fmla="*/ 3 h 426"/>
                <a:gd name="T10" fmla="*/ 1 w 246"/>
                <a:gd name="T11" fmla="*/ 3 h 426"/>
                <a:gd name="T12" fmla="*/ 1 w 246"/>
                <a:gd name="T13" fmla="*/ 3 h 426"/>
                <a:gd name="T14" fmla="*/ 1 w 246"/>
                <a:gd name="T15" fmla="*/ 3 h 426"/>
                <a:gd name="T16" fmla="*/ 1 w 246"/>
                <a:gd name="T17" fmla="*/ 3 h 426"/>
                <a:gd name="T18" fmla="*/ 1 w 246"/>
                <a:gd name="T19" fmla="*/ 2 h 426"/>
                <a:gd name="T20" fmla="*/ 2 w 246"/>
                <a:gd name="T21" fmla="*/ 2 h 426"/>
                <a:gd name="T22" fmla="*/ 2 w 246"/>
                <a:gd name="T23" fmla="*/ 2 h 426"/>
                <a:gd name="T24" fmla="*/ 2 w 246"/>
                <a:gd name="T25" fmla="*/ 2 h 426"/>
                <a:gd name="T26" fmla="*/ 2 w 246"/>
                <a:gd name="T27" fmla="*/ 1 h 426"/>
                <a:gd name="T28" fmla="*/ 2 w 246"/>
                <a:gd name="T29" fmla="*/ 1 h 426"/>
                <a:gd name="T30" fmla="*/ 2 w 246"/>
                <a:gd name="T31" fmla="*/ 1 h 426"/>
                <a:gd name="T32" fmla="*/ 2 w 246"/>
                <a:gd name="T33" fmla="*/ 0 h 426"/>
                <a:gd name="T34" fmla="*/ 2 w 246"/>
                <a:gd name="T35" fmla="*/ 0 h 426"/>
                <a:gd name="T36" fmla="*/ 2 w 246"/>
                <a:gd name="T37" fmla="*/ 0 h 426"/>
                <a:gd name="T38" fmla="*/ 2 w 246"/>
                <a:gd name="T39" fmla="*/ 0 h 426"/>
                <a:gd name="T40" fmla="*/ 2 w 246"/>
                <a:gd name="T41" fmla="*/ 1 h 426"/>
                <a:gd name="T42" fmla="*/ 2 w 246"/>
                <a:gd name="T43" fmla="*/ 1 h 426"/>
                <a:gd name="T44" fmla="*/ 2 w 246"/>
                <a:gd name="T45" fmla="*/ 1 h 426"/>
                <a:gd name="T46" fmla="*/ 2 w 246"/>
                <a:gd name="T47" fmla="*/ 2 h 426"/>
                <a:gd name="T48" fmla="*/ 2 w 246"/>
                <a:gd name="T49" fmla="*/ 2 h 426"/>
                <a:gd name="T50" fmla="*/ 1 w 246"/>
                <a:gd name="T51" fmla="*/ 2 h 426"/>
                <a:gd name="T52" fmla="*/ 1 w 246"/>
                <a:gd name="T53" fmla="*/ 2 h 426"/>
                <a:gd name="T54" fmla="*/ 1 w 246"/>
                <a:gd name="T55" fmla="*/ 3 h 426"/>
                <a:gd name="T56" fmla="*/ 1 w 246"/>
                <a:gd name="T57" fmla="*/ 3 h 426"/>
                <a:gd name="T58" fmla="*/ 1 w 246"/>
                <a:gd name="T59" fmla="*/ 3 h 426"/>
                <a:gd name="T60" fmla="*/ 1 w 246"/>
                <a:gd name="T61" fmla="*/ 3 h 426"/>
                <a:gd name="T62" fmla="*/ 1 w 246"/>
                <a:gd name="T63" fmla="*/ 3 h 426"/>
                <a:gd name="T64" fmla="*/ 0 w 246"/>
                <a:gd name="T65" fmla="*/ 3 h 426"/>
                <a:gd name="T66" fmla="*/ 0 w 246"/>
                <a:gd name="T67" fmla="*/ 3 h 426"/>
                <a:gd name="T68" fmla="*/ 0 w 246"/>
                <a:gd name="T69" fmla="*/ 3 h 426"/>
                <a:gd name="T70" fmla="*/ 0 w 246"/>
                <a:gd name="T71" fmla="*/ 3 h 426"/>
                <a:gd name="T72" fmla="*/ 0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426"/>
                  </a:moveTo>
                  <a:lnTo>
                    <a:pt x="0" y="426"/>
                  </a:lnTo>
                  <a:lnTo>
                    <a:pt x="25" y="423"/>
                  </a:lnTo>
                  <a:lnTo>
                    <a:pt x="50" y="417"/>
                  </a:lnTo>
                  <a:lnTo>
                    <a:pt x="74" y="407"/>
                  </a:lnTo>
                  <a:lnTo>
                    <a:pt x="96" y="392"/>
                  </a:lnTo>
                  <a:lnTo>
                    <a:pt x="118" y="373"/>
                  </a:lnTo>
                  <a:lnTo>
                    <a:pt x="138" y="350"/>
                  </a:lnTo>
                  <a:lnTo>
                    <a:pt x="157" y="327"/>
                  </a:lnTo>
                  <a:lnTo>
                    <a:pt x="175" y="299"/>
                  </a:lnTo>
                  <a:lnTo>
                    <a:pt x="190" y="268"/>
                  </a:lnTo>
                  <a:lnTo>
                    <a:pt x="205" y="236"/>
                  </a:lnTo>
                  <a:lnTo>
                    <a:pt x="216" y="202"/>
                  </a:lnTo>
                  <a:lnTo>
                    <a:pt x="227" y="164"/>
                  </a:lnTo>
                  <a:lnTo>
                    <a:pt x="235" y="125"/>
                  </a:lnTo>
                  <a:lnTo>
                    <a:pt x="241" y="86"/>
                  </a:lnTo>
                  <a:lnTo>
                    <a:pt x="244" y="42"/>
                  </a:lnTo>
                  <a:lnTo>
                    <a:pt x="246" y="0"/>
                  </a:lnTo>
                  <a:lnTo>
                    <a:pt x="234" y="0"/>
                  </a:lnTo>
                  <a:lnTo>
                    <a:pt x="233" y="42"/>
                  </a:lnTo>
                  <a:lnTo>
                    <a:pt x="229" y="83"/>
                  </a:lnTo>
                  <a:lnTo>
                    <a:pt x="223" y="123"/>
                  </a:lnTo>
                  <a:lnTo>
                    <a:pt x="215" y="162"/>
                  </a:lnTo>
                  <a:lnTo>
                    <a:pt x="205" y="197"/>
                  </a:lnTo>
                  <a:lnTo>
                    <a:pt x="193" y="231"/>
                  </a:lnTo>
                  <a:lnTo>
                    <a:pt x="179" y="264"/>
                  </a:lnTo>
                  <a:lnTo>
                    <a:pt x="164" y="292"/>
                  </a:lnTo>
                  <a:lnTo>
                    <a:pt x="147" y="320"/>
                  </a:lnTo>
                  <a:lnTo>
                    <a:pt x="128" y="343"/>
                  </a:lnTo>
                  <a:lnTo>
                    <a:pt x="108" y="363"/>
                  </a:lnTo>
                  <a:lnTo>
                    <a:pt x="89" y="382"/>
                  </a:lnTo>
                  <a:lnTo>
                    <a:pt x="67" y="395"/>
                  </a:lnTo>
                  <a:lnTo>
                    <a:pt x="45" y="406"/>
                  </a:lnTo>
                  <a:lnTo>
                    <a:pt x="23" y="411"/>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5858" name="Freeform 66"/>
            <p:cNvSpPr>
              <a:spLocks/>
            </p:cNvSpPr>
            <p:nvPr/>
          </p:nvSpPr>
          <p:spPr bwMode="auto">
            <a:xfrm>
              <a:off x="1091" y="2172"/>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4" y="86"/>
                  </a:lnTo>
                  <a:lnTo>
                    <a:pt x="10" y="125"/>
                  </a:lnTo>
                  <a:lnTo>
                    <a:pt x="18" y="164"/>
                  </a:lnTo>
                  <a:lnTo>
                    <a:pt x="29" y="202"/>
                  </a:lnTo>
                  <a:lnTo>
                    <a:pt x="41" y="236"/>
                  </a:lnTo>
                  <a:lnTo>
                    <a:pt x="55" y="268"/>
                  </a:lnTo>
                  <a:lnTo>
                    <a:pt x="70" y="299"/>
                  </a:lnTo>
                  <a:lnTo>
                    <a:pt x="89" y="327"/>
                  </a:lnTo>
                  <a:lnTo>
                    <a:pt x="106" y="350"/>
                  </a:lnTo>
                  <a:lnTo>
                    <a:pt x="126" y="373"/>
                  </a:lnTo>
                  <a:lnTo>
                    <a:pt x="148" y="392"/>
                  </a:lnTo>
                  <a:lnTo>
                    <a:pt x="171" y="407"/>
                  </a:lnTo>
                  <a:lnTo>
                    <a:pt x="194" y="417"/>
                  </a:lnTo>
                  <a:lnTo>
                    <a:pt x="219" y="423"/>
                  </a:lnTo>
                  <a:lnTo>
                    <a:pt x="245" y="426"/>
                  </a:lnTo>
                  <a:lnTo>
                    <a:pt x="245" y="414"/>
                  </a:lnTo>
                  <a:lnTo>
                    <a:pt x="221" y="411"/>
                  </a:lnTo>
                  <a:lnTo>
                    <a:pt x="199" y="406"/>
                  </a:lnTo>
                  <a:lnTo>
                    <a:pt x="178" y="395"/>
                  </a:lnTo>
                  <a:lnTo>
                    <a:pt x="155" y="382"/>
                  </a:lnTo>
                  <a:lnTo>
                    <a:pt x="136" y="363"/>
                  </a:lnTo>
                  <a:lnTo>
                    <a:pt x="116" y="343"/>
                  </a:lnTo>
                  <a:lnTo>
                    <a:pt x="98" y="320"/>
                  </a:lnTo>
                  <a:lnTo>
                    <a:pt x="82" y="292"/>
                  </a:lnTo>
                  <a:lnTo>
                    <a:pt x="66" y="264"/>
                  </a:lnTo>
                  <a:lnTo>
                    <a:pt x="52" y="231"/>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5859" name="Freeform 67"/>
            <p:cNvSpPr>
              <a:spLocks/>
            </p:cNvSpPr>
            <p:nvPr/>
          </p:nvSpPr>
          <p:spPr bwMode="auto">
            <a:xfrm>
              <a:off x="1091" y="2087"/>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4" y="8"/>
                  </a:lnTo>
                  <a:lnTo>
                    <a:pt x="171" y="18"/>
                  </a:lnTo>
                  <a:lnTo>
                    <a:pt x="148" y="34"/>
                  </a:lnTo>
                  <a:lnTo>
                    <a:pt x="126" y="51"/>
                  </a:lnTo>
                  <a:lnTo>
                    <a:pt x="106" y="73"/>
                  </a:lnTo>
                  <a:lnTo>
                    <a:pt x="89" y="98"/>
                  </a:lnTo>
                  <a:lnTo>
                    <a:pt x="71" y="125"/>
                  </a:lnTo>
                  <a:lnTo>
                    <a:pt x="55" y="155"/>
                  </a:lnTo>
                  <a:lnTo>
                    <a:pt x="41" y="188"/>
                  </a:lnTo>
                  <a:lnTo>
                    <a:pt x="29" y="222"/>
                  </a:lnTo>
                  <a:lnTo>
                    <a:pt x="18" y="261"/>
                  </a:lnTo>
                  <a:lnTo>
                    <a:pt x="10" y="298"/>
                  </a:lnTo>
                  <a:lnTo>
                    <a:pt x="4" y="338"/>
                  </a:lnTo>
                  <a:lnTo>
                    <a:pt x="1" y="382"/>
                  </a:lnTo>
                  <a:lnTo>
                    <a:pt x="0" y="424"/>
                  </a:lnTo>
                  <a:lnTo>
                    <a:pt x="11" y="424"/>
                  </a:lnTo>
                  <a:lnTo>
                    <a:pt x="13" y="382"/>
                  </a:lnTo>
                  <a:lnTo>
                    <a:pt x="16" y="341"/>
                  </a:lnTo>
                  <a:lnTo>
                    <a:pt x="22" y="301"/>
                  </a:lnTo>
                  <a:lnTo>
                    <a:pt x="30" y="263"/>
                  </a:lnTo>
                  <a:lnTo>
                    <a:pt x="41" y="227"/>
                  </a:lnTo>
                  <a:lnTo>
                    <a:pt x="52" y="193"/>
                  </a:lnTo>
                  <a:lnTo>
                    <a:pt x="66" y="160"/>
                  </a:lnTo>
                  <a:lnTo>
                    <a:pt x="80" y="132"/>
                  </a:lnTo>
                  <a:lnTo>
                    <a:pt x="98" y="105"/>
                  </a:lnTo>
                  <a:lnTo>
                    <a:pt x="116" y="80"/>
                  </a:lnTo>
                  <a:lnTo>
                    <a:pt x="136" y="60"/>
                  </a:lnTo>
                  <a:lnTo>
                    <a:pt x="155" y="43"/>
                  </a:lnTo>
                  <a:lnTo>
                    <a:pt x="178" y="30"/>
                  </a:lnTo>
                  <a:lnTo>
                    <a:pt x="199" y="19"/>
                  </a:lnTo>
                  <a:lnTo>
                    <a:pt x="221" y="14"/>
                  </a:lnTo>
                  <a:lnTo>
                    <a:pt x="245" y="11"/>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5860" name="Freeform 68"/>
            <p:cNvSpPr>
              <a:spLocks/>
            </p:cNvSpPr>
            <p:nvPr/>
          </p:nvSpPr>
          <p:spPr bwMode="auto">
            <a:xfrm>
              <a:off x="1392" y="2118"/>
              <a:ext cx="49" cy="85"/>
            </a:xfrm>
            <a:custGeom>
              <a:avLst/>
              <a:gdLst>
                <a:gd name="T0" fmla="*/ 2 w 246"/>
                <a:gd name="T1" fmla="*/ 3 h 426"/>
                <a:gd name="T2" fmla="*/ 2 w 246"/>
                <a:gd name="T3" fmla="*/ 3 h 426"/>
                <a:gd name="T4" fmla="*/ 2 w 246"/>
                <a:gd name="T5" fmla="*/ 3 h 426"/>
                <a:gd name="T6" fmla="*/ 2 w 246"/>
                <a:gd name="T7" fmla="*/ 3 h 426"/>
                <a:gd name="T8" fmla="*/ 2 w 246"/>
                <a:gd name="T9" fmla="*/ 2 h 426"/>
                <a:gd name="T10" fmla="*/ 2 w 246"/>
                <a:gd name="T11" fmla="*/ 2 h 426"/>
                <a:gd name="T12" fmla="*/ 2 w 246"/>
                <a:gd name="T13" fmla="*/ 2 h 426"/>
                <a:gd name="T14" fmla="*/ 2 w 246"/>
                <a:gd name="T15" fmla="*/ 2 h 426"/>
                <a:gd name="T16" fmla="*/ 2 w 246"/>
                <a:gd name="T17" fmla="*/ 1 h 426"/>
                <a:gd name="T18" fmla="*/ 1 w 246"/>
                <a:gd name="T19" fmla="*/ 1 h 426"/>
                <a:gd name="T20" fmla="*/ 1 w 246"/>
                <a:gd name="T21" fmla="*/ 1 h 426"/>
                <a:gd name="T22" fmla="*/ 1 w 246"/>
                <a:gd name="T23" fmla="*/ 1 h 426"/>
                <a:gd name="T24" fmla="*/ 1 w 246"/>
                <a:gd name="T25" fmla="*/ 0 h 426"/>
                <a:gd name="T26" fmla="*/ 1 w 246"/>
                <a:gd name="T27" fmla="*/ 0 h 426"/>
                <a:gd name="T28" fmla="*/ 1 w 246"/>
                <a:gd name="T29" fmla="*/ 0 h 426"/>
                <a:gd name="T30" fmla="*/ 0 w 246"/>
                <a:gd name="T31" fmla="*/ 0 h 426"/>
                <a:gd name="T32" fmla="*/ 0 w 246"/>
                <a:gd name="T33" fmla="*/ 0 h 426"/>
                <a:gd name="T34" fmla="*/ 0 w 246"/>
                <a:gd name="T35" fmla="*/ 0 h 426"/>
                <a:gd name="T36" fmla="*/ 0 w 246"/>
                <a:gd name="T37" fmla="*/ 0 h 426"/>
                <a:gd name="T38" fmla="*/ 0 w 246"/>
                <a:gd name="T39" fmla="*/ 0 h 426"/>
                <a:gd name="T40" fmla="*/ 0 w 246"/>
                <a:gd name="T41" fmla="*/ 0 h 426"/>
                <a:gd name="T42" fmla="*/ 1 w 246"/>
                <a:gd name="T43" fmla="*/ 0 h 426"/>
                <a:gd name="T44" fmla="*/ 1 w 246"/>
                <a:gd name="T45" fmla="*/ 0 h 426"/>
                <a:gd name="T46" fmla="*/ 1 w 246"/>
                <a:gd name="T47" fmla="*/ 1 h 426"/>
                <a:gd name="T48" fmla="*/ 1 w 246"/>
                <a:gd name="T49" fmla="*/ 1 h 426"/>
                <a:gd name="T50" fmla="*/ 1 w 246"/>
                <a:gd name="T51" fmla="*/ 1 h 426"/>
                <a:gd name="T52" fmla="*/ 1 w 246"/>
                <a:gd name="T53" fmla="*/ 1 h 426"/>
                <a:gd name="T54" fmla="*/ 1 w 246"/>
                <a:gd name="T55" fmla="*/ 1 h 426"/>
                <a:gd name="T56" fmla="*/ 2 w 246"/>
                <a:gd name="T57" fmla="*/ 2 h 426"/>
                <a:gd name="T58" fmla="*/ 2 w 246"/>
                <a:gd name="T59" fmla="*/ 2 h 426"/>
                <a:gd name="T60" fmla="*/ 2 w 246"/>
                <a:gd name="T61" fmla="*/ 2 h 426"/>
                <a:gd name="T62" fmla="*/ 2 w 246"/>
                <a:gd name="T63" fmla="*/ 2 h 426"/>
                <a:gd name="T64" fmla="*/ 2 w 246"/>
                <a:gd name="T65" fmla="*/ 3 h 426"/>
                <a:gd name="T66" fmla="*/ 2 w 246"/>
                <a:gd name="T67" fmla="*/ 3 h 426"/>
                <a:gd name="T68" fmla="*/ 2 w 246"/>
                <a:gd name="T69" fmla="*/ 3 h 426"/>
                <a:gd name="T70" fmla="*/ 2 w 246"/>
                <a:gd name="T71" fmla="*/ 3 h 426"/>
                <a:gd name="T72" fmla="*/ 2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246" y="426"/>
                  </a:moveTo>
                  <a:lnTo>
                    <a:pt x="246" y="426"/>
                  </a:lnTo>
                  <a:lnTo>
                    <a:pt x="245" y="384"/>
                  </a:lnTo>
                  <a:lnTo>
                    <a:pt x="242" y="340"/>
                  </a:lnTo>
                  <a:lnTo>
                    <a:pt x="236" y="301"/>
                  </a:lnTo>
                  <a:lnTo>
                    <a:pt x="228" y="262"/>
                  </a:lnTo>
                  <a:lnTo>
                    <a:pt x="217" y="224"/>
                  </a:lnTo>
                  <a:lnTo>
                    <a:pt x="205" y="190"/>
                  </a:lnTo>
                  <a:lnTo>
                    <a:pt x="191" y="158"/>
                  </a:lnTo>
                  <a:lnTo>
                    <a:pt x="176" y="126"/>
                  </a:lnTo>
                  <a:lnTo>
                    <a:pt x="157" y="99"/>
                  </a:lnTo>
                  <a:lnTo>
                    <a:pt x="139" y="75"/>
                  </a:lnTo>
                  <a:lnTo>
                    <a:pt x="119" y="53"/>
                  </a:lnTo>
                  <a:lnTo>
                    <a:pt x="96" y="34"/>
                  </a:lnTo>
                  <a:lnTo>
                    <a:pt x="75" y="19"/>
                  </a:lnTo>
                  <a:lnTo>
                    <a:pt x="51" y="9"/>
                  </a:lnTo>
                  <a:lnTo>
                    <a:pt x="26" y="3"/>
                  </a:lnTo>
                  <a:lnTo>
                    <a:pt x="0" y="0"/>
                  </a:lnTo>
                  <a:lnTo>
                    <a:pt x="0" y="12"/>
                  </a:lnTo>
                  <a:lnTo>
                    <a:pt x="24" y="15"/>
                  </a:lnTo>
                  <a:lnTo>
                    <a:pt x="46" y="20"/>
                  </a:lnTo>
                  <a:lnTo>
                    <a:pt x="68" y="31"/>
                  </a:lnTo>
                  <a:lnTo>
                    <a:pt x="89" y="44"/>
                  </a:lnTo>
                  <a:lnTo>
                    <a:pt x="109" y="63"/>
                  </a:lnTo>
                  <a:lnTo>
                    <a:pt x="129" y="83"/>
                  </a:lnTo>
                  <a:lnTo>
                    <a:pt x="148" y="106"/>
                  </a:lnTo>
                  <a:lnTo>
                    <a:pt x="164" y="133"/>
                  </a:lnTo>
                  <a:lnTo>
                    <a:pt x="180" y="162"/>
                  </a:lnTo>
                  <a:lnTo>
                    <a:pt x="194" y="195"/>
                  </a:lnTo>
                  <a:lnTo>
                    <a:pt x="205" y="229"/>
                  </a:lnTo>
                  <a:lnTo>
                    <a:pt x="216" y="264"/>
                  </a:lnTo>
                  <a:lnTo>
                    <a:pt x="224" y="303"/>
                  </a:lnTo>
                  <a:lnTo>
                    <a:pt x="230" y="343"/>
                  </a:lnTo>
                  <a:lnTo>
                    <a:pt x="233" y="384"/>
                  </a:lnTo>
                  <a:lnTo>
                    <a:pt x="235" y="426"/>
                  </a:lnTo>
                  <a:lnTo>
                    <a:pt x="246"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5861" name="Freeform 69"/>
            <p:cNvSpPr>
              <a:spLocks/>
            </p:cNvSpPr>
            <p:nvPr/>
          </p:nvSpPr>
          <p:spPr bwMode="auto">
            <a:xfrm>
              <a:off x="1392" y="2203"/>
              <a:ext cx="49" cy="85"/>
            </a:xfrm>
            <a:custGeom>
              <a:avLst/>
              <a:gdLst>
                <a:gd name="T0" fmla="*/ 0 w 246"/>
                <a:gd name="T1" fmla="*/ 3 h 424"/>
                <a:gd name="T2" fmla="*/ 0 w 246"/>
                <a:gd name="T3" fmla="*/ 3 h 424"/>
                <a:gd name="T4" fmla="*/ 0 w 246"/>
                <a:gd name="T5" fmla="*/ 3 h 424"/>
                <a:gd name="T6" fmla="*/ 0 w 246"/>
                <a:gd name="T7" fmla="*/ 3 h 424"/>
                <a:gd name="T8" fmla="*/ 1 w 246"/>
                <a:gd name="T9" fmla="*/ 3 h 424"/>
                <a:gd name="T10" fmla="*/ 1 w 246"/>
                <a:gd name="T11" fmla="*/ 3 h 424"/>
                <a:gd name="T12" fmla="*/ 1 w 246"/>
                <a:gd name="T13" fmla="*/ 3 h 424"/>
                <a:gd name="T14" fmla="*/ 1 w 246"/>
                <a:gd name="T15" fmla="*/ 3 h 424"/>
                <a:gd name="T16" fmla="*/ 1 w 246"/>
                <a:gd name="T17" fmla="*/ 3 h 424"/>
                <a:gd name="T18" fmla="*/ 1 w 246"/>
                <a:gd name="T19" fmla="*/ 2 h 424"/>
                <a:gd name="T20" fmla="*/ 2 w 246"/>
                <a:gd name="T21" fmla="*/ 2 h 424"/>
                <a:gd name="T22" fmla="*/ 2 w 246"/>
                <a:gd name="T23" fmla="*/ 2 h 424"/>
                <a:gd name="T24" fmla="*/ 2 w 246"/>
                <a:gd name="T25" fmla="*/ 2 h 424"/>
                <a:gd name="T26" fmla="*/ 2 w 246"/>
                <a:gd name="T27" fmla="*/ 1 h 424"/>
                <a:gd name="T28" fmla="*/ 2 w 246"/>
                <a:gd name="T29" fmla="*/ 1 h 424"/>
                <a:gd name="T30" fmla="*/ 2 w 246"/>
                <a:gd name="T31" fmla="*/ 1 h 424"/>
                <a:gd name="T32" fmla="*/ 2 w 246"/>
                <a:gd name="T33" fmla="*/ 0 h 424"/>
                <a:gd name="T34" fmla="*/ 2 w 246"/>
                <a:gd name="T35" fmla="*/ 0 h 424"/>
                <a:gd name="T36" fmla="*/ 2 w 246"/>
                <a:gd name="T37" fmla="*/ 0 h 424"/>
                <a:gd name="T38" fmla="*/ 2 w 246"/>
                <a:gd name="T39" fmla="*/ 0 h 424"/>
                <a:gd name="T40" fmla="*/ 2 w 246"/>
                <a:gd name="T41" fmla="*/ 1 h 424"/>
                <a:gd name="T42" fmla="*/ 2 w 246"/>
                <a:gd name="T43" fmla="*/ 1 h 424"/>
                <a:gd name="T44" fmla="*/ 2 w 246"/>
                <a:gd name="T45" fmla="*/ 1 h 424"/>
                <a:gd name="T46" fmla="*/ 2 w 246"/>
                <a:gd name="T47" fmla="*/ 2 h 424"/>
                <a:gd name="T48" fmla="*/ 2 w 246"/>
                <a:gd name="T49" fmla="*/ 2 h 424"/>
                <a:gd name="T50" fmla="*/ 1 w 246"/>
                <a:gd name="T51" fmla="*/ 2 h 424"/>
                <a:gd name="T52" fmla="*/ 1 w 246"/>
                <a:gd name="T53" fmla="*/ 2 h 424"/>
                <a:gd name="T54" fmla="*/ 1 w 246"/>
                <a:gd name="T55" fmla="*/ 3 h 424"/>
                <a:gd name="T56" fmla="*/ 1 w 246"/>
                <a:gd name="T57" fmla="*/ 3 h 424"/>
                <a:gd name="T58" fmla="*/ 1 w 246"/>
                <a:gd name="T59" fmla="*/ 3 h 424"/>
                <a:gd name="T60" fmla="*/ 1 w 246"/>
                <a:gd name="T61" fmla="*/ 3 h 424"/>
                <a:gd name="T62" fmla="*/ 1 w 246"/>
                <a:gd name="T63" fmla="*/ 3 h 424"/>
                <a:gd name="T64" fmla="*/ 0 w 246"/>
                <a:gd name="T65" fmla="*/ 3 h 424"/>
                <a:gd name="T66" fmla="*/ 0 w 246"/>
                <a:gd name="T67" fmla="*/ 3 h 424"/>
                <a:gd name="T68" fmla="*/ 0 w 246"/>
                <a:gd name="T69" fmla="*/ 3 h 424"/>
                <a:gd name="T70" fmla="*/ 0 w 246"/>
                <a:gd name="T71" fmla="*/ 3 h 424"/>
                <a:gd name="T72" fmla="*/ 0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0" y="424"/>
                  </a:moveTo>
                  <a:lnTo>
                    <a:pt x="0" y="424"/>
                  </a:lnTo>
                  <a:lnTo>
                    <a:pt x="26" y="422"/>
                  </a:lnTo>
                  <a:lnTo>
                    <a:pt x="51" y="416"/>
                  </a:lnTo>
                  <a:lnTo>
                    <a:pt x="75" y="406"/>
                  </a:lnTo>
                  <a:lnTo>
                    <a:pt x="96" y="390"/>
                  </a:lnTo>
                  <a:lnTo>
                    <a:pt x="119" y="373"/>
                  </a:lnTo>
                  <a:lnTo>
                    <a:pt x="139" y="351"/>
                  </a:lnTo>
                  <a:lnTo>
                    <a:pt x="157" y="326"/>
                  </a:lnTo>
                  <a:lnTo>
                    <a:pt x="175" y="299"/>
                  </a:lnTo>
                  <a:lnTo>
                    <a:pt x="191" y="269"/>
                  </a:lnTo>
                  <a:lnTo>
                    <a:pt x="205" y="236"/>
                  </a:lnTo>
                  <a:lnTo>
                    <a:pt x="217" y="202"/>
                  </a:lnTo>
                  <a:lnTo>
                    <a:pt x="228" y="163"/>
                  </a:lnTo>
                  <a:lnTo>
                    <a:pt x="236" y="125"/>
                  </a:lnTo>
                  <a:lnTo>
                    <a:pt x="242" y="86"/>
                  </a:lnTo>
                  <a:lnTo>
                    <a:pt x="245" y="42"/>
                  </a:lnTo>
                  <a:lnTo>
                    <a:pt x="246" y="0"/>
                  </a:lnTo>
                  <a:lnTo>
                    <a:pt x="235" y="0"/>
                  </a:lnTo>
                  <a:lnTo>
                    <a:pt x="233" y="42"/>
                  </a:lnTo>
                  <a:lnTo>
                    <a:pt x="230" y="83"/>
                  </a:lnTo>
                  <a:lnTo>
                    <a:pt x="224" y="123"/>
                  </a:lnTo>
                  <a:lnTo>
                    <a:pt x="216" y="161"/>
                  </a:lnTo>
                  <a:lnTo>
                    <a:pt x="205" y="197"/>
                  </a:lnTo>
                  <a:lnTo>
                    <a:pt x="194" y="231"/>
                  </a:lnTo>
                  <a:lnTo>
                    <a:pt x="180" y="264"/>
                  </a:lnTo>
                  <a:lnTo>
                    <a:pt x="166" y="292"/>
                  </a:lnTo>
                  <a:lnTo>
                    <a:pt x="148" y="319"/>
                  </a:lnTo>
                  <a:lnTo>
                    <a:pt x="129" y="344"/>
                  </a:lnTo>
                  <a:lnTo>
                    <a:pt x="109" y="364"/>
                  </a:lnTo>
                  <a:lnTo>
                    <a:pt x="89" y="381"/>
                  </a:lnTo>
                  <a:lnTo>
                    <a:pt x="68" y="394"/>
                  </a:lnTo>
                  <a:lnTo>
                    <a:pt x="46" y="405"/>
                  </a:lnTo>
                  <a:lnTo>
                    <a:pt x="24" y="410"/>
                  </a:lnTo>
                  <a:lnTo>
                    <a:pt x="0" y="413"/>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5862" name="Freeform 70"/>
            <p:cNvSpPr>
              <a:spLocks/>
            </p:cNvSpPr>
            <p:nvPr/>
          </p:nvSpPr>
          <p:spPr bwMode="auto">
            <a:xfrm>
              <a:off x="1343" y="2203"/>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2" y="42"/>
                  </a:lnTo>
                  <a:lnTo>
                    <a:pt x="5" y="86"/>
                  </a:lnTo>
                  <a:lnTo>
                    <a:pt x="11" y="125"/>
                  </a:lnTo>
                  <a:lnTo>
                    <a:pt x="19" y="163"/>
                  </a:lnTo>
                  <a:lnTo>
                    <a:pt x="30" y="202"/>
                  </a:lnTo>
                  <a:lnTo>
                    <a:pt x="41" y="236"/>
                  </a:lnTo>
                  <a:lnTo>
                    <a:pt x="56" y="269"/>
                  </a:lnTo>
                  <a:lnTo>
                    <a:pt x="72" y="299"/>
                  </a:lnTo>
                  <a:lnTo>
                    <a:pt x="90" y="326"/>
                  </a:lnTo>
                  <a:lnTo>
                    <a:pt x="108" y="351"/>
                  </a:lnTo>
                  <a:lnTo>
                    <a:pt x="127" y="373"/>
                  </a:lnTo>
                  <a:lnTo>
                    <a:pt x="149" y="390"/>
                  </a:lnTo>
                  <a:lnTo>
                    <a:pt x="172" y="406"/>
                  </a:lnTo>
                  <a:lnTo>
                    <a:pt x="195" y="416"/>
                  </a:lnTo>
                  <a:lnTo>
                    <a:pt x="220" y="422"/>
                  </a:lnTo>
                  <a:lnTo>
                    <a:pt x="245" y="424"/>
                  </a:lnTo>
                  <a:lnTo>
                    <a:pt x="245" y="413"/>
                  </a:lnTo>
                  <a:lnTo>
                    <a:pt x="222" y="410"/>
                  </a:lnTo>
                  <a:lnTo>
                    <a:pt x="200" y="405"/>
                  </a:lnTo>
                  <a:lnTo>
                    <a:pt x="179" y="394"/>
                  </a:lnTo>
                  <a:lnTo>
                    <a:pt x="156" y="381"/>
                  </a:lnTo>
                  <a:lnTo>
                    <a:pt x="136" y="364"/>
                  </a:lnTo>
                  <a:lnTo>
                    <a:pt x="118" y="344"/>
                  </a:lnTo>
                  <a:lnTo>
                    <a:pt x="99" y="319"/>
                  </a:lnTo>
                  <a:lnTo>
                    <a:pt x="81" y="292"/>
                  </a:lnTo>
                  <a:lnTo>
                    <a:pt x="67" y="264"/>
                  </a:lnTo>
                  <a:lnTo>
                    <a:pt x="53" y="231"/>
                  </a:lnTo>
                  <a:lnTo>
                    <a:pt x="41" y="197"/>
                  </a:lnTo>
                  <a:lnTo>
                    <a:pt x="31" y="161"/>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5863" name="Freeform 71"/>
            <p:cNvSpPr>
              <a:spLocks/>
            </p:cNvSpPr>
            <p:nvPr/>
          </p:nvSpPr>
          <p:spPr bwMode="auto">
            <a:xfrm>
              <a:off x="1343" y="2118"/>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1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20" y="3"/>
                  </a:lnTo>
                  <a:lnTo>
                    <a:pt x="195" y="9"/>
                  </a:lnTo>
                  <a:lnTo>
                    <a:pt x="172" y="19"/>
                  </a:lnTo>
                  <a:lnTo>
                    <a:pt x="149" y="34"/>
                  </a:lnTo>
                  <a:lnTo>
                    <a:pt x="127" y="53"/>
                  </a:lnTo>
                  <a:lnTo>
                    <a:pt x="108" y="75"/>
                  </a:lnTo>
                  <a:lnTo>
                    <a:pt x="90" y="99"/>
                  </a:lnTo>
                  <a:lnTo>
                    <a:pt x="71" y="126"/>
                  </a:lnTo>
                  <a:lnTo>
                    <a:pt x="56" y="158"/>
                  </a:lnTo>
                  <a:lnTo>
                    <a:pt x="41" y="190"/>
                  </a:lnTo>
                  <a:lnTo>
                    <a:pt x="30" y="224"/>
                  </a:lnTo>
                  <a:lnTo>
                    <a:pt x="19" y="262"/>
                  </a:lnTo>
                  <a:lnTo>
                    <a:pt x="11" y="301"/>
                  </a:lnTo>
                  <a:lnTo>
                    <a:pt x="5" y="340"/>
                  </a:lnTo>
                  <a:lnTo>
                    <a:pt x="2" y="384"/>
                  </a:lnTo>
                  <a:lnTo>
                    <a:pt x="0" y="426"/>
                  </a:lnTo>
                  <a:lnTo>
                    <a:pt x="12" y="426"/>
                  </a:lnTo>
                  <a:lnTo>
                    <a:pt x="13" y="384"/>
                  </a:lnTo>
                  <a:lnTo>
                    <a:pt x="17" y="343"/>
                  </a:lnTo>
                  <a:lnTo>
                    <a:pt x="23" y="303"/>
                  </a:lnTo>
                  <a:lnTo>
                    <a:pt x="31" y="264"/>
                  </a:lnTo>
                  <a:lnTo>
                    <a:pt x="41" y="229"/>
                  </a:lnTo>
                  <a:lnTo>
                    <a:pt x="53" y="195"/>
                  </a:lnTo>
                  <a:lnTo>
                    <a:pt x="67" y="162"/>
                  </a:lnTo>
                  <a:lnTo>
                    <a:pt x="82" y="133"/>
                  </a:lnTo>
                  <a:lnTo>
                    <a:pt x="99" y="106"/>
                  </a:lnTo>
                  <a:lnTo>
                    <a:pt x="118" y="83"/>
                  </a:lnTo>
                  <a:lnTo>
                    <a:pt x="136" y="63"/>
                  </a:lnTo>
                  <a:lnTo>
                    <a:pt x="156" y="44"/>
                  </a:lnTo>
                  <a:lnTo>
                    <a:pt x="179" y="31"/>
                  </a:lnTo>
                  <a:lnTo>
                    <a:pt x="200" y="20"/>
                  </a:lnTo>
                  <a:lnTo>
                    <a:pt x="222" y="15"/>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5864" name="Freeform 72"/>
            <p:cNvSpPr>
              <a:spLocks/>
            </p:cNvSpPr>
            <p:nvPr/>
          </p:nvSpPr>
          <p:spPr bwMode="auto">
            <a:xfrm>
              <a:off x="1384" y="1859"/>
              <a:ext cx="49" cy="84"/>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1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3" y="382"/>
                  </a:lnTo>
                  <a:lnTo>
                    <a:pt x="240" y="339"/>
                  </a:lnTo>
                  <a:lnTo>
                    <a:pt x="234" y="299"/>
                  </a:lnTo>
                  <a:lnTo>
                    <a:pt x="226" y="261"/>
                  </a:lnTo>
                  <a:lnTo>
                    <a:pt x="215" y="222"/>
                  </a:lnTo>
                  <a:lnTo>
                    <a:pt x="204" y="188"/>
                  </a:lnTo>
                  <a:lnTo>
                    <a:pt x="189" y="156"/>
                  </a:lnTo>
                  <a:lnTo>
                    <a:pt x="173" y="125"/>
                  </a:lnTo>
                  <a:lnTo>
                    <a:pt x="155" y="98"/>
                  </a:lnTo>
                  <a:lnTo>
                    <a:pt x="138" y="74"/>
                  </a:lnTo>
                  <a:lnTo>
                    <a:pt x="118" y="51"/>
                  </a:lnTo>
                  <a:lnTo>
                    <a:pt x="96" y="34"/>
                  </a:lnTo>
                  <a:lnTo>
                    <a:pt x="73" y="18"/>
                  </a:lnTo>
                  <a:lnTo>
                    <a:pt x="50" y="8"/>
                  </a:lnTo>
                  <a:lnTo>
                    <a:pt x="25" y="2"/>
                  </a:lnTo>
                  <a:lnTo>
                    <a:pt x="0" y="0"/>
                  </a:lnTo>
                  <a:lnTo>
                    <a:pt x="0" y="11"/>
                  </a:lnTo>
                  <a:lnTo>
                    <a:pt x="23" y="14"/>
                  </a:lnTo>
                  <a:lnTo>
                    <a:pt x="45" y="20"/>
                  </a:lnTo>
                  <a:lnTo>
                    <a:pt x="66" y="30"/>
                  </a:lnTo>
                  <a:lnTo>
                    <a:pt x="89" y="43"/>
                  </a:lnTo>
                  <a:lnTo>
                    <a:pt x="109" y="61"/>
                  </a:lnTo>
                  <a:lnTo>
                    <a:pt x="129" y="81"/>
                  </a:lnTo>
                  <a:lnTo>
                    <a:pt x="146" y="105"/>
                  </a:lnTo>
                  <a:lnTo>
                    <a:pt x="164" y="132"/>
                  </a:lnTo>
                  <a:lnTo>
                    <a:pt x="178" y="160"/>
                  </a:lnTo>
                  <a:lnTo>
                    <a:pt x="192" y="193"/>
                  </a:lnTo>
                  <a:lnTo>
                    <a:pt x="204" y="227"/>
                  </a:lnTo>
                  <a:lnTo>
                    <a:pt x="214" y="264"/>
                  </a:lnTo>
                  <a:lnTo>
                    <a:pt x="222" y="301"/>
                  </a:lnTo>
                  <a:lnTo>
                    <a:pt x="228"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5865" name="Freeform 73"/>
            <p:cNvSpPr>
              <a:spLocks/>
            </p:cNvSpPr>
            <p:nvPr/>
          </p:nvSpPr>
          <p:spPr bwMode="auto">
            <a:xfrm>
              <a:off x="1384" y="1943"/>
              <a:ext cx="49" cy="86"/>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5" y="423"/>
                  </a:lnTo>
                  <a:lnTo>
                    <a:pt x="50" y="418"/>
                  </a:lnTo>
                  <a:lnTo>
                    <a:pt x="73" y="407"/>
                  </a:lnTo>
                  <a:lnTo>
                    <a:pt x="96" y="392"/>
                  </a:lnTo>
                  <a:lnTo>
                    <a:pt x="118" y="374"/>
                  </a:lnTo>
                  <a:lnTo>
                    <a:pt x="138" y="352"/>
                  </a:lnTo>
                  <a:lnTo>
                    <a:pt x="155" y="327"/>
                  </a:lnTo>
                  <a:lnTo>
                    <a:pt x="174" y="300"/>
                  </a:lnTo>
                  <a:lnTo>
                    <a:pt x="189" y="269"/>
                  </a:lnTo>
                  <a:lnTo>
                    <a:pt x="204" y="237"/>
                  </a:lnTo>
                  <a:lnTo>
                    <a:pt x="215" y="202"/>
                  </a:lnTo>
                  <a:lnTo>
                    <a:pt x="226" y="164"/>
                  </a:lnTo>
                  <a:lnTo>
                    <a:pt x="234" y="126"/>
                  </a:lnTo>
                  <a:lnTo>
                    <a:pt x="240" y="86"/>
                  </a:lnTo>
                  <a:lnTo>
                    <a:pt x="243" y="42"/>
                  </a:lnTo>
                  <a:lnTo>
                    <a:pt x="245" y="0"/>
                  </a:lnTo>
                  <a:lnTo>
                    <a:pt x="233" y="0"/>
                  </a:lnTo>
                  <a:lnTo>
                    <a:pt x="232" y="42"/>
                  </a:lnTo>
                  <a:lnTo>
                    <a:pt x="228" y="83"/>
                  </a:lnTo>
                  <a:lnTo>
                    <a:pt x="222" y="123"/>
                  </a:lnTo>
                  <a:lnTo>
                    <a:pt x="214" y="162"/>
                  </a:lnTo>
                  <a:lnTo>
                    <a:pt x="204" y="197"/>
                  </a:lnTo>
                  <a:lnTo>
                    <a:pt x="192" y="232"/>
                  </a:lnTo>
                  <a:lnTo>
                    <a:pt x="178" y="264"/>
                  </a:lnTo>
                  <a:lnTo>
                    <a:pt x="163" y="293"/>
                  </a:lnTo>
                  <a:lnTo>
                    <a:pt x="146" y="320"/>
                  </a:lnTo>
                  <a:lnTo>
                    <a:pt x="129" y="345"/>
                  </a:lnTo>
                  <a:lnTo>
                    <a:pt x="109" y="365"/>
                  </a:lnTo>
                  <a:lnTo>
                    <a:pt x="89" y="382"/>
                  </a:lnTo>
                  <a:lnTo>
                    <a:pt x="66" y="395"/>
                  </a:lnTo>
                  <a:lnTo>
                    <a:pt x="45" y="406"/>
                  </a:lnTo>
                  <a:lnTo>
                    <a:pt x="23"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5866" name="Freeform 74"/>
            <p:cNvSpPr>
              <a:spLocks/>
            </p:cNvSpPr>
            <p:nvPr/>
          </p:nvSpPr>
          <p:spPr bwMode="auto">
            <a:xfrm>
              <a:off x="1335" y="1943"/>
              <a:ext cx="49" cy="86"/>
            </a:xfrm>
            <a:custGeom>
              <a:avLst/>
              <a:gdLst>
                <a:gd name="T0" fmla="*/ 0 w 246"/>
                <a:gd name="T1" fmla="*/ 0 h 426"/>
                <a:gd name="T2" fmla="*/ 0 w 246"/>
                <a:gd name="T3" fmla="*/ 0 h 426"/>
                <a:gd name="T4" fmla="*/ 0 w 246"/>
                <a:gd name="T5" fmla="*/ 0 h 426"/>
                <a:gd name="T6" fmla="*/ 0 w 246"/>
                <a:gd name="T7" fmla="*/ 1 h 426"/>
                <a:gd name="T8" fmla="*/ 0 w 246"/>
                <a:gd name="T9" fmla="*/ 1 h 426"/>
                <a:gd name="T10" fmla="*/ 0 w 246"/>
                <a:gd name="T11" fmla="*/ 1 h 426"/>
                <a:gd name="T12" fmla="*/ 0 w 246"/>
                <a:gd name="T13" fmla="*/ 2 h 426"/>
                <a:gd name="T14" fmla="*/ 0 w 246"/>
                <a:gd name="T15" fmla="*/ 2 h 426"/>
                <a:gd name="T16" fmla="*/ 0 w 246"/>
                <a:gd name="T17" fmla="*/ 2 h 426"/>
                <a:gd name="T18" fmla="*/ 1 w 246"/>
                <a:gd name="T19" fmla="*/ 2 h 426"/>
                <a:gd name="T20" fmla="*/ 1 w 246"/>
                <a:gd name="T21" fmla="*/ 3 h 426"/>
                <a:gd name="T22" fmla="*/ 1 w 246"/>
                <a:gd name="T23" fmla="*/ 3 h 426"/>
                <a:gd name="T24" fmla="*/ 1 w 246"/>
                <a:gd name="T25" fmla="*/ 3 h 426"/>
                <a:gd name="T26" fmla="*/ 1 w 246"/>
                <a:gd name="T27" fmla="*/ 3 h 426"/>
                <a:gd name="T28" fmla="*/ 1 w 246"/>
                <a:gd name="T29" fmla="*/ 3 h 426"/>
                <a:gd name="T30" fmla="*/ 2 w 246"/>
                <a:gd name="T31" fmla="*/ 3 h 426"/>
                <a:gd name="T32" fmla="*/ 2 w 246"/>
                <a:gd name="T33" fmla="*/ 3 h 426"/>
                <a:gd name="T34" fmla="*/ 2 w 246"/>
                <a:gd name="T35" fmla="*/ 3 h 426"/>
                <a:gd name="T36" fmla="*/ 2 w 246"/>
                <a:gd name="T37" fmla="*/ 3 h 426"/>
                <a:gd name="T38" fmla="*/ 2 w 246"/>
                <a:gd name="T39" fmla="*/ 3 h 426"/>
                <a:gd name="T40" fmla="*/ 2 w 246"/>
                <a:gd name="T41" fmla="*/ 3 h 426"/>
                <a:gd name="T42" fmla="*/ 1 w 246"/>
                <a:gd name="T43" fmla="*/ 3 h 426"/>
                <a:gd name="T44" fmla="*/ 1 w 246"/>
                <a:gd name="T45" fmla="*/ 3 h 426"/>
                <a:gd name="T46" fmla="*/ 1 w 246"/>
                <a:gd name="T47" fmla="*/ 3 h 426"/>
                <a:gd name="T48" fmla="*/ 1 w 246"/>
                <a:gd name="T49" fmla="*/ 3 h 426"/>
                <a:gd name="T50" fmla="*/ 1 w 246"/>
                <a:gd name="T51" fmla="*/ 3 h 426"/>
                <a:gd name="T52" fmla="*/ 1 w 246"/>
                <a:gd name="T53" fmla="*/ 2 h 426"/>
                <a:gd name="T54" fmla="*/ 1 w 246"/>
                <a:gd name="T55" fmla="*/ 2 h 426"/>
                <a:gd name="T56" fmla="*/ 0 w 246"/>
                <a:gd name="T57" fmla="*/ 2 h 426"/>
                <a:gd name="T58" fmla="*/ 0 w 246"/>
                <a:gd name="T59" fmla="*/ 2 h 426"/>
                <a:gd name="T60" fmla="*/ 0 w 246"/>
                <a:gd name="T61" fmla="*/ 1 h 426"/>
                <a:gd name="T62" fmla="*/ 0 w 246"/>
                <a:gd name="T63" fmla="*/ 1 h 426"/>
                <a:gd name="T64" fmla="*/ 0 w 246"/>
                <a:gd name="T65" fmla="*/ 1 h 426"/>
                <a:gd name="T66" fmla="*/ 0 w 246"/>
                <a:gd name="T67" fmla="*/ 0 h 426"/>
                <a:gd name="T68" fmla="*/ 0 w 246"/>
                <a:gd name="T69" fmla="*/ 0 h 426"/>
                <a:gd name="T70" fmla="*/ 0 w 246"/>
                <a:gd name="T71" fmla="*/ 0 h 426"/>
                <a:gd name="T72" fmla="*/ 0 w 246"/>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0"/>
                  </a:moveTo>
                  <a:lnTo>
                    <a:pt x="0" y="0"/>
                  </a:lnTo>
                  <a:lnTo>
                    <a:pt x="1" y="42"/>
                  </a:lnTo>
                  <a:lnTo>
                    <a:pt x="4" y="86"/>
                  </a:lnTo>
                  <a:lnTo>
                    <a:pt x="10" y="126"/>
                  </a:lnTo>
                  <a:lnTo>
                    <a:pt x="18" y="164"/>
                  </a:lnTo>
                  <a:lnTo>
                    <a:pt x="29" y="202"/>
                  </a:lnTo>
                  <a:lnTo>
                    <a:pt x="41" y="237"/>
                  </a:lnTo>
                  <a:lnTo>
                    <a:pt x="55" y="269"/>
                  </a:lnTo>
                  <a:lnTo>
                    <a:pt x="71" y="300"/>
                  </a:lnTo>
                  <a:lnTo>
                    <a:pt x="89" y="327"/>
                  </a:lnTo>
                  <a:lnTo>
                    <a:pt x="107" y="352"/>
                  </a:lnTo>
                  <a:lnTo>
                    <a:pt x="127" y="374"/>
                  </a:lnTo>
                  <a:lnTo>
                    <a:pt x="150" y="392"/>
                  </a:lnTo>
                  <a:lnTo>
                    <a:pt x="171" y="407"/>
                  </a:lnTo>
                  <a:lnTo>
                    <a:pt x="195" y="418"/>
                  </a:lnTo>
                  <a:lnTo>
                    <a:pt x="220" y="423"/>
                  </a:lnTo>
                  <a:lnTo>
                    <a:pt x="246" y="426"/>
                  </a:lnTo>
                  <a:lnTo>
                    <a:pt x="246" y="414"/>
                  </a:lnTo>
                  <a:lnTo>
                    <a:pt x="222" y="412"/>
                  </a:lnTo>
                  <a:lnTo>
                    <a:pt x="200" y="406"/>
                  </a:lnTo>
                  <a:lnTo>
                    <a:pt x="178" y="395"/>
                  </a:lnTo>
                  <a:lnTo>
                    <a:pt x="157" y="382"/>
                  </a:lnTo>
                  <a:lnTo>
                    <a:pt x="137" y="365"/>
                  </a:lnTo>
                  <a:lnTo>
                    <a:pt x="117" y="345"/>
                  </a:lnTo>
                  <a:lnTo>
                    <a:pt x="98" y="320"/>
                  </a:lnTo>
                  <a:lnTo>
                    <a:pt x="83" y="293"/>
                  </a:lnTo>
                  <a:lnTo>
                    <a:pt x="66" y="264"/>
                  </a:lnTo>
                  <a:lnTo>
                    <a:pt x="52" y="232"/>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5867" name="Freeform 75"/>
            <p:cNvSpPr>
              <a:spLocks/>
            </p:cNvSpPr>
            <p:nvPr/>
          </p:nvSpPr>
          <p:spPr bwMode="auto">
            <a:xfrm>
              <a:off x="1335" y="1859"/>
              <a:ext cx="49" cy="84"/>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1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0" y="2"/>
                  </a:lnTo>
                  <a:lnTo>
                    <a:pt x="195" y="8"/>
                  </a:lnTo>
                  <a:lnTo>
                    <a:pt x="171" y="18"/>
                  </a:lnTo>
                  <a:lnTo>
                    <a:pt x="150" y="34"/>
                  </a:lnTo>
                  <a:lnTo>
                    <a:pt x="127" y="51"/>
                  </a:lnTo>
                  <a:lnTo>
                    <a:pt x="107" y="74"/>
                  </a:lnTo>
                  <a:lnTo>
                    <a:pt x="89" y="98"/>
                  </a:lnTo>
                  <a:lnTo>
                    <a:pt x="72" y="125"/>
                  </a:lnTo>
                  <a:lnTo>
                    <a:pt x="55" y="156"/>
                  </a:lnTo>
                  <a:lnTo>
                    <a:pt x="41" y="188"/>
                  </a:lnTo>
                  <a:lnTo>
                    <a:pt x="29" y="222"/>
                  </a:lnTo>
                  <a:lnTo>
                    <a:pt x="18" y="261"/>
                  </a:lnTo>
                  <a:lnTo>
                    <a:pt x="10" y="299"/>
                  </a:lnTo>
                  <a:lnTo>
                    <a:pt x="4" y="339"/>
                  </a:lnTo>
                  <a:lnTo>
                    <a:pt x="1" y="382"/>
                  </a:lnTo>
                  <a:lnTo>
                    <a:pt x="0" y="424"/>
                  </a:lnTo>
                  <a:lnTo>
                    <a:pt x="11" y="424"/>
                  </a:lnTo>
                  <a:lnTo>
                    <a:pt x="13" y="382"/>
                  </a:lnTo>
                  <a:lnTo>
                    <a:pt x="16" y="341"/>
                  </a:lnTo>
                  <a:lnTo>
                    <a:pt x="22" y="301"/>
                  </a:lnTo>
                  <a:lnTo>
                    <a:pt x="30" y="264"/>
                  </a:lnTo>
                  <a:lnTo>
                    <a:pt x="41" y="227"/>
                  </a:lnTo>
                  <a:lnTo>
                    <a:pt x="52" y="193"/>
                  </a:lnTo>
                  <a:lnTo>
                    <a:pt x="66" y="160"/>
                  </a:lnTo>
                  <a:lnTo>
                    <a:pt x="82" y="132"/>
                  </a:lnTo>
                  <a:lnTo>
                    <a:pt x="98" y="105"/>
                  </a:lnTo>
                  <a:lnTo>
                    <a:pt x="117" y="81"/>
                  </a:lnTo>
                  <a:lnTo>
                    <a:pt x="137" y="61"/>
                  </a:lnTo>
                  <a:lnTo>
                    <a:pt x="157" y="43"/>
                  </a:lnTo>
                  <a:lnTo>
                    <a:pt x="178" y="30"/>
                  </a:lnTo>
                  <a:lnTo>
                    <a:pt x="200" y="20"/>
                  </a:lnTo>
                  <a:lnTo>
                    <a:pt x="222" y="14"/>
                  </a:lnTo>
                  <a:lnTo>
                    <a:pt x="246" y="11"/>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5868" name="Freeform 76"/>
            <p:cNvSpPr>
              <a:spLocks/>
            </p:cNvSpPr>
            <p:nvPr/>
          </p:nvSpPr>
          <p:spPr bwMode="auto">
            <a:xfrm>
              <a:off x="1552" y="1751"/>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1" y="339"/>
                  </a:lnTo>
                  <a:lnTo>
                    <a:pt x="235" y="299"/>
                  </a:lnTo>
                  <a:lnTo>
                    <a:pt x="226" y="261"/>
                  </a:lnTo>
                  <a:lnTo>
                    <a:pt x="216" y="223"/>
                  </a:lnTo>
                  <a:lnTo>
                    <a:pt x="204" y="189"/>
                  </a:lnTo>
                  <a:lnTo>
                    <a:pt x="190" y="156"/>
                  </a:lnTo>
                  <a:lnTo>
                    <a:pt x="174" y="125"/>
                  </a:lnTo>
                  <a:lnTo>
                    <a:pt x="156" y="98"/>
                  </a:lnTo>
                  <a:lnTo>
                    <a:pt x="137" y="74"/>
                  </a:lnTo>
                  <a:lnTo>
                    <a:pt x="119" y="52"/>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8" y="81"/>
                  </a:lnTo>
                  <a:lnTo>
                    <a:pt x="147" y="105"/>
                  </a:lnTo>
                  <a:lnTo>
                    <a:pt x="164" y="132"/>
                  </a:lnTo>
                  <a:lnTo>
                    <a:pt x="178" y="161"/>
                  </a:lnTo>
                  <a:lnTo>
                    <a:pt x="193" y="193"/>
                  </a:lnTo>
                  <a:lnTo>
                    <a:pt x="204" y="227"/>
                  </a:lnTo>
                  <a:lnTo>
                    <a:pt x="215" y="264"/>
                  </a:lnTo>
                  <a:lnTo>
                    <a:pt x="223" y="301"/>
                  </a:lnTo>
                  <a:lnTo>
                    <a:pt x="229" y="341"/>
                  </a:lnTo>
                  <a:lnTo>
                    <a:pt x="232" y="382"/>
                  </a:lnTo>
                  <a:lnTo>
                    <a:pt x="234"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5869" name="Freeform 77"/>
            <p:cNvSpPr>
              <a:spLocks/>
            </p:cNvSpPr>
            <p:nvPr/>
          </p:nvSpPr>
          <p:spPr bwMode="auto">
            <a:xfrm>
              <a:off x="1552" y="1836"/>
              <a:ext cx="49" cy="85"/>
            </a:xfrm>
            <a:custGeom>
              <a:avLst/>
              <a:gdLst>
                <a:gd name="T0" fmla="*/ 0 w 245"/>
                <a:gd name="T1" fmla="*/ 3 h 425"/>
                <a:gd name="T2" fmla="*/ 0 w 245"/>
                <a:gd name="T3" fmla="*/ 3 h 425"/>
                <a:gd name="T4" fmla="*/ 0 w 245"/>
                <a:gd name="T5" fmla="*/ 3 h 425"/>
                <a:gd name="T6" fmla="*/ 0 w 245"/>
                <a:gd name="T7" fmla="*/ 3 h 425"/>
                <a:gd name="T8" fmla="*/ 1 w 245"/>
                <a:gd name="T9" fmla="*/ 3 h 425"/>
                <a:gd name="T10" fmla="*/ 1 w 245"/>
                <a:gd name="T11" fmla="*/ 3 h 425"/>
                <a:gd name="T12" fmla="*/ 1 w 245"/>
                <a:gd name="T13" fmla="*/ 3 h 425"/>
                <a:gd name="T14" fmla="*/ 1 w 245"/>
                <a:gd name="T15" fmla="*/ 3 h 425"/>
                <a:gd name="T16" fmla="*/ 1 w 245"/>
                <a:gd name="T17" fmla="*/ 3 h 425"/>
                <a:gd name="T18" fmla="*/ 1 w 245"/>
                <a:gd name="T19" fmla="*/ 2 h 425"/>
                <a:gd name="T20" fmla="*/ 2 w 245"/>
                <a:gd name="T21" fmla="*/ 2 h 425"/>
                <a:gd name="T22" fmla="*/ 2 w 245"/>
                <a:gd name="T23" fmla="*/ 2 h 425"/>
                <a:gd name="T24" fmla="*/ 2 w 245"/>
                <a:gd name="T25" fmla="*/ 2 h 425"/>
                <a:gd name="T26" fmla="*/ 2 w 245"/>
                <a:gd name="T27" fmla="*/ 1 h 425"/>
                <a:gd name="T28" fmla="*/ 2 w 245"/>
                <a:gd name="T29" fmla="*/ 1 h 425"/>
                <a:gd name="T30" fmla="*/ 2 w 245"/>
                <a:gd name="T31" fmla="*/ 1 h 425"/>
                <a:gd name="T32" fmla="*/ 2 w 245"/>
                <a:gd name="T33" fmla="*/ 0 h 425"/>
                <a:gd name="T34" fmla="*/ 2 w 245"/>
                <a:gd name="T35" fmla="*/ 0 h 425"/>
                <a:gd name="T36" fmla="*/ 2 w 245"/>
                <a:gd name="T37" fmla="*/ 0 h 425"/>
                <a:gd name="T38" fmla="*/ 2 w 245"/>
                <a:gd name="T39" fmla="*/ 0 h 425"/>
                <a:gd name="T40" fmla="*/ 2 w 245"/>
                <a:gd name="T41" fmla="*/ 1 h 425"/>
                <a:gd name="T42" fmla="*/ 2 w 245"/>
                <a:gd name="T43" fmla="*/ 1 h 425"/>
                <a:gd name="T44" fmla="*/ 2 w 245"/>
                <a:gd name="T45" fmla="*/ 1 h 425"/>
                <a:gd name="T46" fmla="*/ 2 w 245"/>
                <a:gd name="T47" fmla="*/ 2 h 425"/>
                <a:gd name="T48" fmla="*/ 2 w 245"/>
                <a:gd name="T49" fmla="*/ 2 h 425"/>
                <a:gd name="T50" fmla="*/ 1 w 245"/>
                <a:gd name="T51" fmla="*/ 2 h 425"/>
                <a:gd name="T52" fmla="*/ 1 w 245"/>
                <a:gd name="T53" fmla="*/ 2 h 425"/>
                <a:gd name="T54" fmla="*/ 1 w 245"/>
                <a:gd name="T55" fmla="*/ 3 h 425"/>
                <a:gd name="T56" fmla="*/ 1 w 245"/>
                <a:gd name="T57" fmla="*/ 3 h 425"/>
                <a:gd name="T58" fmla="*/ 1 w 245"/>
                <a:gd name="T59" fmla="*/ 3 h 425"/>
                <a:gd name="T60" fmla="*/ 1 w 245"/>
                <a:gd name="T61" fmla="*/ 3 h 425"/>
                <a:gd name="T62" fmla="*/ 1 w 245"/>
                <a:gd name="T63" fmla="*/ 3 h 425"/>
                <a:gd name="T64" fmla="*/ 0 w 245"/>
                <a:gd name="T65" fmla="*/ 3 h 425"/>
                <a:gd name="T66" fmla="*/ 0 w 245"/>
                <a:gd name="T67" fmla="*/ 3 h 425"/>
                <a:gd name="T68" fmla="*/ 0 w 245"/>
                <a:gd name="T69" fmla="*/ 3 h 425"/>
                <a:gd name="T70" fmla="*/ 0 w 245"/>
                <a:gd name="T71" fmla="*/ 3 h 425"/>
                <a:gd name="T72" fmla="*/ 0 w 245"/>
                <a:gd name="T73" fmla="*/ 3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5"/>
                <a:gd name="T113" fmla="*/ 245 w 245"/>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5">
                  <a:moveTo>
                    <a:pt x="0" y="425"/>
                  </a:moveTo>
                  <a:lnTo>
                    <a:pt x="0" y="425"/>
                  </a:lnTo>
                  <a:lnTo>
                    <a:pt x="26" y="422"/>
                  </a:lnTo>
                  <a:lnTo>
                    <a:pt x="51" y="417"/>
                  </a:lnTo>
                  <a:lnTo>
                    <a:pt x="74" y="406"/>
                  </a:lnTo>
                  <a:lnTo>
                    <a:pt x="96" y="391"/>
                  </a:lnTo>
                  <a:lnTo>
                    <a:pt x="119" y="373"/>
                  </a:lnTo>
                  <a:lnTo>
                    <a:pt x="137" y="351"/>
                  </a:lnTo>
                  <a:lnTo>
                    <a:pt x="156" y="326"/>
                  </a:lnTo>
                  <a:lnTo>
                    <a:pt x="174" y="299"/>
                  </a:lnTo>
                  <a:lnTo>
                    <a:pt x="190" y="269"/>
                  </a:lnTo>
                  <a:lnTo>
                    <a:pt x="204" y="236"/>
                  </a:lnTo>
                  <a:lnTo>
                    <a:pt x="216" y="202"/>
                  </a:lnTo>
                  <a:lnTo>
                    <a:pt x="226" y="163"/>
                  </a:lnTo>
                  <a:lnTo>
                    <a:pt x="235" y="126"/>
                  </a:lnTo>
                  <a:lnTo>
                    <a:pt x="241" y="86"/>
                  </a:lnTo>
                  <a:lnTo>
                    <a:pt x="244" y="43"/>
                  </a:lnTo>
                  <a:lnTo>
                    <a:pt x="245" y="0"/>
                  </a:lnTo>
                  <a:lnTo>
                    <a:pt x="234" y="0"/>
                  </a:lnTo>
                  <a:lnTo>
                    <a:pt x="232" y="43"/>
                  </a:lnTo>
                  <a:lnTo>
                    <a:pt x="229" y="84"/>
                  </a:lnTo>
                  <a:lnTo>
                    <a:pt x="223" y="123"/>
                  </a:lnTo>
                  <a:lnTo>
                    <a:pt x="215" y="161"/>
                  </a:lnTo>
                  <a:lnTo>
                    <a:pt x="204" y="197"/>
                  </a:lnTo>
                  <a:lnTo>
                    <a:pt x="193" y="231"/>
                  </a:lnTo>
                  <a:lnTo>
                    <a:pt x="178" y="264"/>
                  </a:lnTo>
                  <a:lnTo>
                    <a:pt x="164" y="292"/>
                  </a:lnTo>
                  <a:lnTo>
                    <a:pt x="147" y="319"/>
                  </a:lnTo>
                  <a:lnTo>
                    <a:pt x="128" y="344"/>
                  </a:lnTo>
                  <a:lnTo>
                    <a:pt x="109" y="364"/>
                  </a:lnTo>
                  <a:lnTo>
                    <a:pt x="89" y="381"/>
                  </a:lnTo>
                  <a:lnTo>
                    <a:pt x="67" y="394"/>
                  </a:lnTo>
                  <a:lnTo>
                    <a:pt x="46" y="405"/>
                  </a:lnTo>
                  <a:lnTo>
                    <a:pt x="24" y="411"/>
                  </a:lnTo>
                  <a:lnTo>
                    <a:pt x="0" y="413"/>
                  </a:lnTo>
                  <a:lnTo>
                    <a:pt x="0" y="425"/>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5870" name="Freeform 78"/>
            <p:cNvSpPr>
              <a:spLocks/>
            </p:cNvSpPr>
            <p:nvPr/>
          </p:nvSpPr>
          <p:spPr bwMode="auto">
            <a:xfrm>
              <a:off x="1502" y="1836"/>
              <a:ext cx="50" cy="85"/>
            </a:xfrm>
            <a:custGeom>
              <a:avLst/>
              <a:gdLst>
                <a:gd name="T0" fmla="*/ 0 w 246"/>
                <a:gd name="T1" fmla="*/ 0 h 425"/>
                <a:gd name="T2" fmla="*/ 0 w 246"/>
                <a:gd name="T3" fmla="*/ 0 h 425"/>
                <a:gd name="T4" fmla="*/ 0 w 246"/>
                <a:gd name="T5" fmla="*/ 0 h 425"/>
                <a:gd name="T6" fmla="*/ 0 w 246"/>
                <a:gd name="T7" fmla="*/ 1 h 425"/>
                <a:gd name="T8" fmla="*/ 0 w 246"/>
                <a:gd name="T9" fmla="*/ 1 h 425"/>
                <a:gd name="T10" fmla="*/ 0 w 246"/>
                <a:gd name="T11" fmla="*/ 1 h 425"/>
                <a:gd name="T12" fmla="*/ 0 w 246"/>
                <a:gd name="T13" fmla="*/ 2 h 425"/>
                <a:gd name="T14" fmla="*/ 0 w 246"/>
                <a:gd name="T15" fmla="*/ 2 h 425"/>
                <a:gd name="T16" fmla="*/ 0 w 246"/>
                <a:gd name="T17" fmla="*/ 2 h 425"/>
                <a:gd name="T18" fmla="*/ 1 w 246"/>
                <a:gd name="T19" fmla="*/ 2 h 425"/>
                <a:gd name="T20" fmla="*/ 1 w 246"/>
                <a:gd name="T21" fmla="*/ 3 h 425"/>
                <a:gd name="T22" fmla="*/ 1 w 246"/>
                <a:gd name="T23" fmla="*/ 3 h 425"/>
                <a:gd name="T24" fmla="*/ 1 w 246"/>
                <a:gd name="T25" fmla="*/ 3 h 425"/>
                <a:gd name="T26" fmla="*/ 1 w 246"/>
                <a:gd name="T27" fmla="*/ 3 h 425"/>
                <a:gd name="T28" fmla="*/ 1 w 246"/>
                <a:gd name="T29" fmla="*/ 3 h 425"/>
                <a:gd name="T30" fmla="*/ 2 w 246"/>
                <a:gd name="T31" fmla="*/ 3 h 425"/>
                <a:gd name="T32" fmla="*/ 2 w 246"/>
                <a:gd name="T33" fmla="*/ 3 h 425"/>
                <a:gd name="T34" fmla="*/ 2 w 246"/>
                <a:gd name="T35" fmla="*/ 3 h 425"/>
                <a:gd name="T36" fmla="*/ 2 w 246"/>
                <a:gd name="T37" fmla="*/ 3 h 425"/>
                <a:gd name="T38" fmla="*/ 2 w 246"/>
                <a:gd name="T39" fmla="*/ 3 h 425"/>
                <a:gd name="T40" fmla="*/ 2 w 246"/>
                <a:gd name="T41" fmla="*/ 3 h 425"/>
                <a:gd name="T42" fmla="*/ 1 w 246"/>
                <a:gd name="T43" fmla="*/ 3 h 425"/>
                <a:gd name="T44" fmla="*/ 1 w 246"/>
                <a:gd name="T45" fmla="*/ 3 h 425"/>
                <a:gd name="T46" fmla="*/ 1 w 246"/>
                <a:gd name="T47" fmla="*/ 3 h 425"/>
                <a:gd name="T48" fmla="*/ 1 w 246"/>
                <a:gd name="T49" fmla="*/ 3 h 425"/>
                <a:gd name="T50" fmla="*/ 1 w 246"/>
                <a:gd name="T51" fmla="*/ 3 h 425"/>
                <a:gd name="T52" fmla="*/ 1 w 246"/>
                <a:gd name="T53" fmla="*/ 2 h 425"/>
                <a:gd name="T54" fmla="*/ 1 w 246"/>
                <a:gd name="T55" fmla="*/ 2 h 425"/>
                <a:gd name="T56" fmla="*/ 0 w 246"/>
                <a:gd name="T57" fmla="*/ 2 h 425"/>
                <a:gd name="T58" fmla="*/ 0 w 246"/>
                <a:gd name="T59" fmla="*/ 2 h 425"/>
                <a:gd name="T60" fmla="*/ 0 w 246"/>
                <a:gd name="T61" fmla="*/ 1 h 425"/>
                <a:gd name="T62" fmla="*/ 0 w 246"/>
                <a:gd name="T63" fmla="*/ 1 h 425"/>
                <a:gd name="T64" fmla="*/ 0 w 246"/>
                <a:gd name="T65" fmla="*/ 1 h 425"/>
                <a:gd name="T66" fmla="*/ 0 w 246"/>
                <a:gd name="T67" fmla="*/ 0 h 425"/>
                <a:gd name="T68" fmla="*/ 0 w 246"/>
                <a:gd name="T69" fmla="*/ 0 h 425"/>
                <a:gd name="T70" fmla="*/ 0 w 246"/>
                <a:gd name="T71" fmla="*/ 0 h 425"/>
                <a:gd name="T72" fmla="*/ 0 w 246"/>
                <a:gd name="T73" fmla="*/ 0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5"/>
                <a:gd name="T113" fmla="*/ 246 w 246"/>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5">
                  <a:moveTo>
                    <a:pt x="0" y="0"/>
                  </a:moveTo>
                  <a:lnTo>
                    <a:pt x="0" y="0"/>
                  </a:lnTo>
                  <a:lnTo>
                    <a:pt x="2" y="43"/>
                  </a:lnTo>
                  <a:lnTo>
                    <a:pt x="5" y="86"/>
                  </a:lnTo>
                  <a:lnTo>
                    <a:pt x="11" y="126"/>
                  </a:lnTo>
                  <a:lnTo>
                    <a:pt x="19" y="163"/>
                  </a:lnTo>
                  <a:lnTo>
                    <a:pt x="30" y="202"/>
                  </a:lnTo>
                  <a:lnTo>
                    <a:pt x="41" y="236"/>
                  </a:lnTo>
                  <a:lnTo>
                    <a:pt x="55" y="269"/>
                  </a:lnTo>
                  <a:lnTo>
                    <a:pt x="73" y="299"/>
                  </a:lnTo>
                  <a:lnTo>
                    <a:pt x="89" y="326"/>
                  </a:lnTo>
                  <a:lnTo>
                    <a:pt x="108" y="351"/>
                  </a:lnTo>
                  <a:lnTo>
                    <a:pt x="128" y="373"/>
                  </a:lnTo>
                  <a:lnTo>
                    <a:pt x="150" y="391"/>
                  </a:lnTo>
                  <a:lnTo>
                    <a:pt x="171" y="406"/>
                  </a:lnTo>
                  <a:lnTo>
                    <a:pt x="196" y="417"/>
                  </a:lnTo>
                  <a:lnTo>
                    <a:pt x="221" y="422"/>
                  </a:lnTo>
                  <a:lnTo>
                    <a:pt x="246" y="425"/>
                  </a:lnTo>
                  <a:lnTo>
                    <a:pt x="246" y="413"/>
                  </a:lnTo>
                  <a:lnTo>
                    <a:pt x="223" y="411"/>
                  </a:lnTo>
                  <a:lnTo>
                    <a:pt x="201" y="405"/>
                  </a:lnTo>
                  <a:lnTo>
                    <a:pt x="178" y="394"/>
                  </a:lnTo>
                  <a:lnTo>
                    <a:pt x="157" y="381"/>
                  </a:lnTo>
                  <a:lnTo>
                    <a:pt x="137" y="364"/>
                  </a:lnTo>
                  <a:lnTo>
                    <a:pt x="117" y="344"/>
                  </a:lnTo>
                  <a:lnTo>
                    <a:pt x="99" y="319"/>
                  </a:lnTo>
                  <a:lnTo>
                    <a:pt x="82" y="292"/>
                  </a:lnTo>
                  <a:lnTo>
                    <a:pt x="67" y="264"/>
                  </a:lnTo>
                  <a:lnTo>
                    <a:pt x="53" y="231"/>
                  </a:lnTo>
                  <a:lnTo>
                    <a:pt x="41" y="197"/>
                  </a:lnTo>
                  <a:lnTo>
                    <a:pt x="31" y="161"/>
                  </a:lnTo>
                  <a:lnTo>
                    <a:pt x="23" y="123"/>
                  </a:lnTo>
                  <a:lnTo>
                    <a:pt x="17" y="84"/>
                  </a:lnTo>
                  <a:lnTo>
                    <a:pt x="13" y="4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5871" name="Freeform 79"/>
            <p:cNvSpPr>
              <a:spLocks/>
            </p:cNvSpPr>
            <p:nvPr/>
          </p:nvSpPr>
          <p:spPr bwMode="auto">
            <a:xfrm>
              <a:off x="1502" y="1751"/>
              <a:ext cx="50" cy="85"/>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2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1" y="2"/>
                  </a:lnTo>
                  <a:lnTo>
                    <a:pt x="196" y="8"/>
                  </a:lnTo>
                  <a:lnTo>
                    <a:pt x="171" y="19"/>
                  </a:lnTo>
                  <a:lnTo>
                    <a:pt x="150" y="34"/>
                  </a:lnTo>
                  <a:lnTo>
                    <a:pt x="128" y="52"/>
                  </a:lnTo>
                  <a:lnTo>
                    <a:pt x="108" y="74"/>
                  </a:lnTo>
                  <a:lnTo>
                    <a:pt x="89" y="98"/>
                  </a:lnTo>
                  <a:lnTo>
                    <a:pt x="73" y="125"/>
                  </a:lnTo>
                  <a:lnTo>
                    <a:pt x="55" y="156"/>
                  </a:lnTo>
                  <a:lnTo>
                    <a:pt x="41" y="189"/>
                  </a:lnTo>
                  <a:lnTo>
                    <a:pt x="30" y="223"/>
                  </a:lnTo>
                  <a:lnTo>
                    <a:pt x="19" y="261"/>
                  </a:lnTo>
                  <a:lnTo>
                    <a:pt x="11" y="299"/>
                  </a:lnTo>
                  <a:lnTo>
                    <a:pt x="5" y="339"/>
                  </a:lnTo>
                  <a:lnTo>
                    <a:pt x="2" y="382"/>
                  </a:lnTo>
                  <a:lnTo>
                    <a:pt x="0" y="424"/>
                  </a:lnTo>
                  <a:lnTo>
                    <a:pt x="12" y="424"/>
                  </a:lnTo>
                  <a:lnTo>
                    <a:pt x="13" y="382"/>
                  </a:lnTo>
                  <a:lnTo>
                    <a:pt x="17" y="341"/>
                  </a:lnTo>
                  <a:lnTo>
                    <a:pt x="23" y="301"/>
                  </a:lnTo>
                  <a:lnTo>
                    <a:pt x="31" y="264"/>
                  </a:lnTo>
                  <a:lnTo>
                    <a:pt x="41" y="227"/>
                  </a:lnTo>
                  <a:lnTo>
                    <a:pt x="53" y="193"/>
                  </a:lnTo>
                  <a:lnTo>
                    <a:pt x="67" y="161"/>
                  </a:lnTo>
                  <a:lnTo>
                    <a:pt x="82" y="132"/>
                  </a:lnTo>
                  <a:lnTo>
                    <a:pt x="99" y="105"/>
                  </a:lnTo>
                  <a:lnTo>
                    <a:pt x="117" y="81"/>
                  </a:lnTo>
                  <a:lnTo>
                    <a:pt x="137" y="61"/>
                  </a:lnTo>
                  <a:lnTo>
                    <a:pt x="157" y="43"/>
                  </a:lnTo>
                  <a:lnTo>
                    <a:pt x="178" y="30"/>
                  </a:lnTo>
                  <a:lnTo>
                    <a:pt x="201" y="20"/>
                  </a:lnTo>
                  <a:lnTo>
                    <a:pt x="223" y="14"/>
                  </a:lnTo>
                  <a:lnTo>
                    <a:pt x="246" y="12"/>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5872" name="Freeform 80"/>
            <p:cNvSpPr>
              <a:spLocks/>
            </p:cNvSpPr>
            <p:nvPr/>
          </p:nvSpPr>
          <p:spPr bwMode="auto">
            <a:xfrm>
              <a:off x="1565" y="2016"/>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0" y="339"/>
                  </a:lnTo>
                  <a:lnTo>
                    <a:pt x="234" y="299"/>
                  </a:lnTo>
                  <a:lnTo>
                    <a:pt x="226" y="261"/>
                  </a:lnTo>
                  <a:lnTo>
                    <a:pt x="216" y="223"/>
                  </a:lnTo>
                  <a:lnTo>
                    <a:pt x="204" y="189"/>
                  </a:lnTo>
                  <a:lnTo>
                    <a:pt x="190" y="156"/>
                  </a:lnTo>
                  <a:lnTo>
                    <a:pt x="174" y="125"/>
                  </a:lnTo>
                  <a:lnTo>
                    <a:pt x="156" y="98"/>
                  </a:lnTo>
                  <a:lnTo>
                    <a:pt x="138" y="74"/>
                  </a:lnTo>
                  <a:lnTo>
                    <a:pt x="118" y="51"/>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9" y="81"/>
                  </a:lnTo>
                  <a:lnTo>
                    <a:pt x="147" y="105"/>
                  </a:lnTo>
                  <a:lnTo>
                    <a:pt x="164" y="132"/>
                  </a:lnTo>
                  <a:lnTo>
                    <a:pt x="178" y="160"/>
                  </a:lnTo>
                  <a:lnTo>
                    <a:pt x="192" y="193"/>
                  </a:lnTo>
                  <a:lnTo>
                    <a:pt x="204" y="227"/>
                  </a:lnTo>
                  <a:lnTo>
                    <a:pt x="215" y="264"/>
                  </a:lnTo>
                  <a:lnTo>
                    <a:pt x="223" y="301"/>
                  </a:lnTo>
                  <a:lnTo>
                    <a:pt x="229"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5873" name="Freeform 81"/>
            <p:cNvSpPr>
              <a:spLocks/>
            </p:cNvSpPr>
            <p:nvPr/>
          </p:nvSpPr>
          <p:spPr bwMode="auto">
            <a:xfrm>
              <a:off x="1565" y="2101"/>
              <a:ext cx="49" cy="85"/>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6" y="423"/>
                  </a:lnTo>
                  <a:lnTo>
                    <a:pt x="51" y="418"/>
                  </a:lnTo>
                  <a:lnTo>
                    <a:pt x="74" y="407"/>
                  </a:lnTo>
                  <a:lnTo>
                    <a:pt x="96" y="392"/>
                  </a:lnTo>
                  <a:lnTo>
                    <a:pt x="118" y="373"/>
                  </a:lnTo>
                  <a:lnTo>
                    <a:pt x="138" y="351"/>
                  </a:lnTo>
                  <a:lnTo>
                    <a:pt x="156" y="327"/>
                  </a:lnTo>
                  <a:lnTo>
                    <a:pt x="175" y="299"/>
                  </a:lnTo>
                  <a:lnTo>
                    <a:pt x="190" y="269"/>
                  </a:lnTo>
                  <a:lnTo>
                    <a:pt x="204" y="236"/>
                  </a:lnTo>
                  <a:lnTo>
                    <a:pt x="216" y="202"/>
                  </a:lnTo>
                  <a:lnTo>
                    <a:pt x="226" y="164"/>
                  </a:lnTo>
                  <a:lnTo>
                    <a:pt x="234" y="126"/>
                  </a:lnTo>
                  <a:lnTo>
                    <a:pt x="240" y="86"/>
                  </a:lnTo>
                  <a:lnTo>
                    <a:pt x="244" y="42"/>
                  </a:lnTo>
                  <a:lnTo>
                    <a:pt x="245" y="0"/>
                  </a:lnTo>
                  <a:lnTo>
                    <a:pt x="233" y="0"/>
                  </a:lnTo>
                  <a:lnTo>
                    <a:pt x="232" y="42"/>
                  </a:lnTo>
                  <a:lnTo>
                    <a:pt x="229" y="83"/>
                  </a:lnTo>
                  <a:lnTo>
                    <a:pt x="223" y="123"/>
                  </a:lnTo>
                  <a:lnTo>
                    <a:pt x="215" y="162"/>
                  </a:lnTo>
                  <a:lnTo>
                    <a:pt x="204" y="197"/>
                  </a:lnTo>
                  <a:lnTo>
                    <a:pt x="192" y="231"/>
                  </a:lnTo>
                  <a:lnTo>
                    <a:pt x="178" y="264"/>
                  </a:lnTo>
                  <a:lnTo>
                    <a:pt x="163" y="292"/>
                  </a:lnTo>
                  <a:lnTo>
                    <a:pt x="147" y="320"/>
                  </a:lnTo>
                  <a:lnTo>
                    <a:pt x="129" y="344"/>
                  </a:lnTo>
                  <a:lnTo>
                    <a:pt x="109" y="364"/>
                  </a:lnTo>
                  <a:lnTo>
                    <a:pt x="89" y="382"/>
                  </a:lnTo>
                  <a:lnTo>
                    <a:pt x="67" y="395"/>
                  </a:lnTo>
                  <a:lnTo>
                    <a:pt x="46" y="406"/>
                  </a:lnTo>
                  <a:lnTo>
                    <a:pt x="24"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5874" name="Freeform 82"/>
            <p:cNvSpPr>
              <a:spLocks/>
            </p:cNvSpPr>
            <p:nvPr/>
          </p:nvSpPr>
          <p:spPr bwMode="auto">
            <a:xfrm>
              <a:off x="1516" y="2101"/>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5" y="86"/>
                  </a:lnTo>
                  <a:lnTo>
                    <a:pt x="11" y="126"/>
                  </a:lnTo>
                  <a:lnTo>
                    <a:pt x="19" y="164"/>
                  </a:lnTo>
                  <a:lnTo>
                    <a:pt x="30" y="202"/>
                  </a:lnTo>
                  <a:lnTo>
                    <a:pt x="41" y="236"/>
                  </a:lnTo>
                  <a:lnTo>
                    <a:pt x="55" y="269"/>
                  </a:lnTo>
                  <a:lnTo>
                    <a:pt x="71" y="299"/>
                  </a:lnTo>
                  <a:lnTo>
                    <a:pt x="89" y="327"/>
                  </a:lnTo>
                  <a:lnTo>
                    <a:pt x="107" y="351"/>
                  </a:lnTo>
                  <a:lnTo>
                    <a:pt x="127" y="373"/>
                  </a:lnTo>
                  <a:lnTo>
                    <a:pt x="149" y="392"/>
                  </a:lnTo>
                  <a:lnTo>
                    <a:pt x="171" y="407"/>
                  </a:lnTo>
                  <a:lnTo>
                    <a:pt x="195" y="418"/>
                  </a:lnTo>
                  <a:lnTo>
                    <a:pt x="219" y="423"/>
                  </a:lnTo>
                  <a:lnTo>
                    <a:pt x="245" y="426"/>
                  </a:lnTo>
                  <a:lnTo>
                    <a:pt x="245" y="414"/>
                  </a:lnTo>
                  <a:lnTo>
                    <a:pt x="222" y="412"/>
                  </a:lnTo>
                  <a:lnTo>
                    <a:pt x="199" y="406"/>
                  </a:lnTo>
                  <a:lnTo>
                    <a:pt x="178" y="395"/>
                  </a:lnTo>
                  <a:lnTo>
                    <a:pt x="156" y="382"/>
                  </a:lnTo>
                  <a:lnTo>
                    <a:pt x="136" y="364"/>
                  </a:lnTo>
                  <a:lnTo>
                    <a:pt x="116" y="344"/>
                  </a:lnTo>
                  <a:lnTo>
                    <a:pt x="99" y="320"/>
                  </a:lnTo>
                  <a:lnTo>
                    <a:pt x="82" y="292"/>
                  </a:lnTo>
                  <a:lnTo>
                    <a:pt x="67" y="264"/>
                  </a:lnTo>
                  <a:lnTo>
                    <a:pt x="53" y="231"/>
                  </a:lnTo>
                  <a:lnTo>
                    <a:pt x="41" y="197"/>
                  </a:lnTo>
                  <a:lnTo>
                    <a:pt x="31" y="162"/>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5875" name="Freeform 83"/>
            <p:cNvSpPr>
              <a:spLocks/>
            </p:cNvSpPr>
            <p:nvPr/>
          </p:nvSpPr>
          <p:spPr bwMode="auto">
            <a:xfrm>
              <a:off x="1516" y="2016"/>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5" y="8"/>
                  </a:lnTo>
                  <a:lnTo>
                    <a:pt x="171" y="19"/>
                  </a:lnTo>
                  <a:lnTo>
                    <a:pt x="149" y="34"/>
                  </a:lnTo>
                  <a:lnTo>
                    <a:pt x="127" y="51"/>
                  </a:lnTo>
                  <a:lnTo>
                    <a:pt x="107" y="74"/>
                  </a:lnTo>
                  <a:lnTo>
                    <a:pt x="89" y="98"/>
                  </a:lnTo>
                  <a:lnTo>
                    <a:pt x="72" y="125"/>
                  </a:lnTo>
                  <a:lnTo>
                    <a:pt x="55" y="156"/>
                  </a:lnTo>
                  <a:lnTo>
                    <a:pt x="41" y="189"/>
                  </a:lnTo>
                  <a:lnTo>
                    <a:pt x="30" y="223"/>
                  </a:lnTo>
                  <a:lnTo>
                    <a:pt x="19" y="261"/>
                  </a:lnTo>
                  <a:lnTo>
                    <a:pt x="11" y="299"/>
                  </a:lnTo>
                  <a:lnTo>
                    <a:pt x="5" y="339"/>
                  </a:lnTo>
                  <a:lnTo>
                    <a:pt x="1" y="382"/>
                  </a:lnTo>
                  <a:lnTo>
                    <a:pt x="0" y="424"/>
                  </a:lnTo>
                  <a:lnTo>
                    <a:pt x="12" y="424"/>
                  </a:lnTo>
                  <a:lnTo>
                    <a:pt x="13" y="382"/>
                  </a:lnTo>
                  <a:lnTo>
                    <a:pt x="17" y="341"/>
                  </a:lnTo>
                  <a:lnTo>
                    <a:pt x="23" y="301"/>
                  </a:lnTo>
                  <a:lnTo>
                    <a:pt x="31" y="264"/>
                  </a:lnTo>
                  <a:lnTo>
                    <a:pt x="41" y="227"/>
                  </a:lnTo>
                  <a:lnTo>
                    <a:pt x="53" y="193"/>
                  </a:lnTo>
                  <a:lnTo>
                    <a:pt x="67" y="160"/>
                  </a:lnTo>
                  <a:lnTo>
                    <a:pt x="81" y="132"/>
                  </a:lnTo>
                  <a:lnTo>
                    <a:pt x="99" y="105"/>
                  </a:lnTo>
                  <a:lnTo>
                    <a:pt x="116" y="81"/>
                  </a:lnTo>
                  <a:lnTo>
                    <a:pt x="136" y="61"/>
                  </a:lnTo>
                  <a:lnTo>
                    <a:pt x="156" y="43"/>
                  </a:lnTo>
                  <a:lnTo>
                    <a:pt x="178" y="30"/>
                  </a:lnTo>
                  <a:lnTo>
                    <a:pt x="199" y="20"/>
                  </a:lnTo>
                  <a:lnTo>
                    <a:pt x="222"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grpSp>
        <p:nvGrpSpPr>
          <p:cNvPr id="75787" name="Group 91"/>
          <p:cNvGrpSpPr>
            <a:grpSpLocks/>
          </p:cNvGrpSpPr>
          <p:nvPr/>
        </p:nvGrpSpPr>
        <p:grpSpPr bwMode="auto">
          <a:xfrm rot="-223274">
            <a:off x="2416175" y="2876550"/>
            <a:ext cx="744538" cy="733425"/>
            <a:chOff x="2757" y="1666"/>
            <a:chExt cx="812" cy="800"/>
          </a:xfrm>
        </p:grpSpPr>
        <p:sp>
          <p:nvSpPr>
            <p:cNvPr id="75819" name="Freeform 92"/>
            <p:cNvSpPr>
              <a:spLocks/>
            </p:cNvSpPr>
            <p:nvPr/>
          </p:nvSpPr>
          <p:spPr bwMode="auto">
            <a:xfrm>
              <a:off x="2762" y="1667"/>
              <a:ext cx="807" cy="584"/>
            </a:xfrm>
            <a:custGeom>
              <a:avLst/>
              <a:gdLst>
                <a:gd name="T0" fmla="*/ 497 w 807"/>
                <a:gd name="T1" fmla="*/ 583 h 584"/>
                <a:gd name="T2" fmla="*/ 0 w 807"/>
                <a:gd name="T3" fmla="*/ 452 h 584"/>
                <a:gd name="T4" fmla="*/ 337 w 807"/>
                <a:gd name="T5" fmla="*/ 0 h 584"/>
                <a:gd name="T6" fmla="*/ 806 w 807"/>
                <a:gd name="T7" fmla="*/ 98 h 584"/>
                <a:gd name="T8" fmla="*/ 497 w 807"/>
                <a:gd name="T9" fmla="*/ 583 h 584"/>
                <a:gd name="T10" fmla="*/ 0 60000 65536"/>
                <a:gd name="T11" fmla="*/ 0 60000 65536"/>
                <a:gd name="T12" fmla="*/ 0 60000 65536"/>
                <a:gd name="T13" fmla="*/ 0 60000 65536"/>
                <a:gd name="T14" fmla="*/ 0 60000 65536"/>
                <a:gd name="T15" fmla="*/ 0 w 807"/>
                <a:gd name="T16" fmla="*/ 0 h 584"/>
                <a:gd name="T17" fmla="*/ 807 w 807"/>
                <a:gd name="T18" fmla="*/ 584 h 584"/>
              </a:gdLst>
              <a:ahLst/>
              <a:cxnLst>
                <a:cxn ang="T10">
                  <a:pos x="T0" y="T1"/>
                </a:cxn>
                <a:cxn ang="T11">
                  <a:pos x="T2" y="T3"/>
                </a:cxn>
                <a:cxn ang="T12">
                  <a:pos x="T4" y="T5"/>
                </a:cxn>
                <a:cxn ang="T13">
                  <a:pos x="T6" y="T7"/>
                </a:cxn>
                <a:cxn ang="T14">
                  <a:pos x="T8" y="T9"/>
                </a:cxn>
              </a:cxnLst>
              <a:rect l="T15" t="T16" r="T17" b="T18"/>
              <a:pathLst>
                <a:path w="807" h="584">
                  <a:moveTo>
                    <a:pt x="497" y="583"/>
                  </a:moveTo>
                  <a:lnTo>
                    <a:pt x="0" y="452"/>
                  </a:lnTo>
                  <a:lnTo>
                    <a:pt x="337" y="0"/>
                  </a:lnTo>
                  <a:lnTo>
                    <a:pt x="806" y="98"/>
                  </a:lnTo>
                  <a:lnTo>
                    <a:pt x="497" y="583"/>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75820" name="Freeform 93"/>
            <p:cNvSpPr>
              <a:spLocks/>
            </p:cNvSpPr>
            <p:nvPr/>
          </p:nvSpPr>
          <p:spPr bwMode="auto">
            <a:xfrm>
              <a:off x="2882" y="1861"/>
              <a:ext cx="578" cy="384"/>
            </a:xfrm>
            <a:custGeom>
              <a:avLst/>
              <a:gdLst>
                <a:gd name="T0" fmla="*/ 377 w 578"/>
                <a:gd name="T1" fmla="*/ 383 h 384"/>
                <a:gd name="T2" fmla="*/ 0 w 578"/>
                <a:gd name="T3" fmla="*/ 291 h 384"/>
                <a:gd name="T4" fmla="*/ 217 w 578"/>
                <a:gd name="T5" fmla="*/ 0 h 384"/>
                <a:gd name="T6" fmla="*/ 577 w 578"/>
                <a:gd name="T7" fmla="*/ 74 h 384"/>
                <a:gd name="T8" fmla="*/ 377 w 578"/>
                <a:gd name="T9" fmla="*/ 383 h 384"/>
                <a:gd name="T10" fmla="*/ 0 60000 65536"/>
                <a:gd name="T11" fmla="*/ 0 60000 65536"/>
                <a:gd name="T12" fmla="*/ 0 60000 65536"/>
                <a:gd name="T13" fmla="*/ 0 60000 65536"/>
                <a:gd name="T14" fmla="*/ 0 60000 65536"/>
                <a:gd name="T15" fmla="*/ 0 w 578"/>
                <a:gd name="T16" fmla="*/ 0 h 384"/>
                <a:gd name="T17" fmla="*/ 578 w 578"/>
                <a:gd name="T18" fmla="*/ 384 h 384"/>
              </a:gdLst>
              <a:ahLst/>
              <a:cxnLst>
                <a:cxn ang="T10">
                  <a:pos x="T0" y="T1"/>
                </a:cxn>
                <a:cxn ang="T11">
                  <a:pos x="T2" y="T3"/>
                </a:cxn>
                <a:cxn ang="T12">
                  <a:pos x="T4" y="T5"/>
                </a:cxn>
                <a:cxn ang="T13">
                  <a:pos x="T6" y="T7"/>
                </a:cxn>
                <a:cxn ang="T14">
                  <a:pos x="T8" y="T9"/>
                </a:cxn>
              </a:cxnLst>
              <a:rect l="T15" t="T16" r="T17" b="T18"/>
              <a:pathLst>
                <a:path w="578" h="384">
                  <a:moveTo>
                    <a:pt x="377" y="383"/>
                  </a:moveTo>
                  <a:lnTo>
                    <a:pt x="0" y="291"/>
                  </a:lnTo>
                  <a:lnTo>
                    <a:pt x="217" y="0"/>
                  </a:lnTo>
                  <a:lnTo>
                    <a:pt x="577" y="74"/>
                  </a:lnTo>
                  <a:lnTo>
                    <a:pt x="377" y="383"/>
                  </a:lnTo>
                </a:path>
              </a:pathLst>
            </a:custGeom>
            <a:solidFill>
              <a:srgbClr val="E22B00"/>
            </a:solidFill>
            <a:ln>
              <a:noFill/>
            </a:ln>
            <a:extLst>
              <a:ext uri="{91240B29-F687-4F45-9708-019B960494DF}">
                <a14:hiddenLine xmlns:a14="http://schemas.microsoft.com/office/drawing/2010/main" w="12700" cap="rnd" cmpd="sng">
                  <a:solidFill>
                    <a:srgbClr val="000000"/>
                  </a:solidFill>
                  <a:prstDash val="solid"/>
                  <a:round/>
                  <a:headEnd type="none" w="med" len="med"/>
                  <a:tailEnd type="none" w="med" len="med"/>
                </a14:hiddenLine>
              </a:ext>
            </a:extLst>
          </p:spPr>
          <p:txBody>
            <a:bodyPr/>
            <a:lstStyle/>
            <a:p>
              <a:endParaRPr lang="fr-FR"/>
            </a:p>
          </p:txBody>
        </p:sp>
        <p:sp>
          <p:nvSpPr>
            <p:cNvPr id="75821" name="Line 94"/>
            <p:cNvSpPr>
              <a:spLocks noChangeShapeType="1"/>
            </p:cNvSpPr>
            <p:nvPr/>
          </p:nvSpPr>
          <p:spPr bwMode="auto">
            <a:xfrm>
              <a:off x="3102" y="1862"/>
              <a:ext cx="352" cy="7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fr-FR"/>
            </a:p>
          </p:txBody>
        </p:sp>
        <p:sp>
          <p:nvSpPr>
            <p:cNvPr id="75822" name="Freeform 95"/>
            <p:cNvSpPr>
              <a:spLocks/>
            </p:cNvSpPr>
            <p:nvPr/>
          </p:nvSpPr>
          <p:spPr bwMode="auto">
            <a:xfrm>
              <a:off x="2762" y="1666"/>
              <a:ext cx="337" cy="485"/>
            </a:xfrm>
            <a:custGeom>
              <a:avLst/>
              <a:gdLst>
                <a:gd name="T0" fmla="*/ 336 w 337"/>
                <a:gd name="T1" fmla="*/ 194 h 485"/>
                <a:gd name="T2" fmla="*/ 118 w 337"/>
                <a:gd name="T3" fmla="*/ 484 h 485"/>
                <a:gd name="T4" fmla="*/ 0 w 337"/>
                <a:gd name="T5" fmla="*/ 452 h 485"/>
                <a:gd name="T6" fmla="*/ 336 w 337"/>
                <a:gd name="T7" fmla="*/ 0 h 485"/>
                <a:gd name="T8" fmla="*/ 336 w 337"/>
                <a:gd name="T9" fmla="*/ 152 h 485"/>
                <a:gd name="T10" fmla="*/ 336 w 337"/>
                <a:gd name="T11" fmla="*/ 194 h 485"/>
                <a:gd name="T12" fmla="*/ 0 60000 65536"/>
                <a:gd name="T13" fmla="*/ 0 60000 65536"/>
                <a:gd name="T14" fmla="*/ 0 60000 65536"/>
                <a:gd name="T15" fmla="*/ 0 60000 65536"/>
                <a:gd name="T16" fmla="*/ 0 60000 65536"/>
                <a:gd name="T17" fmla="*/ 0 60000 65536"/>
                <a:gd name="T18" fmla="*/ 0 w 337"/>
                <a:gd name="T19" fmla="*/ 0 h 485"/>
                <a:gd name="T20" fmla="*/ 337 w 337"/>
                <a:gd name="T21" fmla="*/ 485 h 485"/>
              </a:gdLst>
              <a:ahLst/>
              <a:cxnLst>
                <a:cxn ang="T12">
                  <a:pos x="T0" y="T1"/>
                </a:cxn>
                <a:cxn ang="T13">
                  <a:pos x="T2" y="T3"/>
                </a:cxn>
                <a:cxn ang="T14">
                  <a:pos x="T4" y="T5"/>
                </a:cxn>
                <a:cxn ang="T15">
                  <a:pos x="T6" y="T7"/>
                </a:cxn>
                <a:cxn ang="T16">
                  <a:pos x="T8" y="T9"/>
                </a:cxn>
                <a:cxn ang="T17">
                  <a:pos x="T10" y="T11"/>
                </a:cxn>
              </a:cxnLst>
              <a:rect l="T18" t="T19" r="T20" b="T21"/>
              <a:pathLst>
                <a:path w="337" h="485">
                  <a:moveTo>
                    <a:pt x="336" y="194"/>
                  </a:moveTo>
                  <a:lnTo>
                    <a:pt x="118" y="484"/>
                  </a:lnTo>
                  <a:lnTo>
                    <a:pt x="0" y="452"/>
                  </a:lnTo>
                  <a:lnTo>
                    <a:pt x="336" y="0"/>
                  </a:lnTo>
                  <a:lnTo>
                    <a:pt x="336" y="152"/>
                  </a:lnTo>
                  <a:lnTo>
                    <a:pt x="336" y="194"/>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75823" name="Freeform 96"/>
            <p:cNvSpPr>
              <a:spLocks/>
            </p:cNvSpPr>
            <p:nvPr/>
          </p:nvSpPr>
          <p:spPr bwMode="auto">
            <a:xfrm>
              <a:off x="2757" y="2124"/>
              <a:ext cx="509" cy="339"/>
            </a:xfrm>
            <a:custGeom>
              <a:avLst/>
              <a:gdLst>
                <a:gd name="T0" fmla="*/ 0 w 506"/>
                <a:gd name="T1" fmla="*/ 0 h 345"/>
                <a:gd name="T2" fmla="*/ 1 w 506"/>
                <a:gd name="T3" fmla="*/ 198 h 345"/>
                <a:gd name="T4" fmla="*/ 514 w 506"/>
                <a:gd name="T5" fmla="*/ 326 h 345"/>
                <a:gd name="T6" fmla="*/ 513 w 506"/>
                <a:gd name="T7" fmla="*/ 124 h 345"/>
                <a:gd name="T8" fmla="*/ 0 60000 65536"/>
                <a:gd name="T9" fmla="*/ 0 60000 65536"/>
                <a:gd name="T10" fmla="*/ 0 60000 65536"/>
                <a:gd name="T11" fmla="*/ 0 60000 65536"/>
                <a:gd name="T12" fmla="*/ 0 w 506"/>
                <a:gd name="T13" fmla="*/ 0 h 345"/>
                <a:gd name="T14" fmla="*/ 506 w 506"/>
                <a:gd name="T15" fmla="*/ 345 h 345"/>
              </a:gdLst>
              <a:ahLst/>
              <a:cxnLst>
                <a:cxn ang="T8">
                  <a:pos x="T0" y="T1"/>
                </a:cxn>
                <a:cxn ang="T9">
                  <a:pos x="T2" y="T3"/>
                </a:cxn>
                <a:cxn ang="T10">
                  <a:pos x="T4" y="T5"/>
                </a:cxn>
                <a:cxn ang="T11">
                  <a:pos x="T6" y="T7"/>
                </a:cxn>
              </a:cxnLst>
              <a:rect l="T12" t="T13" r="T14" b="T15"/>
              <a:pathLst>
                <a:path w="506" h="345">
                  <a:moveTo>
                    <a:pt x="0" y="0"/>
                  </a:moveTo>
                  <a:lnTo>
                    <a:pt x="1" y="209"/>
                  </a:lnTo>
                  <a:lnTo>
                    <a:pt x="505" y="344"/>
                  </a:lnTo>
                  <a:lnTo>
                    <a:pt x="504" y="130"/>
                  </a:lnTo>
                </a:path>
              </a:pathLst>
            </a:custGeom>
            <a:solidFill>
              <a:srgbClr val="FC2C1C"/>
            </a:solidFill>
            <a:ln w="12700" cap="rnd" cmpd="sng">
              <a:solidFill>
                <a:schemeClr val="bg2"/>
              </a:solidFill>
              <a:prstDash val="solid"/>
              <a:round/>
              <a:headEnd type="none" w="med" len="med"/>
              <a:tailEnd type="none" w="med" len="med"/>
            </a:ln>
          </p:spPr>
          <p:txBody>
            <a:bodyPr/>
            <a:lstStyle/>
            <a:p>
              <a:endParaRPr lang="fr-FR"/>
            </a:p>
          </p:txBody>
        </p:sp>
        <p:sp>
          <p:nvSpPr>
            <p:cNvPr id="75824" name="AutoShape 97"/>
            <p:cNvSpPr>
              <a:spLocks noChangeArrowheads="1"/>
            </p:cNvSpPr>
            <p:nvPr/>
          </p:nvSpPr>
          <p:spPr bwMode="auto">
            <a:xfrm rot="16200000" flipH="1">
              <a:off x="3067" y="1967"/>
              <a:ext cx="693" cy="306"/>
            </a:xfrm>
            <a:prstGeom prst="parallelogram">
              <a:avLst>
                <a:gd name="adj" fmla="val 156202"/>
              </a:avLst>
            </a:prstGeom>
            <a:solidFill>
              <a:srgbClr val="FC2C1C"/>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grpSp>
        <p:nvGrpSpPr>
          <p:cNvPr id="75788" name="Group 98"/>
          <p:cNvGrpSpPr>
            <a:grpSpLocks/>
          </p:cNvGrpSpPr>
          <p:nvPr/>
        </p:nvGrpSpPr>
        <p:grpSpPr bwMode="auto">
          <a:xfrm rot="-223274">
            <a:off x="3846513" y="2978150"/>
            <a:ext cx="744537" cy="733425"/>
            <a:chOff x="2757" y="1666"/>
            <a:chExt cx="812" cy="800"/>
          </a:xfrm>
        </p:grpSpPr>
        <p:sp>
          <p:nvSpPr>
            <p:cNvPr id="75813" name="Freeform 99"/>
            <p:cNvSpPr>
              <a:spLocks/>
            </p:cNvSpPr>
            <p:nvPr/>
          </p:nvSpPr>
          <p:spPr bwMode="auto">
            <a:xfrm>
              <a:off x="2762" y="1667"/>
              <a:ext cx="807" cy="584"/>
            </a:xfrm>
            <a:custGeom>
              <a:avLst/>
              <a:gdLst>
                <a:gd name="T0" fmla="*/ 497 w 807"/>
                <a:gd name="T1" fmla="*/ 583 h 584"/>
                <a:gd name="T2" fmla="*/ 0 w 807"/>
                <a:gd name="T3" fmla="*/ 452 h 584"/>
                <a:gd name="T4" fmla="*/ 337 w 807"/>
                <a:gd name="T5" fmla="*/ 0 h 584"/>
                <a:gd name="T6" fmla="*/ 806 w 807"/>
                <a:gd name="T7" fmla="*/ 98 h 584"/>
                <a:gd name="T8" fmla="*/ 497 w 807"/>
                <a:gd name="T9" fmla="*/ 583 h 584"/>
                <a:gd name="T10" fmla="*/ 0 60000 65536"/>
                <a:gd name="T11" fmla="*/ 0 60000 65536"/>
                <a:gd name="T12" fmla="*/ 0 60000 65536"/>
                <a:gd name="T13" fmla="*/ 0 60000 65536"/>
                <a:gd name="T14" fmla="*/ 0 60000 65536"/>
                <a:gd name="T15" fmla="*/ 0 w 807"/>
                <a:gd name="T16" fmla="*/ 0 h 584"/>
                <a:gd name="T17" fmla="*/ 807 w 807"/>
                <a:gd name="T18" fmla="*/ 584 h 584"/>
              </a:gdLst>
              <a:ahLst/>
              <a:cxnLst>
                <a:cxn ang="T10">
                  <a:pos x="T0" y="T1"/>
                </a:cxn>
                <a:cxn ang="T11">
                  <a:pos x="T2" y="T3"/>
                </a:cxn>
                <a:cxn ang="T12">
                  <a:pos x="T4" y="T5"/>
                </a:cxn>
                <a:cxn ang="T13">
                  <a:pos x="T6" y="T7"/>
                </a:cxn>
                <a:cxn ang="T14">
                  <a:pos x="T8" y="T9"/>
                </a:cxn>
              </a:cxnLst>
              <a:rect l="T15" t="T16" r="T17" b="T18"/>
              <a:pathLst>
                <a:path w="807" h="584">
                  <a:moveTo>
                    <a:pt x="497" y="583"/>
                  </a:moveTo>
                  <a:lnTo>
                    <a:pt x="0" y="452"/>
                  </a:lnTo>
                  <a:lnTo>
                    <a:pt x="337" y="0"/>
                  </a:lnTo>
                  <a:lnTo>
                    <a:pt x="806" y="98"/>
                  </a:lnTo>
                  <a:lnTo>
                    <a:pt x="497" y="583"/>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75814" name="Freeform 100"/>
            <p:cNvSpPr>
              <a:spLocks/>
            </p:cNvSpPr>
            <p:nvPr/>
          </p:nvSpPr>
          <p:spPr bwMode="auto">
            <a:xfrm>
              <a:off x="2882" y="1861"/>
              <a:ext cx="578" cy="384"/>
            </a:xfrm>
            <a:custGeom>
              <a:avLst/>
              <a:gdLst>
                <a:gd name="T0" fmla="*/ 377 w 578"/>
                <a:gd name="T1" fmla="*/ 383 h 384"/>
                <a:gd name="T2" fmla="*/ 0 w 578"/>
                <a:gd name="T3" fmla="*/ 291 h 384"/>
                <a:gd name="T4" fmla="*/ 217 w 578"/>
                <a:gd name="T5" fmla="*/ 0 h 384"/>
                <a:gd name="T6" fmla="*/ 577 w 578"/>
                <a:gd name="T7" fmla="*/ 74 h 384"/>
                <a:gd name="T8" fmla="*/ 377 w 578"/>
                <a:gd name="T9" fmla="*/ 383 h 384"/>
                <a:gd name="T10" fmla="*/ 0 60000 65536"/>
                <a:gd name="T11" fmla="*/ 0 60000 65536"/>
                <a:gd name="T12" fmla="*/ 0 60000 65536"/>
                <a:gd name="T13" fmla="*/ 0 60000 65536"/>
                <a:gd name="T14" fmla="*/ 0 60000 65536"/>
                <a:gd name="T15" fmla="*/ 0 w 578"/>
                <a:gd name="T16" fmla="*/ 0 h 384"/>
                <a:gd name="T17" fmla="*/ 578 w 578"/>
                <a:gd name="T18" fmla="*/ 384 h 384"/>
              </a:gdLst>
              <a:ahLst/>
              <a:cxnLst>
                <a:cxn ang="T10">
                  <a:pos x="T0" y="T1"/>
                </a:cxn>
                <a:cxn ang="T11">
                  <a:pos x="T2" y="T3"/>
                </a:cxn>
                <a:cxn ang="T12">
                  <a:pos x="T4" y="T5"/>
                </a:cxn>
                <a:cxn ang="T13">
                  <a:pos x="T6" y="T7"/>
                </a:cxn>
                <a:cxn ang="T14">
                  <a:pos x="T8" y="T9"/>
                </a:cxn>
              </a:cxnLst>
              <a:rect l="T15" t="T16" r="T17" b="T18"/>
              <a:pathLst>
                <a:path w="578" h="384">
                  <a:moveTo>
                    <a:pt x="377" y="383"/>
                  </a:moveTo>
                  <a:lnTo>
                    <a:pt x="0" y="291"/>
                  </a:lnTo>
                  <a:lnTo>
                    <a:pt x="217" y="0"/>
                  </a:lnTo>
                  <a:lnTo>
                    <a:pt x="577" y="74"/>
                  </a:lnTo>
                  <a:lnTo>
                    <a:pt x="377" y="383"/>
                  </a:lnTo>
                </a:path>
              </a:pathLst>
            </a:custGeom>
            <a:solidFill>
              <a:srgbClr val="E22B00"/>
            </a:solidFill>
            <a:ln>
              <a:noFill/>
            </a:ln>
            <a:extLst>
              <a:ext uri="{91240B29-F687-4F45-9708-019B960494DF}">
                <a14:hiddenLine xmlns:a14="http://schemas.microsoft.com/office/drawing/2010/main" w="12700" cap="rnd" cmpd="sng">
                  <a:solidFill>
                    <a:srgbClr val="000000"/>
                  </a:solidFill>
                  <a:prstDash val="solid"/>
                  <a:round/>
                  <a:headEnd type="none" w="med" len="med"/>
                  <a:tailEnd type="none" w="med" len="med"/>
                </a14:hiddenLine>
              </a:ext>
            </a:extLst>
          </p:spPr>
          <p:txBody>
            <a:bodyPr/>
            <a:lstStyle/>
            <a:p>
              <a:endParaRPr lang="fr-FR"/>
            </a:p>
          </p:txBody>
        </p:sp>
        <p:sp>
          <p:nvSpPr>
            <p:cNvPr id="75815" name="Line 101"/>
            <p:cNvSpPr>
              <a:spLocks noChangeShapeType="1"/>
            </p:cNvSpPr>
            <p:nvPr/>
          </p:nvSpPr>
          <p:spPr bwMode="auto">
            <a:xfrm>
              <a:off x="3102" y="1862"/>
              <a:ext cx="352" cy="7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fr-FR"/>
            </a:p>
          </p:txBody>
        </p:sp>
        <p:sp>
          <p:nvSpPr>
            <p:cNvPr id="75816" name="Freeform 102"/>
            <p:cNvSpPr>
              <a:spLocks/>
            </p:cNvSpPr>
            <p:nvPr/>
          </p:nvSpPr>
          <p:spPr bwMode="auto">
            <a:xfrm>
              <a:off x="2762" y="1666"/>
              <a:ext cx="337" cy="485"/>
            </a:xfrm>
            <a:custGeom>
              <a:avLst/>
              <a:gdLst>
                <a:gd name="T0" fmla="*/ 336 w 337"/>
                <a:gd name="T1" fmla="*/ 194 h 485"/>
                <a:gd name="T2" fmla="*/ 118 w 337"/>
                <a:gd name="T3" fmla="*/ 484 h 485"/>
                <a:gd name="T4" fmla="*/ 0 w 337"/>
                <a:gd name="T5" fmla="*/ 452 h 485"/>
                <a:gd name="T6" fmla="*/ 336 w 337"/>
                <a:gd name="T7" fmla="*/ 0 h 485"/>
                <a:gd name="T8" fmla="*/ 336 w 337"/>
                <a:gd name="T9" fmla="*/ 152 h 485"/>
                <a:gd name="T10" fmla="*/ 336 w 337"/>
                <a:gd name="T11" fmla="*/ 194 h 485"/>
                <a:gd name="T12" fmla="*/ 0 60000 65536"/>
                <a:gd name="T13" fmla="*/ 0 60000 65536"/>
                <a:gd name="T14" fmla="*/ 0 60000 65536"/>
                <a:gd name="T15" fmla="*/ 0 60000 65536"/>
                <a:gd name="T16" fmla="*/ 0 60000 65536"/>
                <a:gd name="T17" fmla="*/ 0 60000 65536"/>
                <a:gd name="T18" fmla="*/ 0 w 337"/>
                <a:gd name="T19" fmla="*/ 0 h 485"/>
                <a:gd name="T20" fmla="*/ 337 w 337"/>
                <a:gd name="T21" fmla="*/ 485 h 485"/>
              </a:gdLst>
              <a:ahLst/>
              <a:cxnLst>
                <a:cxn ang="T12">
                  <a:pos x="T0" y="T1"/>
                </a:cxn>
                <a:cxn ang="T13">
                  <a:pos x="T2" y="T3"/>
                </a:cxn>
                <a:cxn ang="T14">
                  <a:pos x="T4" y="T5"/>
                </a:cxn>
                <a:cxn ang="T15">
                  <a:pos x="T6" y="T7"/>
                </a:cxn>
                <a:cxn ang="T16">
                  <a:pos x="T8" y="T9"/>
                </a:cxn>
                <a:cxn ang="T17">
                  <a:pos x="T10" y="T11"/>
                </a:cxn>
              </a:cxnLst>
              <a:rect l="T18" t="T19" r="T20" b="T21"/>
              <a:pathLst>
                <a:path w="337" h="485">
                  <a:moveTo>
                    <a:pt x="336" y="194"/>
                  </a:moveTo>
                  <a:lnTo>
                    <a:pt x="118" y="484"/>
                  </a:lnTo>
                  <a:lnTo>
                    <a:pt x="0" y="452"/>
                  </a:lnTo>
                  <a:lnTo>
                    <a:pt x="336" y="0"/>
                  </a:lnTo>
                  <a:lnTo>
                    <a:pt x="336" y="152"/>
                  </a:lnTo>
                  <a:lnTo>
                    <a:pt x="336" y="194"/>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75817" name="Freeform 103"/>
            <p:cNvSpPr>
              <a:spLocks/>
            </p:cNvSpPr>
            <p:nvPr/>
          </p:nvSpPr>
          <p:spPr bwMode="auto">
            <a:xfrm>
              <a:off x="2757" y="2124"/>
              <a:ext cx="509" cy="339"/>
            </a:xfrm>
            <a:custGeom>
              <a:avLst/>
              <a:gdLst>
                <a:gd name="T0" fmla="*/ 0 w 506"/>
                <a:gd name="T1" fmla="*/ 0 h 345"/>
                <a:gd name="T2" fmla="*/ 1 w 506"/>
                <a:gd name="T3" fmla="*/ 198 h 345"/>
                <a:gd name="T4" fmla="*/ 514 w 506"/>
                <a:gd name="T5" fmla="*/ 326 h 345"/>
                <a:gd name="T6" fmla="*/ 513 w 506"/>
                <a:gd name="T7" fmla="*/ 124 h 345"/>
                <a:gd name="T8" fmla="*/ 0 60000 65536"/>
                <a:gd name="T9" fmla="*/ 0 60000 65536"/>
                <a:gd name="T10" fmla="*/ 0 60000 65536"/>
                <a:gd name="T11" fmla="*/ 0 60000 65536"/>
                <a:gd name="T12" fmla="*/ 0 w 506"/>
                <a:gd name="T13" fmla="*/ 0 h 345"/>
                <a:gd name="T14" fmla="*/ 506 w 506"/>
                <a:gd name="T15" fmla="*/ 345 h 345"/>
              </a:gdLst>
              <a:ahLst/>
              <a:cxnLst>
                <a:cxn ang="T8">
                  <a:pos x="T0" y="T1"/>
                </a:cxn>
                <a:cxn ang="T9">
                  <a:pos x="T2" y="T3"/>
                </a:cxn>
                <a:cxn ang="T10">
                  <a:pos x="T4" y="T5"/>
                </a:cxn>
                <a:cxn ang="T11">
                  <a:pos x="T6" y="T7"/>
                </a:cxn>
              </a:cxnLst>
              <a:rect l="T12" t="T13" r="T14" b="T15"/>
              <a:pathLst>
                <a:path w="506" h="345">
                  <a:moveTo>
                    <a:pt x="0" y="0"/>
                  </a:moveTo>
                  <a:lnTo>
                    <a:pt x="1" y="209"/>
                  </a:lnTo>
                  <a:lnTo>
                    <a:pt x="505" y="344"/>
                  </a:lnTo>
                  <a:lnTo>
                    <a:pt x="504" y="130"/>
                  </a:lnTo>
                </a:path>
              </a:pathLst>
            </a:custGeom>
            <a:solidFill>
              <a:srgbClr val="FC2C1C"/>
            </a:solidFill>
            <a:ln w="12700" cap="rnd" cmpd="sng">
              <a:solidFill>
                <a:schemeClr val="bg2"/>
              </a:solidFill>
              <a:prstDash val="solid"/>
              <a:round/>
              <a:headEnd type="none" w="med" len="med"/>
              <a:tailEnd type="none" w="med" len="med"/>
            </a:ln>
          </p:spPr>
          <p:txBody>
            <a:bodyPr/>
            <a:lstStyle/>
            <a:p>
              <a:endParaRPr lang="fr-FR"/>
            </a:p>
          </p:txBody>
        </p:sp>
        <p:sp>
          <p:nvSpPr>
            <p:cNvPr id="75818" name="AutoShape 104"/>
            <p:cNvSpPr>
              <a:spLocks noChangeArrowheads="1"/>
            </p:cNvSpPr>
            <p:nvPr/>
          </p:nvSpPr>
          <p:spPr bwMode="auto">
            <a:xfrm rot="16200000" flipH="1">
              <a:off x="3067" y="1967"/>
              <a:ext cx="693" cy="306"/>
            </a:xfrm>
            <a:prstGeom prst="parallelogram">
              <a:avLst>
                <a:gd name="adj" fmla="val 156202"/>
              </a:avLst>
            </a:prstGeom>
            <a:solidFill>
              <a:srgbClr val="FC2C1C"/>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grpSp>
        <p:nvGrpSpPr>
          <p:cNvPr id="75789" name="Group 105"/>
          <p:cNvGrpSpPr>
            <a:grpSpLocks/>
          </p:cNvGrpSpPr>
          <p:nvPr/>
        </p:nvGrpSpPr>
        <p:grpSpPr bwMode="auto">
          <a:xfrm rot="-223274">
            <a:off x="3817938" y="2717800"/>
            <a:ext cx="744537" cy="733425"/>
            <a:chOff x="2757" y="1666"/>
            <a:chExt cx="812" cy="800"/>
          </a:xfrm>
        </p:grpSpPr>
        <p:sp>
          <p:nvSpPr>
            <p:cNvPr id="75807" name="Freeform 106"/>
            <p:cNvSpPr>
              <a:spLocks/>
            </p:cNvSpPr>
            <p:nvPr/>
          </p:nvSpPr>
          <p:spPr bwMode="auto">
            <a:xfrm>
              <a:off x="2762" y="1667"/>
              <a:ext cx="807" cy="584"/>
            </a:xfrm>
            <a:custGeom>
              <a:avLst/>
              <a:gdLst>
                <a:gd name="T0" fmla="*/ 497 w 807"/>
                <a:gd name="T1" fmla="*/ 583 h 584"/>
                <a:gd name="T2" fmla="*/ 0 w 807"/>
                <a:gd name="T3" fmla="*/ 452 h 584"/>
                <a:gd name="T4" fmla="*/ 337 w 807"/>
                <a:gd name="T5" fmla="*/ 0 h 584"/>
                <a:gd name="T6" fmla="*/ 806 w 807"/>
                <a:gd name="T7" fmla="*/ 98 h 584"/>
                <a:gd name="T8" fmla="*/ 497 w 807"/>
                <a:gd name="T9" fmla="*/ 583 h 584"/>
                <a:gd name="T10" fmla="*/ 0 60000 65536"/>
                <a:gd name="T11" fmla="*/ 0 60000 65536"/>
                <a:gd name="T12" fmla="*/ 0 60000 65536"/>
                <a:gd name="T13" fmla="*/ 0 60000 65536"/>
                <a:gd name="T14" fmla="*/ 0 60000 65536"/>
                <a:gd name="T15" fmla="*/ 0 w 807"/>
                <a:gd name="T16" fmla="*/ 0 h 584"/>
                <a:gd name="T17" fmla="*/ 807 w 807"/>
                <a:gd name="T18" fmla="*/ 584 h 584"/>
              </a:gdLst>
              <a:ahLst/>
              <a:cxnLst>
                <a:cxn ang="T10">
                  <a:pos x="T0" y="T1"/>
                </a:cxn>
                <a:cxn ang="T11">
                  <a:pos x="T2" y="T3"/>
                </a:cxn>
                <a:cxn ang="T12">
                  <a:pos x="T4" y="T5"/>
                </a:cxn>
                <a:cxn ang="T13">
                  <a:pos x="T6" y="T7"/>
                </a:cxn>
                <a:cxn ang="T14">
                  <a:pos x="T8" y="T9"/>
                </a:cxn>
              </a:cxnLst>
              <a:rect l="T15" t="T16" r="T17" b="T18"/>
              <a:pathLst>
                <a:path w="807" h="584">
                  <a:moveTo>
                    <a:pt x="497" y="583"/>
                  </a:moveTo>
                  <a:lnTo>
                    <a:pt x="0" y="452"/>
                  </a:lnTo>
                  <a:lnTo>
                    <a:pt x="337" y="0"/>
                  </a:lnTo>
                  <a:lnTo>
                    <a:pt x="806" y="98"/>
                  </a:lnTo>
                  <a:lnTo>
                    <a:pt x="497" y="583"/>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75808" name="Freeform 107"/>
            <p:cNvSpPr>
              <a:spLocks/>
            </p:cNvSpPr>
            <p:nvPr/>
          </p:nvSpPr>
          <p:spPr bwMode="auto">
            <a:xfrm>
              <a:off x="2882" y="1861"/>
              <a:ext cx="578" cy="384"/>
            </a:xfrm>
            <a:custGeom>
              <a:avLst/>
              <a:gdLst>
                <a:gd name="T0" fmla="*/ 377 w 578"/>
                <a:gd name="T1" fmla="*/ 383 h 384"/>
                <a:gd name="T2" fmla="*/ 0 w 578"/>
                <a:gd name="T3" fmla="*/ 291 h 384"/>
                <a:gd name="T4" fmla="*/ 217 w 578"/>
                <a:gd name="T5" fmla="*/ 0 h 384"/>
                <a:gd name="T6" fmla="*/ 577 w 578"/>
                <a:gd name="T7" fmla="*/ 74 h 384"/>
                <a:gd name="T8" fmla="*/ 377 w 578"/>
                <a:gd name="T9" fmla="*/ 383 h 384"/>
                <a:gd name="T10" fmla="*/ 0 60000 65536"/>
                <a:gd name="T11" fmla="*/ 0 60000 65536"/>
                <a:gd name="T12" fmla="*/ 0 60000 65536"/>
                <a:gd name="T13" fmla="*/ 0 60000 65536"/>
                <a:gd name="T14" fmla="*/ 0 60000 65536"/>
                <a:gd name="T15" fmla="*/ 0 w 578"/>
                <a:gd name="T16" fmla="*/ 0 h 384"/>
                <a:gd name="T17" fmla="*/ 578 w 578"/>
                <a:gd name="T18" fmla="*/ 384 h 384"/>
              </a:gdLst>
              <a:ahLst/>
              <a:cxnLst>
                <a:cxn ang="T10">
                  <a:pos x="T0" y="T1"/>
                </a:cxn>
                <a:cxn ang="T11">
                  <a:pos x="T2" y="T3"/>
                </a:cxn>
                <a:cxn ang="T12">
                  <a:pos x="T4" y="T5"/>
                </a:cxn>
                <a:cxn ang="T13">
                  <a:pos x="T6" y="T7"/>
                </a:cxn>
                <a:cxn ang="T14">
                  <a:pos x="T8" y="T9"/>
                </a:cxn>
              </a:cxnLst>
              <a:rect l="T15" t="T16" r="T17" b="T18"/>
              <a:pathLst>
                <a:path w="578" h="384">
                  <a:moveTo>
                    <a:pt x="377" y="383"/>
                  </a:moveTo>
                  <a:lnTo>
                    <a:pt x="0" y="291"/>
                  </a:lnTo>
                  <a:lnTo>
                    <a:pt x="217" y="0"/>
                  </a:lnTo>
                  <a:lnTo>
                    <a:pt x="577" y="74"/>
                  </a:lnTo>
                  <a:lnTo>
                    <a:pt x="377" y="383"/>
                  </a:lnTo>
                </a:path>
              </a:pathLst>
            </a:custGeom>
            <a:solidFill>
              <a:srgbClr val="E22B00"/>
            </a:solidFill>
            <a:ln>
              <a:noFill/>
            </a:ln>
            <a:extLst>
              <a:ext uri="{91240B29-F687-4F45-9708-019B960494DF}">
                <a14:hiddenLine xmlns:a14="http://schemas.microsoft.com/office/drawing/2010/main" w="12700" cap="rnd" cmpd="sng">
                  <a:solidFill>
                    <a:srgbClr val="000000"/>
                  </a:solidFill>
                  <a:prstDash val="solid"/>
                  <a:round/>
                  <a:headEnd type="none" w="med" len="med"/>
                  <a:tailEnd type="none" w="med" len="med"/>
                </a14:hiddenLine>
              </a:ext>
            </a:extLst>
          </p:spPr>
          <p:txBody>
            <a:bodyPr/>
            <a:lstStyle/>
            <a:p>
              <a:endParaRPr lang="fr-FR"/>
            </a:p>
          </p:txBody>
        </p:sp>
        <p:sp>
          <p:nvSpPr>
            <p:cNvPr id="75809" name="Line 108"/>
            <p:cNvSpPr>
              <a:spLocks noChangeShapeType="1"/>
            </p:cNvSpPr>
            <p:nvPr/>
          </p:nvSpPr>
          <p:spPr bwMode="auto">
            <a:xfrm>
              <a:off x="3102" y="1862"/>
              <a:ext cx="352" cy="7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fr-FR"/>
            </a:p>
          </p:txBody>
        </p:sp>
        <p:sp>
          <p:nvSpPr>
            <p:cNvPr id="75810" name="Freeform 109"/>
            <p:cNvSpPr>
              <a:spLocks/>
            </p:cNvSpPr>
            <p:nvPr/>
          </p:nvSpPr>
          <p:spPr bwMode="auto">
            <a:xfrm>
              <a:off x="2762" y="1666"/>
              <a:ext cx="337" cy="485"/>
            </a:xfrm>
            <a:custGeom>
              <a:avLst/>
              <a:gdLst>
                <a:gd name="T0" fmla="*/ 336 w 337"/>
                <a:gd name="T1" fmla="*/ 194 h 485"/>
                <a:gd name="T2" fmla="*/ 118 w 337"/>
                <a:gd name="T3" fmla="*/ 484 h 485"/>
                <a:gd name="T4" fmla="*/ 0 w 337"/>
                <a:gd name="T5" fmla="*/ 452 h 485"/>
                <a:gd name="T6" fmla="*/ 336 w 337"/>
                <a:gd name="T7" fmla="*/ 0 h 485"/>
                <a:gd name="T8" fmla="*/ 336 w 337"/>
                <a:gd name="T9" fmla="*/ 152 h 485"/>
                <a:gd name="T10" fmla="*/ 336 w 337"/>
                <a:gd name="T11" fmla="*/ 194 h 485"/>
                <a:gd name="T12" fmla="*/ 0 60000 65536"/>
                <a:gd name="T13" fmla="*/ 0 60000 65536"/>
                <a:gd name="T14" fmla="*/ 0 60000 65536"/>
                <a:gd name="T15" fmla="*/ 0 60000 65536"/>
                <a:gd name="T16" fmla="*/ 0 60000 65536"/>
                <a:gd name="T17" fmla="*/ 0 60000 65536"/>
                <a:gd name="T18" fmla="*/ 0 w 337"/>
                <a:gd name="T19" fmla="*/ 0 h 485"/>
                <a:gd name="T20" fmla="*/ 337 w 337"/>
                <a:gd name="T21" fmla="*/ 485 h 485"/>
              </a:gdLst>
              <a:ahLst/>
              <a:cxnLst>
                <a:cxn ang="T12">
                  <a:pos x="T0" y="T1"/>
                </a:cxn>
                <a:cxn ang="T13">
                  <a:pos x="T2" y="T3"/>
                </a:cxn>
                <a:cxn ang="T14">
                  <a:pos x="T4" y="T5"/>
                </a:cxn>
                <a:cxn ang="T15">
                  <a:pos x="T6" y="T7"/>
                </a:cxn>
                <a:cxn ang="T16">
                  <a:pos x="T8" y="T9"/>
                </a:cxn>
                <a:cxn ang="T17">
                  <a:pos x="T10" y="T11"/>
                </a:cxn>
              </a:cxnLst>
              <a:rect l="T18" t="T19" r="T20" b="T21"/>
              <a:pathLst>
                <a:path w="337" h="485">
                  <a:moveTo>
                    <a:pt x="336" y="194"/>
                  </a:moveTo>
                  <a:lnTo>
                    <a:pt x="118" y="484"/>
                  </a:lnTo>
                  <a:lnTo>
                    <a:pt x="0" y="452"/>
                  </a:lnTo>
                  <a:lnTo>
                    <a:pt x="336" y="0"/>
                  </a:lnTo>
                  <a:lnTo>
                    <a:pt x="336" y="152"/>
                  </a:lnTo>
                  <a:lnTo>
                    <a:pt x="336" y="194"/>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75811" name="Freeform 110"/>
            <p:cNvSpPr>
              <a:spLocks/>
            </p:cNvSpPr>
            <p:nvPr/>
          </p:nvSpPr>
          <p:spPr bwMode="auto">
            <a:xfrm>
              <a:off x="2757" y="2124"/>
              <a:ext cx="509" cy="339"/>
            </a:xfrm>
            <a:custGeom>
              <a:avLst/>
              <a:gdLst>
                <a:gd name="T0" fmla="*/ 0 w 506"/>
                <a:gd name="T1" fmla="*/ 0 h 345"/>
                <a:gd name="T2" fmla="*/ 1 w 506"/>
                <a:gd name="T3" fmla="*/ 198 h 345"/>
                <a:gd name="T4" fmla="*/ 514 w 506"/>
                <a:gd name="T5" fmla="*/ 326 h 345"/>
                <a:gd name="T6" fmla="*/ 513 w 506"/>
                <a:gd name="T7" fmla="*/ 124 h 345"/>
                <a:gd name="T8" fmla="*/ 0 60000 65536"/>
                <a:gd name="T9" fmla="*/ 0 60000 65536"/>
                <a:gd name="T10" fmla="*/ 0 60000 65536"/>
                <a:gd name="T11" fmla="*/ 0 60000 65536"/>
                <a:gd name="T12" fmla="*/ 0 w 506"/>
                <a:gd name="T13" fmla="*/ 0 h 345"/>
                <a:gd name="T14" fmla="*/ 506 w 506"/>
                <a:gd name="T15" fmla="*/ 345 h 345"/>
              </a:gdLst>
              <a:ahLst/>
              <a:cxnLst>
                <a:cxn ang="T8">
                  <a:pos x="T0" y="T1"/>
                </a:cxn>
                <a:cxn ang="T9">
                  <a:pos x="T2" y="T3"/>
                </a:cxn>
                <a:cxn ang="T10">
                  <a:pos x="T4" y="T5"/>
                </a:cxn>
                <a:cxn ang="T11">
                  <a:pos x="T6" y="T7"/>
                </a:cxn>
              </a:cxnLst>
              <a:rect l="T12" t="T13" r="T14" b="T15"/>
              <a:pathLst>
                <a:path w="506" h="345">
                  <a:moveTo>
                    <a:pt x="0" y="0"/>
                  </a:moveTo>
                  <a:lnTo>
                    <a:pt x="1" y="209"/>
                  </a:lnTo>
                  <a:lnTo>
                    <a:pt x="505" y="344"/>
                  </a:lnTo>
                  <a:lnTo>
                    <a:pt x="504" y="130"/>
                  </a:lnTo>
                </a:path>
              </a:pathLst>
            </a:custGeom>
            <a:solidFill>
              <a:srgbClr val="FC2C1C"/>
            </a:solidFill>
            <a:ln w="12700" cap="rnd" cmpd="sng">
              <a:solidFill>
                <a:schemeClr val="bg2"/>
              </a:solidFill>
              <a:prstDash val="solid"/>
              <a:round/>
              <a:headEnd type="none" w="med" len="med"/>
              <a:tailEnd type="none" w="med" len="med"/>
            </a:ln>
          </p:spPr>
          <p:txBody>
            <a:bodyPr/>
            <a:lstStyle/>
            <a:p>
              <a:endParaRPr lang="fr-FR"/>
            </a:p>
          </p:txBody>
        </p:sp>
        <p:sp>
          <p:nvSpPr>
            <p:cNvPr id="75812" name="AutoShape 111"/>
            <p:cNvSpPr>
              <a:spLocks noChangeArrowheads="1"/>
            </p:cNvSpPr>
            <p:nvPr/>
          </p:nvSpPr>
          <p:spPr bwMode="auto">
            <a:xfrm rot="16200000" flipH="1">
              <a:off x="3067" y="1967"/>
              <a:ext cx="693" cy="306"/>
            </a:xfrm>
            <a:prstGeom prst="parallelogram">
              <a:avLst>
                <a:gd name="adj" fmla="val 156202"/>
              </a:avLst>
            </a:prstGeom>
            <a:solidFill>
              <a:srgbClr val="FC2C1C"/>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grpSp>
        <p:nvGrpSpPr>
          <p:cNvPr id="75790" name="Group 123"/>
          <p:cNvGrpSpPr>
            <a:grpSpLocks/>
          </p:cNvGrpSpPr>
          <p:nvPr/>
        </p:nvGrpSpPr>
        <p:grpSpPr bwMode="auto">
          <a:xfrm rot="-223274">
            <a:off x="5253038" y="2887663"/>
            <a:ext cx="744537" cy="733425"/>
            <a:chOff x="2757" y="1666"/>
            <a:chExt cx="812" cy="800"/>
          </a:xfrm>
        </p:grpSpPr>
        <p:sp>
          <p:nvSpPr>
            <p:cNvPr id="75801" name="Freeform 124"/>
            <p:cNvSpPr>
              <a:spLocks/>
            </p:cNvSpPr>
            <p:nvPr/>
          </p:nvSpPr>
          <p:spPr bwMode="auto">
            <a:xfrm>
              <a:off x="2762" y="1667"/>
              <a:ext cx="807" cy="584"/>
            </a:xfrm>
            <a:custGeom>
              <a:avLst/>
              <a:gdLst>
                <a:gd name="T0" fmla="*/ 497 w 807"/>
                <a:gd name="T1" fmla="*/ 583 h 584"/>
                <a:gd name="T2" fmla="*/ 0 w 807"/>
                <a:gd name="T3" fmla="*/ 452 h 584"/>
                <a:gd name="T4" fmla="*/ 337 w 807"/>
                <a:gd name="T5" fmla="*/ 0 h 584"/>
                <a:gd name="T6" fmla="*/ 806 w 807"/>
                <a:gd name="T7" fmla="*/ 98 h 584"/>
                <a:gd name="T8" fmla="*/ 497 w 807"/>
                <a:gd name="T9" fmla="*/ 583 h 584"/>
                <a:gd name="T10" fmla="*/ 0 60000 65536"/>
                <a:gd name="T11" fmla="*/ 0 60000 65536"/>
                <a:gd name="T12" fmla="*/ 0 60000 65536"/>
                <a:gd name="T13" fmla="*/ 0 60000 65536"/>
                <a:gd name="T14" fmla="*/ 0 60000 65536"/>
                <a:gd name="T15" fmla="*/ 0 w 807"/>
                <a:gd name="T16" fmla="*/ 0 h 584"/>
                <a:gd name="T17" fmla="*/ 807 w 807"/>
                <a:gd name="T18" fmla="*/ 584 h 584"/>
              </a:gdLst>
              <a:ahLst/>
              <a:cxnLst>
                <a:cxn ang="T10">
                  <a:pos x="T0" y="T1"/>
                </a:cxn>
                <a:cxn ang="T11">
                  <a:pos x="T2" y="T3"/>
                </a:cxn>
                <a:cxn ang="T12">
                  <a:pos x="T4" y="T5"/>
                </a:cxn>
                <a:cxn ang="T13">
                  <a:pos x="T6" y="T7"/>
                </a:cxn>
                <a:cxn ang="T14">
                  <a:pos x="T8" y="T9"/>
                </a:cxn>
              </a:cxnLst>
              <a:rect l="T15" t="T16" r="T17" b="T18"/>
              <a:pathLst>
                <a:path w="807" h="584">
                  <a:moveTo>
                    <a:pt x="497" y="583"/>
                  </a:moveTo>
                  <a:lnTo>
                    <a:pt x="0" y="452"/>
                  </a:lnTo>
                  <a:lnTo>
                    <a:pt x="337" y="0"/>
                  </a:lnTo>
                  <a:lnTo>
                    <a:pt x="806" y="98"/>
                  </a:lnTo>
                  <a:lnTo>
                    <a:pt x="497" y="583"/>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75802" name="Freeform 125"/>
            <p:cNvSpPr>
              <a:spLocks/>
            </p:cNvSpPr>
            <p:nvPr/>
          </p:nvSpPr>
          <p:spPr bwMode="auto">
            <a:xfrm>
              <a:off x="2882" y="1861"/>
              <a:ext cx="578" cy="384"/>
            </a:xfrm>
            <a:custGeom>
              <a:avLst/>
              <a:gdLst>
                <a:gd name="T0" fmla="*/ 377 w 578"/>
                <a:gd name="T1" fmla="*/ 383 h 384"/>
                <a:gd name="T2" fmla="*/ 0 w 578"/>
                <a:gd name="T3" fmla="*/ 291 h 384"/>
                <a:gd name="T4" fmla="*/ 217 w 578"/>
                <a:gd name="T5" fmla="*/ 0 h 384"/>
                <a:gd name="T6" fmla="*/ 577 w 578"/>
                <a:gd name="T7" fmla="*/ 74 h 384"/>
                <a:gd name="T8" fmla="*/ 377 w 578"/>
                <a:gd name="T9" fmla="*/ 383 h 384"/>
                <a:gd name="T10" fmla="*/ 0 60000 65536"/>
                <a:gd name="T11" fmla="*/ 0 60000 65536"/>
                <a:gd name="T12" fmla="*/ 0 60000 65536"/>
                <a:gd name="T13" fmla="*/ 0 60000 65536"/>
                <a:gd name="T14" fmla="*/ 0 60000 65536"/>
                <a:gd name="T15" fmla="*/ 0 w 578"/>
                <a:gd name="T16" fmla="*/ 0 h 384"/>
                <a:gd name="T17" fmla="*/ 578 w 578"/>
                <a:gd name="T18" fmla="*/ 384 h 384"/>
              </a:gdLst>
              <a:ahLst/>
              <a:cxnLst>
                <a:cxn ang="T10">
                  <a:pos x="T0" y="T1"/>
                </a:cxn>
                <a:cxn ang="T11">
                  <a:pos x="T2" y="T3"/>
                </a:cxn>
                <a:cxn ang="T12">
                  <a:pos x="T4" y="T5"/>
                </a:cxn>
                <a:cxn ang="T13">
                  <a:pos x="T6" y="T7"/>
                </a:cxn>
                <a:cxn ang="T14">
                  <a:pos x="T8" y="T9"/>
                </a:cxn>
              </a:cxnLst>
              <a:rect l="T15" t="T16" r="T17" b="T18"/>
              <a:pathLst>
                <a:path w="578" h="384">
                  <a:moveTo>
                    <a:pt x="377" y="383"/>
                  </a:moveTo>
                  <a:lnTo>
                    <a:pt x="0" y="291"/>
                  </a:lnTo>
                  <a:lnTo>
                    <a:pt x="217" y="0"/>
                  </a:lnTo>
                  <a:lnTo>
                    <a:pt x="577" y="74"/>
                  </a:lnTo>
                  <a:lnTo>
                    <a:pt x="377" y="383"/>
                  </a:lnTo>
                </a:path>
              </a:pathLst>
            </a:custGeom>
            <a:solidFill>
              <a:srgbClr val="E22B00"/>
            </a:solidFill>
            <a:ln>
              <a:noFill/>
            </a:ln>
            <a:extLst>
              <a:ext uri="{91240B29-F687-4F45-9708-019B960494DF}">
                <a14:hiddenLine xmlns:a14="http://schemas.microsoft.com/office/drawing/2010/main" w="12700" cap="rnd" cmpd="sng">
                  <a:solidFill>
                    <a:srgbClr val="000000"/>
                  </a:solidFill>
                  <a:prstDash val="solid"/>
                  <a:round/>
                  <a:headEnd type="none" w="med" len="med"/>
                  <a:tailEnd type="none" w="med" len="med"/>
                </a14:hiddenLine>
              </a:ext>
            </a:extLst>
          </p:spPr>
          <p:txBody>
            <a:bodyPr/>
            <a:lstStyle/>
            <a:p>
              <a:endParaRPr lang="fr-FR"/>
            </a:p>
          </p:txBody>
        </p:sp>
        <p:sp>
          <p:nvSpPr>
            <p:cNvPr id="75803" name="Line 126"/>
            <p:cNvSpPr>
              <a:spLocks noChangeShapeType="1"/>
            </p:cNvSpPr>
            <p:nvPr/>
          </p:nvSpPr>
          <p:spPr bwMode="auto">
            <a:xfrm>
              <a:off x="3102" y="1862"/>
              <a:ext cx="352" cy="7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fr-FR"/>
            </a:p>
          </p:txBody>
        </p:sp>
        <p:sp>
          <p:nvSpPr>
            <p:cNvPr id="75804" name="Freeform 127"/>
            <p:cNvSpPr>
              <a:spLocks/>
            </p:cNvSpPr>
            <p:nvPr/>
          </p:nvSpPr>
          <p:spPr bwMode="auto">
            <a:xfrm>
              <a:off x="2762" y="1666"/>
              <a:ext cx="337" cy="485"/>
            </a:xfrm>
            <a:custGeom>
              <a:avLst/>
              <a:gdLst>
                <a:gd name="T0" fmla="*/ 336 w 337"/>
                <a:gd name="T1" fmla="*/ 194 h 485"/>
                <a:gd name="T2" fmla="*/ 118 w 337"/>
                <a:gd name="T3" fmla="*/ 484 h 485"/>
                <a:gd name="T4" fmla="*/ 0 w 337"/>
                <a:gd name="T5" fmla="*/ 452 h 485"/>
                <a:gd name="T6" fmla="*/ 336 w 337"/>
                <a:gd name="T7" fmla="*/ 0 h 485"/>
                <a:gd name="T8" fmla="*/ 336 w 337"/>
                <a:gd name="T9" fmla="*/ 152 h 485"/>
                <a:gd name="T10" fmla="*/ 336 w 337"/>
                <a:gd name="T11" fmla="*/ 194 h 485"/>
                <a:gd name="T12" fmla="*/ 0 60000 65536"/>
                <a:gd name="T13" fmla="*/ 0 60000 65536"/>
                <a:gd name="T14" fmla="*/ 0 60000 65536"/>
                <a:gd name="T15" fmla="*/ 0 60000 65536"/>
                <a:gd name="T16" fmla="*/ 0 60000 65536"/>
                <a:gd name="T17" fmla="*/ 0 60000 65536"/>
                <a:gd name="T18" fmla="*/ 0 w 337"/>
                <a:gd name="T19" fmla="*/ 0 h 485"/>
                <a:gd name="T20" fmla="*/ 337 w 337"/>
                <a:gd name="T21" fmla="*/ 485 h 485"/>
              </a:gdLst>
              <a:ahLst/>
              <a:cxnLst>
                <a:cxn ang="T12">
                  <a:pos x="T0" y="T1"/>
                </a:cxn>
                <a:cxn ang="T13">
                  <a:pos x="T2" y="T3"/>
                </a:cxn>
                <a:cxn ang="T14">
                  <a:pos x="T4" y="T5"/>
                </a:cxn>
                <a:cxn ang="T15">
                  <a:pos x="T6" y="T7"/>
                </a:cxn>
                <a:cxn ang="T16">
                  <a:pos x="T8" y="T9"/>
                </a:cxn>
                <a:cxn ang="T17">
                  <a:pos x="T10" y="T11"/>
                </a:cxn>
              </a:cxnLst>
              <a:rect l="T18" t="T19" r="T20" b="T21"/>
              <a:pathLst>
                <a:path w="337" h="485">
                  <a:moveTo>
                    <a:pt x="336" y="194"/>
                  </a:moveTo>
                  <a:lnTo>
                    <a:pt x="118" y="484"/>
                  </a:lnTo>
                  <a:lnTo>
                    <a:pt x="0" y="452"/>
                  </a:lnTo>
                  <a:lnTo>
                    <a:pt x="336" y="0"/>
                  </a:lnTo>
                  <a:lnTo>
                    <a:pt x="336" y="152"/>
                  </a:lnTo>
                  <a:lnTo>
                    <a:pt x="336" y="194"/>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75805" name="Freeform 128"/>
            <p:cNvSpPr>
              <a:spLocks/>
            </p:cNvSpPr>
            <p:nvPr/>
          </p:nvSpPr>
          <p:spPr bwMode="auto">
            <a:xfrm>
              <a:off x="2757" y="2124"/>
              <a:ext cx="509" cy="339"/>
            </a:xfrm>
            <a:custGeom>
              <a:avLst/>
              <a:gdLst>
                <a:gd name="T0" fmla="*/ 0 w 506"/>
                <a:gd name="T1" fmla="*/ 0 h 345"/>
                <a:gd name="T2" fmla="*/ 1 w 506"/>
                <a:gd name="T3" fmla="*/ 198 h 345"/>
                <a:gd name="T4" fmla="*/ 514 w 506"/>
                <a:gd name="T5" fmla="*/ 326 h 345"/>
                <a:gd name="T6" fmla="*/ 513 w 506"/>
                <a:gd name="T7" fmla="*/ 124 h 345"/>
                <a:gd name="T8" fmla="*/ 0 60000 65536"/>
                <a:gd name="T9" fmla="*/ 0 60000 65536"/>
                <a:gd name="T10" fmla="*/ 0 60000 65536"/>
                <a:gd name="T11" fmla="*/ 0 60000 65536"/>
                <a:gd name="T12" fmla="*/ 0 w 506"/>
                <a:gd name="T13" fmla="*/ 0 h 345"/>
                <a:gd name="T14" fmla="*/ 506 w 506"/>
                <a:gd name="T15" fmla="*/ 345 h 345"/>
              </a:gdLst>
              <a:ahLst/>
              <a:cxnLst>
                <a:cxn ang="T8">
                  <a:pos x="T0" y="T1"/>
                </a:cxn>
                <a:cxn ang="T9">
                  <a:pos x="T2" y="T3"/>
                </a:cxn>
                <a:cxn ang="T10">
                  <a:pos x="T4" y="T5"/>
                </a:cxn>
                <a:cxn ang="T11">
                  <a:pos x="T6" y="T7"/>
                </a:cxn>
              </a:cxnLst>
              <a:rect l="T12" t="T13" r="T14" b="T15"/>
              <a:pathLst>
                <a:path w="506" h="345">
                  <a:moveTo>
                    <a:pt x="0" y="0"/>
                  </a:moveTo>
                  <a:lnTo>
                    <a:pt x="1" y="209"/>
                  </a:lnTo>
                  <a:lnTo>
                    <a:pt x="505" y="344"/>
                  </a:lnTo>
                  <a:lnTo>
                    <a:pt x="504" y="130"/>
                  </a:lnTo>
                </a:path>
              </a:pathLst>
            </a:custGeom>
            <a:solidFill>
              <a:srgbClr val="FC2C1C"/>
            </a:solidFill>
            <a:ln w="12700" cap="rnd" cmpd="sng">
              <a:solidFill>
                <a:schemeClr val="bg2"/>
              </a:solidFill>
              <a:prstDash val="solid"/>
              <a:round/>
              <a:headEnd type="none" w="med" len="med"/>
              <a:tailEnd type="none" w="med" len="med"/>
            </a:ln>
          </p:spPr>
          <p:txBody>
            <a:bodyPr/>
            <a:lstStyle/>
            <a:p>
              <a:endParaRPr lang="fr-FR"/>
            </a:p>
          </p:txBody>
        </p:sp>
        <p:sp>
          <p:nvSpPr>
            <p:cNvPr id="75806" name="AutoShape 129"/>
            <p:cNvSpPr>
              <a:spLocks noChangeArrowheads="1"/>
            </p:cNvSpPr>
            <p:nvPr/>
          </p:nvSpPr>
          <p:spPr bwMode="auto">
            <a:xfrm rot="16200000" flipH="1">
              <a:off x="3067" y="1967"/>
              <a:ext cx="693" cy="306"/>
            </a:xfrm>
            <a:prstGeom prst="parallelogram">
              <a:avLst>
                <a:gd name="adj" fmla="val 156202"/>
              </a:avLst>
            </a:prstGeom>
            <a:solidFill>
              <a:srgbClr val="FC2C1C"/>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sp>
        <p:nvSpPr>
          <p:cNvPr id="75791" name="Text Box 130"/>
          <p:cNvSpPr txBox="1">
            <a:spLocks noChangeArrowheads="1"/>
          </p:cNvSpPr>
          <p:nvPr/>
        </p:nvSpPr>
        <p:spPr bwMode="auto">
          <a:xfrm>
            <a:off x="1004888" y="3679825"/>
            <a:ext cx="828675"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a:spcBef>
                <a:spcPct val="0"/>
              </a:spcBef>
              <a:buFontTx/>
              <a:buNone/>
            </a:pPr>
            <a:r>
              <a:rPr lang="fr-FR" altLang="fr-FR" sz="2400">
                <a:solidFill>
                  <a:srgbClr val="FC2C1C"/>
                </a:solidFill>
              </a:rPr>
              <a:t>1 R2</a:t>
            </a:r>
          </a:p>
        </p:txBody>
      </p:sp>
      <p:sp>
        <p:nvSpPr>
          <p:cNvPr id="75792" name="Text Box 131"/>
          <p:cNvSpPr txBox="1">
            <a:spLocks noChangeArrowheads="1"/>
          </p:cNvSpPr>
          <p:nvPr/>
        </p:nvSpPr>
        <p:spPr bwMode="auto">
          <a:xfrm>
            <a:off x="5243513" y="3681413"/>
            <a:ext cx="828675"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a:spcBef>
                <a:spcPct val="0"/>
              </a:spcBef>
              <a:buFontTx/>
              <a:buNone/>
            </a:pPr>
            <a:r>
              <a:rPr lang="fr-FR" altLang="fr-FR" sz="2400">
                <a:solidFill>
                  <a:srgbClr val="FC2C1C"/>
                </a:solidFill>
              </a:rPr>
              <a:t>1 R5</a:t>
            </a:r>
          </a:p>
        </p:txBody>
      </p:sp>
      <p:grpSp>
        <p:nvGrpSpPr>
          <p:cNvPr id="75793" name="Group 139"/>
          <p:cNvGrpSpPr>
            <a:grpSpLocks/>
          </p:cNvGrpSpPr>
          <p:nvPr/>
        </p:nvGrpSpPr>
        <p:grpSpPr bwMode="auto">
          <a:xfrm rot="-223274">
            <a:off x="1049338" y="2878138"/>
            <a:ext cx="744537" cy="733425"/>
            <a:chOff x="2757" y="1666"/>
            <a:chExt cx="812" cy="800"/>
          </a:xfrm>
        </p:grpSpPr>
        <p:sp>
          <p:nvSpPr>
            <p:cNvPr id="75795" name="Freeform 140"/>
            <p:cNvSpPr>
              <a:spLocks/>
            </p:cNvSpPr>
            <p:nvPr/>
          </p:nvSpPr>
          <p:spPr bwMode="auto">
            <a:xfrm>
              <a:off x="2762" y="1667"/>
              <a:ext cx="807" cy="584"/>
            </a:xfrm>
            <a:custGeom>
              <a:avLst/>
              <a:gdLst>
                <a:gd name="T0" fmla="*/ 497 w 807"/>
                <a:gd name="T1" fmla="*/ 583 h 584"/>
                <a:gd name="T2" fmla="*/ 0 w 807"/>
                <a:gd name="T3" fmla="*/ 452 h 584"/>
                <a:gd name="T4" fmla="*/ 337 w 807"/>
                <a:gd name="T5" fmla="*/ 0 h 584"/>
                <a:gd name="T6" fmla="*/ 806 w 807"/>
                <a:gd name="T7" fmla="*/ 98 h 584"/>
                <a:gd name="T8" fmla="*/ 497 w 807"/>
                <a:gd name="T9" fmla="*/ 583 h 584"/>
                <a:gd name="T10" fmla="*/ 0 60000 65536"/>
                <a:gd name="T11" fmla="*/ 0 60000 65536"/>
                <a:gd name="T12" fmla="*/ 0 60000 65536"/>
                <a:gd name="T13" fmla="*/ 0 60000 65536"/>
                <a:gd name="T14" fmla="*/ 0 60000 65536"/>
                <a:gd name="T15" fmla="*/ 0 w 807"/>
                <a:gd name="T16" fmla="*/ 0 h 584"/>
                <a:gd name="T17" fmla="*/ 807 w 807"/>
                <a:gd name="T18" fmla="*/ 584 h 584"/>
              </a:gdLst>
              <a:ahLst/>
              <a:cxnLst>
                <a:cxn ang="T10">
                  <a:pos x="T0" y="T1"/>
                </a:cxn>
                <a:cxn ang="T11">
                  <a:pos x="T2" y="T3"/>
                </a:cxn>
                <a:cxn ang="T12">
                  <a:pos x="T4" y="T5"/>
                </a:cxn>
                <a:cxn ang="T13">
                  <a:pos x="T6" y="T7"/>
                </a:cxn>
                <a:cxn ang="T14">
                  <a:pos x="T8" y="T9"/>
                </a:cxn>
              </a:cxnLst>
              <a:rect l="T15" t="T16" r="T17" b="T18"/>
              <a:pathLst>
                <a:path w="807" h="584">
                  <a:moveTo>
                    <a:pt x="497" y="583"/>
                  </a:moveTo>
                  <a:lnTo>
                    <a:pt x="0" y="452"/>
                  </a:lnTo>
                  <a:lnTo>
                    <a:pt x="337" y="0"/>
                  </a:lnTo>
                  <a:lnTo>
                    <a:pt x="806" y="98"/>
                  </a:lnTo>
                  <a:lnTo>
                    <a:pt x="497" y="583"/>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75796" name="Freeform 141"/>
            <p:cNvSpPr>
              <a:spLocks/>
            </p:cNvSpPr>
            <p:nvPr/>
          </p:nvSpPr>
          <p:spPr bwMode="auto">
            <a:xfrm>
              <a:off x="2882" y="1861"/>
              <a:ext cx="578" cy="384"/>
            </a:xfrm>
            <a:custGeom>
              <a:avLst/>
              <a:gdLst>
                <a:gd name="T0" fmla="*/ 377 w 578"/>
                <a:gd name="T1" fmla="*/ 383 h 384"/>
                <a:gd name="T2" fmla="*/ 0 w 578"/>
                <a:gd name="T3" fmla="*/ 291 h 384"/>
                <a:gd name="T4" fmla="*/ 217 w 578"/>
                <a:gd name="T5" fmla="*/ 0 h 384"/>
                <a:gd name="T6" fmla="*/ 577 w 578"/>
                <a:gd name="T7" fmla="*/ 74 h 384"/>
                <a:gd name="T8" fmla="*/ 377 w 578"/>
                <a:gd name="T9" fmla="*/ 383 h 384"/>
                <a:gd name="T10" fmla="*/ 0 60000 65536"/>
                <a:gd name="T11" fmla="*/ 0 60000 65536"/>
                <a:gd name="T12" fmla="*/ 0 60000 65536"/>
                <a:gd name="T13" fmla="*/ 0 60000 65536"/>
                <a:gd name="T14" fmla="*/ 0 60000 65536"/>
                <a:gd name="T15" fmla="*/ 0 w 578"/>
                <a:gd name="T16" fmla="*/ 0 h 384"/>
                <a:gd name="T17" fmla="*/ 578 w 578"/>
                <a:gd name="T18" fmla="*/ 384 h 384"/>
              </a:gdLst>
              <a:ahLst/>
              <a:cxnLst>
                <a:cxn ang="T10">
                  <a:pos x="T0" y="T1"/>
                </a:cxn>
                <a:cxn ang="T11">
                  <a:pos x="T2" y="T3"/>
                </a:cxn>
                <a:cxn ang="T12">
                  <a:pos x="T4" y="T5"/>
                </a:cxn>
                <a:cxn ang="T13">
                  <a:pos x="T6" y="T7"/>
                </a:cxn>
                <a:cxn ang="T14">
                  <a:pos x="T8" y="T9"/>
                </a:cxn>
              </a:cxnLst>
              <a:rect l="T15" t="T16" r="T17" b="T18"/>
              <a:pathLst>
                <a:path w="578" h="384">
                  <a:moveTo>
                    <a:pt x="377" y="383"/>
                  </a:moveTo>
                  <a:lnTo>
                    <a:pt x="0" y="291"/>
                  </a:lnTo>
                  <a:lnTo>
                    <a:pt x="217" y="0"/>
                  </a:lnTo>
                  <a:lnTo>
                    <a:pt x="577" y="74"/>
                  </a:lnTo>
                  <a:lnTo>
                    <a:pt x="377" y="383"/>
                  </a:lnTo>
                </a:path>
              </a:pathLst>
            </a:custGeom>
            <a:solidFill>
              <a:srgbClr val="E22B00"/>
            </a:solidFill>
            <a:ln>
              <a:noFill/>
            </a:ln>
            <a:extLst>
              <a:ext uri="{91240B29-F687-4F45-9708-019B960494DF}">
                <a14:hiddenLine xmlns:a14="http://schemas.microsoft.com/office/drawing/2010/main" w="12700" cap="rnd" cmpd="sng">
                  <a:solidFill>
                    <a:srgbClr val="000000"/>
                  </a:solidFill>
                  <a:prstDash val="solid"/>
                  <a:round/>
                  <a:headEnd type="none" w="med" len="med"/>
                  <a:tailEnd type="none" w="med" len="med"/>
                </a14:hiddenLine>
              </a:ext>
            </a:extLst>
          </p:spPr>
          <p:txBody>
            <a:bodyPr/>
            <a:lstStyle/>
            <a:p>
              <a:endParaRPr lang="fr-FR"/>
            </a:p>
          </p:txBody>
        </p:sp>
        <p:sp>
          <p:nvSpPr>
            <p:cNvPr id="75797" name="Line 142"/>
            <p:cNvSpPr>
              <a:spLocks noChangeShapeType="1"/>
            </p:cNvSpPr>
            <p:nvPr/>
          </p:nvSpPr>
          <p:spPr bwMode="auto">
            <a:xfrm>
              <a:off x="3102" y="1862"/>
              <a:ext cx="352" cy="7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fr-FR"/>
            </a:p>
          </p:txBody>
        </p:sp>
        <p:sp>
          <p:nvSpPr>
            <p:cNvPr id="75798" name="Freeform 143"/>
            <p:cNvSpPr>
              <a:spLocks/>
            </p:cNvSpPr>
            <p:nvPr/>
          </p:nvSpPr>
          <p:spPr bwMode="auto">
            <a:xfrm>
              <a:off x="2762" y="1666"/>
              <a:ext cx="337" cy="485"/>
            </a:xfrm>
            <a:custGeom>
              <a:avLst/>
              <a:gdLst>
                <a:gd name="T0" fmla="*/ 336 w 337"/>
                <a:gd name="T1" fmla="*/ 194 h 485"/>
                <a:gd name="T2" fmla="*/ 118 w 337"/>
                <a:gd name="T3" fmla="*/ 484 h 485"/>
                <a:gd name="T4" fmla="*/ 0 w 337"/>
                <a:gd name="T5" fmla="*/ 452 h 485"/>
                <a:gd name="T6" fmla="*/ 336 w 337"/>
                <a:gd name="T7" fmla="*/ 0 h 485"/>
                <a:gd name="T8" fmla="*/ 336 w 337"/>
                <a:gd name="T9" fmla="*/ 152 h 485"/>
                <a:gd name="T10" fmla="*/ 336 w 337"/>
                <a:gd name="T11" fmla="*/ 194 h 485"/>
                <a:gd name="T12" fmla="*/ 0 60000 65536"/>
                <a:gd name="T13" fmla="*/ 0 60000 65536"/>
                <a:gd name="T14" fmla="*/ 0 60000 65536"/>
                <a:gd name="T15" fmla="*/ 0 60000 65536"/>
                <a:gd name="T16" fmla="*/ 0 60000 65536"/>
                <a:gd name="T17" fmla="*/ 0 60000 65536"/>
                <a:gd name="T18" fmla="*/ 0 w 337"/>
                <a:gd name="T19" fmla="*/ 0 h 485"/>
                <a:gd name="T20" fmla="*/ 337 w 337"/>
                <a:gd name="T21" fmla="*/ 485 h 485"/>
              </a:gdLst>
              <a:ahLst/>
              <a:cxnLst>
                <a:cxn ang="T12">
                  <a:pos x="T0" y="T1"/>
                </a:cxn>
                <a:cxn ang="T13">
                  <a:pos x="T2" y="T3"/>
                </a:cxn>
                <a:cxn ang="T14">
                  <a:pos x="T4" y="T5"/>
                </a:cxn>
                <a:cxn ang="T15">
                  <a:pos x="T6" y="T7"/>
                </a:cxn>
                <a:cxn ang="T16">
                  <a:pos x="T8" y="T9"/>
                </a:cxn>
                <a:cxn ang="T17">
                  <a:pos x="T10" y="T11"/>
                </a:cxn>
              </a:cxnLst>
              <a:rect l="T18" t="T19" r="T20" b="T21"/>
              <a:pathLst>
                <a:path w="337" h="485">
                  <a:moveTo>
                    <a:pt x="336" y="194"/>
                  </a:moveTo>
                  <a:lnTo>
                    <a:pt x="118" y="484"/>
                  </a:lnTo>
                  <a:lnTo>
                    <a:pt x="0" y="452"/>
                  </a:lnTo>
                  <a:lnTo>
                    <a:pt x="336" y="0"/>
                  </a:lnTo>
                  <a:lnTo>
                    <a:pt x="336" y="152"/>
                  </a:lnTo>
                  <a:lnTo>
                    <a:pt x="336" y="194"/>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75799" name="Freeform 144"/>
            <p:cNvSpPr>
              <a:spLocks/>
            </p:cNvSpPr>
            <p:nvPr/>
          </p:nvSpPr>
          <p:spPr bwMode="auto">
            <a:xfrm>
              <a:off x="2757" y="2124"/>
              <a:ext cx="509" cy="339"/>
            </a:xfrm>
            <a:custGeom>
              <a:avLst/>
              <a:gdLst>
                <a:gd name="T0" fmla="*/ 0 w 506"/>
                <a:gd name="T1" fmla="*/ 0 h 345"/>
                <a:gd name="T2" fmla="*/ 1 w 506"/>
                <a:gd name="T3" fmla="*/ 198 h 345"/>
                <a:gd name="T4" fmla="*/ 514 w 506"/>
                <a:gd name="T5" fmla="*/ 326 h 345"/>
                <a:gd name="T6" fmla="*/ 513 w 506"/>
                <a:gd name="T7" fmla="*/ 124 h 345"/>
                <a:gd name="T8" fmla="*/ 0 60000 65536"/>
                <a:gd name="T9" fmla="*/ 0 60000 65536"/>
                <a:gd name="T10" fmla="*/ 0 60000 65536"/>
                <a:gd name="T11" fmla="*/ 0 60000 65536"/>
                <a:gd name="T12" fmla="*/ 0 w 506"/>
                <a:gd name="T13" fmla="*/ 0 h 345"/>
                <a:gd name="T14" fmla="*/ 506 w 506"/>
                <a:gd name="T15" fmla="*/ 345 h 345"/>
              </a:gdLst>
              <a:ahLst/>
              <a:cxnLst>
                <a:cxn ang="T8">
                  <a:pos x="T0" y="T1"/>
                </a:cxn>
                <a:cxn ang="T9">
                  <a:pos x="T2" y="T3"/>
                </a:cxn>
                <a:cxn ang="T10">
                  <a:pos x="T4" y="T5"/>
                </a:cxn>
                <a:cxn ang="T11">
                  <a:pos x="T6" y="T7"/>
                </a:cxn>
              </a:cxnLst>
              <a:rect l="T12" t="T13" r="T14" b="T15"/>
              <a:pathLst>
                <a:path w="506" h="345">
                  <a:moveTo>
                    <a:pt x="0" y="0"/>
                  </a:moveTo>
                  <a:lnTo>
                    <a:pt x="1" y="209"/>
                  </a:lnTo>
                  <a:lnTo>
                    <a:pt x="505" y="344"/>
                  </a:lnTo>
                  <a:lnTo>
                    <a:pt x="504" y="130"/>
                  </a:lnTo>
                </a:path>
              </a:pathLst>
            </a:custGeom>
            <a:solidFill>
              <a:srgbClr val="FC2C1C"/>
            </a:solidFill>
            <a:ln w="12700" cap="rnd" cmpd="sng">
              <a:solidFill>
                <a:schemeClr val="bg2"/>
              </a:solidFill>
              <a:prstDash val="solid"/>
              <a:round/>
              <a:headEnd type="none" w="med" len="med"/>
              <a:tailEnd type="none" w="med" len="med"/>
            </a:ln>
          </p:spPr>
          <p:txBody>
            <a:bodyPr/>
            <a:lstStyle/>
            <a:p>
              <a:endParaRPr lang="fr-FR"/>
            </a:p>
          </p:txBody>
        </p:sp>
        <p:sp>
          <p:nvSpPr>
            <p:cNvPr id="75800" name="AutoShape 145"/>
            <p:cNvSpPr>
              <a:spLocks noChangeArrowheads="1"/>
            </p:cNvSpPr>
            <p:nvPr/>
          </p:nvSpPr>
          <p:spPr bwMode="auto">
            <a:xfrm rot="16200000" flipH="1">
              <a:off x="3067" y="1967"/>
              <a:ext cx="693" cy="306"/>
            </a:xfrm>
            <a:prstGeom prst="parallelogram">
              <a:avLst>
                <a:gd name="adj" fmla="val 156202"/>
              </a:avLst>
            </a:prstGeom>
            <a:solidFill>
              <a:srgbClr val="FC2C1C"/>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sp>
        <p:nvSpPr>
          <p:cNvPr id="75794" name="Text Box 146"/>
          <p:cNvSpPr txBox="1">
            <a:spLocks noChangeArrowheads="1"/>
          </p:cNvSpPr>
          <p:nvPr/>
        </p:nvSpPr>
        <p:spPr bwMode="auto">
          <a:xfrm>
            <a:off x="595313" y="5478463"/>
            <a:ext cx="6543675" cy="4429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eaLnBrk="1" hangingPunct="1">
              <a:spcBef>
                <a:spcPct val="0"/>
              </a:spcBef>
              <a:buFontTx/>
              <a:buNone/>
            </a:pPr>
            <a:r>
              <a:rPr lang="fr-FR" altLang="fr-FR" sz="2300"/>
              <a:t>4. Pointez la production sur votre feuille de suivi</a:t>
            </a:r>
          </a:p>
        </p:txBody>
      </p:sp>
      <p:grpSp>
        <p:nvGrpSpPr>
          <p:cNvPr id="2" name="Group 84">
            <a:extLst>
              <a:ext uri="{FF2B5EF4-FFF2-40B4-BE49-F238E27FC236}">
                <a16:creationId xmlns:a16="http://schemas.microsoft.com/office/drawing/2014/main" id="{0607B03A-BA5C-65F5-49C7-9277817AB008}"/>
              </a:ext>
            </a:extLst>
          </p:cNvPr>
          <p:cNvGrpSpPr>
            <a:grpSpLocks/>
          </p:cNvGrpSpPr>
          <p:nvPr/>
        </p:nvGrpSpPr>
        <p:grpSpPr bwMode="auto">
          <a:xfrm rot="-223274">
            <a:off x="5266528" y="2672186"/>
            <a:ext cx="744537" cy="733425"/>
            <a:chOff x="2757" y="1666"/>
            <a:chExt cx="812" cy="800"/>
          </a:xfrm>
        </p:grpSpPr>
        <p:sp>
          <p:nvSpPr>
            <p:cNvPr id="3" name="Freeform 85">
              <a:extLst>
                <a:ext uri="{FF2B5EF4-FFF2-40B4-BE49-F238E27FC236}">
                  <a16:creationId xmlns:a16="http://schemas.microsoft.com/office/drawing/2014/main" id="{8E493B45-86E3-A2D9-AAEC-D95D4DAAC922}"/>
                </a:ext>
              </a:extLst>
            </p:cNvPr>
            <p:cNvSpPr>
              <a:spLocks/>
            </p:cNvSpPr>
            <p:nvPr/>
          </p:nvSpPr>
          <p:spPr bwMode="auto">
            <a:xfrm>
              <a:off x="2762" y="1667"/>
              <a:ext cx="807" cy="584"/>
            </a:xfrm>
            <a:custGeom>
              <a:avLst/>
              <a:gdLst>
                <a:gd name="T0" fmla="*/ 497 w 807"/>
                <a:gd name="T1" fmla="*/ 583 h 584"/>
                <a:gd name="T2" fmla="*/ 0 w 807"/>
                <a:gd name="T3" fmla="*/ 452 h 584"/>
                <a:gd name="T4" fmla="*/ 337 w 807"/>
                <a:gd name="T5" fmla="*/ 0 h 584"/>
                <a:gd name="T6" fmla="*/ 806 w 807"/>
                <a:gd name="T7" fmla="*/ 98 h 584"/>
                <a:gd name="T8" fmla="*/ 497 w 807"/>
                <a:gd name="T9" fmla="*/ 583 h 584"/>
                <a:gd name="T10" fmla="*/ 0 60000 65536"/>
                <a:gd name="T11" fmla="*/ 0 60000 65536"/>
                <a:gd name="T12" fmla="*/ 0 60000 65536"/>
                <a:gd name="T13" fmla="*/ 0 60000 65536"/>
                <a:gd name="T14" fmla="*/ 0 60000 65536"/>
                <a:gd name="T15" fmla="*/ 0 w 807"/>
                <a:gd name="T16" fmla="*/ 0 h 584"/>
                <a:gd name="T17" fmla="*/ 807 w 807"/>
                <a:gd name="T18" fmla="*/ 584 h 584"/>
              </a:gdLst>
              <a:ahLst/>
              <a:cxnLst>
                <a:cxn ang="T10">
                  <a:pos x="T0" y="T1"/>
                </a:cxn>
                <a:cxn ang="T11">
                  <a:pos x="T2" y="T3"/>
                </a:cxn>
                <a:cxn ang="T12">
                  <a:pos x="T4" y="T5"/>
                </a:cxn>
                <a:cxn ang="T13">
                  <a:pos x="T6" y="T7"/>
                </a:cxn>
                <a:cxn ang="T14">
                  <a:pos x="T8" y="T9"/>
                </a:cxn>
              </a:cxnLst>
              <a:rect l="T15" t="T16" r="T17" b="T18"/>
              <a:pathLst>
                <a:path w="807" h="584">
                  <a:moveTo>
                    <a:pt x="497" y="583"/>
                  </a:moveTo>
                  <a:lnTo>
                    <a:pt x="0" y="452"/>
                  </a:lnTo>
                  <a:lnTo>
                    <a:pt x="337" y="0"/>
                  </a:lnTo>
                  <a:lnTo>
                    <a:pt x="806" y="98"/>
                  </a:lnTo>
                  <a:lnTo>
                    <a:pt x="497" y="583"/>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4" name="Freeform 86">
              <a:extLst>
                <a:ext uri="{FF2B5EF4-FFF2-40B4-BE49-F238E27FC236}">
                  <a16:creationId xmlns:a16="http://schemas.microsoft.com/office/drawing/2014/main" id="{02FDB9BC-EEE9-F5BA-964B-454238144585}"/>
                </a:ext>
              </a:extLst>
            </p:cNvPr>
            <p:cNvSpPr>
              <a:spLocks/>
            </p:cNvSpPr>
            <p:nvPr/>
          </p:nvSpPr>
          <p:spPr bwMode="auto">
            <a:xfrm>
              <a:off x="2882" y="1861"/>
              <a:ext cx="578" cy="384"/>
            </a:xfrm>
            <a:custGeom>
              <a:avLst/>
              <a:gdLst>
                <a:gd name="T0" fmla="*/ 377 w 578"/>
                <a:gd name="T1" fmla="*/ 383 h 384"/>
                <a:gd name="T2" fmla="*/ 0 w 578"/>
                <a:gd name="T3" fmla="*/ 291 h 384"/>
                <a:gd name="T4" fmla="*/ 217 w 578"/>
                <a:gd name="T5" fmla="*/ 0 h 384"/>
                <a:gd name="T6" fmla="*/ 577 w 578"/>
                <a:gd name="T7" fmla="*/ 74 h 384"/>
                <a:gd name="T8" fmla="*/ 377 w 578"/>
                <a:gd name="T9" fmla="*/ 383 h 384"/>
                <a:gd name="T10" fmla="*/ 0 60000 65536"/>
                <a:gd name="T11" fmla="*/ 0 60000 65536"/>
                <a:gd name="T12" fmla="*/ 0 60000 65536"/>
                <a:gd name="T13" fmla="*/ 0 60000 65536"/>
                <a:gd name="T14" fmla="*/ 0 60000 65536"/>
                <a:gd name="T15" fmla="*/ 0 w 578"/>
                <a:gd name="T16" fmla="*/ 0 h 384"/>
                <a:gd name="T17" fmla="*/ 578 w 578"/>
                <a:gd name="T18" fmla="*/ 384 h 384"/>
              </a:gdLst>
              <a:ahLst/>
              <a:cxnLst>
                <a:cxn ang="T10">
                  <a:pos x="T0" y="T1"/>
                </a:cxn>
                <a:cxn ang="T11">
                  <a:pos x="T2" y="T3"/>
                </a:cxn>
                <a:cxn ang="T12">
                  <a:pos x="T4" y="T5"/>
                </a:cxn>
                <a:cxn ang="T13">
                  <a:pos x="T6" y="T7"/>
                </a:cxn>
                <a:cxn ang="T14">
                  <a:pos x="T8" y="T9"/>
                </a:cxn>
              </a:cxnLst>
              <a:rect l="T15" t="T16" r="T17" b="T18"/>
              <a:pathLst>
                <a:path w="578" h="384">
                  <a:moveTo>
                    <a:pt x="377" y="383"/>
                  </a:moveTo>
                  <a:lnTo>
                    <a:pt x="0" y="291"/>
                  </a:lnTo>
                  <a:lnTo>
                    <a:pt x="217" y="0"/>
                  </a:lnTo>
                  <a:lnTo>
                    <a:pt x="577" y="74"/>
                  </a:lnTo>
                  <a:lnTo>
                    <a:pt x="377" y="383"/>
                  </a:lnTo>
                </a:path>
              </a:pathLst>
            </a:custGeom>
            <a:solidFill>
              <a:srgbClr val="E22B00"/>
            </a:solidFill>
            <a:ln>
              <a:noFill/>
            </a:ln>
            <a:extLst>
              <a:ext uri="{91240B29-F687-4F45-9708-019B960494DF}">
                <a14:hiddenLine xmlns:a14="http://schemas.microsoft.com/office/drawing/2010/main" w="12700" cap="rnd" cmpd="sng">
                  <a:solidFill>
                    <a:srgbClr val="000000"/>
                  </a:solidFill>
                  <a:prstDash val="solid"/>
                  <a:round/>
                  <a:headEnd type="none" w="med" len="med"/>
                  <a:tailEnd type="none" w="med" len="med"/>
                </a14:hiddenLine>
              </a:ext>
            </a:extLst>
          </p:spPr>
          <p:txBody>
            <a:bodyPr/>
            <a:lstStyle/>
            <a:p>
              <a:endParaRPr lang="fr-FR"/>
            </a:p>
          </p:txBody>
        </p:sp>
        <p:sp>
          <p:nvSpPr>
            <p:cNvPr id="5" name="Line 87">
              <a:extLst>
                <a:ext uri="{FF2B5EF4-FFF2-40B4-BE49-F238E27FC236}">
                  <a16:creationId xmlns:a16="http://schemas.microsoft.com/office/drawing/2014/main" id="{FC55A682-E604-F10A-270A-3365F4623917}"/>
                </a:ext>
              </a:extLst>
            </p:cNvPr>
            <p:cNvSpPr>
              <a:spLocks noChangeShapeType="1"/>
            </p:cNvSpPr>
            <p:nvPr/>
          </p:nvSpPr>
          <p:spPr bwMode="auto">
            <a:xfrm>
              <a:off x="3102" y="1862"/>
              <a:ext cx="352" cy="7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fr-FR"/>
            </a:p>
          </p:txBody>
        </p:sp>
        <p:sp>
          <p:nvSpPr>
            <p:cNvPr id="6" name="Freeform 88">
              <a:extLst>
                <a:ext uri="{FF2B5EF4-FFF2-40B4-BE49-F238E27FC236}">
                  <a16:creationId xmlns:a16="http://schemas.microsoft.com/office/drawing/2014/main" id="{023240CD-315E-D881-A075-6C5EB9B313E8}"/>
                </a:ext>
              </a:extLst>
            </p:cNvPr>
            <p:cNvSpPr>
              <a:spLocks/>
            </p:cNvSpPr>
            <p:nvPr/>
          </p:nvSpPr>
          <p:spPr bwMode="auto">
            <a:xfrm>
              <a:off x="2762" y="1666"/>
              <a:ext cx="337" cy="485"/>
            </a:xfrm>
            <a:custGeom>
              <a:avLst/>
              <a:gdLst>
                <a:gd name="T0" fmla="*/ 336 w 337"/>
                <a:gd name="T1" fmla="*/ 194 h 485"/>
                <a:gd name="T2" fmla="*/ 118 w 337"/>
                <a:gd name="T3" fmla="*/ 484 h 485"/>
                <a:gd name="T4" fmla="*/ 0 w 337"/>
                <a:gd name="T5" fmla="*/ 452 h 485"/>
                <a:gd name="T6" fmla="*/ 336 w 337"/>
                <a:gd name="T7" fmla="*/ 0 h 485"/>
                <a:gd name="T8" fmla="*/ 336 w 337"/>
                <a:gd name="T9" fmla="*/ 152 h 485"/>
                <a:gd name="T10" fmla="*/ 336 w 337"/>
                <a:gd name="T11" fmla="*/ 194 h 485"/>
                <a:gd name="T12" fmla="*/ 0 60000 65536"/>
                <a:gd name="T13" fmla="*/ 0 60000 65536"/>
                <a:gd name="T14" fmla="*/ 0 60000 65536"/>
                <a:gd name="T15" fmla="*/ 0 60000 65536"/>
                <a:gd name="T16" fmla="*/ 0 60000 65536"/>
                <a:gd name="T17" fmla="*/ 0 60000 65536"/>
                <a:gd name="T18" fmla="*/ 0 w 337"/>
                <a:gd name="T19" fmla="*/ 0 h 485"/>
                <a:gd name="T20" fmla="*/ 337 w 337"/>
                <a:gd name="T21" fmla="*/ 485 h 485"/>
              </a:gdLst>
              <a:ahLst/>
              <a:cxnLst>
                <a:cxn ang="T12">
                  <a:pos x="T0" y="T1"/>
                </a:cxn>
                <a:cxn ang="T13">
                  <a:pos x="T2" y="T3"/>
                </a:cxn>
                <a:cxn ang="T14">
                  <a:pos x="T4" y="T5"/>
                </a:cxn>
                <a:cxn ang="T15">
                  <a:pos x="T6" y="T7"/>
                </a:cxn>
                <a:cxn ang="T16">
                  <a:pos x="T8" y="T9"/>
                </a:cxn>
                <a:cxn ang="T17">
                  <a:pos x="T10" y="T11"/>
                </a:cxn>
              </a:cxnLst>
              <a:rect l="T18" t="T19" r="T20" b="T21"/>
              <a:pathLst>
                <a:path w="337" h="485">
                  <a:moveTo>
                    <a:pt x="336" y="194"/>
                  </a:moveTo>
                  <a:lnTo>
                    <a:pt x="118" y="484"/>
                  </a:lnTo>
                  <a:lnTo>
                    <a:pt x="0" y="452"/>
                  </a:lnTo>
                  <a:lnTo>
                    <a:pt x="336" y="0"/>
                  </a:lnTo>
                  <a:lnTo>
                    <a:pt x="336" y="152"/>
                  </a:lnTo>
                  <a:lnTo>
                    <a:pt x="336" y="194"/>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7" name="Freeform 89">
              <a:extLst>
                <a:ext uri="{FF2B5EF4-FFF2-40B4-BE49-F238E27FC236}">
                  <a16:creationId xmlns:a16="http://schemas.microsoft.com/office/drawing/2014/main" id="{26AC82C4-B5D1-42D0-1B2F-F2DD48B9AD89}"/>
                </a:ext>
              </a:extLst>
            </p:cNvPr>
            <p:cNvSpPr>
              <a:spLocks/>
            </p:cNvSpPr>
            <p:nvPr/>
          </p:nvSpPr>
          <p:spPr bwMode="auto">
            <a:xfrm>
              <a:off x="2757" y="2124"/>
              <a:ext cx="509" cy="339"/>
            </a:xfrm>
            <a:custGeom>
              <a:avLst/>
              <a:gdLst>
                <a:gd name="T0" fmla="*/ 0 w 506"/>
                <a:gd name="T1" fmla="*/ 0 h 345"/>
                <a:gd name="T2" fmla="*/ 1 w 506"/>
                <a:gd name="T3" fmla="*/ 198 h 345"/>
                <a:gd name="T4" fmla="*/ 514 w 506"/>
                <a:gd name="T5" fmla="*/ 326 h 345"/>
                <a:gd name="T6" fmla="*/ 513 w 506"/>
                <a:gd name="T7" fmla="*/ 124 h 345"/>
                <a:gd name="T8" fmla="*/ 0 60000 65536"/>
                <a:gd name="T9" fmla="*/ 0 60000 65536"/>
                <a:gd name="T10" fmla="*/ 0 60000 65536"/>
                <a:gd name="T11" fmla="*/ 0 60000 65536"/>
                <a:gd name="T12" fmla="*/ 0 w 506"/>
                <a:gd name="T13" fmla="*/ 0 h 345"/>
                <a:gd name="T14" fmla="*/ 506 w 506"/>
                <a:gd name="T15" fmla="*/ 345 h 345"/>
              </a:gdLst>
              <a:ahLst/>
              <a:cxnLst>
                <a:cxn ang="T8">
                  <a:pos x="T0" y="T1"/>
                </a:cxn>
                <a:cxn ang="T9">
                  <a:pos x="T2" y="T3"/>
                </a:cxn>
                <a:cxn ang="T10">
                  <a:pos x="T4" y="T5"/>
                </a:cxn>
                <a:cxn ang="T11">
                  <a:pos x="T6" y="T7"/>
                </a:cxn>
              </a:cxnLst>
              <a:rect l="T12" t="T13" r="T14" b="T15"/>
              <a:pathLst>
                <a:path w="506" h="345">
                  <a:moveTo>
                    <a:pt x="0" y="0"/>
                  </a:moveTo>
                  <a:lnTo>
                    <a:pt x="1" y="209"/>
                  </a:lnTo>
                  <a:lnTo>
                    <a:pt x="505" y="344"/>
                  </a:lnTo>
                  <a:lnTo>
                    <a:pt x="504" y="130"/>
                  </a:lnTo>
                </a:path>
              </a:pathLst>
            </a:custGeom>
            <a:solidFill>
              <a:srgbClr val="FC2C1C"/>
            </a:solidFill>
            <a:ln w="12700" cap="rnd" cmpd="sng">
              <a:solidFill>
                <a:schemeClr val="bg2"/>
              </a:solidFill>
              <a:prstDash val="solid"/>
              <a:round/>
              <a:headEnd type="none" w="med" len="med"/>
              <a:tailEnd type="none" w="med" len="med"/>
            </a:ln>
          </p:spPr>
          <p:txBody>
            <a:bodyPr/>
            <a:lstStyle/>
            <a:p>
              <a:endParaRPr lang="fr-FR"/>
            </a:p>
          </p:txBody>
        </p:sp>
        <p:sp>
          <p:nvSpPr>
            <p:cNvPr id="8" name="AutoShape 90">
              <a:extLst>
                <a:ext uri="{FF2B5EF4-FFF2-40B4-BE49-F238E27FC236}">
                  <a16:creationId xmlns:a16="http://schemas.microsoft.com/office/drawing/2014/main" id="{2960BEAE-A770-C5B5-8D96-2524C0FAAD60}"/>
                </a:ext>
              </a:extLst>
            </p:cNvPr>
            <p:cNvSpPr>
              <a:spLocks noChangeArrowheads="1"/>
            </p:cNvSpPr>
            <p:nvPr/>
          </p:nvSpPr>
          <p:spPr bwMode="auto">
            <a:xfrm rot="16200000" flipH="1">
              <a:off x="3067" y="1967"/>
              <a:ext cx="693" cy="306"/>
            </a:xfrm>
            <a:prstGeom prst="parallelogram">
              <a:avLst>
                <a:gd name="adj" fmla="val 156202"/>
              </a:avLst>
            </a:prstGeom>
            <a:solidFill>
              <a:srgbClr val="FC2C1C"/>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sp>
        <p:nvSpPr>
          <p:cNvPr id="9" name="Oval 25">
            <a:extLst>
              <a:ext uri="{FF2B5EF4-FFF2-40B4-BE49-F238E27FC236}">
                <a16:creationId xmlns:a16="http://schemas.microsoft.com/office/drawing/2014/main" id="{91F7C559-CA5D-A46B-3848-1005A06F4E52}"/>
              </a:ext>
            </a:extLst>
          </p:cNvPr>
          <p:cNvSpPr>
            <a:spLocks noChangeArrowheads="1"/>
          </p:cNvSpPr>
          <p:nvPr/>
        </p:nvSpPr>
        <p:spPr bwMode="auto">
          <a:xfrm rot="-5400000">
            <a:off x="6573044" y="2909094"/>
            <a:ext cx="336550" cy="312738"/>
          </a:xfrm>
          <a:prstGeom prst="ellipse">
            <a:avLst/>
          </a:prstGeom>
          <a:solidFill>
            <a:schemeClr val="bg1"/>
          </a:solidFill>
          <a:ln w="9525">
            <a:solidFill>
              <a:schemeClr val="tx1"/>
            </a:solidFill>
            <a:round/>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10" name="Oval 25">
            <a:extLst>
              <a:ext uri="{FF2B5EF4-FFF2-40B4-BE49-F238E27FC236}">
                <a16:creationId xmlns:a16="http://schemas.microsoft.com/office/drawing/2014/main" id="{62A4A1CD-66AC-C71A-8B13-2053E97F9248}"/>
              </a:ext>
            </a:extLst>
          </p:cNvPr>
          <p:cNvSpPr>
            <a:spLocks noChangeArrowheads="1"/>
          </p:cNvSpPr>
          <p:nvPr/>
        </p:nvSpPr>
        <p:spPr bwMode="auto">
          <a:xfrm rot="-5400000">
            <a:off x="7389019" y="2909094"/>
            <a:ext cx="336550" cy="312738"/>
          </a:xfrm>
          <a:prstGeom prst="ellipse">
            <a:avLst/>
          </a:prstGeom>
          <a:solidFill>
            <a:schemeClr val="bg1"/>
          </a:solidFill>
          <a:ln w="9525">
            <a:solidFill>
              <a:schemeClr val="tx1"/>
            </a:solidFill>
            <a:round/>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11" name="Oval 25">
            <a:extLst>
              <a:ext uri="{FF2B5EF4-FFF2-40B4-BE49-F238E27FC236}">
                <a16:creationId xmlns:a16="http://schemas.microsoft.com/office/drawing/2014/main" id="{3FE3DBD7-8C48-12D7-557F-44EE4B34CCB2}"/>
              </a:ext>
            </a:extLst>
          </p:cNvPr>
          <p:cNvSpPr>
            <a:spLocks noChangeArrowheads="1"/>
          </p:cNvSpPr>
          <p:nvPr/>
        </p:nvSpPr>
        <p:spPr bwMode="auto">
          <a:xfrm rot="-5400000">
            <a:off x="6970713" y="2909094"/>
            <a:ext cx="336550" cy="312738"/>
          </a:xfrm>
          <a:prstGeom prst="ellipse">
            <a:avLst/>
          </a:prstGeom>
          <a:solidFill>
            <a:schemeClr val="bg1"/>
          </a:solidFill>
          <a:ln w="9525">
            <a:solidFill>
              <a:schemeClr val="tx1"/>
            </a:solidFill>
            <a:round/>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13" name="Text Box 26">
            <a:extLst>
              <a:ext uri="{FF2B5EF4-FFF2-40B4-BE49-F238E27FC236}">
                <a16:creationId xmlns:a16="http://schemas.microsoft.com/office/drawing/2014/main" id="{3D4C2D12-D846-7481-5E26-E49393A0B80A}"/>
              </a:ext>
            </a:extLst>
          </p:cNvPr>
          <p:cNvSpPr txBox="1">
            <a:spLocks noChangeArrowheads="1"/>
          </p:cNvSpPr>
          <p:nvPr/>
        </p:nvSpPr>
        <p:spPr bwMode="auto">
          <a:xfrm>
            <a:off x="6072188" y="3638550"/>
            <a:ext cx="3046413"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a:spcBef>
                <a:spcPct val="0"/>
              </a:spcBef>
              <a:buFontTx/>
              <a:buNone/>
            </a:pPr>
            <a:r>
              <a:rPr lang="fr-FR" altLang="fr-FR" sz="2400" dirty="0">
                <a:solidFill>
                  <a:srgbClr val="FC2C1C"/>
                </a:solidFill>
              </a:rPr>
              <a:t>3 Couronnes (ph. A)</a:t>
            </a:r>
          </a:p>
        </p:txBody>
      </p:sp>
      <p:grpSp>
        <p:nvGrpSpPr>
          <p:cNvPr id="14" name="Group 91">
            <a:extLst>
              <a:ext uri="{FF2B5EF4-FFF2-40B4-BE49-F238E27FC236}">
                <a16:creationId xmlns:a16="http://schemas.microsoft.com/office/drawing/2014/main" id="{727A790E-4579-913A-D3AF-F2243C25F1EB}"/>
              </a:ext>
            </a:extLst>
          </p:cNvPr>
          <p:cNvGrpSpPr>
            <a:grpSpLocks/>
          </p:cNvGrpSpPr>
          <p:nvPr/>
        </p:nvGrpSpPr>
        <p:grpSpPr bwMode="auto">
          <a:xfrm rot="-223274">
            <a:off x="2376485" y="2549100"/>
            <a:ext cx="744538" cy="733425"/>
            <a:chOff x="2757" y="1666"/>
            <a:chExt cx="812" cy="800"/>
          </a:xfrm>
        </p:grpSpPr>
        <p:sp>
          <p:nvSpPr>
            <p:cNvPr id="15" name="Freeform 92">
              <a:extLst>
                <a:ext uri="{FF2B5EF4-FFF2-40B4-BE49-F238E27FC236}">
                  <a16:creationId xmlns:a16="http://schemas.microsoft.com/office/drawing/2014/main" id="{1712AF5D-E7B6-3081-6707-12E6A5805D51}"/>
                </a:ext>
              </a:extLst>
            </p:cNvPr>
            <p:cNvSpPr>
              <a:spLocks/>
            </p:cNvSpPr>
            <p:nvPr/>
          </p:nvSpPr>
          <p:spPr bwMode="auto">
            <a:xfrm>
              <a:off x="2762" y="1667"/>
              <a:ext cx="807" cy="584"/>
            </a:xfrm>
            <a:custGeom>
              <a:avLst/>
              <a:gdLst>
                <a:gd name="T0" fmla="*/ 497 w 807"/>
                <a:gd name="T1" fmla="*/ 583 h 584"/>
                <a:gd name="T2" fmla="*/ 0 w 807"/>
                <a:gd name="T3" fmla="*/ 452 h 584"/>
                <a:gd name="T4" fmla="*/ 337 w 807"/>
                <a:gd name="T5" fmla="*/ 0 h 584"/>
                <a:gd name="T6" fmla="*/ 806 w 807"/>
                <a:gd name="T7" fmla="*/ 98 h 584"/>
                <a:gd name="T8" fmla="*/ 497 w 807"/>
                <a:gd name="T9" fmla="*/ 583 h 584"/>
                <a:gd name="T10" fmla="*/ 0 60000 65536"/>
                <a:gd name="T11" fmla="*/ 0 60000 65536"/>
                <a:gd name="T12" fmla="*/ 0 60000 65536"/>
                <a:gd name="T13" fmla="*/ 0 60000 65536"/>
                <a:gd name="T14" fmla="*/ 0 60000 65536"/>
                <a:gd name="T15" fmla="*/ 0 w 807"/>
                <a:gd name="T16" fmla="*/ 0 h 584"/>
                <a:gd name="T17" fmla="*/ 807 w 807"/>
                <a:gd name="T18" fmla="*/ 584 h 584"/>
              </a:gdLst>
              <a:ahLst/>
              <a:cxnLst>
                <a:cxn ang="T10">
                  <a:pos x="T0" y="T1"/>
                </a:cxn>
                <a:cxn ang="T11">
                  <a:pos x="T2" y="T3"/>
                </a:cxn>
                <a:cxn ang="T12">
                  <a:pos x="T4" y="T5"/>
                </a:cxn>
                <a:cxn ang="T13">
                  <a:pos x="T6" y="T7"/>
                </a:cxn>
                <a:cxn ang="T14">
                  <a:pos x="T8" y="T9"/>
                </a:cxn>
              </a:cxnLst>
              <a:rect l="T15" t="T16" r="T17" b="T18"/>
              <a:pathLst>
                <a:path w="807" h="584">
                  <a:moveTo>
                    <a:pt x="497" y="583"/>
                  </a:moveTo>
                  <a:lnTo>
                    <a:pt x="0" y="452"/>
                  </a:lnTo>
                  <a:lnTo>
                    <a:pt x="337" y="0"/>
                  </a:lnTo>
                  <a:lnTo>
                    <a:pt x="806" y="98"/>
                  </a:lnTo>
                  <a:lnTo>
                    <a:pt x="497" y="583"/>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16" name="Freeform 93">
              <a:extLst>
                <a:ext uri="{FF2B5EF4-FFF2-40B4-BE49-F238E27FC236}">
                  <a16:creationId xmlns:a16="http://schemas.microsoft.com/office/drawing/2014/main" id="{53AD599E-BE65-061A-339D-CD554F8118B1}"/>
                </a:ext>
              </a:extLst>
            </p:cNvPr>
            <p:cNvSpPr>
              <a:spLocks/>
            </p:cNvSpPr>
            <p:nvPr/>
          </p:nvSpPr>
          <p:spPr bwMode="auto">
            <a:xfrm>
              <a:off x="2882" y="1861"/>
              <a:ext cx="578" cy="384"/>
            </a:xfrm>
            <a:custGeom>
              <a:avLst/>
              <a:gdLst>
                <a:gd name="T0" fmla="*/ 377 w 578"/>
                <a:gd name="T1" fmla="*/ 383 h 384"/>
                <a:gd name="T2" fmla="*/ 0 w 578"/>
                <a:gd name="T3" fmla="*/ 291 h 384"/>
                <a:gd name="T4" fmla="*/ 217 w 578"/>
                <a:gd name="T5" fmla="*/ 0 h 384"/>
                <a:gd name="T6" fmla="*/ 577 w 578"/>
                <a:gd name="T7" fmla="*/ 74 h 384"/>
                <a:gd name="T8" fmla="*/ 377 w 578"/>
                <a:gd name="T9" fmla="*/ 383 h 384"/>
                <a:gd name="T10" fmla="*/ 0 60000 65536"/>
                <a:gd name="T11" fmla="*/ 0 60000 65536"/>
                <a:gd name="T12" fmla="*/ 0 60000 65536"/>
                <a:gd name="T13" fmla="*/ 0 60000 65536"/>
                <a:gd name="T14" fmla="*/ 0 60000 65536"/>
                <a:gd name="T15" fmla="*/ 0 w 578"/>
                <a:gd name="T16" fmla="*/ 0 h 384"/>
                <a:gd name="T17" fmla="*/ 578 w 578"/>
                <a:gd name="T18" fmla="*/ 384 h 384"/>
              </a:gdLst>
              <a:ahLst/>
              <a:cxnLst>
                <a:cxn ang="T10">
                  <a:pos x="T0" y="T1"/>
                </a:cxn>
                <a:cxn ang="T11">
                  <a:pos x="T2" y="T3"/>
                </a:cxn>
                <a:cxn ang="T12">
                  <a:pos x="T4" y="T5"/>
                </a:cxn>
                <a:cxn ang="T13">
                  <a:pos x="T6" y="T7"/>
                </a:cxn>
                <a:cxn ang="T14">
                  <a:pos x="T8" y="T9"/>
                </a:cxn>
              </a:cxnLst>
              <a:rect l="T15" t="T16" r="T17" b="T18"/>
              <a:pathLst>
                <a:path w="578" h="384">
                  <a:moveTo>
                    <a:pt x="377" y="383"/>
                  </a:moveTo>
                  <a:lnTo>
                    <a:pt x="0" y="291"/>
                  </a:lnTo>
                  <a:lnTo>
                    <a:pt x="217" y="0"/>
                  </a:lnTo>
                  <a:lnTo>
                    <a:pt x="577" y="74"/>
                  </a:lnTo>
                  <a:lnTo>
                    <a:pt x="377" y="383"/>
                  </a:lnTo>
                </a:path>
              </a:pathLst>
            </a:custGeom>
            <a:solidFill>
              <a:srgbClr val="E22B00"/>
            </a:solidFill>
            <a:ln>
              <a:noFill/>
            </a:ln>
            <a:extLst>
              <a:ext uri="{91240B29-F687-4F45-9708-019B960494DF}">
                <a14:hiddenLine xmlns:a14="http://schemas.microsoft.com/office/drawing/2010/main" w="12700" cap="rnd" cmpd="sng">
                  <a:solidFill>
                    <a:srgbClr val="000000"/>
                  </a:solidFill>
                  <a:prstDash val="solid"/>
                  <a:round/>
                  <a:headEnd type="none" w="med" len="med"/>
                  <a:tailEnd type="none" w="med" len="med"/>
                </a14:hiddenLine>
              </a:ext>
            </a:extLst>
          </p:spPr>
          <p:txBody>
            <a:bodyPr/>
            <a:lstStyle/>
            <a:p>
              <a:endParaRPr lang="fr-FR"/>
            </a:p>
          </p:txBody>
        </p:sp>
        <p:sp>
          <p:nvSpPr>
            <p:cNvPr id="17" name="Line 94">
              <a:extLst>
                <a:ext uri="{FF2B5EF4-FFF2-40B4-BE49-F238E27FC236}">
                  <a16:creationId xmlns:a16="http://schemas.microsoft.com/office/drawing/2014/main" id="{E1C0217D-EACD-C7F9-7DC5-82F14F6C139B}"/>
                </a:ext>
              </a:extLst>
            </p:cNvPr>
            <p:cNvSpPr>
              <a:spLocks noChangeShapeType="1"/>
            </p:cNvSpPr>
            <p:nvPr/>
          </p:nvSpPr>
          <p:spPr bwMode="auto">
            <a:xfrm>
              <a:off x="3102" y="1862"/>
              <a:ext cx="352" cy="7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fr-FR"/>
            </a:p>
          </p:txBody>
        </p:sp>
        <p:sp>
          <p:nvSpPr>
            <p:cNvPr id="18" name="Freeform 95">
              <a:extLst>
                <a:ext uri="{FF2B5EF4-FFF2-40B4-BE49-F238E27FC236}">
                  <a16:creationId xmlns:a16="http://schemas.microsoft.com/office/drawing/2014/main" id="{1805379E-4CB0-4F99-B2B1-000AABD25D14}"/>
                </a:ext>
              </a:extLst>
            </p:cNvPr>
            <p:cNvSpPr>
              <a:spLocks/>
            </p:cNvSpPr>
            <p:nvPr/>
          </p:nvSpPr>
          <p:spPr bwMode="auto">
            <a:xfrm>
              <a:off x="2762" y="1666"/>
              <a:ext cx="337" cy="485"/>
            </a:xfrm>
            <a:custGeom>
              <a:avLst/>
              <a:gdLst>
                <a:gd name="T0" fmla="*/ 336 w 337"/>
                <a:gd name="T1" fmla="*/ 194 h 485"/>
                <a:gd name="T2" fmla="*/ 118 w 337"/>
                <a:gd name="T3" fmla="*/ 484 h 485"/>
                <a:gd name="T4" fmla="*/ 0 w 337"/>
                <a:gd name="T5" fmla="*/ 452 h 485"/>
                <a:gd name="T6" fmla="*/ 336 w 337"/>
                <a:gd name="T7" fmla="*/ 0 h 485"/>
                <a:gd name="T8" fmla="*/ 336 w 337"/>
                <a:gd name="T9" fmla="*/ 152 h 485"/>
                <a:gd name="T10" fmla="*/ 336 w 337"/>
                <a:gd name="T11" fmla="*/ 194 h 485"/>
                <a:gd name="T12" fmla="*/ 0 60000 65536"/>
                <a:gd name="T13" fmla="*/ 0 60000 65536"/>
                <a:gd name="T14" fmla="*/ 0 60000 65536"/>
                <a:gd name="T15" fmla="*/ 0 60000 65536"/>
                <a:gd name="T16" fmla="*/ 0 60000 65536"/>
                <a:gd name="T17" fmla="*/ 0 60000 65536"/>
                <a:gd name="T18" fmla="*/ 0 w 337"/>
                <a:gd name="T19" fmla="*/ 0 h 485"/>
                <a:gd name="T20" fmla="*/ 337 w 337"/>
                <a:gd name="T21" fmla="*/ 485 h 485"/>
              </a:gdLst>
              <a:ahLst/>
              <a:cxnLst>
                <a:cxn ang="T12">
                  <a:pos x="T0" y="T1"/>
                </a:cxn>
                <a:cxn ang="T13">
                  <a:pos x="T2" y="T3"/>
                </a:cxn>
                <a:cxn ang="T14">
                  <a:pos x="T4" y="T5"/>
                </a:cxn>
                <a:cxn ang="T15">
                  <a:pos x="T6" y="T7"/>
                </a:cxn>
                <a:cxn ang="T16">
                  <a:pos x="T8" y="T9"/>
                </a:cxn>
                <a:cxn ang="T17">
                  <a:pos x="T10" y="T11"/>
                </a:cxn>
              </a:cxnLst>
              <a:rect l="T18" t="T19" r="T20" b="T21"/>
              <a:pathLst>
                <a:path w="337" h="485">
                  <a:moveTo>
                    <a:pt x="336" y="194"/>
                  </a:moveTo>
                  <a:lnTo>
                    <a:pt x="118" y="484"/>
                  </a:lnTo>
                  <a:lnTo>
                    <a:pt x="0" y="452"/>
                  </a:lnTo>
                  <a:lnTo>
                    <a:pt x="336" y="0"/>
                  </a:lnTo>
                  <a:lnTo>
                    <a:pt x="336" y="152"/>
                  </a:lnTo>
                  <a:lnTo>
                    <a:pt x="336" y="194"/>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19" name="Freeform 96">
              <a:extLst>
                <a:ext uri="{FF2B5EF4-FFF2-40B4-BE49-F238E27FC236}">
                  <a16:creationId xmlns:a16="http://schemas.microsoft.com/office/drawing/2014/main" id="{772CEDE3-FA14-98B0-108F-FADB5FF3AFF8}"/>
                </a:ext>
              </a:extLst>
            </p:cNvPr>
            <p:cNvSpPr>
              <a:spLocks/>
            </p:cNvSpPr>
            <p:nvPr/>
          </p:nvSpPr>
          <p:spPr bwMode="auto">
            <a:xfrm>
              <a:off x="2757" y="2124"/>
              <a:ext cx="509" cy="339"/>
            </a:xfrm>
            <a:custGeom>
              <a:avLst/>
              <a:gdLst>
                <a:gd name="T0" fmla="*/ 0 w 506"/>
                <a:gd name="T1" fmla="*/ 0 h 345"/>
                <a:gd name="T2" fmla="*/ 1 w 506"/>
                <a:gd name="T3" fmla="*/ 198 h 345"/>
                <a:gd name="T4" fmla="*/ 514 w 506"/>
                <a:gd name="T5" fmla="*/ 326 h 345"/>
                <a:gd name="T6" fmla="*/ 513 w 506"/>
                <a:gd name="T7" fmla="*/ 124 h 345"/>
                <a:gd name="T8" fmla="*/ 0 60000 65536"/>
                <a:gd name="T9" fmla="*/ 0 60000 65536"/>
                <a:gd name="T10" fmla="*/ 0 60000 65536"/>
                <a:gd name="T11" fmla="*/ 0 60000 65536"/>
                <a:gd name="T12" fmla="*/ 0 w 506"/>
                <a:gd name="T13" fmla="*/ 0 h 345"/>
                <a:gd name="T14" fmla="*/ 506 w 506"/>
                <a:gd name="T15" fmla="*/ 345 h 345"/>
              </a:gdLst>
              <a:ahLst/>
              <a:cxnLst>
                <a:cxn ang="T8">
                  <a:pos x="T0" y="T1"/>
                </a:cxn>
                <a:cxn ang="T9">
                  <a:pos x="T2" y="T3"/>
                </a:cxn>
                <a:cxn ang="T10">
                  <a:pos x="T4" y="T5"/>
                </a:cxn>
                <a:cxn ang="T11">
                  <a:pos x="T6" y="T7"/>
                </a:cxn>
              </a:cxnLst>
              <a:rect l="T12" t="T13" r="T14" b="T15"/>
              <a:pathLst>
                <a:path w="506" h="345">
                  <a:moveTo>
                    <a:pt x="0" y="0"/>
                  </a:moveTo>
                  <a:lnTo>
                    <a:pt x="1" y="209"/>
                  </a:lnTo>
                  <a:lnTo>
                    <a:pt x="505" y="344"/>
                  </a:lnTo>
                  <a:lnTo>
                    <a:pt x="504" y="130"/>
                  </a:lnTo>
                </a:path>
              </a:pathLst>
            </a:custGeom>
            <a:solidFill>
              <a:srgbClr val="FC2C1C"/>
            </a:solidFill>
            <a:ln w="12700" cap="rnd" cmpd="sng">
              <a:solidFill>
                <a:schemeClr val="bg2"/>
              </a:solidFill>
              <a:prstDash val="solid"/>
              <a:round/>
              <a:headEnd type="none" w="med" len="med"/>
              <a:tailEnd type="none" w="med" len="med"/>
            </a:ln>
          </p:spPr>
          <p:txBody>
            <a:bodyPr/>
            <a:lstStyle/>
            <a:p>
              <a:endParaRPr lang="fr-FR"/>
            </a:p>
          </p:txBody>
        </p:sp>
        <p:sp>
          <p:nvSpPr>
            <p:cNvPr id="20" name="AutoShape 97">
              <a:extLst>
                <a:ext uri="{FF2B5EF4-FFF2-40B4-BE49-F238E27FC236}">
                  <a16:creationId xmlns:a16="http://schemas.microsoft.com/office/drawing/2014/main" id="{ACAC4798-E567-154C-4A01-7E1FAB218962}"/>
                </a:ext>
              </a:extLst>
            </p:cNvPr>
            <p:cNvSpPr>
              <a:spLocks noChangeArrowheads="1"/>
            </p:cNvSpPr>
            <p:nvPr/>
          </p:nvSpPr>
          <p:spPr bwMode="auto">
            <a:xfrm rot="16200000" flipH="1">
              <a:off x="3067" y="1967"/>
              <a:ext cx="693" cy="306"/>
            </a:xfrm>
            <a:prstGeom prst="parallelogram">
              <a:avLst>
                <a:gd name="adj" fmla="val 156202"/>
              </a:avLst>
            </a:prstGeom>
            <a:solidFill>
              <a:srgbClr val="FC2C1C"/>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76802" name="Group 2"/>
          <p:cNvGrpSpPr>
            <a:grpSpLocks/>
          </p:cNvGrpSpPr>
          <p:nvPr/>
        </p:nvGrpSpPr>
        <p:grpSpPr bwMode="auto">
          <a:xfrm>
            <a:off x="7073900" y="215900"/>
            <a:ext cx="1878013" cy="1250950"/>
            <a:chOff x="4456" y="136"/>
            <a:chExt cx="1183" cy="788"/>
          </a:xfrm>
        </p:grpSpPr>
        <p:grpSp>
          <p:nvGrpSpPr>
            <p:cNvPr id="76862" name="Group 3"/>
            <p:cNvGrpSpPr>
              <a:grpSpLocks/>
            </p:cNvGrpSpPr>
            <p:nvPr/>
          </p:nvGrpSpPr>
          <p:grpSpPr bwMode="auto">
            <a:xfrm>
              <a:off x="4766" y="232"/>
              <a:ext cx="873" cy="692"/>
              <a:chOff x="2185" y="310"/>
              <a:chExt cx="873" cy="692"/>
            </a:xfrm>
          </p:grpSpPr>
          <p:sp>
            <p:nvSpPr>
              <p:cNvPr id="76873" name="Freeform 4"/>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accent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6874" name="Freeform 5"/>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6875" name="Freeform 6"/>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6876" name="Freeform 7"/>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6877" name="Freeform 8"/>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6878" name="Freeform 9"/>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6879" name="Freeform 10"/>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grpSp>
          <p:nvGrpSpPr>
            <p:cNvPr id="76863" name="Group 11"/>
            <p:cNvGrpSpPr>
              <a:grpSpLocks/>
            </p:cNvGrpSpPr>
            <p:nvPr/>
          </p:nvGrpSpPr>
          <p:grpSpPr bwMode="auto">
            <a:xfrm>
              <a:off x="4949" y="336"/>
              <a:ext cx="591" cy="468"/>
              <a:chOff x="2185" y="310"/>
              <a:chExt cx="873" cy="692"/>
            </a:xfrm>
          </p:grpSpPr>
          <p:sp>
            <p:nvSpPr>
              <p:cNvPr id="76866" name="Freeform 12"/>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6867" name="Freeform 13"/>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6868" name="Freeform 14"/>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6869" name="Freeform 15"/>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6870" name="Freeform 16"/>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6871" name="Freeform 17"/>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6872" name="Freeform 18"/>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pic>
          <p:nvPicPr>
            <p:cNvPr id="76864" name="Picture 19"/>
            <p:cNvPicPr>
              <a:picLocks noChangeAspect="1" noChangeArrowheads="1"/>
            </p:cNvPicPr>
            <p:nvPr/>
          </p:nvPicPr>
          <p:blipFill>
            <a:blip r:embed="rId3" cstate="print">
              <a:extLst>
                <a:ext uri="{28A0092B-C50C-407E-A947-70E740481C1C}">
                  <a14:useLocalDpi xmlns:a14="http://schemas.microsoft.com/office/drawing/2010/main" val="0"/>
                </a:ext>
              </a:extLst>
            </a:blip>
            <a:srcRect l="-4282" t="-4369" r="-5199" b="-12012"/>
            <a:stretch>
              <a:fillRect/>
            </a:stretch>
          </p:blipFill>
          <p:spPr bwMode="auto">
            <a:xfrm>
              <a:off x="4456" y="136"/>
              <a:ext cx="480" cy="5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76865" name="Text Box 20"/>
            <p:cNvSpPr txBox="1">
              <a:spLocks noChangeArrowheads="1"/>
            </p:cNvSpPr>
            <p:nvPr/>
          </p:nvSpPr>
          <p:spPr bwMode="auto">
            <a:xfrm>
              <a:off x="4946" y="314"/>
              <a:ext cx="596" cy="49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4500" b="1">
                  <a:solidFill>
                    <a:srgbClr val="FF0000"/>
                  </a:solidFill>
                  <a:latin typeface="Arial Black" pitchFamily="34" charset="0"/>
                </a:rPr>
                <a:t>26</a:t>
              </a:r>
              <a:endParaRPr lang="fr-FR" altLang="fr-FR" sz="3200">
                <a:solidFill>
                  <a:schemeClr val="tx1"/>
                </a:solidFill>
                <a:latin typeface="Arial Black" pitchFamily="34" charset="0"/>
              </a:endParaRPr>
            </a:p>
          </p:txBody>
        </p:sp>
      </p:grpSp>
      <p:sp>
        <p:nvSpPr>
          <p:cNvPr id="76804" name="Text Box 22"/>
          <p:cNvSpPr txBox="1">
            <a:spLocks noChangeArrowheads="1"/>
          </p:cNvSpPr>
          <p:nvPr/>
        </p:nvSpPr>
        <p:spPr bwMode="auto">
          <a:xfrm>
            <a:off x="566738" y="1363663"/>
            <a:ext cx="1946275"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1. Tirez le dé</a:t>
            </a:r>
          </a:p>
        </p:txBody>
      </p:sp>
      <p:sp>
        <p:nvSpPr>
          <p:cNvPr id="76805" name="Text Box 23"/>
          <p:cNvSpPr txBox="1">
            <a:spLocks noChangeArrowheads="1"/>
          </p:cNvSpPr>
          <p:nvPr/>
        </p:nvSpPr>
        <p:spPr bwMode="auto">
          <a:xfrm>
            <a:off x="566738" y="3935413"/>
            <a:ext cx="18796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3. Produisez</a:t>
            </a:r>
          </a:p>
        </p:txBody>
      </p:sp>
      <p:grpSp>
        <p:nvGrpSpPr>
          <p:cNvPr id="76806" name="Group 24"/>
          <p:cNvGrpSpPr>
            <a:grpSpLocks/>
          </p:cNvGrpSpPr>
          <p:nvPr/>
        </p:nvGrpSpPr>
        <p:grpSpPr bwMode="auto">
          <a:xfrm>
            <a:off x="2986088" y="1306513"/>
            <a:ext cx="446087" cy="534987"/>
            <a:chOff x="868" y="1439"/>
            <a:chExt cx="811" cy="972"/>
          </a:xfrm>
        </p:grpSpPr>
        <p:sp>
          <p:nvSpPr>
            <p:cNvPr id="76811" name="Freeform 25"/>
            <p:cNvSpPr>
              <a:spLocks/>
            </p:cNvSpPr>
            <p:nvPr/>
          </p:nvSpPr>
          <p:spPr bwMode="auto">
            <a:xfrm>
              <a:off x="1548" y="2014"/>
              <a:ext cx="123" cy="100"/>
            </a:xfrm>
            <a:custGeom>
              <a:avLst/>
              <a:gdLst>
                <a:gd name="T0" fmla="*/ 5 w 618"/>
                <a:gd name="T1" fmla="*/ 0 h 502"/>
                <a:gd name="T2" fmla="*/ 5 w 618"/>
                <a:gd name="T3" fmla="*/ 0 h 502"/>
                <a:gd name="T4" fmla="*/ 0 w 618"/>
                <a:gd name="T5" fmla="*/ 4 h 502"/>
                <a:gd name="T6" fmla="*/ 0 w 618"/>
                <a:gd name="T7" fmla="*/ 4 h 502"/>
                <a:gd name="T8" fmla="*/ 5 w 618"/>
                <a:gd name="T9" fmla="*/ 0 h 502"/>
                <a:gd name="T10" fmla="*/ 5 w 618"/>
                <a:gd name="T11" fmla="*/ 0 h 502"/>
                <a:gd name="T12" fmla="*/ 5 w 618"/>
                <a:gd name="T13" fmla="*/ 0 h 502"/>
                <a:gd name="T14" fmla="*/ 5 w 618"/>
                <a:gd name="T15" fmla="*/ 0 h 502"/>
                <a:gd name="T16" fmla="*/ 5 w 618"/>
                <a:gd name="T17" fmla="*/ 0 h 502"/>
                <a:gd name="T18" fmla="*/ 5 w 618"/>
                <a:gd name="T19" fmla="*/ 0 h 502"/>
                <a:gd name="T20" fmla="*/ 5 w 618"/>
                <a:gd name="T21" fmla="*/ 0 h 502"/>
                <a:gd name="T22" fmla="*/ 5 w 618"/>
                <a:gd name="T23" fmla="*/ 0 h 502"/>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618"/>
                <a:gd name="T37" fmla="*/ 0 h 502"/>
                <a:gd name="T38" fmla="*/ 618 w 618"/>
                <a:gd name="T39" fmla="*/ 502 h 502"/>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618" h="502">
                  <a:moveTo>
                    <a:pt x="611" y="0"/>
                  </a:moveTo>
                  <a:lnTo>
                    <a:pt x="606" y="2"/>
                  </a:lnTo>
                  <a:lnTo>
                    <a:pt x="0" y="490"/>
                  </a:lnTo>
                  <a:lnTo>
                    <a:pt x="10" y="502"/>
                  </a:lnTo>
                  <a:lnTo>
                    <a:pt x="616" y="14"/>
                  </a:lnTo>
                  <a:lnTo>
                    <a:pt x="611" y="16"/>
                  </a:lnTo>
                  <a:lnTo>
                    <a:pt x="616" y="14"/>
                  </a:lnTo>
                  <a:lnTo>
                    <a:pt x="618" y="9"/>
                  </a:lnTo>
                  <a:lnTo>
                    <a:pt x="617" y="3"/>
                  </a:lnTo>
                  <a:lnTo>
                    <a:pt x="612" y="1"/>
                  </a:lnTo>
                  <a:lnTo>
                    <a:pt x="606" y="2"/>
                  </a:lnTo>
                  <a:lnTo>
                    <a:pt x="611"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6812" name="Freeform 26"/>
            <p:cNvSpPr>
              <a:spLocks/>
            </p:cNvSpPr>
            <p:nvPr/>
          </p:nvSpPr>
          <p:spPr bwMode="auto">
            <a:xfrm>
              <a:off x="876" y="1852"/>
              <a:ext cx="82" cy="373"/>
            </a:xfrm>
            <a:custGeom>
              <a:avLst/>
              <a:gdLst>
                <a:gd name="T0" fmla="*/ 3 w 413"/>
                <a:gd name="T1" fmla="*/ 15 h 1865"/>
                <a:gd name="T2" fmla="*/ 3 w 413"/>
                <a:gd name="T3" fmla="*/ 15 h 1865"/>
                <a:gd name="T4" fmla="*/ 0 w 413"/>
                <a:gd name="T5" fmla="*/ 0 h 1865"/>
                <a:gd name="T6" fmla="*/ 0 w 413"/>
                <a:gd name="T7" fmla="*/ 0 h 1865"/>
                <a:gd name="T8" fmla="*/ 3 w 413"/>
                <a:gd name="T9" fmla="*/ 15 h 1865"/>
                <a:gd name="T10" fmla="*/ 3 w 413"/>
                <a:gd name="T11" fmla="*/ 15 h 1865"/>
                <a:gd name="T12" fmla="*/ 3 w 413"/>
                <a:gd name="T13" fmla="*/ 15 h 1865"/>
                <a:gd name="T14" fmla="*/ 3 w 413"/>
                <a:gd name="T15" fmla="*/ 15 h 1865"/>
                <a:gd name="T16" fmla="*/ 3 w 413"/>
                <a:gd name="T17" fmla="*/ 15 h 1865"/>
                <a:gd name="T18" fmla="*/ 3 w 413"/>
                <a:gd name="T19" fmla="*/ 15 h 1865"/>
                <a:gd name="T20" fmla="*/ 3 w 413"/>
                <a:gd name="T21" fmla="*/ 15 h 1865"/>
                <a:gd name="T22" fmla="*/ 3 w 413"/>
                <a:gd name="T23" fmla="*/ 15 h 186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413"/>
                <a:gd name="T37" fmla="*/ 0 h 1865"/>
                <a:gd name="T38" fmla="*/ 413 w 413"/>
                <a:gd name="T39" fmla="*/ 1865 h 1865"/>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413" h="1865">
                  <a:moveTo>
                    <a:pt x="400" y="1864"/>
                  </a:moveTo>
                  <a:lnTo>
                    <a:pt x="413" y="1856"/>
                  </a:lnTo>
                  <a:lnTo>
                    <a:pt x="17" y="0"/>
                  </a:lnTo>
                  <a:lnTo>
                    <a:pt x="0" y="2"/>
                  </a:lnTo>
                  <a:lnTo>
                    <a:pt x="396" y="1858"/>
                  </a:lnTo>
                  <a:lnTo>
                    <a:pt x="409" y="1850"/>
                  </a:lnTo>
                  <a:lnTo>
                    <a:pt x="396" y="1858"/>
                  </a:lnTo>
                  <a:lnTo>
                    <a:pt x="400" y="1864"/>
                  </a:lnTo>
                  <a:lnTo>
                    <a:pt x="406" y="1865"/>
                  </a:lnTo>
                  <a:lnTo>
                    <a:pt x="410" y="1862"/>
                  </a:lnTo>
                  <a:lnTo>
                    <a:pt x="413" y="1856"/>
                  </a:lnTo>
                  <a:lnTo>
                    <a:pt x="400" y="186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6813" name="Freeform 27"/>
            <p:cNvSpPr>
              <a:spLocks/>
            </p:cNvSpPr>
            <p:nvPr/>
          </p:nvSpPr>
          <p:spPr bwMode="auto">
            <a:xfrm>
              <a:off x="1282" y="1533"/>
              <a:ext cx="35" cy="161"/>
            </a:xfrm>
            <a:custGeom>
              <a:avLst/>
              <a:gdLst>
                <a:gd name="T0" fmla="*/ 1 w 175"/>
                <a:gd name="T1" fmla="*/ 6 h 807"/>
                <a:gd name="T2" fmla="*/ 1 w 175"/>
                <a:gd name="T3" fmla="*/ 6 h 807"/>
                <a:gd name="T4" fmla="*/ 1 w 175"/>
                <a:gd name="T5" fmla="*/ 6 h 807"/>
                <a:gd name="T6" fmla="*/ 1 w 175"/>
                <a:gd name="T7" fmla="*/ 5 h 807"/>
                <a:gd name="T8" fmla="*/ 1 w 175"/>
                <a:gd name="T9" fmla="*/ 5 h 807"/>
                <a:gd name="T10" fmla="*/ 1 w 175"/>
                <a:gd name="T11" fmla="*/ 5 h 807"/>
                <a:gd name="T12" fmla="*/ 1 w 175"/>
                <a:gd name="T13" fmla="*/ 4 h 807"/>
                <a:gd name="T14" fmla="*/ 1 w 175"/>
                <a:gd name="T15" fmla="*/ 4 h 807"/>
                <a:gd name="T16" fmla="*/ 1 w 175"/>
                <a:gd name="T17" fmla="*/ 3 h 807"/>
                <a:gd name="T18" fmla="*/ 1 w 175"/>
                <a:gd name="T19" fmla="*/ 3 h 807"/>
                <a:gd name="T20" fmla="*/ 1 w 175"/>
                <a:gd name="T21" fmla="*/ 3 h 807"/>
                <a:gd name="T22" fmla="*/ 1 w 175"/>
                <a:gd name="T23" fmla="*/ 2 h 807"/>
                <a:gd name="T24" fmla="*/ 1 w 175"/>
                <a:gd name="T25" fmla="*/ 2 h 807"/>
                <a:gd name="T26" fmla="*/ 1 w 175"/>
                <a:gd name="T27" fmla="*/ 2 h 807"/>
                <a:gd name="T28" fmla="*/ 1 w 175"/>
                <a:gd name="T29" fmla="*/ 1 h 807"/>
                <a:gd name="T30" fmla="*/ 1 w 175"/>
                <a:gd name="T31" fmla="*/ 1 h 807"/>
                <a:gd name="T32" fmla="*/ 1 w 175"/>
                <a:gd name="T33" fmla="*/ 1 h 807"/>
                <a:gd name="T34" fmla="*/ 1 w 175"/>
                <a:gd name="T35" fmla="*/ 0 h 807"/>
                <a:gd name="T36" fmla="*/ 1 w 175"/>
                <a:gd name="T37" fmla="*/ 0 h 807"/>
                <a:gd name="T38" fmla="*/ 1 w 175"/>
                <a:gd name="T39" fmla="*/ 0 h 807"/>
                <a:gd name="T40" fmla="*/ 0 w 175"/>
                <a:gd name="T41" fmla="*/ 1 h 807"/>
                <a:gd name="T42" fmla="*/ 0 w 175"/>
                <a:gd name="T43" fmla="*/ 1 h 807"/>
                <a:gd name="T44" fmla="*/ 0 w 175"/>
                <a:gd name="T45" fmla="*/ 1 h 807"/>
                <a:gd name="T46" fmla="*/ 0 w 175"/>
                <a:gd name="T47" fmla="*/ 2 h 807"/>
                <a:gd name="T48" fmla="*/ 0 w 175"/>
                <a:gd name="T49" fmla="*/ 2 h 807"/>
                <a:gd name="T50" fmla="*/ 0 w 175"/>
                <a:gd name="T51" fmla="*/ 3 h 807"/>
                <a:gd name="T52" fmla="*/ 0 w 175"/>
                <a:gd name="T53" fmla="*/ 3 h 807"/>
                <a:gd name="T54" fmla="*/ 0 w 175"/>
                <a:gd name="T55" fmla="*/ 3 h 807"/>
                <a:gd name="T56" fmla="*/ 0 w 175"/>
                <a:gd name="T57" fmla="*/ 4 h 807"/>
                <a:gd name="T58" fmla="*/ 0 w 175"/>
                <a:gd name="T59" fmla="*/ 4 h 807"/>
                <a:gd name="T60" fmla="*/ 0 w 175"/>
                <a:gd name="T61" fmla="*/ 5 h 807"/>
                <a:gd name="T62" fmla="*/ 0 w 175"/>
                <a:gd name="T63" fmla="*/ 5 h 807"/>
                <a:gd name="T64" fmla="*/ 0 w 175"/>
                <a:gd name="T65" fmla="*/ 5 h 807"/>
                <a:gd name="T66" fmla="*/ 1 w 175"/>
                <a:gd name="T67" fmla="*/ 6 h 807"/>
                <a:gd name="T68" fmla="*/ 1 w 175"/>
                <a:gd name="T69" fmla="*/ 6 h 807"/>
                <a:gd name="T70" fmla="*/ 1 w 175"/>
                <a:gd name="T71" fmla="*/ 6 h 807"/>
                <a:gd name="T72" fmla="*/ 1 w 175"/>
                <a:gd name="T73" fmla="*/ 6 h 807"/>
                <a:gd name="T74" fmla="*/ 1 w 175"/>
                <a:gd name="T75" fmla="*/ 6 h 807"/>
                <a:gd name="T76" fmla="*/ 1 w 175"/>
                <a:gd name="T77" fmla="*/ 6 h 807"/>
                <a:gd name="T78" fmla="*/ 1 w 175"/>
                <a:gd name="T79" fmla="*/ 6 h 807"/>
                <a:gd name="T80" fmla="*/ 1 w 175"/>
                <a:gd name="T81" fmla="*/ 6 h 807"/>
                <a:gd name="T82" fmla="*/ 1 w 175"/>
                <a:gd name="T83" fmla="*/ 6 h 807"/>
                <a:gd name="T84" fmla="*/ 1 w 175"/>
                <a:gd name="T85" fmla="*/ 6 h 807"/>
                <a:gd name="T86" fmla="*/ 1 w 175"/>
                <a:gd name="T87" fmla="*/ 6 h 807"/>
                <a:gd name="T88" fmla="*/ 1 w 175"/>
                <a:gd name="T89" fmla="*/ 6 h 807"/>
                <a:gd name="T90" fmla="*/ 1 w 175"/>
                <a:gd name="T91" fmla="*/ 6 h 80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175"/>
                <a:gd name="T139" fmla="*/ 0 h 807"/>
                <a:gd name="T140" fmla="*/ 175 w 175"/>
                <a:gd name="T141" fmla="*/ 807 h 80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175" h="807">
                  <a:moveTo>
                    <a:pt x="169" y="740"/>
                  </a:moveTo>
                  <a:lnTo>
                    <a:pt x="169" y="739"/>
                  </a:lnTo>
                  <a:lnTo>
                    <a:pt x="149" y="698"/>
                  </a:lnTo>
                  <a:lnTo>
                    <a:pt x="133" y="656"/>
                  </a:lnTo>
                  <a:lnTo>
                    <a:pt x="120" y="611"/>
                  </a:lnTo>
                  <a:lnTo>
                    <a:pt x="108" y="565"/>
                  </a:lnTo>
                  <a:lnTo>
                    <a:pt x="100" y="520"/>
                  </a:lnTo>
                  <a:lnTo>
                    <a:pt x="96" y="472"/>
                  </a:lnTo>
                  <a:lnTo>
                    <a:pt x="93" y="425"/>
                  </a:lnTo>
                  <a:lnTo>
                    <a:pt x="93" y="377"/>
                  </a:lnTo>
                  <a:lnTo>
                    <a:pt x="96" y="330"/>
                  </a:lnTo>
                  <a:lnTo>
                    <a:pt x="100" y="283"/>
                  </a:lnTo>
                  <a:lnTo>
                    <a:pt x="106" y="238"/>
                  </a:lnTo>
                  <a:lnTo>
                    <a:pt x="115" y="195"/>
                  </a:lnTo>
                  <a:lnTo>
                    <a:pt x="126" y="153"/>
                  </a:lnTo>
                  <a:lnTo>
                    <a:pt x="139" y="114"/>
                  </a:lnTo>
                  <a:lnTo>
                    <a:pt x="153" y="77"/>
                  </a:lnTo>
                  <a:lnTo>
                    <a:pt x="169" y="43"/>
                  </a:lnTo>
                  <a:lnTo>
                    <a:pt x="87" y="0"/>
                  </a:lnTo>
                  <a:lnTo>
                    <a:pt x="69" y="39"/>
                  </a:lnTo>
                  <a:lnTo>
                    <a:pt x="52" y="81"/>
                  </a:lnTo>
                  <a:lnTo>
                    <a:pt x="37" y="127"/>
                  </a:lnTo>
                  <a:lnTo>
                    <a:pt x="24" y="174"/>
                  </a:lnTo>
                  <a:lnTo>
                    <a:pt x="15" y="222"/>
                  </a:lnTo>
                  <a:lnTo>
                    <a:pt x="7" y="271"/>
                  </a:lnTo>
                  <a:lnTo>
                    <a:pt x="2" y="323"/>
                  </a:lnTo>
                  <a:lnTo>
                    <a:pt x="0" y="374"/>
                  </a:lnTo>
                  <a:lnTo>
                    <a:pt x="0" y="427"/>
                  </a:lnTo>
                  <a:lnTo>
                    <a:pt x="2" y="479"/>
                  </a:lnTo>
                  <a:lnTo>
                    <a:pt x="9" y="531"/>
                  </a:lnTo>
                  <a:lnTo>
                    <a:pt x="17" y="584"/>
                  </a:lnTo>
                  <a:lnTo>
                    <a:pt x="29" y="635"/>
                  </a:lnTo>
                  <a:lnTo>
                    <a:pt x="44" y="686"/>
                  </a:lnTo>
                  <a:lnTo>
                    <a:pt x="65" y="736"/>
                  </a:lnTo>
                  <a:lnTo>
                    <a:pt x="87" y="784"/>
                  </a:lnTo>
                  <a:lnTo>
                    <a:pt x="87" y="782"/>
                  </a:lnTo>
                  <a:lnTo>
                    <a:pt x="87" y="784"/>
                  </a:lnTo>
                  <a:lnTo>
                    <a:pt x="100" y="799"/>
                  </a:lnTo>
                  <a:lnTo>
                    <a:pt x="117" y="807"/>
                  </a:lnTo>
                  <a:lnTo>
                    <a:pt x="134" y="807"/>
                  </a:lnTo>
                  <a:lnTo>
                    <a:pt x="151" y="801"/>
                  </a:lnTo>
                  <a:lnTo>
                    <a:pt x="164" y="791"/>
                  </a:lnTo>
                  <a:lnTo>
                    <a:pt x="173" y="777"/>
                  </a:lnTo>
                  <a:lnTo>
                    <a:pt x="175" y="759"/>
                  </a:lnTo>
                  <a:lnTo>
                    <a:pt x="169" y="739"/>
                  </a:lnTo>
                  <a:lnTo>
                    <a:pt x="169" y="74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6814" name="Freeform 28"/>
            <p:cNvSpPr>
              <a:spLocks/>
            </p:cNvSpPr>
            <p:nvPr/>
          </p:nvSpPr>
          <p:spPr bwMode="auto">
            <a:xfrm>
              <a:off x="1299" y="1681"/>
              <a:ext cx="157" cy="281"/>
            </a:xfrm>
            <a:custGeom>
              <a:avLst/>
              <a:gdLst>
                <a:gd name="T0" fmla="*/ 6 w 787"/>
                <a:gd name="T1" fmla="*/ 11 h 1404"/>
                <a:gd name="T2" fmla="*/ 6 w 787"/>
                <a:gd name="T3" fmla="*/ 11 h 1404"/>
                <a:gd name="T4" fmla="*/ 1 w 787"/>
                <a:gd name="T5" fmla="*/ 0 h 1404"/>
                <a:gd name="T6" fmla="*/ 0 w 787"/>
                <a:gd name="T7" fmla="*/ 0 h 1404"/>
                <a:gd name="T8" fmla="*/ 6 w 787"/>
                <a:gd name="T9" fmla="*/ 11 h 1404"/>
                <a:gd name="T10" fmla="*/ 6 w 787"/>
                <a:gd name="T11" fmla="*/ 11 h 1404"/>
                <a:gd name="T12" fmla="*/ 6 w 787"/>
                <a:gd name="T13" fmla="*/ 11 h 1404"/>
                <a:gd name="T14" fmla="*/ 6 w 787"/>
                <a:gd name="T15" fmla="*/ 11 h 1404"/>
                <a:gd name="T16" fmla="*/ 6 w 787"/>
                <a:gd name="T17" fmla="*/ 11 h 1404"/>
                <a:gd name="T18" fmla="*/ 6 w 787"/>
                <a:gd name="T19" fmla="*/ 11 h 1404"/>
                <a:gd name="T20" fmla="*/ 6 w 787"/>
                <a:gd name="T21" fmla="*/ 11 h 1404"/>
                <a:gd name="T22" fmla="*/ 6 w 787"/>
                <a:gd name="T23" fmla="*/ 11 h 1404"/>
                <a:gd name="T24" fmla="*/ 6 w 787"/>
                <a:gd name="T25" fmla="*/ 11 h 1404"/>
                <a:gd name="T26" fmla="*/ 6 w 787"/>
                <a:gd name="T27" fmla="*/ 11 h 1404"/>
                <a:gd name="T28" fmla="*/ 6 w 787"/>
                <a:gd name="T29" fmla="*/ 11 h 1404"/>
                <a:gd name="T30" fmla="*/ 6 w 787"/>
                <a:gd name="T31" fmla="*/ 11 h 1404"/>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787"/>
                <a:gd name="T49" fmla="*/ 0 h 1404"/>
                <a:gd name="T50" fmla="*/ 787 w 787"/>
                <a:gd name="T51" fmla="*/ 1404 h 1404"/>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787" h="1404">
                  <a:moveTo>
                    <a:pt x="781" y="1334"/>
                  </a:moveTo>
                  <a:lnTo>
                    <a:pt x="781" y="1337"/>
                  </a:lnTo>
                  <a:lnTo>
                    <a:pt x="82" y="0"/>
                  </a:lnTo>
                  <a:lnTo>
                    <a:pt x="0" y="42"/>
                  </a:lnTo>
                  <a:lnTo>
                    <a:pt x="699" y="1379"/>
                  </a:lnTo>
                  <a:lnTo>
                    <a:pt x="699" y="1381"/>
                  </a:lnTo>
                  <a:lnTo>
                    <a:pt x="699" y="1379"/>
                  </a:lnTo>
                  <a:lnTo>
                    <a:pt x="712" y="1395"/>
                  </a:lnTo>
                  <a:lnTo>
                    <a:pt x="727" y="1402"/>
                  </a:lnTo>
                  <a:lnTo>
                    <a:pt x="744" y="1404"/>
                  </a:lnTo>
                  <a:lnTo>
                    <a:pt x="761" y="1398"/>
                  </a:lnTo>
                  <a:lnTo>
                    <a:pt x="775" y="1388"/>
                  </a:lnTo>
                  <a:lnTo>
                    <a:pt x="784" y="1373"/>
                  </a:lnTo>
                  <a:lnTo>
                    <a:pt x="787" y="1357"/>
                  </a:lnTo>
                  <a:lnTo>
                    <a:pt x="781" y="1337"/>
                  </a:lnTo>
                  <a:lnTo>
                    <a:pt x="781" y="13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6815" name="Freeform 29"/>
            <p:cNvSpPr>
              <a:spLocks/>
            </p:cNvSpPr>
            <p:nvPr/>
          </p:nvSpPr>
          <p:spPr bwMode="auto">
            <a:xfrm>
              <a:off x="1439" y="1948"/>
              <a:ext cx="125" cy="76"/>
            </a:xfrm>
            <a:custGeom>
              <a:avLst/>
              <a:gdLst>
                <a:gd name="T0" fmla="*/ 5 w 628"/>
                <a:gd name="T1" fmla="*/ 2 h 383"/>
                <a:gd name="T2" fmla="*/ 5 w 628"/>
                <a:gd name="T3" fmla="*/ 2 h 383"/>
                <a:gd name="T4" fmla="*/ 4 w 628"/>
                <a:gd name="T5" fmla="*/ 2 h 383"/>
                <a:gd name="T6" fmla="*/ 4 w 628"/>
                <a:gd name="T7" fmla="*/ 2 h 383"/>
                <a:gd name="T8" fmla="*/ 4 w 628"/>
                <a:gd name="T9" fmla="*/ 2 h 383"/>
                <a:gd name="T10" fmla="*/ 3 w 628"/>
                <a:gd name="T11" fmla="*/ 2 h 383"/>
                <a:gd name="T12" fmla="*/ 3 w 628"/>
                <a:gd name="T13" fmla="*/ 2 h 383"/>
                <a:gd name="T14" fmla="*/ 3 w 628"/>
                <a:gd name="T15" fmla="*/ 2 h 383"/>
                <a:gd name="T16" fmla="*/ 3 w 628"/>
                <a:gd name="T17" fmla="*/ 2 h 383"/>
                <a:gd name="T18" fmla="*/ 2 w 628"/>
                <a:gd name="T19" fmla="*/ 2 h 383"/>
                <a:gd name="T20" fmla="*/ 2 w 628"/>
                <a:gd name="T21" fmla="*/ 2 h 383"/>
                <a:gd name="T22" fmla="*/ 2 w 628"/>
                <a:gd name="T23" fmla="*/ 1 h 383"/>
                <a:gd name="T24" fmla="*/ 2 w 628"/>
                <a:gd name="T25" fmla="*/ 1 h 383"/>
                <a:gd name="T26" fmla="*/ 1 w 628"/>
                <a:gd name="T27" fmla="*/ 1 h 383"/>
                <a:gd name="T28" fmla="*/ 1 w 628"/>
                <a:gd name="T29" fmla="*/ 1 h 383"/>
                <a:gd name="T30" fmla="*/ 1 w 628"/>
                <a:gd name="T31" fmla="*/ 1 h 383"/>
                <a:gd name="T32" fmla="*/ 1 w 628"/>
                <a:gd name="T33" fmla="*/ 0 h 383"/>
                <a:gd name="T34" fmla="*/ 1 w 628"/>
                <a:gd name="T35" fmla="*/ 0 h 383"/>
                <a:gd name="T36" fmla="*/ 0 w 628"/>
                <a:gd name="T37" fmla="*/ 0 h 383"/>
                <a:gd name="T38" fmla="*/ 0 w 628"/>
                <a:gd name="T39" fmla="*/ 1 h 383"/>
                <a:gd name="T40" fmla="*/ 0 w 628"/>
                <a:gd name="T41" fmla="*/ 1 h 383"/>
                <a:gd name="T42" fmla="*/ 1 w 628"/>
                <a:gd name="T43" fmla="*/ 1 h 383"/>
                <a:gd name="T44" fmla="*/ 1 w 628"/>
                <a:gd name="T45" fmla="*/ 1 h 383"/>
                <a:gd name="T46" fmla="*/ 1 w 628"/>
                <a:gd name="T47" fmla="*/ 2 h 383"/>
                <a:gd name="T48" fmla="*/ 1 w 628"/>
                <a:gd name="T49" fmla="*/ 2 h 383"/>
                <a:gd name="T50" fmla="*/ 2 w 628"/>
                <a:gd name="T51" fmla="*/ 2 h 383"/>
                <a:gd name="T52" fmla="*/ 2 w 628"/>
                <a:gd name="T53" fmla="*/ 2 h 383"/>
                <a:gd name="T54" fmla="*/ 2 w 628"/>
                <a:gd name="T55" fmla="*/ 2 h 383"/>
                <a:gd name="T56" fmla="*/ 3 w 628"/>
                <a:gd name="T57" fmla="*/ 3 h 383"/>
                <a:gd name="T58" fmla="*/ 3 w 628"/>
                <a:gd name="T59" fmla="*/ 3 h 383"/>
                <a:gd name="T60" fmla="*/ 3 w 628"/>
                <a:gd name="T61" fmla="*/ 3 h 383"/>
                <a:gd name="T62" fmla="*/ 4 w 628"/>
                <a:gd name="T63" fmla="*/ 3 h 383"/>
                <a:gd name="T64" fmla="*/ 4 w 628"/>
                <a:gd name="T65" fmla="*/ 3 h 383"/>
                <a:gd name="T66" fmla="*/ 4 w 628"/>
                <a:gd name="T67" fmla="*/ 3 h 383"/>
                <a:gd name="T68" fmla="*/ 5 w 628"/>
                <a:gd name="T69" fmla="*/ 3 h 383"/>
                <a:gd name="T70" fmla="*/ 5 w 628"/>
                <a:gd name="T71" fmla="*/ 3 h 383"/>
                <a:gd name="T72" fmla="*/ 5 w 628"/>
                <a:gd name="T73" fmla="*/ 3 h 383"/>
                <a:gd name="T74" fmla="*/ 5 w 628"/>
                <a:gd name="T75" fmla="*/ 3 h 383"/>
                <a:gd name="T76" fmla="*/ 5 w 628"/>
                <a:gd name="T77" fmla="*/ 3 h 383"/>
                <a:gd name="T78" fmla="*/ 5 w 628"/>
                <a:gd name="T79" fmla="*/ 3 h 383"/>
                <a:gd name="T80" fmla="*/ 5 w 628"/>
                <a:gd name="T81" fmla="*/ 3 h 383"/>
                <a:gd name="T82" fmla="*/ 5 w 628"/>
                <a:gd name="T83" fmla="*/ 3 h 383"/>
                <a:gd name="T84" fmla="*/ 5 w 628"/>
                <a:gd name="T85" fmla="*/ 2 h 383"/>
                <a:gd name="T86" fmla="*/ 5 w 628"/>
                <a:gd name="T87" fmla="*/ 2 h 383"/>
                <a:gd name="T88" fmla="*/ 5 w 628"/>
                <a:gd name="T89" fmla="*/ 2 h 383"/>
                <a:gd name="T90" fmla="*/ 5 w 628"/>
                <a:gd name="T91" fmla="*/ 2 h 38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628"/>
                <a:gd name="T139" fmla="*/ 0 h 383"/>
                <a:gd name="T140" fmla="*/ 628 w 628"/>
                <a:gd name="T141" fmla="*/ 383 h 38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628" h="383">
                  <a:moveTo>
                    <a:pt x="581" y="289"/>
                  </a:moveTo>
                  <a:lnTo>
                    <a:pt x="582" y="289"/>
                  </a:lnTo>
                  <a:lnTo>
                    <a:pt x="541" y="287"/>
                  </a:lnTo>
                  <a:lnTo>
                    <a:pt x="500" y="283"/>
                  </a:lnTo>
                  <a:lnTo>
                    <a:pt x="462" y="276"/>
                  </a:lnTo>
                  <a:lnTo>
                    <a:pt x="424" y="268"/>
                  </a:lnTo>
                  <a:lnTo>
                    <a:pt x="389" y="255"/>
                  </a:lnTo>
                  <a:lnTo>
                    <a:pt x="352" y="242"/>
                  </a:lnTo>
                  <a:lnTo>
                    <a:pt x="320" y="227"/>
                  </a:lnTo>
                  <a:lnTo>
                    <a:pt x="287" y="209"/>
                  </a:lnTo>
                  <a:lnTo>
                    <a:pt x="255" y="189"/>
                  </a:lnTo>
                  <a:lnTo>
                    <a:pt x="226" y="168"/>
                  </a:lnTo>
                  <a:lnTo>
                    <a:pt x="198" y="145"/>
                  </a:lnTo>
                  <a:lnTo>
                    <a:pt x="172" y="119"/>
                  </a:lnTo>
                  <a:lnTo>
                    <a:pt x="146" y="92"/>
                  </a:lnTo>
                  <a:lnTo>
                    <a:pt x="122" y="64"/>
                  </a:lnTo>
                  <a:lnTo>
                    <a:pt x="100" y="33"/>
                  </a:lnTo>
                  <a:lnTo>
                    <a:pt x="82" y="0"/>
                  </a:lnTo>
                  <a:lnTo>
                    <a:pt x="0" y="47"/>
                  </a:lnTo>
                  <a:lnTo>
                    <a:pt x="23" y="85"/>
                  </a:lnTo>
                  <a:lnTo>
                    <a:pt x="49" y="120"/>
                  </a:lnTo>
                  <a:lnTo>
                    <a:pt x="76" y="153"/>
                  </a:lnTo>
                  <a:lnTo>
                    <a:pt x="104" y="185"/>
                  </a:lnTo>
                  <a:lnTo>
                    <a:pt x="137" y="215"/>
                  </a:lnTo>
                  <a:lnTo>
                    <a:pt x="170" y="241"/>
                  </a:lnTo>
                  <a:lnTo>
                    <a:pt x="204" y="267"/>
                  </a:lnTo>
                  <a:lnTo>
                    <a:pt x="240" y="289"/>
                  </a:lnTo>
                  <a:lnTo>
                    <a:pt x="277" y="309"/>
                  </a:lnTo>
                  <a:lnTo>
                    <a:pt x="317" y="329"/>
                  </a:lnTo>
                  <a:lnTo>
                    <a:pt x="358" y="344"/>
                  </a:lnTo>
                  <a:lnTo>
                    <a:pt x="400" y="357"/>
                  </a:lnTo>
                  <a:lnTo>
                    <a:pt x="444" y="367"/>
                  </a:lnTo>
                  <a:lnTo>
                    <a:pt x="488" y="374"/>
                  </a:lnTo>
                  <a:lnTo>
                    <a:pt x="534" y="380"/>
                  </a:lnTo>
                  <a:lnTo>
                    <a:pt x="580" y="383"/>
                  </a:lnTo>
                  <a:lnTo>
                    <a:pt x="581" y="383"/>
                  </a:lnTo>
                  <a:lnTo>
                    <a:pt x="580" y="383"/>
                  </a:lnTo>
                  <a:lnTo>
                    <a:pt x="600" y="379"/>
                  </a:lnTo>
                  <a:lnTo>
                    <a:pt x="615" y="369"/>
                  </a:lnTo>
                  <a:lnTo>
                    <a:pt x="624" y="353"/>
                  </a:lnTo>
                  <a:lnTo>
                    <a:pt x="628" y="337"/>
                  </a:lnTo>
                  <a:lnTo>
                    <a:pt x="625" y="319"/>
                  </a:lnTo>
                  <a:lnTo>
                    <a:pt x="617" y="304"/>
                  </a:lnTo>
                  <a:lnTo>
                    <a:pt x="602" y="294"/>
                  </a:lnTo>
                  <a:lnTo>
                    <a:pt x="582" y="289"/>
                  </a:lnTo>
                  <a:lnTo>
                    <a:pt x="581" y="28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6816" name="Freeform 30"/>
            <p:cNvSpPr>
              <a:spLocks/>
            </p:cNvSpPr>
            <p:nvPr/>
          </p:nvSpPr>
          <p:spPr bwMode="auto">
            <a:xfrm>
              <a:off x="1587" y="1880"/>
              <a:ext cx="85" cy="49"/>
            </a:xfrm>
            <a:custGeom>
              <a:avLst/>
              <a:gdLst>
                <a:gd name="T0" fmla="*/ 3 w 426"/>
                <a:gd name="T1" fmla="*/ 0 h 245"/>
                <a:gd name="T2" fmla="*/ 3 w 426"/>
                <a:gd name="T3" fmla="*/ 0 h 245"/>
                <a:gd name="T4" fmla="*/ 3 w 426"/>
                <a:gd name="T5" fmla="*/ 0 h 245"/>
                <a:gd name="T6" fmla="*/ 3 w 426"/>
                <a:gd name="T7" fmla="*/ 0 h 245"/>
                <a:gd name="T8" fmla="*/ 2 w 426"/>
                <a:gd name="T9" fmla="*/ 0 h 245"/>
                <a:gd name="T10" fmla="*/ 2 w 426"/>
                <a:gd name="T11" fmla="*/ 0 h 245"/>
                <a:gd name="T12" fmla="*/ 2 w 426"/>
                <a:gd name="T13" fmla="*/ 0 h 245"/>
                <a:gd name="T14" fmla="*/ 2 w 426"/>
                <a:gd name="T15" fmla="*/ 0 h 245"/>
                <a:gd name="T16" fmla="*/ 1 w 426"/>
                <a:gd name="T17" fmla="*/ 0 h 245"/>
                <a:gd name="T18" fmla="*/ 1 w 426"/>
                <a:gd name="T19" fmla="*/ 1 h 245"/>
                <a:gd name="T20" fmla="*/ 1 w 426"/>
                <a:gd name="T21" fmla="*/ 1 h 245"/>
                <a:gd name="T22" fmla="*/ 1 w 426"/>
                <a:gd name="T23" fmla="*/ 1 h 245"/>
                <a:gd name="T24" fmla="*/ 0 w 426"/>
                <a:gd name="T25" fmla="*/ 1 h 245"/>
                <a:gd name="T26" fmla="*/ 0 w 426"/>
                <a:gd name="T27" fmla="*/ 1 h 245"/>
                <a:gd name="T28" fmla="*/ 0 w 426"/>
                <a:gd name="T29" fmla="*/ 1 h 245"/>
                <a:gd name="T30" fmla="*/ 0 w 426"/>
                <a:gd name="T31" fmla="*/ 2 h 245"/>
                <a:gd name="T32" fmla="*/ 0 w 426"/>
                <a:gd name="T33" fmla="*/ 2 h 245"/>
                <a:gd name="T34" fmla="*/ 0 w 426"/>
                <a:gd name="T35" fmla="*/ 2 h 245"/>
                <a:gd name="T36" fmla="*/ 0 w 426"/>
                <a:gd name="T37" fmla="*/ 2 h 245"/>
                <a:gd name="T38" fmla="*/ 0 w 426"/>
                <a:gd name="T39" fmla="*/ 2 h 245"/>
                <a:gd name="T40" fmla="*/ 0 w 426"/>
                <a:gd name="T41" fmla="*/ 2 h 245"/>
                <a:gd name="T42" fmla="*/ 0 w 426"/>
                <a:gd name="T43" fmla="*/ 1 h 245"/>
                <a:gd name="T44" fmla="*/ 0 w 426"/>
                <a:gd name="T45" fmla="*/ 1 h 245"/>
                <a:gd name="T46" fmla="*/ 0 w 426"/>
                <a:gd name="T47" fmla="*/ 1 h 245"/>
                <a:gd name="T48" fmla="*/ 1 w 426"/>
                <a:gd name="T49" fmla="*/ 1 h 245"/>
                <a:gd name="T50" fmla="*/ 1 w 426"/>
                <a:gd name="T51" fmla="*/ 1 h 245"/>
                <a:gd name="T52" fmla="*/ 1 w 426"/>
                <a:gd name="T53" fmla="*/ 1 h 245"/>
                <a:gd name="T54" fmla="*/ 1 w 426"/>
                <a:gd name="T55" fmla="*/ 1 h 245"/>
                <a:gd name="T56" fmla="*/ 2 w 426"/>
                <a:gd name="T57" fmla="*/ 0 h 245"/>
                <a:gd name="T58" fmla="*/ 2 w 426"/>
                <a:gd name="T59" fmla="*/ 0 h 245"/>
                <a:gd name="T60" fmla="*/ 2 w 426"/>
                <a:gd name="T61" fmla="*/ 0 h 245"/>
                <a:gd name="T62" fmla="*/ 2 w 426"/>
                <a:gd name="T63" fmla="*/ 0 h 245"/>
                <a:gd name="T64" fmla="*/ 3 w 426"/>
                <a:gd name="T65" fmla="*/ 0 h 245"/>
                <a:gd name="T66" fmla="*/ 3 w 426"/>
                <a:gd name="T67" fmla="*/ 0 h 245"/>
                <a:gd name="T68" fmla="*/ 3 w 426"/>
                <a:gd name="T69" fmla="*/ 0 h 245"/>
                <a:gd name="T70" fmla="*/ 3 w 426"/>
                <a:gd name="T71" fmla="*/ 0 h 245"/>
                <a:gd name="T72" fmla="*/ 3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426" y="0"/>
                  </a:moveTo>
                  <a:lnTo>
                    <a:pt x="426" y="0"/>
                  </a:lnTo>
                  <a:lnTo>
                    <a:pt x="384" y="1"/>
                  </a:lnTo>
                  <a:lnTo>
                    <a:pt x="340" y="4"/>
                  </a:lnTo>
                  <a:lnTo>
                    <a:pt x="300" y="10"/>
                  </a:lnTo>
                  <a:lnTo>
                    <a:pt x="262" y="18"/>
                  </a:lnTo>
                  <a:lnTo>
                    <a:pt x="224" y="29"/>
                  </a:lnTo>
                  <a:lnTo>
                    <a:pt x="189" y="41"/>
                  </a:lnTo>
                  <a:lnTo>
                    <a:pt x="157" y="55"/>
                  </a:lnTo>
                  <a:lnTo>
                    <a:pt x="126" y="70"/>
                  </a:lnTo>
                  <a:lnTo>
                    <a:pt x="99" y="89"/>
                  </a:lnTo>
                  <a:lnTo>
                    <a:pt x="74" y="106"/>
                  </a:lnTo>
                  <a:lnTo>
                    <a:pt x="52" y="126"/>
                  </a:lnTo>
                  <a:lnTo>
                    <a:pt x="34" y="148"/>
                  </a:lnTo>
                  <a:lnTo>
                    <a:pt x="19" y="171"/>
                  </a:lnTo>
                  <a:lnTo>
                    <a:pt x="9" y="194"/>
                  </a:lnTo>
                  <a:lnTo>
                    <a:pt x="3" y="219"/>
                  </a:lnTo>
                  <a:lnTo>
                    <a:pt x="0" y="245"/>
                  </a:lnTo>
                  <a:lnTo>
                    <a:pt x="12" y="245"/>
                  </a:lnTo>
                  <a:lnTo>
                    <a:pt x="15" y="221"/>
                  </a:lnTo>
                  <a:lnTo>
                    <a:pt x="20" y="199"/>
                  </a:lnTo>
                  <a:lnTo>
                    <a:pt x="31" y="178"/>
                  </a:lnTo>
                  <a:lnTo>
                    <a:pt x="44" y="156"/>
                  </a:lnTo>
                  <a:lnTo>
                    <a:pt x="61" y="136"/>
                  </a:lnTo>
                  <a:lnTo>
                    <a:pt x="81" y="116"/>
                  </a:lnTo>
                  <a:lnTo>
                    <a:pt x="106" y="98"/>
                  </a:lnTo>
                  <a:lnTo>
                    <a:pt x="133" y="82"/>
                  </a:lnTo>
                  <a:lnTo>
                    <a:pt x="162" y="66"/>
                  </a:lnTo>
                  <a:lnTo>
                    <a:pt x="194" y="52"/>
                  </a:lnTo>
                  <a:lnTo>
                    <a:pt x="229" y="41"/>
                  </a:lnTo>
                  <a:lnTo>
                    <a:pt x="264" y="30"/>
                  </a:lnTo>
                  <a:lnTo>
                    <a:pt x="303" y="22"/>
                  </a:lnTo>
                  <a:lnTo>
                    <a:pt x="343" y="16"/>
                  </a:lnTo>
                  <a:lnTo>
                    <a:pt x="384" y="12"/>
                  </a:lnTo>
                  <a:lnTo>
                    <a:pt x="426" y="11"/>
                  </a:lnTo>
                  <a:lnTo>
                    <a:pt x="42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6817" name="Freeform 31"/>
            <p:cNvSpPr>
              <a:spLocks/>
            </p:cNvSpPr>
            <p:nvPr/>
          </p:nvSpPr>
          <p:spPr bwMode="auto">
            <a:xfrm>
              <a:off x="1587" y="1929"/>
              <a:ext cx="85" cy="49"/>
            </a:xfrm>
            <a:custGeom>
              <a:avLst/>
              <a:gdLst>
                <a:gd name="T0" fmla="*/ 0 w 426"/>
                <a:gd name="T1" fmla="*/ 0 h 245"/>
                <a:gd name="T2" fmla="*/ 0 w 426"/>
                <a:gd name="T3" fmla="*/ 0 h 245"/>
                <a:gd name="T4" fmla="*/ 0 w 426"/>
                <a:gd name="T5" fmla="*/ 0 h 245"/>
                <a:gd name="T6" fmla="*/ 0 w 426"/>
                <a:gd name="T7" fmla="*/ 0 h 245"/>
                <a:gd name="T8" fmla="*/ 0 w 426"/>
                <a:gd name="T9" fmla="*/ 1 h 245"/>
                <a:gd name="T10" fmla="*/ 0 w 426"/>
                <a:gd name="T11" fmla="*/ 1 h 245"/>
                <a:gd name="T12" fmla="*/ 0 w 426"/>
                <a:gd name="T13" fmla="*/ 1 h 245"/>
                <a:gd name="T14" fmla="*/ 1 w 426"/>
                <a:gd name="T15" fmla="*/ 1 h 245"/>
                <a:gd name="T16" fmla="*/ 1 w 426"/>
                <a:gd name="T17" fmla="*/ 1 h 245"/>
                <a:gd name="T18" fmla="*/ 1 w 426"/>
                <a:gd name="T19" fmla="*/ 1 h 245"/>
                <a:gd name="T20" fmla="*/ 1 w 426"/>
                <a:gd name="T21" fmla="*/ 2 h 245"/>
                <a:gd name="T22" fmla="*/ 2 w 426"/>
                <a:gd name="T23" fmla="*/ 2 h 245"/>
                <a:gd name="T24" fmla="*/ 2 w 426"/>
                <a:gd name="T25" fmla="*/ 2 h 245"/>
                <a:gd name="T26" fmla="*/ 2 w 426"/>
                <a:gd name="T27" fmla="*/ 2 h 245"/>
                <a:gd name="T28" fmla="*/ 2 w 426"/>
                <a:gd name="T29" fmla="*/ 2 h 245"/>
                <a:gd name="T30" fmla="*/ 3 w 426"/>
                <a:gd name="T31" fmla="*/ 2 h 245"/>
                <a:gd name="T32" fmla="*/ 3 w 426"/>
                <a:gd name="T33" fmla="*/ 2 h 245"/>
                <a:gd name="T34" fmla="*/ 3 w 426"/>
                <a:gd name="T35" fmla="*/ 2 h 245"/>
                <a:gd name="T36" fmla="*/ 3 w 426"/>
                <a:gd name="T37" fmla="*/ 2 h 245"/>
                <a:gd name="T38" fmla="*/ 3 w 426"/>
                <a:gd name="T39" fmla="*/ 2 h 245"/>
                <a:gd name="T40" fmla="*/ 3 w 426"/>
                <a:gd name="T41" fmla="*/ 2 h 245"/>
                <a:gd name="T42" fmla="*/ 2 w 426"/>
                <a:gd name="T43" fmla="*/ 2 h 245"/>
                <a:gd name="T44" fmla="*/ 2 w 426"/>
                <a:gd name="T45" fmla="*/ 2 h 245"/>
                <a:gd name="T46" fmla="*/ 2 w 426"/>
                <a:gd name="T47" fmla="*/ 2 h 245"/>
                <a:gd name="T48" fmla="*/ 2 w 426"/>
                <a:gd name="T49" fmla="*/ 2 h 245"/>
                <a:gd name="T50" fmla="*/ 1 w 426"/>
                <a:gd name="T51" fmla="*/ 1 h 245"/>
                <a:gd name="T52" fmla="*/ 1 w 426"/>
                <a:gd name="T53" fmla="*/ 1 h 245"/>
                <a:gd name="T54" fmla="*/ 1 w 426"/>
                <a:gd name="T55" fmla="*/ 1 h 245"/>
                <a:gd name="T56" fmla="*/ 1 w 426"/>
                <a:gd name="T57" fmla="*/ 1 h 245"/>
                <a:gd name="T58" fmla="*/ 0 w 426"/>
                <a:gd name="T59" fmla="*/ 1 h 245"/>
                <a:gd name="T60" fmla="*/ 0 w 426"/>
                <a:gd name="T61" fmla="*/ 1 h 245"/>
                <a:gd name="T62" fmla="*/ 0 w 426"/>
                <a:gd name="T63" fmla="*/ 1 h 245"/>
                <a:gd name="T64" fmla="*/ 0 w 426"/>
                <a:gd name="T65" fmla="*/ 0 h 245"/>
                <a:gd name="T66" fmla="*/ 0 w 426"/>
                <a:gd name="T67" fmla="*/ 0 h 245"/>
                <a:gd name="T68" fmla="*/ 0 w 426"/>
                <a:gd name="T69" fmla="*/ 0 h 245"/>
                <a:gd name="T70" fmla="*/ 0 w 426"/>
                <a:gd name="T71" fmla="*/ 0 h 245"/>
                <a:gd name="T72" fmla="*/ 0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0" y="0"/>
                  </a:moveTo>
                  <a:lnTo>
                    <a:pt x="0" y="0"/>
                  </a:lnTo>
                  <a:lnTo>
                    <a:pt x="3" y="25"/>
                  </a:lnTo>
                  <a:lnTo>
                    <a:pt x="9" y="50"/>
                  </a:lnTo>
                  <a:lnTo>
                    <a:pt x="19" y="73"/>
                  </a:lnTo>
                  <a:lnTo>
                    <a:pt x="34" y="96"/>
                  </a:lnTo>
                  <a:lnTo>
                    <a:pt x="52" y="118"/>
                  </a:lnTo>
                  <a:lnTo>
                    <a:pt x="74" y="138"/>
                  </a:lnTo>
                  <a:lnTo>
                    <a:pt x="99" y="156"/>
                  </a:lnTo>
                  <a:lnTo>
                    <a:pt x="126" y="174"/>
                  </a:lnTo>
                  <a:lnTo>
                    <a:pt x="157" y="190"/>
                  </a:lnTo>
                  <a:lnTo>
                    <a:pt x="189" y="204"/>
                  </a:lnTo>
                  <a:lnTo>
                    <a:pt x="224" y="215"/>
                  </a:lnTo>
                  <a:lnTo>
                    <a:pt x="262" y="226"/>
                  </a:lnTo>
                  <a:lnTo>
                    <a:pt x="300" y="234"/>
                  </a:lnTo>
                  <a:lnTo>
                    <a:pt x="340" y="240"/>
                  </a:lnTo>
                  <a:lnTo>
                    <a:pt x="384" y="244"/>
                  </a:lnTo>
                  <a:lnTo>
                    <a:pt x="426" y="245"/>
                  </a:lnTo>
                  <a:lnTo>
                    <a:pt x="426" y="233"/>
                  </a:lnTo>
                  <a:lnTo>
                    <a:pt x="384" y="232"/>
                  </a:lnTo>
                  <a:lnTo>
                    <a:pt x="343" y="228"/>
                  </a:lnTo>
                  <a:lnTo>
                    <a:pt x="303" y="222"/>
                  </a:lnTo>
                  <a:lnTo>
                    <a:pt x="264" y="214"/>
                  </a:lnTo>
                  <a:lnTo>
                    <a:pt x="229" y="204"/>
                  </a:lnTo>
                  <a:lnTo>
                    <a:pt x="194" y="192"/>
                  </a:lnTo>
                  <a:lnTo>
                    <a:pt x="162" y="178"/>
                  </a:lnTo>
                  <a:lnTo>
                    <a:pt x="133" y="163"/>
                  </a:lnTo>
                  <a:lnTo>
                    <a:pt x="106" y="146"/>
                  </a:lnTo>
                  <a:lnTo>
                    <a:pt x="81" y="129"/>
                  </a:lnTo>
                  <a:lnTo>
                    <a:pt x="61" y="109"/>
                  </a:lnTo>
                  <a:lnTo>
                    <a:pt x="44" y="89"/>
                  </a:lnTo>
                  <a:lnTo>
                    <a:pt x="31" y="66"/>
                  </a:lnTo>
                  <a:lnTo>
                    <a:pt x="20" y="45"/>
                  </a:lnTo>
                  <a:lnTo>
                    <a:pt x="15" y="2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6818" name="Freeform 32"/>
            <p:cNvSpPr>
              <a:spLocks/>
            </p:cNvSpPr>
            <p:nvPr/>
          </p:nvSpPr>
          <p:spPr bwMode="auto">
            <a:xfrm>
              <a:off x="878" y="1448"/>
              <a:ext cx="792" cy="954"/>
            </a:xfrm>
            <a:custGeom>
              <a:avLst/>
              <a:gdLst>
                <a:gd name="T0" fmla="*/ 13 w 3960"/>
                <a:gd name="T1" fmla="*/ 38 h 4768"/>
                <a:gd name="T2" fmla="*/ 14 w 3960"/>
                <a:gd name="T3" fmla="*/ 38 h 4768"/>
                <a:gd name="T4" fmla="*/ 15 w 3960"/>
                <a:gd name="T5" fmla="*/ 38 h 4768"/>
                <a:gd name="T6" fmla="*/ 15 w 3960"/>
                <a:gd name="T7" fmla="*/ 38 h 4768"/>
                <a:gd name="T8" fmla="*/ 16 w 3960"/>
                <a:gd name="T9" fmla="*/ 38 h 4768"/>
                <a:gd name="T10" fmla="*/ 17 w 3960"/>
                <a:gd name="T11" fmla="*/ 38 h 4768"/>
                <a:gd name="T12" fmla="*/ 17 w 3960"/>
                <a:gd name="T13" fmla="*/ 38 h 4768"/>
                <a:gd name="T14" fmla="*/ 18 w 3960"/>
                <a:gd name="T15" fmla="*/ 38 h 4768"/>
                <a:gd name="T16" fmla="*/ 18 w 3960"/>
                <a:gd name="T17" fmla="*/ 38 h 4768"/>
                <a:gd name="T18" fmla="*/ 29 w 3960"/>
                <a:gd name="T19" fmla="*/ 30 h 4768"/>
                <a:gd name="T20" fmla="*/ 30 w 3960"/>
                <a:gd name="T21" fmla="*/ 30 h 4768"/>
                <a:gd name="T22" fmla="*/ 30 w 3960"/>
                <a:gd name="T23" fmla="*/ 29 h 4768"/>
                <a:gd name="T24" fmla="*/ 31 w 3960"/>
                <a:gd name="T25" fmla="*/ 28 h 4768"/>
                <a:gd name="T26" fmla="*/ 31 w 3960"/>
                <a:gd name="T27" fmla="*/ 28 h 4768"/>
                <a:gd name="T28" fmla="*/ 31 w 3960"/>
                <a:gd name="T29" fmla="*/ 27 h 4768"/>
                <a:gd name="T30" fmla="*/ 32 w 3960"/>
                <a:gd name="T31" fmla="*/ 26 h 4768"/>
                <a:gd name="T32" fmla="*/ 32 w 3960"/>
                <a:gd name="T33" fmla="*/ 25 h 4768"/>
                <a:gd name="T34" fmla="*/ 32 w 3960"/>
                <a:gd name="T35" fmla="*/ 11 h 4768"/>
                <a:gd name="T36" fmla="*/ 32 w 3960"/>
                <a:gd name="T37" fmla="*/ 10 h 4768"/>
                <a:gd name="T38" fmla="*/ 31 w 3960"/>
                <a:gd name="T39" fmla="*/ 9 h 4768"/>
                <a:gd name="T40" fmla="*/ 31 w 3960"/>
                <a:gd name="T41" fmla="*/ 9 h 4768"/>
                <a:gd name="T42" fmla="*/ 31 w 3960"/>
                <a:gd name="T43" fmla="*/ 8 h 4768"/>
                <a:gd name="T44" fmla="*/ 31 w 3960"/>
                <a:gd name="T45" fmla="*/ 8 h 4768"/>
                <a:gd name="T46" fmla="*/ 30 w 3960"/>
                <a:gd name="T47" fmla="*/ 7 h 4768"/>
                <a:gd name="T48" fmla="*/ 30 w 3960"/>
                <a:gd name="T49" fmla="*/ 7 h 4768"/>
                <a:gd name="T50" fmla="*/ 29 w 3960"/>
                <a:gd name="T51" fmla="*/ 6 h 4768"/>
                <a:gd name="T52" fmla="*/ 19 w 3960"/>
                <a:gd name="T53" fmla="*/ 1 h 4768"/>
                <a:gd name="T54" fmla="*/ 18 w 3960"/>
                <a:gd name="T55" fmla="*/ 0 h 4768"/>
                <a:gd name="T56" fmla="*/ 17 w 3960"/>
                <a:gd name="T57" fmla="*/ 0 h 4768"/>
                <a:gd name="T58" fmla="*/ 17 w 3960"/>
                <a:gd name="T59" fmla="*/ 0 h 4768"/>
                <a:gd name="T60" fmla="*/ 16 w 3960"/>
                <a:gd name="T61" fmla="*/ 0 h 4768"/>
                <a:gd name="T62" fmla="*/ 15 w 3960"/>
                <a:gd name="T63" fmla="*/ 0 h 4768"/>
                <a:gd name="T64" fmla="*/ 14 w 3960"/>
                <a:gd name="T65" fmla="*/ 0 h 4768"/>
                <a:gd name="T66" fmla="*/ 14 w 3960"/>
                <a:gd name="T67" fmla="*/ 0 h 4768"/>
                <a:gd name="T68" fmla="*/ 2 w 3960"/>
                <a:gd name="T69" fmla="*/ 6 h 4768"/>
                <a:gd name="T70" fmla="*/ 2 w 3960"/>
                <a:gd name="T71" fmla="*/ 7 h 4768"/>
                <a:gd name="T72" fmla="*/ 1 w 3960"/>
                <a:gd name="T73" fmla="*/ 7 h 4768"/>
                <a:gd name="T74" fmla="*/ 1 w 3960"/>
                <a:gd name="T75" fmla="*/ 8 h 4768"/>
                <a:gd name="T76" fmla="*/ 1 w 3960"/>
                <a:gd name="T77" fmla="*/ 8 h 4768"/>
                <a:gd name="T78" fmla="*/ 0 w 3960"/>
                <a:gd name="T79" fmla="*/ 9 h 4768"/>
                <a:gd name="T80" fmla="*/ 0 w 3960"/>
                <a:gd name="T81" fmla="*/ 9 h 4768"/>
                <a:gd name="T82" fmla="*/ 0 w 3960"/>
                <a:gd name="T83" fmla="*/ 10 h 4768"/>
                <a:gd name="T84" fmla="*/ 0 w 3960"/>
                <a:gd name="T85" fmla="*/ 11 h 4768"/>
                <a:gd name="T86" fmla="*/ 0 w 3960"/>
                <a:gd name="T87" fmla="*/ 25 h 4768"/>
                <a:gd name="T88" fmla="*/ 0 w 3960"/>
                <a:gd name="T89" fmla="*/ 26 h 4768"/>
                <a:gd name="T90" fmla="*/ 0 w 3960"/>
                <a:gd name="T91" fmla="*/ 27 h 4768"/>
                <a:gd name="T92" fmla="*/ 1 w 3960"/>
                <a:gd name="T93" fmla="*/ 28 h 4768"/>
                <a:gd name="T94" fmla="*/ 1 w 3960"/>
                <a:gd name="T95" fmla="*/ 29 h 4768"/>
                <a:gd name="T96" fmla="*/ 1 w 3960"/>
                <a:gd name="T97" fmla="*/ 29 h 4768"/>
                <a:gd name="T98" fmla="*/ 2 w 3960"/>
                <a:gd name="T99" fmla="*/ 30 h 4768"/>
                <a:gd name="T100" fmla="*/ 3 w 3960"/>
                <a:gd name="T101" fmla="*/ 31 h 4768"/>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w 3960"/>
                <a:gd name="T154" fmla="*/ 0 h 4768"/>
                <a:gd name="T155" fmla="*/ 3960 w 3960"/>
                <a:gd name="T156" fmla="*/ 4768 h 4768"/>
              </a:gdLst>
              <a:ahLst/>
              <a:cxnLst>
                <a:cxn ang="T102">
                  <a:pos x="T0" y="T1"/>
                </a:cxn>
                <a:cxn ang="T103">
                  <a:pos x="T2" y="T3"/>
                </a:cxn>
                <a:cxn ang="T104">
                  <a:pos x="T4" y="T5"/>
                </a:cxn>
                <a:cxn ang="T105">
                  <a:pos x="T6" y="T7"/>
                </a:cxn>
                <a:cxn ang="T106">
                  <a:pos x="T8" y="T9"/>
                </a:cxn>
                <a:cxn ang="T107">
                  <a:pos x="T10" y="T11"/>
                </a:cxn>
                <a:cxn ang="T108">
                  <a:pos x="T12" y="T13"/>
                </a:cxn>
                <a:cxn ang="T109">
                  <a:pos x="T14" y="T15"/>
                </a:cxn>
                <a:cxn ang="T110">
                  <a:pos x="T16" y="T17"/>
                </a:cxn>
                <a:cxn ang="T111">
                  <a:pos x="T18" y="T19"/>
                </a:cxn>
                <a:cxn ang="T112">
                  <a:pos x="T20" y="T21"/>
                </a:cxn>
                <a:cxn ang="T113">
                  <a:pos x="T22" y="T23"/>
                </a:cxn>
                <a:cxn ang="T114">
                  <a:pos x="T24" y="T25"/>
                </a:cxn>
                <a:cxn ang="T115">
                  <a:pos x="T26" y="T27"/>
                </a:cxn>
                <a:cxn ang="T116">
                  <a:pos x="T28" y="T29"/>
                </a:cxn>
                <a:cxn ang="T117">
                  <a:pos x="T30" y="T31"/>
                </a:cxn>
                <a:cxn ang="T118">
                  <a:pos x="T32" y="T33"/>
                </a:cxn>
                <a:cxn ang="T119">
                  <a:pos x="T34" y="T35"/>
                </a:cxn>
                <a:cxn ang="T120">
                  <a:pos x="T36" y="T37"/>
                </a:cxn>
                <a:cxn ang="T121">
                  <a:pos x="T38" y="T39"/>
                </a:cxn>
                <a:cxn ang="T122">
                  <a:pos x="T40" y="T41"/>
                </a:cxn>
                <a:cxn ang="T123">
                  <a:pos x="T42" y="T43"/>
                </a:cxn>
                <a:cxn ang="T124">
                  <a:pos x="T44" y="T45"/>
                </a:cxn>
                <a:cxn ang="T125">
                  <a:pos x="T46" y="T47"/>
                </a:cxn>
                <a:cxn ang="T126">
                  <a:pos x="T48" y="T49"/>
                </a:cxn>
                <a:cxn ang="T127">
                  <a:pos x="T50" y="T51"/>
                </a:cxn>
                <a:cxn ang="T128">
                  <a:pos x="T52" y="T53"/>
                </a:cxn>
                <a:cxn ang="T129">
                  <a:pos x="T54" y="T55"/>
                </a:cxn>
                <a:cxn ang="T130">
                  <a:pos x="T56" y="T57"/>
                </a:cxn>
                <a:cxn ang="T131">
                  <a:pos x="T58" y="T59"/>
                </a:cxn>
                <a:cxn ang="T132">
                  <a:pos x="T60" y="T61"/>
                </a:cxn>
                <a:cxn ang="T133">
                  <a:pos x="T62" y="T63"/>
                </a:cxn>
                <a:cxn ang="T134">
                  <a:pos x="T64" y="T65"/>
                </a:cxn>
                <a:cxn ang="T135">
                  <a:pos x="T66" y="T67"/>
                </a:cxn>
                <a:cxn ang="T136">
                  <a:pos x="T68" y="T69"/>
                </a:cxn>
                <a:cxn ang="T137">
                  <a:pos x="T70" y="T71"/>
                </a:cxn>
                <a:cxn ang="T138">
                  <a:pos x="T72" y="T73"/>
                </a:cxn>
                <a:cxn ang="T139">
                  <a:pos x="T74" y="T75"/>
                </a:cxn>
                <a:cxn ang="T140">
                  <a:pos x="T76" y="T77"/>
                </a:cxn>
                <a:cxn ang="T141">
                  <a:pos x="T78" y="T79"/>
                </a:cxn>
                <a:cxn ang="T142">
                  <a:pos x="T80" y="T81"/>
                </a:cxn>
                <a:cxn ang="T143">
                  <a:pos x="T82" y="T83"/>
                </a:cxn>
                <a:cxn ang="T144">
                  <a:pos x="T84" y="T85"/>
                </a:cxn>
                <a:cxn ang="T145">
                  <a:pos x="T86" y="T87"/>
                </a:cxn>
                <a:cxn ang="T146">
                  <a:pos x="T88" y="T89"/>
                </a:cxn>
                <a:cxn ang="T147">
                  <a:pos x="T90" y="T91"/>
                </a:cxn>
                <a:cxn ang="T148">
                  <a:pos x="T92" y="T93"/>
                </a:cxn>
                <a:cxn ang="T149">
                  <a:pos x="T94" y="T95"/>
                </a:cxn>
                <a:cxn ang="T150">
                  <a:pos x="T96" y="T97"/>
                </a:cxn>
                <a:cxn ang="T151">
                  <a:pos x="T98" y="T99"/>
                </a:cxn>
                <a:cxn ang="T152">
                  <a:pos x="T100" y="T101"/>
                </a:cxn>
              </a:cxnLst>
              <a:rect l="T153" t="T154" r="T155" b="T156"/>
              <a:pathLst>
                <a:path w="3960" h="4768">
                  <a:moveTo>
                    <a:pt x="353" y="3849"/>
                  </a:moveTo>
                  <a:lnTo>
                    <a:pt x="1661" y="4700"/>
                  </a:lnTo>
                  <a:lnTo>
                    <a:pt x="1697" y="4717"/>
                  </a:lnTo>
                  <a:lnTo>
                    <a:pt x="1736" y="4731"/>
                  </a:lnTo>
                  <a:lnTo>
                    <a:pt x="1776" y="4742"/>
                  </a:lnTo>
                  <a:lnTo>
                    <a:pt x="1818" y="4753"/>
                  </a:lnTo>
                  <a:lnTo>
                    <a:pt x="1860" y="4760"/>
                  </a:lnTo>
                  <a:lnTo>
                    <a:pt x="1902" y="4765"/>
                  </a:lnTo>
                  <a:lnTo>
                    <a:pt x="1946" y="4768"/>
                  </a:lnTo>
                  <a:lnTo>
                    <a:pt x="1988" y="4768"/>
                  </a:lnTo>
                  <a:lnTo>
                    <a:pt x="2031" y="4767"/>
                  </a:lnTo>
                  <a:lnTo>
                    <a:pt x="2073" y="4763"/>
                  </a:lnTo>
                  <a:lnTo>
                    <a:pt x="2114" y="4758"/>
                  </a:lnTo>
                  <a:lnTo>
                    <a:pt x="2154" y="4751"/>
                  </a:lnTo>
                  <a:lnTo>
                    <a:pt x="2193" y="4740"/>
                  </a:lnTo>
                  <a:lnTo>
                    <a:pt x="2230" y="4729"/>
                  </a:lnTo>
                  <a:lnTo>
                    <a:pt x="2264" y="4715"/>
                  </a:lnTo>
                  <a:lnTo>
                    <a:pt x="2297" y="4700"/>
                  </a:lnTo>
                  <a:lnTo>
                    <a:pt x="3639" y="3825"/>
                  </a:lnTo>
                  <a:lnTo>
                    <a:pt x="3673" y="3795"/>
                  </a:lnTo>
                  <a:lnTo>
                    <a:pt x="3707" y="3761"/>
                  </a:lnTo>
                  <a:lnTo>
                    <a:pt x="3738" y="3725"/>
                  </a:lnTo>
                  <a:lnTo>
                    <a:pt x="3768" y="3685"/>
                  </a:lnTo>
                  <a:lnTo>
                    <a:pt x="3796" y="3644"/>
                  </a:lnTo>
                  <a:lnTo>
                    <a:pt x="3821" y="3599"/>
                  </a:lnTo>
                  <a:lnTo>
                    <a:pt x="3846" y="3553"/>
                  </a:lnTo>
                  <a:lnTo>
                    <a:pt x="3868" y="3505"/>
                  </a:lnTo>
                  <a:lnTo>
                    <a:pt x="3888" y="3456"/>
                  </a:lnTo>
                  <a:lnTo>
                    <a:pt x="3907" y="3406"/>
                  </a:lnTo>
                  <a:lnTo>
                    <a:pt x="3922" y="3354"/>
                  </a:lnTo>
                  <a:lnTo>
                    <a:pt x="3935" y="3303"/>
                  </a:lnTo>
                  <a:lnTo>
                    <a:pt x="3946" y="3250"/>
                  </a:lnTo>
                  <a:lnTo>
                    <a:pt x="3953" y="3197"/>
                  </a:lnTo>
                  <a:lnTo>
                    <a:pt x="3957" y="3144"/>
                  </a:lnTo>
                  <a:lnTo>
                    <a:pt x="3960" y="3092"/>
                  </a:lnTo>
                  <a:lnTo>
                    <a:pt x="3959" y="1313"/>
                  </a:lnTo>
                  <a:lnTo>
                    <a:pt x="3955" y="1271"/>
                  </a:lnTo>
                  <a:lnTo>
                    <a:pt x="3949" y="1229"/>
                  </a:lnTo>
                  <a:lnTo>
                    <a:pt x="3941" y="1189"/>
                  </a:lnTo>
                  <a:lnTo>
                    <a:pt x="3930" y="1149"/>
                  </a:lnTo>
                  <a:lnTo>
                    <a:pt x="3918" y="1111"/>
                  </a:lnTo>
                  <a:lnTo>
                    <a:pt x="3902" y="1075"/>
                  </a:lnTo>
                  <a:lnTo>
                    <a:pt x="3886" y="1040"/>
                  </a:lnTo>
                  <a:lnTo>
                    <a:pt x="3867" y="1006"/>
                  </a:lnTo>
                  <a:lnTo>
                    <a:pt x="3846" y="973"/>
                  </a:lnTo>
                  <a:lnTo>
                    <a:pt x="3823" y="942"/>
                  </a:lnTo>
                  <a:lnTo>
                    <a:pt x="3798" y="913"/>
                  </a:lnTo>
                  <a:lnTo>
                    <a:pt x="3771" y="886"/>
                  </a:lnTo>
                  <a:lnTo>
                    <a:pt x="3743" y="860"/>
                  </a:lnTo>
                  <a:lnTo>
                    <a:pt x="3714" y="837"/>
                  </a:lnTo>
                  <a:lnTo>
                    <a:pt x="3682" y="816"/>
                  </a:lnTo>
                  <a:lnTo>
                    <a:pt x="3649" y="796"/>
                  </a:lnTo>
                  <a:lnTo>
                    <a:pt x="2386" y="83"/>
                  </a:lnTo>
                  <a:lnTo>
                    <a:pt x="2350" y="65"/>
                  </a:lnTo>
                  <a:lnTo>
                    <a:pt x="2310" y="50"/>
                  </a:lnTo>
                  <a:lnTo>
                    <a:pt x="2268" y="36"/>
                  </a:lnTo>
                  <a:lnTo>
                    <a:pt x="2223" y="24"/>
                  </a:lnTo>
                  <a:lnTo>
                    <a:pt x="2178" y="15"/>
                  </a:lnTo>
                  <a:lnTo>
                    <a:pt x="2131" y="8"/>
                  </a:lnTo>
                  <a:lnTo>
                    <a:pt x="2082" y="3"/>
                  </a:lnTo>
                  <a:lnTo>
                    <a:pt x="2032" y="0"/>
                  </a:lnTo>
                  <a:lnTo>
                    <a:pt x="1982" y="1"/>
                  </a:lnTo>
                  <a:lnTo>
                    <a:pt x="1933" y="3"/>
                  </a:lnTo>
                  <a:lnTo>
                    <a:pt x="1882" y="9"/>
                  </a:lnTo>
                  <a:lnTo>
                    <a:pt x="1833" y="17"/>
                  </a:lnTo>
                  <a:lnTo>
                    <a:pt x="1785" y="29"/>
                  </a:lnTo>
                  <a:lnTo>
                    <a:pt x="1737" y="43"/>
                  </a:lnTo>
                  <a:lnTo>
                    <a:pt x="1691" y="62"/>
                  </a:lnTo>
                  <a:lnTo>
                    <a:pt x="1647" y="83"/>
                  </a:lnTo>
                  <a:lnTo>
                    <a:pt x="311" y="782"/>
                  </a:lnTo>
                  <a:lnTo>
                    <a:pt x="276" y="803"/>
                  </a:lnTo>
                  <a:lnTo>
                    <a:pt x="243" y="826"/>
                  </a:lnTo>
                  <a:lnTo>
                    <a:pt x="213" y="852"/>
                  </a:lnTo>
                  <a:lnTo>
                    <a:pt x="184" y="879"/>
                  </a:lnTo>
                  <a:lnTo>
                    <a:pt x="155" y="908"/>
                  </a:lnTo>
                  <a:lnTo>
                    <a:pt x="131" y="939"/>
                  </a:lnTo>
                  <a:lnTo>
                    <a:pt x="107" y="971"/>
                  </a:lnTo>
                  <a:lnTo>
                    <a:pt x="86" y="1005"/>
                  </a:lnTo>
                  <a:lnTo>
                    <a:pt x="68" y="1040"/>
                  </a:lnTo>
                  <a:lnTo>
                    <a:pt x="50" y="1076"/>
                  </a:lnTo>
                  <a:lnTo>
                    <a:pt x="36" y="1115"/>
                  </a:lnTo>
                  <a:lnTo>
                    <a:pt x="23" y="1153"/>
                  </a:lnTo>
                  <a:lnTo>
                    <a:pt x="14" y="1195"/>
                  </a:lnTo>
                  <a:lnTo>
                    <a:pt x="7" y="1236"/>
                  </a:lnTo>
                  <a:lnTo>
                    <a:pt x="2" y="1279"/>
                  </a:lnTo>
                  <a:lnTo>
                    <a:pt x="0" y="1322"/>
                  </a:lnTo>
                  <a:lnTo>
                    <a:pt x="0" y="3093"/>
                  </a:lnTo>
                  <a:lnTo>
                    <a:pt x="2" y="3147"/>
                  </a:lnTo>
                  <a:lnTo>
                    <a:pt x="7" y="3202"/>
                  </a:lnTo>
                  <a:lnTo>
                    <a:pt x="15" y="3257"/>
                  </a:lnTo>
                  <a:lnTo>
                    <a:pt x="27" y="3312"/>
                  </a:lnTo>
                  <a:lnTo>
                    <a:pt x="42" y="3366"/>
                  </a:lnTo>
                  <a:lnTo>
                    <a:pt x="59" y="3420"/>
                  </a:lnTo>
                  <a:lnTo>
                    <a:pt x="79" y="3474"/>
                  </a:lnTo>
                  <a:lnTo>
                    <a:pt x="102" y="3525"/>
                  </a:lnTo>
                  <a:lnTo>
                    <a:pt x="127" y="3576"/>
                  </a:lnTo>
                  <a:lnTo>
                    <a:pt x="154" y="3624"/>
                  </a:lnTo>
                  <a:lnTo>
                    <a:pt x="184" y="3670"/>
                  </a:lnTo>
                  <a:lnTo>
                    <a:pt x="214" y="3712"/>
                  </a:lnTo>
                  <a:lnTo>
                    <a:pt x="247" y="3752"/>
                  </a:lnTo>
                  <a:lnTo>
                    <a:pt x="281" y="3788"/>
                  </a:lnTo>
                  <a:lnTo>
                    <a:pt x="317" y="3821"/>
                  </a:lnTo>
                  <a:lnTo>
                    <a:pt x="353" y="384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6819" name="Freeform 33"/>
            <p:cNvSpPr>
              <a:spLocks/>
            </p:cNvSpPr>
            <p:nvPr/>
          </p:nvSpPr>
          <p:spPr bwMode="auto">
            <a:xfrm>
              <a:off x="943" y="2210"/>
              <a:ext cx="276" cy="187"/>
            </a:xfrm>
            <a:custGeom>
              <a:avLst/>
              <a:gdLst>
                <a:gd name="T0" fmla="*/ 11 w 1380"/>
                <a:gd name="T1" fmla="*/ 7 h 937"/>
                <a:gd name="T2" fmla="*/ 11 w 1380"/>
                <a:gd name="T3" fmla="*/ 7 h 937"/>
                <a:gd name="T4" fmla="*/ 0 w 1380"/>
                <a:gd name="T5" fmla="*/ 0 h 937"/>
                <a:gd name="T6" fmla="*/ 0 w 1380"/>
                <a:gd name="T7" fmla="*/ 1 h 937"/>
                <a:gd name="T8" fmla="*/ 10 w 1380"/>
                <a:gd name="T9" fmla="*/ 7 h 937"/>
                <a:gd name="T10" fmla="*/ 10 w 1380"/>
                <a:gd name="T11" fmla="*/ 7 h 937"/>
                <a:gd name="T12" fmla="*/ 10 w 1380"/>
                <a:gd name="T13" fmla="*/ 7 h 937"/>
                <a:gd name="T14" fmla="*/ 11 w 1380"/>
                <a:gd name="T15" fmla="*/ 7 h 937"/>
                <a:gd name="T16" fmla="*/ 11 w 1380"/>
                <a:gd name="T17" fmla="*/ 7 h 937"/>
                <a:gd name="T18" fmla="*/ 11 w 1380"/>
                <a:gd name="T19" fmla="*/ 7 h 937"/>
                <a:gd name="T20" fmla="*/ 11 w 1380"/>
                <a:gd name="T21" fmla="*/ 7 h 937"/>
                <a:gd name="T22" fmla="*/ 11 w 1380"/>
                <a:gd name="T23" fmla="*/ 7 h 937"/>
                <a:gd name="T24" fmla="*/ 11 w 1380"/>
                <a:gd name="T25" fmla="*/ 7 h 937"/>
                <a:gd name="T26" fmla="*/ 11 w 1380"/>
                <a:gd name="T27" fmla="*/ 7 h 937"/>
                <a:gd name="T28" fmla="*/ 11 w 1380"/>
                <a:gd name="T29" fmla="*/ 7 h 937"/>
                <a:gd name="T30" fmla="*/ 11 w 1380"/>
                <a:gd name="T31" fmla="*/ 7 h 93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80"/>
                <a:gd name="T49" fmla="*/ 0 h 937"/>
                <a:gd name="T50" fmla="*/ 1380 w 1380"/>
                <a:gd name="T51" fmla="*/ 937 h 93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80" h="937">
                  <a:moveTo>
                    <a:pt x="1354" y="848"/>
                  </a:moveTo>
                  <a:lnTo>
                    <a:pt x="1359" y="851"/>
                  </a:lnTo>
                  <a:lnTo>
                    <a:pt x="51" y="0"/>
                  </a:lnTo>
                  <a:lnTo>
                    <a:pt x="0" y="78"/>
                  </a:lnTo>
                  <a:lnTo>
                    <a:pt x="1307" y="929"/>
                  </a:lnTo>
                  <a:lnTo>
                    <a:pt x="1312" y="932"/>
                  </a:lnTo>
                  <a:lnTo>
                    <a:pt x="1307" y="929"/>
                  </a:lnTo>
                  <a:lnTo>
                    <a:pt x="1326" y="937"/>
                  </a:lnTo>
                  <a:lnTo>
                    <a:pt x="1345" y="936"/>
                  </a:lnTo>
                  <a:lnTo>
                    <a:pt x="1360" y="929"/>
                  </a:lnTo>
                  <a:lnTo>
                    <a:pt x="1372" y="916"/>
                  </a:lnTo>
                  <a:lnTo>
                    <a:pt x="1379" y="899"/>
                  </a:lnTo>
                  <a:lnTo>
                    <a:pt x="1380" y="883"/>
                  </a:lnTo>
                  <a:lnTo>
                    <a:pt x="1374" y="865"/>
                  </a:lnTo>
                  <a:lnTo>
                    <a:pt x="1359" y="851"/>
                  </a:lnTo>
                  <a:lnTo>
                    <a:pt x="1354" y="84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6820" name="Freeform 34"/>
            <p:cNvSpPr>
              <a:spLocks/>
            </p:cNvSpPr>
            <p:nvPr/>
          </p:nvSpPr>
          <p:spPr bwMode="auto">
            <a:xfrm>
              <a:off x="1206" y="2379"/>
              <a:ext cx="140" cy="32"/>
            </a:xfrm>
            <a:custGeom>
              <a:avLst/>
              <a:gdLst>
                <a:gd name="T0" fmla="*/ 5 w 703"/>
                <a:gd name="T1" fmla="*/ 0 h 162"/>
                <a:gd name="T2" fmla="*/ 5 w 703"/>
                <a:gd name="T3" fmla="*/ 0 h 162"/>
                <a:gd name="T4" fmla="*/ 5 w 703"/>
                <a:gd name="T5" fmla="*/ 0 h 162"/>
                <a:gd name="T6" fmla="*/ 5 w 703"/>
                <a:gd name="T7" fmla="*/ 0 h 162"/>
                <a:gd name="T8" fmla="*/ 4 w 703"/>
                <a:gd name="T9" fmla="*/ 0 h 162"/>
                <a:gd name="T10" fmla="*/ 4 w 703"/>
                <a:gd name="T11" fmla="*/ 0 h 162"/>
                <a:gd name="T12" fmla="*/ 4 w 703"/>
                <a:gd name="T13" fmla="*/ 0 h 162"/>
                <a:gd name="T14" fmla="*/ 3 w 703"/>
                <a:gd name="T15" fmla="*/ 1 h 162"/>
                <a:gd name="T16" fmla="*/ 3 w 703"/>
                <a:gd name="T17" fmla="*/ 1 h 162"/>
                <a:gd name="T18" fmla="*/ 3 w 703"/>
                <a:gd name="T19" fmla="*/ 1 h 162"/>
                <a:gd name="T20" fmla="*/ 2 w 703"/>
                <a:gd name="T21" fmla="*/ 1 h 162"/>
                <a:gd name="T22" fmla="*/ 2 w 703"/>
                <a:gd name="T23" fmla="*/ 1 h 162"/>
                <a:gd name="T24" fmla="*/ 2 w 703"/>
                <a:gd name="T25" fmla="*/ 0 h 162"/>
                <a:gd name="T26" fmla="*/ 1 w 703"/>
                <a:gd name="T27" fmla="*/ 0 h 162"/>
                <a:gd name="T28" fmla="*/ 1 w 703"/>
                <a:gd name="T29" fmla="*/ 0 h 162"/>
                <a:gd name="T30" fmla="*/ 1 w 703"/>
                <a:gd name="T31" fmla="*/ 0 h 162"/>
                <a:gd name="T32" fmla="*/ 1 w 703"/>
                <a:gd name="T33" fmla="*/ 0 h 162"/>
                <a:gd name="T34" fmla="*/ 0 w 703"/>
                <a:gd name="T35" fmla="*/ 0 h 162"/>
                <a:gd name="T36" fmla="*/ 0 w 703"/>
                <a:gd name="T37" fmla="*/ 1 h 162"/>
                <a:gd name="T38" fmla="*/ 0 w 703"/>
                <a:gd name="T39" fmla="*/ 1 h 162"/>
                <a:gd name="T40" fmla="*/ 1 w 703"/>
                <a:gd name="T41" fmla="*/ 1 h 162"/>
                <a:gd name="T42" fmla="*/ 1 w 703"/>
                <a:gd name="T43" fmla="*/ 1 h 162"/>
                <a:gd name="T44" fmla="*/ 1 w 703"/>
                <a:gd name="T45" fmla="*/ 1 h 162"/>
                <a:gd name="T46" fmla="*/ 2 w 703"/>
                <a:gd name="T47" fmla="*/ 1 h 162"/>
                <a:gd name="T48" fmla="*/ 2 w 703"/>
                <a:gd name="T49" fmla="*/ 1 h 162"/>
                <a:gd name="T50" fmla="*/ 2 w 703"/>
                <a:gd name="T51" fmla="*/ 1 h 162"/>
                <a:gd name="T52" fmla="*/ 3 w 703"/>
                <a:gd name="T53" fmla="*/ 1 h 162"/>
                <a:gd name="T54" fmla="*/ 3 w 703"/>
                <a:gd name="T55" fmla="*/ 1 h 162"/>
                <a:gd name="T56" fmla="*/ 3 w 703"/>
                <a:gd name="T57" fmla="*/ 1 h 162"/>
                <a:gd name="T58" fmla="*/ 4 w 703"/>
                <a:gd name="T59" fmla="*/ 1 h 162"/>
                <a:gd name="T60" fmla="*/ 4 w 703"/>
                <a:gd name="T61" fmla="*/ 1 h 162"/>
                <a:gd name="T62" fmla="*/ 5 w 703"/>
                <a:gd name="T63" fmla="*/ 1 h 162"/>
                <a:gd name="T64" fmla="*/ 5 w 703"/>
                <a:gd name="T65" fmla="*/ 1 h 162"/>
                <a:gd name="T66" fmla="*/ 5 w 703"/>
                <a:gd name="T67" fmla="*/ 1 h 162"/>
                <a:gd name="T68" fmla="*/ 5 w 703"/>
                <a:gd name="T69" fmla="*/ 1 h 162"/>
                <a:gd name="T70" fmla="*/ 5 w 703"/>
                <a:gd name="T71" fmla="*/ 1 h 162"/>
                <a:gd name="T72" fmla="*/ 5 w 703"/>
                <a:gd name="T73" fmla="*/ 1 h 162"/>
                <a:gd name="T74" fmla="*/ 5 w 703"/>
                <a:gd name="T75" fmla="*/ 1 h 162"/>
                <a:gd name="T76" fmla="*/ 6 w 703"/>
                <a:gd name="T77" fmla="*/ 0 h 162"/>
                <a:gd name="T78" fmla="*/ 6 w 703"/>
                <a:gd name="T79" fmla="*/ 0 h 162"/>
                <a:gd name="T80" fmla="*/ 6 w 703"/>
                <a:gd name="T81" fmla="*/ 0 h 162"/>
                <a:gd name="T82" fmla="*/ 5 w 703"/>
                <a:gd name="T83" fmla="*/ 0 h 162"/>
                <a:gd name="T84" fmla="*/ 5 w 703"/>
                <a:gd name="T85" fmla="*/ 0 h 162"/>
                <a:gd name="T86" fmla="*/ 5 w 703"/>
                <a:gd name="T87" fmla="*/ 0 h 162"/>
                <a:gd name="T88" fmla="*/ 5 w 703"/>
                <a:gd name="T89" fmla="*/ 0 h 162"/>
                <a:gd name="T90" fmla="*/ 5 w 703"/>
                <a:gd name="T91" fmla="*/ 0 h 162"/>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703"/>
                <a:gd name="T139" fmla="*/ 0 h 162"/>
                <a:gd name="T140" fmla="*/ 703 w 703"/>
                <a:gd name="T141" fmla="*/ 162 h 162"/>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703" h="162">
                  <a:moveTo>
                    <a:pt x="631" y="8"/>
                  </a:moveTo>
                  <a:lnTo>
                    <a:pt x="636" y="6"/>
                  </a:lnTo>
                  <a:lnTo>
                    <a:pt x="606" y="20"/>
                  </a:lnTo>
                  <a:lnTo>
                    <a:pt x="575" y="32"/>
                  </a:lnTo>
                  <a:lnTo>
                    <a:pt x="540" y="42"/>
                  </a:lnTo>
                  <a:lnTo>
                    <a:pt x="504" y="52"/>
                  </a:lnTo>
                  <a:lnTo>
                    <a:pt x="467" y="59"/>
                  </a:lnTo>
                  <a:lnTo>
                    <a:pt x="428" y="64"/>
                  </a:lnTo>
                  <a:lnTo>
                    <a:pt x="389" y="67"/>
                  </a:lnTo>
                  <a:lnTo>
                    <a:pt x="348" y="68"/>
                  </a:lnTo>
                  <a:lnTo>
                    <a:pt x="308" y="68"/>
                  </a:lnTo>
                  <a:lnTo>
                    <a:pt x="267" y="65"/>
                  </a:lnTo>
                  <a:lnTo>
                    <a:pt x="226" y="61"/>
                  </a:lnTo>
                  <a:lnTo>
                    <a:pt x="187" y="54"/>
                  </a:lnTo>
                  <a:lnTo>
                    <a:pt x="148" y="44"/>
                  </a:lnTo>
                  <a:lnTo>
                    <a:pt x="110" y="33"/>
                  </a:lnTo>
                  <a:lnTo>
                    <a:pt x="75" y="20"/>
                  </a:lnTo>
                  <a:lnTo>
                    <a:pt x="42" y="5"/>
                  </a:lnTo>
                  <a:lnTo>
                    <a:pt x="0" y="89"/>
                  </a:lnTo>
                  <a:lnTo>
                    <a:pt x="40" y="107"/>
                  </a:lnTo>
                  <a:lnTo>
                    <a:pt x="82" y="122"/>
                  </a:lnTo>
                  <a:lnTo>
                    <a:pt x="124" y="135"/>
                  </a:lnTo>
                  <a:lnTo>
                    <a:pt x="169" y="146"/>
                  </a:lnTo>
                  <a:lnTo>
                    <a:pt x="214" y="153"/>
                  </a:lnTo>
                  <a:lnTo>
                    <a:pt x="258" y="158"/>
                  </a:lnTo>
                  <a:lnTo>
                    <a:pt x="303" y="162"/>
                  </a:lnTo>
                  <a:lnTo>
                    <a:pt x="348" y="162"/>
                  </a:lnTo>
                  <a:lnTo>
                    <a:pt x="394" y="161"/>
                  </a:lnTo>
                  <a:lnTo>
                    <a:pt x="439" y="157"/>
                  </a:lnTo>
                  <a:lnTo>
                    <a:pt x="481" y="150"/>
                  </a:lnTo>
                  <a:lnTo>
                    <a:pt x="525" y="143"/>
                  </a:lnTo>
                  <a:lnTo>
                    <a:pt x="566" y="132"/>
                  </a:lnTo>
                  <a:lnTo>
                    <a:pt x="606" y="121"/>
                  </a:lnTo>
                  <a:lnTo>
                    <a:pt x="643" y="105"/>
                  </a:lnTo>
                  <a:lnTo>
                    <a:pt x="678" y="88"/>
                  </a:lnTo>
                  <a:lnTo>
                    <a:pt x="683" y="86"/>
                  </a:lnTo>
                  <a:lnTo>
                    <a:pt x="678" y="88"/>
                  </a:lnTo>
                  <a:lnTo>
                    <a:pt x="695" y="75"/>
                  </a:lnTo>
                  <a:lnTo>
                    <a:pt x="702" y="60"/>
                  </a:lnTo>
                  <a:lnTo>
                    <a:pt x="703" y="42"/>
                  </a:lnTo>
                  <a:lnTo>
                    <a:pt x="698" y="26"/>
                  </a:lnTo>
                  <a:lnTo>
                    <a:pt x="688" y="12"/>
                  </a:lnTo>
                  <a:lnTo>
                    <a:pt x="674" y="3"/>
                  </a:lnTo>
                  <a:lnTo>
                    <a:pt x="656" y="0"/>
                  </a:lnTo>
                  <a:lnTo>
                    <a:pt x="636" y="6"/>
                  </a:lnTo>
                  <a:lnTo>
                    <a:pt x="631"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6821" name="Freeform 35"/>
            <p:cNvSpPr>
              <a:spLocks/>
            </p:cNvSpPr>
            <p:nvPr/>
          </p:nvSpPr>
          <p:spPr bwMode="auto">
            <a:xfrm>
              <a:off x="1332" y="2204"/>
              <a:ext cx="283" cy="192"/>
            </a:xfrm>
            <a:custGeom>
              <a:avLst/>
              <a:gdLst>
                <a:gd name="T0" fmla="*/ 11 w 1415"/>
                <a:gd name="T1" fmla="*/ 0 h 960"/>
                <a:gd name="T2" fmla="*/ 11 w 1415"/>
                <a:gd name="T3" fmla="*/ 0 h 960"/>
                <a:gd name="T4" fmla="*/ 0 w 1415"/>
                <a:gd name="T5" fmla="*/ 7 h 960"/>
                <a:gd name="T6" fmla="*/ 0 w 1415"/>
                <a:gd name="T7" fmla="*/ 8 h 960"/>
                <a:gd name="T8" fmla="*/ 11 w 1415"/>
                <a:gd name="T9" fmla="*/ 1 h 960"/>
                <a:gd name="T10" fmla="*/ 11 w 1415"/>
                <a:gd name="T11" fmla="*/ 1 h 960"/>
                <a:gd name="T12" fmla="*/ 11 w 1415"/>
                <a:gd name="T13" fmla="*/ 1 h 960"/>
                <a:gd name="T14" fmla="*/ 11 w 1415"/>
                <a:gd name="T15" fmla="*/ 1 h 960"/>
                <a:gd name="T16" fmla="*/ 11 w 1415"/>
                <a:gd name="T17" fmla="*/ 0 h 960"/>
                <a:gd name="T18" fmla="*/ 11 w 1415"/>
                <a:gd name="T19" fmla="*/ 0 h 960"/>
                <a:gd name="T20" fmla="*/ 11 w 1415"/>
                <a:gd name="T21" fmla="*/ 0 h 960"/>
                <a:gd name="T22" fmla="*/ 11 w 1415"/>
                <a:gd name="T23" fmla="*/ 0 h 960"/>
                <a:gd name="T24" fmla="*/ 11 w 1415"/>
                <a:gd name="T25" fmla="*/ 0 h 960"/>
                <a:gd name="T26" fmla="*/ 11 w 1415"/>
                <a:gd name="T27" fmla="*/ 0 h 960"/>
                <a:gd name="T28" fmla="*/ 11 w 1415"/>
                <a:gd name="T29" fmla="*/ 0 h 960"/>
                <a:gd name="T30" fmla="*/ 11 w 1415"/>
                <a:gd name="T31" fmla="*/ 0 h 96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15"/>
                <a:gd name="T49" fmla="*/ 0 h 960"/>
                <a:gd name="T50" fmla="*/ 1415 w 1415"/>
                <a:gd name="T51" fmla="*/ 960 h 96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15" h="960">
                  <a:moveTo>
                    <a:pt x="1338" y="10"/>
                  </a:moveTo>
                  <a:lnTo>
                    <a:pt x="1342" y="8"/>
                  </a:lnTo>
                  <a:lnTo>
                    <a:pt x="0" y="882"/>
                  </a:lnTo>
                  <a:lnTo>
                    <a:pt x="52" y="960"/>
                  </a:lnTo>
                  <a:lnTo>
                    <a:pt x="1393" y="85"/>
                  </a:lnTo>
                  <a:lnTo>
                    <a:pt x="1397" y="83"/>
                  </a:lnTo>
                  <a:lnTo>
                    <a:pt x="1393" y="85"/>
                  </a:lnTo>
                  <a:lnTo>
                    <a:pt x="1409" y="71"/>
                  </a:lnTo>
                  <a:lnTo>
                    <a:pt x="1415" y="53"/>
                  </a:lnTo>
                  <a:lnTo>
                    <a:pt x="1413" y="37"/>
                  </a:lnTo>
                  <a:lnTo>
                    <a:pt x="1406" y="21"/>
                  </a:lnTo>
                  <a:lnTo>
                    <a:pt x="1395" y="8"/>
                  </a:lnTo>
                  <a:lnTo>
                    <a:pt x="1379" y="1"/>
                  </a:lnTo>
                  <a:lnTo>
                    <a:pt x="1361" y="0"/>
                  </a:lnTo>
                  <a:lnTo>
                    <a:pt x="1342" y="8"/>
                  </a:lnTo>
                  <a:lnTo>
                    <a:pt x="1338" y="1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6822" name="Freeform 36"/>
            <p:cNvSpPr>
              <a:spLocks/>
            </p:cNvSpPr>
            <p:nvPr/>
          </p:nvSpPr>
          <p:spPr bwMode="auto">
            <a:xfrm>
              <a:off x="1599" y="2057"/>
              <a:ext cx="80" cy="163"/>
            </a:xfrm>
            <a:custGeom>
              <a:avLst/>
              <a:gdLst>
                <a:gd name="T0" fmla="*/ 2 w 398"/>
                <a:gd name="T1" fmla="*/ 0 h 817"/>
                <a:gd name="T2" fmla="*/ 2 w 398"/>
                <a:gd name="T3" fmla="*/ 0 h 817"/>
                <a:gd name="T4" fmla="*/ 2 w 398"/>
                <a:gd name="T5" fmla="*/ 1 h 817"/>
                <a:gd name="T6" fmla="*/ 2 w 398"/>
                <a:gd name="T7" fmla="*/ 1 h 817"/>
                <a:gd name="T8" fmla="*/ 2 w 398"/>
                <a:gd name="T9" fmla="*/ 2 h 817"/>
                <a:gd name="T10" fmla="*/ 2 w 398"/>
                <a:gd name="T11" fmla="*/ 2 h 817"/>
                <a:gd name="T12" fmla="*/ 2 w 398"/>
                <a:gd name="T13" fmla="*/ 2 h 817"/>
                <a:gd name="T14" fmla="*/ 2 w 398"/>
                <a:gd name="T15" fmla="*/ 3 h 817"/>
                <a:gd name="T16" fmla="*/ 2 w 398"/>
                <a:gd name="T17" fmla="*/ 3 h 817"/>
                <a:gd name="T18" fmla="*/ 2 w 398"/>
                <a:gd name="T19" fmla="*/ 4 h 817"/>
                <a:gd name="T20" fmla="*/ 2 w 398"/>
                <a:gd name="T21" fmla="*/ 4 h 817"/>
                <a:gd name="T22" fmla="*/ 1 w 398"/>
                <a:gd name="T23" fmla="*/ 4 h 817"/>
                <a:gd name="T24" fmla="*/ 1 w 398"/>
                <a:gd name="T25" fmla="*/ 5 h 817"/>
                <a:gd name="T26" fmla="*/ 1 w 398"/>
                <a:gd name="T27" fmla="*/ 5 h 817"/>
                <a:gd name="T28" fmla="*/ 1 w 398"/>
                <a:gd name="T29" fmla="*/ 5 h 817"/>
                <a:gd name="T30" fmla="*/ 1 w 398"/>
                <a:gd name="T31" fmla="*/ 5 h 817"/>
                <a:gd name="T32" fmla="*/ 0 w 398"/>
                <a:gd name="T33" fmla="*/ 6 h 817"/>
                <a:gd name="T34" fmla="*/ 0 w 398"/>
                <a:gd name="T35" fmla="*/ 6 h 817"/>
                <a:gd name="T36" fmla="*/ 0 w 398"/>
                <a:gd name="T37" fmla="*/ 7 h 817"/>
                <a:gd name="T38" fmla="*/ 1 w 398"/>
                <a:gd name="T39" fmla="*/ 6 h 817"/>
                <a:gd name="T40" fmla="*/ 1 w 398"/>
                <a:gd name="T41" fmla="*/ 6 h 817"/>
                <a:gd name="T42" fmla="*/ 1 w 398"/>
                <a:gd name="T43" fmla="*/ 6 h 817"/>
                <a:gd name="T44" fmla="*/ 2 w 398"/>
                <a:gd name="T45" fmla="*/ 5 h 817"/>
                <a:gd name="T46" fmla="*/ 2 w 398"/>
                <a:gd name="T47" fmla="*/ 5 h 817"/>
                <a:gd name="T48" fmla="*/ 2 w 398"/>
                <a:gd name="T49" fmla="*/ 5 h 817"/>
                <a:gd name="T50" fmla="*/ 2 w 398"/>
                <a:gd name="T51" fmla="*/ 4 h 817"/>
                <a:gd name="T52" fmla="*/ 2 w 398"/>
                <a:gd name="T53" fmla="*/ 4 h 817"/>
                <a:gd name="T54" fmla="*/ 3 w 398"/>
                <a:gd name="T55" fmla="*/ 3 h 817"/>
                <a:gd name="T56" fmla="*/ 3 w 398"/>
                <a:gd name="T57" fmla="*/ 3 h 817"/>
                <a:gd name="T58" fmla="*/ 3 w 398"/>
                <a:gd name="T59" fmla="*/ 3 h 817"/>
                <a:gd name="T60" fmla="*/ 3 w 398"/>
                <a:gd name="T61" fmla="*/ 2 h 817"/>
                <a:gd name="T62" fmla="*/ 3 w 398"/>
                <a:gd name="T63" fmla="*/ 2 h 817"/>
                <a:gd name="T64" fmla="*/ 3 w 398"/>
                <a:gd name="T65" fmla="*/ 1 h 817"/>
                <a:gd name="T66" fmla="*/ 3 w 398"/>
                <a:gd name="T67" fmla="*/ 1 h 817"/>
                <a:gd name="T68" fmla="*/ 3 w 398"/>
                <a:gd name="T69" fmla="*/ 0 h 817"/>
                <a:gd name="T70" fmla="*/ 3 w 398"/>
                <a:gd name="T71" fmla="*/ 0 h 817"/>
                <a:gd name="T72" fmla="*/ 3 w 398"/>
                <a:gd name="T73" fmla="*/ 0 h 817"/>
                <a:gd name="T74" fmla="*/ 3 w 398"/>
                <a:gd name="T75" fmla="*/ 0 h 817"/>
                <a:gd name="T76" fmla="*/ 3 w 398"/>
                <a:gd name="T77" fmla="*/ 0 h 817"/>
                <a:gd name="T78" fmla="*/ 3 w 398"/>
                <a:gd name="T79" fmla="*/ 0 h 817"/>
                <a:gd name="T80" fmla="*/ 3 w 398"/>
                <a:gd name="T81" fmla="*/ 0 h 817"/>
                <a:gd name="T82" fmla="*/ 3 w 398"/>
                <a:gd name="T83" fmla="*/ 0 h 817"/>
                <a:gd name="T84" fmla="*/ 3 w 398"/>
                <a:gd name="T85" fmla="*/ 0 h 817"/>
                <a:gd name="T86" fmla="*/ 2 w 398"/>
                <a:gd name="T87" fmla="*/ 0 h 817"/>
                <a:gd name="T88" fmla="*/ 2 w 398"/>
                <a:gd name="T89" fmla="*/ 0 h 817"/>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398"/>
                <a:gd name="T136" fmla="*/ 0 h 817"/>
                <a:gd name="T137" fmla="*/ 398 w 398"/>
                <a:gd name="T138" fmla="*/ 817 h 817"/>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398" h="817">
                  <a:moveTo>
                    <a:pt x="304" y="47"/>
                  </a:moveTo>
                  <a:lnTo>
                    <a:pt x="304" y="47"/>
                  </a:lnTo>
                  <a:lnTo>
                    <a:pt x="301" y="97"/>
                  </a:lnTo>
                  <a:lnTo>
                    <a:pt x="297" y="147"/>
                  </a:lnTo>
                  <a:lnTo>
                    <a:pt x="291" y="198"/>
                  </a:lnTo>
                  <a:lnTo>
                    <a:pt x="280" y="247"/>
                  </a:lnTo>
                  <a:lnTo>
                    <a:pt x="268" y="297"/>
                  </a:lnTo>
                  <a:lnTo>
                    <a:pt x="253" y="347"/>
                  </a:lnTo>
                  <a:lnTo>
                    <a:pt x="236" y="395"/>
                  </a:lnTo>
                  <a:lnTo>
                    <a:pt x="217" y="442"/>
                  </a:lnTo>
                  <a:lnTo>
                    <a:pt x="195" y="487"/>
                  </a:lnTo>
                  <a:lnTo>
                    <a:pt x="171" y="532"/>
                  </a:lnTo>
                  <a:lnTo>
                    <a:pt x="147" y="574"/>
                  </a:lnTo>
                  <a:lnTo>
                    <a:pt x="121" y="613"/>
                  </a:lnTo>
                  <a:lnTo>
                    <a:pt x="93" y="650"/>
                  </a:lnTo>
                  <a:lnTo>
                    <a:pt x="64" y="684"/>
                  </a:lnTo>
                  <a:lnTo>
                    <a:pt x="32" y="716"/>
                  </a:lnTo>
                  <a:lnTo>
                    <a:pt x="0" y="744"/>
                  </a:lnTo>
                  <a:lnTo>
                    <a:pt x="59" y="817"/>
                  </a:lnTo>
                  <a:lnTo>
                    <a:pt x="95" y="784"/>
                  </a:lnTo>
                  <a:lnTo>
                    <a:pt x="132" y="748"/>
                  </a:lnTo>
                  <a:lnTo>
                    <a:pt x="166" y="709"/>
                  </a:lnTo>
                  <a:lnTo>
                    <a:pt x="196" y="667"/>
                  </a:lnTo>
                  <a:lnTo>
                    <a:pt x="227" y="623"/>
                  </a:lnTo>
                  <a:lnTo>
                    <a:pt x="253" y="576"/>
                  </a:lnTo>
                  <a:lnTo>
                    <a:pt x="279" y="530"/>
                  </a:lnTo>
                  <a:lnTo>
                    <a:pt x="301" y="479"/>
                  </a:lnTo>
                  <a:lnTo>
                    <a:pt x="323" y="428"/>
                  </a:lnTo>
                  <a:lnTo>
                    <a:pt x="342" y="375"/>
                  </a:lnTo>
                  <a:lnTo>
                    <a:pt x="359" y="321"/>
                  </a:lnTo>
                  <a:lnTo>
                    <a:pt x="372" y="268"/>
                  </a:lnTo>
                  <a:lnTo>
                    <a:pt x="382" y="212"/>
                  </a:lnTo>
                  <a:lnTo>
                    <a:pt x="391" y="157"/>
                  </a:lnTo>
                  <a:lnTo>
                    <a:pt x="395" y="102"/>
                  </a:lnTo>
                  <a:lnTo>
                    <a:pt x="398" y="47"/>
                  </a:lnTo>
                  <a:lnTo>
                    <a:pt x="394" y="27"/>
                  </a:lnTo>
                  <a:lnTo>
                    <a:pt x="383" y="11"/>
                  </a:lnTo>
                  <a:lnTo>
                    <a:pt x="368" y="3"/>
                  </a:lnTo>
                  <a:lnTo>
                    <a:pt x="351" y="0"/>
                  </a:lnTo>
                  <a:lnTo>
                    <a:pt x="333" y="3"/>
                  </a:lnTo>
                  <a:lnTo>
                    <a:pt x="319" y="11"/>
                  </a:lnTo>
                  <a:lnTo>
                    <a:pt x="307" y="27"/>
                  </a:lnTo>
                  <a:lnTo>
                    <a:pt x="304" y="4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6823" name="Freeform 37"/>
            <p:cNvSpPr>
              <a:spLocks/>
            </p:cNvSpPr>
            <p:nvPr/>
          </p:nvSpPr>
          <p:spPr bwMode="auto">
            <a:xfrm>
              <a:off x="1660" y="1701"/>
              <a:ext cx="19" cy="365"/>
            </a:xfrm>
            <a:custGeom>
              <a:avLst/>
              <a:gdLst>
                <a:gd name="T0" fmla="*/ 0 w 95"/>
                <a:gd name="T1" fmla="*/ 0 h 1826"/>
                <a:gd name="T2" fmla="*/ 0 w 95"/>
                <a:gd name="T3" fmla="*/ 0 h 1826"/>
                <a:gd name="T4" fmla="*/ 0 w 95"/>
                <a:gd name="T5" fmla="*/ 15 h 1826"/>
                <a:gd name="T6" fmla="*/ 1 w 95"/>
                <a:gd name="T7" fmla="*/ 15 h 1826"/>
                <a:gd name="T8" fmla="*/ 1 w 95"/>
                <a:gd name="T9" fmla="*/ 0 h 1826"/>
                <a:gd name="T10" fmla="*/ 1 w 95"/>
                <a:gd name="T11" fmla="*/ 0 h 1826"/>
                <a:gd name="T12" fmla="*/ 1 w 95"/>
                <a:gd name="T13" fmla="*/ 0 h 1826"/>
                <a:gd name="T14" fmla="*/ 1 w 95"/>
                <a:gd name="T15" fmla="*/ 0 h 1826"/>
                <a:gd name="T16" fmla="*/ 1 w 95"/>
                <a:gd name="T17" fmla="*/ 0 h 1826"/>
                <a:gd name="T18" fmla="*/ 1 w 95"/>
                <a:gd name="T19" fmla="*/ 0 h 1826"/>
                <a:gd name="T20" fmla="*/ 0 w 95"/>
                <a:gd name="T21" fmla="*/ 0 h 1826"/>
                <a:gd name="T22" fmla="*/ 0 w 95"/>
                <a:gd name="T23" fmla="*/ 0 h 1826"/>
                <a:gd name="T24" fmla="*/ 0 w 95"/>
                <a:gd name="T25" fmla="*/ 0 h 1826"/>
                <a:gd name="T26" fmla="*/ 0 w 95"/>
                <a:gd name="T27" fmla="*/ 0 h 1826"/>
                <a:gd name="T28" fmla="*/ 0 w 95"/>
                <a:gd name="T29" fmla="*/ 0 h 1826"/>
                <a:gd name="T30" fmla="*/ 0 w 95"/>
                <a:gd name="T31" fmla="*/ 0 h 182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95"/>
                <a:gd name="T49" fmla="*/ 0 h 1826"/>
                <a:gd name="T50" fmla="*/ 95 w 95"/>
                <a:gd name="T51" fmla="*/ 1826 h 182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95" h="1826">
                  <a:moveTo>
                    <a:pt x="0" y="49"/>
                  </a:moveTo>
                  <a:lnTo>
                    <a:pt x="0" y="47"/>
                  </a:lnTo>
                  <a:lnTo>
                    <a:pt x="1" y="1826"/>
                  </a:lnTo>
                  <a:lnTo>
                    <a:pt x="95" y="1826"/>
                  </a:lnTo>
                  <a:lnTo>
                    <a:pt x="93" y="47"/>
                  </a:lnTo>
                  <a:lnTo>
                    <a:pt x="93" y="45"/>
                  </a:lnTo>
                  <a:lnTo>
                    <a:pt x="93" y="47"/>
                  </a:lnTo>
                  <a:lnTo>
                    <a:pt x="90" y="27"/>
                  </a:lnTo>
                  <a:lnTo>
                    <a:pt x="79" y="12"/>
                  </a:lnTo>
                  <a:lnTo>
                    <a:pt x="64" y="4"/>
                  </a:lnTo>
                  <a:lnTo>
                    <a:pt x="47" y="0"/>
                  </a:lnTo>
                  <a:lnTo>
                    <a:pt x="29" y="4"/>
                  </a:lnTo>
                  <a:lnTo>
                    <a:pt x="15" y="12"/>
                  </a:lnTo>
                  <a:lnTo>
                    <a:pt x="3" y="27"/>
                  </a:lnTo>
                  <a:lnTo>
                    <a:pt x="0" y="47"/>
                  </a:lnTo>
                  <a:lnTo>
                    <a:pt x="0" y="4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6824" name="Freeform 38"/>
            <p:cNvSpPr>
              <a:spLocks/>
            </p:cNvSpPr>
            <p:nvPr/>
          </p:nvSpPr>
          <p:spPr bwMode="auto">
            <a:xfrm>
              <a:off x="1598" y="1598"/>
              <a:ext cx="81" cy="113"/>
            </a:xfrm>
            <a:custGeom>
              <a:avLst/>
              <a:gdLst>
                <a:gd name="T0" fmla="*/ 0 w 401"/>
                <a:gd name="T1" fmla="*/ 1 h 566"/>
                <a:gd name="T2" fmla="*/ 0 w 401"/>
                <a:gd name="T3" fmla="*/ 1 h 566"/>
                <a:gd name="T4" fmla="*/ 0 w 401"/>
                <a:gd name="T5" fmla="*/ 1 h 566"/>
                <a:gd name="T6" fmla="*/ 1 w 401"/>
                <a:gd name="T7" fmla="*/ 1 h 566"/>
                <a:gd name="T8" fmla="*/ 1 w 401"/>
                <a:gd name="T9" fmla="*/ 1 h 566"/>
                <a:gd name="T10" fmla="*/ 1 w 401"/>
                <a:gd name="T11" fmla="*/ 1 h 566"/>
                <a:gd name="T12" fmla="*/ 1 w 401"/>
                <a:gd name="T13" fmla="*/ 2 h 566"/>
                <a:gd name="T14" fmla="*/ 1 w 401"/>
                <a:gd name="T15" fmla="*/ 2 h 566"/>
                <a:gd name="T16" fmla="*/ 2 w 401"/>
                <a:gd name="T17" fmla="*/ 2 h 566"/>
                <a:gd name="T18" fmla="*/ 2 w 401"/>
                <a:gd name="T19" fmla="*/ 2 h 566"/>
                <a:gd name="T20" fmla="*/ 2 w 401"/>
                <a:gd name="T21" fmla="*/ 2 h 566"/>
                <a:gd name="T22" fmla="*/ 2 w 401"/>
                <a:gd name="T23" fmla="*/ 3 h 566"/>
                <a:gd name="T24" fmla="*/ 2 w 401"/>
                <a:gd name="T25" fmla="*/ 3 h 566"/>
                <a:gd name="T26" fmla="*/ 2 w 401"/>
                <a:gd name="T27" fmla="*/ 3 h 566"/>
                <a:gd name="T28" fmla="*/ 2 w 401"/>
                <a:gd name="T29" fmla="*/ 4 h 566"/>
                <a:gd name="T30" fmla="*/ 2 w 401"/>
                <a:gd name="T31" fmla="*/ 4 h 566"/>
                <a:gd name="T32" fmla="*/ 2 w 401"/>
                <a:gd name="T33" fmla="*/ 4 h 566"/>
                <a:gd name="T34" fmla="*/ 3 w 401"/>
                <a:gd name="T35" fmla="*/ 5 h 566"/>
                <a:gd name="T36" fmla="*/ 3 w 401"/>
                <a:gd name="T37" fmla="*/ 4 h 566"/>
                <a:gd name="T38" fmla="*/ 3 w 401"/>
                <a:gd name="T39" fmla="*/ 4 h 566"/>
                <a:gd name="T40" fmla="*/ 3 w 401"/>
                <a:gd name="T41" fmla="*/ 4 h 566"/>
                <a:gd name="T42" fmla="*/ 3 w 401"/>
                <a:gd name="T43" fmla="*/ 3 h 566"/>
                <a:gd name="T44" fmla="*/ 3 w 401"/>
                <a:gd name="T45" fmla="*/ 3 h 566"/>
                <a:gd name="T46" fmla="*/ 3 w 401"/>
                <a:gd name="T47" fmla="*/ 3 h 566"/>
                <a:gd name="T48" fmla="*/ 3 w 401"/>
                <a:gd name="T49" fmla="*/ 2 h 566"/>
                <a:gd name="T50" fmla="*/ 3 w 401"/>
                <a:gd name="T51" fmla="*/ 2 h 566"/>
                <a:gd name="T52" fmla="*/ 2 w 401"/>
                <a:gd name="T53" fmla="*/ 2 h 566"/>
                <a:gd name="T54" fmla="*/ 2 w 401"/>
                <a:gd name="T55" fmla="*/ 2 h 566"/>
                <a:gd name="T56" fmla="*/ 2 w 401"/>
                <a:gd name="T57" fmla="*/ 1 h 566"/>
                <a:gd name="T58" fmla="*/ 2 w 401"/>
                <a:gd name="T59" fmla="*/ 1 h 566"/>
                <a:gd name="T60" fmla="*/ 2 w 401"/>
                <a:gd name="T61" fmla="*/ 1 h 566"/>
                <a:gd name="T62" fmla="*/ 1 w 401"/>
                <a:gd name="T63" fmla="*/ 1 h 566"/>
                <a:gd name="T64" fmla="*/ 1 w 401"/>
                <a:gd name="T65" fmla="*/ 0 h 566"/>
                <a:gd name="T66" fmla="*/ 1 w 401"/>
                <a:gd name="T67" fmla="*/ 0 h 566"/>
                <a:gd name="T68" fmla="*/ 1 w 401"/>
                <a:gd name="T69" fmla="*/ 0 h 566"/>
                <a:gd name="T70" fmla="*/ 1 w 401"/>
                <a:gd name="T71" fmla="*/ 0 h 566"/>
                <a:gd name="T72" fmla="*/ 1 w 401"/>
                <a:gd name="T73" fmla="*/ 0 h 566"/>
                <a:gd name="T74" fmla="*/ 0 w 401"/>
                <a:gd name="T75" fmla="*/ 0 h 566"/>
                <a:gd name="T76" fmla="*/ 0 w 401"/>
                <a:gd name="T77" fmla="*/ 0 h 566"/>
                <a:gd name="T78" fmla="*/ 0 w 401"/>
                <a:gd name="T79" fmla="*/ 0 h 566"/>
                <a:gd name="T80" fmla="*/ 0 w 401"/>
                <a:gd name="T81" fmla="*/ 0 h 566"/>
                <a:gd name="T82" fmla="*/ 0 w 401"/>
                <a:gd name="T83" fmla="*/ 0 h 566"/>
                <a:gd name="T84" fmla="*/ 0 w 401"/>
                <a:gd name="T85" fmla="*/ 0 h 566"/>
                <a:gd name="T86" fmla="*/ 0 w 401"/>
                <a:gd name="T87" fmla="*/ 1 h 566"/>
                <a:gd name="T88" fmla="*/ 0 w 401"/>
                <a:gd name="T89" fmla="*/ 1 h 56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401"/>
                <a:gd name="T136" fmla="*/ 0 h 566"/>
                <a:gd name="T137" fmla="*/ 401 w 401"/>
                <a:gd name="T138" fmla="*/ 566 h 566"/>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401" h="566">
                  <a:moveTo>
                    <a:pt x="23" y="88"/>
                  </a:moveTo>
                  <a:lnTo>
                    <a:pt x="23" y="88"/>
                  </a:lnTo>
                  <a:lnTo>
                    <a:pt x="53" y="107"/>
                  </a:lnTo>
                  <a:lnTo>
                    <a:pt x="83" y="125"/>
                  </a:lnTo>
                  <a:lnTo>
                    <a:pt x="108" y="147"/>
                  </a:lnTo>
                  <a:lnTo>
                    <a:pt x="135" y="171"/>
                  </a:lnTo>
                  <a:lnTo>
                    <a:pt x="160" y="196"/>
                  </a:lnTo>
                  <a:lnTo>
                    <a:pt x="182" y="223"/>
                  </a:lnTo>
                  <a:lnTo>
                    <a:pt x="205" y="251"/>
                  </a:lnTo>
                  <a:lnTo>
                    <a:pt x="223" y="281"/>
                  </a:lnTo>
                  <a:lnTo>
                    <a:pt x="240" y="312"/>
                  </a:lnTo>
                  <a:lnTo>
                    <a:pt x="256" y="345"/>
                  </a:lnTo>
                  <a:lnTo>
                    <a:pt x="270" y="379"/>
                  </a:lnTo>
                  <a:lnTo>
                    <a:pt x="282" y="414"/>
                  </a:lnTo>
                  <a:lnTo>
                    <a:pt x="291" y="450"/>
                  </a:lnTo>
                  <a:lnTo>
                    <a:pt x="299" y="488"/>
                  </a:lnTo>
                  <a:lnTo>
                    <a:pt x="304" y="526"/>
                  </a:lnTo>
                  <a:lnTo>
                    <a:pt x="308" y="566"/>
                  </a:lnTo>
                  <a:lnTo>
                    <a:pt x="401" y="562"/>
                  </a:lnTo>
                  <a:lnTo>
                    <a:pt x="398" y="517"/>
                  </a:lnTo>
                  <a:lnTo>
                    <a:pt x="391" y="471"/>
                  </a:lnTo>
                  <a:lnTo>
                    <a:pt x="383" y="429"/>
                  </a:lnTo>
                  <a:lnTo>
                    <a:pt x="371" y="386"/>
                  </a:lnTo>
                  <a:lnTo>
                    <a:pt x="357" y="346"/>
                  </a:lnTo>
                  <a:lnTo>
                    <a:pt x="340" y="307"/>
                  </a:lnTo>
                  <a:lnTo>
                    <a:pt x="324" y="270"/>
                  </a:lnTo>
                  <a:lnTo>
                    <a:pt x="303" y="232"/>
                  </a:lnTo>
                  <a:lnTo>
                    <a:pt x="280" y="197"/>
                  </a:lnTo>
                  <a:lnTo>
                    <a:pt x="255" y="164"/>
                  </a:lnTo>
                  <a:lnTo>
                    <a:pt x="228" y="132"/>
                  </a:lnTo>
                  <a:lnTo>
                    <a:pt x="199" y="103"/>
                  </a:lnTo>
                  <a:lnTo>
                    <a:pt x="169" y="76"/>
                  </a:lnTo>
                  <a:lnTo>
                    <a:pt x="137" y="50"/>
                  </a:lnTo>
                  <a:lnTo>
                    <a:pt x="103" y="27"/>
                  </a:lnTo>
                  <a:lnTo>
                    <a:pt x="67" y="6"/>
                  </a:lnTo>
                  <a:lnTo>
                    <a:pt x="48" y="0"/>
                  </a:lnTo>
                  <a:lnTo>
                    <a:pt x="30" y="2"/>
                  </a:lnTo>
                  <a:lnTo>
                    <a:pt x="16" y="12"/>
                  </a:lnTo>
                  <a:lnTo>
                    <a:pt x="5" y="25"/>
                  </a:lnTo>
                  <a:lnTo>
                    <a:pt x="0" y="41"/>
                  </a:lnTo>
                  <a:lnTo>
                    <a:pt x="0" y="59"/>
                  </a:lnTo>
                  <a:lnTo>
                    <a:pt x="8" y="75"/>
                  </a:lnTo>
                  <a:lnTo>
                    <a:pt x="23"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6825" name="Freeform 39"/>
            <p:cNvSpPr>
              <a:spLocks/>
            </p:cNvSpPr>
            <p:nvPr/>
          </p:nvSpPr>
          <p:spPr bwMode="auto">
            <a:xfrm>
              <a:off x="1346" y="1455"/>
              <a:ext cx="266" cy="160"/>
            </a:xfrm>
            <a:custGeom>
              <a:avLst/>
              <a:gdLst>
                <a:gd name="T0" fmla="*/ 0 w 1330"/>
                <a:gd name="T1" fmla="*/ 1 h 801"/>
                <a:gd name="T2" fmla="*/ 0 w 1330"/>
                <a:gd name="T3" fmla="*/ 1 h 801"/>
                <a:gd name="T4" fmla="*/ 10 w 1330"/>
                <a:gd name="T5" fmla="*/ 6 h 801"/>
                <a:gd name="T6" fmla="*/ 11 w 1330"/>
                <a:gd name="T7" fmla="*/ 6 h 801"/>
                <a:gd name="T8" fmla="*/ 1 w 1330"/>
                <a:gd name="T9" fmla="*/ 0 h 801"/>
                <a:gd name="T10" fmla="*/ 1 w 1330"/>
                <a:gd name="T11" fmla="*/ 0 h 801"/>
                <a:gd name="T12" fmla="*/ 1 w 1330"/>
                <a:gd name="T13" fmla="*/ 0 h 801"/>
                <a:gd name="T14" fmla="*/ 0 w 1330"/>
                <a:gd name="T15" fmla="*/ 0 h 801"/>
                <a:gd name="T16" fmla="*/ 0 w 1330"/>
                <a:gd name="T17" fmla="*/ 0 h 801"/>
                <a:gd name="T18" fmla="*/ 0 w 1330"/>
                <a:gd name="T19" fmla="*/ 0 h 801"/>
                <a:gd name="T20" fmla="*/ 0 w 1330"/>
                <a:gd name="T21" fmla="*/ 0 h 801"/>
                <a:gd name="T22" fmla="*/ 0 w 1330"/>
                <a:gd name="T23" fmla="*/ 0 h 801"/>
                <a:gd name="T24" fmla="*/ 0 w 1330"/>
                <a:gd name="T25" fmla="*/ 0 h 801"/>
                <a:gd name="T26" fmla="*/ 0 w 1330"/>
                <a:gd name="T27" fmla="*/ 1 h 801"/>
                <a:gd name="T28" fmla="*/ 0 w 1330"/>
                <a:gd name="T29" fmla="*/ 1 h 801"/>
                <a:gd name="T30" fmla="*/ 0 w 1330"/>
                <a:gd name="T31" fmla="*/ 1 h 801"/>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30"/>
                <a:gd name="T49" fmla="*/ 0 h 801"/>
                <a:gd name="T50" fmla="*/ 1330 w 1330"/>
                <a:gd name="T51" fmla="*/ 801 h 801"/>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30" h="801">
                  <a:moveTo>
                    <a:pt x="24" y="88"/>
                  </a:moveTo>
                  <a:lnTo>
                    <a:pt x="23" y="88"/>
                  </a:lnTo>
                  <a:lnTo>
                    <a:pt x="1286" y="801"/>
                  </a:lnTo>
                  <a:lnTo>
                    <a:pt x="1330" y="719"/>
                  </a:lnTo>
                  <a:lnTo>
                    <a:pt x="67" y="6"/>
                  </a:lnTo>
                  <a:lnTo>
                    <a:pt x="66" y="6"/>
                  </a:lnTo>
                  <a:lnTo>
                    <a:pt x="67" y="6"/>
                  </a:lnTo>
                  <a:lnTo>
                    <a:pt x="48" y="0"/>
                  </a:lnTo>
                  <a:lnTo>
                    <a:pt x="30" y="2"/>
                  </a:lnTo>
                  <a:lnTo>
                    <a:pt x="16" y="12"/>
                  </a:lnTo>
                  <a:lnTo>
                    <a:pt x="5" y="25"/>
                  </a:lnTo>
                  <a:lnTo>
                    <a:pt x="0" y="41"/>
                  </a:lnTo>
                  <a:lnTo>
                    <a:pt x="0" y="59"/>
                  </a:lnTo>
                  <a:lnTo>
                    <a:pt x="8" y="75"/>
                  </a:lnTo>
                  <a:lnTo>
                    <a:pt x="23" y="88"/>
                  </a:lnTo>
                  <a:lnTo>
                    <a:pt x="24"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6826" name="Freeform 40"/>
            <p:cNvSpPr>
              <a:spLocks/>
            </p:cNvSpPr>
            <p:nvPr/>
          </p:nvSpPr>
          <p:spPr bwMode="auto">
            <a:xfrm>
              <a:off x="1198" y="1439"/>
              <a:ext cx="161" cy="35"/>
            </a:xfrm>
            <a:custGeom>
              <a:avLst/>
              <a:gdLst>
                <a:gd name="T0" fmla="*/ 1 w 806"/>
                <a:gd name="T1" fmla="*/ 1 h 177"/>
                <a:gd name="T2" fmla="*/ 1 w 806"/>
                <a:gd name="T3" fmla="*/ 1 h 177"/>
                <a:gd name="T4" fmla="*/ 1 w 806"/>
                <a:gd name="T5" fmla="*/ 1 h 177"/>
                <a:gd name="T6" fmla="*/ 1 w 806"/>
                <a:gd name="T7" fmla="*/ 1 h 177"/>
                <a:gd name="T8" fmla="*/ 2 w 806"/>
                <a:gd name="T9" fmla="*/ 1 h 177"/>
                <a:gd name="T10" fmla="*/ 2 w 806"/>
                <a:gd name="T11" fmla="*/ 1 h 177"/>
                <a:gd name="T12" fmla="*/ 2 w 806"/>
                <a:gd name="T13" fmla="*/ 1 h 177"/>
                <a:gd name="T14" fmla="*/ 3 w 806"/>
                <a:gd name="T15" fmla="*/ 1 h 177"/>
                <a:gd name="T16" fmla="*/ 3 w 806"/>
                <a:gd name="T17" fmla="*/ 1 h 177"/>
                <a:gd name="T18" fmla="*/ 3 w 806"/>
                <a:gd name="T19" fmla="*/ 1 h 177"/>
                <a:gd name="T20" fmla="*/ 4 w 806"/>
                <a:gd name="T21" fmla="*/ 1 h 177"/>
                <a:gd name="T22" fmla="*/ 4 w 806"/>
                <a:gd name="T23" fmla="*/ 1 h 177"/>
                <a:gd name="T24" fmla="*/ 5 w 806"/>
                <a:gd name="T25" fmla="*/ 1 h 177"/>
                <a:gd name="T26" fmla="*/ 5 w 806"/>
                <a:gd name="T27" fmla="*/ 1 h 177"/>
                <a:gd name="T28" fmla="*/ 5 w 806"/>
                <a:gd name="T29" fmla="*/ 1 h 177"/>
                <a:gd name="T30" fmla="*/ 6 w 806"/>
                <a:gd name="T31" fmla="*/ 1 h 177"/>
                <a:gd name="T32" fmla="*/ 6 w 806"/>
                <a:gd name="T33" fmla="*/ 1 h 177"/>
                <a:gd name="T34" fmla="*/ 6 w 806"/>
                <a:gd name="T35" fmla="*/ 1 h 177"/>
                <a:gd name="T36" fmla="*/ 6 w 806"/>
                <a:gd name="T37" fmla="*/ 1 h 177"/>
                <a:gd name="T38" fmla="*/ 6 w 806"/>
                <a:gd name="T39" fmla="*/ 1 h 177"/>
                <a:gd name="T40" fmla="*/ 6 w 806"/>
                <a:gd name="T41" fmla="*/ 0 h 177"/>
                <a:gd name="T42" fmla="*/ 5 w 806"/>
                <a:gd name="T43" fmla="*/ 0 h 177"/>
                <a:gd name="T44" fmla="*/ 5 w 806"/>
                <a:gd name="T45" fmla="*/ 0 h 177"/>
                <a:gd name="T46" fmla="*/ 5 w 806"/>
                <a:gd name="T47" fmla="*/ 0 h 177"/>
                <a:gd name="T48" fmla="*/ 4 w 806"/>
                <a:gd name="T49" fmla="*/ 0 h 177"/>
                <a:gd name="T50" fmla="*/ 4 w 806"/>
                <a:gd name="T51" fmla="*/ 0 h 177"/>
                <a:gd name="T52" fmla="*/ 3 w 806"/>
                <a:gd name="T53" fmla="*/ 0 h 177"/>
                <a:gd name="T54" fmla="*/ 3 w 806"/>
                <a:gd name="T55" fmla="*/ 0 h 177"/>
                <a:gd name="T56" fmla="*/ 3 w 806"/>
                <a:gd name="T57" fmla="*/ 0 h 177"/>
                <a:gd name="T58" fmla="*/ 2 w 806"/>
                <a:gd name="T59" fmla="*/ 0 h 177"/>
                <a:gd name="T60" fmla="*/ 2 w 806"/>
                <a:gd name="T61" fmla="*/ 0 h 177"/>
                <a:gd name="T62" fmla="*/ 1 w 806"/>
                <a:gd name="T63" fmla="*/ 0 h 177"/>
                <a:gd name="T64" fmla="*/ 1 w 806"/>
                <a:gd name="T65" fmla="*/ 0 h 177"/>
                <a:gd name="T66" fmla="*/ 1 w 806"/>
                <a:gd name="T67" fmla="*/ 1 h 177"/>
                <a:gd name="T68" fmla="*/ 0 w 806"/>
                <a:gd name="T69" fmla="*/ 1 h 177"/>
                <a:gd name="T70" fmla="*/ 0 w 806"/>
                <a:gd name="T71" fmla="*/ 1 h 177"/>
                <a:gd name="T72" fmla="*/ 0 w 806"/>
                <a:gd name="T73" fmla="*/ 1 h 177"/>
                <a:gd name="T74" fmla="*/ 0 w 806"/>
                <a:gd name="T75" fmla="*/ 1 h 177"/>
                <a:gd name="T76" fmla="*/ 0 w 806"/>
                <a:gd name="T77" fmla="*/ 1 h 177"/>
                <a:gd name="T78" fmla="*/ 0 w 806"/>
                <a:gd name="T79" fmla="*/ 1 h 177"/>
                <a:gd name="T80" fmla="*/ 0 w 806"/>
                <a:gd name="T81" fmla="*/ 1 h 177"/>
                <a:gd name="T82" fmla="*/ 0 w 806"/>
                <a:gd name="T83" fmla="*/ 1 h 177"/>
                <a:gd name="T84" fmla="*/ 0 w 806"/>
                <a:gd name="T85" fmla="*/ 1 h 177"/>
                <a:gd name="T86" fmla="*/ 0 w 806"/>
                <a:gd name="T87" fmla="*/ 1 h 177"/>
                <a:gd name="T88" fmla="*/ 1 w 806"/>
                <a:gd name="T89" fmla="*/ 1 h 177"/>
                <a:gd name="T90" fmla="*/ 1 w 806"/>
                <a:gd name="T91" fmla="*/ 1 h 17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806"/>
                <a:gd name="T139" fmla="*/ 0 h 177"/>
                <a:gd name="T140" fmla="*/ 806 w 806"/>
                <a:gd name="T141" fmla="*/ 177 h 17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806" h="177">
                  <a:moveTo>
                    <a:pt x="67" y="171"/>
                  </a:moveTo>
                  <a:lnTo>
                    <a:pt x="68" y="171"/>
                  </a:lnTo>
                  <a:lnTo>
                    <a:pt x="109" y="151"/>
                  </a:lnTo>
                  <a:lnTo>
                    <a:pt x="151" y="135"/>
                  </a:lnTo>
                  <a:lnTo>
                    <a:pt x="196" y="122"/>
                  </a:lnTo>
                  <a:lnTo>
                    <a:pt x="242" y="110"/>
                  </a:lnTo>
                  <a:lnTo>
                    <a:pt x="287" y="102"/>
                  </a:lnTo>
                  <a:lnTo>
                    <a:pt x="335" y="97"/>
                  </a:lnTo>
                  <a:lnTo>
                    <a:pt x="382" y="95"/>
                  </a:lnTo>
                  <a:lnTo>
                    <a:pt x="430" y="94"/>
                  </a:lnTo>
                  <a:lnTo>
                    <a:pt x="477" y="97"/>
                  </a:lnTo>
                  <a:lnTo>
                    <a:pt x="524" y="102"/>
                  </a:lnTo>
                  <a:lnTo>
                    <a:pt x="568" y="108"/>
                  </a:lnTo>
                  <a:lnTo>
                    <a:pt x="612" y="117"/>
                  </a:lnTo>
                  <a:lnTo>
                    <a:pt x="654" y="128"/>
                  </a:lnTo>
                  <a:lnTo>
                    <a:pt x="693" y="141"/>
                  </a:lnTo>
                  <a:lnTo>
                    <a:pt x="730" y="155"/>
                  </a:lnTo>
                  <a:lnTo>
                    <a:pt x="764" y="171"/>
                  </a:lnTo>
                  <a:lnTo>
                    <a:pt x="806" y="89"/>
                  </a:lnTo>
                  <a:lnTo>
                    <a:pt x="768" y="70"/>
                  </a:lnTo>
                  <a:lnTo>
                    <a:pt x="725" y="54"/>
                  </a:lnTo>
                  <a:lnTo>
                    <a:pt x="680" y="39"/>
                  </a:lnTo>
                  <a:lnTo>
                    <a:pt x="633" y="26"/>
                  </a:lnTo>
                  <a:lnTo>
                    <a:pt x="585" y="16"/>
                  </a:lnTo>
                  <a:lnTo>
                    <a:pt x="536" y="8"/>
                  </a:lnTo>
                  <a:lnTo>
                    <a:pt x="484" y="3"/>
                  </a:lnTo>
                  <a:lnTo>
                    <a:pt x="433" y="0"/>
                  </a:lnTo>
                  <a:lnTo>
                    <a:pt x="380" y="1"/>
                  </a:lnTo>
                  <a:lnTo>
                    <a:pt x="328" y="3"/>
                  </a:lnTo>
                  <a:lnTo>
                    <a:pt x="276" y="10"/>
                  </a:lnTo>
                  <a:lnTo>
                    <a:pt x="223" y="19"/>
                  </a:lnTo>
                  <a:lnTo>
                    <a:pt x="172" y="30"/>
                  </a:lnTo>
                  <a:lnTo>
                    <a:pt x="121" y="46"/>
                  </a:lnTo>
                  <a:lnTo>
                    <a:pt x="72" y="67"/>
                  </a:lnTo>
                  <a:lnTo>
                    <a:pt x="24" y="89"/>
                  </a:lnTo>
                  <a:lnTo>
                    <a:pt x="25" y="89"/>
                  </a:lnTo>
                  <a:lnTo>
                    <a:pt x="24" y="89"/>
                  </a:lnTo>
                  <a:lnTo>
                    <a:pt x="8" y="102"/>
                  </a:lnTo>
                  <a:lnTo>
                    <a:pt x="0" y="118"/>
                  </a:lnTo>
                  <a:lnTo>
                    <a:pt x="0" y="136"/>
                  </a:lnTo>
                  <a:lnTo>
                    <a:pt x="6" y="152"/>
                  </a:lnTo>
                  <a:lnTo>
                    <a:pt x="17" y="165"/>
                  </a:lnTo>
                  <a:lnTo>
                    <a:pt x="31" y="175"/>
                  </a:lnTo>
                  <a:lnTo>
                    <a:pt x="48" y="177"/>
                  </a:lnTo>
                  <a:lnTo>
                    <a:pt x="68" y="171"/>
                  </a:lnTo>
                  <a:lnTo>
                    <a:pt x="67" y="1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6827" name="Freeform 41"/>
            <p:cNvSpPr>
              <a:spLocks/>
            </p:cNvSpPr>
            <p:nvPr/>
          </p:nvSpPr>
          <p:spPr bwMode="auto">
            <a:xfrm>
              <a:off x="931" y="1456"/>
              <a:ext cx="280" cy="158"/>
            </a:xfrm>
            <a:custGeom>
              <a:avLst/>
              <a:gdLst>
                <a:gd name="T0" fmla="*/ 1 w 1402"/>
                <a:gd name="T1" fmla="*/ 6 h 787"/>
                <a:gd name="T2" fmla="*/ 1 w 1402"/>
                <a:gd name="T3" fmla="*/ 6 h 787"/>
                <a:gd name="T4" fmla="*/ 11 w 1402"/>
                <a:gd name="T5" fmla="*/ 1 h 787"/>
                <a:gd name="T6" fmla="*/ 11 w 1402"/>
                <a:gd name="T7" fmla="*/ 0 h 787"/>
                <a:gd name="T8" fmla="*/ 0 w 1402"/>
                <a:gd name="T9" fmla="*/ 6 h 787"/>
                <a:gd name="T10" fmla="*/ 0 w 1402"/>
                <a:gd name="T11" fmla="*/ 6 h 787"/>
                <a:gd name="T12" fmla="*/ 0 w 1402"/>
                <a:gd name="T13" fmla="*/ 6 h 787"/>
                <a:gd name="T14" fmla="*/ 0 w 1402"/>
                <a:gd name="T15" fmla="*/ 6 h 787"/>
                <a:gd name="T16" fmla="*/ 0 w 1402"/>
                <a:gd name="T17" fmla="*/ 6 h 787"/>
                <a:gd name="T18" fmla="*/ 0 w 1402"/>
                <a:gd name="T19" fmla="*/ 6 h 787"/>
                <a:gd name="T20" fmla="*/ 0 w 1402"/>
                <a:gd name="T21" fmla="*/ 6 h 787"/>
                <a:gd name="T22" fmla="*/ 0 w 1402"/>
                <a:gd name="T23" fmla="*/ 6 h 787"/>
                <a:gd name="T24" fmla="*/ 0 w 1402"/>
                <a:gd name="T25" fmla="*/ 6 h 787"/>
                <a:gd name="T26" fmla="*/ 0 w 1402"/>
                <a:gd name="T27" fmla="*/ 6 h 787"/>
                <a:gd name="T28" fmla="*/ 1 w 1402"/>
                <a:gd name="T29" fmla="*/ 6 h 787"/>
                <a:gd name="T30" fmla="*/ 1 w 1402"/>
                <a:gd name="T31" fmla="*/ 6 h 78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02"/>
                <a:gd name="T49" fmla="*/ 0 h 787"/>
                <a:gd name="T50" fmla="*/ 1402 w 1402"/>
                <a:gd name="T51" fmla="*/ 787 h 78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02" h="787">
                  <a:moveTo>
                    <a:pt x="69" y="781"/>
                  </a:moveTo>
                  <a:lnTo>
                    <a:pt x="66" y="781"/>
                  </a:lnTo>
                  <a:lnTo>
                    <a:pt x="1402" y="82"/>
                  </a:lnTo>
                  <a:lnTo>
                    <a:pt x="1360" y="0"/>
                  </a:lnTo>
                  <a:lnTo>
                    <a:pt x="24" y="699"/>
                  </a:lnTo>
                  <a:lnTo>
                    <a:pt x="22" y="699"/>
                  </a:lnTo>
                  <a:lnTo>
                    <a:pt x="24" y="699"/>
                  </a:lnTo>
                  <a:lnTo>
                    <a:pt x="8" y="712"/>
                  </a:lnTo>
                  <a:lnTo>
                    <a:pt x="1" y="727"/>
                  </a:lnTo>
                  <a:lnTo>
                    <a:pt x="0" y="744"/>
                  </a:lnTo>
                  <a:lnTo>
                    <a:pt x="5" y="761"/>
                  </a:lnTo>
                  <a:lnTo>
                    <a:pt x="15" y="775"/>
                  </a:lnTo>
                  <a:lnTo>
                    <a:pt x="30" y="784"/>
                  </a:lnTo>
                  <a:lnTo>
                    <a:pt x="46" y="787"/>
                  </a:lnTo>
                  <a:lnTo>
                    <a:pt x="66" y="781"/>
                  </a:lnTo>
                  <a:lnTo>
                    <a:pt x="69" y="7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6828" name="Freeform 42"/>
            <p:cNvSpPr>
              <a:spLocks/>
            </p:cNvSpPr>
            <p:nvPr/>
          </p:nvSpPr>
          <p:spPr bwMode="auto">
            <a:xfrm>
              <a:off x="868" y="1596"/>
              <a:ext cx="77" cy="126"/>
            </a:xfrm>
            <a:custGeom>
              <a:avLst/>
              <a:gdLst>
                <a:gd name="T0" fmla="*/ 1 w 382"/>
                <a:gd name="T1" fmla="*/ 5 h 628"/>
                <a:gd name="T2" fmla="*/ 1 w 382"/>
                <a:gd name="T3" fmla="*/ 5 h 628"/>
                <a:gd name="T4" fmla="*/ 1 w 382"/>
                <a:gd name="T5" fmla="*/ 4 h 628"/>
                <a:gd name="T6" fmla="*/ 1 w 382"/>
                <a:gd name="T7" fmla="*/ 4 h 628"/>
                <a:gd name="T8" fmla="*/ 1 w 382"/>
                <a:gd name="T9" fmla="*/ 4 h 628"/>
                <a:gd name="T10" fmla="*/ 1 w 382"/>
                <a:gd name="T11" fmla="*/ 3 h 628"/>
                <a:gd name="T12" fmla="*/ 1 w 382"/>
                <a:gd name="T13" fmla="*/ 3 h 628"/>
                <a:gd name="T14" fmla="*/ 1 w 382"/>
                <a:gd name="T15" fmla="*/ 3 h 628"/>
                <a:gd name="T16" fmla="*/ 1 w 382"/>
                <a:gd name="T17" fmla="*/ 3 h 628"/>
                <a:gd name="T18" fmla="*/ 1 w 382"/>
                <a:gd name="T19" fmla="*/ 2 h 628"/>
                <a:gd name="T20" fmla="*/ 2 w 382"/>
                <a:gd name="T21" fmla="*/ 2 h 628"/>
                <a:gd name="T22" fmla="*/ 2 w 382"/>
                <a:gd name="T23" fmla="*/ 2 h 628"/>
                <a:gd name="T24" fmla="*/ 2 w 382"/>
                <a:gd name="T25" fmla="*/ 2 h 628"/>
                <a:gd name="T26" fmla="*/ 2 w 382"/>
                <a:gd name="T27" fmla="*/ 1 h 628"/>
                <a:gd name="T28" fmla="*/ 2 w 382"/>
                <a:gd name="T29" fmla="*/ 1 h 628"/>
                <a:gd name="T30" fmla="*/ 3 w 382"/>
                <a:gd name="T31" fmla="*/ 1 h 628"/>
                <a:gd name="T32" fmla="*/ 3 w 382"/>
                <a:gd name="T33" fmla="*/ 1 h 628"/>
                <a:gd name="T34" fmla="*/ 3 w 382"/>
                <a:gd name="T35" fmla="*/ 1 h 628"/>
                <a:gd name="T36" fmla="*/ 3 w 382"/>
                <a:gd name="T37" fmla="*/ 0 h 628"/>
                <a:gd name="T38" fmla="*/ 2 w 382"/>
                <a:gd name="T39" fmla="*/ 0 h 628"/>
                <a:gd name="T40" fmla="*/ 2 w 382"/>
                <a:gd name="T41" fmla="*/ 0 h 628"/>
                <a:gd name="T42" fmla="*/ 2 w 382"/>
                <a:gd name="T43" fmla="*/ 1 h 628"/>
                <a:gd name="T44" fmla="*/ 2 w 382"/>
                <a:gd name="T45" fmla="*/ 1 h 628"/>
                <a:gd name="T46" fmla="*/ 1 w 382"/>
                <a:gd name="T47" fmla="*/ 1 h 628"/>
                <a:gd name="T48" fmla="*/ 1 w 382"/>
                <a:gd name="T49" fmla="*/ 1 h 628"/>
                <a:gd name="T50" fmla="*/ 1 w 382"/>
                <a:gd name="T51" fmla="*/ 2 h 628"/>
                <a:gd name="T52" fmla="*/ 1 w 382"/>
                <a:gd name="T53" fmla="*/ 2 h 628"/>
                <a:gd name="T54" fmla="*/ 1 w 382"/>
                <a:gd name="T55" fmla="*/ 2 h 628"/>
                <a:gd name="T56" fmla="*/ 0 w 382"/>
                <a:gd name="T57" fmla="*/ 3 h 628"/>
                <a:gd name="T58" fmla="*/ 0 w 382"/>
                <a:gd name="T59" fmla="*/ 3 h 628"/>
                <a:gd name="T60" fmla="*/ 0 w 382"/>
                <a:gd name="T61" fmla="*/ 3 h 628"/>
                <a:gd name="T62" fmla="*/ 0 w 382"/>
                <a:gd name="T63" fmla="*/ 4 h 628"/>
                <a:gd name="T64" fmla="*/ 0 w 382"/>
                <a:gd name="T65" fmla="*/ 4 h 628"/>
                <a:gd name="T66" fmla="*/ 0 w 382"/>
                <a:gd name="T67" fmla="*/ 4 h 628"/>
                <a:gd name="T68" fmla="*/ 0 w 382"/>
                <a:gd name="T69" fmla="*/ 5 h 628"/>
                <a:gd name="T70" fmla="*/ 0 w 382"/>
                <a:gd name="T71" fmla="*/ 5 h 628"/>
                <a:gd name="T72" fmla="*/ 0 w 382"/>
                <a:gd name="T73" fmla="*/ 5 h 628"/>
                <a:gd name="T74" fmla="*/ 0 w 382"/>
                <a:gd name="T75" fmla="*/ 5 h 628"/>
                <a:gd name="T76" fmla="*/ 0 w 382"/>
                <a:gd name="T77" fmla="*/ 5 h 628"/>
                <a:gd name="T78" fmla="*/ 0 w 382"/>
                <a:gd name="T79" fmla="*/ 5 h 628"/>
                <a:gd name="T80" fmla="*/ 0 w 382"/>
                <a:gd name="T81" fmla="*/ 5 h 628"/>
                <a:gd name="T82" fmla="*/ 1 w 382"/>
                <a:gd name="T83" fmla="*/ 5 h 628"/>
                <a:gd name="T84" fmla="*/ 1 w 382"/>
                <a:gd name="T85" fmla="*/ 5 h 628"/>
                <a:gd name="T86" fmla="*/ 1 w 382"/>
                <a:gd name="T87" fmla="*/ 5 h 628"/>
                <a:gd name="T88" fmla="*/ 1 w 382"/>
                <a:gd name="T89" fmla="*/ 5 h 628"/>
                <a:gd name="T90" fmla="*/ 1 w 382"/>
                <a:gd name="T91" fmla="*/ 5 h 628"/>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382"/>
                <a:gd name="T139" fmla="*/ 0 h 628"/>
                <a:gd name="T140" fmla="*/ 382 w 382"/>
                <a:gd name="T141" fmla="*/ 628 h 628"/>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382" h="628">
                  <a:moveTo>
                    <a:pt x="94" y="581"/>
                  </a:moveTo>
                  <a:lnTo>
                    <a:pt x="94" y="582"/>
                  </a:lnTo>
                  <a:lnTo>
                    <a:pt x="96" y="541"/>
                  </a:lnTo>
                  <a:lnTo>
                    <a:pt x="99" y="500"/>
                  </a:lnTo>
                  <a:lnTo>
                    <a:pt x="106" y="463"/>
                  </a:lnTo>
                  <a:lnTo>
                    <a:pt x="115" y="424"/>
                  </a:lnTo>
                  <a:lnTo>
                    <a:pt x="127" y="389"/>
                  </a:lnTo>
                  <a:lnTo>
                    <a:pt x="140" y="353"/>
                  </a:lnTo>
                  <a:lnTo>
                    <a:pt x="156" y="320"/>
                  </a:lnTo>
                  <a:lnTo>
                    <a:pt x="173" y="287"/>
                  </a:lnTo>
                  <a:lnTo>
                    <a:pt x="193" y="255"/>
                  </a:lnTo>
                  <a:lnTo>
                    <a:pt x="214" y="226"/>
                  </a:lnTo>
                  <a:lnTo>
                    <a:pt x="238" y="198"/>
                  </a:lnTo>
                  <a:lnTo>
                    <a:pt x="263" y="172"/>
                  </a:lnTo>
                  <a:lnTo>
                    <a:pt x="290" y="146"/>
                  </a:lnTo>
                  <a:lnTo>
                    <a:pt x="318" y="122"/>
                  </a:lnTo>
                  <a:lnTo>
                    <a:pt x="349" y="101"/>
                  </a:lnTo>
                  <a:lnTo>
                    <a:pt x="382" y="82"/>
                  </a:lnTo>
                  <a:lnTo>
                    <a:pt x="335" y="0"/>
                  </a:lnTo>
                  <a:lnTo>
                    <a:pt x="297" y="23"/>
                  </a:lnTo>
                  <a:lnTo>
                    <a:pt x="262" y="49"/>
                  </a:lnTo>
                  <a:lnTo>
                    <a:pt x="229" y="76"/>
                  </a:lnTo>
                  <a:lnTo>
                    <a:pt x="198" y="104"/>
                  </a:lnTo>
                  <a:lnTo>
                    <a:pt x="167" y="137"/>
                  </a:lnTo>
                  <a:lnTo>
                    <a:pt x="142" y="170"/>
                  </a:lnTo>
                  <a:lnTo>
                    <a:pt x="116" y="204"/>
                  </a:lnTo>
                  <a:lnTo>
                    <a:pt x="94" y="240"/>
                  </a:lnTo>
                  <a:lnTo>
                    <a:pt x="74" y="278"/>
                  </a:lnTo>
                  <a:lnTo>
                    <a:pt x="54" y="317"/>
                  </a:lnTo>
                  <a:lnTo>
                    <a:pt x="38" y="359"/>
                  </a:lnTo>
                  <a:lnTo>
                    <a:pt x="26" y="401"/>
                  </a:lnTo>
                  <a:lnTo>
                    <a:pt x="15" y="444"/>
                  </a:lnTo>
                  <a:lnTo>
                    <a:pt x="8" y="489"/>
                  </a:lnTo>
                  <a:lnTo>
                    <a:pt x="2" y="534"/>
                  </a:lnTo>
                  <a:lnTo>
                    <a:pt x="0" y="580"/>
                  </a:lnTo>
                  <a:lnTo>
                    <a:pt x="0" y="581"/>
                  </a:lnTo>
                  <a:lnTo>
                    <a:pt x="0" y="580"/>
                  </a:lnTo>
                  <a:lnTo>
                    <a:pt x="3" y="600"/>
                  </a:lnTo>
                  <a:lnTo>
                    <a:pt x="14" y="615"/>
                  </a:lnTo>
                  <a:lnTo>
                    <a:pt x="29" y="625"/>
                  </a:lnTo>
                  <a:lnTo>
                    <a:pt x="45" y="628"/>
                  </a:lnTo>
                  <a:lnTo>
                    <a:pt x="63" y="626"/>
                  </a:lnTo>
                  <a:lnTo>
                    <a:pt x="78" y="616"/>
                  </a:lnTo>
                  <a:lnTo>
                    <a:pt x="89" y="602"/>
                  </a:lnTo>
                  <a:lnTo>
                    <a:pt x="94" y="582"/>
                  </a:lnTo>
                  <a:lnTo>
                    <a:pt x="94" y="5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6829" name="Freeform 43"/>
            <p:cNvSpPr>
              <a:spLocks/>
            </p:cNvSpPr>
            <p:nvPr/>
          </p:nvSpPr>
          <p:spPr bwMode="auto">
            <a:xfrm>
              <a:off x="868" y="1712"/>
              <a:ext cx="19" cy="364"/>
            </a:xfrm>
            <a:custGeom>
              <a:avLst/>
              <a:gdLst>
                <a:gd name="T0" fmla="*/ 1 w 94"/>
                <a:gd name="T1" fmla="*/ 14 h 1818"/>
                <a:gd name="T2" fmla="*/ 1 w 94"/>
                <a:gd name="T3" fmla="*/ 14 h 1818"/>
                <a:gd name="T4" fmla="*/ 1 w 94"/>
                <a:gd name="T5" fmla="*/ 0 h 1818"/>
                <a:gd name="T6" fmla="*/ 0 w 94"/>
                <a:gd name="T7" fmla="*/ 0 h 1818"/>
                <a:gd name="T8" fmla="*/ 0 w 94"/>
                <a:gd name="T9" fmla="*/ 14 h 1818"/>
                <a:gd name="T10" fmla="*/ 0 w 94"/>
                <a:gd name="T11" fmla="*/ 14 h 1818"/>
                <a:gd name="T12" fmla="*/ 0 w 94"/>
                <a:gd name="T13" fmla="*/ 14 h 1818"/>
                <a:gd name="T14" fmla="*/ 0 w 94"/>
                <a:gd name="T15" fmla="*/ 14 h 1818"/>
                <a:gd name="T16" fmla="*/ 0 w 94"/>
                <a:gd name="T17" fmla="*/ 14 h 1818"/>
                <a:gd name="T18" fmla="*/ 0 w 94"/>
                <a:gd name="T19" fmla="*/ 15 h 1818"/>
                <a:gd name="T20" fmla="*/ 0 w 94"/>
                <a:gd name="T21" fmla="*/ 15 h 1818"/>
                <a:gd name="T22" fmla="*/ 1 w 94"/>
                <a:gd name="T23" fmla="*/ 15 h 1818"/>
                <a:gd name="T24" fmla="*/ 1 w 94"/>
                <a:gd name="T25" fmla="*/ 14 h 1818"/>
                <a:gd name="T26" fmla="*/ 1 w 94"/>
                <a:gd name="T27" fmla="*/ 14 h 1818"/>
                <a:gd name="T28" fmla="*/ 1 w 94"/>
                <a:gd name="T29" fmla="*/ 14 h 1818"/>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94"/>
                <a:gd name="T46" fmla="*/ 0 h 1818"/>
                <a:gd name="T47" fmla="*/ 94 w 94"/>
                <a:gd name="T48" fmla="*/ 1818 h 1818"/>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94" h="1818">
                  <a:moveTo>
                    <a:pt x="94" y="1771"/>
                  </a:moveTo>
                  <a:lnTo>
                    <a:pt x="94" y="1771"/>
                  </a:lnTo>
                  <a:lnTo>
                    <a:pt x="94" y="0"/>
                  </a:lnTo>
                  <a:lnTo>
                    <a:pt x="0" y="0"/>
                  </a:lnTo>
                  <a:lnTo>
                    <a:pt x="0" y="1771"/>
                  </a:lnTo>
                  <a:lnTo>
                    <a:pt x="3" y="1791"/>
                  </a:lnTo>
                  <a:lnTo>
                    <a:pt x="15" y="1806"/>
                  </a:lnTo>
                  <a:lnTo>
                    <a:pt x="29" y="1814"/>
                  </a:lnTo>
                  <a:lnTo>
                    <a:pt x="47" y="1818"/>
                  </a:lnTo>
                  <a:lnTo>
                    <a:pt x="64" y="1814"/>
                  </a:lnTo>
                  <a:lnTo>
                    <a:pt x="79" y="1806"/>
                  </a:lnTo>
                  <a:lnTo>
                    <a:pt x="90" y="1791"/>
                  </a:lnTo>
                  <a:lnTo>
                    <a:pt x="94" y="17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6830" name="Freeform 44"/>
            <p:cNvSpPr>
              <a:spLocks/>
            </p:cNvSpPr>
            <p:nvPr/>
          </p:nvSpPr>
          <p:spPr bwMode="auto">
            <a:xfrm>
              <a:off x="868" y="2067"/>
              <a:ext cx="90" cy="160"/>
            </a:xfrm>
            <a:custGeom>
              <a:avLst/>
              <a:gdLst>
                <a:gd name="T0" fmla="*/ 3 w 449"/>
                <a:gd name="T1" fmla="*/ 6 h 803"/>
                <a:gd name="T2" fmla="*/ 3 w 449"/>
                <a:gd name="T3" fmla="*/ 6 h 803"/>
                <a:gd name="T4" fmla="*/ 3 w 449"/>
                <a:gd name="T5" fmla="*/ 5 h 803"/>
                <a:gd name="T6" fmla="*/ 3 w 449"/>
                <a:gd name="T7" fmla="*/ 5 h 803"/>
                <a:gd name="T8" fmla="*/ 3 w 449"/>
                <a:gd name="T9" fmla="*/ 5 h 803"/>
                <a:gd name="T10" fmla="*/ 2 w 449"/>
                <a:gd name="T11" fmla="*/ 5 h 803"/>
                <a:gd name="T12" fmla="*/ 2 w 449"/>
                <a:gd name="T13" fmla="*/ 4 h 803"/>
                <a:gd name="T14" fmla="*/ 2 w 449"/>
                <a:gd name="T15" fmla="*/ 4 h 803"/>
                <a:gd name="T16" fmla="*/ 2 w 449"/>
                <a:gd name="T17" fmla="*/ 4 h 803"/>
                <a:gd name="T18" fmla="*/ 2 w 449"/>
                <a:gd name="T19" fmla="*/ 3 h 803"/>
                <a:gd name="T20" fmla="*/ 1 w 449"/>
                <a:gd name="T21" fmla="*/ 3 h 803"/>
                <a:gd name="T22" fmla="*/ 1 w 449"/>
                <a:gd name="T23" fmla="*/ 2 h 803"/>
                <a:gd name="T24" fmla="*/ 1 w 449"/>
                <a:gd name="T25" fmla="*/ 2 h 803"/>
                <a:gd name="T26" fmla="*/ 1 w 449"/>
                <a:gd name="T27" fmla="*/ 2 h 803"/>
                <a:gd name="T28" fmla="*/ 1 w 449"/>
                <a:gd name="T29" fmla="*/ 1 h 803"/>
                <a:gd name="T30" fmla="*/ 1 w 449"/>
                <a:gd name="T31" fmla="*/ 1 h 803"/>
                <a:gd name="T32" fmla="*/ 1 w 449"/>
                <a:gd name="T33" fmla="*/ 0 h 803"/>
                <a:gd name="T34" fmla="*/ 1 w 449"/>
                <a:gd name="T35" fmla="*/ 0 h 803"/>
                <a:gd name="T36" fmla="*/ 0 w 449"/>
                <a:gd name="T37" fmla="*/ 0 h 803"/>
                <a:gd name="T38" fmla="*/ 0 w 449"/>
                <a:gd name="T39" fmla="*/ 0 h 803"/>
                <a:gd name="T40" fmla="*/ 0 w 449"/>
                <a:gd name="T41" fmla="*/ 1 h 803"/>
                <a:gd name="T42" fmla="*/ 0 w 449"/>
                <a:gd name="T43" fmla="*/ 1 h 803"/>
                <a:gd name="T44" fmla="*/ 0 w 449"/>
                <a:gd name="T45" fmla="*/ 2 h 803"/>
                <a:gd name="T46" fmla="*/ 0 w 449"/>
                <a:gd name="T47" fmla="*/ 2 h 803"/>
                <a:gd name="T48" fmla="*/ 0 w 449"/>
                <a:gd name="T49" fmla="*/ 3 h 803"/>
                <a:gd name="T50" fmla="*/ 1 w 449"/>
                <a:gd name="T51" fmla="*/ 3 h 803"/>
                <a:gd name="T52" fmla="*/ 1 w 449"/>
                <a:gd name="T53" fmla="*/ 4 h 803"/>
                <a:gd name="T54" fmla="*/ 1 w 449"/>
                <a:gd name="T55" fmla="*/ 4 h 803"/>
                <a:gd name="T56" fmla="*/ 1 w 449"/>
                <a:gd name="T57" fmla="*/ 4 h 803"/>
                <a:gd name="T58" fmla="*/ 2 w 449"/>
                <a:gd name="T59" fmla="*/ 5 h 803"/>
                <a:gd name="T60" fmla="*/ 2 w 449"/>
                <a:gd name="T61" fmla="*/ 5 h 803"/>
                <a:gd name="T62" fmla="*/ 2 w 449"/>
                <a:gd name="T63" fmla="*/ 5 h 803"/>
                <a:gd name="T64" fmla="*/ 2 w 449"/>
                <a:gd name="T65" fmla="*/ 6 h 803"/>
                <a:gd name="T66" fmla="*/ 3 w 449"/>
                <a:gd name="T67" fmla="*/ 6 h 803"/>
                <a:gd name="T68" fmla="*/ 3 w 449"/>
                <a:gd name="T69" fmla="*/ 6 h 803"/>
                <a:gd name="T70" fmla="*/ 3 w 449"/>
                <a:gd name="T71" fmla="*/ 6 h 803"/>
                <a:gd name="T72" fmla="*/ 3 w 449"/>
                <a:gd name="T73" fmla="*/ 6 h 803"/>
                <a:gd name="T74" fmla="*/ 3 w 449"/>
                <a:gd name="T75" fmla="*/ 6 h 803"/>
                <a:gd name="T76" fmla="*/ 3 w 449"/>
                <a:gd name="T77" fmla="*/ 6 h 803"/>
                <a:gd name="T78" fmla="*/ 3 w 449"/>
                <a:gd name="T79" fmla="*/ 6 h 803"/>
                <a:gd name="T80" fmla="*/ 4 w 449"/>
                <a:gd name="T81" fmla="*/ 6 h 803"/>
                <a:gd name="T82" fmla="*/ 4 w 449"/>
                <a:gd name="T83" fmla="*/ 6 h 803"/>
                <a:gd name="T84" fmla="*/ 4 w 449"/>
                <a:gd name="T85" fmla="*/ 6 h 803"/>
                <a:gd name="T86" fmla="*/ 4 w 449"/>
                <a:gd name="T87" fmla="*/ 6 h 803"/>
                <a:gd name="T88" fmla="*/ 3 w 449"/>
                <a:gd name="T89" fmla="*/ 6 h 803"/>
                <a:gd name="T90" fmla="*/ 3 w 449"/>
                <a:gd name="T91" fmla="*/ 6 h 80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449"/>
                <a:gd name="T139" fmla="*/ 0 h 803"/>
                <a:gd name="T140" fmla="*/ 449 w 449"/>
                <a:gd name="T141" fmla="*/ 803 h 80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449" h="803">
                  <a:moveTo>
                    <a:pt x="426" y="717"/>
                  </a:moveTo>
                  <a:lnTo>
                    <a:pt x="427" y="717"/>
                  </a:lnTo>
                  <a:lnTo>
                    <a:pt x="395" y="693"/>
                  </a:lnTo>
                  <a:lnTo>
                    <a:pt x="361" y="662"/>
                  </a:lnTo>
                  <a:lnTo>
                    <a:pt x="329" y="628"/>
                  </a:lnTo>
                  <a:lnTo>
                    <a:pt x="299" y="591"/>
                  </a:lnTo>
                  <a:lnTo>
                    <a:pt x="269" y="551"/>
                  </a:lnTo>
                  <a:lnTo>
                    <a:pt x="241" y="507"/>
                  </a:lnTo>
                  <a:lnTo>
                    <a:pt x="215" y="460"/>
                  </a:lnTo>
                  <a:lnTo>
                    <a:pt x="191" y="412"/>
                  </a:lnTo>
                  <a:lnTo>
                    <a:pt x="170" y="363"/>
                  </a:lnTo>
                  <a:lnTo>
                    <a:pt x="151" y="312"/>
                  </a:lnTo>
                  <a:lnTo>
                    <a:pt x="133" y="259"/>
                  </a:lnTo>
                  <a:lnTo>
                    <a:pt x="119" y="207"/>
                  </a:lnTo>
                  <a:lnTo>
                    <a:pt x="108" y="156"/>
                  </a:lnTo>
                  <a:lnTo>
                    <a:pt x="101" y="103"/>
                  </a:lnTo>
                  <a:lnTo>
                    <a:pt x="96" y="51"/>
                  </a:lnTo>
                  <a:lnTo>
                    <a:pt x="94" y="0"/>
                  </a:lnTo>
                  <a:lnTo>
                    <a:pt x="0" y="0"/>
                  </a:lnTo>
                  <a:lnTo>
                    <a:pt x="2" y="56"/>
                  </a:lnTo>
                  <a:lnTo>
                    <a:pt x="7" y="115"/>
                  </a:lnTo>
                  <a:lnTo>
                    <a:pt x="16" y="172"/>
                  </a:lnTo>
                  <a:lnTo>
                    <a:pt x="28" y="231"/>
                  </a:lnTo>
                  <a:lnTo>
                    <a:pt x="44" y="287"/>
                  </a:lnTo>
                  <a:lnTo>
                    <a:pt x="62" y="342"/>
                  </a:lnTo>
                  <a:lnTo>
                    <a:pt x="83" y="398"/>
                  </a:lnTo>
                  <a:lnTo>
                    <a:pt x="106" y="452"/>
                  </a:lnTo>
                  <a:lnTo>
                    <a:pt x="133" y="505"/>
                  </a:lnTo>
                  <a:lnTo>
                    <a:pt x="161" y="554"/>
                  </a:lnTo>
                  <a:lnTo>
                    <a:pt x="192" y="602"/>
                  </a:lnTo>
                  <a:lnTo>
                    <a:pt x="224" y="647"/>
                  </a:lnTo>
                  <a:lnTo>
                    <a:pt x="259" y="689"/>
                  </a:lnTo>
                  <a:lnTo>
                    <a:pt x="295" y="728"/>
                  </a:lnTo>
                  <a:lnTo>
                    <a:pt x="334" y="763"/>
                  </a:lnTo>
                  <a:lnTo>
                    <a:pt x="374" y="795"/>
                  </a:lnTo>
                  <a:lnTo>
                    <a:pt x="375" y="795"/>
                  </a:lnTo>
                  <a:lnTo>
                    <a:pt x="374" y="795"/>
                  </a:lnTo>
                  <a:lnTo>
                    <a:pt x="392" y="803"/>
                  </a:lnTo>
                  <a:lnTo>
                    <a:pt x="411" y="803"/>
                  </a:lnTo>
                  <a:lnTo>
                    <a:pt x="426" y="795"/>
                  </a:lnTo>
                  <a:lnTo>
                    <a:pt x="439" y="782"/>
                  </a:lnTo>
                  <a:lnTo>
                    <a:pt x="446" y="766"/>
                  </a:lnTo>
                  <a:lnTo>
                    <a:pt x="449" y="749"/>
                  </a:lnTo>
                  <a:lnTo>
                    <a:pt x="441" y="732"/>
                  </a:lnTo>
                  <a:lnTo>
                    <a:pt x="427" y="717"/>
                  </a:lnTo>
                  <a:lnTo>
                    <a:pt x="426" y="71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6831" name="Freeform 45"/>
            <p:cNvSpPr>
              <a:spLocks/>
            </p:cNvSpPr>
            <p:nvPr/>
          </p:nvSpPr>
          <p:spPr bwMode="auto">
            <a:xfrm>
              <a:off x="883" y="1673"/>
              <a:ext cx="379" cy="690"/>
            </a:xfrm>
            <a:custGeom>
              <a:avLst/>
              <a:gdLst>
                <a:gd name="T0" fmla="*/ 12 w 1897"/>
                <a:gd name="T1" fmla="*/ 6 h 3450"/>
                <a:gd name="T2" fmla="*/ 13 w 1897"/>
                <a:gd name="T3" fmla="*/ 7 h 3450"/>
                <a:gd name="T4" fmla="*/ 13 w 1897"/>
                <a:gd name="T5" fmla="*/ 7 h 3450"/>
                <a:gd name="T6" fmla="*/ 14 w 1897"/>
                <a:gd name="T7" fmla="*/ 8 h 3450"/>
                <a:gd name="T8" fmla="*/ 14 w 1897"/>
                <a:gd name="T9" fmla="*/ 9 h 3450"/>
                <a:gd name="T10" fmla="*/ 15 w 1897"/>
                <a:gd name="T11" fmla="*/ 10 h 3450"/>
                <a:gd name="T12" fmla="*/ 15 w 1897"/>
                <a:gd name="T13" fmla="*/ 11 h 3450"/>
                <a:gd name="T14" fmla="*/ 15 w 1897"/>
                <a:gd name="T15" fmla="*/ 11 h 3450"/>
                <a:gd name="T16" fmla="*/ 15 w 1897"/>
                <a:gd name="T17" fmla="*/ 12 h 3450"/>
                <a:gd name="T18" fmla="*/ 15 w 1897"/>
                <a:gd name="T19" fmla="*/ 26 h 3450"/>
                <a:gd name="T20" fmla="*/ 15 w 1897"/>
                <a:gd name="T21" fmla="*/ 26 h 3450"/>
                <a:gd name="T22" fmla="*/ 15 w 1897"/>
                <a:gd name="T23" fmla="*/ 27 h 3450"/>
                <a:gd name="T24" fmla="*/ 15 w 1897"/>
                <a:gd name="T25" fmla="*/ 27 h 3450"/>
                <a:gd name="T26" fmla="*/ 14 w 1897"/>
                <a:gd name="T27" fmla="*/ 27 h 3450"/>
                <a:gd name="T28" fmla="*/ 14 w 1897"/>
                <a:gd name="T29" fmla="*/ 28 h 3450"/>
                <a:gd name="T30" fmla="*/ 13 w 1897"/>
                <a:gd name="T31" fmla="*/ 28 h 3450"/>
                <a:gd name="T32" fmla="*/ 13 w 1897"/>
                <a:gd name="T33" fmla="*/ 27 h 3450"/>
                <a:gd name="T34" fmla="*/ 3 w 1897"/>
                <a:gd name="T35" fmla="*/ 21 h 3450"/>
                <a:gd name="T36" fmla="*/ 2 w 1897"/>
                <a:gd name="T37" fmla="*/ 21 h 3450"/>
                <a:gd name="T38" fmla="*/ 2 w 1897"/>
                <a:gd name="T39" fmla="*/ 20 h 3450"/>
                <a:gd name="T40" fmla="*/ 1 w 1897"/>
                <a:gd name="T41" fmla="*/ 19 h 3450"/>
                <a:gd name="T42" fmla="*/ 1 w 1897"/>
                <a:gd name="T43" fmla="*/ 19 h 3450"/>
                <a:gd name="T44" fmla="*/ 0 w 1897"/>
                <a:gd name="T45" fmla="*/ 18 h 3450"/>
                <a:gd name="T46" fmla="*/ 0 w 1897"/>
                <a:gd name="T47" fmla="*/ 17 h 3450"/>
                <a:gd name="T48" fmla="*/ 0 w 1897"/>
                <a:gd name="T49" fmla="*/ 16 h 3450"/>
                <a:gd name="T50" fmla="*/ 0 w 1897"/>
                <a:gd name="T51" fmla="*/ 15 h 3450"/>
                <a:gd name="T52" fmla="*/ 0 w 1897"/>
                <a:gd name="T53" fmla="*/ 2 h 3450"/>
                <a:gd name="T54" fmla="*/ 0 w 1897"/>
                <a:gd name="T55" fmla="*/ 1 h 3450"/>
                <a:gd name="T56" fmla="*/ 0 w 1897"/>
                <a:gd name="T57" fmla="*/ 1 h 3450"/>
                <a:gd name="T58" fmla="*/ 1 w 1897"/>
                <a:gd name="T59" fmla="*/ 0 h 3450"/>
                <a:gd name="T60" fmla="*/ 1 w 1897"/>
                <a:gd name="T61" fmla="*/ 0 h 3450"/>
                <a:gd name="T62" fmla="*/ 1 w 1897"/>
                <a:gd name="T63" fmla="*/ 0 h 3450"/>
                <a:gd name="T64" fmla="*/ 2 w 1897"/>
                <a:gd name="T65" fmla="*/ 0 h 3450"/>
                <a:gd name="T66" fmla="*/ 3 w 1897"/>
                <a:gd name="T67" fmla="*/ 0 h 3450"/>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897"/>
                <a:gd name="T103" fmla="*/ 0 h 3450"/>
                <a:gd name="T104" fmla="*/ 1897 w 1897"/>
                <a:gd name="T105" fmla="*/ 3450 h 3450"/>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897" h="3450">
                  <a:moveTo>
                    <a:pt x="357" y="49"/>
                  </a:moveTo>
                  <a:lnTo>
                    <a:pt x="1542" y="806"/>
                  </a:lnTo>
                  <a:lnTo>
                    <a:pt x="1579" y="832"/>
                  </a:lnTo>
                  <a:lnTo>
                    <a:pt x="1614" y="861"/>
                  </a:lnTo>
                  <a:lnTo>
                    <a:pt x="1648" y="895"/>
                  </a:lnTo>
                  <a:lnTo>
                    <a:pt x="1681" y="933"/>
                  </a:lnTo>
                  <a:lnTo>
                    <a:pt x="1711" y="973"/>
                  </a:lnTo>
                  <a:lnTo>
                    <a:pt x="1740" y="1016"/>
                  </a:lnTo>
                  <a:lnTo>
                    <a:pt x="1768" y="1062"/>
                  </a:lnTo>
                  <a:lnTo>
                    <a:pt x="1793" y="1109"/>
                  </a:lnTo>
                  <a:lnTo>
                    <a:pt x="1816" y="1158"/>
                  </a:lnTo>
                  <a:lnTo>
                    <a:pt x="1836" y="1208"/>
                  </a:lnTo>
                  <a:lnTo>
                    <a:pt x="1854" y="1260"/>
                  </a:lnTo>
                  <a:lnTo>
                    <a:pt x="1869" y="1313"/>
                  </a:lnTo>
                  <a:lnTo>
                    <a:pt x="1881" y="1364"/>
                  </a:lnTo>
                  <a:lnTo>
                    <a:pt x="1890" y="1417"/>
                  </a:lnTo>
                  <a:lnTo>
                    <a:pt x="1895" y="1469"/>
                  </a:lnTo>
                  <a:lnTo>
                    <a:pt x="1897" y="1519"/>
                  </a:lnTo>
                  <a:lnTo>
                    <a:pt x="1897" y="3142"/>
                  </a:lnTo>
                  <a:lnTo>
                    <a:pt x="1895" y="3190"/>
                  </a:lnTo>
                  <a:lnTo>
                    <a:pt x="1890" y="3235"/>
                  </a:lnTo>
                  <a:lnTo>
                    <a:pt x="1881" y="3276"/>
                  </a:lnTo>
                  <a:lnTo>
                    <a:pt x="1869" y="3313"/>
                  </a:lnTo>
                  <a:lnTo>
                    <a:pt x="1854" y="3346"/>
                  </a:lnTo>
                  <a:lnTo>
                    <a:pt x="1836" y="3375"/>
                  </a:lnTo>
                  <a:lnTo>
                    <a:pt x="1816" y="3398"/>
                  </a:lnTo>
                  <a:lnTo>
                    <a:pt x="1793" y="3418"/>
                  </a:lnTo>
                  <a:lnTo>
                    <a:pt x="1768" y="3434"/>
                  </a:lnTo>
                  <a:lnTo>
                    <a:pt x="1740" y="3444"/>
                  </a:lnTo>
                  <a:lnTo>
                    <a:pt x="1711" y="3450"/>
                  </a:lnTo>
                  <a:lnTo>
                    <a:pt x="1681" y="3450"/>
                  </a:lnTo>
                  <a:lnTo>
                    <a:pt x="1648" y="3445"/>
                  </a:lnTo>
                  <a:lnTo>
                    <a:pt x="1614" y="3436"/>
                  </a:lnTo>
                  <a:lnTo>
                    <a:pt x="1579" y="3421"/>
                  </a:lnTo>
                  <a:lnTo>
                    <a:pt x="1542" y="3400"/>
                  </a:lnTo>
                  <a:lnTo>
                    <a:pt x="357" y="2643"/>
                  </a:lnTo>
                  <a:lnTo>
                    <a:pt x="320" y="2618"/>
                  </a:lnTo>
                  <a:lnTo>
                    <a:pt x="285" y="2588"/>
                  </a:lnTo>
                  <a:lnTo>
                    <a:pt x="251" y="2554"/>
                  </a:lnTo>
                  <a:lnTo>
                    <a:pt x="218" y="2517"/>
                  </a:lnTo>
                  <a:lnTo>
                    <a:pt x="187" y="2477"/>
                  </a:lnTo>
                  <a:lnTo>
                    <a:pt x="157" y="2433"/>
                  </a:lnTo>
                  <a:lnTo>
                    <a:pt x="130" y="2388"/>
                  </a:lnTo>
                  <a:lnTo>
                    <a:pt x="105" y="2341"/>
                  </a:lnTo>
                  <a:lnTo>
                    <a:pt x="81" y="2292"/>
                  </a:lnTo>
                  <a:lnTo>
                    <a:pt x="61" y="2241"/>
                  </a:lnTo>
                  <a:lnTo>
                    <a:pt x="44" y="2190"/>
                  </a:lnTo>
                  <a:lnTo>
                    <a:pt x="29" y="2138"/>
                  </a:lnTo>
                  <a:lnTo>
                    <a:pt x="17" y="2085"/>
                  </a:lnTo>
                  <a:lnTo>
                    <a:pt x="7" y="2033"/>
                  </a:lnTo>
                  <a:lnTo>
                    <a:pt x="3" y="1981"/>
                  </a:lnTo>
                  <a:lnTo>
                    <a:pt x="0" y="1931"/>
                  </a:lnTo>
                  <a:lnTo>
                    <a:pt x="0" y="308"/>
                  </a:lnTo>
                  <a:lnTo>
                    <a:pt x="3" y="260"/>
                  </a:lnTo>
                  <a:lnTo>
                    <a:pt x="7" y="215"/>
                  </a:lnTo>
                  <a:lnTo>
                    <a:pt x="17" y="174"/>
                  </a:lnTo>
                  <a:lnTo>
                    <a:pt x="29" y="137"/>
                  </a:lnTo>
                  <a:lnTo>
                    <a:pt x="44" y="104"/>
                  </a:lnTo>
                  <a:lnTo>
                    <a:pt x="61" y="76"/>
                  </a:lnTo>
                  <a:lnTo>
                    <a:pt x="81" y="51"/>
                  </a:lnTo>
                  <a:lnTo>
                    <a:pt x="105" y="31"/>
                  </a:lnTo>
                  <a:lnTo>
                    <a:pt x="130" y="16"/>
                  </a:lnTo>
                  <a:lnTo>
                    <a:pt x="157" y="5"/>
                  </a:lnTo>
                  <a:lnTo>
                    <a:pt x="187" y="0"/>
                  </a:lnTo>
                  <a:lnTo>
                    <a:pt x="218" y="0"/>
                  </a:lnTo>
                  <a:lnTo>
                    <a:pt x="251" y="3"/>
                  </a:lnTo>
                  <a:lnTo>
                    <a:pt x="285" y="14"/>
                  </a:lnTo>
                  <a:lnTo>
                    <a:pt x="320" y="29"/>
                  </a:lnTo>
                  <a:lnTo>
                    <a:pt x="357" y="49"/>
                  </a:lnTo>
                  <a:close/>
                </a:path>
              </a:pathLst>
            </a:custGeom>
            <a:solidFill>
              <a:srgbClr val="BFBFB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6832" name="Freeform 46"/>
            <p:cNvSpPr>
              <a:spLocks/>
            </p:cNvSpPr>
            <p:nvPr/>
          </p:nvSpPr>
          <p:spPr bwMode="auto">
            <a:xfrm>
              <a:off x="1268" y="1663"/>
              <a:ext cx="393" cy="711"/>
            </a:xfrm>
            <a:custGeom>
              <a:avLst/>
              <a:gdLst>
                <a:gd name="T0" fmla="*/ 3 w 1962"/>
                <a:gd name="T1" fmla="*/ 7 h 3555"/>
                <a:gd name="T2" fmla="*/ 2 w 1962"/>
                <a:gd name="T3" fmla="*/ 7 h 3555"/>
                <a:gd name="T4" fmla="*/ 2 w 1962"/>
                <a:gd name="T5" fmla="*/ 8 h 3555"/>
                <a:gd name="T6" fmla="*/ 1 w 1962"/>
                <a:gd name="T7" fmla="*/ 8 h 3555"/>
                <a:gd name="T8" fmla="*/ 1 w 1962"/>
                <a:gd name="T9" fmla="*/ 9 h 3555"/>
                <a:gd name="T10" fmla="*/ 1 w 1962"/>
                <a:gd name="T11" fmla="*/ 10 h 3555"/>
                <a:gd name="T12" fmla="*/ 0 w 1962"/>
                <a:gd name="T13" fmla="*/ 11 h 3555"/>
                <a:gd name="T14" fmla="*/ 0 w 1962"/>
                <a:gd name="T15" fmla="*/ 12 h 3555"/>
                <a:gd name="T16" fmla="*/ 0 w 1962"/>
                <a:gd name="T17" fmla="*/ 13 h 3555"/>
                <a:gd name="T18" fmla="*/ 0 w 1962"/>
                <a:gd name="T19" fmla="*/ 26 h 3555"/>
                <a:gd name="T20" fmla="*/ 0 w 1962"/>
                <a:gd name="T21" fmla="*/ 27 h 3555"/>
                <a:gd name="T22" fmla="*/ 0 w 1962"/>
                <a:gd name="T23" fmla="*/ 28 h 3555"/>
                <a:gd name="T24" fmla="*/ 1 w 1962"/>
                <a:gd name="T25" fmla="*/ 28 h 3555"/>
                <a:gd name="T26" fmla="*/ 1 w 1962"/>
                <a:gd name="T27" fmla="*/ 28 h 3555"/>
                <a:gd name="T28" fmla="*/ 2 w 1962"/>
                <a:gd name="T29" fmla="*/ 28 h 3555"/>
                <a:gd name="T30" fmla="*/ 2 w 1962"/>
                <a:gd name="T31" fmla="*/ 28 h 3555"/>
                <a:gd name="T32" fmla="*/ 3 w 1962"/>
                <a:gd name="T33" fmla="*/ 28 h 3555"/>
                <a:gd name="T34" fmla="*/ 13 w 1962"/>
                <a:gd name="T35" fmla="*/ 22 h 3555"/>
                <a:gd name="T36" fmla="*/ 13 w 1962"/>
                <a:gd name="T37" fmla="*/ 21 h 3555"/>
                <a:gd name="T38" fmla="*/ 14 w 1962"/>
                <a:gd name="T39" fmla="*/ 21 h 3555"/>
                <a:gd name="T40" fmla="*/ 14 w 1962"/>
                <a:gd name="T41" fmla="*/ 20 h 3555"/>
                <a:gd name="T42" fmla="*/ 15 w 1962"/>
                <a:gd name="T43" fmla="*/ 19 h 3555"/>
                <a:gd name="T44" fmla="*/ 15 w 1962"/>
                <a:gd name="T45" fmla="*/ 18 h 3555"/>
                <a:gd name="T46" fmla="*/ 16 w 1962"/>
                <a:gd name="T47" fmla="*/ 18 h 3555"/>
                <a:gd name="T48" fmla="*/ 16 w 1962"/>
                <a:gd name="T49" fmla="*/ 17 h 3555"/>
                <a:gd name="T50" fmla="*/ 16 w 1962"/>
                <a:gd name="T51" fmla="*/ 16 h 3555"/>
                <a:gd name="T52" fmla="*/ 16 w 1962"/>
                <a:gd name="T53" fmla="*/ 2 h 3555"/>
                <a:gd name="T54" fmla="*/ 16 w 1962"/>
                <a:gd name="T55" fmla="*/ 1 h 3555"/>
                <a:gd name="T56" fmla="*/ 15 w 1962"/>
                <a:gd name="T57" fmla="*/ 1 h 3555"/>
                <a:gd name="T58" fmla="*/ 15 w 1962"/>
                <a:gd name="T59" fmla="*/ 0 h 3555"/>
                <a:gd name="T60" fmla="*/ 15 w 1962"/>
                <a:gd name="T61" fmla="*/ 0 h 3555"/>
                <a:gd name="T62" fmla="*/ 14 w 1962"/>
                <a:gd name="T63" fmla="*/ 0 h 3555"/>
                <a:gd name="T64" fmla="*/ 14 w 1962"/>
                <a:gd name="T65" fmla="*/ 0 h 3555"/>
                <a:gd name="T66" fmla="*/ 13 w 1962"/>
                <a:gd name="T67" fmla="*/ 0 h 3555"/>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962"/>
                <a:gd name="T103" fmla="*/ 0 h 3555"/>
                <a:gd name="T104" fmla="*/ 1962 w 1962"/>
                <a:gd name="T105" fmla="*/ 3555 h 3555"/>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962" h="3555">
                  <a:moveTo>
                    <a:pt x="1594" y="50"/>
                  </a:moveTo>
                  <a:lnTo>
                    <a:pt x="368" y="831"/>
                  </a:lnTo>
                  <a:lnTo>
                    <a:pt x="330" y="858"/>
                  </a:lnTo>
                  <a:lnTo>
                    <a:pt x="294" y="888"/>
                  </a:lnTo>
                  <a:lnTo>
                    <a:pt x="259" y="922"/>
                  </a:lnTo>
                  <a:lnTo>
                    <a:pt x="225" y="961"/>
                  </a:lnTo>
                  <a:lnTo>
                    <a:pt x="193" y="1003"/>
                  </a:lnTo>
                  <a:lnTo>
                    <a:pt x="163" y="1047"/>
                  </a:lnTo>
                  <a:lnTo>
                    <a:pt x="133" y="1094"/>
                  </a:lnTo>
                  <a:lnTo>
                    <a:pt x="108" y="1143"/>
                  </a:lnTo>
                  <a:lnTo>
                    <a:pt x="84" y="1193"/>
                  </a:lnTo>
                  <a:lnTo>
                    <a:pt x="63" y="1246"/>
                  </a:lnTo>
                  <a:lnTo>
                    <a:pt x="44" y="1299"/>
                  </a:lnTo>
                  <a:lnTo>
                    <a:pt x="29" y="1353"/>
                  </a:lnTo>
                  <a:lnTo>
                    <a:pt x="16" y="1405"/>
                  </a:lnTo>
                  <a:lnTo>
                    <a:pt x="7" y="1459"/>
                  </a:lnTo>
                  <a:lnTo>
                    <a:pt x="2" y="1512"/>
                  </a:lnTo>
                  <a:lnTo>
                    <a:pt x="0" y="1565"/>
                  </a:lnTo>
                  <a:lnTo>
                    <a:pt x="0" y="3237"/>
                  </a:lnTo>
                  <a:lnTo>
                    <a:pt x="2" y="3287"/>
                  </a:lnTo>
                  <a:lnTo>
                    <a:pt x="7" y="3333"/>
                  </a:lnTo>
                  <a:lnTo>
                    <a:pt x="16" y="3375"/>
                  </a:lnTo>
                  <a:lnTo>
                    <a:pt x="29" y="3413"/>
                  </a:lnTo>
                  <a:lnTo>
                    <a:pt x="44" y="3447"/>
                  </a:lnTo>
                  <a:lnTo>
                    <a:pt x="63" y="3477"/>
                  </a:lnTo>
                  <a:lnTo>
                    <a:pt x="84" y="3502"/>
                  </a:lnTo>
                  <a:lnTo>
                    <a:pt x="108" y="3522"/>
                  </a:lnTo>
                  <a:lnTo>
                    <a:pt x="133" y="3538"/>
                  </a:lnTo>
                  <a:lnTo>
                    <a:pt x="163" y="3549"/>
                  </a:lnTo>
                  <a:lnTo>
                    <a:pt x="193" y="3555"/>
                  </a:lnTo>
                  <a:lnTo>
                    <a:pt x="225" y="3555"/>
                  </a:lnTo>
                  <a:lnTo>
                    <a:pt x="259" y="3550"/>
                  </a:lnTo>
                  <a:lnTo>
                    <a:pt x="294" y="3541"/>
                  </a:lnTo>
                  <a:lnTo>
                    <a:pt x="330" y="3524"/>
                  </a:lnTo>
                  <a:lnTo>
                    <a:pt x="368" y="3503"/>
                  </a:lnTo>
                  <a:lnTo>
                    <a:pt x="1594" y="2722"/>
                  </a:lnTo>
                  <a:lnTo>
                    <a:pt x="1632" y="2696"/>
                  </a:lnTo>
                  <a:lnTo>
                    <a:pt x="1668" y="2665"/>
                  </a:lnTo>
                  <a:lnTo>
                    <a:pt x="1703" y="2631"/>
                  </a:lnTo>
                  <a:lnTo>
                    <a:pt x="1737" y="2592"/>
                  </a:lnTo>
                  <a:lnTo>
                    <a:pt x="1769" y="2551"/>
                  </a:lnTo>
                  <a:lnTo>
                    <a:pt x="1799" y="2506"/>
                  </a:lnTo>
                  <a:lnTo>
                    <a:pt x="1829" y="2460"/>
                  </a:lnTo>
                  <a:lnTo>
                    <a:pt x="1854" y="2411"/>
                  </a:lnTo>
                  <a:lnTo>
                    <a:pt x="1878" y="2361"/>
                  </a:lnTo>
                  <a:lnTo>
                    <a:pt x="1899" y="2308"/>
                  </a:lnTo>
                  <a:lnTo>
                    <a:pt x="1918" y="2256"/>
                  </a:lnTo>
                  <a:lnTo>
                    <a:pt x="1933" y="2202"/>
                  </a:lnTo>
                  <a:lnTo>
                    <a:pt x="1946" y="2149"/>
                  </a:lnTo>
                  <a:lnTo>
                    <a:pt x="1955" y="2095"/>
                  </a:lnTo>
                  <a:lnTo>
                    <a:pt x="1960" y="2042"/>
                  </a:lnTo>
                  <a:lnTo>
                    <a:pt x="1962" y="1989"/>
                  </a:lnTo>
                  <a:lnTo>
                    <a:pt x="1962" y="319"/>
                  </a:lnTo>
                  <a:lnTo>
                    <a:pt x="1960" y="269"/>
                  </a:lnTo>
                  <a:lnTo>
                    <a:pt x="1955" y="223"/>
                  </a:lnTo>
                  <a:lnTo>
                    <a:pt x="1946" y="180"/>
                  </a:lnTo>
                  <a:lnTo>
                    <a:pt x="1933" y="143"/>
                  </a:lnTo>
                  <a:lnTo>
                    <a:pt x="1918" y="109"/>
                  </a:lnTo>
                  <a:lnTo>
                    <a:pt x="1899" y="79"/>
                  </a:lnTo>
                  <a:lnTo>
                    <a:pt x="1878" y="54"/>
                  </a:lnTo>
                  <a:lnTo>
                    <a:pt x="1854" y="33"/>
                  </a:lnTo>
                  <a:lnTo>
                    <a:pt x="1829" y="17"/>
                  </a:lnTo>
                  <a:lnTo>
                    <a:pt x="1799" y="7"/>
                  </a:lnTo>
                  <a:lnTo>
                    <a:pt x="1769" y="0"/>
                  </a:lnTo>
                  <a:lnTo>
                    <a:pt x="1737" y="0"/>
                  </a:lnTo>
                  <a:lnTo>
                    <a:pt x="1703" y="4"/>
                  </a:lnTo>
                  <a:lnTo>
                    <a:pt x="1668" y="14"/>
                  </a:lnTo>
                  <a:lnTo>
                    <a:pt x="1632" y="29"/>
                  </a:lnTo>
                  <a:lnTo>
                    <a:pt x="1594" y="50"/>
                  </a:lnTo>
                  <a:close/>
                </a:path>
              </a:pathLst>
            </a:custGeom>
            <a:solidFill>
              <a:srgbClr val="E5E5E5"/>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6833" name="Freeform 47"/>
            <p:cNvSpPr>
              <a:spLocks noEditPoints="1"/>
            </p:cNvSpPr>
            <p:nvPr/>
          </p:nvSpPr>
          <p:spPr bwMode="auto">
            <a:xfrm>
              <a:off x="916" y="1589"/>
              <a:ext cx="697" cy="698"/>
            </a:xfrm>
            <a:custGeom>
              <a:avLst/>
              <a:gdLst>
                <a:gd name="T0" fmla="*/ 16 w 3485"/>
                <a:gd name="T1" fmla="*/ 0 h 3490"/>
                <a:gd name="T2" fmla="*/ 17 w 3485"/>
                <a:gd name="T3" fmla="*/ 2 h 3490"/>
                <a:gd name="T4" fmla="*/ 17 w 3485"/>
                <a:gd name="T5" fmla="*/ 3 h 3490"/>
                <a:gd name="T6" fmla="*/ 14 w 3485"/>
                <a:gd name="T7" fmla="*/ 4 h 3490"/>
                <a:gd name="T8" fmla="*/ 12 w 3485"/>
                <a:gd name="T9" fmla="*/ 4 h 3490"/>
                <a:gd name="T10" fmla="*/ 11 w 3485"/>
                <a:gd name="T11" fmla="*/ 2 h 3490"/>
                <a:gd name="T12" fmla="*/ 11 w 3485"/>
                <a:gd name="T13" fmla="*/ 1 h 3490"/>
                <a:gd name="T14" fmla="*/ 14 w 3485"/>
                <a:gd name="T15" fmla="*/ 0 h 3490"/>
                <a:gd name="T16" fmla="*/ 3 w 3485"/>
                <a:gd name="T17" fmla="*/ 7 h 3490"/>
                <a:gd name="T18" fmla="*/ 4 w 3485"/>
                <a:gd name="T19" fmla="*/ 9 h 3490"/>
                <a:gd name="T20" fmla="*/ 3 w 3485"/>
                <a:gd name="T21" fmla="*/ 12 h 3490"/>
                <a:gd name="T22" fmla="*/ 2 w 3485"/>
                <a:gd name="T23" fmla="*/ 13 h 3490"/>
                <a:gd name="T24" fmla="*/ 1 w 3485"/>
                <a:gd name="T25" fmla="*/ 12 h 3490"/>
                <a:gd name="T26" fmla="*/ 0 w 3485"/>
                <a:gd name="T27" fmla="*/ 10 h 3490"/>
                <a:gd name="T28" fmla="*/ 0 w 3485"/>
                <a:gd name="T29" fmla="*/ 8 h 3490"/>
                <a:gd name="T30" fmla="*/ 2 w 3485"/>
                <a:gd name="T31" fmla="*/ 6 h 3490"/>
                <a:gd name="T32" fmla="*/ 10 w 3485"/>
                <a:gd name="T33" fmla="*/ 20 h 3490"/>
                <a:gd name="T34" fmla="*/ 11 w 3485"/>
                <a:gd name="T35" fmla="*/ 22 h 3490"/>
                <a:gd name="T36" fmla="*/ 11 w 3485"/>
                <a:gd name="T37" fmla="*/ 25 h 3490"/>
                <a:gd name="T38" fmla="*/ 10 w 3485"/>
                <a:gd name="T39" fmla="*/ 27 h 3490"/>
                <a:gd name="T40" fmla="*/ 8 w 3485"/>
                <a:gd name="T41" fmla="*/ 26 h 3490"/>
                <a:gd name="T42" fmla="*/ 7 w 3485"/>
                <a:gd name="T43" fmla="*/ 24 h 3490"/>
                <a:gd name="T44" fmla="*/ 7 w 3485"/>
                <a:gd name="T45" fmla="*/ 22 h 3490"/>
                <a:gd name="T46" fmla="*/ 8 w 3485"/>
                <a:gd name="T47" fmla="*/ 20 h 3490"/>
                <a:gd name="T48" fmla="*/ 20 w 3485"/>
                <a:gd name="T49" fmla="*/ 21 h 3490"/>
                <a:gd name="T50" fmla="*/ 21 w 3485"/>
                <a:gd name="T51" fmla="*/ 23 h 3490"/>
                <a:gd name="T52" fmla="*/ 21 w 3485"/>
                <a:gd name="T53" fmla="*/ 26 h 3490"/>
                <a:gd name="T54" fmla="*/ 20 w 3485"/>
                <a:gd name="T55" fmla="*/ 28 h 3490"/>
                <a:gd name="T56" fmla="*/ 18 w 3485"/>
                <a:gd name="T57" fmla="*/ 28 h 3490"/>
                <a:gd name="T58" fmla="*/ 17 w 3485"/>
                <a:gd name="T59" fmla="*/ 26 h 3490"/>
                <a:gd name="T60" fmla="*/ 17 w 3485"/>
                <a:gd name="T61" fmla="*/ 23 h 3490"/>
                <a:gd name="T62" fmla="*/ 18 w 3485"/>
                <a:gd name="T63" fmla="*/ 21 h 3490"/>
                <a:gd name="T64" fmla="*/ 19 w 3485"/>
                <a:gd name="T65" fmla="*/ 11 h 3490"/>
                <a:gd name="T66" fmla="*/ 20 w 3485"/>
                <a:gd name="T67" fmla="*/ 13 h 3490"/>
                <a:gd name="T68" fmla="*/ 21 w 3485"/>
                <a:gd name="T69" fmla="*/ 15 h 3490"/>
                <a:gd name="T70" fmla="*/ 20 w 3485"/>
                <a:gd name="T71" fmla="*/ 17 h 3490"/>
                <a:gd name="T72" fmla="*/ 18 w 3485"/>
                <a:gd name="T73" fmla="*/ 17 h 3490"/>
                <a:gd name="T74" fmla="*/ 17 w 3485"/>
                <a:gd name="T75" fmla="*/ 16 h 3490"/>
                <a:gd name="T76" fmla="*/ 17 w 3485"/>
                <a:gd name="T77" fmla="*/ 13 h 3490"/>
                <a:gd name="T78" fmla="*/ 18 w 3485"/>
                <a:gd name="T79" fmla="*/ 11 h 3490"/>
                <a:gd name="T80" fmla="*/ 26 w 3485"/>
                <a:gd name="T81" fmla="*/ 7 h 3490"/>
                <a:gd name="T82" fmla="*/ 27 w 3485"/>
                <a:gd name="T83" fmla="*/ 8 h 3490"/>
                <a:gd name="T84" fmla="*/ 27 w 3485"/>
                <a:gd name="T85" fmla="*/ 11 h 3490"/>
                <a:gd name="T86" fmla="*/ 26 w 3485"/>
                <a:gd name="T87" fmla="*/ 13 h 3490"/>
                <a:gd name="T88" fmla="*/ 25 w 3485"/>
                <a:gd name="T89" fmla="*/ 13 h 3490"/>
                <a:gd name="T90" fmla="*/ 24 w 3485"/>
                <a:gd name="T91" fmla="*/ 12 h 3490"/>
                <a:gd name="T92" fmla="*/ 24 w 3485"/>
                <a:gd name="T93" fmla="*/ 9 h 3490"/>
                <a:gd name="T94" fmla="*/ 24 w 3485"/>
                <a:gd name="T95" fmla="*/ 7 h 3490"/>
                <a:gd name="T96" fmla="*/ 26 w 3485"/>
                <a:gd name="T97" fmla="*/ 17 h 3490"/>
                <a:gd name="T98" fmla="*/ 27 w 3485"/>
                <a:gd name="T99" fmla="*/ 18 h 3490"/>
                <a:gd name="T100" fmla="*/ 28 w 3485"/>
                <a:gd name="T101" fmla="*/ 21 h 3490"/>
                <a:gd name="T102" fmla="*/ 27 w 3485"/>
                <a:gd name="T103" fmla="*/ 23 h 3490"/>
                <a:gd name="T104" fmla="*/ 26 w 3485"/>
                <a:gd name="T105" fmla="*/ 24 h 3490"/>
                <a:gd name="T106" fmla="*/ 24 w 3485"/>
                <a:gd name="T107" fmla="*/ 23 h 3490"/>
                <a:gd name="T108" fmla="*/ 24 w 3485"/>
                <a:gd name="T109" fmla="*/ 20 h 3490"/>
                <a:gd name="T110" fmla="*/ 25 w 3485"/>
                <a:gd name="T111" fmla="*/ 18 h 3490"/>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w 3485"/>
                <a:gd name="T169" fmla="*/ 0 h 3490"/>
                <a:gd name="T170" fmla="*/ 3485 w 3485"/>
                <a:gd name="T171" fmla="*/ 3490 h 3490"/>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T168" t="T169" r="T170" b="T171"/>
              <a:pathLst>
                <a:path w="3485" h="3490">
                  <a:moveTo>
                    <a:pt x="1754" y="0"/>
                  </a:moveTo>
                  <a:lnTo>
                    <a:pt x="1797" y="2"/>
                  </a:lnTo>
                  <a:lnTo>
                    <a:pt x="1840" y="5"/>
                  </a:lnTo>
                  <a:lnTo>
                    <a:pt x="1881" y="12"/>
                  </a:lnTo>
                  <a:lnTo>
                    <a:pt x="1921" y="20"/>
                  </a:lnTo>
                  <a:lnTo>
                    <a:pt x="1959" y="31"/>
                  </a:lnTo>
                  <a:lnTo>
                    <a:pt x="1994" y="44"/>
                  </a:lnTo>
                  <a:lnTo>
                    <a:pt x="2028" y="59"/>
                  </a:lnTo>
                  <a:lnTo>
                    <a:pt x="2058" y="74"/>
                  </a:lnTo>
                  <a:lnTo>
                    <a:pt x="2086" y="93"/>
                  </a:lnTo>
                  <a:lnTo>
                    <a:pt x="2111" y="113"/>
                  </a:lnTo>
                  <a:lnTo>
                    <a:pt x="2132" y="133"/>
                  </a:lnTo>
                  <a:lnTo>
                    <a:pt x="2151" y="155"/>
                  </a:lnTo>
                  <a:lnTo>
                    <a:pt x="2165" y="179"/>
                  </a:lnTo>
                  <a:lnTo>
                    <a:pt x="2175" y="203"/>
                  </a:lnTo>
                  <a:lnTo>
                    <a:pt x="2182" y="229"/>
                  </a:lnTo>
                  <a:lnTo>
                    <a:pt x="2185" y="255"/>
                  </a:lnTo>
                  <a:lnTo>
                    <a:pt x="2182" y="281"/>
                  </a:lnTo>
                  <a:lnTo>
                    <a:pt x="2175" y="305"/>
                  </a:lnTo>
                  <a:lnTo>
                    <a:pt x="2165" y="330"/>
                  </a:lnTo>
                  <a:lnTo>
                    <a:pt x="2151" y="353"/>
                  </a:lnTo>
                  <a:lnTo>
                    <a:pt x="2132" y="376"/>
                  </a:lnTo>
                  <a:lnTo>
                    <a:pt x="2111" y="397"/>
                  </a:lnTo>
                  <a:lnTo>
                    <a:pt x="2086" y="417"/>
                  </a:lnTo>
                  <a:lnTo>
                    <a:pt x="2058" y="434"/>
                  </a:lnTo>
                  <a:lnTo>
                    <a:pt x="2028" y="451"/>
                  </a:lnTo>
                  <a:lnTo>
                    <a:pt x="1994" y="466"/>
                  </a:lnTo>
                  <a:lnTo>
                    <a:pt x="1959" y="479"/>
                  </a:lnTo>
                  <a:lnTo>
                    <a:pt x="1921" y="489"/>
                  </a:lnTo>
                  <a:lnTo>
                    <a:pt x="1881" y="498"/>
                  </a:lnTo>
                  <a:lnTo>
                    <a:pt x="1840" y="505"/>
                  </a:lnTo>
                  <a:lnTo>
                    <a:pt x="1797" y="508"/>
                  </a:lnTo>
                  <a:lnTo>
                    <a:pt x="1754" y="509"/>
                  </a:lnTo>
                  <a:lnTo>
                    <a:pt x="1710" y="508"/>
                  </a:lnTo>
                  <a:lnTo>
                    <a:pt x="1667" y="505"/>
                  </a:lnTo>
                  <a:lnTo>
                    <a:pt x="1626" y="498"/>
                  </a:lnTo>
                  <a:lnTo>
                    <a:pt x="1586" y="489"/>
                  </a:lnTo>
                  <a:lnTo>
                    <a:pt x="1548" y="479"/>
                  </a:lnTo>
                  <a:lnTo>
                    <a:pt x="1512" y="466"/>
                  </a:lnTo>
                  <a:lnTo>
                    <a:pt x="1479" y="451"/>
                  </a:lnTo>
                  <a:lnTo>
                    <a:pt x="1449" y="434"/>
                  </a:lnTo>
                  <a:lnTo>
                    <a:pt x="1421" y="417"/>
                  </a:lnTo>
                  <a:lnTo>
                    <a:pt x="1395" y="397"/>
                  </a:lnTo>
                  <a:lnTo>
                    <a:pt x="1374" y="376"/>
                  </a:lnTo>
                  <a:lnTo>
                    <a:pt x="1355" y="353"/>
                  </a:lnTo>
                  <a:lnTo>
                    <a:pt x="1341" y="330"/>
                  </a:lnTo>
                  <a:lnTo>
                    <a:pt x="1331" y="305"/>
                  </a:lnTo>
                  <a:lnTo>
                    <a:pt x="1324" y="281"/>
                  </a:lnTo>
                  <a:lnTo>
                    <a:pt x="1321" y="255"/>
                  </a:lnTo>
                  <a:lnTo>
                    <a:pt x="1324" y="229"/>
                  </a:lnTo>
                  <a:lnTo>
                    <a:pt x="1331" y="203"/>
                  </a:lnTo>
                  <a:lnTo>
                    <a:pt x="1341" y="179"/>
                  </a:lnTo>
                  <a:lnTo>
                    <a:pt x="1355" y="155"/>
                  </a:lnTo>
                  <a:lnTo>
                    <a:pt x="1374" y="133"/>
                  </a:lnTo>
                  <a:lnTo>
                    <a:pt x="1395" y="113"/>
                  </a:lnTo>
                  <a:lnTo>
                    <a:pt x="1421" y="93"/>
                  </a:lnTo>
                  <a:lnTo>
                    <a:pt x="1449" y="74"/>
                  </a:lnTo>
                  <a:lnTo>
                    <a:pt x="1479" y="59"/>
                  </a:lnTo>
                  <a:lnTo>
                    <a:pt x="1512" y="44"/>
                  </a:lnTo>
                  <a:lnTo>
                    <a:pt x="1548" y="31"/>
                  </a:lnTo>
                  <a:lnTo>
                    <a:pt x="1586" y="20"/>
                  </a:lnTo>
                  <a:lnTo>
                    <a:pt x="1626" y="12"/>
                  </a:lnTo>
                  <a:lnTo>
                    <a:pt x="1667" y="5"/>
                  </a:lnTo>
                  <a:lnTo>
                    <a:pt x="1710" y="2"/>
                  </a:lnTo>
                  <a:lnTo>
                    <a:pt x="1754" y="0"/>
                  </a:lnTo>
                  <a:close/>
                  <a:moveTo>
                    <a:pt x="239" y="786"/>
                  </a:moveTo>
                  <a:lnTo>
                    <a:pt x="263" y="788"/>
                  </a:lnTo>
                  <a:lnTo>
                    <a:pt x="287" y="794"/>
                  </a:lnTo>
                  <a:lnTo>
                    <a:pt x="309" y="805"/>
                  </a:lnTo>
                  <a:lnTo>
                    <a:pt x="331" y="819"/>
                  </a:lnTo>
                  <a:lnTo>
                    <a:pt x="352" y="836"/>
                  </a:lnTo>
                  <a:lnTo>
                    <a:pt x="372" y="857"/>
                  </a:lnTo>
                  <a:lnTo>
                    <a:pt x="390" y="882"/>
                  </a:lnTo>
                  <a:lnTo>
                    <a:pt x="407" y="909"/>
                  </a:lnTo>
                  <a:lnTo>
                    <a:pt x="423" y="940"/>
                  </a:lnTo>
                  <a:lnTo>
                    <a:pt x="437" y="971"/>
                  </a:lnTo>
                  <a:lnTo>
                    <a:pt x="448" y="1006"/>
                  </a:lnTo>
                  <a:lnTo>
                    <a:pt x="459" y="1043"/>
                  </a:lnTo>
                  <a:lnTo>
                    <a:pt x="467" y="1081"/>
                  </a:lnTo>
                  <a:lnTo>
                    <a:pt x="473" y="1121"/>
                  </a:lnTo>
                  <a:lnTo>
                    <a:pt x="476" y="1163"/>
                  </a:lnTo>
                  <a:lnTo>
                    <a:pt x="478" y="1206"/>
                  </a:lnTo>
                  <a:lnTo>
                    <a:pt x="476" y="1248"/>
                  </a:lnTo>
                  <a:lnTo>
                    <a:pt x="473" y="1290"/>
                  </a:lnTo>
                  <a:lnTo>
                    <a:pt x="467" y="1330"/>
                  </a:lnTo>
                  <a:lnTo>
                    <a:pt x="459" y="1367"/>
                  </a:lnTo>
                  <a:lnTo>
                    <a:pt x="448" y="1405"/>
                  </a:lnTo>
                  <a:lnTo>
                    <a:pt x="437" y="1439"/>
                  </a:lnTo>
                  <a:lnTo>
                    <a:pt x="423" y="1472"/>
                  </a:lnTo>
                  <a:lnTo>
                    <a:pt x="407" y="1501"/>
                  </a:lnTo>
                  <a:lnTo>
                    <a:pt x="390" y="1528"/>
                  </a:lnTo>
                  <a:lnTo>
                    <a:pt x="372" y="1553"/>
                  </a:lnTo>
                  <a:lnTo>
                    <a:pt x="352" y="1574"/>
                  </a:lnTo>
                  <a:lnTo>
                    <a:pt x="331" y="1591"/>
                  </a:lnTo>
                  <a:lnTo>
                    <a:pt x="309" y="1605"/>
                  </a:lnTo>
                  <a:lnTo>
                    <a:pt x="287" y="1616"/>
                  </a:lnTo>
                  <a:lnTo>
                    <a:pt x="263" y="1622"/>
                  </a:lnTo>
                  <a:lnTo>
                    <a:pt x="239" y="1624"/>
                  </a:lnTo>
                  <a:lnTo>
                    <a:pt x="214" y="1622"/>
                  </a:lnTo>
                  <a:lnTo>
                    <a:pt x="191" y="1616"/>
                  </a:lnTo>
                  <a:lnTo>
                    <a:pt x="168" y="1605"/>
                  </a:lnTo>
                  <a:lnTo>
                    <a:pt x="146" y="1591"/>
                  </a:lnTo>
                  <a:lnTo>
                    <a:pt x="125" y="1574"/>
                  </a:lnTo>
                  <a:lnTo>
                    <a:pt x="105" y="1553"/>
                  </a:lnTo>
                  <a:lnTo>
                    <a:pt x="87" y="1528"/>
                  </a:lnTo>
                  <a:lnTo>
                    <a:pt x="70" y="1501"/>
                  </a:lnTo>
                  <a:lnTo>
                    <a:pt x="55" y="1472"/>
                  </a:lnTo>
                  <a:lnTo>
                    <a:pt x="41" y="1439"/>
                  </a:lnTo>
                  <a:lnTo>
                    <a:pt x="29" y="1405"/>
                  </a:lnTo>
                  <a:lnTo>
                    <a:pt x="18" y="1367"/>
                  </a:lnTo>
                  <a:lnTo>
                    <a:pt x="10" y="1330"/>
                  </a:lnTo>
                  <a:lnTo>
                    <a:pt x="4" y="1290"/>
                  </a:lnTo>
                  <a:lnTo>
                    <a:pt x="1" y="1248"/>
                  </a:lnTo>
                  <a:lnTo>
                    <a:pt x="0" y="1206"/>
                  </a:lnTo>
                  <a:lnTo>
                    <a:pt x="1" y="1163"/>
                  </a:lnTo>
                  <a:lnTo>
                    <a:pt x="4" y="1121"/>
                  </a:lnTo>
                  <a:lnTo>
                    <a:pt x="10" y="1081"/>
                  </a:lnTo>
                  <a:lnTo>
                    <a:pt x="18" y="1043"/>
                  </a:lnTo>
                  <a:lnTo>
                    <a:pt x="29" y="1006"/>
                  </a:lnTo>
                  <a:lnTo>
                    <a:pt x="41" y="971"/>
                  </a:lnTo>
                  <a:lnTo>
                    <a:pt x="55" y="940"/>
                  </a:lnTo>
                  <a:lnTo>
                    <a:pt x="70" y="909"/>
                  </a:lnTo>
                  <a:lnTo>
                    <a:pt x="87" y="882"/>
                  </a:lnTo>
                  <a:lnTo>
                    <a:pt x="105" y="857"/>
                  </a:lnTo>
                  <a:lnTo>
                    <a:pt x="125" y="836"/>
                  </a:lnTo>
                  <a:lnTo>
                    <a:pt x="146" y="819"/>
                  </a:lnTo>
                  <a:lnTo>
                    <a:pt x="168" y="805"/>
                  </a:lnTo>
                  <a:lnTo>
                    <a:pt x="191" y="794"/>
                  </a:lnTo>
                  <a:lnTo>
                    <a:pt x="214" y="788"/>
                  </a:lnTo>
                  <a:lnTo>
                    <a:pt x="239" y="786"/>
                  </a:lnTo>
                  <a:close/>
                  <a:moveTo>
                    <a:pt x="1119" y="2495"/>
                  </a:moveTo>
                  <a:lnTo>
                    <a:pt x="1143" y="2498"/>
                  </a:lnTo>
                  <a:lnTo>
                    <a:pt x="1167" y="2504"/>
                  </a:lnTo>
                  <a:lnTo>
                    <a:pt x="1190" y="2514"/>
                  </a:lnTo>
                  <a:lnTo>
                    <a:pt x="1211" y="2528"/>
                  </a:lnTo>
                  <a:lnTo>
                    <a:pt x="1232" y="2546"/>
                  </a:lnTo>
                  <a:lnTo>
                    <a:pt x="1252" y="2567"/>
                  </a:lnTo>
                  <a:lnTo>
                    <a:pt x="1271" y="2592"/>
                  </a:lnTo>
                  <a:lnTo>
                    <a:pt x="1288" y="2618"/>
                  </a:lnTo>
                  <a:lnTo>
                    <a:pt x="1304" y="2648"/>
                  </a:lnTo>
                  <a:lnTo>
                    <a:pt x="1318" y="2681"/>
                  </a:lnTo>
                  <a:lnTo>
                    <a:pt x="1329" y="2715"/>
                  </a:lnTo>
                  <a:lnTo>
                    <a:pt x="1340" y="2752"/>
                  </a:lnTo>
                  <a:lnTo>
                    <a:pt x="1348" y="2790"/>
                  </a:lnTo>
                  <a:lnTo>
                    <a:pt x="1354" y="2830"/>
                  </a:lnTo>
                  <a:lnTo>
                    <a:pt x="1358" y="2872"/>
                  </a:lnTo>
                  <a:lnTo>
                    <a:pt x="1359" y="2914"/>
                  </a:lnTo>
                  <a:lnTo>
                    <a:pt x="1358" y="2956"/>
                  </a:lnTo>
                  <a:lnTo>
                    <a:pt x="1354" y="2998"/>
                  </a:lnTo>
                  <a:lnTo>
                    <a:pt x="1348" y="3038"/>
                  </a:lnTo>
                  <a:lnTo>
                    <a:pt x="1340" y="3077"/>
                  </a:lnTo>
                  <a:lnTo>
                    <a:pt x="1329" y="3113"/>
                  </a:lnTo>
                  <a:lnTo>
                    <a:pt x="1318" y="3147"/>
                  </a:lnTo>
                  <a:lnTo>
                    <a:pt x="1304" y="3180"/>
                  </a:lnTo>
                  <a:lnTo>
                    <a:pt x="1288" y="3209"/>
                  </a:lnTo>
                  <a:lnTo>
                    <a:pt x="1271" y="3238"/>
                  </a:lnTo>
                  <a:lnTo>
                    <a:pt x="1252" y="3261"/>
                  </a:lnTo>
                  <a:lnTo>
                    <a:pt x="1232" y="3282"/>
                  </a:lnTo>
                  <a:lnTo>
                    <a:pt x="1211" y="3301"/>
                  </a:lnTo>
                  <a:lnTo>
                    <a:pt x="1190" y="3315"/>
                  </a:lnTo>
                  <a:lnTo>
                    <a:pt x="1167" y="3325"/>
                  </a:lnTo>
                  <a:lnTo>
                    <a:pt x="1143" y="3331"/>
                  </a:lnTo>
                  <a:lnTo>
                    <a:pt x="1119" y="3334"/>
                  </a:lnTo>
                  <a:lnTo>
                    <a:pt x="1094" y="3331"/>
                  </a:lnTo>
                  <a:lnTo>
                    <a:pt x="1070" y="3325"/>
                  </a:lnTo>
                  <a:lnTo>
                    <a:pt x="1048" y="3315"/>
                  </a:lnTo>
                  <a:lnTo>
                    <a:pt x="1026" y="3301"/>
                  </a:lnTo>
                  <a:lnTo>
                    <a:pt x="1005" y="3282"/>
                  </a:lnTo>
                  <a:lnTo>
                    <a:pt x="985" y="3261"/>
                  </a:lnTo>
                  <a:lnTo>
                    <a:pt x="967" y="3238"/>
                  </a:lnTo>
                  <a:lnTo>
                    <a:pt x="950" y="3209"/>
                  </a:lnTo>
                  <a:lnTo>
                    <a:pt x="935" y="3180"/>
                  </a:lnTo>
                  <a:lnTo>
                    <a:pt x="921" y="3147"/>
                  </a:lnTo>
                  <a:lnTo>
                    <a:pt x="909" y="3113"/>
                  </a:lnTo>
                  <a:lnTo>
                    <a:pt x="898" y="3077"/>
                  </a:lnTo>
                  <a:lnTo>
                    <a:pt x="890" y="3038"/>
                  </a:lnTo>
                  <a:lnTo>
                    <a:pt x="884" y="2998"/>
                  </a:lnTo>
                  <a:lnTo>
                    <a:pt x="881" y="2956"/>
                  </a:lnTo>
                  <a:lnTo>
                    <a:pt x="880" y="2914"/>
                  </a:lnTo>
                  <a:lnTo>
                    <a:pt x="881" y="2872"/>
                  </a:lnTo>
                  <a:lnTo>
                    <a:pt x="884" y="2830"/>
                  </a:lnTo>
                  <a:lnTo>
                    <a:pt x="890" y="2790"/>
                  </a:lnTo>
                  <a:lnTo>
                    <a:pt x="898" y="2752"/>
                  </a:lnTo>
                  <a:lnTo>
                    <a:pt x="909" y="2715"/>
                  </a:lnTo>
                  <a:lnTo>
                    <a:pt x="921" y="2681"/>
                  </a:lnTo>
                  <a:lnTo>
                    <a:pt x="935" y="2648"/>
                  </a:lnTo>
                  <a:lnTo>
                    <a:pt x="950" y="2618"/>
                  </a:lnTo>
                  <a:lnTo>
                    <a:pt x="967" y="2592"/>
                  </a:lnTo>
                  <a:lnTo>
                    <a:pt x="985" y="2567"/>
                  </a:lnTo>
                  <a:lnTo>
                    <a:pt x="1005" y="2546"/>
                  </a:lnTo>
                  <a:lnTo>
                    <a:pt x="1026" y="2528"/>
                  </a:lnTo>
                  <a:lnTo>
                    <a:pt x="1048" y="2514"/>
                  </a:lnTo>
                  <a:lnTo>
                    <a:pt x="1070" y="2504"/>
                  </a:lnTo>
                  <a:lnTo>
                    <a:pt x="1094" y="2498"/>
                  </a:lnTo>
                  <a:lnTo>
                    <a:pt x="1119" y="2495"/>
                  </a:lnTo>
                  <a:close/>
                  <a:moveTo>
                    <a:pt x="2380" y="2651"/>
                  </a:moveTo>
                  <a:lnTo>
                    <a:pt x="2405" y="2654"/>
                  </a:lnTo>
                  <a:lnTo>
                    <a:pt x="2428" y="2660"/>
                  </a:lnTo>
                  <a:lnTo>
                    <a:pt x="2452" y="2670"/>
                  </a:lnTo>
                  <a:lnTo>
                    <a:pt x="2473" y="2684"/>
                  </a:lnTo>
                  <a:lnTo>
                    <a:pt x="2494" y="2703"/>
                  </a:lnTo>
                  <a:lnTo>
                    <a:pt x="2514" y="2724"/>
                  </a:lnTo>
                  <a:lnTo>
                    <a:pt x="2533" y="2747"/>
                  </a:lnTo>
                  <a:lnTo>
                    <a:pt x="2550" y="2774"/>
                  </a:lnTo>
                  <a:lnTo>
                    <a:pt x="2565" y="2805"/>
                  </a:lnTo>
                  <a:lnTo>
                    <a:pt x="2580" y="2838"/>
                  </a:lnTo>
                  <a:lnTo>
                    <a:pt x="2591" y="2872"/>
                  </a:lnTo>
                  <a:lnTo>
                    <a:pt x="2602" y="2908"/>
                  </a:lnTo>
                  <a:lnTo>
                    <a:pt x="2610" y="2947"/>
                  </a:lnTo>
                  <a:lnTo>
                    <a:pt x="2616" y="2987"/>
                  </a:lnTo>
                  <a:lnTo>
                    <a:pt x="2619" y="3029"/>
                  </a:lnTo>
                  <a:lnTo>
                    <a:pt x="2621" y="3071"/>
                  </a:lnTo>
                  <a:lnTo>
                    <a:pt x="2619" y="3113"/>
                  </a:lnTo>
                  <a:lnTo>
                    <a:pt x="2616" y="3155"/>
                  </a:lnTo>
                  <a:lnTo>
                    <a:pt x="2610" y="3195"/>
                  </a:lnTo>
                  <a:lnTo>
                    <a:pt x="2602" y="3233"/>
                  </a:lnTo>
                  <a:lnTo>
                    <a:pt x="2591" y="3270"/>
                  </a:lnTo>
                  <a:lnTo>
                    <a:pt x="2580" y="3304"/>
                  </a:lnTo>
                  <a:lnTo>
                    <a:pt x="2565" y="3337"/>
                  </a:lnTo>
                  <a:lnTo>
                    <a:pt x="2550" y="3367"/>
                  </a:lnTo>
                  <a:lnTo>
                    <a:pt x="2533" y="3393"/>
                  </a:lnTo>
                  <a:lnTo>
                    <a:pt x="2514" y="3418"/>
                  </a:lnTo>
                  <a:lnTo>
                    <a:pt x="2494" y="3439"/>
                  </a:lnTo>
                  <a:lnTo>
                    <a:pt x="2473" y="3457"/>
                  </a:lnTo>
                  <a:lnTo>
                    <a:pt x="2452" y="3471"/>
                  </a:lnTo>
                  <a:lnTo>
                    <a:pt x="2428" y="3481"/>
                  </a:lnTo>
                  <a:lnTo>
                    <a:pt x="2405" y="3487"/>
                  </a:lnTo>
                  <a:lnTo>
                    <a:pt x="2380" y="3490"/>
                  </a:lnTo>
                  <a:lnTo>
                    <a:pt x="2356" y="3487"/>
                  </a:lnTo>
                  <a:lnTo>
                    <a:pt x="2332" y="3481"/>
                  </a:lnTo>
                  <a:lnTo>
                    <a:pt x="2310" y="3471"/>
                  </a:lnTo>
                  <a:lnTo>
                    <a:pt x="2288" y="3457"/>
                  </a:lnTo>
                  <a:lnTo>
                    <a:pt x="2267" y="3439"/>
                  </a:lnTo>
                  <a:lnTo>
                    <a:pt x="2248" y="3418"/>
                  </a:lnTo>
                  <a:lnTo>
                    <a:pt x="2229" y="3393"/>
                  </a:lnTo>
                  <a:lnTo>
                    <a:pt x="2212" y="3367"/>
                  </a:lnTo>
                  <a:lnTo>
                    <a:pt x="2196" y="3337"/>
                  </a:lnTo>
                  <a:lnTo>
                    <a:pt x="2182" y="3304"/>
                  </a:lnTo>
                  <a:lnTo>
                    <a:pt x="2171" y="3270"/>
                  </a:lnTo>
                  <a:lnTo>
                    <a:pt x="2160" y="3233"/>
                  </a:lnTo>
                  <a:lnTo>
                    <a:pt x="2152" y="3195"/>
                  </a:lnTo>
                  <a:lnTo>
                    <a:pt x="2146" y="3155"/>
                  </a:lnTo>
                  <a:lnTo>
                    <a:pt x="2142" y="3113"/>
                  </a:lnTo>
                  <a:lnTo>
                    <a:pt x="2141" y="3071"/>
                  </a:lnTo>
                  <a:lnTo>
                    <a:pt x="2142" y="3029"/>
                  </a:lnTo>
                  <a:lnTo>
                    <a:pt x="2146" y="2987"/>
                  </a:lnTo>
                  <a:lnTo>
                    <a:pt x="2152" y="2947"/>
                  </a:lnTo>
                  <a:lnTo>
                    <a:pt x="2160" y="2908"/>
                  </a:lnTo>
                  <a:lnTo>
                    <a:pt x="2171" y="2872"/>
                  </a:lnTo>
                  <a:lnTo>
                    <a:pt x="2182" y="2838"/>
                  </a:lnTo>
                  <a:lnTo>
                    <a:pt x="2196" y="2805"/>
                  </a:lnTo>
                  <a:lnTo>
                    <a:pt x="2212" y="2774"/>
                  </a:lnTo>
                  <a:lnTo>
                    <a:pt x="2229" y="2747"/>
                  </a:lnTo>
                  <a:lnTo>
                    <a:pt x="2248" y="2724"/>
                  </a:lnTo>
                  <a:lnTo>
                    <a:pt x="2267" y="2703"/>
                  </a:lnTo>
                  <a:lnTo>
                    <a:pt x="2288" y="2684"/>
                  </a:lnTo>
                  <a:lnTo>
                    <a:pt x="2310" y="2670"/>
                  </a:lnTo>
                  <a:lnTo>
                    <a:pt x="2332" y="2660"/>
                  </a:lnTo>
                  <a:lnTo>
                    <a:pt x="2356" y="2654"/>
                  </a:lnTo>
                  <a:lnTo>
                    <a:pt x="2380" y="2651"/>
                  </a:lnTo>
                  <a:close/>
                  <a:moveTo>
                    <a:pt x="2342" y="1355"/>
                  </a:moveTo>
                  <a:lnTo>
                    <a:pt x="2366" y="1357"/>
                  </a:lnTo>
                  <a:lnTo>
                    <a:pt x="2390" y="1363"/>
                  </a:lnTo>
                  <a:lnTo>
                    <a:pt x="2412" y="1373"/>
                  </a:lnTo>
                  <a:lnTo>
                    <a:pt x="2434" y="1387"/>
                  </a:lnTo>
                  <a:lnTo>
                    <a:pt x="2455" y="1405"/>
                  </a:lnTo>
                  <a:lnTo>
                    <a:pt x="2475" y="1426"/>
                  </a:lnTo>
                  <a:lnTo>
                    <a:pt x="2493" y="1451"/>
                  </a:lnTo>
                  <a:lnTo>
                    <a:pt x="2510" y="1478"/>
                  </a:lnTo>
                  <a:lnTo>
                    <a:pt x="2526" y="1507"/>
                  </a:lnTo>
                  <a:lnTo>
                    <a:pt x="2540" y="1540"/>
                  </a:lnTo>
                  <a:lnTo>
                    <a:pt x="2551" y="1574"/>
                  </a:lnTo>
                  <a:lnTo>
                    <a:pt x="2562" y="1611"/>
                  </a:lnTo>
                  <a:lnTo>
                    <a:pt x="2570" y="1649"/>
                  </a:lnTo>
                  <a:lnTo>
                    <a:pt x="2576" y="1689"/>
                  </a:lnTo>
                  <a:lnTo>
                    <a:pt x="2580" y="1731"/>
                  </a:lnTo>
                  <a:lnTo>
                    <a:pt x="2581" y="1773"/>
                  </a:lnTo>
                  <a:lnTo>
                    <a:pt x="2580" y="1815"/>
                  </a:lnTo>
                  <a:lnTo>
                    <a:pt x="2576" y="1858"/>
                  </a:lnTo>
                  <a:lnTo>
                    <a:pt x="2570" y="1897"/>
                  </a:lnTo>
                  <a:lnTo>
                    <a:pt x="2562" y="1936"/>
                  </a:lnTo>
                  <a:lnTo>
                    <a:pt x="2551" y="1972"/>
                  </a:lnTo>
                  <a:lnTo>
                    <a:pt x="2540" y="2008"/>
                  </a:lnTo>
                  <a:lnTo>
                    <a:pt x="2526" y="2039"/>
                  </a:lnTo>
                  <a:lnTo>
                    <a:pt x="2510" y="2070"/>
                  </a:lnTo>
                  <a:lnTo>
                    <a:pt x="2493" y="2097"/>
                  </a:lnTo>
                  <a:lnTo>
                    <a:pt x="2475" y="2121"/>
                  </a:lnTo>
                  <a:lnTo>
                    <a:pt x="2455" y="2142"/>
                  </a:lnTo>
                  <a:lnTo>
                    <a:pt x="2434" y="2160"/>
                  </a:lnTo>
                  <a:lnTo>
                    <a:pt x="2412" y="2174"/>
                  </a:lnTo>
                  <a:lnTo>
                    <a:pt x="2390" y="2185"/>
                  </a:lnTo>
                  <a:lnTo>
                    <a:pt x="2366" y="2191"/>
                  </a:lnTo>
                  <a:lnTo>
                    <a:pt x="2342" y="2193"/>
                  </a:lnTo>
                  <a:lnTo>
                    <a:pt x="2317" y="2191"/>
                  </a:lnTo>
                  <a:lnTo>
                    <a:pt x="2294" y="2185"/>
                  </a:lnTo>
                  <a:lnTo>
                    <a:pt x="2270" y="2174"/>
                  </a:lnTo>
                  <a:lnTo>
                    <a:pt x="2249" y="2160"/>
                  </a:lnTo>
                  <a:lnTo>
                    <a:pt x="2228" y="2142"/>
                  </a:lnTo>
                  <a:lnTo>
                    <a:pt x="2208" y="2121"/>
                  </a:lnTo>
                  <a:lnTo>
                    <a:pt x="2189" y="2097"/>
                  </a:lnTo>
                  <a:lnTo>
                    <a:pt x="2173" y="2070"/>
                  </a:lnTo>
                  <a:lnTo>
                    <a:pt x="2157" y="2039"/>
                  </a:lnTo>
                  <a:lnTo>
                    <a:pt x="2142" y="2008"/>
                  </a:lnTo>
                  <a:lnTo>
                    <a:pt x="2131" y="1972"/>
                  </a:lnTo>
                  <a:lnTo>
                    <a:pt x="2120" y="1936"/>
                  </a:lnTo>
                  <a:lnTo>
                    <a:pt x="2112" y="1897"/>
                  </a:lnTo>
                  <a:lnTo>
                    <a:pt x="2106" y="1858"/>
                  </a:lnTo>
                  <a:lnTo>
                    <a:pt x="2103" y="1815"/>
                  </a:lnTo>
                  <a:lnTo>
                    <a:pt x="2101" y="1773"/>
                  </a:lnTo>
                  <a:lnTo>
                    <a:pt x="2103" y="1731"/>
                  </a:lnTo>
                  <a:lnTo>
                    <a:pt x="2106" y="1689"/>
                  </a:lnTo>
                  <a:lnTo>
                    <a:pt x="2112" y="1649"/>
                  </a:lnTo>
                  <a:lnTo>
                    <a:pt x="2120" y="1611"/>
                  </a:lnTo>
                  <a:lnTo>
                    <a:pt x="2131" y="1574"/>
                  </a:lnTo>
                  <a:lnTo>
                    <a:pt x="2142" y="1540"/>
                  </a:lnTo>
                  <a:lnTo>
                    <a:pt x="2157" y="1507"/>
                  </a:lnTo>
                  <a:lnTo>
                    <a:pt x="2173" y="1478"/>
                  </a:lnTo>
                  <a:lnTo>
                    <a:pt x="2189" y="1451"/>
                  </a:lnTo>
                  <a:lnTo>
                    <a:pt x="2208" y="1426"/>
                  </a:lnTo>
                  <a:lnTo>
                    <a:pt x="2228" y="1405"/>
                  </a:lnTo>
                  <a:lnTo>
                    <a:pt x="2249" y="1387"/>
                  </a:lnTo>
                  <a:lnTo>
                    <a:pt x="2270" y="1373"/>
                  </a:lnTo>
                  <a:lnTo>
                    <a:pt x="2294" y="1363"/>
                  </a:lnTo>
                  <a:lnTo>
                    <a:pt x="2317" y="1357"/>
                  </a:lnTo>
                  <a:lnTo>
                    <a:pt x="2342" y="1355"/>
                  </a:lnTo>
                  <a:close/>
                  <a:moveTo>
                    <a:pt x="3179" y="819"/>
                  </a:moveTo>
                  <a:lnTo>
                    <a:pt x="3204" y="821"/>
                  </a:lnTo>
                  <a:lnTo>
                    <a:pt x="3227" y="827"/>
                  </a:lnTo>
                  <a:lnTo>
                    <a:pt x="3250" y="838"/>
                  </a:lnTo>
                  <a:lnTo>
                    <a:pt x="3272" y="852"/>
                  </a:lnTo>
                  <a:lnTo>
                    <a:pt x="3293" y="869"/>
                  </a:lnTo>
                  <a:lnTo>
                    <a:pt x="3312" y="890"/>
                  </a:lnTo>
                  <a:lnTo>
                    <a:pt x="3331" y="915"/>
                  </a:lnTo>
                  <a:lnTo>
                    <a:pt x="3348" y="942"/>
                  </a:lnTo>
                  <a:lnTo>
                    <a:pt x="3363" y="971"/>
                  </a:lnTo>
                  <a:lnTo>
                    <a:pt x="3377" y="1004"/>
                  </a:lnTo>
                  <a:lnTo>
                    <a:pt x="3389" y="1038"/>
                  </a:lnTo>
                  <a:lnTo>
                    <a:pt x="3400" y="1076"/>
                  </a:lnTo>
                  <a:lnTo>
                    <a:pt x="3408" y="1113"/>
                  </a:lnTo>
                  <a:lnTo>
                    <a:pt x="3414" y="1153"/>
                  </a:lnTo>
                  <a:lnTo>
                    <a:pt x="3417" y="1195"/>
                  </a:lnTo>
                  <a:lnTo>
                    <a:pt x="3418" y="1237"/>
                  </a:lnTo>
                  <a:lnTo>
                    <a:pt x="3417" y="1280"/>
                  </a:lnTo>
                  <a:lnTo>
                    <a:pt x="3414" y="1322"/>
                  </a:lnTo>
                  <a:lnTo>
                    <a:pt x="3408" y="1362"/>
                  </a:lnTo>
                  <a:lnTo>
                    <a:pt x="3400" y="1399"/>
                  </a:lnTo>
                  <a:lnTo>
                    <a:pt x="3389" y="1437"/>
                  </a:lnTo>
                  <a:lnTo>
                    <a:pt x="3377" y="1471"/>
                  </a:lnTo>
                  <a:lnTo>
                    <a:pt x="3363" y="1503"/>
                  </a:lnTo>
                  <a:lnTo>
                    <a:pt x="3348" y="1533"/>
                  </a:lnTo>
                  <a:lnTo>
                    <a:pt x="3331" y="1560"/>
                  </a:lnTo>
                  <a:lnTo>
                    <a:pt x="3312" y="1584"/>
                  </a:lnTo>
                  <a:lnTo>
                    <a:pt x="3293" y="1605"/>
                  </a:lnTo>
                  <a:lnTo>
                    <a:pt x="3272" y="1623"/>
                  </a:lnTo>
                  <a:lnTo>
                    <a:pt x="3250" y="1637"/>
                  </a:lnTo>
                  <a:lnTo>
                    <a:pt x="3227" y="1648"/>
                  </a:lnTo>
                  <a:lnTo>
                    <a:pt x="3204" y="1654"/>
                  </a:lnTo>
                  <a:lnTo>
                    <a:pt x="3179" y="1656"/>
                  </a:lnTo>
                  <a:lnTo>
                    <a:pt x="3155" y="1654"/>
                  </a:lnTo>
                  <a:lnTo>
                    <a:pt x="3131" y="1648"/>
                  </a:lnTo>
                  <a:lnTo>
                    <a:pt x="3108" y="1637"/>
                  </a:lnTo>
                  <a:lnTo>
                    <a:pt x="3087" y="1623"/>
                  </a:lnTo>
                  <a:lnTo>
                    <a:pt x="3066" y="1605"/>
                  </a:lnTo>
                  <a:lnTo>
                    <a:pt x="3046" y="1584"/>
                  </a:lnTo>
                  <a:lnTo>
                    <a:pt x="3027" y="1560"/>
                  </a:lnTo>
                  <a:lnTo>
                    <a:pt x="3011" y="1533"/>
                  </a:lnTo>
                  <a:lnTo>
                    <a:pt x="2994" y="1503"/>
                  </a:lnTo>
                  <a:lnTo>
                    <a:pt x="2980" y="1471"/>
                  </a:lnTo>
                  <a:lnTo>
                    <a:pt x="2968" y="1437"/>
                  </a:lnTo>
                  <a:lnTo>
                    <a:pt x="2958" y="1399"/>
                  </a:lnTo>
                  <a:lnTo>
                    <a:pt x="2950" y="1362"/>
                  </a:lnTo>
                  <a:lnTo>
                    <a:pt x="2944" y="1322"/>
                  </a:lnTo>
                  <a:lnTo>
                    <a:pt x="2940" y="1280"/>
                  </a:lnTo>
                  <a:lnTo>
                    <a:pt x="2939" y="1237"/>
                  </a:lnTo>
                  <a:lnTo>
                    <a:pt x="2940" y="1195"/>
                  </a:lnTo>
                  <a:lnTo>
                    <a:pt x="2944" y="1153"/>
                  </a:lnTo>
                  <a:lnTo>
                    <a:pt x="2950" y="1113"/>
                  </a:lnTo>
                  <a:lnTo>
                    <a:pt x="2958" y="1076"/>
                  </a:lnTo>
                  <a:lnTo>
                    <a:pt x="2968" y="1038"/>
                  </a:lnTo>
                  <a:lnTo>
                    <a:pt x="2980" y="1004"/>
                  </a:lnTo>
                  <a:lnTo>
                    <a:pt x="2994" y="971"/>
                  </a:lnTo>
                  <a:lnTo>
                    <a:pt x="3011" y="942"/>
                  </a:lnTo>
                  <a:lnTo>
                    <a:pt x="3027" y="915"/>
                  </a:lnTo>
                  <a:lnTo>
                    <a:pt x="3046" y="890"/>
                  </a:lnTo>
                  <a:lnTo>
                    <a:pt x="3066" y="869"/>
                  </a:lnTo>
                  <a:lnTo>
                    <a:pt x="3087" y="852"/>
                  </a:lnTo>
                  <a:lnTo>
                    <a:pt x="3108" y="838"/>
                  </a:lnTo>
                  <a:lnTo>
                    <a:pt x="3131" y="827"/>
                  </a:lnTo>
                  <a:lnTo>
                    <a:pt x="3155" y="821"/>
                  </a:lnTo>
                  <a:lnTo>
                    <a:pt x="3179" y="819"/>
                  </a:lnTo>
                  <a:close/>
                  <a:moveTo>
                    <a:pt x="3246" y="2144"/>
                  </a:moveTo>
                  <a:lnTo>
                    <a:pt x="3271" y="2146"/>
                  </a:lnTo>
                  <a:lnTo>
                    <a:pt x="3294" y="2152"/>
                  </a:lnTo>
                  <a:lnTo>
                    <a:pt x="3316" y="2162"/>
                  </a:lnTo>
                  <a:lnTo>
                    <a:pt x="3339" y="2176"/>
                  </a:lnTo>
                  <a:lnTo>
                    <a:pt x="3360" y="2194"/>
                  </a:lnTo>
                  <a:lnTo>
                    <a:pt x="3380" y="2215"/>
                  </a:lnTo>
                  <a:lnTo>
                    <a:pt x="3397" y="2240"/>
                  </a:lnTo>
                  <a:lnTo>
                    <a:pt x="3415" y="2267"/>
                  </a:lnTo>
                  <a:lnTo>
                    <a:pt x="3430" y="2296"/>
                  </a:lnTo>
                  <a:lnTo>
                    <a:pt x="3444" y="2329"/>
                  </a:lnTo>
                  <a:lnTo>
                    <a:pt x="3456" y="2363"/>
                  </a:lnTo>
                  <a:lnTo>
                    <a:pt x="3466" y="2400"/>
                  </a:lnTo>
                  <a:lnTo>
                    <a:pt x="3475" y="2438"/>
                  </a:lnTo>
                  <a:lnTo>
                    <a:pt x="3480" y="2478"/>
                  </a:lnTo>
                  <a:lnTo>
                    <a:pt x="3484" y="2520"/>
                  </a:lnTo>
                  <a:lnTo>
                    <a:pt x="3485" y="2562"/>
                  </a:lnTo>
                  <a:lnTo>
                    <a:pt x="3484" y="2604"/>
                  </a:lnTo>
                  <a:lnTo>
                    <a:pt x="3480" y="2647"/>
                  </a:lnTo>
                  <a:lnTo>
                    <a:pt x="3475" y="2686"/>
                  </a:lnTo>
                  <a:lnTo>
                    <a:pt x="3466" y="2725"/>
                  </a:lnTo>
                  <a:lnTo>
                    <a:pt x="3456" y="2762"/>
                  </a:lnTo>
                  <a:lnTo>
                    <a:pt x="3444" y="2796"/>
                  </a:lnTo>
                  <a:lnTo>
                    <a:pt x="3430" y="2828"/>
                  </a:lnTo>
                  <a:lnTo>
                    <a:pt x="3415" y="2858"/>
                  </a:lnTo>
                  <a:lnTo>
                    <a:pt x="3397" y="2886"/>
                  </a:lnTo>
                  <a:lnTo>
                    <a:pt x="3380" y="2909"/>
                  </a:lnTo>
                  <a:lnTo>
                    <a:pt x="3360" y="2930"/>
                  </a:lnTo>
                  <a:lnTo>
                    <a:pt x="3339" y="2949"/>
                  </a:lnTo>
                  <a:lnTo>
                    <a:pt x="3316" y="2963"/>
                  </a:lnTo>
                  <a:lnTo>
                    <a:pt x="3294" y="2974"/>
                  </a:lnTo>
                  <a:lnTo>
                    <a:pt x="3271" y="2980"/>
                  </a:lnTo>
                  <a:lnTo>
                    <a:pt x="3246" y="2982"/>
                  </a:lnTo>
                  <a:lnTo>
                    <a:pt x="3222" y="2980"/>
                  </a:lnTo>
                  <a:lnTo>
                    <a:pt x="3198" y="2974"/>
                  </a:lnTo>
                  <a:lnTo>
                    <a:pt x="3176" y="2963"/>
                  </a:lnTo>
                  <a:lnTo>
                    <a:pt x="3154" y="2949"/>
                  </a:lnTo>
                  <a:lnTo>
                    <a:pt x="3133" y="2930"/>
                  </a:lnTo>
                  <a:lnTo>
                    <a:pt x="3113" y="2909"/>
                  </a:lnTo>
                  <a:lnTo>
                    <a:pt x="3095" y="2886"/>
                  </a:lnTo>
                  <a:lnTo>
                    <a:pt x="3077" y="2858"/>
                  </a:lnTo>
                  <a:lnTo>
                    <a:pt x="3062" y="2828"/>
                  </a:lnTo>
                  <a:lnTo>
                    <a:pt x="3048" y="2796"/>
                  </a:lnTo>
                  <a:lnTo>
                    <a:pt x="3036" y="2762"/>
                  </a:lnTo>
                  <a:lnTo>
                    <a:pt x="3026" y="2725"/>
                  </a:lnTo>
                  <a:lnTo>
                    <a:pt x="3018" y="2686"/>
                  </a:lnTo>
                  <a:lnTo>
                    <a:pt x="3012" y="2647"/>
                  </a:lnTo>
                  <a:lnTo>
                    <a:pt x="3008" y="2604"/>
                  </a:lnTo>
                  <a:lnTo>
                    <a:pt x="3007" y="2562"/>
                  </a:lnTo>
                  <a:lnTo>
                    <a:pt x="3008" y="2520"/>
                  </a:lnTo>
                  <a:lnTo>
                    <a:pt x="3012" y="2478"/>
                  </a:lnTo>
                  <a:lnTo>
                    <a:pt x="3018" y="2438"/>
                  </a:lnTo>
                  <a:lnTo>
                    <a:pt x="3026" y="2400"/>
                  </a:lnTo>
                  <a:lnTo>
                    <a:pt x="3036" y="2363"/>
                  </a:lnTo>
                  <a:lnTo>
                    <a:pt x="3048" y="2329"/>
                  </a:lnTo>
                  <a:lnTo>
                    <a:pt x="3062" y="2296"/>
                  </a:lnTo>
                  <a:lnTo>
                    <a:pt x="3077" y="2267"/>
                  </a:lnTo>
                  <a:lnTo>
                    <a:pt x="3095" y="2240"/>
                  </a:lnTo>
                  <a:lnTo>
                    <a:pt x="3113" y="2215"/>
                  </a:lnTo>
                  <a:lnTo>
                    <a:pt x="3133" y="2194"/>
                  </a:lnTo>
                  <a:lnTo>
                    <a:pt x="3154" y="2176"/>
                  </a:lnTo>
                  <a:lnTo>
                    <a:pt x="3176" y="2162"/>
                  </a:lnTo>
                  <a:lnTo>
                    <a:pt x="3198" y="2152"/>
                  </a:lnTo>
                  <a:lnTo>
                    <a:pt x="3222" y="2146"/>
                  </a:lnTo>
                  <a:lnTo>
                    <a:pt x="3246" y="214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6834" name="Freeform 48"/>
            <p:cNvSpPr>
              <a:spLocks/>
            </p:cNvSpPr>
            <p:nvPr/>
          </p:nvSpPr>
          <p:spPr bwMode="auto">
            <a:xfrm>
              <a:off x="1267" y="1588"/>
              <a:ext cx="87" cy="52"/>
            </a:xfrm>
            <a:custGeom>
              <a:avLst/>
              <a:gdLst>
                <a:gd name="T0" fmla="*/ 3 w 437"/>
                <a:gd name="T1" fmla="*/ 2 h 260"/>
                <a:gd name="T2" fmla="*/ 3 w 437"/>
                <a:gd name="T3" fmla="*/ 2 h 260"/>
                <a:gd name="T4" fmla="*/ 3 w 437"/>
                <a:gd name="T5" fmla="*/ 2 h 260"/>
                <a:gd name="T6" fmla="*/ 3 w 437"/>
                <a:gd name="T7" fmla="*/ 2 h 260"/>
                <a:gd name="T8" fmla="*/ 3 w 437"/>
                <a:gd name="T9" fmla="*/ 1 h 260"/>
                <a:gd name="T10" fmla="*/ 3 w 437"/>
                <a:gd name="T11" fmla="*/ 1 h 260"/>
                <a:gd name="T12" fmla="*/ 3 w 437"/>
                <a:gd name="T13" fmla="*/ 1 h 260"/>
                <a:gd name="T14" fmla="*/ 3 w 437"/>
                <a:gd name="T15" fmla="*/ 1 h 260"/>
                <a:gd name="T16" fmla="*/ 3 w 437"/>
                <a:gd name="T17" fmla="*/ 1 h 260"/>
                <a:gd name="T18" fmla="*/ 2 w 437"/>
                <a:gd name="T19" fmla="*/ 1 h 260"/>
                <a:gd name="T20" fmla="*/ 2 w 437"/>
                <a:gd name="T21" fmla="*/ 0 h 260"/>
                <a:gd name="T22" fmla="*/ 2 w 437"/>
                <a:gd name="T23" fmla="*/ 0 h 260"/>
                <a:gd name="T24" fmla="*/ 2 w 437"/>
                <a:gd name="T25" fmla="*/ 0 h 260"/>
                <a:gd name="T26" fmla="*/ 1 w 437"/>
                <a:gd name="T27" fmla="*/ 0 h 260"/>
                <a:gd name="T28" fmla="*/ 1 w 437"/>
                <a:gd name="T29" fmla="*/ 0 h 260"/>
                <a:gd name="T30" fmla="*/ 1 w 437"/>
                <a:gd name="T31" fmla="*/ 0 h 260"/>
                <a:gd name="T32" fmla="*/ 0 w 437"/>
                <a:gd name="T33" fmla="*/ 0 h 260"/>
                <a:gd name="T34" fmla="*/ 0 w 437"/>
                <a:gd name="T35" fmla="*/ 0 h 260"/>
                <a:gd name="T36" fmla="*/ 0 w 437"/>
                <a:gd name="T37" fmla="*/ 0 h 260"/>
                <a:gd name="T38" fmla="*/ 0 w 437"/>
                <a:gd name="T39" fmla="*/ 0 h 260"/>
                <a:gd name="T40" fmla="*/ 1 w 437"/>
                <a:gd name="T41" fmla="*/ 0 h 260"/>
                <a:gd name="T42" fmla="*/ 1 w 437"/>
                <a:gd name="T43" fmla="*/ 0 h 260"/>
                <a:gd name="T44" fmla="*/ 1 w 437"/>
                <a:gd name="T45" fmla="*/ 0 h 260"/>
                <a:gd name="T46" fmla="*/ 2 w 437"/>
                <a:gd name="T47" fmla="*/ 0 h 260"/>
                <a:gd name="T48" fmla="*/ 2 w 437"/>
                <a:gd name="T49" fmla="*/ 0 h 260"/>
                <a:gd name="T50" fmla="*/ 2 w 437"/>
                <a:gd name="T51" fmla="*/ 1 h 260"/>
                <a:gd name="T52" fmla="*/ 2 w 437"/>
                <a:gd name="T53" fmla="*/ 1 h 260"/>
                <a:gd name="T54" fmla="*/ 3 w 437"/>
                <a:gd name="T55" fmla="*/ 1 h 260"/>
                <a:gd name="T56" fmla="*/ 3 w 437"/>
                <a:gd name="T57" fmla="*/ 1 h 260"/>
                <a:gd name="T58" fmla="*/ 3 w 437"/>
                <a:gd name="T59" fmla="*/ 1 h 260"/>
                <a:gd name="T60" fmla="*/ 3 w 437"/>
                <a:gd name="T61" fmla="*/ 1 h 260"/>
                <a:gd name="T62" fmla="*/ 3 w 437"/>
                <a:gd name="T63" fmla="*/ 1 h 260"/>
                <a:gd name="T64" fmla="*/ 3 w 437"/>
                <a:gd name="T65" fmla="*/ 2 h 260"/>
                <a:gd name="T66" fmla="*/ 3 w 437"/>
                <a:gd name="T67" fmla="*/ 2 h 260"/>
                <a:gd name="T68" fmla="*/ 3 w 437"/>
                <a:gd name="T69" fmla="*/ 2 h 260"/>
                <a:gd name="T70" fmla="*/ 3 w 437"/>
                <a:gd name="T71" fmla="*/ 2 h 260"/>
                <a:gd name="T72" fmla="*/ 3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437" y="260"/>
                  </a:moveTo>
                  <a:lnTo>
                    <a:pt x="437" y="260"/>
                  </a:lnTo>
                  <a:lnTo>
                    <a:pt x="434" y="233"/>
                  </a:lnTo>
                  <a:lnTo>
                    <a:pt x="427" y="206"/>
                  </a:lnTo>
                  <a:lnTo>
                    <a:pt x="417" y="181"/>
                  </a:lnTo>
                  <a:lnTo>
                    <a:pt x="401" y="157"/>
                  </a:lnTo>
                  <a:lnTo>
                    <a:pt x="383" y="133"/>
                  </a:lnTo>
                  <a:lnTo>
                    <a:pt x="360" y="113"/>
                  </a:lnTo>
                  <a:lnTo>
                    <a:pt x="336" y="93"/>
                  </a:lnTo>
                  <a:lnTo>
                    <a:pt x="308" y="73"/>
                  </a:lnTo>
                  <a:lnTo>
                    <a:pt x="276" y="58"/>
                  </a:lnTo>
                  <a:lnTo>
                    <a:pt x="242" y="43"/>
                  </a:lnTo>
                  <a:lnTo>
                    <a:pt x="207" y="30"/>
                  </a:lnTo>
                  <a:lnTo>
                    <a:pt x="168" y="19"/>
                  </a:lnTo>
                  <a:lnTo>
                    <a:pt x="128" y="11"/>
                  </a:lnTo>
                  <a:lnTo>
                    <a:pt x="87" y="4"/>
                  </a:lnTo>
                  <a:lnTo>
                    <a:pt x="43" y="1"/>
                  </a:lnTo>
                  <a:lnTo>
                    <a:pt x="0" y="0"/>
                  </a:lnTo>
                  <a:lnTo>
                    <a:pt x="0" y="11"/>
                  </a:lnTo>
                  <a:lnTo>
                    <a:pt x="43" y="12"/>
                  </a:lnTo>
                  <a:lnTo>
                    <a:pt x="85" y="16"/>
                  </a:lnTo>
                  <a:lnTo>
                    <a:pt x="126" y="23"/>
                  </a:lnTo>
                  <a:lnTo>
                    <a:pt x="166" y="31"/>
                  </a:lnTo>
                  <a:lnTo>
                    <a:pt x="202" y="42"/>
                  </a:lnTo>
                  <a:lnTo>
                    <a:pt x="237" y="55"/>
                  </a:lnTo>
                  <a:lnTo>
                    <a:pt x="271" y="70"/>
                  </a:lnTo>
                  <a:lnTo>
                    <a:pt x="301" y="85"/>
                  </a:lnTo>
                  <a:lnTo>
                    <a:pt x="329" y="103"/>
                  </a:lnTo>
                  <a:lnTo>
                    <a:pt x="353" y="123"/>
                  </a:lnTo>
                  <a:lnTo>
                    <a:pt x="373" y="143"/>
                  </a:lnTo>
                  <a:lnTo>
                    <a:pt x="392" y="164"/>
                  </a:lnTo>
                  <a:lnTo>
                    <a:pt x="405" y="186"/>
                  </a:lnTo>
                  <a:lnTo>
                    <a:pt x="415" y="211"/>
                  </a:lnTo>
                  <a:lnTo>
                    <a:pt x="422" y="235"/>
                  </a:lnTo>
                  <a:lnTo>
                    <a:pt x="425" y="260"/>
                  </a:lnTo>
                  <a:lnTo>
                    <a:pt x="437"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6835" name="Freeform 49"/>
            <p:cNvSpPr>
              <a:spLocks/>
            </p:cNvSpPr>
            <p:nvPr/>
          </p:nvSpPr>
          <p:spPr bwMode="auto">
            <a:xfrm>
              <a:off x="1267" y="1640"/>
              <a:ext cx="87" cy="52"/>
            </a:xfrm>
            <a:custGeom>
              <a:avLst/>
              <a:gdLst>
                <a:gd name="T0" fmla="*/ 0 w 437"/>
                <a:gd name="T1" fmla="*/ 2 h 260"/>
                <a:gd name="T2" fmla="*/ 0 w 437"/>
                <a:gd name="T3" fmla="*/ 2 h 260"/>
                <a:gd name="T4" fmla="*/ 0 w 437"/>
                <a:gd name="T5" fmla="*/ 2 h 260"/>
                <a:gd name="T6" fmla="*/ 1 w 437"/>
                <a:gd name="T7" fmla="*/ 2 h 260"/>
                <a:gd name="T8" fmla="*/ 1 w 437"/>
                <a:gd name="T9" fmla="*/ 2 h 260"/>
                <a:gd name="T10" fmla="*/ 1 w 437"/>
                <a:gd name="T11" fmla="*/ 2 h 260"/>
                <a:gd name="T12" fmla="*/ 2 w 437"/>
                <a:gd name="T13" fmla="*/ 2 h 260"/>
                <a:gd name="T14" fmla="*/ 2 w 437"/>
                <a:gd name="T15" fmla="*/ 2 h 260"/>
                <a:gd name="T16" fmla="*/ 2 w 437"/>
                <a:gd name="T17" fmla="*/ 2 h 260"/>
                <a:gd name="T18" fmla="*/ 2 w 437"/>
                <a:gd name="T19" fmla="*/ 1 h 260"/>
                <a:gd name="T20" fmla="*/ 3 w 437"/>
                <a:gd name="T21" fmla="*/ 1 h 260"/>
                <a:gd name="T22" fmla="*/ 3 w 437"/>
                <a:gd name="T23" fmla="*/ 1 h 260"/>
                <a:gd name="T24" fmla="*/ 3 w 437"/>
                <a:gd name="T25" fmla="*/ 1 h 260"/>
                <a:gd name="T26" fmla="*/ 3 w 437"/>
                <a:gd name="T27" fmla="*/ 1 h 260"/>
                <a:gd name="T28" fmla="*/ 3 w 437"/>
                <a:gd name="T29" fmla="*/ 1 h 260"/>
                <a:gd name="T30" fmla="*/ 3 w 437"/>
                <a:gd name="T31" fmla="*/ 0 h 260"/>
                <a:gd name="T32" fmla="*/ 3 w 437"/>
                <a:gd name="T33" fmla="*/ 0 h 260"/>
                <a:gd name="T34" fmla="*/ 3 w 437"/>
                <a:gd name="T35" fmla="*/ 0 h 260"/>
                <a:gd name="T36" fmla="*/ 3 w 437"/>
                <a:gd name="T37" fmla="*/ 0 h 260"/>
                <a:gd name="T38" fmla="*/ 3 w 437"/>
                <a:gd name="T39" fmla="*/ 0 h 260"/>
                <a:gd name="T40" fmla="*/ 3 w 437"/>
                <a:gd name="T41" fmla="*/ 0 h 260"/>
                <a:gd name="T42" fmla="*/ 3 w 437"/>
                <a:gd name="T43" fmla="*/ 1 h 260"/>
                <a:gd name="T44" fmla="*/ 3 w 437"/>
                <a:gd name="T45" fmla="*/ 1 h 260"/>
                <a:gd name="T46" fmla="*/ 3 w 437"/>
                <a:gd name="T47" fmla="*/ 1 h 260"/>
                <a:gd name="T48" fmla="*/ 3 w 437"/>
                <a:gd name="T49" fmla="*/ 1 h 260"/>
                <a:gd name="T50" fmla="*/ 3 w 437"/>
                <a:gd name="T51" fmla="*/ 1 h 260"/>
                <a:gd name="T52" fmla="*/ 2 w 437"/>
                <a:gd name="T53" fmla="*/ 1 h 260"/>
                <a:gd name="T54" fmla="*/ 2 w 437"/>
                <a:gd name="T55" fmla="*/ 2 h 260"/>
                <a:gd name="T56" fmla="*/ 2 w 437"/>
                <a:gd name="T57" fmla="*/ 2 h 260"/>
                <a:gd name="T58" fmla="*/ 2 w 437"/>
                <a:gd name="T59" fmla="*/ 2 h 260"/>
                <a:gd name="T60" fmla="*/ 1 w 437"/>
                <a:gd name="T61" fmla="*/ 2 h 260"/>
                <a:gd name="T62" fmla="*/ 1 w 437"/>
                <a:gd name="T63" fmla="*/ 2 h 260"/>
                <a:gd name="T64" fmla="*/ 1 w 437"/>
                <a:gd name="T65" fmla="*/ 2 h 260"/>
                <a:gd name="T66" fmla="*/ 0 w 437"/>
                <a:gd name="T67" fmla="*/ 2 h 260"/>
                <a:gd name="T68" fmla="*/ 0 w 437"/>
                <a:gd name="T69" fmla="*/ 2 h 260"/>
                <a:gd name="T70" fmla="*/ 0 w 437"/>
                <a:gd name="T71" fmla="*/ 2 h 260"/>
                <a:gd name="T72" fmla="*/ 0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0" y="260"/>
                  </a:moveTo>
                  <a:lnTo>
                    <a:pt x="0" y="260"/>
                  </a:lnTo>
                  <a:lnTo>
                    <a:pt x="43" y="259"/>
                  </a:lnTo>
                  <a:lnTo>
                    <a:pt x="87" y="255"/>
                  </a:lnTo>
                  <a:lnTo>
                    <a:pt x="128" y="248"/>
                  </a:lnTo>
                  <a:lnTo>
                    <a:pt x="168" y="240"/>
                  </a:lnTo>
                  <a:lnTo>
                    <a:pt x="207" y="230"/>
                  </a:lnTo>
                  <a:lnTo>
                    <a:pt x="242" y="217"/>
                  </a:lnTo>
                  <a:lnTo>
                    <a:pt x="276" y="202"/>
                  </a:lnTo>
                  <a:lnTo>
                    <a:pt x="308" y="185"/>
                  </a:lnTo>
                  <a:lnTo>
                    <a:pt x="336" y="166"/>
                  </a:lnTo>
                  <a:lnTo>
                    <a:pt x="360" y="146"/>
                  </a:lnTo>
                  <a:lnTo>
                    <a:pt x="383" y="125"/>
                  </a:lnTo>
                  <a:lnTo>
                    <a:pt x="401" y="102"/>
                  </a:lnTo>
                  <a:lnTo>
                    <a:pt x="417" y="77"/>
                  </a:lnTo>
                  <a:lnTo>
                    <a:pt x="427" y="53"/>
                  </a:lnTo>
                  <a:lnTo>
                    <a:pt x="434" y="27"/>
                  </a:lnTo>
                  <a:lnTo>
                    <a:pt x="437" y="0"/>
                  </a:lnTo>
                  <a:lnTo>
                    <a:pt x="425" y="0"/>
                  </a:lnTo>
                  <a:lnTo>
                    <a:pt x="422" y="24"/>
                  </a:lnTo>
                  <a:lnTo>
                    <a:pt x="415" y="48"/>
                  </a:lnTo>
                  <a:lnTo>
                    <a:pt x="405" y="73"/>
                  </a:lnTo>
                  <a:lnTo>
                    <a:pt x="392" y="95"/>
                  </a:lnTo>
                  <a:lnTo>
                    <a:pt x="373" y="116"/>
                  </a:lnTo>
                  <a:lnTo>
                    <a:pt x="353" y="137"/>
                  </a:lnTo>
                  <a:lnTo>
                    <a:pt x="329" y="157"/>
                  </a:lnTo>
                  <a:lnTo>
                    <a:pt x="301" y="173"/>
                  </a:lnTo>
                  <a:lnTo>
                    <a:pt x="271" y="190"/>
                  </a:lnTo>
                  <a:lnTo>
                    <a:pt x="237" y="205"/>
                  </a:lnTo>
                  <a:lnTo>
                    <a:pt x="202" y="218"/>
                  </a:lnTo>
                  <a:lnTo>
                    <a:pt x="166" y="228"/>
                  </a:lnTo>
                  <a:lnTo>
                    <a:pt x="126" y="237"/>
                  </a:lnTo>
                  <a:lnTo>
                    <a:pt x="85" y="244"/>
                  </a:lnTo>
                  <a:lnTo>
                    <a:pt x="43" y="247"/>
                  </a:lnTo>
                  <a:lnTo>
                    <a:pt x="0" y="248"/>
                  </a:lnTo>
                  <a:lnTo>
                    <a:pt x="0"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6836" name="Freeform 50"/>
            <p:cNvSpPr>
              <a:spLocks/>
            </p:cNvSpPr>
            <p:nvPr/>
          </p:nvSpPr>
          <p:spPr bwMode="auto">
            <a:xfrm>
              <a:off x="1179" y="1640"/>
              <a:ext cx="88" cy="52"/>
            </a:xfrm>
            <a:custGeom>
              <a:avLst/>
              <a:gdLst>
                <a:gd name="T0" fmla="*/ 0 w 439"/>
                <a:gd name="T1" fmla="*/ 0 h 260"/>
                <a:gd name="T2" fmla="*/ 0 w 439"/>
                <a:gd name="T3" fmla="*/ 0 h 260"/>
                <a:gd name="T4" fmla="*/ 0 w 439"/>
                <a:gd name="T5" fmla="*/ 0 h 260"/>
                <a:gd name="T6" fmla="*/ 0 w 439"/>
                <a:gd name="T7" fmla="*/ 0 h 260"/>
                <a:gd name="T8" fmla="*/ 0 w 439"/>
                <a:gd name="T9" fmla="*/ 1 h 260"/>
                <a:gd name="T10" fmla="*/ 0 w 439"/>
                <a:gd name="T11" fmla="*/ 1 h 260"/>
                <a:gd name="T12" fmla="*/ 0 w 439"/>
                <a:gd name="T13" fmla="*/ 1 h 260"/>
                <a:gd name="T14" fmla="*/ 1 w 439"/>
                <a:gd name="T15" fmla="*/ 1 h 260"/>
                <a:gd name="T16" fmla="*/ 1 w 439"/>
                <a:gd name="T17" fmla="*/ 1 h 260"/>
                <a:gd name="T18" fmla="*/ 1 w 439"/>
                <a:gd name="T19" fmla="*/ 1 h 260"/>
                <a:gd name="T20" fmla="*/ 1 w 439"/>
                <a:gd name="T21" fmla="*/ 2 h 260"/>
                <a:gd name="T22" fmla="*/ 2 w 439"/>
                <a:gd name="T23" fmla="*/ 2 h 260"/>
                <a:gd name="T24" fmla="*/ 2 w 439"/>
                <a:gd name="T25" fmla="*/ 2 h 260"/>
                <a:gd name="T26" fmla="*/ 2 w 439"/>
                <a:gd name="T27" fmla="*/ 2 h 260"/>
                <a:gd name="T28" fmla="*/ 2 w 439"/>
                <a:gd name="T29" fmla="*/ 2 h 260"/>
                <a:gd name="T30" fmla="*/ 3 w 439"/>
                <a:gd name="T31" fmla="*/ 2 h 260"/>
                <a:gd name="T32" fmla="*/ 3 w 439"/>
                <a:gd name="T33" fmla="*/ 2 h 260"/>
                <a:gd name="T34" fmla="*/ 4 w 439"/>
                <a:gd name="T35" fmla="*/ 2 h 260"/>
                <a:gd name="T36" fmla="*/ 4 w 439"/>
                <a:gd name="T37" fmla="*/ 2 h 260"/>
                <a:gd name="T38" fmla="*/ 3 w 439"/>
                <a:gd name="T39" fmla="*/ 2 h 260"/>
                <a:gd name="T40" fmla="*/ 3 w 439"/>
                <a:gd name="T41" fmla="*/ 2 h 260"/>
                <a:gd name="T42" fmla="*/ 3 w 439"/>
                <a:gd name="T43" fmla="*/ 2 h 260"/>
                <a:gd name="T44" fmla="*/ 2 w 439"/>
                <a:gd name="T45" fmla="*/ 2 h 260"/>
                <a:gd name="T46" fmla="*/ 2 w 439"/>
                <a:gd name="T47" fmla="*/ 2 h 260"/>
                <a:gd name="T48" fmla="*/ 2 w 439"/>
                <a:gd name="T49" fmla="*/ 2 h 260"/>
                <a:gd name="T50" fmla="*/ 1 w 439"/>
                <a:gd name="T51" fmla="*/ 2 h 260"/>
                <a:gd name="T52" fmla="*/ 1 w 439"/>
                <a:gd name="T53" fmla="*/ 1 h 260"/>
                <a:gd name="T54" fmla="*/ 1 w 439"/>
                <a:gd name="T55" fmla="*/ 1 h 260"/>
                <a:gd name="T56" fmla="*/ 1 w 439"/>
                <a:gd name="T57" fmla="*/ 1 h 260"/>
                <a:gd name="T58" fmla="*/ 1 w 439"/>
                <a:gd name="T59" fmla="*/ 1 h 260"/>
                <a:gd name="T60" fmla="*/ 0 w 439"/>
                <a:gd name="T61" fmla="*/ 1 h 260"/>
                <a:gd name="T62" fmla="*/ 0 w 439"/>
                <a:gd name="T63" fmla="*/ 1 h 260"/>
                <a:gd name="T64" fmla="*/ 0 w 439"/>
                <a:gd name="T65" fmla="*/ 0 h 260"/>
                <a:gd name="T66" fmla="*/ 0 w 439"/>
                <a:gd name="T67" fmla="*/ 0 h 260"/>
                <a:gd name="T68" fmla="*/ 0 w 439"/>
                <a:gd name="T69" fmla="*/ 0 h 260"/>
                <a:gd name="T70" fmla="*/ 0 w 439"/>
                <a:gd name="T71" fmla="*/ 0 h 260"/>
                <a:gd name="T72" fmla="*/ 0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0" y="0"/>
                  </a:moveTo>
                  <a:lnTo>
                    <a:pt x="0" y="0"/>
                  </a:lnTo>
                  <a:lnTo>
                    <a:pt x="3" y="27"/>
                  </a:lnTo>
                  <a:lnTo>
                    <a:pt x="10" y="53"/>
                  </a:lnTo>
                  <a:lnTo>
                    <a:pt x="20" y="77"/>
                  </a:lnTo>
                  <a:lnTo>
                    <a:pt x="35" y="102"/>
                  </a:lnTo>
                  <a:lnTo>
                    <a:pt x="54" y="125"/>
                  </a:lnTo>
                  <a:lnTo>
                    <a:pt x="76" y="146"/>
                  </a:lnTo>
                  <a:lnTo>
                    <a:pt x="102" y="166"/>
                  </a:lnTo>
                  <a:lnTo>
                    <a:pt x="130" y="185"/>
                  </a:lnTo>
                  <a:lnTo>
                    <a:pt x="162" y="202"/>
                  </a:lnTo>
                  <a:lnTo>
                    <a:pt x="195" y="217"/>
                  </a:lnTo>
                  <a:lnTo>
                    <a:pt x="231" y="230"/>
                  </a:lnTo>
                  <a:lnTo>
                    <a:pt x="270" y="240"/>
                  </a:lnTo>
                  <a:lnTo>
                    <a:pt x="310" y="248"/>
                  </a:lnTo>
                  <a:lnTo>
                    <a:pt x="351" y="255"/>
                  </a:lnTo>
                  <a:lnTo>
                    <a:pt x="395" y="259"/>
                  </a:lnTo>
                  <a:lnTo>
                    <a:pt x="439" y="260"/>
                  </a:lnTo>
                  <a:lnTo>
                    <a:pt x="439" y="248"/>
                  </a:lnTo>
                  <a:lnTo>
                    <a:pt x="395" y="247"/>
                  </a:lnTo>
                  <a:lnTo>
                    <a:pt x="353" y="244"/>
                  </a:lnTo>
                  <a:lnTo>
                    <a:pt x="312" y="237"/>
                  </a:lnTo>
                  <a:lnTo>
                    <a:pt x="272" y="228"/>
                  </a:lnTo>
                  <a:lnTo>
                    <a:pt x="236" y="218"/>
                  </a:lnTo>
                  <a:lnTo>
                    <a:pt x="200" y="205"/>
                  </a:lnTo>
                  <a:lnTo>
                    <a:pt x="167" y="190"/>
                  </a:lnTo>
                  <a:lnTo>
                    <a:pt x="137" y="173"/>
                  </a:lnTo>
                  <a:lnTo>
                    <a:pt x="109" y="157"/>
                  </a:lnTo>
                  <a:lnTo>
                    <a:pt x="84" y="137"/>
                  </a:lnTo>
                  <a:lnTo>
                    <a:pt x="64" y="116"/>
                  </a:lnTo>
                  <a:lnTo>
                    <a:pt x="45" y="95"/>
                  </a:lnTo>
                  <a:lnTo>
                    <a:pt x="32" y="73"/>
                  </a:lnTo>
                  <a:lnTo>
                    <a:pt x="21" y="48"/>
                  </a:lnTo>
                  <a:lnTo>
                    <a:pt x="14" y="24"/>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6837" name="Freeform 51"/>
            <p:cNvSpPr>
              <a:spLocks/>
            </p:cNvSpPr>
            <p:nvPr/>
          </p:nvSpPr>
          <p:spPr bwMode="auto">
            <a:xfrm>
              <a:off x="1179" y="1588"/>
              <a:ext cx="88" cy="52"/>
            </a:xfrm>
            <a:custGeom>
              <a:avLst/>
              <a:gdLst>
                <a:gd name="T0" fmla="*/ 4 w 439"/>
                <a:gd name="T1" fmla="*/ 0 h 260"/>
                <a:gd name="T2" fmla="*/ 4 w 439"/>
                <a:gd name="T3" fmla="*/ 0 h 260"/>
                <a:gd name="T4" fmla="*/ 3 w 439"/>
                <a:gd name="T5" fmla="*/ 0 h 260"/>
                <a:gd name="T6" fmla="*/ 3 w 439"/>
                <a:gd name="T7" fmla="*/ 0 h 260"/>
                <a:gd name="T8" fmla="*/ 2 w 439"/>
                <a:gd name="T9" fmla="*/ 0 h 260"/>
                <a:gd name="T10" fmla="*/ 2 w 439"/>
                <a:gd name="T11" fmla="*/ 0 h 260"/>
                <a:gd name="T12" fmla="*/ 2 w 439"/>
                <a:gd name="T13" fmla="*/ 0 h 260"/>
                <a:gd name="T14" fmla="*/ 2 w 439"/>
                <a:gd name="T15" fmla="*/ 0 h 260"/>
                <a:gd name="T16" fmla="*/ 1 w 439"/>
                <a:gd name="T17" fmla="*/ 0 h 260"/>
                <a:gd name="T18" fmla="*/ 1 w 439"/>
                <a:gd name="T19" fmla="*/ 1 h 260"/>
                <a:gd name="T20" fmla="*/ 1 w 439"/>
                <a:gd name="T21" fmla="*/ 1 h 260"/>
                <a:gd name="T22" fmla="*/ 1 w 439"/>
                <a:gd name="T23" fmla="*/ 1 h 260"/>
                <a:gd name="T24" fmla="*/ 0 w 439"/>
                <a:gd name="T25" fmla="*/ 1 h 260"/>
                <a:gd name="T26" fmla="*/ 0 w 439"/>
                <a:gd name="T27" fmla="*/ 1 h 260"/>
                <a:gd name="T28" fmla="*/ 0 w 439"/>
                <a:gd name="T29" fmla="*/ 1 h 260"/>
                <a:gd name="T30" fmla="*/ 0 w 439"/>
                <a:gd name="T31" fmla="*/ 2 h 260"/>
                <a:gd name="T32" fmla="*/ 0 w 439"/>
                <a:gd name="T33" fmla="*/ 2 h 260"/>
                <a:gd name="T34" fmla="*/ 0 w 439"/>
                <a:gd name="T35" fmla="*/ 2 h 260"/>
                <a:gd name="T36" fmla="*/ 0 w 439"/>
                <a:gd name="T37" fmla="*/ 2 h 260"/>
                <a:gd name="T38" fmla="*/ 0 w 439"/>
                <a:gd name="T39" fmla="*/ 2 h 260"/>
                <a:gd name="T40" fmla="*/ 0 w 439"/>
                <a:gd name="T41" fmla="*/ 2 h 260"/>
                <a:gd name="T42" fmla="*/ 0 w 439"/>
                <a:gd name="T43" fmla="*/ 1 h 260"/>
                <a:gd name="T44" fmla="*/ 0 w 439"/>
                <a:gd name="T45" fmla="*/ 1 h 260"/>
                <a:gd name="T46" fmla="*/ 1 w 439"/>
                <a:gd name="T47" fmla="*/ 1 h 260"/>
                <a:gd name="T48" fmla="*/ 1 w 439"/>
                <a:gd name="T49" fmla="*/ 1 h 260"/>
                <a:gd name="T50" fmla="*/ 1 w 439"/>
                <a:gd name="T51" fmla="*/ 1 h 260"/>
                <a:gd name="T52" fmla="*/ 1 w 439"/>
                <a:gd name="T53" fmla="*/ 1 h 260"/>
                <a:gd name="T54" fmla="*/ 1 w 439"/>
                <a:gd name="T55" fmla="*/ 1 h 260"/>
                <a:gd name="T56" fmla="*/ 2 w 439"/>
                <a:gd name="T57" fmla="*/ 0 h 260"/>
                <a:gd name="T58" fmla="*/ 2 w 439"/>
                <a:gd name="T59" fmla="*/ 0 h 260"/>
                <a:gd name="T60" fmla="*/ 2 w 439"/>
                <a:gd name="T61" fmla="*/ 0 h 260"/>
                <a:gd name="T62" fmla="*/ 3 w 439"/>
                <a:gd name="T63" fmla="*/ 0 h 260"/>
                <a:gd name="T64" fmla="*/ 3 w 439"/>
                <a:gd name="T65" fmla="*/ 0 h 260"/>
                <a:gd name="T66" fmla="*/ 3 w 439"/>
                <a:gd name="T67" fmla="*/ 0 h 260"/>
                <a:gd name="T68" fmla="*/ 4 w 439"/>
                <a:gd name="T69" fmla="*/ 0 h 260"/>
                <a:gd name="T70" fmla="*/ 4 w 439"/>
                <a:gd name="T71" fmla="*/ 0 h 260"/>
                <a:gd name="T72" fmla="*/ 4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439" y="0"/>
                  </a:moveTo>
                  <a:lnTo>
                    <a:pt x="439" y="0"/>
                  </a:lnTo>
                  <a:lnTo>
                    <a:pt x="395" y="1"/>
                  </a:lnTo>
                  <a:lnTo>
                    <a:pt x="351" y="4"/>
                  </a:lnTo>
                  <a:lnTo>
                    <a:pt x="310" y="11"/>
                  </a:lnTo>
                  <a:lnTo>
                    <a:pt x="270" y="19"/>
                  </a:lnTo>
                  <a:lnTo>
                    <a:pt x="231" y="30"/>
                  </a:lnTo>
                  <a:lnTo>
                    <a:pt x="195" y="43"/>
                  </a:lnTo>
                  <a:lnTo>
                    <a:pt x="162" y="58"/>
                  </a:lnTo>
                  <a:lnTo>
                    <a:pt x="130" y="73"/>
                  </a:lnTo>
                  <a:lnTo>
                    <a:pt x="102" y="93"/>
                  </a:lnTo>
                  <a:lnTo>
                    <a:pt x="76" y="113"/>
                  </a:lnTo>
                  <a:lnTo>
                    <a:pt x="54" y="133"/>
                  </a:lnTo>
                  <a:lnTo>
                    <a:pt x="35" y="157"/>
                  </a:lnTo>
                  <a:lnTo>
                    <a:pt x="20" y="181"/>
                  </a:lnTo>
                  <a:lnTo>
                    <a:pt x="10" y="206"/>
                  </a:lnTo>
                  <a:lnTo>
                    <a:pt x="3" y="233"/>
                  </a:lnTo>
                  <a:lnTo>
                    <a:pt x="0" y="260"/>
                  </a:lnTo>
                  <a:lnTo>
                    <a:pt x="12" y="260"/>
                  </a:lnTo>
                  <a:lnTo>
                    <a:pt x="14" y="235"/>
                  </a:lnTo>
                  <a:lnTo>
                    <a:pt x="21" y="211"/>
                  </a:lnTo>
                  <a:lnTo>
                    <a:pt x="32" y="186"/>
                  </a:lnTo>
                  <a:lnTo>
                    <a:pt x="45" y="164"/>
                  </a:lnTo>
                  <a:lnTo>
                    <a:pt x="64" y="143"/>
                  </a:lnTo>
                  <a:lnTo>
                    <a:pt x="84" y="123"/>
                  </a:lnTo>
                  <a:lnTo>
                    <a:pt x="109" y="103"/>
                  </a:lnTo>
                  <a:lnTo>
                    <a:pt x="137" y="85"/>
                  </a:lnTo>
                  <a:lnTo>
                    <a:pt x="167" y="70"/>
                  </a:lnTo>
                  <a:lnTo>
                    <a:pt x="200" y="55"/>
                  </a:lnTo>
                  <a:lnTo>
                    <a:pt x="236" y="42"/>
                  </a:lnTo>
                  <a:lnTo>
                    <a:pt x="272" y="31"/>
                  </a:lnTo>
                  <a:lnTo>
                    <a:pt x="312" y="23"/>
                  </a:lnTo>
                  <a:lnTo>
                    <a:pt x="353" y="16"/>
                  </a:lnTo>
                  <a:lnTo>
                    <a:pt x="395" y="12"/>
                  </a:lnTo>
                  <a:lnTo>
                    <a:pt x="439" y="11"/>
                  </a:lnTo>
                  <a:lnTo>
                    <a:pt x="439"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6838" name="Freeform 52"/>
            <p:cNvSpPr>
              <a:spLocks/>
            </p:cNvSpPr>
            <p:nvPr/>
          </p:nvSpPr>
          <p:spPr bwMode="auto">
            <a:xfrm>
              <a:off x="964" y="1745"/>
              <a:ext cx="48" cy="85"/>
            </a:xfrm>
            <a:custGeom>
              <a:avLst/>
              <a:gdLst>
                <a:gd name="T0" fmla="*/ 2 w 244"/>
                <a:gd name="T1" fmla="*/ 3 h 426"/>
                <a:gd name="T2" fmla="*/ 2 w 244"/>
                <a:gd name="T3" fmla="*/ 3 h 426"/>
                <a:gd name="T4" fmla="*/ 2 w 244"/>
                <a:gd name="T5" fmla="*/ 3 h 426"/>
                <a:gd name="T6" fmla="*/ 2 w 244"/>
                <a:gd name="T7" fmla="*/ 3 h 426"/>
                <a:gd name="T8" fmla="*/ 2 w 244"/>
                <a:gd name="T9" fmla="*/ 2 h 426"/>
                <a:gd name="T10" fmla="*/ 2 w 244"/>
                <a:gd name="T11" fmla="*/ 2 h 426"/>
                <a:gd name="T12" fmla="*/ 2 w 244"/>
                <a:gd name="T13" fmla="*/ 2 h 426"/>
                <a:gd name="T14" fmla="*/ 2 w 244"/>
                <a:gd name="T15" fmla="*/ 2 h 426"/>
                <a:gd name="T16" fmla="*/ 1 w 244"/>
                <a:gd name="T17" fmla="*/ 1 h 426"/>
                <a:gd name="T18" fmla="*/ 1 w 244"/>
                <a:gd name="T19" fmla="*/ 1 h 426"/>
                <a:gd name="T20" fmla="*/ 1 w 244"/>
                <a:gd name="T21" fmla="*/ 1 h 426"/>
                <a:gd name="T22" fmla="*/ 1 w 244"/>
                <a:gd name="T23" fmla="*/ 1 h 426"/>
                <a:gd name="T24" fmla="*/ 1 w 244"/>
                <a:gd name="T25" fmla="*/ 0 h 426"/>
                <a:gd name="T26" fmla="*/ 1 w 244"/>
                <a:gd name="T27" fmla="*/ 0 h 426"/>
                <a:gd name="T28" fmla="*/ 1 w 244"/>
                <a:gd name="T29" fmla="*/ 0 h 426"/>
                <a:gd name="T30" fmla="*/ 0 w 244"/>
                <a:gd name="T31" fmla="*/ 0 h 426"/>
                <a:gd name="T32" fmla="*/ 0 w 244"/>
                <a:gd name="T33" fmla="*/ 0 h 426"/>
                <a:gd name="T34" fmla="*/ 0 w 244"/>
                <a:gd name="T35" fmla="*/ 0 h 426"/>
                <a:gd name="T36" fmla="*/ 0 w 244"/>
                <a:gd name="T37" fmla="*/ 0 h 426"/>
                <a:gd name="T38" fmla="*/ 0 w 244"/>
                <a:gd name="T39" fmla="*/ 0 h 426"/>
                <a:gd name="T40" fmla="*/ 0 w 244"/>
                <a:gd name="T41" fmla="*/ 0 h 426"/>
                <a:gd name="T42" fmla="*/ 1 w 244"/>
                <a:gd name="T43" fmla="*/ 0 h 426"/>
                <a:gd name="T44" fmla="*/ 1 w 244"/>
                <a:gd name="T45" fmla="*/ 0 h 426"/>
                <a:gd name="T46" fmla="*/ 1 w 244"/>
                <a:gd name="T47" fmla="*/ 0 h 426"/>
                <a:gd name="T48" fmla="*/ 1 w 244"/>
                <a:gd name="T49" fmla="*/ 1 h 426"/>
                <a:gd name="T50" fmla="*/ 1 w 244"/>
                <a:gd name="T51" fmla="*/ 1 h 426"/>
                <a:gd name="T52" fmla="*/ 1 w 244"/>
                <a:gd name="T53" fmla="*/ 1 h 426"/>
                <a:gd name="T54" fmla="*/ 1 w 244"/>
                <a:gd name="T55" fmla="*/ 1 h 426"/>
                <a:gd name="T56" fmla="*/ 1 w 244"/>
                <a:gd name="T57" fmla="*/ 2 h 426"/>
                <a:gd name="T58" fmla="*/ 2 w 244"/>
                <a:gd name="T59" fmla="*/ 2 h 426"/>
                <a:gd name="T60" fmla="*/ 2 w 244"/>
                <a:gd name="T61" fmla="*/ 2 h 426"/>
                <a:gd name="T62" fmla="*/ 2 w 244"/>
                <a:gd name="T63" fmla="*/ 2 h 426"/>
                <a:gd name="T64" fmla="*/ 2 w 244"/>
                <a:gd name="T65" fmla="*/ 3 h 426"/>
                <a:gd name="T66" fmla="*/ 2 w 244"/>
                <a:gd name="T67" fmla="*/ 3 h 426"/>
                <a:gd name="T68" fmla="*/ 2 w 244"/>
                <a:gd name="T69" fmla="*/ 3 h 426"/>
                <a:gd name="T70" fmla="*/ 2 w 244"/>
                <a:gd name="T71" fmla="*/ 3 h 426"/>
                <a:gd name="T72" fmla="*/ 2 w 244"/>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6"/>
                <a:gd name="T113" fmla="*/ 244 w 244"/>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6">
                  <a:moveTo>
                    <a:pt x="244" y="426"/>
                  </a:moveTo>
                  <a:lnTo>
                    <a:pt x="244" y="426"/>
                  </a:lnTo>
                  <a:lnTo>
                    <a:pt x="243" y="383"/>
                  </a:lnTo>
                  <a:lnTo>
                    <a:pt x="240" y="340"/>
                  </a:lnTo>
                  <a:lnTo>
                    <a:pt x="234" y="300"/>
                  </a:lnTo>
                  <a:lnTo>
                    <a:pt x="226" y="262"/>
                  </a:lnTo>
                  <a:lnTo>
                    <a:pt x="215" y="224"/>
                  </a:lnTo>
                  <a:lnTo>
                    <a:pt x="203" y="189"/>
                  </a:lnTo>
                  <a:lnTo>
                    <a:pt x="189" y="157"/>
                  </a:lnTo>
                  <a:lnTo>
                    <a:pt x="174" y="126"/>
                  </a:lnTo>
                  <a:lnTo>
                    <a:pt x="155" y="99"/>
                  </a:lnTo>
                  <a:lnTo>
                    <a:pt x="138" y="74"/>
                  </a:lnTo>
                  <a:lnTo>
                    <a:pt x="118" y="52"/>
                  </a:lnTo>
                  <a:lnTo>
                    <a:pt x="96" y="34"/>
                  </a:lnTo>
                  <a:lnTo>
                    <a:pt x="73" y="19"/>
                  </a:lnTo>
                  <a:lnTo>
                    <a:pt x="50" y="8"/>
                  </a:lnTo>
                  <a:lnTo>
                    <a:pt x="25" y="2"/>
                  </a:lnTo>
                  <a:lnTo>
                    <a:pt x="0" y="0"/>
                  </a:lnTo>
                  <a:lnTo>
                    <a:pt x="0" y="12"/>
                  </a:lnTo>
                  <a:lnTo>
                    <a:pt x="23" y="14"/>
                  </a:lnTo>
                  <a:lnTo>
                    <a:pt x="45" y="20"/>
                  </a:lnTo>
                  <a:lnTo>
                    <a:pt x="66" y="31"/>
                  </a:lnTo>
                  <a:lnTo>
                    <a:pt x="89" y="43"/>
                  </a:lnTo>
                  <a:lnTo>
                    <a:pt x="109" y="61"/>
                  </a:lnTo>
                  <a:lnTo>
                    <a:pt x="129" y="81"/>
                  </a:lnTo>
                  <a:lnTo>
                    <a:pt x="146" y="106"/>
                  </a:lnTo>
                  <a:lnTo>
                    <a:pt x="162" y="133"/>
                  </a:lnTo>
                  <a:lnTo>
                    <a:pt x="178" y="162"/>
                  </a:lnTo>
                  <a:lnTo>
                    <a:pt x="192" y="194"/>
                  </a:lnTo>
                  <a:lnTo>
                    <a:pt x="203" y="229"/>
                  </a:lnTo>
                  <a:lnTo>
                    <a:pt x="214" y="264"/>
                  </a:lnTo>
                  <a:lnTo>
                    <a:pt x="222" y="303"/>
                  </a:lnTo>
                  <a:lnTo>
                    <a:pt x="228" y="342"/>
                  </a:lnTo>
                  <a:lnTo>
                    <a:pt x="232" y="383"/>
                  </a:lnTo>
                  <a:lnTo>
                    <a:pt x="233" y="426"/>
                  </a:lnTo>
                  <a:lnTo>
                    <a:pt x="244"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6839" name="Freeform 53"/>
            <p:cNvSpPr>
              <a:spLocks/>
            </p:cNvSpPr>
            <p:nvPr/>
          </p:nvSpPr>
          <p:spPr bwMode="auto">
            <a:xfrm>
              <a:off x="964" y="1830"/>
              <a:ext cx="48" cy="85"/>
            </a:xfrm>
            <a:custGeom>
              <a:avLst/>
              <a:gdLst>
                <a:gd name="T0" fmla="*/ 0 w 244"/>
                <a:gd name="T1" fmla="*/ 3 h 424"/>
                <a:gd name="T2" fmla="*/ 0 w 244"/>
                <a:gd name="T3" fmla="*/ 3 h 424"/>
                <a:gd name="T4" fmla="*/ 0 w 244"/>
                <a:gd name="T5" fmla="*/ 3 h 424"/>
                <a:gd name="T6" fmla="*/ 0 w 244"/>
                <a:gd name="T7" fmla="*/ 3 h 424"/>
                <a:gd name="T8" fmla="*/ 1 w 244"/>
                <a:gd name="T9" fmla="*/ 3 h 424"/>
                <a:gd name="T10" fmla="*/ 1 w 244"/>
                <a:gd name="T11" fmla="*/ 3 h 424"/>
                <a:gd name="T12" fmla="*/ 1 w 244"/>
                <a:gd name="T13" fmla="*/ 3 h 424"/>
                <a:gd name="T14" fmla="*/ 1 w 244"/>
                <a:gd name="T15" fmla="*/ 3 h 424"/>
                <a:gd name="T16" fmla="*/ 1 w 244"/>
                <a:gd name="T17" fmla="*/ 3 h 424"/>
                <a:gd name="T18" fmla="*/ 1 w 244"/>
                <a:gd name="T19" fmla="*/ 2 h 424"/>
                <a:gd name="T20" fmla="*/ 1 w 244"/>
                <a:gd name="T21" fmla="*/ 2 h 424"/>
                <a:gd name="T22" fmla="*/ 2 w 244"/>
                <a:gd name="T23" fmla="*/ 2 h 424"/>
                <a:gd name="T24" fmla="*/ 2 w 244"/>
                <a:gd name="T25" fmla="*/ 2 h 424"/>
                <a:gd name="T26" fmla="*/ 2 w 244"/>
                <a:gd name="T27" fmla="*/ 1 h 424"/>
                <a:gd name="T28" fmla="*/ 2 w 244"/>
                <a:gd name="T29" fmla="*/ 1 h 424"/>
                <a:gd name="T30" fmla="*/ 2 w 244"/>
                <a:gd name="T31" fmla="*/ 1 h 424"/>
                <a:gd name="T32" fmla="*/ 2 w 244"/>
                <a:gd name="T33" fmla="*/ 0 h 424"/>
                <a:gd name="T34" fmla="*/ 2 w 244"/>
                <a:gd name="T35" fmla="*/ 0 h 424"/>
                <a:gd name="T36" fmla="*/ 2 w 244"/>
                <a:gd name="T37" fmla="*/ 0 h 424"/>
                <a:gd name="T38" fmla="*/ 2 w 244"/>
                <a:gd name="T39" fmla="*/ 0 h 424"/>
                <a:gd name="T40" fmla="*/ 2 w 244"/>
                <a:gd name="T41" fmla="*/ 1 h 424"/>
                <a:gd name="T42" fmla="*/ 2 w 244"/>
                <a:gd name="T43" fmla="*/ 1 h 424"/>
                <a:gd name="T44" fmla="*/ 2 w 244"/>
                <a:gd name="T45" fmla="*/ 1 h 424"/>
                <a:gd name="T46" fmla="*/ 2 w 244"/>
                <a:gd name="T47" fmla="*/ 2 h 424"/>
                <a:gd name="T48" fmla="*/ 1 w 244"/>
                <a:gd name="T49" fmla="*/ 2 h 424"/>
                <a:gd name="T50" fmla="*/ 1 w 244"/>
                <a:gd name="T51" fmla="*/ 2 h 424"/>
                <a:gd name="T52" fmla="*/ 1 w 244"/>
                <a:gd name="T53" fmla="*/ 2 h 424"/>
                <a:gd name="T54" fmla="*/ 1 w 244"/>
                <a:gd name="T55" fmla="*/ 3 h 424"/>
                <a:gd name="T56" fmla="*/ 1 w 244"/>
                <a:gd name="T57" fmla="*/ 3 h 424"/>
                <a:gd name="T58" fmla="*/ 1 w 244"/>
                <a:gd name="T59" fmla="*/ 3 h 424"/>
                <a:gd name="T60" fmla="*/ 1 w 244"/>
                <a:gd name="T61" fmla="*/ 3 h 424"/>
                <a:gd name="T62" fmla="*/ 1 w 244"/>
                <a:gd name="T63" fmla="*/ 3 h 424"/>
                <a:gd name="T64" fmla="*/ 0 w 244"/>
                <a:gd name="T65" fmla="*/ 3 h 424"/>
                <a:gd name="T66" fmla="*/ 0 w 244"/>
                <a:gd name="T67" fmla="*/ 3 h 424"/>
                <a:gd name="T68" fmla="*/ 0 w 244"/>
                <a:gd name="T69" fmla="*/ 3 h 424"/>
                <a:gd name="T70" fmla="*/ 0 w 244"/>
                <a:gd name="T71" fmla="*/ 3 h 424"/>
                <a:gd name="T72" fmla="*/ 0 w 244"/>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4"/>
                <a:gd name="T113" fmla="*/ 244 w 244"/>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4">
                  <a:moveTo>
                    <a:pt x="0" y="424"/>
                  </a:moveTo>
                  <a:lnTo>
                    <a:pt x="0" y="424"/>
                  </a:lnTo>
                  <a:lnTo>
                    <a:pt x="25" y="422"/>
                  </a:lnTo>
                  <a:lnTo>
                    <a:pt x="50" y="416"/>
                  </a:lnTo>
                  <a:lnTo>
                    <a:pt x="73" y="405"/>
                  </a:lnTo>
                  <a:lnTo>
                    <a:pt x="96" y="390"/>
                  </a:lnTo>
                  <a:lnTo>
                    <a:pt x="118" y="373"/>
                  </a:lnTo>
                  <a:lnTo>
                    <a:pt x="138" y="350"/>
                  </a:lnTo>
                  <a:lnTo>
                    <a:pt x="155" y="326"/>
                  </a:lnTo>
                  <a:lnTo>
                    <a:pt x="173" y="299"/>
                  </a:lnTo>
                  <a:lnTo>
                    <a:pt x="189" y="268"/>
                  </a:lnTo>
                  <a:lnTo>
                    <a:pt x="203" y="235"/>
                  </a:lnTo>
                  <a:lnTo>
                    <a:pt x="215" y="201"/>
                  </a:lnTo>
                  <a:lnTo>
                    <a:pt x="226" y="163"/>
                  </a:lnTo>
                  <a:lnTo>
                    <a:pt x="234" y="125"/>
                  </a:lnTo>
                  <a:lnTo>
                    <a:pt x="240" y="85"/>
                  </a:lnTo>
                  <a:lnTo>
                    <a:pt x="243" y="42"/>
                  </a:lnTo>
                  <a:lnTo>
                    <a:pt x="244" y="0"/>
                  </a:lnTo>
                  <a:lnTo>
                    <a:pt x="233" y="0"/>
                  </a:lnTo>
                  <a:lnTo>
                    <a:pt x="232" y="42"/>
                  </a:lnTo>
                  <a:lnTo>
                    <a:pt x="228" y="83"/>
                  </a:lnTo>
                  <a:lnTo>
                    <a:pt x="222" y="123"/>
                  </a:lnTo>
                  <a:lnTo>
                    <a:pt x="214" y="160"/>
                  </a:lnTo>
                  <a:lnTo>
                    <a:pt x="203" y="197"/>
                  </a:lnTo>
                  <a:lnTo>
                    <a:pt x="192" y="231"/>
                  </a:lnTo>
                  <a:lnTo>
                    <a:pt x="178" y="263"/>
                  </a:lnTo>
                  <a:lnTo>
                    <a:pt x="164" y="292"/>
                  </a:lnTo>
                  <a:lnTo>
                    <a:pt x="146" y="319"/>
                  </a:lnTo>
                  <a:lnTo>
                    <a:pt x="129" y="343"/>
                  </a:lnTo>
                  <a:lnTo>
                    <a:pt x="109" y="363"/>
                  </a:lnTo>
                  <a:lnTo>
                    <a:pt x="89" y="381"/>
                  </a:lnTo>
                  <a:lnTo>
                    <a:pt x="66" y="394"/>
                  </a:lnTo>
                  <a:lnTo>
                    <a:pt x="45" y="404"/>
                  </a:lnTo>
                  <a:lnTo>
                    <a:pt x="23" y="410"/>
                  </a:lnTo>
                  <a:lnTo>
                    <a:pt x="0" y="412"/>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6840" name="Freeform 54"/>
            <p:cNvSpPr>
              <a:spLocks/>
            </p:cNvSpPr>
            <p:nvPr/>
          </p:nvSpPr>
          <p:spPr bwMode="auto">
            <a:xfrm>
              <a:off x="915" y="1830"/>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1" y="42"/>
                  </a:lnTo>
                  <a:lnTo>
                    <a:pt x="4" y="85"/>
                  </a:lnTo>
                  <a:lnTo>
                    <a:pt x="10" y="125"/>
                  </a:lnTo>
                  <a:lnTo>
                    <a:pt x="19" y="163"/>
                  </a:lnTo>
                  <a:lnTo>
                    <a:pt x="29" y="201"/>
                  </a:lnTo>
                  <a:lnTo>
                    <a:pt x="41" y="235"/>
                  </a:lnTo>
                  <a:lnTo>
                    <a:pt x="55" y="268"/>
                  </a:lnTo>
                  <a:lnTo>
                    <a:pt x="71" y="299"/>
                  </a:lnTo>
                  <a:lnTo>
                    <a:pt x="89" y="326"/>
                  </a:lnTo>
                  <a:lnTo>
                    <a:pt x="106" y="350"/>
                  </a:lnTo>
                  <a:lnTo>
                    <a:pt x="126" y="373"/>
                  </a:lnTo>
                  <a:lnTo>
                    <a:pt x="149" y="390"/>
                  </a:lnTo>
                  <a:lnTo>
                    <a:pt x="171" y="405"/>
                  </a:lnTo>
                  <a:lnTo>
                    <a:pt x="194" y="416"/>
                  </a:lnTo>
                  <a:lnTo>
                    <a:pt x="219" y="422"/>
                  </a:lnTo>
                  <a:lnTo>
                    <a:pt x="245" y="424"/>
                  </a:lnTo>
                  <a:lnTo>
                    <a:pt x="245" y="412"/>
                  </a:lnTo>
                  <a:lnTo>
                    <a:pt x="221" y="410"/>
                  </a:lnTo>
                  <a:lnTo>
                    <a:pt x="199" y="404"/>
                  </a:lnTo>
                  <a:lnTo>
                    <a:pt x="178" y="394"/>
                  </a:lnTo>
                  <a:lnTo>
                    <a:pt x="156" y="381"/>
                  </a:lnTo>
                  <a:lnTo>
                    <a:pt x="136" y="363"/>
                  </a:lnTo>
                  <a:lnTo>
                    <a:pt x="116" y="343"/>
                  </a:lnTo>
                  <a:lnTo>
                    <a:pt x="98" y="319"/>
                  </a:lnTo>
                  <a:lnTo>
                    <a:pt x="81" y="292"/>
                  </a:lnTo>
                  <a:lnTo>
                    <a:pt x="67" y="263"/>
                  </a:lnTo>
                  <a:lnTo>
                    <a:pt x="52" y="231"/>
                  </a:lnTo>
                  <a:lnTo>
                    <a:pt x="41" y="197"/>
                  </a:lnTo>
                  <a:lnTo>
                    <a:pt x="30" y="160"/>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6841" name="Freeform 55"/>
            <p:cNvSpPr>
              <a:spLocks/>
            </p:cNvSpPr>
            <p:nvPr/>
          </p:nvSpPr>
          <p:spPr bwMode="auto">
            <a:xfrm>
              <a:off x="915" y="1745"/>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0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19" y="2"/>
                  </a:lnTo>
                  <a:lnTo>
                    <a:pt x="194" y="8"/>
                  </a:lnTo>
                  <a:lnTo>
                    <a:pt x="171" y="19"/>
                  </a:lnTo>
                  <a:lnTo>
                    <a:pt x="149" y="34"/>
                  </a:lnTo>
                  <a:lnTo>
                    <a:pt x="126" y="52"/>
                  </a:lnTo>
                  <a:lnTo>
                    <a:pt x="106" y="74"/>
                  </a:lnTo>
                  <a:lnTo>
                    <a:pt x="89" y="99"/>
                  </a:lnTo>
                  <a:lnTo>
                    <a:pt x="70" y="126"/>
                  </a:lnTo>
                  <a:lnTo>
                    <a:pt x="55" y="157"/>
                  </a:lnTo>
                  <a:lnTo>
                    <a:pt x="41" y="189"/>
                  </a:lnTo>
                  <a:lnTo>
                    <a:pt x="29" y="224"/>
                  </a:lnTo>
                  <a:lnTo>
                    <a:pt x="19" y="262"/>
                  </a:lnTo>
                  <a:lnTo>
                    <a:pt x="10" y="300"/>
                  </a:lnTo>
                  <a:lnTo>
                    <a:pt x="4" y="340"/>
                  </a:lnTo>
                  <a:lnTo>
                    <a:pt x="1" y="383"/>
                  </a:lnTo>
                  <a:lnTo>
                    <a:pt x="0" y="426"/>
                  </a:lnTo>
                  <a:lnTo>
                    <a:pt x="11" y="426"/>
                  </a:lnTo>
                  <a:lnTo>
                    <a:pt x="13" y="383"/>
                  </a:lnTo>
                  <a:lnTo>
                    <a:pt x="16" y="342"/>
                  </a:lnTo>
                  <a:lnTo>
                    <a:pt x="22" y="303"/>
                  </a:lnTo>
                  <a:lnTo>
                    <a:pt x="30" y="264"/>
                  </a:lnTo>
                  <a:lnTo>
                    <a:pt x="41" y="229"/>
                  </a:lnTo>
                  <a:lnTo>
                    <a:pt x="52" y="194"/>
                  </a:lnTo>
                  <a:lnTo>
                    <a:pt x="67" y="162"/>
                  </a:lnTo>
                  <a:lnTo>
                    <a:pt x="82" y="133"/>
                  </a:lnTo>
                  <a:lnTo>
                    <a:pt x="98" y="106"/>
                  </a:lnTo>
                  <a:lnTo>
                    <a:pt x="116" y="81"/>
                  </a:lnTo>
                  <a:lnTo>
                    <a:pt x="136" y="61"/>
                  </a:lnTo>
                  <a:lnTo>
                    <a:pt x="156" y="43"/>
                  </a:lnTo>
                  <a:lnTo>
                    <a:pt x="178" y="31"/>
                  </a:lnTo>
                  <a:lnTo>
                    <a:pt x="199" y="20"/>
                  </a:lnTo>
                  <a:lnTo>
                    <a:pt x="221"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6842" name="Freeform 56"/>
            <p:cNvSpPr>
              <a:spLocks/>
            </p:cNvSpPr>
            <p:nvPr/>
          </p:nvSpPr>
          <p:spPr bwMode="auto">
            <a:xfrm>
              <a:off x="1140" y="2087"/>
              <a:ext cx="49" cy="85"/>
            </a:xfrm>
            <a:custGeom>
              <a:avLst/>
              <a:gdLst>
                <a:gd name="T0" fmla="*/ 2 w 246"/>
                <a:gd name="T1" fmla="*/ 3 h 424"/>
                <a:gd name="T2" fmla="*/ 2 w 246"/>
                <a:gd name="T3" fmla="*/ 3 h 424"/>
                <a:gd name="T4" fmla="*/ 2 w 246"/>
                <a:gd name="T5" fmla="*/ 3 h 424"/>
                <a:gd name="T6" fmla="*/ 2 w 246"/>
                <a:gd name="T7" fmla="*/ 3 h 424"/>
                <a:gd name="T8" fmla="*/ 2 w 246"/>
                <a:gd name="T9" fmla="*/ 2 h 424"/>
                <a:gd name="T10" fmla="*/ 2 w 246"/>
                <a:gd name="T11" fmla="*/ 2 h 424"/>
                <a:gd name="T12" fmla="*/ 2 w 246"/>
                <a:gd name="T13" fmla="*/ 2 h 424"/>
                <a:gd name="T14" fmla="*/ 2 w 246"/>
                <a:gd name="T15" fmla="*/ 2 h 424"/>
                <a:gd name="T16" fmla="*/ 2 w 246"/>
                <a:gd name="T17" fmla="*/ 1 h 424"/>
                <a:gd name="T18" fmla="*/ 1 w 246"/>
                <a:gd name="T19" fmla="*/ 1 h 424"/>
                <a:gd name="T20" fmla="*/ 1 w 246"/>
                <a:gd name="T21" fmla="*/ 1 h 424"/>
                <a:gd name="T22" fmla="*/ 1 w 246"/>
                <a:gd name="T23" fmla="*/ 1 h 424"/>
                <a:gd name="T24" fmla="*/ 1 w 246"/>
                <a:gd name="T25" fmla="*/ 0 h 424"/>
                <a:gd name="T26" fmla="*/ 1 w 246"/>
                <a:gd name="T27" fmla="*/ 0 h 424"/>
                <a:gd name="T28" fmla="*/ 1 w 246"/>
                <a:gd name="T29" fmla="*/ 0 h 424"/>
                <a:gd name="T30" fmla="*/ 0 w 246"/>
                <a:gd name="T31" fmla="*/ 0 h 424"/>
                <a:gd name="T32" fmla="*/ 0 w 246"/>
                <a:gd name="T33" fmla="*/ 0 h 424"/>
                <a:gd name="T34" fmla="*/ 0 w 246"/>
                <a:gd name="T35" fmla="*/ 0 h 424"/>
                <a:gd name="T36" fmla="*/ 0 w 246"/>
                <a:gd name="T37" fmla="*/ 0 h 424"/>
                <a:gd name="T38" fmla="*/ 0 w 246"/>
                <a:gd name="T39" fmla="*/ 0 h 424"/>
                <a:gd name="T40" fmla="*/ 0 w 246"/>
                <a:gd name="T41" fmla="*/ 0 h 424"/>
                <a:gd name="T42" fmla="*/ 1 w 246"/>
                <a:gd name="T43" fmla="*/ 0 h 424"/>
                <a:gd name="T44" fmla="*/ 1 w 246"/>
                <a:gd name="T45" fmla="*/ 0 h 424"/>
                <a:gd name="T46" fmla="*/ 1 w 246"/>
                <a:gd name="T47" fmla="*/ 0 h 424"/>
                <a:gd name="T48" fmla="*/ 1 w 246"/>
                <a:gd name="T49" fmla="*/ 1 h 424"/>
                <a:gd name="T50" fmla="*/ 1 w 246"/>
                <a:gd name="T51" fmla="*/ 1 h 424"/>
                <a:gd name="T52" fmla="*/ 1 w 246"/>
                <a:gd name="T53" fmla="*/ 1 h 424"/>
                <a:gd name="T54" fmla="*/ 1 w 246"/>
                <a:gd name="T55" fmla="*/ 1 h 424"/>
                <a:gd name="T56" fmla="*/ 2 w 246"/>
                <a:gd name="T57" fmla="*/ 2 h 424"/>
                <a:gd name="T58" fmla="*/ 2 w 246"/>
                <a:gd name="T59" fmla="*/ 2 h 424"/>
                <a:gd name="T60" fmla="*/ 2 w 246"/>
                <a:gd name="T61" fmla="*/ 2 h 424"/>
                <a:gd name="T62" fmla="*/ 2 w 246"/>
                <a:gd name="T63" fmla="*/ 2 h 424"/>
                <a:gd name="T64" fmla="*/ 2 w 246"/>
                <a:gd name="T65" fmla="*/ 3 h 424"/>
                <a:gd name="T66" fmla="*/ 2 w 246"/>
                <a:gd name="T67" fmla="*/ 3 h 424"/>
                <a:gd name="T68" fmla="*/ 2 w 246"/>
                <a:gd name="T69" fmla="*/ 3 h 424"/>
                <a:gd name="T70" fmla="*/ 2 w 246"/>
                <a:gd name="T71" fmla="*/ 3 h 424"/>
                <a:gd name="T72" fmla="*/ 2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424"/>
                  </a:moveTo>
                  <a:lnTo>
                    <a:pt x="246" y="424"/>
                  </a:lnTo>
                  <a:lnTo>
                    <a:pt x="244" y="382"/>
                  </a:lnTo>
                  <a:lnTo>
                    <a:pt x="241" y="338"/>
                  </a:lnTo>
                  <a:lnTo>
                    <a:pt x="235" y="298"/>
                  </a:lnTo>
                  <a:lnTo>
                    <a:pt x="227" y="261"/>
                  </a:lnTo>
                  <a:lnTo>
                    <a:pt x="216" y="222"/>
                  </a:lnTo>
                  <a:lnTo>
                    <a:pt x="205" y="188"/>
                  </a:lnTo>
                  <a:lnTo>
                    <a:pt x="190" y="155"/>
                  </a:lnTo>
                  <a:lnTo>
                    <a:pt x="174" y="125"/>
                  </a:lnTo>
                  <a:lnTo>
                    <a:pt x="157" y="98"/>
                  </a:lnTo>
                  <a:lnTo>
                    <a:pt x="138" y="73"/>
                  </a:lnTo>
                  <a:lnTo>
                    <a:pt x="118" y="51"/>
                  </a:lnTo>
                  <a:lnTo>
                    <a:pt x="96" y="34"/>
                  </a:lnTo>
                  <a:lnTo>
                    <a:pt x="74" y="18"/>
                  </a:lnTo>
                  <a:lnTo>
                    <a:pt x="50" y="8"/>
                  </a:lnTo>
                  <a:lnTo>
                    <a:pt x="25" y="2"/>
                  </a:lnTo>
                  <a:lnTo>
                    <a:pt x="0" y="0"/>
                  </a:lnTo>
                  <a:lnTo>
                    <a:pt x="0" y="11"/>
                  </a:lnTo>
                  <a:lnTo>
                    <a:pt x="23" y="14"/>
                  </a:lnTo>
                  <a:lnTo>
                    <a:pt x="45" y="19"/>
                  </a:lnTo>
                  <a:lnTo>
                    <a:pt x="67" y="30"/>
                  </a:lnTo>
                  <a:lnTo>
                    <a:pt x="89" y="43"/>
                  </a:lnTo>
                  <a:lnTo>
                    <a:pt x="108" y="60"/>
                  </a:lnTo>
                  <a:lnTo>
                    <a:pt x="128" y="80"/>
                  </a:lnTo>
                  <a:lnTo>
                    <a:pt x="147" y="105"/>
                  </a:lnTo>
                  <a:lnTo>
                    <a:pt x="165" y="132"/>
                  </a:lnTo>
                  <a:lnTo>
                    <a:pt x="179" y="160"/>
                  </a:lnTo>
                  <a:lnTo>
                    <a:pt x="193" y="193"/>
                  </a:lnTo>
                  <a:lnTo>
                    <a:pt x="205" y="227"/>
                  </a:lnTo>
                  <a:lnTo>
                    <a:pt x="215" y="263"/>
                  </a:lnTo>
                  <a:lnTo>
                    <a:pt x="223" y="301"/>
                  </a:lnTo>
                  <a:lnTo>
                    <a:pt x="229" y="341"/>
                  </a:lnTo>
                  <a:lnTo>
                    <a:pt x="233" y="382"/>
                  </a:lnTo>
                  <a:lnTo>
                    <a:pt x="234" y="424"/>
                  </a:lnTo>
                  <a:lnTo>
                    <a:pt x="246"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6843" name="Freeform 57"/>
            <p:cNvSpPr>
              <a:spLocks/>
            </p:cNvSpPr>
            <p:nvPr/>
          </p:nvSpPr>
          <p:spPr bwMode="auto">
            <a:xfrm>
              <a:off x="1140" y="2172"/>
              <a:ext cx="49" cy="85"/>
            </a:xfrm>
            <a:custGeom>
              <a:avLst/>
              <a:gdLst>
                <a:gd name="T0" fmla="*/ 0 w 246"/>
                <a:gd name="T1" fmla="*/ 3 h 426"/>
                <a:gd name="T2" fmla="*/ 0 w 246"/>
                <a:gd name="T3" fmla="*/ 3 h 426"/>
                <a:gd name="T4" fmla="*/ 0 w 246"/>
                <a:gd name="T5" fmla="*/ 3 h 426"/>
                <a:gd name="T6" fmla="*/ 0 w 246"/>
                <a:gd name="T7" fmla="*/ 3 h 426"/>
                <a:gd name="T8" fmla="*/ 1 w 246"/>
                <a:gd name="T9" fmla="*/ 3 h 426"/>
                <a:gd name="T10" fmla="*/ 1 w 246"/>
                <a:gd name="T11" fmla="*/ 3 h 426"/>
                <a:gd name="T12" fmla="*/ 1 w 246"/>
                <a:gd name="T13" fmla="*/ 3 h 426"/>
                <a:gd name="T14" fmla="*/ 1 w 246"/>
                <a:gd name="T15" fmla="*/ 3 h 426"/>
                <a:gd name="T16" fmla="*/ 1 w 246"/>
                <a:gd name="T17" fmla="*/ 3 h 426"/>
                <a:gd name="T18" fmla="*/ 1 w 246"/>
                <a:gd name="T19" fmla="*/ 2 h 426"/>
                <a:gd name="T20" fmla="*/ 2 w 246"/>
                <a:gd name="T21" fmla="*/ 2 h 426"/>
                <a:gd name="T22" fmla="*/ 2 w 246"/>
                <a:gd name="T23" fmla="*/ 2 h 426"/>
                <a:gd name="T24" fmla="*/ 2 w 246"/>
                <a:gd name="T25" fmla="*/ 2 h 426"/>
                <a:gd name="T26" fmla="*/ 2 w 246"/>
                <a:gd name="T27" fmla="*/ 1 h 426"/>
                <a:gd name="T28" fmla="*/ 2 w 246"/>
                <a:gd name="T29" fmla="*/ 1 h 426"/>
                <a:gd name="T30" fmla="*/ 2 w 246"/>
                <a:gd name="T31" fmla="*/ 1 h 426"/>
                <a:gd name="T32" fmla="*/ 2 w 246"/>
                <a:gd name="T33" fmla="*/ 0 h 426"/>
                <a:gd name="T34" fmla="*/ 2 w 246"/>
                <a:gd name="T35" fmla="*/ 0 h 426"/>
                <a:gd name="T36" fmla="*/ 2 w 246"/>
                <a:gd name="T37" fmla="*/ 0 h 426"/>
                <a:gd name="T38" fmla="*/ 2 w 246"/>
                <a:gd name="T39" fmla="*/ 0 h 426"/>
                <a:gd name="T40" fmla="*/ 2 w 246"/>
                <a:gd name="T41" fmla="*/ 1 h 426"/>
                <a:gd name="T42" fmla="*/ 2 w 246"/>
                <a:gd name="T43" fmla="*/ 1 h 426"/>
                <a:gd name="T44" fmla="*/ 2 w 246"/>
                <a:gd name="T45" fmla="*/ 1 h 426"/>
                <a:gd name="T46" fmla="*/ 2 w 246"/>
                <a:gd name="T47" fmla="*/ 2 h 426"/>
                <a:gd name="T48" fmla="*/ 2 w 246"/>
                <a:gd name="T49" fmla="*/ 2 h 426"/>
                <a:gd name="T50" fmla="*/ 1 w 246"/>
                <a:gd name="T51" fmla="*/ 2 h 426"/>
                <a:gd name="T52" fmla="*/ 1 w 246"/>
                <a:gd name="T53" fmla="*/ 2 h 426"/>
                <a:gd name="T54" fmla="*/ 1 w 246"/>
                <a:gd name="T55" fmla="*/ 3 h 426"/>
                <a:gd name="T56" fmla="*/ 1 w 246"/>
                <a:gd name="T57" fmla="*/ 3 h 426"/>
                <a:gd name="T58" fmla="*/ 1 w 246"/>
                <a:gd name="T59" fmla="*/ 3 h 426"/>
                <a:gd name="T60" fmla="*/ 1 w 246"/>
                <a:gd name="T61" fmla="*/ 3 h 426"/>
                <a:gd name="T62" fmla="*/ 1 w 246"/>
                <a:gd name="T63" fmla="*/ 3 h 426"/>
                <a:gd name="T64" fmla="*/ 0 w 246"/>
                <a:gd name="T65" fmla="*/ 3 h 426"/>
                <a:gd name="T66" fmla="*/ 0 w 246"/>
                <a:gd name="T67" fmla="*/ 3 h 426"/>
                <a:gd name="T68" fmla="*/ 0 w 246"/>
                <a:gd name="T69" fmla="*/ 3 h 426"/>
                <a:gd name="T70" fmla="*/ 0 w 246"/>
                <a:gd name="T71" fmla="*/ 3 h 426"/>
                <a:gd name="T72" fmla="*/ 0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426"/>
                  </a:moveTo>
                  <a:lnTo>
                    <a:pt x="0" y="426"/>
                  </a:lnTo>
                  <a:lnTo>
                    <a:pt x="25" y="423"/>
                  </a:lnTo>
                  <a:lnTo>
                    <a:pt x="50" y="417"/>
                  </a:lnTo>
                  <a:lnTo>
                    <a:pt x="74" y="407"/>
                  </a:lnTo>
                  <a:lnTo>
                    <a:pt x="96" y="392"/>
                  </a:lnTo>
                  <a:lnTo>
                    <a:pt x="118" y="373"/>
                  </a:lnTo>
                  <a:lnTo>
                    <a:pt x="138" y="350"/>
                  </a:lnTo>
                  <a:lnTo>
                    <a:pt x="157" y="327"/>
                  </a:lnTo>
                  <a:lnTo>
                    <a:pt x="175" y="299"/>
                  </a:lnTo>
                  <a:lnTo>
                    <a:pt x="190" y="268"/>
                  </a:lnTo>
                  <a:lnTo>
                    <a:pt x="205" y="236"/>
                  </a:lnTo>
                  <a:lnTo>
                    <a:pt x="216" y="202"/>
                  </a:lnTo>
                  <a:lnTo>
                    <a:pt x="227" y="164"/>
                  </a:lnTo>
                  <a:lnTo>
                    <a:pt x="235" y="125"/>
                  </a:lnTo>
                  <a:lnTo>
                    <a:pt x="241" y="86"/>
                  </a:lnTo>
                  <a:lnTo>
                    <a:pt x="244" y="42"/>
                  </a:lnTo>
                  <a:lnTo>
                    <a:pt x="246" y="0"/>
                  </a:lnTo>
                  <a:lnTo>
                    <a:pt x="234" y="0"/>
                  </a:lnTo>
                  <a:lnTo>
                    <a:pt x="233" y="42"/>
                  </a:lnTo>
                  <a:lnTo>
                    <a:pt x="229" y="83"/>
                  </a:lnTo>
                  <a:lnTo>
                    <a:pt x="223" y="123"/>
                  </a:lnTo>
                  <a:lnTo>
                    <a:pt x="215" y="162"/>
                  </a:lnTo>
                  <a:lnTo>
                    <a:pt x="205" y="197"/>
                  </a:lnTo>
                  <a:lnTo>
                    <a:pt x="193" y="231"/>
                  </a:lnTo>
                  <a:lnTo>
                    <a:pt x="179" y="264"/>
                  </a:lnTo>
                  <a:lnTo>
                    <a:pt x="164" y="292"/>
                  </a:lnTo>
                  <a:lnTo>
                    <a:pt x="147" y="320"/>
                  </a:lnTo>
                  <a:lnTo>
                    <a:pt x="128" y="343"/>
                  </a:lnTo>
                  <a:lnTo>
                    <a:pt x="108" y="363"/>
                  </a:lnTo>
                  <a:lnTo>
                    <a:pt x="89" y="382"/>
                  </a:lnTo>
                  <a:lnTo>
                    <a:pt x="67" y="395"/>
                  </a:lnTo>
                  <a:lnTo>
                    <a:pt x="45" y="406"/>
                  </a:lnTo>
                  <a:lnTo>
                    <a:pt x="23" y="411"/>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6844" name="Freeform 58"/>
            <p:cNvSpPr>
              <a:spLocks/>
            </p:cNvSpPr>
            <p:nvPr/>
          </p:nvSpPr>
          <p:spPr bwMode="auto">
            <a:xfrm>
              <a:off x="1091" y="2172"/>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4" y="86"/>
                  </a:lnTo>
                  <a:lnTo>
                    <a:pt x="10" y="125"/>
                  </a:lnTo>
                  <a:lnTo>
                    <a:pt x="18" y="164"/>
                  </a:lnTo>
                  <a:lnTo>
                    <a:pt x="29" y="202"/>
                  </a:lnTo>
                  <a:lnTo>
                    <a:pt x="41" y="236"/>
                  </a:lnTo>
                  <a:lnTo>
                    <a:pt x="55" y="268"/>
                  </a:lnTo>
                  <a:lnTo>
                    <a:pt x="70" y="299"/>
                  </a:lnTo>
                  <a:lnTo>
                    <a:pt x="89" y="327"/>
                  </a:lnTo>
                  <a:lnTo>
                    <a:pt x="106" y="350"/>
                  </a:lnTo>
                  <a:lnTo>
                    <a:pt x="126" y="373"/>
                  </a:lnTo>
                  <a:lnTo>
                    <a:pt x="148" y="392"/>
                  </a:lnTo>
                  <a:lnTo>
                    <a:pt x="171" y="407"/>
                  </a:lnTo>
                  <a:lnTo>
                    <a:pt x="194" y="417"/>
                  </a:lnTo>
                  <a:lnTo>
                    <a:pt x="219" y="423"/>
                  </a:lnTo>
                  <a:lnTo>
                    <a:pt x="245" y="426"/>
                  </a:lnTo>
                  <a:lnTo>
                    <a:pt x="245" y="414"/>
                  </a:lnTo>
                  <a:lnTo>
                    <a:pt x="221" y="411"/>
                  </a:lnTo>
                  <a:lnTo>
                    <a:pt x="199" y="406"/>
                  </a:lnTo>
                  <a:lnTo>
                    <a:pt x="178" y="395"/>
                  </a:lnTo>
                  <a:lnTo>
                    <a:pt x="155" y="382"/>
                  </a:lnTo>
                  <a:lnTo>
                    <a:pt x="136" y="363"/>
                  </a:lnTo>
                  <a:lnTo>
                    <a:pt x="116" y="343"/>
                  </a:lnTo>
                  <a:lnTo>
                    <a:pt x="98" y="320"/>
                  </a:lnTo>
                  <a:lnTo>
                    <a:pt x="82" y="292"/>
                  </a:lnTo>
                  <a:lnTo>
                    <a:pt x="66" y="264"/>
                  </a:lnTo>
                  <a:lnTo>
                    <a:pt x="52" y="231"/>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6845" name="Freeform 59"/>
            <p:cNvSpPr>
              <a:spLocks/>
            </p:cNvSpPr>
            <p:nvPr/>
          </p:nvSpPr>
          <p:spPr bwMode="auto">
            <a:xfrm>
              <a:off x="1091" y="2087"/>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4" y="8"/>
                  </a:lnTo>
                  <a:lnTo>
                    <a:pt x="171" y="18"/>
                  </a:lnTo>
                  <a:lnTo>
                    <a:pt x="148" y="34"/>
                  </a:lnTo>
                  <a:lnTo>
                    <a:pt x="126" y="51"/>
                  </a:lnTo>
                  <a:lnTo>
                    <a:pt x="106" y="73"/>
                  </a:lnTo>
                  <a:lnTo>
                    <a:pt x="89" y="98"/>
                  </a:lnTo>
                  <a:lnTo>
                    <a:pt x="71" y="125"/>
                  </a:lnTo>
                  <a:lnTo>
                    <a:pt x="55" y="155"/>
                  </a:lnTo>
                  <a:lnTo>
                    <a:pt x="41" y="188"/>
                  </a:lnTo>
                  <a:lnTo>
                    <a:pt x="29" y="222"/>
                  </a:lnTo>
                  <a:lnTo>
                    <a:pt x="18" y="261"/>
                  </a:lnTo>
                  <a:lnTo>
                    <a:pt x="10" y="298"/>
                  </a:lnTo>
                  <a:lnTo>
                    <a:pt x="4" y="338"/>
                  </a:lnTo>
                  <a:lnTo>
                    <a:pt x="1" y="382"/>
                  </a:lnTo>
                  <a:lnTo>
                    <a:pt x="0" y="424"/>
                  </a:lnTo>
                  <a:lnTo>
                    <a:pt x="11" y="424"/>
                  </a:lnTo>
                  <a:lnTo>
                    <a:pt x="13" y="382"/>
                  </a:lnTo>
                  <a:lnTo>
                    <a:pt x="16" y="341"/>
                  </a:lnTo>
                  <a:lnTo>
                    <a:pt x="22" y="301"/>
                  </a:lnTo>
                  <a:lnTo>
                    <a:pt x="30" y="263"/>
                  </a:lnTo>
                  <a:lnTo>
                    <a:pt x="41" y="227"/>
                  </a:lnTo>
                  <a:lnTo>
                    <a:pt x="52" y="193"/>
                  </a:lnTo>
                  <a:lnTo>
                    <a:pt x="66" y="160"/>
                  </a:lnTo>
                  <a:lnTo>
                    <a:pt x="80" y="132"/>
                  </a:lnTo>
                  <a:lnTo>
                    <a:pt x="98" y="105"/>
                  </a:lnTo>
                  <a:lnTo>
                    <a:pt x="116" y="80"/>
                  </a:lnTo>
                  <a:lnTo>
                    <a:pt x="136" y="60"/>
                  </a:lnTo>
                  <a:lnTo>
                    <a:pt x="155" y="43"/>
                  </a:lnTo>
                  <a:lnTo>
                    <a:pt x="178" y="30"/>
                  </a:lnTo>
                  <a:lnTo>
                    <a:pt x="199" y="19"/>
                  </a:lnTo>
                  <a:lnTo>
                    <a:pt x="221" y="14"/>
                  </a:lnTo>
                  <a:lnTo>
                    <a:pt x="245" y="11"/>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6846" name="Freeform 60"/>
            <p:cNvSpPr>
              <a:spLocks/>
            </p:cNvSpPr>
            <p:nvPr/>
          </p:nvSpPr>
          <p:spPr bwMode="auto">
            <a:xfrm>
              <a:off x="1392" y="2118"/>
              <a:ext cx="49" cy="85"/>
            </a:xfrm>
            <a:custGeom>
              <a:avLst/>
              <a:gdLst>
                <a:gd name="T0" fmla="*/ 2 w 246"/>
                <a:gd name="T1" fmla="*/ 3 h 426"/>
                <a:gd name="T2" fmla="*/ 2 w 246"/>
                <a:gd name="T3" fmla="*/ 3 h 426"/>
                <a:gd name="T4" fmla="*/ 2 w 246"/>
                <a:gd name="T5" fmla="*/ 3 h 426"/>
                <a:gd name="T6" fmla="*/ 2 w 246"/>
                <a:gd name="T7" fmla="*/ 3 h 426"/>
                <a:gd name="T8" fmla="*/ 2 w 246"/>
                <a:gd name="T9" fmla="*/ 2 h 426"/>
                <a:gd name="T10" fmla="*/ 2 w 246"/>
                <a:gd name="T11" fmla="*/ 2 h 426"/>
                <a:gd name="T12" fmla="*/ 2 w 246"/>
                <a:gd name="T13" fmla="*/ 2 h 426"/>
                <a:gd name="T14" fmla="*/ 2 w 246"/>
                <a:gd name="T15" fmla="*/ 2 h 426"/>
                <a:gd name="T16" fmla="*/ 2 w 246"/>
                <a:gd name="T17" fmla="*/ 1 h 426"/>
                <a:gd name="T18" fmla="*/ 1 w 246"/>
                <a:gd name="T19" fmla="*/ 1 h 426"/>
                <a:gd name="T20" fmla="*/ 1 w 246"/>
                <a:gd name="T21" fmla="*/ 1 h 426"/>
                <a:gd name="T22" fmla="*/ 1 w 246"/>
                <a:gd name="T23" fmla="*/ 1 h 426"/>
                <a:gd name="T24" fmla="*/ 1 w 246"/>
                <a:gd name="T25" fmla="*/ 0 h 426"/>
                <a:gd name="T26" fmla="*/ 1 w 246"/>
                <a:gd name="T27" fmla="*/ 0 h 426"/>
                <a:gd name="T28" fmla="*/ 1 w 246"/>
                <a:gd name="T29" fmla="*/ 0 h 426"/>
                <a:gd name="T30" fmla="*/ 0 w 246"/>
                <a:gd name="T31" fmla="*/ 0 h 426"/>
                <a:gd name="T32" fmla="*/ 0 w 246"/>
                <a:gd name="T33" fmla="*/ 0 h 426"/>
                <a:gd name="T34" fmla="*/ 0 w 246"/>
                <a:gd name="T35" fmla="*/ 0 h 426"/>
                <a:gd name="T36" fmla="*/ 0 w 246"/>
                <a:gd name="T37" fmla="*/ 0 h 426"/>
                <a:gd name="T38" fmla="*/ 0 w 246"/>
                <a:gd name="T39" fmla="*/ 0 h 426"/>
                <a:gd name="T40" fmla="*/ 0 w 246"/>
                <a:gd name="T41" fmla="*/ 0 h 426"/>
                <a:gd name="T42" fmla="*/ 1 w 246"/>
                <a:gd name="T43" fmla="*/ 0 h 426"/>
                <a:gd name="T44" fmla="*/ 1 w 246"/>
                <a:gd name="T45" fmla="*/ 0 h 426"/>
                <a:gd name="T46" fmla="*/ 1 w 246"/>
                <a:gd name="T47" fmla="*/ 1 h 426"/>
                <a:gd name="T48" fmla="*/ 1 w 246"/>
                <a:gd name="T49" fmla="*/ 1 h 426"/>
                <a:gd name="T50" fmla="*/ 1 w 246"/>
                <a:gd name="T51" fmla="*/ 1 h 426"/>
                <a:gd name="T52" fmla="*/ 1 w 246"/>
                <a:gd name="T53" fmla="*/ 1 h 426"/>
                <a:gd name="T54" fmla="*/ 1 w 246"/>
                <a:gd name="T55" fmla="*/ 1 h 426"/>
                <a:gd name="T56" fmla="*/ 2 w 246"/>
                <a:gd name="T57" fmla="*/ 2 h 426"/>
                <a:gd name="T58" fmla="*/ 2 w 246"/>
                <a:gd name="T59" fmla="*/ 2 h 426"/>
                <a:gd name="T60" fmla="*/ 2 w 246"/>
                <a:gd name="T61" fmla="*/ 2 h 426"/>
                <a:gd name="T62" fmla="*/ 2 w 246"/>
                <a:gd name="T63" fmla="*/ 2 h 426"/>
                <a:gd name="T64" fmla="*/ 2 w 246"/>
                <a:gd name="T65" fmla="*/ 3 h 426"/>
                <a:gd name="T66" fmla="*/ 2 w 246"/>
                <a:gd name="T67" fmla="*/ 3 h 426"/>
                <a:gd name="T68" fmla="*/ 2 w 246"/>
                <a:gd name="T69" fmla="*/ 3 h 426"/>
                <a:gd name="T70" fmla="*/ 2 w 246"/>
                <a:gd name="T71" fmla="*/ 3 h 426"/>
                <a:gd name="T72" fmla="*/ 2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246" y="426"/>
                  </a:moveTo>
                  <a:lnTo>
                    <a:pt x="246" y="426"/>
                  </a:lnTo>
                  <a:lnTo>
                    <a:pt x="245" y="384"/>
                  </a:lnTo>
                  <a:lnTo>
                    <a:pt x="242" y="340"/>
                  </a:lnTo>
                  <a:lnTo>
                    <a:pt x="236" y="301"/>
                  </a:lnTo>
                  <a:lnTo>
                    <a:pt x="228" y="262"/>
                  </a:lnTo>
                  <a:lnTo>
                    <a:pt x="217" y="224"/>
                  </a:lnTo>
                  <a:lnTo>
                    <a:pt x="205" y="190"/>
                  </a:lnTo>
                  <a:lnTo>
                    <a:pt x="191" y="158"/>
                  </a:lnTo>
                  <a:lnTo>
                    <a:pt x="176" y="126"/>
                  </a:lnTo>
                  <a:lnTo>
                    <a:pt x="157" y="99"/>
                  </a:lnTo>
                  <a:lnTo>
                    <a:pt x="139" y="75"/>
                  </a:lnTo>
                  <a:lnTo>
                    <a:pt x="119" y="53"/>
                  </a:lnTo>
                  <a:lnTo>
                    <a:pt x="96" y="34"/>
                  </a:lnTo>
                  <a:lnTo>
                    <a:pt x="75" y="19"/>
                  </a:lnTo>
                  <a:lnTo>
                    <a:pt x="51" y="9"/>
                  </a:lnTo>
                  <a:lnTo>
                    <a:pt x="26" y="3"/>
                  </a:lnTo>
                  <a:lnTo>
                    <a:pt x="0" y="0"/>
                  </a:lnTo>
                  <a:lnTo>
                    <a:pt x="0" y="12"/>
                  </a:lnTo>
                  <a:lnTo>
                    <a:pt x="24" y="15"/>
                  </a:lnTo>
                  <a:lnTo>
                    <a:pt x="46" y="20"/>
                  </a:lnTo>
                  <a:lnTo>
                    <a:pt x="68" y="31"/>
                  </a:lnTo>
                  <a:lnTo>
                    <a:pt x="89" y="44"/>
                  </a:lnTo>
                  <a:lnTo>
                    <a:pt x="109" y="63"/>
                  </a:lnTo>
                  <a:lnTo>
                    <a:pt x="129" y="83"/>
                  </a:lnTo>
                  <a:lnTo>
                    <a:pt x="148" y="106"/>
                  </a:lnTo>
                  <a:lnTo>
                    <a:pt x="164" y="133"/>
                  </a:lnTo>
                  <a:lnTo>
                    <a:pt x="180" y="162"/>
                  </a:lnTo>
                  <a:lnTo>
                    <a:pt x="194" y="195"/>
                  </a:lnTo>
                  <a:lnTo>
                    <a:pt x="205" y="229"/>
                  </a:lnTo>
                  <a:lnTo>
                    <a:pt x="216" y="264"/>
                  </a:lnTo>
                  <a:lnTo>
                    <a:pt x="224" y="303"/>
                  </a:lnTo>
                  <a:lnTo>
                    <a:pt x="230" y="343"/>
                  </a:lnTo>
                  <a:lnTo>
                    <a:pt x="233" y="384"/>
                  </a:lnTo>
                  <a:lnTo>
                    <a:pt x="235" y="426"/>
                  </a:lnTo>
                  <a:lnTo>
                    <a:pt x="246"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6847" name="Freeform 61"/>
            <p:cNvSpPr>
              <a:spLocks/>
            </p:cNvSpPr>
            <p:nvPr/>
          </p:nvSpPr>
          <p:spPr bwMode="auto">
            <a:xfrm>
              <a:off x="1392" y="2203"/>
              <a:ext cx="49" cy="85"/>
            </a:xfrm>
            <a:custGeom>
              <a:avLst/>
              <a:gdLst>
                <a:gd name="T0" fmla="*/ 0 w 246"/>
                <a:gd name="T1" fmla="*/ 3 h 424"/>
                <a:gd name="T2" fmla="*/ 0 w 246"/>
                <a:gd name="T3" fmla="*/ 3 h 424"/>
                <a:gd name="T4" fmla="*/ 0 w 246"/>
                <a:gd name="T5" fmla="*/ 3 h 424"/>
                <a:gd name="T6" fmla="*/ 0 w 246"/>
                <a:gd name="T7" fmla="*/ 3 h 424"/>
                <a:gd name="T8" fmla="*/ 1 w 246"/>
                <a:gd name="T9" fmla="*/ 3 h 424"/>
                <a:gd name="T10" fmla="*/ 1 w 246"/>
                <a:gd name="T11" fmla="*/ 3 h 424"/>
                <a:gd name="T12" fmla="*/ 1 w 246"/>
                <a:gd name="T13" fmla="*/ 3 h 424"/>
                <a:gd name="T14" fmla="*/ 1 w 246"/>
                <a:gd name="T15" fmla="*/ 3 h 424"/>
                <a:gd name="T16" fmla="*/ 1 w 246"/>
                <a:gd name="T17" fmla="*/ 3 h 424"/>
                <a:gd name="T18" fmla="*/ 1 w 246"/>
                <a:gd name="T19" fmla="*/ 2 h 424"/>
                <a:gd name="T20" fmla="*/ 2 w 246"/>
                <a:gd name="T21" fmla="*/ 2 h 424"/>
                <a:gd name="T22" fmla="*/ 2 w 246"/>
                <a:gd name="T23" fmla="*/ 2 h 424"/>
                <a:gd name="T24" fmla="*/ 2 w 246"/>
                <a:gd name="T25" fmla="*/ 2 h 424"/>
                <a:gd name="T26" fmla="*/ 2 w 246"/>
                <a:gd name="T27" fmla="*/ 1 h 424"/>
                <a:gd name="T28" fmla="*/ 2 w 246"/>
                <a:gd name="T29" fmla="*/ 1 h 424"/>
                <a:gd name="T30" fmla="*/ 2 w 246"/>
                <a:gd name="T31" fmla="*/ 1 h 424"/>
                <a:gd name="T32" fmla="*/ 2 w 246"/>
                <a:gd name="T33" fmla="*/ 0 h 424"/>
                <a:gd name="T34" fmla="*/ 2 w 246"/>
                <a:gd name="T35" fmla="*/ 0 h 424"/>
                <a:gd name="T36" fmla="*/ 2 w 246"/>
                <a:gd name="T37" fmla="*/ 0 h 424"/>
                <a:gd name="T38" fmla="*/ 2 w 246"/>
                <a:gd name="T39" fmla="*/ 0 h 424"/>
                <a:gd name="T40" fmla="*/ 2 w 246"/>
                <a:gd name="T41" fmla="*/ 1 h 424"/>
                <a:gd name="T42" fmla="*/ 2 w 246"/>
                <a:gd name="T43" fmla="*/ 1 h 424"/>
                <a:gd name="T44" fmla="*/ 2 w 246"/>
                <a:gd name="T45" fmla="*/ 1 h 424"/>
                <a:gd name="T46" fmla="*/ 2 w 246"/>
                <a:gd name="T47" fmla="*/ 2 h 424"/>
                <a:gd name="T48" fmla="*/ 2 w 246"/>
                <a:gd name="T49" fmla="*/ 2 h 424"/>
                <a:gd name="T50" fmla="*/ 1 w 246"/>
                <a:gd name="T51" fmla="*/ 2 h 424"/>
                <a:gd name="T52" fmla="*/ 1 w 246"/>
                <a:gd name="T53" fmla="*/ 2 h 424"/>
                <a:gd name="T54" fmla="*/ 1 w 246"/>
                <a:gd name="T55" fmla="*/ 3 h 424"/>
                <a:gd name="T56" fmla="*/ 1 w 246"/>
                <a:gd name="T57" fmla="*/ 3 h 424"/>
                <a:gd name="T58" fmla="*/ 1 w 246"/>
                <a:gd name="T59" fmla="*/ 3 h 424"/>
                <a:gd name="T60" fmla="*/ 1 w 246"/>
                <a:gd name="T61" fmla="*/ 3 h 424"/>
                <a:gd name="T62" fmla="*/ 1 w 246"/>
                <a:gd name="T63" fmla="*/ 3 h 424"/>
                <a:gd name="T64" fmla="*/ 0 w 246"/>
                <a:gd name="T65" fmla="*/ 3 h 424"/>
                <a:gd name="T66" fmla="*/ 0 w 246"/>
                <a:gd name="T67" fmla="*/ 3 h 424"/>
                <a:gd name="T68" fmla="*/ 0 w 246"/>
                <a:gd name="T69" fmla="*/ 3 h 424"/>
                <a:gd name="T70" fmla="*/ 0 w 246"/>
                <a:gd name="T71" fmla="*/ 3 h 424"/>
                <a:gd name="T72" fmla="*/ 0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0" y="424"/>
                  </a:moveTo>
                  <a:lnTo>
                    <a:pt x="0" y="424"/>
                  </a:lnTo>
                  <a:lnTo>
                    <a:pt x="26" y="422"/>
                  </a:lnTo>
                  <a:lnTo>
                    <a:pt x="51" y="416"/>
                  </a:lnTo>
                  <a:lnTo>
                    <a:pt x="75" y="406"/>
                  </a:lnTo>
                  <a:lnTo>
                    <a:pt x="96" y="390"/>
                  </a:lnTo>
                  <a:lnTo>
                    <a:pt x="119" y="373"/>
                  </a:lnTo>
                  <a:lnTo>
                    <a:pt x="139" y="351"/>
                  </a:lnTo>
                  <a:lnTo>
                    <a:pt x="157" y="326"/>
                  </a:lnTo>
                  <a:lnTo>
                    <a:pt x="175" y="299"/>
                  </a:lnTo>
                  <a:lnTo>
                    <a:pt x="191" y="269"/>
                  </a:lnTo>
                  <a:lnTo>
                    <a:pt x="205" y="236"/>
                  </a:lnTo>
                  <a:lnTo>
                    <a:pt x="217" y="202"/>
                  </a:lnTo>
                  <a:lnTo>
                    <a:pt x="228" y="163"/>
                  </a:lnTo>
                  <a:lnTo>
                    <a:pt x="236" y="125"/>
                  </a:lnTo>
                  <a:lnTo>
                    <a:pt x="242" y="86"/>
                  </a:lnTo>
                  <a:lnTo>
                    <a:pt x="245" y="42"/>
                  </a:lnTo>
                  <a:lnTo>
                    <a:pt x="246" y="0"/>
                  </a:lnTo>
                  <a:lnTo>
                    <a:pt x="235" y="0"/>
                  </a:lnTo>
                  <a:lnTo>
                    <a:pt x="233" y="42"/>
                  </a:lnTo>
                  <a:lnTo>
                    <a:pt x="230" y="83"/>
                  </a:lnTo>
                  <a:lnTo>
                    <a:pt x="224" y="123"/>
                  </a:lnTo>
                  <a:lnTo>
                    <a:pt x="216" y="161"/>
                  </a:lnTo>
                  <a:lnTo>
                    <a:pt x="205" y="197"/>
                  </a:lnTo>
                  <a:lnTo>
                    <a:pt x="194" y="231"/>
                  </a:lnTo>
                  <a:lnTo>
                    <a:pt x="180" y="264"/>
                  </a:lnTo>
                  <a:lnTo>
                    <a:pt x="166" y="292"/>
                  </a:lnTo>
                  <a:lnTo>
                    <a:pt x="148" y="319"/>
                  </a:lnTo>
                  <a:lnTo>
                    <a:pt x="129" y="344"/>
                  </a:lnTo>
                  <a:lnTo>
                    <a:pt x="109" y="364"/>
                  </a:lnTo>
                  <a:lnTo>
                    <a:pt x="89" y="381"/>
                  </a:lnTo>
                  <a:lnTo>
                    <a:pt x="68" y="394"/>
                  </a:lnTo>
                  <a:lnTo>
                    <a:pt x="46" y="405"/>
                  </a:lnTo>
                  <a:lnTo>
                    <a:pt x="24" y="410"/>
                  </a:lnTo>
                  <a:lnTo>
                    <a:pt x="0" y="413"/>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6848" name="Freeform 62"/>
            <p:cNvSpPr>
              <a:spLocks/>
            </p:cNvSpPr>
            <p:nvPr/>
          </p:nvSpPr>
          <p:spPr bwMode="auto">
            <a:xfrm>
              <a:off x="1343" y="2203"/>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2" y="42"/>
                  </a:lnTo>
                  <a:lnTo>
                    <a:pt x="5" y="86"/>
                  </a:lnTo>
                  <a:lnTo>
                    <a:pt x="11" y="125"/>
                  </a:lnTo>
                  <a:lnTo>
                    <a:pt x="19" y="163"/>
                  </a:lnTo>
                  <a:lnTo>
                    <a:pt x="30" y="202"/>
                  </a:lnTo>
                  <a:lnTo>
                    <a:pt x="41" y="236"/>
                  </a:lnTo>
                  <a:lnTo>
                    <a:pt x="56" y="269"/>
                  </a:lnTo>
                  <a:lnTo>
                    <a:pt x="72" y="299"/>
                  </a:lnTo>
                  <a:lnTo>
                    <a:pt x="90" y="326"/>
                  </a:lnTo>
                  <a:lnTo>
                    <a:pt x="108" y="351"/>
                  </a:lnTo>
                  <a:lnTo>
                    <a:pt x="127" y="373"/>
                  </a:lnTo>
                  <a:lnTo>
                    <a:pt x="149" y="390"/>
                  </a:lnTo>
                  <a:lnTo>
                    <a:pt x="172" y="406"/>
                  </a:lnTo>
                  <a:lnTo>
                    <a:pt x="195" y="416"/>
                  </a:lnTo>
                  <a:lnTo>
                    <a:pt x="220" y="422"/>
                  </a:lnTo>
                  <a:lnTo>
                    <a:pt x="245" y="424"/>
                  </a:lnTo>
                  <a:lnTo>
                    <a:pt x="245" y="413"/>
                  </a:lnTo>
                  <a:lnTo>
                    <a:pt x="222" y="410"/>
                  </a:lnTo>
                  <a:lnTo>
                    <a:pt x="200" y="405"/>
                  </a:lnTo>
                  <a:lnTo>
                    <a:pt x="179" y="394"/>
                  </a:lnTo>
                  <a:lnTo>
                    <a:pt x="156" y="381"/>
                  </a:lnTo>
                  <a:lnTo>
                    <a:pt x="136" y="364"/>
                  </a:lnTo>
                  <a:lnTo>
                    <a:pt x="118" y="344"/>
                  </a:lnTo>
                  <a:lnTo>
                    <a:pt x="99" y="319"/>
                  </a:lnTo>
                  <a:lnTo>
                    <a:pt x="81" y="292"/>
                  </a:lnTo>
                  <a:lnTo>
                    <a:pt x="67" y="264"/>
                  </a:lnTo>
                  <a:lnTo>
                    <a:pt x="53" y="231"/>
                  </a:lnTo>
                  <a:lnTo>
                    <a:pt x="41" y="197"/>
                  </a:lnTo>
                  <a:lnTo>
                    <a:pt x="31" y="161"/>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6849" name="Freeform 63"/>
            <p:cNvSpPr>
              <a:spLocks/>
            </p:cNvSpPr>
            <p:nvPr/>
          </p:nvSpPr>
          <p:spPr bwMode="auto">
            <a:xfrm>
              <a:off x="1343" y="2118"/>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1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20" y="3"/>
                  </a:lnTo>
                  <a:lnTo>
                    <a:pt x="195" y="9"/>
                  </a:lnTo>
                  <a:lnTo>
                    <a:pt x="172" y="19"/>
                  </a:lnTo>
                  <a:lnTo>
                    <a:pt x="149" y="34"/>
                  </a:lnTo>
                  <a:lnTo>
                    <a:pt x="127" y="53"/>
                  </a:lnTo>
                  <a:lnTo>
                    <a:pt x="108" y="75"/>
                  </a:lnTo>
                  <a:lnTo>
                    <a:pt x="90" y="99"/>
                  </a:lnTo>
                  <a:lnTo>
                    <a:pt x="71" y="126"/>
                  </a:lnTo>
                  <a:lnTo>
                    <a:pt x="56" y="158"/>
                  </a:lnTo>
                  <a:lnTo>
                    <a:pt x="41" y="190"/>
                  </a:lnTo>
                  <a:lnTo>
                    <a:pt x="30" y="224"/>
                  </a:lnTo>
                  <a:lnTo>
                    <a:pt x="19" y="262"/>
                  </a:lnTo>
                  <a:lnTo>
                    <a:pt x="11" y="301"/>
                  </a:lnTo>
                  <a:lnTo>
                    <a:pt x="5" y="340"/>
                  </a:lnTo>
                  <a:lnTo>
                    <a:pt x="2" y="384"/>
                  </a:lnTo>
                  <a:lnTo>
                    <a:pt x="0" y="426"/>
                  </a:lnTo>
                  <a:lnTo>
                    <a:pt x="12" y="426"/>
                  </a:lnTo>
                  <a:lnTo>
                    <a:pt x="13" y="384"/>
                  </a:lnTo>
                  <a:lnTo>
                    <a:pt x="17" y="343"/>
                  </a:lnTo>
                  <a:lnTo>
                    <a:pt x="23" y="303"/>
                  </a:lnTo>
                  <a:lnTo>
                    <a:pt x="31" y="264"/>
                  </a:lnTo>
                  <a:lnTo>
                    <a:pt x="41" y="229"/>
                  </a:lnTo>
                  <a:lnTo>
                    <a:pt x="53" y="195"/>
                  </a:lnTo>
                  <a:lnTo>
                    <a:pt x="67" y="162"/>
                  </a:lnTo>
                  <a:lnTo>
                    <a:pt x="82" y="133"/>
                  </a:lnTo>
                  <a:lnTo>
                    <a:pt x="99" y="106"/>
                  </a:lnTo>
                  <a:lnTo>
                    <a:pt x="118" y="83"/>
                  </a:lnTo>
                  <a:lnTo>
                    <a:pt x="136" y="63"/>
                  </a:lnTo>
                  <a:lnTo>
                    <a:pt x="156" y="44"/>
                  </a:lnTo>
                  <a:lnTo>
                    <a:pt x="179" y="31"/>
                  </a:lnTo>
                  <a:lnTo>
                    <a:pt x="200" y="20"/>
                  </a:lnTo>
                  <a:lnTo>
                    <a:pt x="222" y="15"/>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6850" name="Freeform 64"/>
            <p:cNvSpPr>
              <a:spLocks/>
            </p:cNvSpPr>
            <p:nvPr/>
          </p:nvSpPr>
          <p:spPr bwMode="auto">
            <a:xfrm>
              <a:off x="1384" y="1859"/>
              <a:ext cx="49" cy="84"/>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1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3" y="382"/>
                  </a:lnTo>
                  <a:lnTo>
                    <a:pt x="240" y="339"/>
                  </a:lnTo>
                  <a:lnTo>
                    <a:pt x="234" y="299"/>
                  </a:lnTo>
                  <a:lnTo>
                    <a:pt x="226" y="261"/>
                  </a:lnTo>
                  <a:lnTo>
                    <a:pt x="215" y="222"/>
                  </a:lnTo>
                  <a:lnTo>
                    <a:pt x="204" y="188"/>
                  </a:lnTo>
                  <a:lnTo>
                    <a:pt x="189" y="156"/>
                  </a:lnTo>
                  <a:lnTo>
                    <a:pt x="173" y="125"/>
                  </a:lnTo>
                  <a:lnTo>
                    <a:pt x="155" y="98"/>
                  </a:lnTo>
                  <a:lnTo>
                    <a:pt x="138" y="74"/>
                  </a:lnTo>
                  <a:lnTo>
                    <a:pt x="118" y="51"/>
                  </a:lnTo>
                  <a:lnTo>
                    <a:pt x="96" y="34"/>
                  </a:lnTo>
                  <a:lnTo>
                    <a:pt x="73" y="18"/>
                  </a:lnTo>
                  <a:lnTo>
                    <a:pt x="50" y="8"/>
                  </a:lnTo>
                  <a:lnTo>
                    <a:pt x="25" y="2"/>
                  </a:lnTo>
                  <a:lnTo>
                    <a:pt x="0" y="0"/>
                  </a:lnTo>
                  <a:lnTo>
                    <a:pt x="0" y="11"/>
                  </a:lnTo>
                  <a:lnTo>
                    <a:pt x="23" y="14"/>
                  </a:lnTo>
                  <a:lnTo>
                    <a:pt x="45" y="20"/>
                  </a:lnTo>
                  <a:lnTo>
                    <a:pt x="66" y="30"/>
                  </a:lnTo>
                  <a:lnTo>
                    <a:pt x="89" y="43"/>
                  </a:lnTo>
                  <a:lnTo>
                    <a:pt x="109" y="61"/>
                  </a:lnTo>
                  <a:lnTo>
                    <a:pt x="129" y="81"/>
                  </a:lnTo>
                  <a:lnTo>
                    <a:pt x="146" y="105"/>
                  </a:lnTo>
                  <a:lnTo>
                    <a:pt x="164" y="132"/>
                  </a:lnTo>
                  <a:lnTo>
                    <a:pt x="178" y="160"/>
                  </a:lnTo>
                  <a:lnTo>
                    <a:pt x="192" y="193"/>
                  </a:lnTo>
                  <a:lnTo>
                    <a:pt x="204" y="227"/>
                  </a:lnTo>
                  <a:lnTo>
                    <a:pt x="214" y="264"/>
                  </a:lnTo>
                  <a:lnTo>
                    <a:pt x="222" y="301"/>
                  </a:lnTo>
                  <a:lnTo>
                    <a:pt x="228"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6851" name="Freeform 65"/>
            <p:cNvSpPr>
              <a:spLocks/>
            </p:cNvSpPr>
            <p:nvPr/>
          </p:nvSpPr>
          <p:spPr bwMode="auto">
            <a:xfrm>
              <a:off x="1384" y="1943"/>
              <a:ext cx="49" cy="86"/>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5" y="423"/>
                  </a:lnTo>
                  <a:lnTo>
                    <a:pt x="50" y="418"/>
                  </a:lnTo>
                  <a:lnTo>
                    <a:pt x="73" y="407"/>
                  </a:lnTo>
                  <a:lnTo>
                    <a:pt x="96" y="392"/>
                  </a:lnTo>
                  <a:lnTo>
                    <a:pt x="118" y="374"/>
                  </a:lnTo>
                  <a:lnTo>
                    <a:pt x="138" y="352"/>
                  </a:lnTo>
                  <a:lnTo>
                    <a:pt x="155" y="327"/>
                  </a:lnTo>
                  <a:lnTo>
                    <a:pt x="174" y="300"/>
                  </a:lnTo>
                  <a:lnTo>
                    <a:pt x="189" y="269"/>
                  </a:lnTo>
                  <a:lnTo>
                    <a:pt x="204" y="237"/>
                  </a:lnTo>
                  <a:lnTo>
                    <a:pt x="215" y="202"/>
                  </a:lnTo>
                  <a:lnTo>
                    <a:pt x="226" y="164"/>
                  </a:lnTo>
                  <a:lnTo>
                    <a:pt x="234" y="126"/>
                  </a:lnTo>
                  <a:lnTo>
                    <a:pt x="240" y="86"/>
                  </a:lnTo>
                  <a:lnTo>
                    <a:pt x="243" y="42"/>
                  </a:lnTo>
                  <a:lnTo>
                    <a:pt x="245" y="0"/>
                  </a:lnTo>
                  <a:lnTo>
                    <a:pt x="233" y="0"/>
                  </a:lnTo>
                  <a:lnTo>
                    <a:pt x="232" y="42"/>
                  </a:lnTo>
                  <a:lnTo>
                    <a:pt x="228" y="83"/>
                  </a:lnTo>
                  <a:lnTo>
                    <a:pt x="222" y="123"/>
                  </a:lnTo>
                  <a:lnTo>
                    <a:pt x="214" y="162"/>
                  </a:lnTo>
                  <a:lnTo>
                    <a:pt x="204" y="197"/>
                  </a:lnTo>
                  <a:lnTo>
                    <a:pt x="192" y="232"/>
                  </a:lnTo>
                  <a:lnTo>
                    <a:pt x="178" y="264"/>
                  </a:lnTo>
                  <a:lnTo>
                    <a:pt x="163" y="293"/>
                  </a:lnTo>
                  <a:lnTo>
                    <a:pt x="146" y="320"/>
                  </a:lnTo>
                  <a:lnTo>
                    <a:pt x="129" y="345"/>
                  </a:lnTo>
                  <a:lnTo>
                    <a:pt x="109" y="365"/>
                  </a:lnTo>
                  <a:lnTo>
                    <a:pt x="89" y="382"/>
                  </a:lnTo>
                  <a:lnTo>
                    <a:pt x="66" y="395"/>
                  </a:lnTo>
                  <a:lnTo>
                    <a:pt x="45" y="406"/>
                  </a:lnTo>
                  <a:lnTo>
                    <a:pt x="23"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6852" name="Freeform 66"/>
            <p:cNvSpPr>
              <a:spLocks/>
            </p:cNvSpPr>
            <p:nvPr/>
          </p:nvSpPr>
          <p:spPr bwMode="auto">
            <a:xfrm>
              <a:off x="1335" y="1943"/>
              <a:ext cx="49" cy="86"/>
            </a:xfrm>
            <a:custGeom>
              <a:avLst/>
              <a:gdLst>
                <a:gd name="T0" fmla="*/ 0 w 246"/>
                <a:gd name="T1" fmla="*/ 0 h 426"/>
                <a:gd name="T2" fmla="*/ 0 w 246"/>
                <a:gd name="T3" fmla="*/ 0 h 426"/>
                <a:gd name="T4" fmla="*/ 0 w 246"/>
                <a:gd name="T5" fmla="*/ 0 h 426"/>
                <a:gd name="T6" fmla="*/ 0 w 246"/>
                <a:gd name="T7" fmla="*/ 1 h 426"/>
                <a:gd name="T8" fmla="*/ 0 w 246"/>
                <a:gd name="T9" fmla="*/ 1 h 426"/>
                <a:gd name="T10" fmla="*/ 0 w 246"/>
                <a:gd name="T11" fmla="*/ 1 h 426"/>
                <a:gd name="T12" fmla="*/ 0 w 246"/>
                <a:gd name="T13" fmla="*/ 2 h 426"/>
                <a:gd name="T14" fmla="*/ 0 w 246"/>
                <a:gd name="T15" fmla="*/ 2 h 426"/>
                <a:gd name="T16" fmla="*/ 0 w 246"/>
                <a:gd name="T17" fmla="*/ 2 h 426"/>
                <a:gd name="T18" fmla="*/ 1 w 246"/>
                <a:gd name="T19" fmla="*/ 2 h 426"/>
                <a:gd name="T20" fmla="*/ 1 w 246"/>
                <a:gd name="T21" fmla="*/ 3 h 426"/>
                <a:gd name="T22" fmla="*/ 1 w 246"/>
                <a:gd name="T23" fmla="*/ 3 h 426"/>
                <a:gd name="T24" fmla="*/ 1 w 246"/>
                <a:gd name="T25" fmla="*/ 3 h 426"/>
                <a:gd name="T26" fmla="*/ 1 w 246"/>
                <a:gd name="T27" fmla="*/ 3 h 426"/>
                <a:gd name="T28" fmla="*/ 1 w 246"/>
                <a:gd name="T29" fmla="*/ 3 h 426"/>
                <a:gd name="T30" fmla="*/ 2 w 246"/>
                <a:gd name="T31" fmla="*/ 3 h 426"/>
                <a:gd name="T32" fmla="*/ 2 w 246"/>
                <a:gd name="T33" fmla="*/ 3 h 426"/>
                <a:gd name="T34" fmla="*/ 2 w 246"/>
                <a:gd name="T35" fmla="*/ 3 h 426"/>
                <a:gd name="T36" fmla="*/ 2 w 246"/>
                <a:gd name="T37" fmla="*/ 3 h 426"/>
                <a:gd name="T38" fmla="*/ 2 w 246"/>
                <a:gd name="T39" fmla="*/ 3 h 426"/>
                <a:gd name="T40" fmla="*/ 2 w 246"/>
                <a:gd name="T41" fmla="*/ 3 h 426"/>
                <a:gd name="T42" fmla="*/ 1 w 246"/>
                <a:gd name="T43" fmla="*/ 3 h 426"/>
                <a:gd name="T44" fmla="*/ 1 w 246"/>
                <a:gd name="T45" fmla="*/ 3 h 426"/>
                <a:gd name="T46" fmla="*/ 1 w 246"/>
                <a:gd name="T47" fmla="*/ 3 h 426"/>
                <a:gd name="T48" fmla="*/ 1 w 246"/>
                <a:gd name="T49" fmla="*/ 3 h 426"/>
                <a:gd name="T50" fmla="*/ 1 w 246"/>
                <a:gd name="T51" fmla="*/ 3 h 426"/>
                <a:gd name="T52" fmla="*/ 1 w 246"/>
                <a:gd name="T53" fmla="*/ 2 h 426"/>
                <a:gd name="T54" fmla="*/ 1 w 246"/>
                <a:gd name="T55" fmla="*/ 2 h 426"/>
                <a:gd name="T56" fmla="*/ 0 w 246"/>
                <a:gd name="T57" fmla="*/ 2 h 426"/>
                <a:gd name="T58" fmla="*/ 0 w 246"/>
                <a:gd name="T59" fmla="*/ 2 h 426"/>
                <a:gd name="T60" fmla="*/ 0 w 246"/>
                <a:gd name="T61" fmla="*/ 1 h 426"/>
                <a:gd name="T62" fmla="*/ 0 w 246"/>
                <a:gd name="T63" fmla="*/ 1 h 426"/>
                <a:gd name="T64" fmla="*/ 0 w 246"/>
                <a:gd name="T65" fmla="*/ 1 h 426"/>
                <a:gd name="T66" fmla="*/ 0 w 246"/>
                <a:gd name="T67" fmla="*/ 0 h 426"/>
                <a:gd name="T68" fmla="*/ 0 w 246"/>
                <a:gd name="T69" fmla="*/ 0 h 426"/>
                <a:gd name="T70" fmla="*/ 0 w 246"/>
                <a:gd name="T71" fmla="*/ 0 h 426"/>
                <a:gd name="T72" fmla="*/ 0 w 246"/>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0"/>
                  </a:moveTo>
                  <a:lnTo>
                    <a:pt x="0" y="0"/>
                  </a:lnTo>
                  <a:lnTo>
                    <a:pt x="1" y="42"/>
                  </a:lnTo>
                  <a:lnTo>
                    <a:pt x="4" y="86"/>
                  </a:lnTo>
                  <a:lnTo>
                    <a:pt x="10" y="126"/>
                  </a:lnTo>
                  <a:lnTo>
                    <a:pt x="18" y="164"/>
                  </a:lnTo>
                  <a:lnTo>
                    <a:pt x="29" y="202"/>
                  </a:lnTo>
                  <a:lnTo>
                    <a:pt x="41" y="237"/>
                  </a:lnTo>
                  <a:lnTo>
                    <a:pt x="55" y="269"/>
                  </a:lnTo>
                  <a:lnTo>
                    <a:pt x="71" y="300"/>
                  </a:lnTo>
                  <a:lnTo>
                    <a:pt x="89" y="327"/>
                  </a:lnTo>
                  <a:lnTo>
                    <a:pt x="107" y="352"/>
                  </a:lnTo>
                  <a:lnTo>
                    <a:pt x="127" y="374"/>
                  </a:lnTo>
                  <a:lnTo>
                    <a:pt x="150" y="392"/>
                  </a:lnTo>
                  <a:lnTo>
                    <a:pt x="171" y="407"/>
                  </a:lnTo>
                  <a:lnTo>
                    <a:pt x="195" y="418"/>
                  </a:lnTo>
                  <a:lnTo>
                    <a:pt x="220" y="423"/>
                  </a:lnTo>
                  <a:lnTo>
                    <a:pt x="246" y="426"/>
                  </a:lnTo>
                  <a:lnTo>
                    <a:pt x="246" y="414"/>
                  </a:lnTo>
                  <a:lnTo>
                    <a:pt x="222" y="412"/>
                  </a:lnTo>
                  <a:lnTo>
                    <a:pt x="200" y="406"/>
                  </a:lnTo>
                  <a:lnTo>
                    <a:pt x="178" y="395"/>
                  </a:lnTo>
                  <a:lnTo>
                    <a:pt x="157" y="382"/>
                  </a:lnTo>
                  <a:lnTo>
                    <a:pt x="137" y="365"/>
                  </a:lnTo>
                  <a:lnTo>
                    <a:pt x="117" y="345"/>
                  </a:lnTo>
                  <a:lnTo>
                    <a:pt x="98" y="320"/>
                  </a:lnTo>
                  <a:lnTo>
                    <a:pt x="83" y="293"/>
                  </a:lnTo>
                  <a:lnTo>
                    <a:pt x="66" y="264"/>
                  </a:lnTo>
                  <a:lnTo>
                    <a:pt x="52" y="232"/>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6853" name="Freeform 67"/>
            <p:cNvSpPr>
              <a:spLocks/>
            </p:cNvSpPr>
            <p:nvPr/>
          </p:nvSpPr>
          <p:spPr bwMode="auto">
            <a:xfrm>
              <a:off x="1335" y="1859"/>
              <a:ext cx="49" cy="84"/>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1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0" y="2"/>
                  </a:lnTo>
                  <a:lnTo>
                    <a:pt x="195" y="8"/>
                  </a:lnTo>
                  <a:lnTo>
                    <a:pt x="171" y="18"/>
                  </a:lnTo>
                  <a:lnTo>
                    <a:pt x="150" y="34"/>
                  </a:lnTo>
                  <a:lnTo>
                    <a:pt x="127" y="51"/>
                  </a:lnTo>
                  <a:lnTo>
                    <a:pt x="107" y="74"/>
                  </a:lnTo>
                  <a:lnTo>
                    <a:pt x="89" y="98"/>
                  </a:lnTo>
                  <a:lnTo>
                    <a:pt x="72" y="125"/>
                  </a:lnTo>
                  <a:lnTo>
                    <a:pt x="55" y="156"/>
                  </a:lnTo>
                  <a:lnTo>
                    <a:pt x="41" y="188"/>
                  </a:lnTo>
                  <a:lnTo>
                    <a:pt x="29" y="222"/>
                  </a:lnTo>
                  <a:lnTo>
                    <a:pt x="18" y="261"/>
                  </a:lnTo>
                  <a:lnTo>
                    <a:pt x="10" y="299"/>
                  </a:lnTo>
                  <a:lnTo>
                    <a:pt x="4" y="339"/>
                  </a:lnTo>
                  <a:lnTo>
                    <a:pt x="1" y="382"/>
                  </a:lnTo>
                  <a:lnTo>
                    <a:pt x="0" y="424"/>
                  </a:lnTo>
                  <a:lnTo>
                    <a:pt x="11" y="424"/>
                  </a:lnTo>
                  <a:lnTo>
                    <a:pt x="13" y="382"/>
                  </a:lnTo>
                  <a:lnTo>
                    <a:pt x="16" y="341"/>
                  </a:lnTo>
                  <a:lnTo>
                    <a:pt x="22" y="301"/>
                  </a:lnTo>
                  <a:lnTo>
                    <a:pt x="30" y="264"/>
                  </a:lnTo>
                  <a:lnTo>
                    <a:pt x="41" y="227"/>
                  </a:lnTo>
                  <a:lnTo>
                    <a:pt x="52" y="193"/>
                  </a:lnTo>
                  <a:lnTo>
                    <a:pt x="66" y="160"/>
                  </a:lnTo>
                  <a:lnTo>
                    <a:pt x="82" y="132"/>
                  </a:lnTo>
                  <a:lnTo>
                    <a:pt x="98" y="105"/>
                  </a:lnTo>
                  <a:lnTo>
                    <a:pt x="117" y="81"/>
                  </a:lnTo>
                  <a:lnTo>
                    <a:pt x="137" y="61"/>
                  </a:lnTo>
                  <a:lnTo>
                    <a:pt x="157" y="43"/>
                  </a:lnTo>
                  <a:lnTo>
                    <a:pt x="178" y="30"/>
                  </a:lnTo>
                  <a:lnTo>
                    <a:pt x="200" y="20"/>
                  </a:lnTo>
                  <a:lnTo>
                    <a:pt x="222" y="14"/>
                  </a:lnTo>
                  <a:lnTo>
                    <a:pt x="246" y="11"/>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6854" name="Freeform 68"/>
            <p:cNvSpPr>
              <a:spLocks/>
            </p:cNvSpPr>
            <p:nvPr/>
          </p:nvSpPr>
          <p:spPr bwMode="auto">
            <a:xfrm>
              <a:off x="1552" y="1751"/>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1" y="339"/>
                  </a:lnTo>
                  <a:lnTo>
                    <a:pt x="235" y="299"/>
                  </a:lnTo>
                  <a:lnTo>
                    <a:pt x="226" y="261"/>
                  </a:lnTo>
                  <a:lnTo>
                    <a:pt x="216" y="223"/>
                  </a:lnTo>
                  <a:lnTo>
                    <a:pt x="204" y="189"/>
                  </a:lnTo>
                  <a:lnTo>
                    <a:pt x="190" y="156"/>
                  </a:lnTo>
                  <a:lnTo>
                    <a:pt x="174" y="125"/>
                  </a:lnTo>
                  <a:lnTo>
                    <a:pt x="156" y="98"/>
                  </a:lnTo>
                  <a:lnTo>
                    <a:pt x="137" y="74"/>
                  </a:lnTo>
                  <a:lnTo>
                    <a:pt x="119" y="52"/>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8" y="81"/>
                  </a:lnTo>
                  <a:lnTo>
                    <a:pt x="147" y="105"/>
                  </a:lnTo>
                  <a:lnTo>
                    <a:pt x="164" y="132"/>
                  </a:lnTo>
                  <a:lnTo>
                    <a:pt x="178" y="161"/>
                  </a:lnTo>
                  <a:lnTo>
                    <a:pt x="193" y="193"/>
                  </a:lnTo>
                  <a:lnTo>
                    <a:pt x="204" y="227"/>
                  </a:lnTo>
                  <a:lnTo>
                    <a:pt x="215" y="264"/>
                  </a:lnTo>
                  <a:lnTo>
                    <a:pt x="223" y="301"/>
                  </a:lnTo>
                  <a:lnTo>
                    <a:pt x="229" y="341"/>
                  </a:lnTo>
                  <a:lnTo>
                    <a:pt x="232" y="382"/>
                  </a:lnTo>
                  <a:lnTo>
                    <a:pt x="234"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6855" name="Freeform 69"/>
            <p:cNvSpPr>
              <a:spLocks/>
            </p:cNvSpPr>
            <p:nvPr/>
          </p:nvSpPr>
          <p:spPr bwMode="auto">
            <a:xfrm>
              <a:off x="1552" y="1836"/>
              <a:ext cx="49" cy="85"/>
            </a:xfrm>
            <a:custGeom>
              <a:avLst/>
              <a:gdLst>
                <a:gd name="T0" fmla="*/ 0 w 245"/>
                <a:gd name="T1" fmla="*/ 3 h 425"/>
                <a:gd name="T2" fmla="*/ 0 w 245"/>
                <a:gd name="T3" fmla="*/ 3 h 425"/>
                <a:gd name="T4" fmla="*/ 0 w 245"/>
                <a:gd name="T5" fmla="*/ 3 h 425"/>
                <a:gd name="T6" fmla="*/ 0 w 245"/>
                <a:gd name="T7" fmla="*/ 3 h 425"/>
                <a:gd name="T8" fmla="*/ 1 w 245"/>
                <a:gd name="T9" fmla="*/ 3 h 425"/>
                <a:gd name="T10" fmla="*/ 1 w 245"/>
                <a:gd name="T11" fmla="*/ 3 h 425"/>
                <a:gd name="T12" fmla="*/ 1 w 245"/>
                <a:gd name="T13" fmla="*/ 3 h 425"/>
                <a:gd name="T14" fmla="*/ 1 w 245"/>
                <a:gd name="T15" fmla="*/ 3 h 425"/>
                <a:gd name="T16" fmla="*/ 1 w 245"/>
                <a:gd name="T17" fmla="*/ 3 h 425"/>
                <a:gd name="T18" fmla="*/ 1 w 245"/>
                <a:gd name="T19" fmla="*/ 2 h 425"/>
                <a:gd name="T20" fmla="*/ 2 w 245"/>
                <a:gd name="T21" fmla="*/ 2 h 425"/>
                <a:gd name="T22" fmla="*/ 2 w 245"/>
                <a:gd name="T23" fmla="*/ 2 h 425"/>
                <a:gd name="T24" fmla="*/ 2 w 245"/>
                <a:gd name="T25" fmla="*/ 2 h 425"/>
                <a:gd name="T26" fmla="*/ 2 w 245"/>
                <a:gd name="T27" fmla="*/ 1 h 425"/>
                <a:gd name="T28" fmla="*/ 2 w 245"/>
                <a:gd name="T29" fmla="*/ 1 h 425"/>
                <a:gd name="T30" fmla="*/ 2 w 245"/>
                <a:gd name="T31" fmla="*/ 1 h 425"/>
                <a:gd name="T32" fmla="*/ 2 w 245"/>
                <a:gd name="T33" fmla="*/ 0 h 425"/>
                <a:gd name="T34" fmla="*/ 2 w 245"/>
                <a:gd name="T35" fmla="*/ 0 h 425"/>
                <a:gd name="T36" fmla="*/ 2 w 245"/>
                <a:gd name="T37" fmla="*/ 0 h 425"/>
                <a:gd name="T38" fmla="*/ 2 w 245"/>
                <a:gd name="T39" fmla="*/ 0 h 425"/>
                <a:gd name="T40" fmla="*/ 2 w 245"/>
                <a:gd name="T41" fmla="*/ 1 h 425"/>
                <a:gd name="T42" fmla="*/ 2 w 245"/>
                <a:gd name="T43" fmla="*/ 1 h 425"/>
                <a:gd name="T44" fmla="*/ 2 w 245"/>
                <a:gd name="T45" fmla="*/ 1 h 425"/>
                <a:gd name="T46" fmla="*/ 2 w 245"/>
                <a:gd name="T47" fmla="*/ 2 h 425"/>
                <a:gd name="T48" fmla="*/ 2 w 245"/>
                <a:gd name="T49" fmla="*/ 2 h 425"/>
                <a:gd name="T50" fmla="*/ 1 w 245"/>
                <a:gd name="T51" fmla="*/ 2 h 425"/>
                <a:gd name="T52" fmla="*/ 1 w 245"/>
                <a:gd name="T53" fmla="*/ 2 h 425"/>
                <a:gd name="T54" fmla="*/ 1 w 245"/>
                <a:gd name="T55" fmla="*/ 3 h 425"/>
                <a:gd name="T56" fmla="*/ 1 w 245"/>
                <a:gd name="T57" fmla="*/ 3 h 425"/>
                <a:gd name="T58" fmla="*/ 1 w 245"/>
                <a:gd name="T59" fmla="*/ 3 h 425"/>
                <a:gd name="T60" fmla="*/ 1 w 245"/>
                <a:gd name="T61" fmla="*/ 3 h 425"/>
                <a:gd name="T62" fmla="*/ 1 w 245"/>
                <a:gd name="T63" fmla="*/ 3 h 425"/>
                <a:gd name="T64" fmla="*/ 0 w 245"/>
                <a:gd name="T65" fmla="*/ 3 h 425"/>
                <a:gd name="T66" fmla="*/ 0 w 245"/>
                <a:gd name="T67" fmla="*/ 3 h 425"/>
                <a:gd name="T68" fmla="*/ 0 w 245"/>
                <a:gd name="T69" fmla="*/ 3 h 425"/>
                <a:gd name="T70" fmla="*/ 0 w 245"/>
                <a:gd name="T71" fmla="*/ 3 h 425"/>
                <a:gd name="T72" fmla="*/ 0 w 245"/>
                <a:gd name="T73" fmla="*/ 3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5"/>
                <a:gd name="T113" fmla="*/ 245 w 245"/>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5">
                  <a:moveTo>
                    <a:pt x="0" y="425"/>
                  </a:moveTo>
                  <a:lnTo>
                    <a:pt x="0" y="425"/>
                  </a:lnTo>
                  <a:lnTo>
                    <a:pt x="26" y="422"/>
                  </a:lnTo>
                  <a:lnTo>
                    <a:pt x="51" y="417"/>
                  </a:lnTo>
                  <a:lnTo>
                    <a:pt x="74" y="406"/>
                  </a:lnTo>
                  <a:lnTo>
                    <a:pt x="96" y="391"/>
                  </a:lnTo>
                  <a:lnTo>
                    <a:pt x="119" y="373"/>
                  </a:lnTo>
                  <a:lnTo>
                    <a:pt x="137" y="351"/>
                  </a:lnTo>
                  <a:lnTo>
                    <a:pt x="156" y="326"/>
                  </a:lnTo>
                  <a:lnTo>
                    <a:pt x="174" y="299"/>
                  </a:lnTo>
                  <a:lnTo>
                    <a:pt x="190" y="269"/>
                  </a:lnTo>
                  <a:lnTo>
                    <a:pt x="204" y="236"/>
                  </a:lnTo>
                  <a:lnTo>
                    <a:pt x="216" y="202"/>
                  </a:lnTo>
                  <a:lnTo>
                    <a:pt x="226" y="163"/>
                  </a:lnTo>
                  <a:lnTo>
                    <a:pt x="235" y="126"/>
                  </a:lnTo>
                  <a:lnTo>
                    <a:pt x="241" y="86"/>
                  </a:lnTo>
                  <a:lnTo>
                    <a:pt x="244" y="43"/>
                  </a:lnTo>
                  <a:lnTo>
                    <a:pt x="245" y="0"/>
                  </a:lnTo>
                  <a:lnTo>
                    <a:pt x="234" y="0"/>
                  </a:lnTo>
                  <a:lnTo>
                    <a:pt x="232" y="43"/>
                  </a:lnTo>
                  <a:lnTo>
                    <a:pt x="229" y="84"/>
                  </a:lnTo>
                  <a:lnTo>
                    <a:pt x="223" y="123"/>
                  </a:lnTo>
                  <a:lnTo>
                    <a:pt x="215" y="161"/>
                  </a:lnTo>
                  <a:lnTo>
                    <a:pt x="204" y="197"/>
                  </a:lnTo>
                  <a:lnTo>
                    <a:pt x="193" y="231"/>
                  </a:lnTo>
                  <a:lnTo>
                    <a:pt x="178" y="264"/>
                  </a:lnTo>
                  <a:lnTo>
                    <a:pt x="164" y="292"/>
                  </a:lnTo>
                  <a:lnTo>
                    <a:pt x="147" y="319"/>
                  </a:lnTo>
                  <a:lnTo>
                    <a:pt x="128" y="344"/>
                  </a:lnTo>
                  <a:lnTo>
                    <a:pt x="109" y="364"/>
                  </a:lnTo>
                  <a:lnTo>
                    <a:pt x="89" y="381"/>
                  </a:lnTo>
                  <a:lnTo>
                    <a:pt x="67" y="394"/>
                  </a:lnTo>
                  <a:lnTo>
                    <a:pt x="46" y="405"/>
                  </a:lnTo>
                  <a:lnTo>
                    <a:pt x="24" y="411"/>
                  </a:lnTo>
                  <a:lnTo>
                    <a:pt x="0" y="413"/>
                  </a:lnTo>
                  <a:lnTo>
                    <a:pt x="0" y="425"/>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6856" name="Freeform 70"/>
            <p:cNvSpPr>
              <a:spLocks/>
            </p:cNvSpPr>
            <p:nvPr/>
          </p:nvSpPr>
          <p:spPr bwMode="auto">
            <a:xfrm>
              <a:off x="1502" y="1836"/>
              <a:ext cx="50" cy="85"/>
            </a:xfrm>
            <a:custGeom>
              <a:avLst/>
              <a:gdLst>
                <a:gd name="T0" fmla="*/ 0 w 246"/>
                <a:gd name="T1" fmla="*/ 0 h 425"/>
                <a:gd name="T2" fmla="*/ 0 w 246"/>
                <a:gd name="T3" fmla="*/ 0 h 425"/>
                <a:gd name="T4" fmla="*/ 0 w 246"/>
                <a:gd name="T5" fmla="*/ 0 h 425"/>
                <a:gd name="T6" fmla="*/ 0 w 246"/>
                <a:gd name="T7" fmla="*/ 1 h 425"/>
                <a:gd name="T8" fmla="*/ 0 w 246"/>
                <a:gd name="T9" fmla="*/ 1 h 425"/>
                <a:gd name="T10" fmla="*/ 0 w 246"/>
                <a:gd name="T11" fmla="*/ 1 h 425"/>
                <a:gd name="T12" fmla="*/ 0 w 246"/>
                <a:gd name="T13" fmla="*/ 2 h 425"/>
                <a:gd name="T14" fmla="*/ 0 w 246"/>
                <a:gd name="T15" fmla="*/ 2 h 425"/>
                <a:gd name="T16" fmla="*/ 0 w 246"/>
                <a:gd name="T17" fmla="*/ 2 h 425"/>
                <a:gd name="T18" fmla="*/ 1 w 246"/>
                <a:gd name="T19" fmla="*/ 2 h 425"/>
                <a:gd name="T20" fmla="*/ 1 w 246"/>
                <a:gd name="T21" fmla="*/ 3 h 425"/>
                <a:gd name="T22" fmla="*/ 1 w 246"/>
                <a:gd name="T23" fmla="*/ 3 h 425"/>
                <a:gd name="T24" fmla="*/ 1 w 246"/>
                <a:gd name="T25" fmla="*/ 3 h 425"/>
                <a:gd name="T26" fmla="*/ 1 w 246"/>
                <a:gd name="T27" fmla="*/ 3 h 425"/>
                <a:gd name="T28" fmla="*/ 1 w 246"/>
                <a:gd name="T29" fmla="*/ 3 h 425"/>
                <a:gd name="T30" fmla="*/ 2 w 246"/>
                <a:gd name="T31" fmla="*/ 3 h 425"/>
                <a:gd name="T32" fmla="*/ 2 w 246"/>
                <a:gd name="T33" fmla="*/ 3 h 425"/>
                <a:gd name="T34" fmla="*/ 2 w 246"/>
                <a:gd name="T35" fmla="*/ 3 h 425"/>
                <a:gd name="T36" fmla="*/ 2 w 246"/>
                <a:gd name="T37" fmla="*/ 3 h 425"/>
                <a:gd name="T38" fmla="*/ 2 w 246"/>
                <a:gd name="T39" fmla="*/ 3 h 425"/>
                <a:gd name="T40" fmla="*/ 2 w 246"/>
                <a:gd name="T41" fmla="*/ 3 h 425"/>
                <a:gd name="T42" fmla="*/ 1 w 246"/>
                <a:gd name="T43" fmla="*/ 3 h 425"/>
                <a:gd name="T44" fmla="*/ 1 w 246"/>
                <a:gd name="T45" fmla="*/ 3 h 425"/>
                <a:gd name="T46" fmla="*/ 1 w 246"/>
                <a:gd name="T47" fmla="*/ 3 h 425"/>
                <a:gd name="T48" fmla="*/ 1 w 246"/>
                <a:gd name="T49" fmla="*/ 3 h 425"/>
                <a:gd name="T50" fmla="*/ 1 w 246"/>
                <a:gd name="T51" fmla="*/ 3 h 425"/>
                <a:gd name="T52" fmla="*/ 1 w 246"/>
                <a:gd name="T53" fmla="*/ 2 h 425"/>
                <a:gd name="T54" fmla="*/ 1 w 246"/>
                <a:gd name="T55" fmla="*/ 2 h 425"/>
                <a:gd name="T56" fmla="*/ 0 w 246"/>
                <a:gd name="T57" fmla="*/ 2 h 425"/>
                <a:gd name="T58" fmla="*/ 0 w 246"/>
                <a:gd name="T59" fmla="*/ 2 h 425"/>
                <a:gd name="T60" fmla="*/ 0 w 246"/>
                <a:gd name="T61" fmla="*/ 1 h 425"/>
                <a:gd name="T62" fmla="*/ 0 w 246"/>
                <a:gd name="T63" fmla="*/ 1 h 425"/>
                <a:gd name="T64" fmla="*/ 0 w 246"/>
                <a:gd name="T65" fmla="*/ 1 h 425"/>
                <a:gd name="T66" fmla="*/ 0 w 246"/>
                <a:gd name="T67" fmla="*/ 0 h 425"/>
                <a:gd name="T68" fmla="*/ 0 w 246"/>
                <a:gd name="T69" fmla="*/ 0 h 425"/>
                <a:gd name="T70" fmla="*/ 0 w 246"/>
                <a:gd name="T71" fmla="*/ 0 h 425"/>
                <a:gd name="T72" fmla="*/ 0 w 246"/>
                <a:gd name="T73" fmla="*/ 0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5"/>
                <a:gd name="T113" fmla="*/ 246 w 246"/>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5">
                  <a:moveTo>
                    <a:pt x="0" y="0"/>
                  </a:moveTo>
                  <a:lnTo>
                    <a:pt x="0" y="0"/>
                  </a:lnTo>
                  <a:lnTo>
                    <a:pt x="2" y="43"/>
                  </a:lnTo>
                  <a:lnTo>
                    <a:pt x="5" y="86"/>
                  </a:lnTo>
                  <a:lnTo>
                    <a:pt x="11" y="126"/>
                  </a:lnTo>
                  <a:lnTo>
                    <a:pt x="19" y="163"/>
                  </a:lnTo>
                  <a:lnTo>
                    <a:pt x="30" y="202"/>
                  </a:lnTo>
                  <a:lnTo>
                    <a:pt x="41" y="236"/>
                  </a:lnTo>
                  <a:lnTo>
                    <a:pt x="55" y="269"/>
                  </a:lnTo>
                  <a:lnTo>
                    <a:pt x="73" y="299"/>
                  </a:lnTo>
                  <a:lnTo>
                    <a:pt x="89" y="326"/>
                  </a:lnTo>
                  <a:lnTo>
                    <a:pt x="108" y="351"/>
                  </a:lnTo>
                  <a:lnTo>
                    <a:pt x="128" y="373"/>
                  </a:lnTo>
                  <a:lnTo>
                    <a:pt x="150" y="391"/>
                  </a:lnTo>
                  <a:lnTo>
                    <a:pt x="171" y="406"/>
                  </a:lnTo>
                  <a:lnTo>
                    <a:pt x="196" y="417"/>
                  </a:lnTo>
                  <a:lnTo>
                    <a:pt x="221" y="422"/>
                  </a:lnTo>
                  <a:lnTo>
                    <a:pt x="246" y="425"/>
                  </a:lnTo>
                  <a:lnTo>
                    <a:pt x="246" y="413"/>
                  </a:lnTo>
                  <a:lnTo>
                    <a:pt x="223" y="411"/>
                  </a:lnTo>
                  <a:lnTo>
                    <a:pt x="201" y="405"/>
                  </a:lnTo>
                  <a:lnTo>
                    <a:pt x="178" y="394"/>
                  </a:lnTo>
                  <a:lnTo>
                    <a:pt x="157" y="381"/>
                  </a:lnTo>
                  <a:lnTo>
                    <a:pt x="137" y="364"/>
                  </a:lnTo>
                  <a:lnTo>
                    <a:pt x="117" y="344"/>
                  </a:lnTo>
                  <a:lnTo>
                    <a:pt x="99" y="319"/>
                  </a:lnTo>
                  <a:lnTo>
                    <a:pt x="82" y="292"/>
                  </a:lnTo>
                  <a:lnTo>
                    <a:pt x="67" y="264"/>
                  </a:lnTo>
                  <a:lnTo>
                    <a:pt x="53" y="231"/>
                  </a:lnTo>
                  <a:lnTo>
                    <a:pt x="41" y="197"/>
                  </a:lnTo>
                  <a:lnTo>
                    <a:pt x="31" y="161"/>
                  </a:lnTo>
                  <a:lnTo>
                    <a:pt x="23" y="123"/>
                  </a:lnTo>
                  <a:lnTo>
                    <a:pt x="17" y="84"/>
                  </a:lnTo>
                  <a:lnTo>
                    <a:pt x="13" y="4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6857" name="Freeform 71"/>
            <p:cNvSpPr>
              <a:spLocks/>
            </p:cNvSpPr>
            <p:nvPr/>
          </p:nvSpPr>
          <p:spPr bwMode="auto">
            <a:xfrm>
              <a:off x="1502" y="1751"/>
              <a:ext cx="50" cy="85"/>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2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1" y="2"/>
                  </a:lnTo>
                  <a:lnTo>
                    <a:pt x="196" y="8"/>
                  </a:lnTo>
                  <a:lnTo>
                    <a:pt x="171" y="19"/>
                  </a:lnTo>
                  <a:lnTo>
                    <a:pt x="150" y="34"/>
                  </a:lnTo>
                  <a:lnTo>
                    <a:pt x="128" y="52"/>
                  </a:lnTo>
                  <a:lnTo>
                    <a:pt x="108" y="74"/>
                  </a:lnTo>
                  <a:lnTo>
                    <a:pt x="89" y="98"/>
                  </a:lnTo>
                  <a:lnTo>
                    <a:pt x="73" y="125"/>
                  </a:lnTo>
                  <a:lnTo>
                    <a:pt x="55" y="156"/>
                  </a:lnTo>
                  <a:lnTo>
                    <a:pt x="41" y="189"/>
                  </a:lnTo>
                  <a:lnTo>
                    <a:pt x="30" y="223"/>
                  </a:lnTo>
                  <a:lnTo>
                    <a:pt x="19" y="261"/>
                  </a:lnTo>
                  <a:lnTo>
                    <a:pt x="11" y="299"/>
                  </a:lnTo>
                  <a:lnTo>
                    <a:pt x="5" y="339"/>
                  </a:lnTo>
                  <a:lnTo>
                    <a:pt x="2" y="382"/>
                  </a:lnTo>
                  <a:lnTo>
                    <a:pt x="0" y="424"/>
                  </a:lnTo>
                  <a:lnTo>
                    <a:pt x="12" y="424"/>
                  </a:lnTo>
                  <a:lnTo>
                    <a:pt x="13" y="382"/>
                  </a:lnTo>
                  <a:lnTo>
                    <a:pt x="17" y="341"/>
                  </a:lnTo>
                  <a:lnTo>
                    <a:pt x="23" y="301"/>
                  </a:lnTo>
                  <a:lnTo>
                    <a:pt x="31" y="264"/>
                  </a:lnTo>
                  <a:lnTo>
                    <a:pt x="41" y="227"/>
                  </a:lnTo>
                  <a:lnTo>
                    <a:pt x="53" y="193"/>
                  </a:lnTo>
                  <a:lnTo>
                    <a:pt x="67" y="161"/>
                  </a:lnTo>
                  <a:lnTo>
                    <a:pt x="82" y="132"/>
                  </a:lnTo>
                  <a:lnTo>
                    <a:pt x="99" y="105"/>
                  </a:lnTo>
                  <a:lnTo>
                    <a:pt x="117" y="81"/>
                  </a:lnTo>
                  <a:lnTo>
                    <a:pt x="137" y="61"/>
                  </a:lnTo>
                  <a:lnTo>
                    <a:pt x="157" y="43"/>
                  </a:lnTo>
                  <a:lnTo>
                    <a:pt x="178" y="30"/>
                  </a:lnTo>
                  <a:lnTo>
                    <a:pt x="201" y="20"/>
                  </a:lnTo>
                  <a:lnTo>
                    <a:pt x="223" y="14"/>
                  </a:lnTo>
                  <a:lnTo>
                    <a:pt x="246" y="12"/>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6858" name="Freeform 72"/>
            <p:cNvSpPr>
              <a:spLocks/>
            </p:cNvSpPr>
            <p:nvPr/>
          </p:nvSpPr>
          <p:spPr bwMode="auto">
            <a:xfrm>
              <a:off x="1565" y="2016"/>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0" y="339"/>
                  </a:lnTo>
                  <a:lnTo>
                    <a:pt x="234" y="299"/>
                  </a:lnTo>
                  <a:lnTo>
                    <a:pt x="226" y="261"/>
                  </a:lnTo>
                  <a:lnTo>
                    <a:pt x="216" y="223"/>
                  </a:lnTo>
                  <a:lnTo>
                    <a:pt x="204" y="189"/>
                  </a:lnTo>
                  <a:lnTo>
                    <a:pt x="190" y="156"/>
                  </a:lnTo>
                  <a:lnTo>
                    <a:pt x="174" y="125"/>
                  </a:lnTo>
                  <a:lnTo>
                    <a:pt x="156" y="98"/>
                  </a:lnTo>
                  <a:lnTo>
                    <a:pt x="138" y="74"/>
                  </a:lnTo>
                  <a:lnTo>
                    <a:pt x="118" y="51"/>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9" y="81"/>
                  </a:lnTo>
                  <a:lnTo>
                    <a:pt x="147" y="105"/>
                  </a:lnTo>
                  <a:lnTo>
                    <a:pt x="164" y="132"/>
                  </a:lnTo>
                  <a:lnTo>
                    <a:pt x="178" y="160"/>
                  </a:lnTo>
                  <a:lnTo>
                    <a:pt x="192" y="193"/>
                  </a:lnTo>
                  <a:lnTo>
                    <a:pt x="204" y="227"/>
                  </a:lnTo>
                  <a:lnTo>
                    <a:pt x="215" y="264"/>
                  </a:lnTo>
                  <a:lnTo>
                    <a:pt x="223" y="301"/>
                  </a:lnTo>
                  <a:lnTo>
                    <a:pt x="229"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6859" name="Freeform 73"/>
            <p:cNvSpPr>
              <a:spLocks/>
            </p:cNvSpPr>
            <p:nvPr/>
          </p:nvSpPr>
          <p:spPr bwMode="auto">
            <a:xfrm>
              <a:off x="1565" y="2101"/>
              <a:ext cx="49" cy="85"/>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6" y="423"/>
                  </a:lnTo>
                  <a:lnTo>
                    <a:pt x="51" y="418"/>
                  </a:lnTo>
                  <a:lnTo>
                    <a:pt x="74" y="407"/>
                  </a:lnTo>
                  <a:lnTo>
                    <a:pt x="96" y="392"/>
                  </a:lnTo>
                  <a:lnTo>
                    <a:pt x="118" y="373"/>
                  </a:lnTo>
                  <a:lnTo>
                    <a:pt x="138" y="351"/>
                  </a:lnTo>
                  <a:lnTo>
                    <a:pt x="156" y="327"/>
                  </a:lnTo>
                  <a:lnTo>
                    <a:pt x="175" y="299"/>
                  </a:lnTo>
                  <a:lnTo>
                    <a:pt x="190" y="269"/>
                  </a:lnTo>
                  <a:lnTo>
                    <a:pt x="204" y="236"/>
                  </a:lnTo>
                  <a:lnTo>
                    <a:pt x="216" y="202"/>
                  </a:lnTo>
                  <a:lnTo>
                    <a:pt x="226" y="164"/>
                  </a:lnTo>
                  <a:lnTo>
                    <a:pt x="234" y="126"/>
                  </a:lnTo>
                  <a:lnTo>
                    <a:pt x="240" y="86"/>
                  </a:lnTo>
                  <a:lnTo>
                    <a:pt x="244" y="42"/>
                  </a:lnTo>
                  <a:lnTo>
                    <a:pt x="245" y="0"/>
                  </a:lnTo>
                  <a:lnTo>
                    <a:pt x="233" y="0"/>
                  </a:lnTo>
                  <a:lnTo>
                    <a:pt x="232" y="42"/>
                  </a:lnTo>
                  <a:lnTo>
                    <a:pt x="229" y="83"/>
                  </a:lnTo>
                  <a:lnTo>
                    <a:pt x="223" y="123"/>
                  </a:lnTo>
                  <a:lnTo>
                    <a:pt x="215" y="162"/>
                  </a:lnTo>
                  <a:lnTo>
                    <a:pt x="204" y="197"/>
                  </a:lnTo>
                  <a:lnTo>
                    <a:pt x="192" y="231"/>
                  </a:lnTo>
                  <a:lnTo>
                    <a:pt x="178" y="264"/>
                  </a:lnTo>
                  <a:lnTo>
                    <a:pt x="163" y="292"/>
                  </a:lnTo>
                  <a:lnTo>
                    <a:pt x="147" y="320"/>
                  </a:lnTo>
                  <a:lnTo>
                    <a:pt x="129" y="344"/>
                  </a:lnTo>
                  <a:lnTo>
                    <a:pt x="109" y="364"/>
                  </a:lnTo>
                  <a:lnTo>
                    <a:pt x="89" y="382"/>
                  </a:lnTo>
                  <a:lnTo>
                    <a:pt x="67" y="395"/>
                  </a:lnTo>
                  <a:lnTo>
                    <a:pt x="46" y="406"/>
                  </a:lnTo>
                  <a:lnTo>
                    <a:pt x="24"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6860" name="Freeform 74"/>
            <p:cNvSpPr>
              <a:spLocks/>
            </p:cNvSpPr>
            <p:nvPr/>
          </p:nvSpPr>
          <p:spPr bwMode="auto">
            <a:xfrm>
              <a:off x="1516" y="2101"/>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5" y="86"/>
                  </a:lnTo>
                  <a:lnTo>
                    <a:pt x="11" y="126"/>
                  </a:lnTo>
                  <a:lnTo>
                    <a:pt x="19" y="164"/>
                  </a:lnTo>
                  <a:lnTo>
                    <a:pt x="30" y="202"/>
                  </a:lnTo>
                  <a:lnTo>
                    <a:pt x="41" y="236"/>
                  </a:lnTo>
                  <a:lnTo>
                    <a:pt x="55" y="269"/>
                  </a:lnTo>
                  <a:lnTo>
                    <a:pt x="71" y="299"/>
                  </a:lnTo>
                  <a:lnTo>
                    <a:pt x="89" y="327"/>
                  </a:lnTo>
                  <a:lnTo>
                    <a:pt x="107" y="351"/>
                  </a:lnTo>
                  <a:lnTo>
                    <a:pt x="127" y="373"/>
                  </a:lnTo>
                  <a:lnTo>
                    <a:pt x="149" y="392"/>
                  </a:lnTo>
                  <a:lnTo>
                    <a:pt x="171" y="407"/>
                  </a:lnTo>
                  <a:lnTo>
                    <a:pt x="195" y="418"/>
                  </a:lnTo>
                  <a:lnTo>
                    <a:pt x="219" y="423"/>
                  </a:lnTo>
                  <a:lnTo>
                    <a:pt x="245" y="426"/>
                  </a:lnTo>
                  <a:lnTo>
                    <a:pt x="245" y="414"/>
                  </a:lnTo>
                  <a:lnTo>
                    <a:pt x="222" y="412"/>
                  </a:lnTo>
                  <a:lnTo>
                    <a:pt x="199" y="406"/>
                  </a:lnTo>
                  <a:lnTo>
                    <a:pt x="178" y="395"/>
                  </a:lnTo>
                  <a:lnTo>
                    <a:pt x="156" y="382"/>
                  </a:lnTo>
                  <a:lnTo>
                    <a:pt x="136" y="364"/>
                  </a:lnTo>
                  <a:lnTo>
                    <a:pt x="116" y="344"/>
                  </a:lnTo>
                  <a:lnTo>
                    <a:pt x="99" y="320"/>
                  </a:lnTo>
                  <a:lnTo>
                    <a:pt x="82" y="292"/>
                  </a:lnTo>
                  <a:lnTo>
                    <a:pt x="67" y="264"/>
                  </a:lnTo>
                  <a:lnTo>
                    <a:pt x="53" y="231"/>
                  </a:lnTo>
                  <a:lnTo>
                    <a:pt x="41" y="197"/>
                  </a:lnTo>
                  <a:lnTo>
                    <a:pt x="31" y="162"/>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6861" name="Freeform 75"/>
            <p:cNvSpPr>
              <a:spLocks/>
            </p:cNvSpPr>
            <p:nvPr/>
          </p:nvSpPr>
          <p:spPr bwMode="auto">
            <a:xfrm>
              <a:off x="1516" y="2016"/>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5" y="8"/>
                  </a:lnTo>
                  <a:lnTo>
                    <a:pt x="171" y="19"/>
                  </a:lnTo>
                  <a:lnTo>
                    <a:pt x="149" y="34"/>
                  </a:lnTo>
                  <a:lnTo>
                    <a:pt x="127" y="51"/>
                  </a:lnTo>
                  <a:lnTo>
                    <a:pt x="107" y="74"/>
                  </a:lnTo>
                  <a:lnTo>
                    <a:pt x="89" y="98"/>
                  </a:lnTo>
                  <a:lnTo>
                    <a:pt x="72" y="125"/>
                  </a:lnTo>
                  <a:lnTo>
                    <a:pt x="55" y="156"/>
                  </a:lnTo>
                  <a:lnTo>
                    <a:pt x="41" y="189"/>
                  </a:lnTo>
                  <a:lnTo>
                    <a:pt x="30" y="223"/>
                  </a:lnTo>
                  <a:lnTo>
                    <a:pt x="19" y="261"/>
                  </a:lnTo>
                  <a:lnTo>
                    <a:pt x="11" y="299"/>
                  </a:lnTo>
                  <a:lnTo>
                    <a:pt x="5" y="339"/>
                  </a:lnTo>
                  <a:lnTo>
                    <a:pt x="1" y="382"/>
                  </a:lnTo>
                  <a:lnTo>
                    <a:pt x="0" y="424"/>
                  </a:lnTo>
                  <a:lnTo>
                    <a:pt x="12" y="424"/>
                  </a:lnTo>
                  <a:lnTo>
                    <a:pt x="13" y="382"/>
                  </a:lnTo>
                  <a:lnTo>
                    <a:pt x="17" y="341"/>
                  </a:lnTo>
                  <a:lnTo>
                    <a:pt x="23" y="301"/>
                  </a:lnTo>
                  <a:lnTo>
                    <a:pt x="31" y="264"/>
                  </a:lnTo>
                  <a:lnTo>
                    <a:pt x="41" y="227"/>
                  </a:lnTo>
                  <a:lnTo>
                    <a:pt x="53" y="193"/>
                  </a:lnTo>
                  <a:lnTo>
                    <a:pt x="67" y="160"/>
                  </a:lnTo>
                  <a:lnTo>
                    <a:pt x="81" y="132"/>
                  </a:lnTo>
                  <a:lnTo>
                    <a:pt x="99" y="105"/>
                  </a:lnTo>
                  <a:lnTo>
                    <a:pt x="116" y="81"/>
                  </a:lnTo>
                  <a:lnTo>
                    <a:pt x="136" y="61"/>
                  </a:lnTo>
                  <a:lnTo>
                    <a:pt x="156" y="43"/>
                  </a:lnTo>
                  <a:lnTo>
                    <a:pt x="178" y="30"/>
                  </a:lnTo>
                  <a:lnTo>
                    <a:pt x="199" y="20"/>
                  </a:lnTo>
                  <a:lnTo>
                    <a:pt x="222"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sp>
        <p:nvSpPr>
          <p:cNvPr id="76808" name="Rectangle 77"/>
          <p:cNvSpPr>
            <a:spLocks noChangeArrowheads="1"/>
          </p:cNvSpPr>
          <p:nvPr/>
        </p:nvSpPr>
        <p:spPr bwMode="auto">
          <a:xfrm>
            <a:off x="611188" y="0"/>
            <a:ext cx="6388100" cy="6477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3000"/>
              <a:t>Sem. 1 - Jeudi</a:t>
            </a:r>
          </a:p>
        </p:txBody>
      </p:sp>
      <p:sp>
        <p:nvSpPr>
          <p:cNvPr id="76809" name="Text Box 78"/>
          <p:cNvSpPr txBox="1">
            <a:spLocks noChangeArrowheads="1"/>
          </p:cNvSpPr>
          <p:nvPr/>
        </p:nvSpPr>
        <p:spPr bwMode="auto">
          <a:xfrm>
            <a:off x="566738" y="2697163"/>
            <a:ext cx="3217862"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2. Pas de commandes</a:t>
            </a:r>
          </a:p>
        </p:txBody>
      </p:sp>
      <p:sp>
        <p:nvSpPr>
          <p:cNvPr id="76810" name="Text Box 79"/>
          <p:cNvSpPr txBox="1">
            <a:spLocks noChangeArrowheads="1"/>
          </p:cNvSpPr>
          <p:nvPr/>
        </p:nvSpPr>
        <p:spPr bwMode="auto">
          <a:xfrm>
            <a:off x="566738" y="5211763"/>
            <a:ext cx="6543675" cy="4429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eaLnBrk="1" hangingPunct="1">
              <a:spcBef>
                <a:spcPct val="0"/>
              </a:spcBef>
              <a:buFontTx/>
              <a:buNone/>
            </a:pPr>
            <a:r>
              <a:rPr lang="fr-FR" altLang="fr-FR" sz="2300"/>
              <a:t>4. Pointez la production sur votre feuille de suivi</a:t>
            </a:r>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77826" name="Group 2"/>
          <p:cNvGrpSpPr>
            <a:grpSpLocks/>
          </p:cNvGrpSpPr>
          <p:nvPr/>
        </p:nvGrpSpPr>
        <p:grpSpPr bwMode="auto">
          <a:xfrm>
            <a:off x="7073900" y="215900"/>
            <a:ext cx="1878013" cy="1250950"/>
            <a:chOff x="4456" y="136"/>
            <a:chExt cx="1183" cy="788"/>
          </a:xfrm>
        </p:grpSpPr>
        <p:grpSp>
          <p:nvGrpSpPr>
            <p:cNvPr id="77886" name="Group 3"/>
            <p:cNvGrpSpPr>
              <a:grpSpLocks/>
            </p:cNvGrpSpPr>
            <p:nvPr/>
          </p:nvGrpSpPr>
          <p:grpSpPr bwMode="auto">
            <a:xfrm>
              <a:off x="4766" y="232"/>
              <a:ext cx="873" cy="692"/>
              <a:chOff x="2185" y="310"/>
              <a:chExt cx="873" cy="692"/>
            </a:xfrm>
          </p:grpSpPr>
          <p:sp>
            <p:nvSpPr>
              <p:cNvPr id="77897" name="Freeform 4"/>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accent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7898" name="Freeform 5"/>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7899" name="Freeform 6"/>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7900" name="Freeform 7"/>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7901" name="Freeform 8"/>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7902" name="Freeform 9"/>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7903" name="Freeform 10"/>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grpSp>
          <p:nvGrpSpPr>
            <p:cNvPr id="77887" name="Group 11"/>
            <p:cNvGrpSpPr>
              <a:grpSpLocks/>
            </p:cNvGrpSpPr>
            <p:nvPr/>
          </p:nvGrpSpPr>
          <p:grpSpPr bwMode="auto">
            <a:xfrm>
              <a:off x="4949" y="336"/>
              <a:ext cx="591" cy="468"/>
              <a:chOff x="2185" y="310"/>
              <a:chExt cx="873" cy="692"/>
            </a:xfrm>
          </p:grpSpPr>
          <p:sp>
            <p:nvSpPr>
              <p:cNvPr id="77890" name="Freeform 12"/>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7891" name="Freeform 13"/>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7892" name="Freeform 14"/>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7893" name="Freeform 15"/>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7894" name="Freeform 16"/>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7895" name="Freeform 17"/>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7896" name="Freeform 18"/>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pic>
          <p:nvPicPr>
            <p:cNvPr id="77888" name="Picture 19"/>
            <p:cNvPicPr>
              <a:picLocks noChangeAspect="1" noChangeArrowheads="1"/>
            </p:cNvPicPr>
            <p:nvPr/>
          </p:nvPicPr>
          <p:blipFill>
            <a:blip r:embed="rId3" cstate="print">
              <a:extLst>
                <a:ext uri="{28A0092B-C50C-407E-A947-70E740481C1C}">
                  <a14:useLocalDpi xmlns:a14="http://schemas.microsoft.com/office/drawing/2010/main" val="0"/>
                </a:ext>
              </a:extLst>
            </a:blip>
            <a:srcRect l="-4282" t="-4369" r="-5199" b="-12012"/>
            <a:stretch>
              <a:fillRect/>
            </a:stretch>
          </p:blipFill>
          <p:spPr bwMode="auto">
            <a:xfrm>
              <a:off x="4456" y="136"/>
              <a:ext cx="480" cy="5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77889" name="Text Box 20"/>
            <p:cNvSpPr txBox="1">
              <a:spLocks noChangeArrowheads="1"/>
            </p:cNvSpPr>
            <p:nvPr/>
          </p:nvSpPr>
          <p:spPr bwMode="auto">
            <a:xfrm>
              <a:off x="4946" y="314"/>
              <a:ext cx="596" cy="49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4500" b="1">
                  <a:solidFill>
                    <a:srgbClr val="FF0000"/>
                  </a:solidFill>
                  <a:latin typeface="Arial Black" pitchFamily="34" charset="0"/>
                </a:rPr>
                <a:t>27</a:t>
              </a:r>
              <a:endParaRPr lang="fr-FR" altLang="fr-FR" sz="3200">
                <a:solidFill>
                  <a:schemeClr val="tx1"/>
                </a:solidFill>
                <a:latin typeface="Arial Black" pitchFamily="34" charset="0"/>
              </a:endParaRPr>
            </a:p>
          </p:txBody>
        </p:sp>
      </p:grpSp>
      <p:sp>
        <p:nvSpPr>
          <p:cNvPr id="77828" name="Text Box 22"/>
          <p:cNvSpPr txBox="1">
            <a:spLocks noChangeArrowheads="1"/>
          </p:cNvSpPr>
          <p:nvPr/>
        </p:nvSpPr>
        <p:spPr bwMode="auto">
          <a:xfrm>
            <a:off x="566738" y="1363663"/>
            <a:ext cx="1946275"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1. Tirez le dé</a:t>
            </a:r>
          </a:p>
        </p:txBody>
      </p:sp>
      <p:sp>
        <p:nvSpPr>
          <p:cNvPr id="77829" name="Text Box 23"/>
          <p:cNvSpPr txBox="1">
            <a:spLocks noChangeArrowheads="1"/>
          </p:cNvSpPr>
          <p:nvPr/>
        </p:nvSpPr>
        <p:spPr bwMode="auto">
          <a:xfrm>
            <a:off x="566738" y="3935413"/>
            <a:ext cx="18796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3. Produisez</a:t>
            </a:r>
          </a:p>
        </p:txBody>
      </p:sp>
      <p:grpSp>
        <p:nvGrpSpPr>
          <p:cNvPr id="77830" name="Group 24"/>
          <p:cNvGrpSpPr>
            <a:grpSpLocks/>
          </p:cNvGrpSpPr>
          <p:nvPr/>
        </p:nvGrpSpPr>
        <p:grpSpPr bwMode="auto">
          <a:xfrm>
            <a:off x="2986088" y="1306513"/>
            <a:ext cx="446087" cy="534987"/>
            <a:chOff x="868" y="1439"/>
            <a:chExt cx="811" cy="972"/>
          </a:xfrm>
        </p:grpSpPr>
        <p:sp>
          <p:nvSpPr>
            <p:cNvPr id="77835" name="Freeform 25"/>
            <p:cNvSpPr>
              <a:spLocks/>
            </p:cNvSpPr>
            <p:nvPr/>
          </p:nvSpPr>
          <p:spPr bwMode="auto">
            <a:xfrm>
              <a:off x="1548" y="2014"/>
              <a:ext cx="123" cy="100"/>
            </a:xfrm>
            <a:custGeom>
              <a:avLst/>
              <a:gdLst>
                <a:gd name="T0" fmla="*/ 5 w 618"/>
                <a:gd name="T1" fmla="*/ 0 h 502"/>
                <a:gd name="T2" fmla="*/ 5 w 618"/>
                <a:gd name="T3" fmla="*/ 0 h 502"/>
                <a:gd name="T4" fmla="*/ 0 w 618"/>
                <a:gd name="T5" fmla="*/ 4 h 502"/>
                <a:gd name="T6" fmla="*/ 0 w 618"/>
                <a:gd name="T7" fmla="*/ 4 h 502"/>
                <a:gd name="T8" fmla="*/ 5 w 618"/>
                <a:gd name="T9" fmla="*/ 0 h 502"/>
                <a:gd name="T10" fmla="*/ 5 w 618"/>
                <a:gd name="T11" fmla="*/ 0 h 502"/>
                <a:gd name="T12" fmla="*/ 5 w 618"/>
                <a:gd name="T13" fmla="*/ 0 h 502"/>
                <a:gd name="T14" fmla="*/ 5 w 618"/>
                <a:gd name="T15" fmla="*/ 0 h 502"/>
                <a:gd name="T16" fmla="*/ 5 w 618"/>
                <a:gd name="T17" fmla="*/ 0 h 502"/>
                <a:gd name="T18" fmla="*/ 5 w 618"/>
                <a:gd name="T19" fmla="*/ 0 h 502"/>
                <a:gd name="T20" fmla="*/ 5 w 618"/>
                <a:gd name="T21" fmla="*/ 0 h 502"/>
                <a:gd name="T22" fmla="*/ 5 w 618"/>
                <a:gd name="T23" fmla="*/ 0 h 502"/>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618"/>
                <a:gd name="T37" fmla="*/ 0 h 502"/>
                <a:gd name="T38" fmla="*/ 618 w 618"/>
                <a:gd name="T39" fmla="*/ 502 h 502"/>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618" h="502">
                  <a:moveTo>
                    <a:pt x="611" y="0"/>
                  </a:moveTo>
                  <a:lnTo>
                    <a:pt x="606" y="2"/>
                  </a:lnTo>
                  <a:lnTo>
                    <a:pt x="0" y="490"/>
                  </a:lnTo>
                  <a:lnTo>
                    <a:pt x="10" y="502"/>
                  </a:lnTo>
                  <a:lnTo>
                    <a:pt x="616" y="14"/>
                  </a:lnTo>
                  <a:lnTo>
                    <a:pt x="611" y="16"/>
                  </a:lnTo>
                  <a:lnTo>
                    <a:pt x="616" y="14"/>
                  </a:lnTo>
                  <a:lnTo>
                    <a:pt x="618" y="9"/>
                  </a:lnTo>
                  <a:lnTo>
                    <a:pt x="617" y="3"/>
                  </a:lnTo>
                  <a:lnTo>
                    <a:pt x="612" y="1"/>
                  </a:lnTo>
                  <a:lnTo>
                    <a:pt x="606" y="2"/>
                  </a:lnTo>
                  <a:lnTo>
                    <a:pt x="611"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7836" name="Freeform 26"/>
            <p:cNvSpPr>
              <a:spLocks/>
            </p:cNvSpPr>
            <p:nvPr/>
          </p:nvSpPr>
          <p:spPr bwMode="auto">
            <a:xfrm>
              <a:off x="876" y="1852"/>
              <a:ext cx="82" cy="373"/>
            </a:xfrm>
            <a:custGeom>
              <a:avLst/>
              <a:gdLst>
                <a:gd name="T0" fmla="*/ 3 w 413"/>
                <a:gd name="T1" fmla="*/ 15 h 1865"/>
                <a:gd name="T2" fmla="*/ 3 w 413"/>
                <a:gd name="T3" fmla="*/ 15 h 1865"/>
                <a:gd name="T4" fmla="*/ 0 w 413"/>
                <a:gd name="T5" fmla="*/ 0 h 1865"/>
                <a:gd name="T6" fmla="*/ 0 w 413"/>
                <a:gd name="T7" fmla="*/ 0 h 1865"/>
                <a:gd name="T8" fmla="*/ 3 w 413"/>
                <a:gd name="T9" fmla="*/ 15 h 1865"/>
                <a:gd name="T10" fmla="*/ 3 w 413"/>
                <a:gd name="T11" fmla="*/ 15 h 1865"/>
                <a:gd name="T12" fmla="*/ 3 w 413"/>
                <a:gd name="T13" fmla="*/ 15 h 1865"/>
                <a:gd name="T14" fmla="*/ 3 w 413"/>
                <a:gd name="T15" fmla="*/ 15 h 1865"/>
                <a:gd name="T16" fmla="*/ 3 w 413"/>
                <a:gd name="T17" fmla="*/ 15 h 1865"/>
                <a:gd name="T18" fmla="*/ 3 w 413"/>
                <a:gd name="T19" fmla="*/ 15 h 1865"/>
                <a:gd name="T20" fmla="*/ 3 w 413"/>
                <a:gd name="T21" fmla="*/ 15 h 1865"/>
                <a:gd name="T22" fmla="*/ 3 w 413"/>
                <a:gd name="T23" fmla="*/ 15 h 186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413"/>
                <a:gd name="T37" fmla="*/ 0 h 1865"/>
                <a:gd name="T38" fmla="*/ 413 w 413"/>
                <a:gd name="T39" fmla="*/ 1865 h 1865"/>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413" h="1865">
                  <a:moveTo>
                    <a:pt x="400" y="1864"/>
                  </a:moveTo>
                  <a:lnTo>
                    <a:pt x="413" y="1856"/>
                  </a:lnTo>
                  <a:lnTo>
                    <a:pt x="17" y="0"/>
                  </a:lnTo>
                  <a:lnTo>
                    <a:pt x="0" y="2"/>
                  </a:lnTo>
                  <a:lnTo>
                    <a:pt x="396" y="1858"/>
                  </a:lnTo>
                  <a:lnTo>
                    <a:pt x="409" y="1850"/>
                  </a:lnTo>
                  <a:lnTo>
                    <a:pt x="396" y="1858"/>
                  </a:lnTo>
                  <a:lnTo>
                    <a:pt x="400" y="1864"/>
                  </a:lnTo>
                  <a:lnTo>
                    <a:pt x="406" y="1865"/>
                  </a:lnTo>
                  <a:lnTo>
                    <a:pt x="410" y="1862"/>
                  </a:lnTo>
                  <a:lnTo>
                    <a:pt x="413" y="1856"/>
                  </a:lnTo>
                  <a:lnTo>
                    <a:pt x="400" y="186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7837" name="Freeform 27"/>
            <p:cNvSpPr>
              <a:spLocks/>
            </p:cNvSpPr>
            <p:nvPr/>
          </p:nvSpPr>
          <p:spPr bwMode="auto">
            <a:xfrm>
              <a:off x="1282" y="1533"/>
              <a:ext cx="35" cy="161"/>
            </a:xfrm>
            <a:custGeom>
              <a:avLst/>
              <a:gdLst>
                <a:gd name="T0" fmla="*/ 1 w 175"/>
                <a:gd name="T1" fmla="*/ 6 h 807"/>
                <a:gd name="T2" fmla="*/ 1 w 175"/>
                <a:gd name="T3" fmla="*/ 6 h 807"/>
                <a:gd name="T4" fmla="*/ 1 w 175"/>
                <a:gd name="T5" fmla="*/ 6 h 807"/>
                <a:gd name="T6" fmla="*/ 1 w 175"/>
                <a:gd name="T7" fmla="*/ 5 h 807"/>
                <a:gd name="T8" fmla="*/ 1 w 175"/>
                <a:gd name="T9" fmla="*/ 5 h 807"/>
                <a:gd name="T10" fmla="*/ 1 w 175"/>
                <a:gd name="T11" fmla="*/ 5 h 807"/>
                <a:gd name="T12" fmla="*/ 1 w 175"/>
                <a:gd name="T13" fmla="*/ 4 h 807"/>
                <a:gd name="T14" fmla="*/ 1 w 175"/>
                <a:gd name="T15" fmla="*/ 4 h 807"/>
                <a:gd name="T16" fmla="*/ 1 w 175"/>
                <a:gd name="T17" fmla="*/ 3 h 807"/>
                <a:gd name="T18" fmla="*/ 1 w 175"/>
                <a:gd name="T19" fmla="*/ 3 h 807"/>
                <a:gd name="T20" fmla="*/ 1 w 175"/>
                <a:gd name="T21" fmla="*/ 3 h 807"/>
                <a:gd name="T22" fmla="*/ 1 w 175"/>
                <a:gd name="T23" fmla="*/ 2 h 807"/>
                <a:gd name="T24" fmla="*/ 1 w 175"/>
                <a:gd name="T25" fmla="*/ 2 h 807"/>
                <a:gd name="T26" fmla="*/ 1 w 175"/>
                <a:gd name="T27" fmla="*/ 2 h 807"/>
                <a:gd name="T28" fmla="*/ 1 w 175"/>
                <a:gd name="T29" fmla="*/ 1 h 807"/>
                <a:gd name="T30" fmla="*/ 1 w 175"/>
                <a:gd name="T31" fmla="*/ 1 h 807"/>
                <a:gd name="T32" fmla="*/ 1 w 175"/>
                <a:gd name="T33" fmla="*/ 1 h 807"/>
                <a:gd name="T34" fmla="*/ 1 w 175"/>
                <a:gd name="T35" fmla="*/ 0 h 807"/>
                <a:gd name="T36" fmla="*/ 1 w 175"/>
                <a:gd name="T37" fmla="*/ 0 h 807"/>
                <a:gd name="T38" fmla="*/ 1 w 175"/>
                <a:gd name="T39" fmla="*/ 0 h 807"/>
                <a:gd name="T40" fmla="*/ 0 w 175"/>
                <a:gd name="T41" fmla="*/ 1 h 807"/>
                <a:gd name="T42" fmla="*/ 0 w 175"/>
                <a:gd name="T43" fmla="*/ 1 h 807"/>
                <a:gd name="T44" fmla="*/ 0 w 175"/>
                <a:gd name="T45" fmla="*/ 1 h 807"/>
                <a:gd name="T46" fmla="*/ 0 w 175"/>
                <a:gd name="T47" fmla="*/ 2 h 807"/>
                <a:gd name="T48" fmla="*/ 0 w 175"/>
                <a:gd name="T49" fmla="*/ 2 h 807"/>
                <a:gd name="T50" fmla="*/ 0 w 175"/>
                <a:gd name="T51" fmla="*/ 3 h 807"/>
                <a:gd name="T52" fmla="*/ 0 w 175"/>
                <a:gd name="T53" fmla="*/ 3 h 807"/>
                <a:gd name="T54" fmla="*/ 0 w 175"/>
                <a:gd name="T55" fmla="*/ 3 h 807"/>
                <a:gd name="T56" fmla="*/ 0 w 175"/>
                <a:gd name="T57" fmla="*/ 4 h 807"/>
                <a:gd name="T58" fmla="*/ 0 w 175"/>
                <a:gd name="T59" fmla="*/ 4 h 807"/>
                <a:gd name="T60" fmla="*/ 0 w 175"/>
                <a:gd name="T61" fmla="*/ 5 h 807"/>
                <a:gd name="T62" fmla="*/ 0 w 175"/>
                <a:gd name="T63" fmla="*/ 5 h 807"/>
                <a:gd name="T64" fmla="*/ 0 w 175"/>
                <a:gd name="T65" fmla="*/ 5 h 807"/>
                <a:gd name="T66" fmla="*/ 1 w 175"/>
                <a:gd name="T67" fmla="*/ 6 h 807"/>
                <a:gd name="T68" fmla="*/ 1 w 175"/>
                <a:gd name="T69" fmla="*/ 6 h 807"/>
                <a:gd name="T70" fmla="*/ 1 w 175"/>
                <a:gd name="T71" fmla="*/ 6 h 807"/>
                <a:gd name="T72" fmla="*/ 1 w 175"/>
                <a:gd name="T73" fmla="*/ 6 h 807"/>
                <a:gd name="T74" fmla="*/ 1 w 175"/>
                <a:gd name="T75" fmla="*/ 6 h 807"/>
                <a:gd name="T76" fmla="*/ 1 w 175"/>
                <a:gd name="T77" fmla="*/ 6 h 807"/>
                <a:gd name="T78" fmla="*/ 1 w 175"/>
                <a:gd name="T79" fmla="*/ 6 h 807"/>
                <a:gd name="T80" fmla="*/ 1 w 175"/>
                <a:gd name="T81" fmla="*/ 6 h 807"/>
                <a:gd name="T82" fmla="*/ 1 w 175"/>
                <a:gd name="T83" fmla="*/ 6 h 807"/>
                <a:gd name="T84" fmla="*/ 1 w 175"/>
                <a:gd name="T85" fmla="*/ 6 h 807"/>
                <a:gd name="T86" fmla="*/ 1 w 175"/>
                <a:gd name="T87" fmla="*/ 6 h 807"/>
                <a:gd name="T88" fmla="*/ 1 w 175"/>
                <a:gd name="T89" fmla="*/ 6 h 807"/>
                <a:gd name="T90" fmla="*/ 1 w 175"/>
                <a:gd name="T91" fmla="*/ 6 h 80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175"/>
                <a:gd name="T139" fmla="*/ 0 h 807"/>
                <a:gd name="T140" fmla="*/ 175 w 175"/>
                <a:gd name="T141" fmla="*/ 807 h 80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175" h="807">
                  <a:moveTo>
                    <a:pt x="169" y="740"/>
                  </a:moveTo>
                  <a:lnTo>
                    <a:pt x="169" y="739"/>
                  </a:lnTo>
                  <a:lnTo>
                    <a:pt x="149" y="698"/>
                  </a:lnTo>
                  <a:lnTo>
                    <a:pt x="133" y="656"/>
                  </a:lnTo>
                  <a:lnTo>
                    <a:pt x="120" y="611"/>
                  </a:lnTo>
                  <a:lnTo>
                    <a:pt x="108" y="565"/>
                  </a:lnTo>
                  <a:lnTo>
                    <a:pt x="100" y="520"/>
                  </a:lnTo>
                  <a:lnTo>
                    <a:pt x="96" y="472"/>
                  </a:lnTo>
                  <a:lnTo>
                    <a:pt x="93" y="425"/>
                  </a:lnTo>
                  <a:lnTo>
                    <a:pt x="93" y="377"/>
                  </a:lnTo>
                  <a:lnTo>
                    <a:pt x="96" y="330"/>
                  </a:lnTo>
                  <a:lnTo>
                    <a:pt x="100" y="283"/>
                  </a:lnTo>
                  <a:lnTo>
                    <a:pt x="106" y="238"/>
                  </a:lnTo>
                  <a:lnTo>
                    <a:pt x="115" y="195"/>
                  </a:lnTo>
                  <a:lnTo>
                    <a:pt x="126" y="153"/>
                  </a:lnTo>
                  <a:lnTo>
                    <a:pt x="139" y="114"/>
                  </a:lnTo>
                  <a:lnTo>
                    <a:pt x="153" y="77"/>
                  </a:lnTo>
                  <a:lnTo>
                    <a:pt x="169" y="43"/>
                  </a:lnTo>
                  <a:lnTo>
                    <a:pt x="87" y="0"/>
                  </a:lnTo>
                  <a:lnTo>
                    <a:pt x="69" y="39"/>
                  </a:lnTo>
                  <a:lnTo>
                    <a:pt x="52" y="81"/>
                  </a:lnTo>
                  <a:lnTo>
                    <a:pt x="37" y="127"/>
                  </a:lnTo>
                  <a:lnTo>
                    <a:pt x="24" y="174"/>
                  </a:lnTo>
                  <a:lnTo>
                    <a:pt x="15" y="222"/>
                  </a:lnTo>
                  <a:lnTo>
                    <a:pt x="7" y="271"/>
                  </a:lnTo>
                  <a:lnTo>
                    <a:pt x="2" y="323"/>
                  </a:lnTo>
                  <a:lnTo>
                    <a:pt x="0" y="374"/>
                  </a:lnTo>
                  <a:lnTo>
                    <a:pt x="0" y="427"/>
                  </a:lnTo>
                  <a:lnTo>
                    <a:pt x="2" y="479"/>
                  </a:lnTo>
                  <a:lnTo>
                    <a:pt x="9" y="531"/>
                  </a:lnTo>
                  <a:lnTo>
                    <a:pt x="17" y="584"/>
                  </a:lnTo>
                  <a:lnTo>
                    <a:pt x="29" y="635"/>
                  </a:lnTo>
                  <a:lnTo>
                    <a:pt x="44" y="686"/>
                  </a:lnTo>
                  <a:lnTo>
                    <a:pt x="65" y="736"/>
                  </a:lnTo>
                  <a:lnTo>
                    <a:pt x="87" y="784"/>
                  </a:lnTo>
                  <a:lnTo>
                    <a:pt x="87" y="782"/>
                  </a:lnTo>
                  <a:lnTo>
                    <a:pt x="87" y="784"/>
                  </a:lnTo>
                  <a:lnTo>
                    <a:pt x="100" y="799"/>
                  </a:lnTo>
                  <a:lnTo>
                    <a:pt x="117" y="807"/>
                  </a:lnTo>
                  <a:lnTo>
                    <a:pt x="134" y="807"/>
                  </a:lnTo>
                  <a:lnTo>
                    <a:pt x="151" y="801"/>
                  </a:lnTo>
                  <a:lnTo>
                    <a:pt x="164" y="791"/>
                  </a:lnTo>
                  <a:lnTo>
                    <a:pt x="173" y="777"/>
                  </a:lnTo>
                  <a:lnTo>
                    <a:pt x="175" y="759"/>
                  </a:lnTo>
                  <a:lnTo>
                    <a:pt x="169" y="739"/>
                  </a:lnTo>
                  <a:lnTo>
                    <a:pt x="169" y="74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7838" name="Freeform 28"/>
            <p:cNvSpPr>
              <a:spLocks/>
            </p:cNvSpPr>
            <p:nvPr/>
          </p:nvSpPr>
          <p:spPr bwMode="auto">
            <a:xfrm>
              <a:off x="1299" y="1681"/>
              <a:ext cx="157" cy="281"/>
            </a:xfrm>
            <a:custGeom>
              <a:avLst/>
              <a:gdLst>
                <a:gd name="T0" fmla="*/ 6 w 787"/>
                <a:gd name="T1" fmla="*/ 11 h 1404"/>
                <a:gd name="T2" fmla="*/ 6 w 787"/>
                <a:gd name="T3" fmla="*/ 11 h 1404"/>
                <a:gd name="T4" fmla="*/ 1 w 787"/>
                <a:gd name="T5" fmla="*/ 0 h 1404"/>
                <a:gd name="T6" fmla="*/ 0 w 787"/>
                <a:gd name="T7" fmla="*/ 0 h 1404"/>
                <a:gd name="T8" fmla="*/ 6 w 787"/>
                <a:gd name="T9" fmla="*/ 11 h 1404"/>
                <a:gd name="T10" fmla="*/ 6 w 787"/>
                <a:gd name="T11" fmla="*/ 11 h 1404"/>
                <a:gd name="T12" fmla="*/ 6 w 787"/>
                <a:gd name="T13" fmla="*/ 11 h 1404"/>
                <a:gd name="T14" fmla="*/ 6 w 787"/>
                <a:gd name="T15" fmla="*/ 11 h 1404"/>
                <a:gd name="T16" fmla="*/ 6 w 787"/>
                <a:gd name="T17" fmla="*/ 11 h 1404"/>
                <a:gd name="T18" fmla="*/ 6 w 787"/>
                <a:gd name="T19" fmla="*/ 11 h 1404"/>
                <a:gd name="T20" fmla="*/ 6 w 787"/>
                <a:gd name="T21" fmla="*/ 11 h 1404"/>
                <a:gd name="T22" fmla="*/ 6 w 787"/>
                <a:gd name="T23" fmla="*/ 11 h 1404"/>
                <a:gd name="T24" fmla="*/ 6 w 787"/>
                <a:gd name="T25" fmla="*/ 11 h 1404"/>
                <a:gd name="T26" fmla="*/ 6 w 787"/>
                <a:gd name="T27" fmla="*/ 11 h 1404"/>
                <a:gd name="T28" fmla="*/ 6 w 787"/>
                <a:gd name="T29" fmla="*/ 11 h 1404"/>
                <a:gd name="T30" fmla="*/ 6 w 787"/>
                <a:gd name="T31" fmla="*/ 11 h 1404"/>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787"/>
                <a:gd name="T49" fmla="*/ 0 h 1404"/>
                <a:gd name="T50" fmla="*/ 787 w 787"/>
                <a:gd name="T51" fmla="*/ 1404 h 1404"/>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787" h="1404">
                  <a:moveTo>
                    <a:pt x="781" y="1334"/>
                  </a:moveTo>
                  <a:lnTo>
                    <a:pt x="781" y="1337"/>
                  </a:lnTo>
                  <a:lnTo>
                    <a:pt x="82" y="0"/>
                  </a:lnTo>
                  <a:lnTo>
                    <a:pt x="0" y="42"/>
                  </a:lnTo>
                  <a:lnTo>
                    <a:pt x="699" y="1379"/>
                  </a:lnTo>
                  <a:lnTo>
                    <a:pt x="699" y="1381"/>
                  </a:lnTo>
                  <a:lnTo>
                    <a:pt x="699" y="1379"/>
                  </a:lnTo>
                  <a:lnTo>
                    <a:pt x="712" y="1395"/>
                  </a:lnTo>
                  <a:lnTo>
                    <a:pt x="727" y="1402"/>
                  </a:lnTo>
                  <a:lnTo>
                    <a:pt x="744" y="1404"/>
                  </a:lnTo>
                  <a:lnTo>
                    <a:pt x="761" y="1398"/>
                  </a:lnTo>
                  <a:lnTo>
                    <a:pt x="775" y="1388"/>
                  </a:lnTo>
                  <a:lnTo>
                    <a:pt x="784" y="1373"/>
                  </a:lnTo>
                  <a:lnTo>
                    <a:pt x="787" y="1357"/>
                  </a:lnTo>
                  <a:lnTo>
                    <a:pt x="781" y="1337"/>
                  </a:lnTo>
                  <a:lnTo>
                    <a:pt x="781" y="13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7839" name="Freeform 29"/>
            <p:cNvSpPr>
              <a:spLocks/>
            </p:cNvSpPr>
            <p:nvPr/>
          </p:nvSpPr>
          <p:spPr bwMode="auto">
            <a:xfrm>
              <a:off x="1439" y="1948"/>
              <a:ext cx="125" cy="76"/>
            </a:xfrm>
            <a:custGeom>
              <a:avLst/>
              <a:gdLst>
                <a:gd name="T0" fmla="*/ 5 w 628"/>
                <a:gd name="T1" fmla="*/ 2 h 383"/>
                <a:gd name="T2" fmla="*/ 5 w 628"/>
                <a:gd name="T3" fmla="*/ 2 h 383"/>
                <a:gd name="T4" fmla="*/ 4 w 628"/>
                <a:gd name="T5" fmla="*/ 2 h 383"/>
                <a:gd name="T6" fmla="*/ 4 w 628"/>
                <a:gd name="T7" fmla="*/ 2 h 383"/>
                <a:gd name="T8" fmla="*/ 4 w 628"/>
                <a:gd name="T9" fmla="*/ 2 h 383"/>
                <a:gd name="T10" fmla="*/ 3 w 628"/>
                <a:gd name="T11" fmla="*/ 2 h 383"/>
                <a:gd name="T12" fmla="*/ 3 w 628"/>
                <a:gd name="T13" fmla="*/ 2 h 383"/>
                <a:gd name="T14" fmla="*/ 3 w 628"/>
                <a:gd name="T15" fmla="*/ 2 h 383"/>
                <a:gd name="T16" fmla="*/ 3 w 628"/>
                <a:gd name="T17" fmla="*/ 2 h 383"/>
                <a:gd name="T18" fmla="*/ 2 w 628"/>
                <a:gd name="T19" fmla="*/ 2 h 383"/>
                <a:gd name="T20" fmla="*/ 2 w 628"/>
                <a:gd name="T21" fmla="*/ 2 h 383"/>
                <a:gd name="T22" fmla="*/ 2 w 628"/>
                <a:gd name="T23" fmla="*/ 1 h 383"/>
                <a:gd name="T24" fmla="*/ 2 w 628"/>
                <a:gd name="T25" fmla="*/ 1 h 383"/>
                <a:gd name="T26" fmla="*/ 1 w 628"/>
                <a:gd name="T27" fmla="*/ 1 h 383"/>
                <a:gd name="T28" fmla="*/ 1 w 628"/>
                <a:gd name="T29" fmla="*/ 1 h 383"/>
                <a:gd name="T30" fmla="*/ 1 w 628"/>
                <a:gd name="T31" fmla="*/ 1 h 383"/>
                <a:gd name="T32" fmla="*/ 1 w 628"/>
                <a:gd name="T33" fmla="*/ 0 h 383"/>
                <a:gd name="T34" fmla="*/ 1 w 628"/>
                <a:gd name="T35" fmla="*/ 0 h 383"/>
                <a:gd name="T36" fmla="*/ 0 w 628"/>
                <a:gd name="T37" fmla="*/ 0 h 383"/>
                <a:gd name="T38" fmla="*/ 0 w 628"/>
                <a:gd name="T39" fmla="*/ 1 h 383"/>
                <a:gd name="T40" fmla="*/ 0 w 628"/>
                <a:gd name="T41" fmla="*/ 1 h 383"/>
                <a:gd name="T42" fmla="*/ 1 w 628"/>
                <a:gd name="T43" fmla="*/ 1 h 383"/>
                <a:gd name="T44" fmla="*/ 1 w 628"/>
                <a:gd name="T45" fmla="*/ 1 h 383"/>
                <a:gd name="T46" fmla="*/ 1 w 628"/>
                <a:gd name="T47" fmla="*/ 2 h 383"/>
                <a:gd name="T48" fmla="*/ 1 w 628"/>
                <a:gd name="T49" fmla="*/ 2 h 383"/>
                <a:gd name="T50" fmla="*/ 2 w 628"/>
                <a:gd name="T51" fmla="*/ 2 h 383"/>
                <a:gd name="T52" fmla="*/ 2 w 628"/>
                <a:gd name="T53" fmla="*/ 2 h 383"/>
                <a:gd name="T54" fmla="*/ 2 w 628"/>
                <a:gd name="T55" fmla="*/ 2 h 383"/>
                <a:gd name="T56" fmla="*/ 3 w 628"/>
                <a:gd name="T57" fmla="*/ 3 h 383"/>
                <a:gd name="T58" fmla="*/ 3 w 628"/>
                <a:gd name="T59" fmla="*/ 3 h 383"/>
                <a:gd name="T60" fmla="*/ 3 w 628"/>
                <a:gd name="T61" fmla="*/ 3 h 383"/>
                <a:gd name="T62" fmla="*/ 4 w 628"/>
                <a:gd name="T63" fmla="*/ 3 h 383"/>
                <a:gd name="T64" fmla="*/ 4 w 628"/>
                <a:gd name="T65" fmla="*/ 3 h 383"/>
                <a:gd name="T66" fmla="*/ 4 w 628"/>
                <a:gd name="T67" fmla="*/ 3 h 383"/>
                <a:gd name="T68" fmla="*/ 5 w 628"/>
                <a:gd name="T69" fmla="*/ 3 h 383"/>
                <a:gd name="T70" fmla="*/ 5 w 628"/>
                <a:gd name="T71" fmla="*/ 3 h 383"/>
                <a:gd name="T72" fmla="*/ 5 w 628"/>
                <a:gd name="T73" fmla="*/ 3 h 383"/>
                <a:gd name="T74" fmla="*/ 5 w 628"/>
                <a:gd name="T75" fmla="*/ 3 h 383"/>
                <a:gd name="T76" fmla="*/ 5 w 628"/>
                <a:gd name="T77" fmla="*/ 3 h 383"/>
                <a:gd name="T78" fmla="*/ 5 w 628"/>
                <a:gd name="T79" fmla="*/ 3 h 383"/>
                <a:gd name="T80" fmla="*/ 5 w 628"/>
                <a:gd name="T81" fmla="*/ 3 h 383"/>
                <a:gd name="T82" fmla="*/ 5 w 628"/>
                <a:gd name="T83" fmla="*/ 3 h 383"/>
                <a:gd name="T84" fmla="*/ 5 w 628"/>
                <a:gd name="T85" fmla="*/ 2 h 383"/>
                <a:gd name="T86" fmla="*/ 5 w 628"/>
                <a:gd name="T87" fmla="*/ 2 h 383"/>
                <a:gd name="T88" fmla="*/ 5 w 628"/>
                <a:gd name="T89" fmla="*/ 2 h 383"/>
                <a:gd name="T90" fmla="*/ 5 w 628"/>
                <a:gd name="T91" fmla="*/ 2 h 38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628"/>
                <a:gd name="T139" fmla="*/ 0 h 383"/>
                <a:gd name="T140" fmla="*/ 628 w 628"/>
                <a:gd name="T141" fmla="*/ 383 h 38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628" h="383">
                  <a:moveTo>
                    <a:pt x="581" y="289"/>
                  </a:moveTo>
                  <a:lnTo>
                    <a:pt x="582" y="289"/>
                  </a:lnTo>
                  <a:lnTo>
                    <a:pt x="541" y="287"/>
                  </a:lnTo>
                  <a:lnTo>
                    <a:pt x="500" y="283"/>
                  </a:lnTo>
                  <a:lnTo>
                    <a:pt x="462" y="276"/>
                  </a:lnTo>
                  <a:lnTo>
                    <a:pt x="424" y="268"/>
                  </a:lnTo>
                  <a:lnTo>
                    <a:pt x="389" y="255"/>
                  </a:lnTo>
                  <a:lnTo>
                    <a:pt x="352" y="242"/>
                  </a:lnTo>
                  <a:lnTo>
                    <a:pt x="320" y="227"/>
                  </a:lnTo>
                  <a:lnTo>
                    <a:pt x="287" y="209"/>
                  </a:lnTo>
                  <a:lnTo>
                    <a:pt x="255" y="189"/>
                  </a:lnTo>
                  <a:lnTo>
                    <a:pt x="226" y="168"/>
                  </a:lnTo>
                  <a:lnTo>
                    <a:pt x="198" y="145"/>
                  </a:lnTo>
                  <a:lnTo>
                    <a:pt x="172" y="119"/>
                  </a:lnTo>
                  <a:lnTo>
                    <a:pt x="146" y="92"/>
                  </a:lnTo>
                  <a:lnTo>
                    <a:pt x="122" y="64"/>
                  </a:lnTo>
                  <a:lnTo>
                    <a:pt x="100" y="33"/>
                  </a:lnTo>
                  <a:lnTo>
                    <a:pt x="82" y="0"/>
                  </a:lnTo>
                  <a:lnTo>
                    <a:pt x="0" y="47"/>
                  </a:lnTo>
                  <a:lnTo>
                    <a:pt x="23" y="85"/>
                  </a:lnTo>
                  <a:lnTo>
                    <a:pt x="49" y="120"/>
                  </a:lnTo>
                  <a:lnTo>
                    <a:pt x="76" y="153"/>
                  </a:lnTo>
                  <a:lnTo>
                    <a:pt x="104" y="185"/>
                  </a:lnTo>
                  <a:lnTo>
                    <a:pt x="137" y="215"/>
                  </a:lnTo>
                  <a:lnTo>
                    <a:pt x="170" y="241"/>
                  </a:lnTo>
                  <a:lnTo>
                    <a:pt x="204" y="267"/>
                  </a:lnTo>
                  <a:lnTo>
                    <a:pt x="240" y="289"/>
                  </a:lnTo>
                  <a:lnTo>
                    <a:pt x="277" y="309"/>
                  </a:lnTo>
                  <a:lnTo>
                    <a:pt x="317" y="329"/>
                  </a:lnTo>
                  <a:lnTo>
                    <a:pt x="358" y="344"/>
                  </a:lnTo>
                  <a:lnTo>
                    <a:pt x="400" y="357"/>
                  </a:lnTo>
                  <a:lnTo>
                    <a:pt x="444" y="367"/>
                  </a:lnTo>
                  <a:lnTo>
                    <a:pt x="488" y="374"/>
                  </a:lnTo>
                  <a:lnTo>
                    <a:pt x="534" y="380"/>
                  </a:lnTo>
                  <a:lnTo>
                    <a:pt x="580" y="383"/>
                  </a:lnTo>
                  <a:lnTo>
                    <a:pt x="581" y="383"/>
                  </a:lnTo>
                  <a:lnTo>
                    <a:pt x="580" y="383"/>
                  </a:lnTo>
                  <a:lnTo>
                    <a:pt x="600" y="379"/>
                  </a:lnTo>
                  <a:lnTo>
                    <a:pt x="615" y="369"/>
                  </a:lnTo>
                  <a:lnTo>
                    <a:pt x="624" y="353"/>
                  </a:lnTo>
                  <a:lnTo>
                    <a:pt x="628" y="337"/>
                  </a:lnTo>
                  <a:lnTo>
                    <a:pt x="625" y="319"/>
                  </a:lnTo>
                  <a:lnTo>
                    <a:pt x="617" y="304"/>
                  </a:lnTo>
                  <a:lnTo>
                    <a:pt x="602" y="294"/>
                  </a:lnTo>
                  <a:lnTo>
                    <a:pt x="582" y="289"/>
                  </a:lnTo>
                  <a:lnTo>
                    <a:pt x="581" y="28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7840" name="Freeform 30"/>
            <p:cNvSpPr>
              <a:spLocks/>
            </p:cNvSpPr>
            <p:nvPr/>
          </p:nvSpPr>
          <p:spPr bwMode="auto">
            <a:xfrm>
              <a:off x="1587" y="1880"/>
              <a:ext cx="85" cy="49"/>
            </a:xfrm>
            <a:custGeom>
              <a:avLst/>
              <a:gdLst>
                <a:gd name="T0" fmla="*/ 3 w 426"/>
                <a:gd name="T1" fmla="*/ 0 h 245"/>
                <a:gd name="T2" fmla="*/ 3 w 426"/>
                <a:gd name="T3" fmla="*/ 0 h 245"/>
                <a:gd name="T4" fmla="*/ 3 w 426"/>
                <a:gd name="T5" fmla="*/ 0 h 245"/>
                <a:gd name="T6" fmla="*/ 3 w 426"/>
                <a:gd name="T7" fmla="*/ 0 h 245"/>
                <a:gd name="T8" fmla="*/ 2 w 426"/>
                <a:gd name="T9" fmla="*/ 0 h 245"/>
                <a:gd name="T10" fmla="*/ 2 w 426"/>
                <a:gd name="T11" fmla="*/ 0 h 245"/>
                <a:gd name="T12" fmla="*/ 2 w 426"/>
                <a:gd name="T13" fmla="*/ 0 h 245"/>
                <a:gd name="T14" fmla="*/ 2 w 426"/>
                <a:gd name="T15" fmla="*/ 0 h 245"/>
                <a:gd name="T16" fmla="*/ 1 w 426"/>
                <a:gd name="T17" fmla="*/ 0 h 245"/>
                <a:gd name="T18" fmla="*/ 1 w 426"/>
                <a:gd name="T19" fmla="*/ 1 h 245"/>
                <a:gd name="T20" fmla="*/ 1 w 426"/>
                <a:gd name="T21" fmla="*/ 1 h 245"/>
                <a:gd name="T22" fmla="*/ 1 w 426"/>
                <a:gd name="T23" fmla="*/ 1 h 245"/>
                <a:gd name="T24" fmla="*/ 0 w 426"/>
                <a:gd name="T25" fmla="*/ 1 h 245"/>
                <a:gd name="T26" fmla="*/ 0 w 426"/>
                <a:gd name="T27" fmla="*/ 1 h 245"/>
                <a:gd name="T28" fmla="*/ 0 w 426"/>
                <a:gd name="T29" fmla="*/ 1 h 245"/>
                <a:gd name="T30" fmla="*/ 0 w 426"/>
                <a:gd name="T31" fmla="*/ 2 h 245"/>
                <a:gd name="T32" fmla="*/ 0 w 426"/>
                <a:gd name="T33" fmla="*/ 2 h 245"/>
                <a:gd name="T34" fmla="*/ 0 w 426"/>
                <a:gd name="T35" fmla="*/ 2 h 245"/>
                <a:gd name="T36" fmla="*/ 0 w 426"/>
                <a:gd name="T37" fmla="*/ 2 h 245"/>
                <a:gd name="T38" fmla="*/ 0 w 426"/>
                <a:gd name="T39" fmla="*/ 2 h 245"/>
                <a:gd name="T40" fmla="*/ 0 w 426"/>
                <a:gd name="T41" fmla="*/ 2 h 245"/>
                <a:gd name="T42" fmla="*/ 0 w 426"/>
                <a:gd name="T43" fmla="*/ 1 h 245"/>
                <a:gd name="T44" fmla="*/ 0 w 426"/>
                <a:gd name="T45" fmla="*/ 1 h 245"/>
                <a:gd name="T46" fmla="*/ 0 w 426"/>
                <a:gd name="T47" fmla="*/ 1 h 245"/>
                <a:gd name="T48" fmla="*/ 1 w 426"/>
                <a:gd name="T49" fmla="*/ 1 h 245"/>
                <a:gd name="T50" fmla="*/ 1 w 426"/>
                <a:gd name="T51" fmla="*/ 1 h 245"/>
                <a:gd name="T52" fmla="*/ 1 w 426"/>
                <a:gd name="T53" fmla="*/ 1 h 245"/>
                <a:gd name="T54" fmla="*/ 1 w 426"/>
                <a:gd name="T55" fmla="*/ 1 h 245"/>
                <a:gd name="T56" fmla="*/ 2 w 426"/>
                <a:gd name="T57" fmla="*/ 0 h 245"/>
                <a:gd name="T58" fmla="*/ 2 w 426"/>
                <a:gd name="T59" fmla="*/ 0 h 245"/>
                <a:gd name="T60" fmla="*/ 2 w 426"/>
                <a:gd name="T61" fmla="*/ 0 h 245"/>
                <a:gd name="T62" fmla="*/ 2 w 426"/>
                <a:gd name="T63" fmla="*/ 0 h 245"/>
                <a:gd name="T64" fmla="*/ 3 w 426"/>
                <a:gd name="T65" fmla="*/ 0 h 245"/>
                <a:gd name="T66" fmla="*/ 3 w 426"/>
                <a:gd name="T67" fmla="*/ 0 h 245"/>
                <a:gd name="T68" fmla="*/ 3 w 426"/>
                <a:gd name="T69" fmla="*/ 0 h 245"/>
                <a:gd name="T70" fmla="*/ 3 w 426"/>
                <a:gd name="T71" fmla="*/ 0 h 245"/>
                <a:gd name="T72" fmla="*/ 3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426" y="0"/>
                  </a:moveTo>
                  <a:lnTo>
                    <a:pt x="426" y="0"/>
                  </a:lnTo>
                  <a:lnTo>
                    <a:pt x="384" y="1"/>
                  </a:lnTo>
                  <a:lnTo>
                    <a:pt x="340" y="4"/>
                  </a:lnTo>
                  <a:lnTo>
                    <a:pt x="300" y="10"/>
                  </a:lnTo>
                  <a:lnTo>
                    <a:pt x="262" y="18"/>
                  </a:lnTo>
                  <a:lnTo>
                    <a:pt x="224" y="29"/>
                  </a:lnTo>
                  <a:lnTo>
                    <a:pt x="189" y="41"/>
                  </a:lnTo>
                  <a:lnTo>
                    <a:pt x="157" y="55"/>
                  </a:lnTo>
                  <a:lnTo>
                    <a:pt x="126" y="70"/>
                  </a:lnTo>
                  <a:lnTo>
                    <a:pt x="99" y="89"/>
                  </a:lnTo>
                  <a:lnTo>
                    <a:pt x="74" y="106"/>
                  </a:lnTo>
                  <a:lnTo>
                    <a:pt x="52" y="126"/>
                  </a:lnTo>
                  <a:lnTo>
                    <a:pt x="34" y="148"/>
                  </a:lnTo>
                  <a:lnTo>
                    <a:pt x="19" y="171"/>
                  </a:lnTo>
                  <a:lnTo>
                    <a:pt x="9" y="194"/>
                  </a:lnTo>
                  <a:lnTo>
                    <a:pt x="3" y="219"/>
                  </a:lnTo>
                  <a:lnTo>
                    <a:pt x="0" y="245"/>
                  </a:lnTo>
                  <a:lnTo>
                    <a:pt x="12" y="245"/>
                  </a:lnTo>
                  <a:lnTo>
                    <a:pt x="15" y="221"/>
                  </a:lnTo>
                  <a:lnTo>
                    <a:pt x="20" y="199"/>
                  </a:lnTo>
                  <a:lnTo>
                    <a:pt x="31" y="178"/>
                  </a:lnTo>
                  <a:lnTo>
                    <a:pt x="44" y="156"/>
                  </a:lnTo>
                  <a:lnTo>
                    <a:pt x="61" y="136"/>
                  </a:lnTo>
                  <a:lnTo>
                    <a:pt x="81" y="116"/>
                  </a:lnTo>
                  <a:lnTo>
                    <a:pt x="106" y="98"/>
                  </a:lnTo>
                  <a:lnTo>
                    <a:pt x="133" y="82"/>
                  </a:lnTo>
                  <a:lnTo>
                    <a:pt x="162" y="66"/>
                  </a:lnTo>
                  <a:lnTo>
                    <a:pt x="194" y="52"/>
                  </a:lnTo>
                  <a:lnTo>
                    <a:pt x="229" y="41"/>
                  </a:lnTo>
                  <a:lnTo>
                    <a:pt x="264" y="30"/>
                  </a:lnTo>
                  <a:lnTo>
                    <a:pt x="303" y="22"/>
                  </a:lnTo>
                  <a:lnTo>
                    <a:pt x="343" y="16"/>
                  </a:lnTo>
                  <a:lnTo>
                    <a:pt x="384" y="12"/>
                  </a:lnTo>
                  <a:lnTo>
                    <a:pt x="426" y="11"/>
                  </a:lnTo>
                  <a:lnTo>
                    <a:pt x="42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7841" name="Freeform 31"/>
            <p:cNvSpPr>
              <a:spLocks/>
            </p:cNvSpPr>
            <p:nvPr/>
          </p:nvSpPr>
          <p:spPr bwMode="auto">
            <a:xfrm>
              <a:off x="1587" y="1929"/>
              <a:ext cx="85" cy="49"/>
            </a:xfrm>
            <a:custGeom>
              <a:avLst/>
              <a:gdLst>
                <a:gd name="T0" fmla="*/ 0 w 426"/>
                <a:gd name="T1" fmla="*/ 0 h 245"/>
                <a:gd name="T2" fmla="*/ 0 w 426"/>
                <a:gd name="T3" fmla="*/ 0 h 245"/>
                <a:gd name="T4" fmla="*/ 0 w 426"/>
                <a:gd name="T5" fmla="*/ 0 h 245"/>
                <a:gd name="T6" fmla="*/ 0 w 426"/>
                <a:gd name="T7" fmla="*/ 0 h 245"/>
                <a:gd name="T8" fmla="*/ 0 w 426"/>
                <a:gd name="T9" fmla="*/ 1 h 245"/>
                <a:gd name="T10" fmla="*/ 0 w 426"/>
                <a:gd name="T11" fmla="*/ 1 h 245"/>
                <a:gd name="T12" fmla="*/ 0 w 426"/>
                <a:gd name="T13" fmla="*/ 1 h 245"/>
                <a:gd name="T14" fmla="*/ 1 w 426"/>
                <a:gd name="T15" fmla="*/ 1 h 245"/>
                <a:gd name="T16" fmla="*/ 1 w 426"/>
                <a:gd name="T17" fmla="*/ 1 h 245"/>
                <a:gd name="T18" fmla="*/ 1 w 426"/>
                <a:gd name="T19" fmla="*/ 1 h 245"/>
                <a:gd name="T20" fmla="*/ 1 w 426"/>
                <a:gd name="T21" fmla="*/ 2 h 245"/>
                <a:gd name="T22" fmla="*/ 2 w 426"/>
                <a:gd name="T23" fmla="*/ 2 h 245"/>
                <a:gd name="T24" fmla="*/ 2 w 426"/>
                <a:gd name="T25" fmla="*/ 2 h 245"/>
                <a:gd name="T26" fmla="*/ 2 w 426"/>
                <a:gd name="T27" fmla="*/ 2 h 245"/>
                <a:gd name="T28" fmla="*/ 2 w 426"/>
                <a:gd name="T29" fmla="*/ 2 h 245"/>
                <a:gd name="T30" fmla="*/ 3 w 426"/>
                <a:gd name="T31" fmla="*/ 2 h 245"/>
                <a:gd name="T32" fmla="*/ 3 w 426"/>
                <a:gd name="T33" fmla="*/ 2 h 245"/>
                <a:gd name="T34" fmla="*/ 3 w 426"/>
                <a:gd name="T35" fmla="*/ 2 h 245"/>
                <a:gd name="T36" fmla="*/ 3 w 426"/>
                <a:gd name="T37" fmla="*/ 2 h 245"/>
                <a:gd name="T38" fmla="*/ 3 w 426"/>
                <a:gd name="T39" fmla="*/ 2 h 245"/>
                <a:gd name="T40" fmla="*/ 3 w 426"/>
                <a:gd name="T41" fmla="*/ 2 h 245"/>
                <a:gd name="T42" fmla="*/ 2 w 426"/>
                <a:gd name="T43" fmla="*/ 2 h 245"/>
                <a:gd name="T44" fmla="*/ 2 w 426"/>
                <a:gd name="T45" fmla="*/ 2 h 245"/>
                <a:gd name="T46" fmla="*/ 2 w 426"/>
                <a:gd name="T47" fmla="*/ 2 h 245"/>
                <a:gd name="T48" fmla="*/ 2 w 426"/>
                <a:gd name="T49" fmla="*/ 2 h 245"/>
                <a:gd name="T50" fmla="*/ 1 w 426"/>
                <a:gd name="T51" fmla="*/ 1 h 245"/>
                <a:gd name="T52" fmla="*/ 1 w 426"/>
                <a:gd name="T53" fmla="*/ 1 h 245"/>
                <a:gd name="T54" fmla="*/ 1 w 426"/>
                <a:gd name="T55" fmla="*/ 1 h 245"/>
                <a:gd name="T56" fmla="*/ 1 w 426"/>
                <a:gd name="T57" fmla="*/ 1 h 245"/>
                <a:gd name="T58" fmla="*/ 0 w 426"/>
                <a:gd name="T59" fmla="*/ 1 h 245"/>
                <a:gd name="T60" fmla="*/ 0 w 426"/>
                <a:gd name="T61" fmla="*/ 1 h 245"/>
                <a:gd name="T62" fmla="*/ 0 w 426"/>
                <a:gd name="T63" fmla="*/ 1 h 245"/>
                <a:gd name="T64" fmla="*/ 0 w 426"/>
                <a:gd name="T65" fmla="*/ 0 h 245"/>
                <a:gd name="T66" fmla="*/ 0 w 426"/>
                <a:gd name="T67" fmla="*/ 0 h 245"/>
                <a:gd name="T68" fmla="*/ 0 w 426"/>
                <a:gd name="T69" fmla="*/ 0 h 245"/>
                <a:gd name="T70" fmla="*/ 0 w 426"/>
                <a:gd name="T71" fmla="*/ 0 h 245"/>
                <a:gd name="T72" fmla="*/ 0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0" y="0"/>
                  </a:moveTo>
                  <a:lnTo>
                    <a:pt x="0" y="0"/>
                  </a:lnTo>
                  <a:lnTo>
                    <a:pt x="3" y="25"/>
                  </a:lnTo>
                  <a:lnTo>
                    <a:pt x="9" y="50"/>
                  </a:lnTo>
                  <a:lnTo>
                    <a:pt x="19" y="73"/>
                  </a:lnTo>
                  <a:lnTo>
                    <a:pt x="34" y="96"/>
                  </a:lnTo>
                  <a:lnTo>
                    <a:pt x="52" y="118"/>
                  </a:lnTo>
                  <a:lnTo>
                    <a:pt x="74" y="138"/>
                  </a:lnTo>
                  <a:lnTo>
                    <a:pt x="99" y="156"/>
                  </a:lnTo>
                  <a:lnTo>
                    <a:pt x="126" y="174"/>
                  </a:lnTo>
                  <a:lnTo>
                    <a:pt x="157" y="190"/>
                  </a:lnTo>
                  <a:lnTo>
                    <a:pt x="189" y="204"/>
                  </a:lnTo>
                  <a:lnTo>
                    <a:pt x="224" y="215"/>
                  </a:lnTo>
                  <a:lnTo>
                    <a:pt x="262" y="226"/>
                  </a:lnTo>
                  <a:lnTo>
                    <a:pt x="300" y="234"/>
                  </a:lnTo>
                  <a:lnTo>
                    <a:pt x="340" y="240"/>
                  </a:lnTo>
                  <a:lnTo>
                    <a:pt x="384" y="244"/>
                  </a:lnTo>
                  <a:lnTo>
                    <a:pt x="426" y="245"/>
                  </a:lnTo>
                  <a:lnTo>
                    <a:pt x="426" y="233"/>
                  </a:lnTo>
                  <a:lnTo>
                    <a:pt x="384" y="232"/>
                  </a:lnTo>
                  <a:lnTo>
                    <a:pt x="343" y="228"/>
                  </a:lnTo>
                  <a:lnTo>
                    <a:pt x="303" y="222"/>
                  </a:lnTo>
                  <a:lnTo>
                    <a:pt x="264" y="214"/>
                  </a:lnTo>
                  <a:lnTo>
                    <a:pt x="229" y="204"/>
                  </a:lnTo>
                  <a:lnTo>
                    <a:pt x="194" y="192"/>
                  </a:lnTo>
                  <a:lnTo>
                    <a:pt x="162" y="178"/>
                  </a:lnTo>
                  <a:lnTo>
                    <a:pt x="133" y="163"/>
                  </a:lnTo>
                  <a:lnTo>
                    <a:pt x="106" y="146"/>
                  </a:lnTo>
                  <a:lnTo>
                    <a:pt x="81" y="129"/>
                  </a:lnTo>
                  <a:lnTo>
                    <a:pt x="61" y="109"/>
                  </a:lnTo>
                  <a:lnTo>
                    <a:pt x="44" y="89"/>
                  </a:lnTo>
                  <a:lnTo>
                    <a:pt x="31" y="66"/>
                  </a:lnTo>
                  <a:lnTo>
                    <a:pt x="20" y="45"/>
                  </a:lnTo>
                  <a:lnTo>
                    <a:pt x="15" y="2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7842" name="Freeform 32"/>
            <p:cNvSpPr>
              <a:spLocks/>
            </p:cNvSpPr>
            <p:nvPr/>
          </p:nvSpPr>
          <p:spPr bwMode="auto">
            <a:xfrm>
              <a:off x="878" y="1448"/>
              <a:ext cx="792" cy="954"/>
            </a:xfrm>
            <a:custGeom>
              <a:avLst/>
              <a:gdLst>
                <a:gd name="T0" fmla="*/ 13 w 3960"/>
                <a:gd name="T1" fmla="*/ 38 h 4768"/>
                <a:gd name="T2" fmla="*/ 14 w 3960"/>
                <a:gd name="T3" fmla="*/ 38 h 4768"/>
                <a:gd name="T4" fmla="*/ 15 w 3960"/>
                <a:gd name="T5" fmla="*/ 38 h 4768"/>
                <a:gd name="T6" fmla="*/ 15 w 3960"/>
                <a:gd name="T7" fmla="*/ 38 h 4768"/>
                <a:gd name="T8" fmla="*/ 16 w 3960"/>
                <a:gd name="T9" fmla="*/ 38 h 4768"/>
                <a:gd name="T10" fmla="*/ 17 w 3960"/>
                <a:gd name="T11" fmla="*/ 38 h 4768"/>
                <a:gd name="T12" fmla="*/ 17 w 3960"/>
                <a:gd name="T13" fmla="*/ 38 h 4768"/>
                <a:gd name="T14" fmla="*/ 18 w 3960"/>
                <a:gd name="T15" fmla="*/ 38 h 4768"/>
                <a:gd name="T16" fmla="*/ 18 w 3960"/>
                <a:gd name="T17" fmla="*/ 38 h 4768"/>
                <a:gd name="T18" fmla="*/ 29 w 3960"/>
                <a:gd name="T19" fmla="*/ 30 h 4768"/>
                <a:gd name="T20" fmla="*/ 30 w 3960"/>
                <a:gd name="T21" fmla="*/ 30 h 4768"/>
                <a:gd name="T22" fmla="*/ 30 w 3960"/>
                <a:gd name="T23" fmla="*/ 29 h 4768"/>
                <a:gd name="T24" fmla="*/ 31 w 3960"/>
                <a:gd name="T25" fmla="*/ 28 h 4768"/>
                <a:gd name="T26" fmla="*/ 31 w 3960"/>
                <a:gd name="T27" fmla="*/ 28 h 4768"/>
                <a:gd name="T28" fmla="*/ 31 w 3960"/>
                <a:gd name="T29" fmla="*/ 27 h 4768"/>
                <a:gd name="T30" fmla="*/ 32 w 3960"/>
                <a:gd name="T31" fmla="*/ 26 h 4768"/>
                <a:gd name="T32" fmla="*/ 32 w 3960"/>
                <a:gd name="T33" fmla="*/ 25 h 4768"/>
                <a:gd name="T34" fmla="*/ 32 w 3960"/>
                <a:gd name="T35" fmla="*/ 11 h 4768"/>
                <a:gd name="T36" fmla="*/ 32 w 3960"/>
                <a:gd name="T37" fmla="*/ 10 h 4768"/>
                <a:gd name="T38" fmla="*/ 31 w 3960"/>
                <a:gd name="T39" fmla="*/ 9 h 4768"/>
                <a:gd name="T40" fmla="*/ 31 w 3960"/>
                <a:gd name="T41" fmla="*/ 9 h 4768"/>
                <a:gd name="T42" fmla="*/ 31 w 3960"/>
                <a:gd name="T43" fmla="*/ 8 h 4768"/>
                <a:gd name="T44" fmla="*/ 31 w 3960"/>
                <a:gd name="T45" fmla="*/ 8 h 4768"/>
                <a:gd name="T46" fmla="*/ 30 w 3960"/>
                <a:gd name="T47" fmla="*/ 7 h 4768"/>
                <a:gd name="T48" fmla="*/ 30 w 3960"/>
                <a:gd name="T49" fmla="*/ 7 h 4768"/>
                <a:gd name="T50" fmla="*/ 29 w 3960"/>
                <a:gd name="T51" fmla="*/ 6 h 4768"/>
                <a:gd name="T52" fmla="*/ 19 w 3960"/>
                <a:gd name="T53" fmla="*/ 1 h 4768"/>
                <a:gd name="T54" fmla="*/ 18 w 3960"/>
                <a:gd name="T55" fmla="*/ 0 h 4768"/>
                <a:gd name="T56" fmla="*/ 17 w 3960"/>
                <a:gd name="T57" fmla="*/ 0 h 4768"/>
                <a:gd name="T58" fmla="*/ 17 w 3960"/>
                <a:gd name="T59" fmla="*/ 0 h 4768"/>
                <a:gd name="T60" fmla="*/ 16 w 3960"/>
                <a:gd name="T61" fmla="*/ 0 h 4768"/>
                <a:gd name="T62" fmla="*/ 15 w 3960"/>
                <a:gd name="T63" fmla="*/ 0 h 4768"/>
                <a:gd name="T64" fmla="*/ 14 w 3960"/>
                <a:gd name="T65" fmla="*/ 0 h 4768"/>
                <a:gd name="T66" fmla="*/ 14 w 3960"/>
                <a:gd name="T67" fmla="*/ 0 h 4768"/>
                <a:gd name="T68" fmla="*/ 2 w 3960"/>
                <a:gd name="T69" fmla="*/ 6 h 4768"/>
                <a:gd name="T70" fmla="*/ 2 w 3960"/>
                <a:gd name="T71" fmla="*/ 7 h 4768"/>
                <a:gd name="T72" fmla="*/ 1 w 3960"/>
                <a:gd name="T73" fmla="*/ 7 h 4768"/>
                <a:gd name="T74" fmla="*/ 1 w 3960"/>
                <a:gd name="T75" fmla="*/ 8 h 4768"/>
                <a:gd name="T76" fmla="*/ 1 w 3960"/>
                <a:gd name="T77" fmla="*/ 8 h 4768"/>
                <a:gd name="T78" fmla="*/ 0 w 3960"/>
                <a:gd name="T79" fmla="*/ 9 h 4768"/>
                <a:gd name="T80" fmla="*/ 0 w 3960"/>
                <a:gd name="T81" fmla="*/ 9 h 4768"/>
                <a:gd name="T82" fmla="*/ 0 w 3960"/>
                <a:gd name="T83" fmla="*/ 10 h 4768"/>
                <a:gd name="T84" fmla="*/ 0 w 3960"/>
                <a:gd name="T85" fmla="*/ 11 h 4768"/>
                <a:gd name="T86" fmla="*/ 0 w 3960"/>
                <a:gd name="T87" fmla="*/ 25 h 4768"/>
                <a:gd name="T88" fmla="*/ 0 w 3960"/>
                <a:gd name="T89" fmla="*/ 26 h 4768"/>
                <a:gd name="T90" fmla="*/ 0 w 3960"/>
                <a:gd name="T91" fmla="*/ 27 h 4768"/>
                <a:gd name="T92" fmla="*/ 1 w 3960"/>
                <a:gd name="T93" fmla="*/ 28 h 4768"/>
                <a:gd name="T94" fmla="*/ 1 w 3960"/>
                <a:gd name="T95" fmla="*/ 29 h 4768"/>
                <a:gd name="T96" fmla="*/ 1 w 3960"/>
                <a:gd name="T97" fmla="*/ 29 h 4768"/>
                <a:gd name="T98" fmla="*/ 2 w 3960"/>
                <a:gd name="T99" fmla="*/ 30 h 4768"/>
                <a:gd name="T100" fmla="*/ 3 w 3960"/>
                <a:gd name="T101" fmla="*/ 31 h 4768"/>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w 3960"/>
                <a:gd name="T154" fmla="*/ 0 h 4768"/>
                <a:gd name="T155" fmla="*/ 3960 w 3960"/>
                <a:gd name="T156" fmla="*/ 4768 h 4768"/>
              </a:gdLst>
              <a:ahLst/>
              <a:cxnLst>
                <a:cxn ang="T102">
                  <a:pos x="T0" y="T1"/>
                </a:cxn>
                <a:cxn ang="T103">
                  <a:pos x="T2" y="T3"/>
                </a:cxn>
                <a:cxn ang="T104">
                  <a:pos x="T4" y="T5"/>
                </a:cxn>
                <a:cxn ang="T105">
                  <a:pos x="T6" y="T7"/>
                </a:cxn>
                <a:cxn ang="T106">
                  <a:pos x="T8" y="T9"/>
                </a:cxn>
                <a:cxn ang="T107">
                  <a:pos x="T10" y="T11"/>
                </a:cxn>
                <a:cxn ang="T108">
                  <a:pos x="T12" y="T13"/>
                </a:cxn>
                <a:cxn ang="T109">
                  <a:pos x="T14" y="T15"/>
                </a:cxn>
                <a:cxn ang="T110">
                  <a:pos x="T16" y="T17"/>
                </a:cxn>
                <a:cxn ang="T111">
                  <a:pos x="T18" y="T19"/>
                </a:cxn>
                <a:cxn ang="T112">
                  <a:pos x="T20" y="T21"/>
                </a:cxn>
                <a:cxn ang="T113">
                  <a:pos x="T22" y="T23"/>
                </a:cxn>
                <a:cxn ang="T114">
                  <a:pos x="T24" y="T25"/>
                </a:cxn>
                <a:cxn ang="T115">
                  <a:pos x="T26" y="T27"/>
                </a:cxn>
                <a:cxn ang="T116">
                  <a:pos x="T28" y="T29"/>
                </a:cxn>
                <a:cxn ang="T117">
                  <a:pos x="T30" y="T31"/>
                </a:cxn>
                <a:cxn ang="T118">
                  <a:pos x="T32" y="T33"/>
                </a:cxn>
                <a:cxn ang="T119">
                  <a:pos x="T34" y="T35"/>
                </a:cxn>
                <a:cxn ang="T120">
                  <a:pos x="T36" y="T37"/>
                </a:cxn>
                <a:cxn ang="T121">
                  <a:pos x="T38" y="T39"/>
                </a:cxn>
                <a:cxn ang="T122">
                  <a:pos x="T40" y="T41"/>
                </a:cxn>
                <a:cxn ang="T123">
                  <a:pos x="T42" y="T43"/>
                </a:cxn>
                <a:cxn ang="T124">
                  <a:pos x="T44" y="T45"/>
                </a:cxn>
                <a:cxn ang="T125">
                  <a:pos x="T46" y="T47"/>
                </a:cxn>
                <a:cxn ang="T126">
                  <a:pos x="T48" y="T49"/>
                </a:cxn>
                <a:cxn ang="T127">
                  <a:pos x="T50" y="T51"/>
                </a:cxn>
                <a:cxn ang="T128">
                  <a:pos x="T52" y="T53"/>
                </a:cxn>
                <a:cxn ang="T129">
                  <a:pos x="T54" y="T55"/>
                </a:cxn>
                <a:cxn ang="T130">
                  <a:pos x="T56" y="T57"/>
                </a:cxn>
                <a:cxn ang="T131">
                  <a:pos x="T58" y="T59"/>
                </a:cxn>
                <a:cxn ang="T132">
                  <a:pos x="T60" y="T61"/>
                </a:cxn>
                <a:cxn ang="T133">
                  <a:pos x="T62" y="T63"/>
                </a:cxn>
                <a:cxn ang="T134">
                  <a:pos x="T64" y="T65"/>
                </a:cxn>
                <a:cxn ang="T135">
                  <a:pos x="T66" y="T67"/>
                </a:cxn>
                <a:cxn ang="T136">
                  <a:pos x="T68" y="T69"/>
                </a:cxn>
                <a:cxn ang="T137">
                  <a:pos x="T70" y="T71"/>
                </a:cxn>
                <a:cxn ang="T138">
                  <a:pos x="T72" y="T73"/>
                </a:cxn>
                <a:cxn ang="T139">
                  <a:pos x="T74" y="T75"/>
                </a:cxn>
                <a:cxn ang="T140">
                  <a:pos x="T76" y="T77"/>
                </a:cxn>
                <a:cxn ang="T141">
                  <a:pos x="T78" y="T79"/>
                </a:cxn>
                <a:cxn ang="T142">
                  <a:pos x="T80" y="T81"/>
                </a:cxn>
                <a:cxn ang="T143">
                  <a:pos x="T82" y="T83"/>
                </a:cxn>
                <a:cxn ang="T144">
                  <a:pos x="T84" y="T85"/>
                </a:cxn>
                <a:cxn ang="T145">
                  <a:pos x="T86" y="T87"/>
                </a:cxn>
                <a:cxn ang="T146">
                  <a:pos x="T88" y="T89"/>
                </a:cxn>
                <a:cxn ang="T147">
                  <a:pos x="T90" y="T91"/>
                </a:cxn>
                <a:cxn ang="T148">
                  <a:pos x="T92" y="T93"/>
                </a:cxn>
                <a:cxn ang="T149">
                  <a:pos x="T94" y="T95"/>
                </a:cxn>
                <a:cxn ang="T150">
                  <a:pos x="T96" y="T97"/>
                </a:cxn>
                <a:cxn ang="T151">
                  <a:pos x="T98" y="T99"/>
                </a:cxn>
                <a:cxn ang="T152">
                  <a:pos x="T100" y="T101"/>
                </a:cxn>
              </a:cxnLst>
              <a:rect l="T153" t="T154" r="T155" b="T156"/>
              <a:pathLst>
                <a:path w="3960" h="4768">
                  <a:moveTo>
                    <a:pt x="353" y="3849"/>
                  </a:moveTo>
                  <a:lnTo>
                    <a:pt x="1661" y="4700"/>
                  </a:lnTo>
                  <a:lnTo>
                    <a:pt x="1697" y="4717"/>
                  </a:lnTo>
                  <a:lnTo>
                    <a:pt x="1736" y="4731"/>
                  </a:lnTo>
                  <a:lnTo>
                    <a:pt x="1776" y="4742"/>
                  </a:lnTo>
                  <a:lnTo>
                    <a:pt x="1818" y="4753"/>
                  </a:lnTo>
                  <a:lnTo>
                    <a:pt x="1860" y="4760"/>
                  </a:lnTo>
                  <a:lnTo>
                    <a:pt x="1902" y="4765"/>
                  </a:lnTo>
                  <a:lnTo>
                    <a:pt x="1946" y="4768"/>
                  </a:lnTo>
                  <a:lnTo>
                    <a:pt x="1988" y="4768"/>
                  </a:lnTo>
                  <a:lnTo>
                    <a:pt x="2031" y="4767"/>
                  </a:lnTo>
                  <a:lnTo>
                    <a:pt x="2073" y="4763"/>
                  </a:lnTo>
                  <a:lnTo>
                    <a:pt x="2114" y="4758"/>
                  </a:lnTo>
                  <a:lnTo>
                    <a:pt x="2154" y="4751"/>
                  </a:lnTo>
                  <a:lnTo>
                    <a:pt x="2193" y="4740"/>
                  </a:lnTo>
                  <a:lnTo>
                    <a:pt x="2230" y="4729"/>
                  </a:lnTo>
                  <a:lnTo>
                    <a:pt x="2264" y="4715"/>
                  </a:lnTo>
                  <a:lnTo>
                    <a:pt x="2297" y="4700"/>
                  </a:lnTo>
                  <a:lnTo>
                    <a:pt x="3639" y="3825"/>
                  </a:lnTo>
                  <a:lnTo>
                    <a:pt x="3673" y="3795"/>
                  </a:lnTo>
                  <a:lnTo>
                    <a:pt x="3707" y="3761"/>
                  </a:lnTo>
                  <a:lnTo>
                    <a:pt x="3738" y="3725"/>
                  </a:lnTo>
                  <a:lnTo>
                    <a:pt x="3768" y="3685"/>
                  </a:lnTo>
                  <a:lnTo>
                    <a:pt x="3796" y="3644"/>
                  </a:lnTo>
                  <a:lnTo>
                    <a:pt x="3821" y="3599"/>
                  </a:lnTo>
                  <a:lnTo>
                    <a:pt x="3846" y="3553"/>
                  </a:lnTo>
                  <a:lnTo>
                    <a:pt x="3868" y="3505"/>
                  </a:lnTo>
                  <a:lnTo>
                    <a:pt x="3888" y="3456"/>
                  </a:lnTo>
                  <a:lnTo>
                    <a:pt x="3907" y="3406"/>
                  </a:lnTo>
                  <a:lnTo>
                    <a:pt x="3922" y="3354"/>
                  </a:lnTo>
                  <a:lnTo>
                    <a:pt x="3935" y="3303"/>
                  </a:lnTo>
                  <a:lnTo>
                    <a:pt x="3946" y="3250"/>
                  </a:lnTo>
                  <a:lnTo>
                    <a:pt x="3953" y="3197"/>
                  </a:lnTo>
                  <a:lnTo>
                    <a:pt x="3957" y="3144"/>
                  </a:lnTo>
                  <a:lnTo>
                    <a:pt x="3960" y="3092"/>
                  </a:lnTo>
                  <a:lnTo>
                    <a:pt x="3959" y="1313"/>
                  </a:lnTo>
                  <a:lnTo>
                    <a:pt x="3955" y="1271"/>
                  </a:lnTo>
                  <a:lnTo>
                    <a:pt x="3949" y="1229"/>
                  </a:lnTo>
                  <a:lnTo>
                    <a:pt x="3941" y="1189"/>
                  </a:lnTo>
                  <a:lnTo>
                    <a:pt x="3930" y="1149"/>
                  </a:lnTo>
                  <a:lnTo>
                    <a:pt x="3918" y="1111"/>
                  </a:lnTo>
                  <a:lnTo>
                    <a:pt x="3902" y="1075"/>
                  </a:lnTo>
                  <a:lnTo>
                    <a:pt x="3886" y="1040"/>
                  </a:lnTo>
                  <a:lnTo>
                    <a:pt x="3867" y="1006"/>
                  </a:lnTo>
                  <a:lnTo>
                    <a:pt x="3846" y="973"/>
                  </a:lnTo>
                  <a:lnTo>
                    <a:pt x="3823" y="942"/>
                  </a:lnTo>
                  <a:lnTo>
                    <a:pt x="3798" y="913"/>
                  </a:lnTo>
                  <a:lnTo>
                    <a:pt x="3771" y="886"/>
                  </a:lnTo>
                  <a:lnTo>
                    <a:pt x="3743" y="860"/>
                  </a:lnTo>
                  <a:lnTo>
                    <a:pt x="3714" y="837"/>
                  </a:lnTo>
                  <a:lnTo>
                    <a:pt x="3682" y="816"/>
                  </a:lnTo>
                  <a:lnTo>
                    <a:pt x="3649" y="796"/>
                  </a:lnTo>
                  <a:lnTo>
                    <a:pt x="2386" y="83"/>
                  </a:lnTo>
                  <a:lnTo>
                    <a:pt x="2350" y="65"/>
                  </a:lnTo>
                  <a:lnTo>
                    <a:pt x="2310" y="50"/>
                  </a:lnTo>
                  <a:lnTo>
                    <a:pt x="2268" y="36"/>
                  </a:lnTo>
                  <a:lnTo>
                    <a:pt x="2223" y="24"/>
                  </a:lnTo>
                  <a:lnTo>
                    <a:pt x="2178" y="15"/>
                  </a:lnTo>
                  <a:lnTo>
                    <a:pt x="2131" y="8"/>
                  </a:lnTo>
                  <a:lnTo>
                    <a:pt x="2082" y="3"/>
                  </a:lnTo>
                  <a:lnTo>
                    <a:pt x="2032" y="0"/>
                  </a:lnTo>
                  <a:lnTo>
                    <a:pt x="1982" y="1"/>
                  </a:lnTo>
                  <a:lnTo>
                    <a:pt x="1933" y="3"/>
                  </a:lnTo>
                  <a:lnTo>
                    <a:pt x="1882" y="9"/>
                  </a:lnTo>
                  <a:lnTo>
                    <a:pt x="1833" y="17"/>
                  </a:lnTo>
                  <a:lnTo>
                    <a:pt x="1785" y="29"/>
                  </a:lnTo>
                  <a:lnTo>
                    <a:pt x="1737" y="43"/>
                  </a:lnTo>
                  <a:lnTo>
                    <a:pt x="1691" y="62"/>
                  </a:lnTo>
                  <a:lnTo>
                    <a:pt x="1647" y="83"/>
                  </a:lnTo>
                  <a:lnTo>
                    <a:pt x="311" y="782"/>
                  </a:lnTo>
                  <a:lnTo>
                    <a:pt x="276" y="803"/>
                  </a:lnTo>
                  <a:lnTo>
                    <a:pt x="243" y="826"/>
                  </a:lnTo>
                  <a:lnTo>
                    <a:pt x="213" y="852"/>
                  </a:lnTo>
                  <a:lnTo>
                    <a:pt x="184" y="879"/>
                  </a:lnTo>
                  <a:lnTo>
                    <a:pt x="155" y="908"/>
                  </a:lnTo>
                  <a:lnTo>
                    <a:pt x="131" y="939"/>
                  </a:lnTo>
                  <a:lnTo>
                    <a:pt x="107" y="971"/>
                  </a:lnTo>
                  <a:lnTo>
                    <a:pt x="86" y="1005"/>
                  </a:lnTo>
                  <a:lnTo>
                    <a:pt x="68" y="1040"/>
                  </a:lnTo>
                  <a:lnTo>
                    <a:pt x="50" y="1076"/>
                  </a:lnTo>
                  <a:lnTo>
                    <a:pt x="36" y="1115"/>
                  </a:lnTo>
                  <a:lnTo>
                    <a:pt x="23" y="1153"/>
                  </a:lnTo>
                  <a:lnTo>
                    <a:pt x="14" y="1195"/>
                  </a:lnTo>
                  <a:lnTo>
                    <a:pt x="7" y="1236"/>
                  </a:lnTo>
                  <a:lnTo>
                    <a:pt x="2" y="1279"/>
                  </a:lnTo>
                  <a:lnTo>
                    <a:pt x="0" y="1322"/>
                  </a:lnTo>
                  <a:lnTo>
                    <a:pt x="0" y="3093"/>
                  </a:lnTo>
                  <a:lnTo>
                    <a:pt x="2" y="3147"/>
                  </a:lnTo>
                  <a:lnTo>
                    <a:pt x="7" y="3202"/>
                  </a:lnTo>
                  <a:lnTo>
                    <a:pt x="15" y="3257"/>
                  </a:lnTo>
                  <a:lnTo>
                    <a:pt x="27" y="3312"/>
                  </a:lnTo>
                  <a:lnTo>
                    <a:pt x="42" y="3366"/>
                  </a:lnTo>
                  <a:lnTo>
                    <a:pt x="59" y="3420"/>
                  </a:lnTo>
                  <a:lnTo>
                    <a:pt x="79" y="3474"/>
                  </a:lnTo>
                  <a:lnTo>
                    <a:pt x="102" y="3525"/>
                  </a:lnTo>
                  <a:lnTo>
                    <a:pt x="127" y="3576"/>
                  </a:lnTo>
                  <a:lnTo>
                    <a:pt x="154" y="3624"/>
                  </a:lnTo>
                  <a:lnTo>
                    <a:pt x="184" y="3670"/>
                  </a:lnTo>
                  <a:lnTo>
                    <a:pt x="214" y="3712"/>
                  </a:lnTo>
                  <a:lnTo>
                    <a:pt x="247" y="3752"/>
                  </a:lnTo>
                  <a:lnTo>
                    <a:pt x="281" y="3788"/>
                  </a:lnTo>
                  <a:lnTo>
                    <a:pt x="317" y="3821"/>
                  </a:lnTo>
                  <a:lnTo>
                    <a:pt x="353" y="384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7843" name="Freeform 33"/>
            <p:cNvSpPr>
              <a:spLocks/>
            </p:cNvSpPr>
            <p:nvPr/>
          </p:nvSpPr>
          <p:spPr bwMode="auto">
            <a:xfrm>
              <a:off x="943" y="2210"/>
              <a:ext cx="276" cy="187"/>
            </a:xfrm>
            <a:custGeom>
              <a:avLst/>
              <a:gdLst>
                <a:gd name="T0" fmla="*/ 11 w 1380"/>
                <a:gd name="T1" fmla="*/ 7 h 937"/>
                <a:gd name="T2" fmla="*/ 11 w 1380"/>
                <a:gd name="T3" fmla="*/ 7 h 937"/>
                <a:gd name="T4" fmla="*/ 0 w 1380"/>
                <a:gd name="T5" fmla="*/ 0 h 937"/>
                <a:gd name="T6" fmla="*/ 0 w 1380"/>
                <a:gd name="T7" fmla="*/ 1 h 937"/>
                <a:gd name="T8" fmla="*/ 10 w 1380"/>
                <a:gd name="T9" fmla="*/ 7 h 937"/>
                <a:gd name="T10" fmla="*/ 10 w 1380"/>
                <a:gd name="T11" fmla="*/ 7 h 937"/>
                <a:gd name="T12" fmla="*/ 10 w 1380"/>
                <a:gd name="T13" fmla="*/ 7 h 937"/>
                <a:gd name="T14" fmla="*/ 11 w 1380"/>
                <a:gd name="T15" fmla="*/ 7 h 937"/>
                <a:gd name="T16" fmla="*/ 11 w 1380"/>
                <a:gd name="T17" fmla="*/ 7 h 937"/>
                <a:gd name="T18" fmla="*/ 11 w 1380"/>
                <a:gd name="T19" fmla="*/ 7 h 937"/>
                <a:gd name="T20" fmla="*/ 11 w 1380"/>
                <a:gd name="T21" fmla="*/ 7 h 937"/>
                <a:gd name="T22" fmla="*/ 11 w 1380"/>
                <a:gd name="T23" fmla="*/ 7 h 937"/>
                <a:gd name="T24" fmla="*/ 11 w 1380"/>
                <a:gd name="T25" fmla="*/ 7 h 937"/>
                <a:gd name="T26" fmla="*/ 11 w 1380"/>
                <a:gd name="T27" fmla="*/ 7 h 937"/>
                <a:gd name="T28" fmla="*/ 11 w 1380"/>
                <a:gd name="T29" fmla="*/ 7 h 937"/>
                <a:gd name="T30" fmla="*/ 11 w 1380"/>
                <a:gd name="T31" fmla="*/ 7 h 93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80"/>
                <a:gd name="T49" fmla="*/ 0 h 937"/>
                <a:gd name="T50" fmla="*/ 1380 w 1380"/>
                <a:gd name="T51" fmla="*/ 937 h 93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80" h="937">
                  <a:moveTo>
                    <a:pt x="1354" y="848"/>
                  </a:moveTo>
                  <a:lnTo>
                    <a:pt x="1359" y="851"/>
                  </a:lnTo>
                  <a:lnTo>
                    <a:pt x="51" y="0"/>
                  </a:lnTo>
                  <a:lnTo>
                    <a:pt x="0" y="78"/>
                  </a:lnTo>
                  <a:lnTo>
                    <a:pt x="1307" y="929"/>
                  </a:lnTo>
                  <a:lnTo>
                    <a:pt x="1312" y="932"/>
                  </a:lnTo>
                  <a:lnTo>
                    <a:pt x="1307" y="929"/>
                  </a:lnTo>
                  <a:lnTo>
                    <a:pt x="1326" y="937"/>
                  </a:lnTo>
                  <a:lnTo>
                    <a:pt x="1345" y="936"/>
                  </a:lnTo>
                  <a:lnTo>
                    <a:pt x="1360" y="929"/>
                  </a:lnTo>
                  <a:lnTo>
                    <a:pt x="1372" y="916"/>
                  </a:lnTo>
                  <a:lnTo>
                    <a:pt x="1379" y="899"/>
                  </a:lnTo>
                  <a:lnTo>
                    <a:pt x="1380" y="883"/>
                  </a:lnTo>
                  <a:lnTo>
                    <a:pt x="1374" y="865"/>
                  </a:lnTo>
                  <a:lnTo>
                    <a:pt x="1359" y="851"/>
                  </a:lnTo>
                  <a:lnTo>
                    <a:pt x="1354" y="84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7844" name="Freeform 34"/>
            <p:cNvSpPr>
              <a:spLocks/>
            </p:cNvSpPr>
            <p:nvPr/>
          </p:nvSpPr>
          <p:spPr bwMode="auto">
            <a:xfrm>
              <a:off x="1206" y="2379"/>
              <a:ext cx="140" cy="32"/>
            </a:xfrm>
            <a:custGeom>
              <a:avLst/>
              <a:gdLst>
                <a:gd name="T0" fmla="*/ 5 w 703"/>
                <a:gd name="T1" fmla="*/ 0 h 162"/>
                <a:gd name="T2" fmla="*/ 5 w 703"/>
                <a:gd name="T3" fmla="*/ 0 h 162"/>
                <a:gd name="T4" fmla="*/ 5 w 703"/>
                <a:gd name="T5" fmla="*/ 0 h 162"/>
                <a:gd name="T6" fmla="*/ 5 w 703"/>
                <a:gd name="T7" fmla="*/ 0 h 162"/>
                <a:gd name="T8" fmla="*/ 4 w 703"/>
                <a:gd name="T9" fmla="*/ 0 h 162"/>
                <a:gd name="T10" fmla="*/ 4 w 703"/>
                <a:gd name="T11" fmla="*/ 0 h 162"/>
                <a:gd name="T12" fmla="*/ 4 w 703"/>
                <a:gd name="T13" fmla="*/ 0 h 162"/>
                <a:gd name="T14" fmla="*/ 3 w 703"/>
                <a:gd name="T15" fmla="*/ 1 h 162"/>
                <a:gd name="T16" fmla="*/ 3 w 703"/>
                <a:gd name="T17" fmla="*/ 1 h 162"/>
                <a:gd name="T18" fmla="*/ 3 w 703"/>
                <a:gd name="T19" fmla="*/ 1 h 162"/>
                <a:gd name="T20" fmla="*/ 2 w 703"/>
                <a:gd name="T21" fmla="*/ 1 h 162"/>
                <a:gd name="T22" fmla="*/ 2 w 703"/>
                <a:gd name="T23" fmla="*/ 1 h 162"/>
                <a:gd name="T24" fmla="*/ 2 w 703"/>
                <a:gd name="T25" fmla="*/ 0 h 162"/>
                <a:gd name="T26" fmla="*/ 1 w 703"/>
                <a:gd name="T27" fmla="*/ 0 h 162"/>
                <a:gd name="T28" fmla="*/ 1 w 703"/>
                <a:gd name="T29" fmla="*/ 0 h 162"/>
                <a:gd name="T30" fmla="*/ 1 w 703"/>
                <a:gd name="T31" fmla="*/ 0 h 162"/>
                <a:gd name="T32" fmla="*/ 1 w 703"/>
                <a:gd name="T33" fmla="*/ 0 h 162"/>
                <a:gd name="T34" fmla="*/ 0 w 703"/>
                <a:gd name="T35" fmla="*/ 0 h 162"/>
                <a:gd name="T36" fmla="*/ 0 w 703"/>
                <a:gd name="T37" fmla="*/ 1 h 162"/>
                <a:gd name="T38" fmla="*/ 0 w 703"/>
                <a:gd name="T39" fmla="*/ 1 h 162"/>
                <a:gd name="T40" fmla="*/ 1 w 703"/>
                <a:gd name="T41" fmla="*/ 1 h 162"/>
                <a:gd name="T42" fmla="*/ 1 w 703"/>
                <a:gd name="T43" fmla="*/ 1 h 162"/>
                <a:gd name="T44" fmla="*/ 1 w 703"/>
                <a:gd name="T45" fmla="*/ 1 h 162"/>
                <a:gd name="T46" fmla="*/ 2 w 703"/>
                <a:gd name="T47" fmla="*/ 1 h 162"/>
                <a:gd name="T48" fmla="*/ 2 w 703"/>
                <a:gd name="T49" fmla="*/ 1 h 162"/>
                <a:gd name="T50" fmla="*/ 2 w 703"/>
                <a:gd name="T51" fmla="*/ 1 h 162"/>
                <a:gd name="T52" fmla="*/ 3 w 703"/>
                <a:gd name="T53" fmla="*/ 1 h 162"/>
                <a:gd name="T54" fmla="*/ 3 w 703"/>
                <a:gd name="T55" fmla="*/ 1 h 162"/>
                <a:gd name="T56" fmla="*/ 3 w 703"/>
                <a:gd name="T57" fmla="*/ 1 h 162"/>
                <a:gd name="T58" fmla="*/ 4 w 703"/>
                <a:gd name="T59" fmla="*/ 1 h 162"/>
                <a:gd name="T60" fmla="*/ 4 w 703"/>
                <a:gd name="T61" fmla="*/ 1 h 162"/>
                <a:gd name="T62" fmla="*/ 5 w 703"/>
                <a:gd name="T63" fmla="*/ 1 h 162"/>
                <a:gd name="T64" fmla="*/ 5 w 703"/>
                <a:gd name="T65" fmla="*/ 1 h 162"/>
                <a:gd name="T66" fmla="*/ 5 w 703"/>
                <a:gd name="T67" fmla="*/ 1 h 162"/>
                <a:gd name="T68" fmla="*/ 5 w 703"/>
                <a:gd name="T69" fmla="*/ 1 h 162"/>
                <a:gd name="T70" fmla="*/ 5 w 703"/>
                <a:gd name="T71" fmla="*/ 1 h 162"/>
                <a:gd name="T72" fmla="*/ 5 w 703"/>
                <a:gd name="T73" fmla="*/ 1 h 162"/>
                <a:gd name="T74" fmla="*/ 5 w 703"/>
                <a:gd name="T75" fmla="*/ 1 h 162"/>
                <a:gd name="T76" fmla="*/ 6 w 703"/>
                <a:gd name="T77" fmla="*/ 0 h 162"/>
                <a:gd name="T78" fmla="*/ 6 w 703"/>
                <a:gd name="T79" fmla="*/ 0 h 162"/>
                <a:gd name="T80" fmla="*/ 6 w 703"/>
                <a:gd name="T81" fmla="*/ 0 h 162"/>
                <a:gd name="T82" fmla="*/ 5 w 703"/>
                <a:gd name="T83" fmla="*/ 0 h 162"/>
                <a:gd name="T84" fmla="*/ 5 w 703"/>
                <a:gd name="T85" fmla="*/ 0 h 162"/>
                <a:gd name="T86" fmla="*/ 5 w 703"/>
                <a:gd name="T87" fmla="*/ 0 h 162"/>
                <a:gd name="T88" fmla="*/ 5 w 703"/>
                <a:gd name="T89" fmla="*/ 0 h 162"/>
                <a:gd name="T90" fmla="*/ 5 w 703"/>
                <a:gd name="T91" fmla="*/ 0 h 162"/>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703"/>
                <a:gd name="T139" fmla="*/ 0 h 162"/>
                <a:gd name="T140" fmla="*/ 703 w 703"/>
                <a:gd name="T141" fmla="*/ 162 h 162"/>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703" h="162">
                  <a:moveTo>
                    <a:pt x="631" y="8"/>
                  </a:moveTo>
                  <a:lnTo>
                    <a:pt x="636" y="6"/>
                  </a:lnTo>
                  <a:lnTo>
                    <a:pt x="606" y="20"/>
                  </a:lnTo>
                  <a:lnTo>
                    <a:pt x="575" y="32"/>
                  </a:lnTo>
                  <a:lnTo>
                    <a:pt x="540" y="42"/>
                  </a:lnTo>
                  <a:lnTo>
                    <a:pt x="504" y="52"/>
                  </a:lnTo>
                  <a:lnTo>
                    <a:pt x="467" y="59"/>
                  </a:lnTo>
                  <a:lnTo>
                    <a:pt x="428" y="64"/>
                  </a:lnTo>
                  <a:lnTo>
                    <a:pt x="389" y="67"/>
                  </a:lnTo>
                  <a:lnTo>
                    <a:pt x="348" y="68"/>
                  </a:lnTo>
                  <a:lnTo>
                    <a:pt x="308" y="68"/>
                  </a:lnTo>
                  <a:lnTo>
                    <a:pt x="267" y="65"/>
                  </a:lnTo>
                  <a:lnTo>
                    <a:pt x="226" y="61"/>
                  </a:lnTo>
                  <a:lnTo>
                    <a:pt x="187" y="54"/>
                  </a:lnTo>
                  <a:lnTo>
                    <a:pt x="148" y="44"/>
                  </a:lnTo>
                  <a:lnTo>
                    <a:pt x="110" y="33"/>
                  </a:lnTo>
                  <a:lnTo>
                    <a:pt x="75" y="20"/>
                  </a:lnTo>
                  <a:lnTo>
                    <a:pt x="42" y="5"/>
                  </a:lnTo>
                  <a:lnTo>
                    <a:pt x="0" y="89"/>
                  </a:lnTo>
                  <a:lnTo>
                    <a:pt x="40" y="107"/>
                  </a:lnTo>
                  <a:lnTo>
                    <a:pt x="82" y="122"/>
                  </a:lnTo>
                  <a:lnTo>
                    <a:pt x="124" y="135"/>
                  </a:lnTo>
                  <a:lnTo>
                    <a:pt x="169" y="146"/>
                  </a:lnTo>
                  <a:lnTo>
                    <a:pt x="214" y="153"/>
                  </a:lnTo>
                  <a:lnTo>
                    <a:pt x="258" y="158"/>
                  </a:lnTo>
                  <a:lnTo>
                    <a:pt x="303" y="162"/>
                  </a:lnTo>
                  <a:lnTo>
                    <a:pt x="348" y="162"/>
                  </a:lnTo>
                  <a:lnTo>
                    <a:pt x="394" y="161"/>
                  </a:lnTo>
                  <a:lnTo>
                    <a:pt x="439" y="157"/>
                  </a:lnTo>
                  <a:lnTo>
                    <a:pt x="481" y="150"/>
                  </a:lnTo>
                  <a:lnTo>
                    <a:pt x="525" y="143"/>
                  </a:lnTo>
                  <a:lnTo>
                    <a:pt x="566" y="132"/>
                  </a:lnTo>
                  <a:lnTo>
                    <a:pt x="606" y="121"/>
                  </a:lnTo>
                  <a:lnTo>
                    <a:pt x="643" y="105"/>
                  </a:lnTo>
                  <a:lnTo>
                    <a:pt x="678" y="88"/>
                  </a:lnTo>
                  <a:lnTo>
                    <a:pt x="683" y="86"/>
                  </a:lnTo>
                  <a:lnTo>
                    <a:pt x="678" y="88"/>
                  </a:lnTo>
                  <a:lnTo>
                    <a:pt x="695" y="75"/>
                  </a:lnTo>
                  <a:lnTo>
                    <a:pt x="702" y="60"/>
                  </a:lnTo>
                  <a:lnTo>
                    <a:pt x="703" y="42"/>
                  </a:lnTo>
                  <a:lnTo>
                    <a:pt x="698" y="26"/>
                  </a:lnTo>
                  <a:lnTo>
                    <a:pt x="688" y="12"/>
                  </a:lnTo>
                  <a:lnTo>
                    <a:pt x="674" y="3"/>
                  </a:lnTo>
                  <a:lnTo>
                    <a:pt x="656" y="0"/>
                  </a:lnTo>
                  <a:lnTo>
                    <a:pt x="636" y="6"/>
                  </a:lnTo>
                  <a:lnTo>
                    <a:pt x="631"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7845" name="Freeform 35"/>
            <p:cNvSpPr>
              <a:spLocks/>
            </p:cNvSpPr>
            <p:nvPr/>
          </p:nvSpPr>
          <p:spPr bwMode="auto">
            <a:xfrm>
              <a:off x="1332" y="2204"/>
              <a:ext cx="283" cy="192"/>
            </a:xfrm>
            <a:custGeom>
              <a:avLst/>
              <a:gdLst>
                <a:gd name="T0" fmla="*/ 11 w 1415"/>
                <a:gd name="T1" fmla="*/ 0 h 960"/>
                <a:gd name="T2" fmla="*/ 11 w 1415"/>
                <a:gd name="T3" fmla="*/ 0 h 960"/>
                <a:gd name="T4" fmla="*/ 0 w 1415"/>
                <a:gd name="T5" fmla="*/ 7 h 960"/>
                <a:gd name="T6" fmla="*/ 0 w 1415"/>
                <a:gd name="T7" fmla="*/ 8 h 960"/>
                <a:gd name="T8" fmla="*/ 11 w 1415"/>
                <a:gd name="T9" fmla="*/ 1 h 960"/>
                <a:gd name="T10" fmla="*/ 11 w 1415"/>
                <a:gd name="T11" fmla="*/ 1 h 960"/>
                <a:gd name="T12" fmla="*/ 11 w 1415"/>
                <a:gd name="T13" fmla="*/ 1 h 960"/>
                <a:gd name="T14" fmla="*/ 11 w 1415"/>
                <a:gd name="T15" fmla="*/ 1 h 960"/>
                <a:gd name="T16" fmla="*/ 11 w 1415"/>
                <a:gd name="T17" fmla="*/ 0 h 960"/>
                <a:gd name="T18" fmla="*/ 11 w 1415"/>
                <a:gd name="T19" fmla="*/ 0 h 960"/>
                <a:gd name="T20" fmla="*/ 11 w 1415"/>
                <a:gd name="T21" fmla="*/ 0 h 960"/>
                <a:gd name="T22" fmla="*/ 11 w 1415"/>
                <a:gd name="T23" fmla="*/ 0 h 960"/>
                <a:gd name="T24" fmla="*/ 11 w 1415"/>
                <a:gd name="T25" fmla="*/ 0 h 960"/>
                <a:gd name="T26" fmla="*/ 11 w 1415"/>
                <a:gd name="T27" fmla="*/ 0 h 960"/>
                <a:gd name="T28" fmla="*/ 11 w 1415"/>
                <a:gd name="T29" fmla="*/ 0 h 960"/>
                <a:gd name="T30" fmla="*/ 11 w 1415"/>
                <a:gd name="T31" fmla="*/ 0 h 96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15"/>
                <a:gd name="T49" fmla="*/ 0 h 960"/>
                <a:gd name="T50" fmla="*/ 1415 w 1415"/>
                <a:gd name="T51" fmla="*/ 960 h 96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15" h="960">
                  <a:moveTo>
                    <a:pt x="1338" y="10"/>
                  </a:moveTo>
                  <a:lnTo>
                    <a:pt x="1342" y="8"/>
                  </a:lnTo>
                  <a:lnTo>
                    <a:pt x="0" y="882"/>
                  </a:lnTo>
                  <a:lnTo>
                    <a:pt x="52" y="960"/>
                  </a:lnTo>
                  <a:lnTo>
                    <a:pt x="1393" y="85"/>
                  </a:lnTo>
                  <a:lnTo>
                    <a:pt x="1397" y="83"/>
                  </a:lnTo>
                  <a:lnTo>
                    <a:pt x="1393" y="85"/>
                  </a:lnTo>
                  <a:lnTo>
                    <a:pt x="1409" y="71"/>
                  </a:lnTo>
                  <a:lnTo>
                    <a:pt x="1415" y="53"/>
                  </a:lnTo>
                  <a:lnTo>
                    <a:pt x="1413" y="37"/>
                  </a:lnTo>
                  <a:lnTo>
                    <a:pt x="1406" y="21"/>
                  </a:lnTo>
                  <a:lnTo>
                    <a:pt x="1395" y="8"/>
                  </a:lnTo>
                  <a:lnTo>
                    <a:pt x="1379" y="1"/>
                  </a:lnTo>
                  <a:lnTo>
                    <a:pt x="1361" y="0"/>
                  </a:lnTo>
                  <a:lnTo>
                    <a:pt x="1342" y="8"/>
                  </a:lnTo>
                  <a:lnTo>
                    <a:pt x="1338" y="1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7846" name="Freeform 36"/>
            <p:cNvSpPr>
              <a:spLocks/>
            </p:cNvSpPr>
            <p:nvPr/>
          </p:nvSpPr>
          <p:spPr bwMode="auto">
            <a:xfrm>
              <a:off x="1599" y="2057"/>
              <a:ext cx="80" cy="163"/>
            </a:xfrm>
            <a:custGeom>
              <a:avLst/>
              <a:gdLst>
                <a:gd name="T0" fmla="*/ 2 w 398"/>
                <a:gd name="T1" fmla="*/ 0 h 817"/>
                <a:gd name="T2" fmla="*/ 2 w 398"/>
                <a:gd name="T3" fmla="*/ 0 h 817"/>
                <a:gd name="T4" fmla="*/ 2 w 398"/>
                <a:gd name="T5" fmla="*/ 1 h 817"/>
                <a:gd name="T6" fmla="*/ 2 w 398"/>
                <a:gd name="T7" fmla="*/ 1 h 817"/>
                <a:gd name="T8" fmla="*/ 2 w 398"/>
                <a:gd name="T9" fmla="*/ 2 h 817"/>
                <a:gd name="T10" fmla="*/ 2 w 398"/>
                <a:gd name="T11" fmla="*/ 2 h 817"/>
                <a:gd name="T12" fmla="*/ 2 w 398"/>
                <a:gd name="T13" fmla="*/ 2 h 817"/>
                <a:gd name="T14" fmla="*/ 2 w 398"/>
                <a:gd name="T15" fmla="*/ 3 h 817"/>
                <a:gd name="T16" fmla="*/ 2 w 398"/>
                <a:gd name="T17" fmla="*/ 3 h 817"/>
                <a:gd name="T18" fmla="*/ 2 w 398"/>
                <a:gd name="T19" fmla="*/ 4 h 817"/>
                <a:gd name="T20" fmla="*/ 2 w 398"/>
                <a:gd name="T21" fmla="*/ 4 h 817"/>
                <a:gd name="T22" fmla="*/ 1 w 398"/>
                <a:gd name="T23" fmla="*/ 4 h 817"/>
                <a:gd name="T24" fmla="*/ 1 w 398"/>
                <a:gd name="T25" fmla="*/ 5 h 817"/>
                <a:gd name="T26" fmla="*/ 1 w 398"/>
                <a:gd name="T27" fmla="*/ 5 h 817"/>
                <a:gd name="T28" fmla="*/ 1 w 398"/>
                <a:gd name="T29" fmla="*/ 5 h 817"/>
                <a:gd name="T30" fmla="*/ 1 w 398"/>
                <a:gd name="T31" fmla="*/ 5 h 817"/>
                <a:gd name="T32" fmla="*/ 0 w 398"/>
                <a:gd name="T33" fmla="*/ 6 h 817"/>
                <a:gd name="T34" fmla="*/ 0 w 398"/>
                <a:gd name="T35" fmla="*/ 6 h 817"/>
                <a:gd name="T36" fmla="*/ 0 w 398"/>
                <a:gd name="T37" fmla="*/ 7 h 817"/>
                <a:gd name="T38" fmla="*/ 1 w 398"/>
                <a:gd name="T39" fmla="*/ 6 h 817"/>
                <a:gd name="T40" fmla="*/ 1 w 398"/>
                <a:gd name="T41" fmla="*/ 6 h 817"/>
                <a:gd name="T42" fmla="*/ 1 w 398"/>
                <a:gd name="T43" fmla="*/ 6 h 817"/>
                <a:gd name="T44" fmla="*/ 2 w 398"/>
                <a:gd name="T45" fmla="*/ 5 h 817"/>
                <a:gd name="T46" fmla="*/ 2 w 398"/>
                <a:gd name="T47" fmla="*/ 5 h 817"/>
                <a:gd name="T48" fmla="*/ 2 w 398"/>
                <a:gd name="T49" fmla="*/ 5 h 817"/>
                <a:gd name="T50" fmla="*/ 2 w 398"/>
                <a:gd name="T51" fmla="*/ 4 h 817"/>
                <a:gd name="T52" fmla="*/ 2 w 398"/>
                <a:gd name="T53" fmla="*/ 4 h 817"/>
                <a:gd name="T54" fmla="*/ 3 w 398"/>
                <a:gd name="T55" fmla="*/ 3 h 817"/>
                <a:gd name="T56" fmla="*/ 3 w 398"/>
                <a:gd name="T57" fmla="*/ 3 h 817"/>
                <a:gd name="T58" fmla="*/ 3 w 398"/>
                <a:gd name="T59" fmla="*/ 3 h 817"/>
                <a:gd name="T60" fmla="*/ 3 w 398"/>
                <a:gd name="T61" fmla="*/ 2 h 817"/>
                <a:gd name="T62" fmla="*/ 3 w 398"/>
                <a:gd name="T63" fmla="*/ 2 h 817"/>
                <a:gd name="T64" fmla="*/ 3 w 398"/>
                <a:gd name="T65" fmla="*/ 1 h 817"/>
                <a:gd name="T66" fmla="*/ 3 w 398"/>
                <a:gd name="T67" fmla="*/ 1 h 817"/>
                <a:gd name="T68" fmla="*/ 3 w 398"/>
                <a:gd name="T69" fmla="*/ 0 h 817"/>
                <a:gd name="T70" fmla="*/ 3 w 398"/>
                <a:gd name="T71" fmla="*/ 0 h 817"/>
                <a:gd name="T72" fmla="*/ 3 w 398"/>
                <a:gd name="T73" fmla="*/ 0 h 817"/>
                <a:gd name="T74" fmla="*/ 3 w 398"/>
                <a:gd name="T75" fmla="*/ 0 h 817"/>
                <a:gd name="T76" fmla="*/ 3 w 398"/>
                <a:gd name="T77" fmla="*/ 0 h 817"/>
                <a:gd name="T78" fmla="*/ 3 w 398"/>
                <a:gd name="T79" fmla="*/ 0 h 817"/>
                <a:gd name="T80" fmla="*/ 3 w 398"/>
                <a:gd name="T81" fmla="*/ 0 h 817"/>
                <a:gd name="T82" fmla="*/ 3 w 398"/>
                <a:gd name="T83" fmla="*/ 0 h 817"/>
                <a:gd name="T84" fmla="*/ 3 w 398"/>
                <a:gd name="T85" fmla="*/ 0 h 817"/>
                <a:gd name="T86" fmla="*/ 2 w 398"/>
                <a:gd name="T87" fmla="*/ 0 h 817"/>
                <a:gd name="T88" fmla="*/ 2 w 398"/>
                <a:gd name="T89" fmla="*/ 0 h 817"/>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398"/>
                <a:gd name="T136" fmla="*/ 0 h 817"/>
                <a:gd name="T137" fmla="*/ 398 w 398"/>
                <a:gd name="T138" fmla="*/ 817 h 817"/>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398" h="817">
                  <a:moveTo>
                    <a:pt x="304" y="47"/>
                  </a:moveTo>
                  <a:lnTo>
                    <a:pt x="304" y="47"/>
                  </a:lnTo>
                  <a:lnTo>
                    <a:pt x="301" y="97"/>
                  </a:lnTo>
                  <a:lnTo>
                    <a:pt x="297" y="147"/>
                  </a:lnTo>
                  <a:lnTo>
                    <a:pt x="291" y="198"/>
                  </a:lnTo>
                  <a:lnTo>
                    <a:pt x="280" y="247"/>
                  </a:lnTo>
                  <a:lnTo>
                    <a:pt x="268" y="297"/>
                  </a:lnTo>
                  <a:lnTo>
                    <a:pt x="253" y="347"/>
                  </a:lnTo>
                  <a:lnTo>
                    <a:pt x="236" y="395"/>
                  </a:lnTo>
                  <a:lnTo>
                    <a:pt x="217" y="442"/>
                  </a:lnTo>
                  <a:lnTo>
                    <a:pt x="195" y="487"/>
                  </a:lnTo>
                  <a:lnTo>
                    <a:pt x="171" y="532"/>
                  </a:lnTo>
                  <a:lnTo>
                    <a:pt x="147" y="574"/>
                  </a:lnTo>
                  <a:lnTo>
                    <a:pt x="121" y="613"/>
                  </a:lnTo>
                  <a:lnTo>
                    <a:pt x="93" y="650"/>
                  </a:lnTo>
                  <a:lnTo>
                    <a:pt x="64" y="684"/>
                  </a:lnTo>
                  <a:lnTo>
                    <a:pt x="32" y="716"/>
                  </a:lnTo>
                  <a:lnTo>
                    <a:pt x="0" y="744"/>
                  </a:lnTo>
                  <a:lnTo>
                    <a:pt x="59" y="817"/>
                  </a:lnTo>
                  <a:lnTo>
                    <a:pt x="95" y="784"/>
                  </a:lnTo>
                  <a:lnTo>
                    <a:pt x="132" y="748"/>
                  </a:lnTo>
                  <a:lnTo>
                    <a:pt x="166" y="709"/>
                  </a:lnTo>
                  <a:lnTo>
                    <a:pt x="196" y="667"/>
                  </a:lnTo>
                  <a:lnTo>
                    <a:pt x="227" y="623"/>
                  </a:lnTo>
                  <a:lnTo>
                    <a:pt x="253" y="576"/>
                  </a:lnTo>
                  <a:lnTo>
                    <a:pt x="279" y="530"/>
                  </a:lnTo>
                  <a:lnTo>
                    <a:pt x="301" y="479"/>
                  </a:lnTo>
                  <a:lnTo>
                    <a:pt x="323" y="428"/>
                  </a:lnTo>
                  <a:lnTo>
                    <a:pt x="342" y="375"/>
                  </a:lnTo>
                  <a:lnTo>
                    <a:pt x="359" y="321"/>
                  </a:lnTo>
                  <a:lnTo>
                    <a:pt x="372" y="268"/>
                  </a:lnTo>
                  <a:lnTo>
                    <a:pt x="382" y="212"/>
                  </a:lnTo>
                  <a:lnTo>
                    <a:pt x="391" y="157"/>
                  </a:lnTo>
                  <a:lnTo>
                    <a:pt x="395" y="102"/>
                  </a:lnTo>
                  <a:lnTo>
                    <a:pt x="398" y="47"/>
                  </a:lnTo>
                  <a:lnTo>
                    <a:pt x="394" y="27"/>
                  </a:lnTo>
                  <a:lnTo>
                    <a:pt x="383" y="11"/>
                  </a:lnTo>
                  <a:lnTo>
                    <a:pt x="368" y="3"/>
                  </a:lnTo>
                  <a:lnTo>
                    <a:pt x="351" y="0"/>
                  </a:lnTo>
                  <a:lnTo>
                    <a:pt x="333" y="3"/>
                  </a:lnTo>
                  <a:lnTo>
                    <a:pt x="319" y="11"/>
                  </a:lnTo>
                  <a:lnTo>
                    <a:pt x="307" y="27"/>
                  </a:lnTo>
                  <a:lnTo>
                    <a:pt x="304" y="4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7847" name="Freeform 37"/>
            <p:cNvSpPr>
              <a:spLocks/>
            </p:cNvSpPr>
            <p:nvPr/>
          </p:nvSpPr>
          <p:spPr bwMode="auto">
            <a:xfrm>
              <a:off x="1660" y="1701"/>
              <a:ext cx="19" cy="365"/>
            </a:xfrm>
            <a:custGeom>
              <a:avLst/>
              <a:gdLst>
                <a:gd name="T0" fmla="*/ 0 w 95"/>
                <a:gd name="T1" fmla="*/ 0 h 1826"/>
                <a:gd name="T2" fmla="*/ 0 w 95"/>
                <a:gd name="T3" fmla="*/ 0 h 1826"/>
                <a:gd name="T4" fmla="*/ 0 w 95"/>
                <a:gd name="T5" fmla="*/ 15 h 1826"/>
                <a:gd name="T6" fmla="*/ 1 w 95"/>
                <a:gd name="T7" fmla="*/ 15 h 1826"/>
                <a:gd name="T8" fmla="*/ 1 w 95"/>
                <a:gd name="T9" fmla="*/ 0 h 1826"/>
                <a:gd name="T10" fmla="*/ 1 w 95"/>
                <a:gd name="T11" fmla="*/ 0 h 1826"/>
                <a:gd name="T12" fmla="*/ 1 w 95"/>
                <a:gd name="T13" fmla="*/ 0 h 1826"/>
                <a:gd name="T14" fmla="*/ 1 w 95"/>
                <a:gd name="T15" fmla="*/ 0 h 1826"/>
                <a:gd name="T16" fmla="*/ 1 w 95"/>
                <a:gd name="T17" fmla="*/ 0 h 1826"/>
                <a:gd name="T18" fmla="*/ 1 w 95"/>
                <a:gd name="T19" fmla="*/ 0 h 1826"/>
                <a:gd name="T20" fmla="*/ 0 w 95"/>
                <a:gd name="T21" fmla="*/ 0 h 1826"/>
                <a:gd name="T22" fmla="*/ 0 w 95"/>
                <a:gd name="T23" fmla="*/ 0 h 1826"/>
                <a:gd name="T24" fmla="*/ 0 w 95"/>
                <a:gd name="T25" fmla="*/ 0 h 1826"/>
                <a:gd name="T26" fmla="*/ 0 w 95"/>
                <a:gd name="T27" fmla="*/ 0 h 1826"/>
                <a:gd name="T28" fmla="*/ 0 w 95"/>
                <a:gd name="T29" fmla="*/ 0 h 1826"/>
                <a:gd name="T30" fmla="*/ 0 w 95"/>
                <a:gd name="T31" fmla="*/ 0 h 182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95"/>
                <a:gd name="T49" fmla="*/ 0 h 1826"/>
                <a:gd name="T50" fmla="*/ 95 w 95"/>
                <a:gd name="T51" fmla="*/ 1826 h 182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95" h="1826">
                  <a:moveTo>
                    <a:pt x="0" y="49"/>
                  </a:moveTo>
                  <a:lnTo>
                    <a:pt x="0" y="47"/>
                  </a:lnTo>
                  <a:lnTo>
                    <a:pt x="1" y="1826"/>
                  </a:lnTo>
                  <a:lnTo>
                    <a:pt x="95" y="1826"/>
                  </a:lnTo>
                  <a:lnTo>
                    <a:pt x="93" y="47"/>
                  </a:lnTo>
                  <a:lnTo>
                    <a:pt x="93" y="45"/>
                  </a:lnTo>
                  <a:lnTo>
                    <a:pt x="93" y="47"/>
                  </a:lnTo>
                  <a:lnTo>
                    <a:pt x="90" y="27"/>
                  </a:lnTo>
                  <a:lnTo>
                    <a:pt x="79" y="12"/>
                  </a:lnTo>
                  <a:lnTo>
                    <a:pt x="64" y="4"/>
                  </a:lnTo>
                  <a:lnTo>
                    <a:pt x="47" y="0"/>
                  </a:lnTo>
                  <a:lnTo>
                    <a:pt x="29" y="4"/>
                  </a:lnTo>
                  <a:lnTo>
                    <a:pt x="15" y="12"/>
                  </a:lnTo>
                  <a:lnTo>
                    <a:pt x="3" y="27"/>
                  </a:lnTo>
                  <a:lnTo>
                    <a:pt x="0" y="47"/>
                  </a:lnTo>
                  <a:lnTo>
                    <a:pt x="0" y="4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7848" name="Freeform 38"/>
            <p:cNvSpPr>
              <a:spLocks/>
            </p:cNvSpPr>
            <p:nvPr/>
          </p:nvSpPr>
          <p:spPr bwMode="auto">
            <a:xfrm>
              <a:off x="1598" y="1598"/>
              <a:ext cx="81" cy="113"/>
            </a:xfrm>
            <a:custGeom>
              <a:avLst/>
              <a:gdLst>
                <a:gd name="T0" fmla="*/ 0 w 401"/>
                <a:gd name="T1" fmla="*/ 1 h 566"/>
                <a:gd name="T2" fmla="*/ 0 w 401"/>
                <a:gd name="T3" fmla="*/ 1 h 566"/>
                <a:gd name="T4" fmla="*/ 0 w 401"/>
                <a:gd name="T5" fmla="*/ 1 h 566"/>
                <a:gd name="T6" fmla="*/ 1 w 401"/>
                <a:gd name="T7" fmla="*/ 1 h 566"/>
                <a:gd name="T8" fmla="*/ 1 w 401"/>
                <a:gd name="T9" fmla="*/ 1 h 566"/>
                <a:gd name="T10" fmla="*/ 1 w 401"/>
                <a:gd name="T11" fmla="*/ 1 h 566"/>
                <a:gd name="T12" fmla="*/ 1 w 401"/>
                <a:gd name="T13" fmla="*/ 2 h 566"/>
                <a:gd name="T14" fmla="*/ 1 w 401"/>
                <a:gd name="T15" fmla="*/ 2 h 566"/>
                <a:gd name="T16" fmla="*/ 2 w 401"/>
                <a:gd name="T17" fmla="*/ 2 h 566"/>
                <a:gd name="T18" fmla="*/ 2 w 401"/>
                <a:gd name="T19" fmla="*/ 2 h 566"/>
                <a:gd name="T20" fmla="*/ 2 w 401"/>
                <a:gd name="T21" fmla="*/ 2 h 566"/>
                <a:gd name="T22" fmla="*/ 2 w 401"/>
                <a:gd name="T23" fmla="*/ 3 h 566"/>
                <a:gd name="T24" fmla="*/ 2 w 401"/>
                <a:gd name="T25" fmla="*/ 3 h 566"/>
                <a:gd name="T26" fmla="*/ 2 w 401"/>
                <a:gd name="T27" fmla="*/ 3 h 566"/>
                <a:gd name="T28" fmla="*/ 2 w 401"/>
                <a:gd name="T29" fmla="*/ 4 h 566"/>
                <a:gd name="T30" fmla="*/ 2 w 401"/>
                <a:gd name="T31" fmla="*/ 4 h 566"/>
                <a:gd name="T32" fmla="*/ 2 w 401"/>
                <a:gd name="T33" fmla="*/ 4 h 566"/>
                <a:gd name="T34" fmla="*/ 3 w 401"/>
                <a:gd name="T35" fmla="*/ 5 h 566"/>
                <a:gd name="T36" fmla="*/ 3 w 401"/>
                <a:gd name="T37" fmla="*/ 4 h 566"/>
                <a:gd name="T38" fmla="*/ 3 w 401"/>
                <a:gd name="T39" fmla="*/ 4 h 566"/>
                <a:gd name="T40" fmla="*/ 3 w 401"/>
                <a:gd name="T41" fmla="*/ 4 h 566"/>
                <a:gd name="T42" fmla="*/ 3 w 401"/>
                <a:gd name="T43" fmla="*/ 3 h 566"/>
                <a:gd name="T44" fmla="*/ 3 w 401"/>
                <a:gd name="T45" fmla="*/ 3 h 566"/>
                <a:gd name="T46" fmla="*/ 3 w 401"/>
                <a:gd name="T47" fmla="*/ 3 h 566"/>
                <a:gd name="T48" fmla="*/ 3 w 401"/>
                <a:gd name="T49" fmla="*/ 2 h 566"/>
                <a:gd name="T50" fmla="*/ 3 w 401"/>
                <a:gd name="T51" fmla="*/ 2 h 566"/>
                <a:gd name="T52" fmla="*/ 2 w 401"/>
                <a:gd name="T53" fmla="*/ 2 h 566"/>
                <a:gd name="T54" fmla="*/ 2 w 401"/>
                <a:gd name="T55" fmla="*/ 2 h 566"/>
                <a:gd name="T56" fmla="*/ 2 w 401"/>
                <a:gd name="T57" fmla="*/ 1 h 566"/>
                <a:gd name="T58" fmla="*/ 2 w 401"/>
                <a:gd name="T59" fmla="*/ 1 h 566"/>
                <a:gd name="T60" fmla="*/ 2 w 401"/>
                <a:gd name="T61" fmla="*/ 1 h 566"/>
                <a:gd name="T62" fmla="*/ 1 w 401"/>
                <a:gd name="T63" fmla="*/ 1 h 566"/>
                <a:gd name="T64" fmla="*/ 1 w 401"/>
                <a:gd name="T65" fmla="*/ 0 h 566"/>
                <a:gd name="T66" fmla="*/ 1 w 401"/>
                <a:gd name="T67" fmla="*/ 0 h 566"/>
                <a:gd name="T68" fmla="*/ 1 w 401"/>
                <a:gd name="T69" fmla="*/ 0 h 566"/>
                <a:gd name="T70" fmla="*/ 1 w 401"/>
                <a:gd name="T71" fmla="*/ 0 h 566"/>
                <a:gd name="T72" fmla="*/ 1 w 401"/>
                <a:gd name="T73" fmla="*/ 0 h 566"/>
                <a:gd name="T74" fmla="*/ 0 w 401"/>
                <a:gd name="T75" fmla="*/ 0 h 566"/>
                <a:gd name="T76" fmla="*/ 0 w 401"/>
                <a:gd name="T77" fmla="*/ 0 h 566"/>
                <a:gd name="T78" fmla="*/ 0 w 401"/>
                <a:gd name="T79" fmla="*/ 0 h 566"/>
                <a:gd name="T80" fmla="*/ 0 w 401"/>
                <a:gd name="T81" fmla="*/ 0 h 566"/>
                <a:gd name="T82" fmla="*/ 0 w 401"/>
                <a:gd name="T83" fmla="*/ 0 h 566"/>
                <a:gd name="T84" fmla="*/ 0 w 401"/>
                <a:gd name="T85" fmla="*/ 0 h 566"/>
                <a:gd name="T86" fmla="*/ 0 w 401"/>
                <a:gd name="T87" fmla="*/ 1 h 566"/>
                <a:gd name="T88" fmla="*/ 0 w 401"/>
                <a:gd name="T89" fmla="*/ 1 h 56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401"/>
                <a:gd name="T136" fmla="*/ 0 h 566"/>
                <a:gd name="T137" fmla="*/ 401 w 401"/>
                <a:gd name="T138" fmla="*/ 566 h 566"/>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401" h="566">
                  <a:moveTo>
                    <a:pt x="23" y="88"/>
                  </a:moveTo>
                  <a:lnTo>
                    <a:pt x="23" y="88"/>
                  </a:lnTo>
                  <a:lnTo>
                    <a:pt x="53" y="107"/>
                  </a:lnTo>
                  <a:lnTo>
                    <a:pt x="83" y="125"/>
                  </a:lnTo>
                  <a:lnTo>
                    <a:pt x="108" y="147"/>
                  </a:lnTo>
                  <a:lnTo>
                    <a:pt x="135" y="171"/>
                  </a:lnTo>
                  <a:lnTo>
                    <a:pt x="160" y="196"/>
                  </a:lnTo>
                  <a:lnTo>
                    <a:pt x="182" y="223"/>
                  </a:lnTo>
                  <a:lnTo>
                    <a:pt x="205" y="251"/>
                  </a:lnTo>
                  <a:lnTo>
                    <a:pt x="223" y="281"/>
                  </a:lnTo>
                  <a:lnTo>
                    <a:pt x="240" y="312"/>
                  </a:lnTo>
                  <a:lnTo>
                    <a:pt x="256" y="345"/>
                  </a:lnTo>
                  <a:lnTo>
                    <a:pt x="270" y="379"/>
                  </a:lnTo>
                  <a:lnTo>
                    <a:pt x="282" y="414"/>
                  </a:lnTo>
                  <a:lnTo>
                    <a:pt x="291" y="450"/>
                  </a:lnTo>
                  <a:lnTo>
                    <a:pt x="299" y="488"/>
                  </a:lnTo>
                  <a:lnTo>
                    <a:pt x="304" y="526"/>
                  </a:lnTo>
                  <a:lnTo>
                    <a:pt x="308" y="566"/>
                  </a:lnTo>
                  <a:lnTo>
                    <a:pt x="401" y="562"/>
                  </a:lnTo>
                  <a:lnTo>
                    <a:pt x="398" y="517"/>
                  </a:lnTo>
                  <a:lnTo>
                    <a:pt x="391" y="471"/>
                  </a:lnTo>
                  <a:lnTo>
                    <a:pt x="383" y="429"/>
                  </a:lnTo>
                  <a:lnTo>
                    <a:pt x="371" y="386"/>
                  </a:lnTo>
                  <a:lnTo>
                    <a:pt x="357" y="346"/>
                  </a:lnTo>
                  <a:lnTo>
                    <a:pt x="340" y="307"/>
                  </a:lnTo>
                  <a:lnTo>
                    <a:pt x="324" y="270"/>
                  </a:lnTo>
                  <a:lnTo>
                    <a:pt x="303" y="232"/>
                  </a:lnTo>
                  <a:lnTo>
                    <a:pt x="280" y="197"/>
                  </a:lnTo>
                  <a:lnTo>
                    <a:pt x="255" y="164"/>
                  </a:lnTo>
                  <a:lnTo>
                    <a:pt x="228" y="132"/>
                  </a:lnTo>
                  <a:lnTo>
                    <a:pt x="199" y="103"/>
                  </a:lnTo>
                  <a:lnTo>
                    <a:pt x="169" y="76"/>
                  </a:lnTo>
                  <a:lnTo>
                    <a:pt x="137" y="50"/>
                  </a:lnTo>
                  <a:lnTo>
                    <a:pt x="103" y="27"/>
                  </a:lnTo>
                  <a:lnTo>
                    <a:pt x="67" y="6"/>
                  </a:lnTo>
                  <a:lnTo>
                    <a:pt x="48" y="0"/>
                  </a:lnTo>
                  <a:lnTo>
                    <a:pt x="30" y="2"/>
                  </a:lnTo>
                  <a:lnTo>
                    <a:pt x="16" y="12"/>
                  </a:lnTo>
                  <a:lnTo>
                    <a:pt x="5" y="25"/>
                  </a:lnTo>
                  <a:lnTo>
                    <a:pt x="0" y="41"/>
                  </a:lnTo>
                  <a:lnTo>
                    <a:pt x="0" y="59"/>
                  </a:lnTo>
                  <a:lnTo>
                    <a:pt x="8" y="75"/>
                  </a:lnTo>
                  <a:lnTo>
                    <a:pt x="23"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7849" name="Freeform 39"/>
            <p:cNvSpPr>
              <a:spLocks/>
            </p:cNvSpPr>
            <p:nvPr/>
          </p:nvSpPr>
          <p:spPr bwMode="auto">
            <a:xfrm>
              <a:off x="1346" y="1455"/>
              <a:ext cx="266" cy="160"/>
            </a:xfrm>
            <a:custGeom>
              <a:avLst/>
              <a:gdLst>
                <a:gd name="T0" fmla="*/ 0 w 1330"/>
                <a:gd name="T1" fmla="*/ 1 h 801"/>
                <a:gd name="T2" fmla="*/ 0 w 1330"/>
                <a:gd name="T3" fmla="*/ 1 h 801"/>
                <a:gd name="T4" fmla="*/ 10 w 1330"/>
                <a:gd name="T5" fmla="*/ 6 h 801"/>
                <a:gd name="T6" fmla="*/ 11 w 1330"/>
                <a:gd name="T7" fmla="*/ 6 h 801"/>
                <a:gd name="T8" fmla="*/ 1 w 1330"/>
                <a:gd name="T9" fmla="*/ 0 h 801"/>
                <a:gd name="T10" fmla="*/ 1 w 1330"/>
                <a:gd name="T11" fmla="*/ 0 h 801"/>
                <a:gd name="T12" fmla="*/ 1 w 1330"/>
                <a:gd name="T13" fmla="*/ 0 h 801"/>
                <a:gd name="T14" fmla="*/ 0 w 1330"/>
                <a:gd name="T15" fmla="*/ 0 h 801"/>
                <a:gd name="T16" fmla="*/ 0 w 1330"/>
                <a:gd name="T17" fmla="*/ 0 h 801"/>
                <a:gd name="T18" fmla="*/ 0 w 1330"/>
                <a:gd name="T19" fmla="*/ 0 h 801"/>
                <a:gd name="T20" fmla="*/ 0 w 1330"/>
                <a:gd name="T21" fmla="*/ 0 h 801"/>
                <a:gd name="T22" fmla="*/ 0 w 1330"/>
                <a:gd name="T23" fmla="*/ 0 h 801"/>
                <a:gd name="T24" fmla="*/ 0 w 1330"/>
                <a:gd name="T25" fmla="*/ 0 h 801"/>
                <a:gd name="T26" fmla="*/ 0 w 1330"/>
                <a:gd name="T27" fmla="*/ 1 h 801"/>
                <a:gd name="T28" fmla="*/ 0 w 1330"/>
                <a:gd name="T29" fmla="*/ 1 h 801"/>
                <a:gd name="T30" fmla="*/ 0 w 1330"/>
                <a:gd name="T31" fmla="*/ 1 h 801"/>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30"/>
                <a:gd name="T49" fmla="*/ 0 h 801"/>
                <a:gd name="T50" fmla="*/ 1330 w 1330"/>
                <a:gd name="T51" fmla="*/ 801 h 801"/>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30" h="801">
                  <a:moveTo>
                    <a:pt x="24" y="88"/>
                  </a:moveTo>
                  <a:lnTo>
                    <a:pt x="23" y="88"/>
                  </a:lnTo>
                  <a:lnTo>
                    <a:pt x="1286" y="801"/>
                  </a:lnTo>
                  <a:lnTo>
                    <a:pt x="1330" y="719"/>
                  </a:lnTo>
                  <a:lnTo>
                    <a:pt x="67" y="6"/>
                  </a:lnTo>
                  <a:lnTo>
                    <a:pt x="66" y="6"/>
                  </a:lnTo>
                  <a:lnTo>
                    <a:pt x="67" y="6"/>
                  </a:lnTo>
                  <a:lnTo>
                    <a:pt x="48" y="0"/>
                  </a:lnTo>
                  <a:lnTo>
                    <a:pt x="30" y="2"/>
                  </a:lnTo>
                  <a:lnTo>
                    <a:pt x="16" y="12"/>
                  </a:lnTo>
                  <a:lnTo>
                    <a:pt x="5" y="25"/>
                  </a:lnTo>
                  <a:lnTo>
                    <a:pt x="0" y="41"/>
                  </a:lnTo>
                  <a:lnTo>
                    <a:pt x="0" y="59"/>
                  </a:lnTo>
                  <a:lnTo>
                    <a:pt x="8" y="75"/>
                  </a:lnTo>
                  <a:lnTo>
                    <a:pt x="23" y="88"/>
                  </a:lnTo>
                  <a:lnTo>
                    <a:pt x="24"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7850" name="Freeform 40"/>
            <p:cNvSpPr>
              <a:spLocks/>
            </p:cNvSpPr>
            <p:nvPr/>
          </p:nvSpPr>
          <p:spPr bwMode="auto">
            <a:xfrm>
              <a:off x="1198" y="1439"/>
              <a:ext cx="161" cy="35"/>
            </a:xfrm>
            <a:custGeom>
              <a:avLst/>
              <a:gdLst>
                <a:gd name="T0" fmla="*/ 1 w 806"/>
                <a:gd name="T1" fmla="*/ 1 h 177"/>
                <a:gd name="T2" fmla="*/ 1 w 806"/>
                <a:gd name="T3" fmla="*/ 1 h 177"/>
                <a:gd name="T4" fmla="*/ 1 w 806"/>
                <a:gd name="T5" fmla="*/ 1 h 177"/>
                <a:gd name="T6" fmla="*/ 1 w 806"/>
                <a:gd name="T7" fmla="*/ 1 h 177"/>
                <a:gd name="T8" fmla="*/ 2 w 806"/>
                <a:gd name="T9" fmla="*/ 1 h 177"/>
                <a:gd name="T10" fmla="*/ 2 w 806"/>
                <a:gd name="T11" fmla="*/ 1 h 177"/>
                <a:gd name="T12" fmla="*/ 2 w 806"/>
                <a:gd name="T13" fmla="*/ 1 h 177"/>
                <a:gd name="T14" fmla="*/ 3 w 806"/>
                <a:gd name="T15" fmla="*/ 1 h 177"/>
                <a:gd name="T16" fmla="*/ 3 w 806"/>
                <a:gd name="T17" fmla="*/ 1 h 177"/>
                <a:gd name="T18" fmla="*/ 3 w 806"/>
                <a:gd name="T19" fmla="*/ 1 h 177"/>
                <a:gd name="T20" fmla="*/ 4 w 806"/>
                <a:gd name="T21" fmla="*/ 1 h 177"/>
                <a:gd name="T22" fmla="*/ 4 w 806"/>
                <a:gd name="T23" fmla="*/ 1 h 177"/>
                <a:gd name="T24" fmla="*/ 5 w 806"/>
                <a:gd name="T25" fmla="*/ 1 h 177"/>
                <a:gd name="T26" fmla="*/ 5 w 806"/>
                <a:gd name="T27" fmla="*/ 1 h 177"/>
                <a:gd name="T28" fmla="*/ 5 w 806"/>
                <a:gd name="T29" fmla="*/ 1 h 177"/>
                <a:gd name="T30" fmla="*/ 6 w 806"/>
                <a:gd name="T31" fmla="*/ 1 h 177"/>
                <a:gd name="T32" fmla="*/ 6 w 806"/>
                <a:gd name="T33" fmla="*/ 1 h 177"/>
                <a:gd name="T34" fmla="*/ 6 w 806"/>
                <a:gd name="T35" fmla="*/ 1 h 177"/>
                <a:gd name="T36" fmla="*/ 6 w 806"/>
                <a:gd name="T37" fmla="*/ 1 h 177"/>
                <a:gd name="T38" fmla="*/ 6 w 806"/>
                <a:gd name="T39" fmla="*/ 1 h 177"/>
                <a:gd name="T40" fmla="*/ 6 w 806"/>
                <a:gd name="T41" fmla="*/ 0 h 177"/>
                <a:gd name="T42" fmla="*/ 5 w 806"/>
                <a:gd name="T43" fmla="*/ 0 h 177"/>
                <a:gd name="T44" fmla="*/ 5 w 806"/>
                <a:gd name="T45" fmla="*/ 0 h 177"/>
                <a:gd name="T46" fmla="*/ 5 w 806"/>
                <a:gd name="T47" fmla="*/ 0 h 177"/>
                <a:gd name="T48" fmla="*/ 4 w 806"/>
                <a:gd name="T49" fmla="*/ 0 h 177"/>
                <a:gd name="T50" fmla="*/ 4 w 806"/>
                <a:gd name="T51" fmla="*/ 0 h 177"/>
                <a:gd name="T52" fmla="*/ 3 w 806"/>
                <a:gd name="T53" fmla="*/ 0 h 177"/>
                <a:gd name="T54" fmla="*/ 3 w 806"/>
                <a:gd name="T55" fmla="*/ 0 h 177"/>
                <a:gd name="T56" fmla="*/ 3 w 806"/>
                <a:gd name="T57" fmla="*/ 0 h 177"/>
                <a:gd name="T58" fmla="*/ 2 w 806"/>
                <a:gd name="T59" fmla="*/ 0 h 177"/>
                <a:gd name="T60" fmla="*/ 2 w 806"/>
                <a:gd name="T61" fmla="*/ 0 h 177"/>
                <a:gd name="T62" fmla="*/ 1 w 806"/>
                <a:gd name="T63" fmla="*/ 0 h 177"/>
                <a:gd name="T64" fmla="*/ 1 w 806"/>
                <a:gd name="T65" fmla="*/ 0 h 177"/>
                <a:gd name="T66" fmla="*/ 1 w 806"/>
                <a:gd name="T67" fmla="*/ 1 h 177"/>
                <a:gd name="T68" fmla="*/ 0 w 806"/>
                <a:gd name="T69" fmla="*/ 1 h 177"/>
                <a:gd name="T70" fmla="*/ 0 w 806"/>
                <a:gd name="T71" fmla="*/ 1 h 177"/>
                <a:gd name="T72" fmla="*/ 0 w 806"/>
                <a:gd name="T73" fmla="*/ 1 h 177"/>
                <a:gd name="T74" fmla="*/ 0 w 806"/>
                <a:gd name="T75" fmla="*/ 1 h 177"/>
                <a:gd name="T76" fmla="*/ 0 w 806"/>
                <a:gd name="T77" fmla="*/ 1 h 177"/>
                <a:gd name="T78" fmla="*/ 0 w 806"/>
                <a:gd name="T79" fmla="*/ 1 h 177"/>
                <a:gd name="T80" fmla="*/ 0 w 806"/>
                <a:gd name="T81" fmla="*/ 1 h 177"/>
                <a:gd name="T82" fmla="*/ 0 w 806"/>
                <a:gd name="T83" fmla="*/ 1 h 177"/>
                <a:gd name="T84" fmla="*/ 0 w 806"/>
                <a:gd name="T85" fmla="*/ 1 h 177"/>
                <a:gd name="T86" fmla="*/ 0 w 806"/>
                <a:gd name="T87" fmla="*/ 1 h 177"/>
                <a:gd name="T88" fmla="*/ 1 w 806"/>
                <a:gd name="T89" fmla="*/ 1 h 177"/>
                <a:gd name="T90" fmla="*/ 1 w 806"/>
                <a:gd name="T91" fmla="*/ 1 h 17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806"/>
                <a:gd name="T139" fmla="*/ 0 h 177"/>
                <a:gd name="T140" fmla="*/ 806 w 806"/>
                <a:gd name="T141" fmla="*/ 177 h 17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806" h="177">
                  <a:moveTo>
                    <a:pt x="67" y="171"/>
                  </a:moveTo>
                  <a:lnTo>
                    <a:pt x="68" y="171"/>
                  </a:lnTo>
                  <a:lnTo>
                    <a:pt x="109" y="151"/>
                  </a:lnTo>
                  <a:lnTo>
                    <a:pt x="151" y="135"/>
                  </a:lnTo>
                  <a:lnTo>
                    <a:pt x="196" y="122"/>
                  </a:lnTo>
                  <a:lnTo>
                    <a:pt x="242" y="110"/>
                  </a:lnTo>
                  <a:lnTo>
                    <a:pt x="287" y="102"/>
                  </a:lnTo>
                  <a:lnTo>
                    <a:pt x="335" y="97"/>
                  </a:lnTo>
                  <a:lnTo>
                    <a:pt x="382" y="95"/>
                  </a:lnTo>
                  <a:lnTo>
                    <a:pt x="430" y="94"/>
                  </a:lnTo>
                  <a:lnTo>
                    <a:pt x="477" y="97"/>
                  </a:lnTo>
                  <a:lnTo>
                    <a:pt x="524" y="102"/>
                  </a:lnTo>
                  <a:lnTo>
                    <a:pt x="568" y="108"/>
                  </a:lnTo>
                  <a:lnTo>
                    <a:pt x="612" y="117"/>
                  </a:lnTo>
                  <a:lnTo>
                    <a:pt x="654" y="128"/>
                  </a:lnTo>
                  <a:lnTo>
                    <a:pt x="693" y="141"/>
                  </a:lnTo>
                  <a:lnTo>
                    <a:pt x="730" y="155"/>
                  </a:lnTo>
                  <a:lnTo>
                    <a:pt x="764" y="171"/>
                  </a:lnTo>
                  <a:lnTo>
                    <a:pt x="806" y="89"/>
                  </a:lnTo>
                  <a:lnTo>
                    <a:pt x="768" y="70"/>
                  </a:lnTo>
                  <a:lnTo>
                    <a:pt x="725" y="54"/>
                  </a:lnTo>
                  <a:lnTo>
                    <a:pt x="680" y="39"/>
                  </a:lnTo>
                  <a:lnTo>
                    <a:pt x="633" y="26"/>
                  </a:lnTo>
                  <a:lnTo>
                    <a:pt x="585" y="16"/>
                  </a:lnTo>
                  <a:lnTo>
                    <a:pt x="536" y="8"/>
                  </a:lnTo>
                  <a:lnTo>
                    <a:pt x="484" y="3"/>
                  </a:lnTo>
                  <a:lnTo>
                    <a:pt x="433" y="0"/>
                  </a:lnTo>
                  <a:lnTo>
                    <a:pt x="380" y="1"/>
                  </a:lnTo>
                  <a:lnTo>
                    <a:pt x="328" y="3"/>
                  </a:lnTo>
                  <a:lnTo>
                    <a:pt x="276" y="10"/>
                  </a:lnTo>
                  <a:lnTo>
                    <a:pt x="223" y="19"/>
                  </a:lnTo>
                  <a:lnTo>
                    <a:pt x="172" y="30"/>
                  </a:lnTo>
                  <a:lnTo>
                    <a:pt x="121" y="46"/>
                  </a:lnTo>
                  <a:lnTo>
                    <a:pt x="72" y="67"/>
                  </a:lnTo>
                  <a:lnTo>
                    <a:pt x="24" y="89"/>
                  </a:lnTo>
                  <a:lnTo>
                    <a:pt x="25" y="89"/>
                  </a:lnTo>
                  <a:lnTo>
                    <a:pt x="24" y="89"/>
                  </a:lnTo>
                  <a:lnTo>
                    <a:pt x="8" y="102"/>
                  </a:lnTo>
                  <a:lnTo>
                    <a:pt x="0" y="118"/>
                  </a:lnTo>
                  <a:lnTo>
                    <a:pt x="0" y="136"/>
                  </a:lnTo>
                  <a:lnTo>
                    <a:pt x="6" y="152"/>
                  </a:lnTo>
                  <a:lnTo>
                    <a:pt x="17" y="165"/>
                  </a:lnTo>
                  <a:lnTo>
                    <a:pt x="31" y="175"/>
                  </a:lnTo>
                  <a:lnTo>
                    <a:pt x="48" y="177"/>
                  </a:lnTo>
                  <a:lnTo>
                    <a:pt x="68" y="171"/>
                  </a:lnTo>
                  <a:lnTo>
                    <a:pt x="67" y="1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7851" name="Freeform 41"/>
            <p:cNvSpPr>
              <a:spLocks/>
            </p:cNvSpPr>
            <p:nvPr/>
          </p:nvSpPr>
          <p:spPr bwMode="auto">
            <a:xfrm>
              <a:off x="931" y="1456"/>
              <a:ext cx="280" cy="158"/>
            </a:xfrm>
            <a:custGeom>
              <a:avLst/>
              <a:gdLst>
                <a:gd name="T0" fmla="*/ 1 w 1402"/>
                <a:gd name="T1" fmla="*/ 6 h 787"/>
                <a:gd name="T2" fmla="*/ 1 w 1402"/>
                <a:gd name="T3" fmla="*/ 6 h 787"/>
                <a:gd name="T4" fmla="*/ 11 w 1402"/>
                <a:gd name="T5" fmla="*/ 1 h 787"/>
                <a:gd name="T6" fmla="*/ 11 w 1402"/>
                <a:gd name="T7" fmla="*/ 0 h 787"/>
                <a:gd name="T8" fmla="*/ 0 w 1402"/>
                <a:gd name="T9" fmla="*/ 6 h 787"/>
                <a:gd name="T10" fmla="*/ 0 w 1402"/>
                <a:gd name="T11" fmla="*/ 6 h 787"/>
                <a:gd name="T12" fmla="*/ 0 w 1402"/>
                <a:gd name="T13" fmla="*/ 6 h 787"/>
                <a:gd name="T14" fmla="*/ 0 w 1402"/>
                <a:gd name="T15" fmla="*/ 6 h 787"/>
                <a:gd name="T16" fmla="*/ 0 w 1402"/>
                <a:gd name="T17" fmla="*/ 6 h 787"/>
                <a:gd name="T18" fmla="*/ 0 w 1402"/>
                <a:gd name="T19" fmla="*/ 6 h 787"/>
                <a:gd name="T20" fmla="*/ 0 w 1402"/>
                <a:gd name="T21" fmla="*/ 6 h 787"/>
                <a:gd name="T22" fmla="*/ 0 w 1402"/>
                <a:gd name="T23" fmla="*/ 6 h 787"/>
                <a:gd name="T24" fmla="*/ 0 w 1402"/>
                <a:gd name="T25" fmla="*/ 6 h 787"/>
                <a:gd name="T26" fmla="*/ 0 w 1402"/>
                <a:gd name="T27" fmla="*/ 6 h 787"/>
                <a:gd name="T28" fmla="*/ 1 w 1402"/>
                <a:gd name="T29" fmla="*/ 6 h 787"/>
                <a:gd name="T30" fmla="*/ 1 w 1402"/>
                <a:gd name="T31" fmla="*/ 6 h 78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02"/>
                <a:gd name="T49" fmla="*/ 0 h 787"/>
                <a:gd name="T50" fmla="*/ 1402 w 1402"/>
                <a:gd name="T51" fmla="*/ 787 h 78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02" h="787">
                  <a:moveTo>
                    <a:pt x="69" y="781"/>
                  </a:moveTo>
                  <a:lnTo>
                    <a:pt x="66" y="781"/>
                  </a:lnTo>
                  <a:lnTo>
                    <a:pt x="1402" y="82"/>
                  </a:lnTo>
                  <a:lnTo>
                    <a:pt x="1360" y="0"/>
                  </a:lnTo>
                  <a:lnTo>
                    <a:pt x="24" y="699"/>
                  </a:lnTo>
                  <a:lnTo>
                    <a:pt x="22" y="699"/>
                  </a:lnTo>
                  <a:lnTo>
                    <a:pt x="24" y="699"/>
                  </a:lnTo>
                  <a:lnTo>
                    <a:pt x="8" y="712"/>
                  </a:lnTo>
                  <a:lnTo>
                    <a:pt x="1" y="727"/>
                  </a:lnTo>
                  <a:lnTo>
                    <a:pt x="0" y="744"/>
                  </a:lnTo>
                  <a:lnTo>
                    <a:pt x="5" y="761"/>
                  </a:lnTo>
                  <a:lnTo>
                    <a:pt x="15" y="775"/>
                  </a:lnTo>
                  <a:lnTo>
                    <a:pt x="30" y="784"/>
                  </a:lnTo>
                  <a:lnTo>
                    <a:pt x="46" y="787"/>
                  </a:lnTo>
                  <a:lnTo>
                    <a:pt x="66" y="781"/>
                  </a:lnTo>
                  <a:lnTo>
                    <a:pt x="69" y="7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7852" name="Freeform 42"/>
            <p:cNvSpPr>
              <a:spLocks/>
            </p:cNvSpPr>
            <p:nvPr/>
          </p:nvSpPr>
          <p:spPr bwMode="auto">
            <a:xfrm>
              <a:off x="868" y="1596"/>
              <a:ext cx="77" cy="126"/>
            </a:xfrm>
            <a:custGeom>
              <a:avLst/>
              <a:gdLst>
                <a:gd name="T0" fmla="*/ 1 w 382"/>
                <a:gd name="T1" fmla="*/ 5 h 628"/>
                <a:gd name="T2" fmla="*/ 1 w 382"/>
                <a:gd name="T3" fmla="*/ 5 h 628"/>
                <a:gd name="T4" fmla="*/ 1 w 382"/>
                <a:gd name="T5" fmla="*/ 4 h 628"/>
                <a:gd name="T6" fmla="*/ 1 w 382"/>
                <a:gd name="T7" fmla="*/ 4 h 628"/>
                <a:gd name="T8" fmla="*/ 1 w 382"/>
                <a:gd name="T9" fmla="*/ 4 h 628"/>
                <a:gd name="T10" fmla="*/ 1 w 382"/>
                <a:gd name="T11" fmla="*/ 3 h 628"/>
                <a:gd name="T12" fmla="*/ 1 w 382"/>
                <a:gd name="T13" fmla="*/ 3 h 628"/>
                <a:gd name="T14" fmla="*/ 1 w 382"/>
                <a:gd name="T15" fmla="*/ 3 h 628"/>
                <a:gd name="T16" fmla="*/ 1 w 382"/>
                <a:gd name="T17" fmla="*/ 3 h 628"/>
                <a:gd name="T18" fmla="*/ 1 w 382"/>
                <a:gd name="T19" fmla="*/ 2 h 628"/>
                <a:gd name="T20" fmla="*/ 2 w 382"/>
                <a:gd name="T21" fmla="*/ 2 h 628"/>
                <a:gd name="T22" fmla="*/ 2 w 382"/>
                <a:gd name="T23" fmla="*/ 2 h 628"/>
                <a:gd name="T24" fmla="*/ 2 w 382"/>
                <a:gd name="T25" fmla="*/ 2 h 628"/>
                <a:gd name="T26" fmla="*/ 2 w 382"/>
                <a:gd name="T27" fmla="*/ 1 h 628"/>
                <a:gd name="T28" fmla="*/ 2 w 382"/>
                <a:gd name="T29" fmla="*/ 1 h 628"/>
                <a:gd name="T30" fmla="*/ 3 w 382"/>
                <a:gd name="T31" fmla="*/ 1 h 628"/>
                <a:gd name="T32" fmla="*/ 3 w 382"/>
                <a:gd name="T33" fmla="*/ 1 h 628"/>
                <a:gd name="T34" fmla="*/ 3 w 382"/>
                <a:gd name="T35" fmla="*/ 1 h 628"/>
                <a:gd name="T36" fmla="*/ 3 w 382"/>
                <a:gd name="T37" fmla="*/ 0 h 628"/>
                <a:gd name="T38" fmla="*/ 2 w 382"/>
                <a:gd name="T39" fmla="*/ 0 h 628"/>
                <a:gd name="T40" fmla="*/ 2 w 382"/>
                <a:gd name="T41" fmla="*/ 0 h 628"/>
                <a:gd name="T42" fmla="*/ 2 w 382"/>
                <a:gd name="T43" fmla="*/ 1 h 628"/>
                <a:gd name="T44" fmla="*/ 2 w 382"/>
                <a:gd name="T45" fmla="*/ 1 h 628"/>
                <a:gd name="T46" fmla="*/ 1 w 382"/>
                <a:gd name="T47" fmla="*/ 1 h 628"/>
                <a:gd name="T48" fmla="*/ 1 w 382"/>
                <a:gd name="T49" fmla="*/ 1 h 628"/>
                <a:gd name="T50" fmla="*/ 1 w 382"/>
                <a:gd name="T51" fmla="*/ 2 h 628"/>
                <a:gd name="T52" fmla="*/ 1 w 382"/>
                <a:gd name="T53" fmla="*/ 2 h 628"/>
                <a:gd name="T54" fmla="*/ 1 w 382"/>
                <a:gd name="T55" fmla="*/ 2 h 628"/>
                <a:gd name="T56" fmla="*/ 0 w 382"/>
                <a:gd name="T57" fmla="*/ 3 h 628"/>
                <a:gd name="T58" fmla="*/ 0 w 382"/>
                <a:gd name="T59" fmla="*/ 3 h 628"/>
                <a:gd name="T60" fmla="*/ 0 w 382"/>
                <a:gd name="T61" fmla="*/ 3 h 628"/>
                <a:gd name="T62" fmla="*/ 0 w 382"/>
                <a:gd name="T63" fmla="*/ 4 h 628"/>
                <a:gd name="T64" fmla="*/ 0 w 382"/>
                <a:gd name="T65" fmla="*/ 4 h 628"/>
                <a:gd name="T66" fmla="*/ 0 w 382"/>
                <a:gd name="T67" fmla="*/ 4 h 628"/>
                <a:gd name="T68" fmla="*/ 0 w 382"/>
                <a:gd name="T69" fmla="*/ 5 h 628"/>
                <a:gd name="T70" fmla="*/ 0 w 382"/>
                <a:gd name="T71" fmla="*/ 5 h 628"/>
                <a:gd name="T72" fmla="*/ 0 w 382"/>
                <a:gd name="T73" fmla="*/ 5 h 628"/>
                <a:gd name="T74" fmla="*/ 0 w 382"/>
                <a:gd name="T75" fmla="*/ 5 h 628"/>
                <a:gd name="T76" fmla="*/ 0 w 382"/>
                <a:gd name="T77" fmla="*/ 5 h 628"/>
                <a:gd name="T78" fmla="*/ 0 w 382"/>
                <a:gd name="T79" fmla="*/ 5 h 628"/>
                <a:gd name="T80" fmla="*/ 0 w 382"/>
                <a:gd name="T81" fmla="*/ 5 h 628"/>
                <a:gd name="T82" fmla="*/ 1 w 382"/>
                <a:gd name="T83" fmla="*/ 5 h 628"/>
                <a:gd name="T84" fmla="*/ 1 w 382"/>
                <a:gd name="T85" fmla="*/ 5 h 628"/>
                <a:gd name="T86" fmla="*/ 1 w 382"/>
                <a:gd name="T87" fmla="*/ 5 h 628"/>
                <a:gd name="T88" fmla="*/ 1 w 382"/>
                <a:gd name="T89" fmla="*/ 5 h 628"/>
                <a:gd name="T90" fmla="*/ 1 w 382"/>
                <a:gd name="T91" fmla="*/ 5 h 628"/>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382"/>
                <a:gd name="T139" fmla="*/ 0 h 628"/>
                <a:gd name="T140" fmla="*/ 382 w 382"/>
                <a:gd name="T141" fmla="*/ 628 h 628"/>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382" h="628">
                  <a:moveTo>
                    <a:pt x="94" y="581"/>
                  </a:moveTo>
                  <a:lnTo>
                    <a:pt x="94" y="582"/>
                  </a:lnTo>
                  <a:lnTo>
                    <a:pt x="96" y="541"/>
                  </a:lnTo>
                  <a:lnTo>
                    <a:pt x="99" y="500"/>
                  </a:lnTo>
                  <a:lnTo>
                    <a:pt x="106" y="463"/>
                  </a:lnTo>
                  <a:lnTo>
                    <a:pt x="115" y="424"/>
                  </a:lnTo>
                  <a:lnTo>
                    <a:pt x="127" y="389"/>
                  </a:lnTo>
                  <a:lnTo>
                    <a:pt x="140" y="353"/>
                  </a:lnTo>
                  <a:lnTo>
                    <a:pt x="156" y="320"/>
                  </a:lnTo>
                  <a:lnTo>
                    <a:pt x="173" y="287"/>
                  </a:lnTo>
                  <a:lnTo>
                    <a:pt x="193" y="255"/>
                  </a:lnTo>
                  <a:lnTo>
                    <a:pt x="214" y="226"/>
                  </a:lnTo>
                  <a:lnTo>
                    <a:pt x="238" y="198"/>
                  </a:lnTo>
                  <a:lnTo>
                    <a:pt x="263" y="172"/>
                  </a:lnTo>
                  <a:lnTo>
                    <a:pt x="290" y="146"/>
                  </a:lnTo>
                  <a:lnTo>
                    <a:pt x="318" y="122"/>
                  </a:lnTo>
                  <a:lnTo>
                    <a:pt x="349" y="101"/>
                  </a:lnTo>
                  <a:lnTo>
                    <a:pt x="382" y="82"/>
                  </a:lnTo>
                  <a:lnTo>
                    <a:pt x="335" y="0"/>
                  </a:lnTo>
                  <a:lnTo>
                    <a:pt x="297" y="23"/>
                  </a:lnTo>
                  <a:lnTo>
                    <a:pt x="262" y="49"/>
                  </a:lnTo>
                  <a:lnTo>
                    <a:pt x="229" y="76"/>
                  </a:lnTo>
                  <a:lnTo>
                    <a:pt x="198" y="104"/>
                  </a:lnTo>
                  <a:lnTo>
                    <a:pt x="167" y="137"/>
                  </a:lnTo>
                  <a:lnTo>
                    <a:pt x="142" y="170"/>
                  </a:lnTo>
                  <a:lnTo>
                    <a:pt x="116" y="204"/>
                  </a:lnTo>
                  <a:lnTo>
                    <a:pt x="94" y="240"/>
                  </a:lnTo>
                  <a:lnTo>
                    <a:pt x="74" y="278"/>
                  </a:lnTo>
                  <a:lnTo>
                    <a:pt x="54" y="317"/>
                  </a:lnTo>
                  <a:lnTo>
                    <a:pt x="38" y="359"/>
                  </a:lnTo>
                  <a:lnTo>
                    <a:pt x="26" y="401"/>
                  </a:lnTo>
                  <a:lnTo>
                    <a:pt x="15" y="444"/>
                  </a:lnTo>
                  <a:lnTo>
                    <a:pt x="8" y="489"/>
                  </a:lnTo>
                  <a:lnTo>
                    <a:pt x="2" y="534"/>
                  </a:lnTo>
                  <a:lnTo>
                    <a:pt x="0" y="580"/>
                  </a:lnTo>
                  <a:lnTo>
                    <a:pt x="0" y="581"/>
                  </a:lnTo>
                  <a:lnTo>
                    <a:pt x="0" y="580"/>
                  </a:lnTo>
                  <a:lnTo>
                    <a:pt x="3" y="600"/>
                  </a:lnTo>
                  <a:lnTo>
                    <a:pt x="14" y="615"/>
                  </a:lnTo>
                  <a:lnTo>
                    <a:pt x="29" y="625"/>
                  </a:lnTo>
                  <a:lnTo>
                    <a:pt x="45" y="628"/>
                  </a:lnTo>
                  <a:lnTo>
                    <a:pt x="63" y="626"/>
                  </a:lnTo>
                  <a:lnTo>
                    <a:pt x="78" y="616"/>
                  </a:lnTo>
                  <a:lnTo>
                    <a:pt x="89" y="602"/>
                  </a:lnTo>
                  <a:lnTo>
                    <a:pt x="94" y="582"/>
                  </a:lnTo>
                  <a:lnTo>
                    <a:pt x="94" y="5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7853" name="Freeform 43"/>
            <p:cNvSpPr>
              <a:spLocks/>
            </p:cNvSpPr>
            <p:nvPr/>
          </p:nvSpPr>
          <p:spPr bwMode="auto">
            <a:xfrm>
              <a:off x="868" y="1712"/>
              <a:ext cx="19" cy="364"/>
            </a:xfrm>
            <a:custGeom>
              <a:avLst/>
              <a:gdLst>
                <a:gd name="T0" fmla="*/ 1 w 94"/>
                <a:gd name="T1" fmla="*/ 14 h 1818"/>
                <a:gd name="T2" fmla="*/ 1 w 94"/>
                <a:gd name="T3" fmla="*/ 14 h 1818"/>
                <a:gd name="T4" fmla="*/ 1 w 94"/>
                <a:gd name="T5" fmla="*/ 0 h 1818"/>
                <a:gd name="T6" fmla="*/ 0 w 94"/>
                <a:gd name="T7" fmla="*/ 0 h 1818"/>
                <a:gd name="T8" fmla="*/ 0 w 94"/>
                <a:gd name="T9" fmla="*/ 14 h 1818"/>
                <a:gd name="T10" fmla="*/ 0 w 94"/>
                <a:gd name="T11" fmla="*/ 14 h 1818"/>
                <a:gd name="T12" fmla="*/ 0 w 94"/>
                <a:gd name="T13" fmla="*/ 14 h 1818"/>
                <a:gd name="T14" fmla="*/ 0 w 94"/>
                <a:gd name="T15" fmla="*/ 14 h 1818"/>
                <a:gd name="T16" fmla="*/ 0 w 94"/>
                <a:gd name="T17" fmla="*/ 14 h 1818"/>
                <a:gd name="T18" fmla="*/ 0 w 94"/>
                <a:gd name="T19" fmla="*/ 15 h 1818"/>
                <a:gd name="T20" fmla="*/ 0 w 94"/>
                <a:gd name="T21" fmla="*/ 15 h 1818"/>
                <a:gd name="T22" fmla="*/ 1 w 94"/>
                <a:gd name="T23" fmla="*/ 15 h 1818"/>
                <a:gd name="T24" fmla="*/ 1 w 94"/>
                <a:gd name="T25" fmla="*/ 14 h 1818"/>
                <a:gd name="T26" fmla="*/ 1 w 94"/>
                <a:gd name="T27" fmla="*/ 14 h 1818"/>
                <a:gd name="T28" fmla="*/ 1 w 94"/>
                <a:gd name="T29" fmla="*/ 14 h 1818"/>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94"/>
                <a:gd name="T46" fmla="*/ 0 h 1818"/>
                <a:gd name="T47" fmla="*/ 94 w 94"/>
                <a:gd name="T48" fmla="*/ 1818 h 1818"/>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94" h="1818">
                  <a:moveTo>
                    <a:pt x="94" y="1771"/>
                  </a:moveTo>
                  <a:lnTo>
                    <a:pt x="94" y="1771"/>
                  </a:lnTo>
                  <a:lnTo>
                    <a:pt x="94" y="0"/>
                  </a:lnTo>
                  <a:lnTo>
                    <a:pt x="0" y="0"/>
                  </a:lnTo>
                  <a:lnTo>
                    <a:pt x="0" y="1771"/>
                  </a:lnTo>
                  <a:lnTo>
                    <a:pt x="3" y="1791"/>
                  </a:lnTo>
                  <a:lnTo>
                    <a:pt x="15" y="1806"/>
                  </a:lnTo>
                  <a:lnTo>
                    <a:pt x="29" y="1814"/>
                  </a:lnTo>
                  <a:lnTo>
                    <a:pt x="47" y="1818"/>
                  </a:lnTo>
                  <a:lnTo>
                    <a:pt x="64" y="1814"/>
                  </a:lnTo>
                  <a:lnTo>
                    <a:pt x="79" y="1806"/>
                  </a:lnTo>
                  <a:lnTo>
                    <a:pt x="90" y="1791"/>
                  </a:lnTo>
                  <a:lnTo>
                    <a:pt x="94" y="17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7854" name="Freeform 44"/>
            <p:cNvSpPr>
              <a:spLocks/>
            </p:cNvSpPr>
            <p:nvPr/>
          </p:nvSpPr>
          <p:spPr bwMode="auto">
            <a:xfrm>
              <a:off x="868" y="2067"/>
              <a:ext cx="90" cy="160"/>
            </a:xfrm>
            <a:custGeom>
              <a:avLst/>
              <a:gdLst>
                <a:gd name="T0" fmla="*/ 3 w 449"/>
                <a:gd name="T1" fmla="*/ 6 h 803"/>
                <a:gd name="T2" fmla="*/ 3 w 449"/>
                <a:gd name="T3" fmla="*/ 6 h 803"/>
                <a:gd name="T4" fmla="*/ 3 w 449"/>
                <a:gd name="T5" fmla="*/ 5 h 803"/>
                <a:gd name="T6" fmla="*/ 3 w 449"/>
                <a:gd name="T7" fmla="*/ 5 h 803"/>
                <a:gd name="T8" fmla="*/ 3 w 449"/>
                <a:gd name="T9" fmla="*/ 5 h 803"/>
                <a:gd name="T10" fmla="*/ 2 w 449"/>
                <a:gd name="T11" fmla="*/ 5 h 803"/>
                <a:gd name="T12" fmla="*/ 2 w 449"/>
                <a:gd name="T13" fmla="*/ 4 h 803"/>
                <a:gd name="T14" fmla="*/ 2 w 449"/>
                <a:gd name="T15" fmla="*/ 4 h 803"/>
                <a:gd name="T16" fmla="*/ 2 w 449"/>
                <a:gd name="T17" fmla="*/ 4 h 803"/>
                <a:gd name="T18" fmla="*/ 2 w 449"/>
                <a:gd name="T19" fmla="*/ 3 h 803"/>
                <a:gd name="T20" fmla="*/ 1 w 449"/>
                <a:gd name="T21" fmla="*/ 3 h 803"/>
                <a:gd name="T22" fmla="*/ 1 w 449"/>
                <a:gd name="T23" fmla="*/ 2 h 803"/>
                <a:gd name="T24" fmla="*/ 1 w 449"/>
                <a:gd name="T25" fmla="*/ 2 h 803"/>
                <a:gd name="T26" fmla="*/ 1 w 449"/>
                <a:gd name="T27" fmla="*/ 2 h 803"/>
                <a:gd name="T28" fmla="*/ 1 w 449"/>
                <a:gd name="T29" fmla="*/ 1 h 803"/>
                <a:gd name="T30" fmla="*/ 1 w 449"/>
                <a:gd name="T31" fmla="*/ 1 h 803"/>
                <a:gd name="T32" fmla="*/ 1 w 449"/>
                <a:gd name="T33" fmla="*/ 0 h 803"/>
                <a:gd name="T34" fmla="*/ 1 w 449"/>
                <a:gd name="T35" fmla="*/ 0 h 803"/>
                <a:gd name="T36" fmla="*/ 0 w 449"/>
                <a:gd name="T37" fmla="*/ 0 h 803"/>
                <a:gd name="T38" fmla="*/ 0 w 449"/>
                <a:gd name="T39" fmla="*/ 0 h 803"/>
                <a:gd name="T40" fmla="*/ 0 w 449"/>
                <a:gd name="T41" fmla="*/ 1 h 803"/>
                <a:gd name="T42" fmla="*/ 0 w 449"/>
                <a:gd name="T43" fmla="*/ 1 h 803"/>
                <a:gd name="T44" fmla="*/ 0 w 449"/>
                <a:gd name="T45" fmla="*/ 2 h 803"/>
                <a:gd name="T46" fmla="*/ 0 w 449"/>
                <a:gd name="T47" fmla="*/ 2 h 803"/>
                <a:gd name="T48" fmla="*/ 0 w 449"/>
                <a:gd name="T49" fmla="*/ 3 h 803"/>
                <a:gd name="T50" fmla="*/ 1 w 449"/>
                <a:gd name="T51" fmla="*/ 3 h 803"/>
                <a:gd name="T52" fmla="*/ 1 w 449"/>
                <a:gd name="T53" fmla="*/ 4 h 803"/>
                <a:gd name="T54" fmla="*/ 1 w 449"/>
                <a:gd name="T55" fmla="*/ 4 h 803"/>
                <a:gd name="T56" fmla="*/ 1 w 449"/>
                <a:gd name="T57" fmla="*/ 4 h 803"/>
                <a:gd name="T58" fmla="*/ 2 w 449"/>
                <a:gd name="T59" fmla="*/ 5 h 803"/>
                <a:gd name="T60" fmla="*/ 2 w 449"/>
                <a:gd name="T61" fmla="*/ 5 h 803"/>
                <a:gd name="T62" fmla="*/ 2 w 449"/>
                <a:gd name="T63" fmla="*/ 5 h 803"/>
                <a:gd name="T64" fmla="*/ 2 w 449"/>
                <a:gd name="T65" fmla="*/ 6 h 803"/>
                <a:gd name="T66" fmla="*/ 3 w 449"/>
                <a:gd name="T67" fmla="*/ 6 h 803"/>
                <a:gd name="T68" fmla="*/ 3 w 449"/>
                <a:gd name="T69" fmla="*/ 6 h 803"/>
                <a:gd name="T70" fmla="*/ 3 w 449"/>
                <a:gd name="T71" fmla="*/ 6 h 803"/>
                <a:gd name="T72" fmla="*/ 3 w 449"/>
                <a:gd name="T73" fmla="*/ 6 h 803"/>
                <a:gd name="T74" fmla="*/ 3 w 449"/>
                <a:gd name="T75" fmla="*/ 6 h 803"/>
                <a:gd name="T76" fmla="*/ 3 w 449"/>
                <a:gd name="T77" fmla="*/ 6 h 803"/>
                <a:gd name="T78" fmla="*/ 3 w 449"/>
                <a:gd name="T79" fmla="*/ 6 h 803"/>
                <a:gd name="T80" fmla="*/ 4 w 449"/>
                <a:gd name="T81" fmla="*/ 6 h 803"/>
                <a:gd name="T82" fmla="*/ 4 w 449"/>
                <a:gd name="T83" fmla="*/ 6 h 803"/>
                <a:gd name="T84" fmla="*/ 4 w 449"/>
                <a:gd name="T85" fmla="*/ 6 h 803"/>
                <a:gd name="T86" fmla="*/ 4 w 449"/>
                <a:gd name="T87" fmla="*/ 6 h 803"/>
                <a:gd name="T88" fmla="*/ 3 w 449"/>
                <a:gd name="T89" fmla="*/ 6 h 803"/>
                <a:gd name="T90" fmla="*/ 3 w 449"/>
                <a:gd name="T91" fmla="*/ 6 h 80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449"/>
                <a:gd name="T139" fmla="*/ 0 h 803"/>
                <a:gd name="T140" fmla="*/ 449 w 449"/>
                <a:gd name="T141" fmla="*/ 803 h 80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449" h="803">
                  <a:moveTo>
                    <a:pt x="426" y="717"/>
                  </a:moveTo>
                  <a:lnTo>
                    <a:pt x="427" y="717"/>
                  </a:lnTo>
                  <a:lnTo>
                    <a:pt x="395" y="693"/>
                  </a:lnTo>
                  <a:lnTo>
                    <a:pt x="361" y="662"/>
                  </a:lnTo>
                  <a:lnTo>
                    <a:pt x="329" y="628"/>
                  </a:lnTo>
                  <a:lnTo>
                    <a:pt x="299" y="591"/>
                  </a:lnTo>
                  <a:lnTo>
                    <a:pt x="269" y="551"/>
                  </a:lnTo>
                  <a:lnTo>
                    <a:pt x="241" y="507"/>
                  </a:lnTo>
                  <a:lnTo>
                    <a:pt x="215" y="460"/>
                  </a:lnTo>
                  <a:lnTo>
                    <a:pt x="191" y="412"/>
                  </a:lnTo>
                  <a:lnTo>
                    <a:pt x="170" y="363"/>
                  </a:lnTo>
                  <a:lnTo>
                    <a:pt x="151" y="312"/>
                  </a:lnTo>
                  <a:lnTo>
                    <a:pt x="133" y="259"/>
                  </a:lnTo>
                  <a:lnTo>
                    <a:pt x="119" y="207"/>
                  </a:lnTo>
                  <a:lnTo>
                    <a:pt x="108" y="156"/>
                  </a:lnTo>
                  <a:lnTo>
                    <a:pt x="101" y="103"/>
                  </a:lnTo>
                  <a:lnTo>
                    <a:pt x="96" y="51"/>
                  </a:lnTo>
                  <a:lnTo>
                    <a:pt x="94" y="0"/>
                  </a:lnTo>
                  <a:lnTo>
                    <a:pt x="0" y="0"/>
                  </a:lnTo>
                  <a:lnTo>
                    <a:pt x="2" y="56"/>
                  </a:lnTo>
                  <a:lnTo>
                    <a:pt x="7" y="115"/>
                  </a:lnTo>
                  <a:lnTo>
                    <a:pt x="16" y="172"/>
                  </a:lnTo>
                  <a:lnTo>
                    <a:pt x="28" y="231"/>
                  </a:lnTo>
                  <a:lnTo>
                    <a:pt x="44" y="287"/>
                  </a:lnTo>
                  <a:lnTo>
                    <a:pt x="62" y="342"/>
                  </a:lnTo>
                  <a:lnTo>
                    <a:pt x="83" y="398"/>
                  </a:lnTo>
                  <a:lnTo>
                    <a:pt x="106" y="452"/>
                  </a:lnTo>
                  <a:lnTo>
                    <a:pt x="133" y="505"/>
                  </a:lnTo>
                  <a:lnTo>
                    <a:pt x="161" y="554"/>
                  </a:lnTo>
                  <a:lnTo>
                    <a:pt x="192" y="602"/>
                  </a:lnTo>
                  <a:lnTo>
                    <a:pt x="224" y="647"/>
                  </a:lnTo>
                  <a:lnTo>
                    <a:pt x="259" y="689"/>
                  </a:lnTo>
                  <a:lnTo>
                    <a:pt x="295" y="728"/>
                  </a:lnTo>
                  <a:lnTo>
                    <a:pt x="334" y="763"/>
                  </a:lnTo>
                  <a:lnTo>
                    <a:pt x="374" y="795"/>
                  </a:lnTo>
                  <a:lnTo>
                    <a:pt x="375" y="795"/>
                  </a:lnTo>
                  <a:lnTo>
                    <a:pt x="374" y="795"/>
                  </a:lnTo>
                  <a:lnTo>
                    <a:pt x="392" y="803"/>
                  </a:lnTo>
                  <a:lnTo>
                    <a:pt x="411" y="803"/>
                  </a:lnTo>
                  <a:lnTo>
                    <a:pt x="426" y="795"/>
                  </a:lnTo>
                  <a:lnTo>
                    <a:pt x="439" y="782"/>
                  </a:lnTo>
                  <a:lnTo>
                    <a:pt x="446" y="766"/>
                  </a:lnTo>
                  <a:lnTo>
                    <a:pt x="449" y="749"/>
                  </a:lnTo>
                  <a:lnTo>
                    <a:pt x="441" y="732"/>
                  </a:lnTo>
                  <a:lnTo>
                    <a:pt x="427" y="717"/>
                  </a:lnTo>
                  <a:lnTo>
                    <a:pt x="426" y="71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7855" name="Freeform 45"/>
            <p:cNvSpPr>
              <a:spLocks/>
            </p:cNvSpPr>
            <p:nvPr/>
          </p:nvSpPr>
          <p:spPr bwMode="auto">
            <a:xfrm>
              <a:off x="883" y="1673"/>
              <a:ext cx="379" cy="690"/>
            </a:xfrm>
            <a:custGeom>
              <a:avLst/>
              <a:gdLst>
                <a:gd name="T0" fmla="*/ 12 w 1897"/>
                <a:gd name="T1" fmla="*/ 6 h 3450"/>
                <a:gd name="T2" fmla="*/ 13 w 1897"/>
                <a:gd name="T3" fmla="*/ 7 h 3450"/>
                <a:gd name="T4" fmla="*/ 13 w 1897"/>
                <a:gd name="T5" fmla="*/ 7 h 3450"/>
                <a:gd name="T6" fmla="*/ 14 w 1897"/>
                <a:gd name="T7" fmla="*/ 8 h 3450"/>
                <a:gd name="T8" fmla="*/ 14 w 1897"/>
                <a:gd name="T9" fmla="*/ 9 h 3450"/>
                <a:gd name="T10" fmla="*/ 15 w 1897"/>
                <a:gd name="T11" fmla="*/ 10 h 3450"/>
                <a:gd name="T12" fmla="*/ 15 w 1897"/>
                <a:gd name="T13" fmla="*/ 11 h 3450"/>
                <a:gd name="T14" fmla="*/ 15 w 1897"/>
                <a:gd name="T15" fmla="*/ 11 h 3450"/>
                <a:gd name="T16" fmla="*/ 15 w 1897"/>
                <a:gd name="T17" fmla="*/ 12 h 3450"/>
                <a:gd name="T18" fmla="*/ 15 w 1897"/>
                <a:gd name="T19" fmla="*/ 26 h 3450"/>
                <a:gd name="T20" fmla="*/ 15 w 1897"/>
                <a:gd name="T21" fmla="*/ 26 h 3450"/>
                <a:gd name="T22" fmla="*/ 15 w 1897"/>
                <a:gd name="T23" fmla="*/ 27 h 3450"/>
                <a:gd name="T24" fmla="*/ 15 w 1897"/>
                <a:gd name="T25" fmla="*/ 27 h 3450"/>
                <a:gd name="T26" fmla="*/ 14 w 1897"/>
                <a:gd name="T27" fmla="*/ 27 h 3450"/>
                <a:gd name="T28" fmla="*/ 14 w 1897"/>
                <a:gd name="T29" fmla="*/ 28 h 3450"/>
                <a:gd name="T30" fmla="*/ 13 w 1897"/>
                <a:gd name="T31" fmla="*/ 28 h 3450"/>
                <a:gd name="T32" fmla="*/ 13 w 1897"/>
                <a:gd name="T33" fmla="*/ 27 h 3450"/>
                <a:gd name="T34" fmla="*/ 3 w 1897"/>
                <a:gd name="T35" fmla="*/ 21 h 3450"/>
                <a:gd name="T36" fmla="*/ 2 w 1897"/>
                <a:gd name="T37" fmla="*/ 21 h 3450"/>
                <a:gd name="T38" fmla="*/ 2 w 1897"/>
                <a:gd name="T39" fmla="*/ 20 h 3450"/>
                <a:gd name="T40" fmla="*/ 1 w 1897"/>
                <a:gd name="T41" fmla="*/ 19 h 3450"/>
                <a:gd name="T42" fmla="*/ 1 w 1897"/>
                <a:gd name="T43" fmla="*/ 19 h 3450"/>
                <a:gd name="T44" fmla="*/ 0 w 1897"/>
                <a:gd name="T45" fmla="*/ 18 h 3450"/>
                <a:gd name="T46" fmla="*/ 0 w 1897"/>
                <a:gd name="T47" fmla="*/ 17 h 3450"/>
                <a:gd name="T48" fmla="*/ 0 w 1897"/>
                <a:gd name="T49" fmla="*/ 16 h 3450"/>
                <a:gd name="T50" fmla="*/ 0 w 1897"/>
                <a:gd name="T51" fmla="*/ 15 h 3450"/>
                <a:gd name="T52" fmla="*/ 0 w 1897"/>
                <a:gd name="T53" fmla="*/ 2 h 3450"/>
                <a:gd name="T54" fmla="*/ 0 w 1897"/>
                <a:gd name="T55" fmla="*/ 1 h 3450"/>
                <a:gd name="T56" fmla="*/ 0 w 1897"/>
                <a:gd name="T57" fmla="*/ 1 h 3450"/>
                <a:gd name="T58" fmla="*/ 1 w 1897"/>
                <a:gd name="T59" fmla="*/ 0 h 3450"/>
                <a:gd name="T60" fmla="*/ 1 w 1897"/>
                <a:gd name="T61" fmla="*/ 0 h 3450"/>
                <a:gd name="T62" fmla="*/ 1 w 1897"/>
                <a:gd name="T63" fmla="*/ 0 h 3450"/>
                <a:gd name="T64" fmla="*/ 2 w 1897"/>
                <a:gd name="T65" fmla="*/ 0 h 3450"/>
                <a:gd name="T66" fmla="*/ 3 w 1897"/>
                <a:gd name="T67" fmla="*/ 0 h 3450"/>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897"/>
                <a:gd name="T103" fmla="*/ 0 h 3450"/>
                <a:gd name="T104" fmla="*/ 1897 w 1897"/>
                <a:gd name="T105" fmla="*/ 3450 h 3450"/>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897" h="3450">
                  <a:moveTo>
                    <a:pt x="357" y="49"/>
                  </a:moveTo>
                  <a:lnTo>
                    <a:pt x="1542" y="806"/>
                  </a:lnTo>
                  <a:lnTo>
                    <a:pt x="1579" y="832"/>
                  </a:lnTo>
                  <a:lnTo>
                    <a:pt x="1614" y="861"/>
                  </a:lnTo>
                  <a:lnTo>
                    <a:pt x="1648" y="895"/>
                  </a:lnTo>
                  <a:lnTo>
                    <a:pt x="1681" y="933"/>
                  </a:lnTo>
                  <a:lnTo>
                    <a:pt x="1711" y="973"/>
                  </a:lnTo>
                  <a:lnTo>
                    <a:pt x="1740" y="1016"/>
                  </a:lnTo>
                  <a:lnTo>
                    <a:pt x="1768" y="1062"/>
                  </a:lnTo>
                  <a:lnTo>
                    <a:pt x="1793" y="1109"/>
                  </a:lnTo>
                  <a:lnTo>
                    <a:pt x="1816" y="1158"/>
                  </a:lnTo>
                  <a:lnTo>
                    <a:pt x="1836" y="1208"/>
                  </a:lnTo>
                  <a:lnTo>
                    <a:pt x="1854" y="1260"/>
                  </a:lnTo>
                  <a:lnTo>
                    <a:pt x="1869" y="1313"/>
                  </a:lnTo>
                  <a:lnTo>
                    <a:pt x="1881" y="1364"/>
                  </a:lnTo>
                  <a:lnTo>
                    <a:pt x="1890" y="1417"/>
                  </a:lnTo>
                  <a:lnTo>
                    <a:pt x="1895" y="1469"/>
                  </a:lnTo>
                  <a:lnTo>
                    <a:pt x="1897" y="1519"/>
                  </a:lnTo>
                  <a:lnTo>
                    <a:pt x="1897" y="3142"/>
                  </a:lnTo>
                  <a:lnTo>
                    <a:pt x="1895" y="3190"/>
                  </a:lnTo>
                  <a:lnTo>
                    <a:pt x="1890" y="3235"/>
                  </a:lnTo>
                  <a:lnTo>
                    <a:pt x="1881" y="3276"/>
                  </a:lnTo>
                  <a:lnTo>
                    <a:pt x="1869" y="3313"/>
                  </a:lnTo>
                  <a:lnTo>
                    <a:pt x="1854" y="3346"/>
                  </a:lnTo>
                  <a:lnTo>
                    <a:pt x="1836" y="3375"/>
                  </a:lnTo>
                  <a:lnTo>
                    <a:pt x="1816" y="3398"/>
                  </a:lnTo>
                  <a:lnTo>
                    <a:pt x="1793" y="3418"/>
                  </a:lnTo>
                  <a:lnTo>
                    <a:pt x="1768" y="3434"/>
                  </a:lnTo>
                  <a:lnTo>
                    <a:pt x="1740" y="3444"/>
                  </a:lnTo>
                  <a:lnTo>
                    <a:pt x="1711" y="3450"/>
                  </a:lnTo>
                  <a:lnTo>
                    <a:pt x="1681" y="3450"/>
                  </a:lnTo>
                  <a:lnTo>
                    <a:pt x="1648" y="3445"/>
                  </a:lnTo>
                  <a:lnTo>
                    <a:pt x="1614" y="3436"/>
                  </a:lnTo>
                  <a:lnTo>
                    <a:pt x="1579" y="3421"/>
                  </a:lnTo>
                  <a:lnTo>
                    <a:pt x="1542" y="3400"/>
                  </a:lnTo>
                  <a:lnTo>
                    <a:pt x="357" y="2643"/>
                  </a:lnTo>
                  <a:lnTo>
                    <a:pt x="320" y="2618"/>
                  </a:lnTo>
                  <a:lnTo>
                    <a:pt x="285" y="2588"/>
                  </a:lnTo>
                  <a:lnTo>
                    <a:pt x="251" y="2554"/>
                  </a:lnTo>
                  <a:lnTo>
                    <a:pt x="218" y="2517"/>
                  </a:lnTo>
                  <a:lnTo>
                    <a:pt x="187" y="2477"/>
                  </a:lnTo>
                  <a:lnTo>
                    <a:pt x="157" y="2433"/>
                  </a:lnTo>
                  <a:lnTo>
                    <a:pt x="130" y="2388"/>
                  </a:lnTo>
                  <a:lnTo>
                    <a:pt x="105" y="2341"/>
                  </a:lnTo>
                  <a:lnTo>
                    <a:pt x="81" y="2292"/>
                  </a:lnTo>
                  <a:lnTo>
                    <a:pt x="61" y="2241"/>
                  </a:lnTo>
                  <a:lnTo>
                    <a:pt x="44" y="2190"/>
                  </a:lnTo>
                  <a:lnTo>
                    <a:pt x="29" y="2138"/>
                  </a:lnTo>
                  <a:lnTo>
                    <a:pt x="17" y="2085"/>
                  </a:lnTo>
                  <a:lnTo>
                    <a:pt x="7" y="2033"/>
                  </a:lnTo>
                  <a:lnTo>
                    <a:pt x="3" y="1981"/>
                  </a:lnTo>
                  <a:lnTo>
                    <a:pt x="0" y="1931"/>
                  </a:lnTo>
                  <a:lnTo>
                    <a:pt x="0" y="308"/>
                  </a:lnTo>
                  <a:lnTo>
                    <a:pt x="3" y="260"/>
                  </a:lnTo>
                  <a:lnTo>
                    <a:pt x="7" y="215"/>
                  </a:lnTo>
                  <a:lnTo>
                    <a:pt x="17" y="174"/>
                  </a:lnTo>
                  <a:lnTo>
                    <a:pt x="29" y="137"/>
                  </a:lnTo>
                  <a:lnTo>
                    <a:pt x="44" y="104"/>
                  </a:lnTo>
                  <a:lnTo>
                    <a:pt x="61" y="76"/>
                  </a:lnTo>
                  <a:lnTo>
                    <a:pt x="81" y="51"/>
                  </a:lnTo>
                  <a:lnTo>
                    <a:pt x="105" y="31"/>
                  </a:lnTo>
                  <a:lnTo>
                    <a:pt x="130" y="16"/>
                  </a:lnTo>
                  <a:lnTo>
                    <a:pt x="157" y="5"/>
                  </a:lnTo>
                  <a:lnTo>
                    <a:pt x="187" y="0"/>
                  </a:lnTo>
                  <a:lnTo>
                    <a:pt x="218" y="0"/>
                  </a:lnTo>
                  <a:lnTo>
                    <a:pt x="251" y="3"/>
                  </a:lnTo>
                  <a:lnTo>
                    <a:pt x="285" y="14"/>
                  </a:lnTo>
                  <a:lnTo>
                    <a:pt x="320" y="29"/>
                  </a:lnTo>
                  <a:lnTo>
                    <a:pt x="357" y="49"/>
                  </a:lnTo>
                  <a:close/>
                </a:path>
              </a:pathLst>
            </a:custGeom>
            <a:solidFill>
              <a:srgbClr val="BFBFB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7856" name="Freeform 46"/>
            <p:cNvSpPr>
              <a:spLocks/>
            </p:cNvSpPr>
            <p:nvPr/>
          </p:nvSpPr>
          <p:spPr bwMode="auto">
            <a:xfrm>
              <a:off x="1268" y="1663"/>
              <a:ext cx="393" cy="711"/>
            </a:xfrm>
            <a:custGeom>
              <a:avLst/>
              <a:gdLst>
                <a:gd name="T0" fmla="*/ 3 w 1962"/>
                <a:gd name="T1" fmla="*/ 7 h 3555"/>
                <a:gd name="T2" fmla="*/ 2 w 1962"/>
                <a:gd name="T3" fmla="*/ 7 h 3555"/>
                <a:gd name="T4" fmla="*/ 2 w 1962"/>
                <a:gd name="T5" fmla="*/ 8 h 3555"/>
                <a:gd name="T6" fmla="*/ 1 w 1962"/>
                <a:gd name="T7" fmla="*/ 8 h 3555"/>
                <a:gd name="T8" fmla="*/ 1 w 1962"/>
                <a:gd name="T9" fmla="*/ 9 h 3555"/>
                <a:gd name="T10" fmla="*/ 1 w 1962"/>
                <a:gd name="T11" fmla="*/ 10 h 3555"/>
                <a:gd name="T12" fmla="*/ 0 w 1962"/>
                <a:gd name="T13" fmla="*/ 11 h 3555"/>
                <a:gd name="T14" fmla="*/ 0 w 1962"/>
                <a:gd name="T15" fmla="*/ 12 h 3555"/>
                <a:gd name="T16" fmla="*/ 0 w 1962"/>
                <a:gd name="T17" fmla="*/ 13 h 3555"/>
                <a:gd name="T18" fmla="*/ 0 w 1962"/>
                <a:gd name="T19" fmla="*/ 26 h 3555"/>
                <a:gd name="T20" fmla="*/ 0 w 1962"/>
                <a:gd name="T21" fmla="*/ 27 h 3555"/>
                <a:gd name="T22" fmla="*/ 0 w 1962"/>
                <a:gd name="T23" fmla="*/ 28 h 3555"/>
                <a:gd name="T24" fmla="*/ 1 w 1962"/>
                <a:gd name="T25" fmla="*/ 28 h 3555"/>
                <a:gd name="T26" fmla="*/ 1 w 1962"/>
                <a:gd name="T27" fmla="*/ 28 h 3555"/>
                <a:gd name="T28" fmla="*/ 2 w 1962"/>
                <a:gd name="T29" fmla="*/ 28 h 3555"/>
                <a:gd name="T30" fmla="*/ 2 w 1962"/>
                <a:gd name="T31" fmla="*/ 28 h 3555"/>
                <a:gd name="T32" fmla="*/ 3 w 1962"/>
                <a:gd name="T33" fmla="*/ 28 h 3555"/>
                <a:gd name="T34" fmla="*/ 13 w 1962"/>
                <a:gd name="T35" fmla="*/ 22 h 3555"/>
                <a:gd name="T36" fmla="*/ 13 w 1962"/>
                <a:gd name="T37" fmla="*/ 21 h 3555"/>
                <a:gd name="T38" fmla="*/ 14 w 1962"/>
                <a:gd name="T39" fmla="*/ 21 h 3555"/>
                <a:gd name="T40" fmla="*/ 14 w 1962"/>
                <a:gd name="T41" fmla="*/ 20 h 3555"/>
                <a:gd name="T42" fmla="*/ 15 w 1962"/>
                <a:gd name="T43" fmla="*/ 19 h 3555"/>
                <a:gd name="T44" fmla="*/ 15 w 1962"/>
                <a:gd name="T45" fmla="*/ 18 h 3555"/>
                <a:gd name="T46" fmla="*/ 16 w 1962"/>
                <a:gd name="T47" fmla="*/ 18 h 3555"/>
                <a:gd name="T48" fmla="*/ 16 w 1962"/>
                <a:gd name="T49" fmla="*/ 17 h 3555"/>
                <a:gd name="T50" fmla="*/ 16 w 1962"/>
                <a:gd name="T51" fmla="*/ 16 h 3555"/>
                <a:gd name="T52" fmla="*/ 16 w 1962"/>
                <a:gd name="T53" fmla="*/ 2 h 3555"/>
                <a:gd name="T54" fmla="*/ 16 w 1962"/>
                <a:gd name="T55" fmla="*/ 1 h 3555"/>
                <a:gd name="T56" fmla="*/ 15 w 1962"/>
                <a:gd name="T57" fmla="*/ 1 h 3555"/>
                <a:gd name="T58" fmla="*/ 15 w 1962"/>
                <a:gd name="T59" fmla="*/ 0 h 3555"/>
                <a:gd name="T60" fmla="*/ 15 w 1962"/>
                <a:gd name="T61" fmla="*/ 0 h 3555"/>
                <a:gd name="T62" fmla="*/ 14 w 1962"/>
                <a:gd name="T63" fmla="*/ 0 h 3555"/>
                <a:gd name="T64" fmla="*/ 14 w 1962"/>
                <a:gd name="T65" fmla="*/ 0 h 3555"/>
                <a:gd name="T66" fmla="*/ 13 w 1962"/>
                <a:gd name="T67" fmla="*/ 0 h 3555"/>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962"/>
                <a:gd name="T103" fmla="*/ 0 h 3555"/>
                <a:gd name="T104" fmla="*/ 1962 w 1962"/>
                <a:gd name="T105" fmla="*/ 3555 h 3555"/>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962" h="3555">
                  <a:moveTo>
                    <a:pt x="1594" y="50"/>
                  </a:moveTo>
                  <a:lnTo>
                    <a:pt x="368" y="831"/>
                  </a:lnTo>
                  <a:lnTo>
                    <a:pt x="330" y="858"/>
                  </a:lnTo>
                  <a:lnTo>
                    <a:pt x="294" y="888"/>
                  </a:lnTo>
                  <a:lnTo>
                    <a:pt x="259" y="922"/>
                  </a:lnTo>
                  <a:lnTo>
                    <a:pt x="225" y="961"/>
                  </a:lnTo>
                  <a:lnTo>
                    <a:pt x="193" y="1003"/>
                  </a:lnTo>
                  <a:lnTo>
                    <a:pt x="163" y="1047"/>
                  </a:lnTo>
                  <a:lnTo>
                    <a:pt x="133" y="1094"/>
                  </a:lnTo>
                  <a:lnTo>
                    <a:pt x="108" y="1143"/>
                  </a:lnTo>
                  <a:lnTo>
                    <a:pt x="84" y="1193"/>
                  </a:lnTo>
                  <a:lnTo>
                    <a:pt x="63" y="1246"/>
                  </a:lnTo>
                  <a:lnTo>
                    <a:pt x="44" y="1299"/>
                  </a:lnTo>
                  <a:lnTo>
                    <a:pt x="29" y="1353"/>
                  </a:lnTo>
                  <a:lnTo>
                    <a:pt x="16" y="1405"/>
                  </a:lnTo>
                  <a:lnTo>
                    <a:pt x="7" y="1459"/>
                  </a:lnTo>
                  <a:lnTo>
                    <a:pt x="2" y="1512"/>
                  </a:lnTo>
                  <a:lnTo>
                    <a:pt x="0" y="1565"/>
                  </a:lnTo>
                  <a:lnTo>
                    <a:pt x="0" y="3237"/>
                  </a:lnTo>
                  <a:lnTo>
                    <a:pt x="2" y="3287"/>
                  </a:lnTo>
                  <a:lnTo>
                    <a:pt x="7" y="3333"/>
                  </a:lnTo>
                  <a:lnTo>
                    <a:pt x="16" y="3375"/>
                  </a:lnTo>
                  <a:lnTo>
                    <a:pt x="29" y="3413"/>
                  </a:lnTo>
                  <a:lnTo>
                    <a:pt x="44" y="3447"/>
                  </a:lnTo>
                  <a:lnTo>
                    <a:pt x="63" y="3477"/>
                  </a:lnTo>
                  <a:lnTo>
                    <a:pt x="84" y="3502"/>
                  </a:lnTo>
                  <a:lnTo>
                    <a:pt x="108" y="3522"/>
                  </a:lnTo>
                  <a:lnTo>
                    <a:pt x="133" y="3538"/>
                  </a:lnTo>
                  <a:lnTo>
                    <a:pt x="163" y="3549"/>
                  </a:lnTo>
                  <a:lnTo>
                    <a:pt x="193" y="3555"/>
                  </a:lnTo>
                  <a:lnTo>
                    <a:pt x="225" y="3555"/>
                  </a:lnTo>
                  <a:lnTo>
                    <a:pt x="259" y="3550"/>
                  </a:lnTo>
                  <a:lnTo>
                    <a:pt x="294" y="3541"/>
                  </a:lnTo>
                  <a:lnTo>
                    <a:pt x="330" y="3524"/>
                  </a:lnTo>
                  <a:lnTo>
                    <a:pt x="368" y="3503"/>
                  </a:lnTo>
                  <a:lnTo>
                    <a:pt x="1594" y="2722"/>
                  </a:lnTo>
                  <a:lnTo>
                    <a:pt x="1632" y="2696"/>
                  </a:lnTo>
                  <a:lnTo>
                    <a:pt x="1668" y="2665"/>
                  </a:lnTo>
                  <a:lnTo>
                    <a:pt x="1703" y="2631"/>
                  </a:lnTo>
                  <a:lnTo>
                    <a:pt x="1737" y="2592"/>
                  </a:lnTo>
                  <a:lnTo>
                    <a:pt x="1769" y="2551"/>
                  </a:lnTo>
                  <a:lnTo>
                    <a:pt x="1799" y="2506"/>
                  </a:lnTo>
                  <a:lnTo>
                    <a:pt x="1829" y="2460"/>
                  </a:lnTo>
                  <a:lnTo>
                    <a:pt x="1854" y="2411"/>
                  </a:lnTo>
                  <a:lnTo>
                    <a:pt x="1878" y="2361"/>
                  </a:lnTo>
                  <a:lnTo>
                    <a:pt x="1899" y="2308"/>
                  </a:lnTo>
                  <a:lnTo>
                    <a:pt x="1918" y="2256"/>
                  </a:lnTo>
                  <a:lnTo>
                    <a:pt x="1933" y="2202"/>
                  </a:lnTo>
                  <a:lnTo>
                    <a:pt x="1946" y="2149"/>
                  </a:lnTo>
                  <a:lnTo>
                    <a:pt x="1955" y="2095"/>
                  </a:lnTo>
                  <a:lnTo>
                    <a:pt x="1960" y="2042"/>
                  </a:lnTo>
                  <a:lnTo>
                    <a:pt x="1962" y="1989"/>
                  </a:lnTo>
                  <a:lnTo>
                    <a:pt x="1962" y="319"/>
                  </a:lnTo>
                  <a:lnTo>
                    <a:pt x="1960" y="269"/>
                  </a:lnTo>
                  <a:lnTo>
                    <a:pt x="1955" y="223"/>
                  </a:lnTo>
                  <a:lnTo>
                    <a:pt x="1946" y="180"/>
                  </a:lnTo>
                  <a:lnTo>
                    <a:pt x="1933" y="143"/>
                  </a:lnTo>
                  <a:lnTo>
                    <a:pt x="1918" y="109"/>
                  </a:lnTo>
                  <a:lnTo>
                    <a:pt x="1899" y="79"/>
                  </a:lnTo>
                  <a:lnTo>
                    <a:pt x="1878" y="54"/>
                  </a:lnTo>
                  <a:lnTo>
                    <a:pt x="1854" y="33"/>
                  </a:lnTo>
                  <a:lnTo>
                    <a:pt x="1829" y="17"/>
                  </a:lnTo>
                  <a:lnTo>
                    <a:pt x="1799" y="7"/>
                  </a:lnTo>
                  <a:lnTo>
                    <a:pt x="1769" y="0"/>
                  </a:lnTo>
                  <a:lnTo>
                    <a:pt x="1737" y="0"/>
                  </a:lnTo>
                  <a:lnTo>
                    <a:pt x="1703" y="4"/>
                  </a:lnTo>
                  <a:lnTo>
                    <a:pt x="1668" y="14"/>
                  </a:lnTo>
                  <a:lnTo>
                    <a:pt x="1632" y="29"/>
                  </a:lnTo>
                  <a:lnTo>
                    <a:pt x="1594" y="50"/>
                  </a:lnTo>
                  <a:close/>
                </a:path>
              </a:pathLst>
            </a:custGeom>
            <a:solidFill>
              <a:srgbClr val="E5E5E5"/>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7857" name="Freeform 47"/>
            <p:cNvSpPr>
              <a:spLocks noEditPoints="1"/>
            </p:cNvSpPr>
            <p:nvPr/>
          </p:nvSpPr>
          <p:spPr bwMode="auto">
            <a:xfrm>
              <a:off x="916" y="1589"/>
              <a:ext cx="697" cy="698"/>
            </a:xfrm>
            <a:custGeom>
              <a:avLst/>
              <a:gdLst>
                <a:gd name="T0" fmla="*/ 16 w 3485"/>
                <a:gd name="T1" fmla="*/ 0 h 3490"/>
                <a:gd name="T2" fmla="*/ 17 w 3485"/>
                <a:gd name="T3" fmla="*/ 2 h 3490"/>
                <a:gd name="T4" fmla="*/ 17 w 3485"/>
                <a:gd name="T5" fmla="*/ 3 h 3490"/>
                <a:gd name="T6" fmla="*/ 14 w 3485"/>
                <a:gd name="T7" fmla="*/ 4 h 3490"/>
                <a:gd name="T8" fmla="*/ 12 w 3485"/>
                <a:gd name="T9" fmla="*/ 4 h 3490"/>
                <a:gd name="T10" fmla="*/ 11 w 3485"/>
                <a:gd name="T11" fmla="*/ 2 h 3490"/>
                <a:gd name="T12" fmla="*/ 11 w 3485"/>
                <a:gd name="T13" fmla="*/ 1 h 3490"/>
                <a:gd name="T14" fmla="*/ 14 w 3485"/>
                <a:gd name="T15" fmla="*/ 0 h 3490"/>
                <a:gd name="T16" fmla="*/ 3 w 3485"/>
                <a:gd name="T17" fmla="*/ 7 h 3490"/>
                <a:gd name="T18" fmla="*/ 4 w 3485"/>
                <a:gd name="T19" fmla="*/ 9 h 3490"/>
                <a:gd name="T20" fmla="*/ 3 w 3485"/>
                <a:gd name="T21" fmla="*/ 12 h 3490"/>
                <a:gd name="T22" fmla="*/ 2 w 3485"/>
                <a:gd name="T23" fmla="*/ 13 h 3490"/>
                <a:gd name="T24" fmla="*/ 1 w 3485"/>
                <a:gd name="T25" fmla="*/ 12 h 3490"/>
                <a:gd name="T26" fmla="*/ 0 w 3485"/>
                <a:gd name="T27" fmla="*/ 10 h 3490"/>
                <a:gd name="T28" fmla="*/ 0 w 3485"/>
                <a:gd name="T29" fmla="*/ 8 h 3490"/>
                <a:gd name="T30" fmla="*/ 2 w 3485"/>
                <a:gd name="T31" fmla="*/ 6 h 3490"/>
                <a:gd name="T32" fmla="*/ 10 w 3485"/>
                <a:gd name="T33" fmla="*/ 20 h 3490"/>
                <a:gd name="T34" fmla="*/ 11 w 3485"/>
                <a:gd name="T35" fmla="*/ 22 h 3490"/>
                <a:gd name="T36" fmla="*/ 11 w 3485"/>
                <a:gd name="T37" fmla="*/ 25 h 3490"/>
                <a:gd name="T38" fmla="*/ 10 w 3485"/>
                <a:gd name="T39" fmla="*/ 27 h 3490"/>
                <a:gd name="T40" fmla="*/ 8 w 3485"/>
                <a:gd name="T41" fmla="*/ 26 h 3490"/>
                <a:gd name="T42" fmla="*/ 7 w 3485"/>
                <a:gd name="T43" fmla="*/ 24 h 3490"/>
                <a:gd name="T44" fmla="*/ 7 w 3485"/>
                <a:gd name="T45" fmla="*/ 22 h 3490"/>
                <a:gd name="T46" fmla="*/ 8 w 3485"/>
                <a:gd name="T47" fmla="*/ 20 h 3490"/>
                <a:gd name="T48" fmla="*/ 20 w 3485"/>
                <a:gd name="T49" fmla="*/ 21 h 3490"/>
                <a:gd name="T50" fmla="*/ 21 w 3485"/>
                <a:gd name="T51" fmla="*/ 23 h 3490"/>
                <a:gd name="T52" fmla="*/ 21 w 3485"/>
                <a:gd name="T53" fmla="*/ 26 h 3490"/>
                <a:gd name="T54" fmla="*/ 20 w 3485"/>
                <a:gd name="T55" fmla="*/ 28 h 3490"/>
                <a:gd name="T56" fmla="*/ 18 w 3485"/>
                <a:gd name="T57" fmla="*/ 28 h 3490"/>
                <a:gd name="T58" fmla="*/ 17 w 3485"/>
                <a:gd name="T59" fmla="*/ 26 h 3490"/>
                <a:gd name="T60" fmla="*/ 17 w 3485"/>
                <a:gd name="T61" fmla="*/ 23 h 3490"/>
                <a:gd name="T62" fmla="*/ 18 w 3485"/>
                <a:gd name="T63" fmla="*/ 21 h 3490"/>
                <a:gd name="T64" fmla="*/ 19 w 3485"/>
                <a:gd name="T65" fmla="*/ 11 h 3490"/>
                <a:gd name="T66" fmla="*/ 20 w 3485"/>
                <a:gd name="T67" fmla="*/ 13 h 3490"/>
                <a:gd name="T68" fmla="*/ 21 w 3485"/>
                <a:gd name="T69" fmla="*/ 15 h 3490"/>
                <a:gd name="T70" fmla="*/ 20 w 3485"/>
                <a:gd name="T71" fmla="*/ 17 h 3490"/>
                <a:gd name="T72" fmla="*/ 18 w 3485"/>
                <a:gd name="T73" fmla="*/ 17 h 3490"/>
                <a:gd name="T74" fmla="*/ 17 w 3485"/>
                <a:gd name="T75" fmla="*/ 16 h 3490"/>
                <a:gd name="T76" fmla="*/ 17 w 3485"/>
                <a:gd name="T77" fmla="*/ 13 h 3490"/>
                <a:gd name="T78" fmla="*/ 18 w 3485"/>
                <a:gd name="T79" fmla="*/ 11 h 3490"/>
                <a:gd name="T80" fmla="*/ 26 w 3485"/>
                <a:gd name="T81" fmla="*/ 7 h 3490"/>
                <a:gd name="T82" fmla="*/ 27 w 3485"/>
                <a:gd name="T83" fmla="*/ 8 h 3490"/>
                <a:gd name="T84" fmla="*/ 27 w 3485"/>
                <a:gd name="T85" fmla="*/ 11 h 3490"/>
                <a:gd name="T86" fmla="*/ 26 w 3485"/>
                <a:gd name="T87" fmla="*/ 13 h 3490"/>
                <a:gd name="T88" fmla="*/ 25 w 3485"/>
                <a:gd name="T89" fmla="*/ 13 h 3490"/>
                <a:gd name="T90" fmla="*/ 24 w 3485"/>
                <a:gd name="T91" fmla="*/ 12 h 3490"/>
                <a:gd name="T92" fmla="*/ 24 w 3485"/>
                <a:gd name="T93" fmla="*/ 9 h 3490"/>
                <a:gd name="T94" fmla="*/ 24 w 3485"/>
                <a:gd name="T95" fmla="*/ 7 h 3490"/>
                <a:gd name="T96" fmla="*/ 26 w 3485"/>
                <a:gd name="T97" fmla="*/ 17 h 3490"/>
                <a:gd name="T98" fmla="*/ 27 w 3485"/>
                <a:gd name="T99" fmla="*/ 18 h 3490"/>
                <a:gd name="T100" fmla="*/ 28 w 3485"/>
                <a:gd name="T101" fmla="*/ 21 h 3490"/>
                <a:gd name="T102" fmla="*/ 27 w 3485"/>
                <a:gd name="T103" fmla="*/ 23 h 3490"/>
                <a:gd name="T104" fmla="*/ 26 w 3485"/>
                <a:gd name="T105" fmla="*/ 24 h 3490"/>
                <a:gd name="T106" fmla="*/ 24 w 3485"/>
                <a:gd name="T107" fmla="*/ 23 h 3490"/>
                <a:gd name="T108" fmla="*/ 24 w 3485"/>
                <a:gd name="T109" fmla="*/ 20 h 3490"/>
                <a:gd name="T110" fmla="*/ 25 w 3485"/>
                <a:gd name="T111" fmla="*/ 18 h 3490"/>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w 3485"/>
                <a:gd name="T169" fmla="*/ 0 h 3490"/>
                <a:gd name="T170" fmla="*/ 3485 w 3485"/>
                <a:gd name="T171" fmla="*/ 3490 h 3490"/>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T168" t="T169" r="T170" b="T171"/>
              <a:pathLst>
                <a:path w="3485" h="3490">
                  <a:moveTo>
                    <a:pt x="1754" y="0"/>
                  </a:moveTo>
                  <a:lnTo>
                    <a:pt x="1797" y="2"/>
                  </a:lnTo>
                  <a:lnTo>
                    <a:pt x="1840" y="5"/>
                  </a:lnTo>
                  <a:lnTo>
                    <a:pt x="1881" y="12"/>
                  </a:lnTo>
                  <a:lnTo>
                    <a:pt x="1921" y="20"/>
                  </a:lnTo>
                  <a:lnTo>
                    <a:pt x="1959" y="31"/>
                  </a:lnTo>
                  <a:lnTo>
                    <a:pt x="1994" y="44"/>
                  </a:lnTo>
                  <a:lnTo>
                    <a:pt x="2028" y="59"/>
                  </a:lnTo>
                  <a:lnTo>
                    <a:pt x="2058" y="74"/>
                  </a:lnTo>
                  <a:lnTo>
                    <a:pt x="2086" y="93"/>
                  </a:lnTo>
                  <a:lnTo>
                    <a:pt x="2111" y="113"/>
                  </a:lnTo>
                  <a:lnTo>
                    <a:pt x="2132" y="133"/>
                  </a:lnTo>
                  <a:lnTo>
                    <a:pt x="2151" y="155"/>
                  </a:lnTo>
                  <a:lnTo>
                    <a:pt x="2165" y="179"/>
                  </a:lnTo>
                  <a:lnTo>
                    <a:pt x="2175" y="203"/>
                  </a:lnTo>
                  <a:lnTo>
                    <a:pt x="2182" y="229"/>
                  </a:lnTo>
                  <a:lnTo>
                    <a:pt x="2185" y="255"/>
                  </a:lnTo>
                  <a:lnTo>
                    <a:pt x="2182" y="281"/>
                  </a:lnTo>
                  <a:lnTo>
                    <a:pt x="2175" y="305"/>
                  </a:lnTo>
                  <a:lnTo>
                    <a:pt x="2165" y="330"/>
                  </a:lnTo>
                  <a:lnTo>
                    <a:pt x="2151" y="353"/>
                  </a:lnTo>
                  <a:lnTo>
                    <a:pt x="2132" y="376"/>
                  </a:lnTo>
                  <a:lnTo>
                    <a:pt x="2111" y="397"/>
                  </a:lnTo>
                  <a:lnTo>
                    <a:pt x="2086" y="417"/>
                  </a:lnTo>
                  <a:lnTo>
                    <a:pt x="2058" y="434"/>
                  </a:lnTo>
                  <a:lnTo>
                    <a:pt x="2028" y="451"/>
                  </a:lnTo>
                  <a:lnTo>
                    <a:pt x="1994" y="466"/>
                  </a:lnTo>
                  <a:lnTo>
                    <a:pt x="1959" y="479"/>
                  </a:lnTo>
                  <a:lnTo>
                    <a:pt x="1921" y="489"/>
                  </a:lnTo>
                  <a:lnTo>
                    <a:pt x="1881" y="498"/>
                  </a:lnTo>
                  <a:lnTo>
                    <a:pt x="1840" y="505"/>
                  </a:lnTo>
                  <a:lnTo>
                    <a:pt x="1797" y="508"/>
                  </a:lnTo>
                  <a:lnTo>
                    <a:pt x="1754" y="509"/>
                  </a:lnTo>
                  <a:lnTo>
                    <a:pt x="1710" y="508"/>
                  </a:lnTo>
                  <a:lnTo>
                    <a:pt x="1667" y="505"/>
                  </a:lnTo>
                  <a:lnTo>
                    <a:pt x="1626" y="498"/>
                  </a:lnTo>
                  <a:lnTo>
                    <a:pt x="1586" y="489"/>
                  </a:lnTo>
                  <a:lnTo>
                    <a:pt x="1548" y="479"/>
                  </a:lnTo>
                  <a:lnTo>
                    <a:pt x="1512" y="466"/>
                  </a:lnTo>
                  <a:lnTo>
                    <a:pt x="1479" y="451"/>
                  </a:lnTo>
                  <a:lnTo>
                    <a:pt x="1449" y="434"/>
                  </a:lnTo>
                  <a:lnTo>
                    <a:pt x="1421" y="417"/>
                  </a:lnTo>
                  <a:lnTo>
                    <a:pt x="1395" y="397"/>
                  </a:lnTo>
                  <a:lnTo>
                    <a:pt x="1374" y="376"/>
                  </a:lnTo>
                  <a:lnTo>
                    <a:pt x="1355" y="353"/>
                  </a:lnTo>
                  <a:lnTo>
                    <a:pt x="1341" y="330"/>
                  </a:lnTo>
                  <a:lnTo>
                    <a:pt x="1331" y="305"/>
                  </a:lnTo>
                  <a:lnTo>
                    <a:pt x="1324" y="281"/>
                  </a:lnTo>
                  <a:lnTo>
                    <a:pt x="1321" y="255"/>
                  </a:lnTo>
                  <a:lnTo>
                    <a:pt x="1324" y="229"/>
                  </a:lnTo>
                  <a:lnTo>
                    <a:pt x="1331" y="203"/>
                  </a:lnTo>
                  <a:lnTo>
                    <a:pt x="1341" y="179"/>
                  </a:lnTo>
                  <a:lnTo>
                    <a:pt x="1355" y="155"/>
                  </a:lnTo>
                  <a:lnTo>
                    <a:pt x="1374" y="133"/>
                  </a:lnTo>
                  <a:lnTo>
                    <a:pt x="1395" y="113"/>
                  </a:lnTo>
                  <a:lnTo>
                    <a:pt x="1421" y="93"/>
                  </a:lnTo>
                  <a:lnTo>
                    <a:pt x="1449" y="74"/>
                  </a:lnTo>
                  <a:lnTo>
                    <a:pt x="1479" y="59"/>
                  </a:lnTo>
                  <a:lnTo>
                    <a:pt x="1512" y="44"/>
                  </a:lnTo>
                  <a:lnTo>
                    <a:pt x="1548" y="31"/>
                  </a:lnTo>
                  <a:lnTo>
                    <a:pt x="1586" y="20"/>
                  </a:lnTo>
                  <a:lnTo>
                    <a:pt x="1626" y="12"/>
                  </a:lnTo>
                  <a:lnTo>
                    <a:pt x="1667" y="5"/>
                  </a:lnTo>
                  <a:lnTo>
                    <a:pt x="1710" y="2"/>
                  </a:lnTo>
                  <a:lnTo>
                    <a:pt x="1754" y="0"/>
                  </a:lnTo>
                  <a:close/>
                  <a:moveTo>
                    <a:pt x="239" y="786"/>
                  </a:moveTo>
                  <a:lnTo>
                    <a:pt x="263" y="788"/>
                  </a:lnTo>
                  <a:lnTo>
                    <a:pt x="287" y="794"/>
                  </a:lnTo>
                  <a:lnTo>
                    <a:pt x="309" y="805"/>
                  </a:lnTo>
                  <a:lnTo>
                    <a:pt x="331" y="819"/>
                  </a:lnTo>
                  <a:lnTo>
                    <a:pt x="352" y="836"/>
                  </a:lnTo>
                  <a:lnTo>
                    <a:pt x="372" y="857"/>
                  </a:lnTo>
                  <a:lnTo>
                    <a:pt x="390" y="882"/>
                  </a:lnTo>
                  <a:lnTo>
                    <a:pt x="407" y="909"/>
                  </a:lnTo>
                  <a:lnTo>
                    <a:pt x="423" y="940"/>
                  </a:lnTo>
                  <a:lnTo>
                    <a:pt x="437" y="971"/>
                  </a:lnTo>
                  <a:lnTo>
                    <a:pt x="448" y="1006"/>
                  </a:lnTo>
                  <a:lnTo>
                    <a:pt x="459" y="1043"/>
                  </a:lnTo>
                  <a:lnTo>
                    <a:pt x="467" y="1081"/>
                  </a:lnTo>
                  <a:lnTo>
                    <a:pt x="473" y="1121"/>
                  </a:lnTo>
                  <a:lnTo>
                    <a:pt x="476" y="1163"/>
                  </a:lnTo>
                  <a:lnTo>
                    <a:pt x="478" y="1206"/>
                  </a:lnTo>
                  <a:lnTo>
                    <a:pt x="476" y="1248"/>
                  </a:lnTo>
                  <a:lnTo>
                    <a:pt x="473" y="1290"/>
                  </a:lnTo>
                  <a:lnTo>
                    <a:pt x="467" y="1330"/>
                  </a:lnTo>
                  <a:lnTo>
                    <a:pt x="459" y="1367"/>
                  </a:lnTo>
                  <a:lnTo>
                    <a:pt x="448" y="1405"/>
                  </a:lnTo>
                  <a:lnTo>
                    <a:pt x="437" y="1439"/>
                  </a:lnTo>
                  <a:lnTo>
                    <a:pt x="423" y="1472"/>
                  </a:lnTo>
                  <a:lnTo>
                    <a:pt x="407" y="1501"/>
                  </a:lnTo>
                  <a:lnTo>
                    <a:pt x="390" y="1528"/>
                  </a:lnTo>
                  <a:lnTo>
                    <a:pt x="372" y="1553"/>
                  </a:lnTo>
                  <a:lnTo>
                    <a:pt x="352" y="1574"/>
                  </a:lnTo>
                  <a:lnTo>
                    <a:pt x="331" y="1591"/>
                  </a:lnTo>
                  <a:lnTo>
                    <a:pt x="309" y="1605"/>
                  </a:lnTo>
                  <a:lnTo>
                    <a:pt x="287" y="1616"/>
                  </a:lnTo>
                  <a:lnTo>
                    <a:pt x="263" y="1622"/>
                  </a:lnTo>
                  <a:lnTo>
                    <a:pt x="239" y="1624"/>
                  </a:lnTo>
                  <a:lnTo>
                    <a:pt x="214" y="1622"/>
                  </a:lnTo>
                  <a:lnTo>
                    <a:pt x="191" y="1616"/>
                  </a:lnTo>
                  <a:lnTo>
                    <a:pt x="168" y="1605"/>
                  </a:lnTo>
                  <a:lnTo>
                    <a:pt x="146" y="1591"/>
                  </a:lnTo>
                  <a:lnTo>
                    <a:pt x="125" y="1574"/>
                  </a:lnTo>
                  <a:lnTo>
                    <a:pt x="105" y="1553"/>
                  </a:lnTo>
                  <a:lnTo>
                    <a:pt x="87" y="1528"/>
                  </a:lnTo>
                  <a:lnTo>
                    <a:pt x="70" y="1501"/>
                  </a:lnTo>
                  <a:lnTo>
                    <a:pt x="55" y="1472"/>
                  </a:lnTo>
                  <a:lnTo>
                    <a:pt x="41" y="1439"/>
                  </a:lnTo>
                  <a:lnTo>
                    <a:pt x="29" y="1405"/>
                  </a:lnTo>
                  <a:lnTo>
                    <a:pt x="18" y="1367"/>
                  </a:lnTo>
                  <a:lnTo>
                    <a:pt x="10" y="1330"/>
                  </a:lnTo>
                  <a:lnTo>
                    <a:pt x="4" y="1290"/>
                  </a:lnTo>
                  <a:lnTo>
                    <a:pt x="1" y="1248"/>
                  </a:lnTo>
                  <a:lnTo>
                    <a:pt x="0" y="1206"/>
                  </a:lnTo>
                  <a:lnTo>
                    <a:pt x="1" y="1163"/>
                  </a:lnTo>
                  <a:lnTo>
                    <a:pt x="4" y="1121"/>
                  </a:lnTo>
                  <a:lnTo>
                    <a:pt x="10" y="1081"/>
                  </a:lnTo>
                  <a:lnTo>
                    <a:pt x="18" y="1043"/>
                  </a:lnTo>
                  <a:lnTo>
                    <a:pt x="29" y="1006"/>
                  </a:lnTo>
                  <a:lnTo>
                    <a:pt x="41" y="971"/>
                  </a:lnTo>
                  <a:lnTo>
                    <a:pt x="55" y="940"/>
                  </a:lnTo>
                  <a:lnTo>
                    <a:pt x="70" y="909"/>
                  </a:lnTo>
                  <a:lnTo>
                    <a:pt x="87" y="882"/>
                  </a:lnTo>
                  <a:lnTo>
                    <a:pt x="105" y="857"/>
                  </a:lnTo>
                  <a:lnTo>
                    <a:pt x="125" y="836"/>
                  </a:lnTo>
                  <a:lnTo>
                    <a:pt x="146" y="819"/>
                  </a:lnTo>
                  <a:lnTo>
                    <a:pt x="168" y="805"/>
                  </a:lnTo>
                  <a:lnTo>
                    <a:pt x="191" y="794"/>
                  </a:lnTo>
                  <a:lnTo>
                    <a:pt x="214" y="788"/>
                  </a:lnTo>
                  <a:lnTo>
                    <a:pt x="239" y="786"/>
                  </a:lnTo>
                  <a:close/>
                  <a:moveTo>
                    <a:pt x="1119" y="2495"/>
                  </a:moveTo>
                  <a:lnTo>
                    <a:pt x="1143" y="2498"/>
                  </a:lnTo>
                  <a:lnTo>
                    <a:pt x="1167" y="2504"/>
                  </a:lnTo>
                  <a:lnTo>
                    <a:pt x="1190" y="2514"/>
                  </a:lnTo>
                  <a:lnTo>
                    <a:pt x="1211" y="2528"/>
                  </a:lnTo>
                  <a:lnTo>
                    <a:pt x="1232" y="2546"/>
                  </a:lnTo>
                  <a:lnTo>
                    <a:pt x="1252" y="2567"/>
                  </a:lnTo>
                  <a:lnTo>
                    <a:pt x="1271" y="2592"/>
                  </a:lnTo>
                  <a:lnTo>
                    <a:pt x="1288" y="2618"/>
                  </a:lnTo>
                  <a:lnTo>
                    <a:pt x="1304" y="2648"/>
                  </a:lnTo>
                  <a:lnTo>
                    <a:pt x="1318" y="2681"/>
                  </a:lnTo>
                  <a:lnTo>
                    <a:pt x="1329" y="2715"/>
                  </a:lnTo>
                  <a:lnTo>
                    <a:pt x="1340" y="2752"/>
                  </a:lnTo>
                  <a:lnTo>
                    <a:pt x="1348" y="2790"/>
                  </a:lnTo>
                  <a:lnTo>
                    <a:pt x="1354" y="2830"/>
                  </a:lnTo>
                  <a:lnTo>
                    <a:pt x="1358" y="2872"/>
                  </a:lnTo>
                  <a:lnTo>
                    <a:pt x="1359" y="2914"/>
                  </a:lnTo>
                  <a:lnTo>
                    <a:pt x="1358" y="2956"/>
                  </a:lnTo>
                  <a:lnTo>
                    <a:pt x="1354" y="2998"/>
                  </a:lnTo>
                  <a:lnTo>
                    <a:pt x="1348" y="3038"/>
                  </a:lnTo>
                  <a:lnTo>
                    <a:pt x="1340" y="3077"/>
                  </a:lnTo>
                  <a:lnTo>
                    <a:pt x="1329" y="3113"/>
                  </a:lnTo>
                  <a:lnTo>
                    <a:pt x="1318" y="3147"/>
                  </a:lnTo>
                  <a:lnTo>
                    <a:pt x="1304" y="3180"/>
                  </a:lnTo>
                  <a:lnTo>
                    <a:pt x="1288" y="3209"/>
                  </a:lnTo>
                  <a:lnTo>
                    <a:pt x="1271" y="3238"/>
                  </a:lnTo>
                  <a:lnTo>
                    <a:pt x="1252" y="3261"/>
                  </a:lnTo>
                  <a:lnTo>
                    <a:pt x="1232" y="3282"/>
                  </a:lnTo>
                  <a:lnTo>
                    <a:pt x="1211" y="3301"/>
                  </a:lnTo>
                  <a:lnTo>
                    <a:pt x="1190" y="3315"/>
                  </a:lnTo>
                  <a:lnTo>
                    <a:pt x="1167" y="3325"/>
                  </a:lnTo>
                  <a:lnTo>
                    <a:pt x="1143" y="3331"/>
                  </a:lnTo>
                  <a:lnTo>
                    <a:pt x="1119" y="3334"/>
                  </a:lnTo>
                  <a:lnTo>
                    <a:pt x="1094" y="3331"/>
                  </a:lnTo>
                  <a:lnTo>
                    <a:pt x="1070" y="3325"/>
                  </a:lnTo>
                  <a:lnTo>
                    <a:pt x="1048" y="3315"/>
                  </a:lnTo>
                  <a:lnTo>
                    <a:pt x="1026" y="3301"/>
                  </a:lnTo>
                  <a:lnTo>
                    <a:pt x="1005" y="3282"/>
                  </a:lnTo>
                  <a:lnTo>
                    <a:pt x="985" y="3261"/>
                  </a:lnTo>
                  <a:lnTo>
                    <a:pt x="967" y="3238"/>
                  </a:lnTo>
                  <a:lnTo>
                    <a:pt x="950" y="3209"/>
                  </a:lnTo>
                  <a:lnTo>
                    <a:pt x="935" y="3180"/>
                  </a:lnTo>
                  <a:lnTo>
                    <a:pt x="921" y="3147"/>
                  </a:lnTo>
                  <a:lnTo>
                    <a:pt x="909" y="3113"/>
                  </a:lnTo>
                  <a:lnTo>
                    <a:pt x="898" y="3077"/>
                  </a:lnTo>
                  <a:lnTo>
                    <a:pt x="890" y="3038"/>
                  </a:lnTo>
                  <a:lnTo>
                    <a:pt x="884" y="2998"/>
                  </a:lnTo>
                  <a:lnTo>
                    <a:pt x="881" y="2956"/>
                  </a:lnTo>
                  <a:lnTo>
                    <a:pt x="880" y="2914"/>
                  </a:lnTo>
                  <a:lnTo>
                    <a:pt x="881" y="2872"/>
                  </a:lnTo>
                  <a:lnTo>
                    <a:pt x="884" y="2830"/>
                  </a:lnTo>
                  <a:lnTo>
                    <a:pt x="890" y="2790"/>
                  </a:lnTo>
                  <a:lnTo>
                    <a:pt x="898" y="2752"/>
                  </a:lnTo>
                  <a:lnTo>
                    <a:pt x="909" y="2715"/>
                  </a:lnTo>
                  <a:lnTo>
                    <a:pt x="921" y="2681"/>
                  </a:lnTo>
                  <a:lnTo>
                    <a:pt x="935" y="2648"/>
                  </a:lnTo>
                  <a:lnTo>
                    <a:pt x="950" y="2618"/>
                  </a:lnTo>
                  <a:lnTo>
                    <a:pt x="967" y="2592"/>
                  </a:lnTo>
                  <a:lnTo>
                    <a:pt x="985" y="2567"/>
                  </a:lnTo>
                  <a:lnTo>
                    <a:pt x="1005" y="2546"/>
                  </a:lnTo>
                  <a:lnTo>
                    <a:pt x="1026" y="2528"/>
                  </a:lnTo>
                  <a:lnTo>
                    <a:pt x="1048" y="2514"/>
                  </a:lnTo>
                  <a:lnTo>
                    <a:pt x="1070" y="2504"/>
                  </a:lnTo>
                  <a:lnTo>
                    <a:pt x="1094" y="2498"/>
                  </a:lnTo>
                  <a:lnTo>
                    <a:pt x="1119" y="2495"/>
                  </a:lnTo>
                  <a:close/>
                  <a:moveTo>
                    <a:pt x="2380" y="2651"/>
                  </a:moveTo>
                  <a:lnTo>
                    <a:pt x="2405" y="2654"/>
                  </a:lnTo>
                  <a:lnTo>
                    <a:pt x="2428" y="2660"/>
                  </a:lnTo>
                  <a:lnTo>
                    <a:pt x="2452" y="2670"/>
                  </a:lnTo>
                  <a:lnTo>
                    <a:pt x="2473" y="2684"/>
                  </a:lnTo>
                  <a:lnTo>
                    <a:pt x="2494" y="2703"/>
                  </a:lnTo>
                  <a:lnTo>
                    <a:pt x="2514" y="2724"/>
                  </a:lnTo>
                  <a:lnTo>
                    <a:pt x="2533" y="2747"/>
                  </a:lnTo>
                  <a:lnTo>
                    <a:pt x="2550" y="2774"/>
                  </a:lnTo>
                  <a:lnTo>
                    <a:pt x="2565" y="2805"/>
                  </a:lnTo>
                  <a:lnTo>
                    <a:pt x="2580" y="2838"/>
                  </a:lnTo>
                  <a:lnTo>
                    <a:pt x="2591" y="2872"/>
                  </a:lnTo>
                  <a:lnTo>
                    <a:pt x="2602" y="2908"/>
                  </a:lnTo>
                  <a:lnTo>
                    <a:pt x="2610" y="2947"/>
                  </a:lnTo>
                  <a:lnTo>
                    <a:pt x="2616" y="2987"/>
                  </a:lnTo>
                  <a:lnTo>
                    <a:pt x="2619" y="3029"/>
                  </a:lnTo>
                  <a:lnTo>
                    <a:pt x="2621" y="3071"/>
                  </a:lnTo>
                  <a:lnTo>
                    <a:pt x="2619" y="3113"/>
                  </a:lnTo>
                  <a:lnTo>
                    <a:pt x="2616" y="3155"/>
                  </a:lnTo>
                  <a:lnTo>
                    <a:pt x="2610" y="3195"/>
                  </a:lnTo>
                  <a:lnTo>
                    <a:pt x="2602" y="3233"/>
                  </a:lnTo>
                  <a:lnTo>
                    <a:pt x="2591" y="3270"/>
                  </a:lnTo>
                  <a:lnTo>
                    <a:pt x="2580" y="3304"/>
                  </a:lnTo>
                  <a:lnTo>
                    <a:pt x="2565" y="3337"/>
                  </a:lnTo>
                  <a:lnTo>
                    <a:pt x="2550" y="3367"/>
                  </a:lnTo>
                  <a:lnTo>
                    <a:pt x="2533" y="3393"/>
                  </a:lnTo>
                  <a:lnTo>
                    <a:pt x="2514" y="3418"/>
                  </a:lnTo>
                  <a:lnTo>
                    <a:pt x="2494" y="3439"/>
                  </a:lnTo>
                  <a:lnTo>
                    <a:pt x="2473" y="3457"/>
                  </a:lnTo>
                  <a:lnTo>
                    <a:pt x="2452" y="3471"/>
                  </a:lnTo>
                  <a:lnTo>
                    <a:pt x="2428" y="3481"/>
                  </a:lnTo>
                  <a:lnTo>
                    <a:pt x="2405" y="3487"/>
                  </a:lnTo>
                  <a:lnTo>
                    <a:pt x="2380" y="3490"/>
                  </a:lnTo>
                  <a:lnTo>
                    <a:pt x="2356" y="3487"/>
                  </a:lnTo>
                  <a:lnTo>
                    <a:pt x="2332" y="3481"/>
                  </a:lnTo>
                  <a:lnTo>
                    <a:pt x="2310" y="3471"/>
                  </a:lnTo>
                  <a:lnTo>
                    <a:pt x="2288" y="3457"/>
                  </a:lnTo>
                  <a:lnTo>
                    <a:pt x="2267" y="3439"/>
                  </a:lnTo>
                  <a:lnTo>
                    <a:pt x="2248" y="3418"/>
                  </a:lnTo>
                  <a:lnTo>
                    <a:pt x="2229" y="3393"/>
                  </a:lnTo>
                  <a:lnTo>
                    <a:pt x="2212" y="3367"/>
                  </a:lnTo>
                  <a:lnTo>
                    <a:pt x="2196" y="3337"/>
                  </a:lnTo>
                  <a:lnTo>
                    <a:pt x="2182" y="3304"/>
                  </a:lnTo>
                  <a:lnTo>
                    <a:pt x="2171" y="3270"/>
                  </a:lnTo>
                  <a:lnTo>
                    <a:pt x="2160" y="3233"/>
                  </a:lnTo>
                  <a:lnTo>
                    <a:pt x="2152" y="3195"/>
                  </a:lnTo>
                  <a:lnTo>
                    <a:pt x="2146" y="3155"/>
                  </a:lnTo>
                  <a:lnTo>
                    <a:pt x="2142" y="3113"/>
                  </a:lnTo>
                  <a:lnTo>
                    <a:pt x="2141" y="3071"/>
                  </a:lnTo>
                  <a:lnTo>
                    <a:pt x="2142" y="3029"/>
                  </a:lnTo>
                  <a:lnTo>
                    <a:pt x="2146" y="2987"/>
                  </a:lnTo>
                  <a:lnTo>
                    <a:pt x="2152" y="2947"/>
                  </a:lnTo>
                  <a:lnTo>
                    <a:pt x="2160" y="2908"/>
                  </a:lnTo>
                  <a:lnTo>
                    <a:pt x="2171" y="2872"/>
                  </a:lnTo>
                  <a:lnTo>
                    <a:pt x="2182" y="2838"/>
                  </a:lnTo>
                  <a:lnTo>
                    <a:pt x="2196" y="2805"/>
                  </a:lnTo>
                  <a:lnTo>
                    <a:pt x="2212" y="2774"/>
                  </a:lnTo>
                  <a:lnTo>
                    <a:pt x="2229" y="2747"/>
                  </a:lnTo>
                  <a:lnTo>
                    <a:pt x="2248" y="2724"/>
                  </a:lnTo>
                  <a:lnTo>
                    <a:pt x="2267" y="2703"/>
                  </a:lnTo>
                  <a:lnTo>
                    <a:pt x="2288" y="2684"/>
                  </a:lnTo>
                  <a:lnTo>
                    <a:pt x="2310" y="2670"/>
                  </a:lnTo>
                  <a:lnTo>
                    <a:pt x="2332" y="2660"/>
                  </a:lnTo>
                  <a:lnTo>
                    <a:pt x="2356" y="2654"/>
                  </a:lnTo>
                  <a:lnTo>
                    <a:pt x="2380" y="2651"/>
                  </a:lnTo>
                  <a:close/>
                  <a:moveTo>
                    <a:pt x="2342" y="1355"/>
                  </a:moveTo>
                  <a:lnTo>
                    <a:pt x="2366" y="1357"/>
                  </a:lnTo>
                  <a:lnTo>
                    <a:pt x="2390" y="1363"/>
                  </a:lnTo>
                  <a:lnTo>
                    <a:pt x="2412" y="1373"/>
                  </a:lnTo>
                  <a:lnTo>
                    <a:pt x="2434" y="1387"/>
                  </a:lnTo>
                  <a:lnTo>
                    <a:pt x="2455" y="1405"/>
                  </a:lnTo>
                  <a:lnTo>
                    <a:pt x="2475" y="1426"/>
                  </a:lnTo>
                  <a:lnTo>
                    <a:pt x="2493" y="1451"/>
                  </a:lnTo>
                  <a:lnTo>
                    <a:pt x="2510" y="1478"/>
                  </a:lnTo>
                  <a:lnTo>
                    <a:pt x="2526" y="1507"/>
                  </a:lnTo>
                  <a:lnTo>
                    <a:pt x="2540" y="1540"/>
                  </a:lnTo>
                  <a:lnTo>
                    <a:pt x="2551" y="1574"/>
                  </a:lnTo>
                  <a:lnTo>
                    <a:pt x="2562" y="1611"/>
                  </a:lnTo>
                  <a:lnTo>
                    <a:pt x="2570" y="1649"/>
                  </a:lnTo>
                  <a:lnTo>
                    <a:pt x="2576" y="1689"/>
                  </a:lnTo>
                  <a:lnTo>
                    <a:pt x="2580" y="1731"/>
                  </a:lnTo>
                  <a:lnTo>
                    <a:pt x="2581" y="1773"/>
                  </a:lnTo>
                  <a:lnTo>
                    <a:pt x="2580" y="1815"/>
                  </a:lnTo>
                  <a:lnTo>
                    <a:pt x="2576" y="1858"/>
                  </a:lnTo>
                  <a:lnTo>
                    <a:pt x="2570" y="1897"/>
                  </a:lnTo>
                  <a:lnTo>
                    <a:pt x="2562" y="1936"/>
                  </a:lnTo>
                  <a:lnTo>
                    <a:pt x="2551" y="1972"/>
                  </a:lnTo>
                  <a:lnTo>
                    <a:pt x="2540" y="2008"/>
                  </a:lnTo>
                  <a:lnTo>
                    <a:pt x="2526" y="2039"/>
                  </a:lnTo>
                  <a:lnTo>
                    <a:pt x="2510" y="2070"/>
                  </a:lnTo>
                  <a:lnTo>
                    <a:pt x="2493" y="2097"/>
                  </a:lnTo>
                  <a:lnTo>
                    <a:pt x="2475" y="2121"/>
                  </a:lnTo>
                  <a:lnTo>
                    <a:pt x="2455" y="2142"/>
                  </a:lnTo>
                  <a:lnTo>
                    <a:pt x="2434" y="2160"/>
                  </a:lnTo>
                  <a:lnTo>
                    <a:pt x="2412" y="2174"/>
                  </a:lnTo>
                  <a:lnTo>
                    <a:pt x="2390" y="2185"/>
                  </a:lnTo>
                  <a:lnTo>
                    <a:pt x="2366" y="2191"/>
                  </a:lnTo>
                  <a:lnTo>
                    <a:pt x="2342" y="2193"/>
                  </a:lnTo>
                  <a:lnTo>
                    <a:pt x="2317" y="2191"/>
                  </a:lnTo>
                  <a:lnTo>
                    <a:pt x="2294" y="2185"/>
                  </a:lnTo>
                  <a:lnTo>
                    <a:pt x="2270" y="2174"/>
                  </a:lnTo>
                  <a:lnTo>
                    <a:pt x="2249" y="2160"/>
                  </a:lnTo>
                  <a:lnTo>
                    <a:pt x="2228" y="2142"/>
                  </a:lnTo>
                  <a:lnTo>
                    <a:pt x="2208" y="2121"/>
                  </a:lnTo>
                  <a:lnTo>
                    <a:pt x="2189" y="2097"/>
                  </a:lnTo>
                  <a:lnTo>
                    <a:pt x="2173" y="2070"/>
                  </a:lnTo>
                  <a:lnTo>
                    <a:pt x="2157" y="2039"/>
                  </a:lnTo>
                  <a:lnTo>
                    <a:pt x="2142" y="2008"/>
                  </a:lnTo>
                  <a:lnTo>
                    <a:pt x="2131" y="1972"/>
                  </a:lnTo>
                  <a:lnTo>
                    <a:pt x="2120" y="1936"/>
                  </a:lnTo>
                  <a:lnTo>
                    <a:pt x="2112" y="1897"/>
                  </a:lnTo>
                  <a:lnTo>
                    <a:pt x="2106" y="1858"/>
                  </a:lnTo>
                  <a:lnTo>
                    <a:pt x="2103" y="1815"/>
                  </a:lnTo>
                  <a:lnTo>
                    <a:pt x="2101" y="1773"/>
                  </a:lnTo>
                  <a:lnTo>
                    <a:pt x="2103" y="1731"/>
                  </a:lnTo>
                  <a:lnTo>
                    <a:pt x="2106" y="1689"/>
                  </a:lnTo>
                  <a:lnTo>
                    <a:pt x="2112" y="1649"/>
                  </a:lnTo>
                  <a:lnTo>
                    <a:pt x="2120" y="1611"/>
                  </a:lnTo>
                  <a:lnTo>
                    <a:pt x="2131" y="1574"/>
                  </a:lnTo>
                  <a:lnTo>
                    <a:pt x="2142" y="1540"/>
                  </a:lnTo>
                  <a:lnTo>
                    <a:pt x="2157" y="1507"/>
                  </a:lnTo>
                  <a:lnTo>
                    <a:pt x="2173" y="1478"/>
                  </a:lnTo>
                  <a:lnTo>
                    <a:pt x="2189" y="1451"/>
                  </a:lnTo>
                  <a:lnTo>
                    <a:pt x="2208" y="1426"/>
                  </a:lnTo>
                  <a:lnTo>
                    <a:pt x="2228" y="1405"/>
                  </a:lnTo>
                  <a:lnTo>
                    <a:pt x="2249" y="1387"/>
                  </a:lnTo>
                  <a:lnTo>
                    <a:pt x="2270" y="1373"/>
                  </a:lnTo>
                  <a:lnTo>
                    <a:pt x="2294" y="1363"/>
                  </a:lnTo>
                  <a:lnTo>
                    <a:pt x="2317" y="1357"/>
                  </a:lnTo>
                  <a:lnTo>
                    <a:pt x="2342" y="1355"/>
                  </a:lnTo>
                  <a:close/>
                  <a:moveTo>
                    <a:pt x="3179" y="819"/>
                  </a:moveTo>
                  <a:lnTo>
                    <a:pt x="3204" y="821"/>
                  </a:lnTo>
                  <a:lnTo>
                    <a:pt x="3227" y="827"/>
                  </a:lnTo>
                  <a:lnTo>
                    <a:pt x="3250" y="838"/>
                  </a:lnTo>
                  <a:lnTo>
                    <a:pt x="3272" y="852"/>
                  </a:lnTo>
                  <a:lnTo>
                    <a:pt x="3293" y="869"/>
                  </a:lnTo>
                  <a:lnTo>
                    <a:pt x="3312" y="890"/>
                  </a:lnTo>
                  <a:lnTo>
                    <a:pt x="3331" y="915"/>
                  </a:lnTo>
                  <a:lnTo>
                    <a:pt x="3348" y="942"/>
                  </a:lnTo>
                  <a:lnTo>
                    <a:pt x="3363" y="971"/>
                  </a:lnTo>
                  <a:lnTo>
                    <a:pt x="3377" y="1004"/>
                  </a:lnTo>
                  <a:lnTo>
                    <a:pt x="3389" y="1038"/>
                  </a:lnTo>
                  <a:lnTo>
                    <a:pt x="3400" y="1076"/>
                  </a:lnTo>
                  <a:lnTo>
                    <a:pt x="3408" y="1113"/>
                  </a:lnTo>
                  <a:lnTo>
                    <a:pt x="3414" y="1153"/>
                  </a:lnTo>
                  <a:lnTo>
                    <a:pt x="3417" y="1195"/>
                  </a:lnTo>
                  <a:lnTo>
                    <a:pt x="3418" y="1237"/>
                  </a:lnTo>
                  <a:lnTo>
                    <a:pt x="3417" y="1280"/>
                  </a:lnTo>
                  <a:lnTo>
                    <a:pt x="3414" y="1322"/>
                  </a:lnTo>
                  <a:lnTo>
                    <a:pt x="3408" y="1362"/>
                  </a:lnTo>
                  <a:lnTo>
                    <a:pt x="3400" y="1399"/>
                  </a:lnTo>
                  <a:lnTo>
                    <a:pt x="3389" y="1437"/>
                  </a:lnTo>
                  <a:lnTo>
                    <a:pt x="3377" y="1471"/>
                  </a:lnTo>
                  <a:lnTo>
                    <a:pt x="3363" y="1503"/>
                  </a:lnTo>
                  <a:lnTo>
                    <a:pt x="3348" y="1533"/>
                  </a:lnTo>
                  <a:lnTo>
                    <a:pt x="3331" y="1560"/>
                  </a:lnTo>
                  <a:lnTo>
                    <a:pt x="3312" y="1584"/>
                  </a:lnTo>
                  <a:lnTo>
                    <a:pt x="3293" y="1605"/>
                  </a:lnTo>
                  <a:lnTo>
                    <a:pt x="3272" y="1623"/>
                  </a:lnTo>
                  <a:lnTo>
                    <a:pt x="3250" y="1637"/>
                  </a:lnTo>
                  <a:lnTo>
                    <a:pt x="3227" y="1648"/>
                  </a:lnTo>
                  <a:lnTo>
                    <a:pt x="3204" y="1654"/>
                  </a:lnTo>
                  <a:lnTo>
                    <a:pt x="3179" y="1656"/>
                  </a:lnTo>
                  <a:lnTo>
                    <a:pt x="3155" y="1654"/>
                  </a:lnTo>
                  <a:lnTo>
                    <a:pt x="3131" y="1648"/>
                  </a:lnTo>
                  <a:lnTo>
                    <a:pt x="3108" y="1637"/>
                  </a:lnTo>
                  <a:lnTo>
                    <a:pt x="3087" y="1623"/>
                  </a:lnTo>
                  <a:lnTo>
                    <a:pt x="3066" y="1605"/>
                  </a:lnTo>
                  <a:lnTo>
                    <a:pt x="3046" y="1584"/>
                  </a:lnTo>
                  <a:lnTo>
                    <a:pt x="3027" y="1560"/>
                  </a:lnTo>
                  <a:lnTo>
                    <a:pt x="3011" y="1533"/>
                  </a:lnTo>
                  <a:lnTo>
                    <a:pt x="2994" y="1503"/>
                  </a:lnTo>
                  <a:lnTo>
                    <a:pt x="2980" y="1471"/>
                  </a:lnTo>
                  <a:lnTo>
                    <a:pt x="2968" y="1437"/>
                  </a:lnTo>
                  <a:lnTo>
                    <a:pt x="2958" y="1399"/>
                  </a:lnTo>
                  <a:lnTo>
                    <a:pt x="2950" y="1362"/>
                  </a:lnTo>
                  <a:lnTo>
                    <a:pt x="2944" y="1322"/>
                  </a:lnTo>
                  <a:lnTo>
                    <a:pt x="2940" y="1280"/>
                  </a:lnTo>
                  <a:lnTo>
                    <a:pt x="2939" y="1237"/>
                  </a:lnTo>
                  <a:lnTo>
                    <a:pt x="2940" y="1195"/>
                  </a:lnTo>
                  <a:lnTo>
                    <a:pt x="2944" y="1153"/>
                  </a:lnTo>
                  <a:lnTo>
                    <a:pt x="2950" y="1113"/>
                  </a:lnTo>
                  <a:lnTo>
                    <a:pt x="2958" y="1076"/>
                  </a:lnTo>
                  <a:lnTo>
                    <a:pt x="2968" y="1038"/>
                  </a:lnTo>
                  <a:lnTo>
                    <a:pt x="2980" y="1004"/>
                  </a:lnTo>
                  <a:lnTo>
                    <a:pt x="2994" y="971"/>
                  </a:lnTo>
                  <a:lnTo>
                    <a:pt x="3011" y="942"/>
                  </a:lnTo>
                  <a:lnTo>
                    <a:pt x="3027" y="915"/>
                  </a:lnTo>
                  <a:lnTo>
                    <a:pt x="3046" y="890"/>
                  </a:lnTo>
                  <a:lnTo>
                    <a:pt x="3066" y="869"/>
                  </a:lnTo>
                  <a:lnTo>
                    <a:pt x="3087" y="852"/>
                  </a:lnTo>
                  <a:lnTo>
                    <a:pt x="3108" y="838"/>
                  </a:lnTo>
                  <a:lnTo>
                    <a:pt x="3131" y="827"/>
                  </a:lnTo>
                  <a:lnTo>
                    <a:pt x="3155" y="821"/>
                  </a:lnTo>
                  <a:lnTo>
                    <a:pt x="3179" y="819"/>
                  </a:lnTo>
                  <a:close/>
                  <a:moveTo>
                    <a:pt x="3246" y="2144"/>
                  </a:moveTo>
                  <a:lnTo>
                    <a:pt x="3271" y="2146"/>
                  </a:lnTo>
                  <a:lnTo>
                    <a:pt x="3294" y="2152"/>
                  </a:lnTo>
                  <a:lnTo>
                    <a:pt x="3316" y="2162"/>
                  </a:lnTo>
                  <a:lnTo>
                    <a:pt x="3339" y="2176"/>
                  </a:lnTo>
                  <a:lnTo>
                    <a:pt x="3360" y="2194"/>
                  </a:lnTo>
                  <a:lnTo>
                    <a:pt x="3380" y="2215"/>
                  </a:lnTo>
                  <a:lnTo>
                    <a:pt x="3397" y="2240"/>
                  </a:lnTo>
                  <a:lnTo>
                    <a:pt x="3415" y="2267"/>
                  </a:lnTo>
                  <a:lnTo>
                    <a:pt x="3430" y="2296"/>
                  </a:lnTo>
                  <a:lnTo>
                    <a:pt x="3444" y="2329"/>
                  </a:lnTo>
                  <a:lnTo>
                    <a:pt x="3456" y="2363"/>
                  </a:lnTo>
                  <a:lnTo>
                    <a:pt x="3466" y="2400"/>
                  </a:lnTo>
                  <a:lnTo>
                    <a:pt x="3475" y="2438"/>
                  </a:lnTo>
                  <a:lnTo>
                    <a:pt x="3480" y="2478"/>
                  </a:lnTo>
                  <a:lnTo>
                    <a:pt x="3484" y="2520"/>
                  </a:lnTo>
                  <a:lnTo>
                    <a:pt x="3485" y="2562"/>
                  </a:lnTo>
                  <a:lnTo>
                    <a:pt x="3484" y="2604"/>
                  </a:lnTo>
                  <a:lnTo>
                    <a:pt x="3480" y="2647"/>
                  </a:lnTo>
                  <a:lnTo>
                    <a:pt x="3475" y="2686"/>
                  </a:lnTo>
                  <a:lnTo>
                    <a:pt x="3466" y="2725"/>
                  </a:lnTo>
                  <a:lnTo>
                    <a:pt x="3456" y="2762"/>
                  </a:lnTo>
                  <a:lnTo>
                    <a:pt x="3444" y="2796"/>
                  </a:lnTo>
                  <a:lnTo>
                    <a:pt x="3430" y="2828"/>
                  </a:lnTo>
                  <a:lnTo>
                    <a:pt x="3415" y="2858"/>
                  </a:lnTo>
                  <a:lnTo>
                    <a:pt x="3397" y="2886"/>
                  </a:lnTo>
                  <a:lnTo>
                    <a:pt x="3380" y="2909"/>
                  </a:lnTo>
                  <a:lnTo>
                    <a:pt x="3360" y="2930"/>
                  </a:lnTo>
                  <a:lnTo>
                    <a:pt x="3339" y="2949"/>
                  </a:lnTo>
                  <a:lnTo>
                    <a:pt x="3316" y="2963"/>
                  </a:lnTo>
                  <a:lnTo>
                    <a:pt x="3294" y="2974"/>
                  </a:lnTo>
                  <a:lnTo>
                    <a:pt x="3271" y="2980"/>
                  </a:lnTo>
                  <a:lnTo>
                    <a:pt x="3246" y="2982"/>
                  </a:lnTo>
                  <a:lnTo>
                    <a:pt x="3222" y="2980"/>
                  </a:lnTo>
                  <a:lnTo>
                    <a:pt x="3198" y="2974"/>
                  </a:lnTo>
                  <a:lnTo>
                    <a:pt x="3176" y="2963"/>
                  </a:lnTo>
                  <a:lnTo>
                    <a:pt x="3154" y="2949"/>
                  </a:lnTo>
                  <a:lnTo>
                    <a:pt x="3133" y="2930"/>
                  </a:lnTo>
                  <a:lnTo>
                    <a:pt x="3113" y="2909"/>
                  </a:lnTo>
                  <a:lnTo>
                    <a:pt x="3095" y="2886"/>
                  </a:lnTo>
                  <a:lnTo>
                    <a:pt x="3077" y="2858"/>
                  </a:lnTo>
                  <a:lnTo>
                    <a:pt x="3062" y="2828"/>
                  </a:lnTo>
                  <a:lnTo>
                    <a:pt x="3048" y="2796"/>
                  </a:lnTo>
                  <a:lnTo>
                    <a:pt x="3036" y="2762"/>
                  </a:lnTo>
                  <a:lnTo>
                    <a:pt x="3026" y="2725"/>
                  </a:lnTo>
                  <a:lnTo>
                    <a:pt x="3018" y="2686"/>
                  </a:lnTo>
                  <a:lnTo>
                    <a:pt x="3012" y="2647"/>
                  </a:lnTo>
                  <a:lnTo>
                    <a:pt x="3008" y="2604"/>
                  </a:lnTo>
                  <a:lnTo>
                    <a:pt x="3007" y="2562"/>
                  </a:lnTo>
                  <a:lnTo>
                    <a:pt x="3008" y="2520"/>
                  </a:lnTo>
                  <a:lnTo>
                    <a:pt x="3012" y="2478"/>
                  </a:lnTo>
                  <a:lnTo>
                    <a:pt x="3018" y="2438"/>
                  </a:lnTo>
                  <a:lnTo>
                    <a:pt x="3026" y="2400"/>
                  </a:lnTo>
                  <a:lnTo>
                    <a:pt x="3036" y="2363"/>
                  </a:lnTo>
                  <a:lnTo>
                    <a:pt x="3048" y="2329"/>
                  </a:lnTo>
                  <a:lnTo>
                    <a:pt x="3062" y="2296"/>
                  </a:lnTo>
                  <a:lnTo>
                    <a:pt x="3077" y="2267"/>
                  </a:lnTo>
                  <a:lnTo>
                    <a:pt x="3095" y="2240"/>
                  </a:lnTo>
                  <a:lnTo>
                    <a:pt x="3113" y="2215"/>
                  </a:lnTo>
                  <a:lnTo>
                    <a:pt x="3133" y="2194"/>
                  </a:lnTo>
                  <a:lnTo>
                    <a:pt x="3154" y="2176"/>
                  </a:lnTo>
                  <a:lnTo>
                    <a:pt x="3176" y="2162"/>
                  </a:lnTo>
                  <a:lnTo>
                    <a:pt x="3198" y="2152"/>
                  </a:lnTo>
                  <a:lnTo>
                    <a:pt x="3222" y="2146"/>
                  </a:lnTo>
                  <a:lnTo>
                    <a:pt x="3246" y="214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7858" name="Freeform 48"/>
            <p:cNvSpPr>
              <a:spLocks/>
            </p:cNvSpPr>
            <p:nvPr/>
          </p:nvSpPr>
          <p:spPr bwMode="auto">
            <a:xfrm>
              <a:off x="1267" y="1588"/>
              <a:ext cx="87" cy="52"/>
            </a:xfrm>
            <a:custGeom>
              <a:avLst/>
              <a:gdLst>
                <a:gd name="T0" fmla="*/ 3 w 437"/>
                <a:gd name="T1" fmla="*/ 2 h 260"/>
                <a:gd name="T2" fmla="*/ 3 w 437"/>
                <a:gd name="T3" fmla="*/ 2 h 260"/>
                <a:gd name="T4" fmla="*/ 3 w 437"/>
                <a:gd name="T5" fmla="*/ 2 h 260"/>
                <a:gd name="T6" fmla="*/ 3 w 437"/>
                <a:gd name="T7" fmla="*/ 2 h 260"/>
                <a:gd name="T8" fmla="*/ 3 w 437"/>
                <a:gd name="T9" fmla="*/ 1 h 260"/>
                <a:gd name="T10" fmla="*/ 3 w 437"/>
                <a:gd name="T11" fmla="*/ 1 h 260"/>
                <a:gd name="T12" fmla="*/ 3 w 437"/>
                <a:gd name="T13" fmla="*/ 1 h 260"/>
                <a:gd name="T14" fmla="*/ 3 w 437"/>
                <a:gd name="T15" fmla="*/ 1 h 260"/>
                <a:gd name="T16" fmla="*/ 3 w 437"/>
                <a:gd name="T17" fmla="*/ 1 h 260"/>
                <a:gd name="T18" fmla="*/ 2 w 437"/>
                <a:gd name="T19" fmla="*/ 1 h 260"/>
                <a:gd name="T20" fmla="*/ 2 w 437"/>
                <a:gd name="T21" fmla="*/ 0 h 260"/>
                <a:gd name="T22" fmla="*/ 2 w 437"/>
                <a:gd name="T23" fmla="*/ 0 h 260"/>
                <a:gd name="T24" fmla="*/ 2 w 437"/>
                <a:gd name="T25" fmla="*/ 0 h 260"/>
                <a:gd name="T26" fmla="*/ 1 w 437"/>
                <a:gd name="T27" fmla="*/ 0 h 260"/>
                <a:gd name="T28" fmla="*/ 1 w 437"/>
                <a:gd name="T29" fmla="*/ 0 h 260"/>
                <a:gd name="T30" fmla="*/ 1 w 437"/>
                <a:gd name="T31" fmla="*/ 0 h 260"/>
                <a:gd name="T32" fmla="*/ 0 w 437"/>
                <a:gd name="T33" fmla="*/ 0 h 260"/>
                <a:gd name="T34" fmla="*/ 0 w 437"/>
                <a:gd name="T35" fmla="*/ 0 h 260"/>
                <a:gd name="T36" fmla="*/ 0 w 437"/>
                <a:gd name="T37" fmla="*/ 0 h 260"/>
                <a:gd name="T38" fmla="*/ 0 w 437"/>
                <a:gd name="T39" fmla="*/ 0 h 260"/>
                <a:gd name="T40" fmla="*/ 1 w 437"/>
                <a:gd name="T41" fmla="*/ 0 h 260"/>
                <a:gd name="T42" fmla="*/ 1 w 437"/>
                <a:gd name="T43" fmla="*/ 0 h 260"/>
                <a:gd name="T44" fmla="*/ 1 w 437"/>
                <a:gd name="T45" fmla="*/ 0 h 260"/>
                <a:gd name="T46" fmla="*/ 2 w 437"/>
                <a:gd name="T47" fmla="*/ 0 h 260"/>
                <a:gd name="T48" fmla="*/ 2 w 437"/>
                <a:gd name="T49" fmla="*/ 0 h 260"/>
                <a:gd name="T50" fmla="*/ 2 w 437"/>
                <a:gd name="T51" fmla="*/ 1 h 260"/>
                <a:gd name="T52" fmla="*/ 2 w 437"/>
                <a:gd name="T53" fmla="*/ 1 h 260"/>
                <a:gd name="T54" fmla="*/ 3 w 437"/>
                <a:gd name="T55" fmla="*/ 1 h 260"/>
                <a:gd name="T56" fmla="*/ 3 w 437"/>
                <a:gd name="T57" fmla="*/ 1 h 260"/>
                <a:gd name="T58" fmla="*/ 3 w 437"/>
                <a:gd name="T59" fmla="*/ 1 h 260"/>
                <a:gd name="T60" fmla="*/ 3 w 437"/>
                <a:gd name="T61" fmla="*/ 1 h 260"/>
                <a:gd name="T62" fmla="*/ 3 w 437"/>
                <a:gd name="T63" fmla="*/ 1 h 260"/>
                <a:gd name="T64" fmla="*/ 3 w 437"/>
                <a:gd name="T65" fmla="*/ 2 h 260"/>
                <a:gd name="T66" fmla="*/ 3 w 437"/>
                <a:gd name="T67" fmla="*/ 2 h 260"/>
                <a:gd name="T68" fmla="*/ 3 w 437"/>
                <a:gd name="T69" fmla="*/ 2 h 260"/>
                <a:gd name="T70" fmla="*/ 3 w 437"/>
                <a:gd name="T71" fmla="*/ 2 h 260"/>
                <a:gd name="T72" fmla="*/ 3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437" y="260"/>
                  </a:moveTo>
                  <a:lnTo>
                    <a:pt x="437" y="260"/>
                  </a:lnTo>
                  <a:lnTo>
                    <a:pt x="434" y="233"/>
                  </a:lnTo>
                  <a:lnTo>
                    <a:pt x="427" y="206"/>
                  </a:lnTo>
                  <a:lnTo>
                    <a:pt x="417" y="181"/>
                  </a:lnTo>
                  <a:lnTo>
                    <a:pt x="401" y="157"/>
                  </a:lnTo>
                  <a:lnTo>
                    <a:pt x="383" y="133"/>
                  </a:lnTo>
                  <a:lnTo>
                    <a:pt x="360" y="113"/>
                  </a:lnTo>
                  <a:lnTo>
                    <a:pt x="336" y="93"/>
                  </a:lnTo>
                  <a:lnTo>
                    <a:pt x="308" y="73"/>
                  </a:lnTo>
                  <a:lnTo>
                    <a:pt x="276" y="58"/>
                  </a:lnTo>
                  <a:lnTo>
                    <a:pt x="242" y="43"/>
                  </a:lnTo>
                  <a:lnTo>
                    <a:pt x="207" y="30"/>
                  </a:lnTo>
                  <a:lnTo>
                    <a:pt x="168" y="19"/>
                  </a:lnTo>
                  <a:lnTo>
                    <a:pt x="128" y="11"/>
                  </a:lnTo>
                  <a:lnTo>
                    <a:pt x="87" y="4"/>
                  </a:lnTo>
                  <a:lnTo>
                    <a:pt x="43" y="1"/>
                  </a:lnTo>
                  <a:lnTo>
                    <a:pt x="0" y="0"/>
                  </a:lnTo>
                  <a:lnTo>
                    <a:pt x="0" y="11"/>
                  </a:lnTo>
                  <a:lnTo>
                    <a:pt x="43" y="12"/>
                  </a:lnTo>
                  <a:lnTo>
                    <a:pt x="85" y="16"/>
                  </a:lnTo>
                  <a:lnTo>
                    <a:pt x="126" y="23"/>
                  </a:lnTo>
                  <a:lnTo>
                    <a:pt x="166" y="31"/>
                  </a:lnTo>
                  <a:lnTo>
                    <a:pt x="202" y="42"/>
                  </a:lnTo>
                  <a:lnTo>
                    <a:pt x="237" y="55"/>
                  </a:lnTo>
                  <a:lnTo>
                    <a:pt x="271" y="70"/>
                  </a:lnTo>
                  <a:lnTo>
                    <a:pt x="301" y="85"/>
                  </a:lnTo>
                  <a:lnTo>
                    <a:pt x="329" y="103"/>
                  </a:lnTo>
                  <a:lnTo>
                    <a:pt x="353" y="123"/>
                  </a:lnTo>
                  <a:lnTo>
                    <a:pt x="373" y="143"/>
                  </a:lnTo>
                  <a:lnTo>
                    <a:pt x="392" y="164"/>
                  </a:lnTo>
                  <a:lnTo>
                    <a:pt x="405" y="186"/>
                  </a:lnTo>
                  <a:lnTo>
                    <a:pt x="415" y="211"/>
                  </a:lnTo>
                  <a:lnTo>
                    <a:pt x="422" y="235"/>
                  </a:lnTo>
                  <a:lnTo>
                    <a:pt x="425" y="260"/>
                  </a:lnTo>
                  <a:lnTo>
                    <a:pt x="437"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7859" name="Freeform 49"/>
            <p:cNvSpPr>
              <a:spLocks/>
            </p:cNvSpPr>
            <p:nvPr/>
          </p:nvSpPr>
          <p:spPr bwMode="auto">
            <a:xfrm>
              <a:off x="1267" y="1640"/>
              <a:ext cx="87" cy="52"/>
            </a:xfrm>
            <a:custGeom>
              <a:avLst/>
              <a:gdLst>
                <a:gd name="T0" fmla="*/ 0 w 437"/>
                <a:gd name="T1" fmla="*/ 2 h 260"/>
                <a:gd name="T2" fmla="*/ 0 w 437"/>
                <a:gd name="T3" fmla="*/ 2 h 260"/>
                <a:gd name="T4" fmla="*/ 0 w 437"/>
                <a:gd name="T5" fmla="*/ 2 h 260"/>
                <a:gd name="T6" fmla="*/ 1 w 437"/>
                <a:gd name="T7" fmla="*/ 2 h 260"/>
                <a:gd name="T8" fmla="*/ 1 w 437"/>
                <a:gd name="T9" fmla="*/ 2 h 260"/>
                <a:gd name="T10" fmla="*/ 1 w 437"/>
                <a:gd name="T11" fmla="*/ 2 h 260"/>
                <a:gd name="T12" fmla="*/ 2 w 437"/>
                <a:gd name="T13" fmla="*/ 2 h 260"/>
                <a:gd name="T14" fmla="*/ 2 w 437"/>
                <a:gd name="T15" fmla="*/ 2 h 260"/>
                <a:gd name="T16" fmla="*/ 2 w 437"/>
                <a:gd name="T17" fmla="*/ 2 h 260"/>
                <a:gd name="T18" fmla="*/ 2 w 437"/>
                <a:gd name="T19" fmla="*/ 1 h 260"/>
                <a:gd name="T20" fmla="*/ 3 w 437"/>
                <a:gd name="T21" fmla="*/ 1 h 260"/>
                <a:gd name="T22" fmla="*/ 3 w 437"/>
                <a:gd name="T23" fmla="*/ 1 h 260"/>
                <a:gd name="T24" fmla="*/ 3 w 437"/>
                <a:gd name="T25" fmla="*/ 1 h 260"/>
                <a:gd name="T26" fmla="*/ 3 w 437"/>
                <a:gd name="T27" fmla="*/ 1 h 260"/>
                <a:gd name="T28" fmla="*/ 3 w 437"/>
                <a:gd name="T29" fmla="*/ 1 h 260"/>
                <a:gd name="T30" fmla="*/ 3 w 437"/>
                <a:gd name="T31" fmla="*/ 0 h 260"/>
                <a:gd name="T32" fmla="*/ 3 w 437"/>
                <a:gd name="T33" fmla="*/ 0 h 260"/>
                <a:gd name="T34" fmla="*/ 3 w 437"/>
                <a:gd name="T35" fmla="*/ 0 h 260"/>
                <a:gd name="T36" fmla="*/ 3 w 437"/>
                <a:gd name="T37" fmla="*/ 0 h 260"/>
                <a:gd name="T38" fmla="*/ 3 w 437"/>
                <a:gd name="T39" fmla="*/ 0 h 260"/>
                <a:gd name="T40" fmla="*/ 3 w 437"/>
                <a:gd name="T41" fmla="*/ 0 h 260"/>
                <a:gd name="T42" fmla="*/ 3 w 437"/>
                <a:gd name="T43" fmla="*/ 1 h 260"/>
                <a:gd name="T44" fmla="*/ 3 w 437"/>
                <a:gd name="T45" fmla="*/ 1 h 260"/>
                <a:gd name="T46" fmla="*/ 3 w 437"/>
                <a:gd name="T47" fmla="*/ 1 h 260"/>
                <a:gd name="T48" fmla="*/ 3 w 437"/>
                <a:gd name="T49" fmla="*/ 1 h 260"/>
                <a:gd name="T50" fmla="*/ 3 w 437"/>
                <a:gd name="T51" fmla="*/ 1 h 260"/>
                <a:gd name="T52" fmla="*/ 2 w 437"/>
                <a:gd name="T53" fmla="*/ 1 h 260"/>
                <a:gd name="T54" fmla="*/ 2 w 437"/>
                <a:gd name="T55" fmla="*/ 2 h 260"/>
                <a:gd name="T56" fmla="*/ 2 w 437"/>
                <a:gd name="T57" fmla="*/ 2 h 260"/>
                <a:gd name="T58" fmla="*/ 2 w 437"/>
                <a:gd name="T59" fmla="*/ 2 h 260"/>
                <a:gd name="T60" fmla="*/ 1 w 437"/>
                <a:gd name="T61" fmla="*/ 2 h 260"/>
                <a:gd name="T62" fmla="*/ 1 w 437"/>
                <a:gd name="T63" fmla="*/ 2 h 260"/>
                <a:gd name="T64" fmla="*/ 1 w 437"/>
                <a:gd name="T65" fmla="*/ 2 h 260"/>
                <a:gd name="T66" fmla="*/ 0 w 437"/>
                <a:gd name="T67" fmla="*/ 2 h 260"/>
                <a:gd name="T68" fmla="*/ 0 w 437"/>
                <a:gd name="T69" fmla="*/ 2 h 260"/>
                <a:gd name="T70" fmla="*/ 0 w 437"/>
                <a:gd name="T71" fmla="*/ 2 h 260"/>
                <a:gd name="T72" fmla="*/ 0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0" y="260"/>
                  </a:moveTo>
                  <a:lnTo>
                    <a:pt x="0" y="260"/>
                  </a:lnTo>
                  <a:lnTo>
                    <a:pt x="43" y="259"/>
                  </a:lnTo>
                  <a:lnTo>
                    <a:pt x="87" y="255"/>
                  </a:lnTo>
                  <a:lnTo>
                    <a:pt x="128" y="248"/>
                  </a:lnTo>
                  <a:lnTo>
                    <a:pt x="168" y="240"/>
                  </a:lnTo>
                  <a:lnTo>
                    <a:pt x="207" y="230"/>
                  </a:lnTo>
                  <a:lnTo>
                    <a:pt x="242" y="217"/>
                  </a:lnTo>
                  <a:lnTo>
                    <a:pt x="276" y="202"/>
                  </a:lnTo>
                  <a:lnTo>
                    <a:pt x="308" y="185"/>
                  </a:lnTo>
                  <a:lnTo>
                    <a:pt x="336" y="166"/>
                  </a:lnTo>
                  <a:lnTo>
                    <a:pt x="360" y="146"/>
                  </a:lnTo>
                  <a:lnTo>
                    <a:pt x="383" y="125"/>
                  </a:lnTo>
                  <a:lnTo>
                    <a:pt x="401" y="102"/>
                  </a:lnTo>
                  <a:lnTo>
                    <a:pt x="417" y="77"/>
                  </a:lnTo>
                  <a:lnTo>
                    <a:pt x="427" y="53"/>
                  </a:lnTo>
                  <a:lnTo>
                    <a:pt x="434" y="27"/>
                  </a:lnTo>
                  <a:lnTo>
                    <a:pt x="437" y="0"/>
                  </a:lnTo>
                  <a:lnTo>
                    <a:pt x="425" y="0"/>
                  </a:lnTo>
                  <a:lnTo>
                    <a:pt x="422" y="24"/>
                  </a:lnTo>
                  <a:lnTo>
                    <a:pt x="415" y="48"/>
                  </a:lnTo>
                  <a:lnTo>
                    <a:pt x="405" y="73"/>
                  </a:lnTo>
                  <a:lnTo>
                    <a:pt x="392" y="95"/>
                  </a:lnTo>
                  <a:lnTo>
                    <a:pt x="373" y="116"/>
                  </a:lnTo>
                  <a:lnTo>
                    <a:pt x="353" y="137"/>
                  </a:lnTo>
                  <a:lnTo>
                    <a:pt x="329" y="157"/>
                  </a:lnTo>
                  <a:lnTo>
                    <a:pt x="301" y="173"/>
                  </a:lnTo>
                  <a:lnTo>
                    <a:pt x="271" y="190"/>
                  </a:lnTo>
                  <a:lnTo>
                    <a:pt x="237" y="205"/>
                  </a:lnTo>
                  <a:lnTo>
                    <a:pt x="202" y="218"/>
                  </a:lnTo>
                  <a:lnTo>
                    <a:pt x="166" y="228"/>
                  </a:lnTo>
                  <a:lnTo>
                    <a:pt x="126" y="237"/>
                  </a:lnTo>
                  <a:lnTo>
                    <a:pt x="85" y="244"/>
                  </a:lnTo>
                  <a:lnTo>
                    <a:pt x="43" y="247"/>
                  </a:lnTo>
                  <a:lnTo>
                    <a:pt x="0" y="248"/>
                  </a:lnTo>
                  <a:lnTo>
                    <a:pt x="0"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7860" name="Freeform 50"/>
            <p:cNvSpPr>
              <a:spLocks/>
            </p:cNvSpPr>
            <p:nvPr/>
          </p:nvSpPr>
          <p:spPr bwMode="auto">
            <a:xfrm>
              <a:off x="1179" y="1640"/>
              <a:ext cx="88" cy="52"/>
            </a:xfrm>
            <a:custGeom>
              <a:avLst/>
              <a:gdLst>
                <a:gd name="T0" fmla="*/ 0 w 439"/>
                <a:gd name="T1" fmla="*/ 0 h 260"/>
                <a:gd name="T2" fmla="*/ 0 w 439"/>
                <a:gd name="T3" fmla="*/ 0 h 260"/>
                <a:gd name="T4" fmla="*/ 0 w 439"/>
                <a:gd name="T5" fmla="*/ 0 h 260"/>
                <a:gd name="T6" fmla="*/ 0 w 439"/>
                <a:gd name="T7" fmla="*/ 0 h 260"/>
                <a:gd name="T8" fmla="*/ 0 w 439"/>
                <a:gd name="T9" fmla="*/ 1 h 260"/>
                <a:gd name="T10" fmla="*/ 0 w 439"/>
                <a:gd name="T11" fmla="*/ 1 h 260"/>
                <a:gd name="T12" fmla="*/ 0 w 439"/>
                <a:gd name="T13" fmla="*/ 1 h 260"/>
                <a:gd name="T14" fmla="*/ 1 w 439"/>
                <a:gd name="T15" fmla="*/ 1 h 260"/>
                <a:gd name="T16" fmla="*/ 1 w 439"/>
                <a:gd name="T17" fmla="*/ 1 h 260"/>
                <a:gd name="T18" fmla="*/ 1 w 439"/>
                <a:gd name="T19" fmla="*/ 1 h 260"/>
                <a:gd name="T20" fmla="*/ 1 w 439"/>
                <a:gd name="T21" fmla="*/ 2 h 260"/>
                <a:gd name="T22" fmla="*/ 2 w 439"/>
                <a:gd name="T23" fmla="*/ 2 h 260"/>
                <a:gd name="T24" fmla="*/ 2 w 439"/>
                <a:gd name="T25" fmla="*/ 2 h 260"/>
                <a:gd name="T26" fmla="*/ 2 w 439"/>
                <a:gd name="T27" fmla="*/ 2 h 260"/>
                <a:gd name="T28" fmla="*/ 2 w 439"/>
                <a:gd name="T29" fmla="*/ 2 h 260"/>
                <a:gd name="T30" fmla="*/ 3 w 439"/>
                <a:gd name="T31" fmla="*/ 2 h 260"/>
                <a:gd name="T32" fmla="*/ 3 w 439"/>
                <a:gd name="T33" fmla="*/ 2 h 260"/>
                <a:gd name="T34" fmla="*/ 4 w 439"/>
                <a:gd name="T35" fmla="*/ 2 h 260"/>
                <a:gd name="T36" fmla="*/ 4 w 439"/>
                <a:gd name="T37" fmla="*/ 2 h 260"/>
                <a:gd name="T38" fmla="*/ 3 w 439"/>
                <a:gd name="T39" fmla="*/ 2 h 260"/>
                <a:gd name="T40" fmla="*/ 3 w 439"/>
                <a:gd name="T41" fmla="*/ 2 h 260"/>
                <a:gd name="T42" fmla="*/ 3 w 439"/>
                <a:gd name="T43" fmla="*/ 2 h 260"/>
                <a:gd name="T44" fmla="*/ 2 w 439"/>
                <a:gd name="T45" fmla="*/ 2 h 260"/>
                <a:gd name="T46" fmla="*/ 2 w 439"/>
                <a:gd name="T47" fmla="*/ 2 h 260"/>
                <a:gd name="T48" fmla="*/ 2 w 439"/>
                <a:gd name="T49" fmla="*/ 2 h 260"/>
                <a:gd name="T50" fmla="*/ 1 w 439"/>
                <a:gd name="T51" fmla="*/ 2 h 260"/>
                <a:gd name="T52" fmla="*/ 1 w 439"/>
                <a:gd name="T53" fmla="*/ 1 h 260"/>
                <a:gd name="T54" fmla="*/ 1 w 439"/>
                <a:gd name="T55" fmla="*/ 1 h 260"/>
                <a:gd name="T56" fmla="*/ 1 w 439"/>
                <a:gd name="T57" fmla="*/ 1 h 260"/>
                <a:gd name="T58" fmla="*/ 1 w 439"/>
                <a:gd name="T59" fmla="*/ 1 h 260"/>
                <a:gd name="T60" fmla="*/ 0 w 439"/>
                <a:gd name="T61" fmla="*/ 1 h 260"/>
                <a:gd name="T62" fmla="*/ 0 w 439"/>
                <a:gd name="T63" fmla="*/ 1 h 260"/>
                <a:gd name="T64" fmla="*/ 0 w 439"/>
                <a:gd name="T65" fmla="*/ 0 h 260"/>
                <a:gd name="T66" fmla="*/ 0 w 439"/>
                <a:gd name="T67" fmla="*/ 0 h 260"/>
                <a:gd name="T68" fmla="*/ 0 w 439"/>
                <a:gd name="T69" fmla="*/ 0 h 260"/>
                <a:gd name="T70" fmla="*/ 0 w 439"/>
                <a:gd name="T71" fmla="*/ 0 h 260"/>
                <a:gd name="T72" fmla="*/ 0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0" y="0"/>
                  </a:moveTo>
                  <a:lnTo>
                    <a:pt x="0" y="0"/>
                  </a:lnTo>
                  <a:lnTo>
                    <a:pt x="3" y="27"/>
                  </a:lnTo>
                  <a:lnTo>
                    <a:pt x="10" y="53"/>
                  </a:lnTo>
                  <a:lnTo>
                    <a:pt x="20" y="77"/>
                  </a:lnTo>
                  <a:lnTo>
                    <a:pt x="35" y="102"/>
                  </a:lnTo>
                  <a:lnTo>
                    <a:pt x="54" y="125"/>
                  </a:lnTo>
                  <a:lnTo>
                    <a:pt x="76" y="146"/>
                  </a:lnTo>
                  <a:lnTo>
                    <a:pt x="102" y="166"/>
                  </a:lnTo>
                  <a:lnTo>
                    <a:pt x="130" y="185"/>
                  </a:lnTo>
                  <a:lnTo>
                    <a:pt x="162" y="202"/>
                  </a:lnTo>
                  <a:lnTo>
                    <a:pt x="195" y="217"/>
                  </a:lnTo>
                  <a:lnTo>
                    <a:pt x="231" y="230"/>
                  </a:lnTo>
                  <a:lnTo>
                    <a:pt x="270" y="240"/>
                  </a:lnTo>
                  <a:lnTo>
                    <a:pt x="310" y="248"/>
                  </a:lnTo>
                  <a:lnTo>
                    <a:pt x="351" y="255"/>
                  </a:lnTo>
                  <a:lnTo>
                    <a:pt x="395" y="259"/>
                  </a:lnTo>
                  <a:lnTo>
                    <a:pt x="439" y="260"/>
                  </a:lnTo>
                  <a:lnTo>
                    <a:pt x="439" y="248"/>
                  </a:lnTo>
                  <a:lnTo>
                    <a:pt x="395" y="247"/>
                  </a:lnTo>
                  <a:lnTo>
                    <a:pt x="353" y="244"/>
                  </a:lnTo>
                  <a:lnTo>
                    <a:pt x="312" y="237"/>
                  </a:lnTo>
                  <a:lnTo>
                    <a:pt x="272" y="228"/>
                  </a:lnTo>
                  <a:lnTo>
                    <a:pt x="236" y="218"/>
                  </a:lnTo>
                  <a:lnTo>
                    <a:pt x="200" y="205"/>
                  </a:lnTo>
                  <a:lnTo>
                    <a:pt x="167" y="190"/>
                  </a:lnTo>
                  <a:lnTo>
                    <a:pt x="137" y="173"/>
                  </a:lnTo>
                  <a:lnTo>
                    <a:pt x="109" y="157"/>
                  </a:lnTo>
                  <a:lnTo>
                    <a:pt x="84" y="137"/>
                  </a:lnTo>
                  <a:lnTo>
                    <a:pt x="64" y="116"/>
                  </a:lnTo>
                  <a:lnTo>
                    <a:pt x="45" y="95"/>
                  </a:lnTo>
                  <a:lnTo>
                    <a:pt x="32" y="73"/>
                  </a:lnTo>
                  <a:lnTo>
                    <a:pt x="21" y="48"/>
                  </a:lnTo>
                  <a:lnTo>
                    <a:pt x="14" y="24"/>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7861" name="Freeform 51"/>
            <p:cNvSpPr>
              <a:spLocks/>
            </p:cNvSpPr>
            <p:nvPr/>
          </p:nvSpPr>
          <p:spPr bwMode="auto">
            <a:xfrm>
              <a:off x="1179" y="1588"/>
              <a:ext cx="88" cy="52"/>
            </a:xfrm>
            <a:custGeom>
              <a:avLst/>
              <a:gdLst>
                <a:gd name="T0" fmla="*/ 4 w 439"/>
                <a:gd name="T1" fmla="*/ 0 h 260"/>
                <a:gd name="T2" fmla="*/ 4 w 439"/>
                <a:gd name="T3" fmla="*/ 0 h 260"/>
                <a:gd name="T4" fmla="*/ 3 w 439"/>
                <a:gd name="T5" fmla="*/ 0 h 260"/>
                <a:gd name="T6" fmla="*/ 3 w 439"/>
                <a:gd name="T7" fmla="*/ 0 h 260"/>
                <a:gd name="T8" fmla="*/ 2 w 439"/>
                <a:gd name="T9" fmla="*/ 0 h 260"/>
                <a:gd name="T10" fmla="*/ 2 w 439"/>
                <a:gd name="T11" fmla="*/ 0 h 260"/>
                <a:gd name="T12" fmla="*/ 2 w 439"/>
                <a:gd name="T13" fmla="*/ 0 h 260"/>
                <a:gd name="T14" fmla="*/ 2 w 439"/>
                <a:gd name="T15" fmla="*/ 0 h 260"/>
                <a:gd name="T16" fmla="*/ 1 w 439"/>
                <a:gd name="T17" fmla="*/ 0 h 260"/>
                <a:gd name="T18" fmla="*/ 1 w 439"/>
                <a:gd name="T19" fmla="*/ 1 h 260"/>
                <a:gd name="T20" fmla="*/ 1 w 439"/>
                <a:gd name="T21" fmla="*/ 1 h 260"/>
                <a:gd name="T22" fmla="*/ 1 w 439"/>
                <a:gd name="T23" fmla="*/ 1 h 260"/>
                <a:gd name="T24" fmla="*/ 0 w 439"/>
                <a:gd name="T25" fmla="*/ 1 h 260"/>
                <a:gd name="T26" fmla="*/ 0 w 439"/>
                <a:gd name="T27" fmla="*/ 1 h 260"/>
                <a:gd name="T28" fmla="*/ 0 w 439"/>
                <a:gd name="T29" fmla="*/ 1 h 260"/>
                <a:gd name="T30" fmla="*/ 0 w 439"/>
                <a:gd name="T31" fmla="*/ 2 h 260"/>
                <a:gd name="T32" fmla="*/ 0 w 439"/>
                <a:gd name="T33" fmla="*/ 2 h 260"/>
                <a:gd name="T34" fmla="*/ 0 w 439"/>
                <a:gd name="T35" fmla="*/ 2 h 260"/>
                <a:gd name="T36" fmla="*/ 0 w 439"/>
                <a:gd name="T37" fmla="*/ 2 h 260"/>
                <a:gd name="T38" fmla="*/ 0 w 439"/>
                <a:gd name="T39" fmla="*/ 2 h 260"/>
                <a:gd name="T40" fmla="*/ 0 w 439"/>
                <a:gd name="T41" fmla="*/ 2 h 260"/>
                <a:gd name="T42" fmla="*/ 0 w 439"/>
                <a:gd name="T43" fmla="*/ 1 h 260"/>
                <a:gd name="T44" fmla="*/ 0 w 439"/>
                <a:gd name="T45" fmla="*/ 1 h 260"/>
                <a:gd name="T46" fmla="*/ 1 w 439"/>
                <a:gd name="T47" fmla="*/ 1 h 260"/>
                <a:gd name="T48" fmla="*/ 1 w 439"/>
                <a:gd name="T49" fmla="*/ 1 h 260"/>
                <a:gd name="T50" fmla="*/ 1 w 439"/>
                <a:gd name="T51" fmla="*/ 1 h 260"/>
                <a:gd name="T52" fmla="*/ 1 w 439"/>
                <a:gd name="T53" fmla="*/ 1 h 260"/>
                <a:gd name="T54" fmla="*/ 1 w 439"/>
                <a:gd name="T55" fmla="*/ 1 h 260"/>
                <a:gd name="T56" fmla="*/ 2 w 439"/>
                <a:gd name="T57" fmla="*/ 0 h 260"/>
                <a:gd name="T58" fmla="*/ 2 w 439"/>
                <a:gd name="T59" fmla="*/ 0 h 260"/>
                <a:gd name="T60" fmla="*/ 2 w 439"/>
                <a:gd name="T61" fmla="*/ 0 h 260"/>
                <a:gd name="T62" fmla="*/ 3 w 439"/>
                <a:gd name="T63" fmla="*/ 0 h 260"/>
                <a:gd name="T64" fmla="*/ 3 w 439"/>
                <a:gd name="T65" fmla="*/ 0 h 260"/>
                <a:gd name="T66" fmla="*/ 3 w 439"/>
                <a:gd name="T67" fmla="*/ 0 h 260"/>
                <a:gd name="T68" fmla="*/ 4 w 439"/>
                <a:gd name="T69" fmla="*/ 0 h 260"/>
                <a:gd name="T70" fmla="*/ 4 w 439"/>
                <a:gd name="T71" fmla="*/ 0 h 260"/>
                <a:gd name="T72" fmla="*/ 4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439" y="0"/>
                  </a:moveTo>
                  <a:lnTo>
                    <a:pt x="439" y="0"/>
                  </a:lnTo>
                  <a:lnTo>
                    <a:pt x="395" y="1"/>
                  </a:lnTo>
                  <a:lnTo>
                    <a:pt x="351" y="4"/>
                  </a:lnTo>
                  <a:lnTo>
                    <a:pt x="310" y="11"/>
                  </a:lnTo>
                  <a:lnTo>
                    <a:pt x="270" y="19"/>
                  </a:lnTo>
                  <a:lnTo>
                    <a:pt x="231" y="30"/>
                  </a:lnTo>
                  <a:lnTo>
                    <a:pt x="195" y="43"/>
                  </a:lnTo>
                  <a:lnTo>
                    <a:pt x="162" y="58"/>
                  </a:lnTo>
                  <a:lnTo>
                    <a:pt x="130" y="73"/>
                  </a:lnTo>
                  <a:lnTo>
                    <a:pt x="102" y="93"/>
                  </a:lnTo>
                  <a:lnTo>
                    <a:pt x="76" y="113"/>
                  </a:lnTo>
                  <a:lnTo>
                    <a:pt x="54" y="133"/>
                  </a:lnTo>
                  <a:lnTo>
                    <a:pt x="35" y="157"/>
                  </a:lnTo>
                  <a:lnTo>
                    <a:pt x="20" y="181"/>
                  </a:lnTo>
                  <a:lnTo>
                    <a:pt x="10" y="206"/>
                  </a:lnTo>
                  <a:lnTo>
                    <a:pt x="3" y="233"/>
                  </a:lnTo>
                  <a:lnTo>
                    <a:pt x="0" y="260"/>
                  </a:lnTo>
                  <a:lnTo>
                    <a:pt x="12" y="260"/>
                  </a:lnTo>
                  <a:lnTo>
                    <a:pt x="14" y="235"/>
                  </a:lnTo>
                  <a:lnTo>
                    <a:pt x="21" y="211"/>
                  </a:lnTo>
                  <a:lnTo>
                    <a:pt x="32" y="186"/>
                  </a:lnTo>
                  <a:lnTo>
                    <a:pt x="45" y="164"/>
                  </a:lnTo>
                  <a:lnTo>
                    <a:pt x="64" y="143"/>
                  </a:lnTo>
                  <a:lnTo>
                    <a:pt x="84" y="123"/>
                  </a:lnTo>
                  <a:lnTo>
                    <a:pt x="109" y="103"/>
                  </a:lnTo>
                  <a:lnTo>
                    <a:pt x="137" y="85"/>
                  </a:lnTo>
                  <a:lnTo>
                    <a:pt x="167" y="70"/>
                  </a:lnTo>
                  <a:lnTo>
                    <a:pt x="200" y="55"/>
                  </a:lnTo>
                  <a:lnTo>
                    <a:pt x="236" y="42"/>
                  </a:lnTo>
                  <a:lnTo>
                    <a:pt x="272" y="31"/>
                  </a:lnTo>
                  <a:lnTo>
                    <a:pt x="312" y="23"/>
                  </a:lnTo>
                  <a:lnTo>
                    <a:pt x="353" y="16"/>
                  </a:lnTo>
                  <a:lnTo>
                    <a:pt x="395" y="12"/>
                  </a:lnTo>
                  <a:lnTo>
                    <a:pt x="439" y="11"/>
                  </a:lnTo>
                  <a:lnTo>
                    <a:pt x="439"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7862" name="Freeform 52"/>
            <p:cNvSpPr>
              <a:spLocks/>
            </p:cNvSpPr>
            <p:nvPr/>
          </p:nvSpPr>
          <p:spPr bwMode="auto">
            <a:xfrm>
              <a:off x="964" y="1745"/>
              <a:ext cx="48" cy="85"/>
            </a:xfrm>
            <a:custGeom>
              <a:avLst/>
              <a:gdLst>
                <a:gd name="T0" fmla="*/ 2 w 244"/>
                <a:gd name="T1" fmla="*/ 3 h 426"/>
                <a:gd name="T2" fmla="*/ 2 w 244"/>
                <a:gd name="T3" fmla="*/ 3 h 426"/>
                <a:gd name="T4" fmla="*/ 2 w 244"/>
                <a:gd name="T5" fmla="*/ 3 h 426"/>
                <a:gd name="T6" fmla="*/ 2 w 244"/>
                <a:gd name="T7" fmla="*/ 3 h 426"/>
                <a:gd name="T8" fmla="*/ 2 w 244"/>
                <a:gd name="T9" fmla="*/ 2 h 426"/>
                <a:gd name="T10" fmla="*/ 2 w 244"/>
                <a:gd name="T11" fmla="*/ 2 h 426"/>
                <a:gd name="T12" fmla="*/ 2 w 244"/>
                <a:gd name="T13" fmla="*/ 2 h 426"/>
                <a:gd name="T14" fmla="*/ 2 w 244"/>
                <a:gd name="T15" fmla="*/ 2 h 426"/>
                <a:gd name="T16" fmla="*/ 1 w 244"/>
                <a:gd name="T17" fmla="*/ 1 h 426"/>
                <a:gd name="T18" fmla="*/ 1 w 244"/>
                <a:gd name="T19" fmla="*/ 1 h 426"/>
                <a:gd name="T20" fmla="*/ 1 w 244"/>
                <a:gd name="T21" fmla="*/ 1 h 426"/>
                <a:gd name="T22" fmla="*/ 1 w 244"/>
                <a:gd name="T23" fmla="*/ 1 h 426"/>
                <a:gd name="T24" fmla="*/ 1 w 244"/>
                <a:gd name="T25" fmla="*/ 0 h 426"/>
                <a:gd name="T26" fmla="*/ 1 w 244"/>
                <a:gd name="T27" fmla="*/ 0 h 426"/>
                <a:gd name="T28" fmla="*/ 1 w 244"/>
                <a:gd name="T29" fmla="*/ 0 h 426"/>
                <a:gd name="T30" fmla="*/ 0 w 244"/>
                <a:gd name="T31" fmla="*/ 0 h 426"/>
                <a:gd name="T32" fmla="*/ 0 w 244"/>
                <a:gd name="T33" fmla="*/ 0 h 426"/>
                <a:gd name="T34" fmla="*/ 0 w 244"/>
                <a:gd name="T35" fmla="*/ 0 h 426"/>
                <a:gd name="T36" fmla="*/ 0 w 244"/>
                <a:gd name="T37" fmla="*/ 0 h 426"/>
                <a:gd name="T38" fmla="*/ 0 w 244"/>
                <a:gd name="T39" fmla="*/ 0 h 426"/>
                <a:gd name="T40" fmla="*/ 0 w 244"/>
                <a:gd name="T41" fmla="*/ 0 h 426"/>
                <a:gd name="T42" fmla="*/ 1 w 244"/>
                <a:gd name="T43" fmla="*/ 0 h 426"/>
                <a:gd name="T44" fmla="*/ 1 w 244"/>
                <a:gd name="T45" fmla="*/ 0 h 426"/>
                <a:gd name="T46" fmla="*/ 1 w 244"/>
                <a:gd name="T47" fmla="*/ 0 h 426"/>
                <a:gd name="T48" fmla="*/ 1 w 244"/>
                <a:gd name="T49" fmla="*/ 1 h 426"/>
                <a:gd name="T50" fmla="*/ 1 w 244"/>
                <a:gd name="T51" fmla="*/ 1 h 426"/>
                <a:gd name="T52" fmla="*/ 1 w 244"/>
                <a:gd name="T53" fmla="*/ 1 h 426"/>
                <a:gd name="T54" fmla="*/ 1 w 244"/>
                <a:gd name="T55" fmla="*/ 1 h 426"/>
                <a:gd name="T56" fmla="*/ 1 w 244"/>
                <a:gd name="T57" fmla="*/ 2 h 426"/>
                <a:gd name="T58" fmla="*/ 2 w 244"/>
                <a:gd name="T59" fmla="*/ 2 h 426"/>
                <a:gd name="T60" fmla="*/ 2 w 244"/>
                <a:gd name="T61" fmla="*/ 2 h 426"/>
                <a:gd name="T62" fmla="*/ 2 w 244"/>
                <a:gd name="T63" fmla="*/ 2 h 426"/>
                <a:gd name="T64" fmla="*/ 2 w 244"/>
                <a:gd name="T65" fmla="*/ 3 h 426"/>
                <a:gd name="T66" fmla="*/ 2 w 244"/>
                <a:gd name="T67" fmla="*/ 3 h 426"/>
                <a:gd name="T68" fmla="*/ 2 w 244"/>
                <a:gd name="T69" fmla="*/ 3 h 426"/>
                <a:gd name="T70" fmla="*/ 2 w 244"/>
                <a:gd name="T71" fmla="*/ 3 h 426"/>
                <a:gd name="T72" fmla="*/ 2 w 244"/>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6"/>
                <a:gd name="T113" fmla="*/ 244 w 244"/>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6">
                  <a:moveTo>
                    <a:pt x="244" y="426"/>
                  </a:moveTo>
                  <a:lnTo>
                    <a:pt x="244" y="426"/>
                  </a:lnTo>
                  <a:lnTo>
                    <a:pt x="243" y="383"/>
                  </a:lnTo>
                  <a:lnTo>
                    <a:pt x="240" y="340"/>
                  </a:lnTo>
                  <a:lnTo>
                    <a:pt x="234" y="300"/>
                  </a:lnTo>
                  <a:lnTo>
                    <a:pt x="226" y="262"/>
                  </a:lnTo>
                  <a:lnTo>
                    <a:pt x="215" y="224"/>
                  </a:lnTo>
                  <a:lnTo>
                    <a:pt x="203" y="189"/>
                  </a:lnTo>
                  <a:lnTo>
                    <a:pt x="189" y="157"/>
                  </a:lnTo>
                  <a:lnTo>
                    <a:pt x="174" y="126"/>
                  </a:lnTo>
                  <a:lnTo>
                    <a:pt x="155" y="99"/>
                  </a:lnTo>
                  <a:lnTo>
                    <a:pt x="138" y="74"/>
                  </a:lnTo>
                  <a:lnTo>
                    <a:pt x="118" y="52"/>
                  </a:lnTo>
                  <a:lnTo>
                    <a:pt x="96" y="34"/>
                  </a:lnTo>
                  <a:lnTo>
                    <a:pt x="73" y="19"/>
                  </a:lnTo>
                  <a:lnTo>
                    <a:pt x="50" y="8"/>
                  </a:lnTo>
                  <a:lnTo>
                    <a:pt x="25" y="2"/>
                  </a:lnTo>
                  <a:lnTo>
                    <a:pt x="0" y="0"/>
                  </a:lnTo>
                  <a:lnTo>
                    <a:pt x="0" y="12"/>
                  </a:lnTo>
                  <a:lnTo>
                    <a:pt x="23" y="14"/>
                  </a:lnTo>
                  <a:lnTo>
                    <a:pt x="45" y="20"/>
                  </a:lnTo>
                  <a:lnTo>
                    <a:pt x="66" y="31"/>
                  </a:lnTo>
                  <a:lnTo>
                    <a:pt x="89" y="43"/>
                  </a:lnTo>
                  <a:lnTo>
                    <a:pt x="109" y="61"/>
                  </a:lnTo>
                  <a:lnTo>
                    <a:pt x="129" y="81"/>
                  </a:lnTo>
                  <a:lnTo>
                    <a:pt x="146" y="106"/>
                  </a:lnTo>
                  <a:lnTo>
                    <a:pt x="162" y="133"/>
                  </a:lnTo>
                  <a:lnTo>
                    <a:pt x="178" y="162"/>
                  </a:lnTo>
                  <a:lnTo>
                    <a:pt x="192" y="194"/>
                  </a:lnTo>
                  <a:lnTo>
                    <a:pt x="203" y="229"/>
                  </a:lnTo>
                  <a:lnTo>
                    <a:pt x="214" y="264"/>
                  </a:lnTo>
                  <a:lnTo>
                    <a:pt x="222" y="303"/>
                  </a:lnTo>
                  <a:lnTo>
                    <a:pt x="228" y="342"/>
                  </a:lnTo>
                  <a:lnTo>
                    <a:pt x="232" y="383"/>
                  </a:lnTo>
                  <a:lnTo>
                    <a:pt x="233" y="426"/>
                  </a:lnTo>
                  <a:lnTo>
                    <a:pt x="244"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7863" name="Freeform 53"/>
            <p:cNvSpPr>
              <a:spLocks/>
            </p:cNvSpPr>
            <p:nvPr/>
          </p:nvSpPr>
          <p:spPr bwMode="auto">
            <a:xfrm>
              <a:off x="964" y="1830"/>
              <a:ext cx="48" cy="85"/>
            </a:xfrm>
            <a:custGeom>
              <a:avLst/>
              <a:gdLst>
                <a:gd name="T0" fmla="*/ 0 w 244"/>
                <a:gd name="T1" fmla="*/ 3 h 424"/>
                <a:gd name="T2" fmla="*/ 0 w 244"/>
                <a:gd name="T3" fmla="*/ 3 h 424"/>
                <a:gd name="T4" fmla="*/ 0 w 244"/>
                <a:gd name="T5" fmla="*/ 3 h 424"/>
                <a:gd name="T6" fmla="*/ 0 w 244"/>
                <a:gd name="T7" fmla="*/ 3 h 424"/>
                <a:gd name="T8" fmla="*/ 1 w 244"/>
                <a:gd name="T9" fmla="*/ 3 h 424"/>
                <a:gd name="T10" fmla="*/ 1 w 244"/>
                <a:gd name="T11" fmla="*/ 3 h 424"/>
                <a:gd name="T12" fmla="*/ 1 w 244"/>
                <a:gd name="T13" fmla="*/ 3 h 424"/>
                <a:gd name="T14" fmla="*/ 1 w 244"/>
                <a:gd name="T15" fmla="*/ 3 h 424"/>
                <a:gd name="T16" fmla="*/ 1 w 244"/>
                <a:gd name="T17" fmla="*/ 3 h 424"/>
                <a:gd name="T18" fmla="*/ 1 w 244"/>
                <a:gd name="T19" fmla="*/ 2 h 424"/>
                <a:gd name="T20" fmla="*/ 1 w 244"/>
                <a:gd name="T21" fmla="*/ 2 h 424"/>
                <a:gd name="T22" fmla="*/ 2 w 244"/>
                <a:gd name="T23" fmla="*/ 2 h 424"/>
                <a:gd name="T24" fmla="*/ 2 w 244"/>
                <a:gd name="T25" fmla="*/ 2 h 424"/>
                <a:gd name="T26" fmla="*/ 2 w 244"/>
                <a:gd name="T27" fmla="*/ 1 h 424"/>
                <a:gd name="T28" fmla="*/ 2 w 244"/>
                <a:gd name="T29" fmla="*/ 1 h 424"/>
                <a:gd name="T30" fmla="*/ 2 w 244"/>
                <a:gd name="T31" fmla="*/ 1 h 424"/>
                <a:gd name="T32" fmla="*/ 2 w 244"/>
                <a:gd name="T33" fmla="*/ 0 h 424"/>
                <a:gd name="T34" fmla="*/ 2 w 244"/>
                <a:gd name="T35" fmla="*/ 0 h 424"/>
                <a:gd name="T36" fmla="*/ 2 w 244"/>
                <a:gd name="T37" fmla="*/ 0 h 424"/>
                <a:gd name="T38" fmla="*/ 2 w 244"/>
                <a:gd name="T39" fmla="*/ 0 h 424"/>
                <a:gd name="T40" fmla="*/ 2 w 244"/>
                <a:gd name="T41" fmla="*/ 1 h 424"/>
                <a:gd name="T42" fmla="*/ 2 w 244"/>
                <a:gd name="T43" fmla="*/ 1 h 424"/>
                <a:gd name="T44" fmla="*/ 2 w 244"/>
                <a:gd name="T45" fmla="*/ 1 h 424"/>
                <a:gd name="T46" fmla="*/ 2 w 244"/>
                <a:gd name="T47" fmla="*/ 2 h 424"/>
                <a:gd name="T48" fmla="*/ 1 w 244"/>
                <a:gd name="T49" fmla="*/ 2 h 424"/>
                <a:gd name="T50" fmla="*/ 1 w 244"/>
                <a:gd name="T51" fmla="*/ 2 h 424"/>
                <a:gd name="T52" fmla="*/ 1 w 244"/>
                <a:gd name="T53" fmla="*/ 2 h 424"/>
                <a:gd name="T54" fmla="*/ 1 w 244"/>
                <a:gd name="T55" fmla="*/ 3 h 424"/>
                <a:gd name="T56" fmla="*/ 1 w 244"/>
                <a:gd name="T57" fmla="*/ 3 h 424"/>
                <a:gd name="T58" fmla="*/ 1 w 244"/>
                <a:gd name="T59" fmla="*/ 3 h 424"/>
                <a:gd name="T60" fmla="*/ 1 w 244"/>
                <a:gd name="T61" fmla="*/ 3 h 424"/>
                <a:gd name="T62" fmla="*/ 1 w 244"/>
                <a:gd name="T63" fmla="*/ 3 h 424"/>
                <a:gd name="T64" fmla="*/ 0 w 244"/>
                <a:gd name="T65" fmla="*/ 3 h 424"/>
                <a:gd name="T66" fmla="*/ 0 w 244"/>
                <a:gd name="T67" fmla="*/ 3 h 424"/>
                <a:gd name="T68" fmla="*/ 0 w 244"/>
                <a:gd name="T69" fmla="*/ 3 h 424"/>
                <a:gd name="T70" fmla="*/ 0 w 244"/>
                <a:gd name="T71" fmla="*/ 3 h 424"/>
                <a:gd name="T72" fmla="*/ 0 w 244"/>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4"/>
                <a:gd name="T113" fmla="*/ 244 w 244"/>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4">
                  <a:moveTo>
                    <a:pt x="0" y="424"/>
                  </a:moveTo>
                  <a:lnTo>
                    <a:pt x="0" y="424"/>
                  </a:lnTo>
                  <a:lnTo>
                    <a:pt x="25" y="422"/>
                  </a:lnTo>
                  <a:lnTo>
                    <a:pt x="50" y="416"/>
                  </a:lnTo>
                  <a:lnTo>
                    <a:pt x="73" y="405"/>
                  </a:lnTo>
                  <a:lnTo>
                    <a:pt x="96" y="390"/>
                  </a:lnTo>
                  <a:lnTo>
                    <a:pt x="118" y="373"/>
                  </a:lnTo>
                  <a:lnTo>
                    <a:pt x="138" y="350"/>
                  </a:lnTo>
                  <a:lnTo>
                    <a:pt x="155" y="326"/>
                  </a:lnTo>
                  <a:lnTo>
                    <a:pt x="173" y="299"/>
                  </a:lnTo>
                  <a:lnTo>
                    <a:pt x="189" y="268"/>
                  </a:lnTo>
                  <a:lnTo>
                    <a:pt x="203" y="235"/>
                  </a:lnTo>
                  <a:lnTo>
                    <a:pt x="215" y="201"/>
                  </a:lnTo>
                  <a:lnTo>
                    <a:pt x="226" y="163"/>
                  </a:lnTo>
                  <a:lnTo>
                    <a:pt x="234" y="125"/>
                  </a:lnTo>
                  <a:lnTo>
                    <a:pt x="240" y="85"/>
                  </a:lnTo>
                  <a:lnTo>
                    <a:pt x="243" y="42"/>
                  </a:lnTo>
                  <a:lnTo>
                    <a:pt x="244" y="0"/>
                  </a:lnTo>
                  <a:lnTo>
                    <a:pt x="233" y="0"/>
                  </a:lnTo>
                  <a:lnTo>
                    <a:pt x="232" y="42"/>
                  </a:lnTo>
                  <a:lnTo>
                    <a:pt x="228" y="83"/>
                  </a:lnTo>
                  <a:lnTo>
                    <a:pt x="222" y="123"/>
                  </a:lnTo>
                  <a:lnTo>
                    <a:pt x="214" y="160"/>
                  </a:lnTo>
                  <a:lnTo>
                    <a:pt x="203" y="197"/>
                  </a:lnTo>
                  <a:lnTo>
                    <a:pt x="192" y="231"/>
                  </a:lnTo>
                  <a:lnTo>
                    <a:pt x="178" y="263"/>
                  </a:lnTo>
                  <a:lnTo>
                    <a:pt x="164" y="292"/>
                  </a:lnTo>
                  <a:lnTo>
                    <a:pt x="146" y="319"/>
                  </a:lnTo>
                  <a:lnTo>
                    <a:pt x="129" y="343"/>
                  </a:lnTo>
                  <a:lnTo>
                    <a:pt x="109" y="363"/>
                  </a:lnTo>
                  <a:lnTo>
                    <a:pt x="89" y="381"/>
                  </a:lnTo>
                  <a:lnTo>
                    <a:pt x="66" y="394"/>
                  </a:lnTo>
                  <a:lnTo>
                    <a:pt x="45" y="404"/>
                  </a:lnTo>
                  <a:lnTo>
                    <a:pt x="23" y="410"/>
                  </a:lnTo>
                  <a:lnTo>
                    <a:pt x="0" y="412"/>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7864" name="Freeform 54"/>
            <p:cNvSpPr>
              <a:spLocks/>
            </p:cNvSpPr>
            <p:nvPr/>
          </p:nvSpPr>
          <p:spPr bwMode="auto">
            <a:xfrm>
              <a:off x="915" y="1830"/>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1" y="42"/>
                  </a:lnTo>
                  <a:lnTo>
                    <a:pt x="4" y="85"/>
                  </a:lnTo>
                  <a:lnTo>
                    <a:pt x="10" y="125"/>
                  </a:lnTo>
                  <a:lnTo>
                    <a:pt x="19" y="163"/>
                  </a:lnTo>
                  <a:lnTo>
                    <a:pt x="29" y="201"/>
                  </a:lnTo>
                  <a:lnTo>
                    <a:pt x="41" y="235"/>
                  </a:lnTo>
                  <a:lnTo>
                    <a:pt x="55" y="268"/>
                  </a:lnTo>
                  <a:lnTo>
                    <a:pt x="71" y="299"/>
                  </a:lnTo>
                  <a:lnTo>
                    <a:pt x="89" y="326"/>
                  </a:lnTo>
                  <a:lnTo>
                    <a:pt x="106" y="350"/>
                  </a:lnTo>
                  <a:lnTo>
                    <a:pt x="126" y="373"/>
                  </a:lnTo>
                  <a:lnTo>
                    <a:pt x="149" y="390"/>
                  </a:lnTo>
                  <a:lnTo>
                    <a:pt x="171" y="405"/>
                  </a:lnTo>
                  <a:lnTo>
                    <a:pt x="194" y="416"/>
                  </a:lnTo>
                  <a:lnTo>
                    <a:pt x="219" y="422"/>
                  </a:lnTo>
                  <a:lnTo>
                    <a:pt x="245" y="424"/>
                  </a:lnTo>
                  <a:lnTo>
                    <a:pt x="245" y="412"/>
                  </a:lnTo>
                  <a:lnTo>
                    <a:pt x="221" y="410"/>
                  </a:lnTo>
                  <a:lnTo>
                    <a:pt x="199" y="404"/>
                  </a:lnTo>
                  <a:lnTo>
                    <a:pt x="178" y="394"/>
                  </a:lnTo>
                  <a:lnTo>
                    <a:pt x="156" y="381"/>
                  </a:lnTo>
                  <a:lnTo>
                    <a:pt x="136" y="363"/>
                  </a:lnTo>
                  <a:lnTo>
                    <a:pt x="116" y="343"/>
                  </a:lnTo>
                  <a:lnTo>
                    <a:pt x="98" y="319"/>
                  </a:lnTo>
                  <a:lnTo>
                    <a:pt x="81" y="292"/>
                  </a:lnTo>
                  <a:lnTo>
                    <a:pt x="67" y="263"/>
                  </a:lnTo>
                  <a:lnTo>
                    <a:pt x="52" y="231"/>
                  </a:lnTo>
                  <a:lnTo>
                    <a:pt x="41" y="197"/>
                  </a:lnTo>
                  <a:lnTo>
                    <a:pt x="30" y="160"/>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7865" name="Freeform 55"/>
            <p:cNvSpPr>
              <a:spLocks/>
            </p:cNvSpPr>
            <p:nvPr/>
          </p:nvSpPr>
          <p:spPr bwMode="auto">
            <a:xfrm>
              <a:off x="915" y="1745"/>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0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19" y="2"/>
                  </a:lnTo>
                  <a:lnTo>
                    <a:pt x="194" y="8"/>
                  </a:lnTo>
                  <a:lnTo>
                    <a:pt x="171" y="19"/>
                  </a:lnTo>
                  <a:lnTo>
                    <a:pt x="149" y="34"/>
                  </a:lnTo>
                  <a:lnTo>
                    <a:pt x="126" y="52"/>
                  </a:lnTo>
                  <a:lnTo>
                    <a:pt x="106" y="74"/>
                  </a:lnTo>
                  <a:lnTo>
                    <a:pt x="89" y="99"/>
                  </a:lnTo>
                  <a:lnTo>
                    <a:pt x="70" y="126"/>
                  </a:lnTo>
                  <a:lnTo>
                    <a:pt x="55" y="157"/>
                  </a:lnTo>
                  <a:lnTo>
                    <a:pt x="41" y="189"/>
                  </a:lnTo>
                  <a:lnTo>
                    <a:pt x="29" y="224"/>
                  </a:lnTo>
                  <a:lnTo>
                    <a:pt x="19" y="262"/>
                  </a:lnTo>
                  <a:lnTo>
                    <a:pt x="10" y="300"/>
                  </a:lnTo>
                  <a:lnTo>
                    <a:pt x="4" y="340"/>
                  </a:lnTo>
                  <a:lnTo>
                    <a:pt x="1" y="383"/>
                  </a:lnTo>
                  <a:lnTo>
                    <a:pt x="0" y="426"/>
                  </a:lnTo>
                  <a:lnTo>
                    <a:pt x="11" y="426"/>
                  </a:lnTo>
                  <a:lnTo>
                    <a:pt x="13" y="383"/>
                  </a:lnTo>
                  <a:lnTo>
                    <a:pt x="16" y="342"/>
                  </a:lnTo>
                  <a:lnTo>
                    <a:pt x="22" y="303"/>
                  </a:lnTo>
                  <a:lnTo>
                    <a:pt x="30" y="264"/>
                  </a:lnTo>
                  <a:lnTo>
                    <a:pt x="41" y="229"/>
                  </a:lnTo>
                  <a:lnTo>
                    <a:pt x="52" y="194"/>
                  </a:lnTo>
                  <a:lnTo>
                    <a:pt x="67" y="162"/>
                  </a:lnTo>
                  <a:lnTo>
                    <a:pt x="82" y="133"/>
                  </a:lnTo>
                  <a:lnTo>
                    <a:pt x="98" y="106"/>
                  </a:lnTo>
                  <a:lnTo>
                    <a:pt x="116" y="81"/>
                  </a:lnTo>
                  <a:lnTo>
                    <a:pt x="136" y="61"/>
                  </a:lnTo>
                  <a:lnTo>
                    <a:pt x="156" y="43"/>
                  </a:lnTo>
                  <a:lnTo>
                    <a:pt x="178" y="31"/>
                  </a:lnTo>
                  <a:lnTo>
                    <a:pt x="199" y="20"/>
                  </a:lnTo>
                  <a:lnTo>
                    <a:pt x="221"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7866" name="Freeform 56"/>
            <p:cNvSpPr>
              <a:spLocks/>
            </p:cNvSpPr>
            <p:nvPr/>
          </p:nvSpPr>
          <p:spPr bwMode="auto">
            <a:xfrm>
              <a:off x="1140" y="2087"/>
              <a:ext cx="49" cy="85"/>
            </a:xfrm>
            <a:custGeom>
              <a:avLst/>
              <a:gdLst>
                <a:gd name="T0" fmla="*/ 2 w 246"/>
                <a:gd name="T1" fmla="*/ 3 h 424"/>
                <a:gd name="T2" fmla="*/ 2 w 246"/>
                <a:gd name="T3" fmla="*/ 3 h 424"/>
                <a:gd name="T4" fmla="*/ 2 w 246"/>
                <a:gd name="T5" fmla="*/ 3 h 424"/>
                <a:gd name="T6" fmla="*/ 2 w 246"/>
                <a:gd name="T7" fmla="*/ 3 h 424"/>
                <a:gd name="T8" fmla="*/ 2 w 246"/>
                <a:gd name="T9" fmla="*/ 2 h 424"/>
                <a:gd name="T10" fmla="*/ 2 w 246"/>
                <a:gd name="T11" fmla="*/ 2 h 424"/>
                <a:gd name="T12" fmla="*/ 2 w 246"/>
                <a:gd name="T13" fmla="*/ 2 h 424"/>
                <a:gd name="T14" fmla="*/ 2 w 246"/>
                <a:gd name="T15" fmla="*/ 2 h 424"/>
                <a:gd name="T16" fmla="*/ 2 w 246"/>
                <a:gd name="T17" fmla="*/ 1 h 424"/>
                <a:gd name="T18" fmla="*/ 1 w 246"/>
                <a:gd name="T19" fmla="*/ 1 h 424"/>
                <a:gd name="T20" fmla="*/ 1 w 246"/>
                <a:gd name="T21" fmla="*/ 1 h 424"/>
                <a:gd name="T22" fmla="*/ 1 w 246"/>
                <a:gd name="T23" fmla="*/ 1 h 424"/>
                <a:gd name="T24" fmla="*/ 1 w 246"/>
                <a:gd name="T25" fmla="*/ 0 h 424"/>
                <a:gd name="T26" fmla="*/ 1 w 246"/>
                <a:gd name="T27" fmla="*/ 0 h 424"/>
                <a:gd name="T28" fmla="*/ 1 w 246"/>
                <a:gd name="T29" fmla="*/ 0 h 424"/>
                <a:gd name="T30" fmla="*/ 0 w 246"/>
                <a:gd name="T31" fmla="*/ 0 h 424"/>
                <a:gd name="T32" fmla="*/ 0 w 246"/>
                <a:gd name="T33" fmla="*/ 0 h 424"/>
                <a:gd name="T34" fmla="*/ 0 w 246"/>
                <a:gd name="T35" fmla="*/ 0 h 424"/>
                <a:gd name="T36" fmla="*/ 0 w 246"/>
                <a:gd name="T37" fmla="*/ 0 h 424"/>
                <a:gd name="T38" fmla="*/ 0 w 246"/>
                <a:gd name="T39" fmla="*/ 0 h 424"/>
                <a:gd name="T40" fmla="*/ 0 w 246"/>
                <a:gd name="T41" fmla="*/ 0 h 424"/>
                <a:gd name="T42" fmla="*/ 1 w 246"/>
                <a:gd name="T43" fmla="*/ 0 h 424"/>
                <a:gd name="T44" fmla="*/ 1 w 246"/>
                <a:gd name="T45" fmla="*/ 0 h 424"/>
                <a:gd name="T46" fmla="*/ 1 w 246"/>
                <a:gd name="T47" fmla="*/ 0 h 424"/>
                <a:gd name="T48" fmla="*/ 1 w 246"/>
                <a:gd name="T49" fmla="*/ 1 h 424"/>
                <a:gd name="T50" fmla="*/ 1 w 246"/>
                <a:gd name="T51" fmla="*/ 1 h 424"/>
                <a:gd name="T52" fmla="*/ 1 w 246"/>
                <a:gd name="T53" fmla="*/ 1 h 424"/>
                <a:gd name="T54" fmla="*/ 1 w 246"/>
                <a:gd name="T55" fmla="*/ 1 h 424"/>
                <a:gd name="T56" fmla="*/ 2 w 246"/>
                <a:gd name="T57" fmla="*/ 2 h 424"/>
                <a:gd name="T58" fmla="*/ 2 w 246"/>
                <a:gd name="T59" fmla="*/ 2 h 424"/>
                <a:gd name="T60" fmla="*/ 2 w 246"/>
                <a:gd name="T61" fmla="*/ 2 h 424"/>
                <a:gd name="T62" fmla="*/ 2 w 246"/>
                <a:gd name="T63" fmla="*/ 2 h 424"/>
                <a:gd name="T64" fmla="*/ 2 w 246"/>
                <a:gd name="T65" fmla="*/ 3 h 424"/>
                <a:gd name="T66" fmla="*/ 2 w 246"/>
                <a:gd name="T67" fmla="*/ 3 h 424"/>
                <a:gd name="T68" fmla="*/ 2 w 246"/>
                <a:gd name="T69" fmla="*/ 3 h 424"/>
                <a:gd name="T70" fmla="*/ 2 w 246"/>
                <a:gd name="T71" fmla="*/ 3 h 424"/>
                <a:gd name="T72" fmla="*/ 2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424"/>
                  </a:moveTo>
                  <a:lnTo>
                    <a:pt x="246" y="424"/>
                  </a:lnTo>
                  <a:lnTo>
                    <a:pt x="244" y="382"/>
                  </a:lnTo>
                  <a:lnTo>
                    <a:pt x="241" y="338"/>
                  </a:lnTo>
                  <a:lnTo>
                    <a:pt x="235" y="298"/>
                  </a:lnTo>
                  <a:lnTo>
                    <a:pt x="227" y="261"/>
                  </a:lnTo>
                  <a:lnTo>
                    <a:pt x="216" y="222"/>
                  </a:lnTo>
                  <a:lnTo>
                    <a:pt x="205" y="188"/>
                  </a:lnTo>
                  <a:lnTo>
                    <a:pt x="190" y="155"/>
                  </a:lnTo>
                  <a:lnTo>
                    <a:pt x="174" y="125"/>
                  </a:lnTo>
                  <a:lnTo>
                    <a:pt x="157" y="98"/>
                  </a:lnTo>
                  <a:lnTo>
                    <a:pt x="138" y="73"/>
                  </a:lnTo>
                  <a:lnTo>
                    <a:pt x="118" y="51"/>
                  </a:lnTo>
                  <a:lnTo>
                    <a:pt x="96" y="34"/>
                  </a:lnTo>
                  <a:lnTo>
                    <a:pt x="74" y="18"/>
                  </a:lnTo>
                  <a:lnTo>
                    <a:pt x="50" y="8"/>
                  </a:lnTo>
                  <a:lnTo>
                    <a:pt x="25" y="2"/>
                  </a:lnTo>
                  <a:lnTo>
                    <a:pt x="0" y="0"/>
                  </a:lnTo>
                  <a:lnTo>
                    <a:pt x="0" y="11"/>
                  </a:lnTo>
                  <a:lnTo>
                    <a:pt x="23" y="14"/>
                  </a:lnTo>
                  <a:lnTo>
                    <a:pt x="45" y="19"/>
                  </a:lnTo>
                  <a:lnTo>
                    <a:pt x="67" y="30"/>
                  </a:lnTo>
                  <a:lnTo>
                    <a:pt x="89" y="43"/>
                  </a:lnTo>
                  <a:lnTo>
                    <a:pt x="108" y="60"/>
                  </a:lnTo>
                  <a:lnTo>
                    <a:pt x="128" y="80"/>
                  </a:lnTo>
                  <a:lnTo>
                    <a:pt x="147" y="105"/>
                  </a:lnTo>
                  <a:lnTo>
                    <a:pt x="165" y="132"/>
                  </a:lnTo>
                  <a:lnTo>
                    <a:pt x="179" y="160"/>
                  </a:lnTo>
                  <a:lnTo>
                    <a:pt x="193" y="193"/>
                  </a:lnTo>
                  <a:lnTo>
                    <a:pt x="205" y="227"/>
                  </a:lnTo>
                  <a:lnTo>
                    <a:pt x="215" y="263"/>
                  </a:lnTo>
                  <a:lnTo>
                    <a:pt x="223" y="301"/>
                  </a:lnTo>
                  <a:lnTo>
                    <a:pt x="229" y="341"/>
                  </a:lnTo>
                  <a:lnTo>
                    <a:pt x="233" y="382"/>
                  </a:lnTo>
                  <a:lnTo>
                    <a:pt x="234" y="424"/>
                  </a:lnTo>
                  <a:lnTo>
                    <a:pt x="246"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7867" name="Freeform 57"/>
            <p:cNvSpPr>
              <a:spLocks/>
            </p:cNvSpPr>
            <p:nvPr/>
          </p:nvSpPr>
          <p:spPr bwMode="auto">
            <a:xfrm>
              <a:off x="1140" y="2172"/>
              <a:ext cx="49" cy="85"/>
            </a:xfrm>
            <a:custGeom>
              <a:avLst/>
              <a:gdLst>
                <a:gd name="T0" fmla="*/ 0 w 246"/>
                <a:gd name="T1" fmla="*/ 3 h 426"/>
                <a:gd name="T2" fmla="*/ 0 w 246"/>
                <a:gd name="T3" fmla="*/ 3 h 426"/>
                <a:gd name="T4" fmla="*/ 0 w 246"/>
                <a:gd name="T5" fmla="*/ 3 h 426"/>
                <a:gd name="T6" fmla="*/ 0 w 246"/>
                <a:gd name="T7" fmla="*/ 3 h 426"/>
                <a:gd name="T8" fmla="*/ 1 w 246"/>
                <a:gd name="T9" fmla="*/ 3 h 426"/>
                <a:gd name="T10" fmla="*/ 1 w 246"/>
                <a:gd name="T11" fmla="*/ 3 h 426"/>
                <a:gd name="T12" fmla="*/ 1 w 246"/>
                <a:gd name="T13" fmla="*/ 3 h 426"/>
                <a:gd name="T14" fmla="*/ 1 w 246"/>
                <a:gd name="T15" fmla="*/ 3 h 426"/>
                <a:gd name="T16" fmla="*/ 1 w 246"/>
                <a:gd name="T17" fmla="*/ 3 h 426"/>
                <a:gd name="T18" fmla="*/ 1 w 246"/>
                <a:gd name="T19" fmla="*/ 2 h 426"/>
                <a:gd name="T20" fmla="*/ 2 w 246"/>
                <a:gd name="T21" fmla="*/ 2 h 426"/>
                <a:gd name="T22" fmla="*/ 2 w 246"/>
                <a:gd name="T23" fmla="*/ 2 h 426"/>
                <a:gd name="T24" fmla="*/ 2 w 246"/>
                <a:gd name="T25" fmla="*/ 2 h 426"/>
                <a:gd name="T26" fmla="*/ 2 w 246"/>
                <a:gd name="T27" fmla="*/ 1 h 426"/>
                <a:gd name="T28" fmla="*/ 2 w 246"/>
                <a:gd name="T29" fmla="*/ 1 h 426"/>
                <a:gd name="T30" fmla="*/ 2 w 246"/>
                <a:gd name="T31" fmla="*/ 1 h 426"/>
                <a:gd name="T32" fmla="*/ 2 w 246"/>
                <a:gd name="T33" fmla="*/ 0 h 426"/>
                <a:gd name="T34" fmla="*/ 2 w 246"/>
                <a:gd name="T35" fmla="*/ 0 h 426"/>
                <a:gd name="T36" fmla="*/ 2 w 246"/>
                <a:gd name="T37" fmla="*/ 0 h 426"/>
                <a:gd name="T38" fmla="*/ 2 w 246"/>
                <a:gd name="T39" fmla="*/ 0 h 426"/>
                <a:gd name="T40" fmla="*/ 2 w 246"/>
                <a:gd name="T41" fmla="*/ 1 h 426"/>
                <a:gd name="T42" fmla="*/ 2 w 246"/>
                <a:gd name="T43" fmla="*/ 1 h 426"/>
                <a:gd name="T44" fmla="*/ 2 w 246"/>
                <a:gd name="T45" fmla="*/ 1 h 426"/>
                <a:gd name="T46" fmla="*/ 2 w 246"/>
                <a:gd name="T47" fmla="*/ 2 h 426"/>
                <a:gd name="T48" fmla="*/ 2 w 246"/>
                <a:gd name="T49" fmla="*/ 2 h 426"/>
                <a:gd name="T50" fmla="*/ 1 w 246"/>
                <a:gd name="T51" fmla="*/ 2 h 426"/>
                <a:gd name="T52" fmla="*/ 1 w 246"/>
                <a:gd name="T53" fmla="*/ 2 h 426"/>
                <a:gd name="T54" fmla="*/ 1 w 246"/>
                <a:gd name="T55" fmla="*/ 3 h 426"/>
                <a:gd name="T56" fmla="*/ 1 w 246"/>
                <a:gd name="T57" fmla="*/ 3 h 426"/>
                <a:gd name="T58" fmla="*/ 1 w 246"/>
                <a:gd name="T59" fmla="*/ 3 h 426"/>
                <a:gd name="T60" fmla="*/ 1 w 246"/>
                <a:gd name="T61" fmla="*/ 3 h 426"/>
                <a:gd name="T62" fmla="*/ 1 w 246"/>
                <a:gd name="T63" fmla="*/ 3 h 426"/>
                <a:gd name="T64" fmla="*/ 0 w 246"/>
                <a:gd name="T65" fmla="*/ 3 h 426"/>
                <a:gd name="T66" fmla="*/ 0 w 246"/>
                <a:gd name="T67" fmla="*/ 3 h 426"/>
                <a:gd name="T68" fmla="*/ 0 w 246"/>
                <a:gd name="T69" fmla="*/ 3 h 426"/>
                <a:gd name="T70" fmla="*/ 0 w 246"/>
                <a:gd name="T71" fmla="*/ 3 h 426"/>
                <a:gd name="T72" fmla="*/ 0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426"/>
                  </a:moveTo>
                  <a:lnTo>
                    <a:pt x="0" y="426"/>
                  </a:lnTo>
                  <a:lnTo>
                    <a:pt x="25" y="423"/>
                  </a:lnTo>
                  <a:lnTo>
                    <a:pt x="50" y="417"/>
                  </a:lnTo>
                  <a:lnTo>
                    <a:pt x="74" y="407"/>
                  </a:lnTo>
                  <a:lnTo>
                    <a:pt x="96" y="392"/>
                  </a:lnTo>
                  <a:lnTo>
                    <a:pt x="118" y="373"/>
                  </a:lnTo>
                  <a:lnTo>
                    <a:pt x="138" y="350"/>
                  </a:lnTo>
                  <a:lnTo>
                    <a:pt x="157" y="327"/>
                  </a:lnTo>
                  <a:lnTo>
                    <a:pt x="175" y="299"/>
                  </a:lnTo>
                  <a:lnTo>
                    <a:pt x="190" y="268"/>
                  </a:lnTo>
                  <a:lnTo>
                    <a:pt x="205" y="236"/>
                  </a:lnTo>
                  <a:lnTo>
                    <a:pt x="216" y="202"/>
                  </a:lnTo>
                  <a:lnTo>
                    <a:pt x="227" y="164"/>
                  </a:lnTo>
                  <a:lnTo>
                    <a:pt x="235" y="125"/>
                  </a:lnTo>
                  <a:lnTo>
                    <a:pt x="241" y="86"/>
                  </a:lnTo>
                  <a:lnTo>
                    <a:pt x="244" y="42"/>
                  </a:lnTo>
                  <a:lnTo>
                    <a:pt x="246" y="0"/>
                  </a:lnTo>
                  <a:lnTo>
                    <a:pt x="234" y="0"/>
                  </a:lnTo>
                  <a:lnTo>
                    <a:pt x="233" y="42"/>
                  </a:lnTo>
                  <a:lnTo>
                    <a:pt x="229" y="83"/>
                  </a:lnTo>
                  <a:lnTo>
                    <a:pt x="223" y="123"/>
                  </a:lnTo>
                  <a:lnTo>
                    <a:pt x="215" y="162"/>
                  </a:lnTo>
                  <a:lnTo>
                    <a:pt x="205" y="197"/>
                  </a:lnTo>
                  <a:lnTo>
                    <a:pt x="193" y="231"/>
                  </a:lnTo>
                  <a:lnTo>
                    <a:pt x="179" y="264"/>
                  </a:lnTo>
                  <a:lnTo>
                    <a:pt x="164" y="292"/>
                  </a:lnTo>
                  <a:lnTo>
                    <a:pt x="147" y="320"/>
                  </a:lnTo>
                  <a:lnTo>
                    <a:pt x="128" y="343"/>
                  </a:lnTo>
                  <a:lnTo>
                    <a:pt x="108" y="363"/>
                  </a:lnTo>
                  <a:lnTo>
                    <a:pt x="89" y="382"/>
                  </a:lnTo>
                  <a:lnTo>
                    <a:pt x="67" y="395"/>
                  </a:lnTo>
                  <a:lnTo>
                    <a:pt x="45" y="406"/>
                  </a:lnTo>
                  <a:lnTo>
                    <a:pt x="23" y="411"/>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7868" name="Freeform 58"/>
            <p:cNvSpPr>
              <a:spLocks/>
            </p:cNvSpPr>
            <p:nvPr/>
          </p:nvSpPr>
          <p:spPr bwMode="auto">
            <a:xfrm>
              <a:off x="1091" y="2172"/>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4" y="86"/>
                  </a:lnTo>
                  <a:lnTo>
                    <a:pt x="10" y="125"/>
                  </a:lnTo>
                  <a:lnTo>
                    <a:pt x="18" y="164"/>
                  </a:lnTo>
                  <a:lnTo>
                    <a:pt x="29" y="202"/>
                  </a:lnTo>
                  <a:lnTo>
                    <a:pt x="41" y="236"/>
                  </a:lnTo>
                  <a:lnTo>
                    <a:pt x="55" y="268"/>
                  </a:lnTo>
                  <a:lnTo>
                    <a:pt x="70" y="299"/>
                  </a:lnTo>
                  <a:lnTo>
                    <a:pt x="89" y="327"/>
                  </a:lnTo>
                  <a:lnTo>
                    <a:pt x="106" y="350"/>
                  </a:lnTo>
                  <a:lnTo>
                    <a:pt x="126" y="373"/>
                  </a:lnTo>
                  <a:lnTo>
                    <a:pt x="148" y="392"/>
                  </a:lnTo>
                  <a:lnTo>
                    <a:pt x="171" y="407"/>
                  </a:lnTo>
                  <a:lnTo>
                    <a:pt x="194" y="417"/>
                  </a:lnTo>
                  <a:lnTo>
                    <a:pt x="219" y="423"/>
                  </a:lnTo>
                  <a:lnTo>
                    <a:pt x="245" y="426"/>
                  </a:lnTo>
                  <a:lnTo>
                    <a:pt x="245" y="414"/>
                  </a:lnTo>
                  <a:lnTo>
                    <a:pt x="221" y="411"/>
                  </a:lnTo>
                  <a:lnTo>
                    <a:pt x="199" y="406"/>
                  </a:lnTo>
                  <a:lnTo>
                    <a:pt x="178" y="395"/>
                  </a:lnTo>
                  <a:lnTo>
                    <a:pt x="155" y="382"/>
                  </a:lnTo>
                  <a:lnTo>
                    <a:pt x="136" y="363"/>
                  </a:lnTo>
                  <a:lnTo>
                    <a:pt x="116" y="343"/>
                  </a:lnTo>
                  <a:lnTo>
                    <a:pt x="98" y="320"/>
                  </a:lnTo>
                  <a:lnTo>
                    <a:pt x="82" y="292"/>
                  </a:lnTo>
                  <a:lnTo>
                    <a:pt x="66" y="264"/>
                  </a:lnTo>
                  <a:lnTo>
                    <a:pt x="52" y="231"/>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7869" name="Freeform 59"/>
            <p:cNvSpPr>
              <a:spLocks/>
            </p:cNvSpPr>
            <p:nvPr/>
          </p:nvSpPr>
          <p:spPr bwMode="auto">
            <a:xfrm>
              <a:off x="1091" y="2087"/>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4" y="8"/>
                  </a:lnTo>
                  <a:lnTo>
                    <a:pt x="171" y="18"/>
                  </a:lnTo>
                  <a:lnTo>
                    <a:pt x="148" y="34"/>
                  </a:lnTo>
                  <a:lnTo>
                    <a:pt x="126" y="51"/>
                  </a:lnTo>
                  <a:lnTo>
                    <a:pt x="106" y="73"/>
                  </a:lnTo>
                  <a:lnTo>
                    <a:pt x="89" y="98"/>
                  </a:lnTo>
                  <a:lnTo>
                    <a:pt x="71" y="125"/>
                  </a:lnTo>
                  <a:lnTo>
                    <a:pt x="55" y="155"/>
                  </a:lnTo>
                  <a:lnTo>
                    <a:pt x="41" y="188"/>
                  </a:lnTo>
                  <a:lnTo>
                    <a:pt x="29" y="222"/>
                  </a:lnTo>
                  <a:lnTo>
                    <a:pt x="18" y="261"/>
                  </a:lnTo>
                  <a:lnTo>
                    <a:pt x="10" y="298"/>
                  </a:lnTo>
                  <a:lnTo>
                    <a:pt x="4" y="338"/>
                  </a:lnTo>
                  <a:lnTo>
                    <a:pt x="1" y="382"/>
                  </a:lnTo>
                  <a:lnTo>
                    <a:pt x="0" y="424"/>
                  </a:lnTo>
                  <a:lnTo>
                    <a:pt x="11" y="424"/>
                  </a:lnTo>
                  <a:lnTo>
                    <a:pt x="13" y="382"/>
                  </a:lnTo>
                  <a:lnTo>
                    <a:pt x="16" y="341"/>
                  </a:lnTo>
                  <a:lnTo>
                    <a:pt x="22" y="301"/>
                  </a:lnTo>
                  <a:lnTo>
                    <a:pt x="30" y="263"/>
                  </a:lnTo>
                  <a:lnTo>
                    <a:pt x="41" y="227"/>
                  </a:lnTo>
                  <a:lnTo>
                    <a:pt x="52" y="193"/>
                  </a:lnTo>
                  <a:lnTo>
                    <a:pt x="66" y="160"/>
                  </a:lnTo>
                  <a:lnTo>
                    <a:pt x="80" y="132"/>
                  </a:lnTo>
                  <a:lnTo>
                    <a:pt x="98" y="105"/>
                  </a:lnTo>
                  <a:lnTo>
                    <a:pt x="116" y="80"/>
                  </a:lnTo>
                  <a:lnTo>
                    <a:pt x="136" y="60"/>
                  </a:lnTo>
                  <a:lnTo>
                    <a:pt x="155" y="43"/>
                  </a:lnTo>
                  <a:lnTo>
                    <a:pt x="178" y="30"/>
                  </a:lnTo>
                  <a:lnTo>
                    <a:pt x="199" y="19"/>
                  </a:lnTo>
                  <a:lnTo>
                    <a:pt x="221" y="14"/>
                  </a:lnTo>
                  <a:lnTo>
                    <a:pt x="245" y="11"/>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7870" name="Freeform 60"/>
            <p:cNvSpPr>
              <a:spLocks/>
            </p:cNvSpPr>
            <p:nvPr/>
          </p:nvSpPr>
          <p:spPr bwMode="auto">
            <a:xfrm>
              <a:off x="1392" y="2118"/>
              <a:ext cx="49" cy="85"/>
            </a:xfrm>
            <a:custGeom>
              <a:avLst/>
              <a:gdLst>
                <a:gd name="T0" fmla="*/ 2 w 246"/>
                <a:gd name="T1" fmla="*/ 3 h 426"/>
                <a:gd name="T2" fmla="*/ 2 w 246"/>
                <a:gd name="T3" fmla="*/ 3 h 426"/>
                <a:gd name="T4" fmla="*/ 2 w 246"/>
                <a:gd name="T5" fmla="*/ 3 h 426"/>
                <a:gd name="T6" fmla="*/ 2 w 246"/>
                <a:gd name="T7" fmla="*/ 3 h 426"/>
                <a:gd name="T8" fmla="*/ 2 w 246"/>
                <a:gd name="T9" fmla="*/ 2 h 426"/>
                <a:gd name="T10" fmla="*/ 2 w 246"/>
                <a:gd name="T11" fmla="*/ 2 h 426"/>
                <a:gd name="T12" fmla="*/ 2 w 246"/>
                <a:gd name="T13" fmla="*/ 2 h 426"/>
                <a:gd name="T14" fmla="*/ 2 w 246"/>
                <a:gd name="T15" fmla="*/ 2 h 426"/>
                <a:gd name="T16" fmla="*/ 2 w 246"/>
                <a:gd name="T17" fmla="*/ 1 h 426"/>
                <a:gd name="T18" fmla="*/ 1 w 246"/>
                <a:gd name="T19" fmla="*/ 1 h 426"/>
                <a:gd name="T20" fmla="*/ 1 w 246"/>
                <a:gd name="T21" fmla="*/ 1 h 426"/>
                <a:gd name="T22" fmla="*/ 1 w 246"/>
                <a:gd name="T23" fmla="*/ 1 h 426"/>
                <a:gd name="T24" fmla="*/ 1 w 246"/>
                <a:gd name="T25" fmla="*/ 0 h 426"/>
                <a:gd name="T26" fmla="*/ 1 w 246"/>
                <a:gd name="T27" fmla="*/ 0 h 426"/>
                <a:gd name="T28" fmla="*/ 1 w 246"/>
                <a:gd name="T29" fmla="*/ 0 h 426"/>
                <a:gd name="T30" fmla="*/ 0 w 246"/>
                <a:gd name="T31" fmla="*/ 0 h 426"/>
                <a:gd name="T32" fmla="*/ 0 w 246"/>
                <a:gd name="T33" fmla="*/ 0 h 426"/>
                <a:gd name="T34" fmla="*/ 0 w 246"/>
                <a:gd name="T35" fmla="*/ 0 h 426"/>
                <a:gd name="T36" fmla="*/ 0 w 246"/>
                <a:gd name="T37" fmla="*/ 0 h 426"/>
                <a:gd name="T38" fmla="*/ 0 w 246"/>
                <a:gd name="T39" fmla="*/ 0 h 426"/>
                <a:gd name="T40" fmla="*/ 0 w 246"/>
                <a:gd name="T41" fmla="*/ 0 h 426"/>
                <a:gd name="T42" fmla="*/ 1 w 246"/>
                <a:gd name="T43" fmla="*/ 0 h 426"/>
                <a:gd name="T44" fmla="*/ 1 w 246"/>
                <a:gd name="T45" fmla="*/ 0 h 426"/>
                <a:gd name="T46" fmla="*/ 1 w 246"/>
                <a:gd name="T47" fmla="*/ 1 h 426"/>
                <a:gd name="T48" fmla="*/ 1 w 246"/>
                <a:gd name="T49" fmla="*/ 1 h 426"/>
                <a:gd name="T50" fmla="*/ 1 w 246"/>
                <a:gd name="T51" fmla="*/ 1 h 426"/>
                <a:gd name="T52" fmla="*/ 1 w 246"/>
                <a:gd name="T53" fmla="*/ 1 h 426"/>
                <a:gd name="T54" fmla="*/ 1 w 246"/>
                <a:gd name="T55" fmla="*/ 1 h 426"/>
                <a:gd name="T56" fmla="*/ 2 w 246"/>
                <a:gd name="T57" fmla="*/ 2 h 426"/>
                <a:gd name="T58" fmla="*/ 2 w 246"/>
                <a:gd name="T59" fmla="*/ 2 h 426"/>
                <a:gd name="T60" fmla="*/ 2 w 246"/>
                <a:gd name="T61" fmla="*/ 2 h 426"/>
                <a:gd name="T62" fmla="*/ 2 w 246"/>
                <a:gd name="T63" fmla="*/ 2 h 426"/>
                <a:gd name="T64" fmla="*/ 2 w 246"/>
                <a:gd name="T65" fmla="*/ 3 h 426"/>
                <a:gd name="T66" fmla="*/ 2 w 246"/>
                <a:gd name="T67" fmla="*/ 3 h 426"/>
                <a:gd name="T68" fmla="*/ 2 w 246"/>
                <a:gd name="T69" fmla="*/ 3 h 426"/>
                <a:gd name="T70" fmla="*/ 2 w 246"/>
                <a:gd name="T71" fmla="*/ 3 h 426"/>
                <a:gd name="T72" fmla="*/ 2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246" y="426"/>
                  </a:moveTo>
                  <a:lnTo>
                    <a:pt x="246" y="426"/>
                  </a:lnTo>
                  <a:lnTo>
                    <a:pt x="245" y="384"/>
                  </a:lnTo>
                  <a:lnTo>
                    <a:pt x="242" y="340"/>
                  </a:lnTo>
                  <a:lnTo>
                    <a:pt x="236" y="301"/>
                  </a:lnTo>
                  <a:lnTo>
                    <a:pt x="228" y="262"/>
                  </a:lnTo>
                  <a:lnTo>
                    <a:pt x="217" y="224"/>
                  </a:lnTo>
                  <a:lnTo>
                    <a:pt x="205" y="190"/>
                  </a:lnTo>
                  <a:lnTo>
                    <a:pt x="191" y="158"/>
                  </a:lnTo>
                  <a:lnTo>
                    <a:pt x="176" y="126"/>
                  </a:lnTo>
                  <a:lnTo>
                    <a:pt x="157" y="99"/>
                  </a:lnTo>
                  <a:lnTo>
                    <a:pt x="139" y="75"/>
                  </a:lnTo>
                  <a:lnTo>
                    <a:pt x="119" y="53"/>
                  </a:lnTo>
                  <a:lnTo>
                    <a:pt x="96" y="34"/>
                  </a:lnTo>
                  <a:lnTo>
                    <a:pt x="75" y="19"/>
                  </a:lnTo>
                  <a:lnTo>
                    <a:pt x="51" y="9"/>
                  </a:lnTo>
                  <a:lnTo>
                    <a:pt x="26" y="3"/>
                  </a:lnTo>
                  <a:lnTo>
                    <a:pt x="0" y="0"/>
                  </a:lnTo>
                  <a:lnTo>
                    <a:pt x="0" y="12"/>
                  </a:lnTo>
                  <a:lnTo>
                    <a:pt x="24" y="15"/>
                  </a:lnTo>
                  <a:lnTo>
                    <a:pt x="46" y="20"/>
                  </a:lnTo>
                  <a:lnTo>
                    <a:pt x="68" y="31"/>
                  </a:lnTo>
                  <a:lnTo>
                    <a:pt x="89" y="44"/>
                  </a:lnTo>
                  <a:lnTo>
                    <a:pt x="109" y="63"/>
                  </a:lnTo>
                  <a:lnTo>
                    <a:pt x="129" y="83"/>
                  </a:lnTo>
                  <a:lnTo>
                    <a:pt x="148" y="106"/>
                  </a:lnTo>
                  <a:lnTo>
                    <a:pt x="164" y="133"/>
                  </a:lnTo>
                  <a:lnTo>
                    <a:pt x="180" y="162"/>
                  </a:lnTo>
                  <a:lnTo>
                    <a:pt x="194" y="195"/>
                  </a:lnTo>
                  <a:lnTo>
                    <a:pt x="205" y="229"/>
                  </a:lnTo>
                  <a:lnTo>
                    <a:pt x="216" y="264"/>
                  </a:lnTo>
                  <a:lnTo>
                    <a:pt x="224" y="303"/>
                  </a:lnTo>
                  <a:lnTo>
                    <a:pt x="230" y="343"/>
                  </a:lnTo>
                  <a:lnTo>
                    <a:pt x="233" y="384"/>
                  </a:lnTo>
                  <a:lnTo>
                    <a:pt x="235" y="426"/>
                  </a:lnTo>
                  <a:lnTo>
                    <a:pt x="246"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7871" name="Freeform 61"/>
            <p:cNvSpPr>
              <a:spLocks/>
            </p:cNvSpPr>
            <p:nvPr/>
          </p:nvSpPr>
          <p:spPr bwMode="auto">
            <a:xfrm>
              <a:off x="1392" y="2203"/>
              <a:ext cx="49" cy="85"/>
            </a:xfrm>
            <a:custGeom>
              <a:avLst/>
              <a:gdLst>
                <a:gd name="T0" fmla="*/ 0 w 246"/>
                <a:gd name="T1" fmla="*/ 3 h 424"/>
                <a:gd name="T2" fmla="*/ 0 w 246"/>
                <a:gd name="T3" fmla="*/ 3 h 424"/>
                <a:gd name="T4" fmla="*/ 0 w 246"/>
                <a:gd name="T5" fmla="*/ 3 h 424"/>
                <a:gd name="T6" fmla="*/ 0 w 246"/>
                <a:gd name="T7" fmla="*/ 3 h 424"/>
                <a:gd name="T8" fmla="*/ 1 w 246"/>
                <a:gd name="T9" fmla="*/ 3 h 424"/>
                <a:gd name="T10" fmla="*/ 1 w 246"/>
                <a:gd name="T11" fmla="*/ 3 h 424"/>
                <a:gd name="T12" fmla="*/ 1 w 246"/>
                <a:gd name="T13" fmla="*/ 3 h 424"/>
                <a:gd name="T14" fmla="*/ 1 w 246"/>
                <a:gd name="T15" fmla="*/ 3 h 424"/>
                <a:gd name="T16" fmla="*/ 1 w 246"/>
                <a:gd name="T17" fmla="*/ 3 h 424"/>
                <a:gd name="T18" fmla="*/ 1 w 246"/>
                <a:gd name="T19" fmla="*/ 2 h 424"/>
                <a:gd name="T20" fmla="*/ 2 w 246"/>
                <a:gd name="T21" fmla="*/ 2 h 424"/>
                <a:gd name="T22" fmla="*/ 2 w 246"/>
                <a:gd name="T23" fmla="*/ 2 h 424"/>
                <a:gd name="T24" fmla="*/ 2 w 246"/>
                <a:gd name="T25" fmla="*/ 2 h 424"/>
                <a:gd name="T26" fmla="*/ 2 w 246"/>
                <a:gd name="T27" fmla="*/ 1 h 424"/>
                <a:gd name="T28" fmla="*/ 2 w 246"/>
                <a:gd name="T29" fmla="*/ 1 h 424"/>
                <a:gd name="T30" fmla="*/ 2 w 246"/>
                <a:gd name="T31" fmla="*/ 1 h 424"/>
                <a:gd name="T32" fmla="*/ 2 w 246"/>
                <a:gd name="T33" fmla="*/ 0 h 424"/>
                <a:gd name="T34" fmla="*/ 2 w 246"/>
                <a:gd name="T35" fmla="*/ 0 h 424"/>
                <a:gd name="T36" fmla="*/ 2 w 246"/>
                <a:gd name="T37" fmla="*/ 0 h 424"/>
                <a:gd name="T38" fmla="*/ 2 w 246"/>
                <a:gd name="T39" fmla="*/ 0 h 424"/>
                <a:gd name="T40" fmla="*/ 2 w 246"/>
                <a:gd name="T41" fmla="*/ 1 h 424"/>
                <a:gd name="T42" fmla="*/ 2 w 246"/>
                <a:gd name="T43" fmla="*/ 1 h 424"/>
                <a:gd name="T44" fmla="*/ 2 w 246"/>
                <a:gd name="T45" fmla="*/ 1 h 424"/>
                <a:gd name="T46" fmla="*/ 2 w 246"/>
                <a:gd name="T47" fmla="*/ 2 h 424"/>
                <a:gd name="T48" fmla="*/ 2 w 246"/>
                <a:gd name="T49" fmla="*/ 2 h 424"/>
                <a:gd name="T50" fmla="*/ 1 w 246"/>
                <a:gd name="T51" fmla="*/ 2 h 424"/>
                <a:gd name="T52" fmla="*/ 1 w 246"/>
                <a:gd name="T53" fmla="*/ 2 h 424"/>
                <a:gd name="T54" fmla="*/ 1 w 246"/>
                <a:gd name="T55" fmla="*/ 3 h 424"/>
                <a:gd name="T56" fmla="*/ 1 w 246"/>
                <a:gd name="T57" fmla="*/ 3 h 424"/>
                <a:gd name="T58" fmla="*/ 1 w 246"/>
                <a:gd name="T59" fmla="*/ 3 h 424"/>
                <a:gd name="T60" fmla="*/ 1 w 246"/>
                <a:gd name="T61" fmla="*/ 3 h 424"/>
                <a:gd name="T62" fmla="*/ 1 w 246"/>
                <a:gd name="T63" fmla="*/ 3 h 424"/>
                <a:gd name="T64" fmla="*/ 0 w 246"/>
                <a:gd name="T65" fmla="*/ 3 h 424"/>
                <a:gd name="T66" fmla="*/ 0 w 246"/>
                <a:gd name="T67" fmla="*/ 3 h 424"/>
                <a:gd name="T68" fmla="*/ 0 w 246"/>
                <a:gd name="T69" fmla="*/ 3 h 424"/>
                <a:gd name="T70" fmla="*/ 0 w 246"/>
                <a:gd name="T71" fmla="*/ 3 h 424"/>
                <a:gd name="T72" fmla="*/ 0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0" y="424"/>
                  </a:moveTo>
                  <a:lnTo>
                    <a:pt x="0" y="424"/>
                  </a:lnTo>
                  <a:lnTo>
                    <a:pt x="26" y="422"/>
                  </a:lnTo>
                  <a:lnTo>
                    <a:pt x="51" y="416"/>
                  </a:lnTo>
                  <a:lnTo>
                    <a:pt x="75" y="406"/>
                  </a:lnTo>
                  <a:lnTo>
                    <a:pt x="96" y="390"/>
                  </a:lnTo>
                  <a:lnTo>
                    <a:pt x="119" y="373"/>
                  </a:lnTo>
                  <a:lnTo>
                    <a:pt x="139" y="351"/>
                  </a:lnTo>
                  <a:lnTo>
                    <a:pt x="157" y="326"/>
                  </a:lnTo>
                  <a:lnTo>
                    <a:pt x="175" y="299"/>
                  </a:lnTo>
                  <a:lnTo>
                    <a:pt x="191" y="269"/>
                  </a:lnTo>
                  <a:lnTo>
                    <a:pt x="205" y="236"/>
                  </a:lnTo>
                  <a:lnTo>
                    <a:pt x="217" y="202"/>
                  </a:lnTo>
                  <a:lnTo>
                    <a:pt x="228" y="163"/>
                  </a:lnTo>
                  <a:lnTo>
                    <a:pt x="236" y="125"/>
                  </a:lnTo>
                  <a:lnTo>
                    <a:pt x="242" y="86"/>
                  </a:lnTo>
                  <a:lnTo>
                    <a:pt x="245" y="42"/>
                  </a:lnTo>
                  <a:lnTo>
                    <a:pt x="246" y="0"/>
                  </a:lnTo>
                  <a:lnTo>
                    <a:pt x="235" y="0"/>
                  </a:lnTo>
                  <a:lnTo>
                    <a:pt x="233" y="42"/>
                  </a:lnTo>
                  <a:lnTo>
                    <a:pt x="230" y="83"/>
                  </a:lnTo>
                  <a:lnTo>
                    <a:pt x="224" y="123"/>
                  </a:lnTo>
                  <a:lnTo>
                    <a:pt x="216" y="161"/>
                  </a:lnTo>
                  <a:lnTo>
                    <a:pt x="205" y="197"/>
                  </a:lnTo>
                  <a:lnTo>
                    <a:pt x="194" y="231"/>
                  </a:lnTo>
                  <a:lnTo>
                    <a:pt x="180" y="264"/>
                  </a:lnTo>
                  <a:lnTo>
                    <a:pt x="166" y="292"/>
                  </a:lnTo>
                  <a:lnTo>
                    <a:pt x="148" y="319"/>
                  </a:lnTo>
                  <a:lnTo>
                    <a:pt x="129" y="344"/>
                  </a:lnTo>
                  <a:lnTo>
                    <a:pt x="109" y="364"/>
                  </a:lnTo>
                  <a:lnTo>
                    <a:pt x="89" y="381"/>
                  </a:lnTo>
                  <a:lnTo>
                    <a:pt x="68" y="394"/>
                  </a:lnTo>
                  <a:lnTo>
                    <a:pt x="46" y="405"/>
                  </a:lnTo>
                  <a:lnTo>
                    <a:pt x="24" y="410"/>
                  </a:lnTo>
                  <a:lnTo>
                    <a:pt x="0" y="413"/>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7872" name="Freeform 62"/>
            <p:cNvSpPr>
              <a:spLocks/>
            </p:cNvSpPr>
            <p:nvPr/>
          </p:nvSpPr>
          <p:spPr bwMode="auto">
            <a:xfrm>
              <a:off x="1343" y="2203"/>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2" y="42"/>
                  </a:lnTo>
                  <a:lnTo>
                    <a:pt x="5" y="86"/>
                  </a:lnTo>
                  <a:lnTo>
                    <a:pt x="11" y="125"/>
                  </a:lnTo>
                  <a:lnTo>
                    <a:pt x="19" y="163"/>
                  </a:lnTo>
                  <a:lnTo>
                    <a:pt x="30" y="202"/>
                  </a:lnTo>
                  <a:lnTo>
                    <a:pt x="41" y="236"/>
                  </a:lnTo>
                  <a:lnTo>
                    <a:pt x="56" y="269"/>
                  </a:lnTo>
                  <a:lnTo>
                    <a:pt x="72" y="299"/>
                  </a:lnTo>
                  <a:lnTo>
                    <a:pt x="90" y="326"/>
                  </a:lnTo>
                  <a:lnTo>
                    <a:pt x="108" y="351"/>
                  </a:lnTo>
                  <a:lnTo>
                    <a:pt x="127" y="373"/>
                  </a:lnTo>
                  <a:lnTo>
                    <a:pt x="149" y="390"/>
                  </a:lnTo>
                  <a:lnTo>
                    <a:pt x="172" y="406"/>
                  </a:lnTo>
                  <a:lnTo>
                    <a:pt x="195" y="416"/>
                  </a:lnTo>
                  <a:lnTo>
                    <a:pt x="220" y="422"/>
                  </a:lnTo>
                  <a:lnTo>
                    <a:pt x="245" y="424"/>
                  </a:lnTo>
                  <a:lnTo>
                    <a:pt x="245" y="413"/>
                  </a:lnTo>
                  <a:lnTo>
                    <a:pt x="222" y="410"/>
                  </a:lnTo>
                  <a:lnTo>
                    <a:pt x="200" y="405"/>
                  </a:lnTo>
                  <a:lnTo>
                    <a:pt x="179" y="394"/>
                  </a:lnTo>
                  <a:lnTo>
                    <a:pt x="156" y="381"/>
                  </a:lnTo>
                  <a:lnTo>
                    <a:pt x="136" y="364"/>
                  </a:lnTo>
                  <a:lnTo>
                    <a:pt x="118" y="344"/>
                  </a:lnTo>
                  <a:lnTo>
                    <a:pt x="99" y="319"/>
                  </a:lnTo>
                  <a:lnTo>
                    <a:pt x="81" y="292"/>
                  </a:lnTo>
                  <a:lnTo>
                    <a:pt x="67" y="264"/>
                  </a:lnTo>
                  <a:lnTo>
                    <a:pt x="53" y="231"/>
                  </a:lnTo>
                  <a:lnTo>
                    <a:pt x="41" y="197"/>
                  </a:lnTo>
                  <a:lnTo>
                    <a:pt x="31" y="161"/>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7873" name="Freeform 63"/>
            <p:cNvSpPr>
              <a:spLocks/>
            </p:cNvSpPr>
            <p:nvPr/>
          </p:nvSpPr>
          <p:spPr bwMode="auto">
            <a:xfrm>
              <a:off x="1343" y="2118"/>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1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20" y="3"/>
                  </a:lnTo>
                  <a:lnTo>
                    <a:pt x="195" y="9"/>
                  </a:lnTo>
                  <a:lnTo>
                    <a:pt x="172" y="19"/>
                  </a:lnTo>
                  <a:lnTo>
                    <a:pt x="149" y="34"/>
                  </a:lnTo>
                  <a:lnTo>
                    <a:pt x="127" y="53"/>
                  </a:lnTo>
                  <a:lnTo>
                    <a:pt x="108" y="75"/>
                  </a:lnTo>
                  <a:lnTo>
                    <a:pt x="90" y="99"/>
                  </a:lnTo>
                  <a:lnTo>
                    <a:pt x="71" y="126"/>
                  </a:lnTo>
                  <a:lnTo>
                    <a:pt x="56" y="158"/>
                  </a:lnTo>
                  <a:lnTo>
                    <a:pt x="41" y="190"/>
                  </a:lnTo>
                  <a:lnTo>
                    <a:pt x="30" y="224"/>
                  </a:lnTo>
                  <a:lnTo>
                    <a:pt x="19" y="262"/>
                  </a:lnTo>
                  <a:lnTo>
                    <a:pt x="11" y="301"/>
                  </a:lnTo>
                  <a:lnTo>
                    <a:pt x="5" y="340"/>
                  </a:lnTo>
                  <a:lnTo>
                    <a:pt x="2" y="384"/>
                  </a:lnTo>
                  <a:lnTo>
                    <a:pt x="0" y="426"/>
                  </a:lnTo>
                  <a:lnTo>
                    <a:pt x="12" y="426"/>
                  </a:lnTo>
                  <a:lnTo>
                    <a:pt x="13" y="384"/>
                  </a:lnTo>
                  <a:lnTo>
                    <a:pt x="17" y="343"/>
                  </a:lnTo>
                  <a:lnTo>
                    <a:pt x="23" y="303"/>
                  </a:lnTo>
                  <a:lnTo>
                    <a:pt x="31" y="264"/>
                  </a:lnTo>
                  <a:lnTo>
                    <a:pt x="41" y="229"/>
                  </a:lnTo>
                  <a:lnTo>
                    <a:pt x="53" y="195"/>
                  </a:lnTo>
                  <a:lnTo>
                    <a:pt x="67" y="162"/>
                  </a:lnTo>
                  <a:lnTo>
                    <a:pt x="82" y="133"/>
                  </a:lnTo>
                  <a:lnTo>
                    <a:pt x="99" y="106"/>
                  </a:lnTo>
                  <a:lnTo>
                    <a:pt x="118" y="83"/>
                  </a:lnTo>
                  <a:lnTo>
                    <a:pt x="136" y="63"/>
                  </a:lnTo>
                  <a:lnTo>
                    <a:pt x="156" y="44"/>
                  </a:lnTo>
                  <a:lnTo>
                    <a:pt x="179" y="31"/>
                  </a:lnTo>
                  <a:lnTo>
                    <a:pt x="200" y="20"/>
                  </a:lnTo>
                  <a:lnTo>
                    <a:pt x="222" y="15"/>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7874" name="Freeform 64"/>
            <p:cNvSpPr>
              <a:spLocks/>
            </p:cNvSpPr>
            <p:nvPr/>
          </p:nvSpPr>
          <p:spPr bwMode="auto">
            <a:xfrm>
              <a:off x="1384" y="1859"/>
              <a:ext cx="49" cy="84"/>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1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3" y="382"/>
                  </a:lnTo>
                  <a:lnTo>
                    <a:pt x="240" y="339"/>
                  </a:lnTo>
                  <a:lnTo>
                    <a:pt x="234" y="299"/>
                  </a:lnTo>
                  <a:lnTo>
                    <a:pt x="226" y="261"/>
                  </a:lnTo>
                  <a:lnTo>
                    <a:pt x="215" y="222"/>
                  </a:lnTo>
                  <a:lnTo>
                    <a:pt x="204" y="188"/>
                  </a:lnTo>
                  <a:lnTo>
                    <a:pt x="189" y="156"/>
                  </a:lnTo>
                  <a:lnTo>
                    <a:pt x="173" y="125"/>
                  </a:lnTo>
                  <a:lnTo>
                    <a:pt x="155" y="98"/>
                  </a:lnTo>
                  <a:lnTo>
                    <a:pt x="138" y="74"/>
                  </a:lnTo>
                  <a:lnTo>
                    <a:pt x="118" y="51"/>
                  </a:lnTo>
                  <a:lnTo>
                    <a:pt x="96" y="34"/>
                  </a:lnTo>
                  <a:lnTo>
                    <a:pt x="73" y="18"/>
                  </a:lnTo>
                  <a:lnTo>
                    <a:pt x="50" y="8"/>
                  </a:lnTo>
                  <a:lnTo>
                    <a:pt x="25" y="2"/>
                  </a:lnTo>
                  <a:lnTo>
                    <a:pt x="0" y="0"/>
                  </a:lnTo>
                  <a:lnTo>
                    <a:pt x="0" y="11"/>
                  </a:lnTo>
                  <a:lnTo>
                    <a:pt x="23" y="14"/>
                  </a:lnTo>
                  <a:lnTo>
                    <a:pt x="45" y="20"/>
                  </a:lnTo>
                  <a:lnTo>
                    <a:pt x="66" y="30"/>
                  </a:lnTo>
                  <a:lnTo>
                    <a:pt x="89" y="43"/>
                  </a:lnTo>
                  <a:lnTo>
                    <a:pt x="109" y="61"/>
                  </a:lnTo>
                  <a:lnTo>
                    <a:pt x="129" y="81"/>
                  </a:lnTo>
                  <a:lnTo>
                    <a:pt x="146" y="105"/>
                  </a:lnTo>
                  <a:lnTo>
                    <a:pt x="164" y="132"/>
                  </a:lnTo>
                  <a:lnTo>
                    <a:pt x="178" y="160"/>
                  </a:lnTo>
                  <a:lnTo>
                    <a:pt x="192" y="193"/>
                  </a:lnTo>
                  <a:lnTo>
                    <a:pt x="204" y="227"/>
                  </a:lnTo>
                  <a:lnTo>
                    <a:pt x="214" y="264"/>
                  </a:lnTo>
                  <a:lnTo>
                    <a:pt x="222" y="301"/>
                  </a:lnTo>
                  <a:lnTo>
                    <a:pt x="228"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7875" name="Freeform 65"/>
            <p:cNvSpPr>
              <a:spLocks/>
            </p:cNvSpPr>
            <p:nvPr/>
          </p:nvSpPr>
          <p:spPr bwMode="auto">
            <a:xfrm>
              <a:off x="1384" y="1943"/>
              <a:ext cx="49" cy="86"/>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5" y="423"/>
                  </a:lnTo>
                  <a:lnTo>
                    <a:pt x="50" y="418"/>
                  </a:lnTo>
                  <a:lnTo>
                    <a:pt x="73" y="407"/>
                  </a:lnTo>
                  <a:lnTo>
                    <a:pt x="96" y="392"/>
                  </a:lnTo>
                  <a:lnTo>
                    <a:pt x="118" y="374"/>
                  </a:lnTo>
                  <a:lnTo>
                    <a:pt x="138" y="352"/>
                  </a:lnTo>
                  <a:lnTo>
                    <a:pt x="155" y="327"/>
                  </a:lnTo>
                  <a:lnTo>
                    <a:pt x="174" y="300"/>
                  </a:lnTo>
                  <a:lnTo>
                    <a:pt x="189" y="269"/>
                  </a:lnTo>
                  <a:lnTo>
                    <a:pt x="204" y="237"/>
                  </a:lnTo>
                  <a:lnTo>
                    <a:pt x="215" y="202"/>
                  </a:lnTo>
                  <a:lnTo>
                    <a:pt x="226" y="164"/>
                  </a:lnTo>
                  <a:lnTo>
                    <a:pt x="234" y="126"/>
                  </a:lnTo>
                  <a:lnTo>
                    <a:pt x="240" y="86"/>
                  </a:lnTo>
                  <a:lnTo>
                    <a:pt x="243" y="42"/>
                  </a:lnTo>
                  <a:lnTo>
                    <a:pt x="245" y="0"/>
                  </a:lnTo>
                  <a:lnTo>
                    <a:pt x="233" y="0"/>
                  </a:lnTo>
                  <a:lnTo>
                    <a:pt x="232" y="42"/>
                  </a:lnTo>
                  <a:lnTo>
                    <a:pt x="228" y="83"/>
                  </a:lnTo>
                  <a:lnTo>
                    <a:pt x="222" y="123"/>
                  </a:lnTo>
                  <a:lnTo>
                    <a:pt x="214" y="162"/>
                  </a:lnTo>
                  <a:lnTo>
                    <a:pt x="204" y="197"/>
                  </a:lnTo>
                  <a:lnTo>
                    <a:pt x="192" y="232"/>
                  </a:lnTo>
                  <a:lnTo>
                    <a:pt x="178" y="264"/>
                  </a:lnTo>
                  <a:lnTo>
                    <a:pt x="163" y="293"/>
                  </a:lnTo>
                  <a:lnTo>
                    <a:pt x="146" y="320"/>
                  </a:lnTo>
                  <a:lnTo>
                    <a:pt x="129" y="345"/>
                  </a:lnTo>
                  <a:lnTo>
                    <a:pt x="109" y="365"/>
                  </a:lnTo>
                  <a:lnTo>
                    <a:pt x="89" y="382"/>
                  </a:lnTo>
                  <a:lnTo>
                    <a:pt x="66" y="395"/>
                  </a:lnTo>
                  <a:lnTo>
                    <a:pt x="45" y="406"/>
                  </a:lnTo>
                  <a:lnTo>
                    <a:pt x="23"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7876" name="Freeform 66"/>
            <p:cNvSpPr>
              <a:spLocks/>
            </p:cNvSpPr>
            <p:nvPr/>
          </p:nvSpPr>
          <p:spPr bwMode="auto">
            <a:xfrm>
              <a:off x="1335" y="1943"/>
              <a:ext cx="49" cy="86"/>
            </a:xfrm>
            <a:custGeom>
              <a:avLst/>
              <a:gdLst>
                <a:gd name="T0" fmla="*/ 0 w 246"/>
                <a:gd name="T1" fmla="*/ 0 h 426"/>
                <a:gd name="T2" fmla="*/ 0 w 246"/>
                <a:gd name="T3" fmla="*/ 0 h 426"/>
                <a:gd name="T4" fmla="*/ 0 w 246"/>
                <a:gd name="T5" fmla="*/ 0 h 426"/>
                <a:gd name="T6" fmla="*/ 0 w 246"/>
                <a:gd name="T7" fmla="*/ 1 h 426"/>
                <a:gd name="T8" fmla="*/ 0 w 246"/>
                <a:gd name="T9" fmla="*/ 1 h 426"/>
                <a:gd name="T10" fmla="*/ 0 w 246"/>
                <a:gd name="T11" fmla="*/ 1 h 426"/>
                <a:gd name="T12" fmla="*/ 0 w 246"/>
                <a:gd name="T13" fmla="*/ 2 h 426"/>
                <a:gd name="T14" fmla="*/ 0 w 246"/>
                <a:gd name="T15" fmla="*/ 2 h 426"/>
                <a:gd name="T16" fmla="*/ 0 w 246"/>
                <a:gd name="T17" fmla="*/ 2 h 426"/>
                <a:gd name="T18" fmla="*/ 1 w 246"/>
                <a:gd name="T19" fmla="*/ 2 h 426"/>
                <a:gd name="T20" fmla="*/ 1 w 246"/>
                <a:gd name="T21" fmla="*/ 3 h 426"/>
                <a:gd name="T22" fmla="*/ 1 w 246"/>
                <a:gd name="T23" fmla="*/ 3 h 426"/>
                <a:gd name="T24" fmla="*/ 1 w 246"/>
                <a:gd name="T25" fmla="*/ 3 h 426"/>
                <a:gd name="T26" fmla="*/ 1 w 246"/>
                <a:gd name="T27" fmla="*/ 3 h 426"/>
                <a:gd name="T28" fmla="*/ 1 w 246"/>
                <a:gd name="T29" fmla="*/ 3 h 426"/>
                <a:gd name="T30" fmla="*/ 2 w 246"/>
                <a:gd name="T31" fmla="*/ 3 h 426"/>
                <a:gd name="T32" fmla="*/ 2 w 246"/>
                <a:gd name="T33" fmla="*/ 3 h 426"/>
                <a:gd name="T34" fmla="*/ 2 w 246"/>
                <a:gd name="T35" fmla="*/ 3 h 426"/>
                <a:gd name="T36" fmla="*/ 2 w 246"/>
                <a:gd name="T37" fmla="*/ 3 h 426"/>
                <a:gd name="T38" fmla="*/ 2 w 246"/>
                <a:gd name="T39" fmla="*/ 3 h 426"/>
                <a:gd name="T40" fmla="*/ 2 w 246"/>
                <a:gd name="T41" fmla="*/ 3 h 426"/>
                <a:gd name="T42" fmla="*/ 1 w 246"/>
                <a:gd name="T43" fmla="*/ 3 h 426"/>
                <a:gd name="T44" fmla="*/ 1 w 246"/>
                <a:gd name="T45" fmla="*/ 3 h 426"/>
                <a:gd name="T46" fmla="*/ 1 w 246"/>
                <a:gd name="T47" fmla="*/ 3 h 426"/>
                <a:gd name="T48" fmla="*/ 1 w 246"/>
                <a:gd name="T49" fmla="*/ 3 h 426"/>
                <a:gd name="T50" fmla="*/ 1 w 246"/>
                <a:gd name="T51" fmla="*/ 3 h 426"/>
                <a:gd name="T52" fmla="*/ 1 w 246"/>
                <a:gd name="T53" fmla="*/ 2 h 426"/>
                <a:gd name="T54" fmla="*/ 1 w 246"/>
                <a:gd name="T55" fmla="*/ 2 h 426"/>
                <a:gd name="T56" fmla="*/ 0 w 246"/>
                <a:gd name="T57" fmla="*/ 2 h 426"/>
                <a:gd name="T58" fmla="*/ 0 w 246"/>
                <a:gd name="T59" fmla="*/ 2 h 426"/>
                <a:gd name="T60" fmla="*/ 0 w 246"/>
                <a:gd name="T61" fmla="*/ 1 h 426"/>
                <a:gd name="T62" fmla="*/ 0 w 246"/>
                <a:gd name="T63" fmla="*/ 1 h 426"/>
                <a:gd name="T64" fmla="*/ 0 w 246"/>
                <a:gd name="T65" fmla="*/ 1 h 426"/>
                <a:gd name="T66" fmla="*/ 0 w 246"/>
                <a:gd name="T67" fmla="*/ 0 h 426"/>
                <a:gd name="T68" fmla="*/ 0 w 246"/>
                <a:gd name="T69" fmla="*/ 0 h 426"/>
                <a:gd name="T70" fmla="*/ 0 w 246"/>
                <a:gd name="T71" fmla="*/ 0 h 426"/>
                <a:gd name="T72" fmla="*/ 0 w 246"/>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0"/>
                  </a:moveTo>
                  <a:lnTo>
                    <a:pt x="0" y="0"/>
                  </a:lnTo>
                  <a:lnTo>
                    <a:pt x="1" y="42"/>
                  </a:lnTo>
                  <a:lnTo>
                    <a:pt x="4" y="86"/>
                  </a:lnTo>
                  <a:lnTo>
                    <a:pt x="10" y="126"/>
                  </a:lnTo>
                  <a:lnTo>
                    <a:pt x="18" y="164"/>
                  </a:lnTo>
                  <a:lnTo>
                    <a:pt x="29" y="202"/>
                  </a:lnTo>
                  <a:lnTo>
                    <a:pt x="41" y="237"/>
                  </a:lnTo>
                  <a:lnTo>
                    <a:pt x="55" y="269"/>
                  </a:lnTo>
                  <a:lnTo>
                    <a:pt x="71" y="300"/>
                  </a:lnTo>
                  <a:lnTo>
                    <a:pt x="89" y="327"/>
                  </a:lnTo>
                  <a:lnTo>
                    <a:pt x="107" y="352"/>
                  </a:lnTo>
                  <a:lnTo>
                    <a:pt x="127" y="374"/>
                  </a:lnTo>
                  <a:lnTo>
                    <a:pt x="150" y="392"/>
                  </a:lnTo>
                  <a:lnTo>
                    <a:pt x="171" y="407"/>
                  </a:lnTo>
                  <a:lnTo>
                    <a:pt x="195" y="418"/>
                  </a:lnTo>
                  <a:lnTo>
                    <a:pt x="220" y="423"/>
                  </a:lnTo>
                  <a:lnTo>
                    <a:pt x="246" y="426"/>
                  </a:lnTo>
                  <a:lnTo>
                    <a:pt x="246" y="414"/>
                  </a:lnTo>
                  <a:lnTo>
                    <a:pt x="222" y="412"/>
                  </a:lnTo>
                  <a:lnTo>
                    <a:pt x="200" y="406"/>
                  </a:lnTo>
                  <a:lnTo>
                    <a:pt x="178" y="395"/>
                  </a:lnTo>
                  <a:lnTo>
                    <a:pt x="157" y="382"/>
                  </a:lnTo>
                  <a:lnTo>
                    <a:pt x="137" y="365"/>
                  </a:lnTo>
                  <a:lnTo>
                    <a:pt x="117" y="345"/>
                  </a:lnTo>
                  <a:lnTo>
                    <a:pt x="98" y="320"/>
                  </a:lnTo>
                  <a:lnTo>
                    <a:pt x="83" y="293"/>
                  </a:lnTo>
                  <a:lnTo>
                    <a:pt x="66" y="264"/>
                  </a:lnTo>
                  <a:lnTo>
                    <a:pt x="52" y="232"/>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7877" name="Freeform 67"/>
            <p:cNvSpPr>
              <a:spLocks/>
            </p:cNvSpPr>
            <p:nvPr/>
          </p:nvSpPr>
          <p:spPr bwMode="auto">
            <a:xfrm>
              <a:off x="1335" y="1859"/>
              <a:ext cx="49" cy="84"/>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1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0" y="2"/>
                  </a:lnTo>
                  <a:lnTo>
                    <a:pt x="195" y="8"/>
                  </a:lnTo>
                  <a:lnTo>
                    <a:pt x="171" y="18"/>
                  </a:lnTo>
                  <a:lnTo>
                    <a:pt x="150" y="34"/>
                  </a:lnTo>
                  <a:lnTo>
                    <a:pt x="127" y="51"/>
                  </a:lnTo>
                  <a:lnTo>
                    <a:pt x="107" y="74"/>
                  </a:lnTo>
                  <a:lnTo>
                    <a:pt x="89" y="98"/>
                  </a:lnTo>
                  <a:lnTo>
                    <a:pt x="72" y="125"/>
                  </a:lnTo>
                  <a:lnTo>
                    <a:pt x="55" y="156"/>
                  </a:lnTo>
                  <a:lnTo>
                    <a:pt x="41" y="188"/>
                  </a:lnTo>
                  <a:lnTo>
                    <a:pt x="29" y="222"/>
                  </a:lnTo>
                  <a:lnTo>
                    <a:pt x="18" y="261"/>
                  </a:lnTo>
                  <a:lnTo>
                    <a:pt x="10" y="299"/>
                  </a:lnTo>
                  <a:lnTo>
                    <a:pt x="4" y="339"/>
                  </a:lnTo>
                  <a:lnTo>
                    <a:pt x="1" y="382"/>
                  </a:lnTo>
                  <a:lnTo>
                    <a:pt x="0" y="424"/>
                  </a:lnTo>
                  <a:lnTo>
                    <a:pt x="11" y="424"/>
                  </a:lnTo>
                  <a:lnTo>
                    <a:pt x="13" y="382"/>
                  </a:lnTo>
                  <a:lnTo>
                    <a:pt x="16" y="341"/>
                  </a:lnTo>
                  <a:lnTo>
                    <a:pt x="22" y="301"/>
                  </a:lnTo>
                  <a:lnTo>
                    <a:pt x="30" y="264"/>
                  </a:lnTo>
                  <a:lnTo>
                    <a:pt x="41" y="227"/>
                  </a:lnTo>
                  <a:lnTo>
                    <a:pt x="52" y="193"/>
                  </a:lnTo>
                  <a:lnTo>
                    <a:pt x="66" y="160"/>
                  </a:lnTo>
                  <a:lnTo>
                    <a:pt x="82" y="132"/>
                  </a:lnTo>
                  <a:lnTo>
                    <a:pt x="98" y="105"/>
                  </a:lnTo>
                  <a:lnTo>
                    <a:pt x="117" y="81"/>
                  </a:lnTo>
                  <a:lnTo>
                    <a:pt x="137" y="61"/>
                  </a:lnTo>
                  <a:lnTo>
                    <a:pt x="157" y="43"/>
                  </a:lnTo>
                  <a:lnTo>
                    <a:pt x="178" y="30"/>
                  </a:lnTo>
                  <a:lnTo>
                    <a:pt x="200" y="20"/>
                  </a:lnTo>
                  <a:lnTo>
                    <a:pt x="222" y="14"/>
                  </a:lnTo>
                  <a:lnTo>
                    <a:pt x="246" y="11"/>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7878" name="Freeform 68"/>
            <p:cNvSpPr>
              <a:spLocks/>
            </p:cNvSpPr>
            <p:nvPr/>
          </p:nvSpPr>
          <p:spPr bwMode="auto">
            <a:xfrm>
              <a:off x="1552" y="1751"/>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1" y="339"/>
                  </a:lnTo>
                  <a:lnTo>
                    <a:pt x="235" y="299"/>
                  </a:lnTo>
                  <a:lnTo>
                    <a:pt x="226" y="261"/>
                  </a:lnTo>
                  <a:lnTo>
                    <a:pt x="216" y="223"/>
                  </a:lnTo>
                  <a:lnTo>
                    <a:pt x="204" y="189"/>
                  </a:lnTo>
                  <a:lnTo>
                    <a:pt x="190" y="156"/>
                  </a:lnTo>
                  <a:lnTo>
                    <a:pt x="174" y="125"/>
                  </a:lnTo>
                  <a:lnTo>
                    <a:pt x="156" y="98"/>
                  </a:lnTo>
                  <a:lnTo>
                    <a:pt x="137" y="74"/>
                  </a:lnTo>
                  <a:lnTo>
                    <a:pt x="119" y="52"/>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8" y="81"/>
                  </a:lnTo>
                  <a:lnTo>
                    <a:pt x="147" y="105"/>
                  </a:lnTo>
                  <a:lnTo>
                    <a:pt x="164" y="132"/>
                  </a:lnTo>
                  <a:lnTo>
                    <a:pt x="178" y="161"/>
                  </a:lnTo>
                  <a:lnTo>
                    <a:pt x="193" y="193"/>
                  </a:lnTo>
                  <a:lnTo>
                    <a:pt x="204" y="227"/>
                  </a:lnTo>
                  <a:lnTo>
                    <a:pt x="215" y="264"/>
                  </a:lnTo>
                  <a:lnTo>
                    <a:pt x="223" y="301"/>
                  </a:lnTo>
                  <a:lnTo>
                    <a:pt x="229" y="341"/>
                  </a:lnTo>
                  <a:lnTo>
                    <a:pt x="232" y="382"/>
                  </a:lnTo>
                  <a:lnTo>
                    <a:pt x="234"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7879" name="Freeform 69"/>
            <p:cNvSpPr>
              <a:spLocks/>
            </p:cNvSpPr>
            <p:nvPr/>
          </p:nvSpPr>
          <p:spPr bwMode="auto">
            <a:xfrm>
              <a:off x="1552" y="1836"/>
              <a:ext cx="49" cy="85"/>
            </a:xfrm>
            <a:custGeom>
              <a:avLst/>
              <a:gdLst>
                <a:gd name="T0" fmla="*/ 0 w 245"/>
                <a:gd name="T1" fmla="*/ 3 h 425"/>
                <a:gd name="T2" fmla="*/ 0 w 245"/>
                <a:gd name="T3" fmla="*/ 3 h 425"/>
                <a:gd name="T4" fmla="*/ 0 w 245"/>
                <a:gd name="T5" fmla="*/ 3 h 425"/>
                <a:gd name="T6" fmla="*/ 0 w 245"/>
                <a:gd name="T7" fmla="*/ 3 h 425"/>
                <a:gd name="T8" fmla="*/ 1 w 245"/>
                <a:gd name="T9" fmla="*/ 3 h 425"/>
                <a:gd name="T10" fmla="*/ 1 w 245"/>
                <a:gd name="T11" fmla="*/ 3 h 425"/>
                <a:gd name="T12" fmla="*/ 1 w 245"/>
                <a:gd name="T13" fmla="*/ 3 h 425"/>
                <a:gd name="T14" fmla="*/ 1 w 245"/>
                <a:gd name="T15" fmla="*/ 3 h 425"/>
                <a:gd name="T16" fmla="*/ 1 w 245"/>
                <a:gd name="T17" fmla="*/ 3 h 425"/>
                <a:gd name="T18" fmla="*/ 1 w 245"/>
                <a:gd name="T19" fmla="*/ 2 h 425"/>
                <a:gd name="T20" fmla="*/ 2 w 245"/>
                <a:gd name="T21" fmla="*/ 2 h 425"/>
                <a:gd name="T22" fmla="*/ 2 w 245"/>
                <a:gd name="T23" fmla="*/ 2 h 425"/>
                <a:gd name="T24" fmla="*/ 2 w 245"/>
                <a:gd name="T25" fmla="*/ 2 h 425"/>
                <a:gd name="T26" fmla="*/ 2 w 245"/>
                <a:gd name="T27" fmla="*/ 1 h 425"/>
                <a:gd name="T28" fmla="*/ 2 w 245"/>
                <a:gd name="T29" fmla="*/ 1 h 425"/>
                <a:gd name="T30" fmla="*/ 2 w 245"/>
                <a:gd name="T31" fmla="*/ 1 h 425"/>
                <a:gd name="T32" fmla="*/ 2 w 245"/>
                <a:gd name="T33" fmla="*/ 0 h 425"/>
                <a:gd name="T34" fmla="*/ 2 w 245"/>
                <a:gd name="T35" fmla="*/ 0 h 425"/>
                <a:gd name="T36" fmla="*/ 2 w 245"/>
                <a:gd name="T37" fmla="*/ 0 h 425"/>
                <a:gd name="T38" fmla="*/ 2 w 245"/>
                <a:gd name="T39" fmla="*/ 0 h 425"/>
                <a:gd name="T40" fmla="*/ 2 w 245"/>
                <a:gd name="T41" fmla="*/ 1 h 425"/>
                <a:gd name="T42" fmla="*/ 2 w 245"/>
                <a:gd name="T43" fmla="*/ 1 h 425"/>
                <a:gd name="T44" fmla="*/ 2 w 245"/>
                <a:gd name="T45" fmla="*/ 1 h 425"/>
                <a:gd name="T46" fmla="*/ 2 w 245"/>
                <a:gd name="T47" fmla="*/ 2 h 425"/>
                <a:gd name="T48" fmla="*/ 2 w 245"/>
                <a:gd name="T49" fmla="*/ 2 h 425"/>
                <a:gd name="T50" fmla="*/ 1 w 245"/>
                <a:gd name="T51" fmla="*/ 2 h 425"/>
                <a:gd name="T52" fmla="*/ 1 w 245"/>
                <a:gd name="T53" fmla="*/ 2 h 425"/>
                <a:gd name="T54" fmla="*/ 1 w 245"/>
                <a:gd name="T55" fmla="*/ 3 h 425"/>
                <a:gd name="T56" fmla="*/ 1 w 245"/>
                <a:gd name="T57" fmla="*/ 3 h 425"/>
                <a:gd name="T58" fmla="*/ 1 w 245"/>
                <a:gd name="T59" fmla="*/ 3 h 425"/>
                <a:gd name="T60" fmla="*/ 1 w 245"/>
                <a:gd name="T61" fmla="*/ 3 h 425"/>
                <a:gd name="T62" fmla="*/ 1 w 245"/>
                <a:gd name="T63" fmla="*/ 3 h 425"/>
                <a:gd name="T64" fmla="*/ 0 w 245"/>
                <a:gd name="T65" fmla="*/ 3 h 425"/>
                <a:gd name="T66" fmla="*/ 0 w 245"/>
                <a:gd name="T67" fmla="*/ 3 h 425"/>
                <a:gd name="T68" fmla="*/ 0 w 245"/>
                <a:gd name="T69" fmla="*/ 3 h 425"/>
                <a:gd name="T70" fmla="*/ 0 w 245"/>
                <a:gd name="T71" fmla="*/ 3 h 425"/>
                <a:gd name="T72" fmla="*/ 0 w 245"/>
                <a:gd name="T73" fmla="*/ 3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5"/>
                <a:gd name="T113" fmla="*/ 245 w 245"/>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5">
                  <a:moveTo>
                    <a:pt x="0" y="425"/>
                  </a:moveTo>
                  <a:lnTo>
                    <a:pt x="0" y="425"/>
                  </a:lnTo>
                  <a:lnTo>
                    <a:pt x="26" y="422"/>
                  </a:lnTo>
                  <a:lnTo>
                    <a:pt x="51" y="417"/>
                  </a:lnTo>
                  <a:lnTo>
                    <a:pt x="74" y="406"/>
                  </a:lnTo>
                  <a:lnTo>
                    <a:pt x="96" y="391"/>
                  </a:lnTo>
                  <a:lnTo>
                    <a:pt x="119" y="373"/>
                  </a:lnTo>
                  <a:lnTo>
                    <a:pt x="137" y="351"/>
                  </a:lnTo>
                  <a:lnTo>
                    <a:pt x="156" y="326"/>
                  </a:lnTo>
                  <a:lnTo>
                    <a:pt x="174" y="299"/>
                  </a:lnTo>
                  <a:lnTo>
                    <a:pt x="190" y="269"/>
                  </a:lnTo>
                  <a:lnTo>
                    <a:pt x="204" y="236"/>
                  </a:lnTo>
                  <a:lnTo>
                    <a:pt x="216" y="202"/>
                  </a:lnTo>
                  <a:lnTo>
                    <a:pt x="226" y="163"/>
                  </a:lnTo>
                  <a:lnTo>
                    <a:pt x="235" y="126"/>
                  </a:lnTo>
                  <a:lnTo>
                    <a:pt x="241" y="86"/>
                  </a:lnTo>
                  <a:lnTo>
                    <a:pt x="244" y="43"/>
                  </a:lnTo>
                  <a:lnTo>
                    <a:pt x="245" y="0"/>
                  </a:lnTo>
                  <a:lnTo>
                    <a:pt x="234" y="0"/>
                  </a:lnTo>
                  <a:lnTo>
                    <a:pt x="232" y="43"/>
                  </a:lnTo>
                  <a:lnTo>
                    <a:pt x="229" y="84"/>
                  </a:lnTo>
                  <a:lnTo>
                    <a:pt x="223" y="123"/>
                  </a:lnTo>
                  <a:lnTo>
                    <a:pt x="215" y="161"/>
                  </a:lnTo>
                  <a:lnTo>
                    <a:pt x="204" y="197"/>
                  </a:lnTo>
                  <a:lnTo>
                    <a:pt x="193" y="231"/>
                  </a:lnTo>
                  <a:lnTo>
                    <a:pt x="178" y="264"/>
                  </a:lnTo>
                  <a:lnTo>
                    <a:pt x="164" y="292"/>
                  </a:lnTo>
                  <a:lnTo>
                    <a:pt x="147" y="319"/>
                  </a:lnTo>
                  <a:lnTo>
                    <a:pt x="128" y="344"/>
                  </a:lnTo>
                  <a:lnTo>
                    <a:pt x="109" y="364"/>
                  </a:lnTo>
                  <a:lnTo>
                    <a:pt x="89" y="381"/>
                  </a:lnTo>
                  <a:lnTo>
                    <a:pt x="67" y="394"/>
                  </a:lnTo>
                  <a:lnTo>
                    <a:pt x="46" y="405"/>
                  </a:lnTo>
                  <a:lnTo>
                    <a:pt x="24" y="411"/>
                  </a:lnTo>
                  <a:lnTo>
                    <a:pt x="0" y="413"/>
                  </a:lnTo>
                  <a:lnTo>
                    <a:pt x="0" y="425"/>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7880" name="Freeform 70"/>
            <p:cNvSpPr>
              <a:spLocks/>
            </p:cNvSpPr>
            <p:nvPr/>
          </p:nvSpPr>
          <p:spPr bwMode="auto">
            <a:xfrm>
              <a:off x="1502" y="1836"/>
              <a:ext cx="50" cy="85"/>
            </a:xfrm>
            <a:custGeom>
              <a:avLst/>
              <a:gdLst>
                <a:gd name="T0" fmla="*/ 0 w 246"/>
                <a:gd name="T1" fmla="*/ 0 h 425"/>
                <a:gd name="T2" fmla="*/ 0 w 246"/>
                <a:gd name="T3" fmla="*/ 0 h 425"/>
                <a:gd name="T4" fmla="*/ 0 w 246"/>
                <a:gd name="T5" fmla="*/ 0 h 425"/>
                <a:gd name="T6" fmla="*/ 0 w 246"/>
                <a:gd name="T7" fmla="*/ 1 h 425"/>
                <a:gd name="T8" fmla="*/ 0 w 246"/>
                <a:gd name="T9" fmla="*/ 1 h 425"/>
                <a:gd name="T10" fmla="*/ 0 w 246"/>
                <a:gd name="T11" fmla="*/ 1 h 425"/>
                <a:gd name="T12" fmla="*/ 0 w 246"/>
                <a:gd name="T13" fmla="*/ 2 h 425"/>
                <a:gd name="T14" fmla="*/ 0 w 246"/>
                <a:gd name="T15" fmla="*/ 2 h 425"/>
                <a:gd name="T16" fmla="*/ 0 w 246"/>
                <a:gd name="T17" fmla="*/ 2 h 425"/>
                <a:gd name="T18" fmla="*/ 1 w 246"/>
                <a:gd name="T19" fmla="*/ 2 h 425"/>
                <a:gd name="T20" fmla="*/ 1 w 246"/>
                <a:gd name="T21" fmla="*/ 3 h 425"/>
                <a:gd name="T22" fmla="*/ 1 w 246"/>
                <a:gd name="T23" fmla="*/ 3 h 425"/>
                <a:gd name="T24" fmla="*/ 1 w 246"/>
                <a:gd name="T25" fmla="*/ 3 h 425"/>
                <a:gd name="T26" fmla="*/ 1 w 246"/>
                <a:gd name="T27" fmla="*/ 3 h 425"/>
                <a:gd name="T28" fmla="*/ 1 w 246"/>
                <a:gd name="T29" fmla="*/ 3 h 425"/>
                <a:gd name="T30" fmla="*/ 2 w 246"/>
                <a:gd name="T31" fmla="*/ 3 h 425"/>
                <a:gd name="T32" fmla="*/ 2 w 246"/>
                <a:gd name="T33" fmla="*/ 3 h 425"/>
                <a:gd name="T34" fmla="*/ 2 w 246"/>
                <a:gd name="T35" fmla="*/ 3 h 425"/>
                <a:gd name="T36" fmla="*/ 2 w 246"/>
                <a:gd name="T37" fmla="*/ 3 h 425"/>
                <a:gd name="T38" fmla="*/ 2 w 246"/>
                <a:gd name="T39" fmla="*/ 3 h 425"/>
                <a:gd name="T40" fmla="*/ 2 w 246"/>
                <a:gd name="T41" fmla="*/ 3 h 425"/>
                <a:gd name="T42" fmla="*/ 1 w 246"/>
                <a:gd name="T43" fmla="*/ 3 h 425"/>
                <a:gd name="T44" fmla="*/ 1 w 246"/>
                <a:gd name="T45" fmla="*/ 3 h 425"/>
                <a:gd name="T46" fmla="*/ 1 w 246"/>
                <a:gd name="T47" fmla="*/ 3 h 425"/>
                <a:gd name="T48" fmla="*/ 1 w 246"/>
                <a:gd name="T49" fmla="*/ 3 h 425"/>
                <a:gd name="T50" fmla="*/ 1 w 246"/>
                <a:gd name="T51" fmla="*/ 3 h 425"/>
                <a:gd name="T52" fmla="*/ 1 w 246"/>
                <a:gd name="T53" fmla="*/ 2 h 425"/>
                <a:gd name="T54" fmla="*/ 1 w 246"/>
                <a:gd name="T55" fmla="*/ 2 h 425"/>
                <a:gd name="T56" fmla="*/ 0 w 246"/>
                <a:gd name="T57" fmla="*/ 2 h 425"/>
                <a:gd name="T58" fmla="*/ 0 w 246"/>
                <a:gd name="T59" fmla="*/ 2 h 425"/>
                <a:gd name="T60" fmla="*/ 0 w 246"/>
                <a:gd name="T61" fmla="*/ 1 h 425"/>
                <a:gd name="T62" fmla="*/ 0 w 246"/>
                <a:gd name="T63" fmla="*/ 1 h 425"/>
                <a:gd name="T64" fmla="*/ 0 w 246"/>
                <a:gd name="T65" fmla="*/ 1 h 425"/>
                <a:gd name="T66" fmla="*/ 0 w 246"/>
                <a:gd name="T67" fmla="*/ 0 h 425"/>
                <a:gd name="T68" fmla="*/ 0 w 246"/>
                <a:gd name="T69" fmla="*/ 0 h 425"/>
                <a:gd name="T70" fmla="*/ 0 w 246"/>
                <a:gd name="T71" fmla="*/ 0 h 425"/>
                <a:gd name="T72" fmla="*/ 0 w 246"/>
                <a:gd name="T73" fmla="*/ 0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5"/>
                <a:gd name="T113" fmla="*/ 246 w 246"/>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5">
                  <a:moveTo>
                    <a:pt x="0" y="0"/>
                  </a:moveTo>
                  <a:lnTo>
                    <a:pt x="0" y="0"/>
                  </a:lnTo>
                  <a:lnTo>
                    <a:pt x="2" y="43"/>
                  </a:lnTo>
                  <a:lnTo>
                    <a:pt x="5" y="86"/>
                  </a:lnTo>
                  <a:lnTo>
                    <a:pt x="11" y="126"/>
                  </a:lnTo>
                  <a:lnTo>
                    <a:pt x="19" y="163"/>
                  </a:lnTo>
                  <a:lnTo>
                    <a:pt x="30" y="202"/>
                  </a:lnTo>
                  <a:lnTo>
                    <a:pt x="41" y="236"/>
                  </a:lnTo>
                  <a:lnTo>
                    <a:pt x="55" y="269"/>
                  </a:lnTo>
                  <a:lnTo>
                    <a:pt x="73" y="299"/>
                  </a:lnTo>
                  <a:lnTo>
                    <a:pt x="89" y="326"/>
                  </a:lnTo>
                  <a:lnTo>
                    <a:pt x="108" y="351"/>
                  </a:lnTo>
                  <a:lnTo>
                    <a:pt x="128" y="373"/>
                  </a:lnTo>
                  <a:lnTo>
                    <a:pt x="150" y="391"/>
                  </a:lnTo>
                  <a:lnTo>
                    <a:pt x="171" y="406"/>
                  </a:lnTo>
                  <a:lnTo>
                    <a:pt x="196" y="417"/>
                  </a:lnTo>
                  <a:lnTo>
                    <a:pt x="221" y="422"/>
                  </a:lnTo>
                  <a:lnTo>
                    <a:pt x="246" y="425"/>
                  </a:lnTo>
                  <a:lnTo>
                    <a:pt x="246" y="413"/>
                  </a:lnTo>
                  <a:lnTo>
                    <a:pt x="223" y="411"/>
                  </a:lnTo>
                  <a:lnTo>
                    <a:pt x="201" y="405"/>
                  </a:lnTo>
                  <a:lnTo>
                    <a:pt x="178" y="394"/>
                  </a:lnTo>
                  <a:lnTo>
                    <a:pt x="157" y="381"/>
                  </a:lnTo>
                  <a:lnTo>
                    <a:pt x="137" y="364"/>
                  </a:lnTo>
                  <a:lnTo>
                    <a:pt x="117" y="344"/>
                  </a:lnTo>
                  <a:lnTo>
                    <a:pt x="99" y="319"/>
                  </a:lnTo>
                  <a:lnTo>
                    <a:pt x="82" y="292"/>
                  </a:lnTo>
                  <a:lnTo>
                    <a:pt x="67" y="264"/>
                  </a:lnTo>
                  <a:lnTo>
                    <a:pt x="53" y="231"/>
                  </a:lnTo>
                  <a:lnTo>
                    <a:pt x="41" y="197"/>
                  </a:lnTo>
                  <a:lnTo>
                    <a:pt x="31" y="161"/>
                  </a:lnTo>
                  <a:lnTo>
                    <a:pt x="23" y="123"/>
                  </a:lnTo>
                  <a:lnTo>
                    <a:pt x="17" y="84"/>
                  </a:lnTo>
                  <a:lnTo>
                    <a:pt x="13" y="4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7881" name="Freeform 71"/>
            <p:cNvSpPr>
              <a:spLocks/>
            </p:cNvSpPr>
            <p:nvPr/>
          </p:nvSpPr>
          <p:spPr bwMode="auto">
            <a:xfrm>
              <a:off x="1502" y="1751"/>
              <a:ext cx="50" cy="85"/>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2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1" y="2"/>
                  </a:lnTo>
                  <a:lnTo>
                    <a:pt x="196" y="8"/>
                  </a:lnTo>
                  <a:lnTo>
                    <a:pt x="171" y="19"/>
                  </a:lnTo>
                  <a:lnTo>
                    <a:pt x="150" y="34"/>
                  </a:lnTo>
                  <a:lnTo>
                    <a:pt x="128" y="52"/>
                  </a:lnTo>
                  <a:lnTo>
                    <a:pt x="108" y="74"/>
                  </a:lnTo>
                  <a:lnTo>
                    <a:pt x="89" y="98"/>
                  </a:lnTo>
                  <a:lnTo>
                    <a:pt x="73" y="125"/>
                  </a:lnTo>
                  <a:lnTo>
                    <a:pt x="55" y="156"/>
                  </a:lnTo>
                  <a:lnTo>
                    <a:pt x="41" y="189"/>
                  </a:lnTo>
                  <a:lnTo>
                    <a:pt x="30" y="223"/>
                  </a:lnTo>
                  <a:lnTo>
                    <a:pt x="19" y="261"/>
                  </a:lnTo>
                  <a:lnTo>
                    <a:pt x="11" y="299"/>
                  </a:lnTo>
                  <a:lnTo>
                    <a:pt x="5" y="339"/>
                  </a:lnTo>
                  <a:lnTo>
                    <a:pt x="2" y="382"/>
                  </a:lnTo>
                  <a:lnTo>
                    <a:pt x="0" y="424"/>
                  </a:lnTo>
                  <a:lnTo>
                    <a:pt x="12" y="424"/>
                  </a:lnTo>
                  <a:lnTo>
                    <a:pt x="13" y="382"/>
                  </a:lnTo>
                  <a:lnTo>
                    <a:pt x="17" y="341"/>
                  </a:lnTo>
                  <a:lnTo>
                    <a:pt x="23" y="301"/>
                  </a:lnTo>
                  <a:lnTo>
                    <a:pt x="31" y="264"/>
                  </a:lnTo>
                  <a:lnTo>
                    <a:pt x="41" y="227"/>
                  </a:lnTo>
                  <a:lnTo>
                    <a:pt x="53" y="193"/>
                  </a:lnTo>
                  <a:lnTo>
                    <a:pt x="67" y="161"/>
                  </a:lnTo>
                  <a:lnTo>
                    <a:pt x="82" y="132"/>
                  </a:lnTo>
                  <a:lnTo>
                    <a:pt x="99" y="105"/>
                  </a:lnTo>
                  <a:lnTo>
                    <a:pt x="117" y="81"/>
                  </a:lnTo>
                  <a:lnTo>
                    <a:pt x="137" y="61"/>
                  </a:lnTo>
                  <a:lnTo>
                    <a:pt x="157" y="43"/>
                  </a:lnTo>
                  <a:lnTo>
                    <a:pt x="178" y="30"/>
                  </a:lnTo>
                  <a:lnTo>
                    <a:pt x="201" y="20"/>
                  </a:lnTo>
                  <a:lnTo>
                    <a:pt x="223" y="14"/>
                  </a:lnTo>
                  <a:lnTo>
                    <a:pt x="246" y="12"/>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7882" name="Freeform 72"/>
            <p:cNvSpPr>
              <a:spLocks/>
            </p:cNvSpPr>
            <p:nvPr/>
          </p:nvSpPr>
          <p:spPr bwMode="auto">
            <a:xfrm>
              <a:off x="1565" y="2016"/>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0" y="339"/>
                  </a:lnTo>
                  <a:lnTo>
                    <a:pt x="234" y="299"/>
                  </a:lnTo>
                  <a:lnTo>
                    <a:pt x="226" y="261"/>
                  </a:lnTo>
                  <a:lnTo>
                    <a:pt x="216" y="223"/>
                  </a:lnTo>
                  <a:lnTo>
                    <a:pt x="204" y="189"/>
                  </a:lnTo>
                  <a:lnTo>
                    <a:pt x="190" y="156"/>
                  </a:lnTo>
                  <a:lnTo>
                    <a:pt x="174" y="125"/>
                  </a:lnTo>
                  <a:lnTo>
                    <a:pt x="156" y="98"/>
                  </a:lnTo>
                  <a:lnTo>
                    <a:pt x="138" y="74"/>
                  </a:lnTo>
                  <a:lnTo>
                    <a:pt x="118" y="51"/>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9" y="81"/>
                  </a:lnTo>
                  <a:lnTo>
                    <a:pt x="147" y="105"/>
                  </a:lnTo>
                  <a:lnTo>
                    <a:pt x="164" y="132"/>
                  </a:lnTo>
                  <a:lnTo>
                    <a:pt x="178" y="160"/>
                  </a:lnTo>
                  <a:lnTo>
                    <a:pt x="192" y="193"/>
                  </a:lnTo>
                  <a:lnTo>
                    <a:pt x="204" y="227"/>
                  </a:lnTo>
                  <a:lnTo>
                    <a:pt x="215" y="264"/>
                  </a:lnTo>
                  <a:lnTo>
                    <a:pt x="223" y="301"/>
                  </a:lnTo>
                  <a:lnTo>
                    <a:pt x="229"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7883" name="Freeform 73"/>
            <p:cNvSpPr>
              <a:spLocks/>
            </p:cNvSpPr>
            <p:nvPr/>
          </p:nvSpPr>
          <p:spPr bwMode="auto">
            <a:xfrm>
              <a:off x="1565" y="2101"/>
              <a:ext cx="49" cy="85"/>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6" y="423"/>
                  </a:lnTo>
                  <a:lnTo>
                    <a:pt x="51" y="418"/>
                  </a:lnTo>
                  <a:lnTo>
                    <a:pt x="74" y="407"/>
                  </a:lnTo>
                  <a:lnTo>
                    <a:pt x="96" y="392"/>
                  </a:lnTo>
                  <a:lnTo>
                    <a:pt x="118" y="373"/>
                  </a:lnTo>
                  <a:lnTo>
                    <a:pt x="138" y="351"/>
                  </a:lnTo>
                  <a:lnTo>
                    <a:pt x="156" y="327"/>
                  </a:lnTo>
                  <a:lnTo>
                    <a:pt x="175" y="299"/>
                  </a:lnTo>
                  <a:lnTo>
                    <a:pt x="190" y="269"/>
                  </a:lnTo>
                  <a:lnTo>
                    <a:pt x="204" y="236"/>
                  </a:lnTo>
                  <a:lnTo>
                    <a:pt x="216" y="202"/>
                  </a:lnTo>
                  <a:lnTo>
                    <a:pt x="226" y="164"/>
                  </a:lnTo>
                  <a:lnTo>
                    <a:pt x="234" y="126"/>
                  </a:lnTo>
                  <a:lnTo>
                    <a:pt x="240" y="86"/>
                  </a:lnTo>
                  <a:lnTo>
                    <a:pt x="244" y="42"/>
                  </a:lnTo>
                  <a:lnTo>
                    <a:pt x="245" y="0"/>
                  </a:lnTo>
                  <a:lnTo>
                    <a:pt x="233" y="0"/>
                  </a:lnTo>
                  <a:lnTo>
                    <a:pt x="232" y="42"/>
                  </a:lnTo>
                  <a:lnTo>
                    <a:pt x="229" y="83"/>
                  </a:lnTo>
                  <a:lnTo>
                    <a:pt x="223" y="123"/>
                  </a:lnTo>
                  <a:lnTo>
                    <a:pt x="215" y="162"/>
                  </a:lnTo>
                  <a:lnTo>
                    <a:pt x="204" y="197"/>
                  </a:lnTo>
                  <a:lnTo>
                    <a:pt x="192" y="231"/>
                  </a:lnTo>
                  <a:lnTo>
                    <a:pt x="178" y="264"/>
                  </a:lnTo>
                  <a:lnTo>
                    <a:pt x="163" y="292"/>
                  </a:lnTo>
                  <a:lnTo>
                    <a:pt x="147" y="320"/>
                  </a:lnTo>
                  <a:lnTo>
                    <a:pt x="129" y="344"/>
                  </a:lnTo>
                  <a:lnTo>
                    <a:pt x="109" y="364"/>
                  </a:lnTo>
                  <a:lnTo>
                    <a:pt x="89" y="382"/>
                  </a:lnTo>
                  <a:lnTo>
                    <a:pt x="67" y="395"/>
                  </a:lnTo>
                  <a:lnTo>
                    <a:pt x="46" y="406"/>
                  </a:lnTo>
                  <a:lnTo>
                    <a:pt x="24"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7884" name="Freeform 74"/>
            <p:cNvSpPr>
              <a:spLocks/>
            </p:cNvSpPr>
            <p:nvPr/>
          </p:nvSpPr>
          <p:spPr bwMode="auto">
            <a:xfrm>
              <a:off x="1516" y="2101"/>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5" y="86"/>
                  </a:lnTo>
                  <a:lnTo>
                    <a:pt x="11" y="126"/>
                  </a:lnTo>
                  <a:lnTo>
                    <a:pt x="19" y="164"/>
                  </a:lnTo>
                  <a:lnTo>
                    <a:pt x="30" y="202"/>
                  </a:lnTo>
                  <a:lnTo>
                    <a:pt x="41" y="236"/>
                  </a:lnTo>
                  <a:lnTo>
                    <a:pt x="55" y="269"/>
                  </a:lnTo>
                  <a:lnTo>
                    <a:pt x="71" y="299"/>
                  </a:lnTo>
                  <a:lnTo>
                    <a:pt x="89" y="327"/>
                  </a:lnTo>
                  <a:lnTo>
                    <a:pt x="107" y="351"/>
                  </a:lnTo>
                  <a:lnTo>
                    <a:pt x="127" y="373"/>
                  </a:lnTo>
                  <a:lnTo>
                    <a:pt x="149" y="392"/>
                  </a:lnTo>
                  <a:lnTo>
                    <a:pt x="171" y="407"/>
                  </a:lnTo>
                  <a:lnTo>
                    <a:pt x="195" y="418"/>
                  </a:lnTo>
                  <a:lnTo>
                    <a:pt x="219" y="423"/>
                  </a:lnTo>
                  <a:lnTo>
                    <a:pt x="245" y="426"/>
                  </a:lnTo>
                  <a:lnTo>
                    <a:pt x="245" y="414"/>
                  </a:lnTo>
                  <a:lnTo>
                    <a:pt x="222" y="412"/>
                  </a:lnTo>
                  <a:lnTo>
                    <a:pt x="199" y="406"/>
                  </a:lnTo>
                  <a:lnTo>
                    <a:pt x="178" y="395"/>
                  </a:lnTo>
                  <a:lnTo>
                    <a:pt x="156" y="382"/>
                  </a:lnTo>
                  <a:lnTo>
                    <a:pt x="136" y="364"/>
                  </a:lnTo>
                  <a:lnTo>
                    <a:pt x="116" y="344"/>
                  </a:lnTo>
                  <a:lnTo>
                    <a:pt x="99" y="320"/>
                  </a:lnTo>
                  <a:lnTo>
                    <a:pt x="82" y="292"/>
                  </a:lnTo>
                  <a:lnTo>
                    <a:pt x="67" y="264"/>
                  </a:lnTo>
                  <a:lnTo>
                    <a:pt x="53" y="231"/>
                  </a:lnTo>
                  <a:lnTo>
                    <a:pt x="41" y="197"/>
                  </a:lnTo>
                  <a:lnTo>
                    <a:pt x="31" y="162"/>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7885" name="Freeform 75"/>
            <p:cNvSpPr>
              <a:spLocks/>
            </p:cNvSpPr>
            <p:nvPr/>
          </p:nvSpPr>
          <p:spPr bwMode="auto">
            <a:xfrm>
              <a:off x="1516" y="2016"/>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5" y="8"/>
                  </a:lnTo>
                  <a:lnTo>
                    <a:pt x="171" y="19"/>
                  </a:lnTo>
                  <a:lnTo>
                    <a:pt x="149" y="34"/>
                  </a:lnTo>
                  <a:lnTo>
                    <a:pt x="127" y="51"/>
                  </a:lnTo>
                  <a:lnTo>
                    <a:pt x="107" y="74"/>
                  </a:lnTo>
                  <a:lnTo>
                    <a:pt x="89" y="98"/>
                  </a:lnTo>
                  <a:lnTo>
                    <a:pt x="72" y="125"/>
                  </a:lnTo>
                  <a:lnTo>
                    <a:pt x="55" y="156"/>
                  </a:lnTo>
                  <a:lnTo>
                    <a:pt x="41" y="189"/>
                  </a:lnTo>
                  <a:lnTo>
                    <a:pt x="30" y="223"/>
                  </a:lnTo>
                  <a:lnTo>
                    <a:pt x="19" y="261"/>
                  </a:lnTo>
                  <a:lnTo>
                    <a:pt x="11" y="299"/>
                  </a:lnTo>
                  <a:lnTo>
                    <a:pt x="5" y="339"/>
                  </a:lnTo>
                  <a:lnTo>
                    <a:pt x="1" y="382"/>
                  </a:lnTo>
                  <a:lnTo>
                    <a:pt x="0" y="424"/>
                  </a:lnTo>
                  <a:lnTo>
                    <a:pt x="12" y="424"/>
                  </a:lnTo>
                  <a:lnTo>
                    <a:pt x="13" y="382"/>
                  </a:lnTo>
                  <a:lnTo>
                    <a:pt x="17" y="341"/>
                  </a:lnTo>
                  <a:lnTo>
                    <a:pt x="23" y="301"/>
                  </a:lnTo>
                  <a:lnTo>
                    <a:pt x="31" y="264"/>
                  </a:lnTo>
                  <a:lnTo>
                    <a:pt x="41" y="227"/>
                  </a:lnTo>
                  <a:lnTo>
                    <a:pt x="53" y="193"/>
                  </a:lnTo>
                  <a:lnTo>
                    <a:pt x="67" y="160"/>
                  </a:lnTo>
                  <a:lnTo>
                    <a:pt x="81" y="132"/>
                  </a:lnTo>
                  <a:lnTo>
                    <a:pt x="99" y="105"/>
                  </a:lnTo>
                  <a:lnTo>
                    <a:pt x="116" y="81"/>
                  </a:lnTo>
                  <a:lnTo>
                    <a:pt x="136" y="61"/>
                  </a:lnTo>
                  <a:lnTo>
                    <a:pt x="156" y="43"/>
                  </a:lnTo>
                  <a:lnTo>
                    <a:pt x="178" y="30"/>
                  </a:lnTo>
                  <a:lnTo>
                    <a:pt x="199" y="20"/>
                  </a:lnTo>
                  <a:lnTo>
                    <a:pt x="222"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sp>
        <p:nvSpPr>
          <p:cNvPr id="77832" name="Rectangle 77"/>
          <p:cNvSpPr>
            <a:spLocks noChangeArrowheads="1"/>
          </p:cNvSpPr>
          <p:nvPr/>
        </p:nvSpPr>
        <p:spPr bwMode="auto">
          <a:xfrm>
            <a:off x="611188" y="0"/>
            <a:ext cx="6388100" cy="6477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3000"/>
              <a:t>Sem. 1 - Jeudi</a:t>
            </a:r>
          </a:p>
        </p:txBody>
      </p:sp>
      <p:sp>
        <p:nvSpPr>
          <p:cNvPr id="77833" name="Text Box 78"/>
          <p:cNvSpPr txBox="1">
            <a:spLocks noChangeArrowheads="1"/>
          </p:cNvSpPr>
          <p:nvPr/>
        </p:nvSpPr>
        <p:spPr bwMode="auto">
          <a:xfrm>
            <a:off x="566738" y="2697163"/>
            <a:ext cx="3217862"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2. Pas de commandes</a:t>
            </a:r>
          </a:p>
        </p:txBody>
      </p:sp>
      <p:sp>
        <p:nvSpPr>
          <p:cNvPr id="77834" name="Text Box 79"/>
          <p:cNvSpPr txBox="1">
            <a:spLocks noChangeArrowheads="1"/>
          </p:cNvSpPr>
          <p:nvPr/>
        </p:nvSpPr>
        <p:spPr bwMode="auto">
          <a:xfrm>
            <a:off x="566738" y="5211763"/>
            <a:ext cx="6543675" cy="4429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eaLnBrk="1" hangingPunct="1">
              <a:spcBef>
                <a:spcPct val="0"/>
              </a:spcBef>
              <a:buFontTx/>
              <a:buNone/>
            </a:pPr>
            <a:r>
              <a:rPr lang="fr-FR" altLang="fr-FR" sz="2300"/>
              <a:t>4. Pointez la production sur votre feuille de suivi</a:t>
            </a:r>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78850" name="Group 2"/>
          <p:cNvGrpSpPr>
            <a:grpSpLocks/>
          </p:cNvGrpSpPr>
          <p:nvPr/>
        </p:nvGrpSpPr>
        <p:grpSpPr bwMode="auto">
          <a:xfrm>
            <a:off x="7073900" y="215900"/>
            <a:ext cx="1878013" cy="1250950"/>
            <a:chOff x="4456" y="136"/>
            <a:chExt cx="1183" cy="788"/>
          </a:xfrm>
        </p:grpSpPr>
        <p:grpSp>
          <p:nvGrpSpPr>
            <p:cNvPr id="78910" name="Group 3"/>
            <p:cNvGrpSpPr>
              <a:grpSpLocks/>
            </p:cNvGrpSpPr>
            <p:nvPr/>
          </p:nvGrpSpPr>
          <p:grpSpPr bwMode="auto">
            <a:xfrm>
              <a:off x="4766" y="232"/>
              <a:ext cx="873" cy="692"/>
              <a:chOff x="2185" y="310"/>
              <a:chExt cx="873" cy="692"/>
            </a:xfrm>
          </p:grpSpPr>
          <p:sp>
            <p:nvSpPr>
              <p:cNvPr id="78921" name="Freeform 4"/>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accent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8922" name="Freeform 5"/>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8923" name="Freeform 6"/>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8924" name="Freeform 7"/>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8925" name="Freeform 8"/>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8926" name="Freeform 9"/>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8927" name="Freeform 10"/>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grpSp>
          <p:nvGrpSpPr>
            <p:cNvPr id="78911" name="Group 11"/>
            <p:cNvGrpSpPr>
              <a:grpSpLocks/>
            </p:cNvGrpSpPr>
            <p:nvPr/>
          </p:nvGrpSpPr>
          <p:grpSpPr bwMode="auto">
            <a:xfrm>
              <a:off x="4949" y="336"/>
              <a:ext cx="591" cy="468"/>
              <a:chOff x="2185" y="310"/>
              <a:chExt cx="873" cy="692"/>
            </a:xfrm>
          </p:grpSpPr>
          <p:sp>
            <p:nvSpPr>
              <p:cNvPr id="78914" name="Freeform 12"/>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8915" name="Freeform 13"/>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8916" name="Freeform 14"/>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8917" name="Freeform 15"/>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8918" name="Freeform 16"/>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8919" name="Freeform 17"/>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8920" name="Freeform 18"/>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pic>
          <p:nvPicPr>
            <p:cNvPr id="78912" name="Picture 19"/>
            <p:cNvPicPr>
              <a:picLocks noChangeAspect="1" noChangeArrowheads="1"/>
            </p:cNvPicPr>
            <p:nvPr/>
          </p:nvPicPr>
          <p:blipFill>
            <a:blip r:embed="rId3" cstate="print">
              <a:extLst>
                <a:ext uri="{28A0092B-C50C-407E-A947-70E740481C1C}">
                  <a14:useLocalDpi xmlns:a14="http://schemas.microsoft.com/office/drawing/2010/main" val="0"/>
                </a:ext>
              </a:extLst>
            </a:blip>
            <a:srcRect l="-4282" t="-4369" r="-5199" b="-12012"/>
            <a:stretch>
              <a:fillRect/>
            </a:stretch>
          </p:blipFill>
          <p:spPr bwMode="auto">
            <a:xfrm>
              <a:off x="4456" y="136"/>
              <a:ext cx="480" cy="5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78913" name="Text Box 20"/>
            <p:cNvSpPr txBox="1">
              <a:spLocks noChangeArrowheads="1"/>
            </p:cNvSpPr>
            <p:nvPr/>
          </p:nvSpPr>
          <p:spPr bwMode="auto">
            <a:xfrm>
              <a:off x="4946" y="314"/>
              <a:ext cx="596" cy="49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4500" b="1">
                  <a:solidFill>
                    <a:srgbClr val="FF0000"/>
                  </a:solidFill>
                  <a:latin typeface="Arial Black" pitchFamily="34" charset="0"/>
                </a:rPr>
                <a:t>28</a:t>
              </a:r>
              <a:endParaRPr lang="fr-FR" altLang="fr-FR" sz="3200">
                <a:solidFill>
                  <a:schemeClr val="tx1"/>
                </a:solidFill>
                <a:latin typeface="Arial Black" pitchFamily="34" charset="0"/>
              </a:endParaRPr>
            </a:p>
          </p:txBody>
        </p:sp>
      </p:grpSp>
      <p:sp>
        <p:nvSpPr>
          <p:cNvPr id="78852" name="Text Box 22"/>
          <p:cNvSpPr txBox="1">
            <a:spLocks noChangeArrowheads="1"/>
          </p:cNvSpPr>
          <p:nvPr/>
        </p:nvSpPr>
        <p:spPr bwMode="auto">
          <a:xfrm>
            <a:off x="566738" y="1363663"/>
            <a:ext cx="1946275"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1. Tirez le dé</a:t>
            </a:r>
          </a:p>
        </p:txBody>
      </p:sp>
      <p:sp>
        <p:nvSpPr>
          <p:cNvPr id="78853" name="Text Box 23"/>
          <p:cNvSpPr txBox="1">
            <a:spLocks noChangeArrowheads="1"/>
          </p:cNvSpPr>
          <p:nvPr/>
        </p:nvSpPr>
        <p:spPr bwMode="auto">
          <a:xfrm>
            <a:off x="566738" y="3935413"/>
            <a:ext cx="18796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3. Produisez</a:t>
            </a:r>
          </a:p>
        </p:txBody>
      </p:sp>
      <p:grpSp>
        <p:nvGrpSpPr>
          <p:cNvPr id="78854" name="Group 24"/>
          <p:cNvGrpSpPr>
            <a:grpSpLocks/>
          </p:cNvGrpSpPr>
          <p:nvPr/>
        </p:nvGrpSpPr>
        <p:grpSpPr bwMode="auto">
          <a:xfrm>
            <a:off x="2986088" y="1306513"/>
            <a:ext cx="446087" cy="534987"/>
            <a:chOff x="868" y="1439"/>
            <a:chExt cx="811" cy="972"/>
          </a:xfrm>
        </p:grpSpPr>
        <p:sp>
          <p:nvSpPr>
            <p:cNvPr id="78859" name="Freeform 25"/>
            <p:cNvSpPr>
              <a:spLocks/>
            </p:cNvSpPr>
            <p:nvPr/>
          </p:nvSpPr>
          <p:spPr bwMode="auto">
            <a:xfrm>
              <a:off x="1548" y="2014"/>
              <a:ext cx="123" cy="100"/>
            </a:xfrm>
            <a:custGeom>
              <a:avLst/>
              <a:gdLst>
                <a:gd name="T0" fmla="*/ 5 w 618"/>
                <a:gd name="T1" fmla="*/ 0 h 502"/>
                <a:gd name="T2" fmla="*/ 5 w 618"/>
                <a:gd name="T3" fmla="*/ 0 h 502"/>
                <a:gd name="T4" fmla="*/ 0 w 618"/>
                <a:gd name="T5" fmla="*/ 4 h 502"/>
                <a:gd name="T6" fmla="*/ 0 w 618"/>
                <a:gd name="T7" fmla="*/ 4 h 502"/>
                <a:gd name="T8" fmla="*/ 5 w 618"/>
                <a:gd name="T9" fmla="*/ 0 h 502"/>
                <a:gd name="T10" fmla="*/ 5 w 618"/>
                <a:gd name="T11" fmla="*/ 0 h 502"/>
                <a:gd name="T12" fmla="*/ 5 w 618"/>
                <a:gd name="T13" fmla="*/ 0 h 502"/>
                <a:gd name="T14" fmla="*/ 5 w 618"/>
                <a:gd name="T15" fmla="*/ 0 h 502"/>
                <a:gd name="T16" fmla="*/ 5 w 618"/>
                <a:gd name="T17" fmla="*/ 0 h 502"/>
                <a:gd name="T18" fmla="*/ 5 w 618"/>
                <a:gd name="T19" fmla="*/ 0 h 502"/>
                <a:gd name="T20" fmla="*/ 5 w 618"/>
                <a:gd name="T21" fmla="*/ 0 h 502"/>
                <a:gd name="T22" fmla="*/ 5 w 618"/>
                <a:gd name="T23" fmla="*/ 0 h 502"/>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618"/>
                <a:gd name="T37" fmla="*/ 0 h 502"/>
                <a:gd name="T38" fmla="*/ 618 w 618"/>
                <a:gd name="T39" fmla="*/ 502 h 502"/>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618" h="502">
                  <a:moveTo>
                    <a:pt x="611" y="0"/>
                  </a:moveTo>
                  <a:lnTo>
                    <a:pt x="606" y="2"/>
                  </a:lnTo>
                  <a:lnTo>
                    <a:pt x="0" y="490"/>
                  </a:lnTo>
                  <a:lnTo>
                    <a:pt x="10" y="502"/>
                  </a:lnTo>
                  <a:lnTo>
                    <a:pt x="616" y="14"/>
                  </a:lnTo>
                  <a:lnTo>
                    <a:pt x="611" y="16"/>
                  </a:lnTo>
                  <a:lnTo>
                    <a:pt x="616" y="14"/>
                  </a:lnTo>
                  <a:lnTo>
                    <a:pt x="618" y="9"/>
                  </a:lnTo>
                  <a:lnTo>
                    <a:pt x="617" y="3"/>
                  </a:lnTo>
                  <a:lnTo>
                    <a:pt x="612" y="1"/>
                  </a:lnTo>
                  <a:lnTo>
                    <a:pt x="606" y="2"/>
                  </a:lnTo>
                  <a:lnTo>
                    <a:pt x="611"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8860" name="Freeform 26"/>
            <p:cNvSpPr>
              <a:spLocks/>
            </p:cNvSpPr>
            <p:nvPr/>
          </p:nvSpPr>
          <p:spPr bwMode="auto">
            <a:xfrm>
              <a:off x="876" y="1852"/>
              <a:ext cx="82" cy="373"/>
            </a:xfrm>
            <a:custGeom>
              <a:avLst/>
              <a:gdLst>
                <a:gd name="T0" fmla="*/ 3 w 413"/>
                <a:gd name="T1" fmla="*/ 15 h 1865"/>
                <a:gd name="T2" fmla="*/ 3 w 413"/>
                <a:gd name="T3" fmla="*/ 15 h 1865"/>
                <a:gd name="T4" fmla="*/ 0 w 413"/>
                <a:gd name="T5" fmla="*/ 0 h 1865"/>
                <a:gd name="T6" fmla="*/ 0 w 413"/>
                <a:gd name="T7" fmla="*/ 0 h 1865"/>
                <a:gd name="T8" fmla="*/ 3 w 413"/>
                <a:gd name="T9" fmla="*/ 15 h 1865"/>
                <a:gd name="T10" fmla="*/ 3 w 413"/>
                <a:gd name="T11" fmla="*/ 15 h 1865"/>
                <a:gd name="T12" fmla="*/ 3 w 413"/>
                <a:gd name="T13" fmla="*/ 15 h 1865"/>
                <a:gd name="T14" fmla="*/ 3 w 413"/>
                <a:gd name="T15" fmla="*/ 15 h 1865"/>
                <a:gd name="T16" fmla="*/ 3 w 413"/>
                <a:gd name="T17" fmla="*/ 15 h 1865"/>
                <a:gd name="T18" fmla="*/ 3 w 413"/>
                <a:gd name="T19" fmla="*/ 15 h 1865"/>
                <a:gd name="T20" fmla="*/ 3 w 413"/>
                <a:gd name="T21" fmla="*/ 15 h 1865"/>
                <a:gd name="T22" fmla="*/ 3 w 413"/>
                <a:gd name="T23" fmla="*/ 15 h 186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413"/>
                <a:gd name="T37" fmla="*/ 0 h 1865"/>
                <a:gd name="T38" fmla="*/ 413 w 413"/>
                <a:gd name="T39" fmla="*/ 1865 h 1865"/>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413" h="1865">
                  <a:moveTo>
                    <a:pt x="400" y="1864"/>
                  </a:moveTo>
                  <a:lnTo>
                    <a:pt x="413" y="1856"/>
                  </a:lnTo>
                  <a:lnTo>
                    <a:pt x="17" y="0"/>
                  </a:lnTo>
                  <a:lnTo>
                    <a:pt x="0" y="2"/>
                  </a:lnTo>
                  <a:lnTo>
                    <a:pt x="396" y="1858"/>
                  </a:lnTo>
                  <a:lnTo>
                    <a:pt x="409" y="1850"/>
                  </a:lnTo>
                  <a:lnTo>
                    <a:pt x="396" y="1858"/>
                  </a:lnTo>
                  <a:lnTo>
                    <a:pt x="400" y="1864"/>
                  </a:lnTo>
                  <a:lnTo>
                    <a:pt x="406" y="1865"/>
                  </a:lnTo>
                  <a:lnTo>
                    <a:pt x="410" y="1862"/>
                  </a:lnTo>
                  <a:lnTo>
                    <a:pt x="413" y="1856"/>
                  </a:lnTo>
                  <a:lnTo>
                    <a:pt x="400" y="186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8861" name="Freeform 27"/>
            <p:cNvSpPr>
              <a:spLocks/>
            </p:cNvSpPr>
            <p:nvPr/>
          </p:nvSpPr>
          <p:spPr bwMode="auto">
            <a:xfrm>
              <a:off x="1282" y="1533"/>
              <a:ext cx="35" cy="161"/>
            </a:xfrm>
            <a:custGeom>
              <a:avLst/>
              <a:gdLst>
                <a:gd name="T0" fmla="*/ 1 w 175"/>
                <a:gd name="T1" fmla="*/ 6 h 807"/>
                <a:gd name="T2" fmla="*/ 1 w 175"/>
                <a:gd name="T3" fmla="*/ 6 h 807"/>
                <a:gd name="T4" fmla="*/ 1 w 175"/>
                <a:gd name="T5" fmla="*/ 6 h 807"/>
                <a:gd name="T6" fmla="*/ 1 w 175"/>
                <a:gd name="T7" fmla="*/ 5 h 807"/>
                <a:gd name="T8" fmla="*/ 1 w 175"/>
                <a:gd name="T9" fmla="*/ 5 h 807"/>
                <a:gd name="T10" fmla="*/ 1 w 175"/>
                <a:gd name="T11" fmla="*/ 5 h 807"/>
                <a:gd name="T12" fmla="*/ 1 w 175"/>
                <a:gd name="T13" fmla="*/ 4 h 807"/>
                <a:gd name="T14" fmla="*/ 1 w 175"/>
                <a:gd name="T15" fmla="*/ 4 h 807"/>
                <a:gd name="T16" fmla="*/ 1 w 175"/>
                <a:gd name="T17" fmla="*/ 3 h 807"/>
                <a:gd name="T18" fmla="*/ 1 w 175"/>
                <a:gd name="T19" fmla="*/ 3 h 807"/>
                <a:gd name="T20" fmla="*/ 1 w 175"/>
                <a:gd name="T21" fmla="*/ 3 h 807"/>
                <a:gd name="T22" fmla="*/ 1 w 175"/>
                <a:gd name="T23" fmla="*/ 2 h 807"/>
                <a:gd name="T24" fmla="*/ 1 w 175"/>
                <a:gd name="T25" fmla="*/ 2 h 807"/>
                <a:gd name="T26" fmla="*/ 1 w 175"/>
                <a:gd name="T27" fmla="*/ 2 h 807"/>
                <a:gd name="T28" fmla="*/ 1 w 175"/>
                <a:gd name="T29" fmla="*/ 1 h 807"/>
                <a:gd name="T30" fmla="*/ 1 w 175"/>
                <a:gd name="T31" fmla="*/ 1 h 807"/>
                <a:gd name="T32" fmla="*/ 1 w 175"/>
                <a:gd name="T33" fmla="*/ 1 h 807"/>
                <a:gd name="T34" fmla="*/ 1 w 175"/>
                <a:gd name="T35" fmla="*/ 0 h 807"/>
                <a:gd name="T36" fmla="*/ 1 w 175"/>
                <a:gd name="T37" fmla="*/ 0 h 807"/>
                <a:gd name="T38" fmla="*/ 1 w 175"/>
                <a:gd name="T39" fmla="*/ 0 h 807"/>
                <a:gd name="T40" fmla="*/ 0 w 175"/>
                <a:gd name="T41" fmla="*/ 1 h 807"/>
                <a:gd name="T42" fmla="*/ 0 w 175"/>
                <a:gd name="T43" fmla="*/ 1 h 807"/>
                <a:gd name="T44" fmla="*/ 0 w 175"/>
                <a:gd name="T45" fmla="*/ 1 h 807"/>
                <a:gd name="T46" fmla="*/ 0 w 175"/>
                <a:gd name="T47" fmla="*/ 2 h 807"/>
                <a:gd name="T48" fmla="*/ 0 w 175"/>
                <a:gd name="T49" fmla="*/ 2 h 807"/>
                <a:gd name="T50" fmla="*/ 0 w 175"/>
                <a:gd name="T51" fmla="*/ 3 h 807"/>
                <a:gd name="T52" fmla="*/ 0 w 175"/>
                <a:gd name="T53" fmla="*/ 3 h 807"/>
                <a:gd name="T54" fmla="*/ 0 w 175"/>
                <a:gd name="T55" fmla="*/ 3 h 807"/>
                <a:gd name="T56" fmla="*/ 0 w 175"/>
                <a:gd name="T57" fmla="*/ 4 h 807"/>
                <a:gd name="T58" fmla="*/ 0 w 175"/>
                <a:gd name="T59" fmla="*/ 4 h 807"/>
                <a:gd name="T60" fmla="*/ 0 w 175"/>
                <a:gd name="T61" fmla="*/ 5 h 807"/>
                <a:gd name="T62" fmla="*/ 0 w 175"/>
                <a:gd name="T63" fmla="*/ 5 h 807"/>
                <a:gd name="T64" fmla="*/ 0 w 175"/>
                <a:gd name="T65" fmla="*/ 5 h 807"/>
                <a:gd name="T66" fmla="*/ 1 w 175"/>
                <a:gd name="T67" fmla="*/ 6 h 807"/>
                <a:gd name="T68" fmla="*/ 1 w 175"/>
                <a:gd name="T69" fmla="*/ 6 h 807"/>
                <a:gd name="T70" fmla="*/ 1 w 175"/>
                <a:gd name="T71" fmla="*/ 6 h 807"/>
                <a:gd name="T72" fmla="*/ 1 w 175"/>
                <a:gd name="T73" fmla="*/ 6 h 807"/>
                <a:gd name="T74" fmla="*/ 1 w 175"/>
                <a:gd name="T75" fmla="*/ 6 h 807"/>
                <a:gd name="T76" fmla="*/ 1 w 175"/>
                <a:gd name="T77" fmla="*/ 6 h 807"/>
                <a:gd name="T78" fmla="*/ 1 w 175"/>
                <a:gd name="T79" fmla="*/ 6 h 807"/>
                <a:gd name="T80" fmla="*/ 1 w 175"/>
                <a:gd name="T81" fmla="*/ 6 h 807"/>
                <a:gd name="T82" fmla="*/ 1 w 175"/>
                <a:gd name="T83" fmla="*/ 6 h 807"/>
                <a:gd name="T84" fmla="*/ 1 w 175"/>
                <a:gd name="T85" fmla="*/ 6 h 807"/>
                <a:gd name="T86" fmla="*/ 1 w 175"/>
                <a:gd name="T87" fmla="*/ 6 h 807"/>
                <a:gd name="T88" fmla="*/ 1 w 175"/>
                <a:gd name="T89" fmla="*/ 6 h 807"/>
                <a:gd name="T90" fmla="*/ 1 w 175"/>
                <a:gd name="T91" fmla="*/ 6 h 80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175"/>
                <a:gd name="T139" fmla="*/ 0 h 807"/>
                <a:gd name="T140" fmla="*/ 175 w 175"/>
                <a:gd name="T141" fmla="*/ 807 h 80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175" h="807">
                  <a:moveTo>
                    <a:pt x="169" y="740"/>
                  </a:moveTo>
                  <a:lnTo>
                    <a:pt x="169" y="739"/>
                  </a:lnTo>
                  <a:lnTo>
                    <a:pt x="149" y="698"/>
                  </a:lnTo>
                  <a:lnTo>
                    <a:pt x="133" y="656"/>
                  </a:lnTo>
                  <a:lnTo>
                    <a:pt x="120" y="611"/>
                  </a:lnTo>
                  <a:lnTo>
                    <a:pt x="108" y="565"/>
                  </a:lnTo>
                  <a:lnTo>
                    <a:pt x="100" y="520"/>
                  </a:lnTo>
                  <a:lnTo>
                    <a:pt x="96" y="472"/>
                  </a:lnTo>
                  <a:lnTo>
                    <a:pt x="93" y="425"/>
                  </a:lnTo>
                  <a:lnTo>
                    <a:pt x="93" y="377"/>
                  </a:lnTo>
                  <a:lnTo>
                    <a:pt x="96" y="330"/>
                  </a:lnTo>
                  <a:lnTo>
                    <a:pt x="100" y="283"/>
                  </a:lnTo>
                  <a:lnTo>
                    <a:pt x="106" y="238"/>
                  </a:lnTo>
                  <a:lnTo>
                    <a:pt x="115" y="195"/>
                  </a:lnTo>
                  <a:lnTo>
                    <a:pt x="126" y="153"/>
                  </a:lnTo>
                  <a:lnTo>
                    <a:pt x="139" y="114"/>
                  </a:lnTo>
                  <a:lnTo>
                    <a:pt x="153" y="77"/>
                  </a:lnTo>
                  <a:lnTo>
                    <a:pt x="169" y="43"/>
                  </a:lnTo>
                  <a:lnTo>
                    <a:pt x="87" y="0"/>
                  </a:lnTo>
                  <a:lnTo>
                    <a:pt x="69" y="39"/>
                  </a:lnTo>
                  <a:lnTo>
                    <a:pt x="52" y="81"/>
                  </a:lnTo>
                  <a:lnTo>
                    <a:pt x="37" y="127"/>
                  </a:lnTo>
                  <a:lnTo>
                    <a:pt x="24" y="174"/>
                  </a:lnTo>
                  <a:lnTo>
                    <a:pt x="15" y="222"/>
                  </a:lnTo>
                  <a:lnTo>
                    <a:pt x="7" y="271"/>
                  </a:lnTo>
                  <a:lnTo>
                    <a:pt x="2" y="323"/>
                  </a:lnTo>
                  <a:lnTo>
                    <a:pt x="0" y="374"/>
                  </a:lnTo>
                  <a:lnTo>
                    <a:pt x="0" y="427"/>
                  </a:lnTo>
                  <a:lnTo>
                    <a:pt x="2" y="479"/>
                  </a:lnTo>
                  <a:lnTo>
                    <a:pt x="9" y="531"/>
                  </a:lnTo>
                  <a:lnTo>
                    <a:pt x="17" y="584"/>
                  </a:lnTo>
                  <a:lnTo>
                    <a:pt x="29" y="635"/>
                  </a:lnTo>
                  <a:lnTo>
                    <a:pt x="44" y="686"/>
                  </a:lnTo>
                  <a:lnTo>
                    <a:pt x="65" y="736"/>
                  </a:lnTo>
                  <a:lnTo>
                    <a:pt x="87" y="784"/>
                  </a:lnTo>
                  <a:lnTo>
                    <a:pt x="87" y="782"/>
                  </a:lnTo>
                  <a:lnTo>
                    <a:pt x="87" y="784"/>
                  </a:lnTo>
                  <a:lnTo>
                    <a:pt x="100" y="799"/>
                  </a:lnTo>
                  <a:lnTo>
                    <a:pt x="117" y="807"/>
                  </a:lnTo>
                  <a:lnTo>
                    <a:pt x="134" y="807"/>
                  </a:lnTo>
                  <a:lnTo>
                    <a:pt x="151" y="801"/>
                  </a:lnTo>
                  <a:lnTo>
                    <a:pt x="164" y="791"/>
                  </a:lnTo>
                  <a:lnTo>
                    <a:pt x="173" y="777"/>
                  </a:lnTo>
                  <a:lnTo>
                    <a:pt x="175" y="759"/>
                  </a:lnTo>
                  <a:lnTo>
                    <a:pt x="169" y="739"/>
                  </a:lnTo>
                  <a:lnTo>
                    <a:pt x="169" y="74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8862" name="Freeform 28"/>
            <p:cNvSpPr>
              <a:spLocks/>
            </p:cNvSpPr>
            <p:nvPr/>
          </p:nvSpPr>
          <p:spPr bwMode="auto">
            <a:xfrm>
              <a:off x="1299" y="1681"/>
              <a:ext cx="157" cy="281"/>
            </a:xfrm>
            <a:custGeom>
              <a:avLst/>
              <a:gdLst>
                <a:gd name="T0" fmla="*/ 6 w 787"/>
                <a:gd name="T1" fmla="*/ 11 h 1404"/>
                <a:gd name="T2" fmla="*/ 6 w 787"/>
                <a:gd name="T3" fmla="*/ 11 h 1404"/>
                <a:gd name="T4" fmla="*/ 1 w 787"/>
                <a:gd name="T5" fmla="*/ 0 h 1404"/>
                <a:gd name="T6" fmla="*/ 0 w 787"/>
                <a:gd name="T7" fmla="*/ 0 h 1404"/>
                <a:gd name="T8" fmla="*/ 6 w 787"/>
                <a:gd name="T9" fmla="*/ 11 h 1404"/>
                <a:gd name="T10" fmla="*/ 6 w 787"/>
                <a:gd name="T11" fmla="*/ 11 h 1404"/>
                <a:gd name="T12" fmla="*/ 6 w 787"/>
                <a:gd name="T13" fmla="*/ 11 h 1404"/>
                <a:gd name="T14" fmla="*/ 6 w 787"/>
                <a:gd name="T15" fmla="*/ 11 h 1404"/>
                <a:gd name="T16" fmla="*/ 6 w 787"/>
                <a:gd name="T17" fmla="*/ 11 h 1404"/>
                <a:gd name="T18" fmla="*/ 6 w 787"/>
                <a:gd name="T19" fmla="*/ 11 h 1404"/>
                <a:gd name="T20" fmla="*/ 6 w 787"/>
                <a:gd name="T21" fmla="*/ 11 h 1404"/>
                <a:gd name="T22" fmla="*/ 6 w 787"/>
                <a:gd name="T23" fmla="*/ 11 h 1404"/>
                <a:gd name="T24" fmla="*/ 6 w 787"/>
                <a:gd name="T25" fmla="*/ 11 h 1404"/>
                <a:gd name="T26" fmla="*/ 6 w 787"/>
                <a:gd name="T27" fmla="*/ 11 h 1404"/>
                <a:gd name="T28" fmla="*/ 6 w 787"/>
                <a:gd name="T29" fmla="*/ 11 h 1404"/>
                <a:gd name="T30" fmla="*/ 6 w 787"/>
                <a:gd name="T31" fmla="*/ 11 h 1404"/>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787"/>
                <a:gd name="T49" fmla="*/ 0 h 1404"/>
                <a:gd name="T50" fmla="*/ 787 w 787"/>
                <a:gd name="T51" fmla="*/ 1404 h 1404"/>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787" h="1404">
                  <a:moveTo>
                    <a:pt x="781" y="1334"/>
                  </a:moveTo>
                  <a:lnTo>
                    <a:pt x="781" y="1337"/>
                  </a:lnTo>
                  <a:lnTo>
                    <a:pt x="82" y="0"/>
                  </a:lnTo>
                  <a:lnTo>
                    <a:pt x="0" y="42"/>
                  </a:lnTo>
                  <a:lnTo>
                    <a:pt x="699" y="1379"/>
                  </a:lnTo>
                  <a:lnTo>
                    <a:pt x="699" y="1381"/>
                  </a:lnTo>
                  <a:lnTo>
                    <a:pt x="699" y="1379"/>
                  </a:lnTo>
                  <a:lnTo>
                    <a:pt x="712" y="1395"/>
                  </a:lnTo>
                  <a:lnTo>
                    <a:pt x="727" y="1402"/>
                  </a:lnTo>
                  <a:lnTo>
                    <a:pt x="744" y="1404"/>
                  </a:lnTo>
                  <a:lnTo>
                    <a:pt x="761" y="1398"/>
                  </a:lnTo>
                  <a:lnTo>
                    <a:pt x="775" y="1388"/>
                  </a:lnTo>
                  <a:lnTo>
                    <a:pt x="784" y="1373"/>
                  </a:lnTo>
                  <a:lnTo>
                    <a:pt x="787" y="1357"/>
                  </a:lnTo>
                  <a:lnTo>
                    <a:pt x="781" y="1337"/>
                  </a:lnTo>
                  <a:lnTo>
                    <a:pt x="781" y="13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8863" name="Freeform 29"/>
            <p:cNvSpPr>
              <a:spLocks/>
            </p:cNvSpPr>
            <p:nvPr/>
          </p:nvSpPr>
          <p:spPr bwMode="auto">
            <a:xfrm>
              <a:off x="1439" y="1948"/>
              <a:ext cx="125" cy="76"/>
            </a:xfrm>
            <a:custGeom>
              <a:avLst/>
              <a:gdLst>
                <a:gd name="T0" fmla="*/ 5 w 628"/>
                <a:gd name="T1" fmla="*/ 2 h 383"/>
                <a:gd name="T2" fmla="*/ 5 w 628"/>
                <a:gd name="T3" fmla="*/ 2 h 383"/>
                <a:gd name="T4" fmla="*/ 4 w 628"/>
                <a:gd name="T5" fmla="*/ 2 h 383"/>
                <a:gd name="T6" fmla="*/ 4 w 628"/>
                <a:gd name="T7" fmla="*/ 2 h 383"/>
                <a:gd name="T8" fmla="*/ 4 w 628"/>
                <a:gd name="T9" fmla="*/ 2 h 383"/>
                <a:gd name="T10" fmla="*/ 3 w 628"/>
                <a:gd name="T11" fmla="*/ 2 h 383"/>
                <a:gd name="T12" fmla="*/ 3 w 628"/>
                <a:gd name="T13" fmla="*/ 2 h 383"/>
                <a:gd name="T14" fmla="*/ 3 w 628"/>
                <a:gd name="T15" fmla="*/ 2 h 383"/>
                <a:gd name="T16" fmla="*/ 3 w 628"/>
                <a:gd name="T17" fmla="*/ 2 h 383"/>
                <a:gd name="T18" fmla="*/ 2 w 628"/>
                <a:gd name="T19" fmla="*/ 2 h 383"/>
                <a:gd name="T20" fmla="*/ 2 w 628"/>
                <a:gd name="T21" fmla="*/ 2 h 383"/>
                <a:gd name="T22" fmla="*/ 2 w 628"/>
                <a:gd name="T23" fmla="*/ 1 h 383"/>
                <a:gd name="T24" fmla="*/ 2 w 628"/>
                <a:gd name="T25" fmla="*/ 1 h 383"/>
                <a:gd name="T26" fmla="*/ 1 w 628"/>
                <a:gd name="T27" fmla="*/ 1 h 383"/>
                <a:gd name="T28" fmla="*/ 1 w 628"/>
                <a:gd name="T29" fmla="*/ 1 h 383"/>
                <a:gd name="T30" fmla="*/ 1 w 628"/>
                <a:gd name="T31" fmla="*/ 1 h 383"/>
                <a:gd name="T32" fmla="*/ 1 w 628"/>
                <a:gd name="T33" fmla="*/ 0 h 383"/>
                <a:gd name="T34" fmla="*/ 1 w 628"/>
                <a:gd name="T35" fmla="*/ 0 h 383"/>
                <a:gd name="T36" fmla="*/ 0 w 628"/>
                <a:gd name="T37" fmla="*/ 0 h 383"/>
                <a:gd name="T38" fmla="*/ 0 w 628"/>
                <a:gd name="T39" fmla="*/ 1 h 383"/>
                <a:gd name="T40" fmla="*/ 0 w 628"/>
                <a:gd name="T41" fmla="*/ 1 h 383"/>
                <a:gd name="T42" fmla="*/ 1 w 628"/>
                <a:gd name="T43" fmla="*/ 1 h 383"/>
                <a:gd name="T44" fmla="*/ 1 w 628"/>
                <a:gd name="T45" fmla="*/ 1 h 383"/>
                <a:gd name="T46" fmla="*/ 1 w 628"/>
                <a:gd name="T47" fmla="*/ 2 h 383"/>
                <a:gd name="T48" fmla="*/ 1 w 628"/>
                <a:gd name="T49" fmla="*/ 2 h 383"/>
                <a:gd name="T50" fmla="*/ 2 w 628"/>
                <a:gd name="T51" fmla="*/ 2 h 383"/>
                <a:gd name="T52" fmla="*/ 2 w 628"/>
                <a:gd name="T53" fmla="*/ 2 h 383"/>
                <a:gd name="T54" fmla="*/ 2 w 628"/>
                <a:gd name="T55" fmla="*/ 2 h 383"/>
                <a:gd name="T56" fmla="*/ 3 w 628"/>
                <a:gd name="T57" fmla="*/ 3 h 383"/>
                <a:gd name="T58" fmla="*/ 3 w 628"/>
                <a:gd name="T59" fmla="*/ 3 h 383"/>
                <a:gd name="T60" fmla="*/ 3 w 628"/>
                <a:gd name="T61" fmla="*/ 3 h 383"/>
                <a:gd name="T62" fmla="*/ 4 w 628"/>
                <a:gd name="T63" fmla="*/ 3 h 383"/>
                <a:gd name="T64" fmla="*/ 4 w 628"/>
                <a:gd name="T65" fmla="*/ 3 h 383"/>
                <a:gd name="T66" fmla="*/ 4 w 628"/>
                <a:gd name="T67" fmla="*/ 3 h 383"/>
                <a:gd name="T68" fmla="*/ 5 w 628"/>
                <a:gd name="T69" fmla="*/ 3 h 383"/>
                <a:gd name="T70" fmla="*/ 5 w 628"/>
                <a:gd name="T71" fmla="*/ 3 h 383"/>
                <a:gd name="T72" fmla="*/ 5 w 628"/>
                <a:gd name="T73" fmla="*/ 3 h 383"/>
                <a:gd name="T74" fmla="*/ 5 w 628"/>
                <a:gd name="T75" fmla="*/ 3 h 383"/>
                <a:gd name="T76" fmla="*/ 5 w 628"/>
                <a:gd name="T77" fmla="*/ 3 h 383"/>
                <a:gd name="T78" fmla="*/ 5 w 628"/>
                <a:gd name="T79" fmla="*/ 3 h 383"/>
                <a:gd name="T80" fmla="*/ 5 w 628"/>
                <a:gd name="T81" fmla="*/ 3 h 383"/>
                <a:gd name="T82" fmla="*/ 5 w 628"/>
                <a:gd name="T83" fmla="*/ 3 h 383"/>
                <a:gd name="T84" fmla="*/ 5 w 628"/>
                <a:gd name="T85" fmla="*/ 2 h 383"/>
                <a:gd name="T86" fmla="*/ 5 w 628"/>
                <a:gd name="T87" fmla="*/ 2 h 383"/>
                <a:gd name="T88" fmla="*/ 5 w 628"/>
                <a:gd name="T89" fmla="*/ 2 h 383"/>
                <a:gd name="T90" fmla="*/ 5 w 628"/>
                <a:gd name="T91" fmla="*/ 2 h 38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628"/>
                <a:gd name="T139" fmla="*/ 0 h 383"/>
                <a:gd name="T140" fmla="*/ 628 w 628"/>
                <a:gd name="T141" fmla="*/ 383 h 38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628" h="383">
                  <a:moveTo>
                    <a:pt x="581" y="289"/>
                  </a:moveTo>
                  <a:lnTo>
                    <a:pt x="582" y="289"/>
                  </a:lnTo>
                  <a:lnTo>
                    <a:pt x="541" y="287"/>
                  </a:lnTo>
                  <a:lnTo>
                    <a:pt x="500" y="283"/>
                  </a:lnTo>
                  <a:lnTo>
                    <a:pt x="462" y="276"/>
                  </a:lnTo>
                  <a:lnTo>
                    <a:pt x="424" y="268"/>
                  </a:lnTo>
                  <a:lnTo>
                    <a:pt x="389" y="255"/>
                  </a:lnTo>
                  <a:lnTo>
                    <a:pt x="352" y="242"/>
                  </a:lnTo>
                  <a:lnTo>
                    <a:pt x="320" y="227"/>
                  </a:lnTo>
                  <a:lnTo>
                    <a:pt x="287" y="209"/>
                  </a:lnTo>
                  <a:lnTo>
                    <a:pt x="255" y="189"/>
                  </a:lnTo>
                  <a:lnTo>
                    <a:pt x="226" y="168"/>
                  </a:lnTo>
                  <a:lnTo>
                    <a:pt x="198" y="145"/>
                  </a:lnTo>
                  <a:lnTo>
                    <a:pt x="172" y="119"/>
                  </a:lnTo>
                  <a:lnTo>
                    <a:pt x="146" y="92"/>
                  </a:lnTo>
                  <a:lnTo>
                    <a:pt x="122" y="64"/>
                  </a:lnTo>
                  <a:lnTo>
                    <a:pt x="100" y="33"/>
                  </a:lnTo>
                  <a:lnTo>
                    <a:pt x="82" y="0"/>
                  </a:lnTo>
                  <a:lnTo>
                    <a:pt x="0" y="47"/>
                  </a:lnTo>
                  <a:lnTo>
                    <a:pt x="23" y="85"/>
                  </a:lnTo>
                  <a:lnTo>
                    <a:pt x="49" y="120"/>
                  </a:lnTo>
                  <a:lnTo>
                    <a:pt x="76" y="153"/>
                  </a:lnTo>
                  <a:lnTo>
                    <a:pt x="104" y="185"/>
                  </a:lnTo>
                  <a:lnTo>
                    <a:pt x="137" y="215"/>
                  </a:lnTo>
                  <a:lnTo>
                    <a:pt x="170" y="241"/>
                  </a:lnTo>
                  <a:lnTo>
                    <a:pt x="204" y="267"/>
                  </a:lnTo>
                  <a:lnTo>
                    <a:pt x="240" y="289"/>
                  </a:lnTo>
                  <a:lnTo>
                    <a:pt x="277" y="309"/>
                  </a:lnTo>
                  <a:lnTo>
                    <a:pt x="317" y="329"/>
                  </a:lnTo>
                  <a:lnTo>
                    <a:pt x="358" y="344"/>
                  </a:lnTo>
                  <a:lnTo>
                    <a:pt x="400" y="357"/>
                  </a:lnTo>
                  <a:lnTo>
                    <a:pt x="444" y="367"/>
                  </a:lnTo>
                  <a:lnTo>
                    <a:pt x="488" y="374"/>
                  </a:lnTo>
                  <a:lnTo>
                    <a:pt x="534" y="380"/>
                  </a:lnTo>
                  <a:lnTo>
                    <a:pt x="580" y="383"/>
                  </a:lnTo>
                  <a:lnTo>
                    <a:pt x="581" y="383"/>
                  </a:lnTo>
                  <a:lnTo>
                    <a:pt x="580" y="383"/>
                  </a:lnTo>
                  <a:lnTo>
                    <a:pt x="600" y="379"/>
                  </a:lnTo>
                  <a:lnTo>
                    <a:pt x="615" y="369"/>
                  </a:lnTo>
                  <a:lnTo>
                    <a:pt x="624" y="353"/>
                  </a:lnTo>
                  <a:lnTo>
                    <a:pt x="628" y="337"/>
                  </a:lnTo>
                  <a:lnTo>
                    <a:pt x="625" y="319"/>
                  </a:lnTo>
                  <a:lnTo>
                    <a:pt x="617" y="304"/>
                  </a:lnTo>
                  <a:lnTo>
                    <a:pt x="602" y="294"/>
                  </a:lnTo>
                  <a:lnTo>
                    <a:pt x="582" y="289"/>
                  </a:lnTo>
                  <a:lnTo>
                    <a:pt x="581" y="28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8864" name="Freeform 30"/>
            <p:cNvSpPr>
              <a:spLocks/>
            </p:cNvSpPr>
            <p:nvPr/>
          </p:nvSpPr>
          <p:spPr bwMode="auto">
            <a:xfrm>
              <a:off x="1587" y="1880"/>
              <a:ext cx="85" cy="49"/>
            </a:xfrm>
            <a:custGeom>
              <a:avLst/>
              <a:gdLst>
                <a:gd name="T0" fmla="*/ 3 w 426"/>
                <a:gd name="T1" fmla="*/ 0 h 245"/>
                <a:gd name="T2" fmla="*/ 3 w 426"/>
                <a:gd name="T3" fmla="*/ 0 h 245"/>
                <a:gd name="T4" fmla="*/ 3 w 426"/>
                <a:gd name="T5" fmla="*/ 0 h 245"/>
                <a:gd name="T6" fmla="*/ 3 w 426"/>
                <a:gd name="T7" fmla="*/ 0 h 245"/>
                <a:gd name="T8" fmla="*/ 2 w 426"/>
                <a:gd name="T9" fmla="*/ 0 h 245"/>
                <a:gd name="T10" fmla="*/ 2 w 426"/>
                <a:gd name="T11" fmla="*/ 0 h 245"/>
                <a:gd name="T12" fmla="*/ 2 w 426"/>
                <a:gd name="T13" fmla="*/ 0 h 245"/>
                <a:gd name="T14" fmla="*/ 2 w 426"/>
                <a:gd name="T15" fmla="*/ 0 h 245"/>
                <a:gd name="T16" fmla="*/ 1 w 426"/>
                <a:gd name="T17" fmla="*/ 0 h 245"/>
                <a:gd name="T18" fmla="*/ 1 w 426"/>
                <a:gd name="T19" fmla="*/ 1 h 245"/>
                <a:gd name="T20" fmla="*/ 1 w 426"/>
                <a:gd name="T21" fmla="*/ 1 h 245"/>
                <a:gd name="T22" fmla="*/ 1 w 426"/>
                <a:gd name="T23" fmla="*/ 1 h 245"/>
                <a:gd name="T24" fmla="*/ 0 w 426"/>
                <a:gd name="T25" fmla="*/ 1 h 245"/>
                <a:gd name="T26" fmla="*/ 0 w 426"/>
                <a:gd name="T27" fmla="*/ 1 h 245"/>
                <a:gd name="T28" fmla="*/ 0 w 426"/>
                <a:gd name="T29" fmla="*/ 1 h 245"/>
                <a:gd name="T30" fmla="*/ 0 w 426"/>
                <a:gd name="T31" fmla="*/ 2 h 245"/>
                <a:gd name="T32" fmla="*/ 0 w 426"/>
                <a:gd name="T33" fmla="*/ 2 h 245"/>
                <a:gd name="T34" fmla="*/ 0 w 426"/>
                <a:gd name="T35" fmla="*/ 2 h 245"/>
                <a:gd name="T36" fmla="*/ 0 w 426"/>
                <a:gd name="T37" fmla="*/ 2 h 245"/>
                <a:gd name="T38" fmla="*/ 0 w 426"/>
                <a:gd name="T39" fmla="*/ 2 h 245"/>
                <a:gd name="T40" fmla="*/ 0 w 426"/>
                <a:gd name="T41" fmla="*/ 2 h 245"/>
                <a:gd name="T42" fmla="*/ 0 w 426"/>
                <a:gd name="T43" fmla="*/ 1 h 245"/>
                <a:gd name="T44" fmla="*/ 0 w 426"/>
                <a:gd name="T45" fmla="*/ 1 h 245"/>
                <a:gd name="T46" fmla="*/ 0 w 426"/>
                <a:gd name="T47" fmla="*/ 1 h 245"/>
                <a:gd name="T48" fmla="*/ 1 w 426"/>
                <a:gd name="T49" fmla="*/ 1 h 245"/>
                <a:gd name="T50" fmla="*/ 1 w 426"/>
                <a:gd name="T51" fmla="*/ 1 h 245"/>
                <a:gd name="T52" fmla="*/ 1 w 426"/>
                <a:gd name="T53" fmla="*/ 1 h 245"/>
                <a:gd name="T54" fmla="*/ 1 w 426"/>
                <a:gd name="T55" fmla="*/ 1 h 245"/>
                <a:gd name="T56" fmla="*/ 2 w 426"/>
                <a:gd name="T57" fmla="*/ 0 h 245"/>
                <a:gd name="T58" fmla="*/ 2 w 426"/>
                <a:gd name="T59" fmla="*/ 0 h 245"/>
                <a:gd name="T60" fmla="*/ 2 w 426"/>
                <a:gd name="T61" fmla="*/ 0 h 245"/>
                <a:gd name="T62" fmla="*/ 2 w 426"/>
                <a:gd name="T63" fmla="*/ 0 h 245"/>
                <a:gd name="T64" fmla="*/ 3 w 426"/>
                <a:gd name="T65" fmla="*/ 0 h 245"/>
                <a:gd name="T66" fmla="*/ 3 w 426"/>
                <a:gd name="T67" fmla="*/ 0 h 245"/>
                <a:gd name="T68" fmla="*/ 3 w 426"/>
                <a:gd name="T69" fmla="*/ 0 h 245"/>
                <a:gd name="T70" fmla="*/ 3 w 426"/>
                <a:gd name="T71" fmla="*/ 0 h 245"/>
                <a:gd name="T72" fmla="*/ 3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426" y="0"/>
                  </a:moveTo>
                  <a:lnTo>
                    <a:pt x="426" y="0"/>
                  </a:lnTo>
                  <a:lnTo>
                    <a:pt x="384" y="1"/>
                  </a:lnTo>
                  <a:lnTo>
                    <a:pt x="340" y="4"/>
                  </a:lnTo>
                  <a:lnTo>
                    <a:pt x="300" y="10"/>
                  </a:lnTo>
                  <a:lnTo>
                    <a:pt x="262" y="18"/>
                  </a:lnTo>
                  <a:lnTo>
                    <a:pt x="224" y="29"/>
                  </a:lnTo>
                  <a:lnTo>
                    <a:pt x="189" y="41"/>
                  </a:lnTo>
                  <a:lnTo>
                    <a:pt x="157" y="55"/>
                  </a:lnTo>
                  <a:lnTo>
                    <a:pt x="126" y="70"/>
                  </a:lnTo>
                  <a:lnTo>
                    <a:pt x="99" y="89"/>
                  </a:lnTo>
                  <a:lnTo>
                    <a:pt x="74" y="106"/>
                  </a:lnTo>
                  <a:lnTo>
                    <a:pt x="52" y="126"/>
                  </a:lnTo>
                  <a:lnTo>
                    <a:pt x="34" y="148"/>
                  </a:lnTo>
                  <a:lnTo>
                    <a:pt x="19" y="171"/>
                  </a:lnTo>
                  <a:lnTo>
                    <a:pt x="9" y="194"/>
                  </a:lnTo>
                  <a:lnTo>
                    <a:pt x="3" y="219"/>
                  </a:lnTo>
                  <a:lnTo>
                    <a:pt x="0" y="245"/>
                  </a:lnTo>
                  <a:lnTo>
                    <a:pt x="12" y="245"/>
                  </a:lnTo>
                  <a:lnTo>
                    <a:pt x="15" y="221"/>
                  </a:lnTo>
                  <a:lnTo>
                    <a:pt x="20" y="199"/>
                  </a:lnTo>
                  <a:lnTo>
                    <a:pt x="31" y="178"/>
                  </a:lnTo>
                  <a:lnTo>
                    <a:pt x="44" y="156"/>
                  </a:lnTo>
                  <a:lnTo>
                    <a:pt x="61" y="136"/>
                  </a:lnTo>
                  <a:lnTo>
                    <a:pt x="81" y="116"/>
                  </a:lnTo>
                  <a:lnTo>
                    <a:pt x="106" y="98"/>
                  </a:lnTo>
                  <a:lnTo>
                    <a:pt x="133" y="82"/>
                  </a:lnTo>
                  <a:lnTo>
                    <a:pt x="162" y="66"/>
                  </a:lnTo>
                  <a:lnTo>
                    <a:pt x="194" y="52"/>
                  </a:lnTo>
                  <a:lnTo>
                    <a:pt x="229" y="41"/>
                  </a:lnTo>
                  <a:lnTo>
                    <a:pt x="264" y="30"/>
                  </a:lnTo>
                  <a:lnTo>
                    <a:pt x="303" y="22"/>
                  </a:lnTo>
                  <a:lnTo>
                    <a:pt x="343" y="16"/>
                  </a:lnTo>
                  <a:lnTo>
                    <a:pt x="384" y="12"/>
                  </a:lnTo>
                  <a:lnTo>
                    <a:pt x="426" y="11"/>
                  </a:lnTo>
                  <a:lnTo>
                    <a:pt x="42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8865" name="Freeform 31"/>
            <p:cNvSpPr>
              <a:spLocks/>
            </p:cNvSpPr>
            <p:nvPr/>
          </p:nvSpPr>
          <p:spPr bwMode="auto">
            <a:xfrm>
              <a:off x="1587" y="1929"/>
              <a:ext cx="85" cy="49"/>
            </a:xfrm>
            <a:custGeom>
              <a:avLst/>
              <a:gdLst>
                <a:gd name="T0" fmla="*/ 0 w 426"/>
                <a:gd name="T1" fmla="*/ 0 h 245"/>
                <a:gd name="T2" fmla="*/ 0 w 426"/>
                <a:gd name="T3" fmla="*/ 0 h 245"/>
                <a:gd name="T4" fmla="*/ 0 w 426"/>
                <a:gd name="T5" fmla="*/ 0 h 245"/>
                <a:gd name="T6" fmla="*/ 0 w 426"/>
                <a:gd name="T7" fmla="*/ 0 h 245"/>
                <a:gd name="T8" fmla="*/ 0 w 426"/>
                <a:gd name="T9" fmla="*/ 1 h 245"/>
                <a:gd name="T10" fmla="*/ 0 w 426"/>
                <a:gd name="T11" fmla="*/ 1 h 245"/>
                <a:gd name="T12" fmla="*/ 0 w 426"/>
                <a:gd name="T13" fmla="*/ 1 h 245"/>
                <a:gd name="T14" fmla="*/ 1 w 426"/>
                <a:gd name="T15" fmla="*/ 1 h 245"/>
                <a:gd name="T16" fmla="*/ 1 w 426"/>
                <a:gd name="T17" fmla="*/ 1 h 245"/>
                <a:gd name="T18" fmla="*/ 1 w 426"/>
                <a:gd name="T19" fmla="*/ 1 h 245"/>
                <a:gd name="T20" fmla="*/ 1 w 426"/>
                <a:gd name="T21" fmla="*/ 2 h 245"/>
                <a:gd name="T22" fmla="*/ 2 w 426"/>
                <a:gd name="T23" fmla="*/ 2 h 245"/>
                <a:gd name="T24" fmla="*/ 2 w 426"/>
                <a:gd name="T25" fmla="*/ 2 h 245"/>
                <a:gd name="T26" fmla="*/ 2 w 426"/>
                <a:gd name="T27" fmla="*/ 2 h 245"/>
                <a:gd name="T28" fmla="*/ 2 w 426"/>
                <a:gd name="T29" fmla="*/ 2 h 245"/>
                <a:gd name="T30" fmla="*/ 3 w 426"/>
                <a:gd name="T31" fmla="*/ 2 h 245"/>
                <a:gd name="T32" fmla="*/ 3 w 426"/>
                <a:gd name="T33" fmla="*/ 2 h 245"/>
                <a:gd name="T34" fmla="*/ 3 w 426"/>
                <a:gd name="T35" fmla="*/ 2 h 245"/>
                <a:gd name="T36" fmla="*/ 3 w 426"/>
                <a:gd name="T37" fmla="*/ 2 h 245"/>
                <a:gd name="T38" fmla="*/ 3 w 426"/>
                <a:gd name="T39" fmla="*/ 2 h 245"/>
                <a:gd name="T40" fmla="*/ 3 w 426"/>
                <a:gd name="T41" fmla="*/ 2 h 245"/>
                <a:gd name="T42" fmla="*/ 2 w 426"/>
                <a:gd name="T43" fmla="*/ 2 h 245"/>
                <a:gd name="T44" fmla="*/ 2 w 426"/>
                <a:gd name="T45" fmla="*/ 2 h 245"/>
                <a:gd name="T46" fmla="*/ 2 w 426"/>
                <a:gd name="T47" fmla="*/ 2 h 245"/>
                <a:gd name="T48" fmla="*/ 2 w 426"/>
                <a:gd name="T49" fmla="*/ 2 h 245"/>
                <a:gd name="T50" fmla="*/ 1 w 426"/>
                <a:gd name="T51" fmla="*/ 1 h 245"/>
                <a:gd name="T52" fmla="*/ 1 w 426"/>
                <a:gd name="T53" fmla="*/ 1 h 245"/>
                <a:gd name="T54" fmla="*/ 1 w 426"/>
                <a:gd name="T55" fmla="*/ 1 h 245"/>
                <a:gd name="T56" fmla="*/ 1 w 426"/>
                <a:gd name="T57" fmla="*/ 1 h 245"/>
                <a:gd name="T58" fmla="*/ 0 w 426"/>
                <a:gd name="T59" fmla="*/ 1 h 245"/>
                <a:gd name="T60" fmla="*/ 0 w 426"/>
                <a:gd name="T61" fmla="*/ 1 h 245"/>
                <a:gd name="T62" fmla="*/ 0 w 426"/>
                <a:gd name="T63" fmla="*/ 1 h 245"/>
                <a:gd name="T64" fmla="*/ 0 w 426"/>
                <a:gd name="T65" fmla="*/ 0 h 245"/>
                <a:gd name="T66" fmla="*/ 0 w 426"/>
                <a:gd name="T67" fmla="*/ 0 h 245"/>
                <a:gd name="T68" fmla="*/ 0 w 426"/>
                <a:gd name="T69" fmla="*/ 0 h 245"/>
                <a:gd name="T70" fmla="*/ 0 w 426"/>
                <a:gd name="T71" fmla="*/ 0 h 245"/>
                <a:gd name="T72" fmla="*/ 0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0" y="0"/>
                  </a:moveTo>
                  <a:lnTo>
                    <a:pt x="0" y="0"/>
                  </a:lnTo>
                  <a:lnTo>
                    <a:pt x="3" y="25"/>
                  </a:lnTo>
                  <a:lnTo>
                    <a:pt x="9" y="50"/>
                  </a:lnTo>
                  <a:lnTo>
                    <a:pt x="19" y="73"/>
                  </a:lnTo>
                  <a:lnTo>
                    <a:pt x="34" y="96"/>
                  </a:lnTo>
                  <a:lnTo>
                    <a:pt x="52" y="118"/>
                  </a:lnTo>
                  <a:lnTo>
                    <a:pt x="74" y="138"/>
                  </a:lnTo>
                  <a:lnTo>
                    <a:pt x="99" y="156"/>
                  </a:lnTo>
                  <a:lnTo>
                    <a:pt x="126" y="174"/>
                  </a:lnTo>
                  <a:lnTo>
                    <a:pt x="157" y="190"/>
                  </a:lnTo>
                  <a:lnTo>
                    <a:pt x="189" y="204"/>
                  </a:lnTo>
                  <a:lnTo>
                    <a:pt x="224" y="215"/>
                  </a:lnTo>
                  <a:lnTo>
                    <a:pt x="262" y="226"/>
                  </a:lnTo>
                  <a:lnTo>
                    <a:pt x="300" y="234"/>
                  </a:lnTo>
                  <a:lnTo>
                    <a:pt x="340" y="240"/>
                  </a:lnTo>
                  <a:lnTo>
                    <a:pt x="384" y="244"/>
                  </a:lnTo>
                  <a:lnTo>
                    <a:pt x="426" y="245"/>
                  </a:lnTo>
                  <a:lnTo>
                    <a:pt x="426" y="233"/>
                  </a:lnTo>
                  <a:lnTo>
                    <a:pt x="384" y="232"/>
                  </a:lnTo>
                  <a:lnTo>
                    <a:pt x="343" y="228"/>
                  </a:lnTo>
                  <a:lnTo>
                    <a:pt x="303" y="222"/>
                  </a:lnTo>
                  <a:lnTo>
                    <a:pt x="264" y="214"/>
                  </a:lnTo>
                  <a:lnTo>
                    <a:pt x="229" y="204"/>
                  </a:lnTo>
                  <a:lnTo>
                    <a:pt x="194" y="192"/>
                  </a:lnTo>
                  <a:lnTo>
                    <a:pt x="162" y="178"/>
                  </a:lnTo>
                  <a:lnTo>
                    <a:pt x="133" y="163"/>
                  </a:lnTo>
                  <a:lnTo>
                    <a:pt x="106" y="146"/>
                  </a:lnTo>
                  <a:lnTo>
                    <a:pt x="81" y="129"/>
                  </a:lnTo>
                  <a:lnTo>
                    <a:pt x="61" y="109"/>
                  </a:lnTo>
                  <a:lnTo>
                    <a:pt x="44" y="89"/>
                  </a:lnTo>
                  <a:lnTo>
                    <a:pt x="31" y="66"/>
                  </a:lnTo>
                  <a:lnTo>
                    <a:pt x="20" y="45"/>
                  </a:lnTo>
                  <a:lnTo>
                    <a:pt x="15" y="2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8866" name="Freeform 32"/>
            <p:cNvSpPr>
              <a:spLocks/>
            </p:cNvSpPr>
            <p:nvPr/>
          </p:nvSpPr>
          <p:spPr bwMode="auto">
            <a:xfrm>
              <a:off x="878" y="1448"/>
              <a:ext cx="792" cy="954"/>
            </a:xfrm>
            <a:custGeom>
              <a:avLst/>
              <a:gdLst>
                <a:gd name="T0" fmla="*/ 13 w 3960"/>
                <a:gd name="T1" fmla="*/ 38 h 4768"/>
                <a:gd name="T2" fmla="*/ 14 w 3960"/>
                <a:gd name="T3" fmla="*/ 38 h 4768"/>
                <a:gd name="T4" fmla="*/ 15 w 3960"/>
                <a:gd name="T5" fmla="*/ 38 h 4768"/>
                <a:gd name="T6" fmla="*/ 15 w 3960"/>
                <a:gd name="T7" fmla="*/ 38 h 4768"/>
                <a:gd name="T8" fmla="*/ 16 w 3960"/>
                <a:gd name="T9" fmla="*/ 38 h 4768"/>
                <a:gd name="T10" fmla="*/ 17 w 3960"/>
                <a:gd name="T11" fmla="*/ 38 h 4768"/>
                <a:gd name="T12" fmla="*/ 17 w 3960"/>
                <a:gd name="T13" fmla="*/ 38 h 4768"/>
                <a:gd name="T14" fmla="*/ 18 w 3960"/>
                <a:gd name="T15" fmla="*/ 38 h 4768"/>
                <a:gd name="T16" fmla="*/ 18 w 3960"/>
                <a:gd name="T17" fmla="*/ 38 h 4768"/>
                <a:gd name="T18" fmla="*/ 29 w 3960"/>
                <a:gd name="T19" fmla="*/ 30 h 4768"/>
                <a:gd name="T20" fmla="*/ 30 w 3960"/>
                <a:gd name="T21" fmla="*/ 30 h 4768"/>
                <a:gd name="T22" fmla="*/ 30 w 3960"/>
                <a:gd name="T23" fmla="*/ 29 h 4768"/>
                <a:gd name="T24" fmla="*/ 31 w 3960"/>
                <a:gd name="T25" fmla="*/ 28 h 4768"/>
                <a:gd name="T26" fmla="*/ 31 w 3960"/>
                <a:gd name="T27" fmla="*/ 28 h 4768"/>
                <a:gd name="T28" fmla="*/ 31 w 3960"/>
                <a:gd name="T29" fmla="*/ 27 h 4768"/>
                <a:gd name="T30" fmla="*/ 32 w 3960"/>
                <a:gd name="T31" fmla="*/ 26 h 4768"/>
                <a:gd name="T32" fmla="*/ 32 w 3960"/>
                <a:gd name="T33" fmla="*/ 25 h 4768"/>
                <a:gd name="T34" fmla="*/ 32 w 3960"/>
                <a:gd name="T35" fmla="*/ 11 h 4768"/>
                <a:gd name="T36" fmla="*/ 32 w 3960"/>
                <a:gd name="T37" fmla="*/ 10 h 4768"/>
                <a:gd name="T38" fmla="*/ 31 w 3960"/>
                <a:gd name="T39" fmla="*/ 9 h 4768"/>
                <a:gd name="T40" fmla="*/ 31 w 3960"/>
                <a:gd name="T41" fmla="*/ 9 h 4768"/>
                <a:gd name="T42" fmla="*/ 31 w 3960"/>
                <a:gd name="T43" fmla="*/ 8 h 4768"/>
                <a:gd name="T44" fmla="*/ 31 w 3960"/>
                <a:gd name="T45" fmla="*/ 8 h 4768"/>
                <a:gd name="T46" fmla="*/ 30 w 3960"/>
                <a:gd name="T47" fmla="*/ 7 h 4768"/>
                <a:gd name="T48" fmla="*/ 30 w 3960"/>
                <a:gd name="T49" fmla="*/ 7 h 4768"/>
                <a:gd name="T50" fmla="*/ 29 w 3960"/>
                <a:gd name="T51" fmla="*/ 6 h 4768"/>
                <a:gd name="T52" fmla="*/ 19 w 3960"/>
                <a:gd name="T53" fmla="*/ 1 h 4768"/>
                <a:gd name="T54" fmla="*/ 18 w 3960"/>
                <a:gd name="T55" fmla="*/ 0 h 4768"/>
                <a:gd name="T56" fmla="*/ 17 w 3960"/>
                <a:gd name="T57" fmla="*/ 0 h 4768"/>
                <a:gd name="T58" fmla="*/ 17 w 3960"/>
                <a:gd name="T59" fmla="*/ 0 h 4768"/>
                <a:gd name="T60" fmla="*/ 16 w 3960"/>
                <a:gd name="T61" fmla="*/ 0 h 4768"/>
                <a:gd name="T62" fmla="*/ 15 w 3960"/>
                <a:gd name="T63" fmla="*/ 0 h 4768"/>
                <a:gd name="T64" fmla="*/ 14 w 3960"/>
                <a:gd name="T65" fmla="*/ 0 h 4768"/>
                <a:gd name="T66" fmla="*/ 14 w 3960"/>
                <a:gd name="T67" fmla="*/ 0 h 4768"/>
                <a:gd name="T68" fmla="*/ 2 w 3960"/>
                <a:gd name="T69" fmla="*/ 6 h 4768"/>
                <a:gd name="T70" fmla="*/ 2 w 3960"/>
                <a:gd name="T71" fmla="*/ 7 h 4768"/>
                <a:gd name="T72" fmla="*/ 1 w 3960"/>
                <a:gd name="T73" fmla="*/ 7 h 4768"/>
                <a:gd name="T74" fmla="*/ 1 w 3960"/>
                <a:gd name="T75" fmla="*/ 8 h 4768"/>
                <a:gd name="T76" fmla="*/ 1 w 3960"/>
                <a:gd name="T77" fmla="*/ 8 h 4768"/>
                <a:gd name="T78" fmla="*/ 0 w 3960"/>
                <a:gd name="T79" fmla="*/ 9 h 4768"/>
                <a:gd name="T80" fmla="*/ 0 w 3960"/>
                <a:gd name="T81" fmla="*/ 9 h 4768"/>
                <a:gd name="T82" fmla="*/ 0 w 3960"/>
                <a:gd name="T83" fmla="*/ 10 h 4768"/>
                <a:gd name="T84" fmla="*/ 0 w 3960"/>
                <a:gd name="T85" fmla="*/ 11 h 4768"/>
                <a:gd name="T86" fmla="*/ 0 w 3960"/>
                <a:gd name="T87" fmla="*/ 25 h 4768"/>
                <a:gd name="T88" fmla="*/ 0 w 3960"/>
                <a:gd name="T89" fmla="*/ 26 h 4768"/>
                <a:gd name="T90" fmla="*/ 0 w 3960"/>
                <a:gd name="T91" fmla="*/ 27 h 4768"/>
                <a:gd name="T92" fmla="*/ 1 w 3960"/>
                <a:gd name="T93" fmla="*/ 28 h 4768"/>
                <a:gd name="T94" fmla="*/ 1 w 3960"/>
                <a:gd name="T95" fmla="*/ 29 h 4768"/>
                <a:gd name="T96" fmla="*/ 1 w 3960"/>
                <a:gd name="T97" fmla="*/ 29 h 4768"/>
                <a:gd name="T98" fmla="*/ 2 w 3960"/>
                <a:gd name="T99" fmla="*/ 30 h 4768"/>
                <a:gd name="T100" fmla="*/ 3 w 3960"/>
                <a:gd name="T101" fmla="*/ 31 h 4768"/>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w 3960"/>
                <a:gd name="T154" fmla="*/ 0 h 4768"/>
                <a:gd name="T155" fmla="*/ 3960 w 3960"/>
                <a:gd name="T156" fmla="*/ 4768 h 4768"/>
              </a:gdLst>
              <a:ahLst/>
              <a:cxnLst>
                <a:cxn ang="T102">
                  <a:pos x="T0" y="T1"/>
                </a:cxn>
                <a:cxn ang="T103">
                  <a:pos x="T2" y="T3"/>
                </a:cxn>
                <a:cxn ang="T104">
                  <a:pos x="T4" y="T5"/>
                </a:cxn>
                <a:cxn ang="T105">
                  <a:pos x="T6" y="T7"/>
                </a:cxn>
                <a:cxn ang="T106">
                  <a:pos x="T8" y="T9"/>
                </a:cxn>
                <a:cxn ang="T107">
                  <a:pos x="T10" y="T11"/>
                </a:cxn>
                <a:cxn ang="T108">
                  <a:pos x="T12" y="T13"/>
                </a:cxn>
                <a:cxn ang="T109">
                  <a:pos x="T14" y="T15"/>
                </a:cxn>
                <a:cxn ang="T110">
                  <a:pos x="T16" y="T17"/>
                </a:cxn>
                <a:cxn ang="T111">
                  <a:pos x="T18" y="T19"/>
                </a:cxn>
                <a:cxn ang="T112">
                  <a:pos x="T20" y="T21"/>
                </a:cxn>
                <a:cxn ang="T113">
                  <a:pos x="T22" y="T23"/>
                </a:cxn>
                <a:cxn ang="T114">
                  <a:pos x="T24" y="T25"/>
                </a:cxn>
                <a:cxn ang="T115">
                  <a:pos x="T26" y="T27"/>
                </a:cxn>
                <a:cxn ang="T116">
                  <a:pos x="T28" y="T29"/>
                </a:cxn>
                <a:cxn ang="T117">
                  <a:pos x="T30" y="T31"/>
                </a:cxn>
                <a:cxn ang="T118">
                  <a:pos x="T32" y="T33"/>
                </a:cxn>
                <a:cxn ang="T119">
                  <a:pos x="T34" y="T35"/>
                </a:cxn>
                <a:cxn ang="T120">
                  <a:pos x="T36" y="T37"/>
                </a:cxn>
                <a:cxn ang="T121">
                  <a:pos x="T38" y="T39"/>
                </a:cxn>
                <a:cxn ang="T122">
                  <a:pos x="T40" y="T41"/>
                </a:cxn>
                <a:cxn ang="T123">
                  <a:pos x="T42" y="T43"/>
                </a:cxn>
                <a:cxn ang="T124">
                  <a:pos x="T44" y="T45"/>
                </a:cxn>
                <a:cxn ang="T125">
                  <a:pos x="T46" y="T47"/>
                </a:cxn>
                <a:cxn ang="T126">
                  <a:pos x="T48" y="T49"/>
                </a:cxn>
                <a:cxn ang="T127">
                  <a:pos x="T50" y="T51"/>
                </a:cxn>
                <a:cxn ang="T128">
                  <a:pos x="T52" y="T53"/>
                </a:cxn>
                <a:cxn ang="T129">
                  <a:pos x="T54" y="T55"/>
                </a:cxn>
                <a:cxn ang="T130">
                  <a:pos x="T56" y="T57"/>
                </a:cxn>
                <a:cxn ang="T131">
                  <a:pos x="T58" y="T59"/>
                </a:cxn>
                <a:cxn ang="T132">
                  <a:pos x="T60" y="T61"/>
                </a:cxn>
                <a:cxn ang="T133">
                  <a:pos x="T62" y="T63"/>
                </a:cxn>
                <a:cxn ang="T134">
                  <a:pos x="T64" y="T65"/>
                </a:cxn>
                <a:cxn ang="T135">
                  <a:pos x="T66" y="T67"/>
                </a:cxn>
                <a:cxn ang="T136">
                  <a:pos x="T68" y="T69"/>
                </a:cxn>
                <a:cxn ang="T137">
                  <a:pos x="T70" y="T71"/>
                </a:cxn>
                <a:cxn ang="T138">
                  <a:pos x="T72" y="T73"/>
                </a:cxn>
                <a:cxn ang="T139">
                  <a:pos x="T74" y="T75"/>
                </a:cxn>
                <a:cxn ang="T140">
                  <a:pos x="T76" y="T77"/>
                </a:cxn>
                <a:cxn ang="T141">
                  <a:pos x="T78" y="T79"/>
                </a:cxn>
                <a:cxn ang="T142">
                  <a:pos x="T80" y="T81"/>
                </a:cxn>
                <a:cxn ang="T143">
                  <a:pos x="T82" y="T83"/>
                </a:cxn>
                <a:cxn ang="T144">
                  <a:pos x="T84" y="T85"/>
                </a:cxn>
                <a:cxn ang="T145">
                  <a:pos x="T86" y="T87"/>
                </a:cxn>
                <a:cxn ang="T146">
                  <a:pos x="T88" y="T89"/>
                </a:cxn>
                <a:cxn ang="T147">
                  <a:pos x="T90" y="T91"/>
                </a:cxn>
                <a:cxn ang="T148">
                  <a:pos x="T92" y="T93"/>
                </a:cxn>
                <a:cxn ang="T149">
                  <a:pos x="T94" y="T95"/>
                </a:cxn>
                <a:cxn ang="T150">
                  <a:pos x="T96" y="T97"/>
                </a:cxn>
                <a:cxn ang="T151">
                  <a:pos x="T98" y="T99"/>
                </a:cxn>
                <a:cxn ang="T152">
                  <a:pos x="T100" y="T101"/>
                </a:cxn>
              </a:cxnLst>
              <a:rect l="T153" t="T154" r="T155" b="T156"/>
              <a:pathLst>
                <a:path w="3960" h="4768">
                  <a:moveTo>
                    <a:pt x="353" y="3849"/>
                  </a:moveTo>
                  <a:lnTo>
                    <a:pt x="1661" y="4700"/>
                  </a:lnTo>
                  <a:lnTo>
                    <a:pt x="1697" y="4717"/>
                  </a:lnTo>
                  <a:lnTo>
                    <a:pt x="1736" y="4731"/>
                  </a:lnTo>
                  <a:lnTo>
                    <a:pt x="1776" y="4742"/>
                  </a:lnTo>
                  <a:lnTo>
                    <a:pt x="1818" y="4753"/>
                  </a:lnTo>
                  <a:lnTo>
                    <a:pt x="1860" y="4760"/>
                  </a:lnTo>
                  <a:lnTo>
                    <a:pt x="1902" y="4765"/>
                  </a:lnTo>
                  <a:lnTo>
                    <a:pt x="1946" y="4768"/>
                  </a:lnTo>
                  <a:lnTo>
                    <a:pt x="1988" y="4768"/>
                  </a:lnTo>
                  <a:lnTo>
                    <a:pt x="2031" y="4767"/>
                  </a:lnTo>
                  <a:lnTo>
                    <a:pt x="2073" y="4763"/>
                  </a:lnTo>
                  <a:lnTo>
                    <a:pt x="2114" y="4758"/>
                  </a:lnTo>
                  <a:lnTo>
                    <a:pt x="2154" y="4751"/>
                  </a:lnTo>
                  <a:lnTo>
                    <a:pt x="2193" y="4740"/>
                  </a:lnTo>
                  <a:lnTo>
                    <a:pt x="2230" y="4729"/>
                  </a:lnTo>
                  <a:lnTo>
                    <a:pt x="2264" y="4715"/>
                  </a:lnTo>
                  <a:lnTo>
                    <a:pt x="2297" y="4700"/>
                  </a:lnTo>
                  <a:lnTo>
                    <a:pt x="3639" y="3825"/>
                  </a:lnTo>
                  <a:lnTo>
                    <a:pt x="3673" y="3795"/>
                  </a:lnTo>
                  <a:lnTo>
                    <a:pt x="3707" y="3761"/>
                  </a:lnTo>
                  <a:lnTo>
                    <a:pt x="3738" y="3725"/>
                  </a:lnTo>
                  <a:lnTo>
                    <a:pt x="3768" y="3685"/>
                  </a:lnTo>
                  <a:lnTo>
                    <a:pt x="3796" y="3644"/>
                  </a:lnTo>
                  <a:lnTo>
                    <a:pt x="3821" y="3599"/>
                  </a:lnTo>
                  <a:lnTo>
                    <a:pt x="3846" y="3553"/>
                  </a:lnTo>
                  <a:lnTo>
                    <a:pt x="3868" y="3505"/>
                  </a:lnTo>
                  <a:lnTo>
                    <a:pt x="3888" y="3456"/>
                  </a:lnTo>
                  <a:lnTo>
                    <a:pt x="3907" y="3406"/>
                  </a:lnTo>
                  <a:lnTo>
                    <a:pt x="3922" y="3354"/>
                  </a:lnTo>
                  <a:lnTo>
                    <a:pt x="3935" y="3303"/>
                  </a:lnTo>
                  <a:lnTo>
                    <a:pt x="3946" y="3250"/>
                  </a:lnTo>
                  <a:lnTo>
                    <a:pt x="3953" y="3197"/>
                  </a:lnTo>
                  <a:lnTo>
                    <a:pt x="3957" y="3144"/>
                  </a:lnTo>
                  <a:lnTo>
                    <a:pt x="3960" y="3092"/>
                  </a:lnTo>
                  <a:lnTo>
                    <a:pt x="3959" y="1313"/>
                  </a:lnTo>
                  <a:lnTo>
                    <a:pt x="3955" y="1271"/>
                  </a:lnTo>
                  <a:lnTo>
                    <a:pt x="3949" y="1229"/>
                  </a:lnTo>
                  <a:lnTo>
                    <a:pt x="3941" y="1189"/>
                  </a:lnTo>
                  <a:lnTo>
                    <a:pt x="3930" y="1149"/>
                  </a:lnTo>
                  <a:lnTo>
                    <a:pt x="3918" y="1111"/>
                  </a:lnTo>
                  <a:lnTo>
                    <a:pt x="3902" y="1075"/>
                  </a:lnTo>
                  <a:lnTo>
                    <a:pt x="3886" y="1040"/>
                  </a:lnTo>
                  <a:lnTo>
                    <a:pt x="3867" y="1006"/>
                  </a:lnTo>
                  <a:lnTo>
                    <a:pt x="3846" y="973"/>
                  </a:lnTo>
                  <a:lnTo>
                    <a:pt x="3823" y="942"/>
                  </a:lnTo>
                  <a:lnTo>
                    <a:pt x="3798" y="913"/>
                  </a:lnTo>
                  <a:lnTo>
                    <a:pt x="3771" y="886"/>
                  </a:lnTo>
                  <a:lnTo>
                    <a:pt x="3743" y="860"/>
                  </a:lnTo>
                  <a:lnTo>
                    <a:pt x="3714" y="837"/>
                  </a:lnTo>
                  <a:lnTo>
                    <a:pt x="3682" y="816"/>
                  </a:lnTo>
                  <a:lnTo>
                    <a:pt x="3649" y="796"/>
                  </a:lnTo>
                  <a:lnTo>
                    <a:pt x="2386" y="83"/>
                  </a:lnTo>
                  <a:lnTo>
                    <a:pt x="2350" y="65"/>
                  </a:lnTo>
                  <a:lnTo>
                    <a:pt x="2310" y="50"/>
                  </a:lnTo>
                  <a:lnTo>
                    <a:pt x="2268" y="36"/>
                  </a:lnTo>
                  <a:lnTo>
                    <a:pt x="2223" y="24"/>
                  </a:lnTo>
                  <a:lnTo>
                    <a:pt x="2178" y="15"/>
                  </a:lnTo>
                  <a:lnTo>
                    <a:pt x="2131" y="8"/>
                  </a:lnTo>
                  <a:lnTo>
                    <a:pt x="2082" y="3"/>
                  </a:lnTo>
                  <a:lnTo>
                    <a:pt x="2032" y="0"/>
                  </a:lnTo>
                  <a:lnTo>
                    <a:pt x="1982" y="1"/>
                  </a:lnTo>
                  <a:lnTo>
                    <a:pt x="1933" y="3"/>
                  </a:lnTo>
                  <a:lnTo>
                    <a:pt x="1882" y="9"/>
                  </a:lnTo>
                  <a:lnTo>
                    <a:pt x="1833" y="17"/>
                  </a:lnTo>
                  <a:lnTo>
                    <a:pt x="1785" y="29"/>
                  </a:lnTo>
                  <a:lnTo>
                    <a:pt x="1737" y="43"/>
                  </a:lnTo>
                  <a:lnTo>
                    <a:pt x="1691" y="62"/>
                  </a:lnTo>
                  <a:lnTo>
                    <a:pt x="1647" y="83"/>
                  </a:lnTo>
                  <a:lnTo>
                    <a:pt x="311" y="782"/>
                  </a:lnTo>
                  <a:lnTo>
                    <a:pt x="276" y="803"/>
                  </a:lnTo>
                  <a:lnTo>
                    <a:pt x="243" y="826"/>
                  </a:lnTo>
                  <a:lnTo>
                    <a:pt x="213" y="852"/>
                  </a:lnTo>
                  <a:lnTo>
                    <a:pt x="184" y="879"/>
                  </a:lnTo>
                  <a:lnTo>
                    <a:pt x="155" y="908"/>
                  </a:lnTo>
                  <a:lnTo>
                    <a:pt x="131" y="939"/>
                  </a:lnTo>
                  <a:lnTo>
                    <a:pt x="107" y="971"/>
                  </a:lnTo>
                  <a:lnTo>
                    <a:pt x="86" y="1005"/>
                  </a:lnTo>
                  <a:lnTo>
                    <a:pt x="68" y="1040"/>
                  </a:lnTo>
                  <a:lnTo>
                    <a:pt x="50" y="1076"/>
                  </a:lnTo>
                  <a:lnTo>
                    <a:pt x="36" y="1115"/>
                  </a:lnTo>
                  <a:lnTo>
                    <a:pt x="23" y="1153"/>
                  </a:lnTo>
                  <a:lnTo>
                    <a:pt x="14" y="1195"/>
                  </a:lnTo>
                  <a:lnTo>
                    <a:pt x="7" y="1236"/>
                  </a:lnTo>
                  <a:lnTo>
                    <a:pt x="2" y="1279"/>
                  </a:lnTo>
                  <a:lnTo>
                    <a:pt x="0" y="1322"/>
                  </a:lnTo>
                  <a:lnTo>
                    <a:pt x="0" y="3093"/>
                  </a:lnTo>
                  <a:lnTo>
                    <a:pt x="2" y="3147"/>
                  </a:lnTo>
                  <a:lnTo>
                    <a:pt x="7" y="3202"/>
                  </a:lnTo>
                  <a:lnTo>
                    <a:pt x="15" y="3257"/>
                  </a:lnTo>
                  <a:lnTo>
                    <a:pt x="27" y="3312"/>
                  </a:lnTo>
                  <a:lnTo>
                    <a:pt x="42" y="3366"/>
                  </a:lnTo>
                  <a:lnTo>
                    <a:pt x="59" y="3420"/>
                  </a:lnTo>
                  <a:lnTo>
                    <a:pt x="79" y="3474"/>
                  </a:lnTo>
                  <a:lnTo>
                    <a:pt x="102" y="3525"/>
                  </a:lnTo>
                  <a:lnTo>
                    <a:pt x="127" y="3576"/>
                  </a:lnTo>
                  <a:lnTo>
                    <a:pt x="154" y="3624"/>
                  </a:lnTo>
                  <a:lnTo>
                    <a:pt x="184" y="3670"/>
                  </a:lnTo>
                  <a:lnTo>
                    <a:pt x="214" y="3712"/>
                  </a:lnTo>
                  <a:lnTo>
                    <a:pt x="247" y="3752"/>
                  </a:lnTo>
                  <a:lnTo>
                    <a:pt x="281" y="3788"/>
                  </a:lnTo>
                  <a:lnTo>
                    <a:pt x="317" y="3821"/>
                  </a:lnTo>
                  <a:lnTo>
                    <a:pt x="353" y="384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8867" name="Freeform 33"/>
            <p:cNvSpPr>
              <a:spLocks/>
            </p:cNvSpPr>
            <p:nvPr/>
          </p:nvSpPr>
          <p:spPr bwMode="auto">
            <a:xfrm>
              <a:off x="943" y="2210"/>
              <a:ext cx="276" cy="187"/>
            </a:xfrm>
            <a:custGeom>
              <a:avLst/>
              <a:gdLst>
                <a:gd name="T0" fmla="*/ 11 w 1380"/>
                <a:gd name="T1" fmla="*/ 7 h 937"/>
                <a:gd name="T2" fmla="*/ 11 w 1380"/>
                <a:gd name="T3" fmla="*/ 7 h 937"/>
                <a:gd name="T4" fmla="*/ 0 w 1380"/>
                <a:gd name="T5" fmla="*/ 0 h 937"/>
                <a:gd name="T6" fmla="*/ 0 w 1380"/>
                <a:gd name="T7" fmla="*/ 1 h 937"/>
                <a:gd name="T8" fmla="*/ 10 w 1380"/>
                <a:gd name="T9" fmla="*/ 7 h 937"/>
                <a:gd name="T10" fmla="*/ 10 w 1380"/>
                <a:gd name="T11" fmla="*/ 7 h 937"/>
                <a:gd name="T12" fmla="*/ 10 w 1380"/>
                <a:gd name="T13" fmla="*/ 7 h 937"/>
                <a:gd name="T14" fmla="*/ 11 w 1380"/>
                <a:gd name="T15" fmla="*/ 7 h 937"/>
                <a:gd name="T16" fmla="*/ 11 w 1380"/>
                <a:gd name="T17" fmla="*/ 7 h 937"/>
                <a:gd name="T18" fmla="*/ 11 w 1380"/>
                <a:gd name="T19" fmla="*/ 7 h 937"/>
                <a:gd name="T20" fmla="*/ 11 w 1380"/>
                <a:gd name="T21" fmla="*/ 7 h 937"/>
                <a:gd name="T22" fmla="*/ 11 w 1380"/>
                <a:gd name="T23" fmla="*/ 7 h 937"/>
                <a:gd name="T24" fmla="*/ 11 w 1380"/>
                <a:gd name="T25" fmla="*/ 7 h 937"/>
                <a:gd name="T26" fmla="*/ 11 w 1380"/>
                <a:gd name="T27" fmla="*/ 7 h 937"/>
                <a:gd name="T28" fmla="*/ 11 w 1380"/>
                <a:gd name="T29" fmla="*/ 7 h 937"/>
                <a:gd name="T30" fmla="*/ 11 w 1380"/>
                <a:gd name="T31" fmla="*/ 7 h 93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80"/>
                <a:gd name="T49" fmla="*/ 0 h 937"/>
                <a:gd name="T50" fmla="*/ 1380 w 1380"/>
                <a:gd name="T51" fmla="*/ 937 h 93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80" h="937">
                  <a:moveTo>
                    <a:pt x="1354" y="848"/>
                  </a:moveTo>
                  <a:lnTo>
                    <a:pt x="1359" y="851"/>
                  </a:lnTo>
                  <a:lnTo>
                    <a:pt x="51" y="0"/>
                  </a:lnTo>
                  <a:lnTo>
                    <a:pt x="0" y="78"/>
                  </a:lnTo>
                  <a:lnTo>
                    <a:pt x="1307" y="929"/>
                  </a:lnTo>
                  <a:lnTo>
                    <a:pt x="1312" y="932"/>
                  </a:lnTo>
                  <a:lnTo>
                    <a:pt x="1307" y="929"/>
                  </a:lnTo>
                  <a:lnTo>
                    <a:pt x="1326" y="937"/>
                  </a:lnTo>
                  <a:lnTo>
                    <a:pt x="1345" y="936"/>
                  </a:lnTo>
                  <a:lnTo>
                    <a:pt x="1360" y="929"/>
                  </a:lnTo>
                  <a:lnTo>
                    <a:pt x="1372" y="916"/>
                  </a:lnTo>
                  <a:lnTo>
                    <a:pt x="1379" y="899"/>
                  </a:lnTo>
                  <a:lnTo>
                    <a:pt x="1380" y="883"/>
                  </a:lnTo>
                  <a:lnTo>
                    <a:pt x="1374" y="865"/>
                  </a:lnTo>
                  <a:lnTo>
                    <a:pt x="1359" y="851"/>
                  </a:lnTo>
                  <a:lnTo>
                    <a:pt x="1354" y="84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8868" name="Freeform 34"/>
            <p:cNvSpPr>
              <a:spLocks/>
            </p:cNvSpPr>
            <p:nvPr/>
          </p:nvSpPr>
          <p:spPr bwMode="auto">
            <a:xfrm>
              <a:off x="1206" y="2379"/>
              <a:ext cx="140" cy="32"/>
            </a:xfrm>
            <a:custGeom>
              <a:avLst/>
              <a:gdLst>
                <a:gd name="T0" fmla="*/ 5 w 703"/>
                <a:gd name="T1" fmla="*/ 0 h 162"/>
                <a:gd name="T2" fmla="*/ 5 w 703"/>
                <a:gd name="T3" fmla="*/ 0 h 162"/>
                <a:gd name="T4" fmla="*/ 5 w 703"/>
                <a:gd name="T5" fmla="*/ 0 h 162"/>
                <a:gd name="T6" fmla="*/ 5 w 703"/>
                <a:gd name="T7" fmla="*/ 0 h 162"/>
                <a:gd name="T8" fmla="*/ 4 w 703"/>
                <a:gd name="T9" fmla="*/ 0 h 162"/>
                <a:gd name="T10" fmla="*/ 4 w 703"/>
                <a:gd name="T11" fmla="*/ 0 h 162"/>
                <a:gd name="T12" fmla="*/ 4 w 703"/>
                <a:gd name="T13" fmla="*/ 0 h 162"/>
                <a:gd name="T14" fmla="*/ 3 w 703"/>
                <a:gd name="T15" fmla="*/ 1 h 162"/>
                <a:gd name="T16" fmla="*/ 3 w 703"/>
                <a:gd name="T17" fmla="*/ 1 h 162"/>
                <a:gd name="T18" fmla="*/ 3 w 703"/>
                <a:gd name="T19" fmla="*/ 1 h 162"/>
                <a:gd name="T20" fmla="*/ 2 w 703"/>
                <a:gd name="T21" fmla="*/ 1 h 162"/>
                <a:gd name="T22" fmla="*/ 2 w 703"/>
                <a:gd name="T23" fmla="*/ 1 h 162"/>
                <a:gd name="T24" fmla="*/ 2 w 703"/>
                <a:gd name="T25" fmla="*/ 0 h 162"/>
                <a:gd name="T26" fmla="*/ 1 w 703"/>
                <a:gd name="T27" fmla="*/ 0 h 162"/>
                <a:gd name="T28" fmla="*/ 1 w 703"/>
                <a:gd name="T29" fmla="*/ 0 h 162"/>
                <a:gd name="T30" fmla="*/ 1 w 703"/>
                <a:gd name="T31" fmla="*/ 0 h 162"/>
                <a:gd name="T32" fmla="*/ 1 w 703"/>
                <a:gd name="T33" fmla="*/ 0 h 162"/>
                <a:gd name="T34" fmla="*/ 0 w 703"/>
                <a:gd name="T35" fmla="*/ 0 h 162"/>
                <a:gd name="T36" fmla="*/ 0 w 703"/>
                <a:gd name="T37" fmla="*/ 1 h 162"/>
                <a:gd name="T38" fmla="*/ 0 w 703"/>
                <a:gd name="T39" fmla="*/ 1 h 162"/>
                <a:gd name="T40" fmla="*/ 1 w 703"/>
                <a:gd name="T41" fmla="*/ 1 h 162"/>
                <a:gd name="T42" fmla="*/ 1 w 703"/>
                <a:gd name="T43" fmla="*/ 1 h 162"/>
                <a:gd name="T44" fmla="*/ 1 w 703"/>
                <a:gd name="T45" fmla="*/ 1 h 162"/>
                <a:gd name="T46" fmla="*/ 2 w 703"/>
                <a:gd name="T47" fmla="*/ 1 h 162"/>
                <a:gd name="T48" fmla="*/ 2 w 703"/>
                <a:gd name="T49" fmla="*/ 1 h 162"/>
                <a:gd name="T50" fmla="*/ 2 w 703"/>
                <a:gd name="T51" fmla="*/ 1 h 162"/>
                <a:gd name="T52" fmla="*/ 3 w 703"/>
                <a:gd name="T53" fmla="*/ 1 h 162"/>
                <a:gd name="T54" fmla="*/ 3 w 703"/>
                <a:gd name="T55" fmla="*/ 1 h 162"/>
                <a:gd name="T56" fmla="*/ 3 w 703"/>
                <a:gd name="T57" fmla="*/ 1 h 162"/>
                <a:gd name="T58" fmla="*/ 4 w 703"/>
                <a:gd name="T59" fmla="*/ 1 h 162"/>
                <a:gd name="T60" fmla="*/ 4 w 703"/>
                <a:gd name="T61" fmla="*/ 1 h 162"/>
                <a:gd name="T62" fmla="*/ 5 w 703"/>
                <a:gd name="T63" fmla="*/ 1 h 162"/>
                <a:gd name="T64" fmla="*/ 5 w 703"/>
                <a:gd name="T65" fmla="*/ 1 h 162"/>
                <a:gd name="T66" fmla="*/ 5 w 703"/>
                <a:gd name="T67" fmla="*/ 1 h 162"/>
                <a:gd name="T68" fmla="*/ 5 w 703"/>
                <a:gd name="T69" fmla="*/ 1 h 162"/>
                <a:gd name="T70" fmla="*/ 5 w 703"/>
                <a:gd name="T71" fmla="*/ 1 h 162"/>
                <a:gd name="T72" fmla="*/ 5 w 703"/>
                <a:gd name="T73" fmla="*/ 1 h 162"/>
                <a:gd name="T74" fmla="*/ 5 w 703"/>
                <a:gd name="T75" fmla="*/ 1 h 162"/>
                <a:gd name="T76" fmla="*/ 6 w 703"/>
                <a:gd name="T77" fmla="*/ 0 h 162"/>
                <a:gd name="T78" fmla="*/ 6 w 703"/>
                <a:gd name="T79" fmla="*/ 0 h 162"/>
                <a:gd name="T80" fmla="*/ 6 w 703"/>
                <a:gd name="T81" fmla="*/ 0 h 162"/>
                <a:gd name="T82" fmla="*/ 5 w 703"/>
                <a:gd name="T83" fmla="*/ 0 h 162"/>
                <a:gd name="T84" fmla="*/ 5 w 703"/>
                <a:gd name="T85" fmla="*/ 0 h 162"/>
                <a:gd name="T86" fmla="*/ 5 w 703"/>
                <a:gd name="T87" fmla="*/ 0 h 162"/>
                <a:gd name="T88" fmla="*/ 5 w 703"/>
                <a:gd name="T89" fmla="*/ 0 h 162"/>
                <a:gd name="T90" fmla="*/ 5 w 703"/>
                <a:gd name="T91" fmla="*/ 0 h 162"/>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703"/>
                <a:gd name="T139" fmla="*/ 0 h 162"/>
                <a:gd name="T140" fmla="*/ 703 w 703"/>
                <a:gd name="T141" fmla="*/ 162 h 162"/>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703" h="162">
                  <a:moveTo>
                    <a:pt x="631" y="8"/>
                  </a:moveTo>
                  <a:lnTo>
                    <a:pt x="636" y="6"/>
                  </a:lnTo>
                  <a:lnTo>
                    <a:pt x="606" y="20"/>
                  </a:lnTo>
                  <a:lnTo>
                    <a:pt x="575" y="32"/>
                  </a:lnTo>
                  <a:lnTo>
                    <a:pt x="540" y="42"/>
                  </a:lnTo>
                  <a:lnTo>
                    <a:pt x="504" y="52"/>
                  </a:lnTo>
                  <a:lnTo>
                    <a:pt x="467" y="59"/>
                  </a:lnTo>
                  <a:lnTo>
                    <a:pt x="428" y="64"/>
                  </a:lnTo>
                  <a:lnTo>
                    <a:pt x="389" y="67"/>
                  </a:lnTo>
                  <a:lnTo>
                    <a:pt x="348" y="68"/>
                  </a:lnTo>
                  <a:lnTo>
                    <a:pt x="308" y="68"/>
                  </a:lnTo>
                  <a:lnTo>
                    <a:pt x="267" y="65"/>
                  </a:lnTo>
                  <a:lnTo>
                    <a:pt x="226" y="61"/>
                  </a:lnTo>
                  <a:lnTo>
                    <a:pt x="187" y="54"/>
                  </a:lnTo>
                  <a:lnTo>
                    <a:pt x="148" y="44"/>
                  </a:lnTo>
                  <a:lnTo>
                    <a:pt x="110" y="33"/>
                  </a:lnTo>
                  <a:lnTo>
                    <a:pt x="75" y="20"/>
                  </a:lnTo>
                  <a:lnTo>
                    <a:pt x="42" y="5"/>
                  </a:lnTo>
                  <a:lnTo>
                    <a:pt x="0" y="89"/>
                  </a:lnTo>
                  <a:lnTo>
                    <a:pt x="40" y="107"/>
                  </a:lnTo>
                  <a:lnTo>
                    <a:pt x="82" y="122"/>
                  </a:lnTo>
                  <a:lnTo>
                    <a:pt x="124" y="135"/>
                  </a:lnTo>
                  <a:lnTo>
                    <a:pt x="169" y="146"/>
                  </a:lnTo>
                  <a:lnTo>
                    <a:pt x="214" y="153"/>
                  </a:lnTo>
                  <a:lnTo>
                    <a:pt x="258" y="158"/>
                  </a:lnTo>
                  <a:lnTo>
                    <a:pt x="303" y="162"/>
                  </a:lnTo>
                  <a:lnTo>
                    <a:pt x="348" y="162"/>
                  </a:lnTo>
                  <a:lnTo>
                    <a:pt x="394" y="161"/>
                  </a:lnTo>
                  <a:lnTo>
                    <a:pt x="439" y="157"/>
                  </a:lnTo>
                  <a:lnTo>
                    <a:pt x="481" y="150"/>
                  </a:lnTo>
                  <a:lnTo>
                    <a:pt x="525" y="143"/>
                  </a:lnTo>
                  <a:lnTo>
                    <a:pt x="566" y="132"/>
                  </a:lnTo>
                  <a:lnTo>
                    <a:pt x="606" y="121"/>
                  </a:lnTo>
                  <a:lnTo>
                    <a:pt x="643" y="105"/>
                  </a:lnTo>
                  <a:lnTo>
                    <a:pt x="678" y="88"/>
                  </a:lnTo>
                  <a:lnTo>
                    <a:pt x="683" y="86"/>
                  </a:lnTo>
                  <a:lnTo>
                    <a:pt x="678" y="88"/>
                  </a:lnTo>
                  <a:lnTo>
                    <a:pt x="695" y="75"/>
                  </a:lnTo>
                  <a:lnTo>
                    <a:pt x="702" y="60"/>
                  </a:lnTo>
                  <a:lnTo>
                    <a:pt x="703" y="42"/>
                  </a:lnTo>
                  <a:lnTo>
                    <a:pt x="698" y="26"/>
                  </a:lnTo>
                  <a:lnTo>
                    <a:pt x="688" y="12"/>
                  </a:lnTo>
                  <a:lnTo>
                    <a:pt x="674" y="3"/>
                  </a:lnTo>
                  <a:lnTo>
                    <a:pt x="656" y="0"/>
                  </a:lnTo>
                  <a:lnTo>
                    <a:pt x="636" y="6"/>
                  </a:lnTo>
                  <a:lnTo>
                    <a:pt x="631"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8869" name="Freeform 35"/>
            <p:cNvSpPr>
              <a:spLocks/>
            </p:cNvSpPr>
            <p:nvPr/>
          </p:nvSpPr>
          <p:spPr bwMode="auto">
            <a:xfrm>
              <a:off x="1332" y="2204"/>
              <a:ext cx="283" cy="192"/>
            </a:xfrm>
            <a:custGeom>
              <a:avLst/>
              <a:gdLst>
                <a:gd name="T0" fmla="*/ 11 w 1415"/>
                <a:gd name="T1" fmla="*/ 0 h 960"/>
                <a:gd name="T2" fmla="*/ 11 w 1415"/>
                <a:gd name="T3" fmla="*/ 0 h 960"/>
                <a:gd name="T4" fmla="*/ 0 w 1415"/>
                <a:gd name="T5" fmla="*/ 7 h 960"/>
                <a:gd name="T6" fmla="*/ 0 w 1415"/>
                <a:gd name="T7" fmla="*/ 8 h 960"/>
                <a:gd name="T8" fmla="*/ 11 w 1415"/>
                <a:gd name="T9" fmla="*/ 1 h 960"/>
                <a:gd name="T10" fmla="*/ 11 w 1415"/>
                <a:gd name="T11" fmla="*/ 1 h 960"/>
                <a:gd name="T12" fmla="*/ 11 w 1415"/>
                <a:gd name="T13" fmla="*/ 1 h 960"/>
                <a:gd name="T14" fmla="*/ 11 w 1415"/>
                <a:gd name="T15" fmla="*/ 1 h 960"/>
                <a:gd name="T16" fmla="*/ 11 w 1415"/>
                <a:gd name="T17" fmla="*/ 0 h 960"/>
                <a:gd name="T18" fmla="*/ 11 w 1415"/>
                <a:gd name="T19" fmla="*/ 0 h 960"/>
                <a:gd name="T20" fmla="*/ 11 w 1415"/>
                <a:gd name="T21" fmla="*/ 0 h 960"/>
                <a:gd name="T22" fmla="*/ 11 w 1415"/>
                <a:gd name="T23" fmla="*/ 0 h 960"/>
                <a:gd name="T24" fmla="*/ 11 w 1415"/>
                <a:gd name="T25" fmla="*/ 0 h 960"/>
                <a:gd name="T26" fmla="*/ 11 w 1415"/>
                <a:gd name="T27" fmla="*/ 0 h 960"/>
                <a:gd name="T28" fmla="*/ 11 w 1415"/>
                <a:gd name="T29" fmla="*/ 0 h 960"/>
                <a:gd name="T30" fmla="*/ 11 w 1415"/>
                <a:gd name="T31" fmla="*/ 0 h 96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15"/>
                <a:gd name="T49" fmla="*/ 0 h 960"/>
                <a:gd name="T50" fmla="*/ 1415 w 1415"/>
                <a:gd name="T51" fmla="*/ 960 h 96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15" h="960">
                  <a:moveTo>
                    <a:pt x="1338" y="10"/>
                  </a:moveTo>
                  <a:lnTo>
                    <a:pt x="1342" y="8"/>
                  </a:lnTo>
                  <a:lnTo>
                    <a:pt x="0" y="882"/>
                  </a:lnTo>
                  <a:lnTo>
                    <a:pt x="52" y="960"/>
                  </a:lnTo>
                  <a:lnTo>
                    <a:pt x="1393" y="85"/>
                  </a:lnTo>
                  <a:lnTo>
                    <a:pt x="1397" y="83"/>
                  </a:lnTo>
                  <a:lnTo>
                    <a:pt x="1393" y="85"/>
                  </a:lnTo>
                  <a:lnTo>
                    <a:pt x="1409" y="71"/>
                  </a:lnTo>
                  <a:lnTo>
                    <a:pt x="1415" y="53"/>
                  </a:lnTo>
                  <a:lnTo>
                    <a:pt x="1413" y="37"/>
                  </a:lnTo>
                  <a:lnTo>
                    <a:pt x="1406" y="21"/>
                  </a:lnTo>
                  <a:lnTo>
                    <a:pt x="1395" y="8"/>
                  </a:lnTo>
                  <a:lnTo>
                    <a:pt x="1379" y="1"/>
                  </a:lnTo>
                  <a:lnTo>
                    <a:pt x="1361" y="0"/>
                  </a:lnTo>
                  <a:lnTo>
                    <a:pt x="1342" y="8"/>
                  </a:lnTo>
                  <a:lnTo>
                    <a:pt x="1338" y="1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8870" name="Freeform 36"/>
            <p:cNvSpPr>
              <a:spLocks/>
            </p:cNvSpPr>
            <p:nvPr/>
          </p:nvSpPr>
          <p:spPr bwMode="auto">
            <a:xfrm>
              <a:off x="1599" y="2057"/>
              <a:ext cx="80" cy="163"/>
            </a:xfrm>
            <a:custGeom>
              <a:avLst/>
              <a:gdLst>
                <a:gd name="T0" fmla="*/ 2 w 398"/>
                <a:gd name="T1" fmla="*/ 0 h 817"/>
                <a:gd name="T2" fmla="*/ 2 w 398"/>
                <a:gd name="T3" fmla="*/ 0 h 817"/>
                <a:gd name="T4" fmla="*/ 2 w 398"/>
                <a:gd name="T5" fmla="*/ 1 h 817"/>
                <a:gd name="T6" fmla="*/ 2 w 398"/>
                <a:gd name="T7" fmla="*/ 1 h 817"/>
                <a:gd name="T8" fmla="*/ 2 w 398"/>
                <a:gd name="T9" fmla="*/ 2 h 817"/>
                <a:gd name="T10" fmla="*/ 2 w 398"/>
                <a:gd name="T11" fmla="*/ 2 h 817"/>
                <a:gd name="T12" fmla="*/ 2 w 398"/>
                <a:gd name="T13" fmla="*/ 2 h 817"/>
                <a:gd name="T14" fmla="*/ 2 w 398"/>
                <a:gd name="T15" fmla="*/ 3 h 817"/>
                <a:gd name="T16" fmla="*/ 2 w 398"/>
                <a:gd name="T17" fmla="*/ 3 h 817"/>
                <a:gd name="T18" fmla="*/ 2 w 398"/>
                <a:gd name="T19" fmla="*/ 4 h 817"/>
                <a:gd name="T20" fmla="*/ 2 w 398"/>
                <a:gd name="T21" fmla="*/ 4 h 817"/>
                <a:gd name="T22" fmla="*/ 1 w 398"/>
                <a:gd name="T23" fmla="*/ 4 h 817"/>
                <a:gd name="T24" fmla="*/ 1 w 398"/>
                <a:gd name="T25" fmla="*/ 5 h 817"/>
                <a:gd name="T26" fmla="*/ 1 w 398"/>
                <a:gd name="T27" fmla="*/ 5 h 817"/>
                <a:gd name="T28" fmla="*/ 1 w 398"/>
                <a:gd name="T29" fmla="*/ 5 h 817"/>
                <a:gd name="T30" fmla="*/ 1 w 398"/>
                <a:gd name="T31" fmla="*/ 5 h 817"/>
                <a:gd name="T32" fmla="*/ 0 w 398"/>
                <a:gd name="T33" fmla="*/ 6 h 817"/>
                <a:gd name="T34" fmla="*/ 0 w 398"/>
                <a:gd name="T35" fmla="*/ 6 h 817"/>
                <a:gd name="T36" fmla="*/ 0 w 398"/>
                <a:gd name="T37" fmla="*/ 7 h 817"/>
                <a:gd name="T38" fmla="*/ 1 w 398"/>
                <a:gd name="T39" fmla="*/ 6 h 817"/>
                <a:gd name="T40" fmla="*/ 1 w 398"/>
                <a:gd name="T41" fmla="*/ 6 h 817"/>
                <a:gd name="T42" fmla="*/ 1 w 398"/>
                <a:gd name="T43" fmla="*/ 6 h 817"/>
                <a:gd name="T44" fmla="*/ 2 w 398"/>
                <a:gd name="T45" fmla="*/ 5 h 817"/>
                <a:gd name="T46" fmla="*/ 2 w 398"/>
                <a:gd name="T47" fmla="*/ 5 h 817"/>
                <a:gd name="T48" fmla="*/ 2 w 398"/>
                <a:gd name="T49" fmla="*/ 5 h 817"/>
                <a:gd name="T50" fmla="*/ 2 w 398"/>
                <a:gd name="T51" fmla="*/ 4 h 817"/>
                <a:gd name="T52" fmla="*/ 2 w 398"/>
                <a:gd name="T53" fmla="*/ 4 h 817"/>
                <a:gd name="T54" fmla="*/ 3 w 398"/>
                <a:gd name="T55" fmla="*/ 3 h 817"/>
                <a:gd name="T56" fmla="*/ 3 w 398"/>
                <a:gd name="T57" fmla="*/ 3 h 817"/>
                <a:gd name="T58" fmla="*/ 3 w 398"/>
                <a:gd name="T59" fmla="*/ 3 h 817"/>
                <a:gd name="T60" fmla="*/ 3 w 398"/>
                <a:gd name="T61" fmla="*/ 2 h 817"/>
                <a:gd name="T62" fmla="*/ 3 w 398"/>
                <a:gd name="T63" fmla="*/ 2 h 817"/>
                <a:gd name="T64" fmla="*/ 3 w 398"/>
                <a:gd name="T65" fmla="*/ 1 h 817"/>
                <a:gd name="T66" fmla="*/ 3 w 398"/>
                <a:gd name="T67" fmla="*/ 1 h 817"/>
                <a:gd name="T68" fmla="*/ 3 w 398"/>
                <a:gd name="T69" fmla="*/ 0 h 817"/>
                <a:gd name="T70" fmla="*/ 3 w 398"/>
                <a:gd name="T71" fmla="*/ 0 h 817"/>
                <a:gd name="T72" fmla="*/ 3 w 398"/>
                <a:gd name="T73" fmla="*/ 0 h 817"/>
                <a:gd name="T74" fmla="*/ 3 w 398"/>
                <a:gd name="T75" fmla="*/ 0 h 817"/>
                <a:gd name="T76" fmla="*/ 3 w 398"/>
                <a:gd name="T77" fmla="*/ 0 h 817"/>
                <a:gd name="T78" fmla="*/ 3 w 398"/>
                <a:gd name="T79" fmla="*/ 0 h 817"/>
                <a:gd name="T80" fmla="*/ 3 w 398"/>
                <a:gd name="T81" fmla="*/ 0 h 817"/>
                <a:gd name="T82" fmla="*/ 3 w 398"/>
                <a:gd name="T83" fmla="*/ 0 h 817"/>
                <a:gd name="T84" fmla="*/ 3 w 398"/>
                <a:gd name="T85" fmla="*/ 0 h 817"/>
                <a:gd name="T86" fmla="*/ 2 w 398"/>
                <a:gd name="T87" fmla="*/ 0 h 817"/>
                <a:gd name="T88" fmla="*/ 2 w 398"/>
                <a:gd name="T89" fmla="*/ 0 h 817"/>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398"/>
                <a:gd name="T136" fmla="*/ 0 h 817"/>
                <a:gd name="T137" fmla="*/ 398 w 398"/>
                <a:gd name="T138" fmla="*/ 817 h 817"/>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398" h="817">
                  <a:moveTo>
                    <a:pt x="304" y="47"/>
                  </a:moveTo>
                  <a:lnTo>
                    <a:pt x="304" y="47"/>
                  </a:lnTo>
                  <a:lnTo>
                    <a:pt x="301" y="97"/>
                  </a:lnTo>
                  <a:lnTo>
                    <a:pt x="297" y="147"/>
                  </a:lnTo>
                  <a:lnTo>
                    <a:pt x="291" y="198"/>
                  </a:lnTo>
                  <a:lnTo>
                    <a:pt x="280" y="247"/>
                  </a:lnTo>
                  <a:lnTo>
                    <a:pt x="268" y="297"/>
                  </a:lnTo>
                  <a:lnTo>
                    <a:pt x="253" y="347"/>
                  </a:lnTo>
                  <a:lnTo>
                    <a:pt x="236" y="395"/>
                  </a:lnTo>
                  <a:lnTo>
                    <a:pt x="217" y="442"/>
                  </a:lnTo>
                  <a:lnTo>
                    <a:pt x="195" y="487"/>
                  </a:lnTo>
                  <a:lnTo>
                    <a:pt x="171" y="532"/>
                  </a:lnTo>
                  <a:lnTo>
                    <a:pt x="147" y="574"/>
                  </a:lnTo>
                  <a:lnTo>
                    <a:pt x="121" y="613"/>
                  </a:lnTo>
                  <a:lnTo>
                    <a:pt x="93" y="650"/>
                  </a:lnTo>
                  <a:lnTo>
                    <a:pt x="64" y="684"/>
                  </a:lnTo>
                  <a:lnTo>
                    <a:pt x="32" y="716"/>
                  </a:lnTo>
                  <a:lnTo>
                    <a:pt x="0" y="744"/>
                  </a:lnTo>
                  <a:lnTo>
                    <a:pt x="59" y="817"/>
                  </a:lnTo>
                  <a:lnTo>
                    <a:pt x="95" y="784"/>
                  </a:lnTo>
                  <a:lnTo>
                    <a:pt x="132" y="748"/>
                  </a:lnTo>
                  <a:lnTo>
                    <a:pt x="166" y="709"/>
                  </a:lnTo>
                  <a:lnTo>
                    <a:pt x="196" y="667"/>
                  </a:lnTo>
                  <a:lnTo>
                    <a:pt x="227" y="623"/>
                  </a:lnTo>
                  <a:lnTo>
                    <a:pt x="253" y="576"/>
                  </a:lnTo>
                  <a:lnTo>
                    <a:pt x="279" y="530"/>
                  </a:lnTo>
                  <a:lnTo>
                    <a:pt x="301" y="479"/>
                  </a:lnTo>
                  <a:lnTo>
                    <a:pt x="323" y="428"/>
                  </a:lnTo>
                  <a:lnTo>
                    <a:pt x="342" y="375"/>
                  </a:lnTo>
                  <a:lnTo>
                    <a:pt x="359" y="321"/>
                  </a:lnTo>
                  <a:lnTo>
                    <a:pt x="372" y="268"/>
                  </a:lnTo>
                  <a:lnTo>
                    <a:pt x="382" y="212"/>
                  </a:lnTo>
                  <a:lnTo>
                    <a:pt x="391" y="157"/>
                  </a:lnTo>
                  <a:lnTo>
                    <a:pt x="395" y="102"/>
                  </a:lnTo>
                  <a:lnTo>
                    <a:pt x="398" y="47"/>
                  </a:lnTo>
                  <a:lnTo>
                    <a:pt x="394" y="27"/>
                  </a:lnTo>
                  <a:lnTo>
                    <a:pt x="383" y="11"/>
                  </a:lnTo>
                  <a:lnTo>
                    <a:pt x="368" y="3"/>
                  </a:lnTo>
                  <a:lnTo>
                    <a:pt x="351" y="0"/>
                  </a:lnTo>
                  <a:lnTo>
                    <a:pt x="333" y="3"/>
                  </a:lnTo>
                  <a:lnTo>
                    <a:pt x="319" y="11"/>
                  </a:lnTo>
                  <a:lnTo>
                    <a:pt x="307" y="27"/>
                  </a:lnTo>
                  <a:lnTo>
                    <a:pt x="304" y="4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8871" name="Freeform 37"/>
            <p:cNvSpPr>
              <a:spLocks/>
            </p:cNvSpPr>
            <p:nvPr/>
          </p:nvSpPr>
          <p:spPr bwMode="auto">
            <a:xfrm>
              <a:off x="1660" y="1701"/>
              <a:ext cx="19" cy="365"/>
            </a:xfrm>
            <a:custGeom>
              <a:avLst/>
              <a:gdLst>
                <a:gd name="T0" fmla="*/ 0 w 95"/>
                <a:gd name="T1" fmla="*/ 0 h 1826"/>
                <a:gd name="T2" fmla="*/ 0 w 95"/>
                <a:gd name="T3" fmla="*/ 0 h 1826"/>
                <a:gd name="T4" fmla="*/ 0 w 95"/>
                <a:gd name="T5" fmla="*/ 15 h 1826"/>
                <a:gd name="T6" fmla="*/ 1 w 95"/>
                <a:gd name="T7" fmla="*/ 15 h 1826"/>
                <a:gd name="T8" fmla="*/ 1 w 95"/>
                <a:gd name="T9" fmla="*/ 0 h 1826"/>
                <a:gd name="T10" fmla="*/ 1 w 95"/>
                <a:gd name="T11" fmla="*/ 0 h 1826"/>
                <a:gd name="T12" fmla="*/ 1 w 95"/>
                <a:gd name="T13" fmla="*/ 0 h 1826"/>
                <a:gd name="T14" fmla="*/ 1 w 95"/>
                <a:gd name="T15" fmla="*/ 0 h 1826"/>
                <a:gd name="T16" fmla="*/ 1 w 95"/>
                <a:gd name="T17" fmla="*/ 0 h 1826"/>
                <a:gd name="T18" fmla="*/ 1 w 95"/>
                <a:gd name="T19" fmla="*/ 0 h 1826"/>
                <a:gd name="T20" fmla="*/ 0 w 95"/>
                <a:gd name="T21" fmla="*/ 0 h 1826"/>
                <a:gd name="T22" fmla="*/ 0 w 95"/>
                <a:gd name="T23" fmla="*/ 0 h 1826"/>
                <a:gd name="T24" fmla="*/ 0 w 95"/>
                <a:gd name="T25" fmla="*/ 0 h 1826"/>
                <a:gd name="T26" fmla="*/ 0 w 95"/>
                <a:gd name="T27" fmla="*/ 0 h 1826"/>
                <a:gd name="T28" fmla="*/ 0 w 95"/>
                <a:gd name="T29" fmla="*/ 0 h 1826"/>
                <a:gd name="T30" fmla="*/ 0 w 95"/>
                <a:gd name="T31" fmla="*/ 0 h 182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95"/>
                <a:gd name="T49" fmla="*/ 0 h 1826"/>
                <a:gd name="T50" fmla="*/ 95 w 95"/>
                <a:gd name="T51" fmla="*/ 1826 h 182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95" h="1826">
                  <a:moveTo>
                    <a:pt x="0" y="49"/>
                  </a:moveTo>
                  <a:lnTo>
                    <a:pt x="0" y="47"/>
                  </a:lnTo>
                  <a:lnTo>
                    <a:pt x="1" y="1826"/>
                  </a:lnTo>
                  <a:lnTo>
                    <a:pt x="95" y="1826"/>
                  </a:lnTo>
                  <a:lnTo>
                    <a:pt x="93" y="47"/>
                  </a:lnTo>
                  <a:lnTo>
                    <a:pt x="93" y="45"/>
                  </a:lnTo>
                  <a:lnTo>
                    <a:pt x="93" y="47"/>
                  </a:lnTo>
                  <a:lnTo>
                    <a:pt x="90" y="27"/>
                  </a:lnTo>
                  <a:lnTo>
                    <a:pt x="79" y="12"/>
                  </a:lnTo>
                  <a:lnTo>
                    <a:pt x="64" y="4"/>
                  </a:lnTo>
                  <a:lnTo>
                    <a:pt x="47" y="0"/>
                  </a:lnTo>
                  <a:lnTo>
                    <a:pt x="29" y="4"/>
                  </a:lnTo>
                  <a:lnTo>
                    <a:pt x="15" y="12"/>
                  </a:lnTo>
                  <a:lnTo>
                    <a:pt x="3" y="27"/>
                  </a:lnTo>
                  <a:lnTo>
                    <a:pt x="0" y="47"/>
                  </a:lnTo>
                  <a:lnTo>
                    <a:pt x="0" y="4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8872" name="Freeform 38"/>
            <p:cNvSpPr>
              <a:spLocks/>
            </p:cNvSpPr>
            <p:nvPr/>
          </p:nvSpPr>
          <p:spPr bwMode="auto">
            <a:xfrm>
              <a:off x="1598" y="1598"/>
              <a:ext cx="81" cy="113"/>
            </a:xfrm>
            <a:custGeom>
              <a:avLst/>
              <a:gdLst>
                <a:gd name="T0" fmla="*/ 0 w 401"/>
                <a:gd name="T1" fmla="*/ 1 h 566"/>
                <a:gd name="T2" fmla="*/ 0 w 401"/>
                <a:gd name="T3" fmla="*/ 1 h 566"/>
                <a:gd name="T4" fmla="*/ 0 w 401"/>
                <a:gd name="T5" fmla="*/ 1 h 566"/>
                <a:gd name="T6" fmla="*/ 1 w 401"/>
                <a:gd name="T7" fmla="*/ 1 h 566"/>
                <a:gd name="T8" fmla="*/ 1 w 401"/>
                <a:gd name="T9" fmla="*/ 1 h 566"/>
                <a:gd name="T10" fmla="*/ 1 w 401"/>
                <a:gd name="T11" fmla="*/ 1 h 566"/>
                <a:gd name="T12" fmla="*/ 1 w 401"/>
                <a:gd name="T13" fmla="*/ 2 h 566"/>
                <a:gd name="T14" fmla="*/ 1 w 401"/>
                <a:gd name="T15" fmla="*/ 2 h 566"/>
                <a:gd name="T16" fmla="*/ 2 w 401"/>
                <a:gd name="T17" fmla="*/ 2 h 566"/>
                <a:gd name="T18" fmla="*/ 2 w 401"/>
                <a:gd name="T19" fmla="*/ 2 h 566"/>
                <a:gd name="T20" fmla="*/ 2 w 401"/>
                <a:gd name="T21" fmla="*/ 2 h 566"/>
                <a:gd name="T22" fmla="*/ 2 w 401"/>
                <a:gd name="T23" fmla="*/ 3 h 566"/>
                <a:gd name="T24" fmla="*/ 2 w 401"/>
                <a:gd name="T25" fmla="*/ 3 h 566"/>
                <a:gd name="T26" fmla="*/ 2 w 401"/>
                <a:gd name="T27" fmla="*/ 3 h 566"/>
                <a:gd name="T28" fmla="*/ 2 w 401"/>
                <a:gd name="T29" fmla="*/ 4 h 566"/>
                <a:gd name="T30" fmla="*/ 2 w 401"/>
                <a:gd name="T31" fmla="*/ 4 h 566"/>
                <a:gd name="T32" fmla="*/ 2 w 401"/>
                <a:gd name="T33" fmla="*/ 4 h 566"/>
                <a:gd name="T34" fmla="*/ 3 w 401"/>
                <a:gd name="T35" fmla="*/ 5 h 566"/>
                <a:gd name="T36" fmla="*/ 3 w 401"/>
                <a:gd name="T37" fmla="*/ 4 h 566"/>
                <a:gd name="T38" fmla="*/ 3 w 401"/>
                <a:gd name="T39" fmla="*/ 4 h 566"/>
                <a:gd name="T40" fmla="*/ 3 w 401"/>
                <a:gd name="T41" fmla="*/ 4 h 566"/>
                <a:gd name="T42" fmla="*/ 3 w 401"/>
                <a:gd name="T43" fmla="*/ 3 h 566"/>
                <a:gd name="T44" fmla="*/ 3 w 401"/>
                <a:gd name="T45" fmla="*/ 3 h 566"/>
                <a:gd name="T46" fmla="*/ 3 w 401"/>
                <a:gd name="T47" fmla="*/ 3 h 566"/>
                <a:gd name="T48" fmla="*/ 3 w 401"/>
                <a:gd name="T49" fmla="*/ 2 h 566"/>
                <a:gd name="T50" fmla="*/ 3 w 401"/>
                <a:gd name="T51" fmla="*/ 2 h 566"/>
                <a:gd name="T52" fmla="*/ 2 w 401"/>
                <a:gd name="T53" fmla="*/ 2 h 566"/>
                <a:gd name="T54" fmla="*/ 2 w 401"/>
                <a:gd name="T55" fmla="*/ 2 h 566"/>
                <a:gd name="T56" fmla="*/ 2 w 401"/>
                <a:gd name="T57" fmla="*/ 1 h 566"/>
                <a:gd name="T58" fmla="*/ 2 w 401"/>
                <a:gd name="T59" fmla="*/ 1 h 566"/>
                <a:gd name="T60" fmla="*/ 2 w 401"/>
                <a:gd name="T61" fmla="*/ 1 h 566"/>
                <a:gd name="T62" fmla="*/ 1 w 401"/>
                <a:gd name="T63" fmla="*/ 1 h 566"/>
                <a:gd name="T64" fmla="*/ 1 w 401"/>
                <a:gd name="T65" fmla="*/ 0 h 566"/>
                <a:gd name="T66" fmla="*/ 1 w 401"/>
                <a:gd name="T67" fmla="*/ 0 h 566"/>
                <a:gd name="T68" fmla="*/ 1 w 401"/>
                <a:gd name="T69" fmla="*/ 0 h 566"/>
                <a:gd name="T70" fmla="*/ 1 w 401"/>
                <a:gd name="T71" fmla="*/ 0 h 566"/>
                <a:gd name="T72" fmla="*/ 1 w 401"/>
                <a:gd name="T73" fmla="*/ 0 h 566"/>
                <a:gd name="T74" fmla="*/ 0 w 401"/>
                <a:gd name="T75" fmla="*/ 0 h 566"/>
                <a:gd name="T76" fmla="*/ 0 w 401"/>
                <a:gd name="T77" fmla="*/ 0 h 566"/>
                <a:gd name="T78" fmla="*/ 0 w 401"/>
                <a:gd name="T79" fmla="*/ 0 h 566"/>
                <a:gd name="T80" fmla="*/ 0 w 401"/>
                <a:gd name="T81" fmla="*/ 0 h 566"/>
                <a:gd name="T82" fmla="*/ 0 w 401"/>
                <a:gd name="T83" fmla="*/ 0 h 566"/>
                <a:gd name="T84" fmla="*/ 0 w 401"/>
                <a:gd name="T85" fmla="*/ 0 h 566"/>
                <a:gd name="T86" fmla="*/ 0 w 401"/>
                <a:gd name="T87" fmla="*/ 1 h 566"/>
                <a:gd name="T88" fmla="*/ 0 w 401"/>
                <a:gd name="T89" fmla="*/ 1 h 56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401"/>
                <a:gd name="T136" fmla="*/ 0 h 566"/>
                <a:gd name="T137" fmla="*/ 401 w 401"/>
                <a:gd name="T138" fmla="*/ 566 h 566"/>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401" h="566">
                  <a:moveTo>
                    <a:pt x="23" y="88"/>
                  </a:moveTo>
                  <a:lnTo>
                    <a:pt x="23" y="88"/>
                  </a:lnTo>
                  <a:lnTo>
                    <a:pt x="53" y="107"/>
                  </a:lnTo>
                  <a:lnTo>
                    <a:pt x="83" y="125"/>
                  </a:lnTo>
                  <a:lnTo>
                    <a:pt x="108" y="147"/>
                  </a:lnTo>
                  <a:lnTo>
                    <a:pt x="135" y="171"/>
                  </a:lnTo>
                  <a:lnTo>
                    <a:pt x="160" y="196"/>
                  </a:lnTo>
                  <a:lnTo>
                    <a:pt x="182" y="223"/>
                  </a:lnTo>
                  <a:lnTo>
                    <a:pt x="205" y="251"/>
                  </a:lnTo>
                  <a:lnTo>
                    <a:pt x="223" y="281"/>
                  </a:lnTo>
                  <a:lnTo>
                    <a:pt x="240" y="312"/>
                  </a:lnTo>
                  <a:lnTo>
                    <a:pt x="256" y="345"/>
                  </a:lnTo>
                  <a:lnTo>
                    <a:pt x="270" y="379"/>
                  </a:lnTo>
                  <a:lnTo>
                    <a:pt x="282" y="414"/>
                  </a:lnTo>
                  <a:lnTo>
                    <a:pt x="291" y="450"/>
                  </a:lnTo>
                  <a:lnTo>
                    <a:pt x="299" y="488"/>
                  </a:lnTo>
                  <a:lnTo>
                    <a:pt x="304" y="526"/>
                  </a:lnTo>
                  <a:lnTo>
                    <a:pt x="308" y="566"/>
                  </a:lnTo>
                  <a:lnTo>
                    <a:pt x="401" y="562"/>
                  </a:lnTo>
                  <a:lnTo>
                    <a:pt x="398" y="517"/>
                  </a:lnTo>
                  <a:lnTo>
                    <a:pt x="391" y="471"/>
                  </a:lnTo>
                  <a:lnTo>
                    <a:pt x="383" y="429"/>
                  </a:lnTo>
                  <a:lnTo>
                    <a:pt x="371" y="386"/>
                  </a:lnTo>
                  <a:lnTo>
                    <a:pt x="357" y="346"/>
                  </a:lnTo>
                  <a:lnTo>
                    <a:pt x="340" y="307"/>
                  </a:lnTo>
                  <a:lnTo>
                    <a:pt x="324" y="270"/>
                  </a:lnTo>
                  <a:lnTo>
                    <a:pt x="303" y="232"/>
                  </a:lnTo>
                  <a:lnTo>
                    <a:pt x="280" y="197"/>
                  </a:lnTo>
                  <a:lnTo>
                    <a:pt x="255" y="164"/>
                  </a:lnTo>
                  <a:lnTo>
                    <a:pt x="228" y="132"/>
                  </a:lnTo>
                  <a:lnTo>
                    <a:pt x="199" y="103"/>
                  </a:lnTo>
                  <a:lnTo>
                    <a:pt x="169" y="76"/>
                  </a:lnTo>
                  <a:lnTo>
                    <a:pt x="137" y="50"/>
                  </a:lnTo>
                  <a:lnTo>
                    <a:pt x="103" y="27"/>
                  </a:lnTo>
                  <a:lnTo>
                    <a:pt x="67" y="6"/>
                  </a:lnTo>
                  <a:lnTo>
                    <a:pt x="48" y="0"/>
                  </a:lnTo>
                  <a:lnTo>
                    <a:pt x="30" y="2"/>
                  </a:lnTo>
                  <a:lnTo>
                    <a:pt x="16" y="12"/>
                  </a:lnTo>
                  <a:lnTo>
                    <a:pt x="5" y="25"/>
                  </a:lnTo>
                  <a:lnTo>
                    <a:pt x="0" y="41"/>
                  </a:lnTo>
                  <a:lnTo>
                    <a:pt x="0" y="59"/>
                  </a:lnTo>
                  <a:lnTo>
                    <a:pt x="8" y="75"/>
                  </a:lnTo>
                  <a:lnTo>
                    <a:pt x="23"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8873" name="Freeform 39"/>
            <p:cNvSpPr>
              <a:spLocks/>
            </p:cNvSpPr>
            <p:nvPr/>
          </p:nvSpPr>
          <p:spPr bwMode="auto">
            <a:xfrm>
              <a:off x="1346" y="1455"/>
              <a:ext cx="266" cy="160"/>
            </a:xfrm>
            <a:custGeom>
              <a:avLst/>
              <a:gdLst>
                <a:gd name="T0" fmla="*/ 0 w 1330"/>
                <a:gd name="T1" fmla="*/ 1 h 801"/>
                <a:gd name="T2" fmla="*/ 0 w 1330"/>
                <a:gd name="T3" fmla="*/ 1 h 801"/>
                <a:gd name="T4" fmla="*/ 10 w 1330"/>
                <a:gd name="T5" fmla="*/ 6 h 801"/>
                <a:gd name="T6" fmla="*/ 11 w 1330"/>
                <a:gd name="T7" fmla="*/ 6 h 801"/>
                <a:gd name="T8" fmla="*/ 1 w 1330"/>
                <a:gd name="T9" fmla="*/ 0 h 801"/>
                <a:gd name="T10" fmla="*/ 1 w 1330"/>
                <a:gd name="T11" fmla="*/ 0 h 801"/>
                <a:gd name="T12" fmla="*/ 1 w 1330"/>
                <a:gd name="T13" fmla="*/ 0 h 801"/>
                <a:gd name="T14" fmla="*/ 0 w 1330"/>
                <a:gd name="T15" fmla="*/ 0 h 801"/>
                <a:gd name="T16" fmla="*/ 0 w 1330"/>
                <a:gd name="T17" fmla="*/ 0 h 801"/>
                <a:gd name="T18" fmla="*/ 0 w 1330"/>
                <a:gd name="T19" fmla="*/ 0 h 801"/>
                <a:gd name="T20" fmla="*/ 0 w 1330"/>
                <a:gd name="T21" fmla="*/ 0 h 801"/>
                <a:gd name="T22" fmla="*/ 0 w 1330"/>
                <a:gd name="T23" fmla="*/ 0 h 801"/>
                <a:gd name="T24" fmla="*/ 0 w 1330"/>
                <a:gd name="T25" fmla="*/ 0 h 801"/>
                <a:gd name="T26" fmla="*/ 0 w 1330"/>
                <a:gd name="T27" fmla="*/ 1 h 801"/>
                <a:gd name="T28" fmla="*/ 0 w 1330"/>
                <a:gd name="T29" fmla="*/ 1 h 801"/>
                <a:gd name="T30" fmla="*/ 0 w 1330"/>
                <a:gd name="T31" fmla="*/ 1 h 801"/>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30"/>
                <a:gd name="T49" fmla="*/ 0 h 801"/>
                <a:gd name="T50" fmla="*/ 1330 w 1330"/>
                <a:gd name="T51" fmla="*/ 801 h 801"/>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30" h="801">
                  <a:moveTo>
                    <a:pt x="24" y="88"/>
                  </a:moveTo>
                  <a:lnTo>
                    <a:pt x="23" y="88"/>
                  </a:lnTo>
                  <a:lnTo>
                    <a:pt x="1286" y="801"/>
                  </a:lnTo>
                  <a:lnTo>
                    <a:pt x="1330" y="719"/>
                  </a:lnTo>
                  <a:lnTo>
                    <a:pt x="67" y="6"/>
                  </a:lnTo>
                  <a:lnTo>
                    <a:pt x="66" y="6"/>
                  </a:lnTo>
                  <a:lnTo>
                    <a:pt x="67" y="6"/>
                  </a:lnTo>
                  <a:lnTo>
                    <a:pt x="48" y="0"/>
                  </a:lnTo>
                  <a:lnTo>
                    <a:pt x="30" y="2"/>
                  </a:lnTo>
                  <a:lnTo>
                    <a:pt x="16" y="12"/>
                  </a:lnTo>
                  <a:lnTo>
                    <a:pt x="5" y="25"/>
                  </a:lnTo>
                  <a:lnTo>
                    <a:pt x="0" y="41"/>
                  </a:lnTo>
                  <a:lnTo>
                    <a:pt x="0" y="59"/>
                  </a:lnTo>
                  <a:lnTo>
                    <a:pt x="8" y="75"/>
                  </a:lnTo>
                  <a:lnTo>
                    <a:pt x="23" y="88"/>
                  </a:lnTo>
                  <a:lnTo>
                    <a:pt x="24"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8874" name="Freeform 40"/>
            <p:cNvSpPr>
              <a:spLocks/>
            </p:cNvSpPr>
            <p:nvPr/>
          </p:nvSpPr>
          <p:spPr bwMode="auto">
            <a:xfrm>
              <a:off x="1198" y="1439"/>
              <a:ext cx="161" cy="35"/>
            </a:xfrm>
            <a:custGeom>
              <a:avLst/>
              <a:gdLst>
                <a:gd name="T0" fmla="*/ 1 w 806"/>
                <a:gd name="T1" fmla="*/ 1 h 177"/>
                <a:gd name="T2" fmla="*/ 1 w 806"/>
                <a:gd name="T3" fmla="*/ 1 h 177"/>
                <a:gd name="T4" fmla="*/ 1 w 806"/>
                <a:gd name="T5" fmla="*/ 1 h 177"/>
                <a:gd name="T6" fmla="*/ 1 w 806"/>
                <a:gd name="T7" fmla="*/ 1 h 177"/>
                <a:gd name="T8" fmla="*/ 2 w 806"/>
                <a:gd name="T9" fmla="*/ 1 h 177"/>
                <a:gd name="T10" fmla="*/ 2 w 806"/>
                <a:gd name="T11" fmla="*/ 1 h 177"/>
                <a:gd name="T12" fmla="*/ 2 w 806"/>
                <a:gd name="T13" fmla="*/ 1 h 177"/>
                <a:gd name="T14" fmla="*/ 3 w 806"/>
                <a:gd name="T15" fmla="*/ 1 h 177"/>
                <a:gd name="T16" fmla="*/ 3 w 806"/>
                <a:gd name="T17" fmla="*/ 1 h 177"/>
                <a:gd name="T18" fmla="*/ 3 w 806"/>
                <a:gd name="T19" fmla="*/ 1 h 177"/>
                <a:gd name="T20" fmla="*/ 4 w 806"/>
                <a:gd name="T21" fmla="*/ 1 h 177"/>
                <a:gd name="T22" fmla="*/ 4 w 806"/>
                <a:gd name="T23" fmla="*/ 1 h 177"/>
                <a:gd name="T24" fmla="*/ 5 w 806"/>
                <a:gd name="T25" fmla="*/ 1 h 177"/>
                <a:gd name="T26" fmla="*/ 5 w 806"/>
                <a:gd name="T27" fmla="*/ 1 h 177"/>
                <a:gd name="T28" fmla="*/ 5 w 806"/>
                <a:gd name="T29" fmla="*/ 1 h 177"/>
                <a:gd name="T30" fmla="*/ 6 w 806"/>
                <a:gd name="T31" fmla="*/ 1 h 177"/>
                <a:gd name="T32" fmla="*/ 6 w 806"/>
                <a:gd name="T33" fmla="*/ 1 h 177"/>
                <a:gd name="T34" fmla="*/ 6 w 806"/>
                <a:gd name="T35" fmla="*/ 1 h 177"/>
                <a:gd name="T36" fmla="*/ 6 w 806"/>
                <a:gd name="T37" fmla="*/ 1 h 177"/>
                <a:gd name="T38" fmla="*/ 6 w 806"/>
                <a:gd name="T39" fmla="*/ 1 h 177"/>
                <a:gd name="T40" fmla="*/ 6 w 806"/>
                <a:gd name="T41" fmla="*/ 0 h 177"/>
                <a:gd name="T42" fmla="*/ 5 w 806"/>
                <a:gd name="T43" fmla="*/ 0 h 177"/>
                <a:gd name="T44" fmla="*/ 5 w 806"/>
                <a:gd name="T45" fmla="*/ 0 h 177"/>
                <a:gd name="T46" fmla="*/ 5 w 806"/>
                <a:gd name="T47" fmla="*/ 0 h 177"/>
                <a:gd name="T48" fmla="*/ 4 w 806"/>
                <a:gd name="T49" fmla="*/ 0 h 177"/>
                <a:gd name="T50" fmla="*/ 4 w 806"/>
                <a:gd name="T51" fmla="*/ 0 h 177"/>
                <a:gd name="T52" fmla="*/ 3 w 806"/>
                <a:gd name="T53" fmla="*/ 0 h 177"/>
                <a:gd name="T54" fmla="*/ 3 w 806"/>
                <a:gd name="T55" fmla="*/ 0 h 177"/>
                <a:gd name="T56" fmla="*/ 3 w 806"/>
                <a:gd name="T57" fmla="*/ 0 h 177"/>
                <a:gd name="T58" fmla="*/ 2 w 806"/>
                <a:gd name="T59" fmla="*/ 0 h 177"/>
                <a:gd name="T60" fmla="*/ 2 w 806"/>
                <a:gd name="T61" fmla="*/ 0 h 177"/>
                <a:gd name="T62" fmla="*/ 1 w 806"/>
                <a:gd name="T63" fmla="*/ 0 h 177"/>
                <a:gd name="T64" fmla="*/ 1 w 806"/>
                <a:gd name="T65" fmla="*/ 0 h 177"/>
                <a:gd name="T66" fmla="*/ 1 w 806"/>
                <a:gd name="T67" fmla="*/ 1 h 177"/>
                <a:gd name="T68" fmla="*/ 0 w 806"/>
                <a:gd name="T69" fmla="*/ 1 h 177"/>
                <a:gd name="T70" fmla="*/ 0 w 806"/>
                <a:gd name="T71" fmla="*/ 1 h 177"/>
                <a:gd name="T72" fmla="*/ 0 w 806"/>
                <a:gd name="T73" fmla="*/ 1 h 177"/>
                <a:gd name="T74" fmla="*/ 0 w 806"/>
                <a:gd name="T75" fmla="*/ 1 h 177"/>
                <a:gd name="T76" fmla="*/ 0 w 806"/>
                <a:gd name="T77" fmla="*/ 1 h 177"/>
                <a:gd name="T78" fmla="*/ 0 w 806"/>
                <a:gd name="T79" fmla="*/ 1 h 177"/>
                <a:gd name="T80" fmla="*/ 0 w 806"/>
                <a:gd name="T81" fmla="*/ 1 h 177"/>
                <a:gd name="T82" fmla="*/ 0 w 806"/>
                <a:gd name="T83" fmla="*/ 1 h 177"/>
                <a:gd name="T84" fmla="*/ 0 w 806"/>
                <a:gd name="T85" fmla="*/ 1 h 177"/>
                <a:gd name="T86" fmla="*/ 0 w 806"/>
                <a:gd name="T87" fmla="*/ 1 h 177"/>
                <a:gd name="T88" fmla="*/ 1 w 806"/>
                <a:gd name="T89" fmla="*/ 1 h 177"/>
                <a:gd name="T90" fmla="*/ 1 w 806"/>
                <a:gd name="T91" fmla="*/ 1 h 17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806"/>
                <a:gd name="T139" fmla="*/ 0 h 177"/>
                <a:gd name="T140" fmla="*/ 806 w 806"/>
                <a:gd name="T141" fmla="*/ 177 h 17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806" h="177">
                  <a:moveTo>
                    <a:pt x="67" y="171"/>
                  </a:moveTo>
                  <a:lnTo>
                    <a:pt x="68" y="171"/>
                  </a:lnTo>
                  <a:lnTo>
                    <a:pt x="109" y="151"/>
                  </a:lnTo>
                  <a:lnTo>
                    <a:pt x="151" y="135"/>
                  </a:lnTo>
                  <a:lnTo>
                    <a:pt x="196" y="122"/>
                  </a:lnTo>
                  <a:lnTo>
                    <a:pt x="242" y="110"/>
                  </a:lnTo>
                  <a:lnTo>
                    <a:pt x="287" y="102"/>
                  </a:lnTo>
                  <a:lnTo>
                    <a:pt x="335" y="97"/>
                  </a:lnTo>
                  <a:lnTo>
                    <a:pt x="382" y="95"/>
                  </a:lnTo>
                  <a:lnTo>
                    <a:pt x="430" y="94"/>
                  </a:lnTo>
                  <a:lnTo>
                    <a:pt x="477" y="97"/>
                  </a:lnTo>
                  <a:lnTo>
                    <a:pt x="524" y="102"/>
                  </a:lnTo>
                  <a:lnTo>
                    <a:pt x="568" y="108"/>
                  </a:lnTo>
                  <a:lnTo>
                    <a:pt x="612" y="117"/>
                  </a:lnTo>
                  <a:lnTo>
                    <a:pt x="654" y="128"/>
                  </a:lnTo>
                  <a:lnTo>
                    <a:pt x="693" y="141"/>
                  </a:lnTo>
                  <a:lnTo>
                    <a:pt x="730" y="155"/>
                  </a:lnTo>
                  <a:lnTo>
                    <a:pt x="764" y="171"/>
                  </a:lnTo>
                  <a:lnTo>
                    <a:pt x="806" y="89"/>
                  </a:lnTo>
                  <a:lnTo>
                    <a:pt x="768" y="70"/>
                  </a:lnTo>
                  <a:lnTo>
                    <a:pt x="725" y="54"/>
                  </a:lnTo>
                  <a:lnTo>
                    <a:pt x="680" y="39"/>
                  </a:lnTo>
                  <a:lnTo>
                    <a:pt x="633" y="26"/>
                  </a:lnTo>
                  <a:lnTo>
                    <a:pt x="585" y="16"/>
                  </a:lnTo>
                  <a:lnTo>
                    <a:pt x="536" y="8"/>
                  </a:lnTo>
                  <a:lnTo>
                    <a:pt x="484" y="3"/>
                  </a:lnTo>
                  <a:lnTo>
                    <a:pt x="433" y="0"/>
                  </a:lnTo>
                  <a:lnTo>
                    <a:pt x="380" y="1"/>
                  </a:lnTo>
                  <a:lnTo>
                    <a:pt x="328" y="3"/>
                  </a:lnTo>
                  <a:lnTo>
                    <a:pt x="276" y="10"/>
                  </a:lnTo>
                  <a:lnTo>
                    <a:pt x="223" y="19"/>
                  </a:lnTo>
                  <a:lnTo>
                    <a:pt x="172" y="30"/>
                  </a:lnTo>
                  <a:lnTo>
                    <a:pt x="121" y="46"/>
                  </a:lnTo>
                  <a:lnTo>
                    <a:pt x="72" y="67"/>
                  </a:lnTo>
                  <a:lnTo>
                    <a:pt x="24" y="89"/>
                  </a:lnTo>
                  <a:lnTo>
                    <a:pt x="25" y="89"/>
                  </a:lnTo>
                  <a:lnTo>
                    <a:pt x="24" y="89"/>
                  </a:lnTo>
                  <a:lnTo>
                    <a:pt x="8" y="102"/>
                  </a:lnTo>
                  <a:lnTo>
                    <a:pt x="0" y="118"/>
                  </a:lnTo>
                  <a:lnTo>
                    <a:pt x="0" y="136"/>
                  </a:lnTo>
                  <a:lnTo>
                    <a:pt x="6" y="152"/>
                  </a:lnTo>
                  <a:lnTo>
                    <a:pt x="17" y="165"/>
                  </a:lnTo>
                  <a:lnTo>
                    <a:pt x="31" y="175"/>
                  </a:lnTo>
                  <a:lnTo>
                    <a:pt x="48" y="177"/>
                  </a:lnTo>
                  <a:lnTo>
                    <a:pt x="68" y="171"/>
                  </a:lnTo>
                  <a:lnTo>
                    <a:pt x="67" y="1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8875" name="Freeform 41"/>
            <p:cNvSpPr>
              <a:spLocks/>
            </p:cNvSpPr>
            <p:nvPr/>
          </p:nvSpPr>
          <p:spPr bwMode="auto">
            <a:xfrm>
              <a:off x="931" y="1456"/>
              <a:ext cx="280" cy="158"/>
            </a:xfrm>
            <a:custGeom>
              <a:avLst/>
              <a:gdLst>
                <a:gd name="T0" fmla="*/ 1 w 1402"/>
                <a:gd name="T1" fmla="*/ 6 h 787"/>
                <a:gd name="T2" fmla="*/ 1 w 1402"/>
                <a:gd name="T3" fmla="*/ 6 h 787"/>
                <a:gd name="T4" fmla="*/ 11 w 1402"/>
                <a:gd name="T5" fmla="*/ 1 h 787"/>
                <a:gd name="T6" fmla="*/ 11 w 1402"/>
                <a:gd name="T7" fmla="*/ 0 h 787"/>
                <a:gd name="T8" fmla="*/ 0 w 1402"/>
                <a:gd name="T9" fmla="*/ 6 h 787"/>
                <a:gd name="T10" fmla="*/ 0 w 1402"/>
                <a:gd name="T11" fmla="*/ 6 h 787"/>
                <a:gd name="T12" fmla="*/ 0 w 1402"/>
                <a:gd name="T13" fmla="*/ 6 h 787"/>
                <a:gd name="T14" fmla="*/ 0 w 1402"/>
                <a:gd name="T15" fmla="*/ 6 h 787"/>
                <a:gd name="T16" fmla="*/ 0 w 1402"/>
                <a:gd name="T17" fmla="*/ 6 h 787"/>
                <a:gd name="T18" fmla="*/ 0 w 1402"/>
                <a:gd name="T19" fmla="*/ 6 h 787"/>
                <a:gd name="T20" fmla="*/ 0 w 1402"/>
                <a:gd name="T21" fmla="*/ 6 h 787"/>
                <a:gd name="T22" fmla="*/ 0 w 1402"/>
                <a:gd name="T23" fmla="*/ 6 h 787"/>
                <a:gd name="T24" fmla="*/ 0 w 1402"/>
                <a:gd name="T25" fmla="*/ 6 h 787"/>
                <a:gd name="T26" fmla="*/ 0 w 1402"/>
                <a:gd name="T27" fmla="*/ 6 h 787"/>
                <a:gd name="T28" fmla="*/ 1 w 1402"/>
                <a:gd name="T29" fmla="*/ 6 h 787"/>
                <a:gd name="T30" fmla="*/ 1 w 1402"/>
                <a:gd name="T31" fmla="*/ 6 h 78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02"/>
                <a:gd name="T49" fmla="*/ 0 h 787"/>
                <a:gd name="T50" fmla="*/ 1402 w 1402"/>
                <a:gd name="T51" fmla="*/ 787 h 78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02" h="787">
                  <a:moveTo>
                    <a:pt x="69" y="781"/>
                  </a:moveTo>
                  <a:lnTo>
                    <a:pt x="66" y="781"/>
                  </a:lnTo>
                  <a:lnTo>
                    <a:pt x="1402" y="82"/>
                  </a:lnTo>
                  <a:lnTo>
                    <a:pt x="1360" y="0"/>
                  </a:lnTo>
                  <a:lnTo>
                    <a:pt x="24" y="699"/>
                  </a:lnTo>
                  <a:lnTo>
                    <a:pt x="22" y="699"/>
                  </a:lnTo>
                  <a:lnTo>
                    <a:pt x="24" y="699"/>
                  </a:lnTo>
                  <a:lnTo>
                    <a:pt x="8" y="712"/>
                  </a:lnTo>
                  <a:lnTo>
                    <a:pt x="1" y="727"/>
                  </a:lnTo>
                  <a:lnTo>
                    <a:pt x="0" y="744"/>
                  </a:lnTo>
                  <a:lnTo>
                    <a:pt x="5" y="761"/>
                  </a:lnTo>
                  <a:lnTo>
                    <a:pt x="15" y="775"/>
                  </a:lnTo>
                  <a:lnTo>
                    <a:pt x="30" y="784"/>
                  </a:lnTo>
                  <a:lnTo>
                    <a:pt x="46" y="787"/>
                  </a:lnTo>
                  <a:lnTo>
                    <a:pt x="66" y="781"/>
                  </a:lnTo>
                  <a:lnTo>
                    <a:pt x="69" y="7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8876" name="Freeform 42"/>
            <p:cNvSpPr>
              <a:spLocks/>
            </p:cNvSpPr>
            <p:nvPr/>
          </p:nvSpPr>
          <p:spPr bwMode="auto">
            <a:xfrm>
              <a:off x="868" y="1596"/>
              <a:ext cx="77" cy="126"/>
            </a:xfrm>
            <a:custGeom>
              <a:avLst/>
              <a:gdLst>
                <a:gd name="T0" fmla="*/ 1 w 382"/>
                <a:gd name="T1" fmla="*/ 5 h 628"/>
                <a:gd name="T2" fmla="*/ 1 w 382"/>
                <a:gd name="T3" fmla="*/ 5 h 628"/>
                <a:gd name="T4" fmla="*/ 1 w 382"/>
                <a:gd name="T5" fmla="*/ 4 h 628"/>
                <a:gd name="T6" fmla="*/ 1 w 382"/>
                <a:gd name="T7" fmla="*/ 4 h 628"/>
                <a:gd name="T8" fmla="*/ 1 w 382"/>
                <a:gd name="T9" fmla="*/ 4 h 628"/>
                <a:gd name="T10" fmla="*/ 1 w 382"/>
                <a:gd name="T11" fmla="*/ 3 h 628"/>
                <a:gd name="T12" fmla="*/ 1 w 382"/>
                <a:gd name="T13" fmla="*/ 3 h 628"/>
                <a:gd name="T14" fmla="*/ 1 w 382"/>
                <a:gd name="T15" fmla="*/ 3 h 628"/>
                <a:gd name="T16" fmla="*/ 1 w 382"/>
                <a:gd name="T17" fmla="*/ 3 h 628"/>
                <a:gd name="T18" fmla="*/ 1 w 382"/>
                <a:gd name="T19" fmla="*/ 2 h 628"/>
                <a:gd name="T20" fmla="*/ 2 w 382"/>
                <a:gd name="T21" fmla="*/ 2 h 628"/>
                <a:gd name="T22" fmla="*/ 2 w 382"/>
                <a:gd name="T23" fmla="*/ 2 h 628"/>
                <a:gd name="T24" fmla="*/ 2 w 382"/>
                <a:gd name="T25" fmla="*/ 2 h 628"/>
                <a:gd name="T26" fmla="*/ 2 w 382"/>
                <a:gd name="T27" fmla="*/ 1 h 628"/>
                <a:gd name="T28" fmla="*/ 2 w 382"/>
                <a:gd name="T29" fmla="*/ 1 h 628"/>
                <a:gd name="T30" fmla="*/ 3 w 382"/>
                <a:gd name="T31" fmla="*/ 1 h 628"/>
                <a:gd name="T32" fmla="*/ 3 w 382"/>
                <a:gd name="T33" fmla="*/ 1 h 628"/>
                <a:gd name="T34" fmla="*/ 3 w 382"/>
                <a:gd name="T35" fmla="*/ 1 h 628"/>
                <a:gd name="T36" fmla="*/ 3 w 382"/>
                <a:gd name="T37" fmla="*/ 0 h 628"/>
                <a:gd name="T38" fmla="*/ 2 w 382"/>
                <a:gd name="T39" fmla="*/ 0 h 628"/>
                <a:gd name="T40" fmla="*/ 2 w 382"/>
                <a:gd name="T41" fmla="*/ 0 h 628"/>
                <a:gd name="T42" fmla="*/ 2 w 382"/>
                <a:gd name="T43" fmla="*/ 1 h 628"/>
                <a:gd name="T44" fmla="*/ 2 w 382"/>
                <a:gd name="T45" fmla="*/ 1 h 628"/>
                <a:gd name="T46" fmla="*/ 1 w 382"/>
                <a:gd name="T47" fmla="*/ 1 h 628"/>
                <a:gd name="T48" fmla="*/ 1 w 382"/>
                <a:gd name="T49" fmla="*/ 1 h 628"/>
                <a:gd name="T50" fmla="*/ 1 w 382"/>
                <a:gd name="T51" fmla="*/ 2 h 628"/>
                <a:gd name="T52" fmla="*/ 1 w 382"/>
                <a:gd name="T53" fmla="*/ 2 h 628"/>
                <a:gd name="T54" fmla="*/ 1 w 382"/>
                <a:gd name="T55" fmla="*/ 2 h 628"/>
                <a:gd name="T56" fmla="*/ 0 w 382"/>
                <a:gd name="T57" fmla="*/ 3 h 628"/>
                <a:gd name="T58" fmla="*/ 0 w 382"/>
                <a:gd name="T59" fmla="*/ 3 h 628"/>
                <a:gd name="T60" fmla="*/ 0 w 382"/>
                <a:gd name="T61" fmla="*/ 3 h 628"/>
                <a:gd name="T62" fmla="*/ 0 w 382"/>
                <a:gd name="T63" fmla="*/ 4 h 628"/>
                <a:gd name="T64" fmla="*/ 0 w 382"/>
                <a:gd name="T65" fmla="*/ 4 h 628"/>
                <a:gd name="T66" fmla="*/ 0 w 382"/>
                <a:gd name="T67" fmla="*/ 4 h 628"/>
                <a:gd name="T68" fmla="*/ 0 w 382"/>
                <a:gd name="T69" fmla="*/ 5 h 628"/>
                <a:gd name="T70" fmla="*/ 0 w 382"/>
                <a:gd name="T71" fmla="*/ 5 h 628"/>
                <a:gd name="T72" fmla="*/ 0 w 382"/>
                <a:gd name="T73" fmla="*/ 5 h 628"/>
                <a:gd name="T74" fmla="*/ 0 w 382"/>
                <a:gd name="T75" fmla="*/ 5 h 628"/>
                <a:gd name="T76" fmla="*/ 0 w 382"/>
                <a:gd name="T77" fmla="*/ 5 h 628"/>
                <a:gd name="T78" fmla="*/ 0 w 382"/>
                <a:gd name="T79" fmla="*/ 5 h 628"/>
                <a:gd name="T80" fmla="*/ 0 w 382"/>
                <a:gd name="T81" fmla="*/ 5 h 628"/>
                <a:gd name="T82" fmla="*/ 1 w 382"/>
                <a:gd name="T83" fmla="*/ 5 h 628"/>
                <a:gd name="T84" fmla="*/ 1 w 382"/>
                <a:gd name="T85" fmla="*/ 5 h 628"/>
                <a:gd name="T86" fmla="*/ 1 w 382"/>
                <a:gd name="T87" fmla="*/ 5 h 628"/>
                <a:gd name="T88" fmla="*/ 1 w 382"/>
                <a:gd name="T89" fmla="*/ 5 h 628"/>
                <a:gd name="T90" fmla="*/ 1 w 382"/>
                <a:gd name="T91" fmla="*/ 5 h 628"/>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382"/>
                <a:gd name="T139" fmla="*/ 0 h 628"/>
                <a:gd name="T140" fmla="*/ 382 w 382"/>
                <a:gd name="T141" fmla="*/ 628 h 628"/>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382" h="628">
                  <a:moveTo>
                    <a:pt x="94" y="581"/>
                  </a:moveTo>
                  <a:lnTo>
                    <a:pt x="94" y="582"/>
                  </a:lnTo>
                  <a:lnTo>
                    <a:pt x="96" y="541"/>
                  </a:lnTo>
                  <a:lnTo>
                    <a:pt x="99" y="500"/>
                  </a:lnTo>
                  <a:lnTo>
                    <a:pt x="106" y="463"/>
                  </a:lnTo>
                  <a:lnTo>
                    <a:pt x="115" y="424"/>
                  </a:lnTo>
                  <a:lnTo>
                    <a:pt x="127" y="389"/>
                  </a:lnTo>
                  <a:lnTo>
                    <a:pt x="140" y="353"/>
                  </a:lnTo>
                  <a:lnTo>
                    <a:pt x="156" y="320"/>
                  </a:lnTo>
                  <a:lnTo>
                    <a:pt x="173" y="287"/>
                  </a:lnTo>
                  <a:lnTo>
                    <a:pt x="193" y="255"/>
                  </a:lnTo>
                  <a:lnTo>
                    <a:pt x="214" y="226"/>
                  </a:lnTo>
                  <a:lnTo>
                    <a:pt x="238" y="198"/>
                  </a:lnTo>
                  <a:lnTo>
                    <a:pt x="263" y="172"/>
                  </a:lnTo>
                  <a:lnTo>
                    <a:pt x="290" y="146"/>
                  </a:lnTo>
                  <a:lnTo>
                    <a:pt x="318" y="122"/>
                  </a:lnTo>
                  <a:lnTo>
                    <a:pt x="349" y="101"/>
                  </a:lnTo>
                  <a:lnTo>
                    <a:pt x="382" y="82"/>
                  </a:lnTo>
                  <a:lnTo>
                    <a:pt x="335" y="0"/>
                  </a:lnTo>
                  <a:lnTo>
                    <a:pt x="297" y="23"/>
                  </a:lnTo>
                  <a:lnTo>
                    <a:pt x="262" y="49"/>
                  </a:lnTo>
                  <a:lnTo>
                    <a:pt x="229" y="76"/>
                  </a:lnTo>
                  <a:lnTo>
                    <a:pt x="198" y="104"/>
                  </a:lnTo>
                  <a:lnTo>
                    <a:pt x="167" y="137"/>
                  </a:lnTo>
                  <a:lnTo>
                    <a:pt x="142" y="170"/>
                  </a:lnTo>
                  <a:lnTo>
                    <a:pt x="116" y="204"/>
                  </a:lnTo>
                  <a:lnTo>
                    <a:pt x="94" y="240"/>
                  </a:lnTo>
                  <a:lnTo>
                    <a:pt x="74" y="278"/>
                  </a:lnTo>
                  <a:lnTo>
                    <a:pt x="54" y="317"/>
                  </a:lnTo>
                  <a:lnTo>
                    <a:pt x="38" y="359"/>
                  </a:lnTo>
                  <a:lnTo>
                    <a:pt x="26" y="401"/>
                  </a:lnTo>
                  <a:lnTo>
                    <a:pt x="15" y="444"/>
                  </a:lnTo>
                  <a:lnTo>
                    <a:pt x="8" y="489"/>
                  </a:lnTo>
                  <a:lnTo>
                    <a:pt x="2" y="534"/>
                  </a:lnTo>
                  <a:lnTo>
                    <a:pt x="0" y="580"/>
                  </a:lnTo>
                  <a:lnTo>
                    <a:pt x="0" y="581"/>
                  </a:lnTo>
                  <a:lnTo>
                    <a:pt x="0" y="580"/>
                  </a:lnTo>
                  <a:lnTo>
                    <a:pt x="3" y="600"/>
                  </a:lnTo>
                  <a:lnTo>
                    <a:pt x="14" y="615"/>
                  </a:lnTo>
                  <a:lnTo>
                    <a:pt x="29" y="625"/>
                  </a:lnTo>
                  <a:lnTo>
                    <a:pt x="45" y="628"/>
                  </a:lnTo>
                  <a:lnTo>
                    <a:pt x="63" y="626"/>
                  </a:lnTo>
                  <a:lnTo>
                    <a:pt x="78" y="616"/>
                  </a:lnTo>
                  <a:lnTo>
                    <a:pt x="89" y="602"/>
                  </a:lnTo>
                  <a:lnTo>
                    <a:pt x="94" y="582"/>
                  </a:lnTo>
                  <a:lnTo>
                    <a:pt x="94" y="5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8877" name="Freeform 43"/>
            <p:cNvSpPr>
              <a:spLocks/>
            </p:cNvSpPr>
            <p:nvPr/>
          </p:nvSpPr>
          <p:spPr bwMode="auto">
            <a:xfrm>
              <a:off x="868" y="1712"/>
              <a:ext cx="19" cy="364"/>
            </a:xfrm>
            <a:custGeom>
              <a:avLst/>
              <a:gdLst>
                <a:gd name="T0" fmla="*/ 1 w 94"/>
                <a:gd name="T1" fmla="*/ 14 h 1818"/>
                <a:gd name="T2" fmla="*/ 1 w 94"/>
                <a:gd name="T3" fmla="*/ 14 h 1818"/>
                <a:gd name="T4" fmla="*/ 1 w 94"/>
                <a:gd name="T5" fmla="*/ 0 h 1818"/>
                <a:gd name="T6" fmla="*/ 0 w 94"/>
                <a:gd name="T7" fmla="*/ 0 h 1818"/>
                <a:gd name="T8" fmla="*/ 0 w 94"/>
                <a:gd name="T9" fmla="*/ 14 h 1818"/>
                <a:gd name="T10" fmla="*/ 0 w 94"/>
                <a:gd name="T11" fmla="*/ 14 h 1818"/>
                <a:gd name="T12" fmla="*/ 0 w 94"/>
                <a:gd name="T13" fmla="*/ 14 h 1818"/>
                <a:gd name="T14" fmla="*/ 0 w 94"/>
                <a:gd name="T15" fmla="*/ 14 h 1818"/>
                <a:gd name="T16" fmla="*/ 0 w 94"/>
                <a:gd name="T17" fmla="*/ 14 h 1818"/>
                <a:gd name="T18" fmla="*/ 0 w 94"/>
                <a:gd name="T19" fmla="*/ 15 h 1818"/>
                <a:gd name="T20" fmla="*/ 0 w 94"/>
                <a:gd name="T21" fmla="*/ 15 h 1818"/>
                <a:gd name="T22" fmla="*/ 1 w 94"/>
                <a:gd name="T23" fmla="*/ 15 h 1818"/>
                <a:gd name="T24" fmla="*/ 1 w 94"/>
                <a:gd name="T25" fmla="*/ 14 h 1818"/>
                <a:gd name="T26" fmla="*/ 1 w 94"/>
                <a:gd name="T27" fmla="*/ 14 h 1818"/>
                <a:gd name="T28" fmla="*/ 1 w 94"/>
                <a:gd name="T29" fmla="*/ 14 h 1818"/>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94"/>
                <a:gd name="T46" fmla="*/ 0 h 1818"/>
                <a:gd name="T47" fmla="*/ 94 w 94"/>
                <a:gd name="T48" fmla="*/ 1818 h 1818"/>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94" h="1818">
                  <a:moveTo>
                    <a:pt x="94" y="1771"/>
                  </a:moveTo>
                  <a:lnTo>
                    <a:pt x="94" y="1771"/>
                  </a:lnTo>
                  <a:lnTo>
                    <a:pt x="94" y="0"/>
                  </a:lnTo>
                  <a:lnTo>
                    <a:pt x="0" y="0"/>
                  </a:lnTo>
                  <a:lnTo>
                    <a:pt x="0" y="1771"/>
                  </a:lnTo>
                  <a:lnTo>
                    <a:pt x="3" y="1791"/>
                  </a:lnTo>
                  <a:lnTo>
                    <a:pt x="15" y="1806"/>
                  </a:lnTo>
                  <a:lnTo>
                    <a:pt x="29" y="1814"/>
                  </a:lnTo>
                  <a:lnTo>
                    <a:pt x="47" y="1818"/>
                  </a:lnTo>
                  <a:lnTo>
                    <a:pt x="64" y="1814"/>
                  </a:lnTo>
                  <a:lnTo>
                    <a:pt x="79" y="1806"/>
                  </a:lnTo>
                  <a:lnTo>
                    <a:pt x="90" y="1791"/>
                  </a:lnTo>
                  <a:lnTo>
                    <a:pt x="94" y="17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8878" name="Freeform 44"/>
            <p:cNvSpPr>
              <a:spLocks/>
            </p:cNvSpPr>
            <p:nvPr/>
          </p:nvSpPr>
          <p:spPr bwMode="auto">
            <a:xfrm>
              <a:off x="868" y="2067"/>
              <a:ext cx="90" cy="160"/>
            </a:xfrm>
            <a:custGeom>
              <a:avLst/>
              <a:gdLst>
                <a:gd name="T0" fmla="*/ 3 w 449"/>
                <a:gd name="T1" fmla="*/ 6 h 803"/>
                <a:gd name="T2" fmla="*/ 3 w 449"/>
                <a:gd name="T3" fmla="*/ 6 h 803"/>
                <a:gd name="T4" fmla="*/ 3 w 449"/>
                <a:gd name="T5" fmla="*/ 5 h 803"/>
                <a:gd name="T6" fmla="*/ 3 w 449"/>
                <a:gd name="T7" fmla="*/ 5 h 803"/>
                <a:gd name="T8" fmla="*/ 3 w 449"/>
                <a:gd name="T9" fmla="*/ 5 h 803"/>
                <a:gd name="T10" fmla="*/ 2 w 449"/>
                <a:gd name="T11" fmla="*/ 5 h 803"/>
                <a:gd name="T12" fmla="*/ 2 w 449"/>
                <a:gd name="T13" fmla="*/ 4 h 803"/>
                <a:gd name="T14" fmla="*/ 2 w 449"/>
                <a:gd name="T15" fmla="*/ 4 h 803"/>
                <a:gd name="T16" fmla="*/ 2 w 449"/>
                <a:gd name="T17" fmla="*/ 4 h 803"/>
                <a:gd name="T18" fmla="*/ 2 w 449"/>
                <a:gd name="T19" fmla="*/ 3 h 803"/>
                <a:gd name="T20" fmla="*/ 1 w 449"/>
                <a:gd name="T21" fmla="*/ 3 h 803"/>
                <a:gd name="T22" fmla="*/ 1 w 449"/>
                <a:gd name="T23" fmla="*/ 2 h 803"/>
                <a:gd name="T24" fmla="*/ 1 w 449"/>
                <a:gd name="T25" fmla="*/ 2 h 803"/>
                <a:gd name="T26" fmla="*/ 1 w 449"/>
                <a:gd name="T27" fmla="*/ 2 h 803"/>
                <a:gd name="T28" fmla="*/ 1 w 449"/>
                <a:gd name="T29" fmla="*/ 1 h 803"/>
                <a:gd name="T30" fmla="*/ 1 w 449"/>
                <a:gd name="T31" fmla="*/ 1 h 803"/>
                <a:gd name="T32" fmla="*/ 1 w 449"/>
                <a:gd name="T33" fmla="*/ 0 h 803"/>
                <a:gd name="T34" fmla="*/ 1 w 449"/>
                <a:gd name="T35" fmla="*/ 0 h 803"/>
                <a:gd name="T36" fmla="*/ 0 w 449"/>
                <a:gd name="T37" fmla="*/ 0 h 803"/>
                <a:gd name="T38" fmla="*/ 0 w 449"/>
                <a:gd name="T39" fmla="*/ 0 h 803"/>
                <a:gd name="T40" fmla="*/ 0 w 449"/>
                <a:gd name="T41" fmla="*/ 1 h 803"/>
                <a:gd name="T42" fmla="*/ 0 w 449"/>
                <a:gd name="T43" fmla="*/ 1 h 803"/>
                <a:gd name="T44" fmla="*/ 0 w 449"/>
                <a:gd name="T45" fmla="*/ 2 h 803"/>
                <a:gd name="T46" fmla="*/ 0 w 449"/>
                <a:gd name="T47" fmla="*/ 2 h 803"/>
                <a:gd name="T48" fmla="*/ 0 w 449"/>
                <a:gd name="T49" fmla="*/ 3 h 803"/>
                <a:gd name="T50" fmla="*/ 1 w 449"/>
                <a:gd name="T51" fmla="*/ 3 h 803"/>
                <a:gd name="T52" fmla="*/ 1 w 449"/>
                <a:gd name="T53" fmla="*/ 4 h 803"/>
                <a:gd name="T54" fmla="*/ 1 w 449"/>
                <a:gd name="T55" fmla="*/ 4 h 803"/>
                <a:gd name="T56" fmla="*/ 1 w 449"/>
                <a:gd name="T57" fmla="*/ 4 h 803"/>
                <a:gd name="T58" fmla="*/ 2 w 449"/>
                <a:gd name="T59" fmla="*/ 5 h 803"/>
                <a:gd name="T60" fmla="*/ 2 w 449"/>
                <a:gd name="T61" fmla="*/ 5 h 803"/>
                <a:gd name="T62" fmla="*/ 2 w 449"/>
                <a:gd name="T63" fmla="*/ 5 h 803"/>
                <a:gd name="T64" fmla="*/ 2 w 449"/>
                <a:gd name="T65" fmla="*/ 6 h 803"/>
                <a:gd name="T66" fmla="*/ 3 w 449"/>
                <a:gd name="T67" fmla="*/ 6 h 803"/>
                <a:gd name="T68" fmla="*/ 3 w 449"/>
                <a:gd name="T69" fmla="*/ 6 h 803"/>
                <a:gd name="T70" fmla="*/ 3 w 449"/>
                <a:gd name="T71" fmla="*/ 6 h 803"/>
                <a:gd name="T72" fmla="*/ 3 w 449"/>
                <a:gd name="T73" fmla="*/ 6 h 803"/>
                <a:gd name="T74" fmla="*/ 3 w 449"/>
                <a:gd name="T75" fmla="*/ 6 h 803"/>
                <a:gd name="T76" fmla="*/ 3 w 449"/>
                <a:gd name="T77" fmla="*/ 6 h 803"/>
                <a:gd name="T78" fmla="*/ 3 w 449"/>
                <a:gd name="T79" fmla="*/ 6 h 803"/>
                <a:gd name="T80" fmla="*/ 4 w 449"/>
                <a:gd name="T81" fmla="*/ 6 h 803"/>
                <a:gd name="T82" fmla="*/ 4 w 449"/>
                <a:gd name="T83" fmla="*/ 6 h 803"/>
                <a:gd name="T84" fmla="*/ 4 w 449"/>
                <a:gd name="T85" fmla="*/ 6 h 803"/>
                <a:gd name="T86" fmla="*/ 4 w 449"/>
                <a:gd name="T87" fmla="*/ 6 h 803"/>
                <a:gd name="T88" fmla="*/ 3 w 449"/>
                <a:gd name="T89" fmla="*/ 6 h 803"/>
                <a:gd name="T90" fmla="*/ 3 w 449"/>
                <a:gd name="T91" fmla="*/ 6 h 80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449"/>
                <a:gd name="T139" fmla="*/ 0 h 803"/>
                <a:gd name="T140" fmla="*/ 449 w 449"/>
                <a:gd name="T141" fmla="*/ 803 h 80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449" h="803">
                  <a:moveTo>
                    <a:pt x="426" y="717"/>
                  </a:moveTo>
                  <a:lnTo>
                    <a:pt x="427" y="717"/>
                  </a:lnTo>
                  <a:lnTo>
                    <a:pt x="395" y="693"/>
                  </a:lnTo>
                  <a:lnTo>
                    <a:pt x="361" y="662"/>
                  </a:lnTo>
                  <a:lnTo>
                    <a:pt x="329" y="628"/>
                  </a:lnTo>
                  <a:lnTo>
                    <a:pt x="299" y="591"/>
                  </a:lnTo>
                  <a:lnTo>
                    <a:pt x="269" y="551"/>
                  </a:lnTo>
                  <a:lnTo>
                    <a:pt x="241" y="507"/>
                  </a:lnTo>
                  <a:lnTo>
                    <a:pt x="215" y="460"/>
                  </a:lnTo>
                  <a:lnTo>
                    <a:pt x="191" y="412"/>
                  </a:lnTo>
                  <a:lnTo>
                    <a:pt x="170" y="363"/>
                  </a:lnTo>
                  <a:lnTo>
                    <a:pt x="151" y="312"/>
                  </a:lnTo>
                  <a:lnTo>
                    <a:pt x="133" y="259"/>
                  </a:lnTo>
                  <a:lnTo>
                    <a:pt x="119" y="207"/>
                  </a:lnTo>
                  <a:lnTo>
                    <a:pt x="108" y="156"/>
                  </a:lnTo>
                  <a:lnTo>
                    <a:pt x="101" y="103"/>
                  </a:lnTo>
                  <a:lnTo>
                    <a:pt x="96" y="51"/>
                  </a:lnTo>
                  <a:lnTo>
                    <a:pt x="94" y="0"/>
                  </a:lnTo>
                  <a:lnTo>
                    <a:pt x="0" y="0"/>
                  </a:lnTo>
                  <a:lnTo>
                    <a:pt x="2" y="56"/>
                  </a:lnTo>
                  <a:lnTo>
                    <a:pt x="7" y="115"/>
                  </a:lnTo>
                  <a:lnTo>
                    <a:pt x="16" y="172"/>
                  </a:lnTo>
                  <a:lnTo>
                    <a:pt x="28" y="231"/>
                  </a:lnTo>
                  <a:lnTo>
                    <a:pt x="44" y="287"/>
                  </a:lnTo>
                  <a:lnTo>
                    <a:pt x="62" y="342"/>
                  </a:lnTo>
                  <a:lnTo>
                    <a:pt x="83" y="398"/>
                  </a:lnTo>
                  <a:lnTo>
                    <a:pt x="106" y="452"/>
                  </a:lnTo>
                  <a:lnTo>
                    <a:pt x="133" y="505"/>
                  </a:lnTo>
                  <a:lnTo>
                    <a:pt x="161" y="554"/>
                  </a:lnTo>
                  <a:lnTo>
                    <a:pt x="192" y="602"/>
                  </a:lnTo>
                  <a:lnTo>
                    <a:pt x="224" y="647"/>
                  </a:lnTo>
                  <a:lnTo>
                    <a:pt x="259" y="689"/>
                  </a:lnTo>
                  <a:lnTo>
                    <a:pt x="295" y="728"/>
                  </a:lnTo>
                  <a:lnTo>
                    <a:pt x="334" y="763"/>
                  </a:lnTo>
                  <a:lnTo>
                    <a:pt x="374" y="795"/>
                  </a:lnTo>
                  <a:lnTo>
                    <a:pt x="375" y="795"/>
                  </a:lnTo>
                  <a:lnTo>
                    <a:pt x="374" y="795"/>
                  </a:lnTo>
                  <a:lnTo>
                    <a:pt x="392" y="803"/>
                  </a:lnTo>
                  <a:lnTo>
                    <a:pt x="411" y="803"/>
                  </a:lnTo>
                  <a:lnTo>
                    <a:pt x="426" y="795"/>
                  </a:lnTo>
                  <a:lnTo>
                    <a:pt x="439" y="782"/>
                  </a:lnTo>
                  <a:lnTo>
                    <a:pt x="446" y="766"/>
                  </a:lnTo>
                  <a:lnTo>
                    <a:pt x="449" y="749"/>
                  </a:lnTo>
                  <a:lnTo>
                    <a:pt x="441" y="732"/>
                  </a:lnTo>
                  <a:lnTo>
                    <a:pt x="427" y="717"/>
                  </a:lnTo>
                  <a:lnTo>
                    <a:pt x="426" y="71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8879" name="Freeform 45"/>
            <p:cNvSpPr>
              <a:spLocks/>
            </p:cNvSpPr>
            <p:nvPr/>
          </p:nvSpPr>
          <p:spPr bwMode="auto">
            <a:xfrm>
              <a:off x="883" y="1673"/>
              <a:ext cx="379" cy="690"/>
            </a:xfrm>
            <a:custGeom>
              <a:avLst/>
              <a:gdLst>
                <a:gd name="T0" fmla="*/ 12 w 1897"/>
                <a:gd name="T1" fmla="*/ 6 h 3450"/>
                <a:gd name="T2" fmla="*/ 13 w 1897"/>
                <a:gd name="T3" fmla="*/ 7 h 3450"/>
                <a:gd name="T4" fmla="*/ 13 w 1897"/>
                <a:gd name="T5" fmla="*/ 7 h 3450"/>
                <a:gd name="T6" fmla="*/ 14 w 1897"/>
                <a:gd name="T7" fmla="*/ 8 h 3450"/>
                <a:gd name="T8" fmla="*/ 14 w 1897"/>
                <a:gd name="T9" fmla="*/ 9 h 3450"/>
                <a:gd name="T10" fmla="*/ 15 w 1897"/>
                <a:gd name="T11" fmla="*/ 10 h 3450"/>
                <a:gd name="T12" fmla="*/ 15 w 1897"/>
                <a:gd name="T13" fmla="*/ 11 h 3450"/>
                <a:gd name="T14" fmla="*/ 15 w 1897"/>
                <a:gd name="T15" fmla="*/ 11 h 3450"/>
                <a:gd name="T16" fmla="*/ 15 w 1897"/>
                <a:gd name="T17" fmla="*/ 12 h 3450"/>
                <a:gd name="T18" fmla="*/ 15 w 1897"/>
                <a:gd name="T19" fmla="*/ 26 h 3450"/>
                <a:gd name="T20" fmla="*/ 15 w 1897"/>
                <a:gd name="T21" fmla="*/ 26 h 3450"/>
                <a:gd name="T22" fmla="*/ 15 w 1897"/>
                <a:gd name="T23" fmla="*/ 27 h 3450"/>
                <a:gd name="T24" fmla="*/ 15 w 1897"/>
                <a:gd name="T25" fmla="*/ 27 h 3450"/>
                <a:gd name="T26" fmla="*/ 14 w 1897"/>
                <a:gd name="T27" fmla="*/ 27 h 3450"/>
                <a:gd name="T28" fmla="*/ 14 w 1897"/>
                <a:gd name="T29" fmla="*/ 28 h 3450"/>
                <a:gd name="T30" fmla="*/ 13 w 1897"/>
                <a:gd name="T31" fmla="*/ 28 h 3450"/>
                <a:gd name="T32" fmla="*/ 13 w 1897"/>
                <a:gd name="T33" fmla="*/ 27 h 3450"/>
                <a:gd name="T34" fmla="*/ 3 w 1897"/>
                <a:gd name="T35" fmla="*/ 21 h 3450"/>
                <a:gd name="T36" fmla="*/ 2 w 1897"/>
                <a:gd name="T37" fmla="*/ 21 h 3450"/>
                <a:gd name="T38" fmla="*/ 2 w 1897"/>
                <a:gd name="T39" fmla="*/ 20 h 3450"/>
                <a:gd name="T40" fmla="*/ 1 w 1897"/>
                <a:gd name="T41" fmla="*/ 19 h 3450"/>
                <a:gd name="T42" fmla="*/ 1 w 1897"/>
                <a:gd name="T43" fmla="*/ 19 h 3450"/>
                <a:gd name="T44" fmla="*/ 0 w 1897"/>
                <a:gd name="T45" fmla="*/ 18 h 3450"/>
                <a:gd name="T46" fmla="*/ 0 w 1897"/>
                <a:gd name="T47" fmla="*/ 17 h 3450"/>
                <a:gd name="T48" fmla="*/ 0 w 1897"/>
                <a:gd name="T49" fmla="*/ 16 h 3450"/>
                <a:gd name="T50" fmla="*/ 0 w 1897"/>
                <a:gd name="T51" fmla="*/ 15 h 3450"/>
                <a:gd name="T52" fmla="*/ 0 w 1897"/>
                <a:gd name="T53" fmla="*/ 2 h 3450"/>
                <a:gd name="T54" fmla="*/ 0 w 1897"/>
                <a:gd name="T55" fmla="*/ 1 h 3450"/>
                <a:gd name="T56" fmla="*/ 0 w 1897"/>
                <a:gd name="T57" fmla="*/ 1 h 3450"/>
                <a:gd name="T58" fmla="*/ 1 w 1897"/>
                <a:gd name="T59" fmla="*/ 0 h 3450"/>
                <a:gd name="T60" fmla="*/ 1 w 1897"/>
                <a:gd name="T61" fmla="*/ 0 h 3450"/>
                <a:gd name="T62" fmla="*/ 1 w 1897"/>
                <a:gd name="T63" fmla="*/ 0 h 3450"/>
                <a:gd name="T64" fmla="*/ 2 w 1897"/>
                <a:gd name="T65" fmla="*/ 0 h 3450"/>
                <a:gd name="T66" fmla="*/ 3 w 1897"/>
                <a:gd name="T67" fmla="*/ 0 h 3450"/>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897"/>
                <a:gd name="T103" fmla="*/ 0 h 3450"/>
                <a:gd name="T104" fmla="*/ 1897 w 1897"/>
                <a:gd name="T105" fmla="*/ 3450 h 3450"/>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897" h="3450">
                  <a:moveTo>
                    <a:pt x="357" y="49"/>
                  </a:moveTo>
                  <a:lnTo>
                    <a:pt x="1542" y="806"/>
                  </a:lnTo>
                  <a:lnTo>
                    <a:pt x="1579" y="832"/>
                  </a:lnTo>
                  <a:lnTo>
                    <a:pt x="1614" y="861"/>
                  </a:lnTo>
                  <a:lnTo>
                    <a:pt x="1648" y="895"/>
                  </a:lnTo>
                  <a:lnTo>
                    <a:pt x="1681" y="933"/>
                  </a:lnTo>
                  <a:lnTo>
                    <a:pt x="1711" y="973"/>
                  </a:lnTo>
                  <a:lnTo>
                    <a:pt x="1740" y="1016"/>
                  </a:lnTo>
                  <a:lnTo>
                    <a:pt x="1768" y="1062"/>
                  </a:lnTo>
                  <a:lnTo>
                    <a:pt x="1793" y="1109"/>
                  </a:lnTo>
                  <a:lnTo>
                    <a:pt x="1816" y="1158"/>
                  </a:lnTo>
                  <a:lnTo>
                    <a:pt x="1836" y="1208"/>
                  </a:lnTo>
                  <a:lnTo>
                    <a:pt x="1854" y="1260"/>
                  </a:lnTo>
                  <a:lnTo>
                    <a:pt x="1869" y="1313"/>
                  </a:lnTo>
                  <a:lnTo>
                    <a:pt x="1881" y="1364"/>
                  </a:lnTo>
                  <a:lnTo>
                    <a:pt x="1890" y="1417"/>
                  </a:lnTo>
                  <a:lnTo>
                    <a:pt x="1895" y="1469"/>
                  </a:lnTo>
                  <a:lnTo>
                    <a:pt x="1897" y="1519"/>
                  </a:lnTo>
                  <a:lnTo>
                    <a:pt x="1897" y="3142"/>
                  </a:lnTo>
                  <a:lnTo>
                    <a:pt x="1895" y="3190"/>
                  </a:lnTo>
                  <a:lnTo>
                    <a:pt x="1890" y="3235"/>
                  </a:lnTo>
                  <a:lnTo>
                    <a:pt x="1881" y="3276"/>
                  </a:lnTo>
                  <a:lnTo>
                    <a:pt x="1869" y="3313"/>
                  </a:lnTo>
                  <a:lnTo>
                    <a:pt x="1854" y="3346"/>
                  </a:lnTo>
                  <a:lnTo>
                    <a:pt x="1836" y="3375"/>
                  </a:lnTo>
                  <a:lnTo>
                    <a:pt x="1816" y="3398"/>
                  </a:lnTo>
                  <a:lnTo>
                    <a:pt x="1793" y="3418"/>
                  </a:lnTo>
                  <a:lnTo>
                    <a:pt x="1768" y="3434"/>
                  </a:lnTo>
                  <a:lnTo>
                    <a:pt x="1740" y="3444"/>
                  </a:lnTo>
                  <a:lnTo>
                    <a:pt x="1711" y="3450"/>
                  </a:lnTo>
                  <a:lnTo>
                    <a:pt x="1681" y="3450"/>
                  </a:lnTo>
                  <a:lnTo>
                    <a:pt x="1648" y="3445"/>
                  </a:lnTo>
                  <a:lnTo>
                    <a:pt x="1614" y="3436"/>
                  </a:lnTo>
                  <a:lnTo>
                    <a:pt x="1579" y="3421"/>
                  </a:lnTo>
                  <a:lnTo>
                    <a:pt x="1542" y="3400"/>
                  </a:lnTo>
                  <a:lnTo>
                    <a:pt x="357" y="2643"/>
                  </a:lnTo>
                  <a:lnTo>
                    <a:pt x="320" y="2618"/>
                  </a:lnTo>
                  <a:lnTo>
                    <a:pt x="285" y="2588"/>
                  </a:lnTo>
                  <a:lnTo>
                    <a:pt x="251" y="2554"/>
                  </a:lnTo>
                  <a:lnTo>
                    <a:pt x="218" y="2517"/>
                  </a:lnTo>
                  <a:lnTo>
                    <a:pt x="187" y="2477"/>
                  </a:lnTo>
                  <a:lnTo>
                    <a:pt x="157" y="2433"/>
                  </a:lnTo>
                  <a:lnTo>
                    <a:pt x="130" y="2388"/>
                  </a:lnTo>
                  <a:lnTo>
                    <a:pt x="105" y="2341"/>
                  </a:lnTo>
                  <a:lnTo>
                    <a:pt x="81" y="2292"/>
                  </a:lnTo>
                  <a:lnTo>
                    <a:pt x="61" y="2241"/>
                  </a:lnTo>
                  <a:lnTo>
                    <a:pt x="44" y="2190"/>
                  </a:lnTo>
                  <a:lnTo>
                    <a:pt x="29" y="2138"/>
                  </a:lnTo>
                  <a:lnTo>
                    <a:pt x="17" y="2085"/>
                  </a:lnTo>
                  <a:lnTo>
                    <a:pt x="7" y="2033"/>
                  </a:lnTo>
                  <a:lnTo>
                    <a:pt x="3" y="1981"/>
                  </a:lnTo>
                  <a:lnTo>
                    <a:pt x="0" y="1931"/>
                  </a:lnTo>
                  <a:lnTo>
                    <a:pt x="0" y="308"/>
                  </a:lnTo>
                  <a:lnTo>
                    <a:pt x="3" y="260"/>
                  </a:lnTo>
                  <a:lnTo>
                    <a:pt x="7" y="215"/>
                  </a:lnTo>
                  <a:lnTo>
                    <a:pt x="17" y="174"/>
                  </a:lnTo>
                  <a:lnTo>
                    <a:pt x="29" y="137"/>
                  </a:lnTo>
                  <a:lnTo>
                    <a:pt x="44" y="104"/>
                  </a:lnTo>
                  <a:lnTo>
                    <a:pt x="61" y="76"/>
                  </a:lnTo>
                  <a:lnTo>
                    <a:pt x="81" y="51"/>
                  </a:lnTo>
                  <a:lnTo>
                    <a:pt x="105" y="31"/>
                  </a:lnTo>
                  <a:lnTo>
                    <a:pt x="130" y="16"/>
                  </a:lnTo>
                  <a:lnTo>
                    <a:pt x="157" y="5"/>
                  </a:lnTo>
                  <a:lnTo>
                    <a:pt x="187" y="0"/>
                  </a:lnTo>
                  <a:lnTo>
                    <a:pt x="218" y="0"/>
                  </a:lnTo>
                  <a:lnTo>
                    <a:pt x="251" y="3"/>
                  </a:lnTo>
                  <a:lnTo>
                    <a:pt x="285" y="14"/>
                  </a:lnTo>
                  <a:lnTo>
                    <a:pt x="320" y="29"/>
                  </a:lnTo>
                  <a:lnTo>
                    <a:pt x="357" y="49"/>
                  </a:lnTo>
                  <a:close/>
                </a:path>
              </a:pathLst>
            </a:custGeom>
            <a:solidFill>
              <a:srgbClr val="BFBFB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8880" name="Freeform 46"/>
            <p:cNvSpPr>
              <a:spLocks/>
            </p:cNvSpPr>
            <p:nvPr/>
          </p:nvSpPr>
          <p:spPr bwMode="auto">
            <a:xfrm>
              <a:off x="1268" y="1663"/>
              <a:ext cx="393" cy="711"/>
            </a:xfrm>
            <a:custGeom>
              <a:avLst/>
              <a:gdLst>
                <a:gd name="T0" fmla="*/ 3 w 1962"/>
                <a:gd name="T1" fmla="*/ 7 h 3555"/>
                <a:gd name="T2" fmla="*/ 2 w 1962"/>
                <a:gd name="T3" fmla="*/ 7 h 3555"/>
                <a:gd name="T4" fmla="*/ 2 w 1962"/>
                <a:gd name="T5" fmla="*/ 8 h 3555"/>
                <a:gd name="T6" fmla="*/ 1 w 1962"/>
                <a:gd name="T7" fmla="*/ 8 h 3555"/>
                <a:gd name="T8" fmla="*/ 1 w 1962"/>
                <a:gd name="T9" fmla="*/ 9 h 3555"/>
                <a:gd name="T10" fmla="*/ 1 w 1962"/>
                <a:gd name="T11" fmla="*/ 10 h 3555"/>
                <a:gd name="T12" fmla="*/ 0 w 1962"/>
                <a:gd name="T13" fmla="*/ 11 h 3555"/>
                <a:gd name="T14" fmla="*/ 0 w 1962"/>
                <a:gd name="T15" fmla="*/ 12 h 3555"/>
                <a:gd name="T16" fmla="*/ 0 w 1962"/>
                <a:gd name="T17" fmla="*/ 13 h 3555"/>
                <a:gd name="T18" fmla="*/ 0 w 1962"/>
                <a:gd name="T19" fmla="*/ 26 h 3555"/>
                <a:gd name="T20" fmla="*/ 0 w 1962"/>
                <a:gd name="T21" fmla="*/ 27 h 3555"/>
                <a:gd name="T22" fmla="*/ 0 w 1962"/>
                <a:gd name="T23" fmla="*/ 28 h 3555"/>
                <a:gd name="T24" fmla="*/ 1 w 1962"/>
                <a:gd name="T25" fmla="*/ 28 h 3555"/>
                <a:gd name="T26" fmla="*/ 1 w 1962"/>
                <a:gd name="T27" fmla="*/ 28 h 3555"/>
                <a:gd name="T28" fmla="*/ 2 w 1962"/>
                <a:gd name="T29" fmla="*/ 28 h 3555"/>
                <a:gd name="T30" fmla="*/ 2 w 1962"/>
                <a:gd name="T31" fmla="*/ 28 h 3555"/>
                <a:gd name="T32" fmla="*/ 3 w 1962"/>
                <a:gd name="T33" fmla="*/ 28 h 3555"/>
                <a:gd name="T34" fmla="*/ 13 w 1962"/>
                <a:gd name="T35" fmla="*/ 22 h 3555"/>
                <a:gd name="T36" fmla="*/ 13 w 1962"/>
                <a:gd name="T37" fmla="*/ 21 h 3555"/>
                <a:gd name="T38" fmla="*/ 14 w 1962"/>
                <a:gd name="T39" fmla="*/ 21 h 3555"/>
                <a:gd name="T40" fmla="*/ 14 w 1962"/>
                <a:gd name="T41" fmla="*/ 20 h 3555"/>
                <a:gd name="T42" fmla="*/ 15 w 1962"/>
                <a:gd name="T43" fmla="*/ 19 h 3555"/>
                <a:gd name="T44" fmla="*/ 15 w 1962"/>
                <a:gd name="T45" fmla="*/ 18 h 3555"/>
                <a:gd name="T46" fmla="*/ 16 w 1962"/>
                <a:gd name="T47" fmla="*/ 18 h 3555"/>
                <a:gd name="T48" fmla="*/ 16 w 1962"/>
                <a:gd name="T49" fmla="*/ 17 h 3555"/>
                <a:gd name="T50" fmla="*/ 16 w 1962"/>
                <a:gd name="T51" fmla="*/ 16 h 3555"/>
                <a:gd name="T52" fmla="*/ 16 w 1962"/>
                <a:gd name="T53" fmla="*/ 2 h 3555"/>
                <a:gd name="T54" fmla="*/ 16 w 1962"/>
                <a:gd name="T55" fmla="*/ 1 h 3555"/>
                <a:gd name="T56" fmla="*/ 15 w 1962"/>
                <a:gd name="T57" fmla="*/ 1 h 3555"/>
                <a:gd name="T58" fmla="*/ 15 w 1962"/>
                <a:gd name="T59" fmla="*/ 0 h 3555"/>
                <a:gd name="T60" fmla="*/ 15 w 1962"/>
                <a:gd name="T61" fmla="*/ 0 h 3555"/>
                <a:gd name="T62" fmla="*/ 14 w 1962"/>
                <a:gd name="T63" fmla="*/ 0 h 3555"/>
                <a:gd name="T64" fmla="*/ 14 w 1962"/>
                <a:gd name="T65" fmla="*/ 0 h 3555"/>
                <a:gd name="T66" fmla="*/ 13 w 1962"/>
                <a:gd name="T67" fmla="*/ 0 h 3555"/>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962"/>
                <a:gd name="T103" fmla="*/ 0 h 3555"/>
                <a:gd name="T104" fmla="*/ 1962 w 1962"/>
                <a:gd name="T105" fmla="*/ 3555 h 3555"/>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962" h="3555">
                  <a:moveTo>
                    <a:pt x="1594" y="50"/>
                  </a:moveTo>
                  <a:lnTo>
                    <a:pt x="368" y="831"/>
                  </a:lnTo>
                  <a:lnTo>
                    <a:pt x="330" y="858"/>
                  </a:lnTo>
                  <a:lnTo>
                    <a:pt x="294" y="888"/>
                  </a:lnTo>
                  <a:lnTo>
                    <a:pt x="259" y="922"/>
                  </a:lnTo>
                  <a:lnTo>
                    <a:pt x="225" y="961"/>
                  </a:lnTo>
                  <a:lnTo>
                    <a:pt x="193" y="1003"/>
                  </a:lnTo>
                  <a:lnTo>
                    <a:pt x="163" y="1047"/>
                  </a:lnTo>
                  <a:lnTo>
                    <a:pt x="133" y="1094"/>
                  </a:lnTo>
                  <a:lnTo>
                    <a:pt x="108" y="1143"/>
                  </a:lnTo>
                  <a:lnTo>
                    <a:pt x="84" y="1193"/>
                  </a:lnTo>
                  <a:lnTo>
                    <a:pt x="63" y="1246"/>
                  </a:lnTo>
                  <a:lnTo>
                    <a:pt x="44" y="1299"/>
                  </a:lnTo>
                  <a:lnTo>
                    <a:pt x="29" y="1353"/>
                  </a:lnTo>
                  <a:lnTo>
                    <a:pt x="16" y="1405"/>
                  </a:lnTo>
                  <a:lnTo>
                    <a:pt x="7" y="1459"/>
                  </a:lnTo>
                  <a:lnTo>
                    <a:pt x="2" y="1512"/>
                  </a:lnTo>
                  <a:lnTo>
                    <a:pt x="0" y="1565"/>
                  </a:lnTo>
                  <a:lnTo>
                    <a:pt x="0" y="3237"/>
                  </a:lnTo>
                  <a:lnTo>
                    <a:pt x="2" y="3287"/>
                  </a:lnTo>
                  <a:lnTo>
                    <a:pt x="7" y="3333"/>
                  </a:lnTo>
                  <a:lnTo>
                    <a:pt x="16" y="3375"/>
                  </a:lnTo>
                  <a:lnTo>
                    <a:pt x="29" y="3413"/>
                  </a:lnTo>
                  <a:lnTo>
                    <a:pt x="44" y="3447"/>
                  </a:lnTo>
                  <a:lnTo>
                    <a:pt x="63" y="3477"/>
                  </a:lnTo>
                  <a:lnTo>
                    <a:pt x="84" y="3502"/>
                  </a:lnTo>
                  <a:lnTo>
                    <a:pt x="108" y="3522"/>
                  </a:lnTo>
                  <a:lnTo>
                    <a:pt x="133" y="3538"/>
                  </a:lnTo>
                  <a:lnTo>
                    <a:pt x="163" y="3549"/>
                  </a:lnTo>
                  <a:lnTo>
                    <a:pt x="193" y="3555"/>
                  </a:lnTo>
                  <a:lnTo>
                    <a:pt x="225" y="3555"/>
                  </a:lnTo>
                  <a:lnTo>
                    <a:pt x="259" y="3550"/>
                  </a:lnTo>
                  <a:lnTo>
                    <a:pt x="294" y="3541"/>
                  </a:lnTo>
                  <a:lnTo>
                    <a:pt x="330" y="3524"/>
                  </a:lnTo>
                  <a:lnTo>
                    <a:pt x="368" y="3503"/>
                  </a:lnTo>
                  <a:lnTo>
                    <a:pt x="1594" y="2722"/>
                  </a:lnTo>
                  <a:lnTo>
                    <a:pt x="1632" y="2696"/>
                  </a:lnTo>
                  <a:lnTo>
                    <a:pt x="1668" y="2665"/>
                  </a:lnTo>
                  <a:lnTo>
                    <a:pt x="1703" y="2631"/>
                  </a:lnTo>
                  <a:lnTo>
                    <a:pt x="1737" y="2592"/>
                  </a:lnTo>
                  <a:lnTo>
                    <a:pt x="1769" y="2551"/>
                  </a:lnTo>
                  <a:lnTo>
                    <a:pt x="1799" y="2506"/>
                  </a:lnTo>
                  <a:lnTo>
                    <a:pt x="1829" y="2460"/>
                  </a:lnTo>
                  <a:lnTo>
                    <a:pt x="1854" y="2411"/>
                  </a:lnTo>
                  <a:lnTo>
                    <a:pt x="1878" y="2361"/>
                  </a:lnTo>
                  <a:lnTo>
                    <a:pt x="1899" y="2308"/>
                  </a:lnTo>
                  <a:lnTo>
                    <a:pt x="1918" y="2256"/>
                  </a:lnTo>
                  <a:lnTo>
                    <a:pt x="1933" y="2202"/>
                  </a:lnTo>
                  <a:lnTo>
                    <a:pt x="1946" y="2149"/>
                  </a:lnTo>
                  <a:lnTo>
                    <a:pt x="1955" y="2095"/>
                  </a:lnTo>
                  <a:lnTo>
                    <a:pt x="1960" y="2042"/>
                  </a:lnTo>
                  <a:lnTo>
                    <a:pt x="1962" y="1989"/>
                  </a:lnTo>
                  <a:lnTo>
                    <a:pt x="1962" y="319"/>
                  </a:lnTo>
                  <a:lnTo>
                    <a:pt x="1960" y="269"/>
                  </a:lnTo>
                  <a:lnTo>
                    <a:pt x="1955" y="223"/>
                  </a:lnTo>
                  <a:lnTo>
                    <a:pt x="1946" y="180"/>
                  </a:lnTo>
                  <a:lnTo>
                    <a:pt x="1933" y="143"/>
                  </a:lnTo>
                  <a:lnTo>
                    <a:pt x="1918" y="109"/>
                  </a:lnTo>
                  <a:lnTo>
                    <a:pt x="1899" y="79"/>
                  </a:lnTo>
                  <a:lnTo>
                    <a:pt x="1878" y="54"/>
                  </a:lnTo>
                  <a:lnTo>
                    <a:pt x="1854" y="33"/>
                  </a:lnTo>
                  <a:lnTo>
                    <a:pt x="1829" y="17"/>
                  </a:lnTo>
                  <a:lnTo>
                    <a:pt x="1799" y="7"/>
                  </a:lnTo>
                  <a:lnTo>
                    <a:pt x="1769" y="0"/>
                  </a:lnTo>
                  <a:lnTo>
                    <a:pt x="1737" y="0"/>
                  </a:lnTo>
                  <a:lnTo>
                    <a:pt x="1703" y="4"/>
                  </a:lnTo>
                  <a:lnTo>
                    <a:pt x="1668" y="14"/>
                  </a:lnTo>
                  <a:lnTo>
                    <a:pt x="1632" y="29"/>
                  </a:lnTo>
                  <a:lnTo>
                    <a:pt x="1594" y="50"/>
                  </a:lnTo>
                  <a:close/>
                </a:path>
              </a:pathLst>
            </a:custGeom>
            <a:solidFill>
              <a:srgbClr val="E5E5E5"/>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8881" name="Freeform 47"/>
            <p:cNvSpPr>
              <a:spLocks noEditPoints="1"/>
            </p:cNvSpPr>
            <p:nvPr/>
          </p:nvSpPr>
          <p:spPr bwMode="auto">
            <a:xfrm>
              <a:off x="916" y="1589"/>
              <a:ext cx="697" cy="698"/>
            </a:xfrm>
            <a:custGeom>
              <a:avLst/>
              <a:gdLst>
                <a:gd name="T0" fmla="*/ 16 w 3485"/>
                <a:gd name="T1" fmla="*/ 0 h 3490"/>
                <a:gd name="T2" fmla="*/ 17 w 3485"/>
                <a:gd name="T3" fmla="*/ 2 h 3490"/>
                <a:gd name="T4" fmla="*/ 17 w 3485"/>
                <a:gd name="T5" fmla="*/ 3 h 3490"/>
                <a:gd name="T6" fmla="*/ 14 w 3485"/>
                <a:gd name="T7" fmla="*/ 4 h 3490"/>
                <a:gd name="T8" fmla="*/ 12 w 3485"/>
                <a:gd name="T9" fmla="*/ 4 h 3490"/>
                <a:gd name="T10" fmla="*/ 11 w 3485"/>
                <a:gd name="T11" fmla="*/ 2 h 3490"/>
                <a:gd name="T12" fmla="*/ 11 w 3485"/>
                <a:gd name="T13" fmla="*/ 1 h 3490"/>
                <a:gd name="T14" fmla="*/ 14 w 3485"/>
                <a:gd name="T15" fmla="*/ 0 h 3490"/>
                <a:gd name="T16" fmla="*/ 3 w 3485"/>
                <a:gd name="T17" fmla="*/ 7 h 3490"/>
                <a:gd name="T18" fmla="*/ 4 w 3485"/>
                <a:gd name="T19" fmla="*/ 9 h 3490"/>
                <a:gd name="T20" fmla="*/ 3 w 3485"/>
                <a:gd name="T21" fmla="*/ 12 h 3490"/>
                <a:gd name="T22" fmla="*/ 2 w 3485"/>
                <a:gd name="T23" fmla="*/ 13 h 3490"/>
                <a:gd name="T24" fmla="*/ 1 w 3485"/>
                <a:gd name="T25" fmla="*/ 12 h 3490"/>
                <a:gd name="T26" fmla="*/ 0 w 3485"/>
                <a:gd name="T27" fmla="*/ 10 h 3490"/>
                <a:gd name="T28" fmla="*/ 0 w 3485"/>
                <a:gd name="T29" fmla="*/ 8 h 3490"/>
                <a:gd name="T30" fmla="*/ 2 w 3485"/>
                <a:gd name="T31" fmla="*/ 6 h 3490"/>
                <a:gd name="T32" fmla="*/ 10 w 3485"/>
                <a:gd name="T33" fmla="*/ 20 h 3490"/>
                <a:gd name="T34" fmla="*/ 11 w 3485"/>
                <a:gd name="T35" fmla="*/ 22 h 3490"/>
                <a:gd name="T36" fmla="*/ 11 w 3485"/>
                <a:gd name="T37" fmla="*/ 25 h 3490"/>
                <a:gd name="T38" fmla="*/ 10 w 3485"/>
                <a:gd name="T39" fmla="*/ 27 h 3490"/>
                <a:gd name="T40" fmla="*/ 8 w 3485"/>
                <a:gd name="T41" fmla="*/ 26 h 3490"/>
                <a:gd name="T42" fmla="*/ 7 w 3485"/>
                <a:gd name="T43" fmla="*/ 24 h 3490"/>
                <a:gd name="T44" fmla="*/ 7 w 3485"/>
                <a:gd name="T45" fmla="*/ 22 h 3490"/>
                <a:gd name="T46" fmla="*/ 8 w 3485"/>
                <a:gd name="T47" fmla="*/ 20 h 3490"/>
                <a:gd name="T48" fmla="*/ 20 w 3485"/>
                <a:gd name="T49" fmla="*/ 21 h 3490"/>
                <a:gd name="T50" fmla="*/ 21 w 3485"/>
                <a:gd name="T51" fmla="*/ 23 h 3490"/>
                <a:gd name="T52" fmla="*/ 21 w 3485"/>
                <a:gd name="T53" fmla="*/ 26 h 3490"/>
                <a:gd name="T54" fmla="*/ 20 w 3485"/>
                <a:gd name="T55" fmla="*/ 28 h 3490"/>
                <a:gd name="T56" fmla="*/ 18 w 3485"/>
                <a:gd name="T57" fmla="*/ 28 h 3490"/>
                <a:gd name="T58" fmla="*/ 17 w 3485"/>
                <a:gd name="T59" fmla="*/ 26 h 3490"/>
                <a:gd name="T60" fmla="*/ 17 w 3485"/>
                <a:gd name="T61" fmla="*/ 23 h 3490"/>
                <a:gd name="T62" fmla="*/ 18 w 3485"/>
                <a:gd name="T63" fmla="*/ 21 h 3490"/>
                <a:gd name="T64" fmla="*/ 19 w 3485"/>
                <a:gd name="T65" fmla="*/ 11 h 3490"/>
                <a:gd name="T66" fmla="*/ 20 w 3485"/>
                <a:gd name="T67" fmla="*/ 13 h 3490"/>
                <a:gd name="T68" fmla="*/ 21 w 3485"/>
                <a:gd name="T69" fmla="*/ 15 h 3490"/>
                <a:gd name="T70" fmla="*/ 20 w 3485"/>
                <a:gd name="T71" fmla="*/ 17 h 3490"/>
                <a:gd name="T72" fmla="*/ 18 w 3485"/>
                <a:gd name="T73" fmla="*/ 17 h 3490"/>
                <a:gd name="T74" fmla="*/ 17 w 3485"/>
                <a:gd name="T75" fmla="*/ 16 h 3490"/>
                <a:gd name="T76" fmla="*/ 17 w 3485"/>
                <a:gd name="T77" fmla="*/ 13 h 3490"/>
                <a:gd name="T78" fmla="*/ 18 w 3485"/>
                <a:gd name="T79" fmla="*/ 11 h 3490"/>
                <a:gd name="T80" fmla="*/ 26 w 3485"/>
                <a:gd name="T81" fmla="*/ 7 h 3490"/>
                <a:gd name="T82" fmla="*/ 27 w 3485"/>
                <a:gd name="T83" fmla="*/ 8 h 3490"/>
                <a:gd name="T84" fmla="*/ 27 w 3485"/>
                <a:gd name="T85" fmla="*/ 11 h 3490"/>
                <a:gd name="T86" fmla="*/ 26 w 3485"/>
                <a:gd name="T87" fmla="*/ 13 h 3490"/>
                <a:gd name="T88" fmla="*/ 25 w 3485"/>
                <a:gd name="T89" fmla="*/ 13 h 3490"/>
                <a:gd name="T90" fmla="*/ 24 w 3485"/>
                <a:gd name="T91" fmla="*/ 12 h 3490"/>
                <a:gd name="T92" fmla="*/ 24 w 3485"/>
                <a:gd name="T93" fmla="*/ 9 h 3490"/>
                <a:gd name="T94" fmla="*/ 24 w 3485"/>
                <a:gd name="T95" fmla="*/ 7 h 3490"/>
                <a:gd name="T96" fmla="*/ 26 w 3485"/>
                <a:gd name="T97" fmla="*/ 17 h 3490"/>
                <a:gd name="T98" fmla="*/ 27 w 3485"/>
                <a:gd name="T99" fmla="*/ 18 h 3490"/>
                <a:gd name="T100" fmla="*/ 28 w 3485"/>
                <a:gd name="T101" fmla="*/ 21 h 3490"/>
                <a:gd name="T102" fmla="*/ 27 w 3485"/>
                <a:gd name="T103" fmla="*/ 23 h 3490"/>
                <a:gd name="T104" fmla="*/ 26 w 3485"/>
                <a:gd name="T105" fmla="*/ 24 h 3490"/>
                <a:gd name="T106" fmla="*/ 24 w 3485"/>
                <a:gd name="T107" fmla="*/ 23 h 3490"/>
                <a:gd name="T108" fmla="*/ 24 w 3485"/>
                <a:gd name="T109" fmla="*/ 20 h 3490"/>
                <a:gd name="T110" fmla="*/ 25 w 3485"/>
                <a:gd name="T111" fmla="*/ 18 h 3490"/>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w 3485"/>
                <a:gd name="T169" fmla="*/ 0 h 3490"/>
                <a:gd name="T170" fmla="*/ 3485 w 3485"/>
                <a:gd name="T171" fmla="*/ 3490 h 3490"/>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T168" t="T169" r="T170" b="T171"/>
              <a:pathLst>
                <a:path w="3485" h="3490">
                  <a:moveTo>
                    <a:pt x="1754" y="0"/>
                  </a:moveTo>
                  <a:lnTo>
                    <a:pt x="1797" y="2"/>
                  </a:lnTo>
                  <a:lnTo>
                    <a:pt x="1840" y="5"/>
                  </a:lnTo>
                  <a:lnTo>
                    <a:pt x="1881" y="12"/>
                  </a:lnTo>
                  <a:lnTo>
                    <a:pt x="1921" y="20"/>
                  </a:lnTo>
                  <a:lnTo>
                    <a:pt x="1959" y="31"/>
                  </a:lnTo>
                  <a:lnTo>
                    <a:pt x="1994" y="44"/>
                  </a:lnTo>
                  <a:lnTo>
                    <a:pt x="2028" y="59"/>
                  </a:lnTo>
                  <a:lnTo>
                    <a:pt x="2058" y="74"/>
                  </a:lnTo>
                  <a:lnTo>
                    <a:pt x="2086" y="93"/>
                  </a:lnTo>
                  <a:lnTo>
                    <a:pt x="2111" y="113"/>
                  </a:lnTo>
                  <a:lnTo>
                    <a:pt x="2132" y="133"/>
                  </a:lnTo>
                  <a:lnTo>
                    <a:pt x="2151" y="155"/>
                  </a:lnTo>
                  <a:lnTo>
                    <a:pt x="2165" y="179"/>
                  </a:lnTo>
                  <a:lnTo>
                    <a:pt x="2175" y="203"/>
                  </a:lnTo>
                  <a:lnTo>
                    <a:pt x="2182" y="229"/>
                  </a:lnTo>
                  <a:lnTo>
                    <a:pt x="2185" y="255"/>
                  </a:lnTo>
                  <a:lnTo>
                    <a:pt x="2182" y="281"/>
                  </a:lnTo>
                  <a:lnTo>
                    <a:pt x="2175" y="305"/>
                  </a:lnTo>
                  <a:lnTo>
                    <a:pt x="2165" y="330"/>
                  </a:lnTo>
                  <a:lnTo>
                    <a:pt x="2151" y="353"/>
                  </a:lnTo>
                  <a:lnTo>
                    <a:pt x="2132" y="376"/>
                  </a:lnTo>
                  <a:lnTo>
                    <a:pt x="2111" y="397"/>
                  </a:lnTo>
                  <a:lnTo>
                    <a:pt x="2086" y="417"/>
                  </a:lnTo>
                  <a:lnTo>
                    <a:pt x="2058" y="434"/>
                  </a:lnTo>
                  <a:lnTo>
                    <a:pt x="2028" y="451"/>
                  </a:lnTo>
                  <a:lnTo>
                    <a:pt x="1994" y="466"/>
                  </a:lnTo>
                  <a:lnTo>
                    <a:pt x="1959" y="479"/>
                  </a:lnTo>
                  <a:lnTo>
                    <a:pt x="1921" y="489"/>
                  </a:lnTo>
                  <a:lnTo>
                    <a:pt x="1881" y="498"/>
                  </a:lnTo>
                  <a:lnTo>
                    <a:pt x="1840" y="505"/>
                  </a:lnTo>
                  <a:lnTo>
                    <a:pt x="1797" y="508"/>
                  </a:lnTo>
                  <a:lnTo>
                    <a:pt x="1754" y="509"/>
                  </a:lnTo>
                  <a:lnTo>
                    <a:pt x="1710" y="508"/>
                  </a:lnTo>
                  <a:lnTo>
                    <a:pt x="1667" y="505"/>
                  </a:lnTo>
                  <a:lnTo>
                    <a:pt x="1626" y="498"/>
                  </a:lnTo>
                  <a:lnTo>
                    <a:pt x="1586" y="489"/>
                  </a:lnTo>
                  <a:lnTo>
                    <a:pt x="1548" y="479"/>
                  </a:lnTo>
                  <a:lnTo>
                    <a:pt x="1512" y="466"/>
                  </a:lnTo>
                  <a:lnTo>
                    <a:pt x="1479" y="451"/>
                  </a:lnTo>
                  <a:lnTo>
                    <a:pt x="1449" y="434"/>
                  </a:lnTo>
                  <a:lnTo>
                    <a:pt x="1421" y="417"/>
                  </a:lnTo>
                  <a:lnTo>
                    <a:pt x="1395" y="397"/>
                  </a:lnTo>
                  <a:lnTo>
                    <a:pt x="1374" y="376"/>
                  </a:lnTo>
                  <a:lnTo>
                    <a:pt x="1355" y="353"/>
                  </a:lnTo>
                  <a:lnTo>
                    <a:pt x="1341" y="330"/>
                  </a:lnTo>
                  <a:lnTo>
                    <a:pt x="1331" y="305"/>
                  </a:lnTo>
                  <a:lnTo>
                    <a:pt x="1324" y="281"/>
                  </a:lnTo>
                  <a:lnTo>
                    <a:pt x="1321" y="255"/>
                  </a:lnTo>
                  <a:lnTo>
                    <a:pt x="1324" y="229"/>
                  </a:lnTo>
                  <a:lnTo>
                    <a:pt x="1331" y="203"/>
                  </a:lnTo>
                  <a:lnTo>
                    <a:pt x="1341" y="179"/>
                  </a:lnTo>
                  <a:lnTo>
                    <a:pt x="1355" y="155"/>
                  </a:lnTo>
                  <a:lnTo>
                    <a:pt x="1374" y="133"/>
                  </a:lnTo>
                  <a:lnTo>
                    <a:pt x="1395" y="113"/>
                  </a:lnTo>
                  <a:lnTo>
                    <a:pt x="1421" y="93"/>
                  </a:lnTo>
                  <a:lnTo>
                    <a:pt x="1449" y="74"/>
                  </a:lnTo>
                  <a:lnTo>
                    <a:pt x="1479" y="59"/>
                  </a:lnTo>
                  <a:lnTo>
                    <a:pt x="1512" y="44"/>
                  </a:lnTo>
                  <a:lnTo>
                    <a:pt x="1548" y="31"/>
                  </a:lnTo>
                  <a:lnTo>
                    <a:pt x="1586" y="20"/>
                  </a:lnTo>
                  <a:lnTo>
                    <a:pt x="1626" y="12"/>
                  </a:lnTo>
                  <a:lnTo>
                    <a:pt x="1667" y="5"/>
                  </a:lnTo>
                  <a:lnTo>
                    <a:pt x="1710" y="2"/>
                  </a:lnTo>
                  <a:lnTo>
                    <a:pt x="1754" y="0"/>
                  </a:lnTo>
                  <a:close/>
                  <a:moveTo>
                    <a:pt x="239" y="786"/>
                  </a:moveTo>
                  <a:lnTo>
                    <a:pt x="263" y="788"/>
                  </a:lnTo>
                  <a:lnTo>
                    <a:pt x="287" y="794"/>
                  </a:lnTo>
                  <a:lnTo>
                    <a:pt x="309" y="805"/>
                  </a:lnTo>
                  <a:lnTo>
                    <a:pt x="331" y="819"/>
                  </a:lnTo>
                  <a:lnTo>
                    <a:pt x="352" y="836"/>
                  </a:lnTo>
                  <a:lnTo>
                    <a:pt x="372" y="857"/>
                  </a:lnTo>
                  <a:lnTo>
                    <a:pt x="390" y="882"/>
                  </a:lnTo>
                  <a:lnTo>
                    <a:pt x="407" y="909"/>
                  </a:lnTo>
                  <a:lnTo>
                    <a:pt x="423" y="940"/>
                  </a:lnTo>
                  <a:lnTo>
                    <a:pt x="437" y="971"/>
                  </a:lnTo>
                  <a:lnTo>
                    <a:pt x="448" y="1006"/>
                  </a:lnTo>
                  <a:lnTo>
                    <a:pt x="459" y="1043"/>
                  </a:lnTo>
                  <a:lnTo>
                    <a:pt x="467" y="1081"/>
                  </a:lnTo>
                  <a:lnTo>
                    <a:pt x="473" y="1121"/>
                  </a:lnTo>
                  <a:lnTo>
                    <a:pt x="476" y="1163"/>
                  </a:lnTo>
                  <a:lnTo>
                    <a:pt x="478" y="1206"/>
                  </a:lnTo>
                  <a:lnTo>
                    <a:pt x="476" y="1248"/>
                  </a:lnTo>
                  <a:lnTo>
                    <a:pt x="473" y="1290"/>
                  </a:lnTo>
                  <a:lnTo>
                    <a:pt x="467" y="1330"/>
                  </a:lnTo>
                  <a:lnTo>
                    <a:pt x="459" y="1367"/>
                  </a:lnTo>
                  <a:lnTo>
                    <a:pt x="448" y="1405"/>
                  </a:lnTo>
                  <a:lnTo>
                    <a:pt x="437" y="1439"/>
                  </a:lnTo>
                  <a:lnTo>
                    <a:pt x="423" y="1472"/>
                  </a:lnTo>
                  <a:lnTo>
                    <a:pt x="407" y="1501"/>
                  </a:lnTo>
                  <a:lnTo>
                    <a:pt x="390" y="1528"/>
                  </a:lnTo>
                  <a:lnTo>
                    <a:pt x="372" y="1553"/>
                  </a:lnTo>
                  <a:lnTo>
                    <a:pt x="352" y="1574"/>
                  </a:lnTo>
                  <a:lnTo>
                    <a:pt x="331" y="1591"/>
                  </a:lnTo>
                  <a:lnTo>
                    <a:pt x="309" y="1605"/>
                  </a:lnTo>
                  <a:lnTo>
                    <a:pt x="287" y="1616"/>
                  </a:lnTo>
                  <a:lnTo>
                    <a:pt x="263" y="1622"/>
                  </a:lnTo>
                  <a:lnTo>
                    <a:pt x="239" y="1624"/>
                  </a:lnTo>
                  <a:lnTo>
                    <a:pt x="214" y="1622"/>
                  </a:lnTo>
                  <a:lnTo>
                    <a:pt x="191" y="1616"/>
                  </a:lnTo>
                  <a:lnTo>
                    <a:pt x="168" y="1605"/>
                  </a:lnTo>
                  <a:lnTo>
                    <a:pt x="146" y="1591"/>
                  </a:lnTo>
                  <a:lnTo>
                    <a:pt x="125" y="1574"/>
                  </a:lnTo>
                  <a:lnTo>
                    <a:pt x="105" y="1553"/>
                  </a:lnTo>
                  <a:lnTo>
                    <a:pt x="87" y="1528"/>
                  </a:lnTo>
                  <a:lnTo>
                    <a:pt x="70" y="1501"/>
                  </a:lnTo>
                  <a:lnTo>
                    <a:pt x="55" y="1472"/>
                  </a:lnTo>
                  <a:lnTo>
                    <a:pt x="41" y="1439"/>
                  </a:lnTo>
                  <a:lnTo>
                    <a:pt x="29" y="1405"/>
                  </a:lnTo>
                  <a:lnTo>
                    <a:pt x="18" y="1367"/>
                  </a:lnTo>
                  <a:lnTo>
                    <a:pt x="10" y="1330"/>
                  </a:lnTo>
                  <a:lnTo>
                    <a:pt x="4" y="1290"/>
                  </a:lnTo>
                  <a:lnTo>
                    <a:pt x="1" y="1248"/>
                  </a:lnTo>
                  <a:lnTo>
                    <a:pt x="0" y="1206"/>
                  </a:lnTo>
                  <a:lnTo>
                    <a:pt x="1" y="1163"/>
                  </a:lnTo>
                  <a:lnTo>
                    <a:pt x="4" y="1121"/>
                  </a:lnTo>
                  <a:lnTo>
                    <a:pt x="10" y="1081"/>
                  </a:lnTo>
                  <a:lnTo>
                    <a:pt x="18" y="1043"/>
                  </a:lnTo>
                  <a:lnTo>
                    <a:pt x="29" y="1006"/>
                  </a:lnTo>
                  <a:lnTo>
                    <a:pt x="41" y="971"/>
                  </a:lnTo>
                  <a:lnTo>
                    <a:pt x="55" y="940"/>
                  </a:lnTo>
                  <a:lnTo>
                    <a:pt x="70" y="909"/>
                  </a:lnTo>
                  <a:lnTo>
                    <a:pt x="87" y="882"/>
                  </a:lnTo>
                  <a:lnTo>
                    <a:pt x="105" y="857"/>
                  </a:lnTo>
                  <a:lnTo>
                    <a:pt x="125" y="836"/>
                  </a:lnTo>
                  <a:lnTo>
                    <a:pt x="146" y="819"/>
                  </a:lnTo>
                  <a:lnTo>
                    <a:pt x="168" y="805"/>
                  </a:lnTo>
                  <a:lnTo>
                    <a:pt x="191" y="794"/>
                  </a:lnTo>
                  <a:lnTo>
                    <a:pt x="214" y="788"/>
                  </a:lnTo>
                  <a:lnTo>
                    <a:pt x="239" y="786"/>
                  </a:lnTo>
                  <a:close/>
                  <a:moveTo>
                    <a:pt x="1119" y="2495"/>
                  </a:moveTo>
                  <a:lnTo>
                    <a:pt x="1143" y="2498"/>
                  </a:lnTo>
                  <a:lnTo>
                    <a:pt x="1167" y="2504"/>
                  </a:lnTo>
                  <a:lnTo>
                    <a:pt x="1190" y="2514"/>
                  </a:lnTo>
                  <a:lnTo>
                    <a:pt x="1211" y="2528"/>
                  </a:lnTo>
                  <a:lnTo>
                    <a:pt x="1232" y="2546"/>
                  </a:lnTo>
                  <a:lnTo>
                    <a:pt x="1252" y="2567"/>
                  </a:lnTo>
                  <a:lnTo>
                    <a:pt x="1271" y="2592"/>
                  </a:lnTo>
                  <a:lnTo>
                    <a:pt x="1288" y="2618"/>
                  </a:lnTo>
                  <a:lnTo>
                    <a:pt x="1304" y="2648"/>
                  </a:lnTo>
                  <a:lnTo>
                    <a:pt x="1318" y="2681"/>
                  </a:lnTo>
                  <a:lnTo>
                    <a:pt x="1329" y="2715"/>
                  </a:lnTo>
                  <a:lnTo>
                    <a:pt x="1340" y="2752"/>
                  </a:lnTo>
                  <a:lnTo>
                    <a:pt x="1348" y="2790"/>
                  </a:lnTo>
                  <a:lnTo>
                    <a:pt x="1354" y="2830"/>
                  </a:lnTo>
                  <a:lnTo>
                    <a:pt x="1358" y="2872"/>
                  </a:lnTo>
                  <a:lnTo>
                    <a:pt x="1359" y="2914"/>
                  </a:lnTo>
                  <a:lnTo>
                    <a:pt x="1358" y="2956"/>
                  </a:lnTo>
                  <a:lnTo>
                    <a:pt x="1354" y="2998"/>
                  </a:lnTo>
                  <a:lnTo>
                    <a:pt x="1348" y="3038"/>
                  </a:lnTo>
                  <a:lnTo>
                    <a:pt x="1340" y="3077"/>
                  </a:lnTo>
                  <a:lnTo>
                    <a:pt x="1329" y="3113"/>
                  </a:lnTo>
                  <a:lnTo>
                    <a:pt x="1318" y="3147"/>
                  </a:lnTo>
                  <a:lnTo>
                    <a:pt x="1304" y="3180"/>
                  </a:lnTo>
                  <a:lnTo>
                    <a:pt x="1288" y="3209"/>
                  </a:lnTo>
                  <a:lnTo>
                    <a:pt x="1271" y="3238"/>
                  </a:lnTo>
                  <a:lnTo>
                    <a:pt x="1252" y="3261"/>
                  </a:lnTo>
                  <a:lnTo>
                    <a:pt x="1232" y="3282"/>
                  </a:lnTo>
                  <a:lnTo>
                    <a:pt x="1211" y="3301"/>
                  </a:lnTo>
                  <a:lnTo>
                    <a:pt x="1190" y="3315"/>
                  </a:lnTo>
                  <a:lnTo>
                    <a:pt x="1167" y="3325"/>
                  </a:lnTo>
                  <a:lnTo>
                    <a:pt x="1143" y="3331"/>
                  </a:lnTo>
                  <a:lnTo>
                    <a:pt x="1119" y="3334"/>
                  </a:lnTo>
                  <a:lnTo>
                    <a:pt x="1094" y="3331"/>
                  </a:lnTo>
                  <a:lnTo>
                    <a:pt x="1070" y="3325"/>
                  </a:lnTo>
                  <a:lnTo>
                    <a:pt x="1048" y="3315"/>
                  </a:lnTo>
                  <a:lnTo>
                    <a:pt x="1026" y="3301"/>
                  </a:lnTo>
                  <a:lnTo>
                    <a:pt x="1005" y="3282"/>
                  </a:lnTo>
                  <a:lnTo>
                    <a:pt x="985" y="3261"/>
                  </a:lnTo>
                  <a:lnTo>
                    <a:pt x="967" y="3238"/>
                  </a:lnTo>
                  <a:lnTo>
                    <a:pt x="950" y="3209"/>
                  </a:lnTo>
                  <a:lnTo>
                    <a:pt x="935" y="3180"/>
                  </a:lnTo>
                  <a:lnTo>
                    <a:pt x="921" y="3147"/>
                  </a:lnTo>
                  <a:lnTo>
                    <a:pt x="909" y="3113"/>
                  </a:lnTo>
                  <a:lnTo>
                    <a:pt x="898" y="3077"/>
                  </a:lnTo>
                  <a:lnTo>
                    <a:pt x="890" y="3038"/>
                  </a:lnTo>
                  <a:lnTo>
                    <a:pt x="884" y="2998"/>
                  </a:lnTo>
                  <a:lnTo>
                    <a:pt x="881" y="2956"/>
                  </a:lnTo>
                  <a:lnTo>
                    <a:pt x="880" y="2914"/>
                  </a:lnTo>
                  <a:lnTo>
                    <a:pt x="881" y="2872"/>
                  </a:lnTo>
                  <a:lnTo>
                    <a:pt x="884" y="2830"/>
                  </a:lnTo>
                  <a:lnTo>
                    <a:pt x="890" y="2790"/>
                  </a:lnTo>
                  <a:lnTo>
                    <a:pt x="898" y="2752"/>
                  </a:lnTo>
                  <a:lnTo>
                    <a:pt x="909" y="2715"/>
                  </a:lnTo>
                  <a:lnTo>
                    <a:pt x="921" y="2681"/>
                  </a:lnTo>
                  <a:lnTo>
                    <a:pt x="935" y="2648"/>
                  </a:lnTo>
                  <a:lnTo>
                    <a:pt x="950" y="2618"/>
                  </a:lnTo>
                  <a:lnTo>
                    <a:pt x="967" y="2592"/>
                  </a:lnTo>
                  <a:lnTo>
                    <a:pt x="985" y="2567"/>
                  </a:lnTo>
                  <a:lnTo>
                    <a:pt x="1005" y="2546"/>
                  </a:lnTo>
                  <a:lnTo>
                    <a:pt x="1026" y="2528"/>
                  </a:lnTo>
                  <a:lnTo>
                    <a:pt x="1048" y="2514"/>
                  </a:lnTo>
                  <a:lnTo>
                    <a:pt x="1070" y="2504"/>
                  </a:lnTo>
                  <a:lnTo>
                    <a:pt x="1094" y="2498"/>
                  </a:lnTo>
                  <a:lnTo>
                    <a:pt x="1119" y="2495"/>
                  </a:lnTo>
                  <a:close/>
                  <a:moveTo>
                    <a:pt x="2380" y="2651"/>
                  </a:moveTo>
                  <a:lnTo>
                    <a:pt x="2405" y="2654"/>
                  </a:lnTo>
                  <a:lnTo>
                    <a:pt x="2428" y="2660"/>
                  </a:lnTo>
                  <a:lnTo>
                    <a:pt x="2452" y="2670"/>
                  </a:lnTo>
                  <a:lnTo>
                    <a:pt x="2473" y="2684"/>
                  </a:lnTo>
                  <a:lnTo>
                    <a:pt x="2494" y="2703"/>
                  </a:lnTo>
                  <a:lnTo>
                    <a:pt x="2514" y="2724"/>
                  </a:lnTo>
                  <a:lnTo>
                    <a:pt x="2533" y="2747"/>
                  </a:lnTo>
                  <a:lnTo>
                    <a:pt x="2550" y="2774"/>
                  </a:lnTo>
                  <a:lnTo>
                    <a:pt x="2565" y="2805"/>
                  </a:lnTo>
                  <a:lnTo>
                    <a:pt x="2580" y="2838"/>
                  </a:lnTo>
                  <a:lnTo>
                    <a:pt x="2591" y="2872"/>
                  </a:lnTo>
                  <a:lnTo>
                    <a:pt x="2602" y="2908"/>
                  </a:lnTo>
                  <a:lnTo>
                    <a:pt x="2610" y="2947"/>
                  </a:lnTo>
                  <a:lnTo>
                    <a:pt x="2616" y="2987"/>
                  </a:lnTo>
                  <a:lnTo>
                    <a:pt x="2619" y="3029"/>
                  </a:lnTo>
                  <a:lnTo>
                    <a:pt x="2621" y="3071"/>
                  </a:lnTo>
                  <a:lnTo>
                    <a:pt x="2619" y="3113"/>
                  </a:lnTo>
                  <a:lnTo>
                    <a:pt x="2616" y="3155"/>
                  </a:lnTo>
                  <a:lnTo>
                    <a:pt x="2610" y="3195"/>
                  </a:lnTo>
                  <a:lnTo>
                    <a:pt x="2602" y="3233"/>
                  </a:lnTo>
                  <a:lnTo>
                    <a:pt x="2591" y="3270"/>
                  </a:lnTo>
                  <a:lnTo>
                    <a:pt x="2580" y="3304"/>
                  </a:lnTo>
                  <a:lnTo>
                    <a:pt x="2565" y="3337"/>
                  </a:lnTo>
                  <a:lnTo>
                    <a:pt x="2550" y="3367"/>
                  </a:lnTo>
                  <a:lnTo>
                    <a:pt x="2533" y="3393"/>
                  </a:lnTo>
                  <a:lnTo>
                    <a:pt x="2514" y="3418"/>
                  </a:lnTo>
                  <a:lnTo>
                    <a:pt x="2494" y="3439"/>
                  </a:lnTo>
                  <a:lnTo>
                    <a:pt x="2473" y="3457"/>
                  </a:lnTo>
                  <a:lnTo>
                    <a:pt x="2452" y="3471"/>
                  </a:lnTo>
                  <a:lnTo>
                    <a:pt x="2428" y="3481"/>
                  </a:lnTo>
                  <a:lnTo>
                    <a:pt x="2405" y="3487"/>
                  </a:lnTo>
                  <a:lnTo>
                    <a:pt x="2380" y="3490"/>
                  </a:lnTo>
                  <a:lnTo>
                    <a:pt x="2356" y="3487"/>
                  </a:lnTo>
                  <a:lnTo>
                    <a:pt x="2332" y="3481"/>
                  </a:lnTo>
                  <a:lnTo>
                    <a:pt x="2310" y="3471"/>
                  </a:lnTo>
                  <a:lnTo>
                    <a:pt x="2288" y="3457"/>
                  </a:lnTo>
                  <a:lnTo>
                    <a:pt x="2267" y="3439"/>
                  </a:lnTo>
                  <a:lnTo>
                    <a:pt x="2248" y="3418"/>
                  </a:lnTo>
                  <a:lnTo>
                    <a:pt x="2229" y="3393"/>
                  </a:lnTo>
                  <a:lnTo>
                    <a:pt x="2212" y="3367"/>
                  </a:lnTo>
                  <a:lnTo>
                    <a:pt x="2196" y="3337"/>
                  </a:lnTo>
                  <a:lnTo>
                    <a:pt x="2182" y="3304"/>
                  </a:lnTo>
                  <a:lnTo>
                    <a:pt x="2171" y="3270"/>
                  </a:lnTo>
                  <a:lnTo>
                    <a:pt x="2160" y="3233"/>
                  </a:lnTo>
                  <a:lnTo>
                    <a:pt x="2152" y="3195"/>
                  </a:lnTo>
                  <a:lnTo>
                    <a:pt x="2146" y="3155"/>
                  </a:lnTo>
                  <a:lnTo>
                    <a:pt x="2142" y="3113"/>
                  </a:lnTo>
                  <a:lnTo>
                    <a:pt x="2141" y="3071"/>
                  </a:lnTo>
                  <a:lnTo>
                    <a:pt x="2142" y="3029"/>
                  </a:lnTo>
                  <a:lnTo>
                    <a:pt x="2146" y="2987"/>
                  </a:lnTo>
                  <a:lnTo>
                    <a:pt x="2152" y="2947"/>
                  </a:lnTo>
                  <a:lnTo>
                    <a:pt x="2160" y="2908"/>
                  </a:lnTo>
                  <a:lnTo>
                    <a:pt x="2171" y="2872"/>
                  </a:lnTo>
                  <a:lnTo>
                    <a:pt x="2182" y="2838"/>
                  </a:lnTo>
                  <a:lnTo>
                    <a:pt x="2196" y="2805"/>
                  </a:lnTo>
                  <a:lnTo>
                    <a:pt x="2212" y="2774"/>
                  </a:lnTo>
                  <a:lnTo>
                    <a:pt x="2229" y="2747"/>
                  </a:lnTo>
                  <a:lnTo>
                    <a:pt x="2248" y="2724"/>
                  </a:lnTo>
                  <a:lnTo>
                    <a:pt x="2267" y="2703"/>
                  </a:lnTo>
                  <a:lnTo>
                    <a:pt x="2288" y="2684"/>
                  </a:lnTo>
                  <a:lnTo>
                    <a:pt x="2310" y="2670"/>
                  </a:lnTo>
                  <a:lnTo>
                    <a:pt x="2332" y="2660"/>
                  </a:lnTo>
                  <a:lnTo>
                    <a:pt x="2356" y="2654"/>
                  </a:lnTo>
                  <a:lnTo>
                    <a:pt x="2380" y="2651"/>
                  </a:lnTo>
                  <a:close/>
                  <a:moveTo>
                    <a:pt x="2342" y="1355"/>
                  </a:moveTo>
                  <a:lnTo>
                    <a:pt x="2366" y="1357"/>
                  </a:lnTo>
                  <a:lnTo>
                    <a:pt x="2390" y="1363"/>
                  </a:lnTo>
                  <a:lnTo>
                    <a:pt x="2412" y="1373"/>
                  </a:lnTo>
                  <a:lnTo>
                    <a:pt x="2434" y="1387"/>
                  </a:lnTo>
                  <a:lnTo>
                    <a:pt x="2455" y="1405"/>
                  </a:lnTo>
                  <a:lnTo>
                    <a:pt x="2475" y="1426"/>
                  </a:lnTo>
                  <a:lnTo>
                    <a:pt x="2493" y="1451"/>
                  </a:lnTo>
                  <a:lnTo>
                    <a:pt x="2510" y="1478"/>
                  </a:lnTo>
                  <a:lnTo>
                    <a:pt x="2526" y="1507"/>
                  </a:lnTo>
                  <a:lnTo>
                    <a:pt x="2540" y="1540"/>
                  </a:lnTo>
                  <a:lnTo>
                    <a:pt x="2551" y="1574"/>
                  </a:lnTo>
                  <a:lnTo>
                    <a:pt x="2562" y="1611"/>
                  </a:lnTo>
                  <a:lnTo>
                    <a:pt x="2570" y="1649"/>
                  </a:lnTo>
                  <a:lnTo>
                    <a:pt x="2576" y="1689"/>
                  </a:lnTo>
                  <a:lnTo>
                    <a:pt x="2580" y="1731"/>
                  </a:lnTo>
                  <a:lnTo>
                    <a:pt x="2581" y="1773"/>
                  </a:lnTo>
                  <a:lnTo>
                    <a:pt x="2580" y="1815"/>
                  </a:lnTo>
                  <a:lnTo>
                    <a:pt x="2576" y="1858"/>
                  </a:lnTo>
                  <a:lnTo>
                    <a:pt x="2570" y="1897"/>
                  </a:lnTo>
                  <a:lnTo>
                    <a:pt x="2562" y="1936"/>
                  </a:lnTo>
                  <a:lnTo>
                    <a:pt x="2551" y="1972"/>
                  </a:lnTo>
                  <a:lnTo>
                    <a:pt x="2540" y="2008"/>
                  </a:lnTo>
                  <a:lnTo>
                    <a:pt x="2526" y="2039"/>
                  </a:lnTo>
                  <a:lnTo>
                    <a:pt x="2510" y="2070"/>
                  </a:lnTo>
                  <a:lnTo>
                    <a:pt x="2493" y="2097"/>
                  </a:lnTo>
                  <a:lnTo>
                    <a:pt x="2475" y="2121"/>
                  </a:lnTo>
                  <a:lnTo>
                    <a:pt x="2455" y="2142"/>
                  </a:lnTo>
                  <a:lnTo>
                    <a:pt x="2434" y="2160"/>
                  </a:lnTo>
                  <a:lnTo>
                    <a:pt x="2412" y="2174"/>
                  </a:lnTo>
                  <a:lnTo>
                    <a:pt x="2390" y="2185"/>
                  </a:lnTo>
                  <a:lnTo>
                    <a:pt x="2366" y="2191"/>
                  </a:lnTo>
                  <a:lnTo>
                    <a:pt x="2342" y="2193"/>
                  </a:lnTo>
                  <a:lnTo>
                    <a:pt x="2317" y="2191"/>
                  </a:lnTo>
                  <a:lnTo>
                    <a:pt x="2294" y="2185"/>
                  </a:lnTo>
                  <a:lnTo>
                    <a:pt x="2270" y="2174"/>
                  </a:lnTo>
                  <a:lnTo>
                    <a:pt x="2249" y="2160"/>
                  </a:lnTo>
                  <a:lnTo>
                    <a:pt x="2228" y="2142"/>
                  </a:lnTo>
                  <a:lnTo>
                    <a:pt x="2208" y="2121"/>
                  </a:lnTo>
                  <a:lnTo>
                    <a:pt x="2189" y="2097"/>
                  </a:lnTo>
                  <a:lnTo>
                    <a:pt x="2173" y="2070"/>
                  </a:lnTo>
                  <a:lnTo>
                    <a:pt x="2157" y="2039"/>
                  </a:lnTo>
                  <a:lnTo>
                    <a:pt x="2142" y="2008"/>
                  </a:lnTo>
                  <a:lnTo>
                    <a:pt x="2131" y="1972"/>
                  </a:lnTo>
                  <a:lnTo>
                    <a:pt x="2120" y="1936"/>
                  </a:lnTo>
                  <a:lnTo>
                    <a:pt x="2112" y="1897"/>
                  </a:lnTo>
                  <a:lnTo>
                    <a:pt x="2106" y="1858"/>
                  </a:lnTo>
                  <a:lnTo>
                    <a:pt x="2103" y="1815"/>
                  </a:lnTo>
                  <a:lnTo>
                    <a:pt x="2101" y="1773"/>
                  </a:lnTo>
                  <a:lnTo>
                    <a:pt x="2103" y="1731"/>
                  </a:lnTo>
                  <a:lnTo>
                    <a:pt x="2106" y="1689"/>
                  </a:lnTo>
                  <a:lnTo>
                    <a:pt x="2112" y="1649"/>
                  </a:lnTo>
                  <a:lnTo>
                    <a:pt x="2120" y="1611"/>
                  </a:lnTo>
                  <a:lnTo>
                    <a:pt x="2131" y="1574"/>
                  </a:lnTo>
                  <a:lnTo>
                    <a:pt x="2142" y="1540"/>
                  </a:lnTo>
                  <a:lnTo>
                    <a:pt x="2157" y="1507"/>
                  </a:lnTo>
                  <a:lnTo>
                    <a:pt x="2173" y="1478"/>
                  </a:lnTo>
                  <a:lnTo>
                    <a:pt x="2189" y="1451"/>
                  </a:lnTo>
                  <a:lnTo>
                    <a:pt x="2208" y="1426"/>
                  </a:lnTo>
                  <a:lnTo>
                    <a:pt x="2228" y="1405"/>
                  </a:lnTo>
                  <a:lnTo>
                    <a:pt x="2249" y="1387"/>
                  </a:lnTo>
                  <a:lnTo>
                    <a:pt x="2270" y="1373"/>
                  </a:lnTo>
                  <a:lnTo>
                    <a:pt x="2294" y="1363"/>
                  </a:lnTo>
                  <a:lnTo>
                    <a:pt x="2317" y="1357"/>
                  </a:lnTo>
                  <a:lnTo>
                    <a:pt x="2342" y="1355"/>
                  </a:lnTo>
                  <a:close/>
                  <a:moveTo>
                    <a:pt x="3179" y="819"/>
                  </a:moveTo>
                  <a:lnTo>
                    <a:pt x="3204" y="821"/>
                  </a:lnTo>
                  <a:lnTo>
                    <a:pt x="3227" y="827"/>
                  </a:lnTo>
                  <a:lnTo>
                    <a:pt x="3250" y="838"/>
                  </a:lnTo>
                  <a:lnTo>
                    <a:pt x="3272" y="852"/>
                  </a:lnTo>
                  <a:lnTo>
                    <a:pt x="3293" y="869"/>
                  </a:lnTo>
                  <a:lnTo>
                    <a:pt x="3312" y="890"/>
                  </a:lnTo>
                  <a:lnTo>
                    <a:pt x="3331" y="915"/>
                  </a:lnTo>
                  <a:lnTo>
                    <a:pt x="3348" y="942"/>
                  </a:lnTo>
                  <a:lnTo>
                    <a:pt x="3363" y="971"/>
                  </a:lnTo>
                  <a:lnTo>
                    <a:pt x="3377" y="1004"/>
                  </a:lnTo>
                  <a:lnTo>
                    <a:pt x="3389" y="1038"/>
                  </a:lnTo>
                  <a:lnTo>
                    <a:pt x="3400" y="1076"/>
                  </a:lnTo>
                  <a:lnTo>
                    <a:pt x="3408" y="1113"/>
                  </a:lnTo>
                  <a:lnTo>
                    <a:pt x="3414" y="1153"/>
                  </a:lnTo>
                  <a:lnTo>
                    <a:pt x="3417" y="1195"/>
                  </a:lnTo>
                  <a:lnTo>
                    <a:pt x="3418" y="1237"/>
                  </a:lnTo>
                  <a:lnTo>
                    <a:pt x="3417" y="1280"/>
                  </a:lnTo>
                  <a:lnTo>
                    <a:pt x="3414" y="1322"/>
                  </a:lnTo>
                  <a:lnTo>
                    <a:pt x="3408" y="1362"/>
                  </a:lnTo>
                  <a:lnTo>
                    <a:pt x="3400" y="1399"/>
                  </a:lnTo>
                  <a:lnTo>
                    <a:pt x="3389" y="1437"/>
                  </a:lnTo>
                  <a:lnTo>
                    <a:pt x="3377" y="1471"/>
                  </a:lnTo>
                  <a:lnTo>
                    <a:pt x="3363" y="1503"/>
                  </a:lnTo>
                  <a:lnTo>
                    <a:pt x="3348" y="1533"/>
                  </a:lnTo>
                  <a:lnTo>
                    <a:pt x="3331" y="1560"/>
                  </a:lnTo>
                  <a:lnTo>
                    <a:pt x="3312" y="1584"/>
                  </a:lnTo>
                  <a:lnTo>
                    <a:pt x="3293" y="1605"/>
                  </a:lnTo>
                  <a:lnTo>
                    <a:pt x="3272" y="1623"/>
                  </a:lnTo>
                  <a:lnTo>
                    <a:pt x="3250" y="1637"/>
                  </a:lnTo>
                  <a:lnTo>
                    <a:pt x="3227" y="1648"/>
                  </a:lnTo>
                  <a:lnTo>
                    <a:pt x="3204" y="1654"/>
                  </a:lnTo>
                  <a:lnTo>
                    <a:pt x="3179" y="1656"/>
                  </a:lnTo>
                  <a:lnTo>
                    <a:pt x="3155" y="1654"/>
                  </a:lnTo>
                  <a:lnTo>
                    <a:pt x="3131" y="1648"/>
                  </a:lnTo>
                  <a:lnTo>
                    <a:pt x="3108" y="1637"/>
                  </a:lnTo>
                  <a:lnTo>
                    <a:pt x="3087" y="1623"/>
                  </a:lnTo>
                  <a:lnTo>
                    <a:pt x="3066" y="1605"/>
                  </a:lnTo>
                  <a:lnTo>
                    <a:pt x="3046" y="1584"/>
                  </a:lnTo>
                  <a:lnTo>
                    <a:pt x="3027" y="1560"/>
                  </a:lnTo>
                  <a:lnTo>
                    <a:pt x="3011" y="1533"/>
                  </a:lnTo>
                  <a:lnTo>
                    <a:pt x="2994" y="1503"/>
                  </a:lnTo>
                  <a:lnTo>
                    <a:pt x="2980" y="1471"/>
                  </a:lnTo>
                  <a:lnTo>
                    <a:pt x="2968" y="1437"/>
                  </a:lnTo>
                  <a:lnTo>
                    <a:pt x="2958" y="1399"/>
                  </a:lnTo>
                  <a:lnTo>
                    <a:pt x="2950" y="1362"/>
                  </a:lnTo>
                  <a:lnTo>
                    <a:pt x="2944" y="1322"/>
                  </a:lnTo>
                  <a:lnTo>
                    <a:pt x="2940" y="1280"/>
                  </a:lnTo>
                  <a:lnTo>
                    <a:pt x="2939" y="1237"/>
                  </a:lnTo>
                  <a:lnTo>
                    <a:pt x="2940" y="1195"/>
                  </a:lnTo>
                  <a:lnTo>
                    <a:pt x="2944" y="1153"/>
                  </a:lnTo>
                  <a:lnTo>
                    <a:pt x="2950" y="1113"/>
                  </a:lnTo>
                  <a:lnTo>
                    <a:pt x="2958" y="1076"/>
                  </a:lnTo>
                  <a:lnTo>
                    <a:pt x="2968" y="1038"/>
                  </a:lnTo>
                  <a:lnTo>
                    <a:pt x="2980" y="1004"/>
                  </a:lnTo>
                  <a:lnTo>
                    <a:pt x="2994" y="971"/>
                  </a:lnTo>
                  <a:lnTo>
                    <a:pt x="3011" y="942"/>
                  </a:lnTo>
                  <a:lnTo>
                    <a:pt x="3027" y="915"/>
                  </a:lnTo>
                  <a:lnTo>
                    <a:pt x="3046" y="890"/>
                  </a:lnTo>
                  <a:lnTo>
                    <a:pt x="3066" y="869"/>
                  </a:lnTo>
                  <a:lnTo>
                    <a:pt x="3087" y="852"/>
                  </a:lnTo>
                  <a:lnTo>
                    <a:pt x="3108" y="838"/>
                  </a:lnTo>
                  <a:lnTo>
                    <a:pt x="3131" y="827"/>
                  </a:lnTo>
                  <a:lnTo>
                    <a:pt x="3155" y="821"/>
                  </a:lnTo>
                  <a:lnTo>
                    <a:pt x="3179" y="819"/>
                  </a:lnTo>
                  <a:close/>
                  <a:moveTo>
                    <a:pt x="3246" y="2144"/>
                  </a:moveTo>
                  <a:lnTo>
                    <a:pt x="3271" y="2146"/>
                  </a:lnTo>
                  <a:lnTo>
                    <a:pt x="3294" y="2152"/>
                  </a:lnTo>
                  <a:lnTo>
                    <a:pt x="3316" y="2162"/>
                  </a:lnTo>
                  <a:lnTo>
                    <a:pt x="3339" y="2176"/>
                  </a:lnTo>
                  <a:lnTo>
                    <a:pt x="3360" y="2194"/>
                  </a:lnTo>
                  <a:lnTo>
                    <a:pt x="3380" y="2215"/>
                  </a:lnTo>
                  <a:lnTo>
                    <a:pt x="3397" y="2240"/>
                  </a:lnTo>
                  <a:lnTo>
                    <a:pt x="3415" y="2267"/>
                  </a:lnTo>
                  <a:lnTo>
                    <a:pt x="3430" y="2296"/>
                  </a:lnTo>
                  <a:lnTo>
                    <a:pt x="3444" y="2329"/>
                  </a:lnTo>
                  <a:lnTo>
                    <a:pt x="3456" y="2363"/>
                  </a:lnTo>
                  <a:lnTo>
                    <a:pt x="3466" y="2400"/>
                  </a:lnTo>
                  <a:lnTo>
                    <a:pt x="3475" y="2438"/>
                  </a:lnTo>
                  <a:lnTo>
                    <a:pt x="3480" y="2478"/>
                  </a:lnTo>
                  <a:lnTo>
                    <a:pt x="3484" y="2520"/>
                  </a:lnTo>
                  <a:lnTo>
                    <a:pt x="3485" y="2562"/>
                  </a:lnTo>
                  <a:lnTo>
                    <a:pt x="3484" y="2604"/>
                  </a:lnTo>
                  <a:lnTo>
                    <a:pt x="3480" y="2647"/>
                  </a:lnTo>
                  <a:lnTo>
                    <a:pt x="3475" y="2686"/>
                  </a:lnTo>
                  <a:lnTo>
                    <a:pt x="3466" y="2725"/>
                  </a:lnTo>
                  <a:lnTo>
                    <a:pt x="3456" y="2762"/>
                  </a:lnTo>
                  <a:lnTo>
                    <a:pt x="3444" y="2796"/>
                  </a:lnTo>
                  <a:lnTo>
                    <a:pt x="3430" y="2828"/>
                  </a:lnTo>
                  <a:lnTo>
                    <a:pt x="3415" y="2858"/>
                  </a:lnTo>
                  <a:lnTo>
                    <a:pt x="3397" y="2886"/>
                  </a:lnTo>
                  <a:lnTo>
                    <a:pt x="3380" y="2909"/>
                  </a:lnTo>
                  <a:lnTo>
                    <a:pt x="3360" y="2930"/>
                  </a:lnTo>
                  <a:lnTo>
                    <a:pt x="3339" y="2949"/>
                  </a:lnTo>
                  <a:lnTo>
                    <a:pt x="3316" y="2963"/>
                  </a:lnTo>
                  <a:lnTo>
                    <a:pt x="3294" y="2974"/>
                  </a:lnTo>
                  <a:lnTo>
                    <a:pt x="3271" y="2980"/>
                  </a:lnTo>
                  <a:lnTo>
                    <a:pt x="3246" y="2982"/>
                  </a:lnTo>
                  <a:lnTo>
                    <a:pt x="3222" y="2980"/>
                  </a:lnTo>
                  <a:lnTo>
                    <a:pt x="3198" y="2974"/>
                  </a:lnTo>
                  <a:lnTo>
                    <a:pt x="3176" y="2963"/>
                  </a:lnTo>
                  <a:lnTo>
                    <a:pt x="3154" y="2949"/>
                  </a:lnTo>
                  <a:lnTo>
                    <a:pt x="3133" y="2930"/>
                  </a:lnTo>
                  <a:lnTo>
                    <a:pt x="3113" y="2909"/>
                  </a:lnTo>
                  <a:lnTo>
                    <a:pt x="3095" y="2886"/>
                  </a:lnTo>
                  <a:lnTo>
                    <a:pt x="3077" y="2858"/>
                  </a:lnTo>
                  <a:lnTo>
                    <a:pt x="3062" y="2828"/>
                  </a:lnTo>
                  <a:lnTo>
                    <a:pt x="3048" y="2796"/>
                  </a:lnTo>
                  <a:lnTo>
                    <a:pt x="3036" y="2762"/>
                  </a:lnTo>
                  <a:lnTo>
                    <a:pt x="3026" y="2725"/>
                  </a:lnTo>
                  <a:lnTo>
                    <a:pt x="3018" y="2686"/>
                  </a:lnTo>
                  <a:lnTo>
                    <a:pt x="3012" y="2647"/>
                  </a:lnTo>
                  <a:lnTo>
                    <a:pt x="3008" y="2604"/>
                  </a:lnTo>
                  <a:lnTo>
                    <a:pt x="3007" y="2562"/>
                  </a:lnTo>
                  <a:lnTo>
                    <a:pt x="3008" y="2520"/>
                  </a:lnTo>
                  <a:lnTo>
                    <a:pt x="3012" y="2478"/>
                  </a:lnTo>
                  <a:lnTo>
                    <a:pt x="3018" y="2438"/>
                  </a:lnTo>
                  <a:lnTo>
                    <a:pt x="3026" y="2400"/>
                  </a:lnTo>
                  <a:lnTo>
                    <a:pt x="3036" y="2363"/>
                  </a:lnTo>
                  <a:lnTo>
                    <a:pt x="3048" y="2329"/>
                  </a:lnTo>
                  <a:lnTo>
                    <a:pt x="3062" y="2296"/>
                  </a:lnTo>
                  <a:lnTo>
                    <a:pt x="3077" y="2267"/>
                  </a:lnTo>
                  <a:lnTo>
                    <a:pt x="3095" y="2240"/>
                  </a:lnTo>
                  <a:lnTo>
                    <a:pt x="3113" y="2215"/>
                  </a:lnTo>
                  <a:lnTo>
                    <a:pt x="3133" y="2194"/>
                  </a:lnTo>
                  <a:lnTo>
                    <a:pt x="3154" y="2176"/>
                  </a:lnTo>
                  <a:lnTo>
                    <a:pt x="3176" y="2162"/>
                  </a:lnTo>
                  <a:lnTo>
                    <a:pt x="3198" y="2152"/>
                  </a:lnTo>
                  <a:lnTo>
                    <a:pt x="3222" y="2146"/>
                  </a:lnTo>
                  <a:lnTo>
                    <a:pt x="3246" y="214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8882" name="Freeform 48"/>
            <p:cNvSpPr>
              <a:spLocks/>
            </p:cNvSpPr>
            <p:nvPr/>
          </p:nvSpPr>
          <p:spPr bwMode="auto">
            <a:xfrm>
              <a:off x="1267" y="1588"/>
              <a:ext cx="87" cy="52"/>
            </a:xfrm>
            <a:custGeom>
              <a:avLst/>
              <a:gdLst>
                <a:gd name="T0" fmla="*/ 3 w 437"/>
                <a:gd name="T1" fmla="*/ 2 h 260"/>
                <a:gd name="T2" fmla="*/ 3 w 437"/>
                <a:gd name="T3" fmla="*/ 2 h 260"/>
                <a:gd name="T4" fmla="*/ 3 w 437"/>
                <a:gd name="T5" fmla="*/ 2 h 260"/>
                <a:gd name="T6" fmla="*/ 3 w 437"/>
                <a:gd name="T7" fmla="*/ 2 h 260"/>
                <a:gd name="T8" fmla="*/ 3 w 437"/>
                <a:gd name="T9" fmla="*/ 1 h 260"/>
                <a:gd name="T10" fmla="*/ 3 w 437"/>
                <a:gd name="T11" fmla="*/ 1 h 260"/>
                <a:gd name="T12" fmla="*/ 3 w 437"/>
                <a:gd name="T13" fmla="*/ 1 h 260"/>
                <a:gd name="T14" fmla="*/ 3 w 437"/>
                <a:gd name="T15" fmla="*/ 1 h 260"/>
                <a:gd name="T16" fmla="*/ 3 w 437"/>
                <a:gd name="T17" fmla="*/ 1 h 260"/>
                <a:gd name="T18" fmla="*/ 2 w 437"/>
                <a:gd name="T19" fmla="*/ 1 h 260"/>
                <a:gd name="T20" fmla="*/ 2 w 437"/>
                <a:gd name="T21" fmla="*/ 0 h 260"/>
                <a:gd name="T22" fmla="*/ 2 w 437"/>
                <a:gd name="T23" fmla="*/ 0 h 260"/>
                <a:gd name="T24" fmla="*/ 2 w 437"/>
                <a:gd name="T25" fmla="*/ 0 h 260"/>
                <a:gd name="T26" fmla="*/ 1 w 437"/>
                <a:gd name="T27" fmla="*/ 0 h 260"/>
                <a:gd name="T28" fmla="*/ 1 w 437"/>
                <a:gd name="T29" fmla="*/ 0 h 260"/>
                <a:gd name="T30" fmla="*/ 1 w 437"/>
                <a:gd name="T31" fmla="*/ 0 h 260"/>
                <a:gd name="T32" fmla="*/ 0 w 437"/>
                <a:gd name="T33" fmla="*/ 0 h 260"/>
                <a:gd name="T34" fmla="*/ 0 w 437"/>
                <a:gd name="T35" fmla="*/ 0 h 260"/>
                <a:gd name="T36" fmla="*/ 0 w 437"/>
                <a:gd name="T37" fmla="*/ 0 h 260"/>
                <a:gd name="T38" fmla="*/ 0 w 437"/>
                <a:gd name="T39" fmla="*/ 0 h 260"/>
                <a:gd name="T40" fmla="*/ 1 w 437"/>
                <a:gd name="T41" fmla="*/ 0 h 260"/>
                <a:gd name="T42" fmla="*/ 1 w 437"/>
                <a:gd name="T43" fmla="*/ 0 h 260"/>
                <a:gd name="T44" fmla="*/ 1 w 437"/>
                <a:gd name="T45" fmla="*/ 0 h 260"/>
                <a:gd name="T46" fmla="*/ 2 w 437"/>
                <a:gd name="T47" fmla="*/ 0 h 260"/>
                <a:gd name="T48" fmla="*/ 2 w 437"/>
                <a:gd name="T49" fmla="*/ 0 h 260"/>
                <a:gd name="T50" fmla="*/ 2 w 437"/>
                <a:gd name="T51" fmla="*/ 1 h 260"/>
                <a:gd name="T52" fmla="*/ 2 w 437"/>
                <a:gd name="T53" fmla="*/ 1 h 260"/>
                <a:gd name="T54" fmla="*/ 3 w 437"/>
                <a:gd name="T55" fmla="*/ 1 h 260"/>
                <a:gd name="T56" fmla="*/ 3 w 437"/>
                <a:gd name="T57" fmla="*/ 1 h 260"/>
                <a:gd name="T58" fmla="*/ 3 w 437"/>
                <a:gd name="T59" fmla="*/ 1 h 260"/>
                <a:gd name="T60" fmla="*/ 3 w 437"/>
                <a:gd name="T61" fmla="*/ 1 h 260"/>
                <a:gd name="T62" fmla="*/ 3 w 437"/>
                <a:gd name="T63" fmla="*/ 1 h 260"/>
                <a:gd name="T64" fmla="*/ 3 w 437"/>
                <a:gd name="T65" fmla="*/ 2 h 260"/>
                <a:gd name="T66" fmla="*/ 3 w 437"/>
                <a:gd name="T67" fmla="*/ 2 h 260"/>
                <a:gd name="T68" fmla="*/ 3 w 437"/>
                <a:gd name="T69" fmla="*/ 2 h 260"/>
                <a:gd name="T70" fmla="*/ 3 w 437"/>
                <a:gd name="T71" fmla="*/ 2 h 260"/>
                <a:gd name="T72" fmla="*/ 3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437" y="260"/>
                  </a:moveTo>
                  <a:lnTo>
                    <a:pt x="437" y="260"/>
                  </a:lnTo>
                  <a:lnTo>
                    <a:pt x="434" y="233"/>
                  </a:lnTo>
                  <a:lnTo>
                    <a:pt x="427" y="206"/>
                  </a:lnTo>
                  <a:lnTo>
                    <a:pt x="417" y="181"/>
                  </a:lnTo>
                  <a:lnTo>
                    <a:pt x="401" y="157"/>
                  </a:lnTo>
                  <a:lnTo>
                    <a:pt x="383" y="133"/>
                  </a:lnTo>
                  <a:lnTo>
                    <a:pt x="360" y="113"/>
                  </a:lnTo>
                  <a:lnTo>
                    <a:pt x="336" y="93"/>
                  </a:lnTo>
                  <a:lnTo>
                    <a:pt x="308" y="73"/>
                  </a:lnTo>
                  <a:lnTo>
                    <a:pt x="276" y="58"/>
                  </a:lnTo>
                  <a:lnTo>
                    <a:pt x="242" y="43"/>
                  </a:lnTo>
                  <a:lnTo>
                    <a:pt x="207" y="30"/>
                  </a:lnTo>
                  <a:lnTo>
                    <a:pt x="168" y="19"/>
                  </a:lnTo>
                  <a:lnTo>
                    <a:pt x="128" y="11"/>
                  </a:lnTo>
                  <a:lnTo>
                    <a:pt x="87" y="4"/>
                  </a:lnTo>
                  <a:lnTo>
                    <a:pt x="43" y="1"/>
                  </a:lnTo>
                  <a:lnTo>
                    <a:pt x="0" y="0"/>
                  </a:lnTo>
                  <a:lnTo>
                    <a:pt x="0" y="11"/>
                  </a:lnTo>
                  <a:lnTo>
                    <a:pt x="43" y="12"/>
                  </a:lnTo>
                  <a:lnTo>
                    <a:pt x="85" y="16"/>
                  </a:lnTo>
                  <a:lnTo>
                    <a:pt x="126" y="23"/>
                  </a:lnTo>
                  <a:lnTo>
                    <a:pt x="166" y="31"/>
                  </a:lnTo>
                  <a:lnTo>
                    <a:pt x="202" y="42"/>
                  </a:lnTo>
                  <a:lnTo>
                    <a:pt x="237" y="55"/>
                  </a:lnTo>
                  <a:lnTo>
                    <a:pt x="271" y="70"/>
                  </a:lnTo>
                  <a:lnTo>
                    <a:pt x="301" y="85"/>
                  </a:lnTo>
                  <a:lnTo>
                    <a:pt x="329" y="103"/>
                  </a:lnTo>
                  <a:lnTo>
                    <a:pt x="353" y="123"/>
                  </a:lnTo>
                  <a:lnTo>
                    <a:pt x="373" y="143"/>
                  </a:lnTo>
                  <a:lnTo>
                    <a:pt x="392" y="164"/>
                  </a:lnTo>
                  <a:lnTo>
                    <a:pt x="405" y="186"/>
                  </a:lnTo>
                  <a:lnTo>
                    <a:pt x="415" y="211"/>
                  </a:lnTo>
                  <a:lnTo>
                    <a:pt x="422" y="235"/>
                  </a:lnTo>
                  <a:lnTo>
                    <a:pt x="425" y="260"/>
                  </a:lnTo>
                  <a:lnTo>
                    <a:pt x="437"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8883" name="Freeform 49"/>
            <p:cNvSpPr>
              <a:spLocks/>
            </p:cNvSpPr>
            <p:nvPr/>
          </p:nvSpPr>
          <p:spPr bwMode="auto">
            <a:xfrm>
              <a:off x="1267" y="1640"/>
              <a:ext cx="87" cy="52"/>
            </a:xfrm>
            <a:custGeom>
              <a:avLst/>
              <a:gdLst>
                <a:gd name="T0" fmla="*/ 0 w 437"/>
                <a:gd name="T1" fmla="*/ 2 h 260"/>
                <a:gd name="T2" fmla="*/ 0 w 437"/>
                <a:gd name="T3" fmla="*/ 2 h 260"/>
                <a:gd name="T4" fmla="*/ 0 w 437"/>
                <a:gd name="T5" fmla="*/ 2 h 260"/>
                <a:gd name="T6" fmla="*/ 1 w 437"/>
                <a:gd name="T7" fmla="*/ 2 h 260"/>
                <a:gd name="T8" fmla="*/ 1 w 437"/>
                <a:gd name="T9" fmla="*/ 2 h 260"/>
                <a:gd name="T10" fmla="*/ 1 w 437"/>
                <a:gd name="T11" fmla="*/ 2 h 260"/>
                <a:gd name="T12" fmla="*/ 2 w 437"/>
                <a:gd name="T13" fmla="*/ 2 h 260"/>
                <a:gd name="T14" fmla="*/ 2 w 437"/>
                <a:gd name="T15" fmla="*/ 2 h 260"/>
                <a:gd name="T16" fmla="*/ 2 w 437"/>
                <a:gd name="T17" fmla="*/ 2 h 260"/>
                <a:gd name="T18" fmla="*/ 2 w 437"/>
                <a:gd name="T19" fmla="*/ 1 h 260"/>
                <a:gd name="T20" fmla="*/ 3 w 437"/>
                <a:gd name="T21" fmla="*/ 1 h 260"/>
                <a:gd name="T22" fmla="*/ 3 w 437"/>
                <a:gd name="T23" fmla="*/ 1 h 260"/>
                <a:gd name="T24" fmla="*/ 3 w 437"/>
                <a:gd name="T25" fmla="*/ 1 h 260"/>
                <a:gd name="T26" fmla="*/ 3 w 437"/>
                <a:gd name="T27" fmla="*/ 1 h 260"/>
                <a:gd name="T28" fmla="*/ 3 w 437"/>
                <a:gd name="T29" fmla="*/ 1 h 260"/>
                <a:gd name="T30" fmla="*/ 3 w 437"/>
                <a:gd name="T31" fmla="*/ 0 h 260"/>
                <a:gd name="T32" fmla="*/ 3 w 437"/>
                <a:gd name="T33" fmla="*/ 0 h 260"/>
                <a:gd name="T34" fmla="*/ 3 w 437"/>
                <a:gd name="T35" fmla="*/ 0 h 260"/>
                <a:gd name="T36" fmla="*/ 3 w 437"/>
                <a:gd name="T37" fmla="*/ 0 h 260"/>
                <a:gd name="T38" fmla="*/ 3 w 437"/>
                <a:gd name="T39" fmla="*/ 0 h 260"/>
                <a:gd name="T40" fmla="*/ 3 w 437"/>
                <a:gd name="T41" fmla="*/ 0 h 260"/>
                <a:gd name="T42" fmla="*/ 3 w 437"/>
                <a:gd name="T43" fmla="*/ 1 h 260"/>
                <a:gd name="T44" fmla="*/ 3 w 437"/>
                <a:gd name="T45" fmla="*/ 1 h 260"/>
                <a:gd name="T46" fmla="*/ 3 w 437"/>
                <a:gd name="T47" fmla="*/ 1 h 260"/>
                <a:gd name="T48" fmla="*/ 3 w 437"/>
                <a:gd name="T49" fmla="*/ 1 h 260"/>
                <a:gd name="T50" fmla="*/ 3 w 437"/>
                <a:gd name="T51" fmla="*/ 1 h 260"/>
                <a:gd name="T52" fmla="*/ 2 w 437"/>
                <a:gd name="T53" fmla="*/ 1 h 260"/>
                <a:gd name="T54" fmla="*/ 2 w 437"/>
                <a:gd name="T55" fmla="*/ 2 h 260"/>
                <a:gd name="T56" fmla="*/ 2 w 437"/>
                <a:gd name="T57" fmla="*/ 2 h 260"/>
                <a:gd name="T58" fmla="*/ 2 w 437"/>
                <a:gd name="T59" fmla="*/ 2 h 260"/>
                <a:gd name="T60" fmla="*/ 1 w 437"/>
                <a:gd name="T61" fmla="*/ 2 h 260"/>
                <a:gd name="T62" fmla="*/ 1 w 437"/>
                <a:gd name="T63" fmla="*/ 2 h 260"/>
                <a:gd name="T64" fmla="*/ 1 w 437"/>
                <a:gd name="T65" fmla="*/ 2 h 260"/>
                <a:gd name="T66" fmla="*/ 0 w 437"/>
                <a:gd name="T67" fmla="*/ 2 h 260"/>
                <a:gd name="T68" fmla="*/ 0 w 437"/>
                <a:gd name="T69" fmla="*/ 2 h 260"/>
                <a:gd name="T70" fmla="*/ 0 w 437"/>
                <a:gd name="T71" fmla="*/ 2 h 260"/>
                <a:gd name="T72" fmla="*/ 0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0" y="260"/>
                  </a:moveTo>
                  <a:lnTo>
                    <a:pt x="0" y="260"/>
                  </a:lnTo>
                  <a:lnTo>
                    <a:pt x="43" y="259"/>
                  </a:lnTo>
                  <a:lnTo>
                    <a:pt x="87" y="255"/>
                  </a:lnTo>
                  <a:lnTo>
                    <a:pt x="128" y="248"/>
                  </a:lnTo>
                  <a:lnTo>
                    <a:pt x="168" y="240"/>
                  </a:lnTo>
                  <a:lnTo>
                    <a:pt x="207" y="230"/>
                  </a:lnTo>
                  <a:lnTo>
                    <a:pt x="242" y="217"/>
                  </a:lnTo>
                  <a:lnTo>
                    <a:pt x="276" y="202"/>
                  </a:lnTo>
                  <a:lnTo>
                    <a:pt x="308" y="185"/>
                  </a:lnTo>
                  <a:lnTo>
                    <a:pt x="336" y="166"/>
                  </a:lnTo>
                  <a:lnTo>
                    <a:pt x="360" y="146"/>
                  </a:lnTo>
                  <a:lnTo>
                    <a:pt x="383" y="125"/>
                  </a:lnTo>
                  <a:lnTo>
                    <a:pt x="401" y="102"/>
                  </a:lnTo>
                  <a:lnTo>
                    <a:pt x="417" y="77"/>
                  </a:lnTo>
                  <a:lnTo>
                    <a:pt x="427" y="53"/>
                  </a:lnTo>
                  <a:lnTo>
                    <a:pt x="434" y="27"/>
                  </a:lnTo>
                  <a:lnTo>
                    <a:pt x="437" y="0"/>
                  </a:lnTo>
                  <a:lnTo>
                    <a:pt x="425" y="0"/>
                  </a:lnTo>
                  <a:lnTo>
                    <a:pt x="422" y="24"/>
                  </a:lnTo>
                  <a:lnTo>
                    <a:pt x="415" y="48"/>
                  </a:lnTo>
                  <a:lnTo>
                    <a:pt x="405" y="73"/>
                  </a:lnTo>
                  <a:lnTo>
                    <a:pt x="392" y="95"/>
                  </a:lnTo>
                  <a:lnTo>
                    <a:pt x="373" y="116"/>
                  </a:lnTo>
                  <a:lnTo>
                    <a:pt x="353" y="137"/>
                  </a:lnTo>
                  <a:lnTo>
                    <a:pt x="329" y="157"/>
                  </a:lnTo>
                  <a:lnTo>
                    <a:pt x="301" y="173"/>
                  </a:lnTo>
                  <a:lnTo>
                    <a:pt x="271" y="190"/>
                  </a:lnTo>
                  <a:lnTo>
                    <a:pt x="237" y="205"/>
                  </a:lnTo>
                  <a:lnTo>
                    <a:pt x="202" y="218"/>
                  </a:lnTo>
                  <a:lnTo>
                    <a:pt x="166" y="228"/>
                  </a:lnTo>
                  <a:lnTo>
                    <a:pt x="126" y="237"/>
                  </a:lnTo>
                  <a:lnTo>
                    <a:pt x="85" y="244"/>
                  </a:lnTo>
                  <a:lnTo>
                    <a:pt x="43" y="247"/>
                  </a:lnTo>
                  <a:lnTo>
                    <a:pt x="0" y="248"/>
                  </a:lnTo>
                  <a:lnTo>
                    <a:pt x="0"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8884" name="Freeform 50"/>
            <p:cNvSpPr>
              <a:spLocks/>
            </p:cNvSpPr>
            <p:nvPr/>
          </p:nvSpPr>
          <p:spPr bwMode="auto">
            <a:xfrm>
              <a:off x="1179" y="1640"/>
              <a:ext cx="88" cy="52"/>
            </a:xfrm>
            <a:custGeom>
              <a:avLst/>
              <a:gdLst>
                <a:gd name="T0" fmla="*/ 0 w 439"/>
                <a:gd name="T1" fmla="*/ 0 h 260"/>
                <a:gd name="T2" fmla="*/ 0 w 439"/>
                <a:gd name="T3" fmla="*/ 0 h 260"/>
                <a:gd name="T4" fmla="*/ 0 w 439"/>
                <a:gd name="T5" fmla="*/ 0 h 260"/>
                <a:gd name="T6" fmla="*/ 0 w 439"/>
                <a:gd name="T7" fmla="*/ 0 h 260"/>
                <a:gd name="T8" fmla="*/ 0 w 439"/>
                <a:gd name="T9" fmla="*/ 1 h 260"/>
                <a:gd name="T10" fmla="*/ 0 w 439"/>
                <a:gd name="T11" fmla="*/ 1 h 260"/>
                <a:gd name="T12" fmla="*/ 0 w 439"/>
                <a:gd name="T13" fmla="*/ 1 h 260"/>
                <a:gd name="T14" fmla="*/ 1 w 439"/>
                <a:gd name="T15" fmla="*/ 1 h 260"/>
                <a:gd name="T16" fmla="*/ 1 w 439"/>
                <a:gd name="T17" fmla="*/ 1 h 260"/>
                <a:gd name="T18" fmla="*/ 1 w 439"/>
                <a:gd name="T19" fmla="*/ 1 h 260"/>
                <a:gd name="T20" fmla="*/ 1 w 439"/>
                <a:gd name="T21" fmla="*/ 2 h 260"/>
                <a:gd name="T22" fmla="*/ 2 w 439"/>
                <a:gd name="T23" fmla="*/ 2 h 260"/>
                <a:gd name="T24" fmla="*/ 2 w 439"/>
                <a:gd name="T25" fmla="*/ 2 h 260"/>
                <a:gd name="T26" fmla="*/ 2 w 439"/>
                <a:gd name="T27" fmla="*/ 2 h 260"/>
                <a:gd name="T28" fmla="*/ 2 w 439"/>
                <a:gd name="T29" fmla="*/ 2 h 260"/>
                <a:gd name="T30" fmla="*/ 3 w 439"/>
                <a:gd name="T31" fmla="*/ 2 h 260"/>
                <a:gd name="T32" fmla="*/ 3 w 439"/>
                <a:gd name="T33" fmla="*/ 2 h 260"/>
                <a:gd name="T34" fmla="*/ 4 w 439"/>
                <a:gd name="T35" fmla="*/ 2 h 260"/>
                <a:gd name="T36" fmla="*/ 4 w 439"/>
                <a:gd name="T37" fmla="*/ 2 h 260"/>
                <a:gd name="T38" fmla="*/ 3 w 439"/>
                <a:gd name="T39" fmla="*/ 2 h 260"/>
                <a:gd name="T40" fmla="*/ 3 w 439"/>
                <a:gd name="T41" fmla="*/ 2 h 260"/>
                <a:gd name="T42" fmla="*/ 3 w 439"/>
                <a:gd name="T43" fmla="*/ 2 h 260"/>
                <a:gd name="T44" fmla="*/ 2 w 439"/>
                <a:gd name="T45" fmla="*/ 2 h 260"/>
                <a:gd name="T46" fmla="*/ 2 w 439"/>
                <a:gd name="T47" fmla="*/ 2 h 260"/>
                <a:gd name="T48" fmla="*/ 2 w 439"/>
                <a:gd name="T49" fmla="*/ 2 h 260"/>
                <a:gd name="T50" fmla="*/ 1 w 439"/>
                <a:gd name="T51" fmla="*/ 2 h 260"/>
                <a:gd name="T52" fmla="*/ 1 w 439"/>
                <a:gd name="T53" fmla="*/ 1 h 260"/>
                <a:gd name="T54" fmla="*/ 1 w 439"/>
                <a:gd name="T55" fmla="*/ 1 h 260"/>
                <a:gd name="T56" fmla="*/ 1 w 439"/>
                <a:gd name="T57" fmla="*/ 1 h 260"/>
                <a:gd name="T58" fmla="*/ 1 w 439"/>
                <a:gd name="T59" fmla="*/ 1 h 260"/>
                <a:gd name="T60" fmla="*/ 0 w 439"/>
                <a:gd name="T61" fmla="*/ 1 h 260"/>
                <a:gd name="T62" fmla="*/ 0 w 439"/>
                <a:gd name="T63" fmla="*/ 1 h 260"/>
                <a:gd name="T64" fmla="*/ 0 w 439"/>
                <a:gd name="T65" fmla="*/ 0 h 260"/>
                <a:gd name="T66" fmla="*/ 0 w 439"/>
                <a:gd name="T67" fmla="*/ 0 h 260"/>
                <a:gd name="T68" fmla="*/ 0 w 439"/>
                <a:gd name="T69" fmla="*/ 0 h 260"/>
                <a:gd name="T70" fmla="*/ 0 w 439"/>
                <a:gd name="T71" fmla="*/ 0 h 260"/>
                <a:gd name="T72" fmla="*/ 0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0" y="0"/>
                  </a:moveTo>
                  <a:lnTo>
                    <a:pt x="0" y="0"/>
                  </a:lnTo>
                  <a:lnTo>
                    <a:pt x="3" y="27"/>
                  </a:lnTo>
                  <a:lnTo>
                    <a:pt x="10" y="53"/>
                  </a:lnTo>
                  <a:lnTo>
                    <a:pt x="20" y="77"/>
                  </a:lnTo>
                  <a:lnTo>
                    <a:pt x="35" y="102"/>
                  </a:lnTo>
                  <a:lnTo>
                    <a:pt x="54" y="125"/>
                  </a:lnTo>
                  <a:lnTo>
                    <a:pt x="76" y="146"/>
                  </a:lnTo>
                  <a:lnTo>
                    <a:pt x="102" y="166"/>
                  </a:lnTo>
                  <a:lnTo>
                    <a:pt x="130" y="185"/>
                  </a:lnTo>
                  <a:lnTo>
                    <a:pt x="162" y="202"/>
                  </a:lnTo>
                  <a:lnTo>
                    <a:pt x="195" y="217"/>
                  </a:lnTo>
                  <a:lnTo>
                    <a:pt x="231" y="230"/>
                  </a:lnTo>
                  <a:lnTo>
                    <a:pt x="270" y="240"/>
                  </a:lnTo>
                  <a:lnTo>
                    <a:pt x="310" y="248"/>
                  </a:lnTo>
                  <a:lnTo>
                    <a:pt x="351" y="255"/>
                  </a:lnTo>
                  <a:lnTo>
                    <a:pt x="395" y="259"/>
                  </a:lnTo>
                  <a:lnTo>
                    <a:pt x="439" y="260"/>
                  </a:lnTo>
                  <a:lnTo>
                    <a:pt x="439" y="248"/>
                  </a:lnTo>
                  <a:lnTo>
                    <a:pt x="395" y="247"/>
                  </a:lnTo>
                  <a:lnTo>
                    <a:pt x="353" y="244"/>
                  </a:lnTo>
                  <a:lnTo>
                    <a:pt x="312" y="237"/>
                  </a:lnTo>
                  <a:lnTo>
                    <a:pt x="272" y="228"/>
                  </a:lnTo>
                  <a:lnTo>
                    <a:pt x="236" y="218"/>
                  </a:lnTo>
                  <a:lnTo>
                    <a:pt x="200" y="205"/>
                  </a:lnTo>
                  <a:lnTo>
                    <a:pt x="167" y="190"/>
                  </a:lnTo>
                  <a:lnTo>
                    <a:pt x="137" y="173"/>
                  </a:lnTo>
                  <a:lnTo>
                    <a:pt x="109" y="157"/>
                  </a:lnTo>
                  <a:lnTo>
                    <a:pt x="84" y="137"/>
                  </a:lnTo>
                  <a:lnTo>
                    <a:pt x="64" y="116"/>
                  </a:lnTo>
                  <a:lnTo>
                    <a:pt x="45" y="95"/>
                  </a:lnTo>
                  <a:lnTo>
                    <a:pt x="32" y="73"/>
                  </a:lnTo>
                  <a:lnTo>
                    <a:pt x="21" y="48"/>
                  </a:lnTo>
                  <a:lnTo>
                    <a:pt x="14" y="24"/>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8885" name="Freeform 51"/>
            <p:cNvSpPr>
              <a:spLocks/>
            </p:cNvSpPr>
            <p:nvPr/>
          </p:nvSpPr>
          <p:spPr bwMode="auto">
            <a:xfrm>
              <a:off x="1179" y="1588"/>
              <a:ext cx="88" cy="52"/>
            </a:xfrm>
            <a:custGeom>
              <a:avLst/>
              <a:gdLst>
                <a:gd name="T0" fmla="*/ 4 w 439"/>
                <a:gd name="T1" fmla="*/ 0 h 260"/>
                <a:gd name="T2" fmla="*/ 4 w 439"/>
                <a:gd name="T3" fmla="*/ 0 h 260"/>
                <a:gd name="T4" fmla="*/ 3 w 439"/>
                <a:gd name="T5" fmla="*/ 0 h 260"/>
                <a:gd name="T6" fmla="*/ 3 w 439"/>
                <a:gd name="T7" fmla="*/ 0 h 260"/>
                <a:gd name="T8" fmla="*/ 2 w 439"/>
                <a:gd name="T9" fmla="*/ 0 h 260"/>
                <a:gd name="T10" fmla="*/ 2 w 439"/>
                <a:gd name="T11" fmla="*/ 0 h 260"/>
                <a:gd name="T12" fmla="*/ 2 w 439"/>
                <a:gd name="T13" fmla="*/ 0 h 260"/>
                <a:gd name="T14" fmla="*/ 2 w 439"/>
                <a:gd name="T15" fmla="*/ 0 h 260"/>
                <a:gd name="T16" fmla="*/ 1 w 439"/>
                <a:gd name="T17" fmla="*/ 0 h 260"/>
                <a:gd name="T18" fmla="*/ 1 w 439"/>
                <a:gd name="T19" fmla="*/ 1 h 260"/>
                <a:gd name="T20" fmla="*/ 1 w 439"/>
                <a:gd name="T21" fmla="*/ 1 h 260"/>
                <a:gd name="T22" fmla="*/ 1 w 439"/>
                <a:gd name="T23" fmla="*/ 1 h 260"/>
                <a:gd name="T24" fmla="*/ 0 w 439"/>
                <a:gd name="T25" fmla="*/ 1 h 260"/>
                <a:gd name="T26" fmla="*/ 0 w 439"/>
                <a:gd name="T27" fmla="*/ 1 h 260"/>
                <a:gd name="T28" fmla="*/ 0 w 439"/>
                <a:gd name="T29" fmla="*/ 1 h 260"/>
                <a:gd name="T30" fmla="*/ 0 w 439"/>
                <a:gd name="T31" fmla="*/ 2 h 260"/>
                <a:gd name="T32" fmla="*/ 0 w 439"/>
                <a:gd name="T33" fmla="*/ 2 h 260"/>
                <a:gd name="T34" fmla="*/ 0 w 439"/>
                <a:gd name="T35" fmla="*/ 2 h 260"/>
                <a:gd name="T36" fmla="*/ 0 w 439"/>
                <a:gd name="T37" fmla="*/ 2 h 260"/>
                <a:gd name="T38" fmla="*/ 0 w 439"/>
                <a:gd name="T39" fmla="*/ 2 h 260"/>
                <a:gd name="T40" fmla="*/ 0 w 439"/>
                <a:gd name="T41" fmla="*/ 2 h 260"/>
                <a:gd name="T42" fmla="*/ 0 w 439"/>
                <a:gd name="T43" fmla="*/ 1 h 260"/>
                <a:gd name="T44" fmla="*/ 0 w 439"/>
                <a:gd name="T45" fmla="*/ 1 h 260"/>
                <a:gd name="T46" fmla="*/ 1 w 439"/>
                <a:gd name="T47" fmla="*/ 1 h 260"/>
                <a:gd name="T48" fmla="*/ 1 w 439"/>
                <a:gd name="T49" fmla="*/ 1 h 260"/>
                <a:gd name="T50" fmla="*/ 1 w 439"/>
                <a:gd name="T51" fmla="*/ 1 h 260"/>
                <a:gd name="T52" fmla="*/ 1 w 439"/>
                <a:gd name="T53" fmla="*/ 1 h 260"/>
                <a:gd name="T54" fmla="*/ 1 w 439"/>
                <a:gd name="T55" fmla="*/ 1 h 260"/>
                <a:gd name="T56" fmla="*/ 2 w 439"/>
                <a:gd name="T57" fmla="*/ 0 h 260"/>
                <a:gd name="T58" fmla="*/ 2 w 439"/>
                <a:gd name="T59" fmla="*/ 0 h 260"/>
                <a:gd name="T60" fmla="*/ 2 w 439"/>
                <a:gd name="T61" fmla="*/ 0 h 260"/>
                <a:gd name="T62" fmla="*/ 3 w 439"/>
                <a:gd name="T63" fmla="*/ 0 h 260"/>
                <a:gd name="T64" fmla="*/ 3 w 439"/>
                <a:gd name="T65" fmla="*/ 0 h 260"/>
                <a:gd name="T66" fmla="*/ 3 w 439"/>
                <a:gd name="T67" fmla="*/ 0 h 260"/>
                <a:gd name="T68" fmla="*/ 4 w 439"/>
                <a:gd name="T69" fmla="*/ 0 h 260"/>
                <a:gd name="T70" fmla="*/ 4 w 439"/>
                <a:gd name="T71" fmla="*/ 0 h 260"/>
                <a:gd name="T72" fmla="*/ 4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439" y="0"/>
                  </a:moveTo>
                  <a:lnTo>
                    <a:pt x="439" y="0"/>
                  </a:lnTo>
                  <a:lnTo>
                    <a:pt x="395" y="1"/>
                  </a:lnTo>
                  <a:lnTo>
                    <a:pt x="351" y="4"/>
                  </a:lnTo>
                  <a:lnTo>
                    <a:pt x="310" y="11"/>
                  </a:lnTo>
                  <a:lnTo>
                    <a:pt x="270" y="19"/>
                  </a:lnTo>
                  <a:lnTo>
                    <a:pt x="231" y="30"/>
                  </a:lnTo>
                  <a:lnTo>
                    <a:pt x="195" y="43"/>
                  </a:lnTo>
                  <a:lnTo>
                    <a:pt x="162" y="58"/>
                  </a:lnTo>
                  <a:lnTo>
                    <a:pt x="130" y="73"/>
                  </a:lnTo>
                  <a:lnTo>
                    <a:pt x="102" y="93"/>
                  </a:lnTo>
                  <a:lnTo>
                    <a:pt x="76" y="113"/>
                  </a:lnTo>
                  <a:lnTo>
                    <a:pt x="54" y="133"/>
                  </a:lnTo>
                  <a:lnTo>
                    <a:pt x="35" y="157"/>
                  </a:lnTo>
                  <a:lnTo>
                    <a:pt x="20" y="181"/>
                  </a:lnTo>
                  <a:lnTo>
                    <a:pt x="10" y="206"/>
                  </a:lnTo>
                  <a:lnTo>
                    <a:pt x="3" y="233"/>
                  </a:lnTo>
                  <a:lnTo>
                    <a:pt x="0" y="260"/>
                  </a:lnTo>
                  <a:lnTo>
                    <a:pt x="12" y="260"/>
                  </a:lnTo>
                  <a:lnTo>
                    <a:pt x="14" y="235"/>
                  </a:lnTo>
                  <a:lnTo>
                    <a:pt x="21" y="211"/>
                  </a:lnTo>
                  <a:lnTo>
                    <a:pt x="32" y="186"/>
                  </a:lnTo>
                  <a:lnTo>
                    <a:pt x="45" y="164"/>
                  </a:lnTo>
                  <a:lnTo>
                    <a:pt x="64" y="143"/>
                  </a:lnTo>
                  <a:lnTo>
                    <a:pt x="84" y="123"/>
                  </a:lnTo>
                  <a:lnTo>
                    <a:pt x="109" y="103"/>
                  </a:lnTo>
                  <a:lnTo>
                    <a:pt x="137" y="85"/>
                  </a:lnTo>
                  <a:lnTo>
                    <a:pt x="167" y="70"/>
                  </a:lnTo>
                  <a:lnTo>
                    <a:pt x="200" y="55"/>
                  </a:lnTo>
                  <a:lnTo>
                    <a:pt x="236" y="42"/>
                  </a:lnTo>
                  <a:lnTo>
                    <a:pt x="272" y="31"/>
                  </a:lnTo>
                  <a:lnTo>
                    <a:pt x="312" y="23"/>
                  </a:lnTo>
                  <a:lnTo>
                    <a:pt x="353" y="16"/>
                  </a:lnTo>
                  <a:lnTo>
                    <a:pt x="395" y="12"/>
                  </a:lnTo>
                  <a:lnTo>
                    <a:pt x="439" y="11"/>
                  </a:lnTo>
                  <a:lnTo>
                    <a:pt x="439"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8886" name="Freeform 52"/>
            <p:cNvSpPr>
              <a:spLocks/>
            </p:cNvSpPr>
            <p:nvPr/>
          </p:nvSpPr>
          <p:spPr bwMode="auto">
            <a:xfrm>
              <a:off x="964" y="1745"/>
              <a:ext cx="48" cy="85"/>
            </a:xfrm>
            <a:custGeom>
              <a:avLst/>
              <a:gdLst>
                <a:gd name="T0" fmla="*/ 2 w 244"/>
                <a:gd name="T1" fmla="*/ 3 h 426"/>
                <a:gd name="T2" fmla="*/ 2 w 244"/>
                <a:gd name="T3" fmla="*/ 3 h 426"/>
                <a:gd name="T4" fmla="*/ 2 w 244"/>
                <a:gd name="T5" fmla="*/ 3 h 426"/>
                <a:gd name="T6" fmla="*/ 2 w 244"/>
                <a:gd name="T7" fmla="*/ 3 h 426"/>
                <a:gd name="T8" fmla="*/ 2 w 244"/>
                <a:gd name="T9" fmla="*/ 2 h 426"/>
                <a:gd name="T10" fmla="*/ 2 w 244"/>
                <a:gd name="T11" fmla="*/ 2 h 426"/>
                <a:gd name="T12" fmla="*/ 2 w 244"/>
                <a:gd name="T13" fmla="*/ 2 h 426"/>
                <a:gd name="T14" fmla="*/ 2 w 244"/>
                <a:gd name="T15" fmla="*/ 2 h 426"/>
                <a:gd name="T16" fmla="*/ 1 w 244"/>
                <a:gd name="T17" fmla="*/ 1 h 426"/>
                <a:gd name="T18" fmla="*/ 1 w 244"/>
                <a:gd name="T19" fmla="*/ 1 h 426"/>
                <a:gd name="T20" fmla="*/ 1 w 244"/>
                <a:gd name="T21" fmla="*/ 1 h 426"/>
                <a:gd name="T22" fmla="*/ 1 w 244"/>
                <a:gd name="T23" fmla="*/ 1 h 426"/>
                <a:gd name="T24" fmla="*/ 1 w 244"/>
                <a:gd name="T25" fmla="*/ 0 h 426"/>
                <a:gd name="T26" fmla="*/ 1 w 244"/>
                <a:gd name="T27" fmla="*/ 0 h 426"/>
                <a:gd name="T28" fmla="*/ 1 w 244"/>
                <a:gd name="T29" fmla="*/ 0 h 426"/>
                <a:gd name="T30" fmla="*/ 0 w 244"/>
                <a:gd name="T31" fmla="*/ 0 h 426"/>
                <a:gd name="T32" fmla="*/ 0 w 244"/>
                <a:gd name="T33" fmla="*/ 0 h 426"/>
                <a:gd name="T34" fmla="*/ 0 w 244"/>
                <a:gd name="T35" fmla="*/ 0 h 426"/>
                <a:gd name="T36" fmla="*/ 0 w 244"/>
                <a:gd name="T37" fmla="*/ 0 h 426"/>
                <a:gd name="T38" fmla="*/ 0 w 244"/>
                <a:gd name="T39" fmla="*/ 0 h 426"/>
                <a:gd name="T40" fmla="*/ 0 w 244"/>
                <a:gd name="T41" fmla="*/ 0 h 426"/>
                <a:gd name="T42" fmla="*/ 1 w 244"/>
                <a:gd name="T43" fmla="*/ 0 h 426"/>
                <a:gd name="T44" fmla="*/ 1 w 244"/>
                <a:gd name="T45" fmla="*/ 0 h 426"/>
                <a:gd name="T46" fmla="*/ 1 w 244"/>
                <a:gd name="T47" fmla="*/ 0 h 426"/>
                <a:gd name="T48" fmla="*/ 1 w 244"/>
                <a:gd name="T49" fmla="*/ 1 h 426"/>
                <a:gd name="T50" fmla="*/ 1 w 244"/>
                <a:gd name="T51" fmla="*/ 1 h 426"/>
                <a:gd name="T52" fmla="*/ 1 w 244"/>
                <a:gd name="T53" fmla="*/ 1 h 426"/>
                <a:gd name="T54" fmla="*/ 1 w 244"/>
                <a:gd name="T55" fmla="*/ 1 h 426"/>
                <a:gd name="T56" fmla="*/ 1 w 244"/>
                <a:gd name="T57" fmla="*/ 2 h 426"/>
                <a:gd name="T58" fmla="*/ 2 w 244"/>
                <a:gd name="T59" fmla="*/ 2 h 426"/>
                <a:gd name="T60" fmla="*/ 2 w 244"/>
                <a:gd name="T61" fmla="*/ 2 h 426"/>
                <a:gd name="T62" fmla="*/ 2 w 244"/>
                <a:gd name="T63" fmla="*/ 2 h 426"/>
                <a:gd name="T64" fmla="*/ 2 w 244"/>
                <a:gd name="T65" fmla="*/ 3 h 426"/>
                <a:gd name="T66" fmla="*/ 2 w 244"/>
                <a:gd name="T67" fmla="*/ 3 h 426"/>
                <a:gd name="T68" fmla="*/ 2 w 244"/>
                <a:gd name="T69" fmla="*/ 3 h 426"/>
                <a:gd name="T70" fmla="*/ 2 w 244"/>
                <a:gd name="T71" fmla="*/ 3 h 426"/>
                <a:gd name="T72" fmla="*/ 2 w 244"/>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6"/>
                <a:gd name="T113" fmla="*/ 244 w 244"/>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6">
                  <a:moveTo>
                    <a:pt x="244" y="426"/>
                  </a:moveTo>
                  <a:lnTo>
                    <a:pt x="244" y="426"/>
                  </a:lnTo>
                  <a:lnTo>
                    <a:pt x="243" y="383"/>
                  </a:lnTo>
                  <a:lnTo>
                    <a:pt x="240" y="340"/>
                  </a:lnTo>
                  <a:lnTo>
                    <a:pt x="234" y="300"/>
                  </a:lnTo>
                  <a:lnTo>
                    <a:pt x="226" y="262"/>
                  </a:lnTo>
                  <a:lnTo>
                    <a:pt x="215" y="224"/>
                  </a:lnTo>
                  <a:lnTo>
                    <a:pt x="203" y="189"/>
                  </a:lnTo>
                  <a:lnTo>
                    <a:pt x="189" y="157"/>
                  </a:lnTo>
                  <a:lnTo>
                    <a:pt x="174" y="126"/>
                  </a:lnTo>
                  <a:lnTo>
                    <a:pt x="155" y="99"/>
                  </a:lnTo>
                  <a:lnTo>
                    <a:pt x="138" y="74"/>
                  </a:lnTo>
                  <a:lnTo>
                    <a:pt x="118" y="52"/>
                  </a:lnTo>
                  <a:lnTo>
                    <a:pt x="96" y="34"/>
                  </a:lnTo>
                  <a:lnTo>
                    <a:pt x="73" y="19"/>
                  </a:lnTo>
                  <a:lnTo>
                    <a:pt x="50" y="8"/>
                  </a:lnTo>
                  <a:lnTo>
                    <a:pt x="25" y="2"/>
                  </a:lnTo>
                  <a:lnTo>
                    <a:pt x="0" y="0"/>
                  </a:lnTo>
                  <a:lnTo>
                    <a:pt x="0" y="12"/>
                  </a:lnTo>
                  <a:lnTo>
                    <a:pt x="23" y="14"/>
                  </a:lnTo>
                  <a:lnTo>
                    <a:pt x="45" y="20"/>
                  </a:lnTo>
                  <a:lnTo>
                    <a:pt x="66" y="31"/>
                  </a:lnTo>
                  <a:lnTo>
                    <a:pt x="89" y="43"/>
                  </a:lnTo>
                  <a:lnTo>
                    <a:pt x="109" y="61"/>
                  </a:lnTo>
                  <a:lnTo>
                    <a:pt x="129" y="81"/>
                  </a:lnTo>
                  <a:lnTo>
                    <a:pt x="146" y="106"/>
                  </a:lnTo>
                  <a:lnTo>
                    <a:pt x="162" y="133"/>
                  </a:lnTo>
                  <a:lnTo>
                    <a:pt x="178" y="162"/>
                  </a:lnTo>
                  <a:lnTo>
                    <a:pt x="192" y="194"/>
                  </a:lnTo>
                  <a:lnTo>
                    <a:pt x="203" y="229"/>
                  </a:lnTo>
                  <a:lnTo>
                    <a:pt x="214" y="264"/>
                  </a:lnTo>
                  <a:lnTo>
                    <a:pt x="222" y="303"/>
                  </a:lnTo>
                  <a:lnTo>
                    <a:pt x="228" y="342"/>
                  </a:lnTo>
                  <a:lnTo>
                    <a:pt x="232" y="383"/>
                  </a:lnTo>
                  <a:lnTo>
                    <a:pt x="233" y="426"/>
                  </a:lnTo>
                  <a:lnTo>
                    <a:pt x="244"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8887" name="Freeform 53"/>
            <p:cNvSpPr>
              <a:spLocks/>
            </p:cNvSpPr>
            <p:nvPr/>
          </p:nvSpPr>
          <p:spPr bwMode="auto">
            <a:xfrm>
              <a:off x="964" y="1830"/>
              <a:ext cx="48" cy="85"/>
            </a:xfrm>
            <a:custGeom>
              <a:avLst/>
              <a:gdLst>
                <a:gd name="T0" fmla="*/ 0 w 244"/>
                <a:gd name="T1" fmla="*/ 3 h 424"/>
                <a:gd name="T2" fmla="*/ 0 w 244"/>
                <a:gd name="T3" fmla="*/ 3 h 424"/>
                <a:gd name="T4" fmla="*/ 0 w 244"/>
                <a:gd name="T5" fmla="*/ 3 h 424"/>
                <a:gd name="T6" fmla="*/ 0 w 244"/>
                <a:gd name="T7" fmla="*/ 3 h 424"/>
                <a:gd name="T8" fmla="*/ 1 w 244"/>
                <a:gd name="T9" fmla="*/ 3 h 424"/>
                <a:gd name="T10" fmla="*/ 1 w 244"/>
                <a:gd name="T11" fmla="*/ 3 h 424"/>
                <a:gd name="T12" fmla="*/ 1 w 244"/>
                <a:gd name="T13" fmla="*/ 3 h 424"/>
                <a:gd name="T14" fmla="*/ 1 w 244"/>
                <a:gd name="T15" fmla="*/ 3 h 424"/>
                <a:gd name="T16" fmla="*/ 1 w 244"/>
                <a:gd name="T17" fmla="*/ 3 h 424"/>
                <a:gd name="T18" fmla="*/ 1 w 244"/>
                <a:gd name="T19" fmla="*/ 2 h 424"/>
                <a:gd name="T20" fmla="*/ 1 w 244"/>
                <a:gd name="T21" fmla="*/ 2 h 424"/>
                <a:gd name="T22" fmla="*/ 2 w 244"/>
                <a:gd name="T23" fmla="*/ 2 h 424"/>
                <a:gd name="T24" fmla="*/ 2 w 244"/>
                <a:gd name="T25" fmla="*/ 2 h 424"/>
                <a:gd name="T26" fmla="*/ 2 w 244"/>
                <a:gd name="T27" fmla="*/ 1 h 424"/>
                <a:gd name="T28" fmla="*/ 2 w 244"/>
                <a:gd name="T29" fmla="*/ 1 h 424"/>
                <a:gd name="T30" fmla="*/ 2 w 244"/>
                <a:gd name="T31" fmla="*/ 1 h 424"/>
                <a:gd name="T32" fmla="*/ 2 w 244"/>
                <a:gd name="T33" fmla="*/ 0 h 424"/>
                <a:gd name="T34" fmla="*/ 2 w 244"/>
                <a:gd name="T35" fmla="*/ 0 h 424"/>
                <a:gd name="T36" fmla="*/ 2 w 244"/>
                <a:gd name="T37" fmla="*/ 0 h 424"/>
                <a:gd name="T38" fmla="*/ 2 w 244"/>
                <a:gd name="T39" fmla="*/ 0 h 424"/>
                <a:gd name="T40" fmla="*/ 2 w 244"/>
                <a:gd name="T41" fmla="*/ 1 h 424"/>
                <a:gd name="T42" fmla="*/ 2 w 244"/>
                <a:gd name="T43" fmla="*/ 1 h 424"/>
                <a:gd name="T44" fmla="*/ 2 w 244"/>
                <a:gd name="T45" fmla="*/ 1 h 424"/>
                <a:gd name="T46" fmla="*/ 2 w 244"/>
                <a:gd name="T47" fmla="*/ 2 h 424"/>
                <a:gd name="T48" fmla="*/ 1 w 244"/>
                <a:gd name="T49" fmla="*/ 2 h 424"/>
                <a:gd name="T50" fmla="*/ 1 w 244"/>
                <a:gd name="T51" fmla="*/ 2 h 424"/>
                <a:gd name="T52" fmla="*/ 1 w 244"/>
                <a:gd name="T53" fmla="*/ 2 h 424"/>
                <a:gd name="T54" fmla="*/ 1 w 244"/>
                <a:gd name="T55" fmla="*/ 3 h 424"/>
                <a:gd name="T56" fmla="*/ 1 w 244"/>
                <a:gd name="T57" fmla="*/ 3 h 424"/>
                <a:gd name="T58" fmla="*/ 1 w 244"/>
                <a:gd name="T59" fmla="*/ 3 h 424"/>
                <a:gd name="T60" fmla="*/ 1 w 244"/>
                <a:gd name="T61" fmla="*/ 3 h 424"/>
                <a:gd name="T62" fmla="*/ 1 w 244"/>
                <a:gd name="T63" fmla="*/ 3 h 424"/>
                <a:gd name="T64" fmla="*/ 0 w 244"/>
                <a:gd name="T65" fmla="*/ 3 h 424"/>
                <a:gd name="T66" fmla="*/ 0 w 244"/>
                <a:gd name="T67" fmla="*/ 3 h 424"/>
                <a:gd name="T68" fmla="*/ 0 w 244"/>
                <a:gd name="T69" fmla="*/ 3 h 424"/>
                <a:gd name="T70" fmla="*/ 0 w 244"/>
                <a:gd name="T71" fmla="*/ 3 h 424"/>
                <a:gd name="T72" fmla="*/ 0 w 244"/>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4"/>
                <a:gd name="T113" fmla="*/ 244 w 244"/>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4">
                  <a:moveTo>
                    <a:pt x="0" y="424"/>
                  </a:moveTo>
                  <a:lnTo>
                    <a:pt x="0" y="424"/>
                  </a:lnTo>
                  <a:lnTo>
                    <a:pt x="25" y="422"/>
                  </a:lnTo>
                  <a:lnTo>
                    <a:pt x="50" y="416"/>
                  </a:lnTo>
                  <a:lnTo>
                    <a:pt x="73" y="405"/>
                  </a:lnTo>
                  <a:lnTo>
                    <a:pt x="96" y="390"/>
                  </a:lnTo>
                  <a:lnTo>
                    <a:pt x="118" y="373"/>
                  </a:lnTo>
                  <a:lnTo>
                    <a:pt x="138" y="350"/>
                  </a:lnTo>
                  <a:lnTo>
                    <a:pt x="155" y="326"/>
                  </a:lnTo>
                  <a:lnTo>
                    <a:pt x="173" y="299"/>
                  </a:lnTo>
                  <a:lnTo>
                    <a:pt x="189" y="268"/>
                  </a:lnTo>
                  <a:lnTo>
                    <a:pt x="203" y="235"/>
                  </a:lnTo>
                  <a:lnTo>
                    <a:pt x="215" y="201"/>
                  </a:lnTo>
                  <a:lnTo>
                    <a:pt x="226" y="163"/>
                  </a:lnTo>
                  <a:lnTo>
                    <a:pt x="234" y="125"/>
                  </a:lnTo>
                  <a:lnTo>
                    <a:pt x="240" y="85"/>
                  </a:lnTo>
                  <a:lnTo>
                    <a:pt x="243" y="42"/>
                  </a:lnTo>
                  <a:lnTo>
                    <a:pt x="244" y="0"/>
                  </a:lnTo>
                  <a:lnTo>
                    <a:pt x="233" y="0"/>
                  </a:lnTo>
                  <a:lnTo>
                    <a:pt x="232" y="42"/>
                  </a:lnTo>
                  <a:lnTo>
                    <a:pt x="228" y="83"/>
                  </a:lnTo>
                  <a:lnTo>
                    <a:pt x="222" y="123"/>
                  </a:lnTo>
                  <a:lnTo>
                    <a:pt x="214" y="160"/>
                  </a:lnTo>
                  <a:lnTo>
                    <a:pt x="203" y="197"/>
                  </a:lnTo>
                  <a:lnTo>
                    <a:pt x="192" y="231"/>
                  </a:lnTo>
                  <a:lnTo>
                    <a:pt x="178" y="263"/>
                  </a:lnTo>
                  <a:lnTo>
                    <a:pt x="164" y="292"/>
                  </a:lnTo>
                  <a:lnTo>
                    <a:pt x="146" y="319"/>
                  </a:lnTo>
                  <a:lnTo>
                    <a:pt x="129" y="343"/>
                  </a:lnTo>
                  <a:lnTo>
                    <a:pt x="109" y="363"/>
                  </a:lnTo>
                  <a:lnTo>
                    <a:pt x="89" y="381"/>
                  </a:lnTo>
                  <a:lnTo>
                    <a:pt x="66" y="394"/>
                  </a:lnTo>
                  <a:lnTo>
                    <a:pt x="45" y="404"/>
                  </a:lnTo>
                  <a:lnTo>
                    <a:pt x="23" y="410"/>
                  </a:lnTo>
                  <a:lnTo>
                    <a:pt x="0" y="412"/>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8888" name="Freeform 54"/>
            <p:cNvSpPr>
              <a:spLocks/>
            </p:cNvSpPr>
            <p:nvPr/>
          </p:nvSpPr>
          <p:spPr bwMode="auto">
            <a:xfrm>
              <a:off x="915" y="1830"/>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1" y="42"/>
                  </a:lnTo>
                  <a:lnTo>
                    <a:pt x="4" y="85"/>
                  </a:lnTo>
                  <a:lnTo>
                    <a:pt x="10" y="125"/>
                  </a:lnTo>
                  <a:lnTo>
                    <a:pt x="19" y="163"/>
                  </a:lnTo>
                  <a:lnTo>
                    <a:pt x="29" y="201"/>
                  </a:lnTo>
                  <a:lnTo>
                    <a:pt x="41" y="235"/>
                  </a:lnTo>
                  <a:lnTo>
                    <a:pt x="55" y="268"/>
                  </a:lnTo>
                  <a:lnTo>
                    <a:pt x="71" y="299"/>
                  </a:lnTo>
                  <a:lnTo>
                    <a:pt x="89" y="326"/>
                  </a:lnTo>
                  <a:lnTo>
                    <a:pt x="106" y="350"/>
                  </a:lnTo>
                  <a:lnTo>
                    <a:pt x="126" y="373"/>
                  </a:lnTo>
                  <a:lnTo>
                    <a:pt x="149" y="390"/>
                  </a:lnTo>
                  <a:lnTo>
                    <a:pt x="171" y="405"/>
                  </a:lnTo>
                  <a:lnTo>
                    <a:pt x="194" y="416"/>
                  </a:lnTo>
                  <a:lnTo>
                    <a:pt x="219" y="422"/>
                  </a:lnTo>
                  <a:lnTo>
                    <a:pt x="245" y="424"/>
                  </a:lnTo>
                  <a:lnTo>
                    <a:pt x="245" y="412"/>
                  </a:lnTo>
                  <a:lnTo>
                    <a:pt x="221" y="410"/>
                  </a:lnTo>
                  <a:lnTo>
                    <a:pt x="199" y="404"/>
                  </a:lnTo>
                  <a:lnTo>
                    <a:pt x="178" y="394"/>
                  </a:lnTo>
                  <a:lnTo>
                    <a:pt x="156" y="381"/>
                  </a:lnTo>
                  <a:lnTo>
                    <a:pt x="136" y="363"/>
                  </a:lnTo>
                  <a:lnTo>
                    <a:pt x="116" y="343"/>
                  </a:lnTo>
                  <a:lnTo>
                    <a:pt x="98" y="319"/>
                  </a:lnTo>
                  <a:lnTo>
                    <a:pt x="81" y="292"/>
                  </a:lnTo>
                  <a:lnTo>
                    <a:pt x="67" y="263"/>
                  </a:lnTo>
                  <a:lnTo>
                    <a:pt x="52" y="231"/>
                  </a:lnTo>
                  <a:lnTo>
                    <a:pt x="41" y="197"/>
                  </a:lnTo>
                  <a:lnTo>
                    <a:pt x="30" y="160"/>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8889" name="Freeform 55"/>
            <p:cNvSpPr>
              <a:spLocks/>
            </p:cNvSpPr>
            <p:nvPr/>
          </p:nvSpPr>
          <p:spPr bwMode="auto">
            <a:xfrm>
              <a:off x="915" y="1745"/>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0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19" y="2"/>
                  </a:lnTo>
                  <a:lnTo>
                    <a:pt x="194" y="8"/>
                  </a:lnTo>
                  <a:lnTo>
                    <a:pt x="171" y="19"/>
                  </a:lnTo>
                  <a:lnTo>
                    <a:pt x="149" y="34"/>
                  </a:lnTo>
                  <a:lnTo>
                    <a:pt x="126" y="52"/>
                  </a:lnTo>
                  <a:lnTo>
                    <a:pt x="106" y="74"/>
                  </a:lnTo>
                  <a:lnTo>
                    <a:pt x="89" y="99"/>
                  </a:lnTo>
                  <a:lnTo>
                    <a:pt x="70" y="126"/>
                  </a:lnTo>
                  <a:lnTo>
                    <a:pt x="55" y="157"/>
                  </a:lnTo>
                  <a:lnTo>
                    <a:pt x="41" y="189"/>
                  </a:lnTo>
                  <a:lnTo>
                    <a:pt x="29" y="224"/>
                  </a:lnTo>
                  <a:lnTo>
                    <a:pt x="19" y="262"/>
                  </a:lnTo>
                  <a:lnTo>
                    <a:pt x="10" y="300"/>
                  </a:lnTo>
                  <a:lnTo>
                    <a:pt x="4" y="340"/>
                  </a:lnTo>
                  <a:lnTo>
                    <a:pt x="1" y="383"/>
                  </a:lnTo>
                  <a:lnTo>
                    <a:pt x="0" y="426"/>
                  </a:lnTo>
                  <a:lnTo>
                    <a:pt x="11" y="426"/>
                  </a:lnTo>
                  <a:lnTo>
                    <a:pt x="13" y="383"/>
                  </a:lnTo>
                  <a:lnTo>
                    <a:pt x="16" y="342"/>
                  </a:lnTo>
                  <a:lnTo>
                    <a:pt x="22" y="303"/>
                  </a:lnTo>
                  <a:lnTo>
                    <a:pt x="30" y="264"/>
                  </a:lnTo>
                  <a:lnTo>
                    <a:pt x="41" y="229"/>
                  </a:lnTo>
                  <a:lnTo>
                    <a:pt x="52" y="194"/>
                  </a:lnTo>
                  <a:lnTo>
                    <a:pt x="67" y="162"/>
                  </a:lnTo>
                  <a:lnTo>
                    <a:pt x="82" y="133"/>
                  </a:lnTo>
                  <a:lnTo>
                    <a:pt x="98" y="106"/>
                  </a:lnTo>
                  <a:lnTo>
                    <a:pt x="116" y="81"/>
                  </a:lnTo>
                  <a:lnTo>
                    <a:pt x="136" y="61"/>
                  </a:lnTo>
                  <a:lnTo>
                    <a:pt x="156" y="43"/>
                  </a:lnTo>
                  <a:lnTo>
                    <a:pt x="178" y="31"/>
                  </a:lnTo>
                  <a:lnTo>
                    <a:pt x="199" y="20"/>
                  </a:lnTo>
                  <a:lnTo>
                    <a:pt x="221"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8890" name="Freeform 56"/>
            <p:cNvSpPr>
              <a:spLocks/>
            </p:cNvSpPr>
            <p:nvPr/>
          </p:nvSpPr>
          <p:spPr bwMode="auto">
            <a:xfrm>
              <a:off x="1140" y="2087"/>
              <a:ext cx="49" cy="85"/>
            </a:xfrm>
            <a:custGeom>
              <a:avLst/>
              <a:gdLst>
                <a:gd name="T0" fmla="*/ 2 w 246"/>
                <a:gd name="T1" fmla="*/ 3 h 424"/>
                <a:gd name="T2" fmla="*/ 2 w 246"/>
                <a:gd name="T3" fmla="*/ 3 h 424"/>
                <a:gd name="T4" fmla="*/ 2 w 246"/>
                <a:gd name="T5" fmla="*/ 3 h 424"/>
                <a:gd name="T6" fmla="*/ 2 w 246"/>
                <a:gd name="T7" fmla="*/ 3 h 424"/>
                <a:gd name="T8" fmla="*/ 2 w 246"/>
                <a:gd name="T9" fmla="*/ 2 h 424"/>
                <a:gd name="T10" fmla="*/ 2 w 246"/>
                <a:gd name="T11" fmla="*/ 2 h 424"/>
                <a:gd name="T12" fmla="*/ 2 w 246"/>
                <a:gd name="T13" fmla="*/ 2 h 424"/>
                <a:gd name="T14" fmla="*/ 2 w 246"/>
                <a:gd name="T15" fmla="*/ 2 h 424"/>
                <a:gd name="T16" fmla="*/ 2 w 246"/>
                <a:gd name="T17" fmla="*/ 1 h 424"/>
                <a:gd name="T18" fmla="*/ 1 w 246"/>
                <a:gd name="T19" fmla="*/ 1 h 424"/>
                <a:gd name="T20" fmla="*/ 1 w 246"/>
                <a:gd name="T21" fmla="*/ 1 h 424"/>
                <a:gd name="T22" fmla="*/ 1 w 246"/>
                <a:gd name="T23" fmla="*/ 1 h 424"/>
                <a:gd name="T24" fmla="*/ 1 w 246"/>
                <a:gd name="T25" fmla="*/ 0 h 424"/>
                <a:gd name="T26" fmla="*/ 1 w 246"/>
                <a:gd name="T27" fmla="*/ 0 h 424"/>
                <a:gd name="T28" fmla="*/ 1 w 246"/>
                <a:gd name="T29" fmla="*/ 0 h 424"/>
                <a:gd name="T30" fmla="*/ 0 w 246"/>
                <a:gd name="T31" fmla="*/ 0 h 424"/>
                <a:gd name="T32" fmla="*/ 0 w 246"/>
                <a:gd name="T33" fmla="*/ 0 h 424"/>
                <a:gd name="T34" fmla="*/ 0 w 246"/>
                <a:gd name="T35" fmla="*/ 0 h 424"/>
                <a:gd name="T36" fmla="*/ 0 w 246"/>
                <a:gd name="T37" fmla="*/ 0 h 424"/>
                <a:gd name="T38" fmla="*/ 0 w 246"/>
                <a:gd name="T39" fmla="*/ 0 h 424"/>
                <a:gd name="T40" fmla="*/ 0 w 246"/>
                <a:gd name="T41" fmla="*/ 0 h 424"/>
                <a:gd name="T42" fmla="*/ 1 w 246"/>
                <a:gd name="T43" fmla="*/ 0 h 424"/>
                <a:gd name="T44" fmla="*/ 1 w 246"/>
                <a:gd name="T45" fmla="*/ 0 h 424"/>
                <a:gd name="T46" fmla="*/ 1 w 246"/>
                <a:gd name="T47" fmla="*/ 0 h 424"/>
                <a:gd name="T48" fmla="*/ 1 w 246"/>
                <a:gd name="T49" fmla="*/ 1 h 424"/>
                <a:gd name="T50" fmla="*/ 1 w 246"/>
                <a:gd name="T51" fmla="*/ 1 h 424"/>
                <a:gd name="T52" fmla="*/ 1 w 246"/>
                <a:gd name="T53" fmla="*/ 1 h 424"/>
                <a:gd name="T54" fmla="*/ 1 w 246"/>
                <a:gd name="T55" fmla="*/ 1 h 424"/>
                <a:gd name="T56" fmla="*/ 2 w 246"/>
                <a:gd name="T57" fmla="*/ 2 h 424"/>
                <a:gd name="T58" fmla="*/ 2 w 246"/>
                <a:gd name="T59" fmla="*/ 2 h 424"/>
                <a:gd name="T60" fmla="*/ 2 w 246"/>
                <a:gd name="T61" fmla="*/ 2 h 424"/>
                <a:gd name="T62" fmla="*/ 2 w 246"/>
                <a:gd name="T63" fmla="*/ 2 h 424"/>
                <a:gd name="T64" fmla="*/ 2 w 246"/>
                <a:gd name="T65" fmla="*/ 3 h 424"/>
                <a:gd name="T66" fmla="*/ 2 w 246"/>
                <a:gd name="T67" fmla="*/ 3 h 424"/>
                <a:gd name="T68" fmla="*/ 2 w 246"/>
                <a:gd name="T69" fmla="*/ 3 h 424"/>
                <a:gd name="T70" fmla="*/ 2 w 246"/>
                <a:gd name="T71" fmla="*/ 3 h 424"/>
                <a:gd name="T72" fmla="*/ 2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424"/>
                  </a:moveTo>
                  <a:lnTo>
                    <a:pt x="246" y="424"/>
                  </a:lnTo>
                  <a:lnTo>
                    <a:pt x="244" y="382"/>
                  </a:lnTo>
                  <a:lnTo>
                    <a:pt x="241" y="338"/>
                  </a:lnTo>
                  <a:lnTo>
                    <a:pt x="235" y="298"/>
                  </a:lnTo>
                  <a:lnTo>
                    <a:pt x="227" y="261"/>
                  </a:lnTo>
                  <a:lnTo>
                    <a:pt x="216" y="222"/>
                  </a:lnTo>
                  <a:lnTo>
                    <a:pt x="205" y="188"/>
                  </a:lnTo>
                  <a:lnTo>
                    <a:pt x="190" y="155"/>
                  </a:lnTo>
                  <a:lnTo>
                    <a:pt x="174" y="125"/>
                  </a:lnTo>
                  <a:lnTo>
                    <a:pt x="157" y="98"/>
                  </a:lnTo>
                  <a:lnTo>
                    <a:pt x="138" y="73"/>
                  </a:lnTo>
                  <a:lnTo>
                    <a:pt x="118" y="51"/>
                  </a:lnTo>
                  <a:lnTo>
                    <a:pt x="96" y="34"/>
                  </a:lnTo>
                  <a:lnTo>
                    <a:pt x="74" y="18"/>
                  </a:lnTo>
                  <a:lnTo>
                    <a:pt x="50" y="8"/>
                  </a:lnTo>
                  <a:lnTo>
                    <a:pt x="25" y="2"/>
                  </a:lnTo>
                  <a:lnTo>
                    <a:pt x="0" y="0"/>
                  </a:lnTo>
                  <a:lnTo>
                    <a:pt x="0" y="11"/>
                  </a:lnTo>
                  <a:lnTo>
                    <a:pt x="23" y="14"/>
                  </a:lnTo>
                  <a:lnTo>
                    <a:pt x="45" y="19"/>
                  </a:lnTo>
                  <a:lnTo>
                    <a:pt x="67" y="30"/>
                  </a:lnTo>
                  <a:lnTo>
                    <a:pt x="89" y="43"/>
                  </a:lnTo>
                  <a:lnTo>
                    <a:pt x="108" y="60"/>
                  </a:lnTo>
                  <a:lnTo>
                    <a:pt x="128" y="80"/>
                  </a:lnTo>
                  <a:lnTo>
                    <a:pt x="147" y="105"/>
                  </a:lnTo>
                  <a:lnTo>
                    <a:pt x="165" y="132"/>
                  </a:lnTo>
                  <a:lnTo>
                    <a:pt x="179" y="160"/>
                  </a:lnTo>
                  <a:lnTo>
                    <a:pt x="193" y="193"/>
                  </a:lnTo>
                  <a:lnTo>
                    <a:pt x="205" y="227"/>
                  </a:lnTo>
                  <a:lnTo>
                    <a:pt x="215" y="263"/>
                  </a:lnTo>
                  <a:lnTo>
                    <a:pt x="223" y="301"/>
                  </a:lnTo>
                  <a:lnTo>
                    <a:pt x="229" y="341"/>
                  </a:lnTo>
                  <a:lnTo>
                    <a:pt x="233" y="382"/>
                  </a:lnTo>
                  <a:lnTo>
                    <a:pt x="234" y="424"/>
                  </a:lnTo>
                  <a:lnTo>
                    <a:pt x="246"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8891" name="Freeform 57"/>
            <p:cNvSpPr>
              <a:spLocks/>
            </p:cNvSpPr>
            <p:nvPr/>
          </p:nvSpPr>
          <p:spPr bwMode="auto">
            <a:xfrm>
              <a:off x="1140" y="2172"/>
              <a:ext cx="49" cy="85"/>
            </a:xfrm>
            <a:custGeom>
              <a:avLst/>
              <a:gdLst>
                <a:gd name="T0" fmla="*/ 0 w 246"/>
                <a:gd name="T1" fmla="*/ 3 h 426"/>
                <a:gd name="T2" fmla="*/ 0 w 246"/>
                <a:gd name="T3" fmla="*/ 3 h 426"/>
                <a:gd name="T4" fmla="*/ 0 w 246"/>
                <a:gd name="T5" fmla="*/ 3 h 426"/>
                <a:gd name="T6" fmla="*/ 0 w 246"/>
                <a:gd name="T7" fmla="*/ 3 h 426"/>
                <a:gd name="T8" fmla="*/ 1 w 246"/>
                <a:gd name="T9" fmla="*/ 3 h 426"/>
                <a:gd name="T10" fmla="*/ 1 w 246"/>
                <a:gd name="T11" fmla="*/ 3 h 426"/>
                <a:gd name="T12" fmla="*/ 1 w 246"/>
                <a:gd name="T13" fmla="*/ 3 h 426"/>
                <a:gd name="T14" fmla="*/ 1 w 246"/>
                <a:gd name="T15" fmla="*/ 3 h 426"/>
                <a:gd name="T16" fmla="*/ 1 w 246"/>
                <a:gd name="T17" fmla="*/ 3 h 426"/>
                <a:gd name="T18" fmla="*/ 1 w 246"/>
                <a:gd name="T19" fmla="*/ 2 h 426"/>
                <a:gd name="T20" fmla="*/ 2 w 246"/>
                <a:gd name="T21" fmla="*/ 2 h 426"/>
                <a:gd name="T22" fmla="*/ 2 w 246"/>
                <a:gd name="T23" fmla="*/ 2 h 426"/>
                <a:gd name="T24" fmla="*/ 2 w 246"/>
                <a:gd name="T25" fmla="*/ 2 h 426"/>
                <a:gd name="T26" fmla="*/ 2 w 246"/>
                <a:gd name="T27" fmla="*/ 1 h 426"/>
                <a:gd name="T28" fmla="*/ 2 w 246"/>
                <a:gd name="T29" fmla="*/ 1 h 426"/>
                <a:gd name="T30" fmla="*/ 2 w 246"/>
                <a:gd name="T31" fmla="*/ 1 h 426"/>
                <a:gd name="T32" fmla="*/ 2 w 246"/>
                <a:gd name="T33" fmla="*/ 0 h 426"/>
                <a:gd name="T34" fmla="*/ 2 w 246"/>
                <a:gd name="T35" fmla="*/ 0 h 426"/>
                <a:gd name="T36" fmla="*/ 2 w 246"/>
                <a:gd name="T37" fmla="*/ 0 h 426"/>
                <a:gd name="T38" fmla="*/ 2 w 246"/>
                <a:gd name="T39" fmla="*/ 0 h 426"/>
                <a:gd name="T40" fmla="*/ 2 w 246"/>
                <a:gd name="T41" fmla="*/ 1 h 426"/>
                <a:gd name="T42" fmla="*/ 2 w 246"/>
                <a:gd name="T43" fmla="*/ 1 h 426"/>
                <a:gd name="T44" fmla="*/ 2 w 246"/>
                <a:gd name="T45" fmla="*/ 1 h 426"/>
                <a:gd name="T46" fmla="*/ 2 w 246"/>
                <a:gd name="T47" fmla="*/ 2 h 426"/>
                <a:gd name="T48" fmla="*/ 2 w 246"/>
                <a:gd name="T49" fmla="*/ 2 h 426"/>
                <a:gd name="T50" fmla="*/ 1 w 246"/>
                <a:gd name="T51" fmla="*/ 2 h 426"/>
                <a:gd name="T52" fmla="*/ 1 w 246"/>
                <a:gd name="T53" fmla="*/ 2 h 426"/>
                <a:gd name="T54" fmla="*/ 1 w 246"/>
                <a:gd name="T55" fmla="*/ 3 h 426"/>
                <a:gd name="T56" fmla="*/ 1 w 246"/>
                <a:gd name="T57" fmla="*/ 3 h 426"/>
                <a:gd name="T58" fmla="*/ 1 w 246"/>
                <a:gd name="T59" fmla="*/ 3 h 426"/>
                <a:gd name="T60" fmla="*/ 1 w 246"/>
                <a:gd name="T61" fmla="*/ 3 h 426"/>
                <a:gd name="T62" fmla="*/ 1 w 246"/>
                <a:gd name="T63" fmla="*/ 3 h 426"/>
                <a:gd name="T64" fmla="*/ 0 w 246"/>
                <a:gd name="T65" fmla="*/ 3 h 426"/>
                <a:gd name="T66" fmla="*/ 0 w 246"/>
                <a:gd name="T67" fmla="*/ 3 h 426"/>
                <a:gd name="T68" fmla="*/ 0 w 246"/>
                <a:gd name="T69" fmla="*/ 3 h 426"/>
                <a:gd name="T70" fmla="*/ 0 w 246"/>
                <a:gd name="T71" fmla="*/ 3 h 426"/>
                <a:gd name="T72" fmla="*/ 0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426"/>
                  </a:moveTo>
                  <a:lnTo>
                    <a:pt x="0" y="426"/>
                  </a:lnTo>
                  <a:lnTo>
                    <a:pt x="25" y="423"/>
                  </a:lnTo>
                  <a:lnTo>
                    <a:pt x="50" y="417"/>
                  </a:lnTo>
                  <a:lnTo>
                    <a:pt x="74" y="407"/>
                  </a:lnTo>
                  <a:lnTo>
                    <a:pt x="96" y="392"/>
                  </a:lnTo>
                  <a:lnTo>
                    <a:pt x="118" y="373"/>
                  </a:lnTo>
                  <a:lnTo>
                    <a:pt x="138" y="350"/>
                  </a:lnTo>
                  <a:lnTo>
                    <a:pt x="157" y="327"/>
                  </a:lnTo>
                  <a:lnTo>
                    <a:pt x="175" y="299"/>
                  </a:lnTo>
                  <a:lnTo>
                    <a:pt x="190" y="268"/>
                  </a:lnTo>
                  <a:lnTo>
                    <a:pt x="205" y="236"/>
                  </a:lnTo>
                  <a:lnTo>
                    <a:pt x="216" y="202"/>
                  </a:lnTo>
                  <a:lnTo>
                    <a:pt x="227" y="164"/>
                  </a:lnTo>
                  <a:lnTo>
                    <a:pt x="235" y="125"/>
                  </a:lnTo>
                  <a:lnTo>
                    <a:pt x="241" y="86"/>
                  </a:lnTo>
                  <a:lnTo>
                    <a:pt x="244" y="42"/>
                  </a:lnTo>
                  <a:lnTo>
                    <a:pt x="246" y="0"/>
                  </a:lnTo>
                  <a:lnTo>
                    <a:pt x="234" y="0"/>
                  </a:lnTo>
                  <a:lnTo>
                    <a:pt x="233" y="42"/>
                  </a:lnTo>
                  <a:lnTo>
                    <a:pt x="229" y="83"/>
                  </a:lnTo>
                  <a:lnTo>
                    <a:pt x="223" y="123"/>
                  </a:lnTo>
                  <a:lnTo>
                    <a:pt x="215" y="162"/>
                  </a:lnTo>
                  <a:lnTo>
                    <a:pt x="205" y="197"/>
                  </a:lnTo>
                  <a:lnTo>
                    <a:pt x="193" y="231"/>
                  </a:lnTo>
                  <a:lnTo>
                    <a:pt x="179" y="264"/>
                  </a:lnTo>
                  <a:lnTo>
                    <a:pt x="164" y="292"/>
                  </a:lnTo>
                  <a:lnTo>
                    <a:pt x="147" y="320"/>
                  </a:lnTo>
                  <a:lnTo>
                    <a:pt x="128" y="343"/>
                  </a:lnTo>
                  <a:lnTo>
                    <a:pt x="108" y="363"/>
                  </a:lnTo>
                  <a:lnTo>
                    <a:pt x="89" y="382"/>
                  </a:lnTo>
                  <a:lnTo>
                    <a:pt x="67" y="395"/>
                  </a:lnTo>
                  <a:lnTo>
                    <a:pt x="45" y="406"/>
                  </a:lnTo>
                  <a:lnTo>
                    <a:pt x="23" y="411"/>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8892" name="Freeform 58"/>
            <p:cNvSpPr>
              <a:spLocks/>
            </p:cNvSpPr>
            <p:nvPr/>
          </p:nvSpPr>
          <p:spPr bwMode="auto">
            <a:xfrm>
              <a:off x="1091" y="2172"/>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4" y="86"/>
                  </a:lnTo>
                  <a:lnTo>
                    <a:pt x="10" y="125"/>
                  </a:lnTo>
                  <a:lnTo>
                    <a:pt x="18" y="164"/>
                  </a:lnTo>
                  <a:lnTo>
                    <a:pt x="29" y="202"/>
                  </a:lnTo>
                  <a:lnTo>
                    <a:pt x="41" y="236"/>
                  </a:lnTo>
                  <a:lnTo>
                    <a:pt x="55" y="268"/>
                  </a:lnTo>
                  <a:lnTo>
                    <a:pt x="70" y="299"/>
                  </a:lnTo>
                  <a:lnTo>
                    <a:pt x="89" y="327"/>
                  </a:lnTo>
                  <a:lnTo>
                    <a:pt x="106" y="350"/>
                  </a:lnTo>
                  <a:lnTo>
                    <a:pt x="126" y="373"/>
                  </a:lnTo>
                  <a:lnTo>
                    <a:pt x="148" y="392"/>
                  </a:lnTo>
                  <a:lnTo>
                    <a:pt x="171" y="407"/>
                  </a:lnTo>
                  <a:lnTo>
                    <a:pt x="194" y="417"/>
                  </a:lnTo>
                  <a:lnTo>
                    <a:pt x="219" y="423"/>
                  </a:lnTo>
                  <a:lnTo>
                    <a:pt x="245" y="426"/>
                  </a:lnTo>
                  <a:lnTo>
                    <a:pt x="245" y="414"/>
                  </a:lnTo>
                  <a:lnTo>
                    <a:pt x="221" y="411"/>
                  </a:lnTo>
                  <a:lnTo>
                    <a:pt x="199" y="406"/>
                  </a:lnTo>
                  <a:lnTo>
                    <a:pt x="178" y="395"/>
                  </a:lnTo>
                  <a:lnTo>
                    <a:pt x="155" y="382"/>
                  </a:lnTo>
                  <a:lnTo>
                    <a:pt x="136" y="363"/>
                  </a:lnTo>
                  <a:lnTo>
                    <a:pt x="116" y="343"/>
                  </a:lnTo>
                  <a:lnTo>
                    <a:pt x="98" y="320"/>
                  </a:lnTo>
                  <a:lnTo>
                    <a:pt x="82" y="292"/>
                  </a:lnTo>
                  <a:lnTo>
                    <a:pt x="66" y="264"/>
                  </a:lnTo>
                  <a:lnTo>
                    <a:pt x="52" y="231"/>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8893" name="Freeform 59"/>
            <p:cNvSpPr>
              <a:spLocks/>
            </p:cNvSpPr>
            <p:nvPr/>
          </p:nvSpPr>
          <p:spPr bwMode="auto">
            <a:xfrm>
              <a:off x="1091" y="2087"/>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4" y="8"/>
                  </a:lnTo>
                  <a:lnTo>
                    <a:pt x="171" y="18"/>
                  </a:lnTo>
                  <a:lnTo>
                    <a:pt x="148" y="34"/>
                  </a:lnTo>
                  <a:lnTo>
                    <a:pt x="126" y="51"/>
                  </a:lnTo>
                  <a:lnTo>
                    <a:pt x="106" y="73"/>
                  </a:lnTo>
                  <a:lnTo>
                    <a:pt x="89" y="98"/>
                  </a:lnTo>
                  <a:lnTo>
                    <a:pt x="71" y="125"/>
                  </a:lnTo>
                  <a:lnTo>
                    <a:pt x="55" y="155"/>
                  </a:lnTo>
                  <a:lnTo>
                    <a:pt x="41" y="188"/>
                  </a:lnTo>
                  <a:lnTo>
                    <a:pt x="29" y="222"/>
                  </a:lnTo>
                  <a:lnTo>
                    <a:pt x="18" y="261"/>
                  </a:lnTo>
                  <a:lnTo>
                    <a:pt x="10" y="298"/>
                  </a:lnTo>
                  <a:lnTo>
                    <a:pt x="4" y="338"/>
                  </a:lnTo>
                  <a:lnTo>
                    <a:pt x="1" y="382"/>
                  </a:lnTo>
                  <a:lnTo>
                    <a:pt x="0" y="424"/>
                  </a:lnTo>
                  <a:lnTo>
                    <a:pt x="11" y="424"/>
                  </a:lnTo>
                  <a:lnTo>
                    <a:pt x="13" y="382"/>
                  </a:lnTo>
                  <a:lnTo>
                    <a:pt x="16" y="341"/>
                  </a:lnTo>
                  <a:lnTo>
                    <a:pt x="22" y="301"/>
                  </a:lnTo>
                  <a:lnTo>
                    <a:pt x="30" y="263"/>
                  </a:lnTo>
                  <a:lnTo>
                    <a:pt x="41" y="227"/>
                  </a:lnTo>
                  <a:lnTo>
                    <a:pt x="52" y="193"/>
                  </a:lnTo>
                  <a:lnTo>
                    <a:pt x="66" y="160"/>
                  </a:lnTo>
                  <a:lnTo>
                    <a:pt x="80" y="132"/>
                  </a:lnTo>
                  <a:lnTo>
                    <a:pt x="98" y="105"/>
                  </a:lnTo>
                  <a:lnTo>
                    <a:pt x="116" y="80"/>
                  </a:lnTo>
                  <a:lnTo>
                    <a:pt x="136" y="60"/>
                  </a:lnTo>
                  <a:lnTo>
                    <a:pt x="155" y="43"/>
                  </a:lnTo>
                  <a:lnTo>
                    <a:pt x="178" y="30"/>
                  </a:lnTo>
                  <a:lnTo>
                    <a:pt x="199" y="19"/>
                  </a:lnTo>
                  <a:lnTo>
                    <a:pt x="221" y="14"/>
                  </a:lnTo>
                  <a:lnTo>
                    <a:pt x="245" y="11"/>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8894" name="Freeform 60"/>
            <p:cNvSpPr>
              <a:spLocks/>
            </p:cNvSpPr>
            <p:nvPr/>
          </p:nvSpPr>
          <p:spPr bwMode="auto">
            <a:xfrm>
              <a:off x="1392" y="2118"/>
              <a:ext cx="49" cy="85"/>
            </a:xfrm>
            <a:custGeom>
              <a:avLst/>
              <a:gdLst>
                <a:gd name="T0" fmla="*/ 2 w 246"/>
                <a:gd name="T1" fmla="*/ 3 h 426"/>
                <a:gd name="T2" fmla="*/ 2 w 246"/>
                <a:gd name="T3" fmla="*/ 3 h 426"/>
                <a:gd name="T4" fmla="*/ 2 w 246"/>
                <a:gd name="T5" fmla="*/ 3 h 426"/>
                <a:gd name="T6" fmla="*/ 2 w 246"/>
                <a:gd name="T7" fmla="*/ 3 h 426"/>
                <a:gd name="T8" fmla="*/ 2 w 246"/>
                <a:gd name="T9" fmla="*/ 2 h 426"/>
                <a:gd name="T10" fmla="*/ 2 w 246"/>
                <a:gd name="T11" fmla="*/ 2 h 426"/>
                <a:gd name="T12" fmla="*/ 2 w 246"/>
                <a:gd name="T13" fmla="*/ 2 h 426"/>
                <a:gd name="T14" fmla="*/ 2 w 246"/>
                <a:gd name="T15" fmla="*/ 2 h 426"/>
                <a:gd name="T16" fmla="*/ 2 w 246"/>
                <a:gd name="T17" fmla="*/ 1 h 426"/>
                <a:gd name="T18" fmla="*/ 1 w 246"/>
                <a:gd name="T19" fmla="*/ 1 h 426"/>
                <a:gd name="T20" fmla="*/ 1 w 246"/>
                <a:gd name="T21" fmla="*/ 1 h 426"/>
                <a:gd name="T22" fmla="*/ 1 w 246"/>
                <a:gd name="T23" fmla="*/ 1 h 426"/>
                <a:gd name="T24" fmla="*/ 1 w 246"/>
                <a:gd name="T25" fmla="*/ 0 h 426"/>
                <a:gd name="T26" fmla="*/ 1 w 246"/>
                <a:gd name="T27" fmla="*/ 0 h 426"/>
                <a:gd name="T28" fmla="*/ 1 w 246"/>
                <a:gd name="T29" fmla="*/ 0 h 426"/>
                <a:gd name="T30" fmla="*/ 0 w 246"/>
                <a:gd name="T31" fmla="*/ 0 h 426"/>
                <a:gd name="T32" fmla="*/ 0 w 246"/>
                <a:gd name="T33" fmla="*/ 0 h 426"/>
                <a:gd name="T34" fmla="*/ 0 w 246"/>
                <a:gd name="T35" fmla="*/ 0 h 426"/>
                <a:gd name="T36" fmla="*/ 0 w 246"/>
                <a:gd name="T37" fmla="*/ 0 h 426"/>
                <a:gd name="T38" fmla="*/ 0 w 246"/>
                <a:gd name="T39" fmla="*/ 0 h 426"/>
                <a:gd name="T40" fmla="*/ 0 w 246"/>
                <a:gd name="T41" fmla="*/ 0 h 426"/>
                <a:gd name="T42" fmla="*/ 1 w 246"/>
                <a:gd name="T43" fmla="*/ 0 h 426"/>
                <a:gd name="T44" fmla="*/ 1 w 246"/>
                <a:gd name="T45" fmla="*/ 0 h 426"/>
                <a:gd name="T46" fmla="*/ 1 w 246"/>
                <a:gd name="T47" fmla="*/ 1 h 426"/>
                <a:gd name="T48" fmla="*/ 1 w 246"/>
                <a:gd name="T49" fmla="*/ 1 h 426"/>
                <a:gd name="T50" fmla="*/ 1 w 246"/>
                <a:gd name="T51" fmla="*/ 1 h 426"/>
                <a:gd name="T52" fmla="*/ 1 w 246"/>
                <a:gd name="T53" fmla="*/ 1 h 426"/>
                <a:gd name="T54" fmla="*/ 1 w 246"/>
                <a:gd name="T55" fmla="*/ 1 h 426"/>
                <a:gd name="T56" fmla="*/ 2 w 246"/>
                <a:gd name="T57" fmla="*/ 2 h 426"/>
                <a:gd name="T58" fmla="*/ 2 w 246"/>
                <a:gd name="T59" fmla="*/ 2 h 426"/>
                <a:gd name="T60" fmla="*/ 2 w 246"/>
                <a:gd name="T61" fmla="*/ 2 h 426"/>
                <a:gd name="T62" fmla="*/ 2 w 246"/>
                <a:gd name="T63" fmla="*/ 2 h 426"/>
                <a:gd name="T64" fmla="*/ 2 w 246"/>
                <a:gd name="T65" fmla="*/ 3 h 426"/>
                <a:gd name="T66" fmla="*/ 2 w 246"/>
                <a:gd name="T67" fmla="*/ 3 h 426"/>
                <a:gd name="T68" fmla="*/ 2 w 246"/>
                <a:gd name="T69" fmla="*/ 3 h 426"/>
                <a:gd name="T70" fmla="*/ 2 w 246"/>
                <a:gd name="T71" fmla="*/ 3 h 426"/>
                <a:gd name="T72" fmla="*/ 2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246" y="426"/>
                  </a:moveTo>
                  <a:lnTo>
                    <a:pt x="246" y="426"/>
                  </a:lnTo>
                  <a:lnTo>
                    <a:pt x="245" y="384"/>
                  </a:lnTo>
                  <a:lnTo>
                    <a:pt x="242" y="340"/>
                  </a:lnTo>
                  <a:lnTo>
                    <a:pt x="236" y="301"/>
                  </a:lnTo>
                  <a:lnTo>
                    <a:pt x="228" y="262"/>
                  </a:lnTo>
                  <a:lnTo>
                    <a:pt x="217" y="224"/>
                  </a:lnTo>
                  <a:lnTo>
                    <a:pt x="205" y="190"/>
                  </a:lnTo>
                  <a:lnTo>
                    <a:pt x="191" y="158"/>
                  </a:lnTo>
                  <a:lnTo>
                    <a:pt x="176" y="126"/>
                  </a:lnTo>
                  <a:lnTo>
                    <a:pt x="157" y="99"/>
                  </a:lnTo>
                  <a:lnTo>
                    <a:pt x="139" y="75"/>
                  </a:lnTo>
                  <a:lnTo>
                    <a:pt x="119" y="53"/>
                  </a:lnTo>
                  <a:lnTo>
                    <a:pt x="96" y="34"/>
                  </a:lnTo>
                  <a:lnTo>
                    <a:pt x="75" y="19"/>
                  </a:lnTo>
                  <a:lnTo>
                    <a:pt x="51" y="9"/>
                  </a:lnTo>
                  <a:lnTo>
                    <a:pt x="26" y="3"/>
                  </a:lnTo>
                  <a:lnTo>
                    <a:pt x="0" y="0"/>
                  </a:lnTo>
                  <a:lnTo>
                    <a:pt x="0" y="12"/>
                  </a:lnTo>
                  <a:lnTo>
                    <a:pt x="24" y="15"/>
                  </a:lnTo>
                  <a:lnTo>
                    <a:pt x="46" y="20"/>
                  </a:lnTo>
                  <a:lnTo>
                    <a:pt x="68" y="31"/>
                  </a:lnTo>
                  <a:lnTo>
                    <a:pt x="89" y="44"/>
                  </a:lnTo>
                  <a:lnTo>
                    <a:pt x="109" y="63"/>
                  </a:lnTo>
                  <a:lnTo>
                    <a:pt x="129" y="83"/>
                  </a:lnTo>
                  <a:lnTo>
                    <a:pt x="148" y="106"/>
                  </a:lnTo>
                  <a:lnTo>
                    <a:pt x="164" y="133"/>
                  </a:lnTo>
                  <a:lnTo>
                    <a:pt x="180" y="162"/>
                  </a:lnTo>
                  <a:lnTo>
                    <a:pt x="194" y="195"/>
                  </a:lnTo>
                  <a:lnTo>
                    <a:pt x="205" y="229"/>
                  </a:lnTo>
                  <a:lnTo>
                    <a:pt x="216" y="264"/>
                  </a:lnTo>
                  <a:lnTo>
                    <a:pt x="224" y="303"/>
                  </a:lnTo>
                  <a:lnTo>
                    <a:pt x="230" y="343"/>
                  </a:lnTo>
                  <a:lnTo>
                    <a:pt x="233" y="384"/>
                  </a:lnTo>
                  <a:lnTo>
                    <a:pt x="235" y="426"/>
                  </a:lnTo>
                  <a:lnTo>
                    <a:pt x="246"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8895" name="Freeform 61"/>
            <p:cNvSpPr>
              <a:spLocks/>
            </p:cNvSpPr>
            <p:nvPr/>
          </p:nvSpPr>
          <p:spPr bwMode="auto">
            <a:xfrm>
              <a:off x="1392" y="2203"/>
              <a:ext cx="49" cy="85"/>
            </a:xfrm>
            <a:custGeom>
              <a:avLst/>
              <a:gdLst>
                <a:gd name="T0" fmla="*/ 0 w 246"/>
                <a:gd name="T1" fmla="*/ 3 h 424"/>
                <a:gd name="T2" fmla="*/ 0 w 246"/>
                <a:gd name="T3" fmla="*/ 3 h 424"/>
                <a:gd name="T4" fmla="*/ 0 w 246"/>
                <a:gd name="T5" fmla="*/ 3 h 424"/>
                <a:gd name="T6" fmla="*/ 0 w 246"/>
                <a:gd name="T7" fmla="*/ 3 h 424"/>
                <a:gd name="T8" fmla="*/ 1 w 246"/>
                <a:gd name="T9" fmla="*/ 3 h 424"/>
                <a:gd name="T10" fmla="*/ 1 w 246"/>
                <a:gd name="T11" fmla="*/ 3 h 424"/>
                <a:gd name="T12" fmla="*/ 1 w 246"/>
                <a:gd name="T13" fmla="*/ 3 h 424"/>
                <a:gd name="T14" fmla="*/ 1 w 246"/>
                <a:gd name="T15" fmla="*/ 3 h 424"/>
                <a:gd name="T16" fmla="*/ 1 w 246"/>
                <a:gd name="T17" fmla="*/ 3 h 424"/>
                <a:gd name="T18" fmla="*/ 1 w 246"/>
                <a:gd name="T19" fmla="*/ 2 h 424"/>
                <a:gd name="T20" fmla="*/ 2 w 246"/>
                <a:gd name="T21" fmla="*/ 2 h 424"/>
                <a:gd name="T22" fmla="*/ 2 w 246"/>
                <a:gd name="T23" fmla="*/ 2 h 424"/>
                <a:gd name="T24" fmla="*/ 2 w 246"/>
                <a:gd name="T25" fmla="*/ 2 h 424"/>
                <a:gd name="T26" fmla="*/ 2 w 246"/>
                <a:gd name="T27" fmla="*/ 1 h 424"/>
                <a:gd name="T28" fmla="*/ 2 w 246"/>
                <a:gd name="T29" fmla="*/ 1 h 424"/>
                <a:gd name="T30" fmla="*/ 2 w 246"/>
                <a:gd name="T31" fmla="*/ 1 h 424"/>
                <a:gd name="T32" fmla="*/ 2 w 246"/>
                <a:gd name="T33" fmla="*/ 0 h 424"/>
                <a:gd name="T34" fmla="*/ 2 w 246"/>
                <a:gd name="T35" fmla="*/ 0 h 424"/>
                <a:gd name="T36" fmla="*/ 2 w 246"/>
                <a:gd name="T37" fmla="*/ 0 h 424"/>
                <a:gd name="T38" fmla="*/ 2 w 246"/>
                <a:gd name="T39" fmla="*/ 0 h 424"/>
                <a:gd name="T40" fmla="*/ 2 w 246"/>
                <a:gd name="T41" fmla="*/ 1 h 424"/>
                <a:gd name="T42" fmla="*/ 2 w 246"/>
                <a:gd name="T43" fmla="*/ 1 h 424"/>
                <a:gd name="T44" fmla="*/ 2 w 246"/>
                <a:gd name="T45" fmla="*/ 1 h 424"/>
                <a:gd name="T46" fmla="*/ 2 w 246"/>
                <a:gd name="T47" fmla="*/ 2 h 424"/>
                <a:gd name="T48" fmla="*/ 2 w 246"/>
                <a:gd name="T49" fmla="*/ 2 h 424"/>
                <a:gd name="T50" fmla="*/ 1 w 246"/>
                <a:gd name="T51" fmla="*/ 2 h 424"/>
                <a:gd name="T52" fmla="*/ 1 w 246"/>
                <a:gd name="T53" fmla="*/ 2 h 424"/>
                <a:gd name="T54" fmla="*/ 1 w 246"/>
                <a:gd name="T55" fmla="*/ 3 h 424"/>
                <a:gd name="T56" fmla="*/ 1 w 246"/>
                <a:gd name="T57" fmla="*/ 3 h 424"/>
                <a:gd name="T58" fmla="*/ 1 w 246"/>
                <a:gd name="T59" fmla="*/ 3 h 424"/>
                <a:gd name="T60" fmla="*/ 1 w 246"/>
                <a:gd name="T61" fmla="*/ 3 h 424"/>
                <a:gd name="T62" fmla="*/ 1 w 246"/>
                <a:gd name="T63" fmla="*/ 3 h 424"/>
                <a:gd name="T64" fmla="*/ 0 w 246"/>
                <a:gd name="T65" fmla="*/ 3 h 424"/>
                <a:gd name="T66" fmla="*/ 0 w 246"/>
                <a:gd name="T67" fmla="*/ 3 h 424"/>
                <a:gd name="T68" fmla="*/ 0 w 246"/>
                <a:gd name="T69" fmla="*/ 3 h 424"/>
                <a:gd name="T70" fmla="*/ 0 w 246"/>
                <a:gd name="T71" fmla="*/ 3 h 424"/>
                <a:gd name="T72" fmla="*/ 0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0" y="424"/>
                  </a:moveTo>
                  <a:lnTo>
                    <a:pt x="0" y="424"/>
                  </a:lnTo>
                  <a:lnTo>
                    <a:pt x="26" y="422"/>
                  </a:lnTo>
                  <a:lnTo>
                    <a:pt x="51" y="416"/>
                  </a:lnTo>
                  <a:lnTo>
                    <a:pt x="75" y="406"/>
                  </a:lnTo>
                  <a:lnTo>
                    <a:pt x="96" y="390"/>
                  </a:lnTo>
                  <a:lnTo>
                    <a:pt x="119" y="373"/>
                  </a:lnTo>
                  <a:lnTo>
                    <a:pt x="139" y="351"/>
                  </a:lnTo>
                  <a:lnTo>
                    <a:pt x="157" y="326"/>
                  </a:lnTo>
                  <a:lnTo>
                    <a:pt x="175" y="299"/>
                  </a:lnTo>
                  <a:lnTo>
                    <a:pt x="191" y="269"/>
                  </a:lnTo>
                  <a:lnTo>
                    <a:pt x="205" y="236"/>
                  </a:lnTo>
                  <a:lnTo>
                    <a:pt x="217" y="202"/>
                  </a:lnTo>
                  <a:lnTo>
                    <a:pt x="228" y="163"/>
                  </a:lnTo>
                  <a:lnTo>
                    <a:pt x="236" y="125"/>
                  </a:lnTo>
                  <a:lnTo>
                    <a:pt x="242" y="86"/>
                  </a:lnTo>
                  <a:lnTo>
                    <a:pt x="245" y="42"/>
                  </a:lnTo>
                  <a:lnTo>
                    <a:pt x="246" y="0"/>
                  </a:lnTo>
                  <a:lnTo>
                    <a:pt x="235" y="0"/>
                  </a:lnTo>
                  <a:lnTo>
                    <a:pt x="233" y="42"/>
                  </a:lnTo>
                  <a:lnTo>
                    <a:pt x="230" y="83"/>
                  </a:lnTo>
                  <a:lnTo>
                    <a:pt x="224" y="123"/>
                  </a:lnTo>
                  <a:lnTo>
                    <a:pt x="216" y="161"/>
                  </a:lnTo>
                  <a:lnTo>
                    <a:pt x="205" y="197"/>
                  </a:lnTo>
                  <a:lnTo>
                    <a:pt x="194" y="231"/>
                  </a:lnTo>
                  <a:lnTo>
                    <a:pt x="180" y="264"/>
                  </a:lnTo>
                  <a:lnTo>
                    <a:pt x="166" y="292"/>
                  </a:lnTo>
                  <a:lnTo>
                    <a:pt x="148" y="319"/>
                  </a:lnTo>
                  <a:lnTo>
                    <a:pt x="129" y="344"/>
                  </a:lnTo>
                  <a:lnTo>
                    <a:pt x="109" y="364"/>
                  </a:lnTo>
                  <a:lnTo>
                    <a:pt x="89" y="381"/>
                  </a:lnTo>
                  <a:lnTo>
                    <a:pt x="68" y="394"/>
                  </a:lnTo>
                  <a:lnTo>
                    <a:pt x="46" y="405"/>
                  </a:lnTo>
                  <a:lnTo>
                    <a:pt x="24" y="410"/>
                  </a:lnTo>
                  <a:lnTo>
                    <a:pt x="0" y="413"/>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8896" name="Freeform 62"/>
            <p:cNvSpPr>
              <a:spLocks/>
            </p:cNvSpPr>
            <p:nvPr/>
          </p:nvSpPr>
          <p:spPr bwMode="auto">
            <a:xfrm>
              <a:off x="1343" y="2203"/>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2" y="42"/>
                  </a:lnTo>
                  <a:lnTo>
                    <a:pt x="5" y="86"/>
                  </a:lnTo>
                  <a:lnTo>
                    <a:pt x="11" y="125"/>
                  </a:lnTo>
                  <a:lnTo>
                    <a:pt x="19" y="163"/>
                  </a:lnTo>
                  <a:lnTo>
                    <a:pt x="30" y="202"/>
                  </a:lnTo>
                  <a:lnTo>
                    <a:pt x="41" y="236"/>
                  </a:lnTo>
                  <a:lnTo>
                    <a:pt x="56" y="269"/>
                  </a:lnTo>
                  <a:lnTo>
                    <a:pt x="72" y="299"/>
                  </a:lnTo>
                  <a:lnTo>
                    <a:pt x="90" y="326"/>
                  </a:lnTo>
                  <a:lnTo>
                    <a:pt x="108" y="351"/>
                  </a:lnTo>
                  <a:lnTo>
                    <a:pt x="127" y="373"/>
                  </a:lnTo>
                  <a:lnTo>
                    <a:pt x="149" y="390"/>
                  </a:lnTo>
                  <a:lnTo>
                    <a:pt x="172" y="406"/>
                  </a:lnTo>
                  <a:lnTo>
                    <a:pt x="195" y="416"/>
                  </a:lnTo>
                  <a:lnTo>
                    <a:pt x="220" y="422"/>
                  </a:lnTo>
                  <a:lnTo>
                    <a:pt x="245" y="424"/>
                  </a:lnTo>
                  <a:lnTo>
                    <a:pt x="245" y="413"/>
                  </a:lnTo>
                  <a:lnTo>
                    <a:pt x="222" y="410"/>
                  </a:lnTo>
                  <a:lnTo>
                    <a:pt x="200" y="405"/>
                  </a:lnTo>
                  <a:lnTo>
                    <a:pt x="179" y="394"/>
                  </a:lnTo>
                  <a:lnTo>
                    <a:pt x="156" y="381"/>
                  </a:lnTo>
                  <a:lnTo>
                    <a:pt x="136" y="364"/>
                  </a:lnTo>
                  <a:lnTo>
                    <a:pt x="118" y="344"/>
                  </a:lnTo>
                  <a:lnTo>
                    <a:pt x="99" y="319"/>
                  </a:lnTo>
                  <a:lnTo>
                    <a:pt x="81" y="292"/>
                  </a:lnTo>
                  <a:lnTo>
                    <a:pt x="67" y="264"/>
                  </a:lnTo>
                  <a:lnTo>
                    <a:pt x="53" y="231"/>
                  </a:lnTo>
                  <a:lnTo>
                    <a:pt x="41" y="197"/>
                  </a:lnTo>
                  <a:lnTo>
                    <a:pt x="31" y="161"/>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8897" name="Freeform 63"/>
            <p:cNvSpPr>
              <a:spLocks/>
            </p:cNvSpPr>
            <p:nvPr/>
          </p:nvSpPr>
          <p:spPr bwMode="auto">
            <a:xfrm>
              <a:off x="1343" y="2118"/>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1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20" y="3"/>
                  </a:lnTo>
                  <a:lnTo>
                    <a:pt x="195" y="9"/>
                  </a:lnTo>
                  <a:lnTo>
                    <a:pt x="172" y="19"/>
                  </a:lnTo>
                  <a:lnTo>
                    <a:pt x="149" y="34"/>
                  </a:lnTo>
                  <a:lnTo>
                    <a:pt x="127" y="53"/>
                  </a:lnTo>
                  <a:lnTo>
                    <a:pt x="108" y="75"/>
                  </a:lnTo>
                  <a:lnTo>
                    <a:pt x="90" y="99"/>
                  </a:lnTo>
                  <a:lnTo>
                    <a:pt x="71" y="126"/>
                  </a:lnTo>
                  <a:lnTo>
                    <a:pt x="56" y="158"/>
                  </a:lnTo>
                  <a:lnTo>
                    <a:pt x="41" y="190"/>
                  </a:lnTo>
                  <a:lnTo>
                    <a:pt x="30" y="224"/>
                  </a:lnTo>
                  <a:lnTo>
                    <a:pt x="19" y="262"/>
                  </a:lnTo>
                  <a:lnTo>
                    <a:pt x="11" y="301"/>
                  </a:lnTo>
                  <a:lnTo>
                    <a:pt x="5" y="340"/>
                  </a:lnTo>
                  <a:lnTo>
                    <a:pt x="2" y="384"/>
                  </a:lnTo>
                  <a:lnTo>
                    <a:pt x="0" y="426"/>
                  </a:lnTo>
                  <a:lnTo>
                    <a:pt x="12" y="426"/>
                  </a:lnTo>
                  <a:lnTo>
                    <a:pt x="13" y="384"/>
                  </a:lnTo>
                  <a:lnTo>
                    <a:pt x="17" y="343"/>
                  </a:lnTo>
                  <a:lnTo>
                    <a:pt x="23" y="303"/>
                  </a:lnTo>
                  <a:lnTo>
                    <a:pt x="31" y="264"/>
                  </a:lnTo>
                  <a:lnTo>
                    <a:pt x="41" y="229"/>
                  </a:lnTo>
                  <a:lnTo>
                    <a:pt x="53" y="195"/>
                  </a:lnTo>
                  <a:lnTo>
                    <a:pt x="67" y="162"/>
                  </a:lnTo>
                  <a:lnTo>
                    <a:pt x="82" y="133"/>
                  </a:lnTo>
                  <a:lnTo>
                    <a:pt x="99" y="106"/>
                  </a:lnTo>
                  <a:lnTo>
                    <a:pt x="118" y="83"/>
                  </a:lnTo>
                  <a:lnTo>
                    <a:pt x="136" y="63"/>
                  </a:lnTo>
                  <a:lnTo>
                    <a:pt x="156" y="44"/>
                  </a:lnTo>
                  <a:lnTo>
                    <a:pt x="179" y="31"/>
                  </a:lnTo>
                  <a:lnTo>
                    <a:pt x="200" y="20"/>
                  </a:lnTo>
                  <a:lnTo>
                    <a:pt x="222" y="15"/>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8898" name="Freeform 64"/>
            <p:cNvSpPr>
              <a:spLocks/>
            </p:cNvSpPr>
            <p:nvPr/>
          </p:nvSpPr>
          <p:spPr bwMode="auto">
            <a:xfrm>
              <a:off x="1384" y="1859"/>
              <a:ext cx="49" cy="84"/>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1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3" y="382"/>
                  </a:lnTo>
                  <a:lnTo>
                    <a:pt x="240" y="339"/>
                  </a:lnTo>
                  <a:lnTo>
                    <a:pt x="234" y="299"/>
                  </a:lnTo>
                  <a:lnTo>
                    <a:pt x="226" y="261"/>
                  </a:lnTo>
                  <a:lnTo>
                    <a:pt x="215" y="222"/>
                  </a:lnTo>
                  <a:lnTo>
                    <a:pt x="204" y="188"/>
                  </a:lnTo>
                  <a:lnTo>
                    <a:pt x="189" y="156"/>
                  </a:lnTo>
                  <a:lnTo>
                    <a:pt x="173" y="125"/>
                  </a:lnTo>
                  <a:lnTo>
                    <a:pt x="155" y="98"/>
                  </a:lnTo>
                  <a:lnTo>
                    <a:pt x="138" y="74"/>
                  </a:lnTo>
                  <a:lnTo>
                    <a:pt x="118" y="51"/>
                  </a:lnTo>
                  <a:lnTo>
                    <a:pt x="96" y="34"/>
                  </a:lnTo>
                  <a:lnTo>
                    <a:pt x="73" y="18"/>
                  </a:lnTo>
                  <a:lnTo>
                    <a:pt x="50" y="8"/>
                  </a:lnTo>
                  <a:lnTo>
                    <a:pt x="25" y="2"/>
                  </a:lnTo>
                  <a:lnTo>
                    <a:pt x="0" y="0"/>
                  </a:lnTo>
                  <a:lnTo>
                    <a:pt x="0" y="11"/>
                  </a:lnTo>
                  <a:lnTo>
                    <a:pt x="23" y="14"/>
                  </a:lnTo>
                  <a:lnTo>
                    <a:pt x="45" y="20"/>
                  </a:lnTo>
                  <a:lnTo>
                    <a:pt x="66" y="30"/>
                  </a:lnTo>
                  <a:lnTo>
                    <a:pt x="89" y="43"/>
                  </a:lnTo>
                  <a:lnTo>
                    <a:pt x="109" y="61"/>
                  </a:lnTo>
                  <a:lnTo>
                    <a:pt x="129" y="81"/>
                  </a:lnTo>
                  <a:lnTo>
                    <a:pt x="146" y="105"/>
                  </a:lnTo>
                  <a:lnTo>
                    <a:pt x="164" y="132"/>
                  </a:lnTo>
                  <a:lnTo>
                    <a:pt x="178" y="160"/>
                  </a:lnTo>
                  <a:lnTo>
                    <a:pt x="192" y="193"/>
                  </a:lnTo>
                  <a:lnTo>
                    <a:pt x="204" y="227"/>
                  </a:lnTo>
                  <a:lnTo>
                    <a:pt x="214" y="264"/>
                  </a:lnTo>
                  <a:lnTo>
                    <a:pt x="222" y="301"/>
                  </a:lnTo>
                  <a:lnTo>
                    <a:pt x="228"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8899" name="Freeform 65"/>
            <p:cNvSpPr>
              <a:spLocks/>
            </p:cNvSpPr>
            <p:nvPr/>
          </p:nvSpPr>
          <p:spPr bwMode="auto">
            <a:xfrm>
              <a:off x="1384" y="1943"/>
              <a:ext cx="49" cy="86"/>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5" y="423"/>
                  </a:lnTo>
                  <a:lnTo>
                    <a:pt x="50" y="418"/>
                  </a:lnTo>
                  <a:lnTo>
                    <a:pt x="73" y="407"/>
                  </a:lnTo>
                  <a:lnTo>
                    <a:pt x="96" y="392"/>
                  </a:lnTo>
                  <a:lnTo>
                    <a:pt x="118" y="374"/>
                  </a:lnTo>
                  <a:lnTo>
                    <a:pt x="138" y="352"/>
                  </a:lnTo>
                  <a:lnTo>
                    <a:pt x="155" y="327"/>
                  </a:lnTo>
                  <a:lnTo>
                    <a:pt x="174" y="300"/>
                  </a:lnTo>
                  <a:lnTo>
                    <a:pt x="189" y="269"/>
                  </a:lnTo>
                  <a:lnTo>
                    <a:pt x="204" y="237"/>
                  </a:lnTo>
                  <a:lnTo>
                    <a:pt x="215" y="202"/>
                  </a:lnTo>
                  <a:lnTo>
                    <a:pt x="226" y="164"/>
                  </a:lnTo>
                  <a:lnTo>
                    <a:pt x="234" y="126"/>
                  </a:lnTo>
                  <a:lnTo>
                    <a:pt x="240" y="86"/>
                  </a:lnTo>
                  <a:lnTo>
                    <a:pt x="243" y="42"/>
                  </a:lnTo>
                  <a:lnTo>
                    <a:pt x="245" y="0"/>
                  </a:lnTo>
                  <a:lnTo>
                    <a:pt x="233" y="0"/>
                  </a:lnTo>
                  <a:lnTo>
                    <a:pt x="232" y="42"/>
                  </a:lnTo>
                  <a:lnTo>
                    <a:pt x="228" y="83"/>
                  </a:lnTo>
                  <a:lnTo>
                    <a:pt x="222" y="123"/>
                  </a:lnTo>
                  <a:lnTo>
                    <a:pt x="214" y="162"/>
                  </a:lnTo>
                  <a:lnTo>
                    <a:pt x="204" y="197"/>
                  </a:lnTo>
                  <a:lnTo>
                    <a:pt x="192" y="232"/>
                  </a:lnTo>
                  <a:lnTo>
                    <a:pt x="178" y="264"/>
                  </a:lnTo>
                  <a:lnTo>
                    <a:pt x="163" y="293"/>
                  </a:lnTo>
                  <a:lnTo>
                    <a:pt x="146" y="320"/>
                  </a:lnTo>
                  <a:lnTo>
                    <a:pt x="129" y="345"/>
                  </a:lnTo>
                  <a:lnTo>
                    <a:pt x="109" y="365"/>
                  </a:lnTo>
                  <a:lnTo>
                    <a:pt x="89" y="382"/>
                  </a:lnTo>
                  <a:lnTo>
                    <a:pt x="66" y="395"/>
                  </a:lnTo>
                  <a:lnTo>
                    <a:pt x="45" y="406"/>
                  </a:lnTo>
                  <a:lnTo>
                    <a:pt x="23"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8900" name="Freeform 66"/>
            <p:cNvSpPr>
              <a:spLocks/>
            </p:cNvSpPr>
            <p:nvPr/>
          </p:nvSpPr>
          <p:spPr bwMode="auto">
            <a:xfrm>
              <a:off x="1335" y="1943"/>
              <a:ext cx="49" cy="86"/>
            </a:xfrm>
            <a:custGeom>
              <a:avLst/>
              <a:gdLst>
                <a:gd name="T0" fmla="*/ 0 w 246"/>
                <a:gd name="T1" fmla="*/ 0 h 426"/>
                <a:gd name="T2" fmla="*/ 0 w 246"/>
                <a:gd name="T3" fmla="*/ 0 h 426"/>
                <a:gd name="T4" fmla="*/ 0 w 246"/>
                <a:gd name="T5" fmla="*/ 0 h 426"/>
                <a:gd name="T6" fmla="*/ 0 w 246"/>
                <a:gd name="T7" fmla="*/ 1 h 426"/>
                <a:gd name="T8" fmla="*/ 0 w 246"/>
                <a:gd name="T9" fmla="*/ 1 h 426"/>
                <a:gd name="T10" fmla="*/ 0 w 246"/>
                <a:gd name="T11" fmla="*/ 1 h 426"/>
                <a:gd name="T12" fmla="*/ 0 w 246"/>
                <a:gd name="T13" fmla="*/ 2 h 426"/>
                <a:gd name="T14" fmla="*/ 0 w 246"/>
                <a:gd name="T15" fmla="*/ 2 h 426"/>
                <a:gd name="T16" fmla="*/ 0 w 246"/>
                <a:gd name="T17" fmla="*/ 2 h 426"/>
                <a:gd name="T18" fmla="*/ 1 w 246"/>
                <a:gd name="T19" fmla="*/ 2 h 426"/>
                <a:gd name="T20" fmla="*/ 1 w 246"/>
                <a:gd name="T21" fmla="*/ 3 h 426"/>
                <a:gd name="T22" fmla="*/ 1 w 246"/>
                <a:gd name="T23" fmla="*/ 3 h 426"/>
                <a:gd name="T24" fmla="*/ 1 w 246"/>
                <a:gd name="T25" fmla="*/ 3 h 426"/>
                <a:gd name="T26" fmla="*/ 1 w 246"/>
                <a:gd name="T27" fmla="*/ 3 h 426"/>
                <a:gd name="T28" fmla="*/ 1 w 246"/>
                <a:gd name="T29" fmla="*/ 3 h 426"/>
                <a:gd name="T30" fmla="*/ 2 w 246"/>
                <a:gd name="T31" fmla="*/ 3 h 426"/>
                <a:gd name="T32" fmla="*/ 2 w 246"/>
                <a:gd name="T33" fmla="*/ 3 h 426"/>
                <a:gd name="T34" fmla="*/ 2 w 246"/>
                <a:gd name="T35" fmla="*/ 3 h 426"/>
                <a:gd name="T36" fmla="*/ 2 w 246"/>
                <a:gd name="T37" fmla="*/ 3 h 426"/>
                <a:gd name="T38" fmla="*/ 2 w 246"/>
                <a:gd name="T39" fmla="*/ 3 h 426"/>
                <a:gd name="T40" fmla="*/ 2 w 246"/>
                <a:gd name="T41" fmla="*/ 3 h 426"/>
                <a:gd name="T42" fmla="*/ 1 w 246"/>
                <a:gd name="T43" fmla="*/ 3 h 426"/>
                <a:gd name="T44" fmla="*/ 1 w 246"/>
                <a:gd name="T45" fmla="*/ 3 h 426"/>
                <a:gd name="T46" fmla="*/ 1 w 246"/>
                <a:gd name="T47" fmla="*/ 3 h 426"/>
                <a:gd name="T48" fmla="*/ 1 w 246"/>
                <a:gd name="T49" fmla="*/ 3 h 426"/>
                <a:gd name="T50" fmla="*/ 1 w 246"/>
                <a:gd name="T51" fmla="*/ 3 h 426"/>
                <a:gd name="T52" fmla="*/ 1 w 246"/>
                <a:gd name="T53" fmla="*/ 2 h 426"/>
                <a:gd name="T54" fmla="*/ 1 w 246"/>
                <a:gd name="T55" fmla="*/ 2 h 426"/>
                <a:gd name="T56" fmla="*/ 0 w 246"/>
                <a:gd name="T57" fmla="*/ 2 h 426"/>
                <a:gd name="T58" fmla="*/ 0 w 246"/>
                <a:gd name="T59" fmla="*/ 2 h 426"/>
                <a:gd name="T60" fmla="*/ 0 w 246"/>
                <a:gd name="T61" fmla="*/ 1 h 426"/>
                <a:gd name="T62" fmla="*/ 0 w 246"/>
                <a:gd name="T63" fmla="*/ 1 h 426"/>
                <a:gd name="T64" fmla="*/ 0 w 246"/>
                <a:gd name="T65" fmla="*/ 1 h 426"/>
                <a:gd name="T66" fmla="*/ 0 w 246"/>
                <a:gd name="T67" fmla="*/ 0 h 426"/>
                <a:gd name="T68" fmla="*/ 0 w 246"/>
                <a:gd name="T69" fmla="*/ 0 h 426"/>
                <a:gd name="T70" fmla="*/ 0 w 246"/>
                <a:gd name="T71" fmla="*/ 0 h 426"/>
                <a:gd name="T72" fmla="*/ 0 w 246"/>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0"/>
                  </a:moveTo>
                  <a:lnTo>
                    <a:pt x="0" y="0"/>
                  </a:lnTo>
                  <a:lnTo>
                    <a:pt x="1" y="42"/>
                  </a:lnTo>
                  <a:lnTo>
                    <a:pt x="4" y="86"/>
                  </a:lnTo>
                  <a:lnTo>
                    <a:pt x="10" y="126"/>
                  </a:lnTo>
                  <a:lnTo>
                    <a:pt x="18" y="164"/>
                  </a:lnTo>
                  <a:lnTo>
                    <a:pt x="29" y="202"/>
                  </a:lnTo>
                  <a:lnTo>
                    <a:pt x="41" y="237"/>
                  </a:lnTo>
                  <a:lnTo>
                    <a:pt x="55" y="269"/>
                  </a:lnTo>
                  <a:lnTo>
                    <a:pt x="71" y="300"/>
                  </a:lnTo>
                  <a:lnTo>
                    <a:pt x="89" y="327"/>
                  </a:lnTo>
                  <a:lnTo>
                    <a:pt x="107" y="352"/>
                  </a:lnTo>
                  <a:lnTo>
                    <a:pt x="127" y="374"/>
                  </a:lnTo>
                  <a:lnTo>
                    <a:pt x="150" y="392"/>
                  </a:lnTo>
                  <a:lnTo>
                    <a:pt x="171" y="407"/>
                  </a:lnTo>
                  <a:lnTo>
                    <a:pt x="195" y="418"/>
                  </a:lnTo>
                  <a:lnTo>
                    <a:pt x="220" y="423"/>
                  </a:lnTo>
                  <a:lnTo>
                    <a:pt x="246" y="426"/>
                  </a:lnTo>
                  <a:lnTo>
                    <a:pt x="246" y="414"/>
                  </a:lnTo>
                  <a:lnTo>
                    <a:pt x="222" y="412"/>
                  </a:lnTo>
                  <a:lnTo>
                    <a:pt x="200" y="406"/>
                  </a:lnTo>
                  <a:lnTo>
                    <a:pt x="178" y="395"/>
                  </a:lnTo>
                  <a:lnTo>
                    <a:pt x="157" y="382"/>
                  </a:lnTo>
                  <a:lnTo>
                    <a:pt x="137" y="365"/>
                  </a:lnTo>
                  <a:lnTo>
                    <a:pt x="117" y="345"/>
                  </a:lnTo>
                  <a:lnTo>
                    <a:pt x="98" y="320"/>
                  </a:lnTo>
                  <a:lnTo>
                    <a:pt x="83" y="293"/>
                  </a:lnTo>
                  <a:lnTo>
                    <a:pt x="66" y="264"/>
                  </a:lnTo>
                  <a:lnTo>
                    <a:pt x="52" y="232"/>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8901" name="Freeform 67"/>
            <p:cNvSpPr>
              <a:spLocks/>
            </p:cNvSpPr>
            <p:nvPr/>
          </p:nvSpPr>
          <p:spPr bwMode="auto">
            <a:xfrm>
              <a:off x="1335" y="1859"/>
              <a:ext cx="49" cy="84"/>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1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0" y="2"/>
                  </a:lnTo>
                  <a:lnTo>
                    <a:pt x="195" y="8"/>
                  </a:lnTo>
                  <a:lnTo>
                    <a:pt x="171" y="18"/>
                  </a:lnTo>
                  <a:lnTo>
                    <a:pt x="150" y="34"/>
                  </a:lnTo>
                  <a:lnTo>
                    <a:pt x="127" y="51"/>
                  </a:lnTo>
                  <a:lnTo>
                    <a:pt x="107" y="74"/>
                  </a:lnTo>
                  <a:lnTo>
                    <a:pt x="89" y="98"/>
                  </a:lnTo>
                  <a:lnTo>
                    <a:pt x="72" y="125"/>
                  </a:lnTo>
                  <a:lnTo>
                    <a:pt x="55" y="156"/>
                  </a:lnTo>
                  <a:lnTo>
                    <a:pt x="41" y="188"/>
                  </a:lnTo>
                  <a:lnTo>
                    <a:pt x="29" y="222"/>
                  </a:lnTo>
                  <a:lnTo>
                    <a:pt x="18" y="261"/>
                  </a:lnTo>
                  <a:lnTo>
                    <a:pt x="10" y="299"/>
                  </a:lnTo>
                  <a:lnTo>
                    <a:pt x="4" y="339"/>
                  </a:lnTo>
                  <a:lnTo>
                    <a:pt x="1" y="382"/>
                  </a:lnTo>
                  <a:lnTo>
                    <a:pt x="0" y="424"/>
                  </a:lnTo>
                  <a:lnTo>
                    <a:pt x="11" y="424"/>
                  </a:lnTo>
                  <a:lnTo>
                    <a:pt x="13" y="382"/>
                  </a:lnTo>
                  <a:lnTo>
                    <a:pt x="16" y="341"/>
                  </a:lnTo>
                  <a:lnTo>
                    <a:pt x="22" y="301"/>
                  </a:lnTo>
                  <a:lnTo>
                    <a:pt x="30" y="264"/>
                  </a:lnTo>
                  <a:lnTo>
                    <a:pt x="41" y="227"/>
                  </a:lnTo>
                  <a:lnTo>
                    <a:pt x="52" y="193"/>
                  </a:lnTo>
                  <a:lnTo>
                    <a:pt x="66" y="160"/>
                  </a:lnTo>
                  <a:lnTo>
                    <a:pt x="82" y="132"/>
                  </a:lnTo>
                  <a:lnTo>
                    <a:pt x="98" y="105"/>
                  </a:lnTo>
                  <a:lnTo>
                    <a:pt x="117" y="81"/>
                  </a:lnTo>
                  <a:lnTo>
                    <a:pt x="137" y="61"/>
                  </a:lnTo>
                  <a:lnTo>
                    <a:pt x="157" y="43"/>
                  </a:lnTo>
                  <a:lnTo>
                    <a:pt x="178" y="30"/>
                  </a:lnTo>
                  <a:lnTo>
                    <a:pt x="200" y="20"/>
                  </a:lnTo>
                  <a:lnTo>
                    <a:pt x="222" y="14"/>
                  </a:lnTo>
                  <a:lnTo>
                    <a:pt x="246" y="11"/>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8902" name="Freeform 68"/>
            <p:cNvSpPr>
              <a:spLocks/>
            </p:cNvSpPr>
            <p:nvPr/>
          </p:nvSpPr>
          <p:spPr bwMode="auto">
            <a:xfrm>
              <a:off x="1552" y="1751"/>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1" y="339"/>
                  </a:lnTo>
                  <a:lnTo>
                    <a:pt x="235" y="299"/>
                  </a:lnTo>
                  <a:lnTo>
                    <a:pt x="226" y="261"/>
                  </a:lnTo>
                  <a:lnTo>
                    <a:pt x="216" y="223"/>
                  </a:lnTo>
                  <a:lnTo>
                    <a:pt x="204" y="189"/>
                  </a:lnTo>
                  <a:lnTo>
                    <a:pt x="190" y="156"/>
                  </a:lnTo>
                  <a:lnTo>
                    <a:pt x="174" y="125"/>
                  </a:lnTo>
                  <a:lnTo>
                    <a:pt x="156" y="98"/>
                  </a:lnTo>
                  <a:lnTo>
                    <a:pt x="137" y="74"/>
                  </a:lnTo>
                  <a:lnTo>
                    <a:pt x="119" y="52"/>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8" y="81"/>
                  </a:lnTo>
                  <a:lnTo>
                    <a:pt x="147" y="105"/>
                  </a:lnTo>
                  <a:lnTo>
                    <a:pt x="164" y="132"/>
                  </a:lnTo>
                  <a:lnTo>
                    <a:pt x="178" y="161"/>
                  </a:lnTo>
                  <a:lnTo>
                    <a:pt x="193" y="193"/>
                  </a:lnTo>
                  <a:lnTo>
                    <a:pt x="204" y="227"/>
                  </a:lnTo>
                  <a:lnTo>
                    <a:pt x="215" y="264"/>
                  </a:lnTo>
                  <a:lnTo>
                    <a:pt x="223" y="301"/>
                  </a:lnTo>
                  <a:lnTo>
                    <a:pt x="229" y="341"/>
                  </a:lnTo>
                  <a:lnTo>
                    <a:pt x="232" y="382"/>
                  </a:lnTo>
                  <a:lnTo>
                    <a:pt x="234"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8903" name="Freeform 69"/>
            <p:cNvSpPr>
              <a:spLocks/>
            </p:cNvSpPr>
            <p:nvPr/>
          </p:nvSpPr>
          <p:spPr bwMode="auto">
            <a:xfrm>
              <a:off x="1552" y="1836"/>
              <a:ext cx="49" cy="85"/>
            </a:xfrm>
            <a:custGeom>
              <a:avLst/>
              <a:gdLst>
                <a:gd name="T0" fmla="*/ 0 w 245"/>
                <a:gd name="T1" fmla="*/ 3 h 425"/>
                <a:gd name="T2" fmla="*/ 0 w 245"/>
                <a:gd name="T3" fmla="*/ 3 h 425"/>
                <a:gd name="T4" fmla="*/ 0 w 245"/>
                <a:gd name="T5" fmla="*/ 3 h 425"/>
                <a:gd name="T6" fmla="*/ 0 w 245"/>
                <a:gd name="T7" fmla="*/ 3 h 425"/>
                <a:gd name="T8" fmla="*/ 1 w 245"/>
                <a:gd name="T9" fmla="*/ 3 h 425"/>
                <a:gd name="T10" fmla="*/ 1 w 245"/>
                <a:gd name="T11" fmla="*/ 3 h 425"/>
                <a:gd name="T12" fmla="*/ 1 w 245"/>
                <a:gd name="T13" fmla="*/ 3 h 425"/>
                <a:gd name="T14" fmla="*/ 1 w 245"/>
                <a:gd name="T15" fmla="*/ 3 h 425"/>
                <a:gd name="T16" fmla="*/ 1 w 245"/>
                <a:gd name="T17" fmla="*/ 3 h 425"/>
                <a:gd name="T18" fmla="*/ 1 w 245"/>
                <a:gd name="T19" fmla="*/ 2 h 425"/>
                <a:gd name="T20" fmla="*/ 2 w 245"/>
                <a:gd name="T21" fmla="*/ 2 h 425"/>
                <a:gd name="T22" fmla="*/ 2 w 245"/>
                <a:gd name="T23" fmla="*/ 2 h 425"/>
                <a:gd name="T24" fmla="*/ 2 w 245"/>
                <a:gd name="T25" fmla="*/ 2 h 425"/>
                <a:gd name="T26" fmla="*/ 2 w 245"/>
                <a:gd name="T27" fmla="*/ 1 h 425"/>
                <a:gd name="T28" fmla="*/ 2 w 245"/>
                <a:gd name="T29" fmla="*/ 1 h 425"/>
                <a:gd name="T30" fmla="*/ 2 w 245"/>
                <a:gd name="T31" fmla="*/ 1 h 425"/>
                <a:gd name="T32" fmla="*/ 2 w 245"/>
                <a:gd name="T33" fmla="*/ 0 h 425"/>
                <a:gd name="T34" fmla="*/ 2 w 245"/>
                <a:gd name="T35" fmla="*/ 0 h 425"/>
                <a:gd name="T36" fmla="*/ 2 w 245"/>
                <a:gd name="T37" fmla="*/ 0 h 425"/>
                <a:gd name="T38" fmla="*/ 2 w 245"/>
                <a:gd name="T39" fmla="*/ 0 h 425"/>
                <a:gd name="T40" fmla="*/ 2 w 245"/>
                <a:gd name="T41" fmla="*/ 1 h 425"/>
                <a:gd name="T42" fmla="*/ 2 w 245"/>
                <a:gd name="T43" fmla="*/ 1 h 425"/>
                <a:gd name="T44" fmla="*/ 2 w 245"/>
                <a:gd name="T45" fmla="*/ 1 h 425"/>
                <a:gd name="T46" fmla="*/ 2 w 245"/>
                <a:gd name="T47" fmla="*/ 2 h 425"/>
                <a:gd name="T48" fmla="*/ 2 w 245"/>
                <a:gd name="T49" fmla="*/ 2 h 425"/>
                <a:gd name="T50" fmla="*/ 1 w 245"/>
                <a:gd name="T51" fmla="*/ 2 h 425"/>
                <a:gd name="T52" fmla="*/ 1 w 245"/>
                <a:gd name="T53" fmla="*/ 2 h 425"/>
                <a:gd name="T54" fmla="*/ 1 w 245"/>
                <a:gd name="T55" fmla="*/ 3 h 425"/>
                <a:gd name="T56" fmla="*/ 1 w 245"/>
                <a:gd name="T57" fmla="*/ 3 h 425"/>
                <a:gd name="T58" fmla="*/ 1 w 245"/>
                <a:gd name="T59" fmla="*/ 3 h 425"/>
                <a:gd name="T60" fmla="*/ 1 w 245"/>
                <a:gd name="T61" fmla="*/ 3 h 425"/>
                <a:gd name="T62" fmla="*/ 1 w 245"/>
                <a:gd name="T63" fmla="*/ 3 h 425"/>
                <a:gd name="T64" fmla="*/ 0 w 245"/>
                <a:gd name="T65" fmla="*/ 3 h 425"/>
                <a:gd name="T66" fmla="*/ 0 w 245"/>
                <a:gd name="T67" fmla="*/ 3 h 425"/>
                <a:gd name="T68" fmla="*/ 0 w 245"/>
                <a:gd name="T69" fmla="*/ 3 h 425"/>
                <a:gd name="T70" fmla="*/ 0 w 245"/>
                <a:gd name="T71" fmla="*/ 3 h 425"/>
                <a:gd name="T72" fmla="*/ 0 w 245"/>
                <a:gd name="T73" fmla="*/ 3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5"/>
                <a:gd name="T113" fmla="*/ 245 w 245"/>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5">
                  <a:moveTo>
                    <a:pt x="0" y="425"/>
                  </a:moveTo>
                  <a:lnTo>
                    <a:pt x="0" y="425"/>
                  </a:lnTo>
                  <a:lnTo>
                    <a:pt x="26" y="422"/>
                  </a:lnTo>
                  <a:lnTo>
                    <a:pt x="51" y="417"/>
                  </a:lnTo>
                  <a:lnTo>
                    <a:pt x="74" y="406"/>
                  </a:lnTo>
                  <a:lnTo>
                    <a:pt x="96" y="391"/>
                  </a:lnTo>
                  <a:lnTo>
                    <a:pt x="119" y="373"/>
                  </a:lnTo>
                  <a:lnTo>
                    <a:pt x="137" y="351"/>
                  </a:lnTo>
                  <a:lnTo>
                    <a:pt x="156" y="326"/>
                  </a:lnTo>
                  <a:lnTo>
                    <a:pt x="174" y="299"/>
                  </a:lnTo>
                  <a:lnTo>
                    <a:pt x="190" y="269"/>
                  </a:lnTo>
                  <a:lnTo>
                    <a:pt x="204" y="236"/>
                  </a:lnTo>
                  <a:lnTo>
                    <a:pt x="216" y="202"/>
                  </a:lnTo>
                  <a:lnTo>
                    <a:pt x="226" y="163"/>
                  </a:lnTo>
                  <a:lnTo>
                    <a:pt x="235" y="126"/>
                  </a:lnTo>
                  <a:lnTo>
                    <a:pt x="241" y="86"/>
                  </a:lnTo>
                  <a:lnTo>
                    <a:pt x="244" y="43"/>
                  </a:lnTo>
                  <a:lnTo>
                    <a:pt x="245" y="0"/>
                  </a:lnTo>
                  <a:lnTo>
                    <a:pt x="234" y="0"/>
                  </a:lnTo>
                  <a:lnTo>
                    <a:pt x="232" y="43"/>
                  </a:lnTo>
                  <a:lnTo>
                    <a:pt x="229" y="84"/>
                  </a:lnTo>
                  <a:lnTo>
                    <a:pt x="223" y="123"/>
                  </a:lnTo>
                  <a:lnTo>
                    <a:pt x="215" y="161"/>
                  </a:lnTo>
                  <a:lnTo>
                    <a:pt x="204" y="197"/>
                  </a:lnTo>
                  <a:lnTo>
                    <a:pt x="193" y="231"/>
                  </a:lnTo>
                  <a:lnTo>
                    <a:pt x="178" y="264"/>
                  </a:lnTo>
                  <a:lnTo>
                    <a:pt x="164" y="292"/>
                  </a:lnTo>
                  <a:lnTo>
                    <a:pt x="147" y="319"/>
                  </a:lnTo>
                  <a:lnTo>
                    <a:pt x="128" y="344"/>
                  </a:lnTo>
                  <a:lnTo>
                    <a:pt x="109" y="364"/>
                  </a:lnTo>
                  <a:lnTo>
                    <a:pt x="89" y="381"/>
                  </a:lnTo>
                  <a:lnTo>
                    <a:pt x="67" y="394"/>
                  </a:lnTo>
                  <a:lnTo>
                    <a:pt x="46" y="405"/>
                  </a:lnTo>
                  <a:lnTo>
                    <a:pt x="24" y="411"/>
                  </a:lnTo>
                  <a:lnTo>
                    <a:pt x="0" y="413"/>
                  </a:lnTo>
                  <a:lnTo>
                    <a:pt x="0" y="425"/>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8904" name="Freeform 70"/>
            <p:cNvSpPr>
              <a:spLocks/>
            </p:cNvSpPr>
            <p:nvPr/>
          </p:nvSpPr>
          <p:spPr bwMode="auto">
            <a:xfrm>
              <a:off x="1502" y="1836"/>
              <a:ext cx="50" cy="85"/>
            </a:xfrm>
            <a:custGeom>
              <a:avLst/>
              <a:gdLst>
                <a:gd name="T0" fmla="*/ 0 w 246"/>
                <a:gd name="T1" fmla="*/ 0 h 425"/>
                <a:gd name="T2" fmla="*/ 0 w 246"/>
                <a:gd name="T3" fmla="*/ 0 h 425"/>
                <a:gd name="T4" fmla="*/ 0 w 246"/>
                <a:gd name="T5" fmla="*/ 0 h 425"/>
                <a:gd name="T6" fmla="*/ 0 w 246"/>
                <a:gd name="T7" fmla="*/ 1 h 425"/>
                <a:gd name="T8" fmla="*/ 0 w 246"/>
                <a:gd name="T9" fmla="*/ 1 h 425"/>
                <a:gd name="T10" fmla="*/ 0 w 246"/>
                <a:gd name="T11" fmla="*/ 1 h 425"/>
                <a:gd name="T12" fmla="*/ 0 w 246"/>
                <a:gd name="T13" fmla="*/ 2 h 425"/>
                <a:gd name="T14" fmla="*/ 0 w 246"/>
                <a:gd name="T15" fmla="*/ 2 h 425"/>
                <a:gd name="T16" fmla="*/ 0 w 246"/>
                <a:gd name="T17" fmla="*/ 2 h 425"/>
                <a:gd name="T18" fmla="*/ 1 w 246"/>
                <a:gd name="T19" fmla="*/ 2 h 425"/>
                <a:gd name="T20" fmla="*/ 1 w 246"/>
                <a:gd name="T21" fmla="*/ 3 h 425"/>
                <a:gd name="T22" fmla="*/ 1 w 246"/>
                <a:gd name="T23" fmla="*/ 3 h 425"/>
                <a:gd name="T24" fmla="*/ 1 w 246"/>
                <a:gd name="T25" fmla="*/ 3 h 425"/>
                <a:gd name="T26" fmla="*/ 1 w 246"/>
                <a:gd name="T27" fmla="*/ 3 h 425"/>
                <a:gd name="T28" fmla="*/ 1 w 246"/>
                <a:gd name="T29" fmla="*/ 3 h 425"/>
                <a:gd name="T30" fmla="*/ 2 w 246"/>
                <a:gd name="T31" fmla="*/ 3 h 425"/>
                <a:gd name="T32" fmla="*/ 2 w 246"/>
                <a:gd name="T33" fmla="*/ 3 h 425"/>
                <a:gd name="T34" fmla="*/ 2 w 246"/>
                <a:gd name="T35" fmla="*/ 3 h 425"/>
                <a:gd name="T36" fmla="*/ 2 w 246"/>
                <a:gd name="T37" fmla="*/ 3 h 425"/>
                <a:gd name="T38" fmla="*/ 2 w 246"/>
                <a:gd name="T39" fmla="*/ 3 h 425"/>
                <a:gd name="T40" fmla="*/ 2 w 246"/>
                <a:gd name="T41" fmla="*/ 3 h 425"/>
                <a:gd name="T42" fmla="*/ 1 w 246"/>
                <a:gd name="T43" fmla="*/ 3 h 425"/>
                <a:gd name="T44" fmla="*/ 1 w 246"/>
                <a:gd name="T45" fmla="*/ 3 h 425"/>
                <a:gd name="T46" fmla="*/ 1 w 246"/>
                <a:gd name="T47" fmla="*/ 3 h 425"/>
                <a:gd name="T48" fmla="*/ 1 w 246"/>
                <a:gd name="T49" fmla="*/ 3 h 425"/>
                <a:gd name="T50" fmla="*/ 1 w 246"/>
                <a:gd name="T51" fmla="*/ 3 h 425"/>
                <a:gd name="T52" fmla="*/ 1 w 246"/>
                <a:gd name="T53" fmla="*/ 2 h 425"/>
                <a:gd name="T54" fmla="*/ 1 w 246"/>
                <a:gd name="T55" fmla="*/ 2 h 425"/>
                <a:gd name="T56" fmla="*/ 0 w 246"/>
                <a:gd name="T57" fmla="*/ 2 h 425"/>
                <a:gd name="T58" fmla="*/ 0 w 246"/>
                <a:gd name="T59" fmla="*/ 2 h 425"/>
                <a:gd name="T60" fmla="*/ 0 w 246"/>
                <a:gd name="T61" fmla="*/ 1 h 425"/>
                <a:gd name="T62" fmla="*/ 0 w 246"/>
                <a:gd name="T63" fmla="*/ 1 h 425"/>
                <a:gd name="T64" fmla="*/ 0 w 246"/>
                <a:gd name="T65" fmla="*/ 1 h 425"/>
                <a:gd name="T66" fmla="*/ 0 w 246"/>
                <a:gd name="T67" fmla="*/ 0 h 425"/>
                <a:gd name="T68" fmla="*/ 0 w 246"/>
                <a:gd name="T69" fmla="*/ 0 h 425"/>
                <a:gd name="T70" fmla="*/ 0 w 246"/>
                <a:gd name="T71" fmla="*/ 0 h 425"/>
                <a:gd name="T72" fmla="*/ 0 w 246"/>
                <a:gd name="T73" fmla="*/ 0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5"/>
                <a:gd name="T113" fmla="*/ 246 w 246"/>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5">
                  <a:moveTo>
                    <a:pt x="0" y="0"/>
                  </a:moveTo>
                  <a:lnTo>
                    <a:pt x="0" y="0"/>
                  </a:lnTo>
                  <a:lnTo>
                    <a:pt x="2" y="43"/>
                  </a:lnTo>
                  <a:lnTo>
                    <a:pt x="5" y="86"/>
                  </a:lnTo>
                  <a:lnTo>
                    <a:pt x="11" y="126"/>
                  </a:lnTo>
                  <a:lnTo>
                    <a:pt x="19" y="163"/>
                  </a:lnTo>
                  <a:lnTo>
                    <a:pt x="30" y="202"/>
                  </a:lnTo>
                  <a:lnTo>
                    <a:pt x="41" y="236"/>
                  </a:lnTo>
                  <a:lnTo>
                    <a:pt x="55" y="269"/>
                  </a:lnTo>
                  <a:lnTo>
                    <a:pt x="73" y="299"/>
                  </a:lnTo>
                  <a:lnTo>
                    <a:pt x="89" y="326"/>
                  </a:lnTo>
                  <a:lnTo>
                    <a:pt x="108" y="351"/>
                  </a:lnTo>
                  <a:lnTo>
                    <a:pt x="128" y="373"/>
                  </a:lnTo>
                  <a:lnTo>
                    <a:pt x="150" y="391"/>
                  </a:lnTo>
                  <a:lnTo>
                    <a:pt x="171" y="406"/>
                  </a:lnTo>
                  <a:lnTo>
                    <a:pt x="196" y="417"/>
                  </a:lnTo>
                  <a:lnTo>
                    <a:pt x="221" y="422"/>
                  </a:lnTo>
                  <a:lnTo>
                    <a:pt x="246" y="425"/>
                  </a:lnTo>
                  <a:lnTo>
                    <a:pt x="246" y="413"/>
                  </a:lnTo>
                  <a:lnTo>
                    <a:pt x="223" y="411"/>
                  </a:lnTo>
                  <a:lnTo>
                    <a:pt x="201" y="405"/>
                  </a:lnTo>
                  <a:lnTo>
                    <a:pt x="178" y="394"/>
                  </a:lnTo>
                  <a:lnTo>
                    <a:pt x="157" y="381"/>
                  </a:lnTo>
                  <a:lnTo>
                    <a:pt x="137" y="364"/>
                  </a:lnTo>
                  <a:lnTo>
                    <a:pt x="117" y="344"/>
                  </a:lnTo>
                  <a:lnTo>
                    <a:pt x="99" y="319"/>
                  </a:lnTo>
                  <a:lnTo>
                    <a:pt x="82" y="292"/>
                  </a:lnTo>
                  <a:lnTo>
                    <a:pt x="67" y="264"/>
                  </a:lnTo>
                  <a:lnTo>
                    <a:pt x="53" y="231"/>
                  </a:lnTo>
                  <a:lnTo>
                    <a:pt x="41" y="197"/>
                  </a:lnTo>
                  <a:lnTo>
                    <a:pt x="31" y="161"/>
                  </a:lnTo>
                  <a:lnTo>
                    <a:pt x="23" y="123"/>
                  </a:lnTo>
                  <a:lnTo>
                    <a:pt x="17" y="84"/>
                  </a:lnTo>
                  <a:lnTo>
                    <a:pt x="13" y="4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8905" name="Freeform 71"/>
            <p:cNvSpPr>
              <a:spLocks/>
            </p:cNvSpPr>
            <p:nvPr/>
          </p:nvSpPr>
          <p:spPr bwMode="auto">
            <a:xfrm>
              <a:off x="1502" y="1751"/>
              <a:ext cx="50" cy="85"/>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2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1" y="2"/>
                  </a:lnTo>
                  <a:lnTo>
                    <a:pt x="196" y="8"/>
                  </a:lnTo>
                  <a:lnTo>
                    <a:pt x="171" y="19"/>
                  </a:lnTo>
                  <a:lnTo>
                    <a:pt x="150" y="34"/>
                  </a:lnTo>
                  <a:lnTo>
                    <a:pt x="128" y="52"/>
                  </a:lnTo>
                  <a:lnTo>
                    <a:pt x="108" y="74"/>
                  </a:lnTo>
                  <a:lnTo>
                    <a:pt x="89" y="98"/>
                  </a:lnTo>
                  <a:lnTo>
                    <a:pt x="73" y="125"/>
                  </a:lnTo>
                  <a:lnTo>
                    <a:pt x="55" y="156"/>
                  </a:lnTo>
                  <a:lnTo>
                    <a:pt x="41" y="189"/>
                  </a:lnTo>
                  <a:lnTo>
                    <a:pt x="30" y="223"/>
                  </a:lnTo>
                  <a:lnTo>
                    <a:pt x="19" y="261"/>
                  </a:lnTo>
                  <a:lnTo>
                    <a:pt x="11" y="299"/>
                  </a:lnTo>
                  <a:lnTo>
                    <a:pt x="5" y="339"/>
                  </a:lnTo>
                  <a:lnTo>
                    <a:pt x="2" y="382"/>
                  </a:lnTo>
                  <a:lnTo>
                    <a:pt x="0" y="424"/>
                  </a:lnTo>
                  <a:lnTo>
                    <a:pt x="12" y="424"/>
                  </a:lnTo>
                  <a:lnTo>
                    <a:pt x="13" y="382"/>
                  </a:lnTo>
                  <a:lnTo>
                    <a:pt x="17" y="341"/>
                  </a:lnTo>
                  <a:lnTo>
                    <a:pt x="23" y="301"/>
                  </a:lnTo>
                  <a:lnTo>
                    <a:pt x="31" y="264"/>
                  </a:lnTo>
                  <a:lnTo>
                    <a:pt x="41" y="227"/>
                  </a:lnTo>
                  <a:lnTo>
                    <a:pt x="53" y="193"/>
                  </a:lnTo>
                  <a:lnTo>
                    <a:pt x="67" y="161"/>
                  </a:lnTo>
                  <a:lnTo>
                    <a:pt x="82" y="132"/>
                  </a:lnTo>
                  <a:lnTo>
                    <a:pt x="99" y="105"/>
                  </a:lnTo>
                  <a:lnTo>
                    <a:pt x="117" y="81"/>
                  </a:lnTo>
                  <a:lnTo>
                    <a:pt x="137" y="61"/>
                  </a:lnTo>
                  <a:lnTo>
                    <a:pt x="157" y="43"/>
                  </a:lnTo>
                  <a:lnTo>
                    <a:pt x="178" y="30"/>
                  </a:lnTo>
                  <a:lnTo>
                    <a:pt x="201" y="20"/>
                  </a:lnTo>
                  <a:lnTo>
                    <a:pt x="223" y="14"/>
                  </a:lnTo>
                  <a:lnTo>
                    <a:pt x="246" y="12"/>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8906" name="Freeform 72"/>
            <p:cNvSpPr>
              <a:spLocks/>
            </p:cNvSpPr>
            <p:nvPr/>
          </p:nvSpPr>
          <p:spPr bwMode="auto">
            <a:xfrm>
              <a:off x="1565" y="2016"/>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0" y="339"/>
                  </a:lnTo>
                  <a:lnTo>
                    <a:pt x="234" y="299"/>
                  </a:lnTo>
                  <a:lnTo>
                    <a:pt x="226" y="261"/>
                  </a:lnTo>
                  <a:lnTo>
                    <a:pt x="216" y="223"/>
                  </a:lnTo>
                  <a:lnTo>
                    <a:pt x="204" y="189"/>
                  </a:lnTo>
                  <a:lnTo>
                    <a:pt x="190" y="156"/>
                  </a:lnTo>
                  <a:lnTo>
                    <a:pt x="174" y="125"/>
                  </a:lnTo>
                  <a:lnTo>
                    <a:pt x="156" y="98"/>
                  </a:lnTo>
                  <a:lnTo>
                    <a:pt x="138" y="74"/>
                  </a:lnTo>
                  <a:lnTo>
                    <a:pt x="118" y="51"/>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9" y="81"/>
                  </a:lnTo>
                  <a:lnTo>
                    <a:pt x="147" y="105"/>
                  </a:lnTo>
                  <a:lnTo>
                    <a:pt x="164" y="132"/>
                  </a:lnTo>
                  <a:lnTo>
                    <a:pt x="178" y="160"/>
                  </a:lnTo>
                  <a:lnTo>
                    <a:pt x="192" y="193"/>
                  </a:lnTo>
                  <a:lnTo>
                    <a:pt x="204" y="227"/>
                  </a:lnTo>
                  <a:lnTo>
                    <a:pt x="215" y="264"/>
                  </a:lnTo>
                  <a:lnTo>
                    <a:pt x="223" y="301"/>
                  </a:lnTo>
                  <a:lnTo>
                    <a:pt x="229"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8907" name="Freeform 73"/>
            <p:cNvSpPr>
              <a:spLocks/>
            </p:cNvSpPr>
            <p:nvPr/>
          </p:nvSpPr>
          <p:spPr bwMode="auto">
            <a:xfrm>
              <a:off x="1565" y="2101"/>
              <a:ext cx="49" cy="85"/>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6" y="423"/>
                  </a:lnTo>
                  <a:lnTo>
                    <a:pt x="51" y="418"/>
                  </a:lnTo>
                  <a:lnTo>
                    <a:pt x="74" y="407"/>
                  </a:lnTo>
                  <a:lnTo>
                    <a:pt x="96" y="392"/>
                  </a:lnTo>
                  <a:lnTo>
                    <a:pt x="118" y="373"/>
                  </a:lnTo>
                  <a:lnTo>
                    <a:pt x="138" y="351"/>
                  </a:lnTo>
                  <a:lnTo>
                    <a:pt x="156" y="327"/>
                  </a:lnTo>
                  <a:lnTo>
                    <a:pt x="175" y="299"/>
                  </a:lnTo>
                  <a:lnTo>
                    <a:pt x="190" y="269"/>
                  </a:lnTo>
                  <a:lnTo>
                    <a:pt x="204" y="236"/>
                  </a:lnTo>
                  <a:lnTo>
                    <a:pt x="216" y="202"/>
                  </a:lnTo>
                  <a:lnTo>
                    <a:pt x="226" y="164"/>
                  </a:lnTo>
                  <a:lnTo>
                    <a:pt x="234" y="126"/>
                  </a:lnTo>
                  <a:lnTo>
                    <a:pt x="240" y="86"/>
                  </a:lnTo>
                  <a:lnTo>
                    <a:pt x="244" y="42"/>
                  </a:lnTo>
                  <a:lnTo>
                    <a:pt x="245" y="0"/>
                  </a:lnTo>
                  <a:lnTo>
                    <a:pt x="233" y="0"/>
                  </a:lnTo>
                  <a:lnTo>
                    <a:pt x="232" y="42"/>
                  </a:lnTo>
                  <a:lnTo>
                    <a:pt x="229" y="83"/>
                  </a:lnTo>
                  <a:lnTo>
                    <a:pt x="223" y="123"/>
                  </a:lnTo>
                  <a:lnTo>
                    <a:pt x="215" y="162"/>
                  </a:lnTo>
                  <a:lnTo>
                    <a:pt x="204" y="197"/>
                  </a:lnTo>
                  <a:lnTo>
                    <a:pt x="192" y="231"/>
                  </a:lnTo>
                  <a:lnTo>
                    <a:pt x="178" y="264"/>
                  </a:lnTo>
                  <a:lnTo>
                    <a:pt x="163" y="292"/>
                  </a:lnTo>
                  <a:lnTo>
                    <a:pt x="147" y="320"/>
                  </a:lnTo>
                  <a:lnTo>
                    <a:pt x="129" y="344"/>
                  </a:lnTo>
                  <a:lnTo>
                    <a:pt x="109" y="364"/>
                  </a:lnTo>
                  <a:lnTo>
                    <a:pt x="89" y="382"/>
                  </a:lnTo>
                  <a:lnTo>
                    <a:pt x="67" y="395"/>
                  </a:lnTo>
                  <a:lnTo>
                    <a:pt x="46" y="406"/>
                  </a:lnTo>
                  <a:lnTo>
                    <a:pt x="24"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8908" name="Freeform 74"/>
            <p:cNvSpPr>
              <a:spLocks/>
            </p:cNvSpPr>
            <p:nvPr/>
          </p:nvSpPr>
          <p:spPr bwMode="auto">
            <a:xfrm>
              <a:off x="1516" y="2101"/>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5" y="86"/>
                  </a:lnTo>
                  <a:lnTo>
                    <a:pt x="11" y="126"/>
                  </a:lnTo>
                  <a:lnTo>
                    <a:pt x="19" y="164"/>
                  </a:lnTo>
                  <a:lnTo>
                    <a:pt x="30" y="202"/>
                  </a:lnTo>
                  <a:lnTo>
                    <a:pt x="41" y="236"/>
                  </a:lnTo>
                  <a:lnTo>
                    <a:pt x="55" y="269"/>
                  </a:lnTo>
                  <a:lnTo>
                    <a:pt x="71" y="299"/>
                  </a:lnTo>
                  <a:lnTo>
                    <a:pt x="89" y="327"/>
                  </a:lnTo>
                  <a:lnTo>
                    <a:pt x="107" y="351"/>
                  </a:lnTo>
                  <a:lnTo>
                    <a:pt x="127" y="373"/>
                  </a:lnTo>
                  <a:lnTo>
                    <a:pt x="149" y="392"/>
                  </a:lnTo>
                  <a:lnTo>
                    <a:pt x="171" y="407"/>
                  </a:lnTo>
                  <a:lnTo>
                    <a:pt x="195" y="418"/>
                  </a:lnTo>
                  <a:lnTo>
                    <a:pt x="219" y="423"/>
                  </a:lnTo>
                  <a:lnTo>
                    <a:pt x="245" y="426"/>
                  </a:lnTo>
                  <a:lnTo>
                    <a:pt x="245" y="414"/>
                  </a:lnTo>
                  <a:lnTo>
                    <a:pt x="222" y="412"/>
                  </a:lnTo>
                  <a:lnTo>
                    <a:pt x="199" y="406"/>
                  </a:lnTo>
                  <a:lnTo>
                    <a:pt x="178" y="395"/>
                  </a:lnTo>
                  <a:lnTo>
                    <a:pt x="156" y="382"/>
                  </a:lnTo>
                  <a:lnTo>
                    <a:pt x="136" y="364"/>
                  </a:lnTo>
                  <a:lnTo>
                    <a:pt x="116" y="344"/>
                  </a:lnTo>
                  <a:lnTo>
                    <a:pt x="99" y="320"/>
                  </a:lnTo>
                  <a:lnTo>
                    <a:pt x="82" y="292"/>
                  </a:lnTo>
                  <a:lnTo>
                    <a:pt x="67" y="264"/>
                  </a:lnTo>
                  <a:lnTo>
                    <a:pt x="53" y="231"/>
                  </a:lnTo>
                  <a:lnTo>
                    <a:pt x="41" y="197"/>
                  </a:lnTo>
                  <a:lnTo>
                    <a:pt x="31" y="162"/>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8909" name="Freeform 75"/>
            <p:cNvSpPr>
              <a:spLocks/>
            </p:cNvSpPr>
            <p:nvPr/>
          </p:nvSpPr>
          <p:spPr bwMode="auto">
            <a:xfrm>
              <a:off x="1516" y="2016"/>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5" y="8"/>
                  </a:lnTo>
                  <a:lnTo>
                    <a:pt x="171" y="19"/>
                  </a:lnTo>
                  <a:lnTo>
                    <a:pt x="149" y="34"/>
                  </a:lnTo>
                  <a:lnTo>
                    <a:pt x="127" y="51"/>
                  </a:lnTo>
                  <a:lnTo>
                    <a:pt x="107" y="74"/>
                  </a:lnTo>
                  <a:lnTo>
                    <a:pt x="89" y="98"/>
                  </a:lnTo>
                  <a:lnTo>
                    <a:pt x="72" y="125"/>
                  </a:lnTo>
                  <a:lnTo>
                    <a:pt x="55" y="156"/>
                  </a:lnTo>
                  <a:lnTo>
                    <a:pt x="41" y="189"/>
                  </a:lnTo>
                  <a:lnTo>
                    <a:pt x="30" y="223"/>
                  </a:lnTo>
                  <a:lnTo>
                    <a:pt x="19" y="261"/>
                  </a:lnTo>
                  <a:lnTo>
                    <a:pt x="11" y="299"/>
                  </a:lnTo>
                  <a:lnTo>
                    <a:pt x="5" y="339"/>
                  </a:lnTo>
                  <a:lnTo>
                    <a:pt x="1" y="382"/>
                  </a:lnTo>
                  <a:lnTo>
                    <a:pt x="0" y="424"/>
                  </a:lnTo>
                  <a:lnTo>
                    <a:pt x="12" y="424"/>
                  </a:lnTo>
                  <a:lnTo>
                    <a:pt x="13" y="382"/>
                  </a:lnTo>
                  <a:lnTo>
                    <a:pt x="17" y="341"/>
                  </a:lnTo>
                  <a:lnTo>
                    <a:pt x="23" y="301"/>
                  </a:lnTo>
                  <a:lnTo>
                    <a:pt x="31" y="264"/>
                  </a:lnTo>
                  <a:lnTo>
                    <a:pt x="41" y="227"/>
                  </a:lnTo>
                  <a:lnTo>
                    <a:pt x="53" y="193"/>
                  </a:lnTo>
                  <a:lnTo>
                    <a:pt x="67" y="160"/>
                  </a:lnTo>
                  <a:lnTo>
                    <a:pt x="81" y="132"/>
                  </a:lnTo>
                  <a:lnTo>
                    <a:pt x="99" y="105"/>
                  </a:lnTo>
                  <a:lnTo>
                    <a:pt x="116" y="81"/>
                  </a:lnTo>
                  <a:lnTo>
                    <a:pt x="136" y="61"/>
                  </a:lnTo>
                  <a:lnTo>
                    <a:pt x="156" y="43"/>
                  </a:lnTo>
                  <a:lnTo>
                    <a:pt x="178" y="30"/>
                  </a:lnTo>
                  <a:lnTo>
                    <a:pt x="199" y="20"/>
                  </a:lnTo>
                  <a:lnTo>
                    <a:pt x="222"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sp>
        <p:nvSpPr>
          <p:cNvPr id="78856" name="Rectangle 77"/>
          <p:cNvSpPr>
            <a:spLocks noChangeArrowheads="1"/>
          </p:cNvSpPr>
          <p:nvPr/>
        </p:nvSpPr>
        <p:spPr bwMode="auto">
          <a:xfrm>
            <a:off x="611188" y="0"/>
            <a:ext cx="6388100" cy="6477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3000"/>
              <a:t>Sem. 1 - Jeudi</a:t>
            </a:r>
          </a:p>
        </p:txBody>
      </p:sp>
      <p:sp>
        <p:nvSpPr>
          <p:cNvPr id="78857" name="Text Box 78"/>
          <p:cNvSpPr txBox="1">
            <a:spLocks noChangeArrowheads="1"/>
          </p:cNvSpPr>
          <p:nvPr/>
        </p:nvSpPr>
        <p:spPr bwMode="auto">
          <a:xfrm>
            <a:off x="566738" y="2697163"/>
            <a:ext cx="3217862"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2. Pas de commandes</a:t>
            </a:r>
          </a:p>
        </p:txBody>
      </p:sp>
      <p:sp>
        <p:nvSpPr>
          <p:cNvPr id="78858" name="Text Box 79"/>
          <p:cNvSpPr txBox="1">
            <a:spLocks noChangeArrowheads="1"/>
          </p:cNvSpPr>
          <p:nvPr/>
        </p:nvSpPr>
        <p:spPr bwMode="auto">
          <a:xfrm>
            <a:off x="566738" y="5211763"/>
            <a:ext cx="6543675" cy="4429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eaLnBrk="1" hangingPunct="1">
              <a:spcBef>
                <a:spcPct val="0"/>
              </a:spcBef>
              <a:buFontTx/>
              <a:buNone/>
            </a:pPr>
            <a:r>
              <a:rPr lang="fr-FR" altLang="fr-FR" sz="2300"/>
              <a:t>4. Pointez la production sur votre feuille de suivi</a:t>
            </a:r>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79874" name="Group 2"/>
          <p:cNvGrpSpPr>
            <a:grpSpLocks/>
          </p:cNvGrpSpPr>
          <p:nvPr/>
        </p:nvGrpSpPr>
        <p:grpSpPr bwMode="auto">
          <a:xfrm>
            <a:off x="7073900" y="215900"/>
            <a:ext cx="1878013" cy="1250950"/>
            <a:chOff x="4456" y="136"/>
            <a:chExt cx="1183" cy="788"/>
          </a:xfrm>
        </p:grpSpPr>
        <p:grpSp>
          <p:nvGrpSpPr>
            <p:cNvPr id="79934" name="Group 3"/>
            <p:cNvGrpSpPr>
              <a:grpSpLocks/>
            </p:cNvGrpSpPr>
            <p:nvPr/>
          </p:nvGrpSpPr>
          <p:grpSpPr bwMode="auto">
            <a:xfrm>
              <a:off x="4766" y="232"/>
              <a:ext cx="873" cy="692"/>
              <a:chOff x="2185" y="310"/>
              <a:chExt cx="873" cy="692"/>
            </a:xfrm>
          </p:grpSpPr>
          <p:sp>
            <p:nvSpPr>
              <p:cNvPr id="79945" name="Freeform 4"/>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accent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9946" name="Freeform 5"/>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9947" name="Freeform 6"/>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9948" name="Freeform 7"/>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9949" name="Freeform 8"/>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9950" name="Freeform 9"/>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9951" name="Freeform 10"/>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grpSp>
          <p:nvGrpSpPr>
            <p:cNvPr id="79935" name="Group 11"/>
            <p:cNvGrpSpPr>
              <a:grpSpLocks/>
            </p:cNvGrpSpPr>
            <p:nvPr/>
          </p:nvGrpSpPr>
          <p:grpSpPr bwMode="auto">
            <a:xfrm>
              <a:off x="4949" y="336"/>
              <a:ext cx="591" cy="468"/>
              <a:chOff x="2185" y="310"/>
              <a:chExt cx="873" cy="692"/>
            </a:xfrm>
          </p:grpSpPr>
          <p:sp>
            <p:nvSpPr>
              <p:cNvPr id="79938" name="Freeform 12"/>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9939" name="Freeform 13"/>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9940" name="Freeform 14"/>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9941" name="Freeform 15"/>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9942" name="Freeform 16"/>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9943" name="Freeform 17"/>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9944" name="Freeform 18"/>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pic>
          <p:nvPicPr>
            <p:cNvPr id="79936" name="Picture 19"/>
            <p:cNvPicPr>
              <a:picLocks noChangeAspect="1" noChangeArrowheads="1"/>
            </p:cNvPicPr>
            <p:nvPr/>
          </p:nvPicPr>
          <p:blipFill>
            <a:blip r:embed="rId3" cstate="print">
              <a:extLst>
                <a:ext uri="{28A0092B-C50C-407E-A947-70E740481C1C}">
                  <a14:useLocalDpi xmlns:a14="http://schemas.microsoft.com/office/drawing/2010/main" val="0"/>
                </a:ext>
              </a:extLst>
            </a:blip>
            <a:srcRect l="-4282" t="-4369" r="-5199" b="-12012"/>
            <a:stretch>
              <a:fillRect/>
            </a:stretch>
          </p:blipFill>
          <p:spPr bwMode="auto">
            <a:xfrm>
              <a:off x="4456" y="136"/>
              <a:ext cx="480" cy="5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79937" name="Text Box 20"/>
            <p:cNvSpPr txBox="1">
              <a:spLocks noChangeArrowheads="1"/>
            </p:cNvSpPr>
            <p:nvPr/>
          </p:nvSpPr>
          <p:spPr bwMode="auto">
            <a:xfrm>
              <a:off x="4946" y="314"/>
              <a:ext cx="596" cy="49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4500" b="1">
                  <a:solidFill>
                    <a:srgbClr val="FF0000"/>
                  </a:solidFill>
                  <a:latin typeface="Arial Black" pitchFamily="34" charset="0"/>
                </a:rPr>
                <a:t>29</a:t>
              </a:r>
              <a:endParaRPr lang="fr-FR" altLang="fr-FR" sz="3200">
                <a:solidFill>
                  <a:schemeClr val="tx1"/>
                </a:solidFill>
                <a:latin typeface="Arial Black" pitchFamily="34" charset="0"/>
              </a:endParaRPr>
            </a:p>
          </p:txBody>
        </p:sp>
      </p:grpSp>
      <p:sp>
        <p:nvSpPr>
          <p:cNvPr id="79876" name="Text Box 22"/>
          <p:cNvSpPr txBox="1">
            <a:spLocks noChangeArrowheads="1"/>
          </p:cNvSpPr>
          <p:nvPr/>
        </p:nvSpPr>
        <p:spPr bwMode="auto">
          <a:xfrm>
            <a:off x="566738" y="1363663"/>
            <a:ext cx="1946275"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1. Tirez le dé</a:t>
            </a:r>
          </a:p>
        </p:txBody>
      </p:sp>
      <p:sp>
        <p:nvSpPr>
          <p:cNvPr id="79877" name="Text Box 23"/>
          <p:cNvSpPr txBox="1">
            <a:spLocks noChangeArrowheads="1"/>
          </p:cNvSpPr>
          <p:nvPr/>
        </p:nvSpPr>
        <p:spPr bwMode="auto">
          <a:xfrm>
            <a:off x="566738" y="3935413"/>
            <a:ext cx="18796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3. Produisez</a:t>
            </a:r>
          </a:p>
        </p:txBody>
      </p:sp>
      <p:grpSp>
        <p:nvGrpSpPr>
          <p:cNvPr id="79878" name="Group 24"/>
          <p:cNvGrpSpPr>
            <a:grpSpLocks/>
          </p:cNvGrpSpPr>
          <p:nvPr/>
        </p:nvGrpSpPr>
        <p:grpSpPr bwMode="auto">
          <a:xfrm>
            <a:off x="2986088" y="1306513"/>
            <a:ext cx="446087" cy="534987"/>
            <a:chOff x="868" y="1439"/>
            <a:chExt cx="811" cy="972"/>
          </a:xfrm>
        </p:grpSpPr>
        <p:sp>
          <p:nvSpPr>
            <p:cNvPr id="79883" name="Freeform 25"/>
            <p:cNvSpPr>
              <a:spLocks/>
            </p:cNvSpPr>
            <p:nvPr/>
          </p:nvSpPr>
          <p:spPr bwMode="auto">
            <a:xfrm>
              <a:off x="1548" y="2014"/>
              <a:ext cx="123" cy="100"/>
            </a:xfrm>
            <a:custGeom>
              <a:avLst/>
              <a:gdLst>
                <a:gd name="T0" fmla="*/ 5 w 618"/>
                <a:gd name="T1" fmla="*/ 0 h 502"/>
                <a:gd name="T2" fmla="*/ 5 w 618"/>
                <a:gd name="T3" fmla="*/ 0 h 502"/>
                <a:gd name="T4" fmla="*/ 0 w 618"/>
                <a:gd name="T5" fmla="*/ 4 h 502"/>
                <a:gd name="T6" fmla="*/ 0 w 618"/>
                <a:gd name="T7" fmla="*/ 4 h 502"/>
                <a:gd name="T8" fmla="*/ 5 w 618"/>
                <a:gd name="T9" fmla="*/ 0 h 502"/>
                <a:gd name="T10" fmla="*/ 5 w 618"/>
                <a:gd name="T11" fmla="*/ 0 h 502"/>
                <a:gd name="T12" fmla="*/ 5 w 618"/>
                <a:gd name="T13" fmla="*/ 0 h 502"/>
                <a:gd name="T14" fmla="*/ 5 w 618"/>
                <a:gd name="T15" fmla="*/ 0 h 502"/>
                <a:gd name="T16" fmla="*/ 5 w 618"/>
                <a:gd name="T17" fmla="*/ 0 h 502"/>
                <a:gd name="T18" fmla="*/ 5 w 618"/>
                <a:gd name="T19" fmla="*/ 0 h 502"/>
                <a:gd name="T20" fmla="*/ 5 w 618"/>
                <a:gd name="T21" fmla="*/ 0 h 502"/>
                <a:gd name="T22" fmla="*/ 5 w 618"/>
                <a:gd name="T23" fmla="*/ 0 h 502"/>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618"/>
                <a:gd name="T37" fmla="*/ 0 h 502"/>
                <a:gd name="T38" fmla="*/ 618 w 618"/>
                <a:gd name="T39" fmla="*/ 502 h 502"/>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618" h="502">
                  <a:moveTo>
                    <a:pt x="611" y="0"/>
                  </a:moveTo>
                  <a:lnTo>
                    <a:pt x="606" y="2"/>
                  </a:lnTo>
                  <a:lnTo>
                    <a:pt x="0" y="490"/>
                  </a:lnTo>
                  <a:lnTo>
                    <a:pt x="10" y="502"/>
                  </a:lnTo>
                  <a:lnTo>
                    <a:pt x="616" y="14"/>
                  </a:lnTo>
                  <a:lnTo>
                    <a:pt x="611" y="16"/>
                  </a:lnTo>
                  <a:lnTo>
                    <a:pt x="616" y="14"/>
                  </a:lnTo>
                  <a:lnTo>
                    <a:pt x="618" y="9"/>
                  </a:lnTo>
                  <a:lnTo>
                    <a:pt x="617" y="3"/>
                  </a:lnTo>
                  <a:lnTo>
                    <a:pt x="612" y="1"/>
                  </a:lnTo>
                  <a:lnTo>
                    <a:pt x="606" y="2"/>
                  </a:lnTo>
                  <a:lnTo>
                    <a:pt x="611"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9884" name="Freeform 26"/>
            <p:cNvSpPr>
              <a:spLocks/>
            </p:cNvSpPr>
            <p:nvPr/>
          </p:nvSpPr>
          <p:spPr bwMode="auto">
            <a:xfrm>
              <a:off x="876" y="1852"/>
              <a:ext cx="82" cy="373"/>
            </a:xfrm>
            <a:custGeom>
              <a:avLst/>
              <a:gdLst>
                <a:gd name="T0" fmla="*/ 3 w 413"/>
                <a:gd name="T1" fmla="*/ 15 h 1865"/>
                <a:gd name="T2" fmla="*/ 3 w 413"/>
                <a:gd name="T3" fmla="*/ 15 h 1865"/>
                <a:gd name="T4" fmla="*/ 0 w 413"/>
                <a:gd name="T5" fmla="*/ 0 h 1865"/>
                <a:gd name="T6" fmla="*/ 0 w 413"/>
                <a:gd name="T7" fmla="*/ 0 h 1865"/>
                <a:gd name="T8" fmla="*/ 3 w 413"/>
                <a:gd name="T9" fmla="*/ 15 h 1865"/>
                <a:gd name="T10" fmla="*/ 3 w 413"/>
                <a:gd name="T11" fmla="*/ 15 h 1865"/>
                <a:gd name="T12" fmla="*/ 3 w 413"/>
                <a:gd name="T13" fmla="*/ 15 h 1865"/>
                <a:gd name="T14" fmla="*/ 3 w 413"/>
                <a:gd name="T15" fmla="*/ 15 h 1865"/>
                <a:gd name="T16" fmla="*/ 3 w 413"/>
                <a:gd name="T17" fmla="*/ 15 h 1865"/>
                <a:gd name="T18" fmla="*/ 3 w 413"/>
                <a:gd name="T19" fmla="*/ 15 h 1865"/>
                <a:gd name="T20" fmla="*/ 3 w 413"/>
                <a:gd name="T21" fmla="*/ 15 h 1865"/>
                <a:gd name="T22" fmla="*/ 3 w 413"/>
                <a:gd name="T23" fmla="*/ 15 h 186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413"/>
                <a:gd name="T37" fmla="*/ 0 h 1865"/>
                <a:gd name="T38" fmla="*/ 413 w 413"/>
                <a:gd name="T39" fmla="*/ 1865 h 1865"/>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413" h="1865">
                  <a:moveTo>
                    <a:pt x="400" y="1864"/>
                  </a:moveTo>
                  <a:lnTo>
                    <a:pt x="413" y="1856"/>
                  </a:lnTo>
                  <a:lnTo>
                    <a:pt x="17" y="0"/>
                  </a:lnTo>
                  <a:lnTo>
                    <a:pt x="0" y="2"/>
                  </a:lnTo>
                  <a:lnTo>
                    <a:pt x="396" y="1858"/>
                  </a:lnTo>
                  <a:lnTo>
                    <a:pt x="409" y="1850"/>
                  </a:lnTo>
                  <a:lnTo>
                    <a:pt x="396" y="1858"/>
                  </a:lnTo>
                  <a:lnTo>
                    <a:pt x="400" y="1864"/>
                  </a:lnTo>
                  <a:lnTo>
                    <a:pt x="406" y="1865"/>
                  </a:lnTo>
                  <a:lnTo>
                    <a:pt x="410" y="1862"/>
                  </a:lnTo>
                  <a:lnTo>
                    <a:pt x="413" y="1856"/>
                  </a:lnTo>
                  <a:lnTo>
                    <a:pt x="400" y="186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9885" name="Freeform 27"/>
            <p:cNvSpPr>
              <a:spLocks/>
            </p:cNvSpPr>
            <p:nvPr/>
          </p:nvSpPr>
          <p:spPr bwMode="auto">
            <a:xfrm>
              <a:off x="1282" y="1533"/>
              <a:ext cx="35" cy="161"/>
            </a:xfrm>
            <a:custGeom>
              <a:avLst/>
              <a:gdLst>
                <a:gd name="T0" fmla="*/ 1 w 175"/>
                <a:gd name="T1" fmla="*/ 6 h 807"/>
                <a:gd name="T2" fmla="*/ 1 w 175"/>
                <a:gd name="T3" fmla="*/ 6 h 807"/>
                <a:gd name="T4" fmla="*/ 1 w 175"/>
                <a:gd name="T5" fmla="*/ 6 h 807"/>
                <a:gd name="T6" fmla="*/ 1 w 175"/>
                <a:gd name="T7" fmla="*/ 5 h 807"/>
                <a:gd name="T8" fmla="*/ 1 w 175"/>
                <a:gd name="T9" fmla="*/ 5 h 807"/>
                <a:gd name="T10" fmla="*/ 1 w 175"/>
                <a:gd name="T11" fmla="*/ 5 h 807"/>
                <a:gd name="T12" fmla="*/ 1 w 175"/>
                <a:gd name="T13" fmla="*/ 4 h 807"/>
                <a:gd name="T14" fmla="*/ 1 w 175"/>
                <a:gd name="T15" fmla="*/ 4 h 807"/>
                <a:gd name="T16" fmla="*/ 1 w 175"/>
                <a:gd name="T17" fmla="*/ 3 h 807"/>
                <a:gd name="T18" fmla="*/ 1 w 175"/>
                <a:gd name="T19" fmla="*/ 3 h 807"/>
                <a:gd name="T20" fmla="*/ 1 w 175"/>
                <a:gd name="T21" fmla="*/ 3 h 807"/>
                <a:gd name="T22" fmla="*/ 1 w 175"/>
                <a:gd name="T23" fmla="*/ 2 h 807"/>
                <a:gd name="T24" fmla="*/ 1 w 175"/>
                <a:gd name="T25" fmla="*/ 2 h 807"/>
                <a:gd name="T26" fmla="*/ 1 w 175"/>
                <a:gd name="T27" fmla="*/ 2 h 807"/>
                <a:gd name="T28" fmla="*/ 1 w 175"/>
                <a:gd name="T29" fmla="*/ 1 h 807"/>
                <a:gd name="T30" fmla="*/ 1 w 175"/>
                <a:gd name="T31" fmla="*/ 1 h 807"/>
                <a:gd name="T32" fmla="*/ 1 w 175"/>
                <a:gd name="T33" fmla="*/ 1 h 807"/>
                <a:gd name="T34" fmla="*/ 1 w 175"/>
                <a:gd name="T35" fmla="*/ 0 h 807"/>
                <a:gd name="T36" fmla="*/ 1 w 175"/>
                <a:gd name="T37" fmla="*/ 0 h 807"/>
                <a:gd name="T38" fmla="*/ 1 w 175"/>
                <a:gd name="T39" fmla="*/ 0 h 807"/>
                <a:gd name="T40" fmla="*/ 0 w 175"/>
                <a:gd name="T41" fmla="*/ 1 h 807"/>
                <a:gd name="T42" fmla="*/ 0 w 175"/>
                <a:gd name="T43" fmla="*/ 1 h 807"/>
                <a:gd name="T44" fmla="*/ 0 w 175"/>
                <a:gd name="T45" fmla="*/ 1 h 807"/>
                <a:gd name="T46" fmla="*/ 0 w 175"/>
                <a:gd name="T47" fmla="*/ 2 h 807"/>
                <a:gd name="T48" fmla="*/ 0 w 175"/>
                <a:gd name="T49" fmla="*/ 2 h 807"/>
                <a:gd name="T50" fmla="*/ 0 w 175"/>
                <a:gd name="T51" fmla="*/ 3 h 807"/>
                <a:gd name="T52" fmla="*/ 0 w 175"/>
                <a:gd name="T53" fmla="*/ 3 h 807"/>
                <a:gd name="T54" fmla="*/ 0 w 175"/>
                <a:gd name="T55" fmla="*/ 3 h 807"/>
                <a:gd name="T56" fmla="*/ 0 w 175"/>
                <a:gd name="T57" fmla="*/ 4 h 807"/>
                <a:gd name="T58" fmla="*/ 0 w 175"/>
                <a:gd name="T59" fmla="*/ 4 h 807"/>
                <a:gd name="T60" fmla="*/ 0 w 175"/>
                <a:gd name="T61" fmla="*/ 5 h 807"/>
                <a:gd name="T62" fmla="*/ 0 w 175"/>
                <a:gd name="T63" fmla="*/ 5 h 807"/>
                <a:gd name="T64" fmla="*/ 0 w 175"/>
                <a:gd name="T65" fmla="*/ 5 h 807"/>
                <a:gd name="T66" fmla="*/ 1 w 175"/>
                <a:gd name="T67" fmla="*/ 6 h 807"/>
                <a:gd name="T68" fmla="*/ 1 w 175"/>
                <a:gd name="T69" fmla="*/ 6 h 807"/>
                <a:gd name="T70" fmla="*/ 1 w 175"/>
                <a:gd name="T71" fmla="*/ 6 h 807"/>
                <a:gd name="T72" fmla="*/ 1 w 175"/>
                <a:gd name="T73" fmla="*/ 6 h 807"/>
                <a:gd name="T74" fmla="*/ 1 w 175"/>
                <a:gd name="T75" fmla="*/ 6 h 807"/>
                <a:gd name="T76" fmla="*/ 1 w 175"/>
                <a:gd name="T77" fmla="*/ 6 h 807"/>
                <a:gd name="T78" fmla="*/ 1 w 175"/>
                <a:gd name="T79" fmla="*/ 6 h 807"/>
                <a:gd name="T80" fmla="*/ 1 w 175"/>
                <a:gd name="T81" fmla="*/ 6 h 807"/>
                <a:gd name="T82" fmla="*/ 1 w 175"/>
                <a:gd name="T83" fmla="*/ 6 h 807"/>
                <a:gd name="T84" fmla="*/ 1 w 175"/>
                <a:gd name="T85" fmla="*/ 6 h 807"/>
                <a:gd name="T86" fmla="*/ 1 w 175"/>
                <a:gd name="T87" fmla="*/ 6 h 807"/>
                <a:gd name="T88" fmla="*/ 1 w 175"/>
                <a:gd name="T89" fmla="*/ 6 h 807"/>
                <a:gd name="T90" fmla="*/ 1 w 175"/>
                <a:gd name="T91" fmla="*/ 6 h 80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175"/>
                <a:gd name="T139" fmla="*/ 0 h 807"/>
                <a:gd name="T140" fmla="*/ 175 w 175"/>
                <a:gd name="T141" fmla="*/ 807 h 80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175" h="807">
                  <a:moveTo>
                    <a:pt x="169" y="740"/>
                  </a:moveTo>
                  <a:lnTo>
                    <a:pt x="169" y="739"/>
                  </a:lnTo>
                  <a:lnTo>
                    <a:pt x="149" y="698"/>
                  </a:lnTo>
                  <a:lnTo>
                    <a:pt x="133" y="656"/>
                  </a:lnTo>
                  <a:lnTo>
                    <a:pt x="120" y="611"/>
                  </a:lnTo>
                  <a:lnTo>
                    <a:pt x="108" y="565"/>
                  </a:lnTo>
                  <a:lnTo>
                    <a:pt x="100" y="520"/>
                  </a:lnTo>
                  <a:lnTo>
                    <a:pt x="96" y="472"/>
                  </a:lnTo>
                  <a:lnTo>
                    <a:pt x="93" y="425"/>
                  </a:lnTo>
                  <a:lnTo>
                    <a:pt x="93" y="377"/>
                  </a:lnTo>
                  <a:lnTo>
                    <a:pt x="96" y="330"/>
                  </a:lnTo>
                  <a:lnTo>
                    <a:pt x="100" y="283"/>
                  </a:lnTo>
                  <a:lnTo>
                    <a:pt x="106" y="238"/>
                  </a:lnTo>
                  <a:lnTo>
                    <a:pt x="115" y="195"/>
                  </a:lnTo>
                  <a:lnTo>
                    <a:pt x="126" y="153"/>
                  </a:lnTo>
                  <a:lnTo>
                    <a:pt x="139" y="114"/>
                  </a:lnTo>
                  <a:lnTo>
                    <a:pt x="153" y="77"/>
                  </a:lnTo>
                  <a:lnTo>
                    <a:pt x="169" y="43"/>
                  </a:lnTo>
                  <a:lnTo>
                    <a:pt x="87" y="0"/>
                  </a:lnTo>
                  <a:lnTo>
                    <a:pt x="69" y="39"/>
                  </a:lnTo>
                  <a:lnTo>
                    <a:pt x="52" y="81"/>
                  </a:lnTo>
                  <a:lnTo>
                    <a:pt x="37" y="127"/>
                  </a:lnTo>
                  <a:lnTo>
                    <a:pt x="24" y="174"/>
                  </a:lnTo>
                  <a:lnTo>
                    <a:pt x="15" y="222"/>
                  </a:lnTo>
                  <a:lnTo>
                    <a:pt x="7" y="271"/>
                  </a:lnTo>
                  <a:lnTo>
                    <a:pt x="2" y="323"/>
                  </a:lnTo>
                  <a:lnTo>
                    <a:pt x="0" y="374"/>
                  </a:lnTo>
                  <a:lnTo>
                    <a:pt x="0" y="427"/>
                  </a:lnTo>
                  <a:lnTo>
                    <a:pt x="2" y="479"/>
                  </a:lnTo>
                  <a:lnTo>
                    <a:pt x="9" y="531"/>
                  </a:lnTo>
                  <a:lnTo>
                    <a:pt x="17" y="584"/>
                  </a:lnTo>
                  <a:lnTo>
                    <a:pt x="29" y="635"/>
                  </a:lnTo>
                  <a:lnTo>
                    <a:pt x="44" y="686"/>
                  </a:lnTo>
                  <a:lnTo>
                    <a:pt x="65" y="736"/>
                  </a:lnTo>
                  <a:lnTo>
                    <a:pt x="87" y="784"/>
                  </a:lnTo>
                  <a:lnTo>
                    <a:pt x="87" y="782"/>
                  </a:lnTo>
                  <a:lnTo>
                    <a:pt x="87" y="784"/>
                  </a:lnTo>
                  <a:lnTo>
                    <a:pt x="100" y="799"/>
                  </a:lnTo>
                  <a:lnTo>
                    <a:pt x="117" y="807"/>
                  </a:lnTo>
                  <a:lnTo>
                    <a:pt x="134" y="807"/>
                  </a:lnTo>
                  <a:lnTo>
                    <a:pt x="151" y="801"/>
                  </a:lnTo>
                  <a:lnTo>
                    <a:pt x="164" y="791"/>
                  </a:lnTo>
                  <a:lnTo>
                    <a:pt x="173" y="777"/>
                  </a:lnTo>
                  <a:lnTo>
                    <a:pt x="175" y="759"/>
                  </a:lnTo>
                  <a:lnTo>
                    <a:pt x="169" y="739"/>
                  </a:lnTo>
                  <a:lnTo>
                    <a:pt x="169" y="74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9886" name="Freeform 28"/>
            <p:cNvSpPr>
              <a:spLocks/>
            </p:cNvSpPr>
            <p:nvPr/>
          </p:nvSpPr>
          <p:spPr bwMode="auto">
            <a:xfrm>
              <a:off x="1299" y="1681"/>
              <a:ext cx="157" cy="281"/>
            </a:xfrm>
            <a:custGeom>
              <a:avLst/>
              <a:gdLst>
                <a:gd name="T0" fmla="*/ 6 w 787"/>
                <a:gd name="T1" fmla="*/ 11 h 1404"/>
                <a:gd name="T2" fmla="*/ 6 w 787"/>
                <a:gd name="T3" fmla="*/ 11 h 1404"/>
                <a:gd name="T4" fmla="*/ 1 w 787"/>
                <a:gd name="T5" fmla="*/ 0 h 1404"/>
                <a:gd name="T6" fmla="*/ 0 w 787"/>
                <a:gd name="T7" fmla="*/ 0 h 1404"/>
                <a:gd name="T8" fmla="*/ 6 w 787"/>
                <a:gd name="T9" fmla="*/ 11 h 1404"/>
                <a:gd name="T10" fmla="*/ 6 w 787"/>
                <a:gd name="T11" fmla="*/ 11 h 1404"/>
                <a:gd name="T12" fmla="*/ 6 w 787"/>
                <a:gd name="T13" fmla="*/ 11 h 1404"/>
                <a:gd name="T14" fmla="*/ 6 w 787"/>
                <a:gd name="T15" fmla="*/ 11 h 1404"/>
                <a:gd name="T16" fmla="*/ 6 w 787"/>
                <a:gd name="T17" fmla="*/ 11 h 1404"/>
                <a:gd name="T18" fmla="*/ 6 w 787"/>
                <a:gd name="T19" fmla="*/ 11 h 1404"/>
                <a:gd name="T20" fmla="*/ 6 w 787"/>
                <a:gd name="T21" fmla="*/ 11 h 1404"/>
                <a:gd name="T22" fmla="*/ 6 w 787"/>
                <a:gd name="T23" fmla="*/ 11 h 1404"/>
                <a:gd name="T24" fmla="*/ 6 w 787"/>
                <a:gd name="T25" fmla="*/ 11 h 1404"/>
                <a:gd name="T26" fmla="*/ 6 w 787"/>
                <a:gd name="T27" fmla="*/ 11 h 1404"/>
                <a:gd name="T28" fmla="*/ 6 w 787"/>
                <a:gd name="T29" fmla="*/ 11 h 1404"/>
                <a:gd name="T30" fmla="*/ 6 w 787"/>
                <a:gd name="T31" fmla="*/ 11 h 1404"/>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787"/>
                <a:gd name="T49" fmla="*/ 0 h 1404"/>
                <a:gd name="T50" fmla="*/ 787 w 787"/>
                <a:gd name="T51" fmla="*/ 1404 h 1404"/>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787" h="1404">
                  <a:moveTo>
                    <a:pt x="781" y="1334"/>
                  </a:moveTo>
                  <a:lnTo>
                    <a:pt x="781" y="1337"/>
                  </a:lnTo>
                  <a:lnTo>
                    <a:pt x="82" y="0"/>
                  </a:lnTo>
                  <a:lnTo>
                    <a:pt x="0" y="42"/>
                  </a:lnTo>
                  <a:lnTo>
                    <a:pt x="699" y="1379"/>
                  </a:lnTo>
                  <a:lnTo>
                    <a:pt x="699" y="1381"/>
                  </a:lnTo>
                  <a:lnTo>
                    <a:pt x="699" y="1379"/>
                  </a:lnTo>
                  <a:lnTo>
                    <a:pt x="712" y="1395"/>
                  </a:lnTo>
                  <a:lnTo>
                    <a:pt x="727" y="1402"/>
                  </a:lnTo>
                  <a:lnTo>
                    <a:pt x="744" y="1404"/>
                  </a:lnTo>
                  <a:lnTo>
                    <a:pt x="761" y="1398"/>
                  </a:lnTo>
                  <a:lnTo>
                    <a:pt x="775" y="1388"/>
                  </a:lnTo>
                  <a:lnTo>
                    <a:pt x="784" y="1373"/>
                  </a:lnTo>
                  <a:lnTo>
                    <a:pt x="787" y="1357"/>
                  </a:lnTo>
                  <a:lnTo>
                    <a:pt x="781" y="1337"/>
                  </a:lnTo>
                  <a:lnTo>
                    <a:pt x="781" y="13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9887" name="Freeform 29"/>
            <p:cNvSpPr>
              <a:spLocks/>
            </p:cNvSpPr>
            <p:nvPr/>
          </p:nvSpPr>
          <p:spPr bwMode="auto">
            <a:xfrm>
              <a:off x="1439" y="1948"/>
              <a:ext cx="125" cy="76"/>
            </a:xfrm>
            <a:custGeom>
              <a:avLst/>
              <a:gdLst>
                <a:gd name="T0" fmla="*/ 5 w 628"/>
                <a:gd name="T1" fmla="*/ 2 h 383"/>
                <a:gd name="T2" fmla="*/ 5 w 628"/>
                <a:gd name="T3" fmla="*/ 2 h 383"/>
                <a:gd name="T4" fmla="*/ 4 w 628"/>
                <a:gd name="T5" fmla="*/ 2 h 383"/>
                <a:gd name="T6" fmla="*/ 4 w 628"/>
                <a:gd name="T7" fmla="*/ 2 h 383"/>
                <a:gd name="T8" fmla="*/ 4 w 628"/>
                <a:gd name="T9" fmla="*/ 2 h 383"/>
                <a:gd name="T10" fmla="*/ 3 w 628"/>
                <a:gd name="T11" fmla="*/ 2 h 383"/>
                <a:gd name="T12" fmla="*/ 3 w 628"/>
                <a:gd name="T13" fmla="*/ 2 h 383"/>
                <a:gd name="T14" fmla="*/ 3 w 628"/>
                <a:gd name="T15" fmla="*/ 2 h 383"/>
                <a:gd name="T16" fmla="*/ 3 w 628"/>
                <a:gd name="T17" fmla="*/ 2 h 383"/>
                <a:gd name="T18" fmla="*/ 2 w 628"/>
                <a:gd name="T19" fmla="*/ 2 h 383"/>
                <a:gd name="T20" fmla="*/ 2 w 628"/>
                <a:gd name="T21" fmla="*/ 2 h 383"/>
                <a:gd name="T22" fmla="*/ 2 w 628"/>
                <a:gd name="T23" fmla="*/ 1 h 383"/>
                <a:gd name="T24" fmla="*/ 2 w 628"/>
                <a:gd name="T25" fmla="*/ 1 h 383"/>
                <a:gd name="T26" fmla="*/ 1 w 628"/>
                <a:gd name="T27" fmla="*/ 1 h 383"/>
                <a:gd name="T28" fmla="*/ 1 w 628"/>
                <a:gd name="T29" fmla="*/ 1 h 383"/>
                <a:gd name="T30" fmla="*/ 1 w 628"/>
                <a:gd name="T31" fmla="*/ 1 h 383"/>
                <a:gd name="T32" fmla="*/ 1 w 628"/>
                <a:gd name="T33" fmla="*/ 0 h 383"/>
                <a:gd name="T34" fmla="*/ 1 w 628"/>
                <a:gd name="T35" fmla="*/ 0 h 383"/>
                <a:gd name="T36" fmla="*/ 0 w 628"/>
                <a:gd name="T37" fmla="*/ 0 h 383"/>
                <a:gd name="T38" fmla="*/ 0 w 628"/>
                <a:gd name="T39" fmla="*/ 1 h 383"/>
                <a:gd name="T40" fmla="*/ 0 w 628"/>
                <a:gd name="T41" fmla="*/ 1 h 383"/>
                <a:gd name="T42" fmla="*/ 1 w 628"/>
                <a:gd name="T43" fmla="*/ 1 h 383"/>
                <a:gd name="T44" fmla="*/ 1 w 628"/>
                <a:gd name="T45" fmla="*/ 1 h 383"/>
                <a:gd name="T46" fmla="*/ 1 w 628"/>
                <a:gd name="T47" fmla="*/ 2 h 383"/>
                <a:gd name="T48" fmla="*/ 1 w 628"/>
                <a:gd name="T49" fmla="*/ 2 h 383"/>
                <a:gd name="T50" fmla="*/ 2 w 628"/>
                <a:gd name="T51" fmla="*/ 2 h 383"/>
                <a:gd name="T52" fmla="*/ 2 w 628"/>
                <a:gd name="T53" fmla="*/ 2 h 383"/>
                <a:gd name="T54" fmla="*/ 2 w 628"/>
                <a:gd name="T55" fmla="*/ 2 h 383"/>
                <a:gd name="T56" fmla="*/ 3 w 628"/>
                <a:gd name="T57" fmla="*/ 3 h 383"/>
                <a:gd name="T58" fmla="*/ 3 w 628"/>
                <a:gd name="T59" fmla="*/ 3 h 383"/>
                <a:gd name="T60" fmla="*/ 3 w 628"/>
                <a:gd name="T61" fmla="*/ 3 h 383"/>
                <a:gd name="T62" fmla="*/ 4 w 628"/>
                <a:gd name="T63" fmla="*/ 3 h 383"/>
                <a:gd name="T64" fmla="*/ 4 w 628"/>
                <a:gd name="T65" fmla="*/ 3 h 383"/>
                <a:gd name="T66" fmla="*/ 4 w 628"/>
                <a:gd name="T67" fmla="*/ 3 h 383"/>
                <a:gd name="T68" fmla="*/ 5 w 628"/>
                <a:gd name="T69" fmla="*/ 3 h 383"/>
                <a:gd name="T70" fmla="*/ 5 w 628"/>
                <a:gd name="T71" fmla="*/ 3 h 383"/>
                <a:gd name="T72" fmla="*/ 5 w 628"/>
                <a:gd name="T73" fmla="*/ 3 h 383"/>
                <a:gd name="T74" fmla="*/ 5 w 628"/>
                <a:gd name="T75" fmla="*/ 3 h 383"/>
                <a:gd name="T76" fmla="*/ 5 w 628"/>
                <a:gd name="T77" fmla="*/ 3 h 383"/>
                <a:gd name="T78" fmla="*/ 5 w 628"/>
                <a:gd name="T79" fmla="*/ 3 h 383"/>
                <a:gd name="T80" fmla="*/ 5 w 628"/>
                <a:gd name="T81" fmla="*/ 3 h 383"/>
                <a:gd name="T82" fmla="*/ 5 w 628"/>
                <a:gd name="T83" fmla="*/ 3 h 383"/>
                <a:gd name="T84" fmla="*/ 5 w 628"/>
                <a:gd name="T85" fmla="*/ 2 h 383"/>
                <a:gd name="T86" fmla="*/ 5 w 628"/>
                <a:gd name="T87" fmla="*/ 2 h 383"/>
                <a:gd name="T88" fmla="*/ 5 w 628"/>
                <a:gd name="T89" fmla="*/ 2 h 383"/>
                <a:gd name="T90" fmla="*/ 5 w 628"/>
                <a:gd name="T91" fmla="*/ 2 h 38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628"/>
                <a:gd name="T139" fmla="*/ 0 h 383"/>
                <a:gd name="T140" fmla="*/ 628 w 628"/>
                <a:gd name="T141" fmla="*/ 383 h 38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628" h="383">
                  <a:moveTo>
                    <a:pt x="581" y="289"/>
                  </a:moveTo>
                  <a:lnTo>
                    <a:pt x="582" y="289"/>
                  </a:lnTo>
                  <a:lnTo>
                    <a:pt x="541" y="287"/>
                  </a:lnTo>
                  <a:lnTo>
                    <a:pt x="500" y="283"/>
                  </a:lnTo>
                  <a:lnTo>
                    <a:pt x="462" y="276"/>
                  </a:lnTo>
                  <a:lnTo>
                    <a:pt x="424" y="268"/>
                  </a:lnTo>
                  <a:lnTo>
                    <a:pt x="389" y="255"/>
                  </a:lnTo>
                  <a:lnTo>
                    <a:pt x="352" y="242"/>
                  </a:lnTo>
                  <a:lnTo>
                    <a:pt x="320" y="227"/>
                  </a:lnTo>
                  <a:lnTo>
                    <a:pt x="287" y="209"/>
                  </a:lnTo>
                  <a:lnTo>
                    <a:pt x="255" y="189"/>
                  </a:lnTo>
                  <a:lnTo>
                    <a:pt x="226" y="168"/>
                  </a:lnTo>
                  <a:lnTo>
                    <a:pt x="198" y="145"/>
                  </a:lnTo>
                  <a:lnTo>
                    <a:pt x="172" y="119"/>
                  </a:lnTo>
                  <a:lnTo>
                    <a:pt x="146" y="92"/>
                  </a:lnTo>
                  <a:lnTo>
                    <a:pt x="122" y="64"/>
                  </a:lnTo>
                  <a:lnTo>
                    <a:pt x="100" y="33"/>
                  </a:lnTo>
                  <a:lnTo>
                    <a:pt x="82" y="0"/>
                  </a:lnTo>
                  <a:lnTo>
                    <a:pt x="0" y="47"/>
                  </a:lnTo>
                  <a:lnTo>
                    <a:pt x="23" y="85"/>
                  </a:lnTo>
                  <a:lnTo>
                    <a:pt x="49" y="120"/>
                  </a:lnTo>
                  <a:lnTo>
                    <a:pt x="76" y="153"/>
                  </a:lnTo>
                  <a:lnTo>
                    <a:pt x="104" y="185"/>
                  </a:lnTo>
                  <a:lnTo>
                    <a:pt x="137" y="215"/>
                  </a:lnTo>
                  <a:lnTo>
                    <a:pt x="170" y="241"/>
                  </a:lnTo>
                  <a:lnTo>
                    <a:pt x="204" y="267"/>
                  </a:lnTo>
                  <a:lnTo>
                    <a:pt x="240" y="289"/>
                  </a:lnTo>
                  <a:lnTo>
                    <a:pt x="277" y="309"/>
                  </a:lnTo>
                  <a:lnTo>
                    <a:pt x="317" y="329"/>
                  </a:lnTo>
                  <a:lnTo>
                    <a:pt x="358" y="344"/>
                  </a:lnTo>
                  <a:lnTo>
                    <a:pt x="400" y="357"/>
                  </a:lnTo>
                  <a:lnTo>
                    <a:pt x="444" y="367"/>
                  </a:lnTo>
                  <a:lnTo>
                    <a:pt x="488" y="374"/>
                  </a:lnTo>
                  <a:lnTo>
                    <a:pt x="534" y="380"/>
                  </a:lnTo>
                  <a:lnTo>
                    <a:pt x="580" y="383"/>
                  </a:lnTo>
                  <a:lnTo>
                    <a:pt x="581" y="383"/>
                  </a:lnTo>
                  <a:lnTo>
                    <a:pt x="580" y="383"/>
                  </a:lnTo>
                  <a:lnTo>
                    <a:pt x="600" y="379"/>
                  </a:lnTo>
                  <a:lnTo>
                    <a:pt x="615" y="369"/>
                  </a:lnTo>
                  <a:lnTo>
                    <a:pt x="624" y="353"/>
                  </a:lnTo>
                  <a:lnTo>
                    <a:pt x="628" y="337"/>
                  </a:lnTo>
                  <a:lnTo>
                    <a:pt x="625" y="319"/>
                  </a:lnTo>
                  <a:lnTo>
                    <a:pt x="617" y="304"/>
                  </a:lnTo>
                  <a:lnTo>
                    <a:pt x="602" y="294"/>
                  </a:lnTo>
                  <a:lnTo>
                    <a:pt x="582" y="289"/>
                  </a:lnTo>
                  <a:lnTo>
                    <a:pt x="581" y="28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9888" name="Freeform 30"/>
            <p:cNvSpPr>
              <a:spLocks/>
            </p:cNvSpPr>
            <p:nvPr/>
          </p:nvSpPr>
          <p:spPr bwMode="auto">
            <a:xfrm>
              <a:off x="1587" y="1880"/>
              <a:ext cx="85" cy="49"/>
            </a:xfrm>
            <a:custGeom>
              <a:avLst/>
              <a:gdLst>
                <a:gd name="T0" fmla="*/ 3 w 426"/>
                <a:gd name="T1" fmla="*/ 0 h 245"/>
                <a:gd name="T2" fmla="*/ 3 w 426"/>
                <a:gd name="T3" fmla="*/ 0 h 245"/>
                <a:gd name="T4" fmla="*/ 3 w 426"/>
                <a:gd name="T5" fmla="*/ 0 h 245"/>
                <a:gd name="T6" fmla="*/ 3 w 426"/>
                <a:gd name="T7" fmla="*/ 0 h 245"/>
                <a:gd name="T8" fmla="*/ 2 w 426"/>
                <a:gd name="T9" fmla="*/ 0 h 245"/>
                <a:gd name="T10" fmla="*/ 2 w 426"/>
                <a:gd name="T11" fmla="*/ 0 h 245"/>
                <a:gd name="T12" fmla="*/ 2 w 426"/>
                <a:gd name="T13" fmla="*/ 0 h 245"/>
                <a:gd name="T14" fmla="*/ 2 w 426"/>
                <a:gd name="T15" fmla="*/ 0 h 245"/>
                <a:gd name="T16" fmla="*/ 1 w 426"/>
                <a:gd name="T17" fmla="*/ 0 h 245"/>
                <a:gd name="T18" fmla="*/ 1 w 426"/>
                <a:gd name="T19" fmla="*/ 1 h 245"/>
                <a:gd name="T20" fmla="*/ 1 w 426"/>
                <a:gd name="T21" fmla="*/ 1 h 245"/>
                <a:gd name="T22" fmla="*/ 1 w 426"/>
                <a:gd name="T23" fmla="*/ 1 h 245"/>
                <a:gd name="T24" fmla="*/ 0 w 426"/>
                <a:gd name="T25" fmla="*/ 1 h 245"/>
                <a:gd name="T26" fmla="*/ 0 w 426"/>
                <a:gd name="T27" fmla="*/ 1 h 245"/>
                <a:gd name="T28" fmla="*/ 0 w 426"/>
                <a:gd name="T29" fmla="*/ 1 h 245"/>
                <a:gd name="T30" fmla="*/ 0 w 426"/>
                <a:gd name="T31" fmla="*/ 2 h 245"/>
                <a:gd name="T32" fmla="*/ 0 w 426"/>
                <a:gd name="T33" fmla="*/ 2 h 245"/>
                <a:gd name="T34" fmla="*/ 0 w 426"/>
                <a:gd name="T35" fmla="*/ 2 h 245"/>
                <a:gd name="T36" fmla="*/ 0 w 426"/>
                <a:gd name="T37" fmla="*/ 2 h 245"/>
                <a:gd name="T38" fmla="*/ 0 w 426"/>
                <a:gd name="T39" fmla="*/ 2 h 245"/>
                <a:gd name="T40" fmla="*/ 0 w 426"/>
                <a:gd name="T41" fmla="*/ 2 h 245"/>
                <a:gd name="T42" fmla="*/ 0 w 426"/>
                <a:gd name="T43" fmla="*/ 1 h 245"/>
                <a:gd name="T44" fmla="*/ 0 w 426"/>
                <a:gd name="T45" fmla="*/ 1 h 245"/>
                <a:gd name="T46" fmla="*/ 0 w 426"/>
                <a:gd name="T47" fmla="*/ 1 h 245"/>
                <a:gd name="T48" fmla="*/ 1 w 426"/>
                <a:gd name="T49" fmla="*/ 1 h 245"/>
                <a:gd name="T50" fmla="*/ 1 w 426"/>
                <a:gd name="T51" fmla="*/ 1 h 245"/>
                <a:gd name="T52" fmla="*/ 1 w 426"/>
                <a:gd name="T53" fmla="*/ 1 h 245"/>
                <a:gd name="T54" fmla="*/ 1 w 426"/>
                <a:gd name="T55" fmla="*/ 1 h 245"/>
                <a:gd name="T56" fmla="*/ 2 w 426"/>
                <a:gd name="T57" fmla="*/ 0 h 245"/>
                <a:gd name="T58" fmla="*/ 2 w 426"/>
                <a:gd name="T59" fmla="*/ 0 h 245"/>
                <a:gd name="T60" fmla="*/ 2 w 426"/>
                <a:gd name="T61" fmla="*/ 0 h 245"/>
                <a:gd name="T62" fmla="*/ 2 w 426"/>
                <a:gd name="T63" fmla="*/ 0 h 245"/>
                <a:gd name="T64" fmla="*/ 3 w 426"/>
                <a:gd name="T65" fmla="*/ 0 h 245"/>
                <a:gd name="T66" fmla="*/ 3 w 426"/>
                <a:gd name="T67" fmla="*/ 0 h 245"/>
                <a:gd name="T68" fmla="*/ 3 w 426"/>
                <a:gd name="T69" fmla="*/ 0 h 245"/>
                <a:gd name="T70" fmla="*/ 3 w 426"/>
                <a:gd name="T71" fmla="*/ 0 h 245"/>
                <a:gd name="T72" fmla="*/ 3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426" y="0"/>
                  </a:moveTo>
                  <a:lnTo>
                    <a:pt x="426" y="0"/>
                  </a:lnTo>
                  <a:lnTo>
                    <a:pt x="384" y="1"/>
                  </a:lnTo>
                  <a:lnTo>
                    <a:pt x="340" y="4"/>
                  </a:lnTo>
                  <a:lnTo>
                    <a:pt x="300" y="10"/>
                  </a:lnTo>
                  <a:lnTo>
                    <a:pt x="262" y="18"/>
                  </a:lnTo>
                  <a:lnTo>
                    <a:pt x="224" y="29"/>
                  </a:lnTo>
                  <a:lnTo>
                    <a:pt x="189" y="41"/>
                  </a:lnTo>
                  <a:lnTo>
                    <a:pt x="157" y="55"/>
                  </a:lnTo>
                  <a:lnTo>
                    <a:pt x="126" y="70"/>
                  </a:lnTo>
                  <a:lnTo>
                    <a:pt x="99" y="89"/>
                  </a:lnTo>
                  <a:lnTo>
                    <a:pt x="74" y="106"/>
                  </a:lnTo>
                  <a:lnTo>
                    <a:pt x="52" y="126"/>
                  </a:lnTo>
                  <a:lnTo>
                    <a:pt x="34" y="148"/>
                  </a:lnTo>
                  <a:lnTo>
                    <a:pt x="19" y="171"/>
                  </a:lnTo>
                  <a:lnTo>
                    <a:pt x="9" y="194"/>
                  </a:lnTo>
                  <a:lnTo>
                    <a:pt x="3" y="219"/>
                  </a:lnTo>
                  <a:lnTo>
                    <a:pt x="0" y="245"/>
                  </a:lnTo>
                  <a:lnTo>
                    <a:pt x="12" y="245"/>
                  </a:lnTo>
                  <a:lnTo>
                    <a:pt x="15" y="221"/>
                  </a:lnTo>
                  <a:lnTo>
                    <a:pt x="20" y="199"/>
                  </a:lnTo>
                  <a:lnTo>
                    <a:pt x="31" y="178"/>
                  </a:lnTo>
                  <a:lnTo>
                    <a:pt x="44" y="156"/>
                  </a:lnTo>
                  <a:lnTo>
                    <a:pt x="61" y="136"/>
                  </a:lnTo>
                  <a:lnTo>
                    <a:pt x="81" y="116"/>
                  </a:lnTo>
                  <a:lnTo>
                    <a:pt x="106" y="98"/>
                  </a:lnTo>
                  <a:lnTo>
                    <a:pt x="133" y="82"/>
                  </a:lnTo>
                  <a:lnTo>
                    <a:pt x="162" y="66"/>
                  </a:lnTo>
                  <a:lnTo>
                    <a:pt x="194" y="52"/>
                  </a:lnTo>
                  <a:lnTo>
                    <a:pt x="229" y="41"/>
                  </a:lnTo>
                  <a:lnTo>
                    <a:pt x="264" y="30"/>
                  </a:lnTo>
                  <a:lnTo>
                    <a:pt x="303" y="22"/>
                  </a:lnTo>
                  <a:lnTo>
                    <a:pt x="343" y="16"/>
                  </a:lnTo>
                  <a:lnTo>
                    <a:pt x="384" y="12"/>
                  </a:lnTo>
                  <a:lnTo>
                    <a:pt x="426" y="11"/>
                  </a:lnTo>
                  <a:lnTo>
                    <a:pt x="42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9889" name="Freeform 31"/>
            <p:cNvSpPr>
              <a:spLocks/>
            </p:cNvSpPr>
            <p:nvPr/>
          </p:nvSpPr>
          <p:spPr bwMode="auto">
            <a:xfrm>
              <a:off x="1587" y="1929"/>
              <a:ext cx="85" cy="49"/>
            </a:xfrm>
            <a:custGeom>
              <a:avLst/>
              <a:gdLst>
                <a:gd name="T0" fmla="*/ 0 w 426"/>
                <a:gd name="T1" fmla="*/ 0 h 245"/>
                <a:gd name="T2" fmla="*/ 0 w 426"/>
                <a:gd name="T3" fmla="*/ 0 h 245"/>
                <a:gd name="T4" fmla="*/ 0 w 426"/>
                <a:gd name="T5" fmla="*/ 0 h 245"/>
                <a:gd name="T6" fmla="*/ 0 w 426"/>
                <a:gd name="T7" fmla="*/ 0 h 245"/>
                <a:gd name="T8" fmla="*/ 0 w 426"/>
                <a:gd name="T9" fmla="*/ 1 h 245"/>
                <a:gd name="T10" fmla="*/ 0 w 426"/>
                <a:gd name="T11" fmla="*/ 1 h 245"/>
                <a:gd name="T12" fmla="*/ 0 w 426"/>
                <a:gd name="T13" fmla="*/ 1 h 245"/>
                <a:gd name="T14" fmla="*/ 1 w 426"/>
                <a:gd name="T15" fmla="*/ 1 h 245"/>
                <a:gd name="T16" fmla="*/ 1 w 426"/>
                <a:gd name="T17" fmla="*/ 1 h 245"/>
                <a:gd name="T18" fmla="*/ 1 w 426"/>
                <a:gd name="T19" fmla="*/ 1 h 245"/>
                <a:gd name="T20" fmla="*/ 1 w 426"/>
                <a:gd name="T21" fmla="*/ 2 h 245"/>
                <a:gd name="T22" fmla="*/ 2 w 426"/>
                <a:gd name="T23" fmla="*/ 2 h 245"/>
                <a:gd name="T24" fmla="*/ 2 w 426"/>
                <a:gd name="T25" fmla="*/ 2 h 245"/>
                <a:gd name="T26" fmla="*/ 2 w 426"/>
                <a:gd name="T27" fmla="*/ 2 h 245"/>
                <a:gd name="T28" fmla="*/ 2 w 426"/>
                <a:gd name="T29" fmla="*/ 2 h 245"/>
                <a:gd name="T30" fmla="*/ 3 w 426"/>
                <a:gd name="T31" fmla="*/ 2 h 245"/>
                <a:gd name="T32" fmla="*/ 3 w 426"/>
                <a:gd name="T33" fmla="*/ 2 h 245"/>
                <a:gd name="T34" fmla="*/ 3 w 426"/>
                <a:gd name="T35" fmla="*/ 2 h 245"/>
                <a:gd name="T36" fmla="*/ 3 w 426"/>
                <a:gd name="T37" fmla="*/ 2 h 245"/>
                <a:gd name="T38" fmla="*/ 3 w 426"/>
                <a:gd name="T39" fmla="*/ 2 h 245"/>
                <a:gd name="T40" fmla="*/ 3 w 426"/>
                <a:gd name="T41" fmla="*/ 2 h 245"/>
                <a:gd name="T42" fmla="*/ 2 w 426"/>
                <a:gd name="T43" fmla="*/ 2 h 245"/>
                <a:gd name="T44" fmla="*/ 2 w 426"/>
                <a:gd name="T45" fmla="*/ 2 h 245"/>
                <a:gd name="T46" fmla="*/ 2 w 426"/>
                <a:gd name="T47" fmla="*/ 2 h 245"/>
                <a:gd name="T48" fmla="*/ 2 w 426"/>
                <a:gd name="T49" fmla="*/ 2 h 245"/>
                <a:gd name="T50" fmla="*/ 1 w 426"/>
                <a:gd name="T51" fmla="*/ 1 h 245"/>
                <a:gd name="T52" fmla="*/ 1 w 426"/>
                <a:gd name="T53" fmla="*/ 1 h 245"/>
                <a:gd name="T54" fmla="*/ 1 w 426"/>
                <a:gd name="T55" fmla="*/ 1 h 245"/>
                <a:gd name="T56" fmla="*/ 1 w 426"/>
                <a:gd name="T57" fmla="*/ 1 h 245"/>
                <a:gd name="T58" fmla="*/ 0 w 426"/>
                <a:gd name="T59" fmla="*/ 1 h 245"/>
                <a:gd name="T60" fmla="*/ 0 w 426"/>
                <a:gd name="T61" fmla="*/ 1 h 245"/>
                <a:gd name="T62" fmla="*/ 0 w 426"/>
                <a:gd name="T63" fmla="*/ 1 h 245"/>
                <a:gd name="T64" fmla="*/ 0 w 426"/>
                <a:gd name="T65" fmla="*/ 0 h 245"/>
                <a:gd name="T66" fmla="*/ 0 w 426"/>
                <a:gd name="T67" fmla="*/ 0 h 245"/>
                <a:gd name="T68" fmla="*/ 0 w 426"/>
                <a:gd name="T69" fmla="*/ 0 h 245"/>
                <a:gd name="T70" fmla="*/ 0 w 426"/>
                <a:gd name="T71" fmla="*/ 0 h 245"/>
                <a:gd name="T72" fmla="*/ 0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0" y="0"/>
                  </a:moveTo>
                  <a:lnTo>
                    <a:pt x="0" y="0"/>
                  </a:lnTo>
                  <a:lnTo>
                    <a:pt x="3" y="25"/>
                  </a:lnTo>
                  <a:lnTo>
                    <a:pt x="9" y="50"/>
                  </a:lnTo>
                  <a:lnTo>
                    <a:pt x="19" y="73"/>
                  </a:lnTo>
                  <a:lnTo>
                    <a:pt x="34" y="96"/>
                  </a:lnTo>
                  <a:lnTo>
                    <a:pt x="52" y="118"/>
                  </a:lnTo>
                  <a:lnTo>
                    <a:pt x="74" y="138"/>
                  </a:lnTo>
                  <a:lnTo>
                    <a:pt x="99" y="156"/>
                  </a:lnTo>
                  <a:lnTo>
                    <a:pt x="126" y="174"/>
                  </a:lnTo>
                  <a:lnTo>
                    <a:pt x="157" y="190"/>
                  </a:lnTo>
                  <a:lnTo>
                    <a:pt x="189" y="204"/>
                  </a:lnTo>
                  <a:lnTo>
                    <a:pt x="224" y="215"/>
                  </a:lnTo>
                  <a:lnTo>
                    <a:pt x="262" y="226"/>
                  </a:lnTo>
                  <a:lnTo>
                    <a:pt x="300" y="234"/>
                  </a:lnTo>
                  <a:lnTo>
                    <a:pt x="340" y="240"/>
                  </a:lnTo>
                  <a:lnTo>
                    <a:pt x="384" y="244"/>
                  </a:lnTo>
                  <a:lnTo>
                    <a:pt x="426" y="245"/>
                  </a:lnTo>
                  <a:lnTo>
                    <a:pt x="426" y="233"/>
                  </a:lnTo>
                  <a:lnTo>
                    <a:pt x="384" y="232"/>
                  </a:lnTo>
                  <a:lnTo>
                    <a:pt x="343" y="228"/>
                  </a:lnTo>
                  <a:lnTo>
                    <a:pt x="303" y="222"/>
                  </a:lnTo>
                  <a:lnTo>
                    <a:pt x="264" y="214"/>
                  </a:lnTo>
                  <a:lnTo>
                    <a:pt x="229" y="204"/>
                  </a:lnTo>
                  <a:lnTo>
                    <a:pt x="194" y="192"/>
                  </a:lnTo>
                  <a:lnTo>
                    <a:pt x="162" y="178"/>
                  </a:lnTo>
                  <a:lnTo>
                    <a:pt x="133" y="163"/>
                  </a:lnTo>
                  <a:lnTo>
                    <a:pt x="106" y="146"/>
                  </a:lnTo>
                  <a:lnTo>
                    <a:pt x="81" y="129"/>
                  </a:lnTo>
                  <a:lnTo>
                    <a:pt x="61" y="109"/>
                  </a:lnTo>
                  <a:lnTo>
                    <a:pt x="44" y="89"/>
                  </a:lnTo>
                  <a:lnTo>
                    <a:pt x="31" y="66"/>
                  </a:lnTo>
                  <a:lnTo>
                    <a:pt x="20" y="45"/>
                  </a:lnTo>
                  <a:lnTo>
                    <a:pt x="15" y="2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9890" name="Freeform 32"/>
            <p:cNvSpPr>
              <a:spLocks/>
            </p:cNvSpPr>
            <p:nvPr/>
          </p:nvSpPr>
          <p:spPr bwMode="auto">
            <a:xfrm>
              <a:off x="878" y="1448"/>
              <a:ext cx="792" cy="954"/>
            </a:xfrm>
            <a:custGeom>
              <a:avLst/>
              <a:gdLst>
                <a:gd name="T0" fmla="*/ 13 w 3960"/>
                <a:gd name="T1" fmla="*/ 38 h 4768"/>
                <a:gd name="T2" fmla="*/ 14 w 3960"/>
                <a:gd name="T3" fmla="*/ 38 h 4768"/>
                <a:gd name="T4" fmla="*/ 15 w 3960"/>
                <a:gd name="T5" fmla="*/ 38 h 4768"/>
                <a:gd name="T6" fmla="*/ 15 w 3960"/>
                <a:gd name="T7" fmla="*/ 38 h 4768"/>
                <a:gd name="T8" fmla="*/ 16 w 3960"/>
                <a:gd name="T9" fmla="*/ 38 h 4768"/>
                <a:gd name="T10" fmla="*/ 17 w 3960"/>
                <a:gd name="T11" fmla="*/ 38 h 4768"/>
                <a:gd name="T12" fmla="*/ 17 w 3960"/>
                <a:gd name="T13" fmla="*/ 38 h 4768"/>
                <a:gd name="T14" fmla="*/ 18 w 3960"/>
                <a:gd name="T15" fmla="*/ 38 h 4768"/>
                <a:gd name="T16" fmla="*/ 18 w 3960"/>
                <a:gd name="T17" fmla="*/ 38 h 4768"/>
                <a:gd name="T18" fmla="*/ 29 w 3960"/>
                <a:gd name="T19" fmla="*/ 30 h 4768"/>
                <a:gd name="T20" fmla="*/ 30 w 3960"/>
                <a:gd name="T21" fmla="*/ 30 h 4768"/>
                <a:gd name="T22" fmla="*/ 30 w 3960"/>
                <a:gd name="T23" fmla="*/ 29 h 4768"/>
                <a:gd name="T24" fmla="*/ 31 w 3960"/>
                <a:gd name="T25" fmla="*/ 28 h 4768"/>
                <a:gd name="T26" fmla="*/ 31 w 3960"/>
                <a:gd name="T27" fmla="*/ 28 h 4768"/>
                <a:gd name="T28" fmla="*/ 31 w 3960"/>
                <a:gd name="T29" fmla="*/ 27 h 4768"/>
                <a:gd name="T30" fmla="*/ 32 w 3960"/>
                <a:gd name="T31" fmla="*/ 26 h 4768"/>
                <a:gd name="T32" fmla="*/ 32 w 3960"/>
                <a:gd name="T33" fmla="*/ 25 h 4768"/>
                <a:gd name="T34" fmla="*/ 32 w 3960"/>
                <a:gd name="T35" fmla="*/ 11 h 4768"/>
                <a:gd name="T36" fmla="*/ 32 w 3960"/>
                <a:gd name="T37" fmla="*/ 10 h 4768"/>
                <a:gd name="T38" fmla="*/ 31 w 3960"/>
                <a:gd name="T39" fmla="*/ 9 h 4768"/>
                <a:gd name="T40" fmla="*/ 31 w 3960"/>
                <a:gd name="T41" fmla="*/ 9 h 4768"/>
                <a:gd name="T42" fmla="*/ 31 w 3960"/>
                <a:gd name="T43" fmla="*/ 8 h 4768"/>
                <a:gd name="T44" fmla="*/ 31 w 3960"/>
                <a:gd name="T45" fmla="*/ 8 h 4768"/>
                <a:gd name="T46" fmla="*/ 30 w 3960"/>
                <a:gd name="T47" fmla="*/ 7 h 4768"/>
                <a:gd name="T48" fmla="*/ 30 w 3960"/>
                <a:gd name="T49" fmla="*/ 7 h 4768"/>
                <a:gd name="T50" fmla="*/ 29 w 3960"/>
                <a:gd name="T51" fmla="*/ 6 h 4768"/>
                <a:gd name="T52" fmla="*/ 19 w 3960"/>
                <a:gd name="T53" fmla="*/ 1 h 4768"/>
                <a:gd name="T54" fmla="*/ 18 w 3960"/>
                <a:gd name="T55" fmla="*/ 0 h 4768"/>
                <a:gd name="T56" fmla="*/ 17 w 3960"/>
                <a:gd name="T57" fmla="*/ 0 h 4768"/>
                <a:gd name="T58" fmla="*/ 17 w 3960"/>
                <a:gd name="T59" fmla="*/ 0 h 4768"/>
                <a:gd name="T60" fmla="*/ 16 w 3960"/>
                <a:gd name="T61" fmla="*/ 0 h 4768"/>
                <a:gd name="T62" fmla="*/ 15 w 3960"/>
                <a:gd name="T63" fmla="*/ 0 h 4768"/>
                <a:gd name="T64" fmla="*/ 14 w 3960"/>
                <a:gd name="T65" fmla="*/ 0 h 4768"/>
                <a:gd name="T66" fmla="*/ 14 w 3960"/>
                <a:gd name="T67" fmla="*/ 0 h 4768"/>
                <a:gd name="T68" fmla="*/ 2 w 3960"/>
                <a:gd name="T69" fmla="*/ 6 h 4768"/>
                <a:gd name="T70" fmla="*/ 2 w 3960"/>
                <a:gd name="T71" fmla="*/ 7 h 4768"/>
                <a:gd name="T72" fmla="*/ 1 w 3960"/>
                <a:gd name="T73" fmla="*/ 7 h 4768"/>
                <a:gd name="T74" fmla="*/ 1 w 3960"/>
                <a:gd name="T75" fmla="*/ 8 h 4768"/>
                <a:gd name="T76" fmla="*/ 1 w 3960"/>
                <a:gd name="T77" fmla="*/ 8 h 4768"/>
                <a:gd name="T78" fmla="*/ 0 w 3960"/>
                <a:gd name="T79" fmla="*/ 9 h 4768"/>
                <a:gd name="T80" fmla="*/ 0 w 3960"/>
                <a:gd name="T81" fmla="*/ 9 h 4768"/>
                <a:gd name="T82" fmla="*/ 0 w 3960"/>
                <a:gd name="T83" fmla="*/ 10 h 4768"/>
                <a:gd name="T84" fmla="*/ 0 w 3960"/>
                <a:gd name="T85" fmla="*/ 11 h 4768"/>
                <a:gd name="T86" fmla="*/ 0 w 3960"/>
                <a:gd name="T87" fmla="*/ 25 h 4768"/>
                <a:gd name="T88" fmla="*/ 0 w 3960"/>
                <a:gd name="T89" fmla="*/ 26 h 4768"/>
                <a:gd name="T90" fmla="*/ 0 w 3960"/>
                <a:gd name="T91" fmla="*/ 27 h 4768"/>
                <a:gd name="T92" fmla="*/ 1 w 3960"/>
                <a:gd name="T93" fmla="*/ 28 h 4768"/>
                <a:gd name="T94" fmla="*/ 1 w 3960"/>
                <a:gd name="T95" fmla="*/ 29 h 4768"/>
                <a:gd name="T96" fmla="*/ 1 w 3960"/>
                <a:gd name="T97" fmla="*/ 29 h 4768"/>
                <a:gd name="T98" fmla="*/ 2 w 3960"/>
                <a:gd name="T99" fmla="*/ 30 h 4768"/>
                <a:gd name="T100" fmla="*/ 3 w 3960"/>
                <a:gd name="T101" fmla="*/ 31 h 4768"/>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w 3960"/>
                <a:gd name="T154" fmla="*/ 0 h 4768"/>
                <a:gd name="T155" fmla="*/ 3960 w 3960"/>
                <a:gd name="T156" fmla="*/ 4768 h 4768"/>
              </a:gdLst>
              <a:ahLst/>
              <a:cxnLst>
                <a:cxn ang="T102">
                  <a:pos x="T0" y="T1"/>
                </a:cxn>
                <a:cxn ang="T103">
                  <a:pos x="T2" y="T3"/>
                </a:cxn>
                <a:cxn ang="T104">
                  <a:pos x="T4" y="T5"/>
                </a:cxn>
                <a:cxn ang="T105">
                  <a:pos x="T6" y="T7"/>
                </a:cxn>
                <a:cxn ang="T106">
                  <a:pos x="T8" y="T9"/>
                </a:cxn>
                <a:cxn ang="T107">
                  <a:pos x="T10" y="T11"/>
                </a:cxn>
                <a:cxn ang="T108">
                  <a:pos x="T12" y="T13"/>
                </a:cxn>
                <a:cxn ang="T109">
                  <a:pos x="T14" y="T15"/>
                </a:cxn>
                <a:cxn ang="T110">
                  <a:pos x="T16" y="T17"/>
                </a:cxn>
                <a:cxn ang="T111">
                  <a:pos x="T18" y="T19"/>
                </a:cxn>
                <a:cxn ang="T112">
                  <a:pos x="T20" y="T21"/>
                </a:cxn>
                <a:cxn ang="T113">
                  <a:pos x="T22" y="T23"/>
                </a:cxn>
                <a:cxn ang="T114">
                  <a:pos x="T24" y="T25"/>
                </a:cxn>
                <a:cxn ang="T115">
                  <a:pos x="T26" y="T27"/>
                </a:cxn>
                <a:cxn ang="T116">
                  <a:pos x="T28" y="T29"/>
                </a:cxn>
                <a:cxn ang="T117">
                  <a:pos x="T30" y="T31"/>
                </a:cxn>
                <a:cxn ang="T118">
                  <a:pos x="T32" y="T33"/>
                </a:cxn>
                <a:cxn ang="T119">
                  <a:pos x="T34" y="T35"/>
                </a:cxn>
                <a:cxn ang="T120">
                  <a:pos x="T36" y="T37"/>
                </a:cxn>
                <a:cxn ang="T121">
                  <a:pos x="T38" y="T39"/>
                </a:cxn>
                <a:cxn ang="T122">
                  <a:pos x="T40" y="T41"/>
                </a:cxn>
                <a:cxn ang="T123">
                  <a:pos x="T42" y="T43"/>
                </a:cxn>
                <a:cxn ang="T124">
                  <a:pos x="T44" y="T45"/>
                </a:cxn>
                <a:cxn ang="T125">
                  <a:pos x="T46" y="T47"/>
                </a:cxn>
                <a:cxn ang="T126">
                  <a:pos x="T48" y="T49"/>
                </a:cxn>
                <a:cxn ang="T127">
                  <a:pos x="T50" y="T51"/>
                </a:cxn>
                <a:cxn ang="T128">
                  <a:pos x="T52" y="T53"/>
                </a:cxn>
                <a:cxn ang="T129">
                  <a:pos x="T54" y="T55"/>
                </a:cxn>
                <a:cxn ang="T130">
                  <a:pos x="T56" y="T57"/>
                </a:cxn>
                <a:cxn ang="T131">
                  <a:pos x="T58" y="T59"/>
                </a:cxn>
                <a:cxn ang="T132">
                  <a:pos x="T60" y="T61"/>
                </a:cxn>
                <a:cxn ang="T133">
                  <a:pos x="T62" y="T63"/>
                </a:cxn>
                <a:cxn ang="T134">
                  <a:pos x="T64" y="T65"/>
                </a:cxn>
                <a:cxn ang="T135">
                  <a:pos x="T66" y="T67"/>
                </a:cxn>
                <a:cxn ang="T136">
                  <a:pos x="T68" y="T69"/>
                </a:cxn>
                <a:cxn ang="T137">
                  <a:pos x="T70" y="T71"/>
                </a:cxn>
                <a:cxn ang="T138">
                  <a:pos x="T72" y="T73"/>
                </a:cxn>
                <a:cxn ang="T139">
                  <a:pos x="T74" y="T75"/>
                </a:cxn>
                <a:cxn ang="T140">
                  <a:pos x="T76" y="T77"/>
                </a:cxn>
                <a:cxn ang="T141">
                  <a:pos x="T78" y="T79"/>
                </a:cxn>
                <a:cxn ang="T142">
                  <a:pos x="T80" y="T81"/>
                </a:cxn>
                <a:cxn ang="T143">
                  <a:pos x="T82" y="T83"/>
                </a:cxn>
                <a:cxn ang="T144">
                  <a:pos x="T84" y="T85"/>
                </a:cxn>
                <a:cxn ang="T145">
                  <a:pos x="T86" y="T87"/>
                </a:cxn>
                <a:cxn ang="T146">
                  <a:pos x="T88" y="T89"/>
                </a:cxn>
                <a:cxn ang="T147">
                  <a:pos x="T90" y="T91"/>
                </a:cxn>
                <a:cxn ang="T148">
                  <a:pos x="T92" y="T93"/>
                </a:cxn>
                <a:cxn ang="T149">
                  <a:pos x="T94" y="T95"/>
                </a:cxn>
                <a:cxn ang="T150">
                  <a:pos x="T96" y="T97"/>
                </a:cxn>
                <a:cxn ang="T151">
                  <a:pos x="T98" y="T99"/>
                </a:cxn>
                <a:cxn ang="T152">
                  <a:pos x="T100" y="T101"/>
                </a:cxn>
              </a:cxnLst>
              <a:rect l="T153" t="T154" r="T155" b="T156"/>
              <a:pathLst>
                <a:path w="3960" h="4768">
                  <a:moveTo>
                    <a:pt x="353" y="3849"/>
                  </a:moveTo>
                  <a:lnTo>
                    <a:pt x="1661" y="4700"/>
                  </a:lnTo>
                  <a:lnTo>
                    <a:pt x="1697" y="4717"/>
                  </a:lnTo>
                  <a:lnTo>
                    <a:pt x="1736" y="4731"/>
                  </a:lnTo>
                  <a:lnTo>
                    <a:pt x="1776" y="4742"/>
                  </a:lnTo>
                  <a:lnTo>
                    <a:pt x="1818" y="4753"/>
                  </a:lnTo>
                  <a:lnTo>
                    <a:pt x="1860" y="4760"/>
                  </a:lnTo>
                  <a:lnTo>
                    <a:pt x="1902" y="4765"/>
                  </a:lnTo>
                  <a:lnTo>
                    <a:pt x="1946" y="4768"/>
                  </a:lnTo>
                  <a:lnTo>
                    <a:pt x="1988" y="4768"/>
                  </a:lnTo>
                  <a:lnTo>
                    <a:pt x="2031" y="4767"/>
                  </a:lnTo>
                  <a:lnTo>
                    <a:pt x="2073" y="4763"/>
                  </a:lnTo>
                  <a:lnTo>
                    <a:pt x="2114" y="4758"/>
                  </a:lnTo>
                  <a:lnTo>
                    <a:pt x="2154" y="4751"/>
                  </a:lnTo>
                  <a:lnTo>
                    <a:pt x="2193" y="4740"/>
                  </a:lnTo>
                  <a:lnTo>
                    <a:pt x="2230" y="4729"/>
                  </a:lnTo>
                  <a:lnTo>
                    <a:pt x="2264" y="4715"/>
                  </a:lnTo>
                  <a:lnTo>
                    <a:pt x="2297" y="4700"/>
                  </a:lnTo>
                  <a:lnTo>
                    <a:pt x="3639" y="3825"/>
                  </a:lnTo>
                  <a:lnTo>
                    <a:pt x="3673" y="3795"/>
                  </a:lnTo>
                  <a:lnTo>
                    <a:pt x="3707" y="3761"/>
                  </a:lnTo>
                  <a:lnTo>
                    <a:pt x="3738" y="3725"/>
                  </a:lnTo>
                  <a:lnTo>
                    <a:pt x="3768" y="3685"/>
                  </a:lnTo>
                  <a:lnTo>
                    <a:pt x="3796" y="3644"/>
                  </a:lnTo>
                  <a:lnTo>
                    <a:pt x="3821" y="3599"/>
                  </a:lnTo>
                  <a:lnTo>
                    <a:pt x="3846" y="3553"/>
                  </a:lnTo>
                  <a:lnTo>
                    <a:pt x="3868" y="3505"/>
                  </a:lnTo>
                  <a:lnTo>
                    <a:pt x="3888" y="3456"/>
                  </a:lnTo>
                  <a:lnTo>
                    <a:pt x="3907" y="3406"/>
                  </a:lnTo>
                  <a:lnTo>
                    <a:pt x="3922" y="3354"/>
                  </a:lnTo>
                  <a:lnTo>
                    <a:pt x="3935" y="3303"/>
                  </a:lnTo>
                  <a:lnTo>
                    <a:pt x="3946" y="3250"/>
                  </a:lnTo>
                  <a:lnTo>
                    <a:pt x="3953" y="3197"/>
                  </a:lnTo>
                  <a:lnTo>
                    <a:pt x="3957" y="3144"/>
                  </a:lnTo>
                  <a:lnTo>
                    <a:pt x="3960" y="3092"/>
                  </a:lnTo>
                  <a:lnTo>
                    <a:pt x="3959" y="1313"/>
                  </a:lnTo>
                  <a:lnTo>
                    <a:pt x="3955" y="1271"/>
                  </a:lnTo>
                  <a:lnTo>
                    <a:pt x="3949" y="1229"/>
                  </a:lnTo>
                  <a:lnTo>
                    <a:pt x="3941" y="1189"/>
                  </a:lnTo>
                  <a:lnTo>
                    <a:pt x="3930" y="1149"/>
                  </a:lnTo>
                  <a:lnTo>
                    <a:pt x="3918" y="1111"/>
                  </a:lnTo>
                  <a:lnTo>
                    <a:pt x="3902" y="1075"/>
                  </a:lnTo>
                  <a:lnTo>
                    <a:pt x="3886" y="1040"/>
                  </a:lnTo>
                  <a:lnTo>
                    <a:pt x="3867" y="1006"/>
                  </a:lnTo>
                  <a:lnTo>
                    <a:pt x="3846" y="973"/>
                  </a:lnTo>
                  <a:lnTo>
                    <a:pt x="3823" y="942"/>
                  </a:lnTo>
                  <a:lnTo>
                    <a:pt x="3798" y="913"/>
                  </a:lnTo>
                  <a:lnTo>
                    <a:pt x="3771" y="886"/>
                  </a:lnTo>
                  <a:lnTo>
                    <a:pt x="3743" y="860"/>
                  </a:lnTo>
                  <a:lnTo>
                    <a:pt x="3714" y="837"/>
                  </a:lnTo>
                  <a:lnTo>
                    <a:pt x="3682" y="816"/>
                  </a:lnTo>
                  <a:lnTo>
                    <a:pt x="3649" y="796"/>
                  </a:lnTo>
                  <a:lnTo>
                    <a:pt x="2386" y="83"/>
                  </a:lnTo>
                  <a:lnTo>
                    <a:pt x="2350" y="65"/>
                  </a:lnTo>
                  <a:lnTo>
                    <a:pt x="2310" y="50"/>
                  </a:lnTo>
                  <a:lnTo>
                    <a:pt x="2268" y="36"/>
                  </a:lnTo>
                  <a:lnTo>
                    <a:pt x="2223" y="24"/>
                  </a:lnTo>
                  <a:lnTo>
                    <a:pt x="2178" y="15"/>
                  </a:lnTo>
                  <a:lnTo>
                    <a:pt x="2131" y="8"/>
                  </a:lnTo>
                  <a:lnTo>
                    <a:pt x="2082" y="3"/>
                  </a:lnTo>
                  <a:lnTo>
                    <a:pt x="2032" y="0"/>
                  </a:lnTo>
                  <a:lnTo>
                    <a:pt x="1982" y="1"/>
                  </a:lnTo>
                  <a:lnTo>
                    <a:pt x="1933" y="3"/>
                  </a:lnTo>
                  <a:lnTo>
                    <a:pt x="1882" y="9"/>
                  </a:lnTo>
                  <a:lnTo>
                    <a:pt x="1833" y="17"/>
                  </a:lnTo>
                  <a:lnTo>
                    <a:pt x="1785" y="29"/>
                  </a:lnTo>
                  <a:lnTo>
                    <a:pt x="1737" y="43"/>
                  </a:lnTo>
                  <a:lnTo>
                    <a:pt x="1691" y="62"/>
                  </a:lnTo>
                  <a:lnTo>
                    <a:pt x="1647" y="83"/>
                  </a:lnTo>
                  <a:lnTo>
                    <a:pt x="311" y="782"/>
                  </a:lnTo>
                  <a:lnTo>
                    <a:pt x="276" y="803"/>
                  </a:lnTo>
                  <a:lnTo>
                    <a:pt x="243" y="826"/>
                  </a:lnTo>
                  <a:lnTo>
                    <a:pt x="213" y="852"/>
                  </a:lnTo>
                  <a:lnTo>
                    <a:pt x="184" y="879"/>
                  </a:lnTo>
                  <a:lnTo>
                    <a:pt x="155" y="908"/>
                  </a:lnTo>
                  <a:lnTo>
                    <a:pt x="131" y="939"/>
                  </a:lnTo>
                  <a:lnTo>
                    <a:pt x="107" y="971"/>
                  </a:lnTo>
                  <a:lnTo>
                    <a:pt x="86" y="1005"/>
                  </a:lnTo>
                  <a:lnTo>
                    <a:pt x="68" y="1040"/>
                  </a:lnTo>
                  <a:lnTo>
                    <a:pt x="50" y="1076"/>
                  </a:lnTo>
                  <a:lnTo>
                    <a:pt x="36" y="1115"/>
                  </a:lnTo>
                  <a:lnTo>
                    <a:pt x="23" y="1153"/>
                  </a:lnTo>
                  <a:lnTo>
                    <a:pt x="14" y="1195"/>
                  </a:lnTo>
                  <a:lnTo>
                    <a:pt x="7" y="1236"/>
                  </a:lnTo>
                  <a:lnTo>
                    <a:pt x="2" y="1279"/>
                  </a:lnTo>
                  <a:lnTo>
                    <a:pt x="0" y="1322"/>
                  </a:lnTo>
                  <a:lnTo>
                    <a:pt x="0" y="3093"/>
                  </a:lnTo>
                  <a:lnTo>
                    <a:pt x="2" y="3147"/>
                  </a:lnTo>
                  <a:lnTo>
                    <a:pt x="7" y="3202"/>
                  </a:lnTo>
                  <a:lnTo>
                    <a:pt x="15" y="3257"/>
                  </a:lnTo>
                  <a:lnTo>
                    <a:pt x="27" y="3312"/>
                  </a:lnTo>
                  <a:lnTo>
                    <a:pt x="42" y="3366"/>
                  </a:lnTo>
                  <a:lnTo>
                    <a:pt x="59" y="3420"/>
                  </a:lnTo>
                  <a:lnTo>
                    <a:pt x="79" y="3474"/>
                  </a:lnTo>
                  <a:lnTo>
                    <a:pt x="102" y="3525"/>
                  </a:lnTo>
                  <a:lnTo>
                    <a:pt x="127" y="3576"/>
                  </a:lnTo>
                  <a:lnTo>
                    <a:pt x="154" y="3624"/>
                  </a:lnTo>
                  <a:lnTo>
                    <a:pt x="184" y="3670"/>
                  </a:lnTo>
                  <a:lnTo>
                    <a:pt x="214" y="3712"/>
                  </a:lnTo>
                  <a:lnTo>
                    <a:pt x="247" y="3752"/>
                  </a:lnTo>
                  <a:lnTo>
                    <a:pt x="281" y="3788"/>
                  </a:lnTo>
                  <a:lnTo>
                    <a:pt x="317" y="3821"/>
                  </a:lnTo>
                  <a:lnTo>
                    <a:pt x="353" y="384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9891" name="Freeform 33"/>
            <p:cNvSpPr>
              <a:spLocks/>
            </p:cNvSpPr>
            <p:nvPr/>
          </p:nvSpPr>
          <p:spPr bwMode="auto">
            <a:xfrm>
              <a:off x="943" y="2210"/>
              <a:ext cx="276" cy="187"/>
            </a:xfrm>
            <a:custGeom>
              <a:avLst/>
              <a:gdLst>
                <a:gd name="T0" fmla="*/ 11 w 1380"/>
                <a:gd name="T1" fmla="*/ 7 h 937"/>
                <a:gd name="T2" fmla="*/ 11 w 1380"/>
                <a:gd name="T3" fmla="*/ 7 h 937"/>
                <a:gd name="T4" fmla="*/ 0 w 1380"/>
                <a:gd name="T5" fmla="*/ 0 h 937"/>
                <a:gd name="T6" fmla="*/ 0 w 1380"/>
                <a:gd name="T7" fmla="*/ 1 h 937"/>
                <a:gd name="T8" fmla="*/ 10 w 1380"/>
                <a:gd name="T9" fmla="*/ 7 h 937"/>
                <a:gd name="T10" fmla="*/ 10 w 1380"/>
                <a:gd name="T11" fmla="*/ 7 h 937"/>
                <a:gd name="T12" fmla="*/ 10 w 1380"/>
                <a:gd name="T13" fmla="*/ 7 h 937"/>
                <a:gd name="T14" fmla="*/ 11 w 1380"/>
                <a:gd name="T15" fmla="*/ 7 h 937"/>
                <a:gd name="T16" fmla="*/ 11 w 1380"/>
                <a:gd name="T17" fmla="*/ 7 h 937"/>
                <a:gd name="T18" fmla="*/ 11 w 1380"/>
                <a:gd name="T19" fmla="*/ 7 h 937"/>
                <a:gd name="T20" fmla="*/ 11 w 1380"/>
                <a:gd name="T21" fmla="*/ 7 h 937"/>
                <a:gd name="T22" fmla="*/ 11 w 1380"/>
                <a:gd name="T23" fmla="*/ 7 h 937"/>
                <a:gd name="T24" fmla="*/ 11 w 1380"/>
                <a:gd name="T25" fmla="*/ 7 h 937"/>
                <a:gd name="T26" fmla="*/ 11 w 1380"/>
                <a:gd name="T27" fmla="*/ 7 h 937"/>
                <a:gd name="T28" fmla="*/ 11 w 1380"/>
                <a:gd name="T29" fmla="*/ 7 h 937"/>
                <a:gd name="T30" fmla="*/ 11 w 1380"/>
                <a:gd name="T31" fmla="*/ 7 h 93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80"/>
                <a:gd name="T49" fmla="*/ 0 h 937"/>
                <a:gd name="T50" fmla="*/ 1380 w 1380"/>
                <a:gd name="T51" fmla="*/ 937 h 93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80" h="937">
                  <a:moveTo>
                    <a:pt x="1354" y="848"/>
                  </a:moveTo>
                  <a:lnTo>
                    <a:pt x="1359" y="851"/>
                  </a:lnTo>
                  <a:lnTo>
                    <a:pt x="51" y="0"/>
                  </a:lnTo>
                  <a:lnTo>
                    <a:pt x="0" y="78"/>
                  </a:lnTo>
                  <a:lnTo>
                    <a:pt x="1307" y="929"/>
                  </a:lnTo>
                  <a:lnTo>
                    <a:pt x="1312" y="932"/>
                  </a:lnTo>
                  <a:lnTo>
                    <a:pt x="1307" y="929"/>
                  </a:lnTo>
                  <a:lnTo>
                    <a:pt x="1326" y="937"/>
                  </a:lnTo>
                  <a:lnTo>
                    <a:pt x="1345" y="936"/>
                  </a:lnTo>
                  <a:lnTo>
                    <a:pt x="1360" y="929"/>
                  </a:lnTo>
                  <a:lnTo>
                    <a:pt x="1372" y="916"/>
                  </a:lnTo>
                  <a:lnTo>
                    <a:pt x="1379" y="899"/>
                  </a:lnTo>
                  <a:lnTo>
                    <a:pt x="1380" y="883"/>
                  </a:lnTo>
                  <a:lnTo>
                    <a:pt x="1374" y="865"/>
                  </a:lnTo>
                  <a:lnTo>
                    <a:pt x="1359" y="851"/>
                  </a:lnTo>
                  <a:lnTo>
                    <a:pt x="1354" y="84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9892" name="Freeform 34"/>
            <p:cNvSpPr>
              <a:spLocks/>
            </p:cNvSpPr>
            <p:nvPr/>
          </p:nvSpPr>
          <p:spPr bwMode="auto">
            <a:xfrm>
              <a:off x="1206" y="2379"/>
              <a:ext cx="140" cy="32"/>
            </a:xfrm>
            <a:custGeom>
              <a:avLst/>
              <a:gdLst>
                <a:gd name="T0" fmla="*/ 5 w 703"/>
                <a:gd name="T1" fmla="*/ 0 h 162"/>
                <a:gd name="T2" fmla="*/ 5 w 703"/>
                <a:gd name="T3" fmla="*/ 0 h 162"/>
                <a:gd name="T4" fmla="*/ 5 w 703"/>
                <a:gd name="T5" fmla="*/ 0 h 162"/>
                <a:gd name="T6" fmla="*/ 5 w 703"/>
                <a:gd name="T7" fmla="*/ 0 h 162"/>
                <a:gd name="T8" fmla="*/ 4 w 703"/>
                <a:gd name="T9" fmla="*/ 0 h 162"/>
                <a:gd name="T10" fmla="*/ 4 w 703"/>
                <a:gd name="T11" fmla="*/ 0 h 162"/>
                <a:gd name="T12" fmla="*/ 4 w 703"/>
                <a:gd name="T13" fmla="*/ 0 h 162"/>
                <a:gd name="T14" fmla="*/ 3 w 703"/>
                <a:gd name="T15" fmla="*/ 1 h 162"/>
                <a:gd name="T16" fmla="*/ 3 w 703"/>
                <a:gd name="T17" fmla="*/ 1 h 162"/>
                <a:gd name="T18" fmla="*/ 3 w 703"/>
                <a:gd name="T19" fmla="*/ 1 h 162"/>
                <a:gd name="T20" fmla="*/ 2 w 703"/>
                <a:gd name="T21" fmla="*/ 1 h 162"/>
                <a:gd name="T22" fmla="*/ 2 w 703"/>
                <a:gd name="T23" fmla="*/ 1 h 162"/>
                <a:gd name="T24" fmla="*/ 2 w 703"/>
                <a:gd name="T25" fmla="*/ 0 h 162"/>
                <a:gd name="T26" fmla="*/ 1 w 703"/>
                <a:gd name="T27" fmla="*/ 0 h 162"/>
                <a:gd name="T28" fmla="*/ 1 w 703"/>
                <a:gd name="T29" fmla="*/ 0 h 162"/>
                <a:gd name="T30" fmla="*/ 1 w 703"/>
                <a:gd name="T31" fmla="*/ 0 h 162"/>
                <a:gd name="T32" fmla="*/ 1 w 703"/>
                <a:gd name="T33" fmla="*/ 0 h 162"/>
                <a:gd name="T34" fmla="*/ 0 w 703"/>
                <a:gd name="T35" fmla="*/ 0 h 162"/>
                <a:gd name="T36" fmla="*/ 0 w 703"/>
                <a:gd name="T37" fmla="*/ 1 h 162"/>
                <a:gd name="T38" fmla="*/ 0 w 703"/>
                <a:gd name="T39" fmla="*/ 1 h 162"/>
                <a:gd name="T40" fmla="*/ 1 w 703"/>
                <a:gd name="T41" fmla="*/ 1 h 162"/>
                <a:gd name="T42" fmla="*/ 1 w 703"/>
                <a:gd name="T43" fmla="*/ 1 h 162"/>
                <a:gd name="T44" fmla="*/ 1 w 703"/>
                <a:gd name="T45" fmla="*/ 1 h 162"/>
                <a:gd name="T46" fmla="*/ 2 w 703"/>
                <a:gd name="T47" fmla="*/ 1 h 162"/>
                <a:gd name="T48" fmla="*/ 2 w 703"/>
                <a:gd name="T49" fmla="*/ 1 h 162"/>
                <a:gd name="T50" fmla="*/ 2 w 703"/>
                <a:gd name="T51" fmla="*/ 1 h 162"/>
                <a:gd name="T52" fmla="*/ 3 w 703"/>
                <a:gd name="T53" fmla="*/ 1 h 162"/>
                <a:gd name="T54" fmla="*/ 3 w 703"/>
                <a:gd name="T55" fmla="*/ 1 h 162"/>
                <a:gd name="T56" fmla="*/ 3 w 703"/>
                <a:gd name="T57" fmla="*/ 1 h 162"/>
                <a:gd name="T58" fmla="*/ 4 w 703"/>
                <a:gd name="T59" fmla="*/ 1 h 162"/>
                <a:gd name="T60" fmla="*/ 4 w 703"/>
                <a:gd name="T61" fmla="*/ 1 h 162"/>
                <a:gd name="T62" fmla="*/ 5 w 703"/>
                <a:gd name="T63" fmla="*/ 1 h 162"/>
                <a:gd name="T64" fmla="*/ 5 w 703"/>
                <a:gd name="T65" fmla="*/ 1 h 162"/>
                <a:gd name="T66" fmla="*/ 5 w 703"/>
                <a:gd name="T67" fmla="*/ 1 h 162"/>
                <a:gd name="T68" fmla="*/ 5 w 703"/>
                <a:gd name="T69" fmla="*/ 1 h 162"/>
                <a:gd name="T70" fmla="*/ 5 w 703"/>
                <a:gd name="T71" fmla="*/ 1 h 162"/>
                <a:gd name="T72" fmla="*/ 5 w 703"/>
                <a:gd name="T73" fmla="*/ 1 h 162"/>
                <a:gd name="T74" fmla="*/ 5 w 703"/>
                <a:gd name="T75" fmla="*/ 1 h 162"/>
                <a:gd name="T76" fmla="*/ 6 w 703"/>
                <a:gd name="T77" fmla="*/ 0 h 162"/>
                <a:gd name="T78" fmla="*/ 6 w 703"/>
                <a:gd name="T79" fmla="*/ 0 h 162"/>
                <a:gd name="T80" fmla="*/ 6 w 703"/>
                <a:gd name="T81" fmla="*/ 0 h 162"/>
                <a:gd name="T82" fmla="*/ 5 w 703"/>
                <a:gd name="T83" fmla="*/ 0 h 162"/>
                <a:gd name="T84" fmla="*/ 5 w 703"/>
                <a:gd name="T85" fmla="*/ 0 h 162"/>
                <a:gd name="T86" fmla="*/ 5 w 703"/>
                <a:gd name="T87" fmla="*/ 0 h 162"/>
                <a:gd name="T88" fmla="*/ 5 w 703"/>
                <a:gd name="T89" fmla="*/ 0 h 162"/>
                <a:gd name="T90" fmla="*/ 5 w 703"/>
                <a:gd name="T91" fmla="*/ 0 h 162"/>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703"/>
                <a:gd name="T139" fmla="*/ 0 h 162"/>
                <a:gd name="T140" fmla="*/ 703 w 703"/>
                <a:gd name="T141" fmla="*/ 162 h 162"/>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703" h="162">
                  <a:moveTo>
                    <a:pt x="631" y="8"/>
                  </a:moveTo>
                  <a:lnTo>
                    <a:pt x="636" y="6"/>
                  </a:lnTo>
                  <a:lnTo>
                    <a:pt x="606" y="20"/>
                  </a:lnTo>
                  <a:lnTo>
                    <a:pt x="575" y="32"/>
                  </a:lnTo>
                  <a:lnTo>
                    <a:pt x="540" y="42"/>
                  </a:lnTo>
                  <a:lnTo>
                    <a:pt x="504" y="52"/>
                  </a:lnTo>
                  <a:lnTo>
                    <a:pt x="467" y="59"/>
                  </a:lnTo>
                  <a:lnTo>
                    <a:pt x="428" y="64"/>
                  </a:lnTo>
                  <a:lnTo>
                    <a:pt x="389" y="67"/>
                  </a:lnTo>
                  <a:lnTo>
                    <a:pt x="348" y="68"/>
                  </a:lnTo>
                  <a:lnTo>
                    <a:pt x="308" y="68"/>
                  </a:lnTo>
                  <a:lnTo>
                    <a:pt x="267" y="65"/>
                  </a:lnTo>
                  <a:lnTo>
                    <a:pt x="226" y="61"/>
                  </a:lnTo>
                  <a:lnTo>
                    <a:pt x="187" y="54"/>
                  </a:lnTo>
                  <a:lnTo>
                    <a:pt x="148" y="44"/>
                  </a:lnTo>
                  <a:lnTo>
                    <a:pt x="110" y="33"/>
                  </a:lnTo>
                  <a:lnTo>
                    <a:pt x="75" y="20"/>
                  </a:lnTo>
                  <a:lnTo>
                    <a:pt x="42" y="5"/>
                  </a:lnTo>
                  <a:lnTo>
                    <a:pt x="0" y="89"/>
                  </a:lnTo>
                  <a:lnTo>
                    <a:pt x="40" y="107"/>
                  </a:lnTo>
                  <a:lnTo>
                    <a:pt x="82" y="122"/>
                  </a:lnTo>
                  <a:lnTo>
                    <a:pt x="124" y="135"/>
                  </a:lnTo>
                  <a:lnTo>
                    <a:pt x="169" y="146"/>
                  </a:lnTo>
                  <a:lnTo>
                    <a:pt x="214" y="153"/>
                  </a:lnTo>
                  <a:lnTo>
                    <a:pt x="258" y="158"/>
                  </a:lnTo>
                  <a:lnTo>
                    <a:pt x="303" y="162"/>
                  </a:lnTo>
                  <a:lnTo>
                    <a:pt x="348" y="162"/>
                  </a:lnTo>
                  <a:lnTo>
                    <a:pt x="394" y="161"/>
                  </a:lnTo>
                  <a:lnTo>
                    <a:pt x="439" y="157"/>
                  </a:lnTo>
                  <a:lnTo>
                    <a:pt x="481" y="150"/>
                  </a:lnTo>
                  <a:lnTo>
                    <a:pt x="525" y="143"/>
                  </a:lnTo>
                  <a:lnTo>
                    <a:pt x="566" y="132"/>
                  </a:lnTo>
                  <a:lnTo>
                    <a:pt x="606" y="121"/>
                  </a:lnTo>
                  <a:lnTo>
                    <a:pt x="643" y="105"/>
                  </a:lnTo>
                  <a:lnTo>
                    <a:pt x="678" y="88"/>
                  </a:lnTo>
                  <a:lnTo>
                    <a:pt x="683" y="86"/>
                  </a:lnTo>
                  <a:lnTo>
                    <a:pt x="678" y="88"/>
                  </a:lnTo>
                  <a:lnTo>
                    <a:pt x="695" y="75"/>
                  </a:lnTo>
                  <a:lnTo>
                    <a:pt x="702" y="60"/>
                  </a:lnTo>
                  <a:lnTo>
                    <a:pt x="703" y="42"/>
                  </a:lnTo>
                  <a:lnTo>
                    <a:pt x="698" y="26"/>
                  </a:lnTo>
                  <a:lnTo>
                    <a:pt x="688" y="12"/>
                  </a:lnTo>
                  <a:lnTo>
                    <a:pt x="674" y="3"/>
                  </a:lnTo>
                  <a:lnTo>
                    <a:pt x="656" y="0"/>
                  </a:lnTo>
                  <a:lnTo>
                    <a:pt x="636" y="6"/>
                  </a:lnTo>
                  <a:lnTo>
                    <a:pt x="631"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9893" name="Freeform 35"/>
            <p:cNvSpPr>
              <a:spLocks/>
            </p:cNvSpPr>
            <p:nvPr/>
          </p:nvSpPr>
          <p:spPr bwMode="auto">
            <a:xfrm>
              <a:off x="1332" y="2204"/>
              <a:ext cx="283" cy="192"/>
            </a:xfrm>
            <a:custGeom>
              <a:avLst/>
              <a:gdLst>
                <a:gd name="T0" fmla="*/ 11 w 1415"/>
                <a:gd name="T1" fmla="*/ 0 h 960"/>
                <a:gd name="T2" fmla="*/ 11 w 1415"/>
                <a:gd name="T3" fmla="*/ 0 h 960"/>
                <a:gd name="T4" fmla="*/ 0 w 1415"/>
                <a:gd name="T5" fmla="*/ 7 h 960"/>
                <a:gd name="T6" fmla="*/ 0 w 1415"/>
                <a:gd name="T7" fmla="*/ 8 h 960"/>
                <a:gd name="T8" fmla="*/ 11 w 1415"/>
                <a:gd name="T9" fmla="*/ 1 h 960"/>
                <a:gd name="T10" fmla="*/ 11 w 1415"/>
                <a:gd name="T11" fmla="*/ 1 h 960"/>
                <a:gd name="T12" fmla="*/ 11 w 1415"/>
                <a:gd name="T13" fmla="*/ 1 h 960"/>
                <a:gd name="T14" fmla="*/ 11 w 1415"/>
                <a:gd name="T15" fmla="*/ 1 h 960"/>
                <a:gd name="T16" fmla="*/ 11 w 1415"/>
                <a:gd name="T17" fmla="*/ 0 h 960"/>
                <a:gd name="T18" fmla="*/ 11 w 1415"/>
                <a:gd name="T19" fmla="*/ 0 h 960"/>
                <a:gd name="T20" fmla="*/ 11 w 1415"/>
                <a:gd name="T21" fmla="*/ 0 h 960"/>
                <a:gd name="T22" fmla="*/ 11 w 1415"/>
                <a:gd name="T23" fmla="*/ 0 h 960"/>
                <a:gd name="T24" fmla="*/ 11 w 1415"/>
                <a:gd name="T25" fmla="*/ 0 h 960"/>
                <a:gd name="T26" fmla="*/ 11 w 1415"/>
                <a:gd name="T27" fmla="*/ 0 h 960"/>
                <a:gd name="T28" fmla="*/ 11 w 1415"/>
                <a:gd name="T29" fmla="*/ 0 h 960"/>
                <a:gd name="T30" fmla="*/ 11 w 1415"/>
                <a:gd name="T31" fmla="*/ 0 h 96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15"/>
                <a:gd name="T49" fmla="*/ 0 h 960"/>
                <a:gd name="T50" fmla="*/ 1415 w 1415"/>
                <a:gd name="T51" fmla="*/ 960 h 96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15" h="960">
                  <a:moveTo>
                    <a:pt x="1338" y="10"/>
                  </a:moveTo>
                  <a:lnTo>
                    <a:pt x="1342" y="8"/>
                  </a:lnTo>
                  <a:lnTo>
                    <a:pt x="0" y="882"/>
                  </a:lnTo>
                  <a:lnTo>
                    <a:pt x="52" y="960"/>
                  </a:lnTo>
                  <a:lnTo>
                    <a:pt x="1393" y="85"/>
                  </a:lnTo>
                  <a:lnTo>
                    <a:pt x="1397" y="83"/>
                  </a:lnTo>
                  <a:lnTo>
                    <a:pt x="1393" y="85"/>
                  </a:lnTo>
                  <a:lnTo>
                    <a:pt x="1409" y="71"/>
                  </a:lnTo>
                  <a:lnTo>
                    <a:pt x="1415" y="53"/>
                  </a:lnTo>
                  <a:lnTo>
                    <a:pt x="1413" y="37"/>
                  </a:lnTo>
                  <a:lnTo>
                    <a:pt x="1406" y="21"/>
                  </a:lnTo>
                  <a:lnTo>
                    <a:pt x="1395" y="8"/>
                  </a:lnTo>
                  <a:lnTo>
                    <a:pt x="1379" y="1"/>
                  </a:lnTo>
                  <a:lnTo>
                    <a:pt x="1361" y="0"/>
                  </a:lnTo>
                  <a:lnTo>
                    <a:pt x="1342" y="8"/>
                  </a:lnTo>
                  <a:lnTo>
                    <a:pt x="1338" y="1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9894" name="Freeform 36"/>
            <p:cNvSpPr>
              <a:spLocks/>
            </p:cNvSpPr>
            <p:nvPr/>
          </p:nvSpPr>
          <p:spPr bwMode="auto">
            <a:xfrm>
              <a:off x="1599" y="2057"/>
              <a:ext cx="80" cy="163"/>
            </a:xfrm>
            <a:custGeom>
              <a:avLst/>
              <a:gdLst>
                <a:gd name="T0" fmla="*/ 2 w 398"/>
                <a:gd name="T1" fmla="*/ 0 h 817"/>
                <a:gd name="T2" fmla="*/ 2 w 398"/>
                <a:gd name="T3" fmla="*/ 0 h 817"/>
                <a:gd name="T4" fmla="*/ 2 w 398"/>
                <a:gd name="T5" fmla="*/ 1 h 817"/>
                <a:gd name="T6" fmla="*/ 2 w 398"/>
                <a:gd name="T7" fmla="*/ 1 h 817"/>
                <a:gd name="T8" fmla="*/ 2 w 398"/>
                <a:gd name="T9" fmla="*/ 2 h 817"/>
                <a:gd name="T10" fmla="*/ 2 w 398"/>
                <a:gd name="T11" fmla="*/ 2 h 817"/>
                <a:gd name="T12" fmla="*/ 2 w 398"/>
                <a:gd name="T13" fmla="*/ 2 h 817"/>
                <a:gd name="T14" fmla="*/ 2 w 398"/>
                <a:gd name="T15" fmla="*/ 3 h 817"/>
                <a:gd name="T16" fmla="*/ 2 w 398"/>
                <a:gd name="T17" fmla="*/ 3 h 817"/>
                <a:gd name="T18" fmla="*/ 2 w 398"/>
                <a:gd name="T19" fmla="*/ 4 h 817"/>
                <a:gd name="T20" fmla="*/ 2 w 398"/>
                <a:gd name="T21" fmla="*/ 4 h 817"/>
                <a:gd name="T22" fmla="*/ 1 w 398"/>
                <a:gd name="T23" fmla="*/ 4 h 817"/>
                <a:gd name="T24" fmla="*/ 1 w 398"/>
                <a:gd name="T25" fmla="*/ 5 h 817"/>
                <a:gd name="T26" fmla="*/ 1 w 398"/>
                <a:gd name="T27" fmla="*/ 5 h 817"/>
                <a:gd name="T28" fmla="*/ 1 w 398"/>
                <a:gd name="T29" fmla="*/ 5 h 817"/>
                <a:gd name="T30" fmla="*/ 1 w 398"/>
                <a:gd name="T31" fmla="*/ 5 h 817"/>
                <a:gd name="T32" fmla="*/ 0 w 398"/>
                <a:gd name="T33" fmla="*/ 6 h 817"/>
                <a:gd name="T34" fmla="*/ 0 w 398"/>
                <a:gd name="T35" fmla="*/ 6 h 817"/>
                <a:gd name="T36" fmla="*/ 0 w 398"/>
                <a:gd name="T37" fmla="*/ 7 h 817"/>
                <a:gd name="T38" fmla="*/ 1 w 398"/>
                <a:gd name="T39" fmla="*/ 6 h 817"/>
                <a:gd name="T40" fmla="*/ 1 w 398"/>
                <a:gd name="T41" fmla="*/ 6 h 817"/>
                <a:gd name="T42" fmla="*/ 1 w 398"/>
                <a:gd name="T43" fmla="*/ 6 h 817"/>
                <a:gd name="T44" fmla="*/ 2 w 398"/>
                <a:gd name="T45" fmla="*/ 5 h 817"/>
                <a:gd name="T46" fmla="*/ 2 w 398"/>
                <a:gd name="T47" fmla="*/ 5 h 817"/>
                <a:gd name="T48" fmla="*/ 2 w 398"/>
                <a:gd name="T49" fmla="*/ 5 h 817"/>
                <a:gd name="T50" fmla="*/ 2 w 398"/>
                <a:gd name="T51" fmla="*/ 4 h 817"/>
                <a:gd name="T52" fmla="*/ 2 w 398"/>
                <a:gd name="T53" fmla="*/ 4 h 817"/>
                <a:gd name="T54" fmla="*/ 3 w 398"/>
                <a:gd name="T55" fmla="*/ 3 h 817"/>
                <a:gd name="T56" fmla="*/ 3 w 398"/>
                <a:gd name="T57" fmla="*/ 3 h 817"/>
                <a:gd name="T58" fmla="*/ 3 w 398"/>
                <a:gd name="T59" fmla="*/ 3 h 817"/>
                <a:gd name="T60" fmla="*/ 3 w 398"/>
                <a:gd name="T61" fmla="*/ 2 h 817"/>
                <a:gd name="T62" fmla="*/ 3 w 398"/>
                <a:gd name="T63" fmla="*/ 2 h 817"/>
                <a:gd name="T64" fmla="*/ 3 w 398"/>
                <a:gd name="T65" fmla="*/ 1 h 817"/>
                <a:gd name="T66" fmla="*/ 3 w 398"/>
                <a:gd name="T67" fmla="*/ 1 h 817"/>
                <a:gd name="T68" fmla="*/ 3 w 398"/>
                <a:gd name="T69" fmla="*/ 0 h 817"/>
                <a:gd name="T70" fmla="*/ 3 w 398"/>
                <a:gd name="T71" fmla="*/ 0 h 817"/>
                <a:gd name="T72" fmla="*/ 3 w 398"/>
                <a:gd name="T73" fmla="*/ 0 h 817"/>
                <a:gd name="T74" fmla="*/ 3 w 398"/>
                <a:gd name="T75" fmla="*/ 0 h 817"/>
                <a:gd name="T76" fmla="*/ 3 w 398"/>
                <a:gd name="T77" fmla="*/ 0 h 817"/>
                <a:gd name="T78" fmla="*/ 3 w 398"/>
                <a:gd name="T79" fmla="*/ 0 h 817"/>
                <a:gd name="T80" fmla="*/ 3 w 398"/>
                <a:gd name="T81" fmla="*/ 0 h 817"/>
                <a:gd name="T82" fmla="*/ 3 w 398"/>
                <a:gd name="T83" fmla="*/ 0 h 817"/>
                <a:gd name="T84" fmla="*/ 3 w 398"/>
                <a:gd name="T85" fmla="*/ 0 h 817"/>
                <a:gd name="T86" fmla="*/ 2 w 398"/>
                <a:gd name="T87" fmla="*/ 0 h 817"/>
                <a:gd name="T88" fmla="*/ 2 w 398"/>
                <a:gd name="T89" fmla="*/ 0 h 817"/>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398"/>
                <a:gd name="T136" fmla="*/ 0 h 817"/>
                <a:gd name="T137" fmla="*/ 398 w 398"/>
                <a:gd name="T138" fmla="*/ 817 h 817"/>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398" h="817">
                  <a:moveTo>
                    <a:pt x="304" y="47"/>
                  </a:moveTo>
                  <a:lnTo>
                    <a:pt x="304" y="47"/>
                  </a:lnTo>
                  <a:lnTo>
                    <a:pt x="301" y="97"/>
                  </a:lnTo>
                  <a:lnTo>
                    <a:pt x="297" y="147"/>
                  </a:lnTo>
                  <a:lnTo>
                    <a:pt x="291" y="198"/>
                  </a:lnTo>
                  <a:lnTo>
                    <a:pt x="280" y="247"/>
                  </a:lnTo>
                  <a:lnTo>
                    <a:pt x="268" y="297"/>
                  </a:lnTo>
                  <a:lnTo>
                    <a:pt x="253" y="347"/>
                  </a:lnTo>
                  <a:lnTo>
                    <a:pt x="236" y="395"/>
                  </a:lnTo>
                  <a:lnTo>
                    <a:pt x="217" y="442"/>
                  </a:lnTo>
                  <a:lnTo>
                    <a:pt x="195" y="487"/>
                  </a:lnTo>
                  <a:lnTo>
                    <a:pt x="171" y="532"/>
                  </a:lnTo>
                  <a:lnTo>
                    <a:pt x="147" y="574"/>
                  </a:lnTo>
                  <a:lnTo>
                    <a:pt x="121" y="613"/>
                  </a:lnTo>
                  <a:lnTo>
                    <a:pt x="93" y="650"/>
                  </a:lnTo>
                  <a:lnTo>
                    <a:pt x="64" y="684"/>
                  </a:lnTo>
                  <a:lnTo>
                    <a:pt x="32" y="716"/>
                  </a:lnTo>
                  <a:lnTo>
                    <a:pt x="0" y="744"/>
                  </a:lnTo>
                  <a:lnTo>
                    <a:pt x="59" y="817"/>
                  </a:lnTo>
                  <a:lnTo>
                    <a:pt x="95" y="784"/>
                  </a:lnTo>
                  <a:lnTo>
                    <a:pt x="132" y="748"/>
                  </a:lnTo>
                  <a:lnTo>
                    <a:pt x="166" y="709"/>
                  </a:lnTo>
                  <a:lnTo>
                    <a:pt x="196" y="667"/>
                  </a:lnTo>
                  <a:lnTo>
                    <a:pt x="227" y="623"/>
                  </a:lnTo>
                  <a:lnTo>
                    <a:pt x="253" y="576"/>
                  </a:lnTo>
                  <a:lnTo>
                    <a:pt x="279" y="530"/>
                  </a:lnTo>
                  <a:lnTo>
                    <a:pt x="301" y="479"/>
                  </a:lnTo>
                  <a:lnTo>
                    <a:pt x="323" y="428"/>
                  </a:lnTo>
                  <a:lnTo>
                    <a:pt x="342" y="375"/>
                  </a:lnTo>
                  <a:lnTo>
                    <a:pt x="359" y="321"/>
                  </a:lnTo>
                  <a:lnTo>
                    <a:pt x="372" y="268"/>
                  </a:lnTo>
                  <a:lnTo>
                    <a:pt x="382" y="212"/>
                  </a:lnTo>
                  <a:lnTo>
                    <a:pt x="391" y="157"/>
                  </a:lnTo>
                  <a:lnTo>
                    <a:pt x="395" y="102"/>
                  </a:lnTo>
                  <a:lnTo>
                    <a:pt x="398" y="47"/>
                  </a:lnTo>
                  <a:lnTo>
                    <a:pt x="394" y="27"/>
                  </a:lnTo>
                  <a:lnTo>
                    <a:pt x="383" y="11"/>
                  </a:lnTo>
                  <a:lnTo>
                    <a:pt x="368" y="3"/>
                  </a:lnTo>
                  <a:lnTo>
                    <a:pt x="351" y="0"/>
                  </a:lnTo>
                  <a:lnTo>
                    <a:pt x="333" y="3"/>
                  </a:lnTo>
                  <a:lnTo>
                    <a:pt x="319" y="11"/>
                  </a:lnTo>
                  <a:lnTo>
                    <a:pt x="307" y="27"/>
                  </a:lnTo>
                  <a:lnTo>
                    <a:pt x="304" y="4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9895" name="Freeform 37"/>
            <p:cNvSpPr>
              <a:spLocks/>
            </p:cNvSpPr>
            <p:nvPr/>
          </p:nvSpPr>
          <p:spPr bwMode="auto">
            <a:xfrm>
              <a:off x="1660" y="1701"/>
              <a:ext cx="19" cy="365"/>
            </a:xfrm>
            <a:custGeom>
              <a:avLst/>
              <a:gdLst>
                <a:gd name="T0" fmla="*/ 0 w 95"/>
                <a:gd name="T1" fmla="*/ 0 h 1826"/>
                <a:gd name="T2" fmla="*/ 0 w 95"/>
                <a:gd name="T3" fmla="*/ 0 h 1826"/>
                <a:gd name="T4" fmla="*/ 0 w 95"/>
                <a:gd name="T5" fmla="*/ 15 h 1826"/>
                <a:gd name="T6" fmla="*/ 1 w 95"/>
                <a:gd name="T7" fmla="*/ 15 h 1826"/>
                <a:gd name="T8" fmla="*/ 1 w 95"/>
                <a:gd name="T9" fmla="*/ 0 h 1826"/>
                <a:gd name="T10" fmla="*/ 1 w 95"/>
                <a:gd name="T11" fmla="*/ 0 h 1826"/>
                <a:gd name="T12" fmla="*/ 1 w 95"/>
                <a:gd name="T13" fmla="*/ 0 h 1826"/>
                <a:gd name="T14" fmla="*/ 1 w 95"/>
                <a:gd name="T15" fmla="*/ 0 h 1826"/>
                <a:gd name="T16" fmla="*/ 1 w 95"/>
                <a:gd name="T17" fmla="*/ 0 h 1826"/>
                <a:gd name="T18" fmla="*/ 1 w 95"/>
                <a:gd name="T19" fmla="*/ 0 h 1826"/>
                <a:gd name="T20" fmla="*/ 0 w 95"/>
                <a:gd name="T21" fmla="*/ 0 h 1826"/>
                <a:gd name="T22" fmla="*/ 0 w 95"/>
                <a:gd name="T23" fmla="*/ 0 h 1826"/>
                <a:gd name="T24" fmla="*/ 0 w 95"/>
                <a:gd name="T25" fmla="*/ 0 h 1826"/>
                <a:gd name="T26" fmla="*/ 0 w 95"/>
                <a:gd name="T27" fmla="*/ 0 h 1826"/>
                <a:gd name="T28" fmla="*/ 0 w 95"/>
                <a:gd name="T29" fmla="*/ 0 h 1826"/>
                <a:gd name="T30" fmla="*/ 0 w 95"/>
                <a:gd name="T31" fmla="*/ 0 h 182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95"/>
                <a:gd name="T49" fmla="*/ 0 h 1826"/>
                <a:gd name="T50" fmla="*/ 95 w 95"/>
                <a:gd name="T51" fmla="*/ 1826 h 182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95" h="1826">
                  <a:moveTo>
                    <a:pt x="0" y="49"/>
                  </a:moveTo>
                  <a:lnTo>
                    <a:pt x="0" y="47"/>
                  </a:lnTo>
                  <a:lnTo>
                    <a:pt x="1" y="1826"/>
                  </a:lnTo>
                  <a:lnTo>
                    <a:pt x="95" y="1826"/>
                  </a:lnTo>
                  <a:lnTo>
                    <a:pt x="93" y="47"/>
                  </a:lnTo>
                  <a:lnTo>
                    <a:pt x="93" y="45"/>
                  </a:lnTo>
                  <a:lnTo>
                    <a:pt x="93" y="47"/>
                  </a:lnTo>
                  <a:lnTo>
                    <a:pt x="90" y="27"/>
                  </a:lnTo>
                  <a:lnTo>
                    <a:pt x="79" y="12"/>
                  </a:lnTo>
                  <a:lnTo>
                    <a:pt x="64" y="4"/>
                  </a:lnTo>
                  <a:lnTo>
                    <a:pt x="47" y="0"/>
                  </a:lnTo>
                  <a:lnTo>
                    <a:pt x="29" y="4"/>
                  </a:lnTo>
                  <a:lnTo>
                    <a:pt x="15" y="12"/>
                  </a:lnTo>
                  <a:lnTo>
                    <a:pt x="3" y="27"/>
                  </a:lnTo>
                  <a:lnTo>
                    <a:pt x="0" y="47"/>
                  </a:lnTo>
                  <a:lnTo>
                    <a:pt x="0" y="4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9896" name="Freeform 38"/>
            <p:cNvSpPr>
              <a:spLocks/>
            </p:cNvSpPr>
            <p:nvPr/>
          </p:nvSpPr>
          <p:spPr bwMode="auto">
            <a:xfrm>
              <a:off x="1598" y="1598"/>
              <a:ext cx="81" cy="113"/>
            </a:xfrm>
            <a:custGeom>
              <a:avLst/>
              <a:gdLst>
                <a:gd name="T0" fmla="*/ 0 w 401"/>
                <a:gd name="T1" fmla="*/ 1 h 566"/>
                <a:gd name="T2" fmla="*/ 0 w 401"/>
                <a:gd name="T3" fmla="*/ 1 h 566"/>
                <a:gd name="T4" fmla="*/ 0 w 401"/>
                <a:gd name="T5" fmla="*/ 1 h 566"/>
                <a:gd name="T6" fmla="*/ 1 w 401"/>
                <a:gd name="T7" fmla="*/ 1 h 566"/>
                <a:gd name="T8" fmla="*/ 1 w 401"/>
                <a:gd name="T9" fmla="*/ 1 h 566"/>
                <a:gd name="T10" fmla="*/ 1 w 401"/>
                <a:gd name="T11" fmla="*/ 1 h 566"/>
                <a:gd name="T12" fmla="*/ 1 w 401"/>
                <a:gd name="T13" fmla="*/ 2 h 566"/>
                <a:gd name="T14" fmla="*/ 1 w 401"/>
                <a:gd name="T15" fmla="*/ 2 h 566"/>
                <a:gd name="T16" fmla="*/ 2 w 401"/>
                <a:gd name="T17" fmla="*/ 2 h 566"/>
                <a:gd name="T18" fmla="*/ 2 w 401"/>
                <a:gd name="T19" fmla="*/ 2 h 566"/>
                <a:gd name="T20" fmla="*/ 2 w 401"/>
                <a:gd name="T21" fmla="*/ 2 h 566"/>
                <a:gd name="T22" fmla="*/ 2 w 401"/>
                <a:gd name="T23" fmla="*/ 3 h 566"/>
                <a:gd name="T24" fmla="*/ 2 w 401"/>
                <a:gd name="T25" fmla="*/ 3 h 566"/>
                <a:gd name="T26" fmla="*/ 2 w 401"/>
                <a:gd name="T27" fmla="*/ 3 h 566"/>
                <a:gd name="T28" fmla="*/ 2 w 401"/>
                <a:gd name="T29" fmla="*/ 4 h 566"/>
                <a:gd name="T30" fmla="*/ 2 w 401"/>
                <a:gd name="T31" fmla="*/ 4 h 566"/>
                <a:gd name="T32" fmla="*/ 2 w 401"/>
                <a:gd name="T33" fmla="*/ 4 h 566"/>
                <a:gd name="T34" fmla="*/ 3 w 401"/>
                <a:gd name="T35" fmla="*/ 5 h 566"/>
                <a:gd name="T36" fmla="*/ 3 w 401"/>
                <a:gd name="T37" fmla="*/ 4 h 566"/>
                <a:gd name="T38" fmla="*/ 3 w 401"/>
                <a:gd name="T39" fmla="*/ 4 h 566"/>
                <a:gd name="T40" fmla="*/ 3 w 401"/>
                <a:gd name="T41" fmla="*/ 4 h 566"/>
                <a:gd name="T42" fmla="*/ 3 w 401"/>
                <a:gd name="T43" fmla="*/ 3 h 566"/>
                <a:gd name="T44" fmla="*/ 3 w 401"/>
                <a:gd name="T45" fmla="*/ 3 h 566"/>
                <a:gd name="T46" fmla="*/ 3 w 401"/>
                <a:gd name="T47" fmla="*/ 3 h 566"/>
                <a:gd name="T48" fmla="*/ 3 w 401"/>
                <a:gd name="T49" fmla="*/ 2 h 566"/>
                <a:gd name="T50" fmla="*/ 3 w 401"/>
                <a:gd name="T51" fmla="*/ 2 h 566"/>
                <a:gd name="T52" fmla="*/ 2 w 401"/>
                <a:gd name="T53" fmla="*/ 2 h 566"/>
                <a:gd name="T54" fmla="*/ 2 w 401"/>
                <a:gd name="T55" fmla="*/ 2 h 566"/>
                <a:gd name="T56" fmla="*/ 2 w 401"/>
                <a:gd name="T57" fmla="*/ 1 h 566"/>
                <a:gd name="T58" fmla="*/ 2 w 401"/>
                <a:gd name="T59" fmla="*/ 1 h 566"/>
                <a:gd name="T60" fmla="*/ 2 w 401"/>
                <a:gd name="T61" fmla="*/ 1 h 566"/>
                <a:gd name="T62" fmla="*/ 1 w 401"/>
                <a:gd name="T63" fmla="*/ 1 h 566"/>
                <a:gd name="T64" fmla="*/ 1 w 401"/>
                <a:gd name="T65" fmla="*/ 0 h 566"/>
                <a:gd name="T66" fmla="*/ 1 w 401"/>
                <a:gd name="T67" fmla="*/ 0 h 566"/>
                <a:gd name="T68" fmla="*/ 1 w 401"/>
                <a:gd name="T69" fmla="*/ 0 h 566"/>
                <a:gd name="T70" fmla="*/ 1 w 401"/>
                <a:gd name="T71" fmla="*/ 0 h 566"/>
                <a:gd name="T72" fmla="*/ 1 w 401"/>
                <a:gd name="T73" fmla="*/ 0 h 566"/>
                <a:gd name="T74" fmla="*/ 0 w 401"/>
                <a:gd name="T75" fmla="*/ 0 h 566"/>
                <a:gd name="T76" fmla="*/ 0 w 401"/>
                <a:gd name="T77" fmla="*/ 0 h 566"/>
                <a:gd name="T78" fmla="*/ 0 w 401"/>
                <a:gd name="T79" fmla="*/ 0 h 566"/>
                <a:gd name="T80" fmla="*/ 0 w 401"/>
                <a:gd name="T81" fmla="*/ 0 h 566"/>
                <a:gd name="T82" fmla="*/ 0 w 401"/>
                <a:gd name="T83" fmla="*/ 0 h 566"/>
                <a:gd name="T84" fmla="*/ 0 w 401"/>
                <a:gd name="T85" fmla="*/ 0 h 566"/>
                <a:gd name="T86" fmla="*/ 0 w 401"/>
                <a:gd name="T87" fmla="*/ 1 h 566"/>
                <a:gd name="T88" fmla="*/ 0 w 401"/>
                <a:gd name="T89" fmla="*/ 1 h 56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401"/>
                <a:gd name="T136" fmla="*/ 0 h 566"/>
                <a:gd name="T137" fmla="*/ 401 w 401"/>
                <a:gd name="T138" fmla="*/ 566 h 566"/>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401" h="566">
                  <a:moveTo>
                    <a:pt x="23" y="88"/>
                  </a:moveTo>
                  <a:lnTo>
                    <a:pt x="23" y="88"/>
                  </a:lnTo>
                  <a:lnTo>
                    <a:pt x="53" y="107"/>
                  </a:lnTo>
                  <a:lnTo>
                    <a:pt x="83" y="125"/>
                  </a:lnTo>
                  <a:lnTo>
                    <a:pt x="108" y="147"/>
                  </a:lnTo>
                  <a:lnTo>
                    <a:pt x="135" y="171"/>
                  </a:lnTo>
                  <a:lnTo>
                    <a:pt x="160" y="196"/>
                  </a:lnTo>
                  <a:lnTo>
                    <a:pt x="182" y="223"/>
                  </a:lnTo>
                  <a:lnTo>
                    <a:pt x="205" y="251"/>
                  </a:lnTo>
                  <a:lnTo>
                    <a:pt x="223" y="281"/>
                  </a:lnTo>
                  <a:lnTo>
                    <a:pt x="240" y="312"/>
                  </a:lnTo>
                  <a:lnTo>
                    <a:pt x="256" y="345"/>
                  </a:lnTo>
                  <a:lnTo>
                    <a:pt x="270" y="379"/>
                  </a:lnTo>
                  <a:lnTo>
                    <a:pt x="282" y="414"/>
                  </a:lnTo>
                  <a:lnTo>
                    <a:pt x="291" y="450"/>
                  </a:lnTo>
                  <a:lnTo>
                    <a:pt x="299" y="488"/>
                  </a:lnTo>
                  <a:lnTo>
                    <a:pt x="304" y="526"/>
                  </a:lnTo>
                  <a:lnTo>
                    <a:pt x="308" y="566"/>
                  </a:lnTo>
                  <a:lnTo>
                    <a:pt x="401" y="562"/>
                  </a:lnTo>
                  <a:lnTo>
                    <a:pt x="398" y="517"/>
                  </a:lnTo>
                  <a:lnTo>
                    <a:pt x="391" y="471"/>
                  </a:lnTo>
                  <a:lnTo>
                    <a:pt x="383" y="429"/>
                  </a:lnTo>
                  <a:lnTo>
                    <a:pt x="371" y="386"/>
                  </a:lnTo>
                  <a:lnTo>
                    <a:pt x="357" y="346"/>
                  </a:lnTo>
                  <a:lnTo>
                    <a:pt x="340" y="307"/>
                  </a:lnTo>
                  <a:lnTo>
                    <a:pt x="324" y="270"/>
                  </a:lnTo>
                  <a:lnTo>
                    <a:pt x="303" y="232"/>
                  </a:lnTo>
                  <a:lnTo>
                    <a:pt x="280" y="197"/>
                  </a:lnTo>
                  <a:lnTo>
                    <a:pt x="255" y="164"/>
                  </a:lnTo>
                  <a:lnTo>
                    <a:pt x="228" y="132"/>
                  </a:lnTo>
                  <a:lnTo>
                    <a:pt x="199" y="103"/>
                  </a:lnTo>
                  <a:lnTo>
                    <a:pt x="169" y="76"/>
                  </a:lnTo>
                  <a:lnTo>
                    <a:pt x="137" y="50"/>
                  </a:lnTo>
                  <a:lnTo>
                    <a:pt x="103" y="27"/>
                  </a:lnTo>
                  <a:lnTo>
                    <a:pt x="67" y="6"/>
                  </a:lnTo>
                  <a:lnTo>
                    <a:pt x="48" y="0"/>
                  </a:lnTo>
                  <a:lnTo>
                    <a:pt x="30" y="2"/>
                  </a:lnTo>
                  <a:lnTo>
                    <a:pt x="16" y="12"/>
                  </a:lnTo>
                  <a:lnTo>
                    <a:pt x="5" y="25"/>
                  </a:lnTo>
                  <a:lnTo>
                    <a:pt x="0" y="41"/>
                  </a:lnTo>
                  <a:lnTo>
                    <a:pt x="0" y="59"/>
                  </a:lnTo>
                  <a:lnTo>
                    <a:pt x="8" y="75"/>
                  </a:lnTo>
                  <a:lnTo>
                    <a:pt x="23"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9897" name="Freeform 39"/>
            <p:cNvSpPr>
              <a:spLocks/>
            </p:cNvSpPr>
            <p:nvPr/>
          </p:nvSpPr>
          <p:spPr bwMode="auto">
            <a:xfrm>
              <a:off x="1346" y="1455"/>
              <a:ext cx="266" cy="160"/>
            </a:xfrm>
            <a:custGeom>
              <a:avLst/>
              <a:gdLst>
                <a:gd name="T0" fmla="*/ 0 w 1330"/>
                <a:gd name="T1" fmla="*/ 1 h 801"/>
                <a:gd name="T2" fmla="*/ 0 w 1330"/>
                <a:gd name="T3" fmla="*/ 1 h 801"/>
                <a:gd name="T4" fmla="*/ 10 w 1330"/>
                <a:gd name="T5" fmla="*/ 6 h 801"/>
                <a:gd name="T6" fmla="*/ 11 w 1330"/>
                <a:gd name="T7" fmla="*/ 6 h 801"/>
                <a:gd name="T8" fmla="*/ 1 w 1330"/>
                <a:gd name="T9" fmla="*/ 0 h 801"/>
                <a:gd name="T10" fmla="*/ 1 w 1330"/>
                <a:gd name="T11" fmla="*/ 0 h 801"/>
                <a:gd name="T12" fmla="*/ 1 w 1330"/>
                <a:gd name="T13" fmla="*/ 0 h 801"/>
                <a:gd name="T14" fmla="*/ 0 w 1330"/>
                <a:gd name="T15" fmla="*/ 0 h 801"/>
                <a:gd name="T16" fmla="*/ 0 w 1330"/>
                <a:gd name="T17" fmla="*/ 0 h 801"/>
                <a:gd name="T18" fmla="*/ 0 w 1330"/>
                <a:gd name="T19" fmla="*/ 0 h 801"/>
                <a:gd name="T20" fmla="*/ 0 w 1330"/>
                <a:gd name="T21" fmla="*/ 0 h 801"/>
                <a:gd name="T22" fmla="*/ 0 w 1330"/>
                <a:gd name="T23" fmla="*/ 0 h 801"/>
                <a:gd name="T24" fmla="*/ 0 w 1330"/>
                <a:gd name="T25" fmla="*/ 0 h 801"/>
                <a:gd name="T26" fmla="*/ 0 w 1330"/>
                <a:gd name="T27" fmla="*/ 1 h 801"/>
                <a:gd name="T28" fmla="*/ 0 w 1330"/>
                <a:gd name="T29" fmla="*/ 1 h 801"/>
                <a:gd name="T30" fmla="*/ 0 w 1330"/>
                <a:gd name="T31" fmla="*/ 1 h 801"/>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30"/>
                <a:gd name="T49" fmla="*/ 0 h 801"/>
                <a:gd name="T50" fmla="*/ 1330 w 1330"/>
                <a:gd name="T51" fmla="*/ 801 h 801"/>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30" h="801">
                  <a:moveTo>
                    <a:pt x="24" y="88"/>
                  </a:moveTo>
                  <a:lnTo>
                    <a:pt x="23" y="88"/>
                  </a:lnTo>
                  <a:lnTo>
                    <a:pt x="1286" y="801"/>
                  </a:lnTo>
                  <a:lnTo>
                    <a:pt x="1330" y="719"/>
                  </a:lnTo>
                  <a:lnTo>
                    <a:pt x="67" y="6"/>
                  </a:lnTo>
                  <a:lnTo>
                    <a:pt x="66" y="6"/>
                  </a:lnTo>
                  <a:lnTo>
                    <a:pt x="67" y="6"/>
                  </a:lnTo>
                  <a:lnTo>
                    <a:pt x="48" y="0"/>
                  </a:lnTo>
                  <a:lnTo>
                    <a:pt x="30" y="2"/>
                  </a:lnTo>
                  <a:lnTo>
                    <a:pt x="16" y="12"/>
                  </a:lnTo>
                  <a:lnTo>
                    <a:pt x="5" y="25"/>
                  </a:lnTo>
                  <a:lnTo>
                    <a:pt x="0" y="41"/>
                  </a:lnTo>
                  <a:lnTo>
                    <a:pt x="0" y="59"/>
                  </a:lnTo>
                  <a:lnTo>
                    <a:pt x="8" y="75"/>
                  </a:lnTo>
                  <a:lnTo>
                    <a:pt x="23" y="88"/>
                  </a:lnTo>
                  <a:lnTo>
                    <a:pt x="24"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9898" name="Freeform 40"/>
            <p:cNvSpPr>
              <a:spLocks/>
            </p:cNvSpPr>
            <p:nvPr/>
          </p:nvSpPr>
          <p:spPr bwMode="auto">
            <a:xfrm>
              <a:off x="1198" y="1439"/>
              <a:ext cx="161" cy="35"/>
            </a:xfrm>
            <a:custGeom>
              <a:avLst/>
              <a:gdLst>
                <a:gd name="T0" fmla="*/ 1 w 806"/>
                <a:gd name="T1" fmla="*/ 1 h 177"/>
                <a:gd name="T2" fmla="*/ 1 w 806"/>
                <a:gd name="T3" fmla="*/ 1 h 177"/>
                <a:gd name="T4" fmla="*/ 1 w 806"/>
                <a:gd name="T5" fmla="*/ 1 h 177"/>
                <a:gd name="T6" fmla="*/ 1 w 806"/>
                <a:gd name="T7" fmla="*/ 1 h 177"/>
                <a:gd name="T8" fmla="*/ 2 w 806"/>
                <a:gd name="T9" fmla="*/ 1 h 177"/>
                <a:gd name="T10" fmla="*/ 2 w 806"/>
                <a:gd name="T11" fmla="*/ 1 h 177"/>
                <a:gd name="T12" fmla="*/ 2 w 806"/>
                <a:gd name="T13" fmla="*/ 1 h 177"/>
                <a:gd name="T14" fmla="*/ 3 w 806"/>
                <a:gd name="T15" fmla="*/ 1 h 177"/>
                <a:gd name="T16" fmla="*/ 3 w 806"/>
                <a:gd name="T17" fmla="*/ 1 h 177"/>
                <a:gd name="T18" fmla="*/ 3 w 806"/>
                <a:gd name="T19" fmla="*/ 1 h 177"/>
                <a:gd name="T20" fmla="*/ 4 w 806"/>
                <a:gd name="T21" fmla="*/ 1 h 177"/>
                <a:gd name="T22" fmla="*/ 4 w 806"/>
                <a:gd name="T23" fmla="*/ 1 h 177"/>
                <a:gd name="T24" fmla="*/ 5 w 806"/>
                <a:gd name="T25" fmla="*/ 1 h 177"/>
                <a:gd name="T26" fmla="*/ 5 w 806"/>
                <a:gd name="T27" fmla="*/ 1 h 177"/>
                <a:gd name="T28" fmla="*/ 5 w 806"/>
                <a:gd name="T29" fmla="*/ 1 h 177"/>
                <a:gd name="T30" fmla="*/ 6 w 806"/>
                <a:gd name="T31" fmla="*/ 1 h 177"/>
                <a:gd name="T32" fmla="*/ 6 w 806"/>
                <a:gd name="T33" fmla="*/ 1 h 177"/>
                <a:gd name="T34" fmla="*/ 6 w 806"/>
                <a:gd name="T35" fmla="*/ 1 h 177"/>
                <a:gd name="T36" fmla="*/ 6 w 806"/>
                <a:gd name="T37" fmla="*/ 1 h 177"/>
                <a:gd name="T38" fmla="*/ 6 w 806"/>
                <a:gd name="T39" fmla="*/ 1 h 177"/>
                <a:gd name="T40" fmla="*/ 6 w 806"/>
                <a:gd name="T41" fmla="*/ 0 h 177"/>
                <a:gd name="T42" fmla="*/ 5 w 806"/>
                <a:gd name="T43" fmla="*/ 0 h 177"/>
                <a:gd name="T44" fmla="*/ 5 w 806"/>
                <a:gd name="T45" fmla="*/ 0 h 177"/>
                <a:gd name="T46" fmla="*/ 5 w 806"/>
                <a:gd name="T47" fmla="*/ 0 h 177"/>
                <a:gd name="T48" fmla="*/ 4 w 806"/>
                <a:gd name="T49" fmla="*/ 0 h 177"/>
                <a:gd name="T50" fmla="*/ 4 w 806"/>
                <a:gd name="T51" fmla="*/ 0 h 177"/>
                <a:gd name="T52" fmla="*/ 3 w 806"/>
                <a:gd name="T53" fmla="*/ 0 h 177"/>
                <a:gd name="T54" fmla="*/ 3 w 806"/>
                <a:gd name="T55" fmla="*/ 0 h 177"/>
                <a:gd name="T56" fmla="*/ 3 w 806"/>
                <a:gd name="T57" fmla="*/ 0 h 177"/>
                <a:gd name="T58" fmla="*/ 2 w 806"/>
                <a:gd name="T59" fmla="*/ 0 h 177"/>
                <a:gd name="T60" fmla="*/ 2 w 806"/>
                <a:gd name="T61" fmla="*/ 0 h 177"/>
                <a:gd name="T62" fmla="*/ 1 w 806"/>
                <a:gd name="T63" fmla="*/ 0 h 177"/>
                <a:gd name="T64" fmla="*/ 1 w 806"/>
                <a:gd name="T65" fmla="*/ 0 h 177"/>
                <a:gd name="T66" fmla="*/ 1 w 806"/>
                <a:gd name="T67" fmla="*/ 1 h 177"/>
                <a:gd name="T68" fmla="*/ 0 w 806"/>
                <a:gd name="T69" fmla="*/ 1 h 177"/>
                <a:gd name="T70" fmla="*/ 0 w 806"/>
                <a:gd name="T71" fmla="*/ 1 h 177"/>
                <a:gd name="T72" fmla="*/ 0 w 806"/>
                <a:gd name="T73" fmla="*/ 1 h 177"/>
                <a:gd name="T74" fmla="*/ 0 w 806"/>
                <a:gd name="T75" fmla="*/ 1 h 177"/>
                <a:gd name="T76" fmla="*/ 0 w 806"/>
                <a:gd name="T77" fmla="*/ 1 h 177"/>
                <a:gd name="T78" fmla="*/ 0 w 806"/>
                <a:gd name="T79" fmla="*/ 1 h 177"/>
                <a:gd name="T80" fmla="*/ 0 w 806"/>
                <a:gd name="T81" fmla="*/ 1 h 177"/>
                <a:gd name="T82" fmla="*/ 0 w 806"/>
                <a:gd name="T83" fmla="*/ 1 h 177"/>
                <a:gd name="T84" fmla="*/ 0 w 806"/>
                <a:gd name="T85" fmla="*/ 1 h 177"/>
                <a:gd name="T86" fmla="*/ 0 w 806"/>
                <a:gd name="T87" fmla="*/ 1 h 177"/>
                <a:gd name="T88" fmla="*/ 1 w 806"/>
                <a:gd name="T89" fmla="*/ 1 h 177"/>
                <a:gd name="T90" fmla="*/ 1 w 806"/>
                <a:gd name="T91" fmla="*/ 1 h 17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806"/>
                <a:gd name="T139" fmla="*/ 0 h 177"/>
                <a:gd name="T140" fmla="*/ 806 w 806"/>
                <a:gd name="T141" fmla="*/ 177 h 17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806" h="177">
                  <a:moveTo>
                    <a:pt x="67" y="171"/>
                  </a:moveTo>
                  <a:lnTo>
                    <a:pt x="68" y="171"/>
                  </a:lnTo>
                  <a:lnTo>
                    <a:pt x="109" y="151"/>
                  </a:lnTo>
                  <a:lnTo>
                    <a:pt x="151" y="135"/>
                  </a:lnTo>
                  <a:lnTo>
                    <a:pt x="196" y="122"/>
                  </a:lnTo>
                  <a:lnTo>
                    <a:pt x="242" y="110"/>
                  </a:lnTo>
                  <a:lnTo>
                    <a:pt x="287" y="102"/>
                  </a:lnTo>
                  <a:lnTo>
                    <a:pt x="335" y="97"/>
                  </a:lnTo>
                  <a:lnTo>
                    <a:pt x="382" y="95"/>
                  </a:lnTo>
                  <a:lnTo>
                    <a:pt x="430" y="94"/>
                  </a:lnTo>
                  <a:lnTo>
                    <a:pt x="477" y="97"/>
                  </a:lnTo>
                  <a:lnTo>
                    <a:pt x="524" y="102"/>
                  </a:lnTo>
                  <a:lnTo>
                    <a:pt x="568" y="108"/>
                  </a:lnTo>
                  <a:lnTo>
                    <a:pt x="612" y="117"/>
                  </a:lnTo>
                  <a:lnTo>
                    <a:pt x="654" y="128"/>
                  </a:lnTo>
                  <a:lnTo>
                    <a:pt x="693" y="141"/>
                  </a:lnTo>
                  <a:lnTo>
                    <a:pt x="730" y="155"/>
                  </a:lnTo>
                  <a:lnTo>
                    <a:pt x="764" y="171"/>
                  </a:lnTo>
                  <a:lnTo>
                    <a:pt x="806" y="89"/>
                  </a:lnTo>
                  <a:lnTo>
                    <a:pt x="768" y="70"/>
                  </a:lnTo>
                  <a:lnTo>
                    <a:pt x="725" y="54"/>
                  </a:lnTo>
                  <a:lnTo>
                    <a:pt x="680" y="39"/>
                  </a:lnTo>
                  <a:lnTo>
                    <a:pt x="633" y="26"/>
                  </a:lnTo>
                  <a:lnTo>
                    <a:pt x="585" y="16"/>
                  </a:lnTo>
                  <a:lnTo>
                    <a:pt x="536" y="8"/>
                  </a:lnTo>
                  <a:lnTo>
                    <a:pt x="484" y="3"/>
                  </a:lnTo>
                  <a:lnTo>
                    <a:pt x="433" y="0"/>
                  </a:lnTo>
                  <a:lnTo>
                    <a:pt x="380" y="1"/>
                  </a:lnTo>
                  <a:lnTo>
                    <a:pt x="328" y="3"/>
                  </a:lnTo>
                  <a:lnTo>
                    <a:pt x="276" y="10"/>
                  </a:lnTo>
                  <a:lnTo>
                    <a:pt x="223" y="19"/>
                  </a:lnTo>
                  <a:lnTo>
                    <a:pt x="172" y="30"/>
                  </a:lnTo>
                  <a:lnTo>
                    <a:pt x="121" y="46"/>
                  </a:lnTo>
                  <a:lnTo>
                    <a:pt x="72" y="67"/>
                  </a:lnTo>
                  <a:lnTo>
                    <a:pt x="24" y="89"/>
                  </a:lnTo>
                  <a:lnTo>
                    <a:pt x="25" y="89"/>
                  </a:lnTo>
                  <a:lnTo>
                    <a:pt x="24" y="89"/>
                  </a:lnTo>
                  <a:lnTo>
                    <a:pt x="8" y="102"/>
                  </a:lnTo>
                  <a:lnTo>
                    <a:pt x="0" y="118"/>
                  </a:lnTo>
                  <a:lnTo>
                    <a:pt x="0" y="136"/>
                  </a:lnTo>
                  <a:lnTo>
                    <a:pt x="6" y="152"/>
                  </a:lnTo>
                  <a:lnTo>
                    <a:pt x="17" y="165"/>
                  </a:lnTo>
                  <a:lnTo>
                    <a:pt x="31" y="175"/>
                  </a:lnTo>
                  <a:lnTo>
                    <a:pt x="48" y="177"/>
                  </a:lnTo>
                  <a:lnTo>
                    <a:pt x="68" y="171"/>
                  </a:lnTo>
                  <a:lnTo>
                    <a:pt x="67" y="1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9899" name="Freeform 41"/>
            <p:cNvSpPr>
              <a:spLocks/>
            </p:cNvSpPr>
            <p:nvPr/>
          </p:nvSpPr>
          <p:spPr bwMode="auto">
            <a:xfrm>
              <a:off x="931" y="1456"/>
              <a:ext cx="280" cy="158"/>
            </a:xfrm>
            <a:custGeom>
              <a:avLst/>
              <a:gdLst>
                <a:gd name="T0" fmla="*/ 1 w 1402"/>
                <a:gd name="T1" fmla="*/ 6 h 787"/>
                <a:gd name="T2" fmla="*/ 1 w 1402"/>
                <a:gd name="T3" fmla="*/ 6 h 787"/>
                <a:gd name="T4" fmla="*/ 11 w 1402"/>
                <a:gd name="T5" fmla="*/ 1 h 787"/>
                <a:gd name="T6" fmla="*/ 11 w 1402"/>
                <a:gd name="T7" fmla="*/ 0 h 787"/>
                <a:gd name="T8" fmla="*/ 0 w 1402"/>
                <a:gd name="T9" fmla="*/ 6 h 787"/>
                <a:gd name="T10" fmla="*/ 0 w 1402"/>
                <a:gd name="T11" fmla="*/ 6 h 787"/>
                <a:gd name="T12" fmla="*/ 0 w 1402"/>
                <a:gd name="T13" fmla="*/ 6 h 787"/>
                <a:gd name="T14" fmla="*/ 0 w 1402"/>
                <a:gd name="T15" fmla="*/ 6 h 787"/>
                <a:gd name="T16" fmla="*/ 0 w 1402"/>
                <a:gd name="T17" fmla="*/ 6 h 787"/>
                <a:gd name="T18" fmla="*/ 0 w 1402"/>
                <a:gd name="T19" fmla="*/ 6 h 787"/>
                <a:gd name="T20" fmla="*/ 0 w 1402"/>
                <a:gd name="T21" fmla="*/ 6 h 787"/>
                <a:gd name="T22" fmla="*/ 0 w 1402"/>
                <a:gd name="T23" fmla="*/ 6 h 787"/>
                <a:gd name="T24" fmla="*/ 0 w 1402"/>
                <a:gd name="T25" fmla="*/ 6 h 787"/>
                <a:gd name="T26" fmla="*/ 0 w 1402"/>
                <a:gd name="T27" fmla="*/ 6 h 787"/>
                <a:gd name="T28" fmla="*/ 1 w 1402"/>
                <a:gd name="T29" fmla="*/ 6 h 787"/>
                <a:gd name="T30" fmla="*/ 1 w 1402"/>
                <a:gd name="T31" fmla="*/ 6 h 78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02"/>
                <a:gd name="T49" fmla="*/ 0 h 787"/>
                <a:gd name="T50" fmla="*/ 1402 w 1402"/>
                <a:gd name="T51" fmla="*/ 787 h 78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02" h="787">
                  <a:moveTo>
                    <a:pt x="69" y="781"/>
                  </a:moveTo>
                  <a:lnTo>
                    <a:pt x="66" y="781"/>
                  </a:lnTo>
                  <a:lnTo>
                    <a:pt x="1402" y="82"/>
                  </a:lnTo>
                  <a:lnTo>
                    <a:pt x="1360" y="0"/>
                  </a:lnTo>
                  <a:lnTo>
                    <a:pt x="24" y="699"/>
                  </a:lnTo>
                  <a:lnTo>
                    <a:pt x="22" y="699"/>
                  </a:lnTo>
                  <a:lnTo>
                    <a:pt x="24" y="699"/>
                  </a:lnTo>
                  <a:lnTo>
                    <a:pt x="8" y="712"/>
                  </a:lnTo>
                  <a:lnTo>
                    <a:pt x="1" y="727"/>
                  </a:lnTo>
                  <a:lnTo>
                    <a:pt x="0" y="744"/>
                  </a:lnTo>
                  <a:lnTo>
                    <a:pt x="5" y="761"/>
                  </a:lnTo>
                  <a:lnTo>
                    <a:pt x="15" y="775"/>
                  </a:lnTo>
                  <a:lnTo>
                    <a:pt x="30" y="784"/>
                  </a:lnTo>
                  <a:lnTo>
                    <a:pt x="46" y="787"/>
                  </a:lnTo>
                  <a:lnTo>
                    <a:pt x="66" y="781"/>
                  </a:lnTo>
                  <a:lnTo>
                    <a:pt x="69" y="7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9900" name="Freeform 42"/>
            <p:cNvSpPr>
              <a:spLocks/>
            </p:cNvSpPr>
            <p:nvPr/>
          </p:nvSpPr>
          <p:spPr bwMode="auto">
            <a:xfrm>
              <a:off x="868" y="1596"/>
              <a:ext cx="77" cy="126"/>
            </a:xfrm>
            <a:custGeom>
              <a:avLst/>
              <a:gdLst>
                <a:gd name="T0" fmla="*/ 1 w 382"/>
                <a:gd name="T1" fmla="*/ 5 h 628"/>
                <a:gd name="T2" fmla="*/ 1 w 382"/>
                <a:gd name="T3" fmla="*/ 5 h 628"/>
                <a:gd name="T4" fmla="*/ 1 w 382"/>
                <a:gd name="T5" fmla="*/ 4 h 628"/>
                <a:gd name="T6" fmla="*/ 1 w 382"/>
                <a:gd name="T7" fmla="*/ 4 h 628"/>
                <a:gd name="T8" fmla="*/ 1 w 382"/>
                <a:gd name="T9" fmla="*/ 4 h 628"/>
                <a:gd name="T10" fmla="*/ 1 w 382"/>
                <a:gd name="T11" fmla="*/ 3 h 628"/>
                <a:gd name="T12" fmla="*/ 1 w 382"/>
                <a:gd name="T13" fmla="*/ 3 h 628"/>
                <a:gd name="T14" fmla="*/ 1 w 382"/>
                <a:gd name="T15" fmla="*/ 3 h 628"/>
                <a:gd name="T16" fmla="*/ 1 w 382"/>
                <a:gd name="T17" fmla="*/ 3 h 628"/>
                <a:gd name="T18" fmla="*/ 1 w 382"/>
                <a:gd name="T19" fmla="*/ 2 h 628"/>
                <a:gd name="T20" fmla="*/ 2 w 382"/>
                <a:gd name="T21" fmla="*/ 2 h 628"/>
                <a:gd name="T22" fmla="*/ 2 w 382"/>
                <a:gd name="T23" fmla="*/ 2 h 628"/>
                <a:gd name="T24" fmla="*/ 2 w 382"/>
                <a:gd name="T25" fmla="*/ 2 h 628"/>
                <a:gd name="T26" fmla="*/ 2 w 382"/>
                <a:gd name="T27" fmla="*/ 1 h 628"/>
                <a:gd name="T28" fmla="*/ 2 w 382"/>
                <a:gd name="T29" fmla="*/ 1 h 628"/>
                <a:gd name="T30" fmla="*/ 3 w 382"/>
                <a:gd name="T31" fmla="*/ 1 h 628"/>
                <a:gd name="T32" fmla="*/ 3 w 382"/>
                <a:gd name="T33" fmla="*/ 1 h 628"/>
                <a:gd name="T34" fmla="*/ 3 w 382"/>
                <a:gd name="T35" fmla="*/ 1 h 628"/>
                <a:gd name="T36" fmla="*/ 3 w 382"/>
                <a:gd name="T37" fmla="*/ 0 h 628"/>
                <a:gd name="T38" fmla="*/ 2 w 382"/>
                <a:gd name="T39" fmla="*/ 0 h 628"/>
                <a:gd name="T40" fmla="*/ 2 w 382"/>
                <a:gd name="T41" fmla="*/ 0 h 628"/>
                <a:gd name="T42" fmla="*/ 2 w 382"/>
                <a:gd name="T43" fmla="*/ 1 h 628"/>
                <a:gd name="T44" fmla="*/ 2 w 382"/>
                <a:gd name="T45" fmla="*/ 1 h 628"/>
                <a:gd name="T46" fmla="*/ 1 w 382"/>
                <a:gd name="T47" fmla="*/ 1 h 628"/>
                <a:gd name="T48" fmla="*/ 1 w 382"/>
                <a:gd name="T49" fmla="*/ 1 h 628"/>
                <a:gd name="T50" fmla="*/ 1 w 382"/>
                <a:gd name="T51" fmla="*/ 2 h 628"/>
                <a:gd name="T52" fmla="*/ 1 w 382"/>
                <a:gd name="T53" fmla="*/ 2 h 628"/>
                <a:gd name="T54" fmla="*/ 1 w 382"/>
                <a:gd name="T55" fmla="*/ 2 h 628"/>
                <a:gd name="T56" fmla="*/ 0 w 382"/>
                <a:gd name="T57" fmla="*/ 3 h 628"/>
                <a:gd name="T58" fmla="*/ 0 w 382"/>
                <a:gd name="T59" fmla="*/ 3 h 628"/>
                <a:gd name="T60" fmla="*/ 0 w 382"/>
                <a:gd name="T61" fmla="*/ 3 h 628"/>
                <a:gd name="T62" fmla="*/ 0 w 382"/>
                <a:gd name="T63" fmla="*/ 4 h 628"/>
                <a:gd name="T64" fmla="*/ 0 w 382"/>
                <a:gd name="T65" fmla="*/ 4 h 628"/>
                <a:gd name="T66" fmla="*/ 0 w 382"/>
                <a:gd name="T67" fmla="*/ 4 h 628"/>
                <a:gd name="T68" fmla="*/ 0 w 382"/>
                <a:gd name="T69" fmla="*/ 5 h 628"/>
                <a:gd name="T70" fmla="*/ 0 w 382"/>
                <a:gd name="T71" fmla="*/ 5 h 628"/>
                <a:gd name="T72" fmla="*/ 0 w 382"/>
                <a:gd name="T73" fmla="*/ 5 h 628"/>
                <a:gd name="T74" fmla="*/ 0 w 382"/>
                <a:gd name="T75" fmla="*/ 5 h 628"/>
                <a:gd name="T76" fmla="*/ 0 w 382"/>
                <a:gd name="T77" fmla="*/ 5 h 628"/>
                <a:gd name="T78" fmla="*/ 0 w 382"/>
                <a:gd name="T79" fmla="*/ 5 h 628"/>
                <a:gd name="T80" fmla="*/ 0 w 382"/>
                <a:gd name="T81" fmla="*/ 5 h 628"/>
                <a:gd name="T82" fmla="*/ 1 w 382"/>
                <a:gd name="T83" fmla="*/ 5 h 628"/>
                <a:gd name="T84" fmla="*/ 1 w 382"/>
                <a:gd name="T85" fmla="*/ 5 h 628"/>
                <a:gd name="T86" fmla="*/ 1 w 382"/>
                <a:gd name="T87" fmla="*/ 5 h 628"/>
                <a:gd name="T88" fmla="*/ 1 w 382"/>
                <a:gd name="T89" fmla="*/ 5 h 628"/>
                <a:gd name="T90" fmla="*/ 1 w 382"/>
                <a:gd name="T91" fmla="*/ 5 h 628"/>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382"/>
                <a:gd name="T139" fmla="*/ 0 h 628"/>
                <a:gd name="T140" fmla="*/ 382 w 382"/>
                <a:gd name="T141" fmla="*/ 628 h 628"/>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382" h="628">
                  <a:moveTo>
                    <a:pt x="94" y="581"/>
                  </a:moveTo>
                  <a:lnTo>
                    <a:pt x="94" y="582"/>
                  </a:lnTo>
                  <a:lnTo>
                    <a:pt x="96" y="541"/>
                  </a:lnTo>
                  <a:lnTo>
                    <a:pt x="99" y="500"/>
                  </a:lnTo>
                  <a:lnTo>
                    <a:pt x="106" y="463"/>
                  </a:lnTo>
                  <a:lnTo>
                    <a:pt x="115" y="424"/>
                  </a:lnTo>
                  <a:lnTo>
                    <a:pt x="127" y="389"/>
                  </a:lnTo>
                  <a:lnTo>
                    <a:pt x="140" y="353"/>
                  </a:lnTo>
                  <a:lnTo>
                    <a:pt x="156" y="320"/>
                  </a:lnTo>
                  <a:lnTo>
                    <a:pt x="173" y="287"/>
                  </a:lnTo>
                  <a:lnTo>
                    <a:pt x="193" y="255"/>
                  </a:lnTo>
                  <a:lnTo>
                    <a:pt x="214" y="226"/>
                  </a:lnTo>
                  <a:lnTo>
                    <a:pt x="238" y="198"/>
                  </a:lnTo>
                  <a:lnTo>
                    <a:pt x="263" y="172"/>
                  </a:lnTo>
                  <a:lnTo>
                    <a:pt x="290" y="146"/>
                  </a:lnTo>
                  <a:lnTo>
                    <a:pt x="318" y="122"/>
                  </a:lnTo>
                  <a:lnTo>
                    <a:pt x="349" y="101"/>
                  </a:lnTo>
                  <a:lnTo>
                    <a:pt x="382" y="82"/>
                  </a:lnTo>
                  <a:lnTo>
                    <a:pt x="335" y="0"/>
                  </a:lnTo>
                  <a:lnTo>
                    <a:pt x="297" y="23"/>
                  </a:lnTo>
                  <a:lnTo>
                    <a:pt x="262" y="49"/>
                  </a:lnTo>
                  <a:lnTo>
                    <a:pt x="229" y="76"/>
                  </a:lnTo>
                  <a:lnTo>
                    <a:pt x="198" y="104"/>
                  </a:lnTo>
                  <a:lnTo>
                    <a:pt x="167" y="137"/>
                  </a:lnTo>
                  <a:lnTo>
                    <a:pt x="142" y="170"/>
                  </a:lnTo>
                  <a:lnTo>
                    <a:pt x="116" y="204"/>
                  </a:lnTo>
                  <a:lnTo>
                    <a:pt x="94" y="240"/>
                  </a:lnTo>
                  <a:lnTo>
                    <a:pt x="74" y="278"/>
                  </a:lnTo>
                  <a:lnTo>
                    <a:pt x="54" y="317"/>
                  </a:lnTo>
                  <a:lnTo>
                    <a:pt x="38" y="359"/>
                  </a:lnTo>
                  <a:lnTo>
                    <a:pt x="26" y="401"/>
                  </a:lnTo>
                  <a:lnTo>
                    <a:pt x="15" y="444"/>
                  </a:lnTo>
                  <a:lnTo>
                    <a:pt x="8" y="489"/>
                  </a:lnTo>
                  <a:lnTo>
                    <a:pt x="2" y="534"/>
                  </a:lnTo>
                  <a:lnTo>
                    <a:pt x="0" y="580"/>
                  </a:lnTo>
                  <a:lnTo>
                    <a:pt x="0" y="581"/>
                  </a:lnTo>
                  <a:lnTo>
                    <a:pt x="0" y="580"/>
                  </a:lnTo>
                  <a:lnTo>
                    <a:pt x="3" y="600"/>
                  </a:lnTo>
                  <a:lnTo>
                    <a:pt x="14" y="615"/>
                  </a:lnTo>
                  <a:lnTo>
                    <a:pt x="29" y="625"/>
                  </a:lnTo>
                  <a:lnTo>
                    <a:pt x="45" y="628"/>
                  </a:lnTo>
                  <a:lnTo>
                    <a:pt x="63" y="626"/>
                  </a:lnTo>
                  <a:lnTo>
                    <a:pt x="78" y="616"/>
                  </a:lnTo>
                  <a:lnTo>
                    <a:pt x="89" y="602"/>
                  </a:lnTo>
                  <a:lnTo>
                    <a:pt x="94" y="582"/>
                  </a:lnTo>
                  <a:lnTo>
                    <a:pt x="94" y="5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9901" name="Freeform 43"/>
            <p:cNvSpPr>
              <a:spLocks/>
            </p:cNvSpPr>
            <p:nvPr/>
          </p:nvSpPr>
          <p:spPr bwMode="auto">
            <a:xfrm>
              <a:off x="868" y="1712"/>
              <a:ext cx="19" cy="364"/>
            </a:xfrm>
            <a:custGeom>
              <a:avLst/>
              <a:gdLst>
                <a:gd name="T0" fmla="*/ 1 w 94"/>
                <a:gd name="T1" fmla="*/ 14 h 1818"/>
                <a:gd name="T2" fmla="*/ 1 w 94"/>
                <a:gd name="T3" fmla="*/ 14 h 1818"/>
                <a:gd name="T4" fmla="*/ 1 w 94"/>
                <a:gd name="T5" fmla="*/ 0 h 1818"/>
                <a:gd name="T6" fmla="*/ 0 w 94"/>
                <a:gd name="T7" fmla="*/ 0 h 1818"/>
                <a:gd name="T8" fmla="*/ 0 w 94"/>
                <a:gd name="T9" fmla="*/ 14 h 1818"/>
                <a:gd name="T10" fmla="*/ 0 w 94"/>
                <a:gd name="T11" fmla="*/ 14 h 1818"/>
                <a:gd name="T12" fmla="*/ 0 w 94"/>
                <a:gd name="T13" fmla="*/ 14 h 1818"/>
                <a:gd name="T14" fmla="*/ 0 w 94"/>
                <a:gd name="T15" fmla="*/ 14 h 1818"/>
                <a:gd name="T16" fmla="*/ 0 w 94"/>
                <a:gd name="T17" fmla="*/ 14 h 1818"/>
                <a:gd name="T18" fmla="*/ 0 w 94"/>
                <a:gd name="T19" fmla="*/ 15 h 1818"/>
                <a:gd name="T20" fmla="*/ 0 w 94"/>
                <a:gd name="T21" fmla="*/ 15 h 1818"/>
                <a:gd name="T22" fmla="*/ 1 w 94"/>
                <a:gd name="T23" fmla="*/ 15 h 1818"/>
                <a:gd name="T24" fmla="*/ 1 w 94"/>
                <a:gd name="T25" fmla="*/ 14 h 1818"/>
                <a:gd name="T26" fmla="*/ 1 w 94"/>
                <a:gd name="T27" fmla="*/ 14 h 1818"/>
                <a:gd name="T28" fmla="*/ 1 w 94"/>
                <a:gd name="T29" fmla="*/ 14 h 1818"/>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94"/>
                <a:gd name="T46" fmla="*/ 0 h 1818"/>
                <a:gd name="T47" fmla="*/ 94 w 94"/>
                <a:gd name="T48" fmla="*/ 1818 h 1818"/>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94" h="1818">
                  <a:moveTo>
                    <a:pt x="94" y="1771"/>
                  </a:moveTo>
                  <a:lnTo>
                    <a:pt x="94" y="1771"/>
                  </a:lnTo>
                  <a:lnTo>
                    <a:pt x="94" y="0"/>
                  </a:lnTo>
                  <a:lnTo>
                    <a:pt x="0" y="0"/>
                  </a:lnTo>
                  <a:lnTo>
                    <a:pt x="0" y="1771"/>
                  </a:lnTo>
                  <a:lnTo>
                    <a:pt x="3" y="1791"/>
                  </a:lnTo>
                  <a:lnTo>
                    <a:pt x="15" y="1806"/>
                  </a:lnTo>
                  <a:lnTo>
                    <a:pt x="29" y="1814"/>
                  </a:lnTo>
                  <a:lnTo>
                    <a:pt x="47" y="1818"/>
                  </a:lnTo>
                  <a:lnTo>
                    <a:pt x="64" y="1814"/>
                  </a:lnTo>
                  <a:lnTo>
                    <a:pt x="79" y="1806"/>
                  </a:lnTo>
                  <a:lnTo>
                    <a:pt x="90" y="1791"/>
                  </a:lnTo>
                  <a:lnTo>
                    <a:pt x="94" y="17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9902" name="Freeform 44"/>
            <p:cNvSpPr>
              <a:spLocks/>
            </p:cNvSpPr>
            <p:nvPr/>
          </p:nvSpPr>
          <p:spPr bwMode="auto">
            <a:xfrm>
              <a:off x="868" y="2067"/>
              <a:ext cx="90" cy="160"/>
            </a:xfrm>
            <a:custGeom>
              <a:avLst/>
              <a:gdLst>
                <a:gd name="T0" fmla="*/ 3 w 449"/>
                <a:gd name="T1" fmla="*/ 6 h 803"/>
                <a:gd name="T2" fmla="*/ 3 w 449"/>
                <a:gd name="T3" fmla="*/ 6 h 803"/>
                <a:gd name="T4" fmla="*/ 3 w 449"/>
                <a:gd name="T5" fmla="*/ 5 h 803"/>
                <a:gd name="T6" fmla="*/ 3 w 449"/>
                <a:gd name="T7" fmla="*/ 5 h 803"/>
                <a:gd name="T8" fmla="*/ 3 w 449"/>
                <a:gd name="T9" fmla="*/ 5 h 803"/>
                <a:gd name="T10" fmla="*/ 2 w 449"/>
                <a:gd name="T11" fmla="*/ 5 h 803"/>
                <a:gd name="T12" fmla="*/ 2 w 449"/>
                <a:gd name="T13" fmla="*/ 4 h 803"/>
                <a:gd name="T14" fmla="*/ 2 w 449"/>
                <a:gd name="T15" fmla="*/ 4 h 803"/>
                <a:gd name="T16" fmla="*/ 2 w 449"/>
                <a:gd name="T17" fmla="*/ 4 h 803"/>
                <a:gd name="T18" fmla="*/ 2 w 449"/>
                <a:gd name="T19" fmla="*/ 3 h 803"/>
                <a:gd name="T20" fmla="*/ 1 w 449"/>
                <a:gd name="T21" fmla="*/ 3 h 803"/>
                <a:gd name="T22" fmla="*/ 1 w 449"/>
                <a:gd name="T23" fmla="*/ 2 h 803"/>
                <a:gd name="T24" fmla="*/ 1 w 449"/>
                <a:gd name="T25" fmla="*/ 2 h 803"/>
                <a:gd name="T26" fmla="*/ 1 w 449"/>
                <a:gd name="T27" fmla="*/ 2 h 803"/>
                <a:gd name="T28" fmla="*/ 1 w 449"/>
                <a:gd name="T29" fmla="*/ 1 h 803"/>
                <a:gd name="T30" fmla="*/ 1 w 449"/>
                <a:gd name="T31" fmla="*/ 1 h 803"/>
                <a:gd name="T32" fmla="*/ 1 w 449"/>
                <a:gd name="T33" fmla="*/ 0 h 803"/>
                <a:gd name="T34" fmla="*/ 1 w 449"/>
                <a:gd name="T35" fmla="*/ 0 h 803"/>
                <a:gd name="T36" fmla="*/ 0 w 449"/>
                <a:gd name="T37" fmla="*/ 0 h 803"/>
                <a:gd name="T38" fmla="*/ 0 w 449"/>
                <a:gd name="T39" fmla="*/ 0 h 803"/>
                <a:gd name="T40" fmla="*/ 0 w 449"/>
                <a:gd name="T41" fmla="*/ 1 h 803"/>
                <a:gd name="T42" fmla="*/ 0 w 449"/>
                <a:gd name="T43" fmla="*/ 1 h 803"/>
                <a:gd name="T44" fmla="*/ 0 w 449"/>
                <a:gd name="T45" fmla="*/ 2 h 803"/>
                <a:gd name="T46" fmla="*/ 0 w 449"/>
                <a:gd name="T47" fmla="*/ 2 h 803"/>
                <a:gd name="T48" fmla="*/ 0 w 449"/>
                <a:gd name="T49" fmla="*/ 3 h 803"/>
                <a:gd name="T50" fmla="*/ 1 w 449"/>
                <a:gd name="T51" fmla="*/ 3 h 803"/>
                <a:gd name="T52" fmla="*/ 1 w 449"/>
                <a:gd name="T53" fmla="*/ 4 h 803"/>
                <a:gd name="T54" fmla="*/ 1 w 449"/>
                <a:gd name="T55" fmla="*/ 4 h 803"/>
                <a:gd name="T56" fmla="*/ 1 w 449"/>
                <a:gd name="T57" fmla="*/ 4 h 803"/>
                <a:gd name="T58" fmla="*/ 2 w 449"/>
                <a:gd name="T59" fmla="*/ 5 h 803"/>
                <a:gd name="T60" fmla="*/ 2 w 449"/>
                <a:gd name="T61" fmla="*/ 5 h 803"/>
                <a:gd name="T62" fmla="*/ 2 w 449"/>
                <a:gd name="T63" fmla="*/ 5 h 803"/>
                <a:gd name="T64" fmla="*/ 2 w 449"/>
                <a:gd name="T65" fmla="*/ 6 h 803"/>
                <a:gd name="T66" fmla="*/ 3 w 449"/>
                <a:gd name="T67" fmla="*/ 6 h 803"/>
                <a:gd name="T68" fmla="*/ 3 w 449"/>
                <a:gd name="T69" fmla="*/ 6 h 803"/>
                <a:gd name="T70" fmla="*/ 3 w 449"/>
                <a:gd name="T71" fmla="*/ 6 h 803"/>
                <a:gd name="T72" fmla="*/ 3 w 449"/>
                <a:gd name="T73" fmla="*/ 6 h 803"/>
                <a:gd name="T74" fmla="*/ 3 w 449"/>
                <a:gd name="T75" fmla="*/ 6 h 803"/>
                <a:gd name="T76" fmla="*/ 3 w 449"/>
                <a:gd name="T77" fmla="*/ 6 h 803"/>
                <a:gd name="T78" fmla="*/ 3 w 449"/>
                <a:gd name="T79" fmla="*/ 6 h 803"/>
                <a:gd name="T80" fmla="*/ 4 w 449"/>
                <a:gd name="T81" fmla="*/ 6 h 803"/>
                <a:gd name="T82" fmla="*/ 4 w 449"/>
                <a:gd name="T83" fmla="*/ 6 h 803"/>
                <a:gd name="T84" fmla="*/ 4 w 449"/>
                <a:gd name="T85" fmla="*/ 6 h 803"/>
                <a:gd name="T86" fmla="*/ 4 w 449"/>
                <a:gd name="T87" fmla="*/ 6 h 803"/>
                <a:gd name="T88" fmla="*/ 3 w 449"/>
                <a:gd name="T89" fmla="*/ 6 h 803"/>
                <a:gd name="T90" fmla="*/ 3 w 449"/>
                <a:gd name="T91" fmla="*/ 6 h 80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449"/>
                <a:gd name="T139" fmla="*/ 0 h 803"/>
                <a:gd name="T140" fmla="*/ 449 w 449"/>
                <a:gd name="T141" fmla="*/ 803 h 80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449" h="803">
                  <a:moveTo>
                    <a:pt x="426" y="717"/>
                  </a:moveTo>
                  <a:lnTo>
                    <a:pt x="427" y="717"/>
                  </a:lnTo>
                  <a:lnTo>
                    <a:pt x="395" y="693"/>
                  </a:lnTo>
                  <a:lnTo>
                    <a:pt x="361" y="662"/>
                  </a:lnTo>
                  <a:lnTo>
                    <a:pt x="329" y="628"/>
                  </a:lnTo>
                  <a:lnTo>
                    <a:pt x="299" y="591"/>
                  </a:lnTo>
                  <a:lnTo>
                    <a:pt x="269" y="551"/>
                  </a:lnTo>
                  <a:lnTo>
                    <a:pt x="241" y="507"/>
                  </a:lnTo>
                  <a:lnTo>
                    <a:pt x="215" y="460"/>
                  </a:lnTo>
                  <a:lnTo>
                    <a:pt x="191" y="412"/>
                  </a:lnTo>
                  <a:lnTo>
                    <a:pt x="170" y="363"/>
                  </a:lnTo>
                  <a:lnTo>
                    <a:pt x="151" y="312"/>
                  </a:lnTo>
                  <a:lnTo>
                    <a:pt x="133" y="259"/>
                  </a:lnTo>
                  <a:lnTo>
                    <a:pt x="119" y="207"/>
                  </a:lnTo>
                  <a:lnTo>
                    <a:pt x="108" y="156"/>
                  </a:lnTo>
                  <a:lnTo>
                    <a:pt x="101" y="103"/>
                  </a:lnTo>
                  <a:lnTo>
                    <a:pt x="96" y="51"/>
                  </a:lnTo>
                  <a:lnTo>
                    <a:pt x="94" y="0"/>
                  </a:lnTo>
                  <a:lnTo>
                    <a:pt x="0" y="0"/>
                  </a:lnTo>
                  <a:lnTo>
                    <a:pt x="2" y="56"/>
                  </a:lnTo>
                  <a:lnTo>
                    <a:pt x="7" y="115"/>
                  </a:lnTo>
                  <a:lnTo>
                    <a:pt x="16" y="172"/>
                  </a:lnTo>
                  <a:lnTo>
                    <a:pt x="28" y="231"/>
                  </a:lnTo>
                  <a:lnTo>
                    <a:pt x="44" y="287"/>
                  </a:lnTo>
                  <a:lnTo>
                    <a:pt x="62" y="342"/>
                  </a:lnTo>
                  <a:lnTo>
                    <a:pt x="83" y="398"/>
                  </a:lnTo>
                  <a:lnTo>
                    <a:pt x="106" y="452"/>
                  </a:lnTo>
                  <a:lnTo>
                    <a:pt x="133" y="505"/>
                  </a:lnTo>
                  <a:lnTo>
                    <a:pt x="161" y="554"/>
                  </a:lnTo>
                  <a:lnTo>
                    <a:pt x="192" y="602"/>
                  </a:lnTo>
                  <a:lnTo>
                    <a:pt x="224" y="647"/>
                  </a:lnTo>
                  <a:lnTo>
                    <a:pt x="259" y="689"/>
                  </a:lnTo>
                  <a:lnTo>
                    <a:pt x="295" y="728"/>
                  </a:lnTo>
                  <a:lnTo>
                    <a:pt x="334" y="763"/>
                  </a:lnTo>
                  <a:lnTo>
                    <a:pt x="374" y="795"/>
                  </a:lnTo>
                  <a:lnTo>
                    <a:pt x="375" y="795"/>
                  </a:lnTo>
                  <a:lnTo>
                    <a:pt x="374" y="795"/>
                  </a:lnTo>
                  <a:lnTo>
                    <a:pt x="392" y="803"/>
                  </a:lnTo>
                  <a:lnTo>
                    <a:pt x="411" y="803"/>
                  </a:lnTo>
                  <a:lnTo>
                    <a:pt x="426" y="795"/>
                  </a:lnTo>
                  <a:lnTo>
                    <a:pt x="439" y="782"/>
                  </a:lnTo>
                  <a:lnTo>
                    <a:pt x="446" y="766"/>
                  </a:lnTo>
                  <a:lnTo>
                    <a:pt x="449" y="749"/>
                  </a:lnTo>
                  <a:lnTo>
                    <a:pt x="441" y="732"/>
                  </a:lnTo>
                  <a:lnTo>
                    <a:pt x="427" y="717"/>
                  </a:lnTo>
                  <a:lnTo>
                    <a:pt x="426" y="71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9903" name="Freeform 45"/>
            <p:cNvSpPr>
              <a:spLocks/>
            </p:cNvSpPr>
            <p:nvPr/>
          </p:nvSpPr>
          <p:spPr bwMode="auto">
            <a:xfrm>
              <a:off x="883" y="1673"/>
              <a:ext cx="379" cy="690"/>
            </a:xfrm>
            <a:custGeom>
              <a:avLst/>
              <a:gdLst>
                <a:gd name="T0" fmla="*/ 12 w 1897"/>
                <a:gd name="T1" fmla="*/ 6 h 3450"/>
                <a:gd name="T2" fmla="*/ 13 w 1897"/>
                <a:gd name="T3" fmla="*/ 7 h 3450"/>
                <a:gd name="T4" fmla="*/ 13 w 1897"/>
                <a:gd name="T5" fmla="*/ 7 h 3450"/>
                <a:gd name="T6" fmla="*/ 14 w 1897"/>
                <a:gd name="T7" fmla="*/ 8 h 3450"/>
                <a:gd name="T8" fmla="*/ 14 w 1897"/>
                <a:gd name="T9" fmla="*/ 9 h 3450"/>
                <a:gd name="T10" fmla="*/ 15 w 1897"/>
                <a:gd name="T11" fmla="*/ 10 h 3450"/>
                <a:gd name="T12" fmla="*/ 15 w 1897"/>
                <a:gd name="T13" fmla="*/ 11 h 3450"/>
                <a:gd name="T14" fmla="*/ 15 w 1897"/>
                <a:gd name="T15" fmla="*/ 11 h 3450"/>
                <a:gd name="T16" fmla="*/ 15 w 1897"/>
                <a:gd name="T17" fmla="*/ 12 h 3450"/>
                <a:gd name="T18" fmla="*/ 15 w 1897"/>
                <a:gd name="T19" fmla="*/ 26 h 3450"/>
                <a:gd name="T20" fmla="*/ 15 w 1897"/>
                <a:gd name="T21" fmla="*/ 26 h 3450"/>
                <a:gd name="T22" fmla="*/ 15 w 1897"/>
                <a:gd name="T23" fmla="*/ 27 h 3450"/>
                <a:gd name="T24" fmla="*/ 15 w 1897"/>
                <a:gd name="T25" fmla="*/ 27 h 3450"/>
                <a:gd name="T26" fmla="*/ 14 w 1897"/>
                <a:gd name="T27" fmla="*/ 27 h 3450"/>
                <a:gd name="T28" fmla="*/ 14 w 1897"/>
                <a:gd name="T29" fmla="*/ 28 h 3450"/>
                <a:gd name="T30" fmla="*/ 13 w 1897"/>
                <a:gd name="T31" fmla="*/ 28 h 3450"/>
                <a:gd name="T32" fmla="*/ 13 w 1897"/>
                <a:gd name="T33" fmla="*/ 27 h 3450"/>
                <a:gd name="T34" fmla="*/ 3 w 1897"/>
                <a:gd name="T35" fmla="*/ 21 h 3450"/>
                <a:gd name="T36" fmla="*/ 2 w 1897"/>
                <a:gd name="T37" fmla="*/ 21 h 3450"/>
                <a:gd name="T38" fmla="*/ 2 w 1897"/>
                <a:gd name="T39" fmla="*/ 20 h 3450"/>
                <a:gd name="T40" fmla="*/ 1 w 1897"/>
                <a:gd name="T41" fmla="*/ 19 h 3450"/>
                <a:gd name="T42" fmla="*/ 1 w 1897"/>
                <a:gd name="T43" fmla="*/ 19 h 3450"/>
                <a:gd name="T44" fmla="*/ 0 w 1897"/>
                <a:gd name="T45" fmla="*/ 18 h 3450"/>
                <a:gd name="T46" fmla="*/ 0 w 1897"/>
                <a:gd name="T47" fmla="*/ 17 h 3450"/>
                <a:gd name="T48" fmla="*/ 0 w 1897"/>
                <a:gd name="T49" fmla="*/ 16 h 3450"/>
                <a:gd name="T50" fmla="*/ 0 w 1897"/>
                <a:gd name="T51" fmla="*/ 15 h 3450"/>
                <a:gd name="T52" fmla="*/ 0 w 1897"/>
                <a:gd name="T53" fmla="*/ 2 h 3450"/>
                <a:gd name="T54" fmla="*/ 0 w 1897"/>
                <a:gd name="T55" fmla="*/ 1 h 3450"/>
                <a:gd name="T56" fmla="*/ 0 w 1897"/>
                <a:gd name="T57" fmla="*/ 1 h 3450"/>
                <a:gd name="T58" fmla="*/ 1 w 1897"/>
                <a:gd name="T59" fmla="*/ 0 h 3450"/>
                <a:gd name="T60" fmla="*/ 1 w 1897"/>
                <a:gd name="T61" fmla="*/ 0 h 3450"/>
                <a:gd name="T62" fmla="*/ 1 w 1897"/>
                <a:gd name="T63" fmla="*/ 0 h 3450"/>
                <a:gd name="T64" fmla="*/ 2 w 1897"/>
                <a:gd name="T65" fmla="*/ 0 h 3450"/>
                <a:gd name="T66" fmla="*/ 3 w 1897"/>
                <a:gd name="T67" fmla="*/ 0 h 3450"/>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897"/>
                <a:gd name="T103" fmla="*/ 0 h 3450"/>
                <a:gd name="T104" fmla="*/ 1897 w 1897"/>
                <a:gd name="T105" fmla="*/ 3450 h 3450"/>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897" h="3450">
                  <a:moveTo>
                    <a:pt x="357" y="49"/>
                  </a:moveTo>
                  <a:lnTo>
                    <a:pt x="1542" y="806"/>
                  </a:lnTo>
                  <a:lnTo>
                    <a:pt x="1579" y="832"/>
                  </a:lnTo>
                  <a:lnTo>
                    <a:pt x="1614" y="861"/>
                  </a:lnTo>
                  <a:lnTo>
                    <a:pt x="1648" y="895"/>
                  </a:lnTo>
                  <a:lnTo>
                    <a:pt x="1681" y="933"/>
                  </a:lnTo>
                  <a:lnTo>
                    <a:pt x="1711" y="973"/>
                  </a:lnTo>
                  <a:lnTo>
                    <a:pt x="1740" y="1016"/>
                  </a:lnTo>
                  <a:lnTo>
                    <a:pt x="1768" y="1062"/>
                  </a:lnTo>
                  <a:lnTo>
                    <a:pt x="1793" y="1109"/>
                  </a:lnTo>
                  <a:lnTo>
                    <a:pt x="1816" y="1158"/>
                  </a:lnTo>
                  <a:lnTo>
                    <a:pt x="1836" y="1208"/>
                  </a:lnTo>
                  <a:lnTo>
                    <a:pt x="1854" y="1260"/>
                  </a:lnTo>
                  <a:lnTo>
                    <a:pt x="1869" y="1313"/>
                  </a:lnTo>
                  <a:lnTo>
                    <a:pt x="1881" y="1364"/>
                  </a:lnTo>
                  <a:lnTo>
                    <a:pt x="1890" y="1417"/>
                  </a:lnTo>
                  <a:lnTo>
                    <a:pt x="1895" y="1469"/>
                  </a:lnTo>
                  <a:lnTo>
                    <a:pt x="1897" y="1519"/>
                  </a:lnTo>
                  <a:lnTo>
                    <a:pt x="1897" y="3142"/>
                  </a:lnTo>
                  <a:lnTo>
                    <a:pt x="1895" y="3190"/>
                  </a:lnTo>
                  <a:lnTo>
                    <a:pt x="1890" y="3235"/>
                  </a:lnTo>
                  <a:lnTo>
                    <a:pt x="1881" y="3276"/>
                  </a:lnTo>
                  <a:lnTo>
                    <a:pt x="1869" y="3313"/>
                  </a:lnTo>
                  <a:lnTo>
                    <a:pt x="1854" y="3346"/>
                  </a:lnTo>
                  <a:lnTo>
                    <a:pt x="1836" y="3375"/>
                  </a:lnTo>
                  <a:lnTo>
                    <a:pt x="1816" y="3398"/>
                  </a:lnTo>
                  <a:lnTo>
                    <a:pt x="1793" y="3418"/>
                  </a:lnTo>
                  <a:lnTo>
                    <a:pt x="1768" y="3434"/>
                  </a:lnTo>
                  <a:lnTo>
                    <a:pt x="1740" y="3444"/>
                  </a:lnTo>
                  <a:lnTo>
                    <a:pt x="1711" y="3450"/>
                  </a:lnTo>
                  <a:lnTo>
                    <a:pt x="1681" y="3450"/>
                  </a:lnTo>
                  <a:lnTo>
                    <a:pt x="1648" y="3445"/>
                  </a:lnTo>
                  <a:lnTo>
                    <a:pt x="1614" y="3436"/>
                  </a:lnTo>
                  <a:lnTo>
                    <a:pt x="1579" y="3421"/>
                  </a:lnTo>
                  <a:lnTo>
                    <a:pt x="1542" y="3400"/>
                  </a:lnTo>
                  <a:lnTo>
                    <a:pt x="357" y="2643"/>
                  </a:lnTo>
                  <a:lnTo>
                    <a:pt x="320" y="2618"/>
                  </a:lnTo>
                  <a:lnTo>
                    <a:pt x="285" y="2588"/>
                  </a:lnTo>
                  <a:lnTo>
                    <a:pt x="251" y="2554"/>
                  </a:lnTo>
                  <a:lnTo>
                    <a:pt x="218" y="2517"/>
                  </a:lnTo>
                  <a:lnTo>
                    <a:pt x="187" y="2477"/>
                  </a:lnTo>
                  <a:lnTo>
                    <a:pt x="157" y="2433"/>
                  </a:lnTo>
                  <a:lnTo>
                    <a:pt x="130" y="2388"/>
                  </a:lnTo>
                  <a:lnTo>
                    <a:pt x="105" y="2341"/>
                  </a:lnTo>
                  <a:lnTo>
                    <a:pt x="81" y="2292"/>
                  </a:lnTo>
                  <a:lnTo>
                    <a:pt x="61" y="2241"/>
                  </a:lnTo>
                  <a:lnTo>
                    <a:pt x="44" y="2190"/>
                  </a:lnTo>
                  <a:lnTo>
                    <a:pt x="29" y="2138"/>
                  </a:lnTo>
                  <a:lnTo>
                    <a:pt x="17" y="2085"/>
                  </a:lnTo>
                  <a:lnTo>
                    <a:pt x="7" y="2033"/>
                  </a:lnTo>
                  <a:lnTo>
                    <a:pt x="3" y="1981"/>
                  </a:lnTo>
                  <a:lnTo>
                    <a:pt x="0" y="1931"/>
                  </a:lnTo>
                  <a:lnTo>
                    <a:pt x="0" y="308"/>
                  </a:lnTo>
                  <a:lnTo>
                    <a:pt x="3" y="260"/>
                  </a:lnTo>
                  <a:lnTo>
                    <a:pt x="7" y="215"/>
                  </a:lnTo>
                  <a:lnTo>
                    <a:pt x="17" y="174"/>
                  </a:lnTo>
                  <a:lnTo>
                    <a:pt x="29" y="137"/>
                  </a:lnTo>
                  <a:lnTo>
                    <a:pt x="44" y="104"/>
                  </a:lnTo>
                  <a:lnTo>
                    <a:pt x="61" y="76"/>
                  </a:lnTo>
                  <a:lnTo>
                    <a:pt x="81" y="51"/>
                  </a:lnTo>
                  <a:lnTo>
                    <a:pt x="105" y="31"/>
                  </a:lnTo>
                  <a:lnTo>
                    <a:pt x="130" y="16"/>
                  </a:lnTo>
                  <a:lnTo>
                    <a:pt x="157" y="5"/>
                  </a:lnTo>
                  <a:lnTo>
                    <a:pt x="187" y="0"/>
                  </a:lnTo>
                  <a:lnTo>
                    <a:pt x="218" y="0"/>
                  </a:lnTo>
                  <a:lnTo>
                    <a:pt x="251" y="3"/>
                  </a:lnTo>
                  <a:lnTo>
                    <a:pt x="285" y="14"/>
                  </a:lnTo>
                  <a:lnTo>
                    <a:pt x="320" y="29"/>
                  </a:lnTo>
                  <a:lnTo>
                    <a:pt x="357" y="49"/>
                  </a:lnTo>
                  <a:close/>
                </a:path>
              </a:pathLst>
            </a:custGeom>
            <a:solidFill>
              <a:srgbClr val="BFBFB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9904" name="Freeform 46"/>
            <p:cNvSpPr>
              <a:spLocks/>
            </p:cNvSpPr>
            <p:nvPr/>
          </p:nvSpPr>
          <p:spPr bwMode="auto">
            <a:xfrm>
              <a:off x="1268" y="1663"/>
              <a:ext cx="393" cy="711"/>
            </a:xfrm>
            <a:custGeom>
              <a:avLst/>
              <a:gdLst>
                <a:gd name="T0" fmla="*/ 3 w 1962"/>
                <a:gd name="T1" fmla="*/ 7 h 3555"/>
                <a:gd name="T2" fmla="*/ 2 w 1962"/>
                <a:gd name="T3" fmla="*/ 7 h 3555"/>
                <a:gd name="T4" fmla="*/ 2 w 1962"/>
                <a:gd name="T5" fmla="*/ 8 h 3555"/>
                <a:gd name="T6" fmla="*/ 1 w 1962"/>
                <a:gd name="T7" fmla="*/ 8 h 3555"/>
                <a:gd name="T8" fmla="*/ 1 w 1962"/>
                <a:gd name="T9" fmla="*/ 9 h 3555"/>
                <a:gd name="T10" fmla="*/ 1 w 1962"/>
                <a:gd name="T11" fmla="*/ 10 h 3555"/>
                <a:gd name="T12" fmla="*/ 0 w 1962"/>
                <a:gd name="T13" fmla="*/ 11 h 3555"/>
                <a:gd name="T14" fmla="*/ 0 w 1962"/>
                <a:gd name="T15" fmla="*/ 12 h 3555"/>
                <a:gd name="T16" fmla="*/ 0 w 1962"/>
                <a:gd name="T17" fmla="*/ 13 h 3555"/>
                <a:gd name="T18" fmla="*/ 0 w 1962"/>
                <a:gd name="T19" fmla="*/ 26 h 3555"/>
                <a:gd name="T20" fmla="*/ 0 w 1962"/>
                <a:gd name="T21" fmla="*/ 27 h 3555"/>
                <a:gd name="T22" fmla="*/ 0 w 1962"/>
                <a:gd name="T23" fmla="*/ 28 h 3555"/>
                <a:gd name="T24" fmla="*/ 1 w 1962"/>
                <a:gd name="T25" fmla="*/ 28 h 3555"/>
                <a:gd name="T26" fmla="*/ 1 w 1962"/>
                <a:gd name="T27" fmla="*/ 28 h 3555"/>
                <a:gd name="T28" fmla="*/ 2 w 1962"/>
                <a:gd name="T29" fmla="*/ 28 h 3555"/>
                <a:gd name="T30" fmla="*/ 2 w 1962"/>
                <a:gd name="T31" fmla="*/ 28 h 3555"/>
                <a:gd name="T32" fmla="*/ 3 w 1962"/>
                <a:gd name="T33" fmla="*/ 28 h 3555"/>
                <a:gd name="T34" fmla="*/ 13 w 1962"/>
                <a:gd name="T35" fmla="*/ 22 h 3555"/>
                <a:gd name="T36" fmla="*/ 13 w 1962"/>
                <a:gd name="T37" fmla="*/ 21 h 3555"/>
                <a:gd name="T38" fmla="*/ 14 w 1962"/>
                <a:gd name="T39" fmla="*/ 21 h 3555"/>
                <a:gd name="T40" fmla="*/ 14 w 1962"/>
                <a:gd name="T41" fmla="*/ 20 h 3555"/>
                <a:gd name="T42" fmla="*/ 15 w 1962"/>
                <a:gd name="T43" fmla="*/ 19 h 3555"/>
                <a:gd name="T44" fmla="*/ 15 w 1962"/>
                <a:gd name="T45" fmla="*/ 18 h 3555"/>
                <a:gd name="T46" fmla="*/ 16 w 1962"/>
                <a:gd name="T47" fmla="*/ 18 h 3555"/>
                <a:gd name="T48" fmla="*/ 16 w 1962"/>
                <a:gd name="T49" fmla="*/ 17 h 3555"/>
                <a:gd name="T50" fmla="*/ 16 w 1962"/>
                <a:gd name="T51" fmla="*/ 16 h 3555"/>
                <a:gd name="T52" fmla="*/ 16 w 1962"/>
                <a:gd name="T53" fmla="*/ 2 h 3555"/>
                <a:gd name="T54" fmla="*/ 16 w 1962"/>
                <a:gd name="T55" fmla="*/ 1 h 3555"/>
                <a:gd name="T56" fmla="*/ 15 w 1962"/>
                <a:gd name="T57" fmla="*/ 1 h 3555"/>
                <a:gd name="T58" fmla="*/ 15 w 1962"/>
                <a:gd name="T59" fmla="*/ 0 h 3555"/>
                <a:gd name="T60" fmla="*/ 15 w 1962"/>
                <a:gd name="T61" fmla="*/ 0 h 3555"/>
                <a:gd name="T62" fmla="*/ 14 w 1962"/>
                <a:gd name="T63" fmla="*/ 0 h 3555"/>
                <a:gd name="T64" fmla="*/ 14 w 1962"/>
                <a:gd name="T65" fmla="*/ 0 h 3555"/>
                <a:gd name="T66" fmla="*/ 13 w 1962"/>
                <a:gd name="T67" fmla="*/ 0 h 3555"/>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962"/>
                <a:gd name="T103" fmla="*/ 0 h 3555"/>
                <a:gd name="T104" fmla="*/ 1962 w 1962"/>
                <a:gd name="T105" fmla="*/ 3555 h 3555"/>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962" h="3555">
                  <a:moveTo>
                    <a:pt x="1594" y="50"/>
                  </a:moveTo>
                  <a:lnTo>
                    <a:pt x="368" y="831"/>
                  </a:lnTo>
                  <a:lnTo>
                    <a:pt x="330" y="858"/>
                  </a:lnTo>
                  <a:lnTo>
                    <a:pt x="294" y="888"/>
                  </a:lnTo>
                  <a:lnTo>
                    <a:pt x="259" y="922"/>
                  </a:lnTo>
                  <a:lnTo>
                    <a:pt x="225" y="961"/>
                  </a:lnTo>
                  <a:lnTo>
                    <a:pt x="193" y="1003"/>
                  </a:lnTo>
                  <a:lnTo>
                    <a:pt x="163" y="1047"/>
                  </a:lnTo>
                  <a:lnTo>
                    <a:pt x="133" y="1094"/>
                  </a:lnTo>
                  <a:lnTo>
                    <a:pt x="108" y="1143"/>
                  </a:lnTo>
                  <a:lnTo>
                    <a:pt x="84" y="1193"/>
                  </a:lnTo>
                  <a:lnTo>
                    <a:pt x="63" y="1246"/>
                  </a:lnTo>
                  <a:lnTo>
                    <a:pt x="44" y="1299"/>
                  </a:lnTo>
                  <a:lnTo>
                    <a:pt x="29" y="1353"/>
                  </a:lnTo>
                  <a:lnTo>
                    <a:pt x="16" y="1405"/>
                  </a:lnTo>
                  <a:lnTo>
                    <a:pt x="7" y="1459"/>
                  </a:lnTo>
                  <a:lnTo>
                    <a:pt x="2" y="1512"/>
                  </a:lnTo>
                  <a:lnTo>
                    <a:pt x="0" y="1565"/>
                  </a:lnTo>
                  <a:lnTo>
                    <a:pt x="0" y="3237"/>
                  </a:lnTo>
                  <a:lnTo>
                    <a:pt x="2" y="3287"/>
                  </a:lnTo>
                  <a:lnTo>
                    <a:pt x="7" y="3333"/>
                  </a:lnTo>
                  <a:lnTo>
                    <a:pt x="16" y="3375"/>
                  </a:lnTo>
                  <a:lnTo>
                    <a:pt x="29" y="3413"/>
                  </a:lnTo>
                  <a:lnTo>
                    <a:pt x="44" y="3447"/>
                  </a:lnTo>
                  <a:lnTo>
                    <a:pt x="63" y="3477"/>
                  </a:lnTo>
                  <a:lnTo>
                    <a:pt x="84" y="3502"/>
                  </a:lnTo>
                  <a:lnTo>
                    <a:pt x="108" y="3522"/>
                  </a:lnTo>
                  <a:lnTo>
                    <a:pt x="133" y="3538"/>
                  </a:lnTo>
                  <a:lnTo>
                    <a:pt x="163" y="3549"/>
                  </a:lnTo>
                  <a:lnTo>
                    <a:pt x="193" y="3555"/>
                  </a:lnTo>
                  <a:lnTo>
                    <a:pt x="225" y="3555"/>
                  </a:lnTo>
                  <a:lnTo>
                    <a:pt x="259" y="3550"/>
                  </a:lnTo>
                  <a:lnTo>
                    <a:pt x="294" y="3541"/>
                  </a:lnTo>
                  <a:lnTo>
                    <a:pt x="330" y="3524"/>
                  </a:lnTo>
                  <a:lnTo>
                    <a:pt x="368" y="3503"/>
                  </a:lnTo>
                  <a:lnTo>
                    <a:pt x="1594" y="2722"/>
                  </a:lnTo>
                  <a:lnTo>
                    <a:pt x="1632" y="2696"/>
                  </a:lnTo>
                  <a:lnTo>
                    <a:pt x="1668" y="2665"/>
                  </a:lnTo>
                  <a:lnTo>
                    <a:pt x="1703" y="2631"/>
                  </a:lnTo>
                  <a:lnTo>
                    <a:pt x="1737" y="2592"/>
                  </a:lnTo>
                  <a:lnTo>
                    <a:pt x="1769" y="2551"/>
                  </a:lnTo>
                  <a:lnTo>
                    <a:pt x="1799" y="2506"/>
                  </a:lnTo>
                  <a:lnTo>
                    <a:pt x="1829" y="2460"/>
                  </a:lnTo>
                  <a:lnTo>
                    <a:pt x="1854" y="2411"/>
                  </a:lnTo>
                  <a:lnTo>
                    <a:pt x="1878" y="2361"/>
                  </a:lnTo>
                  <a:lnTo>
                    <a:pt x="1899" y="2308"/>
                  </a:lnTo>
                  <a:lnTo>
                    <a:pt x="1918" y="2256"/>
                  </a:lnTo>
                  <a:lnTo>
                    <a:pt x="1933" y="2202"/>
                  </a:lnTo>
                  <a:lnTo>
                    <a:pt x="1946" y="2149"/>
                  </a:lnTo>
                  <a:lnTo>
                    <a:pt x="1955" y="2095"/>
                  </a:lnTo>
                  <a:lnTo>
                    <a:pt x="1960" y="2042"/>
                  </a:lnTo>
                  <a:lnTo>
                    <a:pt x="1962" y="1989"/>
                  </a:lnTo>
                  <a:lnTo>
                    <a:pt x="1962" y="319"/>
                  </a:lnTo>
                  <a:lnTo>
                    <a:pt x="1960" y="269"/>
                  </a:lnTo>
                  <a:lnTo>
                    <a:pt x="1955" y="223"/>
                  </a:lnTo>
                  <a:lnTo>
                    <a:pt x="1946" y="180"/>
                  </a:lnTo>
                  <a:lnTo>
                    <a:pt x="1933" y="143"/>
                  </a:lnTo>
                  <a:lnTo>
                    <a:pt x="1918" y="109"/>
                  </a:lnTo>
                  <a:lnTo>
                    <a:pt x="1899" y="79"/>
                  </a:lnTo>
                  <a:lnTo>
                    <a:pt x="1878" y="54"/>
                  </a:lnTo>
                  <a:lnTo>
                    <a:pt x="1854" y="33"/>
                  </a:lnTo>
                  <a:lnTo>
                    <a:pt x="1829" y="17"/>
                  </a:lnTo>
                  <a:lnTo>
                    <a:pt x="1799" y="7"/>
                  </a:lnTo>
                  <a:lnTo>
                    <a:pt x="1769" y="0"/>
                  </a:lnTo>
                  <a:lnTo>
                    <a:pt x="1737" y="0"/>
                  </a:lnTo>
                  <a:lnTo>
                    <a:pt x="1703" y="4"/>
                  </a:lnTo>
                  <a:lnTo>
                    <a:pt x="1668" y="14"/>
                  </a:lnTo>
                  <a:lnTo>
                    <a:pt x="1632" y="29"/>
                  </a:lnTo>
                  <a:lnTo>
                    <a:pt x="1594" y="50"/>
                  </a:lnTo>
                  <a:close/>
                </a:path>
              </a:pathLst>
            </a:custGeom>
            <a:solidFill>
              <a:srgbClr val="E5E5E5"/>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9905" name="Freeform 47"/>
            <p:cNvSpPr>
              <a:spLocks noEditPoints="1"/>
            </p:cNvSpPr>
            <p:nvPr/>
          </p:nvSpPr>
          <p:spPr bwMode="auto">
            <a:xfrm>
              <a:off x="916" y="1589"/>
              <a:ext cx="697" cy="698"/>
            </a:xfrm>
            <a:custGeom>
              <a:avLst/>
              <a:gdLst>
                <a:gd name="T0" fmla="*/ 16 w 3485"/>
                <a:gd name="T1" fmla="*/ 0 h 3490"/>
                <a:gd name="T2" fmla="*/ 17 w 3485"/>
                <a:gd name="T3" fmla="*/ 2 h 3490"/>
                <a:gd name="T4" fmla="*/ 17 w 3485"/>
                <a:gd name="T5" fmla="*/ 3 h 3490"/>
                <a:gd name="T6" fmla="*/ 14 w 3485"/>
                <a:gd name="T7" fmla="*/ 4 h 3490"/>
                <a:gd name="T8" fmla="*/ 12 w 3485"/>
                <a:gd name="T9" fmla="*/ 4 h 3490"/>
                <a:gd name="T10" fmla="*/ 11 w 3485"/>
                <a:gd name="T11" fmla="*/ 2 h 3490"/>
                <a:gd name="T12" fmla="*/ 11 w 3485"/>
                <a:gd name="T13" fmla="*/ 1 h 3490"/>
                <a:gd name="T14" fmla="*/ 14 w 3485"/>
                <a:gd name="T15" fmla="*/ 0 h 3490"/>
                <a:gd name="T16" fmla="*/ 3 w 3485"/>
                <a:gd name="T17" fmla="*/ 7 h 3490"/>
                <a:gd name="T18" fmla="*/ 4 w 3485"/>
                <a:gd name="T19" fmla="*/ 9 h 3490"/>
                <a:gd name="T20" fmla="*/ 3 w 3485"/>
                <a:gd name="T21" fmla="*/ 12 h 3490"/>
                <a:gd name="T22" fmla="*/ 2 w 3485"/>
                <a:gd name="T23" fmla="*/ 13 h 3490"/>
                <a:gd name="T24" fmla="*/ 1 w 3485"/>
                <a:gd name="T25" fmla="*/ 12 h 3490"/>
                <a:gd name="T26" fmla="*/ 0 w 3485"/>
                <a:gd name="T27" fmla="*/ 10 h 3490"/>
                <a:gd name="T28" fmla="*/ 0 w 3485"/>
                <a:gd name="T29" fmla="*/ 8 h 3490"/>
                <a:gd name="T30" fmla="*/ 2 w 3485"/>
                <a:gd name="T31" fmla="*/ 6 h 3490"/>
                <a:gd name="T32" fmla="*/ 10 w 3485"/>
                <a:gd name="T33" fmla="*/ 20 h 3490"/>
                <a:gd name="T34" fmla="*/ 11 w 3485"/>
                <a:gd name="T35" fmla="*/ 22 h 3490"/>
                <a:gd name="T36" fmla="*/ 11 w 3485"/>
                <a:gd name="T37" fmla="*/ 25 h 3490"/>
                <a:gd name="T38" fmla="*/ 10 w 3485"/>
                <a:gd name="T39" fmla="*/ 27 h 3490"/>
                <a:gd name="T40" fmla="*/ 8 w 3485"/>
                <a:gd name="T41" fmla="*/ 26 h 3490"/>
                <a:gd name="T42" fmla="*/ 7 w 3485"/>
                <a:gd name="T43" fmla="*/ 24 h 3490"/>
                <a:gd name="T44" fmla="*/ 7 w 3485"/>
                <a:gd name="T45" fmla="*/ 22 h 3490"/>
                <a:gd name="T46" fmla="*/ 8 w 3485"/>
                <a:gd name="T47" fmla="*/ 20 h 3490"/>
                <a:gd name="T48" fmla="*/ 20 w 3485"/>
                <a:gd name="T49" fmla="*/ 21 h 3490"/>
                <a:gd name="T50" fmla="*/ 21 w 3485"/>
                <a:gd name="T51" fmla="*/ 23 h 3490"/>
                <a:gd name="T52" fmla="*/ 21 w 3485"/>
                <a:gd name="T53" fmla="*/ 26 h 3490"/>
                <a:gd name="T54" fmla="*/ 20 w 3485"/>
                <a:gd name="T55" fmla="*/ 28 h 3490"/>
                <a:gd name="T56" fmla="*/ 18 w 3485"/>
                <a:gd name="T57" fmla="*/ 28 h 3490"/>
                <a:gd name="T58" fmla="*/ 17 w 3485"/>
                <a:gd name="T59" fmla="*/ 26 h 3490"/>
                <a:gd name="T60" fmla="*/ 17 w 3485"/>
                <a:gd name="T61" fmla="*/ 23 h 3490"/>
                <a:gd name="T62" fmla="*/ 18 w 3485"/>
                <a:gd name="T63" fmla="*/ 21 h 3490"/>
                <a:gd name="T64" fmla="*/ 19 w 3485"/>
                <a:gd name="T65" fmla="*/ 11 h 3490"/>
                <a:gd name="T66" fmla="*/ 20 w 3485"/>
                <a:gd name="T67" fmla="*/ 13 h 3490"/>
                <a:gd name="T68" fmla="*/ 21 w 3485"/>
                <a:gd name="T69" fmla="*/ 15 h 3490"/>
                <a:gd name="T70" fmla="*/ 20 w 3485"/>
                <a:gd name="T71" fmla="*/ 17 h 3490"/>
                <a:gd name="T72" fmla="*/ 18 w 3485"/>
                <a:gd name="T73" fmla="*/ 17 h 3490"/>
                <a:gd name="T74" fmla="*/ 17 w 3485"/>
                <a:gd name="T75" fmla="*/ 16 h 3490"/>
                <a:gd name="T76" fmla="*/ 17 w 3485"/>
                <a:gd name="T77" fmla="*/ 13 h 3490"/>
                <a:gd name="T78" fmla="*/ 18 w 3485"/>
                <a:gd name="T79" fmla="*/ 11 h 3490"/>
                <a:gd name="T80" fmla="*/ 26 w 3485"/>
                <a:gd name="T81" fmla="*/ 7 h 3490"/>
                <a:gd name="T82" fmla="*/ 27 w 3485"/>
                <a:gd name="T83" fmla="*/ 8 h 3490"/>
                <a:gd name="T84" fmla="*/ 27 w 3485"/>
                <a:gd name="T85" fmla="*/ 11 h 3490"/>
                <a:gd name="T86" fmla="*/ 26 w 3485"/>
                <a:gd name="T87" fmla="*/ 13 h 3490"/>
                <a:gd name="T88" fmla="*/ 25 w 3485"/>
                <a:gd name="T89" fmla="*/ 13 h 3490"/>
                <a:gd name="T90" fmla="*/ 24 w 3485"/>
                <a:gd name="T91" fmla="*/ 12 h 3490"/>
                <a:gd name="T92" fmla="*/ 24 w 3485"/>
                <a:gd name="T93" fmla="*/ 9 h 3490"/>
                <a:gd name="T94" fmla="*/ 24 w 3485"/>
                <a:gd name="T95" fmla="*/ 7 h 3490"/>
                <a:gd name="T96" fmla="*/ 26 w 3485"/>
                <a:gd name="T97" fmla="*/ 17 h 3490"/>
                <a:gd name="T98" fmla="*/ 27 w 3485"/>
                <a:gd name="T99" fmla="*/ 18 h 3490"/>
                <a:gd name="T100" fmla="*/ 28 w 3485"/>
                <a:gd name="T101" fmla="*/ 21 h 3490"/>
                <a:gd name="T102" fmla="*/ 27 w 3485"/>
                <a:gd name="T103" fmla="*/ 23 h 3490"/>
                <a:gd name="T104" fmla="*/ 26 w 3485"/>
                <a:gd name="T105" fmla="*/ 24 h 3490"/>
                <a:gd name="T106" fmla="*/ 24 w 3485"/>
                <a:gd name="T107" fmla="*/ 23 h 3490"/>
                <a:gd name="T108" fmla="*/ 24 w 3485"/>
                <a:gd name="T109" fmla="*/ 20 h 3490"/>
                <a:gd name="T110" fmla="*/ 25 w 3485"/>
                <a:gd name="T111" fmla="*/ 18 h 3490"/>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w 3485"/>
                <a:gd name="T169" fmla="*/ 0 h 3490"/>
                <a:gd name="T170" fmla="*/ 3485 w 3485"/>
                <a:gd name="T171" fmla="*/ 3490 h 3490"/>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T168" t="T169" r="T170" b="T171"/>
              <a:pathLst>
                <a:path w="3485" h="3490">
                  <a:moveTo>
                    <a:pt x="1754" y="0"/>
                  </a:moveTo>
                  <a:lnTo>
                    <a:pt x="1797" y="2"/>
                  </a:lnTo>
                  <a:lnTo>
                    <a:pt x="1840" y="5"/>
                  </a:lnTo>
                  <a:lnTo>
                    <a:pt x="1881" y="12"/>
                  </a:lnTo>
                  <a:lnTo>
                    <a:pt x="1921" y="20"/>
                  </a:lnTo>
                  <a:lnTo>
                    <a:pt x="1959" y="31"/>
                  </a:lnTo>
                  <a:lnTo>
                    <a:pt x="1994" y="44"/>
                  </a:lnTo>
                  <a:lnTo>
                    <a:pt x="2028" y="59"/>
                  </a:lnTo>
                  <a:lnTo>
                    <a:pt x="2058" y="74"/>
                  </a:lnTo>
                  <a:lnTo>
                    <a:pt x="2086" y="93"/>
                  </a:lnTo>
                  <a:lnTo>
                    <a:pt x="2111" y="113"/>
                  </a:lnTo>
                  <a:lnTo>
                    <a:pt x="2132" y="133"/>
                  </a:lnTo>
                  <a:lnTo>
                    <a:pt x="2151" y="155"/>
                  </a:lnTo>
                  <a:lnTo>
                    <a:pt x="2165" y="179"/>
                  </a:lnTo>
                  <a:lnTo>
                    <a:pt x="2175" y="203"/>
                  </a:lnTo>
                  <a:lnTo>
                    <a:pt x="2182" y="229"/>
                  </a:lnTo>
                  <a:lnTo>
                    <a:pt x="2185" y="255"/>
                  </a:lnTo>
                  <a:lnTo>
                    <a:pt x="2182" y="281"/>
                  </a:lnTo>
                  <a:lnTo>
                    <a:pt x="2175" y="305"/>
                  </a:lnTo>
                  <a:lnTo>
                    <a:pt x="2165" y="330"/>
                  </a:lnTo>
                  <a:lnTo>
                    <a:pt x="2151" y="353"/>
                  </a:lnTo>
                  <a:lnTo>
                    <a:pt x="2132" y="376"/>
                  </a:lnTo>
                  <a:lnTo>
                    <a:pt x="2111" y="397"/>
                  </a:lnTo>
                  <a:lnTo>
                    <a:pt x="2086" y="417"/>
                  </a:lnTo>
                  <a:lnTo>
                    <a:pt x="2058" y="434"/>
                  </a:lnTo>
                  <a:lnTo>
                    <a:pt x="2028" y="451"/>
                  </a:lnTo>
                  <a:lnTo>
                    <a:pt x="1994" y="466"/>
                  </a:lnTo>
                  <a:lnTo>
                    <a:pt x="1959" y="479"/>
                  </a:lnTo>
                  <a:lnTo>
                    <a:pt x="1921" y="489"/>
                  </a:lnTo>
                  <a:lnTo>
                    <a:pt x="1881" y="498"/>
                  </a:lnTo>
                  <a:lnTo>
                    <a:pt x="1840" y="505"/>
                  </a:lnTo>
                  <a:lnTo>
                    <a:pt x="1797" y="508"/>
                  </a:lnTo>
                  <a:lnTo>
                    <a:pt x="1754" y="509"/>
                  </a:lnTo>
                  <a:lnTo>
                    <a:pt x="1710" y="508"/>
                  </a:lnTo>
                  <a:lnTo>
                    <a:pt x="1667" y="505"/>
                  </a:lnTo>
                  <a:lnTo>
                    <a:pt x="1626" y="498"/>
                  </a:lnTo>
                  <a:lnTo>
                    <a:pt x="1586" y="489"/>
                  </a:lnTo>
                  <a:lnTo>
                    <a:pt x="1548" y="479"/>
                  </a:lnTo>
                  <a:lnTo>
                    <a:pt x="1512" y="466"/>
                  </a:lnTo>
                  <a:lnTo>
                    <a:pt x="1479" y="451"/>
                  </a:lnTo>
                  <a:lnTo>
                    <a:pt x="1449" y="434"/>
                  </a:lnTo>
                  <a:lnTo>
                    <a:pt x="1421" y="417"/>
                  </a:lnTo>
                  <a:lnTo>
                    <a:pt x="1395" y="397"/>
                  </a:lnTo>
                  <a:lnTo>
                    <a:pt x="1374" y="376"/>
                  </a:lnTo>
                  <a:lnTo>
                    <a:pt x="1355" y="353"/>
                  </a:lnTo>
                  <a:lnTo>
                    <a:pt x="1341" y="330"/>
                  </a:lnTo>
                  <a:lnTo>
                    <a:pt x="1331" y="305"/>
                  </a:lnTo>
                  <a:lnTo>
                    <a:pt x="1324" y="281"/>
                  </a:lnTo>
                  <a:lnTo>
                    <a:pt x="1321" y="255"/>
                  </a:lnTo>
                  <a:lnTo>
                    <a:pt x="1324" y="229"/>
                  </a:lnTo>
                  <a:lnTo>
                    <a:pt x="1331" y="203"/>
                  </a:lnTo>
                  <a:lnTo>
                    <a:pt x="1341" y="179"/>
                  </a:lnTo>
                  <a:lnTo>
                    <a:pt x="1355" y="155"/>
                  </a:lnTo>
                  <a:lnTo>
                    <a:pt x="1374" y="133"/>
                  </a:lnTo>
                  <a:lnTo>
                    <a:pt x="1395" y="113"/>
                  </a:lnTo>
                  <a:lnTo>
                    <a:pt x="1421" y="93"/>
                  </a:lnTo>
                  <a:lnTo>
                    <a:pt x="1449" y="74"/>
                  </a:lnTo>
                  <a:lnTo>
                    <a:pt x="1479" y="59"/>
                  </a:lnTo>
                  <a:lnTo>
                    <a:pt x="1512" y="44"/>
                  </a:lnTo>
                  <a:lnTo>
                    <a:pt x="1548" y="31"/>
                  </a:lnTo>
                  <a:lnTo>
                    <a:pt x="1586" y="20"/>
                  </a:lnTo>
                  <a:lnTo>
                    <a:pt x="1626" y="12"/>
                  </a:lnTo>
                  <a:lnTo>
                    <a:pt x="1667" y="5"/>
                  </a:lnTo>
                  <a:lnTo>
                    <a:pt x="1710" y="2"/>
                  </a:lnTo>
                  <a:lnTo>
                    <a:pt x="1754" y="0"/>
                  </a:lnTo>
                  <a:close/>
                  <a:moveTo>
                    <a:pt x="239" y="786"/>
                  </a:moveTo>
                  <a:lnTo>
                    <a:pt x="263" y="788"/>
                  </a:lnTo>
                  <a:lnTo>
                    <a:pt x="287" y="794"/>
                  </a:lnTo>
                  <a:lnTo>
                    <a:pt x="309" y="805"/>
                  </a:lnTo>
                  <a:lnTo>
                    <a:pt x="331" y="819"/>
                  </a:lnTo>
                  <a:lnTo>
                    <a:pt x="352" y="836"/>
                  </a:lnTo>
                  <a:lnTo>
                    <a:pt x="372" y="857"/>
                  </a:lnTo>
                  <a:lnTo>
                    <a:pt x="390" y="882"/>
                  </a:lnTo>
                  <a:lnTo>
                    <a:pt x="407" y="909"/>
                  </a:lnTo>
                  <a:lnTo>
                    <a:pt x="423" y="940"/>
                  </a:lnTo>
                  <a:lnTo>
                    <a:pt x="437" y="971"/>
                  </a:lnTo>
                  <a:lnTo>
                    <a:pt x="448" y="1006"/>
                  </a:lnTo>
                  <a:lnTo>
                    <a:pt x="459" y="1043"/>
                  </a:lnTo>
                  <a:lnTo>
                    <a:pt x="467" y="1081"/>
                  </a:lnTo>
                  <a:lnTo>
                    <a:pt x="473" y="1121"/>
                  </a:lnTo>
                  <a:lnTo>
                    <a:pt x="476" y="1163"/>
                  </a:lnTo>
                  <a:lnTo>
                    <a:pt x="478" y="1206"/>
                  </a:lnTo>
                  <a:lnTo>
                    <a:pt x="476" y="1248"/>
                  </a:lnTo>
                  <a:lnTo>
                    <a:pt x="473" y="1290"/>
                  </a:lnTo>
                  <a:lnTo>
                    <a:pt x="467" y="1330"/>
                  </a:lnTo>
                  <a:lnTo>
                    <a:pt x="459" y="1367"/>
                  </a:lnTo>
                  <a:lnTo>
                    <a:pt x="448" y="1405"/>
                  </a:lnTo>
                  <a:lnTo>
                    <a:pt x="437" y="1439"/>
                  </a:lnTo>
                  <a:lnTo>
                    <a:pt x="423" y="1472"/>
                  </a:lnTo>
                  <a:lnTo>
                    <a:pt x="407" y="1501"/>
                  </a:lnTo>
                  <a:lnTo>
                    <a:pt x="390" y="1528"/>
                  </a:lnTo>
                  <a:lnTo>
                    <a:pt x="372" y="1553"/>
                  </a:lnTo>
                  <a:lnTo>
                    <a:pt x="352" y="1574"/>
                  </a:lnTo>
                  <a:lnTo>
                    <a:pt x="331" y="1591"/>
                  </a:lnTo>
                  <a:lnTo>
                    <a:pt x="309" y="1605"/>
                  </a:lnTo>
                  <a:lnTo>
                    <a:pt x="287" y="1616"/>
                  </a:lnTo>
                  <a:lnTo>
                    <a:pt x="263" y="1622"/>
                  </a:lnTo>
                  <a:lnTo>
                    <a:pt x="239" y="1624"/>
                  </a:lnTo>
                  <a:lnTo>
                    <a:pt x="214" y="1622"/>
                  </a:lnTo>
                  <a:lnTo>
                    <a:pt x="191" y="1616"/>
                  </a:lnTo>
                  <a:lnTo>
                    <a:pt x="168" y="1605"/>
                  </a:lnTo>
                  <a:lnTo>
                    <a:pt x="146" y="1591"/>
                  </a:lnTo>
                  <a:lnTo>
                    <a:pt x="125" y="1574"/>
                  </a:lnTo>
                  <a:lnTo>
                    <a:pt x="105" y="1553"/>
                  </a:lnTo>
                  <a:lnTo>
                    <a:pt x="87" y="1528"/>
                  </a:lnTo>
                  <a:lnTo>
                    <a:pt x="70" y="1501"/>
                  </a:lnTo>
                  <a:lnTo>
                    <a:pt x="55" y="1472"/>
                  </a:lnTo>
                  <a:lnTo>
                    <a:pt x="41" y="1439"/>
                  </a:lnTo>
                  <a:lnTo>
                    <a:pt x="29" y="1405"/>
                  </a:lnTo>
                  <a:lnTo>
                    <a:pt x="18" y="1367"/>
                  </a:lnTo>
                  <a:lnTo>
                    <a:pt x="10" y="1330"/>
                  </a:lnTo>
                  <a:lnTo>
                    <a:pt x="4" y="1290"/>
                  </a:lnTo>
                  <a:lnTo>
                    <a:pt x="1" y="1248"/>
                  </a:lnTo>
                  <a:lnTo>
                    <a:pt x="0" y="1206"/>
                  </a:lnTo>
                  <a:lnTo>
                    <a:pt x="1" y="1163"/>
                  </a:lnTo>
                  <a:lnTo>
                    <a:pt x="4" y="1121"/>
                  </a:lnTo>
                  <a:lnTo>
                    <a:pt x="10" y="1081"/>
                  </a:lnTo>
                  <a:lnTo>
                    <a:pt x="18" y="1043"/>
                  </a:lnTo>
                  <a:lnTo>
                    <a:pt x="29" y="1006"/>
                  </a:lnTo>
                  <a:lnTo>
                    <a:pt x="41" y="971"/>
                  </a:lnTo>
                  <a:lnTo>
                    <a:pt x="55" y="940"/>
                  </a:lnTo>
                  <a:lnTo>
                    <a:pt x="70" y="909"/>
                  </a:lnTo>
                  <a:lnTo>
                    <a:pt x="87" y="882"/>
                  </a:lnTo>
                  <a:lnTo>
                    <a:pt x="105" y="857"/>
                  </a:lnTo>
                  <a:lnTo>
                    <a:pt x="125" y="836"/>
                  </a:lnTo>
                  <a:lnTo>
                    <a:pt x="146" y="819"/>
                  </a:lnTo>
                  <a:lnTo>
                    <a:pt x="168" y="805"/>
                  </a:lnTo>
                  <a:lnTo>
                    <a:pt x="191" y="794"/>
                  </a:lnTo>
                  <a:lnTo>
                    <a:pt x="214" y="788"/>
                  </a:lnTo>
                  <a:lnTo>
                    <a:pt x="239" y="786"/>
                  </a:lnTo>
                  <a:close/>
                  <a:moveTo>
                    <a:pt x="1119" y="2495"/>
                  </a:moveTo>
                  <a:lnTo>
                    <a:pt x="1143" y="2498"/>
                  </a:lnTo>
                  <a:lnTo>
                    <a:pt x="1167" y="2504"/>
                  </a:lnTo>
                  <a:lnTo>
                    <a:pt x="1190" y="2514"/>
                  </a:lnTo>
                  <a:lnTo>
                    <a:pt x="1211" y="2528"/>
                  </a:lnTo>
                  <a:lnTo>
                    <a:pt x="1232" y="2546"/>
                  </a:lnTo>
                  <a:lnTo>
                    <a:pt x="1252" y="2567"/>
                  </a:lnTo>
                  <a:lnTo>
                    <a:pt x="1271" y="2592"/>
                  </a:lnTo>
                  <a:lnTo>
                    <a:pt x="1288" y="2618"/>
                  </a:lnTo>
                  <a:lnTo>
                    <a:pt x="1304" y="2648"/>
                  </a:lnTo>
                  <a:lnTo>
                    <a:pt x="1318" y="2681"/>
                  </a:lnTo>
                  <a:lnTo>
                    <a:pt x="1329" y="2715"/>
                  </a:lnTo>
                  <a:lnTo>
                    <a:pt x="1340" y="2752"/>
                  </a:lnTo>
                  <a:lnTo>
                    <a:pt x="1348" y="2790"/>
                  </a:lnTo>
                  <a:lnTo>
                    <a:pt x="1354" y="2830"/>
                  </a:lnTo>
                  <a:lnTo>
                    <a:pt x="1358" y="2872"/>
                  </a:lnTo>
                  <a:lnTo>
                    <a:pt x="1359" y="2914"/>
                  </a:lnTo>
                  <a:lnTo>
                    <a:pt x="1358" y="2956"/>
                  </a:lnTo>
                  <a:lnTo>
                    <a:pt x="1354" y="2998"/>
                  </a:lnTo>
                  <a:lnTo>
                    <a:pt x="1348" y="3038"/>
                  </a:lnTo>
                  <a:lnTo>
                    <a:pt x="1340" y="3077"/>
                  </a:lnTo>
                  <a:lnTo>
                    <a:pt x="1329" y="3113"/>
                  </a:lnTo>
                  <a:lnTo>
                    <a:pt x="1318" y="3147"/>
                  </a:lnTo>
                  <a:lnTo>
                    <a:pt x="1304" y="3180"/>
                  </a:lnTo>
                  <a:lnTo>
                    <a:pt x="1288" y="3209"/>
                  </a:lnTo>
                  <a:lnTo>
                    <a:pt x="1271" y="3238"/>
                  </a:lnTo>
                  <a:lnTo>
                    <a:pt x="1252" y="3261"/>
                  </a:lnTo>
                  <a:lnTo>
                    <a:pt x="1232" y="3282"/>
                  </a:lnTo>
                  <a:lnTo>
                    <a:pt x="1211" y="3301"/>
                  </a:lnTo>
                  <a:lnTo>
                    <a:pt x="1190" y="3315"/>
                  </a:lnTo>
                  <a:lnTo>
                    <a:pt x="1167" y="3325"/>
                  </a:lnTo>
                  <a:lnTo>
                    <a:pt x="1143" y="3331"/>
                  </a:lnTo>
                  <a:lnTo>
                    <a:pt x="1119" y="3334"/>
                  </a:lnTo>
                  <a:lnTo>
                    <a:pt x="1094" y="3331"/>
                  </a:lnTo>
                  <a:lnTo>
                    <a:pt x="1070" y="3325"/>
                  </a:lnTo>
                  <a:lnTo>
                    <a:pt x="1048" y="3315"/>
                  </a:lnTo>
                  <a:lnTo>
                    <a:pt x="1026" y="3301"/>
                  </a:lnTo>
                  <a:lnTo>
                    <a:pt x="1005" y="3282"/>
                  </a:lnTo>
                  <a:lnTo>
                    <a:pt x="985" y="3261"/>
                  </a:lnTo>
                  <a:lnTo>
                    <a:pt x="967" y="3238"/>
                  </a:lnTo>
                  <a:lnTo>
                    <a:pt x="950" y="3209"/>
                  </a:lnTo>
                  <a:lnTo>
                    <a:pt x="935" y="3180"/>
                  </a:lnTo>
                  <a:lnTo>
                    <a:pt x="921" y="3147"/>
                  </a:lnTo>
                  <a:lnTo>
                    <a:pt x="909" y="3113"/>
                  </a:lnTo>
                  <a:lnTo>
                    <a:pt x="898" y="3077"/>
                  </a:lnTo>
                  <a:lnTo>
                    <a:pt x="890" y="3038"/>
                  </a:lnTo>
                  <a:lnTo>
                    <a:pt x="884" y="2998"/>
                  </a:lnTo>
                  <a:lnTo>
                    <a:pt x="881" y="2956"/>
                  </a:lnTo>
                  <a:lnTo>
                    <a:pt x="880" y="2914"/>
                  </a:lnTo>
                  <a:lnTo>
                    <a:pt x="881" y="2872"/>
                  </a:lnTo>
                  <a:lnTo>
                    <a:pt x="884" y="2830"/>
                  </a:lnTo>
                  <a:lnTo>
                    <a:pt x="890" y="2790"/>
                  </a:lnTo>
                  <a:lnTo>
                    <a:pt x="898" y="2752"/>
                  </a:lnTo>
                  <a:lnTo>
                    <a:pt x="909" y="2715"/>
                  </a:lnTo>
                  <a:lnTo>
                    <a:pt x="921" y="2681"/>
                  </a:lnTo>
                  <a:lnTo>
                    <a:pt x="935" y="2648"/>
                  </a:lnTo>
                  <a:lnTo>
                    <a:pt x="950" y="2618"/>
                  </a:lnTo>
                  <a:lnTo>
                    <a:pt x="967" y="2592"/>
                  </a:lnTo>
                  <a:lnTo>
                    <a:pt x="985" y="2567"/>
                  </a:lnTo>
                  <a:lnTo>
                    <a:pt x="1005" y="2546"/>
                  </a:lnTo>
                  <a:lnTo>
                    <a:pt x="1026" y="2528"/>
                  </a:lnTo>
                  <a:lnTo>
                    <a:pt x="1048" y="2514"/>
                  </a:lnTo>
                  <a:lnTo>
                    <a:pt x="1070" y="2504"/>
                  </a:lnTo>
                  <a:lnTo>
                    <a:pt x="1094" y="2498"/>
                  </a:lnTo>
                  <a:lnTo>
                    <a:pt x="1119" y="2495"/>
                  </a:lnTo>
                  <a:close/>
                  <a:moveTo>
                    <a:pt x="2380" y="2651"/>
                  </a:moveTo>
                  <a:lnTo>
                    <a:pt x="2405" y="2654"/>
                  </a:lnTo>
                  <a:lnTo>
                    <a:pt x="2428" y="2660"/>
                  </a:lnTo>
                  <a:lnTo>
                    <a:pt x="2452" y="2670"/>
                  </a:lnTo>
                  <a:lnTo>
                    <a:pt x="2473" y="2684"/>
                  </a:lnTo>
                  <a:lnTo>
                    <a:pt x="2494" y="2703"/>
                  </a:lnTo>
                  <a:lnTo>
                    <a:pt x="2514" y="2724"/>
                  </a:lnTo>
                  <a:lnTo>
                    <a:pt x="2533" y="2747"/>
                  </a:lnTo>
                  <a:lnTo>
                    <a:pt x="2550" y="2774"/>
                  </a:lnTo>
                  <a:lnTo>
                    <a:pt x="2565" y="2805"/>
                  </a:lnTo>
                  <a:lnTo>
                    <a:pt x="2580" y="2838"/>
                  </a:lnTo>
                  <a:lnTo>
                    <a:pt x="2591" y="2872"/>
                  </a:lnTo>
                  <a:lnTo>
                    <a:pt x="2602" y="2908"/>
                  </a:lnTo>
                  <a:lnTo>
                    <a:pt x="2610" y="2947"/>
                  </a:lnTo>
                  <a:lnTo>
                    <a:pt x="2616" y="2987"/>
                  </a:lnTo>
                  <a:lnTo>
                    <a:pt x="2619" y="3029"/>
                  </a:lnTo>
                  <a:lnTo>
                    <a:pt x="2621" y="3071"/>
                  </a:lnTo>
                  <a:lnTo>
                    <a:pt x="2619" y="3113"/>
                  </a:lnTo>
                  <a:lnTo>
                    <a:pt x="2616" y="3155"/>
                  </a:lnTo>
                  <a:lnTo>
                    <a:pt x="2610" y="3195"/>
                  </a:lnTo>
                  <a:lnTo>
                    <a:pt x="2602" y="3233"/>
                  </a:lnTo>
                  <a:lnTo>
                    <a:pt x="2591" y="3270"/>
                  </a:lnTo>
                  <a:lnTo>
                    <a:pt x="2580" y="3304"/>
                  </a:lnTo>
                  <a:lnTo>
                    <a:pt x="2565" y="3337"/>
                  </a:lnTo>
                  <a:lnTo>
                    <a:pt x="2550" y="3367"/>
                  </a:lnTo>
                  <a:lnTo>
                    <a:pt x="2533" y="3393"/>
                  </a:lnTo>
                  <a:lnTo>
                    <a:pt x="2514" y="3418"/>
                  </a:lnTo>
                  <a:lnTo>
                    <a:pt x="2494" y="3439"/>
                  </a:lnTo>
                  <a:lnTo>
                    <a:pt x="2473" y="3457"/>
                  </a:lnTo>
                  <a:lnTo>
                    <a:pt x="2452" y="3471"/>
                  </a:lnTo>
                  <a:lnTo>
                    <a:pt x="2428" y="3481"/>
                  </a:lnTo>
                  <a:lnTo>
                    <a:pt x="2405" y="3487"/>
                  </a:lnTo>
                  <a:lnTo>
                    <a:pt x="2380" y="3490"/>
                  </a:lnTo>
                  <a:lnTo>
                    <a:pt x="2356" y="3487"/>
                  </a:lnTo>
                  <a:lnTo>
                    <a:pt x="2332" y="3481"/>
                  </a:lnTo>
                  <a:lnTo>
                    <a:pt x="2310" y="3471"/>
                  </a:lnTo>
                  <a:lnTo>
                    <a:pt x="2288" y="3457"/>
                  </a:lnTo>
                  <a:lnTo>
                    <a:pt x="2267" y="3439"/>
                  </a:lnTo>
                  <a:lnTo>
                    <a:pt x="2248" y="3418"/>
                  </a:lnTo>
                  <a:lnTo>
                    <a:pt x="2229" y="3393"/>
                  </a:lnTo>
                  <a:lnTo>
                    <a:pt x="2212" y="3367"/>
                  </a:lnTo>
                  <a:lnTo>
                    <a:pt x="2196" y="3337"/>
                  </a:lnTo>
                  <a:lnTo>
                    <a:pt x="2182" y="3304"/>
                  </a:lnTo>
                  <a:lnTo>
                    <a:pt x="2171" y="3270"/>
                  </a:lnTo>
                  <a:lnTo>
                    <a:pt x="2160" y="3233"/>
                  </a:lnTo>
                  <a:lnTo>
                    <a:pt x="2152" y="3195"/>
                  </a:lnTo>
                  <a:lnTo>
                    <a:pt x="2146" y="3155"/>
                  </a:lnTo>
                  <a:lnTo>
                    <a:pt x="2142" y="3113"/>
                  </a:lnTo>
                  <a:lnTo>
                    <a:pt x="2141" y="3071"/>
                  </a:lnTo>
                  <a:lnTo>
                    <a:pt x="2142" y="3029"/>
                  </a:lnTo>
                  <a:lnTo>
                    <a:pt x="2146" y="2987"/>
                  </a:lnTo>
                  <a:lnTo>
                    <a:pt x="2152" y="2947"/>
                  </a:lnTo>
                  <a:lnTo>
                    <a:pt x="2160" y="2908"/>
                  </a:lnTo>
                  <a:lnTo>
                    <a:pt x="2171" y="2872"/>
                  </a:lnTo>
                  <a:lnTo>
                    <a:pt x="2182" y="2838"/>
                  </a:lnTo>
                  <a:lnTo>
                    <a:pt x="2196" y="2805"/>
                  </a:lnTo>
                  <a:lnTo>
                    <a:pt x="2212" y="2774"/>
                  </a:lnTo>
                  <a:lnTo>
                    <a:pt x="2229" y="2747"/>
                  </a:lnTo>
                  <a:lnTo>
                    <a:pt x="2248" y="2724"/>
                  </a:lnTo>
                  <a:lnTo>
                    <a:pt x="2267" y="2703"/>
                  </a:lnTo>
                  <a:lnTo>
                    <a:pt x="2288" y="2684"/>
                  </a:lnTo>
                  <a:lnTo>
                    <a:pt x="2310" y="2670"/>
                  </a:lnTo>
                  <a:lnTo>
                    <a:pt x="2332" y="2660"/>
                  </a:lnTo>
                  <a:lnTo>
                    <a:pt x="2356" y="2654"/>
                  </a:lnTo>
                  <a:lnTo>
                    <a:pt x="2380" y="2651"/>
                  </a:lnTo>
                  <a:close/>
                  <a:moveTo>
                    <a:pt x="2342" y="1355"/>
                  </a:moveTo>
                  <a:lnTo>
                    <a:pt x="2366" y="1357"/>
                  </a:lnTo>
                  <a:lnTo>
                    <a:pt x="2390" y="1363"/>
                  </a:lnTo>
                  <a:lnTo>
                    <a:pt x="2412" y="1373"/>
                  </a:lnTo>
                  <a:lnTo>
                    <a:pt x="2434" y="1387"/>
                  </a:lnTo>
                  <a:lnTo>
                    <a:pt x="2455" y="1405"/>
                  </a:lnTo>
                  <a:lnTo>
                    <a:pt x="2475" y="1426"/>
                  </a:lnTo>
                  <a:lnTo>
                    <a:pt x="2493" y="1451"/>
                  </a:lnTo>
                  <a:lnTo>
                    <a:pt x="2510" y="1478"/>
                  </a:lnTo>
                  <a:lnTo>
                    <a:pt x="2526" y="1507"/>
                  </a:lnTo>
                  <a:lnTo>
                    <a:pt x="2540" y="1540"/>
                  </a:lnTo>
                  <a:lnTo>
                    <a:pt x="2551" y="1574"/>
                  </a:lnTo>
                  <a:lnTo>
                    <a:pt x="2562" y="1611"/>
                  </a:lnTo>
                  <a:lnTo>
                    <a:pt x="2570" y="1649"/>
                  </a:lnTo>
                  <a:lnTo>
                    <a:pt x="2576" y="1689"/>
                  </a:lnTo>
                  <a:lnTo>
                    <a:pt x="2580" y="1731"/>
                  </a:lnTo>
                  <a:lnTo>
                    <a:pt x="2581" y="1773"/>
                  </a:lnTo>
                  <a:lnTo>
                    <a:pt x="2580" y="1815"/>
                  </a:lnTo>
                  <a:lnTo>
                    <a:pt x="2576" y="1858"/>
                  </a:lnTo>
                  <a:lnTo>
                    <a:pt x="2570" y="1897"/>
                  </a:lnTo>
                  <a:lnTo>
                    <a:pt x="2562" y="1936"/>
                  </a:lnTo>
                  <a:lnTo>
                    <a:pt x="2551" y="1972"/>
                  </a:lnTo>
                  <a:lnTo>
                    <a:pt x="2540" y="2008"/>
                  </a:lnTo>
                  <a:lnTo>
                    <a:pt x="2526" y="2039"/>
                  </a:lnTo>
                  <a:lnTo>
                    <a:pt x="2510" y="2070"/>
                  </a:lnTo>
                  <a:lnTo>
                    <a:pt x="2493" y="2097"/>
                  </a:lnTo>
                  <a:lnTo>
                    <a:pt x="2475" y="2121"/>
                  </a:lnTo>
                  <a:lnTo>
                    <a:pt x="2455" y="2142"/>
                  </a:lnTo>
                  <a:lnTo>
                    <a:pt x="2434" y="2160"/>
                  </a:lnTo>
                  <a:lnTo>
                    <a:pt x="2412" y="2174"/>
                  </a:lnTo>
                  <a:lnTo>
                    <a:pt x="2390" y="2185"/>
                  </a:lnTo>
                  <a:lnTo>
                    <a:pt x="2366" y="2191"/>
                  </a:lnTo>
                  <a:lnTo>
                    <a:pt x="2342" y="2193"/>
                  </a:lnTo>
                  <a:lnTo>
                    <a:pt x="2317" y="2191"/>
                  </a:lnTo>
                  <a:lnTo>
                    <a:pt x="2294" y="2185"/>
                  </a:lnTo>
                  <a:lnTo>
                    <a:pt x="2270" y="2174"/>
                  </a:lnTo>
                  <a:lnTo>
                    <a:pt x="2249" y="2160"/>
                  </a:lnTo>
                  <a:lnTo>
                    <a:pt x="2228" y="2142"/>
                  </a:lnTo>
                  <a:lnTo>
                    <a:pt x="2208" y="2121"/>
                  </a:lnTo>
                  <a:lnTo>
                    <a:pt x="2189" y="2097"/>
                  </a:lnTo>
                  <a:lnTo>
                    <a:pt x="2173" y="2070"/>
                  </a:lnTo>
                  <a:lnTo>
                    <a:pt x="2157" y="2039"/>
                  </a:lnTo>
                  <a:lnTo>
                    <a:pt x="2142" y="2008"/>
                  </a:lnTo>
                  <a:lnTo>
                    <a:pt x="2131" y="1972"/>
                  </a:lnTo>
                  <a:lnTo>
                    <a:pt x="2120" y="1936"/>
                  </a:lnTo>
                  <a:lnTo>
                    <a:pt x="2112" y="1897"/>
                  </a:lnTo>
                  <a:lnTo>
                    <a:pt x="2106" y="1858"/>
                  </a:lnTo>
                  <a:lnTo>
                    <a:pt x="2103" y="1815"/>
                  </a:lnTo>
                  <a:lnTo>
                    <a:pt x="2101" y="1773"/>
                  </a:lnTo>
                  <a:lnTo>
                    <a:pt x="2103" y="1731"/>
                  </a:lnTo>
                  <a:lnTo>
                    <a:pt x="2106" y="1689"/>
                  </a:lnTo>
                  <a:lnTo>
                    <a:pt x="2112" y="1649"/>
                  </a:lnTo>
                  <a:lnTo>
                    <a:pt x="2120" y="1611"/>
                  </a:lnTo>
                  <a:lnTo>
                    <a:pt x="2131" y="1574"/>
                  </a:lnTo>
                  <a:lnTo>
                    <a:pt x="2142" y="1540"/>
                  </a:lnTo>
                  <a:lnTo>
                    <a:pt x="2157" y="1507"/>
                  </a:lnTo>
                  <a:lnTo>
                    <a:pt x="2173" y="1478"/>
                  </a:lnTo>
                  <a:lnTo>
                    <a:pt x="2189" y="1451"/>
                  </a:lnTo>
                  <a:lnTo>
                    <a:pt x="2208" y="1426"/>
                  </a:lnTo>
                  <a:lnTo>
                    <a:pt x="2228" y="1405"/>
                  </a:lnTo>
                  <a:lnTo>
                    <a:pt x="2249" y="1387"/>
                  </a:lnTo>
                  <a:lnTo>
                    <a:pt x="2270" y="1373"/>
                  </a:lnTo>
                  <a:lnTo>
                    <a:pt x="2294" y="1363"/>
                  </a:lnTo>
                  <a:lnTo>
                    <a:pt x="2317" y="1357"/>
                  </a:lnTo>
                  <a:lnTo>
                    <a:pt x="2342" y="1355"/>
                  </a:lnTo>
                  <a:close/>
                  <a:moveTo>
                    <a:pt x="3179" y="819"/>
                  </a:moveTo>
                  <a:lnTo>
                    <a:pt x="3204" y="821"/>
                  </a:lnTo>
                  <a:lnTo>
                    <a:pt x="3227" y="827"/>
                  </a:lnTo>
                  <a:lnTo>
                    <a:pt x="3250" y="838"/>
                  </a:lnTo>
                  <a:lnTo>
                    <a:pt x="3272" y="852"/>
                  </a:lnTo>
                  <a:lnTo>
                    <a:pt x="3293" y="869"/>
                  </a:lnTo>
                  <a:lnTo>
                    <a:pt x="3312" y="890"/>
                  </a:lnTo>
                  <a:lnTo>
                    <a:pt x="3331" y="915"/>
                  </a:lnTo>
                  <a:lnTo>
                    <a:pt x="3348" y="942"/>
                  </a:lnTo>
                  <a:lnTo>
                    <a:pt x="3363" y="971"/>
                  </a:lnTo>
                  <a:lnTo>
                    <a:pt x="3377" y="1004"/>
                  </a:lnTo>
                  <a:lnTo>
                    <a:pt x="3389" y="1038"/>
                  </a:lnTo>
                  <a:lnTo>
                    <a:pt x="3400" y="1076"/>
                  </a:lnTo>
                  <a:lnTo>
                    <a:pt x="3408" y="1113"/>
                  </a:lnTo>
                  <a:lnTo>
                    <a:pt x="3414" y="1153"/>
                  </a:lnTo>
                  <a:lnTo>
                    <a:pt x="3417" y="1195"/>
                  </a:lnTo>
                  <a:lnTo>
                    <a:pt x="3418" y="1237"/>
                  </a:lnTo>
                  <a:lnTo>
                    <a:pt x="3417" y="1280"/>
                  </a:lnTo>
                  <a:lnTo>
                    <a:pt x="3414" y="1322"/>
                  </a:lnTo>
                  <a:lnTo>
                    <a:pt x="3408" y="1362"/>
                  </a:lnTo>
                  <a:lnTo>
                    <a:pt x="3400" y="1399"/>
                  </a:lnTo>
                  <a:lnTo>
                    <a:pt x="3389" y="1437"/>
                  </a:lnTo>
                  <a:lnTo>
                    <a:pt x="3377" y="1471"/>
                  </a:lnTo>
                  <a:lnTo>
                    <a:pt x="3363" y="1503"/>
                  </a:lnTo>
                  <a:lnTo>
                    <a:pt x="3348" y="1533"/>
                  </a:lnTo>
                  <a:lnTo>
                    <a:pt x="3331" y="1560"/>
                  </a:lnTo>
                  <a:lnTo>
                    <a:pt x="3312" y="1584"/>
                  </a:lnTo>
                  <a:lnTo>
                    <a:pt x="3293" y="1605"/>
                  </a:lnTo>
                  <a:lnTo>
                    <a:pt x="3272" y="1623"/>
                  </a:lnTo>
                  <a:lnTo>
                    <a:pt x="3250" y="1637"/>
                  </a:lnTo>
                  <a:lnTo>
                    <a:pt x="3227" y="1648"/>
                  </a:lnTo>
                  <a:lnTo>
                    <a:pt x="3204" y="1654"/>
                  </a:lnTo>
                  <a:lnTo>
                    <a:pt x="3179" y="1656"/>
                  </a:lnTo>
                  <a:lnTo>
                    <a:pt x="3155" y="1654"/>
                  </a:lnTo>
                  <a:lnTo>
                    <a:pt x="3131" y="1648"/>
                  </a:lnTo>
                  <a:lnTo>
                    <a:pt x="3108" y="1637"/>
                  </a:lnTo>
                  <a:lnTo>
                    <a:pt x="3087" y="1623"/>
                  </a:lnTo>
                  <a:lnTo>
                    <a:pt x="3066" y="1605"/>
                  </a:lnTo>
                  <a:lnTo>
                    <a:pt x="3046" y="1584"/>
                  </a:lnTo>
                  <a:lnTo>
                    <a:pt x="3027" y="1560"/>
                  </a:lnTo>
                  <a:lnTo>
                    <a:pt x="3011" y="1533"/>
                  </a:lnTo>
                  <a:lnTo>
                    <a:pt x="2994" y="1503"/>
                  </a:lnTo>
                  <a:lnTo>
                    <a:pt x="2980" y="1471"/>
                  </a:lnTo>
                  <a:lnTo>
                    <a:pt x="2968" y="1437"/>
                  </a:lnTo>
                  <a:lnTo>
                    <a:pt x="2958" y="1399"/>
                  </a:lnTo>
                  <a:lnTo>
                    <a:pt x="2950" y="1362"/>
                  </a:lnTo>
                  <a:lnTo>
                    <a:pt x="2944" y="1322"/>
                  </a:lnTo>
                  <a:lnTo>
                    <a:pt x="2940" y="1280"/>
                  </a:lnTo>
                  <a:lnTo>
                    <a:pt x="2939" y="1237"/>
                  </a:lnTo>
                  <a:lnTo>
                    <a:pt x="2940" y="1195"/>
                  </a:lnTo>
                  <a:lnTo>
                    <a:pt x="2944" y="1153"/>
                  </a:lnTo>
                  <a:lnTo>
                    <a:pt x="2950" y="1113"/>
                  </a:lnTo>
                  <a:lnTo>
                    <a:pt x="2958" y="1076"/>
                  </a:lnTo>
                  <a:lnTo>
                    <a:pt x="2968" y="1038"/>
                  </a:lnTo>
                  <a:lnTo>
                    <a:pt x="2980" y="1004"/>
                  </a:lnTo>
                  <a:lnTo>
                    <a:pt x="2994" y="971"/>
                  </a:lnTo>
                  <a:lnTo>
                    <a:pt x="3011" y="942"/>
                  </a:lnTo>
                  <a:lnTo>
                    <a:pt x="3027" y="915"/>
                  </a:lnTo>
                  <a:lnTo>
                    <a:pt x="3046" y="890"/>
                  </a:lnTo>
                  <a:lnTo>
                    <a:pt x="3066" y="869"/>
                  </a:lnTo>
                  <a:lnTo>
                    <a:pt x="3087" y="852"/>
                  </a:lnTo>
                  <a:lnTo>
                    <a:pt x="3108" y="838"/>
                  </a:lnTo>
                  <a:lnTo>
                    <a:pt x="3131" y="827"/>
                  </a:lnTo>
                  <a:lnTo>
                    <a:pt x="3155" y="821"/>
                  </a:lnTo>
                  <a:lnTo>
                    <a:pt x="3179" y="819"/>
                  </a:lnTo>
                  <a:close/>
                  <a:moveTo>
                    <a:pt x="3246" y="2144"/>
                  </a:moveTo>
                  <a:lnTo>
                    <a:pt x="3271" y="2146"/>
                  </a:lnTo>
                  <a:lnTo>
                    <a:pt x="3294" y="2152"/>
                  </a:lnTo>
                  <a:lnTo>
                    <a:pt x="3316" y="2162"/>
                  </a:lnTo>
                  <a:lnTo>
                    <a:pt x="3339" y="2176"/>
                  </a:lnTo>
                  <a:lnTo>
                    <a:pt x="3360" y="2194"/>
                  </a:lnTo>
                  <a:lnTo>
                    <a:pt x="3380" y="2215"/>
                  </a:lnTo>
                  <a:lnTo>
                    <a:pt x="3397" y="2240"/>
                  </a:lnTo>
                  <a:lnTo>
                    <a:pt x="3415" y="2267"/>
                  </a:lnTo>
                  <a:lnTo>
                    <a:pt x="3430" y="2296"/>
                  </a:lnTo>
                  <a:lnTo>
                    <a:pt x="3444" y="2329"/>
                  </a:lnTo>
                  <a:lnTo>
                    <a:pt x="3456" y="2363"/>
                  </a:lnTo>
                  <a:lnTo>
                    <a:pt x="3466" y="2400"/>
                  </a:lnTo>
                  <a:lnTo>
                    <a:pt x="3475" y="2438"/>
                  </a:lnTo>
                  <a:lnTo>
                    <a:pt x="3480" y="2478"/>
                  </a:lnTo>
                  <a:lnTo>
                    <a:pt x="3484" y="2520"/>
                  </a:lnTo>
                  <a:lnTo>
                    <a:pt x="3485" y="2562"/>
                  </a:lnTo>
                  <a:lnTo>
                    <a:pt x="3484" y="2604"/>
                  </a:lnTo>
                  <a:lnTo>
                    <a:pt x="3480" y="2647"/>
                  </a:lnTo>
                  <a:lnTo>
                    <a:pt x="3475" y="2686"/>
                  </a:lnTo>
                  <a:lnTo>
                    <a:pt x="3466" y="2725"/>
                  </a:lnTo>
                  <a:lnTo>
                    <a:pt x="3456" y="2762"/>
                  </a:lnTo>
                  <a:lnTo>
                    <a:pt x="3444" y="2796"/>
                  </a:lnTo>
                  <a:lnTo>
                    <a:pt x="3430" y="2828"/>
                  </a:lnTo>
                  <a:lnTo>
                    <a:pt x="3415" y="2858"/>
                  </a:lnTo>
                  <a:lnTo>
                    <a:pt x="3397" y="2886"/>
                  </a:lnTo>
                  <a:lnTo>
                    <a:pt x="3380" y="2909"/>
                  </a:lnTo>
                  <a:lnTo>
                    <a:pt x="3360" y="2930"/>
                  </a:lnTo>
                  <a:lnTo>
                    <a:pt x="3339" y="2949"/>
                  </a:lnTo>
                  <a:lnTo>
                    <a:pt x="3316" y="2963"/>
                  </a:lnTo>
                  <a:lnTo>
                    <a:pt x="3294" y="2974"/>
                  </a:lnTo>
                  <a:lnTo>
                    <a:pt x="3271" y="2980"/>
                  </a:lnTo>
                  <a:lnTo>
                    <a:pt x="3246" y="2982"/>
                  </a:lnTo>
                  <a:lnTo>
                    <a:pt x="3222" y="2980"/>
                  </a:lnTo>
                  <a:lnTo>
                    <a:pt x="3198" y="2974"/>
                  </a:lnTo>
                  <a:lnTo>
                    <a:pt x="3176" y="2963"/>
                  </a:lnTo>
                  <a:lnTo>
                    <a:pt x="3154" y="2949"/>
                  </a:lnTo>
                  <a:lnTo>
                    <a:pt x="3133" y="2930"/>
                  </a:lnTo>
                  <a:lnTo>
                    <a:pt x="3113" y="2909"/>
                  </a:lnTo>
                  <a:lnTo>
                    <a:pt x="3095" y="2886"/>
                  </a:lnTo>
                  <a:lnTo>
                    <a:pt x="3077" y="2858"/>
                  </a:lnTo>
                  <a:lnTo>
                    <a:pt x="3062" y="2828"/>
                  </a:lnTo>
                  <a:lnTo>
                    <a:pt x="3048" y="2796"/>
                  </a:lnTo>
                  <a:lnTo>
                    <a:pt x="3036" y="2762"/>
                  </a:lnTo>
                  <a:lnTo>
                    <a:pt x="3026" y="2725"/>
                  </a:lnTo>
                  <a:lnTo>
                    <a:pt x="3018" y="2686"/>
                  </a:lnTo>
                  <a:lnTo>
                    <a:pt x="3012" y="2647"/>
                  </a:lnTo>
                  <a:lnTo>
                    <a:pt x="3008" y="2604"/>
                  </a:lnTo>
                  <a:lnTo>
                    <a:pt x="3007" y="2562"/>
                  </a:lnTo>
                  <a:lnTo>
                    <a:pt x="3008" y="2520"/>
                  </a:lnTo>
                  <a:lnTo>
                    <a:pt x="3012" y="2478"/>
                  </a:lnTo>
                  <a:lnTo>
                    <a:pt x="3018" y="2438"/>
                  </a:lnTo>
                  <a:lnTo>
                    <a:pt x="3026" y="2400"/>
                  </a:lnTo>
                  <a:lnTo>
                    <a:pt x="3036" y="2363"/>
                  </a:lnTo>
                  <a:lnTo>
                    <a:pt x="3048" y="2329"/>
                  </a:lnTo>
                  <a:lnTo>
                    <a:pt x="3062" y="2296"/>
                  </a:lnTo>
                  <a:lnTo>
                    <a:pt x="3077" y="2267"/>
                  </a:lnTo>
                  <a:lnTo>
                    <a:pt x="3095" y="2240"/>
                  </a:lnTo>
                  <a:lnTo>
                    <a:pt x="3113" y="2215"/>
                  </a:lnTo>
                  <a:lnTo>
                    <a:pt x="3133" y="2194"/>
                  </a:lnTo>
                  <a:lnTo>
                    <a:pt x="3154" y="2176"/>
                  </a:lnTo>
                  <a:lnTo>
                    <a:pt x="3176" y="2162"/>
                  </a:lnTo>
                  <a:lnTo>
                    <a:pt x="3198" y="2152"/>
                  </a:lnTo>
                  <a:lnTo>
                    <a:pt x="3222" y="2146"/>
                  </a:lnTo>
                  <a:lnTo>
                    <a:pt x="3246" y="214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9906" name="Freeform 48"/>
            <p:cNvSpPr>
              <a:spLocks/>
            </p:cNvSpPr>
            <p:nvPr/>
          </p:nvSpPr>
          <p:spPr bwMode="auto">
            <a:xfrm>
              <a:off x="1267" y="1588"/>
              <a:ext cx="87" cy="52"/>
            </a:xfrm>
            <a:custGeom>
              <a:avLst/>
              <a:gdLst>
                <a:gd name="T0" fmla="*/ 3 w 437"/>
                <a:gd name="T1" fmla="*/ 2 h 260"/>
                <a:gd name="T2" fmla="*/ 3 w 437"/>
                <a:gd name="T3" fmla="*/ 2 h 260"/>
                <a:gd name="T4" fmla="*/ 3 w 437"/>
                <a:gd name="T5" fmla="*/ 2 h 260"/>
                <a:gd name="T6" fmla="*/ 3 w 437"/>
                <a:gd name="T7" fmla="*/ 2 h 260"/>
                <a:gd name="T8" fmla="*/ 3 w 437"/>
                <a:gd name="T9" fmla="*/ 1 h 260"/>
                <a:gd name="T10" fmla="*/ 3 w 437"/>
                <a:gd name="T11" fmla="*/ 1 h 260"/>
                <a:gd name="T12" fmla="*/ 3 w 437"/>
                <a:gd name="T13" fmla="*/ 1 h 260"/>
                <a:gd name="T14" fmla="*/ 3 w 437"/>
                <a:gd name="T15" fmla="*/ 1 h 260"/>
                <a:gd name="T16" fmla="*/ 3 w 437"/>
                <a:gd name="T17" fmla="*/ 1 h 260"/>
                <a:gd name="T18" fmla="*/ 2 w 437"/>
                <a:gd name="T19" fmla="*/ 1 h 260"/>
                <a:gd name="T20" fmla="*/ 2 w 437"/>
                <a:gd name="T21" fmla="*/ 0 h 260"/>
                <a:gd name="T22" fmla="*/ 2 w 437"/>
                <a:gd name="T23" fmla="*/ 0 h 260"/>
                <a:gd name="T24" fmla="*/ 2 w 437"/>
                <a:gd name="T25" fmla="*/ 0 h 260"/>
                <a:gd name="T26" fmla="*/ 1 w 437"/>
                <a:gd name="T27" fmla="*/ 0 h 260"/>
                <a:gd name="T28" fmla="*/ 1 w 437"/>
                <a:gd name="T29" fmla="*/ 0 h 260"/>
                <a:gd name="T30" fmla="*/ 1 w 437"/>
                <a:gd name="T31" fmla="*/ 0 h 260"/>
                <a:gd name="T32" fmla="*/ 0 w 437"/>
                <a:gd name="T33" fmla="*/ 0 h 260"/>
                <a:gd name="T34" fmla="*/ 0 w 437"/>
                <a:gd name="T35" fmla="*/ 0 h 260"/>
                <a:gd name="T36" fmla="*/ 0 w 437"/>
                <a:gd name="T37" fmla="*/ 0 h 260"/>
                <a:gd name="T38" fmla="*/ 0 w 437"/>
                <a:gd name="T39" fmla="*/ 0 h 260"/>
                <a:gd name="T40" fmla="*/ 1 w 437"/>
                <a:gd name="T41" fmla="*/ 0 h 260"/>
                <a:gd name="T42" fmla="*/ 1 w 437"/>
                <a:gd name="T43" fmla="*/ 0 h 260"/>
                <a:gd name="T44" fmla="*/ 1 w 437"/>
                <a:gd name="T45" fmla="*/ 0 h 260"/>
                <a:gd name="T46" fmla="*/ 2 w 437"/>
                <a:gd name="T47" fmla="*/ 0 h 260"/>
                <a:gd name="T48" fmla="*/ 2 w 437"/>
                <a:gd name="T49" fmla="*/ 0 h 260"/>
                <a:gd name="T50" fmla="*/ 2 w 437"/>
                <a:gd name="T51" fmla="*/ 1 h 260"/>
                <a:gd name="T52" fmla="*/ 2 w 437"/>
                <a:gd name="T53" fmla="*/ 1 h 260"/>
                <a:gd name="T54" fmla="*/ 3 w 437"/>
                <a:gd name="T55" fmla="*/ 1 h 260"/>
                <a:gd name="T56" fmla="*/ 3 w 437"/>
                <a:gd name="T57" fmla="*/ 1 h 260"/>
                <a:gd name="T58" fmla="*/ 3 w 437"/>
                <a:gd name="T59" fmla="*/ 1 h 260"/>
                <a:gd name="T60" fmla="*/ 3 w 437"/>
                <a:gd name="T61" fmla="*/ 1 h 260"/>
                <a:gd name="T62" fmla="*/ 3 w 437"/>
                <a:gd name="T63" fmla="*/ 1 h 260"/>
                <a:gd name="T64" fmla="*/ 3 w 437"/>
                <a:gd name="T65" fmla="*/ 2 h 260"/>
                <a:gd name="T66" fmla="*/ 3 w 437"/>
                <a:gd name="T67" fmla="*/ 2 h 260"/>
                <a:gd name="T68" fmla="*/ 3 w 437"/>
                <a:gd name="T69" fmla="*/ 2 h 260"/>
                <a:gd name="T70" fmla="*/ 3 w 437"/>
                <a:gd name="T71" fmla="*/ 2 h 260"/>
                <a:gd name="T72" fmla="*/ 3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437" y="260"/>
                  </a:moveTo>
                  <a:lnTo>
                    <a:pt x="437" y="260"/>
                  </a:lnTo>
                  <a:lnTo>
                    <a:pt x="434" y="233"/>
                  </a:lnTo>
                  <a:lnTo>
                    <a:pt x="427" y="206"/>
                  </a:lnTo>
                  <a:lnTo>
                    <a:pt x="417" y="181"/>
                  </a:lnTo>
                  <a:lnTo>
                    <a:pt x="401" y="157"/>
                  </a:lnTo>
                  <a:lnTo>
                    <a:pt x="383" y="133"/>
                  </a:lnTo>
                  <a:lnTo>
                    <a:pt x="360" y="113"/>
                  </a:lnTo>
                  <a:lnTo>
                    <a:pt x="336" y="93"/>
                  </a:lnTo>
                  <a:lnTo>
                    <a:pt x="308" y="73"/>
                  </a:lnTo>
                  <a:lnTo>
                    <a:pt x="276" y="58"/>
                  </a:lnTo>
                  <a:lnTo>
                    <a:pt x="242" y="43"/>
                  </a:lnTo>
                  <a:lnTo>
                    <a:pt x="207" y="30"/>
                  </a:lnTo>
                  <a:lnTo>
                    <a:pt x="168" y="19"/>
                  </a:lnTo>
                  <a:lnTo>
                    <a:pt x="128" y="11"/>
                  </a:lnTo>
                  <a:lnTo>
                    <a:pt x="87" y="4"/>
                  </a:lnTo>
                  <a:lnTo>
                    <a:pt x="43" y="1"/>
                  </a:lnTo>
                  <a:lnTo>
                    <a:pt x="0" y="0"/>
                  </a:lnTo>
                  <a:lnTo>
                    <a:pt x="0" y="11"/>
                  </a:lnTo>
                  <a:lnTo>
                    <a:pt x="43" y="12"/>
                  </a:lnTo>
                  <a:lnTo>
                    <a:pt x="85" y="16"/>
                  </a:lnTo>
                  <a:lnTo>
                    <a:pt x="126" y="23"/>
                  </a:lnTo>
                  <a:lnTo>
                    <a:pt x="166" y="31"/>
                  </a:lnTo>
                  <a:lnTo>
                    <a:pt x="202" y="42"/>
                  </a:lnTo>
                  <a:lnTo>
                    <a:pt x="237" y="55"/>
                  </a:lnTo>
                  <a:lnTo>
                    <a:pt x="271" y="70"/>
                  </a:lnTo>
                  <a:lnTo>
                    <a:pt x="301" y="85"/>
                  </a:lnTo>
                  <a:lnTo>
                    <a:pt x="329" y="103"/>
                  </a:lnTo>
                  <a:lnTo>
                    <a:pt x="353" y="123"/>
                  </a:lnTo>
                  <a:lnTo>
                    <a:pt x="373" y="143"/>
                  </a:lnTo>
                  <a:lnTo>
                    <a:pt x="392" y="164"/>
                  </a:lnTo>
                  <a:lnTo>
                    <a:pt x="405" y="186"/>
                  </a:lnTo>
                  <a:lnTo>
                    <a:pt x="415" y="211"/>
                  </a:lnTo>
                  <a:lnTo>
                    <a:pt x="422" y="235"/>
                  </a:lnTo>
                  <a:lnTo>
                    <a:pt x="425" y="260"/>
                  </a:lnTo>
                  <a:lnTo>
                    <a:pt x="437"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9907" name="Freeform 49"/>
            <p:cNvSpPr>
              <a:spLocks/>
            </p:cNvSpPr>
            <p:nvPr/>
          </p:nvSpPr>
          <p:spPr bwMode="auto">
            <a:xfrm>
              <a:off x="1267" y="1640"/>
              <a:ext cx="87" cy="52"/>
            </a:xfrm>
            <a:custGeom>
              <a:avLst/>
              <a:gdLst>
                <a:gd name="T0" fmla="*/ 0 w 437"/>
                <a:gd name="T1" fmla="*/ 2 h 260"/>
                <a:gd name="T2" fmla="*/ 0 w 437"/>
                <a:gd name="T3" fmla="*/ 2 h 260"/>
                <a:gd name="T4" fmla="*/ 0 w 437"/>
                <a:gd name="T5" fmla="*/ 2 h 260"/>
                <a:gd name="T6" fmla="*/ 1 w 437"/>
                <a:gd name="T7" fmla="*/ 2 h 260"/>
                <a:gd name="T8" fmla="*/ 1 w 437"/>
                <a:gd name="T9" fmla="*/ 2 h 260"/>
                <a:gd name="T10" fmla="*/ 1 w 437"/>
                <a:gd name="T11" fmla="*/ 2 h 260"/>
                <a:gd name="T12" fmla="*/ 2 w 437"/>
                <a:gd name="T13" fmla="*/ 2 h 260"/>
                <a:gd name="T14" fmla="*/ 2 w 437"/>
                <a:gd name="T15" fmla="*/ 2 h 260"/>
                <a:gd name="T16" fmla="*/ 2 w 437"/>
                <a:gd name="T17" fmla="*/ 2 h 260"/>
                <a:gd name="T18" fmla="*/ 2 w 437"/>
                <a:gd name="T19" fmla="*/ 1 h 260"/>
                <a:gd name="T20" fmla="*/ 3 w 437"/>
                <a:gd name="T21" fmla="*/ 1 h 260"/>
                <a:gd name="T22" fmla="*/ 3 w 437"/>
                <a:gd name="T23" fmla="*/ 1 h 260"/>
                <a:gd name="T24" fmla="*/ 3 w 437"/>
                <a:gd name="T25" fmla="*/ 1 h 260"/>
                <a:gd name="T26" fmla="*/ 3 w 437"/>
                <a:gd name="T27" fmla="*/ 1 h 260"/>
                <a:gd name="T28" fmla="*/ 3 w 437"/>
                <a:gd name="T29" fmla="*/ 1 h 260"/>
                <a:gd name="T30" fmla="*/ 3 w 437"/>
                <a:gd name="T31" fmla="*/ 0 h 260"/>
                <a:gd name="T32" fmla="*/ 3 w 437"/>
                <a:gd name="T33" fmla="*/ 0 h 260"/>
                <a:gd name="T34" fmla="*/ 3 w 437"/>
                <a:gd name="T35" fmla="*/ 0 h 260"/>
                <a:gd name="T36" fmla="*/ 3 w 437"/>
                <a:gd name="T37" fmla="*/ 0 h 260"/>
                <a:gd name="T38" fmla="*/ 3 w 437"/>
                <a:gd name="T39" fmla="*/ 0 h 260"/>
                <a:gd name="T40" fmla="*/ 3 w 437"/>
                <a:gd name="T41" fmla="*/ 0 h 260"/>
                <a:gd name="T42" fmla="*/ 3 w 437"/>
                <a:gd name="T43" fmla="*/ 1 h 260"/>
                <a:gd name="T44" fmla="*/ 3 w 437"/>
                <a:gd name="T45" fmla="*/ 1 h 260"/>
                <a:gd name="T46" fmla="*/ 3 w 437"/>
                <a:gd name="T47" fmla="*/ 1 h 260"/>
                <a:gd name="T48" fmla="*/ 3 w 437"/>
                <a:gd name="T49" fmla="*/ 1 h 260"/>
                <a:gd name="T50" fmla="*/ 3 w 437"/>
                <a:gd name="T51" fmla="*/ 1 h 260"/>
                <a:gd name="T52" fmla="*/ 2 w 437"/>
                <a:gd name="T53" fmla="*/ 1 h 260"/>
                <a:gd name="T54" fmla="*/ 2 w 437"/>
                <a:gd name="T55" fmla="*/ 2 h 260"/>
                <a:gd name="T56" fmla="*/ 2 w 437"/>
                <a:gd name="T57" fmla="*/ 2 h 260"/>
                <a:gd name="T58" fmla="*/ 2 w 437"/>
                <a:gd name="T59" fmla="*/ 2 h 260"/>
                <a:gd name="T60" fmla="*/ 1 w 437"/>
                <a:gd name="T61" fmla="*/ 2 h 260"/>
                <a:gd name="T62" fmla="*/ 1 w 437"/>
                <a:gd name="T63" fmla="*/ 2 h 260"/>
                <a:gd name="T64" fmla="*/ 1 w 437"/>
                <a:gd name="T65" fmla="*/ 2 h 260"/>
                <a:gd name="T66" fmla="*/ 0 w 437"/>
                <a:gd name="T67" fmla="*/ 2 h 260"/>
                <a:gd name="T68" fmla="*/ 0 w 437"/>
                <a:gd name="T69" fmla="*/ 2 h 260"/>
                <a:gd name="T70" fmla="*/ 0 w 437"/>
                <a:gd name="T71" fmla="*/ 2 h 260"/>
                <a:gd name="T72" fmla="*/ 0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0" y="260"/>
                  </a:moveTo>
                  <a:lnTo>
                    <a:pt x="0" y="260"/>
                  </a:lnTo>
                  <a:lnTo>
                    <a:pt x="43" y="259"/>
                  </a:lnTo>
                  <a:lnTo>
                    <a:pt x="87" y="255"/>
                  </a:lnTo>
                  <a:lnTo>
                    <a:pt x="128" y="248"/>
                  </a:lnTo>
                  <a:lnTo>
                    <a:pt x="168" y="240"/>
                  </a:lnTo>
                  <a:lnTo>
                    <a:pt x="207" y="230"/>
                  </a:lnTo>
                  <a:lnTo>
                    <a:pt x="242" y="217"/>
                  </a:lnTo>
                  <a:lnTo>
                    <a:pt x="276" y="202"/>
                  </a:lnTo>
                  <a:lnTo>
                    <a:pt x="308" y="185"/>
                  </a:lnTo>
                  <a:lnTo>
                    <a:pt x="336" y="166"/>
                  </a:lnTo>
                  <a:lnTo>
                    <a:pt x="360" y="146"/>
                  </a:lnTo>
                  <a:lnTo>
                    <a:pt x="383" y="125"/>
                  </a:lnTo>
                  <a:lnTo>
                    <a:pt x="401" y="102"/>
                  </a:lnTo>
                  <a:lnTo>
                    <a:pt x="417" y="77"/>
                  </a:lnTo>
                  <a:lnTo>
                    <a:pt x="427" y="53"/>
                  </a:lnTo>
                  <a:lnTo>
                    <a:pt x="434" y="27"/>
                  </a:lnTo>
                  <a:lnTo>
                    <a:pt x="437" y="0"/>
                  </a:lnTo>
                  <a:lnTo>
                    <a:pt x="425" y="0"/>
                  </a:lnTo>
                  <a:lnTo>
                    <a:pt x="422" y="24"/>
                  </a:lnTo>
                  <a:lnTo>
                    <a:pt x="415" y="48"/>
                  </a:lnTo>
                  <a:lnTo>
                    <a:pt x="405" y="73"/>
                  </a:lnTo>
                  <a:lnTo>
                    <a:pt x="392" y="95"/>
                  </a:lnTo>
                  <a:lnTo>
                    <a:pt x="373" y="116"/>
                  </a:lnTo>
                  <a:lnTo>
                    <a:pt x="353" y="137"/>
                  </a:lnTo>
                  <a:lnTo>
                    <a:pt x="329" y="157"/>
                  </a:lnTo>
                  <a:lnTo>
                    <a:pt x="301" y="173"/>
                  </a:lnTo>
                  <a:lnTo>
                    <a:pt x="271" y="190"/>
                  </a:lnTo>
                  <a:lnTo>
                    <a:pt x="237" y="205"/>
                  </a:lnTo>
                  <a:lnTo>
                    <a:pt x="202" y="218"/>
                  </a:lnTo>
                  <a:lnTo>
                    <a:pt x="166" y="228"/>
                  </a:lnTo>
                  <a:lnTo>
                    <a:pt x="126" y="237"/>
                  </a:lnTo>
                  <a:lnTo>
                    <a:pt x="85" y="244"/>
                  </a:lnTo>
                  <a:lnTo>
                    <a:pt x="43" y="247"/>
                  </a:lnTo>
                  <a:lnTo>
                    <a:pt x="0" y="248"/>
                  </a:lnTo>
                  <a:lnTo>
                    <a:pt x="0"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9908" name="Freeform 50"/>
            <p:cNvSpPr>
              <a:spLocks/>
            </p:cNvSpPr>
            <p:nvPr/>
          </p:nvSpPr>
          <p:spPr bwMode="auto">
            <a:xfrm>
              <a:off x="1179" y="1640"/>
              <a:ext cx="88" cy="52"/>
            </a:xfrm>
            <a:custGeom>
              <a:avLst/>
              <a:gdLst>
                <a:gd name="T0" fmla="*/ 0 w 439"/>
                <a:gd name="T1" fmla="*/ 0 h 260"/>
                <a:gd name="T2" fmla="*/ 0 w 439"/>
                <a:gd name="T3" fmla="*/ 0 h 260"/>
                <a:gd name="T4" fmla="*/ 0 w 439"/>
                <a:gd name="T5" fmla="*/ 0 h 260"/>
                <a:gd name="T6" fmla="*/ 0 w 439"/>
                <a:gd name="T7" fmla="*/ 0 h 260"/>
                <a:gd name="T8" fmla="*/ 0 w 439"/>
                <a:gd name="T9" fmla="*/ 1 h 260"/>
                <a:gd name="T10" fmla="*/ 0 w 439"/>
                <a:gd name="T11" fmla="*/ 1 h 260"/>
                <a:gd name="T12" fmla="*/ 0 w 439"/>
                <a:gd name="T13" fmla="*/ 1 h 260"/>
                <a:gd name="T14" fmla="*/ 1 w 439"/>
                <a:gd name="T15" fmla="*/ 1 h 260"/>
                <a:gd name="T16" fmla="*/ 1 w 439"/>
                <a:gd name="T17" fmla="*/ 1 h 260"/>
                <a:gd name="T18" fmla="*/ 1 w 439"/>
                <a:gd name="T19" fmla="*/ 1 h 260"/>
                <a:gd name="T20" fmla="*/ 1 w 439"/>
                <a:gd name="T21" fmla="*/ 2 h 260"/>
                <a:gd name="T22" fmla="*/ 2 w 439"/>
                <a:gd name="T23" fmla="*/ 2 h 260"/>
                <a:gd name="T24" fmla="*/ 2 w 439"/>
                <a:gd name="T25" fmla="*/ 2 h 260"/>
                <a:gd name="T26" fmla="*/ 2 w 439"/>
                <a:gd name="T27" fmla="*/ 2 h 260"/>
                <a:gd name="T28" fmla="*/ 2 w 439"/>
                <a:gd name="T29" fmla="*/ 2 h 260"/>
                <a:gd name="T30" fmla="*/ 3 w 439"/>
                <a:gd name="T31" fmla="*/ 2 h 260"/>
                <a:gd name="T32" fmla="*/ 3 w 439"/>
                <a:gd name="T33" fmla="*/ 2 h 260"/>
                <a:gd name="T34" fmla="*/ 4 w 439"/>
                <a:gd name="T35" fmla="*/ 2 h 260"/>
                <a:gd name="T36" fmla="*/ 4 w 439"/>
                <a:gd name="T37" fmla="*/ 2 h 260"/>
                <a:gd name="T38" fmla="*/ 3 w 439"/>
                <a:gd name="T39" fmla="*/ 2 h 260"/>
                <a:gd name="T40" fmla="*/ 3 w 439"/>
                <a:gd name="T41" fmla="*/ 2 h 260"/>
                <a:gd name="T42" fmla="*/ 3 w 439"/>
                <a:gd name="T43" fmla="*/ 2 h 260"/>
                <a:gd name="T44" fmla="*/ 2 w 439"/>
                <a:gd name="T45" fmla="*/ 2 h 260"/>
                <a:gd name="T46" fmla="*/ 2 w 439"/>
                <a:gd name="T47" fmla="*/ 2 h 260"/>
                <a:gd name="T48" fmla="*/ 2 w 439"/>
                <a:gd name="T49" fmla="*/ 2 h 260"/>
                <a:gd name="T50" fmla="*/ 1 w 439"/>
                <a:gd name="T51" fmla="*/ 2 h 260"/>
                <a:gd name="T52" fmla="*/ 1 w 439"/>
                <a:gd name="T53" fmla="*/ 1 h 260"/>
                <a:gd name="T54" fmla="*/ 1 w 439"/>
                <a:gd name="T55" fmla="*/ 1 h 260"/>
                <a:gd name="T56" fmla="*/ 1 w 439"/>
                <a:gd name="T57" fmla="*/ 1 h 260"/>
                <a:gd name="T58" fmla="*/ 1 w 439"/>
                <a:gd name="T59" fmla="*/ 1 h 260"/>
                <a:gd name="T60" fmla="*/ 0 w 439"/>
                <a:gd name="T61" fmla="*/ 1 h 260"/>
                <a:gd name="T62" fmla="*/ 0 w 439"/>
                <a:gd name="T63" fmla="*/ 1 h 260"/>
                <a:gd name="T64" fmla="*/ 0 w 439"/>
                <a:gd name="T65" fmla="*/ 0 h 260"/>
                <a:gd name="T66" fmla="*/ 0 w 439"/>
                <a:gd name="T67" fmla="*/ 0 h 260"/>
                <a:gd name="T68" fmla="*/ 0 w 439"/>
                <a:gd name="T69" fmla="*/ 0 h 260"/>
                <a:gd name="T70" fmla="*/ 0 w 439"/>
                <a:gd name="T71" fmla="*/ 0 h 260"/>
                <a:gd name="T72" fmla="*/ 0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0" y="0"/>
                  </a:moveTo>
                  <a:lnTo>
                    <a:pt x="0" y="0"/>
                  </a:lnTo>
                  <a:lnTo>
                    <a:pt x="3" y="27"/>
                  </a:lnTo>
                  <a:lnTo>
                    <a:pt x="10" y="53"/>
                  </a:lnTo>
                  <a:lnTo>
                    <a:pt x="20" y="77"/>
                  </a:lnTo>
                  <a:lnTo>
                    <a:pt x="35" y="102"/>
                  </a:lnTo>
                  <a:lnTo>
                    <a:pt x="54" y="125"/>
                  </a:lnTo>
                  <a:lnTo>
                    <a:pt x="76" y="146"/>
                  </a:lnTo>
                  <a:lnTo>
                    <a:pt x="102" y="166"/>
                  </a:lnTo>
                  <a:lnTo>
                    <a:pt x="130" y="185"/>
                  </a:lnTo>
                  <a:lnTo>
                    <a:pt x="162" y="202"/>
                  </a:lnTo>
                  <a:lnTo>
                    <a:pt x="195" y="217"/>
                  </a:lnTo>
                  <a:lnTo>
                    <a:pt x="231" y="230"/>
                  </a:lnTo>
                  <a:lnTo>
                    <a:pt x="270" y="240"/>
                  </a:lnTo>
                  <a:lnTo>
                    <a:pt x="310" y="248"/>
                  </a:lnTo>
                  <a:lnTo>
                    <a:pt x="351" y="255"/>
                  </a:lnTo>
                  <a:lnTo>
                    <a:pt x="395" y="259"/>
                  </a:lnTo>
                  <a:lnTo>
                    <a:pt x="439" y="260"/>
                  </a:lnTo>
                  <a:lnTo>
                    <a:pt x="439" y="248"/>
                  </a:lnTo>
                  <a:lnTo>
                    <a:pt x="395" y="247"/>
                  </a:lnTo>
                  <a:lnTo>
                    <a:pt x="353" y="244"/>
                  </a:lnTo>
                  <a:lnTo>
                    <a:pt x="312" y="237"/>
                  </a:lnTo>
                  <a:lnTo>
                    <a:pt x="272" y="228"/>
                  </a:lnTo>
                  <a:lnTo>
                    <a:pt x="236" y="218"/>
                  </a:lnTo>
                  <a:lnTo>
                    <a:pt x="200" y="205"/>
                  </a:lnTo>
                  <a:lnTo>
                    <a:pt x="167" y="190"/>
                  </a:lnTo>
                  <a:lnTo>
                    <a:pt x="137" y="173"/>
                  </a:lnTo>
                  <a:lnTo>
                    <a:pt x="109" y="157"/>
                  </a:lnTo>
                  <a:lnTo>
                    <a:pt x="84" y="137"/>
                  </a:lnTo>
                  <a:lnTo>
                    <a:pt x="64" y="116"/>
                  </a:lnTo>
                  <a:lnTo>
                    <a:pt x="45" y="95"/>
                  </a:lnTo>
                  <a:lnTo>
                    <a:pt x="32" y="73"/>
                  </a:lnTo>
                  <a:lnTo>
                    <a:pt x="21" y="48"/>
                  </a:lnTo>
                  <a:lnTo>
                    <a:pt x="14" y="24"/>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9909" name="Freeform 51"/>
            <p:cNvSpPr>
              <a:spLocks/>
            </p:cNvSpPr>
            <p:nvPr/>
          </p:nvSpPr>
          <p:spPr bwMode="auto">
            <a:xfrm>
              <a:off x="1179" y="1588"/>
              <a:ext cx="88" cy="52"/>
            </a:xfrm>
            <a:custGeom>
              <a:avLst/>
              <a:gdLst>
                <a:gd name="T0" fmla="*/ 4 w 439"/>
                <a:gd name="T1" fmla="*/ 0 h 260"/>
                <a:gd name="T2" fmla="*/ 4 w 439"/>
                <a:gd name="T3" fmla="*/ 0 h 260"/>
                <a:gd name="T4" fmla="*/ 3 w 439"/>
                <a:gd name="T5" fmla="*/ 0 h 260"/>
                <a:gd name="T6" fmla="*/ 3 w 439"/>
                <a:gd name="T7" fmla="*/ 0 h 260"/>
                <a:gd name="T8" fmla="*/ 2 w 439"/>
                <a:gd name="T9" fmla="*/ 0 h 260"/>
                <a:gd name="T10" fmla="*/ 2 w 439"/>
                <a:gd name="T11" fmla="*/ 0 h 260"/>
                <a:gd name="T12" fmla="*/ 2 w 439"/>
                <a:gd name="T13" fmla="*/ 0 h 260"/>
                <a:gd name="T14" fmla="*/ 2 w 439"/>
                <a:gd name="T15" fmla="*/ 0 h 260"/>
                <a:gd name="T16" fmla="*/ 1 w 439"/>
                <a:gd name="T17" fmla="*/ 0 h 260"/>
                <a:gd name="T18" fmla="*/ 1 w 439"/>
                <a:gd name="T19" fmla="*/ 1 h 260"/>
                <a:gd name="T20" fmla="*/ 1 w 439"/>
                <a:gd name="T21" fmla="*/ 1 h 260"/>
                <a:gd name="T22" fmla="*/ 1 w 439"/>
                <a:gd name="T23" fmla="*/ 1 h 260"/>
                <a:gd name="T24" fmla="*/ 0 w 439"/>
                <a:gd name="T25" fmla="*/ 1 h 260"/>
                <a:gd name="T26" fmla="*/ 0 w 439"/>
                <a:gd name="T27" fmla="*/ 1 h 260"/>
                <a:gd name="T28" fmla="*/ 0 w 439"/>
                <a:gd name="T29" fmla="*/ 1 h 260"/>
                <a:gd name="T30" fmla="*/ 0 w 439"/>
                <a:gd name="T31" fmla="*/ 2 h 260"/>
                <a:gd name="T32" fmla="*/ 0 w 439"/>
                <a:gd name="T33" fmla="*/ 2 h 260"/>
                <a:gd name="T34" fmla="*/ 0 w 439"/>
                <a:gd name="T35" fmla="*/ 2 h 260"/>
                <a:gd name="T36" fmla="*/ 0 w 439"/>
                <a:gd name="T37" fmla="*/ 2 h 260"/>
                <a:gd name="T38" fmla="*/ 0 w 439"/>
                <a:gd name="T39" fmla="*/ 2 h 260"/>
                <a:gd name="T40" fmla="*/ 0 w 439"/>
                <a:gd name="T41" fmla="*/ 2 h 260"/>
                <a:gd name="T42" fmla="*/ 0 w 439"/>
                <a:gd name="T43" fmla="*/ 1 h 260"/>
                <a:gd name="T44" fmla="*/ 0 w 439"/>
                <a:gd name="T45" fmla="*/ 1 h 260"/>
                <a:gd name="T46" fmla="*/ 1 w 439"/>
                <a:gd name="T47" fmla="*/ 1 h 260"/>
                <a:gd name="T48" fmla="*/ 1 w 439"/>
                <a:gd name="T49" fmla="*/ 1 h 260"/>
                <a:gd name="T50" fmla="*/ 1 w 439"/>
                <a:gd name="T51" fmla="*/ 1 h 260"/>
                <a:gd name="T52" fmla="*/ 1 w 439"/>
                <a:gd name="T53" fmla="*/ 1 h 260"/>
                <a:gd name="T54" fmla="*/ 1 w 439"/>
                <a:gd name="T55" fmla="*/ 1 h 260"/>
                <a:gd name="T56" fmla="*/ 2 w 439"/>
                <a:gd name="T57" fmla="*/ 0 h 260"/>
                <a:gd name="T58" fmla="*/ 2 w 439"/>
                <a:gd name="T59" fmla="*/ 0 h 260"/>
                <a:gd name="T60" fmla="*/ 2 w 439"/>
                <a:gd name="T61" fmla="*/ 0 h 260"/>
                <a:gd name="T62" fmla="*/ 3 w 439"/>
                <a:gd name="T63" fmla="*/ 0 h 260"/>
                <a:gd name="T64" fmla="*/ 3 w 439"/>
                <a:gd name="T65" fmla="*/ 0 h 260"/>
                <a:gd name="T66" fmla="*/ 3 w 439"/>
                <a:gd name="T67" fmla="*/ 0 h 260"/>
                <a:gd name="T68" fmla="*/ 4 w 439"/>
                <a:gd name="T69" fmla="*/ 0 h 260"/>
                <a:gd name="T70" fmla="*/ 4 w 439"/>
                <a:gd name="T71" fmla="*/ 0 h 260"/>
                <a:gd name="T72" fmla="*/ 4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439" y="0"/>
                  </a:moveTo>
                  <a:lnTo>
                    <a:pt x="439" y="0"/>
                  </a:lnTo>
                  <a:lnTo>
                    <a:pt x="395" y="1"/>
                  </a:lnTo>
                  <a:lnTo>
                    <a:pt x="351" y="4"/>
                  </a:lnTo>
                  <a:lnTo>
                    <a:pt x="310" y="11"/>
                  </a:lnTo>
                  <a:lnTo>
                    <a:pt x="270" y="19"/>
                  </a:lnTo>
                  <a:lnTo>
                    <a:pt x="231" y="30"/>
                  </a:lnTo>
                  <a:lnTo>
                    <a:pt x="195" y="43"/>
                  </a:lnTo>
                  <a:lnTo>
                    <a:pt x="162" y="58"/>
                  </a:lnTo>
                  <a:lnTo>
                    <a:pt x="130" y="73"/>
                  </a:lnTo>
                  <a:lnTo>
                    <a:pt x="102" y="93"/>
                  </a:lnTo>
                  <a:lnTo>
                    <a:pt x="76" y="113"/>
                  </a:lnTo>
                  <a:lnTo>
                    <a:pt x="54" y="133"/>
                  </a:lnTo>
                  <a:lnTo>
                    <a:pt x="35" y="157"/>
                  </a:lnTo>
                  <a:lnTo>
                    <a:pt x="20" y="181"/>
                  </a:lnTo>
                  <a:lnTo>
                    <a:pt x="10" y="206"/>
                  </a:lnTo>
                  <a:lnTo>
                    <a:pt x="3" y="233"/>
                  </a:lnTo>
                  <a:lnTo>
                    <a:pt x="0" y="260"/>
                  </a:lnTo>
                  <a:lnTo>
                    <a:pt x="12" y="260"/>
                  </a:lnTo>
                  <a:lnTo>
                    <a:pt x="14" y="235"/>
                  </a:lnTo>
                  <a:lnTo>
                    <a:pt x="21" y="211"/>
                  </a:lnTo>
                  <a:lnTo>
                    <a:pt x="32" y="186"/>
                  </a:lnTo>
                  <a:lnTo>
                    <a:pt x="45" y="164"/>
                  </a:lnTo>
                  <a:lnTo>
                    <a:pt x="64" y="143"/>
                  </a:lnTo>
                  <a:lnTo>
                    <a:pt x="84" y="123"/>
                  </a:lnTo>
                  <a:lnTo>
                    <a:pt x="109" y="103"/>
                  </a:lnTo>
                  <a:lnTo>
                    <a:pt x="137" y="85"/>
                  </a:lnTo>
                  <a:lnTo>
                    <a:pt x="167" y="70"/>
                  </a:lnTo>
                  <a:lnTo>
                    <a:pt x="200" y="55"/>
                  </a:lnTo>
                  <a:lnTo>
                    <a:pt x="236" y="42"/>
                  </a:lnTo>
                  <a:lnTo>
                    <a:pt x="272" y="31"/>
                  </a:lnTo>
                  <a:lnTo>
                    <a:pt x="312" y="23"/>
                  </a:lnTo>
                  <a:lnTo>
                    <a:pt x="353" y="16"/>
                  </a:lnTo>
                  <a:lnTo>
                    <a:pt x="395" y="12"/>
                  </a:lnTo>
                  <a:lnTo>
                    <a:pt x="439" y="11"/>
                  </a:lnTo>
                  <a:lnTo>
                    <a:pt x="439"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9910" name="Freeform 52"/>
            <p:cNvSpPr>
              <a:spLocks/>
            </p:cNvSpPr>
            <p:nvPr/>
          </p:nvSpPr>
          <p:spPr bwMode="auto">
            <a:xfrm>
              <a:off x="964" y="1745"/>
              <a:ext cx="48" cy="85"/>
            </a:xfrm>
            <a:custGeom>
              <a:avLst/>
              <a:gdLst>
                <a:gd name="T0" fmla="*/ 2 w 244"/>
                <a:gd name="T1" fmla="*/ 3 h 426"/>
                <a:gd name="T2" fmla="*/ 2 w 244"/>
                <a:gd name="T3" fmla="*/ 3 h 426"/>
                <a:gd name="T4" fmla="*/ 2 w 244"/>
                <a:gd name="T5" fmla="*/ 3 h 426"/>
                <a:gd name="T6" fmla="*/ 2 w 244"/>
                <a:gd name="T7" fmla="*/ 3 h 426"/>
                <a:gd name="T8" fmla="*/ 2 w 244"/>
                <a:gd name="T9" fmla="*/ 2 h 426"/>
                <a:gd name="T10" fmla="*/ 2 w 244"/>
                <a:gd name="T11" fmla="*/ 2 h 426"/>
                <a:gd name="T12" fmla="*/ 2 w 244"/>
                <a:gd name="T13" fmla="*/ 2 h 426"/>
                <a:gd name="T14" fmla="*/ 2 w 244"/>
                <a:gd name="T15" fmla="*/ 2 h 426"/>
                <a:gd name="T16" fmla="*/ 1 w 244"/>
                <a:gd name="T17" fmla="*/ 1 h 426"/>
                <a:gd name="T18" fmla="*/ 1 w 244"/>
                <a:gd name="T19" fmla="*/ 1 h 426"/>
                <a:gd name="T20" fmla="*/ 1 w 244"/>
                <a:gd name="T21" fmla="*/ 1 h 426"/>
                <a:gd name="T22" fmla="*/ 1 w 244"/>
                <a:gd name="T23" fmla="*/ 1 h 426"/>
                <a:gd name="T24" fmla="*/ 1 w 244"/>
                <a:gd name="T25" fmla="*/ 0 h 426"/>
                <a:gd name="T26" fmla="*/ 1 w 244"/>
                <a:gd name="T27" fmla="*/ 0 h 426"/>
                <a:gd name="T28" fmla="*/ 1 w 244"/>
                <a:gd name="T29" fmla="*/ 0 h 426"/>
                <a:gd name="T30" fmla="*/ 0 w 244"/>
                <a:gd name="T31" fmla="*/ 0 h 426"/>
                <a:gd name="T32" fmla="*/ 0 w 244"/>
                <a:gd name="T33" fmla="*/ 0 h 426"/>
                <a:gd name="T34" fmla="*/ 0 w 244"/>
                <a:gd name="T35" fmla="*/ 0 h 426"/>
                <a:gd name="T36" fmla="*/ 0 w 244"/>
                <a:gd name="T37" fmla="*/ 0 h 426"/>
                <a:gd name="T38" fmla="*/ 0 w 244"/>
                <a:gd name="T39" fmla="*/ 0 h 426"/>
                <a:gd name="T40" fmla="*/ 0 w 244"/>
                <a:gd name="T41" fmla="*/ 0 h 426"/>
                <a:gd name="T42" fmla="*/ 1 w 244"/>
                <a:gd name="T43" fmla="*/ 0 h 426"/>
                <a:gd name="T44" fmla="*/ 1 w 244"/>
                <a:gd name="T45" fmla="*/ 0 h 426"/>
                <a:gd name="T46" fmla="*/ 1 w 244"/>
                <a:gd name="T47" fmla="*/ 0 h 426"/>
                <a:gd name="T48" fmla="*/ 1 w 244"/>
                <a:gd name="T49" fmla="*/ 1 h 426"/>
                <a:gd name="T50" fmla="*/ 1 w 244"/>
                <a:gd name="T51" fmla="*/ 1 h 426"/>
                <a:gd name="T52" fmla="*/ 1 w 244"/>
                <a:gd name="T53" fmla="*/ 1 h 426"/>
                <a:gd name="T54" fmla="*/ 1 w 244"/>
                <a:gd name="T55" fmla="*/ 1 h 426"/>
                <a:gd name="T56" fmla="*/ 1 w 244"/>
                <a:gd name="T57" fmla="*/ 2 h 426"/>
                <a:gd name="T58" fmla="*/ 2 w 244"/>
                <a:gd name="T59" fmla="*/ 2 h 426"/>
                <a:gd name="T60" fmla="*/ 2 w 244"/>
                <a:gd name="T61" fmla="*/ 2 h 426"/>
                <a:gd name="T62" fmla="*/ 2 w 244"/>
                <a:gd name="T63" fmla="*/ 2 h 426"/>
                <a:gd name="T64" fmla="*/ 2 w 244"/>
                <a:gd name="T65" fmla="*/ 3 h 426"/>
                <a:gd name="T66" fmla="*/ 2 w 244"/>
                <a:gd name="T67" fmla="*/ 3 h 426"/>
                <a:gd name="T68" fmla="*/ 2 w 244"/>
                <a:gd name="T69" fmla="*/ 3 h 426"/>
                <a:gd name="T70" fmla="*/ 2 w 244"/>
                <a:gd name="T71" fmla="*/ 3 h 426"/>
                <a:gd name="T72" fmla="*/ 2 w 244"/>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6"/>
                <a:gd name="T113" fmla="*/ 244 w 244"/>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6">
                  <a:moveTo>
                    <a:pt x="244" y="426"/>
                  </a:moveTo>
                  <a:lnTo>
                    <a:pt x="244" y="426"/>
                  </a:lnTo>
                  <a:lnTo>
                    <a:pt x="243" y="383"/>
                  </a:lnTo>
                  <a:lnTo>
                    <a:pt x="240" y="340"/>
                  </a:lnTo>
                  <a:lnTo>
                    <a:pt x="234" y="300"/>
                  </a:lnTo>
                  <a:lnTo>
                    <a:pt x="226" y="262"/>
                  </a:lnTo>
                  <a:lnTo>
                    <a:pt x="215" y="224"/>
                  </a:lnTo>
                  <a:lnTo>
                    <a:pt x="203" y="189"/>
                  </a:lnTo>
                  <a:lnTo>
                    <a:pt x="189" y="157"/>
                  </a:lnTo>
                  <a:lnTo>
                    <a:pt x="174" y="126"/>
                  </a:lnTo>
                  <a:lnTo>
                    <a:pt x="155" y="99"/>
                  </a:lnTo>
                  <a:lnTo>
                    <a:pt x="138" y="74"/>
                  </a:lnTo>
                  <a:lnTo>
                    <a:pt x="118" y="52"/>
                  </a:lnTo>
                  <a:lnTo>
                    <a:pt x="96" y="34"/>
                  </a:lnTo>
                  <a:lnTo>
                    <a:pt x="73" y="19"/>
                  </a:lnTo>
                  <a:lnTo>
                    <a:pt x="50" y="8"/>
                  </a:lnTo>
                  <a:lnTo>
                    <a:pt x="25" y="2"/>
                  </a:lnTo>
                  <a:lnTo>
                    <a:pt x="0" y="0"/>
                  </a:lnTo>
                  <a:lnTo>
                    <a:pt x="0" y="12"/>
                  </a:lnTo>
                  <a:lnTo>
                    <a:pt x="23" y="14"/>
                  </a:lnTo>
                  <a:lnTo>
                    <a:pt x="45" y="20"/>
                  </a:lnTo>
                  <a:lnTo>
                    <a:pt x="66" y="31"/>
                  </a:lnTo>
                  <a:lnTo>
                    <a:pt x="89" y="43"/>
                  </a:lnTo>
                  <a:lnTo>
                    <a:pt x="109" y="61"/>
                  </a:lnTo>
                  <a:lnTo>
                    <a:pt x="129" y="81"/>
                  </a:lnTo>
                  <a:lnTo>
                    <a:pt x="146" y="106"/>
                  </a:lnTo>
                  <a:lnTo>
                    <a:pt x="162" y="133"/>
                  </a:lnTo>
                  <a:lnTo>
                    <a:pt x="178" y="162"/>
                  </a:lnTo>
                  <a:lnTo>
                    <a:pt x="192" y="194"/>
                  </a:lnTo>
                  <a:lnTo>
                    <a:pt x="203" y="229"/>
                  </a:lnTo>
                  <a:lnTo>
                    <a:pt x="214" y="264"/>
                  </a:lnTo>
                  <a:lnTo>
                    <a:pt x="222" y="303"/>
                  </a:lnTo>
                  <a:lnTo>
                    <a:pt x="228" y="342"/>
                  </a:lnTo>
                  <a:lnTo>
                    <a:pt x="232" y="383"/>
                  </a:lnTo>
                  <a:lnTo>
                    <a:pt x="233" y="426"/>
                  </a:lnTo>
                  <a:lnTo>
                    <a:pt x="244"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9911" name="Freeform 53"/>
            <p:cNvSpPr>
              <a:spLocks/>
            </p:cNvSpPr>
            <p:nvPr/>
          </p:nvSpPr>
          <p:spPr bwMode="auto">
            <a:xfrm>
              <a:off x="964" y="1830"/>
              <a:ext cx="48" cy="85"/>
            </a:xfrm>
            <a:custGeom>
              <a:avLst/>
              <a:gdLst>
                <a:gd name="T0" fmla="*/ 0 w 244"/>
                <a:gd name="T1" fmla="*/ 3 h 424"/>
                <a:gd name="T2" fmla="*/ 0 w 244"/>
                <a:gd name="T3" fmla="*/ 3 h 424"/>
                <a:gd name="T4" fmla="*/ 0 w 244"/>
                <a:gd name="T5" fmla="*/ 3 h 424"/>
                <a:gd name="T6" fmla="*/ 0 w 244"/>
                <a:gd name="T7" fmla="*/ 3 h 424"/>
                <a:gd name="T8" fmla="*/ 1 w 244"/>
                <a:gd name="T9" fmla="*/ 3 h 424"/>
                <a:gd name="T10" fmla="*/ 1 w 244"/>
                <a:gd name="T11" fmla="*/ 3 h 424"/>
                <a:gd name="T12" fmla="*/ 1 w 244"/>
                <a:gd name="T13" fmla="*/ 3 h 424"/>
                <a:gd name="T14" fmla="*/ 1 w 244"/>
                <a:gd name="T15" fmla="*/ 3 h 424"/>
                <a:gd name="T16" fmla="*/ 1 w 244"/>
                <a:gd name="T17" fmla="*/ 3 h 424"/>
                <a:gd name="T18" fmla="*/ 1 w 244"/>
                <a:gd name="T19" fmla="*/ 2 h 424"/>
                <a:gd name="T20" fmla="*/ 1 w 244"/>
                <a:gd name="T21" fmla="*/ 2 h 424"/>
                <a:gd name="T22" fmla="*/ 2 w 244"/>
                <a:gd name="T23" fmla="*/ 2 h 424"/>
                <a:gd name="T24" fmla="*/ 2 w 244"/>
                <a:gd name="T25" fmla="*/ 2 h 424"/>
                <a:gd name="T26" fmla="*/ 2 w 244"/>
                <a:gd name="T27" fmla="*/ 1 h 424"/>
                <a:gd name="T28" fmla="*/ 2 w 244"/>
                <a:gd name="T29" fmla="*/ 1 h 424"/>
                <a:gd name="T30" fmla="*/ 2 w 244"/>
                <a:gd name="T31" fmla="*/ 1 h 424"/>
                <a:gd name="T32" fmla="*/ 2 w 244"/>
                <a:gd name="T33" fmla="*/ 0 h 424"/>
                <a:gd name="T34" fmla="*/ 2 w 244"/>
                <a:gd name="T35" fmla="*/ 0 h 424"/>
                <a:gd name="T36" fmla="*/ 2 w 244"/>
                <a:gd name="T37" fmla="*/ 0 h 424"/>
                <a:gd name="T38" fmla="*/ 2 w 244"/>
                <a:gd name="T39" fmla="*/ 0 h 424"/>
                <a:gd name="T40" fmla="*/ 2 w 244"/>
                <a:gd name="T41" fmla="*/ 1 h 424"/>
                <a:gd name="T42" fmla="*/ 2 w 244"/>
                <a:gd name="T43" fmla="*/ 1 h 424"/>
                <a:gd name="T44" fmla="*/ 2 w 244"/>
                <a:gd name="T45" fmla="*/ 1 h 424"/>
                <a:gd name="T46" fmla="*/ 2 w 244"/>
                <a:gd name="T47" fmla="*/ 2 h 424"/>
                <a:gd name="T48" fmla="*/ 1 w 244"/>
                <a:gd name="T49" fmla="*/ 2 h 424"/>
                <a:gd name="T50" fmla="*/ 1 w 244"/>
                <a:gd name="T51" fmla="*/ 2 h 424"/>
                <a:gd name="T52" fmla="*/ 1 w 244"/>
                <a:gd name="T53" fmla="*/ 2 h 424"/>
                <a:gd name="T54" fmla="*/ 1 w 244"/>
                <a:gd name="T55" fmla="*/ 3 h 424"/>
                <a:gd name="T56" fmla="*/ 1 w 244"/>
                <a:gd name="T57" fmla="*/ 3 h 424"/>
                <a:gd name="T58" fmla="*/ 1 w 244"/>
                <a:gd name="T59" fmla="*/ 3 h 424"/>
                <a:gd name="T60" fmla="*/ 1 w 244"/>
                <a:gd name="T61" fmla="*/ 3 h 424"/>
                <a:gd name="T62" fmla="*/ 1 w 244"/>
                <a:gd name="T63" fmla="*/ 3 h 424"/>
                <a:gd name="T64" fmla="*/ 0 w 244"/>
                <a:gd name="T65" fmla="*/ 3 h 424"/>
                <a:gd name="T66" fmla="*/ 0 w 244"/>
                <a:gd name="T67" fmla="*/ 3 h 424"/>
                <a:gd name="T68" fmla="*/ 0 w 244"/>
                <a:gd name="T69" fmla="*/ 3 h 424"/>
                <a:gd name="T70" fmla="*/ 0 w 244"/>
                <a:gd name="T71" fmla="*/ 3 h 424"/>
                <a:gd name="T72" fmla="*/ 0 w 244"/>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4"/>
                <a:gd name="T113" fmla="*/ 244 w 244"/>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4">
                  <a:moveTo>
                    <a:pt x="0" y="424"/>
                  </a:moveTo>
                  <a:lnTo>
                    <a:pt x="0" y="424"/>
                  </a:lnTo>
                  <a:lnTo>
                    <a:pt x="25" y="422"/>
                  </a:lnTo>
                  <a:lnTo>
                    <a:pt x="50" y="416"/>
                  </a:lnTo>
                  <a:lnTo>
                    <a:pt x="73" y="405"/>
                  </a:lnTo>
                  <a:lnTo>
                    <a:pt x="96" y="390"/>
                  </a:lnTo>
                  <a:lnTo>
                    <a:pt x="118" y="373"/>
                  </a:lnTo>
                  <a:lnTo>
                    <a:pt x="138" y="350"/>
                  </a:lnTo>
                  <a:lnTo>
                    <a:pt x="155" y="326"/>
                  </a:lnTo>
                  <a:lnTo>
                    <a:pt x="173" y="299"/>
                  </a:lnTo>
                  <a:lnTo>
                    <a:pt x="189" y="268"/>
                  </a:lnTo>
                  <a:lnTo>
                    <a:pt x="203" y="235"/>
                  </a:lnTo>
                  <a:lnTo>
                    <a:pt x="215" y="201"/>
                  </a:lnTo>
                  <a:lnTo>
                    <a:pt x="226" y="163"/>
                  </a:lnTo>
                  <a:lnTo>
                    <a:pt x="234" y="125"/>
                  </a:lnTo>
                  <a:lnTo>
                    <a:pt x="240" y="85"/>
                  </a:lnTo>
                  <a:lnTo>
                    <a:pt x="243" y="42"/>
                  </a:lnTo>
                  <a:lnTo>
                    <a:pt x="244" y="0"/>
                  </a:lnTo>
                  <a:lnTo>
                    <a:pt x="233" y="0"/>
                  </a:lnTo>
                  <a:lnTo>
                    <a:pt x="232" y="42"/>
                  </a:lnTo>
                  <a:lnTo>
                    <a:pt x="228" y="83"/>
                  </a:lnTo>
                  <a:lnTo>
                    <a:pt x="222" y="123"/>
                  </a:lnTo>
                  <a:lnTo>
                    <a:pt x="214" y="160"/>
                  </a:lnTo>
                  <a:lnTo>
                    <a:pt x="203" y="197"/>
                  </a:lnTo>
                  <a:lnTo>
                    <a:pt x="192" y="231"/>
                  </a:lnTo>
                  <a:lnTo>
                    <a:pt x="178" y="263"/>
                  </a:lnTo>
                  <a:lnTo>
                    <a:pt x="164" y="292"/>
                  </a:lnTo>
                  <a:lnTo>
                    <a:pt x="146" y="319"/>
                  </a:lnTo>
                  <a:lnTo>
                    <a:pt x="129" y="343"/>
                  </a:lnTo>
                  <a:lnTo>
                    <a:pt x="109" y="363"/>
                  </a:lnTo>
                  <a:lnTo>
                    <a:pt x="89" y="381"/>
                  </a:lnTo>
                  <a:lnTo>
                    <a:pt x="66" y="394"/>
                  </a:lnTo>
                  <a:lnTo>
                    <a:pt x="45" y="404"/>
                  </a:lnTo>
                  <a:lnTo>
                    <a:pt x="23" y="410"/>
                  </a:lnTo>
                  <a:lnTo>
                    <a:pt x="0" y="412"/>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9912" name="Freeform 54"/>
            <p:cNvSpPr>
              <a:spLocks/>
            </p:cNvSpPr>
            <p:nvPr/>
          </p:nvSpPr>
          <p:spPr bwMode="auto">
            <a:xfrm>
              <a:off x="915" y="1830"/>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1" y="42"/>
                  </a:lnTo>
                  <a:lnTo>
                    <a:pt x="4" y="85"/>
                  </a:lnTo>
                  <a:lnTo>
                    <a:pt x="10" y="125"/>
                  </a:lnTo>
                  <a:lnTo>
                    <a:pt x="19" y="163"/>
                  </a:lnTo>
                  <a:lnTo>
                    <a:pt x="29" y="201"/>
                  </a:lnTo>
                  <a:lnTo>
                    <a:pt x="41" y="235"/>
                  </a:lnTo>
                  <a:lnTo>
                    <a:pt x="55" y="268"/>
                  </a:lnTo>
                  <a:lnTo>
                    <a:pt x="71" y="299"/>
                  </a:lnTo>
                  <a:lnTo>
                    <a:pt x="89" y="326"/>
                  </a:lnTo>
                  <a:lnTo>
                    <a:pt x="106" y="350"/>
                  </a:lnTo>
                  <a:lnTo>
                    <a:pt x="126" y="373"/>
                  </a:lnTo>
                  <a:lnTo>
                    <a:pt x="149" y="390"/>
                  </a:lnTo>
                  <a:lnTo>
                    <a:pt x="171" y="405"/>
                  </a:lnTo>
                  <a:lnTo>
                    <a:pt x="194" y="416"/>
                  </a:lnTo>
                  <a:lnTo>
                    <a:pt x="219" y="422"/>
                  </a:lnTo>
                  <a:lnTo>
                    <a:pt x="245" y="424"/>
                  </a:lnTo>
                  <a:lnTo>
                    <a:pt x="245" y="412"/>
                  </a:lnTo>
                  <a:lnTo>
                    <a:pt x="221" y="410"/>
                  </a:lnTo>
                  <a:lnTo>
                    <a:pt x="199" y="404"/>
                  </a:lnTo>
                  <a:lnTo>
                    <a:pt x="178" y="394"/>
                  </a:lnTo>
                  <a:lnTo>
                    <a:pt x="156" y="381"/>
                  </a:lnTo>
                  <a:lnTo>
                    <a:pt x="136" y="363"/>
                  </a:lnTo>
                  <a:lnTo>
                    <a:pt x="116" y="343"/>
                  </a:lnTo>
                  <a:lnTo>
                    <a:pt x="98" y="319"/>
                  </a:lnTo>
                  <a:lnTo>
                    <a:pt x="81" y="292"/>
                  </a:lnTo>
                  <a:lnTo>
                    <a:pt x="67" y="263"/>
                  </a:lnTo>
                  <a:lnTo>
                    <a:pt x="52" y="231"/>
                  </a:lnTo>
                  <a:lnTo>
                    <a:pt x="41" y="197"/>
                  </a:lnTo>
                  <a:lnTo>
                    <a:pt x="30" y="160"/>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9913" name="Freeform 55"/>
            <p:cNvSpPr>
              <a:spLocks/>
            </p:cNvSpPr>
            <p:nvPr/>
          </p:nvSpPr>
          <p:spPr bwMode="auto">
            <a:xfrm>
              <a:off x="915" y="1745"/>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0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19" y="2"/>
                  </a:lnTo>
                  <a:lnTo>
                    <a:pt x="194" y="8"/>
                  </a:lnTo>
                  <a:lnTo>
                    <a:pt x="171" y="19"/>
                  </a:lnTo>
                  <a:lnTo>
                    <a:pt x="149" y="34"/>
                  </a:lnTo>
                  <a:lnTo>
                    <a:pt x="126" y="52"/>
                  </a:lnTo>
                  <a:lnTo>
                    <a:pt x="106" y="74"/>
                  </a:lnTo>
                  <a:lnTo>
                    <a:pt x="89" y="99"/>
                  </a:lnTo>
                  <a:lnTo>
                    <a:pt x="70" y="126"/>
                  </a:lnTo>
                  <a:lnTo>
                    <a:pt x="55" y="157"/>
                  </a:lnTo>
                  <a:lnTo>
                    <a:pt x="41" y="189"/>
                  </a:lnTo>
                  <a:lnTo>
                    <a:pt x="29" y="224"/>
                  </a:lnTo>
                  <a:lnTo>
                    <a:pt x="19" y="262"/>
                  </a:lnTo>
                  <a:lnTo>
                    <a:pt x="10" y="300"/>
                  </a:lnTo>
                  <a:lnTo>
                    <a:pt x="4" y="340"/>
                  </a:lnTo>
                  <a:lnTo>
                    <a:pt x="1" y="383"/>
                  </a:lnTo>
                  <a:lnTo>
                    <a:pt x="0" y="426"/>
                  </a:lnTo>
                  <a:lnTo>
                    <a:pt x="11" y="426"/>
                  </a:lnTo>
                  <a:lnTo>
                    <a:pt x="13" y="383"/>
                  </a:lnTo>
                  <a:lnTo>
                    <a:pt x="16" y="342"/>
                  </a:lnTo>
                  <a:lnTo>
                    <a:pt x="22" y="303"/>
                  </a:lnTo>
                  <a:lnTo>
                    <a:pt x="30" y="264"/>
                  </a:lnTo>
                  <a:lnTo>
                    <a:pt x="41" y="229"/>
                  </a:lnTo>
                  <a:lnTo>
                    <a:pt x="52" y="194"/>
                  </a:lnTo>
                  <a:lnTo>
                    <a:pt x="67" y="162"/>
                  </a:lnTo>
                  <a:lnTo>
                    <a:pt x="82" y="133"/>
                  </a:lnTo>
                  <a:lnTo>
                    <a:pt x="98" y="106"/>
                  </a:lnTo>
                  <a:lnTo>
                    <a:pt x="116" y="81"/>
                  </a:lnTo>
                  <a:lnTo>
                    <a:pt x="136" y="61"/>
                  </a:lnTo>
                  <a:lnTo>
                    <a:pt x="156" y="43"/>
                  </a:lnTo>
                  <a:lnTo>
                    <a:pt x="178" y="31"/>
                  </a:lnTo>
                  <a:lnTo>
                    <a:pt x="199" y="20"/>
                  </a:lnTo>
                  <a:lnTo>
                    <a:pt x="221"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9914" name="Freeform 56"/>
            <p:cNvSpPr>
              <a:spLocks/>
            </p:cNvSpPr>
            <p:nvPr/>
          </p:nvSpPr>
          <p:spPr bwMode="auto">
            <a:xfrm>
              <a:off x="1140" y="2087"/>
              <a:ext cx="49" cy="85"/>
            </a:xfrm>
            <a:custGeom>
              <a:avLst/>
              <a:gdLst>
                <a:gd name="T0" fmla="*/ 2 w 246"/>
                <a:gd name="T1" fmla="*/ 3 h 424"/>
                <a:gd name="T2" fmla="*/ 2 w 246"/>
                <a:gd name="T3" fmla="*/ 3 h 424"/>
                <a:gd name="T4" fmla="*/ 2 w 246"/>
                <a:gd name="T5" fmla="*/ 3 h 424"/>
                <a:gd name="T6" fmla="*/ 2 w 246"/>
                <a:gd name="T7" fmla="*/ 3 h 424"/>
                <a:gd name="T8" fmla="*/ 2 w 246"/>
                <a:gd name="T9" fmla="*/ 2 h 424"/>
                <a:gd name="T10" fmla="*/ 2 w 246"/>
                <a:gd name="T11" fmla="*/ 2 h 424"/>
                <a:gd name="T12" fmla="*/ 2 w 246"/>
                <a:gd name="T13" fmla="*/ 2 h 424"/>
                <a:gd name="T14" fmla="*/ 2 w 246"/>
                <a:gd name="T15" fmla="*/ 2 h 424"/>
                <a:gd name="T16" fmla="*/ 2 w 246"/>
                <a:gd name="T17" fmla="*/ 1 h 424"/>
                <a:gd name="T18" fmla="*/ 1 w 246"/>
                <a:gd name="T19" fmla="*/ 1 h 424"/>
                <a:gd name="T20" fmla="*/ 1 w 246"/>
                <a:gd name="T21" fmla="*/ 1 h 424"/>
                <a:gd name="T22" fmla="*/ 1 w 246"/>
                <a:gd name="T23" fmla="*/ 1 h 424"/>
                <a:gd name="T24" fmla="*/ 1 w 246"/>
                <a:gd name="T25" fmla="*/ 0 h 424"/>
                <a:gd name="T26" fmla="*/ 1 w 246"/>
                <a:gd name="T27" fmla="*/ 0 h 424"/>
                <a:gd name="T28" fmla="*/ 1 w 246"/>
                <a:gd name="T29" fmla="*/ 0 h 424"/>
                <a:gd name="T30" fmla="*/ 0 w 246"/>
                <a:gd name="T31" fmla="*/ 0 h 424"/>
                <a:gd name="T32" fmla="*/ 0 w 246"/>
                <a:gd name="T33" fmla="*/ 0 h 424"/>
                <a:gd name="T34" fmla="*/ 0 w 246"/>
                <a:gd name="T35" fmla="*/ 0 h 424"/>
                <a:gd name="T36" fmla="*/ 0 w 246"/>
                <a:gd name="T37" fmla="*/ 0 h 424"/>
                <a:gd name="T38" fmla="*/ 0 w 246"/>
                <a:gd name="T39" fmla="*/ 0 h 424"/>
                <a:gd name="T40" fmla="*/ 0 w 246"/>
                <a:gd name="T41" fmla="*/ 0 h 424"/>
                <a:gd name="T42" fmla="*/ 1 w 246"/>
                <a:gd name="T43" fmla="*/ 0 h 424"/>
                <a:gd name="T44" fmla="*/ 1 w 246"/>
                <a:gd name="T45" fmla="*/ 0 h 424"/>
                <a:gd name="T46" fmla="*/ 1 w 246"/>
                <a:gd name="T47" fmla="*/ 0 h 424"/>
                <a:gd name="T48" fmla="*/ 1 w 246"/>
                <a:gd name="T49" fmla="*/ 1 h 424"/>
                <a:gd name="T50" fmla="*/ 1 w 246"/>
                <a:gd name="T51" fmla="*/ 1 h 424"/>
                <a:gd name="T52" fmla="*/ 1 w 246"/>
                <a:gd name="T53" fmla="*/ 1 h 424"/>
                <a:gd name="T54" fmla="*/ 1 w 246"/>
                <a:gd name="T55" fmla="*/ 1 h 424"/>
                <a:gd name="T56" fmla="*/ 2 w 246"/>
                <a:gd name="T57" fmla="*/ 2 h 424"/>
                <a:gd name="T58" fmla="*/ 2 w 246"/>
                <a:gd name="T59" fmla="*/ 2 h 424"/>
                <a:gd name="T60" fmla="*/ 2 w 246"/>
                <a:gd name="T61" fmla="*/ 2 h 424"/>
                <a:gd name="T62" fmla="*/ 2 w 246"/>
                <a:gd name="T63" fmla="*/ 2 h 424"/>
                <a:gd name="T64" fmla="*/ 2 w 246"/>
                <a:gd name="T65" fmla="*/ 3 h 424"/>
                <a:gd name="T66" fmla="*/ 2 w 246"/>
                <a:gd name="T67" fmla="*/ 3 h 424"/>
                <a:gd name="T68" fmla="*/ 2 w 246"/>
                <a:gd name="T69" fmla="*/ 3 h 424"/>
                <a:gd name="T70" fmla="*/ 2 w 246"/>
                <a:gd name="T71" fmla="*/ 3 h 424"/>
                <a:gd name="T72" fmla="*/ 2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424"/>
                  </a:moveTo>
                  <a:lnTo>
                    <a:pt x="246" y="424"/>
                  </a:lnTo>
                  <a:lnTo>
                    <a:pt x="244" y="382"/>
                  </a:lnTo>
                  <a:lnTo>
                    <a:pt x="241" y="338"/>
                  </a:lnTo>
                  <a:lnTo>
                    <a:pt x="235" y="298"/>
                  </a:lnTo>
                  <a:lnTo>
                    <a:pt x="227" y="261"/>
                  </a:lnTo>
                  <a:lnTo>
                    <a:pt x="216" y="222"/>
                  </a:lnTo>
                  <a:lnTo>
                    <a:pt x="205" y="188"/>
                  </a:lnTo>
                  <a:lnTo>
                    <a:pt x="190" y="155"/>
                  </a:lnTo>
                  <a:lnTo>
                    <a:pt x="174" y="125"/>
                  </a:lnTo>
                  <a:lnTo>
                    <a:pt x="157" y="98"/>
                  </a:lnTo>
                  <a:lnTo>
                    <a:pt x="138" y="73"/>
                  </a:lnTo>
                  <a:lnTo>
                    <a:pt x="118" y="51"/>
                  </a:lnTo>
                  <a:lnTo>
                    <a:pt x="96" y="34"/>
                  </a:lnTo>
                  <a:lnTo>
                    <a:pt x="74" y="18"/>
                  </a:lnTo>
                  <a:lnTo>
                    <a:pt x="50" y="8"/>
                  </a:lnTo>
                  <a:lnTo>
                    <a:pt x="25" y="2"/>
                  </a:lnTo>
                  <a:lnTo>
                    <a:pt x="0" y="0"/>
                  </a:lnTo>
                  <a:lnTo>
                    <a:pt x="0" y="11"/>
                  </a:lnTo>
                  <a:lnTo>
                    <a:pt x="23" y="14"/>
                  </a:lnTo>
                  <a:lnTo>
                    <a:pt x="45" y="19"/>
                  </a:lnTo>
                  <a:lnTo>
                    <a:pt x="67" y="30"/>
                  </a:lnTo>
                  <a:lnTo>
                    <a:pt x="89" y="43"/>
                  </a:lnTo>
                  <a:lnTo>
                    <a:pt x="108" y="60"/>
                  </a:lnTo>
                  <a:lnTo>
                    <a:pt x="128" y="80"/>
                  </a:lnTo>
                  <a:lnTo>
                    <a:pt x="147" y="105"/>
                  </a:lnTo>
                  <a:lnTo>
                    <a:pt x="165" y="132"/>
                  </a:lnTo>
                  <a:lnTo>
                    <a:pt x="179" y="160"/>
                  </a:lnTo>
                  <a:lnTo>
                    <a:pt x="193" y="193"/>
                  </a:lnTo>
                  <a:lnTo>
                    <a:pt x="205" y="227"/>
                  </a:lnTo>
                  <a:lnTo>
                    <a:pt x="215" y="263"/>
                  </a:lnTo>
                  <a:lnTo>
                    <a:pt x="223" y="301"/>
                  </a:lnTo>
                  <a:lnTo>
                    <a:pt x="229" y="341"/>
                  </a:lnTo>
                  <a:lnTo>
                    <a:pt x="233" y="382"/>
                  </a:lnTo>
                  <a:lnTo>
                    <a:pt x="234" y="424"/>
                  </a:lnTo>
                  <a:lnTo>
                    <a:pt x="246"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9915" name="Freeform 57"/>
            <p:cNvSpPr>
              <a:spLocks/>
            </p:cNvSpPr>
            <p:nvPr/>
          </p:nvSpPr>
          <p:spPr bwMode="auto">
            <a:xfrm>
              <a:off x="1140" y="2172"/>
              <a:ext cx="49" cy="85"/>
            </a:xfrm>
            <a:custGeom>
              <a:avLst/>
              <a:gdLst>
                <a:gd name="T0" fmla="*/ 0 w 246"/>
                <a:gd name="T1" fmla="*/ 3 h 426"/>
                <a:gd name="T2" fmla="*/ 0 w 246"/>
                <a:gd name="T3" fmla="*/ 3 h 426"/>
                <a:gd name="T4" fmla="*/ 0 w 246"/>
                <a:gd name="T5" fmla="*/ 3 h 426"/>
                <a:gd name="T6" fmla="*/ 0 w 246"/>
                <a:gd name="T7" fmla="*/ 3 h 426"/>
                <a:gd name="T8" fmla="*/ 1 w 246"/>
                <a:gd name="T9" fmla="*/ 3 h 426"/>
                <a:gd name="T10" fmla="*/ 1 w 246"/>
                <a:gd name="T11" fmla="*/ 3 h 426"/>
                <a:gd name="T12" fmla="*/ 1 w 246"/>
                <a:gd name="T13" fmla="*/ 3 h 426"/>
                <a:gd name="T14" fmla="*/ 1 w 246"/>
                <a:gd name="T15" fmla="*/ 3 h 426"/>
                <a:gd name="T16" fmla="*/ 1 w 246"/>
                <a:gd name="T17" fmla="*/ 3 h 426"/>
                <a:gd name="T18" fmla="*/ 1 w 246"/>
                <a:gd name="T19" fmla="*/ 2 h 426"/>
                <a:gd name="T20" fmla="*/ 2 w 246"/>
                <a:gd name="T21" fmla="*/ 2 h 426"/>
                <a:gd name="T22" fmla="*/ 2 w 246"/>
                <a:gd name="T23" fmla="*/ 2 h 426"/>
                <a:gd name="T24" fmla="*/ 2 w 246"/>
                <a:gd name="T25" fmla="*/ 2 h 426"/>
                <a:gd name="T26" fmla="*/ 2 w 246"/>
                <a:gd name="T27" fmla="*/ 1 h 426"/>
                <a:gd name="T28" fmla="*/ 2 w 246"/>
                <a:gd name="T29" fmla="*/ 1 h 426"/>
                <a:gd name="T30" fmla="*/ 2 w 246"/>
                <a:gd name="T31" fmla="*/ 1 h 426"/>
                <a:gd name="T32" fmla="*/ 2 w 246"/>
                <a:gd name="T33" fmla="*/ 0 h 426"/>
                <a:gd name="T34" fmla="*/ 2 w 246"/>
                <a:gd name="T35" fmla="*/ 0 h 426"/>
                <a:gd name="T36" fmla="*/ 2 w 246"/>
                <a:gd name="T37" fmla="*/ 0 h 426"/>
                <a:gd name="T38" fmla="*/ 2 w 246"/>
                <a:gd name="T39" fmla="*/ 0 h 426"/>
                <a:gd name="T40" fmla="*/ 2 w 246"/>
                <a:gd name="T41" fmla="*/ 1 h 426"/>
                <a:gd name="T42" fmla="*/ 2 w 246"/>
                <a:gd name="T43" fmla="*/ 1 h 426"/>
                <a:gd name="T44" fmla="*/ 2 w 246"/>
                <a:gd name="T45" fmla="*/ 1 h 426"/>
                <a:gd name="T46" fmla="*/ 2 w 246"/>
                <a:gd name="T47" fmla="*/ 2 h 426"/>
                <a:gd name="T48" fmla="*/ 2 w 246"/>
                <a:gd name="T49" fmla="*/ 2 h 426"/>
                <a:gd name="T50" fmla="*/ 1 w 246"/>
                <a:gd name="T51" fmla="*/ 2 h 426"/>
                <a:gd name="T52" fmla="*/ 1 w 246"/>
                <a:gd name="T53" fmla="*/ 2 h 426"/>
                <a:gd name="T54" fmla="*/ 1 w 246"/>
                <a:gd name="T55" fmla="*/ 3 h 426"/>
                <a:gd name="T56" fmla="*/ 1 w 246"/>
                <a:gd name="T57" fmla="*/ 3 h 426"/>
                <a:gd name="T58" fmla="*/ 1 w 246"/>
                <a:gd name="T59" fmla="*/ 3 h 426"/>
                <a:gd name="T60" fmla="*/ 1 w 246"/>
                <a:gd name="T61" fmla="*/ 3 h 426"/>
                <a:gd name="T62" fmla="*/ 1 w 246"/>
                <a:gd name="T63" fmla="*/ 3 h 426"/>
                <a:gd name="T64" fmla="*/ 0 w 246"/>
                <a:gd name="T65" fmla="*/ 3 h 426"/>
                <a:gd name="T66" fmla="*/ 0 w 246"/>
                <a:gd name="T67" fmla="*/ 3 h 426"/>
                <a:gd name="T68" fmla="*/ 0 w 246"/>
                <a:gd name="T69" fmla="*/ 3 h 426"/>
                <a:gd name="T70" fmla="*/ 0 w 246"/>
                <a:gd name="T71" fmla="*/ 3 h 426"/>
                <a:gd name="T72" fmla="*/ 0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426"/>
                  </a:moveTo>
                  <a:lnTo>
                    <a:pt x="0" y="426"/>
                  </a:lnTo>
                  <a:lnTo>
                    <a:pt x="25" y="423"/>
                  </a:lnTo>
                  <a:lnTo>
                    <a:pt x="50" y="417"/>
                  </a:lnTo>
                  <a:lnTo>
                    <a:pt x="74" y="407"/>
                  </a:lnTo>
                  <a:lnTo>
                    <a:pt x="96" y="392"/>
                  </a:lnTo>
                  <a:lnTo>
                    <a:pt x="118" y="373"/>
                  </a:lnTo>
                  <a:lnTo>
                    <a:pt x="138" y="350"/>
                  </a:lnTo>
                  <a:lnTo>
                    <a:pt x="157" y="327"/>
                  </a:lnTo>
                  <a:lnTo>
                    <a:pt x="175" y="299"/>
                  </a:lnTo>
                  <a:lnTo>
                    <a:pt x="190" y="268"/>
                  </a:lnTo>
                  <a:lnTo>
                    <a:pt x="205" y="236"/>
                  </a:lnTo>
                  <a:lnTo>
                    <a:pt x="216" y="202"/>
                  </a:lnTo>
                  <a:lnTo>
                    <a:pt x="227" y="164"/>
                  </a:lnTo>
                  <a:lnTo>
                    <a:pt x="235" y="125"/>
                  </a:lnTo>
                  <a:lnTo>
                    <a:pt x="241" y="86"/>
                  </a:lnTo>
                  <a:lnTo>
                    <a:pt x="244" y="42"/>
                  </a:lnTo>
                  <a:lnTo>
                    <a:pt x="246" y="0"/>
                  </a:lnTo>
                  <a:lnTo>
                    <a:pt x="234" y="0"/>
                  </a:lnTo>
                  <a:lnTo>
                    <a:pt x="233" y="42"/>
                  </a:lnTo>
                  <a:lnTo>
                    <a:pt x="229" y="83"/>
                  </a:lnTo>
                  <a:lnTo>
                    <a:pt x="223" y="123"/>
                  </a:lnTo>
                  <a:lnTo>
                    <a:pt x="215" y="162"/>
                  </a:lnTo>
                  <a:lnTo>
                    <a:pt x="205" y="197"/>
                  </a:lnTo>
                  <a:lnTo>
                    <a:pt x="193" y="231"/>
                  </a:lnTo>
                  <a:lnTo>
                    <a:pt x="179" y="264"/>
                  </a:lnTo>
                  <a:lnTo>
                    <a:pt x="164" y="292"/>
                  </a:lnTo>
                  <a:lnTo>
                    <a:pt x="147" y="320"/>
                  </a:lnTo>
                  <a:lnTo>
                    <a:pt x="128" y="343"/>
                  </a:lnTo>
                  <a:lnTo>
                    <a:pt x="108" y="363"/>
                  </a:lnTo>
                  <a:lnTo>
                    <a:pt x="89" y="382"/>
                  </a:lnTo>
                  <a:lnTo>
                    <a:pt x="67" y="395"/>
                  </a:lnTo>
                  <a:lnTo>
                    <a:pt x="45" y="406"/>
                  </a:lnTo>
                  <a:lnTo>
                    <a:pt x="23" y="411"/>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9916" name="Freeform 58"/>
            <p:cNvSpPr>
              <a:spLocks/>
            </p:cNvSpPr>
            <p:nvPr/>
          </p:nvSpPr>
          <p:spPr bwMode="auto">
            <a:xfrm>
              <a:off x="1091" y="2172"/>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4" y="86"/>
                  </a:lnTo>
                  <a:lnTo>
                    <a:pt x="10" y="125"/>
                  </a:lnTo>
                  <a:lnTo>
                    <a:pt x="18" y="164"/>
                  </a:lnTo>
                  <a:lnTo>
                    <a:pt x="29" y="202"/>
                  </a:lnTo>
                  <a:lnTo>
                    <a:pt x="41" y="236"/>
                  </a:lnTo>
                  <a:lnTo>
                    <a:pt x="55" y="268"/>
                  </a:lnTo>
                  <a:lnTo>
                    <a:pt x="70" y="299"/>
                  </a:lnTo>
                  <a:lnTo>
                    <a:pt x="89" y="327"/>
                  </a:lnTo>
                  <a:lnTo>
                    <a:pt x="106" y="350"/>
                  </a:lnTo>
                  <a:lnTo>
                    <a:pt x="126" y="373"/>
                  </a:lnTo>
                  <a:lnTo>
                    <a:pt x="148" y="392"/>
                  </a:lnTo>
                  <a:lnTo>
                    <a:pt x="171" y="407"/>
                  </a:lnTo>
                  <a:lnTo>
                    <a:pt x="194" y="417"/>
                  </a:lnTo>
                  <a:lnTo>
                    <a:pt x="219" y="423"/>
                  </a:lnTo>
                  <a:lnTo>
                    <a:pt x="245" y="426"/>
                  </a:lnTo>
                  <a:lnTo>
                    <a:pt x="245" y="414"/>
                  </a:lnTo>
                  <a:lnTo>
                    <a:pt x="221" y="411"/>
                  </a:lnTo>
                  <a:lnTo>
                    <a:pt x="199" y="406"/>
                  </a:lnTo>
                  <a:lnTo>
                    <a:pt x="178" y="395"/>
                  </a:lnTo>
                  <a:lnTo>
                    <a:pt x="155" y="382"/>
                  </a:lnTo>
                  <a:lnTo>
                    <a:pt x="136" y="363"/>
                  </a:lnTo>
                  <a:lnTo>
                    <a:pt x="116" y="343"/>
                  </a:lnTo>
                  <a:lnTo>
                    <a:pt x="98" y="320"/>
                  </a:lnTo>
                  <a:lnTo>
                    <a:pt x="82" y="292"/>
                  </a:lnTo>
                  <a:lnTo>
                    <a:pt x="66" y="264"/>
                  </a:lnTo>
                  <a:lnTo>
                    <a:pt x="52" y="231"/>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9917" name="Freeform 59"/>
            <p:cNvSpPr>
              <a:spLocks/>
            </p:cNvSpPr>
            <p:nvPr/>
          </p:nvSpPr>
          <p:spPr bwMode="auto">
            <a:xfrm>
              <a:off x="1091" y="2087"/>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4" y="8"/>
                  </a:lnTo>
                  <a:lnTo>
                    <a:pt x="171" y="18"/>
                  </a:lnTo>
                  <a:lnTo>
                    <a:pt x="148" y="34"/>
                  </a:lnTo>
                  <a:lnTo>
                    <a:pt x="126" y="51"/>
                  </a:lnTo>
                  <a:lnTo>
                    <a:pt x="106" y="73"/>
                  </a:lnTo>
                  <a:lnTo>
                    <a:pt x="89" y="98"/>
                  </a:lnTo>
                  <a:lnTo>
                    <a:pt x="71" y="125"/>
                  </a:lnTo>
                  <a:lnTo>
                    <a:pt x="55" y="155"/>
                  </a:lnTo>
                  <a:lnTo>
                    <a:pt x="41" y="188"/>
                  </a:lnTo>
                  <a:lnTo>
                    <a:pt x="29" y="222"/>
                  </a:lnTo>
                  <a:lnTo>
                    <a:pt x="18" y="261"/>
                  </a:lnTo>
                  <a:lnTo>
                    <a:pt x="10" y="298"/>
                  </a:lnTo>
                  <a:lnTo>
                    <a:pt x="4" y="338"/>
                  </a:lnTo>
                  <a:lnTo>
                    <a:pt x="1" y="382"/>
                  </a:lnTo>
                  <a:lnTo>
                    <a:pt x="0" y="424"/>
                  </a:lnTo>
                  <a:lnTo>
                    <a:pt x="11" y="424"/>
                  </a:lnTo>
                  <a:lnTo>
                    <a:pt x="13" y="382"/>
                  </a:lnTo>
                  <a:lnTo>
                    <a:pt x="16" y="341"/>
                  </a:lnTo>
                  <a:lnTo>
                    <a:pt x="22" y="301"/>
                  </a:lnTo>
                  <a:lnTo>
                    <a:pt x="30" y="263"/>
                  </a:lnTo>
                  <a:lnTo>
                    <a:pt x="41" y="227"/>
                  </a:lnTo>
                  <a:lnTo>
                    <a:pt x="52" y="193"/>
                  </a:lnTo>
                  <a:lnTo>
                    <a:pt x="66" y="160"/>
                  </a:lnTo>
                  <a:lnTo>
                    <a:pt x="80" y="132"/>
                  </a:lnTo>
                  <a:lnTo>
                    <a:pt x="98" y="105"/>
                  </a:lnTo>
                  <a:lnTo>
                    <a:pt x="116" y="80"/>
                  </a:lnTo>
                  <a:lnTo>
                    <a:pt x="136" y="60"/>
                  </a:lnTo>
                  <a:lnTo>
                    <a:pt x="155" y="43"/>
                  </a:lnTo>
                  <a:lnTo>
                    <a:pt x="178" y="30"/>
                  </a:lnTo>
                  <a:lnTo>
                    <a:pt x="199" y="19"/>
                  </a:lnTo>
                  <a:lnTo>
                    <a:pt x="221" y="14"/>
                  </a:lnTo>
                  <a:lnTo>
                    <a:pt x="245" y="11"/>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9918" name="Freeform 60"/>
            <p:cNvSpPr>
              <a:spLocks/>
            </p:cNvSpPr>
            <p:nvPr/>
          </p:nvSpPr>
          <p:spPr bwMode="auto">
            <a:xfrm>
              <a:off x="1392" y="2118"/>
              <a:ext cx="49" cy="85"/>
            </a:xfrm>
            <a:custGeom>
              <a:avLst/>
              <a:gdLst>
                <a:gd name="T0" fmla="*/ 2 w 246"/>
                <a:gd name="T1" fmla="*/ 3 h 426"/>
                <a:gd name="T2" fmla="*/ 2 w 246"/>
                <a:gd name="T3" fmla="*/ 3 h 426"/>
                <a:gd name="T4" fmla="*/ 2 w 246"/>
                <a:gd name="T5" fmla="*/ 3 h 426"/>
                <a:gd name="T6" fmla="*/ 2 w 246"/>
                <a:gd name="T7" fmla="*/ 3 h 426"/>
                <a:gd name="T8" fmla="*/ 2 w 246"/>
                <a:gd name="T9" fmla="*/ 2 h 426"/>
                <a:gd name="T10" fmla="*/ 2 w 246"/>
                <a:gd name="T11" fmla="*/ 2 h 426"/>
                <a:gd name="T12" fmla="*/ 2 w 246"/>
                <a:gd name="T13" fmla="*/ 2 h 426"/>
                <a:gd name="T14" fmla="*/ 2 w 246"/>
                <a:gd name="T15" fmla="*/ 2 h 426"/>
                <a:gd name="T16" fmla="*/ 2 w 246"/>
                <a:gd name="T17" fmla="*/ 1 h 426"/>
                <a:gd name="T18" fmla="*/ 1 w 246"/>
                <a:gd name="T19" fmla="*/ 1 h 426"/>
                <a:gd name="T20" fmla="*/ 1 w 246"/>
                <a:gd name="T21" fmla="*/ 1 h 426"/>
                <a:gd name="T22" fmla="*/ 1 w 246"/>
                <a:gd name="T23" fmla="*/ 1 h 426"/>
                <a:gd name="T24" fmla="*/ 1 w 246"/>
                <a:gd name="T25" fmla="*/ 0 h 426"/>
                <a:gd name="T26" fmla="*/ 1 w 246"/>
                <a:gd name="T27" fmla="*/ 0 h 426"/>
                <a:gd name="T28" fmla="*/ 1 w 246"/>
                <a:gd name="T29" fmla="*/ 0 h 426"/>
                <a:gd name="T30" fmla="*/ 0 w 246"/>
                <a:gd name="T31" fmla="*/ 0 h 426"/>
                <a:gd name="T32" fmla="*/ 0 w 246"/>
                <a:gd name="T33" fmla="*/ 0 h 426"/>
                <a:gd name="T34" fmla="*/ 0 w 246"/>
                <a:gd name="T35" fmla="*/ 0 h 426"/>
                <a:gd name="T36" fmla="*/ 0 w 246"/>
                <a:gd name="T37" fmla="*/ 0 h 426"/>
                <a:gd name="T38" fmla="*/ 0 w 246"/>
                <a:gd name="T39" fmla="*/ 0 h 426"/>
                <a:gd name="T40" fmla="*/ 0 w 246"/>
                <a:gd name="T41" fmla="*/ 0 h 426"/>
                <a:gd name="T42" fmla="*/ 1 w 246"/>
                <a:gd name="T43" fmla="*/ 0 h 426"/>
                <a:gd name="T44" fmla="*/ 1 w 246"/>
                <a:gd name="T45" fmla="*/ 0 h 426"/>
                <a:gd name="T46" fmla="*/ 1 w 246"/>
                <a:gd name="T47" fmla="*/ 1 h 426"/>
                <a:gd name="T48" fmla="*/ 1 w 246"/>
                <a:gd name="T49" fmla="*/ 1 h 426"/>
                <a:gd name="T50" fmla="*/ 1 w 246"/>
                <a:gd name="T51" fmla="*/ 1 h 426"/>
                <a:gd name="T52" fmla="*/ 1 w 246"/>
                <a:gd name="T53" fmla="*/ 1 h 426"/>
                <a:gd name="T54" fmla="*/ 1 w 246"/>
                <a:gd name="T55" fmla="*/ 1 h 426"/>
                <a:gd name="T56" fmla="*/ 2 w 246"/>
                <a:gd name="T57" fmla="*/ 2 h 426"/>
                <a:gd name="T58" fmla="*/ 2 w 246"/>
                <a:gd name="T59" fmla="*/ 2 h 426"/>
                <a:gd name="T60" fmla="*/ 2 w 246"/>
                <a:gd name="T61" fmla="*/ 2 h 426"/>
                <a:gd name="T62" fmla="*/ 2 w 246"/>
                <a:gd name="T63" fmla="*/ 2 h 426"/>
                <a:gd name="T64" fmla="*/ 2 w 246"/>
                <a:gd name="T65" fmla="*/ 3 h 426"/>
                <a:gd name="T66" fmla="*/ 2 w 246"/>
                <a:gd name="T67" fmla="*/ 3 h 426"/>
                <a:gd name="T68" fmla="*/ 2 w 246"/>
                <a:gd name="T69" fmla="*/ 3 h 426"/>
                <a:gd name="T70" fmla="*/ 2 w 246"/>
                <a:gd name="T71" fmla="*/ 3 h 426"/>
                <a:gd name="T72" fmla="*/ 2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246" y="426"/>
                  </a:moveTo>
                  <a:lnTo>
                    <a:pt x="246" y="426"/>
                  </a:lnTo>
                  <a:lnTo>
                    <a:pt x="245" y="384"/>
                  </a:lnTo>
                  <a:lnTo>
                    <a:pt x="242" y="340"/>
                  </a:lnTo>
                  <a:lnTo>
                    <a:pt x="236" y="301"/>
                  </a:lnTo>
                  <a:lnTo>
                    <a:pt x="228" y="262"/>
                  </a:lnTo>
                  <a:lnTo>
                    <a:pt x="217" y="224"/>
                  </a:lnTo>
                  <a:lnTo>
                    <a:pt x="205" y="190"/>
                  </a:lnTo>
                  <a:lnTo>
                    <a:pt x="191" y="158"/>
                  </a:lnTo>
                  <a:lnTo>
                    <a:pt x="176" y="126"/>
                  </a:lnTo>
                  <a:lnTo>
                    <a:pt x="157" y="99"/>
                  </a:lnTo>
                  <a:lnTo>
                    <a:pt x="139" y="75"/>
                  </a:lnTo>
                  <a:lnTo>
                    <a:pt x="119" y="53"/>
                  </a:lnTo>
                  <a:lnTo>
                    <a:pt x="96" y="34"/>
                  </a:lnTo>
                  <a:lnTo>
                    <a:pt x="75" y="19"/>
                  </a:lnTo>
                  <a:lnTo>
                    <a:pt x="51" y="9"/>
                  </a:lnTo>
                  <a:lnTo>
                    <a:pt x="26" y="3"/>
                  </a:lnTo>
                  <a:lnTo>
                    <a:pt x="0" y="0"/>
                  </a:lnTo>
                  <a:lnTo>
                    <a:pt x="0" y="12"/>
                  </a:lnTo>
                  <a:lnTo>
                    <a:pt x="24" y="15"/>
                  </a:lnTo>
                  <a:lnTo>
                    <a:pt x="46" y="20"/>
                  </a:lnTo>
                  <a:lnTo>
                    <a:pt x="68" y="31"/>
                  </a:lnTo>
                  <a:lnTo>
                    <a:pt x="89" y="44"/>
                  </a:lnTo>
                  <a:lnTo>
                    <a:pt x="109" y="63"/>
                  </a:lnTo>
                  <a:lnTo>
                    <a:pt x="129" y="83"/>
                  </a:lnTo>
                  <a:lnTo>
                    <a:pt x="148" y="106"/>
                  </a:lnTo>
                  <a:lnTo>
                    <a:pt x="164" y="133"/>
                  </a:lnTo>
                  <a:lnTo>
                    <a:pt x="180" y="162"/>
                  </a:lnTo>
                  <a:lnTo>
                    <a:pt x="194" y="195"/>
                  </a:lnTo>
                  <a:lnTo>
                    <a:pt x="205" y="229"/>
                  </a:lnTo>
                  <a:lnTo>
                    <a:pt x="216" y="264"/>
                  </a:lnTo>
                  <a:lnTo>
                    <a:pt x="224" y="303"/>
                  </a:lnTo>
                  <a:lnTo>
                    <a:pt x="230" y="343"/>
                  </a:lnTo>
                  <a:lnTo>
                    <a:pt x="233" y="384"/>
                  </a:lnTo>
                  <a:lnTo>
                    <a:pt x="235" y="426"/>
                  </a:lnTo>
                  <a:lnTo>
                    <a:pt x="246"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9919" name="Freeform 61"/>
            <p:cNvSpPr>
              <a:spLocks/>
            </p:cNvSpPr>
            <p:nvPr/>
          </p:nvSpPr>
          <p:spPr bwMode="auto">
            <a:xfrm>
              <a:off x="1392" y="2203"/>
              <a:ext cx="49" cy="85"/>
            </a:xfrm>
            <a:custGeom>
              <a:avLst/>
              <a:gdLst>
                <a:gd name="T0" fmla="*/ 0 w 246"/>
                <a:gd name="T1" fmla="*/ 3 h 424"/>
                <a:gd name="T2" fmla="*/ 0 w 246"/>
                <a:gd name="T3" fmla="*/ 3 h 424"/>
                <a:gd name="T4" fmla="*/ 0 w 246"/>
                <a:gd name="T5" fmla="*/ 3 h 424"/>
                <a:gd name="T6" fmla="*/ 0 w 246"/>
                <a:gd name="T7" fmla="*/ 3 h 424"/>
                <a:gd name="T8" fmla="*/ 1 w 246"/>
                <a:gd name="T9" fmla="*/ 3 h 424"/>
                <a:gd name="T10" fmla="*/ 1 w 246"/>
                <a:gd name="T11" fmla="*/ 3 h 424"/>
                <a:gd name="T12" fmla="*/ 1 w 246"/>
                <a:gd name="T13" fmla="*/ 3 h 424"/>
                <a:gd name="T14" fmla="*/ 1 w 246"/>
                <a:gd name="T15" fmla="*/ 3 h 424"/>
                <a:gd name="T16" fmla="*/ 1 w 246"/>
                <a:gd name="T17" fmla="*/ 3 h 424"/>
                <a:gd name="T18" fmla="*/ 1 w 246"/>
                <a:gd name="T19" fmla="*/ 2 h 424"/>
                <a:gd name="T20" fmla="*/ 2 w 246"/>
                <a:gd name="T21" fmla="*/ 2 h 424"/>
                <a:gd name="T22" fmla="*/ 2 w 246"/>
                <a:gd name="T23" fmla="*/ 2 h 424"/>
                <a:gd name="T24" fmla="*/ 2 w 246"/>
                <a:gd name="T25" fmla="*/ 2 h 424"/>
                <a:gd name="T26" fmla="*/ 2 w 246"/>
                <a:gd name="T27" fmla="*/ 1 h 424"/>
                <a:gd name="T28" fmla="*/ 2 w 246"/>
                <a:gd name="T29" fmla="*/ 1 h 424"/>
                <a:gd name="T30" fmla="*/ 2 w 246"/>
                <a:gd name="T31" fmla="*/ 1 h 424"/>
                <a:gd name="T32" fmla="*/ 2 w 246"/>
                <a:gd name="T33" fmla="*/ 0 h 424"/>
                <a:gd name="T34" fmla="*/ 2 w 246"/>
                <a:gd name="T35" fmla="*/ 0 h 424"/>
                <a:gd name="T36" fmla="*/ 2 w 246"/>
                <a:gd name="T37" fmla="*/ 0 h 424"/>
                <a:gd name="T38" fmla="*/ 2 w 246"/>
                <a:gd name="T39" fmla="*/ 0 h 424"/>
                <a:gd name="T40" fmla="*/ 2 w 246"/>
                <a:gd name="T41" fmla="*/ 1 h 424"/>
                <a:gd name="T42" fmla="*/ 2 w 246"/>
                <a:gd name="T43" fmla="*/ 1 h 424"/>
                <a:gd name="T44" fmla="*/ 2 w 246"/>
                <a:gd name="T45" fmla="*/ 1 h 424"/>
                <a:gd name="T46" fmla="*/ 2 w 246"/>
                <a:gd name="T47" fmla="*/ 2 h 424"/>
                <a:gd name="T48" fmla="*/ 2 w 246"/>
                <a:gd name="T49" fmla="*/ 2 h 424"/>
                <a:gd name="T50" fmla="*/ 1 w 246"/>
                <a:gd name="T51" fmla="*/ 2 h 424"/>
                <a:gd name="T52" fmla="*/ 1 w 246"/>
                <a:gd name="T53" fmla="*/ 2 h 424"/>
                <a:gd name="T54" fmla="*/ 1 w 246"/>
                <a:gd name="T55" fmla="*/ 3 h 424"/>
                <a:gd name="T56" fmla="*/ 1 w 246"/>
                <a:gd name="T57" fmla="*/ 3 h 424"/>
                <a:gd name="T58" fmla="*/ 1 w 246"/>
                <a:gd name="T59" fmla="*/ 3 h 424"/>
                <a:gd name="T60" fmla="*/ 1 w 246"/>
                <a:gd name="T61" fmla="*/ 3 h 424"/>
                <a:gd name="T62" fmla="*/ 1 w 246"/>
                <a:gd name="T63" fmla="*/ 3 h 424"/>
                <a:gd name="T64" fmla="*/ 0 w 246"/>
                <a:gd name="T65" fmla="*/ 3 h 424"/>
                <a:gd name="T66" fmla="*/ 0 w 246"/>
                <a:gd name="T67" fmla="*/ 3 h 424"/>
                <a:gd name="T68" fmla="*/ 0 w 246"/>
                <a:gd name="T69" fmla="*/ 3 h 424"/>
                <a:gd name="T70" fmla="*/ 0 w 246"/>
                <a:gd name="T71" fmla="*/ 3 h 424"/>
                <a:gd name="T72" fmla="*/ 0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0" y="424"/>
                  </a:moveTo>
                  <a:lnTo>
                    <a:pt x="0" y="424"/>
                  </a:lnTo>
                  <a:lnTo>
                    <a:pt x="26" y="422"/>
                  </a:lnTo>
                  <a:lnTo>
                    <a:pt x="51" y="416"/>
                  </a:lnTo>
                  <a:lnTo>
                    <a:pt x="75" y="406"/>
                  </a:lnTo>
                  <a:lnTo>
                    <a:pt x="96" y="390"/>
                  </a:lnTo>
                  <a:lnTo>
                    <a:pt x="119" y="373"/>
                  </a:lnTo>
                  <a:lnTo>
                    <a:pt x="139" y="351"/>
                  </a:lnTo>
                  <a:lnTo>
                    <a:pt x="157" y="326"/>
                  </a:lnTo>
                  <a:lnTo>
                    <a:pt x="175" y="299"/>
                  </a:lnTo>
                  <a:lnTo>
                    <a:pt x="191" y="269"/>
                  </a:lnTo>
                  <a:lnTo>
                    <a:pt x="205" y="236"/>
                  </a:lnTo>
                  <a:lnTo>
                    <a:pt x="217" y="202"/>
                  </a:lnTo>
                  <a:lnTo>
                    <a:pt x="228" y="163"/>
                  </a:lnTo>
                  <a:lnTo>
                    <a:pt x="236" y="125"/>
                  </a:lnTo>
                  <a:lnTo>
                    <a:pt x="242" y="86"/>
                  </a:lnTo>
                  <a:lnTo>
                    <a:pt x="245" y="42"/>
                  </a:lnTo>
                  <a:lnTo>
                    <a:pt x="246" y="0"/>
                  </a:lnTo>
                  <a:lnTo>
                    <a:pt x="235" y="0"/>
                  </a:lnTo>
                  <a:lnTo>
                    <a:pt x="233" y="42"/>
                  </a:lnTo>
                  <a:lnTo>
                    <a:pt x="230" y="83"/>
                  </a:lnTo>
                  <a:lnTo>
                    <a:pt x="224" y="123"/>
                  </a:lnTo>
                  <a:lnTo>
                    <a:pt x="216" y="161"/>
                  </a:lnTo>
                  <a:lnTo>
                    <a:pt x="205" y="197"/>
                  </a:lnTo>
                  <a:lnTo>
                    <a:pt x="194" y="231"/>
                  </a:lnTo>
                  <a:lnTo>
                    <a:pt x="180" y="264"/>
                  </a:lnTo>
                  <a:lnTo>
                    <a:pt x="166" y="292"/>
                  </a:lnTo>
                  <a:lnTo>
                    <a:pt x="148" y="319"/>
                  </a:lnTo>
                  <a:lnTo>
                    <a:pt x="129" y="344"/>
                  </a:lnTo>
                  <a:lnTo>
                    <a:pt x="109" y="364"/>
                  </a:lnTo>
                  <a:lnTo>
                    <a:pt x="89" y="381"/>
                  </a:lnTo>
                  <a:lnTo>
                    <a:pt x="68" y="394"/>
                  </a:lnTo>
                  <a:lnTo>
                    <a:pt x="46" y="405"/>
                  </a:lnTo>
                  <a:lnTo>
                    <a:pt x="24" y="410"/>
                  </a:lnTo>
                  <a:lnTo>
                    <a:pt x="0" y="413"/>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9920" name="Freeform 62"/>
            <p:cNvSpPr>
              <a:spLocks/>
            </p:cNvSpPr>
            <p:nvPr/>
          </p:nvSpPr>
          <p:spPr bwMode="auto">
            <a:xfrm>
              <a:off x="1343" y="2203"/>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2" y="42"/>
                  </a:lnTo>
                  <a:lnTo>
                    <a:pt x="5" y="86"/>
                  </a:lnTo>
                  <a:lnTo>
                    <a:pt x="11" y="125"/>
                  </a:lnTo>
                  <a:lnTo>
                    <a:pt x="19" y="163"/>
                  </a:lnTo>
                  <a:lnTo>
                    <a:pt x="30" y="202"/>
                  </a:lnTo>
                  <a:lnTo>
                    <a:pt x="41" y="236"/>
                  </a:lnTo>
                  <a:lnTo>
                    <a:pt x="56" y="269"/>
                  </a:lnTo>
                  <a:lnTo>
                    <a:pt x="72" y="299"/>
                  </a:lnTo>
                  <a:lnTo>
                    <a:pt x="90" y="326"/>
                  </a:lnTo>
                  <a:lnTo>
                    <a:pt x="108" y="351"/>
                  </a:lnTo>
                  <a:lnTo>
                    <a:pt x="127" y="373"/>
                  </a:lnTo>
                  <a:lnTo>
                    <a:pt x="149" y="390"/>
                  </a:lnTo>
                  <a:lnTo>
                    <a:pt x="172" y="406"/>
                  </a:lnTo>
                  <a:lnTo>
                    <a:pt x="195" y="416"/>
                  </a:lnTo>
                  <a:lnTo>
                    <a:pt x="220" y="422"/>
                  </a:lnTo>
                  <a:lnTo>
                    <a:pt x="245" y="424"/>
                  </a:lnTo>
                  <a:lnTo>
                    <a:pt x="245" y="413"/>
                  </a:lnTo>
                  <a:lnTo>
                    <a:pt x="222" y="410"/>
                  </a:lnTo>
                  <a:lnTo>
                    <a:pt x="200" y="405"/>
                  </a:lnTo>
                  <a:lnTo>
                    <a:pt x="179" y="394"/>
                  </a:lnTo>
                  <a:lnTo>
                    <a:pt x="156" y="381"/>
                  </a:lnTo>
                  <a:lnTo>
                    <a:pt x="136" y="364"/>
                  </a:lnTo>
                  <a:lnTo>
                    <a:pt x="118" y="344"/>
                  </a:lnTo>
                  <a:lnTo>
                    <a:pt x="99" y="319"/>
                  </a:lnTo>
                  <a:lnTo>
                    <a:pt x="81" y="292"/>
                  </a:lnTo>
                  <a:lnTo>
                    <a:pt x="67" y="264"/>
                  </a:lnTo>
                  <a:lnTo>
                    <a:pt x="53" y="231"/>
                  </a:lnTo>
                  <a:lnTo>
                    <a:pt x="41" y="197"/>
                  </a:lnTo>
                  <a:lnTo>
                    <a:pt x="31" y="161"/>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9921" name="Freeform 63"/>
            <p:cNvSpPr>
              <a:spLocks/>
            </p:cNvSpPr>
            <p:nvPr/>
          </p:nvSpPr>
          <p:spPr bwMode="auto">
            <a:xfrm>
              <a:off x="1343" y="2118"/>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1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20" y="3"/>
                  </a:lnTo>
                  <a:lnTo>
                    <a:pt x="195" y="9"/>
                  </a:lnTo>
                  <a:lnTo>
                    <a:pt x="172" y="19"/>
                  </a:lnTo>
                  <a:lnTo>
                    <a:pt x="149" y="34"/>
                  </a:lnTo>
                  <a:lnTo>
                    <a:pt x="127" y="53"/>
                  </a:lnTo>
                  <a:lnTo>
                    <a:pt x="108" y="75"/>
                  </a:lnTo>
                  <a:lnTo>
                    <a:pt x="90" y="99"/>
                  </a:lnTo>
                  <a:lnTo>
                    <a:pt x="71" y="126"/>
                  </a:lnTo>
                  <a:lnTo>
                    <a:pt x="56" y="158"/>
                  </a:lnTo>
                  <a:lnTo>
                    <a:pt x="41" y="190"/>
                  </a:lnTo>
                  <a:lnTo>
                    <a:pt x="30" y="224"/>
                  </a:lnTo>
                  <a:lnTo>
                    <a:pt x="19" y="262"/>
                  </a:lnTo>
                  <a:lnTo>
                    <a:pt x="11" y="301"/>
                  </a:lnTo>
                  <a:lnTo>
                    <a:pt x="5" y="340"/>
                  </a:lnTo>
                  <a:lnTo>
                    <a:pt x="2" y="384"/>
                  </a:lnTo>
                  <a:lnTo>
                    <a:pt x="0" y="426"/>
                  </a:lnTo>
                  <a:lnTo>
                    <a:pt x="12" y="426"/>
                  </a:lnTo>
                  <a:lnTo>
                    <a:pt x="13" y="384"/>
                  </a:lnTo>
                  <a:lnTo>
                    <a:pt x="17" y="343"/>
                  </a:lnTo>
                  <a:lnTo>
                    <a:pt x="23" y="303"/>
                  </a:lnTo>
                  <a:lnTo>
                    <a:pt x="31" y="264"/>
                  </a:lnTo>
                  <a:lnTo>
                    <a:pt x="41" y="229"/>
                  </a:lnTo>
                  <a:lnTo>
                    <a:pt x="53" y="195"/>
                  </a:lnTo>
                  <a:lnTo>
                    <a:pt x="67" y="162"/>
                  </a:lnTo>
                  <a:lnTo>
                    <a:pt x="82" y="133"/>
                  </a:lnTo>
                  <a:lnTo>
                    <a:pt x="99" y="106"/>
                  </a:lnTo>
                  <a:lnTo>
                    <a:pt x="118" y="83"/>
                  </a:lnTo>
                  <a:lnTo>
                    <a:pt x="136" y="63"/>
                  </a:lnTo>
                  <a:lnTo>
                    <a:pt x="156" y="44"/>
                  </a:lnTo>
                  <a:lnTo>
                    <a:pt x="179" y="31"/>
                  </a:lnTo>
                  <a:lnTo>
                    <a:pt x="200" y="20"/>
                  </a:lnTo>
                  <a:lnTo>
                    <a:pt x="222" y="15"/>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9922" name="Freeform 64"/>
            <p:cNvSpPr>
              <a:spLocks/>
            </p:cNvSpPr>
            <p:nvPr/>
          </p:nvSpPr>
          <p:spPr bwMode="auto">
            <a:xfrm>
              <a:off x="1384" y="1859"/>
              <a:ext cx="49" cy="84"/>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1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3" y="382"/>
                  </a:lnTo>
                  <a:lnTo>
                    <a:pt x="240" y="339"/>
                  </a:lnTo>
                  <a:lnTo>
                    <a:pt x="234" y="299"/>
                  </a:lnTo>
                  <a:lnTo>
                    <a:pt x="226" y="261"/>
                  </a:lnTo>
                  <a:lnTo>
                    <a:pt x="215" y="222"/>
                  </a:lnTo>
                  <a:lnTo>
                    <a:pt x="204" y="188"/>
                  </a:lnTo>
                  <a:lnTo>
                    <a:pt x="189" y="156"/>
                  </a:lnTo>
                  <a:lnTo>
                    <a:pt x="173" y="125"/>
                  </a:lnTo>
                  <a:lnTo>
                    <a:pt x="155" y="98"/>
                  </a:lnTo>
                  <a:lnTo>
                    <a:pt x="138" y="74"/>
                  </a:lnTo>
                  <a:lnTo>
                    <a:pt x="118" y="51"/>
                  </a:lnTo>
                  <a:lnTo>
                    <a:pt x="96" y="34"/>
                  </a:lnTo>
                  <a:lnTo>
                    <a:pt x="73" y="18"/>
                  </a:lnTo>
                  <a:lnTo>
                    <a:pt x="50" y="8"/>
                  </a:lnTo>
                  <a:lnTo>
                    <a:pt x="25" y="2"/>
                  </a:lnTo>
                  <a:lnTo>
                    <a:pt x="0" y="0"/>
                  </a:lnTo>
                  <a:lnTo>
                    <a:pt x="0" y="11"/>
                  </a:lnTo>
                  <a:lnTo>
                    <a:pt x="23" y="14"/>
                  </a:lnTo>
                  <a:lnTo>
                    <a:pt x="45" y="20"/>
                  </a:lnTo>
                  <a:lnTo>
                    <a:pt x="66" y="30"/>
                  </a:lnTo>
                  <a:lnTo>
                    <a:pt x="89" y="43"/>
                  </a:lnTo>
                  <a:lnTo>
                    <a:pt x="109" y="61"/>
                  </a:lnTo>
                  <a:lnTo>
                    <a:pt x="129" y="81"/>
                  </a:lnTo>
                  <a:lnTo>
                    <a:pt x="146" y="105"/>
                  </a:lnTo>
                  <a:lnTo>
                    <a:pt x="164" y="132"/>
                  </a:lnTo>
                  <a:lnTo>
                    <a:pt x="178" y="160"/>
                  </a:lnTo>
                  <a:lnTo>
                    <a:pt x="192" y="193"/>
                  </a:lnTo>
                  <a:lnTo>
                    <a:pt x="204" y="227"/>
                  </a:lnTo>
                  <a:lnTo>
                    <a:pt x="214" y="264"/>
                  </a:lnTo>
                  <a:lnTo>
                    <a:pt x="222" y="301"/>
                  </a:lnTo>
                  <a:lnTo>
                    <a:pt x="228"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9923" name="Freeform 65"/>
            <p:cNvSpPr>
              <a:spLocks/>
            </p:cNvSpPr>
            <p:nvPr/>
          </p:nvSpPr>
          <p:spPr bwMode="auto">
            <a:xfrm>
              <a:off x="1384" y="1943"/>
              <a:ext cx="49" cy="86"/>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5" y="423"/>
                  </a:lnTo>
                  <a:lnTo>
                    <a:pt x="50" y="418"/>
                  </a:lnTo>
                  <a:lnTo>
                    <a:pt x="73" y="407"/>
                  </a:lnTo>
                  <a:lnTo>
                    <a:pt x="96" y="392"/>
                  </a:lnTo>
                  <a:lnTo>
                    <a:pt x="118" y="374"/>
                  </a:lnTo>
                  <a:lnTo>
                    <a:pt x="138" y="352"/>
                  </a:lnTo>
                  <a:lnTo>
                    <a:pt x="155" y="327"/>
                  </a:lnTo>
                  <a:lnTo>
                    <a:pt x="174" y="300"/>
                  </a:lnTo>
                  <a:lnTo>
                    <a:pt x="189" y="269"/>
                  </a:lnTo>
                  <a:lnTo>
                    <a:pt x="204" y="237"/>
                  </a:lnTo>
                  <a:lnTo>
                    <a:pt x="215" y="202"/>
                  </a:lnTo>
                  <a:lnTo>
                    <a:pt x="226" y="164"/>
                  </a:lnTo>
                  <a:lnTo>
                    <a:pt x="234" y="126"/>
                  </a:lnTo>
                  <a:lnTo>
                    <a:pt x="240" y="86"/>
                  </a:lnTo>
                  <a:lnTo>
                    <a:pt x="243" y="42"/>
                  </a:lnTo>
                  <a:lnTo>
                    <a:pt x="245" y="0"/>
                  </a:lnTo>
                  <a:lnTo>
                    <a:pt x="233" y="0"/>
                  </a:lnTo>
                  <a:lnTo>
                    <a:pt x="232" y="42"/>
                  </a:lnTo>
                  <a:lnTo>
                    <a:pt x="228" y="83"/>
                  </a:lnTo>
                  <a:lnTo>
                    <a:pt x="222" y="123"/>
                  </a:lnTo>
                  <a:lnTo>
                    <a:pt x="214" y="162"/>
                  </a:lnTo>
                  <a:lnTo>
                    <a:pt x="204" y="197"/>
                  </a:lnTo>
                  <a:lnTo>
                    <a:pt x="192" y="232"/>
                  </a:lnTo>
                  <a:lnTo>
                    <a:pt x="178" y="264"/>
                  </a:lnTo>
                  <a:lnTo>
                    <a:pt x="163" y="293"/>
                  </a:lnTo>
                  <a:lnTo>
                    <a:pt x="146" y="320"/>
                  </a:lnTo>
                  <a:lnTo>
                    <a:pt x="129" y="345"/>
                  </a:lnTo>
                  <a:lnTo>
                    <a:pt x="109" y="365"/>
                  </a:lnTo>
                  <a:lnTo>
                    <a:pt x="89" y="382"/>
                  </a:lnTo>
                  <a:lnTo>
                    <a:pt x="66" y="395"/>
                  </a:lnTo>
                  <a:lnTo>
                    <a:pt x="45" y="406"/>
                  </a:lnTo>
                  <a:lnTo>
                    <a:pt x="23"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9924" name="Freeform 66"/>
            <p:cNvSpPr>
              <a:spLocks/>
            </p:cNvSpPr>
            <p:nvPr/>
          </p:nvSpPr>
          <p:spPr bwMode="auto">
            <a:xfrm>
              <a:off x="1335" y="1943"/>
              <a:ext cx="49" cy="86"/>
            </a:xfrm>
            <a:custGeom>
              <a:avLst/>
              <a:gdLst>
                <a:gd name="T0" fmla="*/ 0 w 246"/>
                <a:gd name="T1" fmla="*/ 0 h 426"/>
                <a:gd name="T2" fmla="*/ 0 w 246"/>
                <a:gd name="T3" fmla="*/ 0 h 426"/>
                <a:gd name="T4" fmla="*/ 0 w 246"/>
                <a:gd name="T5" fmla="*/ 0 h 426"/>
                <a:gd name="T6" fmla="*/ 0 w 246"/>
                <a:gd name="T7" fmla="*/ 1 h 426"/>
                <a:gd name="T8" fmla="*/ 0 w 246"/>
                <a:gd name="T9" fmla="*/ 1 h 426"/>
                <a:gd name="T10" fmla="*/ 0 w 246"/>
                <a:gd name="T11" fmla="*/ 1 h 426"/>
                <a:gd name="T12" fmla="*/ 0 w 246"/>
                <a:gd name="T13" fmla="*/ 2 h 426"/>
                <a:gd name="T14" fmla="*/ 0 w 246"/>
                <a:gd name="T15" fmla="*/ 2 h 426"/>
                <a:gd name="T16" fmla="*/ 0 w 246"/>
                <a:gd name="T17" fmla="*/ 2 h 426"/>
                <a:gd name="T18" fmla="*/ 1 w 246"/>
                <a:gd name="T19" fmla="*/ 2 h 426"/>
                <a:gd name="T20" fmla="*/ 1 w 246"/>
                <a:gd name="T21" fmla="*/ 3 h 426"/>
                <a:gd name="T22" fmla="*/ 1 w 246"/>
                <a:gd name="T23" fmla="*/ 3 h 426"/>
                <a:gd name="T24" fmla="*/ 1 w 246"/>
                <a:gd name="T25" fmla="*/ 3 h 426"/>
                <a:gd name="T26" fmla="*/ 1 w 246"/>
                <a:gd name="T27" fmla="*/ 3 h 426"/>
                <a:gd name="T28" fmla="*/ 1 w 246"/>
                <a:gd name="T29" fmla="*/ 3 h 426"/>
                <a:gd name="T30" fmla="*/ 2 w 246"/>
                <a:gd name="T31" fmla="*/ 3 h 426"/>
                <a:gd name="T32" fmla="*/ 2 w 246"/>
                <a:gd name="T33" fmla="*/ 3 h 426"/>
                <a:gd name="T34" fmla="*/ 2 w 246"/>
                <a:gd name="T35" fmla="*/ 3 h 426"/>
                <a:gd name="T36" fmla="*/ 2 w 246"/>
                <a:gd name="T37" fmla="*/ 3 h 426"/>
                <a:gd name="T38" fmla="*/ 2 w 246"/>
                <a:gd name="T39" fmla="*/ 3 h 426"/>
                <a:gd name="T40" fmla="*/ 2 w 246"/>
                <a:gd name="T41" fmla="*/ 3 h 426"/>
                <a:gd name="T42" fmla="*/ 1 w 246"/>
                <a:gd name="T43" fmla="*/ 3 h 426"/>
                <a:gd name="T44" fmla="*/ 1 w 246"/>
                <a:gd name="T45" fmla="*/ 3 h 426"/>
                <a:gd name="T46" fmla="*/ 1 w 246"/>
                <a:gd name="T47" fmla="*/ 3 h 426"/>
                <a:gd name="T48" fmla="*/ 1 w 246"/>
                <a:gd name="T49" fmla="*/ 3 h 426"/>
                <a:gd name="T50" fmla="*/ 1 w 246"/>
                <a:gd name="T51" fmla="*/ 3 h 426"/>
                <a:gd name="T52" fmla="*/ 1 w 246"/>
                <a:gd name="T53" fmla="*/ 2 h 426"/>
                <a:gd name="T54" fmla="*/ 1 w 246"/>
                <a:gd name="T55" fmla="*/ 2 h 426"/>
                <a:gd name="T56" fmla="*/ 0 w 246"/>
                <a:gd name="T57" fmla="*/ 2 h 426"/>
                <a:gd name="T58" fmla="*/ 0 w 246"/>
                <a:gd name="T59" fmla="*/ 2 h 426"/>
                <a:gd name="T60" fmla="*/ 0 w 246"/>
                <a:gd name="T61" fmla="*/ 1 h 426"/>
                <a:gd name="T62" fmla="*/ 0 w 246"/>
                <a:gd name="T63" fmla="*/ 1 h 426"/>
                <a:gd name="T64" fmla="*/ 0 w 246"/>
                <a:gd name="T65" fmla="*/ 1 h 426"/>
                <a:gd name="T66" fmla="*/ 0 w 246"/>
                <a:gd name="T67" fmla="*/ 0 h 426"/>
                <a:gd name="T68" fmla="*/ 0 w 246"/>
                <a:gd name="T69" fmla="*/ 0 h 426"/>
                <a:gd name="T70" fmla="*/ 0 w 246"/>
                <a:gd name="T71" fmla="*/ 0 h 426"/>
                <a:gd name="T72" fmla="*/ 0 w 246"/>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0"/>
                  </a:moveTo>
                  <a:lnTo>
                    <a:pt x="0" y="0"/>
                  </a:lnTo>
                  <a:lnTo>
                    <a:pt x="1" y="42"/>
                  </a:lnTo>
                  <a:lnTo>
                    <a:pt x="4" y="86"/>
                  </a:lnTo>
                  <a:lnTo>
                    <a:pt x="10" y="126"/>
                  </a:lnTo>
                  <a:lnTo>
                    <a:pt x="18" y="164"/>
                  </a:lnTo>
                  <a:lnTo>
                    <a:pt x="29" y="202"/>
                  </a:lnTo>
                  <a:lnTo>
                    <a:pt x="41" y="237"/>
                  </a:lnTo>
                  <a:lnTo>
                    <a:pt x="55" y="269"/>
                  </a:lnTo>
                  <a:lnTo>
                    <a:pt x="71" y="300"/>
                  </a:lnTo>
                  <a:lnTo>
                    <a:pt x="89" y="327"/>
                  </a:lnTo>
                  <a:lnTo>
                    <a:pt x="107" y="352"/>
                  </a:lnTo>
                  <a:lnTo>
                    <a:pt x="127" y="374"/>
                  </a:lnTo>
                  <a:lnTo>
                    <a:pt x="150" y="392"/>
                  </a:lnTo>
                  <a:lnTo>
                    <a:pt x="171" y="407"/>
                  </a:lnTo>
                  <a:lnTo>
                    <a:pt x="195" y="418"/>
                  </a:lnTo>
                  <a:lnTo>
                    <a:pt x="220" y="423"/>
                  </a:lnTo>
                  <a:lnTo>
                    <a:pt x="246" y="426"/>
                  </a:lnTo>
                  <a:lnTo>
                    <a:pt x="246" y="414"/>
                  </a:lnTo>
                  <a:lnTo>
                    <a:pt x="222" y="412"/>
                  </a:lnTo>
                  <a:lnTo>
                    <a:pt x="200" y="406"/>
                  </a:lnTo>
                  <a:lnTo>
                    <a:pt x="178" y="395"/>
                  </a:lnTo>
                  <a:lnTo>
                    <a:pt x="157" y="382"/>
                  </a:lnTo>
                  <a:lnTo>
                    <a:pt x="137" y="365"/>
                  </a:lnTo>
                  <a:lnTo>
                    <a:pt x="117" y="345"/>
                  </a:lnTo>
                  <a:lnTo>
                    <a:pt x="98" y="320"/>
                  </a:lnTo>
                  <a:lnTo>
                    <a:pt x="83" y="293"/>
                  </a:lnTo>
                  <a:lnTo>
                    <a:pt x="66" y="264"/>
                  </a:lnTo>
                  <a:lnTo>
                    <a:pt x="52" y="232"/>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9925" name="Freeform 67"/>
            <p:cNvSpPr>
              <a:spLocks/>
            </p:cNvSpPr>
            <p:nvPr/>
          </p:nvSpPr>
          <p:spPr bwMode="auto">
            <a:xfrm>
              <a:off x="1335" y="1859"/>
              <a:ext cx="49" cy="84"/>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1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0" y="2"/>
                  </a:lnTo>
                  <a:lnTo>
                    <a:pt x="195" y="8"/>
                  </a:lnTo>
                  <a:lnTo>
                    <a:pt x="171" y="18"/>
                  </a:lnTo>
                  <a:lnTo>
                    <a:pt x="150" y="34"/>
                  </a:lnTo>
                  <a:lnTo>
                    <a:pt x="127" y="51"/>
                  </a:lnTo>
                  <a:lnTo>
                    <a:pt x="107" y="74"/>
                  </a:lnTo>
                  <a:lnTo>
                    <a:pt x="89" y="98"/>
                  </a:lnTo>
                  <a:lnTo>
                    <a:pt x="72" y="125"/>
                  </a:lnTo>
                  <a:lnTo>
                    <a:pt x="55" y="156"/>
                  </a:lnTo>
                  <a:lnTo>
                    <a:pt x="41" y="188"/>
                  </a:lnTo>
                  <a:lnTo>
                    <a:pt x="29" y="222"/>
                  </a:lnTo>
                  <a:lnTo>
                    <a:pt x="18" y="261"/>
                  </a:lnTo>
                  <a:lnTo>
                    <a:pt x="10" y="299"/>
                  </a:lnTo>
                  <a:lnTo>
                    <a:pt x="4" y="339"/>
                  </a:lnTo>
                  <a:lnTo>
                    <a:pt x="1" y="382"/>
                  </a:lnTo>
                  <a:lnTo>
                    <a:pt x="0" y="424"/>
                  </a:lnTo>
                  <a:lnTo>
                    <a:pt x="11" y="424"/>
                  </a:lnTo>
                  <a:lnTo>
                    <a:pt x="13" y="382"/>
                  </a:lnTo>
                  <a:lnTo>
                    <a:pt x="16" y="341"/>
                  </a:lnTo>
                  <a:lnTo>
                    <a:pt x="22" y="301"/>
                  </a:lnTo>
                  <a:lnTo>
                    <a:pt x="30" y="264"/>
                  </a:lnTo>
                  <a:lnTo>
                    <a:pt x="41" y="227"/>
                  </a:lnTo>
                  <a:lnTo>
                    <a:pt x="52" y="193"/>
                  </a:lnTo>
                  <a:lnTo>
                    <a:pt x="66" y="160"/>
                  </a:lnTo>
                  <a:lnTo>
                    <a:pt x="82" y="132"/>
                  </a:lnTo>
                  <a:lnTo>
                    <a:pt x="98" y="105"/>
                  </a:lnTo>
                  <a:lnTo>
                    <a:pt x="117" y="81"/>
                  </a:lnTo>
                  <a:lnTo>
                    <a:pt x="137" y="61"/>
                  </a:lnTo>
                  <a:lnTo>
                    <a:pt x="157" y="43"/>
                  </a:lnTo>
                  <a:lnTo>
                    <a:pt x="178" y="30"/>
                  </a:lnTo>
                  <a:lnTo>
                    <a:pt x="200" y="20"/>
                  </a:lnTo>
                  <a:lnTo>
                    <a:pt x="222" y="14"/>
                  </a:lnTo>
                  <a:lnTo>
                    <a:pt x="246" y="11"/>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9926" name="Freeform 68"/>
            <p:cNvSpPr>
              <a:spLocks/>
            </p:cNvSpPr>
            <p:nvPr/>
          </p:nvSpPr>
          <p:spPr bwMode="auto">
            <a:xfrm>
              <a:off x="1552" y="1751"/>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1" y="339"/>
                  </a:lnTo>
                  <a:lnTo>
                    <a:pt x="235" y="299"/>
                  </a:lnTo>
                  <a:lnTo>
                    <a:pt x="226" y="261"/>
                  </a:lnTo>
                  <a:lnTo>
                    <a:pt x="216" y="223"/>
                  </a:lnTo>
                  <a:lnTo>
                    <a:pt x="204" y="189"/>
                  </a:lnTo>
                  <a:lnTo>
                    <a:pt x="190" y="156"/>
                  </a:lnTo>
                  <a:lnTo>
                    <a:pt x="174" y="125"/>
                  </a:lnTo>
                  <a:lnTo>
                    <a:pt x="156" y="98"/>
                  </a:lnTo>
                  <a:lnTo>
                    <a:pt x="137" y="74"/>
                  </a:lnTo>
                  <a:lnTo>
                    <a:pt x="119" y="52"/>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8" y="81"/>
                  </a:lnTo>
                  <a:lnTo>
                    <a:pt x="147" y="105"/>
                  </a:lnTo>
                  <a:lnTo>
                    <a:pt x="164" y="132"/>
                  </a:lnTo>
                  <a:lnTo>
                    <a:pt x="178" y="161"/>
                  </a:lnTo>
                  <a:lnTo>
                    <a:pt x="193" y="193"/>
                  </a:lnTo>
                  <a:lnTo>
                    <a:pt x="204" y="227"/>
                  </a:lnTo>
                  <a:lnTo>
                    <a:pt x="215" y="264"/>
                  </a:lnTo>
                  <a:lnTo>
                    <a:pt x="223" y="301"/>
                  </a:lnTo>
                  <a:lnTo>
                    <a:pt x="229" y="341"/>
                  </a:lnTo>
                  <a:lnTo>
                    <a:pt x="232" y="382"/>
                  </a:lnTo>
                  <a:lnTo>
                    <a:pt x="234"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9927" name="Freeform 69"/>
            <p:cNvSpPr>
              <a:spLocks/>
            </p:cNvSpPr>
            <p:nvPr/>
          </p:nvSpPr>
          <p:spPr bwMode="auto">
            <a:xfrm>
              <a:off x="1552" y="1836"/>
              <a:ext cx="49" cy="85"/>
            </a:xfrm>
            <a:custGeom>
              <a:avLst/>
              <a:gdLst>
                <a:gd name="T0" fmla="*/ 0 w 245"/>
                <a:gd name="T1" fmla="*/ 3 h 425"/>
                <a:gd name="T2" fmla="*/ 0 w 245"/>
                <a:gd name="T3" fmla="*/ 3 h 425"/>
                <a:gd name="T4" fmla="*/ 0 w 245"/>
                <a:gd name="T5" fmla="*/ 3 h 425"/>
                <a:gd name="T6" fmla="*/ 0 w 245"/>
                <a:gd name="T7" fmla="*/ 3 h 425"/>
                <a:gd name="T8" fmla="*/ 1 w 245"/>
                <a:gd name="T9" fmla="*/ 3 h 425"/>
                <a:gd name="T10" fmla="*/ 1 w 245"/>
                <a:gd name="T11" fmla="*/ 3 h 425"/>
                <a:gd name="T12" fmla="*/ 1 w 245"/>
                <a:gd name="T13" fmla="*/ 3 h 425"/>
                <a:gd name="T14" fmla="*/ 1 w 245"/>
                <a:gd name="T15" fmla="*/ 3 h 425"/>
                <a:gd name="T16" fmla="*/ 1 w 245"/>
                <a:gd name="T17" fmla="*/ 3 h 425"/>
                <a:gd name="T18" fmla="*/ 1 w 245"/>
                <a:gd name="T19" fmla="*/ 2 h 425"/>
                <a:gd name="T20" fmla="*/ 2 w 245"/>
                <a:gd name="T21" fmla="*/ 2 h 425"/>
                <a:gd name="T22" fmla="*/ 2 w 245"/>
                <a:gd name="T23" fmla="*/ 2 h 425"/>
                <a:gd name="T24" fmla="*/ 2 w 245"/>
                <a:gd name="T25" fmla="*/ 2 h 425"/>
                <a:gd name="T26" fmla="*/ 2 w 245"/>
                <a:gd name="T27" fmla="*/ 1 h 425"/>
                <a:gd name="T28" fmla="*/ 2 w 245"/>
                <a:gd name="T29" fmla="*/ 1 h 425"/>
                <a:gd name="T30" fmla="*/ 2 w 245"/>
                <a:gd name="T31" fmla="*/ 1 h 425"/>
                <a:gd name="T32" fmla="*/ 2 w 245"/>
                <a:gd name="T33" fmla="*/ 0 h 425"/>
                <a:gd name="T34" fmla="*/ 2 w 245"/>
                <a:gd name="T35" fmla="*/ 0 h 425"/>
                <a:gd name="T36" fmla="*/ 2 w 245"/>
                <a:gd name="T37" fmla="*/ 0 h 425"/>
                <a:gd name="T38" fmla="*/ 2 w 245"/>
                <a:gd name="T39" fmla="*/ 0 h 425"/>
                <a:gd name="T40" fmla="*/ 2 w 245"/>
                <a:gd name="T41" fmla="*/ 1 h 425"/>
                <a:gd name="T42" fmla="*/ 2 w 245"/>
                <a:gd name="T43" fmla="*/ 1 h 425"/>
                <a:gd name="T44" fmla="*/ 2 w 245"/>
                <a:gd name="T45" fmla="*/ 1 h 425"/>
                <a:gd name="T46" fmla="*/ 2 w 245"/>
                <a:gd name="T47" fmla="*/ 2 h 425"/>
                <a:gd name="T48" fmla="*/ 2 w 245"/>
                <a:gd name="T49" fmla="*/ 2 h 425"/>
                <a:gd name="T50" fmla="*/ 1 w 245"/>
                <a:gd name="T51" fmla="*/ 2 h 425"/>
                <a:gd name="T52" fmla="*/ 1 w 245"/>
                <a:gd name="T53" fmla="*/ 2 h 425"/>
                <a:gd name="T54" fmla="*/ 1 w 245"/>
                <a:gd name="T55" fmla="*/ 3 h 425"/>
                <a:gd name="T56" fmla="*/ 1 w 245"/>
                <a:gd name="T57" fmla="*/ 3 h 425"/>
                <a:gd name="T58" fmla="*/ 1 w 245"/>
                <a:gd name="T59" fmla="*/ 3 h 425"/>
                <a:gd name="T60" fmla="*/ 1 w 245"/>
                <a:gd name="T61" fmla="*/ 3 h 425"/>
                <a:gd name="T62" fmla="*/ 1 w 245"/>
                <a:gd name="T63" fmla="*/ 3 h 425"/>
                <a:gd name="T64" fmla="*/ 0 w 245"/>
                <a:gd name="T65" fmla="*/ 3 h 425"/>
                <a:gd name="T66" fmla="*/ 0 w 245"/>
                <a:gd name="T67" fmla="*/ 3 h 425"/>
                <a:gd name="T68" fmla="*/ 0 w 245"/>
                <a:gd name="T69" fmla="*/ 3 h 425"/>
                <a:gd name="T70" fmla="*/ 0 w 245"/>
                <a:gd name="T71" fmla="*/ 3 h 425"/>
                <a:gd name="T72" fmla="*/ 0 w 245"/>
                <a:gd name="T73" fmla="*/ 3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5"/>
                <a:gd name="T113" fmla="*/ 245 w 245"/>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5">
                  <a:moveTo>
                    <a:pt x="0" y="425"/>
                  </a:moveTo>
                  <a:lnTo>
                    <a:pt x="0" y="425"/>
                  </a:lnTo>
                  <a:lnTo>
                    <a:pt x="26" y="422"/>
                  </a:lnTo>
                  <a:lnTo>
                    <a:pt x="51" y="417"/>
                  </a:lnTo>
                  <a:lnTo>
                    <a:pt x="74" y="406"/>
                  </a:lnTo>
                  <a:lnTo>
                    <a:pt x="96" y="391"/>
                  </a:lnTo>
                  <a:lnTo>
                    <a:pt x="119" y="373"/>
                  </a:lnTo>
                  <a:lnTo>
                    <a:pt x="137" y="351"/>
                  </a:lnTo>
                  <a:lnTo>
                    <a:pt x="156" y="326"/>
                  </a:lnTo>
                  <a:lnTo>
                    <a:pt x="174" y="299"/>
                  </a:lnTo>
                  <a:lnTo>
                    <a:pt x="190" y="269"/>
                  </a:lnTo>
                  <a:lnTo>
                    <a:pt x="204" y="236"/>
                  </a:lnTo>
                  <a:lnTo>
                    <a:pt x="216" y="202"/>
                  </a:lnTo>
                  <a:lnTo>
                    <a:pt x="226" y="163"/>
                  </a:lnTo>
                  <a:lnTo>
                    <a:pt x="235" y="126"/>
                  </a:lnTo>
                  <a:lnTo>
                    <a:pt x="241" y="86"/>
                  </a:lnTo>
                  <a:lnTo>
                    <a:pt x="244" y="43"/>
                  </a:lnTo>
                  <a:lnTo>
                    <a:pt x="245" y="0"/>
                  </a:lnTo>
                  <a:lnTo>
                    <a:pt x="234" y="0"/>
                  </a:lnTo>
                  <a:lnTo>
                    <a:pt x="232" y="43"/>
                  </a:lnTo>
                  <a:lnTo>
                    <a:pt x="229" y="84"/>
                  </a:lnTo>
                  <a:lnTo>
                    <a:pt x="223" y="123"/>
                  </a:lnTo>
                  <a:lnTo>
                    <a:pt x="215" y="161"/>
                  </a:lnTo>
                  <a:lnTo>
                    <a:pt x="204" y="197"/>
                  </a:lnTo>
                  <a:lnTo>
                    <a:pt x="193" y="231"/>
                  </a:lnTo>
                  <a:lnTo>
                    <a:pt x="178" y="264"/>
                  </a:lnTo>
                  <a:lnTo>
                    <a:pt x="164" y="292"/>
                  </a:lnTo>
                  <a:lnTo>
                    <a:pt x="147" y="319"/>
                  </a:lnTo>
                  <a:lnTo>
                    <a:pt x="128" y="344"/>
                  </a:lnTo>
                  <a:lnTo>
                    <a:pt x="109" y="364"/>
                  </a:lnTo>
                  <a:lnTo>
                    <a:pt x="89" y="381"/>
                  </a:lnTo>
                  <a:lnTo>
                    <a:pt x="67" y="394"/>
                  </a:lnTo>
                  <a:lnTo>
                    <a:pt x="46" y="405"/>
                  </a:lnTo>
                  <a:lnTo>
                    <a:pt x="24" y="411"/>
                  </a:lnTo>
                  <a:lnTo>
                    <a:pt x="0" y="413"/>
                  </a:lnTo>
                  <a:lnTo>
                    <a:pt x="0" y="425"/>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9928" name="Freeform 70"/>
            <p:cNvSpPr>
              <a:spLocks/>
            </p:cNvSpPr>
            <p:nvPr/>
          </p:nvSpPr>
          <p:spPr bwMode="auto">
            <a:xfrm>
              <a:off x="1502" y="1836"/>
              <a:ext cx="50" cy="85"/>
            </a:xfrm>
            <a:custGeom>
              <a:avLst/>
              <a:gdLst>
                <a:gd name="T0" fmla="*/ 0 w 246"/>
                <a:gd name="T1" fmla="*/ 0 h 425"/>
                <a:gd name="T2" fmla="*/ 0 w 246"/>
                <a:gd name="T3" fmla="*/ 0 h 425"/>
                <a:gd name="T4" fmla="*/ 0 w 246"/>
                <a:gd name="T5" fmla="*/ 0 h 425"/>
                <a:gd name="T6" fmla="*/ 0 w 246"/>
                <a:gd name="T7" fmla="*/ 1 h 425"/>
                <a:gd name="T8" fmla="*/ 0 w 246"/>
                <a:gd name="T9" fmla="*/ 1 h 425"/>
                <a:gd name="T10" fmla="*/ 0 w 246"/>
                <a:gd name="T11" fmla="*/ 1 h 425"/>
                <a:gd name="T12" fmla="*/ 0 w 246"/>
                <a:gd name="T13" fmla="*/ 2 h 425"/>
                <a:gd name="T14" fmla="*/ 0 w 246"/>
                <a:gd name="T15" fmla="*/ 2 h 425"/>
                <a:gd name="T16" fmla="*/ 0 w 246"/>
                <a:gd name="T17" fmla="*/ 2 h 425"/>
                <a:gd name="T18" fmla="*/ 1 w 246"/>
                <a:gd name="T19" fmla="*/ 2 h 425"/>
                <a:gd name="T20" fmla="*/ 1 w 246"/>
                <a:gd name="T21" fmla="*/ 3 h 425"/>
                <a:gd name="T22" fmla="*/ 1 w 246"/>
                <a:gd name="T23" fmla="*/ 3 h 425"/>
                <a:gd name="T24" fmla="*/ 1 w 246"/>
                <a:gd name="T25" fmla="*/ 3 h 425"/>
                <a:gd name="T26" fmla="*/ 1 w 246"/>
                <a:gd name="T27" fmla="*/ 3 h 425"/>
                <a:gd name="T28" fmla="*/ 1 w 246"/>
                <a:gd name="T29" fmla="*/ 3 h 425"/>
                <a:gd name="T30" fmla="*/ 2 w 246"/>
                <a:gd name="T31" fmla="*/ 3 h 425"/>
                <a:gd name="T32" fmla="*/ 2 w 246"/>
                <a:gd name="T33" fmla="*/ 3 h 425"/>
                <a:gd name="T34" fmla="*/ 2 w 246"/>
                <a:gd name="T35" fmla="*/ 3 h 425"/>
                <a:gd name="T36" fmla="*/ 2 w 246"/>
                <a:gd name="T37" fmla="*/ 3 h 425"/>
                <a:gd name="T38" fmla="*/ 2 w 246"/>
                <a:gd name="T39" fmla="*/ 3 h 425"/>
                <a:gd name="T40" fmla="*/ 2 w 246"/>
                <a:gd name="T41" fmla="*/ 3 h 425"/>
                <a:gd name="T42" fmla="*/ 1 w 246"/>
                <a:gd name="T43" fmla="*/ 3 h 425"/>
                <a:gd name="T44" fmla="*/ 1 w 246"/>
                <a:gd name="T45" fmla="*/ 3 h 425"/>
                <a:gd name="T46" fmla="*/ 1 w 246"/>
                <a:gd name="T47" fmla="*/ 3 h 425"/>
                <a:gd name="T48" fmla="*/ 1 w 246"/>
                <a:gd name="T49" fmla="*/ 3 h 425"/>
                <a:gd name="T50" fmla="*/ 1 w 246"/>
                <a:gd name="T51" fmla="*/ 3 h 425"/>
                <a:gd name="T52" fmla="*/ 1 w 246"/>
                <a:gd name="T53" fmla="*/ 2 h 425"/>
                <a:gd name="T54" fmla="*/ 1 w 246"/>
                <a:gd name="T55" fmla="*/ 2 h 425"/>
                <a:gd name="T56" fmla="*/ 0 w 246"/>
                <a:gd name="T57" fmla="*/ 2 h 425"/>
                <a:gd name="T58" fmla="*/ 0 w 246"/>
                <a:gd name="T59" fmla="*/ 2 h 425"/>
                <a:gd name="T60" fmla="*/ 0 w 246"/>
                <a:gd name="T61" fmla="*/ 1 h 425"/>
                <a:gd name="T62" fmla="*/ 0 w 246"/>
                <a:gd name="T63" fmla="*/ 1 h 425"/>
                <a:gd name="T64" fmla="*/ 0 w 246"/>
                <a:gd name="T65" fmla="*/ 1 h 425"/>
                <a:gd name="T66" fmla="*/ 0 w 246"/>
                <a:gd name="T67" fmla="*/ 0 h 425"/>
                <a:gd name="T68" fmla="*/ 0 w 246"/>
                <a:gd name="T69" fmla="*/ 0 h 425"/>
                <a:gd name="T70" fmla="*/ 0 w 246"/>
                <a:gd name="T71" fmla="*/ 0 h 425"/>
                <a:gd name="T72" fmla="*/ 0 w 246"/>
                <a:gd name="T73" fmla="*/ 0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5"/>
                <a:gd name="T113" fmla="*/ 246 w 246"/>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5">
                  <a:moveTo>
                    <a:pt x="0" y="0"/>
                  </a:moveTo>
                  <a:lnTo>
                    <a:pt x="0" y="0"/>
                  </a:lnTo>
                  <a:lnTo>
                    <a:pt x="2" y="43"/>
                  </a:lnTo>
                  <a:lnTo>
                    <a:pt x="5" y="86"/>
                  </a:lnTo>
                  <a:lnTo>
                    <a:pt x="11" y="126"/>
                  </a:lnTo>
                  <a:lnTo>
                    <a:pt x="19" y="163"/>
                  </a:lnTo>
                  <a:lnTo>
                    <a:pt x="30" y="202"/>
                  </a:lnTo>
                  <a:lnTo>
                    <a:pt x="41" y="236"/>
                  </a:lnTo>
                  <a:lnTo>
                    <a:pt x="55" y="269"/>
                  </a:lnTo>
                  <a:lnTo>
                    <a:pt x="73" y="299"/>
                  </a:lnTo>
                  <a:lnTo>
                    <a:pt x="89" y="326"/>
                  </a:lnTo>
                  <a:lnTo>
                    <a:pt x="108" y="351"/>
                  </a:lnTo>
                  <a:lnTo>
                    <a:pt x="128" y="373"/>
                  </a:lnTo>
                  <a:lnTo>
                    <a:pt x="150" y="391"/>
                  </a:lnTo>
                  <a:lnTo>
                    <a:pt x="171" y="406"/>
                  </a:lnTo>
                  <a:lnTo>
                    <a:pt x="196" y="417"/>
                  </a:lnTo>
                  <a:lnTo>
                    <a:pt x="221" y="422"/>
                  </a:lnTo>
                  <a:lnTo>
                    <a:pt x="246" y="425"/>
                  </a:lnTo>
                  <a:lnTo>
                    <a:pt x="246" y="413"/>
                  </a:lnTo>
                  <a:lnTo>
                    <a:pt x="223" y="411"/>
                  </a:lnTo>
                  <a:lnTo>
                    <a:pt x="201" y="405"/>
                  </a:lnTo>
                  <a:lnTo>
                    <a:pt x="178" y="394"/>
                  </a:lnTo>
                  <a:lnTo>
                    <a:pt x="157" y="381"/>
                  </a:lnTo>
                  <a:lnTo>
                    <a:pt x="137" y="364"/>
                  </a:lnTo>
                  <a:lnTo>
                    <a:pt x="117" y="344"/>
                  </a:lnTo>
                  <a:lnTo>
                    <a:pt x="99" y="319"/>
                  </a:lnTo>
                  <a:lnTo>
                    <a:pt x="82" y="292"/>
                  </a:lnTo>
                  <a:lnTo>
                    <a:pt x="67" y="264"/>
                  </a:lnTo>
                  <a:lnTo>
                    <a:pt x="53" y="231"/>
                  </a:lnTo>
                  <a:lnTo>
                    <a:pt x="41" y="197"/>
                  </a:lnTo>
                  <a:lnTo>
                    <a:pt x="31" y="161"/>
                  </a:lnTo>
                  <a:lnTo>
                    <a:pt x="23" y="123"/>
                  </a:lnTo>
                  <a:lnTo>
                    <a:pt x="17" y="84"/>
                  </a:lnTo>
                  <a:lnTo>
                    <a:pt x="13" y="4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9929" name="Freeform 71"/>
            <p:cNvSpPr>
              <a:spLocks/>
            </p:cNvSpPr>
            <p:nvPr/>
          </p:nvSpPr>
          <p:spPr bwMode="auto">
            <a:xfrm>
              <a:off x="1502" y="1751"/>
              <a:ext cx="50" cy="85"/>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2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1" y="2"/>
                  </a:lnTo>
                  <a:lnTo>
                    <a:pt x="196" y="8"/>
                  </a:lnTo>
                  <a:lnTo>
                    <a:pt x="171" y="19"/>
                  </a:lnTo>
                  <a:lnTo>
                    <a:pt x="150" y="34"/>
                  </a:lnTo>
                  <a:lnTo>
                    <a:pt x="128" y="52"/>
                  </a:lnTo>
                  <a:lnTo>
                    <a:pt x="108" y="74"/>
                  </a:lnTo>
                  <a:lnTo>
                    <a:pt x="89" y="98"/>
                  </a:lnTo>
                  <a:lnTo>
                    <a:pt x="73" y="125"/>
                  </a:lnTo>
                  <a:lnTo>
                    <a:pt x="55" y="156"/>
                  </a:lnTo>
                  <a:lnTo>
                    <a:pt x="41" y="189"/>
                  </a:lnTo>
                  <a:lnTo>
                    <a:pt x="30" y="223"/>
                  </a:lnTo>
                  <a:lnTo>
                    <a:pt x="19" y="261"/>
                  </a:lnTo>
                  <a:lnTo>
                    <a:pt x="11" y="299"/>
                  </a:lnTo>
                  <a:lnTo>
                    <a:pt x="5" y="339"/>
                  </a:lnTo>
                  <a:lnTo>
                    <a:pt x="2" y="382"/>
                  </a:lnTo>
                  <a:lnTo>
                    <a:pt x="0" y="424"/>
                  </a:lnTo>
                  <a:lnTo>
                    <a:pt x="12" y="424"/>
                  </a:lnTo>
                  <a:lnTo>
                    <a:pt x="13" y="382"/>
                  </a:lnTo>
                  <a:lnTo>
                    <a:pt x="17" y="341"/>
                  </a:lnTo>
                  <a:lnTo>
                    <a:pt x="23" y="301"/>
                  </a:lnTo>
                  <a:lnTo>
                    <a:pt x="31" y="264"/>
                  </a:lnTo>
                  <a:lnTo>
                    <a:pt x="41" y="227"/>
                  </a:lnTo>
                  <a:lnTo>
                    <a:pt x="53" y="193"/>
                  </a:lnTo>
                  <a:lnTo>
                    <a:pt x="67" y="161"/>
                  </a:lnTo>
                  <a:lnTo>
                    <a:pt x="82" y="132"/>
                  </a:lnTo>
                  <a:lnTo>
                    <a:pt x="99" y="105"/>
                  </a:lnTo>
                  <a:lnTo>
                    <a:pt x="117" y="81"/>
                  </a:lnTo>
                  <a:lnTo>
                    <a:pt x="137" y="61"/>
                  </a:lnTo>
                  <a:lnTo>
                    <a:pt x="157" y="43"/>
                  </a:lnTo>
                  <a:lnTo>
                    <a:pt x="178" y="30"/>
                  </a:lnTo>
                  <a:lnTo>
                    <a:pt x="201" y="20"/>
                  </a:lnTo>
                  <a:lnTo>
                    <a:pt x="223" y="14"/>
                  </a:lnTo>
                  <a:lnTo>
                    <a:pt x="246" y="12"/>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9930" name="Freeform 72"/>
            <p:cNvSpPr>
              <a:spLocks/>
            </p:cNvSpPr>
            <p:nvPr/>
          </p:nvSpPr>
          <p:spPr bwMode="auto">
            <a:xfrm>
              <a:off x="1565" y="2016"/>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0" y="339"/>
                  </a:lnTo>
                  <a:lnTo>
                    <a:pt x="234" y="299"/>
                  </a:lnTo>
                  <a:lnTo>
                    <a:pt x="226" y="261"/>
                  </a:lnTo>
                  <a:lnTo>
                    <a:pt x="216" y="223"/>
                  </a:lnTo>
                  <a:lnTo>
                    <a:pt x="204" y="189"/>
                  </a:lnTo>
                  <a:lnTo>
                    <a:pt x="190" y="156"/>
                  </a:lnTo>
                  <a:lnTo>
                    <a:pt x="174" y="125"/>
                  </a:lnTo>
                  <a:lnTo>
                    <a:pt x="156" y="98"/>
                  </a:lnTo>
                  <a:lnTo>
                    <a:pt x="138" y="74"/>
                  </a:lnTo>
                  <a:lnTo>
                    <a:pt x="118" y="51"/>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9" y="81"/>
                  </a:lnTo>
                  <a:lnTo>
                    <a:pt x="147" y="105"/>
                  </a:lnTo>
                  <a:lnTo>
                    <a:pt x="164" y="132"/>
                  </a:lnTo>
                  <a:lnTo>
                    <a:pt x="178" y="160"/>
                  </a:lnTo>
                  <a:lnTo>
                    <a:pt x="192" y="193"/>
                  </a:lnTo>
                  <a:lnTo>
                    <a:pt x="204" y="227"/>
                  </a:lnTo>
                  <a:lnTo>
                    <a:pt x="215" y="264"/>
                  </a:lnTo>
                  <a:lnTo>
                    <a:pt x="223" y="301"/>
                  </a:lnTo>
                  <a:lnTo>
                    <a:pt x="229"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9931" name="Freeform 73"/>
            <p:cNvSpPr>
              <a:spLocks/>
            </p:cNvSpPr>
            <p:nvPr/>
          </p:nvSpPr>
          <p:spPr bwMode="auto">
            <a:xfrm>
              <a:off x="1565" y="2101"/>
              <a:ext cx="49" cy="85"/>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6" y="423"/>
                  </a:lnTo>
                  <a:lnTo>
                    <a:pt x="51" y="418"/>
                  </a:lnTo>
                  <a:lnTo>
                    <a:pt x="74" y="407"/>
                  </a:lnTo>
                  <a:lnTo>
                    <a:pt x="96" y="392"/>
                  </a:lnTo>
                  <a:lnTo>
                    <a:pt x="118" y="373"/>
                  </a:lnTo>
                  <a:lnTo>
                    <a:pt x="138" y="351"/>
                  </a:lnTo>
                  <a:lnTo>
                    <a:pt x="156" y="327"/>
                  </a:lnTo>
                  <a:lnTo>
                    <a:pt x="175" y="299"/>
                  </a:lnTo>
                  <a:lnTo>
                    <a:pt x="190" y="269"/>
                  </a:lnTo>
                  <a:lnTo>
                    <a:pt x="204" y="236"/>
                  </a:lnTo>
                  <a:lnTo>
                    <a:pt x="216" y="202"/>
                  </a:lnTo>
                  <a:lnTo>
                    <a:pt x="226" y="164"/>
                  </a:lnTo>
                  <a:lnTo>
                    <a:pt x="234" y="126"/>
                  </a:lnTo>
                  <a:lnTo>
                    <a:pt x="240" y="86"/>
                  </a:lnTo>
                  <a:lnTo>
                    <a:pt x="244" y="42"/>
                  </a:lnTo>
                  <a:lnTo>
                    <a:pt x="245" y="0"/>
                  </a:lnTo>
                  <a:lnTo>
                    <a:pt x="233" y="0"/>
                  </a:lnTo>
                  <a:lnTo>
                    <a:pt x="232" y="42"/>
                  </a:lnTo>
                  <a:lnTo>
                    <a:pt x="229" y="83"/>
                  </a:lnTo>
                  <a:lnTo>
                    <a:pt x="223" y="123"/>
                  </a:lnTo>
                  <a:lnTo>
                    <a:pt x="215" y="162"/>
                  </a:lnTo>
                  <a:lnTo>
                    <a:pt x="204" y="197"/>
                  </a:lnTo>
                  <a:lnTo>
                    <a:pt x="192" y="231"/>
                  </a:lnTo>
                  <a:lnTo>
                    <a:pt x="178" y="264"/>
                  </a:lnTo>
                  <a:lnTo>
                    <a:pt x="163" y="292"/>
                  </a:lnTo>
                  <a:lnTo>
                    <a:pt x="147" y="320"/>
                  </a:lnTo>
                  <a:lnTo>
                    <a:pt x="129" y="344"/>
                  </a:lnTo>
                  <a:lnTo>
                    <a:pt x="109" y="364"/>
                  </a:lnTo>
                  <a:lnTo>
                    <a:pt x="89" y="382"/>
                  </a:lnTo>
                  <a:lnTo>
                    <a:pt x="67" y="395"/>
                  </a:lnTo>
                  <a:lnTo>
                    <a:pt x="46" y="406"/>
                  </a:lnTo>
                  <a:lnTo>
                    <a:pt x="24"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9932" name="Freeform 74"/>
            <p:cNvSpPr>
              <a:spLocks/>
            </p:cNvSpPr>
            <p:nvPr/>
          </p:nvSpPr>
          <p:spPr bwMode="auto">
            <a:xfrm>
              <a:off x="1516" y="2101"/>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5" y="86"/>
                  </a:lnTo>
                  <a:lnTo>
                    <a:pt x="11" y="126"/>
                  </a:lnTo>
                  <a:lnTo>
                    <a:pt x="19" y="164"/>
                  </a:lnTo>
                  <a:lnTo>
                    <a:pt x="30" y="202"/>
                  </a:lnTo>
                  <a:lnTo>
                    <a:pt x="41" y="236"/>
                  </a:lnTo>
                  <a:lnTo>
                    <a:pt x="55" y="269"/>
                  </a:lnTo>
                  <a:lnTo>
                    <a:pt x="71" y="299"/>
                  </a:lnTo>
                  <a:lnTo>
                    <a:pt x="89" y="327"/>
                  </a:lnTo>
                  <a:lnTo>
                    <a:pt x="107" y="351"/>
                  </a:lnTo>
                  <a:lnTo>
                    <a:pt x="127" y="373"/>
                  </a:lnTo>
                  <a:lnTo>
                    <a:pt x="149" y="392"/>
                  </a:lnTo>
                  <a:lnTo>
                    <a:pt x="171" y="407"/>
                  </a:lnTo>
                  <a:lnTo>
                    <a:pt x="195" y="418"/>
                  </a:lnTo>
                  <a:lnTo>
                    <a:pt x="219" y="423"/>
                  </a:lnTo>
                  <a:lnTo>
                    <a:pt x="245" y="426"/>
                  </a:lnTo>
                  <a:lnTo>
                    <a:pt x="245" y="414"/>
                  </a:lnTo>
                  <a:lnTo>
                    <a:pt x="222" y="412"/>
                  </a:lnTo>
                  <a:lnTo>
                    <a:pt x="199" y="406"/>
                  </a:lnTo>
                  <a:lnTo>
                    <a:pt x="178" y="395"/>
                  </a:lnTo>
                  <a:lnTo>
                    <a:pt x="156" y="382"/>
                  </a:lnTo>
                  <a:lnTo>
                    <a:pt x="136" y="364"/>
                  </a:lnTo>
                  <a:lnTo>
                    <a:pt x="116" y="344"/>
                  </a:lnTo>
                  <a:lnTo>
                    <a:pt x="99" y="320"/>
                  </a:lnTo>
                  <a:lnTo>
                    <a:pt x="82" y="292"/>
                  </a:lnTo>
                  <a:lnTo>
                    <a:pt x="67" y="264"/>
                  </a:lnTo>
                  <a:lnTo>
                    <a:pt x="53" y="231"/>
                  </a:lnTo>
                  <a:lnTo>
                    <a:pt x="41" y="197"/>
                  </a:lnTo>
                  <a:lnTo>
                    <a:pt x="31" y="162"/>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79933" name="Freeform 75"/>
            <p:cNvSpPr>
              <a:spLocks/>
            </p:cNvSpPr>
            <p:nvPr/>
          </p:nvSpPr>
          <p:spPr bwMode="auto">
            <a:xfrm>
              <a:off x="1516" y="2016"/>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5" y="8"/>
                  </a:lnTo>
                  <a:lnTo>
                    <a:pt x="171" y="19"/>
                  </a:lnTo>
                  <a:lnTo>
                    <a:pt x="149" y="34"/>
                  </a:lnTo>
                  <a:lnTo>
                    <a:pt x="127" y="51"/>
                  </a:lnTo>
                  <a:lnTo>
                    <a:pt x="107" y="74"/>
                  </a:lnTo>
                  <a:lnTo>
                    <a:pt x="89" y="98"/>
                  </a:lnTo>
                  <a:lnTo>
                    <a:pt x="72" y="125"/>
                  </a:lnTo>
                  <a:lnTo>
                    <a:pt x="55" y="156"/>
                  </a:lnTo>
                  <a:lnTo>
                    <a:pt x="41" y="189"/>
                  </a:lnTo>
                  <a:lnTo>
                    <a:pt x="30" y="223"/>
                  </a:lnTo>
                  <a:lnTo>
                    <a:pt x="19" y="261"/>
                  </a:lnTo>
                  <a:lnTo>
                    <a:pt x="11" y="299"/>
                  </a:lnTo>
                  <a:lnTo>
                    <a:pt x="5" y="339"/>
                  </a:lnTo>
                  <a:lnTo>
                    <a:pt x="1" y="382"/>
                  </a:lnTo>
                  <a:lnTo>
                    <a:pt x="0" y="424"/>
                  </a:lnTo>
                  <a:lnTo>
                    <a:pt x="12" y="424"/>
                  </a:lnTo>
                  <a:lnTo>
                    <a:pt x="13" y="382"/>
                  </a:lnTo>
                  <a:lnTo>
                    <a:pt x="17" y="341"/>
                  </a:lnTo>
                  <a:lnTo>
                    <a:pt x="23" y="301"/>
                  </a:lnTo>
                  <a:lnTo>
                    <a:pt x="31" y="264"/>
                  </a:lnTo>
                  <a:lnTo>
                    <a:pt x="41" y="227"/>
                  </a:lnTo>
                  <a:lnTo>
                    <a:pt x="53" y="193"/>
                  </a:lnTo>
                  <a:lnTo>
                    <a:pt x="67" y="160"/>
                  </a:lnTo>
                  <a:lnTo>
                    <a:pt x="81" y="132"/>
                  </a:lnTo>
                  <a:lnTo>
                    <a:pt x="99" y="105"/>
                  </a:lnTo>
                  <a:lnTo>
                    <a:pt x="116" y="81"/>
                  </a:lnTo>
                  <a:lnTo>
                    <a:pt x="136" y="61"/>
                  </a:lnTo>
                  <a:lnTo>
                    <a:pt x="156" y="43"/>
                  </a:lnTo>
                  <a:lnTo>
                    <a:pt x="178" y="30"/>
                  </a:lnTo>
                  <a:lnTo>
                    <a:pt x="199" y="20"/>
                  </a:lnTo>
                  <a:lnTo>
                    <a:pt x="222"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sp>
        <p:nvSpPr>
          <p:cNvPr id="79880" name="Rectangle 77"/>
          <p:cNvSpPr>
            <a:spLocks noChangeArrowheads="1"/>
          </p:cNvSpPr>
          <p:nvPr/>
        </p:nvSpPr>
        <p:spPr bwMode="auto">
          <a:xfrm>
            <a:off x="611188" y="0"/>
            <a:ext cx="6388100" cy="6477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3000"/>
              <a:t>Sem. 1 - Jeudi</a:t>
            </a:r>
          </a:p>
        </p:txBody>
      </p:sp>
      <p:sp>
        <p:nvSpPr>
          <p:cNvPr id="79881" name="Text Box 78"/>
          <p:cNvSpPr txBox="1">
            <a:spLocks noChangeArrowheads="1"/>
          </p:cNvSpPr>
          <p:nvPr/>
        </p:nvSpPr>
        <p:spPr bwMode="auto">
          <a:xfrm>
            <a:off x="566738" y="2697163"/>
            <a:ext cx="3217862"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2. Pas de commandes</a:t>
            </a:r>
          </a:p>
        </p:txBody>
      </p:sp>
      <p:sp>
        <p:nvSpPr>
          <p:cNvPr id="79882" name="Text Box 79"/>
          <p:cNvSpPr txBox="1">
            <a:spLocks noChangeArrowheads="1"/>
          </p:cNvSpPr>
          <p:nvPr/>
        </p:nvSpPr>
        <p:spPr bwMode="auto">
          <a:xfrm>
            <a:off x="566738" y="5211763"/>
            <a:ext cx="6543675" cy="4429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eaLnBrk="1" hangingPunct="1">
              <a:spcBef>
                <a:spcPct val="0"/>
              </a:spcBef>
              <a:buFontTx/>
              <a:buNone/>
            </a:pPr>
            <a:r>
              <a:rPr lang="fr-FR" altLang="fr-FR" sz="2300"/>
              <a:t>4. Pointez la production sur votre feuille de suivi</a:t>
            </a:r>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80898" name="Group 2"/>
          <p:cNvGrpSpPr>
            <a:grpSpLocks/>
          </p:cNvGrpSpPr>
          <p:nvPr/>
        </p:nvGrpSpPr>
        <p:grpSpPr bwMode="auto">
          <a:xfrm>
            <a:off x="7073900" y="215900"/>
            <a:ext cx="1878013" cy="1250950"/>
            <a:chOff x="4456" y="136"/>
            <a:chExt cx="1183" cy="788"/>
          </a:xfrm>
        </p:grpSpPr>
        <p:grpSp>
          <p:nvGrpSpPr>
            <p:cNvPr id="80958" name="Group 3"/>
            <p:cNvGrpSpPr>
              <a:grpSpLocks/>
            </p:cNvGrpSpPr>
            <p:nvPr/>
          </p:nvGrpSpPr>
          <p:grpSpPr bwMode="auto">
            <a:xfrm>
              <a:off x="4766" y="232"/>
              <a:ext cx="873" cy="692"/>
              <a:chOff x="2185" y="310"/>
              <a:chExt cx="873" cy="692"/>
            </a:xfrm>
          </p:grpSpPr>
          <p:sp>
            <p:nvSpPr>
              <p:cNvPr id="80969" name="Freeform 4"/>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accent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80970" name="Freeform 5"/>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80971" name="Freeform 6"/>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80972" name="Freeform 7"/>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80973" name="Freeform 8"/>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80974" name="Freeform 9"/>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80975" name="Freeform 10"/>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grpSp>
          <p:nvGrpSpPr>
            <p:cNvPr id="80959" name="Group 11"/>
            <p:cNvGrpSpPr>
              <a:grpSpLocks/>
            </p:cNvGrpSpPr>
            <p:nvPr/>
          </p:nvGrpSpPr>
          <p:grpSpPr bwMode="auto">
            <a:xfrm>
              <a:off x="4949" y="336"/>
              <a:ext cx="591" cy="468"/>
              <a:chOff x="2185" y="310"/>
              <a:chExt cx="873" cy="692"/>
            </a:xfrm>
          </p:grpSpPr>
          <p:sp>
            <p:nvSpPr>
              <p:cNvPr id="80962" name="Freeform 12"/>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80963" name="Freeform 13"/>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80964" name="Freeform 14"/>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80965" name="Freeform 15"/>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80966" name="Freeform 16"/>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80967" name="Freeform 17"/>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80968" name="Freeform 18"/>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pic>
          <p:nvPicPr>
            <p:cNvPr id="80960" name="Picture 19"/>
            <p:cNvPicPr>
              <a:picLocks noChangeAspect="1" noChangeArrowheads="1"/>
            </p:cNvPicPr>
            <p:nvPr/>
          </p:nvPicPr>
          <p:blipFill>
            <a:blip r:embed="rId3" cstate="print">
              <a:extLst>
                <a:ext uri="{28A0092B-C50C-407E-A947-70E740481C1C}">
                  <a14:useLocalDpi xmlns:a14="http://schemas.microsoft.com/office/drawing/2010/main" val="0"/>
                </a:ext>
              </a:extLst>
            </a:blip>
            <a:srcRect l="-4282" t="-4369" r="-5199" b="-12012"/>
            <a:stretch>
              <a:fillRect/>
            </a:stretch>
          </p:blipFill>
          <p:spPr bwMode="auto">
            <a:xfrm>
              <a:off x="4456" y="136"/>
              <a:ext cx="480" cy="5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80961" name="Text Box 20"/>
            <p:cNvSpPr txBox="1">
              <a:spLocks noChangeArrowheads="1"/>
            </p:cNvSpPr>
            <p:nvPr/>
          </p:nvSpPr>
          <p:spPr bwMode="auto">
            <a:xfrm>
              <a:off x="4946" y="314"/>
              <a:ext cx="596" cy="49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4500" b="1">
                  <a:solidFill>
                    <a:srgbClr val="FF0000"/>
                  </a:solidFill>
                  <a:latin typeface="Arial Black" pitchFamily="34" charset="0"/>
                </a:rPr>
                <a:t>30</a:t>
              </a:r>
              <a:endParaRPr lang="fr-FR" altLang="fr-FR" sz="3200">
                <a:solidFill>
                  <a:schemeClr val="tx1"/>
                </a:solidFill>
                <a:latin typeface="Arial Black" pitchFamily="34" charset="0"/>
              </a:endParaRPr>
            </a:p>
          </p:txBody>
        </p:sp>
      </p:grpSp>
      <p:sp>
        <p:nvSpPr>
          <p:cNvPr id="80900" name="Text Box 22"/>
          <p:cNvSpPr txBox="1">
            <a:spLocks noChangeArrowheads="1"/>
          </p:cNvSpPr>
          <p:nvPr/>
        </p:nvSpPr>
        <p:spPr bwMode="auto">
          <a:xfrm>
            <a:off x="566738" y="1363663"/>
            <a:ext cx="1946275"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1. Tirez le dé</a:t>
            </a:r>
          </a:p>
        </p:txBody>
      </p:sp>
      <p:sp>
        <p:nvSpPr>
          <p:cNvPr id="80901" name="Text Box 23"/>
          <p:cNvSpPr txBox="1">
            <a:spLocks noChangeArrowheads="1"/>
          </p:cNvSpPr>
          <p:nvPr/>
        </p:nvSpPr>
        <p:spPr bwMode="auto">
          <a:xfrm>
            <a:off x="566738" y="3935413"/>
            <a:ext cx="18796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3. Produisez</a:t>
            </a:r>
          </a:p>
        </p:txBody>
      </p:sp>
      <p:grpSp>
        <p:nvGrpSpPr>
          <p:cNvPr id="80902" name="Group 24"/>
          <p:cNvGrpSpPr>
            <a:grpSpLocks/>
          </p:cNvGrpSpPr>
          <p:nvPr/>
        </p:nvGrpSpPr>
        <p:grpSpPr bwMode="auto">
          <a:xfrm>
            <a:off x="2986088" y="1306513"/>
            <a:ext cx="446087" cy="534987"/>
            <a:chOff x="868" y="1439"/>
            <a:chExt cx="811" cy="972"/>
          </a:xfrm>
        </p:grpSpPr>
        <p:sp>
          <p:nvSpPr>
            <p:cNvPr id="80907" name="Freeform 25"/>
            <p:cNvSpPr>
              <a:spLocks/>
            </p:cNvSpPr>
            <p:nvPr/>
          </p:nvSpPr>
          <p:spPr bwMode="auto">
            <a:xfrm>
              <a:off x="1548" y="2014"/>
              <a:ext cx="123" cy="100"/>
            </a:xfrm>
            <a:custGeom>
              <a:avLst/>
              <a:gdLst>
                <a:gd name="T0" fmla="*/ 5 w 618"/>
                <a:gd name="T1" fmla="*/ 0 h 502"/>
                <a:gd name="T2" fmla="*/ 5 w 618"/>
                <a:gd name="T3" fmla="*/ 0 h 502"/>
                <a:gd name="T4" fmla="*/ 0 w 618"/>
                <a:gd name="T5" fmla="*/ 4 h 502"/>
                <a:gd name="T6" fmla="*/ 0 w 618"/>
                <a:gd name="T7" fmla="*/ 4 h 502"/>
                <a:gd name="T8" fmla="*/ 5 w 618"/>
                <a:gd name="T9" fmla="*/ 0 h 502"/>
                <a:gd name="T10" fmla="*/ 5 w 618"/>
                <a:gd name="T11" fmla="*/ 0 h 502"/>
                <a:gd name="T12" fmla="*/ 5 w 618"/>
                <a:gd name="T13" fmla="*/ 0 h 502"/>
                <a:gd name="T14" fmla="*/ 5 w 618"/>
                <a:gd name="T15" fmla="*/ 0 h 502"/>
                <a:gd name="T16" fmla="*/ 5 w 618"/>
                <a:gd name="T17" fmla="*/ 0 h 502"/>
                <a:gd name="T18" fmla="*/ 5 w 618"/>
                <a:gd name="T19" fmla="*/ 0 h 502"/>
                <a:gd name="T20" fmla="*/ 5 w 618"/>
                <a:gd name="T21" fmla="*/ 0 h 502"/>
                <a:gd name="T22" fmla="*/ 5 w 618"/>
                <a:gd name="T23" fmla="*/ 0 h 502"/>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618"/>
                <a:gd name="T37" fmla="*/ 0 h 502"/>
                <a:gd name="T38" fmla="*/ 618 w 618"/>
                <a:gd name="T39" fmla="*/ 502 h 502"/>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618" h="502">
                  <a:moveTo>
                    <a:pt x="611" y="0"/>
                  </a:moveTo>
                  <a:lnTo>
                    <a:pt x="606" y="2"/>
                  </a:lnTo>
                  <a:lnTo>
                    <a:pt x="0" y="490"/>
                  </a:lnTo>
                  <a:lnTo>
                    <a:pt x="10" y="502"/>
                  </a:lnTo>
                  <a:lnTo>
                    <a:pt x="616" y="14"/>
                  </a:lnTo>
                  <a:lnTo>
                    <a:pt x="611" y="16"/>
                  </a:lnTo>
                  <a:lnTo>
                    <a:pt x="616" y="14"/>
                  </a:lnTo>
                  <a:lnTo>
                    <a:pt x="618" y="9"/>
                  </a:lnTo>
                  <a:lnTo>
                    <a:pt x="617" y="3"/>
                  </a:lnTo>
                  <a:lnTo>
                    <a:pt x="612" y="1"/>
                  </a:lnTo>
                  <a:lnTo>
                    <a:pt x="606" y="2"/>
                  </a:lnTo>
                  <a:lnTo>
                    <a:pt x="611"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80908" name="Freeform 26"/>
            <p:cNvSpPr>
              <a:spLocks/>
            </p:cNvSpPr>
            <p:nvPr/>
          </p:nvSpPr>
          <p:spPr bwMode="auto">
            <a:xfrm>
              <a:off x="876" y="1852"/>
              <a:ext cx="82" cy="373"/>
            </a:xfrm>
            <a:custGeom>
              <a:avLst/>
              <a:gdLst>
                <a:gd name="T0" fmla="*/ 3 w 413"/>
                <a:gd name="T1" fmla="*/ 15 h 1865"/>
                <a:gd name="T2" fmla="*/ 3 w 413"/>
                <a:gd name="T3" fmla="*/ 15 h 1865"/>
                <a:gd name="T4" fmla="*/ 0 w 413"/>
                <a:gd name="T5" fmla="*/ 0 h 1865"/>
                <a:gd name="T6" fmla="*/ 0 w 413"/>
                <a:gd name="T7" fmla="*/ 0 h 1865"/>
                <a:gd name="T8" fmla="*/ 3 w 413"/>
                <a:gd name="T9" fmla="*/ 15 h 1865"/>
                <a:gd name="T10" fmla="*/ 3 w 413"/>
                <a:gd name="T11" fmla="*/ 15 h 1865"/>
                <a:gd name="T12" fmla="*/ 3 w 413"/>
                <a:gd name="T13" fmla="*/ 15 h 1865"/>
                <a:gd name="T14" fmla="*/ 3 w 413"/>
                <a:gd name="T15" fmla="*/ 15 h 1865"/>
                <a:gd name="T16" fmla="*/ 3 w 413"/>
                <a:gd name="T17" fmla="*/ 15 h 1865"/>
                <a:gd name="T18" fmla="*/ 3 w 413"/>
                <a:gd name="T19" fmla="*/ 15 h 1865"/>
                <a:gd name="T20" fmla="*/ 3 w 413"/>
                <a:gd name="T21" fmla="*/ 15 h 1865"/>
                <a:gd name="T22" fmla="*/ 3 w 413"/>
                <a:gd name="T23" fmla="*/ 15 h 186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413"/>
                <a:gd name="T37" fmla="*/ 0 h 1865"/>
                <a:gd name="T38" fmla="*/ 413 w 413"/>
                <a:gd name="T39" fmla="*/ 1865 h 1865"/>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413" h="1865">
                  <a:moveTo>
                    <a:pt x="400" y="1864"/>
                  </a:moveTo>
                  <a:lnTo>
                    <a:pt x="413" y="1856"/>
                  </a:lnTo>
                  <a:lnTo>
                    <a:pt x="17" y="0"/>
                  </a:lnTo>
                  <a:lnTo>
                    <a:pt x="0" y="2"/>
                  </a:lnTo>
                  <a:lnTo>
                    <a:pt x="396" y="1858"/>
                  </a:lnTo>
                  <a:lnTo>
                    <a:pt x="409" y="1850"/>
                  </a:lnTo>
                  <a:lnTo>
                    <a:pt x="396" y="1858"/>
                  </a:lnTo>
                  <a:lnTo>
                    <a:pt x="400" y="1864"/>
                  </a:lnTo>
                  <a:lnTo>
                    <a:pt x="406" y="1865"/>
                  </a:lnTo>
                  <a:lnTo>
                    <a:pt x="410" y="1862"/>
                  </a:lnTo>
                  <a:lnTo>
                    <a:pt x="413" y="1856"/>
                  </a:lnTo>
                  <a:lnTo>
                    <a:pt x="400" y="186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80909" name="Freeform 27"/>
            <p:cNvSpPr>
              <a:spLocks/>
            </p:cNvSpPr>
            <p:nvPr/>
          </p:nvSpPr>
          <p:spPr bwMode="auto">
            <a:xfrm>
              <a:off x="1282" y="1533"/>
              <a:ext cx="35" cy="161"/>
            </a:xfrm>
            <a:custGeom>
              <a:avLst/>
              <a:gdLst>
                <a:gd name="T0" fmla="*/ 1 w 175"/>
                <a:gd name="T1" fmla="*/ 6 h 807"/>
                <a:gd name="T2" fmla="*/ 1 w 175"/>
                <a:gd name="T3" fmla="*/ 6 h 807"/>
                <a:gd name="T4" fmla="*/ 1 w 175"/>
                <a:gd name="T5" fmla="*/ 6 h 807"/>
                <a:gd name="T6" fmla="*/ 1 w 175"/>
                <a:gd name="T7" fmla="*/ 5 h 807"/>
                <a:gd name="T8" fmla="*/ 1 w 175"/>
                <a:gd name="T9" fmla="*/ 5 h 807"/>
                <a:gd name="T10" fmla="*/ 1 w 175"/>
                <a:gd name="T11" fmla="*/ 5 h 807"/>
                <a:gd name="T12" fmla="*/ 1 w 175"/>
                <a:gd name="T13" fmla="*/ 4 h 807"/>
                <a:gd name="T14" fmla="*/ 1 w 175"/>
                <a:gd name="T15" fmla="*/ 4 h 807"/>
                <a:gd name="T16" fmla="*/ 1 w 175"/>
                <a:gd name="T17" fmla="*/ 3 h 807"/>
                <a:gd name="T18" fmla="*/ 1 w 175"/>
                <a:gd name="T19" fmla="*/ 3 h 807"/>
                <a:gd name="T20" fmla="*/ 1 w 175"/>
                <a:gd name="T21" fmla="*/ 3 h 807"/>
                <a:gd name="T22" fmla="*/ 1 w 175"/>
                <a:gd name="T23" fmla="*/ 2 h 807"/>
                <a:gd name="T24" fmla="*/ 1 w 175"/>
                <a:gd name="T25" fmla="*/ 2 h 807"/>
                <a:gd name="T26" fmla="*/ 1 w 175"/>
                <a:gd name="T27" fmla="*/ 2 h 807"/>
                <a:gd name="T28" fmla="*/ 1 w 175"/>
                <a:gd name="T29" fmla="*/ 1 h 807"/>
                <a:gd name="T30" fmla="*/ 1 w 175"/>
                <a:gd name="T31" fmla="*/ 1 h 807"/>
                <a:gd name="T32" fmla="*/ 1 w 175"/>
                <a:gd name="T33" fmla="*/ 1 h 807"/>
                <a:gd name="T34" fmla="*/ 1 w 175"/>
                <a:gd name="T35" fmla="*/ 0 h 807"/>
                <a:gd name="T36" fmla="*/ 1 w 175"/>
                <a:gd name="T37" fmla="*/ 0 h 807"/>
                <a:gd name="T38" fmla="*/ 1 w 175"/>
                <a:gd name="T39" fmla="*/ 0 h 807"/>
                <a:gd name="T40" fmla="*/ 0 w 175"/>
                <a:gd name="T41" fmla="*/ 1 h 807"/>
                <a:gd name="T42" fmla="*/ 0 w 175"/>
                <a:gd name="T43" fmla="*/ 1 h 807"/>
                <a:gd name="T44" fmla="*/ 0 w 175"/>
                <a:gd name="T45" fmla="*/ 1 h 807"/>
                <a:gd name="T46" fmla="*/ 0 w 175"/>
                <a:gd name="T47" fmla="*/ 2 h 807"/>
                <a:gd name="T48" fmla="*/ 0 w 175"/>
                <a:gd name="T49" fmla="*/ 2 h 807"/>
                <a:gd name="T50" fmla="*/ 0 w 175"/>
                <a:gd name="T51" fmla="*/ 3 h 807"/>
                <a:gd name="T52" fmla="*/ 0 w 175"/>
                <a:gd name="T53" fmla="*/ 3 h 807"/>
                <a:gd name="T54" fmla="*/ 0 w 175"/>
                <a:gd name="T55" fmla="*/ 3 h 807"/>
                <a:gd name="T56" fmla="*/ 0 w 175"/>
                <a:gd name="T57" fmla="*/ 4 h 807"/>
                <a:gd name="T58" fmla="*/ 0 w 175"/>
                <a:gd name="T59" fmla="*/ 4 h 807"/>
                <a:gd name="T60" fmla="*/ 0 w 175"/>
                <a:gd name="T61" fmla="*/ 5 h 807"/>
                <a:gd name="T62" fmla="*/ 0 w 175"/>
                <a:gd name="T63" fmla="*/ 5 h 807"/>
                <a:gd name="T64" fmla="*/ 0 w 175"/>
                <a:gd name="T65" fmla="*/ 5 h 807"/>
                <a:gd name="T66" fmla="*/ 1 w 175"/>
                <a:gd name="T67" fmla="*/ 6 h 807"/>
                <a:gd name="T68" fmla="*/ 1 w 175"/>
                <a:gd name="T69" fmla="*/ 6 h 807"/>
                <a:gd name="T70" fmla="*/ 1 w 175"/>
                <a:gd name="T71" fmla="*/ 6 h 807"/>
                <a:gd name="T72" fmla="*/ 1 w 175"/>
                <a:gd name="T73" fmla="*/ 6 h 807"/>
                <a:gd name="T74" fmla="*/ 1 w 175"/>
                <a:gd name="T75" fmla="*/ 6 h 807"/>
                <a:gd name="T76" fmla="*/ 1 w 175"/>
                <a:gd name="T77" fmla="*/ 6 h 807"/>
                <a:gd name="T78" fmla="*/ 1 w 175"/>
                <a:gd name="T79" fmla="*/ 6 h 807"/>
                <a:gd name="T80" fmla="*/ 1 w 175"/>
                <a:gd name="T81" fmla="*/ 6 h 807"/>
                <a:gd name="T82" fmla="*/ 1 w 175"/>
                <a:gd name="T83" fmla="*/ 6 h 807"/>
                <a:gd name="T84" fmla="*/ 1 w 175"/>
                <a:gd name="T85" fmla="*/ 6 h 807"/>
                <a:gd name="T86" fmla="*/ 1 w 175"/>
                <a:gd name="T87" fmla="*/ 6 h 807"/>
                <a:gd name="T88" fmla="*/ 1 w 175"/>
                <a:gd name="T89" fmla="*/ 6 h 807"/>
                <a:gd name="T90" fmla="*/ 1 w 175"/>
                <a:gd name="T91" fmla="*/ 6 h 80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175"/>
                <a:gd name="T139" fmla="*/ 0 h 807"/>
                <a:gd name="T140" fmla="*/ 175 w 175"/>
                <a:gd name="T141" fmla="*/ 807 h 80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175" h="807">
                  <a:moveTo>
                    <a:pt x="169" y="740"/>
                  </a:moveTo>
                  <a:lnTo>
                    <a:pt x="169" y="739"/>
                  </a:lnTo>
                  <a:lnTo>
                    <a:pt x="149" y="698"/>
                  </a:lnTo>
                  <a:lnTo>
                    <a:pt x="133" y="656"/>
                  </a:lnTo>
                  <a:lnTo>
                    <a:pt x="120" y="611"/>
                  </a:lnTo>
                  <a:lnTo>
                    <a:pt x="108" y="565"/>
                  </a:lnTo>
                  <a:lnTo>
                    <a:pt x="100" y="520"/>
                  </a:lnTo>
                  <a:lnTo>
                    <a:pt x="96" y="472"/>
                  </a:lnTo>
                  <a:lnTo>
                    <a:pt x="93" y="425"/>
                  </a:lnTo>
                  <a:lnTo>
                    <a:pt x="93" y="377"/>
                  </a:lnTo>
                  <a:lnTo>
                    <a:pt x="96" y="330"/>
                  </a:lnTo>
                  <a:lnTo>
                    <a:pt x="100" y="283"/>
                  </a:lnTo>
                  <a:lnTo>
                    <a:pt x="106" y="238"/>
                  </a:lnTo>
                  <a:lnTo>
                    <a:pt x="115" y="195"/>
                  </a:lnTo>
                  <a:lnTo>
                    <a:pt x="126" y="153"/>
                  </a:lnTo>
                  <a:lnTo>
                    <a:pt x="139" y="114"/>
                  </a:lnTo>
                  <a:lnTo>
                    <a:pt x="153" y="77"/>
                  </a:lnTo>
                  <a:lnTo>
                    <a:pt x="169" y="43"/>
                  </a:lnTo>
                  <a:lnTo>
                    <a:pt x="87" y="0"/>
                  </a:lnTo>
                  <a:lnTo>
                    <a:pt x="69" y="39"/>
                  </a:lnTo>
                  <a:lnTo>
                    <a:pt x="52" y="81"/>
                  </a:lnTo>
                  <a:lnTo>
                    <a:pt x="37" y="127"/>
                  </a:lnTo>
                  <a:lnTo>
                    <a:pt x="24" y="174"/>
                  </a:lnTo>
                  <a:lnTo>
                    <a:pt x="15" y="222"/>
                  </a:lnTo>
                  <a:lnTo>
                    <a:pt x="7" y="271"/>
                  </a:lnTo>
                  <a:lnTo>
                    <a:pt x="2" y="323"/>
                  </a:lnTo>
                  <a:lnTo>
                    <a:pt x="0" y="374"/>
                  </a:lnTo>
                  <a:lnTo>
                    <a:pt x="0" y="427"/>
                  </a:lnTo>
                  <a:lnTo>
                    <a:pt x="2" y="479"/>
                  </a:lnTo>
                  <a:lnTo>
                    <a:pt x="9" y="531"/>
                  </a:lnTo>
                  <a:lnTo>
                    <a:pt x="17" y="584"/>
                  </a:lnTo>
                  <a:lnTo>
                    <a:pt x="29" y="635"/>
                  </a:lnTo>
                  <a:lnTo>
                    <a:pt x="44" y="686"/>
                  </a:lnTo>
                  <a:lnTo>
                    <a:pt x="65" y="736"/>
                  </a:lnTo>
                  <a:lnTo>
                    <a:pt x="87" y="784"/>
                  </a:lnTo>
                  <a:lnTo>
                    <a:pt x="87" y="782"/>
                  </a:lnTo>
                  <a:lnTo>
                    <a:pt x="87" y="784"/>
                  </a:lnTo>
                  <a:lnTo>
                    <a:pt x="100" y="799"/>
                  </a:lnTo>
                  <a:lnTo>
                    <a:pt x="117" y="807"/>
                  </a:lnTo>
                  <a:lnTo>
                    <a:pt x="134" y="807"/>
                  </a:lnTo>
                  <a:lnTo>
                    <a:pt x="151" y="801"/>
                  </a:lnTo>
                  <a:lnTo>
                    <a:pt x="164" y="791"/>
                  </a:lnTo>
                  <a:lnTo>
                    <a:pt x="173" y="777"/>
                  </a:lnTo>
                  <a:lnTo>
                    <a:pt x="175" y="759"/>
                  </a:lnTo>
                  <a:lnTo>
                    <a:pt x="169" y="739"/>
                  </a:lnTo>
                  <a:lnTo>
                    <a:pt x="169" y="74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80910" name="Freeform 28"/>
            <p:cNvSpPr>
              <a:spLocks/>
            </p:cNvSpPr>
            <p:nvPr/>
          </p:nvSpPr>
          <p:spPr bwMode="auto">
            <a:xfrm>
              <a:off x="1299" y="1681"/>
              <a:ext cx="157" cy="281"/>
            </a:xfrm>
            <a:custGeom>
              <a:avLst/>
              <a:gdLst>
                <a:gd name="T0" fmla="*/ 6 w 787"/>
                <a:gd name="T1" fmla="*/ 11 h 1404"/>
                <a:gd name="T2" fmla="*/ 6 w 787"/>
                <a:gd name="T3" fmla="*/ 11 h 1404"/>
                <a:gd name="T4" fmla="*/ 1 w 787"/>
                <a:gd name="T5" fmla="*/ 0 h 1404"/>
                <a:gd name="T6" fmla="*/ 0 w 787"/>
                <a:gd name="T7" fmla="*/ 0 h 1404"/>
                <a:gd name="T8" fmla="*/ 6 w 787"/>
                <a:gd name="T9" fmla="*/ 11 h 1404"/>
                <a:gd name="T10" fmla="*/ 6 w 787"/>
                <a:gd name="T11" fmla="*/ 11 h 1404"/>
                <a:gd name="T12" fmla="*/ 6 w 787"/>
                <a:gd name="T13" fmla="*/ 11 h 1404"/>
                <a:gd name="T14" fmla="*/ 6 w 787"/>
                <a:gd name="T15" fmla="*/ 11 h 1404"/>
                <a:gd name="T16" fmla="*/ 6 w 787"/>
                <a:gd name="T17" fmla="*/ 11 h 1404"/>
                <a:gd name="T18" fmla="*/ 6 w 787"/>
                <a:gd name="T19" fmla="*/ 11 h 1404"/>
                <a:gd name="T20" fmla="*/ 6 w 787"/>
                <a:gd name="T21" fmla="*/ 11 h 1404"/>
                <a:gd name="T22" fmla="*/ 6 w 787"/>
                <a:gd name="T23" fmla="*/ 11 h 1404"/>
                <a:gd name="T24" fmla="*/ 6 w 787"/>
                <a:gd name="T25" fmla="*/ 11 h 1404"/>
                <a:gd name="T26" fmla="*/ 6 w 787"/>
                <a:gd name="T27" fmla="*/ 11 h 1404"/>
                <a:gd name="T28" fmla="*/ 6 w 787"/>
                <a:gd name="T29" fmla="*/ 11 h 1404"/>
                <a:gd name="T30" fmla="*/ 6 w 787"/>
                <a:gd name="T31" fmla="*/ 11 h 1404"/>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787"/>
                <a:gd name="T49" fmla="*/ 0 h 1404"/>
                <a:gd name="T50" fmla="*/ 787 w 787"/>
                <a:gd name="T51" fmla="*/ 1404 h 1404"/>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787" h="1404">
                  <a:moveTo>
                    <a:pt x="781" y="1334"/>
                  </a:moveTo>
                  <a:lnTo>
                    <a:pt x="781" y="1337"/>
                  </a:lnTo>
                  <a:lnTo>
                    <a:pt x="82" y="0"/>
                  </a:lnTo>
                  <a:lnTo>
                    <a:pt x="0" y="42"/>
                  </a:lnTo>
                  <a:lnTo>
                    <a:pt x="699" y="1379"/>
                  </a:lnTo>
                  <a:lnTo>
                    <a:pt x="699" y="1381"/>
                  </a:lnTo>
                  <a:lnTo>
                    <a:pt x="699" y="1379"/>
                  </a:lnTo>
                  <a:lnTo>
                    <a:pt x="712" y="1395"/>
                  </a:lnTo>
                  <a:lnTo>
                    <a:pt x="727" y="1402"/>
                  </a:lnTo>
                  <a:lnTo>
                    <a:pt x="744" y="1404"/>
                  </a:lnTo>
                  <a:lnTo>
                    <a:pt x="761" y="1398"/>
                  </a:lnTo>
                  <a:lnTo>
                    <a:pt x="775" y="1388"/>
                  </a:lnTo>
                  <a:lnTo>
                    <a:pt x="784" y="1373"/>
                  </a:lnTo>
                  <a:lnTo>
                    <a:pt x="787" y="1357"/>
                  </a:lnTo>
                  <a:lnTo>
                    <a:pt x="781" y="1337"/>
                  </a:lnTo>
                  <a:lnTo>
                    <a:pt x="781" y="13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80911" name="Freeform 29"/>
            <p:cNvSpPr>
              <a:spLocks/>
            </p:cNvSpPr>
            <p:nvPr/>
          </p:nvSpPr>
          <p:spPr bwMode="auto">
            <a:xfrm>
              <a:off x="1439" y="1948"/>
              <a:ext cx="125" cy="76"/>
            </a:xfrm>
            <a:custGeom>
              <a:avLst/>
              <a:gdLst>
                <a:gd name="T0" fmla="*/ 5 w 628"/>
                <a:gd name="T1" fmla="*/ 2 h 383"/>
                <a:gd name="T2" fmla="*/ 5 w 628"/>
                <a:gd name="T3" fmla="*/ 2 h 383"/>
                <a:gd name="T4" fmla="*/ 4 w 628"/>
                <a:gd name="T5" fmla="*/ 2 h 383"/>
                <a:gd name="T6" fmla="*/ 4 w 628"/>
                <a:gd name="T7" fmla="*/ 2 h 383"/>
                <a:gd name="T8" fmla="*/ 4 w 628"/>
                <a:gd name="T9" fmla="*/ 2 h 383"/>
                <a:gd name="T10" fmla="*/ 3 w 628"/>
                <a:gd name="T11" fmla="*/ 2 h 383"/>
                <a:gd name="T12" fmla="*/ 3 w 628"/>
                <a:gd name="T13" fmla="*/ 2 h 383"/>
                <a:gd name="T14" fmla="*/ 3 w 628"/>
                <a:gd name="T15" fmla="*/ 2 h 383"/>
                <a:gd name="T16" fmla="*/ 3 w 628"/>
                <a:gd name="T17" fmla="*/ 2 h 383"/>
                <a:gd name="T18" fmla="*/ 2 w 628"/>
                <a:gd name="T19" fmla="*/ 2 h 383"/>
                <a:gd name="T20" fmla="*/ 2 w 628"/>
                <a:gd name="T21" fmla="*/ 2 h 383"/>
                <a:gd name="T22" fmla="*/ 2 w 628"/>
                <a:gd name="T23" fmla="*/ 1 h 383"/>
                <a:gd name="T24" fmla="*/ 2 w 628"/>
                <a:gd name="T25" fmla="*/ 1 h 383"/>
                <a:gd name="T26" fmla="*/ 1 w 628"/>
                <a:gd name="T27" fmla="*/ 1 h 383"/>
                <a:gd name="T28" fmla="*/ 1 w 628"/>
                <a:gd name="T29" fmla="*/ 1 h 383"/>
                <a:gd name="T30" fmla="*/ 1 w 628"/>
                <a:gd name="T31" fmla="*/ 1 h 383"/>
                <a:gd name="T32" fmla="*/ 1 w 628"/>
                <a:gd name="T33" fmla="*/ 0 h 383"/>
                <a:gd name="T34" fmla="*/ 1 w 628"/>
                <a:gd name="T35" fmla="*/ 0 h 383"/>
                <a:gd name="T36" fmla="*/ 0 w 628"/>
                <a:gd name="T37" fmla="*/ 0 h 383"/>
                <a:gd name="T38" fmla="*/ 0 w 628"/>
                <a:gd name="T39" fmla="*/ 1 h 383"/>
                <a:gd name="T40" fmla="*/ 0 w 628"/>
                <a:gd name="T41" fmla="*/ 1 h 383"/>
                <a:gd name="T42" fmla="*/ 1 w 628"/>
                <a:gd name="T43" fmla="*/ 1 h 383"/>
                <a:gd name="T44" fmla="*/ 1 w 628"/>
                <a:gd name="T45" fmla="*/ 1 h 383"/>
                <a:gd name="T46" fmla="*/ 1 w 628"/>
                <a:gd name="T47" fmla="*/ 2 h 383"/>
                <a:gd name="T48" fmla="*/ 1 w 628"/>
                <a:gd name="T49" fmla="*/ 2 h 383"/>
                <a:gd name="T50" fmla="*/ 2 w 628"/>
                <a:gd name="T51" fmla="*/ 2 h 383"/>
                <a:gd name="T52" fmla="*/ 2 w 628"/>
                <a:gd name="T53" fmla="*/ 2 h 383"/>
                <a:gd name="T54" fmla="*/ 2 w 628"/>
                <a:gd name="T55" fmla="*/ 2 h 383"/>
                <a:gd name="T56" fmla="*/ 3 w 628"/>
                <a:gd name="T57" fmla="*/ 3 h 383"/>
                <a:gd name="T58" fmla="*/ 3 w 628"/>
                <a:gd name="T59" fmla="*/ 3 h 383"/>
                <a:gd name="T60" fmla="*/ 3 w 628"/>
                <a:gd name="T61" fmla="*/ 3 h 383"/>
                <a:gd name="T62" fmla="*/ 4 w 628"/>
                <a:gd name="T63" fmla="*/ 3 h 383"/>
                <a:gd name="T64" fmla="*/ 4 w 628"/>
                <a:gd name="T65" fmla="*/ 3 h 383"/>
                <a:gd name="T66" fmla="*/ 4 w 628"/>
                <a:gd name="T67" fmla="*/ 3 h 383"/>
                <a:gd name="T68" fmla="*/ 5 w 628"/>
                <a:gd name="T69" fmla="*/ 3 h 383"/>
                <a:gd name="T70" fmla="*/ 5 w 628"/>
                <a:gd name="T71" fmla="*/ 3 h 383"/>
                <a:gd name="T72" fmla="*/ 5 w 628"/>
                <a:gd name="T73" fmla="*/ 3 h 383"/>
                <a:gd name="T74" fmla="*/ 5 w 628"/>
                <a:gd name="T75" fmla="*/ 3 h 383"/>
                <a:gd name="T76" fmla="*/ 5 w 628"/>
                <a:gd name="T77" fmla="*/ 3 h 383"/>
                <a:gd name="T78" fmla="*/ 5 w 628"/>
                <a:gd name="T79" fmla="*/ 3 h 383"/>
                <a:gd name="T80" fmla="*/ 5 w 628"/>
                <a:gd name="T81" fmla="*/ 3 h 383"/>
                <a:gd name="T82" fmla="*/ 5 w 628"/>
                <a:gd name="T83" fmla="*/ 3 h 383"/>
                <a:gd name="T84" fmla="*/ 5 w 628"/>
                <a:gd name="T85" fmla="*/ 2 h 383"/>
                <a:gd name="T86" fmla="*/ 5 w 628"/>
                <a:gd name="T87" fmla="*/ 2 h 383"/>
                <a:gd name="T88" fmla="*/ 5 w 628"/>
                <a:gd name="T89" fmla="*/ 2 h 383"/>
                <a:gd name="T90" fmla="*/ 5 w 628"/>
                <a:gd name="T91" fmla="*/ 2 h 38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628"/>
                <a:gd name="T139" fmla="*/ 0 h 383"/>
                <a:gd name="T140" fmla="*/ 628 w 628"/>
                <a:gd name="T141" fmla="*/ 383 h 38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628" h="383">
                  <a:moveTo>
                    <a:pt x="581" y="289"/>
                  </a:moveTo>
                  <a:lnTo>
                    <a:pt x="582" y="289"/>
                  </a:lnTo>
                  <a:lnTo>
                    <a:pt x="541" y="287"/>
                  </a:lnTo>
                  <a:lnTo>
                    <a:pt x="500" y="283"/>
                  </a:lnTo>
                  <a:lnTo>
                    <a:pt x="462" y="276"/>
                  </a:lnTo>
                  <a:lnTo>
                    <a:pt x="424" y="268"/>
                  </a:lnTo>
                  <a:lnTo>
                    <a:pt x="389" y="255"/>
                  </a:lnTo>
                  <a:lnTo>
                    <a:pt x="352" y="242"/>
                  </a:lnTo>
                  <a:lnTo>
                    <a:pt x="320" y="227"/>
                  </a:lnTo>
                  <a:lnTo>
                    <a:pt x="287" y="209"/>
                  </a:lnTo>
                  <a:lnTo>
                    <a:pt x="255" y="189"/>
                  </a:lnTo>
                  <a:lnTo>
                    <a:pt x="226" y="168"/>
                  </a:lnTo>
                  <a:lnTo>
                    <a:pt x="198" y="145"/>
                  </a:lnTo>
                  <a:lnTo>
                    <a:pt x="172" y="119"/>
                  </a:lnTo>
                  <a:lnTo>
                    <a:pt x="146" y="92"/>
                  </a:lnTo>
                  <a:lnTo>
                    <a:pt x="122" y="64"/>
                  </a:lnTo>
                  <a:lnTo>
                    <a:pt x="100" y="33"/>
                  </a:lnTo>
                  <a:lnTo>
                    <a:pt x="82" y="0"/>
                  </a:lnTo>
                  <a:lnTo>
                    <a:pt x="0" y="47"/>
                  </a:lnTo>
                  <a:lnTo>
                    <a:pt x="23" y="85"/>
                  </a:lnTo>
                  <a:lnTo>
                    <a:pt x="49" y="120"/>
                  </a:lnTo>
                  <a:lnTo>
                    <a:pt x="76" y="153"/>
                  </a:lnTo>
                  <a:lnTo>
                    <a:pt x="104" y="185"/>
                  </a:lnTo>
                  <a:lnTo>
                    <a:pt x="137" y="215"/>
                  </a:lnTo>
                  <a:lnTo>
                    <a:pt x="170" y="241"/>
                  </a:lnTo>
                  <a:lnTo>
                    <a:pt x="204" y="267"/>
                  </a:lnTo>
                  <a:lnTo>
                    <a:pt x="240" y="289"/>
                  </a:lnTo>
                  <a:lnTo>
                    <a:pt x="277" y="309"/>
                  </a:lnTo>
                  <a:lnTo>
                    <a:pt x="317" y="329"/>
                  </a:lnTo>
                  <a:lnTo>
                    <a:pt x="358" y="344"/>
                  </a:lnTo>
                  <a:lnTo>
                    <a:pt x="400" y="357"/>
                  </a:lnTo>
                  <a:lnTo>
                    <a:pt x="444" y="367"/>
                  </a:lnTo>
                  <a:lnTo>
                    <a:pt x="488" y="374"/>
                  </a:lnTo>
                  <a:lnTo>
                    <a:pt x="534" y="380"/>
                  </a:lnTo>
                  <a:lnTo>
                    <a:pt x="580" y="383"/>
                  </a:lnTo>
                  <a:lnTo>
                    <a:pt x="581" y="383"/>
                  </a:lnTo>
                  <a:lnTo>
                    <a:pt x="580" y="383"/>
                  </a:lnTo>
                  <a:lnTo>
                    <a:pt x="600" y="379"/>
                  </a:lnTo>
                  <a:lnTo>
                    <a:pt x="615" y="369"/>
                  </a:lnTo>
                  <a:lnTo>
                    <a:pt x="624" y="353"/>
                  </a:lnTo>
                  <a:lnTo>
                    <a:pt x="628" y="337"/>
                  </a:lnTo>
                  <a:lnTo>
                    <a:pt x="625" y="319"/>
                  </a:lnTo>
                  <a:lnTo>
                    <a:pt x="617" y="304"/>
                  </a:lnTo>
                  <a:lnTo>
                    <a:pt x="602" y="294"/>
                  </a:lnTo>
                  <a:lnTo>
                    <a:pt x="582" y="289"/>
                  </a:lnTo>
                  <a:lnTo>
                    <a:pt x="581" y="28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80912" name="Freeform 30"/>
            <p:cNvSpPr>
              <a:spLocks/>
            </p:cNvSpPr>
            <p:nvPr/>
          </p:nvSpPr>
          <p:spPr bwMode="auto">
            <a:xfrm>
              <a:off x="1587" y="1880"/>
              <a:ext cx="85" cy="49"/>
            </a:xfrm>
            <a:custGeom>
              <a:avLst/>
              <a:gdLst>
                <a:gd name="T0" fmla="*/ 3 w 426"/>
                <a:gd name="T1" fmla="*/ 0 h 245"/>
                <a:gd name="T2" fmla="*/ 3 w 426"/>
                <a:gd name="T3" fmla="*/ 0 h 245"/>
                <a:gd name="T4" fmla="*/ 3 w 426"/>
                <a:gd name="T5" fmla="*/ 0 h 245"/>
                <a:gd name="T6" fmla="*/ 3 w 426"/>
                <a:gd name="T7" fmla="*/ 0 h 245"/>
                <a:gd name="T8" fmla="*/ 2 w 426"/>
                <a:gd name="T9" fmla="*/ 0 h 245"/>
                <a:gd name="T10" fmla="*/ 2 w 426"/>
                <a:gd name="T11" fmla="*/ 0 h 245"/>
                <a:gd name="T12" fmla="*/ 2 w 426"/>
                <a:gd name="T13" fmla="*/ 0 h 245"/>
                <a:gd name="T14" fmla="*/ 2 w 426"/>
                <a:gd name="T15" fmla="*/ 0 h 245"/>
                <a:gd name="T16" fmla="*/ 1 w 426"/>
                <a:gd name="T17" fmla="*/ 0 h 245"/>
                <a:gd name="T18" fmla="*/ 1 w 426"/>
                <a:gd name="T19" fmla="*/ 1 h 245"/>
                <a:gd name="T20" fmla="*/ 1 w 426"/>
                <a:gd name="T21" fmla="*/ 1 h 245"/>
                <a:gd name="T22" fmla="*/ 1 w 426"/>
                <a:gd name="T23" fmla="*/ 1 h 245"/>
                <a:gd name="T24" fmla="*/ 0 w 426"/>
                <a:gd name="T25" fmla="*/ 1 h 245"/>
                <a:gd name="T26" fmla="*/ 0 w 426"/>
                <a:gd name="T27" fmla="*/ 1 h 245"/>
                <a:gd name="T28" fmla="*/ 0 w 426"/>
                <a:gd name="T29" fmla="*/ 1 h 245"/>
                <a:gd name="T30" fmla="*/ 0 w 426"/>
                <a:gd name="T31" fmla="*/ 2 h 245"/>
                <a:gd name="T32" fmla="*/ 0 w 426"/>
                <a:gd name="T33" fmla="*/ 2 h 245"/>
                <a:gd name="T34" fmla="*/ 0 w 426"/>
                <a:gd name="T35" fmla="*/ 2 h 245"/>
                <a:gd name="T36" fmla="*/ 0 w 426"/>
                <a:gd name="T37" fmla="*/ 2 h 245"/>
                <a:gd name="T38" fmla="*/ 0 w 426"/>
                <a:gd name="T39" fmla="*/ 2 h 245"/>
                <a:gd name="T40" fmla="*/ 0 w 426"/>
                <a:gd name="T41" fmla="*/ 2 h 245"/>
                <a:gd name="T42" fmla="*/ 0 w 426"/>
                <a:gd name="T43" fmla="*/ 1 h 245"/>
                <a:gd name="T44" fmla="*/ 0 w 426"/>
                <a:gd name="T45" fmla="*/ 1 h 245"/>
                <a:gd name="T46" fmla="*/ 0 w 426"/>
                <a:gd name="T47" fmla="*/ 1 h 245"/>
                <a:gd name="T48" fmla="*/ 1 w 426"/>
                <a:gd name="T49" fmla="*/ 1 h 245"/>
                <a:gd name="T50" fmla="*/ 1 w 426"/>
                <a:gd name="T51" fmla="*/ 1 h 245"/>
                <a:gd name="T52" fmla="*/ 1 w 426"/>
                <a:gd name="T53" fmla="*/ 1 h 245"/>
                <a:gd name="T54" fmla="*/ 1 w 426"/>
                <a:gd name="T55" fmla="*/ 1 h 245"/>
                <a:gd name="T56" fmla="*/ 2 w 426"/>
                <a:gd name="T57" fmla="*/ 0 h 245"/>
                <a:gd name="T58" fmla="*/ 2 w 426"/>
                <a:gd name="T59" fmla="*/ 0 h 245"/>
                <a:gd name="T60" fmla="*/ 2 w 426"/>
                <a:gd name="T61" fmla="*/ 0 h 245"/>
                <a:gd name="T62" fmla="*/ 2 w 426"/>
                <a:gd name="T63" fmla="*/ 0 h 245"/>
                <a:gd name="T64" fmla="*/ 3 w 426"/>
                <a:gd name="T65" fmla="*/ 0 h 245"/>
                <a:gd name="T66" fmla="*/ 3 w 426"/>
                <a:gd name="T67" fmla="*/ 0 h 245"/>
                <a:gd name="T68" fmla="*/ 3 w 426"/>
                <a:gd name="T69" fmla="*/ 0 h 245"/>
                <a:gd name="T70" fmla="*/ 3 w 426"/>
                <a:gd name="T71" fmla="*/ 0 h 245"/>
                <a:gd name="T72" fmla="*/ 3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426" y="0"/>
                  </a:moveTo>
                  <a:lnTo>
                    <a:pt x="426" y="0"/>
                  </a:lnTo>
                  <a:lnTo>
                    <a:pt x="384" y="1"/>
                  </a:lnTo>
                  <a:lnTo>
                    <a:pt x="340" y="4"/>
                  </a:lnTo>
                  <a:lnTo>
                    <a:pt x="300" y="10"/>
                  </a:lnTo>
                  <a:lnTo>
                    <a:pt x="262" y="18"/>
                  </a:lnTo>
                  <a:lnTo>
                    <a:pt x="224" y="29"/>
                  </a:lnTo>
                  <a:lnTo>
                    <a:pt x="189" y="41"/>
                  </a:lnTo>
                  <a:lnTo>
                    <a:pt x="157" y="55"/>
                  </a:lnTo>
                  <a:lnTo>
                    <a:pt x="126" y="70"/>
                  </a:lnTo>
                  <a:lnTo>
                    <a:pt x="99" y="89"/>
                  </a:lnTo>
                  <a:lnTo>
                    <a:pt x="74" y="106"/>
                  </a:lnTo>
                  <a:lnTo>
                    <a:pt x="52" y="126"/>
                  </a:lnTo>
                  <a:lnTo>
                    <a:pt x="34" y="148"/>
                  </a:lnTo>
                  <a:lnTo>
                    <a:pt x="19" y="171"/>
                  </a:lnTo>
                  <a:lnTo>
                    <a:pt x="9" y="194"/>
                  </a:lnTo>
                  <a:lnTo>
                    <a:pt x="3" y="219"/>
                  </a:lnTo>
                  <a:lnTo>
                    <a:pt x="0" y="245"/>
                  </a:lnTo>
                  <a:lnTo>
                    <a:pt x="12" y="245"/>
                  </a:lnTo>
                  <a:lnTo>
                    <a:pt x="15" y="221"/>
                  </a:lnTo>
                  <a:lnTo>
                    <a:pt x="20" y="199"/>
                  </a:lnTo>
                  <a:lnTo>
                    <a:pt x="31" y="178"/>
                  </a:lnTo>
                  <a:lnTo>
                    <a:pt x="44" y="156"/>
                  </a:lnTo>
                  <a:lnTo>
                    <a:pt x="61" y="136"/>
                  </a:lnTo>
                  <a:lnTo>
                    <a:pt x="81" y="116"/>
                  </a:lnTo>
                  <a:lnTo>
                    <a:pt x="106" y="98"/>
                  </a:lnTo>
                  <a:lnTo>
                    <a:pt x="133" y="82"/>
                  </a:lnTo>
                  <a:lnTo>
                    <a:pt x="162" y="66"/>
                  </a:lnTo>
                  <a:lnTo>
                    <a:pt x="194" y="52"/>
                  </a:lnTo>
                  <a:lnTo>
                    <a:pt x="229" y="41"/>
                  </a:lnTo>
                  <a:lnTo>
                    <a:pt x="264" y="30"/>
                  </a:lnTo>
                  <a:lnTo>
                    <a:pt x="303" y="22"/>
                  </a:lnTo>
                  <a:lnTo>
                    <a:pt x="343" y="16"/>
                  </a:lnTo>
                  <a:lnTo>
                    <a:pt x="384" y="12"/>
                  </a:lnTo>
                  <a:lnTo>
                    <a:pt x="426" y="11"/>
                  </a:lnTo>
                  <a:lnTo>
                    <a:pt x="42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80913" name="Freeform 31"/>
            <p:cNvSpPr>
              <a:spLocks/>
            </p:cNvSpPr>
            <p:nvPr/>
          </p:nvSpPr>
          <p:spPr bwMode="auto">
            <a:xfrm>
              <a:off x="1587" y="1929"/>
              <a:ext cx="85" cy="49"/>
            </a:xfrm>
            <a:custGeom>
              <a:avLst/>
              <a:gdLst>
                <a:gd name="T0" fmla="*/ 0 w 426"/>
                <a:gd name="T1" fmla="*/ 0 h 245"/>
                <a:gd name="T2" fmla="*/ 0 w 426"/>
                <a:gd name="T3" fmla="*/ 0 h 245"/>
                <a:gd name="T4" fmla="*/ 0 w 426"/>
                <a:gd name="T5" fmla="*/ 0 h 245"/>
                <a:gd name="T6" fmla="*/ 0 w 426"/>
                <a:gd name="T7" fmla="*/ 0 h 245"/>
                <a:gd name="T8" fmla="*/ 0 w 426"/>
                <a:gd name="T9" fmla="*/ 1 h 245"/>
                <a:gd name="T10" fmla="*/ 0 w 426"/>
                <a:gd name="T11" fmla="*/ 1 h 245"/>
                <a:gd name="T12" fmla="*/ 0 w 426"/>
                <a:gd name="T13" fmla="*/ 1 h 245"/>
                <a:gd name="T14" fmla="*/ 1 w 426"/>
                <a:gd name="T15" fmla="*/ 1 h 245"/>
                <a:gd name="T16" fmla="*/ 1 w 426"/>
                <a:gd name="T17" fmla="*/ 1 h 245"/>
                <a:gd name="T18" fmla="*/ 1 w 426"/>
                <a:gd name="T19" fmla="*/ 1 h 245"/>
                <a:gd name="T20" fmla="*/ 1 w 426"/>
                <a:gd name="T21" fmla="*/ 2 h 245"/>
                <a:gd name="T22" fmla="*/ 2 w 426"/>
                <a:gd name="T23" fmla="*/ 2 h 245"/>
                <a:gd name="T24" fmla="*/ 2 w 426"/>
                <a:gd name="T25" fmla="*/ 2 h 245"/>
                <a:gd name="T26" fmla="*/ 2 w 426"/>
                <a:gd name="T27" fmla="*/ 2 h 245"/>
                <a:gd name="T28" fmla="*/ 2 w 426"/>
                <a:gd name="T29" fmla="*/ 2 h 245"/>
                <a:gd name="T30" fmla="*/ 3 w 426"/>
                <a:gd name="T31" fmla="*/ 2 h 245"/>
                <a:gd name="T32" fmla="*/ 3 w 426"/>
                <a:gd name="T33" fmla="*/ 2 h 245"/>
                <a:gd name="T34" fmla="*/ 3 w 426"/>
                <a:gd name="T35" fmla="*/ 2 h 245"/>
                <a:gd name="T36" fmla="*/ 3 w 426"/>
                <a:gd name="T37" fmla="*/ 2 h 245"/>
                <a:gd name="T38" fmla="*/ 3 w 426"/>
                <a:gd name="T39" fmla="*/ 2 h 245"/>
                <a:gd name="T40" fmla="*/ 3 w 426"/>
                <a:gd name="T41" fmla="*/ 2 h 245"/>
                <a:gd name="T42" fmla="*/ 2 w 426"/>
                <a:gd name="T43" fmla="*/ 2 h 245"/>
                <a:gd name="T44" fmla="*/ 2 w 426"/>
                <a:gd name="T45" fmla="*/ 2 h 245"/>
                <a:gd name="T46" fmla="*/ 2 w 426"/>
                <a:gd name="T47" fmla="*/ 2 h 245"/>
                <a:gd name="T48" fmla="*/ 2 w 426"/>
                <a:gd name="T49" fmla="*/ 2 h 245"/>
                <a:gd name="T50" fmla="*/ 1 w 426"/>
                <a:gd name="T51" fmla="*/ 1 h 245"/>
                <a:gd name="T52" fmla="*/ 1 w 426"/>
                <a:gd name="T53" fmla="*/ 1 h 245"/>
                <a:gd name="T54" fmla="*/ 1 w 426"/>
                <a:gd name="T55" fmla="*/ 1 h 245"/>
                <a:gd name="T56" fmla="*/ 1 w 426"/>
                <a:gd name="T57" fmla="*/ 1 h 245"/>
                <a:gd name="T58" fmla="*/ 0 w 426"/>
                <a:gd name="T59" fmla="*/ 1 h 245"/>
                <a:gd name="T60" fmla="*/ 0 w 426"/>
                <a:gd name="T61" fmla="*/ 1 h 245"/>
                <a:gd name="T62" fmla="*/ 0 w 426"/>
                <a:gd name="T63" fmla="*/ 1 h 245"/>
                <a:gd name="T64" fmla="*/ 0 w 426"/>
                <a:gd name="T65" fmla="*/ 0 h 245"/>
                <a:gd name="T66" fmla="*/ 0 w 426"/>
                <a:gd name="T67" fmla="*/ 0 h 245"/>
                <a:gd name="T68" fmla="*/ 0 w 426"/>
                <a:gd name="T69" fmla="*/ 0 h 245"/>
                <a:gd name="T70" fmla="*/ 0 w 426"/>
                <a:gd name="T71" fmla="*/ 0 h 245"/>
                <a:gd name="T72" fmla="*/ 0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0" y="0"/>
                  </a:moveTo>
                  <a:lnTo>
                    <a:pt x="0" y="0"/>
                  </a:lnTo>
                  <a:lnTo>
                    <a:pt x="3" y="25"/>
                  </a:lnTo>
                  <a:lnTo>
                    <a:pt x="9" y="50"/>
                  </a:lnTo>
                  <a:lnTo>
                    <a:pt x="19" y="73"/>
                  </a:lnTo>
                  <a:lnTo>
                    <a:pt x="34" y="96"/>
                  </a:lnTo>
                  <a:lnTo>
                    <a:pt x="52" y="118"/>
                  </a:lnTo>
                  <a:lnTo>
                    <a:pt x="74" y="138"/>
                  </a:lnTo>
                  <a:lnTo>
                    <a:pt x="99" y="156"/>
                  </a:lnTo>
                  <a:lnTo>
                    <a:pt x="126" y="174"/>
                  </a:lnTo>
                  <a:lnTo>
                    <a:pt x="157" y="190"/>
                  </a:lnTo>
                  <a:lnTo>
                    <a:pt x="189" y="204"/>
                  </a:lnTo>
                  <a:lnTo>
                    <a:pt x="224" y="215"/>
                  </a:lnTo>
                  <a:lnTo>
                    <a:pt x="262" y="226"/>
                  </a:lnTo>
                  <a:lnTo>
                    <a:pt x="300" y="234"/>
                  </a:lnTo>
                  <a:lnTo>
                    <a:pt x="340" y="240"/>
                  </a:lnTo>
                  <a:lnTo>
                    <a:pt x="384" y="244"/>
                  </a:lnTo>
                  <a:lnTo>
                    <a:pt x="426" y="245"/>
                  </a:lnTo>
                  <a:lnTo>
                    <a:pt x="426" y="233"/>
                  </a:lnTo>
                  <a:lnTo>
                    <a:pt x="384" y="232"/>
                  </a:lnTo>
                  <a:lnTo>
                    <a:pt x="343" y="228"/>
                  </a:lnTo>
                  <a:lnTo>
                    <a:pt x="303" y="222"/>
                  </a:lnTo>
                  <a:lnTo>
                    <a:pt x="264" y="214"/>
                  </a:lnTo>
                  <a:lnTo>
                    <a:pt x="229" y="204"/>
                  </a:lnTo>
                  <a:lnTo>
                    <a:pt x="194" y="192"/>
                  </a:lnTo>
                  <a:lnTo>
                    <a:pt x="162" y="178"/>
                  </a:lnTo>
                  <a:lnTo>
                    <a:pt x="133" y="163"/>
                  </a:lnTo>
                  <a:lnTo>
                    <a:pt x="106" y="146"/>
                  </a:lnTo>
                  <a:lnTo>
                    <a:pt x="81" y="129"/>
                  </a:lnTo>
                  <a:lnTo>
                    <a:pt x="61" y="109"/>
                  </a:lnTo>
                  <a:lnTo>
                    <a:pt x="44" y="89"/>
                  </a:lnTo>
                  <a:lnTo>
                    <a:pt x="31" y="66"/>
                  </a:lnTo>
                  <a:lnTo>
                    <a:pt x="20" y="45"/>
                  </a:lnTo>
                  <a:lnTo>
                    <a:pt x="15" y="2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80914" name="Freeform 32"/>
            <p:cNvSpPr>
              <a:spLocks/>
            </p:cNvSpPr>
            <p:nvPr/>
          </p:nvSpPr>
          <p:spPr bwMode="auto">
            <a:xfrm>
              <a:off x="878" y="1448"/>
              <a:ext cx="792" cy="954"/>
            </a:xfrm>
            <a:custGeom>
              <a:avLst/>
              <a:gdLst>
                <a:gd name="T0" fmla="*/ 13 w 3960"/>
                <a:gd name="T1" fmla="*/ 38 h 4768"/>
                <a:gd name="T2" fmla="*/ 14 w 3960"/>
                <a:gd name="T3" fmla="*/ 38 h 4768"/>
                <a:gd name="T4" fmla="*/ 15 w 3960"/>
                <a:gd name="T5" fmla="*/ 38 h 4768"/>
                <a:gd name="T6" fmla="*/ 15 w 3960"/>
                <a:gd name="T7" fmla="*/ 38 h 4768"/>
                <a:gd name="T8" fmla="*/ 16 w 3960"/>
                <a:gd name="T9" fmla="*/ 38 h 4768"/>
                <a:gd name="T10" fmla="*/ 17 w 3960"/>
                <a:gd name="T11" fmla="*/ 38 h 4768"/>
                <a:gd name="T12" fmla="*/ 17 w 3960"/>
                <a:gd name="T13" fmla="*/ 38 h 4768"/>
                <a:gd name="T14" fmla="*/ 18 w 3960"/>
                <a:gd name="T15" fmla="*/ 38 h 4768"/>
                <a:gd name="T16" fmla="*/ 18 w 3960"/>
                <a:gd name="T17" fmla="*/ 38 h 4768"/>
                <a:gd name="T18" fmla="*/ 29 w 3960"/>
                <a:gd name="T19" fmla="*/ 30 h 4768"/>
                <a:gd name="T20" fmla="*/ 30 w 3960"/>
                <a:gd name="T21" fmla="*/ 30 h 4768"/>
                <a:gd name="T22" fmla="*/ 30 w 3960"/>
                <a:gd name="T23" fmla="*/ 29 h 4768"/>
                <a:gd name="T24" fmla="*/ 31 w 3960"/>
                <a:gd name="T25" fmla="*/ 28 h 4768"/>
                <a:gd name="T26" fmla="*/ 31 w 3960"/>
                <a:gd name="T27" fmla="*/ 28 h 4768"/>
                <a:gd name="T28" fmla="*/ 31 w 3960"/>
                <a:gd name="T29" fmla="*/ 27 h 4768"/>
                <a:gd name="T30" fmla="*/ 32 w 3960"/>
                <a:gd name="T31" fmla="*/ 26 h 4768"/>
                <a:gd name="T32" fmla="*/ 32 w 3960"/>
                <a:gd name="T33" fmla="*/ 25 h 4768"/>
                <a:gd name="T34" fmla="*/ 32 w 3960"/>
                <a:gd name="T35" fmla="*/ 11 h 4768"/>
                <a:gd name="T36" fmla="*/ 32 w 3960"/>
                <a:gd name="T37" fmla="*/ 10 h 4768"/>
                <a:gd name="T38" fmla="*/ 31 w 3960"/>
                <a:gd name="T39" fmla="*/ 9 h 4768"/>
                <a:gd name="T40" fmla="*/ 31 w 3960"/>
                <a:gd name="T41" fmla="*/ 9 h 4768"/>
                <a:gd name="T42" fmla="*/ 31 w 3960"/>
                <a:gd name="T43" fmla="*/ 8 h 4768"/>
                <a:gd name="T44" fmla="*/ 31 w 3960"/>
                <a:gd name="T45" fmla="*/ 8 h 4768"/>
                <a:gd name="T46" fmla="*/ 30 w 3960"/>
                <a:gd name="T47" fmla="*/ 7 h 4768"/>
                <a:gd name="T48" fmla="*/ 30 w 3960"/>
                <a:gd name="T49" fmla="*/ 7 h 4768"/>
                <a:gd name="T50" fmla="*/ 29 w 3960"/>
                <a:gd name="T51" fmla="*/ 6 h 4768"/>
                <a:gd name="T52" fmla="*/ 19 w 3960"/>
                <a:gd name="T53" fmla="*/ 1 h 4768"/>
                <a:gd name="T54" fmla="*/ 18 w 3960"/>
                <a:gd name="T55" fmla="*/ 0 h 4768"/>
                <a:gd name="T56" fmla="*/ 17 w 3960"/>
                <a:gd name="T57" fmla="*/ 0 h 4768"/>
                <a:gd name="T58" fmla="*/ 17 w 3960"/>
                <a:gd name="T59" fmla="*/ 0 h 4768"/>
                <a:gd name="T60" fmla="*/ 16 w 3960"/>
                <a:gd name="T61" fmla="*/ 0 h 4768"/>
                <a:gd name="T62" fmla="*/ 15 w 3960"/>
                <a:gd name="T63" fmla="*/ 0 h 4768"/>
                <a:gd name="T64" fmla="*/ 14 w 3960"/>
                <a:gd name="T65" fmla="*/ 0 h 4768"/>
                <a:gd name="T66" fmla="*/ 14 w 3960"/>
                <a:gd name="T67" fmla="*/ 0 h 4768"/>
                <a:gd name="T68" fmla="*/ 2 w 3960"/>
                <a:gd name="T69" fmla="*/ 6 h 4768"/>
                <a:gd name="T70" fmla="*/ 2 w 3960"/>
                <a:gd name="T71" fmla="*/ 7 h 4768"/>
                <a:gd name="T72" fmla="*/ 1 w 3960"/>
                <a:gd name="T73" fmla="*/ 7 h 4768"/>
                <a:gd name="T74" fmla="*/ 1 w 3960"/>
                <a:gd name="T75" fmla="*/ 8 h 4768"/>
                <a:gd name="T76" fmla="*/ 1 w 3960"/>
                <a:gd name="T77" fmla="*/ 8 h 4768"/>
                <a:gd name="T78" fmla="*/ 0 w 3960"/>
                <a:gd name="T79" fmla="*/ 9 h 4768"/>
                <a:gd name="T80" fmla="*/ 0 w 3960"/>
                <a:gd name="T81" fmla="*/ 9 h 4768"/>
                <a:gd name="T82" fmla="*/ 0 w 3960"/>
                <a:gd name="T83" fmla="*/ 10 h 4768"/>
                <a:gd name="T84" fmla="*/ 0 w 3960"/>
                <a:gd name="T85" fmla="*/ 11 h 4768"/>
                <a:gd name="T86" fmla="*/ 0 w 3960"/>
                <a:gd name="T87" fmla="*/ 25 h 4768"/>
                <a:gd name="T88" fmla="*/ 0 w 3960"/>
                <a:gd name="T89" fmla="*/ 26 h 4768"/>
                <a:gd name="T90" fmla="*/ 0 w 3960"/>
                <a:gd name="T91" fmla="*/ 27 h 4768"/>
                <a:gd name="T92" fmla="*/ 1 w 3960"/>
                <a:gd name="T93" fmla="*/ 28 h 4768"/>
                <a:gd name="T94" fmla="*/ 1 w 3960"/>
                <a:gd name="T95" fmla="*/ 29 h 4768"/>
                <a:gd name="T96" fmla="*/ 1 w 3960"/>
                <a:gd name="T97" fmla="*/ 29 h 4768"/>
                <a:gd name="T98" fmla="*/ 2 w 3960"/>
                <a:gd name="T99" fmla="*/ 30 h 4768"/>
                <a:gd name="T100" fmla="*/ 3 w 3960"/>
                <a:gd name="T101" fmla="*/ 31 h 4768"/>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w 3960"/>
                <a:gd name="T154" fmla="*/ 0 h 4768"/>
                <a:gd name="T155" fmla="*/ 3960 w 3960"/>
                <a:gd name="T156" fmla="*/ 4768 h 4768"/>
              </a:gdLst>
              <a:ahLst/>
              <a:cxnLst>
                <a:cxn ang="T102">
                  <a:pos x="T0" y="T1"/>
                </a:cxn>
                <a:cxn ang="T103">
                  <a:pos x="T2" y="T3"/>
                </a:cxn>
                <a:cxn ang="T104">
                  <a:pos x="T4" y="T5"/>
                </a:cxn>
                <a:cxn ang="T105">
                  <a:pos x="T6" y="T7"/>
                </a:cxn>
                <a:cxn ang="T106">
                  <a:pos x="T8" y="T9"/>
                </a:cxn>
                <a:cxn ang="T107">
                  <a:pos x="T10" y="T11"/>
                </a:cxn>
                <a:cxn ang="T108">
                  <a:pos x="T12" y="T13"/>
                </a:cxn>
                <a:cxn ang="T109">
                  <a:pos x="T14" y="T15"/>
                </a:cxn>
                <a:cxn ang="T110">
                  <a:pos x="T16" y="T17"/>
                </a:cxn>
                <a:cxn ang="T111">
                  <a:pos x="T18" y="T19"/>
                </a:cxn>
                <a:cxn ang="T112">
                  <a:pos x="T20" y="T21"/>
                </a:cxn>
                <a:cxn ang="T113">
                  <a:pos x="T22" y="T23"/>
                </a:cxn>
                <a:cxn ang="T114">
                  <a:pos x="T24" y="T25"/>
                </a:cxn>
                <a:cxn ang="T115">
                  <a:pos x="T26" y="T27"/>
                </a:cxn>
                <a:cxn ang="T116">
                  <a:pos x="T28" y="T29"/>
                </a:cxn>
                <a:cxn ang="T117">
                  <a:pos x="T30" y="T31"/>
                </a:cxn>
                <a:cxn ang="T118">
                  <a:pos x="T32" y="T33"/>
                </a:cxn>
                <a:cxn ang="T119">
                  <a:pos x="T34" y="T35"/>
                </a:cxn>
                <a:cxn ang="T120">
                  <a:pos x="T36" y="T37"/>
                </a:cxn>
                <a:cxn ang="T121">
                  <a:pos x="T38" y="T39"/>
                </a:cxn>
                <a:cxn ang="T122">
                  <a:pos x="T40" y="T41"/>
                </a:cxn>
                <a:cxn ang="T123">
                  <a:pos x="T42" y="T43"/>
                </a:cxn>
                <a:cxn ang="T124">
                  <a:pos x="T44" y="T45"/>
                </a:cxn>
                <a:cxn ang="T125">
                  <a:pos x="T46" y="T47"/>
                </a:cxn>
                <a:cxn ang="T126">
                  <a:pos x="T48" y="T49"/>
                </a:cxn>
                <a:cxn ang="T127">
                  <a:pos x="T50" y="T51"/>
                </a:cxn>
                <a:cxn ang="T128">
                  <a:pos x="T52" y="T53"/>
                </a:cxn>
                <a:cxn ang="T129">
                  <a:pos x="T54" y="T55"/>
                </a:cxn>
                <a:cxn ang="T130">
                  <a:pos x="T56" y="T57"/>
                </a:cxn>
                <a:cxn ang="T131">
                  <a:pos x="T58" y="T59"/>
                </a:cxn>
                <a:cxn ang="T132">
                  <a:pos x="T60" y="T61"/>
                </a:cxn>
                <a:cxn ang="T133">
                  <a:pos x="T62" y="T63"/>
                </a:cxn>
                <a:cxn ang="T134">
                  <a:pos x="T64" y="T65"/>
                </a:cxn>
                <a:cxn ang="T135">
                  <a:pos x="T66" y="T67"/>
                </a:cxn>
                <a:cxn ang="T136">
                  <a:pos x="T68" y="T69"/>
                </a:cxn>
                <a:cxn ang="T137">
                  <a:pos x="T70" y="T71"/>
                </a:cxn>
                <a:cxn ang="T138">
                  <a:pos x="T72" y="T73"/>
                </a:cxn>
                <a:cxn ang="T139">
                  <a:pos x="T74" y="T75"/>
                </a:cxn>
                <a:cxn ang="T140">
                  <a:pos x="T76" y="T77"/>
                </a:cxn>
                <a:cxn ang="T141">
                  <a:pos x="T78" y="T79"/>
                </a:cxn>
                <a:cxn ang="T142">
                  <a:pos x="T80" y="T81"/>
                </a:cxn>
                <a:cxn ang="T143">
                  <a:pos x="T82" y="T83"/>
                </a:cxn>
                <a:cxn ang="T144">
                  <a:pos x="T84" y="T85"/>
                </a:cxn>
                <a:cxn ang="T145">
                  <a:pos x="T86" y="T87"/>
                </a:cxn>
                <a:cxn ang="T146">
                  <a:pos x="T88" y="T89"/>
                </a:cxn>
                <a:cxn ang="T147">
                  <a:pos x="T90" y="T91"/>
                </a:cxn>
                <a:cxn ang="T148">
                  <a:pos x="T92" y="T93"/>
                </a:cxn>
                <a:cxn ang="T149">
                  <a:pos x="T94" y="T95"/>
                </a:cxn>
                <a:cxn ang="T150">
                  <a:pos x="T96" y="T97"/>
                </a:cxn>
                <a:cxn ang="T151">
                  <a:pos x="T98" y="T99"/>
                </a:cxn>
                <a:cxn ang="T152">
                  <a:pos x="T100" y="T101"/>
                </a:cxn>
              </a:cxnLst>
              <a:rect l="T153" t="T154" r="T155" b="T156"/>
              <a:pathLst>
                <a:path w="3960" h="4768">
                  <a:moveTo>
                    <a:pt x="353" y="3849"/>
                  </a:moveTo>
                  <a:lnTo>
                    <a:pt x="1661" y="4700"/>
                  </a:lnTo>
                  <a:lnTo>
                    <a:pt x="1697" y="4717"/>
                  </a:lnTo>
                  <a:lnTo>
                    <a:pt x="1736" y="4731"/>
                  </a:lnTo>
                  <a:lnTo>
                    <a:pt x="1776" y="4742"/>
                  </a:lnTo>
                  <a:lnTo>
                    <a:pt x="1818" y="4753"/>
                  </a:lnTo>
                  <a:lnTo>
                    <a:pt x="1860" y="4760"/>
                  </a:lnTo>
                  <a:lnTo>
                    <a:pt x="1902" y="4765"/>
                  </a:lnTo>
                  <a:lnTo>
                    <a:pt x="1946" y="4768"/>
                  </a:lnTo>
                  <a:lnTo>
                    <a:pt x="1988" y="4768"/>
                  </a:lnTo>
                  <a:lnTo>
                    <a:pt x="2031" y="4767"/>
                  </a:lnTo>
                  <a:lnTo>
                    <a:pt x="2073" y="4763"/>
                  </a:lnTo>
                  <a:lnTo>
                    <a:pt x="2114" y="4758"/>
                  </a:lnTo>
                  <a:lnTo>
                    <a:pt x="2154" y="4751"/>
                  </a:lnTo>
                  <a:lnTo>
                    <a:pt x="2193" y="4740"/>
                  </a:lnTo>
                  <a:lnTo>
                    <a:pt x="2230" y="4729"/>
                  </a:lnTo>
                  <a:lnTo>
                    <a:pt x="2264" y="4715"/>
                  </a:lnTo>
                  <a:lnTo>
                    <a:pt x="2297" y="4700"/>
                  </a:lnTo>
                  <a:lnTo>
                    <a:pt x="3639" y="3825"/>
                  </a:lnTo>
                  <a:lnTo>
                    <a:pt x="3673" y="3795"/>
                  </a:lnTo>
                  <a:lnTo>
                    <a:pt x="3707" y="3761"/>
                  </a:lnTo>
                  <a:lnTo>
                    <a:pt x="3738" y="3725"/>
                  </a:lnTo>
                  <a:lnTo>
                    <a:pt x="3768" y="3685"/>
                  </a:lnTo>
                  <a:lnTo>
                    <a:pt x="3796" y="3644"/>
                  </a:lnTo>
                  <a:lnTo>
                    <a:pt x="3821" y="3599"/>
                  </a:lnTo>
                  <a:lnTo>
                    <a:pt x="3846" y="3553"/>
                  </a:lnTo>
                  <a:lnTo>
                    <a:pt x="3868" y="3505"/>
                  </a:lnTo>
                  <a:lnTo>
                    <a:pt x="3888" y="3456"/>
                  </a:lnTo>
                  <a:lnTo>
                    <a:pt x="3907" y="3406"/>
                  </a:lnTo>
                  <a:lnTo>
                    <a:pt x="3922" y="3354"/>
                  </a:lnTo>
                  <a:lnTo>
                    <a:pt x="3935" y="3303"/>
                  </a:lnTo>
                  <a:lnTo>
                    <a:pt x="3946" y="3250"/>
                  </a:lnTo>
                  <a:lnTo>
                    <a:pt x="3953" y="3197"/>
                  </a:lnTo>
                  <a:lnTo>
                    <a:pt x="3957" y="3144"/>
                  </a:lnTo>
                  <a:lnTo>
                    <a:pt x="3960" y="3092"/>
                  </a:lnTo>
                  <a:lnTo>
                    <a:pt x="3959" y="1313"/>
                  </a:lnTo>
                  <a:lnTo>
                    <a:pt x="3955" y="1271"/>
                  </a:lnTo>
                  <a:lnTo>
                    <a:pt x="3949" y="1229"/>
                  </a:lnTo>
                  <a:lnTo>
                    <a:pt x="3941" y="1189"/>
                  </a:lnTo>
                  <a:lnTo>
                    <a:pt x="3930" y="1149"/>
                  </a:lnTo>
                  <a:lnTo>
                    <a:pt x="3918" y="1111"/>
                  </a:lnTo>
                  <a:lnTo>
                    <a:pt x="3902" y="1075"/>
                  </a:lnTo>
                  <a:lnTo>
                    <a:pt x="3886" y="1040"/>
                  </a:lnTo>
                  <a:lnTo>
                    <a:pt x="3867" y="1006"/>
                  </a:lnTo>
                  <a:lnTo>
                    <a:pt x="3846" y="973"/>
                  </a:lnTo>
                  <a:lnTo>
                    <a:pt x="3823" y="942"/>
                  </a:lnTo>
                  <a:lnTo>
                    <a:pt x="3798" y="913"/>
                  </a:lnTo>
                  <a:lnTo>
                    <a:pt x="3771" y="886"/>
                  </a:lnTo>
                  <a:lnTo>
                    <a:pt x="3743" y="860"/>
                  </a:lnTo>
                  <a:lnTo>
                    <a:pt x="3714" y="837"/>
                  </a:lnTo>
                  <a:lnTo>
                    <a:pt x="3682" y="816"/>
                  </a:lnTo>
                  <a:lnTo>
                    <a:pt x="3649" y="796"/>
                  </a:lnTo>
                  <a:lnTo>
                    <a:pt x="2386" y="83"/>
                  </a:lnTo>
                  <a:lnTo>
                    <a:pt x="2350" y="65"/>
                  </a:lnTo>
                  <a:lnTo>
                    <a:pt x="2310" y="50"/>
                  </a:lnTo>
                  <a:lnTo>
                    <a:pt x="2268" y="36"/>
                  </a:lnTo>
                  <a:lnTo>
                    <a:pt x="2223" y="24"/>
                  </a:lnTo>
                  <a:lnTo>
                    <a:pt x="2178" y="15"/>
                  </a:lnTo>
                  <a:lnTo>
                    <a:pt x="2131" y="8"/>
                  </a:lnTo>
                  <a:lnTo>
                    <a:pt x="2082" y="3"/>
                  </a:lnTo>
                  <a:lnTo>
                    <a:pt x="2032" y="0"/>
                  </a:lnTo>
                  <a:lnTo>
                    <a:pt x="1982" y="1"/>
                  </a:lnTo>
                  <a:lnTo>
                    <a:pt x="1933" y="3"/>
                  </a:lnTo>
                  <a:lnTo>
                    <a:pt x="1882" y="9"/>
                  </a:lnTo>
                  <a:lnTo>
                    <a:pt x="1833" y="17"/>
                  </a:lnTo>
                  <a:lnTo>
                    <a:pt x="1785" y="29"/>
                  </a:lnTo>
                  <a:lnTo>
                    <a:pt x="1737" y="43"/>
                  </a:lnTo>
                  <a:lnTo>
                    <a:pt x="1691" y="62"/>
                  </a:lnTo>
                  <a:lnTo>
                    <a:pt x="1647" y="83"/>
                  </a:lnTo>
                  <a:lnTo>
                    <a:pt x="311" y="782"/>
                  </a:lnTo>
                  <a:lnTo>
                    <a:pt x="276" y="803"/>
                  </a:lnTo>
                  <a:lnTo>
                    <a:pt x="243" y="826"/>
                  </a:lnTo>
                  <a:lnTo>
                    <a:pt x="213" y="852"/>
                  </a:lnTo>
                  <a:lnTo>
                    <a:pt x="184" y="879"/>
                  </a:lnTo>
                  <a:lnTo>
                    <a:pt x="155" y="908"/>
                  </a:lnTo>
                  <a:lnTo>
                    <a:pt x="131" y="939"/>
                  </a:lnTo>
                  <a:lnTo>
                    <a:pt x="107" y="971"/>
                  </a:lnTo>
                  <a:lnTo>
                    <a:pt x="86" y="1005"/>
                  </a:lnTo>
                  <a:lnTo>
                    <a:pt x="68" y="1040"/>
                  </a:lnTo>
                  <a:lnTo>
                    <a:pt x="50" y="1076"/>
                  </a:lnTo>
                  <a:lnTo>
                    <a:pt x="36" y="1115"/>
                  </a:lnTo>
                  <a:lnTo>
                    <a:pt x="23" y="1153"/>
                  </a:lnTo>
                  <a:lnTo>
                    <a:pt x="14" y="1195"/>
                  </a:lnTo>
                  <a:lnTo>
                    <a:pt x="7" y="1236"/>
                  </a:lnTo>
                  <a:lnTo>
                    <a:pt x="2" y="1279"/>
                  </a:lnTo>
                  <a:lnTo>
                    <a:pt x="0" y="1322"/>
                  </a:lnTo>
                  <a:lnTo>
                    <a:pt x="0" y="3093"/>
                  </a:lnTo>
                  <a:lnTo>
                    <a:pt x="2" y="3147"/>
                  </a:lnTo>
                  <a:lnTo>
                    <a:pt x="7" y="3202"/>
                  </a:lnTo>
                  <a:lnTo>
                    <a:pt x="15" y="3257"/>
                  </a:lnTo>
                  <a:lnTo>
                    <a:pt x="27" y="3312"/>
                  </a:lnTo>
                  <a:lnTo>
                    <a:pt x="42" y="3366"/>
                  </a:lnTo>
                  <a:lnTo>
                    <a:pt x="59" y="3420"/>
                  </a:lnTo>
                  <a:lnTo>
                    <a:pt x="79" y="3474"/>
                  </a:lnTo>
                  <a:lnTo>
                    <a:pt x="102" y="3525"/>
                  </a:lnTo>
                  <a:lnTo>
                    <a:pt x="127" y="3576"/>
                  </a:lnTo>
                  <a:lnTo>
                    <a:pt x="154" y="3624"/>
                  </a:lnTo>
                  <a:lnTo>
                    <a:pt x="184" y="3670"/>
                  </a:lnTo>
                  <a:lnTo>
                    <a:pt x="214" y="3712"/>
                  </a:lnTo>
                  <a:lnTo>
                    <a:pt x="247" y="3752"/>
                  </a:lnTo>
                  <a:lnTo>
                    <a:pt x="281" y="3788"/>
                  </a:lnTo>
                  <a:lnTo>
                    <a:pt x="317" y="3821"/>
                  </a:lnTo>
                  <a:lnTo>
                    <a:pt x="353" y="384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80915" name="Freeform 33"/>
            <p:cNvSpPr>
              <a:spLocks/>
            </p:cNvSpPr>
            <p:nvPr/>
          </p:nvSpPr>
          <p:spPr bwMode="auto">
            <a:xfrm>
              <a:off x="943" y="2210"/>
              <a:ext cx="276" cy="187"/>
            </a:xfrm>
            <a:custGeom>
              <a:avLst/>
              <a:gdLst>
                <a:gd name="T0" fmla="*/ 11 w 1380"/>
                <a:gd name="T1" fmla="*/ 7 h 937"/>
                <a:gd name="T2" fmla="*/ 11 w 1380"/>
                <a:gd name="T3" fmla="*/ 7 h 937"/>
                <a:gd name="T4" fmla="*/ 0 w 1380"/>
                <a:gd name="T5" fmla="*/ 0 h 937"/>
                <a:gd name="T6" fmla="*/ 0 w 1380"/>
                <a:gd name="T7" fmla="*/ 1 h 937"/>
                <a:gd name="T8" fmla="*/ 10 w 1380"/>
                <a:gd name="T9" fmla="*/ 7 h 937"/>
                <a:gd name="T10" fmla="*/ 10 w 1380"/>
                <a:gd name="T11" fmla="*/ 7 h 937"/>
                <a:gd name="T12" fmla="*/ 10 w 1380"/>
                <a:gd name="T13" fmla="*/ 7 h 937"/>
                <a:gd name="T14" fmla="*/ 11 w 1380"/>
                <a:gd name="T15" fmla="*/ 7 h 937"/>
                <a:gd name="T16" fmla="*/ 11 w 1380"/>
                <a:gd name="T17" fmla="*/ 7 h 937"/>
                <a:gd name="T18" fmla="*/ 11 w 1380"/>
                <a:gd name="T19" fmla="*/ 7 h 937"/>
                <a:gd name="T20" fmla="*/ 11 w 1380"/>
                <a:gd name="T21" fmla="*/ 7 h 937"/>
                <a:gd name="T22" fmla="*/ 11 w 1380"/>
                <a:gd name="T23" fmla="*/ 7 h 937"/>
                <a:gd name="T24" fmla="*/ 11 w 1380"/>
                <a:gd name="T25" fmla="*/ 7 h 937"/>
                <a:gd name="T26" fmla="*/ 11 w 1380"/>
                <a:gd name="T27" fmla="*/ 7 h 937"/>
                <a:gd name="T28" fmla="*/ 11 w 1380"/>
                <a:gd name="T29" fmla="*/ 7 h 937"/>
                <a:gd name="T30" fmla="*/ 11 w 1380"/>
                <a:gd name="T31" fmla="*/ 7 h 93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80"/>
                <a:gd name="T49" fmla="*/ 0 h 937"/>
                <a:gd name="T50" fmla="*/ 1380 w 1380"/>
                <a:gd name="T51" fmla="*/ 937 h 93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80" h="937">
                  <a:moveTo>
                    <a:pt x="1354" y="848"/>
                  </a:moveTo>
                  <a:lnTo>
                    <a:pt x="1359" y="851"/>
                  </a:lnTo>
                  <a:lnTo>
                    <a:pt x="51" y="0"/>
                  </a:lnTo>
                  <a:lnTo>
                    <a:pt x="0" y="78"/>
                  </a:lnTo>
                  <a:lnTo>
                    <a:pt x="1307" y="929"/>
                  </a:lnTo>
                  <a:lnTo>
                    <a:pt x="1312" y="932"/>
                  </a:lnTo>
                  <a:lnTo>
                    <a:pt x="1307" y="929"/>
                  </a:lnTo>
                  <a:lnTo>
                    <a:pt x="1326" y="937"/>
                  </a:lnTo>
                  <a:lnTo>
                    <a:pt x="1345" y="936"/>
                  </a:lnTo>
                  <a:lnTo>
                    <a:pt x="1360" y="929"/>
                  </a:lnTo>
                  <a:lnTo>
                    <a:pt x="1372" y="916"/>
                  </a:lnTo>
                  <a:lnTo>
                    <a:pt x="1379" y="899"/>
                  </a:lnTo>
                  <a:lnTo>
                    <a:pt x="1380" y="883"/>
                  </a:lnTo>
                  <a:lnTo>
                    <a:pt x="1374" y="865"/>
                  </a:lnTo>
                  <a:lnTo>
                    <a:pt x="1359" y="851"/>
                  </a:lnTo>
                  <a:lnTo>
                    <a:pt x="1354" y="84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80916" name="Freeform 34"/>
            <p:cNvSpPr>
              <a:spLocks/>
            </p:cNvSpPr>
            <p:nvPr/>
          </p:nvSpPr>
          <p:spPr bwMode="auto">
            <a:xfrm>
              <a:off x="1206" y="2379"/>
              <a:ext cx="140" cy="32"/>
            </a:xfrm>
            <a:custGeom>
              <a:avLst/>
              <a:gdLst>
                <a:gd name="T0" fmla="*/ 5 w 703"/>
                <a:gd name="T1" fmla="*/ 0 h 162"/>
                <a:gd name="T2" fmla="*/ 5 w 703"/>
                <a:gd name="T3" fmla="*/ 0 h 162"/>
                <a:gd name="T4" fmla="*/ 5 w 703"/>
                <a:gd name="T5" fmla="*/ 0 h 162"/>
                <a:gd name="T6" fmla="*/ 5 w 703"/>
                <a:gd name="T7" fmla="*/ 0 h 162"/>
                <a:gd name="T8" fmla="*/ 4 w 703"/>
                <a:gd name="T9" fmla="*/ 0 h 162"/>
                <a:gd name="T10" fmla="*/ 4 w 703"/>
                <a:gd name="T11" fmla="*/ 0 h 162"/>
                <a:gd name="T12" fmla="*/ 4 w 703"/>
                <a:gd name="T13" fmla="*/ 0 h 162"/>
                <a:gd name="T14" fmla="*/ 3 w 703"/>
                <a:gd name="T15" fmla="*/ 1 h 162"/>
                <a:gd name="T16" fmla="*/ 3 w 703"/>
                <a:gd name="T17" fmla="*/ 1 h 162"/>
                <a:gd name="T18" fmla="*/ 3 w 703"/>
                <a:gd name="T19" fmla="*/ 1 h 162"/>
                <a:gd name="T20" fmla="*/ 2 w 703"/>
                <a:gd name="T21" fmla="*/ 1 h 162"/>
                <a:gd name="T22" fmla="*/ 2 w 703"/>
                <a:gd name="T23" fmla="*/ 1 h 162"/>
                <a:gd name="T24" fmla="*/ 2 w 703"/>
                <a:gd name="T25" fmla="*/ 0 h 162"/>
                <a:gd name="T26" fmla="*/ 1 w 703"/>
                <a:gd name="T27" fmla="*/ 0 h 162"/>
                <a:gd name="T28" fmla="*/ 1 w 703"/>
                <a:gd name="T29" fmla="*/ 0 h 162"/>
                <a:gd name="T30" fmla="*/ 1 w 703"/>
                <a:gd name="T31" fmla="*/ 0 h 162"/>
                <a:gd name="T32" fmla="*/ 1 w 703"/>
                <a:gd name="T33" fmla="*/ 0 h 162"/>
                <a:gd name="T34" fmla="*/ 0 w 703"/>
                <a:gd name="T35" fmla="*/ 0 h 162"/>
                <a:gd name="T36" fmla="*/ 0 w 703"/>
                <a:gd name="T37" fmla="*/ 1 h 162"/>
                <a:gd name="T38" fmla="*/ 0 w 703"/>
                <a:gd name="T39" fmla="*/ 1 h 162"/>
                <a:gd name="T40" fmla="*/ 1 w 703"/>
                <a:gd name="T41" fmla="*/ 1 h 162"/>
                <a:gd name="T42" fmla="*/ 1 w 703"/>
                <a:gd name="T43" fmla="*/ 1 h 162"/>
                <a:gd name="T44" fmla="*/ 1 w 703"/>
                <a:gd name="T45" fmla="*/ 1 h 162"/>
                <a:gd name="T46" fmla="*/ 2 w 703"/>
                <a:gd name="T47" fmla="*/ 1 h 162"/>
                <a:gd name="T48" fmla="*/ 2 w 703"/>
                <a:gd name="T49" fmla="*/ 1 h 162"/>
                <a:gd name="T50" fmla="*/ 2 w 703"/>
                <a:gd name="T51" fmla="*/ 1 h 162"/>
                <a:gd name="T52" fmla="*/ 3 w 703"/>
                <a:gd name="T53" fmla="*/ 1 h 162"/>
                <a:gd name="T54" fmla="*/ 3 w 703"/>
                <a:gd name="T55" fmla="*/ 1 h 162"/>
                <a:gd name="T56" fmla="*/ 3 w 703"/>
                <a:gd name="T57" fmla="*/ 1 h 162"/>
                <a:gd name="T58" fmla="*/ 4 w 703"/>
                <a:gd name="T59" fmla="*/ 1 h 162"/>
                <a:gd name="T60" fmla="*/ 4 w 703"/>
                <a:gd name="T61" fmla="*/ 1 h 162"/>
                <a:gd name="T62" fmla="*/ 5 w 703"/>
                <a:gd name="T63" fmla="*/ 1 h 162"/>
                <a:gd name="T64" fmla="*/ 5 w 703"/>
                <a:gd name="T65" fmla="*/ 1 h 162"/>
                <a:gd name="T66" fmla="*/ 5 w 703"/>
                <a:gd name="T67" fmla="*/ 1 h 162"/>
                <a:gd name="T68" fmla="*/ 5 w 703"/>
                <a:gd name="T69" fmla="*/ 1 h 162"/>
                <a:gd name="T70" fmla="*/ 5 w 703"/>
                <a:gd name="T71" fmla="*/ 1 h 162"/>
                <a:gd name="T72" fmla="*/ 5 w 703"/>
                <a:gd name="T73" fmla="*/ 1 h 162"/>
                <a:gd name="T74" fmla="*/ 5 w 703"/>
                <a:gd name="T75" fmla="*/ 1 h 162"/>
                <a:gd name="T76" fmla="*/ 6 w 703"/>
                <a:gd name="T77" fmla="*/ 0 h 162"/>
                <a:gd name="T78" fmla="*/ 6 w 703"/>
                <a:gd name="T79" fmla="*/ 0 h 162"/>
                <a:gd name="T80" fmla="*/ 6 w 703"/>
                <a:gd name="T81" fmla="*/ 0 h 162"/>
                <a:gd name="T82" fmla="*/ 5 w 703"/>
                <a:gd name="T83" fmla="*/ 0 h 162"/>
                <a:gd name="T84" fmla="*/ 5 w 703"/>
                <a:gd name="T85" fmla="*/ 0 h 162"/>
                <a:gd name="T86" fmla="*/ 5 w 703"/>
                <a:gd name="T87" fmla="*/ 0 h 162"/>
                <a:gd name="T88" fmla="*/ 5 w 703"/>
                <a:gd name="T89" fmla="*/ 0 h 162"/>
                <a:gd name="T90" fmla="*/ 5 w 703"/>
                <a:gd name="T91" fmla="*/ 0 h 162"/>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703"/>
                <a:gd name="T139" fmla="*/ 0 h 162"/>
                <a:gd name="T140" fmla="*/ 703 w 703"/>
                <a:gd name="T141" fmla="*/ 162 h 162"/>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703" h="162">
                  <a:moveTo>
                    <a:pt x="631" y="8"/>
                  </a:moveTo>
                  <a:lnTo>
                    <a:pt x="636" y="6"/>
                  </a:lnTo>
                  <a:lnTo>
                    <a:pt x="606" y="20"/>
                  </a:lnTo>
                  <a:lnTo>
                    <a:pt x="575" y="32"/>
                  </a:lnTo>
                  <a:lnTo>
                    <a:pt x="540" y="42"/>
                  </a:lnTo>
                  <a:lnTo>
                    <a:pt x="504" y="52"/>
                  </a:lnTo>
                  <a:lnTo>
                    <a:pt x="467" y="59"/>
                  </a:lnTo>
                  <a:lnTo>
                    <a:pt x="428" y="64"/>
                  </a:lnTo>
                  <a:lnTo>
                    <a:pt x="389" y="67"/>
                  </a:lnTo>
                  <a:lnTo>
                    <a:pt x="348" y="68"/>
                  </a:lnTo>
                  <a:lnTo>
                    <a:pt x="308" y="68"/>
                  </a:lnTo>
                  <a:lnTo>
                    <a:pt x="267" y="65"/>
                  </a:lnTo>
                  <a:lnTo>
                    <a:pt x="226" y="61"/>
                  </a:lnTo>
                  <a:lnTo>
                    <a:pt x="187" y="54"/>
                  </a:lnTo>
                  <a:lnTo>
                    <a:pt x="148" y="44"/>
                  </a:lnTo>
                  <a:lnTo>
                    <a:pt x="110" y="33"/>
                  </a:lnTo>
                  <a:lnTo>
                    <a:pt x="75" y="20"/>
                  </a:lnTo>
                  <a:lnTo>
                    <a:pt x="42" y="5"/>
                  </a:lnTo>
                  <a:lnTo>
                    <a:pt x="0" y="89"/>
                  </a:lnTo>
                  <a:lnTo>
                    <a:pt x="40" y="107"/>
                  </a:lnTo>
                  <a:lnTo>
                    <a:pt x="82" y="122"/>
                  </a:lnTo>
                  <a:lnTo>
                    <a:pt x="124" y="135"/>
                  </a:lnTo>
                  <a:lnTo>
                    <a:pt x="169" y="146"/>
                  </a:lnTo>
                  <a:lnTo>
                    <a:pt x="214" y="153"/>
                  </a:lnTo>
                  <a:lnTo>
                    <a:pt x="258" y="158"/>
                  </a:lnTo>
                  <a:lnTo>
                    <a:pt x="303" y="162"/>
                  </a:lnTo>
                  <a:lnTo>
                    <a:pt x="348" y="162"/>
                  </a:lnTo>
                  <a:lnTo>
                    <a:pt x="394" y="161"/>
                  </a:lnTo>
                  <a:lnTo>
                    <a:pt x="439" y="157"/>
                  </a:lnTo>
                  <a:lnTo>
                    <a:pt x="481" y="150"/>
                  </a:lnTo>
                  <a:lnTo>
                    <a:pt x="525" y="143"/>
                  </a:lnTo>
                  <a:lnTo>
                    <a:pt x="566" y="132"/>
                  </a:lnTo>
                  <a:lnTo>
                    <a:pt x="606" y="121"/>
                  </a:lnTo>
                  <a:lnTo>
                    <a:pt x="643" y="105"/>
                  </a:lnTo>
                  <a:lnTo>
                    <a:pt x="678" y="88"/>
                  </a:lnTo>
                  <a:lnTo>
                    <a:pt x="683" y="86"/>
                  </a:lnTo>
                  <a:lnTo>
                    <a:pt x="678" y="88"/>
                  </a:lnTo>
                  <a:lnTo>
                    <a:pt x="695" y="75"/>
                  </a:lnTo>
                  <a:lnTo>
                    <a:pt x="702" y="60"/>
                  </a:lnTo>
                  <a:lnTo>
                    <a:pt x="703" y="42"/>
                  </a:lnTo>
                  <a:lnTo>
                    <a:pt x="698" y="26"/>
                  </a:lnTo>
                  <a:lnTo>
                    <a:pt x="688" y="12"/>
                  </a:lnTo>
                  <a:lnTo>
                    <a:pt x="674" y="3"/>
                  </a:lnTo>
                  <a:lnTo>
                    <a:pt x="656" y="0"/>
                  </a:lnTo>
                  <a:lnTo>
                    <a:pt x="636" y="6"/>
                  </a:lnTo>
                  <a:lnTo>
                    <a:pt x="631"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80917" name="Freeform 35"/>
            <p:cNvSpPr>
              <a:spLocks/>
            </p:cNvSpPr>
            <p:nvPr/>
          </p:nvSpPr>
          <p:spPr bwMode="auto">
            <a:xfrm>
              <a:off x="1332" y="2204"/>
              <a:ext cx="283" cy="192"/>
            </a:xfrm>
            <a:custGeom>
              <a:avLst/>
              <a:gdLst>
                <a:gd name="T0" fmla="*/ 11 w 1415"/>
                <a:gd name="T1" fmla="*/ 0 h 960"/>
                <a:gd name="T2" fmla="*/ 11 w 1415"/>
                <a:gd name="T3" fmla="*/ 0 h 960"/>
                <a:gd name="T4" fmla="*/ 0 w 1415"/>
                <a:gd name="T5" fmla="*/ 7 h 960"/>
                <a:gd name="T6" fmla="*/ 0 w 1415"/>
                <a:gd name="T7" fmla="*/ 8 h 960"/>
                <a:gd name="T8" fmla="*/ 11 w 1415"/>
                <a:gd name="T9" fmla="*/ 1 h 960"/>
                <a:gd name="T10" fmla="*/ 11 w 1415"/>
                <a:gd name="T11" fmla="*/ 1 h 960"/>
                <a:gd name="T12" fmla="*/ 11 w 1415"/>
                <a:gd name="T13" fmla="*/ 1 h 960"/>
                <a:gd name="T14" fmla="*/ 11 w 1415"/>
                <a:gd name="T15" fmla="*/ 1 h 960"/>
                <a:gd name="T16" fmla="*/ 11 w 1415"/>
                <a:gd name="T17" fmla="*/ 0 h 960"/>
                <a:gd name="T18" fmla="*/ 11 w 1415"/>
                <a:gd name="T19" fmla="*/ 0 h 960"/>
                <a:gd name="T20" fmla="*/ 11 w 1415"/>
                <a:gd name="T21" fmla="*/ 0 h 960"/>
                <a:gd name="T22" fmla="*/ 11 w 1415"/>
                <a:gd name="T23" fmla="*/ 0 h 960"/>
                <a:gd name="T24" fmla="*/ 11 w 1415"/>
                <a:gd name="T25" fmla="*/ 0 h 960"/>
                <a:gd name="T26" fmla="*/ 11 w 1415"/>
                <a:gd name="T27" fmla="*/ 0 h 960"/>
                <a:gd name="T28" fmla="*/ 11 w 1415"/>
                <a:gd name="T29" fmla="*/ 0 h 960"/>
                <a:gd name="T30" fmla="*/ 11 w 1415"/>
                <a:gd name="T31" fmla="*/ 0 h 96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15"/>
                <a:gd name="T49" fmla="*/ 0 h 960"/>
                <a:gd name="T50" fmla="*/ 1415 w 1415"/>
                <a:gd name="T51" fmla="*/ 960 h 96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15" h="960">
                  <a:moveTo>
                    <a:pt x="1338" y="10"/>
                  </a:moveTo>
                  <a:lnTo>
                    <a:pt x="1342" y="8"/>
                  </a:lnTo>
                  <a:lnTo>
                    <a:pt x="0" y="882"/>
                  </a:lnTo>
                  <a:lnTo>
                    <a:pt x="52" y="960"/>
                  </a:lnTo>
                  <a:lnTo>
                    <a:pt x="1393" y="85"/>
                  </a:lnTo>
                  <a:lnTo>
                    <a:pt x="1397" y="83"/>
                  </a:lnTo>
                  <a:lnTo>
                    <a:pt x="1393" y="85"/>
                  </a:lnTo>
                  <a:lnTo>
                    <a:pt x="1409" y="71"/>
                  </a:lnTo>
                  <a:lnTo>
                    <a:pt x="1415" y="53"/>
                  </a:lnTo>
                  <a:lnTo>
                    <a:pt x="1413" y="37"/>
                  </a:lnTo>
                  <a:lnTo>
                    <a:pt x="1406" y="21"/>
                  </a:lnTo>
                  <a:lnTo>
                    <a:pt x="1395" y="8"/>
                  </a:lnTo>
                  <a:lnTo>
                    <a:pt x="1379" y="1"/>
                  </a:lnTo>
                  <a:lnTo>
                    <a:pt x="1361" y="0"/>
                  </a:lnTo>
                  <a:lnTo>
                    <a:pt x="1342" y="8"/>
                  </a:lnTo>
                  <a:lnTo>
                    <a:pt x="1338" y="1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80918" name="Freeform 36"/>
            <p:cNvSpPr>
              <a:spLocks/>
            </p:cNvSpPr>
            <p:nvPr/>
          </p:nvSpPr>
          <p:spPr bwMode="auto">
            <a:xfrm>
              <a:off x="1599" y="2057"/>
              <a:ext cx="80" cy="163"/>
            </a:xfrm>
            <a:custGeom>
              <a:avLst/>
              <a:gdLst>
                <a:gd name="T0" fmla="*/ 2 w 398"/>
                <a:gd name="T1" fmla="*/ 0 h 817"/>
                <a:gd name="T2" fmla="*/ 2 w 398"/>
                <a:gd name="T3" fmla="*/ 0 h 817"/>
                <a:gd name="T4" fmla="*/ 2 w 398"/>
                <a:gd name="T5" fmla="*/ 1 h 817"/>
                <a:gd name="T6" fmla="*/ 2 w 398"/>
                <a:gd name="T7" fmla="*/ 1 h 817"/>
                <a:gd name="T8" fmla="*/ 2 w 398"/>
                <a:gd name="T9" fmla="*/ 2 h 817"/>
                <a:gd name="T10" fmla="*/ 2 w 398"/>
                <a:gd name="T11" fmla="*/ 2 h 817"/>
                <a:gd name="T12" fmla="*/ 2 w 398"/>
                <a:gd name="T13" fmla="*/ 2 h 817"/>
                <a:gd name="T14" fmla="*/ 2 w 398"/>
                <a:gd name="T15" fmla="*/ 3 h 817"/>
                <a:gd name="T16" fmla="*/ 2 w 398"/>
                <a:gd name="T17" fmla="*/ 3 h 817"/>
                <a:gd name="T18" fmla="*/ 2 w 398"/>
                <a:gd name="T19" fmla="*/ 4 h 817"/>
                <a:gd name="T20" fmla="*/ 2 w 398"/>
                <a:gd name="T21" fmla="*/ 4 h 817"/>
                <a:gd name="T22" fmla="*/ 1 w 398"/>
                <a:gd name="T23" fmla="*/ 4 h 817"/>
                <a:gd name="T24" fmla="*/ 1 w 398"/>
                <a:gd name="T25" fmla="*/ 5 h 817"/>
                <a:gd name="T26" fmla="*/ 1 w 398"/>
                <a:gd name="T27" fmla="*/ 5 h 817"/>
                <a:gd name="T28" fmla="*/ 1 w 398"/>
                <a:gd name="T29" fmla="*/ 5 h 817"/>
                <a:gd name="T30" fmla="*/ 1 w 398"/>
                <a:gd name="T31" fmla="*/ 5 h 817"/>
                <a:gd name="T32" fmla="*/ 0 w 398"/>
                <a:gd name="T33" fmla="*/ 6 h 817"/>
                <a:gd name="T34" fmla="*/ 0 w 398"/>
                <a:gd name="T35" fmla="*/ 6 h 817"/>
                <a:gd name="T36" fmla="*/ 0 w 398"/>
                <a:gd name="T37" fmla="*/ 7 h 817"/>
                <a:gd name="T38" fmla="*/ 1 w 398"/>
                <a:gd name="T39" fmla="*/ 6 h 817"/>
                <a:gd name="T40" fmla="*/ 1 w 398"/>
                <a:gd name="T41" fmla="*/ 6 h 817"/>
                <a:gd name="T42" fmla="*/ 1 w 398"/>
                <a:gd name="T43" fmla="*/ 6 h 817"/>
                <a:gd name="T44" fmla="*/ 2 w 398"/>
                <a:gd name="T45" fmla="*/ 5 h 817"/>
                <a:gd name="T46" fmla="*/ 2 w 398"/>
                <a:gd name="T47" fmla="*/ 5 h 817"/>
                <a:gd name="T48" fmla="*/ 2 w 398"/>
                <a:gd name="T49" fmla="*/ 5 h 817"/>
                <a:gd name="T50" fmla="*/ 2 w 398"/>
                <a:gd name="T51" fmla="*/ 4 h 817"/>
                <a:gd name="T52" fmla="*/ 2 w 398"/>
                <a:gd name="T53" fmla="*/ 4 h 817"/>
                <a:gd name="T54" fmla="*/ 3 w 398"/>
                <a:gd name="T55" fmla="*/ 3 h 817"/>
                <a:gd name="T56" fmla="*/ 3 w 398"/>
                <a:gd name="T57" fmla="*/ 3 h 817"/>
                <a:gd name="T58" fmla="*/ 3 w 398"/>
                <a:gd name="T59" fmla="*/ 3 h 817"/>
                <a:gd name="T60" fmla="*/ 3 w 398"/>
                <a:gd name="T61" fmla="*/ 2 h 817"/>
                <a:gd name="T62" fmla="*/ 3 w 398"/>
                <a:gd name="T63" fmla="*/ 2 h 817"/>
                <a:gd name="T64" fmla="*/ 3 w 398"/>
                <a:gd name="T65" fmla="*/ 1 h 817"/>
                <a:gd name="T66" fmla="*/ 3 w 398"/>
                <a:gd name="T67" fmla="*/ 1 h 817"/>
                <a:gd name="T68" fmla="*/ 3 w 398"/>
                <a:gd name="T69" fmla="*/ 0 h 817"/>
                <a:gd name="T70" fmla="*/ 3 w 398"/>
                <a:gd name="T71" fmla="*/ 0 h 817"/>
                <a:gd name="T72" fmla="*/ 3 w 398"/>
                <a:gd name="T73" fmla="*/ 0 h 817"/>
                <a:gd name="T74" fmla="*/ 3 w 398"/>
                <a:gd name="T75" fmla="*/ 0 h 817"/>
                <a:gd name="T76" fmla="*/ 3 w 398"/>
                <a:gd name="T77" fmla="*/ 0 h 817"/>
                <a:gd name="T78" fmla="*/ 3 w 398"/>
                <a:gd name="T79" fmla="*/ 0 h 817"/>
                <a:gd name="T80" fmla="*/ 3 w 398"/>
                <a:gd name="T81" fmla="*/ 0 h 817"/>
                <a:gd name="T82" fmla="*/ 3 w 398"/>
                <a:gd name="T83" fmla="*/ 0 h 817"/>
                <a:gd name="T84" fmla="*/ 3 w 398"/>
                <a:gd name="T85" fmla="*/ 0 h 817"/>
                <a:gd name="T86" fmla="*/ 2 w 398"/>
                <a:gd name="T87" fmla="*/ 0 h 817"/>
                <a:gd name="T88" fmla="*/ 2 w 398"/>
                <a:gd name="T89" fmla="*/ 0 h 817"/>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398"/>
                <a:gd name="T136" fmla="*/ 0 h 817"/>
                <a:gd name="T137" fmla="*/ 398 w 398"/>
                <a:gd name="T138" fmla="*/ 817 h 817"/>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398" h="817">
                  <a:moveTo>
                    <a:pt x="304" y="47"/>
                  </a:moveTo>
                  <a:lnTo>
                    <a:pt x="304" y="47"/>
                  </a:lnTo>
                  <a:lnTo>
                    <a:pt x="301" y="97"/>
                  </a:lnTo>
                  <a:lnTo>
                    <a:pt x="297" y="147"/>
                  </a:lnTo>
                  <a:lnTo>
                    <a:pt x="291" y="198"/>
                  </a:lnTo>
                  <a:lnTo>
                    <a:pt x="280" y="247"/>
                  </a:lnTo>
                  <a:lnTo>
                    <a:pt x="268" y="297"/>
                  </a:lnTo>
                  <a:lnTo>
                    <a:pt x="253" y="347"/>
                  </a:lnTo>
                  <a:lnTo>
                    <a:pt x="236" y="395"/>
                  </a:lnTo>
                  <a:lnTo>
                    <a:pt x="217" y="442"/>
                  </a:lnTo>
                  <a:lnTo>
                    <a:pt x="195" y="487"/>
                  </a:lnTo>
                  <a:lnTo>
                    <a:pt x="171" y="532"/>
                  </a:lnTo>
                  <a:lnTo>
                    <a:pt x="147" y="574"/>
                  </a:lnTo>
                  <a:lnTo>
                    <a:pt x="121" y="613"/>
                  </a:lnTo>
                  <a:lnTo>
                    <a:pt x="93" y="650"/>
                  </a:lnTo>
                  <a:lnTo>
                    <a:pt x="64" y="684"/>
                  </a:lnTo>
                  <a:lnTo>
                    <a:pt x="32" y="716"/>
                  </a:lnTo>
                  <a:lnTo>
                    <a:pt x="0" y="744"/>
                  </a:lnTo>
                  <a:lnTo>
                    <a:pt x="59" y="817"/>
                  </a:lnTo>
                  <a:lnTo>
                    <a:pt x="95" y="784"/>
                  </a:lnTo>
                  <a:lnTo>
                    <a:pt x="132" y="748"/>
                  </a:lnTo>
                  <a:lnTo>
                    <a:pt x="166" y="709"/>
                  </a:lnTo>
                  <a:lnTo>
                    <a:pt x="196" y="667"/>
                  </a:lnTo>
                  <a:lnTo>
                    <a:pt x="227" y="623"/>
                  </a:lnTo>
                  <a:lnTo>
                    <a:pt x="253" y="576"/>
                  </a:lnTo>
                  <a:lnTo>
                    <a:pt x="279" y="530"/>
                  </a:lnTo>
                  <a:lnTo>
                    <a:pt x="301" y="479"/>
                  </a:lnTo>
                  <a:lnTo>
                    <a:pt x="323" y="428"/>
                  </a:lnTo>
                  <a:lnTo>
                    <a:pt x="342" y="375"/>
                  </a:lnTo>
                  <a:lnTo>
                    <a:pt x="359" y="321"/>
                  </a:lnTo>
                  <a:lnTo>
                    <a:pt x="372" y="268"/>
                  </a:lnTo>
                  <a:lnTo>
                    <a:pt x="382" y="212"/>
                  </a:lnTo>
                  <a:lnTo>
                    <a:pt x="391" y="157"/>
                  </a:lnTo>
                  <a:lnTo>
                    <a:pt x="395" y="102"/>
                  </a:lnTo>
                  <a:lnTo>
                    <a:pt x="398" y="47"/>
                  </a:lnTo>
                  <a:lnTo>
                    <a:pt x="394" y="27"/>
                  </a:lnTo>
                  <a:lnTo>
                    <a:pt x="383" y="11"/>
                  </a:lnTo>
                  <a:lnTo>
                    <a:pt x="368" y="3"/>
                  </a:lnTo>
                  <a:lnTo>
                    <a:pt x="351" y="0"/>
                  </a:lnTo>
                  <a:lnTo>
                    <a:pt x="333" y="3"/>
                  </a:lnTo>
                  <a:lnTo>
                    <a:pt x="319" y="11"/>
                  </a:lnTo>
                  <a:lnTo>
                    <a:pt x="307" y="27"/>
                  </a:lnTo>
                  <a:lnTo>
                    <a:pt x="304" y="4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80919" name="Freeform 37"/>
            <p:cNvSpPr>
              <a:spLocks/>
            </p:cNvSpPr>
            <p:nvPr/>
          </p:nvSpPr>
          <p:spPr bwMode="auto">
            <a:xfrm>
              <a:off x="1660" y="1701"/>
              <a:ext cx="19" cy="365"/>
            </a:xfrm>
            <a:custGeom>
              <a:avLst/>
              <a:gdLst>
                <a:gd name="T0" fmla="*/ 0 w 95"/>
                <a:gd name="T1" fmla="*/ 0 h 1826"/>
                <a:gd name="T2" fmla="*/ 0 w 95"/>
                <a:gd name="T3" fmla="*/ 0 h 1826"/>
                <a:gd name="T4" fmla="*/ 0 w 95"/>
                <a:gd name="T5" fmla="*/ 15 h 1826"/>
                <a:gd name="T6" fmla="*/ 1 w 95"/>
                <a:gd name="T7" fmla="*/ 15 h 1826"/>
                <a:gd name="T8" fmla="*/ 1 w 95"/>
                <a:gd name="T9" fmla="*/ 0 h 1826"/>
                <a:gd name="T10" fmla="*/ 1 w 95"/>
                <a:gd name="T11" fmla="*/ 0 h 1826"/>
                <a:gd name="T12" fmla="*/ 1 w 95"/>
                <a:gd name="T13" fmla="*/ 0 h 1826"/>
                <a:gd name="T14" fmla="*/ 1 w 95"/>
                <a:gd name="T15" fmla="*/ 0 h 1826"/>
                <a:gd name="T16" fmla="*/ 1 w 95"/>
                <a:gd name="T17" fmla="*/ 0 h 1826"/>
                <a:gd name="T18" fmla="*/ 1 w 95"/>
                <a:gd name="T19" fmla="*/ 0 h 1826"/>
                <a:gd name="T20" fmla="*/ 0 w 95"/>
                <a:gd name="T21" fmla="*/ 0 h 1826"/>
                <a:gd name="T22" fmla="*/ 0 w 95"/>
                <a:gd name="T23" fmla="*/ 0 h 1826"/>
                <a:gd name="T24" fmla="*/ 0 w 95"/>
                <a:gd name="T25" fmla="*/ 0 h 1826"/>
                <a:gd name="T26" fmla="*/ 0 w 95"/>
                <a:gd name="T27" fmla="*/ 0 h 1826"/>
                <a:gd name="T28" fmla="*/ 0 w 95"/>
                <a:gd name="T29" fmla="*/ 0 h 1826"/>
                <a:gd name="T30" fmla="*/ 0 w 95"/>
                <a:gd name="T31" fmla="*/ 0 h 182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95"/>
                <a:gd name="T49" fmla="*/ 0 h 1826"/>
                <a:gd name="T50" fmla="*/ 95 w 95"/>
                <a:gd name="T51" fmla="*/ 1826 h 182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95" h="1826">
                  <a:moveTo>
                    <a:pt x="0" y="49"/>
                  </a:moveTo>
                  <a:lnTo>
                    <a:pt x="0" y="47"/>
                  </a:lnTo>
                  <a:lnTo>
                    <a:pt x="1" y="1826"/>
                  </a:lnTo>
                  <a:lnTo>
                    <a:pt x="95" y="1826"/>
                  </a:lnTo>
                  <a:lnTo>
                    <a:pt x="93" y="47"/>
                  </a:lnTo>
                  <a:lnTo>
                    <a:pt x="93" y="45"/>
                  </a:lnTo>
                  <a:lnTo>
                    <a:pt x="93" y="47"/>
                  </a:lnTo>
                  <a:lnTo>
                    <a:pt x="90" y="27"/>
                  </a:lnTo>
                  <a:lnTo>
                    <a:pt x="79" y="12"/>
                  </a:lnTo>
                  <a:lnTo>
                    <a:pt x="64" y="4"/>
                  </a:lnTo>
                  <a:lnTo>
                    <a:pt x="47" y="0"/>
                  </a:lnTo>
                  <a:lnTo>
                    <a:pt x="29" y="4"/>
                  </a:lnTo>
                  <a:lnTo>
                    <a:pt x="15" y="12"/>
                  </a:lnTo>
                  <a:lnTo>
                    <a:pt x="3" y="27"/>
                  </a:lnTo>
                  <a:lnTo>
                    <a:pt x="0" y="47"/>
                  </a:lnTo>
                  <a:lnTo>
                    <a:pt x="0" y="4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80920" name="Freeform 38"/>
            <p:cNvSpPr>
              <a:spLocks/>
            </p:cNvSpPr>
            <p:nvPr/>
          </p:nvSpPr>
          <p:spPr bwMode="auto">
            <a:xfrm>
              <a:off x="1598" y="1598"/>
              <a:ext cx="81" cy="113"/>
            </a:xfrm>
            <a:custGeom>
              <a:avLst/>
              <a:gdLst>
                <a:gd name="T0" fmla="*/ 0 w 401"/>
                <a:gd name="T1" fmla="*/ 1 h 566"/>
                <a:gd name="T2" fmla="*/ 0 w 401"/>
                <a:gd name="T3" fmla="*/ 1 h 566"/>
                <a:gd name="T4" fmla="*/ 0 w 401"/>
                <a:gd name="T5" fmla="*/ 1 h 566"/>
                <a:gd name="T6" fmla="*/ 1 w 401"/>
                <a:gd name="T7" fmla="*/ 1 h 566"/>
                <a:gd name="T8" fmla="*/ 1 w 401"/>
                <a:gd name="T9" fmla="*/ 1 h 566"/>
                <a:gd name="T10" fmla="*/ 1 w 401"/>
                <a:gd name="T11" fmla="*/ 1 h 566"/>
                <a:gd name="T12" fmla="*/ 1 w 401"/>
                <a:gd name="T13" fmla="*/ 2 h 566"/>
                <a:gd name="T14" fmla="*/ 1 w 401"/>
                <a:gd name="T15" fmla="*/ 2 h 566"/>
                <a:gd name="T16" fmla="*/ 2 w 401"/>
                <a:gd name="T17" fmla="*/ 2 h 566"/>
                <a:gd name="T18" fmla="*/ 2 w 401"/>
                <a:gd name="T19" fmla="*/ 2 h 566"/>
                <a:gd name="T20" fmla="*/ 2 w 401"/>
                <a:gd name="T21" fmla="*/ 2 h 566"/>
                <a:gd name="T22" fmla="*/ 2 w 401"/>
                <a:gd name="T23" fmla="*/ 3 h 566"/>
                <a:gd name="T24" fmla="*/ 2 w 401"/>
                <a:gd name="T25" fmla="*/ 3 h 566"/>
                <a:gd name="T26" fmla="*/ 2 w 401"/>
                <a:gd name="T27" fmla="*/ 3 h 566"/>
                <a:gd name="T28" fmla="*/ 2 w 401"/>
                <a:gd name="T29" fmla="*/ 4 h 566"/>
                <a:gd name="T30" fmla="*/ 2 w 401"/>
                <a:gd name="T31" fmla="*/ 4 h 566"/>
                <a:gd name="T32" fmla="*/ 2 w 401"/>
                <a:gd name="T33" fmla="*/ 4 h 566"/>
                <a:gd name="T34" fmla="*/ 3 w 401"/>
                <a:gd name="T35" fmla="*/ 5 h 566"/>
                <a:gd name="T36" fmla="*/ 3 w 401"/>
                <a:gd name="T37" fmla="*/ 4 h 566"/>
                <a:gd name="T38" fmla="*/ 3 w 401"/>
                <a:gd name="T39" fmla="*/ 4 h 566"/>
                <a:gd name="T40" fmla="*/ 3 w 401"/>
                <a:gd name="T41" fmla="*/ 4 h 566"/>
                <a:gd name="T42" fmla="*/ 3 w 401"/>
                <a:gd name="T43" fmla="*/ 3 h 566"/>
                <a:gd name="T44" fmla="*/ 3 w 401"/>
                <a:gd name="T45" fmla="*/ 3 h 566"/>
                <a:gd name="T46" fmla="*/ 3 w 401"/>
                <a:gd name="T47" fmla="*/ 3 h 566"/>
                <a:gd name="T48" fmla="*/ 3 w 401"/>
                <a:gd name="T49" fmla="*/ 2 h 566"/>
                <a:gd name="T50" fmla="*/ 3 w 401"/>
                <a:gd name="T51" fmla="*/ 2 h 566"/>
                <a:gd name="T52" fmla="*/ 2 w 401"/>
                <a:gd name="T53" fmla="*/ 2 h 566"/>
                <a:gd name="T54" fmla="*/ 2 w 401"/>
                <a:gd name="T55" fmla="*/ 2 h 566"/>
                <a:gd name="T56" fmla="*/ 2 w 401"/>
                <a:gd name="T57" fmla="*/ 1 h 566"/>
                <a:gd name="T58" fmla="*/ 2 w 401"/>
                <a:gd name="T59" fmla="*/ 1 h 566"/>
                <a:gd name="T60" fmla="*/ 2 w 401"/>
                <a:gd name="T61" fmla="*/ 1 h 566"/>
                <a:gd name="T62" fmla="*/ 1 w 401"/>
                <a:gd name="T63" fmla="*/ 1 h 566"/>
                <a:gd name="T64" fmla="*/ 1 w 401"/>
                <a:gd name="T65" fmla="*/ 0 h 566"/>
                <a:gd name="T66" fmla="*/ 1 w 401"/>
                <a:gd name="T67" fmla="*/ 0 h 566"/>
                <a:gd name="T68" fmla="*/ 1 w 401"/>
                <a:gd name="T69" fmla="*/ 0 h 566"/>
                <a:gd name="T70" fmla="*/ 1 w 401"/>
                <a:gd name="T71" fmla="*/ 0 h 566"/>
                <a:gd name="T72" fmla="*/ 1 w 401"/>
                <a:gd name="T73" fmla="*/ 0 h 566"/>
                <a:gd name="T74" fmla="*/ 0 w 401"/>
                <a:gd name="T75" fmla="*/ 0 h 566"/>
                <a:gd name="T76" fmla="*/ 0 w 401"/>
                <a:gd name="T77" fmla="*/ 0 h 566"/>
                <a:gd name="T78" fmla="*/ 0 w 401"/>
                <a:gd name="T79" fmla="*/ 0 h 566"/>
                <a:gd name="T80" fmla="*/ 0 w 401"/>
                <a:gd name="T81" fmla="*/ 0 h 566"/>
                <a:gd name="T82" fmla="*/ 0 w 401"/>
                <a:gd name="T83" fmla="*/ 0 h 566"/>
                <a:gd name="T84" fmla="*/ 0 w 401"/>
                <a:gd name="T85" fmla="*/ 0 h 566"/>
                <a:gd name="T86" fmla="*/ 0 w 401"/>
                <a:gd name="T87" fmla="*/ 1 h 566"/>
                <a:gd name="T88" fmla="*/ 0 w 401"/>
                <a:gd name="T89" fmla="*/ 1 h 56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401"/>
                <a:gd name="T136" fmla="*/ 0 h 566"/>
                <a:gd name="T137" fmla="*/ 401 w 401"/>
                <a:gd name="T138" fmla="*/ 566 h 566"/>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401" h="566">
                  <a:moveTo>
                    <a:pt x="23" y="88"/>
                  </a:moveTo>
                  <a:lnTo>
                    <a:pt x="23" y="88"/>
                  </a:lnTo>
                  <a:lnTo>
                    <a:pt x="53" y="107"/>
                  </a:lnTo>
                  <a:lnTo>
                    <a:pt x="83" y="125"/>
                  </a:lnTo>
                  <a:lnTo>
                    <a:pt x="108" y="147"/>
                  </a:lnTo>
                  <a:lnTo>
                    <a:pt x="135" y="171"/>
                  </a:lnTo>
                  <a:lnTo>
                    <a:pt x="160" y="196"/>
                  </a:lnTo>
                  <a:lnTo>
                    <a:pt x="182" y="223"/>
                  </a:lnTo>
                  <a:lnTo>
                    <a:pt x="205" y="251"/>
                  </a:lnTo>
                  <a:lnTo>
                    <a:pt x="223" y="281"/>
                  </a:lnTo>
                  <a:lnTo>
                    <a:pt x="240" y="312"/>
                  </a:lnTo>
                  <a:lnTo>
                    <a:pt x="256" y="345"/>
                  </a:lnTo>
                  <a:lnTo>
                    <a:pt x="270" y="379"/>
                  </a:lnTo>
                  <a:lnTo>
                    <a:pt x="282" y="414"/>
                  </a:lnTo>
                  <a:lnTo>
                    <a:pt x="291" y="450"/>
                  </a:lnTo>
                  <a:lnTo>
                    <a:pt x="299" y="488"/>
                  </a:lnTo>
                  <a:lnTo>
                    <a:pt x="304" y="526"/>
                  </a:lnTo>
                  <a:lnTo>
                    <a:pt x="308" y="566"/>
                  </a:lnTo>
                  <a:lnTo>
                    <a:pt x="401" y="562"/>
                  </a:lnTo>
                  <a:lnTo>
                    <a:pt x="398" y="517"/>
                  </a:lnTo>
                  <a:lnTo>
                    <a:pt x="391" y="471"/>
                  </a:lnTo>
                  <a:lnTo>
                    <a:pt x="383" y="429"/>
                  </a:lnTo>
                  <a:lnTo>
                    <a:pt x="371" y="386"/>
                  </a:lnTo>
                  <a:lnTo>
                    <a:pt x="357" y="346"/>
                  </a:lnTo>
                  <a:lnTo>
                    <a:pt x="340" y="307"/>
                  </a:lnTo>
                  <a:lnTo>
                    <a:pt x="324" y="270"/>
                  </a:lnTo>
                  <a:lnTo>
                    <a:pt x="303" y="232"/>
                  </a:lnTo>
                  <a:lnTo>
                    <a:pt x="280" y="197"/>
                  </a:lnTo>
                  <a:lnTo>
                    <a:pt x="255" y="164"/>
                  </a:lnTo>
                  <a:lnTo>
                    <a:pt x="228" y="132"/>
                  </a:lnTo>
                  <a:lnTo>
                    <a:pt x="199" y="103"/>
                  </a:lnTo>
                  <a:lnTo>
                    <a:pt x="169" y="76"/>
                  </a:lnTo>
                  <a:lnTo>
                    <a:pt x="137" y="50"/>
                  </a:lnTo>
                  <a:lnTo>
                    <a:pt x="103" y="27"/>
                  </a:lnTo>
                  <a:lnTo>
                    <a:pt x="67" y="6"/>
                  </a:lnTo>
                  <a:lnTo>
                    <a:pt x="48" y="0"/>
                  </a:lnTo>
                  <a:lnTo>
                    <a:pt x="30" y="2"/>
                  </a:lnTo>
                  <a:lnTo>
                    <a:pt x="16" y="12"/>
                  </a:lnTo>
                  <a:lnTo>
                    <a:pt x="5" y="25"/>
                  </a:lnTo>
                  <a:lnTo>
                    <a:pt x="0" y="41"/>
                  </a:lnTo>
                  <a:lnTo>
                    <a:pt x="0" y="59"/>
                  </a:lnTo>
                  <a:lnTo>
                    <a:pt x="8" y="75"/>
                  </a:lnTo>
                  <a:lnTo>
                    <a:pt x="23"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80921" name="Freeform 39"/>
            <p:cNvSpPr>
              <a:spLocks/>
            </p:cNvSpPr>
            <p:nvPr/>
          </p:nvSpPr>
          <p:spPr bwMode="auto">
            <a:xfrm>
              <a:off x="1346" y="1455"/>
              <a:ext cx="266" cy="160"/>
            </a:xfrm>
            <a:custGeom>
              <a:avLst/>
              <a:gdLst>
                <a:gd name="T0" fmla="*/ 0 w 1330"/>
                <a:gd name="T1" fmla="*/ 1 h 801"/>
                <a:gd name="T2" fmla="*/ 0 w 1330"/>
                <a:gd name="T3" fmla="*/ 1 h 801"/>
                <a:gd name="T4" fmla="*/ 10 w 1330"/>
                <a:gd name="T5" fmla="*/ 6 h 801"/>
                <a:gd name="T6" fmla="*/ 11 w 1330"/>
                <a:gd name="T7" fmla="*/ 6 h 801"/>
                <a:gd name="T8" fmla="*/ 1 w 1330"/>
                <a:gd name="T9" fmla="*/ 0 h 801"/>
                <a:gd name="T10" fmla="*/ 1 w 1330"/>
                <a:gd name="T11" fmla="*/ 0 h 801"/>
                <a:gd name="T12" fmla="*/ 1 w 1330"/>
                <a:gd name="T13" fmla="*/ 0 h 801"/>
                <a:gd name="T14" fmla="*/ 0 w 1330"/>
                <a:gd name="T15" fmla="*/ 0 h 801"/>
                <a:gd name="T16" fmla="*/ 0 w 1330"/>
                <a:gd name="T17" fmla="*/ 0 h 801"/>
                <a:gd name="T18" fmla="*/ 0 w 1330"/>
                <a:gd name="T19" fmla="*/ 0 h 801"/>
                <a:gd name="T20" fmla="*/ 0 w 1330"/>
                <a:gd name="T21" fmla="*/ 0 h 801"/>
                <a:gd name="T22" fmla="*/ 0 w 1330"/>
                <a:gd name="T23" fmla="*/ 0 h 801"/>
                <a:gd name="T24" fmla="*/ 0 w 1330"/>
                <a:gd name="T25" fmla="*/ 0 h 801"/>
                <a:gd name="T26" fmla="*/ 0 w 1330"/>
                <a:gd name="T27" fmla="*/ 1 h 801"/>
                <a:gd name="T28" fmla="*/ 0 w 1330"/>
                <a:gd name="T29" fmla="*/ 1 h 801"/>
                <a:gd name="T30" fmla="*/ 0 w 1330"/>
                <a:gd name="T31" fmla="*/ 1 h 801"/>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30"/>
                <a:gd name="T49" fmla="*/ 0 h 801"/>
                <a:gd name="T50" fmla="*/ 1330 w 1330"/>
                <a:gd name="T51" fmla="*/ 801 h 801"/>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30" h="801">
                  <a:moveTo>
                    <a:pt x="24" y="88"/>
                  </a:moveTo>
                  <a:lnTo>
                    <a:pt x="23" y="88"/>
                  </a:lnTo>
                  <a:lnTo>
                    <a:pt x="1286" y="801"/>
                  </a:lnTo>
                  <a:lnTo>
                    <a:pt x="1330" y="719"/>
                  </a:lnTo>
                  <a:lnTo>
                    <a:pt x="67" y="6"/>
                  </a:lnTo>
                  <a:lnTo>
                    <a:pt x="66" y="6"/>
                  </a:lnTo>
                  <a:lnTo>
                    <a:pt x="67" y="6"/>
                  </a:lnTo>
                  <a:lnTo>
                    <a:pt x="48" y="0"/>
                  </a:lnTo>
                  <a:lnTo>
                    <a:pt x="30" y="2"/>
                  </a:lnTo>
                  <a:lnTo>
                    <a:pt x="16" y="12"/>
                  </a:lnTo>
                  <a:lnTo>
                    <a:pt x="5" y="25"/>
                  </a:lnTo>
                  <a:lnTo>
                    <a:pt x="0" y="41"/>
                  </a:lnTo>
                  <a:lnTo>
                    <a:pt x="0" y="59"/>
                  </a:lnTo>
                  <a:lnTo>
                    <a:pt x="8" y="75"/>
                  </a:lnTo>
                  <a:lnTo>
                    <a:pt x="23" y="88"/>
                  </a:lnTo>
                  <a:lnTo>
                    <a:pt x="24"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80922" name="Freeform 40"/>
            <p:cNvSpPr>
              <a:spLocks/>
            </p:cNvSpPr>
            <p:nvPr/>
          </p:nvSpPr>
          <p:spPr bwMode="auto">
            <a:xfrm>
              <a:off x="1198" y="1439"/>
              <a:ext cx="161" cy="35"/>
            </a:xfrm>
            <a:custGeom>
              <a:avLst/>
              <a:gdLst>
                <a:gd name="T0" fmla="*/ 1 w 806"/>
                <a:gd name="T1" fmla="*/ 1 h 177"/>
                <a:gd name="T2" fmla="*/ 1 w 806"/>
                <a:gd name="T3" fmla="*/ 1 h 177"/>
                <a:gd name="T4" fmla="*/ 1 w 806"/>
                <a:gd name="T5" fmla="*/ 1 h 177"/>
                <a:gd name="T6" fmla="*/ 1 w 806"/>
                <a:gd name="T7" fmla="*/ 1 h 177"/>
                <a:gd name="T8" fmla="*/ 2 w 806"/>
                <a:gd name="T9" fmla="*/ 1 h 177"/>
                <a:gd name="T10" fmla="*/ 2 w 806"/>
                <a:gd name="T11" fmla="*/ 1 h 177"/>
                <a:gd name="T12" fmla="*/ 2 w 806"/>
                <a:gd name="T13" fmla="*/ 1 h 177"/>
                <a:gd name="T14" fmla="*/ 3 w 806"/>
                <a:gd name="T15" fmla="*/ 1 h 177"/>
                <a:gd name="T16" fmla="*/ 3 w 806"/>
                <a:gd name="T17" fmla="*/ 1 h 177"/>
                <a:gd name="T18" fmla="*/ 3 w 806"/>
                <a:gd name="T19" fmla="*/ 1 h 177"/>
                <a:gd name="T20" fmla="*/ 4 w 806"/>
                <a:gd name="T21" fmla="*/ 1 h 177"/>
                <a:gd name="T22" fmla="*/ 4 w 806"/>
                <a:gd name="T23" fmla="*/ 1 h 177"/>
                <a:gd name="T24" fmla="*/ 5 w 806"/>
                <a:gd name="T25" fmla="*/ 1 h 177"/>
                <a:gd name="T26" fmla="*/ 5 w 806"/>
                <a:gd name="T27" fmla="*/ 1 h 177"/>
                <a:gd name="T28" fmla="*/ 5 w 806"/>
                <a:gd name="T29" fmla="*/ 1 h 177"/>
                <a:gd name="T30" fmla="*/ 6 w 806"/>
                <a:gd name="T31" fmla="*/ 1 h 177"/>
                <a:gd name="T32" fmla="*/ 6 w 806"/>
                <a:gd name="T33" fmla="*/ 1 h 177"/>
                <a:gd name="T34" fmla="*/ 6 w 806"/>
                <a:gd name="T35" fmla="*/ 1 h 177"/>
                <a:gd name="T36" fmla="*/ 6 w 806"/>
                <a:gd name="T37" fmla="*/ 1 h 177"/>
                <a:gd name="T38" fmla="*/ 6 w 806"/>
                <a:gd name="T39" fmla="*/ 1 h 177"/>
                <a:gd name="T40" fmla="*/ 6 w 806"/>
                <a:gd name="T41" fmla="*/ 0 h 177"/>
                <a:gd name="T42" fmla="*/ 5 w 806"/>
                <a:gd name="T43" fmla="*/ 0 h 177"/>
                <a:gd name="T44" fmla="*/ 5 w 806"/>
                <a:gd name="T45" fmla="*/ 0 h 177"/>
                <a:gd name="T46" fmla="*/ 5 w 806"/>
                <a:gd name="T47" fmla="*/ 0 h 177"/>
                <a:gd name="T48" fmla="*/ 4 w 806"/>
                <a:gd name="T49" fmla="*/ 0 h 177"/>
                <a:gd name="T50" fmla="*/ 4 w 806"/>
                <a:gd name="T51" fmla="*/ 0 h 177"/>
                <a:gd name="T52" fmla="*/ 3 w 806"/>
                <a:gd name="T53" fmla="*/ 0 h 177"/>
                <a:gd name="T54" fmla="*/ 3 w 806"/>
                <a:gd name="T55" fmla="*/ 0 h 177"/>
                <a:gd name="T56" fmla="*/ 3 w 806"/>
                <a:gd name="T57" fmla="*/ 0 h 177"/>
                <a:gd name="T58" fmla="*/ 2 w 806"/>
                <a:gd name="T59" fmla="*/ 0 h 177"/>
                <a:gd name="T60" fmla="*/ 2 w 806"/>
                <a:gd name="T61" fmla="*/ 0 h 177"/>
                <a:gd name="T62" fmla="*/ 1 w 806"/>
                <a:gd name="T63" fmla="*/ 0 h 177"/>
                <a:gd name="T64" fmla="*/ 1 w 806"/>
                <a:gd name="T65" fmla="*/ 0 h 177"/>
                <a:gd name="T66" fmla="*/ 1 w 806"/>
                <a:gd name="T67" fmla="*/ 1 h 177"/>
                <a:gd name="T68" fmla="*/ 0 w 806"/>
                <a:gd name="T69" fmla="*/ 1 h 177"/>
                <a:gd name="T70" fmla="*/ 0 w 806"/>
                <a:gd name="T71" fmla="*/ 1 h 177"/>
                <a:gd name="T72" fmla="*/ 0 w 806"/>
                <a:gd name="T73" fmla="*/ 1 h 177"/>
                <a:gd name="T74" fmla="*/ 0 w 806"/>
                <a:gd name="T75" fmla="*/ 1 h 177"/>
                <a:gd name="T76" fmla="*/ 0 w 806"/>
                <a:gd name="T77" fmla="*/ 1 h 177"/>
                <a:gd name="T78" fmla="*/ 0 w 806"/>
                <a:gd name="T79" fmla="*/ 1 h 177"/>
                <a:gd name="T80" fmla="*/ 0 w 806"/>
                <a:gd name="T81" fmla="*/ 1 h 177"/>
                <a:gd name="T82" fmla="*/ 0 w 806"/>
                <a:gd name="T83" fmla="*/ 1 h 177"/>
                <a:gd name="T84" fmla="*/ 0 w 806"/>
                <a:gd name="T85" fmla="*/ 1 h 177"/>
                <a:gd name="T86" fmla="*/ 0 w 806"/>
                <a:gd name="T87" fmla="*/ 1 h 177"/>
                <a:gd name="T88" fmla="*/ 1 w 806"/>
                <a:gd name="T89" fmla="*/ 1 h 177"/>
                <a:gd name="T90" fmla="*/ 1 w 806"/>
                <a:gd name="T91" fmla="*/ 1 h 17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806"/>
                <a:gd name="T139" fmla="*/ 0 h 177"/>
                <a:gd name="T140" fmla="*/ 806 w 806"/>
                <a:gd name="T141" fmla="*/ 177 h 17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806" h="177">
                  <a:moveTo>
                    <a:pt x="67" y="171"/>
                  </a:moveTo>
                  <a:lnTo>
                    <a:pt x="68" y="171"/>
                  </a:lnTo>
                  <a:lnTo>
                    <a:pt x="109" y="151"/>
                  </a:lnTo>
                  <a:lnTo>
                    <a:pt x="151" y="135"/>
                  </a:lnTo>
                  <a:lnTo>
                    <a:pt x="196" y="122"/>
                  </a:lnTo>
                  <a:lnTo>
                    <a:pt x="242" y="110"/>
                  </a:lnTo>
                  <a:lnTo>
                    <a:pt x="287" y="102"/>
                  </a:lnTo>
                  <a:lnTo>
                    <a:pt x="335" y="97"/>
                  </a:lnTo>
                  <a:lnTo>
                    <a:pt x="382" y="95"/>
                  </a:lnTo>
                  <a:lnTo>
                    <a:pt x="430" y="94"/>
                  </a:lnTo>
                  <a:lnTo>
                    <a:pt x="477" y="97"/>
                  </a:lnTo>
                  <a:lnTo>
                    <a:pt x="524" y="102"/>
                  </a:lnTo>
                  <a:lnTo>
                    <a:pt x="568" y="108"/>
                  </a:lnTo>
                  <a:lnTo>
                    <a:pt x="612" y="117"/>
                  </a:lnTo>
                  <a:lnTo>
                    <a:pt x="654" y="128"/>
                  </a:lnTo>
                  <a:lnTo>
                    <a:pt x="693" y="141"/>
                  </a:lnTo>
                  <a:lnTo>
                    <a:pt x="730" y="155"/>
                  </a:lnTo>
                  <a:lnTo>
                    <a:pt x="764" y="171"/>
                  </a:lnTo>
                  <a:lnTo>
                    <a:pt x="806" y="89"/>
                  </a:lnTo>
                  <a:lnTo>
                    <a:pt x="768" y="70"/>
                  </a:lnTo>
                  <a:lnTo>
                    <a:pt x="725" y="54"/>
                  </a:lnTo>
                  <a:lnTo>
                    <a:pt x="680" y="39"/>
                  </a:lnTo>
                  <a:lnTo>
                    <a:pt x="633" y="26"/>
                  </a:lnTo>
                  <a:lnTo>
                    <a:pt x="585" y="16"/>
                  </a:lnTo>
                  <a:lnTo>
                    <a:pt x="536" y="8"/>
                  </a:lnTo>
                  <a:lnTo>
                    <a:pt x="484" y="3"/>
                  </a:lnTo>
                  <a:lnTo>
                    <a:pt x="433" y="0"/>
                  </a:lnTo>
                  <a:lnTo>
                    <a:pt x="380" y="1"/>
                  </a:lnTo>
                  <a:lnTo>
                    <a:pt x="328" y="3"/>
                  </a:lnTo>
                  <a:lnTo>
                    <a:pt x="276" y="10"/>
                  </a:lnTo>
                  <a:lnTo>
                    <a:pt x="223" y="19"/>
                  </a:lnTo>
                  <a:lnTo>
                    <a:pt x="172" y="30"/>
                  </a:lnTo>
                  <a:lnTo>
                    <a:pt x="121" y="46"/>
                  </a:lnTo>
                  <a:lnTo>
                    <a:pt x="72" y="67"/>
                  </a:lnTo>
                  <a:lnTo>
                    <a:pt x="24" y="89"/>
                  </a:lnTo>
                  <a:lnTo>
                    <a:pt x="25" y="89"/>
                  </a:lnTo>
                  <a:lnTo>
                    <a:pt x="24" y="89"/>
                  </a:lnTo>
                  <a:lnTo>
                    <a:pt x="8" y="102"/>
                  </a:lnTo>
                  <a:lnTo>
                    <a:pt x="0" y="118"/>
                  </a:lnTo>
                  <a:lnTo>
                    <a:pt x="0" y="136"/>
                  </a:lnTo>
                  <a:lnTo>
                    <a:pt x="6" y="152"/>
                  </a:lnTo>
                  <a:lnTo>
                    <a:pt x="17" y="165"/>
                  </a:lnTo>
                  <a:lnTo>
                    <a:pt x="31" y="175"/>
                  </a:lnTo>
                  <a:lnTo>
                    <a:pt x="48" y="177"/>
                  </a:lnTo>
                  <a:lnTo>
                    <a:pt x="68" y="171"/>
                  </a:lnTo>
                  <a:lnTo>
                    <a:pt x="67" y="1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80923" name="Freeform 41"/>
            <p:cNvSpPr>
              <a:spLocks/>
            </p:cNvSpPr>
            <p:nvPr/>
          </p:nvSpPr>
          <p:spPr bwMode="auto">
            <a:xfrm>
              <a:off x="931" y="1456"/>
              <a:ext cx="280" cy="158"/>
            </a:xfrm>
            <a:custGeom>
              <a:avLst/>
              <a:gdLst>
                <a:gd name="T0" fmla="*/ 1 w 1402"/>
                <a:gd name="T1" fmla="*/ 6 h 787"/>
                <a:gd name="T2" fmla="*/ 1 w 1402"/>
                <a:gd name="T3" fmla="*/ 6 h 787"/>
                <a:gd name="T4" fmla="*/ 11 w 1402"/>
                <a:gd name="T5" fmla="*/ 1 h 787"/>
                <a:gd name="T6" fmla="*/ 11 w 1402"/>
                <a:gd name="T7" fmla="*/ 0 h 787"/>
                <a:gd name="T8" fmla="*/ 0 w 1402"/>
                <a:gd name="T9" fmla="*/ 6 h 787"/>
                <a:gd name="T10" fmla="*/ 0 w 1402"/>
                <a:gd name="T11" fmla="*/ 6 h 787"/>
                <a:gd name="T12" fmla="*/ 0 w 1402"/>
                <a:gd name="T13" fmla="*/ 6 h 787"/>
                <a:gd name="T14" fmla="*/ 0 w 1402"/>
                <a:gd name="T15" fmla="*/ 6 h 787"/>
                <a:gd name="T16" fmla="*/ 0 w 1402"/>
                <a:gd name="T17" fmla="*/ 6 h 787"/>
                <a:gd name="T18" fmla="*/ 0 w 1402"/>
                <a:gd name="T19" fmla="*/ 6 h 787"/>
                <a:gd name="T20" fmla="*/ 0 w 1402"/>
                <a:gd name="T21" fmla="*/ 6 h 787"/>
                <a:gd name="T22" fmla="*/ 0 w 1402"/>
                <a:gd name="T23" fmla="*/ 6 h 787"/>
                <a:gd name="T24" fmla="*/ 0 w 1402"/>
                <a:gd name="T25" fmla="*/ 6 h 787"/>
                <a:gd name="T26" fmla="*/ 0 w 1402"/>
                <a:gd name="T27" fmla="*/ 6 h 787"/>
                <a:gd name="T28" fmla="*/ 1 w 1402"/>
                <a:gd name="T29" fmla="*/ 6 h 787"/>
                <a:gd name="T30" fmla="*/ 1 w 1402"/>
                <a:gd name="T31" fmla="*/ 6 h 78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02"/>
                <a:gd name="T49" fmla="*/ 0 h 787"/>
                <a:gd name="T50" fmla="*/ 1402 w 1402"/>
                <a:gd name="T51" fmla="*/ 787 h 78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02" h="787">
                  <a:moveTo>
                    <a:pt x="69" y="781"/>
                  </a:moveTo>
                  <a:lnTo>
                    <a:pt x="66" y="781"/>
                  </a:lnTo>
                  <a:lnTo>
                    <a:pt x="1402" y="82"/>
                  </a:lnTo>
                  <a:lnTo>
                    <a:pt x="1360" y="0"/>
                  </a:lnTo>
                  <a:lnTo>
                    <a:pt x="24" y="699"/>
                  </a:lnTo>
                  <a:lnTo>
                    <a:pt x="22" y="699"/>
                  </a:lnTo>
                  <a:lnTo>
                    <a:pt x="24" y="699"/>
                  </a:lnTo>
                  <a:lnTo>
                    <a:pt x="8" y="712"/>
                  </a:lnTo>
                  <a:lnTo>
                    <a:pt x="1" y="727"/>
                  </a:lnTo>
                  <a:lnTo>
                    <a:pt x="0" y="744"/>
                  </a:lnTo>
                  <a:lnTo>
                    <a:pt x="5" y="761"/>
                  </a:lnTo>
                  <a:lnTo>
                    <a:pt x="15" y="775"/>
                  </a:lnTo>
                  <a:lnTo>
                    <a:pt x="30" y="784"/>
                  </a:lnTo>
                  <a:lnTo>
                    <a:pt x="46" y="787"/>
                  </a:lnTo>
                  <a:lnTo>
                    <a:pt x="66" y="781"/>
                  </a:lnTo>
                  <a:lnTo>
                    <a:pt x="69" y="7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80924" name="Freeform 42"/>
            <p:cNvSpPr>
              <a:spLocks/>
            </p:cNvSpPr>
            <p:nvPr/>
          </p:nvSpPr>
          <p:spPr bwMode="auto">
            <a:xfrm>
              <a:off x="868" y="1596"/>
              <a:ext cx="77" cy="126"/>
            </a:xfrm>
            <a:custGeom>
              <a:avLst/>
              <a:gdLst>
                <a:gd name="T0" fmla="*/ 1 w 382"/>
                <a:gd name="T1" fmla="*/ 5 h 628"/>
                <a:gd name="T2" fmla="*/ 1 w 382"/>
                <a:gd name="T3" fmla="*/ 5 h 628"/>
                <a:gd name="T4" fmla="*/ 1 w 382"/>
                <a:gd name="T5" fmla="*/ 4 h 628"/>
                <a:gd name="T6" fmla="*/ 1 w 382"/>
                <a:gd name="T7" fmla="*/ 4 h 628"/>
                <a:gd name="T8" fmla="*/ 1 w 382"/>
                <a:gd name="T9" fmla="*/ 4 h 628"/>
                <a:gd name="T10" fmla="*/ 1 w 382"/>
                <a:gd name="T11" fmla="*/ 3 h 628"/>
                <a:gd name="T12" fmla="*/ 1 w 382"/>
                <a:gd name="T13" fmla="*/ 3 h 628"/>
                <a:gd name="T14" fmla="*/ 1 w 382"/>
                <a:gd name="T15" fmla="*/ 3 h 628"/>
                <a:gd name="T16" fmla="*/ 1 w 382"/>
                <a:gd name="T17" fmla="*/ 3 h 628"/>
                <a:gd name="T18" fmla="*/ 1 w 382"/>
                <a:gd name="T19" fmla="*/ 2 h 628"/>
                <a:gd name="T20" fmla="*/ 2 w 382"/>
                <a:gd name="T21" fmla="*/ 2 h 628"/>
                <a:gd name="T22" fmla="*/ 2 w 382"/>
                <a:gd name="T23" fmla="*/ 2 h 628"/>
                <a:gd name="T24" fmla="*/ 2 w 382"/>
                <a:gd name="T25" fmla="*/ 2 h 628"/>
                <a:gd name="T26" fmla="*/ 2 w 382"/>
                <a:gd name="T27" fmla="*/ 1 h 628"/>
                <a:gd name="T28" fmla="*/ 2 w 382"/>
                <a:gd name="T29" fmla="*/ 1 h 628"/>
                <a:gd name="T30" fmla="*/ 3 w 382"/>
                <a:gd name="T31" fmla="*/ 1 h 628"/>
                <a:gd name="T32" fmla="*/ 3 w 382"/>
                <a:gd name="T33" fmla="*/ 1 h 628"/>
                <a:gd name="T34" fmla="*/ 3 w 382"/>
                <a:gd name="T35" fmla="*/ 1 h 628"/>
                <a:gd name="T36" fmla="*/ 3 w 382"/>
                <a:gd name="T37" fmla="*/ 0 h 628"/>
                <a:gd name="T38" fmla="*/ 2 w 382"/>
                <a:gd name="T39" fmla="*/ 0 h 628"/>
                <a:gd name="T40" fmla="*/ 2 w 382"/>
                <a:gd name="T41" fmla="*/ 0 h 628"/>
                <a:gd name="T42" fmla="*/ 2 w 382"/>
                <a:gd name="T43" fmla="*/ 1 h 628"/>
                <a:gd name="T44" fmla="*/ 2 w 382"/>
                <a:gd name="T45" fmla="*/ 1 h 628"/>
                <a:gd name="T46" fmla="*/ 1 w 382"/>
                <a:gd name="T47" fmla="*/ 1 h 628"/>
                <a:gd name="T48" fmla="*/ 1 w 382"/>
                <a:gd name="T49" fmla="*/ 1 h 628"/>
                <a:gd name="T50" fmla="*/ 1 w 382"/>
                <a:gd name="T51" fmla="*/ 2 h 628"/>
                <a:gd name="T52" fmla="*/ 1 w 382"/>
                <a:gd name="T53" fmla="*/ 2 h 628"/>
                <a:gd name="T54" fmla="*/ 1 w 382"/>
                <a:gd name="T55" fmla="*/ 2 h 628"/>
                <a:gd name="T56" fmla="*/ 0 w 382"/>
                <a:gd name="T57" fmla="*/ 3 h 628"/>
                <a:gd name="T58" fmla="*/ 0 w 382"/>
                <a:gd name="T59" fmla="*/ 3 h 628"/>
                <a:gd name="T60" fmla="*/ 0 w 382"/>
                <a:gd name="T61" fmla="*/ 3 h 628"/>
                <a:gd name="T62" fmla="*/ 0 w 382"/>
                <a:gd name="T63" fmla="*/ 4 h 628"/>
                <a:gd name="T64" fmla="*/ 0 w 382"/>
                <a:gd name="T65" fmla="*/ 4 h 628"/>
                <a:gd name="T66" fmla="*/ 0 w 382"/>
                <a:gd name="T67" fmla="*/ 4 h 628"/>
                <a:gd name="T68" fmla="*/ 0 w 382"/>
                <a:gd name="T69" fmla="*/ 5 h 628"/>
                <a:gd name="T70" fmla="*/ 0 w 382"/>
                <a:gd name="T71" fmla="*/ 5 h 628"/>
                <a:gd name="T72" fmla="*/ 0 w 382"/>
                <a:gd name="T73" fmla="*/ 5 h 628"/>
                <a:gd name="T74" fmla="*/ 0 w 382"/>
                <a:gd name="T75" fmla="*/ 5 h 628"/>
                <a:gd name="T76" fmla="*/ 0 w 382"/>
                <a:gd name="T77" fmla="*/ 5 h 628"/>
                <a:gd name="T78" fmla="*/ 0 w 382"/>
                <a:gd name="T79" fmla="*/ 5 h 628"/>
                <a:gd name="T80" fmla="*/ 0 w 382"/>
                <a:gd name="T81" fmla="*/ 5 h 628"/>
                <a:gd name="T82" fmla="*/ 1 w 382"/>
                <a:gd name="T83" fmla="*/ 5 h 628"/>
                <a:gd name="T84" fmla="*/ 1 w 382"/>
                <a:gd name="T85" fmla="*/ 5 h 628"/>
                <a:gd name="T86" fmla="*/ 1 w 382"/>
                <a:gd name="T87" fmla="*/ 5 h 628"/>
                <a:gd name="T88" fmla="*/ 1 w 382"/>
                <a:gd name="T89" fmla="*/ 5 h 628"/>
                <a:gd name="T90" fmla="*/ 1 w 382"/>
                <a:gd name="T91" fmla="*/ 5 h 628"/>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382"/>
                <a:gd name="T139" fmla="*/ 0 h 628"/>
                <a:gd name="T140" fmla="*/ 382 w 382"/>
                <a:gd name="T141" fmla="*/ 628 h 628"/>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382" h="628">
                  <a:moveTo>
                    <a:pt x="94" y="581"/>
                  </a:moveTo>
                  <a:lnTo>
                    <a:pt x="94" y="582"/>
                  </a:lnTo>
                  <a:lnTo>
                    <a:pt x="96" y="541"/>
                  </a:lnTo>
                  <a:lnTo>
                    <a:pt x="99" y="500"/>
                  </a:lnTo>
                  <a:lnTo>
                    <a:pt x="106" y="463"/>
                  </a:lnTo>
                  <a:lnTo>
                    <a:pt x="115" y="424"/>
                  </a:lnTo>
                  <a:lnTo>
                    <a:pt x="127" y="389"/>
                  </a:lnTo>
                  <a:lnTo>
                    <a:pt x="140" y="353"/>
                  </a:lnTo>
                  <a:lnTo>
                    <a:pt x="156" y="320"/>
                  </a:lnTo>
                  <a:lnTo>
                    <a:pt x="173" y="287"/>
                  </a:lnTo>
                  <a:lnTo>
                    <a:pt x="193" y="255"/>
                  </a:lnTo>
                  <a:lnTo>
                    <a:pt x="214" y="226"/>
                  </a:lnTo>
                  <a:lnTo>
                    <a:pt x="238" y="198"/>
                  </a:lnTo>
                  <a:lnTo>
                    <a:pt x="263" y="172"/>
                  </a:lnTo>
                  <a:lnTo>
                    <a:pt x="290" y="146"/>
                  </a:lnTo>
                  <a:lnTo>
                    <a:pt x="318" y="122"/>
                  </a:lnTo>
                  <a:lnTo>
                    <a:pt x="349" y="101"/>
                  </a:lnTo>
                  <a:lnTo>
                    <a:pt x="382" y="82"/>
                  </a:lnTo>
                  <a:lnTo>
                    <a:pt x="335" y="0"/>
                  </a:lnTo>
                  <a:lnTo>
                    <a:pt x="297" y="23"/>
                  </a:lnTo>
                  <a:lnTo>
                    <a:pt x="262" y="49"/>
                  </a:lnTo>
                  <a:lnTo>
                    <a:pt x="229" y="76"/>
                  </a:lnTo>
                  <a:lnTo>
                    <a:pt x="198" y="104"/>
                  </a:lnTo>
                  <a:lnTo>
                    <a:pt x="167" y="137"/>
                  </a:lnTo>
                  <a:lnTo>
                    <a:pt x="142" y="170"/>
                  </a:lnTo>
                  <a:lnTo>
                    <a:pt x="116" y="204"/>
                  </a:lnTo>
                  <a:lnTo>
                    <a:pt x="94" y="240"/>
                  </a:lnTo>
                  <a:lnTo>
                    <a:pt x="74" y="278"/>
                  </a:lnTo>
                  <a:lnTo>
                    <a:pt x="54" y="317"/>
                  </a:lnTo>
                  <a:lnTo>
                    <a:pt x="38" y="359"/>
                  </a:lnTo>
                  <a:lnTo>
                    <a:pt x="26" y="401"/>
                  </a:lnTo>
                  <a:lnTo>
                    <a:pt x="15" y="444"/>
                  </a:lnTo>
                  <a:lnTo>
                    <a:pt x="8" y="489"/>
                  </a:lnTo>
                  <a:lnTo>
                    <a:pt x="2" y="534"/>
                  </a:lnTo>
                  <a:lnTo>
                    <a:pt x="0" y="580"/>
                  </a:lnTo>
                  <a:lnTo>
                    <a:pt x="0" y="581"/>
                  </a:lnTo>
                  <a:lnTo>
                    <a:pt x="0" y="580"/>
                  </a:lnTo>
                  <a:lnTo>
                    <a:pt x="3" y="600"/>
                  </a:lnTo>
                  <a:lnTo>
                    <a:pt x="14" y="615"/>
                  </a:lnTo>
                  <a:lnTo>
                    <a:pt x="29" y="625"/>
                  </a:lnTo>
                  <a:lnTo>
                    <a:pt x="45" y="628"/>
                  </a:lnTo>
                  <a:lnTo>
                    <a:pt x="63" y="626"/>
                  </a:lnTo>
                  <a:lnTo>
                    <a:pt x="78" y="616"/>
                  </a:lnTo>
                  <a:lnTo>
                    <a:pt x="89" y="602"/>
                  </a:lnTo>
                  <a:lnTo>
                    <a:pt x="94" y="582"/>
                  </a:lnTo>
                  <a:lnTo>
                    <a:pt x="94" y="5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80925" name="Freeform 43"/>
            <p:cNvSpPr>
              <a:spLocks/>
            </p:cNvSpPr>
            <p:nvPr/>
          </p:nvSpPr>
          <p:spPr bwMode="auto">
            <a:xfrm>
              <a:off x="868" y="1712"/>
              <a:ext cx="19" cy="364"/>
            </a:xfrm>
            <a:custGeom>
              <a:avLst/>
              <a:gdLst>
                <a:gd name="T0" fmla="*/ 1 w 94"/>
                <a:gd name="T1" fmla="*/ 14 h 1818"/>
                <a:gd name="T2" fmla="*/ 1 w 94"/>
                <a:gd name="T3" fmla="*/ 14 h 1818"/>
                <a:gd name="T4" fmla="*/ 1 w 94"/>
                <a:gd name="T5" fmla="*/ 0 h 1818"/>
                <a:gd name="T6" fmla="*/ 0 w 94"/>
                <a:gd name="T7" fmla="*/ 0 h 1818"/>
                <a:gd name="T8" fmla="*/ 0 w 94"/>
                <a:gd name="T9" fmla="*/ 14 h 1818"/>
                <a:gd name="T10" fmla="*/ 0 w 94"/>
                <a:gd name="T11" fmla="*/ 14 h 1818"/>
                <a:gd name="T12" fmla="*/ 0 w 94"/>
                <a:gd name="T13" fmla="*/ 14 h 1818"/>
                <a:gd name="T14" fmla="*/ 0 w 94"/>
                <a:gd name="T15" fmla="*/ 14 h 1818"/>
                <a:gd name="T16" fmla="*/ 0 w 94"/>
                <a:gd name="T17" fmla="*/ 14 h 1818"/>
                <a:gd name="T18" fmla="*/ 0 w 94"/>
                <a:gd name="T19" fmla="*/ 15 h 1818"/>
                <a:gd name="T20" fmla="*/ 0 w 94"/>
                <a:gd name="T21" fmla="*/ 15 h 1818"/>
                <a:gd name="T22" fmla="*/ 1 w 94"/>
                <a:gd name="T23" fmla="*/ 15 h 1818"/>
                <a:gd name="T24" fmla="*/ 1 w 94"/>
                <a:gd name="T25" fmla="*/ 14 h 1818"/>
                <a:gd name="T26" fmla="*/ 1 w 94"/>
                <a:gd name="T27" fmla="*/ 14 h 1818"/>
                <a:gd name="T28" fmla="*/ 1 w 94"/>
                <a:gd name="T29" fmla="*/ 14 h 1818"/>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94"/>
                <a:gd name="T46" fmla="*/ 0 h 1818"/>
                <a:gd name="T47" fmla="*/ 94 w 94"/>
                <a:gd name="T48" fmla="*/ 1818 h 1818"/>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94" h="1818">
                  <a:moveTo>
                    <a:pt x="94" y="1771"/>
                  </a:moveTo>
                  <a:lnTo>
                    <a:pt x="94" y="1771"/>
                  </a:lnTo>
                  <a:lnTo>
                    <a:pt x="94" y="0"/>
                  </a:lnTo>
                  <a:lnTo>
                    <a:pt x="0" y="0"/>
                  </a:lnTo>
                  <a:lnTo>
                    <a:pt x="0" y="1771"/>
                  </a:lnTo>
                  <a:lnTo>
                    <a:pt x="3" y="1791"/>
                  </a:lnTo>
                  <a:lnTo>
                    <a:pt x="15" y="1806"/>
                  </a:lnTo>
                  <a:lnTo>
                    <a:pt x="29" y="1814"/>
                  </a:lnTo>
                  <a:lnTo>
                    <a:pt x="47" y="1818"/>
                  </a:lnTo>
                  <a:lnTo>
                    <a:pt x="64" y="1814"/>
                  </a:lnTo>
                  <a:lnTo>
                    <a:pt x="79" y="1806"/>
                  </a:lnTo>
                  <a:lnTo>
                    <a:pt x="90" y="1791"/>
                  </a:lnTo>
                  <a:lnTo>
                    <a:pt x="94" y="17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80926" name="Freeform 44"/>
            <p:cNvSpPr>
              <a:spLocks/>
            </p:cNvSpPr>
            <p:nvPr/>
          </p:nvSpPr>
          <p:spPr bwMode="auto">
            <a:xfrm>
              <a:off x="868" y="2067"/>
              <a:ext cx="90" cy="160"/>
            </a:xfrm>
            <a:custGeom>
              <a:avLst/>
              <a:gdLst>
                <a:gd name="T0" fmla="*/ 3 w 449"/>
                <a:gd name="T1" fmla="*/ 6 h 803"/>
                <a:gd name="T2" fmla="*/ 3 w 449"/>
                <a:gd name="T3" fmla="*/ 6 h 803"/>
                <a:gd name="T4" fmla="*/ 3 w 449"/>
                <a:gd name="T5" fmla="*/ 5 h 803"/>
                <a:gd name="T6" fmla="*/ 3 w 449"/>
                <a:gd name="T7" fmla="*/ 5 h 803"/>
                <a:gd name="T8" fmla="*/ 3 w 449"/>
                <a:gd name="T9" fmla="*/ 5 h 803"/>
                <a:gd name="T10" fmla="*/ 2 w 449"/>
                <a:gd name="T11" fmla="*/ 5 h 803"/>
                <a:gd name="T12" fmla="*/ 2 w 449"/>
                <a:gd name="T13" fmla="*/ 4 h 803"/>
                <a:gd name="T14" fmla="*/ 2 w 449"/>
                <a:gd name="T15" fmla="*/ 4 h 803"/>
                <a:gd name="T16" fmla="*/ 2 w 449"/>
                <a:gd name="T17" fmla="*/ 4 h 803"/>
                <a:gd name="T18" fmla="*/ 2 w 449"/>
                <a:gd name="T19" fmla="*/ 3 h 803"/>
                <a:gd name="T20" fmla="*/ 1 w 449"/>
                <a:gd name="T21" fmla="*/ 3 h 803"/>
                <a:gd name="T22" fmla="*/ 1 w 449"/>
                <a:gd name="T23" fmla="*/ 2 h 803"/>
                <a:gd name="T24" fmla="*/ 1 w 449"/>
                <a:gd name="T25" fmla="*/ 2 h 803"/>
                <a:gd name="T26" fmla="*/ 1 w 449"/>
                <a:gd name="T27" fmla="*/ 2 h 803"/>
                <a:gd name="T28" fmla="*/ 1 w 449"/>
                <a:gd name="T29" fmla="*/ 1 h 803"/>
                <a:gd name="T30" fmla="*/ 1 w 449"/>
                <a:gd name="T31" fmla="*/ 1 h 803"/>
                <a:gd name="T32" fmla="*/ 1 w 449"/>
                <a:gd name="T33" fmla="*/ 0 h 803"/>
                <a:gd name="T34" fmla="*/ 1 w 449"/>
                <a:gd name="T35" fmla="*/ 0 h 803"/>
                <a:gd name="T36" fmla="*/ 0 w 449"/>
                <a:gd name="T37" fmla="*/ 0 h 803"/>
                <a:gd name="T38" fmla="*/ 0 w 449"/>
                <a:gd name="T39" fmla="*/ 0 h 803"/>
                <a:gd name="T40" fmla="*/ 0 w 449"/>
                <a:gd name="T41" fmla="*/ 1 h 803"/>
                <a:gd name="T42" fmla="*/ 0 w 449"/>
                <a:gd name="T43" fmla="*/ 1 h 803"/>
                <a:gd name="T44" fmla="*/ 0 w 449"/>
                <a:gd name="T45" fmla="*/ 2 h 803"/>
                <a:gd name="T46" fmla="*/ 0 w 449"/>
                <a:gd name="T47" fmla="*/ 2 h 803"/>
                <a:gd name="T48" fmla="*/ 0 w 449"/>
                <a:gd name="T49" fmla="*/ 3 h 803"/>
                <a:gd name="T50" fmla="*/ 1 w 449"/>
                <a:gd name="T51" fmla="*/ 3 h 803"/>
                <a:gd name="T52" fmla="*/ 1 w 449"/>
                <a:gd name="T53" fmla="*/ 4 h 803"/>
                <a:gd name="T54" fmla="*/ 1 w 449"/>
                <a:gd name="T55" fmla="*/ 4 h 803"/>
                <a:gd name="T56" fmla="*/ 1 w 449"/>
                <a:gd name="T57" fmla="*/ 4 h 803"/>
                <a:gd name="T58" fmla="*/ 2 w 449"/>
                <a:gd name="T59" fmla="*/ 5 h 803"/>
                <a:gd name="T60" fmla="*/ 2 w 449"/>
                <a:gd name="T61" fmla="*/ 5 h 803"/>
                <a:gd name="T62" fmla="*/ 2 w 449"/>
                <a:gd name="T63" fmla="*/ 5 h 803"/>
                <a:gd name="T64" fmla="*/ 2 w 449"/>
                <a:gd name="T65" fmla="*/ 6 h 803"/>
                <a:gd name="T66" fmla="*/ 3 w 449"/>
                <a:gd name="T67" fmla="*/ 6 h 803"/>
                <a:gd name="T68" fmla="*/ 3 w 449"/>
                <a:gd name="T69" fmla="*/ 6 h 803"/>
                <a:gd name="T70" fmla="*/ 3 w 449"/>
                <a:gd name="T71" fmla="*/ 6 h 803"/>
                <a:gd name="T72" fmla="*/ 3 w 449"/>
                <a:gd name="T73" fmla="*/ 6 h 803"/>
                <a:gd name="T74" fmla="*/ 3 w 449"/>
                <a:gd name="T75" fmla="*/ 6 h 803"/>
                <a:gd name="T76" fmla="*/ 3 w 449"/>
                <a:gd name="T77" fmla="*/ 6 h 803"/>
                <a:gd name="T78" fmla="*/ 3 w 449"/>
                <a:gd name="T79" fmla="*/ 6 h 803"/>
                <a:gd name="T80" fmla="*/ 4 w 449"/>
                <a:gd name="T81" fmla="*/ 6 h 803"/>
                <a:gd name="T82" fmla="*/ 4 w 449"/>
                <a:gd name="T83" fmla="*/ 6 h 803"/>
                <a:gd name="T84" fmla="*/ 4 w 449"/>
                <a:gd name="T85" fmla="*/ 6 h 803"/>
                <a:gd name="T86" fmla="*/ 4 w 449"/>
                <a:gd name="T87" fmla="*/ 6 h 803"/>
                <a:gd name="T88" fmla="*/ 3 w 449"/>
                <a:gd name="T89" fmla="*/ 6 h 803"/>
                <a:gd name="T90" fmla="*/ 3 w 449"/>
                <a:gd name="T91" fmla="*/ 6 h 80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449"/>
                <a:gd name="T139" fmla="*/ 0 h 803"/>
                <a:gd name="T140" fmla="*/ 449 w 449"/>
                <a:gd name="T141" fmla="*/ 803 h 80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449" h="803">
                  <a:moveTo>
                    <a:pt x="426" y="717"/>
                  </a:moveTo>
                  <a:lnTo>
                    <a:pt x="427" y="717"/>
                  </a:lnTo>
                  <a:lnTo>
                    <a:pt x="395" y="693"/>
                  </a:lnTo>
                  <a:lnTo>
                    <a:pt x="361" y="662"/>
                  </a:lnTo>
                  <a:lnTo>
                    <a:pt x="329" y="628"/>
                  </a:lnTo>
                  <a:lnTo>
                    <a:pt x="299" y="591"/>
                  </a:lnTo>
                  <a:lnTo>
                    <a:pt x="269" y="551"/>
                  </a:lnTo>
                  <a:lnTo>
                    <a:pt x="241" y="507"/>
                  </a:lnTo>
                  <a:lnTo>
                    <a:pt x="215" y="460"/>
                  </a:lnTo>
                  <a:lnTo>
                    <a:pt x="191" y="412"/>
                  </a:lnTo>
                  <a:lnTo>
                    <a:pt x="170" y="363"/>
                  </a:lnTo>
                  <a:lnTo>
                    <a:pt x="151" y="312"/>
                  </a:lnTo>
                  <a:lnTo>
                    <a:pt x="133" y="259"/>
                  </a:lnTo>
                  <a:lnTo>
                    <a:pt x="119" y="207"/>
                  </a:lnTo>
                  <a:lnTo>
                    <a:pt x="108" y="156"/>
                  </a:lnTo>
                  <a:lnTo>
                    <a:pt x="101" y="103"/>
                  </a:lnTo>
                  <a:lnTo>
                    <a:pt x="96" y="51"/>
                  </a:lnTo>
                  <a:lnTo>
                    <a:pt x="94" y="0"/>
                  </a:lnTo>
                  <a:lnTo>
                    <a:pt x="0" y="0"/>
                  </a:lnTo>
                  <a:lnTo>
                    <a:pt x="2" y="56"/>
                  </a:lnTo>
                  <a:lnTo>
                    <a:pt x="7" y="115"/>
                  </a:lnTo>
                  <a:lnTo>
                    <a:pt x="16" y="172"/>
                  </a:lnTo>
                  <a:lnTo>
                    <a:pt x="28" y="231"/>
                  </a:lnTo>
                  <a:lnTo>
                    <a:pt x="44" y="287"/>
                  </a:lnTo>
                  <a:lnTo>
                    <a:pt x="62" y="342"/>
                  </a:lnTo>
                  <a:lnTo>
                    <a:pt x="83" y="398"/>
                  </a:lnTo>
                  <a:lnTo>
                    <a:pt x="106" y="452"/>
                  </a:lnTo>
                  <a:lnTo>
                    <a:pt x="133" y="505"/>
                  </a:lnTo>
                  <a:lnTo>
                    <a:pt x="161" y="554"/>
                  </a:lnTo>
                  <a:lnTo>
                    <a:pt x="192" y="602"/>
                  </a:lnTo>
                  <a:lnTo>
                    <a:pt x="224" y="647"/>
                  </a:lnTo>
                  <a:lnTo>
                    <a:pt x="259" y="689"/>
                  </a:lnTo>
                  <a:lnTo>
                    <a:pt x="295" y="728"/>
                  </a:lnTo>
                  <a:lnTo>
                    <a:pt x="334" y="763"/>
                  </a:lnTo>
                  <a:lnTo>
                    <a:pt x="374" y="795"/>
                  </a:lnTo>
                  <a:lnTo>
                    <a:pt x="375" y="795"/>
                  </a:lnTo>
                  <a:lnTo>
                    <a:pt x="374" y="795"/>
                  </a:lnTo>
                  <a:lnTo>
                    <a:pt x="392" y="803"/>
                  </a:lnTo>
                  <a:lnTo>
                    <a:pt x="411" y="803"/>
                  </a:lnTo>
                  <a:lnTo>
                    <a:pt x="426" y="795"/>
                  </a:lnTo>
                  <a:lnTo>
                    <a:pt x="439" y="782"/>
                  </a:lnTo>
                  <a:lnTo>
                    <a:pt x="446" y="766"/>
                  </a:lnTo>
                  <a:lnTo>
                    <a:pt x="449" y="749"/>
                  </a:lnTo>
                  <a:lnTo>
                    <a:pt x="441" y="732"/>
                  </a:lnTo>
                  <a:lnTo>
                    <a:pt x="427" y="717"/>
                  </a:lnTo>
                  <a:lnTo>
                    <a:pt x="426" y="71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80927" name="Freeform 45"/>
            <p:cNvSpPr>
              <a:spLocks/>
            </p:cNvSpPr>
            <p:nvPr/>
          </p:nvSpPr>
          <p:spPr bwMode="auto">
            <a:xfrm>
              <a:off x="883" y="1673"/>
              <a:ext cx="379" cy="690"/>
            </a:xfrm>
            <a:custGeom>
              <a:avLst/>
              <a:gdLst>
                <a:gd name="T0" fmla="*/ 12 w 1897"/>
                <a:gd name="T1" fmla="*/ 6 h 3450"/>
                <a:gd name="T2" fmla="*/ 13 w 1897"/>
                <a:gd name="T3" fmla="*/ 7 h 3450"/>
                <a:gd name="T4" fmla="*/ 13 w 1897"/>
                <a:gd name="T5" fmla="*/ 7 h 3450"/>
                <a:gd name="T6" fmla="*/ 14 w 1897"/>
                <a:gd name="T7" fmla="*/ 8 h 3450"/>
                <a:gd name="T8" fmla="*/ 14 w 1897"/>
                <a:gd name="T9" fmla="*/ 9 h 3450"/>
                <a:gd name="T10" fmla="*/ 15 w 1897"/>
                <a:gd name="T11" fmla="*/ 10 h 3450"/>
                <a:gd name="T12" fmla="*/ 15 w 1897"/>
                <a:gd name="T13" fmla="*/ 11 h 3450"/>
                <a:gd name="T14" fmla="*/ 15 w 1897"/>
                <a:gd name="T15" fmla="*/ 11 h 3450"/>
                <a:gd name="T16" fmla="*/ 15 w 1897"/>
                <a:gd name="T17" fmla="*/ 12 h 3450"/>
                <a:gd name="T18" fmla="*/ 15 w 1897"/>
                <a:gd name="T19" fmla="*/ 26 h 3450"/>
                <a:gd name="T20" fmla="*/ 15 w 1897"/>
                <a:gd name="T21" fmla="*/ 26 h 3450"/>
                <a:gd name="T22" fmla="*/ 15 w 1897"/>
                <a:gd name="T23" fmla="*/ 27 h 3450"/>
                <a:gd name="T24" fmla="*/ 15 w 1897"/>
                <a:gd name="T25" fmla="*/ 27 h 3450"/>
                <a:gd name="T26" fmla="*/ 14 w 1897"/>
                <a:gd name="T27" fmla="*/ 27 h 3450"/>
                <a:gd name="T28" fmla="*/ 14 w 1897"/>
                <a:gd name="T29" fmla="*/ 28 h 3450"/>
                <a:gd name="T30" fmla="*/ 13 w 1897"/>
                <a:gd name="T31" fmla="*/ 28 h 3450"/>
                <a:gd name="T32" fmla="*/ 13 w 1897"/>
                <a:gd name="T33" fmla="*/ 27 h 3450"/>
                <a:gd name="T34" fmla="*/ 3 w 1897"/>
                <a:gd name="T35" fmla="*/ 21 h 3450"/>
                <a:gd name="T36" fmla="*/ 2 w 1897"/>
                <a:gd name="T37" fmla="*/ 21 h 3450"/>
                <a:gd name="T38" fmla="*/ 2 w 1897"/>
                <a:gd name="T39" fmla="*/ 20 h 3450"/>
                <a:gd name="T40" fmla="*/ 1 w 1897"/>
                <a:gd name="T41" fmla="*/ 19 h 3450"/>
                <a:gd name="T42" fmla="*/ 1 w 1897"/>
                <a:gd name="T43" fmla="*/ 19 h 3450"/>
                <a:gd name="T44" fmla="*/ 0 w 1897"/>
                <a:gd name="T45" fmla="*/ 18 h 3450"/>
                <a:gd name="T46" fmla="*/ 0 w 1897"/>
                <a:gd name="T47" fmla="*/ 17 h 3450"/>
                <a:gd name="T48" fmla="*/ 0 w 1897"/>
                <a:gd name="T49" fmla="*/ 16 h 3450"/>
                <a:gd name="T50" fmla="*/ 0 w 1897"/>
                <a:gd name="T51" fmla="*/ 15 h 3450"/>
                <a:gd name="T52" fmla="*/ 0 w 1897"/>
                <a:gd name="T53" fmla="*/ 2 h 3450"/>
                <a:gd name="T54" fmla="*/ 0 w 1897"/>
                <a:gd name="T55" fmla="*/ 1 h 3450"/>
                <a:gd name="T56" fmla="*/ 0 w 1897"/>
                <a:gd name="T57" fmla="*/ 1 h 3450"/>
                <a:gd name="T58" fmla="*/ 1 w 1897"/>
                <a:gd name="T59" fmla="*/ 0 h 3450"/>
                <a:gd name="T60" fmla="*/ 1 w 1897"/>
                <a:gd name="T61" fmla="*/ 0 h 3450"/>
                <a:gd name="T62" fmla="*/ 1 w 1897"/>
                <a:gd name="T63" fmla="*/ 0 h 3450"/>
                <a:gd name="T64" fmla="*/ 2 w 1897"/>
                <a:gd name="T65" fmla="*/ 0 h 3450"/>
                <a:gd name="T66" fmla="*/ 3 w 1897"/>
                <a:gd name="T67" fmla="*/ 0 h 3450"/>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897"/>
                <a:gd name="T103" fmla="*/ 0 h 3450"/>
                <a:gd name="T104" fmla="*/ 1897 w 1897"/>
                <a:gd name="T105" fmla="*/ 3450 h 3450"/>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897" h="3450">
                  <a:moveTo>
                    <a:pt x="357" y="49"/>
                  </a:moveTo>
                  <a:lnTo>
                    <a:pt x="1542" y="806"/>
                  </a:lnTo>
                  <a:lnTo>
                    <a:pt x="1579" y="832"/>
                  </a:lnTo>
                  <a:lnTo>
                    <a:pt x="1614" y="861"/>
                  </a:lnTo>
                  <a:lnTo>
                    <a:pt x="1648" y="895"/>
                  </a:lnTo>
                  <a:lnTo>
                    <a:pt x="1681" y="933"/>
                  </a:lnTo>
                  <a:lnTo>
                    <a:pt x="1711" y="973"/>
                  </a:lnTo>
                  <a:lnTo>
                    <a:pt x="1740" y="1016"/>
                  </a:lnTo>
                  <a:lnTo>
                    <a:pt x="1768" y="1062"/>
                  </a:lnTo>
                  <a:lnTo>
                    <a:pt x="1793" y="1109"/>
                  </a:lnTo>
                  <a:lnTo>
                    <a:pt x="1816" y="1158"/>
                  </a:lnTo>
                  <a:lnTo>
                    <a:pt x="1836" y="1208"/>
                  </a:lnTo>
                  <a:lnTo>
                    <a:pt x="1854" y="1260"/>
                  </a:lnTo>
                  <a:lnTo>
                    <a:pt x="1869" y="1313"/>
                  </a:lnTo>
                  <a:lnTo>
                    <a:pt x="1881" y="1364"/>
                  </a:lnTo>
                  <a:lnTo>
                    <a:pt x="1890" y="1417"/>
                  </a:lnTo>
                  <a:lnTo>
                    <a:pt x="1895" y="1469"/>
                  </a:lnTo>
                  <a:lnTo>
                    <a:pt x="1897" y="1519"/>
                  </a:lnTo>
                  <a:lnTo>
                    <a:pt x="1897" y="3142"/>
                  </a:lnTo>
                  <a:lnTo>
                    <a:pt x="1895" y="3190"/>
                  </a:lnTo>
                  <a:lnTo>
                    <a:pt x="1890" y="3235"/>
                  </a:lnTo>
                  <a:lnTo>
                    <a:pt x="1881" y="3276"/>
                  </a:lnTo>
                  <a:lnTo>
                    <a:pt x="1869" y="3313"/>
                  </a:lnTo>
                  <a:lnTo>
                    <a:pt x="1854" y="3346"/>
                  </a:lnTo>
                  <a:lnTo>
                    <a:pt x="1836" y="3375"/>
                  </a:lnTo>
                  <a:lnTo>
                    <a:pt x="1816" y="3398"/>
                  </a:lnTo>
                  <a:lnTo>
                    <a:pt x="1793" y="3418"/>
                  </a:lnTo>
                  <a:lnTo>
                    <a:pt x="1768" y="3434"/>
                  </a:lnTo>
                  <a:lnTo>
                    <a:pt x="1740" y="3444"/>
                  </a:lnTo>
                  <a:lnTo>
                    <a:pt x="1711" y="3450"/>
                  </a:lnTo>
                  <a:lnTo>
                    <a:pt x="1681" y="3450"/>
                  </a:lnTo>
                  <a:lnTo>
                    <a:pt x="1648" y="3445"/>
                  </a:lnTo>
                  <a:lnTo>
                    <a:pt x="1614" y="3436"/>
                  </a:lnTo>
                  <a:lnTo>
                    <a:pt x="1579" y="3421"/>
                  </a:lnTo>
                  <a:lnTo>
                    <a:pt x="1542" y="3400"/>
                  </a:lnTo>
                  <a:lnTo>
                    <a:pt x="357" y="2643"/>
                  </a:lnTo>
                  <a:lnTo>
                    <a:pt x="320" y="2618"/>
                  </a:lnTo>
                  <a:lnTo>
                    <a:pt x="285" y="2588"/>
                  </a:lnTo>
                  <a:lnTo>
                    <a:pt x="251" y="2554"/>
                  </a:lnTo>
                  <a:lnTo>
                    <a:pt x="218" y="2517"/>
                  </a:lnTo>
                  <a:lnTo>
                    <a:pt x="187" y="2477"/>
                  </a:lnTo>
                  <a:lnTo>
                    <a:pt x="157" y="2433"/>
                  </a:lnTo>
                  <a:lnTo>
                    <a:pt x="130" y="2388"/>
                  </a:lnTo>
                  <a:lnTo>
                    <a:pt x="105" y="2341"/>
                  </a:lnTo>
                  <a:lnTo>
                    <a:pt x="81" y="2292"/>
                  </a:lnTo>
                  <a:lnTo>
                    <a:pt x="61" y="2241"/>
                  </a:lnTo>
                  <a:lnTo>
                    <a:pt x="44" y="2190"/>
                  </a:lnTo>
                  <a:lnTo>
                    <a:pt x="29" y="2138"/>
                  </a:lnTo>
                  <a:lnTo>
                    <a:pt x="17" y="2085"/>
                  </a:lnTo>
                  <a:lnTo>
                    <a:pt x="7" y="2033"/>
                  </a:lnTo>
                  <a:lnTo>
                    <a:pt x="3" y="1981"/>
                  </a:lnTo>
                  <a:lnTo>
                    <a:pt x="0" y="1931"/>
                  </a:lnTo>
                  <a:lnTo>
                    <a:pt x="0" y="308"/>
                  </a:lnTo>
                  <a:lnTo>
                    <a:pt x="3" y="260"/>
                  </a:lnTo>
                  <a:lnTo>
                    <a:pt x="7" y="215"/>
                  </a:lnTo>
                  <a:lnTo>
                    <a:pt x="17" y="174"/>
                  </a:lnTo>
                  <a:lnTo>
                    <a:pt x="29" y="137"/>
                  </a:lnTo>
                  <a:lnTo>
                    <a:pt x="44" y="104"/>
                  </a:lnTo>
                  <a:lnTo>
                    <a:pt x="61" y="76"/>
                  </a:lnTo>
                  <a:lnTo>
                    <a:pt x="81" y="51"/>
                  </a:lnTo>
                  <a:lnTo>
                    <a:pt x="105" y="31"/>
                  </a:lnTo>
                  <a:lnTo>
                    <a:pt x="130" y="16"/>
                  </a:lnTo>
                  <a:lnTo>
                    <a:pt x="157" y="5"/>
                  </a:lnTo>
                  <a:lnTo>
                    <a:pt x="187" y="0"/>
                  </a:lnTo>
                  <a:lnTo>
                    <a:pt x="218" y="0"/>
                  </a:lnTo>
                  <a:lnTo>
                    <a:pt x="251" y="3"/>
                  </a:lnTo>
                  <a:lnTo>
                    <a:pt x="285" y="14"/>
                  </a:lnTo>
                  <a:lnTo>
                    <a:pt x="320" y="29"/>
                  </a:lnTo>
                  <a:lnTo>
                    <a:pt x="357" y="49"/>
                  </a:lnTo>
                  <a:close/>
                </a:path>
              </a:pathLst>
            </a:custGeom>
            <a:solidFill>
              <a:srgbClr val="BFBFB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80928" name="Freeform 46"/>
            <p:cNvSpPr>
              <a:spLocks/>
            </p:cNvSpPr>
            <p:nvPr/>
          </p:nvSpPr>
          <p:spPr bwMode="auto">
            <a:xfrm>
              <a:off x="1268" y="1663"/>
              <a:ext cx="393" cy="711"/>
            </a:xfrm>
            <a:custGeom>
              <a:avLst/>
              <a:gdLst>
                <a:gd name="T0" fmla="*/ 3 w 1962"/>
                <a:gd name="T1" fmla="*/ 7 h 3555"/>
                <a:gd name="T2" fmla="*/ 2 w 1962"/>
                <a:gd name="T3" fmla="*/ 7 h 3555"/>
                <a:gd name="T4" fmla="*/ 2 w 1962"/>
                <a:gd name="T5" fmla="*/ 8 h 3555"/>
                <a:gd name="T6" fmla="*/ 1 w 1962"/>
                <a:gd name="T7" fmla="*/ 8 h 3555"/>
                <a:gd name="T8" fmla="*/ 1 w 1962"/>
                <a:gd name="T9" fmla="*/ 9 h 3555"/>
                <a:gd name="T10" fmla="*/ 1 w 1962"/>
                <a:gd name="T11" fmla="*/ 10 h 3555"/>
                <a:gd name="T12" fmla="*/ 0 w 1962"/>
                <a:gd name="T13" fmla="*/ 11 h 3555"/>
                <a:gd name="T14" fmla="*/ 0 w 1962"/>
                <a:gd name="T15" fmla="*/ 12 h 3555"/>
                <a:gd name="T16" fmla="*/ 0 w 1962"/>
                <a:gd name="T17" fmla="*/ 13 h 3555"/>
                <a:gd name="T18" fmla="*/ 0 w 1962"/>
                <a:gd name="T19" fmla="*/ 26 h 3555"/>
                <a:gd name="T20" fmla="*/ 0 w 1962"/>
                <a:gd name="T21" fmla="*/ 27 h 3555"/>
                <a:gd name="T22" fmla="*/ 0 w 1962"/>
                <a:gd name="T23" fmla="*/ 28 h 3555"/>
                <a:gd name="T24" fmla="*/ 1 w 1962"/>
                <a:gd name="T25" fmla="*/ 28 h 3555"/>
                <a:gd name="T26" fmla="*/ 1 w 1962"/>
                <a:gd name="T27" fmla="*/ 28 h 3555"/>
                <a:gd name="T28" fmla="*/ 2 w 1962"/>
                <a:gd name="T29" fmla="*/ 28 h 3555"/>
                <a:gd name="T30" fmla="*/ 2 w 1962"/>
                <a:gd name="T31" fmla="*/ 28 h 3555"/>
                <a:gd name="T32" fmla="*/ 3 w 1962"/>
                <a:gd name="T33" fmla="*/ 28 h 3555"/>
                <a:gd name="T34" fmla="*/ 13 w 1962"/>
                <a:gd name="T35" fmla="*/ 22 h 3555"/>
                <a:gd name="T36" fmla="*/ 13 w 1962"/>
                <a:gd name="T37" fmla="*/ 21 h 3555"/>
                <a:gd name="T38" fmla="*/ 14 w 1962"/>
                <a:gd name="T39" fmla="*/ 21 h 3555"/>
                <a:gd name="T40" fmla="*/ 14 w 1962"/>
                <a:gd name="T41" fmla="*/ 20 h 3555"/>
                <a:gd name="T42" fmla="*/ 15 w 1962"/>
                <a:gd name="T43" fmla="*/ 19 h 3555"/>
                <a:gd name="T44" fmla="*/ 15 w 1962"/>
                <a:gd name="T45" fmla="*/ 18 h 3555"/>
                <a:gd name="T46" fmla="*/ 16 w 1962"/>
                <a:gd name="T47" fmla="*/ 18 h 3555"/>
                <a:gd name="T48" fmla="*/ 16 w 1962"/>
                <a:gd name="T49" fmla="*/ 17 h 3555"/>
                <a:gd name="T50" fmla="*/ 16 w 1962"/>
                <a:gd name="T51" fmla="*/ 16 h 3555"/>
                <a:gd name="T52" fmla="*/ 16 w 1962"/>
                <a:gd name="T53" fmla="*/ 2 h 3555"/>
                <a:gd name="T54" fmla="*/ 16 w 1962"/>
                <a:gd name="T55" fmla="*/ 1 h 3555"/>
                <a:gd name="T56" fmla="*/ 15 w 1962"/>
                <a:gd name="T57" fmla="*/ 1 h 3555"/>
                <a:gd name="T58" fmla="*/ 15 w 1962"/>
                <a:gd name="T59" fmla="*/ 0 h 3555"/>
                <a:gd name="T60" fmla="*/ 15 w 1962"/>
                <a:gd name="T61" fmla="*/ 0 h 3555"/>
                <a:gd name="T62" fmla="*/ 14 w 1962"/>
                <a:gd name="T63" fmla="*/ 0 h 3555"/>
                <a:gd name="T64" fmla="*/ 14 w 1962"/>
                <a:gd name="T65" fmla="*/ 0 h 3555"/>
                <a:gd name="T66" fmla="*/ 13 w 1962"/>
                <a:gd name="T67" fmla="*/ 0 h 3555"/>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962"/>
                <a:gd name="T103" fmla="*/ 0 h 3555"/>
                <a:gd name="T104" fmla="*/ 1962 w 1962"/>
                <a:gd name="T105" fmla="*/ 3555 h 3555"/>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962" h="3555">
                  <a:moveTo>
                    <a:pt x="1594" y="50"/>
                  </a:moveTo>
                  <a:lnTo>
                    <a:pt x="368" y="831"/>
                  </a:lnTo>
                  <a:lnTo>
                    <a:pt x="330" y="858"/>
                  </a:lnTo>
                  <a:lnTo>
                    <a:pt x="294" y="888"/>
                  </a:lnTo>
                  <a:lnTo>
                    <a:pt x="259" y="922"/>
                  </a:lnTo>
                  <a:lnTo>
                    <a:pt x="225" y="961"/>
                  </a:lnTo>
                  <a:lnTo>
                    <a:pt x="193" y="1003"/>
                  </a:lnTo>
                  <a:lnTo>
                    <a:pt x="163" y="1047"/>
                  </a:lnTo>
                  <a:lnTo>
                    <a:pt x="133" y="1094"/>
                  </a:lnTo>
                  <a:lnTo>
                    <a:pt x="108" y="1143"/>
                  </a:lnTo>
                  <a:lnTo>
                    <a:pt x="84" y="1193"/>
                  </a:lnTo>
                  <a:lnTo>
                    <a:pt x="63" y="1246"/>
                  </a:lnTo>
                  <a:lnTo>
                    <a:pt x="44" y="1299"/>
                  </a:lnTo>
                  <a:lnTo>
                    <a:pt x="29" y="1353"/>
                  </a:lnTo>
                  <a:lnTo>
                    <a:pt x="16" y="1405"/>
                  </a:lnTo>
                  <a:lnTo>
                    <a:pt x="7" y="1459"/>
                  </a:lnTo>
                  <a:lnTo>
                    <a:pt x="2" y="1512"/>
                  </a:lnTo>
                  <a:lnTo>
                    <a:pt x="0" y="1565"/>
                  </a:lnTo>
                  <a:lnTo>
                    <a:pt x="0" y="3237"/>
                  </a:lnTo>
                  <a:lnTo>
                    <a:pt x="2" y="3287"/>
                  </a:lnTo>
                  <a:lnTo>
                    <a:pt x="7" y="3333"/>
                  </a:lnTo>
                  <a:lnTo>
                    <a:pt x="16" y="3375"/>
                  </a:lnTo>
                  <a:lnTo>
                    <a:pt x="29" y="3413"/>
                  </a:lnTo>
                  <a:lnTo>
                    <a:pt x="44" y="3447"/>
                  </a:lnTo>
                  <a:lnTo>
                    <a:pt x="63" y="3477"/>
                  </a:lnTo>
                  <a:lnTo>
                    <a:pt x="84" y="3502"/>
                  </a:lnTo>
                  <a:lnTo>
                    <a:pt x="108" y="3522"/>
                  </a:lnTo>
                  <a:lnTo>
                    <a:pt x="133" y="3538"/>
                  </a:lnTo>
                  <a:lnTo>
                    <a:pt x="163" y="3549"/>
                  </a:lnTo>
                  <a:lnTo>
                    <a:pt x="193" y="3555"/>
                  </a:lnTo>
                  <a:lnTo>
                    <a:pt x="225" y="3555"/>
                  </a:lnTo>
                  <a:lnTo>
                    <a:pt x="259" y="3550"/>
                  </a:lnTo>
                  <a:lnTo>
                    <a:pt x="294" y="3541"/>
                  </a:lnTo>
                  <a:lnTo>
                    <a:pt x="330" y="3524"/>
                  </a:lnTo>
                  <a:lnTo>
                    <a:pt x="368" y="3503"/>
                  </a:lnTo>
                  <a:lnTo>
                    <a:pt x="1594" y="2722"/>
                  </a:lnTo>
                  <a:lnTo>
                    <a:pt x="1632" y="2696"/>
                  </a:lnTo>
                  <a:lnTo>
                    <a:pt x="1668" y="2665"/>
                  </a:lnTo>
                  <a:lnTo>
                    <a:pt x="1703" y="2631"/>
                  </a:lnTo>
                  <a:lnTo>
                    <a:pt x="1737" y="2592"/>
                  </a:lnTo>
                  <a:lnTo>
                    <a:pt x="1769" y="2551"/>
                  </a:lnTo>
                  <a:lnTo>
                    <a:pt x="1799" y="2506"/>
                  </a:lnTo>
                  <a:lnTo>
                    <a:pt x="1829" y="2460"/>
                  </a:lnTo>
                  <a:lnTo>
                    <a:pt x="1854" y="2411"/>
                  </a:lnTo>
                  <a:lnTo>
                    <a:pt x="1878" y="2361"/>
                  </a:lnTo>
                  <a:lnTo>
                    <a:pt x="1899" y="2308"/>
                  </a:lnTo>
                  <a:lnTo>
                    <a:pt x="1918" y="2256"/>
                  </a:lnTo>
                  <a:lnTo>
                    <a:pt x="1933" y="2202"/>
                  </a:lnTo>
                  <a:lnTo>
                    <a:pt x="1946" y="2149"/>
                  </a:lnTo>
                  <a:lnTo>
                    <a:pt x="1955" y="2095"/>
                  </a:lnTo>
                  <a:lnTo>
                    <a:pt x="1960" y="2042"/>
                  </a:lnTo>
                  <a:lnTo>
                    <a:pt x="1962" y="1989"/>
                  </a:lnTo>
                  <a:lnTo>
                    <a:pt x="1962" y="319"/>
                  </a:lnTo>
                  <a:lnTo>
                    <a:pt x="1960" y="269"/>
                  </a:lnTo>
                  <a:lnTo>
                    <a:pt x="1955" y="223"/>
                  </a:lnTo>
                  <a:lnTo>
                    <a:pt x="1946" y="180"/>
                  </a:lnTo>
                  <a:lnTo>
                    <a:pt x="1933" y="143"/>
                  </a:lnTo>
                  <a:lnTo>
                    <a:pt x="1918" y="109"/>
                  </a:lnTo>
                  <a:lnTo>
                    <a:pt x="1899" y="79"/>
                  </a:lnTo>
                  <a:lnTo>
                    <a:pt x="1878" y="54"/>
                  </a:lnTo>
                  <a:lnTo>
                    <a:pt x="1854" y="33"/>
                  </a:lnTo>
                  <a:lnTo>
                    <a:pt x="1829" y="17"/>
                  </a:lnTo>
                  <a:lnTo>
                    <a:pt x="1799" y="7"/>
                  </a:lnTo>
                  <a:lnTo>
                    <a:pt x="1769" y="0"/>
                  </a:lnTo>
                  <a:lnTo>
                    <a:pt x="1737" y="0"/>
                  </a:lnTo>
                  <a:lnTo>
                    <a:pt x="1703" y="4"/>
                  </a:lnTo>
                  <a:lnTo>
                    <a:pt x="1668" y="14"/>
                  </a:lnTo>
                  <a:lnTo>
                    <a:pt x="1632" y="29"/>
                  </a:lnTo>
                  <a:lnTo>
                    <a:pt x="1594" y="50"/>
                  </a:lnTo>
                  <a:close/>
                </a:path>
              </a:pathLst>
            </a:custGeom>
            <a:solidFill>
              <a:srgbClr val="E5E5E5"/>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80929" name="Freeform 47"/>
            <p:cNvSpPr>
              <a:spLocks noEditPoints="1"/>
            </p:cNvSpPr>
            <p:nvPr/>
          </p:nvSpPr>
          <p:spPr bwMode="auto">
            <a:xfrm>
              <a:off x="916" y="1589"/>
              <a:ext cx="697" cy="698"/>
            </a:xfrm>
            <a:custGeom>
              <a:avLst/>
              <a:gdLst>
                <a:gd name="T0" fmla="*/ 16 w 3485"/>
                <a:gd name="T1" fmla="*/ 0 h 3490"/>
                <a:gd name="T2" fmla="*/ 17 w 3485"/>
                <a:gd name="T3" fmla="*/ 2 h 3490"/>
                <a:gd name="T4" fmla="*/ 17 w 3485"/>
                <a:gd name="T5" fmla="*/ 3 h 3490"/>
                <a:gd name="T6" fmla="*/ 14 w 3485"/>
                <a:gd name="T7" fmla="*/ 4 h 3490"/>
                <a:gd name="T8" fmla="*/ 12 w 3485"/>
                <a:gd name="T9" fmla="*/ 4 h 3490"/>
                <a:gd name="T10" fmla="*/ 11 w 3485"/>
                <a:gd name="T11" fmla="*/ 2 h 3490"/>
                <a:gd name="T12" fmla="*/ 11 w 3485"/>
                <a:gd name="T13" fmla="*/ 1 h 3490"/>
                <a:gd name="T14" fmla="*/ 14 w 3485"/>
                <a:gd name="T15" fmla="*/ 0 h 3490"/>
                <a:gd name="T16" fmla="*/ 3 w 3485"/>
                <a:gd name="T17" fmla="*/ 7 h 3490"/>
                <a:gd name="T18" fmla="*/ 4 w 3485"/>
                <a:gd name="T19" fmla="*/ 9 h 3490"/>
                <a:gd name="T20" fmla="*/ 3 w 3485"/>
                <a:gd name="T21" fmla="*/ 12 h 3490"/>
                <a:gd name="T22" fmla="*/ 2 w 3485"/>
                <a:gd name="T23" fmla="*/ 13 h 3490"/>
                <a:gd name="T24" fmla="*/ 1 w 3485"/>
                <a:gd name="T25" fmla="*/ 12 h 3490"/>
                <a:gd name="T26" fmla="*/ 0 w 3485"/>
                <a:gd name="T27" fmla="*/ 10 h 3490"/>
                <a:gd name="T28" fmla="*/ 0 w 3485"/>
                <a:gd name="T29" fmla="*/ 8 h 3490"/>
                <a:gd name="T30" fmla="*/ 2 w 3485"/>
                <a:gd name="T31" fmla="*/ 6 h 3490"/>
                <a:gd name="T32" fmla="*/ 10 w 3485"/>
                <a:gd name="T33" fmla="*/ 20 h 3490"/>
                <a:gd name="T34" fmla="*/ 11 w 3485"/>
                <a:gd name="T35" fmla="*/ 22 h 3490"/>
                <a:gd name="T36" fmla="*/ 11 w 3485"/>
                <a:gd name="T37" fmla="*/ 25 h 3490"/>
                <a:gd name="T38" fmla="*/ 10 w 3485"/>
                <a:gd name="T39" fmla="*/ 27 h 3490"/>
                <a:gd name="T40" fmla="*/ 8 w 3485"/>
                <a:gd name="T41" fmla="*/ 26 h 3490"/>
                <a:gd name="T42" fmla="*/ 7 w 3485"/>
                <a:gd name="T43" fmla="*/ 24 h 3490"/>
                <a:gd name="T44" fmla="*/ 7 w 3485"/>
                <a:gd name="T45" fmla="*/ 22 h 3490"/>
                <a:gd name="T46" fmla="*/ 8 w 3485"/>
                <a:gd name="T47" fmla="*/ 20 h 3490"/>
                <a:gd name="T48" fmla="*/ 20 w 3485"/>
                <a:gd name="T49" fmla="*/ 21 h 3490"/>
                <a:gd name="T50" fmla="*/ 21 w 3485"/>
                <a:gd name="T51" fmla="*/ 23 h 3490"/>
                <a:gd name="T52" fmla="*/ 21 w 3485"/>
                <a:gd name="T53" fmla="*/ 26 h 3490"/>
                <a:gd name="T54" fmla="*/ 20 w 3485"/>
                <a:gd name="T55" fmla="*/ 28 h 3490"/>
                <a:gd name="T56" fmla="*/ 18 w 3485"/>
                <a:gd name="T57" fmla="*/ 28 h 3490"/>
                <a:gd name="T58" fmla="*/ 17 w 3485"/>
                <a:gd name="T59" fmla="*/ 26 h 3490"/>
                <a:gd name="T60" fmla="*/ 17 w 3485"/>
                <a:gd name="T61" fmla="*/ 23 h 3490"/>
                <a:gd name="T62" fmla="*/ 18 w 3485"/>
                <a:gd name="T63" fmla="*/ 21 h 3490"/>
                <a:gd name="T64" fmla="*/ 19 w 3485"/>
                <a:gd name="T65" fmla="*/ 11 h 3490"/>
                <a:gd name="T66" fmla="*/ 20 w 3485"/>
                <a:gd name="T67" fmla="*/ 13 h 3490"/>
                <a:gd name="T68" fmla="*/ 21 w 3485"/>
                <a:gd name="T69" fmla="*/ 15 h 3490"/>
                <a:gd name="T70" fmla="*/ 20 w 3485"/>
                <a:gd name="T71" fmla="*/ 17 h 3490"/>
                <a:gd name="T72" fmla="*/ 18 w 3485"/>
                <a:gd name="T73" fmla="*/ 17 h 3490"/>
                <a:gd name="T74" fmla="*/ 17 w 3485"/>
                <a:gd name="T75" fmla="*/ 16 h 3490"/>
                <a:gd name="T76" fmla="*/ 17 w 3485"/>
                <a:gd name="T77" fmla="*/ 13 h 3490"/>
                <a:gd name="T78" fmla="*/ 18 w 3485"/>
                <a:gd name="T79" fmla="*/ 11 h 3490"/>
                <a:gd name="T80" fmla="*/ 26 w 3485"/>
                <a:gd name="T81" fmla="*/ 7 h 3490"/>
                <a:gd name="T82" fmla="*/ 27 w 3485"/>
                <a:gd name="T83" fmla="*/ 8 h 3490"/>
                <a:gd name="T84" fmla="*/ 27 w 3485"/>
                <a:gd name="T85" fmla="*/ 11 h 3490"/>
                <a:gd name="T86" fmla="*/ 26 w 3485"/>
                <a:gd name="T87" fmla="*/ 13 h 3490"/>
                <a:gd name="T88" fmla="*/ 25 w 3485"/>
                <a:gd name="T89" fmla="*/ 13 h 3490"/>
                <a:gd name="T90" fmla="*/ 24 w 3485"/>
                <a:gd name="T91" fmla="*/ 12 h 3490"/>
                <a:gd name="T92" fmla="*/ 24 w 3485"/>
                <a:gd name="T93" fmla="*/ 9 h 3490"/>
                <a:gd name="T94" fmla="*/ 24 w 3485"/>
                <a:gd name="T95" fmla="*/ 7 h 3490"/>
                <a:gd name="T96" fmla="*/ 26 w 3485"/>
                <a:gd name="T97" fmla="*/ 17 h 3490"/>
                <a:gd name="T98" fmla="*/ 27 w 3485"/>
                <a:gd name="T99" fmla="*/ 18 h 3490"/>
                <a:gd name="T100" fmla="*/ 28 w 3485"/>
                <a:gd name="T101" fmla="*/ 21 h 3490"/>
                <a:gd name="T102" fmla="*/ 27 w 3485"/>
                <a:gd name="T103" fmla="*/ 23 h 3490"/>
                <a:gd name="T104" fmla="*/ 26 w 3485"/>
                <a:gd name="T105" fmla="*/ 24 h 3490"/>
                <a:gd name="T106" fmla="*/ 24 w 3485"/>
                <a:gd name="T107" fmla="*/ 23 h 3490"/>
                <a:gd name="T108" fmla="*/ 24 w 3485"/>
                <a:gd name="T109" fmla="*/ 20 h 3490"/>
                <a:gd name="T110" fmla="*/ 25 w 3485"/>
                <a:gd name="T111" fmla="*/ 18 h 3490"/>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w 3485"/>
                <a:gd name="T169" fmla="*/ 0 h 3490"/>
                <a:gd name="T170" fmla="*/ 3485 w 3485"/>
                <a:gd name="T171" fmla="*/ 3490 h 3490"/>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T168" t="T169" r="T170" b="T171"/>
              <a:pathLst>
                <a:path w="3485" h="3490">
                  <a:moveTo>
                    <a:pt x="1754" y="0"/>
                  </a:moveTo>
                  <a:lnTo>
                    <a:pt x="1797" y="2"/>
                  </a:lnTo>
                  <a:lnTo>
                    <a:pt x="1840" y="5"/>
                  </a:lnTo>
                  <a:lnTo>
                    <a:pt x="1881" y="12"/>
                  </a:lnTo>
                  <a:lnTo>
                    <a:pt x="1921" y="20"/>
                  </a:lnTo>
                  <a:lnTo>
                    <a:pt x="1959" y="31"/>
                  </a:lnTo>
                  <a:lnTo>
                    <a:pt x="1994" y="44"/>
                  </a:lnTo>
                  <a:lnTo>
                    <a:pt x="2028" y="59"/>
                  </a:lnTo>
                  <a:lnTo>
                    <a:pt x="2058" y="74"/>
                  </a:lnTo>
                  <a:lnTo>
                    <a:pt x="2086" y="93"/>
                  </a:lnTo>
                  <a:lnTo>
                    <a:pt x="2111" y="113"/>
                  </a:lnTo>
                  <a:lnTo>
                    <a:pt x="2132" y="133"/>
                  </a:lnTo>
                  <a:lnTo>
                    <a:pt x="2151" y="155"/>
                  </a:lnTo>
                  <a:lnTo>
                    <a:pt x="2165" y="179"/>
                  </a:lnTo>
                  <a:lnTo>
                    <a:pt x="2175" y="203"/>
                  </a:lnTo>
                  <a:lnTo>
                    <a:pt x="2182" y="229"/>
                  </a:lnTo>
                  <a:lnTo>
                    <a:pt x="2185" y="255"/>
                  </a:lnTo>
                  <a:lnTo>
                    <a:pt x="2182" y="281"/>
                  </a:lnTo>
                  <a:lnTo>
                    <a:pt x="2175" y="305"/>
                  </a:lnTo>
                  <a:lnTo>
                    <a:pt x="2165" y="330"/>
                  </a:lnTo>
                  <a:lnTo>
                    <a:pt x="2151" y="353"/>
                  </a:lnTo>
                  <a:lnTo>
                    <a:pt x="2132" y="376"/>
                  </a:lnTo>
                  <a:lnTo>
                    <a:pt x="2111" y="397"/>
                  </a:lnTo>
                  <a:lnTo>
                    <a:pt x="2086" y="417"/>
                  </a:lnTo>
                  <a:lnTo>
                    <a:pt x="2058" y="434"/>
                  </a:lnTo>
                  <a:lnTo>
                    <a:pt x="2028" y="451"/>
                  </a:lnTo>
                  <a:lnTo>
                    <a:pt x="1994" y="466"/>
                  </a:lnTo>
                  <a:lnTo>
                    <a:pt x="1959" y="479"/>
                  </a:lnTo>
                  <a:lnTo>
                    <a:pt x="1921" y="489"/>
                  </a:lnTo>
                  <a:lnTo>
                    <a:pt x="1881" y="498"/>
                  </a:lnTo>
                  <a:lnTo>
                    <a:pt x="1840" y="505"/>
                  </a:lnTo>
                  <a:lnTo>
                    <a:pt x="1797" y="508"/>
                  </a:lnTo>
                  <a:lnTo>
                    <a:pt x="1754" y="509"/>
                  </a:lnTo>
                  <a:lnTo>
                    <a:pt x="1710" y="508"/>
                  </a:lnTo>
                  <a:lnTo>
                    <a:pt x="1667" y="505"/>
                  </a:lnTo>
                  <a:lnTo>
                    <a:pt x="1626" y="498"/>
                  </a:lnTo>
                  <a:lnTo>
                    <a:pt x="1586" y="489"/>
                  </a:lnTo>
                  <a:lnTo>
                    <a:pt x="1548" y="479"/>
                  </a:lnTo>
                  <a:lnTo>
                    <a:pt x="1512" y="466"/>
                  </a:lnTo>
                  <a:lnTo>
                    <a:pt x="1479" y="451"/>
                  </a:lnTo>
                  <a:lnTo>
                    <a:pt x="1449" y="434"/>
                  </a:lnTo>
                  <a:lnTo>
                    <a:pt x="1421" y="417"/>
                  </a:lnTo>
                  <a:lnTo>
                    <a:pt x="1395" y="397"/>
                  </a:lnTo>
                  <a:lnTo>
                    <a:pt x="1374" y="376"/>
                  </a:lnTo>
                  <a:lnTo>
                    <a:pt x="1355" y="353"/>
                  </a:lnTo>
                  <a:lnTo>
                    <a:pt x="1341" y="330"/>
                  </a:lnTo>
                  <a:lnTo>
                    <a:pt x="1331" y="305"/>
                  </a:lnTo>
                  <a:lnTo>
                    <a:pt x="1324" y="281"/>
                  </a:lnTo>
                  <a:lnTo>
                    <a:pt x="1321" y="255"/>
                  </a:lnTo>
                  <a:lnTo>
                    <a:pt x="1324" y="229"/>
                  </a:lnTo>
                  <a:lnTo>
                    <a:pt x="1331" y="203"/>
                  </a:lnTo>
                  <a:lnTo>
                    <a:pt x="1341" y="179"/>
                  </a:lnTo>
                  <a:lnTo>
                    <a:pt x="1355" y="155"/>
                  </a:lnTo>
                  <a:lnTo>
                    <a:pt x="1374" y="133"/>
                  </a:lnTo>
                  <a:lnTo>
                    <a:pt x="1395" y="113"/>
                  </a:lnTo>
                  <a:lnTo>
                    <a:pt x="1421" y="93"/>
                  </a:lnTo>
                  <a:lnTo>
                    <a:pt x="1449" y="74"/>
                  </a:lnTo>
                  <a:lnTo>
                    <a:pt x="1479" y="59"/>
                  </a:lnTo>
                  <a:lnTo>
                    <a:pt x="1512" y="44"/>
                  </a:lnTo>
                  <a:lnTo>
                    <a:pt x="1548" y="31"/>
                  </a:lnTo>
                  <a:lnTo>
                    <a:pt x="1586" y="20"/>
                  </a:lnTo>
                  <a:lnTo>
                    <a:pt x="1626" y="12"/>
                  </a:lnTo>
                  <a:lnTo>
                    <a:pt x="1667" y="5"/>
                  </a:lnTo>
                  <a:lnTo>
                    <a:pt x="1710" y="2"/>
                  </a:lnTo>
                  <a:lnTo>
                    <a:pt x="1754" y="0"/>
                  </a:lnTo>
                  <a:close/>
                  <a:moveTo>
                    <a:pt x="239" y="786"/>
                  </a:moveTo>
                  <a:lnTo>
                    <a:pt x="263" y="788"/>
                  </a:lnTo>
                  <a:lnTo>
                    <a:pt x="287" y="794"/>
                  </a:lnTo>
                  <a:lnTo>
                    <a:pt x="309" y="805"/>
                  </a:lnTo>
                  <a:lnTo>
                    <a:pt x="331" y="819"/>
                  </a:lnTo>
                  <a:lnTo>
                    <a:pt x="352" y="836"/>
                  </a:lnTo>
                  <a:lnTo>
                    <a:pt x="372" y="857"/>
                  </a:lnTo>
                  <a:lnTo>
                    <a:pt x="390" y="882"/>
                  </a:lnTo>
                  <a:lnTo>
                    <a:pt x="407" y="909"/>
                  </a:lnTo>
                  <a:lnTo>
                    <a:pt x="423" y="940"/>
                  </a:lnTo>
                  <a:lnTo>
                    <a:pt x="437" y="971"/>
                  </a:lnTo>
                  <a:lnTo>
                    <a:pt x="448" y="1006"/>
                  </a:lnTo>
                  <a:lnTo>
                    <a:pt x="459" y="1043"/>
                  </a:lnTo>
                  <a:lnTo>
                    <a:pt x="467" y="1081"/>
                  </a:lnTo>
                  <a:lnTo>
                    <a:pt x="473" y="1121"/>
                  </a:lnTo>
                  <a:lnTo>
                    <a:pt x="476" y="1163"/>
                  </a:lnTo>
                  <a:lnTo>
                    <a:pt x="478" y="1206"/>
                  </a:lnTo>
                  <a:lnTo>
                    <a:pt x="476" y="1248"/>
                  </a:lnTo>
                  <a:lnTo>
                    <a:pt x="473" y="1290"/>
                  </a:lnTo>
                  <a:lnTo>
                    <a:pt x="467" y="1330"/>
                  </a:lnTo>
                  <a:lnTo>
                    <a:pt x="459" y="1367"/>
                  </a:lnTo>
                  <a:lnTo>
                    <a:pt x="448" y="1405"/>
                  </a:lnTo>
                  <a:lnTo>
                    <a:pt x="437" y="1439"/>
                  </a:lnTo>
                  <a:lnTo>
                    <a:pt x="423" y="1472"/>
                  </a:lnTo>
                  <a:lnTo>
                    <a:pt x="407" y="1501"/>
                  </a:lnTo>
                  <a:lnTo>
                    <a:pt x="390" y="1528"/>
                  </a:lnTo>
                  <a:lnTo>
                    <a:pt x="372" y="1553"/>
                  </a:lnTo>
                  <a:lnTo>
                    <a:pt x="352" y="1574"/>
                  </a:lnTo>
                  <a:lnTo>
                    <a:pt x="331" y="1591"/>
                  </a:lnTo>
                  <a:lnTo>
                    <a:pt x="309" y="1605"/>
                  </a:lnTo>
                  <a:lnTo>
                    <a:pt x="287" y="1616"/>
                  </a:lnTo>
                  <a:lnTo>
                    <a:pt x="263" y="1622"/>
                  </a:lnTo>
                  <a:lnTo>
                    <a:pt x="239" y="1624"/>
                  </a:lnTo>
                  <a:lnTo>
                    <a:pt x="214" y="1622"/>
                  </a:lnTo>
                  <a:lnTo>
                    <a:pt x="191" y="1616"/>
                  </a:lnTo>
                  <a:lnTo>
                    <a:pt x="168" y="1605"/>
                  </a:lnTo>
                  <a:lnTo>
                    <a:pt x="146" y="1591"/>
                  </a:lnTo>
                  <a:lnTo>
                    <a:pt x="125" y="1574"/>
                  </a:lnTo>
                  <a:lnTo>
                    <a:pt x="105" y="1553"/>
                  </a:lnTo>
                  <a:lnTo>
                    <a:pt x="87" y="1528"/>
                  </a:lnTo>
                  <a:lnTo>
                    <a:pt x="70" y="1501"/>
                  </a:lnTo>
                  <a:lnTo>
                    <a:pt x="55" y="1472"/>
                  </a:lnTo>
                  <a:lnTo>
                    <a:pt x="41" y="1439"/>
                  </a:lnTo>
                  <a:lnTo>
                    <a:pt x="29" y="1405"/>
                  </a:lnTo>
                  <a:lnTo>
                    <a:pt x="18" y="1367"/>
                  </a:lnTo>
                  <a:lnTo>
                    <a:pt x="10" y="1330"/>
                  </a:lnTo>
                  <a:lnTo>
                    <a:pt x="4" y="1290"/>
                  </a:lnTo>
                  <a:lnTo>
                    <a:pt x="1" y="1248"/>
                  </a:lnTo>
                  <a:lnTo>
                    <a:pt x="0" y="1206"/>
                  </a:lnTo>
                  <a:lnTo>
                    <a:pt x="1" y="1163"/>
                  </a:lnTo>
                  <a:lnTo>
                    <a:pt x="4" y="1121"/>
                  </a:lnTo>
                  <a:lnTo>
                    <a:pt x="10" y="1081"/>
                  </a:lnTo>
                  <a:lnTo>
                    <a:pt x="18" y="1043"/>
                  </a:lnTo>
                  <a:lnTo>
                    <a:pt x="29" y="1006"/>
                  </a:lnTo>
                  <a:lnTo>
                    <a:pt x="41" y="971"/>
                  </a:lnTo>
                  <a:lnTo>
                    <a:pt x="55" y="940"/>
                  </a:lnTo>
                  <a:lnTo>
                    <a:pt x="70" y="909"/>
                  </a:lnTo>
                  <a:lnTo>
                    <a:pt x="87" y="882"/>
                  </a:lnTo>
                  <a:lnTo>
                    <a:pt x="105" y="857"/>
                  </a:lnTo>
                  <a:lnTo>
                    <a:pt x="125" y="836"/>
                  </a:lnTo>
                  <a:lnTo>
                    <a:pt x="146" y="819"/>
                  </a:lnTo>
                  <a:lnTo>
                    <a:pt x="168" y="805"/>
                  </a:lnTo>
                  <a:lnTo>
                    <a:pt x="191" y="794"/>
                  </a:lnTo>
                  <a:lnTo>
                    <a:pt x="214" y="788"/>
                  </a:lnTo>
                  <a:lnTo>
                    <a:pt x="239" y="786"/>
                  </a:lnTo>
                  <a:close/>
                  <a:moveTo>
                    <a:pt x="1119" y="2495"/>
                  </a:moveTo>
                  <a:lnTo>
                    <a:pt x="1143" y="2498"/>
                  </a:lnTo>
                  <a:lnTo>
                    <a:pt x="1167" y="2504"/>
                  </a:lnTo>
                  <a:lnTo>
                    <a:pt x="1190" y="2514"/>
                  </a:lnTo>
                  <a:lnTo>
                    <a:pt x="1211" y="2528"/>
                  </a:lnTo>
                  <a:lnTo>
                    <a:pt x="1232" y="2546"/>
                  </a:lnTo>
                  <a:lnTo>
                    <a:pt x="1252" y="2567"/>
                  </a:lnTo>
                  <a:lnTo>
                    <a:pt x="1271" y="2592"/>
                  </a:lnTo>
                  <a:lnTo>
                    <a:pt x="1288" y="2618"/>
                  </a:lnTo>
                  <a:lnTo>
                    <a:pt x="1304" y="2648"/>
                  </a:lnTo>
                  <a:lnTo>
                    <a:pt x="1318" y="2681"/>
                  </a:lnTo>
                  <a:lnTo>
                    <a:pt x="1329" y="2715"/>
                  </a:lnTo>
                  <a:lnTo>
                    <a:pt x="1340" y="2752"/>
                  </a:lnTo>
                  <a:lnTo>
                    <a:pt x="1348" y="2790"/>
                  </a:lnTo>
                  <a:lnTo>
                    <a:pt x="1354" y="2830"/>
                  </a:lnTo>
                  <a:lnTo>
                    <a:pt x="1358" y="2872"/>
                  </a:lnTo>
                  <a:lnTo>
                    <a:pt x="1359" y="2914"/>
                  </a:lnTo>
                  <a:lnTo>
                    <a:pt x="1358" y="2956"/>
                  </a:lnTo>
                  <a:lnTo>
                    <a:pt x="1354" y="2998"/>
                  </a:lnTo>
                  <a:lnTo>
                    <a:pt x="1348" y="3038"/>
                  </a:lnTo>
                  <a:lnTo>
                    <a:pt x="1340" y="3077"/>
                  </a:lnTo>
                  <a:lnTo>
                    <a:pt x="1329" y="3113"/>
                  </a:lnTo>
                  <a:lnTo>
                    <a:pt x="1318" y="3147"/>
                  </a:lnTo>
                  <a:lnTo>
                    <a:pt x="1304" y="3180"/>
                  </a:lnTo>
                  <a:lnTo>
                    <a:pt x="1288" y="3209"/>
                  </a:lnTo>
                  <a:lnTo>
                    <a:pt x="1271" y="3238"/>
                  </a:lnTo>
                  <a:lnTo>
                    <a:pt x="1252" y="3261"/>
                  </a:lnTo>
                  <a:lnTo>
                    <a:pt x="1232" y="3282"/>
                  </a:lnTo>
                  <a:lnTo>
                    <a:pt x="1211" y="3301"/>
                  </a:lnTo>
                  <a:lnTo>
                    <a:pt x="1190" y="3315"/>
                  </a:lnTo>
                  <a:lnTo>
                    <a:pt x="1167" y="3325"/>
                  </a:lnTo>
                  <a:lnTo>
                    <a:pt x="1143" y="3331"/>
                  </a:lnTo>
                  <a:lnTo>
                    <a:pt x="1119" y="3334"/>
                  </a:lnTo>
                  <a:lnTo>
                    <a:pt x="1094" y="3331"/>
                  </a:lnTo>
                  <a:lnTo>
                    <a:pt x="1070" y="3325"/>
                  </a:lnTo>
                  <a:lnTo>
                    <a:pt x="1048" y="3315"/>
                  </a:lnTo>
                  <a:lnTo>
                    <a:pt x="1026" y="3301"/>
                  </a:lnTo>
                  <a:lnTo>
                    <a:pt x="1005" y="3282"/>
                  </a:lnTo>
                  <a:lnTo>
                    <a:pt x="985" y="3261"/>
                  </a:lnTo>
                  <a:lnTo>
                    <a:pt x="967" y="3238"/>
                  </a:lnTo>
                  <a:lnTo>
                    <a:pt x="950" y="3209"/>
                  </a:lnTo>
                  <a:lnTo>
                    <a:pt x="935" y="3180"/>
                  </a:lnTo>
                  <a:lnTo>
                    <a:pt x="921" y="3147"/>
                  </a:lnTo>
                  <a:lnTo>
                    <a:pt x="909" y="3113"/>
                  </a:lnTo>
                  <a:lnTo>
                    <a:pt x="898" y="3077"/>
                  </a:lnTo>
                  <a:lnTo>
                    <a:pt x="890" y="3038"/>
                  </a:lnTo>
                  <a:lnTo>
                    <a:pt x="884" y="2998"/>
                  </a:lnTo>
                  <a:lnTo>
                    <a:pt x="881" y="2956"/>
                  </a:lnTo>
                  <a:lnTo>
                    <a:pt x="880" y="2914"/>
                  </a:lnTo>
                  <a:lnTo>
                    <a:pt x="881" y="2872"/>
                  </a:lnTo>
                  <a:lnTo>
                    <a:pt x="884" y="2830"/>
                  </a:lnTo>
                  <a:lnTo>
                    <a:pt x="890" y="2790"/>
                  </a:lnTo>
                  <a:lnTo>
                    <a:pt x="898" y="2752"/>
                  </a:lnTo>
                  <a:lnTo>
                    <a:pt x="909" y="2715"/>
                  </a:lnTo>
                  <a:lnTo>
                    <a:pt x="921" y="2681"/>
                  </a:lnTo>
                  <a:lnTo>
                    <a:pt x="935" y="2648"/>
                  </a:lnTo>
                  <a:lnTo>
                    <a:pt x="950" y="2618"/>
                  </a:lnTo>
                  <a:lnTo>
                    <a:pt x="967" y="2592"/>
                  </a:lnTo>
                  <a:lnTo>
                    <a:pt x="985" y="2567"/>
                  </a:lnTo>
                  <a:lnTo>
                    <a:pt x="1005" y="2546"/>
                  </a:lnTo>
                  <a:lnTo>
                    <a:pt x="1026" y="2528"/>
                  </a:lnTo>
                  <a:lnTo>
                    <a:pt x="1048" y="2514"/>
                  </a:lnTo>
                  <a:lnTo>
                    <a:pt x="1070" y="2504"/>
                  </a:lnTo>
                  <a:lnTo>
                    <a:pt x="1094" y="2498"/>
                  </a:lnTo>
                  <a:lnTo>
                    <a:pt x="1119" y="2495"/>
                  </a:lnTo>
                  <a:close/>
                  <a:moveTo>
                    <a:pt x="2380" y="2651"/>
                  </a:moveTo>
                  <a:lnTo>
                    <a:pt x="2405" y="2654"/>
                  </a:lnTo>
                  <a:lnTo>
                    <a:pt x="2428" y="2660"/>
                  </a:lnTo>
                  <a:lnTo>
                    <a:pt x="2452" y="2670"/>
                  </a:lnTo>
                  <a:lnTo>
                    <a:pt x="2473" y="2684"/>
                  </a:lnTo>
                  <a:lnTo>
                    <a:pt x="2494" y="2703"/>
                  </a:lnTo>
                  <a:lnTo>
                    <a:pt x="2514" y="2724"/>
                  </a:lnTo>
                  <a:lnTo>
                    <a:pt x="2533" y="2747"/>
                  </a:lnTo>
                  <a:lnTo>
                    <a:pt x="2550" y="2774"/>
                  </a:lnTo>
                  <a:lnTo>
                    <a:pt x="2565" y="2805"/>
                  </a:lnTo>
                  <a:lnTo>
                    <a:pt x="2580" y="2838"/>
                  </a:lnTo>
                  <a:lnTo>
                    <a:pt x="2591" y="2872"/>
                  </a:lnTo>
                  <a:lnTo>
                    <a:pt x="2602" y="2908"/>
                  </a:lnTo>
                  <a:lnTo>
                    <a:pt x="2610" y="2947"/>
                  </a:lnTo>
                  <a:lnTo>
                    <a:pt x="2616" y="2987"/>
                  </a:lnTo>
                  <a:lnTo>
                    <a:pt x="2619" y="3029"/>
                  </a:lnTo>
                  <a:lnTo>
                    <a:pt x="2621" y="3071"/>
                  </a:lnTo>
                  <a:lnTo>
                    <a:pt x="2619" y="3113"/>
                  </a:lnTo>
                  <a:lnTo>
                    <a:pt x="2616" y="3155"/>
                  </a:lnTo>
                  <a:lnTo>
                    <a:pt x="2610" y="3195"/>
                  </a:lnTo>
                  <a:lnTo>
                    <a:pt x="2602" y="3233"/>
                  </a:lnTo>
                  <a:lnTo>
                    <a:pt x="2591" y="3270"/>
                  </a:lnTo>
                  <a:lnTo>
                    <a:pt x="2580" y="3304"/>
                  </a:lnTo>
                  <a:lnTo>
                    <a:pt x="2565" y="3337"/>
                  </a:lnTo>
                  <a:lnTo>
                    <a:pt x="2550" y="3367"/>
                  </a:lnTo>
                  <a:lnTo>
                    <a:pt x="2533" y="3393"/>
                  </a:lnTo>
                  <a:lnTo>
                    <a:pt x="2514" y="3418"/>
                  </a:lnTo>
                  <a:lnTo>
                    <a:pt x="2494" y="3439"/>
                  </a:lnTo>
                  <a:lnTo>
                    <a:pt x="2473" y="3457"/>
                  </a:lnTo>
                  <a:lnTo>
                    <a:pt x="2452" y="3471"/>
                  </a:lnTo>
                  <a:lnTo>
                    <a:pt x="2428" y="3481"/>
                  </a:lnTo>
                  <a:lnTo>
                    <a:pt x="2405" y="3487"/>
                  </a:lnTo>
                  <a:lnTo>
                    <a:pt x="2380" y="3490"/>
                  </a:lnTo>
                  <a:lnTo>
                    <a:pt x="2356" y="3487"/>
                  </a:lnTo>
                  <a:lnTo>
                    <a:pt x="2332" y="3481"/>
                  </a:lnTo>
                  <a:lnTo>
                    <a:pt x="2310" y="3471"/>
                  </a:lnTo>
                  <a:lnTo>
                    <a:pt x="2288" y="3457"/>
                  </a:lnTo>
                  <a:lnTo>
                    <a:pt x="2267" y="3439"/>
                  </a:lnTo>
                  <a:lnTo>
                    <a:pt x="2248" y="3418"/>
                  </a:lnTo>
                  <a:lnTo>
                    <a:pt x="2229" y="3393"/>
                  </a:lnTo>
                  <a:lnTo>
                    <a:pt x="2212" y="3367"/>
                  </a:lnTo>
                  <a:lnTo>
                    <a:pt x="2196" y="3337"/>
                  </a:lnTo>
                  <a:lnTo>
                    <a:pt x="2182" y="3304"/>
                  </a:lnTo>
                  <a:lnTo>
                    <a:pt x="2171" y="3270"/>
                  </a:lnTo>
                  <a:lnTo>
                    <a:pt x="2160" y="3233"/>
                  </a:lnTo>
                  <a:lnTo>
                    <a:pt x="2152" y="3195"/>
                  </a:lnTo>
                  <a:lnTo>
                    <a:pt x="2146" y="3155"/>
                  </a:lnTo>
                  <a:lnTo>
                    <a:pt x="2142" y="3113"/>
                  </a:lnTo>
                  <a:lnTo>
                    <a:pt x="2141" y="3071"/>
                  </a:lnTo>
                  <a:lnTo>
                    <a:pt x="2142" y="3029"/>
                  </a:lnTo>
                  <a:lnTo>
                    <a:pt x="2146" y="2987"/>
                  </a:lnTo>
                  <a:lnTo>
                    <a:pt x="2152" y="2947"/>
                  </a:lnTo>
                  <a:lnTo>
                    <a:pt x="2160" y="2908"/>
                  </a:lnTo>
                  <a:lnTo>
                    <a:pt x="2171" y="2872"/>
                  </a:lnTo>
                  <a:lnTo>
                    <a:pt x="2182" y="2838"/>
                  </a:lnTo>
                  <a:lnTo>
                    <a:pt x="2196" y="2805"/>
                  </a:lnTo>
                  <a:lnTo>
                    <a:pt x="2212" y="2774"/>
                  </a:lnTo>
                  <a:lnTo>
                    <a:pt x="2229" y="2747"/>
                  </a:lnTo>
                  <a:lnTo>
                    <a:pt x="2248" y="2724"/>
                  </a:lnTo>
                  <a:lnTo>
                    <a:pt x="2267" y="2703"/>
                  </a:lnTo>
                  <a:lnTo>
                    <a:pt x="2288" y="2684"/>
                  </a:lnTo>
                  <a:lnTo>
                    <a:pt x="2310" y="2670"/>
                  </a:lnTo>
                  <a:lnTo>
                    <a:pt x="2332" y="2660"/>
                  </a:lnTo>
                  <a:lnTo>
                    <a:pt x="2356" y="2654"/>
                  </a:lnTo>
                  <a:lnTo>
                    <a:pt x="2380" y="2651"/>
                  </a:lnTo>
                  <a:close/>
                  <a:moveTo>
                    <a:pt x="2342" y="1355"/>
                  </a:moveTo>
                  <a:lnTo>
                    <a:pt x="2366" y="1357"/>
                  </a:lnTo>
                  <a:lnTo>
                    <a:pt x="2390" y="1363"/>
                  </a:lnTo>
                  <a:lnTo>
                    <a:pt x="2412" y="1373"/>
                  </a:lnTo>
                  <a:lnTo>
                    <a:pt x="2434" y="1387"/>
                  </a:lnTo>
                  <a:lnTo>
                    <a:pt x="2455" y="1405"/>
                  </a:lnTo>
                  <a:lnTo>
                    <a:pt x="2475" y="1426"/>
                  </a:lnTo>
                  <a:lnTo>
                    <a:pt x="2493" y="1451"/>
                  </a:lnTo>
                  <a:lnTo>
                    <a:pt x="2510" y="1478"/>
                  </a:lnTo>
                  <a:lnTo>
                    <a:pt x="2526" y="1507"/>
                  </a:lnTo>
                  <a:lnTo>
                    <a:pt x="2540" y="1540"/>
                  </a:lnTo>
                  <a:lnTo>
                    <a:pt x="2551" y="1574"/>
                  </a:lnTo>
                  <a:lnTo>
                    <a:pt x="2562" y="1611"/>
                  </a:lnTo>
                  <a:lnTo>
                    <a:pt x="2570" y="1649"/>
                  </a:lnTo>
                  <a:lnTo>
                    <a:pt x="2576" y="1689"/>
                  </a:lnTo>
                  <a:lnTo>
                    <a:pt x="2580" y="1731"/>
                  </a:lnTo>
                  <a:lnTo>
                    <a:pt x="2581" y="1773"/>
                  </a:lnTo>
                  <a:lnTo>
                    <a:pt x="2580" y="1815"/>
                  </a:lnTo>
                  <a:lnTo>
                    <a:pt x="2576" y="1858"/>
                  </a:lnTo>
                  <a:lnTo>
                    <a:pt x="2570" y="1897"/>
                  </a:lnTo>
                  <a:lnTo>
                    <a:pt x="2562" y="1936"/>
                  </a:lnTo>
                  <a:lnTo>
                    <a:pt x="2551" y="1972"/>
                  </a:lnTo>
                  <a:lnTo>
                    <a:pt x="2540" y="2008"/>
                  </a:lnTo>
                  <a:lnTo>
                    <a:pt x="2526" y="2039"/>
                  </a:lnTo>
                  <a:lnTo>
                    <a:pt x="2510" y="2070"/>
                  </a:lnTo>
                  <a:lnTo>
                    <a:pt x="2493" y="2097"/>
                  </a:lnTo>
                  <a:lnTo>
                    <a:pt x="2475" y="2121"/>
                  </a:lnTo>
                  <a:lnTo>
                    <a:pt x="2455" y="2142"/>
                  </a:lnTo>
                  <a:lnTo>
                    <a:pt x="2434" y="2160"/>
                  </a:lnTo>
                  <a:lnTo>
                    <a:pt x="2412" y="2174"/>
                  </a:lnTo>
                  <a:lnTo>
                    <a:pt x="2390" y="2185"/>
                  </a:lnTo>
                  <a:lnTo>
                    <a:pt x="2366" y="2191"/>
                  </a:lnTo>
                  <a:lnTo>
                    <a:pt x="2342" y="2193"/>
                  </a:lnTo>
                  <a:lnTo>
                    <a:pt x="2317" y="2191"/>
                  </a:lnTo>
                  <a:lnTo>
                    <a:pt x="2294" y="2185"/>
                  </a:lnTo>
                  <a:lnTo>
                    <a:pt x="2270" y="2174"/>
                  </a:lnTo>
                  <a:lnTo>
                    <a:pt x="2249" y="2160"/>
                  </a:lnTo>
                  <a:lnTo>
                    <a:pt x="2228" y="2142"/>
                  </a:lnTo>
                  <a:lnTo>
                    <a:pt x="2208" y="2121"/>
                  </a:lnTo>
                  <a:lnTo>
                    <a:pt x="2189" y="2097"/>
                  </a:lnTo>
                  <a:lnTo>
                    <a:pt x="2173" y="2070"/>
                  </a:lnTo>
                  <a:lnTo>
                    <a:pt x="2157" y="2039"/>
                  </a:lnTo>
                  <a:lnTo>
                    <a:pt x="2142" y="2008"/>
                  </a:lnTo>
                  <a:lnTo>
                    <a:pt x="2131" y="1972"/>
                  </a:lnTo>
                  <a:lnTo>
                    <a:pt x="2120" y="1936"/>
                  </a:lnTo>
                  <a:lnTo>
                    <a:pt x="2112" y="1897"/>
                  </a:lnTo>
                  <a:lnTo>
                    <a:pt x="2106" y="1858"/>
                  </a:lnTo>
                  <a:lnTo>
                    <a:pt x="2103" y="1815"/>
                  </a:lnTo>
                  <a:lnTo>
                    <a:pt x="2101" y="1773"/>
                  </a:lnTo>
                  <a:lnTo>
                    <a:pt x="2103" y="1731"/>
                  </a:lnTo>
                  <a:lnTo>
                    <a:pt x="2106" y="1689"/>
                  </a:lnTo>
                  <a:lnTo>
                    <a:pt x="2112" y="1649"/>
                  </a:lnTo>
                  <a:lnTo>
                    <a:pt x="2120" y="1611"/>
                  </a:lnTo>
                  <a:lnTo>
                    <a:pt x="2131" y="1574"/>
                  </a:lnTo>
                  <a:lnTo>
                    <a:pt x="2142" y="1540"/>
                  </a:lnTo>
                  <a:lnTo>
                    <a:pt x="2157" y="1507"/>
                  </a:lnTo>
                  <a:lnTo>
                    <a:pt x="2173" y="1478"/>
                  </a:lnTo>
                  <a:lnTo>
                    <a:pt x="2189" y="1451"/>
                  </a:lnTo>
                  <a:lnTo>
                    <a:pt x="2208" y="1426"/>
                  </a:lnTo>
                  <a:lnTo>
                    <a:pt x="2228" y="1405"/>
                  </a:lnTo>
                  <a:lnTo>
                    <a:pt x="2249" y="1387"/>
                  </a:lnTo>
                  <a:lnTo>
                    <a:pt x="2270" y="1373"/>
                  </a:lnTo>
                  <a:lnTo>
                    <a:pt x="2294" y="1363"/>
                  </a:lnTo>
                  <a:lnTo>
                    <a:pt x="2317" y="1357"/>
                  </a:lnTo>
                  <a:lnTo>
                    <a:pt x="2342" y="1355"/>
                  </a:lnTo>
                  <a:close/>
                  <a:moveTo>
                    <a:pt x="3179" y="819"/>
                  </a:moveTo>
                  <a:lnTo>
                    <a:pt x="3204" y="821"/>
                  </a:lnTo>
                  <a:lnTo>
                    <a:pt x="3227" y="827"/>
                  </a:lnTo>
                  <a:lnTo>
                    <a:pt x="3250" y="838"/>
                  </a:lnTo>
                  <a:lnTo>
                    <a:pt x="3272" y="852"/>
                  </a:lnTo>
                  <a:lnTo>
                    <a:pt x="3293" y="869"/>
                  </a:lnTo>
                  <a:lnTo>
                    <a:pt x="3312" y="890"/>
                  </a:lnTo>
                  <a:lnTo>
                    <a:pt x="3331" y="915"/>
                  </a:lnTo>
                  <a:lnTo>
                    <a:pt x="3348" y="942"/>
                  </a:lnTo>
                  <a:lnTo>
                    <a:pt x="3363" y="971"/>
                  </a:lnTo>
                  <a:lnTo>
                    <a:pt x="3377" y="1004"/>
                  </a:lnTo>
                  <a:lnTo>
                    <a:pt x="3389" y="1038"/>
                  </a:lnTo>
                  <a:lnTo>
                    <a:pt x="3400" y="1076"/>
                  </a:lnTo>
                  <a:lnTo>
                    <a:pt x="3408" y="1113"/>
                  </a:lnTo>
                  <a:lnTo>
                    <a:pt x="3414" y="1153"/>
                  </a:lnTo>
                  <a:lnTo>
                    <a:pt x="3417" y="1195"/>
                  </a:lnTo>
                  <a:lnTo>
                    <a:pt x="3418" y="1237"/>
                  </a:lnTo>
                  <a:lnTo>
                    <a:pt x="3417" y="1280"/>
                  </a:lnTo>
                  <a:lnTo>
                    <a:pt x="3414" y="1322"/>
                  </a:lnTo>
                  <a:lnTo>
                    <a:pt x="3408" y="1362"/>
                  </a:lnTo>
                  <a:lnTo>
                    <a:pt x="3400" y="1399"/>
                  </a:lnTo>
                  <a:lnTo>
                    <a:pt x="3389" y="1437"/>
                  </a:lnTo>
                  <a:lnTo>
                    <a:pt x="3377" y="1471"/>
                  </a:lnTo>
                  <a:lnTo>
                    <a:pt x="3363" y="1503"/>
                  </a:lnTo>
                  <a:lnTo>
                    <a:pt x="3348" y="1533"/>
                  </a:lnTo>
                  <a:lnTo>
                    <a:pt x="3331" y="1560"/>
                  </a:lnTo>
                  <a:lnTo>
                    <a:pt x="3312" y="1584"/>
                  </a:lnTo>
                  <a:lnTo>
                    <a:pt x="3293" y="1605"/>
                  </a:lnTo>
                  <a:lnTo>
                    <a:pt x="3272" y="1623"/>
                  </a:lnTo>
                  <a:lnTo>
                    <a:pt x="3250" y="1637"/>
                  </a:lnTo>
                  <a:lnTo>
                    <a:pt x="3227" y="1648"/>
                  </a:lnTo>
                  <a:lnTo>
                    <a:pt x="3204" y="1654"/>
                  </a:lnTo>
                  <a:lnTo>
                    <a:pt x="3179" y="1656"/>
                  </a:lnTo>
                  <a:lnTo>
                    <a:pt x="3155" y="1654"/>
                  </a:lnTo>
                  <a:lnTo>
                    <a:pt x="3131" y="1648"/>
                  </a:lnTo>
                  <a:lnTo>
                    <a:pt x="3108" y="1637"/>
                  </a:lnTo>
                  <a:lnTo>
                    <a:pt x="3087" y="1623"/>
                  </a:lnTo>
                  <a:lnTo>
                    <a:pt x="3066" y="1605"/>
                  </a:lnTo>
                  <a:lnTo>
                    <a:pt x="3046" y="1584"/>
                  </a:lnTo>
                  <a:lnTo>
                    <a:pt x="3027" y="1560"/>
                  </a:lnTo>
                  <a:lnTo>
                    <a:pt x="3011" y="1533"/>
                  </a:lnTo>
                  <a:lnTo>
                    <a:pt x="2994" y="1503"/>
                  </a:lnTo>
                  <a:lnTo>
                    <a:pt x="2980" y="1471"/>
                  </a:lnTo>
                  <a:lnTo>
                    <a:pt x="2968" y="1437"/>
                  </a:lnTo>
                  <a:lnTo>
                    <a:pt x="2958" y="1399"/>
                  </a:lnTo>
                  <a:lnTo>
                    <a:pt x="2950" y="1362"/>
                  </a:lnTo>
                  <a:lnTo>
                    <a:pt x="2944" y="1322"/>
                  </a:lnTo>
                  <a:lnTo>
                    <a:pt x="2940" y="1280"/>
                  </a:lnTo>
                  <a:lnTo>
                    <a:pt x="2939" y="1237"/>
                  </a:lnTo>
                  <a:lnTo>
                    <a:pt x="2940" y="1195"/>
                  </a:lnTo>
                  <a:lnTo>
                    <a:pt x="2944" y="1153"/>
                  </a:lnTo>
                  <a:lnTo>
                    <a:pt x="2950" y="1113"/>
                  </a:lnTo>
                  <a:lnTo>
                    <a:pt x="2958" y="1076"/>
                  </a:lnTo>
                  <a:lnTo>
                    <a:pt x="2968" y="1038"/>
                  </a:lnTo>
                  <a:lnTo>
                    <a:pt x="2980" y="1004"/>
                  </a:lnTo>
                  <a:lnTo>
                    <a:pt x="2994" y="971"/>
                  </a:lnTo>
                  <a:lnTo>
                    <a:pt x="3011" y="942"/>
                  </a:lnTo>
                  <a:lnTo>
                    <a:pt x="3027" y="915"/>
                  </a:lnTo>
                  <a:lnTo>
                    <a:pt x="3046" y="890"/>
                  </a:lnTo>
                  <a:lnTo>
                    <a:pt x="3066" y="869"/>
                  </a:lnTo>
                  <a:lnTo>
                    <a:pt x="3087" y="852"/>
                  </a:lnTo>
                  <a:lnTo>
                    <a:pt x="3108" y="838"/>
                  </a:lnTo>
                  <a:lnTo>
                    <a:pt x="3131" y="827"/>
                  </a:lnTo>
                  <a:lnTo>
                    <a:pt x="3155" y="821"/>
                  </a:lnTo>
                  <a:lnTo>
                    <a:pt x="3179" y="819"/>
                  </a:lnTo>
                  <a:close/>
                  <a:moveTo>
                    <a:pt x="3246" y="2144"/>
                  </a:moveTo>
                  <a:lnTo>
                    <a:pt x="3271" y="2146"/>
                  </a:lnTo>
                  <a:lnTo>
                    <a:pt x="3294" y="2152"/>
                  </a:lnTo>
                  <a:lnTo>
                    <a:pt x="3316" y="2162"/>
                  </a:lnTo>
                  <a:lnTo>
                    <a:pt x="3339" y="2176"/>
                  </a:lnTo>
                  <a:lnTo>
                    <a:pt x="3360" y="2194"/>
                  </a:lnTo>
                  <a:lnTo>
                    <a:pt x="3380" y="2215"/>
                  </a:lnTo>
                  <a:lnTo>
                    <a:pt x="3397" y="2240"/>
                  </a:lnTo>
                  <a:lnTo>
                    <a:pt x="3415" y="2267"/>
                  </a:lnTo>
                  <a:lnTo>
                    <a:pt x="3430" y="2296"/>
                  </a:lnTo>
                  <a:lnTo>
                    <a:pt x="3444" y="2329"/>
                  </a:lnTo>
                  <a:lnTo>
                    <a:pt x="3456" y="2363"/>
                  </a:lnTo>
                  <a:lnTo>
                    <a:pt x="3466" y="2400"/>
                  </a:lnTo>
                  <a:lnTo>
                    <a:pt x="3475" y="2438"/>
                  </a:lnTo>
                  <a:lnTo>
                    <a:pt x="3480" y="2478"/>
                  </a:lnTo>
                  <a:lnTo>
                    <a:pt x="3484" y="2520"/>
                  </a:lnTo>
                  <a:lnTo>
                    <a:pt x="3485" y="2562"/>
                  </a:lnTo>
                  <a:lnTo>
                    <a:pt x="3484" y="2604"/>
                  </a:lnTo>
                  <a:lnTo>
                    <a:pt x="3480" y="2647"/>
                  </a:lnTo>
                  <a:lnTo>
                    <a:pt x="3475" y="2686"/>
                  </a:lnTo>
                  <a:lnTo>
                    <a:pt x="3466" y="2725"/>
                  </a:lnTo>
                  <a:lnTo>
                    <a:pt x="3456" y="2762"/>
                  </a:lnTo>
                  <a:lnTo>
                    <a:pt x="3444" y="2796"/>
                  </a:lnTo>
                  <a:lnTo>
                    <a:pt x="3430" y="2828"/>
                  </a:lnTo>
                  <a:lnTo>
                    <a:pt x="3415" y="2858"/>
                  </a:lnTo>
                  <a:lnTo>
                    <a:pt x="3397" y="2886"/>
                  </a:lnTo>
                  <a:lnTo>
                    <a:pt x="3380" y="2909"/>
                  </a:lnTo>
                  <a:lnTo>
                    <a:pt x="3360" y="2930"/>
                  </a:lnTo>
                  <a:lnTo>
                    <a:pt x="3339" y="2949"/>
                  </a:lnTo>
                  <a:lnTo>
                    <a:pt x="3316" y="2963"/>
                  </a:lnTo>
                  <a:lnTo>
                    <a:pt x="3294" y="2974"/>
                  </a:lnTo>
                  <a:lnTo>
                    <a:pt x="3271" y="2980"/>
                  </a:lnTo>
                  <a:lnTo>
                    <a:pt x="3246" y="2982"/>
                  </a:lnTo>
                  <a:lnTo>
                    <a:pt x="3222" y="2980"/>
                  </a:lnTo>
                  <a:lnTo>
                    <a:pt x="3198" y="2974"/>
                  </a:lnTo>
                  <a:lnTo>
                    <a:pt x="3176" y="2963"/>
                  </a:lnTo>
                  <a:lnTo>
                    <a:pt x="3154" y="2949"/>
                  </a:lnTo>
                  <a:lnTo>
                    <a:pt x="3133" y="2930"/>
                  </a:lnTo>
                  <a:lnTo>
                    <a:pt x="3113" y="2909"/>
                  </a:lnTo>
                  <a:lnTo>
                    <a:pt x="3095" y="2886"/>
                  </a:lnTo>
                  <a:lnTo>
                    <a:pt x="3077" y="2858"/>
                  </a:lnTo>
                  <a:lnTo>
                    <a:pt x="3062" y="2828"/>
                  </a:lnTo>
                  <a:lnTo>
                    <a:pt x="3048" y="2796"/>
                  </a:lnTo>
                  <a:lnTo>
                    <a:pt x="3036" y="2762"/>
                  </a:lnTo>
                  <a:lnTo>
                    <a:pt x="3026" y="2725"/>
                  </a:lnTo>
                  <a:lnTo>
                    <a:pt x="3018" y="2686"/>
                  </a:lnTo>
                  <a:lnTo>
                    <a:pt x="3012" y="2647"/>
                  </a:lnTo>
                  <a:lnTo>
                    <a:pt x="3008" y="2604"/>
                  </a:lnTo>
                  <a:lnTo>
                    <a:pt x="3007" y="2562"/>
                  </a:lnTo>
                  <a:lnTo>
                    <a:pt x="3008" y="2520"/>
                  </a:lnTo>
                  <a:lnTo>
                    <a:pt x="3012" y="2478"/>
                  </a:lnTo>
                  <a:lnTo>
                    <a:pt x="3018" y="2438"/>
                  </a:lnTo>
                  <a:lnTo>
                    <a:pt x="3026" y="2400"/>
                  </a:lnTo>
                  <a:lnTo>
                    <a:pt x="3036" y="2363"/>
                  </a:lnTo>
                  <a:lnTo>
                    <a:pt x="3048" y="2329"/>
                  </a:lnTo>
                  <a:lnTo>
                    <a:pt x="3062" y="2296"/>
                  </a:lnTo>
                  <a:lnTo>
                    <a:pt x="3077" y="2267"/>
                  </a:lnTo>
                  <a:lnTo>
                    <a:pt x="3095" y="2240"/>
                  </a:lnTo>
                  <a:lnTo>
                    <a:pt x="3113" y="2215"/>
                  </a:lnTo>
                  <a:lnTo>
                    <a:pt x="3133" y="2194"/>
                  </a:lnTo>
                  <a:lnTo>
                    <a:pt x="3154" y="2176"/>
                  </a:lnTo>
                  <a:lnTo>
                    <a:pt x="3176" y="2162"/>
                  </a:lnTo>
                  <a:lnTo>
                    <a:pt x="3198" y="2152"/>
                  </a:lnTo>
                  <a:lnTo>
                    <a:pt x="3222" y="2146"/>
                  </a:lnTo>
                  <a:lnTo>
                    <a:pt x="3246" y="214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80930" name="Freeform 48"/>
            <p:cNvSpPr>
              <a:spLocks/>
            </p:cNvSpPr>
            <p:nvPr/>
          </p:nvSpPr>
          <p:spPr bwMode="auto">
            <a:xfrm>
              <a:off x="1267" y="1588"/>
              <a:ext cx="87" cy="52"/>
            </a:xfrm>
            <a:custGeom>
              <a:avLst/>
              <a:gdLst>
                <a:gd name="T0" fmla="*/ 3 w 437"/>
                <a:gd name="T1" fmla="*/ 2 h 260"/>
                <a:gd name="T2" fmla="*/ 3 w 437"/>
                <a:gd name="T3" fmla="*/ 2 h 260"/>
                <a:gd name="T4" fmla="*/ 3 w 437"/>
                <a:gd name="T5" fmla="*/ 2 h 260"/>
                <a:gd name="T6" fmla="*/ 3 w 437"/>
                <a:gd name="T7" fmla="*/ 2 h 260"/>
                <a:gd name="T8" fmla="*/ 3 w 437"/>
                <a:gd name="T9" fmla="*/ 1 h 260"/>
                <a:gd name="T10" fmla="*/ 3 w 437"/>
                <a:gd name="T11" fmla="*/ 1 h 260"/>
                <a:gd name="T12" fmla="*/ 3 w 437"/>
                <a:gd name="T13" fmla="*/ 1 h 260"/>
                <a:gd name="T14" fmla="*/ 3 w 437"/>
                <a:gd name="T15" fmla="*/ 1 h 260"/>
                <a:gd name="T16" fmla="*/ 3 w 437"/>
                <a:gd name="T17" fmla="*/ 1 h 260"/>
                <a:gd name="T18" fmla="*/ 2 w 437"/>
                <a:gd name="T19" fmla="*/ 1 h 260"/>
                <a:gd name="T20" fmla="*/ 2 w 437"/>
                <a:gd name="T21" fmla="*/ 0 h 260"/>
                <a:gd name="T22" fmla="*/ 2 w 437"/>
                <a:gd name="T23" fmla="*/ 0 h 260"/>
                <a:gd name="T24" fmla="*/ 2 w 437"/>
                <a:gd name="T25" fmla="*/ 0 h 260"/>
                <a:gd name="T26" fmla="*/ 1 w 437"/>
                <a:gd name="T27" fmla="*/ 0 h 260"/>
                <a:gd name="T28" fmla="*/ 1 w 437"/>
                <a:gd name="T29" fmla="*/ 0 h 260"/>
                <a:gd name="T30" fmla="*/ 1 w 437"/>
                <a:gd name="T31" fmla="*/ 0 h 260"/>
                <a:gd name="T32" fmla="*/ 0 w 437"/>
                <a:gd name="T33" fmla="*/ 0 h 260"/>
                <a:gd name="T34" fmla="*/ 0 w 437"/>
                <a:gd name="T35" fmla="*/ 0 h 260"/>
                <a:gd name="T36" fmla="*/ 0 w 437"/>
                <a:gd name="T37" fmla="*/ 0 h 260"/>
                <a:gd name="T38" fmla="*/ 0 w 437"/>
                <a:gd name="T39" fmla="*/ 0 h 260"/>
                <a:gd name="T40" fmla="*/ 1 w 437"/>
                <a:gd name="T41" fmla="*/ 0 h 260"/>
                <a:gd name="T42" fmla="*/ 1 w 437"/>
                <a:gd name="T43" fmla="*/ 0 h 260"/>
                <a:gd name="T44" fmla="*/ 1 w 437"/>
                <a:gd name="T45" fmla="*/ 0 h 260"/>
                <a:gd name="T46" fmla="*/ 2 w 437"/>
                <a:gd name="T47" fmla="*/ 0 h 260"/>
                <a:gd name="T48" fmla="*/ 2 w 437"/>
                <a:gd name="T49" fmla="*/ 0 h 260"/>
                <a:gd name="T50" fmla="*/ 2 w 437"/>
                <a:gd name="T51" fmla="*/ 1 h 260"/>
                <a:gd name="T52" fmla="*/ 2 w 437"/>
                <a:gd name="T53" fmla="*/ 1 h 260"/>
                <a:gd name="T54" fmla="*/ 3 w 437"/>
                <a:gd name="T55" fmla="*/ 1 h 260"/>
                <a:gd name="T56" fmla="*/ 3 w 437"/>
                <a:gd name="T57" fmla="*/ 1 h 260"/>
                <a:gd name="T58" fmla="*/ 3 w 437"/>
                <a:gd name="T59" fmla="*/ 1 h 260"/>
                <a:gd name="T60" fmla="*/ 3 w 437"/>
                <a:gd name="T61" fmla="*/ 1 h 260"/>
                <a:gd name="T62" fmla="*/ 3 w 437"/>
                <a:gd name="T63" fmla="*/ 1 h 260"/>
                <a:gd name="T64" fmla="*/ 3 w 437"/>
                <a:gd name="T65" fmla="*/ 2 h 260"/>
                <a:gd name="T66" fmla="*/ 3 w 437"/>
                <a:gd name="T67" fmla="*/ 2 h 260"/>
                <a:gd name="T68" fmla="*/ 3 w 437"/>
                <a:gd name="T69" fmla="*/ 2 h 260"/>
                <a:gd name="T70" fmla="*/ 3 w 437"/>
                <a:gd name="T71" fmla="*/ 2 h 260"/>
                <a:gd name="T72" fmla="*/ 3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437" y="260"/>
                  </a:moveTo>
                  <a:lnTo>
                    <a:pt x="437" y="260"/>
                  </a:lnTo>
                  <a:lnTo>
                    <a:pt x="434" y="233"/>
                  </a:lnTo>
                  <a:lnTo>
                    <a:pt x="427" y="206"/>
                  </a:lnTo>
                  <a:lnTo>
                    <a:pt x="417" y="181"/>
                  </a:lnTo>
                  <a:lnTo>
                    <a:pt x="401" y="157"/>
                  </a:lnTo>
                  <a:lnTo>
                    <a:pt x="383" y="133"/>
                  </a:lnTo>
                  <a:lnTo>
                    <a:pt x="360" y="113"/>
                  </a:lnTo>
                  <a:lnTo>
                    <a:pt x="336" y="93"/>
                  </a:lnTo>
                  <a:lnTo>
                    <a:pt x="308" y="73"/>
                  </a:lnTo>
                  <a:lnTo>
                    <a:pt x="276" y="58"/>
                  </a:lnTo>
                  <a:lnTo>
                    <a:pt x="242" y="43"/>
                  </a:lnTo>
                  <a:lnTo>
                    <a:pt x="207" y="30"/>
                  </a:lnTo>
                  <a:lnTo>
                    <a:pt x="168" y="19"/>
                  </a:lnTo>
                  <a:lnTo>
                    <a:pt x="128" y="11"/>
                  </a:lnTo>
                  <a:lnTo>
                    <a:pt x="87" y="4"/>
                  </a:lnTo>
                  <a:lnTo>
                    <a:pt x="43" y="1"/>
                  </a:lnTo>
                  <a:lnTo>
                    <a:pt x="0" y="0"/>
                  </a:lnTo>
                  <a:lnTo>
                    <a:pt x="0" y="11"/>
                  </a:lnTo>
                  <a:lnTo>
                    <a:pt x="43" y="12"/>
                  </a:lnTo>
                  <a:lnTo>
                    <a:pt x="85" y="16"/>
                  </a:lnTo>
                  <a:lnTo>
                    <a:pt x="126" y="23"/>
                  </a:lnTo>
                  <a:lnTo>
                    <a:pt x="166" y="31"/>
                  </a:lnTo>
                  <a:lnTo>
                    <a:pt x="202" y="42"/>
                  </a:lnTo>
                  <a:lnTo>
                    <a:pt x="237" y="55"/>
                  </a:lnTo>
                  <a:lnTo>
                    <a:pt x="271" y="70"/>
                  </a:lnTo>
                  <a:lnTo>
                    <a:pt x="301" y="85"/>
                  </a:lnTo>
                  <a:lnTo>
                    <a:pt x="329" y="103"/>
                  </a:lnTo>
                  <a:lnTo>
                    <a:pt x="353" y="123"/>
                  </a:lnTo>
                  <a:lnTo>
                    <a:pt x="373" y="143"/>
                  </a:lnTo>
                  <a:lnTo>
                    <a:pt x="392" y="164"/>
                  </a:lnTo>
                  <a:lnTo>
                    <a:pt x="405" y="186"/>
                  </a:lnTo>
                  <a:lnTo>
                    <a:pt x="415" y="211"/>
                  </a:lnTo>
                  <a:lnTo>
                    <a:pt x="422" y="235"/>
                  </a:lnTo>
                  <a:lnTo>
                    <a:pt x="425" y="260"/>
                  </a:lnTo>
                  <a:lnTo>
                    <a:pt x="437"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80931" name="Freeform 49"/>
            <p:cNvSpPr>
              <a:spLocks/>
            </p:cNvSpPr>
            <p:nvPr/>
          </p:nvSpPr>
          <p:spPr bwMode="auto">
            <a:xfrm>
              <a:off x="1267" y="1640"/>
              <a:ext cx="87" cy="52"/>
            </a:xfrm>
            <a:custGeom>
              <a:avLst/>
              <a:gdLst>
                <a:gd name="T0" fmla="*/ 0 w 437"/>
                <a:gd name="T1" fmla="*/ 2 h 260"/>
                <a:gd name="T2" fmla="*/ 0 w 437"/>
                <a:gd name="T3" fmla="*/ 2 h 260"/>
                <a:gd name="T4" fmla="*/ 0 w 437"/>
                <a:gd name="T5" fmla="*/ 2 h 260"/>
                <a:gd name="T6" fmla="*/ 1 w 437"/>
                <a:gd name="T7" fmla="*/ 2 h 260"/>
                <a:gd name="T8" fmla="*/ 1 w 437"/>
                <a:gd name="T9" fmla="*/ 2 h 260"/>
                <a:gd name="T10" fmla="*/ 1 w 437"/>
                <a:gd name="T11" fmla="*/ 2 h 260"/>
                <a:gd name="T12" fmla="*/ 2 w 437"/>
                <a:gd name="T13" fmla="*/ 2 h 260"/>
                <a:gd name="T14" fmla="*/ 2 w 437"/>
                <a:gd name="T15" fmla="*/ 2 h 260"/>
                <a:gd name="T16" fmla="*/ 2 w 437"/>
                <a:gd name="T17" fmla="*/ 2 h 260"/>
                <a:gd name="T18" fmla="*/ 2 w 437"/>
                <a:gd name="T19" fmla="*/ 1 h 260"/>
                <a:gd name="T20" fmla="*/ 3 w 437"/>
                <a:gd name="T21" fmla="*/ 1 h 260"/>
                <a:gd name="T22" fmla="*/ 3 w 437"/>
                <a:gd name="T23" fmla="*/ 1 h 260"/>
                <a:gd name="T24" fmla="*/ 3 w 437"/>
                <a:gd name="T25" fmla="*/ 1 h 260"/>
                <a:gd name="T26" fmla="*/ 3 w 437"/>
                <a:gd name="T27" fmla="*/ 1 h 260"/>
                <a:gd name="T28" fmla="*/ 3 w 437"/>
                <a:gd name="T29" fmla="*/ 1 h 260"/>
                <a:gd name="T30" fmla="*/ 3 w 437"/>
                <a:gd name="T31" fmla="*/ 0 h 260"/>
                <a:gd name="T32" fmla="*/ 3 w 437"/>
                <a:gd name="T33" fmla="*/ 0 h 260"/>
                <a:gd name="T34" fmla="*/ 3 w 437"/>
                <a:gd name="T35" fmla="*/ 0 h 260"/>
                <a:gd name="T36" fmla="*/ 3 w 437"/>
                <a:gd name="T37" fmla="*/ 0 h 260"/>
                <a:gd name="T38" fmla="*/ 3 w 437"/>
                <a:gd name="T39" fmla="*/ 0 h 260"/>
                <a:gd name="T40" fmla="*/ 3 w 437"/>
                <a:gd name="T41" fmla="*/ 0 h 260"/>
                <a:gd name="T42" fmla="*/ 3 w 437"/>
                <a:gd name="T43" fmla="*/ 1 h 260"/>
                <a:gd name="T44" fmla="*/ 3 w 437"/>
                <a:gd name="T45" fmla="*/ 1 h 260"/>
                <a:gd name="T46" fmla="*/ 3 w 437"/>
                <a:gd name="T47" fmla="*/ 1 h 260"/>
                <a:gd name="T48" fmla="*/ 3 w 437"/>
                <a:gd name="T49" fmla="*/ 1 h 260"/>
                <a:gd name="T50" fmla="*/ 3 w 437"/>
                <a:gd name="T51" fmla="*/ 1 h 260"/>
                <a:gd name="T52" fmla="*/ 2 w 437"/>
                <a:gd name="T53" fmla="*/ 1 h 260"/>
                <a:gd name="T54" fmla="*/ 2 w 437"/>
                <a:gd name="T55" fmla="*/ 2 h 260"/>
                <a:gd name="T56" fmla="*/ 2 w 437"/>
                <a:gd name="T57" fmla="*/ 2 h 260"/>
                <a:gd name="T58" fmla="*/ 2 w 437"/>
                <a:gd name="T59" fmla="*/ 2 h 260"/>
                <a:gd name="T60" fmla="*/ 1 w 437"/>
                <a:gd name="T61" fmla="*/ 2 h 260"/>
                <a:gd name="T62" fmla="*/ 1 w 437"/>
                <a:gd name="T63" fmla="*/ 2 h 260"/>
                <a:gd name="T64" fmla="*/ 1 w 437"/>
                <a:gd name="T65" fmla="*/ 2 h 260"/>
                <a:gd name="T66" fmla="*/ 0 w 437"/>
                <a:gd name="T67" fmla="*/ 2 h 260"/>
                <a:gd name="T68" fmla="*/ 0 w 437"/>
                <a:gd name="T69" fmla="*/ 2 h 260"/>
                <a:gd name="T70" fmla="*/ 0 w 437"/>
                <a:gd name="T71" fmla="*/ 2 h 260"/>
                <a:gd name="T72" fmla="*/ 0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0" y="260"/>
                  </a:moveTo>
                  <a:lnTo>
                    <a:pt x="0" y="260"/>
                  </a:lnTo>
                  <a:lnTo>
                    <a:pt x="43" y="259"/>
                  </a:lnTo>
                  <a:lnTo>
                    <a:pt x="87" y="255"/>
                  </a:lnTo>
                  <a:lnTo>
                    <a:pt x="128" y="248"/>
                  </a:lnTo>
                  <a:lnTo>
                    <a:pt x="168" y="240"/>
                  </a:lnTo>
                  <a:lnTo>
                    <a:pt x="207" y="230"/>
                  </a:lnTo>
                  <a:lnTo>
                    <a:pt x="242" y="217"/>
                  </a:lnTo>
                  <a:lnTo>
                    <a:pt x="276" y="202"/>
                  </a:lnTo>
                  <a:lnTo>
                    <a:pt x="308" y="185"/>
                  </a:lnTo>
                  <a:lnTo>
                    <a:pt x="336" y="166"/>
                  </a:lnTo>
                  <a:lnTo>
                    <a:pt x="360" y="146"/>
                  </a:lnTo>
                  <a:lnTo>
                    <a:pt x="383" y="125"/>
                  </a:lnTo>
                  <a:lnTo>
                    <a:pt x="401" y="102"/>
                  </a:lnTo>
                  <a:lnTo>
                    <a:pt x="417" y="77"/>
                  </a:lnTo>
                  <a:lnTo>
                    <a:pt x="427" y="53"/>
                  </a:lnTo>
                  <a:lnTo>
                    <a:pt x="434" y="27"/>
                  </a:lnTo>
                  <a:lnTo>
                    <a:pt x="437" y="0"/>
                  </a:lnTo>
                  <a:lnTo>
                    <a:pt x="425" y="0"/>
                  </a:lnTo>
                  <a:lnTo>
                    <a:pt x="422" y="24"/>
                  </a:lnTo>
                  <a:lnTo>
                    <a:pt x="415" y="48"/>
                  </a:lnTo>
                  <a:lnTo>
                    <a:pt x="405" y="73"/>
                  </a:lnTo>
                  <a:lnTo>
                    <a:pt x="392" y="95"/>
                  </a:lnTo>
                  <a:lnTo>
                    <a:pt x="373" y="116"/>
                  </a:lnTo>
                  <a:lnTo>
                    <a:pt x="353" y="137"/>
                  </a:lnTo>
                  <a:lnTo>
                    <a:pt x="329" y="157"/>
                  </a:lnTo>
                  <a:lnTo>
                    <a:pt x="301" y="173"/>
                  </a:lnTo>
                  <a:lnTo>
                    <a:pt x="271" y="190"/>
                  </a:lnTo>
                  <a:lnTo>
                    <a:pt x="237" y="205"/>
                  </a:lnTo>
                  <a:lnTo>
                    <a:pt x="202" y="218"/>
                  </a:lnTo>
                  <a:lnTo>
                    <a:pt x="166" y="228"/>
                  </a:lnTo>
                  <a:lnTo>
                    <a:pt x="126" y="237"/>
                  </a:lnTo>
                  <a:lnTo>
                    <a:pt x="85" y="244"/>
                  </a:lnTo>
                  <a:lnTo>
                    <a:pt x="43" y="247"/>
                  </a:lnTo>
                  <a:lnTo>
                    <a:pt x="0" y="248"/>
                  </a:lnTo>
                  <a:lnTo>
                    <a:pt x="0"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80932" name="Freeform 50"/>
            <p:cNvSpPr>
              <a:spLocks/>
            </p:cNvSpPr>
            <p:nvPr/>
          </p:nvSpPr>
          <p:spPr bwMode="auto">
            <a:xfrm>
              <a:off x="1179" y="1640"/>
              <a:ext cx="88" cy="52"/>
            </a:xfrm>
            <a:custGeom>
              <a:avLst/>
              <a:gdLst>
                <a:gd name="T0" fmla="*/ 0 w 439"/>
                <a:gd name="T1" fmla="*/ 0 h 260"/>
                <a:gd name="T2" fmla="*/ 0 w 439"/>
                <a:gd name="T3" fmla="*/ 0 h 260"/>
                <a:gd name="T4" fmla="*/ 0 w 439"/>
                <a:gd name="T5" fmla="*/ 0 h 260"/>
                <a:gd name="T6" fmla="*/ 0 w 439"/>
                <a:gd name="T7" fmla="*/ 0 h 260"/>
                <a:gd name="T8" fmla="*/ 0 w 439"/>
                <a:gd name="T9" fmla="*/ 1 h 260"/>
                <a:gd name="T10" fmla="*/ 0 w 439"/>
                <a:gd name="T11" fmla="*/ 1 h 260"/>
                <a:gd name="T12" fmla="*/ 0 w 439"/>
                <a:gd name="T13" fmla="*/ 1 h 260"/>
                <a:gd name="T14" fmla="*/ 1 w 439"/>
                <a:gd name="T15" fmla="*/ 1 h 260"/>
                <a:gd name="T16" fmla="*/ 1 w 439"/>
                <a:gd name="T17" fmla="*/ 1 h 260"/>
                <a:gd name="T18" fmla="*/ 1 w 439"/>
                <a:gd name="T19" fmla="*/ 1 h 260"/>
                <a:gd name="T20" fmla="*/ 1 w 439"/>
                <a:gd name="T21" fmla="*/ 2 h 260"/>
                <a:gd name="T22" fmla="*/ 2 w 439"/>
                <a:gd name="T23" fmla="*/ 2 h 260"/>
                <a:gd name="T24" fmla="*/ 2 w 439"/>
                <a:gd name="T25" fmla="*/ 2 h 260"/>
                <a:gd name="T26" fmla="*/ 2 w 439"/>
                <a:gd name="T27" fmla="*/ 2 h 260"/>
                <a:gd name="T28" fmla="*/ 2 w 439"/>
                <a:gd name="T29" fmla="*/ 2 h 260"/>
                <a:gd name="T30" fmla="*/ 3 w 439"/>
                <a:gd name="T31" fmla="*/ 2 h 260"/>
                <a:gd name="T32" fmla="*/ 3 w 439"/>
                <a:gd name="T33" fmla="*/ 2 h 260"/>
                <a:gd name="T34" fmla="*/ 4 w 439"/>
                <a:gd name="T35" fmla="*/ 2 h 260"/>
                <a:gd name="T36" fmla="*/ 4 w 439"/>
                <a:gd name="T37" fmla="*/ 2 h 260"/>
                <a:gd name="T38" fmla="*/ 3 w 439"/>
                <a:gd name="T39" fmla="*/ 2 h 260"/>
                <a:gd name="T40" fmla="*/ 3 w 439"/>
                <a:gd name="T41" fmla="*/ 2 h 260"/>
                <a:gd name="T42" fmla="*/ 3 w 439"/>
                <a:gd name="T43" fmla="*/ 2 h 260"/>
                <a:gd name="T44" fmla="*/ 2 w 439"/>
                <a:gd name="T45" fmla="*/ 2 h 260"/>
                <a:gd name="T46" fmla="*/ 2 w 439"/>
                <a:gd name="T47" fmla="*/ 2 h 260"/>
                <a:gd name="T48" fmla="*/ 2 w 439"/>
                <a:gd name="T49" fmla="*/ 2 h 260"/>
                <a:gd name="T50" fmla="*/ 1 w 439"/>
                <a:gd name="T51" fmla="*/ 2 h 260"/>
                <a:gd name="T52" fmla="*/ 1 w 439"/>
                <a:gd name="T53" fmla="*/ 1 h 260"/>
                <a:gd name="T54" fmla="*/ 1 w 439"/>
                <a:gd name="T55" fmla="*/ 1 h 260"/>
                <a:gd name="T56" fmla="*/ 1 w 439"/>
                <a:gd name="T57" fmla="*/ 1 h 260"/>
                <a:gd name="T58" fmla="*/ 1 w 439"/>
                <a:gd name="T59" fmla="*/ 1 h 260"/>
                <a:gd name="T60" fmla="*/ 0 w 439"/>
                <a:gd name="T61" fmla="*/ 1 h 260"/>
                <a:gd name="T62" fmla="*/ 0 w 439"/>
                <a:gd name="T63" fmla="*/ 1 h 260"/>
                <a:gd name="T64" fmla="*/ 0 w 439"/>
                <a:gd name="T65" fmla="*/ 0 h 260"/>
                <a:gd name="T66" fmla="*/ 0 w 439"/>
                <a:gd name="T67" fmla="*/ 0 h 260"/>
                <a:gd name="T68" fmla="*/ 0 w 439"/>
                <a:gd name="T69" fmla="*/ 0 h 260"/>
                <a:gd name="T70" fmla="*/ 0 w 439"/>
                <a:gd name="T71" fmla="*/ 0 h 260"/>
                <a:gd name="T72" fmla="*/ 0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0" y="0"/>
                  </a:moveTo>
                  <a:lnTo>
                    <a:pt x="0" y="0"/>
                  </a:lnTo>
                  <a:lnTo>
                    <a:pt x="3" y="27"/>
                  </a:lnTo>
                  <a:lnTo>
                    <a:pt x="10" y="53"/>
                  </a:lnTo>
                  <a:lnTo>
                    <a:pt x="20" y="77"/>
                  </a:lnTo>
                  <a:lnTo>
                    <a:pt x="35" y="102"/>
                  </a:lnTo>
                  <a:lnTo>
                    <a:pt x="54" y="125"/>
                  </a:lnTo>
                  <a:lnTo>
                    <a:pt x="76" y="146"/>
                  </a:lnTo>
                  <a:lnTo>
                    <a:pt x="102" y="166"/>
                  </a:lnTo>
                  <a:lnTo>
                    <a:pt x="130" y="185"/>
                  </a:lnTo>
                  <a:lnTo>
                    <a:pt x="162" y="202"/>
                  </a:lnTo>
                  <a:lnTo>
                    <a:pt x="195" y="217"/>
                  </a:lnTo>
                  <a:lnTo>
                    <a:pt x="231" y="230"/>
                  </a:lnTo>
                  <a:lnTo>
                    <a:pt x="270" y="240"/>
                  </a:lnTo>
                  <a:lnTo>
                    <a:pt x="310" y="248"/>
                  </a:lnTo>
                  <a:lnTo>
                    <a:pt x="351" y="255"/>
                  </a:lnTo>
                  <a:lnTo>
                    <a:pt x="395" y="259"/>
                  </a:lnTo>
                  <a:lnTo>
                    <a:pt x="439" y="260"/>
                  </a:lnTo>
                  <a:lnTo>
                    <a:pt x="439" y="248"/>
                  </a:lnTo>
                  <a:lnTo>
                    <a:pt x="395" y="247"/>
                  </a:lnTo>
                  <a:lnTo>
                    <a:pt x="353" y="244"/>
                  </a:lnTo>
                  <a:lnTo>
                    <a:pt x="312" y="237"/>
                  </a:lnTo>
                  <a:lnTo>
                    <a:pt x="272" y="228"/>
                  </a:lnTo>
                  <a:lnTo>
                    <a:pt x="236" y="218"/>
                  </a:lnTo>
                  <a:lnTo>
                    <a:pt x="200" y="205"/>
                  </a:lnTo>
                  <a:lnTo>
                    <a:pt x="167" y="190"/>
                  </a:lnTo>
                  <a:lnTo>
                    <a:pt x="137" y="173"/>
                  </a:lnTo>
                  <a:lnTo>
                    <a:pt x="109" y="157"/>
                  </a:lnTo>
                  <a:lnTo>
                    <a:pt x="84" y="137"/>
                  </a:lnTo>
                  <a:lnTo>
                    <a:pt x="64" y="116"/>
                  </a:lnTo>
                  <a:lnTo>
                    <a:pt x="45" y="95"/>
                  </a:lnTo>
                  <a:lnTo>
                    <a:pt x="32" y="73"/>
                  </a:lnTo>
                  <a:lnTo>
                    <a:pt x="21" y="48"/>
                  </a:lnTo>
                  <a:lnTo>
                    <a:pt x="14" y="24"/>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80933" name="Freeform 51"/>
            <p:cNvSpPr>
              <a:spLocks/>
            </p:cNvSpPr>
            <p:nvPr/>
          </p:nvSpPr>
          <p:spPr bwMode="auto">
            <a:xfrm>
              <a:off x="1179" y="1588"/>
              <a:ext cx="88" cy="52"/>
            </a:xfrm>
            <a:custGeom>
              <a:avLst/>
              <a:gdLst>
                <a:gd name="T0" fmla="*/ 4 w 439"/>
                <a:gd name="T1" fmla="*/ 0 h 260"/>
                <a:gd name="T2" fmla="*/ 4 w 439"/>
                <a:gd name="T3" fmla="*/ 0 h 260"/>
                <a:gd name="T4" fmla="*/ 3 w 439"/>
                <a:gd name="T5" fmla="*/ 0 h 260"/>
                <a:gd name="T6" fmla="*/ 3 w 439"/>
                <a:gd name="T7" fmla="*/ 0 h 260"/>
                <a:gd name="T8" fmla="*/ 2 w 439"/>
                <a:gd name="T9" fmla="*/ 0 h 260"/>
                <a:gd name="T10" fmla="*/ 2 w 439"/>
                <a:gd name="T11" fmla="*/ 0 h 260"/>
                <a:gd name="T12" fmla="*/ 2 w 439"/>
                <a:gd name="T13" fmla="*/ 0 h 260"/>
                <a:gd name="T14" fmla="*/ 2 w 439"/>
                <a:gd name="T15" fmla="*/ 0 h 260"/>
                <a:gd name="T16" fmla="*/ 1 w 439"/>
                <a:gd name="T17" fmla="*/ 0 h 260"/>
                <a:gd name="T18" fmla="*/ 1 w 439"/>
                <a:gd name="T19" fmla="*/ 1 h 260"/>
                <a:gd name="T20" fmla="*/ 1 w 439"/>
                <a:gd name="T21" fmla="*/ 1 h 260"/>
                <a:gd name="T22" fmla="*/ 1 w 439"/>
                <a:gd name="T23" fmla="*/ 1 h 260"/>
                <a:gd name="T24" fmla="*/ 0 w 439"/>
                <a:gd name="T25" fmla="*/ 1 h 260"/>
                <a:gd name="T26" fmla="*/ 0 w 439"/>
                <a:gd name="T27" fmla="*/ 1 h 260"/>
                <a:gd name="T28" fmla="*/ 0 w 439"/>
                <a:gd name="T29" fmla="*/ 1 h 260"/>
                <a:gd name="T30" fmla="*/ 0 w 439"/>
                <a:gd name="T31" fmla="*/ 2 h 260"/>
                <a:gd name="T32" fmla="*/ 0 w 439"/>
                <a:gd name="T33" fmla="*/ 2 h 260"/>
                <a:gd name="T34" fmla="*/ 0 w 439"/>
                <a:gd name="T35" fmla="*/ 2 h 260"/>
                <a:gd name="T36" fmla="*/ 0 w 439"/>
                <a:gd name="T37" fmla="*/ 2 h 260"/>
                <a:gd name="T38" fmla="*/ 0 w 439"/>
                <a:gd name="T39" fmla="*/ 2 h 260"/>
                <a:gd name="T40" fmla="*/ 0 w 439"/>
                <a:gd name="T41" fmla="*/ 2 h 260"/>
                <a:gd name="T42" fmla="*/ 0 w 439"/>
                <a:gd name="T43" fmla="*/ 1 h 260"/>
                <a:gd name="T44" fmla="*/ 0 w 439"/>
                <a:gd name="T45" fmla="*/ 1 h 260"/>
                <a:gd name="T46" fmla="*/ 1 w 439"/>
                <a:gd name="T47" fmla="*/ 1 h 260"/>
                <a:gd name="T48" fmla="*/ 1 w 439"/>
                <a:gd name="T49" fmla="*/ 1 h 260"/>
                <a:gd name="T50" fmla="*/ 1 w 439"/>
                <a:gd name="T51" fmla="*/ 1 h 260"/>
                <a:gd name="T52" fmla="*/ 1 w 439"/>
                <a:gd name="T53" fmla="*/ 1 h 260"/>
                <a:gd name="T54" fmla="*/ 1 w 439"/>
                <a:gd name="T55" fmla="*/ 1 h 260"/>
                <a:gd name="T56" fmla="*/ 2 w 439"/>
                <a:gd name="T57" fmla="*/ 0 h 260"/>
                <a:gd name="T58" fmla="*/ 2 w 439"/>
                <a:gd name="T59" fmla="*/ 0 h 260"/>
                <a:gd name="T60" fmla="*/ 2 w 439"/>
                <a:gd name="T61" fmla="*/ 0 h 260"/>
                <a:gd name="T62" fmla="*/ 3 w 439"/>
                <a:gd name="T63" fmla="*/ 0 h 260"/>
                <a:gd name="T64" fmla="*/ 3 w 439"/>
                <a:gd name="T65" fmla="*/ 0 h 260"/>
                <a:gd name="T66" fmla="*/ 3 w 439"/>
                <a:gd name="T67" fmla="*/ 0 h 260"/>
                <a:gd name="T68" fmla="*/ 4 w 439"/>
                <a:gd name="T69" fmla="*/ 0 h 260"/>
                <a:gd name="T70" fmla="*/ 4 w 439"/>
                <a:gd name="T71" fmla="*/ 0 h 260"/>
                <a:gd name="T72" fmla="*/ 4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439" y="0"/>
                  </a:moveTo>
                  <a:lnTo>
                    <a:pt x="439" y="0"/>
                  </a:lnTo>
                  <a:lnTo>
                    <a:pt x="395" y="1"/>
                  </a:lnTo>
                  <a:lnTo>
                    <a:pt x="351" y="4"/>
                  </a:lnTo>
                  <a:lnTo>
                    <a:pt x="310" y="11"/>
                  </a:lnTo>
                  <a:lnTo>
                    <a:pt x="270" y="19"/>
                  </a:lnTo>
                  <a:lnTo>
                    <a:pt x="231" y="30"/>
                  </a:lnTo>
                  <a:lnTo>
                    <a:pt x="195" y="43"/>
                  </a:lnTo>
                  <a:lnTo>
                    <a:pt x="162" y="58"/>
                  </a:lnTo>
                  <a:lnTo>
                    <a:pt x="130" y="73"/>
                  </a:lnTo>
                  <a:lnTo>
                    <a:pt x="102" y="93"/>
                  </a:lnTo>
                  <a:lnTo>
                    <a:pt x="76" y="113"/>
                  </a:lnTo>
                  <a:lnTo>
                    <a:pt x="54" y="133"/>
                  </a:lnTo>
                  <a:lnTo>
                    <a:pt x="35" y="157"/>
                  </a:lnTo>
                  <a:lnTo>
                    <a:pt x="20" y="181"/>
                  </a:lnTo>
                  <a:lnTo>
                    <a:pt x="10" y="206"/>
                  </a:lnTo>
                  <a:lnTo>
                    <a:pt x="3" y="233"/>
                  </a:lnTo>
                  <a:lnTo>
                    <a:pt x="0" y="260"/>
                  </a:lnTo>
                  <a:lnTo>
                    <a:pt x="12" y="260"/>
                  </a:lnTo>
                  <a:lnTo>
                    <a:pt x="14" y="235"/>
                  </a:lnTo>
                  <a:lnTo>
                    <a:pt x="21" y="211"/>
                  </a:lnTo>
                  <a:lnTo>
                    <a:pt x="32" y="186"/>
                  </a:lnTo>
                  <a:lnTo>
                    <a:pt x="45" y="164"/>
                  </a:lnTo>
                  <a:lnTo>
                    <a:pt x="64" y="143"/>
                  </a:lnTo>
                  <a:lnTo>
                    <a:pt x="84" y="123"/>
                  </a:lnTo>
                  <a:lnTo>
                    <a:pt x="109" y="103"/>
                  </a:lnTo>
                  <a:lnTo>
                    <a:pt x="137" y="85"/>
                  </a:lnTo>
                  <a:lnTo>
                    <a:pt x="167" y="70"/>
                  </a:lnTo>
                  <a:lnTo>
                    <a:pt x="200" y="55"/>
                  </a:lnTo>
                  <a:lnTo>
                    <a:pt x="236" y="42"/>
                  </a:lnTo>
                  <a:lnTo>
                    <a:pt x="272" y="31"/>
                  </a:lnTo>
                  <a:lnTo>
                    <a:pt x="312" y="23"/>
                  </a:lnTo>
                  <a:lnTo>
                    <a:pt x="353" y="16"/>
                  </a:lnTo>
                  <a:lnTo>
                    <a:pt x="395" y="12"/>
                  </a:lnTo>
                  <a:lnTo>
                    <a:pt x="439" y="11"/>
                  </a:lnTo>
                  <a:lnTo>
                    <a:pt x="439"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80934" name="Freeform 52"/>
            <p:cNvSpPr>
              <a:spLocks/>
            </p:cNvSpPr>
            <p:nvPr/>
          </p:nvSpPr>
          <p:spPr bwMode="auto">
            <a:xfrm>
              <a:off x="964" y="1745"/>
              <a:ext cx="48" cy="85"/>
            </a:xfrm>
            <a:custGeom>
              <a:avLst/>
              <a:gdLst>
                <a:gd name="T0" fmla="*/ 2 w 244"/>
                <a:gd name="T1" fmla="*/ 3 h 426"/>
                <a:gd name="T2" fmla="*/ 2 w 244"/>
                <a:gd name="T3" fmla="*/ 3 h 426"/>
                <a:gd name="T4" fmla="*/ 2 w 244"/>
                <a:gd name="T5" fmla="*/ 3 h 426"/>
                <a:gd name="T6" fmla="*/ 2 w 244"/>
                <a:gd name="T7" fmla="*/ 3 h 426"/>
                <a:gd name="T8" fmla="*/ 2 w 244"/>
                <a:gd name="T9" fmla="*/ 2 h 426"/>
                <a:gd name="T10" fmla="*/ 2 w 244"/>
                <a:gd name="T11" fmla="*/ 2 h 426"/>
                <a:gd name="T12" fmla="*/ 2 w 244"/>
                <a:gd name="T13" fmla="*/ 2 h 426"/>
                <a:gd name="T14" fmla="*/ 2 w 244"/>
                <a:gd name="T15" fmla="*/ 2 h 426"/>
                <a:gd name="T16" fmla="*/ 1 w 244"/>
                <a:gd name="T17" fmla="*/ 1 h 426"/>
                <a:gd name="T18" fmla="*/ 1 w 244"/>
                <a:gd name="T19" fmla="*/ 1 h 426"/>
                <a:gd name="T20" fmla="*/ 1 w 244"/>
                <a:gd name="T21" fmla="*/ 1 h 426"/>
                <a:gd name="T22" fmla="*/ 1 w 244"/>
                <a:gd name="T23" fmla="*/ 1 h 426"/>
                <a:gd name="T24" fmla="*/ 1 w 244"/>
                <a:gd name="T25" fmla="*/ 0 h 426"/>
                <a:gd name="T26" fmla="*/ 1 w 244"/>
                <a:gd name="T27" fmla="*/ 0 h 426"/>
                <a:gd name="T28" fmla="*/ 1 w 244"/>
                <a:gd name="T29" fmla="*/ 0 h 426"/>
                <a:gd name="T30" fmla="*/ 0 w 244"/>
                <a:gd name="T31" fmla="*/ 0 h 426"/>
                <a:gd name="T32" fmla="*/ 0 w 244"/>
                <a:gd name="T33" fmla="*/ 0 h 426"/>
                <a:gd name="T34" fmla="*/ 0 w 244"/>
                <a:gd name="T35" fmla="*/ 0 h 426"/>
                <a:gd name="T36" fmla="*/ 0 w 244"/>
                <a:gd name="T37" fmla="*/ 0 h 426"/>
                <a:gd name="T38" fmla="*/ 0 w 244"/>
                <a:gd name="T39" fmla="*/ 0 h 426"/>
                <a:gd name="T40" fmla="*/ 0 w 244"/>
                <a:gd name="T41" fmla="*/ 0 h 426"/>
                <a:gd name="T42" fmla="*/ 1 w 244"/>
                <a:gd name="T43" fmla="*/ 0 h 426"/>
                <a:gd name="T44" fmla="*/ 1 w 244"/>
                <a:gd name="T45" fmla="*/ 0 h 426"/>
                <a:gd name="T46" fmla="*/ 1 w 244"/>
                <a:gd name="T47" fmla="*/ 0 h 426"/>
                <a:gd name="T48" fmla="*/ 1 w 244"/>
                <a:gd name="T49" fmla="*/ 1 h 426"/>
                <a:gd name="T50" fmla="*/ 1 w 244"/>
                <a:gd name="T51" fmla="*/ 1 h 426"/>
                <a:gd name="T52" fmla="*/ 1 w 244"/>
                <a:gd name="T53" fmla="*/ 1 h 426"/>
                <a:gd name="T54" fmla="*/ 1 w 244"/>
                <a:gd name="T55" fmla="*/ 1 h 426"/>
                <a:gd name="T56" fmla="*/ 1 w 244"/>
                <a:gd name="T57" fmla="*/ 2 h 426"/>
                <a:gd name="T58" fmla="*/ 2 w 244"/>
                <a:gd name="T59" fmla="*/ 2 h 426"/>
                <a:gd name="T60" fmla="*/ 2 w 244"/>
                <a:gd name="T61" fmla="*/ 2 h 426"/>
                <a:gd name="T62" fmla="*/ 2 w 244"/>
                <a:gd name="T63" fmla="*/ 2 h 426"/>
                <a:gd name="T64" fmla="*/ 2 w 244"/>
                <a:gd name="T65" fmla="*/ 3 h 426"/>
                <a:gd name="T66" fmla="*/ 2 w 244"/>
                <a:gd name="T67" fmla="*/ 3 h 426"/>
                <a:gd name="T68" fmla="*/ 2 w 244"/>
                <a:gd name="T69" fmla="*/ 3 h 426"/>
                <a:gd name="T70" fmla="*/ 2 w 244"/>
                <a:gd name="T71" fmla="*/ 3 h 426"/>
                <a:gd name="T72" fmla="*/ 2 w 244"/>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6"/>
                <a:gd name="T113" fmla="*/ 244 w 244"/>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6">
                  <a:moveTo>
                    <a:pt x="244" y="426"/>
                  </a:moveTo>
                  <a:lnTo>
                    <a:pt x="244" y="426"/>
                  </a:lnTo>
                  <a:lnTo>
                    <a:pt x="243" y="383"/>
                  </a:lnTo>
                  <a:lnTo>
                    <a:pt x="240" y="340"/>
                  </a:lnTo>
                  <a:lnTo>
                    <a:pt x="234" y="300"/>
                  </a:lnTo>
                  <a:lnTo>
                    <a:pt x="226" y="262"/>
                  </a:lnTo>
                  <a:lnTo>
                    <a:pt x="215" y="224"/>
                  </a:lnTo>
                  <a:lnTo>
                    <a:pt x="203" y="189"/>
                  </a:lnTo>
                  <a:lnTo>
                    <a:pt x="189" y="157"/>
                  </a:lnTo>
                  <a:lnTo>
                    <a:pt x="174" y="126"/>
                  </a:lnTo>
                  <a:lnTo>
                    <a:pt x="155" y="99"/>
                  </a:lnTo>
                  <a:lnTo>
                    <a:pt x="138" y="74"/>
                  </a:lnTo>
                  <a:lnTo>
                    <a:pt x="118" y="52"/>
                  </a:lnTo>
                  <a:lnTo>
                    <a:pt x="96" y="34"/>
                  </a:lnTo>
                  <a:lnTo>
                    <a:pt x="73" y="19"/>
                  </a:lnTo>
                  <a:lnTo>
                    <a:pt x="50" y="8"/>
                  </a:lnTo>
                  <a:lnTo>
                    <a:pt x="25" y="2"/>
                  </a:lnTo>
                  <a:lnTo>
                    <a:pt x="0" y="0"/>
                  </a:lnTo>
                  <a:lnTo>
                    <a:pt x="0" y="12"/>
                  </a:lnTo>
                  <a:lnTo>
                    <a:pt x="23" y="14"/>
                  </a:lnTo>
                  <a:lnTo>
                    <a:pt x="45" y="20"/>
                  </a:lnTo>
                  <a:lnTo>
                    <a:pt x="66" y="31"/>
                  </a:lnTo>
                  <a:lnTo>
                    <a:pt x="89" y="43"/>
                  </a:lnTo>
                  <a:lnTo>
                    <a:pt x="109" y="61"/>
                  </a:lnTo>
                  <a:lnTo>
                    <a:pt x="129" y="81"/>
                  </a:lnTo>
                  <a:lnTo>
                    <a:pt x="146" y="106"/>
                  </a:lnTo>
                  <a:lnTo>
                    <a:pt x="162" y="133"/>
                  </a:lnTo>
                  <a:lnTo>
                    <a:pt x="178" y="162"/>
                  </a:lnTo>
                  <a:lnTo>
                    <a:pt x="192" y="194"/>
                  </a:lnTo>
                  <a:lnTo>
                    <a:pt x="203" y="229"/>
                  </a:lnTo>
                  <a:lnTo>
                    <a:pt x="214" y="264"/>
                  </a:lnTo>
                  <a:lnTo>
                    <a:pt x="222" y="303"/>
                  </a:lnTo>
                  <a:lnTo>
                    <a:pt x="228" y="342"/>
                  </a:lnTo>
                  <a:lnTo>
                    <a:pt x="232" y="383"/>
                  </a:lnTo>
                  <a:lnTo>
                    <a:pt x="233" y="426"/>
                  </a:lnTo>
                  <a:lnTo>
                    <a:pt x="244"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80935" name="Freeform 53"/>
            <p:cNvSpPr>
              <a:spLocks/>
            </p:cNvSpPr>
            <p:nvPr/>
          </p:nvSpPr>
          <p:spPr bwMode="auto">
            <a:xfrm>
              <a:off x="964" y="1830"/>
              <a:ext cx="48" cy="85"/>
            </a:xfrm>
            <a:custGeom>
              <a:avLst/>
              <a:gdLst>
                <a:gd name="T0" fmla="*/ 0 w 244"/>
                <a:gd name="T1" fmla="*/ 3 h 424"/>
                <a:gd name="T2" fmla="*/ 0 w 244"/>
                <a:gd name="T3" fmla="*/ 3 h 424"/>
                <a:gd name="T4" fmla="*/ 0 w 244"/>
                <a:gd name="T5" fmla="*/ 3 h 424"/>
                <a:gd name="T6" fmla="*/ 0 w 244"/>
                <a:gd name="T7" fmla="*/ 3 h 424"/>
                <a:gd name="T8" fmla="*/ 1 w 244"/>
                <a:gd name="T9" fmla="*/ 3 h 424"/>
                <a:gd name="T10" fmla="*/ 1 w 244"/>
                <a:gd name="T11" fmla="*/ 3 h 424"/>
                <a:gd name="T12" fmla="*/ 1 w 244"/>
                <a:gd name="T13" fmla="*/ 3 h 424"/>
                <a:gd name="T14" fmla="*/ 1 w 244"/>
                <a:gd name="T15" fmla="*/ 3 h 424"/>
                <a:gd name="T16" fmla="*/ 1 w 244"/>
                <a:gd name="T17" fmla="*/ 3 h 424"/>
                <a:gd name="T18" fmla="*/ 1 w 244"/>
                <a:gd name="T19" fmla="*/ 2 h 424"/>
                <a:gd name="T20" fmla="*/ 1 w 244"/>
                <a:gd name="T21" fmla="*/ 2 h 424"/>
                <a:gd name="T22" fmla="*/ 2 w 244"/>
                <a:gd name="T23" fmla="*/ 2 h 424"/>
                <a:gd name="T24" fmla="*/ 2 w 244"/>
                <a:gd name="T25" fmla="*/ 2 h 424"/>
                <a:gd name="T26" fmla="*/ 2 w 244"/>
                <a:gd name="T27" fmla="*/ 1 h 424"/>
                <a:gd name="T28" fmla="*/ 2 w 244"/>
                <a:gd name="T29" fmla="*/ 1 h 424"/>
                <a:gd name="T30" fmla="*/ 2 w 244"/>
                <a:gd name="T31" fmla="*/ 1 h 424"/>
                <a:gd name="T32" fmla="*/ 2 w 244"/>
                <a:gd name="T33" fmla="*/ 0 h 424"/>
                <a:gd name="T34" fmla="*/ 2 w 244"/>
                <a:gd name="T35" fmla="*/ 0 h 424"/>
                <a:gd name="T36" fmla="*/ 2 w 244"/>
                <a:gd name="T37" fmla="*/ 0 h 424"/>
                <a:gd name="T38" fmla="*/ 2 w 244"/>
                <a:gd name="T39" fmla="*/ 0 h 424"/>
                <a:gd name="T40" fmla="*/ 2 w 244"/>
                <a:gd name="T41" fmla="*/ 1 h 424"/>
                <a:gd name="T42" fmla="*/ 2 w 244"/>
                <a:gd name="T43" fmla="*/ 1 h 424"/>
                <a:gd name="T44" fmla="*/ 2 w 244"/>
                <a:gd name="T45" fmla="*/ 1 h 424"/>
                <a:gd name="T46" fmla="*/ 2 w 244"/>
                <a:gd name="T47" fmla="*/ 2 h 424"/>
                <a:gd name="T48" fmla="*/ 1 w 244"/>
                <a:gd name="T49" fmla="*/ 2 h 424"/>
                <a:gd name="T50" fmla="*/ 1 w 244"/>
                <a:gd name="T51" fmla="*/ 2 h 424"/>
                <a:gd name="T52" fmla="*/ 1 w 244"/>
                <a:gd name="T53" fmla="*/ 2 h 424"/>
                <a:gd name="T54" fmla="*/ 1 w 244"/>
                <a:gd name="T55" fmla="*/ 3 h 424"/>
                <a:gd name="T56" fmla="*/ 1 w 244"/>
                <a:gd name="T57" fmla="*/ 3 h 424"/>
                <a:gd name="T58" fmla="*/ 1 w 244"/>
                <a:gd name="T59" fmla="*/ 3 h 424"/>
                <a:gd name="T60" fmla="*/ 1 w 244"/>
                <a:gd name="T61" fmla="*/ 3 h 424"/>
                <a:gd name="T62" fmla="*/ 1 w 244"/>
                <a:gd name="T63" fmla="*/ 3 h 424"/>
                <a:gd name="T64" fmla="*/ 0 w 244"/>
                <a:gd name="T65" fmla="*/ 3 h 424"/>
                <a:gd name="T66" fmla="*/ 0 w 244"/>
                <a:gd name="T67" fmla="*/ 3 h 424"/>
                <a:gd name="T68" fmla="*/ 0 w 244"/>
                <a:gd name="T69" fmla="*/ 3 h 424"/>
                <a:gd name="T70" fmla="*/ 0 w 244"/>
                <a:gd name="T71" fmla="*/ 3 h 424"/>
                <a:gd name="T72" fmla="*/ 0 w 244"/>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4"/>
                <a:gd name="T113" fmla="*/ 244 w 244"/>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4">
                  <a:moveTo>
                    <a:pt x="0" y="424"/>
                  </a:moveTo>
                  <a:lnTo>
                    <a:pt x="0" y="424"/>
                  </a:lnTo>
                  <a:lnTo>
                    <a:pt x="25" y="422"/>
                  </a:lnTo>
                  <a:lnTo>
                    <a:pt x="50" y="416"/>
                  </a:lnTo>
                  <a:lnTo>
                    <a:pt x="73" y="405"/>
                  </a:lnTo>
                  <a:lnTo>
                    <a:pt x="96" y="390"/>
                  </a:lnTo>
                  <a:lnTo>
                    <a:pt x="118" y="373"/>
                  </a:lnTo>
                  <a:lnTo>
                    <a:pt x="138" y="350"/>
                  </a:lnTo>
                  <a:lnTo>
                    <a:pt x="155" y="326"/>
                  </a:lnTo>
                  <a:lnTo>
                    <a:pt x="173" y="299"/>
                  </a:lnTo>
                  <a:lnTo>
                    <a:pt x="189" y="268"/>
                  </a:lnTo>
                  <a:lnTo>
                    <a:pt x="203" y="235"/>
                  </a:lnTo>
                  <a:lnTo>
                    <a:pt x="215" y="201"/>
                  </a:lnTo>
                  <a:lnTo>
                    <a:pt x="226" y="163"/>
                  </a:lnTo>
                  <a:lnTo>
                    <a:pt x="234" y="125"/>
                  </a:lnTo>
                  <a:lnTo>
                    <a:pt x="240" y="85"/>
                  </a:lnTo>
                  <a:lnTo>
                    <a:pt x="243" y="42"/>
                  </a:lnTo>
                  <a:lnTo>
                    <a:pt x="244" y="0"/>
                  </a:lnTo>
                  <a:lnTo>
                    <a:pt x="233" y="0"/>
                  </a:lnTo>
                  <a:lnTo>
                    <a:pt x="232" y="42"/>
                  </a:lnTo>
                  <a:lnTo>
                    <a:pt x="228" y="83"/>
                  </a:lnTo>
                  <a:lnTo>
                    <a:pt x="222" y="123"/>
                  </a:lnTo>
                  <a:lnTo>
                    <a:pt x="214" y="160"/>
                  </a:lnTo>
                  <a:lnTo>
                    <a:pt x="203" y="197"/>
                  </a:lnTo>
                  <a:lnTo>
                    <a:pt x="192" y="231"/>
                  </a:lnTo>
                  <a:lnTo>
                    <a:pt x="178" y="263"/>
                  </a:lnTo>
                  <a:lnTo>
                    <a:pt x="164" y="292"/>
                  </a:lnTo>
                  <a:lnTo>
                    <a:pt x="146" y="319"/>
                  </a:lnTo>
                  <a:lnTo>
                    <a:pt x="129" y="343"/>
                  </a:lnTo>
                  <a:lnTo>
                    <a:pt x="109" y="363"/>
                  </a:lnTo>
                  <a:lnTo>
                    <a:pt x="89" y="381"/>
                  </a:lnTo>
                  <a:lnTo>
                    <a:pt x="66" y="394"/>
                  </a:lnTo>
                  <a:lnTo>
                    <a:pt x="45" y="404"/>
                  </a:lnTo>
                  <a:lnTo>
                    <a:pt x="23" y="410"/>
                  </a:lnTo>
                  <a:lnTo>
                    <a:pt x="0" y="412"/>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80936" name="Freeform 54"/>
            <p:cNvSpPr>
              <a:spLocks/>
            </p:cNvSpPr>
            <p:nvPr/>
          </p:nvSpPr>
          <p:spPr bwMode="auto">
            <a:xfrm>
              <a:off x="915" y="1830"/>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1" y="42"/>
                  </a:lnTo>
                  <a:lnTo>
                    <a:pt x="4" y="85"/>
                  </a:lnTo>
                  <a:lnTo>
                    <a:pt x="10" y="125"/>
                  </a:lnTo>
                  <a:lnTo>
                    <a:pt x="19" y="163"/>
                  </a:lnTo>
                  <a:lnTo>
                    <a:pt x="29" y="201"/>
                  </a:lnTo>
                  <a:lnTo>
                    <a:pt x="41" y="235"/>
                  </a:lnTo>
                  <a:lnTo>
                    <a:pt x="55" y="268"/>
                  </a:lnTo>
                  <a:lnTo>
                    <a:pt x="71" y="299"/>
                  </a:lnTo>
                  <a:lnTo>
                    <a:pt x="89" y="326"/>
                  </a:lnTo>
                  <a:lnTo>
                    <a:pt x="106" y="350"/>
                  </a:lnTo>
                  <a:lnTo>
                    <a:pt x="126" y="373"/>
                  </a:lnTo>
                  <a:lnTo>
                    <a:pt x="149" y="390"/>
                  </a:lnTo>
                  <a:lnTo>
                    <a:pt x="171" y="405"/>
                  </a:lnTo>
                  <a:lnTo>
                    <a:pt x="194" y="416"/>
                  </a:lnTo>
                  <a:lnTo>
                    <a:pt x="219" y="422"/>
                  </a:lnTo>
                  <a:lnTo>
                    <a:pt x="245" y="424"/>
                  </a:lnTo>
                  <a:lnTo>
                    <a:pt x="245" y="412"/>
                  </a:lnTo>
                  <a:lnTo>
                    <a:pt x="221" y="410"/>
                  </a:lnTo>
                  <a:lnTo>
                    <a:pt x="199" y="404"/>
                  </a:lnTo>
                  <a:lnTo>
                    <a:pt x="178" y="394"/>
                  </a:lnTo>
                  <a:lnTo>
                    <a:pt x="156" y="381"/>
                  </a:lnTo>
                  <a:lnTo>
                    <a:pt x="136" y="363"/>
                  </a:lnTo>
                  <a:lnTo>
                    <a:pt x="116" y="343"/>
                  </a:lnTo>
                  <a:lnTo>
                    <a:pt x="98" y="319"/>
                  </a:lnTo>
                  <a:lnTo>
                    <a:pt x="81" y="292"/>
                  </a:lnTo>
                  <a:lnTo>
                    <a:pt x="67" y="263"/>
                  </a:lnTo>
                  <a:lnTo>
                    <a:pt x="52" y="231"/>
                  </a:lnTo>
                  <a:lnTo>
                    <a:pt x="41" y="197"/>
                  </a:lnTo>
                  <a:lnTo>
                    <a:pt x="30" y="160"/>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80937" name="Freeform 55"/>
            <p:cNvSpPr>
              <a:spLocks/>
            </p:cNvSpPr>
            <p:nvPr/>
          </p:nvSpPr>
          <p:spPr bwMode="auto">
            <a:xfrm>
              <a:off x="915" y="1745"/>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0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19" y="2"/>
                  </a:lnTo>
                  <a:lnTo>
                    <a:pt x="194" y="8"/>
                  </a:lnTo>
                  <a:lnTo>
                    <a:pt x="171" y="19"/>
                  </a:lnTo>
                  <a:lnTo>
                    <a:pt x="149" y="34"/>
                  </a:lnTo>
                  <a:lnTo>
                    <a:pt x="126" y="52"/>
                  </a:lnTo>
                  <a:lnTo>
                    <a:pt x="106" y="74"/>
                  </a:lnTo>
                  <a:lnTo>
                    <a:pt x="89" y="99"/>
                  </a:lnTo>
                  <a:lnTo>
                    <a:pt x="70" y="126"/>
                  </a:lnTo>
                  <a:lnTo>
                    <a:pt x="55" y="157"/>
                  </a:lnTo>
                  <a:lnTo>
                    <a:pt x="41" y="189"/>
                  </a:lnTo>
                  <a:lnTo>
                    <a:pt x="29" y="224"/>
                  </a:lnTo>
                  <a:lnTo>
                    <a:pt x="19" y="262"/>
                  </a:lnTo>
                  <a:lnTo>
                    <a:pt x="10" y="300"/>
                  </a:lnTo>
                  <a:lnTo>
                    <a:pt x="4" y="340"/>
                  </a:lnTo>
                  <a:lnTo>
                    <a:pt x="1" y="383"/>
                  </a:lnTo>
                  <a:lnTo>
                    <a:pt x="0" y="426"/>
                  </a:lnTo>
                  <a:lnTo>
                    <a:pt x="11" y="426"/>
                  </a:lnTo>
                  <a:lnTo>
                    <a:pt x="13" y="383"/>
                  </a:lnTo>
                  <a:lnTo>
                    <a:pt x="16" y="342"/>
                  </a:lnTo>
                  <a:lnTo>
                    <a:pt x="22" y="303"/>
                  </a:lnTo>
                  <a:lnTo>
                    <a:pt x="30" y="264"/>
                  </a:lnTo>
                  <a:lnTo>
                    <a:pt x="41" y="229"/>
                  </a:lnTo>
                  <a:lnTo>
                    <a:pt x="52" y="194"/>
                  </a:lnTo>
                  <a:lnTo>
                    <a:pt x="67" y="162"/>
                  </a:lnTo>
                  <a:lnTo>
                    <a:pt x="82" y="133"/>
                  </a:lnTo>
                  <a:lnTo>
                    <a:pt x="98" y="106"/>
                  </a:lnTo>
                  <a:lnTo>
                    <a:pt x="116" y="81"/>
                  </a:lnTo>
                  <a:lnTo>
                    <a:pt x="136" y="61"/>
                  </a:lnTo>
                  <a:lnTo>
                    <a:pt x="156" y="43"/>
                  </a:lnTo>
                  <a:lnTo>
                    <a:pt x="178" y="31"/>
                  </a:lnTo>
                  <a:lnTo>
                    <a:pt x="199" y="20"/>
                  </a:lnTo>
                  <a:lnTo>
                    <a:pt x="221"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80938" name="Freeform 56"/>
            <p:cNvSpPr>
              <a:spLocks/>
            </p:cNvSpPr>
            <p:nvPr/>
          </p:nvSpPr>
          <p:spPr bwMode="auto">
            <a:xfrm>
              <a:off x="1140" y="2087"/>
              <a:ext cx="49" cy="85"/>
            </a:xfrm>
            <a:custGeom>
              <a:avLst/>
              <a:gdLst>
                <a:gd name="T0" fmla="*/ 2 w 246"/>
                <a:gd name="T1" fmla="*/ 3 h 424"/>
                <a:gd name="T2" fmla="*/ 2 w 246"/>
                <a:gd name="T3" fmla="*/ 3 h 424"/>
                <a:gd name="T4" fmla="*/ 2 w 246"/>
                <a:gd name="T5" fmla="*/ 3 h 424"/>
                <a:gd name="T6" fmla="*/ 2 w 246"/>
                <a:gd name="T7" fmla="*/ 3 h 424"/>
                <a:gd name="T8" fmla="*/ 2 w 246"/>
                <a:gd name="T9" fmla="*/ 2 h 424"/>
                <a:gd name="T10" fmla="*/ 2 w 246"/>
                <a:gd name="T11" fmla="*/ 2 h 424"/>
                <a:gd name="T12" fmla="*/ 2 w 246"/>
                <a:gd name="T13" fmla="*/ 2 h 424"/>
                <a:gd name="T14" fmla="*/ 2 w 246"/>
                <a:gd name="T15" fmla="*/ 2 h 424"/>
                <a:gd name="T16" fmla="*/ 2 w 246"/>
                <a:gd name="T17" fmla="*/ 1 h 424"/>
                <a:gd name="T18" fmla="*/ 1 w 246"/>
                <a:gd name="T19" fmla="*/ 1 h 424"/>
                <a:gd name="T20" fmla="*/ 1 w 246"/>
                <a:gd name="T21" fmla="*/ 1 h 424"/>
                <a:gd name="T22" fmla="*/ 1 w 246"/>
                <a:gd name="T23" fmla="*/ 1 h 424"/>
                <a:gd name="T24" fmla="*/ 1 w 246"/>
                <a:gd name="T25" fmla="*/ 0 h 424"/>
                <a:gd name="T26" fmla="*/ 1 w 246"/>
                <a:gd name="T27" fmla="*/ 0 h 424"/>
                <a:gd name="T28" fmla="*/ 1 w 246"/>
                <a:gd name="T29" fmla="*/ 0 h 424"/>
                <a:gd name="T30" fmla="*/ 0 w 246"/>
                <a:gd name="T31" fmla="*/ 0 h 424"/>
                <a:gd name="T32" fmla="*/ 0 w 246"/>
                <a:gd name="T33" fmla="*/ 0 h 424"/>
                <a:gd name="T34" fmla="*/ 0 w 246"/>
                <a:gd name="T35" fmla="*/ 0 h 424"/>
                <a:gd name="T36" fmla="*/ 0 w 246"/>
                <a:gd name="T37" fmla="*/ 0 h 424"/>
                <a:gd name="T38" fmla="*/ 0 w 246"/>
                <a:gd name="T39" fmla="*/ 0 h 424"/>
                <a:gd name="T40" fmla="*/ 0 w 246"/>
                <a:gd name="T41" fmla="*/ 0 h 424"/>
                <a:gd name="T42" fmla="*/ 1 w 246"/>
                <a:gd name="T43" fmla="*/ 0 h 424"/>
                <a:gd name="T44" fmla="*/ 1 w 246"/>
                <a:gd name="T45" fmla="*/ 0 h 424"/>
                <a:gd name="T46" fmla="*/ 1 w 246"/>
                <a:gd name="T47" fmla="*/ 0 h 424"/>
                <a:gd name="T48" fmla="*/ 1 w 246"/>
                <a:gd name="T49" fmla="*/ 1 h 424"/>
                <a:gd name="T50" fmla="*/ 1 w 246"/>
                <a:gd name="T51" fmla="*/ 1 h 424"/>
                <a:gd name="T52" fmla="*/ 1 w 246"/>
                <a:gd name="T53" fmla="*/ 1 h 424"/>
                <a:gd name="T54" fmla="*/ 1 w 246"/>
                <a:gd name="T55" fmla="*/ 1 h 424"/>
                <a:gd name="T56" fmla="*/ 2 w 246"/>
                <a:gd name="T57" fmla="*/ 2 h 424"/>
                <a:gd name="T58" fmla="*/ 2 w 246"/>
                <a:gd name="T59" fmla="*/ 2 h 424"/>
                <a:gd name="T60" fmla="*/ 2 w 246"/>
                <a:gd name="T61" fmla="*/ 2 h 424"/>
                <a:gd name="T62" fmla="*/ 2 w 246"/>
                <a:gd name="T63" fmla="*/ 2 h 424"/>
                <a:gd name="T64" fmla="*/ 2 w 246"/>
                <a:gd name="T65" fmla="*/ 3 h 424"/>
                <a:gd name="T66" fmla="*/ 2 w 246"/>
                <a:gd name="T67" fmla="*/ 3 h 424"/>
                <a:gd name="T68" fmla="*/ 2 w 246"/>
                <a:gd name="T69" fmla="*/ 3 h 424"/>
                <a:gd name="T70" fmla="*/ 2 w 246"/>
                <a:gd name="T71" fmla="*/ 3 h 424"/>
                <a:gd name="T72" fmla="*/ 2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424"/>
                  </a:moveTo>
                  <a:lnTo>
                    <a:pt x="246" y="424"/>
                  </a:lnTo>
                  <a:lnTo>
                    <a:pt x="244" y="382"/>
                  </a:lnTo>
                  <a:lnTo>
                    <a:pt x="241" y="338"/>
                  </a:lnTo>
                  <a:lnTo>
                    <a:pt x="235" y="298"/>
                  </a:lnTo>
                  <a:lnTo>
                    <a:pt x="227" y="261"/>
                  </a:lnTo>
                  <a:lnTo>
                    <a:pt x="216" y="222"/>
                  </a:lnTo>
                  <a:lnTo>
                    <a:pt x="205" y="188"/>
                  </a:lnTo>
                  <a:lnTo>
                    <a:pt x="190" y="155"/>
                  </a:lnTo>
                  <a:lnTo>
                    <a:pt x="174" y="125"/>
                  </a:lnTo>
                  <a:lnTo>
                    <a:pt x="157" y="98"/>
                  </a:lnTo>
                  <a:lnTo>
                    <a:pt x="138" y="73"/>
                  </a:lnTo>
                  <a:lnTo>
                    <a:pt x="118" y="51"/>
                  </a:lnTo>
                  <a:lnTo>
                    <a:pt x="96" y="34"/>
                  </a:lnTo>
                  <a:lnTo>
                    <a:pt x="74" y="18"/>
                  </a:lnTo>
                  <a:lnTo>
                    <a:pt x="50" y="8"/>
                  </a:lnTo>
                  <a:lnTo>
                    <a:pt x="25" y="2"/>
                  </a:lnTo>
                  <a:lnTo>
                    <a:pt x="0" y="0"/>
                  </a:lnTo>
                  <a:lnTo>
                    <a:pt x="0" y="11"/>
                  </a:lnTo>
                  <a:lnTo>
                    <a:pt x="23" y="14"/>
                  </a:lnTo>
                  <a:lnTo>
                    <a:pt x="45" y="19"/>
                  </a:lnTo>
                  <a:lnTo>
                    <a:pt x="67" y="30"/>
                  </a:lnTo>
                  <a:lnTo>
                    <a:pt x="89" y="43"/>
                  </a:lnTo>
                  <a:lnTo>
                    <a:pt x="108" y="60"/>
                  </a:lnTo>
                  <a:lnTo>
                    <a:pt x="128" y="80"/>
                  </a:lnTo>
                  <a:lnTo>
                    <a:pt x="147" y="105"/>
                  </a:lnTo>
                  <a:lnTo>
                    <a:pt x="165" y="132"/>
                  </a:lnTo>
                  <a:lnTo>
                    <a:pt x="179" y="160"/>
                  </a:lnTo>
                  <a:lnTo>
                    <a:pt x="193" y="193"/>
                  </a:lnTo>
                  <a:lnTo>
                    <a:pt x="205" y="227"/>
                  </a:lnTo>
                  <a:lnTo>
                    <a:pt x="215" y="263"/>
                  </a:lnTo>
                  <a:lnTo>
                    <a:pt x="223" y="301"/>
                  </a:lnTo>
                  <a:lnTo>
                    <a:pt x="229" y="341"/>
                  </a:lnTo>
                  <a:lnTo>
                    <a:pt x="233" y="382"/>
                  </a:lnTo>
                  <a:lnTo>
                    <a:pt x="234" y="424"/>
                  </a:lnTo>
                  <a:lnTo>
                    <a:pt x="246"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80939" name="Freeform 57"/>
            <p:cNvSpPr>
              <a:spLocks/>
            </p:cNvSpPr>
            <p:nvPr/>
          </p:nvSpPr>
          <p:spPr bwMode="auto">
            <a:xfrm>
              <a:off x="1140" y="2172"/>
              <a:ext cx="49" cy="85"/>
            </a:xfrm>
            <a:custGeom>
              <a:avLst/>
              <a:gdLst>
                <a:gd name="T0" fmla="*/ 0 w 246"/>
                <a:gd name="T1" fmla="*/ 3 h 426"/>
                <a:gd name="T2" fmla="*/ 0 w 246"/>
                <a:gd name="T3" fmla="*/ 3 h 426"/>
                <a:gd name="T4" fmla="*/ 0 w 246"/>
                <a:gd name="T5" fmla="*/ 3 h 426"/>
                <a:gd name="T6" fmla="*/ 0 w 246"/>
                <a:gd name="T7" fmla="*/ 3 h 426"/>
                <a:gd name="T8" fmla="*/ 1 w 246"/>
                <a:gd name="T9" fmla="*/ 3 h 426"/>
                <a:gd name="T10" fmla="*/ 1 w 246"/>
                <a:gd name="T11" fmla="*/ 3 h 426"/>
                <a:gd name="T12" fmla="*/ 1 w 246"/>
                <a:gd name="T13" fmla="*/ 3 h 426"/>
                <a:gd name="T14" fmla="*/ 1 w 246"/>
                <a:gd name="T15" fmla="*/ 3 h 426"/>
                <a:gd name="T16" fmla="*/ 1 w 246"/>
                <a:gd name="T17" fmla="*/ 3 h 426"/>
                <a:gd name="T18" fmla="*/ 1 w 246"/>
                <a:gd name="T19" fmla="*/ 2 h 426"/>
                <a:gd name="T20" fmla="*/ 2 w 246"/>
                <a:gd name="T21" fmla="*/ 2 h 426"/>
                <a:gd name="T22" fmla="*/ 2 w 246"/>
                <a:gd name="T23" fmla="*/ 2 h 426"/>
                <a:gd name="T24" fmla="*/ 2 w 246"/>
                <a:gd name="T25" fmla="*/ 2 h 426"/>
                <a:gd name="T26" fmla="*/ 2 w 246"/>
                <a:gd name="T27" fmla="*/ 1 h 426"/>
                <a:gd name="T28" fmla="*/ 2 w 246"/>
                <a:gd name="T29" fmla="*/ 1 h 426"/>
                <a:gd name="T30" fmla="*/ 2 w 246"/>
                <a:gd name="T31" fmla="*/ 1 h 426"/>
                <a:gd name="T32" fmla="*/ 2 w 246"/>
                <a:gd name="T33" fmla="*/ 0 h 426"/>
                <a:gd name="T34" fmla="*/ 2 w 246"/>
                <a:gd name="T35" fmla="*/ 0 h 426"/>
                <a:gd name="T36" fmla="*/ 2 w 246"/>
                <a:gd name="T37" fmla="*/ 0 h 426"/>
                <a:gd name="T38" fmla="*/ 2 w 246"/>
                <a:gd name="T39" fmla="*/ 0 h 426"/>
                <a:gd name="T40" fmla="*/ 2 w 246"/>
                <a:gd name="T41" fmla="*/ 1 h 426"/>
                <a:gd name="T42" fmla="*/ 2 w 246"/>
                <a:gd name="T43" fmla="*/ 1 h 426"/>
                <a:gd name="T44" fmla="*/ 2 w 246"/>
                <a:gd name="T45" fmla="*/ 1 h 426"/>
                <a:gd name="T46" fmla="*/ 2 w 246"/>
                <a:gd name="T47" fmla="*/ 2 h 426"/>
                <a:gd name="T48" fmla="*/ 2 w 246"/>
                <a:gd name="T49" fmla="*/ 2 h 426"/>
                <a:gd name="T50" fmla="*/ 1 w 246"/>
                <a:gd name="T51" fmla="*/ 2 h 426"/>
                <a:gd name="T52" fmla="*/ 1 w 246"/>
                <a:gd name="T53" fmla="*/ 2 h 426"/>
                <a:gd name="T54" fmla="*/ 1 w 246"/>
                <a:gd name="T55" fmla="*/ 3 h 426"/>
                <a:gd name="T56" fmla="*/ 1 w 246"/>
                <a:gd name="T57" fmla="*/ 3 h 426"/>
                <a:gd name="T58" fmla="*/ 1 w 246"/>
                <a:gd name="T59" fmla="*/ 3 h 426"/>
                <a:gd name="T60" fmla="*/ 1 w 246"/>
                <a:gd name="T61" fmla="*/ 3 h 426"/>
                <a:gd name="T62" fmla="*/ 1 w 246"/>
                <a:gd name="T63" fmla="*/ 3 h 426"/>
                <a:gd name="T64" fmla="*/ 0 w 246"/>
                <a:gd name="T65" fmla="*/ 3 h 426"/>
                <a:gd name="T66" fmla="*/ 0 w 246"/>
                <a:gd name="T67" fmla="*/ 3 h 426"/>
                <a:gd name="T68" fmla="*/ 0 w 246"/>
                <a:gd name="T69" fmla="*/ 3 h 426"/>
                <a:gd name="T70" fmla="*/ 0 w 246"/>
                <a:gd name="T71" fmla="*/ 3 h 426"/>
                <a:gd name="T72" fmla="*/ 0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426"/>
                  </a:moveTo>
                  <a:lnTo>
                    <a:pt x="0" y="426"/>
                  </a:lnTo>
                  <a:lnTo>
                    <a:pt x="25" y="423"/>
                  </a:lnTo>
                  <a:lnTo>
                    <a:pt x="50" y="417"/>
                  </a:lnTo>
                  <a:lnTo>
                    <a:pt x="74" y="407"/>
                  </a:lnTo>
                  <a:lnTo>
                    <a:pt x="96" y="392"/>
                  </a:lnTo>
                  <a:lnTo>
                    <a:pt x="118" y="373"/>
                  </a:lnTo>
                  <a:lnTo>
                    <a:pt x="138" y="350"/>
                  </a:lnTo>
                  <a:lnTo>
                    <a:pt x="157" y="327"/>
                  </a:lnTo>
                  <a:lnTo>
                    <a:pt x="175" y="299"/>
                  </a:lnTo>
                  <a:lnTo>
                    <a:pt x="190" y="268"/>
                  </a:lnTo>
                  <a:lnTo>
                    <a:pt x="205" y="236"/>
                  </a:lnTo>
                  <a:lnTo>
                    <a:pt x="216" y="202"/>
                  </a:lnTo>
                  <a:lnTo>
                    <a:pt x="227" y="164"/>
                  </a:lnTo>
                  <a:lnTo>
                    <a:pt x="235" y="125"/>
                  </a:lnTo>
                  <a:lnTo>
                    <a:pt x="241" y="86"/>
                  </a:lnTo>
                  <a:lnTo>
                    <a:pt x="244" y="42"/>
                  </a:lnTo>
                  <a:lnTo>
                    <a:pt x="246" y="0"/>
                  </a:lnTo>
                  <a:lnTo>
                    <a:pt x="234" y="0"/>
                  </a:lnTo>
                  <a:lnTo>
                    <a:pt x="233" y="42"/>
                  </a:lnTo>
                  <a:lnTo>
                    <a:pt x="229" y="83"/>
                  </a:lnTo>
                  <a:lnTo>
                    <a:pt x="223" y="123"/>
                  </a:lnTo>
                  <a:lnTo>
                    <a:pt x="215" y="162"/>
                  </a:lnTo>
                  <a:lnTo>
                    <a:pt x="205" y="197"/>
                  </a:lnTo>
                  <a:lnTo>
                    <a:pt x="193" y="231"/>
                  </a:lnTo>
                  <a:lnTo>
                    <a:pt x="179" y="264"/>
                  </a:lnTo>
                  <a:lnTo>
                    <a:pt x="164" y="292"/>
                  </a:lnTo>
                  <a:lnTo>
                    <a:pt x="147" y="320"/>
                  </a:lnTo>
                  <a:lnTo>
                    <a:pt x="128" y="343"/>
                  </a:lnTo>
                  <a:lnTo>
                    <a:pt x="108" y="363"/>
                  </a:lnTo>
                  <a:lnTo>
                    <a:pt x="89" y="382"/>
                  </a:lnTo>
                  <a:lnTo>
                    <a:pt x="67" y="395"/>
                  </a:lnTo>
                  <a:lnTo>
                    <a:pt x="45" y="406"/>
                  </a:lnTo>
                  <a:lnTo>
                    <a:pt x="23" y="411"/>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80940" name="Freeform 58"/>
            <p:cNvSpPr>
              <a:spLocks/>
            </p:cNvSpPr>
            <p:nvPr/>
          </p:nvSpPr>
          <p:spPr bwMode="auto">
            <a:xfrm>
              <a:off x="1091" y="2172"/>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4" y="86"/>
                  </a:lnTo>
                  <a:lnTo>
                    <a:pt x="10" y="125"/>
                  </a:lnTo>
                  <a:lnTo>
                    <a:pt x="18" y="164"/>
                  </a:lnTo>
                  <a:lnTo>
                    <a:pt x="29" y="202"/>
                  </a:lnTo>
                  <a:lnTo>
                    <a:pt x="41" y="236"/>
                  </a:lnTo>
                  <a:lnTo>
                    <a:pt x="55" y="268"/>
                  </a:lnTo>
                  <a:lnTo>
                    <a:pt x="70" y="299"/>
                  </a:lnTo>
                  <a:lnTo>
                    <a:pt x="89" y="327"/>
                  </a:lnTo>
                  <a:lnTo>
                    <a:pt x="106" y="350"/>
                  </a:lnTo>
                  <a:lnTo>
                    <a:pt x="126" y="373"/>
                  </a:lnTo>
                  <a:lnTo>
                    <a:pt x="148" y="392"/>
                  </a:lnTo>
                  <a:lnTo>
                    <a:pt x="171" y="407"/>
                  </a:lnTo>
                  <a:lnTo>
                    <a:pt x="194" y="417"/>
                  </a:lnTo>
                  <a:lnTo>
                    <a:pt x="219" y="423"/>
                  </a:lnTo>
                  <a:lnTo>
                    <a:pt x="245" y="426"/>
                  </a:lnTo>
                  <a:lnTo>
                    <a:pt x="245" y="414"/>
                  </a:lnTo>
                  <a:lnTo>
                    <a:pt x="221" y="411"/>
                  </a:lnTo>
                  <a:lnTo>
                    <a:pt x="199" y="406"/>
                  </a:lnTo>
                  <a:lnTo>
                    <a:pt x="178" y="395"/>
                  </a:lnTo>
                  <a:lnTo>
                    <a:pt x="155" y="382"/>
                  </a:lnTo>
                  <a:lnTo>
                    <a:pt x="136" y="363"/>
                  </a:lnTo>
                  <a:lnTo>
                    <a:pt x="116" y="343"/>
                  </a:lnTo>
                  <a:lnTo>
                    <a:pt x="98" y="320"/>
                  </a:lnTo>
                  <a:lnTo>
                    <a:pt x="82" y="292"/>
                  </a:lnTo>
                  <a:lnTo>
                    <a:pt x="66" y="264"/>
                  </a:lnTo>
                  <a:lnTo>
                    <a:pt x="52" y="231"/>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80941" name="Freeform 59"/>
            <p:cNvSpPr>
              <a:spLocks/>
            </p:cNvSpPr>
            <p:nvPr/>
          </p:nvSpPr>
          <p:spPr bwMode="auto">
            <a:xfrm>
              <a:off x="1091" y="2087"/>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4" y="8"/>
                  </a:lnTo>
                  <a:lnTo>
                    <a:pt x="171" y="18"/>
                  </a:lnTo>
                  <a:lnTo>
                    <a:pt x="148" y="34"/>
                  </a:lnTo>
                  <a:lnTo>
                    <a:pt x="126" y="51"/>
                  </a:lnTo>
                  <a:lnTo>
                    <a:pt x="106" y="73"/>
                  </a:lnTo>
                  <a:lnTo>
                    <a:pt x="89" y="98"/>
                  </a:lnTo>
                  <a:lnTo>
                    <a:pt x="71" y="125"/>
                  </a:lnTo>
                  <a:lnTo>
                    <a:pt x="55" y="155"/>
                  </a:lnTo>
                  <a:lnTo>
                    <a:pt x="41" y="188"/>
                  </a:lnTo>
                  <a:lnTo>
                    <a:pt x="29" y="222"/>
                  </a:lnTo>
                  <a:lnTo>
                    <a:pt x="18" y="261"/>
                  </a:lnTo>
                  <a:lnTo>
                    <a:pt x="10" y="298"/>
                  </a:lnTo>
                  <a:lnTo>
                    <a:pt x="4" y="338"/>
                  </a:lnTo>
                  <a:lnTo>
                    <a:pt x="1" y="382"/>
                  </a:lnTo>
                  <a:lnTo>
                    <a:pt x="0" y="424"/>
                  </a:lnTo>
                  <a:lnTo>
                    <a:pt x="11" y="424"/>
                  </a:lnTo>
                  <a:lnTo>
                    <a:pt x="13" y="382"/>
                  </a:lnTo>
                  <a:lnTo>
                    <a:pt x="16" y="341"/>
                  </a:lnTo>
                  <a:lnTo>
                    <a:pt x="22" y="301"/>
                  </a:lnTo>
                  <a:lnTo>
                    <a:pt x="30" y="263"/>
                  </a:lnTo>
                  <a:lnTo>
                    <a:pt x="41" y="227"/>
                  </a:lnTo>
                  <a:lnTo>
                    <a:pt x="52" y="193"/>
                  </a:lnTo>
                  <a:lnTo>
                    <a:pt x="66" y="160"/>
                  </a:lnTo>
                  <a:lnTo>
                    <a:pt x="80" y="132"/>
                  </a:lnTo>
                  <a:lnTo>
                    <a:pt x="98" y="105"/>
                  </a:lnTo>
                  <a:lnTo>
                    <a:pt x="116" y="80"/>
                  </a:lnTo>
                  <a:lnTo>
                    <a:pt x="136" y="60"/>
                  </a:lnTo>
                  <a:lnTo>
                    <a:pt x="155" y="43"/>
                  </a:lnTo>
                  <a:lnTo>
                    <a:pt x="178" y="30"/>
                  </a:lnTo>
                  <a:lnTo>
                    <a:pt x="199" y="19"/>
                  </a:lnTo>
                  <a:lnTo>
                    <a:pt x="221" y="14"/>
                  </a:lnTo>
                  <a:lnTo>
                    <a:pt x="245" y="11"/>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80942" name="Freeform 60"/>
            <p:cNvSpPr>
              <a:spLocks/>
            </p:cNvSpPr>
            <p:nvPr/>
          </p:nvSpPr>
          <p:spPr bwMode="auto">
            <a:xfrm>
              <a:off x="1392" y="2118"/>
              <a:ext cx="49" cy="85"/>
            </a:xfrm>
            <a:custGeom>
              <a:avLst/>
              <a:gdLst>
                <a:gd name="T0" fmla="*/ 2 w 246"/>
                <a:gd name="T1" fmla="*/ 3 h 426"/>
                <a:gd name="T2" fmla="*/ 2 w 246"/>
                <a:gd name="T3" fmla="*/ 3 h 426"/>
                <a:gd name="T4" fmla="*/ 2 w 246"/>
                <a:gd name="T5" fmla="*/ 3 h 426"/>
                <a:gd name="T6" fmla="*/ 2 w 246"/>
                <a:gd name="T7" fmla="*/ 3 h 426"/>
                <a:gd name="T8" fmla="*/ 2 w 246"/>
                <a:gd name="T9" fmla="*/ 2 h 426"/>
                <a:gd name="T10" fmla="*/ 2 w 246"/>
                <a:gd name="T11" fmla="*/ 2 h 426"/>
                <a:gd name="T12" fmla="*/ 2 w 246"/>
                <a:gd name="T13" fmla="*/ 2 h 426"/>
                <a:gd name="T14" fmla="*/ 2 w 246"/>
                <a:gd name="T15" fmla="*/ 2 h 426"/>
                <a:gd name="T16" fmla="*/ 2 w 246"/>
                <a:gd name="T17" fmla="*/ 1 h 426"/>
                <a:gd name="T18" fmla="*/ 1 w 246"/>
                <a:gd name="T19" fmla="*/ 1 h 426"/>
                <a:gd name="T20" fmla="*/ 1 w 246"/>
                <a:gd name="T21" fmla="*/ 1 h 426"/>
                <a:gd name="T22" fmla="*/ 1 w 246"/>
                <a:gd name="T23" fmla="*/ 1 h 426"/>
                <a:gd name="T24" fmla="*/ 1 w 246"/>
                <a:gd name="T25" fmla="*/ 0 h 426"/>
                <a:gd name="T26" fmla="*/ 1 w 246"/>
                <a:gd name="T27" fmla="*/ 0 h 426"/>
                <a:gd name="T28" fmla="*/ 1 w 246"/>
                <a:gd name="T29" fmla="*/ 0 h 426"/>
                <a:gd name="T30" fmla="*/ 0 w 246"/>
                <a:gd name="T31" fmla="*/ 0 h 426"/>
                <a:gd name="T32" fmla="*/ 0 w 246"/>
                <a:gd name="T33" fmla="*/ 0 h 426"/>
                <a:gd name="T34" fmla="*/ 0 w 246"/>
                <a:gd name="T35" fmla="*/ 0 h 426"/>
                <a:gd name="T36" fmla="*/ 0 w 246"/>
                <a:gd name="T37" fmla="*/ 0 h 426"/>
                <a:gd name="T38" fmla="*/ 0 w 246"/>
                <a:gd name="T39" fmla="*/ 0 h 426"/>
                <a:gd name="T40" fmla="*/ 0 w 246"/>
                <a:gd name="T41" fmla="*/ 0 h 426"/>
                <a:gd name="T42" fmla="*/ 1 w 246"/>
                <a:gd name="T43" fmla="*/ 0 h 426"/>
                <a:gd name="T44" fmla="*/ 1 w 246"/>
                <a:gd name="T45" fmla="*/ 0 h 426"/>
                <a:gd name="T46" fmla="*/ 1 w 246"/>
                <a:gd name="T47" fmla="*/ 1 h 426"/>
                <a:gd name="T48" fmla="*/ 1 w 246"/>
                <a:gd name="T49" fmla="*/ 1 h 426"/>
                <a:gd name="T50" fmla="*/ 1 w 246"/>
                <a:gd name="T51" fmla="*/ 1 h 426"/>
                <a:gd name="T52" fmla="*/ 1 w 246"/>
                <a:gd name="T53" fmla="*/ 1 h 426"/>
                <a:gd name="T54" fmla="*/ 1 w 246"/>
                <a:gd name="T55" fmla="*/ 1 h 426"/>
                <a:gd name="T56" fmla="*/ 2 w 246"/>
                <a:gd name="T57" fmla="*/ 2 h 426"/>
                <a:gd name="T58" fmla="*/ 2 w 246"/>
                <a:gd name="T59" fmla="*/ 2 h 426"/>
                <a:gd name="T60" fmla="*/ 2 w 246"/>
                <a:gd name="T61" fmla="*/ 2 h 426"/>
                <a:gd name="T62" fmla="*/ 2 w 246"/>
                <a:gd name="T63" fmla="*/ 2 h 426"/>
                <a:gd name="T64" fmla="*/ 2 w 246"/>
                <a:gd name="T65" fmla="*/ 3 h 426"/>
                <a:gd name="T66" fmla="*/ 2 w 246"/>
                <a:gd name="T67" fmla="*/ 3 h 426"/>
                <a:gd name="T68" fmla="*/ 2 w 246"/>
                <a:gd name="T69" fmla="*/ 3 h 426"/>
                <a:gd name="T70" fmla="*/ 2 w 246"/>
                <a:gd name="T71" fmla="*/ 3 h 426"/>
                <a:gd name="T72" fmla="*/ 2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246" y="426"/>
                  </a:moveTo>
                  <a:lnTo>
                    <a:pt x="246" y="426"/>
                  </a:lnTo>
                  <a:lnTo>
                    <a:pt x="245" y="384"/>
                  </a:lnTo>
                  <a:lnTo>
                    <a:pt x="242" y="340"/>
                  </a:lnTo>
                  <a:lnTo>
                    <a:pt x="236" y="301"/>
                  </a:lnTo>
                  <a:lnTo>
                    <a:pt x="228" y="262"/>
                  </a:lnTo>
                  <a:lnTo>
                    <a:pt x="217" y="224"/>
                  </a:lnTo>
                  <a:lnTo>
                    <a:pt x="205" y="190"/>
                  </a:lnTo>
                  <a:lnTo>
                    <a:pt x="191" y="158"/>
                  </a:lnTo>
                  <a:lnTo>
                    <a:pt x="176" y="126"/>
                  </a:lnTo>
                  <a:lnTo>
                    <a:pt x="157" y="99"/>
                  </a:lnTo>
                  <a:lnTo>
                    <a:pt x="139" y="75"/>
                  </a:lnTo>
                  <a:lnTo>
                    <a:pt x="119" y="53"/>
                  </a:lnTo>
                  <a:lnTo>
                    <a:pt x="96" y="34"/>
                  </a:lnTo>
                  <a:lnTo>
                    <a:pt x="75" y="19"/>
                  </a:lnTo>
                  <a:lnTo>
                    <a:pt x="51" y="9"/>
                  </a:lnTo>
                  <a:lnTo>
                    <a:pt x="26" y="3"/>
                  </a:lnTo>
                  <a:lnTo>
                    <a:pt x="0" y="0"/>
                  </a:lnTo>
                  <a:lnTo>
                    <a:pt x="0" y="12"/>
                  </a:lnTo>
                  <a:lnTo>
                    <a:pt x="24" y="15"/>
                  </a:lnTo>
                  <a:lnTo>
                    <a:pt x="46" y="20"/>
                  </a:lnTo>
                  <a:lnTo>
                    <a:pt x="68" y="31"/>
                  </a:lnTo>
                  <a:lnTo>
                    <a:pt x="89" y="44"/>
                  </a:lnTo>
                  <a:lnTo>
                    <a:pt x="109" y="63"/>
                  </a:lnTo>
                  <a:lnTo>
                    <a:pt x="129" y="83"/>
                  </a:lnTo>
                  <a:lnTo>
                    <a:pt x="148" y="106"/>
                  </a:lnTo>
                  <a:lnTo>
                    <a:pt x="164" y="133"/>
                  </a:lnTo>
                  <a:lnTo>
                    <a:pt x="180" y="162"/>
                  </a:lnTo>
                  <a:lnTo>
                    <a:pt x="194" y="195"/>
                  </a:lnTo>
                  <a:lnTo>
                    <a:pt x="205" y="229"/>
                  </a:lnTo>
                  <a:lnTo>
                    <a:pt x="216" y="264"/>
                  </a:lnTo>
                  <a:lnTo>
                    <a:pt x="224" y="303"/>
                  </a:lnTo>
                  <a:lnTo>
                    <a:pt x="230" y="343"/>
                  </a:lnTo>
                  <a:lnTo>
                    <a:pt x="233" y="384"/>
                  </a:lnTo>
                  <a:lnTo>
                    <a:pt x="235" y="426"/>
                  </a:lnTo>
                  <a:lnTo>
                    <a:pt x="246"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80943" name="Freeform 61"/>
            <p:cNvSpPr>
              <a:spLocks/>
            </p:cNvSpPr>
            <p:nvPr/>
          </p:nvSpPr>
          <p:spPr bwMode="auto">
            <a:xfrm>
              <a:off x="1392" y="2203"/>
              <a:ext cx="49" cy="85"/>
            </a:xfrm>
            <a:custGeom>
              <a:avLst/>
              <a:gdLst>
                <a:gd name="T0" fmla="*/ 0 w 246"/>
                <a:gd name="T1" fmla="*/ 3 h 424"/>
                <a:gd name="T2" fmla="*/ 0 w 246"/>
                <a:gd name="T3" fmla="*/ 3 h 424"/>
                <a:gd name="T4" fmla="*/ 0 w 246"/>
                <a:gd name="T5" fmla="*/ 3 h 424"/>
                <a:gd name="T6" fmla="*/ 0 w 246"/>
                <a:gd name="T7" fmla="*/ 3 h 424"/>
                <a:gd name="T8" fmla="*/ 1 w 246"/>
                <a:gd name="T9" fmla="*/ 3 h 424"/>
                <a:gd name="T10" fmla="*/ 1 w 246"/>
                <a:gd name="T11" fmla="*/ 3 h 424"/>
                <a:gd name="T12" fmla="*/ 1 w 246"/>
                <a:gd name="T13" fmla="*/ 3 h 424"/>
                <a:gd name="T14" fmla="*/ 1 w 246"/>
                <a:gd name="T15" fmla="*/ 3 h 424"/>
                <a:gd name="T16" fmla="*/ 1 w 246"/>
                <a:gd name="T17" fmla="*/ 3 h 424"/>
                <a:gd name="T18" fmla="*/ 1 w 246"/>
                <a:gd name="T19" fmla="*/ 2 h 424"/>
                <a:gd name="T20" fmla="*/ 2 w 246"/>
                <a:gd name="T21" fmla="*/ 2 h 424"/>
                <a:gd name="T22" fmla="*/ 2 w 246"/>
                <a:gd name="T23" fmla="*/ 2 h 424"/>
                <a:gd name="T24" fmla="*/ 2 w 246"/>
                <a:gd name="T25" fmla="*/ 2 h 424"/>
                <a:gd name="T26" fmla="*/ 2 w 246"/>
                <a:gd name="T27" fmla="*/ 1 h 424"/>
                <a:gd name="T28" fmla="*/ 2 w 246"/>
                <a:gd name="T29" fmla="*/ 1 h 424"/>
                <a:gd name="T30" fmla="*/ 2 w 246"/>
                <a:gd name="T31" fmla="*/ 1 h 424"/>
                <a:gd name="T32" fmla="*/ 2 w 246"/>
                <a:gd name="T33" fmla="*/ 0 h 424"/>
                <a:gd name="T34" fmla="*/ 2 w 246"/>
                <a:gd name="T35" fmla="*/ 0 h 424"/>
                <a:gd name="T36" fmla="*/ 2 w 246"/>
                <a:gd name="T37" fmla="*/ 0 h 424"/>
                <a:gd name="T38" fmla="*/ 2 w 246"/>
                <a:gd name="T39" fmla="*/ 0 h 424"/>
                <a:gd name="T40" fmla="*/ 2 w 246"/>
                <a:gd name="T41" fmla="*/ 1 h 424"/>
                <a:gd name="T42" fmla="*/ 2 w 246"/>
                <a:gd name="T43" fmla="*/ 1 h 424"/>
                <a:gd name="T44" fmla="*/ 2 w 246"/>
                <a:gd name="T45" fmla="*/ 1 h 424"/>
                <a:gd name="T46" fmla="*/ 2 w 246"/>
                <a:gd name="T47" fmla="*/ 2 h 424"/>
                <a:gd name="T48" fmla="*/ 2 w 246"/>
                <a:gd name="T49" fmla="*/ 2 h 424"/>
                <a:gd name="T50" fmla="*/ 1 w 246"/>
                <a:gd name="T51" fmla="*/ 2 h 424"/>
                <a:gd name="T52" fmla="*/ 1 w 246"/>
                <a:gd name="T53" fmla="*/ 2 h 424"/>
                <a:gd name="T54" fmla="*/ 1 w 246"/>
                <a:gd name="T55" fmla="*/ 3 h 424"/>
                <a:gd name="T56" fmla="*/ 1 w 246"/>
                <a:gd name="T57" fmla="*/ 3 h 424"/>
                <a:gd name="T58" fmla="*/ 1 w 246"/>
                <a:gd name="T59" fmla="*/ 3 h 424"/>
                <a:gd name="T60" fmla="*/ 1 w 246"/>
                <a:gd name="T61" fmla="*/ 3 h 424"/>
                <a:gd name="T62" fmla="*/ 1 w 246"/>
                <a:gd name="T63" fmla="*/ 3 h 424"/>
                <a:gd name="T64" fmla="*/ 0 w 246"/>
                <a:gd name="T65" fmla="*/ 3 h 424"/>
                <a:gd name="T66" fmla="*/ 0 w 246"/>
                <a:gd name="T67" fmla="*/ 3 h 424"/>
                <a:gd name="T68" fmla="*/ 0 w 246"/>
                <a:gd name="T69" fmla="*/ 3 h 424"/>
                <a:gd name="T70" fmla="*/ 0 w 246"/>
                <a:gd name="T71" fmla="*/ 3 h 424"/>
                <a:gd name="T72" fmla="*/ 0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0" y="424"/>
                  </a:moveTo>
                  <a:lnTo>
                    <a:pt x="0" y="424"/>
                  </a:lnTo>
                  <a:lnTo>
                    <a:pt x="26" y="422"/>
                  </a:lnTo>
                  <a:lnTo>
                    <a:pt x="51" y="416"/>
                  </a:lnTo>
                  <a:lnTo>
                    <a:pt x="75" y="406"/>
                  </a:lnTo>
                  <a:lnTo>
                    <a:pt x="96" y="390"/>
                  </a:lnTo>
                  <a:lnTo>
                    <a:pt x="119" y="373"/>
                  </a:lnTo>
                  <a:lnTo>
                    <a:pt x="139" y="351"/>
                  </a:lnTo>
                  <a:lnTo>
                    <a:pt x="157" y="326"/>
                  </a:lnTo>
                  <a:lnTo>
                    <a:pt x="175" y="299"/>
                  </a:lnTo>
                  <a:lnTo>
                    <a:pt x="191" y="269"/>
                  </a:lnTo>
                  <a:lnTo>
                    <a:pt x="205" y="236"/>
                  </a:lnTo>
                  <a:lnTo>
                    <a:pt x="217" y="202"/>
                  </a:lnTo>
                  <a:lnTo>
                    <a:pt x="228" y="163"/>
                  </a:lnTo>
                  <a:lnTo>
                    <a:pt x="236" y="125"/>
                  </a:lnTo>
                  <a:lnTo>
                    <a:pt x="242" y="86"/>
                  </a:lnTo>
                  <a:lnTo>
                    <a:pt x="245" y="42"/>
                  </a:lnTo>
                  <a:lnTo>
                    <a:pt x="246" y="0"/>
                  </a:lnTo>
                  <a:lnTo>
                    <a:pt x="235" y="0"/>
                  </a:lnTo>
                  <a:lnTo>
                    <a:pt x="233" y="42"/>
                  </a:lnTo>
                  <a:lnTo>
                    <a:pt x="230" y="83"/>
                  </a:lnTo>
                  <a:lnTo>
                    <a:pt x="224" y="123"/>
                  </a:lnTo>
                  <a:lnTo>
                    <a:pt x="216" y="161"/>
                  </a:lnTo>
                  <a:lnTo>
                    <a:pt x="205" y="197"/>
                  </a:lnTo>
                  <a:lnTo>
                    <a:pt x="194" y="231"/>
                  </a:lnTo>
                  <a:lnTo>
                    <a:pt x="180" y="264"/>
                  </a:lnTo>
                  <a:lnTo>
                    <a:pt x="166" y="292"/>
                  </a:lnTo>
                  <a:lnTo>
                    <a:pt x="148" y="319"/>
                  </a:lnTo>
                  <a:lnTo>
                    <a:pt x="129" y="344"/>
                  </a:lnTo>
                  <a:lnTo>
                    <a:pt x="109" y="364"/>
                  </a:lnTo>
                  <a:lnTo>
                    <a:pt x="89" y="381"/>
                  </a:lnTo>
                  <a:lnTo>
                    <a:pt x="68" y="394"/>
                  </a:lnTo>
                  <a:lnTo>
                    <a:pt x="46" y="405"/>
                  </a:lnTo>
                  <a:lnTo>
                    <a:pt x="24" y="410"/>
                  </a:lnTo>
                  <a:lnTo>
                    <a:pt x="0" y="413"/>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80944" name="Freeform 62"/>
            <p:cNvSpPr>
              <a:spLocks/>
            </p:cNvSpPr>
            <p:nvPr/>
          </p:nvSpPr>
          <p:spPr bwMode="auto">
            <a:xfrm>
              <a:off x="1343" y="2203"/>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2" y="42"/>
                  </a:lnTo>
                  <a:lnTo>
                    <a:pt x="5" y="86"/>
                  </a:lnTo>
                  <a:lnTo>
                    <a:pt x="11" y="125"/>
                  </a:lnTo>
                  <a:lnTo>
                    <a:pt x="19" y="163"/>
                  </a:lnTo>
                  <a:lnTo>
                    <a:pt x="30" y="202"/>
                  </a:lnTo>
                  <a:lnTo>
                    <a:pt x="41" y="236"/>
                  </a:lnTo>
                  <a:lnTo>
                    <a:pt x="56" y="269"/>
                  </a:lnTo>
                  <a:lnTo>
                    <a:pt x="72" y="299"/>
                  </a:lnTo>
                  <a:lnTo>
                    <a:pt x="90" y="326"/>
                  </a:lnTo>
                  <a:lnTo>
                    <a:pt x="108" y="351"/>
                  </a:lnTo>
                  <a:lnTo>
                    <a:pt x="127" y="373"/>
                  </a:lnTo>
                  <a:lnTo>
                    <a:pt x="149" y="390"/>
                  </a:lnTo>
                  <a:lnTo>
                    <a:pt x="172" y="406"/>
                  </a:lnTo>
                  <a:lnTo>
                    <a:pt x="195" y="416"/>
                  </a:lnTo>
                  <a:lnTo>
                    <a:pt x="220" y="422"/>
                  </a:lnTo>
                  <a:lnTo>
                    <a:pt x="245" y="424"/>
                  </a:lnTo>
                  <a:lnTo>
                    <a:pt x="245" y="413"/>
                  </a:lnTo>
                  <a:lnTo>
                    <a:pt x="222" y="410"/>
                  </a:lnTo>
                  <a:lnTo>
                    <a:pt x="200" y="405"/>
                  </a:lnTo>
                  <a:lnTo>
                    <a:pt x="179" y="394"/>
                  </a:lnTo>
                  <a:lnTo>
                    <a:pt x="156" y="381"/>
                  </a:lnTo>
                  <a:lnTo>
                    <a:pt x="136" y="364"/>
                  </a:lnTo>
                  <a:lnTo>
                    <a:pt x="118" y="344"/>
                  </a:lnTo>
                  <a:lnTo>
                    <a:pt x="99" y="319"/>
                  </a:lnTo>
                  <a:lnTo>
                    <a:pt x="81" y="292"/>
                  </a:lnTo>
                  <a:lnTo>
                    <a:pt x="67" y="264"/>
                  </a:lnTo>
                  <a:lnTo>
                    <a:pt x="53" y="231"/>
                  </a:lnTo>
                  <a:lnTo>
                    <a:pt x="41" y="197"/>
                  </a:lnTo>
                  <a:lnTo>
                    <a:pt x="31" y="161"/>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80945" name="Freeform 63"/>
            <p:cNvSpPr>
              <a:spLocks/>
            </p:cNvSpPr>
            <p:nvPr/>
          </p:nvSpPr>
          <p:spPr bwMode="auto">
            <a:xfrm>
              <a:off x="1343" y="2118"/>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1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20" y="3"/>
                  </a:lnTo>
                  <a:lnTo>
                    <a:pt x="195" y="9"/>
                  </a:lnTo>
                  <a:lnTo>
                    <a:pt x="172" y="19"/>
                  </a:lnTo>
                  <a:lnTo>
                    <a:pt x="149" y="34"/>
                  </a:lnTo>
                  <a:lnTo>
                    <a:pt x="127" y="53"/>
                  </a:lnTo>
                  <a:lnTo>
                    <a:pt x="108" y="75"/>
                  </a:lnTo>
                  <a:lnTo>
                    <a:pt x="90" y="99"/>
                  </a:lnTo>
                  <a:lnTo>
                    <a:pt x="71" y="126"/>
                  </a:lnTo>
                  <a:lnTo>
                    <a:pt x="56" y="158"/>
                  </a:lnTo>
                  <a:lnTo>
                    <a:pt x="41" y="190"/>
                  </a:lnTo>
                  <a:lnTo>
                    <a:pt x="30" y="224"/>
                  </a:lnTo>
                  <a:lnTo>
                    <a:pt x="19" y="262"/>
                  </a:lnTo>
                  <a:lnTo>
                    <a:pt x="11" y="301"/>
                  </a:lnTo>
                  <a:lnTo>
                    <a:pt x="5" y="340"/>
                  </a:lnTo>
                  <a:lnTo>
                    <a:pt x="2" y="384"/>
                  </a:lnTo>
                  <a:lnTo>
                    <a:pt x="0" y="426"/>
                  </a:lnTo>
                  <a:lnTo>
                    <a:pt x="12" y="426"/>
                  </a:lnTo>
                  <a:lnTo>
                    <a:pt x="13" y="384"/>
                  </a:lnTo>
                  <a:lnTo>
                    <a:pt x="17" y="343"/>
                  </a:lnTo>
                  <a:lnTo>
                    <a:pt x="23" y="303"/>
                  </a:lnTo>
                  <a:lnTo>
                    <a:pt x="31" y="264"/>
                  </a:lnTo>
                  <a:lnTo>
                    <a:pt x="41" y="229"/>
                  </a:lnTo>
                  <a:lnTo>
                    <a:pt x="53" y="195"/>
                  </a:lnTo>
                  <a:lnTo>
                    <a:pt x="67" y="162"/>
                  </a:lnTo>
                  <a:lnTo>
                    <a:pt x="82" y="133"/>
                  </a:lnTo>
                  <a:lnTo>
                    <a:pt x="99" y="106"/>
                  </a:lnTo>
                  <a:lnTo>
                    <a:pt x="118" y="83"/>
                  </a:lnTo>
                  <a:lnTo>
                    <a:pt x="136" y="63"/>
                  </a:lnTo>
                  <a:lnTo>
                    <a:pt x="156" y="44"/>
                  </a:lnTo>
                  <a:lnTo>
                    <a:pt x="179" y="31"/>
                  </a:lnTo>
                  <a:lnTo>
                    <a:pt x="200" y="20"/>
                  </a:lnTo>
                  <a:lnTo>
                    <a:pt x="222" y="15"/>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80946" name="Freeform 64"/>
            <p:cNvSpPr>
              <a:spLocks/>
            </p:cNvSpPr>
            <p:nvPr/>
          </p:nvSpPr>
          <p:spPr bwMode="auto">
            <a:xfrm>
              <a:off x="1384" y="1859"/>
              <a:ext cx="49" cy="84"/>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1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3" y="382"/>
                  </a:lnTo>
                  <a:lnTo>
                    <a:pt x="240" y="339"/>
                  </a:lnTo>
                  <a:lnTo>
                    <a:pt x="234" y="299"/>
                  </a:lnTo>
                  <a:lnTo>
                    <a:pt x="226" y="261"/>
                  </a:lnTo>
                  <a:lnTo>
                    <a:pt x="215" y="222"/>
                  </a:lnTo>
                  <a:lnTo>
                    <a:pt x="204" y="188"/>
                  </a:lnTo>
                  <a:lnTo>
                    <a:pt x="189" y="156"/>
                  </a:lnTo>
                  <a:lnTo>
                    <a:pt x="173" y="125"/>
                  </a:lnTo>
                  <a:lnTo>
                    <a:pt x="155" y="98"/>
                  </a:lnTo>
                  <a:lnTo>
                    <a:pt x="138" y="74"/>
                  </a:lnTo>
                  <a:lnTo>
                    <a:pt x="118" y="51"/>
                  </a:lnTo>
                  <a:lnTo>
                    <a:pt x="96" y="34"/>
                  </a:lnTo>
                  <a:lnTo>
                    <a:pt x="73" y="18"/>
                  </a:lnTo>
                  <a:lnTo>
                    <a:pt x="50" y="8"/>
                  </a:lnTo>
                  <a:lnTo>
                    <a:pt x="25" y="2"/>
                  </a:lnTo>
                  <a:lnTo>
                    <a:pt x="0" y="0"/>
                  </a:lnTo>
                  <a:lnTo>
                    <a:pt x="0" y="11"/>
                  </a:lnTo>
                  <a:lnTo>
                    <a:pt x="23" y="14"/>
                  </a:lnTo>
                  <a:lnTo>
                    <a:pt x="45" y="20"/>
                  </a:lnTo>
                  <a:lnTo>
                    <a:pt x="66" y="30"/>
                  </a:lnTo>
                  <a:lnTo>
                    <a:pt x="89" y="43"/>
                  </a:lnTo>
                  <a:lnTo>
                    <a:pt x="109" y="61"/>
                  </a:lnTo>
                  <a:lnTo>
                    <a:pt x="129" y="81"/>
                  </a:lnTo>
                  <a:lnTo>
                    <a:pt x="146" y="105"/>
                  </a:lnTo>
                  <a:lnTo>
                    <a:pt x="164" y="132"/>
                  </a:lnTo>
                  <a:lnTo>
                    <a:pt x="178" y="160"/>
                  </a:lnTo>
                  <a:lnTo>
                    <a:pt x="192" y="193"/>
                  </a:lnTo>
                  <a:lnTo>
                    <a:pt x="204" y="227"/>
                  </a:lnTo>
                  <a:lnTo>
                    <a:pt x="214" y="264"/>
                  </a:lnTo>
                  <a:lnTo>
                    <a:pt x="222" y="301"/>
                  </a:lnTo>
                  <a:lnTo>
                    <a:pt x="228"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80947" name="Freeform 65"/>
            <p:cNvSpPr>
              <a:spLocks/>
            </p:cNvSpPr>
            <p:nvPr/>
          </p:nvSpPr>
          <p:spPr bwMode="auto">
            <a:xfrm>
              <a:off x="1384" y="1943"/>
              <a:ext cx="49" cy="86"/>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5" y="423"/>
                  </a:lnTo>
                  <a:lnTo>
                    <a:pt x="50" y="418"/>
                  </a:lnTo>
                  <a:lnTo>
                    <a:pt x="73" y="407"/>
                  </a:lnTo>
                  <a:lnTo>
                    <a:pt x="96" y="392"/>
                  </a:lnTo>
                  <a:lnTo>
                    <a:pt x="118" y="374"/>
                  </a:lnTo>
                  <a:lnTo>
                    <a:pt x="138" y="352"/>
                  </a:lnTo>
                  <a:lnTo>
                    <a:pt x="155" y="327"/>
                  </a:lnTo>
                  <a:lnTo>
                    <a:pt x="174" y="300"/>
                  </a:lnTo>
                  <a:lnTo>
                    <a:pt x="189" y="269"/>
                  </a:lnTo>
                  <a:lnTo>
                    <a:pt x="204" y="237"/>
                  </a:lnTo>
                  <a:lnTo>
                    <a:pt x="215" y="202"/>
                  </a:lnTo>
                  <a:lnTo>
                    <a:pt x="226" y="164"/>
                  </a:lnTo>
                  <a:lnTo>
                    <a:pt x="234" y="126"/>
                  </a:lnTo>
                  <a:lnTo>
                    <a:pt x="240" y="86"/>
                  </a:lnTo>
                  <a:lnTo>
                    <a:pt x="243" y="42"/>
                  </a:lnTo>
                  <a:lnTo>
                    <a:pt x="245" y="0"/>
                  </a:lnTo>
                  <a:lnTo>
                    <a:pt x="233" y="0"/>
                  </a:lnTo>
                  <a:lnTo>
                    <a:pt x="232" y="42"/>
                  </a:lnTo>
                  <a:lnTo>
                    <a:pt x="228" y="83"/>
                  </a:lnTo>
                  <a:lnTo>
                    <a:pt x="222" y="123"/>
                  </a:lnTo>
                  <a:lnTo>
                    <a:pt x="214" y="162"/>
                  </a:lnTo>
                  <a:lnTo>
                    <a:pt x="204" y="197"/>
                  </a:lnTo>
                  <a:lnTo>
                    <a:pt x="192" y="232"/>
                  </a:lnTo>
                  <a:lnTo>
                    <a:pt x="178" y="264"/>
                  </a:lnTo>
                  <a:lnTo>
                    <a:pt x="163" y="293"/>
                  </a:lnTo>
                  <a:lnTo>
                    <a:pt x="146" y="320"/>
                  </a:lnTo>
                  <a:lnTo>
                    <a:pt x="129" y="345"/>
                  </a:lnTo>
                  <a:lnTo>
                    <a:pt x="109" y="365"/>
                  </a:lnTo>
                  <a:lnTo>
                    <a:pt x="89" y="382"/>
                  </a:lnTo>
                  <a:lnTo>
                    <a:pt x="66" y="395"/>
                  </a:lnTo>
                  <a:lnTo>
                    <a:pt x="45" y="406"/>
                  </a:lnTo>
                  <a:lnTo>
                    <a:pt x="23"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80948" name="Freeform 66"/>
            <p:cNvSpPr>
              <a:spLocks/>
            </p:cNvSpPr>
            <p:nvPr/>
          </p:nvSpPr>
          <p:spPr bwMode="auto">
            <a:xfrm>
              <a:off x="1335" y="1943"/>
              <a:ext cx="49" cy="86"/>
            </a:xfrm>
            <a:custGeom>
              <a:avLst/>
              <a:gdLst>
                <a:gd name="T0" fmla="*/ 0 w 246"/>
                <a:gd name="T1" fmla="*/ 0 h 426"/>
                <a:gd name="T2" fmla="*/ 0 w 246"/>
                <a:gd name="T3" fmla="*/ 0 h 426"/>
                <a:gd name="T4" fmla="*/ 0 w 246"/>
                <a:gd name="T5" fmla="*/ 0 h 426"/>
                <a:gd name="T6" fmla="*/ 0 w 246"/>
                <a:gd name="T7" fmla="*/ 1 h 426"/>
                <a:gd name="T8" fmla="*/ 0 w 246"/>
                <a:gd name="T9" fmla="*/ 1 h 426"/>
                <a:gd name="T10" fmla="*/ 0 w 246"/>
                <a:gd name="T11" fmla="*/ 1 h 426"/>
                <a:gd name="T12" fmla="*/ 0 w 246"/>
                <a:gd name="T13" fmla="*/ 2 h 426"/>
                <a:gd name="T14" fmla="*/ 0 w 246"/>
                <a:gd name="T15" fmla="*/ 2 h 426"/>
                <a:gd name="T16" fmla="*/ 0 w 246"/>
                <a:gd name="T17" fmla="*/ 2 h 426"/>
                <a:gd name="T18" fmla="*/ 1 w 246"/>
                <a:gd name="T19" fmla="*/ 2 h 426"/>
                <a:gd name="T20" fmla="*/ 1 w 246"/>
                <a:gd name="T21" fmla="*/ 3 h 426"/>
                <a:gd name="T22" fmla="*/ 1 w 246"/>
                <a:gd name="T23" fmla="*/ 3 h 426"/>
                <a:gd name="T24" fmla="*/ 1 w 246"/>
                <a:gd name="T25" fmla="*/ 3 h 426"/>
                <a:gd name="T26" fmla="*/ 1 w 246"/>
                <a:gd name="T27" fmla="*/ 3 h 426"/>
                <a:gd name="T28" fmla="*/ 1 w 246"/>
                <a:gd name="T29" fmla="*/ 3 h 426"/>
                <a:gd name="T30" fmla="*/ 2 w 246"/>
                <a:gd name="T31" fmla="*/ 3 h 426"/>
                <a:gd name="T32" fmla="*/ 2 w 246"/>
                <a:gd name="T33" fmla="*/ 3 h 426"/>
                <a:gd name="T34" fmla="*/ 2 w 246"/>
                <a:gd name="T35" fmla="*/ 3 h 426"/>
                <a:gd name="T36" fmla="*/ 2 w 246"/>
                <a:gd name="T37" fmla="*/ 3 h 426"/>
                <a:gd name="T38" fmla="*/ 2 w 246"/>
                <a:gd name="T39" fmla="*/ 3 h 426"/>
                <a:gd name="T40" fmla="*/ 2 w 246"/>
                <a:gd name="T41" fmla="*/ 3 h 426"/>
                <a:gd name="T42" fmla="*/ 1 w 246"/>
                <a:gd name="T43" fmla="*/ 3 h 426"/>
                <a:gd name="T44" fmla="*/ 1 w 246"/>
                <a:gd name="T45" fmla="*/ 3 h 426"/>
                <a:gd name="T46" fmla="*/ 1 w 246"/>
                <a:gd name="T47" fmla="*/ 3 h 426"/>
                <a:gd name="T48" fmla="*/ 1 w 246"/>
                <a:gd name="T49" fmla="*/ 3 h 426"/>
                <a:gd name="T50" fmla="*/ 1 w 246"/>
                <a:gd name="T51" fmla="*/ 3 h 426"/>
                <a:gd name="T52" fmla="*/ 1 w 246"/>
                <a:gd name="T53" fmla="*/ 2 h 426"/>
                <a:gd name="T54" fmla="*/ 1 w 246"/>
                <a:gd name="T55" fmla="*/ 2 h 426"/>
                <a:gd name="T56" fmla="*/ 0 w 246"/>
                <a:gd name="T57" fmla="*/ 2 h 426"/>
                <a:gd name="T58" fmla="*/ 0 w 246"/>
                <a:gd name="T59" fmla="*/ 2 h 426"/>
                <a:gd name="T60" fmla="*/ 0 w 246"/>
                <a:gd name="T61" fmla="*/ 1 h 426"/>
                <a:gd name="T62" fmla="*/ 0 w 246"/>
                <a:gd name="T63" fmla="*/ 1 h 426"/>
                <a:gd name="T64" fmla="*/ 0 w 246"/>
                <a:gd name="T65" fmla="*/ 1 h 426"/>
                <a:gd name="T66" fmla="*/ 0 w 246"/>
                <a:gd name="T67" fmla="*/ 0 h 426"/>
                <a:gd name="T68" fmla="*/ 0 w 246"/>
                <a:gd name="T69" fmla="*/ 0 h 426"/>
                <a:gd name="T70" fmla="*/ 0 w 246"/>
                <a:gd name="T71" fmla="*/ 0 h 426"/>
                <a:gd name="T72" fmla="*/ 0 w 246"/>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0"/>
                  </a:moveTo>
                  <a:lnTo>
                    <a:pt x="0" y="0"/>
                  </a:lnTo>
                  <a:lnTo>
                    <a:pt x="1" y="42"/>
                  </a:lnTo>
                  <a:lnTo>
                    <a:pt x="4" y="86"/>
                  </a:lnTo>
                  <a:lnTo>
                    <a:pt x="10" y="126"/>
                  </a:lnTo>
                  <a:lnTo>
                    <a:pt x="18" y="164"/>
                  </a:lnTo>
                  <a:lnTo>
                    <a:pt x="29" y="202"/>
                  </a:lnTo>
                  <a:lnTo>
                    <a:pt x="41" y="237"/>
                  </a:lnTo>
                  <a:lnTo>
                    <a:pt x="55" y="269"/>
                  </a:lnTo>
                  <a:lnTo>
                    <a:pt x="71" y="300"/>
                  </a:lnTo>
                  <a:lnTo>
                    <a:pt x="89" y="327"/>
                  </a:lnTo>
                  <a:lnTo>
                    <a:pt x="107" y="352"/>
                  </a:lnTo>
                  <a:lnTo>
                    <a:pt x="127" y="374"/>
                  </a:lnTo>
                  <a:lnTo>
                    <a:pt x="150" y="392"/>
                  </a:lnTo>
                  <a:lnTo>
                    <a:pt x="171" y="407"/>
                  </a:lnTo>
                  <a:lnTo>
                    <a:pt x="195" y="418"/>
                  </a:lnTo>
                  <a:lnTo>
                    <a:pt x="220" y="423"/>
                  </a:lnTo>
                  <a:lnTo>
                    <a:pt x="246" y="426"/>
                  </a:lnTo>
                  <a:lnTo>
                    <a:pt x="246" y="414"/>
                  </a:lnTo>
                  <a:lnTo>
                    <a:pt x="222" y="412"/>
                  </a:lnTo>
                  <a:lnTo>
                    <a:pt x="200" y="406"/>
                  </a:lnTo>
                  <a:lnTo>
                    <a:pt x="178" y="395"/>
                  </a:lnTo>
                  <a:lnTo>
                    <a:pt x="157" y="382"/>
                  </a:lnTo>
                  <a:lnTo>
                    <a:pt x="137" y="365"/>
                  </a:lnTo>
                  <a:lnTo>
                    <a:pt x="117" y="345"/>
                  </a:lnTo>
                  <a:lnTo>
                    <a:pt x="98" y="320"/>
                  </a:lnTo>
                  <a:lnTo>
                    <a:pt x="83" y="293"/>
                  </a:lnTo>
                  <a:lnTo>
                    <a:pt x="66" y="264"/>
                  </a:lnTo>
                  <a:lnTo>
                    <a:pt x="52" y="232"/>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80949" name="Freeform 67"/>
            <p:cNvSpPr>
              <a:spLocks/>
            </p:cNvSpPr>
            <p:nvPr/>
          </p:nvSpPr>
          <p:spPr bwMode="auto">
            <a:xfrm>
              <a:off x="1335" y="1859"/>
              <a:ext cx="49" cy="84"/>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1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0" y="2"/>
                  </a:lnTo>
                  <a:lnTo>
                    <a:pt x="195" y="8"/>
                  </a:lnTo>
                  <a:lnTo>
                    <a:pt x="171" y="18"/>
                  </a:lnTo>
                  <a:lnTo>
                    <a:pt x="150" y="34"/>
                  </a:lnTo>
                  <a:lnTo>
                    <a:pt x="127" y="51"/>
                  </a:lnTo>
                  <a:lnTo>
                    <a:pt x="107" y="74"/>
                  </a:lnTo>
                  <a:lnTo>
                    <a:pt x="89" y="98"/>
                  </a:lnTo>
                  <a:lnTo>
                    <a:pt x="72" y="125"/>
                  </a:lnTo>
                  <a:lnTo>
                    <a:pt x="55" y="156"/>
                  </a:lnTo>
                  <a:lnTo>
                    <a:pt x="41" y="188"/>
                  </a:lnTo>
                  <a:lnTo>
                    <a:pt x="29" y="222"/>
                  </a:lnTo>
                  <a:lnTo>
                    <a:pt x="18" y="261"/>
                  </a:lnTo>
                  <a:lnTo>
                    <a:pt x="10" y="299"/>
                  </a:lnTo>
                  <a:lnTo>
                    <a:pt x="4" y="339"/>
                  </a:lnTo>
                  <a:lnTo>
                    <a:pt x="1" y="382"/>
                  </a:lnTo>
                  <a:lnTo>
                    <a:pt x="0" y="424"/>
                  </a:lnTo>
                  <a:lnTo>
                    <a:pt x="11" y="424"/>
                  </a:lnTo>
                  <a:lnTo>
                    <a:pt x="13" y="382"/>
                  </a:lnTo>
                  <a:lnTo>
                    <a:pt x="16" y="341"/>
                  </a:lnTo>
                  <a:lnTo>
                    <a:pt x="22" y="301"/>
                  </a:lnTo>
                  <a:lnTo>
                    <a:pt x="30" y="264"/>
                  </a:lnTo>
                  <a:lnTo>
                    <a:pt x="41" y="227"/>
                  </a:lnTo>
                  <a:lnTo>
                    <a:pt x="52" y="193"/>
                  </a:lnTo>
                  <a:lnTo>
                    <a:pt x="66" y="160"/>
                  </a:lnTo>
                  <a:lnTo>
                    <a:pt x="82" y="132"/>
                  </a:lnTo>
                  <a:lnTo>
                    <a:pt x="98" y="105"/>
                  </a:lnTo>
                  <a:lnTo>
                    <a:pt x="117" y="81"/>
                  </a:lnTo>
                  <a:lnTo>
                    <a:pt x="137" y="61"/>
                  </a:lnTo>
                  <a:lnTo>
                    <a:pt x="157" y="43"/>
                  </a:lnTo>
                  <a:lnTo>
                    <a:pt x="178" y="30"/>
                  </a:lnTo>
                  <a:lnTo>
                    <a:pt x="200" y="20"/>
                  </a:lnTo>
                  <a:lnTo>
                    <a:pt x="222" y="14"/>
                  </a:lnTo>
                  <a:lnTo>
                    <a:pt x="246" y="11"/>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80950" name="Freeform 68"/>
            <p:cNvSpPr>
              <a:spLocks/>
            </p:cNvSpPr>
            <p:nvPr/>
          </p:nvSpPr>
          <p:spPr bwMode="auto">
            <a:xfrm>
              <a:off x="1552" y="1751"/>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1" y="339"/>
                  </a:lnTo>
                  <a:lnTo>
                    <a:pt x="235" y="299"/>
                  </a:lnTo>
                  <a:lnTo>
                    <a:pt x="226" y="261"/>
                  </a:lnTo>
                  <a:lnTo>
                    <a:pt x="216" y="223"/>
                  </a:lnTo>
                  <a:lnTo>
                    <a:pt x="204" y="189"/>
                  </a:lnTo>
                  <a:lnTo>
                    <a:pt x="190" y="156"/>
                  </a:lnTo>
                  <a:lnTo>
                    <a:pt x="174" y="125"/>
                  </a:lnTo>
                  <a:lnTo>
                    <a:pt x="156" y="98"/>
                  </a:lnTo>
                  <a:lnTo>
                    <a:pt x="137" y="74"/>
                  </a:lnTo>
                  <a:lnTo>
                    <a:pt x="119" y="52"/>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8" y="81"/>
                  </a:lnTo>
                  <a:lnTo>
                    <a:pt x="147" y="105"/>
                  </a:lnTo>
                  <a:lnTo>
                    <a:pt x="164" y="132"/>
                  </a:lnTo>
                  <a:lnTo>
                    <a:pt x="178" y="161"/>
                  </a:lnTo>
                  <a:lnTo>
                    <a:pt x="193" y="193"/>
                  </a:lnTo>
                  <a:lnTo>
                    <a:pt x="204" y="227"/>
                  </a:lnTo>
                  <a:lnTo>
                    <a:pt x="215" y="264"/>
                  </a:lnTo>
                  <a:lnTo>
                    <a:pt x="223" y="301"/>
                  </a:lnTo>
                  <a:lnTo>
                    <a:pt x="229" y="341"/>
                  </a:lnTo>
                  <a:lnTo>
                    <a:pt x="232" y="382"/>
                  </a:lnTo>
                  <a:lnTo>
                    <a:pt x="234"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80951" name="Freeform 69"/>
            <p:cNvSpPr>
              <a:spLocks/>
            </p:cNvSpPr>
            <p:nvPr/>
          </p:nvSpPr>
          <p:spPr bwMode="auto">
            <a:xfrm>
              <a:off x="1552" y="1836"/>
              <a:ext cx="49" cy="85"/>
            </a:xfrm>
            <a:custGeom>
              <a:avLst/>
              <a:gdLst>
                <a:gd name="T0" fmla="*/ 0 w 245"/>
                <a:gd name="T1" fmla="*/ 3 h 425"/>
                <a:gd name="T2" fmla="*/ 0 w 245"/>
                <a:gd name="T3" fmla="*/ 3 h 425"/>
                <a:gd name="T4" fmla="*/ 0 w 245"/>
                <a:gd name="T5" fmla="*/ 3 h 425"/>
                <a:gd name="T6" fmla="*/ 0 w 245"/>
                <a:gd name="T7" fmla="*/ 3 h 425"/>
                <a:gd name="T8" fmla="*/ 1 w 245"/>
                <a:gd name="T9" fmla="*/ 3 h 425"/>
                <a:gd name="T10" fmla="*/ 1 w 245"/>
                <a:gd name="T11" fmla="*/ 3 h 425"/>
                <a:gd name="T12" fmla="*/ 1 w 245"/>
                <a:gd name="T13" fmla="*/ 3 h 425"/>
                <a:gd name="T14" fmla="*/ 1 w 245"/>
                <a:gd name="T15" fmla="*/ 3 h 425"/>
                <a:gd name="T16" fmla="*/ 1 w 245"/>
                <a:gd name="T17" fmla="*/ 3 h 425"/>
                <a:gd name="T18" fmla="*/ 1 w 245"/>
                <a:gd name="T19" fmla="*/ 2 h 425"/>
                <a:gd name="T20" fmla="*/ 2 w 245"/>
                <a:gd name="T21" fmla="*/ 2 h 425"/>
                <a:gd name="T22" fmla="*/ 2 w 245"/>
                <a:gd name="T23" fmla="*/ 2 h 425"/>
                <a:gd name="T24" fmla="*/ 2 w 245"/>
                <a:gd name="T25" fmla="*/ 2 h 425"/>
                <a:gd name="T26" fmla="*/ 2 w 245"/>
                <a:gd name="T27" fmla="*/ 1 h 425"/>
                <a:gd name="T28" fmla="*/ 2 w 245"/>
                <a:gd name="T29" fmla="*/ 1 h 425"/>
                <a:gd name="T30" fmla="*/ 2 w 245"/>
                <a:gd name="T31" fmla="*/ 1 h 425"/>
                <a:gd name="T32" fmla="*/ 2 w 245"/>
                <a:gd name="T33" fmla="*/ 0 h 425"/>
                <a:gd name="T34" fmla="*/ 2 w 245"/>
                <a:gd name="T35" fmla="*/ 0 h 425"/>
                <a:gd name="T36" fmla="*/ 2 w 245"/>
                <a:gd name="T37" fmla="*/ 0 h 425"/>
                <a:gd name="T38" fmla="*/ 2 w 245"/>
                <a:gd name="T39" fmla="*/ 0 h 425"/>
                <a:gd name="T40" fmla="*/ 2 w 245"/>
                <a:gd name="T41" fmla="*/ 1 h 425"/>
                <a:gd name="T42" fmla="*/ 2 w 245"/>
                <a:gd name="T43" fmla="*/ 1 h 425"/>
                <a:gd name="T44" fmla="*/ 2 w 245"/>
                <a:gd name="T45" fmla="*/ 1 h 425"/>
                <a:gd name="T46" fmla="*/ 2 w 245"/>
                <a:gd name="T47" fmla="*/ 2 h 425"/>
                <a:gd name="T48" fmla="*/ 2 w 245"/>
                <a:gd name="T49" fmla="*/ 2 h 425"/>
                <a:gd name="T50" fmla="*/ 1 w 245"/>
                <a:gd name="T51" fmla="*/ 2 h 425"/>
                <a:gd name="T52" fmla="*/ 1 w 245"/>
                <a:gd name="T53" fmla="*/ 2 h 425"/>
                <a:gd name="T54" fmla="*/ 1 w 245"/>
                <a:gd name="T55" fmla="*/ 3 h 425"/>
                <a:gd name="T56" fmla="*/ 1 w 245"/>
                <a:gd name="T57" fmla="*/ 3 h 425"/>
                <a:gd name="T58" fmla="*/ 1 w 245"/>
                <a:gd name="T59" fmla="*/ 3 h 425"/>
                <a:gd name="T60" fmla="*/ 1 w 245"/>
                <a:gd name="T61" fmla="*/ 3 h 425"/>
                <a:gd name="T62" fmla="*/ 1 w 245"/>
                <a:gd name="T63" fmla="*/ 3 h 425"/>
                <a:gd name="T64" fmla="*/ 0 w 245"/>
                <a:gd name="T65" fmla="*/ 3 h 425"/>
                <a:gd name="T66" fmla="*/ 0 w 245"/>
                <a:gd name="T67" fmla="*/ 3 h 425"/>
                <a:gd name="T68" fmla="*/ 0 w 245"/>
                <a:gd name="T69" fmla="*/ 3 h 425"/>
                <a:gd name="T70" fmla="*/ 0 w 245"/>
                <a:gd name="T71" fmla="*/ 3 h 425"/>
                <a:gd name="T72" fmla="*/ 0 w 245"/>
                <a:gd name="T73" fmla="*/ 3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5"/>
                <a:gd name="T113" fmla="*/ 245 w 245"/>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5">
                  <a:moveTo>
                    <a:pt x="0" y="425"/>
                  </a:moveTo>
                  <a:lnTo>
                    <a:pt x="0" y="425"/>
                  </a:lnTo>
                  <a:lnTo>
                    <a:pt x="26" y="422"/>
                  </a:lnTo>
                  <a:lnTo>
                    <a:pt x="51" y="417"/>
                  </a:lnTo>
                  <a:lnTo>
                    <a:pt x="74" y="406"/>
                  </a:lnTo>
                  <a:lnTo>
                    <a:pt x="96" y="391"/>
                  </a:lnTo>
                  <a:lnTo>
                    <a:pt x="119" y="373"/>
                  </a:lnTo>
                  <a:lnTo>
                    <a:pt x="137" y="351"/>
                  </a:lnTo>
                  <a:lnTo>
                    <a:pt x="156" y="326"/>
                  </a:lnTo>
                  <a:lnTo>
                    <a:pt x="174" y="299"/>
                  </a:lnTo>
                  <a:lnTo>
                    <a:pt x="190" y="269"/>
                  </a:lnTo>
                  <a:lnTo>
                    <a:pt x="204" y="236"/>
                  </a:lnTo>
                  <a:lnTo>
                    <a:pt x="216" y="202"/>
                  </a:lnTo>
                  <a:lnTo>
                    <a:pt x="226" y="163"/>
                  </a:lnTo>
                  <a:lnTo>
                    <a:pt x="235" y="126"/>
                  </a:lnTo>
                  <a:lnTo>
                    <a:pt x="241" y="86"/>
                  </a:lnTo>
                  <a:lnTo>
                    <a:pt x="244" y="43"/>
                  </a:lnTo>
                  <a:lnTo>
                    <a:pt x="245" y="0"/>
                  </a:lnTo>
                  <a:lnTo>
                    <a:pt x="234" y="0"/>
                  </a:lnTo>
                  <a:lnTo>
                    <a:pt x="232" y="43"/>
                  </a:lnTo>
                  <a:lnTo>
                    <a:pt x="229" y="84"/>
                  </a:lnTo>
                  <a:lnTo>
                    <a:pt x="223" y="123"/>
                  </a:lnTo>
                  <a:lnTo>
                    <a:pt x="215" y="161"/>
                  </a:lnTo>
                  <a:lnTo>
                    <a:pt x="204" y="197"/>
                  </a:lnTo>
                  <a:lnTo>
                    <a:pt x="193" y="231"/>
                  </a:lnTo>
                  <a:lnTo>
                    <a:pt x="178" y="264"/>
                  </a:lnTo>
                  <a:lnTo>
                    <a:pt x="164" y="292"/>
                  </a:lnTo>
                  <a:lnTo>
                    <a:pt x="147" y="319"/>
                  </a:lnTo>
                  <a:lnTo>
                    <a:pt x="128" y="344"/>
                  </a:lnTo>
                  <a:lnTo>
                    <a:pt x="109" y="364"/>
                  </a:lnTo>
                  <a:lnTo>
                    <a:pt x="89" y="381"/>
                  </a:lnTo>
                  <a:lnTo>
                    <a:pt x="67" y="394"/>
                  </a:lnTo>
                  <a:lnTo>
                    <a:pt x="46" y="405"/>
                  </a:lnTo>
                  <a:lnTo>
                    <a:pt x="24" y="411"/>
                  </a:lnTo>
                  <a:lnTo>
                    <a:pt x="0" y="413"/>
                  </a:lnTo>
                  <a:lnTo>
                    <a:pt x="0" y="425"/>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80952" name="Freeform 70"/>
            <p:cNvSpPr>
              <a:spLocks/>
            </p:cNvSpPr>
            <p:nvPr/>
          </p:nvSpPr>
          <p:spPr bwMode="auto">
            <a:xfrm>
              <a:off x="1502" y="1836"/>
              <a:ext cx="50" cy="85"/>
            </a:xfrm>
            <a:custGeom>
              <a:avLst/>
              <a:gdLst>
                <a:gd name="T0" fmla="*/ 0 w 246"/>
                <a:gd name="T1" fmla="*/ 0 h 425"/>
                <a:gd name="T2" fmla="*/ 0 w 246"/>
                <a:gd name="T3" fmla="*/ 0 h 425"/>
                <a:gd name="T4" fmla="*/ 0 w 246"/>
                <a:gd name="T5" fmla="*/ 0 h 425"/>
                <a:gd name="T6" fmla="*/ 0 w 246"/>
                <a:gd name="T7" fmla="*/ 1 h 425"/>
                <a:gd name="T8" fmla="*/ 0 w 246"/>
                <a:gd name="T9" fmla="*/ 1 h 425"/>
                <a:gd name="T10" fmla="*/ 0 w 246"/>
                <a:gd name="T11" fmla="*/ 1 h 425"/>
                <a:gd name="T12" fmla="*/ 0 w 246"/>
                <a:gd name="T13" fmla="*/ 2 h 425"/>
                <a:gd name="T14" fmla="*/ 0 w 246"/>
                <a:gd name="T15" fmla="*/ 2 h 425"/>
                <a:gd name="T16" fmla="*/ 0 w 246"/>
                <a:gd name="T17" fmla="*/ 2 h 425"/>
                <a:gd name="T18" fmla="*/ 1 w 246"/>
                <a:gd name="T19" fmla="*/ 2 h 425"/>
                <a:gd name="T20" fmla="*/ 1 w 246"/>
                <a:gd name="T21" fmla="*/ 3 h 425"/>
                <a:gd name="T22" fmla="*/ 1 w 246"/>
                <a:gd name="T23" fmla="*/ 3 h 425"/>
                <a:gd name="T24" fmla="*/ 1 w 246"/>
                <a:gd name="T25" fmla="*/ 3 h 425"/>
                <a:gd name="T26" fmla="*/ 1 w 246"/>
                <a:gd name="T27" fmla="*/ 3 h 425"/>
                <a:gd name="T28" fmla="*/ 1 w 246"/>
                <a:gd name="T29" fmla="*/ 3 h 425"/>
                <a:gd name="T30" fmla="*/ 2 w 246"/>
                <a:gd name="T31" fmla="*/ 3 h 425"/>
                <a:gd name="T32" fmla="*/ 2 w 246"/>
                <a:gd name="T33" fmla="*/ 3 h 425"/>
                <a:gd name="T34" fmla="*/ 2 w 246"/>
                <a:gd name="T35" fmla="*/ 3 h 425"/>
                <a:gd name="T36" fmla="*/ 2 w 246"/>
                <a:gd name="T37" fmla="*/ 3 h 425"/>
                <a:gd name="T38" fmla="*/ 2 w 246"/>
                <a:gd name="T39" fmla="*/ 3 h 425"/>
                <a:gd name="T40" fmla="*/ 2 w 246"/>
                <a:gd name="T41" fmla="*/ 3 h 425"/>
                <a:gd name="T42" fmla="*/ 1 w 246"/>
                <a:gd name="T43" fmla="*/ 3 h 425"/>
                <a:gd name="T44" fmla="*/ 1 w 246"/>
                <a:gd name="T45" fmla="*/ 3 h 425"/>
                <a:gd name="T46" fmla="*/ 1 w 246"/>
                <a:gd name="T47" fmla="*/ 3 h 425"/>
                <a:gd name="T48" fmla="*/ 1 w 246"/>
                <a:gd name="T49" fmla="*/ 3 h 425"/>
                <a:gd name="T50" fmla="*/ 1 w 246"/>
                <a:gd name="T51" fmla="*/ 3 h 425"/>
                <a:gd name="T52" fmla="*/ 1 w 246"/>
                <a:gd name="T53" fmla="*/ 2 h 425"/>
                <a:gd name="T54" fmla="*/ 1 w 246"/>
                <a:gd name="T55" fmla="*/ 2 h 425"/>
                <a:gd name="T56" fmla="*/ 0 w 246"/>
                <a:gd name="T57" fmla="*/ 2 h 425"/>
                <a:gd name="T58" fmla="*/ 0 w 246"/>
                <a:gd name="T59" fmla="*/ 2 h 425"/>
                <a:gd name="T60" fmla="*/ 0 w 246"/>
                <a:gd name="T61" fmla="*/ 1 h 425"/>
                <a:gd name="T62" fmla="*/ 0 w 246"/>
                <a:gd name="T63" fmla="*/ 1 h 425"/>
                <a:gd name="T64" fmla="*/ 0 w 246"/>
                <a:gd name="T65" fmla="*/ 1 h 425"/>
                <a:gd name="T66" fmla="*/ 0 w 246"/>
                <a:gd name="T67" fmla="*/ 0 h 425"/>
                <a:gd name="T68" fmla="*/ 0 w 246"/>
                <a:gd name="T69" fmla="*/ 0 h 425"/>
                <a:gd name="T70" fmla="*/ 0 w 246"/>
                <a:gd name="T71" fmla="*/ 0 h 425"/>
                <a:gd name="T72" fmla="*/ 0 w 246"/>
                <a:gd name="T73" fmla="*/ 0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5"/>
                <a:gd name="T113" fmla="*/ 246 w 246"/>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5">
                  <a:moveTo>
                    <a:pt x="0" y="0"/>
                  </a:moveTo>
                  <a:lnTo>
                    <a:pt x="0" y="0"/>
                  </a:lnTo>
                  <a:lnTo>
                    <a:pt x="2" y="43"/>
                  </a:lnTo>
                  <a:lnTo>
                    <a:pt x="5" y="86"/>
                  </a:lnTo>
                  <a:lnTo>
                    <a:pt x="11" y="126"/>
                  </a:lnTo>
                  <a:lnTo>
                    <a:pt x="19" y="163"/>
                  </a:lnTo>
                  <a:lnTo>
                    <a:pt x="30" y="202"/>
                  </a:lnTo>
                  <a:lnTo>
                    <a:pt x="41" y="236"/>
                  </a:lnTo>
                  <a:lnTo>
                    <a:pt x="55" y="269"/>
                  </a:lnTo>
                  <a:lnTo>
                    <a:pt x="73" y="299"/>
                  </a:lnTo>
                  <a:lnTo>
                    <a:pt x="89" y="326"/>
                  </a:lnTo>
                  <a:lnTo>
                    <a:pt x="108" y="351"/>
                  </a:lnTo>
                  <a:lnTo>
                    <a:pt x="128" y="373"/>
                  </a:lnTo>
                  <a:lnTo>
                    <a:pt x="150" y="391"/>
                  </a:lnTo>
                  <a:lnTo>
                    <a:pt x="171" y="406"/>
                  </a:lnTo>
                  <a:lnTo>
                    <a:pt x="196" y="417"/>
                  </a:lnTo>
                  <a:lnTo>
                    <a:pt x="221" y="422"/>
                  </a:lnTo>
                  <a:lnTo>
                    <a:pt x="246" y="425"/>
                  </a:lnTo>
                  <a:lnTo>
                    <a:pt x="246" y="413"/>
                  </a:lnTo>
                  <a:lnTo>
                    <a:pt x="223" y="411"/>
                  </a:lnTo>
                  <a:lnTo>
                    <a:pt x="201" y="405"/>
                  </a:lnTo>
                  <a:lnTo>
                    <a:pt x="178" y="394"/>
                  </a:lnTo>
                  <a:lnTo>
                    <a:pt x="157" y="381"/>
                  </a:lnTo>
                  <a:lnTo>
                    <a:pt x="137" y="364"/>
                  </a:lnTo>
                  <a:lnTo>
                    <a:pt x="117" y="344"/>
                  </a:lnTo>
                  <a:lnTo>
                    <a:pt x="99" y="319"/>
                  </a:lnTo>
                  <a:lnTo>
                    <a:pt x="82" y="292"/>
                  </a:lnTo>
                  <a:lnTo>
                    <a:pt x="67" y="264"/>
                  </a:lnTo>
                  <a:lnTo>
                    <a:pt x="53" y="231"/>
                  </a:lnTo>
                  <a:lnTo>
                    <a:pt x="41" y="197"/>
                  </a:lnTo>
                  <a:lnTo>
                    <a:pt x="31" y="161"/>
                  </a:lnTo>
                  <a:lnTo>
                    <a:pt x="23" y="123"/>
                  </a:lnTo>
                  <a:lnTo>
                    <a:pt x="17" y="84"/>
                  </a:lnTo>
                  <a:lnTo>
                    <a:pt x="13" y="4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80953" name="Freeform 71"/>
            <p:cNvSpPr>
              <a:spLocks/>
            </p:cNvSpPr>
            <p:nvPr/>
          </p:nvSpPr>
          <p:spPr bwMode="auto">
            <a:xfrm>
              <a:off x="1502" y="1751"/>
              <a:ext cx="50" cy="85"/>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2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1" y="2"/>
                  </a:lnTo>
                  <a:lnTo>
                    <a:pt x="196" y="8"/>
                  </a:lnTo>
                  <a:lnTo>
                    <a:pt x="171" y="19"/>
                  </a:lnTo>
                  <a:lnTo>
                    <a:pt x="150" y="34"/>
                  </a:lnTo>
                  <a:lnTo>
                    <a:pt x="128" y="52"/>
                  </a:lnTo>
                  <a:lnTo>
                    <a:pt x="108" y="74"/>
                  </a:lnTo>
                  <a:lnTo>
                    <a:pt x="89" y="98"/>
                  </a:lnTo>
                  <a:lnTo>
                    <a:pt x="73" y="125"/>
                  </a:lnTo>
                  <a:lnTo>
                    <a:pt x="55" y="156"/>
                  </a:lnTo>
                  <a:lnTo>
                    <a:pt x="41" y="189"/>
                  </a:lnTo>
                  <a:lnTo>
                    <a:pt x="30" y="223"/>
                  </a:lnTo>
                  <a:lnTo>
                    <a:pt x="19" y="261"/>
                  </a:lnTo>
                  <a:lnTo>
                    <a:pt x="11" y="299"/>
                  </a:lnTo>
                  <a:lnTo>
                    <a:pt x="5" y="339"/>
                  </a:lnTo>
                  <a:lnTo>
                    <a:pt x="2" y="382"/>
                  </a:lnTo>
                  <a:lnTo>
                    <a:pt x="0" y="424"/>
                  </a:lnTo>
                  <a:lnTo>
                    <a:pt x="12" y="424"/>
                  </a:lnTo>
                  <a:lnTo>
                    <a:pt x="13" y="382"/>
                  </a:lnTo>
                  <a:lnTo>
                    <a:pt x="17" y="341"/>
                  </a:lnTo>
                  <a:lnTo>
                    <a:pt x="23" y="301"/>
                  </a:lnTo>
                  <a:lnTo>
                    <a:pt x="31" y="264"/>
                  </a:lnTo>
                  <a:lnTo>
                    <a:pt x="41" y="227"/>
                  </a:lnTo>
                  <a:lnTo>
                    <a:pt x="53" y="193"/>
                  </a:lnTo>
                  <a:lnTo>
                    <a:pt x="67" y="161"/>
                  </a:lnTo>
                  <a:lnTo>
                    <a:pt x="82" y="132"/>
                  </a:lnTo>
                  <a:lnTo>
                    <a:pt x="99" y="105"/>
                  </a:lnTo>
                  <a:lnTo>
                    <a:pt x="117" y="81"/>
                  </a:lnTo>
                  <a:lnTo>
                    <a:pt x="137" y="61"/>
                  </a:lnTo>
                  <a:lnTo>
                    <a:pt x="157" y="43"/>
                  </a:lnTo>
                  <a:lnTo>
                    <a:pt x="178" y="30"/>
                  </a:lnTo>
                  <a:lnTo>
                    <a:pt x="201" y="20"/>
                  </a:lnTo>
                  <a:lnTo>
                    <a:pt x="223" y="14"/>
                  </a:lnTo>
                  <a:lnTo>
                    <a:pt x="246" y="12"/>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80954" name="Freeform 72"/>
            <p:cNvSpPr>
              <a:spLocks/>
            </p:cNvSpPr>
            <p:nvPr/>
          </p:nvSpPr>
          <p:spPr bwMode="auto">
            <a:xfrm>
              <a:off x="1565" y="2016"/>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0" y="339"/>
                  </a:lnTo>
                  <a:lnTo>
                    <a:pt x="234" y="299"/>
                  </a:lnTo>
                  <a:lnTo>
                    <a:pt x="226" y="261"/>
                  </a:lnTo>
                  <a:lnTo>
                    <a:pt x="216" y="223"/>
                  </a:lnTo>
                  <a:lnTo>
                    <a:pt x="204" y="189"/>
                  </a:lnTo>
                  <a:lnTo>
                    <a:pt x="190" y="156"/>
                  </a:lnTo>
                  <a:lnTo>
                    <a:pt x="174" y="125"/>
                  </a:lnTo>
                  <a:lnTo>
                    <a:pt x="156" y="98"/>
                  </a:lnTo>
                  <a:lnTo>
                    <a:pt x="138" y="74"/>
                  </a:lnTo>
                  <a:lnTo>
                    <a:pt x="118" y="51"/>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9" y="81"/>
                  </a:lnTo>
                  <a:lnTo>
                    <a:pt x="147" y="105"/>
                  </a:lnTo>
                  <a:lnTo>
                    <a:pt x="164" y="132"/>
                  </a:lnTo>
                  <a:lnTo>
                    <a:pt x="178" y="160"/>
                  </a:lnTo>
                  <a:lnTo>
                    <a:pt x="192" y="193"/>
                  </a:lnTo>
                  <a:lnTo>
                    <a:pt x="204" y="227"/>
                  </a:lnTo>
                  <a:lnTo>
                    <a:pt x="215" y="264"/>
                  </a:lnTo>
                  <a:lnTo>
                    <a:pt x="223" y="301"/>
                  </a:lnTo>
                  <a:lnTo>
                    <a:pt x="229"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80955" name="Freeform 73"/>
            <p:cNvSpPr>
              <a:spLocks/>
            </p:cNvSpPr>
            <p:nvPr/>
          </p:nvSpPr>
          <p:spPr bwMode="auto">
            <a:xfrm>
              <a:off x="1565" y="2101"/>
              <a:ext cx="49" cy="85"/>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6" y="423"/>
                  </a:lnTo>
                  <a:lnTo>
                    <a:pt x="51" y="418"/>
                  </a:lnTo>
                  <a:lnTo>
                    <a:pt x="74" y="407"/>
                  </a:lnTo>
                  <a:lnTo>
                    <a:pt x="96" y="392"/>
                  </a:lnTo>
                  <a:lnTo>
                    <a:pt x="118" y="373"/>
                  </a:lnTo>
                  <a:lnTo>
                    <a:pt x="138" y="351"/>
                  </a:lnTo>
                  <a:lnTo>
                    <a:pt x="156" y="327"/>
                  </a:lnTo>
                  <a:lnTo>
                    <a:pt x="175" y="299"/>
                  </a:lnTo>
                  <a:lnTo>
                    <a:pt x="190" y="269"/>
                  </a:lnTo>
                  <a:lnTo>
                    <a:pt x="204" y="236"/>
                  </a:lnTo>
                  <a:lnTo>
                    <a:pt x="216" y="202"/>
                  </a:lnTo>
                  <a:lnTo>
                    <a:pt x="226" y="164"/>
                  </a:lnTo>
                  <a:lnTo>
                    <a:pt x="234" y="126"/>
                  </a:lnTo>
                  <a:lnTo>
                    <a:pt x="240" y="86"/>
                  </a:lnTo>
                  <a:lnTo>
                    <a:pt x="244" y="42"/>
                  </a:lnTo>
                  <a:lnTo>
                    <a:pt x="245" y="0"/>
                  </a:lnTo>
                  <a:lnTo>
                    <a:pt x="233" y="0"/>
                  </a:lnTo>
                  <a:lnTo>
                    <a:pt x="232" y="42"/>
                  </a:lnTo>
                  <a:lnTo>
                    <a:pt x="229" y="83"/>
                  </a:lnTo>
                  <a:lnTo>
                    <a:pt x="223" y="123"/>
                  </a:lnTo>
                  <a:lnTo>
                    <a:pt x="215" y="162"/>
                  </a:lnTo>
                  <a:lnTo>
                    <a:pt x="204" y="197"/>
                  </a:lnTo>
                  <a:lnTo>
                    <a:pt x="192" y="231"/>
                  </a:lnTo>
                  <a:lnTo>
                    <a:pt x="178" y="264"/>
                  </a:lnTo>
                  <a:lnTo>
                    <a:pt x="163" y="292"/>
                  </a:lnTo>
                  <a:lnTo>
                    <a:pt x="147" y="320"/>
                  </a:lnTo>
                  <a:lnTo>
                    <a:pt x="129" y="344"/>
                  </a:lnTo>
                  <a:lnTo>
                    <a:pt x="109" y="364"/>
                  </a:lnTo>
                  <a:lnTo>
                    <a:pt x="89" y="382"/>
                  </a:lnTo>
                  <a:lnTo>
                    <a:pt x="67" y="395"/>
                  </a:lnTo>
                  <a:lnTo>
                    <a:pt x="46" y="406"/>
                  </a:lnTo>
                  <a:lnTo>
                    <a:pt x="24"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80956" name="Freeform 74"/>
            <p:cNvSpPr>
              <a:spLocks/>
            </p:cNvSpPr>
            <p:nvPr/>
          </p:nvSpPr>
          <p:spPr bwMode="auto">
            <a:xfrm>
              <a:off x="1516" y="2101"/>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5" y="86"/>
                  </a:lnTo>
                  <a:lnTo>
                    <a:pt x="11" y="126"/>
                  </a:lnTo>
                  <a:lnTo>
                    <a:pt x="19" y="164"/>
                  </a:lnTo>
                  <a:lnTo>
                    <a:pt x="30" y="202"/>
                  </a:lnTo>
                  <a:lnTo>
                    <a:pt x="41" y="236"/>
                  </a:lnTo>
                  <a:lnTo>
                    <a:pt x="55" y="269"/>
                  </a:lnTo>
                  <a:lnTo>
                    <a:pt x="71" y="299"/>
                  </a:lnTo>
                  <a:lnTo>
                    <a:pt x="89" y="327"/>
                  </a:lnTo>
                  <a:lnTo>
                    <a:pt x="107" y="351"/>
                  </a:lnTo>
                  <a:lnTo>
                    <a:pt x="127" y="373"/>
                  </a:lnTo>
                  <a:lnTo>
                    <a:pt x="149" y="392"/>
                  </a:lnTo>
                  <a:lnTo>
                    <a:pt x="171" y="407"/>
                  </a:lnTo>
                  <a:lnTo>
                    <a:pt x="195" y="418"/>
                  </a:lnTo>
                  <a:lnTo>
                    <a:pt x="219" y="423"/>
                  </a:lnTo>
                  <a:lnTo>
                    <a:pt x="245" y="426"/>
                  </a:lnTo>
                  <a:lnTo>
                    <a:pt x="245" y="414"/>
                  </a:lnTo>
                  <a:lnTo>
                    <a:pt x="222" y="412"/>
                  </a:lnTo>
                  <a:lnTo>
                    <a:pt x="199" y="406"/>
                  </a:lnTo>
                  <a:lnTo>
                    <a:pt x="178" y="395"/>
                  </a:lnTo>
                  <a:lnTo>
                    <a:pt x="156" y="382"/>
                  </a:lnTo>
                  <a:lnTo>
                    <a:pt x="136" y="364"/>
                  </a:lnTo>
                  <a:lnTo>
                    <a:pt x="116" y="344"/>
                  </a:lnTo>
                  <a:lnTo>
                    <a:pt x="99" y="320"/>
                  </a:lnTo>
                  <a:lnTo>
                    <a:pt x="82" y="292"/>
                  </a:lnTo>
                  <a:lnTo>
                    <a:pt x="67" y="264"/>
                  </a:lnTo>
                  <a:lnTo>
                    <a:pt x="53" y="231"/>
                  </a:lnTo>
                  <a:lnTo>
                    <a:pt x="41" y="197"/>
                  </a:lnTo>
                  <a:lnTo>
                    <a:pt x="31" y="162"/>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80957" name="Freeform 75"/>
            <p:cNvSpPr>
              <a:spLocks/>
            </p:cNvSpPr>
            <p:nvPr/>
          </p:nvSpPr>
          <p:spPr bwMode="auto">
            <a:xfrm>
              <a:off x="1516" y="2016"/>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5" y="8"/>
                  </a:lnTo>
                  <a:lnTo>
                    <a:pt x="171" y="19"/>
                  </a:lnTo>
                  <a:lnTo>
                    <a:pt x="149" y="34"/>
                  </a:lnTo>
                  <a:lnTo>
                    <a:pt x="127" y="51"/>
                  </a:lnTo>
                  <a:lnTo>
                    <a:pt x="107" y="74"/>
                  </a:lnTo>
                  <a:lnTo>
                    <a:pt x="89" y="98"/>
                  </a:lnTo>
                  <a:lnTo>
                    <a:pt x="72" y="125"/>
                  </a:lnTo>
                  <a:lnTo>
                    <a:pt x="55" y="156"/>
                  </a:lnTo>
                  <a:lnTo>
                    <a:pt x="41" y="189"/>
                  </a:lnTo>
                  <a:lnTo>
                    <a:pt x="30" y="223"/>
                  </a:lnTo>
                  <a:lnTo>
                    <a:pt x="19" y="261"/>
                  </a:lnTo>
                  <a:lnTo>
                    <a:pt x="11" y="299"/>
                  </a:lnTo>
                  <a:lnTo>
                    <a:pt x="5" y="339"/>
                  </a:lnTo>
                  <a:lnTo>
                    <a:pt x="1" y="382"/>
                  </a:lnTo>
                  <a:lnTo>
                    <a:pt x="0" y="424"/>
                  </a:lnTo>
                  <a:lnTo>
                    <a:pt x="12" y="424"/>
                  </a:lnTo>
                  <a:lnTo>
                    <a:pt x="13" y="382"/>
                  </a:lnTo>
                  <a:lnTo>
                    <a:pt x="17" y="341"/>
                  </a:lnTo>
                  <a:lnTo>
                    <a:pt x="23" y="301"/>
                  </a:lnTo>
                  <a:lnTo>
                    <a:pt x="31" y="264"/>
                  </a:lnTo>
                  <a:lnTo>
                    <a:pt x="41" y="227"/>
                  </a:lnTo>
                  <a:lnTo>
                    <a:pt x="53" y="193"/>
                  </a:lnTo>
                  <a:lnTo>
                    <a:pt x="67" y="160"/>
                  </a:lnTo>
                  <a:lnTo>
                    <a:pt x="81" y="132"/>
                  </a:lnTo>
                  <a:lnTo>
                    <a:pt x="99" y="105"/>
                  </a:lnTo>
                  <a:lnTo>
                    <a:pt x="116" y="81"/>
                  </a:lnTo>
                  <a:lnTo>
                    <a:pt x="136" y="61"/>
                  </a:lnTo>
                  <a:lnTo>
                    <a:pt x="156" y="43"/>
                  </a:lnTo>
                  <a:lnTo>
                    <a:pt x="178" y="30"/>
                  </a:lnTo>
                  <a:lnTo>
                    <a:pt x="199" y="20"/>
                  </a:lnTo>
                  <a:lnTo>
                    <a:pt x="222"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sp>
        <p:nvSpPr>
          <p:cNvPr id="80904" name="Rectangle 77"/>
          <p:cNvSpPr>
            <a:spLocks noChangeArrowheads="1"/>
          </p:cNvSpPr>
          <p:nvPr/>
        </p:nvSpPr>
        <p:spPr bwMode="auto">
          <a:xfrm>
            <a:off x="611188" y="0"/>
            <a:ext cx="6388100" cy="6477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3000"/>
              <a:t>Sem. 1 - Jeudi</a:t>
            </a:r>
          </a:p>
        </p:txBody>
      </p:sp>
      <p:sp>
        <p:nvSpPr>
          <p:cNvPr id="80905" name="Text Box 78"/>
          <p:cNvSpPr txBox="1">
            <a:spLocks noChangeArrowheads="1"/>
          </p:cNvSpPr>
          <p:nvPr/>
        </p:nvSpPr>
        <p:spPr bwMode="auto">
          <a:xfrm>
            <a:off x="566738" y="2697163"/>
            <a:ext cx="3217862"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2. Pas de commandes</a:t>
            </a:r>
          </a:p>
        </p:txBody>
      </p:sp>
      <p:sp>
        <p:nvSpPr>
          <p:cNvPr id="80906" name="Text Box 79"/>
          <p:cNvSpPr txBox="1">
            <a:spLocks noChangeArrowheads="1"/>
          </p:cNvSpPr>
          <p:nvPr/>
        </p:nvSpPr>
        <p:spPr bwMode="auto">
          <a:xfrm>
            <a:off x="566738" y="5211763"/>
            <a:ext cx="6543675" cy="4429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eaLnBrk="1" hangingPunct="1">
              <a:spcBef>
                <a:spcPct val="0"/>
              </a:spcBef>
              <a:buFontTx/>
              <a:buNone/>
            </a:pPr>
            <a:r>
              <a:rPr lang="fr-FR" altLang="fr-FR" sz="2300"/>
              <a:t>4. Pointez la production sur votre feuille de suivi</a:t>
            </a:r>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22" name="Rectangle 2"/>
          <p:cNvSpPr>
            <a:spLocks noGrp="1" noChangeArrowheads="1"/>
          </p:cNvSpPr>
          <p:nvPr>
            <p:ph type="title"/>
          </p:nvPr>
        </p:nvSpPr>
        <p:spPr/>
        <p:txBody>
          <a:bodyPr/>
          <a:lstStyle/>
          <a:p>
            <a:pPr eaLnBrk="1" hangingPunct="1"/>
            <a:r>
              <a:rPr lang="fr-FR" altLang="fr-FR"/>
              <a:t>Question</a:t>
            </a:r>
          </a:p>
        </p:txBody>
      </p:sp>
      <p:sp>
        <p:nvSpPr>
          <p:cNvPr id="81923" name="Rectangle 3"/>
          <p:cNvSpPr>
            <a:spLocks noGrp="1" noChangeArrowheads="1"/>
          </p:cNvSpPr>
          <p:nvPr>
            <p:ph type="body" idx="1"/>
          </p:nvPr>
        </p:nvSpPr>
        <p:spPr>
          <a:xfrm>
            <a:off x="449263" y="1608138"/>
            <a:ext cx="8380412" cy="4386262"/>
          </a:xfrm>
        </p:spPr>
        <p:txBody>
          <a:bodyPr/>
          <a:lstStyle/>
          <a:p>
            <a:pPr eaLnBrk="1" hangingPunct="1">
              <a:lnSpc>
                <a:spcPct val="110000"/>
              </a:lnSpc>
              <a:buFontTx/>
              <a:buNone/>
            </a:pPr>
            <a:r>
              <a:rPr lang="fr-FR" altLang="fr-FR" u="sng" dirty="0"/>
              <a:t>Origine</a:t>
            </a:r>
            <a:r>
              <a:rPr lang="fr-FR" altLang="fr-FR" dirty="0"/>
              <a:t> : Bureau d’étude</a:t>
            </a:r>
          </a:p>
          <a:p>
            <a:pPr eaLnBrk="1" hangingPunct="1">
              <a:lnSpc>
                <a:spcPct val="110000"/>
              </a:lnSpc>
              <a:buFontTx/>
              <a:buNone/>
            </a:pPr>
            <a:r>
              <a:rPr lang="fr-FR" altLang="fr-FR" u="sng" dirty="0"/>
              <a:t>Destinataire</a:t>
            </a:r>
            <a:r>
              <a:rPr lang="fr-FR" altLang="fr-FR" dirty="0"/>
              <a:t> : Production</a:t>
            </a:r>
          </a:p>
          <a:p>
            <a:pPr eaLnBrk="1" hangingPunct="1">
              <a:lnSpc>
                <a:spcPct val="110000"/>
              </a:lnSpc>
              <a:buFontTx/>
              <a:buNone/>
            </a:pPr>
            <a:endParaRPr lang="fr-FR" altLang="fr-FR" dirty="0"/>
          </a:p>
          <a:p>
            <a:pPr eaLnBrk="1" hangingPunct="1">
              <a:lnSpc>
                <a:spcPct val="110000"/>
              </a:lnSpc>
            </a:pPr>
            <a:r>
              <a:rPr lang="fr-FR" altLang="fr-FR" dirty="0"/>
              <a:t>Les travaux menés depuis 6 mois par le groupe Analyse de Valeur conduisent à envisager une modification mineure de l'engrenage qui compose le réducteur R2 (gain 1,20 €). </a:t>
            </a:r>
          </a:p>
          <a:p>
            <a:pPr eaLnBrk="1" hangingPunct="1">
              <a:lnSpc>
                <a:spcPct val="110000"/>
              </a:lnSpc>
            </a:pPr>
            <a:r>
              <a:rPr lang="fr-FR" altLang="fr-FR" dirty="0"/>
              <a:t>Le carter subira également une modification au niveau de la gamme d'usinage. </a:t>
            </a:r>
          </a:p>
          <a:p>
            <a:pPr eaLnBrk="1" hangingPunct="1">
              <a:lnSpc>
                <a:spcPct val="110000"/>
              </a:lnSpc>
            </a:pPr>
            <a:r>
              <a:rPr lang="fr-FR" altLang="fr-FR" dirty="0"/>
              <a:t>Merci de bien vouloir analyser les répercussions de ces changements sur la production, et de m'indiquer votre position à ce sujet.</a:t>
            </a:r>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82946" name="Group 2"/>
          <p:cNvGrpSpPr>
            <a:grpSpLocks/>
          </p:cNvGrpSpPr>
          <p:nvPr/>
        </p:nvGrpSpPr>
        <p:grpSpPr bwMode="auto">
          <a:xfrm>
            <a:off x="7073900" y="215900"/>
            <a:ext cx="1878013" cy="1250950"/>
            <a:chOff x="4456" y="136"/>
            <a:chExt cx="1183" cy="788"/>
          </a:xfrm>
        </p:grpSpPr>
        <p:grpSp>
          <p:nvGrpSpPr>
            <p:cNvPr id="83006" name="Group 3"/>
            <p:cNvGrpSpPr>
              <a:grpSpLocks/>
            </p:cNvGrpSpPr>
            <p:nvPr/>
          </p:nvGrpSpPr>
          <p:grpSpPr bwMode="auto">
            <a:xfrm>
              <a:off x="4766" y="232"/>
              <a:ext cx="873" cy="692"/>
              <a:chOff x="2185" y="310"/>
              <a:chExt cx="873" cy="692"/>
            </a:xfrm>
          </p:grpSpPr>
          <p:sp>
            <p:nvSpPr>
              <p:cNvPr id="83017" name="Freeform 4"/>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accent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83018" name="Freeform 5"/>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83019" name="Freeform 6"/>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83020" name="Freeform 7"/>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83021" name="Freeform 8"/>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83022" name="Freeform 9"/>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83023" name="Freeform 10"/>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grpSp>
          <p:nvGrpSpPr>
            <p:cNvPr id="83007" name="Group 11"/>
            <p:cNvGrpSpPr>
              <a:grpSpLocks/>
            </p:cNvGrpSpPr>
            <p:nvPr/>
          </p:nvGrpSpPr>
          <p:grpSpPr bwMode="auto">
            <a:xfrm>
              <a:off x="4949" y="336"/>
              <a:ext cx="591" cy="468"/>
              <a:chOff x="2185" y="310"/>
              <a:chExt cx="873" cy="692"/>
            </a:xfrm>
          </p:grpSpPr>
          <p:sp>
            <p:nvSpPr>
              <p:cNvPr id="83010" name="Freeform 12"/>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83011" name="Freeform 13"/>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83012" name="Freeform 14"/>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83013" name="Freeform 15"/>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83014" name="Freeform 16"/>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83015" name="Freeform 17"/>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83016" name="Freeform 18"/>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pic>
          <p:nvPicPr>
            <p:cNvPr id="83008" name="Picture 19"/>
            <p:cNvPicPr>
              <a:picLocks noChangeAspect="1" noChangeArrowheads="1"/>
            </p:cNvPicPr>
            <p:nvPr/>
          </p:nvPicPr>
          <p:blipFill>
            <a:blip r:embed="rId3" cstate="print">
              <a:extLst>
                <a:ext uri="{28A0092B-C50C-407E-A947-70E740481C1C}">
                  <a14:useLocalDpi xmlns:a14="http://schemas.microsoft.com/office/drawing/2010/main" val="0"/>
                </a:ext>
              </a:extLst>
            </a:blip>
            <a:srcRect l="-4282" t="-4369" r="-5199" b="-12012"/>
            <a:stretch>
              <a:fillRect/>
            </a:stretch>
          </p:blipFill>
          <p:spPr bwMode="auto">
            <a:xfrm>
              <a:off x="4456" y="136"/>
              <a:ext cx="480" cy="5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83009" name="Text Box 20"/>
            <p:cNvSpPr txBox="1">
              <a:spLocks noChangeArrowheads="1"/>
            </p:cNvSpPr>
            <p:nvPr/>
          </p:nvSpPr>
          <p:spPr bwMode="auto">
            <a:xfrm>
              <a:off x="4946" y="314"/>
              <a:ext cx="596" cy="49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4500" b="1">
                  <a:solidFill>
                    <a:srgbClr val="FF0000"/>
                  </a:solidFill>
                  <a:latin typeface="Arial Black" pitchFamily="34" charset="0"/>
                </a:rPr>
                <a:t>31</a:t>
              </a:r>
              <a:endParaRPr lang="fr-FR" altLang="fr-FR" sz="3200">
                <a:solidFill>
                  <a:schemeClr val="tx1"/>
                </a:solidFill>
                <a:latin typeface="Arial Black" pitchFamily="34" charset="0"/>
              </a:endParaRPr>
            </a:p>
          </p:txBody>
        </p:sp>
      </p:grpSp>
      <p:sp>
        <p:nvSpPr>
          <p:cNvPr id="82948" name="Text Box 22"/>
          <p:cNvSpPr txBox="1">
            <a:spLocks noChangeArrowheads="1"/>
          </p:cNvSpPr>
          <p:nvPr/>
        </p:nvSpPr>
        <p:spPr bwMode="auto">
          <a:xfrm>
            <a:off x="566738" y="1363663"/>
            <a:ext cx="1946275"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1. Tirez le dé</a:t>
            </a:r>
          </a:p>
        </p:txBody>
      </p:sp>
      <p:sp>
        <p:nvSpPr>
          <p:cNvPr id="82949" name="Text Box 23"/>
          <p:cNvSpPr txBox="1">
            <a:spLocks noChangeArrowheads="1"/>
          </p:cNvSpPr>
          <p:nvPr/>
        </p:nvSpPr>
        <p:spPr bwMode="auto">
          <a:xfrm>
            <a:off x="566738" y="3935413"/>
            <a:ext cx="18796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3. Produisez</a:t>
            </a:r>
          </a:p>
        </p:txBody>
      </p:sp>
      <p:grpSp>
        <p:nvGrpSpPr>
          <p:cNvPr id="82950" name="Group 24"/>
          <p:cNvGrpSpPr>
            <a:grpSpLocks/>
          </p:cNvGrpSpPr>
          <p:nvPr/>
        </p:nvGrpSpPr>
        <p:grpSpPr bwMode="auto">
          <a:xfrm>
            <a:off x="2986088" y="1306513"/>
            <a:ext cx="446087" cy="534987"/>
            <a:chOff x="868" y="1439"/>
            <a:chExt cx="811" cy="972"/>
          </a:xfrm>
        </p:grpSpPr>
        <p:sp>
          <p:nvSpPr>
            <p:cNvPr id="82955" name="Freeform 25"/>
            <p:cNvSpPr>
              <a:spLocks/>
            </p:cNvSpPr>
            <p:nvPr/>
          </p:nvSpPr>
          <p:spPr bwMode="auto">
            <a:xfrm>
              <a:off x="1548" y="2014"/>
              <a:ext cx="123" cy="100"/>
            </a:xfrm>
            <a:custGeom>
              <a:avLst/>
              <a:gdLst>
                <a:gd name="T0" fmla="*/ 5 w 618"/>
                <a:gd name="T1" fmla="*/ 0 h 502"/>
                <a:gd name="T2" fmla="*/ 5 w 618"/>
                <a:gd name="T3" fmla="*/ 0 h 502"/>
                <a:gd name="T4" fmla="*/ 0 w 618"/>
                <a:gd name="T5" fmla="*/ 4 h 502"/>
                <a:gd name="T6" fmla="*/ 0 w 618"/>
                <a:gd name="T7" fmla="*/ 4 h 502"/>
                <a:gd name="T8" fmla="*/ 5 w 618"/>
                <a:gd name="T9" fmla="*/ 0 h 502"/>
                <a:gd name="T10" fmla="*/ 5 w 618"/>
                <a:gd name="T11" fmla="*/ 0 h 502"/>
                <a:gd name="T12" fmla="*/ 5 w 618"/>
                <a:gd name="T13" fmla="*/ 0 h 502"/>
                <a:gd name="T14" fmla="*/ 5 w 618"/>
                <a:gd name="T15" fmla="*/ 0 h 502"/>
                <a:gd name="T16" fmla="*/ 5 w 618"/>
                <a:gd name="T17" fmla="*/ 0 h 502"/>
                <a:gd name="T18" fmla="*/ 5 w 618"/>
                <a:gd name="T19" fmla="*/ 0 h 502"/>
                <a:gd name="T20" fmla="*/ 5 w 618"/>
                <a:gd name="T21" fmla="*/ 0 h 502"/>
                <a:gd name="T22" fmla="*/ 5 w 618"/>
                <a:gd name="T23" fmla="*/ 0 h 502"/>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618"/>
                <a:gd name="T37" fmla="*/ 0 h 502"/>
                <a:gd name="T38" fmla="*/ 618 w 618"/>
                <a:gd name="T39" fmla="*/ 502 h 502"/>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618" h="502">
                  <a:moveTo>
                    <a:pt x="611" y="0"/>
                  </a:moveTo>
                  <a:lnTo>
                    <a:pt x="606" y="2"/>
                  </a:lnTo>
                  <a:lnTo>
                    <a:pt x="0" y="490"/>
                  </a:lnTo>
                  <a:lnTo>
                    <a:pt x="10" y="502"/>
                  </a:lnTo>
                  <a:lnTo>
                    <a:pt x="616" y="14"/>
                  </a:lnTo>
                  <a:lnTo>
                    <a:pt x="611" y="16"/>
                  </a:lnTo>
                  <a:lnTo>
                    <a:pt x="616" y="14"/>
                  </a:lnTo>
                  <a:lnTo>
                    <a:pt x="618" y="9"/>
                  </a:lnTo>
                  <a:lnTo>
                    <a:pt x="617" y="3"/>
                  </a:lnTo>
                  <a:lnTo>
                    <a:pt x="612" y="1"/>
                  </a:lnTo>
                  <a:lnTo>
                    <a:pt x="606" y="2"/>
                  </a:lnTo>
                  <a:lnTo>
                    <a:pt x="611"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82956" name="Freeform 26"/>
            <p:cNvSpPr>
              <a:spLocks/>
            </p:cNvSpPr>
            <p:nvPr/>
          </p:nvSpPr>
          <p:spPr bwMode="auto">
            <a:xfrm>
              <a:off x="876" y="1852"/>
              <a:ext cx="82" cy="373"/>
            </a:xfrm>
            <a:custGeom>
              <a:avLst/>
              <a:gdLst>
                <a:gd name="T0" fmla="*/ 3 w 413"/>
                <a:gd name="T1" fmla="*/ 15 h 1865"/>
                <a:gd name="T2" fmla="*/ 3 w 413"/>
                <a:gd name="T3" fmla="*/ 15 h 1865"/>
                <a:gd name="T4" fmla="*/ 0 w 413"/>
                <a:gd name="T5" fmla="*/ 0 h 1865"/>
                <a:gd name="T6" fmla="*/ 0 w 413"/>
                <a:gd name="T7" fmla="*/ 0 h 1865"/>
                <a:gd name="T8" fmla="*/ 3 w 413"/>
                <a:gd name="T9" fmla="*/ 15 h 1865"/>
                <a:gd name="T10" fmla="*/ 3 w 413"/>
                <a:gd name="T11" fmla="*/ 15 h 1865"/>
                <a:gd name="T12" fmla="*/ 3 w 413"/>
                <a:gd name="T13" fmla="*/ 15 h 1865"/>
                <a:gd name="T14" fmla="*/ 3 w 413"/>
                <a:gd name="T15" fmla="*/ 15 h 1865"/>
                <a:gd name="T16" fmla="*/ 3 w 413"/>
                <a:gd name="T17" fmla="*/ 15 h 1865"/>
                <a:gd name="T18" fmla="*/ 3 w 413"/>
                <a:gd name="T19" fmla="*/ 15 h 1865"/>
                <a:gd name="T20" fmla="*/ 3 w 413"/>
                <a:gd name="T21" fmla="*/ 15 h 1865"/>
                <a:gd name="T22" fmla="*/ 3 w 413"/>
                <a:gd name="T23" fmla="*/ 15 h 186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413"/>
                <a:gd name="T37" fmla="*/ 0 h 1865"/>
                <a:gd name="T38" fmla="*/ 413 w 413"/>
                <a:gd name="T39" fmla="*/ 1865 h 1865"/>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413" h="1865">
                  <a:moveTo>
                    <a:pt x="400" y="1864"/>
                  </a:moveTo>
                  <a:lnTo>
                    <a:pt x="413" y="1856"/>
                  </a:lnTo>
                  <a:lnTo>
                    <a:pt x="17" y="0"/>
                  </a:lnTo>
                  <a:lnTo>
                    <a:pt x="0" y="2"/>
                  </a:lnTo>
                  <a:lnTo>
                    <a:pt x="396" y="1858"/>
                  </a:lnTo>
                  <a:lnTo>
                    <a:pt x="409" y="1850"/>
                  </a:lnTo>
                  <a:lnTo>
                    <a:pt x="396" y="1858"/>
                  </a:lnTo>
                  <a:lnTo>
                    <a:pt x="400" y="1864"/>
                  </a:lnTo>
                  <a:lnTo>
                    <a:pt x="406" y="1865"/>
                  </a:lnTo>
                  <a:lnTo>
                    <a:pt x="410" y="1862"/>
                  </a:lnTo>
                  <a:lnTo>
                    <a:pt x="413" y="1856"/>
                  </a:lnTo>
                  <a:lnTo>
                    <a:pt x="400" y="186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82957" name="Freeform 27"/>
            <p:cNvSpPr>
              <a:spLocks/>
            </p:cNvSpPr>
            <p:nvPr/>
          </p:nvSpPr>
          <p:spPr bwMode="auto">
            <a:xfrm>
              <a:off x="1282" y="1533"/>
              <a:ext cx="35" cy="161"/>
            </a:xfrm>
            <a:custGeom>
              <a:avLst/>
              <a:gdLst>
                <a:gd name="T0" fmla="*/ 1 w 175"/>
                <a:gd name="T1" fmla="*/ 6 h 807"/>
                <a:gd name="T2" fmla="*/ 1 w 175"/>
                <a:gd name="T3" fmla="*/ 6 h 807"/>
                <a:gd name="T4" fmla="*/ 1 w 175"/>
                <a:gd name="T5" fmla="*/ 6 h 807"/>
                <a:gd name="T6" fmla="*/ 1 w 175"/>
                <a:gd name="T7" fmla="*/ 5 h 807"/>
                <a:gd name="T8" fmla="*/ 1 w 175"/>
                <a:gd name="T9" fmla="*/ 5 h 807"/>
                <a:gd name="T10" fmla="*/ 1 w 175"/>
                <a:gd name="T11" fmla="*/ 5 h 807"/>
                <a:gd name="T12" fmla="*/ 1 w 175"/>
                <a:gd name="T13" fmla="*/ 4 h 807"/>
                <a:gd name="T14" fmla="*/ 1 w 175"/>
                <a:gd name="T15" fmla="*/ 4 h 807"/>
                <a:gd name="T16" fmla="*/ 1 w 175"/>
                <a:gd name="T17" fmla="*/ 3 h 807"/>
                <a:gd name="T18" fmla="*/ 1 w 175"/>
                <a:gd name="T19" fmla="*/ 3 h 807"/>
                <a:gd name="T20" fmla="*/ 1 w 175"/>
                <a:gd name="T21" fmla="*/ 3 h 807"/>
                <a:gd name="T22" fmla="*/ 1 w 175"/>
                <a:gd name="T23" fmla="*/ 2 h 807"/>
                <a:gd name="T24" fmla="*/ 1 w 175"/>
                <a:gd name="T25" fmla="*/ 2 h 807"/>
                <a:gd name="T26" fmla="*/ 1 w 175"/>
                <a:gd name="T27" fmla="*/ 2 h 807"/>
                <a:gd name="T28" fmla="*/ 1 w 175"/>
                <a:gd name="T29" fmla="*/ 1 h 807"/>
                <a:gd name="T30" fmla="*/ 1 w 175"/>
                <a:gd name="T31" fmla="*/ 1 h 807"/>
                <a:gd name="T32" fmla="*/ 1 w 175"/>
                <a:gd name="T33" fmla="*/ 1 h 807"/>
                <a:gd name="T34" fmla="*/ 1 w 175"/>
                <a:gd name="T35" fmla="*/ 0 h 807"/>
                <a:gd name="T36" fmla="*/ 1 w 175"/>
                <a:gd name="T37" fmla="*/ 0 h 807"/>
                <a:gd name="T38" fmla="*/ 1 w 175"/>
                <a:gd name="T39" fmla="*/ 0 h 807"/>
                <a:gd name="T40" fmla="*/ 0 w 175"/>
                <a:gd name="T41" fmla="*/ 1 h 807"/>
                <a:gd name="T42" fmla="*/ 0 w 175"/>
                <a:gd name="T43" fmla="*/ 1 h 807"/>
                <a:gd name="T44" fmla="*/ 0 w 175"/>
                <a:gd name="T45" fmla="*/ 1 h 807"/>
                <a:gd name="T46" fmla="*/ 0 w 175"/>
                <a:gd name="T47" fmla="*/ 2 h 807"/>
                <a:gd name="T48" fmla="*/ 0 w 175"/>
                <a:gd name="T49" fmla="*/ 2 h 807"/>
                <a:gd name="T50" fmla="*/ 0 w 175"/>
                <a:gd name="T51" fmla="*/ 3 h 807"/>
                <a:gd name="T52" fmla="*/ 0 w 175"/>
                <a:gd name="T53" fmla="*/ 3 h 807"/>
                <a:gd name="T54" fmla="*/ 0 w 175"/>
                <a:gd name="T55" fmla="*/ 3 h 807"/>
                <a:gd name="T56" fmla="*/ 0 w 175"/>
                <a:gd name="T57" fmla="*/ 4 h 807"/>
                <a:gd name="T58" fmla="*/ 0 w 175"/>
                <a:gd name="T59" fmla="*/ 4 h 807"/>
                <a:gd name="T60" fmla="*/ 0 w 175"/>
                <a:gd name="T61" fmla="*/ 5 h 807"/>
                <a:gd name="T62" fmla="*/ 0 w 175"/>
                <a:gd name="T63" fmla="*/ 5 h 807"/>
                <a:gd name="T64" fmla="*/ 0 w 175"/>
                <a:gd name="T65" fmla="*/ 5 h 807"/>
                <a:gd name="T66" fmla="*/ 1 w 175"/>
                <a:gd name="T67" fmla="*/ 6 h 807"/>
                <a:gd name="T68" fmla="*/ 1 w 175"/>
                <a:gd name="T69" fmla="*/ 6 h 807"/>
                <a:gd name="T70" fmla="*/ 1 w 175"/>
                <a:gd name="T71" fmla="*/ 6 h 807"/>
                <a:gd name="T72" fmla="*/ 1 w 175"/>
                <a:gd name="T73" fmla="*/ 6 h 807"/>
                <a:gd name="T74" fmla="*/ 1 w 175"/>
                <a:gd name="T75" fmla="*/ 6 h 807"/>
                <a:gd name="T76" fmla="*/ 1 w 175"/>
                <a:gd name="T77" fmla="*/ 6 h 807"/>
                <a:gd name="T78" fmla="*/ 1 w 175"/>
                <a:gd name="T79" fmla="*/ 6 h 807"/>
                <a:gd name="T80" fmla="*/ 1 w 175"/>
                <a:gd name="T81" fmla="*/ 6 h 807"/>
                <a:gd name="T82" fmla="*/ 1 w 175"/>
                <a:gd name="T83" fmla="*/ 6 h 807"/>
                <a:gd name="T84" fmla="*/ 1 w 175"/>
                <a:gd name="T85" fmla="*/ 6 h 807"/>
                <a:gd name="T86" fmla="*/ 1 w 175"/>
                <a:gd name="T87" fmla="*/ 6 h 807"/>
                <a:gd name="T88" fmla="*/ 1 w 175"/>
                <a:gd name="T89" fmla="*/ 6 h 807"/>
                <a:gd name="T90" fmla="*/ 1 w 175"/>
                <a:gd name="T91" fmla="*/ 6 h 80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175"/>
                <a:gd name="T139" fmla="*/ 0 h 807"/>
                <a:gd name="T140" fmla="*/ 175 w 175"/>
                <a:gd name="T141" fmla="*/ 807 h 80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175" h="807">
                  <a:moveTo>
                    <a:pt x="169" y="740"/>
                  </a:moveTo>
                  <a:lnTo>
                    <a:pt x="169" y="739"/>
                  </a:lnTo>
                  <a:lnTo>
                    <a:pt x="149" y="698"/>
                  </a:lnTo>
                  <a:lnTo>
                    <a:pt x="133" y="656"/>
                  </a:lnTo>
                  <a:lnTo>
                    <a:pt x="120" y="611"/>
                  </a:lnTo>
                  <a:lnTo>
                    <a:pt x="108" y="565"/>
                  </a:lnTo>
                  <a:lnTo>
                    <a:pt x="100" y="520"/>
                  </a:lnTo>
                  <a:lnTo>
                    <a:pt x="96" y="472"/>
                  </a:lnTo>
                  <a:lnTo>
                    <a:pt x="93" y="425"/>
                  </a:lnTo>
                  <a:lnTo>
                    <a:pt x="93" y="377"/>
                  </a:lnTo>
                  <a:lnTo>
                    <a:pt x="96" y="330"/>
                  </a:lnTo>
                  <a:lnTo>
                    <a:pt x="100" y="283"/>
                  </a:lnTo>
                  <a:lnTo>
                    <a:pt x="106" y="238"/>
                  </a:lnTo>
                  <a:lnTo>
                    <a:pt x="115" y="195"/>
                  </a:lnTo>
                  <a:lnTo>
                    <a:pt x="126" y="153"/>
                  </a:lnTo>
                  <a:lnTo>
                    <a:pt x="139" y="114"/>
                  </a:lnTo>
                  <a:lnTo>
                    <a:pt x="153" y="77"/>
                  </a:lnTo>
                  <a:lnTo>
                    <a:pt x="169" y="43"/>
                  </a:lnTo>
                  <a:lnTo>
                    <a:pt x="87" y="0"/>
                  </a:lnTo>
                  <a:lnTo>
                    <a:pt x="69" y="39"/>
                  </a:lnTo>
                  <a:lnTo>
                    <a:pt x="52" y="81"/>
                  </a:lnTo>
                  <a:lnTo>
                    <a:pt x="37" y="127"/>
                  </a:lnTo>
                  <a:lnTo>
                    <a:pt x="24" y="174"/>
                  </a:lnTo>
                  <a:lnTo>
                    <a:pt x="15" y="222"/>
                  </a:lnTo>
                  <a:lnTo>
                    <a:pt x="7" y="271"/>
                  </a:lnTo>
                  <a:lnTo>
                    <a:pt x="2" y="323"/>
                  </a:lnTo>
                  <a:lnTo>
                    <a:pt x="0" y="374"/>
                  </a:lnTo>
                  <a:lnTo>
                    <a:pt x="0" y="427"/>
                  </a:lnTo>
                  <a:lnTo>
                    <a:pt x="2" y="479"/>
                  </a:lnTo>
                  <a:lnTo>
                    <a:pt x="9" y="531"/>
                  </a:lnTo>
                  <a:lnTo>
                    <a:pt x="17" y="584"/>
                  </a:lnTo>
                  <a:lnTo>
                    <a:pt x="29" y="635"/>
                  </a:lnTo>
                  <a:lnTo>
                    <a:pt x="44" y="686"/>
                  </a:lnTo>
                  <a:lnTo>
                    <a:pt x="65" y="736"/>
                  </a:lnTo>
                  <a:lnTo>
                    <a:pt x="87" y="784"/>
                  </a:lnTo>
                  <a:lnTo>
                    <a:pt x="87" y="782"/>
                  </a:lnTo>
                  <a:lnTo>
                    <a:pt x="87" y="784"/>
                  </a:lnTo>
                  <a:lnTo>
                    <a:pt x="100" y="799"/>
                  </a:lnTo>
                  <a:lnTo>
                    <a:pt x="117" y="807"/>
                  </a:lnTo>
                  <a:lnTo>
                    <a:pt x="134" y="807"/>
                  </a:lnTo>
                  <a:lnTo>
                    <a:pt x="151" y="801"/>
                  </a:lnTo>
                  <a:lnTo>
                    <a:pt x="164" y="791"/>
                  </a:lnTo>
                  <a:lnTo>
                    <a:pt x="173" y="777"/>
                  </a:lnTo>
                  <a:lnTo>
                    <a:pt x="175" y="759"/>
                  </a:lnTo>
                  <a:lnTo>
                    <a:pt x="169" y="739"/>
                  </a:lnTo>
                  <a:lnTo>
                    <a:pt x="169" y="74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82958" name="Freeform 28"/>
            <p:cNvSpPr>
              <a:spLocks/>
            </p:cNvSpPr>
            <p:nvPr/>
          </p:nvSpPr>
          <p:spPr bwMode="auto">
            <a:xfrm>
              <a:off x="1299" y="1681"/>
              <a:ext cx="157" cy="281"/>
            </a:xfrm>
            <a:custGeom>
              <a:avLst/>
              <a:gdLst>
                <a:gd name="T0" fmla="*/ 6 w 787"/>
                <a:gd name="T1" fmla="*/ 11 h 1404"/>
                <a:gd name="T2" fmla="*/ 6 w 787"/>
                <a:gd name="T3" fmla="*/ 11 h 1404"/>
                <a:gd name="T4" fmla="*/ 1 w 787"/>
                <a:gd name="T5" fmla="*/ 0 h 1404"/>
                <a:gd name="T6" fmla="*/ 0 w 787"/>
                <a:gd name="T7" fmla="*/ 0 h 1404"/>
                <a:gd name="T8" fmla="*/ 6 w 787"/>
                <a:gd name="T9" fmla="*/ 11 h 1404"/>
                <a:gd name="T10" fmla="*/ 6 w 787"/>
                <a:gd name="T11" fmla="*/ 11 h 1404"/>
                <a:gd name="T12" fmla="*/ 6 w 787"/>
                <a:gd name="T13" fmla="*/ 11 h 1404"/>
                <a:gd name="T14" fmla="*/ 6 w 787"/>
                <a:gd name="T15" fmla="*/ 11 h 1404"/>
                <a:gd name="T16" fmla="*/ 6 w 787"/>
                <a:gd name="T17" fmla="*/ 11 h 1404"/>
                <a:gd name="T18" fmla="*/ 6 w 787"/>
                <a:gd name="T19" fmla="*/ 11 h 1404"/>
                <a:gd name="T20" fmla="*/ 6 w 787"/>
                <a:gd name="T21" fmla="*/ 11 h 1404"/>
                <a:gd name="T22" fmla="*/ 6 w 787"/>
                <a:gd name="T23" fmla="*/ 11 h 1404"/>
                <a:gd name="T24" fmla="*/ 6 w 787"/>
                <a:gd name="T25" fmla="*/ 11 h 1404"/>
                <a:gd name="T26" fmla="*/ 6 w 787"/>
                <a:gd name="T27" fmla="*/ 11 h 1404"/>
                <a:gd name="T28" fmla="*/ 6 w 787"/>
                <a:gd name="T29" fmla="*/ 11 h 1404"/>
                <a:gd name="T30" fmla="*/ 6 w 787"/>
                <a:gd name="T31" fmla="*/ 11 h 1404"/>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787"/>
                <a:gd name="T49" fmla="*/ 0 h 1404"/>
                <a:gd name="T50" fmla="*/ 787 w 787"/>
                <a:gd name="T51" fmla="*/ 1404 h 1404"/>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787" h="1404">
                  <a:moveTo>
                    <a:pt x="781" y="1334"/>
                  </a:moveTo>
                  <a:lnTo>
                    <a:pt x="781" y="1337"/>
                  </a:lnTo>
                  <a:lnTo>
                    <a:pt x="82" y="0"/>
                  </a:lnTo>
                  <a:lnTo>
                    <a:pt x="0" y="42"/>
                  </a:lnTo>
                  <a:lnTo>
                    <a:pt x="699" y="1379"/>
                  </a:lnTo>
                  <a:lnTo>
                    <a:pt x="699" y="1381"/>
                  </a:lnTo>
                  <a:lnTo>
                    <a:pt x="699" y="1379"/>
                  </a:lnTo>
                  <a:lnTo>
                    <a:pt x="712" y="1395"/>
                  </a:lnTo>
                  <a:lnTo>
                    <a:pt x="727" y="1402"/>
                  </a:lnTo>
                  <a:lnTo>
                    <a:pt x="744" y="1404"/>
                  </a:lnTo>
                  <a:lnTo>
                    <a:pt x="761" y="1398"/>
                  </a:lnTo>
                  <a:lnTo>
                    <a:pt x="775" y="1388"/>
                  </a:lnTo>
                  <a:lnTo>
                    <a:pt x="784" y="1373"/>
                  </a:lnTo>
                  <a:lnTo>
                    <a:pt x="787" y="1357"/>
                  </a:lnTo>
                  <a:lnTo>
                    <a:pt x="781" y="1337"/>
                  </a:lnTo>
                  <a:lnTo>
                    <a:pt x="781" y="13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82959" name="Freeform 29"/>
            <p:cNvSpPr>
              <a:spLocks/>
            </p:cNvSpPr>
            <p:nvPr/>
          </p:nvSpPr>
          <p:spPr bwMode="auto">
            <a:xfrm>
              <a:off x="1439" y="1948"/>
              <a:ext cx="125" cy="76"/>
            </a:xfrm>
            <a:custGeom>
              <a:avLst/>
              <a:gdLst>
                <a:gd name="T0" fmla="*/ 5 w 628"/>
                <a:gd name="T1" fmla="*/ 2 h 383"/>
                <a:gd name="T2" fmla="*/ 5 w 628"/>
                <a:gd name="T3" fmla="*/ 2 h 383"/>
                <a:gd name="T4" fmla="*/ 4 w 628"/>
                <a:gd name="T5" fmla="*/ 2 h 383"/>
                <a:gd name="T6" fmla="*/ 4 w 628"/>
                <a:gd name="T7" fmla="*/ 2 h 383"/>
                <a:gd name="T8" fmla="*/ 4 w 628"/>
                <a:gd name="T9" fmla="*/ 2 h 383"/>
                <a:gd name="T10" fmla="*/ 3 w 628"/>
                <a:gd name="T11" fmla="*/ 2 h 383"/>
                <a:gd name="T12" fmla="*/ 3 w 628"/>
                <a:gd name="T13" fmla="*/ 2 h 383"/>
                <a:gd name="T14" fmla="*/ 3 w 628"/>
                <a:gd name="T15" fmla="*/ 2 h 383"/>
                <a:gd name="T16" fmla="*/ 3 w 628"/>
                <a:gd name="T17" fmla="*/ 2 h 383"/>
                <a:gd name="T18" fmla="*/ 2 w 628"/>
                <a:gd name="T19" fmla="*/ 2 h 383"/>
                <a:gd name="T20" fmla="*/ 2 w 628"/>
                <a:gd name="T21" fmla="*/ 2 h 383"/>
                <a:gd name="T22" fmla="*/ 2 w 628"/>
                <a:gd name="T23" fmla="*/ 1 h 383"/>
                <a:gd name="T24" fmla="*/ 2 w 628"/>
                <a:gd name="T25" fmla="*/ 1 h 383"/>
                <a:gd name="T26" fmla="*/ 1 w 628"/>
                <a:gd name="T27" fmla="*/ 1 h 383"/>
                <a:gd name="T28" fmla="*/ 1 w 628"/>
                <a:gd name="T29" fmla="*/ 1 h 383"/>
                <a:gd name="T30" fmla="*/ 1 w 628"/>
                <a:gd name="T31" fmla="*/ 1 h 383"/>
                <a:gd name="T32" fmla="*/ 1 w 628"/>
                <a:gd name="T33" fmla="*/ 0 h 383"/>
                <a:gd name="T34" fmla="*/ 1 w 628"/>
                <a:gd name="T35" fmla="*/ 0 h 383"/>
                <a:gd name="T36" fmla="*/ 0 w 628"/>
                <a:gd name="T37" fmla="*/ 0 h 383"/>
                <a:gd name="T38" fmla="*/ 0 w 628"/>
                <a:gd name="T39" fmla="*/ 1 h 383"/>
                <a:gd name="T40" fmla="*/ 0 w 628"/>
                <a:gd name="T41" fmla="*/ 1 h 383"/>
                <a:gd name="T42" fmla="*/ 1 w 628"/>
                <a:gd name="T43" fmla="*/ 1 h 383"/>
                <a:gd name="T44" fmla="*/ 1 w 628"/>
                <a:gd name="T45" fmla="*/ 1 h 383"/>
                <a:gd name="T46" fmla="*/ 1 w 628"/>
                <a:gd name="T47" fmla="*/ 2 h 383"/>
                <a:gd name="T48" fmla="*/ 1 w 628"/>
                <a:gd name="T49" fmla="*/ 2 h 383"/>
                <a:gd name="T50" fmla="*/ 2 w 628"/>
                <a:gd name="T51" fmla="*/ 2 h 383"/>
                <a:gd name="T52" fmla="*/ 2 w 628"/>
                <a:gd name="T53" fmla="*/ 2 h 383"/>
                <a:gd name="T54" fmla="*/ 2 w 628"/>
                <a:gd name="T55" fmla="*/ 2 h 383"/>
                <a:gd name="T56" fmla="*/ 3 w 628"/>
                <a:gd name="T57" fmla="*/ 3 h 383"/>
                <a:gd name="T58" fmla="*/ 3 w 628"/>
                <a:gd name="T59" fmla="*/ 3 h 383"/>
                <a:gd name="T60" fmla="*/ 3 w 628"/>
                <a:gd name="T61" fmla="*/ 3 h 383"/>
                <a:gd name="T62" fmla="*/ 4 w 628"/>
                <a:gd name="T63" fmla="*/ 3 h 383"/>
                <a:gd name="T64" fmla="*/ 4 w 628"/>
                <a:gd name="T65" fmla="*/ 3 h 383"/>
                <a:gd name="T66" fmla="*/ 4 w 628"/>
                <a:gd name="T67" fmla="*/ 3 h 383"/>
                <a:gd name="T68" fmla="*/ 5 w 628"/>
                <a:gd name="T69" fmla="*/ 3 h 383"/>
                <a:gd name="T70" fmla="*/ 5 w 628"/>
                <a:gd name="T71" fmla="*/ 3 h 383"/>
                <a:gd name="T72" fmla="*/ 5 w 628"/>
                <a:gd name="T73" fmla="*/ 3 h 383"/>
                <a:gd name="T74" fmla="*/ 5 w 628"/>
                <a:gd name="T75" fmla="*/ 3 h 383"/>
                <a:gd name="T76" fmla="*/ 5 w 628"/>
                <a:gd name="T77" fmla="*/ 3 h 383"/>
                <a:gd name="T78" fmla="*/ 5 w 628"/>
                <a:gd name="T79" fmla="*/ 3 h 383"/>
                <a:gd name="T80" fmla="*/ 5 w 628"/>
                <a:gd name="T81" fmla="*/ 3 h 383"/>
                <a:gd name="T82" fmla="*/ 5 w 628"/>
                <a:gd name="T83" fmla="*/ 3 h 383"/>
                <a:gd name="T84" fmla="*/ 5 w 628"/>
                <a:gd name="T85" fmla="*/ 2 h 383"/>
                <a:gd name="T86" fmla="*/ 5 w 628"/>
                <a:gd name="T87" fmla="*/ 2 h 383"/>
                <a:gd name="T88" fmla="*/ 5 w 628"/>
                <a:gd name="T89" fmla="*/ 2 h 383"/>
                <a:gd name="T90" fmla="*/ 5 w 628"/>
                <a:gd name="T91" fmla="*/ 2 h 38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628"/>
                <a:gd name="T139" fmla="*/ 0 h 383"/>
                <a:gd name="T140" fmla="*/ 628 w 628"/>
                <a:gd name="T141" fmla="*/ 383 h 38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628" h="383">
                  <a:moveTo>
                    <a:pt x="581" y="289"/>
                  </a:moveTo>
                  <a:lnTo>
                    <a:pt x="582" y="289"/>
                  </a:lnTo>
                  <a:lnTo>
                    <a:pt x="541" y="287"/>
                  </a:lnTo>
                  <a:lnTo>
                    <a:pt x="500" y="283"/>
                  </a:lnTo>
                  <a:lnTo>
                    <a:pt x="462" y="276"/>
                  </a:lnTo>
                  <a:lnTo>
                    <a:pt x="424" y="268"/>
                  </a:lnTo>
                  <a:lnTo>
                    <a:pt x="389" y="255"/>
                  </a:lnTo>
                  <a:lnTo>
                    <a:pt x="352" y="242"/>
                  </a:lnTo>
                  <a:lnTo>
                    <a:pt x="320" y="227"/>
                  </a:lnTo>
                  <a:lnTo>
                    <a:pt x="287" y="209"/>
                  </a:lnTo>
                  <a:lnTo>
                    <a:pt x="255" y="189"/>
                  </a:lnTo>
                  <a:lnTo>
                    <a:pt x="226" y="168"/>
                  </a:lnTo>
                  <a:lnTo>
                    <a:pt x="198" y="145"/>
                  </a:lnTo>
                  <a:lnTo>
                    <a:pt x="172" y="119"/>
                  </a:lnTo>
                  <a:lnTo>
                    <a:pt x="146" y="92"/>
                  </a:lnTo>
                  <a:lnTo>
                    <a:pt x="122" y="64"/>
                  </a:lnTo>
                  <a:lnTo>
                    <a:pt x="100" y="33"/>
                  </a:lnTo>
                  <a:lnTo>
                    <a:pt x="82" y="0"/>
                  </a:lnTo>
                  <a:lnTo>
                    <a:pt x="0" y="47"/>
                  </a:lnTo>
                  <a:lnTo>
                    <a:pt x="23" y="85"/>
                  </a:lnTo>
                  <a:lnTo>
                    <a:pt x="49" y="120"/>
                  </a:lnTo>
                  <a:lnTo>
                    <a:pt x="76" y="153"/>
                  </a:lnTo>
                  <a:lnTo>
                    <a:pt x="104" y="185"/>
                  </a:lnTo>
                  <a:lnTo>
                    <a:pt x="137" y="215"/>
                  </a:lnTo>
                  <a:lnTo>
                    <a:pt x="170" y="241"/>
                  </a:lnTo>
                  <a:lnTo>
                    <a:pt x="204" y="267"/>
                  </a:lnTo>
                  <a:lnTo>
                    <a:pt x="240" y="289"/>
                  </a:lnTo>
                  <a:lnTo>
                    <a:pt x="277" y="309"/>
                  </a:lnTo>
                  <a:lnTo>
                    <a:pt x="317" y="329"/>
                  </a:lnTo>
                  <a:lnTo>
                    <a:pt x="358" y="344"/>
                  </a:lnTo>
                  <a:lnTo>
                    <a:pt x="400" y="357"/>
                  </a:lnTo>
                  <a:lnTo>
                    <a:pt x="444" y="367"/>
                  </a:lnTo>
                  <a:lnTo>
                    <a:pt x="488" y="374"/>
                  </a:lnTo>
                  <a:lnTo>
                    <a:pt x="534" y="380"/>
                  </a:lnTo>
                  <a:lnTo>
                    <a:pt x="580" y="383"/>
                  </a:lnTo>
                  <a:lnTo>
                    <a:pt x="581" y="383"/>
                  </a:lnTo>
                  <a:lnTo>
                    <a:pt x="580" y="383"/>
                  </a:lnTo>
                  <a:lnTo>
                    <a:pt x="600" y="379"/>
                  </a:lnTo>
                  <a:lnTo>
                    <a:pt x="615" y="369"/>
                  </a:lnTo>
                  <a:lnTo>
                    <a:pt x="624" y="353"/>
                  </a:lnTo>
                  <a:lnTo>
                    <a:pt x="628" y="337"/>
                  </a:lnTo>
                  <a:lnTo>
                    <a:pt x="625" y="319"/>
                  </a:lnTo>
                  <a:lnTo>
                    <a:pt x="617" y="304"/>
                  </a:lnTo>
                  <a:lnTo>
                    <a:pt x="602" y="294"/>
                  </a:lnTo>
                  <a:lnTo>
                    <a:pt x="582" y="289"/>
                  </a:lnTo>
                  <a:lnTo>
                    <a:pt x="581" y="28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82960" name="Freeform 30"/>
            <p:cNvSpPr>
              <a:spLocks/>
            </p:cNvSpPr>
            <p:nvPr/>
          </p:nvSpPr>
          <p:spPr bwMode="auto">
            <a:xfrm>
              <a:off x="1587" y="1880"/>
              <a:ext cx="85" cy="49"/>
            </a:xfrm>
            <a:custGeom>
              <a:avLst/>
              <a:gdLst>
                <a:gd name="T0" fmla="*/ 3 w 426"/>
                <a:gd name="T1" fmla="*/ 0 h 245"/>
                <a:gd name="T2" fmla="*/ 3 w 426"/>
                <a:gd name="T3" fmla="*/ 0 h 245"/>
                <a:gd name="T4" fmla="*/ 3 w 426"/>
                <a:gd name="T5" fmla="*/ 0 h 245"/>
                <a:gd name="T6" fmla="*/ 3 w 426"/>
                <a:gd name="T7" fmla="*/ 0 h 245"/>
                <a:gd name="T8" fmla="*/ 2 w 426"/>
                <a:gd name="T9" fmla="*/ 0 h 245"/>
                <a:gd name="T10" fmla="*/ 2 w 426"/>
                <a:gd name="T11" fmla="*/ 0 h 245"/>
                <a:gd name="T12" fmla="*/ 2 w 426"/>
                <a:gd name="T13" fmla="*/ 0 h 245"/>
                <a:gd name="T14" fmla="*/ 2 w 426"/>
                <a:gd name="T15" fmla="*/ 0 h 245"/>
                <a:gd name="T16" fmla="*/ 1 w 426"/>
                <a:gd name="T17" fmla="*/ 0 h 245"/>
                <a:gd name="T18" fmla="*/ 1 w 426"/>
                <a:gd name="T19" fmla="*/ 1 h 245"/>
                <a:gd name="T20" fmla="*/ 1 w 426"/>
                <a:gd name="T21" fmla="*/ 1 h 245"/>
                <a:gd name="T22" fmla="*/ 1 w 426"/>
                <a:gd name="T23" fmla="*/ 1 h 245"/>
                <a:gd name="T24" fmla="*/ 0 w 426"/>
                <a:gd name="T25" fmla="*/ 1 h 245"/>
                <a:gd name="T26" fmla="*/ 0 w 426"/>
                <a:gd name="T27" fmla="*/ 1 h 245"/>
                <a:gd name="T28" fmla="*/ 0 w 426"/>
                <a:gd name="T29" fmla="*/ 1 h 245"/>
                <a:gd name="T30" fmla="*/ 0 w 426"/>
                <a:gd name="T31" fmla="*/ 2 h 245"/>
                <a:gd name="T32" fmla="*/ 0 w 426"/>
                <a:gd name="T33" fmla="*/ 2 h 245"/>
                <a:gd name="T34" fmla="*/ 0 w 426"/>
                <a:gd name="T35" fmla="*/ 2 h 245"/>
                <a:gd name="T36" fmla="*/ 0 w 426"/>
                <a:gd name="T37" fmla="*/ 2 h 245"/>
                <a:gd name="T38" fmla="*/ 0 w 426"/>
                <a:gd name="T39" fmla="*/ 2 h 245"/>
                <a:gd name="T40" fmla="*/ 0 w 426"/>
                <a:gd name="T41" fmla="*/ 2 h 245"/>
                <a:gd name="T42" fmla="*/ 0 w 426"/>
                <a:gd name="T43" fmla="*/ 1 h 245"/>
                <a:gd name="T44" fmla="*/ 0 w 426"/>
                <a:gd name="T45" fmla="*/ 1 h 245"/>
                <a:gd name="T46" fmla="*/ 0 w 426"/>
                <a:gd name="T47" fmla="*/ 1 h 245"/>
                <a:gd name="T48" fmla="*/ 1 w 426"/>
                <a:gd name="T49" fmla="*/ 1 h 245"/>
                <a:gd name="T50" fmla="*/ 1 w 426"/>
                <a:gd name="T51" fmla="*/ 1 h 245"/>
                <a:gd name="T52" fmla="*/ 1 w 426"/>
                <a:gd name="T53" fmla="*/ 1 h 245"/>
                <a:gd name="T54" fmla="*/ 1 w 426"/>
                <a:gd name="T55" fmla="*/ 1 h 245"/>
                <a:gd name="T56" fmla="*/ 2 w 426"/>
                <a:gd name="T57" fmla="*/ 0 h 245"/>
                <a:gd name="T58" fmla="*/ 2 w 426"/>
                <a:gd name="T59" fmla="*/ 0 h 245"/>
                <a:gd name="T60" fmla="*/ 2 w 426"/>
                <a:gd name="T61" fmla="*/ 0 h 245"/>
                <a:gd name="T62" fmla="*/ 2 w 426"/>
                <a:gd name="T63" fmla="*/ 0 h 245"/>
                <a:gd name="T64" fmla="*/ 3 w 426"/>
                <a:gd name="T65" fmla="*/ 0 h 245"/>
                <a:gd name="T66" fmla="*/ 3 w 426"/>
                <a:gd name="T67" fmla="*/ 0 h 245"/>
                <a:gd name="T68" fmla="*/ 3 w 426"/>
                <a:gd name="T69" fmla="*/ 0 h 245"/>
                <a:gd name="T70" fmla="*/ 3 w 426"/>
                <a:gd name="T71" fmla="*/ 0 h 245"/>
                <a:gd name="T72" fmla="*/ 3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426" y="0"/>
                  </a:moveTo>
                  <a:lnTo>
                    <a:pt x="426" y="0"/>
                  </a:lnTo>
                  <a:lnTo>
                    <a:pt x="384" y="1"/>
                  </a:lnTo>
                  <a:lnTo>
                    <a:pt x="340" y="4"/>
                  </a:lnTo>
                  <a:lnTo>
                    <a:pt x="300" y="10"/>
                  </a:lnTo>
                  <a:lnTo>
                    <a:pt x="262" y="18"/>
                  </a:lnTo>
                  <a:lnTo>
                    <a:pt x="224" y="29"/>
                  </a:lnTo>
                  <a:lnTo>
                    <a:pt x="189" y="41"/>
                  </a:lnTo>
                  <a:lnTo>
                    <a:pt x="157" y="55"/>
                  </a:lnTo>
                  <a:lnTo>
                    <a:pt x="126" y="70"/>
                  </a:lnTo>
                  <a:lnTo>
                    <a:pt x="99" y="89"/>
                  </a:lnTo>
                  <a:lnTo>
                    <a:pt x="74" y="106"/>
                  </a:lnTo>
                  <a:lnTo>
                    <a:pt x="52" y="126"/>
                  </a:lnTo>
                  <a:lnTo>
                    <a:pt x="34" y="148"/>
                  </a:lnTo>
                  <a:lnTo>
                    <a:pt x="19" y="171"/>
                  </a:lnTo>
                  <a:lnTo>
                    <a:pt x="9" y="194"/>
                  </a:lnTo>
                  <a:lnTo>
                    <a:pt x="3" y="219"/>
                  </a:lnTo>
                  <a:lnTo>
                    <a:pt x="0" y="245"/>
                  </a:lnTo>
                  <a:lnTo>
                    <a:pt x="12" y="245"/>
                  </a:lnTo>
                  <a:lnTo>
                    <a:pt x="15" y="221"/>
                  </a:lnTo>
                  <a:lnTo>
                    <a:pt x="20" y="199"/>
                  </a:lnTo>
                  <a:lnTo>
                    <a:pt x="31" y="178"/>
                  </a:lnTo>
                  <a:lnTo>
                    <a:pt x="44" y="156"/>
                  </a:lnTo>
                  <a:lnTo>
                    <a:pt x="61" y="136"/>
                  </a:lnTo>
                  <a:lnTo>
                    <a:pt x="81" y="116"/>
                  </a:lnTo>
                  <a:lnTo>
                    <a:pt x="106" y="98"/>
                  </a:lnTo>
                  <a:lnTo>
                    <a:pt x="133" y="82"/>
                  </a:lnTo>
                  <a:lnTo>
                    <a:pt x="162" y="66"/>
                  </a:lnTo>
                  <a:lnTo>
                    <a:pt x="194" y="52"/>
                  </a:lnTo>
                  <a:lnTo>
                    <a:pt x="229" y="41"/>
                  </a:lnTo>
                  <a:lnTo>
                    <a:pt x="264" y="30"/>
                  </a:lnTo>
                  <a:lnTo>
                    <a:pt x="303" y="22"/>
                  </a:lnTo>
                  <a:lnTo>
                    <a:pt x="343" y="16"/>
                  </a:lnTo>
                  <a:lnTo>
                    <a:pt x="384" y="12"/>
                  </a:lnTo>
                  <a:lnTo>
                    <a:pt x="426" y="11"/>
                  </a:lnTo>
                  <a:lnTo>
                    <a:pt x="42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82961" name="Freeform 31"/>
            <p:cNvSpPr>
              <a:spLocks/>
            </p:cNvSpPr>
            <p:nvPr/>
          </p:nvSpPr>
          <p:spPr bwMode="auto">
            <a:xfrm>
              <a:off x="1587" y="1929"/>
              <a:ext cx="85" cy="49"/>
            </a:xfrm>
            <a:custGeom>
              <a:avLst/>
              <a:gdLst>
                <a:gd name="T0" fmla="*/ 0 w 426"/>
                <a:gd name="T1" fmla="*/ 0 h 245"/>
                <a:gd name="T2" fmla="*/ 0 w 426"/>
                <a:gd name="T3" fmla="*/ 0 h 245"/>
                <a:gd name="T4" fmla="*/ 0 w 426"/>
                <a:gd name="T5" fmla="*/ 0 h 245"/>
                <a:gd name="T6" fmla="*/ 0 w 426"/>
                <a:gd name="T7" fmla="*/ 0 h 245"/>
                <a:gd name="T8" fmla="*/ 0 w 426"/>
                <a:gd name="T9" fmla="*/ 1 h 245"/>
                <a:gd name="T10" fmla="*/ 0 w 426"/>
                <a:gd name="T11" fmla="*/ 1 h 245"/>
                <a:gd name="T12" fmla="*/ 0 w 426"/>
                <a:gd name="T13" fmla="*/ 1 h 245"/>
                <a:gd name="T14" fmla="*/ 1 w 426"/>
                <a:gd name="T15" fmla="*/ 1 h 245"/>
                <a:gd name="T16" fmla="*/ 1 w 426"/>
                <a:gd name="T17" fmla="*/ 1 h 245"/>
                <a:gd name="T18" fmla="*/ 1 w 426"/>
                <a:gd name="T19" fmla="*/ 1 h 245"/>
                <a:gd name="T20" fmla="*/ 1 w 426"/>
                <a:gd name="T21" fmla="*/ 2 h 245"/>
                <a:gd name="T22" fmla="*/ 2 w 426"/>
                <a:gd name="T23" fmla="*/ 2 h 245"/>
                <a:gd name="T24" fmla="*/ 2 w 426"/>
                <a:gd name="T25" fmla="*/ 2 h 245"/>
                <a:gd name="T26" fmla="*/ 2 w 426"/>
                <a:gd name="T27" fmla="*/ 2 h 245"/>
                <a:gd name="T28" fmla="*/ 2 w 426"/>
                <a:gd name="T29" fmla="*/ 2 h 245"/>
                <a:gd name="T30" fmla="*/ 3 w 426"/>
                <a:gd name="T31" fmla="*/ 2 h 245"/>
                <a:gd name="T32" fmla="*/ 3 w 426"/>
                <a:gd name="T33" fmla="*/ 2 h 245"/>
                <a:gd name="T34" fmla="*/ 3 w 426"/>
                <a:gd name="T35" fmla="*/ 2 h 245"/>
                <a:gd name="T36" fmla="*/ 3 w 426"/>
                <a:gd name="T37" fmla="*/ 2 h 245"/>
                <a:gd name="T38" fmla="*/ 3 w 426"/>
                <a:gd name="T39" fmla="*/ 2 h 245"/>
                <a:gd name="T40" fmla="*/ 3 w 426"/>
                <a:gd name="T41" fmla="*/ 2 h 245"/>
                <a:gd name="T42" fmla="*/ 2 w 426"/>
                <a:gd name="T43" fmla="*/ 2 h 245"/>
                <a:gd name="T44" fmla="*/ 2 w 426"/>
                <a:gd name="T45" fmla="*/ 2 h 245"/>
                <a:gd name="T46" fmla="*/ 2 w 426"/>
                <a:gd name="T47" fmla="*/ 2 h 245"/>
                <a:gd name="T48" fmla="*/ 2 w 426"/>
                <a:gd name="T49" fmla="*/ 2 h 245"/>
                <a:gd name="T50" fmla="*/ 1 w 426"/>
                <a:gd name="T51" fmla="*/ 1 h 245"/>
                <a:gd name="T52" fmla="*/ 1 w 426"/>
                <a:gd name="T53" fmla="*/ 1 h 245"/>
                <a:gd name="T54" fmla="*/ 1 w 426"/>
                <a:gd name="T55" fmla="*/ 1 h 245"/>
                <a:gd name="T56" fmla="*/ 1 w 426"/>
                <a:gd name="T57" fmla="*/ 1 h 245"/>
                <a:gd name="T58" fmla="*/ 0 w 426"/>
                <a:gd name="T59" fmla="*/ 1 h 245"/>
                <a:gd name="T60" fmla="*/ 0 w 426"/>
                <a:gd name="T61" fmla="*/ 1 h 245"/>
                <a:gd name="T62" fmla="*/ 0 w 426"/>
                <a:gd name="T63" fmla="*/ 1 h 245"/>
                <a:gd name="T64" fmla="*/ 0 w 426"/>
                <a:gd name="T65" fmla="*/ 0 h 245"/>
                <a:gd name="T66" fmla="*/ 0 w 426"/>
                <a:gd name="T67" fmla="*/ 0 h 245"/>
                <a:gd name="T68" fmla="*/ 0 w 426"/>
                <a:gd name="T69" fmla="*/ 0 h 245"/>
                <a:gd name="T70" fmla="*/ 0 w 426"/>
                <a:gd name="T71" fmla="*/ 0 h 245"/>
                <a:gd name="T72" fmla="*/ 0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0" y="0"/>
                  </a:moveTo>
                  <a:lnTo>
                    <a:pt x="0" y="0"/>
                  </a:lnTo>
                  <a:lnTo>
                    <a:pt x="3" y="25"/>
                  </a:lnTo>
                  <a:lnTo>
                    <a:pt x="9" y="50"/>
                  </a:lnTo>
                  <a:lnTo>
                    <a:pt x="19" y="73"/>
                  </a:lnTo>
                  <a:lnTo>
                    <a:pt x="34" y="96"/>
                  </a:lnTo>
                  <a:lnTo>
                    <a:pt x="52" y="118"/>
                  </a:lnTo>
                  <a:lnTo>
                    <a:pt x="74" y="138"/>
                  </a:lnTo>
                  <a:lnTo>
                    <a:pt x="99" y="156"/>
                  </a:lnTo>
                  <a:lnTo>
                    <a:pt x="126" y="174"/>
                  </a:lnTo>
                  <a:lnTo>
                    <a:pt x="157" y="190"/>
                  </a:lnTo>
                  <a:lnTo>
                    <a:pt x="189" y="204"/>
                  </a:lnTo>
                  <a:lnTo>
                    <a:pt x="224" y="215"/>
                  </a:lnTo>
                  <a:lnTo>
                    <a:pt x="262" y="226"/>
                  </a:lnTo>
                  <a:lnTo>
                    <a:pt x="300" y="234"/>
                  </a:lnTo>
                  <a:lnTo>
                    <a:pt x="340" y="240"/>
                  </a:lnTo>
                  <a:lnTo>
                    <a:pt x="384" y="244"/>
                  </a:lnTo>
                  <a:lnTo>
                    <a:pt x="426" y="245"/>
                  </a:lnTo>
                  <a:lnTo>
                    <a:pt x="426" y="233"/>
                  </a:lnTo>
                  <a:lnTo>
                    <a:pt x="384" y="232"/>
                  </a:lnTo>
                  <a:lnTo>
                    <a:pt x="343" y="228"/>
                  </a:lnTo>
                  <a:lnTo>
                    <a:pt x="303" y="222"/>
                  </a:lnTo>
                  <a:lnTo>
                    <a:pt x="264" y="214"/>
                  </a:lnTo>
                  <a:lnTo>
                    <a:pt x="229" y="204"/>
                  </a:lnTo>
                  <a:lnTo>
                    <a:pt x="194" y="192"/>
                  </a:lnTo>
                  <a:lnTo>
                    <a:pt x="162" y="178"/>
                  </a:lnTo>
                  <a:lnTo>
                    <a:pt x="133" y="163"/>
                  </a:lnTo>
                  <a:lnTo>
                    <a:pt x="106" y="146"/>
                  </a:lnTo>
                  <a:lnTo>
                    <a:pt x="81" y="129"/>
                  </a:lnTo>
                  <a:lnTo>
                    <a:pt x="61" y="109"/>
                  </a:lnTo>
                  <a:lnTo>
                    <a:pt x="44" y="89"/>
                  </a:lnTo>
                  <a:lnTo>
                    <a:pt x="31" y="66"/>
                  </a:lnTo>
                  <a:lnTo>
                    <a:pt x="20" y="45"/>
                  </a:lnTo>
                  <a:lnTo>
                    <a:pt x="15" y="2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82962" name="Freeform 32"/>
            <p:cNvSpPr>
              <a:spLocks/>
            </p:cNvSpPr>
            <p:nvPr/>
          </p:nvSpPr>
          <p:spPr bwMode="auto">
            <a:xfrm>
              <a:off x="878" y="1448"/>
              <a:ext cx="792" cy="954"/>
            </a:xfrm>
            <a:custGeom>
              <a:avLst/>
              <a:gdLst>
                <a:gd name="T0" fmla="*/ 13 w 3960"/>
                <a:gd name="T1" fmla="*/ 38 h 4768"/>
                <a:gd name="T2" fmla="*/ 14 w 3960"/>
                <a:gd name="T3" fmla="*/ 38 h 4768"/>
                <a:gd name="T4" fmla="*/ 15 w 3960"/>
                <a:gd name="T5" fmla="*/ 38 h 4768"/>
                <a:gd name="T6" fmla="*/ 15 w 3960"/>
                <a:gd name="T7" fmla="*/ 38 h 4768"/>
                <a:gd name="T8" fmla="*/ 16 w 3960"/>
                <a:gd name="T9" fmla="*/ 38 h 4768"/>
                <a:gd name="T10" fmla="*/ 17 w 3960"/>
                <a:gd name="T11" fmla="*/ 38 h 4768"/>
                <a:gd name="T12" fmla="*/ 17 w 3960"/>
                <a:gd name="T13" fmla="*/ 38 h 4768"/>
                <a:gd name="T14" fmla="*/ 18 w 3960"/>
                <a:gd name="T15" fmla="*/ 38 h 4768"/>
                <a:gd name="T16" fmla="*/ 18 w 3960"/>
                <a:gd name="T17" fmla="*/ 38 h 4768"/>
                <a:gd name="T18" fmla="*/ 29 w 3960"/>
                <a:gd name="T19" fmla="*/ 30 h 4768"/>
                <a:gd name="T20" fmla="*/ 30 w 3960"/>
                <a:gd name="T21" fmla="*/ 30 h 4768"/>
                <a:gd name="T22" fmla="*/ 30 w 3960"/>
                <a:gd name="T23" fmla="*/ 29 h 4768"/>
                <a:gd name="T24" fmla="*/ 31 w 3960"/>
                <a:gd name="T25" fmla="*/ 28 h 4768"/>
                <a:gd name="T26" fmla="*/ 31 w 3960"/>
                <a:gd name="T27" fmla="*/ 28 h 4768"/>
                <a:gd name="T28" fmla="*/ 31 w 3960"/>
                <a:gd name="T29" fmla="*/ 27 h 4768"/>
                <a:gd name="T30" fmla="*/ 32 w 3960"/>
                <a:gd name="T31" fmla="*/ 26 h 4768"/>
                <a:gd name="T32" fmla="*/ 32 w 3960"/>
                <a:gd name="T33" fmla="*/ 25 h 4768"/>
                <a:gd name="T34" fmla="*/ 32 w 3960"/>
                <a:gd name="T35" fmla="*/ 11 h 4768"/>
                <a:gd name="T36" fmla="*/ 32 w 3960"/>
                <a:gd name="T37" fmla="*/ 10 h 4768"/>
                <a:gd name="T38" fmla="*/ 31 w 3960"/>
                <a:gd name="T39" fmla="*/ 9 h 4768"/>
                <a:gd name="T40" fmla="*/ 31 w 3960"/>
                <a:gd name="T41" fmla="*/ 9 h 4768"/>
                <a:gd name="T42" fmla="*/ 31 w 3960"/>
                <a:gd name="T43" fmla="*/ 8 h 4768"/>
                <a:gd name="T44" fmla="*/ 31 w 3960"/>
                <a:gd name="T45" fmla="*/ 8 h 4768"/>
                <a:gd name="T46" fmla="*/ 30 w 3960"/>
                <a:gd name="T47" fmla="*/ 7 h 4768"/>
                <a:gd name="T48" fmla="*/ 30 w 3960"/>
                <a:gd name="T49" fmla="*/ 7 h 4768"/>
                <a:gd name="T50" fmla="*/ 29 w 3960"/>
                <a:gd name="T51" fmla="*/ 6 h 4768"/>
                <a:gd name="T52" fmla="*/ 19 w 3960"/>
                <a:gd name="T53" fmla="*/ 1 h 4768"/>
                <a:gd name="T54" fmla="*/ 18 w 3960"/>
                <a:gd name="T55" fmla="*/ 0 h 4768"/>
                <a:gd name="T56" fmla="*/ 17 w 3960"/>
                <a:gd name="T57" fmla="*/ 0 h 4768"/>
                <a:gd name="T58" fmla="*/ 17 w 3960"/>
                <a:gd name="T59" fmla="*/ 0 h 4768"/>
                <a:gd name="T60" fmla="*/ 16 w 3960"/>
                <a:gd name="T61" fmla="*/ 0 h 4768"/>
                <a:gd name="T62" fmla="*/ 15 w 3960"/>
                <a:gd name="T63" fmla="*/ 0 h 4768"/>
                <a:gd name="T64" fmla="*/ 14 w 3960"/>
                <a:gd name="T65" fmla="*/ 0 h 4768"/>
                <a:gd name="T66" fmla="*/ 14 w 3960"/>
                <a:gd name="T67" fmla="*/ 0 h 4768"/>
                <a:gd name="T68" fmla="*/ 2 w 3960"/>
                <a:gd name="T69" fmla="*/ 6 h 4768"/>
                <a:gd name="T70" fmla="*/ 2 w 3960"/>
                <a:gd name="T71" fmla="*/ 7 h 4768"/>
                <a:gd name="T72" fmla="*/ 1 w 3960"/>
                <a:gd name="T73" fmla="*/ 7 h 4768"/>
                <a:gd name="T74" fmla="*/ 1 w 3960"/>
                <a:gd name="T75" fmla="*/ 8 h 4768"/>
                <a:gd name="T76" fmla="*/ 1 w 3960"/>
                <a:gd name="T77" fmla="*/ 8 h 4768"/>
                <a:gd name="T78" fmla="*/ 0 w 3960"/>
                <a:gd name="T79" fmla="*/ 9 h 4768"/>
                <a:gd name="T80" fmla="*/ 0 w 3960"/>
                <a:gd name="T81" fmla="*/ 9 h 4768"/>
                <a:gd name="T82" fmla="*/ 0 w 3960"/>
                <a:gd name="T83" fmla="*/ 10 h 4768"/>
                <a:gd name="T84" fmla="*/ 0 w 3960"/>
                <a:gd name="T85" fmla="*/ 11 h 4768"/>
                <a:gd name="T86" fmla="*/ 0 w 3960"/>
                <a:gd name="T87" fmla="*/ 25 h 4768"/>
                <a:gd name="T88" fmla="*/ 0 w 3960"/>
                <a:gd name="T89" fmla="*/ 26 h 4768"/>
                <a:gd name="T90" fmla="*/ 0 w 3960"/>
                <a:gd name="T91" fmla="*/ 27 h 4768"/>
                <a:gd name="T92" fmla="*/ 1 w 3960"/>
                <a:gd name="T93" fmla="*/ 28 h 4768"/>
                <a:gd name="T94" fmla="*/ 1 w 3960"/>
                <a:gd name="T95" fmla="*/ 29 h 4768"/>
                <a:gd name="T96" fmla="*/ 1 w 3960"/>
                <a:gd name="T97" fmla="*/ 29 h 4768"/>
                <a:gd name="T98" fmla="*/ 2 w 3960"/>
                <a:gd name="T99" fmla="*/ 30 h 4768"/>
                <a:gd name="T100" fmla="*/ 3 w 3960"/>
                <a:gd name="T101" fmla="*/ 31 h 4768"/>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w 3960"/>
                <a:gd name="T154" fmla="*/ 0 h 4768"/>
                <a:gd name="T155" fmla="*/ 3960 w 3960"/>
                <a:gd name="T156" fmla="*/ 4768 h 4768"/>
              </a:gdLst>
              <a:ahLst/>
              <a:cxnLst>
                <a:cxn ang="T102">
                  <a:pos x="T0" y="T1"/>
                </a:cxn>
                <a:cxn ang="T103">
                  <a:pos x="T2" y="T3"/>
                </a:cxn>
                <a:cxn ang="T104">
                  <a:pos x="T4" y="T5"/>
                </a:cxn>
                <a:cxn ang="T105">
                  <a:pos x="T6" y="T7"/>
                </a:cxn>
                <a:cxn ang="T106">
                  <a:pos x="T8" y="T9"/>
                </a:cxn>
                <a:cxn ang="T107">
                  <a:pos x="T10" y="T11"/>
                </a:cxn>
                <a:cxn ang="T108">
                  <a:pos x="T12" y="T13"/>
                </a:cxn>
                <a:cxn ang="T109">
                  <a:pos x="T14" y="T15"/>
                </a:cxn>
                <a:cxn ang="T110">
                  <a:pos x="T16" y="T17"/>
                </a:cxn>
                <a:cxn ang="T111">
                  <a:pos x="T18" y="T19"/>
                </a:cxn>
                <a:cxn ang="T112">
                  <a:pos x="T20" y="T21"/>
                </a:cxn>
                <a:cxn ang="T113">
                  <a:pos x="T22" y="T23"/>
                </a:cxn>
                <a:cxn ang="T114">
                  <a:pos x="T24" y="T25"/>
                </a:cxn>
                <a:cxn ang="T115">
                  <a:pos x="T26" y="T27"/>
                </a:cxn>
                <a:cxn ang="T116">
                  <a:pos x="T28" y="T29"/>
                </a:cxn>
                <a:cxn ang="T117">
                  <a:pos x="T30" y="T31"/>
                </a:cxn>
                <a:cxn ang="T118">
                  <a:pos x="T32" y="T33"/>
                </a:cxn>
                <a:cxn ang="T119">
                  <a:pos x="T34" y="T35"/>
                </a:cxn>
                <a:cxn ang="T120">
                  <a:pos x="T36" y="T37"/>
                </a:cxn>
                <a:cxn ang="T121">
                  <a:pos x="T38" y="T39"/>
                </a:cxn>
                <a:cxn ang="T122">
                  <a:pos x="T40" y="T41"/>
                </a:cxn>
                <a:cxn ang="T123">
                  <a:pos x="T42" y="T43"/>
                </a:cxn>
                <a:cxn ang="T124">
                  <a:pos x="T44" y="T45"/>
                </a:cxn>
                <a:cxn ang="T125">
                  <a:pos x="T46" y="T47"/>
                </a:cxn>
                <a:cxn ang="T126">
                  <a:pos x="T48" y="T49"/>
                </a:cxn>
                <a:cxn ang="T127">
                  <a:pos x="T50" y="T51"/>
                </a:cxn>
                <a:cxn ang="T128">
                  <a:pos x="T52" y="T53"/>
                </a:cxn>
                <a:cxn ang="T129">
                  <a:pos x="T54" y="T55"/>
                </a:cxn>
                <a:cxn ang="T130">
                  <a:pos x="T56" y="T57"/>
                </a:cxn>
                <a:cxn ang="T131">
                  <a:pos x="T58" y="T59"/>
                </a:cxn>
                <a:cxn ang="T132">
                  <a:pos x="T60" y="T61"/>
                </a:cxn>
                <a:cxn ang="T133">
                  <a:pos x="T62" y="T63"/>
                </a:cxn>
                <a:cxn ang="T134">
                  <a:pos x="T64" y="T65"/>
                </a:cxn>
                <a:cxn ang="T135">
                  <a:pos x="T66" y="T67"/>
                </a:cxn>
                <a:cxn ang="T136">
                  <a:pos x="T68" y="T69"/>
                </a:cxn>
                <a:cxn ang="T137">
                  <a:pos x="T70" y="T71"/>
                </a:cxn>
                <a:cxn ang="T138">
                  <a:pos x="T72" y="T73"/>
                </a:cxn>
                <a:cxn ang="T139">
                  <a:pos x="T74" y="T75"/>
                </a:cxn>
                <a:cxn ang="T140">
                  <a:pos x="T76" y="T77"/>
                </a:cxn>
                <a:cxn ang="T141">
                  <a:pos x="T78" y="T79"/>
                </a:cxn>
                <a:cxn ang="T142">
                  <a:pos x="T80" y="T81"/>
                </a:cxn>
                <a:cxn ang="T143">
                  <a:pos x="T82" y="T83"/>
                </a:cxn>
                <a:cxn ang="T144">
                  <a:pos x="T84" y="T85"/>
                </a:cxn>
                <a:cxn ang="T145">
                  <a:pos x="T86" y="T87"/>
                </a:cxn>
                <a:cxn ang="T146">
                  <a:pos x="T88" y="T89"/>
                </a:cxn>
                <a:cxn ang="T147">
                  <a:pos x="T90" y="T91"/>
                </a:cxn>
                <a:cxn ang="T148">
                  <a:pos x="T92" y="T93"/>
                </a:cxn>
                <a:cxn ang="T149">
                  <a:pos x="T94" y="T95"/>
                </a:cxn>
                <a:cxn ang="T150">
                  <a:pos x="T96" y="T97"/>
                </a:cxn>
                <a:cxn ang="T151">
                  <a:pos x="T98" y="T99"/>
                </a:cxn>
                <a:cxn ang="T152">
                  <a:pos x="T100" y="T101"/>
                </a:cxn>
              </a:cxnLst>
              <a:rect l="T153" t="T154" r="T155" b="T156"/>
              <a:pathLst>
                <a:path w="3960" h="4768">
                  <a:moveTo>
                    <a:pt x="353" y="3849"/>
                  </a:moveTo>
                  <a:lnTo>
                    <a:pt x="1661" y="4700"/>
                  </a:lnTo>
                  <a:lnTo>
                    <a:pt x="1697" y="4717"/>
                  </a:lnTo>
                  <a:lnTo>
                    <a:pt x="1736" y="4731"/>
                  </a:lnTo>
                  <a:lnTo>
                    <a:pt x="1776" y="4742"/>
                  </a:lnTo>
                  <a:lnTo>
                    <a:pt x="1818" y="4753"/>
                  </a:lnTo>
                  <a:lnTo>
                    <a:pt x="1860" y="4760"/>
                  </a:lnTo>
                  <a:lnTo>
                    <a:pt x="1902" y="4765"/>
                  </a:lnTo>
                  <a:lnTo>
                    <a:pt x="1946" y="4768"/>
                  </a:lnTo>
                  <a:lnTo>
                    <a:pt x="1988" y="4768"/>
                  </a:lnTo>
                  <a:lnTo>
                    <a:pt x="2031" y="4767"/>
                  </a:lnTo>
                  <a:lnTo>
                    <a:pt x="2073" y="4763"/>
                  </a:lnTo>
                  <a:lnTo>
                    <a:pt x="2114" y="4758"/>
                  </a:lnTo>
                  <a:lnTo>
                    <a:pt x="2154" y="4751"/>
                  </a:lnTo>
                  <a:lnTo>
                    <a:pt x="2193" y="4740"/>
                  </a:lnTo>
                  <a:lnTo>
                    <a:pt x="2230" y="4729"/>
                  </a:lnTo>
                  <a:lnTo>
                    <a:pt x="2264" y="4715"/>
                  </a:lnTo>
                  <a:lnTo>
                    <a:pt x="2297" y="4700"/>
                  </a:lnTo>
                  <a:lnTo>
                    <a:pt x="3639" y="3825"/>
                  </a:lnTo>
                  <a:lnTo>
                    <a:pt x="3673" y="3795"/>
                  </a:lnTo>
                  <a:lnTo>
                    <a:pt x="3707" y="3761"/>
                  </a:lnTo>
                  <a:lnTo>
                    <a:pt x="3738" y="3725"/>
                  </a:lnTo>
                  <a:lnTo>
                    <a:pt x="3768" y="3685"/>
                  </a:lnTo>
                  <a:lnTo>
                    <a:pt x="3796" y="3644"/>
                  </a:lnTo>
                  <a:lnTo>
                    <a:pt x="3821" y="3599"/>
                  </a:lnTo>
                  <a:lnTo>
                    <a:pt x="3846" y="3553"/>
                  </a:lnTo>
                  <a:lnTo>
                    <a:pt x="3868" y="3505"/>
                  </a:lnTo>
                  <a:lnTo>
                    <a:pt x="3888" y="3456"/>
                  </a:lnTo>
                  <a:lnTo>
                    <a:pt x="3907" y="3406"/>
                  </a:lnTo>
                  <a:lnTo>
                    <a:pt x="3922" y="3354"/>
                  </a:lnTo>
                  <a:lnTo>
                    <a:pt x="3935" y="3303"/>
                  </a:lnTo>
                  <a:lnTo>
                    <a:pt x="3946" y="3250"/>
                  </a:lnTo>
                  <a:lnTo>
                    <a:pt x="3953" y="3197"/>
                  </a:lnTo>
                  <a:lnTo>
                    <a:pt x="3957" y="3144"/>
                  </a:lnTo>
                  <a:lnTo>
                    <a:pt x="3960" y="3092"/>
                  </a:lnTo>
                  <a:lnTo>
                    <a:pt x="3959" y="1313"/>
                  </a:lnTo>
                  <a:lnTo>
                    <a:pt x="3955" y="1271"/>
                  </a:lnTo>
                  <a:lnTo>
                    <a:pt x="3949" y="1229"/>
                  </a:lnTo>
                  <a:lnTo>
                    <a:pt x="3941" y="1189"/>
                  </a:lnTo>
                  <a:lnTo>
                    <a:pt x="3930" y="1149"/>
                  </a:lnTo>
                  <a:lnTo>
                    <a:pt x="3918" y="1111"/>
                  </a:lnTo>
                  <a:lnTo>
                    <a:pt x="3902" y="1075"/>
                  </a:lnTo>
                  <a:lnTo>
                    <a:pt x="3886" y="1040"/>
                  </a:lnTo>
                  <a:lnTo>
                    <a:pt x="3867" y="1006"/>
                  </a:lnTo>
                  <a:lnTo>
                    <a:pt x="3846" y="973"/>
                  </a:lnTo>
                  <a:lnTo>
                    <a:pt x="3823" y="942"/>
                  </a:lnTo>
                  <a:lnTo>
                    <a:pt x="3798" y="913"/>
                  </a:lnTo>
                  <a:lnTo>
                    <a:pt x="3771" y="886"/>
                  </a:lnTo>
                  <a:lnTo>
                    <a:pt x="3743" y="860"/>
                  </a:lnTo>
                  <a:lnTo>
                    <a:pt x="3714" y="837"/>
                  </a:lnTo>
                  <a:lnTo>
                    <a:pt x="3682" y="816"/>
                  </a:lnTo>
                  <a:lnTo>
                    <a:pt x="3649" y="796"/>
                  </a:lnTo>
                  <a:lnTo>
                    <a:pt x="2386" y="83"/>
                  </a:lnTo>
                  <a:lnTo>
                    <a:pt x="2350" y="65"/>
                  </a:lnTo>
                  <a:lnTo>
                    <a:pt x="2310" y="50"/>
                  </a:lnTo>
                  <a:lnTo>
                    <a:pt x="2268" y="36"/>
                  </a:lnTo>
                  <a:lnTo>
                    <a:pt x="2223" y="24"/>
                  </a:lnTo>
                  <a:lnTo>
                    <a:pt x="2178" y="15"/>
                  </a:lnTo>
                  <a:lnTo>
                    <a:pt x="2131" y="8"/>
                  </a:lnTo>
                  <a:lnTo>
                    <a:pt x="2082" y="3"/>
                  </a:lnTo>
                  <a:lnTo>
                    <a:pt x="2032" y="0"/>
                  </a:lnTo>
                  <a:lnTo>
                    <a:pt x="1982" y="1"/>
                  </a:lnTo>
                  <a:lnTo>
                    <a:pt x="1933" y="3"/>
                  </a:lnTo>
                  <a:lnTo>
                    <a:pt x="1882" y="9"/>
                  </a:lnTo>
                  <a:lnTo>
                    <a:pt x="1833" y="17"/>
                  </a:lnTo>
                  <a:lnTo>
                    <a:pt x="1785" y="29"/>
                  </a:lnTo>
                  <a:lnTo>
                    <a:pt x="1737" y="43"/>
                  </a:lnTo>
                  <a:lnTo>
                    <a:pt x="1691" y="62"/>
                  </a:lnTo>
                  <a:lnTo>
                    <a:pt x="1647" y="83"/>
                  </a:lnTo>
                  <a:lnTo>
                    <a:pt x="311" y="782"/>
                  </a:lnTo>
                  <a:lnTo>
                    <a:pt x="276" y="803"/>
                  </a:lnTo>
                  <a:lnTo>
                    <a:pt x="243" y="826"/>
                  </a:lnTo>
                  <a:lnTo>
                    <a:pt x="213" y="852"/>
                  </a:lnTo>
                  <a:lnTo>
                    <a:pt x="184" y="879"/>
                  </a:lnTo>
                  <a:lnTo>
                    <a:pt x="155" y="908"/>
                  </a:lnTo>
                  <a:lnTo>
                    <a:pt x="131" y="939"/>
                  </a:lnTo>
                  <a:lnTo>
                    <a:pt x="107" y="971"/>
                  </a:lnTo>
                  <a:lnTo>
                    <a:pt x="86" y="1005"/>
                  </a:lnTo>
                  <a:lnTo>
                    <a:pt x="68" y="1040"/>
                  </a:lnTo>
                  <a:lnTo>
                    <a:pt x="50" y="1076"/>
                  </a:lnTo>
                  <a:lnTo>
                    <a:pt x="36" y="1115"/>
                  </a:lnTo>
                  <a:lnTo>
                    <a:pt x="23" y="1153"/>
                  </a:lnTo>
                  <a:lnTo>
                    <a:pt x="14" y="1195"/>
                  </a:lnTo>
                  <a:lnTo>
                    <a:pt x="7" y="1236"/>
                  </a:lnTo>
                  <a:lnTo>
                    <a:pt x="2" y="1279"/>
                  </a:lnTo>
                  <a:lnTo>
                    <a:pt x="0" y="1322"/>
                  </a:lnTo>
                  <a:lnTo>
                    <a:pt x="0" y="3093"/>
                  </a:lnTo>
                  <a:lnTo>
                    <a:pt x="2" y="3147"/>
                  </a:lnTo>
                  <a:lnTo>
                    <a:pt x="7" y="3202"/>
                  </a:lnTo>
                  <a:lnTo>
                    <a:pt x="15" y="3257"/>
                  </a:lnTo>
                  <a:lnTo>
                    <a:pt x="27" y="3312"/>
                  </a:lnTo>
                  <a:lnTo>
                    <a:pt x="42" y="3366"/>
                  </a:lnTo>
                  <a:lnTo>
                    <a:pt x="59" y="3420"/>
                  </a:lnTo>
                  <a:lnTo>
                    <a:pt x="79" y="3474"/>
                  </a:lnTo>
                  <a:lnTo>
                    <a:pt x="102" y="3525"/>
                  </a:lnTo>
                  <a:lnTo>
                    <a:pt x="127" y="3576"/>
                  </a:lnTo>
                  <a:lnTo>
                    <a:pt x="154" y="3624"/>
                  </a:lnTo>
                  <a:lnTo>
                    <a:pt x="184" y="3670"/>
                  </a:lnTo>
                  <a:lnTo>
                    <a:pt x="214" y="3712"/>
                  </a:lnTo>
                  <a:lnTo>
                    <a:pt x="247" y="3752"/>
                  </a:lnTo>
                  <a:lnTo>
                    <a:pt x="281" y="3788"/>
                  </a:lnTo>
                  <a:lnTo>
                    <a:pt x="317" y="3821"/>
                  </a:lnTo>
                  <a:lnTo>
                    <a:pt x="353" y="384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82963" name="Freeform 33"/>
            <p:cNvSpPr>
              <a:spLocks/>
            </p:cNvSpPr>
            <p:nvPr/>
          </p:nvSpPr>
          <p:spPr bwMode="auto">
            <a:xfrm>
              <a:off x="943" y="2210"/>
              <a:ext cx="276" cy="187"/>
            </a:xfrm>
            <a:custGeom>
              <a:avLst/>
              <a:gdLst>
                <a:gd name="T0" fmla="*/ 11 w 1380"/>
                <a:gd name="T1" fmla="*/ 7 h 937"/>
                <a:gd name="T2" fmla="*/ 11 w 1380"/>
                <a:gd name="T3" fmla="*/ 7 h 937"/>
                <a:gd name="T4" fmla="*/ 0 w 1380"/>
                <a:gd name="T5" fmla="*/ 0 h 937"/>
                <a:gd name="T6" fmla="*/ 0 w 1380"/>
                <a:gd name="T7" fmla="*/ 1 h 937"/>
                <a:gd name="T8" fmla="*/ 10 w 1380"/>
                <a:gd name="T9" fmla="*/ 7 h 937"/>
                <a:gd name="T10" fmla="*/ 10 w 1380"/>
                <a:gd name="T11" fmla="*/ 7 h 937"/>
                <a:gd name="T12" fmla="*/ 10 w 1380"/>
                <a:gd name="T13" fmla="*/ 7 h 937"/>
                <a:gd name="T14" fmla="*/ 11 w 1380"/>
                <a:gd name="T15" fmla="*/ 7 h 937"/>
                <a:gd name="T16" fmla="*/ 11 w 1380"/>
                <a:gd name="T17" fmla="*/ 7 h 937"/>
                <a:gd name="T18" fmla="*/ 11 w 1380"/>
                <a:gd name="T19" fmla="*/ 7 h 937"/>
                <a:gd name="T20" fmla="*/ 11 w 1380"/>
                <a:gd name="T21" fmla="*/ 7 h 937"/>
                <a:gd name="T22" fmla="*/ 11 w 1380"/>
                <a:gd name="T23" fmla="*/ 7 h 937"/>
                <a:gd name="T24" fmla="*/ 11 w 1380"/>
                <a:gd name="T25" fmla="*/ 7 h 937"/>
                <a:gd name="T26" fmla="*/ 11 w 1380"/>
                <a:gd name="T27" fmla="*/ 7 h 937"/>
                <a:gd name="T28" fmla="*/ 11 w 1380"/>
                <a:gd name="T29" fmla="*/ 7 h 937"/>
                <a:gd name="T30" fmla="*/ 11 w 1380"/>
                <a:gd name="T31" fmla="*/ 7 h 93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80"/>
                <a:gd name="T49" fmla="*/ 0 h 937"/>
                <a:gd name="T50" fmla="*/ 1380 w 1380"/>
                <a:gd name="T51" fmla="*/ 937 h 93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80" h="937">
                  <a:moveTo>
                    <a:pt x="1354" y="848"/>
                  </a:moveTo>
                  <a:lnTo>
                    <a:pt x="1359" y="851"/>
                  </a:lnTo>
                  <a:lnTo>
                    <a:pt x="51" y="0"/>
                  </a:lnTo>
                  <a:lnTo>
                    <a:pt x="0" y="78"/>
                  </a:lnTo>
                  <a:lnTo>
                    <a:pt x="1307" y="929"/>
                  </a:lnTo>
                  <a:lnTo>
                    <a:pt x="1312" y="932"/>
                  </a:lnTo>
                  <a:lnTo>
                    <a:pt x="1307" y="929"/>
                  </a:lnTo>
                  <a:lnTo>
                    <a:pt x="1326" y="937"/>
                  </a:lnTo>
                  <a:lnTo>
                    <a:pt x="1345" y="936"/>
                  </a:lnTo>
                  <a:lnTo>
                    <a:pt x="1360" y="929"/>
                  </a:lnTo>
                  <a:lnTo>
                    <a:pt x="1372" y="916"/>
                  </a:lnTo>
                  <a:lnTo>
                    <a:pt x="1379" y="899"/>
                  </a:lnTo>
                  <a:lnTo>
                    <a:pt x="1380" y="883"/>
                  </a:lnTo>
                  <a:lnTo>
                    <a:pt x="1374" y="865"/>
                  </a:lnTo>
                  <a:lnTo>
                    <a:pt x="1359" y="851"/>
                  </a:lnTo>
                  <a:lnTo>
                    <a:pt x="1354" y="84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82964" name="Freeform 34"/>
            <p:cNvSpPr>
              <a:spLocks/>
            </p:cNvSpPr>
            <p:nvPr/>
          </p:nvSpPr>
          <p:spPr bwMode="auto">
            <a:xfrm>
              <a:off x="1206" y="2379"/>
              <a:ext cx="140" cy="32"/>
            </a:xfrm>
            <a:custGeom>
              <a:avLst/>
              <a:gdLst>
                <a:gd name="T0" fmla="*/ 5 w 703"/>
                <a:gd name="T1" fmla="*/ 0 h 162"/>
                <a:gd name="T2" fmla="*/ 5 w 703"/>
                <a:gd name="T3" fmla="*/ 0 h 162"/>
                <a:gd name="T4" fmla="*/ 5 w 703"/>
                <a:gd name="T5" fmla="*/ 0 h 162"/>
                <a:gd name="T6" fmla="*/ 5 w 703"/>
                <a:gd name="T7" fmla="*/ 0 h 162"/>
                <a:gd name="T8" fmla="*/ 4 w 703"/>
                <a:gd name="T9" fmla="*/ 0 h 162"/>
                <a:gd name="T10" fmla="*/ 4 w 703"/>
                <a:gd name="T11" fmla="*/ 0 h 162"/>
                <a:gd name="T12" fmla="*/ 4 w 703"/>
                <a:gd name="T13" fmla="*/ 0 h 162"/>
                <a:gd name="T14" fmla="*/ 3 w 703"/>
                <a:gd name="T15" fmla="*/ 1 h 162"/>
                <a:gd name="T16" fmla="*/ 3 w 703"/>
                <a:gd name="T17" fmla="*/ 1 h 162"/>
                <a:gd name="T18" fmla="*/ 3 w 703"/>
                <a:gd name="T19" fmla="*/ 1 h 162"/>
                <a:gd name="T20" fmla="*/ 2 w 703"/>
                <a:gd name="T21" fmla="*/ 1 h 162"/>
                <a:gd name="T22" fmla="*/ 2 w 703"/>
                <a:gd name="T23" fmla="*/ 1 h 162"/>
                <a:gd name="T24" fmla="*/ 2 w 703"/>
                <a:gd name="T25" fmla="*/ 0 h 162"/>
                <a:gd name="T26" fmla="*/ 1 w 703"/>
                <a:gd name="T27" fmla="*/ 0 h 162"/>
                <a:gd name="T28" fmla="*/ 1 w 703"/>
                <a:gd name="T29" fmla="*/ 0 h 162"/>
                <a:gd name="T30" fmla="*/ 1 w 703"/>
                <a:gd name="T31" fmla="*/ 0 h 162"/>
                <a:gd name="T32" fmla="*/ 1 w 703"/>
                <a:gd name="T33" fmla="*/ 0 h 162"/>
                <a:gd name="T34" fmla="*/ 0 w 703"/>
                <a:gd name="T35" fmla="*/ 0 h 162"/>
                <a:gd name="T36" fmla="*/ 0 w 703"/>
                <a:gd name="T37" fmla="*/ 1 h 162"/>
                <a:gd name="T38" fmla="*/ 0 w 703"/>
                <a:gd name="T39" fmla="*/ 1 h 162"/>
                <a:gd name="T40" fmla="*/ 1 w 703"/>
                <a:gd name="T41" fmla="*/ 1 h 162"/>
                <a:gd name="T42" fmla="*/ 1 w 703"/>
                <a:gd name="T43" fmla="*/ 1 h 162"/>
                <a:gd name="T44" fmla="*/ 1 w 703"/>
                <a:gd name="T45" fmla="*/ 1 h 162"/>
                <a:gd name="T46" fmla="*/ 2 w 703"/>
                <a:gd name="T47" fmla="*/ 1 h 162"/>
                <a:gd name="T48" fmla="*/ 2 w 703"/>
                <a:gd name="T49" fmla="*/ 1 h 162"/>
                <a:gd name="T50" fmla="*/ 2 w 703"/>
                <a:gd name="T51" fmla="*/ 1 h 162"/>
                <a:gd name="T52" fmla="*/ 3 w 703"/>
                <a:gd name="T53" fmla="*/ 1 h 162"/>
                <a:gd name="T54" fmla="*/ 3 w 703"/>
                <a:gd name="T55" fmla="*/ 1 h 162"/>
                <a:gd name="T56" fmla="*/ 3 w 703"/>
                <a:gd name="T57" fmla="*/ 1 h 162"/>
                <a:gd name="T58" fmla="*/ 4 w 703"/>
                <a:gd name="T59" fmla="*/ 1 h 162"/>
                <a:gd name="T60" fmla="*/ 4 w 703"/>
                <a:gd name="T61" fmla="*/ 1 h 162"/>
                <a:gd name="T62" fmla="*/ 5 w 703"/>
                <a:gd name="T63" fmla="*/ 1 h 162"/>
                <a:gd name="T64" fmla="*/ 5 w 703"/>
                <a:gd name="T65" fmla="*/ 1 h 162"/>
                <a:gd name="T66" fmla="*/ 5 w 703"/>
                <a:gd name="T67" fmla="*/ 1 h 162"/>
                <a:gd name="T68" fmla="*/ 5 w 703"/>
                <a:gd name="T69" fmla="*/ 1 h 162"/>
                <a:gd name="T70" fmla="*/ 5 w 703"/>
                <a:gd name="T71" fmla="*/ 1 h 162"/>
                <a:gd name="T72" fmla="*/ 5 w 703"/>
                <a:gd name="T73" fmla="*/ 1 h 162"/>
                <a:gd name="T74" fmla="*/ 5 w 703"/>
                <a:gd name="T75" fmla="*/ 1 h 162"/>
                <a:gd name="T76" fmla="*/ 6 w 703"/>
                <a:gd name="T77" fmla="*/ 0 h 162"/>
                <a:gd name="T78" fmla="*/ 6 w 703"/>
                <a:gd name="T79" fmla="*/ 0 h 162"/>
                <a:gd name="T80" fmla="*/ 6 w 703"/>
                <a:gd name="T81" fmla="*/ 0 h 162"/>
                <a:gd name="T82" fmla="*/ 5 w 703"/>
                <a:gd name="T83" fmla="*/ 0 h 162"/>
                <a:gd name="T84" fmla="*/ 5 w 703"/>
                <a:gd name="T85" fmla="*/ 0 h 162"/>
                <a:gd name="T86" fmla="*/ 5 w 703"/>
                <a:gd name="T87" fmla="*/ 0 h 162"/>
                <a:gd name="T88" fmla="*/ 5 w 703"/>
                <a:gd name="T89" fmla="*/ 0 h 162"/>
                <a:gd name="T90" fmla="*/ 5 w 703"/>
                <a:gd name="T91" fmla="*/ 0 h 162"/>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703"/>
                <a:gd name="T139" fmla="*/ 0 h 162"/>
                <a:gd name="T140" fmla="*/ 703 w 703"/>
                <a:gd name="T141" fmla="*/ 162 h 162"/>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703" h="162">
                  <a:moveTo>
                    <a:pt x="631" y="8"/>
                  </a:moveTo>
                  <a:lnTo>
                    <a:pt x="636" y="6"/>
                  </a:lnTo>
                  <a:lnTo>
                    <a:pt x="606" y="20"/>
                  </a:lnTo>
                  <a:lnTo>
                    <a:pt x="575" y="32"/>
                  </a:lnTo>
                  <a:lnTo>
                    <a:pt x="540" y="42"/>
                  </a:lnTo>
                  <a:lnTo>
                    <a:pt x="504" y="52"/>
                  </a:lnTo>
                  <a:lnTo>
                    <a:pt x="467" y="59"/>
                  </a:lnTo>
                  <a:lnTo>
                    <a:pt x="428" y="64"/>
                  </a:lnTo>
                  <a:lnTo>
                    <a:pt x="389" y="67"/>
                  </a:lnTo>
                  <a:lnTo>
                    <a:pt x="348" y="68"/>
                  </a:lnTo>
                  <a:lnTo>
                    <a:pt x="308" y="68"/>
                  </a:lnTo>
                  <a:lnTo>
                    <a:pt x="267" y="65"/>
                  </a:lnTo>
                  <a:lnTo>
                    <a:pt x="226" y="61"/>
                  </a:lnTo>
                  <a:lnTo>
                    <a:pt x="187" y="54"/>
                  </a:lnTo>
                  <a:lnTo>
                    <a:pt x="148" y="44"/>
                  </a:lnTo>
                  <a:lnTo>
                    <a:pt x="110" y="33"/>
                  </a:lnTo>
                  <a:lnTo>
                    <a:pt x="75" y="20"/>
                  </a:lnTo>
                  <a:lnTo>
                    <a:pt x="42" y="5"/>
                  </a:lnTo>
                  <a:lnTo>
                    <a:pt x="0" y="89"/>
                  </a:lnTo>
                  <a:lnTo>
                    <a:pt x="40" y="107"/>
                  </a:lnTo>
                  <a:lnTo>
                    <a:pt x="82" y="122"/>
                  </a:lnTo>
                  <a:lnTo>
                    <a:pt x="124" y="135"/>
                  </a:lnTo>
                  <a:lnTo>
                    <a:pt x="169" y="146"/>
                  </a:lnTo>
                  <a:lnTo>
                    <a:pt x="214" y="153"/>
                  </a:lnTo>
                  <a:lnTo>
                    <a:pt x="258" y="158"/>
                  </a:lnTo>
                  <a:lnTo>
                    <a:pt x="303" y="162"/>
                  </a:lnTo>
                  <a:lnTo>
                    <a:pt x="348" y="162"/>
                  </a:lnTo>
                  <a:lnTo>
                    <a:pt x="394" y="161"/>
                  </a:lnTo>
                  <a:lnTo>
                    <a:pt x="439" y="157"/>
                  </a:lnTo>
                  <a:lnTo>
                    <a:pt x="481" y="150"/>
                  </a:lnTo>
                  <a:lnTo>
                    <a:pt x="525" y="143"/>
                  </a:lnTo>
                  <a:lnTo>
                    <a:pt x="566" y="132"/>
                  </a:lnTo>
                  <a:lnTo>
                    <a:pt x="606" y="121"/>
                  </a:lnTo>
                  <a:lnTo>
                    <a:pt x="643" y="105"/>
                  </a:lnTo>
                  <a:lnTo>
                    <a:pt x="678" y="88"/>
                  </a:lnTo>
                  <a:lnTo>
                    <a:pt x="683" y="86"/>
                  </a:lnTo>
                  <a:lnTo>
                    <a:pt x="678" y="88"/>
                  </a:lnTo>
                  <a:lnTo>
                    <a:pt x="695" y="75"/>
                  </a:lnTo>
                  <a:lnTo>
                    <a:pt x="702" y="60"/>
                  </a:lnTo>
                  <a:lnTo>
                    <a:pt x="703" y="42"/>
                  </a:lnTo>
                  <a:lnTo>
                    <a:pt x="698" y="26"/>
                  </a:lnTo>
                  <a:lnTo>
                    <a:pt x="688" y="12"/>
                  </a:lnTo>
                  <a:lnTo>
                    <a:pt x="674" y="3"/>
                  </a:lnTo>
                  <a:lnTo>
                    <a:pt x="656" y="0"/>
                  </a:lnTo>
                  <a:lnTo>
                    <a:pt x="636" y="6"/>
                  </a:lnTo>
                  <a:lnTo>
                    <a:pt x="631"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82965" name="Freeform 35"/>
            <p:cNvSpPr>
              <a:spLocks/>
            </p:cNvSpPr>
            <p:nvPr/>
          </p:nvSpPr>
          <p:spPr bwMode="auto">
            <a:xfrm>
              <a:off x="1332" y="2204"/>
              <a:ext cx="283" cy="192"/>
            </a:xfrm>
            <a:custGeom>
              <a:avLst/>
              <a:gdLst>
                <a:gd name="T0" fmla="*/ 11 w 1415"/>
                <a:gd name="T1" fmla="*/ 0 h 960"/>
                <a:gd name="T2" fmla="*/ 11 w 1415"/>
                <a:gd name="T3" fmla="*/ 0 h 960"/>
                <a:gd name="T4" fmla="*/ 0 w 1415"/>
                <a:gd name="T5" fmla="*/ 7 h 960"/>
                <a:gd name="T6" fmla="*/ 0 w 1415"/>
                <a:gd name="T7" fmla="*/ 8 h 960"/>
                <a:gd name="T8" fmla="*/ 11 w 1415"/>
                <a:gd name="T9" fmla="*/ 1 h 960"/>
                <a:gd name="T10" fmla="*/ 11 w 1415"/>
                <a:gd name="T11" fmla="*/ 1 h 960"/>
                <a:gd name="T12" fmla="*/ 11 w 1415"/>
                <a:gd name="T13" fmla="*/ 1 h 960"/>
                <a:gd name="T14" fmla="*/ 11 w 1415"/>
                <a:gd name="T15" fmla="*/ 1 h 960"/>
                <a:gd name="T16" fmla="*/ 11 w 1415"/>
                <a:gd name="T17" fmla="*/ 0 h 960"/>
                <a:gd name="T18" fmla="*/ 11 w 1415"/>
                <a:gd name="T19" fmla="*/ 0 h 960"/>
                <a:gd name="T20" fmla="*/ 11 w 1415"/>
                <a:gd name="T21" fmla="*/ 0 h 960"/>
                <a:gd name="T22" fmla="*/ 11 w 1415"/>
                <a:gd name="T23" fmla="*/ 0 h 960"/>
                <a:gd name="T24" fmla="*/ 11 w 1415"/>
                <a:gd name="T25" fmla="*/ 0 h 960"/>
                <a:gd name="T26" fmla="*/ 11 w 1415"/>
                <a:gd name="T27" fmla="*/ 0 h 960"/>
                <a:gd name="T28" fmla="*/ 11 w 1415"/>
                <a:gd name="T29" fmla="*/ 0 h 960"/>
                <a:gd name="T30" fmla="*/ 11 w 1415"/>
                <a:gd name="T31" fmla="*/ 0 h 96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15"/>
                <a:gd name="T49" fmla="*/ 0 h 960"/>
                <a:gd name="T50" fmla="*/ 1415 w 1415"/>
                <a:gd name="T51" fmla="*/ 960 h 96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15" h="960">
                  <a:moveTo>
                    <a:pt x="1338" y="10"/>
                  </a:moveTo>
                  <a:lnTo>
                    <a:pt x="1342" y="8"/>
                  </a:lnTo>
                  <a:lnTo>
                    <a:pt x="0" y="882"/>
                  </a:lnTo>
                  <a:lnTo>
                    <a:pt x="52" y="960"/>
                  </a:lnTo>
                  <a:lnTo>
                    <a:pt x="1393" y="85"/>
                  </a:lnTo>
                  <a:lnTo>
                    <a:pt x="1397" y="83"/>
                  </a:lnTo>
                  <a:lnTo>
                    <a:pt x="1393" y="85"/>
                  </a:lnTo>
                  <a:lnTo>
                    <a:pt x="1409" y="71"/>
                  </a:lnTo>
                  <a:lnTo>
                    <a:pt x="1415" y="53"/>
                  </a:lnTo>
                  <a:lnTo>
                    <a:pt x="1413" y="37"/>
                  </a:lnTo>
                  <a:lnTo>
                    <a:pt x="1406" y="21"/>
                  </a:lnTo>
                  <a:lnTo>
                    <a:pt x="1395" y="8"/>
                  </a:lnTo>
                  <a:lnTo>
                    <a:pt x="1379" y="1"/>
                  </a:lnTo>
                  <a:lnTo>
                    <a:pt x="1361" y="0"/>
                  </a:lnTo>
                  <a:lnTo>
                    <a:pt x="1342" y="8"/>
                  </a:lnTo>
                  <a:lnTo>
                    <a:pt x="1338" y="1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82966" name="Freeform 36"/>
            <p:cNvSpPr>
              <a:spLocks/>
            </p:cNvSpPr>
            <p:nvPr/>
          </p:nvSpPr>
          <p:spPr bwMode="auto">
            <a:xfrm>
              <a:off x="1599" y="2057"/>
              <a:ext cx="80" cy="163"/>
            </a:xfrm>
            <a:custGeom>
              <a:avLst/>
              <a:gdLst>
                <a:gd name="T0" fmla="*/ 2 w 398"/>
                <a:gd name="T1" fmla="*/ 0 h 817"/>
                <a:gd name="T2" fmla="*/ 2 w 398"/>
                <a:gd name="T3" fmla="*/ 0 h 817"/>
                <a:gd name="T4" fmla="*/ 2 w 398"/>
                <a:gd name="T5" fmla="*/ 1 h 817"/>
                <a:gd name="T6" fmla="*/ 2 w 398"/>
                <a:gd name="T7" fmla="*/ 1 h 817"/>
                <a:gd name="T8" fmla="*/ 2 w 398"/>
                <a:gd name="T9" fmla="*/ 2 h 817"/>
                <a:gd name="T10" fmla="*/ 2 w 398"/>
                <a:gd name="T11" fmla="*/ 2 h 817"/>
                <a:gd name="T12" fmla="*/ 2 w 398"/>
                <a:gd name="T13" fmla="*/ 2 h 817"/>
                <a:gd name="T14" fmla="*/ 2 w 398"/>
                <a:gd name="T15" fmla="*/ 3 h 817"/>
                <a:gd name="T16" fmla="*/ 2 w 398"/>
                <a:gd name="T17" fmla="*/ 3 h 817"/>
                <a:gd name="T18" fmla="*/ 2 w 398"/>
                <a:gd name="T19" fmla="*/ 4 h 817"/>
                <a:gd name="T20" fmla="*/ 2 w 398"/>
                <a:gd name="T21" fmla="*/ 4 h 817"/>
                <a:gd name="T22" fmla="*/ 1 w 398"/>
                <a:gd name="T23" fmla="*/ 4 h 817"/>
                <a:gd name="T24" fmla="*/ 1 w 398"/>
                <a:gd name="T25" fmla="*/ 5 h 817"/>
                <a:gd name="T26" fmla="*/ 1 w 398"/>
                <a:gd name="T27" fmla="*/ 5 h 817"/>
                <a:gd name="T28" fmla="*/ 1 w 398"/>
                <a:gd name="T29" fmla="*/ 5 h 817"/>
                <a:gd name="T30" fmla="*/ 1 w 398"/>
                <a:gd name="T31" fmla="*/ 5 h 817"/>
                <a:gd name="T32" fmla="*/ 0 w 398"/>
                <a:gd name="T33" fmla="*/ 6 h 817"/>
                <a:gd name="T34" fmla="*/ 0 w 398"/>
                <a:gd name="T35" fmla="*/ 6 h 817"/>
                <a:gd name="T36" fmla="*/ 0 w 398"/>
                <a:gd name="T37" fmla="*/ 7 h 817"/>
                <a:gd name="T38" fmla="*/ 1 w 398"/>
                <a:gd name="T39" fmla="*/ 6 h 817"/>
                <a:gd name="T40" fmla="*/ 1 w 398"/>
                <a:gd name="T41" fmla="*/ 6 h 817"/>
                <a:gd name="T42" fmla="*/ 1 w 398"/>
                <a:gd name="T43" fmla="*/ 6 h 817"/>
                <a:gd name="T44" fmla="*/ 2 w 398"/>
                <a:gd name="T45" fmla="*/ 5 h 817"/>
                <a:gd name="T46" fmla="*/ 2 w 398"/>
                <a:gd name="T47" fmla="*/ 5 h 817"/>
                <a:gd name="T48" fmla="*/ 2 w 398"/>
                <a:gd name="T49" fmla="*/ 5 h 817"/>
                <a:gd name="T50" fmla="*/ 2 w 398"/>
                <a:gd name="T51" fmla="*/ 4 h 817"/>
                <a:gd name="T52" fmla="*/ 2 w 398"/>
                <a:gd name="T53" fmla="*/ 4 h 817"/>
                <a:gd name="T54" fmla="*/ 3 w 398"/>
                <a:gd name="T55" fmla="*/ 3 h 817"/>
                <a:gd name="T56" fmla="*/ 3 w 398"/>
                <a:gd name="T57" fmla="*/ 3 h 817"/>
                <a:gd name="T58" fmla="*/ 3 w 398"/>
                <a:gd name="T59" fmla="*/ 3 h 817"/>
                <a:gd name="T60" fmla="*/ 3 w 398"/>
                <a:gd name="T61" fmla="*/ 2 h 817"/>
                <a:gd name="T62" fmla="*/ 3 w 398"/>
                <a:gd name="T63" fmla="*/ 2 h 817"/>
                <a:gd name="T64" fmla="*/ 3 w 398"/>
                <a:gd name="T65" fmla="*/ 1 h 817"/>
                <a:gd name="T66" fmla="*/ 3 w 398"/>
                <a:gd name="T67" fmla="*/ 1 h 817"/>
                <a:gd name="T68" fmla="*/ 3 w 398"/>
                <a:gd name="T69" fmla="*/ 0 h 817"/>
                <a:gd name="T70" fmla="*/ 3 w 398"/>
                <a:gd name="T71" fmla="*/ 0 h 817"/>
                <a:gd name="T72" fmla="*/ 3 w 398"/>
                <a:gd name="T73" fmla="*/ 0 h 817"/>
                <a:gd name="T74" fmla="*/ 3 w 398"/>
                <a:gd name="T75" fmla="*/ 0 h 817"/>
                <a:gd name="T76" fmla="*/ 3 w 398"/>
                <a:gd name="T77" fmla="*/ 0 h 817"/>
                <a:gd name="T78" fmla="*/ 3 w 398"/>
                <a:gd name="T79" fmla="*/ 0 h 817"/>
                <a:gd name="T80" fmla="*/ 3 w 398"/>
                <a:gd name="T81" fmla="*/ 0 h 817"/>
                <a:gd name="T82" fmla="*/ 3 w 398"/>
                <a:gd name="T83" fmla="*/ 0 h 817"/>
                <a:gd name="T84" fmla="*/ 3 w 398"/>
                <a:gd name="T85" fmla="*/ 0 h 817"/>
                <a:gd name="T86" fmla="*/ 2 w 398"/>
                <a:gd name="T87" fmla="*/ 0 h 817"/>
                <a:gd name="T88" fmla="*/ 2 w 398"/>
                <a:gd name="T89" fmla="*/ 0 h 817"/>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398"/>
                <a:gd name="T136" fmla="*/ 0 h 817"/>
                <a:gd name="T137" fmla="*/ 398 w 398"/>
                <a:gd name="T138" fmla="*/ 817 h 817"/>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398" h="817">
                  <a:moveTo>
                    <a:pt x="304" y="47"/>
                  </a:moveTo>
                  <a:lnTo>
                    <a:pt x="304" y="47"/>
                  </a:lnTo>
                  <a:lnTo>
                    <a:pt x="301" y="97"/>
                  </a:lnTo>
                  <a:lnTo>
                    <a:pt x="297" y="147"/>
                  </a:lnTo>
                  <a:lnTo>
                    <a:pt x="291" y="198"/>
                  </a:lnTo>
                  <a:lnTo>
                    <a:pt x="280" y="247"/>
                  </a:lnTo>
                  <a:lnTo>
                    <a:pt x="268" y="297"/>
                  </a:lnTo>
                  <a:lnTo>
                    <a:pt x="253" y="347"/>
                  </a:lnTo>
                  <a:lnTo>
                    <a:pt x="236" y="395"/>
                  </a:lnTo>
                  <a:lnTo>
                    <a:pt x="217" y="442"/>
                  </a:lnTo>
                  <a:lnTo>
                    <a:pt x="195" y="487"/>
                  </a:lnTo>
                  <a:lnTo>
                    <a:pt x="171" y="532"/>
                  </a:lnTo>
                  <a:lnTo>
                    <a:pt x="147" y="574"/>
                  </a:lnTo>
                  <a:lnTo>
                    <a:pt x="121" y="613"/>
                  </a:lnTo>
                  <a:lnTo>
                    <a:pt x="93" y="650"/>
                  </a:lnTo>
                  <a:lnTo>
                    <a:pt x="64" y="684"/>
                  </a:lnTo>
                  <a:lnTo>
                    <a:pt x="32" y="716"/>
                  </a:lnTo>
                  <a:lnTo>
                    <a:pt x="0" y="744"/>
                  </a:lnTo>
                  <a:lnTo>
                    <a:pt x="59" y="817"/>
                  </a:lnTo>
                  <a:lnTo>
                    <a:pt x="95" y="784"/>
                  </a:lnTo>
                  <a:lnTo>
                    <a:pt x="132" y="748"/>
                  </a:lnTo>
                  <a:lnTo>
                    <a:pt x="166" y="709"/>
                  </a:lnTo>
                  <a:lnTo>
                    <a:pt x="196" y="667"/>
                  </a:lnTo>
                  <a:lnTo>
                    <a:pt x="227" y="623"/>
                  </a:lnTo>
                  <a:lnTo>
                    <a:pt x="253" y="576"/>
                  </a:lnTo>
                  <a:lnTo>
                    <a:pt x="279" y="530"/>
                  </a:lnTo>
                  <a:lnTo>
                    <a:pt x="301" y="479"/>
                  </a:lnTo>
                  <a:lnTo>
                    <a:pt x="323" y="428"/>
                  </a:lnTo>
                  <a:lnTo>
                    <a:pt x="342" y="375"/>
                  </a:lnTo>
                  <a:lnTo>
                    <a:pt x="359" y="321"/>
                  </a:lnTo>
                  <a:lnTo>
                    <a:pt x="372" y="268"/>
                  </a:lnTo>
                  <a:lnTo>
                    <a:pt x="382" y="212"/>
                  </a:lnTo>
                  <a:lnTo>
                    <a:pt x="391" y="157"/>
                  </a:lnTo>
                  <a:lnTo>
                    <a:pt x="395" y="102"/>
                  </a:lnTo>
                  <a:lnTo>
                    <a:pt x="398" y="47"/>
                  </a:lnTo>
                  <a:lnTo>
                    <a:pt x="394" y="27"/>
                  </a:lnTo>
                  <a:lnTo>
                    <a:pt x="383" y="11"/>
                  </a:lnTo>
                  <a:lnTo>
                    <a:pt x="368" y="3"/>
                  </a:lnTo>
                  <a:lnTo>
                    <a:pt x="351" y="0"/>
                  </a:lnTo>
                  <a:lnTo>
                    <a:pt x="333" y="3"/>
                  </a:lnTo>
                  <a:lnTo>
                    <a:pt x="319" y="11"/>
                  </a:lnTo>
                  <a:lnTo>
                    <a:pt x="307" y="27"/>
                  </a:lnTo>
                  <a:lnTo>
                    <a:pt x="304" y="4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82967" name="Freeform 37"/>
            <p:cNvSpPr>
              <a:spLocks/>
            </p:cNvSpPr>
            <p:nvPr/>
          </p:nvSpPr>
          <p:spPr bwMode="auto">
            <a:xfrm>
              <a:off x="1660" y="1701"/>
              <a:ext cx="19" cy="365"/>
            </a:xfrm>
            <a:custGeom>
              <a:avLst/>
              <a:gdLst>
                <a:gd name="T0" fmla="*/ 0 w 95"/>
                <a:gd name="T1" fmla="*/ 0 h 1826"/>
                <a:gd name="T2" fmla="*/ 0 w 95"/>
                <a:gd name="T3" fmla="*/ 0 h 1826"/>
                <a:gd name="T4" fmla="*/ 0 w 95"/>
                <a:gd name="T5" fmla="*/ 15 h 1826"/>
                <a:gd name="T6" fmla="*/ 1 w 95"/>
                <a:gd name="T7" fmla="*/ 15 h 1826"/>
                <a:gd name="T8" fmla="*/ 1 w 95"/>
                <a:gd name="T9" fmla="*/ 0 h 1826"/>
                <a:gd name="T10" fmla="*/ 1 w 95"/>
                <a:gd name="T11" fmla="*/ 0 h 1826"/>
                <a:gd name="T12" fmla="*/ 1 w 95"/>
                <a:gd name="T13" fmla="*/ 0 h 1826"/>
                <a:gd name="T14" fmla="*/ 1 w 95"/>
                <a:gd name="T15" fmla="*/ 0 h 1826"/>
                <a:gd name="T16" fmla="*/ 1 w 95"/>
                <a:gd name="T17" fmla="*/ 0 h 1826"/>
                <a:gd name="T18" fmla="*/ 1 w 95"/>
                <a:gd name="T19" fmla="*/ 0 h 1826"/>
                <a:gd name="T20" fmla="*/ 0 w 95"/>
                <a:gd name="T21" fmla="*/ 0 h 1826"/>
                <a:gd name="T22" fmla="*/ 0 w 95"/>
                <a:gd name="T23" fmla="*/ 0 h 1826"/>
                <a:gd name="T24" fmla="*/ 0 w 95"/>
                <a:gd name="T25" fmla="*/ 0 h 1826"/>
                <a:gd name="T26" fmla="*/ 0 w 95"/>
                <a:gd name="T27" fmla="*/ 0 h 1826"/>
                <a:gd name="T28" fmla="*/ 0 w 95"/>
                <a:gd name="T29" fmla="*/ 0 h 1826"/>
                <a:gd name="T30" fmla="*/ 0 w 95"/>
                <a:gd name="T31" fmla="*/ 0 h 182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95"/>
                <a:gd name="T49" fmla="*/ 0 h 1826"/>
                <a:gd name="T50" fmla="*/ 95 w 95"/>
                <a:gd name="T51" fmla="*/ 1826 h 182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95" h="1826">
                  <a:moveTo>
                    <a:pt x="0" y="49"/>
                  </a:moveTo>
                  <a:lnTo>
                    <a:pt x="0" y="47"/>
                  </a:lnTo>
                  <a:lnTo>
                    <a:pt x="1" y="1826"/>
                  </a:lnTo>
                  <a:lnTo>
                    <a:pt x="95" y="1826"/>
                  </a:lnTo>
                  <a:lnTo>
                    <a:pt x="93" y="47"/>
                  </a:lnTo>
                  <a:lnTo>
                    <a:pt x="93" y="45"/>
                  </a:lnTo>
                  <a:lnTo>
                    <a:pt x="93" y="47"/>
                  </a:lnTo>
                  <a:lnTo>
                    <a:pt x="90" y="27"/>
                  </a:lnTo>
                  <a:lnTo>
                    <a:pt x="79" y="12"/>
                  </a:lnTo>
                  <a:lnTo>
                    <a:pt x="64" y="4"/>
                  </a:lnTo>
                  <a:lnTo>
                    <a:pt x="47" y="0"/>
                  </a:lnTo>
                  <a:lnTo>
                    <a:pt x="29" y="4"/>
                  </a:lnTo>
                  <a:lnTo>
                    <a:pt x="15" y="12"/>
                  </a:lnTo>
                  <a:lnTo>
                    <a:pt x="3" y="27"/>
                  </a:lnTo>
                  <a:lnTo>
                    <a:pt x="0" y="47"/>
                  </a:lnTo>
                  <a:lnTo>
                    <a:pt x="0" y="4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82968" name="Freeform 38"/>
            <p:cNvSpPr>
              <a:spLocks/>
            </p:cNvSpPr>
            <p:nvPr/>
          </p:nvSpPr>
          <p:spPr bwMode="auto">
            <a:xfrm>
              <a:off x="1598" y="1598"/>
              <a:ext cx="81" cy="113"/>
            </a:xfrm>
            <a:custGeom>
              <a:avLst/>
              <a:gdLst>
                <a:gd name="T0" fmla="*/ 0 w 401"/>
                <a:gd name="T1" fmla="*/ 1 h 566"/>
                <a:gd name="T2" fmla="*/ 0 w 401"/>
                <a:gd name="T3" fmla="*/ 1 h 566"/>
                <a:gd name="T4" fmla="*/ 0 w 401"/>
                <a:gd name="T5" fmla="*/ 1 h 566"/>
                <a:gd name="T6" fmla="*/ 1 w 401"/>
                <a:gd name="T7" fmla="*/ 1 h 566"/>
                <a:gd name="T8" fmla="*/ 1 w 401"/>
                <a:gd name="T9" fmla="*/ 1 h 566"/>
                <a:gd name="T10" fmla="*/ 1 w 401"/>
                <a:gd name="T11" fmla="*/ 1 h 566"/>
                <a:gd name="T12" fmla="*/ 1 w 401"/>
                <a:gd name="T13" fmla="*/ 2 h 566"/>
                <a:gd name="T14" fmla="*/ 1 w 401"/>
                <a:gd name="T15" fmla="*/ 2 h 566"/>
                <a:gd name="T16" fmla="*/ 2 w 401"/>
                <a:gd name="T17" fmla="*/ 2 h 566"/>
                <a:gd name="T18" fmla="*/ 2 w 401"/>
                <a:gd name="T19" fmla="*/ 2 h 566"/>
                <a:gd name="T20" fmla="*/ 2 w 401"/>
                <a:gd name="T21" fmla="*/ 2 h 566"/>
                <a:gd name="T22" fmla="*/ 2 w 401"/>
                <a:gd name="T23" fmla="*/ 3 h 566"/>
                <a:gd name="T24" fmla="*/ 2 w 401"/>
                <a:gd name="T25" fmla="*/ 3 h 566"/>
                <a:gd name="T26" fmla="*/ 2 w 401"/>
                <a:gd name="T27" fmla="*/ 3 h 566"/>
                <a:gd name="T28" fmla="*/ 2 w 401"/>
                <a:gd name="T29" fmla="*/ 4 h 566"/>
                <a:gd name="T30" fmla="*/ 2 w 401"/>
                <a:gd name="T31" fmla="*/ 4 h 566"/>
                <a:gd name="T32" fmla="*/ 2 w 401"/>
                <a:gd name="T33" fmla="*/ 4 h 566"/>
                <a:gd name="T34" fmla="*/ 3 w 401"/>
                <a:gd name="T35" fmla="*/ 5 h 566"/>
                <a:gd name="T36" fmla="*/ 3 w 401"/>
                <a:gd name="T37" fmla="*/ 4 h 566"/>
                <a:gd name="T38" fmla="*/ 3 w 401"/>
                <a:gd name="T39" fmla="*/ 4 h 566"/>
                <a:gd name="T40" fmla="*/ 3 w 401"/>
                <a:gd name="T41" fmla="*/ 4 h 566"/>
                <a:gd name="T42" fmla="*/ 3 w 401"/>
                <a:gd name="T43" fmla="*/ 3 h 566"/>
                <a:gd name="T44" fmla="*/ 3 w 401"/>
                <a:gd name="T45" fmla="*/ 3 h 566"/>
                <a:gd name="T46" fmla="*/ 3 w 401"/>
                <a:gd name="T47" fmla="*/ 3 h 566"/>
                <a:gd name="T48" fmla="*/ 3 w 401"/>
                <a:gd name="T49" fmla="*/ 2 h 566"/>
                <a:gd name="T50" fmla="*/ 3 w 401"/>
                <a:gd name="T51" fmla="*/ 2 h 566"/>
                <a:gd name="T52" fmla="*/ 2 w 401"/>
                <a:gd name="T53" fmla="*/ 2 h 566"/>
                <a:gd name="T54" fmla="*/ 2 w 401"/>
                <a:gd name="T55" fmla="*/ 2 h 566"/>
                <a:gd name="T56" fmla="*/ 2 w 401"/>
                <a:gd name="T57" fmla="*/ 1 h 566"/>
                <a:gd name="T58" fmla="*/ 2 w 401"/>
                <a:gd name="T59" fmla="*/ 1 h 566"/>
                <a:gd name="T60" fmla="*/ 2 w 401"/>
                <a:gd name="T61" fmla="*/ 1 h 566"/>
                <a:gd name="T62" fmla="*/ 1 w 401"/>
                <a:gd name="T63" fmla="*/ 1 h 566"/>
                <a:gd name="T64" fmla="*/ 1 w 401"/>
                <a:gd name="T65" fmla="*/ 0 h 566"/>
                <a:gd name="T66" fmla="*/ 1 w 401"/>
                <a:gd name="T67" fmla="*/ 0 h 566"/>
                <a:gd name="T68" fmla="*/ 1 w 401"/>
                <a:gd name="T69" fmla="*/ 0 h 566"/>
                <a:gd name="T70" fmla="*/ 1 w 401"/>
                <a:gd name="T71" fmla="*/ 0 h 566"/>
                <a:gd name="T72" fmla="*/ 1 w 401"/>
                <a:gd name="T73" fmla="*/ 0 h 566"/>
                <a:gd name="T74" fmla="*/ 0 w 401"/>
                <a:gd name="T75" fmla="*/ 0 h 566"/>
                <a:gd name="T76" fmla="*/ 0 w 401"/>
                <a:gd name="T77" fmla="*/ 0 h 566"/>
                <a:gd name="T78" fmla="*/ 0 w 401"/>
                <a:gd name="T79" fmla="*/ 0 h 566"/>
                <a:gd name="T80" fmla="*/ 0 w 401"/>
                <a:gd name="T81" fmla="*/ 0 h 566"/>
                <a:gd name="T82" fmla="*/ 0 w 401"/>
                <a:gd name="T83" fmla="*/ 0 h 566"/>
                <a:gd name="T84" fmla="*/ 0 w 401"/>
                <a:gd name="T85" fmla="*/ 0 h 566"/>
                <a:gd name="T86" fmla="*/ 0 w 401"/>
                <a:gd name="T87" fmla="*/ 1 h 566"/>
                <a:gd name="T88" fmla="*/ 0 w 401"/>
                <a:gd name="T89" fmla="*/ 1 h 56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401"/>
                <a:gd name="T136" fmla="*/ 0 h 566"/>
                <a:gd name="T137" fmla="*/ 401 w 401"/>
                <a:gd name="T138" fmla="*/ 566 h 566"/>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401" h="566">
                  <a:moveTo>
                    <a:pt x="23" y="88"/>
                  </a:moveTo>
                  <a:lnTo>
                    <a:pt x="23" y="88"/>
                  </a:lnTo>
                  <a:lnTo>
                    <a:pt x="53" y="107"/>
                  </a:lnTo>
                  <a:lnTo>
                    <a:pt x="83" y="125"/>
                  </a:lnTo>
                  <a:lnTo>
                    <a:pt x="108" y="147"/>
                  </a:lnTo>
                  <a:lnTo>
                    <a:pt x="135" y="171"/>
                  </a:lnTo>
                  <a:lnTo>
                    <a:pt x="160" y="196"/>
                  </a:lnTo>
                  <a:lnTo>
                    <a:pt x="182" y="223"/>
                  </a:lnTo>
                  <a:lnTo>
                    <a:pt x="205" y="251"/>
                  </a:lnTo>
                  <a:lnTo>
                    <a:pt x="223" y="281"/>
                  </a:lnTo>
                  <a:lnTo>
                    <a:pt x="240" y="312"/>
                  </a:lnTo>
                  <a:lnTo>
                    <a:pt x="256" y="345"/>
                  </a:lnTo>
                  <a:lnTo>
                    <a:pt x="270" y="379"/>
                  </a:lnTo>
                  <a:lnTo>
                    <a:pt x="282" y="414"/>
                  </a:lnTo>
                  <a:lnTo>
                    <a:pt x="291" y="450"/>
                  </a:lnTo>
                  <a:lnTo>
                    <a:pt x="299" y="488"/>
                  </a:lnTo>
                  <a:lnTo>
                    <a:pt x="304" y="526"/>
                  </a:lnTo>
                  <a:lnTo>
                    <a:pt x="308" y="566"/>
                  </a:lnTo>
                  <a:lnTo>
                    <a:pt x="401" y="562"/>
                  </a:lnTo>
                  <a:lnTo>
                    <a:pt x="398" y="517"/>
                  </a:lnTo>
                  <a:lnTo>
                    <a:pt x="391" y="471"/>
                  </a:lnTo>
                  <a:lnTo>
                    <a:pt x="383" y="429"/>
                  </a:lnTo>
                  <a:lnTo>
                    <a:pt x="371" y="386"/>
                  </a:lnTo>
                  <a:lnTo>
                    <a:pt x="357" y="346"/>
                  </a:lnTo>
                  <a:lnTo>
                    <a:pt x="340" y="307"/>
                  </a:lnTo>
                  <a:lnTo>
                    <a:pt x="324" y="270"/>
                  </a:lnTo>
                  <a:lnTo>
                    <a:pt x="303" y="232"/>
                  </a:lnTo>
                  <a:lnTo>
                    <a:pt x="280" y="197"/>
                  </a:lnTo>
                  <a:lnTo>
                    <a:pt x="255" y="164"/>
                  </a:lnTo>
                  <a:lnTo>
                    <a:pt x="228" y="132"/>
                  </a:lnTo>
                  <a:lnTo>
                    <a:pt x="199" y="103"/>
                  </a:lnTo>
                  <a:lnTo>
                    <a:pt x="169" y="76"/>
                  </a:lnTo>
                  <a:lnTo>
                    <a:pt x="137" y="50"/>
                  </a:lnTo>
                  <a:lnTo>
                    <a:pt x="103" y="27"/>
                  </a:lnTo>
                  <a:lnTo>
                    <a:pt x="67" y="6"/>
                  </a:lnTo>
                  <a:lnTo>
                    <a:pt x="48" y="0"/>
                  </a:lnTo>
                  <a:lnTo>
                    <a:pt x="30" y="2"/>
                  </a:lnTo>
                  <a:lnTo>
                    <a:pt x="16" y="12"/>
                  </a:lnTo>
                  <a:lnTo>
                    <a:pt x="5" y="25"/>
                  </a:lnTo>
                  <a:lnTo>
                    <a:pt x="0" y="41"/>
                  </a:lnTo>
                  <a:lnTo>
                    <a:pt x="0" y="59"/>
                  </a:lnTo>
                  <a:lnTo>
                    <a:pt x="8" y="75"/>
                  </a:lnTo>
                  <a:lnTo>
                    <a:pt x="23"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82969" name="Freeform 39"/>
            <p:cNvSpPr>
              <a:spLocks/>
            </p:cNvSpPr>
            <p:nvPr/>
          </p:nvSpPr>
          <p:spPr bwMode="auto">
            <a:xfrm>
              <a:off x="1346" y="1455"/>
              <a:ext cx="266" cy="160"/>
            </a:xfrm>
            <a:custGeom>
              <a:avLst/>
              <a:gdLst>
                <a:gd name="T0" fmla="*/ 0 w 1330"/>
                <a:gd name="T1" fmla="*/ 1 h 801"/>
                <a:gd name="T2" fmla="*/ 0 w 1330"/>
                <a:gd name="T3" fmla="*/ 1 h 801"/>
                <a:gd name="T4" fmla="*/ 10 w 1330"/>
                <a:gd name="T5" fmla="*/ 6 h 801"/>
                <a:gd name="T6" fmla="*/ 11 w 1330"/>
                <a:gd name="T7" fmla="*/ 6 h 801"/>
                <a:gd name="T8" fmla="*/ 1 w 1330"/>
                <a:gd name="T9" fmla="*/ 0 h 801"/>
                <a:gd name="T10" fmla="*/ 1 w 1330"/>
                <a:gd name="T11" fmla="*/ 0 h 801"/>
                <a:gd name="T12" fmla="*/ 1 w 1330"/>
                <a:gd name="T13" fmla="*/ 0 h 801"/>
                <a:gd name="T14" fmla="*/ 0 w 1330"/>
                <a:gd name="T15" fmla="*/ 0 h 801"/>
                <a:gd name="T16" fmla="*/ 0 w 1330"/>
                <a:gd name="T17" fmla="*/ 0 h 801"/>
                <a:gd name="T18" fmla="*/ 0 w 1330"/>
                <a:gd name="T19" fmla="*/ 0 h 801"/>
                <a:gd name="T20" fmla="*/ 0 w 1330"/>
                <a:gd name="T21" fmla="*/ 0 h 801"/>
                <a:gd name="T22" fmla="*/ 0 w 1330"/>
                <a:gd name="T23" fmla="*/ 0 h 801"/>
                <a:gd name="T24" fmla="*/ 0 w 1330"/>
                <a:gd name="T25" fmla="*/ 0 h 801"/>
                <a:gd name="T26" fmla="*/ 0 w 1330"/>
                <a:gd name="T27" fmla="*/ 1 h 801"/>
                <a:gd name="T28" fmla="*/ 0 w 1330"/>
                <a:gd name="T29" fmla="*/ 1 h 801"/>
                <a:gd name="T30" fmla="*/ 0 w 1330"/>
                <a:gd name="T31" fmla="*/ 1 h 801"/>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30"/>
                <a:gd name="T49" fmla="*/ 0 h 801"/>
                <a:gd name="T50" fmla="*/ 1330 w 1330"/>
                <a:gd name="T51" fmla="*/ 801 h 801"/>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30" h="801">
                  <a:moveTo>
                    <a:pt x="24" y="88"/>
                  </a:moveTo>
                  <a:lnTo>
                    <a:pt x="23" y="88"/>
                  </a:lnTo>
                  <a:lnTo>
                    <a:pt x="1286" y="801"/>
                  </a:lnTo>
                  <a:lnTo>
                    <a:pt x="1330" y="719"/>
                  </a:lnTo>
                  <a:lnTo>
                    <a:pt x="67" y="6"/>
                  </a:lnTo>
                  <a:lnTo>
                    <a:pt x="66" y="6"/>
                  </a:lnTo>
                  <a:lnTo>
                    <a:pt x="67" y="6"/>
                  </a:lnTo>
                  <a:lnTo>
                    <a:pt x="48" y="0"/>
                  </a:lnTo>
                  <a:lnTo>
                    <a:pt x="30" y="2"/>
                  </a:lnTo>
                  <a:lnTo>
                    <a:pt x="16" y="12"/>
                  </a:lnTo>
                  <a:lnTo>
                    <a:pt x="5" y="25"/>
                  </a:lnTo>
                  <a:lnTo>
                    <a:pt x="0" y="41"/>
                  </a:lnTo>
                  <a:lnTo>
                    <a:pt x="0" y="59"/>
                  </a:lnTo>
                  <a:lnTo>
                    <a:pt x="8" y="75"/>
                  </a:lnTo>
                  <a:lnTo>
                    <a:pt x="23" y="88"/>
                  </a:lnTo>
                  <a:lnTo>
                    <a:pt x="24"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82970" name="Freeform 40"/>
            <p:cNvSpPr>
              <a:spLocks/>
            </p:cNvSpPr>
            <p:nvPr/>
          </p:nvSpPr>
          <p:spPr bwMode="auto">
            <a:xfrm>
              <a:off x="1198" y="1439"/>
              <a:ext cx="161" cy="35"/>
            </a:xfrm>
            <a:custGeom>
              <a:avLst/>
              <a:gdLst>
                <a:gd name="T0" fmla="*/ 1 w 806"/>
                <a:gd name="T1" fmla="*/ 1 h 177"/>
                <a:gd name="T2" fmla="*/ 1 w 806"/>
                <a:gd name="T3" fmla="*/ 1 h 177"/>
                <a:gd name="T4" fmla="*/ 1 w 806"/>
                <a:gd name="T5" fmla="*/ 1 h 177"/>
                <a:gd name="T6" fmla="*/ 1 w 806"/>
                <a:gd name="T7" fmla="*/ 1 h 177"/>
                <a:gd name="T8" fmla="*/ 2 w 806"/>
                <a:gd name="T9" fmla="*/ 1 h 177"/>
                <a:gd name="T10" fmla="*/ 2 w 806"/>
                <a:gd name="T11" fmla="*/ 1 h 177"/>
                <a:gd name="T12" fmla="*/ 2 w 806"/>
                <a:gd name="T13" fmla="*/ 1 h 177"/>
                <a:gd name="T14" fmla="*/ 3 w 806"/>
                <a:gd name="T15" fmla="*/ 1 h 177"/>
                <a:gd name="T16" fmla="*/ 3 w 806"/>
                <a:gd name="T17" fmla="*/ 1 h 177"/>
                <a:gd name="T18" fmla="*/ 3 w 806"/>
                <a:gd name="T19" fmla="*/ 1 h 177"/>
                <a:gd name="T20" fmla="*/ 4 w 806"/>
                <a:gd name="T21" fmla="*/ 1 h 177"/>
                <a:gd name="T22" fmla="*/ 4 w 806"/>
                <a:gd name="T23" fmla="*/ 1 h 177"/>
                <a:gd name="T24" fmla="*/ 5 w 806"/>
                <a:gd name="T25" fmla="*/ 1 h 177"/>
                <a:gd name="T26" fmla="*/ 5 w 806"/>
                <a:gd name="T27" fmla="*/ 1 h 177"/>
                <a:gd name="T28" fmla="*/ 5 w 806"/>
                <a:gd name="T29" fmla="*/ 1 h 177"/>
                <a:gd name="T30" fmla="*/ 6 w 806"/>
                <a:gd name="T31" fmla="*/ 1 h 177"/>
                <a:gd name="T32" fmla="*/ 6 w 806"/>
                <a:gd name="T33" fmla="*/ 1 h 177"/>
                <a:gd name="T34" fmla="*/ 6 w 806"/>
                <a:gd name="T35" fmla="*/ 1 h 177"/>
                <a:gd name="T36" fmla="*/ 6 w 806"/>
                <a:gd name="T37" fmla="*/ 1 h 177"/>
                <a:gd name="T38" fmla="*/ 6 w 806"/>
                <a:gd name="T39" fmla="*/ 1 h 177"/>
                <a:gd name="T40" fmla="*/ 6 w 806"/>
                <a:gd name="T41" fmla="*/ 0 h 177"/>
                <a:gd name="T42" fmla="*/ 5 w 806"/>
                <a:gd name="T43" fmla="*/ 0 h 177"/>
                <a:gd name="T44" fmla="*/ 5 w 806"/>
                <a:gd name="T45" fmla="*/ 0 h 177"/>
                <a:gd name="T46" fmla="*/ 5 w 806"/>
                <a:gd name="T47" fmla="*/ 0 h 177"/>
                <a:gd name="T48" fmla="*/ 4 w 806"/>
                <a:gd name="T49" fmla="*/ 0 h 177"/>
                <a:gd name="T50" fmla="*/ 4 w 806"/>
                <a:gd name="T51" fmla="*/ 0 h 177"/>
                <a:gd name="T52" fmla="*/ 3 w 806"/>
                <a:gd name="T53" fmla="*/ 0 h 177"/>
                <a:gd name="T54" fmla="*/ 3 w 806"/>
                <a:gd name="T55" fmla="*/ 0 h 177"/>
                <a:gd name="T56" fmla="*/ 3 w 806"/>
                <a:gd name="T57" fmla="*/ 0 h 177"/>
                <a:gd name="T58" fmla="*/ 2 w 806"/>
                <a:gd name="T59" fmla="*/ 0 h 177"/>
                <a:gd name="T60" fmla="*/ 2 w 806"/>
                <a:gd name="T61" fmla="*/ 0 h 177"/>
                <a:gd name="T62" fmla="*/ 1 w 806"/>
                <a:gd name="T63" fmla="*/ 0 h 177"/>
                <a:gd name="T64" fmla="*/ 1 w 806"/>
                <a:gd name="T65" fmla="*/ 0 h 177"/>
                <a:gd name="T66" fmla="*/ 1 w 806"/>
                <a:gd name="T67" fmla="*/ 1 h 177"/>
                <a:gd name="T68" fmla="*/ 0 w 806"/>
                <a:gd name="T69" fmla="*/ 1 h 177"/>
                <a:gd name="T70" fmla="*/ 0 w 806"/>
                <a:gd name="T71" fmla="*/ 1 h 177"/>
                <a:gd name="T72" fmla="*/ 0 w 806"/>
                <a:gd name="T73" fmla="*/ 1 h 177"/>
                <a:gd name="T74" fmla="*/ 0 w 806"/>
                <a:gd name="T75" fmla="*/ 1 h 177"/>
                <a:gd name="T76" fmla="*/ 0 w 806"/>
                <a:gd name="T77" fmla="*/ 1 h 177"/>
                <a:gd name="T78" fmla="*/ 0 w 806"/>
                <a:gd name="T79" fmla="*/ 1 h 177"/>
                <a:gd name="T80" fmla="*/ 0 w 806"/>
                <a:gd name="T81" fmla="*/ 1 h 177"/>
                <a:gd name="T82" fmla="*/ 0 w 806"/>
                <a:gd name="T83" fmla="*/ 1 h 177"/>
                <a:gd name="T84" fmla="*/ 0 w 806"/>
                <a:gd name="T85" fmla="*/ 1 h 177"/>
                <a:gd name="T86" fmla="*/ 0 w 806"/>
                <a:gd name="T87" fmla="*/ 1 h 177"/>
                <a:gd name="T88" fmla="*/ 1 w 806"/>
                <a:gd name="T89" fmla="*/ 1 h 177"/>
                <a:gd name="T90" fmla="*/ 1 w 806"/>
                <a:gd name="T91" fmla="*/ 1 h 17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806"/>
                <a:gd name="T139" fmla="*/ 0 h 177"/>
                <a:gd name="T140" fmla="*/ 806 w 806"/>
                <a:gd name="T141" fmla="*/ 177 h 17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806" h="177">
                  <a:moveTo>
                    <a:pt x="67" y="171"/>
                  </a:moveTo>
                  <a:lnTo>
                    <a:pt x="68" y="171"/>
                  </a:lnTo>
                  <a:lnTo>
                    <a:pt x="109" y="151"/>
                  </a:lnTo>
                  <a:lnTo>
                    <a:pt x="151" y="135"/>
                  </a:lnTo>
                  <a:lnTo>
                    <a:pt x="196" y="122"/>
                  </a:lnTo>
                  <a:lnTo>
                    <a:pt x="242" y="110"/>
                  </a:lnTo>
                  <a:lnTo>
                    <a:pt x="287" y="102"/>
                  </a:lnTo>
                  <a:lnTo>
                    <a:pt x="335" y="97"/>
                  </a:lnTo>
                  <a:lnTo>
                    <a:pt x="382" y="95"/>
                  </a:lnTo>
                  <a:lnTo>
                    <a:pt x="430" y="94"/>
                  </a:lnTo>
                  <a:lnTo>
                    <a:pt x="477" y="97"/>
                  </a:lnTo>
                  <a:lnTo>
                    <a:pt x="524" y="102"/>
                  </a:lnTo>
                  <a:lnTo>
                    <a:pt x="568" y="108"/>
                  </a:lnTo>
                  <a:lnTo>
                    <a:pt x="612" y="117"/>
                  </a:lnTo>
                  <a:lnTo>
                    <a:pt x="654" y="128"/>
                  </a:lnTo>
                  <a:lnTo>
                    <a:pt x="693" y="141"/>
                  </a:lnTo>
                  <a:lnTo>
                    <a:pt x="730" y="155"/>
                  </a:lnTo>
                  <a:lnTo>
                    <a:pt x="764" y="171"/>
                  </a:lnTo>
                  <a:lnTo>
                    <a:pt x="806" y="89"/>
                  </a:lnTo>
                  <a:lnTo>
                    <a:pt x="768" y="70"/>
                  </a:lnTo>
                  <a:lnTo>
                    <a:pt x="725" y="54"/>
                  </a:lnTo>
                  <a:lnTo>
                    <a:pt x="680" y="39"/>
                  </a:lnTo>
                  <a:lnTo>
                    <a:pt x="633" y="26"/>
                  </a:lnTo>
                  <a:lnTo>
                    <a:pt x="585" y="16"/>
                  </a:lnTo>
                  <a:lnTo>
                    <a:pt x="536" y="8"/>
                  </a:lnTo>
                  <a:lnTo>
                    <a:pt x="484" y="3"/>
                  </a:lnTo>
                  <a:lnTo>
                    <a:pt x="433" y="0"/>
                  </a:lnTo>
                  <a:lnTo>
                    <a:pt x="380" y="1"/>
                  </a:lnTo>
                  <a:lnTo>
                    <a:pt x="328" y="3"/>
                  </a:lnTo>
                  <a:lnTo>
                    <a:pt x="276" y="10"/>
                  </a:lnTo>
                  <a:lnTo>
                    <a:pt x="223" y="19"/>
                  </a:lnTo>
                  <a:lnTo>
                    <a:pt x="172" y="30"/>
                  </a:lnTo>
                  <a:lnTo>
                    <a:pt x="121" y="46"/>
                  </a:lnTo>
                  <a:lnTo>
                    <a:pt x="72" y="67"/>
                  </a:lnTo>
                  <a:lnTo>
                    <a:pt x="24" y="89"/>
                  </a:lnTo>
                  <a:lnTo>
                    <a:pt x="25" y="89"/>
                  </a:lnTo>
                  <a:lnTo>
                    <a:pt x="24" y="89"/>
                  </a:lnTo>
                  <a:lnTo>
                    <a:pt x="8" y="102"/>
                  </a:lnTo>
                  <a:lnTo>
                    <a:pt x="0" y="118"/>
                  </a:lnTo>
                  <a:lnTo>
                    <a:pt x="0" y="136"/>
                  </a:lnTo>
                  <a:lnTo>
                    <a:pt x="6" y="152"/>
                  </a:lnTo>
                  <a:lnTo>
                    <a:pt x="17" y="165"/>
                  </a:lnTo>
                  <a:lnTo>
                    <a:pt x="31" y="175"/>
                  </a:lnTo>
                  <a:lnTo>
                    <a:pt x="48" y="177"/>
                  </a:lnTo>
                  <a:lnTo>
                    <a:pt x="68" y="171"/>
                  </a:lnTo>
                  <a:lnTo>
                    <a:pt x="67" y="1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82971" name="Freeform 41"/>
            <p:cNvSpPr>
              <a:spLocks/>
            </p:cNvSpPr>
            <p:nvPr/>
          </p:nvSpPr>
          <p:spPr bwMode="auto">
            <a:xfrm>
              <a:off x="931" y="1456"/>
              <a:ext cx="280" cy="158"/>
            </a:xfrm>
            <a:custGeom>
              <a:avLst/>
              <a:gdLst>
                <a:gd name="T0" fmla="*/ 1 w 1402"/>
                <a:gd name="T1" fmla="*/ 6 h 787"/>
                <a:gd name="T2" fmla="*/ 1 w 1402"/>
                <a:gd name="T3" fmla="*/ 6 h 787"/>
                <a:gd name="T4" fmla="*/ 11 w 1402"/>
                <a:gd name="T5" fmla="*/ 1 h 787"/>
                <a:gd name="T6" fmla="*/ 11 w 1402"/>
                <a:gd name="T7" fmla="*/ 0 h 787"/>
                <a:gd name="T8" fmla="*/ 0 w 1402"/>
                <a:gd name="T9" fmla="*/ 6 h 787"/>
                <a:gd name="T10" fmla="*/ 0 w 1402"/>
                <a:gd name="T11" fmla="*/ 6 h 787"/>
                <a:gd name="T12" fmla="*/ 0 w 1402"/>
                <a:gd name="T13" fmla="*/ 6 h 787"/>
                <a:gd name="T14" fmla="*/ 0 w 1402"/>
                <a:gd name="T15" fmla="*/ 6 h 787"/>
                <a:gd name="T16" fmla="*/ 0 w 1402"/>
                <a:gd name="T17" fmla="*/ 6 h 787"/>
                <a:gd name="T18" fmla="*/ 0 w 1402"/>
                <a:gd name="T19" fmla="*/ 6 h 787"/>
                <a:gd name="T20" fmla="*/ 0 w 1402"/>
                <a:gd name="T21" fmla="*/ 6 h 787"/>
                <a:gd name="T22" fmla="*/ 0 w 1402"/>
                <a:gd name="T23" fmla="*/ 6 h 787"/>
                <a:gd name="T24" fmla="*/ 0 w 1402"/>
                <a:gd name="T25" fmla="*/ 6 h 787"/>
                <a:gd name="T26" fmla="*/ 0 w 1402"/>
                <a:gd name="T27" fmla="*/ 6 h 787"/>
                <a:gd name="T28" fmla="*/ 1 w 1402"/>
                <a:gd name="T29" fmla="*/ 6 h 787"/>
                <a:gd name="T30" fmla="*/ 1 w 1402"/>
                <a:gd name="T31" fmla="*/ 6 h 78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02"/>
                <a:gd name="T49" fmla="*/ 0 h 787"/>
                <a:gd name="T50" fmla="*/ 1402 w 1402"/>
                <a:gd name="T51" fmla="*/ 787 h 78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02" h="787">
                  <a:moveTo>
                    <a:pt x="69" y="781"/>
                  </a:moveTo>
                  <a:lnTo>
                    <a:pt x="66" y="781"/>
                  </a:lnTo>
                  <a:lnTo>
                    <a:pt x="1402" y="82"/>
                  </a:lnTo>
                  <a:lnTo>
                    <a:pt x="1360" y="0"/>
                  </a:lnTo>
                  <a:lnTo>
                    <a:pt x="24" y="699"/>
                  </a:lnTo>
                  <a:lnTo>
                    <a:pt x="22" y="699"/>
                  </a:lnTo>
                  <a:lnTo>
                    <a:pt x="24" y="699"/>
                  </a:lnTo>
                  <a:lnTo>
                    <a:pt x="8" y="712"/>
                  </a:lnTo>
                  <a:lnTo>
                    <a:pt x="1" y="727"/>
                  </a:lnTo>
                  <a:lnTo>
                    <a:pt x="0" y="744"/>
                  </a:lnTo>
                  <a:lnTo>
                    <a:pt x="5" y="761"/>
                  </a:lnTo>
                  <a:lnTo>
                    <a:pt x="15" y="775"/>
                  </a:lnTo>
                  <a:lnTo>
                    <a:pt x="30" y="784"/>
                  </a:lnTo>
                  <a:lnTo>
                    <a:pt x="46" y="787"/>
                  </a:lnTo>
                  <a:lnTo>
                    <a:pt x="66" y="781"/>
                  </a:lnTo>
                  <a:lnTo>
                    <a:pt x="69" y="7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82972" name="Freeform 42"/>
            <p:cNvSpPr>
              <a:spLocks/>
            </p:cNvSpPr>
            <p:nvPr/>
          </p:nvSpPr>
          <p:spPr bwMode="auto">
            <a:xfrm>
              <a:off x="868" y="1596"/>
              <a:ext cx="77" cy="126"/>
            </a:xfrm>
            <a:custGeom>
              <a:avLst/>
              <a:gdLst>
                <a:gd name="T0" fmla="*/ 1 w 382"/>
                <a:gd name="T1" fmla="*/ 5 h 628"/>
                <a:gd name="T2" fmla="*/ 1 w 382"/>
                <a:gd name="T3" fmla="*/ 5 h 628"/>
                <a:gd name="T4" fmla="*/ 1 w 382"/>
                <a:gd name="T5" fmla="*/ 4 h 628"/>
                <a:gd name="T6" fmla="*/ 1 w 382"/>
                <a:gd name="T7" fmla="*/ 4 h 628"/>
                <a:gd name="T8" fmla="*/ 1 w 382"/>
                <a:gd name="T9" fmla="*/ 4 h 628"/>
                <a:gd name="T10" fmla="*/ 1 w 382"/>
                <a:gd name="T11" fmla="*/ 3 h 628"/>
                <a:gd name="T12" fmla="*/ 1 w 382"/>
                <a:gd name="T13" fmla="*/ 3 h 628"/>
                <a:gd name="T14" fmla="*/ 1 w 382"/>
                <a:gd name="T15" fmla="*/ 3 h 628"/>
                <a:gd name="T16" fmla="*/ 1 w 382"/>
                <a:gd name="T17" fmla="*/ 3 h 628"/>
                <a:gd name="T18" fmla="*/ 1 w 382"/>
                <a:gd name="T19" fmla="*/ 2 h 628"/>
                <a:gd name="T20" fmla="*/ 2 w 382"/>
                <a:gd name="T21" fmla="*/ 2 h 628"/>
                <a:gd name="T22" fmla="*/ 2 w 382"/>
                <a:gd name="T23" fmla="*/ 2 h 628"/>
                <a:gd name="T24" fmla="*/ 2 w 382"/>
                <a:gd name="T25" fmla="*/ 2 h 628"/>
                <a:gd name="T26" fmla="*/ 2 w 382"/>
                <a:gd name="T27" fmla="*/ 1 h 628"/>
                <a:gd name="T28" fmla="*/ 2 w 382"/>
                <a:gd name="T29" fmla="*/ 1 h 628"/>
                <a:gd name="T30" fmla="*/ 3 w 382"/>
                <a:gd name="T31" fmla="*/ 1 h 628"/>
                <a:gd name="T32" fmla="*/ 3 w 382"/>
                <a:gd name="T33" fmla="*/ 1 h 628"/>
                <a:gd name="T34" fmla="*/ 3 w 382"/>
                <a:gd name="T35" fmla="*/ 1 h 628"/>
                <a:gd name="T36" fmla="*/ 3 w 382"/>
                <a:gd name="T37" fmla="*/ 0 h 628"/>
                <a:gd name="T38" fmla="*/ 2 w 382"/>
                <a:gd name="T39" fmla="*/ 0 h 628"/>
                <a:gd name="T40" fmla="*/ 2 w 382"/>
                <a:gd name="T41" fmla="*/ 0 h 628"/>
                <a:gd name="T42" fmla="*/ 2 w 382"/>
                <a:gd name="T43" fmla="*/ 1 h 628"/>
                <a:gd name="T44" fmla="*/ 2 w 382"/>
                <a:gd name="T45" fmla="*/ 1 h 628"/>
                <a:gd name="T46" fmla="*/ 1 w 382"/>
                <a:gd name="T47" fmla="*/ 1 h 628"/>
                <a:gd name="T48" fmla="*/ 1 w 382"/>
                <a:gd name="T49" fmla="*/ 1 h 628"/>
                <a:gd name="T50" fmla="*/ 1 w 382"/>
                <a:gd name="T51" fmla="*/ 2 h 628"/>
                <a:gd name="T52" fmla="*/ 1 w 382"/>
                <a:gd name="T53" fmla="*/ 2 h 628"/>
                <a:gd name="T54" fmla="*/ 1 w 382"/>
                <a:gd name="T55" fmla="*/ 2 h 628"/>
                <a:gd name="T56" fmla="*/ 0 w 382"/>
                <a:gd name="T57" fmla="*/ 3 h 628"/>
                <a:gd name="T58" fmla="*/ 0 w 382"/>
                <a:gd name="T59" fmla="*/ 3 h 628"/>
                <a:gd name="T60" fmla="*/ 0 w 382"/>
                <a:gd name="T61" fmla="*/ 3 h 628"/>
                <a:gd name="T62" fmla="*/ 0 w 382"/>
                <a:gd name="T63" fmla="*/ 4 h 628"/>
                <a:gd name="T64" fmla="*/ 0 w 382"/>
                <a:gd name="T65" fmla="*/ 4 h 628"/>
                <a:gd name="T66" fmla="*/ 0 w 382"/>
                <a:gd name="T67" fmla="*/ 4 h 628"/>
                <a:gd name="T68" fmla="*/ 0 w 382"/>
                <a:gd name="T69" fmla="*/ 5 h 628"/>
                <a:gd name="T70" fmla="*/ 0 w 382"/>
                <a:gd name="T71" fmla="*/ 5 h 628"/>
                <a:gd name="T72" fmla="*/ 0 w 382"/>
                <a:gd name="T73" fmla="*/ 5 h 628"/>
                <a:gd name="T74" fmla="*/ 0 w 382"/>
                <a:gd name="T75" fmla="*/ 5 h 628"/>
                <a:gd name="T76" fmla="*/ 0 w 382"/>
                <a:gd name="T77" fmla="*/ 5 h 628"/>
                <a:gd name="T78" fmla="*/ 0 w 382"/>
                <a:gd name="T79" fmla="*/ 5 h 628"/>
                <a:gd name="T80" fmla="*/ 0 w 382"/>
                <a:gd name="T81" fmla="*/ 5 h 628"/>
                <a:gd name="T82" fmla="*/ 1 w 382"/>
                <a:gd name="T83" fmla="*/ 5 h 628"/>
                <a:gd name="T84" fmla="*/ 1 w 382"/>
                <a:gd name="T85" fmla="*/ 5 h 628"/>
                <a:gd name="T86" fmla="*/ 1 w 382"/>
                <a:gd name="T87" fmla="*/ 5 h 628"/>
                <a:gd name="T88" fmla="*/ 1 w 382"/>
                <a:gd name="T89" fmla="*/ 5 h 628"/>
                <a:gd name="T90" fmla="*/ 1 w 382"/>
                <a:gd name="T91" fmla="*/ 5 h 628"/>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382"/>
                <a:gd name="T139" fmla="*/ 0 h 628"/>
                <a:gd name="T140" fmla="*/ 382 w 382"/>
                <a:gd name="T141" fmla="*/ 628 h 628"/>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382" h="628">
                  <a:moveTo>
                    <a:pt x="94" y="581"/>
                  </a:moveTo>
                  <a:lnTo>
                    <a:pt x="94" y="582"/>
                  </a:lnTo>
                  <a:lnTo>
                    <a:pt x="96" y="541"/>
                  </a:lnTo>
                  <a:lnTo>
                    <a:pt x="99" y="500"/>
                  </a:lnTo>
                  <a:lnTo>
                    <a:pt x="106" y="463"/>
                  </a:lnTo>
                  <a:lnTo>
                    <a:pt x="115" y="424"/>
                  </a:lnTo>
                  <a:lnTo>
                    <a:pt x="127" y="389"/>
                  </a:lnTo>
                  <a:lnTo>
                    <a:pt x="140" y="353"/>
                  </a:lnTo>
                  <a:lnTo>
                    <a:pt x="156" y="320"/>
                  </a:lnTo>
                  <a:lnTo>
                    <a:pt x="173" y="287"/>
                  </a:lnTo>
                  <a:lnTo>
                    <a:pt x="193" y="255"/>
                  </a:lnTo>
                  <a:lnTo>
                    <a:pt x="214" y="226"/>
                  </a:lnTo>
                  <a:lnTo>
                    <a:pt x="238" y="198"/>
                  </a:lnTo>
                  <a:lnTo>
                    <a:pt x="263" y="172"/>
                  </a:lnTo>
                  <a:lnTo>
                    <a:pt x="290" y="146"/>
                  </a:lnTo>
                  <a:lnTo>
                    <a:pt x="318" y="122"/>
                  </a:lnTo>
                  <a:lnTo>
                    <a:pt x="349" y="101"/>
                  </a:lnTo>
                  <a:lnTo>
                    <a:pt x="382" y="82"/>
                  </a:lnTo>
                  <a:lnTo>
                    <a:pt x="335" y="0"/>
                  </a:lnTo>
                  <a:lnTo>
                    <a:pt x="297" y="23"/>
                  </a:lnTo>
                  <a:lnTo>
                    <a:pt x="262" y="49"/>
                  </a:lnTo>
                  <a:lnTo>
                    <a:pt x="229" y="76"/>
                  </a:lnTo>
                  <a:lnTo>
                    <a:pt x="198" y="104"/>
                  </a:lnTo>
                  <a:lnTo>
                    <a:pt x="167" y="137"/>
                  </a:lnTo>
                  <a:lnTo>
                    <a:pt x="142" y="170"/>
                  </a:lnTo>
                  <a:lnTo>
                    <a:pt x="116" y="204"/>
                  </a:lnTo>
                  <a:lnTo>
                    <a:pt x="94" y="240"/>
                  </a:lnTo>
                  <a:lnTo>
                    <a:pt x="74" y="278"/>
                  </a:lnTo>
                  <a:lnTo>
                    <a:pt x="54" y="317"/>
                  </a:lnTo>
                  <a:lnTo>
                    <a:pt x="38" y="359"/>
                  </a:lnTo>
                  <a:lnTo>
                    <a:pt x="26" y="401"/>
                  </a:lnTo>
                  <a:lnTo>
                    <a:pt x="15" y="444"/>
                  </a:lnTo>
                  <a:lnTo>
                    <a:pt x="8" y="489"/>
                  </a:lnTo>
                  <a:lnTo>
                    <a:pt x="2" y="534"/>
                  </a:lnTo>
                  <a:lnTo>
                    <a:pt x="0" y="580"/>
                  </a:lnTo>
                  <a:lnTo>
                    <a:pt x="0" y="581"/>
                  </a:lnTo>
                  <a:lnTo>
                    <a:pt x="0" y="580"/>
                  </a:lnTo>
                  <a:lnTo>
                    <a:pt x="3" y="600"/>
                  </a:lnTo>
                  <a:lnTo>
                    <a:pt x="14" y="615"/>
                  </a:lnTo>
                  <a:lnTo>
                    <a:pt x="29" y="625"/>
                  </a:lnTo>
                  <a:lnTo>
                    <a:pt x="45" y="628"/>
                  </a:lnTo>
                  <a:lnTo>
                    <a:pt x="63" y="626"/>
                  </a:lnTo>
                  <a:lnTo>
                    <a:pt x="78" y="616"/>
                  </a:lnTo>
                  <a:lnTo>
                    <a:pt x="89" y="602"/>
                  </a:lnTo>
                  <a:lnTo>
                    <a:pt x="94" y="582"/>
                  </a:lnTo>
                  <a:lnTo>
                    <a:pt x="94" y="5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82973" name="Freeform 43"/>
            <p:cNvSpPr>
              <a:spLocks/>
            </p:cNvSpPr>
            <p:nvPr/>
          </p:nvSpPr>
          <p:spPr bwMode="auto">
            <a:xfrm>
              <a:off x="868" y="1712"/>
              <a:ext cx="19" cy="364"/>
            </a:xfrm>
            <a:custGeom>
              <a:avLst/>
              <a:gdLst>
                <a:gd name="T0" fmla="*/ 1 w 94"/>
                <a:gd name="T1" fmla="*/ 14 h 1818"/>
                <a:gd name="T2" fmla="*/ 1 w 94"/>
                <a:gd name="T3" fmla="*/ 14 h 1818"/>
                <a:gd name="T4" fmla="*/ 1 w 94"/>
                <a:gd name="T5" fmla="*/ 0 h 1818"/>
                <a:gd name="T6" fmla="*/ 0 w 94"/>
                <a:gd name="T7" fmla="*/ 0 h 1818"/>
                <a:gd name="T8" fmla="*/ 0 w 94"/>
                <a:gd name="T9" fmla="*/ 14 h 1818"/>
                <a:gd name="T10" fmla="*/ 0 w 94"/>
                <a:gd name="T11" fmla="*/ 14 h 1818"/>
                <a:gd name="T12" fmla="*/ 0 w 94"/>
                <a:gd name="T13" fmla="*/ 14 h 1818"/>
                <a:gd name="T14" fmla="*/ 0 w 94"/>
                <a:gd name="T15" fmla="*/ 14 h 1818"/>
                <a:gd name="T16" fmla="*/ 0 w 94"/>
                <a:gd name="T17" fmla="*/ 14 h 1818"/>
                <a:gd name="T18" fmla="*/ 0 w 94"/>
                <a:gd name="T19" fmla="*/ 15 h 1818"/>
                <a:gd name="T20" fmla="*/ 0 w 94"/>
                <a:gd name="T21" fmla="*/ 15 h 1818"/>
                <a:gd name="T22" fmla="*/ 1 w 94"/>
                <a:gd name="T23" fmla="*/ 15 h 1818"/>
                <a:gd name="T24" fmla="*/ 1 w 94"/>
                <a:gd name="T25" fmla="*/ 14 h 1818"/>
                <a:gd name="T26" fmla="*/ 1 w 94"/>
                <a:gd name="T27" fmla="*/ 14 h 1818"/>
                <a:gd name="T28" fmla="*/ 1 w 94"/>
                <a:gd name="T29" fmla="*/ 14 h 1818"/>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94"/>
                <a:gd name="T46" fmla="*/ 0 h 1818"/>
                <a:gd name="T47" fmla="*/ 94 w 94"/>
                <a:gd name="T48" fmla="*/ 1818 h 1818"/>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94" h="1818">
                  <a:moveTo>
                    <a:pt x="94" y="1771"/>
                  </a:moveTo>
                  <a:lnTo>
                    <a:pt x="94" y="1771"/>
                  </a:lnTo>
                  <a:lnTo>
                    <a:pt x="94" y="0"/>
                  </a:lnTo>
                  <a:lnTo>
                    <a:pt x="0" y="0"/>
                  </a:lnTo>
                  <a:lnTo>
                    <a:pt x="0" y="1771"/>
                  </a:lnTo>
                  <a:lnTo>
                    <a:pt x="3" y="1791"/>
                  </a:lnTo>
                  <a:lnTo>
                    <a:pt x="15" y="1806"/>
                  </a:lnTo>
                  <a:lnTo>
                    <a:pt x="29" y="1814"/>
                  </a:lnTo>
                  <a:lnTo>
                    <a:pt x="47" y="1818"/>
                  </a:lnTo>
                  <a:lnTo>
                    <a:pt x="64" y="1814"/>
                  </a:lnTo>
                  <a:lnTo>
                    <a:pt x="79" y="1806"/>
                  </a:lnTo>
                  <a:lnTo>
                    <a:pt x="90" y="1791"/>
                  </a:lnTo>
                  <a:lnTo>
                    <a:pt x="94" y="17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82974" name="Freeform 44"/>
            <p:cNvSpPr>
              <a:spLocks/>
            </p:cNvSpPr>
            <p:nvPr/>
          </p:nvSpPr>
          <p:spPr bwMode="auto">
            <a:xfrm>
              <a:off x="868" y="2067"/>
              <a:ext cx="90" cy="160"/>
            </a:xfrm>
            <a:custGeom>
              <a:avLst/>
              <a:gdLst>
                <a:gd name="T0" fmla="*/ 3 w 449"/>
                <a:gd name="T1" fmla="*/ 6 h 803"/>
                <a:gd name="T2" fmla="*/ 3 w 449"/>
                <a:gd name="T3" fmla="*/ 6 h 803"/>
                <a:gd name="T4" fmla="*/ 3 w 449"/>
                <a:gd name="T5" fmla="*/ 5 h 803"/>
                <a:gd name="T6" fmla="*/ 3 w 449"/>
                <a:gd name="T7" fmla="*/ 5 h 803"/>
                <a:gd name="T8" fmla="*/ 3 w 449"/>
                <a:gd name="T9" fmla="*/ 5 h 803"/>
                <a:gd name="T10" fmla="*/ 2 w 449"/>
                <a:gd name="T11" fmla="*/ 5 h 803"/>
                <a:gd name="T12" fmla="*/ 2 w 449"/>
                <a:gd name="T13" fmla="*/ 4 h 803"/>
                <a:gd name="T14" fmla="*/ 2 w 449"/>
                <a:gd name="T15" fmla="*/ 4 h 803"/>
                <a:gd name="T16" fmla="*/ 2 w 449"/>
                <a:gd name="T17" fmla="*/ 4 h 803"/>
                <a:gd name="T18" fmla="*/ 2 w 449"/>
                <a:gd name="T19" fmla="*/ 3 h 803"/>
                <a:gd name="T20" fmla="*/ 1 w 449"/>
                <a:gd name="T21" fmla="*/ 3 h 803"/>
                <a:gd name="T22" fmla="*/ 1 w 449"/>
                <a:gd name="T23" fmla="*/ 2 h 803"/>
                <a:gd name="T24" fmla="*/ 1 w 449"/>
                <a:gd name="T25" fmla="*/ 2 h 803"/>
                <a:gd name="T26" fmla="*/ 1 w 449"/>
                <a:gd name="T27" fmla="*/ 2 h 803"/>
                <a:gd name="T28" fmla="*/ 1 w 449"/>
                <a:gd name="T29" fmla="*/ 1 h 803"/>
                <a:gd name="T30" fmla="*/ 1 w 449"/>
                <a:gd name="T31" fmla="*/ 1 h 803"/>
                <a:gd name="T32" fmla="*/ 1 w 449"/>
                <a:gd name="T33" fmla="*/ 0 h 803"/>
                <a:gd name="T34" fmla="*/ 1 w 449"/>
                <a:gd name="T35" fmla="*/ 0 h 803"/>
                <a:gd name="T36" fmla="*/ 0 w 449"/>
                <a:gd name="T37" fmla="*/ 0 h 803"/>
                <a:gd name="T38" fmla="*/ 0 w 449"/>
                <a:gd name="T39" fmla="*/ 0 h 803"/>
                <a:gd name="T40" fmla="*/ 0 w 449"/>
                <a:gd name="T41" fmla="*/ 1 h 803"/>
                <a:gd name="T42" fmla="*/ 0 w 449"/>
                <a:gd name="T43" fmla="*/ 1 h 803"/>
                <a:gd name="T44" fmla="*/ 0 w 449"/>
                <a:gd name="T45" fmla="*/ 2 h 803"/>
                <a:gd name="T46" fmla="*/ 0 w 449"/>
                <a:gd name="T47" fmla="*/ 2 h 803"/>
                <a:gd name="T48" fmla="*/ 0 w 449"/>
                <a:gd name="T49" fmla="*/ 3 h 803"/>
                <a:gd name="T50" fmla="*/ 1 w 449"/>
                <a:gd name="T51" fmla="*/ 3 h 803"/>
                <a:gd name="T52" fmla="*/ 1 w 449"/>
                <a:gd name="T53" fmla="*/ 4 h 803"/>
                <a:gd name="T54" fmla="*/ 1 w 449"/>
                <a:gd name="T55" fmla="*/ 4 h 803"/>
                <a:gd name="T56" fmla="*/ 1 w 449"/>
                <a:gd name="T57" fmla="*/ 4 h 803"/>
                <a:gd name="T58" fmla="*/ 2 w 449"/>
                <a:gd name="T59" fmla="*/ 5 h 803"/>
                <a:gd name="T60" fmla="*/ 2 w 449"/>
                <a:gd name="T61" fmla="*/ 5 h 803"/>
                <a:gd name="T62" fmla="*/ 2 w 449"/>
                <a:gd name="T63" fmla="*/ 5 h 803"/>
                <a:gd name="T64" fmla="*/ 2 w 449"/>
                <a:gd name="T65" fmla="*/ 6 h 803"/>
                <a:gd name="T66" fmla="*/ 3 w 449"/>
                <a:gd name="T67" fmla="*/ 6 h 803"/>
                <a:gd name="T68" fmla="*/ 3 w 449"/>
                <a:gd name="T69" fmla="*/ 6 h 803"/>
                <a:gd name="T70" fmla="*/ 3 w 449"/>
                <a:gd name="T71" fmla="*/ 6 h 803"/>
                <a:gd name="T72" fmla="*/ 3 w 449"/>
                <a:gd name="T73" fmla="*/ 6 h 803"/>
                <a:gd name="T74" fmla="*/ 3 w 449"/>
                <a:gd name="T75" fmla="*/ 6 h 803"/>
                <a:gd name="T76" fmla="*/ 3 w 449"/>
                <a:gd name="T77" fmla="*/ 6 h 803"/>
                <a:gd name="T78" fmla="*/ 3 w 449"/>
                <a:gd name="T79" fmla="*/ 6 h 803"/>
                <a:gd name="T80" fmla="*/ 4 w 449"/>
                <a:gd name="T81" fmla="*/ 6 h 803"/>
                <a:gd name="T82" fmla="*/ 4 w 449"/>
                <a:gd name="T83" fmla="*/ 6 h 803"/>
                <a:gd name="T84" fmla="*/ 4 w 449"/>
                <a:gd name="T85" fmla="*/ 6 h 803"/>
                <a:gd name="T86" fmla="*/ 4 w 449"/>
                <a:gd name="T87" fmla="*/ 6 h 803"/>
                <a:gd name="T88" fmla="*/ 3 w 449"/>
                <a:gd name="T89" fmla="*/ 6 h 803"/>
                <a:gd name="T90" fmla="*/ 3 w 449"/>
                <a:gd name="T91" fmla="*/ 6 h 80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449"/>
                <a:gd name="T139" fmla="*/ 0 h 803"/>
                <a:gd name="T140" fmla="*/ 449 w 449"/>
                <a:gd name="T141" fmla="*/ 803 h 80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449" h="803">
                  <a:moveTo>
                    <a:pt x="426" y="717"/>
                  </a:moveTo>
                  <a:lnTo>
                    <a:pt x="427" y="717"/>
                  </a:lnTo>
                  <a:lnTo>
                    <a:pt x="395" y="693"/>
                  </a:lnTo>
                  <a:lnTo>
                    <a:pt x="361" y="662"/>
                  </a:lnTo>
                  <a:lnTo>
                    <a:pt x="329" y="628"/>
                  </a:lnTo>
                  <a:lnTo>
                    <a:pt x="299" y="591"/>
                  </a:lnTo>
                  <a:lnTo>
                    <a:pt x="269" y="551"/>
                  </a:lnTo>
                  <a:lnTo>
                    <a:pt x="241" y="507"/>
                  </a:lnTo>
                  <a:lnTo>
                    <a:pt x="215" y="460"/>
                  </a:lnTo>
                  <a:lnTo>
                    <a:pt x="191" y="412"/>
                  </a:lnTo>
                  <a:lnTo>
                    <a:pt x="170" y="363"/>
                  </a:lnTo>
                  <a:lnTo>
                    <a:pt x="151" y="312"/>
                  </a:lnTo>
                  <a:lnTo>
                    <a:pt x="133" y="259"/>
                  </a:lnTo>
                  <a:lnTo>
                    <a:pt x="119" y="207"/>
                  </a:lnTo>
                  <a:lnTo>
                    <a:pt x="108" y="156"/>
                  </a:lnTo>
                  <a:lnTo>
                    <a:pt x="101" y="103"/>
                  </a:lnTo>
                  <a:lnTo>
                    <a:pt x="96" y="51"/>
                  </a:lnTo>
                  <a:lnTo>
                    <a:pt x="94" y="0"/>
                  </a:lnTo>
                  <a:lnTo>
                    <a:pt x="0" y="0"/>
                  </a:lnTo>
                  <a:lnTo>
                    <a:pt x="2" y="56"/>
                  </a:lnTo>
                  <a:lnTo>
                    <a:pt x="7" y="115"/>
                  </a:lnTo>
                  <a:lnTo>
                    <a:pt x="16" y="172"/>
                  </a:lnTo>
                  <a:lnTo>
                    <a:pt x="28" y="231"/>
                  </a:lnTo>
                  <a:lnTo>
                    <a:pt x="44" y="287"/>
                  </a:lnTo>
                  <a:lnTo>
                    <a:pt x="62" y="342"/>
                  </a:lnTo>
                  <a:lnTo>
                    <a:pt x="83" y="398"/>
                  </a:lnTo>
                  <a:lnTo>
                    <a:pt x="106" y="452"/>
                  </a:lnTo>
                  <a:lnTo>
                    <a:pt x="133" y="505"/>
                  </a:lnTo>
                  <a:lnTo>
                    <a:pt x="161" y="554"/>
                  </a:lnTo>
                  <a:lnTo>
                    <a:pt x="192" y="602"/>
                  </a:lnTo>
                  <a:lnTo>
                    <a:pt x="224" y="647"/>
                  </a:lnTo>
                  <a:lnTo>
                    <a:pt x="259" y="689"/>
                  </a:lnTo>
                  <a:lnTo>
                    <a:pt x="295" y="728"/>
                  </a:lnTo>
                  <a:lnTo>
                    <a:pt x="334" y="763"/>
                  </a:lnTo>
                  <a:lnTo>
                    <a:pt x="374" y="795"/>
                  </a:lnTo>
                  <a:lnTo>
                    <a:pt x="375" y="795"/>
                  </a:lnTo>
                  <a:lnTo>
                    <a:pt x="374" y="795"/>
                  </a:lnTo>
                  <a:lnTo>
                    <a:pt x="392" y="803"/>
                  </a:lnTo>
                  <a:lnTo>
                    <a:pt x="411" y="803"/>
                  </a:lnTo>
                  <a:lnTo>
                    <a:pt x="426" y="795"/>
                  </a:lnTo>
                  <a:lnTo>
                    <a:pt x="439" y="782"/>
                  </a:lnTo>
                  <a:lnTo>
                    <a:pt x="446" y="766"/>
                  </a:lnTo>
                  <a:lnTo>
                    <a:pt x="449" y="749"/>
                  </a:lnTo>
                  <a:lnTo>
                    <a:pt x="441" y="732"/>
                  </a:lnTo>
                  <a:lnTo>
                    <a:pt x="427" y="717"/>
                  </a:lnTo>
                  <a:lnTo>
                    <a:pt x="426" y="71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82975" name="Freeform 45"/>
            <p:cNvSpPr>
              <a:spLocks/>
            </p:cNvSpPr>
            <p:nvPr/>
          </p:nvSpPr>
          <p:spPr bwMode="auto">
            <a:xfrm>
              <a:off x="883" y="1673"/>
              <a:ext cx="379" cy="690"/>
            </a:xfrm>
            <a:custGeom>
              <a:avLst/>
              <a:gdLst>
                <a:gd name="T0" fmla="*/ 12 w 1897"/>
                <a:gd name="T1" fmla="*/ 6 h 3450"/>
                <a:gd name="T2" fmla="*/ 13 w 1897"/>
                <a:gd name="T3" fmla="*/ 7 h 3450"/>
                <a:gd name="T4" fmla="*/ 13 w 1897"/>
                <a:gd name="T5" fmla="*/ 7 h 3450"/>
                <a:gd name="T6" fmla="*/ 14 w 1897"/>
                <a:gd name="T7" fmla="*/ 8 h 3450"/>
                <a:gd name="T8" fmla="*/ 14 w 1897"/>
                <a:gd name="T9" fmla="*/ 9 h 3450"/>
                <a:gd name="T10" fmla="*/ 15 w 1897"/>
                <a:gd name="T11" fmla="*/ 10 h 3450"/>
                <a:gd name="T12" fmla="*/ 15 w 1897"/>
                <a:gd name="T13" fmla="*/ 11 h 3450"/>
                <a:gd name="T14" fmla="*/ 15 w 1897"/>
                <a:gd name="T15" fmla="*/ 11 h 3450"/>
                <a:gd name="T16" fmla="*/ 15 w 1897"/>
                <a:gd name="T17" fmla="*/ 12 h 3450"/>
                <a:gd name="T18" fmla="*/ 15 w 1897"/>
                <a:gd name="T19" fmla="*/ 26 h 3450"/>
                <a:gd name="T20" fmla="*/ 15 w 1897"/>
                <a:gd name="T21" fmla="*/ 26 h 3450"/>
                <a:gd name="T22" fmla="*/ 15 w 1897"/>
                <a:gd name="T23" fmla="*/ 27 h 3450"/>
                <a:gd name="T24" fmla="*/ 15 w 1897"/>
                <a:gd name="T25" fmla="*/ 27 h 3450"/>
                <a:gd name="T26" fmla="*/ 14 w 1897"/>
                <a:gd name="T27" fmla="*/ 27 h 3450"/>
                <a:gd name="T28" fmla="*/ 14 w 1897"/>
                <a:gd name="T29" fmla="*/ 28 h 3450"/>
                <a:gd name="T30" fmla="*/ 13 w 1897"/>
                <a:gd name="T31" fmla="*/ 28 h 3450"/>
                <a:gd name="T32" fmla="*/ 13 w 1897"/>
                <a:gd name="T33" fmla="*/ 27 h 3450"/>
                <a:gd name="T34" fmla="*/ 3 w 1897"/>
                <a:gd name="T35" fmla="*/ 21 h 3450"/>
                <a:gd name="T36" fmla="*/ 2 w 1897"/>
                <a:gd name="T37" fmla="*/ 21 h 3450"/>
                <a:gd name="T38" fmla="*/ 2 w 1897"/>
                <a:gd name="T39" fmla="*/ 20 h 3450"/>
                <a:gd name="T40" fmla="*/ 1 w 1897"/>
                <a:gd name="T41" fmla="*/ 19 h 3450"/>
                <a:gd name="T42" fmla="*/ 1 w 1897"/>
                <a:gd name="T43" fmla="*/ 19 h 3450"/>
                <a:gd name="T44" fmla="*/ 0 w 1897"/>
                <a:gd name="T45" fmla="*/ 18 h 3450"/>
                <a:gd name="T46" fmla="*/ 0 w 1897"/>
                <a:gd name="T47" fmla="*/ 17 h 3450"/>
                <a:gd name="T48" fmla="*/ 0 w 1897"/>
                <a:gd name="T49" fmla="*/ 16 h 3450"/>
                <a:gd name="T50" fmla="*/ 0 w 1897"/>
                <a:gd name="T51" fmla="*/ 15 h 3450"/>
                <a:gd name="T52" fmla="*/ 0 w 1897"/>
                <a:gd name="T53" fmla="*/ 2 h 3450"/>
                <a:gd name="T54" fmla="*/ 0 w 1897"/>
                <a:gd name="T55" fmla="*/ 1 h 3450"/>
                <a:gd name="T56" fmla="*/ 0 w 1897"/>
                <a:gd name="T57" fmla="*/ 1 h 3450"/>
                <a:gd name="T58" fmla="*/ 1 w 1897"/>
                <a:gd name="T59" fmla="*/ 0 h 3450"/>
                <a:gd name="T60" fmla="*/ 1 w 1897"/>
                <a:gd name="T61" fmla="*/ 0 h 3450"/>
                <a:gd name="T62" fmla="*/ 1 w 1897"/>
                <a:gd name="T63" fmla="*/ 0 h 3450"/>
                <a:gd name="T64" fmla="*/ 2 w 1897"/>
                <a:gd name="T65" fmla="*/ 0 h 3450"/>
                <a:gd name="T66" fmla="*/ 3 w 1897"/>
                <a:gd name="T67" fmla="*/ 0 h 3450"/>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897"/>
                <a:gd name="T103" fmla="*/ 0 h 3450"/>
                <a:gd name="T104" fmla="*/ 1897 w 1897"/>
                <a:gd name="T105" fmla="*/ 3450 h 3450"/>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897" h="3450">
                  <a:moveTo>
                    <a:pt x="357" y="49"/>
                  </a:moveTo>
                  <a:lnTo>
                    <a:pt x="1542" y="806"/>
                  </a:lnTo>
                  <a:lnTo>
                    <a:pt x="1579" y="832"/>
                  </a:lnTo>
                  <a:lnTo>
                    <a:pt x="1614" y="861"/>
                  </a:lnTo>
                  <a:lnTo>
                    <a:pt x="1648" y="895"/>
                  </a:lnTo>
                  <a:lnTo>
                    <a:pt x="1681" y="933"/>
                  </a:lnTo>
                  <a:lnTo>
                    <a:pt x="1711" y="973"/>
                  </a:lnTo>
                  <a:lnTo>
                    <a:pt x="1740" y="1016"/>
                  </a:lnTo>
                  <a:lnTo>
                    <a:pt x="1768" y="1062"/>
                  </a:lnTo>
                  <a:lnTo>
                    <a:pt x="1793" y="1109"/>
                  </a:lnTo>
                  <a:lnTo>
                    <a:pt x="1816" y="1158"/>
                  </a:lnTo>
                  <a:lnTo>
                    <a:pt x="1836" y="1208"/>
                  </a:lnTo>
                  <a:lnTo>
                    <a:pt x="1854" y="1260"/>
                  </a:lnTo>
                  <a:lnTo>
                    <a:pt x="1869" y="1313"/>
                  </a:lnTo>
                  <a:lnTo>
                    <a:pt x="1881" y="1364"/>
                  </a:lnTo>
                  <a:lnTo>
                    <a:pt x="1890" y="1417"/>
                  </a:lnTo>
                  <a:lnTo>
                    <a:pt x="1895" y="1469"/>
                  </a:lnTo>
                  <a:lnTo>
                    <a:pt x="1897" y="1519"/>
                  </a:lnTo>
                  <a:lnTo>
                    <a:pt x="1897" y="3142"/>
                  </a:lnTo>
                  <a:lnTo>
                    <a:pt x="1895" y="3190"/>
                  </a:lnTo>
                  <a:lnTo>
                    <a:pt x="1890" y="3235"/>
                  </a:lnTo>
                  <a:lnTo>
                    <a:pt x="1881" y="3276"/>
                  </a:lnTo>
                  <a:lnTo>
                    <a:pt x="1869" y="3313"/>
                  </a:lnTo>
                  <a:lnTo>
                    <a:pt x="1854" y="3346"/>
                  </a:lnTo>
                  <a:lnTo>
                    <a:pt x="1836" y="3375"/>
                  </a:lnTo>
                  <a:lnTo>
                    <a:pt x="1816" y="3398"/>
                  </a:lnTo>
                  <a:lnTo>
                    <a:pt x="1793" y="3418"/>
                  </a:lnTo>
                  <a:lnTo>
                    <a:pt x="1768" y="3434"/>
                  </a:lnTo>
                  <a:lnTo>
                    <a:pt x="1740" y="3444"/>
                  </a:lnTo>
                  <a:lnTo>
                    <a:pt x="1711" y="3450"/>
                  </a:lnTo>
                  <a:lnTo>
                    <a:pt x="1681" y="3450"/>
                  </a:lnTo>
                  <a:lnTo>
                    <a:pt x="1648" y="3445"/>
                  </a:lnTo>
                  <a:lnTo>
                    <a:pt x="1614" y="3436"/>
                  </a:lnTo>
                  <a:lnTo>
                    <a:pt x="1579" y="3421"/>
                  </a:lnTo>
                  <a:lnTo>
                    <a:pt x="1542" y="3400"/>
                  </a:lnTo>
                  <a:lnTo>
                    <a:pt x="357" y="2643"/>
                  </a:lnTo>
                  <a:lnTo>
                    <a:pt x="320" y="2618"/>
                  </a:lnTo>
                  <a:lnTo>
                    <a:pt x="285" y="2588"/>
                  </a:lnTo>
                  <a:lnTo>
                    <a:pt x="251" y="2554"/>
                  </a:lnTo>
                  <a:lnTo>
                    <a:pt x="218" y="2517"/>
                  </a:lnTo>
                  <a:lnTo>
                    <a:pt x="187" y="2477"/>
                  </a:lnTo>
                  <a:lnTo>
                    <a:pt x="157" y="2433"/>
                  </a:lnTo>
                  <a:lnTo>
                    <a:pt x="130" y="2388"/>
                  </a:lnTo>
                  <a:lnTo>
                    <a:pt x="105" y="2341"/>
                  </a:lnTo>
                  <a:lnTo>
                    <a:pt x="81" y="2292"/>
                  </a:lnTo>
                  <a:lnTo>
                    <a:pt x="61" y="2241"/>
                  </a:lnTo>
                  <a:lnTo>
                    <a:pt x="44" y="2190"/>
                  </a:lnTo>
                  <a:lnTo>
                    <a:pt x="29" y="2138"/>
                  </a:lnTo>
                  <a:lnTo>
                    <a:pt x="17" y="2085"/>
                  </a:lnTo>
                  <a:lnTo>
                    <a:pt x="7" y="2033"/>
                  </a:lnTo>
                  <a:lnTo>
                    <a:pt x="3" y="1981"/>
                  </a:lnTo>
                  <a:lnTo>
                    <a:pt x="0" y="1931"/>
                  </a:lnTo>
                  <a:lnTo>
                    <a:pt x="0" y="308"/>
                  </a:lnTo>
                  <a:lnTo>
                    <a:pt x="3" y="260"/>
                  </a:lnTo>
                  <a:lnTo>
                    <a:pt x="7" y="215"/>
                  </a:lnTo>
                  <a:lnTo>
                    <a:pt x="17" y="174"/>
                  </a:lnTo>
                  <a:lnTo>
                    <a:pt x="29" y="137"/>
                  </a:lnTo>
                  <a:lnTo>
                    <a:pt x="44" y="104"/>
                  </a:lnTo>
                  <a:lnTo>
                    <a:pt x="61" y="76"/>
                  </a:lnTo>
                  <a:lnTo>
                    <a:pt x="81" y="51"/>
                  </a:lnTo>
                  <a:lnTo>
                    <a:pt x="105" y="31"/>
                  </a:lnTo>
                  <a:lnTo>
                    <a:pt x="130" y="16"/>
                  </a:lnTo>
                  <a:lnTo>
                    <a:pt x="157" y="5"/>
                  </a:lnTo>
                  <a:lnTo>
                    <a:pt x="187" y="0"/>
                  </a:lnTo>
                  <a:lnTo>
                    <a:pt x="218" y="0"/>
                  </a:lnTo>
                  <a:lnTo>
                    <a:pt x="251" y="3"/>
                  </a:lnTo>
                  <a:lnTo>
                    <a:pt x="285" y="14"/>
                  </a:lnTo>
                  <a:lnTo>
                    <a:pt x="320" y="29"/>
                  </a:lnTo>
                  <a:lnTo>
                    <a:pt x="357" y="49"/>
                  </a:lnTo>
                  <a:close/>
                </a:path>
              </a:pathLst>
            </a:custGeom>
            <a:solidFill>
              <a:srgbClr val="BFBFB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82976" name="Freeform 46"/>
            <p:cNvSpPr>
              <a:spLocks/>
            </p:cNvSpPr>
            <p:nvPr/>
          </p:nvSpPr>
          <p:spPr bwMode="auto">
            <a:xfrm>
              <a:off x="1268" y="1663"/>
              <a:ext cx="393" cy="711"/>
            </a:xfrm>
            <a:custGeom>
              <a:avLst/>
              <a:gdLst>
                <a:gd name="T0" fmla="*/ 3 w 1962"/>
                <a:gd name="T1" fmla="*/ 7 h 3555"/>
                <a:gd name="T2" fmla="*/ 2 w 1962"/>
                <a:gd name="T3" fmla="*/ 7 h 3555"/>
                <a:gd name="T4" fmla="*/ 2 w 1962"/>
                <a:gd name="T5" fmla="*/ 8 h 3555"/>
                <a:gd name="T6" fmla="*/ 1 w 1962"/>
                <a:gd name="T7" fmla="*/ 8 h 3555"/>
                <a:gd name="T8" fmla="*/ 1 w 1962"/>
                <a:gd name="T9" fmla="*/ 9 h 3555"/>
                <a:gd name="T10" fmla="*/ 1 w 1962"/>
                <a:gd name="T11" fmla="*/ 10 h 3555"/>
                <a:gd name="T12" fmla="*/ 0 w 1962"/>
                <a:gd name="T13" fmla="*/ 11 h 3555"/>
                <a:gd name="T14" fmla="*/ 0 w 1962"/>
                <a:gd name="T15" fmla="*/ 12 h 3555"/>
                <a:gd name="T16" fmla="*/ 0 w 1962"/>
                <a:gd name="T17" fmla="*/ 13 h 3555"/>
                <a:gd name="T18" fmla="*/ 0 w 1962"/>
                <a:gd name="T19" fmla="*/ 26 h 3555"/>
                <a:gd name="T20" fmla="*/ 0 w 1962"/>
                <a:gd name="T21" fmla="*/ 27 h 3555"/>
                <a:gd name="T22" fmla="*/ 0 w 1962"/>
                <a:gd name="T23" fmla="*/ 28 h 3555"/>
                <a:gd name="T24" fmla="*/ 1 w 1962"/>
                <a:gd name="T25" fmla="*/ 28 h 3555"/>
                <a:gd name="T26" fmla="*/ 1 w 1962"/>
                <a:gd name="T27" fmla="*/ 28 h 3555"/>
                <a:gd name="T28" fmla="*/ 2 w 1962"/>
                <a:gd name="T29" fmla="*/ 28 h 3555"/>
                <a:gd name="T30" fmla="*/ 2 w 1962"/>
                <a:gd name="T31" fmla="*/ 28 h 3555"/>
                <a:gd name="T32" fmla="*/ 3 w 1962"/>
                <a:gd name="T33" fmla="*/ 28 h 3555"/>
                <a:gd name="T34" fmla="*/ 13 w 1962"/>
                <a:gd name="T35" fmla="*/ 22 h 3555"/>
                <a:gd name="T36" fmla="*/ 13 w 1962"/>
                <a:gd name="T37" fmla="*/ 21 h 3555"/>
                <a:gd name="T38" fmla="*/ 14 w 1962"/>
                <a:gd name="T39" fmla="*/ 21 h 3555"/>
                <a:gd name="T40" fmla="*/ 14 w 1962"/>
                <a:gd name="T41" fmla="*/ 20 h 3555"/>
                <a:gd name="T42" fmla="*/ 15 w 1962"/>
                <a:gd name="T43" fmla="*/ 19 h 3555"/>
                <a:gd name="T44" fmla="*/ 15 w 1962"/>
                <a:gd name="T45" fmla="*/ 18 h 3555"/>
                <a:gd name="T46" fmla="*/ 16 w 1962"/>
                <a:gd name="T47" fmla="*/ 18 h 3555"/>
                <a:gd name="T48" fmla="*/ 16 w 1962"/>
                <a:gd name="T49" fmla="*/ 17 h 3555"/>
                <a:gd name="T50" fmla="*/ 16 w 1962"/>
                <a:gd name="T51" fmla="*/ 16 h 3555"/>
                <a:gd name="T52" fmla="*/ 16 w 1962"/>
                <a:gd name="T53" fmla="*/ 2 h 3555"/>
                <a:gd name="T54" fmla="*/ 16 w 1962"/>
                <a:gd name="T55" fmla="*/ 1 h 3555"/>
                <a:gd name="T56" fmla="*/ 15 w 1962"/>
                <a:gd name="T57" fmla="*/ 1 h 3555"/>
                <a:gd name="T58" fmla="*/ 15 w 1962"/>
                <a:gd name="T59" fmla="*/ 0 h 3555"/>
                <a:gd name="T60" fmla="*/ 15 w 1962"/>
                <a:gd name="T61" fmla="*/ 0 h 3555"/>
                <a:gd name="T62" fmla="*/ 14 w 1962"/>
                <a:gd name="T63" fmla="*/ 0 h 3555"/>
                <a:gd name="T64" fmla="*/ 14 w 1962"/>
                <a:gd name="T65" fmla="*/ 0 h 3555"/>
                <a:gd name="T66" fmla="*/ 13 w 1962"/>
                <a:gd name="T67" fmla="*/ 0 h 3555"/>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962"/>
                <a:gd name="T103" fmla="*/ 0 h 3555"/>
                <a:gd name="T104" fmla="*/ 1962 w 1962"/>
                <a:gd name="T105" fmla="*/ 3555 h 3555"/>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962" h="3555">
                  <a:moveTo>
                    <a:pt x="1594" y="50"/>
                  </a:moveTo>
                  <a:lnTo>
                    <a:pt x="368" y="831"/>
                  </a:lnTo>
                  <a:lnTo>
                    <a:pt x="330" y="858"/>
                  </a:lnTo>
                  <a:lnTo>
                    <a:pt x="294" y="888"/>
                  </a:lnTo>
                  <a:lnTo>
                    <a:pt x="259" y="922"/>
                  </a:lnTo>
                  <a:lnTo>
                    <a:pt x="225" y="961"/>
                  </a:lnTo>
                  <a:lnTo>
                    <a:pt x="193" y="1003"/>
                  </a:lnTo>
                  <a:lnTo>
                    <a:pt x="163" y="1047"/>
                  </a:lnTo>
                  <a:lnTo>
                    <a:pt x="133" y="1094"/>
                  </a:lnTo>
                  <a:lnTo>
                    <a:pt x="108" y="1143"/>
                  </a:lnTo>
                  <a:lnTo>
                    <a:pt x="84" y="1193"/>
                  </a:lnTo>
                  <a:lnTo>
                    <a:pt x="63" y="1246"/>
                  </a:lnTo>
                  <a:lnTo>
                    <a:pt x="44" y="1299"/>
                  </a:lnTo>
                  <a:lnTo>
                    <a:pt x="29" y="1353"/>
                  </a:lnTo>
                  <a:lnTo>
                    <a:pt x="16" y="1405"/>
                  </a:lnTo>
                  <a:lnTo>
                    <a:pt x="7" y="1459"/>
                  </a:lnTo>
                  <a:lnTo>
                    <a:pt x="2" y="1512"/>
                  </a:lnTo>
                  <a:lnTo>
                    <a:pt x="0" y="1565"/>
                  </a:lnTo>
                  <a:lnTo>
                    <a:pt x="0" y="3237"/>
                  </a:lnTo>
                  <a:lnTo>
                    <a:pt x="2" y="3287"/>
                  </a:lnTo>
                  <a:lnTo>
                    <a:pt x="7" y="3333"/>
                  </a:lnTo>
                  <a:lnTo>
                    <a:pt x="16" y="3375"/>
                  </a:lnTo>
                  <a:lnTo>
                    <a:pt x="29" y="3413"/>
                  </a:lnTo>
                  <a:lnTo>
                    <a:pt x="44" y="3447"/>
                  </a:lnTo>
                  <a:lnTo>
                    <a:pt x="63" y="3477"/>
                  </a:lnTo>
                  <a:lnTo>
                    <a:pt x="84" y="3502"/>
                  </a:lnTo>
                  <a:lnTo>
                    <a:pt x="108" y="3522"/>
                  </a:lnTo>
                  <a:lnTo>
                    <a:pt x="133" y="3538"/>
                  </a:lnTo>
                  <a:lnTo>
                    <a:pt x="163" y="3549"/>
                  </a:lnTo>
                  <a:lnTo>
                    <a:pt x="193" y="3555"/>
                  </a:lnTo>
                  <a:lnTo>
                    <a:pt x="225" y="3555"/>
                  </a:lnTo>
                  <a:lnTo>
                    <a:pt x="259" y="3550"/>
                  </a:lnTo>
                  <a:lnTo>
                    <a:pt x="294" y="3541"/>
                  </a:lnTo>
                  <a:lnTo>
                    <a:pt x="330" y="3524"/>
                  </a:lnTo>
                  <a:lnTo>
                    <a:pt x="368" y="3503"/>
                  </a:lnTo>
                  <a:lnTo>
                    <a:pt x="1594" y="2722"/>
                  </a:lnTo>
                  <a:lnTo>
                    <a:pt x="1632" y="2696"/>
                  </a:lnTo>
                  <a:lnTo>
                    <a:pt x="1668" y="2665"/>
                  </a:lnTo>
                  <a:lnTo>
                    <a:pt x="1703" y="2631"/>
                  </a:lnTo>
                  <a:lnTo>
                    <a:pt x="1737" y="2592"/>
                  </a:lnTo>
                  <a:lnTo>
                    <a:pt x="1769" y="2551"/>
                  </a:lnTo>
                  <a:lnTo>
                    <a:pt x="1799" y="2506"/>
                  </a:lnTo>
                  <a:lnTo>
                    <a:pt x="1829" y="2460"/>
                  </a:lnTo>
                  <a:lnTo>
                    <a:pt x="1854" y="2411"/>
                  </a:lnTo>
                  <a:lnTo>
                    <a:pt x="1878" y="2361"/>
                  </a:lnTo>
                  <a:lnTo>
                    <a:pt x="1899" y="2308"/>
                  </a:lnTo>
                  <a:lnTo>
                    <a:pt x="1918" y="2256"/>
                  </a:lnTo>
                  <a:lnTo>
                    <a:pt x="1933" y="2202"/>
                  </a:lnTo>
                  <a:lnTo>
                    <a:pt x="1946" y="2149"/>
                  </a:lnTo>
                  <a:lnTo>
                    <a:pt x="1955" y="2095"/>
                  </a:lnTo>
                  <a:lnTo>
                    <a:pt x="1960" y="2042"/>
                  </a:lnTo>
                  <a:lnTo>
                    <a:pt x="1962" y="1989"/>
                  </a:lnTo>
                  <a:lnTo>
                    <a:pt x="1962" y="319"/>
                  </a:lnTo>
                  <a:lnTo>
                    <a:pt x="1960" y="269"/>
                  </a:lnTo>
                  <a:lnTo>
                    <a:pt x="1955" y="223"/>
                  </a:lnTo>
                  <a:lnTo>
                    <a:pt x="1946" y="180"/>
                  </a:lnTo>
                  <a:lnTo>
                    <a:pt x="1933" y="143"/>
                  </a:lnTo>
                  <a:lnTo>
                    <a:pt x="1918" y="109"/>
                  </a:lnTo>
                  <a:lnTo>
                    <a:pt x="1899" y="79"/>
                  </a:lnTo>
                  <a:lnTo>
                    <a:pt x="1878" y="54"/>
                  </a:lnTo>
                  <a:lnTo>
                    <a:pt x="1854" y="33"/>
                  </a:lnTo>
                  <a:lnTo>
                    <a:pt x="1829" y="17"/>
                  </a:lnTo>
                  <a:lnTo>
                    <a:pt x="1799" y="7"/>
                  </a:lnTo>
                  <a:lnTo>
                    <a:pt x="1769" y="0"/>
                  </a:lnTo>
                  <a:lnTo>
                    <a:pt x="1737" y="0"/>
                  </a:lnTo>
                  <a:lnTo>
                    <a:pt x="1703" y="4"/>
                  </a:lnTo>
                  <a:lnTo>
                    <a:pt x="1668" y="14"/>
                  </a:lnTo>
                  <a:lnTo>
                    <a:pt x="1632" y="29"/>
                  </a:lnTo>
                  <a:lnTo>
                    <a:pt x="1594" y="50"/>
                  </a:lnTo>
                  <a:close/>
                </a:path>
              </a:pathLst>
            </a:custGeom>
            <a:solidFill>
              <a:srgbClr val="E5E5E5"/>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82977" name="Freeform 47"/>
            <p:cNvSpPr>
              <a:spLocks noEditPoints="1"/>
            </p:cNvSpPr>
            <p:nvPr/>
          </p:nvSpPr>
          <p:spPr bwMode="auto">
            <a:xfrm>
              <a:off x="916" y="1589"/>
              <a:ext cx="697" cy="698"/>
            </a:xfrm>
            <a:custGeom>
              <a:avLst/>
              <a:gdLst>
                <a:gd name="T0" fmla="*/ 16 w 3485"/>
                <a:gd name="T1" fmla="*/ 0 h 3490"/>
                <a:gd name="T2" fmla="*/ 17 w 3485"/>
                <a:gd name="T3" fmla="*/ 2 h 3490"/>
                <a:gd name="T4" fmla="*/ 17 w 3485"/>
                <a:gd name="T5" fmla="*/ 3 h 3490"/>
                <a:gd name="T6" fmla="*/ 14 w 3485"/>
                <a:gd name="T7" fmla="*/ 4 h 3490"/>
                <a:gd name="T8" fmla="*/ 12 w 3485"/>
                <a:gd name="T9" fmla="*/ 4 h 3490"/>
                <a:gd name="T10" fmla="*/ 11 w 3485"/>
                <a:gd name="T11" fmla="*/ 2 h 3490"/>
                <a:gd name="T12" fmla="*/ 11 w 3485"/>
                <a:gd name="T13" fmla="*/ 1 h 3490"/>
                <a:gd name="T14" fmla="*/ 14 w 3485"/>
                <a:gd name="T15" fmla="*/ 0 h 3490"/>
                <a:gd name="T16" fmla="*/ 3 w 3485"/>
                <a:gd name="T17" fmla="*/ 7 h 3490"/>
                <a:gd name="T18" fmla="*/ 4 w 3485"/>
                <a:gd name="T19" fmla="*/ 9 h 3490"/>
                <a:gd name="T20" fmla="*/ 3 w 3485"/>
                <a:gd name="T21" fmla="*/ 12 h 3490"/>
                <a:gd name="T22" fmla="*/ 2 w 3485"/>
                <a:gd name="T23" fmla="*/ 13 h 3490"/>
                <a:gd name="T24" fmla="*/ 1 w 3485"/>
                <a:gd name="T25" fmla="*/ 12 h 3490"/>
                <a:gd name="T26" fmla="*/ 0 w 3485"/>
                <a:gd name="T27" fmla="*/ 10 h 3490"/>
                <a:gd name="T28" fmla="*/ 0 w 3485"/>
                <a:gd name="T29" fmla="*/ 8 h 3490"/>
                <a:gd name="T30" fmla="*/ 2 w 3485"/>
                <a:gd name="T31" fmla="*/ 6 h 3490"/>
                <a:gd name="T32" fmla="*/ 10 w 3485"/>
                <a:gd name="T33" fmla="*/ 20 h 3490"/>
                <a:gd name="T34" fmla="*/ 11 w 3485"/>
                <a:gd name="T35" fmla="*/ 22 h 3490"/>
                <a:gd name="T36" fmla="*/ 11 w 3485"/>
                <a:gd name="T37" fmla="*/ 25 h 3490"/>
                <a:gd name="T38" fmla="*/ 10 w 3485"/>
                <a:gd name="T39" fmla="*/ 27 h 3490"/>
                <a:gd name="T40" fmla="*/ 8 w 3485"/>
                <a:gd name="T41" fmla="*/ 26 h 3490"/>
                <a:gd name="T42" fmla="*/ 7 w 3485"/>
                <a:gd name="T43" fmla="*/ 24 h 3490"/>
                <a:gd name="T44" fmla="*/ 7 w 3485"/>
                <a:gd name="T45" fmla="*/ 22 h 3490"/>
                <a:gd name="T46" fmla="*/ 8 w 3485"/>
                <a:gd name="T47" fmla="*/ 20 h 3490"/>
                <a:gd name="T48" fmla="*/ 20 w 3485"/>
                <a:gd name="T49" fmla="*/ 21 h 3490"/>
                <a:gd name="T50" fmla="*/ 21 w 3485"/>
                <a:gd name="T51" fmla="*/ 23 h 3490"/>
                <a:gd name="T52" fmla="*/ 21 w 3485"/>
                <a:gd name="T53" fmla="*/ 26 h 3490"/>
                <a:gd name="T54" fmla="*/ 20 w 3485"/>
                <a:gd name="T55" fmla="*/ 28 h 3490"/>
                <a:gd name="T56" fmla="*/ 18 w 3485"/>
                <a:gd name="T57" fmla="*/ 28 h 3490"/>
                <a:gd name="T58" fmla="*/ 17 w 3485"/>
                <a:gd name="T59" fmla="*/ 26 h 3490"/>
                <a:gd name="T60" fmla="*/ 17 w 3485"/>
                <a:gd name="T61" fmla="*/ 23 h 3490"/>
                <a:gd name="T62" fmla="*/ 18 w 3485"/>
                <a:gd name="T63" fmla="*/ 21 h 3490"/>
                <a:gd name="T64" fmla="*/ 19 w 3485"/>
                <a:gd name="T65" fmla="*/ 11 h 3490"/>
                <a:gd name="T66" fmla="*/ 20 w 3485"/>
                <a:gd name="T67" fmla="*/ 13 h 3490"/>
                <a:gd name="T68" fmla="*/ 21 w 3485"/>
                <a:gd name="T69" fmla="*/ 15 h 3490"/>
                <a:gd name="T70" fmla="*/ 20 w 3485"/>
                <a:gd name="T71" fmla="*/ 17 h 3490"/>
                <a:gd name="T72" fmla="*/ 18 w 3485"/>
                <a:gd name="T73" fmla="*/ 17 h 3490"/>
                <a:gd name="T74" fmla="*/ 17 w 3485"/>
                <a:gd name="T75" fmla="*/ 16 h 3490"/>
                <a:gd name="T76" fmla="*/ 17 w 3485"/>
                <a:gd name="T77" fmla="*/ 13 h 3490"/>
                <a:gd name="T78" fmla="*/ 18 w 3485"/>
                <a:gd name="T79" fmla="*/ 11 h 3490"/>
                <a:gd name="T80" fmla="*/ 26 w 3485"/>
                <a:gd name="T81" fmla="*/ 7 h 3490"/>
                <a:gd name="T82" fmla="*/ 27 w 3485"/>
                <a:gd name="T83" fmla="*/ 8 h 3490"/>
                <a:gd name="T84" fmla="*/ 27 w 3485"/>
                <a:gd name="T85" fmla="*/ 11 h 3490"/>
                <a:gd name="T86" fmla="*/ 26 w 3485"/>
                <a:gd name="T87" fmla="*/ 13 h 3490"/>
                <a:gd name="T88" fmla="*/ 25 w 3485"/>
                <a:gd name="T89" fmla="*/ 13 h 3490"/>
                <a:gd name="T90" fmla="*/ 24 w 3485"/>
                <a:gd name="T91" fmla="*/ 12 h 3490"/>
                <a:gd name="T92" fmla="*/ 24 w 3485"/>
                <a:gd name="T93" fmla="*/ 9 h 3490"/>
                <a:gd name="T94" fmla="*/ 24 w 3485"/>
                <a:gd name="T95" fmla="*/ 7 h 3490"/>
                <a:gd name="T96" fmla="*/ 26 w 3485"/>
                <a:gd name="T97" fmla="*/ 17 h 3490"/>
                <a:gd name="T98" fmla="*/ 27 w 3485"/>
                <a:gd name="T99" fmla="*/ 18 h 3490"/>
                <a:gd name="T100" fmla="*/ 28 w 3485"/>
                <a:gd name="T101" fmla="*/ 21 h 3490"/>
                <a:gd name="T102" fmla="*/ 27 w 3485"/>
                <a:gd name="T103" fmla="*/ 23 h 3490"/>
                <a:gd name="T104" fmla="*/ 26 w 3485"/>
                <a:gd name="T105" fmla="*/ 24 h 3490"/>
                <a:gd name="T106" fmla="*/ 24 w 3485"/>
                <a:gd name="T107" fmla="*/ 23 h 3490"/>
                <a:gd name="T108" fmla="*/ 24 w 3485"/>
                <a:gd name="T109" fmla="*/ 20 h 3490"/>
                <a:gd name="T110" fmla="*/ 25 w 3485"/>
                <a:gd name="T111" fmla="*/ 18 h 3490"/>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w 3485"/>
                <a:gd name="T169" fmla="*/ 0 h 3490"/>
                <a:gd name="T170" fmla="*/ 3485 w 3485"/>
                <a:gd name="T171" fmla="*/ 3490 h 3490"/>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T168" t="T169" r="T170" b="T171"/>
              <a:pathLst>
                <a:path w="3485" h="3490">
                  <a:moveTo>
                    <a:pt x="1754" y="0"/>
                  </a:moveTo>
                  <a:lnTo>
                    <a:pt x="1797" y="2"/>
                  </a:lnTo>
                  <a:lnTo>
                    <a:pt x="1840" y="5"/>
                  </a:lnTo>
                  <a:lnTo>
                    <a:pt x="1881" y="12"/>
                  </a:lnTo>
                  <a:lnTo>
                    <a:pt x="1921" y="20"/>
                  </a:lnTo>
                  <a:lnTo>
                    <a:pt x="1959" y="31"/>
                  </a:lnTo>
                  <a:lnTo>
                    <a:pt x="1994" y="44"/>
                  </a:lnTo>
                  <a:lnTo>
                    <a:pt x="2028" y="59"/>
                  </a:lnTo>
                  <a:lnTo>
                    <a:pt x="2058" y="74"/>
                  </a:lnTo>
                  <a:lnTo>
                    <a:pt x="2086" y="93"/>
                  </a:lnTo>
                  <a:lnTo>
                    <a:pt x="2111" y="113"/>
                  </a:lnTo>
                  <a:lnTo>
                    <a:pt x="2132" y="133"/>
                  </a:lnTo>
                  <a:lnTo>
                    <a:pt x="2151" y="155"/>
                  </a:lnTo>
                  <a:lnTo>
                    <a:pt x="2165" y="179"/>
                  </a:lnTo>
                  <a:lnTo>
                    <a:pt x="2175" y="203"/>
                  </a:lnTo>
                  <a:lnTo>
                    <a:pt x="2182" y="229"/>
                  </a:lnTo>
                  <a:lnTo>
                    <a:pt x="2185" y="255"/>
                  </a:lnTo>
                  <a:lnTo>
                    <a:pt x="2182" y="281"/>
                  </a:lnTo>
                  <a:lnTo>
                    <a:pt x="2175" y="305"/>
                  </a:lnTo>
                  <a:lnTo>
                    <a:pt x="2165" y="330"/>
                  </a:lnTo>
                  <a:lnTo>
                    <a:pt x="2151" y="353"/>
                  </a:lnTo>
                  <a:lnTo>
                    <a:pt x="2132" y="376"/>
                  </a:lnTo>
                  <a:lnTo>
                    <a:pt x="2111" y="397"/>
                  </a:lnTo>
                  <a:lnTo>
                    <a:pt x="2086" y="417"/>
                  </a:lnTo>
                  <a:lnTo>
                    <a:pt x="2058" y="434"/>
                  </a:lnTo>
                  <a:lnTo>
                    <a:pt x="2028" y="451"/>
                  </a:lnTo>
                  <a:lnTo>
                    <a:pt x="1994" y="466"/>
                  </a:lnTo>
                  <a:lnTo>
                    <a:pt x="1959" y="479"/>
                  </a:lnTo>
                  <a:lnTo>
                    <a:pt x="1921" y="489"/>
                  </a:lnTo>
                  <a:lnTo>
                    <a:pt x="1881" y="498"/>
                  </a:lnTo>
                  <a:lnTo>
                    <a:pt x="1840" y="505"/>
                  </a:lnTo>
                  <a:lnTo>
                    <a:pt x="1797" y="508"/>
                  </a:lnTo>
                  <a:lnTo>
                    <a:pt x="1754" y="509"/>
                  </a:lnTo>
                  <a:lnTo>
                    <a:pt x="1710" y="508"/>
                  </a:lnTo>
                  <a:lnTo>
                    <a:pt x="1667" y="505"/>
                  </a:lnTo>
                  <a:lnTo>
                    <a:pt x="1626" y="498"/>
                  </a:lnTo>
                  <a:lnTo>
                    <a:pt x="1586" y="489"/>
                  </a:lnTo>
                  <a:lnTo>
                    <a:pt x="1548" y="479"/>
                  </a:lnTo>
                  <a:lnTo>
                    <a:pt x="1512" y="466"/>
                  </a:lnTo>
                  <a:lnTo>
                    <a:pt x="1479" y="451"/>
                  </a:lnTo>
                  <a:lnTo>
                    <a:pt x="1449" y="434"/>
                  </a:lnTo>
                  <a:lnTo>
                    <a:pt x="1421" y="417"/>
                  </a:lnTo>
                  <a:lnTo>
                    <a:pt x="1395" y="397"/>
                  </a:lnTo>
                  <a:lnTo>
                    <a:pt x="1374" y="376"/>
                  </a:lnTo>
                  <a:lnTo>
                    <a:pt x="1355" y="353"/>
                  </a:lnTo>
                  <a:lnTo>
                    <a:pt x="1341" y="330"/>
                  </a:lnTo>
                  <a:lnTo>
                    <a:pt x="1331" y="305"/>
                  </a:lnTo>
                  <a:lnTo>
                    <a:pt x="1324" y="281"/>
                  </a:lnTo>
                  <a:lnTo>
                    <a:pt x="1321" y="255"/>
                  </a:lnTo>
                  <a:lnTo>
                    <a:pt x="1324" y="229"/>
                  </a:lnTo>
                  <a:lnTo>
                    <a:pt x="1331" y="203"/>
                  </a:lnTo>
                  <a:lnTo>
                    <a:pt x="1341" y="179"/>
                  </a:lnTo>
                  <a:lnTo>
                    <a:pt x="1355" y="155"/>
                  </a:lnTo>
                  <a:lnTo>
                    <a:pt x="1374" y="133"/>
                  </a:lnTo>
                  <a:lnTo>
                    <a:pt x="1395" y="113"/>
                  </a:lnTo>
                  <a:lnTo>
                    <a:pt x="1421" y="93"/>
                  </a:lnTo>
                  <a:lnTo>
                    <a:pt x="1449" y="74"/>
                  </a:lnTo>
                  <a:lnTo>
                    <a:pt x="1479" y="59"/>
                  </a:lnTo>
                  <a:lnTo>
                    <a:pt x="1512" y="44"/>
                  </a:lnTo>
                  <a:lnTo>
                    <a:pt x="1548" y="31"/>
                  </a:lnTo>
                  <a:lnTo>
                    <a:pt x="1586" y="20"/>
                  </a:lnTo>
                  <a:lnTo>
                    <a:pt x="1626" y="12"/>
                  </a:lnTo>
                  <a:lnTo>
                    <a:pt x="1667" y="5"/>
                  </a:lnTo>
                  <a:lnTo>
                    <a:pt x="1710" y="2"/>
                  </a:lnTo>
                  <a:lnTo>
                    <a:pt x="1754" y="0"/>
                  </a:lnTo>
                  <a:close/>
                  <a:moveTo>
                    <a:pt x="239" y="786"/>
                  </a:moveTo>
                  <a:lnTo>
                    <a:pt x="263" y="788"/>
                  </a:lnTo>
                  <a:lnTo>
                    <a:pt x="287" y="794"/>
                  </a:lnTo>
                  <a:lnTo>
                    <a:pt x="309" y="805"/>
                  </a:lnTo>
                  <a:lnTo>
                    <a:pt x="331" y="819"/>
                  </a:lnTo>
                  <a:lnTo>
                    <a:pt x="352" y="836"/>
                  </a:lnTo>
                  <a:lnTo>
                    <a:pt x="372" y="857"/>
                  </a:lnTo>
                  <a:lnTo>
                    <a:pt x="390" y="882"/>
                  </a:lnTo>
                  <a:lnTo>
                    <a:pt x="407" y="909"/>
                  </a:lnTo>
                  <a:lnTo>
                    <a:pt x="423" y="940"/>
                  </a:lnTo>
                  <a:lnTo>
                    <a:pt x="437" y="971"/>
                  </a:lnTo>
                  <a:lnTo>
                    <a:pt x="448" y="1006"/>
                  </a:lnTo>
                  <a:lnTo>
                    <a:pt x="459" y="1043"/>
                  </a:lnTo>
                  <a:lnTo>
                    <a:pt x="467" y="1081"/>
                  </a:lnTo>
                  <a:lnTo>
                    <a:pt x="473" y="1121"/>
                  </a:lnTo>
                  <a:lnTo>
                    <a:pt x="476" y="1163"/>
                  </a:lnTo>
                  <a:lnTo>
                    <a:pt x="478" y="1206"/>
                  </a:lnTo>
                  <a:lnTo>
                    <a:pt x="476" y="1248"/>
                  </a:lnTo>
                  <a:lnTo>
                    <a:pt x="473" y="1290"/>
                  </a:lnTo>
                  <a:lnTo>
                    <a:pt x="467" y="1330"/>
                  </a:lnTo>
                  <a:lnTo>
                    <a:pt x="459" y="1367"/>
                  </a:lnTo>
                  <a:lnTo>
                    <a:pt x="448" y="1405"/>
                  </a:lnTo>
                  <a:lnTo>
                    <a:pt x="437" y="1439"/>
                  </a:lnTo>
                  <a:lnTo>
                    <a:pt x="423" y="1472"/>
                  </a:lnTo>
                  <a:lnTo>
                    <a:pt x="407" y="1501"/>
                  </a:lnTo>
                  <a:lnTo>
                    <a:pt x="390" y="1528"/>
                  </a:lnTo>
                  <a:lnTo>
                    <a:pt x="372" y="1553"/>
                  </a:lnTo>
                  <a:lnTo>
                    <a:pt x="352" y="1574"/>
                  </a:lnTo>
                  <a:lnTo>
                    <a:pt x="331" y="1591"/>
                  </a:lnTo>
                  <a:lnTo>
                    <a:pt x="309" y="1605"/>
                  </a:lnTo>
                  <a:lnTo>
                    <a:pt x="287" y="1616"/>
                  </a:lnTo>
                  <a:lnTo>
                    <a:pt x="263" y="1622"/>
                  </a:lnTo>
                  <a:lnTo>
                    <a:pt x="239" y="1624"/>
                  </a:lnTo>
                  <a:lnTo>
                    <a:pt x="214" y="1622"/>
                  </a:lnTo>
                  <a:lnTo>
                    <a:pt x="191" y="1616"/>
                  </a:lnTo>
                  <a:lnTo>
                    <a:pt x="168" y="1605"/>
                  </a:lnTo>
                  <a:lnTo>
                    <a:pt x="146" y="1591"/>
                  </a:lnTo>
                  <a:lnTo>
                    <a:pt x="125" y="1574"/>
                  </a:lnTo>
                  <a:lnTo>
                    <a:pt x="105" y="1553"/>
                  </a:lnTo>
                  <a:lnTo>
                    <a:pt x="87" y="1528"/>
                  </a:lnTo>
                  <a:lnTo>
                    <a:pt x="70" y="1501"/>
                  </a:lnTo>
                  <a:lnTo>
                    <a:pt x="55" y="1472"/>
                  </a:lnTo>
                  <a:lnTo>
                    <a:pt x="41" y="1439"/>
                  </a:lnTo>
                  <a:lnTo>
                    <a:pt x="29" y="1405"/>
                  </a:lnTo>
                  <a:lnTo>
                    <a:pt x="18" y="1367"/>
                  </a:lnTo>
                  <a:lnTo>
                    <a:pt x="10" y="1330"/>
                  </a:lnTo>
                  <a:lnTo>
                    <a:pt x="4" y="1290"/>
                  </a:lnTo>
                  <a:lnTo>
                    <a:pt x="1" y="1248"/>
                  </a:lnTo>
                  <a:lnTo>
                    <a:pt x="0" y="1206"/>
                  </a:lnTo>
                  <a:lnTo>
                    <a:pt x="1" y="1163"/>
                  </a:lnTo>
                  <a:lnTo>
                    <a:pt x="4" y="1121"/>
                  </a:lnTo>
                  <a:lnTo>
                    <a:pt x="10" y="1081"/>
                  </a:lnTo>
                  <a:lnTo>
                    <a:pt x="18" y="1043"/>
                  </a:lnTo>
                  <a:lnTo>
                    <a:pt x="29" y="1006"/>
                  </a:lnTo>
                  <a:lnTo>
                    <a:pt x="41" y="971"/>
                  </a:lnTo>
                  <a:lnTo>
                    <a:pt x="55" y="940"/>
                  </a:lnTo>
                  <a:lnTo>
                    <a:pt x="70" y="909"/>
                  </a:lnTo>
                  <a:lnTo>
                    <a:pt x="87" y="882"/>
                  </a:lnTo>
                  <a:lnTo>
                    <a:pt x="105" y="857"/>
                  </a:lnTo>
                  <a:lnTo>
                    <a:pt x="125" y="836"/>
                  </a:lnTo>
                  <a:lnTo>
                    <a:pt x="146" y="819"/>
                  </a:lnTo>
                  <a:lnTo>
                    <a:pt x="168" y="805"/>
                  </a:lnTo>
                  <a:lnTo>
                    <a:pt x="191" y="794"/>
                  </a:lnTo>
                  <a:lnTo>
                    <a:pt x="214" y="788"/>
                  </a:lnTo>
                  <a:lnTo>
                    <a:pt x="239" y="786"/>
                  </a:lnTo>
                  <a:close/>
                  <a:moveTo>
                    <a:pt x="1119" y="2495"/>
                  </a:moveTo>
                  <a:lnTo>
                    <a:pt x="1143" y="2498"/>
                  </a:lnTo>
                  <a:lnTo>
                    <a:pt x="1167" y="2504"/>
                  </a:lnTo>
                  <a:lnTo>
                    <a:pt x="1190" y="2514"/>
                  </a:lnTo>
                  <a:lnTo>
                    <a:pt x="1211" y="2528"/>
                  </a:lnTo>
                  <a:lnTo>
                    <a:pt x="1232" y="2546"/>
                  </a:lnTo>
                  <a:lnTo>
                    <a:pt x="1252" y="2567"/>
                  </a:lnTo>
                  <a:lnTo>
                    <a:pt x="1271" y="2592"/>
                  </a:lnTo>
                  <a:lnTo>
                    <a:pt x="1288" y="2618"/>
                  </a:lnTo>
                  <a:lnTo>
                    <a:pt x="1304" y="2648"/>
                  </a:lnTo>
                  <a:lnTo>
                    <a:pt x="1318" y="2681"/>
                  </a:lnTo>
                  <a:lnTo>
                    <a:pt x="1329" y="2715"/>
                  </a:lnTo>
                  <a:lnTo>
                    <a:pt x="1340" y="2752"/>
                  </a:lnTo>
                  <a:lnTo>
                    <a:pt x="1348" y="2790"/>
                  </a:lnTo>
                  <a:lnTo>
                    <a:pt x="1354" y="2830"/>
                  </a:lnTo>
                  <a:lnTo>
                    <a:pt x="1358" y="2872"/>
                  </a:lnTo>
                  <a:lnTo>
                    <a:pt x="1359" y="2914"/>
                  </a:lnTo>
                  <a:lnTo>
                    <a:pt x="1358" y="2956"/>
                  </a:lnTo>
                  <a:lnTo>
                    <a:pt x="1354" y="2998"/>
                  </a:lnTo>
                  <a:lnTo>
                    <a:pt x="1348" y="3038"/>
                  </a:lnTo>
                  <a:lnTo>
                    <a:pt x="1340" y="3077"/>
                  </a:lnTo>
                  <a:lnTo>
                    <a:pt x="1329" y="3113"/>
                  </a:lnTo>
                  <a:lnTo>
                    <a:pt x="1318" y="3147"/>
                  </a:lnTo>
                  <a:lnTo>
                    <a:pt x="1304" y="3180"/>
                  </a:lnTo>
                  <a:lnTo>
                    <a:pt x="1288" y="3209"/>
                  </a:lnTo>
                  <a:lnTo>
                    <a:pt x="1271" y="3238"/>
                  </a:lnTo>
                  <a:lnTo>
                    <a:pt x="1252" y="3261"/>
                  </a:lnTo>
                  <a:lnTo>
                    <a:pt x="1232" y="3282"/>
                  </a:lnTo>
                  <a:lnTo>
                    <a:pt x="1211" y="3301"/>
                  </a:lnTo>
                  <a:lnTo>
                    <a:pt x="1190" y="3315"/>
                  </a:lnTo>
                  <a:lnTo>
                    <a:pt x="1167" y="3325"/>
                  </a:lnTo>
                  <a:lnTo>
                    <a:pt x="1143" y="3331"/>
                  </a:lnTo>
                  <a:lnTo>
                    <a:pt x="1119" y="3334"/>
                  </a:lnTo>
                  <a:lnTo>
                    <a:pt x="1094" y="3331"/>
                  </a:lnTo>
                  <a:lnTo>
                    <a:pt x="1070" y="3325"/>
                  </a:lnTo>
                  <a:lnTo>
                    <a:pt x="1048" y="3315"/>
                  </a:lnTo>
                  <a:lnTo>
                    <a:pt x="1026" y="3301"/>
                  </a:lnTo>
                  <a:lnTo>
                    <a:pt x="1005" y="3282"/>
                  </a:lnTo>
                  <a:lnTo>
                    <a:pt x="985" y="3261"/>
                  </a:lnTo>
                  <a:lnTo>
                    <a:pt x="967" y="3238"/>
                  </a:lnTo>
                  <a:lnTo>
                    <a:pt x="950" y="3209"/>
                  </a:lnTo>
                  <a:lnTo>
                    <a:pt x="935" y="3180"/>
                  </a:lnTo>
                  <a:lnTo>
                    <a:pt x="921" y="3147"/>
                  </a:lnTo>
                  <a:lnTo>
                    <a:pt x="909" y="3113"/>
                  </a:lnTo>
                  <a:lnTo>
                    <a:pt x="898" y="3077"/>
                  </a:lnTo>
                  <a:lnTo>
                    <a:pt x="890" y="3038"/>
                  </a:lnTo>
                  <a:lnTo>
                    <a:pt x="884" y="2998"/>
                  </a:lnTo>
                  <a:lnTo>
                    <a:pt x="881" y="2956"/>
                  </a:lnTo>
                  <a:lnTo>
                    <a:pt x="880" y="2914"/>
                  </a:lnTo>
                  <a:lnTo>
                    <a:pt x="881" y="2872"/>
                  </a:lnTo>
                  <a:lnTo>
                    <a:pt x="884" y="2830"/>
                  </a:lnTo>
                  <a:lnTo>
                    <a:pt x="890" y="2790"/>
                  </a:lnTo>
                  <a:lnTo>
                    <a:pt x="898" y="2752"/>
                  </a:lnTo>
                  <a:lnTo>
                    <a:pt x="909" y="2715"/>
                  </a:lnTo>
                  <a:lnTo>
                    <a:pt x="921" y="2681"/>
                  </a:lnTo>
                  <a:lnTo>
                    <a:pt x="935" y="2648"/>
                  </a:lnTo>
                  <a:lnTo>
                    <a:pt x="950" y="2618"/>
                  </a:lnTo>
                  <a:lnTo>
                    <a:pt x="967" y="2592"/>
                  </a:lnTo>
                  <a:lnTo>
                    <a:pt x="985" y="2567"/>
                  </a:lnTo>
                  <a:lnTo>
                    <a:pt x="1005" y="2546"/>
                  </a:lnTo>
                  <a:lnTo>
                    <a:pt x="1026" y="2528"/>
                  </a:lnTo>
                  <a:lnTo>
                    <a:pt x="1048" y="2514"/>
                  </a:lnTo>
                  <a:lnTo>
                    <a:pt x="1070" y="2504"/>
                  </a:lnTo>
                  <a:lnTo>
                    <a:pt x="1094" y="2498"/>
                  </a:lnTo>
                  <a:lnTo>
                    <a:pt x="1119" y="2495"/>
                  </a:lnTo>
                  <a:close/>
                  <a:moveTo>
                    <a:pt x="2380" y="2651"/>
                  </a:moveTo>
                  <a:lnTo>
                    <a:pt x="2405" y="2654"/>
                  </a:lnTo>
                  <a:lnTo>
                    <a:pt x="2428" y="2660"/>
                  </a:lnTo>
                  <a:lnTo>
                    <a:pt x="2452" y="2670"/>
                  </a:lnTo>
                  <a:lnTo>
                    <a:pt x="2473" y="2684"/>
                  </a:lnTo>
                  <a:lnTo>
                    <a:pt x="2494" y="2703"/>
                  </a:lnTo>
                  <a:lnTo>
                    <a:pt x="2514" y="2724"/>
                  </a:lnTo>
                  <a:lnTo>
                    <a:pt x="2533" y="2747"/>
                  </a:lnTo>
                  <a:lnTo>
                    <a:pt x="2550" y="2774"/>
                  </a:lnTo>
                  <a:lnTo>
                    <a:pt x="2565" y="2805"/>
                  </a:lnTo>
                  <a:lnTo>
                    <a:pt x="2580" y="2838"/>
                  </a:lnTo>
                  <a:lnTo>
                    <a:pt x="2591" y="2872"/>
                  </a:lnTo>
                  <a:lnTo>
                    <a:pt x="2602" y="2908"/>
                  </a:lnTo>
                  <a:lnTo>
                    <a:pt x="2610" y="2947"/>
                  </a:lnTo>
                  <a:lnTo>
                    <a:pt x="2616" y="2987"/>
                  </a:lnTo>
                  <a:lnTo>
                    <a:pt x="2619" y="3029"/>
                  </a:lnTo>
                  <a:lnTo>
                    <a:pt x="2621" y="3071"/>
                  </a:lnTo>
                  <a:lnTo>
                    <a:pt x="2619" y="3113"/>
                  </a:lnTo>
                  <a:lnTo>
                    <a:pt x="2616" y="3155"/>
                  </a:lnTo>
                  <a:lnTo>
                    <a:pt x="2610" y="3195"/>
                  </a:lnTo>
                  <a:lnTo>
                    <a:pt x="2602" y="3233"/>
                  </a:lnTo>
                  <a:lnTo>
                    <a:pt x="2591" y="3270"/>
                  </a:lnTo>
                  <a:lnTo>
                    <a:pt x="2580" y="3304"/>
                  </a:lnTo>
                  <a:lnTo>
                    <a:pt x="2565" y="3337"/>
                  </a:lnTo>
                  <a:lnTo>
                    <a:pt x="2550" y="3367"/>
                  </a:lnTo>
                  <a:lnTo>
                    <a:pt x="2533" y="3393"/>
                  </a:lnTo>
                  <a:lnTo>
                    <a:pt x="2514" y="3418"/>
                  </a:lnTo>
                  <a:lnTo>
                    <a:pt x="2494" y="3439"/>
                  </a:lnTo>
                  <a:lnTo>
                    <a:pt x="2473" y="3457"/>
                  </a:lnTo>
                  <a:lnTo>
                    <a:pt x="2452" y="3471"/>
                  </a:lnTo>
                  <a:lnTo>
                    <a:pt x="2428" y="3481"/>
                  </a:lnTo>
                  <a:lnTo>
                    <a:pt x="2405" y="3487"/>
                  </a:lnTo>
                  <a:lnTo>
                    <a:pt x="2380" y="3490"/>
                  </a:lnTo>
                  <a:lnTo>
                    <a:pt x="2356" y="3487"/>
                  </a:lnTo>
                  <a:lnTo>
                    <a:pt x="2332" y="3481"/>
                  </a:lnTo>
                  <a:lnTo>
                    <a:pt x="2310" y="3471"/>
                  </a:lnTo>
                  <a:lnTo>
                    <a:pt x="2288" y="3457"/>
                  </a:lnTo>
                  <a:lnTo>
                    <a:pt x="2267" y="3439"/>
                  </a:lnTo>
                  <a:lnTo>
                    <a:pt x="2248" y="3418"/>
                  </a:lnTo>
                  <a:lnTo>
                    <a:pt x="2229" y="3393"/>
                  </a:lnTo>
                  <a:lnTo>
                    <a:pt x="2212" y="3367"/>
                  </a:lnTo>
                  <a:lnTo>
                    <a:pt x="2196" y="3337"/>
                  </a:lnTo>
                  <a:lnTo>
                    <a:pt x="2182" y="3304"/>
                  </a:lnTo>
                  <a:lnTo>
                    <a:pt x="2171" y="3270"/>
                  </a:lnTo>
                  <a:lnTo>
                    <a:pt x="2160" y="3233"/>
                  </a:lnTo>
                  <a:lnTo>
                    <a:pt x="2152" y="3195"/>
                  </a:lnTo>
                  <a:lnTo>
                    <a:pt x="2146" y="3155"/>
                  </a:lnTo>
                  <a:lnTo>
                    <a:pt x="2142" y="3113"/>
                  </a:lnTo>
                  <a:lnTo>
                    <a:pt x="2141" y="3071"/>
                  </a:lnTo>
                  <a:lnTo>
                    <a:pt x="2142" y="3029"/>
                  </a:lnTo>
                  <a:lnTo>
                    <a:pt x="2146" y="2987"/>
                  </a:lnTo>
                  <a:lnTo>
                    <a:pt x="2152" y="2947"/>
                  </a:lnTo>
                  <a:lnTo>
                    <a:pt x="2160" y="2908"/>
                  </a:lnTo>
                  <a:lnTo>
                    <a:pt x="2171" y="2872"/>
                  </a:lnTo>
                  <a:lnTo>
                    <a:pt x="2182" y="2838"/>
                  </a:lnTo>
                  <a:lnTo>
                    <a:pt x="2196" y="2805"/>
                  </a:lnTo>
                  <a:lnTo>
                    <a:pt x="2212" y="2774"/>
                  </a:lnTo>
                  <a:lnTo>
                    <a:pt x="2229" y="2747"/>
                  </a:lnTo>
                  <a:lnTo>
                    <a:pt x="2248" y="2724"/>
                  </a:lnTo>
                  <a:lnTo>
                    <a:pt x="2267" y="2703"/>
                  </a:lnTo>
                  <a:lnTo>
                    <a:pt x="2288" y="2684"/>
                  </a:lnTo>
                  <a:lnTo>
                    <a:pt x="2310" y="2670"/>
                  </a:lnTo>
                  <a:lnTo>
                    <a:pt x="2332" y="2660"/>
                  </a:lnTo>
                  <a:lnTo>
                    <a:pt x="2356" y="2654"/>
                  </a:lnTo>
                  <a:lnTo>
                    <a:pt x="2380" y="2651"/>
                  </a:lnTo>
                  <a:close/>
                  <a:moveTo>
                    <a:pt x="2342" y="1355"/>
                  </a:moveTo>
                  <a:lnTo>
                    <a:pt x="2366" y="1357"/>
                  </a:lnTo>
                  <a:lnTo>
                    <a:pt x="2390" y="1363"/>
                  </a:lnTo>
                  <a:lnTo>
                    <a:pt x="2412" y="1373"/>
                  </a:lnTo>
                  <a:lnTo>
                    <a:pt x="2434" y="1387"/>
                  </a:lnTo>
                  <a:lnTo>
                    <a:pt x="2455" y="1405"/>
                  </a:lnTo>
                  <a:lnTo>
                    <a:pt x="2475" y="1426"/>
                  </a:lnTo>
                  <a:lnTo>
                    <a:pt x="2493" y="1451"/>
                  </a:lnTo>
                  <a:lnTo>
                    <a:pt x="2510" y="1478"/>
                  </a:lnTo>
                  <a:lnTo>
                    <a:pt x="2526" y="1507"/>
                  </a:lnTo>
                  <a:lnTo>
                    <a:pt x="2540" y="1540"/>
                  </a:lnTo>
                  <a:lnTo>
                    <a:pt x="2551" y="1574"/>
                  </a:lnTo>
                  <a:lnTo>
                    <a:pt x="2562" y="1611"/>
                  </a:lnTo>
                  <a:lnTo>
                    <a:pt x="2570" y="1649"/>
                  </a:lnTo>
                  <a:lnTo>
                    <a:pt x="2576" y="1689"/>
                  </a:lnTo>
                  <a:lnTo>
                    <a:pt x="2580" y="1731"/>
                  </a:lnTo>
                  <a:lnTo>
                    <a:pt x="2581" y="1773"/>
                  </a:lnTo>
                  <a:lnTo>
                    <a:pt x="2580" y="1815"/>
                  </a:lnTo>
                  <a:lnTo>
                    <a:pt x="2576" y="1858"/>
                  </a:lnTo>
                  <a:lnTo>
                    <a:pt x="2570" y="1897"/>
                  </a:lnTo>
                  <a:lnTo>
                    <a:pt x="2562" y="1936"/>
                  </a:lnTo>
                  <a:lnTo>
                    <a:pt x="2551" y="1972"/>
                  </a:lnTo>
                  <a:lnTo>
                    <a:pt x="2540" y="2008"/>
                  </a:lnTo>
                  <a:lnTo>
                    <a:pt x="2526" y="2039"/>
                  </a:lnTo>
                  <a:lnTo>
                    <a:pt x="2510" y="2070"/>
                  </a:lnTo>
                  <a:lnTo>
                    <a:pt x="2493" y="2097"/>
                  </a:lnTo>
                  <a:lnTo>
                    <a:pt x="2475" y="2121"/>
                  </a:lnTo>
                  <a:lnTo>
                    <a:pt x="2455" y="2142"/>
                  </a:lnTo>
                  <a:lnTo>
                    <a:pt x="2434" y="2160"/>
                  </a:lnTo>
                  <a:lnTo>
                    <a:pt x="2412" y="2174"/>
                  </a:lnTo>
                  <a:lnTo>
                    <a:pt x="2390" y="2185"/>
                  </a:lnTo>
                  <a:lnTo>
                    <a:pt x="2366" y="2191"/>
                  </a:lnTo>
                  <a:lnTo>
                    <a:pt x="2342" y="2193"/>
                  </a:lnTo>
                  <a:lnTo>
                    <a:pt x="2317" y="2191"/>
                  </a:lnTo>
                  <a:lnTo>
                    <a:pt x="2294" y="2185"/>
                  </a:lnTo>
                  <a:lnTo>
                    <a:pt x="2270" y="2174"/>
                  </a:lnTo>
                  <a:lnTo>
                    <a:pt x="2249" y="2160"/>
                  </a:lnTo>
                  <a:lnTo>
                    <a:pt x="2228" y="2142"/>
                  </a:lnTo>
                  <a:lnTo>
                    <a:pt x="2208" y="2121"/>
                  </a:lnTo>
                  <a:lnTo>
                    <a:pt x="2189" y="2097"/>
                  </a:lnTo>
                  <a:lnTo>
                    <a:pt x="2173" y="2070"/>
                  </a:lnTo>
                  <a:lnTo>
                    <a:pt x="2157" y="2039"/>
                  </a:lnTo>
                  <a:lnTo>
                    <a:pt x="2142" y="2008"/>
                  </a:lnTo>
                  <a:lnTo>
                    <a:pt x="2131" y="1972"/>
                  </a:lnTo>
                  <a:lnTo>
                    <a:pt x="2120" y="1936"/>
                  </a:lnTo>
                  <a:lnTo>
                    <a:pt x="2112" y="1897"/>
                  </a:lnTo>
                  <a:lnTo>
                    <a:pt x="2106" y="1858"/>
                  </a:lnTo>
                  <a:lnTo>
                    <a:pt x="2103" y="1815"/>
                  </a:lnTo>
                  <a:lnTo>
                    <a:pt x="2101" y="1773"/>
                  </a:lnTo>
                  <a:lnTo>
                    <a:pt x="2103" y="1731"/>
                  </a:lnTo>
                  <a:lnTo>
                    <a:pt x="2106" y="1689"/>
                  </a:lnTo>
                  <a:lnTo>
                    <a:pt x="2112" y="1649"/>
                  </a:lnTo>
                  <a:lnTo>
                    <a:pt x="2120" y="1611"/>
                  </a:lnTo>
                  <a:lnTo>
                    <a:pt x="2131" y="1574"/>
                  </a:lnTo>
                  <a:lnTo>
                    <a:pt x="2142" y="1540"/>
                  </a:lnTo>
                  <a:lnTo>
                    <a:pt x="2157" y="1507"/>
                  </a:lnTo>
                  <a:lnTo>
                    <a:pt x="2173" y="1478"/>
                  </a:lnTo>
                  <a:lnTo>
                    <a:pt x="2189" y="1451"/>
                  </a:lnTo>
                  <a:lnTo>
                    <a:pt x="2208" y="1426"/>
                  </a:lnTo>
                  <a:lnTo>
                    <a:pt x="2228" y="1405"/>
                  </a:lnTo>
                  <a:lnTo>
                    <a:pt x="2249" y="1387"/>
                  </a:lnTo>
                  <a:lnTo>
                    <a:pt x="2270" y="1373"/>
                  </a:lnTo>
                  <a:lnTo>
                    <a:pt x="2294" y="1363"/>
                  </a:lnTo>
                  <a:lnTo>
                    <a:pt x="2317" y="1357"/>
                  </a:lnTo>
                  <a:lnTo>
                    <a:pt x="2342" y="1355"/>
                  </a:lnTo>
                  <a:close/>
                  <a:moveTo>
                    <a:pt x="3179" y="819"/>
                  </a:moveTo>
                  <a:lnTo>
                    <a:pt x="3204" y="821"/>
                  </a:lnTo>
                  <a:lnTo>
                    <a:pt x="3227" y="827"/>
                  </a:lnTo>
                  <a:lnTo>
                    <a:pt x="3250" y="838"/>
                  </a:lnTo>
                  <a:lnTo>
                    <a:pt x="3272" y="852"/>
                  </a:lnTo>
                  <a:lnTo>
                    <a:pt x="3293" y="869"/>
                  </a:lnTo>
                  <a:lnTo>
                    <a:pt x="3312" y="890"/>
                  </a:lnTo>
                  <a:lnTo>
                    <a:pt x="3331" y="915"/>
                  </a:lnTo>
                  <a:lnTo>
                    <a:pt x="3348" y="942"/>
                  </a:lnTo>
                  <a:lnTo>
                    <a:pt x="3363" y="971"/>
                  </a:lnTo>
                  <a:lnTo>
                    <a:pt x="3377" y="1004"/>
                  </a:lnTo>
                  <a:lnTo>
                    <a:pt x="3389" y="1038"/>
                  </a:lnTo>
                  <a:lnTo>
                    <a:pt x="3400" y="1076"/>
                  </a:lnTo>
                  <a:lnTo>
                    <a:pt x="3408" y="1113"/>
                  </a:lnTo>
                  <a:lnTo>
                    <a:pt x="3414" y="1153"/>
                  </a:lnTo>
                  <a:lnTo>
                    <a:pt x="3417" y="1195"/>
                  </a:lnTo>
                  <a:lnTo>
                    <a:pt x="3418" y="1237"/>
                  </a:lnTo>
                  <a:lnTo>
                    <a:pt x="3417" y="1280"/>
                  </a:lnTo>
                  <a:lnTo>
                    <a:pt x="3414" y="1322"/>
                  </a:lnTo>
                  <a:lnTo>
                    <a:pt x="3408" y="1362"/>
                  </a:lnTo>
                  <a:lnTo>
                    <a:pt x="3400" y="1399"/>
                  </a:lnTo>
                  <a:lnTo>
                    <a:pt x="3389" y="1437"/>
                  </a:lnTo>
                  <a:lnTo>
                    <a:pt x="3377" y="1471"/>
                  </a:lnTo>
                  <a:lnTo>
                    <a:pt x="3363" y="1503"/>
                  </a:lnTo>
                  <a:lnTo>
                    <a:pt x="3348" y="1533"/>
                  </a:lnTo>
                  <a:lnTo>
                    <a:pt x="3331" y="1560"/>
                  </a:lnTo>
                  <a:lnTo>
                    <a:pt x="3312" y="1584"/>
                  </a:lnTo>
                  <a:lnTo>
                    <a:pt x="3293" y="1605"/>
                  </a:lnTo>
                  <a:lnTo>
                    <a:pt x="3272" y="1623"/>
                  </a:lnTo>
                  <a:lnTo>
                    <a:pt x="3250" y="1637"/>
                  </a:lnTo>
                  <a:lnTo>
                    <a:pt x="3227" y="1648"/>
                  </a:lnTo>
                  <a:lnTo>
                    <a:pt x="3204" y="1654"/>
                  </a:lnTo>
                  <a:lnTo>
                    <a:pt x="3179" y="1656"/>
                  </a:lnTo>
                  <a:lnTo>
                    <a:pt x="3155" y="1654"/>
                  </a:lnTo>
                  <a:lnTo>
                    <a:pt x="3131" y="1648"/>
                  </a:lnTo>
                  <a:lnTo>
                    <a:pt x="3108" y="1637"/>
                  </a:lnTo>
                  <a:lnTo>
                    <a:pt x="3087" y="1623"/>
                  </a:lnTo>
                  <a:lnTo>
                    <a:pt x="3066" y="1605"/>
                  </a:lnTo>
                  <a:lnTo>
                    <a:pt x="3046" y="1584"/>
                  </a:lnTo>
                  <a:lnTo>
                    <a:pt x="3027" y="1560"/>
                  </a:lnTo>
                  <a:lnTo>
                    <a:pt x="3011" y="1533"/>
                  </a:lnTo>
                  <a:lnTo>
                    <a:pt x="2994" y="1503"/>
                  </a:lnTo>
                  <a:lnTo>
                    <a:pt x="2980" y="1471"/>
                  </a:lnTo>
                  <a:lnTo>
                    <a:pt x="2968" y="1437"/>
                  </a:lnTo>
                  <a:lnTo>
                    <a:pt x="2958" y="1399"/>
                  </a:lnTo>
                  <a:lnTo>
                    <a:pt x="2950" y="1362"/>
                  </a:lnTo>
                  <a:lnTo>
                    <a:pt x="2944" y="1322"/>
                  </a:lnTo>
                  <a:lnTo>
                    <a:pt x="2940" y="1280"/>
                  </a:lnTo>
                  <a:lnTo>
                    <a:pt x="2939" y="1237"/>
                  </a:lnTo>
                  <a:lnTo>
                    <a:pt x="2940" y="1195"/>
                  </a:lnTo>
                  <a:lnTo>
                    <a:pt x="2944" y="1153"/>
                  </a:lnTo>
                  <a:lnTo>
                    <a:pt x="2950" y="1113"/>
                  </a:lnTo>
                  <a:lnTo>
                    <a:pt x="2958" y="1076"/>
                  </a:lnTo>
                  <a:lnTo>
                    <a:pt x="2968" y="1038"/>
                  </a:lnTo>
                  <a:lnTo>
                    <a:pt x="2980" y="1004"/>
                  </a:lnTo>
                  <a:lnTo>
                    <a:pt x="2994" y="971"/>
                  </a:lnTo>
                  <a:lnTo>
                    <a:pt x="3011" y="942"/>
                  </a:lnTo>
                  <a:lnTo>
                    <a:pt x="3027" y="915"/>
                  </a:lnTo>
                  <a:lnTo>
                    <a:pt x="3046" y="890"/>
                  </a:lnTo>
                  <a:lnTo>
                    <a:pt x="3066" y="869"/>
                  </a:lnTo>
                  <a:lnTo>
                    <a:pt x="3087" y="852"/>
                  </a:lnTo>
                  <a:lnTo>
                    <a:pt x="3108" y="838"/>
                  </a:lnTo>
                  <a:lnTo>
                    <a:pt x="3131" y="827"/>
                  </a:lnTo>
                  <a:lnTo>
                    <a:pt x="3155" y="821"/>
                  </a:lnTo>
                  <a:lnTo>
                    <a:pt x="3179" y="819"/>
                  </a:lnTo>
                  <a:close/>
                  <a:moveTo>
                    <a:pt x="3246" y="2144"/>
                  </a:moveTo>
                  <a:lnTo>
                    <a:pt x="3271" y="2146"/>
                  </a:lnTo>
                  <a:lnTo>
                    <a:pt x="3294" y="2152"/>
                  </a:lnTo>
                  <a:lnTo>
                    <a:pt x="3316" y="2162"/>
                  </a:lnTo>
                  <a:lnTo>
                    <a:pt x="3339" y="2176"/>
                  </a:lnTo>
                  <a:lnTo>
                    <a:pt x="3360" y="2194"/>
                  </a:lnTo>
                  <a:lnTo>
                    <a:pt x="3380" y="2215"/>
                  </a:lnTo>
                  <a:lnTo>
                    <a:pt x="3397" y="2240"/>
                  </a:lnTo>
                  <a:lnTo>
                    <a:pt x="3415" y="2267"/>
                  </a:lnTo>
                  <a:lnTo>
                    <a:pt x="3430" y="2296"/>
                  </a:lnTo>
                  <a:lnTo>
                    <a:pt x="3444" y="2329"/>
                  </a:lnTo>
                  <a:lnTo>
                    <a:pt x="3456" y="2363"/>
                  </a:lnTo>
                  <a:lnTo>
                    <a:pt x="3466" y="2400"/>
                  </a:lnTo>
                  <a:lnTo>
                    <a:pt x="3475" y="2438"/>
                  </a:lnTo>
                  <a:lnTo>
                    <a:pt x="3480" y="2478"/>
                  </a:lnTo>
                  <a:lnTo>
                    <a:pt x="3484" y="2520"/>
                  </a:lnTo>
                  <a:lnTo>
                    <a:pt x="3485" y="2562"/>
                  </a:lnTo>
                  <a:lnTo>
                    <a:pt x="3484" y="2604"/>
                  </a:lnTo>
                  <a:lnTo>
                    <a:pt x="3480" y="2647"/>
                  </a:lnTo>
                  <a:lnTo>
                    <a:pt x="3475" y="2686"/>
                  </a:lnTo>
                  <a:lnTo>
                    <a:pt x="3466" y="2725"/>
                  </a:lnTo>
                  <a:lnTo>
                    <a:pt x="3456" y="2762"/>
                  </a:lnTo>
                  <a:lnTo>
                    <a:pt x="3444" y="2796"/>
                  </a:lnTo>
                  <a:lnTo>
                    <a:pt x="3430" y="2828"/>
                  </a:lnTo>
                  <a:lnTo>
                    <a:pt x="3415" y="2858"/>
                  </a:lnTo>
                  <a:lnTo>
                    <a:pt x="3397" y="2886"/>
                  </a:lnTo>
                  <a:lnTo>
                    <a:pt x="3380" y="2909"/>
                  </a:lnTo>
                  <a:lnTo>
                    <a:pt x="3360" y="2930"/>
                  </a:lnTo>
                  <a:lnTo>
                    <a:pt x="3339" y="2949"/>
                  </a:lnTo>
                  <a:lnTo>
                    <a:pt x="3316" y="2963"/>
                  </a:lnTo>
                  <a:lnTo>
                    <a:pt x="3294" y="2974"/>
                  </a:lnTo>
                  <a:lnTo>
                    <a:pt x="3271" y="2980"/>
                  </a:lnTo>
                  <a:lnTo>
                    <a:pt x="3246" y="2982"/>
                  </a:lnTo>
                  <a:lnTo>
                    <a:pt x="3222" y="2980"/>
                  </a:lnTo>
                  <a:lnTo>
                    <a:pt x="3198" y="2974"/>
                  </a:lnTo>
                  <a:lnTo>
                    <a:pt x="3176" y="2963"/>
                  </a:lnTo>
                  <a:lnTo>
                    <a:pt x="3154" y="2949"/>
                  </a:lnTo>
                  <a:lnTo>
                    <a:pt x="3133" y="2930"/>
                  </a:lnTo>
                  <a:lnTo>
                    <a:pt x="3113" y="2909"/>
                  </a:lnTo>
                  <a:lnTo>
                    <a:pt x="3095" y="2886"/>
                  </a:lnTo>
                  <a:lnTo>
                    <a:pt x="3077" y="2858"/>
                  </a:lnTo>
                  <a:lnTo>
                    <a:pt x="3062" y="2828"/>
                  </a:lnTo>
                  <a:lnTo>
                    <a:pt x="3048" y="2796"/>
                  </a:lnTo>
                  <a:lnTo>
                    <a:pt x="3036" y="2762"/>
                  </a:lnTo>
                  <a:lnTo>
                    <a:pt x="3026" y="2725"/>
                  </a:lnTo>
                  <a:lnTo>
                    <a:pt x="3018" y="2686"/>
                  </a:lnTo>
                  <a:lnTo>
                    <a:pt x="3012" y="2647"/>
                  </a:lnTo>
                  <a:lnTo>
                    <a:pt x="3008" y="2604"/>
                  </a:lnTo>
                  <a:lnTo>
                    <a:pt x="3007" y="2562"/>
                  </a:lnTo>
                  <a:lnTo>
                    <a:pt x="3008" y="2520"/>
                  </a:lnTo>
                  <a:lnTo>
                    <a:pt x="3012" y="2478"/>
                  </a:lnTo>
                  <a:lnTo>
                    <a:pt x="3018" y="2438"/>
                  </a:lnTo>
                  <a:lnTo>
                    <a:pt x="3026" y="2400"/>
                  </a:lnTo>
                  <a:lnTo>
                    <a:pt x="3036" y="2363"/>
                  </a:lnTo>
                  <a:lnTo>
                    <a:pt x="3048" y="2329"/>
                  </a:lnTo>
                  <a:lnTo>
                    <a:pt x="3062" y="2296"/>
                  </a:lnTo>
                  <a:lnTo>
                    <a:pt x="3077" y="2267"/>
                  </a:lnTo>
                  <a:lnTo>
                    <a:pt x="3095" y="2240"/>
                  </a:lnTo>
                  <a:lnTo>
                    <a:pt x="3113" y="2215"/>
                  </a:lnTo>
                  <a:lnTo>
                    <a:pt x="3133" y="2194"/>
                  </a:lnTo>
                  <a:lnTo>
                    <a:pt x="3154" y="2176"/>
                  </a:lnTo>
                  <a:lnTo>
                    <a:pt x="3176" y="2162"/>
                  </a:lnTo>
                  <a:lnTo>
                    <a:pt x="3198" y="2152"/>
                  </a:lnTo>
                  <a:lnTo>
                    <a:pt x="3222" y="2146"/>
                  </a:lnTo>
                  <a:lnTo>
                    <a:pt x="3246" y="214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82978" name="Freeform 48"/>
            <p:cNvSpPr>
              <a:spLocks/>
            </p:cNvSpPr>
            <p:nvPr/>
          </p:nvSpPr>
          <p:spPr bwMode="auto">
            <a:xfrm>
              <a:off x="1267" y="1588"/>
              <a:ext cx="87" cy="52"/>
            </a:xfrm>
            <a:custGeom>
              <a:avLst/>
              <a:gdLst>
                <a:gd name="T0" fmla="*/ 3 w 437"/>
                <a:gd name="T1" fmla="*/ 2 h 260"/>
                <a:gd name="T2" fmla="*/ 3 w 437"/>
                <a:gd name="T3" fmla="*/ 2 h 260"/>
                <a:gd name="T4" fmla="*/ 3 w 437"/>
                <a:gd name="T5" fmla="*/ 2 h 260"/>
                <a:gd name="T6" fmla="*/ 3 w 437"/>
                <a:gd name="T7" fmla="*/ 2 h 260"/>
                <a:gd name="T8" fmla="*/ 3 w 437"/>
                <a:gd name="T9" fmla="*/ 1 h 260"/>
                <a:gd name="T10" fmla="*/ 3 w 437"/>
                <a:gd name="T11" fmla="*/ 1 h 260"/>
                <a:gd name="T12" fmla="*/ 3 w 437"/>
                <a:gd name="T13" fmla="*/ 1 h 260"/>
                <a:gd name="T14" fmla="*/ 3 w 437"/>
                <a:gd name="T15" fmla="*/ 1 h 260"/>
                <a:gd name="T16" fmla="*/ 3 w 437"/>
                <a:gd name="T17" fmla="*/ 1 h 260"/>
                <a:gd name="T18" fmla="*/ 2 w 437"/>
                <a:gd name="T19" fmla="*/ 1 h 260"/>
                <a:gd name="T20" fmla="*/ 2 w 437"/>
                <a:gd name="T21" fmla="*/ 0 h 260"/>
                <a:gd name="T22" fmla="*/ 2 w 437"/>
                <a:gd name="T23" fmla="*/ 0 h 260"/>
                <a:gd name="T24" fmla="*/ 2 w 437"/>
                <a:gd name="T25" fmla="*/ 0 h 260"/>
                <a:gd name="T26" fmla="*/ 1 w 437"/>
                <a:gd name="T27" fmla="*/ 0 h 260"/>
                <a:gd name="T28" fmla="*/ 1 w 437"/>
                <a:gd name="T29" fmla="*/ 0 h 260"/>
                <a:gd name="T30" fmla="*/ 1 w 437"/>
                <a:gd name="T31" fmla="*/ 0 h 260"/>
                <a:gd name="T32" fmla="*/ 0 w 437"/>
                <a:gd name="T33" fmla="*/ 0 h 260"/>
                <a:gd name="T34" fmla="*/ 0 w 437"/>
                <a:gd name="T35" fmla="*/ 0 h 260"/>
                <a:gd name="T36" fmla="*/ 0 w 437"/>
                <a:gd name="T37" fmla="*/ 0 h 260"/>
                <a:gd name="T38" fmla="*/ 0 w 437"/>
                <a:gd name="T39" fmla="*/ 0 h 260"/>
                <a:gd name="T40" fmla="*/ 1 w 437"/>
                <a:gd name="T41" fmla="*/ 0 h 260"/>
                <a:gd name="T42" fmla="*/ 1 w 437"/>
                <a:gd name="T43" fmla="*/ 0 h 260"/>
                <a:gd name="T44" fmla="*/ 1 w 437"/>
                <a:gd name="T45" fmla="*/ 0 h 260"/>
                <a:gd name="T46" fmla="*/ 2 w 437"/>
                <a:gd name="T47" fmla="*/ 0 h 260"/>
                <a:gd name="T48" fmla="*/ 2 w 437"/>
                <a:gd name="T49" fmla="*/ 0 h 260"/>
                <a:gd name="T50" fmla="*/ 2 w 437"/>
                <a:gd name="T51" fmla="*/ 1 h 260"/>
                <a:gd name="T52" fmla="*/ 2 w 437"/>
                <a:gd name="T53" fmla="*/ 1 h 260"/>
                <a:gd name="T54" fmla="*/ 3 w 437"/>
                <a:gd name="T55" fmla="*/ 1 h 260"/>
                <a:gd name="T56" fmla="*/ 3 w 437"/>
                <a:gd name="T57" fmla="*/ 1 h 260"/>
                <a:gd name="T58" fmla="*/ 3 w 437"/>
                <a:gd name="T59" fmla="*/ 1 h 260"/>
                <a:gd name="T60" fmla="*/ 3 w 437"/>
                <a:gd name="T61" fmla="*/ 1 h 260"/>
                <a:gd name="T62" fmla="*/ 3 w 437"/>
                <a:gd name="T63" fmla="*/ 1 h 260"/>
                <a:gd name="T64" fmla="*/ 3 w 437"/>
                <a:gd name="T65" fmla="*/ 2 h 260"/>
                <a:gd name="T66" fmla="*/ 3 w 437"/>
                <a:gd name="T67" fmla="*/ 2 h 260"/>
                <a:gd name="T68" fmla="*/ 3 w 437"/>
                <a:gd name="T69" fmla="*/ 2 h 260"/>
                <a:gd name="T70" fmla="*/ 3 w 437"/>
                <a:gd name="T71" fmla="*/ 2 h 260"/>
                <a:gd name="T72" fmla="*/ 3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437" y="260"/>
                  </a:moveTo>
                  <a:lnTo>
                    <a:pt x="437" y="260"/>
                  </a:lnTo>
                  <a:lnTo>
                    <a:pt x="434" y="233"/>
                  </a:lnTo>
                  <a:lnTo>
                    <a:pt x="427" y="206"/>
                  </a:lnTo>
                  <a:lnTo>
                    <a:pt x="417" y="181"/>
                  </a:lnTo>
                  <a:lnTo>
                    <a:pt x="401" y="157"/>
                  </a:lnTo>
                  <a:lnTo>
                    <a:pt x="383" y="133"/>
                  </a:lnTo>
                  <a:lnTo>
                    <a:pt x="360" y="113"/>
                  </a:lnTo>
                  <a:lnTo>
                    <a:pt x="336" y="93"/>
                  </a:lnTo>
                  <a:lnTo>
                    <a:pt x="308" y="73"/>
                  </a:lnTo>
                  <a:lnTo>
                    <a:pt x="276" y="58"/>
                  </a:lnTo>
                  <a:lnTo>
                    <a:pt x="242" y="43"/>
                  </a:lnTo>
                  <a:lnTo>
                    <a:pt x="207" y="30"/>
                  </a:lnTo>
                  <a:lnTo>
                    <a:pt x="168" y="19"/>
                  </a:lnTo>
                  <a:lnTo>
                    <a:pt x="128" y="11"/>
                  </a:lnTo>
                  <a:lnTo>
                    <a:pt x="87" y="4"/>
                  </a:lnTo>
                  <a:lnTo>
                    <a:pt x="43" y="1"/>
                  </a:lnTo>
                  <a:lnTo>
                    <a:pt x="0" y="0"/>
                  </a:lnTo>
                  <a:lnTo>
                    <a:pt x="0" y="11"/>
                  </a:lnTo>
                  <a:lnTo>
                    <a:pt x="43" y="12"/>
                  </a:lnTo>
                  <a:lnTo>
                    <a:pt x="85" y="16"/>
                  </a:lnTo>
                  <a:lnTo>
                    <a:pt x="126" y="23"/>
                  </a:lnTo>
                  <a:lnTo>
                    <a:pt x="166" y="31"/>
                  </a:lnTo>
                  <a:lnTo>
                    <a:pt x="202" y="42"/>
                  </a:lnTo>
                  <a:lnTo>
                    <a:pt x="237" y="55"/>
                  </a:lnTo>
                  <a:lnTo>
                    <a:pt x="271" y="70"/>
                  </a:lnTo>
                  <a:lnTo>
                    <a:pt x="301" y="85"/>
                  </a:lnTo>
                  <a:lnTo>
                    <a:pt x="329" y="103"/>
                  </a:lnTo>
                  <a:lnTo>
                    <a:pt x="353" y="123"/>
                  </a:lnTo>
                  <a:lnTo>
                    <a:pt x="373" y="143"/>
                  </a:lnTo>
                  <a:lnTo>
                    <a:pt x="392" y="164"/>
                  </a:lnTo>
                  <a:lnTo>
                    <a:pt x="405" y="186"/>
                  </a:lnTo>
                  <a:lnTo>
                    <a:pt x="415" y="211"/>
                  </a:lnTo>
                  <a:lnTo>
                    <a:pt x="422" y="235"/>
                  </a:lnTo>
                  <a:lnTo>
                    <a:pt x="425" y="260"/>
                  </a:lnTo>
                  <a:lnTo>
                    <a:pt x="437"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82979" name="Freeform 49"/>
            <p:cNvSpPr>
              <a:spLocks/>
            </p:cNvSpPr>
            <p:nvPr/>
          </p:nvSpPr>
          <p:spPr bwMode="auto">
            <a:xfrm>
              <a:off x="1267" y="1640"/>
              <a:ext cx="87" cy="52"/>
            </a:xfrm>
            <a:custGeom>
              <a:avLst/>
              <a:gdLst>
                <a:gd name="T0" fmla="*/ 0 w 437"/>
                <a:gd name="T1" fmla="*/ 2 h 260"/>
                <a:gd name="T2" fmla="*/ 0 w 437"/>
                <a:gd name="T3" fmla="*/ 2 h 260"/>
                <a:gd name="T4" fmla="*/ 0 w 437"/>
                <a:gd name="T5" fmla="*/ 2 h 260"/>
                <a:gd name="T6" fmla="*/ 1 w 437"/>
                <a:gd name="T7" fmla="*/ 2 h 260"/>
                <a:gd name="T8" fmla="*/ 1 w 437"/>
                <a:gd name="T9" fmla="*/ 2 h 260"/>
                <a:gd name="T10" fmla="*/ 1 w 437"/>
                <a:gd name="T11" fmla="*/ 2 h 260"/>
                <a:gd name="T12" fmla="*/ 2 w 437"/>
                <a:gd name="T13" fmla="*/ 2 h 260"/>
                <a:gd name="T14" fmla="*/ 2 w 437"/>
                <a:gd name="T15" fmla="*/ 2 h 260"/>
                <a:gd name="T16" fmla="*/ 2 w 437"/>
                <a:gd name="T17" fmla="*/ 2 h 260"/>
                <a:gd name="T18" fmla="*/ 2 w 437"/>
                <a:gd name="T19" fmla="*/ 1 h 260"/>
                <a:gd name="T20" fmla="*/ 3 w 437"/>
                <a:gd name="T21" fmla="*/ 1 h 260"/>
                <a:gd name="T22" fmla="*/ 3 w 437"/>
                <a:gd name="T23" fmla="*/ 1 h 260"/>
                <a:gd name="T24" fmla="*/ 3 w 437"/>
                <a:gd name="T25" fmla="*/ 1 h 260"/>
                <a:gd name="T26" fmla="*/ 3 w 437"/>
                <a:gd name="T27" fmla="*/ 1 h 260"/>
                <a:gd name="T28" fmla="*/ 3 w 437"/>
                <a:gd name="T29" fmla="*/ 1 h 260"/>
                <a:gd name="T30" fmla="*/ 3 w 437"/>
                <a:gd name="T31" fmla="*/ 0 h 260"/>
                <a:gd name="T32" fmla="*/ 3 w 437"/>
                <a:gd name="T33" fmla="*/ 0 h 260"/>
                <a:gd name="T34" fmla="*/ 3 w 437"/>
                <a:gd name="T35" fmla="*/ 0 h 260"/>
                <a:gd name="T36" fmla="*/ 3 w 437"/>
                <a:gd name="T37" fmla="*/ 0 h 260"/>
                <a:gd name="T38" fmla="*/ 3 w 437"/>
                <a:gd name="T39" fmla="*/ 0 h 260"/>
                <a:gd name="T40" fmla="*/ 3 w 437"/>
                <a:gd name="T41" fmla="*/ 0 h 260"/>
                <a:gd name="T42" fmla="*/ 3 w 437"/>
                <a:gd name="T43" fmla="*/ 1 h 260"/>
                <a:gd name="T44" fmla="*/ 3 w 437"/>
                <a:gd name="T45" fmla="*/ 1 h 260"/>
                <a:gd name="T46" fmla="*/ 3 w 437"/>
                <a:gd name="T47" fmla="*/ 1 h 260"/>
                <a:gd name="T48" fmla="*/ 3 w 437"/>
                <a:gd name="T49" fmla="*/ 1 h 260"/>
                <a:gd name="T50" fmla="*/ 3 w 437"/>
                <a:gd name="T51" fmla="*/ 1 h 260"/>
                <a:gd name="T52" fmla="*/ 2 w 437"/>
                <a:gd name="T53" fmla="*/ 1 h 260"/>
                <a:gd name="T54" fmla="*/ 2 w 437"/>
                <a:gd name="T55" fmla="*/ 2 h 260"/>
                <a:gd name="T56" fmla="*/ 2 w 437"/>
                <a:gd name="T57" fmla="*/ 2 h 260"/>
                <a:gd name="T58" fmla="*/ 2 w 437"/>
                <a:gd name="T59" fmla="*/ 2 h 260"/>
                <a:gd name="T60" fmla="*/ 1 w 437"/>
                <a:gd name="T61" fmla="*/ 2 h 260"/>
                <a:gd name="T62" fmla="*/ 1 w 437"/>
                <a:gd name="T63" fmla="*/ 2 h 260"/>
                <a:gd name="T64" fmla="*/ 1 w 437"/>
                <a:gd name="T65" fmla="*/ 2 h 260"/>
                <a:gd name="T66" fmla="*/ 0 w 437"/>
                <a:gd name="T67" fmla="*/ 2 h 260"/>
                <a:gd name="T68" fmla="*/ 0 w 437"/>
                <a:gd name="T69" fmla="*/ 2 h 260"/>
                <a:gd name="T70" fmla="*/ 0 w 437"/>
                <a:gd name="T71" fmla="*/ 2 h 260"/>
                <a:gd name="T72" fmla="*/ 0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0" y="260"/>
                  </a:moveTo>
                  <a:lnTo>
                    <a:pt x="0" y="260"/>
                  </a:lnTo>
                  <a:lnTo>
                    <a:pt x="43" y="259"/>
                  </a:lnTo>
                  <a:lnTo>
                    <a:pt x="87" y="255"/>
                  </a:lnTo>
                  <a:lnTo>
                    <a:pt x="128" y="248"/>
                  </a:lnTo>
                  <a:lnTo>
                    <a:pt x="168" y="240"/>
                  </a:lnTo>
                  <a:lnTo>
                    <a:pt x="207" y="230"/>
                  </a:lnTo>
                  <a:lnTo>
                    <a:pt x="242" y="217"/>
                  </a:lnTo>
                  <a:lnTo>
                    <a:pt x="276" y="202"/>
                  </a:lnTo>
                  <a:lnTo>
                    <a:pt x="308" y="185"/>
                  </a:lnTo>
                  <a:lnTo>
                    <a:pt x="336" y="166"/>
                  </a:lnTo>
                  <a:lnTo>
                    <a:pt x="360" y="146"/>
                  </a:lnTo>
                  <a:lnTo>
                    <a:pt x="383" y="125"/>
                  </a:lnTo>
                  <a:lnTo>
                    <a:pt x="401" y="102"/>
                  </a:lnTo>
                  <a:lnTo>
                    <a:pt x="417" y="77"/>
                  </a:lnTo>
                  <a:lnTo>
                    <a:pt x="427" y="53"/>
                  </a:lnTo>
                  <a:lnTo>
                    <a:pt x="434" y="27"/>
                  </a:lnTo>
                  <a:lnTo>
                    <a:pt x="437" y="0"/>
                  </a:lnTo>
                  <a:lnTo>
                    <a:pt x="425" y="0"/>
                  </a:lnTo>
                  <a:lnTo>
                    <a:pt x="422" y="24"/>
                  </a:lnTo>
                  <a:lnTo>
                    <a:pt x="415" y="48"/>
                  </a:lnTo>
                  <a:lnTo>
                    <a:pt x="405" y="73"/>
                  </a:lnTo>
                  <a:lnTo>
                    <a:pt x="392" y="95"/>
                  </a:lnTo>
                  <a:lnTo>
                    <a:pt x="373" y="116"/>
                  </a:lnTo>
                  <a:lnTo>
                    <a:pt x="353" y="137"/>
                  </a:lnTo>
                  <a:lnTo>
                    <a:pt x="329" y="157"/>
                  </a:lnTo>
                  <a:lnTo>
                    <a:pt x="301" y="173"/>
                  </a:lnTo>
                  <a:lnTo>
                    <a:pt x="271" y="190"/>
                  </a:lnTo>
                  <a:lnTo>
                    <a:pt x="237" y="205"/>
                  </a:lnTo>
                  <a:lnTo>
                    <a:pt x="202" y="218"/>
                  </a:lnTo>
                  <a:lnTo>
                    <a:pt x="166" y="228"/>
                  </a:lnTo>
                  <a:lnTo>
                    <a:pt x="126" y="237"/>
                  </a:lnTo>
                  <a:lnTo>
                    <a:pt x="85" y="244"/>
                  </a:lnTo>
                  <a:lnTo>
                    <a:pt x="43" y="247"/>
                  </a:lnTo>
                  <a:lnTo>
                    <a:pt x="0" y="248"/>
                  </a:lnTo>
                  <a:lnTo>
                    <a:pt x="0"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82980" name="Freeform 50"/>
            <p:cNvSpPr>
              <a:spLocks/>
            </p:cNvSpPr>
            <p:nvPr/>
          </p:nvSpPr>
          <p:spPr bwMode="auto">
            <a:xfrm>
              <a:off x="1179" y="1640"/>
              <a:ext cx="88" cy="52"/>
            </a:xfrm>
            <a:custGeom>
              <a:avLst/>
              <a:gdLst>
                <a:gd name="T0" fmla="*/ 0 w 439"/>
                <a:gd name="T1" fmla="*/ 0 h 260"/>
                <a:gd name="T2" fmla="*/ 0 w 439"/>
                <a:gd name="T3" fmla="*/ 0 h 260"/>
                <a:gd name="T4" fmla="*/ 0 w 439"/>
                <a:gd name="T5" fmla="*/ 0 h 260"/>
                <a:gd name="T6" fmla="*/ 0 w 439"/>
                <a:gd name="T7" fmla="*/ 0 h 260"/>
                <a:gd name="T8" fmla="*/ 0 w 439"/>
                <a:gd name="T9" fmla="*/ 1 h 260"/>
                <a:gd name="T10" fmla="*/ 0 w 439"/>
                <a:gd name="T11" fmla="*/ 1 h 260"/>
                <a:gd name="T12" fmla="*/ 0 w 439"/>
                <a:gd name="T13" fmla="*/ 1 h 260"/>
                <a:gd name="T14" fmla="*/ 1 w 439"/>
                <a:gd name="T15" fmla="*/ 1 h 260"/>
                <a:gd name="T16" fmla="*/ 1 w 439"/>
                <a:gd name="T17" fmla="*/ 1 h 260"/>
                <a:gd name="T18" fmla="*/ 1 w 439"/>
                <a:gd name="T19" fmla="*/ 1 h 260"/>
                <a:gd name="T20" fmla="*/ 1 w 439"/>
                <a:gd name="T21" fmla="*/ 2 h 260"/>
                <a:gd name="T22" fmla="*/ 2 w 439"/>
                <a:gd name="T23" fmla="*/ 2 h 260"/>
                <a:gd name="T24" fmla="*/ 2 w 439"/>
                <a:gd name="T25" fmla="*/ 2 h 260"/>
                <a:gd name="T26" fmla="*/ 2 w 439"/>
                <a:gd name="T27" fmla="*/ 2 h 260"/>
                <a:gd name="T28" fmla="*/ 2 w 439"/>
                <a:gd name="T29" fmla="*/ 2 h 260"/>
                <a:gd name="T30" fmla="*/ 3 w 439"/>
                <a:gd name="T31" fmla="*/ 2 h 260"/>
                <a:gd name="T32" fmla="*/ 3 w 439"/>
                <a:gd name="T33" fmla="*/ 2 h 260"/>
                <a:gd name="T34" fmla="*/ 4 w 439"/>
                <a:gd name="T35" fmla="*/ 2 h 260"/>
                <a:gd name="T36" fmla="*/ 4 w 439"/>
                <a:gd name="T37" fmla="*/ 2 h 260"/>
                <a:gd name="T38" fmla="*/ 3 w 439"/>
                <a:gd name="T39" fmla="*/ 2 h 260"/>
                <a:gd name="T40" fmla="*/ 3 w 439"/>
                <a:gd name="T41" fmla="*/ 2 h 260"/>
                <a:gd name="T42" fmla="*/ 3 w 439"/>
                <a:gd name="T43" fmla="*/ 2 h 260"/>
                <a:gd name="T44" fmla="*/ 2 w 439"/>
                <a:gd name="T45" fmla="*/ 2 h 260"/>
                <a:gd name="T46" fmla="*/ 2 w 439"/>
                <a:gd name="T47" fmla="*/ 2 h 260"/>
                <a:gd name="T48" fmla="*/ 2 w 439"/>
                <a:gd name="T49" fmla="*/ 2 h 260"/>
                <a:gd name="T50" fmla="*/ 1 w 439"/>
                <a:gd name="T51" fmla="*/ 2 h 260"/>
                <a:gd name="T52" fmla="*/ 1 w 439"/>
                <a:gd name="T53" fmla="*/ 1 h 260"/>
                <a:gd name="T54" fmla="*/ 1 w 439"/>
                <a:gd name="T55" fmla="*/ 1 h 260"/>
                <a:gd name="T56" fmla="*/ 1 w 439"/>
                <a:gd name="T57" fmla="*/ 1 h 260"/>
                <a:gd name="T58" fmla="*/ 1 w 439"/>
                <a:gd name="T59" fmla="*/ 1 h 260"/>
                <a:gd name="T60" fmla="*/ 0 w 439"/>
                <a:gd name="T61" fmla="*/ 1 h 260"/>
                <a:gd name="T62" fmla="*/ 0 w 439"/>
                <a:gd name="T63" fmla="*/ 1 h 260"/>
                <a:gd name="T64" fmla="*/ 0 w 439"/>
                <a:gd name="T65" fmla="*/ 0 h 260"/>
                <a:gd name="T66" fmla="*/ 0 w 439"/>
                <a:gd name="T67" fmla="*/ 0 h 260"/>
                <a:gd name="T68" fmla="*/ 0 w 439"/>
                <a:gd name="T69" fmla="*/ 0 h 260"/>
                <a:gd name="T70" fmla="*/ 0 w 439"/>
                <a:gd name="T71" fmla="*/ 0 h 260"/>
                <a:gd name="T72" fmla="*/ 0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0" y="0"/>
                  </a:moveTo>
                  <a:lnTo>
                    <a:pt x="0" y="0"/>
                  </a:lnTo>
                  <a:lnTo>
                    <a:pt x="3" y="27"/>
                  </a:lnTo>
                  <a:lnTo>
                    <a:pt x="10" y="53"/>
                  </a:lnTo>
                  <a:lnTo>
                    <a:pt x="20" y="77"/>
                  </a:lnTo>
                  <a:lnTo>
                    <a:pt x="35" y="102"/>
                  </a:lnTo>
                  <a:lnTo>
                    <a:pt x="54" y="125"/>
                  </a:lnTo>
                  <a:lnTo>
                    <a:pt x="76" y="146"/>
                  </a:lnTo>
                  <a:lnTo>
                    <a:pt x="102" y="166"/>
                  </a:lnTo>
                  <a:lnTo>
                    <a:pt x="130" y="185"/>
                  </a:lnTo>
                  <a:lnTo>
                    <a:pt x="162" y="202"/>
                  </a:lnTo>
                  <a:lnTo>
                    <a:pt x="195" y="217"/>
                  </a:lnTo>
                  <a:lnTo>
                    <a:pt x="231" y="230"/>
                  </a:lnTo>
                  <a:lnTo>
                    <a:pt x="270" y="240"/>
                  </a:lnTo>
                  <a:lnTo>
                    <a:pt x="310" y="248"/>
                  </a:lnTo>
                  <a:lnTo>
                    <a:pt x="351" y="255"/>
                  </a:lnTo>
                  <a:lnTo>
                    <a:pt x="395" y="259"/>
                  </a:lnTo>
                  <a:lnTo>
                    <a:pt x="439" y="260"/>
                  </a:lnTo>
                  <a:lnTo>
                    <a:pt x="439" y="248"/>
                  </a:lnTo>
                  <a:lnTo>
                    <a:pt x="395" y="247"/>
                  </a:lnTo>
                  <a:lnTo>
                    <a:pt x="353" y="244"/>
                  </a:lnTo>
                  <a:lnTo>
                    <a:pt x="312" y="237"/>
                  </a:lnTo>
                  <a:lnTo>
                    <a:pt x="272" y="228"/>
                  </a:lnTo>
                  <a:lnTo>
                    <a:pt x="236" y="218"/>
                  </a:lnTo>
                  <a:lnTo>
                    <a:pt x="200" y="205"/>
                  </a:lnTo>
                  <a:lnTo>
                    <a:pt x="167" y="190"/>
                  </a:lnTo>
                  <a:lnTo>
                    <a:pt x="137" y="173"/>
                  </a:lnTo>
                  <a:lnTo>
                    <a:pt x="109" y="157"/>
                  </a:lnTo>
                  <a:lnTo>
                    <a:pt x="84" y="137"/>
                  </a:lnTo>
                  <a:lnTo>
                    <a:pt x="64" y="116"/>
                  </a:lnTo>
                  <a:lnTo>
                    <a:pt x="45" y="95"/>
                  </a:lnTo>
                  <a:lnTo>
                    <a:pt x="32" y="73"/>
                  </a:lnTo>
                  <a:lnTo>
                    <a:pt x="21" y="48"/>
                  </a:lnTo>
                  <a:lnTo>
                    <a:pt x="14" y="24"/>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82981" name="Freeform 51"/>
            <p:cNvSpPr>
              <a:spLocks/>
            </p:cNvSpPr>
            <p:nvPr/>
          </p:nvSpPr>
          <p:spPr bwMode="auto">
            <a:xfrm>
              <a:off x="1179" y="1588"/>
              <a:ext cx="88" cy="52"/>
            </a:xfrm>
            <a:custGeom>
              <a:avLst/>
              <a:gdLst>
                <a:gd name="T0" fmla="*/ 4 w 439"/>
                <a:gd name="T1" fmla="*/ 0 h 260"/>
                <a:gd name="T2" fmla="*/ 4 w 439"/>
                <a:gd name="T3" fmla="*/ 0 h 260"/>
                <a:gd name="T4" fmla="*/ 3 w 439"/>
                <a:gd name="T5" fmla="*/ 0 h 260"/>
                <a:gd name="T6" fmla="*/ 3 w 439"/>
                <a:gd name="T7" fmla="*/ 0 h 260"/>
                <a:gd name="T8" fmla="*/ 2 w 439"/>
                <a:gd name="T9" fmla="*/ 0 h 260"/>
                <a:gd name="T10" fmla="*/ 2 w 439"/>
                <a:gd name="T11" fmla="*/ 0 h 260"/>
                <a:gd name="T12" fmla="*/ 2 w 439"/>
                <a:gd name="T13" fmla="*/ 0 h 260"/>
                <a:gd name="T14" fmla="*/ 2 w 439"/>
                <a:gd name="T15" fmla="*/ 0 h 260"/>
                <a:gd name="T16" fmla="*/ 1 w 439"/>
                <a:gd name="T17" fmla="*/ 0 h 260"/>
                <a:gd name="T18" fmla="*/ 1 w 439"/>
                <a:gd name="T19" fmla="*/ 1 h 260"/>
                <a:gd name="T20" fmla="*/ 1 w 439"/>
                <a:gd name="T21" fmla="*/ 1 h 260"/>
                <a:gd name="T22" fmla="*/ 1 w 439"/>
                <a:gd name="T23" fmla="*/ 1 h 260"/>
                <a:gd name="T24" fmla="*/ 0 w 439"/>
                <a:gd name="T25" fmla="*/ 1 h 260"/>
                <a:gd name="T26" fmla="*/ 0 w 439"/>
                <a:gd name="T27" fmla="*/ 1 h 260"/>
                <a:gd name="T28" fmla="*/ 0 w 439"/>
                <a:gd name="T29" fmla="*/ 1 h 260"/>
                <a:gd name="T30" fmla="*/ 0 w 439"/>
                <a:gd name="T31" fmla="*/ 2 h 260"/>
                <a:gd name="T32" fmla="*/ 0 w 439"/>
                <a:gd name="T33" fmla="*/ 2 h 260"/>
                <a:gd name="T34" fmla="*/ 0 w 439"/>
                <a:gd name="T35" fmla="*/ 2 h 260"/>
                <a:gd name="T36" fmla="*/ 0 w 439"/>
                <a:gd name="T37" fmla="*/ 2 h 260"/>
                <a:gd name="T38" fmla="*/ 0 w 439"/>
                <a:gd name="T39" fmla="*/ 2 h 260"/>
                <a:gd name="T40" fmla="*/ 0 w 439"/>
                <a:gd name="T41" fmla="*/ 2 h 260"/>
                <a:gd name="T42" fmla="*/ 0 w 439"/>
                <a:gd name="T43" fmla="*/ 1 h 260"/>
                <a:gd name="T44" fmla="*/ 0 w 439"/>
                <a:gd name="T45" fmla="*/ 1 h 260"/>
                <a:gd name="T46" fmla="*/ 1 w 439"/>
                <a:gd name="T47" fmla="*/ 1 h 260"/>
                <a:gd name="T48" fmla="*/ 1 w 439"/>
                <a:gd name="T49" fmla="*/ 1 h 260"/>
                <a:gd name="T50" fmla="*/ 1 w 439"/>
                <a:gd name="T51" fmla="*/ 1 h 260"/>
                <a:gd name="T52" fmla="*/ 1 w 439"/>
                <a:gd name="T53" fmla="*/ 1 h 260"/>
                <a:gd name="T54" fmla="*/ 1 w 439"/>
                <a:gd name="T55" fmla="*/ 1 h 260"/>
                <a:gd name="T56" fmla="*/ 2 w 439"/>
                <a:gd name="T57" fmla="*/ 0 h 260"/>
                <a:gd name="T58" fmla="*/ 2 w 439"/>
                <a:gd name="T59" fmla="*/ 0 h 260"/>
                <a:gd name="T60" fmla="*/ 2 w 439"/>
                <a:gd name="T61" fmla="*/ 0 h 260"/>
                <a:gd name="T62" fmla="*/ 3 w 439"/>
                <a:gd name="T63" fmla="*/ 0 h 260"/>
                <a:gd name="T64" fmla="*/ 3 w 439"/>
                <a:gd name="T65" fmla="*/ 0 h 260"/>
                <a:gd name="T66" fmla="*/ 3 w 439"/>
                <a:gd name="T67" fmla="*/ 0 h 260"/>
                <a:gd name="T68" fmla="*/ 4 w 439"/>
                <a:gd name="T69" fmla="*/ 0 h 260"/>
                <a:gd name="T70" fmla="*/ 4 w 439"/>
                <a:gd name="T71" fmla="*/ 0 h 260"/>
                <a:gd name="T72" fmla="*/ 4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439" y="0"/>
                  </a:moveTo>
                  <a:lnTo>
                    <a:pt x="439" y="0"/>
                  </a:lnTo>
                  <a:lnTo>
                    <a:pt x="395" y="1"/>
                  </a:lnTo>
                  <a:lnTo>
                    <a:pt x="351" y="4"/>
                  </a:lnTo>
                  <a:lnTo>
                    <a:pt x="310" y="11"/>
                  </a:lnTo>
                  <a:lnTo>
                    <a:pt x="270" y="19"/>
                  </a:lnTo>
                  <a:lnTo>
                    <a:pt x="231" y="30"/>
                  </a:lnTo>
                  <a:lnTo>
                    <a:pt x="195" y="43"/>
                  </a:lnTo>
                  <a:lnTo>
                    <a:pt x="162" y="58"/>
                  </a:lnTo>
                  <a:lnTo>
                    <a:pt x="130" y="73"/>
                  </a:lnTo>
                  <a:lnTo>
                    <a:pt x="102" y="93"/>
                  </a:lnTo>
                  <a:lnTo>
                    <a:pt x="76" y="113"/>
                  </a:lnTo>
                  <a:lnTo>
                    <a:pt x="54" y="133"/>
                  </a:lnTo>
                  <a:lnTo>
                    <a:pt x="35" y="157"/>
                  </a:lnTo>
                  <a:lnTo>
                    <a:pt x="20" y="181"/>
                  </a:lnTo>
                  <a:lnTo>
                    <a:pt x="10" y="206"/>
                  </a:lnTo>
                  <a:lnTo>
                    <a:pt x="3" y="233"/>
                  </a:lnTo>
                  <a:lnTo>
                    <a:pt x="0" y="260"/>
                  </a:lnTo>
                  <a:lnTo>
                    <a:pt x="12" y="260"/>
                  </a:lnTo>
                  <a:lnTo>
                    <a:pt x="14" y="235"/>
                  </a:lnTo>
                  <a:lnTo>
                    <a:pt x="21" y="211"/>
                  </a:lnTo>
                  <a:lnTo>
                    <a:pt x="32" y="186"/>
                  </a:lnTo>
                  <a:lnTo>
                    <a:pt x="45" y="164"/>
                  </a:lnTo>
                  <a:lnTo>
                    <a:pt x="64" y="143"/>
                  </a:lnTo>
                  <a:lnTo>
                    <a:pt x="84" y="123"/>
                  </a:lnTo>
                  <a:lnTo>
                    <a:pt x="109" y="103"/>
                  </a:lnTo>
                  <a:lnTo>
                    <a:pt x="137" y="85"/>
                  </a:lnTo>
                  <a:lnTo>
                    <a:pt x="167" y="70"/>
                  </a:lnTo>
                  <a:lnTo>
                    <a:pt x="200" y="55"/>
                  </a:lnTo>
                  <a:lnTo>
                    <a:pt x="236" y="42"/>
                  </a:lnTo>
                  <a:lnTo>
                    <a:pt x="272" y="31"/>
                  </a:lnTo>
                  <a:lnTo>
                    <a:pt x="312" y="23"/>
                  </a:lnTo>
                  <a:lnTo>
                    <a:pt x="353" y="16"/>
                  </a:lnTo>
                  <a:lnTo>
                    <a:pt x="395" y="12"/>
                  </a:lnTo>
                  <a:lnTo>
                    <a:pt x="439" y="11"/>
                  </a:lnTo>
                  <a:lnTo>
                    <a:pt x="439"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82982" name="Freeform 52"/>
            <p:cNvSpPr>
              <a:spLocks/>
            </p:cNvSpPr>
            <p:nvPr/>
          </p:nvSpPr>
          <p:spPr bwMode="auto">
            <a:xfrm>
              <a:off x="964" y="1745"/>
              <a:ext cx="48" cy="85"/>
            </a:xfrm>
            <a:custGeom>
              <a:avLst/>
              <a:gdLst>
                <a:gd name="T0" fmla="*/ 2 w 244"/>
                <a:gd name="T1" fmla="*/ 3 h 426"/>
                <a:gd name="T2" fmla="*/ 2 w 244"/>
                <a:gd name="T3" fmla="*/ 3 h 426"/>
                <a:gd name="T4" fmla="*/ 2 w 244"/>
                <a:gd name="T5" fmla="*/ 3 h 426"/>
                <a:gd name="T6" fmla="*/ 2 w 244"/>
                <a:gd name="T7" fmla="*/ 3 h 426"/>
                <a:gd name="T8" fmla="*/ 2 w 244"/>
                <a:gd name="T9" fmla="*/ 2 h 426"/>
                <a:gd name="T10" fmla="*/ 2 w 244"/>
                <a:gd name="T11" fmla="*/ 2 h 426"/>
                <a:gd name="T12" fmla="*/ 2 w 244"/>
                <a:gd name="T13" fmla="*/ 2 h 426"/>
                <a:gd name="T14" fmla="*/ 2 w 244"/>
                <a:gd name="T15" fmla="*/ 2 h 426"/>
                <a:gd name="T16" fmla="*/ 1 w 244"/>
                <a:gd name="T17" fmla="*/ 1 h 426"/>
                <a:gd name="T18" fmla="*/ 1 w 244"/>
                <a:gd name="T19" fmla="*/ 1 h 426"/>
                <a:gd name="T20" fmla="*/ 1 w 244"/>
                <a:gd name="T21" fmla="*/ 1 h 426"/>
                <a:gd name="T22" fmla="*/ 1 w 244"/>
                <a:gd name="T23" fmla="*/ 1 h 426"/>
                <a:gd name="T24" fmla="*/ 1 w 244"/>
                <a:gd name="T25" fmla="*/ 0 h 426"/>
                <a:gd name="T26" fmla="*/ 1 w 244"/>
                <a:gd name="T27" fmla="*/ 0 h 426"/>
                <a:gd name="T28" fmla="*/ 1 w 244"/>
                <a:gd name="T29" fmla="*/ 0 h 426"/>
                <a:gd name="T30" fmla="*/ 0 w 244"/>
                <a:gd name="T31" fmla="*/ 0 h 426"/>
                <a:gd name="T32" fmla="*/ 0 w 244"/>
                <a:gd name="T33" fmla="*/ 0 h 426"/>
                <a:gd name="T34" fmla="*/ 0 w 244"/>
                <a:gd name="T35" fmla="*/ 0 h 426"/>
                <a:gd name="T36" fmla="*/ 0 w 244"/>
                <a:gd name="T37" fmla="*/ 0 h 426"/>
                <a:gd name="T38" fmla="*/ 0 w 244"/>
                <a:gd name="T39" fmla="*/ 0 h 426"/>
                <a:gd name="T40" fmla="*/ 0 w 244"/>
                <a:gd name="T41" fmla="*/ 0 h 426"/>
                <a:gd name="T42" fmla="*/ 1 w 244"/>
                <a:gd name="T43" fmla="*/ 0 h 426"/>
                <a:gd name="T44" fmla="*/ 1 w 244"/>
                <a:gd name="T45" fmla="*/ 0 h 426"/>
                <a:gd name="T46" fmla="*/ 1 w 244"/>
                <a:gd name="T47" fmla="*/ 0 h 426"/>
                <a:gd name="T48" fmla="*/ 1 w 244"/>
                <a:gd name="T49" fmla="*/ 1 h 426"/>
                <a:gd name="T50" fmla="*/ 1 w 244"/>
                <a:gd name="T51" fmla="*/ 1 h 426"/>
                <a:gd name="T52" fmla="*/ 1 w 244"/>
                <a:gd name="T53" fmla="*/ 1 h 426"/>
                <a:gd name="T54" fmla="*/ 1 w 244"/>
                <a:gd name="T55" fmla="*/ 1 h 426"/>
                <a:gd name="T56" fmla="*/ 1 w 244"/>
                <a:gd name="T57" fmla="*/ 2 h 426"/>
                <a:gd name="T58" fmla="*/ 2 w 244"/>
                <a:gd name="T59" fmla="*/ 2 h 426"/>
                <a:gd name="T60" fmla="*/ 2 w 244"/>
                <a:gd name="T61" fmla="*/ 2 h 426"/>
                <a:gd name="T62" fmla="*/ 2 w 244"/>
                <a:gd name="T63" fmla="*/ 2 h 426"/>
                <a:gd name="T64" fmla="*/ 2 w 244"/>
                <a:gd name="T65" fmla="*/ 3 h 426"/>
                <a:gd name="T66" fmla="*/ 2 w 244"/>
                <a:gd name="T67" fmla="*/ 3 h 426"/>
                <a:gd name="T68" fmla="*/ 2 w 244"/>
                <a:gd name="T69" fmla="*/ 3 h 426"/>
                <a:gd name="T70" fmla="*/ 2 w 244"/>
                <a:gd name="T71" fmla="*/ 3 h 426"/>
                <a:gd name="T72" fmla="*/ 2 w 244"/>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6"/>
                <a:gd name="T113" fmla="*/ 244 w 244"/>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6">
                  <a:moveTo>
                    <a:pt x="244" y="426"/>
                  </a:moveTo>
                  <a:lnTo>
                    <a:pt x="244" y="426"/>
                  </a:lnTo>
                  <a:lnTo>
                    <a:pt x="243" y="383"/>
                  </a:lnTo>
                  <a:lnTo>
                    <a:pt x="240" y="340"/>
                  </a:lnTo>
                  <a:lnTo>
                    <a:pt x="234" y="300"/>
                  </a:lnTo>
                  <a:lnTo>
                    <a:pt x="226" y="262"/>
                  </a:lnTo>
                  <a:lnTo>
                    <a:pt x="215" y="224"/>
                  </a:lnTo>
                  <a:lnTo>
                    <a:pt x="203" y="189"/>
                  </a:lnTo>
                  <a:lnTo>
                    <a:pt x="189" y="157"/>
                  </a:lnTo>
                  <a:lnTo>
                    <a:pt x="174" y="126"/>
                  </a:lnTo>
                  <a:lnTo>
                    <a:pt x="155" y="99"/>
                  </a:lnTo>
                  <a:lnTo>
                    <a:pt x="138" y="74"/>
                  </a:lnTo>
                  <a:lnTo>
                    <a:pt x="118" y="52"/>
                  </a:lnTo>
                  <a:lnTo>
                    <a:pt x="96" y="34"/>
                  </a:lnTo>
                  <a:lnTo>
                    <a:pt x="73" y="19"/>
                  </a:lnTo>
                  <a:lnTo>
                    <a:pt x="50" y="8"/>
                  </a:lnTo>
                  <a:lnTo>
                    <a:pt x="25" y="2"/>
                  </a:lnTo>
                  <a:lnTo>
                    <a:pt x="0" y="0"/>
                  </a:lnTo>
                  <a:lnTo>
                    <a:pt x="0" y="12"/>
                  </a:lnTo>
                  <a:lnTo>
                    <a:pt x="23" y="14"/>
                  </a:lnTo>
                  <a:lnTo>
                    <a:pt x="45" y="20"/>
                  </a:lnTo>
                  <a:lnTo>
                    <a:pt x="66" y="31"/>
                  </a:lnTo>
                  <a:lnTo>
                    <a:pt x="89" y="43"/>
                  </a:lnTo>
                  <a:lnTo>
                    <a:pt x="109" y="61"/>
                  </a:lnTo>
                  <a:lnTo>
                    <a:pt x="129" y="81"/>
                  </a:lnTo>
                  <a:lnTo>
                    <a:pt x="146" y="106"/>
                  </a:lnTo>
                  <a:lnTo>
                    <a:pt x="162" y="133"/>
                  </a:lnTo>
                  <a:lnTo>
                    <a:pt x="178" y="162"/>
                  </a:lnTo>
                  <a:lnTo>
                    <a:pt x="192" y="194"/>
                  </a:lnTo>
                  <a:lnTo>
                    <a:pt x="203" y="229"/>
                  </a:lnTo>
                  <a:lnTo>
                    <a:pt x="214" y="264"/>
                  </a:lnTo>
                  <a:lnTo>
                    <a:pt x="222" y="303"/>
                  </a:lnTo>
                  <a:lnTo>
                    <a:pt x="228" y="342"/>
                  </a:lnTo>
                  <a:lnTo>
                    <a:pt x="232" y="383"/>
                  </a:lnTo>
                  <a:lnTo>
                    <a:pt x="233" y="426"/>
                  </a:lnTo>
                  <a:lnTo>
                    <a:pt x="244"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82983" name="Freeform 53"/>
            <p:cNvSpPr>
              <a:spLocks/>
            </p:cNvSpPr>
            <p:nvPr/>
          </p:nvSpPr>
          <p:spPr bwMode="auto">
            <a:xfrm>
              <a:off x="964" y="1830"/>
              <a:ext cx="48" cy="85"/>
            </a:xfrm>
            <a:custGeom>
              <a:avLst/>
              <a:gdLst>
                <a:gd name="T0" fmla="*/ 0 w 244"/>
                <a:gd name="T1" fmla="*/ 3 h 424"/>
                <a:gd name="T2" fmla="*/ 0 w 244"/>
                <a:gd name="T3" fmla="*/ 3 h 424"/>
                <a:gd name="T4" fmla="*/ 0 w 244"/>
                <a:gd name="T5" fmla="*/ 3 h 424"/>
                <a:gd name="T6" fmla="*/ 0 w 244"/>
                <a:gd name="T7" fmla="*/ 3 h 424"/>
                <a:gd name="T8" fmla="*/ 1 w 244"/>
                <a:gd name="T9" fmla="*/ 3 h 424"/>
                <a:gd name="T10" fmla="*/ 1 w 244"/>
                <a:gd name="T11" fmla="*/ 3 h 424"/>
                <a:gd name="T12" fmla="*/ 1 w 244"/>
                <a:gd name="T13" fmla="*/ 3 h 424"/>
                <a:gd name="T14" fmla="*/ 1 w 244"/>
                <a:gd name="T15" fmla="*/ 3 h 424"/>
                <a:gd name="T16" fmla="*/ 1 w 244"/>
                <a:gd name="T17" fmla="*/ 3 h 424"/>
                <a:gd name="T18" fmla="*/ 1 w 244"/>
                <a:gd name="T19" fmla="*/ 2 h 424"/>
                <a:gd name="T20" fmla="*/ 1 w 244"/>
                <a:gd name="T21" fmla="*/ 2 h 424"/>
                <a:gd name="T22" fmla="*/ 2 w 244"/>
                <a:gd name="T23" fmla="*/ 2 h 424"/>
                <a:gd name="T24" fmla="*/ 2 w 244"/>
                <a:gd name="T25" fmla="*/ 2 h 424"/>
                <a:gd name="T26" fmla="*/ 2 w 244"/>
                <a:gd name="T27" fmla="*/ 1 h 424"/>
                <a:gd name="T28" fmla="*/ 2 w 244"/>
                <a:gd name="T29" fmla="*/ 1 h 424"/>
                <a:gd name="T30" fmla="*/ 2 w 244"/>
                <a:gd name="T31" fmla="*/ 1 h 424"/>
                <a:gd name="T32" fmla="*/ 2 w 244"/>
                <a:gd name="T33" fmla="*/ 0 h 424"/>
                <a:gd name="T34" fmla="*/ 2 w 244"/>
                <a:gd name="T35" fmla="*/ 0 h 424"/>
                <a:gd name="T36" fmla="*/ 2 w 244"/>
                <a:gd name="T37" fmla="*/ 0 h 424"/>
                <a:gd name="T38" fmla="*/ 2 w 244"/>
                <a:gd name="T39" fmla="*/ 0 h 424"/>
                <a:gd name="T40" fmla="*/ 2 w 244"/>
                <a:gd name="T41" fmla="*/ 1 h 424"/>
                <a:gd name="T42" fmla="*/ 2 w 244"/>
                <a:gd name="T43" fmla="*/ 1 h 424"/>
                <a:gd name="T44" fmla="*/ 2 w 244"/>
                <a:gd name="T45" fmla="*/ 1 h 424"/>
                <a:gd name="T46" fmla="*/ 2 w 244"/>
                <a:gd name="T47" fmla="*/ 2 h 424"/>
                <a:gd name="T48" fmla="*/ 1 w 244"/>
                <a:gd name="T49" fmla="*/ 2 h 424"/>
                <a:gd name="T50" fmla="*/ 1 w 244"/>
                <a:gd name="T51" fmla="*/ 2 h 424"/>
                <a:gd name="T52" fmla="*/ 1 w 244"/>
                <a:gd name="T53" fmla="*/ 2 h 424"/>
                <a:gd name="T54" fmla="*/ 1 w 244"/>
                <a:gd name="T55" fmla="*/ 3 h 424"/>
                <a:gd name="T56" fmla="*/ 1 w 244"/>
                <a:gd name="T57" fmla="*/ 3 h 424"/>
                <a:gd name="T58" fmla="*/ 1 w 244"/>
                <a:gd name="T59" fmla="*/ 3 h 424"/>
                <a:gd name="T60" fmla="*/ 1 w 244"/>
                <a:gd name="T61" fmla="*/ 3 h 424"/>
                <a:gd name="T62" fmla="*/ 1 w 244"/>
                <a:gd name="T63" fmla="*/ 3 h 424"/>
                <a:gd name="T64" fmla="*/ 0 w 244"/>
                <a:gd name="T65" fmla="*/ 3 h 424"/>
                <a:gd name="T66" fmla="*/ 0 w 244"/>
                <a:gd name="T67" fmla="*/ 3 h 424"/>
                <a:gd name="T68" fmla="*/ 0 w 244"/>
                <a:gd name="T69" fmla="*/ 3 h 424"/>
                <a:gd name="T70" fmla="*/ 0 w 244"/>
                <a:gd name="T71" fmla="*/ 3 h 424"/>
                <a:gd name="T72" fmla="*/ 0 w 244"/>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4"/>
                <a:gd name="T113" fmla="*/ 244 w 244"/>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4">
                  <a:moveTo>
                    <a:pt x="0" y="424"/>
                  </a:moveTo>
                  <a:lnTo>
                    <a:pt x="0" y="424"/>
                  </a:lnTo>
                  <a:lnTo>
                    <a:pt x="25" y="422"/>
                  </a:lnTo>
                  <a:lnTo>
                    <a:pt x="50" y="416"/>
                  </a:lnTo>
                  <a:lnTo>
                    <a:pt x="73" y="405"/>
                  </a:lnTo>
                  <a:lnTo>
                    <a:pt x="96" y="390"/>
                  </a:lnTo>
                  <a:lnTo>
                    <a:pt x="118" y="373"/>
                  </a:lnTo>
                  <a:lnTo>
                    <a:pt x="138" y="350"/>
                  </a:lnTo>
                  <a:lnTo>
                    <a:pt x="155" y="326"/>
                  </a:lnTo>
                  <a:lnTo>
                    <a:pt x="173" y="299"/>
                  </a:lnTo>
                  <a:lnTo>
                    <a:pt x="189" y="268"/>
                  </a:lnTo>
                  <a:lnTo>
                    <a:pt x="203" y="235"/>
                  </a:lnTo>
                  <a:lnTo>
                    <a:pt x="215" y="201"/>
                  </a:lnTo>
                  <a:lnTo>
                    <a:pt x="226" y="163"/>
                  </a:lnTo>
                  <a:lnTo>
                    <a:pt x="234" y="125"/>
                  </a:lnTo>
                  <a:lnTo>
                    <a:pt x="240" y="85"/>
                  </a:lnTo>
                  <a:lnTo>
                    <a:pt x="243" y="42"/>
                  </a:lnTo>
                  <a:lnTo>
                    <a:pt x="244" y="0"/>
                  </a:lnTo>
                  <a:lnTo>
                    <a:pt x="233" y="0"/>
                  </a:lnTo>
                  <a:lnTo>
                    <a:pt x="232" y="42"/>
                  </a:lnTo>
                  <a:lnTo>
                    <a:pt x="228" y="83"/>
                  </a:lnTo>
                  <a:lnTo>
                    <a:pt x="222" y="123"/>
                  </a:lnTo>
                  <a:lnTo>
                    <a:pt x="214" y="160"/>
                  </a:lnTo>
                  <a:lnTo>
                    <a:pt x="203" y="197"/>
                  </a:lnTo>
                  <a:lnTo>
                    <a:pt x="192" y="231"/>
                  </a:lnTo>
                  <a:lnTo>
                    <a:pt x="178" y="263"/>
                  </a:lnTo>
                  <a:lnTo>
                    <a:pt x="164" y="292"/>
                  </a:lnTo>
                  <a:lnTo>
                    <a:pt x="146" y="319"/>
                  </a:lnTo>
                  <a:lnTo>
                    <a:pt x="129" y="343"/>
                  </a:lnTo>
                  <a:lnTo>
                    <a:pt x="109" y="363"/>
                  </a:lnTo>
                  <a:lnTo>
                    <a:pt x="89" y="381"/>
                  </a:lnTo>
                  <a:lnTo>
                    <a:pt x="66" y="394"/>
                  </a:lnTo>
                  <a:lnTo>
                    <a:pt x="45" y="404"/>
                  </a:lnTo>
                  <a:lnTo>
                    <a:pt x="23" y="410"/>
                  </a:lnTo>
                  <a:lnTo>
                    <a:pt x="0" y="412"/>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82984" name="Freeform 54"/>
            <p:cNvSpPr>
              <a:spLocks/>
            </p:cNvSpPr>
            <p:nvPr/>
          </p:nvSpPr>
          <p:spPr bwMode="auto">
            <a:xfrm>
              <a:off x="915" y="1830"/>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1" y="42"/>
                  </a:lnTo>
                  <a:lnTo>
                    <a:pt x="4" y="85"/>
                  </a:lnTo>
                  <a:lnTo>
                    <a:pt x="10" y="125"/>
                  </a:lnTo>
                  <a:lnTo>
                    <a:pt x="19" y="163"/>
                  </a:lnTo>
                  <a:lnTo>
                    <a:pt x="29" y="201"/>
                  </a:lnTo>
                  <a:lnTo>
                    <a:pt x="41" y="235"/>
                  </a:lnTo>
                  <a:lnTo>
                    <a:pt x="55" y="268"/>
                  </a:lnTo>
                  <a:lnTo>
                    <a:pt x="71" y="299"/>
                  </a:lnTo>
                  <a:lnTo>
                    <a:pt x="89" y="326"/>
                  </a:lnTo>
                  <a:lnTo>
                    <a:pt x="106" y="350"/>
                  </a:lnTo>
                  <a:lnTo>
                    <a:pt x="126" y="373"/>
                  </a:lnTo>
                  <a:lnTo>
                    <a:pt x="149" y="390"/>
                  </a:lnTo>
                  <a:lnTo>
                    <a:pt x="171" y="405"/>
                  </a:lnTo>
                  <a:lnTo>
                    <a:pt x="194" y="416"/>
                  </a:lnTo>
                  <a:lnTo>
                    <a:pt x="219" y="422"/>
                  </a:lnTo>
                  <a:lnTo>
                    <a:pt x="245" y="424"/>
                  </a:lnTo>
                  <a:lnTo>
                    <a:pt x="245" y="412"/>
                  </a:lnTo>
                  <a:lnTo>
                    <a:pt x="221" y="410"/>
                  </a:lnTo>
                  <a:lnTo>
                    <a:pt x="199" y="404"/>
                  </a:lnTo>
                  <a:lnTo>
                    <a:pt x="178" y="394"/>
                  </a:lnTo>
                  <a:lnTo>
                    <a:pt x="156" y="381"/>
                  </a:lnTo>
                  <a:lnTo>
                    <a:pt x="136" y="363"/>
                  </a:lnTo>
                  <a:lnTo>
                    <a:pt x="116" y="343"/>
                  </a:lnTo>
                  <a:lnTo>
                    <a:pt x="98" y="319"/>
                  </a:lnTo>
                  <a:lnTo>
                    <a:pt x="81" y="292"/>
                  </a:lnTo>
                  <a:lnTo>
                    <a:pt x="67" y="263"/>
                  </a:lnTo>
                  <a:lnTo>
                    <a:pt x="52" y="231"/>
                  </a:lnTo>
                  <a:lnTo>
                    <a:pt x="41" y="197"/>
                  </a:lnTo>
                  <a:lnTo>
                    <a:pt x="30" y="160"/>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82985" name="Freeform 55"/>
            <p:cNvSpPr>
              <a:spLocks/>
            </p:cNvSpPr>
            <p:nvPr/>
          </p:nvSpPr>
          <p:spPr bwMode="auto">
            <a:xfrm>
              <a:off x="915" y="1745"/>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0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19" y="2"/>
                  </a:lnTo>
                  <a:lnTo>
                    <a:pt x="194" y="8"/>
                  </a:lnTo>
                  <a:lnTo>
                    <a:pt x="171" y="19"/>
                  </a:lnTo>
                  <a:lnTo>
                    <a:pt x="149" y="34"/>
                  </a:lnTo>
                  <a:lnTo>
                    <a:pt x="126" y="52"/>
                  </a:lnTo>
                  <a:lnTo>
                    <a:pt x="106" y="74"/>
                  </a:lnTo>
                  <a:lnTo>
                    <a:pt x="89" y="99"/>
                  </a:lnTo>
                  <a:lnTo>
                    <a:pt x="70" y="126"/>
                  </a:lnTo>
                  <a:lnTo>
                    <a:pt x="55" y="157"/>
                  </a:lnTo>
                  <a:lnTo>
                    <a:pt x="41" y="189"/>
                  </a:lnTo>
                  <a:lnTo>
                    <a:pt x="29" y="224"/>
                  </a:lnTo>
                  <a:lnTo>
                    <a:pt x="19" y="262"/>
                  </a:lnTo>
                  <a:lnTo>
                    <a:pt x="10" y="300"/>
                  </a:lnTo>
                  <a:lnTo>
                    <a:pt x="4" y="340"/>
                  </a:lnTo>
                  <a:lnTo>
                    <a:pt x="1" y="383"/>
                  </a:lnTo>
                  <a:lnTo>
                    <a:pt x="0" y="426"/>
                  </a:lnTo>
                  <a:lnTo>
                    <a:pt x="11" y="426"/>
                  </a:lnTo>
                  <a:lnTo>
                    <a:pt x="13" y="383"/>
                  </a:lnTo>
                  <a:lnTo>
                    <a:pt x="16" y="342"/>
                  </a:lnTo>
                  <a:lnTo>
                    <a:pt x="22" y="303"/>
                  </a:lnTo>
                  <a:lnTo>
                    <a:pt x="30" y="264"/>
                  </a:lnTo>
                  <a:lnTo>
                    <a:pt x="41" y="229"/>
                  </a:lnTo>
                  <a:lnTo>
                    <a:pt x="52" y="194"/>
                  </a:lnTo>
                  <a:lnTo>
                    <a:pt x="67" y="162"/>
                  </a:lnTo>
                  <a:lnTo>
                    <a:pt x="82" y="133"/>
                  </a:lnTo>
                  <a:lnTo>
                    <a:pt x="98" y="106"/>
                  </a:lnTo>
                  <a:lnTo>
                    <a:pt x="116" y="81"/>
                  </a:lnTo>
                  <a:lnTo>
                    <a:pt x="136" y="61"/>
                  </a:lnTo>
                  <a:lnTo>
                    <a:pt x="156" y="43"/>
                  </a:lnTo>
                  <a:lnTo>
                    <a:pt x="178" y="31"/>
                  </a:lnTo>
                  <a:lnTo>
                    <a:pt x="199" y="20"/>
                  </a:lnTo>
                  <a:lnTo>
                    <a:pt x="221"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82986" name="Freeform 56"/>
            <p:cNvSpPr>
              <a:spLocks/>
            </p:cNvSpPr>
            <p:nvPr/>
          </p:nvSpPr>
          <p:spPr bwMode="auto">
            <a:xfrm>
              <a:off x="1140" y="2087"/>
              <a:ext cx="49" cy="85"/>
            </a:xfrm>
            <a:custGeom>
              <a:avLst/>
              <a:gdLst>
                <a:gd name="T0" fmla="*/ 2 w 246"/>
                <a:gd name="T1" fmla="*/ 3 h 424"/>
                <a:gd name="T2" fmla="*/ 2 w 246"/>
                <a:gd name="T3" fmla="*/ 3 h 424"/>
                <a:gd name="T4" fmla="*/ 2 w 246"/>
                <a:gd name="T5" fmla="*/ 3 h 424"/>
                <a:gd name="T6" fmla="*/ 2 w 246"/>
                <a:gd name="T7" fmla="*/ 3 h 424"/>
                <a:gd name="T8" fmla="*/ 2 w 246"/>
                <a:gd name="T9" fmla="*/ 2 h 424"/>
                <a:gd name="T10" fmla="*/ 2 w 246"/>
                <a:gd name="T11" fmla="*/ 2 h 424"/>
                <a:gd name="T12" fmla="*/ 2 w 246"/>
                <a:gd name="T13" fmla="*/ 2 h 424"/>
                <a:gd name="T14" fmla="*/ 2 w 246"/>
                <a:gd name="T15" fmla="*/ 2 h 424"/>
                <a:gd name="T16" fmla="*/ 2 w 246"/>
                <a:gd name="T17" fmla="*/ 1 h 424"/>
                <a:gd name="T18" fmla="*/ 1 w 246"/>
                <a:gd name="T19" fmla="*/ 1 h 424"/>
                <a:gd name="T20" fmla="*/ 1 w 246"/>
                <a:gd name="T21" fmla="*/ 1 h 424"/>
                <a:gd name="T22" fmla="*/ 1 w 246"/>
                <a:gd name="T23" fmla="*/ 1 h 424"/>
                <a:gd name="T24" fmla="*/ 1 w 246"/>
                <a:gd name="T25" fmla="*/ 0 h 424"/>
                <a:gd name="T26" fmla="*/ 1 w 246"/>
                <a:gd name="T27" fmla="*/ 0 h 424"/>
                <a:gd name="T28" fmla="*/ 1 w 246"/>
                <a:gd name="T29" fmla="*/ 0 h 424"/>
                <a:gd name="T30" fmla="*/ 0 w 246"/>
                <a:gd name="T31" fmla="*/ 0 h 424"/>
                <a:gd name="T32" fmla="*/ 0 w 246"/>
                <a:gd name="T33" fmla="*/ 0 h 424"/>
                <a:gd name="T34" fmla="*/ 0 w 246"/>
                <a:gd name="T35" fmla="*/ 0 h 424"/>
                <a:gd name="T36" fmla="*/ 0 w 246"/>
                <a:gd name="T37" fmla="*/ 0 h 424"/>
                <a:gd name="T38" fmla="*/ 0 w 246"/>
                <a:gd name="T39" fmla="*/ 0 h 424"/>
                <a:gd name="T40" fmla="*/ 0 w 246"/>
                <a:gd name="T41" fmla="*/ 0 h 424"/>
                <a:gd name="T42" fmla="*/ 1 w 246"/>
                <a:gd name="T43" fmla="*/ 0 h 424"/>
                <a:gd name="T44" fmla="*/ 1 w 246"/>
                <a:gd name="T45" fmla="*/ 0 h 424"/>
                <a:gd name="T46" fmla="*/ 1 w 246"/>
                <a:gd name="T47" fmla="*/ 0 h 424"/>
                <a:gd name="T48" fmla="*/ 1 w 246"/>
                <a:gd name="T49" fmla="*/ 1 h 424"/>
                <a:gd name="T50" fmla="*/ 1 w 246"/>
                <a:gd name="T51" fmla="*/ 1 h 424"/>
                <a:gd name="T52" fmla="*/ 1 w 246"/>
                <a:gd name="T53" fmla="*/ 1 h 424"/>
                <a:gd name="T54" fmla="*/ 1 w 246"/>
                <a:gd name="T55" fmla="*/ 1 h 424"/>
                <a:gd name="T56" fmla="*/ 2 w 246"/>
                <a:gd name="T57" fmla="*/ 2 h 424"/>
                <a:gd name="T58" fmla="*/ 2 w 246"/>
                <a:gd name="T59" fmla="*/ 2 h 424"/>
                <a:gd name="T60" fmla="*/ 2 w 246"/>
                <a:gd name="T61" fmla="*/ 2 h 424"/>
                <a:gd name="T62" fmla="*/ 2 w 246"/>
                <a:gd name="T63" fmla="*/ 2 h 424"/>
                <a:gd name="T64" fmla="*/ 2 w 246"/>
                <a:gd name="T65" fmla="*/ 3 h 424"/>
                <a:gd name="T66" fmla="*/ 2 w 246"/>
                <a:gd name="T67" fmla="*/ 3 h 424"/>
                <a:gd name="T68" fmla="*/ 2 w 246"/>
                <a:gd name="T69" fmla="*/ 3 h 424"/>
                <a:gd name="T70" fmla="*/ 2 w 246"/>
                <a:gd name="T71" fmla="*/ 3 h 424"/>
                <a:gd name="T72" fmla="*/ 2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424"/>
                  </a:moveTo>
                  <a:lnTo>
                    <a:pt x="246" y="424"/>
                  </a:lnTo>
                  <a:lnTo>
                    <a:pt x="244" y="382"/>
                  </a:lnTo>
                  <a:lnTo>
                    <a:pt x="241" y="338"/>
                  </a:lnTo>
                  <a:lnTo>
                    <a:pt x="235" y="298"/>
                  </a:lnTo>
                  <a:lnTo>
                    <a:pt x="227" y="261"/>
                  </a:lnTo>
                  <a:lnTo>
                    <a:pt x="216" y="222"/>
                  </a:lnTo>
                  <a:lnTo>
                    <a:pt x="205" y="188"/>
                  </a:lnTo>
                  <a:lnTo>
                    <a:pt x="190" y="155"/>
                  </a:lnTo>
                  <a:lnTo>
                    <a:pt x="174" y="125"/>
                  </a:lnTo>
                  <a:lnTo>
                    <a:pt x="157" y="98"/>
                  </a:lnTo>
                  <a:lnTo>
                    <a:pt x="138" y="73"/>
                  </a:lnTo>
                  <a:lnTo>
                    <a:pt x="118" y="51"/>
                  </a:lnTo>
                  <a:lnTo>
                    <a:pt x="96" y="34"/>
                  </a:lnTo>
                  <a:lnTo>
                    <a:pt x="74" y="18"/>
                  </a:lnTo>
                  <a:lnTo>
                    <a:pt x="50" y="8"/>
                  </a:lnTo>
                  <a:lnTo>
                    <a:pt x="25" y="2"/>
                  </a:lnTo>
                  <a:lnTo>
                    <a:pt x="0" y="0"/>
                  </a:lnTo>
                  <a:lnTo>
                    <a:pt x="0" y="11"/>
                  </a:lnTo>
                  <a:lnTo>
                    <a:pt x="23" y="14"/>
                  </a:lnTo>
                  <a:lnTo>
                    <a:pt x="45" y="19"/>
                  </a:lnTo>
                  <a:lnTo>
                    <a:pt x="67" y="30"/>
                  </a:lnTo>
                  <a:lnTo>
                    <a:pt x="89" y="43"/>
                  </a:lnTo>
                  <a:lnTo>
                    <a:pt x="108" y="60"/>
                  </a:lnTo>
                  <a:lnTo>
                    <a:pt x="128" y="80"/>
                  </a:lnTo>
                  <a:lnTo>
                    <a:pt x="147" y="105"/>
                  </a:lnTo>
                  <a:lnTo>
                    <a:pt x="165" y="132"/>
                  </a:lnTo>
                  <a:lnTo>
                    <a:pt x="179" y="160"/>
                  </a:lnTo>
                  <a:lnTo>
                    <a:pt x="193" y="193"/>
                  </a:lnTo>
                  <a:lnTo>
                    <a:pt x="205" y="227"/>
                  </a:lnTo>
                  <a:lnTo>
                    <a:pt x="215" y="263"/>
                  </a:lnTo>
                  <a:lnTo>
                    <a:pt x="223" y="301"/>
                  </a:lnTo>
                  <a:lnTo>
                    <a:pt x="229" y="341"/>
                  </a:lnTo>
                  <a:lnTo>
                    <a:pt x="233" y="382"/>
                  </a:lnTo>
                  <a:lnTo>
                    <a:pt x="234" y="424"/>
                  </a:lnTo>
                  <a:lnTo>
                    <a:pt x="246"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82987" name="Freeform 57"/>
            <p:cNvSpPr>
              <a:spLocks/>
            </p:cNvSpPr>
            <p:nvPr/>
          </p:nvSpPr>
          <p:spPr bwMode="auto">
            <a:xfrm>
              <a:off x="1140" y="2172"/>
              <a:ext cx="49" cy="85"/>
            </a:xfrm>
            <a:custGeom>
              <a:avLst/>
              <a:gdLst>
                <a:gd name="T0" fmla="*/ 0 w 246"/>
                <a:gd name="T1" fmla="*/ 3 h 426"/>
                <a:gd name="T2" fmla="*/ 0 w 246"/>
                <a:gd name="T3" fmla="*/ 3 h 426"/>
                <a:gd name="T4" fmla="*/ 0 w 246"/>
                <a:gd name="T5" fmla="*/ 3 h 426"/>
                <a:gd name="T6" fmla="*/ 0 w 246"/>
                <a:gd name="T7" fmla="*/ 3 h 426"/>
                <a:gd name="T8" fmla="*/ 1 w 246"/>
                <a:gd name="T9" fmla="*/ 3 h 426"/>
                <a:gd name="T10" fmla="*/ 1 w 246"/>
                <a:gd name="T11" fmla="*/ 3 h 426"/>
                <a:gd name="T12" fmla="*/ 1 w 246"/>
                <a:gd name="T13" fmla="*/ 3 h 426"/>
                <a:gd name="T14" fmla="*/ 1 w 246"/>
                <a:gd name="T15" fmla="*/ 3 h 426"/>
                <a:gd name="T16" fmla="*/ 1 w 246"/>
                <a:gd name="T17" fmla="*/ 3 h 426"/>
                <a:gd name="T18" fmla="*/ 1 w 246"/>
                <a:gd name="T19" fmla="*/ 2 h 426"/>
                <a:gd name="T20" fmla="*/ 2 w 246"/>
                <a:gd name="T21" fmla="*/ 2 h 426"/>
                <a:gd name="T22" fmla="*/ 2 w 246"/>
                <a:gd name="T23" fmla="*/ 2 h 426"/>
                <a:gd name="T24" fmla="*/ 2 w 246"/>
                <a:gd name="T25" fmla="*/ 2 h 426"/>
                <a:gd name="T26" fmla="*/ 2 w 246"/>
                <a:gd name="T27" fmla="*/ 1 h 426"/>
                <a:gd name="T28" fmla="*/ 2 w 246"/>
                <a:gd name="T29" fmla="*/ 1 h 426"/>
                <a:gd name="T30" fmla="*/ 2 w 246"/>
                <a:gd name="T31" fmla="*/ 1 h 426"/>
                <a:gd name="T32" fmla="*/ 2 w 246"/>
                <a:gd name="T33" fmla="*/ 0 h 426"/>
                <a:gd name="T34" fmla="*/ 2 w 246"/>
                <a:gd name="T35" fmla="*/ 0 h 426"/>
                <a:gd name="T36" fmla="*/ 2 w 246"/>
                <a:gd name="T37" fmla="*/ 0 h 426"/>
                <a:gd name="T38" fmla="*/ 2 w 246"/>
                <a:gd name="T39" fmla="*/ 0 h 426"/>
                <a:gd name="T40" fmla="*/ 2 w 246"/>
                <a:gd name="T41" fmla="*/ 1 h 426"/>
                <a:gd name="T42" fmla="*/ 2 w 246"/>
                <a:gd name="T43" fmla="*/ 1 h 426"/>
                <a:gd name="T44" fmla="*/ 2 w 246"/>
                <a:gd name="T45" fmla="*/ 1 h 426"/>
                <a:gd name="T46" fmla="*/ 2 w 246"/>
                <a:gd name="T47" fmla="*/ 2 h 426"/>
                <a:gd name="T48" fmla="*/ 2 w 246"/>
                <a:gd name="T49" fmla="*/ 2 h 426"/>
                <a:gd name="T50" fmla="*/ 1 w 246"/>
                <a:gd name="T51" fmla="*/ 2 h 426"/>
                <a:gd name="T52" fmla="*/ 1 w 246"/>
                <a:gd name="T53" fmla="*/ 2 h 426"/>
                <a:gd name="T54" fmla="*/ 1 w 246"/>
                <a:gd name="T55" fmla="*/ 3 h 426"/>
                <a:gd name="T56" fmla="*/ 1 w 246"/>
                <a:gd name="T57" fmla="*/ 3 h 426"/>
                <a:gd name="T58" fmla="*/ 1 w 246"/>
                <a:gd name="T59" fmla="*/ 3 h 426"/>
                <a:gd name="T60" fmla="*/ 1 w 246"/>
                <a:gd name="T61" fmla="*/ 3 h 426"/>
                <a:gd name="T62" fmla="*/ 1 w 246"/>
                <a:gd name="T63" fmla="*/ 3 h 426"/>
                <a:gd name="T64" fmla="*/ 0 w 246"/>
                <a:gd name="T65" fmla="*/ 3 h 426"/>
                <a:gd name="T66" fmla="*/ 0 w 246"/>
                <a:gd name="T67" fmla="*/ 3 h 426"/>
                <a:gd name="T68" fmla="*/ 0 w 246"/>
                <a:gd name="T69" fmla="*/ 3 h 426"/>
                <a:gd name="T70" fmla="*/ 0 w 246"/>
                <a:gd name="T71" fmla="*/ 3 h 426"/>
                <a:gd name="T72" fmla="*/ 0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426"/>
                  </a:moveTo>
                  <a:lnTo>
                    <a:pt x="0" y="426"/>
                  </a:lnTo>
                  <a:lnTo>
                    <a:pt x="25" y="423"/>
                  </a:lnTo>
                  <a:lnTo>
                    <a:pt x="50" y="417"/>
                  </a:lnTo>
                  <a:lnTo>
                    <a:pt x="74" y="407"/>
                  </a:lnTo>
                  <a:lnTo>
                    <a:pt x="96" y="392"/>
                  </a:lnTo>
                  <a:lnTo>
                    <a:pt x="118" y="373"/>
                  </a:lnTo>
                  <a:lnTo>
                    <a:pt x="138" y="350"/>
                  </a:lnTo>
                  <a:lnTo>
                    <a:pt x="157" y="327"/>
                  </a:lnTo>
                  <a:lnTo>
                    <a:pt x="175" y="299"/>
                  </a:lnTo>
                  <a:lnTo>
                    <a:pt x="190" y="268"/>
                  </a:lnTo>
                  <a:lnTo>
                    <a:pt x="205" y="236"/>
                  </a:lnTo>
                  <a:lnTo>
                    <a:pt x="216" y="202"/>
                  </a:lnTo>
                  <a:lnTo>
                    <a:pt x="227" y="164"/>
                  </a:lnTo>
                  <a:lnTo>
                    <a:pt x="235" y="125"/>
                  </a:lnTo>
                  <a:lnTo>
                    <a:pt x="241" y="86"/>
                  </a:lnTo>
                  <a:lnTo>
                    <a:pt x="244" y="42"/>
                  </a:lnTo>
                  <a:lnTo>
                    <a:pt x="246" y="0"/>
                  </a:lnTo>
                  <a:lnTo>
                    <a:pt x="234" y="0"/>
                  </a:lnTo>
                  <a:lnTo>
                    <a:pt x="233" y="42"/>
                  </a:lnTo>
                  <a:lnTo>
                    <a:pt x="229" y="83"/>
                  </a:lnTo>
                  <a:lnTo>
                    <a:pt x="223" y="123"/>
                  </a:lnTo>
                  <a:lnTo>
                    <a:pt x="215" y="162"/>
                  </a:lnTo>
                  <a:lnTo>
                    <a:pt x="205" y="197"/>
                  </a:lnTo>
                  <a:lnTo>
                    <a:pt x="193" y="231"/>
                  </a:lnTo>
                  <a:lnTo>
                    <a:pt x="179" y="264"/>
                  </a:lnTo>
                  <a:lnTo>
                    <a:pt x="164" y="292"/>
                  </a:lnTo>
                  <a:lnTo>
                    <a:pt x="147" y="320"/>
                  </a:lnTo>
                  <a:lnTo>
                    <a:pt x="128" y="343"/>
                  </a:lnTo>
                  <a:lnTo>
                    <a:pt x="108" y="363"/>
                  </a:lnTo>
                  <a:lnTo>
                    <a:pt x="89" y="382"/>
                  </a:lnTo>
                  <a:lnTo>
                    <a:pt x="67" y="395"/>
                  </a:lnTo>
                  <a:lnTo>
                    <a:pt x="45" y="406"/>
                  </a:lnTo>
                  <a:lnTo>
                    <a:pt x="23" y="411"/>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82988" name="Freeform 58"/>
            <p:cNvSpPr>
              <a:spLocks/>
            </p:cNvSpPr>
            <p:nvPr/>
          </p:nvSpPr>
          <p:spPr bwMode="auto">
            <a:xfrm>
              <a:off x="1091" y="2172"/>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4" y="86"/>
                  </a:lnTo>
                  <a:lnTo>
                    <a:pt x="10" y="125"/>
                  </a:lnTo>
                  <a:lnTo>
                    <a:pt x="18" y="164"/>
                  </a:lnTo>
                  <a:lnTo>
                    <a:pt x="29" y="202"/>
                  </a:lnTo>
                  <a:lnTo>
                    <a:pt x="41" y="236"/>
                  </a:lnTo>
                  <a:lnTo>
                    <a:pt x="55" y="268"/>
                  </a:lnTo>
                  <a:lnTo>
                    <a:pt x="70" y="299"/>
                  </a:lnTo>
                  <a:lnTo>
                    <a:pt x="89" y="327"/>
                  </a:lnTo>
                  <a:lnTo>
                    <a:pt x="106" y="350"/>
                  </a:lnTo>
                  <a:lnTo>
                    <a:pt x="126" y="373"/>
                  </a:lnTo>
                  <a:lnTo>
                    <a:pt x="148" y="392"/>
                  </a:lnTo>
                  <a:lnTo>
                    <a:pt x="171" y="407"/>
                  </a:lnTo>
                  <a:lnTo>
                    <a:pt x="194" y="417"/>
                  </a:lnTo>
                  <a:lnTo>
                    <a:pt x="219" y="423"/>
                  </a:lnTo>
                  <a:lnTo>
                    <a:pt x="245" y="426"/>
                  </a:lnTo>
                  <a:lnTo>
                    <a:pt x="245" y="414"/>
                  </a:lnTo>
                  <a:lnTo>
                    <a:pt x="221" y="411"/>
                  </a:lnTo>
                  <a:lnTo>
                    <a:pt x="199" y="406"/>
                  </a:lnTo>
                  <a:lnTo>
                    <a:pt x="178" y="395"/>
                  </a:lnTo>
                  <a:lnTo>
                    <a:pt x="155" y="382"/>
                  </a:lnTo>
                  <a:lnTo>
                    <a:pt x="136" y="363"/>
                  </a:lnTo>
                  <a:lnTo>
                    <a:pt x="116" y="343"/>
                  </a:lnTo>
                  <a:lnTo>
                    <a:pt x="98" y="320"/>
                  </a:lnTo>
                  <a:lnTo>
                    <a:pt x="82" y="292"/>
                  </a:lnTo>
                  <a:lnTo>
                    <a:pt x="66" y="264"/>
                  </a:lnTo>
                  <a:lnTo>
                    <a:pt x="52" y="231"/>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82989" name="Freeform 59"/>
            <p:cNvSpPr>
              <a:spLocks/>
            </p:cNvSpPr>
            <p:nvPr/>
          </p:nvSpPr>
          <p:spPr bwMode="auto">
            <a:xfrm>
              <a:off x="1091" y="2087"/>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4" y="8"/>
                  </a:lnTo>
                  <a:lnTo>
                    <a:pt x="171" y="18"/>
                  </a:lnTo>
                  <a:lnTo>
                    <a:pt x="148" y="34"/>
                  </a:lnTo>
                  <a:lnTo>
                    <a:pt x="126" y="51"/>
                  </a:lnTo>
                  <a:lnTo>
                    <a:pt x="106" y="73"/>
                  </a:lnTo>
                  <a:lnTo>
                    <a:pt x="89" y="98"/>
                  </a:lnTo>
                  <a:lnTo>
                    <a:pt x="71" y="125"/>
                  </a:lnTo>
                  <a:lnTo>
                    <a:pt x="55" y="155"/>
                  </a:lnTo>
                  <a:lnTo>
                    <a:pt x="41" y="188"/>
                  </a:lnTo>
                  <a:lnTo>
                    <a:pt x="29" y="222"/>
                  </a:lnTo>
                  <a:lnTo>
                    <a:pt x="18" y="261"/>
                  </a:lnTo>
                  <a:lnTo>
                    <a:pt x="10" y="298"/>
                  </a:lnTo>
                  <a:lnTo>
                    <a:pt x="4" y="338"/>
                  </a:lnTo>
                  <a:lnTo>
                    <a:pt x="1" y="382"/>
                  </a:lnTo>
                  <a:lnTo>
                    <a:pt x="0" y="424"/>
                  </a:lnTo>
                  <a:lnTo>
                    <a:pt x="11" y="424"/>
                  </a:lnTo>
                  <a:lnTo>
                    <a:pt x="13" y="382"/>
                  </a:lnTo>
                  <a:lnTo>
                    <a:pt x="16" y="341"/>
                  </a:lnTo>
                  <a:lnTo>
                    <a:pt x="22" y="301"/>
                  </a:lnTo>
                  <a:lnTo>
                    <a:pt x="30" y="263"/>
                  </a:lnTo>
                  <a:lnTo>
                    <a:pt x="41" y="227"/>
                  </a:lnTo>
                  <a:lnTo>
                    <a:pt x="52" y="193"/>
                  </a:lnTo>
                  <a:lnTo>
                    <a:pt x="66" y="160"/>
                  </a:lnTo>
                  <a:lnTo>
                    <a:pt x="80" y="132"/>
                  </a:lnTo>
                  <a:lnTo>
                    <a:pt x="98" y="105"/>
                  </a:lnTo>
                  <a:lnTo>
                    <a:pt x="116" y="80"/>
                  </a:lnTo>
                  <a:lnTo>
                    <a:pt x="136" y="60"/>
                  </a:lnTo>
                  <a:lnTo>
                    <a:pt x="155" y="43"/>
                  </a:lnTo>
                  <a:lnTo>
                    <a:pt x="178" y="30"/>
                  </a:lnTo>
                  <a:lnTo>
                    <a:pt x="199" y="19"/>
                  </a:lnTo>
                  <a:lnTo>
                    <a:pt x="221" y="14"/>
                  </a:lnTo>
                  <a:lnTo>
                    <a:pt x="245" y="11"/>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82990" name="Freeform 60"/>
            <p:cNvSpPr>
              <a:spLocks/>
            </p:cNvSpPr>
            <p:nvPr/>
          </p:nvSpPr>
          <p:spPr bwMode="auto">
            <a:xfrm>
              <a:off x="1392" y="2118"/>
              <a:ext cx="49" cy="85"/>
            </a:xfrm>
            <a:custGeom>
              <a:avLst/>
              <a:gdLst>
                <a:gd name="T0" fmla="*/ 2 w 246"/>
                <a:gd name="T1" fmla="*/ 3 h 426"/>
                <a:gd name="T2" fmla="*/ 2 w 246"/>
                <a:gd name="T3" fmla="*/ 3 h 426"/>
                <a:gd name="T4" fmla="*/ 2 w 246"/>
                <a:gd name="T5" fmla="*/ 3 h 426"/>
                <a:gd name="T6" fmla="*/ 2 w 246"/>
                <a:gd name="T7" fmla="*/ 3 h 426"/>
                <a:gd name="T8" fmla="*/ 2 w 246"/>
                <a:gd name="T9" fmla="*/ 2 h 426"/>
                <a:gd name="T10" fmla="*/ 2 w 246"/>
                <a:gd name="T11" fmla="*/ 2 h 426"/>
                <a:gd name="T12" fmla="*/ 2 w 246"/>
                <a:gd name="T13" fmla="*/ 2 h 426"/>
                <a:gd name="T14" fmla="*/ 2 w 246"/>
                <a:gd name="T15" fmla="*/ 2 h 426"/>
                <a:gd name="T16" fmla="*/ 2 w 246"/>
                <a:gd name="T17" fmla="*/ 1 h 426"/>
                <a:gd name="T18" fmla="*/ 1 w 246"/>
                <a:gd name="T19" fmla="*/ 1 h 426"/>
                <a:gd name="T20" fmla="*/ 1 w 246"/>
                <a:gd name="T21" fmla="*/ 1 h 426"/>
                <a:gd name="T22" fmla="*/ 1 w 246"/>
                <a:gd name="T23" fmla="*/ 1 h 426"/>
                <a:gd name="T24" fmla="*/ 1 w 246"/>
                <a:gd name="T25" fmla="*/ 0 h 426"/>
                <a:gd name="T26" fmla="*/ 1 w 246"/>
                <a:gd name="T27" fmla="*/ 0 h 426"/>
                <a:gd name="T28" fmla="*/ 1 w 246"/>
                <a:gd name="T29" fmla="*/ 0 h 426"/>
                <a:gd name="T30" fmla="*/ 0 w 246"/>
                <a:gd name="T31" fmla="*/ 0 h 426"/>
                <a:gd name="T32" fmla="*/ 0 w 246"/>
                <a:gd name="T33" fmla="*/ 0 h 426"/>
                <a:gd name="T34" fmla="*/ 0 w 246"/>
                <a:gd name="T35" fmla="*/ 0 h 426"/>
                <a:gd name="T36" fmla="*/ 0 w 246"/>
                <a:gd name="T37" fmla="*/ 0 h 426"/>
                <a:gd name="T38" fmla="*/ 0 w 246"/>
                <a:gd name="T39" fmla="*/ 0 h 426"/>
                <a:gd name="T40" fmla="*/ 0 w 246"/>
                <a:gd name="T41" fmla="*/ 0 h 426"/>
                <a:gd name="T42" fmla="*/ 1 w 246"/>
                <a:gd name="T43" fmla="*/ 0 h 426"/>
                <a:gd name="T44" fmla="*/ 1 w 246"/>
                <a:gd name="T45" fmla="*/ 0 h 426"/>
                <a:gd name="T46" fmla="*/ 1 w 246"/>
                <a:gd name="T47" fmla="*/ 1 h 426"/>
                <a:gd name="T48" fmla="*/ 1 w 246"/>
                <a:gd name="T49" fmla="*/ 1 h 426"/>
                <a:gd name="T50" fmla="*/ 1 w 246"/>
                <a:gd name="T51" fmla="*/ 1 h 426"/>
                <a:gd name="T52" fmla="*/ 1 w 246"/>
                <a:gd name="T53" fmla="*/ 1 h 426"/>
                <a:gd name="T54" fmla="*/ 1 w 246"/>
                <a:gd name="T55" fmla="*/ 1 h 426"/>
                <a:gd name="T56" fmla="*/ 2 w 246"/>
                <a:gd name="T57" fmla="*/ 2 h 426"/>
                <a:gd name="T58" fmla="*/ 2 w 246"/>
                <a:gd name="T59" fmla="*/ 2 h 426"/>
                <a:gd name="T60" fmla="*/ 2 w 246"/>
                <a:gd name="T61" fmla="*/ 2 h 426"/>
                <a:gd name="T62" fmla="*/ 2 w 246"/>
                <a:gd name="T63" fmla="*/ 2 h 426"/>
                <a:gd name="T64" fmla="*/ 2 w 246"/>
                <a:gd name="T65" fmla="*/ 3 h 426"/>
                <a:gd name="T66" fmla="*/ 2 w 246"/>
                <a:gd name="T67" fmla="*/ 3 h 426"/>
                <a:gd name="T68" fmla="*/ 2 w 246"/>
                <a:gd name="T69" fmla="*/ 3 h 426"/>
                <a:gd name="T70" fmla="*/ 2 w 246"/>
                <a:gd name="T71" fmla="*/ 3 h 426"/>
                <a:gd name="T72" fmla="*/ 2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246" y="426"/>
                  </a:moveTo>
                  <a:lnTo>
                    <a:pt x="246" y="426"/>
                  </a:lnTo>
                  <a:lnTo>
                    <a:pt x="245" y="384"/>
                  </a:lnTo>
                  <a:lnTo>
                    <a:pt x="242" y="340"/>
                  </a:lnTo>
                  <a:lnTo>
                    <a:pt x="236" y="301"/>
                  </a:lnTo>
                  <a:lnTo>
                    <a:pt x="228" y="262"/>
                  </a:lnTo>
                  <a:lnTo>
                    <a:pt x="217" y="224"/>
                  </a:lnTo>
                  <a:lnTo>
                    <a:pt x="205" y="190"/>
                  </a:lnTo>
                  <a:lnTo>
                    <a:pt x="191" y="158"/>
                  </a:lnTo>
                  <a:lnTo>
                    <a:pt x="176" y="126"/>
                  </a:lnTo>
                  <a:lnTo>
                    <a:pt x="157" y="99"/>
                  </a:lnTo>
                  <a:lnTo>
                    <a:pt x="139" y="75"/>
                  </a:lnTo>
                  <a:lnTo>
                    <a:pt x="119" y="53"/>
                  </a:lnTo>
                  <a:lnTo>
                    <a:pt x="96" y="34"/>
                  </a:lnTo>
                  <a:lnTo>
                    <a:pt x="75" y="19"/>
                  </a:lnTo>
                  <a:lnTo>
                    <a:pt x="51" y="9"/>
                  </a:lnTo>
                  <a:lnTo>
                    <a:pt x="26" y="3"/>
                  </a:lnTo>
                  <a:lnTo>
                    <a:pt x="0" y="0"/>
                  </a:lnTo>
                  <a:lnTo>
                    <a:pt x="0" y="12"/>
                  </a:lnTo>
                  <a:lnTo>
                    <a:pt x="24" y="15"/>
                  </a:lnTo>
                  <a:lnTo>
                    <a:pt x="46" y="20"/>
                  </a:lnTo>
                  <a:lnTo>
                    <a:pt x="68" y="31"/>
                  </a:lnTo>
                  <a:lnTo>
                    <a:pt x="89" y="44"/>
                  </a:lnTo>
                  <a:lnTo>
                    <a:pt x="109" y="63"/>
                  </a:lnTo>
                  <a:lnTo>
                    <a:pt x="129" y="83"/>
                  </a:lnTo>
                  <a:lnTo>
                    <a:pt x="148" y="106"/>
                  </a:lnTo>
                  <a:lnTo>
                    <a:pt x="164" y="133"/>
                  </a:lnTo>
                  <a:lnTo>
                    <a:pt x="180" y="162"/>
                  </a:lnTo>
                  <a:lnTo>
                    <a:pt x="194" y="195"/>
                  </a:lnTo>
                  <a:lnTo>
                    <a:pt x="205" y="229"/>
                  </a:lnTo>
                  <a:lnTo>
                    <a:pt x="216" y="264"/>
                  </a:lnTo>
                  <a:lnTo>
                    <a:pt x="224" y="303"/>
                  </a:lnTo>
                  <a:lnTo>
                    <a:pt x="230" y="343"/>
                  </a:lnTo>
                  <a:lnTo>
                    <a:pt x="233" y="384"/>
                  </a:lnTo>
                  <a:lnTo>
                    <a:pt x="235" y="426"/>
                  </a:lnTo>
                  <a:lnTo>
                    <a:pt x="246"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82991" name="Freeform 61"/>
            <p:cNvSpPr>
              <a:spLocks/>
            </p:cNvSpPr>
            <p:nvPr/>
          </p:nvSpPr>
          <p:spPr bwMode="auto">
            <a:xfrm>
              <a:off x="1392" y="2203"/>
              <a:ext cx="49" cy="85"/>
            </a:xfrm>
            <a:custGeom>
              <a:avLst/>
              <a:gdLst>
                <a:gd name="T0" fmla="*/ 0 w 246"/>
                <a:gd name="T1" fmla="*/ 3 h 424"/>
                <a:gd name="T2" fmla="*/ 0 w 246"/>
                <a:gd name="T3" fmla="*/ 3 h 424"/>
                <a:gd name="T4" fmla="*/ 0 w 246"/>
                <a:gd name="T5" fmla="*/ 3 h 424"/>
                <a:gd name="T6" fmla="*/ 0 w 246"/>
                <a:gd name="T7" fmla="*/ 3 h 424"/>
                <a:gd name="T8" fmla="*/ 1 w 246"/>
                <a:gd name="T9" fmla="*/ 3 h 424"/>
                <a:gd name="T10" fmla="*/ 1 w 246"/>
                <a:gd name="T11" fmla="*/ 3 h 424"/>
                <a:gd name="T12" fmla="*/ 1 w 246"/>
                <a:gd name="T13" fmla="*/ 3 h 424"/>
                <a:gd name="T14" fmla="*/ 1 w 246"/>
                <a:gd name="T15" fmla="*/ 3 h 424"/>
                <a:gd name="T16" fmla="*/ 1 w 246"/>
                <a:gd name="T17" fmla="*/ 3 h 424"/>
                <a:gd name="T18" fmla="*/ 1 w 246"/>
                <a:gd name="T19" fmla="*/ 2 h 424"/>
                <a:gd name="T20" fmla="*/ 2 w 246"/>
                <a:gd name="T21" fmla="*/ 2 h 424"/>
                <a:gd name="T22" fmla="*/ 2 w 246"/>
                <a:gd name="T23" fmla="*/ 2 h 424"/>
                <a:gd name="T24" fmla="*/ 2 w 246"/>
                <a:gd name="T25" fmla="*/ 2 h 424"/>
                <a:gd name="T26" fmla="*/ 2 w 246"/>
                <a:gd name="T27" fmla="*/ 1 h 424"/>
                <a:gd name="T28" fmla="*/ 2 w 246"/>
                <a:gd name="T29" fmla="*/ 1 h 424"/>
                <a:gd name="T30" fmla="*/ 2 w 246"/>
                <a:gd name="T31" fmla="*/ 1 h 424"/>
                <a:gd name="T32" fmla="*/ 2 w 246"/>
                <a:gd name="T33" fmla="*/ 0 h 424"/>
                <a:gd name="T34" fmla="*/ 2 w 246"/>
                <a:gd name="T35" fmla="*/ 0 h 424"/>
                <a:gd name="T36" fmla="*/ 2 w 246"/>
                <a:gd name="T37" fmla="*/ 0 h 424"/>
                <a:gd name="T38" fmla="*/ 2 w 246"/>
                <a:gd name="T39" fmla="*/ 0 h 424"/>
                <a:gd name="T40" fmla="*/ 2 w 246"/>
                <a:gd name="T41" fmla="*/ 1 h 424"/>
                <a:gd name="T42" fmla="*/ 2 w 246"/>
                <a:gd name="T43" fmla="*/ 1 h 424"/>
                <a:gd name="T44" fmla="*/ 2 w 246"/>
                <a:gd name="T45" fmla="*/ 1 h 424"/>
                <a:gd name="T46" fmla="*/ 2 w 246"/>
                <a:gd name="T47" fmla="*/ 2 h 424"/>
                <a:gd name="T48" fmla="*/ 2 w 246"/>
                <a:gd name="T49" fmla="*/ 2 h 424"/>
                <a:gd name="T50" fmla="*/ 1 w 246"/>
                <a:gd name="T51" fmla="*/ 2 h 424"/>
                <a:gd name="T52" fmla="*/ 1 w 246"/>
                <a:gd name="T53" fmla="*/ 2 h 424"/>
                <a:gd name="T54" fmla="*/ 1 w 246"/>
                <a:gd name="T55" fmla="*/ 3 h 424"/>
                <a:gd name="T56" fmla="*/ 1 w 246"/>
                <a:gd name="T57" fmla="*/ 3 h 424"/>
                <a:gd name="T58" fmla="*/ 1 w 246"/>
                <a:gd name="T59" fmla="*/ 3 h 424"/>
                <a:gd name="T60" fmla="*/ 1 w 246"/>
                <a:gd name="T61" fmla="*/ 3 h 424"/>
                <a:gd name="T62" fmla="*/ 1 w 246"/>
                <a:gd name="T63" fmla="*/ 3 h 424"/>
                <a:gd name="T64" fmla="*/ 0 w 246"/>
                <a:gd name="T65" fmla="*/ 3 h 424"/>
                <a:gd name="T66" fmla="*/ 0 w 246"/>
                <a:gd name="T67" fmla="*/ 3 h 424"/>
                <a:gd name="T68" fmla="*/ 0 w 246"/>
                <a:gd name="T69" fmla="*/ 3 h 424"/>
                <a:gd name="T70" fmla="*/ 0 w 246"/>
                <a:gd name="T71" fmla="*/ 3 h 424"/>
                <a:gd name="T72" fmla="*/ 0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0" y="424"/>
                  </a:moveTo>
                  <a:lnTo>
                    <a:pt x="0" y="424"/>
                  </a:lnTo>
                  <a:lnTo>
                    <a:pt x="26" y="422"/>
                  </a:lnTo>
                  <a:lnTo>
                    <a:pt x="51" y="416"/>
                  </a:lnTo>
                  <a:lnTo>
                    <a:pt x="75" y="406"/>
                  </a:lnTo>
                  <a:lnTo>
                    <a:pt x="96" y="390"/>
                  </a:lnTo>
                  <a:lnTo>
                    <a:pt x="119" y="373"/>
                  </a:lnTo>
                  <a:lnTo>
                    <a:pt x="139" y="351"/>
                  </a:lnTo>
                  <a:lnTo>
                    <a:pt x="157" y="326"/>
                  </a:lnTo>
                  <a:lnTo>
                    <a:pt x="175" y="299"/>
                  </a:lnTo>
                  <a:lnTo>
                    <a:pt x="191" y="269"/>
                  </a:lnTo>
                  <a:lnTo>
                    <a:pt x="205" y="236"/>
                  </a:lnTo>
                  <a:lnTo>
                    <a:pt x="217" y="202"/>
                  </a:lnTo>
                  <a:lnTo>
                    <a:pt x="228" y="163"/>
                  </a:lnTo>
                  <a:lnTo>
                    <a:pt x="236" y="125"/>
                  </a:lnTo>
                  <a:lnTo>
                    <a:pt x="242" y="86"/>
                  </a:lnTo>
                  <a:lnTo>
                    <a:pt x="245" y="42"/>
                  </a:lnTo>
                  <a:lnTo>
                    <a:pt x="246" y="0"/>
                  </a:lnTo>
                  <a:lnTo>
                    <a:pt x="235" y="0"/>
                  </a:lnTo>
                  <a:lnTo>
                    <a:pt x="233" y="42"/>
                  </a:lnTo>
                  <a:lnTo>
                    <a:pt x="230" y="83"/>
                  </a:lnTo>
                  <a:lnTo>
                    <a:pt x="224" y="123"/>
                  </a:lnTo>
                  <a:lnTo>
                    <a:pt x="216" y="161"/>
                  </a:lnTo>
                  <a:lnTo>
                    <a:pt x="205" y="197"/>
                  </a:lnTo>
                  <a:lnTo>
                    <a:pt x="194" y="231"/>
                  </a:lnTo>
                  <a:lnTo>
                    <a:pt x="180" y="264"/>
                  </a:lnTo>
                  <a:lnTo>
                    <a:pt x="166" y="292"/>
                  </a:lnTo>
                  <a:lnTo>
                    <a:pt x="148" y="319"/>
                  </a:lnTo>
                  <a:lnTo>
                    <a:pt x="129" y="344"/>
                  </a:lnTo>
                  <a:lnTo>
                    <a:pt x="109" y="364"/>
                  </a:lnTo>
                  <a:lnTo>
                    <a:pt x="89" y="381"/>
                  </a:lnTo>
                  <a:lnTo>
                    <a:pt x="68" y="394"/>
                  </a:lnTo>
                  <a:lnTo>
                    <a:pt x="46" y="405"/>
                  </a:lnTo>
                  <a:lnTo>
                    <a:pt x="24" y="410"/>
                  </a:lnTo>
                  <a:lnTo>
                    <a:pt x="0" y="413"/>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82992" name="Freeform 62"/>
            <p:cNvSpPr>
              <a:spLocks/>
            </p:cNvSpPr>
            <p:nvPr/>
          </p:nvSpPr>
          <p:spPr bwMode="auto">
            <a:xfrm>
              <a:off x="1343" y="2203"/>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2" y="42"/>
                  </a:lnTo>
                  <a:lnTo>
                    <a:pt x="5" y="86"/>
                  </a:lnTo>
                  <a:lnTo>
                    <a:pt x="11" y="125"/>
                  </a:lnTo>
                  <a:lnTo>
                    <a:pt x="19" y="163"/>
                  </a:lnTo>
                  <a:lnTo>
                    <a:pt x="30" y="202"/>
                  </a:lnTo>
                  <a:lnTo>
                    <a:pt x="41" y="236"/>
                  </a:lnTo>
                  <a:lnTo>
                    <a:pt x="56" y="269"/>
                  </a:lnTo>
                  <a:lnTo>
                    <a:pt x="72" y="299"/>
                  </a:lnTo>
                  <a:lnTo>
                    <a:pt x="90" y="326"/>
                  </a:lnTo>
                  <a:lnTo>
                    <a:pt x="108" y="351"/>
                  </a:lnTo>
                  <a:lnTo>
                    <a:pt x="127" y="373"/>
                  </a:lnTo>
                  <a:lnTo>
                    <a:pt x="149" y="390"/>
                  </a:lnTo>
                  <a:lnTo>
                    <a:pt x="172" y="406"/>
                  </a:lnTo>
                  <a:lnTo>
                    <a:pt x="195" y="416"/>
                  </a:lnTo>
                  <a:lnTo>
                    <a:pt x="220" y="422"/>
                  </a:lnTo>
                  <a:lnTo>
                    <a:pt x="245" y="424"/>
                  </a:lnTo>
                  <a:lnTo>
                    <a:pt x="245" y="413"/>
                  </a:lnTo>
                  <a:lnTo>
                    <a:pt x="222" y="410"/>
                  </a:lnTo>
                  <a:lnTo>
                    <a:pt x="200" y="405"/>
                  </a:lnTo>
                  <a:lnTo>
                    <a:pt x="179" y="394"/>
                  </a:lnTo>
                  <a:lnTo>
                    <a:pt x="156" y="381"/>
                  </a:lnTo>
                  <a:lnTo>
                    <a:pt x="136" y="364"/>
                  </a:lnTo>
                  <a:lnTo>
                    <a:pt x="118" y="344"/>
                  </a:lnTo>
                  <a:lnTo>
                    <a:pt x="99" y="319"/>
                  </a:lnTo>
                  <a:lnTo>
                    <a:pt x="81" y="292"/>
                  </a:lnTo>
                  <a:lnTo>
                    <a:pt x="67" y="264"/>
                  </a:lnTo>
                  <a:lnTo>
                    <a:pt x="53" y="231"/>
                  </a:lnTo>
                  <a:lnTo>
                    <a:pt x="41" y="197"/>
                  </a:lnTo>
                  <a:lnTo>
                    <a:pt x="31" y="161"/>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82993" name="Freeform 63"/>
            <p:cNvSpPr>
              <a:spLocks/>
            </p:cNvSpPr>
            <p:nvPr/>
          </p:nvSpPr>
          <p:spPr bwMode="auto">
            <a:xfrm>
              <a:off x="1343" y="2118"/>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1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20" y="3"/>
                  </a:lnTo>
                  <a:lnTo>
                    <a:pt x="195" y="9"/>
                  </a:lnTo>
                  <a:lnTo>
                    <a:pt x="172" y="19"/>
                  </a:lnTo>
                  <a:lnTo>
                    <a:pt x="149" y="34"/>
                  </a:lnTo>
                  <a:lnTo>
                    <a:pt x="127" y="53"/>
                  </a:lnTo>
                  <a:lnTo>
                    <a:pt x="108" y="75"/>
                  </a:lnTo>
                  <a:lnTo>
                    <a:pt x="90" y="99"/>
                  </a:lnTo>
                  <a:lnTo>
                    <a:pt x="71" y="126"/>
                  </a:lnTo>
                  <a:lnTo>
                    <a:pt x="56" y="158"/>
                  </a:lnTo>
                  <a:lnTo>
                    <a:pt x="41" y="190"/>
                  </a:lnTo>
                  <a:lnTo>
                    <a:pt x="30" y="224"/>
                  </a:lnTo>
                  <a:lnTo>
                    <a:pt x="19" y="262"/>
                  </a:lnTo>
                  <a:lnTo>
                    <a:pt x="11" y="301"/>
                  </a:lnTo>
                  <a:lnTo>
                    <a:pt x="5" y="340"/>
                  </a:lnTo>
                  <a:lnTo>
                    <a:pt x="2" y="384"/>
                  </a:lnTo>
                  <a:lnTo>
                    <a:pt x="0" y="426"/>
                  </a:lnTo>
                  <a:lnTo>
                    <a:pt x="12" y="426"/>
                  </a:lnTo>
                  <a:lnTo>
                    <a:pt x="13" y="384"/>
                  </a:lnTo>
                  <a:lnTo>
                    <a:pt x="17" y="343"/>
                  </a:lnTo>
                  <a:lnTo>
                    <a:pt x="23" y="303"/>
                  </a:lnTo>
                  <a:lnTo>
                    <a:pt x="31" y="264"/>
                  </a:lnTo>
                  <a:lnTo>
                    <a:pt x="41" y="229"/>
                  </a:lnTo>
                  <a:lnTo>
                    <a:pt x="53" y="195"/>
                  </a:lnTo>
                  <a:lnTo>
                    <a:pt x="67" y="162"/>
                  </a:lnTo>
                  <a:lnTo>
                    <a:pt x="82" y="133"/>
                  </a:lnTo>
                  <a:lnTo>
                    <a:pt x="99" y="106"/>
                  </a:lnTo>
                  <a:lnTo>
                    <a:pt x="118" y="83"/>
                  </a:lnTo>
                  <a:lnTo>
                    <a:pt x="136" y="63"/>
                  </a:lnTo>
                  <a:lnTo>
                    <a:pt x="156" y="44"/>
                  </a:lnTo>
                  <a:lnTo>
                    <a:pt x="179" y="31"/>
                  </a:lnTo>
                  <a:lnTo>
                    <a:pt x="200" y="20"/>
                  </a:lnTo>
                  <a:lnTo>
                    <a:pt x="222" y="15"/>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82994" name="Freeform 64"/>
            <p:cNvSpPr>
              <a:spLocks/>
            </p:cNvSpPr>
            <p:nvPr/>
          </p:nvSpPr>
          <p:spPr bwMode="auto">
            <a:xfrm>
              <a:off x="1384" y="1859"/>
              <a:ext cx="49" cy="84"/>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1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3" y="382"/>
                  </a:lnTo>
                  <a:lnTo>
                    <a:pt x="240" y="339"/>
                  </a:lnTo>
                  <a:lnTo>
                    <a:pt x="234" y="299"/>
                  </a:lnTo>
                  <a:lnTo>
                    <a:pt x="226" y="261"/>
                  </a:lnTo>
                  <a:lnTo>
                    <a:pt x="215" y="222"/>
                  </a:lnTo>
                  <a:lnTo>
                    <a:pt x="204" y="188"/>
                  </a:lnTo>
                  <a:lnTo>
                    <a:pt x="189" y="156"/>
                  </a:lnTo>
                  <a:lnTo>
                    <a:pt x="173" y="125"/>
                  </a:lnTo>
                  <a:lnTo>
                    <a:pt x="155" y="98"/>
                  </a:lnTo>
                  <a:lnTo>
                    <a:pt x="138" y="74"/>
                  </a:lnTo>
                  <a:lnTo>
                    <a:pt x="118" y="51"/>
                  </a:lnTo>
                  <a:lnTo>
                    <a:pt x="96" y="34"/>
                  </a:lnTo>
                  <a:lnTo>
                    <a:pt x="73" y="18"/>
                  </a:lnTo>
                  <a:lnTo>
                    <a:pt x="50" y="8"/>
                  </a:lnTo>
                  <a:lnTo>
                    <a:pt x="25" y="2"/>
                  </a:lnTo>
                  <a:lnTo>
                    <a:pt x="0" y="0"/>
                  </a:lnTo>
                  <a:lnTo>
                    <a:pt x="0" y="11"/>
                  </a:lnTo>
                  <a:lnTo>
                    <a:pt x="23" y="14"/>
                  </a:lnTo>
                  <a:lnTo>
                    <a:pt x="45" y="20"/>
                  </a:lnTo>
                  <a:lnTo>
                    <a:pt x="66" y="30"/>
                  </a:lnTo>
                  <a:lnTo>
                    <a:pt x="89" y="43"/>
                  </a:lnTo>
                  <a:lnTo>
                    <a:pt x="109" y="61"/>
                  </a:lnTo>
                  <a:lnTo>
                    <a:pt x="129" y="81"/>
                  </a:lnTo>
                  <a:lnTo>
                    <a:pt x="146" y="105"/>
                  </a:lnTo>
                  <a:lnTo>
                    <a:pt x="164" y="132"/>
                  </a:lnTo>
                  <a:lnTo>
                    <a:pt x="178" y="160"/>
                  </a:lnTo>
                  <a:lnTo>
                    <a:pt x="192" y="193"/>
                  </a:lnTo>
                  <a:lnTo>
                    <a:pt x="204" y="227"/>
                  </a:lnTo>
                  <a:lnTo>
                    <a:pt x="214" y="264"/>
                  </a:lnTo>
                  <a:lnTo>
                    <a:pt x="222" y="301"/>
                  </a:lnTo>
                  <a:lnTo>
                    <a:pt x="228"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82995" name="Freeform 65"/>
            <p:cNvSpPr>
              <a:spLocks/>
            </p:cNvSpPr>
            <p:nvPr/>
          </p:nvSpPr>
          <p:spPr bwMode="auto">
            <a:xfrm>
              <a:off x="1384" y="1943"/>
              <a:ext cx="49" cy="86"/>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5" y="423"/>
                  </a:lnTo>
                  <a:lnTo>
                    <a:pt x="50" y="418"/>
                  </a:lnTo>
                  <a:lnTo>
                    <a:pt x="73" y="407"/>
                  </a:lnTo>
                  <a:lnTo>
                    <a:pt x="96" y="392"/>
                  </a:lnTo>
                  <a:lnTo>
                    <a:pt x="118" y="374"/>
                  </a:lnTo>
                  <a:lnTo>
                    <a:pt x="138" y="352"/>
                  </a:lnTo>
                  <a:lnTo>
                    <a:pt x="155" y="327"/>
                  </a:lnTo>
                  <a:lnTo>
                    <a:pt x="174" y="300"/>
                  </a:lnTo>
                  <a:lnTo>
                    <a:pt x="189" y="269"/>
                  </a:lnTo>
                  <a:lnTo>
                    <a:pt x="204" y="237"/>
                  </a:lnTo>
                  <a:lnTo>
                    <a:pt x="215" y="202"/>
                  </a:lnTo>
                  <a:lnTo>
                    <a:pt x="226" y="164"/>
                  </a:lnTo>
                  <a:lnTo>
                    <a:pt x="234" y="126"/>
                  </a:lnTo>
                  <a:lnTo>
                    <a:pt x="240" y="86"/>
                  </a:lnTo>
                  <a:lnTo>
                    <a:pt x="243" y="42"/>
                  </a:lnTo>
                  <a:lnTo>
                    <a:pt x="245" y="0"/>
                  </a:lnTo>
                  <a:lnTo>
                    <a:pt x="233" y="0"/>
                  </a:lnTo>
                  <a:lnTo>
                    <a:pt x="232" y="42"/>
                  </a:lnTo>
                  <a:lnTo>
                    <a:pt x="228" y="83"/>
                  </a:lnTo>
                  <a:lnTo>
                    <a:pt x="222" y="123"/>
                  </a:lnTo>
                  <a:lnTo>
                    <a:pt x="214" y="162"/>
                  </a:lnTo>
                  <a:lnTo>
                    <a:pt x="204" y="197"/>
                  </a:lnTo>
                  <a:lnTo>
                    <a:pt x="192" y="232"/>
                  </a:lnTo>
                  <a:lnTo>
                    <a:pt x="178" y="264"/>
                  </a:lnTo>
                  <a:lnTo>
                    <a:pt x="163" y="293"/>
                  </a:lnTo>
                  <a:lnTo>
                    <a:pt x="146" y="320"/>
                  </a:lnTo>
                  <a:lnTo>
                    <a:pt x="129" y="345"/>
                  </a:lnTo>
                  <a:lnTo>
                    <a:pt x="109" y="365"/>
                  </a:lnTo>
                  <a:lnTo>
                    <a:pt x="89" y="382"/>
                  </a:lnTo>
                  <a:lnTo>
                    <a:pt x="66" y="395"/>
                  </a:lnTo>
                  <a:lnTo>
                    <a:pt x="45" y="406"/>
                  </a:lnTo>
                  <a:lnTo>
                    <a:pt x="23"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82996" name="Freeform 66"/>
            <p:cNvSpPr>
              <a:spLocks/>
            </p:cNvSpPr>
            <p:nvPr/>
          </p:nvSpPr>
          <p:spPr bwMode="auto">
            <a:xfrm>
              <a:off x="1335" y="1943"/>
              <a:ext cx="49" cy="86"/>
            </a:xfrm>
            <a:custGeom>
              <a:avLst/>
              <a:gdLst>
                <a:gd name="T0" fmla="*/ 0 w 246"/>
                <a:gd name="T1" fmla="*/ 0 h 426"/>
                <a:gd name="T2" fmla="*/ 0 w 246"/>
                <a:gd name="T3" fmla="*/ 0 h 426"/>
                <a:gd name="T4" fmla="*/ 0 w 246"/>
                <a:gd name="T5" fmla="*/ 0 h 426"/>
                <a:gd name="T6" fmla="*/ 0 w 246"/>
                <a:gd name="T7" fmla="*/ 1 h 426"/>
                <a:gd name="T8" fmla="*/ 0 w 246"/>
                <a:gd name="T9" fmla="*/ 1 h 426"/>
                <a:gd name="T10" fmla="*/ 0 w 246"/>
                <a:gd name="T11" fmla="*/ 1 h 426"/>
                <a:gd name="T12" fmla="*/ 0 w 246"/>
                <a:gd name="T13" fmla="*/ 2 h 426"/>
                <a:gd name="T14" fmla="*/ 0 w 246"/>
                <a:gd name="T15" fmla="*/ 2 h 426"/>
                <a:gd name="T16" fmla="*/ 0 w 246"/>
                <a:gd name="T17" fmla="*/ 2 h 426"/>
                <a:gd name="T18" fmla="*/ 1 w 246"/>
                <a:gd name="T19" fmla="*/ 2 h 426"/>
                <a:gd name="T20" fmla="*/ 1 w 246"/>
                <a:gd name="T21" fmla="*/ 3 h 426"/>
                <a:gd name="T22" fmla="*/ 1 w 246"/>
                <a:gd name="T23" fmla="*/ 3 h 426"/>
                <a:gd name="T24" fmla="*/ 1 w 246"/>
                <a:gd name="T25" fmla="*/ 3 h 426"/>
                <a:gd name="T26" fmla="*/ 1 w 246"/>
                <a:gd name="T27" fmla="*/ 3 h 426"/>
                <a:gd name="T28" fmla="*/ 1 w 246"/>
                <a:gd name="T29" fmla="*/ 3 h 426"/>
                <a:gd name="T30" fmla="*/ 2 w 246"/>
                <a:gd name="T31" fmla="*/ 3 h 426"/>
                <a:gd name="T32" fmla="*/ 2 w 246"/>
                <a:gd name="T33" fmla="*/ 3 h 426"/>
                <a:gd name="T34" fmla="*/ 2 w 246"/>
                <a:gd name="T35" fmla="*/ 3 h 426"/>
                <a:gd name="T36" fmla="*/ 2 w 246"/>
                <a:gd name="T37" fmla="*/ 3 h 426"/>
                <a:gd name="T38" fmla="*/ 2 w 246"/>
                <a:gd name="T39" fmla="*/ 3 h 426"/>
                <a:gd name="T40" fmla="*/ 2 w 246"/>
                <a:gd name="T41" fmla="*/ 3 h 426"/>
                <a:gd name="T42" fmla="*/ 1 w 246"/>
                <a:gd name="T43" fmla="*/ 3 h 426"/>
                <a:gd name="T44" fmla="*/ 1 w 246"/>
                <a:gd name="T45" fmla="*/ 3 h 426"/>
                <a:gd name="T46" fmla="*/ 1 w 246"/>
                <a:gd name="T47" fmla="*/ 3 h 426"/>
                <a:gd name="T48" fmla="*/ 1 w 246"/>
                <a:gd name="T49" fmla="*/ 3 h 426"/>
                <a:gd name="T50" fmla="*/ 1 w 246"/>
                <a:gd name="T51" fmla="*/ 3 h 426"/>
                <a:gd name="T52" fmla="*/ 1 w 246"/>
                <a:gd name="T53" fmla="*/ 2 h 426"/>
                <a:gd name="T54" fmla="*/ 1 w 246"/>
                <a:gd name="T55" fmla="*/ 2 h 426"/>
                <a:gd name="T56" fmla="*/ 0 w 246"/>
                <a:gd name="T57" fmla="*/ 2 h 426"/>
                <a:gd name="T58" fmla="*/ 0 w 246"/>
                <a:gd name="T59" fmla="*/ 2 h 426"/>
                <a:gd name="T60" fmla="*/ 0 w 246"/>
                <a:gd name="T61" fmla="*/ 1 h 426"/>
                <a:gd name="T62" fmla="*/ 0 w 246"/>
                <a:gd name="T63" fmla="*/ 1 h 426"/>
                <a:gd name="T64" fmla="*/ 0 w 246"/>
                <a:gd name="T65" fmla="*/ 1 h 426"/>
                <a:gd name="T66" fmla="*/ 0 w 246"/>
                <a:gd name="T67" fmla="*/ 0 h 426"/>
                <a:gd name="T68" fmla="*/ 0 w 246"/>
                <a:gd name="T69" fmla="*/ 0 h 426"/>
                <a:gd name="T70" fmla="*/ 0 w 246"/>
                <a:gd name="T71" fmla="*/ 0 h 426"/>
                <a:gd name="T72" fmla="*/ 0 w 246"/>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0"/>
                  </a:moveTo>
                  <a:lnTo>
                    <a:pt x="0" y="0"/>
                  </a:lnTo>
                  <a:lnTo>
                    <a:pt x="1" y="42"/>
                  </a:lnTo>
                  <a:lnTo>
                    <a:pt x="4" y="86"/>
                  </a:lnTo>
                  <a:lnTo>
                    <a:pt x="10" y="126"/>
                  </a:lnTo>
                  <a:lnTo>
                    <a:pt x="18" y="164"/>
                  </a:lnTo>
                  <a:lnTo>
                    <a:pt x="29" y="202"/>
                  </a:lnTo>
                  <a:lnTo>
                    <a:pt x="41" y="237"/>
                  </a:lnTo>
                  <a:lnTo>
                    <a:pt x="55" y="269"/>
                  </a:lnTo>
                  <a:lnTo>
                    <a:pt x="71" y="300"/>
                  </a:lnTo>
                  <a:lnTo>
                    <a:pt x="89" y="327"/>
                  </a:lnTo>
                  <a:lnTo>
                    <a:pt x="107" y="352"/>
                  </a:lnTo>
                  <a:lnTo>
                    <a:pt x="127" y="374"/>
                  </a:lnTo>
                  <a:lnTo>
                    <a:pt x="150" y="392"/>
                  </a:lnTo>
                  <a:lnTo>
                    <a:pt x="171" y="407"/>
                  </a:lnTo>
                  <a:lnTo>
                    <a:pt x="195" y="418"/>
                  </a:lnTo>
                  <a:lnTo>
                    <a:pt x="220" y="423"/>
                  </a:lnTo>
                  <a:lnTo>
                    <a:pt x="246" y="426"/>
                  </a:lnTo>
                  <a:lnTo>
                    <a:pt x="246" y="414"/>
                  </a:lnTo>
                  <a:lnTo>
                    <a:pt x="222" y="412"/>
                  </a:lnTo>
                  <a:lnTo>
                    <a:pt x="200" y="406"/>
                  </a:lnTo>
                  <a:lnTo>
                    <a:pt x="178" y="395"/>
                  </a:lnTo>
                  <a:lnTo>
                    <a:pt x="157" y="382"/>
                  </a:lnTo>
                  <a:lnTo>
                    <a:pt x="137" y="365"/>
                  </a:lnTo>
                  <a:lnTo>
                    <a:pt x="117" y="345"/>
                  </a:lnTo>
                  <a:lnTo>
                    <a:pt x="98" y="320"/>
                  </a:lnTo>
                  <a:lnTo>
                    <a:pt x="83" y="293"/>
                  </a:lnTo>
                  <a:lnTo>
                    <a:pt x="66" y="264"/>
                  </a:lnTo>
                  <a:lnTo>
                    <a:pt x="52" y="232"/>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82997" name="Freeform 67"/>
            <p:cNvSpPr>
              <a:spLocks/>
            </p:cNvSpPr>
            <p:nvPr/>
          </p:nvSpPr>
          <p:spPr bwMode="auto">
            <a:xfrm>
              <a:off x="1335" y="1859"/>
              <a:ext cx="49" cy="84"/>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1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0" y="2"/>
                  </a:lnTo>
                  <a:lnTo>
                    <a:pt x="195" y="8"/>
                  </a:lnTo>
                  <a:lnTo>
                    <a:pt x="171" y="18"/>
                  </a:lnTo>
                  <a:lnTo>
                    <a:pt x="150" y="34"/>
                  </a:lnTo>
                  <a:lnTo>
                    <a:pt x="127" y="51"/>
                  </a:lnTo>
                  <a:lnTo>
                    <a:pt x="107" y="74"/>
                  </a:lnTo>
                  <a:lnTo>
                    <a:pt x="89" y="98"/>
                  </a:lnTo>
                  <a:lnTo>
                    <a:pt x="72" y="125"/>
                  </a:lnTo>
                  <a:lnTo>
                    <a:pt x="55" y="156"/>
                  </a:lnTo>
                  <a:lnTo>
                    <a:pt x="41" y="188"/>
                  </a:lnTo>
                  <a:lnTo>
                    <a:pt x="29" y="222"/>
                  </a:lnTo>
                  <a:lnTo>
                    <a:pt x="18" y="261"/>
                  </a:lnTo>
                  <a:lnTo>
                    <a:pt x="10" y="299"/>
                  </a:lnTo>
                  <a:lnTo>
                    <a:pt x="4" y="339"/>
                  </a:lnTo>
                  <a:lnTo>
                    <a:pt x="1" y="382"/>
                  </a:lnTo>
                  <a:lnTo>
                    <a:pt x="0" y="424"/>
                  </a:lnTo>
                  <a:lnTo>
                    <a:pt x="11" y="424"/>
                  </a:lnTo>
                  <a:lnTo>
                    <a:pt x="13" y="382"/>
                  </a:lnTo>
                  <a:lnTo>
                    <a:pt x="16" y="341"/>
                  </a:lnTo>
                  <a:lnTo>
                    <a:pt x="22" y="301"/>
                  </a:lnTo>
                  <a:lnTo>
                    <a:pt x="30" y="264"/>
                  </a:lnTo>
                  <a:lnTo>
                    <a:pt x="41" y="227"/>
                  </a:lnTo>
                  <a:lnTo>
                    <a:pt x="52" y="193"/>
                  </a:lnTo>
                  <a:lnTo>
                    <a:pt x="66" y="160"/>
                  </a:lnTo>
                  <a:lnTo>
                    <a:pt x="82" y="132"/>
                  </a:lnTo>
                  <a:lnTo>
                    <a:pt x="98" y="105"/>
                  </a:lnTo>
                  <a:lnTo>
                    <a:pt x="117" y="81"/>
                  </a:lnTo>
                  <a:lnTo>
                    <a:pt x="137" y="61"/>
                  </a:lnTo>
                  <a:lnTo>
                    <a:pt x="157" y="43"/>
                  </a:lnTo>
                  <a:lnTo>
                    <a:pt x="178" y="30"/>
                  </a:lnTo>
                  <a:lnTo>
                    <a:pt x="200" y="20"/>
                  </a:lnTo>
                  <a:lnTo>
                    <a:pt x="222" y="14"/>
                  </a:lnTo>
                  <a:lnTo>
                    <a:pt x="246" y="11"/>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82998" name="Freeform 68"/>
            <p:cNvSpPr>
              <a:spLocks/>
            </p:cNvSpPr>
            <p:nvPr/>
          </p:nvSpPr>
          <p:spPr bwMode="auto">
            <a:xfrm>
              <a:off x="1552" y="1751"/>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1" y="339"/>
                  </a:lnTo>
                  <a:lnTo>
                    <a:pt x="235" y="299"/>
                  </a:lnTo>
                  <a:lnTo>
                    <a:pt x="226" y="261"/>
                  </a:lnTo>
                  <a:lnTo>
                    <a:pt x="216" y="223"/>
                  </a:lnTo>
                  <a:lnTo>
                    <a:pt x="204" y="189"/>
                  </a:lnTo>
                  <a:lnTo>
                    <a:pt x="190" y="156"/>
                  </a:lnTo>
                  <a:lnTo>
                    <a:pt x="174" y="125"/>
                  </a:lnTo>
                  <a:lnTo>
                    <a:pt x="156" y="98"/>
                  </a:lnTo>
                  <a:lnTo>
                    <a:pt x="137" y="74"/>
                  </a:lnTo>
                  <a:lnTo>
                    <a:pt x="119" y="52"/>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8" y="81"/>
                  </a:lnTo>
                  <a:lnTo>
                    <a:pt x="147" y="105"/>
                  </a:lnTo>
                  <a:lnTo>
                    <a:pt x="164" y="132"/>
                  </a:lnTo>
                  <a:lnTo>
                    <a:pt x="178" y="161"/>
                  </a:lnTo>
                  <a:lnTo>
                    <a:pt x="193" y="193"/>
                  </a:lnTo>
                  <a:lnTo>
                    <a:pt x="204" y="227"/>
                  </a:lnTo>
                  <a:lnTo>
                    <a:pt x="215" y="264"/>
                  </a:lnTo>
                  <a:lnTo>
                    <a:pt x="223" y="301"/>
                  </a:lnTo>
                  <a:lnTo>
                    <a:pt x="229" y="341"/>
                  </a:lnTo>
                  <a:lnTo>
                    <a:pt x="232" y="382"/>
                  </a:lnTo>
                  <a:lnTo>
                    <a:pt x="234"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82999" name="Freeform 69"/>
            <p:cNvSpPr>
              <a:spLocks/>
            </p:cNvSpPr>
            <p:nvPr/>
          </p:nvSpPr>
          <p:spPr bwMode="auto">
            <a:xfrm>
              <a:off x="1552" y="1836"/>
              <a:ext cx="49" cy="85"/>
            </a:xfrm>
            <a:custGeom>
              <a:avLst/>
              <a:gdLst>
                <a:gd name="T0" fmla="*/ 0 w 245"/>
                <a:gd name="T1" fmla="*/ 3 h 425"/>
                <a:gd name="T2" fmla="*/ 0 w 245"/>
                <a:gd name="T3" fmla="*/ 3 h 425"/>
                <a:gd name="T4" fmla="*/ 0 w 245"/>
                <a:gd name="T5" fmla="*/ 3 h 425"/>
                <a:gd name="T6" fmla="*/ 0 w 245"/>
                <a:gd name="T7" fmla="*/ 3 h 425"/>
                <a:gd name="T8" fmla="*/ 1 w 245"/>
                <a:gd name="T9" fmla="*/ 3 h 425"/>
                <a:gd name="T10" fmla="*/ 1 w 245"/>
                <a:gd name="T11" fmla="*/ 3 h 425"/>
                <a:gd name="T12" fmla="*/ 1 w 245"/>
                <a:gd name="T13" fmla="*/ 3 h 425"/>
                <a:gd name="T14" fmla="*/ 1 w 245"/>
                <a:gd name="T15" fmla="*/ 3 h 425"/>
                <a:gd name="T16" fmla="*/ 1 w 245"/>
                <a:gd name="T17" fmla="*/ 3 h 425"/>
                <a:gd name="T18" fmla="*/ 1 w 245"/>
                <a:gd name="T19" fmla="*/ 2 h 425"/>
                <a:gd name="T20" fmla="*/ 2 w 245"/>
                <a:gd name="T21" fmla="*/ 2 h 425"/>
                <a:gd name="T22" fmla="*/ 2 w 245"/>
                <a:gd name="T23" fmla="*/ 2 h 425"/>
                <a:gd name="T24" fmla="*/ 2 w 245"/>
                <a:gd name="T25" fmla="*/ 2 h 425"/>
                <a:gd name="T26" fmla="*/ 2 w 245"/>
                <a:gd name="T27" fmla="*/ 1 h 425"/>
                <a:gd name="T28" fmla="*/ 2 w 245"/>
                <a:gd name="T29" fmla="*/ 1 h 425"/>
                <a:gd name="T30" fmla="*/ 2 w 245"/>
                <a:gd name="T31" fmla="*/ 1 h 425"/>
                <a:gd name="T32" fmla="*/ 2 w 245"/>
                <a:gd name="T33" fmla="*/ 0 h 425"/>
                <a:gd name="T34" fmla="*/ 2 w 245"/>
                <a:gd name="T35" fmla="*/ 0 h 425"/>
                <a:gd name="T36" fmla="*/ 2 w 245"/>
                <a:gd name="T37" fmla="*/ 0 h 425"/>
                <a:gd name="T38" fmla="*/ 2 w 245"/>
                <a:gd name="T39" fmla="*/ 0 h 425"/>
                <a:gd name="T40" fmla="*/ 2 w 245"/>
                <a:gd name="T41" fmla="*/ 1 h 425"/>
                <a:gd name="T42" fmla="*/ 2 w 245"/>
                <a:gd name="T43" fmla="*/ 1 h 425"/>
                <a:gd name="T44" fmla="*/ 2 w 245"/>
                <a:gd name="T45" fmla="*/ 1 h 425"/>
                <a:gd name="T46" fmla="*/ 2 w 245"/>
                <a:gd name="T47" fmla="*/ 2 h 425"/>
                <a:gd name="T48" fmla="*/ 2 w 245"/>
                <a:gd name="T49" fmla="*/ 2 h 425"/>
                <a:gd name="T50" fmla="*/ 1 w 245"/>
                <a:gd name="T51" fmla="*/ 2 h 425"/>
                <a:gd name="T52" fmla="*/ 1 w 245"/>
                <a:gd name="T53" fmla="*/ 2 h 425"/>
                <a:gd name="T54" fmla="*/ 1 w 245"/>
                <a:gd name="T55" fmla="*/ 3 h 425"/>
                <a:gd name="T56" fmla="*/ 1 w 245"/>
                <a:gd name="T57" fmla="*/ 3 h 425"/>
                <a:gd name="T58" fmla="*/ 1 w 245"/>
                <a:gd name="T59" fmla="*/ 3 h 425"/>
                <a:gd name="T60" fmla="*/ 1 w 245"/>
                <a:gd name="T61" fmla="*/ 3 h 425"/>
                <a:gd name="T62" fmla="*/ 1 w 245"/>
                <a:gd name="T63" fmla="*/ 3 h 425"/>
                <a:gd name="T64" fmla="*/ 0 w 245"/>
                <a:gd name="T65" fmla="*/ 3 h 425"/>
                <a:gd name="T66" fmla="*/ 0 w 245"/>
                <a:gd name="T67" fmla="*/ 3 h 425"/>
                <a:gd name="T68" fmla="*/ 0 w 245"/>
                <a:gd name="T69" fmla="*/ 3 h 425"/>
                <a:gd name="T70" fmla="*/ 0 w 245"/>
                <a:gd name="T71" fmla="*/ 3 h 425"/>
                <a:gd name="T72" fmla="*/ 0 w 245"/>
                <a:gd name="T73" fmla="*/ 3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5"/>
                <a:gd name="T113" fmla="*/ 245 w 245"/>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5">
                  <a:moveTo>
                    <a:pt x="0" y="425"/>
                  </a:moveTo>
                  <a:lnTo>
                    <a:pt x="0" y="425"/>
                  </a:lnTo>
                  <a:lnTo>
                    <a:pt x="26" y="422"/>
                  </a:lnTo>
                  <a:lnTo>
                    <a:pt x="51" y="417"/>
                  </a:lnTo>
                  <a:lnTo>
                    <a:pt x="74" y="406"/>
                  </a:lnTo>
                  <a:lnTo>
                    <a:pt x="96" y="391"/>
                  </a:lnTo>
                  <a:lnTo>
                    <a:pt x="119" y="373"/>
                  </a:lnTo>
                  <a:lnTo>
                    <a:pt x="137" y="351"/>
                  </a:lnTo>
                  <a:lnTo>
                    <a:pt x="156" y="326"/>
                  </a:lnTo>
                  <a:lnTo>
                    <a:pt x="174" y="299"/>
                  </a:lnTo>
                  <a:lnTo>
                    <a:pt x="190" y="269"/>
                  </a:lnTo>
                  <a:lnTo>
                    <a:pt x="204" y="236"/>
                  </a:lnTo>
                  <a:lnTo>
                    <a:pt x="216" y="202"/>
                  </a:lnTo>
                  <a:lnTo>
                    <a:pt x="226" y="163"/>
                  </a:lnTo>
                  <a:lnTo>
                    <a:pt x="235" y="126"/>
                  </a:lnTo>
                  <a:lnTo>
                    <a:pt x="241" y="86"/>
                  </a:lnTo>
                  <a:lnTo>
                    <a:pt x="244" y="43"/>
                  </a:lnTo>
                  <a:lnTo>
                    <a:pt x="245" y="0"/>
                  </a:lnTo>
                  <a:lnTo>
                    <a:pt x="234" y="0"/>
                  </a:lnTo>
                  <a:lnTo>
                    <a:pt x="232" y="43"/>
                  </a:lnTo>
                  <a:lnTo>
                    <a:pt x="229" y="84"/>
                  </a:lnTo>
                  <a:lnTo>
                    <a:pt x="223" y="123"/>
                  </a:lnTo>
                  <a:lnTo>
                    <a:pt x="215" y="161"/>
                  </a:lnTo>
                  <a:lnTo>
                    <a:pt x="204" y="197"/>
                  </a:lnTo>
                  <a:lnTo>
                    <a:pt x="193" y="231"/>
                  </a:lnTo>
                  <a:lnTo>
                    <a:pt x="178" y="264"/>
                  </a:lnTo>
                  <a:lnTo>
                    <a:pt x="164" y="292"/>
                  </a:lnTo>
                  <a:lnTo>
                    <a:pt x="147" y="319"/>
                  </a:lnTo>
                  <a:lnTo>
                    <a:pt x="128" y="344"/>
                  </a:lnTo>
                  <a:lnTo>
                    <a:pt x="109" y="364"/>
                  </a:lnTo>
                  <a:lnTo>
                    <a:pt x="89" y="381"/>
                  </a:lnTo>
                  <a:lnTo>
                    <a:pt x="67" y="394"/>
                  </a:lnTo>
                  <a:lnTo>
                    <a:pt x="46" y="405"/>
                  </a:lnTo>
                  <a:lnTo>
                    <a:pt x="24" y="411"/>
                  </a:lnTo>
                  <a:lnTo>
                    <a:pt x="0" y="413"/>
                  </a:lnTo>
                  <a:lnTo>
                    <a:pt x="0" y="425"/>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83000" name="Freeform 70"/>
            <p:cNvSpPr>
              <a:spLocks/>
            </p:cNvSpPr>
            <p:nvPr/>
          </p:nvSpPr>
          <p:spPr bwMode="auto">
            <a:xfrm>
              <a:off x="1502" y="1836"/>
              <a:ext cx="50" cy="85"/>
            </a:xfrm>
            <a:custGeom>
              <a:avLst/>
              <a:gdLst>
                <a:gd name="T0" fmla="*/ 0 w 246"/>
                <a:gd name="T1" fmla="*/ 0 h 425"/>
                <a:gd name="T2" fmla="*/ 0 w 246"/>
                <a:gd name="T3" fmla="*/ 0 h 425"/>
                <a:gd name="T4" fmla="*/ 0 w 246"/>
                <a:gd name="T5" fmla="*/ 0 h 425"/>
                <a:gd name="T6" fmla="*/ 0 w 246"/>
                <a:gd name="T7" fmla="*/ 1 h 425"/>
                <a:gd name="T8" fmla="*/ 0 w 246"/>
                <a:gd name="T9" fmla="*/ 1 h 425"/>
                <a:gd name="T10" fmla="*/ 0 w 246"/>
                <a:gd name="T11" fmla="*/ 1 h 425"/>
                <a:gd name="T12" fmla="*/ 0 w 246"/>
                <a:gd name="T13" fmla="*/ 2 h 425"/>
                <a:gd name="T14" fmla="*/ 0 w 246"/>
                <a:gd name="T15" fmla="*/ 2 h 425"/>
                <a:gd name="T16" fmla="*/ 0 w 246"/>
                <a:gd name="T17" fmla="*/ 2 h 425"/>
                <a:gd name="T18" fmla="*/ 1 w 246"/>
                <a:gd name="T19" fmla="*/ 2 h 425"/>
                <a:gd name="T20" fmla="*/ 1 w 246"/>
                <a:gd name="T21" fmla="*/ 3 h 425"/>
                <a:gd name="T22" fmla="*/ 1 w 246"/>
                <a:gd name="T23" fmla="*/ 3 h 425"/>
                <a:gd name="T24" fmla="*/ 1 w 246"/>
                <a:gd name="T25" fmla="*/ 3 h 425"/>
                <a:gd name="T26" fmla="*/ 1 w 246"/>
                <a:gd name="T27" fmla="*/ 3 h 425"/>
                <a:gd name="T28" fmla="*/ 1 w 246"/>
                <a:gd name="T29" fmla="*/ 3 h 425"/>
                <a:gd name="T30" fmla="*/ 2 w 246"/>
                <a:gd name="T31" fmla="*/ 3 h 425"/>
                <a:gd name="T32" fmla="*/ 2 w 246"/>
                <a:gd name="T33" fmla="*/ 3 h 425"/>
                <a:gd name="T34" fmla="*/ 2 w 246"/>
                <a:gd name="T35" fmla="*/ 3 h 425"/>
                <a:gd name="T36" fmla="*/ 2 w 246"/>
                <a:gd name="T37" fmla="*/ 3 h 425"/>
                <a:gd name="T38" fmla="*/ 2 w 246"/>
                <a:gd name="T39" fmla="*/ 3 h 425"/>
                <a:gd name="T40" fmla="*/ 2 w 246"/>
                <a:gd name="T41" fmla="*/ 3 h 425"/>
                <a:gd name="T42" fmla="*/ 1 w 246"/>
                <a:gd name="T43" fmla="*/ 3 h 425"/>
                <a:gd name="T44" fmla="*/ 1 w 246"/>
                <a:gd name="T45" fmla="*/ 3 h 425"/>
                <a:gd name="T46" fmla="*/ 1 w 246"/>
                <a:gd name="T47" fmla="*/ 3 h 425"/>
                <a:gd name="T48" fmla="*/ 1 w 246"/>
                <a:gd name="T49" fmla="*/ 3 h 425"/>
                <a:gd name="T50" fmla="*/ 1 w 246"/>
                <a:gd name="T51" fmla="*/ 3 h 425"/>
                <a:gd name="T52" fmla="*/ 1 w 246"/>
                <a:gd name="T53" fmla="*/ 2 h 425"/>
                <a:gd name="T54" fmla="*/ 1 w 246"/>
                <a:gd name="T55" fmla="*/ 2 h 425"/>
                <a:gd name="T56" fmla="*/ 0 w 246"/>
                <a:gd name="T57" fmla="*/ 2 h 425"/>
                <a:gd name="T58" fmla="*/ 0 w 246"/>
                <a:gd name="T59" fmla="*/ 2 h 425"/>
                <a:gd name="T60" fmla="*/ 0 w 246"/>
                <a:gd name="T61" fmla="*/ 1 h 425"/>
                <a:gd name="T62" fmla="*/ 0 w 246"/>
                <a:gd name="T63" fmla="*/ 1 h 425"/>
                <a:gd name="T64" fmla="*/ 0 w 246"/>
                <a:gd name="T65" fmla="*/ 1 h 425"/>
                <a:gd name="T66" fmla="*/ 0 w 246"/>
                <a:gd name="T67" fmla="*/ 0 h 425"/>
                <a:gd name="T68" fmla="*/ 0 w 246"/>
                <a:gd name="T69" fmla="*/ 0 h 425"/>
                <a:gd name="T70" fmla="*/ 0 w 246"/>
                <a:gd name="T71" fmla="*/ 0 h 425"/>
                <a:gd name="T72" fmla="*/ 0 w 246"/>
                <a:gd name="T73" fmla="*/ 0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5"/>
                <a:gd name="T113" fmla="*/ 246 w 246"/>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5">
                  <a:moveTo>
                    <a:pt x="0" y="0"/>
                  </a:moveTo>
                  <a:lnTo>
                    <a:pt x="0" y="0"/>
                  </a:lnTo>
                  <a:lnTo>
                    <a:pt x="2" y="43"/>
                  </a:lnTo>
                  <a:lnTo>
                    <a:pt x="5" y="86"/>
                  </a:lnTo>
                  <a:lnTo>
                    <a:pt x="11" y="126"/>
                  </a:lnTo>
                  <a:lnTo>
                    <a:pt x="19" y="163"/>
                  </a:lnTo>
                  <a:lnTo>
                    <a:pt x="30" y="202"/>
                  </a:lnTo>
                  <a:lnTo>
                    <a:pt x="41" y="236"/>
                  </a:lnTo>
                  <a:lnTo>
                    <a:pt x="55" y="269"/>
                  </a:lnTo>
                  <a:lnTo>
                    <a:pt x="73" y="299"/>
                  </a:lnTo>
                  <a:lnTo>
                    <a:pt x="89" y="326"/>
                  </a:lnTo>
                  <a:lnTo>
                    <a:pt x="108" y="351"/>
                  </a:lnTo>
                  <a:lnTo>
                    <a:pt x="128" y="373"/>
                  </a:lnTo>
                  <a:lnTo>
                    <a:pt x="150" y="391"/>
                  </a:lnTo>
                  <a:lnTo>
                    <a:pt x="171" y="406"/>
                  </a:lnTo>
                  <a:lnTo>
                    <a:pt x="196" y="417"/>
                  </a:lnTo>
                  <a:lnTo>
                    <a:pt x="221" y="422"/>
                  </a:lnTo>
                  <a:lnTo>
                    <a:pt x="246" y="425"/>
                  </a:lnTo>
                  <a:lnTo>
                    <a:pt x="246" y="413"/>
                  </a:lnTo>
                  <a:lnTo>
                    <a:pt x="223" y="411"/>
                  </a:lnTo>
                  <a:lnTo>
                    <a:pt x="201" y="405"/>
                  </a:lnTo>
                  <a:lnTo>
                    <a:pt x="178" y="394"/>
                  </a:lnTo>
                  <a:lnTo>
                    <a:pt x="157" y="381"/>
                  </a:lnTo>
                  <a:lnTo>
                    <a:pt x="137" y="364"/>
                  </a:lnTo>
                  <a:lnTo>
                    <a:pt x="117" y="344"/>
                  </a:lnTo>
                  <a:lnTo>
                    <a:pt x="99" y="319"/>
                  </a:lnTo>
                  <a:lnTo>
                    <a:pt x="82" y="292"/>
                  </a:lnTo>
                  <a:lnTo>
                    <a:pt x="67" y="264"/>
                  </a:lnTo>
                  <a:lnTo>
                    <a:pt x="53" y="231"/>
                  </a:lnTo>
                  <a:lnTo>
                    <a:pt x="41" y="197"/>
                  </a:lnTo>
                  <a:lnTo>
                    <a:pt x="31" y="161"/>
                  </a:lnTo>
                  <a:lnTo>
                    <a:pt x="23" y="123"/>
                  </a:lnTo>
                  <a:lnTo>
                    <a:pt x="17" y="84"/>
                  </a:lnTo>
                  <a:lnTo>
                    <a:pt x="13" y="4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83001" name="Freeform 71"/>
            <p:cNvSpPr>
              <a:spLocks/>
            </p:cNvSpPr>
            <p:nvPr/>
          </p:nvSpPr>
          <p:spPr bwMode="auto">
            <a:xfrm>
              <a:off x="1502" y="1751"/>
              <a:ext cx="50" cy="85"/>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2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1" y="2"/>
                  </a:lnTo>
                  <a:lnTo>
                    <a:pt x="196" y="8"/>
                  </a:lnTo>
                  <a:lnTo>
                    <a:pt x="171" y="19"/>
                  </a:lnTo>
                  <a:lnTo>
                    <a:pt x="150" y="34"/>
                  </a:lnTo>
                  <a:lnTo>
                    <a:pt x="128" y="52"/>
                  </a:lnTo>
                  <a:lnTo>
                    <a:pt x="108" y="74"/>
                  </a:lnTo>
                  <a:lnTo>
                    <a:pt x="89" y="98"/>
                  </a:lnTo>
                  <a:lnTo>
                    <a:pt x="73" y="125"/>
                  </a:lnTo>
                  <a:lnTo>
                    <a:pt x="55" y="156"/>
                  </a:lnTo>
                  <a:lnTo>
                    <a:pt x="41" y="189"/>
                  </a:lnTo>
                  <a:lnTo>
                    <a:pt x="30" y="223"/>
                  </a:lnTo>
                  <a:lnTo>
                    <a:pt x="19" y="261"/>
                  </a:lnTo>
                  <a:lnTo>
                    <a:pt x="11" y="299"/>
                  </a:lnTo>
                  <a:lnTo>
                    <a:pt x="5" y="339"/>
                  </a:lnTo>
                  <a:lnTo>
                    <a:pt x="2" y="382"/>
                  </a:lnTo>
                  <a:lnTo>
                    <a:pt x="0" y="424"/>
                  </a:lnTo>
                  <a:lnTo>
                    <a:pt x="12" y="424"/>
                  </a:lnTo>
                  <a:lnTo>
                    <a:pt x="13" y="382"/>
                  </a:lnTo>
                  <a:lnTo>
                    <a:pt x="17" y="341"/>
                  </a:lnTo>
                  <a:lnTo>
                    <a:pt x="23" y="301"/>
                  </a:lnTo>
                  <a:lnTo>
                    <a:pt x="31" y="264"/>
                  </a:lnTo>
                  <a:lnTo>
                    <a:pt x="41" y="227"/>
                  </a:lnTo>
                  <a:lnTo>
                    <a:pt x="53" y="193"/>
                  </a:lnTo>
                  <a:lnTo>
                    <a:pt x="67" y="161"/>
                  </a:lnTo>
                  <a:lnTo>
                    <a:pt x="82" y="132"/>
                  </a:lnTo>
                  <a:lnTo>
                    <a:pt x="99" y="105"/>
                  </a:lnTo>
                  <a:lnTo>
                    <a:pt x="117" y="81"/>
                  </a:lnTo>
                  <a:lnTo>
                    <a:pt x="137" y="61"/>
                  </a:lnTo>
                  <a:lnTo>
                    <a:pt x="157" y="43"/>
                  </a:lnTo>
                  <a:lnTo>
                    <a:pt x="178" y="30"/>
                  </a:lnTo>
                  <a:lnTo>
                    <a:pt x="201" y="20"/>
                  </a:lnTo>
                  <a:lnTo>
                    <a:pt x="223" y="14"/>
                  </a:lnTo>
                  <a:lnTo>
                    <a:pt x="246" y="12"/>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83002" name="Freeform 72"/>
            <p:cNvSpPr>
              <a:spLocks/>
            </p:cNvSpPr>
            <p:nvPr/>
          </p:nvSpPr>
          <p:spPr bwMode="auto">
            <a:xfrm>
              <a:off x="1565" y="2016"/>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0" y="339"/>
                  </a:lnTo>
                  <a:lnTo>
                    <a:pt x="234" y="299"/>
                  </a:lnTo>
                  <a:lnTo>
                    <a:pt x="226" y="261"/>
                  </a:lnTo>
                  <a:lnTo>
                    <a:pt x="216" y="223"/>
                  </a:lnTo>
                  <a:lnTo>
                    <a:pt x="204" y="189"/>
                  </a:lnTo>
                  <a:lnTo>
                    <a:pt x="190" y="156"/>
                  </a:lnTo>
                  <a:lnTo>
                    <a:pt x="174" y="125"/>
                  </a:lnTo>
                  <a:lnTo>
                    <a:pt x="156" y="98"/>
                  </a:lnTo>
                  <a:lnTo>
                    <a:pt x="138" y="74"/>
                  </a:lnTo>
                  <a:lnTo>
                    <a:pt x="118" y="51"/>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9" y="81"/>
                  </a:lnTo>
                  <a:lnTo>
                    <a:pt x="147" y="105"/>
                  </a:lnTo>
                  <a:lnTo>
                    <a:pt x="164" y="132"/>
                  </a:lnTo>
                  <a:lnTo>
                    <a:pt x="178" y="160"/>
                  </a:lnTo>
                  <a:lnTo>
                    <a:pt x="192" y="193"/>
                  </a:lnTo>
                  <a:lnTo>
                    <a:pt x="204" y="227"/>
                  </a:lnTo>
                  <a:lnTo>
                    <a:pt x="215" y="264"/>
                  </a:lnTo>
                  <a:lnTo>
                    <a:pt x="223" y="301"/>
                  </a:lnTo>
                  <a:lnTo>
                    <a:pt x="229"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83003" name="Freeform 73"/>
            <p:cNvSpPr>
              <a:spLocks/>
            </p:cNvSpPr>
            <p:nvPr/>
          </p:nvSpPr>
          <p:spPr bwMode="auto">
            <a:xfrm>
              <a:off x="1565" y="2101"/>
              <a:ext cx="49" cy="85"/>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6" y="423"/>
                  </a:lnTo>
                  <a:lnTo>
                    <a:pt x="51" y="418"/>
                  </a:lnTo>
                  <a:lnTo>
                    <a:pt x="74" y="407"/>
                  </a:lnTo>
                  <a:lnTo>
                    <a:pt x="96" y="392"/>
                  </a:lnTo>
                  <a:lnTo>
                    <a:pt x="118" y="373"/>
                  </a:lnTo>
                  <a:lnTo>
                    <a:pt x="138" y="351"/>
                  </a:lnTo>
                  <a:lnTo>
                    <a:pt x="156" y="327"/>
                  </a:lnTo>
                  <a:lnTo>
                    <a:pt x="175" y="299"/>
                  </a:lnTo>
                  <a:lnTo>
                    <a:pt x="190" y="269"/>
                  </a:lnTo>
                  <a:lnTo>
                    <a:pt x="204" y="236"/>
                  </a:lnTo>
                  <a:lnTo>
                    <a:pt x="216" y="202"/>
                  </a:lnTo>
                  <a:lnTo>
                    <a:pt x="226" y="164"/>
                  </a:lnTo>
                  <a:lnTo>
                    <a:pt x="234" y="126"/>
                  </a:lnTo>
                  <a:lnTo>
                    <a:pt x="240" y="86"/>
                  </a:lnTo>
                  <a:lnTo>
                    <a:pt x="244" y="42"/>
                  </a:lnTo>
                  <a:lnTo>
                    <a:pt x="245" y="0"/>
                  </a:lnTo>
                  <a:lnTo>
                    <a:pt x="233" y="0"/>
                  </a:lnTo>
                  <a:lnTo>
                    <a:pt x="232" y="42"/>
                  </a:lnTo>
                  <a:lnTo>
                    <a:pt x="229" y="83"/>
                  </a:lnTo>
                  <a:lnTo>
                    <a:pt x="223" y="123"/>
                  </a:lnTo>
                  <a:lnTo>
                    <a:pt x="215" y="162"/>
                  </a:lnTo>
                  <a:lnTo>
                    <a:pt x="204" y="197"/>
                  </a:lnTo>
                  <a:lnTo>
                    <a:pt x="192" y="231"/>
                  </a:lnTo>
                  <a:lnTo>
                    <a:pt x="178" y="264"/>
                  </a:lnTo>
                  <a:lnTo>
                    <a:pt x="163" y="292"/>
                  </a:lnTo>
                  <a:lnTo>
                    <a:pt x="147" y="320"/>
                  </a:lnTo>
                  <a:lnTo>
                    <a:pt x="129" y="344"/>
                  </a:lnTo>
                  <a:lnTo>
                    <a:pt x="109" y="364"/>
                  </a:lnTo>
                  <a:lnTo>
                    <a:pt x="89" y="382"/>
                  </a:lnTo>
                  <a:lnTo>
                    <a:pt x="67" y="395"/>
                  </a:lnTo>
                  <a:lnTo>
                    <a:pt x="46" y="406"/>
                  </a:lnTo>
                  <a:lnTo>
                    <a:pt x="24"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83004" name="Freeform 74"/>
            <p:cNvSpPr>
              <a:spLocks/>
            </p:cNvSpPr>
            <p:nvPr/>
          </p:nvSpPr>
          <p:spPr bwMode="auto">
            <a:xfrm>
              <a:off x="1516" y="2101"/>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5" y="86"/>
                  </a:lnTo>
                  <a:lnTo>
                    <a:pt x="11" y="126"/>
                  </a:lnTo>
                  <a:lnTo>
                    <a:pt x="19" y="164"/>
                  </a:lnTo>
                  <a:lnTo>
                    <a:pt x="30" y="202"/>
                  </a:lnTo>
                  <a:lnTo>
                    <a:pt x="41" y="236"/>
                  </a:lnTo>
                  <a:lnTo>
                    <a:pt x="55" y="269"/>
                  </a:lnTo>
                  <a:lnTo>
                    <a:pt x="71" y="299"/>
                  </a:lnTo>
                  <a:lnTo>
                    <a:pt x="89" y="327"/>
                  </a:lnTo>
                  <a:lnTo>
                    <a:pt x="107" y="351"/>
                  </a:lnTo>
                  <a:lnTo>
                    <a:pt x="127" y="373"/>
                  </a:lnTo>
                  <a:lnTo>
                    <a:pt x="149" y="392"/>
                  </a:lnTo>
                  <a:lnTo>
                    <a:pt x="171" y="407"/>
                  </a:lnTo>
                  <a:lnTo>
                    <a:pt x="195" y="418"/>
                  </a:lnTo>
                  <a:lnTo>
                    <a:pt x="219" y="423"/>
                  </a:lnTo>
                  <a:lnTo>
                    <a:pt x="245" y="426"/>
                  </a:lnTo>
                  <a:lnTo>
                    <a:pt x="245" y="414"/>
                  </a:lnTo>
                  <a:lnTo>
                    <a:pt x="222" y="412"/>
                  </a:lnTo>
                  <a:lnTo>
                    <a:pt x="199" y="406"/>
                  </a:lnTo>
                  <a:lnTo>
                    <a:pt x="178" y="395"/>
                  </a:lnTo>
                  <a:lnTo>
                    <a:pt x="156" y="382"/>
                  </a:lnTo>
                  <a:lnTo>
                    <a:pt x="136" y="364"/>
                  </a:lnTo>
                  <a:lnTo>
                    <a:pt x="116" y="344"/>
                  </a:lnTo>
                  <a:lnTo>
                    <a:pt x="99" y="320"/>
                  </a:lnTo>
                  <a:lnTo>
                    <a:pt x="82" y="292"/>
                  </a:lnTo>
                  <a:lnTo>
                    <a:pt x="67" y="264"/>
                  </a:lnTo>
                  <a:lnTo>
                    <a:pt x="53" y="231"/>
                  </a:lnTo>
                  <a:lnTo>
                    <a:pt x="41" y="197"/>
                  </a:lnTo>
                  <a:lnTo>
                    <a:pt x="31" y="162"/>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83005" name="Freeform 75"/>
            <p:cNvSpPr>
              <a:spLocks/>
            </p:cNvSpPr>
            <p:nvPr/>
          </p:nvSpPr>
          <p:spPr bwMode="auto">
            <a:xfrm>
              <a:off x="1516" y="2016"/>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5" y="8"/>
                  </a:lnTo>
                  <a:lnTo>
                    <a:pt x="171" y="19"/>
                  </a:lnTo>
                  <a:lnTo>
                    <a:pt x="149" y="34"/>
                  </a:lnTo>
                  <a:lnTo>
                    <a:pt x="127" y="51"/>
                  </a:lnTo>
                  <a:lnTo>
                    <a:pt x="107" y="74"/>
                  </a:lnTo>
                  <a:lnTo>
                    <a:pt x="89" y="98"/>
                  </a:lnTo>
                  <a:lnTo>
                    <a:pt x="72" y="125"/>
                  </a:lnTo>
                  <a:lnTo>
                    <a:pt x="55" y="156"/>
                  </a:lnTo>
                  <a:lnTo>
                    <a:pt x="41" y="189"/>
                  </a:lnTo>
                  <a:lnTo>
                    <a:pt x="30" y="223"/>
                  </a:lnTo>
                  <a:lnTo>
                    <a:pt x="19" y="261"/>
                  </a:lnTo>
                  <a:lnTo>
                    <a:pt x="11" y="299"/>
                  </a:lnTo>
                  <a:lnTo>
                    <a:pt x="5" y="339"/>
                  </a:lnTo>
                  <a:lnTo>
                    <a:pt x="1" y="382"/>
                  </a:lnTo>
                  <a:lnTo>
                    <a:pt x="0" y="424"/>
                  </a:lnTo>
                  <a:lnTo>
                    <a:pt x="12" y="424"/>
                  </a:lnTo>
                  <a:lnTo>
                    <a:pt x="13" y="382"/>
                  </a:lnTo>
                  <a:lnTo>
                    <a:pt x="17" y="341"/>
                  </a:lnTo>
                  <a:lnTo>
                    <a:pt x="23" y="301"/>
                  </a:lnTo>
                  <a:lnTo>
                    <a:pt x="31" y="264"/>
                  </a:lnTo>
                  <a:lnTo>
                    <a:pt x="41" y="227"/>
                  </a:lnTo>
                  <a:lnTo>
                    <a:pt x="53" y="193"/>
                  </a:lnTo>
                  <a:lnTo>
                    <a:pt x="67" y="160"/>
                  </a:lnTo>
                  <a:lnTo>
                    <a:pt x="81" y="132"/>
                  </a:lnTo>
                  <a:lnTo>
                    <a:pt x="99" y="105"/>
                  </a:lnTo>
                  <a:lnTo>
                    <a:pt x="116" y="81"/>
                  </a:lnTo>
                  <a:lnTo>
                    <a:pt x="136" y="61"/>
                  </a:lnTo>
                  <a:lnTo>
                    <a:pt x="156" y="43"/>
                  </a:lnTo>
                  <a:lnTo>
                    <a:pt x="178" y="30"/>
                  </a:lnTo>
                  <a:lnTo>
                    <a:pt x="199" y="20"/>
                  </a:lnTo>
                  <a:lnTo>
                    <a:pt x="222"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sp>
        <p:nvSpPr>
          <p:cNvPr id="82952" name="Rectangle 77"/>
          <p:cNvSpPr>
            <a:spLocks noChangeArrowheads="1"/>
          </p:cNvSpPr>
          <p:nvPr/>
        </p:nvSpPr>
        <p:spPr bwMode="auto">
          <a:xfrm>
            <a:off x="611188" y="0"/>
            <a:ext cx="6388100" cy="6477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3000"/>
              <a:t>Sem. 1 - Jeudi</a:t>
            </a:r>
          </a:p>
        </p:txBody>
      </p:sp>
      <p:sp>
        <p:nvSpPr>
          <p:cNvPr id="82953" name="Text Box 78"/>
          <p:cNvSpPr txBox="1">
            <a:spLocks noChangeArrowheads="1"/>
          </p:cNvSpPr>
          <p:nvPr/>
        </p:nvSpPr>
        <p:spPr bwMode="auto">
          <a:xfrm>
            <a:off x="566738" y="2697163"/>
            <a:ext cx="3217862"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2. Pas de commandes</a:t>
            </a:r>
          </a:p>
        </p:txBody>
      </p:sp>
      <p:sp>
        <p:nvSpPr>
          <p:cNvPr id="82954" name="Text Box 79"/>
          <p:cNvSpPr txBox="1">
            <a:spLocks noChangeArrowheads="1"/>
          </p:cNvSpPr>
          <p:nvPr/>
        </p:nvSpPr>
        <p:spPr bwMode="auto">
          <a:xfrm>
            <a:off x="566738" y="5211763"/>
            <a:ext cx="6543675" cy="4429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eaLnBrk="1" hangingPunct="1">
              <a:spcBef>
                <a:spcPct val="0"/>
              </a:spcBef>
              <a:buFontTx/>
              <a:buNone/>
            </a:pPr>
            <a:r>
              <a:rPr lang="fr-FR" altLang="fr-FR" sz="2300"/>
              <a:t>4. Pointez la production sur votre feuille de suivi</a:t>
            </a:r>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83970" name="Group 2"/>
          <p:cNvGrpSpPr>
            <a:grpSpLocks/>
          </p:cNvGrpSpPr>
          <p:nvPr/>
        </p:nvGrpSpPr>
        <p:grpSpPr bwMode="auto">
          <a:xfrm>
            <a:off x="7073900" y="215900"/>
            <a:ext cx="1878013" cy="1250950"/>
            <a:chOff x="4456" y="136"/>
            <a:chExt cx="1183" cy="788"/>
          </a:xfrm>
        </p:grpSpPr>
        <p:grpSp>
          <p:nvGrpSpPr>
            <p:cNvPr id="84030" name="Group 3"/>
            <p:cNvGrpSpPr>
              <a:grpSpLocks/>
            </p:cNvGrpSpPr>
            <p:nvPr/>
          </p:nvGrpSpPr>
          <p:grpSpPr bwMode="auto">
            <a:xfrm>
              <a:off x="4766" y="232"/>
              <a:ext cx="873" cy="692"/>
              <a:chOff x="2185" y="310"/>
              <a:chExt cx="873" cy="692"/>
            </a:xfrm>
          </p:grpSpPr>
          <p:sp>
            <p:nvSpPr>
              <p:cNvPr id="84041" name="Freeform 4"/>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accent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84042" name="Freeform 5"/>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84043" name="Freeform 6"/>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84044" name="Freeform 7"/>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84045" name="Freeform 8"/>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84046" name="Freeform 9"/>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84047" name="Freeform 10"/>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grpSp>
          <p:nvGrpSpPr>
            <p:cNvPr id="84031" name="Group 11"/>
            <p:cNvGrpSpPr>
              <a:grpSpLocks/>
            </p:cNvGrpSpPr>
            <p:nvPr/>
          </p:nvGrpSpPr>
          <p:grpSpPr bwMode="auto">
            <a:xfrm>
              <a:off x="4949" y="336"/>
              <a:ext cx="591" cy="468"/>
              <a:chOff x="2185" y="310"/>
              <a:chExt cx="873" cy="692"/>
            </a:xfrm>
          </p:grpSpPr>
          <p:sp>
            <p:nvSpPr>
              <p:cNvPr id="84034" name="Freeform 12"/>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84035" name="Freeform 13"/>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84036" name="Freeform 14"/>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84037" name="Freeform 15"/>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84038" name="Freeform 16"/>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84039" name="Freeform 17"/>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84040" name="Freeform 18"/>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pic>
          <p:nvPicPr>
            <p:cNvPr id="84032" name="Picture 19"/>
            <p:cNvPicPr>
              <a:picLocks noChangeAspect="1" noChangeArrowheads="1"/>
            </p:cNvPicPr>
            <p:nvPr/>
          </p:nvPicPr>
          <p:blipFill>
            <a:blip r:embed="rId3" cstate="print">
              <a:extLst>
                <a:ext uri="{28A0092B-C50C-407E-A947-70E740481C1C}">
                  <a14:useLocalDpi xmlns:a14="http://schemas.microsoft.com/office/drawing/2010/main" val="0"/>
                </a:ext>
              </a:extLst>
            </a:blip>
            <a:srcRect l="-4282" t="-4369" r="-5199" b="-12012"/>
            <a:stretch>
              <a:fillRect/>
            </a:stretch>
          </p:blipFill>
          <p:spPr bwMode="auto">
            <a:xfrm>
              <a:off x="4456" y="136"/>
              <a:ext cx="480" cy="5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84033" name="Text Box 20"/>
            <p:cNvSpPr txBox="1">
              <a:spLocks noChangeArrowheads="1"/>
            </p:cNvSpPr>
            <p:nvPr/>
          </p:nvSpPr>
          <p:spPr bwMode="auto">
            <a:xfrm>
              <a:off x="4946" y="314"/>
              <a:ext cx="596" cy="49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4500" b="1">
                  <a:solidFill>
                    <a:srgbClr val="FF0000"/>
                  </a:solidFill>
                  <a:latin typeface="Arial Black" pitchFamily="34" charset="0"/>
                </a:rPr>
                <a:t>32</a:t>
              </a:r>
              <a:endParaRPr lang="fr-FR" altLang="fr-FR" sz="3200">
                <a:solidFill>
                  <a:schemeClr val="tx1"/>
                </a:solidFill>
                <a:latin typeface="Arial Black" pitchFamily="34" charset="0"/>
              </a:endParaRPr>
            </a:p>
          </p:txBody>
        </p:sp>
      </p:grpSp>
      <p:sp>
        <p:nvSpPr>
          <p:cNvPr id="83972" name="Text Box 22"/>
          <p:cNvSpPr txBox="1">
            <a:spLocks noChangeArrowheads="1"/>
          </p:cNvSpPr>
          <p:nvPr/>
        </p:nvSpPr>
        <p:spPr bwMode="auto">
          <a:xfrm>
            <a:off x="566738" y="1363663"/>
            <a:ext cx="1946275"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1. Tirez le dé</a:t>
            </a:r>
          </a:p>
        </p:txBody>
      </p:sp>
      <p:sp>
        <p:nvSpPr>
          <p:cNvPr id="83973" name="Text Box 23"/>
          <p:cNvSpPr txBox="1">
            <a:spLocks noChangeArrowheads="1"/>
          </p:cNvSpPr>
          <p:nvPr/>
        </p:nvSpPr>
        <p:spPr bwMode="auto">
          <a:xfrm>
            <a:off x="566738" y="3935413"/>
            <a:ext cx="18796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3. Produisez</a:t>
            </a:r>
          </a:p>
        </p:txBody>
      </p:sp>
      <p:grpSp>
        <p:nvGrpSpPr>
          <p:cNvPr id="83974" name="Group 24"/>
          <p:cNvGrpSpPr>
            <a:grpSpLocks/>
          </p:cNvGrpSpPr>
          <p:nvPr/>
        </p:nvGrpSpPr>
        <p:grpSpPr bwMode="auto">
          <a:xfrm>
            <a:off x="2986088" y="1306513"/>
            <a:ext cx="446087" cy="534987"/>
            <a:chOff x="868" y="1439"/>
            <a:chExt cx="811" cy="972"/>
          </a:xfrm>
        </p:grpSpPr>
        <p:sp>
          <p:nvSpPr>
            <p:cNvPr id="83979" name="Freeform 25"/>
            <p:cNvSpPr>
              <a:spLocks/>
            </p:cNvSpPr>
            <p:nvPr/>
          </p:nvSpPr>
          <p:spPr bwMode="auto">
            <a:xfrm>
              <a:off x="1548" y="2014"/>
              <a:ext cx="123" cy="100"/>
            </a:xfrm>
            <a:custGeom>
              <a:avLst/>
              <a:gdLst>
                <a:gd name="T0" fmla="*/ 5 w 618"/>
                <a:gd name="T1" fmla="*/ 0 h 502"/>
                <a:gd name="T2" fmla="*/ 5 w 618"/>
                <a:gd name="T3" fmla="*/ 0 h 502"/>
                <a:gd name="T4" fmla="*/ 0 w 618"/>
                <a:gd name="T5" fmla="*/ 4 h 502"/>
                <a:gd name="T6" fmla="*/ 0 w 618"/>
                <a:gd name="T7" fmla="*/ 4 h 502"/>
                <a:gd name="T8" fmla="*/ 5 w 618"/>
                <a:gd name="T9" fmla="*/ 0 h 502"/>
                <a:gd name="T10" fmla="*/ 5 w 618"/>
                <a:gd name="T11" fmla="*/ 0 h 502"/>
                <a:gd name="T12" fmla="*/ 5 w 618"/>
                <a:gd name="T13" fmla="*/ 0 h 502"/>
                <a:gd name="T14" fmla="*/ 5 w 618"/>
                <a:gd name="T15" fmla="*/ 0 h 502"/>
                <a:gd name="T16" fmla="*/ 5 w 618"/>
                <a:gd name="T17" fmla="*/ 0 h 502"/>
                <a:gd name="T18" fmla="*/ 5 w 618"/>
                <a:gd name="T19" fmla="*/ 0 h 502"/>
                <a:gd name="T20" fmla="*/ 5 w 618"/>
                <a:gd name="T21" fmla="*/ 0 h 502"/>
                <a:gd name="T22" fmla="*/ 5 w 618"/>
                <a:gd name="T23" fmla="*/ 0 h 502"/>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618"/>
                <a:gd name="T37" fmla="*/ 0 h 502"/>
                <a:gd name="T38" fmla="*/ 618 w 618"/>
                <a:gd name="T39" fmla="*/ 502 h 502"/>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618" h="502">
                  <a:moveTo>
                    <a:pt x="611" y="0"/>
                  </a:moveTo>
                  <a:lnTo>
                    <a:pt x="606" y="2"/>
                  </a:lnTo>
                  <a:lnTo>
                    <a:pt x="0" y="490"/>
                  </a:lnTo>
                  <a:lnTo>
                    <a:pt x="10" y="502"/>
                  </a:lnTo>
                  <a:lnTo>
                    <a:pt x="616" y="14"/>
                  </a:lnTo>
                  <a:lnTo>
                    <a:pt x="611" y="16"/>
                  </a:lnTo>
                  <a:lnTo>
                    <a:pt x="616" y="14"/>
                  </a:lnTo>
                  <a:lnTo>
                    <a:pt x="618" y="9"/>
                  </a:lnTo>
                  <a:lnTo>
                    <a:pt x="617" y="3"/>
                  </a:lnTo>
                  <a:lnTo>
                    <a:pt x="612" y="1"/>
                  </a:lnTo>
                  <a:lnTo>
                    <a:pt x="606" y="2"/>
                  </a:lnTo>
                  <a:lnTo>
                    <a:pt x="611"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83980" name="Freeform 26"/>
            <p:cNvSpPr>
              <a:spLocks/>
            </p:cNvSpPr>
            <p:nvPr/>
          </p:nvSpPr>
          <p:spPr bwMode="auto">
            <a:xfrm>
              <a:off x="876" y="1852"/>
              <a:ext cx="82" cy="373"/>
            </a:xfrm>
            <a:custGeom>
              <a:avLst/>
              <a:gdLst>
                <a:gd name="T0" fmla="*/ 3 w 413"/>
                <a:gd name="T1" fmla="*/ 15 h 1865"/>
                <a:gd name="T2" fmla="*/ 3 w 413"/>
                <a:gd name="T3" fmla="*/ 15 h 1865"/>
                <a:gd name="T4" fmla="*/ 0 w 413"/>
                <a:gd name="T5" fmla="*/ 0 h 1865"/>
                <a:gd name="T6" fmla="*/ 0 w 413"/>
                <a:gd name="T7" fmla="*/ 0 h 1865"/>
                <a:gd name="T8" fmla="*/ 3 w 413"/>
                <a:gd name="T9" fmla="*/ 15 h 1865"/>
                <a:gd name="T10" fmla="*/ 3 w 413"/>
                <a:gd name="T11" fmla="*/ 15 h 1865"/>
                <a:gd name="T12" fmla="*/ 3 w 413"/>
                <a:gd name="T13" fmla="*/ 15 h 1865"/>
                <a:gd name="T14" fmla="*/ 3 w 413"/>
                <a:gd name="T15" fmla="*/ 15 h 1865"/>
                <a:gd name="T16" fmla="*/ 3 w 413"/>
                <a:gd name="T17" fmla="*/ 15 h 1865"/>
                <a:gd name="T18" fmla="*/ 3 w 413"/>
                <a:gd name="T19" fmla="*/ 15 h 1865"/>
                <a:gd name="T20" fmla="*/ 3 w 413"/>
                <a:gd name="T21" fmla="*/ 15 h 1865"/>
                <a:gd name="T22" fmla="*/ 3 w 413"/>
                <a:gd name="T23" fmla="*/ 15 h 186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413"/>
                <a:gd name="T37" fmla="*/ 0 h 1865"/>
                <a:gd name="T38" fmla="*/ 413 w 413"/>
                <a:gd name="T39" fmla="*/ 1865 h 1865"/>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413" h="1865">
                  <a:moveTo>
                    <a:pt x="400" y="1864"/>
                  </a:moveTo>
                  <a:lnTo>
                    <a:pt x="413" y="1856"/>
                  </a:lnTo>
                  <a:lnTo>
                    <a:pt x="17" y="0"/>
                  </a:lnTo>
                  <a:lnTo>
                    <a:pt x="0" y="2"/>
                  </a:lnTo>
                  <a:lnTo>
                    <a:pt x="396" y="1858"/>
                  </a:lnTo>
                  <a:lnTo>
                    <a:pt x="409" y="1850"/>
                  </a:lnTo>
                  <a:lnTo>
                    <a:pt x="396" y="1858"/>
                  </a:lnTo>
                  <a:lnTo>
                    <a:pt x="400" y="1864"/>
                  </a:lnTo>
                  <a:lnTo>
                    <a:pt x="406" y="1865"/>
                  </a:lnTo>
                  <a:lnTo>
                    <a:pt x="410" y="1862"/>
                  </a:lnTo>
                  <a:lnTo>
                    <a:pt x="413" y="1856"/>
                  </a:lnTo>
                  <a:lnTo>
                    <a:pt x="400" y="186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83981" name="Freeform 27"/>
            <p:cNvSpPr>
              <a:spLocks/>
            </p:cNvSpPr>
            <p:nvPr/>
          </p:nvSpPr>
          <p:spPr bwMode="auto">
            <a:xfrm>
              <a:off x="1282" y="1533"/>
              <a:ext cx="35" cy="161"/>
            </a:xfrm>
            <a:custGeom>
              <a:avLst/>
              <a:gdLst>
                <a:gd name="T0" fmla="*/ 1 w 175"/>
                <a:gd name="T1" fmla="*/ 6 h 807"/>
                <a:gd name="T2" fmla="*/ 1 w 175"/>
                <a:gd name="T3" fmla="*/ 6 h 807"/>
                <a:gd name="T4" fmla="*/ 1 w 175"/>
                <a:gd name="T5" fmla="*/ 6 h 807"/>
                <a:gd name="T6" fmla="*/ 1 w 175"/>
                <a:gd name="T7" fmla="*/ 5 h 807"/>
                <a:gd name="T8" fmla="*/ 1 w 175"/>
                <a:gd name="T9" fmla="*/ 5 h 807"/>
                <a:gd name="T10" fmla="*/ 1 w 175"/>
                <a:gd name="T11" fmla="*/ 5 h 807"/>
                <a:gd name="T12" fmla="*/ 1 w 175"/>
                <a:gd name="T13" fmla="*/ 4 h 807"/>
                <a:gd name="T14" fmla="*/ 1 w 175"/>
                <a:gd name="T15" fmla="*/ 4 h 807"/>
                <a:gd name="T16" fmla="*/ 1 w 175"/>
                <a:gd name="T17" fmla="*/ 3 h 807"/>
                <a:gd name="T18" fmla="*/ 1 w 175"/>
                <a:gd name="T19" fmla="*/ 3 h 807"/>
                <a:gd name="T20" fmla="*/ 1 w 175"/>
                <a:gd name="T21" fmla="*/ 3 h 807"/>
                <a:gd name="T22" fmla="*/ 1 w 175"/>
                <a:gd name="T23" fmla="*/ 2 h 807"/>
                <a:gd name="T24" fmla="*/ 1 w 175"/>
                <a:gd name="T25" fmla="*/ 2 h 807"/>
                <a:gd name="T26" fmla="*/ 1 w 175"/>
                <a:gd name="T27" fmla="*/ 2 h 807"/>
                <a:gd name="T28" fmla="*/ 1 w 175"/>
                <a:gd name="T29" fmla="*/ 1 h 807"/>
                <a:gd name="T30" fmla="*/ 1 w 175"/>
                <a:gd name="T31" fmla="*/ 1 h 807"/>
                <a:gd name="T32" fmla="*/ 1 w 175"/>
                <a:gd name="T33" fmla="*/ 1 h 807"/>
                <a:gd name="T34" fmla="*/ 1 w 175"/>
                <a:gd name="T35" fmla="*/ 0 h 807"/>
                <a:gd name="T36" fmla="*/ 1 w 175"/>
                <a:gd name="T37" fmla="*/ 0 h 807"/>
                <a:gd name="T38" fmla="*/ 1 w 175"/>
                <a:gd name="T39" fmla="*/ 0 h 807"/>
                <a:gd name="T40" fmla="*/ 0 w 175"/>
                <a:gd name="T41" fmla="*/ 1 h 807"/>
                <a:gd name="T42" fmla="*/ 0 w 175"/>
                <a:gd name="T43" fmla="*/ 1 h 807"/>
                <a:gd name="T44" fmla="*/ 0 w 175"/>
                <a:gd name="T45" fmla="*/ 1 h 807"/>
                <a:gd name="T46" fmla="*/ 0 w 175"/>
                <a:gd name="T47" fmla="*/ 2 h 807"/>
                <a:gd name="T48" fmla="*/ 0 w 175"/>
                <a:gd name="T49" fmla="*/ 2 h 807"/>
                <a:gd name="T50" fmla="*/ 0 w 175"/>
                <a:gd name="T51" fmla="*/ 3 h 807"/>
                <a:gd name="T52" fmla="*/ 0 w 175"/>
                <a:gd name="T53" fmla="*/ 3 h 807"/>
                <a:gd name="T54" fmla="*/ 0 w 175"/>
                <a:gd name="T55" fmla="*/ 3 h 807"/>
                <a:gd name="T56" fmla="*/ 0 w 175"/>
                <a:gd name="T57" fmla="*/ 4 h 807"/>
                <a:gd name="T58" fmla="*/ 0 w 175"/>
                <a:gd name="T59" fmla="*/ 4 h 807"/>
                <a:gd name="T60" fmla="*/ 0 w 175"/>
                <a:gd name="T61" fmla="*/ 5 h 807"/>
                <a:gd name="T62" fmla="*/ 0 w 175"/>
                <a:gd name="T63" fmla="*/ 5 h 807"/>
                <a:gd name="T64" fmla="*/ 0 w 175"/>
                <a:gd name="T65" fmla="*/ 5 h 807"/>
                <a:gd name="T66" fmla="*/ 1 w 175"/>
                <a:gd name="T67" fmla="*/ 6 h 807"/>
                <a:gd name="T68" fmla="*/ 1 w 175"/>
                <a:gd name="T69" fmla="*/ 6 h 807"/>
                <a:gd name="T70" fmla="*/ 1 w 175"/>
                <a:gd name="T71" fmla="*/ 6 h 807"/>
                <a:gd name="T72" fmla="*/ 1 w 175"/>
                <a:gd name="T73" fmla="*/ 6 h 807"/>
                <a:gd name="T74" fmla="*/ 1 w 175"/>
                <a:gd name="T75" fmla="*/ 6 h 807"/>
                <a:gd name="T76" fmla="*/ 1 w 175"/>
                <a:gd name="T77" fmla="*/ 6 h 807"/>
                <a:gd name="T78" fmla="*/ 1 w 175"/>
                <a:gd name="T79" fmla="*/ 6 h 807"/>
                <a:gd name="T80" fmla="*/ 1 w 175"/>
                <a:gd name="T81" fmla="*/ 6 h 807"/>
                <a:gd name="T82" fmla="*/ 1 w 175"/>
                <a:gd name="T83" fmla="*/ 6 h 807"/>
                <a:gd name="T84" fmla="*/ 1 w 175"/>
                <a:gd name="T85" fmla="*/ 6 h 807"/>
                <a:gd name="T86" fmla="*/ 1 w 175"/>
                <a:gd name="T87" fmla="*/ 6 h 807"/>
                <a:gd name="T88" fmla="*/ 1 w 175"/>
                <a:gd name="T89" fmla="*/ 6 h 807"/>
                <a:gd name="T90" fmla="*/ 1 w 175"/>
                <a:gd name="T91" fmla="*/ 6 h 80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175"/>
                <a:gd name="T139" fmla="*/ 0 h 807"/>
                <a:gd name="T140" fmla="*/ 175 w 175"/>
                <a:gd name="T141" fmla="*/ 807 h 80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175" h="807">
                  <a:moveTo>
                    <a:pt x="169" y="740"/>
                  </a:moveTo>
                  <a:lnTo>
                    <a:pt x="169" y="739"/>
                  </a:lnTo>
                  <a:lnTo>
                    <a:pt x="149" y="698"/>
                  </a:lnTo>
                  <a:lnTo>
                    <a:pt x="133" y="656"/>
                  </a:lnTo>
                  <a:lnTo>
                    <a:pt x="120" y="611"/>
                  </a:lnTo>
                  <a:lnTo>
                    <a:pt x="108" y="565"/>
                  </a:lnTo>
                  <a:lnTo>
                    <a:pt x="100" y="520"/>
                  </a:lnTo>
                  <a:lnTo>
                    <a:pt x="96" y="472"/>
                  </a:lnTo>
                  <a:lnTo>
                    <a:pt x="93" y="425"/>
                  </a:lnTo>
                  <a:lnTo>
                    <a:pt x="93" y="377"/>
                  </a:lnTo>
                  <a:lnTo>
                    <a:pt x="96" y="330"/>
                  </a:lnTo>
                  <a:lnTo>
                    <a:pt x="100" y="283"/>
                  </a:lnTo>
                  <a:lnTo>
                    <a:pt x="106" y="238"/>
                  </a:lnTo>
                  <a:lnTo>
                    <a:pt x="115" y="195"/>
                  </a:lnTo>
                  <a:lnTo>
                    <a:pt x="126" y="153"/>
                  </a:lnTo>
                  <a:lnTo>
                    <a:pt x="139" y="114"/>
                  </a:lnTo>
                  <a:lnTo>
                    <a:pt x="153" y="77"/>
                  </a:lnTo>
                  <a:lnTo>
                    <a:pt x="169" y="43"/>
                  </a:lnTo>
                  <a:lnTo>
                    <a:pt x="87" y="0"/>
                  </a:lnTo>
                  <a:lnTo>
                    <a:pt x="69" y="39"/>
                  </a:lnTo>
                  <a:lnTo>
                    <a:pt x="52" y="81"/>
                  </a:lnTo>
                  <a:lnTo>
                    <a:pt x="37" y="127"/>
                  </a:lnTo>
                  <a:lnTo>
                    <a:pt x="24" y="174"/>
                  </a:lnTo>
                  <a:lnTo>
                    <a:pt x="15" y="222"/>
                  </a:lnTo>
                  <a:lnTo>
                    <a:pt x="7" y="271"/>
                  </a:lnTo>
                  <a:lnTo>
                    <a:pt x="2" y="323"/>
                  </a:lnTo>
                  <a:lnTo>
                    <a:pt x="0" y="374"/>
                  </a:lnTo>
                  <a:lnTo>
                    <a:pt x="0" y="427"/>
                  </a:lnTo>
                  <a:lnTo>
                    <a:pt x="2" y="479"/>
                  </a:lnTo>
                  <a:lnTo>
                    <a:pt x="9" y="531"/>
                  </a:lnTo>
                  <a:lnTo>
                    <a:pt x="17" y="584"/>
                  </a:lnTo>
                  <a:lnTo>
                    <a:pt x="29" y="635"/>
                  </a:lnTo>
                  <a:lnTo>
                    <a:pt x="44" y="686"/>
                  </a:lnTo>
                  <a:lnTo>
                    <a:pt x="65" y="736"/>
                  </a:lnTo>
                  <a:lnTo>
                    <a:pt x="87" y="784"/>
                  </a:lnTo>
                  <a:lnTo>
                    <a:pt x="87" y="782"/>
                  </a:lnTo>
                  <a:lnTo>
                    <a:pt x="87" y="784"/>
                  </a:lnTo>
                  <a:lnTo>
                    <a:pt x="100" y="799"/>
                  </a:lnTo>
                  <a:lnTo>
                    <a:pt x="117" y="807"/>
                  </a:lnTo>
                  <a:lnTo>
                    <a:pt x="134" y="807"/>
                  </a:lnTo>
                  <a:lnTo>
                    <a:pt x="151" y="801"/>
                  </a:lnTo>
                  <a:lnTo>
                    <a:pt x="164" y="791"/>
                  </a:lnTo>
                  <a:lnTo>
                    <a:pt x="173" y="777"/>
                  </a:lnTo>
                  <a:lnTo>
                    <a:pt x="175" y="759"/>
                  </a:lnTo>
                  <a:lnTo>
                    <a:pt x="169" y="739"/>
                  </a:lnTo>
                  <a:lnTo>
                    <a:pt x="169" y="74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83982" name="Freeform 28"/>
            <p:cNvSpPr>
              <a:spLocks/>
            </p:cNvSpPr>
            <p:nvPr/>
          </p:nvSpPr>
          <p:spPr bwMode="auto">
            <a:xfrm>
              <a:off x="1299" y="1681"/>
              <a:ext cx="157" cy="281"/>
            </a:xfrm>
            <a:custGeom>
              <a:avLst/>
              <a:gdLst>
                <a:gd name="T0" fmla="*/ 6 w 787"/>
                <a:gd name="T1" fmla="*/ 11 h 1404"/>
                <a:gd name="T2" fmla="*/ 6 w 787"/>
                <a:gd name="T3" fmla="*/ 11 h 1404"/>
                <a:gd name="T4" fmla="*/ 1 w 787"/>
                <a:gd name="T5" fmla="*/ 0 h 1404"/>
                <a:gd name="T6" fmla="*/ 0 w 787"/>
                <a:gd name="T7" fmla="*/ 0 h 1404"/>
                <a:gd name="T8" fmla="*/ 6 w 787"/>
                <a:gd name="T9" fmla="*/ 11 h 1404"/>
                <a:gd name="T10" fmla="*/ 6 w 787"/>
                <a:gd name="T11" fmla="*/ 11 h 1404"/>
                <a:gd name="T12" fmla="*/ 6 w 787"/>
                <a:gd name="T13" fmla="*/ 11 h 1404"/>
                <a:gd name="T14" fmla="*/ 6 w 787"/>
                <a:gd name="T15" fmla="*/ 11 h 1404"/>
                <a:gd name="T16" fmla="*/ 6 w 787"/>
                <a:gd name="T17" fmla="*/ 11 h 1404"/>
                <a:gd name="T18" fmla="*/ 6 w 787"/>
                <a:gd name="T19" fmla="*/ 11 h 1404"/>
                <a:gd name="T20" fmla="*/ 6 w 787"/>
                <a:gd name="T21" fmla="*/ 11 h 1404"/>
                <a:gd name="T22" fmla="*/ 6 w 787"/>
                <a:gd name="T23" fmla="*/ 11 h 1404"/>
                <a:gd name="T24" fmla="*/ 6 w 787"/>
                <a:gd name="T25" fmla="*/ 11 h 1404"/>
                <a:gd name="T26" fmla="*/ 6 w 787"/>
                <a:gd name="T27" fmla="*/ 11 h 1404"/>
                <a:gd name="T28" fmla="*/ 6 w 787"/>
                <a:gd name="T29" fmla="*/ 11 h 1404"/>
                <a:gd name="T30" fmla="*/ 6 w 787"/>
                <a:gd name="T31" fmla="*/ 11 h 1404"/>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787"/>
                <a:gd name="T49" fmla="*/ 0 h 1404"/>
                <a:gd name="T50" fmla="*/ 787 w 787"/>
                <a:gd name="T51" fmla="*/ 1404 h 1404"/>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787" h="1404">
                  <a:moveTo>
                    <a:pt x="781" y="1334"/>
                  </a:moveTo>
                  <a:lnTo>
                    <a:pt x="781" y="1337"/>
                  </a:lnTo>
                  <a:lnTo>
                    <a:pt x="82" y="0"/>
                  </a:lnTo>
                  <a:lnTo>
                    <a:pt x="0" y="42"/>
                  </a:lnTo>
                  <a:lnTo>
                    <a:pt x="699" y="1379"/>
                  </a:lnTo>
                  <a:lnTo>
                    <a:pt x="699" y="1381"/>
                  </a:lnTo>
                  <a:lnTo>
                    <a:pt x="699" y="1379"/>
                  </a:lnTo>
                  <a:lnTo>
                    <a:pt x="712" y="1395"/>
                  </a:lnTo>
                  <a:lnTo>
                    <a:pt x="727" y="1402"/>
                  </a:lnTo>
                  <a:lnTo>
                    <a:pt x="744" y="1404"/>
                  </a:lnTo>
                  <a:lnTo>
                    <a:pt x="761" y="1398"/>
                  </a:lnTo>
                  <a:lnTo>
                    <a:pt x="775" y="1388"/>
                  </a:lnTo>
                  <a:lnTo>
                    <a:pt x="784" y="1373"/>
                  </a:lnTo>
                  <a:lnTo>
                    <a:pt x="787" y="1357"/>
                  </a:lnTo>
                  <a:lnTo>
                    <a:pt x="781" y="1337"/>
                  </a:lnTo>
                  <a:lnTo>
                    <a:pt x="781" y="13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83983" name="Freeform 29"/>
            <p:cNvSpPr>
              <a:spLocks/>
            </p:cNvSpPr>
            <p:nvPr/>
          </p:nvSpPr>
          <p:spPr bwMode="auto">
            <a:xfrm>
              <a:off x="1439" y="1948"/>
              <a:ext cx="125" cy="76"/>
            </a:xfrm>
            <a:custGeom>
              <a:avLst/>
              <a:gdLst>
                <a:gd name="T0" fmla="*/ 5 w 628"/>
                <a:gd name="T1" fmla="*/ 2 h 383"/>
                <a:gd name="T2" fmla="*/ 5 w 628"/>
                <a:gd name="T3" fmla="*/ 2 h 383"/>
                <a:gd name="T4" fmla="*/ 4 w 628"/>
                <a:gd name="T5" fmla="*/ 2 h 383"/>
                <a:gd name="T6" fmla="*/ 4 w 628"/>
                <a:gd name="T7" fmla="*/ 2 h 383"/>
                <a:gd name="T8" fmla="*/ 4 w 628"/>
                <a:gd name="T9" fmla="*/ 2 h 383"/>
                <a:gd name="T10" fmla="*/ 3 w 628"/>
                <a:gd name="T11" fmla="*/ 2 h 383"/>
                <a:gd name="T12" fmla="*/ 3 w 628"/>
                <a:gd name="T13" fmla="*/ 2 h 383"/>
                <a:gd name="T14" fmla="*/ 3 w 628"/>
                <a:gd name="T15" fmla="*/ 2 h 383"/>
                <a:gd name="T16" fmla="*/ 3 w 628"/>
                <a:gd name="T17" fmla="*/ 2 h 383"/>
                <a:gd name="T18" fmla="*/ 2 w 628"/>
                <a:gd name="T19" fmla="*/ 2 h 383"/>
                <a:gd name="T20" fmla="*/ 2 w 628"/>
                <a:gd name="T21" fmla="*/ 2 h 383"/>
                <a:gd name="T22" fmla="*/ 2 w 628"/>
                <a:gd name="T23" fmla="*/ 1 h 383"/>
                <a:gd name="T24" fmla="*/ 2 w 628"/>
                <a:gd name="T25" fmla="*/ 1 h 383"/>
                <a:gd name="T26" fmla="*/ 1 w 628"/>
                <a:gd name="T27" fmla="*/ 1 h 383"/>
                <a:gd name="T28" fmla="*/ 1 w 628"/>
                <a:gd name="T29" fmla="*/ 1 h 383"/>
                <a:gd name="T30" fmla="*/ 1 w 628"/>
                <a:gd name="T31" fmla="*/ 1 h 383"/>
                <a:gd name="T32" fmla="*/ 1 w 628"/>
                <a:gd name="T33" fmla="*/ 0 h 383"/>
                <a:gd name="T34" fmla="*/ 1 w 628"/>
                <a:gd name="T35" fmla="*/ 0 h 383"/>
                <a:gd name="T36" fmla="*/ 0 w 628"/>
                <a:gd name="T37" fmla="*/ 0 h 383"/>
                <a:gd name="T38" fmla="*/ 0 w 628"/>
                <a:gd name="T39" fmla="*/ 1 h 383"/>
                <a:gd name="T40" fmla="*/ 0 w 628"/>
                <a:gd name="T41" fmla="*/ 1 h 383"/>
                <a:gd name="T42" fmla="*/ 1 w 628"/>
                <a:gd name="T43" fmla="*/ 1 h 383"/>
                <a:gd name="T44" fmla="*/ 1 w 628"/>
                <a:gd name="T45" fmla="*/ 1 h 383"/>
                <a:gd name="T46" fmla="*/ 1 w 628"/>
                <a:gd name="T47" fmla="*/ 2 h 383"/>
                <a:gd name="T48" fmla="*/ 1 w 628"/>
                <a:gd name="T49" fmla="*/ 2 h 383"/>
                <a:gd name="T50" fmla="*/ 2 w 628"/>
                <a:gd name="T51" fmla="*/ 2 h 383"/>
                <a:gd name="T52" fmla="*/ 2 w 628"/>
                <a:gd name="T53" fmla="*/ 2 h 383"/>
                <a:gd name="T54" fmla="*/ 2 w 628"/>
                <a:gd name="T55" fmla="*/ 2 h 383"/>
                <a:gd name="T56" fmla="*/ 3 w 628"/>
                <a:gd name="T57" fmla="*/ 3 h 383"/>
                <a:gd name="T58" fmla="*/ 3 w 628"/>
                <a:gd name="T59" fmla="*/ 3 h 383"/>
                <a:gd name="T60" fmla="*/ 3 w 628"/>
                <a:gd name="T61" fmla="*/ 3 h 383"/>
                <a:gd name="T62" fmla="*/ 4 w 628"/>
                <a:gd name="T63" fmla="*/ 3 h 383"/>
                <a:gd name="T64" fmla="*/ 4 w 628"/>
                <a:gd name="T65" fmla="*/ 3 h 383"/>
                <a:gd name="T66" fmla="*/ 4 w 628"/>
                <a:gd name="T67" fmla="*/ 3 h 383"/>
                <a:gd name="T68" fmla="*/ 5 w 628"/>
                <a:gd name="T69" fmla="*/ 3 h 383"/>
                <a:gd name="T70" fmla="*/ 5 w 628"/>
                <a:gd name="T71" fmla="*/ 3 h 383"/>
                <a:gd name="T72" fmla="*/ 5 w 628"/>
                <a:gd name="T73" fmla="*/ 3 h 383"/>
                <a:gd name="T74" fmla="*/ 5 w 628"/>
                <a:gd name="T75" fmla="*/ 3 h 383"/>
                <a:gd name="T76" fmla="*/ 5 w 628"/>
                <a:gd name="T77" fmla="*/ 3 h 383"/>
                <a:gd name="T78" fmla="*/ 5 w 628"/>
                <a:gd name="T79" fmla="*/ 3 h 383"/>
                <a:gd name="T80" fmla="*/ 5 w 628"/>
                <a:gd name="T81" fmla="*/ 3 h 383"/>
                <a:gd name="T82" fmla="*/ 5 w 628"/>
                <a:gd name="T83" fmla="*/ 3 h 383"/>
                <a:gd name="T84" fmla="*/ 5 w 628"/>
                <a:gd name="T85" fmla="*/ 2 h 383"/>
                <a:gd name="T86" fmla="*/ 5 w 628"/>
                <a:gd name="T87" fmla="*/ 2 h 383"/>
                <a:gd name="T88" fmla="*/ 5 w 628"/>
                <a:gd name="T89" fmla="*/ 2 h 383"/>
                <a:gd name="T90" fmla="*/ 5 w 628"/>
                <a:gd name="T91" fmla="*/ 2 h 38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628"/>
                <a:gd name="T139" fmla="*/ 0 h 383"/>
                <a:gd name="T140" fmla="*/ 628 w 628"/>
                <a:gd name="T141" fmla="*/ 383 h 38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628" h="383">
                  <a:moveTo>
                    <a:pt x="581" y="289"/>
                  </a:moveTo>
                  <a:lnTo>
                    <a:pt x="582" y="289"/>
                  </a:lnTo>
                  <a:lnTo>
                    <a:pt x="541" y="287"/>
                  </a:lnTo>
                  <a:lnTo>
                    <a:pt x="500" y="283"/>
                  </a:lnTo>
                  <a:lnTo>
                    <a:pt x="462" y="276"/>
                  </a:lnTo>
                  <a:lnTo>
                    <a:pt x="424" y="268"/>
                  </a:lnTo>
                  <a:lnTo>
                    <a:pt x="389" y="255"/>
                  </a:lnTo>
                  <a:lnTo>
                    <a:pt x="352" y="242"/>
                  </a:lnTo>
                  <a:lnTo>
                    <a:pt x="320" y="227"/>
                  </a:lnTo>
                  <a:lnTo>
                    <a:pt x="287" y="209"/>
                  </a:lnTo>
                  <a:lnTo>
                    <a:pt x="255" y="189"/>
                  </a:lnTo>
                  <a:lnTo>
                    <a:pt x="226" y="168"/>
                  </a:lnTo>
                  <a:lnTo>
                    <a:pt x="198" y="145"/>
                  </a:lnTo>
                  <a:lnTo>
                    <a:pt x="172" y="119"/>
                  </a:lnTo>
                  <a:lnTo>
                    <a:pt x="146" y="92"/>
                  </a:lnTo>
                  <a:lnTo>
                    <a:pt x="122" y="64"/>
                  </a:lnTo>
                  <a:lnTo>
                    <a:pt x="100" y="33"/>
                  </a:lnTo>
                  <a:lnTo>
                    <a:pt x="82" y="0"/>
                  </a:lnTo>
                  <a:lnTo>
                    <a:pt x="0" y="47"/>
                  </a:lnTo>
                  <a:lnTo>
                    <a:pt x="23" y="85"/>
                  </a:lnTo>
                  <a:lnTo>
                    <a:pt x="49" y="120"/>
                  </a:lnTo>
                  <a:lnTo>
                    <a:pt x="76" y="153"/>
                  </a:lnTo>
                  <a:lnTo>
                    <a:pt x="104" y="185"/>
                  </a:lnTo>
                  <a:lnTo>
                    <a:pt x="137" y="215"/>
                  </a:lnTo>
                  <a:lnTo>
                    <a:pt x="170" y="241"/>
                  </a:lnTo>
                  <a:lnTo>
                    <a:pt x="204" y="267"/>
                  </a:lnTo>
                  <a:lnTo>
                    <a:pt x="240" y="289"/>
                  </a:lnTo>
                  <a:lnTo>
                    <a:pt x="277" y="309"/>
                  </a:lnTo>
                  <a:lnTo>
                    <a:pt x="317" y="329"/>
                  </a:lnTo>
                  <a:lnTo>
                    <a:pt x="358" y="344"/>
                  </a:lnTo>
                  <a:lnTo>
                    <a:pt x="400" y="357"/>
                  </a:lnTo>
                  <a:lnTo>
                    <a:pt x="444" y="367"/>
                  </a:lnTo>
                  <a:lnTo>
                    <a:pt x="488" y="374"/>
                  </a:lnTo>
                  <a:lnTo>
                    <a:pt x="534" y="380"/>
                  </a:lnTo>
                  <a:lnTo>
                    <a:pt x="580" y="383"/>
                  </a:lnTo>
                  <a:lnTo>
                    <a:pt x="581" y="383"/>
                  </a:lnTo>
                  <a:lnTo>
                    <a:pt x="580" y="383"/>
                  </a:lnTo>
                  <a:lnTo>
                    <a:pt x="600" y="379"/>
                  </a:lnTo>
                  <a:lnTo>
                    <a:pt x="615" y="369"/>
                  </a:lnTo>
                  <a:lnTo>
                    <a:pt x="624" y="353"/>
                  </a:lnTo>
                  <a:lnTo>
                    <a:pt x="628" y="337"/>
                  </a:lnTo>
                  <a:lnTo>
                    <a:pt x="625" y="319"/>
                  </a:lnTo>
                  <a:lnTo>
                    <a:pt x="617" y="304"/>
                  </a:lnTo>
                  <a:lnTo>
                    <a:pt x="602" y="294"/>
                  </a:lnTo>
                  <a:lnTo>
                    <a:pt x="582" y="289"/>
                  </a:lnTo>
                  <a:lnTo>
                    <a:pt x="581" y="28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83984" name="Freeform 30"/>
            <p:cNvSpPr>
              <a:spLocks/>
            </p:cNvSpPr>
            <p:nvPr/>
          </p:nvSpPr>
          <p:spPr bwMode="auto">
            <a:xfrm>
              <a:off x="1587" y="1880"/>
              <a:ext cx="85" cy="49"/>
            </a:xfrm>
            <a:custGeom>
              <a:avLst/>
              <a:gdLst>
                <a:gd name="T0" fmla="*/ 3 w 426"/>
                <a:gd name="T1" fmla="*/ 0 h 245"/>
                <a:gd name="T2" fmla="*/ 3 w 426"/>
                <a:gd name="T3" fmla="*/ 0 h 245"/>
                <a:gd name="T4" fmla="*/ 3 w 426"/>
                <a:gd name="T5" fmla="*/ 0 h 245"/>
                <a:gd name="T6" fmla="*/ 3 w 426"/>
                <a:gd name="T7" fmla="*/ 0 h 245"/>
                <a:gd name="T8" fmla="*/ 2 w 426"/>
                <a:gd name="T9" fmla="*/ 0 h 245"/>
                <a:gd name="T10" fmla="*/ 2 w 426"/>
                <a:gd name="T11" fmla="*/ 0 h 245"/>
                <a:gd name="T12" fmla="*/ 2 w 426"/>
                <a:gd name="T13" fmla="*/ 0 h 245"/>
                <a:gd name="T14" fmla="*/ 2 w 426"/>
                <a:gd name="T15" fmla="*/ 0 h 245"/>
                <a:gd name="T16" fmla="*/ 1 w 426"/>
                <a:gd name="T17" fmla="*/ 0 h 245"/>
                <a:gd name="T18" fmla="*/ 1 w 426"/>
                <a:gd name="T19" fmla="*/ 1 h 245"/>
                <a:gd name="T20" fmla="*/ 1 w 426"/>
                <a:gd name="T21" fmla="*/ 1 h 245"/>
                <a:gd name="T22" fmla="*/ 1 w 426"/>
                <a:gd name="T23" fmla="*/ 1 h 245"/>
                <a:gd name="T24" fmla="*/ 0 w 426"/>
                <a:gd name="T25" fmla="*/ 1 h 245"/>
                <a:gd name="T26" fmla="*/ 0 w 426"/>
                <a:gd name="T27" fmla="*/ 1 h 245"/>
                <a:gd name="T28" fmla="*/ 0 w 426"/>
                <a:gd name="T29" fmla="*/ 1 h 245"/>
                <a:gd name="T30" fmla="*/ 0 w 426"/>
                <a:gd name="T31" fmla="*/ 2 h 245"/>
                <a:gd name="T32" fmla="*/ 0 w 426"/>
                <a:gd name="T33" fmla="*/ 2 h 245"/>
                <a:gd name="T34" fmla="*/ 0 w 426"/>
                <a:gd name="T35" fmla="*/ 2 h 245"/>
                <a:gd name="T36" fmla="*/ 0 w 426"/>
                <a:gd name="T37" fmla="*/ 2 h 245"/>
                <a:gd name="T38" fmla="*/ 0 w 426"/>
                <a:gd name="T39" fmla="*/ 2 h 245"/>
                <a:gd name="T40" fmla="*/ 0 w 426"/>
                <a:gd name="T41" fmla="*/ 2 h 245"/>
                <a:gd name="T42" fmla="*/ 0 w 426"/>
                <a:gd name="T43" fmla="*/ 1 h 245"/>
                <a:gd name="T44" fmla="*/ 0 w 426"/>
                <a:gd name="T45" fmla="*/ 1 h 245"/>
                <a:gd name="T46" fmla="*/ 0 w 426"/>
                <a:gd name="T47" fmla="*/ 1 h 245"/>
                <a:gd name="T48" fmla="*/ 1 w 426"/>
                <a:gd name="T49" fmla="*/ 1 h 245"/>
                <a:gd name="T50" fmla="*/ 1 w 426"/>
                <a:gd name="T51" fmla="*/ 1 h 245"/>
                <a:gd name="T52" fmla="*/ 1 w 426"/>
                <a:gd name="T53" fmla="*/ 1 h 245"/>
                <a:gd name="T54" fmla="*/ 1 w 426"/>
                <a:gd name="T55" fmla="*/ 1 h 245"/>
                <a:gd name="T56" fmla="*/ 2 w 426"/>
                <a:gd name="T57" fmla="*/ 0 h 245"/>
                <a:gd name="T58" fmla="*/ 2 w 426"/>
                <a:gd name="T59" fmla="*/ 0 h 245"/>
                <a:gd name="T60" fmla="*/ 2 w 426"/>
                <a:gd name="T61" fmla="*/ 0 h 245"/>
                <a:gd name="T62" fmla="*/ 2 w 426"/>
                <a:gd name="T63" fmla="*/ 0 h 245"/>
                <a:gd name="T64" fmla="*/ 3 w 426"/>
                <a:gd name="T65" fmla="*/ 0 h 245"/>
                <a:gd name="T66" fmla="*/ 3 w 426"/>
                <a:gd name="T67" fmla="*/ 0 h 245"/>
                <a:gd name="T68" fmla="*/ 3 w 426"/>
                <a:gd name="T69" fmla="*/ 0 h 245"/>
                <a:gd name="T70" fmla="*/ 3 w 426"/>
                <a:gd name="T71" fmla="*/ 0 h 245"/>
                <a:gd name="T72" fmla="*/ 3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426" y="0"/>
                  </a:moveTo>
                  <a:lnTo>
                    <a:pt x="426" y="0"/>
                  </a:lnTo>
                  <a:lnTo>
                    <a:pt x="384" y="1"/>
                  </a:lnTo>
                  <a:lnTo>
                    <a:pt x="340" y="4"/>
                  </a:lnTo>
                  <a:lnTo>
                    <a:pt x="300" y="10"/>
                  </a:lnTo>
                  <a:lnTo>
                    <a:pt x="262" y="18"/>
                  </a:lnTo>
                  <a:lnTo>
                    <a:pt x="224" y="29"/>
                  </a:lnTo>
                  <a:lnTo>
                    <a:pt x="189" y="41"/>
                  </a:lnTo>
                  <a:lnTo>
                    <a:pt x="157" y="55"/>
                  </a:lnTo>
                  <a:lnTo>
                    <a:pt x="126" y="70"/>
                  </a:lnTo>
                  <a:lnTo>
                    <a:pt x="99" y="89"/>
                  </a:lnTo>
                  <a:lnTo>
                    <a:pt x="74" y="106"/>
                  </a:lnTo>
                  <a:lnTo>
                    <a:pt x="52" y="126"/>
                  </a:lnTo>
                  <a:lnTo>
                    <a:pt x="34" y="148"/>
                  </a:lnTo>
                  <a:lnTo>
                    <a:pt x="19" y="171"/>
                  </a:lnTo>
                  <a:lnTo>
                    <a:pt x="9" y="194"/>
                  </a:lnTo>
                  <a:lnTo>
                    <a:pt x="3" y="219"/>
                  </a:lnTo>
                  <a:lnTo>
                    <a:pt x="0" y="245"/>
                  </a:lnTo>
                  <a:lnTo>
                    <a:pt x="12" y="245"/>
                  </a:lnTo>
                  <a:lnTo>
                    <a:pt x="15" y="221"/>
                  </a:lnTo>
                  <a:lnTo>
                    <a:pt x="20" y="199"/>
                  </a:lnTo>
                  <a:lnTo>
                    <a:pt x="31" y="178"/>
                  </a:lnTo>
                  <a:lnTo>
                    <a:pt x="44" y="156"/>
                  </a:lnTo>
                  <a:lnTo>
                    <a:pt x="61" y="136"/>
                  </a:lnTo>
                  <a:lnTo>
                    <a:pt x="81" y="116"/>
                  </a:lnTo>
                  <a:lnTo>
                    <a:pt x="106" y="98"/>
                  </a:lnTo>
                  <a:lnTo>
                    <a:pt x="133" y="82"/>
                  </a:lnTo>
                  <a:lnTo>
                    <a:pt x="162" y="66"/>
                  </a:lnTo>
                  <a:lnTo>
                    <a:pt x="194" y="52"/>
                  </a:lnTo>
                  <a:lnTo>
                    <a:pt x="229" y="41"/>
                  </a:lnTo>
                  <a:lnTo>
                    <a:pt x="264" y="30"/>
                  </a:lnTo>
                  <a:lnTo>
                    <a:pt x="303" y="22"/>
                  </a:lnTo>
                  <a:lnTo>
                    <a:pt x="343" y="16"/>
                  </a:lnTo>
                  <a:lnTo>
                    <a:pt x="384" y="12"/>
                  </a:lnTo>
                  <a:lnTo>
                    <a:pt x="426" y="11"/>
                  </a:lnTo>
                  <a:lnTo>
                    <a:pt x="42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83985" name="Freeform 31"/>
            <p:cNvSpPr>
              <a:spLocks/>
            </p:cNvSpPr>
            <p:nvPr/>
          </p:nvSpPr>
          <p:spPr bwMode="auto">
            <a:xfrm>
              <a:off x="1587" y="1929"/>
              <a:ext cx="85" cy="49"/>
            </a:xfrm>
            <a:custGeom>
              <a:avLst/>
              <a:gdLst>
                <a:gd name="T0" fmla="*/ 0 w 426"/>
                <a:gd name="T1" fmla="*/ 0 h 245"/>
                <a:gd name="T2" fmla="*/ 0 w 426"/>
                <a:gd name="T3" fmla="*/ 0 h 245"/>
                <a:gd name="T4" fmla="*/ 0 w 426"/>
                <a:gd name="T5" fmla="*/ 0 h 245"/>
                <a:gd name="T6" fmla="*/ 0 w 426"/>
                <a:gd name="T7" fmla="*/ 0 h 245"/>
                <a:gd name="T8" fmla="*/ 0 w 426"/>
                <a:gd name="T9" fmla="*/ 1 h 245"/>
                <a:gd name="T10" fmla="*/ 0 w 426"/>
                <a:gd name="T11" fmla="*/ 1 h 245"/>
                <a:gd name="T12" fmla="*/ 0 w 426"/>
                <a:gd name="T13" fmla="*/ 1 h 245"/>
                <a:gd name="T14" fmla="*/ 1 w 426"/>
                <a:gd name="T15" fmla="*/ 1 h 245"/>
                <a:gd name="T16" fmla="*/ 1 w 426"/>
                <a:gd name="T17" fmla="*/ 1 h 245"/>
                <a:gd name="T18" fmla="*/ 1 w 426"/>
                <a:gd name="T19" fmla="*/ 1 h 245"/>
                <a:gd name="T20" fmla="*/ 1 w 426"/>
                <a:gd name="T21" fmla="*/ 2 h 245"/>
                <a:gd name="T22" fmla="*/ 2 w 426"/>
                <a:gd name="T23" fmla="*/ 2 h 245"/>
                <a:gd name="T24" fmla="*/ 2 w 426"/>
                <a:gd name="T25" fmla="*/ 2 h 245"/>
                <a:gd name="T26" fmla="*/ 2 w 426"/>
                <a:gd name="T27" fmla="*/ 2 h 245"/>
                <a:gd name="T28" fmla="*/ 2 w 426"/>
                <a:gd name="T29" fmla="*/ 2 h 245"/>
                <a:gd name="T30" fmla="*/ 3 w 426"/>
                <a:gd name="T31" fmla="*/ 2 h 245"/>
                <a:gd name="T32" fmla="*/ 3 w 426"/>
                <a:gd name="T33" fmla="*/ 2 h 245"/>
                <a:gd name="T34" fmla="*/ 3 w 426"/>
                <a:gd name="T35" fmla="*/ 2 h 245"/>
                <a:gd name="T36" fmla="*/ 3 w 426"/>
                <a:gd name="T37" fmla="*/ 2 h 245"/>
                <a:gd name="T38" fmla="*/ 3 w 426"/>
                <a:gd name="T39" fmla="*/ 2 h 245"/>
                <a:gd name="T40" fmla="*/ 3 w 426"/>
                <a:gd name="T41" fmla="*/ 2 h 245"/>
                <a:gd name="T42" fmla="*/ 2 w 426"/>
                <a:gd name="T43" fmla="*/ 2 h 245"/>
                <a:gd name="T44" fmla="*/ 2 w 426"/>
                <a:gd name="T45" fmla="*/ 2 h 245"/>
                <a:gd name="T46" fmla="*/ 2 w 426"/>
                <a:gd name="T47" fmla="*/ 2 h 245"/>
                <a:gd name="T48" fmla="*/ 2 w 426"/>
                <a:gd name="T49" fmla="*/ 2 h 245"/>
                <a:gd name="T50" fmla="*/ 1 w 426"/>
                <a:gd name="T51" fmla="*/ 1 h 245"/>
                <a:gd name="T52" fmla="*/ 1 w 426"/>
                <a:gd name="T53" fmla="*/ 1 h 245"/>
                <a:gd name="T54" fmla="*/ 1 w 426"/>
                <a:gd name="T55" fmla="*/ 1 h 245"/>
                <a:gd name="T56" fmla="*/ 1 w 426"/>
                <a:gd name="T57" fmla="*/ 1 h 245"/>
                <a:gd name="T58" fmla="*/ 0 w 426"/>
                <a:gd name="T59" fmla="*/ 1 h 245"/>
                <a:gd name="T60" fmla="*/ 0 w 426"/>
                <a:gd name="T61" fmla="*/ 1 h 245"/>
                <a:gd name="T62" fmla="*/ 0 w 426"/>
                <a:gd name="T63" fmla="*/ 1 h 245"/>
                <a:gd name="T64" fmla="*/ 0 w 426"/>
                <a:gd name="T65" fmla="*/ 0 h 245"/>
                <a:gd name="T66" fmla="*/ 0 w 426"/>
                <a:gd name="T67" fmla="*/ 0 h 245"/>
                <a:gd name="T68" fmla="*/ 0 w 426"/>
                <a:gd name="T69" fmla="*/ 0 h 245"/>
                <a:gd name="T70" fmla="*/ 0 w 426"/>
                <a:gd name="T71" fmla="*/ 0 h 245"/>
                <a:gd name="T72" fmla="*/ 0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0" y="0"/>
                  </a:moveTo>
                  <a:lnTo>
                    <a:pt x="0" y="0"/>
                  </a:lnTo>
                  <a:lnTo>
                    <a:pt x="3" y="25"/>
                  </a:lnTo>
                  <a:lnTo>
                    <a:pt x="9" y="50"/>
                  </a:lnTo>
                  <a:lnTo>
                    <a:pt x="19" y="73"/>
                  </a:lnTo>
                  <a:lnTo>
                    <a:pt x="34" y="96"/>
                  </a:lnTo>
                  <a:lnTo>
                    <a:pt x="52" y="118"/>
                  </a:lnTo>
                  <a:lnTo>
                    <a:pt x="74" y="138"/>
                  </a:lnTo>
                  <a:lnTo>
                    <a:pt x="99" y="156"/>
                  </a:lnTo>
                  <a:lnTo>
                    <a:pt x="126" y="174"/>
                  </a:lnTo>
                  <a:lnTo>
                    <a:pt x="157" y="190"/>
                  </a:lnTo>
                  <a:lnTo>
                    <a:pt x="189" y="204"/>
                  </a:lnTo>
                  <a:lnTo>
                    <a:pt x="224" y="215"/>
                  </a:lnTo>
                  <a:lnTo>
                    <a:pt x="262" y="226"/>
                  </a:lnTo>
                  <a:lnTo>
                    <a:pt x="300" y="234"/>
                  </a:lnTo>
                  <a:lnTo>
                    <a:pt x="340" y="240"/>
                  </a:lnTo>
                  <a:lnTo>
                    <a:pt x="384" y="244"/>
                  </a:lnTo>
                  <a:lnTo>
                    <a:pt x="426" y="245"/>
                  </a:lnTo>
                  <a:lnTo>
                    <a:pt x="426" y="233"/>
                  </a:lnTo>
                  <a:lnTo>
                    <a:pt x="384" y="232"/>
                  </a:lnTo>
                  <a:lnTo>
                    <a:pt x="343" y="228"/>
                  </a:lnTo>
                  <a:lnTo>
                    <a:pt x="303" y="222"/>
                  </a:lnTo>
                  <a:lnTo>
                    <a:pt x="264" y="214"/>
                  </a:lnTo>
                  <a:lnTo>
                    <a:pt x="229" y="204"/>
                  </a:lnTo>
                  <a:lnTo>
                    <a:pt x="194" y="192"/>
                  </a:lnTo>
                  <a:lnTo>
                    <a:pt x="162" y="178"/>
                  </a:lnTo>
                  <a:lnTo>
                    <a:pt x="133" y="163"/>
                  </a:lnTo>
                  <a:lnTo>
                    <a:pt x="106" y="146"/>
                  </a:lnTo>
                  <a:lnTo>
                    <a:pt x="81" y="129"/>
                  </a:lnTo>
                  <a:lnTo>
                    <a:pt x="61" y="109"/>
                  </a:lnTo>
                  <a:lnTo>
                    <a:pt x="44" y="89"/>
                  </a:lnTo>
                  <a:lnTo>
                    <a:pt x="31" y="66"/>
                  </a:lnTo>
                  <a:lnTo>
                    <a:pt x="20" y="45"/>
                  </a:lnTo>
                  <a:lnTo>
                    <a:pt x="15" y="2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83986" name="Freeform 32"/>
            <p:cNvSpPr>
              <a:spLocks/>
            </p:cNvSpPr>
            <p:nvPr/>
          </p:nvSpPr>
          <p:spPr bwMode="auto">
            <a:xfrm>
              <a:off x="878" y="1448"/>
              <a:ext cx="792" cy="954"/>
            </a:xfrm>
            <a:custGeom>
              <a:avLst/>
              <a:gdLst>
                <a:gd name="T0" fmla="*/ 13 w 3960"/>
                <a:gd name="T1" fmla="*/ 38 h 4768"/>
                <a:gd name="T2" fmla="*/ 14 w 3960"/>
                <a:gd name="T3" fmla="*/ 38 h 4768"/>
                <a:gd name="T4" fmla="*/ 15 w 3960"/>
                <a:gd name="T5" fmla="*/ 38 h 4768"/>
                <a:gd name="T6" fmla="*/ 15 w 3960"/>
                <a:gd name="T7" fmla="*/ 38 h 4768"/>
                <a:gd name="T8" fmla="*/ 16 w 3960"/>
                <a:gd name="T9" fmla="*/ 38 h 4768"/>
                <a:gd name="T10" fmla="*/ 17 w 3960"/>
                <a:gd name="T11" fmla="*/ 38 h 4768"/>
                <a:gd name="T12" fmla="*/ 17 w 3960"/>
                <a:gd name="T13" fmla="*/ 38 h 4768"/>
                <a:gd name="T14" fmla="*/ 18 w 3960"/>
                <a:gd name="T15" fmla="*/ 38 h 4768"/>
                <a:gd name="T16" fmla="*/ 18 w 3960"/>
                <a:gd name="T17" fmla="*/ 38 h 4768"/>
                <a:gd name="T18" fmla="*/ 29 w 3960"/>
                <a:gd name="T19" fmla="*/ 30 h 4768"/>
                <a:gd name="T20" fmla="*/ 30 w 3960"/>
                <a:gd name="T21" fmla="*/ 30 h 4768"/>
                <a:gd name="T22" fmla="*/ 30 w 3960"/>
                <a:gd name="T23" fmla="*/ 29 h 4768"/>
                <a:gd name="T24" fmla="*/ 31 w 3960"/>
                <a:gd name="T25" fmla="*/ 28 h 4768"/>
                <a:gd name="T26" fmla="*/ 31 w 3960"/>
                <a:gd name="T27" fmla="*/ 28 h 4768"/>
                <a:gd name="T28" fmla="*/ 31 w 3960"/>
                <a:gd name="T29" fmla="*/ 27 h 4768"/>
                <a:gd name="T30" fmla="*/ 32 w 3960"/>
                <a:gd name="T31" fmla="*/ 26 h 4768"/>
                <a:gd name="T32" fmla="*/ 32 w 3960"/>
                <a:gd name="T33" fmla="*/ 25 h 4768"/>
                <a:gd name="T34" fmla="*/ 32 w 3960"/>
                <a:gd name="T35" fmla="*/ 11 h 4768"/>
                <a:gd name="T36" fmla="*/ 32 w 3960"/>
                <a:gd name="T37" fmla="*/ 10 h 4768"/>
                <a:gd name="T38" fmla="*/ 31 w 3960"/>
                <a:gd name="T39" fmla="*/ 9 h 4768"/>
                <a:gd name="T40" fmla="*/ 31 w 3960"/>
                <a:gd name="T41" fmla="*/ 9 h 4768"/>
                <a:gd name="T42" fmla="*/ 31 w 3960"/>
                <a:gd name="T43" fmla="*/ 8 h 4768"/>
                <a:gd name="T44" fmla="*/ 31 w 3960"/>
                <a:gd name="T45" fmla="*/ 8 h 4768"/>
                <a:gd name="T46" fmla="*/ 30 w 3960"/>
                <a:gd name="T47" fmla="*/ 7 h 4768"/>
                <a:gd name="T48" fmla="*/ 30 w 3960"/>
                <a:gd name="T49" fmla="*/ 7 h 4768"/>
                <a:gd name="T50" fmla="*/ 29 w 3960"/>
                <a:gd name="T51" fmla="*/ 6 h 4768"/>
                <a:gd name="T52" fmla="*/ 19 w 3960"/>
                <a:gd name="T53" fmla="*/ 1 h 4768"/>
                <a:gd name="T54" fmla="*/ 18 w 3960"/>
                <a:gd name="T55" fmla="*/ 0 h 4768"/>
                <a:gd name="T56" fmla="*/ 17 w 3960"/>
                <a:gd name="T57" fmla="*/ 0 h 4768"/>
                <a:gd name="T58" fmla="*/ 17 w 3960"/>
                <a:gd name="T59" fmla="*/ 0 h 4768"/>
                <a:gd name="T60" fmla="*/ 16 w 3960"/>
                <a:gd name="T61" fmla="*/ 0 h 4768"/>
                <a:gd name="T62" fmla="*/ 15 w 3960"/>
                <a:gd name="T63" fmla="*/ 0 h 4768"/>
                <a:gd name="T64" fmla="*/ 14 w 3960"/>
                <a:gd name="T65" fmla="*/ 0 h 4768"/>
                <a:gd name="T66" fmla="*/ 14 w 3960"/>
                <a:gd name="T67" fmla="*/ 0 h 4768"/>
                <a:gd name="T68" fmla="*/ 2 w 3960"/>
                <a:gd name="T69" fmla="*/ 6 h 4768"/>
                <a:gd name="T70" fmla="*/ 2 w 3960"/>
                <a:gd name="T71" fmla="*/ 7 h 4768"/>
                <a:gd name="T72" fmla="*/ 1 w 3960"/>
                <a:gd name="T73" fmla="*/ 7 h 4768"/>
                <a:gd name="T74" fmla="*/ 1 w 3960"/>
                <a:gd name="T75" fmla="*/ 8 h 4768"/>
                <a:gd name="T76" fmla="*/ 1 w 3960"/>
                <a:gd name="T77" fmla="*/ 8 h 4768"/>
                <a:gd name="T78" fmla="*/ 0 w 3960"/>
                <a:gd name="T79" fmla="*/ 9 h 4768"/>
                <a:gd name="T80" fmla="*/ 0 w 3960"/>
                <a:gd name="T81" fmla="*/ 9 h 4768"/>
                <a:gd name="T82" fmla="*/ 0 w 3960"/>
                <a:gd name="T83" fmla="*/ 10 h 4768"/>
                <a:gd name="T84" fmla="*/ 0 w 3960"/>
                <a:gd name="T85" fmla="*/ 11 h 4768"/>
                <a:gd name="T86" fmla="*/ 0 w 3960"/>
                <a:gd name="T87" fmla="*/ 25 h 4768"/>
                <a:gd name="T88" fmla="*/ 0 w 3960"/>
                <a:gd name="T89" fmla="*/ 26 h 4768"/>
                <a:gd name="T90" fmla="*/ 0 w 3960"/>
                <a:gd name="T91" fmla="*/ 27 h 4768"/>
                <a:gd name="T92" fmla="*/ 1 w 3960"/>
                <a:gd name="T93" fmla="*/ 28 h 4768"/>
                <a:gd name="T94" fmla="*/ 1 w 3960"/>
                <a:gd name="T95" fmla="*/ 29 h 4768"/>
                <a:gd name="T96" fmla="*/ 1 w 3960"/>
                <a:gd name="T97" fmla="*/ 29 h 4768"/>
                <a:gd name="T98" fmla="*/ 2 w 3960"/>
                <a:gd name="T99" fmla="*/ 30 h 4768"/>
                <a:gd name="T100" fmla="*/ 3 w 3960"/>
                <a:gd name="T101" fmla="*/ 31 h 4768"/>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w 3960"/>
                <a:gd name="T154" fmla="*/ 0 h 4768"/>
                <a:gd name="T155" fmla="*/ 3960 w 3960"/>
                <a:gd name="T156" fmla="*/ 4768 h 4768"/>
              </a:gdLst>
              <a:ahLst/>
              <a:cxnLst>
                <a:cxn ang="T102">
                  <a:pos x="T0" y="T1"/>
                </a:cxn>
                <a:cxn ang="T103">
                  <a:pos x="T2" y="T3"/>
                </a:cxn>
                <a:cxn ang="T104">
                  <a:pos x="T4" y="T5"/>
                </a:cxn>
                <a:cxn ang="T105">
                  <a:pos x="T6" y="T7"/>
                </a:cxn>
                <a:cxn ang="T106">
                  <a:pos x="T8" y="T9"/>
                </a:cxn>
                <a:cxn ang="T107">
                  <a:pos x="T10" y="T11"/>
                </a:cxn>
                <a:cxn ang="T108">
                  <a:pos x="T12" y="T13"/>
                </a:cxn>
                <a:cxn ang="T109">
                  <a:pos x="T14" y="T15"/>
                </a:cxn>
                <a:cxn ang="T110">
                  <a:pos x="T16" y="T17"/>
                </a:cxn>
                <a:cxn ang="T111">
                  <a:pos x="T18" y="T19"/>
                </a:cxn>
                <a:cxn ang="T112">
                  <a:pos x="T20" y="T21"/>
                </a:cxn>
                <a:cxn ang="T113">
                  <a:pos x="T22" y="T23"/>
                </a:cxn>
                <a:cxn ang="T114">
                  <a:pos x="T24" y="T25"/>
                </a:cxn>
                <a:cxn ang="T115">
                  <a:pos x="T26" y="T27"/>
                </a:cxn>
                <a:cxn ang="T116">
                  <a:pos x="T28" y="T29"/>
                </a:cxn>
                <a:cxn ang="T117">
                  <a:pos x="T30" y="T31"/>
                </a:cxn>
                <a:cxn ang="T118">
                  <a:pos x="T32" y="T33"/>
                </a:cxn>
                <a:cxn ang="T119">
                  <a:pos x="T34" y="T35"/>
                </a:cxn>
                <a:cxn ang="T120">
                  <a:pos x="T36" y="T37"/>
                </a:cxn>
                <a:cxn ang="T121">
                  <a:pos x="T38" y="T39"/>
                </a:cxn>
                <a:cxn ang="T122">
                  <a:pos x="T40" y="T41"/>
                </a:cxn>
                <a:cxn ang="T123">
                  <a:pos x="T42" y="T43"/>
                </a:cxn>
                <a:cxn ang="T124">
                  <a:pos x="T44" y="T45"/>
                </a:cxn>
                <a:cxn ang="T125">
                  <a:pos x="T46" y="T47"/>
                </a:cxn>
                <a:cxn ang="T126">
                  <a:pos x="T48" y="T49"/>
                </a:cxn>
                <a:cxn ang="T127">
                  <a:pos x="T50" y="T51"/>
                </a:cxn>
                <a:cxn ang="T128">
                  <a:pos x="T52" y="T53"/>
                </a:cxn>
                <a:cxn ang="T129">
                  <a:pos x="T54" y="T55"/>
                </a:cxn>
                <a:cxn ang="T130">
                  <a:pos x="T56" y="T57"/>
                </a:cxn>
                <a:cxn ang="T131">
                  <a:pos x="T58" y="T59"/>
                </a:cxn>
                <a:cxn ang="T132">
                  <a:pos x="T60" y="T61"/>
                </a:cxn>
                <a:cxn ang="T133">
                  <a:pos x="T62" y="T63"/>
                </a:cxn>
                <a:cxn ang="T134">
                  <a:pos x="T64" y="T65"/>
                </a:cxn>
                <a:cxn ang="T135">
                  <a:pos x="T66" y="T67"/>
                </a:cxn>
                <a:cxn ang="T136">
                  <a:pos x="T68" y="T69"/>
                </a:cxn>
                <a:cxn ang="T137">
                  <a:pos x="T70" y="T71"/>
                </a:cxn>
                <a:cxn ang="T138">
                  <a:pos x="T72" y="T73"/>
                </a:cxn>
                <a:cxn ang="T139">
                  <a:pos x="T74" y="T75"/>
                </a:cxn>
                <a:cxn ang="T140">
                  <a:pos x="T76" y="T77"/>
                </a:cxn>
                <a:cxn ang="T141">
                  <a:pos x="T78" y="T79"/>
                </a:cxn>
                <a:cxn ang="T142">
                  <a:pos x="T80" y="T81"/>
                </a:cxn>
                <a:cxn ang="T143">
                  <a:pos x="T82" y="T83"/>
                </a:cxn>
                <a:cxn ang="T144">
                  <a:pos x="T84" y="T85"/>
                </a:cxn>
                <a:cxn ang="T145">
                  <a:pos x="T86" y="T87"/>
                </a:cxn>
                <a:cxn ang="T146">
                  <a:pos x="T88" y="T89"/>
                </a:cxn>
                <a:cxn ang="T147">
                  <a:pos x="T90" y="T91"/>
                </a:cxn>
                <a:cxn ang="T148">
                  <a:pos x="T92" y="T93"/>
                </a:cxn>
                <a:cxn ang="T149">
                  <a:pos x="T94" y="T95"/>
                </a:cxn>
                <a:cxn ang="T150">
                  <a:pos x="T96" y="T97"/>
                </a:cxn>
                <a:cxn ang="T151">
                  <a:pos x="T98" y="T99"/>
                </a:cxn>
                <a:cxn ang="T152">
                  <a:pos x="T100" y="T101"/>
                </a:cxn>
              </a:cxnLst>
              <a:rect l="T153" t="T154" r="T155" b="T156"/>
              <a:pathLst>
                <a:path w="3960" h="4768">
                  <a:moveTo>
                    <a:pt x="353" y="3849"/>
                  </a:moveTo>
                  <a:lnTo>
                    <a:pt x="1661" y="4700"/>
                  </a:lnTo>
                  <a:lnTo>
                    <a:pt x="1697" y="4717"/>
                  </a:lnTo>
                  <a:lnTo>
                    <a:pt x="1736" y="4731"/>
                  </a:lnTo>
                  <a:lnTo>
                    <a:pt x="1776" y="4742"/>
                  </a:lnTo>
                  <a:lnTo>
                    <a:pt x="1818" y="4753"/>
                  </a:lnTo>
                  <a:lnTo>
                    <a:pt x="1860" y="4760"/>
                  </a:lnTo>
                  <a:lnTo>
                    <a:pt x="1902" y="4765"/>
                  </a:lnTo>
                  <a:lnTo>
                    <a:pt x="1946" y="4768"/>
                  </a:lnTo>
                  <a:lnTo>
                    <a:pt x="1988" y="4768"/>
                  </a:lnTo>
                  <a:lnTo>
                    <a:pt x="2031" y="4767"/>
                  </a:lnTo>
                  <a:lnTo>
                    <a:pt x="2073" y="4763"/>
                  </a:lnTo>
                  <a:lnTo>
                    <a:pt x="2114" y="4758"/>
                  </a:lnTo>
                  <a:lnTo>
                    <a:pt x="2154" y="4751"/>
                  </a:lnTo>
                  <a:lnTo>
                    <a:pt x="2193" y="4740"/>
                  </a:lnTo>
                  <a:lnTo>
                    <a:pt x="2230" y="4729"/>
                  </a:lnTo>
                  <a:lnTo>
                    <a:pt x="2264" y="4715"/>
                  </a:lnTo>
                  <a:lnTo>
                    <a:pt x="2297" y="4700"/>
                  </a:lnTo>
                  <a:lnTo>
                    <a:pt x="3639" y="3825"/>
                  </a:lnTo>
                  <a:lnTo>
                    <a:pt x="3673" y="3795"/>
                  </a:lnTo>
                  <a:lnTo>
                    <a:pt x="3707" y="3761"/>
                  </a:lnTo>
                  <a:lnTo>
                    <a:pt x="3738" y="3725"/>
                  </a:lnTo>
                  <a:lnTo>
                    <a:pt x="3768" y="3685"/>
                  </a:lnTo>
                  <a:lnTo>
                    <a:pt x="3796" y="3644"/>
                  </a:lnTo>
                  <a:lnTo>
                    <a:pt x="3821" y="3599"/>
                  </a:lnTo>
                  <a:lnTo>
                    <a:pt x="3846" y="3553"/>
                  </a:lnTo>
                  <a:lnTo>
                    <a:pt x="3868" y="3505"/>
                  </a:lnTo>
                  <a:lnTo>
                    <a:pt x="3888" y="3456"/>
                  </a:lnTo>
                  <a:lnTo>
                    <a:pt x="3907" y="3406"/>
                  </a:lnTo>
                  <a:lnTo>
                    <a:pt x="3922" y="3354"/>
                  </a:lnTo>
                  <a:lnTo>
                    <a:pt x="3935" y="3303"/>
                  </a:lnTo>
                  <a:lnTo>
                    <a:pt x="3946" y="3250"/>
                  </a:lnTo>
                  <a:lnTo>
                    <a:pt x="3953" y="3197"/>
                  </a:lnTo>
                  <a:lnTo>
                    <a:pt x="3957" y="3144"/>
                  </a:lnTo>
                  <a:lnTo>
                    <a:pt x="3960" y="3092"/>
                  </a:lnTo>
                  <a:lnTo>
                    <a:pt x="3959" y="1313"/>
                  </a:lnTo>
                  <a:lnTo>
                    <a:pt x="3955" y="1271"/>
                  </a:lnTo>
                  <a:lnTo>
                    <a:pt x="3949" y="1229"/>
                  </a:lnTo>
                  <a:lnTo>
                    <a:pt x="3941" y="1189"/>
                  </a:lnTo>
                  <a:lnTo>
                    <a:pt x="3930" y="1149"/>
                  </a:lnTo>
                  <a:lnTo>
                    <a:pt x="3918" y="1111"/>
                  </a:lnTo>
                  <a:lnTo>
                    <a:pt x="3902" y="1075"/>
                  </a:lnTo>
                  <a:lnTo>
                    <a:pt x="3886" y="1040"/>
                  </a:lnTo>
                  <a:lnTo>
                    <a:pt x="3867" y="1006"/>
                  </a:lnTo>
                  <a:lnTo>
                    <a:pt x="3846" y="973"/>
                  </a:lnTo>
                  <a:lnTo>
                    <a:pt x="3823" y="942"/>
                  </a:lnTo>
                  <a:lnTo>
                    <a:pt x="3798" y="913"/>
                  </a:lnTo>
                  <a:lnTo>
                    <a:pt x="3771" y="886"/>
                  </a:lnTo>
                  <a:lnTo>
                    <a:pt x="3743" y="860"/>
                  </a:lnTo>
                  <a:lnTo>
                    <a:pt x="3714" y="837"/>
                  </a:lnTo>
                  <a:lnTo>
                    <a:pt x="3682" y="816"/>
                  </a:lnTo>
                  <a:lnTo>
                    <a:pt x="3649" y="796"/>
                  </a:lnTo>
                  <a:lnTo>
                    <a:pt x="2386" y="83"/>
                  </a:lnTo>
                  <a:lnTo>
                    <a:pt x="2350" y="65"/>
                  </a:lnTo>
                  <a:lnTo>
                    <a:pt x="2310" y="50"/>
                  </a:lnTo>
                  <a:lnTo>
                    <a:pt x="2268" y="36"/>
                  </a:lnTo>
                  <a:lnTo>
                    <a:pt x="2223" y="24"/>
                  </a:lnTo>
                  <a:lnTo>
                    <a:pt x="2178" y="15"/>
                  </a:lnTo>
                  <a:lnTo>
                    <a:pt x="2131" y="8"/>
                  </a:lnTo>
                  <a:lnTo>
                    <a:pt x="2082" y="3"/>
                  </a:lnTo>
                  <a:lnTo>
                    <a:pt x="2032" y="0"/>
                  </a:lnTo>
                  <a:lnTo>
                    <a:pt x="1982" y="1"/>
                  </a:lnTo>
                  <a:lnTo>
                    <a:pt x="1933" y="3"/>
                  </a:lnTo>
                  <a:lnTo>
                    <a:pt x="1882" y="9"/>
                  </a:lnTo>
                  <a:lnTo>
                    <a:pt x="1833" y="17"/>
                  </a:lnTo>
                  <a:lnTo>
                    <a:pt x="1785" y="29"/>
                  </a:lnTo>
                  <a:lnTo>
                    <a:pt x="1737" y="43"/>
                  </a:lnTo>
                  <a:lnTo>
                    <a:pt x="1691" y="62"/>
                  </a:lnTo>
                  <a:lnTo>
                    <a:pt x="1647" y="83"/>
                  </a:lnTo>
                  <a:lnTo>
                    <a:pt x="311" y="782"/>
                  </a:lnTo>
                  <a:lnTo>
                    <a:pt x="276" y="803"/>
                  </a:lnTo>
                  <a:lnTo>
                    <a:pt x="243" y="826"/>
                  </a:lnTo>
                  <a:lnTo>
                    <a:pt x="213" y="852"/>
                  </a:lnTo>
                  <a:lnTo>
                    <a:pt x="184" y="879"/>
                  </a:lnTo>
                  <a:lnTo>
                    <a:pt x="155" y="908"/>
                  </a:lnTo>
                  <a:lnTo>
                    <a:pt x="131" y="939"/>
                  </a:lnTo>
                  <a:lnTo>
                    <a:pt x="107" y="971"/>
                  </a:lnTo>
                  <a:lnTo>
                    <a:pt x="86" y="1005"/>
                  </a:lnTo>
                  <a:lnTo>
                    <a:pt x="68" y="1040"/>
                  </a:lnTo>
                  <a:lnTo>
                    <a:pt x="50" y="1076"/>
                  </a:lnTo>
                  <a:lnTo>
                    <a:pt x="36" y="1115"/>
                  </a:lnTo>
                  <a:lnTo>
                    <a:pt x="23" y="1153"/>
                  </a:lnTo>
                  <a:lnTo>
                    <a:pt x="14" y="1195"/>
                  </a:lnTo>
                  <a:lnTo>
                    <a:pt x="7" y="1236"/>
                  </a:lnTo>
                  <a:lnTo>
                    <a:pt x="2" y="1279"/>
                  </a:lnTo>
                  <a:lnTo>
                    <a:pt x="0" y="1322"/>
                  </a:lnTo>
                  <a:lnTo>
                    <a:pt x="0" y="3093"/>
                  </a:lnTo>
                  <a:lnTo>
                    <a:pt x="2" y="3147"/>
                  </a:lnTo>
                  <a:lnTo>
                    <a:pt x="7" y="3202"/>
                  </a:lnTo>
                  <a:lnTo>
                    <a:pt x="15" y="3257"/>
                  </a:lnTo>
                  <a:lnTo>
                    <a:pt x="27" y="3312"/>
                  </a:lnTo>
                  <a:lnTo>
                    <a:pt x="42" y="3366"/>
                  </a:lnTo>
                  <a:lnTo>
                    <a:pt x="59" y="3420"/>
                  </a:lnTo>
                  <a:lnTo>
                    <a:pt x="79" y="3474"/>
                  </a:lnTo>
                  <a:lnTo>
                    <a:pt x="102" y="3525"/>
                  </a:lnTo>
                  <a:lnTo>
                    <a:pt x="127" y="3576"/>
                  </a:lnTo>
                  <a:lnTo>
                    <a:pt x="154" y="3624"/>
                  </a:lnTo>
                  <a:lnTo>
                    <a:pt x="184" y="3670"/>
                  </a:lnTo>
                  <a:lnTo>
                    <a:pt x="214" y="3712"/>
                  </a:lnTo>
                  <a:lnTo>
                    <a:pt x="247" y="3752"/>
                  </a:lnTo>
                  <a:lnTo>
                    <a:pt x="281" y="3788"/>
                  </a:lnTo>
                  <a:lnTo>
                    <a:pt x="317" y="3821"/>
                  </a:lnTo>
                  <a:lnTo>
                    <a:pt x="353" y="384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83987" name="Freeform 33"/>
            <p:cNvSpPr>
              <a:spLocks/>
            </p:cNvSpPr>
            <p:nvPr/>
          </p:nvSpPr>
          <p:spPr bwMode="auto">
            <a:xfrm>
              <a:off x="943" y="2210"/>
              <a:ext cx="276" cy="187"/>
            </a:xfrm>
            <a:custGeom>
              <a:avLst/>
              <a:gdLst>
                <a:gd name="T0" fmla="*/ 11 w 1380"/>
                <a:gd name="T1" fmla="*/ 7 h 937"/>
                <a:gd name="T2" fmla="*/ 11 w 1380"/>
                <a:gd name="T3" fmla="*/ 7 h 937"/>
                <a:gd name="T4" fmla="*/ 0 w 1380"/>
                <a:gd name="T5" fmla="*/ 0 h 937"/>
                <a:gd name="T6" fmla="*/ 0 w 1380"/>
                <a:gd name="T7" fmla="*/ 1 h 937"/>
                <a:gd name="T8" fmla="*/ 10 w 1380"/>
                <a:gd name="T9" fmla="*/ 7 h 937"/>
                <a:gd name="T10" fmla="*/ 10 w 1380"/>
                <a:gd name="T11" fmla="*/ 7 h 937"/>
                <a:gd name="T12" fmla="*/ 10 w 1380"/>
                <a:gd name="T13" fmla="*/ 7 h 937"/>
                <a:gd name="T14" fmla="*/ 11 w 1380"/>
                <a:gd name="T15" fmla="*/ 7 h 937"/>
                <a:gd name="T16" fmla="*/ 11 w 1380"/>
                <a:gd name="T17" fmla="*/ 7 h 937"/>
                <a:gd name="T18" fmla="*/ 11 w 1380"/>
                <a:gd name="T19" fmla="*/ 7 h 937"/>
                <a:gd name="T20" fmla="*/ 11 w 1380"/>
                <a:gd name="T21" fmla="*/ 7 h 937"/>
                <a:gd name="T22" fmla="*/ 11 w 1380"/>
                <a:gd name="T23" fmla="*/ 7 h 937"/>
                <a:gd name="T24" fmla="*/ 11 w 1380"/>
                <a:gd name="T25" fmla="*/ 7 h 937"/>
                <a:gd name="T26" fmla="*/ 11 w 1380"/>
                <a:gd name="T27" fmla="*/ 7 h 937"/>
                <a:gd name="T28" fmla="*/ 11 w 1380"/>
                <a:gd name="T29" fmla="*/ 7 h 937"/>
                <a:gd name="T30" fmla="*/ 11 w 1380"/>
                <a:gd name="T31" fmla="*/ 7 h 93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80"/>
                <a:gd name="T49" fmla="*/ 0 h 937"/>
                <a:gd name="T50" fmla="*/ 1380 w 1380"/>
                <a:gd name="T51" fmla="*/ 937 h 93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80" h="937">
                  <a:moveTo>
                    <a:pt x="1354" y="848"/>
                  </a:moveTo>
                  <a:lnTo>
                    <a:pt x="1359" y="851"/>
                  </a:lnTo>
                  <a:lnTo>
                    <a:pt x="51" y="0"/>
                  </a:lnTo>
                  <a:lnTo>
                    <a:pt x="0" y="78"/>
                  </a:lnTo>
                  <a:lnTo>
                    <a:pt x="1307" y="929"/>
                  </a:lnTo>
                  <a:lnTo>
                    <a:pt x="1312" y="932"/>
                  </a:lnTo>
                  <a:lnTo>
                    <a:pt x="1307" y="929"/>
                  </a:lnTo>
                  <a:lnTo>
                    <a:pt x="1326" y="937"/>
                  </a:lnTo>
                  <a:lnTo>
                    <a:pt x="1345" y="936"/>
                  </a:lnTo>
                  <a:lnTo>
                    <a:pt x="1360" y="929"/>
                  </a:lnTo>
                  <a:lnTo>
                    <a:pt x="1372" y="916"/>
                  </a:lnTo>
                  <a:lnTo>
                    <a:pt x="1379" y="899"/>
                  </a:lnTo>
                  <a:lnTo>
                    <a:pt x="1380" y="883"/>
                  </a:lnTo>
                  <a:lnTo>
                    <a:pt x="1374" y="865"/>
                  </a:lnTo>
                  <a:lnTo>
                    <a:pt x="1359" y="851"/>
                  </a:lnTo>
                  <a:lnTo>
                    <a:pt x="1354" y="84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83988" name="Freeform 34"/>
            <p:cNvSpPr>
              <a:spLocks/>
            </p:cNvSpPr>
            <p:nvPr/>
          </p:nvSpPr>
          <p:spPr bwMode="auto">
            <a:xfrm>
              <a:off x="1206" y="2379"/>
              <a:ext cx="140" cy="32"/>
            </a:xfrm>
            <a:custGeom>
              <a:avLst/>
              <a:gdLst>
                <a:gd name="T0" fmla="*/ 5 w 703"/>
                <a:gd name="T1" fmla="*/ 0 h 162"/>
                <a:gd name="T2" fmla="*/ 5 w 703"/>
                <a:gd name="T3" fmla="*/ 0 h 162"/>
                <a:gd name="T4" fmla="*/ 5 w 703"/>
                <a:gd name="T5" fmla="*/ 0 h 162"/>
                <a:gd name="T6" fmla="*/ 5 w 703"/>
                <a:gd name="T7" fmla="*/ 0 h 162"/>
                <a:gd name="T8" fmla="*/ 4 w 703"/>
                <a:gd name="T9" fmla="*/ 0 h 162"/>
                <a:gd name="T10" fmla="*/ 4 w 703"/>
                <a:gd name="T11" fmla="*/ 0 h 162"/>
                <a:gd name="T12" fmla="*/ 4 w 703"/>
                <a:gd name="T13" fmla="*/ 0 h 162"/>
                <a:gd name="T14" fmla="*/ 3 w 703"/>
                <a:gd name="T15" fmla="*/ 1 h 162"/>
                <a:gd name="T16" fmla="*/ 3 w 703"/>
                <a:gd name="T17" fmla="*/ 1 h 162"/>
                <a:gd name="T18" fmla="*/ 3 w 703"/>
                <a:gd name="T19" fmla="*/ 1 h 162"/>
                <a:gd name="T20" fmla="*/ 2 w 703"/>
                <a:gd name="T21" fmla="*/ 1 h 162"/>
                <a:gd name="T22" fmla="*/ 2 w 703"/>
                <a:gd name="T23" fmla="*/ 1 h 162"/>
                <a:gd name="T24" fmla="*/ 2 w 703"/>
                <a:gd name="T25" fmla="*/ 0 h 162"/>
                <a:gd name="T26" fmla="*/ 1 w 703"/>
                <a:gd name="T27" fmla="*/ 0 h 162"/>
                <a:gd name="T28" fmla="*/ 1 w 703"/>
                <a:gd name="T29" fmla="*/ 0 h 162"/>
                <a:gd name="T30" fmla="*/ 1 w 703"/>
                <a:gd name="T31" fmla="*/ 0 h 162"/>
                <a:gd name="T32" fmla="*/ 1 w 703"/>
                <a:gd name="T33" fmla="*/ 0 h 162"/>
                <a:gd name="T34" fmla="*/ 0 w 703"/>
                <a:gd name="T35" fmla="*/ 0 h 162"/>
                <a:gd name="T36" fmla="*/ 0 w 703"/>
                <a:gd name="T37" fmla="*/ 1 h 162"/>
                <a:gd name="T38" fmla="*/ 0 w 703"/>
                <a:gd name="T39" fmla="*/ 1 h 162"/>
                <a:gd name="T40" fmla="*/ 1 w 703"/>
                <a:gd name="T41" fmla="*/ 1 h 162"/>
                <a:gd name="T42" fmla="*/ 1 w 703"/>
                <a:gd name="T43" fmla="*/ 1 h 162"/>
                <a:gd name="T44" fmla="*/ 1 w 703"/>
                <a:gd name="T45" fmla="*/ 1 h 162"/>
                <a:gd name="T46" fmla="*/ 2 w 703"/>
                <a:gd name="T47" fmla="*/ 1 h 162"/>
                <a:gd name="T48" fmla="*/ 2 w 703"/>
                <a:gd name="T49" fmla="*/ 1 h 162"/>
                <a:gd name="T50" fmla="*/ 2 w 703"/>
                <a:gd name="T51" fmla="*/ 1 h 162"/>
                <a:gd name="T52" fmla="*/ 3 w 703"/>
                <a:gd name="T53" fmla="*/ 1 h 162"/>
                <a:gd name="T54" fmla="*/ 3 w 703"/>
                <a:gd name="T55" fmla="*/ 1 h 162"/>
                <a:gd name="T56" fmla="*/ 3 w 703"/>
                <a:gd name="T57" fmla="*/ 1 h 162"/>
                <a:gd name="T58" fmla="*/ 4 w 703"/>
                <a:gd name="T59" fmla="*/ 1 h 162"/>
                <a:gd name="T60" fmla="*/ 4 w 703"/>
                <a:gd name="T61" fmla="*/ 1 h 162"/>
                <a:gd name="T62" fmla="*/ 5 w 703"/>
                <a:gd name="T63" fmla="*/ 1 h 162"/>
                <a:gd name="T64" fmla="*/ 5 w 703"/>
                <a:gd name="T65" fmla="*/ 1 h 162"/>
                <a:gd name="T66" fmla="*/ 5 w 703"/>
                <a:gd name="T67" fmla="*/ 1 h 162"/>
                <a:gd name="T68" fmla="*/ 5 w 703"/>
                <a:gd name="T69" fmla="*/ 1 h 162"/>
                <a:gd name="T70" fmla="*/ 5 w 703"/>
                <a:gd name="T71" fmla="*/ 1 h 162"/>
                <a:gd name="T72" fmla="*/ 5 w 703"/>
                <a:gd name="T73" fmla="*/ 1 h 162"/>
                <a:gd name="T74" fmla="*/ 5 w 703"/>
                <a:gd name="T75" fmla="*/ 1 h 162"/>
                <a:gd name="T76" fmla="*/ 6 w 703"/>
                <a:gd name="T77" fmla="*/ 0 h 162"/>
                <a:gd name="T78" fmla="*/ 6 w 703"/>
                <a:gd name="T79" fmla="*/ 0 h 162"/>
                <a:gd name="T80" fmla="*/ 6 w 703"/>
                <a:gd name="T81" fmla="*/ 0 h 162"/>
                <a:gd name="T82" fmla="*/ 5 w 703"/>
                <a:gd name="T83" fmla="*/ 0 h 162"/>
                <a:gd name="T84" fmla="*/ 5 w 703"/>
                <a:gd name="T85" fmla="*/ 0 h 162"/>
                <a:gd name="T86" fmla="*/ 5 w 703"/>
                <a:gd name="T87" fmla="*/ 0 h 162"/>
                <a:gd name="T88" fmla="*/ 5 w 703"/>
                <a:gd name="T89" fmla="*/ 0 h 162"/>
                <a:gd name="T90" fmla="*/ 5 w 703"/>
                <a:gd name="T91" fmla="*/ 0 h 162"/>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703"/>
                <a:gd name="T139" fmla="*/ 0 h 162"/>
                <a:gd name="T140" fmla="*/ 703 w 703"/>
                <a:gd name="T141" fmla="*/ 162 h 162"/>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703" h="162">
                  <a:moveTo>
                    <a:pt x="631" y="8"/>
                  </a:moveTo>
                  <a:lnTo>
                    <a:pt x="636" y="6"/>
                  </a:lnTo>
                  <a:lnTo>
                    <a:pt x="606" y="20"/>
                  </a:lnTo>
                  <a:lnTo>
                    <a:pt x="575" y="32"/>
                  </a:lnTo>
                  <a:lnTo>
                    <a:pt x="540" y="42"/>
                  </a:lnTo>
                  <a:lnTo>
                    <a:pt x="504" y="52"/>
                  </a:lnTo>
                  <a:lnTo>
                    <a:pt x="467" y="59"/>
                  </a:lnTo>
                  <a:lnTo>
                    <a:pt x="428" y="64"/>
                  </a:lnTo>
                  <a:lnTo>
                    <a:pt x="389" y="67"/>
                  </a:lnTo>
                  <a:lnTo>
                    <a:pt x="348" y="68"/>
                  </a:lnTo>
                  <a:lnTo>
                    <a:pt x="308" y="68"/>
                  </a:lnTo>
                  <a:lnTo>
                    <a:pt x="267" y="65"/>
                  </a:lnTo>
                  <a:lnTo>
                    <a:pt x="226" y="61"/>
                  </a:lnTo>
                  <a:lnTo>
                    <a:pt x="187" y="54"/>
                  </a:lnTo>
                  <a:lnTo>
                    <a:pt x="148" y="44"/>
                  </a:lnTo>
                  <a:lnTo>
                    <a:pt x="110" y="33"/>
                  </a:lnTo>
                  <a:lnTo>
                    <a:pt x="75" y="20"/>
                  </a:lnTo>
                  <a:lnTo>
                    <a:pt x="42" y="5"/>
                  </a:lnTo>
                  <a:lnTo>
                    <a:pt x="0" y="89"/>
                  </a:lnTo>
                  <a:lnTo>
                    <a:pt x="40" y="107"/>
                  </a:lnTo>
                  <a:lnTo>
                    <a:pt x="82" y="122"/>
                  </a:lnTo>
                  <a:lnTo>
                    <a:pt x="124" y="135"/>
                  </a:lnTo>
                  <a:lnTo>
                    <a:pt x="169" y="146"/>
                  </a:lnTo>
                  <a:lnTo>
                    <a:pt x="214" y="153"/>
                  </a:lnTo>
                  <a:lnTo>
                    <a:pt x="258" y="158"/>
                  </a:lnTo>
                  <a:lnTo>
                    <a:pt x="303" y="162"/>
                  </a:lnTo>
                  <a:lnTo>
                    <a:pt x="348" y="162"/>
                  </a:lnTo>
                  <a:lnTo>
                    <a:pt x="394" y="161"/>
                  </a:lnTo>
                  <a:lnTo>
                    <a:pt x="439" y="157"/>
                  </a:lnTo>
                  <a:lnTo>
                    <a:pt x="481" y="150"/>
                  </a:lnTo>
                  <a:lnTo>
                    <a:pt x="525" y="143"/>
                  </a:lnTo>
                  <a:lnTo>
                    <a:pt x="566" y="132"/>
                  </a:lnTo>
                  <a:lnTo>
                    <a:pt x="606" y="121"/>
                  </a:lnTo>
                  <a:lnTo>
                    <a:pt x="643" y="105"/>
                  </a:lnTo>
                  <a:lnTo>
                    <a:pt x="678" y="88"/>
                  </a:lnTo>
                  <a:lnTo>
                    <a:pt x="683" y="86"/>
                  </a:lnTo>
                  <a:lnTo>
                    <a:pt x="678" y="88"/>
                  </a:lnTo>
                  <a:lnTo>
                    <a:pt x="695" y="75"/>
                  </a:lnTo>
                  <a:lnTo>
                    <a:pt x="702" y="60"/>
                  </a:lnTo>
                  <a:lnTo>
                    <a:pt x="703" y="42"/>
                  </a:lnTo>
                  <a:lnTo>
                    <a:pt x="698" y="26"/>
                  </a:lnTo>
                  <a:lnTo>
                    <a:pt x="688" y="12"/>
                  </a:lnTo>
                  <a:lnTo>
                    <a:pt x="674" y="3"/>
                  </a:lnTo>
                  <a:lnTo>
                    <a:pt x="656" y="0"/>
                  </a:lnTo>
                  <a:lnTo>
                    <a:pt x="636" y="6"/>
                  </a:lnTo>
                  <a:lnTo>
                    <a:pt x="631"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83989" name="Freeform 35"/>
            <p:cNvSpPr>
              <a:spLocks/>
            </p:cNvSpPr>
            <p:nvPr/>
          </p:nvSpPr>
          <p:spPr bwMode="auto">
            <a:xfrm>
              <a:off x="1332" y="2204"/>
              <a:ext cx="283" cy="192"/>
            </a:xfrm>
            <a:custGeom>
              <a:avLst/>
              <a:gdLst>
                <a:gd name="T0" fmla="*/ 11 w 1415"/>
                <a:gd name="T1" fmla="*/ 0 h 960"/>
                <a:gd name="T2" fmla="*/ 11 w 1415"/>
                <a:gd name="T3" fmla="*/ 0 h 960"/>
                <a:gd name="T4" fmla="*/ 0 w 1415"/>
                <a:gd name="T5" fmla="*/ 7 h 960"/>
                <a:gd name="T6" fmla="*/ 0 w 1415"/>
                <a:gd name="T7" fmla="*/ 8 h 960"/>
                <a:gd name="T8" fmla="*/ 11 w 1415"/>
                <a:gd name="T9" fmla="*/ 1 h 960"/>
                <a:gd name="T10" fmla="*/ 11 w 1415"/>
                <a:gd name="T11" fmla="*/ 1 h 960"/>
                <a:gd name="T12" fmla="*/ 11 w 1415"/>
                <a:gd name="T13" fmla="*/ 1 h 960"/>
                <a:gd name="T14" fmla="*/ 11 w 1415"/>
                <a:gd name="T15" fmla="*/ 1 h 960"/>
                <a:gd name="T16" fmla="*/ 11 w 1415"/>
                <a:gd name="T17" fmla="*/ 0 h 960"/>
                <a:gd name="T18" fmla="*/ 11 w 1415"/>
                <a:gd name="T19" fmla="*/ 0 h 960"/>
                <a:gd name="T20" fmla="*/ 11 w 1415"/>
                <a:gd name="T21" fmla="*/ 0 h 960"/>
                <a:gd name="T22" fmla="*/ 11 w 1415"/>
                <a:gd name="T23" fmla="*/ 0 h 960"/>
                <a:gd name="T24" fmla="*/ 11 w 1415"/>
                <a:gd name="T25" fmla="*/ 0 h 960"/>
                <a:gd name="T26" fmla="*/ 11 w 1415"/>
                <a:gd name="T27" fmla="*/ 0 h 960"/>
                <a:gd name="T28" fmla="*/ 11 w 1415"/>
                <a:gd name="T29" fmla="*/ 0 h 960"/>
                <a:gd name="T30" fmla="*/ 11 w 1415"/>
                <a:gd name="T31" fmla="*/ 0 h 96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15"/>
                <a:gd name="T49" fmla="*/ 0 h 960"/>
                <a:gd name="T50" fmla="*/ 1415 w 1415"/>
                <a:gd name="T51" fmla="*/ 960 h 96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15" h="960">
                  <a:moveTo>
                    <a:pt x="1338" y="10"/>
                  </a:moveTo>
                  <a:lnTo>
                    <a:pt x="1342" y="8"/>
                  </a:lnTo>
                  <a:lnTo>
                    <a:pt x="0" y="882"/>
                  </a:lnTo>
                  <a:lnTo>
                    <a:pt x="52" y="960"/>
                  </a:lnTo>
                  <a:lnTo>
                    <a:pt x="1393" y="85"/>
                  </a:lnTo>
                  <a:lnTo>
                    <a:pt x="1397" y="83"/>
                  </a:lnTo>
                  <a:lnTo>
                    <a:pt x="1393" y="85"/>
                  </a:lnTo>
                  <a:lnTo>
                    <a:pt x="1409" y="71"/>
                  </a:lnTo>
                  <a:lnTo>
                    <a:pt x="1415" y="53"/>
                  </a:lnTo>
                  <a:lnTo>
                    <a:pt x="1413" y="37"/>
                  </a:lnTo>
                  <a:lnTo>
                    <a:pt x="1406" y="21"/>
                  </a:lnTo>
                  <a:lnTo>
                    <a:pt x="1395" y="8"/>
                  </a:lnTo>
                  <a:lnTo>
                    <a:pt x="1379" y="1"/>
                  </a:lnTo>
                  <a:lnTo>
                    <a:pt x="1361" y="0"/>
                  </a:lnTo>
                  <a:lnTo>
                    <a:pt x="1342" y="8"/>
                  </a:lnTo>
                  <a:lnTo>
                    <a:pt x="1338" y="1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83990" name="Freeform 36"/>
            <p:cNvSpPr>
              <a:spLocks/>
            </p:cNvSpPr>
            <p:nvPr/>
          </p:nvSpPr>
          <p:spPr bwMode="auto">
            <a:xfrm>
              <a:off x="1599" y="2057"/>
              <a:ext cx="80" cy="163"/>
            </a:xfrm>
            <a:custGeom>
              <a:avLst/>
              <a:gdLst>
                <a:gd name="T0" fmla="*/ 2 w 398"/>
                <a:gd name="T1" fmla="*/ 0 h 817"/>
                <a:gd name="T2" fmla="*/ 2 w 398"/>
                <a:gd name="T3" fmla="*/ 0 h 817"/>
                <a:gd name="T4" fmla="*/ 2 w 398"/>
                <a:gd name="T5" fmla="*/ 1 h 817"/>
                <a:gd name="T6" fmla="*/ 2 w 398"/>
                <a:gd name="T7" fmla="*/ 1 h 817"/>
                <a:gd name="T8" fmla="*/ 2 w 398"/>
                <a:gd name="T9" fmla="*/ 2 h 817"/>
                <a:gd name="T10" fmla="*/ 2 w 398"/>
                <a:gd name="T11" fmla="*/ 2 h 817"/>
                <a:gd name="T12" fmla="*/ 2 w 398"/>
                <a:gd name="T13" fmla="*/ 2 h 817"/>
                <a:gd name="T14" fmla="*/ 2 w 398"/>
                <a:gd name="T15" fmla="*/ 3 h 817"/>
                <a:gd name="T16" fmla="*/ 2 w 398"/>
                <a:gd name="T17" fmla="*/ 3 h 817"/>
                <a:gd name="T18" fmla="*/ 2 w 398"/>
                <a:gd name="T19" fmla="*/ 4 h 817"/>
                <a:gd name="T20" fmla="*/ 2 w 398"/>
                <a:gd name="T21" fmla="*/ 4 h 817"/>
                <a:gd name="T22" fmla="*/ 1 w 398"/>
                <a:gd name="T23" fmla="*/ 4 h 817"/>
                <a:gd name="T24" fmla="*/ 1 w 398"/>
                <a:gd name="T25" fmla="*/ 5 h 817"/>
                <a:gd name="T26" fmla="*/ 1 w 398"/>
                <a:gd name="T27" fmla="*/ 5 h 817"/>
                <a:gd name="T28" fmla="*/ 1 w 398"/>
                <a:gd name="T29" fmla="*/ 5 h 817"/>
                <a:gd name="T30" fmla="*/ 1 w 398"/>
                <a:gd name="T31" fmla="*/ 5 h 817"/>
                <a:gd name="T32" fmla="*/ 0 w 398"/>
                <a:gd name="T33" fmla="*/ 6 h 817"/>
                <a:gd name="T34" fmla="*/ 0 w 398"/>
                <a:gd name="T35" fmla="*/ 6 h 817"/>
                <a:gd name="T36" fmla="*/ 0 w 398"/>
                <a:gd name="T37" fmla="*/ 7 h 817"/>
                <a:gd name="T38" fmla="*/ 1 w 398"/>
                <a:gd name="T39" fmla="*/ 6 h 817"/>
                <a:gd name="T40" fmla="*/ 1 w 398"/>
                <a:gd name="T41" fmla="*/ 6 h 817"/>
                <a:gd name="T42" fmla="*/ 1 w 398"/>
                <a:gd name="T43" fmla="*/ 6 h 817"/>
                <a:gd name="T44" fmla="*/ 2 w 398"/>
                <a:gd name="T45" fmla="*/ 5 h 817"/>
                <a:gd name="T46" fmla="*/ 2 w 398"/>
                <a:gd name="T47" fmla="*/ 5 h 817"/>
                <a:gd name="T48" fmla="*/ 2 w 398"/>
                <a:gd name="T49" fmla="*/ 5 h 817"/>
                <a:gd name="T50" fmla="*/ 2 w 398"/>
                <a:gd name="T51" fmla="*/ 4 h 817"/>
                <a:gd name="T52" fmla="*/ 2 w 398"/>
                <a:gd name="T53" fmla="*/ 4 h 817"/>
                <a:gd name="T54" fmla="*/ 3 w 398"/>
                <a:gd name="T55" fmla="*/ 3 h 817"/>
                <a:gd name="T56" fmla="*/ 3 w 398"/>
                <a:gd name="T57" fmla="*/ 3 h 817"/>
                <a:gd name="T58" fmla="*/ 3 w 398"/>
                <a:gd name="T59" fmla="*/ 3 h 817"/>
                <a:gd name="T60" fmla="*/ 3 w 398"/>
                <a:gd name="T61" fmla="*/ 2 h 817"/>
                <a:gd name="T62" fmla="*/ 3 w 398"/>
                <a:gd name="T63" fmla="*/ 2 h 817"/>
                <a:gd name="T64" fmla="*/ 3 w 398"/>
                <a:gd name="T65" fmla="*/ 1 h 817"/>
                <a:gd name="T66" fmla="*/ 3 w 398"/>
                <a:gd name="T67" fmla="*/ 1 h 817"/>
                <a:gd name="T68" fmla="*/ 3 w 398"/>
                <a:gd name="T69" fmla="*/ 0 h 817"/>
                <a:gd name="T70" fmla="*/ 3 w 398"/>
                <a:gd name="T71" fmla="*/ 0 h 817"/>
                <a:gd name="T72" fmla="*/ 3 w 398"/>
                <a:gd name="T73" fmla="*/ 0 h 817"/>
                <a:gd name="T74" fmla="*/ 3 w 398"/>
                <a:gd name="T75" fmla="*/ 0 h 817"/>
                <a:gd name="T76" fmla="*/ 3 w 398"/>
                <a:gd name="T77" fmla="*/ 0 h 817"/>
                <a:gd name="T78" fmla="*/ 3 w 398"/>
                <a:gd name="T79" fmla="*/ 0 h 817"/>
                <a:gd name="T80" fmla="*/ 3 w 398"/>
                <a:gd name="T81" fmla="*/ 0 h 817"/>
                <a:gd name="T82" fmla="*/ 3 w 398"/>
                <a:gd name="T83" fmla="*/ 0 h 817"/>
                <a:gd name="T84" fmla="*/ 3 w 398"/>
                <a:gd name="T85" fmla="*/ 0 h 817"/>
                <a:gd name="T86" fmla="*/ 2 w 398"/>
                <a:gd name="T87" fmla="*/ 0 h 817"/>
                <a:gd name="T88" fmla="*/ 2 w 398"/>
                <a:gd name="T89" fmla="*/ 0 h 817"/>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398"/>
                <a:gd name="T136" fmla="*/ 0 h 817"/>
                <a:gd name="T137" fmla="*/ 398 w 398"/>
                <a:gd name="T138" fmla="*/ 817 h 817"/>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398" h="817">
                  <a:moveTo>
                    <a:pt x="304" y="47"/>
                  </a:moveTo>
                  <a:lnTo>
                    <a:pt x="304" y="47"/>
                  </a:lnTo>
                  <a:lnTo>
                    <a:pt x="301" y="97"/>
                  </a:lnTo>
                  <a:lnTo>
                    <a:pt x="297" y="147"/>
                  </a:lnTo>
                  <a:lnTo>
                    <a:pt x="291" y="198"/>
                  </a:lnTo>
                  <a:lnTo>
                    <a:pt x="280" y="247"/>
                  </a:lnTo>
                  <a:lnTo>
                    <a:pt x="268" y="297"/>
                  </a:lnTo>
                  <a:lnTo>
                    <a:pt x="253" y="347"/>
                  </a:lnTo>
                  <a:lnTo>
                    <a:pt x="236" y="395"/>
                  </a:lnTo>
                  <a:lnTo>
                    <a:pt x="217" y="442"/>
                  </a:lnTo>
                  <a:lnTo>
                    <a:pt x="195" y="487"/>
                  </a:lnTo>
                  <a:lnTo>
                    <a:pt x="171" y="532"/>
                  </a:lnTo>
                  <a:lnTo>
                    <a:pt x="147" y="574"/>
                  </a:lnTo>
                  <a:lnTo>
                    <a:pt x="121" y="613"/>
                  </a:lnTo>
                  <a:lnTo>
                    <a:pt x="93" y="650"/>
                  </a:lnTo>
                  <a:lnTo>
                    <a:pt x="64" y="684"/>
                  </a:lnTo>
                  <a:lnTo>
                    <a:pt x="32" y="716"/>
                  </a:lnTo>
                  <a:lnTo>
                    <a:pt x="0" y="744"/>
                  </a:lnTo>
                  <a:lnTo>
                    <a:pt x="59" y="817"/>
                  </a:lnTo>
                  <a:lnTo>
                    <a:pt x="95" y="784"/>
                  </a:lnTo>
                  <a:lnTo>
                    <a:pt x="132" y="748"/>
                  </a:lnTo>
                  <a:lnTo>
                    <a:pt x="166" y="709"/>
                  </a:lnTo>
                  <a:lnTo>
                    <a:pt x="196" y="667"/>
                  </a:lnTo>
                  <a:lnTo>
                    <a:pt x="227" y="623"/>
                  </a:lnTo>
                  <a:lnTo>
                    <a:pt x="253" y="576"/>
                  </a:lnTo>
                  <a:lnTo>
                    <a:pt x="279" y="530"/>
                  </a:lnTo>
                  <a:lnTo>
                    <a:pt x="301" y="479"/>
                  </a:lnTo>
                  <a:lnTo>
                    <a:pt x="323" y="428"/>
                  </a:lnTo>
                  <a:lnTo>
                    <a:pt x="342" y="375"/>
                  </a:lnTo>
                  <a:lnTo>
                    <a:pt x="359" y="321"/>
                  </a:lnTo>
                  <a:lnTo>
                    <a:pt x="372" y="268"/>
                  </a:lnTo>
                  <a:lnTo>
                    <a:pt x="382" y="212"/>
                  </a:lnTo>
                  <a:lnTo>
                    <a:pt x="391" y="157"/>
                  </a:lnTo>
                  <a:lnTo>
                    <a:pt x="395" y="102"/>
                  </a:lnTo>
                  <a:lnTo>
                    <a:pt x="398" y="47"/>
                  </a:lnTo>
                  <a:lnTo>
                    <a:pt x="394" y="27"/>
                  </a:lnTo>
                  <a:lnTo>
                    <a:pt x="383" y="11"/>
                  </a:lnTo>
                  <a:lnTo>
                    <a:pt x="368" y="3"/>
                  </a:lnTo>
                  <a:lnTo>
                    <a:pt x="351" y="0"/>
                  </a:lnTo>
                  <a:lnTo>
                    <a:pt x="333" y="3"/>
                  </a:lnTo>
                  <a:lnTo>
                    <a:pt x="319" y="11"/>
                  </a:lnTo>
                  <a:lnTo>
                    <a:pt x="307" y="27"/>
                  </a:lnTo>
                  <a:lnTo>
                    <a:pt x="304" y="4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83991" name="Freeform 37"/>
            <p:cNvSpPr>
              <a:spLocks/>
            </p:cNvSpPr>
            <p:nvPr/>
          </p:nvSpPr>
          <p:spPr bwMode="auto">
            <a:xfrm>
              <a:off x="1660" y="1701"/>
              <a:ext cx="19" cy="365"/>
            </a:xfrm>
            <a:custGeom>
              <a:avLst/>
              <a:gdLst>
                <a:gd name="T0" fmla="*/ 0 w 95"/>
                <a:gd name="T1" fmla="*/ 0 h 1826"/>
                <a:gd name="T2" fmla="*/ 0 w 95"/>
                <a:gd name="T3" fmla="*/ 0 h 1826"/>
                <a:gd name="T4" fmla="*/ 0 w 95"/>
                <a:gd name="T5" fmla="*/ 15 h 1826"/>
                <a:gd name="T6" fmla="*/ 1 w 95"/>
                <a:gd name="T7" fmla="*/ 15 h 1826"/>
                <a:gd name="T8" fmla="*/ 1 w 95"/>
                <a:gd name="T9" fmla="*/ 0 h 1826"/>
                <a:gd name="T10" fmla="*/ 1 w 95"/>
                <a:gd name="T11" fmla="*/ 0 h 1826"/>
                <a:gd name="T12" fmla="*/ 1 w 95"/>
                <a:gd name="T13" fmla="*/ 0 h 1826"/>
                <a:gd name="T14" fmla="*/ 1 w 95"/>
                <a:gd name="T15" fmla="*/ 0 h 1826"/>
                <a:gd name="T16" fmla="*/ 1 w 95"/>
                <a:gd name="T17" fmla="*/ 0 h 1826"/>
                <a:gd name="T18" fmla="*/ 1 w 95"/>
                <a:gd name="T19" fmla="*/ 0 h 1826"/>
                <a:gd name="T20" fmla="*/ 0 w 95"/>
                <a:gd name="T21" fmla="*/ 0 h 1826"/>
                <a:gd name="T22" fmla="*/ 0 w 95"/>
                <a:gd name="T23" fmla="*/ 0 h 1826"/>
                <a:gd name="T24" fmla="*/ 0 w 95"/>
                <a:gd name="T25" fmla="*/ 0 h 1826"/>
                <a:gd name="T26" fmla="*/ 0 w 95"/>
                <a:gd name="T27" fmla="*/ 0 h 1826"/>
                <a:gd name="T28" fmla="*/ 0 w 95"/>
                <a:gd name="T29" fmla="*/ 0 h 1826"/>
                <a:gd name="T30" fmla="*/ 0 w 95"/>
                <a:gd name="T31" fmla="*/ 0 h 182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95"/>
                <a:gd name="T49" fmla="*/ 0 h 1826"/>
                <a:gd name="T50" fmla="*/ 95 w 95"/>
                <a:gd name="T51" fmla="*/ 1826 h 182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95" h="1826">
                  <a:moveTo>
                    <a:pt x="0" y="49"/>
                  </a:moveTo>
                  <a:lnTo>
                    <a:pt x="0" y="47"/>
                  </a:lnTo>
                  <a:lnTo>
                    <a:pt x="1" y="1826"/>
                  </a:lnTo>
                  <a:lnTo>
                    <a:pt x="95" y="1826"/>
                  </a:lnTo>
                  <a:lnTo>
                    <a:pt x="93" y="47"/>
                  </a:lnTo>
                  <a:lnTo>
                    <a:pt x="93" y="45"/>
                  </a:lnTo>
                  <a:lnTo>
                    <a:pt x="93" y="47"/>
                  </a:lnTo>
                  <a:lnTo>
                    <a:pt x="90" y="27"/>
                  </a:lnTo>
                  <a:lnTo>
                    <a:pt x="79" y="12"/>
                  </a:lnTo>
                  <a:lnTo>
                    <a:pt x="64" y="4"/>
                  </a:lnTo>
                  <a:lnTo>
                    <a:pt x="47" y="0"/>
                  </a:lnTo>
                  <a:lnTo>
                    <a:pt x="29" y="4"/>
                  </a:lnTo>
                  <a:lnTo>
                    <a:pt x="15" y="12"/>
                  </a:lnTo>
                  <a:lnTo>
                    <a:pt x="3" y="27"/>
                  </a:lnTo>
                  <a:lnTo>
                    <a:pt x="0" y="47"/>
                  </a:lnTo>
                  <a:lnTo>
                    <a:pt x="0" y="4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83992" name="Freeform 38"/>
            <p:cNvSpPr>
              <a:spLocks/>
            </p:cNvSpPr>
            <p:nvPr/>
          </p:nvSpPr>
          <p:spPr bwMode="auto">
            <a:xfrm>
              <a:off x="1598" y="1598"/>
              <a:ext cx="81" cy="113"/>
            </a:xfrm>
            <a:custGeom>
              <a:avLst/>
              <a:gdLst>
                <a:gd name="T0" fmla="*/ 0 w 401"/>
                <a:gd name="T1" fmla="*/ 1 h 566"/>
                <a:gd name="T2" fmla="*/ 0 w 401"/>
                <a:gd name="T3" fmla="*/ 1 h 566"/>
                <a:gd name="T4" fmla="*/ 0 w 401"/>
                <a:gd name="T5" fmla="*/ 1 h 566"/>
                <a:gd name="T6" fmla="*/ 1 w 401"/>
                <a:gd name="T7" fmla="*/ 1 h 566"/>
                <a:gd name="T8" fmla="*/ 1 w 401"/>
                <a:gd name="T9" fmla="*/ 1 h 566"/>
                <a:gd name="T10" fmla="*/ 1 w 401"/>
                <a:gd name="T11" fmla="*/ 1 h 566"/>
                <a:gd name="T12" fmla="*/ 1 w 401"/>
                <a:gd name="T13" fmla="*/ 2 h 566"/>
                <a:gd name="T14" fmla="*/ 1 w 401"/>
                <a:gd name="T15" fmla="*/ 2 h 566"/>
                <a:gd name="T16" fmla="*/ 2 w 401"/>
                <a:gd name="T17" fmla="*/ 2 h 566"/>
                <a:gd name="T18" fmla="*/ 2 w 401"/>
                <a:gd name="T19" fmla="*/ 2 h 566"/>
                <a:gd name="T20" fmla="*/ 2 w 401"/>
                <a:gd name="T21" fmla="*/ 2 h 566"/>
                <a:gd name="T22" fmla="*/ 2 w 401"/>
                <a:gd name="T23" fmla="*/ 3 h 566"/>
                <a:gd name="T24" fmla="*/ 2 w 401"/>
                <a:gd name="T25" fmla="*/ 3 h 566"/>
                <a:gd name="T26" fmla="*/ 2 w 401"/>
                <a:gd name="T27" fmla="*/ 3 h 566"/>
                <a:gd name="T28" fmla="*/ 2 w 401"/>
                <a:gd name="T29" fmla="*/ 4 h 566"/>
                <a:gd name="T30" fmla="*/ 2 w 401"/>
                <a:gd name="T31" fmla="*/ 4 h 566"/>
                <a:gd name="T32" fmla="*/ 2 w 401"/>
                <a:gd name="T33" fmla="*/ 4 h 566"/>
                <a:gd name="T34" fmla="*/ 3 w 401"/>
                <a:gd name="T35" fmla="*/ 5 h 566"/>
                <a:gd name="T36" fmla="*/ 3 w 401"/>
                <a:gd name="T37" fmla="*/ 4 h 566"/>
                <a:gd name="T38" fmla="*/ 3 w 401"/>
                <a:gd name="T39" fmla="*/ 4 h 566"/>
                <a:gd name="T40" fmla="*/ 3 w 401"/>
                <a:gd name="T41" fmla="*/ 4 h 566"/>
                <a:gd name="T42" fmla="*/ 3 w 401"/>
                <a:gd name="T43" fmla="*/ 3 h 566"/>
                <a:gd name="T44" fmla="*/ 3 w 401"/>
                <a:gd name="T45" fmla="*/ 3 h 566"/>
                <a:gd name="T46" fmla="*/ 3 w 401"/>
                <a:gd name="T47" fmla="*/ 3 h 566"/>
                <a:gd name="T48" fmla="*/ 3 w 401"/>
                <a:gd name="T49" fmla="*/ 2 h 566"/>
                <a:gd name="T50" fmla="*/ 3 w 401"/>
                <a:gd name="T51" fmla="*/ 2 h 566"/>
                <a:gd name="T52" fmla="*/ 2 w 401"/>
                <a:gd name="T53" fmla="*/ 2 h 566"/>
                <a:gd name="T54" fmla="*/ 2 w 401"/>
                <a:gd name="T55" fmla="*/ 2 h 566"/>
                <a:gd name="T56" fmla="*/ 2 w 401"/>
                <a:gd name="T57" fmla="*/ 1 h 566"/>
                <a:gd name="T58" fmla="*/ 2 w 401"/>
                <a:gd name="T59" fmla="*/ 1 h 566"/>
                <a:gd name="T60" fmla="*/ 2 w 401"/>
                <a:gd name="T61" fmla="*/ 1 h 566"/>
                <a:gd name="T62" fmla="*/ 1 w 401"/>
                <a:gd name="T63" fmla="*/ 1 h 566"/>
                <a:gd name="T64" fmla="*/ 1 w 401"/>
                <a:gd name="T65" fmla="*/ 0 h 566"/>
                <a:gd name="T66" fmla="*/ 1 w 401"/>
                <a:gd name="T67" fmla="*/ 0 h 566"/>
                <a:gd name="T68" fmla="*/ 1 w 401"/>
                <a:gd name="T69" fmla="*/ 0 h 566"/>
                <a:gd name="T70" fmla="*/ 1 w 401"/>
                <a:gd name="T71" fmla="*/ 0 h 566"/>
                <a:gd name="T72" fmla="*/ 1 w 401"/>
                <a:gd name="T73" fmla="*/ 0 h 566"/>
                <a:gd name="T74" fmla="*/ 0 w 401"/>
                <a:gd name="T75" fmla="*/ 0 h 566"/>
                <a:gd name="T76" fmla="*/ 0 w 401"/>
                <a:gd name="T77" fmla="*/ 0 h 566"/>
                <a:gd name="T78" fmla="*/ 0 w 401"/>
                <a:gd name="T79" fmla="*/ 0 h 566"/>
                <a:gd name="T80" fmla="*/ 0 w 401"/>
                <a:gd name="T81" fmla="*/ 0 h 566"/>
                <a:gd name="T82" fmla="*/ 0 w 401"/>
                <a:gd name="T83" fmla="*/ 0 h 566"/>
                <a:gd name="T84" fmla="*/ 0 w 401"/>
                <a:gd name="T85" fmla="*/ 0 h 566"/>
                <a:gd name="T86" fmla="*/ 0 w 401"/>
                <a:gd name="T87" fmla="*/ 1 h 566"/>
                <a:gd name="T88" fmla="*/ 0 w 401"/>
                <a:gd name="T89" fmla="*/ 1 h 56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401"/>
                <a:gd name="T136" fmla="*/ 0 h 566"/>
                <a:gd name="T137" fmla="*/ 401 w 401"/>
                <a:gd name="T138" fmla="*/ 566 h 566"/>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401" h="566">
                  <a:moveTo>
                    <a:pt x="23" y="88"/>
                  </a:moveTo>
                  <a:lnTo>
                    <a:pt x="23" y="88"/>
                  </a:lnTo>
                  <a:lnTo>
                    <a:pt x="53" y="107"/>
                  </a:lnTo>
                  <a:lnTo>
                    <a:pt x="83" y="125"/>
                  </a:lnTo>
                  <a:lnTo>
                    <a:pt x="108" y="147"/>
                  </a:lnTo>
                  <a:lnTo>
                    <a:pt x="135" y="171"/>
                  </a:lnTo>
                  <a:lnTo>
                    <a:pt x="160" y="196"/>
                  </a:lnTo>
                  <a:lnTo>
                    <a:pt x="182" y="223"/>
                  </a:lnTo>
                  <a:lnTo>
                    <a:pt x="205" y="251"/>
                  </a:lnTo>
                  <a:lnTo>
                    <a:pt x="223" y="281"/>
                  </a:lnTo>
                  <a:lnTo>
                    <a:pt x="240" y="312"/>
                  </a:lnTo>
                  <a:lnTo>
                    <a:pt x="256" y="345"/>
                  </a:lnTo>
                  <a:lnTo>
                    <a:pt x="270" y="379"/>
                  </a:lnTo>
                  <a:lnTo>
                    <a:pt x="282" y="414"/>
                  </a:lnTo>
                  <a:lnTo>
                    <a:pt x="291" y="450"/>
                  </a:lnTo>
                  <a:lnTo>
                    <a:pt x="299" y="488"/>
                  </a:lnTo>
                  <a:lnTo>
                    <a:pt x="304" y="526"/>
                  </a:lnTo>
                  <a:lnTo>
                    <a:pt x="308" y="566"/>
                  </a:lnTo>
                  <a:lnTo>
                    <a:pt x="401" y="562"/>
                  </a:lnTo>
                  <a:lnTo>
                    <a:pt x="398" y="517"/>
                  </a:lnTo>
                  <a:lnTo>
                    <a:pt x="391" y="471"/>
                  </a:lnTo>
                  <a:lnTo>
                    <a:pt x="383" y="429"/>
                  </a:lnTo>
                  <a:lnTo>
                    <a:pt x="371" y="386"/>
                  </a:lnTo>
                  <a:lnTo>
                    <a:pt x="357" y="346"/>
                  </a:lnTo>
                  <a:lnTo>
                    <a:pt x="340" y="307"/>
                  </a:lnTo>
                  <a:lnTo>
                    <a:pt x="324" y="270"/>
                  </a:lnTo>
                  <a:lnTo>
                    <a:pt x="303" y="232"/>
                  </a:lnTo>
                  <a:lnTo>
                    <a:pt x="280" y="197"/>
                  </a:lnTo>
                  <a:lnTo>
                    <a:pt x="255" y="164"/>
                  </a:lnTo>
                  <a:lnTo>
                    <a:pt x="228" y="132"/>
                  </a:lnTo>
                  <a:lnTo>
                    <a:pt x="199" y="103"/>
                  </a:lnTo>
                  <a:lnTo>
                    <a:pt x="169" y="76"/>
                  </a:lnTo>
                  <a:lnTo>
                    <a:pt x="137" y="50"/>
                  </a:lnTo>
                  <a:lnTo>
                    <a:pt x="103" y="27"/>
                  </a:lnTo>
                  <a:lnTo>
                    <a:pt x="67" y="6"/>
                  </a:lnTo>
                  <a:lnTo>
                    <a:pt x="48" y="0"/>
                  </a:lnTo>
                  <a:lnTo>
                    <a:pt x="30" y="2"/>
                  </a:lnTo>
                  <a:lnTo>
                    <a:pt x="16" y="12"/>
                  </a:lnTo>
                  <a:lnTo>
                    <a:pt x="5" y="25"/>
                  </a:lnTo>
                  <a:lnTo>
                    <a:pt x="0" y="41"/>
                  </a:lnTo>
                  <a:lnTo>
                    <a:pt x="0" y="59"/>
                  </a:lnTo>
                  <a:lnTo>
                    <a:pt x="8" y="75"/>
                  </a:lnTo>
                  <a:lnTo>
                    <a:pt x="23"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83993" name="Freeform 39"/>
            <p:cNvSpPr>
              <a:spLocks/>
            </p:cNvSpPr>
            <p:nvPr/>
          </p:nvSpPr>
          <p:spPr bwMode="auto">
            <a:xfrm>
              <a:off x="1346" y="1455"/>
              <a:ext cx="266" cy="160"/>
            </a:xfrm>
            <a:custGeom>
              <a:avLst/>
              <a:gdLst>
                <a:gd name="T0" fmla="*/ 0 w 1330"/>
                <a:gd name="T1" fmla="*/ 1 h 801"/>
                <a:gd name="T2" fmla="*/ 0 w 1330"/>
                <a:gd name="T3" fmla="*/ 1 h 801"/>
                <a:gd name="T4" fmla="*/ 10 w 1330"/>
                <a:gd name="T5" fmla="*/ 6 h 801"/>
                <a:gd name="T6" fmla="*/ 11 w 1330"/>
                <a:gd name="T7" fmla="*/ 6 h 801"/>
                <a:gd name="T8" fmla="*/ 1 w 1330"/>
                <a:gd name="T9" fmla="*/ 0 h 801"/>
                <a:gd name="T10" fmla="*/ 1 w 1330"/>
                <a:gd name="T11" fmla="*/ 0 h 801"/>
                <a:gd name="T12" fmla="*/ 1 w 1330"/>
                <a:gd name="T13" fmla="*/ 0 h 801"/>
                <a:gd name="T14" fmla="*/ 0 w 1330"/>
                <a:gd name="T15" fmla="*/ 0 h 801"/>
                <a:gd name="T16" fmla="*/ 0 w 1330"/>
                <a:gd name="T17" fmla="*/ 0 h 801"/>
                <a:gd name="T18" fmla="*/ 0 w 1330"/>
                <a:gd name="T19" fmla="*/ 0 h 801"/>
                <a:gd name="T20" fmla="*/ 0 w 1330"/>
                <a:gd name="T21" fmla="*/ 0 h 801"/>
                <a:gd name="T22" fmla="*/ 0 w 1330"/>
                <a:gd name="T23" fmla="*/ 0 h 801"/>
                <a:gd name="T24" fmla="*/ 0 w 1330"/>
                <a:gd name="T25" fmla="*/ 0 h 801"/>
                <a:gd name="T26" fmla="*/ 0 w 1330"/>
                <a:gd name="T27" fmla="*/ 1 h 801"/>
                <a:gd name="T28" fmla="*/ 0 w 1330"/>
                <a:gd name="T29" fmla="*/ 1 h 801"/>
                <a:gd name="T30" fmla="*/ 0 w 1330"/>
                <a:gd name="T31" fmla="*/ 1 h 801"/>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30"/>
                <a:gd name="T49" fmla="*/ 0 h 801"/>
                <a:gd name="T50" fmla="*/ 1330 w 1330"/>
                <a:gd name="T51" fmla="*/ 801 h 801"/>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30" h="801">
                  <a:moveTo>
                    <a:pt x="24" y="88"/>
                  </a:moveTo>
                  <a:lnTo>
                    <a:pt x="23" y="88"/>
                  </a:lnTo>
                  <a:lnTo>
                    <a:pt x="1286" y="801"/>
                  </a:lnTo>
                  <a:lnTo>
                    <a:pt x="1330" y="719"/>
                  </a:lnTo>
                  <a:lnTo>
                    <a:pt x="67" y="6"/>
                  </a:lnTo>
                  <a:lnTo>
                    <a:pt x="66" y="6"/>
                  </a:lnTo>
                  <a:lnTo>
                    <a:pt x="67" y="6"/>
                  </a:lnTo>
                  <a:lnTo>
                    <a:pt x="48" y="0"/>
                  </a:lnTo>
                  <a:lnTo>
                    <a:pt x="30" y="2"/>
                  </a:lnTo>
                  <a:lnTo>
                    <a:pt x="16" y="12"/>
                  </a:lnTo>
                  <a:lnTo>
                    <a:pt x="5" y="25"/>
                  </a:lnTo>
                  <a:lnTo>
                    <a:pt x="0" y="41"/>
                  </a:lnTo>
                  <a:lnTo>
                    <a:pt x="0" y="59"/>
                  </a:lnTo>
                  <a:lnTo>
                    <a:pt x="8" y="75"/>
                  </a:lnTo>
                  <a:lnTo>
                    <a:pt x="23" y="88"/>
                  </a:lnTo>
                  <a:lnTo>
                    <a:pt x="24"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83994" name="Freeform 40"/>
            <p:cNvSpPr>
              <a:spLocks/>
            </p:cNvSpPr>
            <p:nvPr/>
          </p:nvSpPr>
          <p:spPr bwMode="auto">
            <a:xfrm>
              <a:off x="1198" y="1439"/>
              <a:ext cx="161" cy="35"/>
            </a:xfrm>
            <a:custGeom>
              <a:avLst/>
              <a:gdLst>
                <a:gd name="T0" fmla="*/ 1 w 806"/>
                <a:gd name="T1" fmla="*/ 1 h 177"/>
                <a:gd name="T2" fmla="*/ 1 w 806"/>
                <a:gd name="T3" fmla="*/ 1 h 177"/>
                <a:gd name="T4" fmla="*/ 1 w 806"/>
                <a:gd name="T5" fmla="*/ 1 h 177"/>
                <a:gd name="T6" fmla="*/ 1 w 806"/>
                <a:gd name="T7" fmla="*/ 1 h 177"/>
                <a:gd name="T8" fmla="*/ 2 w 806"/>
                <a:gd name="T9" fmla="*/ 1 h 177"/>
                <a:gd name="T10" fmla="*/ 2 w 806"/>
                <a:gd name="T11" fmla="*/ 1 h 177"/>
                <a:gd name="T12" fmla="*/ 2 w 806"/>
                <a:gd name="T13" fmla="*/ 1 h 177"/>
                <a:gd name="T14" fmla="*/ 3 w 806"/>
                <a:gd name="T15" fmla="*/ 1 h 177"/>
                <a:gd name="T16" fmla="*/ 3 w 806"/>
                <a:gd name="T17" fmla="*/ 1 h 177"/>
                <a:gd name="T18" fmla="*/ 3 w 806"/>
                <a:gd name="T19" fmla="*/ 1 h 177"/>
                <a:gd name="T20" fmla="*/ 4 w 806"/>
                <a:gd name="T21" fmla="*/ 1 h 177"/>
                <a:gd name="T22" fmla="*/ 4 w 806"/>
                <a:gd name="T23" fmla="*/ 1 h 177"/>
                <a:gd name="T24" fmla="*/ 5 w 806"/>
                <a:gd name="T25" fmla="*/ 1 h 177"/>
                <a:gd name="T26" fmla="*/ 5 w 806"/>
                <a:gd name="T27" fmla="*/ 1 h 177"/>
                <a:gd name="T28" fmla="*/ 5 w 806"/>
                <a:gd name="T29" fmla="*/ 1 h 177"/>
                <a:gd name="T30" fmla="*/ 6 w 806"/>
                <a:gd name="T31" fmla="*/ 1 h 177"/>
                <a:gd name="T32" fmla="*/ 6 w 806"/>
                <a:gd name="T33" fmla="*/ 1 h 177"/>
                <a:gd name="T34" fmla="*/ 6 w 806"/>
                <a:gd name="T35" fmla="*/ 1 h 177"/>
                <a:gd name="T36" fmla="*/ 6 w 806"/>
                <a:gd name="T37" fmla="*/ 1 h 177"/>
                <a:gd name="T38" fmla="*/ 6 w 806"/>
                <a:gd name="T39" fmla="*/ 1 h 177"/>
                <a:gd name="T40" fmla="*/ 6 w 806"/>
                <a:gd name="T41" fmla="*/ 0 h 177"/>
                <a:gd name="T42" fmla="*/ 5 w 806"/>
                <a:gd name="T43" fmla="*/ 0 h 177"/>
                <a:gd name="T44" fmla="*/ 5 w 806"/>
                <a:gd name="T45" fmla="*/ 0 h 177"/>
                <a:gd name="T46" fmla="*/ 5 w 806"/>
                <a:gd name="T47" fmla="*/ 0 h 177"/>
                <a:gd name="T48" fmla="*/ 4 w 806"/>
                <a:gd name="T49" fmla="*/ 0 h 177"/>
                <a:gd name="T50" fmla="*/ 4 w 806"/>
                <a:gd name="T51" fmla="*/ 0 h 177"/>
                <a:gd name="T52" fmla="*/ 3 w 806"/>
                <a:gd name="T53" fmla="*/ 0 h 177"/>
                <a:gd name="T54" fmla="*/ 3 w 806"/>
                <a:gd name="T55" fmla="*/ 0 h 177"/>
                <a:gd name="T56" fmla="*/ 3 w 806"/>
                <a:gd name="T57" fmla="*/ 0 h 177"/>
                <a:gd name="T58" fmla="*/ 2 w 806"/>
                <a:gd name="T59" fmla="*/ 0 h 177"/>
                <a:gd name="T60" fmla="*/ 2 w 806"/>
                <a:gd name="T61" fmla="*/ 0 h 177"/>
                <a:gd name="T62" fmla="*/ 1 w 806"/>
                <a:gd name="T63" fmla="*/ 0 h 177"/>
                <a:gd name="T64" fmla="*/ 1 w 806"/>
                <a:gd name="T65" fmla="*/ 0 h 177"/>
                <a:gd name="T66" fmla="*/ 1 w 806"/>
                <a:gd name="T67" fmla="*/ 1 h 177"/>
                <a:gd name="T68" fmla="*/ 0 w 806"/>
                <a:gd name="T69" fmla="*/ 1 h 177"/>
                <a:gd name="T70" fmla="*/ 0 w 806"/>
                <a:gd name="T71" fmla="*/ 1 h 177"/>
                <a:gd name="T72" fmla="*/ 0 w 806"/>
                <a:gd name="T73" fmla="*/ 1 h 177"/>
                <a:gd name="T74" fmla="*/ 0 w 806"/>
                <a:gd name="T75" fmla="*/ 1 h 177"/>
                <a:gd name="T76" fmla="*/ 0 w 806"/>
                <a:gd name="T77" fmla="*/ 1 h 177"/>
                <a:gd name="T78" fmla="*/ 0 w 806"/>
                <a:gd name="T79" fmla="*/ 1 h 177"/>
                <a:gd name="T80" fmla="*/ 0 w 806"/>
                <a:gd name="T81" fmla="*/ 1 h 177"/>
                <a:gd name="T82" fmla="*/ 0 w 806"/>
                <a:gd name="T83" fmla="*/ 1 h 177"/>
                <a:gd name="T84" fmla="*/ 0 w 806"/>
                <a:gd name="T85" fmla="*/ 1 h 177"/>
                <a:gd name="T86" fmla="*/ 0 w 806"/>
                <a:gd name="T87" fmla="*/ 1 h 177"/>
                <a:gd name="T88" fmla="*/ 1 w 806"/>
                <a:gd name="T89" fmla="*/ 1 h 177"/>
                <a:gd name="T90" fmla="*/ 1 w 806"/>
                <a:gd name="T91" fmla="*/ 1 h 17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806"/>
                <a:gd name="T139" fmla="*/ 0 h 177"/>
                <a:gd name="T140" fmla="*/ 806 w 806"/>
                <a:gd name="T141" fmla="*/ 177 h 17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806" h="177">
                  <a:moveTo>
                    <a:pt x="67" y="171"/>
                  </a:moveTo>
                  <a:lnTo>
                    <a:pt x="68" y="171"/>
                  </a:lnTo>
                  <a:lnTo>
                    <a:pt x="109" y="151"/>
                  </a:lnTo>
                  <a:lnTo>
                    <a:pt x="151" y="135"/>
                  </a:lnTo>
                  <a:lnTo>
                    <a:pt x="196" y="122"/>
                  </a:lnTo>
                  <a:lnTo>
                    <a:pt x="242" y="110"/>
                  </a:lnTo>
                  <a:lnTo>
                    <a:pt x="287" y="102"/>
                  </a:lnTo>
                  <a:lnTo>
                    <a:pt x="335" y="97"/>
                  </a:lnTo>
                  <a:lnTo>
                    <a:pt x="382" y="95"/>
                  </a:lnTo>
                  <a:lnTo>
                    <a:pt x="430" y="94"/>
                  </a:lnTo>
                  <a:lnTo>
                    <a:pt x="477" y="97"/>
                  </a:lnTo>
                  <a:lnTo>
                    <a:pt x="524" y="102"/>
                  </a:lnTo>
                  <a:lnTo>
                    <a:pt x="568" y="108"/>
                  </a:lnTo>
                  <a:lnTo>
                    <a:pt x="612" y="117"/>
                  </a:lnTo>
                  <a:lnTo>
                    <a:pt x="654" y="128"/>
                  </a:lnTo>
                  <a:lnTo>
                    <a:pt x="693" y="141"/>
                  </a:lnTo>
                  <a:lnTo>
                    <a:pt x="730" y="155"/>
                  </a:lnTo>
                  <a:lnTo>
                    <a:pt x="764" y="171"/>
                  </a:lnTo>
                  <a:lnTo>
                    <a:pt x="806" y="89"/>
                  </a:lnTo>
                  <a:lnTo>
                    <a:pt x="768" y="70"/>
                  </a:lnTo>
                  <a:lnTo>
                    <a:pt x="725" y="54"/>
                  </a:lnTo>
                  <a:lnTo>
                    <a:pt x="680" y="39"/>
                  </a:lnTo>
                  <a:lnTo>
                    <a:pt x="633" y="26"/>
                  </a:lnTo>
                  <a:lnTo>
                    <a:pt x="585" y="16"/>
                  </a:lnTo>
                  <a:lnTo>
                    <a:pt x="536" y="8"/>
                  </a:lnTo>
                  <a:lnTo>
                    <a:pt x="484" y="3"/>
                  </a:lnTo>
                  <a:lnTo>
                    <a:pt x="433" y="0"/>
                  </a:lnTo>
                  <a:lnTo>
                    <a:pt x="380" y="1"/>
                  </a:lnTo>
                  <a:lnTo>
                    <a:pt x="328" y="3"/>
                  </a:lnTo>
                  <a:lnTo>
                    <a:pt x="276" y="10"/>
                  </a:lnTo>
                  <a:lnTo>
                    <a:pt x="223" y="19"/>
                  </a:lnTo>
                  <a:lnTo>
                    <a:pt x="172" y="30"/>
                  </a:lnTo>
                  <a:lnTo>
                    <a:pt x="121" y="46"/>
                  </a:lnTo>
                  <a:lnTo>
                    <a:pt x="72" y="67"/>
                  </a:lnTo>
                  <a:lnTo>
                    <a:pt x="24" y="89"/>
                  </a:lnTo>
                  <a:lnTo>
                    <a:pt x="25" y="89"/>
                  </a:lnTo>
                  <a:lnTo>
                    <a:pt x="24" y="89"/>
                  </a:lnTo>
                  <a:lnTo>
                    <a:pt x="8" y="102"/>
                  </a:lnTo>
                  <a:lnTo>
                    <a:pt x="0" y="118"/>
                  </a:lnTo>
                  <a:lnTo>
                    <a:pt x="0" y="136"/>
                  </a:lnTo>
                  <a:lnTo>
                    <a:pt x="6" y="152"/>
                  </a:lnTo>
                  <a:lnTo>
                    <a:pt x="17" y="165"/>
                  </a:lnTo>
                  <a:lnTo>
                    <a:pt x="31" y="175"/>
                  </a:lnTo>
                  <a:lnTo>
                    <a:pt x="48" y="177"/>
                  </a:lnTo>
                  <a:lnTo>
                    <a:pt x="68" y="171"/>
                  </a:lnTo>
                  <a:lnTo>
                    <a:pt x="67" y="1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83995" name="Freeform 41"/>
            <p:cNvSpPr>
              <a:spLocks/>
            </p:cNvSpPr>
            <p:nvPr/>
          </p:nvSpPr>
          <p:spPr bwMode="auto">
            <a:xfrm>
              <a:off x="931" y="1456"/>
              <a:ext cx="280" cy="158"/>
            </a:xfrm>
            <a:custGeom>
              <a:avLst/>
              <a:gdLst>
                <a:gd name="T0" fmla="*/ 1 w 1402"/>
                <a:gd name="T1" fmla="*/ 6 h 787"/>
                <a:gd name="T2" fmla="*/ 1 w 1402"/>
                <a:gd name="T3" fmla="*/ 6 h 787"/>
                <a:gd name="T4" fmla="*/ 11 w 1402"/>
                <a:gd name="T5" fmla="*/ 1 h 787"/>
                <a:gd name="T6" fmla="*/ 11 w 1402"/>
                <a:gd name="T7" fmla="*/ 0 h 787"/>
                <a:gd name="T8" fmla="*/ 0 w 1402"/>
                <a:gd name="T9" fmla="*/ 6 h 787"/>
                <a:gd name="T10" fmla="*/ 0 w 1402"/>
                <a:gd name="T11" fmla="*/ 6 h 787"/>
                <a:gd name="T12" fmla="*/ 0 w 1402"/>
                <a:gd name="T13" fmla="*/ 6 h 787"/>
                <a:gd name="T14" fmla="*/ 0 w 1402"/>
                <a:gd name="T15" fmla="*/ 6 h 787"/>
                <a:gd name="T16" fmla="*/ 0 w 1402"/>
                <a:gd name="T17" fmla="*/ 6 h 787"/>
                <a:gd name="T18" fmla="*/ 0 w 1402"/>
                <a:gd name="T19" fmla="*/ 6 h 787"/>
                <a:gd name="T20" fmla="*/ 0 w 1402"/>
                <a:gd name="T21" fmla="*/ 6 h 787"/>
                <a:gd name="T22" fmla="*/ 0 w 1402"/>
                <a:gd name="T23" fmla="*/ 6 h 787"/>
                <a:gd name="T24" fmla="*/ 0 w 1402"/>
                <a:gd name="T25" fmla="*/ 6 h 787"/>
                <a:gd name="T26" fmla="*/ 0 w 1402"/>
                <a:gd name="T27" fmla="*/ 6 h 787"/>
                <a:gd name="T28" fmla="*/ 1 w 1402"/>
                <a:gd name="T29" fmla="*/ 6 h 787"/>
                <a:gd name="T30" fmla="*/ 1 w 1402"/>
                <a:gd name="T31" fmla="*/ 6 h 78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02"/>
                <a:gd name="T49" fmla="*/ 0 h 787"/>
                <a:gd name="T50" fmla="*/ 1402 w 1402"/>
                <a:gd name="T51" fmla="*/ 787 h 78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02" h="787">
                  <a:moveTo>
                    <a:pt x="69" y="781"/>
                  </a:moveTo>
                  <a:lnTo>
                    <a:pt x="66" y="781"/>
                  </a:lnTo>
                  <a:lnTo>
                    <a:pt x="1402" y="82"/>
                  </a:lnTo>
                  <a:lnTo>
                    <a:pt x="1360" y="0"/>
                  </a:lnTo>
                  <a:lnTo>
                    <a:pt x="24" y="699"/>
                  </a:lnTo>
                  <a:lnTo>
                    <a:pt x="22" y="699"/>
                  </a:lnTo>
                  <a:lnTo>
                    <a:pt x="24" y="699"/>
                  </a:lnTo>
                  <a:lnTo>
                    <a:pt x="8" y="712"/>
                  </a:lnTo>
                  <a:lnTo>
                    <a:pt x="1" y="727"/>
                  </a:lnTo>
                  <a:lnTo>
                    <a:pt x="0" y="744"/>
                  </a:lnTo>
                  <a:lnTo>
                    <a:pt x="5" y="761"/>
                  </a:lnTo>
                  <a:lnTo>
                    <a:pt x="15" y="775"/>
                  </a:lnTo>
                  <a:lnTo>
                    <a:pt x="30" y="784"/>
                  </a:lnTo>
                  <a:lnTo>
                    <a:pt x="46" y="787"/>
                  </a:lnTo>
                  <a:lnTo>
                    <a:pt x="66" y="781"/>
                  </a:lnTo>
                  <a:lnTo>
                    <a:pt x="69" y="7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83996" name="Freeform 42"/>
            <p:cNvSpPr>
              <a:spLocks/>
            </p:cNvSpPr>
            <p:nvPr/>
          </p:nvSpPr>
          <p:spPr bwMode="auto">
            <a:xfrm>
              <a:off x="868" y="1596"/>
              <a:ext cx="77" cy="126"/>
            </a:xfrm>
            <a:custGeom>
              <a:avLst/>
              <a:gdLst>
                <a:gd name="T0" fmla="*/ 1 w 382"/>
                <a:gd name="T1" fmla="*/ 5 h 628"/>
                <a:gd name="T2" fmla="*/ 1 w 382"/>
                <a:gd name="T3" fmla="*/ 5 h 628"/>
                <a:gd name="T4" fmla="*/ 1 w 382"/>
                <a:gd name="T5" fmla="*/ 4 h 628"/>
                <a:gd name="T6" fmla="*/ 1 w 382"/>
                <a:gd name="T7" fmla="*/ 4 h 628"/>
                <a:gd name="T8" fmla="*/ 1 w 382"/>
                <a:gd name="T9" fmla="*/ 4 h 628"/>
                <a:gd name="T10" fmla="*/ 1 w 382"/>
                <a:gd name="T11" fmla="*/ 3 h 628"/>
                <a:gd name="T12" fmla="*/ 1 w 382"/>
                <a:gd name="T13" fmla="*/ 3 h 628"/>
                <a:gd name="T14" fmla="*/ 1 w 382"/>
                <a:gd name="T15" fmla="*/ 3 h 628"/>
                <a:gd name="T16" fmla="*/ 1 w 382"/>
                <a:gd name="T17" fmla="*/ 3 h 628"/>
                <a:gd name="T18" fmla="*/ 1 w 382"/>
                <a:gd name="T19" fmla="*/ 2 h 628"/>
                <a:gd name="T20" fmla="*/ 2 w 382"/>
                <a:gd name="T21" fmla="*/ 2 h 628"/>
                <a:gd name="T22" fmla="*/ 2 w 382"/>
                <a:gd name="T23" fmla="*/ 2 h 628"/>
                <a:gd name="T24" fmla="*/ 2 w 382"/>
                <a:gd name="T25" fmla="*/ 2 h 628"/>
                <a:gd name="T26" fmla="*/ 2 w 382"/>
                <a:gd name="T27" fmla="*/ 1 h 628"/>
                <a:gd name="T28" fmla="*/ 2 w 382"/>
                <a:gd name="T29" fmla="*/ 1 h 628"/>
                <a:gd name="T30" fmla="*/ 3 w 382"/>
                <a:gd name="T31" fmla="*/ 1 h 628"/>
                <a:gd name="T32" fmla="*/ 3 w 382"/>
                <a:gd name="T33" fmla="*/ 1 h 628"/>
                <a:gd name="T34" fmla="*/ 3 w 382"/>
                <a:gd name="T35" fmla="*/ 1 h 628"/>
                <a:gd name="T36" fmla="*/ 3 w 382"/>
                <a:gd name="T37" fmla="*/ 0 h 628"/>
                <a:gd name="T38" fmla="*/ 2 w 382"/>
                <a:gd name="T39" fmla="*/ 0 h 628"/>
                <a:gd name="T40" fmla="*/ 2 w 382"/>
                <a:gd name="T41" fmla="*/ 0 h 628"/>
                <a:gd name="T42" fmla="*/ 2 w 382"/>
                <a:gd name="T43" fmla="*/ 1 h 628"/>
                <a:gd name="T44" fmla="*/ 2 w 382"/>
                <a:gd name="T45" fmla="*/ 1 h 628"/>
                <a:gd name="T46" fmla="*/ 1 w 382"/>
                <a:gd name="T47" fmla="*/ 1 h 628"/>
                <a:gd name="T48" fmla="*/ 1 w 382"/>
                <a:gd name="T49" fmla="*/ 1 h 628"/>
                <a:gd name="T50" fmla="*/ 1 w 382"/>
                <a:gd name="T51" fmla="*/ 2 h 628"/>
                <a:gd name="T52" fmla="*/ 1 w 382"/>
                <a:gd name="T53" fmla="*/ 2 h 628"/>
                <a:gd name="T54" fmla="*/ 1 w 382"/>
                <a:gd name="T55" fmla="*/ 2 h 628"/>
                <a:gd name="T56" fmla="*/ 0 w 382"/>
                <a:gd name="T57" fmla="*/ 3 h 628"/>
                <a:gd name="T58" fmla="*/ 0 w 382"/>
                <a:gd name="T59" fmla="*/ 3 h 628"/>
                <a:gd name="T60" fmla="*/ 0 w 382"/>
                <a:gd name="T61" fmla="*/ 3 h 628"/>
                <a:gd name="T62" fmla="*/ 0 w 382"/>
                <a:gd name="T63" fmla="*/ 4 h 628"/>
                <a:gd name="T64" fmla="*/ 0 w 382"/>
                <a:gd name="T65" fmla="*/ 4 h 628"/>
                <a:gd name="T66" fmla="*/ 0 w 382"/>
                <a:gd name="T67" fmla="*/ 4 h 628"/>
                <a:gd name="T68" fmla="*/ 0 w 382"/>
                <a:gd name="T69" fmla="*/ 5 h 628"/>
                <a:gd name="T70" fmla="*/ 0 w 382"/>
                <a:gd name="T71" fmla="*/ 5 h 628"/>
                <a:gd name="T72" fmla="*/ 0 w 382"/>
                <a:gd name="T73" fmla="*/ 5 h 628"/>
                <a:gd name="T74" fmla="*/ 0 w 382"/>
                <a:gd name="T75" fmla="*/ 5 h 628"/>
                <a:gd name="T76" fmla="*/ 0 w 382"/>
                <a:gd name="T77" fmla="*/ 5 h 628"/>
                <a:gd name="T78" fmla="*/ 0 w 382"/>
                <a:gd name="T79" fmla="*/ 5 h 628"/>
                <a:gd name="T80" fmla="*/ 0 w 382"/>
                <a:gd name="T81" fmla="*/ 5 h 628"/>
                <a:gd name="T82" fmla="*/ 1 w 382"/>
                <a:gd name="T83" fmla="*/ 5 h 628"/>
                <a:gd name="T84" fmla="*/ 1 w 382"/>
                <a:gd name="T85" fmla="*/ 5 h 628"/>
                <a:gd name="T86" fmla="*/ 1 w 382"/>
                <a:gd name="T87" fmla="*/ 5 h 628"/>
                <a:gd name="T88" fmla="*/ 1 w 382"/>
                <a:gd name="T89" fmla="*/ 5 h 628"/>
                <a:gd name="T90" fmla="*/ 1 w 382"/>
                <a:gd name="T91" fmla="*/ 5 h 628"/>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382"/>
                <a:gd name="T139" fmla="*/ 0 h 628"/>
                <a:gd name="T140" fmla="*/ 382 w 382"/>
                <a:gd name="T141" fmla="*/ 628 h 628"/>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382" h="628">
                  <a:moveTo>
                    <a:pt x="94" y="581"/>
                  </a:moveTo>
                  <a:lnTo>
                    <a:pt x="94" y="582"/>
                  </a:lnTo>
                  <a:lnTo>
                    <a:pt x="96" y="541"/>
                  </a:lnTo>
                  <a:lnTo>
                    <a:pt x="99" y="500"/>
                  </a:lnTo>
                  <a:lnTo>
                    <a:pt x="106" y="463"/>
                  </a:lnTo>
                  <a:lnTo>
                    <a:pt x="115" y="424"/>
                  </a:lnTo>
                  <a:lnTo>
                    <a:pt x="127" y="389"/>
                  </a:lnTo>
                  <a:lnTo>
                    <a:pt x="140" y="353"/>
                  </a:lnTo>
                  <a:lnTo>
                    <a:pt x="156" y="320"/>
                  </a:lnTo>
                  <a:lnTo>
                    <a:pt x="173" y="287"/>
                  </a:lnTo>
                  <a:lnTo>
                    <a:pt x="193" y="255"/>
                  </a:lnTo>
                  <a:lnTo>
                    <a:pt x="214" y="226"/>
                  </a:lnTo>
                  <a:lnTo>
                    <a:pt x="238" y="198"/>
                  </a:lnTo>
                  <a:lnTo>
                    <a:pt x="263" y="172"/>
                  </a:lnTo>
                  <a:lnTo>
                    <a:pt x="290" y="146"/>
                  </a:lnTo>
                  <a:lnTo>
                    <a:pt x="318" y="122"/>
                  </a:lnTo>
                  <a:lnTo>
                    <a:pt x="349" y="101"/>
                  </a:lnTo>
                  <a:lnTo>
                    <a:pt x="382" y="82"/>
                  </a:lnTo>
                  <a:lnTo>
                    <a:pt x="335" y="0"/>
                  </a:lnTo>
                  <a:lnTo>
                    <a:pt x="297" y="23"/>
                  </a:lnTo>
                  <a:lnTo>
                    <a:pt x="262" y="49"/>
                  </a:lnTo>
                  <a:lnTo>
                    <a:pt x="229" y="76"/>
                  </a:lnTo>
                  <a:lnTo>
                    <a:pt x="198" y="104"/>
                  </a:lnTo>
                  <a:lnTo>
                    <a:pt x="167" y="137"/>
                  </a:lnTo>
                  <a:lnTo>
                    <a:pt x="142" y="170"/>
                  </a:lnTo>
                  <a:lnTo>
                    <a:pt x="116" y="204"/>
                  </a:lnTo>
                  <a:lnTo>
                    <a:pt x="94" y="240"/>
                  </a:lnTo>
                  <a:lnTo>
                    <a:pt x="74" y="278"/>
                  </a:lnTo>
                  <a:lnTo>
                    <a:pt x="54" y="317"/>
                  </a:lnTo>
                  <a:lnTo>
                    <a:pt x="38" y="359"/>
                  </a:lnTo>
                  <a:lnTo>
                    <a:pt x="26" y="401"/>
                  </a:lnTo>
                  <a:lnTo>
                    <a:pt x="15" y="444"/>
                  </a:lnTo>
                  <a:lnTo>
                    <a:pt x="8" y="489"/>
                  </a:lnTo>
                  <a:lnTo>
                    <a:pt x="2" y="534"/>
                  </a:lnTo>
                  <a:lnTo>
                    <a:pt x="0" y="580"/>
                  </a:lnTo>
                  <a:lnTo>
                    <a:pt x="0" y="581"/>
                  </a:lnTo>
                  <a:lnTo>
                    <a:pt x="0" y="580"/>
                  </a:lnTo>
                  <a:lnTo>
                    <a:pt x="3" y="600"/>
                  </a:lnTo>
                  <a:lnTo>
                    <a:pt x="14" y="615"/>
                  </a:lnTo>
                  <a:lnTo>
                    <a:pt x="29" y="625"/>
                  </a:lnTo>
                  <a:lnTo>
                    <a:pt x="45" y="628"/>
                  </a:lnTo>
                  <a:lnTo>
                    <a:pt x="63" y="626"/>
                  </a:lnTo>
                  <a:lnTo>
                    <a:pt x="78" y="616"/>
                  </a:lnTo>
                  <a:lnTo>
                    <a:pt x="89" y="602"/>
                  </a:lnTo>
                  <a:lnTo>
                    <a:pt x="94" y="582"/>
                  </a:lnTo>
                  <a:lnTo>
                    <a:pt x="94" y="5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83997" name="Freeform 43"/>
            <p:cNvSpPr>
              <a:spLocks/>
            </p:cNvSpPr>
            <p:nvPr/>
          </p:nvSpPr>
          <p:spPr bwMode="auto">
            <a:xfrm>
              <a:off x="868" y="1712"/>
              <a:ext cx="19" cy="364"/>
            </a:xfrm>
            <a:custGeom>
              <a:avLst/>
              <a:gdLst>
                <a:gd name="T0" fmla="*/ 1 w 94"/>
                <a:gd name="T1" fmla="*/ 14 h 1818"/>
                <a:gd name="T2" fmla="*/ 1 w 94"/>
                <a:gd name="T3" fmla="*/ 14 h 1818"/>
                <a:gd name="T4" fmla="*/ 1 w 94"/>
                <a:gd name="T5" fmla="*/ 0 h 1818"/>
                <a:gd name="T6" fmla="*/ 0 w 94"/>
                <a:gd name="T7" fmla="*/ 0 h 1818"/>
                <a:gd name="T8" fmla="*/ 0 w 94"/>
                <a:gd name="T9" fmla="*/ 14 h 1818"/>
                <a:gd name="T10" fmla="*/ 0 w 94"/>
                <a:gd name="T11" fmla="*/ 14 h 1818"/>
                <a:gd name="T12" fmla="*/ 0 w 94"/>
                <a:gd name="T13" fmla="*/ 14 h 1818"/>
                <a:gd name="T14" fmla="*/ 0 w 94"/>
                <a:gd name="T15" fmla="*/ 14 h 1818"/>
                <a:gd name="T16" fmla="*/ 0 w 94"/>
                <a:gd name="T17" fmla="*/ 14 h 1818"/>
                <a:gd name="T18" fmla="*/ 0 w 94"/>
                <a:gd name="T19" fmla="*/ 15 h 1818"/>
                <a:gd name="T20" fmla="*/ 0 w 94"/>
                <a:gd name="T21" fmla="*/ 15 h 1818"/>
                <a:gd name="T22" fmla="*/ 1 w 94"/>
                <a:gd name="T23" fmla="*/ 15 h 1818"/>
                <a:gd name="T24" fmla="*/ 1 w 94"/>
                <a:gd name="T25" fmla="*/ 14 h 1818"/>
                <a:gd name="T26" fmla="*/ 1 w 94"/>
                <a:gd name="T27" fmla="*/ 14 h 1818"/>
                <a:gd name="T28" fmla="*/ 1 w 94"/>
                <a:gd name="T29" fmla="*/ 14 h 1818"/>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94"/>
                <a:gd name="T46" fmla="*/ 0 h 1818"/>
                <a:gd name="T47" fmla="*/ 94 w 94"/>
                <a:gd name="T48" fmla="*/ 1818 h 1818"/>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94" h="1818">
                  <a:moveTo>
                    <a:pt x="94" y="1771"/>
                  </a:moveTo>
                  <a:lnTo>
                    <a:pt x="94" y="1771"/>
                  </a:lnTo>
                  <a:lnTo>
                    <a:pt x="94" y="0"/>
                  </a:lnTo>
                  <a:lnTo>
                    <a:pt x="0" y="0"/>
                  </a:lnTo>
                  <a:lnTo>
                    <a:pt x="0" y="1771"/>
                  </a:lnTo>
                  <a:lnTo>
                    <a:pt x="3" y="1791"/>
                  </a:lnTo>
                  <a:lnTo>
                    <a:pt x="15" y="1806"/>
                  </a:lnTo>
                  <a:lnTo>
                    <a:pt x="29" y="1814"/>
                  </a:lnTo>
                  <a:lnTo>
                    <a:pt x="47" y="1818"/>
                  </a:lnTo>
                  <a:lnTo>
                    <a:pt x="64" y="1814"/>
                  </a:lnTo>
                  <a:lnTo>
                    <a:pt x="79" y="1806"/>
                  </a:lnTo>
                  <a:lnTo>
                    <a:pt x="90" y="1791"/>
                  </a:lnTo>
                  <a:lnTo>
                    <a:pt x="94" y="17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83998" name="Freeform 44"/>
            <p:cNvSpPr>
              <a:spLocks/>
            </p:cNvSpPr>
            <p:nvPr/>
          </p:nvSpPr>
          <p:spPr bwMode="auto">
            <a:xfrm>
              <a:off x="868" y="2067"/>
              <a:ext cx="90" cy="160"/>
            </a:xfrm>
            <a:custGeom>
              <a:avLst/>
              <a:gdLst>
                <a:gd name="T0" fmla="*/ 3 w 449"/>
                <a:gd name="T1" fmla="*/ 6 h 803"/>
                <a:gd name="T2" fmla="*/ 3 w 449"/>
                <a:gd name="T3" fmla="*/ 6 h 803"/>
                <a:gd name="T4" fmla="*/ 3 w 449"/>
                <a:gd name="T5" fmla="*/ 5 h 803"/>
                <a:gd name="T6" fmla="*/ 3 w 449"/>
                <a:gd name="T7" fmla="*/ 5 h 803"/>
                <a:gd name="T8" fmla="*/ 3 w 449"/>
                <a:gd name="T9" fmla="*/ 5 h 803"/>
                <a:gd name="T10" fmla="*/ 2 w 449"/>
                <a:gd name="T11" fmla="*/ 5 h 803"/>
                <a:gd name="T12" fmla="*/ 2 w 449"/>
                <a:gd name="T13" fmla="*/ 4 h 803"/>
                <a:gd name="T14" fmla="*/ 2 w 449"/>
                <a:gd name="T15" fmla="*/ 4 h 803"/>
                <a:gd name="T16" fmla="*/ 2 w 449"/>
                <a:gd name="T17" fmla="*/ 4 h 803"/>
                <a:gd name="T18" fmla="*/ 2 w 449"/>
                <a:gd name="T19" fmla="*/ 3 h 803"/>
                <a:gd name="T20" fmla="*/ 1 w 449"/>
                <a:gd name="T21" fmla="*/ 3 h 803"/>
                <a:gd name="T22" fmla="*/ 1 w 449"/>
                <a:gd name="T23" fmla="*/ 2 h 803"/>
                <a:gd name="T24" fmla="*/ 1 w 449"/>
                <a:gd name="T25" fmla="*/ 2 h 803"/>
                <a:gd name="T26" fmla="*/ 1 w 449"/>
                <a:gd name="T27" fmla="*/ 2 h 803"/>
                <a:gd name="T28" fmla="*/ 1 w 449"/>
                <a:gd name="T29" fmla="*/ 1 h 803"/>
                <a:gd name="T30" fmla="*/ 1 w 449"/>
                <a:gd name="T31" fmla="*/ 1 h 803"/>
                <a:gd name="T32" fmla="*/ 1 w 449"/>
                <a:gd name="T33" fmla="*/ 0 h 803"/>
                <a:gd name="T34" fmla="*/ 1 w 449"/>
                <a:gd name="T35" fmla="*/ 0 h 803"/>
                <a:gd name="T36" fmla="*/ 0 w 449"/>
                <a:gd name="T37" fmla="*/ 0 h 803"/>
                <a:gd name="T38" fmla="*/ 0 w 449"/>
                <a:gd name="T39" fmla="*/ 0 h 803"/>
                <a:gd name="T40" fmla="*/ 0 w 449"/>
                <a:gd name="T41" fmla="*/ 1 h 803"/>
                <a:gd name="T42" fmla="*/ 0 w 449"/>
                <a:gd name="T43" fmla="*/ 1 h 803"/>
                <a:gd name="T44" fmla="*/ 0 w 449"/>
                <a:gd name="T45" fmla="*/ 2 h 803"/>
                <a:gd name="T46" fmla="*/ 0 w 449"/>
                <a:gd name="T47" fmla="*/ 2 h 803"/>
                <a:gd name="T48" fmla="*/ 0 w 449"/>
                <a:gd name="T49" fmla="*/ 3 h 803"/>
                <a:gd name="T50" fmla="*/ 1 w 449"/>
                <a:gd name="T51" fmla="*/ 3 h 803"/>
                <a:gd name="T52" fmla="*/ 1 w 449"/>
                <a:gd name="T53" fmla="*/ 4 h 803"/>
                <a:gd name="T54" fmla="*/ 1 w 449"/>
                <a:gd name="T55" fmla="*/ 4 h 803"/>
                <a:gd name="T56" fmla="*/ 1 w 449"/>
                <a:gd name="T57" fmla="*/ 4 h 803"/>
                <a:gd name="T58" fmla="*/ 2 w 449"/>
                <a:gd name="T59" fmla="*/ 5 h 803"/>
                <a:gd name="T60" fmla="*/ 2 w 449"/>
                <a:gd name="T61" fmla="*/ 5 h 803"/>
                <a:gd name="T62" fmla="*/ 2 w 449"/>
                <a:gd name="T63" fmla="*/ 5 h 803"/>
                <a:gd name="T64" fmla="*/ 2 w 449"/>
                <a:gd name="T65" fmla="*/ 6 h 803"/>
                <a:gd name="T66" fmla="*/ 3 w 449"/>
                <a:gd name="T67" fmla="*/ 6 h 803"/>
                <a:gd name="T68" fmla="*/ 3 w 449"/>
                <a:gd name="T69" fmla="*/ 6 h 803"/>
                <a:gd name="T70" fmla="*/ 3 w 449"/>
                <a:gd name="T71" fmla="*/ 6 h 803"/>
                <a:gd name="T72" fmla="*/ 3 w 449"/>
                <a:gd name="T73" fmla="*/ 6 h 803"/>
                <a:gd name="T74" fmla="*/ 3 w 449"/>
                <a:gd name="T75" fmla="*/ 6 h 803"/>
                <a:gd name="T76" fmla="*/ 3 w 449"/>
                <a:gd name="T77" fmla="*/ 6 h 803"/>
                <a:gd name="T78" fmla="*/ 3 w 449"/>
                <a:gd name="T79" fmla="*/ 6 h 803"/>
                <a:gd name="T80" fmla="*/ 4 w 449"/>
                <a:gd name="T81" fmla="*/ 6 h 803"/>
                <a:gd name="T82" fmla="*/ 4 w 449"/>
                <a:gd name="T83" fmla="*/ 6 h 803"/>
                <a:gd name="T84" fmla="*/ 4 w 449"/>
                <a:gd name="T85" fmla="*/ 6 h 803"/>
                <a:gd name="T86" fmla="*/ 4 w 449"/>
                <a:gd name="T87" fmla="*/ 6 h 803"/>
                <a:gd name="T88" fmla="*/ 3 w 449"/>
                <a:gd name="T89" fmla="*/ 6 h 803"/>
                <a:gd name="T90" fmla="*/ 3 w 449"/>
                <a:gd name="T91" fmla="*/ 6 h 80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449"/>
                <a:gd name="T139" fmla="*/ 0 h 803"/>
                <a:gd name="T140" fmla="*/ 449 w 449"/>
                <a:gd name="T141" fmla="*/ 803 h 80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449" h="803">
                  <a:moveTo>
                    <a:pt x="426" y="717"/>
                  </a:moveTo>
                  <a:lnTo>
                    <a:pt x="427" y="717"/>
                  </a:lnTo>
                  <a:lnTo>
                    <a:pt x="395" y="693"/>
                  </a:lnTo>
                  <a:lnTo>
                    <a:pt x="361" y="662"/>
                  </a:lnTo>
                  <a:lnTo>
                    <a:pt x="329" y="628"/>
                  </a:lnTo>
                  <a:lnTo>
                    <a:pt x="299" y="591"/>
                  </a:lnTo>
                  <a:lnTo>
                    <a:pt x="269" y="551"/>
                  </a:lnTo>
                  <a:lnTo>
                    <a:pt x="241" y="507"/>
                  </a:lnTo>
                  <a:lnTo>
                    <a:pt x="215" y="460"/>
                  </a:lnTo>
                  <a:lnTo>
                    <a:pt x="191" y="412"/>
                  </a:lnTo>
                  <a:lnTo>
                    <a:pt x="170" y="363"/>
                  </a:lnTo>
                  <a:lnTo>
                    <a:pt x="151" y="312"/>
                  </a:lnTo>
                  <a:lnTo>
                    <a:pt x="133" y="259"/>
                  </a:lnTo>
                  <a:lnTo>
                    <a:pt x="119" y="207"/>
                  </a:lnTo>
                  <a:lnTo>
                    <a:pt x="108" y="156"/>
                  </a:lnTo>
                  <a:lnTo>
                    <a:pt x="101" y="103"/>
                  </a:lnTo>
                  <a:lnTo>
                    <a:pt x="96" y="51"/>
                  </a:lnTo>
                  <a:lnTo>
                    <a:pt x="94" y="0"/>
                  </a:lnTo>
                  <a:lnTo>
                    <a:pt x="0" y="0"/>
                  </a:lnTo>
                  <a:lnTo>
                    <a:pt x="2" y="56"/>
                  </a:lnTo>
                  <a:lnTo>
                    <a:pt x="7" y="115"/>
                  </a:lnTo>
                  <a:lnTo>
                    <a:pt x="16" y="172"/>
                  </a:lnTo>
                  <a:lnTo>
                    <a:pt x="28" y="231"/>
                  </a:lnTo>
                  <a:lnTo>
                    <a:pt x="44" y="287"/>
                  </a:lnTo>
                  <a:lnTo>
                    <a:pt x="62" y="342"/>
                  </a:lnTo>
                  <a:lnTo>
                    <a:pt x="83" y="398"/>
                  </a:lnTo>
                  <a:lnTo>
                    <a:pt x="106" y="452"/>
                  </a:lnTo>
                  <a:lnTo>
                    <a:pt x="133" y="505"/>
                  </a:lnTo>
                  <a:lnTo>
                    <a:pt x="161" y="554"/>
                  </a:lnTo>
                  <a:lnTo>
                    <a:pt x="192" y="602"/>
                  </a:lnTo>
                  <a:lnTo>
                    <a:pt x="224" y="647"/>
                  </a:lnTo>
                  <a:lnTo>
                    <a:pt x="259" y="689"/>
                  </a:lnTo>
                  <a:lnTo>
                    <a:pt x="295" y="728"/>
                  </a:lnTo>
                  <a:lnTo>
                    <a:pt x="334" y="763"/>
                  </a:lnTo>
                  <a:lnTo>
                    <a:pt x="374" y="795"/>
                  </a:lnTo>
                  <a:lnTo>
                    <a:pt x="375" y="795"/>
                  </a:lnTo>
                  <a:lnTo>
                    <a:pt x="374" y="795"/>
                  </a:lnTo>
                  <a:lnTo>
                    <a:pt x="392" y="803"/>
                  </a:lnTo>
                  <a:lnTo>
                    <a:pt x="411" y="803"/>
                  </a:lnTo>
                  <a:lnTo>
                    <a:pt x="426" y="795"/>
                  </a:lnTo>
                  <a:lnTo>
                    <a:pt x="439" y="782"/>
                  </a:lnTo>
                  <a:lnTo>
                    <a:pt x="446" y="766"/>
                  </a:lnTo>
                  <a:lnTo>
                    <a:pt x="449" y="749"/>
                  </a:lnTo>
                  <a:lnTo>
                    <a:pt x="441" y="732"/>
                  </a:lnTo>
                  <a:lnTo>
                    <a:pt x="427" y="717"/>
                  </a:lnTo>
                  <a:lnTo>
                    <a:pt x="426" y="71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83999" name="Freeform 45"/>
            <p:cNvSpPr>
              <a:spLocks/>
            </p:cNvSpPr>
            <p:nvPr/>
          </p:nvSpPr>
          <p:spPr bwMode="auto">
            <a:xfrm>
              <a:off x="883" y="1673"/>
              <a:ext cx="379" cy="690"/>
            </a:xfrm>
            <a:custGeom>
              <a:avLst/>
              <a:gdLst>
                <a:gd name="T0" fmla="*/ 12 w 1897"/>
                <a:gd name="T1" fmla="*/ 6 h 3450"/>
                <a:gd name="T2" fmla="*/ 13 w 1897"/>
                <a:gd name="T3" fmla="*/ 7 h 3450"/>
                <a:gd name="T4" fmla="*/ 13 w 1897"/>
                <a:gd name="T5" fmla="*/ 7 h 3450"/>
                <a:gd name="T6" fmla="*/ 14 w 1897"/>
                <a:gd name="T7" fmla="*/ 8 h 3450"/>
                <a:gd name="T8" fmla="*/ 14 w 1897"/>
                <a:gd name="T9" fmla="*/ 9 h 3450"/>
                <a:gd name="T10" fmla="*/ 15 w 1897"/>
                <a:gd name="T11" fmla="*/ 10 h 3450"/>
                <a:gd name="T12" fmla="*/ 15 w 1897"/>
                <a:gd name="T13" fmla="*/ 11 h 3450"/>
                <a:gd name="T14" fmla="*/ 15 w 1897"/>
                <a:gd name="T15" fmla="*/ 11 h 3450"/>
                <a:gd name="T16" fmla="*/ 15 w 1897"/>
                <a:gd name="T17" fmla="*/ 12 h 3450"/>
                <a:gd name="T18" fmla="*/ 15 w 1897"/>
                <a:gd name="T19" fmla="*/ 26 h 3450"/>
                <a:gd name="T20" fmla="*/ 15 w 1897"/>
                <a:gd name="T21" fmla="*/ 26 h 3450"/>
                <a:gd name="T22" fmla="*/ 15 w 1897"/>
                <a:gd name="T23" fmla="*/ 27 h 3450"/>
                <a:gd name="T24" fmla="*/ 15 w 1897"/>
                <a:gd name="T25" fmla="*/ 27 h 3450"/>
                <a:gd name="T26" fmla="*/ 14 w 1897"/>
                <a:gd name="T27" fmla="*/ 27 h 3450"/>
                <a:gd name="T28" fmla="*/ 14 w 1897"/>
                <a:gd name="T29" fmla="*/ 28 h 3450"/>
                <a:gd name="T30" fmla="*/ 13 w 1897"/>
                <a:gd name="T31" fmla="*/ 28 h 3450"/>
                <a:gd name="T32" fmla="*/ 13 w 1897"/>
                <a:gd name="T33" fmla="*/ 27 h 3450"/>
                <a:gd name="T34" fmla="*/ 3 w 1897"/>
                <a:gd name="T35" fmla="*/ 21 h 3450"/>
                <a:gd name="T36" fmla="*/ 2 w 1897"/>
                <a:gd name="T37" fmla="*/ 21 h 3450"/>
                <a:gd name="T38" fmla="*/ 2 w 1897"/>
                <a:gd name="T39" fmla="*/ 20 h 3450"/>
                <a:gd name="T40" fmla="*/ 1 w 1897"/>
                <a:gd name="T41" fmla="*/ 19 h 3450"/>
                <a:gd name="T42" fmla="*/ 1 w 1897"/>
                <a:gd name="T43" fmla="*/ 19 h 3450"/>
                <a:gd name="T44" fmla="*/ 0 w 1897"/>
                <a:gd name="T45" fmla="*/ 18 h 3450"/>
                <a:gd name="T46" fmla="*/ 0 w 1897"/>
                <a:gd name="T47" fmla="*/ 17 h 3450"/>
                <a:gd name="T48" fmla="*/ 0 w 1897"/>
                <a:gd name="T49" fmla="*/ 16 h 3450"/>
                <a:gd name="T50" fmla="*/ 0 w 1897"/>
                <a:gd name="T51" fmla="*/ 15 h 3450"/>
                <a:gd name="T52" fmla="*/ 0 w 1897"/>
                <a:gd name="T53" fmla="*/ 2 h 3450"/>
                <a:gd name="T54" fmla="*/ 0 w 1897"/>
                <a:gd name="T55" fmla="*/ 1 h 3450"/>
                <a:gd name="T56" fmla="*/ 0 w 1897"/>
                <a:gd name="T57" fmla="*/ 1 h 3450"/>
                <a:gd name="T58" fmla="*/ 1 w 1897"/>
                <a:gd name="T59" fmla="*/ 0 h 3450"/>
                <a:gd name="T60" fmla="*/ 1 w 1897"/>
                <a:gd name="T61" fmla="*/ 0 h 3450"/>
                <a:gd name="T62" fmla="*/ 1 w 1897"/>
                <a:gd name="T63" fmla="*/ 0 h 3450"/>
                <a:gd name="T64" fmla="*/ 2 w 1897"/>
                <a:gd name="T65" fmla="*/ 0 h 3450"/>
                <a:gd name="T66" fmla="*/ 3 w 1897"/>
                <a:gd name="T67" fmla="*/ 0 h 3450"/>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897"/>
                <a:gd name="T103" fmla="*/ 0 h 3450"/>
                <a:gd name="T104" fmla="*/ 1897 w 1897"/>
                <a:gd name="T105" fmla="*/ 3450 h 3450"/>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897" h="3450">
                  <a:moveTo>
                    <a:pt x="357" y="49"/>
                  </a:moveTo>
                  <a:lnTo>
                    <a:pt x="1542" y="806"/>
                  </a:lnTo>
                  <a:lnTo>
                    <a:pt x="1579" y="832"/>
                  </a:lnTo>
                  <a:lnTo>
                    <a:pt x="1614" y="861"/>
                  </a:lnTo>
                  <a:lnTo>
                    <a:pt x="1648" y="895"/>
                  </a:lnTo>
                  <a:lnTo>
                    <a:pt x="1681" y="933"/>
                  </a:lnTo>
                  <a:lnTo>
                    <a:pt x="1711" y="973"/>
                  </a:lnTo>
                  <a:lnTo>
                    <a:pt x="1740" y="1016"/>
                  </a:lnTo>
                  <a:lnTo>
                    <a:pt x="1768" y="1062"/>
                  </a:lnTo>
                  <a:lnTo>
                    <a:pt x="1793" y="1109"/>
                  </a:lnTo>
                  <a:lnTo>
                    <a:pt x="1816" y="1158"/>
                  </a:lnTo>
                  <a:lnTo>
                    <a:pt x="1836" y="1208"/>
                  </a:lnTo>
                  <a:lnTo>
                    <a:pt x="1854" y="1260"/>
                  </a:lnTo>
                  <a:lnTo>
                    <a:pt x="1869" y="1313"/>
                  </a:lnTo>
                  <a:lnTo>
                    <a:pt x="1881" y="1364"/>
                  </a:lnTo>
                  <a:lnTo>
                    <a:pt x="1890" y="1417"/>
                  </a:lnTo>
                  <a:lnTo>
                    <a:pt x="1895" y="1469"/>
                  </a:lnTo>
                  <a:lnTo>
                    <a:pt x="1897" y="1519"/>
                  </a:lnTo>
                  <a:lnTo>
                    <a:pt x="1897" y="3142"/>
                  </a:lnTo>
                  <a:lnTo>
                    <a:pt x="1895" y="3190"/>
                  </a:lnTo>
                  <a:lnTo>
                    <a:pt x="1890" y="3235"/>
                  </a:lnTo>
                  <a:lnTo>
                    <a:pt x="1881" y="3276"/>
                  </a:lnTo>
                  <a:lnTo>
                    <a:pt x="1869" y="3313"/>
                  </a:lnTo>
                  <a:lnTo>
                    <a:pt x="1854" y="3346"/>
                  </a:lnTo>
                  <a:lnTo>
                    <a:pt x="1836" y="3375"/>
                  </a:lnTo>
                  <a:lnTo>
                    <a:pt x="1816" y="3398"/>
                  </a:lnTo>
                  <a:lnTo>
                    <a:pt x="1793" y="3418"/>
                  </a:lnTo>
                  <a:lnTo>
                    <a:pt x="1768" y="3434"/>
                  </a:lnTo>
                  <a:lnTo>
                    <a:pt x="1740" y="3444"/>
                  </a:lnTo>
                  <a:lnTo>
                    <a:pt x="1711" y="3450"/>
                  </a:lnTo>
                  <a:lnTo>
                    <a:pt x="1681" y="3450"/>
                  </a:lnTo>
                  <a:lnTo>
                    <a:pt x="1648" y="3445"/>
                  </a:lnTo>
                  <a:lnTo>
                    <a:pt x="1614" y="3436"/>
                  </a:lnTo>
                  <a:lnTo>
                    <a:pt x="1579" y="3421"/>
                  </a:lnTo>
                  <a:lnTo>
                    <a:pt x="1542" y="3400"/>
                  </a:lnTo>
                  <a:lnTo>
                    <a:pt x="357" y="2643"/>
                  </a:lnTo>
                  <a:lnTo>
                    <a:pt x="320" y="2618"/>
                  </a:lnTo>
                  <a:lnTo>
                    <a:pt x="285" y="2588"/>
                  </a:lnTo>
                  <a:lnTo>
                    <a:pt x="251" y="2554"/>
                  </a:lnTo>
                  <a:lnTo>
                    <a:pt x="218" y="2517"/>
                  </a:lnTo>
                  <a:lnTo>
                    <a:pt x="187" y="2477"/>
                  </a:lnTo>
                  <a:lnTo>
                    <a:pt x="157" y="2433"/>
                  </a:lnTo>
                  <a:lnTo>
                    <a:pt x="130" y="2388"/>
                  </a:lnTo>
                  <a:lnTo>
                    <a:pt x="105" y="2341"/>
                  </a:lnTo>
                  <a:lnTo>
                    <a:pt x="81" y="2292"/>
                  </a:lnTo>
                  <a:lnTo>
                    <a:pt x="61" y="2241"/>
                  </a:lnTo>
                  <a:lnTo>
                    <a:pt x="44" y="2190"/>
                  </a:lnTo>
                  <a:lnTo>
                    <a:pt x="29" y="2138"/>
                  </a:lnTo>
                  <a:lnTo>
                    <a:pt x="17" y="2085"/>
                  </a:lnTo>
                  <a:lnTo>
                    <a:pt x="7" y="2033"/>
                  </a:lnTo>
                  <a:lnTo>
                    <a:pt x="3" y="1981"/>
                  </a:lnTo>
                  <a:lnTo>
                    <a:pt x="0" y="1931"/>
                  </a:lnTo>
                  <a:lnTo>
                    <a:pt x="0" y="308"/>
                  </a:lnTo>
                  <a:lnTo>
                    <a:pt x="3" y="260"/>
                  </a:lnTo>
                  <a:lnTo>
                    <a:pt x="7" y="215"/>
                  </a:lnTo>
                  <a:lnTo>
                    <a:pt x="17" y="174"/>
                  </a:lnTo>
                  <a:lnTo>
                    <a:pt x="29" y="137"/>
                  </a:lnTo>
                  <a:lnTo>
                    <a:pt x="44" y="104"/>
                  </a:lnTo>
                  <a:lnTo>
                    <a:pt x="61" y="76"/>
                  </a:lnTo>
                  <a:lnTo>
                    <a:pt x="81" y="51"/>
                  </a:lnTo>
                  <a:lnTo>
                    <a:pt x="105" y="31"/>
                  </a:lnTo>
                  <a:lnTo>
                    <a:pt x="130" y="16"/>
                  </a:lnTo>
                  <a:lnTo>
                    <a:pt x="157" y="5"/>
                  </a:lnTo>
                  <a:lnTo>
                    <a:pt x="187" y="0"/>
                  </a:lnTo>
                  <a:lnTo>
                    <a:pt x="218" y="0"/>
                  </a:lnTo>
                  <a:lnTo>
                    <a:pt x="251" y="3"/>
                  </a:lnTo>
                  <a:lnTo>
                    <a:pt x="285" y="14"/>
                  </a:lnTo>
                  <a:lnTo>
                    <a:pt x="320" y="29"/>
                  </a:lnTo>
                  <a:lnTo>
                    <a:pt x="357" y="49"/>
                  </a:lnTo>
                  <a:close/>
                </a:path>
              </a:pathLst>
            </a:custGeom>
            <a:solidFill>
              <a:srgbClr val="BFBFB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84000" name="Freeform 46"/>
            <p:cNvSpPr>
              <a:spLocks/>
            </p:cNvSpPr>
            <p:nvPr/>
          </p:nvSpPr>
          <p:spPr bwMode="auto">
            <a:xfrm>
              <a:off x="1268" y="1663"/>
              <a:ext cx="393" cy="711"/>
            </a:xfrm>
            <a:custGeom>
              <a:avLst/>
              <a:gdLst>
                <a:gd name="T0" fmla="*/ 3 w 1962"/>
                <a:gd name="T1" fmla="*/ 7 h 3555"/>
                <a:gd name="T2" fmla="*/ 2 w 1962"/>
                <a:gd name="T3" fmla="*/ 7 h 3555"/>
                <a:gd name="T4" fmla="*/ 2 w 1962"/>
                <a:gd name="T5" fmla="*/ 8 h 3555"/>
                <a:gd name="T6" fmla="*/ 1 w 1962"/>
                <a:gd name="T7" fmla="*/ 8 h 3555"/>
                <a:gd name="T8" fmla="*/ 1 w 1962"/>
                <a:gd name="T9" fmla="*/ 9 h 3555"/>
                <a:gd name="T10" fmla="*/ 1 w 1962"/>
                <a:gd name="T11" fmla="*/ 10 h 3555"/>
                <a:gd name="T12" fmla="*/ 0 w 1962"/>
                <a:gd name="T13" fmla="*/ 11 h 3555"/>
                <a:gd name="T14" fmla="*/ 0 w 1962"/>
                <a:gd name="T15" fmla="*/ 12 h 3555"/>
                <a:gd name="T16" fmla="*/ 0 w 1962"/>
                <a:gd name="T17" fmla="*/ 13 h 3555"/>
                <a:gd name="T18" fmla="*/ 0 w 1962"/>
                <a:gd name="T19" fmla="*/ 26 h 3555"/>
                <a:gd name="T20" fmla="*/ 0 w 1962"/>
                <a:gd name="T21" fmla="*/ 27 h 3555"/>
                <a:gd name="T22" fmla="*/ 0 w 1962"/>
                <a:gd name="T23" fmla="*/ 28 h 3555"/>
                <a:gd name="T24" fmla="*/ 1 w 1962"/>
                <a:gd name="T25" fmla="*/ 28 h 3555"/>
                <a:gd name="T26" fmla="*/ 1 w 1962"/>
                <a:gd name="T27" fmla="*/ 28 h 3555"/>
                <a:gd name="T28" fmla="*/ 2 w 1962"/>
                <a:gd name="T29" fmla="*/ 28 h 3555"/>
                <a:gd name="T30" fmla="*/ 2 w 1962"/>
                <a:gd name="T31" fmla="*/ 28 h 3555"/>
                <a:gd name="T32" fmla="*/ 3 w 1962"/>
                <a:gd name="T33" fmla="*/ 28 h 3555"/>
                <a:gd name="T34" fmla="*/ 13 w 1962"/>
                <a:gd name="T35" fmla="*/ 22 h 3555"/>
                <a:gd name="T36" fmla="*/ 13 w 1962"/>
                <a:gd name="T37" fmla="*/ 21 h 3555"/>
                <a:gd name="T38" fmla="*/ 14 w 1962"/>
                <a:gd name="T39" fmla="*/ 21 h 3555"/>
                <a:gd name="T40" fmla="*/ 14 w 1962"/>
                <a:gd name="T41" fmla="*/ 20 h 3555"/>
                <a:gd name="T42" fmla="*/ 15 w 1962"/>
                <a:gd name="T43" fmla="*/ 19 h 3555"/>
                <a:gd name="T44" fmla="*/ 15 w 1962"/>
                <a:gd name="T45" fmla="*/ 18 h 3555"/>
                <a:gd name="T46" fmla="*/ 16 w 1962"/>
                <a:gd name="T47" fmla="*/ 18 h 3555"/>
                <a:gd name="T48" fmla="*/ 16 w 1962"/>
                <a:gd name="T49" fmla="*/ 17 h 3555"/>
                <a:gd name="T50" fmla="*/ 16 w 1962"/>
                <a:gd name="T51" fmla="*/ 16 h 3555"/>
                <a:gd name="T52" fmla="*/ 16 w 1962"/>
                <a:gd name="T53" fmla="*/ 2 h 3555"/>
                <a:gd name="T54" fmla="*/ 16 w 1962"/>
                <a:gd name="T55" fmla="*/ 1 h 3555"/>
                <a:gd name="T56" fmla="*/ 15 w 1962"/>
                <a:gd name="T57" fmla="*/ 1 h 3555"/>
                <a:gd name="T58" fmla="*/ 15 w 1962"/>
                <a:gd name="T59" fmla="*/ 0 h 3555"/>
                <a:gd name="T60" fmla="*/ 15 w 1962"/>
                <a:gd name="T61" fmla="*/ 0 h 3555"/>
                <a:gd name="T62" fmla="*/ 14 w 1962"/>
                <a:gd name="T63" fmla="*/ 0 h 3555"/>
                <a:gd name="T64" fmla="*/ 14 w 1962"/>
                <a:gd name="T65" fmla="*/ 0 h 3555"/>
                <a:gd name="T66" fmla="*/ 13 w 1962"/>
                <a:gd name="T67" fmla="*/ 0 h 3555"/>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962"/>
                <a:gd name="T103" fmla="*/ 0 h 3555"/>
                <a:gd name="T104" fmla="*/ 1962 w 1962"/>
                <a:gd name="T105" fmla="*/ 3555 h 3555"/>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962" h="3555">
                  <a:moveTo>
                    <a:pt x="1594" y="50"/>
                  </a:moveTo>
                  <a:lnTo>
                    <a:pt x="368" y="831"/>
                  </a:lnTo>
                  <a:lnTo>
                    <a:pt x="330" y="858"/>
                  </a:lnTo>
                  <a:lnTo>
                    <a:pt x="294" y="888"/>
                  </a:lnTo>
                  <a:lnTo>
                    <a:pt x="259" y="922"/>
                  </a:lnTo>
                  <a:lnTo>
                    <a:pt x="225" y="961"/>
                  </a:lnTo>
                  <a:lnTo>
                    <a:pt x="193" y="1003"/>
                  </a:lnTo>
                  <a:lnTo>
                    <a:pt x="163" y="1047"/>
                  </a:lnTo>
                  <a:lnTo>
                    <a:pt x="133" y="1094"/>
                  </a:lnTo>
                  <a:lnTo>
                    <a:pt x="108" y="1143"/>
                  </a:lnTo>
                  <a:lnTo>
                    <a:pt x="84" y="1193"/>
                  </a:lnTo>
                  <a:lnTo>
                    <a:pt x="63" y="1246"/>
                  </a:lnTo>
                  <a:lnTo>
                    <a:pt x="44" y="1299"/>
                  </a:lnTo>
                  <a:lnTo>
                    <a:pt x="29" y="1353"/>
                  </a:lnTo>
                  <a:lnTo>
                    <a:pt x="16" y="1405"/>
                  </a:lnTo>
                  <a:lnTo>
                    <a:pt x="7" y="1459"/>
                  </a:lnTo>
                  <a:lnTo>
                    <a:pt x="2" y="1512"/>
                  </a:lnTo>
                  <a:lnTo>
                    <a:pt x="0" y="1565"/>
                  </a:lnTo>
                  <a:lnTo>
                    <a:pt x="0" y="3237"/>
                  </a:lnTo>
                  <a:lnTo>
                    <a:pt x="2" y="3287"/>
                  </a:lnTo>
                  <a:lnTo>
                    <a:pt x="7" y="3333"/>
                  </a:lnTo>
                  <a:lnTo>
                    <a:pt x="16" y="3375"/>
                  </a:lnTo>
                  <a:lnTo>
                    <a:pt x="29" y="3413"/>
                  </a:lnTo>
                  <a:lnTo>
                    <a:pt x="44" y="3447"/>
                  </a:lnTo>
                  <a:lnTo>
                    <a:pt x="63" y="3477"/>
                  </a:lnTo>
                  <a:lnTo>
                    <a:pt x="84" y="3502"/>
                  </a:lnTo>
                  <a:lnTo>
                    <a:pt x="108" y="3522"/>
                  </a:lnTo>
                  <a:lnTo>
                    <a:pt x="133" y="3538"/>
                  </a:lnTo>
                  <a:lnTo>
                    <a:pt x="163" y="3549"/>
                  </a:lnTo>
                  <a:lnTo>
                    <a:pt x="193" y="3555"/>
                  </a:lnTo>
                  <a:lnTo>
                    <a:pt x="225" y="3555"/>
                  </a:lnTo>
                  <a:lnTo>
                    <a:pt x="259" y="3550"/>
                  </a:lnTo>
                  <a:lnTo>
                    <a:pt x="294" y="3541"/>
                  </a:lnTo>
                  <a:lnTo>
                    <a:pt x="330" y="3524"/>
                  </a:lnTo>
                  <a:lnTo>
                    <a:pt x="368" y="3503"/>
                  </a:lnTo>
                  <a:lnTo>
                    <a:pt x="1594" y="2722"/>
                  </a:lnTo>
                  <a:lnTo>
                    <a:pt x="1632" y="2696"/>
                  </a:lnTo>
                  <a:lnTo>
                    <a:pt x="1668" y="2665"/>
                  </a:lnTo>
                  <a:lnTo>
                    <a:pt x="1703" y="2631"/>
                  </a:lnTo>
                  <a:lnTo>
                    <a:pt x="1737" y="2592"/>
                  </a:lnTo>
                  <a:lnTo>
                    <a:pt x="1769" y="2551"/>
                  </a:lnTo>
                  <a:lnTo>
                    <a:pt x="1799" y="2506"/>
                  </a:lnTo>
                  <a:lnTo>
                    <a:pt x="1829" y="2460"/>
                  </a:lnTo>
                  <a:lnTo>
                    <a:pt x="1854" y="2411"/>
                  </a:lnTo>
                  <a:lnTo>
                    <a:pt x="1878" y="2361"/>
                  </a:lnTo>
                  <a:lnTo>
                    <a:pt x="1899" y="2308"/>
                  </a:lnTo>
                  <a:lnTo>
                    <a:pt x="1918" y="2256"/>
                  </a:lnTo>
                  <a:lnTo>
                    <a:pt x="1933" y="2202"/>
                  </a:lnTo>
                  <a:lnTo>
                    <a:pt x="1946" y="2149"/>
                  </a:lnTo>
                  <a:lnTo>
                    <a:pt x="1955" y="2095"/>
                  </a:lnTo>
                  <a:lnTo>
                    <a:pt x="1960" y="2042"/>
                  </a:lnTo>
                  <a:lnTo>
                    <a:pt x="1962" y="1989"/>
                  </a:lnTo>
                  <a:lnTo>
                    <a:pt x="1962" y="319"/>
                  </a:lnTo>
                  <a:lnTo>
                    <a:pt x="1960" y="269"/>
                  </a:lnTo>
                  <a:lnTo>
                    <a:pt x="1955" y="223"/>
                  </a:lnTo>
                  <a:lnTo>
                    <a:pt x="1946" y="180"/>
                  </a:lnTo>
                  <a:lnTo>
                    <a:pt x="1933" y="143"/>
                  </a:lnTo>
                  <a:lnTo>
                    <a:pt x="1918" y="109"/>
                  </a:lnTo>
                  <a:lnTo>
                    <a:pt x="1899" y="79"/>
                  </a:lnTo>
                  <a:lnTo>
                    <a:pt x="1878" y="54"/>
                  </a:lnTo>
                  <a:lnTo>
                    <a:pt x="1854" y="33"/>
                  </a:lnTo>
                  <a:lnTo>
                    <a:pt x="1829" y="17"/>
                  </a:lnTo>
                  <a:lnTo>
                    <a:pt x="1799" y="7"/>
                  </a:lnTo>
                  <a:lnTo>
                    <a:pt x="1769" y="0"/>
                  </a:lnTo>
                  <a:lnTo>
                    <a:pt x="1737" y="0"/>
                  </a:lnTo>
                  <a:lnTo>
                    <a:pt x="1703" y="4"/>
                  </a:lnTo>
                  <a:lnTo>
                    <a:pt x="1668" y="14"/>
                  </a:lnTo>
                  <a:lnTo>
                    <a:pt x="1632" y="29"/>
                  </a:lnTo>
                  <a:lnTo>
                    <a:pt x="1594" y="50"/>
                  </a:lnTo>
                  <a:close/>
                </a:path>
              </a:pathLst>
            </a:custGeom>
            <a:solidFill>
              <a:srgbClr val="E5E5E5"/>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84001" name="Freeform 47"/>
            <p:cNvSpPr>
              <a:spLocks noEditPoints="1"/>
            </p:cNvSpPr>
            <p:nvPr/>
          </p:nvSpPr>
          <p:spPr bwMode="auto">
            <a:xfrm>
              <a:off x="916" y="1589"/>
              <a:ext cx="697" cy="698"/>
            </a:xfrm>
            <a:custGeom>
              <a:avLst/>
              <a:gdLst>
                <a:gd name="T0" fmla="*/ 16 w 3485"/>
                <a:gd name="T1" fmla="*/ 0 h 3490"/>
                <a:gd name="T2" fmla="*/ 17 w 3485"/>
                <a:gd name="T3" fmla="*/ 2 h 3490"/>
                <a:gd name="T4" fmla="*/ 17 w 3485"/>
                <a:gd name="T5" fmla="*/ 3 h 3490"/>
                <a:gd name="T6" fmla="*/ 14 w 3485"/>
                <a:gd name="T7" fmla="*/ 4 h 3490"/>
                <a:gd name="T8" fmla="*/ 12 w 3485"/>
                <a:gd name="T9" fmla="*/ 4 h 3490"/>
                <a:gd name="T10" fmla="*/ 11 w 3485"/>
                <a:gd name="T11" fmla="*/ 2 h 3490"/>
                <a:gd name="T12" fmla="*/ 11 w 3485"/>
                <a:gd name="T13" fmla="*/ 1 h 3490"/>
                <a:gd name="T14" fmla="*/ 14 w 3485"/>
                <a:gd name="T15" fmla="*/ 0 h 3490"/>
                <a:gd name="T16" fmla="*/ 3 w 3485"/>
                <a:gd name="T17" fmla="*/ 7 h 3490"/>
                <a:gd name="T18" fmla="*/ 4 w 3485"/>
                <a:gd name="T19" fmla="*/ 9 h 3490"/>
                <a:gd name="T20" fmla="*/ 3 w 3485"/>
                <a:gd name="T21" fmla="*/ 12 h 3490"/>
                <a:gd name="T22" fmla="*/ 2 w 3485"/>
                <a:gd name="T23" fmla="*/ 13 h 3490"/>
                <a:gd name="T24" fmla="*/ 1 w 3485"/>
                <a:gd name="T25" fmla="*/ 12 h 3490"/>
                <a:gd name="T26" fmla="*/ 0 w 3485"/>
                <a:gd name="T27" fmla="*/ 10 h 3490"/>
                <a:gd name="T28" fmla="*/ 0 w 3485"/>
                <a:gd name="T29" fmla="*/ 8 h 3490"/>
                <a:gd name="T30" fmla="*/ 2 w 3485"/>
                <a:gd name="T31" fmla="*/ 6 h 3490"/>
                <a:gd name="T32" fmla="*/ 10 w 3485"/>
                <a:gd name="T33" fmla="*/ 20 h 3490"/>
                <a:gd name="T34" fmla="*/ 11 w 3485"/>
                <a:gd name="T35" fmla="*/ 22 h 3490"/>
                <a:gd name="T36" fmla="*/ 11 w 3485"/>
                <a:gd name="T37" fmla="*/ 25 h 3490"/>
                <a:gd name="T38" fmla="*/ 10 w 3485"/>
                <a:gd name="T39" fmla="*/ 27 h 3490"/>
                <a:gd name="T40" fmla="*/ 8 w 3485"/>
                <a:gd name="T41" fmla="*/ 26 h 3490"/>
                <a:gd name="T42" fmla="*/ 7 w 3485"/>
                <a:gd name="T43" fmla="*/ 24 h 3490"/>
                <a:gd name="T44" fmla="*/ 7 w 3485"/>
                <a:gd name="T45" fmla="*/ 22 h 3490"/>
                <a:gd name="T46" fmla="*/ 8 w 3485"/>
                <a:gd name="T47" fmla="*/ 20 h 3490"/>
                <a:gd name="T48" fmla="*/ 20 w 3485"/>
                <a:gd name="T49" fmla="*/ 21 h 3490"/>
                <a:gd name="T50" fmla="*/ 21 w 3485"/>
                <a:gd name="T51" fmla="*/ 23 h 3490"/>
                <a:gd name="T52" fmla="*/ 21 w 3485"/>
                <a:gd name="T53" fmla="*/ 26 h 3490"/>
                <a:gd name="T54" fmla="*/ 20 w 3485"/>
                <a:gd name="T55" fmla="*/ 28 h 3490"/>
                <a:gd name="T56" fmla="*/ 18 w 3485"/>
                <a:gd name="T57" fmla="*/ 28 h 3490"/>
                <a:gd name="T58" fmla="*/ 17 w 3485"/>
                <a:gd name="T59" fmla="*/ 26 h 3490"/>
                <a:gd name="T60" fmla="*/ 17 w 3485"/>
                <a:gd name="T61" fmla="*/ 23 h 3490"/>
                <a:gd name="T62" fmla="*/ 18 w 3485"/>
                <a:gd name="T63" fmla="*/ 21 h 3490"/>
                <a:gd name="T64" fmla="*/ 19 w 3485"/>
                <a:gd name="T65" fmla="*/ 11 h 3490"/>
                <a:gd name="T66" fmla="*/ 20 w 3485"/>
                <a:gd name="T67" fmla="*/ 13 h 3490"/>
                <a:gd name="T68" fmla="*/ 21 w 3485"/>
                <a:gd name="T69" fmla="*/ 15 h 3490"/>
                <a:gd name="T70" fmla="*/ 20 w 3485"/>
                <a:gd name="T71" fmla="*/ 17 h 3490"/>
                <a:gd name="T72" fmla="*/ 18 w 3485"/>
                <a:gd name="T73" fmla="*/ 17 h 3490"/>
                <a:gd name="T74" fmla="*/ 17 w 3485"/>
                <a:gd name="T75" fmla="*/ 16 h 3490"/>
                <a:gd name="T76" fmla="*/ 17 w 3485"/>
                <a:gd name="T77" fmla="*/ 13 h 3490"/>
                <a:gd name="T78" fmla="*/ 18 w 3485"/>
                <a:gd name="T79" fmla="*/ 11 h 3490"/>
                <a:gd name="T80" fmla="*/ 26 w 3485"/>
                <a:gd name="T81" fmla="*/ 7 h 3490"/>
                <a:gd name="T82" fmla="*/ 27 w 3485"/>
                <a:gd name="T83" fmla="*/ 8 h 3490"/>
                <a:gd name="T84" fmla="*/ 27 w 3485"/>
                <a:gd name="T85" fmla="*/ 11 h 3490"/>
                <a:gd name="T86" fmla="*/ 26 w 3485"/>
                <a:gd name="T87" fmla="*/ 13 h 3490"/>
                <a:gd name="T88" fmla="*/ 25 w 3485"/>
                <a:gd name="T89" fmla="*/ 13 h 3490"/>
                <a:gd name="T90" fmla="*/ 24 w 3485"/>
                <a:gd name="T91" fmla="*/ 12 h 3490"/>
                <a:gd name="T92" fmla="*/ 24 w 3485"/>
                <a:gd name="T93" fmla="*/ 9 h 3490"/>
                <a:gd name="T94" fmla="*/ 24 w 3485"/>
                <a:gd name="T95" fmla="*/ 7 h 3490"/>
                <a:gd name="T96" fmla="*/ 26 w 3485"/>
                <a:gd name="T97" fmla="*/ 17 h 3490"/>
                <a:gd name="T98" fmla="*/ 27 w 3485"/>
                <a:gd name="T99" fmla="*/ 18 h 3490"/>
                <a:gd name="T100" fmla="*/ 28 w 3485"/>
                <a:gd name="T101" fmla="*/ 21 h 3490"/>
                <a:gd name="T102" fmla="*/ 27 w 3485"/>
                <a:gd name="T103" fmla="*/ 23 h 3490"/>
                <a:gd name="T104" fmla="*/ 26 w 3485"/>
                <a:gd name="T105" fmla="*/ 24 h 3490"/>
                <a:gd name="T106" fmla="*/ 24 w 3485"/>
                <a:gd name="T107" fmla="*/ 23 h 3490"/>
                <a:gd name="T108" fmla="*/ 24 w 3485"/>
                <a:gd name="T109" fmla="*/ 20 h 3490"/>
                <a:gd name="T110" fmla="*/ 25 w 3485"/>
                <a:gd name="T111" fmla="*/ 18 h 3490"/>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w 3485"/>
                <a:gd name="T169" fmla="*/ 0 h 3490"/>
                <a:gd name="T170" fmla="*/ 3485 w 3485"/>
                <a:gd name="T171" fmla="*/ 3490 h 3490"/>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T168" t="T169" r="T170" b="T171"/>
              <a:pathLst>
                <a:path w="3485" h="3490">
                  <a:moveTo>
                    <a:pt x="1754" y="0"/>
                  </a:moveTo>
                  <a:lnTo>
                    <a:pt x="1797" y="2"/>
                  </a:lnTo>
                  <a:lnTo>
                    <a:pt x="1840" y="5"/>
                  </a:lnTo>
                  <a:lnTo>
                    <a:pt x="1881" y="12"/>
                  </a:lnTo>
                  <a:lnTo>
                    <a:pt x="1921" y="20"/>
                  </a:lnTo>
                  <a:lnTo>
                    <a:pt x="1959" y="31"/>
                  </a:lnTo>
                  <a:lnTo>
                    <a:pt x="1994" y="44"/>
                  </a:lnTo>
                  <a:lnTo>
                    <a:pt x="2028" y="59"/>
                  </a:lnTo>
                  <a:lnTo>
                    <a:pt x="2058" y="74"/>
                  </a:lnTo>
                  <a:lnTo>
                    <a:pt x="2086" y="93"/>
                  </a:lnTo>
                  <a:lnTo>
                    <a:pt x="2111" y="113"/>
                  </a:lnTo>
                  <a:lnTo>
                    <a:pt x="2132" y="133"/>
                  </a:lnTo>
                  <a:lnTo>
                    <a:pt x="2151" y="155"/>
                  </a:lnTo>
                  <a:lnTo>
                    <a:pt x="2165" y="179"/>
                  </a:lnTo>
                  <a:lnTo>
                    <a:pt x="2175" y="203"/>
                  </a:lnTo>
                  <a:lnTo>
                    <a:pt x="2182" y="229"/>
                  </a:lnTo>
                  <a:lnTo>
                    <a:pt x="2185" y="255"/>
                  </a:lnTo>
                  <a:lnTo>
                    <a:pt x="2182" y="281"/>
                  </a:lnTo>
                  <a:lnTo>
                    <a:pt x="2175" y="305"/>
                  </a:lnTo>
                  <a:lnTo>
                    <a:pt x="2165" y="330"/>
                  </a:lnTo>
                  <a:lnTo>
                    <a:pt x="2151" y="353"/>
                  </a:lnTo>
                  <a:lnTo>
                    <a:pt x="2132" y="376"/>
                  </a:lnTo>
                  <a:lnTo>
                    <a:pt x="2111" y="397"/>
                  </a:lnTo>
                  <a:lnTo>
                    <a:pt x="2086" y="417"/>
                  </a:lnTo>
                  <a:lnTo>
                    <a:pt x="2058" y="434"/>
                  </a:lnTo>
                  <a:lnTo>
                    <a:pt x="2028" y="451"/>
                  </a:lnTo>
                  <a:lnTo>
                    <a:pt x="1994" y="466"/>
                  </a:lnTo>
                  <a:lnTo>
                    <a:pt x="1959" y="479"/>
                  </a:lnTo>
                  <a:lnTo>
                    <a:pt x="1921" y="489"/>
                  </a:lnTo>
                  <a:lnTo>
                    <a:pt x="1881" y="498"/>
                  </a:lnTo>
                  <a:lnTo>
                    <a:pt x="1840" y="505"/>
                  </a:lnTo>
                  <a:lnTo>
                    <a:pt x="1797" y="508"/>
                  </a:lnTo>
                  <a:lnTo>
                    <a:pt x="1754" y="509"/>
                  </a:lnTo>
                  <a:lnTo>
                    <a:pt x="1710" y="508"/>
                  </a:lnTo>
                  <a:lnTo>
                    <a:pt x="1667" y="505"/>
                  </a:lnTo>
                  <a:lnTo>
                    <a:pt x="1626" y="498"/>
                  </a:lnTo>
                  <a:lnTo>
                    <a:pt x="1586" y="489"/>
                  </a:lnTo>
                  <a:lnTo>
                    <a:pt x="1548" y="479"/>
                  </a:lnTo>
                  <a:lnTo>
                    <a:pt x="1512" y="466"/>
                  </a:lnTo>
                  <a:lnTo>
                    <a:pt x="1479" y="451"/>
                  </a:lnTo>
                  <a:lnTo>
                    <a:pt x="1449" y="434"/>
                  </a:lnTo>
                  <a:lnTo>
                    <a:pt x="1421" y="417"/>
                  </a:lnTo>
                  <a:lnTo>
                    <a:pt x="1395" y="397"/>
                  </a:lnTo>
                  <a:lnTo>
                    <a:pt x="1374" y="376"/>
                  </a:lnTo>
                  <a:lnTo>
                    <a:pt x="1355" y="353"/>
                  </a:lnTo>
                  <a:lnTo>
                    <a:pt x="1341" y="330"/>
                  </a:lnTo>
                  <a:lnTo>
                    <a:pt x="1331" y="305"/>
                  </a:lnTo>
                  <a:lnTo>
                    <a:pt x="1324" y="281"/>
                  </a:lnTo>
                  <a:lnTo>
                    <a:pt x="1321" y="255"/>
                  </a:lnTo>
                  <a:lnTo>
                    <a:pt x="1324" y="229"/>
                  </a:lnTo>
                  <a:lnTo>
                    <a:pt x="1331" y="203"/>
                  </a:lnTo>
                  <a:lnTo>
                    <a:pt x="1341" y="179"/>
                  </a:lnTo>
                  <a:lnTo>
                    <a:pt x="1355" y="155"/>
                  </a:lnTo>
                  <a:lnTo>
                    <a:pt x="1374" y="133"/>
                  </a:lnTo>
                  <a:lnTo>
                    <a:pt x="1395" y="113"/>
                  </a:lnTo>
                  <a:lnTo>
                    <a:pt x="1421" y="93"/>
                  </a:lnTo>
                  <a:lnTo>
                    <a:pt x="1449" y="74"/>
                  </a:lnTo>
                  <a:lnTo>
                    <a:pt x="1479" y="59"/>
                  </a:lnTo>
                  <a:lnTo>
                    <a:pt x="1512" y="44"/>
                  </a:lnTo>
                  <a:lnTo>
                    <a:pt x="1548" y="31"/>
                  </a:lnTo>
                  <a:lnTo>
                    <a:pt x="1586" y="20"/>
                  </a:lnTo>
                  <a:lnTo>
                    <a:pt x="1626" y="12"/>
                  </a:lnTo>
                  <a:lnTo>
                    <a:pt x="1667" y="5"/>
                  </a:lnTo>
                  <a:lnTo>
                    <a:pt x="1710" y="2"/>
                  </a:lnTo>
                  <a:lnTo>
                    <a:pt x="1754" y="0"/>
                  </a:lnTo>
                  <a:close/>
                  <a:moveTo>
                    <a:pt x="239" y="786"/>
                  </a:moveTo>
                  <a:lnTo>
                    <a:pt x="263" y="788"/>
                  </a:lnTo>
                  <a:lnTo>
                    <a:pt x="287" y="794"/>
                  </a:lnTo>
                  <a:lnTo>
                    <a:pt x="309" y="805"/>
                  </a:lnTo>
                  <a:lnTo>
                    <a:pt x="331" y="819"/>
                  </a:lnTo>
                  <a:lnTo>
                    <a:pt x="352" y="836"/>
                  </a:lnTo>
                  <a:lnTo>
                    <a:pt x="372" y="857"/>
                  </a:lnTo>
                  <a:lnTo>
                    <a:pt x="390" y="882"/>
                  </a:lnTo>
                  <a:lnTo>
                    <a:pt x="407" y="909"/>
                  </a:lnTo>
                  <a:lnTo>
                    <a:pt x="423" y="940"/>
                  </a:lnTo>
                  <a:lnTo>
                    <a:pt x="437" y="971"/>
                  </a:lnTo>
                  <a:lnTo>
                    <a:pt x="448" y="1006"/>
                  </a:lnTo>
                  <a:lnTo>
                    <a:pt x="459" y="1043"/>
                  </a:lnTo>
                  <a:lnTo>
                    <a:pt x="467" y="1081"/>
                  </a:lnTo>
                  <a:lnTo>
                    <a:pt x="473" y="1121"/>
                  </a:lnTo>
                  <a:lnTo>
                    <a:pt x="476" y="1163"/>
                  </a:lnTo>
                  <a:lnTo>
                    <a:pt x="478" y="1206"/>
                  </a:lnTo>
                  <a:lnTo>
                    <a:pt x="476" y="1248"/>
                  </a:lnTo>
                  <a:lnTo>
                    <a:pt x="473" y="1290"/>
                  </a:lnTo>
                  <a:lnTo>
                    <a:pt x="467" y="1330"/>
                  </a:lnTo>
                  <a:lnTo>
                    <a:pt x="459" y="1367"/>
                  </a:lnTo>
                  <a:lnTo>
                    <a:pt x="448" y="1405"/>
                  </a:lnTo>
                  <a:lnTo>
                    <a:pt x="437" y="1439"/>
                  </a:lnTo>
                  <a:lnTo>
                    <a:pt x="423" y="1472"/>
                  </a:lnTo>
                  <a:lnTo>
                    <a:pt x="407" y="1501"/>
                  </a:lnTo>
                  <a:lnTo>
                    <a:pt x="390" y="1528"/>
                  </a:lnTo>
                  <a:lnTo>
                    <a:pt x="372" y="1553"/>
                  </a:lnTo>
                  <a:lnTo>
                    <a:pt x="352" y="1574"/>
                  </a:lnTo>
                  <a:lnTo>
                    <a:pt x="331" y="1591"/>
                  </a:lnTo>
                  <a:lnTo>
                    <a:pt x="309" y="1605"/>
                  </a:lnTo>
                  <a:lnTo>
                    <a:pt x="287" y="1616"/>
                  </a:lnTo>
                  <a:lnTo>
                    <a:pt x="263" y="1622"/>
                  </a:lnTo>
                  <a:lnTo>
                    <a:pt x="239" y="1624"/>
                  </a:lnTo>
                  <a:lnTo>
                    <a:pt x="214" y="1622"/>
                  </a:lnTo>
                  <a:lnTo>
                    <a:pt x="191" y="1616"/>
                  </a:lnTo>
                  <a:lnTo>
                    <a:pt x="168" y="1605"/>
                  </a:lnTo>
                  <a:lnTo>
                    <a:pt x="146" y="1591"/>
                  </a:lnTo>
                  <a:lnTo>
                    <a:pt x="125" y="1574"/>
                  </a:lnTo>
                  <a:lnTo>
                    <a:pt x="105" y="1553"/>
                  </a:lnTo>
                  <a:lnTo>
                    <a:pt x="87" y="1528"/>
                  </a:lnTo>
                  <a:lnTo>
                    <a:pt x="70" y="1501"/>
                  </a:lnTo>
                  <a:lnTo>
                    <a:pt x="55" y="1472"/>
                  </a:lnTo>
                  <a:lnTo>
                    <a:pt x="41" y="1439"/>
                  </a:lnTo>
                  <a:lnTo>
                    <a:pt x="29" y="1405"/>
                  </a:lnTo>
                  <a:lnTo>
                    <a:pt x="18" y="1367"/>
                  </a:lnTo>
                  <a:lnTo>
                    <a:pt x="10" y="1330"/>
                  </a:lnTo>
                  <a:lnTo>
                    <a:pt x="4" y="1290"/>
                  </a:lnTo>
                  <a:lnTo>
                    <a:pt x="1" y="1248"/>
                  </a:lnTo>
                  <a:lnTo>
                    <a:pt x="0" y="1206"/>
                  </a:lnTo>
                  <a:lnTo>
                    <a:pt x="1" y="1163"/>
                  </a:lnTo>
                  <a:lnTo>
                    <a:pt x="4" y="1121"/>
                  </a:lnTo>
                  <a:lnTo>
                    <a:pt x="10" y="1081"/>
                  </a:lnTo>
                  <a:lnTo>
                    <a:pt x="18" y="1043"/>
                  </a:lnTo>
                  <a:lnTo>
                    <a:pt x="29" y="1006"/>
                  </a:lnTo>
                  <a:lnTo>
                    <a:pt x="41" y="971"/>
                  </a:lnTo>
                  <a:lnTo>
                    <a:pt x="55" y="940"/>
                  </a:lnTo>
                  <a:lnTo>
                    <a:pt x="70" y="909"/>
                  </a:lnTo>
                  <a:lnTo>
                    <a:pt x="87" y="882"/>
                  </a:lnTo>
                  <a:lnTo>
                    <a:pt x="105" y="857"/>
                  </a:lnTo>
                  <a:lnTo>
                    <a:pt x="125" y="836"/>
                  </a:lnTo>
                  <a:lnTo>
                    <a:pt x="146" y="819"/>
                  </a:lnTo>
                  <a:lnTo>
                    <a:pt x="168" y="805"/>
                  </a:lnTo>
                  <a:lnTo>
                    <a:pt x="191" y="794"/>
                  </a:lnTo>
                  <a:lnTo>
                    <a:pt x="214" y="788"/>
                  </a:lnTo>
                  <a:lnTo>
                    <a:pt x="239" y="786"/>
                  </a:lnTo>
                  <a:close/>
                  <a:moveTo>
                    <a:pt x="1119" y="2495"/>
                  </a:moveTo>
                  <a:lnTo>
                    <a:pt x="1143" y="2498"/>
                  </a:lnTo>
                  <a:lnTo>
                    <a:pt x="1167" y="2504"/>
                  </a:lnTo>
                  <a:lnTo>
                    <a:pt x="1190" y="2514"/>
                  </a:lnTo>
                  <a:lnTo>
                    <a:pt x="1211" y="2528"/>
                  </a:lnTo>
                  <a:lnTo>
                    <a:pt x="1232" y="2546"/>
                  </a:lnTo>
                  <a:lnTo>
                    <a:pt x="1252" y="2567"/>
                  </a:lnTo>
                  <a:lnTo>
                    <a:pt x="1271" y="2592"/>
                  </a:lnTo>
                  <a:lnTo>
                    <a:pt x="1288" y="2618"/>
                  </a:lnTo>
                  <a:lnTo>
                    <a:pt x="1304" y="2648"/>
                  </a:lnTo>
                  <a:lnTo>
                    <a:pt x="1318" y="2681"/>
                  </a:lnTo>
                  <a:lnTo>
                    <a:pt x="1329" y="2715"/>
                  </a:lnTo>
                  <a:lnTo>
                    <a:pt x="1340" y="2752"/>
                  </a:lnTo>
                  <a:lnTo>
                    <a:pt x="1348" y="2790"/>
                  </a:lnTo>
                  <a:lnTo>
                    <a:pt x="1354" y="2830"/>
                  </a:lnTo>
                  <a:lnTo>
                    <a:pt x="1358" y="2872"/>
                  </a:lnTo>
                  <a:lnTo>
                    <a:pt x="1359" y="2914"/>
                  </a:lnTo>
                  <a:lnTo>
                    <a:pt x="1358" y="2956"/>
                  </a:lnTo>
                  <a:lnTo>
                    <a:pt x="1354" y="2998"/>
                  </a:lnTo>
                  <a:lnTo>
                    <a:pt x="1348" y="3038"/>
                  </a:lnTo>
                  <a:lnTo>
                    <a:pt x="1340" y="3077"/>
                  </a:lnTo>
                  <a:lnTo>
                    <a:pt x="1329" y="3113"/>
                  </a:lnTo>
                  <a:lnTo>
                    <a:pt x="1318" y="3147"/>
                  </a:lnTo>
                  <a:lnTo>
                    <a:pt x="1304" y="3180"/>
                  </a:lnTo>
                  <a:lnTo>
                    <a:pt x="1288" y="3209"/>
                  </a:lnTo>
                  <a:lnTo>
                    <a:pt x="1271" y="3238"/>
                  </a:lnTo>
                  <a:lnTo>
                    <a:pt x="1252" y="3261"/>
                  </a:lnTo>
                  <a:lnTo>
                    <a:pt x="1232" y="3282"/>
                  </a:lnTo>
                  <a:lnTo>
                    <a:pt x="1211" y="3301"/>
                  </a:lnTo>
                  <a:lnTo>
                    <a:pt x="1190" y="3315"/>
                  </a:lnTo>
                  <a:lnTo>
                    <a:pt x="1167" y="3325"/>
                  </a:lnTo>
                  <a:lnTo>
                    <a:pt x="1143" y="3331"/>
                  </a:lnTo>
                  <a:lnTo>
                    <a:pt x="1119" y="3334"/>
                  </a:lnTo>
                  <a:lnTo>
                    <a:pt x="1094" y="3331"/>
                  </a:lnTo>
                  <a:lnTo>
                    <a:pt x="1070" y="3325"/>
                  </a:lnTo>
                  <a:lnTo>
                    <a:pt x="1048" y="3315"/>
                  </a:lnTo>
                  <a:lnTo>
                    <a:pt x="1026" y="3301"/>
                  </a:lnTo>
                  <a:lnTo>
                    <a:pt x="1005" y="3282"/>
                  </a:lnTo>
                  <a:lnTo>
                    <a:pt x="985" y="3261"/>
                  </a:lnTo>
                  <a:lnTo>
                    <a:pt x="967" y="3238"/>
                  </a:lnTo>
                  <a:lnTo>
                    <a:pt x="950" y="3209"/>
                  </a:lnTo>
                  <a:lnTo>
                    <a:pt x="935" y="3180"/>
                  </a:lnTo>
                  <a:lnTo>
                    <a:pt x="921" y="3147"/>
                  </a:lnTo>
                  <a:lnTo>
                    <a:pt x="909" y="3113"/>
                  </a:lnTo>
                  <a:lnTo>
                    <a:pt x="898" y="3077"/>
                  </a:lnTo>
                  <a:lnTo>
                    <a:pt x="890" y="3038"/>
                  </a:lnTo>
                  <a:lnTo>
                    <a:pt x="884" y="2998"/>
                  </a:lnTo>
                  <a:lnTo>
                    <a:pt x="881" y="2956"/>
                  </a:lnTo>
                  <a:lnTo>
                    <a:pt x="880" y="2914"/>
                  </a:lnTo>
                  <a:lnTo>
                    <a:pt x="881" y="2872"/>
                  </a:lnTo>
                  <a:lnTo>
                    <a:pt x="884" y="2830"/>
                  </a:lnTo>
                  <a:lnTo>
                    <a:pt x="890" y="2790"/>
                  </a:lnTo>
                  <a:lnTo>
                    <a:pt x="898" y="2752"/>
                  </a:lnTo>
                  <a:lnTo>
                    <a:pt x="909" y="2715"/>
                  </a:lnTo>
                  <a:lnTo>
                    <a:pt x="921" y="2681"/>
                  </a:lnTo>
                  <a:lnTo>
                    <a:pt x="935" y="2648"/>
                  </a:lnTo>
                  <a:lnTo>
                    <a:pt x="950" y="2618"/>
                  </a:lnTo>
                  <a:lnTo>
                    <a:pt x="967" y="2592"/>
                  </a:lnTo>
                  <a:lnTo>
                    <a:pt x="985" y="2567"/>
                  </a:lnTo>
                  <a:lnTo>
                    <a:pt x="1005" y="2546"/>
                  </a:lnTo>
                  <a:lnTo>
                    <a:pt x="1026" y="2528"/>
                  </a:lnTo>
                  <a:lnTo>
                    <a:pt x="1048" y="2514"/>
                  </a:lnTo>
                  <a:lnTo>
                    <a:pt x="1070" y="2504"/>
                  </a:lnTo>
                  <a:lnTo>
                    <a:pt x="1094" y="2498"/>
                  </a:lnTo>
                  <a:lnTo>
                    <a:pt x="1119" y="2495"/>
                  </a:lnTo>
                  <a:close/>
                  <a:moveTo>
                    <a:pt x="2380" y="2651"/>
                  </a:moveTo>
                  <a:lnTo>
                    <a:pt x="2405" y="2654"/>
                  </a:lnTo>
                  <a:lnTo>
                    <a:pt x="2428" y="2660"/>
                  </a:lnTo>
                  <a:lnTo>
                    <a:pt x="2452" y="2670"/>
                  </a:lnTo>
                  <a:lnTo>
                    <a:pt x="2473" y="2684"/>
                  </a:lnTo>
                  <a:lnTo>
                    <a:pt x="2494" y="2703"/>
                  </a:lnTo>
                  <a:lnTo>
                    <a:pt x="2514" y="2724"/>
                  </a:lnTo>
                  <a:lnTo>
                    <a:pt x="2533" y="2747"/>
                  </a:lnTo>
                  <a:lnTo>
                    <a:pt x="2550" y="2774"/>
                  </a:lnTo>
                  <a:lnTo>
                    <a:pt x="2565" y="2805"/>
                  </a:lnTo>
                  <a:lnTo>
                    <a:pt x="2580" y="2838"/>
                  </a:lnTo>
                  <a:lnTo>
                    <a:pt x="2591" y="2872"/>
                  </a:lnTo>
                  <a:lnTo>
                    <a:pt x="2602" y="2908"/>
                  </a:lnTo>
                  <a:lnTo>
                    <a:pt x="2610" y="2947"/>
                  </a:lnTo>
                  <a:lnTo>
                    <a:pt x="2616" y="2987"/>
                  </a:lnTo>
                  <a:lnTo>
                    <a:pt x="2619" y="3029"/>
                  </a:lnTo>
                  <a:lnTo>
                    <a:pt x="2621" y="3071"/>
                  </a:lnTo>
                  <a:lnTo>
                    <a:pt x="2619" y="3113"/>
                  </a:lnTo>
                  <a:lnTo>
                    <a:pt x="2616" y="3155"/>
                  </a:lnTo>
                  <a:lnTo>
                    <a:pt x="2610" y="3195"/>
                  </a:lnTo>
                  <a:lnTo>
                    <a:pt x="2602" y="3233"/>
                  </a:lnTo>
                  <a:lnTo>
                    <a:pt x="2591" y="3270"/>
                  </a:lnTo>
                  <a:lnTo>
                    <a:pt x="2580" y="3304"/>
                  </a:lnTo>
                  <a:lnTo>
                    <a:pt x="2565" y="3337"/>
                  </a:lnTo>
                  <a:lnTo>
                    <a:pt x="2550" y="3367"/>
                  </a:lnTo>
                  <a:lnTo>
                    <a:pt x="2533" y="3393"/>
                  </a:lnTo>
                  <a:lnTo>
                    <a:pt x="2514" y="3418"/>
                  </a:lnTo>
                  <a:lnTo>
                    <a:pt x="2494" y="3439"/>
                  </a:lnTo>
                  <a:lnTo>
                    <a:pt x="2473" y="3457"/>
                  </a:lnTo>
                  <a:lnTo>
                    <a:pt x="2452" y="3471"/>
                  </a:lnTo>
                  <a:lnTo>
                    <a:pt x="2428" y="3481"/>
                  </a:lnTo>
                  <a:lnTo>
                    <a:pt x="2405" y="3487"/>
                  </a:lnTo>
                  <a:lnTo>
                    <a:pt x="2380" y="3490"/>
                  </a:lnTo>
                  <a:lnTo>
                    <a:pt x="2356" y="3487"/>
                  </a:lnTo>
                  <a:lnTo>
                    <a:pt x="2332" y="3481"/>
                  </a:lnTo>
                  <a:lnTo>
                    <a:pt x="2310" y="3471"/>
                  </a:lnTo>
                  <a:lnTo>
                    <a:pt x="2288" y="3457"/>
                  </a:lnTo>
                  <a:lnTo>
                    <a:pt x="2267" y="3439"/>
                  </a:lnTo>
                  <a:lnTo>
                    <a:pt x="2248" y="3418"/>
                  </a:lnTo>
                  <a:lnTo>
                    <a:pt x="2229" y="3393"/>
                  </a:lnTo>
                  <a:lnTo>
                    <a:pt x="2212" y="3367"/>
                  </a:lnTo>
                  <a:lnTo>
                    <a:pt x="2196" y="3337"/>
                  </a:lnTo>
                  <a:lnTo>
                    <a:pt x="2182" y="3304"/>
                  </a:lnTo>
                  <a:lnTo>
                    <a:pt x="2171" y="3270"/>
                  </a:lnTo>
                  <a:lnTo>
                    <a:pt x="2160" y="3233"/>
                  </a:lnTo>
                  <a:lnTo>
                    <a:pt x="2152" y="3195"/>
                  </a:lnTo>
                  <a:lnTo>
                    <a:pt x="2146" y="3155"/>
                  </a:lnTo>
                  <a:lnTo>
                    <a:pt x="2142" y="3113"/>
                  </a:lnTo>
                  <a:lnTo>
                    <a:pt x="2141" y="3071"/>
                  </a:lnTo>
                  <a:lnTo>
                    <a:pt x="2142" y="3029"/>
                  </a:lnTo>
                  <a:lnTo>
                    <a:pt x="2146" y="2987"/>
                  </a:lnTo>
                  <a:lnTo>
                    <a:pt x="2152" y="2947"/>
                  </a:lnTo>
                  <a:lnTo>
                    <a:pt x="2160" y="2908"/>
                  </a:lnTo>
                  <a:lnTo>
                    <a:pt x="2171" y="2872"/>
                  </a:lnTo>
                  <a:lnTo>
                    <a:pt x="2182" y="2838"/>
                  </a:lnTo>
                  <a:lnTo>
                    <a:pt x="2196" y="2805"/>
                  </a:lnTo>
                  <a:lnTo>
                    <a:pt x="2212" y="2774"/>
                  </a:lnTo>
                  <a:lnTo>
                    <a:pt x="2229" y="2747"/>
                  </a:lnTo>
                  <a:lnTo>
                    <a:pt x="2248" y="2724"/>
                  </a:lnTo>
                  <a:lnTo>
                    <a:pt x="2267" y="2703"/>
                  </a:lnTo>
                  <a:lnTo>
                    <a:pt x="2288" y="2684"/>
                  </a:lnTo>
                  <a:lnTo>
                    <a:pt x="2310" y="2670"/>
                  </a:lnTo>
                  <a:lnTo>
                    <a:pt x="2332" y="2660"/>
                  </a:lnTo>
                  <a:lnTo>
                    <a:pt x="2356" y="2654"/>
                  </a:lnTo>
                  <a:lnTo>
                    <a:pt x="2380" y="2651"/>
                  </a:lnTo>
                  <a:close/>
                  <a:moveTo>
                    <a:pt x="2342" y="1355"/>
                  </a:moveTo>
                  <a:lnTo>
                    <a:pt x="2366" y="1357"/>
                  </a:lnTo>
                  <a:lnTo>
                    <a:pt x="2390" y="1363"/>
                  </a:lnTo>
                  <a:lnTo>
                    <a:pt x="2412" y="1373"/>
                  </a:lnTo>
                  <a:lnTo>
                    <a:pt x="2434" y="1387"/>
                  </a:lnTo>
                  <a:lnTo>
                    <a:pt x="2455" y="1405"/>
                  </a:lnTo>
                  <a:lnTo>
                    <a:pt x="2475" y="1426"/>
                  </a:lnTo>
                  <a:lnTo>
                    <a:pt x="2493" y="1451"/>
                  </a:lnTo>
                  <a:lnTo>
                    <a:pt x="2510" y="1478"/>
                  </a:lnTo>
                  <a:lnTo>
                    <a:pt x="2526" y="1507"/>
                  </a:lnTo>
                  <a:lnTo>
                    <a:pt x="2540" y="1540"/>
                  </a:lnTo>
                  <a:lnTo>
                    <a:pt x="2551" y="1574"/>
                  </a:lnTo>
                  <a:lnTo>
                    <a:pt x="2562" y="1611"/>
                  </a:lnTo>
                  <a:lnTo>
                    <a:pt x="2570" y="1649"/>
                  </a:lnTo>
                  <a:lnTo>
                    <a:pt x="2576" y="1689"/>
                  </a:lnTo>
                  <a:lnTo>
                    <a:pt x="2580" y="1731"/>
                  </a:lnTo>
                  <a:lnTo>
                    <a:pt x="2581" y="1773"/>
                  </a:lnTo>
                  <a:lnTo>
                    <a:pt x="2580" y="1815"/>
                  </a:lnTo>
                  <a:lnTo>
                    <a:pt x="2576" y="1858"/>
                  </a:lnTo>
                  <a:lnTo>
                    <a:pt x="2570" y="1897"/>
                  </a:lnTo>
                  <a:lnTo>
                    <a:pt x="2562" y="1936"/>
                  </a:lnTo>
                  <a:lnTo>
                    <a:pt x="2551" y="1972"/>
                  </a:lnTo>
                  <a:lnTo>
                    <a:pt x="2540" y="2008"/>
                  </a:lnTo>
                  <a:lnTo>
                    <a:pt x="2526" y="2039"/>
                  </a:lnTo>
                  <a:lnTo>
                    <a:pt x="2510" y="2070"/>
                  </a:lnTo>
                  <a:lnTo>
                    <a:pt x="2493" y="2097"/>
                  </a:lnTo>
                  <a:lnTo>
                    <a:pt x="2475" y="2121"/>
                  </a:lnTo>
                  <a:lnTo>
                    <a:pt x="2455" y="2142"/>
                  </a:lnTo>
                  <a:lnTo>
                    <a:pt x="2434" y="2160"/>
                  </a:lnTo>
                  <a:lnTo>
                    <a:pt x="2412" y="2174"/>
                  </a:lnTo>
                  <a:lnTo>
                    <a:pt x="2390" y="2185"/>
                  </a:lnTo>
                  <a:lnTo>
                    <a:pt x="2366" y="2191"/>
                  </a:lnTo>
                  <a:lnTo>
                    <a:pt x="2342" y="2193"/>
                  </a:lnTo>
                  <a:lnTo>
                    <a:pt x="2317" y="2191"/>
                  </a:lnTo>
                  <a:lnTo>
                    <a:pt x="2294" y="2185"/>
                  </a:lnTo>
                  <a:lnTo>
                    <a:pt x="2270" y="2174"/>
                  </a:lnTo>
                  <a:lnTo>
                    <a:pt x="2249" y="2160"/>
                  </a:lnTo>
                  <a:lnTo>
                    <a:pt x="2228" y="2142"/>
                  </a:lnTo>
                  <a:lnTo>
                    <a:pt x="2208" y="2121"/>
                  </a:lnTo>
                  <a:lnTo>
                    <a:pt x="2189" y="2097"/>
                  </a:lnTo>
                  <a:lnTo>
                    <a:pt x="2173" y="2070"/>
                  </a:lnTo>
                  <a:lnTo>
                    <a:pt x="2157" y="2039"/>
                  </a:lnTo>
                  <a:lnTo>
                    <a:pt x="2142" y="2008"/>
                  </a:lnTo>
                  <a:lnTo>
                    <a:pt x="2131" y="1972"/>
                  </a:lnTo>
                  <a:lnTo>
                    <a:pt x="2120" y="1936"/>
                  </a:lnTo>
                  <a:lnTo>
                    <a:pt x="2112" y="1897"/>
                  </a:lnTo>
                  <a:lnTo>
                    <a:pt x="2106" y="1858"/>
                  </a:lnTo>
                  <a:lnTo>
                    <a:pt x="2103" y="1815"/>
                  </a:lnTo>
                  <a:lnTo>
                    <a:pt x="2101" y="1773"/>
                  </a:lnTo>
                  <a:lnTo>
                    <a:pt x="2103" y="1731"/>
                  </a:lnTo>
                  <a:lnTo>
                    <a:pt x="2106" y="1689"/>
                  </a:lnTo>
                  <a:lnTo>
                    <a:pt x="2112" y="1649"/>
                  </a:lnTo>
                  <a:lnTo>
                    <a:pt x="2120" y="1611"/>
                  </a:lnTo>
                  <a:lnTo>
                    <a:pt x="2131" y="1574"/>
                  </a:lnTo>
                  <a:lnTo>
                    <a:pt x="2142" y="1540"/>
                  </a:lnTo>
                  <a:lnTo>
                    <a:pt x="2157" y="1507"/>
                  </a:lnTo>
                  <a:lnTo>
                    <a:pt x="2173" y="1478"/>
                  </a:lnTo>
                  <a:lnTo>
                    <a:pt x="2189" y="1451"/>
                  </a:lnTo>
                  <a:lnTo>
                    <a:pt x="2208" y="1426"/>
                  </a:lnTo>
                  <a:lnTo>
                    <a:pt x="2228" y="1405"/>
                  </a:lnTo>
                  <a:lnTo>
                    <a:pt x="2249" y="1387"/>
                  </a:lnTo>
                  <a:lnTo>
                    <a:pt x="2270" y="1373"/>
                  </a:lnTo>
                  <a:lnTo>
                    <a:pt x="2294" y="1363"/>
                  </a:lnTo>
                  <a:lnTo>
                    <a:pt x="2317" y="1357"/>
                  </a:lnTo>
                  <a:lnTo>
                    <a:pt x="2342" y="1355"/>
                  </a:lnTo>
                  <a:close/>
                  <a:moveTo>
                    <a:pt x="3179" y="819"/>
                  </a:moveTo>
                  <a:lnTo>
                    <a:pt x="3204" y="821"/>
                  </a:lnTo>
                  <a:lnTo>
                    <a:pt x="3227" y="827"/>
                  </a:lnTo>
                  <a:lnTo>
                    <a:pt x="3250" y="838"/>
                  </a:lnTo>
                  <a:lnTo>
                    <a:pt x="3272" y="852"/>
                  </a:lnTo>
                  <a:lnTo>
                    <a:pt x="3293" y="869"/>
                  </a:lnTo>
                  <a:lnTo>
                    <a:pt x="3312" y="890"/>
                  </a:lnTo>
                  <a:lnTo>
                    <a:pt x="3331" y="915"/>
                  </a:lnTo>
                  <a:lnTo>
                    <a:pt x="3348" y="942"/>
                  </a:lnTo>
                  <a:lnTo>
                    <a:pt x="3363" y="971"/>
                  </a:lnTo>
                  <a:lnTo>
                    <a:pt x="3377" y="1004"/>
                  </a:lnTo>
                  <a:lnTo>
                    <a:pt x="3389" y="1038"/>
                  </a:lnTo>
                  <a:lnTo>
                    <a:pt x="3400" y="1076"/>
                  </a:lnTo>
                  <a:lnTo>
                    <a:pt x="3408" y="1113"/>
                  </a:lnTo>
                  <a:lnTo>
                    <a:pt x="3414" y="1153"/>
                  </a:lnTo>
                  <a:lnTo>
                    <a:pt x="3417" y="1195"/>
                  </a:lnTo>
                  <a:lnTo>
                    <a:pt x="3418" y="1237"/>
                  </a:lnTo>
                  <a:lnTo>
                    <a:pt x="3417" y="1280"/>
                  </a:lnTo>
                  <a:lnTo>
                    <a:pt x="3414" y="1322"/>
                  </a:lnTo>
                  <a:lnTo>
                    <a:pt x="3408" y="1362"/>
                  </a:lnTo>
                  <a:lnTo>
                    <a:pt x="3400" y="1399"/>
                  </a:lnTo>
                  <a:lnTo>
                    <a:pt x="3389" y="1437"/>
                  </a:lnTo>
                  <a:lnTo>
                    <a:pt x="3377" y="1471"/>
                  </a:lnTo>
                  <a:lnTo>
                    <a:pt x="3363" y="1503"/>
                  </a:lnTo>
                  <a:lnTo>
                    <a:pt x="3348" y="1533"/>
                  </a:lnTo>
                  <a:lnTo>
                    <a:pt x="3331" y="1560"/>
                  </a:lnTo>
                  <a:lnTo>
                    <a:pt x="3312" y="1584"/>
                  </a:lnTo>
                  <a:lnTo>
                    <a:pt x="3293" y="1605"/>
                  </a:lnTo>
                  <a:lnTo>
                    <a:pt x="3272" y="1623"/>
                  </a:lnTo>
                  <a:lnTo>
                    <a:pt x="3250" y="1637"/>
                  </a:lnTo>
                  <a:lnTo>
                    <a:pt x="3227" y="1648"/>
                  </a:lnTo>
                  <a:lnTo>
                    <a:pt x="3204" y="1654"/>
                  </a:lnTo>
                  <a:lnTo>
                    <a:pt x="3179" y="1656"/>
                  </a:lnTo>
                  <a:lnTo>
                    <a:pt x="3155" y="1654"/>
                  </a:lnTo>
                  <a:lnTo>
                    <a:pt x="3131" y="1648"/>
                  </a:lnTo>
                  <a:lnTo>
                    <a:pt x="3108" y="1637"/>
                  </a:lnTo>
                  <a:lnTo>
                    <a:pt x="3087" y="1623"/>
                  </a:lnTo>
                  <a:lnTo>
                    <a:pt x="3066" y="1605"/>
                  </a:lnTo>
                  <a:lnTo>
                    <a:pt x="3046" y="1584"/>
                  </a:lnTo>
                  <a:lnTo>
                    <a:pt x="3027" y="1560"/>
                  </a:lnTo>
                  <a:lnTo>
                    <a:pt x="3011" y="1533"/>
                  </a:lnTo>
                  <a:lnTo>
                    <a:pt x="2994" y="1503"/>
                  </a:lnTo>
                  <a:lnTo>
                    <a:pt x="2980" y="1471"/>
                  </a:lnTo>
                  <a:lnTo>
                    <a:pt x="2968" y="1437"/>
                  </a:lnTo>
                  <a:lnTo>
                    <a:pt x="2958" y="1399"/>
                  </a:lnTo>
                  <a:lnTo>
                    <a:pt x="2950" y="1362"/>
                  </a:lnTo>
                  <a:lnTo>
                    <a:pt x="2944" y="1322"/>
                  </a:lnTo>
                  <a:lnTo>
                    <a:pt x="2940" y="1280"/>
                  </a:lnTo>
                  <a:lnTo>
                    <a:pt x="2939" y="1237"/>
                  </a:lnTo>
                  <a:lnTo>
                    <a:pt x="2940" y="1195"/>
                  </a:lnTo>
                  <a:lnTo>
                    <a:pt x="2944" y="1153"/>
                  </a:lnTo>
                  <a:lnTo>
                    <a:pt x="2950" y="1113"/>
                  </a:lnTo>
                  <a:lnTo>
                    <a:pt x="2958" y="1076"/>
                  </a:lnTo>
                  <a:lnTo>
                    <a:pt x="2968" y="1038"/>
                  </a:lnTo>
                  <a:lnTo>
                    <a:pt x="2980" y="1004"/>
                  </a:lnTo>
                  <a:lnTo>
                    <a:pt x="2994" y="971"/>
                  </a:lnTo>
                  <a:lnTo>
                    <a:pt x="3011" y="942"/>
                  </a:lnTo>
                  <a:lnTo>
                    <a:pt x="3027" y="915"/>
                  </a:lnTo>
                  <a:lnTo>
                    <a:pt x="3046" y="890"/>
                  </a:lnTo>
                  <a:lnTo>
                    <a:pt x="3066" y="869"/>
                  </a:lnTo>
                  <a:lnTo>
                    <a:pt x="3087" y="852"/>
                  </a:lnTo>
                  <a:lnTo>
                    <a:pt x="3108" y="838"/>
                  </a:lnTo>
                  <a:lnTo>
                    <a:pt x="3131" y="827"/>
                  </a:lnTo>
                  <a:lnTo>
                    <a:pt x="3155" y="821"/>
                  </a:lnTo>
                  <a:lnTo>
                    <a:pt x="3179" y="819"/>
                  </a:lnTo>
                  <a:close/>
                  <a:moveTo>
                    <a:pt x="3246" y="2144"/>
                  </a:moveTo>
                  <a:lnTo>
                    <a:pt x="3271" y="2146"/>
                  </a:lnTo>
                  <a:lnTo>
                    <a:pt x="3294" y="2152"/>
                  </a:lnTo>
                  <a:lnTo>
                    <a:pt x="3316" y="2162"/>
                  </a:lnTo>
                  <a:lnTo>
                    <a:pt x="3339" y="2176"/>
                  </a:lnTo>
                  <a:lnTo>
                    <a:pt x="3360" y="2194"/>
                  </a:lnTo>
                  <a:lnTo>
                    <a:pt x="3380" y="2215"/>
                  </a:lnTo>
                  <a:lnTo>
                    <a:pt x="3397" y="2240"/>
                  </a:lnTo>
                  <a:lnTo>
                    <a:pt x="3415" y="2267"/>
                  </a:lnTo>
                  <a:lnTo>
                    <a:pt x="3430" y="2296"/>
                  </a:lnTo>
                  <a:lnTo>
                    <a:pt x="3444" y="2329"/>
                  </a:lnTo>
                  <a:lnTo>
                    <a:pt x="3456" y="2363"/>
                  </a:lnTo>
                  <a:lnTo>
                    <a:pt x="3466" y="2400"/>
                  </a:lnTo>
                  <a:lnTo>
                    <a:pt x="3475" y="2438"/>
                  </a:lnTo>
                  <a:lnTo>
                    <a:pt x="3480" y="2478"/>
                  </a:lnTo>
                  <a:lnTo>
                    <a:pt x="3484" y="2520"/>
                  </a:lnTo>
                  <a:lnTo>
                    <a:pt x="3485" y="2562"/>
                  </a:lnTo>
                  <a:lnTo>
                    <a:pt x="3484" y="2604"/>
                  </a:lnTo>
                  <a:lnTo>
                    <a:pt x="3480" y="2647"/>
                  </a:lnTo>
                  <a:lnTo>
                    <a:pt x="3475" y="2686"/>
                  </a:lnTo>
                  <a:lnTo>
                    <a:pt x="3466" y="2725"/>
                  </a:lnTo>
                  <a:lnTo>
                    <a:pt x="3456" y="2762"/>
                  </a:lnTo>
                  <a:lnTo>
                    <a:pt x="3444" y="2796"/>
                  </a:lnTo>
                  <a:lnTo>
                    <a:pt x="3430" y="2828"/>
                  </a:lnTo>
                  <a:lnTo>
                    <a:pt x="3415" y="2858"/>
                  </a:lnTo>
                  <a:lnTo>
                    <a:pt x="3397" y="2886"/>
                  </a:lnTo>
                  <a:lnTo>
                    <a:pt x="3380" y="2909"/>
                  </a:lnTo>
                  <a:lnTo>
                    <a:pt x="3360" y="2930"/>
                  </a:lnTo>
                  <a:lnTo>
                    <a:pt x="3339" y="2949"/>
                  </a:lnTo>
                  <a:lnTo>
                    <a:pt x="3316" y="2963"/>
                  </a:lnTo>
                  <a:lnTo>
                    <a:pt x="3294" y="2974"/>
                  </a:lnTo>
                  <a:lnTo>
                    <a:pt x="3271" y="2980"/>
                  </a:lnTo>
                  <a:lnTo>
                    <a:pt x="3246" y="2982"/>
                  </a:lnTo>
                  <a:lnTo>
                    <a:pt x="3222" y="2980"/>
                  </a:lnTo>
                  <a:lnTo>
                    <a:pt x="3198" y="2974"/>
                  </a:lnTo>
                  <a:lnTo>
                    <a:pt x="3176" y="2963"/>
                  </a:lnTo>
                  <a:lnTo>
                    <a:pt x="3154" y="2949"/>
                  </a:lnTo>
                  <a:lnTo>
                    <a:pt x="3133" y="2930"/>
                  </a:lnTo>
                  <a:lnTo>
                    <a:pt x="3113" y="2909"/>
                  </a:lnTo>
                  <a:lnTo>
                    <a:pt x="3095" y="2886"/>
                  </a:lnTo>
                  <a:lnTo>
                    <a:pt x="3077" y="2858"/>
                  </a:lnTo>
                  <a:lnTo>
                    <a:pt x="3062" y="2828"/>
                  </a:lnTo>
                  <a:lnTo>
                    <a:pt x="3048" y="2796"/>
                  </a:lnTo>
                  <a:lnTo>
                    <a:pt x="3036" y="2762"/>
                  </a:lnTo>
                  <a:lnTo>
                    <a:pt x="3026" y="2725"/>
                  </a:lnTo>
                  <a:lnTo>
                    <a:pt x="3018" y="2686"/>
                  </a:lnTo>
                  <a:lnTo>
                    <a:pt x="3012" y="2647"/>
                  </a:lnTo>
                  <a:lnTo>
                    <a:pt x="3008" y="2604"/>
                  </a:lnTo>
                  <a:lnTo>
                    <a:pt x="3007" y="2562"/>
                  </a:lnTo>
                  <a:lnTo>
                    <a:pt x="3008" y="2520"/>
                  </a:lnTo>
                  <a:lnTo>
                    <a:pt x="3012" y="2478"/>
                  </a:lnTo>
                  <a:lnTo>
                    <a:pt x="3018" y="2438"/>
                  </a:lnTo>
                  <a:lnTo>
                    <a:pt x="3026" y="2400"/>
                  </a:lnTo>
                  <a:lnTo>
                    <a:pt x="3036" y="2363"/>
                  </a:lnTo>
                  <a:lnTo>
                    <a:pt x="3048" y="2329"/>
                  </a:lnTo>
                  <a:lnTo>
                    <a:pt x="3062" y="2296"/>
                  </a:lnTo>
                  <a:lnTo>
                    <a:pt x="3077" y="2267"/>
                  </a:lnTo>
                  <a:lnTo>
                    <a:pt x="3095" y="2240"/>
                  </a:lnTo>
                  <a:lnTo>
                    <a:pt x="3113" y="2215"/>
                  </a:lnTo>
                  <a:lnTo>
                    <a:pt x="3133" y="2194"/>
                  </a:lnTo>
                  <a:lnTo>
                    <a:pt x="3154" y="2176"/>
                  </a:lnTo>
                  <a:lnTo>
                    <a:pt x="3176" y="2162"/>
                  </a:lnTo>
                  <a:lnTo>
                    <a:pt x="3198" y="2152"/>
                  </a:lnTo>
                  <a:lnTo>
                    <a:pt x="3222" y="2146"/>
                  </a:lnTo>
                  <a:lnTo>
                    <a:pt x="3246" y="214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84002" name="Freeform 48"/>
            <p:cNvSpPr>
              <a:spLocks/>
            </p:cNvSpPr>
            <p:nvPr/>
          </p:nvSpPr>
          <p:spPr bwMode="auto">
            <a:xfrm>
              <a:off x="1267" y="1588"/>
              <a:ext cx="87" cy="52"/>
            </a:xfrm>
            <a:custGeom>
              <a:avLst/>
              <a:gdLst>
                <a:gd name="T0" fmla="*/ 3 w 437"/>
                <a:gd name="T1" fmla="*/ 2 h 260"/>
                <a:gd name="T2" fmla="*/ 3 w 437"/>
                <a:gd name="T3" fmla="*/ 2 h 260"/>
                <a:gd name="T4" fmla="*/ 3 w 437"/>
                <a:gd name="T5" fmla="*/ 2 h 260"/>
                <a:gd name="T6" fmla="*/ 3 w 437"/>
                <a:gd name="T7" fmla="*/ 2 h 260"/>
                <a:gd name="T8" fmla="*/ 3 w 437"/>
                <a:gd name="T9" fmla="*/ 1 h 260"/>
                <a:gd name="T10" fmla="*/ 3 w 437"/>
                <a:gd name="T11" fmla="*/ 1 h 260"/>
                <a:gd name="T12" fmla="*/ 3 w 437"/>
                <a:gd name="T13" fmla="*/ 1 h 260"/>
                <a:gd name="T14" fmla="*/ 3 w 437"/>
                <a:gd name="T15" fmla="*/ 1 h 260"/>
                <a:gd name="T16" fmla="*/ 3 w 437"/>
                <a:gd name="T17" fmla="*/ 1 h 260"/>
                <a:gd name="T18" fmla="*/ 2 w 437"/>
                <a:gd name="T19" fmla="*/ 1 h 260"/>
                <a:gd name="T20" fmla="*/ 2 w 437"/>
                <a:gd name="T21" fmla="*/ 0 h 260"/>
                <a:gd name="T22" fmla="*/ 2 w 437"/>
                <a:gd name="T23" fmla="*/ 0 h 260"/>
                <a:gd name="T24" fmla="*/ 2 w 437"/>
                <a:gd name="T25" fmla="*/ 0 h 260"/>
                <a:gd name="T26" fmla="*/ 1 w 437"/>
                <a:gd name="T27" fmla="*/ 0 h 260"/>
                <a:gd name="T28" fmla="*/ 1 w 437"/>
                <a:gd name="T29" fmla="*/ 0 h 260"/>
                <a:gd name="T30" fmla="*/ 1 w 437"/>
                <a:gd name="T31" fmla="*/ 0 h 260"/>
                <a:gd name="T32" fmla="*/ 0 w 437"/>
                <a:gd name="T33" fmla="*/ 0 h 260"/>
                <a:gd name="T34" fmla="*/ 0 w 437"/>
                <a:gd name="T35" fmla="*/ 0 h 260"/>
                <a:gd name="T36" fmla="*/ 0 w 437"/>
                <a:gd name="T37" fmla="*/ 0 h 260"/>
                <a:gd name="T38" fmla="*/ 0 w 437"/>
                <a:gd name="T39" fmla="*/ 0 h 260"/>
                <a:gd name="T40" fmla="*/ 1 w 437"/>
                <a:gd name="T41" fmla="*/ 0 h 260"/>
                <a:gd name="T42" fmla="*/ 1 w 437"/>
                <a:gd name="T43" fmla="*/ 0 h 260"/>
                <a:gd name="T44" fmla="*/ 1 w 437"/>
                <a:gd name="T45" fmla="*/ 0 h 260"/>
                <a:gd name="T46" fmla="*/ 2 w 437"/>
                <a:gd name="T47" fmla="*/ 0 h 260"/>
                <a:gd name="T48" fmla="*/ 2 w 437"/>
                <a:gd name="T49" fmla="*/ 0 h 260"/>
                <a:gd name="T50" fmla="*/ 2 w 437"/>
                <a:gd name="T51" fmla="*/ 1 h 260"/>
                <a:gd name="T52" fmla="*/ 2 w 437"/>
                <a:gd name="T53" fmla="*/ 1 h 260"/>
                <a:gd name="T54" fmla="*/ 3 w 437"/>
                <a:gd name="T55" fmla="*/ 1 h 260"/>
                <a:gd name="T56" fmla="*/ 3 w 437"/>
                <a:gd name="T57" fmla="*/ 1 h 260"/>
                <a:gd name="T58" fmla="*/ 3 w 437"/>
                <a:gd name="T59" fmla="*/ 1 h 260"/>
                <a:gd name="T60" fmla="*/ 3 w 437"/>
                <a:gd name="T61" fmla="*/ 1 h 260"/>
                <a:gd name="T62" fmla="*/ 3 w 437"/>
                <a:gd name="T63" fmla="*/ 1 h 260"/>
                <a:gd name="T64" fmla="*/ 3 w 437"/>
                <a:gd name="T65" fmla="*/ 2 h 260"/>
                <a:gd name="T66" fmla="*/ 3 w 437"/>
                <a:gd name="T67" fmla="*/ 2 h 260"/>
                <a:gd name="T68" fmla="*/ 3 w 437"/>
                <a:gd name="T69" fmla="*/ 2 h 260"/>
                <a:gd name="T70" fmla="*/ 3 w 437"/>
                <a:gd name="T71" fmla="*/ 2 h 260"/>
                <a:gd name="T72" fmla="*/ 3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437" y="260"/>
                  </a:moveTo>
                  <a:lnTo>
                    <a:pt x="437" y="260"/>
                  </a:lnTo>
                  <a:lnTo>
                    <a:pt x="434" y="233"/>
                  </a:lnTo>
                  <a:lnTo>
                    <a:pt x="427" y="206"/>
                  </a:lnTo>
                  <a:lnTo>
                    <a:pt x="417" y="181"/>
                  </a:lnTo>
                  <a:lnTo>
                    <a:pt x="401" y="157"/>
                  </a:lnTo>
                  <a:lnTo>
                    <a:pt x="383" y="133"/>
                  </a:lnTo>
                  <a:lnTo>
                    <a:pt x="360" y="113"/>
                  </a:lnTo>
                  <a:lnTo>
                    <a:pt x="336" y="93"/>
                  </a:lnTo>
                  <a:lnTo>
                    <a:pt x="308" y="73"/>
                  </a:lnTo>
                  <a:lnTo>
                    <a:pt x="276" y="58"/>
                  </a:lnTo>
                  <a:lnTo>
                    <a:pt x="242" y="43"/>
                  </a:lnTo>
                  <a:lnTo>
                    <a:pt x="207" y="30"/>
                  </a:lnTo>
                  <a:lnTo>
                    <a:pt x="168" y="19"/>
                  </a:lnTo>
                  <a:lnTo>
                    <a:pt x="128" y="11"/>
                  </a:lnTo>
                  <a:lnTo>
                    <a:pt x="87" y="4"/>
                  </a:lnTo>
                  <a:lnTo>
                    <a:pt x="43" y="1"/>
                  </a:lnTo>
                  <a:lnTo>
                    <a:pt x="0" y="0"/>
                  </a:lnTo>
                  <a:lnTo>
                    <a:pt x="0" y="11"/>
                  </a:lnTo>
                  <a:lnTo>
                    <a:pt x="43" y="12"/>
                  </a:lnTo>
                  <a:lnTo>
                    <a:pt x="85" y="16"/>
                  </a:lnTo>
                  <a:lnTo>
                    <a:pt x="126" y="23"/>
                  </a:lnTo>
                  <a:lnTo>
                    <a:pt x="166" y="31"/>
                  </a:lnTo>
                  <a:lnTo>
                    <a:pt x="202" y="42"/>
                  </a:lnTo>
                  <a:lnTo>
                    <a:pt x="237" y="55"/>
                  </a:lnTo>
                  <a:lnTo>
                    <a:pt x="271" y="70"/>
                  </a:lnTo>
                  <a:lnTo>
                    <a:pt x="301" y="85"/>
                  </a:lnTo>
                  <a:lnTo>
                    <a:pt x="329" y="103"/>
                  </a:lnTo>
                  <a:lnTo>
                    <a:pt x="353" y="123"/>
                  </a:lnTo>
                  <a:lnTo>
                    <a:pt x="373" y="143"/>
                  </a:lnTo>
                  <a:lnTo>
                    <a:pt x="392" y="164"/>
                  </a:lnTo>
                  <a:lnTo>
                    <a:pt x="405" y="186"/>
                  </a:lnTo>
                  <a:lnTo>
                    <a:pt x="415" y="211"/>
                  </a:lnTo>
                  <a:lnTo>
                    <a:pt x="422" y="235"/>
                  </a:lnTo>
                  <a:lnTo>
                    <a:pt x="425" y="260"/>
                  </a:lnTo>
                  <a:lnTo>
                    <a:pt x="437"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84003" name="Freeform 49"/>
            <p:cNvSpPr>
              <a:spLocks/>
            </p:cNvSpPr>
            <p:nvPr/>
          </p:nvSpPr>
          <p:spPr bwMode="auto">
            <a:xfrm>
              <a:off x="1267" y="1640"/>
              <a:ext cx="87" cy="52"/>
            </a:xfrm>
            <a:custGeom>
              <a:avLst/>
              <a:gdLst>
                <a:gd name="T0" fmla="*/ 0 w 437"/>
                <a:gd name="T1" fmla="*/ 2 h 260"/>
                <a:gd name="T2" fmla="*/ 0 w 437"/>
                <a:gd name="T3" fmla="*/ 2 h 260"/>
                <a:gd name="T4" fmla="*/ 0 w 437"/>
                <a:gd name="T5" fmla="*/ 2 h 260"/>
                <a:gd name="T6" fmla="*/ 1 w 437"/>
                <a:gd name="T7" fmla="*/ 2 h 260"/>
                <a:gd name="T8" fmla="*/ 1 w 437"/>
                <a:gd name="T9" fmla="*/ 2 h 260"/>
                <a:gd name="T10" fmla="*/ 1 w 437"/>
                <a:gd name="T11" fmla="*/ 2 h 260"/>
                <a:gd name="T12" fmla="*/ 2 w 437"/>
                <a:gd name="T13" fmla="*/ 2 h 260"/>
                <a:gd name="T14" fmla="*/ 2 w 437"/>
                <a:gd name="T15" fmla="*/ 2 h 260"/>
                <a:gd name="T16" fmla="*/ 2 w 437"/>
                <a:gd name="T17" fmla="*/ 2 h 260"/>
                <a:gd name="T18" fmla="*/ 2 w 437"/>
                <a:gd name="T19" fmla="*/ 1 h 260"/>
                <a:gd name="T20" fmla="*/ 3 w 437"/>
                <a:gd name="T21" fmla="*/ 1 h 260"/>
                <a:gd name="T22" fmla="*/ 3 w 437"/>
                <a:gd name="T23" fmla="*/ 1 h 260"/>
                <a:gd name="T24" fmla="*/ 3 w 437"/>
                <a:gd name="T25" fmla="*/ 1 h 260"/>
                <a:gd name="T26" fmla="*/ 3 w 437"/>
                <a:gd name="T27" fmla="*/ 1 h 260"/>
                <a:gd name="T28" fmla="*/ 3 w 437"/>
                <a:gd name="T29" fmla="*/ 1 h 260"/>
                <a:gd name="T30" fmla="*/ 3 w 437"/>
                <a:gd name="T31" fmla="*/ 0 h 260"/>
                <a:gd name="T32" fmla="*/ 3 w 437"/>
                <a:gd name="T33" fmla="*/ 0 h 260"/>
                <a:gd name="T34" fmla="*/ 3 w 437"/>
                <a:gd name="T35" fmla="*/ 0 h 260"/>
                <a:gd name="T36" fmla="*/ 3 w 437"/>
                <a:gd name="T37" fmla="*/ 0 h 260"/>
                <a:gd name="T38" fmla="*/ 3 w 437"/>
                <a:gd name="T39" fmla="*/ 0 h 260"/>
                <a:gd name="T40" fmla="*/ 3 w 437"/>
                <a:gd name="T41" fmla="*/ 0 h 260"/>
                <a:gd name="T42" fmla="*/ 3 w 437"/>
                <a:gd name="T43" fmla="*/ 1 h 260"/>
                <a:gd name="T44" fmla="*/ 3 w 437"/>
                <a:gd name="T45" fmla="*/ 1 h 260"/>
                <a:gd name="T46" fmla="*/ 3 w 437"/>
                <a:gd name="T47" fmla="*/ 1 h 260"/>
                <a:gd name="T48" fmla="*/ 3 w 437"/>
                <a:gd name="T49" fmla="*/ 1 h 260"/>
                <a:gd name="T50" fmla="*/ 3 w 437"/>
                <a:gd name="T51" fmla="*/ 1 h 260"/>
                <a:gd name="T52" fmla="*/ 2 w 437"/>
                <a:gd name="T53" fmla="*/ 1 h 260"/>
                <a:gd name="T54" fmla="*/ 2 w 437"/>
                <a:gd name="T55" fmla="*/ 2 h 260"/>
                <a:gd name="T56" fmla="*/ 2 w 437"/>
                <a:gd name="T57" fmla="*/ 2 h 260"/>
                <a:gd name="T58" fmla="*/ 2 w 437"/>
                <a:gd name="T59" fmla="*/ 2 h 260"/>
                <a:gd name="T60" fmla="*/ 1 w 437"/>
                <a:gd name="T61" fmla="*/ 2 h 260"/>
                <a:gd name="T62" fmla="*/ 1 w 437"/>
                <a:gd name="T63" fmla="*/ 2 h 260"/>
                <a:gd name="T64" fmla="*/ 1 w 437"/>
                <a:gd name="T65" fmla="*/ 2 h 260"/>
                <a:gd name="T66" fmla="*/ 0 w 437"/>
                <a:gd name="T67" fmla="*/ 2 h 260"/>
                <a:gd name="T68" fmla="*/ 0 w 437"/>
                <a:gd name="T69" fmla="*/ 2 h 260"/>
                <a:gd name="T70" fmla="*/ 0 w 437"/>
                <a:gd name="T71" fmla="*/ 2 h 260"/>
                <a:gd name="T72" fmla="*/ 0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0" y="260"/>
                  </a:moveTo>
                  <a:lnTo>
                    <a:pt x="0" y="260"/>
                  </a:lnTo>
                  <a:lnTo>
                    <a:pt x="43" y="259"/>
                  </a:lnTo>
                  <a:lnTo>
                    <a:pt x="87" y="255"/>
                  </a:lnTo>
                  <a:lnTo>
                    <a:pt x="128" y="248"/>
                  </a:lnTo>
                  <a:lnTo>
                    <a:pt x="168" y="240"/>
                  </a:lnTo>
                  <a:lnTo>
                    <a:pt x="207" y="230"/>
                  </a:lnTo>
                  <a:lnTo>
                    <a:pt x="242" y="217"/>
                  </a:lnTo>
                  <a:lnTo>
                    <a:pt x="276" y="202"/>
                  </a:lnTo>
                  <a:lnTo>
                    <a:pt x="308" y="185"/>
                  </a:lnTo>
                  <a:lnTo>
                    <a:pt x="336" y="166"/>
                  </a:lnTo>
                  <a:lnTo>
                    <a:pt x="360" y="146"/>
                  </a:lnTo>
                  <a:lnTo>
                    <a:pt x="383" y="125"/>
                  </a:lnTo>
                  <a:lnTo>
                    <a:pt x="401" y="102"/>
                  </a:lnTo>
                  <a:lnTo>
                    <a:pt x="417" y="77"/>
                  </a:lnTo>
                  <a:lnTo>
                    <a:pt x="427" y="53"/>
                  </a:lnTo>
                  <a:lnTo>
                    <a:pt x="434" y="27"/>
                  </a:lnTo>
                  <a:lnTo>
                    <a:pt x="437" y="0"/>
                  </a:lnTo>
                  <a:lnTo>
                    <a:pt x="425" y="0"/>
                  </a:lnTo>
                  <a:lnTo>
                    <a:pt x="422" y="24"/>
                  </a:lnTo>
                  <a:lnTo>
                    <a:pt x="415" y="48"/>
                  </a:lnTo>
                  <a:lnTo>
                    <a:pt x="405" y="73"/>
                  </a:lnTo>
                  <a:lnTo>
                    <a:pt x="392" y="95"/>
                  </a:lnTo>
                  <a:lnTo>
                    <a:pt x="373" y="116"/>
                  </a:lnTo>
                  <a:lnTo>
                    <a:pt x="353" y="137"/>
                  </a:lnTo>
                  <a:lnTo>
                    <a:pt x="329" y="157"/>
                  </a:lnTo>
                  <a:lnTo>
                    <a:pt x="301" y="173"/>
                  </a:lnTo>
                  <a:lnTo>
                    <a:pt x="271" y="190"/>
                  </a:lnTo>
                  <a:lnTo>
                    <a:pt x="237" y="205"/>
                  </a:lnTo>
                  <a:lnTo>
                    <a:pt x="202" y="218"/>
                  </a:lnTo>
                  <a:lnTo>
                    <a:pt x="166" y="228"/>
                  </a:lnTo>
                  <a:lnTo>
                    <a:pt x="126" y="237"/>
                  </a:lnTo>
                  <a:lnTo>
                    <a:pt x="85" y="244"/>
                  </a:lnTo>
                  <a:lnTo>
                    <a:pt x="43" y="247"/>
                  </a:lnTo>
                  <a:lnTo>
                    <a:pt x="0" y="248"/>
                  </a:lnTo>
                  <a:lnTo>
                    <a:pt x="0"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84004" name="Freeform 50"/>
            <p:cNvSpPr>
              <a:spLocks/>
            </p:cNvSpPr>
            <p:nvPr/>
          </p:nvSpPr>
          <p:spPr bwMode="auto">
            <a:xfrm>
              <a:off x="1179" y="1640"/>
              <a:ext cx="88" cy="52"/>
            </a:xfrm>
            <a:custGeom>
              <a:avLst/>
              <a:gdLst>
                <a:gd name="T0" fmla="*/ 0 w 439"/>
                <a:gd name="T1" fmla="*/ 0 h 260"/>
                <a:gd name="T2" fmla="*/ 0 w 439"/>
                <a:gd name="T3" fmla="*/ 0 h 260"/>
                <a:gd name="T4" fmla="*/ 0 w 439"/>
                <a:gd name="T5" fmla="*/ 0 h 260"/>
                <a:gd name="T6" fmla="*/ 0 w 439"/>
                <a:gd name="T7" fmla="*/ 0 h 260"/>
                <a:gd name="T8" fmla="*/ 0 w 439"/>
                <a:gd name="T9" fmla="*/ 1 h 260"/>
                <a:gd name="T10" fmla="*/ 0 w 439"/>
                <a:gd name="T11" fmla="*/ 1 h 260"/>
                <a:gd name="T12" fmla="*/ 0 w 439"/>
                <a:gd name="T13" fmla="*/ 1 h 260"/>
                <a:gd name="T14" fmla="*/ 1 w 439"/>
                <a:gd name="T15" fmla="*/ 1 h 260"/>
                <a:gd name="T16" fmla="*/ 1 w 439"/>
                <a:gd name="T17" fmla="*/ 1 h 260"/>
                <a:gd name="T18" fmla="*/ 1 w 439"/>
                <a:gd name="T19" fmla="*/ 1 h 260"/>
                <a:gd name="T20" fmla="*/ 1 w 439"/>
                <a:gd name="T21" fmla="*/ 2 h 260"/>
                <a:gd name="T22" fmla="*/ 2 w 439"/>
                <a:gd name="T23" fmla="*/ 2 h 260"/>
                <a:gd name="T24" fmla="*/ 2 w 439"/>
                <a:gd name="T25" fmla="*/ 2 h 260"/>
                <a:gd name="T26" fmla="*/ 2 w 439"/>
                <a:gd name="T27" fmla="*/ 2 h 260"/>
                <a:gd name="T28" fmla="*/ 2 w 439"/>
                <a:gd name="T29" fmla="*/ 2 h 260"/>
                <a:gd name="T30" fmla="*/ 3 w 439"/>
                <a:gd name="T31" fmla="*/ 2 h 260"/>
                <a:gd name="T32" fmla="*/ 3 w 439"/>
                <a:gd name="T33" fmla="*/ 2 h 260"/>
                <a:gd name="T34" fmla="*/ 4 w 439"/>
                <a:gd name="T35" fmla="*/ 2 h 260"/>
                <a:gd name="T36" fmla="*/ 4 w 439"/>
                <a:gd name="T37" fmla="*/ 2 h 260"/>
                <a:gd name="T38" fmla="*/ 3 w 439"/>
                <a:gd name="T39" fmla="*/ 2 h 260"/>
                <a:gd name="T40" fmla="*/ 3 w 439"/>
                <a:gd name="T41" fmla="*/ 2 h 260"/>
                <a:gd name="T42" fmla="*/ 3 w 439"/>
                <a:gd name="T43" fmla="*/ 2 h 260"/>
                <a:gd name="T44" fmla="*/ 2 w 439"/>
                <a:gd name="T45" fmla="*/ 2 h 260"/>
                <a:gd name="T46" fmla="*/ 2 w 439"/>
                <a:gd name="T47" fmla="*/ 2 h 260"/>
                <a:gd name="T48" fmla="*/ 2 w 439"/>
                <a:gd name="T49" fmla="*/ 2 h 260"/>
                <a:gd name="T50" fmla="*/ 1 w 439"/>
                <a:gd name="T51" fmla="*/ 2 h 260"/>
                <a:gd name="T52" fmla="*/ 1 w 439"/>
                <a:gd name="T53" fmla="*/ 1 h 260"/>
                <a:gd name="T54" fmla="*/ 1 w 439"/>
                <a:gd name="T55" fmla="*/ 1 h 260"/>
                <a:gd name="T56" fmla="*/ 1 w 439"/>
                <a:gd name="T57" fmla="*/ 1 h 260"/>
                <a:gd name="T58" fmla="*/ 1 w 439"/>
                <a:gd name="T59" fmla="*/ 1 h 260"/>
                <a:gd name="T60" fmla="*/ 0 w 439"/>
                <a:gd name="T61" fmla="*/ 1 h 260"/>
                <a:gd name="T62" fmla="*/ 0 w 439"/>
                <a:gd name="T63" fmla="*/ 1 h 260"/>
                <a:gd name="T64" fmla="*/ 0 w 439"/>
                <a:gd name="T65" fmla="*/ 0 h 260"/>
                <a:gd name="T66" fmla="*/ 0 w 439"/>
                <a:gd name="T67" fmla="*/ 0 h 260"/>
                <a:gd name="T68" fmla="*/ 0 w 439"/>
                <a:gd name="T69" fmla="*/ 0 h 260"/>
                <a:gd name="T70" fmla="*/ 0 w 439"/>
                <a:gd name="T71" fmla="*/ 0 h 260"/>
                <a:gd name="T72" fmla="*/ 0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0" y="0"/>
                  </a:moveTo>
                  <a:lnTo>
                    <a:pt x="0" y="0"/>
                  </a:lnTo>
                  <a:lnTo>
                    <a:pt x="3" y="27"/>
                  </a:lnTo>
                  <a:lnTo>
                    <a:pt x="10" y="53"/>
                  </a:lnTo>
                  <a:lnTo>
                    <a:pt x="20" y="77"/>
                  </a:lnTo>
                  <a:lnTo>
                    <a:pt x="35" y="102"/>
                  </a:lnTo>
                  <a:lnTo>
                    <a:pt x="54" y="125"/>
                  </a:lnTo>
                  <a:lnTo>
                    <a:pt x="76" y="146"/>
                  </a:lnTo>
                  <a:lnTo>
                    <a:pt x="102" y="166"/>
                  </a:lnTo>
                  <a:lnTo>
                    <a:pt x="130" y="185"/>
                  </a:lnTo>
                  <a:lnTo>
                    <a:pt x="162" y="202"/>
                  </a:lnTo>
                  <a:lnTo>
                    <a:pt x="195" y="217"/>
                  </a:lnTo>
                  <a:lnTo>
                    <a:pt x="231" y="230"/>
                  </a:lnTo>
                  <a:lnTo>
                    <a:pt x="270" y="240"/>
                  </a:lnTo>
                  <a:lnTo>
                    <a:pt x="310" y="248"/>
                  </a:lnTo>
                  <a:lnTo>
                    <a:pt x="351" y="255"/>
                  </a:lnTo>
                  <a:lnTo>
                    <a:pt x="395" y="259"/>
                  </a:lnTo>
                  <a:lnTo>
                    <a:pt x="439" y="260"/>
                  </a:lnTo>
                  <a:lnTo>
                    <a:pt x="439" y="248"/>
                  </a:lnTo>
                  <a:lnTo>
                    <a:pt x="395" y="247"/>
                  </a:lnTo>
                  <a:lnTo>
                    <a:pt x="353" y="244"/>
                  </a:lnTo>
                  <a:lnTo>
                    <a:pt x="312" y="237"/>
                  </a:lnTo>
                  <a:lnTo>
                    <a:pt x="272" y="228"/>
                  </a:lnTo>
                  <a:lnTo>
                    <a:pt x="236" y="218"/>
                  </a:lnTo>
                  <a:lnTo>
                    <a:pt x="200" y="205"/>
                  </a:lnTo>
                  <a:lnTo>
                    <a:pt x="167" y="190"/>
                  </a:lnTo>
                  <a:lnTo>
                    <a:pt x="137" y="173"/>
                  </a:lnTo>
                  <a:lnTo>
                    <a:pt x="109" y="157"/>
                  </a:lnTo>
                  <a:lnTo>
                    <a:pt x="84" y="137"/>
                  </a:lnTo>
                  <a:lnTo>
                    <a:pt x="64" y="116"/>
                  </a:lnTo>
                  <a:lnTo>
                    <a:pt x="45" y="95"/>
                  </a:lnTo>
                  <a:lnTo>
                    <a:pt x="32" y="73"/>
                  </a:lnTo>
                  <a:lnTo>
                    <a:pt x="21" y="48"/>
                  </a:lnTo>
                  <a:lnTo>
                    <a:pt x="14" y="24"/>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84005" name="Freeform 51"/>
            <p:cNvSpPr>
              <a:spLocks/>
            </p:cNvSpPr>
            <p:nvPr/>
          </p:nvSpPr>
          <p:spPr bwMode="auto">
            <a:xfrm>
              <a:off x="1179" y="1588"/>
              <a:ext cx="88" cy="52"/>
            </a:xfrm>
            <a:custGeom>
              <a:avLst/>
              <a:gdLst>
                <a:gd name="T0" fmla="*/ 4 w 439"/>
                <a:gd name="T1" fmla="*/ 0 h 260"/>
                <a:gd name="T2" fmla="*/ 4 w 439"/>
                <a:gd name="T3" fmla="*/ 0 h 260"/>
                <a:gd name="T4" fmla="*/ 3 w 439"/>
                <a:gd name="T5" fmla="*/ 0 h 260"/>
                <a:gd name="T6" fmla="*/ 3 w 439"/>
                <a:gd name="T7" fmla="*/ 0 h 260"/>
                <a:gd name="T8" fmla="*/ 2 w 439"/>
                <a:gd name="T9" fmla="*/ 0 h 260"/>
                <a:gd name="T10" fmla="*/ 2 w 439"/>
                <a:gd name="T11" fmla="*/ 0 h 260"/>
                <a:gd name="T12" fmla="*/ 2 w 439"/>
                <a:gd name="T13" fmla="*/ 0 h 260"/>
                <a:gd name="T14" fmla="*/ 2 w 439"/>
                <a:gd name="T15" fmla="*/ 0 h 260"/>
                <a:gd name="T16" fmla="*/ 1 w 439"/>
                <a:gd name="T17" fmla="*/ 0 h 260"/>
                <a:gd name="T18" fmla="*/ 1 w 439"/>
                <a:gd name="T19" fmla="*/ 1 h 260"/>
                <a:gd name="T20" fmla="*/ 1 w 439"/>
                <a:gd name="T21" fmla="*/ 1 h 260"/>
                <a:gd name="T22" fmla="*/ 1 w 439"/>
                <a:gd name="T23" fmla="*/ 1 h 260"/>
                <a:gd name="T24" fmla="*/ 0 w 439"/>
                <a:gd name="T25" fmla="*/ 1 h 260"/>
                <a:gd name="T26" fmla="*/ 0 w 439"/>
                <a:gd name="T27" fmla="*/ 1 h 260"/>
                <a:gd name="T28" fmla="*/ 0 w 439"/>
                <a:gd name="T29" fmla="*/ 1 h 260"/>
                <a:gd name="T30" fmla="*/ 0 w 439"/>
                <a:gd name="T31" fmla="*/ 2 h 260"/>
                <a:gd name="T32" fmla="*/ 0 w 439"/>
                <a:gd name="T33" fmla="*/ 2 h 260"/>
                <a:gd name="T34" fmla="*/ 0 w 439"/>
                <a:gd name="T35" fmla="*/ 2 h 260"/>
                <a:gd name="T36" fmla="*/ 0 w 439"/>
                <a:gd name="T37" fmla="*/ 2 h 260"/>
                <a:gd name="T38" fmla="*/ 0 w 439"/>
                <a:gd name="T39" fmla="*/ 2 h 260"/>
                <a:gd name="T40" fmla="*/ 0 w 439"/>
                <a:gd name="T41" fmla="*/ 2 h 260"/>
                <a:gd name="T42" fmla="*/ 0 w 439"/>
                <a:gd name="T43" fmla="*/ 1 h 260"/>
                <a:gd name="T44" fmla="*/ 0 w 439"/>
                <a:gd name="T45" fmla="*/ 1 h 260"/>
                <a:gd name="T46" fmla="*/ 1 w 439"/>
                <a:gd name="T47" fmla="*/ 1 h 260"/>
                <a:gd name="T48" fmla="*/ 1 w 439"/>
                <a:gd name="T49" fmla="*/ 1 h 260"/>
                <a:gd name="T50" fmla="*/ 1 w 439"/>
                <a:gd name="T51" fmla="*/ 1 h 260"/>
                <a:gd name="T52" fmla="*/ 1 w 439"/>
                <a:gd name="T53" fmla="*/ 1 h 260"/>
                <a:gd name="T54" fmla="*/ 1 w 439"/>
                <a:gd name="T55" fmla="*/ 1 h 260"/>
                <a:gd name="T56" fmla="*/ 2 w 439"/>
                <a:gd name="T57" fmla="*/ 0 h 260"/>
                <a:gd name="T58" fmla="*/ 2 w 439"/>
                <a:gd name="T59" fmla="*/ 0 h 260"/>
                <a:gd name="T60" fmla="*/ 2 w 439"/>
                <a:gd name="T61" fmla="*/ 0 h 260"/>
                <a:gd name="T62" fmla="*/ 3 w 439"/>
                <a:gd name="T63" fmla="*/ 0 h 260"/>
                <a:gd name="T64" fmla="*/ 3 w 439"/>
                <a:gd name="T65" fmla="*/ 0 h 260"/>
                <a:gd name="T66" fmla="*/ 3 w 439"/>
                <a:gd name="T67" fmla="*/ 0 h 260"/>
                <a:gd name="T68" fmla="*/ 4 w 439"/>
                <a:gd name="T69" fmla="*/ 0 h 260"/>
                <a:gd name="T70" fmla="*/ 4 w 439"/>
                <a:gd name="T71" fmla="*/ 0 h 260"/>
                <a:gd name="T72" fmla="*/ 4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439" y="0"/>
                  </a:moveTo>
                  <a:lnTo>
                    <a:pt x="439" y="0"/>
                  </a:lnTo>
                  <a:lnTo>
                    <a:pt x="395" y="1"/>
                  </a:lnTo>
                  <a:lnTo>
                    <a:pt x="351" y="4"/>
                  </a:lnTo>
                  <a:lnTo>
                    <a:pt x="310" y="11"/>
                  </a:lnTo>
                  <a:lnTo>
                    <a:pt x="270" y="19"/>
                  </a:lnTo>
                  <a:lnTo>
                    <a:pt x="231" y="30"/>
                  </a:lnTo>
                  <a:lnTo>
                    <a:pt x="195" y="43"/>
                  </a:lnTo>
                  <a:lnTo>
                    <a:pt x="162" y="58"/>
                  </a:lnTo>
                  <a:lnTo>
                    <a:pt x="130" y="73"/>
                  </a:lnTo>
                  <a:lnTo>
                    <a:pt x="102" y="93"/>
                  </a:lnTo>
                  <a:lnTo>
                    <a:pt x="76" y="113"/>
                  </a:lnTo>
                  <a:lnTo>
                    <a:pt x="54" y="133"/>
                  </a:lnTo>
                  <a:lnTo>
                    <a:pt x="35" y="157"/>
                  </a:lnTo>
                  <a:lnTo>
                    <a:pt x="20" y="181"/>
                  </a:lnTo>
                  <a:lnTo>
                    <a:pt x="10" y="206"/>
                  </a:lnTo>
                  <a:lnTo>
                    <a:pt x="3" y="233"/>
                  </a:lnTo>
                  <a:lnTo>
                    <a:pt x="0" y="260"/>
                  </a:lnTo>
                  <a:lnTo>
                    <a:pt x="12" y="260"/>
                  </a:lnTo>
                  <a:lnTo>
                    <a:pt x="14" y="235"/>
                  </a:lnTo>
                  <a:lnTo>
                    <a:pt x="21" y="211"/>
                  </a:lnTo>
                  <a:lnTo>
                    <a:pt x="32" y="186"/>
                  </a:lnTo>
                  <a:lnTo>
                    <a:pt x="45" y="164"/>
                  </a:lnTo>
                  <a:lnTo>
                    <a:pt x="64" y="143"/>
                  </a:lnTo>
                  <a:lnTo>
                    <a:pt x="84" y="123"/>
                  </a:lnTo>
                  <a:lnTo>
                    <a:pt x="109" y="103"/>
                  </a:lnTo>
                  <a:lnTo>
                    <a:pt x="137" y="85"/>
                  </a:lnTo>
                  <a:lnTo>
                    <a:pt x="167" y="70"/>
                  </a:lnTo>
                  <a:lnTo>
                    <a:pt x="200" y="55"/>
                  </a:lnTo>
                  <a:lnTo>
                    <a:pt x="236" y="42"/>
                  </a:lnTo>
                  <a:lnTo>
                    <a:pt x="272" y="31"/>
                  </a:lnTo>
                  <a:lnTo>
                    <a:pt x="312" y="23"/>
                  </a:lnTo>
                  <a:lnTo>
                    <a:pt x="353" y="16"/>
                  </a:lnTo>
                  <a:lnTo>
                    <a:pt x="395" y="12"/>
                  </a:lnTo>
                  <a:lnTo>
                    <a:pt x="439" y="11"/>
                  </a:lnTo>
                  <a:lnTo>
                    <a:pt x="439"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84006" name="Freeform 52"/>
            <p:cNvSpPr>
              <a:spLocks/>
            </p:cNvSpPr>
            <p:nvPr/>
          </p:nvSpPr>
          <p:spPr bwMode="auto">
            <a:xfrm>
              <a:off x="964" y="1745"/>
              <a:ext cx="48" cy="85"/>
            </a:xfrm>
            <a:custGeom>
              <a:avLst/>
              <a:gdLst>
                <a:gd name="T0" fmla="*/ 2 w 244"/>
                <a:gd name="T1" fmla="*/ 3 h 426"/>
                <a:gd name="T2" fmla="*/ 2 w 244"/>
                <a:gd name="T3" fmla="*/ 3 h 426"/>
                <a:gd name="T4" fmla="*/ 2 w 244"/>
                <a:gd name="T5" fmla="*/ 3 h 426"/>
                <a:gd name="T6" fmla="*/ 2 w 244"/>
                <a:gd name="T7" fmla="*/ 3 h 426"/>
                <a:gd name="T8" fmla="*/ 2 w 244"/>
                <a:gd name="T9" fmla="*/ 2 h 426"/>
                <a:gd name="T10" fmla="*/ 2 w 244"/>
                <a:gd name="T11" fmla="*/ 2 h 426"/>
                <a:gd name="T12" fmla="*/ 2 w 244"/>
                <a:gd name="T13" fmla="*/ 2 h 426"/>
                <a:gd name="T14" fmla="*/ 2 w 244"/>
                <a:gd name="T15" fmla="*/ 2 h 426"/>
                <a:gd name="T16" fmla="*/ 1 w 244"/>
                <a:gd name="T17" fmla="*/ 1 h 426"/>
                <a:gd name="T18" fmla="*/ 1 w 244"/>
                <a:gd name="T19" fmla="*/ 1 h 426"/>
                <a:gd name="T20" fmla="*/ 1 w 244"/>
                <a:gd name="T21" fmla="*/ 1 h 426"/>
                <a:gd name="T22" fmla="*/ 1 w 244"/>
                <a:gd name="T23" fmla="*/ 1 h 426"/>
                <a:gd name="T24" fmla="*/ 1 w 244"/>
                <a:gd name="T25" fmla="*/ 0 h 426"/>
                <a:gd name="T26" fmla="*/ 1 w 244"/>
                <a:gd name="T27" fmla="*/ 0 h 426"/>
                <a:gd name="T28" fmla="*/ 1 w 244"/>
                <a:gd name="T29" fmla="*/ 0 h 426"/>
                <a:gd name="T30" fmla="*/ 0 w 244"/>
                <a:gd name="T31" fmla="*/ 0 h 426"/>
                <a:gd name="T32" fmla="*/ 0 w 244"/>
                <a:gd name="T33" fmla="*/ 0 h 426"/>
                <a:gd name="T34" fmla="*/ 0 w 244"/>
                <a:gd name="T35" fmla="*/ 0 h 426"/>
                <a:gd name="T36" fmla="*/ 0 w 244"/>
                <a:gd name="T37" fmla="*/ 0 h 426"/>
                <a:gd name="T38" fmla="*/ 0 w 244"/>
                <a:gd name="T39" fmla="*/ 0 h 426"/>
                <a:gd name="T40" fmla="*/ 0 w 244"/>
                <a:gd name="T41" fmla="*/ 0 h 426"/>
                <a:gd name="T42" fmla="*/ 1 w 244"/>
                <a:gd name="T43" fmla="*/ 0 h 426"/>
                <a:gd name="T44" fmla="*/ 1 w 244"/>
                <a:gd name="T45" fmla="*/ 0 h 426"/>
                <a:gd name="T46" fmla="*/ 1 w 244"/>
                <a:gd name="T47" fmla="*/ 0 h 426"/>
                <a:gd name="T48" fmla="*/ 1 w 244"/>
                <a:gd name="T49" fmla="*/ 1 h 426"/>
                <a:gd name="T50" fmla="*/ 1 w 244"/>
                <a:gd name="T51" fmla="*/ 1 h 426"/>
                <a:gd name="T52" fmla="*/ 1 w 244"/>
                <a:gd name="T53" fmla="*/ 1 h 426"/>
                <a:gd name="T54" fmla="*/ 1 w 244"/>
                <a:gd name="T55" fmla="*/ 1 h 426"/>
                <a:gd name="T56" fmla="*/ 1 w 244"/>
                <a:gd name="T57" fmla="*/ 2 h 426"/>
                <a:gd name="T58" fmla="*/ 2 w 244"/>
                <a:gd name="T59" fmla="*/ 2 h 426"/>
                <a:gd name="T60" fmla="*/ 2 w 244"/>
                <a:gd name="T61" fmla="*/ 2 h 426"/>
                <a:gd name="T62" fmla="*/ 2 w 244"/>
                <a:gd name="T63" fmla="*/ 2 h 426"/>
                <a:gd name="T64" fmla="*/ 2 w 244"/>
                <a:gd name="T65" fmla="*/ 3 h 426"/>
                <a:gd name="T66" fmla="*/ 2 w 244"/>
                <a:gd name="T67" fmla="*/ 3 h 426"/>
                <a:gd name="T68" fmla="*/ 2 w 244"/>
                <a:gd name="T69" fmla="*/ 3 h 426"/>
                <a:gd name="T70" fmla="*/ 2 w 244"/>
                <a:gd name="T71" fmla="*/ 3 h 426"/>
                <a:gd name="T72" fmla="*/ 2 w 244"/>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6"/>
                <a:gd name="T113" fmla="*/ 244 w 244"/>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6">
                  <a:moveTo>
                    <a:pt x="244" y="426"/>
                  </a:moveTo>
                  <a:lnTo>
                    <a:pt x="244" y="426"/>
                  </a:lnTo>
                  <a:lnTo>
                    <a:pt x="243" y="383"/>
                  </a:lnTo>
                  <a:lnTo>
                    <a:pt x="240" y="340"/>
                  </a:lnTo>
                  <a:lnTo>
                    <a:pt x="234" y="300"/>
                  </a:lnTo>
                  <a:lnTo>
                    <a:pt x="226" y="262"/>
                  </a:lnTo>
                  <a:lnTo>
                    <a:pt x="215" y="224"/>
                  </a:lnTo>
                  <a:lnTo>
                    <a:pt x="203" y="189"/>
                  </a:lnTo>
                  <a:lnTo>
                    <a:pt x="189" y="157"/>
                  </a:lnTo>
                  <a:lnTo>
                    <a:pt x="174" y="126"/>
                  </a:lnTo>
                  <a:lnTo>
                    <a:pt x="155" y="99"/>
                  </a:lnTo>
                  <a:lnTo>
                    <a:pt x="138" y="74"/>
                  </a:lnTo>
                  <a:lnTo>
                    <a:pt x="118" y="52"/>
                  </a:lnTo>
                  <a:lnTo>
                    <a:pt x="96" y="34"/>
                  </a:lnTo>
                  <a:lnTo>
                    <a:pt x="73" y="19"/>
                  </a:lnTo>
                  <a:lnTo>
                    <a:pt x="50" y="8"/>
                  </a:lnTo>
                  <a:lnTo>
                    <a:pt x="25" y="2"/>
                  </a:lnTo>
                  <a:lnTo>
                    <a:pt x="0" y="0"/>
                  </a:lnTo>
                  <a:lnTo>
                    <a:pt x="0" y="12"/>
                  </a:lnTo>
                  <a:lnTo>
                    <a:pt x="23" y="14"/>
                  </a:lnTo>
                  <a:lnTo>
                    <a:pt x="45" y="20"/>
                  </a:lnTo>
                  <a:lnTo>
                    <a:pt x="66" y="31"/>
                  </a:lnTo>
                  <a:lnTo>
                    <a:pt x="89" y="43"/>
                  </a:lnTo>
                  <a:lnTo>
                    <a:pt x="109" y="61"/>
                  </a:lnTo>
                  <a:lnTo>
                    <a:pt x="129" y="81"/>
                  </a:lnTo>
                  <a:lnTo>
                    <a:pt x="146" y="106"/>
                  </a:lnTo>
                  <a:lnTo>
                    <a:pt x="162" y="133"/>
                  </a:lnTo>
                  <a:lnTo>
                    <a:pt x="178" y="162"/>
                  </a:lnTo>
                  <a:lnTo>
                    <a:pt x="192" y="194"/>
                  </a:lnTo>
                  <a:lnTo>
                    <a:pt x="203" y="229"/>
                  </a:lnTo>
                  <a:lnTo>
                    <a:pt x="214" y="264"/>
                  </a:lnTo>
                  <a:lnTo>
                    <a:pt x="222" y="303"/>
                  </a:lnTo>
                  <a:lnTo>
                    <a:pt x="228" y="342"/>
                  </a:lnTo>
                  <a:lnTo>
                    <a:pt x="232" y="383"/>
                  </a:lnTo>
                  <a:lnTo>
                    <a:pt x="233" y="426"/>
                  </a:lnTo>
                  <a:lnTo>
                    <a:pt x="244"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84007" name="Freeform 53"/>
            <p:cNvSpPr>
              <a:spLocks/>
            </p:cNvSpPr>
            <p:nvPr/>
          </p:nvSpPr>
          <p:spPr bwMode="auto">
            <a:xfrm>
              <a:off x="964" y="1830"/>
              <a:ext cx="48" cy="85"/>
            </a:xfrm>
            <a:custGeom>
              <a:avLst/>
              <a:gdLst>
                <a:gd name="T0" fmla="*/ 0 w 244"/>
                <a:gd name="T1" fmla="*/ 3 h 424"/>
                <a:gd name="T2" fmla="*/ 0 w 244"/>
                <a:gd name="T3" fmla="*/ 3 h 424"/>
                <a:gd name="T4" fmla="*/ 0 w 244"/>
                <a:gd name="T5" fmla="*/ 3 h 424"/>
                <a:gd name="T6" fmla="*/ 0 w 244"/>
                <a:gd name="T7" fmla="*/ 3 h 424"/>
                <a:gd name="T8" fmla="*/ 1 w 244"/>
                <a:gd name="T9" fmla="*/ 3 h 424"/>
                <a:gd name="T10" fmla="*/ 1 w 244"/>
                <a:gd name="T11" fmla="*/ 3 h 424"/>
                <a:gd name="T12" fmla="*/ 1 w 244"/>
                <a:gd name="T13" fmla="*/ 3 h 424"/>
                <a:gd name="T14" fmla="*/ 1 w 244"/>
                <a:gd name="T15" fmla="*/ 3 h 424"/>
                <a:gd name="T16" fmla="*/ 1 w 244"/>
                <a:gd name="T17" fmla="*/ 3 h 424"/>
                <a:gd name="T18" fmla="*/ 1 w 244"/>
                <a:gd name="T19" fmla="*/ 2 h 424"/>
                <a:gd name="T20" fmla="*/ 1 w 244"/>
                <a:gd name="T21" fmla="*/ 2 h 424"/>
                <a:gd name="T22" fmla="*/ 2 w 244"/>
                <a:gd name="T23" fmla="*/ 2 h 424"/>
                <a:gd name="T24" fmla="*/ 2 w 244"/>
                <a:gd name="T25" fmla="*/ 2 h 424"/>
                <a:gd name="T26" fmla="*/ 2 w 244"/>
                <a:gd name="T27" fmla="*/ 1 h 424"/>
                <a:gd name="T28" fmla="*/ 2 w 244"/>
                <a:gd name="T29" fmla="*/ 1 h 424"/>
                <a:gd name="T30" fmla="*/ 2 w 244"/>
                <a:gd name="T31" fmla="*/ 1 h 424"/>
                <a:gd name="T32" fmla="*/ 2 w 244"/>
                <a:gd name="T33" fmla="*/ 0 h 424"/>
                <a:gd name="T34" fmla="*/ 2 w 244"/>
                <a:gd name="T35" fmla="*/ 0 h 424"/>
                <a:gd name="T36" fmla="*/ 2 w 244"/>
                <a:gd name="T37" fmla="*/ 0 h 424"/>
                <a:gd name="T38" fmla="*/ 2 w 244"/>
                <a:gd name="T39" fmla="*/ 0 h 424"/>
                <a:gd name="T40" fmla="*/ 2 w 244"/>
                <a:gd name="T41" fmla="*/ 1 h 424"/>
                <a:gd name="T42" fmla="*/ 2 w 244"/>
                <a:gd name="T43" fmla="*/ 1 h 424"/>
                <a:gd name="T44" fmla="*/ 2 w 244"/>
                <a:gd name="T45" fmla="*/ 1 h 424"/>
                <a:gd name="T46" fmla="*/ 2 w 244"/>
                <a:gd name="T47" fmla="*/ 2 h 424"/>
                <a:gd name="T48" fmla="*/ 1 w 244"/>
                <a:gd name="T49" fmla="*/ 2 h 424"/>
                <a:gd name="T50" fmla="*/ 1 w 244"/>
                <a:gd name="T51" fmla="*/ 2 h 424"/>
                <a:gd name="T52" fmla="*/ 1 w 244"/>
                <a:gd name="T53" fmla="*/ 2 h 424"/>
                <a:gd name="T54" fmla="*/ 1 w 244"/>
                <a:gd name="T55" fmla="*/ 3 h 424"/>
                <a:gd name="T56" fmla="*/ 1 w 244"/>
                <a:gd name="T57" fmla="*/ 3 h 424"/>
                <a:gd name="T58" fmla="*/ 1 w 244"/>
                <a:gd name="T59" fmla="*/ 3 h 424"/>
                <a:gd name="T60" fmla="*/ 1 w 244"/>
                <a:gd name="T61" fmla="*/ 3 h 424"/>
                <a:gd name="T62" fmla="*/ 1 w 244"/>
                <a:gd name="T63" fmla="*/ 3 h 424"/>
                <a:gd name="T64" fmla="*/ 0 w 244"/>
                <a:gd name="T65" fmla="*/ 3 h 424"/>
                <a:gd name="T66" fmla="*/ 0 w 244"/>
                <a:gd name="T67" fmla="*/ 3 h 424"/>
                <a:gd name="T68" fmla="*/ 0 w 244"/>
                <a:gd name="T69" fmla="*/ 3 h 424"/>
                <a:gd name="T70" fmla="*/ 0 w 244"/>
                <a:gd name="T71" fmla="*/ 3 h 424"/>
                <a:gd name="T72" fmla="*/ 0 w 244"/>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4"/>
                <a:gd name="T113" fmla="*/ 244 w 244"/>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4">
                  <a:moveTo>
                    <a:pt x="0" y="424"/>
                  </a:moveTo>
                  <a:lnTo>
                    <a:pt x="0" y="424"/>
                  </a:lnTo>
                  <a:lnTo>
                    <a:pt x="25" y="422"/>
                  </a:lnTo>
                  <a:lnTo>
                    <a:pt x="50" y="416"/>
                  </a:lnTo>
                  <a:lnTo>
                    <a:pt x="73" y="405"/>
                  </a:lnTo>
                  <a:lnTo>
                    <a:pt x="96" y="390"/>
                  </a:lnTo>
                  <a:lnTo>
                    <a:pt x="118" y="373"/>
                  </a:lnTo>
                  <a:lnTo>
                    <a:pt x="138" y="350"/>
                  </a:lnTo>
                  <a:lnTo>
                    <a:pt x="155" y="326"/>
                  </a:lnTo>
                  <a:lnTo>
                    <a:pt x="173" y="299"/>
                  </a:lnTo>
                  <a:lnTo>
                    <a:pt x="189" y="268"/>
                  </a:lnTo>
                  <a:lnTo>
                    <a:pt x="203" y="235"/>
                  </a:lnTo>
                  <a:lnTo>
                    <a:pt x="215" y="201"/>
                  </a:lnTo>
                  <a:lnTo>
                    <a:pt x="226" y="163"/>
                  </a:lnTo>
                  <a:lnTo>
                    <a:pt x="234" y="125"/>
                  </a:lnTo>
                  <a:lnTo>
                    <a:pt x="240" y="85"/>
                  </a:lnTo>
                  <a:lnTo>
                    <a:pt x="243" y="42"/>
                  </a:lnTo>
                  <a:lnTo>
                    <a:pt x="244" y="0"/>
                  </a:lnTo>
                  <a:lnTo>
                    <a:pt x="233" y="0"/>
                  </a:lnTo>
                  <a:lnTo>
                    <a:pt x="232" y="42"/>
                  </a:lnTo>
                  <a:lnTo>
                    <a:pt x="228" y="83"/>
                  </a:lnTo>
                  <a:lnTo>
                    <a:pt x="222" y="123"/>
                  </a:lnTo>
                  <a:lnTo>
                    <a:pt x="214" y="160"/>
                  </a:lnTo>
                  <a:lnTo>
                    <a:pt x="203" y="197"/>
                  </a:lnTo>
                  <a:lnTo>
                    <a:pt x="192" y="231"/>
                  </a:lnTo>
                  <a:lnTo>
                    <a:pt x="178" y="263"/>
                  </a:lnTo>
                  <a:lnTo>
                    <a:pt x="164" y="292"/>
                  </a:lnTo>
                  <a:lnTo>
                    <a:pt x="146" y="319"/>
                  </a:lnTo>
                  <a:lnTo>
                    <a:pt x="129" y="343"/>
                  </a:lnTo>
                  <a:lnTo>
                    <a:pt x="109" y="363"/>
                  </a:lnTo>
                  <a:lnTo>
                    <a:pt x="89" y="381"/>
                  </a:lnTo>
                  <a:lnTo>
                    <a:pt x="66" y="394"/>
                  </a:lnTo>
                  <a:lnTo>
                    <a:pt x="45" y="404"/>
                  </a:lnTo>
                  <a:lnTo>
                    <a:pt x="23" y="410"/>
                  </a:lnTo>
                  <a:lnTo>
                    <a:pt x="0" y="412"/>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84008" name="Freeform 54"/>
            <p:cNvSpPr>
              <a:spLocks/>
            </p:cNvSpPr>
            <p:nvPr/>
          </p:nvSpPr>
          <p:spPr bwMode="auto">
            <a:xfrm>
              <a:off x="915" y="1830"/>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1" y="42"/>
                  </a:lnTo>
                  <a:lnTo>
                    <a:pt x="4" y="85"/>
                  </a:lnTo>
                  <a:lnTo>
                    <a:pt x="10" y="125"/>
                  </a:lnTo>
                  <a:lnTo>
                    <a:pt x="19" y="163"/>
                  </a:lnTo>
                  <a:lnTo>
                    <a:pt x="29" y="201"/>
                  </a:lnTo>
                  <a:lnTo>
                    <a:pt x="41" y="235"/>
                  </a:lnTo>
                  <a:lnTo>
                    <a:pt x="55" y="268"/>
                  </a:lnTo>
                  <a:lnTo>
                    <a:pt x="71" y="299"/>
                  </a:lnTo>
                  <a:lnTo>
                    <a:pt x="89" y="326"/>
                  </a:lnTo>
                  <a:lnTo>
                    <a:pt x="106" y="350"/>
                  </a:lnTo>
                  <a:lnTo>
                    <a:pt x="126" y="373"/>
                  </a:lnTo>
                  <a:lnTo>
                    <a:pt x="149" y="390"/>
                  </a:lnTo>
                  <a:lnTo>
                    <a:pt x="171" y="405"/>
                  </a:lnTo>
                  <a:lnTo>
                    <a:pt x="194" y="416"/>
                  </a:lnTo>
                  <a:lnTo>
                    <a:pt x="219" y="422"/>
                  </a:lnTo>
                  <a:lnTo>
                    <a:pt x="245" y="424"/>
                  </a:lnTo>
                  <a:lnTo>
                    <a:pt x="245" y="412"/>
                  </a:lnTo>
                  <a:lnTo>
                    <a:pt x="221" y="410"/>
                  </a:lnTo>
                  <a:lnTo>
                    <a:pt x="199" y="404"/>
                  </a:lnTo>
                  <a:lnTo>
                    <a:pt x="178" y="394"/>
                  </a:lnTo>
                  <a:lnTo>
                    <a:pt x="156" y="381"/>
                  </a:lnTo>
                  <a:lnTo>
                    <a:pt x="136" y="363"/>
                  </a:lnTo>
                  <a:lnTo>
                    <a:pt x="116" y="343"/>
                  </a:lnTo>
                  <a:lnTo>
                    <a:pt x="98" y="319"/>
                  </a:lnTo>
                  <a:lnTo>
                    <a:pt x="81" y="292"/>
                  </a:lnTo>
                  <a:lnTo>
                    <a:pt x="67" y="263"/>
                  </a:lnTo>
                  <a:lnTo>
                    <a:pt x="52" y="231"/>
                  </a:lnTo>
                  <a:lnTo>
                    <a:pt x="41" y="197"/>
                  </a:lnTo>
                  <a:lnTo>
                    <a:pt x="30" y="160"/>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84009" name="Freeform 55"/>
            <p:cNvSpPr>
              <a:spLocks/>
            </p:cNvSpPr>
            <p:nvPr/>
          </p:nvSpPr>
          <p:spPr bwMode="auto">
            <a:xfrm>
              <a:off x="915" y="1745"/>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0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19" y="2"/>
                  </a:lnTo>
                  <a:lnTo>
                    <a:pt x="194" y="8"/>
                  </a:lnTo>
                  <a:lnTo>
                    <a:pt x="171" y="19"/>
                  </a:lnTo>
                  <a:lnTo>
                    <a:pt x="149" y="34"/>
                  </a:lnTo>
                  <a:lnTo>
                    <a:pt x="126" y="52"/>
                  </a:lnTo>
                  <a:lnTo>
                    <a:pt x="106" y="74"/>
                  </a:lnTo>
                  <a:lnTo>
                    <a:pt x="89" y="99"/>
                  </a:lnTo>
                  <a:lnTo>
                    <a:pt x="70" y="126"/>
                  </a:lnTo>
                  <a:lnTo>
                    <a:pt x="55" y="157"/>
                  </a:lnTo>
                  <a:lnTo>
                    <a:pt x="41" y="189"/>
                  </a:lnTo>
                  <a:lnTo>
                    <a:pt x="29" y="224"/>
                  </a:lnTo>
                  <a:lnTo>
                    <a:pt x="19" y="262"/>
                  </a:lnTo>
                  <a:lnTo>
                    <a:pt x="10" y="300"/>
                  </a:lnTo>
                  <a:lnTo>
                    <a:pt x="4" y="340"/>
                  </a:lnTo>
                  <a:lnTo>
                    <a:pt x="1" y="383"/>
                  </a:lnTo>
                  <a:lnTo>
                    <a:pt x="0" y="426"/>
                  </a:lnTo>
                  <a:lnTo>
                    <a:pt x="11" y="426"/>
                  </a:lnTo>
                  <a:lnTo>
                    <a:pt x="13" y="383"/>
                  </a:lnTo>
                  <a:lnTo>
                    <a:pt x="16" y="342"/>
                  </a:lnTo>
                  <a:lnTo>
                    <a:pt x="22" y="303"/>
                  </a:lnTo>
                  <a:lnTo>
                    <a:pt x="30" y="264"/>
                  </a:lnTo>
                  <a:lnTo>
                    <a:pt x="41" y="229"/>
                  </a:lnTo>
                  <a:lnTo>
                    <a:pt x="52" y="194"/>
                  </a:lnTo>
                  <a:lnTo>
                    <a:pt x="67" y="162"/>
                  </a:lnTo>
                  <a:lnTo>
                    <a:pt x="82" y="133"/>
                  </a:lnTo>
                  <a:lnTo>
                    <a:pt x="98" y="106"/>
                  </a:lnTo>
                  <a:lnTo>
                    <a:pt x="116" y="81"/>
                  </a:lnTo>
                  <a:lnTo>
                    <a:pt x="136" y="61"/>
                  </a:lnTo>
                  <a:lnTo>
                    <a:pt x="156" y="43"/>
                  </a:lnTo>
                  <a:lnTo>
                    <a:pt x="178" y="31"/>
                  </a:lnTo>
                  <a:lnTo>
                    <a:pt x="199" y="20"/>
                  </a:lnTo>
                  <a:lnTo>
                    <a:pt x="221"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84010" name="Freeform 56"/>
            <p:cNvSpPr>
              <a:spLocks/>
            </p:cNvSpPr>
            <p:nvPr/>
          </p:nvSpPr>
          <p:spPr bwMode="auto">
            <a:xfrm>
              <a:off x="1140" y="2087"/>
              <a:ext cx="49" cy="85"/>
            </a:xfrm>
            <a:custGeom>
              <a:avLst/>
              <a:gdLst>
                <a:gd name="T0" fmla="*/ 2 w 246"/>
                <a:gd name="T1" fmla="*/ 3 h 424"/>
                <a:gd name="T2" fmla="*/ 2 w 246"/>
                <a:gd name="T3" fmla="*/ 3 h 424"/>
                <a:gd name="T4" fmla="*/ 2 w 246"/>
                <a:gd name="T5" fmla="*/ 3 h 424"/>
                <a:gd name="T6" fmla="*/ 2 w 246"/>
                <a:gd name="T7" fmla="*/ 3 h 424"/>
                <a:gd name="T8" fmla="*/ 2 w 246"/>
                <a:gd name="T9" fmla="*/ 2 h 424"/>
                <a:gd name="T10" fmla="*/ 2 w 246"/>
                <a:gd name="T11" fmla="*/ 2 h 424"/>
                <a:gd name="T12" fmla="*/ 2 w 246"/>
                <a:gd name="T13" fmla="*/ 2 h 424"/>
                <a:gd name="T14" fmla="*/ 2 w 246"/>
                <a:gd name="T15" fmla="*/ 2 h 424"/>
                <a:gd name="T16" fmla="*/ 2 w 246"/>
                <a:gd name="T17" fmla="*/ 1 h 424"/>
                <a:gd name="T18" fmla="*/ 1 w 246"/>
                <a:gd name="T19" fmla="*/ 1 h 424"/>
                <a:gd name="T20" fmla="*/ 1 w 246"/>
                <a:gd name="T21" fmla="*/ 1 h 424"/>
                <a:gd name="T22" fmla="*/ 1 w 246"/>
                <a:gd name="T23" fmla="*/ 1 h 424"/>
                <a:gd name="T24" fmla="*/ 1 w 246"/>
                <a:gd name="T25" fmla="*/ 0 h 424"/>
                <a:gd name="T26" fmla="*/ 1 w 246"/>
                <a:gd name="T27" fmla="*/ 0 h 424"/>
                <a:gd name="T28" fmla="*/ 1 w 246"/>
                <a:gd name="T29" fmla="*/ 0 h 424"/>
                <a:gd name="T30" fmla="*/ 0 w 246"/>
                <a:gd name="T31" fmla="*/ 0 h 424"/>
                <a:gd name="T32" fmla="*/ 0 w 246"/>
                <a:gd name="T33" fmla="*/ 0 h 424"/>
                <a:gd name="T34" fmla="*/ 0 w 246"/>
                <a:gd name="T35" fmla="*/ 0 h 424"/>
                <a:gd name="T36" fmla="*/ 0 w 246"/>
                <a:gd name="T37" fmla="*/ 0 h 424"/>
                <a:gd name="T38" fmla="*/ 0 w 246"/>
                <a:gd name="T39" fmla="*/ 0 h 424"/>
                <a:gd name="T40" fmla="*/ 0 w 246"/>
                <a:gd name="T41" fmla="*/ 0 h 424"/>
                <a:gd name="T42" fmla="*/ 1 w 246"/>
                <a:gd name="T43" fmla="*/ 0 h 424"/>
                <a:gd name="T44" fmla="*/ 1 w 246"/>
                <a:gd name="T45" fmla="*/ 0 h 424"/>
                <a:gd name="T46" fmla="*/ 1 w 246"/>
                <a:gd name="T47" fmla="*/ 0 h 424"/>
                <a:gd name="T48" fmla="*/ 1 w 246"/>
                <a:gd name="T49" fmla="*/ 1 h 424"/>
                <a:gd name="T50" fmla="*/ 1 w 246"/>
                <a:gd name="T51" fmla="*/ 1 h 424"/>
                <a:gd name="T52" fmla="*/ 1 w 246"/>
                <a:gd name="T53" fmla="*/ 1 h 424"/>
                <a:gd name="T54" fmla="*/ 1 w 246"/>
                <a:gd name="T55" fmla="*/ 1 h 424"/>
                <a:gd name="T56" fmla="*/ 2 w 246"/>
                <a:gd name="T57" fmla="*/ 2 h 424"/>
                <a:gd name="T58" fmla="*/ 2 w 246"/>
                <a:gd name="T59" fmla="*/ 2 h 424"/>
                <a:gd name="T60" fmla="*/ 2 w 246"/>
                <a:gd name="T61" fmla="*/ 2 h 424"/>
                <a:gd name="T62" fmla="*/ 2 w 246"/>
                <a:gd name="T63" fmla="*/ 2 h 424"/>
                <a:gd name="T64" fmla="*/ 2 w 246"/>
                <a:gd name="T65" fmla="*/ 3 h 424"/>
                <a:gd name="T66" fmla="*/ 2 w 246"/>
                <a:gd name="T67" fmla="*/ 3 h 424"/>
                <a:gd name="T68" fmla="*/ 2 w 246"/>
                <a:gd name="T69" fmla="*/ 3 h 424"/>
                <a:gd name="T70" fmla="*/ 2 w 246"/>
                <a:gd name="T71" fmla="*/ 3 h 424"/>
                <a:gd name="T72" fmla="*/ 2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424"/>
                  </a:moveTo>
                  <a:lnTo>
                    <a:pt x="246" y="424"/>
                  </a:lnTo>
                  <a:lnTo>
                    <a:pt x="244" y="382"/>
                  </a:lnTo>
                  <a:lnTo>
                    <a:pt x="241" y="338"/>
                  </a:lnTo>
                  <a:lnTo>
                    <a:pt x="235" y="298"/>
                  </a:lnTo>
                  <a:lnTo>
                    <a:pt x="227" y="261"/>
                  </a:lnTo>
                  <a:lnTo>
                    <a:pt x="216" y="222"/>
                  </a:lnTo>
                  <a:lnTo>
                    <a:pt x="205" y="188"/>
                  </a:lnTo>
                  <a:lnTo>
                    <a:pt x="190" y="155"/>
                  </a:lnTo>
                  <a:lnTo>
                    <a:pt x="174" y="125"/>
                  </a:lnTo>
                  <a:lnTo>
                    <a:pt x="157" y="98"/>
                  </a:lnTo>
                  <a:lnTo>
                    <a:pt x="138" y="73"/>
                  </a:lnTo>
                  <a:lnTo>
                    <a:pt x="118" y="51"/>
                  </a:lnTo>
                  <a:lnTo>
                    <a:pt x="96" y="34"/>
                  </a:lnTo>
                  <a:lnTo>
                    <a:pt x="74" y="18"/>
                  </a:lnTo>
                  <a:lnTo>
                    <a:pt x="50" y="8"/>
                  </a:lnTo>
                  <a:lnTo>
                    <a:pt x="25" y="2"/>
                  </a:lnTo>
                  <a:lnTo>
                    <a:pt x="0" y="0"/>
                  </a:lnTo>
                  <a:lnTo>
                    <a:pt x="0" y="11"/>
                  </a:lnTo>
                  <a:lnTo>
                    <a:pt x="23" y="14"/>
                  </a:lnTo>
                  <a:lnTo>
                    <a:pt x="45" y="19"/>
                  </a:lnTo>
                  <a:lnTo>
                    <a:pt x="67" y="30"/>
                  </a:lnTo>
                  <a:lnTo>
                    <a:pt x="89" y="43"/>
                  </a:lnTo>
                  <a:lnTo>
                    <a:pt x="108" y="60"/>
                  </a:lnTo>
                  <a:lnTo>
                    <a:pt x="128" y="80"/>
                  </a:lnTo>
                  <a:lnTo>
                    <a:pt x="147" y="105"/>
                  </a:lnTo>
                  <a:lnTo>
                    <a:pt x="165" y="132"/>
                  </a:lnTo>
                  <a:lnTo>
                    <a:pt x="179" y="160"/>
                  </a:lnTo>
                  <a:lnTo>
                    <a:pt x="193" y="193"/>
                  </a:lnTo>
                  <a:lnTo>
                    <a:pt x="205" y="227"/>
                  </a:lnTo>
                  <a:lnTo>
                    <a:pt x="215" y="263"/>
                  </a:lnTo>
                  <a:lnTo>
                    <a:pt x="223" y="301"/>
                  </a:lnTo>
                  <a:lnTo>
                    <a:pt x="229" y="341"/>
                  </a:lnTo>
                  <a:lnTo>
                    <a:pt x="233" y="382"/>
                  </a:lnTo>
                  <a:lnTo>
                    <a:pt x="234" y="424"/>
                  </a:lnTo>
                  <a:lnTo>
                    <a:pt x="246"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84011" name="Freeform 57"/>
            <p:cNvSpPr>
              <a:spLocks/>
            </p:cNvSpPr>
            <p:nvPr/>
          </p:nvSpPr>
          <p:spPr bwMode="auto">
            <a:xfrm>
              <a:off x="1140" y="2172"/>
              <a:ext cx="49" cy="85"/>
            </a:xfrm>
            <a:custGeom>
              <a:avLst/>
              <a:gdLst>
                <a:gd name="T0" fmla="*/ 0 w 246"/>
                <a:gd name="T1" fmla="*/ 3 h 426"/>
                <a:gd name="T2" fmla="*/ 0 w 246"/>
                <a:gd name="T3" fmla="*/ 3 h 426"/>
                <a:gd name="T4" fmla="*/ 0 w 246"/>
                <a:gd name="T5" fmla="*/ 3 h 426"/>
                <a:gd name="T6" fmla="*/ 0 w 246"/>
                <a:gd name="T7" fmla="*/ 3 h 426"/>
                <a:gd name="T8" fmla="*/ 1 w 246"/>
                <a:gd name="T9" fmla="*/ 3 h 426"/>
                <a:gd name="T10" fmla="*/ 1 w 246"/>
                <a:gd name="T11" fmla="*/ 3 h 426"/>
                <a:gd name="T12" fmla="*/ 1 w 246"/>
                <a:gd name="T13" fmla="*/ 3 h 426"/>
                <a:gd name="T14" fmla="*/ 1 w 246"/>
                <a:gd name="T15" fmla="*/ 3 h 426"/>
                <a:gd name="T16" fmla="*/ 1 w 246"/>
                <a:gd name="T17" fmla="*/ 3 h 426"/>
                <a:gd name="T18" fmla="*/ 1 w 246"/>
                <a:gd name="T19" fmla="*/ 2 h 426"/>
                <a:gd name="T20" fmla="*/ 2 w 246"/>
                <a:gd name="T21" fmla="*/ 2 h 426"/>
                <a:gd name="T22" fmla="*/ 2 w 246"/>
                <a:gd name="T23" fmla="*/ 2 h 426"/>
                <a:gd name="T24" fmla="*/ 2 w 246"/>
                <a:gd name="T25" fmla="*/ 2 h 426"/>
                <a:gd name="T26" fmla="*/ 2 w 246"/>
                <a:gd name="T27" fmla="*/ 1 h 426"/>
                <a:gd name="T28" fmla="*/ 2 w 246"/>
                <a:gd name="T29" fmla="*/ 1 h 426"/>
                <a:gd name="T30" fmla="*/ 2 w 246"/>
                <a:gd name="T31" fmla="*/ 1 h 426"/>
                <a:gd name="T32" fmla="*/ 2 w 246"/>
                <a:gd name="T33" fmla="*/ 0 h 426"/>
                <a:gd name="T34" fmla="*/ 2 w 246"/>
                <a:gd name="T35" fmla="*/ 0 h 426"/>
                <a:gd name="T36" fmla="*/ 2 w 246"/>
                <a:gd name="T37" fmla="*/ 0 h 426"/>
                <a:gd name="T38" fmla="*/ 2 w 246"/>
                <a:gd name="T39" fmla="*/ 0 h 426"/>
                <a:gd name="T40" fmla="*/ 2 w 246"/>
                <a:gd name="T41" fmla="*/ 1 h 426"/>
                <a:gd name="T42" fmla="*/ 2 w 246"/>
                <a:gd name="T43" fmla="*/ 1 h 426"/>
                <a:gd name="T44" fmla="*/ 2 w 246"/>
                <a:gd name="T45" fmla="*/ 1 h 426"/>
                <a:gd name="T46" fmla="*/ 2 w 246"/>
                <a:gd name="T47" fmla="*/ 2 h 426"/>
                <a:gd name="T48" fmla="*/ 2 w 246"/>
                <a:gd name="T49" fmla="*/ 2 h 426"/>
                <a:gd name="T50" fmla="*/ 1 w 246"/>
                <a:gd name="T51" fmla="*/ 2 h 426"/>
                <a:gd name="T52" fmla="*/ 1 w 246"/>
                <a:gd name="T53" fmla="*/ 2 h 426"/>
                <a:gd name="T54" fmla="*/ 1 w 246"/>
                <a:gd name="T55" fmla="*/ 3 h 426"/>
                <a:gd name="T56" fmla="*/ 1 w 246"/>
                <a:gd name="T57" fmla="*/ 3 h 426"/>
                <a:gd name="T58" fmla="*/ 1 w 246"/>
                <a:gd name="T59" fmla="*/ 3 h 426"/>
                <a:gd name="T60" fmla="*/ 1 w 246"/>
                <a:gd name="T61" fmla="*/ 3 h 426"/>
                <a:gd name="T62" fmla="*/ 1 w 246"/>
                <a:gd name="T63" fmla="*/ 3 h 426"/>
                <a:gd name="T64" fmla="*/ 0 w 246"/>
                <a:gd name="T65" fmla="*/ 3 h 426"/>
                <a:gd name="T66" fmla="*/ 0 w 246"/>
                <a:gd name="T67" fmla="*/ 3 h 426"/>
                <a:gd name="T68" fmla="*/ 0 w 246"/>
                <a:gd name="T69" fmla="*/ 3 h 426"/>
                <a:gd name="T70" fmla="*/ 0 w 246"/>
                <a:gd name="T71" fmla="*/ 3 h 426"/>
                <a:gd name="T72" fmla="*/ 0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426"/>
                  </a:moveTo>
                  <a:lnTo>
                    <a:pt x="0" y="426"/>
                  </a:lnTo>
                  <a:lnTo>
                    <a:pt x="25" y="423"/>
                  </a:lnTo>
                  <a:lnTo>
                    <a:pt x="50" y="417"/>
                  </a:lnTo>
                  <a:lnTo>
                    <a:pt x="74" y="407"/>
                  </a:lnTo>
                  <a:lnTo>
                    <a:pt x="96" y="392"/>
                  </a:lnTo>
                  <a:lnTo>
                    <a:pt x="118" y="373"/>
                  </a:lnTo>
                  <a:lnTo>
                    <a:pt x="138" y="350"/>
                  </a:lnTo>
                  <a:lnTo>
                    <a:pt x="157" y="327"/>
                  </a:lnTo>
                  <a:lnTo>
                    <a:pt x="175" y="299"/>
                  </a:lnTo>
                  <a:lnTo>
                    <a:pt x="190" y="268"/>
                  </a:lnTo>
                  <a:lnTo>
                    <a:pt x="205" y="236"/>
                  </a:lnTo>
                  <a:lnTo>
                    <a:pt x="216" y="202"/>
                  </a:lnTo>
                  <a:lnTo>
                    <a:pt x="227" y="164"/>
                  </a:lnTo>
                  <a:lnTo>
                    <a:pt x="235" y="125"/>
                  </a:lnTo>
                  <a:lnTo>
                    <a:pt x="241" y="86"/>
                  </a:lnTo>
                  <a:lnTo>
                    <a:pt x="244" y="42"/>
                  </a:lnTo>
                  <a:lnTo>
                    <a:pt x="246" y="0"/>
                  </a:lnTo>
                  <a:lnTo>
                    <a:pt x="234" y="0"/>
                  </a:lnTo>
                  <a:lnTo>
                    <a:pt x="233" y="42"/>
                  </a:lnTo>
                  <a:lnTo>
                    <a:pt x="229" y="83"/>
                  </a:lnTo>
                  <a:lnTo>
                    <a:pt x="223" y="123"/>
                  </a:lnTo>
                  <a:lnTo>
                    <a:pt x="215" y="162"/>
                  </a:lnTo>
                  <a:lnTo>
                    <a:pt x="205" y="197"/>
                  </a:lnTo>
                  <a:lnTo>
                    <a:pt x="193" y="231"/>
                  </a:lnTo>
                  <a:lnTo>
                    <a:pt x="179" y="264"/>
                  </a:lnTo>
                  <a:lnTo>
                    <a:pt x="164" y="292"/>
                  </a:lnTo>
                  <a:lnTo>
                    <a:pt x="147" y="320"/>
                  </a:lnTo>
                  <a:lnTo>
                    <a:pt x="128" y="343"/>
                  </a:lnTo>
                  <a:lnTo>
                    <a:pt x="108" y="363"/>
                  </a:lnTo>
                  <a:lnTo>
                    <a:pt x="89" y="382"/>
                  </a:lnTo>
                  <a:lnTo>
                    <a:pt x="67" y="395"/>
                  </a:lnTo>
                  <a:lnTo>
                    <a:pt x="45" y="406"/>
                  </a:lnTo>
                  <a:lnTo>
                    <a:pt x="23" y="411"/>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84012" name="Freeform 58"/>
            <p:cNvSpPr>
              <a:spLocks/>
            </p:cNvSpPr>
            <p:nvPr/>
          </p:nvSpPr>
          <p:spPr bwMode="auto">
            <a:xfrm>
              <a:off x="1091" y="2172"/>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4" y="86"/>
                  </a:lnTo>
                  <a:lnTo>
                    <a:pt x="10" y="125"/>
                  </a:lnTo>
                  <a:lnTo>
                    <a:pt x="18" y="164"/>
                  </a:lnTo>
                  <a:lnTo>
                    <a:pt x="29" y="202"/>
                  </a:lnTo>
                  <a:lnTo>
                    <a:pt x="41" y="236"/>
                  </a:lnTo>
                  <a:lnTo>
                    <a:pt x="55" y="268"/>
                  </a:lnTo>
                  <a:lnTo>
                    <a:pt x="70" y="299"/>
                  </a:lnTo>
                  <a:lnTo>
                    <a:pt x="89" y="327"/>
                  </a:lnTo>
                  <a:lnTo>
                    <a:pt x="106" y="350"/>
                  </a:lnTo>
                  <a:lnTo>
                    <a:pt x="126" y="373"/>
                  </a:lnTo>
                  <a:lnTo>
                    <a:pt x="148" y="392"/>
                  </a:lnTo>
                  <a:lnTo>
                    <a:pt x="171" y="407"/>
                  </a:lnTo>
                  <a:lnTo>
                    <a:pt x="194" y="417"/>
                  </a:lnTo>
                  <a:lnTo>
                    <a:pt x="219" y="423"/>
                  </a:lnTo>
                  <a:lnTo>
                    <a:pt x="245" y="426"/>
                  </a:lnTo>
                  <a:lnTo>
                    <a:pt x="245" y="414"/>
                  </a:lnTo>
                  <a:lnTo>
                    <a:pt x="221" y="411"/>
                  </a:lnTo>
                  <a:lnTo>
                    <a:pt x="199" y="406"/>
                  </a:lnTo>
                  <a:lnTo>
                    <a:pt x="178" y="395"/>
                  </a:lnTo>
                  <a:lnTo>
                    <a:pt x="155" y="382"/>
                  </a:lnTo>
                  <a:lnTo>
                    <a:pt x="136" y="363"/>
                  </a:lnTo>
                  <a:lnTo>
                    <a:pt x="116" y="343"/>
                  </a:lnTo>
                  <a:lnTo>
                    <a:pt x="98" y="320"/>
                  </a:lnTo>
                  <a:lnTo>
                    <a:pt x="82" y="292"/>
                  </a:lnTo>
                  <a:lnTo>
                    <a:pt x="66" y="264"/>
                  </a:lnTo>
                  <a:lnTo>
                    <a:pt x="52" y="231"/>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84013" name="Freeform 59"/>
            <p:cNvSpPr>
              <a:spLocks/>
            </p:cNvSpPr>
            <p:nvPr/>
          </p:nvSpPr>
          <p:spPr bwMode="auto">
            <a:xfrm>
              <a:off x="1091" y="2087"/>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4" y="8"/>
                  </a:lnTo>
                  <a:lnTo>
                    <a:pt x="171" y="18"/>
                  </a:lnTo>
                  <a:lnTo>
                    <a:pt x="148" y="34"/>
                  </a:lnTo>
                  <a:lnTo>
                    <a:pt x="126" y="51"/>
                  </a:lnTo>
                  <a:lnTo>
                    <a:pt x="106" y="73"/>
                  </a:lnTo>
                  <a:lnTo>
                    <a:pt x="89" y="98"/>
                  </a:lnTo>
                  <a:lnTo>
                    <a:pt x="71" y="125"/>
                  </a:lnTo>
                  <a:lnTo>
                    <a:pt x="55" y="155"/>
                  </a:lnTo>
                  <a:lnTo>
                    <a:pt x="41" y="188"/>
                  </a:lnTo>
                  <a:lnTo>
                    <a:pt x="29" y="222"/>
                  </a:lnTo>
                  <a:lnTo>
                    <a:pt x="18" y="261"/>
                  </a:lnTo>
                  <a:lnTo>
                    <a:pt x="10" y="298"/>
                  </a:lnTo>
                  <a:lnTo>
                    <a:pt x="4" y="338"/>
                  </a:lnTo>
                  <a:lnTo>
                    <a:pt x="1" y="382"/>
                  </a:lnTo>
                  <a:lnTo>
                    <a:pt x="0" y="424"/>
                  </a:lnTo>
                  <a:lnTo>
                    <a:pt x="11" y="424"/>
                  </a:lnTo>
                  <a:lnTo>
                    <a:pt x="13" y="382"/>
                  </a:lnTo>
                  <a:lnTo>
                    <a:pt x="16" y="341"/>
                  </a:lnTo>
                  <a:lnTo>
                    <a:pt x="22" y="301"/>
                  </a:lnTo>
                  <a:lnTo>
                    <a:pt x="30" y="263"/>
                  </a:lnTo>
                  <a:lnTo>
                    <a:pt x="41" y="227"/>
                  </a:lnTo>
                  <a:lnTo>
                    <a:pt x="52" y="193"/>
                  </a:lnTo>
                  <a:lnTo>
                    <a:pt x="66" y="160"/>
                  </a:lnTo>
                  <a:lnTo>
                    <a:pt x="80" y="132"/>
                  </a:lnTo>
                  <a:lnTo>
                    <a:pt x="98" y="105"/>
                  </a:lnTo>
                  <a:lnTo>
                    <a:pt x="116" y="80"/>
                  </a:lnTo>
                  <a:lnTo>
                    <a:pt x="136" y="60"/>
                  </a:lnTo>
                  <a:lnTo>
                    <a:pt x="155" y="43"/>
                  </a:lnTo>
                  <a:lnTo>
                    <a:pt x="178" y="30"/>
                  </a:lnTo>
                  <a:lnTo>
                    <a:pt x="199" y="19"/>
                  </a:lnTo>
                  <a:lnTo>
                    <a:pt x="221" y="14"/>
                  </a:lnTo>
                  <a:lnTo>
                    <a:pt x="245" y="11"/>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84014" name="Freeform 60"/>
            <p:cNvSpPr>
              <a:spLocks/>
            </p:cNvSpPr>
            <p:nvPr/>
          </p:nvSpPr>
          <p:spPr bwMode="auto">
            <a:xfrm>
              <a:off x="1392" y="2118"/>
              <a:ext cx="49" cy="85"/>
            </a:xfrm>
            <a:custGeom>
              <a:avLst/>
              <a:gdLst>
                <a:gd name="T0" fmla="*/ 2 w 246"/>
                <a:gd name="T1" fmla="*/ 3 h 426"/>
                <a:gd name="T2" fmla="*/ 2 w 246"/>
                <a:gd name="T3" fmla="*/ 3 h 426"/>
                <a:gd name="T4" fmla="*/ 2 w 246"/>
                <a:gd name="T5" fmla="*/ 3 h 426"/>
                <a:gd name="T6" fmla="*/ 2 w 246"/>
                <a:gd name="T7" fmla="*/ 3 h 426"/>
                <a:gd name="T8" fmla="*/ 2 w 246"/>
                <a:gd name="T9" fmla="*/ 2 h 426"/>
                <a:gd name="T10" fmla="*/ 2 w 246"/>
                <a:gd name="T11" fmla="*/ 2 h 426"/>
                <a:gd name="T12" fmla="*/ 2 w 246"/>
                <a:gd name="T13" fmla="*/ 2 h 426"/>
                <a:gd name="T14" fmla="*/ 2 w 246"/>
                <a:gd name="T15" fmla="*/ 2 h 426"/>
                <a:gd name="T16" fmla="*/ 2 w 246"/>
                <a:gd name="T17" fmla="*/ 1 h 426"/>
                <a:gd name="T18" fmla="*/ 1 w 246"/>
                <a:gd name="T19" fmla="*/ 1 h 426"/>
                <a:gd name="T20" fmla="*/ 1 w 246"/>
                <a:gd name="T21" fmla="*/ 1 h 426"/>
                <a:gd name="T22" fmla="*/ 1 w 246"/>
                <a:gd name="T23" fmla="*/ 1 h 426"/>
                <a:gd name="T24" fmla="*/ 1 w 246"/>
                <a:gd name="T25" fmla="*/ 0 h 426"/>
                <a:gd name="T26" fmla="*/ 1 w 246"/>
                <a:gd name="T27" fmla="*/ 0 h 426"/>
                <a:gd name="T28" fmla="*/ 1 w 246"/>
                <a:gd name="T29" fmla="*/ 0 h 426"/>
                <a:gd name="T30" fmla="*/ 0 w 246"/>
                <a:gd name="T31" fmla="*/ 0 h 426"/>
                <a:gd name="T32" fmla="*/ 0 w 246"/>
                <a:gd name="T33" fmla="*/ 0 h 426"/>
                <a:gd name="T34" fmla="*/ 0 w 246"/>
                <a:gd name="T35" fmla="*/ 0 h 426"/>
                <a:gd name="T36" fmla="*/ 0 w 246"/>
                <a:gd name="T37" fmla="*/ 0 h 426"/>
                <a:gd name="T38" fmla="*/ 0 w 246"/>
                <a:gd name="T39" fmla="*/ 0 h 426"/>
                <a:gd name="T40" fmla="*/ 0 w 246"/>
                <a:gd name="T41" fmla="*/ 0 h 426"/>
                <a:gd name="T42" fmla="*/ 1 w 246"/>
                <a:gd name="T43" fmla="*/ 0 h 426"/>
                <a:gd name="T44" fmla="*/ 1 w 246"/>
                <a:gd name="T45" fmla="*/ 0 h 426"/>
                <a:gd name="T46" fmla="*/ 1 w 246"/>
                <a:gd name="T47" fmla="*/ 1 h 426"/>
                <a:gd name="T48" fmla="*/ 1 w 246"/>
                <a:gd name="T49" fmla="*/ 1 h 426"/>
                <a:gd name="T50" fmla="*/ 1 w 246"/>
                <a:gd name="T51" fmla="*/ 1 h 426"/>
                <a:gd name="T52" fmla="*/ 1 w 246"/>
                <a:gd name="T53" fmla="*/ 1 h 426"/>
                <a:gd name="T54" fmla="*/ 1 w 246"/>
                <a:gd name="T55" fmla="*/ 1 h 426"/>
                <a:gd name="T56" fmla="*/ 2 w 246"/>
                <a:gd name="T57" fmla="*/ 2 h 426"/>
                <a:gd name="T58" fmla="*/ 2 w 246"/>
                <a:gd name="T59" fmla="*/ 2 h 426"/>
                <a:gd name="T60" fmla="*/ 2 w 246"/>
                <a:gd name="T61" fmla="*/ 2 h 426"/>
                <a:gd name="T62" fmla="*/ 2 w 246"/>
                <a:gd name="T63" fmla="*/ 2 h 426"/>
                <a:gd name="T64" fmla="*/ 2 w 246"/>
                <a:gd name="T65" fmla="*/ 3 h 426"/>
                <a:gd name="T66" fmla="*/ 2 w 246"/>
                <a:gd name="T67" fmla="*/ 3 h 426"/>
                <a:gd name="T68" fmla="*/ 2 w 246"/>
                <a:gd name="T69" fmla="*/ 3 h 426"/>
                <a:gd name="T70" fmla="*/ 2 w 246"/>
                <a:gd name="T71" fmla="*/ 3 h 426"/>
                <a:gd name="T72" fmla="*/ 2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246" y="426"/>
                  </a:moveTo>
                  <a:lnTo>
                    <a:pt x="246" y="426"/>
                  </a:lnTo>
                  <a:lnTo>
                    <a:pt x="245" y="384"/>
                  </a:lnTo>
                  <a:lnTo>
                    <a:pt x="242" y="340"/>
                  </a:lnTo>
                  <a:lnTo>
                    <a:pt x="236" y="301"/>
                  </a:lnTo>
                  <a:lnTo>
                    <a:pt x="228" y="262"/>
                  </a:lnTo>
                  <a:lnTo>
                    <a:pt x="217" y="224"/>
                  </a:lnTo>
                  <a:lnTo>
                    <a:pt x="205" y="190"/>
                  </a:lnTo>
                  <a:lnTo>
                    <a:pt x="191" y="158"/>
                  </a:lnTo>
                  <a:lnTo>
                    <a:pt x="176" y="126"/>
                  </a:lnTo>
                  <a:lnTo>
                    <a:pt x="157" y="99"/>
                  </a:lnTo>
                  <a:lnTo>
                    <a:pt x="139" y="75"/>
                  </a:lnTo>
                  <a:lnTo>
                    <a:pt x="119" y="53"/>
                  </a:lnTo>
                  <a:lnTo>
                    <a:pt x="96" y="34"/>
                  </a:lnTo>
                  <a:lnTo>
                    <a:pt x="75" y="19"/>
                  </a:lnTo>
                  <a:lnTo>
                    <a:pt x="51" y="9"/>
                  </a:lnTo>
                  <a:lnTo>
                    <a:pt x="26" y="3"/>
                  </a:lnTo>
                  <a:lnTo>
                    <a:pt x="0" y="0"/>
                  </a:lnTo>
                  <a:lnTo>
                    <a:pt x="0" y="12"/>
                  </a:lnTo>
                  <a:lnTo>
                    <a:pt x="24" y="15"/>
                  </a:lnTo>
                  <a:lnTo>
                    <a:pt x="46" y="20"/>
                  </a:lnTo>
                  <a:lnTo>
                    <a:pt x="68" y="31"/>
                  </a:lnTo>
                  <a:lnTo>
                    <a:pt x="89" y="44"/>
                  </a:lnTo>
                  <a:lnTo>
                    <a:pt x="109" y="63"/>
                  </a:lnTo>
                  <a:lnTo>
                    <a:pt x="129" y="83"/>
                  </a:lnTo>
                  <a:lnTo>
                    <a:pt x="148" y="106"/>
                  </a:lnTo>
                  <a:lnTo>
                    <a:pt x="164" y="133"/>
                  </a:lnTo>
                  <a:lnTo>
                    <a:pt x="180" y="162"/>
                  </a:lnTo>
                  <a:lnTo>
                    <a:pt x="194" y="195"/>
                  </a:lnTo>
                  <a:lnTo>
                    <a:pt x="205" y="229"/>
                  </a:lnTo>
                  <a:lnTo>
                    <a:pt x="216" y="264"/>
                  </a:lnTo>
                  <a:lnTo>
                    <a:pt x="224" y="303"/>
                  </a:lnTo>
                  <a:lnTo>
                    <a:pt x="230" y="343"/>
                  </a:lnTo>
                  <a:lnTo>
                    <a:pt x="233" y="384"/>
                  </a:lnTo>
                  <a:lnTo>
                    <a:pt x="235" y="426"/>
                  </a:lnTo>
                  <a:lnTo>
                    <a:pt x="246"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84015" name="Freeform 61"/>
            <p:cNvSpPr>
              <a:spLocks/>
            </p:cNvSpPr>
            <p:nvPr/>
          </p:nvSpPr>
          <p:spPr bwMode="auto">
            <a:xfrm>
              <a:off x="1392" y="2203"/>
              <a:ext cx="49" cy="85"/>
            </a:xfrm>
            <a:custGeom>
              <a:avLst/>
              <a:gdLst>
                <a:gd name="T0" fmla="*/ 0 w 246"/>
                <a:gd name="T1" fmla="*/ 3 h 424"/>
                <a:gd name="T2" fmla="*/ 0 w 246"/>
                <a:gd name="T3" fmla="*/ 3 h 424"/>
                <a:gd name="T4" fmla="*/ 0 w 246"/>
                <a:gd name="T5" fmla="*/ 3 h 424"/>
                <a:gd name="T6" fmla="*/ 0 w 246"/>
                <a:gd name="T7" fmla="*/ 3 h 424"/>
                <a:gd name="T8" fmla="*/ 1 w 246"/>
                <a:gd name="T9" fmla="*/ 3 h 424"/>
                <a:gd name="T10" fmla="*/ 1 w 246"/>
                <a:gd name="T11" fmla="*/ 3 h 424"/>
                <a:gd name="T12" fmla="*/ 1 w 246"/>
                <a:gd name="T13" fmla="*/ 3 h 424"/>
                <a:gd name="T14" fmla="*/ 1 w 246"/>
                <a:gd name="T15" fmla="*/ 3 h 424"/>
                <a:gd name="T16" fmla="*/ 1 w 246"/>
                <a:gd name="T17" fmla="*/ 3 h 424"/>
                <a:gd name="T18" fmla="*/ 1 w 246"/>
                <a:gd name="T19" fmla="*/ 2 h 424"/>
                <a:gd name="T20" fmla="*/ 2 w 246"/>
                <a:gd name="T21" fmla="*/ 2 h 424"/>
                <a:gd name="T22" fmla="*/ 2 w 246"/>
                <a:gd name="T23" fmla="*/ 2 h 424"/>
                <a:gd name="T24" fmla="*/ 2 w 246"/>
                <a:gd name="T25" fmla="*/ 2 h 424"/>
                <a:gd name="T26" fmla="*/ 2 w 246"/>
                <a:gd name="T27" fmla="*/ 1 h 424"/>
                <a:gd name="T28" fmla="*/ 2 w 246"/>
                <a:gd name="T29" fmla="*/ 1 h 424"/>
                <a:gd name="T30" fmla="*/ 2 w 246"/>
                <a:gd name="T31" fmla="*/ 1 h 424"/>
                <a:gd name="T32" fmla="*/ 2 w 246"/>
                <a:gd name="T33" fmla="*/ 0 h 424"/>
                <a:gd name="T34" fmla="*/ 2 w 246"/>
                <a:gd name="T35" fmla="*/ 0 h 424"/>
                <a:gd name="T36" fmla="*/ 2 w 246"/>
                <a:gd name="T37" fmla="*/ 0 h 424"/>
                <a:gd name="T38" fmla="*/ 2 w 246"/>
                <a:gd name="T39" fmla="*/ 0 h 424"/>
                <a:gd name="T40" fmla="*/ 2 w 246"/>
                <a:gd name="T41" fmla="*/ 1 h 424"/>
                <a:gd name="T42" fmla="*/ 2 w 246"/>
                <a:gd name="T43" fmla="*/ 1 h 424"/>
                <a:gd name="T44" fmla="*/ 2 w 246"/>
                <a:gd name="T45" fmla="*/ 1 h 424"/>
                <a:gd name="T46" fmla="*/ 2 w 246"/>
                <a:gd name="T47" fmla="*/ 2 h 424"/>
                <a:gd name="T48" fmla="*/ 2 w 246"/>
                <a:gd name="T49" fmla="*/ 2 h 424"/>
                <a:gd name="T50" fmla="*/ 1 w 246"/>
                <a:gd name="T51" fmla="*/ 2 h 424"/>
                <a:gd name="T52" fmla="*/ 1 w 246"/>
                <a:gd name="T53" fmla="*/ 2 h 424"/>
                <a:gd name="T54" fmla="*/ 1 w 246"/>
                <a:gd name="T55" fmla="*/ 3 h 424"/>
                <a:gd name="T56" fmla="*/ 1 w 246"/>
                <a:gd name="T57" fmla="*/ 3 h 424"/>
                <a:gd name="T58" fmla="*/ 1 w 246"/>
                <a:gd name="T59" fmla="*/ 3 h 424"/>
                <a:gd name="T60" fmla="*/ 1 w 246"/>
                <a:gd name="T61" fmla="*/ 3 h 424"/>
                <a:gd name="T62" fmla="*/ 1 w 246"/>
                <a:gd name="T63" fmla="*/ 3 h 424"/>
                <a:gd name="T64" fmla="*/ 0 w 246"/>
                <a:gd name="T65" fmla="*/ 3 h 424"/>
                <a:gd name="T66" fmla="*/ 0 w 246"/>
                <a:gd name="T67" fmla="*/ 3 h 424"/>
                <a:gd name="T68" fmla="*/ 0 w 246"/>
                <a:gd name="T69" fmla="*/ 3 h 424"/>
                <a:gd name="T70" fmla="*/ 0 w 246"/>
                <a:gd name="T71" fmla="*/ 3 h 424"/>
                <a:gd name="T72" fmla="*/ 0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0" y="424"/>
                  </a:moveTo>
                  <a:lnTo>
                    <a:pt x="0" y="424"/>
                  </a:lnTo>
                  <a:lnTo>
                    <a:pt x="26" y="422"/>
                  </a:lnTo>
                  <a:lnTo>
                    <a:pt x="51" y="416"/>
                  </a:lnTo>
                  <a:lnTo>
                    <a:pt x="75" y="406"/>
                  </a:lnTo>
                  <a:lnTo>
                    <a:pt x="96" y="390"/>
                  </a:lnTo>
                  <a:lnTo>
                    <a:pt x="119" y="373"/>
                  </a:lnTo>
                  <a:lnTo>
                    <a:pt x="139" y="351"/>
                  </a:lnTo>
                  <a:lnTo>
                    <a:pt x="157" y="326"/>
                  </a:lnTo>
                  <a:lnTo>
                    <a:pt x="175" y="299"/>
                  </a:lnTo>
                  <a:lnTo>
                    <a:pt x="191" y="269"/>
                  </a:lnTo>
                  <a:lnTo>
                    <a:pt x="205" y="236"/>
                  </a:lnTo>
                  <a:lnTo>
                    <a:pt x="217" y="202"/>
                  </a:lnTo>
                  <a:lnTo>
                    <a:pt x="228" y="163"/>
                  </a:lnTo>
                  <a:lnTo>
                    <a:pt x="236" y="125"/>
                  </a:lnTo>
                  <a:lnTo>
                    <a:pt x="242" y="86"/>
                  </a:lnTo>
                  <a:lnTo>
                    <a:pt x="245" y="42"/>
                  </a:lnTo>
                  <a:lnTo>
                    <a:pt x="246" y="0"/>
                  </a:lnTo>
                  <a:lnTo>
                    <a:pt x="235" y="0"/>
                  </a:lnTo>
                  <a:lnTo>
                    <a:pt x="233" y="42"/>
                  </a:lnTo>
                  <a:lnTo>
                    <a:pt x="230" y="83"/>
                  </a:lnTo>
                  <a:lnTo>
                    <a:pt x="224" y="123"/>
                  </a:lnTo>
                  <a:lnTo>
                    <a:pt x="216" y="161"/>
                  </a:lnTo>
                  <a:lnTo>
                    <a:pt x="205" y="197"/>
                  </a:lnTo>
                  <a:lnTo>
                    <a:pt x="194" y="231"/>
                  </a:lnTo>
                  <a:lnTo>
                    <a:pt x="180" y="264"/>
                  </a:lnTo>
                  <a:lnTo>
                    <a:pt x="166" y="292"/>
                  </a:lnTo>
                  <a:lnTo>
                    <a:pt x="148" y="319"/>
                  </a:lnTo>
                  <a:lnTo>
                    <a:pt x="129" y="344"/>
                  </a:lnTo>
                  <a:lnTo>
                    <a:pt x="109" y="364"/>
                  </a:lnTo>
                  <a:lnTo>
                    <a:pt x="89" y="381"/>
                  </a:lnTo>
                  <a:lnTo>
                    <a:pt x="68" y="394"/>
                  </a:lnTo>
                  <a:lnTo>
                    <a:pt x="46" y="405"/>
                  </a:lnTo>
                  <a:lnTo>
                    <a:pt x="24" y="410"/>
                  </a:lnTo>
                  <a:lnTo>
                    <a:pt x="0" y="413"/>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84016" name="Freeform 62"/>
            <p:cNvSpPr>
              <a:spLocks/>
            </p:cNvSpPr>
            <p:nvPr/>
          </p:nvSpPr>
          <p:spPr bwMode="auto">
            <a:xfrm>
              <a:off x="1343" y="2203"/>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2" y="42"/>
                  </a:lnTo>
                  <a:lnTo>
                    <a:pt x="5" y="86"/>
                  </a:lnTo>
                  <a:lnTo>
                    <a:pt x="11" y="125"/>
                  </a:lnTo>
                  <a:lnTo>
                    <a:pt x="19" y="163"/>
                  </a:lnTo>
                  <a:lnTo>
                    <a:pt x="30" y="202"/>
                  </a:lnTo>
                  <a:lnTo>
                    <a:pt x="41" y="236"/>
                  </a:lnTo>
                  <a:lnTo>
                    <a:pt x="56" y="269"/>
                  </a:lnTo>
                  <a:lnTo>
                    <a:pt x="72" y="299"/>
                  </a:lnTo>
                  <a:lnTo>
                    <a:pt x="90" y="326"/>
                  </a:lnTo>
                  <a:lnTo>
                    <a:pt x="108" y="351"/>
                  </a:lnTo>
                  <a:lnTo>
                    <a:pt x="127" y="373"/>
                  </a:lnTo>
                  <a:lnTo>
                    <a:pt x="149" y="390"/>
                  </a:lnTo>
                  <a:lnTo>
                    <a:pt x="172" y="406"/>
                  </a:lnTo>
                  <a:lnTo>
                    <a:pt x="195" y="416"/>
                  </a:lnTo>
                  <a:lnTo>
                    <a:pt x="220" y="422"/>
                  </a:lnTo>
                  <a:lnTo>
                    <a:pt x="245" y="424"/>
                  </a:lnTo>
                  <a:lnTo>
                    <a:pt x="245" y="413"/>
                  </a:lnTo>
                  <a:lnTo>
                    <a:pt x="222" y="410"/>
                  </a:lnTo>
                  <a:lnTo>
                    <a:pt x="200" y="405"/>
                  </a:lnTo>
                  <a:lnTo>
                    <a:pt x="179" y="394"/>
                  </a:lnTo>
                  <a:lnTo>
                    <a:pt x="156" y="381"/>
                  </a:lnTo>
                  <a:lnTo>
                    <a:pt x="136" y="364"/>
                  </a:lnTo>
                  <a:lnTo>
                    <a:pt x="118" y="344"/>
                  </a:lnTo>
                  <a:lnTo>
                    <a:pt x="99" y="319"/>
                  </a:lnTo>
                  <a:lnTo>
                    <a:pt x="81" y="292"/>
                  </a:lnTo>
                  <a:lnTo>
                    <a:pt x="67" y="264"/>
                  </a:lnTo>
                  <a:lnTo>
                    <a:pt x="53" y="231"/>
                  </a:lnTo>
                  <a:lnTo>
                    <a:pt x="41" y="197"/>
                  </a:lnTo>
                  <a:lnTo>
                    <a:pt x="31" y="161"/>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84017" name="Freeform 63"/>
            <p:cNvSpPr>
              <a:spLocks/>
            </p:cNvSpPr>
            <p:nvPr/>
          </p:nvSpPr>
          <p:spPr bwMode="auto">
            <a:xfrm>
              <a:off x="1343" y="2118"/>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1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20" y="3"/>
                  </a:lnTo>
                  <a:lnTo>
                    <a:pt x="195" y="9"/>
                  </a:lnTo>
                  <a:lnTo>
                    <a:pt x="172" y="19"/>
                  </a:lnTo>
                  <a:lnTo>
                    <a:pt x="149" y="34"/>
                  </a:lnTo>
                  <a:lnTo>
                    <a:pt x="127" y="53"/>
                  </a:lnTo>
                  <a:lnTo>
                    <a:pt x="108" y="75"/>
                  </a:lnTo>
                  <a:lnTo>
                    <a:pt x="90" y="99"/>
                  </a:lnTo>
                  <a:lnTo>
                    <a:pt x="71" y="126"/>
                  </a:lnTo>
                  <a:lnTo>
                    <a:pt x="56" y="158"/>
                  </a:lnTo>
                  <a:lnTo>
                    <a:pt x="41" y="190"/>
                  </a:lnTo>
                  <a:lnTo>
                    <a:pt x="30" y="224"/>
                  </a:lnTo>
                  <a:lnTo>
                    <a:pt x="19" y="262"/>
                  </a:lnTo>
                  <a:lnTo>
                    <a:pt x="11" y="301"/>
                  </a:lnTo>
                  <a:lnTo>
                    <a:pt x="5" y="340"/>
                  </a:lnTo>
                  <a:lnTo>
                    <a:pt x="2" y="384"/>
                  </a:lnTo>
                  <a:lnTo>
                    <a:pt x="0" y="426"/>
                  </a:lnTo>
                  <a:lnTo>
                    <a:pt x="12" y="426"/>
                  </a:lnTo>
                  <a:lnTo>
                    <a:pt x="13" y="384"/>
                  </a:lnTo>
                  <a:lnTo>
                    <a:pt x="17" y="343"/>
                  </a:lnTo>
                  <a:lnTo>
                    <a:pt x="23" y="303"/>
                  </a:lnTo>
                  <a:lnTo>
                    <a:pt x="31" y="264"/>
                  </a:lnTo>
                  <a:lnTo>
                    <a:pt x="41" y="229"/>
                  </a:lnTo>
                  <a:lnTo>
                    <a:pt x="53" y="195"/>
                  </a:lnTo>
                  <a:lnTo>
                    <a:pt x="67" y="162"/>
                  </a:lnTo>
                  <a:lnTo>
                    <a:pt x="82" y="133"/>
                  </a:lnTo>
                  <a:lnTo>
                    <a:pt x="99" y="106"/>
                  </a:lnTo>
                  <a:lnTo>
                    <a:pt x="118" y="83"/>
                  </a:lnTo>
                  <a:lnTo>
                    <a:pt x="136" y="63"/>
                  </a:lnTo>
                  <a:lnTo>
                    <a:pt x="156" y="44"/>
                  </a:lnTo>
                  <a:lnTo>
                    <a:pt x="179" y="31"/>
                  </a:lnTo>
                  <a:lnTo>
                    <a:pt x="200" y="20"/>
                  </a:lnTo>
                  <a:lnTo>
                    <a:pt x="222" y="15"/>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84018" name="Freeform 64"/>
            <p:cNvSpPr>
              <a:spLocks/>
            </p:cNvSpPr>
            <p:nvPr/>
          </p:nvSpPr>
          <p:spPr bwMode="auto">
            <a:xfrm>
              <a:off x="1384" y="1859"/>
              <a:ext cx="49" cy="84"/>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1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3" y="382"/>
                  </a:lnTo>
                  <a:lnTo>
                    <a:pt x="240" y="339"/>
                  </a:lnTo>
                  <a:lnTo>
                    <a:pt x="234" y="299"/>
                  </a:lnTo>
                  <a:lnTo>
                    <a:pt x="226" y="261"/>
                  </a:lnTo>
                  <a:lnTo>
                    <a:pt x="215" y="222"/>
                  </a:lnTo>
                  <a:lnTo>
                    <a:pt x="204" y="188"/>
                  </a:lnTo>
                  <a:lnTo>
                    <a:pt x="189" y="156"/>
                  </a:lnTo>
                  <a:lnTo>
                    <a:pt x="173" y="125"/>
                  </a:lnTo>
                  <a:lnTo>
                    <a:pt x="155" y="98"/>
                  </a:lnTo>
                  <a:lnTo>
                    <a:pt x="138" y="74"/>
                  </a:lnTo>
                  <a:lnTo>
                    <a:pt x="118" y="51"/>
                  </a:lnTo>
                  <a:lnTo>
                    <a:pt x="96" y="34"/>
                  </a:lnTo>
                  <a:lnTo>
                    <a:pt x="73" y="18"/>
                  </a:lnTo>
                  <a:lnTo>
                    <a:pt x="50" y="8"/>
                  </a:lnTo>
                  <a:lnTo>
                    <a:pt x="25" y="2"/>
                  </a:lnTo>
                  <a:lnTo>
                    <a:pt x="0" y="0"/>
                  </a:lnTo>
                  <a:lnTo>
                    <a:pt x="0" y="11"/>
                  </a:lnTo>
                  <a:lnTo>
                    <a:pt x="23" y="14"/>
                  </a:lnTo>
                  <a:lnTo>
                    <a:pt x="45" y="20"/>
                  </a:lnTo>
                  <a:lnTo>
                    <a:pt x="66" y="30"/>
                  </a:lnTo>
                  <a:lnTo>
                    <a:pt x="89" y="43"/>
                  </a:lnTo>
                  <a:lnTo>
                    <a:pt x="109" y="61"/>
                  </a:lnTo>
                  <a:lnTo>
                    <a:pt x="129" y="81"/>
                  </a:lnTo>
                  <a:lnTo>
                    <a:pt x="146" y="105"/>
                  </a:lnTo>
                  <a:lnTo>
                    <a:pt x="164" y="132"/>
                  </a:lnTo>
                  <a:lnTo>
                    <a:pt x="178" y="160"/>
                  </a:lnTo>
                  <a:lnTo>
                    <a:pt x="192" y="193"/>
                  </a:lnTo>
                  <a:lnTo>
                    <a:pt x="204" y="227"/>
                  </a:lnTo>
                  <a:lnTo>
                    <a:pt x="214" y="264"/>
                  </a:lnTo>
                  <a:lnTo>
                    <a:pt x="222" y="301"/>
                  </a:lnTo>
                  <a:lnTo>
                    <a:pt x="228"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84019" name="Freeform 65"/>
            <p:cNvSpPr>
              <a:spLocks/>
            </p:cNvSpPr>
            <p:nvPr/>
          </p:nvSpPr>
          <p:spPr bwMode="auto">
            <a:xfrm>
              <a:off x="1384" y="1943"/>
              <a:ext cx="49" cy="86"/>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5" y="423"/>
                  </a:lnTo>
                  <a:lnTo>
                    <a:pt x="50" y="418"/>
                  </a:lnTo>
                  <a:lnTo>
                    <a:pt x="73" y="407"/>
                  </a:lnTo>
                  <a:lnTo>
                    <a:pt x="96" y="392"/>
                  </a:lnTo>
                  <a:lnTo>
                    <a:pt x="118" y="374"/>
                  </a:lnTo>
                  <a:lnTo>
                    <a:pt x="138" y="352"/>
                  </a:lnTo>
                  <a:lnTo>
                    <a:pt x="155" y="327"/>
                  </a:lnTo>
                  <a:lnTo>
                    <a:pt x="174" y="300"/>
                  </a:lnTo>
                  <a:lnTo>
                    <a:pt x="189" y="269"/>
                  </a:lnTo>
                  <a:lnTo>
                    <a:pt x="204" y="237"/>
                  </a:lnTo>
                  <a:lnTo>
                    <a:pt x="215" y="202"/>
                  </a:lnTo>
                  <a:lnTo>
                    <a:pt x="226" y="164"/>
                  </a:lnTo>
                  <a:lnTo>
                    <a:pt x="234" y="126"/>
                  </a:lnTo>
                  <a:lnTo>
                    <a:pt x="240" y="86"/>
                  </a:lnTo>
                  <a:lnTo>
                    <a:pt x="243" y="42"/>
                  </a:lnTo>
                  <a:lnTo>
                    <a:pt x="245" y="0"/>
                  </a:lnTo>
                  <a:lnTo>
                    <a:pt x="233" y="0"/>
                  </a:lnTo>
                  <a:lnTo>
                    <a:pt x="232" y="42"/>
                  </a:lnTo>
                  <a:lnTo>
                    <a:pt x="228" y="83"/>
                  </a:lnTo>
                  <a:lnTo>
                    <a:pt x="222" y="123"/>
                  </a:lnTo>
                  <a:lnTo>
                    <a:pt x="214" y="162"/>
                  </a:lnTo>
                  <a:lnTo>
                    <a:pt x="204" y="197"/>
                  </a:lnTo>
                  <a:lnTo>
                    <a:pt x="192" y="232"/>
                  </a:lnTo>
                  <a:lnTo>
                    <a:pt x="178" y="264"/>
                  </a:lnTo>
                  <a:lnTo>
                    <a:pt x="163" y="293"/>
                  </a:lnTo>
                  <a:lnTo>
                    <a:pt x="146" y="320"/>
                  </a:lnTo>
                  <a:lnTo>
                    <a:pt x="129" y="345"/>
                  </a:lnTo>
                  <a:lnTo>
                    <a:pt x="109" y="365"/>
                  </a:lnTo>
                  <a:lnTo>
                    <a:pt x="89" y="382"/>
                  </a:lnTo>
                  <a:lnTo>
                    <a:pt x="66" y="395"/>
                  </a:lnTo>
                  <a:lnTo>
                    <a:pt x="45" y="406"/>
                  </a:lnTo>
                  <a:lnTo>
                    <a:pt x="23"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84020" name="Freeform 66"/>
            <p:cNvSpPr>
              <a:spLocks/>
            </p:cNvSpPr>
            <p:nvPr/>
          </p:nvSpPr>
          <p:spPr bwMode="auto">
            <a:xfrm>
              <a:off x="1335" y="1943"/>
              <a:ext cx="49" cy="86"/>
            </a:xfrm>
            <a:custGeom>
              <a:avLst/>
              <a:gdLst>
                <a:gd name="T0" fmla="*/ 0 w 246"/>
                <a:gd name="T1" fmla="*/ 0 h 426"/>
                <a:gd name="T2" fmla="*/ 0 w 246"/>
                <a:gd name="T3" fmla="*/ 0 h 426"/>
                <a:gd name="T4" fmla="*/ 0 w 246"/>
                <a:gd name="T5" fmla="*/ 0 h 426"/>
                <a:gd name="T6" fmla="*/ 0 w 246"/>
                <a:gd name="T7" fmla="*/ 1 h 426"/>
                <a:gd name="T8" fmla="*/ 0 w 246"/>
                <a:gd name="T9" fmla="*/ 1 h 426"/>
                <a:gd name="T10" fmla="*/ 0 w 246"/>
                <a:gd name="T11" fmla="*/ 1 h 426"/>
                <a:gd name="T12" fmla="*/ 0 w 246"/>
                <a:gd name="T13" fmla="*/ 2 h 426"/>
                <a:gd name="T14" fmla="*/ 0 w 246"/>
                <a:gd name="T15" fmla="*/ 2 h 426"/>
                <a:gd name="T16" fmla="*/ 0 w 246"/>
                <a:gd name="T17" fmla="*/ 2 h 426"/>
                <a:gd name="T18" fmla="*/ 1 w 246"/>
                <a:gd name="T19" fmla="*/ 2 h 426"/>
                <a:gd name="T20" fmla="*/ 1 w 246"/>
                <a:gd name="T21" fmla="*/ 3 h 426"/>
                <a:gd name="T22" fmla="*/ 1 w 246"/>
                <a:gd name="T23" fmla="*/ 3 h 426"/>
                <a:gd name="T24" fmla="*/ 1 w 246"/>
                <a:gd name="T25" fmla="*/ 3 h 426"/>
                <a:gd name="T26" fmla="*/ 1 w 246"/>
                <a:gd name="T27" fmla="*/ 3 h 426"/>
                <a:gd name="T28" fmla="*/ 1 w 246"/>
                <a:gd name="T29" fmla="*/ 3 h 426"/>
                <a:gd name="T30" fmla="*/ 2 w 246"/>
                <a:gd name="T31" fmla="*/ 3 h 426"/>
                <a:gd name="T32" fmla="*/ 2 w 246"/>
                <a:gd name="T33" fmla="*/ 3 h 426"/>
                <a:gd name="T34" fmla="*/ 2 w 246"/>
                <a:gd name="T35" fmla="*/ 3 h 426"/>
                <a:gd name="T36" fmla="*/ 2 w 246"/>
                <a:gd name="T37" fmla="*/ 3 h 426"/>
                <a:gd name="T38" fmla="*/ 2 w 246"/>
                <a:gd name="T39" fmla="*/ 3 h 426"/>
                <a:gd name="T40" fmla="*/ 2 w 246"/>
                <a:gd name="T41" fmla="*/ 3 h 426"/>
                <a:gd name="T42" fmla="*/ 1 w 246"/>
                <a:gd name="T43" fmla="*/ 3 h 426"/>
                <a:gd name="T44" fmla="*/ 1 w 246"/>
                <a:gd name="T45" fmla="*/ 3 h 426"/>
                <a:gd name="T46" fmla="*/ 1 w 246"/>
                <a:gd name="T47" fmla="*/ 3 h 426"/>
                <a:gd name="T48" fmla="*/ 1 w 246"/>
                <a:gd name="T49" fmla="*/ 3 h 426"/>
                <a:gd name="T50" fmla="*/ 1 w 246"/>
                <a:gd name="T51" fmla="*/ 3 h 426"/>
                <a:gd name="T52" fmla="*/ 1 w 246"/>
                <a:gd name="T53" fmla="*/ 2 h 426"/>
                <a:gd name="T54" fmla="*/ 1 w 246"/>
                <a:gd name="T55" fmla="*/ 2 h 426"/>
                <a:gd name="T56" fmla="*/ 0 w 246"/>
                <a:gd name="T57" fmla="*/ 2 h 426"/>
                <a:gd name="T58" fmla="*/ 0 w 246"/>
                <a:gd name="T59" fmla="*/ 2 h 426"/>
                <a:gd name="T60" fmla="*/ 0 w 246"/>
                <a:gd name="T61" fmla="*/ 1 h 426"/>
                <a:gd name="T62" fmla="*/ 0 w 246"/>
                <a:gd name="T63" fmla="*/ 1 h 426"/>
                <a:gd name="T64" fmla="*/ 0 w 246"/>
                <a:gd name="T65" fmla="*/ 1 h 426"/>
                <a:gd name="T66" fmla="*/ 0 w 246"/>
                <a:gd name="T67" fmla="*/ 0 h 426"/>
                <a:gd name="T68" fmla="*/ 0 w 246"/>
                <a:gd name="T69" fmla="*/ 0 h 426"/>
                <a:gd name="T70" fmla="*/ 0 w 246"/>
                <a:gd name="T71" fmla="*/ 0 h 426"/>
                <a:gd name="T72" fmla="*/ 0 w 246"/>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0"/>
                  </a:moveTo>
                  <a:lnTo>
                    <a:pt x="0" y="0"/>
                  </a:lnTo>
                  <a:lnTo>
                    <a:pt x="1" y="42"/>
                  </a:lnTo>
                  <a:lnTo>
                    <a:pt x="4" y="86"/>
                  </a:lnTo>
                  <a:lnTo>
                    <a:pt x="10" y="126"/>
                  </a:lnTo>
                  <a:lnTo>
                    <a:pt x="18" y="164"/>
                  </a:lnTo>
                  <a:lnTo>
                    <a:pt x="29" y="202"/>
                  </a:lnTo>
                  <a:lnTo>
                    <a:pt x="41" y="237"/>
                  </a:lnTo>
                  <a:lnTo>
                    <a:pt x="55" y="269"/>
                  </a:lnTo>
                  <a:lnTo>
                    <a:pt x="71" y="300"/>
                  </a:lnTo>
                  <a:lnTo>
                    <a:pt x="89" y="327"/>
                  </a:lnTo>
                  <a:lnTo>
                    <a:pt x="107" y="352"/>
                  </a:lnTo>
                  <a:lnTo>
                    <a:pt x="127" y="374"/>
                  </a:lnTo>
                  <a:lnTo>
                    <a:pt x="150" y="392"/>
                  </a:lnTo>
                  <a:lnTo>
                    <a:pt x="171" y="407"/>
                  </a:lnTo>
                  <a:lnTo>
                    <a:pt x="195" y="418"/>
                  </a:lnTo>
                  <a:lnTo>
                    <a:pt x="220" y="423"/>
                  </a:lnTo>
                  <a:lnTo>
                    <a:pt x="246" y="426"/>
                  </a:lnTo>
                  <a:lnTo>
                    <a:pt x="246" y="414"/>
                  </a:lnTo>
                  <a:lnTo>
                    <a:pt x="222" y="412"/>
                  </a:lnTo>
                  <a:lnTo>
                    <a:pt x="200" y="406"/>
                  </a:lnTo>
                  <a:lnTo>
                    <a:pt x="178" y="395"/>
                  </a:lnTo>
                  <a:lnTo>
                    <a:pt x="157" y="382"/>
                  </a:lnTo>
                  <a:lnTo>
                    <a:pt x="137" y="365"/>
                  </a:lnTo>
                  <a:lnTo>
                    <a:pt x="117" y="345"/>
                  </a:lnTo>
                  <a:lnTo>
                    <a:pt x="98" y="320"/>
                  </a:lnTo>
                  <a:lnTo>
                    <a:pt x="83" y="293"/>
                  </a:lnTo>
                  <a:lnTo>
                    <a:pt x="66" y="264"/>
                  </a:lnTo>
                  <a:lnTo>
                    <a:pt x="52" y="232"/>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84021" name="Freeform 67"/>
            <p:cNvSpPr>
              <a:spLocks/>
            </p:cNvSpPr>
            <p:nvPr/>
          </p:nvSpPr>
          <p:spPr bwMode="auto">
            <a:xfrm>
              <a:off x="1335" y="1859"/>
              <a:ext cx="49" cy="84"/>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1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0" y="2"/>
                  </a:lnTo>
                  <a:lnTo>
                    <a:pt x="195" y="8"/>
                  </a:lnTo>
                  <a:lnTo>
                    <a:pt x="171" y="18"/>
                  </a:lnTo>
                  <a:lnTo>
                    <a:pt x="150" y="34"/>
                  </a:lnTo>
                  <a:lnTo>
                    <a:pt x="127" y="51"/>
                  </a:lnTo>
                  <a:lnTo>
                    <a:pt x="107" y="74"/>
                  </a:lnTo>
                  <a:lnTo>
                    <a:pt x="89" y="98"/>
                  </a:lnTo>
                  <a:lnTo>
                    <a:pt x="72" y="125"/>
                  </a:lnTo>
                  <a:lnTo>
                    <a:pt x="55" y="156"/>
                  </a:lnTo>
                  <a:lnTo>
                    <a:pt x="41" y="188"/>
                  </a:lnTo>
                  <a:lnTo>
                    <a:pt x="29" y="222"/>
                  </a:lnTo>
                  <a:lnTo>
                    <a:pt x="18" y="261"/>
                  </a:lnTo>
                  <a:lnTo>
                    <a:pt x="10" y="299"/>
                  </a:lnTo>
                  <a:lnTo>
                    <a:pt x="4" y="339"/>
                  </a:lnTo>
                  <a:lnTo>
                    <a:pt x="1" y="382"/>
                  </a:lnTo>
                  <a:lnTo>
                    <a:pt x="0" y="424"/>
                  </a:lnTo>
                  <a:lnTo>
                    <a:pt x="11" y="424"/>
                  </a:lnTo>
                  <a:lnTo>
                    <a:pt x="13" y="382"/>
                  </a:lnTo>
                  <a:lnTo>
                    <a:pt x="16" y="341"/>
                  </a:lnTo>
                  <a:lnTo>
                    <a:pt x="22" y="301"/>
                  </a:lnTo>
                  <a:lnTo>
                    <a:pt x="30" y="264"/>
                  </a:lnTo>
                  <a:lnTo>
                    <a:pt x="41" y="227"/>
                  </a:lnTo>
                  <a:lnTo>
                    <a:pt x="52" y="193"/>
                  </a:lnTo>
                  <a:lnTo>
                    <a:pt x="66" y="160"/>
                  </a:lnTo>
                  <a:lnTo>
                    <a:pt x="82" y="132"/>
                  </a:lnTo>
                  <a:lnTo>
                    <a:pt x="98" y="105"/>
                  </a:lnTo>
                  <a:lnTo>
                    <a:pt x="117" y="81"/>
                  </a:lnTo>
                  <a:lnTo>
                    <a:pt x="137" y="61"/>
                  </a:lnTo>
                  <a:lnTo>
                    <a:pt x="157" y="43"/>
                  </a:lnTo>
                  <a:lnTo>
                    <a:pt x="178" y="30"/>
                  </a:lnTo>
                  <a:lnTo>
                    <a:pt x="200" y="20"/>
                  </a:lnTo>
                  <a:lnTo>
                    <a:pt x="222" y="14"/>
                  </a:lnTo>
                  <a:lnTo>
                    <a:pt x="246" y="11"/>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84022" name="Freeform 68"/>
            <p:cNvSpPr>
              <a:spLocks/>
            </p:cNvSpPr>
            <p:nvPr/>
          </p:nvSpPr>
          <p:spPr bwMode="auto">
            <a:xfrm>
              <a:off x="1552" y="1751"/>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1" y="339"/>
                  </a:lnTo>
                  <a:lnTo>
                    <a:pt x="235" y="299"/>
                  </a:lnTo>
                  <a:lnTo>
                    <a:pt x="226" y="261"/>
                  </a:lnTo>
                  <a:lnTo>
                    <a:pt x="216" y="223"/>
                  </a:lnTo>
                  <a:lnTo>
                    <a:pt x="204" y="189"/>
                  </a:lnTo>
                  <a:lnTo>
                    <a:pt x="190" y="156"/>
                  </a:lnTo>
                  <a:lnTo>
                    <a:pt x="174" y="125"/>
                  </a:lnTo>
                  <a:lnTo>
                    <a:pt x="156" y="98"/>
                  </a:lnTo>
                  <a:lnTo>
                    <a:pt x="137" y="74"/>
                  </a:lnTo>
                  <a:lnTo>
                    <a:pt x="119" y="52"/>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8" y="81"/>
                  </a:lnTo>
                  <a:lnTo>
                    <a:pt x="147" y="105"/>
                  </a:lnTo>
                  <a:lnTo>
                    <a:pt x="164" y="132"/>
                  </a:lnTo>
                  <a:lnTo>
                    <a:pt x="178" y="161"/>
                  </a:lnTo>
                  <a:lnTo>
                    <a:pt x="193" y="193"/>
                  </a:lnTo>
                  <a:lnTo>
                    <a:pt x="204" y="227"/>
                  </a:lnTo>
                  <a:lnTo>
                    <a:pt x="215" y="264"/>
                  </a:lnTo>
                  <a:lnTo>
                    <a:pt x="223" y="301"/>
                  </a:lnTo>
                  <a:lnTo>
                    <a:pt x="229" y="341"/>
                  </a:lnTo>
                  <a:lnTo>
                    <a:pt x="232" y="382"/>
                  </a:lnTo>
                  <a:lnTo>
                    <a:pt x="234"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84023" name="Freeform 69"/>
            <p:cNvSpPr>
              <a:spLocks/>
            </p:cNvSpPr>
            <p:nvPr/>
          </p:nvSpPr>
          <p:spPr bwMode="auto">
            <a:xfrm>
              <a:off x="1552" y="1836"/>
              <a:ext cx="49" cy="85"/>
            </a:xfrm>
            <a:custGeom>
              <a:avLst/>
              <a:gdLst>
                <a:gd name="T0" fmla="*/ 0 w 245"/>
                <a:gd name="T1" fmla="*/ 3 h 425"/>
                <a:gd name="T2" fmla="*/ 0 w 245"/>
                <a:gd name="T3" fmla="*/ 3 h 425"/>
                <a:gd name="T4" fmla="*/ 0 w 245"/>
                <a:gd name="T5" fmla="*/ 3 h 425"/>
                <a:gd name="T6" fmla="*/ 0 w 245"/>
                <a:gd name="T7" fmla="*/ 3 h 425"/>
                <a:gd name="T8" fmla="*/ 1 w 245"/>
                <a:gd name="T9" fmla="*/ 3 h 425"/>
                <a:gd name="T10" fmla="*/ 1 w 245"/>
                <a:gd name="T11" fmla="*/ 3 h 425"/>
                <a:gd name="T12" fmla="*/ 1 w 245"/>
                <a:gd name="T13" fmla="*/ 3 h 425"/>
                <a:gd name="T14" fmla="*/ 1 w 245"/>
                <a:gd name="T15" fmla="*/ 3 h 425"/>
                <a:gd name="T16" fmla="*/ 1 w 245"/>
                <a:gd name="T17" fmla="*/ 3 h 425"/>
                <a:gd name="T18" fmla="*/ 1 w 245"/>
                <a:gd name="T19" fmla="*/ 2 h 425"/>
                <a:gd name="T20" fmla="*/ 2 w 245"/>
                <a:gd name="T21" fmla="*/ 2 h 425"/>
                <a:gd name="T22" fmla="*/ 2 w 245"/>
                <a:gd name="T23" fmla="*/ 2 h 425"/>
                <a:gd name="T24" fmla="*/ 2 w 245"/>
                <a:gd name="T25" fmla="*/ 2 h 425"/>
                <a:gd name="T26" fmla="*/ 2 w 245"/>
                <a:gd name="T27" fmla="*/ 1 h 425"/>
                <a:gd name="T28" fmla="*/ 2 w 245"/>
                <a:gd name="T29" fmla="*/ 1 h 425"/>
                <a:gd name="T30" fmla="*/ 2 w 245"/>
                <a:gd name="T31" fmla="*/ 1 h 425"/>
                <a:gd name="T32" fmla="*/ 2 w 245"/>
                <a:gd name="T33" fmla="*/ 0 h 425"/>
                <a:gd name="T34" fmla="*/ 2 w 245"/>
                <a:gd name="T35" fmla="*/ 0 h 425"/>
                <a:gd name="T36" fmla="*/ 2 w 245"/>
                <a:gd name="T37" fmla="*/ 0 h 425"/>
                <a:gd name="T38" fmla="*/ 2 w 245"/>
                <a:gd name="T39" fmla="*/ 0 h 425"/>
                <a:gd name="T40" fmla="*/ 2 w 245"/>
                <a:gd name="T41" fmla="*/ 1 h 425"/>
                <a:gd name="T42" fmla="*/ 2 w 245"/>
                <a:gd name="T43" fmla="*/ 1 h 425"/>
                <a:gd name="T44" fmla="*/ 2 w 245"/>
                <a:gd name="T45" fmla="*/ 1 h 425"/>
                <a:gd name="T46" fmla="*/ 2 w 245"/>
                <a:gd name="T47" fmla="*/ 2 h 425"/>
                <a:gd name="T48" fmla="*/ 2 w 245"/>
                <a:gd name="T49" fmla="*/ 2 h 425"/>
                <a:gd name="T50" fmla="*/ 1 w 245"/>
                <a:gd name="T51" fmla="*/ 2 h 425"/>
                <a:gd name="T52" fmla="*/ 1 w 245"/>
                <a:gd name="T53" fmla="*/ 2 h 425"/>
                <a:gd name="T54" fmla="*/ 1 w 245"/>
                <a:gd name="T55" fmla="*/ 3 h 425"/>
                <a:gd name="T56" fmla="*/ 1 w 245"/>
                <a:gd name="T57" fmla="*/ 3 h 425"/>
                <a:gd name="T58" fmla="*/ 1 w 245"/>
                <a:gd name="T59" fmla="*/ 3 h 425"/>
                <a:gd name="T60" fmla="*/ 1 w 245"/>
                <a:gd name="T61" fmla="*/ 3 h 425"/>
                <a:gd name="T62" fmla="*/ 1 w 245"/>
                <a:gd name="T63" fmla="*/ 3 h 425"/>
                <a:gd name="T64" fmla="*/ 0 w 245"/>
                <a:gd name="T65" fmla="*/ 3 h 425"/>
                <a:gd name="T66" fmla="*/ 0 w 245"/>
                <a:gd name="T67" fmla="*/ 3 h 425"/>
                <a:gd name="T68" fmla="*/ 0 w 245"/>
                <a:gd name="T69" fmla="*/ 3 h 425"/>
                <a:gd name="T70" fmla="*/ 0 w 245"/>
                <a:gd name="T71" fmla="*/ 3 h 425"/>
                <a:gd name="T72" fmla="*/ 0 w 245"/>
                <a:gd name="T73" fmla="*/ 3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5"/>
                <a:gd name="T113" fmla="*/ 245 w 245"/>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5">
                  <a:moveTo>
                    <a:pt x="0" y="425"/>
                  </a:moveTo>
                  <a:lnTo>
                    <a:pt x="0" y="425"/>
                  </a:lnTo>
                  <a:lnTo>
                    <a:pt x="26" y="422"/>
                  </a:lnTo>
                  <a:lnTo>
                    <a:pt x="51" y="417"/>
                  </a:lnTo>
                  <a:lnTo>
                    <a:pt x="74" y="406"/>
                  </a:lnTo>
                  <a:lnTo>
                    <a:pt x="96" y="391"/>
                  </a:lnTo>
                  <a:lnTo>
                    <a:pt x="119" y="373"/>
                  </a:lnTo>
                  <a:lnTo>
                    <a:pt x="137" y="351"/>
                  </a:lnTo>
                  <a:lnTo>
                    <a:pt x="156" y="326"/>
                  </a:lnTo>
                  <a:lnTo>
                    <a:pt x="174" y="299"/>
                  </a:lnTo>
                  <a:lnTo>
                    <a:pt x="190" y="269"/>
                  </a:lnTo>
                  <a:lnTo>
                    <a:pt x="204" y="236"/>
                  </a:lnTo>
                  <a:lnTo>
                    <a:pt x="216" y="202"/>
                  </a:lnTo>
                  <a:lnTo>
                    <a:pt x="226" y="163"/>
                  </a:lnTo>
                  <a:lnTo>
                    <a:pt x="235" y="126"/>
                  </a:lnTo>
                  <a:lnTo>
                    <a:pt x="241" y="86"/>
                  </a:lnTo>
                  <a:lnTo>
                    <a:pt x="244" y="43"/>
                  </a:lnTo>
                  <a:lnTo>
                    <a:pt x="245" y="0"/>
                  </a:lnTo>
                  <a:lnTo>
                    <a:pt x="234" y="0"/>
                  </a:lnTo>
                  <a:lnTo>
                    <a:pt x="232" y="43"/>
                  </a:lnTo>
                  <a:lnTo>
                    <a:pt x="229" y="84"/>
                  </a:lnTo>
                  <a:lnTo>
                    <a:pt x="223" y="123"/>
                  </a:lnTo>
                  <a:lnTo>
                    <a:pt x="215" y="161"/>
                  </a:lnTo>
                  <a:lnTo>
                    <a:pt x="204" y="197"/>
                  </a:lnTo>
                  <a:lnTo>
                    <a:pt x="193" y="231"/>
                  </a:lnTo>
                  <a:lnTo>
                    <a:pt x="178" y="264"/>
                  </a:lnTo>
                  <a:lnTo>
                    <a:pt x="164" y="292"/>
                  </a:lnTo>
                  <a:lnTo>
                    <a:pt x="147" y="319"/>
                  </a:lnTo>
                  <a:lnTo>
                    <a:pt x="128" y="344"/>
                  </a:lnTo>
                  <a:lnTo>
                    <a:pt x="109" y="364"/>
                  </a:lnTo>
                  <a:lnTo>
                    <a:pt x="89" y="381"/>
                  </a:lnTo>
                  <a:lnTo>
                    <a:pt x="67" y="394"/>
                  </a:lnTo>
                  <a:lnTo>
                    <a:pt x="46" y="405"/>
                  </a:lnTo>
                  <a:lnTo>
                    <a:pt x="24" y="411"/>
                  </a:lnTo>
                  <a:lnTo>
                    <a:pt x="0" y="413"/>
                  </a:lnTo>
                  <a:lnTo>
                    <a:pt x="0" y="425"/>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84024" name="Freeform 70"/>
            <p:cNvSpPr>
              <a:spLocks/>
            </p:cNvSpPr>
            <p:nvPr/>
          </p:nvSpPr>
          <p:spPr bwMode="auto">
            <a:xfrm>
              <a:off x="1502" y="1836"/>
              <a:ext cx="50" cy="85"/>
            </a:xfrm>
            <a:custGeom>
              <a:avLst/>
              <a:gdLst>
                <a:gd name="T0" fmla="*/ 0 w 246"/>
                <a:gd name="T1" fmla="*/ 0 h 425"/>
                <a:gd name="T2" fmla="*/ 0 w 246"/>
                <a:gd name="T3" fmla="*/ 0 h 425"/>
                <a:gd name="T4" fmla="*/ 0 w 246"/>
                <a:gd name="T5" fmla="*/ 0 h 425"/>
                <a:gd name="T6" fmla="*/ 0 w 246"/>
                <a:gd name="T7" fmla="*/ 1 h 425"/>
                <a:gd name="T8" fmla="*/ 0 w 246"/>
                <a:gd name="T9" fmla="*/ 1 h 425"/>
                <a:gd name="T10" fmla="*/ 0 w 246"/>
                <a:gd name="T11" fmla="*/ 1 h 425"/>
                <a:gd name="T12" fmla="*/ 0 w 246"/>
                <a:gd name="T13" fmla="*/ 2 h 425"/>
                <a:gd name="T14" fmla="*/ 0 w 246"/>
                <a:gd name="T15" fmla="*/ 2 h 425"/>
                <a:gd name="T16" fmla="*/ 0 w 246"/>
                <a:gd name="T17" fmla="*/ 2 h 425"/>
                <a:gd name="T18" fmla="*/ 1 w 246"/>
                <a:gd name="T19" fmla="*/ 2 h 425"/>
                <a:gd name="T20" fmla="*/ 1 w 246"/>
                <a:gd name="T21" fmla="*/ 3 h 425"/>
                <a:gd name="T22" fmla="*/ 1 w 246"/>
                <a:gd name="T23" fmla="*/ 3 h 425"/>
                <a:gd name="T24" fmla="*/ 1 w 246"/>
                <a:gd name="T25" fmla="*/ 3 h 425"/>
                <a:gd name="T26" fmla="*/ 1 w 246"/>
                <a:gd name="T27" fmla="*/ 3 h 425"/>
                <a:gd name="T28" fmla="*/ 1 w 246"/>
                <a:gd name="T29" fmla="*/ 3 h 425"/>
                <a:gd name="T30" fmla="*/ 2 w 246"/>
                <a:gd name="T31" fmla="*/ 3 h 425"/>
                <a:gd name="T32" fmla="*/ 2 w 246"/>
                <a:gd name="T33" fmla="*/ 3 h 425"/>
                <a:gd name="T34" fmla="*/ 2 w 246"/>
                <a:gd name="T35" fmla="*/ 3 h 425"/>
                <a:gd name="T36" fmla="*/ 2 w 246"/>
                <a:gd name="T37" fmla="*/ 3 h 425"/>
                <a:gd name="T38" fmla="*/ 2 w 246"/>
                <a:gd name="T39" fmla="*/ 3 h 425"/>
                <a:gd name="T40" fmla="*/ 2 w 246"/>
                <a:gd name="T41" fmla="*/ 3 h 425"/>
                <a:gd name="T42" fmla="*/ 1 w 246"/>
                <a:gd name="T43" fmla="*/ 3 h 425"/>
                <a:gd name="T44" fmla="*/ 1 w 246"/>
                <a:gd name="T45" fmla="*/ 3 h 425"/>
                <a:gd name="T46" fmla="*/ 1 w 246"/>
                <a:gd name="T47" fmla="*/ 3 h 425"/>
                <a:gd name="T48" fmla="*/ 1 w 246"/>
                <a:gd name="T49" fmla="*/ 3 h 425"/>
                <a:gd name="T50" fmla="*/ 1 w 246"/>
                <a:gd name="T51" fmla="*/ 3 h 425"/>
                <a:gd name="T52" fmla="*/ 1 w 246"/>
                <a:gd name="T53" fmla="*/ 2 h 425"/>
                <a:gd name="T54" fmla="*/ 1 w 246"/>
                <a:gd name="T55" fmla="*/ 2 h 425"/>
                <a:gd name="T56" fmla="*/ 0 w 246"/>
                <a:gd name="T57" fmla="*/ 2 h 425"/>
                <a:gd name="T58" fmla="*/ 0 w 246"/>
                <a:gd name="T59" fmla="*/ 2 h 425"/>
                <a:gd name="T60" fmla="*/ 0 w 246"/>
                <a:gd name="T61" fmla="*/ 1 h 425"/>
                <a:gd name="T62" fmla="*/ 0 w 246"/>
                <a:gd name="T63" fmla="*/ 1 h 425"/>
                <a:gd name="T64" fmla="*/ 0 w 246"/>
                <a:gd name="T65" fmla="*/ 1 h 425"/>
                <a:gd name="T66" fmla="*/ 0 w 246"/>
                <a:gd name="T67" fmla="*/ 0 h 425"/>
                <a:gd name="T68" fmla="*/ 0 w 246"/>
                <a:gd name="T69" fmla="*/ 0 h 425"/>
                <a:gd name="T70" fmla="*/ 0 w 246"/>
                <a:gd name="T71" fmla="*/ 0 h 425"/>
                <a:gd name="T72" fmla="*/ 0 w 246"/>
                <a:gd name="T73" fmla="*/ 0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5"/>
                <a:gd name="T113" fmla="*/ 246 w 246"/>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5">
                  <a:moveTo>
                    <a:pt x="0" y="0"/>
                  </a:moveTo>
                  <a:lnTo>
                    <a:pt x="0" y="0"/>
                  </a:lnTo>
                  <a:lnTo>
                    <a:pt x="2" y="43"/>
                  </a:lnTo>
                  <a:lnTo>
                    <a:pt x="5" y="86"/>
                  </a:lnTo>
                  <a:lnTo>
                    <a:pt x="11" y="126"/>
                  </a:lnTo>
                  <a:lnTo>
                    <a:pt x="19" y="163"/>
                  </a:lnTo>
                  <a:lnTo>
                    <a:pt x="30" y="202"/>
                  </a:lnTo>
                  <a:lnTo>
                    <a:pt x="41" y="236"/>
                  </a:lnTo>
                  <a:lnTo>
                    <a:pt x="55" y="269"/>
                  </a:lnTo>
                  <a:lnTo>
                    <a:pt x="73" y="299"/>
                  </a:lnTo>
                  <a:lnTo>
                    <a:pt x="89" y="326"/>
                  </a:lnTo>
                  <a:lnTo>
                    <a:pt x="108" y="351"/>
                  </a:lnTo>
                  <a:lnTo>
                    <a:pt x="128" y="373"/>
                  </a:lnTo>
                  <a:lnTo>
                    <a:pt x="150" y="391"/>
                  </a:lnTo>
                  <a:lnTo>
                    <a:pt x="171" y="406"/>
                  </a:lnTo>
                  <a:lnTo>
                    <a:pt x="196" y="417"/>
                  </a:lnTo>
                  <a:lnTo>
                    <a:pt x="221" y="422"/>
                  </a:lnTo>
                  <a:lnTo>
                    <a:pt x="246" y="425"/>
                  </a:lnTo>
                  <a:lnTo>
                    <a:pt x="246" y="413"/>
                  </a:lnTo>
                  <a:lnTo>
                    <a:pt x="223" y="411"/>
                  </a:lnTo>
                  <a:lnTo>
                    <a:pt x="201" y="405"/>
                  </a:lnTo>
                  <a:lnTo>
                    <a:pt x="178" y="394"/>
                  </a:lnTo>
                  <a:lnTo>
                    <a:pt x="157" y="381"/>
                  </a:lnTo>
                  <a:lnTo>
                    <a:pt x="137" y="364"/>
                  </a:lnTo>
                  <a:lnTo>
                    <a:pt x="117" y="344"/>
                  </a:lnTo>
                  <a:lnTo>
                    <a:pt x="99" y="319"/>
                  </a:lnTo>
                  <a:lnTo>
                    <a:pt x="82" y="292"/>
                  </a:lnTo>
                  <a:lnTo>
                    <a:pt x="67" y="264"/>
                  </a:lnTo>
                  <a:lnTo>
                    <a:pt x="53" y="231"/>
                  </a:lnTo>
                  <a:lnTo>
                    <a:pt x="41" y="197"/>
                  </a:lnTo>
                  <a:lnTo>
                    <a:pt x="31" y="161"/>
                  </a:lnTo>
                  <a:lnTo>
                    <a:pt x="23" y="123"/>
                  </a:lnTo>
                  <a:lnTo>
                    <a:pt x="17" y="84"/>
                  </a:lnTo>
                  <a:lnTo>
                    <a:pt x="13" y="4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84025" name="Freeform 71"/>
            <p:cNvSpPr>
              <a:spLocks/>
            </p:cNvSpPr>
            <p:nvPr/>
          </p:nvSpPr>
          <p:spPr bwMode="auto">
            <a:xfrm>
              <a:off x="1502" y="1751"/>
              <a:ext cx="50" cy="85"/>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2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1" y="2"/>
                  </a:lnTo>
                  <a:lnTo>
                    <a:pt x="196" y="8"/>
                  </a:lnTo>
                  <a:lnTo>
                    <a:pt x="171" y="19"/>
                  </a:lnTo>
                  <a:lnTo>
                    <a:pt x="150" y="34"/>
                  </a:lnTo>
                  <a:lnTo>
                    <a:pt x="128" y="52"/>
                  </a:lnTo>
                  <a:lnTo>
                    <a:pt x="108" y="74"/>
                  </a:lnTo>
                  <a:lnTo>
                    <a:pt x="89" y="98"/>
                  </a:lnTo>
                  <a:lnTo>
                    <a:pt x="73" y="125"/>
                  </a:lnTo>
                  <a:lnTo>
                    <a:pt x="55" y="156"/>
                  </a:lnTo>
                  <a:lnTo>
                    <a:pt x="41" y="189"/>
                  </a:lnTo>
                  <a:lnTo>
                    <a:pt x="30" y="223"/>
                  </a:lnTo>
                  <a:lnTo>
                    <a:pt x="19" y="261"/>
                  </a:lnTo>
                  <a:lnTo>
                    <a:pt x="11" y="299"/>
                  </a:lnTo>
                  <a:lnTo>
                    <a:pt x="5" y="339"/>
                  </a:lnTo>
                  <a:lnTo>
                    <a:pt x="2" y="382"/>
                  </a:lnTo>
                  <a:lnTo>
                    <a:pt x="0" y="424"/>
                  </a:lnTo>
                  <a:lnTo>
                    <a:pt x="12" y="424"/>
                  </a:lnTo>
                  <a:lnTo>
                    <a:pt x="13" y="382"/>
                  </a:lnTo>
                  <a:lnTo>
                    <a:pt x="17" y="341"/>
                  </a:lnTo>
                  <a:lnTo>
                    <a:pt x="23" y="301"/>
                  </a:lnTo>
                  <a:lnTo>
                    <a:pt x="31" y="264"/>
                  </a:lnTo>
                  <a:lnTo>
                    <a:pt x="41" y="227"/>
                  </a:lnTo>
                  <a:lnTo>
                    <a:pt x="53" y="193"/>
                  </a:lnTo>
                  <a:lnTo>
                    <a:pt x="67" y="161"/>
                  </a:lnTo>
                  <a:lnTo>
                    <a:pt x="82" y="132"/>
                  </a:lnTo>
                  <a:lnTo>
                    <a:pt x="99" y="105"/>
                  </a:lnTo>
                  <a:lnTo>
                    <a:pt x="117" y="81"/>
                  </a:lnTo>
                  <a:lnTo>
                    <a:pt x="137" y="61"/>
                  </a:lnTo>
                  <a:lnTo>
                    <a:pt x="157" y="43"/>
                  </a:lnTo>
                  <a:lnTo>
                    <a:pt x="178" y="30"/>
                  </a:lnTo>
                  <a:lnTo>
                    <a:pt x="201" y="20"/>
                  </a:lnTo>
                  <a:lnTo>
                    <a:pt x="223" y="14"/>
                  </a:lnTo>
                  <a:lnTo>
                    <a:pt x="246" y="12"/>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84026" name="Freeform 72"/>
            <p:cNvSpPr>
              <a:spLocks/>
            </p:cNvSpPr>
            <p:nvPr/>
          </p:nvSpPr>
          <p:spPr bwMode="auto">
            <a:xfrm>
              <a:off x="1565" y="2016"/>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0" y="339"/>
                  </a:lnTo>
                  <a:lnTo>
                    <a:pt x="234" y="299"/>
                  </a:lnTo>
                  <a:lnTo>
                    <a:pt x="226" y="261"/>
                  </a:lnTo>
                  <a:lnTo>
                    <a:pt x="216" y="223"/>
                  </a:lnTo>
                  <a:lnTo>
                    <a:pt x="204" y="189"/>
                  </a:lnTo>
                  <a:lnTo>
                    <a:pt x="190" y="156"/>
                  </a:lnTo>
                  <a:lnTo>
                    <a:pt x="174" y="125"/>
                  </a:lnTo>
                  <a:lnTo>
                    <a:pt x="156" y="98"/>
                  </a:lnTo>
                  <a:lnTo>
                    <a:pt x="138" y="74"/>
                  </a:lnTo>
                  <a:lnTo>
                    <a:pt x="118" y="51"/>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9" y="81"/>
                  </a:lnTo>
                  <a:lnTo>
                    <a:pt x="147" y="105"/>
                  </a:lnTo>
                  <a:lnTo>
                    <a:pt x="164" y="132"/>
                  </a:lnTo>
                  <a:lnTo>
                    <a:pt x="178" y="160"/>
                  </a:lnTo>
                  <a:lnTo>
                    <a:pt x="192" y="193"/>
                  </a:lnTo>
                  <a:lnTo>
                    <a:pt x="204" y="227"/>
                  </a:lnTo>
                  <a:lnTo>
                    <a:pt x="215" y="264"/>
                  </a:lnTo>
                  <a:lnTo>
                    <a:pt x="223" y="301"/>
                  </a:lnTo>
                  <a:lnTo>
                    <a:pt x="229"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84027" name="Freeform 73"/>
            <p:cNvSpPr>
              <a:spLocks/>
            </p:cNvSpPr>
            <p:nvPr/>
          </p:nvSpPr>
          <p:spPr bwMode="auto">
            <a:xfrm>
              <a:off x="1565" y="2101"/>
              <a:ext cx="49" cy="85"/>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6" y="423"/>
                  </a:lnTo>
                  <a:lnTo>
                    <a:pt x="51" y="418"/>
                  </a:lnTo>
                  <a:lnTo>
                    <a:pt x="74" y="407"/>
                  </a:lnTo>
                  <a:lnTo>
                    <a:pt x="96" y="392"/>
                  </a:lnTo>
                  <a:lnTo>
                    <a:pt x="118" y="373"/>
                  </a:lnTo>
                  <a:lnTo>
                    <a:pt x="138" y="351"/>
                  </a:lnTo>
                  <a:lnTo>
                    <a:pt x="156" y="327"/>
                  </a:lnTo>
                  <a:lnTo>
                    <a:pt x="175" y="299"/>
                  </a:lnTo>
                  <a:lnTo>
                    <a:pt x="190" y="269"/>
                  </a:lnTo>
                  <a:lnTo>
                    <a:pt x="204" y="236"/>
                  </a:lnTo>
                  <a:lnTo>
                    <a:pt x="216" y="202"/>
                  </a:lnTo>
                  <a:lnTo>
                    <a:pt x="226" y="164"/>
                  </a:lnTo>
                  <a:lnTo>
                    <a:pt x="234" y="126"/>
                  </a:lnTo>
                  <a:lnTo>
                    <a:pt x="240" y="86"/>
                  </a:lnTo>
                  <a:lnTo>
                    <a:pt x="244" y="42"/>
                  </a:lnTo>
                  <a:lnTo>
                    <a:pt x="245" y="0"/>
                  </a:lnTo>
                  <a:lnTo>
                    <a:pt x="233" y="0"/>
                  </a:lnTo>
                  <a:lnTo>
                    <a:pt x="232" y="42"/>
                  </a:lnTo>
                  <a:lnTo>
                    <a:pt x="229" y="83"/>
                  </a:lnTo>
                  <a:lnTo>
                    <a:pt x="223" y="123"/>
                  </a:lnTo>
                  <a:lnTo>
                    <a:pt x="215" y="162"/>
                  </a:lnTo>
                  <a:lnTo>
                    <a:pt x="204" y="197"/>
                  </a:lnTo>
                  <a:lnTo>
                    <a:pt x="192" y="231"/>
                  </a:lnTo>
                  <a:lnTo>
                    <a:pt x="178" y="264"/>
                  </a:lnTo>
                  <a:lnTo>
                    <a:pt x="163" y="292"/>
                  </a:lnTo>
                  <a:lnTo>
                    <a:pt x="147" y="320"/>
                  </a:lnTo>
                  <a:lnTo>
                    <a:pt x="129" y="344"/>
                  </a:lnTo>
                  <a:lnTo>
                    <a:pt x="109" y="364"/>
                  </a:lnTo>
                  <a:lnTo>
                    <a:pt x="89" y="382"/>
                  </a:lnTo>
                  <a:lnTo>
                    <a:pt x="67" y="395"/>
                  </a:lnTo>
                  <a:lnTo>
                    <a:pt x="46" y="406"/>
                  </a:lnTo>
                  <a:lnTo>
                    <a:pt x="24"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84028" name="Freeform 74"/>
            <p:cNvSpPr>
              <a:spLocks/>
            </p:cNvSpPr>
            <p:nvPr/>
          </p:nvSpPr>
          <p:spPr bwMode="auto">
            <a:xfrm>
              <a:off x="1516" y="2101"/>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5" y="86"/>
                  </a:lnTo>
                  <a:lnTo>
                    <a:pt x="11" y="126"/>
                  </a:lnTo>
                  <a:lnTo>
                    <a:pt x="19" y="164"/>
                  </a:lnTo>
                  <a:lnTo>
                    <a:pt x="30" y="202"/>
                  </a:lnTo>
                  <a:lnTo>
                    <a:pt x="41" y="236"/>
                  </a:lnTo>
                  <a:lnTo>
                    <a:pt x="55" y="269"/>
                  </a:lnTo>
                  <a:lnTo>
                    <a:pt x="71" y="299"/>
                  </a:lnTo>
                  <a:lnTo>
                    <a:pt x="89" y="327"/>
                  </a:lnTo>
                  <a:lnTo>
                    <a:pt x="107" y="351"/>
                  </a:lnTo>
                  <a:lnTo>
                    <a:pt x="127" y="373"/>
                  </a:lnTo>
                  <a:lnTo>
                    <a:pt x="149" y="392"/>
                  </a:lnTo>
                  <a:lnTo>
                    <a:pt x="171" y="407"/>
                  </a:lnTo>
                  <a:lnTo>
                    <a:pt x="195" y="418"/>
                  </a:lnTo>
                  <a:lnTo>
                    <a:pt x="219" y="423"/>
                  </a:lnTo>
                  <a:lnTo>
                    <a:pt x="245" y="426"/>
                  </a:lnTo>
                  <a:lnTo>
                    <a:pt x="245" y="414"/>
                  </a:lnTo>
                  <a:lnTo>
                    <a:pt x="222" y="412"/>
                  </a:lnTo>
                  <a:lnTo>
                    <a:pt x="199" y="406"/>
                  </a:lnTo>
                  <a:lnTo>
                    <a:pt x="178" y="395"/>
                  </a:lnTo>
                  <a:lnTo>
                    <a:pt x="156" y="382"/>
                  </a:lnTo>
                  <a:lnTo>
                    <a:pt x="136" y="364"/>
                  </a:lnTo>
                  <a:lnTo>
                    <a:pt x="116" y="344"/>
                  </a:lnTo>
                  <a:lnTo>
                    <a:pt x="99" y="320"/>
                  </a:lnTo>
                  <a:lnTo>
                    <a:pt x="82" y="292"/>
                  </a:lnTo>
                  <a:lnTo>
                    <a:pt x="67" y="264"/>
                  </a:lnTo>
                  <a:lnTo>
                    <a:pt x="53" y="231"/>
                  </a:lnTo>
                  <a:lnTo>
                    <a:pt x="41" y="197"/>
                  </a:lnTo>
                  <a:lnTo>
                    <a:pt x="31" y="162"/>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84029" name="Freeform 75"/>
            <p:cNvSpPr>
              <a:spLocks/>
            </p:cNvSpPr>
            <p:nvPr/>
          </p:nvSpPr>
          <p:spPr bwMode="auto">
            <a:xfrm>
              <a:off x="1516" y="2016"/>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5" y="8"/>
                  </a:lnTo>
                  <a:lnTo>
                    <a:pt x="171" y="19"/>
                  </a:lnTo>
                  <a:lnTo>
                    <a:pt x="149" y="34"/>
                  </a:lnTo>
                  <a:lnTo>
                    <a:pt x="127" y="51"/>
                  </a:lnTo>
                  <a:lnTo>
                    <a:pt x="107" y="74"/>
                  </a:lnTo>
                  <a:lnTo>
                    <a:pt x="89" y="98"/>
                  </a:lnTo>
                  <a:lnTo>
                    <a:pt x="72" y="125"/>
                  </a:lnTo>
                  <a:lnTo>
                    <a:pt x="55" y="156"/>
                  </a:lnTo>
                  <a:lnTo>
                    <a:pt x="41" y="189"/>
                  </a:lnTo>
                  <a:lnTo>
                    <a:pt x="30" y="223"/>
                  </a:lnTo>
                  <a:lnTo>
                    <a:pt x="19" y="261"/>
                  </a:lnTo>
                  <a:lnTo>
                    <a:pt x="11" y="299"/>
                  </a:lnTo>
                  <a:lnTo>
                    <a:pt x="5" y="339"/>
                  </a:lnTo>
                  <a:lnTo>
                    <a:pt x="1" y="382"/>
                  </a:lnTo>
                  <a:lnTo>
                    <a:pt x="0" y="424"/>
                  </a:lnTo>
                  <a:lnTo>
                    <a:pt x="12" y="424"/>
                  </a:lnTo>
                  <a:lnTo>
                    <a:pt x="13" y="382"/>
                  </a:lnTo>
                  <a:lnTo>
                    <a:pt x="17" y="341"/>
                  </a:lnTo>
                  <a:lnTo>
                    <a:pt x="23" y="301"/>
                  </a:lnTo>
                  <a:lnTo>
                    <a:pt x="31" y="264"/>
                  </a:lnTo>
                  <a:lnTo>
                    <a:pt x="41" y="227"/>
                  </a:lnTo>
                  <a:lnTo>
                    <a:pt x="53" y="193"/>
                  </a:lnTo>
                  <a:lnTo>
                    <a:pt x="67" y="160"/>
                  </a:lnTo>
                  <a:lnTo>
                    <a:pt x="81" y="132"/>
                  </a:lnTo>
                  <a:lnTo>
                    <a:pt x="99" y="105"/>
                  </a:lnTo>
                  <a:lnTo>
                    <a:pt x="116" y="81"/>
                  </a:lnTo>
                  <a:lnTo>
                    <a:pt x="136" y="61"/>
                  </a:lnTo>
                  <a:lnTo>
                    <a:pt x="156" y="43"/>
                  </a:lnTo>
                  <a:lnTo>
                    <a:pt x="178" y="30"/>
                  </a:lnTo>
                  <a:lnTo>
                    <a:pt x="199" y="20"/>
                  </a:lnTo>
                  <a:lnTo>
                    <a:pt x="222"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sp>
        <p:nvSpPr>
          <p:cNvPr id="83976" name="Rectangle 77"/>
          <p:cNvSpPr>
            <a:spLocks noChangeArrowheads="1"/>
          </p:cNvSpPr>
          <p:nvPr/>
        </p:nvSpPr>
        <p:spPr bwMode="auto">
          <a:xfrm>
            <a:off x="611188" y="0"/>
            <a:ext cx="6388100" cy="6477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3000"/>
              <a:t>Sem. 1 - Jeudi</a:t>
            </a:r>
          </a:p>
        </p:txBody>
      </p:sp>
      <p:sp>
        <p:nvSpPr>
          <p:cNvPr id="83977" name="Text Box 78"/>
          <p:cNvSpPr txBox="1">
            <a:spLocks noChangeArrowheads="1"/>
          </p:cNvSpPr>
          <p:nvPr/>
        </p:nvSpPr>
        <p:spPr bwMode="auto">
          <a:xfrm>
            <a:off x="566738" y="2697163"/>
            <a:ext cx="3217862"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2. Pas de commandes</a:t>
            </a:r>
          </a:p>
        </p:txBody>
      </p:sp>
      <p:sp>
        <p:nvSpPr>
          <p:cNvPr id="83978" name="Text Box 79"/>
          <p:cNvSpPr txBox="1">
            <a:spLocks noChangeArrowheads="1"/>
          </p:cNvSpPr>
          <p:nvPr/>
        </p:nvSpPr>
        <p:spPr bwMode="auto">
          <a:xfrm>
            <a:off x="566738" y="5211763"/>
            <a:ext cx="6543675" cy="4429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eaLnBrk="1" hangingPunct="1">
              <a:spcBef>
                <a:spcPct val="0"/>
              </a:spcBef>
              <a:buFontTx/>
              <a:buNone/>
            </a:pPr>
            <a:r>
              <a:rPr lang="fr-FR" altLang="fr-FR" sz="2300"/>
              <a:t>4. Pointez la production sur votre feuille de suivi</a:t>
            </a:r>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84994" name="Rectangle 2"/>
          <p:cNvSpPr>
            <a:spLocks noGrp="1" noChangeArrowheads="1"/>
          </p:cNvSpPr>
          <p:nvPr>
            <p:ph type="title"/>
          </p:nvPr>
        </p:nvSpPr>
        <p:spPr/>
        <p:txBody>
          <a:bodyPr/>
          <a:lstStyle/>
          <a:p>
            <a:pPr eaLnBrk="1" hangingPunct="1"/>
            <a:r>
              <a:rPr lang="fr-FR" altLang="fr-FR"/>
              <a:t>Bilan de la semaine 1</a:t>
            </a:r>
          </a:p>
        </p:txBody>
      </p:sp>
      <p:sp>
        <p:nvSpPr>
          <p:cNvPr id="84995" name="Rectangle 3"/>
          <p:cNvSpPr>
            <a:spLocks noGrp="1" noChangeArrowheads="1"/>
          </p:cNvSpPr>
          <p:nvPr>
            <p:ph type="body" idx="1"/>
          </p:nvPr>
        </p:nvSpPr>
        <p:spPr>
          <a:xfrm>
            <a:off x="641350" y="1077913"/>
            <a:ext cx="7747000" cy="1049337"/>
          </a:xfrm>
        </p:spPr>
        <p:txBody>
          <a:bodyPr/>
          <a:lstStyle/>
          <a:p>
            <a:pPr eaLnBrk="1" hangingPunct="1">
              <a:lnSpc>
                <a:spcPct val="110000"/>
              </a:lnSpc>
            </a:pPr>
            <a:r>
              <a:rPr lang="fr-FR" altLang="fr-FR" sz="1800"/>
              <a:t>Remplissez le bas de votre Feuille de suivi et reportez vos indicateurs sur votre Feuille de résultats (voir diapos suivantes) :</a:t>
            </a:r>
          </a:p>
          <a:p>
            <a:pPr eaLnBrk="1" hangingPunct="1">
              <a:lnSpc>
                <a:spcPct val="110000"/>
              </a:lnSpc>
            </a:pPr>
            <a:r>
              <a:rPr lang="fr-FR" altLang="fr-FR" sz="1800"/>
              <a:t>Recevez une nouvelle Feuille de suivi</a:t>
            </a:r>
          </a:p>
        </p:txBody>
      </p:sp>
      <p:pic>
        <p:nvPicPr>
          <p:cNvPr id="84996" name="Picture 6"/>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376488" y="3409950"/>
            <a:ext cx="5824537" cy="3175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pic>
      <p:sp>
        <p:nvSpPr>
          <p:cNvPr id="84997" name="Rectangle 7"/>
          <p:cNvSpPr>
            <a:spLocks noChangeArrowheads="1"/>
          </p:cNvSpPr>
          <p:nvPr/>
        </p:nvSpPr>
        <p:spPr bwMode="auto">
          <a:xfrm>
            <a:off x="231775" y="3584575"/>
            <a:ext cx="2100263" cy="635000"/>
          </a:xfrm>
          <a:prstGeom prst="rect">
            <a:avLst/>
          </a:prstGeom>
          <a:solidFill>
            <a:schemeClr val="bg1"/>
          </a:solidFill>
          <a:ln w="9525">
            <a:solidFill>
              <a:srgbClr val="000000"/>
            </a:solidFill>
            <a:miter lim="800000"/>
            <a:headEnd/>
            <a:tailEnd/>
          </a:ln>
        </p:spPr>
        <p:txBody>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eaLnBrk="1" hangingPunct="1">
              <a:lnSpc>
                <a:spcPct val="120000"/>
              </a:lnSpc>
              <a:spcBef>
                <a:spcPct val="0"/>
              </a:spcBef>
              <a:buFontTx/>
              <a:buNone/>
            </a:pPr>
            <a:r>
              <a:rPr lang="fr-FR" altLang="fr-FR" sz="1300"/>
              <a:t>- Prévision prod. finis : 24</a:t>
            </a:r>
          </a:p>
          <a:p>
            <a:pPr eaLnBrk="1" hangingPunct="1">
              <a:lnSpc>
                <a:spcPct val="120000"/>
              </a:lnSpc>
              <a:spcBef>
                <a:spcPct val="0"/>
              </a:spcBef>
              <a:buFontTx/>
              <a:buNone/>
            </a:pPr>
            <a:r>
              <a:rPr lang="fr-FR" altLang="fr-FR" sz="1300">
                <a:solidFill>
                  <a:srgbClr val="FC2C1C"/>
                </a:solidFill>
              </a:rPr>
              <a:t>- Commandes reçues : 24</a:t>
            </a:r>
          </a:p>
        </p:txBody>
      </p:sp>
      <p:sp>
        <p:nvSpPr>
          <p:cNvPr id="84998" name="Text Box 4"/>
          <p:cNvSpPr txBox="1">
            <a:spLocks noChangeArrowheads="1"/>
          </p:cNvSpPr>
          <p:nvPr/>
        </p:nvSpPr>
        <p:spPr bwMode="auto">
          <a:xfrm>
            <a:off x="2420938" y="3087688"/>
            <a:ext cx="5737225" cy="311150"/>
          </a:xfrm>
          <a:prstGeom prst="rect">
            <a:avLst/>
          </a:prstGeom>
          <a:solidFill>
            <a:schemeClr val="bg1"/>
          </a:solidFill>
          <a:ln w="6350" algn="ctr">
            <a:solidFill>
              <a:schemeClr val="tx1"/>
            </a:solidFill>
            <a:miter lim="800000"/>
            <a:headEnd/>
            <a:tailEnd/>
          </a:ln>
        </p:spPr>
        <p:txBody>
          <a:bodyP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1400"/>
              <a:t>Prévision des ventes / </a:t>
            </a:r>
            <a:r>
              <a:rPr lang="fr-FR" altLang="fr-FR" sz="1400">
                <a:solidFill>
                  <a:srgbClr val="FC2C1C"/>
                </a:solidFill>
              </a:rPr>
              <a:t>commandes reçues</a:t>
            </a:r>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6018" name="Picture 49"/>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958850" y="176213"/>
            <a:ext cx="7397750" cy="5454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86019" name="Rectangle 3"/>
          <p:cNvSpPr>
            <a:spLocks noGrp="1" noChangeArrowheads="1"/>
          </p:cNvSpPr>
          <p:nvPr>
            <p:ph type="title"/>
          </p:nvPr>
        </p:nvSpPr>
        <p:spPr>
          <a:xfrm>
            <a:off x="293688" y="749300"/>
            <a:ext cx="1866900" cy="814388"/>
          </a:xfrm>
        </p:spPr>
        <p:txBody>
          <a:bodyPr/>
          <a:lstStyle/>
          <a:p>
            <a:pPr eaLnBrk="1" hangingPunct="1"/>
            <a:r>
              <a:rPr lang="fr-FR" altLang="fr-FR" sz="1800"/>
              <a:t>Calcul des indicateurs</a:t>
            </a:r>
          </a:p>
        </p:txBody>
      </p:sp>
      <p:grpSp>
        <p:nvGrpSpPr>
          <p:cNvPr id="2" name="Group 61"/>
          <p:cNvGrpSpPr>
            <a:grpSpLocks/>
          </p:cNvGrpSpPr>
          <p:nvPr/>
        </p:nvGrpSpPr>
        <p:grpSpPr bwMode="auto">
          <a:xfrm>
            <a:off x="1581150" y="3206750"/>
            <a:ext cx="2595563" cy="1023938"/>
            <a:chOff x="996" y="2020"/>
            <a:chExt cx="1635" cy="645"/>
          </a:xfrm>
        </p:grpSpPr>
        <p:sp>
          <p:nvSpPr>
            <p:cNvPr id="86039" name="AutoShape 36"/>
            <p:cNvSpPr>
              <a:spLocks/>
            </p:cNvSpPr>
            <p:nvPr/>
          </p:nvSpPr>
          <p:spPr bwMode="auto">
            <a:xfrm>
              <a:off x="996" y="2020"/>
              <a:ext cx="824" cy="314"/>
            </a:xfrm>
            <a:prstGeom prst="borderCallout2">
              <a:avLst>
                <a:gd name="adj1" fmla="val 22931"/>
                <a:gd name="adj2" fmla="val 105824"/>
                <a:gd name="adj3" fmla="val 22931"/>
                <a:gd name="adj4" fmla="val 133255"/>
                <a:gd name="adj5" fmla="val 147134"/>
                <a:gd name="adj6" fmla="val 164565"/>
              </a:avLst>
            </a:prstGeom>
            <a:solidFill>
              <a:srgbClr val="FFFF99"/>
            </a:solidFill>
            <a:ln w="9525">
              <a:solidFill>
                <a:srgbClr val="000000"/>
              </a:solidFill>
              <a:miter lim="800000"/>
              <a:headEnd/>
              <a:tailEnd type="triangle" w="med" len="med"/>
            </a:ln>
          </p:spPr>
          <p:txBody>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1300">
                  <a:solidFill>
                    <a:schemeClr val="tx1"/>
                  </a:solidFill>
                </a:rPr>
                <a:t>Comptez le nombre de x</a:t>
              </a:r>
            </a:p>
          </p:txBody>
        </p:sp>
        <p:sp>
          <p:nvSpPr>
            <p:cNvPr id="86040" name="Oval 37"/>
            <p:cNvSpPr>
              <a:spLocks noChangeArrowheads="1"/>
            </p:cNvSpPr>
            <p:nvPr/>
          </p:nvSpPr>
          <p:spPr bwMode="auto">
            <a:xfrm>
              <a:off x="2354" y="2483"/>
              <a:ext cx="277" cy="182"/>
            </a:xfrm>
            <a:prstGeom prst="ellipse">
              <a:avLst/>
            </a:prstGeom>
            <a:noFill/>
            <a:ln w="9525">
              <a:solidFill>
                <a:srgbClr val="FF0000"/>
              </a:solidFill>
              <a:round/>
              <a:headEnd/>
              <a:tailEnd/>
            </a:ln>
            <a:extLst>
              <a:ext uri="{909E8E84-426E-40DD-AFC4-6F175D3DCCD1}">
                <a14:hiddenFill xmlns:a14="http://schemas.microsoft.com/office/drawing/2010/main">
                  <a:solidFill>
                    <a:srgbClr val="FFFFFF"/>
                  </a:solidFill>
                </a14:hiddenFill>
              </a:ext>
            </a:extLst>
          </p:spPr>
          <p:txBody>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sp>
        <p:nvSpPr>
          <p:cNvPr id="644146" name="AutoShape 50"/>
          <p:cNvSpPr>
            <a:spLocks/>
          </p:cNvSpPr>
          <p:nvPr/>
        </p:nvSpPr>
        <p:spPr bwMode="auto">
          <a:xfrm>
            <a:off x="6037263" y="3048000"/>
            <a:ext cx="1498600" cy="717550"/>
          </a:xfrm>
          <a:prstGeom prst="borderCallout2">
            <a:avLst>
              <a:gd name="adj1" fmla="val 15931"/>
              <a:gd name="adj2" fmla="val -5083"/>
              <a:gd name="adj3" fmla="val 15931"/>
              <a:gd name="adj4" fmla="val -27120"/>
              <a:gd name="adj5" fmla="val 146241"/>
              <a:gd name="adj6" fmla="val -52120"/>
            </a:avLst>
          </a:prstGeom>
          <a:solidFill>
            <a:srgbClr val="FFFF99"/>
          </a:solidFill>
          <a:ln w="9525">
            <a:solidFill>
              <a:srgbClr val="000000"/>
            </a:solidFill>
            <a:miter lim="800000"/>
            <a:headEnd/>
            <a:tailEnd type="triangle" w="med" len="med"/>
          </a:ln>
        </p:spPr>
        <p:txBody>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1300">
                <a:solidFill>
                  <a:schemeClr val="tx1"/>
                </a:solidFill>
              </a:rPr>
              <a:t>Les arrêts planning ne sont pas comptés</a:t>
            </a:r>
          </a:p>
        </p:txBody>
      </p:sp>
      <p:grpSp>
        <p:nvGrpSpPr>
          <p:cNvPr id="3" name="Group 62"/>
          <p:cNvGrpSpPr>
            <a:grpSpLocks/>
          </p:cNvGrpSpPr>
          <p:nvPr/>
        </p:nvGrpSpPr>
        <p:grpSpPr bwMode="auto">
          <a:xfrm>
            <a:off x="1257300" y="4271963"/>
            <a:ext cx="3297238" cy="519112"/>
            <a:chOff x="792" y="2691"/>
            <a:chExt cx="2077" cy="327"/>
          </a:xfrm>
        </p:grpSpPr>
        <p:sp>
          <p:nvSpPr>
            <p:cNvPr id="86037" name="AutoShape 51"/>
            <p:cNvSpPr>
              <a:spLocks/>
            </p:cNvSpPr>
            <p:nvPr/>
          </p:nvSpPr>
          <p:spPr bwMode="auto">
            <a:xfrm>
              <a:off x="792" y="2691"/>
              <a:ext cx="1087" cy="327"/>
            </a:xfrm>
            <a:prstGeom prst="borderCallout2">
              <a:avLst>
                <a:gd name="adj1" fmla="val 22019"/>
                <a:gd name="adj2" fmla="val 104417"/>
                <a:gd name="adj3" fmla="val 22019"/>
                <a:gd name="adj4" fmla="val 132199"/>
                <a:gd name="adj5" fmla="val 47403"/>
                <a:gd name="adj6" fmla="val 163755"/>
              </a:avLst>
            </a:prstGeom>
            <a:solidFill>
              <a:srgbClr val="FFFF99"/>
            </a:solidFill>
            <a:ln w="9525">
              <a:solidFill>
                <a:srgbClr val="000000"/>
              </a:solidFill>
              <a:miter lim="800000"/>
              <a:headEnd/>
              <a:tailEnd type="triangle" w="med" len="med"/>
            </a:ln>
          </p:spPr>
          <p:txBody>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1300">
                  <a:solidFill>
                    <a:schemeClr val="tx1"/>
                  </a:solidFill>
                </a:rPr>
                <a:t>Faîtes le total toutes causes confondues</a:t>
              </a:r>
            </a:p>
          </p:txBody>
        </p:sp>
        <p:sp>
          <p:nvSpPr>
            <p:cNvPr id="86038" name="Oval 52"/>
            <p:cNvSpPr>
              <a:spLocks noChangeArrowheads="1"/>
            </p:cNvSpPr>
            <p:nvPr/>
          </p:nvSpPr>
          <p:spPr bwMode="auto">
            <a:xfrm>
              <a:off x="2592" y="2777"/>
              <a:ext cx="277" cy="182"/>
            </a:xfrm>
            <a:prstGeom prst="ellipse">
              <a:avLst/>
            </a:prstGeom>
            <a:noFill/>
            <a:ln w="9525">
              <a:solidFill>
                <a:srgbClr val="FF0000"/>
              </a:solidFill>
              <a:round/>
              <a:headEnd/>
              <a:tailEnd/>
            </a:ln>
            <a:extLst>
              <a:ext uri="{909E8E84-426E-40DD-AFC4-6F175D3DCCD1}">
                <a14:hiddenFill xmlns:a14="http://schemas.microsoft.com/office/drawing/2010/main">
                  <a:solidFill>
                    <a:srgbClr val="FFFFFF"/>
                  </a:solidFill>
                </a14:hiddenFill>
              </a:ext>
            </a:extLst>
          </p:spPr>
          <p:txBody>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grpSp>
        <p:nvGrpSpPr>
          <p:cNvPr id="4" name="Group 63"/>
          <p:cNvGrpSpPr>
            <a:grpSpLocks/>
          </p:cNvGrpSpPr>
          <p:nvPr/>
        </p:nvGrpSpPr>
        <p:grpSpPr bwMode="auto">
          <a:xfrm>
            <a:off x="787400" y="5334000"/>
            <a:ext cx="3797300" cy="957263"/>
            <a:chOff x="496" y="3360"/>
            <a:chExt cx="2392" cy="603"/>
          </a:xfrm>
        </p:grpSpPr>
        <p:sp>
          <p:nvSpPr>
            <p:cNvPr id="86035" name="AutoShape 53"/>
            <p:cNvSpPr>
              <a:spLocks/>
            </p:cNvSpPr>
            <p:nvPr/>
          </p:nvSpPr>
          <p:spPr bwMode="auto">
            <a:xfrm>
              <a:off x="496" y="3467"/>
              <a:ext cx="1501" cy="496"/>
            </a:xfrm>
            <a:prstGeom prst="borderCallout2">
              <a:avLst>
                <a:gd name="adj1" fmla="val 14514"/>
                <a:gd name="adj2" fmla="val 103199"/>
                <a:gd name="adj3" fmla="val 14514"/>
                <a:gd name="adj4" fmla="val 120653"/>
                <a:gd name="adj5" fmla="val 3426"/>
                <a:gd name="adj6" fmla="val 140375"/>
              </a:avLst>
            </a:prstGeom>
            <a:solidFill>
              <a:srgbClr val="FFFF99"/>
            </a:solidFill>
            <a:ln w="9525">
              <a:solidFill>
                <a:srgbClr val="000000"/>
              </a:solidFill>
              <a:miter lim="800000"/>
              <a:headEnd/>
              <a:tailEnd type="triangle" w="med" len="med"/>
            </a:ln>
          </p:spPr>
          <p:txBody>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1300">
                  <a:solidFill>
                    <a:schemeClr val="tx1"/>
                  </a:solidFill>
                </a:rPr>
                <a:t>Calculez l’efficience = </a:t>
              </a:r>
            </a:p>
            <a:p>
              <a:pPr algn="ctr" eaLnBrk="1" hangingPunct="1">
                <a:spcBef>
                  <a:spcPct val="0"/>
                </a:spcBef>
                <a:buFontTx/>
                <a:buNone/>
              </a:pPr>
              <a:r>
                <a:rPr lang="fr-FR" altLang="fr-FR" sz="1300">
                  <a:solidFill>
                    <a:schemeClr val="tx1"/>
                  </a:solidFill>
                </a:rPr>
                <a:t>100 % - Heures perdues / Heures d’ouverture</a:t>
              </a:r>
            </a:p>
          </p:txBody>
        </p:sp>
        <p:sp>
          <p:nvSpPr>
            <p:cNvPr id="86036" name="Oval 54"/>
            <p:cNvSpPr>
              <a:spLocks noChangeArrowheads="1"/>
            </p:cNvSpPr>
            <p:nvPr/>
          </p:nvSpPr>
          <p:spPr bwMode="auto">
            <a:xfrm>
              <a:off x="2611" y="3360"/>
              <a:ext cx="277" cy="182"/>
            </a:xfrm>
            <a:prstGeom prst="ellipse">
              <a:avLst/>
            </a:prstGeom>
            <a:noFill/>
            <a:ln w="9525">
              <a:solidFill>
                <a:srgbClr val="FF0000"/>
              </a:solidFill>
              <a:round/>
              <a:headEnd/>
              <a:tailEnd/>
            </a:ln>
            <a:extLst>
              <a:ext uri="{909E8E84-426E-40DD-AFC4-6F175D3DCCD1}">
                <a14:hiddenFill xmlns:a14="http://schemas.microsoft.com/office/drawing/2010/main">
                  <a:solidFill>
                    <a:srgbClr val="FFFFFF"/>
                  </a:solidFill>
                </a14:hiddenFill>
              </a:ext>
            </a:extLst>
          </p:spPr>
          <p:txBody>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grpSp>
        <p:nvGrpSpPr>
          <p:cNvPr id="5" name="Group 64"/>
          <p:cNvGrpSpPr>
            <a:grpSpLocks/>
          </p:cNvGrpSpPr>
          <p:nvPr/>
        </p:nvGrpSpPr>
        <p:grpSpPr bwMode="auto">
          <a:xfrm>
            <a:off x="4979988" y="3903663"/>
            <a:ext cx="2179637" cy="1190625"/>
            <a:chOff x="3137" y="2459"/>
            <a:chExt cx="1373" cy="750"/>
          </a:xfrm>
        </p:grpSpPr>
        <p:sp>
          <p:nvSpPr>
            <p:cNvPr id="86033" name="Oval 57"/>
            <p:cNvSpPr>
              <a:spLocks noChangeArrowheads="1"/>
            </p:cNvSpPr>
            <p:nvPr/>
          </p:nvSpPr>
          <p:spPr bwMode="auto">
            <a:xfrm>
              <a:off x="4233" y="2459"/>
              <a:ext cx="277" cy="182"/>
            </a:xfrm>
            <a:prstGeom prst="ellipse">
              <a:avLst/>
            </a:prstGeom>
            <a:noFill/>
            <a:ln w="9525">
              <a:solidFill>
                <a:srgbClr val="FF0000"/>
              </a:solidFill>
              <a:round/>
              <a:headEnd/>
              <a:tailEnd/>
            </a:ln>
            <a:extLst>
              <a:ext uri="{909E8E84-426E-40DD-AFC4-6F175D3DCCD1}">
                <a14:hiddenFill xmlns:a14="http://schemas.microsoft.com/office/drawing/2010/main">
                  <a:solidFill>
                    <a:srgbClr val="FFFFFF"/>
                  </a:solidFill>
                </a14:hiddenFill>
              </a:ext>
            </a:extLst>
          </p:spPr>
          <p:txBody>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86034" name="AutoShape 58"/>
            <p:cNvSpPr>
              <a:spLocks/>
            </p:cNvSpPr>
            <p:nvPr/>
          </p:nvSpPr>
          <p:spPr bwMode="auto">
            <a:xfrm>
              <a:off x="3137" y="2895"/>
              <a:ext cx="824" cy="314"/>
            </a:xfrm>
            <a:prstGeom prst="borderCallout2">
              <a:avLst>
                <a:gd name="adj1" fmla="val 22931"/>
                <a:gd name="adj2" fmla="val 105824"/>
                <a:gd name="adj3" fmla="val 22931"/>
                <a:gd name="adj4" fmla="val 120755"/>
                <a:gd name="adj5" fmla="val -85986"/>
                <a:gd name="adj6" fmla="val 137986"/>
              </a:avLst>
            </a:prstGeom>
            <a:solidFill>
              <a:srgbClr val="FFFF99"/>
            </a:solidFill>
            <a:ln w="9525">
              <a:solidFill>
                <a:srgbClr val="000000"/>
              </a:solidFill>
              <a:miter lim="800000"/>
              <a:headEnd/>
              <a:tailEnd type="triangle" w="med" len="med"/>
            </a:ln>
          </p:spPr>
          <p:txBody>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1300">
                  <a:solidFill>
                    <a:schemeClr val="tx1"/>
                  </a:solidFill>
                </a:rPr>
                <a:t>Faîtes le total de la colonne</a:t>
              </a:r>
            </a:p>
          </p:txBody>
        </p:sp>
      </p:grpSp>
      <p:grpSp>
        <p:nvGrpSpPr>
          <p:cNvPr id="6" name="Group 65"/>
          <p:cNvGrpSpPr>
            <a:grpSpLocks/>
          </p:cNvGrpSpPr>
          <p:nvPr/>
        </p:nvGrpSpPr>
        <p:grpSpPr bwMode="auto">
          <a:xfrm>
            <a:off x="4821238" y="4410075"/>
            <a:ext cx="2368550" cy="1797050"/>
            <a:chOff x="3037" y="2778"/>
            <a:chExt cx="1492" cy="1132"/>
          </a:xfrm>
        </p:grpSpPr>
        <p:sp>
          <p:nvSpPr>
            <p:cNvPr id="86031" name="Oval 56"/>
            <p:cNvSpPr>
              <a:spLocks noChangeArrowheads="1"/>
            </p:cNvSpPr>
            <p:nvPr/>
          </p:nvSpPr>
          <p:spPr bwMode="auto">
            <a:xfrm>
              <a:off x="4252" y="2778"/>
              <a:ext cx="277" cy="182"/>
            </a:xfrm>
            <a:prstGeom prst="ellipse">
              <a:avLst/>
            </a:prstGeom>
            <a:noFill/>
            <a:ln w="9525">
              <a:solidFill>
                <a:srgbClr val="FF0000"/>
              </a:solidFill>
              <a:round/>
              <a:headEnd/>
              <a:tailEnd/>
            </a:ln>
            <a:extLst>
              <a:ext uri="{909E8E84-426E-40DD-AFC4-6F175D3DCCD1}">
                <a14:hiddenFill xmlns:a14="http://schemas.microsoft.com/office/drawing/2010/main">
                  <a:solidFill>
                    <a:srgbClr val="FFFFFF"/>
                  </a:solidFill>
                </a14:hiddenFill>
              </a:ext>
            </a:extLst>
          </p:spPr>
          <p:txBody>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86032" name="AutoShape 59"/>
            <p:cNvSpPr>
              <a:spLocks/>
            </p:cNvSpPr>
            <p:nvPr/>
          </p:nvSpPr>
          <p:spPr bwMode="auto">
            <a:xfrm>
              <a:off x="3037" y="3471"/>
              <a:ext cx="824" cy="439"/>
            </a:xfrm>
            <a:prstGeom prst="borderCallout2">
              <a:avLst>
                <a:gd name="adj1" fmla="val 16403"/>
                <a:gd name="adj2" fmla="val 105824"/>
                <a:gd name="adj3" fmla="val 16403"/>
                <a:gd name="adj4" fmla="val 129245"/>
                <a:gd name="adj5" fmla="val -112755"/>
                <a:gd name="adj6" fmla="val 156310"/>
              </a:avLst>
            </a:prstGeom>
            <a:solidFill>
              <a:srgbClr val="FFFF99"/>
            </a:solidFill>
            <a:ln w="9525">
              <a:solidFill>
                <a:srgbClr val="000000"/>
              </a:solidFill>
              <a:miter lim="800000"/>
              <a:headEnd/>
              <a:tailEnd type="triangle" w="med" len="med"/>
            </a:ln>
          </p:spPr>
          <p:txBody>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1300">
                  <a:solidFill>
                    <a:schemeClr val="tx1"/>
                  </a:solidFill>
                </a:rPr>
                <a:t>Faîtes le total tous produits confondus</a:t>
              </a:r>
            </a:p>
          </p:txBody>
        </p:sp>
      </p:grpSp>
      <p:grpSp>
        <p:nvGrpSpPr>
          <p:cNvPr id="7" name="Group 66"/>
          <p:cNvGrpSpPr>
            <a:grpSpLocks/>
          </p:cNvGrpSpPr>
          <p:nvPr/>
        </p:nvGrpSpPr>
        <p:grpSpPr bwMode="auto">
          <a:xfrm>
            <a:off x="6729413" y="5324475"/>
            <a:ext cx="2252662" cy="1112838"/>
            <a:chOff x="4239" y="3354"/>
            <a:chExt cx="1419" cy="701"/>
          </a:xfrm>
        </p:grpSpPr>
        <p:sp>
          <p:nvSpPr>
            <p:cNvPr id="86029" name="Oval 55"/>
            <p:cNvSpPr>
              <a:spLocks noChangeArrowheads="1"/>
            </p:cNvSpPr>
            <p:nvPr/>
          </p:nvSpPr>
          <p:spPr bwMode="auto">
            <a:xfrm>
              <a:off x="4239" y="3354"/>
              <a:ext cx="277" cy="182"/>
            </a:xfrm>
            <a:prstGeom prst="ellipse">
              <a:avLst/>
            </a:prstGeom>
            <a:noFill/>
            <a:ln w="9525">
              <a:solidFill>
                <a:srgbClr val="FF0000"/>
              </a:solidFill>
              <a:round/>
              <a:headEnd/>
              <a:tailEnd/>
            </a:ln>
            <a:extLst>
              <a:ext uri="{909E8E84-426E-40DD-AFC4-6F175D3DCCD1}">
                <a14:hiddenFill xmlns:a14="http://schemas.microsoft.com/office/drawing/2010/main">
                  <a:solidFill>
                    <a:srgbClr val="FFFFFF"/>
                  </a:solidFill>
                </a14:hiddenFill>
              </a:ext>
            </a:extLst>
          </p:spPr>
          <p:txBody>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86030" name="AutoShape 60"/>
            <p:cNvSpPr>
              <a:spLocks/>
            </p:cNvSpPr>
            <p:nvPr/>
          </p:nvSpPr>
          <p:spPr bwMode="auto">
            <a:xfrm>
              <a:off x="4621" y="3604"/>
              <a:ext cx="1037" cy="451"/>
            </a:xfrm>
            <a:prstGeom prst="borderCallout2">
              <a:avLst>
                <a:gd name="adj1" fmla="val 15963"/>
                <a:gd name="adj2" fmla="val -4630"/>
                <a:gd name="adj3" fmla="val 15963"/>
                <a:gd name="adj4" fmla="val -12245"/>
                <a:gd name="adj5" fmla="val -19736"/>
                <a:gd name="adj6" fmla="val -20926"/>
              </a:avLst>
            </a:prstGeom>
            <a:solidFill>
              <a:srgbClr val="FFFF99"/>
            </a:solidFill>
            <a:ln w="9525">
              <a:solidFill>
                <a:srgbClr val="000000"/>
              </a:solidFill>
              <a:miter lim="800000"/>
              <a:headEnd/>
              <a:tailEnd type="triangle" w="med" len="med"/>
            </a:ln>
          </p:spPr>
          <p:txBody>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1300" dirty="0">
                  <a:solidFill>
                    <a:schemeClr val="tx1"/>
                  </a:solidFill>
                </a:rPr>
                <a:t>Taux service =</a:t>
              </a:r>
            </a:p>
            <a:p>
              <a:pPr algn="ctr" eaLnBrk="1" hangingPunct="1">
                <a:spcBef>
                  <a:spcPct val="0"/>
                </a:spcBef>
                <a:buFontTx/>
                <a:buNone/>
              </a:pPr>
              <a:r>
                <a:rPr lang="fr-FR" altLang="fr-FR" sz="1300" dirty="0">
                  <a:solidFill>
                    <a:schemeClr val="tx1"/>
                  </a:solidFill>
                </a:rPr>
                <a:t>100 % - Ruptures / Ventes</a:t>
              </a:r>
            </a:p>
          </p:txBody>
        </p:sp>
      </p:gr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nodeType="clickPar">
                      <p:stCondLst>
                        <p:cond delay="indefinite"/>
                      </p:stCondLst>
                      <p:childTnLst>
                        <p:par>
                          <p:cTn id="8" fill="hold" nodeType="withGroup">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44146"/>
                                        </p:tgtEl>
                                        <p:attrNameLst>
                                          <p:attrName>style.visibility</p:attrName>
                                        </p:attrNameLst>
                                      </p:cBhvr>
                                      <p:to>
                                        <p:strVal val="visible"/>
                                      </p:to>
                                    </p:set>
                                  </p:childTnLst>
                                </p:cTn>
                              </p:par>
                            </p:childTnLst>
                          </p:cTn>
                        </p:par>
                      </p:childTnLst>
                    </p:cTn>
                  </p:par>
                  <p:par>
                    <p:cTn id="11" fill="hold" nodeType="clickPar">
                      <p:stCondLst>
                        <p:cond delay="indefinite"/>
                      </p:stCondLst>
                      <p:childTnLst>
                        <p:par>
                          <p:cTn id="12" fill="hold" nodeType="withGroup">
                            <p:stCondLst>
                              <p:cond delay="0"/>
                            </p:stCondLst>
                            <p:childTnLst>
                              <p:par>
                                <p:cTn id="13" presetID="1" presetClass="entr" presetSubtype="0" fill="hold" nodeType="clickEffect">
                                  <p:stCondLst>
                                    <p:cond delay="0"/>
                                  </p:stCondLst>
                                  <p:childTnLst>
                                    <p:set>
                                      <p:cBhvr>
                                        <p:cTn id="14" dur="1" fill="hold">
                                          <p:stCondLst>
                                            <p:cond delay="0"/>
                                          </p:stCondLst>
                                        </p:cTn>
                                        <p:tgtEl>
                                          <p:spTgt spid="3"/>
                                        </p:tgtEl>
                                        <p:attrNameLst>
                                          <p:attrName>style.visibility</p:attrName>
                                        </p:attrNameLst>
                                      </p:cBhvr>
                                      <p:to>
                                        <p:strVal val="visible"/>
                                      </p:to>
                                    </p:set>
                                  </p:childTnLst>
                                </p:cTn>
                              </p:par>
                            </p:childTnLst>
                          </p:cTn>
                        </p:par>
                      </p:childTnLst>
                    </p:cTn>
                  </p:par>
                  <p:par>
                    <p:cTn id="15" fill="hold" nodeType="clickPar">
                      <p:stCondLst>
                        <p:cond delay="indefinite"/>
                      </p:stCondLst>
                      <p:childTnLst>
                        <p:par>
                          <p:cTn id="16" fill="hold" nodeType="withGroup">
                            <p:stCondLst>
                              <p:cond delay="0"/>
                            </p:stCondLst>
                            <p:childTnLst>
                              <p:par>
                                <p:cTn id="17" presetID="1" presetClass="entr" presetSubtype="0" fill="hold" nodeType="clickEffect">
                                  <p:stCondLst>
                                    <p:cond delay="0"/>
                                  </p:stCondLst>
                                  <p:childTnLst>
                                    <p:set>
                                      <p:cBhvr>
                                        <p:cTn id="18" dur="1" fill="hold">
                                          <p:stCondLst>
                                            <p:cond delay="0"/>
                                          </p:stCondLst>
                                        </p:cTn>
                                        <p:tgtEl>
                                          <p:spTgt spid="4"/>
                                        </p:tgtEl>
                                        <p:attrNameLst>
                                          <p:attrName>style.visibility</p:attrName>
                                        </p:attrNameLst>
                                      </p:cBhvr>
                                      <p:to>
                                        <p:strVal val="visible"/>
                                      </p:to>
                                    </p:set>
                                  </p:childTnLst>
                                </p:cTn>
                              </p:par>
                            </p:childTnLst>
                          </p:cTn>
                        </p:par>
                      </p:childTnLst>
                    </p:cTn>
                  </p:par>
                  <p:par>
                    <p:cTn id="19" fill="hold" nodeType="clickPar">
                      <p:stCondLst>
                        <p:cond delay="indefinite"/>
                      </p:stCondLst>
                      <p:childTnLst>
                        <p:par>
                          <p:cTn id="20" fill="hold" nodeType="withGroup">
                            <p:stCondLst>
                              <p:cond delay="0"/>
                            </p:stCondLst>
                            <p:childTnLst>
                              <p:par>
                                <p:cTn id="21" presetID="1" presetClass="entr" presetSubtype="0" fill="hold" nodeType="clickEffect">
                                  <p:stCondLst>
                                    <p:cond delay="0"/>
                                  </p:stCondLst>
                                  <p:childTnLst>
                                    <p:set>
                                      <p:cBhvr>
                                        <p:cTn id="22" dur="1" fill="hold">
                                          <p:stCondLst>
                                            <p:cond delay="0"/>
                                          </p:stCondLst>
                                        </p:cTn>
                                        <p:tgtEl>
                                          <p:spTgt spid="5"/>
                                        </p:tgtEl>
                                        <p:attrNameLst>
                                          <p:attrName>style.visibility</p:attrName>
                                        </p:attrNameLst>
                                      </p:cBhvr>
                                      <p:to>
                                        <p:strVal val="visible"/>
                                      </p:to>
                                    </p:set>
                                  </p:childTnLst>
                                </p:cTn>
                              </p:par>
                            </p:childTnLst>
                          </p:cTn>
                        </p:par>
                      </p:childTnLst>
                    </p:cTn>
                  </p:par>
                  <p:par>
                    <p:cTn id="23" fill="hold" nodeType="clickPar">
                      <p:stCondLst>
                        <p:cond delay="indefinite"/>
                      </p:stCondLst>
                      <p:childTnLst>
                        <p:par>
                          <p:cTn id="24" fill="hold" nodeType="withGroup">
                            <p:stCondLst>
                              <p:cond delay="0"/>
                            </p:stCondLst>
                            <p:childTnLst>
                              <p:par>
                                <p:cTn id="25" presetID="1" presetClass="entr" presetSubtype="0" fill="hold" nodeType="clickEffect">
                                  <p:stCondLst>
                                    <p:cond delay="0"/>
                                  </p:stCondLst>
                                  <p:childTnLst>
                                    <p:set>
                                      <p:cBhvr>
                                        <p:cTn id="26" dur="1" fill="hold">
                                          <p:stCondLst>
                                            <p:cond delay="0"/>
                                          </p:stCondLst>
                                        </p:cTn>
                                        <p:tgtEl>
                                          <p:spTgt spid="6"/>
                                        </p:tgtEl>
                                        <p:attrNameLst>
                                          <p:attrName>style.visibility</p:attrName>
                                        </p:attrNameLst>
                                      </p:cBhvr>
                                      <p:to>
                                        <p:strVal val="visible"/>
                                      </p:to>
                                    </p:set>
                                  </p:childTnLst>
                                </p:cTn>
                              </p:par>
                            </p:childTnLst>
                          </p:cTn>
                        </p:par>
                      </p:childTnLst>
                    </p:cTn>
                  </p:par>
                  <p:par>
                    <p:cTn id="27" fill="hold" nodeType="clickPar">
                      <p:stCondLst>
                        <p:cond delay="indefinite"/>
                      </p:stCondLst>
                      <p:childTnLst>
                        <p:par>
                          <p:cTn id="28" fill="hold" nodeType="withGroup">
                            <p:stCondLst>
                              <p:cond delay="0"/>
                            </p:stCondLst>
                            <p:childTnLst>
                              <p:par>
                                <p:cTn id="29" presetID="1" presetClass="entr" presetSubtype="0" fill="hold" nodeType="clickEffect">
                                  <p:stCondLst>
                                    <p:cond delay="0"/>
                                  </p:stCondLst>
                                  <p:childTnLst>
                                    <p:set>
                                      <p:cBhvr>
                                        <p:cTn id="30"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44146" grpId="0" animBg="1"/>
    </p:bldLst>
  </p:timing>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7042" name="Picture 40"/>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798763" y="666750"/>
            <a:ext cx="5919787" cy="54451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87043" name="Rectangle 3"/>
          <p:cNvSpPr>
            <a:spLocks noGrp="1" noChangeArrowheads="1"/>
          </p:cNvSpPr>
          <p:nvPr>
            <p:ph type="title"/>
          </p:nvPr>
        </p:nvSpPr>
        <p:spPr>
          <a:xfrm>
            <a:off x="2781300" y="28575"/>
            <a:ext cx="2870200" cy="487363"/>
          </a:xfrm>
        </p:spPr>
        <p:txBody>
          <a:bodyPr/>
          <a:lstStyle/>
          <a:p>
            <a:pPr eaLnBrk="1" hangingPunct="1"/>
            <a:r>
              <a:rPr lang="fr-FR" altLang="fr-FR" sz="2700"/>
              <a:t>Résultats</a:t>
            </a:r>
          </a:p>
        </p:txBody>
      </p:sp>
      <p:sp>
        <p:nvSpPr>
          <p:cNvPr id="87044" name="Rectangle 7"/>
          <p:cNvSpPr>
            <a:spLocks noChangeArrowheads="1"/>
          </p:cNvSpPr>
          <p:nvPr/>
        </p:nvSpPr>
        <p:spPr bwMode="auto">
          <a:xfrm>
            <a:off x="160338" y="1317625"/>
            <a:ext cx="2527300" cy="2170113"/>
          </a:xfrm>
          <a:prstGeom prst="rect">
            <a:avLst/>
          </a:prstGeom>
          <a:noFill/>
          <a:ln w="6350" algn="ctr">
            <a:solidFill>
              <a:schemeClr val="accent2"/>
            </a:solidFill>
            <a:prstDash val="lgDash"/>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87045" name="Text Box 8"/>
          <p:cNvSpPr txBox="1">
            <a:spLocks noChangeArrowheads="1"/>
          </p:cNvSpPr>
          <p:nvPr/>
        </p:nvSpPr>
        <p:spPr bwMode="auto">
          <a:xfrm>
            <a:off x="200025" y="1165225"/>
            <a:ext cx="2432050" cy="296863"/>
          </a:xfrm>
          <a:prstGeom prst="rect">
            <a:avLst/>
          </a:prstGeom>
          <a:solidFill>
            <a:schemeClr val="bg1"/>
          </a:solidFill>
          <a:ln w="6350" algn="ctr">
            <a:solidFill>
              <a:schemeClr val="accent2"/>
            </a:solidFill>
            <a:miter lim="800000"/>
            <a:headEnd/>
            <a:tailEnd/>
          </a:ln>
        </p:spPr>
        <p:txBody>
          <a:bodyP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1300"/>
              <a:t>L’inventaire en début de partie</a:t>
            </a:r>
          </a:p>
        </p:txBody>
      </p:sp>
      <p:pic>
        <p:nvPicPr>
          <p:cNvPr id="87046" name="Picture 11"/>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255588" y="1624013"/>
            <a:ext cx="2289175" cy="17319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pic>
      <p:grpSp>
        <p:nvGrpSpPr>
          <p:cNvPr id="2" name="Group 47"/>
          <p:cNvGrpSpPr>
            <a:grpSpLocks/>
          </p:cNvGrpSpPr>
          <p:nvPr/>
        </p:nvGrpSpPr>
        <p:grpSpPr bwMode="auto">
          <a:xfrm>
            <a:off x="3452813" y="450850"/>
            <a:ext cx="2924175" cy="493713"/>
            <a:chOff x="2175" y="284"/>
            <a:chExt cx="1842" cy="311"/>
          </a:xfrm>
        </p:grpSpPr>
        <p:sp>
          <p:nvSpPr>
            <p:cNvPr id="87068" name="Oval 18"/>
            <p:cNvSpPr>
              <a:spLocks noChangeArrowheads="1"/>
            </p:cNvSpPr>
            <p:nvPr/>
          </p:nvSpPr>
          <p:spPr bwMode="auto">
            <a:xfrm>
              <a:off x="2175" y="438"/>
              <a:ext cx="386" cy="117"/>
            </a:xfrm>
            <a:prstGeom prst="ellipse">
              <a:avLst/>
            </a:prstGeom>
            <a:noFill/>
            <a:ln w="6350" algn="ctr">
              <a:solidFill>
                <a:srgbClr val="FC2C1C"/>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87069" name="AutoShape 32"/>
            <p:cNvSpPr>
              <a:spLocks/>
            </p:cNvSpPr>
            <p:nvPr/>
          </p:nvSpPr>
          <p:spPr bwMode="auto">
            <a:xfrm>
              <a:off x="2864" y="284"/>
              <a:ext cx="1153" cy="311"/>
            </a:xfrm>
            <a:prstGeom prst="borderCallout2">
              <a:avLst>
                <a:gd name="adj1" fmla="val 23153"/>
                <a:gd name="adj2" fmla="val -4162"/>
                <a:gd name="adj3" fmla="val 23153"/>
                <a:gd name="adj4" fmla="val -4162"/>
                <a:gd name="adj5" fmla="val 56269"/>
                <a:gd name="adj6" fmla="val -30444"/>
              </a:avLst>
            </a:prstGeom>
            <a:solidFill>
              <a:srgbClr val="FFFF99"/>
            </a:solidFill>
            <a:ln w="9525">
              <a:solidFill>
                <a:srgbClr val="000000"/>
              </a:solidFill>
              <a:miter lim="800000"/>
              <a:headEnd/>
              <a:tailEnd type="triangle" w="med" len="med"/>
            </a:ln>
          </p:spPr>
          <p:txBody>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1300">
                  <a:solidFill>
                    <a:schemeClr val="tx1"/>
                  </a:solidFill>
                </a:rPr>
                <a:t>Notez ici la lettre de votre équipe (A, B, C)</a:t>
              </a:r>
            </a:p>
          </p:txBody>
        </p:sp>
      </p:grpSp>
      <p:grpSp>
        <p:nvGrpSpPr>
          <p:cNvPr id="3" name="Group 48"/>
          <p:cNvGrpSpPr>
            <a:grpSpLocks/>
          </p:cNvGrpSpPr>
          <p:nvPr/>
        </p:nvGrpSpPr>
        <p:grpSpPr bwMode="auto">
          <a:xfrm>
            <a:off x="4603750" y="2181225"/>
            <a:ext cx="2195513" cy="736600"/>
            <a:chOff x="2900" y="1374"/>
            <a:chExt cx="1383" cy="464"/>
          </a:xfrm>
        </p:grpSpPr>
        <p:sp>
          <p:nvSpPr>
            <p:cNvPr id="87066" name="AutoShape 33"/>
            <p:cNvSpPr>
              <a:spLocks/>
            </p:cNvSpPr>
            <p:nvPr/>
          </p:nvSpPr>
          <p:spPr bwMode="auto">
            <a:xfrm>
              <a:off x="3617" y="1517"/>
              <a:ext cx="666" cy="321"/>
            </a:xfrm>
            <a:prstGeom prst="borderCallout2">
              <a:avLst>
                <a:gd name="adj1" fmla="val 22431"/>
                <a:gd name="adj2" fmla="val -7208"/>
                <a:gd name="adj3" fmla="val 22431"/>
                <a:gd name="adj4" fmla="val -7208"/>
                <a:gd name="adj5" fmla="val -25546"/>
                <a:gd name="adj6" fmla="val -49398"/>
              </a:avLst>
            </a:prstGeom>
            <a:solidFill>
              <a:srgbClr val="FFFF99"/>
            </a:solidFill>
            <a:ln w="9525">
              <a:solidFill>
                <a:srgbClr val="000000"/>
              </a:solidFill>
              <a:miter lim="800000"/>
              <a:headEnd/>
              <a:tailEnd type="triangle" w="med" len="med"/>
            </a:ln>
          </p:spPr>
          <p:txBody>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1300">
                  <a:solidFill>
                    <a:schemeClr val="tx1"/>
                  </a:solidFill>
                </a:rPr>
                <a:t>Faîtes l'inventaire</a:t>
              </a:r>
            </a:p>
          </p:txBody>
        </p:sp>
        <p:sp>
          <p:nvSpPr>
            <p:cNvPr id="87067" name="Oval 41"/>
            <p:cNvSpPr>
              <a:spLocks noChangeArrowheads="1"/>
            </p:cNvSpPr>
            <p:nvPr/>
          </p:nvSpPr>
          <p:spPr bwMode="auto">
            <a:xfrm>
              <a:off x="2900" y="1374"/>
              <a:ext cx="386" cy="151"/>
            </a:xfrm>
            <a:prstGeom prst="ellipse">
              <a:avLst/>
            </a:prstGeom>
            <a:noFill/>
            <a:ln w="6350" algn="ctr">
              <a:solidFill>
                <a:srgbClr val="FC2C1C"/>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grpSp>
        <p:nvGrpSpPr>
          <p:cNvPr id="4" name="Group 49"/>
          <p:cNvGrpSpPr>
            <a:grpSpLocks/>
          </p:cNvGrpSpPr>
          <p:nvPr/>
        </p:nvGrpSpPr>
        <p:grpSpPr bwMode="auto">
          <a:xfrm>
            <a:off x="4586288" y="3148013"/>
            <a:ext cx="1963737" cy="758825"/>
            <a:chOff x="2889" y="1983"/>
            <a:chExt cx="1237" cy="478"/>
          </a:xfrm>
        </p:grpSpPr>
        <p:sp>
          <p:nvSpPr>
            <p:cNvPr id="87064" name="AutoShape 34"/>
            <p:cNvSpPr>
              <a:spLocks/>
            </p:cNvSpPr>
            <p:nvPr/>
          </p:nvSpPr>
          <p:spPr bwMode="auto">
            <a:xfrm>
              <a:off x="3488" y="1983"/>
              <a:ext cx="638" cy="190"/>
            </a:xfrm>
            <a:prstGeom prst="borderCallout2">
              <a:avLst>
                <a:gd name="adj1" fmla="val 37894"/>
                <a:gd name="adj2" fmla="val -7523"/>
                <a:gd name="adj3" fmla="val 37894"/>
                <a:gd name="adj4" fmla="val -7523"/>
                <a:gd name="adj5" fmla="val 170000"/>
                <a:gd name="adj6" fmla="val -38245"/>
              </a:avLst>
            </a:prstGeom>
            <a:solidFill>
              <a:srgbClr val="FFFF99"/>
            </a:solidFill>
            <a:ln w="9525">
              <a:solidFill>
                <a:srgbClr val="000000"/>
              </a:solidFill>
              <a:miter lim="800000"/>
              <a:headEnd/>
              <a:tailEnd type="triangle" w="med" len="med"/>
            </a:ln>
          </p:spPr>
          <p:txBody>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1300">
                  <a:solidFill>
                    <a:schemeClr val="tx1"/>
                  </a:solidFill>
                </a:rPr>
                <a:t>Stock total</a:t>
              </a:r>
            </a:p>
          </p:txBody>
        </p:sp>
        <p:sp>
          <p:nvSpPr>
            <p:cNvPr id="87065" name="Oval 42"/>
            <p:cNvSpPr>
              <a:spLocks noChangeArrowheads="1"/>
            </p:cNvSpPr>
            <p:nvPr/>
          </p:nvSpPr>
          <p:spPr bwMode="auto">
            <a:xfrm>
              <a:off x="2889" y="2310"/>
              <a:ext cx="386" cy="151"/>
            </a:xfrm>
            <a:prstGeom prst="ellipse">
              <a:avLst/>
            </a:prstGeom>
            <a:noFill/>
            <a:ln w="6350" algn="ctr">
              <a:solidFill>
                <a:srgbClr val="FC2C1C"/>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grpSp>
        <p:nvGrpSpPr>
          <p:cNvPr id="5" name="Group 50"/>
          <p:cNvGrpSpPr>
            <a:grpSpLocks/>
          </p:cNvGrpSpPr>
          <p:nvPr/>
        </p:nvGrpSpPr>
        <p:grpSpPr bwMode="auto">
          <a:xfrm>
            <a:off x="1806575" y="4905375"/>
            <a:ext cx="2408238" cy="1184275"/>
            <a:chOff x="1138" y="3090"/>
            <a:chExt cx="1517" cy="746"/>
          </a:xfrm>
        </p:grpSpPr>
        <p:sp>
          <p:nvSpPr>
            <p:cNvPr id="87062" name="AutoShape 35"/>
            <p:cNvSpPr>
              <a:spLocks/>
            </p:cNvSpPr>
            <p:nvPr/>
          </p:nvSpPr>
          <p:spPr bwMode="auto">
            <a:xfrm>
              <a:off x="1138" y="3376"/>
              <a:ext cx="798" cy="460"/>
            </a:xfrm>
            <a:prstGeom prst="borderCallout2">
              <a:avLst>
                <a:gd name="adj1" fmla="val 15653"/>
                <a:gd name="adj2" fmla="val 106014"/>
                <a:gd name="adj3" fmla="val 15653"/>
                <a:gd name="adj4" fmla="val 106014"/>
                <a:gd name="adj5" fmla="val -30218"/>
                <a:gd name="adj6" fmla="val 154639"/>
              </a:avLst>
            </a:prstGeom>
            <a:solidFill>
              <a:srgbClr val="FFFF99"/>
            </a:solidFill>
            <a:ln w="9525">
              <a:solidFill>
                <a:srgbClr val="000000"/>
              </a:solidFill>
              <a:miter lim="800000"/>
              <a:headEnd/>
              <a:tailEnd type="triangle" w="med" len="med"/>
            </a:ln>
          </p:spPr>
          <p:txBody>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1300">
                  <a:solidFill>
                    <a:schemeClr val="tx1"/>
                  </a:solidFill>
                </a:rPr>
                <a:t>Reportez l'efficience de chaque poste</a:t>
              </a:r>
            </a:p>
          </p:txBody>
        </p:sp>
        <p:sp>
          <p:nvSpPr>
            <p:cNvPr id="87063" name="Oval 43"/>
            <p:cNvSpPr>
              <a:spLocks noChangeArrowheads="1"/>
            </p:cNvSpPr>
            <p:nvPr/>
          </p:nvSpPr>
          <p:spPr bwMode="auto">
            <a:xfrm>
              <a:off x="2269" y="3090"/>
              <a:ext cx="386" cy="151"/>
            </a:xfrm>
            <a:prstGeom prst="ellipse">
              <a:avLst/>
            </a:prstGeom>
            <a:noFill/>
            <a:ln w="6350" algn="ctr">
              <a:solidFill>
                <a:srgbClr val="FC2C1C"/>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grpSp>
        <p:nvGrpSpPr>
          <p:cNvPr id="6" name="Group 51"/>
          <p:cNvGrpSpPr>
            <a:grpSpLocks/>
          </p:cNvGrpSpPr>
          <p:nvPr/>
        </p:nvGrpSpPr>
        <p:grpSpPr bwMode="auto">
          <a:xfrm>
            <a:off x="4070350" y="4895850"/>
            <a:ext cx="3124200" cy="1249363"/>
            <a:chOff x="2564" y="3084"/>
            <a:chExt cx="1968" cy="787"/>
          </a:xfrm>
        </p:grpSpPr>
        <p:sp>
          <p:nvSpPr>
            <p:cNvPr id="87060" name="AutoShape 36"/>
            <p:cNvSpPr>
              <a:spLocks/>
            </p:cNvSpPr>
            <p:nvPr/>
          </p:nvSpPr>
          <p:spPr bwMode="auto">
            <a:xfrm>
              <a:off x="2564" y="3550"/>
              <a:ext cx="1081" cy="321"/>
            </a:xfrm>
            <a:prstGeom prst="borderCallout2">
              <a:avLst>
                <a:gd name="adj1" fmla="val 22431"/>
                <a:gd name="adj2" fmla="val 104440"/>
                <a:gd name="adj3" fmla="val 22431"/>
                <a:gd name="adj4" fmla="val 104440"/>
                <a:gd name="adj5" fmla="val -119625"/>
                <a:gd name="adj6" fmla="val 150046"/>
              </a:avLst>
            </a:prstGeom>
            <a:solidFill>
              <a:srgbClr val="FFFF99"/>
            </a:solidFill>
            <a:ln w="9525">
              <a:solidFill>
                <a:srgbClr val="000000"/>
              </a:solidFill>
              <a:miter lim="800000"/>
              <a:headEnd/>
              <a:tailEnd type="triangle" w="med" len="med"/>
            </a:ln>
          </p:spPr>
          <p:txBody>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1300">
                  <a:solidFill>
                    <a:schemeClr val="tx1"/>
                  </a:solidFill>
                </a:rPr>
                <a:t>Calculez l'efficience moyenne de l'usine</a:t>
              </a:r>
            </a:p>
          </p:txBody>
        </p:sp>
        <p:sp>
          <p:nvSpPr>
            <p:cNvPr id="87061" name="Oval 44"/>
            <p:cNvSpPr>
              <a:spLocks noChangeArrowheads="1"/>
            </p:cNvSpPr>
            <p:nvPr/>
          </p:nvSpPr>
          <p:spPr bwMode="auto">
            <a:xfrm>
              <a:off x="4192" y="3084"/>
              <a:ext cx="340" cy="151"/>
            </a:xfrm>
            <a:prstGeom prst="ellipse">
              <a:avLst/>
            </a:prstGeom>
            <a:noFill/>
            <a:ln w="6350" algn="ctr">
              <a:solidFill>
                <a:srgbClr val="FC2C1C"/>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grpSp>
        <p:nvGrpSpPr>
          <p:cNvPr id="7" name="Group 52"/>
          <p:cNvGrpSpPr>
            <a:grpSpLocks/>
          </p:cNvGrpSpPr>
          <p:nvPr/>
        </p:nvGrpSpPr>
        <p:grpSpPr bwMode="auto">
          <a:xfrm>
            <a:off x="7181850" y="3863975"/>
            <a:ext cx="1809750" cy="1262063"/>
            <a:chOff x="4524" y="2434"/>
            <a:chExt cx="1140" cy="795"/>
          </a:xfrm>
        </p:grpSpPr>
        <p:sp>
          <p:nvSpPr>
            <p:cNvPr id="87058" name="AutoShape 37"/>
            <p:cNvSpPr>
              <a:spLocks/>
            </p:cNvSpPr>
            <p:nvPr/>
          </p:nvSpPr>
          <p:spPr bwMode="auto">
            <a:xfrm>
              <a:off x="4965" y="2434"/>
              <a:ext cx="699" cy="332"/>
            </a:xfrm>
            <a:prstGeom prst="borderCallout2">
              <a:avLst>
                <a:gd name="adj1" fmla="val 21685"/>
                <a:gd name="adj2" fmla="val -6866"/>
                <a:gd name="adj3" fmla="val 21685"/>
                <a:gd name="adj4" fmla="val -6866"/>
                <a:gd name="adj5" fmla="val 194880"/>
                <a:gd name="adj6" fmla="val -40343"/>
              </a:avLst>
            </a:prstGeom>
            <a:solidFill>
              <a:srgbClr val="FFFF99"/>
            </a:solidFill>
            <a:ln w="9525">
              <a:solidFill>
                <a:srgbClr val="000000"/>
              </a:solidFill>
              <a:miter lim="800000"/>
              <a:headEnd/>
              <a:tailEnd type="triangle" w="med" len="med"/>
            </a:ln>
          </p:spPr>
          <p:txBody>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1300">
                  <a:solidFill>
                    <a:schemeClr val="tx1"/>
                  </a:solidFill>
                </a:rPr>
                <a:t>Reportez le stock total </a:t>
              </a:r>
            </a:p>
          </p:txBody>
        </p:sp>
        <p:sp>
          <p:nvSpPr>
            <p:cNvPr id="87059" name="Oval 45"/>
            <p:cNvSpPr>
              <a:spLocks noChangeArrowheads="1"/>
            </p:cNvSpPr>
            <p:nvPr/>
          </p:nvSpPr>
          <p:spPr bwMode="auto">
            <a:xfrm>
              <a:off x="4524" y="3078"/>
              <a:ext cx="340" cy="151"/>
            </a:xfrm>
            <a:prstGeom prst="ellipse">
              <a:avLst/>
            </a:prstGeom>
            <a:noFill/>
            <a:ln w="6350" algn="ctr">
              <a:solidFill>
                <a:srgbClr val="FC2C1C"/>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grpSp>
        <p:nvGrpSpPr>
          <p:cNvPr id="8" name="Group 53"/>
          <p:cNvGrpSpPr>
            <a:grpSpLocks/>
          </p:cNvGrpSpPr>
          <p:nvPr/>
        </p:nvGrpSpPr>
        <p:grpSpPr bwMode="auto">
          <a:xfrm>
            <a:off x="6202363" y="4886325"/>
            <a:ext cx="2038350" cy="1301750"/>
            <a:chOff x="3907" y="3078"/>
            <a:chExt cx="1284" cy="820"/>
          </a:xfrm>
        </p:grpSpPr>
        <p:sp>
          <p:nvSpPr>
            <p:cNvPr id="87056" name="AutoShape 38"/>
            <p:cNvSpPr>
              <a:spLocks/>
            </p:cNvSpPr>
            <p:nvPr/>
          </p:nvSpPr>
          <p:spPr bwMode="auto">
            <a:xfrm>
              <a:off x="3907" y="3588"/>
              <a:ext cx="823" cy="310"/>
            </a:xfrm>
            <a:prstGeom prst="borderCallout2">
              <a:avLst>
                <a:gd name="adj1" fmla="val 23227"/>
                <a:gd name="adj2" fmla="val 105833"/>
                <a:gd name="adj3" fmla="val 23227"/>
                <a:gd name="adj4" fmla="val 105833"/>
                <a:gd name="adj5" fmla="val -113227"/>
                <a:gd name="adj6" fmla="val 126972"/>
              </a:avLst>
            </a:prstGeom>
            <a:solidFill>
              <a:srgbClr val="FFFF99"/>
            </a:solidFill>
            <a:ln w="9525">
              <a:solidFill>
                <a:srgbClr val="000000"/>
              </a:solidFill>
              <a:miter lim="800000"/>
              <a:headEnd/>
              <a:tailEnd type="triangle" w="med" len="med"/>
            </a:ln>
          </p:spPr>
          <p:txBody>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1300">
                  <a:solidFill>
                    <a:schemeClr val="tx1"/>
                  </a:solidFill>
                </a:rPr>
                <a:t>Reportez le taux de service</a:t>
              </a:r>
            </a:p>
          </p:txBody>
        </p:sp>
        <p:sp>
          <p:nvSpPr>
            <p:cNvPr id="87057" name="Oval 46"/>
            <p:cNvSpPr>
              <a:spLocks noChangeArrowheads="1"/>
            </p:cNvSpPr>
            <p:nvPr/>
          </p:nvSpPr>
          <p:spPr bwMode="auto">
            <a:xfrm>
              <a:off x="4851" y="3078"/>
              <a:ext cx="340" cy="151"/>
            </a:xfrm>
            <a:prstGeom prst="ellipse">
              <a:avLst/>
            </a:prstGeom>
            <a:noFill/>
            <a:ln w="6350" algn="ctr">
              <a:solidFill>
                <a:srgbClr val="FC2C1C"/>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nodeType="clickPar">
                      <p:stCondLst>
                        <p:cond delay="indefinite"/>
                      </p:stCondLst>
                      <p:childTnLst>
                        <p:par>
                          <p:cTn id="8" fill="hold" nodeType="withGroup">
                            <p:stCondLst>
                              <p:cond delay="0"/>
                            </p:stCondLst>
                            <p:childTnLst>
                              <p:par>
                                <p:cTn id="9" presetID="1" presetClass="entr" presetSubtype="0" fill="hold" nodeType="clickEffect">
                                  <p:stCondLst>
                                    <p:cond delay="0"/>
                                  </p:stCondLst>
                                  <p:childTnLst>
                                    <p:set>
                                      <p:cBhvr>
                                        <p:cTn id="10" dur="1" fill="hold">
                                          <p:stCondLst>
                                            <p:cond delay="0"/>
                                          </p:stCondLst>
                                        </p:cTn>
                                        <p:tgtEl>
                                          <p:spTgt spid="3"/>
                                        </p:tgtEl>
                                        <p:attrNameLst>
                                          <p:attrName>style.visibility</p:attrName>
                                        </p:attrNameLst>
                                      </p:cBhvr>
                                      <p:to>
                                        <p:strVal val="visible"/>
                                      </p:to>
                                    </p:set>
                                  </p:childTnLst>
                                </p:cTn>
                              </p:par>
                            </p:childTnLst>
                          </p:cTn>
                        </p:par>
                      </p:childTnLst>
                    </p:cTn>
                  </p:par>
                  <p:par>
                    <p:cTn id="11" fill="hold" nodeType="clickPar">
                      <p:stCondLst>
                        <p:cond delay="indefinite"/>
                      </p:stCondLst>
                      <p:childTnLst>
                        <p:par>
                          <p:cTn id="12" fill="hold" nodeType="withGroup">
                            <p:stCondLst>
                              <p:cond delay="0"/>
                            </p:stCondLst>
                            <p:childTnLst>
                              <p:par>
                                <p:cTn id="13" presetID="1" presetClass="entr" presetSubtype="0" fill="hold" nodeType="clickEffect">
                                  <p:stCondLst>
                                    <p:cond delay="0"/>
                                  </p:stCondLst>
                                  <p:childTnLst>
                                    <p:set>
                                      <p:cBhvr>
                                        <p:cTn id="14" dur="1" fill="hold">
                                          <p:stCondLst>
                                            <p:cond delay="0"/>
                                          </p:stCondLst>
                                        </p:cTn>
                                        <p:tgtEl>
                                          <p:spTgt spid="4"/>
                                        </p:tgtEl>
                                        <p:attrNameLst>
                                          <p:attrName>style.visibility</p:attrName>
                                        </p:attrNameLst>
                                      </p:cBhvr>
                                      <p:to>
                                        <p:strVal val="visible"/>
                                      </p:to>
                                    </p:set>
                                  </p:childTnLst>
                                </p:cTn>
                              </p:par>
                            </p:childTnLst>
                          </p:cTn>
                        </p:par>
                      </p:childTnLst>
                    </p:cTn>
                  </p:par>
                  <p:par>
                    <p:cTn id="15" fill="hold" nodeType="clickPar">
                      <p:stCondLst>
                        <p:cond delay="indefinite"/>
                      </p:stCondLst>
                      <p:childTnLst>
                        <p:par>
                          <p:cTn id="16" fill="hold" nodeType="withGroup">
                            <p:stCondLst>
                              <p:cond delay="0"/>
                            </p:stCondLst>
                            <p:childTnLst>
                              <p:par>
                                <p:cTn id="17" presetID="1" presetClass="entr" presetSubtype="0" fill="hold" nodeType="clickEffect">
                                  <p:stCondLst>
                                    <p:cond delay="0"/>
                                  </p:stCondLst>
                                  <p:childTnLst>
                                    <p:set>
                                      <p:cBhvr>
                                        <p:cTn id="18" dur="1" fill="hold">
                                          <p:stCondLst>
                                            <p:cond delay="0"/>
                                          </p:stCondLst>
                                        </p:cTn>
                                        <p:tgtEl>
                                          <p:spTgt spid="5"/>
                                        </p:tgtEl>
                                        <p:attrNameLst>
                                          <p:attrName>style.visibility</p:attrName>
                                        </p:attrNameLst>
                                      </p:cBhvr>
                                      <p:to>
                                        <p:strVal val="visible"/>
                                      </p:to>
                                    </p:set>
                                  </p:childTnLst>
                                </p:cTn>
                              </p:par>
                            </p:childTnLst>
                          </p:cTn>
                        </p:par>
                      </p:childTnLst>
                    </p:cTn>
                  </p:par>
                  <p:par>
                    <p:cTn id="19" fill="hold" nodeType="clickPar">
                      <p:stCondLst>
                        <p:cond delay="indefinite"/>
                      </p:stCondLst>
                      <p:childTnLst>
                        <p:par>
                          <p:cTn id="20" fill="hold" nodeType="withGroup">
                            <p:stCondLst>
                              <p:cond delay="0"/>
                            </p:stCondLst>
                            <p:childTnLst>
                              <p:par>
                                <p:cTn id="21" presetID="1" presetClass="entr" presetSubtype="0" fill="hold" nodeType="clickEffect">
                                  <p:stCondLst>
                                    <p:cond delay="0"/>
                                  </p:stCondLst>
                                  <p:childTnLst>
                                    <p:set>
                                      <p:cBhvr>
                                        <p:cTn id="22" dur="1" fill="hold">
                                          <p:stCondLst>
                                            <p:cond delay="0"/>
                                          </p:stCondLst>
                                        </p:cTn>
                                        <p:tgtEl>
                                          <p:spTgt spid="6"/>
                                        </p:tgtEl>
                                        <p:attrNameLst>
                                          <p:attrName>style.visibility</p:attrName>
                                        </p:attrNameLst>
                                      </p:cBhvr>
                                      <p:to>
                                        <p:strVal val="visible"/>
                                      </p:to>
                                    </p:set>
                                  </p:childTnLst>
                                </p:cTn>
                              </p:par>
                            </p:childTnLst>
                          </p:cTn>
                        </p:par>
                      </p:childTnLst>
                    </p:cTn>
                  </p:par>
                  <p:par>
                    <p:cTn id="23" fill="hold" nodeType="clickPar">
                      <p:stCondLst>
                        <p:cond delay="indefinite"/>
                      </p:stCondLst>
                      <p:childTnLst>
                        <p:par>
                          <p:cTn id="24" fill="hold" nodeType="withGroup">
                            <p:stCondLst>
                              <p:cond delay="0"/>
                            </p:stCondLst>
                            <p:childTnLst>
                              <p:par>
                                <p:cTn id="25" presetID="1" presetClass="entr" presetSubtype="0" fill="hold" nodeType="clickEffect">
                                  <p:stCondLst>
                                    <p:cond delay="0"/>
                                  </p:stCondLst>
                                  <p:childTnLst>
                                    <p:set>
                                      <p:cBhvr>
                                        <p:cTn id="26" dur="1" fill="hold">
                                          <p:stCondLst>
                                            <p:cond delay="0"/>
                                          </p:stCondLst>
                                        </p:cTn>
                                        <p:tgtEl>
                                          <p:spTgt spid="7"/>
                                        </p:tgtEl>
                                        <p:attrNameLst>
                                          <p:attrName>style.visibility</p:attrName>
                                        </p:attrNameLst>
                                      </p:cBhvr>
                                      <p:to>
                                        <p:strVal val="visible"/>
                                      </p:to>
                                    </p:set>
                                  </p:childTnLst>
                                </p:cTn>
                              </p:par>
                            </p:childTnLst>
                          </p:cTn>
                        </p:par>
                      </p:childTnLst>
                    </p:cTn>
                  </p:par>
                  <p:par>
                    <p:cTn id="27" fill="hold" nodeType="clickPar">
                      <p:stCondLst>
                        <p:cond delay="indefinite"/>
                      </p:stCondLst>
                      <p:childTnLst>
                        <p:par>
                          <p:cTn id="28" fill="hold" nodeType="withGroup">
                            <p:stCondLst>
                              <p:cond delay="0"/>
                            </p:stCondLst>
                            <p:childTnLst>
                              <p:par>
                                <p:cTn id="29" presetID="1" presetClass="entr" presetSubtype="0" fill="hold" nodeType="clickEffect">
                                  <p:stCondLst>
                                    <p:cond delay="0"/>
                                  </p:stCondLst>
                                  <p:childTnLst>
                                    <p:set>
                                      <p:cBhvr>
                                        <p:cTn id="30"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8066" name="Rectangle 2"/>
          <p:cNvSpPr>
            <a:spLocks noGrp="1" noChangeArrowheads="1"/>
          </p:cNvSpPr>
          <p:nvPr>
            <p:ph type="title"/>
          </p:nvPr>
        </p:nvSpPr>
        <p:spPr>
          <a:xfrm>
            <a:off x="490538" y="2001838"/>
            <a:ext cx="8229600" cy="944562"/>
          </a:xfrm>
        </p:spPr>
        <p:txBody>
          <a:bodyPr/>
          <a:lstStyle/>
          <a:p>
            <a:pPr eaLnBrk="1" hangingPunct="1">
              <a:lnSpc>
                <a:spcPct val="140000"/>
              </a:lnSpc>
            </a:pPr>
            <a:r>
              <a:rPr lang="fr-FR" altLang="fr-FR"/>
              <a:t>Affichage des résultats</a:t>
            </a:r>
            <a:br>
              <a:rPr lang="fr-FR" altLang="fr-FR"/>
            </a:br>
            <a:r>
              <a:rPr lang="fr-FR" altLang="fr-FR" sz="1400"/>
              <a:t>(voir fichier Excel)</a:t>
            </a:r>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9090" name="Rectangle 2"/>
          <p:cNvSpPr>
            <a:spLocks noGrp="1" noChangeArrowheads="1"/>
          </p:cNvSpPr>
          <p:nvPr>
            <p:ph type="title"/>
          </p:nvPr>
        </p:nvSpPr>
        <p:spPr/>
        <p:txBody>
          <a:bodyPr/>
          <a:lstStyle/>
          <a:p>
            <a:pPr eaLnBrk="1" hangingPunct="1"/>
            <a:r>
              <a:rPr lang="fr-FR" altLang="fr-FR"/>
              <a:t>Préparation de la semaine 2</a:t>
            </a:r>
          </a:p>
        </p:txBody>
      </p:sp>
      <p:sp>
        <p:nvSpPr>
          <p:cNvPr id="89091" name="Rectangle 3"/>
          <p:cNvSpPr>
            <a:spLocks noGrp="1" noChangeArrowheads="1"/>
          </p:cNvSpPr>
          <p:nvPr>
            <p:ph type="body" idx="1"/>
          </p:nvPr>
        </p:nvSpPr>
        <p:spPr>
          <a:xfrm>
            <a:off x="311150" y="1319213"/>
            <a:ext cx="8715375" cy="2927350"/>
          </a:xfrm>
        </p:spPr>
        <p:txBody>
          <a:bodyPr/>
          <a:lstStyle/>
          <a:p>
            <a:pPr eaLnBrk="1" hangingPunct="1"/>
            <a:r>
              <a:rPr lang="fr-FR" altLang="fr-FR"/>
              <a:t>Après avoir fait constaté aux participants les difficultés de la méthode utilisée en semaine 1, l’animateur explique les deux changements majeurs qui vont intervenir en semaine 2</a:t>
            </a:r>
          </a:p>
          <a:p>
            <a:pPr lvl="1" eaLnBrk="1" hangingPunct="1"/>
            <a:r>
              <a:rPr lang="fr-FR" altLang="fr-FR"/>
              <a:t>La méthode Kanban va se substituer à la méthode de programmation basée sur les prévisions de vente.</a:t>
            </a:r>
          </a:p>
          <a:p>
            <a:pPr lvl="1" eaLnBrk="1" hangingPunct="1"/>
            <a:r>
              <a:rPr lang="fr-FR" altLang="fr-FR"/>
              <a:t>Des progrès seront engagés dans le système de production.</a:t>
            </a:r>
          </a:p>
          <a:p>
            <a:pPr eaLnBrk="1" hangingPunct="1"/>
            <a:r>
              <a:rPr lang="fr-FR" altLang="fr-FR"/>
              <a:t>L’animateur se sert des diapos suivantes pour donner des explications.</a:t>
            </a:r>
          </a:p>
        </p:txBody>
      </p:sp>
      <p:pic>
        <p:nvPicPr>
          <p:cNvPr id="6" name="Picture 2" descr="C:\Users\BertrandS\Dropbox\Jeux\00. CONCEPTION DES JEUX\photos\Bureau Une Femme 29\iStock_000002139332_Medium ALLEGE.jpg"/>
          <p:cNvPicPr>
            <a:picLocks noChangeAspect="1" noChangeArrowheads="1"/>
          </p:cNvPicPr>
          <p:nvPr/>
        </p:nvPicPr>
        <p:blipFill rotWithShape="1">
          <a:blip r:embed="rId3" cstate="print">
            <a:clrChange>
              <a:clrFrom>
                <a:srgbClr val="FFFFFF"/>
              </a:clrFrom>
              <a:clrTo>
                <a:srgbClr val="FFFFFF">
                  <a:alpha val="0"/>
                </a:srgbClr>
              </a:clrTo>
            </a:clrChange>
            <a:extLst>
              <a:ext uri="{28A0092B-C50C-407E-A947-70E740481C1C}">
                <a14:useLocalDpi xmlns:a14="http://schemas.microsoft.com/office/drawing/2010/main" val="0"/>
              </a:ext>
            </a:extLst>
          </a:blip>
          <a:srcRect b="26675"/>
          <a:stretch/>
        </p:blipFill>
        <p:spPr bwMode="auto">
          <a:xfrm>
            <a:off x="8248783" y="45838"/>
            <a:ext cx="815481" cy="947302"/>
          </a:xfrm>
          <a:prstGeom prst="rect">
            <a:avLst/>
          </a:prstGeom>
          <a:solidFill>
            <a:schemeClr val="bg1"/>
          </a:solidFill>
          <a:ln w="12700">
            <a:solidFill>
              <a:srgbClr val="27A8E0"/>
            </a:solidFill>
          </a:ln>
          <a:effectLst>
            <a:outerShdw blurRad="25400" dist="50800" dir="2700000" algn="ctr" rotWithShape="0">
              <a:srgbClr val="27A8E0"/>
            </a:outerShdw>
          </a:effectLst>
        </p:spPr>
      </p:pic>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0114" name="Rectangle 2"/>
          <p:cNvSpPr>
            <a:spLocks noGrp="1" noChangeArrowheads="1"/>
          </p:cNvSpPr>
          <p:nvPr>
            <p:ph type="title"/>
          </p:nvPr>
        </p:nvSpPr>
        <p:spPr>
          <a:xfrm>
            <a:off x="430213" y="0"/>
            <a:ext cx="8229600" cy="647700"/>
          </a:xfrm>
        </p:spPr>
        <p:txBody>
          <a:bodyPr/>
          <a:lstStyle/>
          <a:p>
            <a:pPr eaLnBrk="1" hangingPunct="1"/>
            <a:r>
              <a:rPr lang="fr-FR" altLang="fr-FR"/>
              <a:t>La méthode Kanban pour l’usinage</a:t>
            </a:r>
          </a:p>
        </p:txBody>
      </p:sp>
      <p:sp>
        <p:nvSpPr>
          <p:cNvPr id="90115" name="Text Box 54"/>
          <p:cNvSpPr txBox="1">
            <a:spLocks noChangeArrowheads="1"/>
          </p:cNvSpPr>
          <p:nvPr/>
        </p:nvSpPr>
        <p:spPr bwMode="auto">
          <a:xfrm>
            <a:off x="4027488" y="3330575"/>
            <a:ext cx="1766887" cy="590550"/>
          </a:xfrm>
          <a:prstGeom prst="rect">
            <a:avLst/>
          </a:prstGeom>
          <a:solidFill>
            <a:schemeClr val="bg1"/>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nchorCtr="1"/>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a:spcBef>
                <a:spcPct val="0"/>
              </a:spcBef>
              <a:buFontTx/>
              <a:buNone/>
            </a:pPr>
            <a:r>
              <a:rPr lang="fr-FR" altLang="fr-FR" sz="1800">
                <a:solidFill>
                  <a:schemeClr val="tx1"/>
                </a:solidFill>
              </a:rPr>
              <a:t>Poste Carters</a:t>
            </a:r>
          </a:p>
        </p:txBody>
      </p:sp>
      <p:grpSp>
        <p:nvGrpSpPr>
          <p:cNvPr id="90116" name="Group 55"/>
          <p:cNvGrpSpPr>
            <a:grpSpLocks/>
          </p:cNvGrpSpPr>
          <p:nvPr/>
        </p:nvGrpSpPr>
        <p:grpSpPr bwMode="auto">
          <a:xfrm>
            <a:off x="4481513" y="2781300"/>
            <a:ext cx="820737" cy="500063"/>
            <a:chOff x="2102" y="1800"/>
            <a:chExt cx="787" cy="480"/>
          </a:xfrm>
        </p:grpSpPr>
        <p:sp>
          <p:nvSpPr>
            <p:cNvPr id="90158" name="Oval 56"/>
            <p:cNvSpPr>
              <a:spLocks noChangeArrowheads="1"/>
            </p:cNvSpPr>
            <p:nvPr/>
          </p:nvSpPr>
          <p:spPr bwMode="auto">
            <a:xfrm>
              <a:off x="2135" y="1833"/>
              <a:ext cx="701" cy="320"/>
            </a:xfrm>
            <a:prstGeom prst="ellipse">
              <a:avLst/>
            </a:prstGeom>
            <a:noFill/>
            <a:ln w="38100" algn="ctr">
              <a:solidFill>
                <a:schemeClr val="tx2"/>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90159" name="Rectangle 57"/>
            <p:cNvSpPr>
              <a:spLocks noChangeArrowheads="1"/>
            </p:cNvSpPr>
            <p:nvPr/>
          </p:nvSpPr>
          <p:spPr bwMode="auto">
            <a:xfrm>
              <a:off x="2102" y="1800"/>
              <a:ext cx="787" cy="159"/>
            </a:xfrm>
            <a:prstGeom prst="rect">
              <a:avLst/>
            </a:prstGeom>
            <a:solidFill>
              <a:schemeClr val="bg1"/>
            </a:solidFill>
            <a:ln>
              <a:noFill/>
            </a:ln>
            <a:extLst>
              <a:ext uri="{91240B29-F687-4F45-9708-019B960494DF}">
                <a14:hiddenLine xmlns:a14="http://schemas.microsoft.com/office/drawing/2010/main" w="38100" algn="ctr">
                  <a:solidFill>
                    <a:srgbClr val="000000"/>
                  </a:solidFill>
                  <a:miter lim="800000"/>
                  <a:headEnd/>
                  <a:tailEnd/>
                </a14:hiddenLine>
              </a:ext>
            </a:extLst>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90160" name="Oval 58"/>
            <p:cNvSpPr>
              <a:spLocks noChangeArrowheads="1"/>
            </p:cNvSpPr>
            <p:nvPr/>
          </p:nvSpPr>
          <p:spPr bwMode="auto">
            <a:xfrm>
              <a:off x="2338" y="1987"/>
              <a:ext cx="293" cy="293"/>
            </a:xfrm>
            <a:prstGeom prst="ellipse">
              <a:avLst/>
            </a:prstGeom>
            <a:solidFill>
              <a:srgbClr val="4D4D4D"/>
            </a:solidFill>
            <a:ln w="6350" algn="ctr">
              <a:solidFill>
                <a:schemeClr val="tx2"/>
              </a:solidFill>
              <a:round/>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grpSp>
        <p:nvGrpSpPr>
          <p:cNvPr id="3" name="Group 95"/>
          <p:cNvGrpSpPr>
            <a:grpSpLocks/>
          </p:cNvGrpSpPr>
          <p:nvPr/>
        </p:nvGrpSpPr>
        <p:grpSpPr bwMode="auto">
          <a:xfrm>
            <a:off x="1266825" y="919163"/>
            <a:ext cx="2295525" cy="2065337"/>
            <a:chOff x="798" y="579"/>
            <a:chExt cx="1446" cy="1301"/>
          </a:xfrm>
        </p:grpSpPr>
        <p:grpSp>
          <p:nvGrpSpPr>
            <p:cNvPr id="90151" name="Group 86"/>
            <p:cNvGrpSpPr>
              <a:grpSpLocks/>
            </p:cNvGrpSpPr>
            <p:nvPr/>
          </p:nvGrpSpPr>
          <p:grpSpPr bwMode="auto">
            <a:xfrm>
              <a:off x="798" y="579"/>
              <a:ext cx="1446" cy="894"/>
              <a:chOff x="695" y="737"/>
              <a:chExt cx="1446" cy="894"/>
            </a:xfrm>
          </p:grpSpPr>
          <p:grpSp>
            <p:nvGrpSpPr>
              <p:cNvPr id="90153" name="Group 59"/>
              <p:cNvGrpSpPr>
                <a:grpSpLocks/>
              </p:cNvGrpSpPr>
              <p:nvPr/>
            </p:nvGrpSpPr>
            <p:grpSpPr bwMode="auto">
              <a:xfrm>
                <a:off x="695" y="737"/>
                <a:ext cx="707" cy="894"/>
                <a:chOff x="1235" y="2917"/>
                <a:chExt cx="707" cy="894"/>
              </a:xfrm>
            </p:grpSpPr>
            <p:sp>
              <p:nvSpPr>
                <p:cNvPr id="90155" name="Rectangle 15"/>
                <p:cNvSpPr>
                  <a:spLocks noChangeArrowheads="1"/>
                </p:cNvSpPr>
                <p:nvPr/>
              </p:nvSpPr>
              <p:spPr bwMode="auto">
                <a:xfrm>
                  <a:off x="1252" y="2958"/>
                  <a:ext cx="659" cy="843"/>
                </a:xfrm>
                <a:prstGeom prst="rect">
                  <a:avLst/>
                </a:prstGeom>
                <a:solidFill>
                  <a:schemeClr val="bg1"/>
                </a:solidFill>
                <a:ln w="9525">
                  <a:solidFill>
                    <a:schemeClr val="tx1"/>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90156" name="Rectangle 13"/>
                <p:cNvSpPr>
                  <a:spLocks noChangeArrowheads="1"/>
                </p:cNvSpPr>
                <p:nvPr/>
              </p:nvSpPr>
              <p:spPr bwMode="auto">
                <a:xfrm>
                  <a:off x="1235" y="2917"/>
                  <a:ext cx="707" cy="89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a:lnSpc>
                      <a:spcPct val="130000"/>
                    </a:lnSpc>
                    <a:spcBef>
                      <a:spcPct val="0"/>
                    </a:spcBef>
                    <a:buFontTx/>
                    <a:buNone/>
                  </a:pPr>
                  <a:r>
                    <a:rPr lang="fr-FR" altLang="fr-FR" sz="1200" b="1">
                      <a:solidFill>
                        <a:schemeClr val="tx1"/>
                      </a:solidFill>
                    </a:rPr>
                    <a:t>Carters</a:t>
                  </a:r>
                </a:p>
                <a:p>
                  <a:pPr algn="ctr">
                    <a:lnSpc>
                      <a:spcPct val="130000"/>
                    </a:lnSpc>
                    <a:spcBef>
                      <a:spcPct val="0"/>
                    </a:spcBef>
                    <a:buFontTx/>
                    <a:buNone/>
                  </a:pPr>
                  <a:endParaRPr lang="fr-FR" altLang="fr-FR" sz="1200" b="1">
                    <a:solidFill>
                      <a:schemeClr val="tx1"/>
                    </a:solidFill>
                  </a:endParaRPr>
                </a:p>
                <a:p>
                  <a:pPr algn="ctr">
                    <a:lnSpc>
                      <a:spcPct val="130000"/>
                    </a:lnSpc>
                    <a:spcBef>
                      <a:spcPct val="0"/>
                    </a:spcBef>
                    <a:buFontTx/>
                    <a:buNone/>
                  </a:pPr>
                  <a:endParaRPr lang="fr-FR" altLang="fr-FR" sz="1200" b="1">
                    <a:solidFill>
                      <a:schemeClr val="tx1"/>
                    </a:solidFill>
                  </a:endParaRPr>
                </a:p>
                <a:p>
                  <a:pPr algn="ctr">
                    <a:lnSpc>
                      <a:spcPct val="130000"/>
                    </a:lnSpc>
                    <a:spcBef>
                      <a:spcPct val="0"/>
                    </a:spcBef>
                    <a:buFontTx/>
                    <a:buNone/>
                  </a:pPr>
                  <a:r>
                    <a:rPr lang="fr-FR" altLang="fr-FR" sz="1200" b="1">
                      <a:solidFill>
                        <a:schemeClr val="tx1"/>
                      </a:solidFill>
                    </a:rPr>
                    <a:t>destination</a:t>
                  </a:r>
                </a:p>
                <a:p>
                  <a:pPr algn="ctr">
                    <a:lnSpc>
                      <a:spcPct val="130000"/>
                    </a:lnSpc>
                    <a:spcBef>
                      <a:spcPct val="0"/>
                    </a:spcBef>
                    <a:buFontTx/>
                    <a:buNone/>
                  </a:pPr>
                  <a:r>
                    <a:rPr lang="fr-FR" altLang="fr-FR" sz="1200" b="1">
                      <a:solidFill>
                        <a:schemeClr val="tx1"/>
                      </a:solidFill>
                    </a:rPr>
                    <a:t>Montage</a:t>
                  </a:r>
                </a:p>
              </p:txBody>
            </p:sp>
            <p:sp>
              <p:nvSpPr>
                <p:cNvPr id="90157" name="Rectangle 14"/>
                <p:cNvSpPr>
                  <a:spLocks noChangeArrowheads="1"/>
                </p:cNvSpPr>
                <p:nvPr/>
              </p:nvSpPr>
              <p:spPr bwMode="auto">
                <a:xfrm>
                  <a:off x="1367" y="3266"/>
                  <a:ext cx="446" cy="134"/>
                </a:xfrm>
                <a:prstGeom prst="rect">
                  <a:avLst/>
                </a:prstGeom>
                <a:solidFill>
                  <a:schemeClr val="accent2"/>
                </a:solidFill>
                <a:ln w="3175">
                  <a:solidFill>
                    <a:schemeClr val="tx1"/>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sp>
            <p:nvSpPr>
              <p:cNvPr id="90154" name="Text Box 79"/>
              <p:cNvSpPr txBox="1">
                <a:spLocks noChangeArrowheads="1"/>
              </p:cNvSpPr>
              <p:nvPr/>
            </p:nvSpPr>
            <p:spPr bwMode="auto">
              <a:xfrm>
                <a:off x="1419" y="789"/>
                <a:ext cx="722" cy="36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eaLnBrk="1" hangingPunct="1">
                  <a:spcBef>
                    <a:spcPct val="0"/>
                  </a:spcBef>
                  <a:buFontTx/>
                  <a:buNone/>
                </a:pPr>
                <a:r>
                  <a:rPr lang="fr-FR" altLang="fr-FR" sz="1600">
                    <a:solidFill>
                      <a:schemeClr val="tx1"/>
                    </a:solidFill>
                  </a:rPr>
                  <a:t>Ticket Kanban</a:t>
                </a:r>
              </a:p>
            </p:txBody>
          </p:sp>
        </p:grpSp>
        <p:sp>
          <p:nvSpPr>
            <p:cNvPr id="90152" name="Line 81"/>
            <p:cNvSpPr>
              <a:spLocks noChangeShapeType="1"/>
            </p:cNvSpPr>
            <p:nvPr/>
          </p:nvSpPr>
          <p:spPr bwMode="auto">
            <a:xfrm flipH="1">
              <a:off x="1113" y="1484"/>
              <a:ext cx="79" cy="396"/>
            </a:xfrm>
            <a:prstGeom prst="line">
              <a:avLst/>
            </a:prstGeom>
            <a:noFill/>
            <a:ln w="6350">
              <a:solidFill>
                <a:schemeClr val="tx2"/>
              </a:solidFill>
              <a:round/>
              <a:headEnd/>
              <a:tailEnd type="triangle" w="med" len="med"/>
            </a:ln>
            <a:extLst>
              <a:ext uri="{909E8E84-426E-40DD-AFC4-6F175D3DCCD1}">
                <a14:hiddenFill xmlns:a14="http://schemas.microsoft.com/office/drawing/2010/main">
                  <a:noFill/>
                </a14:hiddenFill>
              </a:ext>
            </a:extLst>
          </p:spPr>
          <p:txBody>
            <a:bodyPr wrap="none" anchor="ctr"/>
            <a:lstStyle/>
            <a:p>
              <a:endParaRPr lang="fr-FR"/>
            </a:p>
          </p:txBody>
        </p:sp>
      </p:grpSp>
      <p:grpSp>
        <p:nvGrpSpPr>
          <p:cNvPr id="6" name="Group 93"/>
          <p:cNvGrpSpPr>
            <a:grpSpLocks/>
          </p:cNvGrpSpPr>
          <p:nvPr/>
        </p:nvGrpSpPr>
        <p:grpSpPr bwMode="auto">
          <a:xfrm>
            <a:off x="609600" y="3022600"/>
            <a:ext cx="3335338" cy="1379538"/>
            <a:chOff x="384" y="1904"/>
            <a:chExt cx="2101" cy="869"/>
          </a:xfrm>
        </p:grpSpPr>
        <p:grpSp>
          <p:nvGrpSpPr>
            <p:cNvPr id="90141" name="Group 87"/>
            <p:cNvGrpSpPr>
              <a:grpSpLocks/>
            </p:cNvGrpSpPr>
            <p:nvPr/>
          </p:nvGrpSpPr>
          <p:grpSpPr bwMode="auto">
            <a:xfrm>
              <a:off x="384" y="1904"/>
              <a:ext cx="906" cy="869"/>
              <a:chOff x="384" y="1904"/>
              <a:chExt cx="906" cy="869"/>
            </a:xfrm>
          </p:grpSpPr>
          <p:grpSp>
            <p:nvGrpSpPr>
              <p:cNvPr id="90143" name="Group 70"/>
              <p:cNvGrpSpPr>
                <a:grpSpLocks/>
              </p:cNvGrpSpPr>
              <p:nvPr/>
            </p:nvGrpSpPr>
            <p:grpSpPr bwMode="auto">
              <a:xfrm rot="-223274">
                <a:off x="623" y="1904"/>
                <a:ext cx="667" cy="657"/>
                <a:chOff x="2757" y="1666"/>
                <a:chExt cx="812" cy="800"/>
              </a:xfrm>
            </p:grpSpPr>
            <p:sp>
              <p:nvSpPr>
                <p:cNvPr id="90145" name="Freeform 71"/>
                <p:cNvSpPr>
                  <a:spLocks/>
                </p:cNvSpPr>
                <p:nvPr/>
              </p:nvSpPr>
              <p:spPr bwMode="auto">
                <a:xfrm>
                  <a:off x="2762" y="1667"/>
                  <a:ext cx="807" cy="584"/>
                </a:xfrm>
                <a:custGeom>
                  <a:avLst/>
                  <a:gdLst>
                    <a:gd name="T0" fmla="*/ 497 w 807"/>
                    <a:gd name="T1" fmla="*/ 583 h 584"/>
                    <a:gd name="T2" fmla="*/ 0 w 807"/>
                    <a:gd name="T3" fmla="*/ 452 h 584"/>
                    <a:gd name="T4" fmla="*/ 337 w 807"/>
                    <a:gd name="T5" fmla="*/ 0 h 584"/>
                    <a:gd name="T6" fmla="*/ 806 w 807"/>
                    <a:gd name="T7" fmla="*/ 98 h 584"/>
                    <a:gd name="T8" fmla="*/ 497 w 807"/>
                    <a:gd name="T9" fmla="*/ 583 h 584"/>
                    <a:gd name="T10" fmla="*/ 0 60000 65536"/>
                    <a:gd name="T11" fmla="*/ 0 60000 65536"/>
                    <a:gd name="T12" fmla="*/ 0 60000 65536"/>
                    <a:gd name="T13" fmla="*/ 0 60000 65536"/>
                    <a:gd name="T14" fmla="*/ 0 60000 65536"/>
                    <a:gd name="T15" fmla="*/ 0 w 807"/>
                    <a:gd name="T16" fmla="*/ 0 h 584"/>
                    <a:gd name="T17" fmla="*/ 807 w 807"/>
                    <a:gd name="T18" fmla="*/ 584 h 584"/>
                  </a:gdLst>
                  <a:ahLst/>
                  <a:cxnLst>
                    <a:cxn ang="T10">
                      <a:pos x="T0" y="T1"/>
                    </a:cxn>
                    <a:cxn ang="T11">
                      <a:pos x="T2" y="T3"/>
                    </a:cxn>
                    <a:cxn ang="T12">
                      <a:pos x="T4" y="T5"/>
                    </a:cxn>
                    <a:cxn ang="T13">
                      <a:pos x="T6" y="T7"/>
                    </a:cxn>
                    <a:cxn ang="T14">
                      <a:pos x="T8" y="T9"/>
                    </a:cxn>
                  </a:cxnLst>
                  <a:rect l="T15" t="T16" r="T17" b="T18"/>
                  <a:pathLst>
                    <a:path w="807" h="584">
                      <a:moveTo>
                        <a:pt x="497" y="583"/>
                      </a:moveTo>
                      <a:lnTo>
                        <a:pt x="0" y="452"/>
                      </a:lnTo>
                      <a:lnTo>
                        <a:pt x="337" y="0"/>
                      </a:lnTo>
                      <a:lnTo>
                        <a:pt x="806" y="98"/>
                      </a:lnTo>
                      <a:lnTo>
                        <a:pt x="497" y="583"/>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90146" name="Freeform 72"/>
                <p:cNvSpPr>
                  <a:spLocks/>
                </p:cNvSpPr>
                <p:nvPr/>
              </p:nvSpPr>
              <p:spPr bwMode="auto">
                <a:xfrm>
                  <a:off x="2882" y="1861"/>
                  <a:ext cx="578" cy="384"/>
                </a:xfrm>
                <a:custGeom>
                  <a:avLst/>
                  <a:gdLst>
                    <a:gd name="T0" fmla="*/ 377 w 578"/>
                    <a:gd name="T1" fmla="*/ 383 h 384"/>
                    <a:gd name="T2" fmla="*/ 0 w 578"/>
                    <a:gd name="T3" fmla="*/ 291 h 384"/>
                    <a:gd name="T4" fmla="*/ 217 w 578"/>
                    <a:gd name="T5" fmla="*/ 0 h 384"/>
                    <a:gd name="T6" fmla="*/ 577 w 578"/>
                    <a:gd name="T7" fmla="*/ 74 h 384"/>
                    <a:gd name="T8" fmla="*/ 377 w 578"/>
                    <a:gd name="T9" fmla="*/ 383 h 384"/>
                    <a:gd name="T10" fmla="*/ 0 60000 65536"/>
                    <a:gd name="T11" fmla="*/ 0 60000 65536"/>
                    <a:gd name="T12" fmla="*/ 0 60000 65536"/>
                    <a:gd name="T13" fmla="*/ 0 60000 65536"/>
                    <a:gd name="T14" fmla="*/ 0 60000 65536"/>
                    <a:gd name="T15" fmla="*/ 0 w 578"/>
                    <a:gd name="T16" fmla="*/ 0 h 384"/>
                    <a:gd name="T17" fmla="*/ 578 w 578"/>
                    <a:gd name="T18" fmla="*/ 384 h 384"/>
                  </a:gdLst>
                  <a:ahLst/>
                  <a:cxnLst>
                    <a:cxn ang="T10">
                      <a:pos x="T0" y="T1"/>
                    </a:cxn>
                    <a:cxn ang="T11">
                      <a:pos x="T2" y="T3"/>
                    </a:cxn>
                    <a:cxn ang="T12">
                      <a:pos x="T4" y="T5"/>
                    </a:cxn>
                    <a:cxn ang="T13">
                      <a:pos x="T6" y="T7"/>
                    </a:cxn>
                    <a:cxn ang="T14">
                      <a:pos x="T8" y="T9"/>
                    </a:cxn>
                  </a:cxnLst>
                  <a:rect l="T15" t="T16" r="T17" b="T18"/>
                  <a:pathLst>
                    <a:path w="578" h="384">
                      <a:moveTo>
                        <a:pt x="377" y="383"/>
                      </a:moveTo>
                      <a:lnTo>
                        <a:pt x="0" y="291"/>
                      </a:lnTo>
                      <a:lnTo>
                        <a:pt x="217" y="0"/>
                      </a:lnTo>
                      <a:lnTo>
                        <a:pt x="577" y="74"/>
                      </a:lnTo>
                      <a:lnTo>
                        <a:pt x="377" y="383"/>
                      </a:lnTo>
                    </a:path>
                  </a:pathLst>
                </a:custGeom>
                <a:solidFill>
                  <a:srgbClr val="E22B00"/>
                </a:solidFill>
                <a:ln>
                  <a:noFill/>
                </a:ln>
                <a:extLst>
                  <a:ext uri="{91240B29-F687-4F45-9708-019B960494DF}">
                    <a14:hiddenLine xmlns:a14="http://schemas.microsoft.com/office/drawing/2010/main" w="12700" cap="rnd" cmpd="sng">
                      <a:solidFill>
                        <a:srgbClr val="000000"/>
                      </a:solidFill>
                      <a:prstDash val="solid"/>
                      <a:round/>
                      <a:headEnd type="none" w="med" len="med"/>
                      <a:tailEnd type="none" w="med" len="med"/>
                    </a14:hiddenLine>
                  </a:ext>
                </a:extLst>
              </p:spPr>
              <p:txBody>
                <a:bodyPr/>
                <a:lstStyle/>
                <a:p>
                  <a:endParaRPr lang="fr-FR"/>
                </a:p>
              </p:txBody>
            </p:sp>
            <p:sp>
              <p:nvSpPr>
                <p:cNvPr id="90147" name="Line 73"/>
                <p:cNvSpPr>
                  <a:spLocks noChangeShapeType="1"/>
                </p:cNvSpPr>
                <p:nvPr/>
              </p:nvSpPr>
              <p:spPr bwMode="auto">
                <a:xfrm>
                  <a:off x="3102" y="1862"/>
                  <a:ext cx="352" cy="7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fr-FR"/>
                </a:p>
              </p:txBody>
            </p:sp>
            <p:sp>
              <p:nvSpPr>
                <p:cNvPr id="90148" name="Freeform 74"/>
                <p:cNvSpPr>
                  <a:spLocks/>
                </p:cNvSpPr>
                <p:nvPr/>
              </p:nvSpPr>
              <p:spPr bwMode="auto">
                <a:xfrm>
                  <a:off x="2762" y="1666"/>
                  <a:ext cx="337" cy="485"/>
                </a:xfrm>
                <a:custGeom>
                  <a:avLst/>
                  <a:gdLst>
                    <a:gd name="T0" fmla="*/ 336 w 337"/>
                    <a:gd name="T1" fmla="*/ 194 h 485"/>
                    <a:gd name="T2" fmla="*/ 118 w 337"/>
                    <a:gd name="T3" fmla="*/ 484 h 485"/>
                    <a:gd name="T4" fmla="*/ 0 w 337"/>
                    <a:gd name="T5" fmla="*/ 452 h 485"/>
                    <a:gd name="T6" fmla="*/ 336 w 337"/>
                    <a:gd name="T7" fmla="*/ 0 h 485"/>
                    <a:gd name="T8" fmla="*/ 336 w 337"/>
                    <a:gd name="T9" fmla="*/ 152 h 485"/>
                    <a:gd name="T10" fmla="*/ 336 w 337"/>
                    <a:gd name="T11" fmla="*/ 194 h 485"/>
                    <a:gd name="T12" fmla="*/ 0 60000 65536"/>
                    <a:gd name="T13" fmla="*/ 0 60000 65536"/>
                    <a:gd name="T14" fmla="*/ 0 60000 65536"/>
                    <a:gd name="T15" fmla="*/ 0 60000 65536"/>
                    <a:gd name="T16" fmla="*/ 0 60000 65536"/>
                    <a:gd name="T17" fmla="*/ 0 60000 65536"/>
                    <a:gd name="T18" fmla="*/ 0 w 337"/>
                    <a:gd name="T19" fmla="*/ 0 h 485"/>
                    <a:gd name="T20" fmla="*/ 337 w 337"/>
                    <a:gd name="T21" fmla="*/ 485 h 485"/>
                  </a:gdLst>
                  <a:ahLst/>
                  <a:cxnLst>
                    <a:cxn ang="T12">
                      <a:pos x="T0" y="T1"/>
                    </a:cxn>
                    <a:cxn ang="T13">
                      <a:pos x="T2" y="T3"/>
                    </a:cxn>
                    <a:cxn ang="T14">
                      <a:pos x="T4" y="T5"/>
                    </a:cxn>
                    <a:cxn ang="T15">
                      <a:pos x="T6" y="T7"/>
                    </a:cxn>
                    <a:cxn ang="T16">
                      <a:pos x="T8" y="T9"/>
                    </a:cxn>
                    <a:cxn ang="T17">
                      <a:pos x="T10" y="T11"/>
                    </a:cxn>
                  </a:cxnLst>
                  <a:rect l="T18" t="T19" r="T20" b="T21"/>
                  <a:pathLst>
                    <a:path w="337" h="485">
                      <a:moveTo>
                        <a:pt x="336" y="194"/>
                      </a:moveTo>
                      <a:lnTo>
                        <a:pt x="118" y="484"/>
                      </a:lnTo>
                      <a:lnTo>
                        <a:pt x="0" y="452"/>
                      </a:lnTo>
                      <a:lnTo>
                        <a:pt x="336" y="0"/>
                      </a:lnTo>
                      <a:lnTo>
                        <a:pt x="336" y="152"/>
                      </a:lnTo>
                      <a:lnTo>
                        <a:pt x="336" y="194"/>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90149" name="Freeform 75"/>
                <p:cNvSpPr>
                  <a:spLocks/>
                </p:cNvSpPr>
                <p:nvPr/>
              </p:nvSpPr>
              <p:spPr bwMode="auto">
                <a:xfrm>
                  <a:off x="2757" y="2124"/>
                  <a:ext cx="509" cy="339"/>
                </a:xfrm>
                <a:custGeom>
                  <a:avLst/>
                  <a:gdLst>
                    <a:gd name="T0" fmla="*/ 0 w 506"/>
                    <a:gd name="T1" fmla="*/ 0 h 345"/>
                    <a:gd name="T2" fmla="*/ 1 w 506"/>
                    <a:gd name="T3" fmla="*/ 198 h 345"/>
                    <a:gd name="T4" fmla="*/ 514 w 506"/>
                    <a:gd name="T5" fmla="*/ 326 h 345"/>
                    <a:gd name="T6" fmla="*/ 513 w 506"/>
                    <a:gd name="T7" fmla="*/ 124 h 345"/>
                    <a:gd name="T8" fmla="*/ 0 60000 65536"/>
                    <a:gd name="T9" fmla="*/ 0 60000 65536"/>
                    <a:gd name="T10" fmla="*/ 0 60000 65536"/>
                    <a:gd name="T11" fmla="*/ 0 60000 65536"/>
                    <a:gd name="T12" fmla="*/ 0 w 506"/>
                    <a:gd name="T13" fmla="*/ 0 h 345"/>
                    <a:gd name="T14" fmla="*/ 506 w 506"/>
                    <a:gd name="T15" fmla="*/ 345 h 345"/>
                  </a:gdLst>
                  <a:ahLst/>
                  <a:cxnLst>
                    <a:cxn ang="T8">
                      <a:pos x="T0" y="T1"/>
                    </a:cxn>
                    <a:cxn ang="T9">
                      <a:pos x="T2" y="T3"/>
                    </a:cxn>
                    <a:cxn ang="T10">
                      <a:pos x="T4" y="T5"/>
                    </a:cxn>
                    <a:cxn ang="T11">
                      <a:pos x="T6" y="T7"/>
                    </a:cxn>
                  </a:cxnLst>
                  <a:rect l="T12" t="T13" r="T14" b="T15"/>
                  <a:pathLst>
                    <a:path w="506" h="345">
                      <a:moveTo>
                        <a:pt x="0" y="0"/>
                      </a:moveTo>
                      <a:lnTo>
                        <a:pt x="1" y="209"/>
                      </a:lnTo>
                      <a:lnTo>
                        <a:pt x="505" y="344"/>
                      </a:lnTo>
                      <a:lnTo>
                        <a:pt x="504" y="130"/>
                      </a:lnTo>
                    </a:path>
                  </a:pathLst>
                </a:custGeom>
                <a:solidFill>
                  <a:srgbClr val="FC2C1C"/>
                </a:solidFill>
                <a:ln w="12700" cap="rnd" cmpd="sng">
                  <a:solidFill>
                    <a:schemeClr val="bg2"/>
                  </a:solidFill>
                  <a:prstDash val="solid"/>
                  <a:round/>
                  <a:headEnd type="none" w="med" len="med"/>
                  <a:tailEnd type="none" w="med" len="med"/>
                </a:ln>
              </p:spPr>
              <p:txBody>
                <a:bodyPr/>
                <a:lstStyle/>
                <a:p>
                  <a:endParaRPr lang="fr-FR"/>
                </a:p>
              </p:txBody>
            </p:sp>
            <p:sp>
              <p:nvSpPr>
                <p:cNvPr id="90150" name="AutoShape 76"/>
                <p:cNvSpPr>
                  <a:spLocks noChangeArrowheads="1"/>
                </p:cNvSpPr>
                <p:nvPr/>
              </p:nvSpPr>
              <p:spPr bwMode="auto">
                <a:xfrm rot="16200000" flipH="1">
                  <a:off x="3067" y="1967"/>
                  <a:ext cx="693" cy="306"/>
                </a:xfrm>
                <a:prstGeom prst="parallelogram">
                  <a:avLst>
                    <a:gd name="adj" fmla="val 156202"/>
                  </a:avLst>
                </a:prstGeom>
                <a:solidFill>
                  <a:srgbClr val="FC2C1C"/>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sp>
            <p:nvSpPr>
              <p:cNvPr id="90144" name="Text Box 80"/>
              <p:cNvSpPr txBox="1">
                <a:spLocks noChangeArrowheads="1"/>
              </p:cNvSpPr>
              <p:nvPr/>
            </p:nvSpPr>
            <p:spPr bwMode="auto">
              <a:xfrm>
                <a:off x="384" y="2561"/>
                <a:ext cx="819" cy="2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1600">
                    <a:solidFill>
                      <a:schemeClr val="tx1"/>
                    </a:solidFill>
                  </a:rPr>
                  <a:t>Conteneur</a:t>
                </a:r>
              </a:p>
            </p:txBody>
          </p:sp>
        </p:grpSp>
        <p:sp>
          <p:nvSpPr>
            <p:cNvPr id="90142" name="Line 82"/>
            <p:cNvSpPr>
              <a:spLocks noChangeShapeType="1"/>
            </p:cNvSpPr>
            <p:nvPr/>
          </p:nvSpPr>
          <p:spPr bwMode="auto">
            <a:xfrm flipV="1">
              <a:off x="1406" y="2034"/>
              <a:ext cx="1079" cy="209"/>
            </a:xfrm>
            <a:prstGeom prst="line">
              <a:avLst/>
            </a:prstGeom>
            <a:noFill/>
            <a:ln w="6350">
              <a:solidFill>
                <a:schemeClr val="tx2"/>
              </a:solidFill>
              <a:round/>
              <a:headEnd/>
              <a:tailEnd type="triangle" w="med" len="med"/>
            </a:ln>
            <a:extLst>
              <a:ext uri="{909E8E84-426E-40DD-AFC4-6F175D3DCCD1}">
                <a14:hiddenFill xmlns:a14="http://schemas.microsoft.com/office/drawing/2010/main">
                  <a:noFill/>
                </a14:hiddenFill>
              </a:ext>
            </a:extLst>
          </p:spPr>
          <p:txBody>
            <a:bodyPr wrap="none" anchor="ctr"/>
            <a:lstStyle/>
            <a:p>
              <a:endParaRPr lang="fr-FR"/>
            </a:p>
          </p:txBody>
        </p:sp>
      </p:grpSp>
      <p:grpSp>
        <p:nvGrpSpPr>
          <p:cNvPr id="9" name="Group 94"/>
          <p:cNvGrpSpPr>
            <a:grpSpLocks/>
          </p:cNvGrpSpPr>
          <p:nvPr/>
        </p:nvGrpSpPr>
        <p:grpSpPr bwMode="auto">
          <a:xfrm>
            <a:off x="1884363" y="3424238"/>
            <a:ext cx="2051050" cy="1439862"/>
            <a:chOff x="1187" y="2157"/>
            <a:chExt cx="1292" cy="907"/>
          </a:xfrm>
        </p:grpSpPr>
        <p:grpSp>
          <p:nvGrpSpPr>
            <p:cNvPr id="90137" name="Group 88"/>
            <p:cNvGrpSpPr>
              <a:grpSpLocks/>
            </p:cNvGrpSpPr>
            <p:nvPr/>
          </p:nvGrpSpPr>
          <p:grpSpPr bwMode="auto">
            <a:xfrm>
              <a:off x="1187" y="2327"/>
              <a:ext cx="881" cy="737"/>
              <a:chOff x="1346" y="2500"/>
              <a:chExt cx="881" cy="737"/>
            </a:xfrm>
          </p:grpSpPr>
          <p:sp>
            <p:nvSpPr>
              <p:cNvPr id="90139" name="AutoShape 40"/>
              <p:cNvSpPr>
                <a:spLocks noChangeArrowheads="1"/>
              </p:cNvSpPr>
              <p:nvPr/>
            </p:nvSpPr>
            <p:spPr bwMode="auto">
              <a:xfrm rot="2337505">
                <a:off x="1722" y="2500"/>
                <a:ext cx="219" cy="329"/>
              </a:xfrm>
              <a:prstGeom prst="parallelogram">
                <a:avLst>
                  <a:gd name="adj" fmla="val 25000"/>
                </a:avLst>
              </a:prstGeom>
              <a:solidFill>
                <a:schemeClr val="accent2"/>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90140" name="Text Box 78"/>
              <p:cNvSpPr txBox="1">
                <a:spLocks noChangeArrowheads="1"/>
              </p:cNvSpPr>
              <p:nvPr/>
            </p:nvSpPr>
            <p:spPr bwMode="auto">
              <a:xfrm>
                <a:off x="1346" y="2871"/>
                <a:ext cx="881" cy="36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1600">
                    <a:solidFill>
                      <a:schemeClr val="tx1"/>
                    </a:solidFill>
                  </a:rPr>
                  <a:t>Matière première</a:t>
                </a:r>
              </a:p>
            </p:txBody>
          </p:sp>
        </p:grpSp>
        <p:sp>
          <p:nvSpPr>
            <p:cNvPr id="90138" name="Line 83"/>
            <p:cNvSpPr>
              <a:spLocks noChangeShapeType="1"/>
            </p:cNvSpPr>
            <p:nvPr/>
          </p:nvSpPr>
          <p:spPr bwMode="auto">
            <a:xfrm flipV="1">
              <a:off x="1907" y="2157"/>
              <a:ext cx="572" cy="229"/>
            </a:xfrm>
            <a:prstGeom prst="line">
              <a:avLst/>
            </a:prstGeom>
            <a:noFill/>
            <a:ln w="6350">
              <a:solidFill>
                <a:schemeClr val="tx2"/>
              </a:solidFill>
              <a:round/>
              <a:headEnd/>
              <a:tailEnd type="triangle" w="med" len="med"/>
            </a:ln>
            <a:extLst>
              <a:ext uri="{909E8E84-426E-40DD-AFC4-6F175D3DCCD1}">
                <a14:hiddenFill xmlns:a14="http://schemas.microsoft.com/office/drawing/2010/main">
                  <a:noFill/>
                </a14:hiddenFill>
              </a:ext>
            </a:extLst>
          </p:spPr>
          <p:txBody>
            <a:bodyPr wrap="none" anchor="ctr"/>
            <a:lstStyle/>
            <a:p>
              <a:endParaRPr lang="fr-FR"/>
            </a:p>
          </p:txBody>
        </p:sp>
      </p:grpSp>
      <p:grpSp>
        <p:nvGrpSpPr>
          <p:cNvPr id="11" name="Group 91"/>
          <p:cNvGrpSpPr>
            <a:grpSpLocks/>
          </p:cNvGrpSpPr>
          <p:nvPr/>
        </p:nvGrpSpPr>
        <p:grpSpPr bwMode="auto">
          <a:xfrm>
            <a:off x="5511800" y="2333625"/>
            <a:ext cx="3333750" cy="1838325"/>
            <a:chOff x="3472" y="1470"/>
            <a:chExt cx="2100" cy="1158"/>
          </a:xfrm>
        </p:grpSpPr>
        <p:grpSp>
          <p:nvGrpSpPr>
            <p:cNvPr id="90122" name="Group 89"/>
            <p:cNvGrpSpPr>
              <a:grpSpLocks/>
            </p:cNvGrpSpPr>
            <p:nvPr/>
          </p:nvGrpSpPr>
          <p:grpSpPr bwMode="auto">
            <a:xfrm>
              <a:off x="4115" y="1470"/>
              <a:ext cx="1457" cy="1158"/>
              <a:chOff x="4115" y="1470"/>
              <a:chExt cx="1457" cy="1158"/>
            </a:xfrm>
          </p:grpSpPr>
          <p:grpSp>
            <p:nvGrpSpPr>
              <p:cNvPr id="90124" name="Group 68"/>
              <p:cNvGrpSpPr>
                <a:grpSpLocks/>
              </p:cNvGrpSpPr>
              <p:nvPr/>
            </p:nvGrpSpPr>
            <p:grpSpPr bwMode="auto">
              <a:xfrm>
                <a:off x="4360" y="1470"/>
                <a:ext cx="675" cy="701"/>
                <a:chOff x="3647" y="1218"/>
                <a:chExt cx="675" cy="701"/>
              </a:xfrm>
            </p:grpSpPr>
            <p:grpSp>
              <p:nvGrpSpPr>
                <p:cNvPr id="90126" name="Group 25"/>
                <p:cNvGrpSpPr>
                  <a:grpSpLocks/>
                </p:cNvGrpSpPr>
                <p:nvPr/>
              </p:nvGrpSpPr>
              <p:grpSpPr bwMode="auto">
                <a:xfrm rot="-223274">
                  <a:off x="3655" y="1262"/>
                  <a:ext cx="667" cy="657"/>
                  <a:chOff x="2757" y="1666"/>
                  <a:chExt cx="812" cy="800"/>
                </a:xfrm>
              </p:grpSpPr>
              <p:sp>
                <p:nvSpPr>
                  <p:cNvPr id="90131" name="Freeform 26"/>
                  <p:cNvSpPr>
                    <a:spLocks/>
                  </p:cNvSpPr>
                  <p:nvPr/>
                </p:nvSpPr>
                <p:spPr bwMode="auto">
                  <a:xfrm>
                    <a:off x="2762" y="1667"/>
                    <a:ext cx="807" cy="584"/>
                  </a:xfrm>
                  <a:custGeom>
                    <a:avLst/>
                    <a:gdLst>
                      <a:gd name="T0" fmla="*/ 497 w 807"/>
                      <a:gd name="T1" fmla="*/ 583 h 584"/>
                      <a:gd name="T2" fmla="*/ 0 w 807"/>
                      <a:gd name="T3" fmla="*/ 452 h 584"/>
                      <a:gd name="T4" fmla="*/ 337 w 807"/>
                      <a:gd name="T5" fmla="*/ 0 h 584"/>
                      <a:gd name="T6" fmla="*/ 806 w 807"/>
                      <a:gd name="T7" fmla="*/ 98 h 584"/>
                      <a:gd name="T8" fmla="*/ 497 w 807"/>
                      <a:gd name="T9" fmla="*/ 583 h 584"/>
                      <a:gd name="T10" fmla="*/ 0 60000 65536"/>
                      <a:gd name="T11" fmla="*/ 0 60000 65536"/>
                      <a:gd name="T12" fmla="*/ 0 60000 65536"/>
                      <a:gd name="T13" fmla="*/ 0 60000 65536"/>
                      <a:gd name="T14" fmla="*/ 0 60000 65536"/>
                      <a:gd name="T15" fmla="*/ 0 w 807"/>
                      <a:gd name="T16" fmla="*/ 0 h 584"/>
                      <a:gd name="T17" fmla="*/ 807 w 807"/>
                      <a:gd name="T18" fmla="*/ 584 h 584"/>
                    </a:gdLst>
                    <a:ahLst/>
                    <a:cxnLst>
                      <a:cxn ang="T10">
                        <a:pos x="T0" y="T1"/>
                      </a:cxn>
                      <a:cxn ang="T11">
                        <a:pos x="T2" y="T3"/>
                      </a:cxn>
                      <a:cxn ang="T12">
                        <a:pos x="T4" y="T5"/>
                      </a:cxn>
                      <a:cxn ang="T13">
                        <a:pos x="T6" y="T7"/>
                      </a:cxn>
                      <a:cxn ang="T14">
                        <a:pos x="T8" y="T9"/>
                      </a:cxn>
                    </a:cxnLst>
                    <a:rect l="T15" t="T16" r="T17" b="T18"/>
                    <a:pathLst>
                      <a:path w="807" h="584">
                        <a:moveTo>
                          <a:pt x="497" y="583"/>
                        </a:moveTo>
                        <a:lnTo>
                          <a:pt x="0" y="452"/>
                        </a:lnTo>
                        <a:lnTo>
                          <a:pt x="337" y="0"/>
                        </a:lnTo>
                        <a:lnTo>
                          <a:pt x="806" y="98"/>
                        </a:lnTo>
                        <a:lnTo>
                          <a:pt x="497" y="583"/>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90132" name="Freeform 27"/>
                  <p:cNvSpPr>
                    <a:spLocks/>
                  </p:cNvSpPr>
                  <p:nvPr/>
                </p:nvSpPr>
                <p:spPr bwMode="auto">
                  <a:xfrm>
                    <a:off x="2882" y="1861"/>
                    <a:ext cx="578" cy="384"/>
                  </a:xfrm>
                  <a:custGeom>
                    <a:avLst/>
                    <a:gdLst>
                      <a:gd name="T0" fmla="*/ 377 w 578"/>
                      <a:gd name="T1" fmla="*/ 383 h 384"/>
                      <a:gd name="T2" fmla="*/ 0 w 578"/>
                      <a:gd name="T3" fmla="*/ 291 h 384"/>
                      <a:gd name="T4" fmla="*/ 217 w 578"/>
                      <a:gd name="T5" fmla="*/ 0 h 384"/>
                      <a:gd name="T6" fmla="*/ 577 w 578"/>
                      <a:gd name="T7" fmla="*/ 74 h 384"/>
                      <a:gd name="T8" fmla="*/ 377 w 578"/>
                      <a:gd name="T9" fmla="*/ 383 h 384"/>
                      <a:gd name="T10" fmla="*/ 0 60000 65536"/>
                      <a:gd name="T11" fmla="*/ 0 60000 65536"/>
                      <a:gd name="T12" fmla="*/ 0 60000 65536"/>
                      <a:gd name="T13" fmla="*/ 0 60000 65536"/>
                      <a:gd name="T14" fmla="*/ 0 60000 65536"/>
                      <a:gd name="T15" fmla="*/ 0 w 578"/>
                      <a:gd name="T16" fmla="*/ 0 h 384"/>
                      <a:gd name="T17" fmla="*/ 578 w 578"/>
                      <a:gd name="T18" fmla="*/ 384 h 384"/>
                    </a:gdLst>
                    <a:ahLst/>
                    <a:cxnLst>
                      <a:cxn ang="T10">
                        <a:pos x="T0" y="T1"/>
                      </a:cxn>
                      <a:cxn ang="T11">
                        <a:pos x="T2" y="T3"/>
                      </a:cxn>
                      <a:cxn ang="T12">
                        <a:pos x="T4" y="T5"/>
                      </a:cxn>
                      <a:cxn ang="T13">
                        <a:pos x="T6" y="T7"/>
                      </a:cxn>
                      <a:cxn ang="T14">
                        <a:pos x="T8" y="T9"/>
                      </a:cxn>
                    </a:cxnLst>
                    <a:rect l="T15" t="T16" r="T17" b="T18"/>
                    <a:pathLst>
                      <a:path w="578" h="384">
                        <a:moveTo>
                          <a:pt x="377" y="383"/>
                        </a:moveTo>
                        <a:lnTo>
                          <a:pt x="0" y="291"/>
                        </a:lnTo>
                        <a:lnTo>
                          <a:pt x="217" y="0"/>
                        </a:lnTo>
                        <a:lnTo>
                          <a:pt x="577" y="74"/>
                        </a:lnTo>
                        <a:lnTo>
                          <a:pt x="377" y="383"/>
                        </a:lnTo>
                      </a:path>
                    </a:pathLst>
                  </a:custGeom>
                  <a:solidFill>
                    <a:srgbClr val="E22B00"/>
                  </a:solidFill>
                  <a:ln>
                    <a:noFill/>
                  </a:ln>
                  <a:extLst>
                    <a:ext uri="{91240B29-F687-4F45-9708-019B960494DF}">
                      <a14:hiddenLine xmlns:a14="http://schemas.microsoft.com/office/drawing/2010/main" w="12700" cap="rnd" cmpd="sng">
                        <a:solidFill>
                          <a:srgbClr val="000000"/>
                        </a:solidFill>
                        <a:prstDash val="solid"/>
                        <a:round/>
                        <a:headEnd type="none" w="med" len="med"/>
                        <a:tailEnd type="none" w="med" len="med"/>
                      </a14:hiddenLine>
                    </a:ext>
                  </a:extLst>
                </p:spPr>
                <p:txBody>
                  <a:bodyPr/>
                  <a:lstStyle/>
                  <a:p>
                    <a:endParaRPr lang="fr-FR"/>
                  </a:p>
                </p:txBody>
              </p:sp>
              <p:sp>
                <p:nvSpPr>
                  <p:cNvPr id="90133" name="Line 28"/>
                  <p:cNvSpPr>
                    <a:spLocks noChangeShapeType="1"/>
                  </p:cNvSpPr>
                  <p:nvPr/>
                </p:nvSpPr>
                <p:spPr bwMode="auto">
                  <a:xfrm>
                    <a:off x="3102" y="1862"/>
                    <a:ext cx="352" cy="7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fr-FR"/>
                  </a:p>
                </p:txBody>
              </p:sp>
              <p:sp>
                <p:nvSpPr>
                  <p:cNvPr id="90134" name="Freeform 29"/>
                  <p:cNvSpPr>
                    <a:spLocks/>
                  </p:cNvSpPr>
                  <p:nvPr/>
                </p:nvSpPr>
                <p:spPr bwMode="auto">
                  <a:xfrm>
                    <a:off x="2762" y="1666"/>
                    <a:ext cx="337" cy="485"/>
                  </a:xfrm>
                  <a:custGeom>
                    <a:avLst/>
                    <a:gdLst>
                      <a:gd name="T0" fmla="*/ 336 w 337"/>
                      <a:gd name="T1" fmla="*/ 194 h 485"/>
                      <a:gd name="T2" fmla="*/ 118 w 337"/>
                      <a:gd name="T3" fmla="*/ 484 h 485"/>
                      <a:gd name="T4" fmla="*/ 0 w 337"/>
                      <a:gd name="T5" fmla="*/ 452 h 485"/>
                      <a:gd name="T6" fmla="*/ 336 w 337"/>
                      <a:gd name="T7" fmla="*/ 0 h 485"/>
                      <a:gd name="T8" fmla="*/ 336 w 337"/>
                      <a:gd name="T9" fmla="*/ 152 h 485"/>
                      <a:gd name="T10" fmla="*/ 336 w 337"/>
                      <a:gd name="T11" fmla="*/ 194 h 485"/>
                      <a:gd name="T12" fmla="*/ 0 60000 65536"/>
                      <a:gd name="T13" fmla="*/ 0 60000 65536"/>
                      <a:gd name="T14" fmla="*/ 0 60000 65536"/>
                      <a:gd name="T15" fmla="*/ 0 60000 65536"/>
                      <a:gd name="T16" fmla="*/ 0 60000 65536"/>
                      <a:gd name="T17" fmla="*/ 0 60000 65536"/>
                      <a:gd name="T18" fmla="*/ 0 w 337"/>
                      <a:gd name="T19" fmla="*/ 0 h 485"/>
                      <a:gd name="T20" fmla="*/ 337 w 337"/>
                      <a:gd name="T21" fmla="*/ 485 h 485"/>
                    </a:gdLst>
                    <a:ahLst/>
                    <a:cxnLst>
                      <a:cxn ang="T12">
                        <a:pos x="T0" y="T1"/>
                      </a:cxn>
                      <a:cxn ang="T13">
                        <a:pos x="T2" y="T3"/>
                      </a:cxn>
                      <a:cxn ang="T14">
                        <a:pos x="T4" y="T5"/>
                      </a:cxn>
                      <a:cxn ang="T15">
                        <a:pos x="T6" y="T7"/>
                      </a:cxn>
                      <a:cxn ang="T16">
                        <a:pos x="T8" y="T9"/>
                      </a:cxn>
                      <a:cxn ang="T17">
                        <a:pos x="T10" y="T11"/>
                      </a:cxn>
                    </a:cxnLst>
                    <a:rect l="T18" t="T19" r="T20" b="T21"/>
                    <a:pathLst>
                      <a:path w="337" h="485">
                        <a:moveTo>
                          <a:pt x="336" y="194"/>
                        </a:moveTo>
                        <a:lnTo>
                          <a:pt x="118" y="484"/>
                        </a:lnTo>
                        <a:lnTo>
                          <a:pt x="0" y="452"/>
                        </a:lnTo>
                        <a:lnTo>
                          <a:pt x="336" y="0"/>
                        </a:lnTo>
                        <a:lnTo>
                          <a:pt x="336" y="152"/>
                        </a:lnTo>
                        <a:lnTo>
                          <a:pt x="336" y="194"/>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90135" name="Freeform 30"/>
                  <p:cNvSpPr>
                    <a:spLocks/>
                  </p:cNvSpPr>
                  <p:nvPr/>
                </p:nvSpPr>
                <p:spPr bwMode="auto">
                  <a:xfrm>
                    <a:off x="2757" y="2124"/>
                    <a:ext cx="509" cy="339"/>
                  </a:xfrm>
                  <a:custGeom>
                    <a:avLst/>
                    <a:gdLst>
                      <a:gd name="T0" fmla="*/ 0 w 506"/>
                      <a:gd name="T1" fmla="*/ 0 h 345"/>
                      <a:gd name="T2" fmla="*/ 1 w 506"/>
                      <a:gd name="T3" fmla="*/ 198 h 345"/>
                      <a:gd name="T4" fmla="*/ 514 w 506"/>
                      <a:gd name="T5" fmla="*/ 326 h 345"/>
                      <a:gd name="T6" fmla="*/ 513 w 506"/>
                      <a:gd name="T7" fmla="*/ 124 h 345"/>
                      <a:gd name="T8" fmla="*/ 0 60000 65536"/>
                      <a:gd name="T9" fmla="*/ 0 60000 65536"/>
                      <a:gd name="T10" fmla="*/ 0 60000 65536"/>
                      <a:gd name="T11" fmla="*/ 0 60000 65536"/>
                      <a:gd name="T12" fmla="*/ 0 w 506"/>
                      <a:gd name="T13" fmla="*/ 0 h 345"/>
                      <a:gd name="T14" fmla="*/ 506 w 506"/>
                      <a:gd name="T15" fmla="*/ 345 h 345"/>
                    </a:gdLst>
                    <a:ahLst/>
                    <a:cxnLst>
                      <a:cxn ang="T8">
                        <a:pos x="T0" y="T1"/>
                      </a:cxn>
                      <a:cxn ang="T9">
                        <a:pos x="T2" y="T3"/>
                      </a:cxn>
                      <a:cxn ang="T10">
                        <a:pos x="T4" y="T5"/>
                      </a:cxn>
                      <a:cxn ang="T11">
                        <a:pos x="T6" y="T7"/>
                      </a:cxn>
                    </a:cxnLst>
                    <a:rect l="T12" t="T13" r="T14" b="T15"/>
                    <a:pathLst>
                      <a:path w="506" h="345">
                        <a:moveTo>
                          <a:pt x="0" y="0"/>
                        </a:moveTo>
                        <a:lnTo>
                          <a:pt x="1" y="209"/>
                        </a:lnTo>
                        <a:lnTo>
                          <a:pt x="505" y="344"/>
                        </a:lnTo>
                        <a:lnTo>
                          <a:pt x="504" y="130"/>
                        </a:lnTo>
                      </a:path>
                    </a:pathLst>
                  </a:custGeom>
                  <a:solidFill>
                    <a:srgbClr val="FC2C1C"/>
                  </a:solidFill>
                  <a:ln w="12700" cap="rnd" cmpd="sng">
                    <a:solidFill>
                      <a:schemeClr val="bg2"/>
                    </a:solidFill>
                    <a:prstDash val="solid"/>
                    <a:round/>
                    <a:headEnd type="none" w="med" len="med"/>
                    <a:tailEnd type="none" w="med" len="med"/>
                  </a:ln>
                </p:spPr>
                <p:txBody>
                  <a:bodyPr/>
                  <a:lstStyle/>
                  <a:p>
                    <a:endParaRPr lang="fr-FR"/>
                  </a:p>
                </p:txBody>
              </p:sp>
              <p:sp>
                <p:nvSpPr>
                  <p:cNvPr id="90136" name="AutoShape 31"/>
                  <p:cNvSpPr>
                    <a:spLocks noChangeArrowheads="1"/>
                  </p:cNvSpPr>
                  <p:nvPr/>
                </p:nvSpPr>
                <p:spPr bwMode="auto">
                  <a:xfrm rot="16200000" flipH="1">
                    <a:off x="3067" y="1967"/>
                    <a:ext cx="693" cy="306"/>
                  </a:xfrm>
                  <a:prstGeom prst="parallelogram">
                    <a:avLst>
                      <a:gd name="adj" fmla="val 156202"/>
                    </a:avLst>
                  </a:prstGeom>
                  <a:solidFill>
                    <a:srgbClr val="FC2C1C"/>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sp>
              <p:nvSpPr>
                <p:cNvPr id="90127" name="AutoShape 52"/>
                <p:cNvSpPr>
                  <a:spLocks noChangeArrowheads="1"/>
                </p:cNvSpPr>
                <p:nvPr/>
              </p:nvSpPr>
              <p:spPr bwMode="auto">
                <a:xfrm rot="2337505">
                  <a:off x="3958" y="1418"/>
                  <a:ext cx="177" cy="266"/>
                </a:xfrm>
                <a:prstGeom prst="parallelogram">
                  <a:avLst>
                    <a:gd name="adj" fmla="val 25000"/>
                  </a:avLst>
                </a:prstGeom>
                <a:solidFill>
                  <a:schemeClr val="accent2"/>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90128" name="AutoShape 48"/>
                <p:cNvSpPr>
                  <a:spLocks noChangeArrowheads="1"/>
                </p:cNvSpPr>
                <p:nvPr/>
              </p:nvSpPr>
              <p:spPr bwMode="auto">
                <a:xfrm rot="-5567485">
                  <a:off x="3592" y="1273"/>
                  <a:ext cx="525" cy="415"/>
                </a:xfrm>
                <a:prstGeom prst="parallelogram">
                  <a:avLst>
                    <a:gd name="adj" fmla="val 23550"/>
                  </a:avLst>
                </a:prstGeom>
                <a:solidFill>
                  <a:schemeClr val="bg1"/>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90129" name="AutoShape 49"/>
                <p:cNvSpPr>
                  <a:spLocks noChangeArrowheads="1"/>
                </p:cNvSpPr>
                <p:nvPr/>
              </p:nvSpPr>
              <p:spPr bwMode="auto">
                <a:xfrm rot="-5567485">
                  <a:off x="3777" y="1395"/>
                  <a:ext cx="158" cy="248"/>
                </a:xfrm>
                <a:prstGeom prst="parallelogram">
                  <a:avLst>
                    <a:gd name="adj" fmla="val 41009"/>
                  </a:avLst>
                </a:prstGeom>
                <a:solidFill>
                  <a:schemeClr val="accent2"/>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90130" name="Text Box 50"/>
                <p:cNvSpPr txBox="1">
                  <a:spLocks noChangeArrowheads="1"/>
                </p:cNvSpPr>
                <p:nvPr/>
              </p:nvSpPr>
              <p:spPr bwMode="auto">
                <a:xfrm rot="628236">
                  <a:off x="3659" y="1287"/>
                  <a:ext cx="356" cy="1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900" b="1">
                      <a:solidFill>
                        <a:schemeClr val="tx1"/>
                      </a:solidFill>
                    </a:rPr>
                    <a:t>carters</a:t>
                  </a:r>
                </a:p>
              </p:txBody>
            </p:sp>
          </p:grpSp>
          <p:sp>
            <p:nvSpPr>
              <p:cNvPr id="90125" name="Text Box 53"/>
              <p:cNvSpPr txBox="1">
                <a:spLocks noChangeArrowheads="1"/>
              </p:cNvSpPr>
              <p:nvPr/>
            </p:nvSpPr>
            <p:spPr bwMode="auto">
              <a:xfrm>
                <a:off x="4115" y="2224"/>
                <a:ext cx="1457" cy="40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1800">
                    <a:solidFill>
                      <a:schemeClr val="tx1"/>
                    </a:solidFill>
                  </a:rPr>
                  <a:t>Zone de stockage pièces usinés</a:t>
                </a:r>
              </a:p>
            </p:txBody>
          </p:sp>
        </p:grpSp>
        <p:sp>
          <p:nvSpPr>
            <p:cNvPr id="90123" name="Line 84"/>
            <p:cNvSpPr>
              <a:spLocks noChangeShapeType="1"/>
            </p:cNvSpPr>
            <p:nvPr/>
          </p:nvSpPr>
          <p:spPr bwMode="auto">
            <a:xfrm>
              <a:off x="3472" y="1924"/>
              <a:ext cx="717" cy="0"/>
            </a:xfrm>
            <a:prstGeom prst="line">
              <a:avLst/>
            </a:prstGeom>
            <a:noFill/>
            <a:ln w="6350">
              <a:solidFill>
                <a:schemeClr val="tx2"/>
              </a:solidFill>
              <a:round/>
              <a:headEnd/>
              <a:tailEnd type="triangle" w="med" len="med"/>
            </a:ln>
            <a:extLst>
              <a:ext uri="{909E8E84-426E-40DD-AFC4-6F175D3DCCD1}">
                <a14:hiddenFill xmlns:a14="http://schemas.microsoft.com/office/drawing/2010/main">
                  <a:noFill/>
                </a14:hiddenFill>
              </a:ext>
            </a:extLst>
          </p:spPr>
          <p:txBody>
            <a:bodyPr wrap="none" anchor="ctr"/>
            <a:lstStyle/>
            <a:p>
              <a:endParaRPr lang="fr-FR"/>
            </a:p>
          </p:txBody>
        </p:sp>
      </p:gr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4" presetClass="entr" presetSubtype="16" fill="hold"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box(in)">
                                      <p:cBhvr>
                                        <p:cTn id="7" dur="500"/>
                                        <p:tgtEl>
                                          <p:spTgt spid="6"/>
                                        </p:tgtEl>
                                      </p:cBhvr>
                                    </p:animEffect>
                                  </p:childTnLst>
                                </p:cTn>
                              </p:par>
                            </p:childTnLst>
                          </p:cTn>
                        </p:par>
                        <p:par>
                          <p:cTn id="8" fill="hold" nodeType="afterGroup">
                            <p:stCondLst>
                              <p:cond delay="500"/>
                            </p:stCondLst>
                            <p:childTnLst>
                              <p:par>
                                <p:cTn id="9" presetID="4" presetClass="entr" presetSubtype="16" fill="hold" nodeType="afterEffect">
                                  <p:stCondLst>
                                    <p:cond delay="0"/>
                                  </p:stCondLst>
                                  <p:childTnLst>
                                    <p:set>
                                      <p:cBhvr>
                                        <p:cTn id="10" dur="1" fill="hold">
                                          <p:stCondLst>
                                            <p:cond delay="0"/>
                                          </p:stCondLst>
                                        </p:cTn>
                                        <p:tgtEl>
                                          <p:spTgt spid="9"/>
                                        </p:tgtEl>
                                        <p:attrNameLst>
                                          <p:attrName>style.visibility</p:attrName>
                                        </p:attrNameLst>
                                      </p:cBhvr>
                                      <p:to>
                                        <p:strVal val="visible"/>
                                      </p:to>
                                    </p:set>
                                    <p:animEffect transition="in" filter="box(in)">
                                      <p:cBhvr>
                                        <p:cTn id="11" dur="500"/>
                                        <p:tgtEl>
                                          <p:spTgt spid="9"/>
                                        </p:tgtEl>
                                      </p:cBhvr>
                                    </p:animEffect>
                                  </p:childTnLst>
                                </p:cTn>
                              </p:par>
                            </p:childTnLst>
                          </p:cTn>
                        </p:par>
                      </p:childTnLst>
                    </p:cTn>
                  </p:par>
                  <p:par>
                    <p:cTn id="12" fill="hold" nodeType="clickPar">
                      <p:stCondLst>
                        <p:cond delay="indefinite"/>
                      </p:stCondLst>
                      <p:childTnLst>
                        <p:par>
                          <p:cTn id="13" fill="hold" nodeType="withGroup">
                            <p:stCondLst>
                              <p:cond delay="0"/>
                            </p:stCondLst>
                            <p:childTnLst>
                              <p:par>
                                <p:cTn id="14" presetID="4" presetClass="entr" presetSubtype="16" fill="hold" nodeType="clickEffect">
                                  <p:stCondLst>
                                    <p:cond delay="0"/>
                                  </p:stCondLst>
                                  <p:childTnLst>
                                    <p:set>
                                      <p:cBhvr>
                                        <p:cTn id="15" dur="1" fill="hold">
                                          <p:stCondLst>
                                            <p:cond delay="0"/>
                                          </p:stCondLst>
                                        </p:cTn>
                                        <p:tgtEl>
                                          <p:spTgt spid="3"/>
                                        </p:tgtEl>
                                        <p:attrNameLst>
                                          <p:attrName>style.visibility</p:attrName>
                                        </p:attrNameLst>
                                      </p:cBhvr>
                                      <p:to>
                                        <p:strVal val="visible"/>
                                      </p:to>
                                    </p:set>
                                    <p:animEffect transition="in" filter="box(in)">
                                      <p:cBhvr>
                                        <p:cTn id="16" dur="500"/>
                                        <p:tgtEl>
                                          <p:spTgt spid="3"/>
                                        </p:tgtEl>
                                      </p:cBhvr>
                                    </p:animEffect>
                                  </p:childTnLst>
                                </p:cTn>
                              </p:par>
                            </p:childTnLst>
                          </p:cTn>
                        </p:par>
                      </p:childTnLst>
                    </p:cTn>
                  </p:par>
                  <p:par>
                    <p:cTn id="17" fill="hold" nodeType="clickPar">
                      <p:stCondLst>
                        <p:cond delay="indefinite"/>
                      </p:stCondLst>
                      <p:childTnLst>
                        <p:par>
                          <p:cTn id="18" fill="hold" nodeType="withGroup">
                            <p:stCondLst>
                              <p:cond delay="0"/>
                            </p:stCondLst>
                            <p:childTnLst>
                              <p:par>
                                <p:cTn id="19" presetID="4" presetClass="entr" presetSubtype="16" fill="hold" nodeType="clickEffect">
                                  <p:stCondLst>
                                    <p:cond delay="0"/>
                                  </p:stCondLst>
                                  <p:childTnLst>
                                    <p:set>
                                      <p:cBhvr>
                                        <p:cTn id="20" dur="1" fill="hold">
                                          <p:stCondLst>
                                            <p:cond delay="0"/>
                                          </p:stCondLst>
                                        </p:cTn>
                                        <p:tgtEl>
                                          <p:spTgt spid="11"/>
                                        </p:tgtEl>
                                        <p:attrNameLst>
                                          <p:attrName>style.visibility</p:attrName>
                                        </p:attrNameLst>
                                      </p:cBhvr>
                                      <p:to>
                                        <p:strVal val="visible"/>
                                      </p:to>
                                    </p:set>
                                    <p:animEffect transition="in" filter="box(in)">
                                      <p:cBhvr>
                                        <p:cTn id="21" dur="5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1138" name="Rectangle 2"/>
          <p:cNvSpPr>
            <a:spLocks noGrp="1" noChangeArrowheads="1"/>
          </p:cNvSpPr>
          <p:nvPr>
            <p:ph type="title"/>
          </p:nvPr>
        </p:nvSpPr>
        <p:spPr>
          <a:xfrm>
            <a:off x="712008" y="136525"/>
            <a:ext cx="7646960" cy="639763"/>
          </a:xfrm>
        </p:spPr>
        <p:txBody>
          <a:bodyPr/>
          <a:lstStyle/>
          <a:p>
            <a:pPr eaLnBrk="1" hangingPunct="1"/>
            <a:r>
              <a:rPr lang="fr-FR" altLang="fr-FR" dirty="0"/>
              <a:t>La méthode Kanban :</a:t>
            </a:r>
            <a:br>
              <a:rPr lang="fr-FR" altLang="fr-FR" dirty="0"/>
            </a:br>
            <a:r>
              <a:rPr lang="fr-FR" altLang="fr-FR" dirty="0"/>
              <a:t>exemple pour le montage d’un R5</a:t>
            </a:r>
          </a:p>
        </p:txBody>
      </p:sp>
      <p:sp>
        <p:nvSpPr>
          <p:cNvPr id="91139" name="Text Box 38"/>
          <p:cNvSpPr txBox="1">
            <a:spLocks noChangeArrowheads="1"/>
          </p:cNvSpPr>
          <p:nvPr/>
        </p:nvSpPr>
        <p:spPr bwMode="auto">
          <a:xfrm>
            <a:off x="4891088" y="2741613"/>
            <a:ext cx="1081087" cy="590550"/>
          </a:xfrm>
          <a:prstGeom prst="rect">
            <a:avLst/>
          </a:prstGeom>
          <a:solidFill>
            <a:schemeClr val="bg1"/>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nchorCtr="1"/>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a:spcBef>
                <a:spcPct val="0"/>
              </a:spcBef>
              <a:buFontTx/>
              <a:buNone/>
            </a:pPr>
            <a:r>
              <a:rPr lang="fr-FR" altLang="fr-FR" sz="1800">
                <a:solidFill>
                  <a:schemeClr val="tx1"/>
                </a:solidFill>
              </a:rPr>
              <a:t>Montage</a:t>
            </a:r>
          </a:p>
        </p:txBody>
      </p:sp>
      <p:grpSp>
        <p:nvGrpSpPr>
          <p:cNvPr id="91140" name="Group 39"/>
          <p:cNvGrpSpPr>
            <a:grpSpLocks/>
          </p:cNvGrpSpPr>
          <p:nvPr/>
        </p:nvGrpSpPr>
        <p:grpSpPr bwMode="auto">
          <a:xfrm>
            <a:off x="5245100" y="2236788"/>
            <a:ext cx="820738" cy="500062"/>
            <a:chOff x="2102" y="1800"/>
            <a:chExt cx="787" cy="480"/>
          </a:xfrm>
        </p:grpSpPr>
        <p:sp>
          <p:nvSpPr>
            <p:cNvPr id="91232" name="Oval 40"/>
            <p:cNvSpPr>
              <a:spLocks noChangeArrowheads="1"/>
            </p:cNvSpPr>
            <p:nvPr/>
          </p:nvSpPr>
          <p:spPr bwMode="auto">
            <a:xfrm>
              <a:off x="2135" y="1833"/>
              <a:ext cx="701" cy="320"/>
            </a:xfrm>
            <a:prstGeom prst="ellipse">
              <a:avLst/>
            </a:prstGeom>
            <a:noFill/>
            <a:ln w="38100" algn="ctr">
              <a:solidFill>
                <a:schemeClr val="tx2"/>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91233" name="Rectangle 41"/>
            <p:cNvSpPr>
              <a:spLocks noChangeArrowheads="1"/>
            </p:cNvSpPr>
            <p:nvPr/>
          </p:nvSpPr>
          <p:spPr bwMode="auto">
            <a:xfrm>
              <a:off x="2102" y="1800"/>
              <a:ext cx="787" cy="159"/>
            </a:xfrm>
            <a:prstGeom prst="rect">
              <a:avLst/>
            </a:prstGeom>
            <a:solidFill>
              <a:schemeClr val="bg1"/>
            </a:solidFill>
            <a:ln>
              <a:noFill/>
            </a:ln>
            <a:extLst>
              <a:ext uri="{91240B29-F687-4F45-9708-019B960494DF}">
                <a14:hiddenLine xmlns:a14="http://schemas.microsoft.com/office/drawing/2010/main" w="38100" algn="ctr">
                  <a:solidFill>
                    <a:srgbClr val="000000"/>
                  </a:solidFill>
                  <a:miter lim="800000"/>
                  <a:headEnd/>
                  <a:tailEnd/>
                </a14:hiddenLine>
              </a:ext>
            </a:extLst>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91234" name="Oval 42"/>
            <p:cNvSpPr>
              <a:spLocks noChangeArrowheads="1"/>
            </p:cNvSpPr>
            <p:nvPr/>
          </p:nvSpPr>
          <p:spPr bwMode="auto">
            <a:xfrm>
              <a:off x="2338" y="1987"/>
              <a:ext cx="293" cy="293"/>
            </a:xfrm>
            <a:prstGeom prst="ellipse">
              <a:avLst/>
            </a:prstGeom>
            <a:solidFill>
              <a:srgbClr val="4D4D4D"/>
            </a:solidFill>
            <a:ln w="6350" algn="ctr">
              <a:solidFill>
                <a:schemeClr val="tx2"/>
              </a:solidFill>
              <a:round/>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grpSp>
        <p:nvGrpSpPr>
          <p:cNvPr id="91141" name="Group 153"/>
          <p:cNvGrpSpPr>
            <a:grpSpLocks/>
          </p:cNvGrpSpPr>
          <p:nvPr/>
        </p:nvGrpSpPr>
        <p:grpSpPr bwMode="auto">
          <a:xfrm>
            <a:off x="2160588" y="2684463"/>
            <a:ext cx="1792287" cy="3616325"/>
            <a:chOff x="1361" y="1691"/>
            <a:chExt cx="1129" cy="2278"/>
          </a:xfrm>
        </p:grpSpPr>
        <p:grpSp>
          <p:nvGrpSpPr>
            <p:cNvPr id="91199" name="Group 26"/>
            <p:cNvGrpSpPr>
              <a:grpSpLocks/>
            </p:cNvGrpSpPr>
            <p:nvPr/>
          </p:nvGrpSpPr>
          <p:grpSpPr bwMode="auto">
            <a:xfrm rot="-223274">
              <a:off x="1439" y="1739"/>
              <a:ext cx="667" cy="657"/>
              <a:chOff x="2757" y="1666"/>
              <a:chExt cx="812" cy="800"/>
            </a:xfrm>
          </p:grpSpPr>
          <p:sp>
            <p:nvSpPr>
              <p:cNvPr id="91226" name="Freeform 27"/>
              <p:cNvSpPr>
                <a:spLocks/>
              </p:cNvSpPr>
              <p:nvPr/>
            </p:nvSpPr>
            <p:spPr bwMode="auto">
              <a:xfrm>
                <a:off x="2762" y="1667"/>
                <a:ext cx="807" cy="584"/>
              </a:xfrm>
              <a:custGeom>
                <a:avLst/>
                <a:gdLst>
                  <a:gd name="T0" fmla="*/ 497 w 807"/>
                  <a:gd name="T1" fmla="*/ 583 h 584"/>
                  <a:gd name="T2" fmla="*/ 0 w 807"/>
                  <a:gd name="T3" fmla="*/ 452 h 584"/>
                  <a:gd name="T4" fmla="*/ 337 w 807"/>
                  <a:gd name="T5" fmla="*/ 0 h 584"/>
                  <a:gd name="T6" fmla="*/ 806 w 807"/>
                  <a:gd name="T7" fmla="*/ 98 h 584"/>
                  <a:gd name="T8" fmla="*/ 497 w 807"/>
                  <a:gd name="T9" fmla="*/ 583 h 584"/>
                  <a:gd name="T10" fmla="*/ 0 60000 65536"/>
                  <a:gd name="T11" fmla="*/ 0 60000 65536"/>
                  <a:gd name="T12" fmla="*/ 0 60000 65536"/>
                  <a:gd name="T13" fmla="*/ 0 60000 65536"/>
                  <a:gd name="T14" fmla="*/ 0 60000 65536"/>
                  <a:gd name="T15" fmla="*/ 0 w 807"/>
                  <a:gd name="T16" fmla="*/ 0 h 584"/>
                  <a:gd name="T17" fmla="*/ 807 w 807"/>
                  <a:gd name="T18" fmla="*/ 584 h 584"/>
                </a:gdLst>
                <a:ahLst/>
                <a:cxnLst>
                  <a:cxn ang="T10">
                    <a:pos x="T0" y="T1"/>
                  </a:cxn>
                  <a:cxn ang="T11">
                    <a:pos x="T2" y="T3"/>
                  </a:cxn>
                  <a:cxn ang="T12">
                    <a:pos x="T4" y="T5"/>
                  </a:cxn>
                  <a:cxn ang="T13">
                    <a:pos x="T6" y="T7"/>
                  </a:cxn>
                  <a:cxn ang="T14">
                    <a:pos x="T8" y="T9"/>
                  </a:cxn>
                </a:cxnLst>
                <a:rect l="T15" t="T16" r="T17" b="T18"/>
                <a:pathLst>
                  <a:path w="807" h="584">
                    <a:moveTo>
                      <a:pt x="497" y="583"/>
                    </a:moveTo>
                    <a:lnTo>
                      <a:pt x="0" y="452"/>
                    </a:lnTo>
                    <a:lnTo>
                      <a:pt x="337" y="0"/>
                    </a:lnTo>
                    <a:lnTo>
                      <a:pt x="806" y="98"/>
                    </a:lnTo>
                    <a:lnTo>
                      <a:pt x="497" y="583"/>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91227" name="Freeform 28"/>
              <p:cNvSpPr>
                <a:spLocks/>
              </p:cNvSpPr>
              <p:nvPr/>
            </p:nvSpPr>
            <p:spPr bwMode="auto">
              <a:xfrm>
                <a:off x="2882" y="1861"/>
                <a:ext cx="578" cy="384"/>
              </a:xfrm>
              <a:custGeom>
                <a:avLst/>
                <a:gdLst>
                  <a:gd name="T0" fmla="*/ 377 w 578"/>
                  <a:gd name="T1" fmla="*/ 383 h 384"/>
                  <a:gd name="T2" fmla="*/ 0 w 578"/>
                  <a:gd name="T3" fmla="*/ 291 h 384"/>
                  <a:gd name="T4" fmla="*/ 217 w 578"/>
                  <a:gd name="T5" fmla="*/ 0 h 384"/>
                  <a:gd name="T6" fmla="*/ 577 w 578"/>
                  <a:gd name="T7" fmla="*/ 74 h 384"/>
                  <a:gd name="T8" fmla="*/ 377 w 578"/>
                  <a:gd name="T9" fmla="*/ 383 h 384"/>
                  <a:gd name="T10" fmla="*/ 0 60000 65536"/>
                  <a:gd name="T11" fmla="*/ 0 60000 65536"/>
                  <a:gd name="T12" fmla="*/ 0 60000 65536"/>
                  <a:gd name="T13" fmla="*/ 0 60000 65536"/>
                  <a:gd name="T14" fmla="*/ 0 60000 65536"/>
                  <a:gd name="T15" fmla="*/ 0 w 578"/>
                  <a:gd name="T16" fmla="*/ 0 h 384"/>
                  <a:gd name="T17" fmla="*/ 578 w 578"/>
                  <a:gd name="T18" fmla="*/ 384 h 384"/>
                </a:gdLst>
                <a:ahLst/>
                <a:cxnLst>
                  <a:cxn ang="T10">
                    <a:pos x="T0" y="T1"/>
                  </a:cxn>
                  <a:cxn ang="T11">
                    <a:pos x="T2" y="T3"/>
                  </a:cxn>
                  <a:cxn ang="T12">
                    <a:pos x="T4" y="T5"/>
                  </a:cxn>
                  <a:cxn ang="T13">
                    <a:pos x="T6" y="T7"/>
                  </a:cxn>
                  <a:cxn ang="T14">
                    <a:pos x="T8" y="T9"/>
                  </a:cxn>
                </a:cxnLst>
                <a:rect l="T15" t="T16" r="T17" b="T18"/>
                <a:pathLst>
                  <a:path w="578" h="384">
                    <a:moveTo>
                      <a:pt x="377" y="383"/>
                    </a:moveTo>
                    <a:lnTo>
                      <a:pt x="0" y="291"/>
                    </a:lnTo>
                    <a:lnTo>
                      <a:pt x="217" y="0"/>
                    </a:lnTo>
                    <a:lnTo>
                      <a:pt x="577" y="74"/>
                    </a:lnTo>
                    <a:lnTo>
                      <a:pt x="377" y="383"/>
                    </a:lnTo>
                  </a:path>
                </a:pathLst>
              </a:custGeom>
              <a:solidFill>
                <a:srgbClr val="E22B00"/>
              </a:solidFill>
              <a:ln>
                <a:noFill/>
              </a:ln>
              <a:extLst>
                <a:ext uri="{91240B29-F687-4F45-9708-019B960494DF}">
                  <a14:hiddenLine xmlns:a14="http://schemas.microsoft.com/office/drawing/2010/main" w="12700" cap="rnd" cmpd="sng">
                    <a:solidFill>
                      <a:srgbClr val="000000"/>
                    </a:solidFill>
                    <a:prstDash val="solid"/>
                    <a:round/>
                    <a:headEnd type="none" w="med" len="med"/>
                    <a:tailEnd type="none" w="med" len="med"/>
                  </a14:hiddenLine>
                </a:ext>
              </a:extLst>
            </p:spPr>
            <p:txBody>
              <a:bodyPr/>
              <a:lstStyle/>
              <a:p>
                <a:endParaRPr lang="fr-FR"/>
              </a:p>
            </p:txBody>
          </p:sp>
          <p:sp>
            <p:nvSpPr>
              <p:cNvPr id="91228" name="Line 29"/>
              <p:cNvSpPr>
                <a:spLocks noChangeShapeType="1"/>
              </p:cNvSpPr>
              <p:nvPr/>
            </p:nvSpPr>
            <p:spPr bwMode="auto">
              <a:xfrm>
                <a:off x="3102" y="1862"/>
                <a:ext cx="352" cy="7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fr-FR"/>
              </a:p>
            </p:txBody>
          </p:sp>
          <p:sp>
            <p:nvSpPr>
              <p:cNvPr id="91229" name="Freeform 30"/>
              <p:cNvSpPr>
                <a:spLocks/>
              </p:cNvSpPr>
              <p:nvPr/>
            </p:nvSpPr>
            <p:spPr bwMode="auto">
              <a:xfrm>
                <a:off x="2762" y="1666"/>
                <a:ext cx="337" cy="485"/>
              </a:xfrm>
              <a:custGeom>
                <a:avLst/>
                <a:gdLst>
                  <a:gd name="T0" fmla="*/ 336 w 337"/>
                  <a:gd name="T1" fmla="*/ 194 h 485"/>
                  <a:gd name="T2" fmla="*/ 118 w 337"/>
                  <a:gd name="T3" fmla="*/ 484 h 485"/>
                  <a:gd name="T4" fmla="*/ 0 w 337"/>
                  <a:gd name="T5" fmla="*/ 452 h 485"/>
                  <a:gd name="T6" fmla="*/ 336 w 337"/>
                  <a:gd name="T7" fmla="*/ 0 h 485"/>
                  <a:gd name="T8" fmla="*/ 336 w 337"/>
                  <a:gd name="T9" fmla="*/ 152 h 485"/>
                  <a:gd name="T10" fmla="*/ 336 w 337"/>
                  <a:gd name="T11" fmla="*/ 194 h 485"/>
                  <a:gd name="T12" fmla="*/ 0 60000 65536"/>
                  <a:gd name="T13" fmla="*/ 0 60000 65536"/>
                  <a:gd name="T14" fmla="*/ 0 60000 65536"/>
                  <a:gd name="T15" fmla="*/ 0 60000 65536"/>
                  <a:gd name="T16" fmla="*/ 0 60000 65536"/>
                  <a:gd name="T17" fmla="*/ 0 60000 65536"/>
                  <a:gd name="T18" fmla="*/ 0 w 337"/>
                  <a:gd name="T19" fmla="*/ 0 h 485"/>
                  <a:gd name="T20" fmla="*/ 337 w 337"/>
                  <a:gd name="T21" fmla="*/ 485 h 485"/>
                </a:gdLst>
                <a:ahLst/>
                <a:cxnLst>
                  <a:cxn ang="T12">
                    <a:pos x="T0" y="T1"/>
                  </a:cxn>
                  <a:cxn ang="T13">
                    <a:pos x="T2" y="T3"/>
                  </a:cxn>
                  <a:cxn ang="T14">
                    <a:pos x="T4" y="T5"/>
                  </a:cxn>
                  <a:cxn ang="T15">
                    <a:pos x="T6" y="T7"/>
                  </a:cxn>
                  <a:cxn ang="T16">
                    <a:pos x="T8" y="T9"/>
                  </a:cxn>
                  <a:cxn ang="T17">
                    <a:pos x="T10" y="T11"/>
                  </a:cxn>
                </a:cxnLst>
                <a:rect l="T18" t="T19" r="T20" b="T21"/>
                <a:pathLst>
                  <a:path w="337" h="485">
                    <a:moveTo>
                      <a:pt x="336" y="194"/>
                    </a:moveTo>
                    <a:lnTo>
                      <a:pt x="118" y="484"/>
                    </a:lnTo>
                    <a:lnTo>
                      <a:pt x="0" y="452"/>
                    </a:lnTo>
                    <a:lnTo>
                      <a:pt x="336" y="0"/>
                    </a:lnTo>
                    <a:lnTo>
                      <a:pt x="336" y="152"/>
                    </a:lnTo>
                    <a:lnTo>
                      <a:pt x="336" y="194"/>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91230" name="Freeform 31"/>
              <p:cNvSpPr>
                <a:spLocks/>
              </p:cNvSpPr>
              <p:nvPr/>
            </p:nvSpPr>
            <p:spPr bwMode="auto">
              <a:xfrm>
                <a:off x="2757" y="2124"/>
                <a:ext cx="509" cy="339"/>
              </a:xfrm>
              <a:custGeom>
                <a:avLst/>
                <a:gdLst>
                  <a:gd name="T0" fmla="*/ 0 w 506"/>
                  <a:gd name="T1" fmla="*/ 0 h 345"/>
                  <a:gd name="T2" fmla="*/ 1 w 506"/>
                  <a:gd name="T3" fmla="*/ 198 h 345"/>
                  <a:gd name="T4" fmla="*/ 514 w 506"/>
                  <a:gd name="T5" fmla="*/ 326 h 345"/>
                  <a:gd name="T6" fmla="*/ 513 w 506"/>
                  <a:gd name="T7" fmla="*/ 124 h 345"/>
                  <a:gd name="T8" fmla="*/ 0 60000 65536"/>
                  <a:gd name="T9" fmla="*/ 0 60000 65536"/>
                  <a:gd name="T10" fmla="*/ 0 60000 65536"/>
                  <a:gd name="T11" fmla="*/ 0 60000 65536"/>
                  <a:gd name="T12" fmla="*/ 0 w 506"/>
                  <a:gd name="T13" fmla="*/ 0 h 345"/>
                  <a:gd name="T14" fmla="*/ 506 w 506"/>
                  <a:gd name="T15" fmla="*/ 345 h 345"/>
                </a:gdLst>
                <a:ahLst/>
                <a:cxnLst>
                  <a:cxn ang="T8">
                    <a:pos x="T0" y="T1"/>
                  </a:cxn>
                  <a:cxn ang="T9">
                    <a:pos x="T2" y="T3"/>
                  </a:cxn>
                  <a:cxn ang="T10">
                    <a:pos x="T4" y="T5"/>
                  </a:cxn>
                  <a:cxn ang="T11">
                    <a:pos x="T6" y="T7"/>
                  </a:cxn>
                </a:cxnLst>
                <a:rect l="T12" t="T13" r="T14" b="T15"/>
                <a:pathLst>
                  <a:path w="506" h="345">
                    <a:moveTo>
                      <a:pt x="0" y="0"/>
                    </a:moveTo>
                    <a:lnTo>
                      <a:pt x="1" y="209"/>
                    </a:lnTo>
                    <a:lnTo>
                      <a:pt x="505" y="344"/>
                    </a:lnTo>
                    <a:lnTo>
                      <a:pt x="504" y="130"/>
                    </a:lnTo>
                  </a:path>
                </a:pathLst>
              </a:custGeom>
              <a:solidFill>
                <a:srgbClr val="FC2C1C"/>
              </a:solidFill>
              <a:ln w="12700" cap="rnd" cmpd="sng">
                <a:solidFill>
                  <a:schemeClr val="bg2"/>
                </a:solidFill>
                <a:prstDash val="solid"/>
                <a:round/>
                <a:headEnd type="none" w="med" len="med"/>
                <a:tailEnd type="none" w="med" len="med"/>
              </a:ln>
            </p:spPr>
            <p:txBody>
              <a:bodyPr/>
              <a:lstStyle/>
              <a:p>
                <a:endParaRPr lang="fr-FR"/>
              </a:p>
            </p:txBody>
          </p:sp>
          <p:sp>
            <p:nvSpPr>
              <p:cNvPr id="91231" name="AutoShape 32"/>
              <p:cNvSpPr>
                <a:spLocks noChangeArrowheads="1"/>
              </p:cNvSpPr>
              <p:nvPr/>
            </p:nvSpPr>
            <p:spPr bwMode="auto">
              <a:xfrm rot="16200000" flipH="1">
                <a:off x="3067" y="1967"/>
                <a:ext cx="693" cy="306"/>
              </a:xfrm>
              <a:prstGeom prst="parallelogram">
                <a:avLst>
                  <a:gd name="adj" fmla="val 156202"/>
                </a:avLst>
              </a:prstGeom>
              <a:solidFill>
                <a:srgbClr val="FC2C1C"/>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sp>
          <p:nvSpPr>
            <p:cNvPr id="91200" name="AutoShape 33"/>
            <p:cNvSpPr>
              <a:spLocks noChangeArrowheads="1"/>
            </p:cNvSpPr>
            <p:nvPr/>
          </p:nvSpPr>
          <p:spPr bwMode="auto">
            <a:xfrm rot="2337505">
              <a:off x="1742" y="1895"/>
              <a:ext cx="177" cy="266"/>
            </a:xfrm>
            <a:prstGeom prst="parallelogram">
              <a:avLst>
                <a:gd name="adj" fmla="val 25000"/>
              </a:avLst>
            </a:prstGeom>
            <a:solidFill>
              <a:schemeClr val="bg1"/>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91201" name="AutoShape 34"/>
            <p:cNvSpPr>
              <a:spLocks noChangeArrowheads="1"/>
            </p:cNvSpPr>
            <p:nvPr/>
          </p:nvSpPr>
          <p:spPr bwMode="auto">
            <a:xfrm rot="-5567485">
              <a:off x="1380" y="1746"/>
              <a:ext cx="525" cy="415"/>
            </a:xfrm>
            <a:prstGeom prst="parallelogram">
              <a:avLst>
                <a:gd name="adj" fmla="val 23550"/>
              </a:avLst>
            </a:prstGeom>
            <a:solidFill>
              <a:schemeClr val="bg1"/>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91202" name="AutoShape 35"/>
            <p:cNvSpPr>
              <a:spLocks noChangeArrowheads="1"/>
            </p:cNvSpPr>
            <p:nvPr/>
          </p:nvSpPr>
          <p:spPr bwMode="auto">
            <a:xfrm rot="-5400000">
              <a:off x="1572" y="1926"/>
              <a:ext cx="130" cy="137"/>
            </a:xfrm>
            <a:prstGeom prst="parallelogram">
              <a:avLst>
                <a:gd name="adj" fmla="val 18250"/>
              </a:avLst>
            </a:prstGeom>
            <a:solidFill>
              <a:schemeClr val="bg1"/>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91203" name="Text Box 36"/>
            <p:cNvSpPr txBox="1">
              <a:spLocks noChangeArrowheads="1"/>
            </p:cNvSpPr>
            <p:nvPr/>
          </p:nvSpPr>
          <p:spPr bwMode="auto">
            <a:xfrm rot="628236">
              <a:off x="1361" y="1764"/>
              <a:ext cx="520" cy="1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900" b="1">
                  <a:solidFill>
                    <a:schemeClr val="tx1"/>
                  </a:solidFill>
                </a:rPr>
                <a:t>engrenages</a:t>
              </a:r>
            </a:p>
          </p:txBody>
        </p:sp>
        <p:grpSp>
          <p:nvGrpSpPr>
            <p:cNvPr id="91204" name="Group 61"/>
            <p:cNvGrpSpPr>
              <a:grpSpLocks/>
            </p:cNvGrpSpPr>
            <p:nvPr/>
          </p:nvGrpSpPr>
          <p:grpSpPr bwMode="auto">
            <a:xfrm rot="-223274">
              <a:off x="1583" y="2517"/>
              <a:ext cx="667" cy="657"/>
              <a:chOff x="2757" y="1666"/>
              <a:chExt cx="812" cy="800"/>
            </a:xfrm>
          </p:grpSpPr>
          <p:sp>
            <p:nvSpPr>
              <p:cNvPr id="91220" name="Freeform 62"/>
              <p:cNvSpPr>
                <a:spLocks/>
              </p:cNvSpPr>
              <p:nvPr/>
            </p:nvSpPr>
            <p:spPr bwMode="auto">
              <a:xfrm>
                <a:off x="2762" y="1667"/>
                <a:ext cx="807" cy="584"/>
              </a:xfrm>
              <a:custGeom>
                <a:avLst/>
                <a:gdLst>
                  <a:gd name="T0" fmla="*/ 497 w 807"/>
                  <a:gd name="T1" fmla="*/ 583 h 584"/>
                  <a:gd name="T2" fmla="*/ 0 w 807"/>
                  <a:gd name="T3" fmla="*/ 452 h 584"/>
                  <a:gd name="T4" fmla="*/ 337 w 807"/>
                  <a:gd name="T5" fmla="*/ 0 h 584"/>
                  <a:gd name="T6" fmla="*/ 806 w 807"/>
                  <a:gd name="T7" fmla="*/ 98 h 584"/>
                  <a:gd name="T8" fmla="*/ 497 w 807"/>
                  <a:gd name="T9" fmla="*/ 583 h 584"/>
                  <a:gd name="T10" fmla="*/ 0 60000 65536"/>
                  <a:gd name="T11" fmla="*/ 0 60000 65536"/>
                  <a:gd name="T12" fmla="*/ 0 60000 65536"/>
                  <a:gd name="T13" fmla="*/ 0 60000 65536"/>
                  <a:gd name="T14" fmla="*/ 0 60000 65536"/>
                  <a:gd name="T15" fmla="*/ 0 w 807"/>
                  <a:gd name="T16" fmla="*/ 0 h 584"/>
                  <a:gd name="T17" fmla="*/ 807 w 807"/>
                  <a:gd name="T18" fmla="*/ 584 h 584"/>
                </a:gdLst>
                <a:ahLst/>
                <a:cxnLst>
                  <a:cxn ang="T10">
                    <a:pos x="T0" y="T1"/>
                  </a:cxn>
                  <a:cxn ang="T11">
                    <a:pos x="T2" y="T3"/>
                  </a:cxn>
                  <a:cxn ang="T12">
                    <a:pos x="T4" y="T5"/>
                  </a:cxn>
                  <a:cxn ang="T13">
                    <a:pos x="T6" y="T7"/>
                  </a:cxn>
                  <a:cxn ang="T14">
                    <a:pos x="T8" y="T9"/>
                  </a:cxn>
                </a:cxnLst>
                <a:rect l="T15" t="T16" r="T17" b="T18"/>
                <a:pathLst>
                  <a:path w="807" h="584">
                    <a:moveTo>
                      <a:pt x="497" y="583"/>
                    </a:moveTo>
                    <a:lnTo>
                      <a:pt x="0" y="452"/>
                    </a:lnTo>
                    <a:lnTo>
                      <a:pt x="337" y="0"/>
                    </a:lnTo>
                    <a:lnTo>
                      <a:pt x="806" y="98"/>
                    </a:lnTo>
                    <a:lnTo>
                      <a:pt x="497" y="583"/>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91221" name="Freeform 63"/>
              <p:cNvSpPr>
                <a:spLocks/>
              </p:cNvSpPr>
              <p:nvPr/>
            </p:nvSpPr>
            <p:spPr bwMode="auto">
              <a:xfrm>
                <a:off x="2882" y="1861"/>
                <a:ext cx="578" cy="384"/>
              </a:xfrm>
              <a:custGeom>
                <a:avLst/>
                <a:gdLst>
                  <a:gd name="T0" fmla="*/ 377 w 578"/>
                  <a:gd name="T1" fmla="*/ 383 h 384"/>
                  <a:gd name="T2" fmla="*/ 0 w 578"/>
                  <a:gd name="T3" fmla="*/ 291 h 384"/>
                  <a:gd name="T4" fmla="*/ 217 w 578"/>
                  <a:gd name="T5" fmla="*/ 0 h 384"/>
                  <a:gd name="T6" fmla="*/ 577 w 578"/>
                  <a:gd name="T7" fmla="*/ 74 h 384"/>
                  <a:gd name="T8" fmla="*/ 377 w 578"/>
                  <a:gd name="T9" fmla="*/ 383 h 384"/>
                  <a:gd name="T10" fmla="*/ 0 60000 65536"/>
                  <a:gd name="T11" fmla="*/ 0 60000 65536"/>
                  <a:gd name="T12" fmla="*/ 0 60000 65536"/>
                  <a:gd name="T13" fmla="*/ 0 60000 65536"/>
                  <a:gd name="T14" fmla="*/ 0 60000 65536"/>
                  <a:gd name="T15" fmla="*/ 0 w 578"/>
                  <a:gd name="T16" fmla="*/ 0 h 384"/>
                  <a:gd name="T17" fmla="*/ 578 w 578"/>
                  <a:gd name="T18" fmla="*/ 384 h 384"/>
                </a:gdLst>
                <a:ahLst/>
                <a:cxnLst>
                  <a:cxn ang="T10">
                    <a:pos x="T0" y="T1"/>
                  </a:cxn>
                  <a:cxn ang="T11">
                    <a:pos x="T2" y="T3"/>
                  </a:cxn>
                  <a:cxn ang="T12">
                    <a:pos x="T4" y="T5"/>
                  </a:cxn>
                  <a:cxn ang="T13">
                    <a:pos x="T6" y="T7"/>
                  </a:cxn>
                  <a:cxn ang="T14">
                    <a:pos x="T8" y="T9"/>
                  </a:cxn>
                </a:cxnLst>
                <a:rect l="T15" t="T16" r="T17" b="T18"/>
                <a:pathLst>
                  <a:path w="578" h="384">
                    <a:moveTo>
                      <a:pt x="377" y="383"/>
                    </a:moveTo>
                    <a:lnTo>
                      <a:pt x="0" y="291"/>
                    </a:lnTo>
                    <a:lnTo>
                      <a:pt x="217" y="0"/>
                    </a:lnTo>
                    <a:lnTo>
                      <a:pt x="577" y="74"/>
                    </a:lnTo>
                    <a:lnTo>
                      <a:pt x="377" y="383"/>
                    </a:lnTo>
                  </a:path>
                </a:pathLst>
              </a:custGeom>
              <a:solidFill>
                <a:srgbClr val="E22B00"/>
              </a:solidFill>
              <a:ln>
                <a:noFill/>
              </a:ln>
              <a:extLst>
                <a:ext uri="{91240B29-F687-4F45-9708-019B960494DF}">
                  <a14:hiddenLine xmlns:a14="http://schemas.microsoft.com/office/drawing/2010/main" w="12700" cap="rnd" cmpd="sng">
                    <a:solidFill>
                      <a:srgbClr val="000000"/>
                    </a:solidFill>
                    <a:prstDash val="solid"/>
                    <a:round/>
                    <a:headEnd type="none" w="med" len="med"/>
                    <a:tailEnd type="none" w="med" len="med"/>
                  </a14:hiddenLine>
                </a:ext>
              </a:extLst>
            </p:spPr>
            <p:txBody>
              <a:bodyPr/>
              <a:lstStyle/>
              <a:p>
                <a:endParaRPr lang="fr-FR"/>
              </a:p>
            </p:txBody>
          </p:sp>
          <p:sp>
            <p:nvSpPr>
              <p:cNvPr id="91222" name="Line 64"/>
              <p:cNvSpPr>
                <a:spLocks noChangeShapeType="1"/>
              </p:cNvSpPr>
              <p:nvPr/>
            </p:nvSpPr>
            <p:spPr bwMode="auto">
              <a:xfrm>
                <a:off x="3102" y="1862"/>
                <a:ext cx="352" cy="7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fr-FR"/>
              </a:p>
            </p:txBody>
          </p:sp>
          <p:sp>
            <p:nvSpPr>
              <p:cNvPr id="91223" name="Freeform 65"/>
              <p:cNvSpPr>
                <a:spLocks/>
              </p:cNvSpPr>
              <p:nvPr/>
            </p:nvSpPr>
            <p:spPr bwMode="auto">
              <a:xfrm>
                <a:off x="2762" y="1666"/>
                <a:ext cx="337" cy="485"/>
              </a:xfrm>
              <a:custGeom>
                <a:avLst/>
                <a:gdLst>
                  <a:gd name="T0" fmla="*/ 336 w 337"/>
                  <a:gd name="T1" fmla="*/ 194 h 485"/>
                  <a:gd name="T2" fmla="*/ 118 w 337"/>
                  <a:gd name="T3" fmla="*/ 484 h 485"/>
                  <a:gd name="T4" fmla="*/ 0 w 337"/>
                  <a:gd name="T5" fmla="*/ 452 h 485"/>
                  <a:gd name="T6" fmla="*/ 336 w 337"/>
                  <a:gd name="T7" fmla="*/ 0 h 485"/>
                  <a:gd name="T8" fmla="*/ 336 w 337"/>
                  <a:gd name="T9" fmla="*/ 152 h 485"/>
                  <a:gd name="T10" fmla="*/ 336 w 337"/>
                  <a:gd name="T11" fmla="*/ 194 h 485"/>
                  <a:gd name="T12" fmla="*/ 0 60000 65536"/>
                  <a:gd name="T13" fmla="*/ 0 60000 65536"/>
                  <a:gd name="T14" fmla="*/ 0 60000 65536"/>
                  <a:gd name="T15" fmla="*/ 0 60000 65536"/>
                  <a:gd name="T16" fmla="*/ 0 60000 65536"/>
                  <a:gd name="T17" fmla="*/ 0 60000 65536"/>
                  <a:gd name="T18" fmla="*/ 0 w 337"/>
                  <a:gd name="T19" fmla="*/ 0 h 485"/>
                  <a:gd name="T20" fmla="*/ 337 w 337"/>
                  <a:gd name="T21" fmla="*/ 485 h 485"/>
                </a:gdLst>
                <a:ahLst/>
                <a:cxnLst>
                  <a:cxn ang="T12">
                    <a:pos x="T0" y="T1"/>
                  </a:cxn>
                  <a:cxn ang="T13">
                    <a:pos x="T2" y="T3"/>
                  </a:cxn>
                  <a:cxn ang="T14">
                    <a:pos x="T4" y="T5"/>
                  </a:cxn>
                  <a:cxn ang="T15">
                    <a:pos x="T6" y="T7"/>
                  </a:cxn>
                  <a:cxn ang="T16">
                    <a:pos x="T8" y="T9"/>
                  </a:cxn>
                  <a:cxn ang="T17">
                    <a:pos x="T10" y="T11"/>
                  </a:cxn>
                </a:cxnLst>
                <a:rect l="T18" t="T19" r="T20" b="T21"/>
                <a:pathLst>
                  <a:path w="337" h="485">
                    <a:moveTo>
                      <a:pt x="336" y="194"/>
                    </a:moveTo>
                    <a:lnTo>
                      <a:pt x="118" y="484"/>
                    </a:lnTo>
                    <a:lnTo>
                      <a:pt x="0" y="452"/>
                    </a:lnTo>
                    <a:lnTo>
                      <a:pt x="336" y="0"/>
                    </a:lnTo>
                    <a:lnTo>
                      <a:pt x="336" y="152"/>
                    </a:lnTo>
                    <a:lnTo>
                      <a:pt x="336" y="194"/>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91224" name="Freeform 66"/>
              <p:cNvSpPr>
                <a:spLocks/>
              </p:cNvSpPr>
              <p:nvPr/>
            </p:nvSpPr>
            <p:spPr bwMode="auto">
              <a:xfrm>
                <a:off x="2757" y="2124"/>
                <a:ext cx="509" cy="339"/>
              </a:xfrm>
              <a:custGeom>
                <a:avLst/>
                <a:gdLst>
                  <a:gd name="T0" fmla="*/ 0 w 506"/>
                  <a:gd name="T1" fmla="*/ 0 h 345"/>
                  <a:gd name="T2" fmla="*/ 1 w 506"/>
                  <a:gd name="T3" fmla="*/ 198 h 345"/>
                  <a:gd name="T4" fmla="*/ 514 w 506"/>
                  <a:gd name="T5" fmla="*/ 326 h 345"/>
                  <a:gd name="T6" fmla="*/ 513 w 506"/>
                  <a:gd name="T7" fmla="*/ 124 h 345"/>
                  <a:gd name="T8" fmla="*/ 0 60000 65536"/>
                  <a:gd name="T9" fmla="*/ 0 60000 65536"/>
                  <a:gd name="T10" fmla="*/ 0 60000 65536"/>
                  <a:gd name="T11" fmla="*/ 0 60000 65536"/>
                  <a:gd name="T12" fmla="*/ 0 w 506"/>
                  <a:gd name="T13" fmla="*/ 0 h 345"/>
                  <a:gd name="T14" fmla="*/ 506 w 506"/>
                  <a:gd name="T15" fmla="*/ 345 h 345"/>
                </a:gdLst>
                <a:ahLst/>
                <a:cxnLst>
                  <a:cxn ang="T8">
                    <a:pos x="T0" y="T1"/>
                  </a:cxn>
                  <a:cxn ang="T9">
                    <a:pos x="T2" y="T3"/>
                  </a:cxn>
                  <a:cxn ang="T10">
                    <a:pos x="T4" y="T5"/>
                  </a:cxn>
                  <a:cxn ang="T11">
                    <a:pos x="T6" y="T7"/>
                  </a:cxn>
                </a:cxnLst>
                <a:rect l="T12" t="T13" r="T14" b="T15"/>
                <a:pathLst>
                  <a:path w="506" h="345">
                    <a:moveTo>
                      <a:pt x="0" y="0"/>
                    </a:moveTo>
                    <a:lnTo>
                      <a:pt x="1" y="209"/>
                    </a:lnTo>
                    <a:lnTo>
                      <a:pt x="505" y="344"/>
                    </a:lnTo>
                    <a:lnTo>
                      <a:pt x="504" y="130"/>
                    </a:lnTo>
                  </a:path>
                </a:pathLst>
              </a:custGeom>
              <a:solidFill>
                <a:srgbClr val="FC2C1C"/>
              </a:solidFill>
              <a:ln w="12700" cap="rnd" cmpd="sng">
                <a:solidFill>
                  <a:schemeClr val="bg2"/>
                </a:solidFill>
                <a:prstDash val="solid"/>
                <a:round/>
                <a:headEnd type="none" w="med" len="med"/>
                <a:tailEnd type="none" w="med" len="med"/>
              </a:ln>
            </p:spPr>
            <p:txBody>
              <a:bodyPr/>
              <a:lstStyle/>
              <a:p>
                <a:endParaRPr lang="fr-FR"/>
              </a:p>
            </p:txBody>
          </p:sp>
          <p:sp>
            <p:nvSpPr>
              <p:cNvPr id="91225" name="AutoShape 67"/>
              <p:cNvSpPr>
                <a:spLocks noChangeArrowheads="1"/>
              </p:cNvSpPr>
              <p:nvPr/>
            </p:nvSpPr>
            <p:spPr bwMode="auto">
              <a:xfrm rot="16200000" flipH="1">
                <a:off x="3067" y="1967"/>
                <a:ext cx="693" cy="306"/>
              </a:xfrm>
              <a:prstGeom prst="parallelogram">
                <a:avLst>
                  <a:gd name="adj" fmla="val 156202"/>
                </a:avLst>
              </a:prstGeom>
              <a:solidFill>
                <a:srgbClr val="FC2C1C"/>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sp>
          <p:nvSpPr>
            <p:cNvPr id="91205" name="AutoShape 68"/>
            <p:cNvSpPr>
              <a:spLocks noChangeArrowheads="1"/>
            </p:cNvSpPr>
            <p:nvPr/>
          </p:nvSpPr>
          <p:spPr bwMode="auto">
            <a:xfrm rot="2337505">
              <a:off x="1886" y="2673"/>
              <a:ext cx="177" cy="266"/>
            </a:xfrm>
            <a:prstGeom prst="parallelogram">
              <a:avLst>
                <a:gd name="adj" fmla="val 25000"/>
              </a:avLst>
            </a:prstGeom>
            <a:solidFill>
              <a:schemeClr val="accent2"/>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91206" name="AutoShape 69"/>
            <p:cNvSpPr>
              <a:spLocks noChangeArrowheads="1"/>
            </p:cNvSpPr>
            <p:nvPr/>
          </p:nvSpPr>
          <p:spPr bwMode="auto">
            <a:xfrm rot="-5567485">
              <a:off x="1520" y="2528"/>
              <a:ext cx="525" cy="415"/>
            </a:xfrm>
            <a:prstGeom prst="parallelogram">
              <a:avLst>
                <a:gd name="adj" fmla="val 23550"/>
              </a:avLst>
            </a:prstGeom>
            <a:solidFill>
              <a:schemeClr val="bg1"/>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91207" name="AutoShape 70"/>
            <p:cNvSpPr>
              <a:spLocks noChangeArrowheads="1"/>
            </p:cNvSpPr>
            <p:nvPr/>
          </p:nvSpPr>
          <p:spPr bwMode="auto">
            <a:xfrm rot="-5567485">
              <a:off x="1705" y="2650"/>
              <a:ext cx="158" cy="248"/>
            </a:xfrm>
            <a:prstGeom prst="parallelogram">
              <a:avLst>
                <a:gd name="adj" fmla="val 41009"/>
              </a:avLst>
            </a:prstGeom>
            <a:solidFill>
              <a:schemeClr val="accent2"/>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91208" name="Text Box 71"/>
            <p:cNvSpPr txBox="1">
              <a:spLocks noChangeArrowheads="1"/>
            </p:cNvSpPr>
            <p:nvPr/>
          </p:nvSpPr>
          <p:spPr bwMode="auto">
            <a:xfrm rot="628236">
              <a:off x="1587" y="2542"/>
              <a:ext cx="356" cy="1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900" b="1">
                  <a:solidFill>
                    <a:schemeClr val="tx1"/>
                  </a:solidFill>
                </a:rPr>
                <a:t>carters</a:t>
              </a:r>
            </a:p>
          </p:txBody>
        </p:sp>
        <p:grpSp>
          <p:nvGrpSpPr>
            <p:cNvPr id="91209" name="Group 73"/>
            <p:cNvGrpSpPr>
              <a:grpSpLocks/>
            </p:cNvGrpSpPr>
            <p:nvPr/>
          </p:nvGrpSpPr>
          <p:grpSpPr bwMode="auto">
            <a:xfrm rot="-223274">
              <a:off x="1823" y="3312"/>
              <a:ext cx="667" cy="657"/>
              <a:chOff x="2757" y="1666"/>
              <a:chExt cx="812" cy="800"/>
            </a:xfrm>
          </p:grpSpPr>
          <p:sp>
            <p:nvSpPr>
              <p:cNvPr id="91214" name="Freeform 74"/>
              <p:cNvSpPr>
                <a:spLocks/>
              </p:cNvSpPr>
              <p:nvPr/>
            </p:nvSpPr>
            <p:spPr bwMode="auto">
              <a:xfrm>
                <a:off x="2762" y="1667"/>
                <a:ext cx="807" cy="584"/>
              </a:xfrm>
              <a:custGeom>
                <a:avLst/>
                <a:gdLst>
                  <a:gd name="T0" fmla="*/ 497 w 807"/>
                  <a:gd name="T1" fmla="*/ 583 h 584"/>
                  <a:gd name="T2" fmla="*/ 0 w 807"/>
                  <a:gd name="T3" fmla="*/ 452 h 584"/>
                  <a:gd name="T4" fmla="*/ 337 w 807"/>
                  <a:gd name="T5" fmla="*/ 0 h 584"/>
                  <a:gd name="T6" fmla="*/ 806 w 807"/>
                  <a:gd name="T7" fmla="*/ 98 h 584"/>
                  <a:gd name="T8" fmla="*/ 497 w 807"/>
                  <a:gd name="T9" fmla="*/ 583 h 584"/>
                  <a:gd name="T10" fmla="*/ 0 60000 65536"/>
                  <a:gd name="T11" fmla="*/ 0 60000 65536"/>
                  <a:gd name="T12" fmla="*/ 0 60000 65536"/>
                  <a:gd name="T13" fmla="*/ 0 60000 65536"/>
                  <a:gd name="T14" fmla="*/ 0 60000 65536"/>
                  <a:gd name="T15" fmla="*/ 0 w 807"/>
                  <a:gd name="T16" fmla="*/ 0 h 584"/>
                  <a:gd name="T17" fmla="*/ 807 w 807"/>
                  <a:gd name="T18" fmla="*/ 584 h 584"/>
                </a:gdLst>
                <a:ahLst/>
                <a:cxnLst>
                  <a:cxn ang="T10">
                    <a:pos x="T0" y="T1"/>
                  </a:cxn>
                  <a:cxn ang="T11">
                    <a:pos x="T2" y="T3"/>
                  </a:cxn>
                  <a:cxn ang="T12">
                    <a:pos x="T4" y="T5"/>
                  </a:cxn>
                  <a:cxn ang="T13">
                    <a:pos x="T6" y="T7"/>
                  </a:cxn>
                  <a:cxn ang="T14">
                    <a:pos x="T8" y="T9"/>
                  </a:cxn>
                </a:cxnLst>
                <a:rect l="T15" t="T16" r="T17" b="T18"/>
                <a:pathLst>
                  <a:path w="807" h="584">
                    <a:moveTo>
                      <a:pt x="497" y="583"/>
                    </a:moveTo>
                    <a:lnTo>
                      <a:pt x="0" y="452"/>
                    </a:lnTo>
                    <a:lnTo>
                      <a:pt x="337" y="0"/>
                    </a:lnTo>
                    <a:lnTo>
                      <a:pt x="806" y="98"/>
                    </a:lnTo>
                    <a:lnTo>
                      <a:pt x="497" y="583"/>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91215" name="Freeform 75"/>
              <p:cNvSpPr>
                <a:spLocks/>
              </p:cNvSpPr>
              <p:nvPr/>
            </p:nvSpPr>
            <p:spPr bwMode="auto">
              <a:xfrm>
                <a:off x="2882" y="1861"/>
                <a:ext cx="578" cy="384"/>
              </a:xfrm>
              <a:custGeom>
                <a:avLst/>
                <a:gdLst>
                  <a:gd name="T0" fmla="*/ 377 w 578"/>
                  <a:gd name="T1" fmla="*/ 383 h 384"/>
                  <a:gd name="T2" fmla="*/ 0 w 578"/>
                  <a:gd name="T3" fmla="*/ 291 h 384"/>
                  <a:gd name="T4" fmla="*/ 217 w 578"/>
                  <a:gd name="T5" fmla="*/ 0 h 384"/>
                  <a:gd name="T6" fmla="*/ 577 w 578"/>
                  <a:gd name="T7" fmla="*/ 74 h 384"/>
                  <a:gd name="T8" fmla="*/ 377 w 578"/>
                  <a:gd name="T9" fmla="*/ 383 h 384"/>
                  <a:gd name="T10" fmla="*/ 0 60000 65536"/>
                  <a:gd name="T11" fmla="*/ 0 60000 65536"/>
                  <a:gd name="T12" fmla="*/ 0 60000 65536"/>
                  <a:gd name="T13" fmla="*/ 0 60000 65536"/>
                  <a:gd name="T14" fmla="*/ 0 60000 65536"/>
                  <a:gd name="T15" fmla="*/ 0 w 578"/>
                  <a:gd name="T16" fmla="*/ 0 h 384"/>
                  <a:gd name="T17" fmla="*/ 578 w 578"/>
                  <a:gd name="T18" fmla="*/ 384 h 384"/>
                </a:gdLst>
                <a:ahLst/>
                <a:cxnLst>
                  <a:cxn ang="T10">
                    <a:pos x="T0" y="T1"/>
                  </a:cxn>
                  <a:cxn ang="T11">
                    <a:pos x="T2" y="T3"/>
                  </a:cxn>
                  <a:cxn ang="T12">
                    <a:pos x="T4" y="T5"/>
                  </a:cxn>
                  <a:cxn ang="T13">
                    <a:pos x="T6" y="T7"/>
                  </a:cxn>
                  <a:cxn ang="T14">
                    <a:pos x="T8" y="T9"/>
                  </a:cxn>
                </a:cxnLst>
                <a:rect l="T15" t="T16" r="T17" b="T18"/>
                <a:pathLst>
                  <a:path w="578" h="384">
                    <a:moveTo>
                      <a:pt x="377" y="383"/>
                    </a:moveTo>
                    <a:lnTo>
                      <a:pt x="0" y="291"/>
                    </a:lnTo>
                    <a:lnTo>
                      <a:pt x="217" y="0"/>
                    </a:lnTo>
                    <a:lnTo>
                      <a:pt x="577" y="74"/>
                    </a:lnTo>
                    <a:lnTo>
                      <a:pt x="377" y="383"/>
                    </a:lnTo>
                  </a:path>
                </a:pathLst>
              </a:custGeom>
              <a:solidFill>
                <a:srgbClr val="E22B00"/>
              </a:solidFill>
              <a:ln>
                <a:noFill/>
              </a:ln>
              <a:extLst>
                <a:ext uri="{91240B29-F687-4F45-9708-019B960494DF}">
                  <a14:hiddenLine xmlns:a14="http://schemas.microsoft.com/office/drawing/2010/main" w="12700" cap="rnd" cmpd="sng">
                    <a:solidFill>
                      <a:srgbClr val="000000"/>
                    </a:solidFill>
                    <a:prstDash val="solid"/>
                    <a:round/>
                    <a:headEnd type="none" w="med" len="med"/>
                    <a:tailEnd type="none" w="med" len="med"/>
                  </a14:hiddenLine>
                </a:ext>
              </a:extLst>
            </p:spPr>
            <p:txBody>
              <a:bodyPr/>
              <a:lstStyle/>
              <a:p>
                <a:endParaRPr lang="fr-FR"/>
              </a:p>
            </p:txBody>
          </p:sp>
          <p:sp>
            <p:nvSpPr>
              <p:cNvPr id="91216" name="Line 76"/>
              <p:cNvSpPr>
                <a:spLocks noChangeShapeType="1"/>
              </p:cNvSpPr>
              <p:nvPr/>
            </p:nvSpPr>
            <p:spPr bwMode="auto">
              <a:xfrm>
                <a:off x="3102" y="1862"/>
                <a:ext cx="352" cy="7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fr-FR"/>
              </a:p>
            </p:txBody>
          </p:sp>
          <p:sp>
            <p:nvSpPr>
              <p:cNvPr id="91217" name="Freeform 77"/>
              <p:cNvSpPr>
                <a:spLocks/>
              </p:cNvSpPr>
              <p:nvPr/>
            </p:nvSpPr>
            <p:spPr bwMode="auto">
              <a:xfrm>
                <a:off x="2762" y="1666"/>
                <a:ext cx="337" cy="485"/>
              </a:xfrm>
              <a:custGeom>
                <a:avLst/>
                <a:gdLst>
                  <a:gd name="T0" fmla="*/ 336 w 337"/>
                  <a:gd name="T1" fmla="*/ 194 h 485"/>
                  <a:gd name="T2" fmla="*/ 118 w 337"/>
                  <a:gd name="T3" fmla="*/ 484 h 485"/>
                  <a:gd name="T4" fmla="*/ 0 w 337"/>
                  <a:gd name="T5" fmla="*/ 452 h 485"/>
                  <a:gd name="T6" fmla="*/ 336 w 337"/>
                  <a:gd name="T7" fmla="*/ 0 h 485"/>
                  <a:gd name="T8" fmla="*/ 336 w 337"/>
                  <a:gd name="T9" fmla="*/ 152 h 485"/>
                  <a:gd name="T10" fmla="*/ 336 w 337"/>
                  <a:gd name="T11" fmla="*/ 194 h 485"/>
                  <a:gd name="T12" fmla="*/ 0 60000 65536"/>
                  <a:gd name="T13" fmla="*/ 0 60000 65536"/>
                  <a:gd name="T14" fmla="*/ 0 60000 65536"/>
                  <a:gd name="T15" fmla="*/ 0 60000 65536"/>
                  <a:gd name="T16" fmla="*/ 0 60000 65536"/>
                  <a:gd name="T17" fmla="*/ 0 60000 65536"/>
                  <a:gd name="T18" fmla="*/ 0 w 337"/>
                  <a:gd name="T19" fmla="*/ 0 h 485"/>
                  <a:gd name="T20" fmla="*/ 337 w 337"/>
                  <a:gd name="T21" fmla="*/ 485 h 485"/>
                </a:gdLst>
                <a:ahLst/>
                <a:cxnLst>
                  <a:cxn ang="T12">
                    <a:pos x="T0" y="T1"/>
                  </a:cxn>
                  <a:cxn ang="T13">
                    <a:pos x="T2" y="T3"/>
                  </a:cxn>
                  <a:cxn ang="T14">
                    <a:pos x="T4" y="T5"/>
                  </a:cxn>
                  <a:cxn ang="T15">
                    <a:pos x="T6" y="T7"/>
                  </a:cxn>
                  <a:cxn ang="T16">
                    <a:pos x="T8" y="T9"/>
                  </a:cxn>
                  <a:cxn ang="T17">
                    <a:pos x="T10" y="T11"/>
                  </a:cxn>
                </a:cxnLst>
                <a:rect l="T18" t="T19" r="T20" b="T21"/>
                <a:pathLst>
                  <a:path w="337" h="485">
                    <a:moveTo>
                      <a:pt x="336" y="194"/>
                    </a:moveTo>
                    <a:lnTo>
                      <a:pt x="118" y="484"/>
                    </a:lnTo>
                    <a:lnTo>
                      <a:pt x="0" y="452"/>
                    </a:lnTo>
                    <a:lnTo>
                      <a:pt x="336" y="0"/>
                    </a:lnTo>
                    <a:lnTo>
                      <a:pt x="336" y="152"/>
                    </a:lnTo>
                    <a:lnTo>
                      <a:pt x="336" y="194"/>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91218" name="Freeform 78"/>
              <p:cNvSpPr>
                <a:spLocks/>
              </p:cNvSpPr>
              <p:nvPr/>
            </p:nvSpPr>
            <p:spPr bwMode="auto">
              <a:xfrm>
                <a:off x="2757" y="2124"/>
                <a:ext cx="509" cy="339"/>
              </a:xfrm>
              <a:custGeom>
                <a:avLst/>
                <a:gdLst>
                  <a:gd name="T0" fmla="*/ 0 w 506"/>
                  <a:gd name="T1" fmla="*/ 0 h 345"/>
                  <a:gd name="T2" fmla="*/ 1 w 506"/>
                  <a:gd name="T3" fmla="*/ 198 h 345"/>
                  <a:gd name="T4" fmla="*/ 514 w 506"/>
                  <a:gd name="T5" fmla="*/ 326 h 345"/>
                  <a:gd name="T6" fmla="*/ 513 w 506"/>
                  <a:gd name="T7" fmla="*/ 124 h 345"/>
                  <a:gd name="T8" fmla="*/ 0 60000 65536"/>
                  <a:gd name="T9" fmla="*/ 0 60000 65536"/>
                  <a:gd name="T10" fmla="*/ 0 60000 65536"/>
                  <a:gd name="T11" fmla="*/ 0 60000 65536"/>
                  <a:gd name="T12" fmla="*/ 0 w 506"/>
                  <a:gd name="T13" fmla="*/ 0 h 345"/>
                  <a:gd name="T14" fmla="*/ 506 w 506"/>
                  <a:gd name="T15" fmla="*/ 345 h 345"/>
                </a:gdLst>
                <a:ahLst/>
                <a:cxnLst>
                  <a:cxn ang="T8">
                    <a:pos x="T0" y="T1"/>
                  </a:cxn>
                  <a:cxn ang="T9">
                    <a:pos x="T2" y="T3"/>
                  </a:cxn>
                  <a:cxn ang="T10">
                    <a:pos x="T4" y="T5"/>
                  </a:cxn>
                  <a:cxn ang="T11">
                    <a:pos x="T6" y="T7"/>
                  </a:cxn>
                </a:cxnLst>
                <a:rect l="T12" t="T13" r="T14" b="T15"/>
                <a:pathLst>
                  <a:path w="506" h="345">
                    <a:moveTo>
                      <a:pt x="0" y="0"/>
                    </a:moveTo>
                    <a:lnTo>
                      <a:pt x="1" y="209"/>
                    </a:lnTo>
                    <a:lnTo>
                      <a:pt x="505" y="344"/>
                    </a:lnTo>
                    <a:lnTo>
                      <a:pt x="504" y="130"/>
                    </a:lnTo>
                  </a:path>
                </a:pathLst>
              </a:custGeom>
              <a:solidFill>
                <a:srgbClr val="FC2C1C"/>
              </a:solidFill>
              <a:ln w="12700" cap="rnd" cmpd="sng">
                <a:solidFill>
                  <a:schemeClr val="bg2"/>
                </a:solidFill>
                <a:prstDash val="solid"/>
                <a:round/>
                <a:headEnd type="none" w="med" len="med"/>
                <a:tailEnd type="none" w="med" len="med"/>
              </a:ln>
            </p:spPr>
            <p:txBody>
              <a:bodyPr/>
              <a:lstStyle/>
              <a:p>
                <a:endParaRPr lang="fr-FR"/>
              </a:p>
            </p:txBody>
          </p:sp>
          <p:sp>
            <p:nvSpPr>
              <p:cNvPr id="91219" name="AutoShape 79"/>
              <p:cNvSpPr>
                <a:spLocks noChangeArrowheads="1"/>
              </p:cNvSpPr>
              <p:nvPr/>
            </p:nvSpPr>
            <p:spPr bwMode="auto">
              <a:xfrm rot="16200000" flipH="1">
                <a:off x="3067" y="1967"/>
                <a:ext cx="693" cy="306"/>
              </a:xfrm>
              <a:prstGeom prst="parallelogram">
                <a:avLst>
                  <a:gd name="adj" fmla="val 156202"/>
                </a:avLst>
              </a:prstGeom>
              <a:solidFill>
                <a:srgbClr val="FC2C1C"/>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sp>
          <p:nvSpPr>
            <p:cNvPr id="91210" name="Oval 85"/>
            <p:cNvSpPr>
              <a:spLocks noChangeArrowheads="1"/>
            </p:cNvSpPr>
            <p:nvPr/>
          </p:nvSpPr>
          <p:spPr bwMode="auto">
            <a:xfrm>
              <a:off x="2182" y="3505"/>
              <a:ext cx="170" cy="170"/>
            </a:xfrm>
            <a:prstGeom prst="ellipse">
              <a:avLst/>
            </a:prstGeom>
            <a:solidFill>
              <a:srgbClr val="00CC00"/>
            </a:solidFill>
            <a:ln w="9525">
              <a:solidFill>
                <a:schemeClr val="tx1"/>
              </a:solidFill>
              <a:round/>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91211" name="AutoShape 81"/>
            <p:cNvSpPr>
              <a:spLocks noChangeArrowheads="1"/>
            </p:cNvSpPr>
            <p:nvPr/>
          </p:nvSpPr>
          <p:spPr bwMode="auto">
            <a:xfrm rot="-5567485">
              <a:off x="1760" y="3323"/>
              <a:ext cx="525" cy="415"/>
            </a:xfrm>
            <a:prstGeom prst="parallelogram">
              <a:avLst>
                <a:gd name="adj" fmla="val 23550"/>
              </a:avLst>
            </a:prstGeom>
            <a:solidFill>
              <a:schemeClr val="bg1"/>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91212" name="Text Box 83"/>
            <p:cNvSpPr txBox="1">
              <a:spLocks noChangeArrowheads="1"/>
            </p:cNvSpPr>
            <p:nvPr/>
          </p:nvSpPr>
          <p:spPr bwMode="auto">
            <a:xfrm rot="628236">
              <a:off x="1755" y="3336"/>
              <a:ext cx="484" cy="23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900" b="1">
                  <a:solidFill>
                    <a:schemeClr val="tx1"/>
                  </a:solidFill>
                </a:rPr>
                <a:t>2 </a:t>
              </a:r>
            </a:p>
            <a:p>
              <a:pPr algn="ctr" eaLnBrk="1" hangingPunct="1">
                <a:spcBef>
                  <a:spcPct val="0"/>
                </a:spcBef>
                <a:buFontTx/>
                <a:buNone/>
              </a:pPr>
              <a:r>
                <a:rPr lang="fr-FR" altLang="fr-FR" sz="900" b="1">
                  <a:solidFill>
                    <a:schemeClr val="tx1"/>
                  </a:solidFill>
                </a:rPr>
                <a:t>couronnes</a:t>
              </a:r>
            </a:p>
          </p:txBody>
        </p:sp>
        <p:sp>
          <p:nvSpPr>
            <p:cNvPr id="91213" name="Oval 84"/>
            <p:cNvSpPr>
              <a:spLocks noChangeArrowheads="1"/>
            </p:cNvSpPr>
            <p:nvPr/>
          </p:nvSpPr>
          <p:spPr bwMode="auto">
            <a:xfrm>
              <a:off x="1942" y="3545"/>
              <a:ext cx="142" cy="142"/>
            </a:xfrm>
            <a:prstGeom prst="ellipse">
              <a:avLst/>
            </a:prstGeom>
            <a:solidFill>
              <a:srgbClr val="00CC00"/>
            </a:solidFill>
            <a:ln w="9525">
              <a:solidFill>
                <a:schemeClr val="tx1"/>
              </a:solidFill>
              <a:round/>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grpSp>
        <p:nvGrpSpPr>
          <p:cNvPr id="7" name="Group 143"/>
          <p:cNvGrpSpPr>
            <a:grpSpLocks/>
          </p:cNvGrpSpPr>
          <p:nvPr/>
        </p:nvGrpSpPr>
        <p:grpSpPr bwMode="auto">
          <a:xfrm>
            <a:off x="6361113" y="1649413"/>
            <a:ext cx="2782887" cy="1906587"/>
            <a:chOff x="3765" y="1114"/>
            <a:chExt cx="1753" cy="1201"/>
          </a:xfrm>
        </p:grpSpPr>
        <p:grpSp>
          <p:nvGrpSpPr>
            <p:cNvPr id="91181" name="Group 9"/>
            <p:cNvGrpSpPr>
              <a:grpSpLocks/>
            </p:cNvGrpSpPr>
            <p:nvPr/>
          </p:nvGrpSpPr>
          <p:grpSpPr bwMode="auto">
            <a:xfrm rot="-223274">
              <a:off x="4437" y="1153"/>
              <a:ext cx="667" cy="657"/>
              <a:chOff x="2757" y="1666"/>
              <a:chExt cx="812" cy="800"/>
            </a:xfrm>
          </p:grpSpPr>
          <p:sp>
            <p:nvSpPr>
              <p:cNvPr id="91193" name="Freeform 10"/>
              <p:cNvSpPr>
                <a:spLocks/>
              </p:cNvSpPr>
              <p:nvPr/>
            </p:nvSpPr>
            <p:spPr bwMode="auto">
              <a:xfrm>
                <a:off x="2762" y="1667"/>
                <a:ext cx="807" cy="584"/>
              </a:xfrm>
              <a:custGeom>
                <a:avLst/>
                <a:gdLst>
                  <a:gd name="T0" fmla="*/ 497 w 807"/>
                  <a:gd name="T1" fmla="*/ 583 h 584"/>
                  <a:gd name="T2" fmla="*/ 0 w 807"/>
                  <a:gd name="T3" fmla="*/ 452 h 584"/>
                  <a:gd name="T4" fmla="*/ 337 w 807"/>
                  <a:gd name="T5" fmla="*/ 0 h 584"/>
                  <a:gd name="T6" fmla="*/ 806 w 807"/>
                  <a:gd name="T7" fmla="*/ 98 h 584"/>
                  <a:gd name="T8" fmla="*/ 497 w 807"/>
                  <a:gd name="T9" fmla="*/ 583 h 584"/>
                  <a:gd name="T10" fmla="*/ 0 60000 65536"/>
                  <a:gd name="T11" fmla="*/ 0 60000 65536"/>
                  <a:gd name="T12" fmla="*/ 0 60000 65536"/>
                  <a:gd name="T13" fmla="*/ 0 60000 65536"/>
                  <a:gd name="T14" fmla="*/ 0 60000 65536"/>
                  <a:gd name="T15" fmla="*/ 0 w 807"/>
                  <a:gd name="T16" fmla="*/ 0 h 584"/>
                  <a:gd name="T17" fmla="*/ 807 w 807"/>
                  <a:gd name="T18" fmla="*/ 584 h 584"/>
                </a:gdLst>
                <a:ahLst/>
                <a:cxnLst>
                  <a:cxn ang="T10">
                    <a:pos x="T0" y="T1"/>
                  </a:cxn>
                  <a:cxn ang="T11">
                    <a:pos x="T2" y="T3"/>
                  </a:cxn>
                  <a:cxn ang="T12">
                    <a:pos x="T4" y="T5"/>
                  </a:cxn>
                  <a:cxn ang="T13">
                    <a:pos x="T6" y="T7"/>
                  </a:cxn>
                  <a:cxn ang="T14">
                    <a:pos x="T8" y="T9"/>
                  </a:cxn>
                </a:cxnLst>
                <a:rect l="T15" t="T16" r="T17" b="T18"/>
                <a:pathLst>
                  <a:path w="807" h="584">
                    <a:moveTo>
                      <a:pt x="497" y="583"/>
                    </a:moveTo>
                    <a:lnTo>
                      <a:pt x="0" y="452"/>
                    </a:lnTo>
                    <a:lnTo>
                      <a:pt x="337" y="0"/>
                    </a:lnTo>
                    <a:lnTo>
                      <a:pt x="806" y="98"/>
                    </a:lnTo>
                    <a:lnTo>
                      <a:pt x="497" y="583"/>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91194" name="Freeform 11"/>
              <p:cNvSpPr>
                <a:spLocks/>
              </p:cNvSpPr>
              <p:nvPr/>
            </p:nvSpPr>
            <p:spPr bwMode="auto">
              <a:xfrm>
                <a:off x="2882" y="1861"/>
                <a:ext cx="578" cy="384"/>
              </a:xfrm>
              <a:custGeom>
                <a:avLst/>
                <a:gdLst>
                  <a:gd name="T0" fmla="*/ 377 w 578"/>
                  <a:gd name="T1" fmla="*/ 383 h 384"/>
                  <a:gd name="T2" fmla="*/ 0 w 578"/>
                  <a:gd name="T3" fmla="*/ 291 h 384"/>
                  <a:gd name="T4" fmla="*/ 217 w 578"/>
                  <a:gd name="T5" fmla="*/ 0 h 384"/>
                  <a:gd name="T6" fmla="*/ 577 w 578"/>
                  <a:gd name="T7" fmla="*/ 74 h 384"/>
                  <a:gd name="T8" fmla="*/ 377 w 578"/>
                  <a:gd name="T9" fmla="*/ 383 h 384"/>
                  <a:gd name="T10" fmla="*/ 0 60000 65536"/>
                  <a:gd name="T11" fmla="*/ 0 60000 65536"/>
                  <a:gd name="T12" fmla="*/ 0 60000 65536"/>
                  <a:gd name="T13" fmla="*/ 0 60000 65536"/>
                  <a:gd name="T14" fmla="*/ 0 60000 65536"/>
                  <a:gd name="T15" fmla="*/ 0 w 578"/>
                  <a:gd name="T16" fmla="*/ 0 h 384"/>
                  <a:gd name="T17" fmla="*/ 578 w 578"/>
                  <a:gd name="T18" fmla="*/ 384 h 384"/>
                </a:gdLst>
                <a:ahLst/>
                <a:cxnLst>
                  <a:cxn ang="T10">
                    <a:pos x="T0" y="T1"/>
                  </a:cxn>
                  <a:cxn ang="T11">
                    <a:pos x="T2" y="T3"/>
                  </a:cxn>
                  <a:cxn ang="T12">
                    <a:pos x="T4" y="T5"/>
                  </a:cxn>
                  <a:cxn ang="T13">
                    <a:pos x="T6" y="T7"/>
                  </a:cxn>
                  <a:cxn ang="T14">
                    <a:pos x="T8" y="T9"/>
                  </a:cxn>
                </a:cxnLst>
                <a:rect l="T15" t="T16" r="T17" b="T18"/>
                <a:pathLst>
                  <a:path w="578" h="384">
                    <a:moveTo>
                      <a:pt x="377" y="383"/>
                    </a:moveTo>
                    <a:lnTo>
                      <a:pt x="0" y="291"/>
                    </a:lnTo>
                    <a:lnTo>
                      <a:pt x="217" y="0"/>
                    </a:lnTo>
                    <a:lnTo>
                      <a:pt x="577" y="74"/>
                    </a:lnTo>
                    <a:lnTo>
                      <a:pt x="377" y="383"/>
                    </a:lnTo>
                  </a:path>
                </a:pathLst>
              </a:custGeom>
              <a:solidFill>
                <a:srgbClr val="E22B00"/>
              </a:solidFill>
              <a:ln>
                <a:noFill/>
              </a:ln>
              <a:extLst>
                <a:ext uri="{91240B29-F687-4F45-9708-019B960494DF}">
                  <a14:hiddenLine xmlns:a14="http://schemas.microsoft.com/office/drawing/2010/main" w="12700" cap="rnd" cmpd="sng">
                    <a:solidFill>
                      <a:srgbClr val="000000"/>
                    </a:solidFill>
                    <a:prstDash val="solid"/>
                    <a:round/>
                    <a:headEnd type="none" w="med" len="med"/>
                    <a:tailEnd type="none" w="med" len="med"/>
                  </a14:hiddenLine>
                </a:ext>
              </a:extLst>
            </p:spPr>
            <p:txBody>
              <a:bodyPr/>
              <a:lstStyle/>
              <a:p>
                <a:endParaRPr lang="fr-FR"/>
              </a:p>
            </p:txBody>
          </p:sp>
          <p:sp>
            <p:nvSpPr>
              <p:cNvPr id="91195" name="Line 12"/>
              <p:cNvSpPr>
                <a:spLocks noChangeShapeType="1"/>
              </p:cNvSpPr>
              <p:nvPr/>
            </p:nvSpPr>
            <p:spPr bwMode="auto">
              <a:xfrm>
                <a:off x="3102" y="1862"/>
                <a:ext cx="352" cy="7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fr-FR"/>
              </a:p>
            </p:txBody>
          </p:sp>
          <p:sp>
            <p:nvSpPr>
              <p:cNvPr id="91196" name="Freeform 13"/>
              <p:cNvSpPr>
                <a:spLocks/>
              </p:cNvSpPr>
              <p:nvPr/>
            </p:nvSpPr>
            <p:spPr bwMode="auto">
              <a:xfrm>
                <a:off x="2762" y="1666"/>
                <a:ext cx="337" cy="485"/>
              </a:xfrm>
              <a:custGeom>
                <a:avLst/>
                <a:gdLst>
                  <a:gd name="T0" fmla="*/ 336 w 337"/>
                  <a:gd name="T1" fmla="*/ 194 h 485"/>
                  <a:gd name="T2" fmla="*/ 118 w 337"/>
                  <a:gd name="T3" fmla="*/ 484 h 485"/>
                  <a:gd name="T4" fmla="*/ 0 w 337"/>
                  <a:gd name="T5" fmla="*/ 452 h 485"/>
                  <a:gd name="T6" fmla="*/ 336 w 337"/>
                  <a:gd name="T7" fmla="*/ 0 h 485"/>
                  <a:gd name="T8" fmla="*/ 336 w 337"/>
                  <a:gd name="T9" fmla="*/ 152 h 485"/>
                  <a:gd name="T10" fmla="*/ 336 w 337"/>
                  <a:gd name="T11" fmla="*/ 194 h 485"/>
                  <a:gd name="T12" fmla="*/ 0 60000 65536"/>
                  <a:gd name="T13" fmla="*/ 0 60000 65536"/>
                  <a:gd name="T14" fmla="*/ 0 60000 65536"/>
                  <a:gd name="T15" fmla="*/ 0 60000 65536"/>
                  <a:gd name="T16" fmla="*/ 0 60000 65536"/>
                  <a:gd name="T17" fmla="*/ 0 60000 65536"/>
                  <a:gd name="T18" fmla="*/ 0 w 337"/>
                  <a:gd name="T19" fmla="*/ 0 h 485"/>
                  <a:gd name="T20" fmla="*/ 337 w 337"/>
                  <a:gd name="T21" fmla="*/ 485 h 485"/>
                </a:gdLst>
                <a:ahLst/>
                <a:cxnLst>
                  <a:cxn ang="T12">
                    <a:pos x="T0" y="T1"/>
                  </a:cxn>
                  <a:cxn ang="T13">
                    <a:pos x="T2" y="T3"/>
                  </a:cxn>
                  <a:cxn ang="T14">
                    <a:pos x="T4" y="T5"/>
                  </a:cxn>
                  <a:cxn ang="T15">
                    <a:pos x="T6" y="T7"/>
                  </a:cxn>
                  <a:cxn ang="T16">
                    <a:pos x="T8" y="T9"/>
                  </a:cxn>
                  <a:cxn ang="T17">
                    <a:pos x="T10" y="T11"/>
                  </a:cxn>
                </a:cxnLst>
                <a:rect l="T18" t="T19" r="T20" b="T21"/>
                <a:pathLst>
                  <a:path w="337" h="485">
                    <a:moveTo>
                      <a:pt x="336" y="194"/>
                    </a:moveTo>
                    <a:lnTo>
                      <a:pt x="118" y="484"/>
                    </a:lnTo>
                    <a:lnTo>
                      <a:pt x="0" y="452"/>
                    </a:lnTo>
                    <a:lnTo>
                      <a:pt x="336" y="0"/>
                    </a:lnTo>
                    <a:lnTo>
                      <a:pt x="336" y="152"/>
                    </a:lnTo>
                    <a:lnTo>
                      <a:pt x="336" y="194"/>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91197" name="Freeform 14"/>
              <p:cNvSpPr>
                <a:spLocks/>
              </p:cNvSpPr>
              <p:nvPr/>
            </p:nvSpPr>
            <p:spPr bwMode="auto">
              <a:xfrm>
                <a:off x="2757" y="2124"/>
                <a:ext cx="509" cy="339"/>
              </a:xfrm>
              <a:custGeom>
                <a:avLst/>
                <a:gdLst>
                  <a:gd name="T0" fmla="*/ 0 w 506"/>
                  <a:gd name="T1" fmla="*/ 0 h 345"/>
                  <a:gd name="T2" fmla="*/ 1 w 506"/>
                  <a:gd name="T3" fmla="*/ 198 h 345"/>
                  <a:gd name="T4" fmla="*/ 514 w 506"/>
                  <a:gd name="T5" fmla="*/ 326 h 345"/>
                  <a:gd name="T6" fmla="*/ 513 w 506"/>
                  <a:gd name="T7" fmla="*/ 124 h 345"/>
                  <a:gd name="T8" fmla="*/ 0 60000 65536"/>
                  <a:gd name="T9" fmla="*/ 0 60000 65536"/>
                  <a:gd name="T10" fmla="*/ 0 60000 65536"/>
                  <a:gd name="T11" fmla="*/ 0 60000 65536"/>
                  <a:gd name="T12" fmla="*/ 0 w 506"/>
                  <a:gd name="T13" fmla="*/ 0 h 345"/>
                  <a:gd name="T14" fmla="*/ 506 w 506"/>
                  <a:gd name="T15" fmla="*/ 345 h 345"/>
                </a:gdLst>
                <a:ahLst/>
                <a:cxnLst>
                  <a:cxn ang="T8">
                    <a:pos x="T0" y="T1"/>
                  </a:cxn>
                  <a:cxn ang="T9">
                    <a:pos x="T2" y="T3"/>
                  </a:cxn>
                  <a:cxn ang="T10">
                    <a:pos x="T4" y="T5"/>
                  </a:cxn>
                  <a:cxn ang="T11">
                    <a:pos x="T6" y="T7"/>
                  </a:cxn>
                </a:cxnLst>
                <a:rect l="T12" t="T13" r="T14" b="T15"/>
                <a:pathLst>
                  <a:path w="506" h="345">
                    <a:moveTo>
                      <a:pt x="0" y="0"/>
                    </a:moveTo>
                    <a:lnTo>
                      <a:pt x="1" y="209"/>
                    </a:lnTo>
                    <a:lnTo>
                      <a:pt x="505" y="344"/>
                    </a:lnTo>
                    <a:lnTo>
                      <a:pt x="504" y="130"/>
                    </a:lnTo>
                  </a:path>
                </a:pathLst>
              </a:custGeom>
              <a:solidFill>
                <a:srgbClr val="FC2C1C"/>
              </a:solidFill>
              <a:ln w="12700" cap="rnd" cmpd="sng">
                <a:solidFill>
                  <a:schemeClr val="bg2"/>
                </a:solidFill>
                <a:prstDash val="solid"/>
                <a:round/>
                <a:headEnd type="none" w="med" len="med"/>
                <a:tailEnd type="none" w="med" len="med"/>
              </a:ln>
            </p:spPr>
            <p:txBody>
              <a:bodyPr/>
              <a:lstStyle/>
              <a:p>
                <a:endParaRPr lang="fr-FR"/>
              </a:p>
            </p:txBody>
          </p:sp>
          <p:sp>
            <p:nvSpPr>
              <p:cNvPr id="91198" name="AutoShape 15"/>
              <p:cNvSpPr>
                <a:spLocks noChangeArrowheads="1"/>
              </p:cNvSpPr>
              <p:nvPr/>
            </p:nvSpPr>
            <p:spPr bwMode="auto">
              <a:xfrm rot="16200000" flipH="1">
                <a:off x="3067" y="1967"/>
                <a:ext cx="693" cy="306"/>
              </a:xfrm>
              <a:prstGeom prst="parallelogram">
                <a:avLst>
                  <a:gd name="adj" fmla="val 156202"/>
                </a:avLst>
              </a:prstGeom>
              <a:solidFill>
                <a:srgbClr val="FC2C1C"/>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sp>
          <p:nvSpPr>
            <p:cNvPr id="91182" name="Text Box 37"/>
            <p:cNvSpPr txBox="1">
              <a:spLocks noChangeArrowheads="1"/>
            </p:cNvSpPr>
            <p:nvPr/>
          </p:nvSpPr>
          <p:spPr bwMode="auto">
            <a:xfrm>
              <a:off x="4061" y="1911"/>
              <a:ext cx="1457" cy="40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1800">
                  <a:solidFill>
                    <a:schemeClr val="tx1"/>
                  </a:solidFill>
                </a:rPr>
                <a:t>Zone de stockage produits finis</a:t>
              </a:r>
            </a:p>
          </p:txBody>
        </p:sp>
        <p:sp>
          <p:nvSpPr>
            <p:cNvPr id="91183" name="AutoShape 50"/>
            <p:cNvSpPr>
              <a:spLocks noChangeArrowheads="1"/>
            </p:cNvSpPr>
            <p:nvPr/>
          </p:nvSpPr>
          <p:spPr bwMode="auto">
            <a:xfrm rot="2337505">
              <a:off x="4682" y="1328"/>
              <a:ext cx="177" cy="266"/>
            </a:xfrm>
            <a:prstGeom prst="parallelogram">
              <a:avLst>
                <a:gd name="adj" fmla="val 25000"/>
              </a:avLst>
            </a:prstGeom>
            <a:solidFill>
              <a:schemeClr val="accent2"/>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91184" name="Oval 51"/>
            <p:cNvSpPr>
              <a:spLocks noChangeArrowheads="1"/>
            </p:cNvSpPr>
            <p:nvPr/>
          </p:nvSpPr>
          <p:spPr bwMode="auto">
            <a:xfrm rot="575549">
              <a:off x="4736" y="1447"/>
              <a:ext cx="164" cy="155"/>
            </a:xfrm>
            <a:prstGeom prst="ellipse">
              <a:avLst/>
            </a:prstGeom>
            <a:solidFill>
              <a:srgbClr val="00FF00"/>
            </a:solidFill>
            <a:ln w="9525" algn="ctr">
              <a:solidFill>
                <a:schemeClr val="tx1"/>
              </a:solidFill>
              <a:round/>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91185" name="AutoShape 52"/>
            <p:cNvSpPr>
              <a:spLocks noChangeArrowheads="1"/>
            </p:cNvSpPr>
            <p:nvPr/>
          </p:nvSpPr>
          <p:spPr bwMode="auto">
            <a:xfrm rot="669280">
              <a:off x="4589" y="1391"/>
              <a:ext cx="194" cy="144"/>
            </a:xfrm>
            <a:prstGeom prst="parallelogram">
              <a:avLst>
                <a:gd name="adj" fmla="val 33681"/>
              </a:avLst>
            </a:prstGeom>
            <a:solidFill>
              <a:srgbClr val="FFFF00"/>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91186" name="Line 59"/>
            <p:cNvSpPr>
              <a:spLocks noChangeShapeType="1"/>
            </p:cNvSpPr>
            <p:nvPr/>
          </p:nvSpPr>
          <p:spPr bwMode="auto">
            <a:xfrm>
              <a:off x="3765" y="1642"/>
              <a:ext cx="531" cy="0"/>
            </a:xfrm>
            <a:prstGeom prst="line">
              <a:avLst/>
            </a:prstGeom>
            <a:noFill/>
            <a:ln w="6350">
              <a:solidFill>
                <a:schemeClr val="tx2"/>
              </a:solidFill>
              <a:round/>
              <a:headEnd/>
              <a:tailEnd type="triangle" w="med" len="med"/>
            </a:ln>
            <a:extLst>
              <a:ext uri="{909E8E84-426E-40DD-AFC4-6F175D3DCCD1}">
                <a14:hiddenFill xmlns:a14="http://schemas.microsoft.com/office/drawing/2010/main">
                  <a:noFill/>
                </a14:hiddenFill>
              </a:ext>
            </a:extLst>
          </p:spPr>
          <p:txBody>
            <a:bodyPr wrap="none" anchor="ctr"/>
            <a:lstStyle/>
            <a:p>
              <a:endParaRPr lang="fr-FR"/>
            </a:p>
          </p:txBody>
        </p:sp>
        <p:grpSp>
          <p:nvGrpSpPr>
            <p:cNvPr id="91187" name="Group 91"/>
            <p:cNvGrpSpPr>
              <a:grpSpLocks/>
            </p:cNvGrpSpPr>
            <p:nvPr/>
          </p:nvGrpSpPr>
          <p:grpSpPr bwMode="auto">
            <a:xfrm>
              <a:off x="4443" y="1114"/>
              <a:ext cx="415" cy="525"/>
              <a:chOff x="2685" y="2530"/>
              <a:chExt cx="415" cy="525"/>
            </a:xfrm>
          </p:grpSpPr>
          <p:sp>
            <p:nvSpPr>
              <p:cNvPr id="91188" name="AutoShape 86"/>
              <p:cNvSpPr>
                <a:spLocks noChangeArrowheads="1"/>
              </p:cNvSpPr>
              <p:nvPr/>
            </p:nvSpPr>
            <p:spPr bwMode="auto">
              <a:xfrm rot="-5567485">
                <a:off x="2630" y="2585"/>
                <a:ext cx="525" cy="415"/>
              </a:xfrm>
              <a:prstGeom prst="parallelogram">
                <a:avLst>
                  <a:gd name="adj" fmla="val 23550"/>
                </a:avLst>
              </a:prstGeom>
              <a:solidFill>
                <a:schemeClr val="bg1"/>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91189" name="Text Box 87"/>
              <p:cNvSpPr txBox="1">
                <a:spLocks noChangeArrowheads="1"/>
              </p:cNvSpPr>
              <p:nvPr/>
            </p:nvSpPr>
            <p:spPr bwMode="auto">
              <a:xfrm rot="628236">
                <a:off x="2761" y="2565"/>
                <a:ext cx="229" cy="1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1100" b="1">
                    <a:solidFill>
                      <a:schemeClr val="tx1"/>
                    </a:solidFill>
                  </a:rPr>
                  <a:t>R5</a:t>
                </a:r>
              </a:p>
            </p:txBody>
          </p:sp>
          <p:sp>
            <p:nvSpPr>
              <p:cNvPr id="91190" name="Oval 88"/>
              <p:cNvSpPr>
                <a:spLocks noChangeArrowheads="1"/>
              </p:cNvSpPr>
              <p:nvPr/>
            </p:nvSpPr>
            <p:spPr bwMode="auto">
              <a:xfrm>
                <a:off x="2944" y="2873"/>
                <a:ext cx="124" cy="124"/>
              </a:xfrm>
              <a:prstGeom prst="ellipse">
                <a:avLst/>
              </a:prstGeom>
              <a:solidFill>
                <a:srgbClr val="00CC00"/>
              </a:solidFill>
              <a:ln w="9525">
                <a:solidFill>
                  <a:schemeClr val="tx1"/>
                </a:solidFill>
                <a:round/>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91191" name="AutoShape 89"/>
              <p:cNvSpPr>
                <a:spLocks noChangeArrowheads="1"/>
              </p:cNvSpPr>
              <p:nvPr/>
            </p:nvSpPr>
            <p:spPr bwMode="auto">
              <a:xfrm rot="-5400000">
                <a:off x="2730" y="2826"/>
                <a:ext cx="130" cy="137"/>
              </a:xfrm>
              <a:prstGeom prst="parallelogram">
                <a:avLst>
                  <a:gd name="adj" fmla="val 18250"/>
                </a:avLst>
              </a:prstGeom>
              <a:solidFill>
                <a:schemeClr val="bg1"/>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91192" name="AutoShape 90"/>
              <p:cNvSpPr>
                <a:spLocks noChangeArrowheads="1"/>
              </p:cNvSpPr>
              <p:nvPr/>
            </p:nvSpPr>
            <p:spPr bwMode="auto">
              <a:xfrm rot="-5567485">
                <a:off x="2815" y="2656"/>
                <a:ext cx="158" cy="248"/>
              </a:xfrm>
              <a:prstGeom prst="parallelogram">
                <a:avLst>
                  <a:gd name="adj" fmla="val 41009"/>
                </a:avLst>
              </a:prstGeom>
              <a:solidFill>
                <a:schemeClr val="accent2"/>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grpSp>
      <p:grpSp>
        <p:nvGrpSpPr>
          <p:cNvPr id="10" name="Group 141"/>
          <p:cNvGrpSpPr>
            <a:grpSpLocks/>
          </p:cNvGrpSpPr>
          <p:nvPr/>
        </p:nvGrpSpPr>
        <p:grpSpPr bwMode="auto">
          <a:xfrm>
            <a:off x="3427413" y="1117600"/>
            <a:ext cx="760412" cy="915988"/>
            <a:chOff x="1940" y="455"/>
            <a:chExt cx="479" cy="577"/>
          </a:xfrm>
        </p:grpSpPr>
        <p:sp>
          <p:nvSpPr>
            <p:cNvPr id="91176" name="Rectangle 92"/>
            <p:cNvSpPr>
              <a:spLocks noChangeArrowheads="1"/>
            </p:cNvSpPr>
            <p:nvPr/>
          </p:nvSpPr>
          <p:spPr bwMode="auto">
            <a:xfrm>
              <a:off x="1940" y="471"/>
              <a:ext cx="479" cy="561"/>
            </a:xfrm>
            <a:prstGeom prst="rect">
              <a:avLst/>
            </a:prstGeom>
            <a:noFill/>
            <a:ln w="6350" algn="ctr">
              <a:solidFill>
                <a:schemeClr val="tx2"/>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91177" name="Text Box 93"/>
            <p:cNvSpPr txBox="1">
              <a:spLocks noChangeArrowheads="1"/>
            </p:cNvSpPr>
            <p:nvPr/>
          </p:nvSpPr>
          <p:spPr bwMode="auto">
            <a:xfrm>
              <a:off x="2039" y="455"/>
              <a:ext cx="270" cy="20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1500">
                  <a:solidFill>
                    <a:schemeClr val="tx1"/>
                  </a:solidFill>
                </a:rPr>
                <a:t>R5</a:t>
              </a:r>
            </a:p>
          </p:txBody>
        </p:sp>
        <p:sp>
          <p:nvSpPr>
            <p:cNvPr id="91178" name="Rectangle 94"/>
            <p:cNvSpPr>
              <a:spLocks noChangeArrowheads="1"/>
            </p:cNvSpPr>
            <p:nvPr/>
          </p:nvSpPr>
          <p:spPr bwMode="auto">
            <a:xfrm>
              <a:off x="2032" y="666"/>
              <a:ext cx="288" cy="93"/>
            </a:xfrm>
            <a:prstGeom prst="rect">
              <a:avLst/>
            </a:prstGeom>
            <a:solidFill>
              <a:schemeClr val="accent2"/>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91179" name="Rectangle 95"/>
            <p:cNvSpPr>
              <a:spLocks noChangeArrowheads="1"/>
            </p:cNvSpPr>
            <p:nvPr/>
          </p:nvSpPr>
          <p:spPr bwMode="auto">
            <a:xfrm>
              <a:off x="1978" y="840"/>
              <a:ext cx="174" cy="93"/>
            </a:xfrm>
            <a:prstGeom prst="rect">
              <a:avLst/>
            </a:prstGeom>
            <a:noFill/>
            <a:ln w="6350" algn="ctr">
              <a:solidFill>
                <a:schemeClr val="tx2"/>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91180" name="Oval 96"/>
            <p:cNvSpPr>
              <a:spLocks noChangeArrowheads="1"/>
            </p:cNvSpPr>
            <p:nvPr/>
          </p:nvSpPr>
          <p:spPr bwMode="auto">
            <a:xfrm>
              <a:off x="2230" y="836"/>
              <a:ext cx="122" cy="127"/>
            </a:xfrm>
            <a:prstGeom prst="ellipse">
              <a:avLst/>
            </a:prstGeom>
            <a:solidFill>
              <a:srgbClr val="00CC00"/>
            </a:solidFill>
            <a:ln w="9525">
              <a:solidFill>
                <a:schemeClr val="tx1"/>
              </a:solidFill>
              <a:round/>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grpSp>
        <p:nvGrpSpPr>
          <p:cNvPr id="91145" name="Group 132"/>
          <p:cNvGrpSpPr>
            <a:grpSpLocks/>
          </p:cNvGrpSpPr>
          <p:nvPr/>
        </p:nvGrpSpPr>
        <p:grpSpPr bwMode="auto">
          <a:xfrm rot="-223274">
            <a:off x="4071938" y="1817688"/>
            <a:ext cx="958850" cy="944562"/>
            <a:chOff x="2757" y="1666"/>
            <a:chExt cx="812" cy="800"/>
          </a:xfrm>
        </p:grpSpPr>
        <p:sp>
          <p:nvSpPr>
            <p:cNvPr id="91170" name="Freeform 133"/>
            <p:cNvSpPr>
              <a:spLocks/>
            </p:cNvSpPr>
            <p:nvPr/>
          </p:nvSpPr>
          <p:spPr bwMode="auto">
            <a:xfrm>
              <a:off x="2762" y="1667"/>
              <a:ext cx="807" cy="584"/>
            </a:xfrm>
            <a:custGeom>
              <a:avLst/>
              <a:gdLst>
                <a:gd name="T0" fmla="*/ 497 w 807"/>
                <a:gd name="T1" fmla="*/ 583 h 584"/>
                <a:gd name="T2" fmla="*/ 0 w 807"/>
                <a:gd name="T3" fmla="*/ 452 h 584"/>
                <a:gd name="T4" fmla="*/ 337 w 807"/>
                <a:gd name="T5" fmla="*/ 0 h 584"/>
                <a:gd name="T6" fmla="*/ 806 w 807"/>
                <a:gd name="T7" fmla="*/ 98 h 584"/>
                <a:gd name="T8" fmla="*/ 497 w 807"/>
                <a:gd name="T9" fmla="*/ 583 h 584"/>
                <a:gd name="T10" fmla="*/ 0 60000 65536"/>
                <a:gd name="T11" fmla="*/ 0 60000 65536"/>
                <a:gd name="T12" fmla="*/ 0 60000 65536"/>
                <a:gd name="T13" fmla="*/ 0 60000 65536"/>
                <a:gd name="T14" fmla="*/ 0 60000 65536"/>
                <a:gd name="T15" fmla="*/ 0 w 807"/>
                <a:gd name="T16" fmla="*/ 0 h 584"/>
                <a:gd name="T17" fmla="*/ 807 w 807"/>
                <a:gd name="T18" fmla="*/ 584 h 584"/>
              </a:gdLst>
              <a:ahLst/>
              <a:cxnLst>
                <a:cxn ang="T10">
                  <a:pos x="T0" y="T1"/>
                </a:cxn>
                <a:cxn ang="T11">
                  <a:pos x="T2" y="T3"/>
                </a:cxn>
                <a:cxn ang="T12">
                  <a:pos x="T4" y="T5"/>
                </a:cxn>
                <a:cxn ang="T13">
                  <a:pos x="T6" y="T7"/>
                </a:cxn>
                <a:cxn ang="T14">
                  <a:pos x="T8" y="T9"/>
                </a:cxn>
              </a:cxnLst>
              <a:rect l="T15" t="T16" r="T17" b="T18"/>
              <a:pathLst>
                <a:path w="807" h="584">
                  <a:moveTo>
                    <a:pt x="497" y="583"/>
                  </a:moveTo>
                  <a:lnTo>
                    <a:pt x="0" y="452"/>
                  </a:lnTo>
                  <a:lnTo>
                    <a:pt x="337" y="0"/>
                  </a:lnTo>
                  <a:lnTo>
                    <a:pt x="806" y="98"/>
                  </a:lnTo>
                  <a:lnTo>
                    <a:pt x="497" y="583"/>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91171" name="Freeform 134"/>
            <p:cNvSpPr>
              <a:spLocks/>
            </p:cNvSpPr>
            <p:nvPr/>
          </p:nvSpPr>
          <p:spPr bwMode="auto">
            <a:xfrm>
              <a:off x="2882" y="1861"/>
              <a:ext cx="578" cy="384"/>
            </a:xfrm>
            <a:custGeom>
              <a:avLst/>
              <a:gdLst>
                <a:gd name="T0" fmla="*/ 377 w 578"/>
                <a:gd name="T1" fmla="*/ 383 h 384"/>
                <a:gd name="T2" fmla="*/ 0 w 578"/>
                <a:gd name="T3" fmla="*/ 291 h 384"/>
                <a:gd name="T4" fmla="*/ 217 w 578"/>
                <a:gd name="T5" fmla="*/ 0 h 384"/>
                <a:gd name="T6" fmla="*/ 577 w 578"/>
                <a:gd name="T7" fmla="*/ 74 h 384"/>
                <a:gd name="T8" fmla="*/ 377 w 578"/>
                <a:gd name="T9" fmla="*/ 383 h 384"/>
                <a:gd name="T10" fmla="*/ 0 60000 65536"/>
                <a:gd name="T11" fmla="*/ 0 60000 65536"/>
                <a:gd name="T12" fmla="*/ 0 60000 65536"/>
                <a:gd name="T13" fmla="*/ 0 60000 65536"/>
                <a:gd name="T14" fmla="*/ 0 60000 65536"/>
                <a:gd name="T15" fmla="*/ 0 w 578"/>
                <a:gd name="T16" fmla="*/ 0 h 384"/>
                <a:gd name="T17" fmla="*/ 578 w 578"/>
                <a:gd name="T18" fmla="*/ 384 h 384"/>
              </a:gdLst>
              <a:ahLst/>
              <a:cxnLst>
                <a:cxn ang="T10">
                  <a:pos x="T0" y="T1"/>
                </a:cxn>
                <a:cxn ang="T11">
                  <a:pos x="T2" y="T3"/>
                </a:cxn>
                <a:cxn ang="T12">
                  <a:pos x="T4" y="T5"/>
                </a:cxn>
                <a:cxn ang="T13">
                  <a:pos x="T6" y="T7"/>
                </a:cxn>
                <a:cxn ang="T14">
                  <a:pos x="T8" y="T9"/>
                </a:cxn>
              </a:cxnLst>
              <a:rect l="T15" t="T16" r="T17" b="T18"/>
              <a:pathLst>
                <a:path w="578" h="384">
                  <a:moveTo>
                    <a:pt x="377" y="383"/>
                  </a:moveTo>
                  <a:lnTo>
                    <a:pt x="0" y="291"/>
                  </a:lnTo>
                  <a:lnTo>
                    <a:pt x="217" y="0"/>
                  </a:lnTo>
                  <a:lnTo>
                    <a:pt x="577" y="74"/>
                  </a:lnTo>
                  <a:lnTo>
                    <a:pt x="377" y="383"/>
                  </a:lnTo>
                </a:path>
              </a:pathLst>
            </a:custGeom>
            <a:solidFill>
              <a:srgbClr val="E22B00"/>
            </a:solidFill>
            <a:ln>
              <a:noFill/>
            </a:ln>
            <a:extLst>
              <a:ext uri="{91240B29-F687-4F45-9708-019B960494DF}">
                <a14:hiddenLine xmlns:a14="http://schemas.microsoft.com/office/drawing/2010/main" w="12700" cap="rnd" cmpd="sng">
                  <a:solidFill>
                    <a:srgbClr val="000000"/>
                  </a:solidFill>
                  <a:prstDash val="solid"/>
                  <a:round/>
                  <a:headEnd type="none" w="med" len="med"/>
                  <a:tailEnd type="none" w="med" len="med"/>
                </a14:hiddenLine>
              </a:ext>
            </a:extLst>
          </p:spPr>
          <p:txBody>
            <a:bodyPr/>
            <a:lstStyle/>
            <a:p>
              <a:endParaRPr lang="fr-FR"/>
            </a:p>
          </p:txBody>
        </p:sp>
        <p:sp>
          <p:nvSpPr>
            <p:cNvPr id="91172" name="Line 135"/>
            <p:cNvSpPr>
              <a:spLocks noChangeShapeType="1"/>
            </p:cNvSpPr>
            <p:nvPr/>
          </p:nvSpPr>
          <p:spPr bwMode="auto">
            <a:xfrm>
              <a:off x="3102" y="1862"/>
              <a:ext cx="352" cy="7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fr-FR"/>
            </a:p>
          </p:txBody>
        </p:sp>
        <p:sp>
          <p:nvSpPr>
            <p:cNvPr id="91173" name="Freeform 136"/>
            <p:cNvSpPr>
              <a:spLocks/>
            </p:cNvSpPr>
            <p:nvPr/>
          </p:nvSpPr>
          <p:spPr bwMode="auto">
            <a:xfrm>
              <a:off x="2762" y="1666"/>
              <a:ext cx="337" cy="485"/>
            </a:xfrm>
            <a:custGeom>
              <a:avLst/>
              <a:gdLst>
                <a:gd name="T0" fmla="*/ 336 w 337"/>
                <a:gd name="T1" fmla="*/ 194 h 485"/>
                <a:gd name="T2" fmla="*/ 118 w 337"/>
                <a:gd name="T3" fmla="*/ 484 h 485"/>
                <a:gd name="T4" fmla="*/ 0 w 337"/>
                <a:gd name="T5" fmla="*/ 452 h 485"/>
                <a:gd name="T6" fmla="*/ 336 w 337"/>
                <a:gd name="T7" fmla="*/ 0 h 485"/>
                <a:gd name="T8" fmla="*/ 336 w 337"/>
                <a:gd name="T9" fmla="*/ 152 h 485"/>
                <a:gd name="T10" fmla="*/ 336 w 337"/>
                <a:gd name="T11" fmla="*/ 194 h 485"/>
                <a:gd name="T12" fmla="*/ 0 60000 65536"/>
                <a:gd name="T13" fmla="*/ 0 60000 65536"/>
                <a:gd name="T14" fmla="*/ 0 60000 65536"/>
                <a:gd name="T15" fmla="*/ 0 60000 65536"/>
                <a:gd name="T16" fmla="*/ 0 60000 65536"/>
                <a:gd name="T17" fmla="*/ 0 60000 65536"/>
                <a:gd name="T18" fmla="*/ 0 w 337"/>
                <a:gd name="T19" fmla="*/ 0 h 485"/>
                <a:gd name="T20" fmla="*/ 337 w 337"/>
                <a:gd name="T21" fmla="*/ 485 h 485"/>
              </a:gdLst>
              <a:ahLst/>
              <a:cxnLst>
                <a:cxn ang="T12">
                  <a:pos x="T0" y="T1"/>
                </a:cxn>
                <a:cxn ang="T13">
                  <a:pos x="T2" y="T3"/>
                </a:cxn>
                <a:cxn ang="T14">
                  <a:pos x="T4" y="T5"/>
                </a:cxn>
                <a:cxn ang="T15">
                  <a:pos x="T6" y="T7"/>
                </a:cxn>
                <a:cxn ang="T16">
                  <a:pos x="T8" y="T9"/>
                </a:cxn>
                <a:cxn ang="T17">
                  <a:pos x="T10" y="T11"/>
                </a:cxn>
              </a:cxnLst>
              <a:rect l="T18" t="T19" r="T20" b="T21"/>
              <a:pathLst>
                <a:path w="337" h="485">
                  <a:moveTo>
                    <a:pt x="336" y="194"/>
                  </a:moveTo>
                  <a:lnTo>
                    <a:pt x="118" y="484"/>
                  </a:lnTo>
                  <a:lnTo>
                    <a:pt x="0" y="452"/>
                  </a:lnTo>
                  <a:lnTo>
                    <a:pt x="336" y="0"/>
                  </a:lnTo>
                  <a:lnTo>
                    <a:pt x="336" y="152"/>
                  </a:lnTo>
                  <a:lnTo>
                    <a:pt x="336" y="194"/>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91174" name="Freeform 137"/>
            <p:cNvSpPr>
              <a:spLocks/>
            </p:cNvSpPr>
            <p:nvPr/>
          </p:nvSpPr>
          <p:spPr bwMode="auto">
            <a:xfrm>
              <a:off x="2757" y="2124"/>
              <a:ext cx="509" cy="339"/>
            </a:xfrm>
            <a:custGeom>
              <a:avLst/>
              <a:gdLst>
                <a:gd name="T0" fmla="*/ 0 w 506"/>
                <a:gd name="T1" fmla="*/ 0 h 345"/>
                <a:gd name="T2" fmla="*/ 1 w 506"/>
                <a:gd name="T3" fmla="*/ 198 h 345"/>
                <a:gd name="T4" fmla="*/ 514 w 506"/>
                <a:gd name="T5" fmla="*/ 326 h 345"/>
                <a:gd name="T6" fmla="*/ 513 w 506"/>
                <a:gd name="T7" fmla="*/ 124 h 345"/>
                <a:gd name="T8" fmla="*/ 0 60000 65536"/>
                <a:gd name="T9" fmla="*/ 0 60000 65536"/>
                <a:gd name="T10" fmla="*/ 0 60000 65536"/>
                <a:gd name="T11" fmla="*/ 0 60000 65536"/>
                <a:gd name="T12" fmla="*/ 0 w 506"/>
                <a:gd name="T13" fmla="*/ 0 h 345"/>
                <a:gd name="T14" fmla="*/ 506 w 506"/>
                <a:gd name="T15" fmla="*/ 345 h 345"/>
              </a:gdLst>
              <a:ahLst/>
              <a:cxnLst>
                <a:cxn ang="T8">
                  <a:pos x="T0" y="T1"/>
                </a:cxn>
                <a:cxn ang="T9">
                  <a:pos x="T2" y="T3"/>
                </a:cxn>
                <a:cxn ang="T10">
                  <a:pos x="T4" y="T5"/>
                </a:cxn>
                <a:cxn ang="T11">
                  <a:pos x="T6" y="T7"/>
                </a:cxn>
              </a:cxnLst>
              <a:rect l="T12" t="T13" r="T14" b="T15"/>
              <a:pathLst>
                <a:path w="506" h="345">
                  <a:moveTo>
                    <a:pt x="0" y="0"/>
                  </a:moveTo>
                  <a:lnTo>
                    <a:pt x="1" y="209"/>
                  </a:lnTo>
                  <a:lnTo>
                    <a:pt x="505" y="344"/>
                  </a:lnTo>
                  <a:lnTo>
                    <a:pt x="504" y="130"/>
                  </a:lnTo>
                </a:path>
              </a:pathLst>
            </a:custGeom>
            <a:solidFill>
              <a:srgbClr val="FC2C1C"/>
            </a:solidFill>
            <a:ln w="12700" cap="rnd" cmpd="sng">
              <a:solidFill>
                <a:schemeClr val="bg2"/>
              </a:solidFill>
              <a:prstDash val="solid"/>
              <a:round/>
              <a:headEnd type="none" w="med" len="med"/>
              <a:tailEnd type="none" w="med" len="med"/>
            </a:ln>
          </p:spPr>
          <p:txBody>
            <a:bodyPr/>
            <a:lstStyle/>
            <a:p>
              <a:endParaRPr lang="fr-FR"/>
            </a:p>
          </p:txBody>
        </p:sp>
        <p:sp>
          <p:nvSpPr>
            <p:cNvPr id="91175" name="AutoShape 138"/>
            <p:cNvSpPr>
              <a:spLocks noChangeArrowheads="1"/>
            </p:cNvSpPr>
            <p:nvPr/>
          </p:nvSpPr>
          <p:spPr bwMode="auto">
            <a:xfrm rot="16200000" flipH="1">
              <a:off x="3067" y="1967"/>
              <a:ext cx="693" cy="306"/>
            </a:xfrm>
            <a:prstGeom prst="parallelogram">
              <a:avLst>
                <a:gd name="adj" fmla="val 156202"/>
              </a:avLst>
            </a:prstGeom>
            <a:solidFill>
              <a:srgbClr val="FC2C1C"/>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grpSp>
        <p:nvGrpSpPr>
          <p:cNvPr id="12" name="Group 146"/>
          <p:cNvGrpSpPr>
            <a:grpSpLocks/>
          </p:cNvGrpSpPr>
          <p:nvPr/>
        </p:nvGrpSpPr>
        <p:grpSpPr bwMode="auto">
          <a:xfrm>
            <a:off x="220663" y="1336675"/>
            <a:ext cx="2255837" cy="4956175"/>
            <a:chOff x="139" y="842"/>
            <a:chExt cx="1421" cy="3122"/>
          </a:xfrm>
        </p:grpSpPr>
        <p:grpSp>
          <p:nvGrpSpPr>
            <p:cNvPr id="91154" name="Group 144"/>
            <p:cNvGrpSpPr>
              <a:grpSpLocks/>
            </p:cNvGrpSpPr>
            <p:nvPr/>
          </p:nvGrpSpPr>
          <p:grpSpPr bwMode="auto">
            <a:xfrm>
              <a:off x="193" y="1662"/>
              <a:ext cx="1367" cy="2302"/>
              <a:chOff x="193" y="1662"/>
              <a:chExt cx="1367" cy="2302"/>
            </a:xfrm>
          </p:grpSpPr>
          <p:grpSp>
            <p:nvGrpSpPr>
              <p:cNvPr id="91156" name="Group 124"/>
              <p:cNvGrpSpPr>
                <a:grpSpLocks/>
              </p:cNvGrpSpPr>
              <p:nvPr/>
            </p:nvGrpSpPr>
            <p:grpSpPr bwMode="auto">
              <a:xfrm>
                <a:off x="193" y="1662"/>
                <a:ext cx="678" cy="670"/>
                <a:chOff x="357" y="1554"/>
                <a:chExt cx="754" cy="745"/>
              </a:xfrm>
            </p:grpSpPr>
            <p:sp>
              <p:nvSpPr>
                <p:cNvPr id="91167" name="Rectangle 107"/>
                <p:cNvSpPr>
                  <a:spLocks noChangeArrowheads="1"/>
                </p:cNvSpPr>
                <p:nvPr/>
              </p:nvSpPr>
              <p:spPr bwMode="auto">
                <a:xfrm>
                  <a:off x="402" y="1554"/>
                  <a:ext cx="660" cy="745"/>
                </a:xfrm>
                <a:prstGeom prst="rect">
                  <a:avLst/>
                </a:prstGeom>
                <a:noFill/>
                <a:ln w="6350" algn="ctr">
                  <a:solidFill>
                    <a:schemeClr val="tx2"/>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91168" name="Text Box 108"/>
                <p:cNvSpPr txBox="1">
                  <a:spLocks noChangeArrowheads="1"/>
                </p:cNvSpPr>
                <p:nvPr/>
              </p:nvSpPr>
              <p:spPr bwMode="auto">
                <a:xfrm>
                  <a:off x="357" y="1618"/>
                  <a:ext cx="754" cy="20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1300">
                      <a:solidFill>
                        <a:schemeClr val="tx1"/>
                      </a:solidFill>
                    </a:rPr>
                    <a:t>Engrenages</a:t>
                  </a:r>
                </a:p>
              </p:txBody>
            </p:sp>
            <p:sp>
              <p:nvSpPr>
                <p:cNvPr id="91169" name="Rectangle 110"/>
                <p:cNvSpPr>
                  <a:spLocks noChangeArrowheads="1"/>
                </p:cNvSpPr>
                <p:nvPr/>
              </p:nvSpPr>
              <p:spPr bwMode="auto">
                <a:xfrm>
                  <a:off x="574" y="1954"/>
                  <a:ext cx="300" cy="154"/>
                </a:xfrm>
                <a:prstGeom prst="rect">
                  <a:avLst/>
                </a:prstGeom>
                <a:noFill/>
                <a:ln w="6350" algn="ctr">
                  <a:solidFill>
                    <a:schemeClr val="tx2"/>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sp>
            <p:nvSpPr>
              <p:cNvPr id="91157" name="Rectangle 117"/>
              <p:cNvSpPr>
                <a:spLocks noChangeArrowheads="1"/>
              </p:cNvSpPr>
              <p:nvPr/>
            </p:nvSpPr>
            <p:spPr bwMode="auto">
              <a:xfrm>
                <a:off x="588" y="3293"/>
                <a:ext cx="594" cy="671"/>
              </a:xfrm>
              <a:prstGeom prst="rect">
                <a:avLst/>
              </a:prstGeom>
              <a:noFill/>
              <a:ln w="6350" algn="ctr">
                <a:solidFill>
                  <a:schemeClr val="tx2"/>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91158" name="Text Box 118"/>
              <p:cNvSpPr txBox="1">
                <a:spLocks noChangeArrowheads="1"/>
              </p:cNvSpPr>
              <p:nvPr/>
            </p:nvSpPr>
            <p:spPr bwMode="auto">
              <a:xfrm>
                <a:off x="580" y="3315"/>
                <a:ext cx="626" cy="30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1300">
                    <a:solidFill>
                      <a:schemeClr val="tx1"/>
                    </a:solidFill>
                  </a:rPr>
                  <a:t>2</a:t>
                </a:r>
                <a:br>
                  <a:rPr lang="fr-FR" altLang="fr-FR" sz="1300">
                    <a:solidFill>
                      <a:schemeClr val="tx1"/>
                    </a:solidFill>
                  </a:rPr>
                </a:br>
                <a:r>
                  <a:rPr lang="fr-FR" altLang="fr-FR" sz="1300">
                    <a:solidFill>
                      <a:schemeClr val="tx1"/>
                    </a:solidFill>
                  </a:rPr>
                  <a:t>Couronnes</a:t>
                </a:r>
              </a:p>
            </p:txBody>
          </p:sp>
          <p:sp>
            <p:nvSpPr>
              <p:cNvPr id="91159" name="Oval 121"/>
              <p:cNvSpPr>
                <a:spLocks noChangeArrowheads="1"/>
              </p:cNvSpPr>
              <p:nvPr/>
            </p:nvSpPr>
            <p:spPr bwMode="auto">
              <a:xfrm>
                <a:off x="780" y="3617"/>
                <a:ext cx="243" cy="243"/>
              </a:xfrm>
              <a:prstGeom prst="ellipse">
                <a:avLst/>
              </a:prstGeom>
              <a:solidFill>
                <a:srgbClr val="00CC00"/>
              </a:solidFill>
              <a:ln w="9525">
                <a:solidFill>
                  <a:schemeClr val="tx1"/>
                </a:solidFill>
                <a:round/>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nvGrpSpPr>
              <p:cNvPr id="91160" name="Group 123"/>
              <p:cNvGrpSpPr>
                <a:grpSpLocks/>
              </p:cNvGrpSpPr>
              <p:nvPr/>
            </p:nvGrpSpPr>
            <p:grpSpPr bwMode="auto">
              <a:xfrm>
                <a:off x="456" y="2460"/>
                <a:ext cx="594" cy="671"/>
                <a:chOff x="402" y="2460"/>
                <a:chExt cx="660" cy="745"/>
              </a:xfrm>
            </p:grpSpPr>
            <p:sp>
              <p:nvSpPr>
                <p:cNvPr id="91164" name="Rectangle 112"/>
                <p:cNvSpPr>
                  <a:spLocks noChangeArrowheads="1"/>
                </p:cNvSpPr>
                <p:nvPr/>
              </p:nvSpPr>
              <p:spPr bwMode="auto">
                <a:xfrm>
                  <a:off x="402" y="2460"/>
                  <a:ext cx="660" cy="745"/>
                </a:xfrm>
                <a:prstGeom prst="rect">
                  <a:avLst/>
                </a:prstGeom>
                <a:noFill/>
                <a:ln w="6350" algn="ctr">
                  <a:solidFill>
                    <a:schemeClr val="tx2"/>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91165" name="Text Box 113"/>
                <p:cNvSpPr txBox="1">
                  <a:spLocks noChangeArrowheads="1"/>
                </p:cNvSpPr>
                <p:nvPr/>
              </p:nvSpPr>
              <p:spPr bwMode="auto">
                <a:xfrm>
                  <a:off x="481" y="2526"/>
                  <a:ext cx="509" cy="20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1300">
                      <a:solidFill>
                        <a:schemeClr val="tx1"/>
                      </a:solidFill>
                    </a:rPr>
                    <a:t>Carters</a:t>
                  </a:r>
                </a:p>
              </p:txBody>
            </p:sp>
            <p:sp>
              <p:nvSpPr>
                <p:cNvPr id="91166" name="Rectangle 122"/>
                <p:cNvSpPr>
                  <a:spLocks noChangeArrowheads="1"/>
                </p:cNvSpPr>
                <p:nvPr/>
              </p:nvSpPr>
              <p:spPr bwMode="auto">
                <a:xfrm>
                  <a:off x="487" y="2761"/>
                  <a:ext cx="480" cy="149"/>
                </a:xfrm>
                <a:prstGeom prst="rect">
                  <a:avLst/>
                </a:prstGeom>
                <a:solidFill>
                  <a:schemeClr val="accent2"/>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sp>
            <p:nvSpPr>
              <p:cNvPr id="91161" name="AutoShape 126"/>
              <p:cNvSpPr>
                <a:spLocks noChangeArrowheads="1"/>
              </p:cNvSpPr>
              <p:nvPr/>
            </p:nvSpPr>
            <p:spPr bwMode="auto">
              <a:xfrm>
                <a:off x="888" y="2046"/>
                <a:ext cx="246" cy="198"/>
              </a:xfrm>
              <a:prstGeom prst="leftArrow">
                <a:avLst>
                  <a:gd name="adj1" fmla="val 50000"/>
                  <a:gd name="adj2" fmla="val 31061"/>
                </a:avLst>
              </a:prstGeom>
              <a:solidFill>
                <a:srgbClr val="FFFF00"/>
              </a:solidFill>
              <a:ln w="9525"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91162" name="AutoShape 127"/>
              <p:cNvSpPr>
                <a:spLocks noChangeArrowheads="1"/>
              </p:cNvSpPr>
              <p:nvPr/>
            </p:nvSpPr>
            <p:spPr bwMode="auto">
              <a:xfrm>
                <a:off x="1140" y="2670"/>
                <a:ext cx="246" cy="198"/>
              </a:xfrm>
              <a:prstGeom prst="leftArrow">
                <a:avLst>
                  <a:gd name="adj1" fmla="val 50000"/>
                  <a:gd name="adj2" fmla="val 31061"/>
                </a:avLst>
              </a:prstGeom>
              <a:solidFill>
                <a:srgbClr val="FFFF00"/>
              </a:solidFill>
              <a:ln w="9525"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91163" name="AutoShape 128"/>
              <p:cNvSpPr>
                <a:spLocks noChangeArrowheads="1"/>
              </p:cNvSpPr>
              <p:nvPr/>
            </p:nvSpPr>
            <p:spPr bwMode="auto">
              <a:xfrm>
                <a:off x="1314" y="3450"/>
                <a:ext cx="246" cy="198"/>
              </a:xfrm>
              <a:prstGeom prst="leftArrow">
                <a:avLst>
                  <a:gd name="adj1" fmla="val 50000"/>
                  <a:gd name="adj2" fmla="val 31061"/>
                </a:avLst>
              </a:prstGeom>
              <a:solidFill>
                <a:srgbClr val="FFFF00"/>
              </a:solidFill>
              <a:ln w="9525"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sp>
          <p:nvSpPr>
            <p:cNvPr id="91155" name="Text Box 145"/>
            <p:cNvSpPr txBox="1">
              <a:spLocks noChangeArrowheads="1"/>
            </p:cNvSpPr>
            <p:nvPr/>
          </p:nvSpPr>
          <p:spPr bwMode="auto">
            <a:xfrm>
              <a:off x="139" y="842"/>
              <a:ext cx="805" cy="715"/>
            </a:xfrm>
            <a:prstGeom prst="rect">
              <a:avLst/>
            </a:prstGeom>
            <a:solidFill>
              <a:schemeClr val="bg1"/>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nchorCtr="1"/>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a:spcBef>
                  <a:spcPct val="0"/>
                </a:spcBef>
                <a:buFontTx/>
                <a:buNone/>
              </a:pPr>
              <a:r>
                <a:rPr lang="fr-FR" altLang="fr-FR" sz="1600">
                  <a:solidFill>
                    <a:schemeClr val="tx1"/>
                  </a:solidFill>
                </a:rPr>
                <a:t>retour des tickets vers les postes d’usinage</a:t>
              </a:r>
            </a:p>
          </p:txBody>
        </p:sp>
      </p:grpSp>
      <p:grpSp>
        <p:nvGrpSpPr>
          <p:cNvPr id="16" name="Group 154"/>
          <p:cNvGrpSpPr>
            <a:grpSpLocks/>
          </p:cNvGrpSpPr>
          <p:nvPr/>
        </p:nvGrpSpPr>
        <p:grpSpPr bwMode="auto">
          <a:xfrm>
            <a:off x="3557588" y="2057400"/>
            <a:ext cx="1209675" cy="2844800"/>
            <a:chOff x="2241" y="1296"/>
            <a:chExt cx="762" cy="1792"/>
          </a:xfrm>
        </p:grpSpPr>
        <p:sp>
          <p:nvSpPr>
            <p:cNvPr id="91148" name="Line 103"/>
            <p:cNvSpPr>
              <a:spLocks noChangeShapeType="1"/>
            </p:cNvSpPr>
            <p:nvPr/>
          </p:nvSpPr>
          <p:spPr bwMode="auto">
            <a:xfrm flipV="1">
              <a:off x="2241" y="1714"/>
              <a:ext cx="345" cy="252"/>
            </a:xfrm>
            <a:prstGeom prst="line">
              <a:avLst/>
            </a:prstGeom>
            <a:noFill/>
            <a:ln w="6350">
              <a:solidFill>
                <a:schemeClr val="tx2"/>
              </a:solidFill>
              <a:round/>
              <a:headEnd/>
              <a:tailEnd type="triangle" w="med" len="med"/>
            </a:ln>
            <a:extLst>
              <a:ext uri="{909E8E84-426E-40DD-AFC4-6F175D3DCCD1}">
                <a14:hiddenFill xmlns:a14="http://schemas.microsoft.com/office/drawing/2010/main">
                  <a:noFill/>
                </a14:hiddenFill>
              </a:ext>
            </a:extLst>
          </p:spPr>
          <p:txBody>
            <a:bodyPr wrap="none" anchor="ctr"/>
            <a:lstStyle/>
            <a:p>
              <a:endParaRPr lang="fr-FR"/>
            </a:p>
          </p:txBody>
        </p:sp>
        <p:sp>
          <p:nvSpPr>
            <p:cNvPr id="91149" name="Line 104"/>
            <p:cNvSpPr>
              <a:spLocks noChangeShapeType="1"/>
            </p:cNvSpPr>
            <p:nvPr/>
          </p:nvSpPr>
          <p:spPr bwMode="auto">
            <a:xfrm flipV="1">
              <a:off x="2259" y="1764"/>
              <a:ext cx="424" cy="760"/>
            </a:xfrm>
            <a:prstGeom prst="line">
              <a:avLst/>
            </a:prstGeom>
            <a:noFill/>
            <a:ln w="6350">
              <a:solidFill>
                <a:schemeClr val="tx2"/>
              </a:solidFill>
              <a:round/>
              <a:headEnd/>
              <a:tailEnd type="triangle" w="med" len="med"/>
            </a:ln>
            <a:extLst>
              <a:ext uri="{909E8E84-426E-40DD-AFC4-6F175D3DCCD1}">
                <a14:hiddenFill xmlns:a14="http://schemas.microsoft.com/office/drawing/2010/main">
                  <a:noFill/>
                </a14:hiddenFill>
              </a:ext>
            </a:extLst>
          </p:spPr>
          <p:txBody>
            <a:bodyPr wrap="none" anchor="ctr"/>
            <a:lstStyle/>
            <a:p>
              <a:endParaRPr lang="fr-FR"/>
            </a:p>
          </p:txBody>
        </p:sp>
        <p:sp>
          <p:nvSpPr>
            <p:cNvPr id="91150" name="Line 105"/>
            <p:cNvSpPr>
              <a:spLocks noChangeShapeType="1"/>
            </p:cNvSpPr>
            <p:nvPr/>
          </p:nvSpPr>
          <p:spPr bwMode="auto">
            <a:xfrm flipV="1">
              <a:off x="2487" y="1883"/>
              <a:ext cx="247" cy="1205"/>
            </a:xfrm>
            <a:prstGeom prst="line">
              <a:avLst/>
            </a:prstGeom>
            <a:noFill/>
            <a:ln w="6350">
              <a:solidFill>
                <a:schemeClr val="tx2"/>
              </a:solidFill>
              <a:round/>
              <a:headEnd/>
              <a:tailEnd type="triangle" w="med" len="med"/>
            </a:ln>
            <a:extLst>
              <a:ext uri="{909E8E84-426E-40DD-AFC4-6F175D3DCCD1}">
                <a14:hiddenFill xmlns:a14="http://schemas.microsoft.com/office/drawing/2010/main">
                  <a:noFill/>
                </a14:hiddenFill>
              </a:ext>
            </a:extLst>
          </p:spPr>
          <p:txBody>
            <a:bodyPr wrap="none" anchor="ctr"/>
            <a:lstStyle/>
            <a:p>
              <a:endParaRPr lang="fr-FR"/>
            </a:p>
          </p:txBody>
        </p:sp>
        <p:sp>
          <p:nvSpPr>
            <p:cNvPr id="91151" name="AutoShape 150"/>
            <p:cNvSpPr>
              <a:spLocks noChangeArrowheads="1"/>
            </p:cNvSpPr>
            <p:nvPr/>
          </p:nvSpPr>
          <p:spPr bwMode="auto">
            <a:xfrm rot="2337505">
              <a:off x="2764" y="1296"/>
              <a:ext cx="177" cy="154"/>
            </a:xfrm>
            <a:prstGeom prst="parallelogram">
              <a:avLst>
                <a:gd name="adj" fmla="val 28734"/>
              </a:avLst>
            </a:prstGeom>
            <a:solidFill>
              <a:schemeClr val="bg1"/>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91152" name="AutoShape 151"/>
            <p:cNvSpPr>
              <a:spLocks noChangeArrowheads="1"/>
            </p:cNvSpPr>
            <p:nvPr/>
          </p:nvSpPr>
          <p:spPr bwMode="auto">
            <a:xfrm rot="2337505">
              <a:off x="2840" y="1296"/>
              <a:ext cx="163" cy="245"/>
            </a:xfrm>
            <a:prstGeom prst="parallelogram">
              <a:avLst>
                <a:gd name="adj" fmla="val 25000"/>
              </a:avLst>
            </a:prstGeom>
            <a:solidFill>
              <a:schemeClr val="accent2"/>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91153" name="Oval 152"/>
            <p:cNvSpPr>
              <a:spLocks noChangeArrowheads="1"/>
            </p:cNvSpPr>
            <p:nvPr/>
          </p:nvSpPr>
          <p:spPr bwMode="auto">
            <a:xfrm>
              <a:off x="2717" y="1365"/>
              <a:ext cx="170" cy="170"/>
            </a:xfrm>
            <a:prstGeom prst="ellipse">
              <a:avLst/>
            </a:prstGeom>
            <a:solidFill>
              <a:srgbClr val="00CC00"/>
            </a:solidFill>
            <a:ln w="9525">
              <a:solidFill>
                <a:schemeClr val="tx1"/>
              </a:solidFill>
              <a:round/>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4" presetClass="entr" presetSubtype="16" fill="hold" nodeType="clickEffect">
                                  <p:stCondLst>
                                    <p:cond delay="0"/>
                                  </p:stCondLst>
                                  <p:childTnLst>
                                    <p:set>
                                      <p:cBhvr>
                                        <p:cTn id="6" dur="1" fill="hold">
                                          <p:stCondLst>
                                            <p:cond delay="0"/>
                                          </p:stCondLst>
                                        </p:cTn>
                                        <p:tgtEl>
                                          <p:spTgt spid="10"/>
                                        </p:tgtEl>
                                        <p:attrNameLst>
                                          <p:attrName>style.visibility</p:attrName>
                                        </p:attrNameLst>
                                      </p:cBhvr>
                                      <p:to>
                                        <p:strVal val="visible"/>
                                      </p:to>
                                    </p:set>
                                    <p:animEffect transition="in" filter="box(in)">
                                      <p:cBhvr>
                                        <p:cTn id="7" dur="500"/>
                                        <p:tgtEl>
                                          <p:spTgt spid="10"/>
                                        </p:tgtEl>
                                      </p:cBhvr>
                                    </p:animEffect>
                                  </p:childTnLst>
                                </p:cTn>
                              </p:par>
                            </p:childTnLst>
                          </p:cTn>
                        </p:par>
                        <p:par>
                          <p:cTn id="8" fill="hold" nodeType="afterGroup">
                            <p:stCondLst>
                              <p:cond delay="500"/>
                            </p:stCondLst>
                            <p:childTnLst>
                              <p:par>
                                <p:cTn id="9" presetID="4" presetClass="entr" presetSubtype="16" fill="hold" nodeType="afterEffect">
                                  <p:stCondLst>
                                    <p:cond delay="0"/>
                                  </p:stCondLst>
                                  <p:childTnLst>
                                    <p:set>
                                      <p:cBhvr>
                                        <p:cTn id="10" dur="1" fill="hold">
                                          <p:stCondLst>
                                            <p:cond delay="0"/>
                                          </p:stCondLst>
                                        </p:cTn>
                                        <p:tgtEl>
                                          <p:spTgt spid="16"/>
                                        </p:tgtEl>
                                        <p:attrNameLst>
                                          <p:attrName>style.visibility</p:attrName>
                                        </p:attrNameLst>
                                      </p:cBhvr>
                                      <p:to>
                                        <p:strVal val="visible"/>
                                      </p:to>
                                    </p:set>
                                    <p:animEffect transition="in" filter="box(in)">
                                      <p:cBhvr>
                                        <p:cTn id="11" dur="500"/>
                                        <p:tgtEl>
                                          <p:spTgt spid="16"/>
                                        </p:tgtEl>
                                      </p:cBhvr>
                                    </p:animEffect>
                                  </p:childTnLst>
                                </p:cTn>
                              </p:par>
                            </p:childTnLst>
                          </p:cTn>
                        </p:par>
                      </p:childTnLst>
                    </p:cTn>
                  </p:par>
                  <p:par>
                    <p:cTn id="12" fill="hold" nodeType="clickPar">
                      <p:stCondLst>
                        <p:cond delay="indefinite"/>
                      </p:stCondLst>
                      <p:childTnLst>
                        <p:par>
                          <p:cTn id="13" fill="hold" nodeType="withGroup">
                            <p:stCondLst>
                              <p:cond delay="0"/>
                            </p:stCondLst>
                            <p:childTnLst>
                              <p:par>
                                <p:cTn id="14" presetID="4" presetClass="entr" presetSubtype="16" fill="hold" nodeType="clickEffect">
                                  <p:stCondLst>
                                    <p:cond delay="0"/>
                                  </p:stCondLst>
                                  <p:childTnLst>
                                    <p:set>
                                      <p:cBhvr>
                                        <p:cTn id="15" dur="1" fill="hold">
                                          <p:stCondLst>
                                            <p:cond delay="0"/>
                                          </p:stCondLst>
                                        </p:cTn>
                                        <p:tgtEl>
                                          <p:spTgt spid="7"/>
                                        </p:tgtEl>
                                        <p:attrNameLst>
                                          <p:attrName>style.visibility</p:attrName>
                                        </p:attrNameLst>
                                      </p:cBhvr>
                                      <p:to>
                                        <p:strVal val="visible"/>
                                      </p:to>
                                    </p:set>
                                    <p:animEffect transition="in" filter="box(in)">
                                      <p:cBhvr>
                                        <p:cTn id="16" dur="500"/>
                                        <p:tgtEl>
                                          <p:spTgt spid="7"/>
                                        </p:tgtEl>
                                      </p:cBhvr>
                                    </p:animEffect>
                                  </p:childTnLst>
                                </p:cTn>
                              </p:par>
                            </p:childTnLst>
                          </p:cTn>
                        </p:par>
                      </p:childTnLst>
                    </p:cTn>
                  </p:par>
                  <p:par>
                    <p:cTn id="17" fill="hold" nodeType="clickPar">
                      <p:stCondLst>
                        <p:cond delay="indefinite"/>
                      </p:stCondLst>
                      <p:childTnLst>
                        <p:par>
                          <p:cTn id="18" fill="hold" nodeType="withGroup">
                            <p:stCondLst>
                              <p:cond delay="0"/>
                            </p:stCondLst>
                            <p:childTnLst>
                              <p:par>
                                <p:cTn id="19" presetID="4" presetClass="entr" presetSubtype="16" fill="hold" nodeType="clickEffect">
                                  <p:stCondLst>
                                    <p:cond delay="0"/>
                                  </p:stCondLst>
                                  <p:childTnLst>
                                    <p:set>
                                      <p:cBhvr>
                                        <p:cTn id="20" dur="1" fill="hold">
                                          <p:stCondLst>
                                            <p:cond delay="0"/>
                                          </p:stCondLst>
                                        </p:cTn>
                                        <p:tgtEl>
                                          <p:spTgt spid="12"/>
                                        </p:tgtEl>
                                        <p:attrNameLst>
                                          <p:attrName>style.visibility</p:attrName>
                                        </p:attrNameLst>
                                      </p:cBhvr>
                                      <p:to>
                                        <p:strVal val="visible"/>
                                      </p:to>
                                    </p:set>
                                    <p:animEffect transition="in" filter="box(in)">
                                      <p:cBhvr>
                                        <p:cTn id="21" dur="5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2162" name="Rectangle 2"/>
          <p:cNvSpPr>
            <a:spLocks noGrp="1" noChangeArrowheads="1"/>
          </p:cNvSpPr>
          <p:nvPr>
            <p:ph type="title"/>
          </p:nvPr>
        </p:nvSpPr>
        <p:spPr>
          <a:xfrm>
            <a:off x="392113" y="0"/>
            <a:ext cx="8229600" cy="657225"/>
          </a:xfrm>
        </p:spPr>
        <p:txBody>
          <a:bodyPr/>
          <a:lstStyle/>
          <a:p>
            <a:pPr eaLnBrk="1" hangingPunct="1"/>
            <a:r>
              <a:rPr lang="fr-FR" altLang="fr-FR" dirty="0"/>
              <a:t>La méthode Kanban</a:t>
            </a:r>
          </a:p>
        </p:txBody>
      </p:sp>
      <p:sp>
        <p:nvSpPr>
          <p:cNvPr id="92163" name="Text Box 22"/>
          <p:cNvSpPr txBox="1">
            <a:spLocks noChangeArrowheads="1"/>
          </p:cNvSpPr>
          <p:nvPr/>
        </p:nvSpPr>
        <p:spPr bwMode="auto">
          <a:xfrm>
            <a:off x="2828925" y="5300663"/>
            <a:ext cx="2312988" cy="6413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1800">
                <a:solidFill>
                  <a:schemeClr val="tx1"/>
                </a:solidFill>
              </a:rPr>
              <a:t>Zone de stockage produits finis</a:t>
            </a:r>
          </a:p>
        </p:txBody>
      </p:sp>
      <p:grpSp>
        <p:nvGrpSpPr>
          <p:cNvPr id="92164" name="Group 224"/>
          <p:cNvGrpSpPr>
            <a:grpSpLocks/>
          </p:cNvGrpSpPr>
          <p:nvPr/>
        </p:nvGrpSpPr>
        <p:grpSpPr bwMode="auto">
          <a:xfrm>
            <a:off x="3668713" y="1185863"/>
            <a:ext cx="1058862" cy="1104900"/>
            <a:chOff x="2258" y="784"/>
            <a:chExt cx="667" cy="696"/>
          </a:xfrm>
        </p:grpSpPr>
        <p:grpSp>
          <p:nvGrpSpPr>
            <p:cNvPr id="92288" name="Group 3"/>
            <p:cNvGrpSpPr>
              <a:grpSpLocks/>
            </p:cNvGrpSpPr>
            <p:nvPr/>
          </p:nvGrpSpPr>
          <p:grpSpPr bwMode="auto">
            <a:xfrm rot="-223274">
              <a:off x="2258" y="823"/>
              <a:ext cx="667" cy="657"/>
              <a:chOff x="2757" y="1666"/>
              <a:chExt cx="812" cy="800"/>
            </a:xfrm>
          </p:grpSpPr>
          <p:sp>
            <p:nvSpPr>
              <p:cNvPr id="92297" name="Freeform 4"/>
              <p:cNvSpPr>
                <a:spLocks/>
              </p:cNvSpPr>
              <p:nvPr/>
            </p:nvSpPr>
            <p:spPr bwMode="auto">
              <a:xfrm>
                <a:off x="2762" y="1667"/>
                <a:ext cx="807" cy="584"/>
              </a:xfrm>
              <a:custGeom>
                <a:avLst/>
                <a:gdLst>
                  <a:gd name="T0" fmla="*/ 497 w 807"/>
                  <a:gd name="T1" fmla="*/ 583 h 584"/>
                  <a:gd name="T2" fmla="*/ 0 w 807"/>
                  <a:gd name="T3" fmla="*/ 452 h 584"/>
                  <a:gd name="T4" fmla="*/ 337 w 807"/>
                  <a:gd name="T5" fmla="*/ 0 h 584"/>
                  <a:gd name="T6" fmla="*/ 806 w 807"/>
                  <a:gd name="T7" fmla="*/ 98 h 584"/>
                  <a:gd name="T8" fmla="*/ 497 w 807"/>
                  <a:gd name="T9" fmla="*/ 583 h 584"/>
                  <a:gd name="T10" fmla="*/ 0 60000 65536"/>
                  <a:gd name="T11" fmla="*/ 0 60000 65536"/>
                  <a:gd name="T12" fmla="*/ 0 60000 65536"/>
                  <a:gd name="T13" fmla="*/ 0 60000 65536"/>
                  <a:gd name="T14" fmla="*/ 0 60000 65536"/>
                  <a:gd name="T15" fmla="*/ 0 w 807"/>
                  <a:gd name="T16" fmla="*/ 0 h 584"/>
                  <a:gd name="T17" fmla="*/ 807 w 807"/>
                  <a:gd name="T18" fmla="*/ 584 h 584"/>
                </a:gdLst>
                <a:ahLst/>
                <a:cxnLst>
                  <a:cxn ang="T10">
                    <a:pos x="T0" y="T1"/>
                  </a:cxn>
                  <a:cxn ang="T11">
                    <a:pos x="T2" y="T3"/>
                  </a:cxn>
                  <a:cxn ang="T12">
                    <a:pos x="T4" y="T5"/>
                  </a:cxn>
                  <a:cxn ang="T13">
                    <a:pos x="T6" y="T7"/>
                  </a:cxn>
                  <a:cxn ang="T14">
                    <a:pos x="T8" y="T9"/>
                  </a:cxn>
                </a:cxnLst>
                <a:rect l="T15" t="T16" r="T17" b="T18"/>
                <a:pathLst>
                  <a:path w="807" h="584">
                    <a:moveTo>
                      <a:pt x="497" y="583"/>
                    </a:moveTo>
                    <a:lnTo>
                      <a:pt x="0" y="452"/>
                    </a:lnTo>
                    <a:lnTo>
                      <a:pt x="337" y="0"/>
                    </a:lnTo>
                    <a:lnTo>
                      <a:pt x="806" y="98"/>
                    </a:lnTo>
                    <a:lnTo>
                      <a:pt x="497" y="583"/>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92298" name="Freeform 5"/>
              <p:cNvSpPr>
                <a:spLocks/>
              </p:cNvSpPr>
              <p:nvPr/>
            </p:nvSpPr>
            <p:spPr bwMode="auto">
              <a:xfrm>
                <a:off x="2882" y="1861"/>
                <a:ext cx="578" cy="384"/>
              </a:xfrm>
              <a:custGeom>
                <a:avLst/>
                <a:gdLst>
                  <a:gd name="T0" fmla="*/ 377 w 578"/>
                  <a:gd name="T1" fmla="*/ 383 h 384"/>
                  <a:gd name="T2" fmla="*/ 0 w 578"/>
                  <a:gd name="T3" fmla="*/ 291 h 384"/>
                  <a:gd name="T4" fmla="*/ 217 w 578"/>
                  <a:gd name="T5" fmla="*/ 0 h 384"/>
                  <a:gd name="T6" fmla="*/ 577 w 578"/>
                  <a:gd name="T7" fmla="*/ 74 h 384"/>
                  <a:gd name="T8" fmla="*/ 377 w 578"/>
                  <a:gd name="T9" fmla="*/ 383 h 384"/>
                  <a:gd name="T10" fmla="*/ 0 60000 65536"/>
                  <a:gd name="T11" fmla="*/ 0 60000 65536"/>
                  <a:gd name="T12" fmla="*/ 0 60000 65536"/>
                  <a:gd name="T13" fmla="*/ 0 60000 65536"/>
                  <a:gd name="T14" fmla="*/ 0 60000 65536"/>
                  <a:gd name="T15" fmla="*/ 0 w 578"/>
                  <a:gd name="T16" fmla="*/ 0 h 384"/>
                  <a:gd name="T17" fmla="*/ 578 w 578"/>
                  <a:gd name="T18" fmla="*/ 384 h 384"/>
                </a:gdLst>
                <a:ahLst/>
                <a:cxnLst>
                  <a:cxn ang="T10">
                    <a:pos x="T0" y="T1"/>
                  </a:cxn>
                  <a:cxn ang="T11">
                    <a:pos x="T2" y="T3"/>
                  </a:cxn>
                  <a:cxn ang="T12">
                    <a:pos x="T4" y="T5"/>
                  </a:cxn>
                  <a:cxn ang="T13">
                    <a:pos x="T6" y="T7"/>
                  </a:cxn>
                  <a:cxn ang="T14">
                    <a:pos x="T8" y="T9"/>
                  </a:cxn>
                </a:cxnLst>
                <a:rect l="T15" t="T16" r="T17" b="T18"/>
                <a:pathLst>
                  <a:path w="578" h="384">
                    <a:moveTo>
                      <a:pt x="377" y="383"/>
                    </a:moveTo>
                    <a:lnTo>
                      <a:pt x="0" y="291"/>
                    </a:lnTo>
                    <a:lnTo>
                      <a:pt x="217" y="0"/>
                    </a:lnTo>
                    <a:lnTo>
                      <a:pt x="577" y="74"/>
                    </a:lnTo>
                    <a:lnTo>
                      <a:pt x="377" y="383"/>
                    </a:lnTo>
                  </a:path>
                </a:pathLst>
              </a:custGeom>
              <a:solidFill>
                <a:srgbClr val="E22B00"/>
              </a:solidFill>
              <a:ln>
                <a:noFill/>
              </a:ln>
              <a:extLst>
                <a:ext uri="{91240B29-F687-4F45-9708-019B960494DF}">
                  <a14:hiddenLine xmlns:a14="http://schemas.microsoft.com/office/drawing/2010/main" w="12700" cap="rnd" cmpd="sng">
                    <a:solidFill>
                      <a:srgbClr val="000000"/>
                    </a:solidFill>
                    <a:prstDash val="solid"/>
                    <a:round/>
                    <a:headEnd type="none" w="med" len="med"/>
                    <a:tailEnd type="none" w="med" len="med"/>
                  </a14:hiddenLine>
                </a:ext>
              </a:extLst>
            </p:spPr>
            <p:txBody>
              <a:bodyPr/>
              <a:lstStyle/>
              <a:p>
                <a:endParaRPr lang="fr-FR"/>
              </a:p>
            </p:txBody>
          </p:sp>
          <p:sp>
            <p:nvSpPr>
              <p:cNvPr id="92299" name="Line 6"/>
              <p:cNvSpPr>
                <a:spLocks noChangeShapeType="1"/>
              </p:cNvSpPr>
              <p:nvPr/>
            </p:nvSpPr>
            <p:spPr bwMode="auto">
              <a:xfrm>
                <a:off x="3102" y="1862"/>
                <a:ext cx="352" cy="7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fr-FR"/>
              </a:p>
            </p:txBody>
          </p:sp>
          <p:sp>
            <p:nvSpPr>
              <p:cNvPr id="92300" name="Freeform 7"/>
              <p:cNvSpPr>
                <a:spLocks/>
              </p:cNvSpPr>
              <p:nvPr/>
            </p:nvSpPr>
            <p:spPr bwMode="auto">
              <a:xfrm>
                <a:off x="2762" y="1666"/>
                <a:ext cx="337" cy="485"/>
              </a:xfrm>
              <a:custGeom>
                <a:avLst/>
                <a:gdLst>
                  <a:gd name="T0" fmla="*/ 336 w 337"/>
                  <a:gd name="T1" fmla="*/ 194 h 485"/>
                  <a:gd name="T2" fmla="*/ 118 w 337"/>
                  <a:gd name="T3" fmla="*/ 484 h 485"/>
                  <a:gd name="T4" fmla="*/ 0 w 337"/>
                  <a:gd name="T5" fmla="*/ 452 h 485"/>
                  <a:gd name="T6" fmla="*/ 336 w 337"/>
                  <a:gd name="T7" fmla="*/ 0 h 485"/>
                  <a:gd name="T8" fmla="*/ 336 w 337"/>
                  <a:gd name="T9" fmla="*/ 152 h 485"/>
                  <a:gd name="T10" fmla="*/ 336 w 337"/>
                  <a:gd name="T11" fmla="*/ 194 h 485"/>
                  <a:gd name="T12" fmla="*/ 0 60000 65536"/>
                  <a:gd name="T13" fmla="*/ 0 60000 65536"/>
                  <a:gd name="T14" fmla="*/ 0 60000 65536"/>
                  <a:gd name="T15" fmla="*/ 0 60000 65536"/>
                  <a:gd name="T16" fmla="*/ 0 60000 65536"/>
                  <a:gd name="T17" fmla="*/ 0 60000 65536"/>
                  <a:gd name="T18" fmla="*/ 0 w 337"/>
                  <a:gd name="T19" fmla="*/ 0 h 485"/>
                  <a:gd name="T20" fmla="*/ 337 w 337"/>
                  <a:gd name="T21" fmla="*/ 485 h 485"/>
                </a:gdLst>
                <a:ahLst/>
                <a:cxnLst>
                  <a:cxn ang="T12">
                    <a:pos x="T0" y="T1"/>
                  </a:cxn>
                  <a:cxn ang="T13">
                    <a:pos x="T2" y="T3"/>
                  </a:cxn>
                  <a:cxn ang="T14">
                    <a:pos x="T4" y="T5"/>
                  </a:cxn>
                  <a:cxn ang="T15">
                    <a:pos x="T6" y="T7"/>
                  </a:cxn>
                  <a:cxn ang="T16">
                    <a:pos x="T8" y="T9"/>
                  </a:cxn>
                  <a:cxn ang="T17">
                    <a:pos x="T10" y="T11"/>
                  </a:cxn>
                </a:cxnLst>
                <a:rect l="T18" t="T19" r="T20" b="T21"/>
                <a:pathLst>
                  <a:path w="337" h="485">
                    <a:moveTo>
                      <a:pt x="336" y="194"/>
                    </a:moveTo>
                    <a:lnTo>
                      <a:pt x="118" y="484"/>
                    </a:lnTo>
                    <a:lnTo>
                      <a:pt x="0" y="452"/>
                    </a:lnTo>
                    <a:lnTo>
                      <a:pt x="336" y="0"/>
                    </a:lnTo>
                    <a:lnTo>
                      <a:pt x="336" y="152"/>
                    </a:lnTo>
                    <a:lnTo>
                      <a:pt x="336" y="194"/>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92301" name="Freeform 8"/>
              <p:cNvSpPr>
                <a:spLocks/>
              </p:cNvSpPr>
              <p:nvPr/>
            </p:nvSpPr>
            <p:spPr bwMode="auto">
              <a:xfrm>
                <a:off x="2757" y="2124"/>
                <a:ext cx="509" cy="339"/>
              </a:xfrm>
              <a:custGeom>
                <a:avLst/>
                <a:gdLst>
                  <a:gd name="T0" fmla="*/ 0 w 506"/>
                  <a:gd name="T1" fmla="*/ 0 h 345"/>
                  <a:gd name="T2" fmla="*/ 1 w 506"/>
                  <a:gd name="T3" fmla="*/ 198 h 345"/>
                  <a:gd name="T4" fmla="*/ 514 w 506"/>
                  <a:gd name="T5" fmla="*/ 326 h 345"/>
                  <a:gd name="T6" fmla="*/ 513 w 506"/>
                  <a:gd name="T7" fmla="*/ 124 h 345"/>
                  <a:gd name="T8" fmla="*/ 0 60000 65536"/>
                  <a:gd name="T9" fmla="*/ 0 60000 65536"/>
                  <a:gd name="T10" fmla="*/ 0 60000 65536"/>
                  <a:gd name="T11" fmla="*/ 0 60000 65536"/>
                  <a:gd name="T12" fmla="*/ 0 w 506"/>
                  <a:gd name="T13" fmla="*/ 0 h 345"/>
                  <a:gd name="T14" fmla="*/ 506 w 506"/>
                  <a:gd name="T15" fmla="*/ 345 h 345"/>
                </a:gdLst>
                <a:ahLst/>
                <a:cxnLst>
                  <a:cxn ang="T8">
                    <a:pos x="T0" y="T1"/>
                  </a:cxn>
                  <a:cxn ang="T9">
                    <a:pos x="T2" y="T3"/>
                  </a:cxn>
                  <a:cxn ang="T10">
                    <a:pos x="T4" y="T5"/>
                  </a:cxn>
                  <a:cxn ang="T11">
                    <a:pos x="T6" y="T7"/>
                  </a:cxn>
                </a:cxnLst>
                <a:rect l="T12" t="T13" r="T14" b="T15"/>
                <a:pathLst>
                  <a:path w="506" h="345">
                    <a:moveTo>
                      <a:pt x="0" y="0"/>
                    </a:moveTo>
                    <a:lnTo>
                      <a:pt x="1" y="209"/>
                    </a:lnTo>
                    <a:lnTo>
                      <a:pt x="505" y="344"/>
                    </a:lnTo>
                    <a:lnTo>
                      <a:pt x="504" y="130"/>
                    </a:lnTo>
                  </a:path>
                </a:pathLst>
              </a:custGeom>
              <a:solidFill>
                <a:srgbClr val="FC2C1C"/>
              </a:solidFill>
              <a:ln w="12700" cap="rnd" cmpd="sng">
                <a:solidFill>
                  <a:schemeClr val="bg2"/>
                </a:solidFill>
                <a:prstDash val="solid"/>
                <a:round/>
                <a:headEnd type="none" w="med" len="med"/>
                <a:tailEnd type="none" w="med" len="med"/>
              </a:ln>
            </p:spPr>
            <p:txBody>
              <a:bodyPr/>
              <a:lstStyle/>
              <a:p>
                <a:endParaRPr lang="fr-FR"/>
              </a:p>
            </p:txBody>
          </p:sp>
          <p:sp>
            <p:nvSpPr>
              <p:cNvPr id="92302" name="AutoShape 9"/>
              <p:cNvSpPr>
                <a:spLocks noChangeArrowheads="1"/>
              </p:cNvSpPr>
              <p:nvPr/>
            </p:nvSpPr>
            <p:spPr bwMode="auto">
              <a:xfrm rot="16200000" flipH="1">
                <a:off x="3067" y="1967"/>
                <a:ext cx="693" cy="306"/>
              </a:xfrm>
              <a:prstGeom prst="parallelogram">
                <a:avLst>
                  <a:gd name="adj" fmla="val 156202"/>
                </a:avLst>
              </a:prstGeom>
              <a:solidFill>
                <a:srgbClr val="FC2C1C"/>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sp>
          <p:nvSpPr>
            <p:cNvPr id="92289" name="AutoShape 28"/>
            <p:cNvSpPr>
              <a:spLocks noChangeArrowheads="1"/>
            </p:cNvSpPr>
            <p:nvPr/>
          </p:nvSpPr>
          <p:spPr bwMode="auto">
            <a:xfrm rot="2337505">
              <a:off x="2503" y="998"/>
              <a:ext cx="177" cy="266"/>
            </a:xfrm>
            <a:prstGeom prst="parallelogram">
              <a:avLst>
                <a:gd name="adj" fmla="val 25000"/>
              </a:avLst>
            </a:prstGeom>
            <a:solidFill>
              <a:schemeClr val="accent2"/>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92290" name="Oval 29"/>
            <p:cNvSpPr>
              <a:spLocks noChangeArrowheads="1"/>
            </p:cNvSpPr>
            <p:nvPr/>
          </p:nvSpPr>
          <p:spPr bwMode="auto">
            <a:xfrm rot="575549">
              <a:off x="2557" y="1117"/>
              <a:ext cx="164" cy="155"/>
            </a:xfrm>
            <a:prstGeom prst="ellipse">
              <a:avLst/>
            </a:prstGeom>
            <a:solidFill>
              <a:srgbClr val="00FF00"/>
            </a:solidFill>
            <a:ln w="9525" algn="ctr">
              <a:solidFill>
                <a:schemeClr val="tx1"/>
              </a:solidFill>
              <a:round/>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92291" name="AutoShape 30"/>
            <p:cNvSpPr>
              <a:spLocks noChangeArrowheads="1"/>
            </p:cNvSpPr>
            <p:nvPr/>
          </p:nvSpPr>
          <p:spPr bwMode="auto">
            <a:xfrm rot="669280">
              <a:off x="2410" y="1061"/>
              <a:ext cx="194" cy="144"/>
            </a:xfrm>
            <a:prstGeom prst="parallelogram">
              <a:avLst>
                <a:gd name="adj" fmla="val 33681"/>
              </a:avLst>
            </a:prstGeom>
            <a:solidFill>
              <a:srgbClr val="FFFF00"/>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92292" name="AutoShape 57"/>
            <p:cNvSpPr>
              <a:spLocks noChangeArrowheads="1"/>
            </p:cNvSpPr>
            <p:nvPr/>
          </p:nvSpPr>
          <p:spPr bwMode="auto">
            <a:xfrm rot="-5567485">
              <a:off x="2209" y="839"/>
              <a:ext cx="525" cy="415"/>
            </a:xfrm>
            <a:prstGeom prst="parallelogram">
              <a:avLst>
                <a:gd name="adj" fmla="val 23550"/>
              </a:avLst>
            </a:prstGeom>
            <a:solidFill>
              <a:schemeClr val="bg1"/>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92293" name="Text Box 58"/>
            <p:cNvSpPr txBox="1">
              <a:spLocks noChangeArrowheads="1"/>
            </p:cNvSpPr>
            <p:nvPr/>
          </p:nvSpPr>
          <p:spPr bwMode="auto">
            <a:xfrm rot="628236">
              <a:off x="2340" y="819"/>
              <a:ext cx="229" cy="1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1100" b="1">
                  <a:solidFill>
                    <a:schemeClr val="tx1"/>
                  </a:solidFill>
                </a:rPr>
                <a:t>R2</a:t>
              </a:r>
            </a:p>
          </p:txBody>
        </p:sp>
        <p:sp>
          <p:nvSpPr>
            <p:cNvPr id="92294" name="Oval 59"/>
            <p:cNvSpPr>
              <a:spLocks noChangeArrowheads="1"/>
            </p:cNvSpPr>
            <p:nvPr/>
          </p:nvSpPr>
          <p:spPr bwMode="auto">
            <a:xfrm>
              <a:off x="2523" y="1127"/>
              <a:ext cx="124" cy="124"/>
            </a:xfrm>
            <a:prstGeom prst="ellipse">
              <a:avLst/>
            </a:prstGeom>
            <a:solidFill>
              <a:schemeClr val="bg1"/>
            </a:solidFill>
            <a:ln w="9525">
              <a:solidFill>
                <a:schemeClr val="tx1"/>
              </a:solidFill>
              <a:round/>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92295" name="AutoShape 60"/>
            <p:cNvSpPr>
              <a:spLocks noChangeArrowheads="1"/>
            </p:cNvSpPr>
            <p:nvPr/>
          </p:nvSpPr>
          <p:spPr bwMode="auto">
            <a:xfrm rot="-5400000">
              <a:off x="2309" y="1080"/>
              <a:ext cx="130" cy="137"/>
            </a:xfrm>
            <a:prstGeom prst="parallelogram">
              <a:avLst>
                <a:gd name="adj" fmla="val 18250"/>
              </a:avLst>
            </a:prstGeom>
            <a:solidFill>
              <a:srgbClr val="FFFF00"/>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92296" name="AutoShape 61"/>
            <p:cNvSpPr>
              <a:spLocks noChangeArrowheads="1"/>
            </p:cNvSpPr>
            <p:nvPr/>
          </p:nvSpPr>
          <p:spPr bwMode="auto">
            <a:xfrm rot="-5567485">
              <a:off x="2394" y="910"/>
              <a:ext cx="158" cy="248"/>
            </a:xfrm>
            <a:prstGeom prst="parallelogram">
              <a:avLst>
                <a:gd name="adj" fmla="val 41009"/>
              </a:avLst>
            </a:prstGeom>
            <a:solidFill>
              <a:srgbClr val="FC2C1C"/>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grpSp>
        <p:nvGrpSpPr>
          <p:cNvPr id="92165" name="Group 89"/>
          <p:cNvGrpSpPr>
            <a:grpSpLocks/>
          </p:cNvGrpSpPr>
          <p:nvPr/>
        </p:nvGrpSpPr>
        <p:grpSpPr bwMode="auto">
          <a:xfrm>
            <a:off x="3717925" y="2520950"/>
            <a:ext cx="1058863" cy="1104900"/>
            <a:chOff x="861" y="790"/>
            <a:chExt cx="667" cy="696"/>
          </a:xfrm>
        </p:grpSpPr>
        <p:grpSp>
          <p:nvGrpSpPr>
            <p:cNvPr id="92272" name="Group 90"/>
            <p:cNvGrpSpPr>
              <a:grpSpLocks/>
            </p:cNvGrpSpPr>
            <p:nvPr/>
          </p:nvGrpSpPr>
          <p:grpSpPr bwMode="auto">
            <a:xfrm rot="-223274">
              <a:off x="861" y="829"/>
              <a:ext cx="667" cy="657"/>
              <a:chOff x="2757" y="1666"/>
              <a:chExt cx="812" cy="800"/>
            </a:xfrm>
          </p:grpSpPr>
          <p:sp>
            <p:nvSpPr>
              <p:cNvPr id="92282" name="Freeform 91"/>
              <p:cNvSpPr>
                <a:spLocks/>
              </p:cNvSpPr>
              <p:nvPr/>
            </p:nvSpPr>
            <p:spPr bwMode="auto">
              <a:xfrm>
                <a:off x="2762" y="1667"/>
                <a:ext cx="807" cy="584"/>
              </a:xfrm>
              <a:custGeom>
                <a:avLst/>
                <a:gdLst>
                  <a:gd name="T0" fmla="*/ 497 w 807"/>
                  <a:gd name="T1" fmla="*/ 583 h 584"/>
                  <a:gd name="T2" fmla="*/ 0 w 807"/>
                  <a:gd name="T3" fmla="*/ 452 h 584"/>
                  <a:gd name="T4" fmla="*/ 337 w 807"/>
                  <a:gd name="T5" fmla="*/ 0 h 584"/>
                  <a:gd name="T6" fmla="*/ 806 w 807"/>
                  <a:gd name="T7" fmla="*/ 98 h 584"/>
                  <a:gd name="T8" fmla="*/ 497 w 807"/>
                  <a:gd name="T9" fmla="*/ 583 h 584"/>
                  <a:gd name="T10" fmla="*/ 0 60000 65536"/>
                  <a:gd name="T11" fmla="*/ 0 60000 65536"/>
                  <a:gd name="T12" fmla="*/ 0 60000 65536"/>
                  <a:gd name="T13" fmla="*/ 0 60000 65536"/>
                  <a:gd name="T14" fmla="*/ 0 60000 65536"/>
                  <a:gd name="T15" fmla="*/ 0 w 807"/>
                  <a:gd name="T16" fmla="*/ 0 h 584"/>
                  <a:gd name="T17" fmla="*/ 807 w 807"/>
                  <a:gd name="T18" fmla="*/ 584 h 584"/>
                </a:gdLst>
                <a:ahLst/>
                <a:cxnLst>
                  <a:cxn ang="T10">
                    <a:pos x="T0" y="T1"/>
                  </a:cxn>
                  <a:cxn ang="T11">
                    <a:pos x="T2" y="T3"/>
                  </a:cxn>
                  <a:cxn ang="T12">
                    <a:pos x="T4" y="T5"/>
                  </a:cxn>
                  <a:cxn ang="T13">
                    <a:pos x="T6" y="T7"/>
                  </a:cxn>
                  <a:cxn ang="T14">
                    <a:pos x="T8" y="T9"/>
                  </a:cxn>
                </a:cxnLst>
                <a:rect l="T15" t="T16" r="T17" b="T18"/>
                <a:pathLst>
                  <a:path w="807" h="584">
                    <a:moveTo>
                      <a:pt x="497" y="583"/>
                    </a:moveTo>
                    <a:lnTo>
                      <a:pt x="0" y="452"/>
                    </a:lnTo>
                    <a:lnTo>
                      <a:pt x="337" y="0"/>
                    </a:lnTo>
                    <a:lnTo>
                      <a:pt x="806" y="98"/>
                    </a:lnTo>
                    <a:lnTo>
                      <a:pt x="497" y="583"/>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92283" name="Freeform 92"/>
              <p:cNvSpPr>
                <a:spLocks/>
              </p:cNvSpPr>
              <p:nvPr/>
            </p:nvSpPr>
            <p:spPr bwMode="auto">
              <a:xfrm>
                <a:off x="2882" y="1861"/>
                <a:ext cx="578" cy="384"/>
              </a:xfrm>
              <a:custGeom>
                <a:avLst/>
                <a:gdLst>
                  <a:gd name="T0" fmla="*/ 377 w 578"/>
                  <a:gd name="T1" fmla="*/ 383 h 384"/>
                  <a:gd name="T2" fmla="*/ 0 w 578"/>
                  <a:gd name="T3" fmla="*/ 291 h 384"/>
                  <a:gd name="T4" fmla="*/ 217 w 578"/>
                  <a:gd name="T5" fmla="*/ 0 h 384"/>
                  <a:gd name="T6" fmla="*/ 577 w 578"/>
                  <a:gd name="T7" fmla="*/ 74 h 384"/>
                  <a:gd name="T8" fmla="*/ 377 w 578"/>
                  <a:gd name="T9" fmla="*/ 383 h 384"/>
                  <a:gd name="T10" fmla="*/ 0 60000 65536"/>
                  <a:gd name="T11" fmla="*/ 0 60000 65536"/>
                  <a:gd name="T12" fmla="*/ 0 60000 65536"/>
                  <a:gd name="T13" fmla="*/ 0 60000 65536"/>
                  <a:gd name="T14" fmla="*/ 0 60000 65536"/>
                  <a:gd name="T15" fmla="*/ 0 w 578"/>
                  <a:gd name="T16" fmla="*/ 0 h 384"/>
                  <a:gd name="T17" fmla="*/ 578 w 578"/>
                  <a:gd name="T18" fmla="*/ 384 h 384"/>
                </a:gdLst>
                <a:ahLst/>
                <a:cxnLst>
                  <a:cxn ang="T10">
                    <a:pos x="T0" y="T1"/>
                  </a:cxn>
                  <a:cxn ang="T11">
                    <a:pos x="T2" y="T3"/>
                  </a:cxn>
                  <a:cxn ang="T12">
                    <a:pos x="T4" y="T5"/>
                  </a:cxn>
                  <a:cxn ang="T13">
                    <a:pos x="T6" y="T7"/>
                  </a:cxn>
                  <a:cxn ang="T14">
                    <a:pos x="T8" y="T9"/>
                  </a:cxn>
                </a:cxnLst>
                <a:rect l="T15" t="T16" r="T17" b="T18"/>
                <a:pathLst>
                  <a:path w="578" h="384">
                    <a:moveTo>
                      <a:pt x="377" y="383"/>
                    </a:moveTo>
                    <a:lnTo>
                      <a:pt x="0" y="291"/>
                    </a:lnTo>
                    <a:lnTo>
                      <a:pt x="217" y="0"/>
                    </a:lnTo>
                    <a:lnTo>
                      <a:pt x="577" y="74"/>
                    </a:lnTo>
                    <a:lnTo>
                      <a:pt x="377" y="383"/>
                    </a:lnTo>
                  </a:path>
                </a:pathLst>
              </a:custGeom>
              <a:solidFill>
                <a:srgbClr val="E22B00"/>
              </a:solidFill>
              <a:ln>
                <a:noFill/>
              </a:ln>
              <a:extLst>
                <a:ext uri="{91240B29-F687-4F45-9708-019B960494DF}">
                  <a14:hiddenLine xmlns:a14="http://schemas.microsoft.com/office/drawing/2010/main" w="12700" cap="rnd" cmpd="sng">
                    <a:solidFill>
                      <a:srgbClr val="000000"/>
                    </a:solidFill>
                    <a:prstDash val="solid"/>
                    <a:round/>
                    <a:headEnd type="none" w="med" len="med"/>
                    <a:tailEnd type="none" w="med" len="med"/>
                  </a14:hiddenLine>
                </a:ext>
              </a:extLst>
            </p:spPr>
            <p:txBody>
              <a:bodyPr/>
              <a:lstStyle/>
              <a:p>
                <a:endParaRPr lang="fr-FR"/>
              </a:p>
            </p:txBody>
          </p:sp>
          <p:sp>
            <p:nvSpPr>
              <p:cNvPr id="92284" name="Line 93"/>
              <p:cNvSpPr>
                <a:spLocks noChangeShapeType="1"/>
              </p:cNvSpPr>
              <p:nvPr/>
            </p:nvSpPr>
            <p:spPr bwMode="auto">
              <a:xfrm>
                <a:off x="3102" y="1862"/>
                <a:ext cx="352" cy="7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fr-FR"/>
              </a:p>
            </p:txBody>
          </p:sp>
          <p:sp>
            <p:nvSpPr>
              <p:cNvPr id="92285" name="Freeform 94"/>
              <p:cNvSpPr>
                <a:spLocks/>
              </p:cNvSpPr>
              <p:nvPr/>
            </p:nvSpPr>
            <p:spPr bwMode="auto">
              <a:xfrm>
                <a:off x="2762" y="1666"/>
                <a:ext cx="337" cy="485"/>
              </a:xfrm>
              <a:custGeom>
                <a:avLst/>
                <a:gdLst>
                  <a:gd name="T0" fmla="*/ 336 w 337"/>
                  <a:gd name="T1" fmla="*/ 194 h 485"/>
                  <a:gd name="T2" fmla="*/ 118 w 337"/>
                  <a:gd name="T3" fmla="*/ 484 h 485"/>
                  <a:gd name="T4" fmla="*/ 0 w 337"/>
                  <a:gd name="T5" fmla="*/ 452 h 485"/>
                  <a:gd name="T6" fmla="*/ 336 w 337"/>
                  <a:gd name="T7" fmla="*/ 0 h 485"/>
                  <a:gd name="T8" fmla="*/ 336 w 337"/>
                  <a:gd name="T9" fmla="*/ 152 h 485"/>
                  <a:gd name="T10" fmla="*/ 336 w 337"/>
                  <a:gd name="T11" fmla="*/ 194 h 485"/>
                  <a:gd name="T12" fmla="*/ 0 60000 65536"/>
                  <a:gd name="T13" fmla="*/ 0 60000 65536"/>
                  <a:gd name="T14" fmla="*/ 0 60000 65536"/>
                  <a:gd name="T15" fmla="*/ 0 60000 65536"/>
                  <a:gd name="T16" fmla="*/ 0 60000 65536"/>
                  <a:gd name="T17" fmla="*/ 0 60000 65536"/>
                  <a:gd name="T18" fmla="*/ 0 w 337"/>
                  <a:gd name="T19" fmla="*/ 0 h 485"/>
                  <a:gd name="T20" fmla="*/ 337 w 337"/>
                  <a:gd name="T21" fmla="*/ 485 h 485"/>
                </a:gdLst>
                <a:ahLst/>
                <a:cxnLst>
                  <a:cxn ang="T12">
                    <a:pos x="T0" y="T1"/>
                  </a:cxn>
                  <a:cxn ang="T13">
                    <a:pos x="T2" y="T3"/>
                  </a:cxn>
                  <a:cxn ang="T14">
                    <a:pos x="T4" y="T5"/>
                  </a:cxn>
                  <a:cxn ang="T15">
                    <a:pos x="T6" y="T7"/>
                  </a:cxn>
                  <a:cxn ang="T16">
                    <a:pos x="T8" y="T9"/>
                  </a:cxn>
                  <a:cxn ang="T17">
                    <a:pos x="T10" y="T11"/>
                  </a:cxn>
                </a:cxnLst>
                <a:rect l="T18" t="T19" r="T20" b="T21"/>
                <a:pathLst>
                  <a:path w="337" h="485">
                    <a:moveTo>
                      <a:pt x="336" y="194"/>
                    </a:moveTo>
                    <a:lnTo>
                      <a:pt x="118" y="484"/>
                    </a:lnTo>
                    <a:lnTo>
                      <a:pt x="0" y="452"/>
                    </a:lnTo>
                    <a:lnTo>
                      <a:pt x="336" y="0"/>
                    </a:lnTo>
                    <a:lnTo>
                      <a:pt x="336" y="152"/>
                    </a:lnTo>
                    <a:lnTo>
                      <a:pt x="336" y="194"/>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92286" name="Freeform 95"/>
              <p:cNvSpPr>
                <a:spLocks/>
              </p:cNvSpPr>
              <p:nvPr/>
            </p:nvSpPr>
            <p:spPr bwMode="auto">
              <a:xfrm>
                <a:off x="2757" y="2124"/>
                <a:ext cx="509" cy="339"/>
              </a:xfrm>
              <a:custGeom>
                <a:avLst/>
                <a:gdLst>
                  <a:gd name="T0" fmla="*/ 0 w 506"/>
                  <a:gd name="T1" fmla="*/ 0 h 345"/>
                  <a:gd name="T2" fmla="*/ 1 w 506"/>
                  <a:gd name="T3" fmla="*/ 198 h 345"/>
                  <a:gd name="T4" fmla="*/ 514 w 506"/>
                  <a:gd name="T5" fmla="*/ 326 h 345"/>
                  <a:gd name="T6" fmla="*/ 513 w 506"/>
                  <a:gd name="T7" fmla="*/ 124 h 345"/>
                  <a:gd name="T8" fmla="*/ 0 60000 65536"/>
                  <a:gd name="T9" fmla="*/ 0 60000 65536"/>
                  <a:gd name="T10" fmla="*/ 0 60000 65536"/>
                  <a:gd name="T11" fmla="*/ 0 60000 65536"/>
                  <a:gd name="T12" fmla="*/ 0 w 506"/>
                  <a:gd name="T13" fmla="*/ 0 h 345"/>
                  <a:gd name="T14" fmla="*/ 506 w 506"/>
                  <a:gd name="T15" fmla="*/ 345 h 345"/>
                </a:gdLst>
                <a:ahLst/>
                <a:cxnLst>
                  <a:cxn ang="T8">
                    <a:pos x="T0" y="T1"/>
                  </a:cxn>
                  <a:cxn ang="T9">
                    <a:pos x="T2" y="T3"/>
                  </a:cxn>
                  <a:cxn ang="T10">
                    <a:pos x="T4" y="T5"/>
                  </a:cxn>
                  <a:cxn ang="T11">
                    <a:pos x="T6" y="T7"/>
                  </a:cxn>
                </a:cxnLst>
                <a:rect l="T12" t="T13" r="T14" b="T15"/>
                <a:pathLst>
                  <a:path w="506" h="345">
                    <a:moveTo>
                      <a:pt x="0" y="0"/>
                    </a:moveTo>
                    <a:lnTo>
                      <a:pt x="1" y="209"/>
                    </a:lnTo>
                    <a:lnTo>
                      <a:pt x="505" y="344"/>
                    </a:lnTo>
                    <a:lnTo>
                      <a:pt x="504" y="130"/>
                    </a:lnTo>
                  </a:path>
                </a:pathLst>
              </a:custGeom>
              <a:solidFill>
                <a:srgbClr val="FC2C1C"/>
              </a:solidFill>
              <a:ln w="12700" cap="rnd" cmpd="sng">
                <a:solidFill>
                  <a:schemeClr val="bg2"/>
                </a:solidFill>
                <a:prstDash val="solid"/>
                <a:round/>
                <a:headEnd type="none" w="med" len="med"/>
                <a:tailEnd type="none" w="med" len="med"/>
              </a:ln>
            </p:spPr>
            <p:txBody>
              <a:bodyPr/>
              <a:lstStyle/>
              <a:p>
                <a:endParaRPr lang="fr-FR"/>
              </a:p>
            </p:txBody>
          </p:sp>
          <p:sp>
            <p:nvSpPr>
              <p:cNvPr id="92287" name="AutoShape 96"/>
              <p:cNvSpPr>
                <a:spLocks noChangeArrowheads="1"/>
              </p:cNvSpPr>
              <p:nvPr/>
            </p:nvSpPr>
            <p:spPr bwMode="auto">
              <a:xfrm rot="16200000" flipH="1">
                <a:off x="3067" y="1967"/>
                <a:ext cx="693" cy="306"/>
              </a:xfrm>
              <a:prstGeom prst="parallelogram">
                <a:avLst>
                  <a:gd name="adj" fmla="val 156202"/>
                </a:avLst>
              </a:prstGeom>
              <a:solidFill>
                <a:srgbClr val="FC2C1C"/>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sp>
          <p:nvSpPr>
            <p:cNvPr id="92273" name="AutoShape 97"/>
            <p:cNvSpPr>
              <a:spLocks noChangeArrowheads="1"/>
            </p:cNvSpPr>
            <p:nvPr/>
          </p:nvSpPr>
          <p:spPr bwMode="auto">
            <a:xfrm rot="2337505">
              <a:off x="1106" y="1004"/>
              <a:ext cx="177" cy="266"/>
            </a:xfrm>
            <a:prstGeom prst="parallelogram">
              <a:avLst>
                <a:gd name="adj" fmla="val 25000"/>
              </a:avLst>
            </a:prstGeom>
            <a:solidFill>
              <a:schemeClr val="accent2"/>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92274" name="Oval 98"/>
            <p:cNvSpPr>
              <a:spLocks noChangeArrowheads="1"/>
            </p:cNvSpPr>
            <p:nvPr/>
          </p:nvSpPr>
          <p:spPr bwMode="auto">
            <a:xfrm rot="575549">
              <a:off x="1160" y="1123"/>
              <a:ext cx="164" cy="155"/>
            </a:xfrm>
            <a:prstGeom prst="ellipse">
              <a:avLst/>
            </a:prstGeom>
            <a:solidFill>
              <a:srgbClr val="00FF00"/>
            </a:solidFill>
            <a:ln w="9525" algn="ctr">
              <a:solidFill>
                <a:schemeClr val="tx1"/>
              </a:solidFill>
              <a:round/>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92275" name="AutoShape 99"/>
            <p:cNvSpPr>
              <a:spLocks noChangeArrowheads="1"/>
            </p:cNvSpPr>
            <p:nvPr/>
          </p:nvSpPr>
          <p:spPr bwMode="auto">
            <a:xfrm rot="669280">
              <a:off x="1013" y="1067"/>
              <a:ext cx="194" cy="144"/>
            </a:xfrm>
            <a:prstGeom prst="parallelogram">
              <a:avLst>
                <a:gd name="adj" fmla="val 33681"/>
              </a:avLst>
            </a:prstGeom>
            <a:solidFill>
              <a:srgbClr val="FFFF00"/>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nvGrpSpPr>
            <p:cNvPr id="92276" name="Group 100"/>
            <p:cNvGrpSpPr>
              <a:grpSpLocks/>
            </p:cNvGrpSpPr>
            <p:nvPr/>
          </p:nvGrpSpPr>
          <p:grpSpPr bwMode="auto">
            <a:xfrm>
              <a:off x="867" y="790"/>
              <a:ext cx="415" cy="525"/>
              <a:chOff x="2685" y="2530"/>
              <a:chExt cx="415" cy="525"/>
            </a:xfrm>
          </p:grpSpPr>
          <p:sp>
            <p:nvSpPr>
              <p:cNvPr id="92277" name="AutoShape 101"/>
              <p:cNvSpPr>
                <a:spLocks noChangeArrowheads="1"/>
              </p:cNvSpPr>
              <p:nvPr/>
            </p:nvSpPr>
            <p:spPr bwMode="auto">
              <a:xfrm rot="-5567485">
                <a:off x="2630" y="2585"/>
                <a:ext cx="525" cy="415"/>
              </a:xfrm>
              <a:prstGeom prst="parallelogram">
                <a:avLst>
                  <a:gd name="adj" fmla="val 23550"/>
                </a:avLst>
              </a:prstGeom>
              <a:solidFill>
                <a:schemeClr val="bg1"/>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92278" name="Text Box 102"/>
              <p:cNvSpPr txBox="1">
                <a:spLocks noChangeArrowheads="1"/>
              </p:cNvSpPr>
              <p:nvPr/>
            </p:nvSpPr>
            <p:spPr bwMode="auto">
              <a:xfrm rot="628236">
                <a:off x="2761" y="2565"/>
                <a:ext cx="229" cy="1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1100" b="1">
                    <a:solidFill>
                      <a:schemeClr val="tx1"/>
                    </a:solidFill>
                  </a:rPr>
                  <a:t>R5</a:t>
                </a:r>
              </a:p>
            </p:txBody>
          </p:sp>
          <p:sp>
            <p:nvSpPr>
              <p:cNvPr id="92279" name="Oval 103"/>
              <p:cNvSpPr>
                <a:spLocks noChangeArrowheads="1"/>
              </p:cNvSpPr>
              <p:nvPr/>
            </p:nvSpPr>
            <p:spPr bwMode="auto">
              <a:xfrm>
                <a:off x="2944" y="2873"/>
                <a:ext cx="124" cy="124"/>
              </a:xfrm>
              <a:prstGeom prst="ellipse">
                <a:avLst/>
              </a:prstGeom>
              <a:solidFill>
                <a:srgbClr val="00CC00"/>
              </a:solidFill>
              <a:ln w="9525">
                <a:solidFill>
                  <a:schemeClr val="tx1"/>
                </a:solidFill>
                <a:round/>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92280" name="AutoShape 104"/>
              <p:cNvSpPr>
                <a:spLocks noChangeArrowheads="1"/>
              </p:cNvSpPr>
              <p:nvPr/>
            </p:nvSpPr>
            <p:spPr bwMode="auto">
              <a:xfrm rot="-5400000">
                <a:off x="2730" y="2826"/>
                <a:ext cx="130" cy="137"/>
              </a:xfrm>
              <a:prstGeom prst="parallelogram">
                <a:avLst>
                  <a:gd name="adj" fmla="val 18250"/>
                </a:avLst>
              </a:prstGeom>
              <a:solidFill>
                <a:schemeClr val="bg1"/>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92281" name="AutoShape 105"/>
              <p:cNvSpPr>
                <a:spLocks noChangeArrowheads="1"/>
              </p:cNvSpPr>
              <p:nvPr/>
            </p:nvSpPr>
            <p:spPr bwMode="auto">
              <a:xfrm rot="-5567485">
                <a:off x="2815" y="2656"/>
                <a:ext cx="158" cy="248"/>
              </a:xfrm>
              <a:prstGeom prst="parallelogram">
                <a:avLst>
                  <a:gd name="adj" fmla="val 41009"/>
                </a:avLst>
              </a:prstGeom>
              <a:solidFill>
                <a:schemeClr val="accent2"/>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grpSp>
      <p:grpSp>
        <p:nvGrpSpPr>
          <p:cNvPr id="92166" name="Group 107"/>
          <p:cNvGrpSpPr>
            <a:grpSpLocks/>
          </p:cNvGrpSpPr>
          <p:nvPr/>
        </p:nvGrpSpPr>
        <p:grpSpPr bwMode="auto">
          <a:xfrm rot="-223274">
            <a:off x="3692525" y="4087813"/>
            <a:ext cx="1058863" cy="1042987"/>
            <a:chOff x="2757" y="1666"/>
            <a:chExt cx="812" cy="800"/>
          </a:xfrm>
        </p:grpSpPr>
        <p:sp>
          <p:nvSpPr>
            <p:cNvPr id="92266" name="Freeform 108"/>
            <p:cNvSpPr>
              <a:spLocks/>
            </p:cNvSpPr>
            <p:nvPr/>
          </p:nvSpPr>
          <p:spPr bwMode="auto">
            <a:xfrm>
              <a:off x="2762" y="1667"/>
              <a:ext cx="807" cy="584"/>
            </a:xfrm>
            <a:custGeom>
              <a:avLst/>
              <a:gdLst>
                <a:gd name="T0" fmla="*/ 497 w 807"/>
                <a:gd name="T1" fmla="*/ 583 h 584"/>
                <a:gd name="T2" fmla="*/ 0 w 807"/>
                <a:gd name="T3" fmla="*/ 452 h 584"/>
                <a:gd name="T4" fmla="*/ 337 w 807"/>
                <a:gd name="T5" fmla="*/ 0 h 584"/>
                <a:gd name="T6" fmla="*/ 806 w 807"/>
                <a:gd name="T7" fmla="*/ 98 h 584"/>
                <a:gd name="T8" fmla="*/ 497 w 807"/>
                <a:gd name="T9" fmla="*/ 583 h 584"/>
                <a:gd name="T10" fmla="*/ 0 60000 65536"/>
                <a:gd name="T11" fmla="*/ 0 60000 65536"/>
                <a:gd name="T12" fmla="*/ 0 60000 65536"/>
                <a:gd name="T13" fmla="*/ 0 60000 65536"/>
                <a:gd name="T14" fmla="*/ 0 60000 65536"/>
                <a:gd name="T15" fmla="*/ 0 w 807"/>
                <a:gd name="T16" fmla="*/ 0 h 584"/>
                <a:gd name="T17" fmla="*/ 807 w 807"/>
                <a:gd name="T18" fmla="*/ 584 h 584"/>
              </a:gdLst>
              <a:ahLst/>
              <a:cxnLst>
                <a:cxn ang="T10">
                  <a:pos x="T0" y="T1"/>
                </a:cxn>
                <a:cxn ang="T11">
                  <a:pos x="T2" y="T3"/>
                </a:cxn>
                <a:cxn ang="T12">
                  <a:pos x="T4" y="T5"/>
                </a:cxn>
                <a:cxn ang="T13">
                  <a:pos x="T6" y="T7"/>
                </a:cxn>
                <a:cxn ang="T14">
                  <a:pos x="T8" y="T9"/>
                </a:cxn>
              </a:cxnLst>
              <a:rect l="T15" t="T16" r="T17" b="T18"/>
              <a:pathLst>
                <a:path w="807" h="584">
                  <a:moveTo>
                    <a:pt x="497" y="583"/>
                  </a:moveTo>
                  <a:lnTo>
                    <a:pt x="0" y="452"/>
                  </a:lnTo>
                  <a:lnTo>
                    <a:pt x="337" y="0"/>
                  </a:lnTo>
                  <a:lnTo>
                    <a:pt x="806" y="98"/>
                  </a:lnTo>
                  <a:lnTo>
                    <a:pt x="497" y="583"/>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92267" name="Freeform 109"/>
            <p:cNvSpPr>
              <a:spLocks/>
            </p:cNvSpPr>
            <p:nvPr/>
          </p:nvSpPr>
          <p:spPr bwMode="auto">
            <a:xfrm>
              <a:off x="2882" y="1861"/>
              <a:ext cx="578" cy="384"/>
            </a:xfrm>
            <a:custGeom>
              <a:avLst/>
              <a:gdLst>
                <a:gd name="T0" fmla="*/ 377 w 578"/>
                <a:gd name="T1" fmla="*/ 383 h 384"/>
                <a:gd name="T2" fmla="*/ 0 w 578"/>
                <a:gd name="T3" fmla="*/ 291 h 384"/>
                <a:gd name="T4" fmla="*/ 217 w 578"/>
                <a:gd name="T5" fmla="*/ 0 h 384"/>
                <a:gd name="T6" fmla="*/ 577 w 578"/>
                <a:gd name="T7" fmla="*/ 74 h 384"/>
                <a:gd name="T8" fmla="*/ 377 w 578"/>
                <a:gd name="T9" fmla="*/ 383 h 384"/>
                <a:gd name="T10" fmla="*/ 0 60000 65536"/>
                <a:gd name="T11" fmla="*/ 0 60000 65536"/>
                <a:gd name="T12" fmla="*/ 0 60000 65536"/>
                <a:gd name="T13" fmla="*/ 0 60000 65536"/>
                <a:gd name="T14" fmla="*/ 0 60000 65536"/>
                <a:gd name="T15" fmla="*/ 0 w 578"/>
                <a:gd name="T16" fmla="*/ 0 h 384"/>
                <a:gd name="T17" fmla="*/ 578 w 578"/>
                <a:gd name="T18" fmla="*/ 384 h 384"/>
              </a:gdLst>
              <a:ahLst/>
              <a:cxnLst>
                <a:cxn ang="T10">
                  <a:pos x="T0" y="T1"/>
                </a:cxn>
                <a:cxn ang="T11">
                  <a:pos x="T2" y="T3"/>
                </a:cxn>
                <a:cxn ang="T12">
                  <a:pos x="T4" y="T5"/>
                </a:cxn>
                <a:cxn ang="T13">
                  <a:pos x="T6" y="T7"/>
                </a:cxn>
                <a:cxn ang="T14">
                  <a:pos x="T8" y="T9"/>
                </a:cxn>
              </a:cxnLst>
              <a:rect l="T15" t="T16" r="T17" b="T18"/>
              <a:pathLst>
                <a:path w="578" h="384">
                  <a:moveTo>
                    <a:pt x="377" y="383"/>
                  </a:moveTo>
                  <a:lnTo>
                    <a:pt x="0" y="291"/>
                  </a:lnTo>
                  <a:lnTo>
                    <a:pt x="217" y="0"/>
                  </a:lnTo>
                  <a:lnTo>
                    <a:pt x="577" y="74"/>
                  </a:lnTo>
                  <a:lnTo>
                    <a:pt x="377" y="383"/>
                  </a:lnTo>
                </a:path>
              </a:pathLst>
            </a:custGeom>
            <a:solidFill>
              <a:srgbClr val="E22B00"/>
            </a:solidFill>
            <a:ln>
              <a:noFill/>
            </a:ln>
            <a:extLst>
              <a:ext uri="{91240B29-F687-4F45-9708-019B960494DF}">
                <a14:hiddenLine xmlns:a14="http://schemas.microsoft.com/office/drawing/2010/main" w="12700" cap="rnd" cmpd="sng">
                  <a:solidFill>
                    <a:srgbClr val="000000"/>
                  </a:solidFill>
                  <a:prstDash val="solid"/>
                  <a:round/>
                  <a:headEnd type="none" w="med" len="med"/>
                  <a:tailEnd type="none" w="med" len="med"/>
                </a14:hiddenLine>
              </a:ext>
            </a:extLst>
          </p:spPr>
          <p:txBody>
            <a:bodyPr/>
            <a:lstStyle/>
            <a:p>
              <a:endParaRPr lang="fr-FR"/>
            </a:p>
          </p:txBody>
        </p:sp>
        <p:sp>
          <p:nvSpPr>
            <p:cNvPr id="92268" name="Line 110"/>
            <p:cNvSpPr>
              <a:spLocks noChangeShapeType="1"/>
            </p:cNvSpPr>
            <p:nvPr/>
          </p:nvSpPr>
          <p:spPr bwMode="auto">
            <a:xfrm>
              <a:off x="3102" y="1862"/>
              <a:ext cx="352" cy="7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fr-FR"/>
            </a:p>
          </p:txBody>
        </p:sp>
        <p:sp>
          <p:nvSpPr>
            <p:cNvPr id="92269" name="Freeform 111"/>
            <p:cNvSpPr>
              <a:spLocks/>
            </p:cNvSpPr>
            <p:nvPr/>
          </p:nvSpPr>
          <p:spPr bwMode="auto">
            <a:xfrm>
              <a:off x="2762" y="1666"/>
              <a:ext cx="337" cy="485"/>
            </a:xfrm>
            <a:custGeom>
              <a:avLst/>
              <a:gdLst>
                <a:gd name="T0" fmla="*/ 336 w 337"/>
                <a:gd name="T1" fmla="*/ 194 h 485"/>
                <a:gd name="T2" fmla="*/ 118 w 337"/>
                <a:gd name="T3" fmla="*/ 484 h 485"/>
                <a:gd name="T4" fmla="*/ 0 w 337"/>
                <a:gd name="T5" fmla="*/ 452 h 485"/>
                <a:gd name="T6" fmla="*/ 336 w 337"/>
                <a:gd name="T7" fmla="*/ 0 h 485"/>
                <a:gd name="T8" fmla="*/ 336 w 337"/>
                <a:gd name="T9" fmla="*/ 152 h 485"/>
                <a:gd name="T10" fmla="*/ 336 w 337"/>
                <a:gd name="T11" fmla="*/ 194 h 485"/>
                <a:gd name="T12" fmla="*/ 0 60000 65536"/>
                <a:gd name="T13" fmla="*/ 0 60000 65536"/>
                <a:gd name="T14" fmla="*/ 0 60000 65536"/>
                <a:gd name="T15" fmla="*/ 0 60000 65536"/>
                <a:gd name="T16" fmla="*/ 0 60000 65536"/>
                <a:gd name="T17" fmla="*/ 0 60000 65536"/>
                <a:gd name="T18" fmla="*/ 0 w 337"/>
                <a:gd name="T19" fmla="*/ 0 h 485"/>
                <a:gd name="T20" fmla="*/ 337 w 337"/>
                <a:gd name="T21" fmla="*/ 485 h 485"/>
              </a:gdLst>
              <a:ahLst/>
              <a:cxnLst>
                <a:cxn ang="T12">
                  <a:pos x="T0" y="T1"/>
                </a:cxn>
                <a:cxn ang="T13">
                  <a:pos x="T2" y="T3"/>
                </a:cxn>
                <a:cxn ang="T14">
                  <a:pos x="T4" y="T5"/>
                </a:cxn>
                <a:cxn ang="T15">
                  <a:pos x="T6" y="T7"/>
                </a:cxn>
                <a:cxn ang="T16">
                  <a:pos x="T8" y="T9"/>
                </a:cxn>
                <a:cxn ang="T17">
                  <a:pos x="T10" y="T11"/>
                </a:cxn>
              </a:cxnLst>
              <a:rect l="T18" t="T19" r="T20" b="T21"/>
              <a:pathLst>
                <a:path w="337" h="485">
                  <a:moveTo>
                    <a:pt x="336" y="194"/>
                  </a:moveTo>
                  <a:lnTo>
                    <a:pt x="118" y="484"/>
                  </a:lnTo>
                  <a:lnTo>
                    <a:pt x="0" y="452"/>
                  </a:lnTo>
                  <a:lnTo>
                    <a:pt x="336" y="0"/>
                  </a:lnTo>
                  <a:lnTo>
                    <a:pt x="336" y="152"/>
                  </a:lnTo>
                  <a:lnTo>
                    <a:pt x="336" y="194"/>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92270" name="Freeform 112"/>
            <p:cNvSpPr>
              <a:spLocks/>
            </p:cNvSpPr>
            <p:nvPr/>
          </p:nvSpPr>
          <p:spPr bwMode="auto">
            <a:xfrm>
              <a:off x="2757" y="2124"/>
              <a:ext cx="509" cy="339"/>
            </a:xfrm>
            <a:custGeom>
              <a:avLst/>
              <a:gdLst>
                <a:gd name="T0" fmla="*/ 0 w 506"/>
                <a:gd name="T1" fmla="*/ 0 h 345"/>
                <a:gd name="T2" fmla="*/ 1 w 506"/>
                <a:gd name="T3" fmla="*/ 198 h 345"/>
                <a:gd name="T4" fmla="*/ 514 w 506"/>
                <a:gd name="T5" fmla="*/ 326 h 345"/>
                <a:gd name="T6" fmla="*/ 513 w 506"/>
                <a:gd name="T7" fmla="*/ 124 h 345"/>
                <a:gd name="T8" fmla="*/ 0 60000 65536"/>
                <a:gd name="T9" fmla="*/ 0 60000 65536"/>
                <a:gd name="T10" fmla="*/ 0 60000 65536"/>
                <a:gd name="T11" fmla="*/ 0 60000 65536"/>
                <a:gd name="T12" fmla="*/ 0 w 506"/>
                <a:gd name="T13" fmla="*/ 0 h 345"/>
                <a:gd name="T14" fmla="*/ 506 w 506"/>
                <a:gd name="T15" fmla="*/ 345 h 345"/>
              </a:gdLst>
              <a:ahLst/>
              <a:cxnLst>
                <a:cxn ang="T8">
                  <a:pos x="T0" y="T1"/>
                </a:cxn>
                <a:cxn ang="T9">
                  <a:pos x="T2" y="T3"/>
                </a:cxn>
                <a:cxn ang="T10">
                  <a:pos x="T4" y="T5"/>
                </a:cxn>
                <a:cxn ang="T11">
                  <a:pos x="T6" y="T7"/>
                </a:cxn>
              </a:cxnLst>
              <a:rect l="T12" t="T13" r="T14" b="T15"/>
              <a:pathLst>
                <a:path w="506" h="345">
                  <a:moveTo>
                    <a:pt x="0" y="0"/>
                  </a:moveTo>
                  <a:lnTo>
                    <a:pt x="1" y="209"/>
                  </a:lnTo>
                  <a:lnTo>
                    <a:pt x="505" y="344"/>
                  </a:lnTo>
                  <a:lnTo>
                    <a:pt x="504" y="130"/>
                  </a:lnTo>
                </a:path>
              </a:pathLst>
            </a:custGeom>
            <a:solidFill>
              <a:srgbClr val="FC2C1C"/>
            </a:solidFill>
            <a:ln w="12700" cap="rnd" cmpd="sng">
              <a:solidFill>
                <a:schemeClr val="bg2"/>
              </a:solidFill>
              <a:prstDash val="solid"/>
              <a:round/>
              <a:headEnd type="none" w="med" len="med"/>
              <a:tailEnd type="none" w="med" len="med"/>
            </a:ln>
          </p:spPr>
          <p:txBody>
            <a:bodyPr/>
            <a:lstStyle/>
            <a:p>
              <a:endParaRPr lang="fr-FR"/>
            </a:p>
          </p:txBody>
        </p:sp>
        <p:sp>
          <p:nvSpPr>
            <p:cNvPr id="92271" name="AutoShape 113"/>
            <p:cNvSpPr>
              <a:spLocks noChangeArrowheads="1"/>
            </p:cNvSpPr>
            <p:nvPr/>
          </p:nvSpPr>
          <p:spPr bwMode="auto">
            <a:xfrm rot="16200000" flipH="1">
              <a:off x="3067" y="1967"/>
              <a:ext cx="693" cy="306"/>
            </a:xfrm>
            <a:prstGeom prst="parallelogram">
              <a:avLst>
                <a:gd name="adj" fmla="val 156202"/>
              </a:avLst>
            </a:prstGeom>
            <a:solidFill>
              <a:srgbClr val="FC2C1C"/>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grpSp>
        <p:nvGrpSpPr>
          <p:cNvPr id="92167" name="Group 232"/>
          <p:cNvGrpSpPr>
            <a:grpSpLocks/>
          </p:cNvGrpSpPr>
          <p:nvPr/>
        </p:nvGrpSpPr>
        <p:grpSpPr bwMode="auto">
          <a:xfrm>
            <a:off x="3681413" y="3976688"/>
            <a:ext cx="725487" cy="833437"/>
            <a:chOff x="2319" y="2505"/>
            <a:chExt cx="457" cy="525"/>
          </a:xfrm>
        </p:grpSpPr>
        <p:sp>
          <p:nvSpPr>
            <p:cNvPr id="92258" name="AutoShape 114"/>
            <p:cNvSpPr>
              <a:spLocks noChangeArrowheads="1"/>
            </p:cNvSpPr>
            <p:nvPr/>
          </p:nvSpPr>
          <p:spPr bwMode="auto">
            <a:xfrm rot="2337505">
              <a:off x="2558" y="2719"/>
              <a:ext cx="177" cy="266"/>
            </a:xfrm>
            <a:prstGeom prst="parallelogram">
              <a:avLst>
                <a:gd name="adj" fmla="val 25000"/>
              </a:avLst>
            </a:prstGeom>
            <a:solidFill>
              <a:schemeClr val="accent2"/>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92259" name="Oval 115"/>
            <p:cNvSpPr>
              <a:spLocks noChangeArrowheads="1"/>
            </p:cNvSpPr>
            <p:nvPr/>
          </p:nvSpPr>
          <p:spPr bwMode="auto">
            <a:xfrm rot="575549">
              <a:off x="2612" y="2838"/>
              <a:ext cx="164" cy="155"/>
            </a:xfrm>
            <a:prstGeom prst="ellipse">
              <a:avLst/>
            </a:prstGeom>
            <a:solidFill>
              <a:srgbClr val="00FF00"/>
            </a:solidFill>
            <a:ln w="9525" algn="ctr">
              <a:solidFill>
                <a:schemeClr val="tx1"/>
              </a:solidFill>
              <a:round/>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92260" name="AutoShape 116"/>
            <p:cNvSpPr>
              <a:spLocks noChangeArrowheads="1"/>
            </p:cNvSpPr>
            <p:nvPr/>
          </p:nvSpPr>
          <p:spPr bwMode="auto">
            <a:xfrm rot="669280">
              <a:off x="2465" y="2782"/>
              <a:ext cx="194" cy="144"/>
            </a:xfrm>
            <a:prstGeom prst="parallelogram">
              <a:avLst>
                <a:gd name="adj" fmla="val 33681"/>
              </a:avLst>
            </a:prstGeom>
            <a:solidFill>
              <a:srgbClr val="FFFF00"/>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92261" name="AutoShape 118"/>
            <p:cNvSpPr>
              <a:spLocks noChangeArrowheads="1"/>
            </p:cNvSpPr>
            <p:nvPr/>
          </p:nvSpPr>
          <p:spPr bwMode="auto">
            <a:xfrm rot="-5567485">
              <a:off x="2264" y="2560"/>
              <a:ext cx="525" cy="415"/>
            </a:xfrm>
            <a:prstGeom prst="parallelogram">
              <a:avLst>
                <a:gd name="adj" fmla="val 23550"/>
              </a:avLst>
            </a:prstGeom>
            <a:solidFill>
              <a:schemeClr val="bg1"/>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92262" name="Text Box 119"/>
            <p:cNvSpPr txBox="1">
              <a:spLocks noChangeArrowheads="1"/>
            </p:cNvSpPr>
            <p:nvPr/>
          </p:nvSpPr>
          <p:spPr bwMode="auto">
            <a:xfrm rot="628236">
              <a:off x="2395" y="2540"/>
              <a:ext cx="229" cy="1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1100" b="1">
                  <a:solidFill>
                    <a:schemeClr val="tx1"/>
                  </a:solidFill>
                </a:rPr>
                <a:t>R6</a:t>
              </a:r>
            </a:p>
          </p:txBody>
        </p:sp>
        <p:sp>
          <p:nvSpPr>
            <p:cNvPr id="92263" name="Oval 120"/>
            <p:cNvSpPr>
              <a:spLocks noChangeArrowheads="1"/>
            </p:cNvSpPr>
            <p:nvPr/>
          </p:nvSpPr>
          <p:spPr bwMode="auto">
            <a:xfrm>
              <a:off x="2578" y="2848"/>
              <a:ext cx="124" cy="124"/>
            </a:xfrm>
            <a:prstGeom prst="ellipse">
              <a:avLst/>
            </a:prstGeom>
            <a:solidFill>
              <a:srgbClr val="FC2C1C"/>
            </a:solidFill>
            <a:ln w="9525">
              <a:solidFill>
                <a:schemeClr val="tx1"/>
              </a:solidFill>
              <a:round/>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92264" name="AutoShape 121"/>
            <p:cNvSpPr>
              <a:spLocks noChangeArrowheads="1"/>
            </p:cNvSpPr>
            <p:nvPr/>
          </p:nvSpPr>
          <p:spPr bwMode="auto">
            <a:xfrm rot="-5400000">
              <a:off x="2385" y="2801"/>
              <a:ext cx="130" cy="137"/>
            </a:xfrm>
            <a:prstGeom prst="parallelogram">
              <a:avLst>
                <a:gd name="adj" fmla="val 18250"/>
              </a:avLst>
            </a:prstGeom>
            <a:solidFill>
              <a:schemeClr val="bg1"/>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92265" name="AutoShape 122"/>
            <p:cNvSpPr>
              <a:spLocks noChangeArrowheads="1"/>
            </p:cNvSpPr>
            <p:nvPr/>
          </p:nvSpPr>
          <p:spPr bwMode="auto">
            <a:xfrm rot="-5567485">
              <a:off x="2449" y="2631"/>
              <a:ext cx="158" cy="248"/>
            </a:xfrm>
            <a:prstGeom prst="parallelogram">
              <a:avLst>
                <a:gd name="adj" fmla="val 41009"/>
              </a:avLst>
            </a:prstGeom>
            <a:solidFill>
              <a:schemeClr val="accent2"/>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grpSp>
        <p:nvGrpSpPr>
          <p:cNvPr id="9" name="Group 235"/>
          <p:cNvGrpSpPr>
            <a:grpSpLocks/>
          </p:cNvGrpSpPr>
          <p:nvPr/>
        </p:nvGrpSpPr>
        <p:grpSpPr bwMode="auto">
          <a:xfrm>
            <a:off x="4802188" y="1963738"/>
            <a:ext cx="4000500" cy="2489200"/>
            <a:chOff x="3025" y="1237"/>
            <a:chExt cx="2520" cy="1568"/>
          </a:xfrm>
        </p:grpSpPr>
        <p:sp>
          <p:nvSpPr>
            <p:cNvPr id="92196" name="Text Box 23"/>
            <p:cNvSpPr txBox="1">
              <a:spLocks noChangeArrowheads="1"/>
            </p:cNvSpPr>
            <p:nvPr/>
          </p:nvSpPr>
          <p:spPr bwMode="auto">
            <a:xfrm>
              <a:off x="4019" y="2433"/>
              <a:ext cx="1047" cy="372"/>
            </a:xfrm>
            <a:prstGeom prst="rect">
              <a:avLst/>
            </a:prstGeom>
            <a:solidFill>
              <a:schemeClr val="bg1"/>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nchorCtr="1"/>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a:spcBef>
                  <a:spcPct val="0"/>
                </a:spcBef>
                <a:buFontTx/>
                <a:buNone/>
              </a:pPr>
              <a:r>
                <a:rPr lang="fr-FR" altLang="fr-FR" sz="1800">
                  <a:solidFill>
                    <a:schemeClr val="tx1"/>
                  </a:solidFill>
                </a:rPr>
                <a:t>Expéditions</a:t>
              </a:r>
            </a:p>
          </p:txBody>
        </p:sp>
        <p:grpSp>
          <p:nvGrpSpPr>
            <p:cNvPr id="92197" name="Group 123"/>
            <p:cNvGrpSpPr>
              <a:grpSpLocks/>
            </p:cNvGrpSpPr>
            <p:nvPr/>
          </p:nvGrpSpPr>
          <p:grpSpPr bwMode="auto">
            <a:xfrm>
              <a:off x="4145" y="2111"/>
              <a:ext cx="636" cy="265"/>
              <a:chOff x="804" y="1453"/>
              <a:chExt cx="4245" cy="1534"/>
            </a:xfrm>
          </p:grpSpPr>
          <p:sp>
            <p:nvSpPr>
              <p:cNvPr id="92231" name="Freeform 124"/>
              <p:cNvSpPr>
                <a:spLocks/>
              </p:cNvSpPr>
              <p:nvPr/>
            </p:nvSpPr>
            <p:spPr bwMode="auto">
              <a:xfrm>
                <a:off x="3940" y="1832"/>
                <a:ext cx="1031" cy="981"/>
              </a:xfrm>
              <a:custGeom>
                <a:avLst/>
                <a:gdLst>
                  <a:gd name="T0" fmla="*/ 143 w 1031"/>
                  <a:gd name="T1" fmla="*/ 15 h 981"/>
                  <a:gd name="T2" fmla="*/ 841 w 1031"/>
                  <a:gd name="T3" fmla="*/ 0 h 981"/>
                  <a:gd name="T4" fmla="*/ 856 w 1031"/>
                  <a:gd name="T5" fmla="*/ 1 h 981"/>
                  <a:gd name="T6" fmla="*/ 869 w 1031"/>
                  <a:gd name="T7" fmla="*/ 4 h 981"/>
                  <a:gd name="T8" fmla="*/ 878 w 1031"/>
                  <a:gd name="T9" fmla="*/ 8 h 981"/>
                  <a:gd name="T10" fmla="*/ 889 w 1031"/>
                  <a:gd name="T11" fmla="*/ 15 h 981"/>
                  <a:gd name="T12" fmla="*/ 897 w 1031"/>
                  <a:gd name="T13" fmla="*/ 24 h 981"/>
                  <a:gd name="T14" fmla="*/ 904 w 1031"/>
                  <a:gd name="T15" fmla="*/ 36 h 981"/>
                  <a:gd name="T16" fmla="*/ 989 w 1031"/>
                  <a:gd name="T17" fmla="*/ 419 h 981"/>
                  <a:gd name="T18" fmla="*/ 1030 w 1031"/>
                  <a:gd name="T19" fmla="*/ 430 h 981"/>
                  <a:gd name="T20" fmla="*/ 1030 w 1031"/>
                  <a:gd name="T21" fmla="*/ 553 h 981"/>
                  <a:gd name="T22" fmla="*/ 1009 w 1031"/>
                  <a:gd name="T23" fmla="*/ 565 h 981"/>
                  <a:gd name="T24" fmla="*/ 1009 w 1031"/>
                  <a:gd name="T25" fmla="*/ 666 h 981"/>
                  <a:gd name="T26" fmla="*/ 1027 w 1031"/>
                  <a:gd name="T27" fmla="*/ 684 h 981"/>
                  <a:gd name="T28" fmla="*/ 1012 w 1031"/>
                  <a:gd name="T29" fmla="*/ 723 h 981"/>
                  <a:gd name="T30" fmla="*/ 1012 w 1031"/>
                  <a:gd name="T31" fmla="*/ 980 h 981"/>
                  <a:gd name="T32" fmla="*/ 632 w 1031"/>
                  <a:gd name="T33" fmla="*/ 980 h 981"/>
                  <a:gd name="T34" fmla="*/ 632 w 1031"/>
                  <a:gd name="T35" fmla="*/ 968 h 981"/>
                  <a:gd name="T36" fmla="*/ 506 w 1031"/>
                  <a:gd name="T37" fmla="*/ 929 h 981"/>
                  <a:gd name="T38" fmla="*/ 86 w 1031"/>
                  <a:gd name="T39" fmla="*/ 929 h 981"/>
                  <a:gd name="T40" fmla="*/ 32 w 1031"/>
                  <a:gd name="T41" fmla="*/ 929 h 981"/>
                  <a:gd name="T42" fmla="*/ 32 w 1031"/>
                  <a:gd name="T43" fmla="*/ 798 h 981"/>
                  <a:gd name="T44" fmla="*/ 0 w 1031"/>
                  <a:gd name="T45" fmla="*/ 792 h 981"/>
                  <a:gd name="T46" fmla="*/ 0 w 1031"/>
                  <a:gd name="T47" fmla="*/ 374 h 981"/>
                  <a:gd name="T48" fmla="*/ 38 w 1031"/>
                  <a:gd name="T49" fmla="*/ 329 h 981"/>
                  <a:gd name="T50" fmla="*/ 104 w 1031"/>
                  <a:gd name="T51" fmla="*/ 69 h 981"/>
                  <a:gd name="T52" fmla="*/ 108 w 1031"/>
                  <a:gd name="T53" fmla="*/ 51 h 981"/>
                  <a:gd name="T54" fmla="*/ 111 w 1031"/>
                  <a:gd name="T55" fmla="*/ 40 h 981"/>
                  <a:gd name="T56" fmla="*/ 119 w 1031"/>
                  <a:gd name="T57" fmla="*/ 27 h 981"/>
                  <a:gd name="T58" fmla="*/ 130 w 1031"/>
                  <a:gd name="T59" fmla="*/ 19 h 981"/>
                  <a:gd name="T60" fmla="*/ 143 w 1031"/>
                  <a:gd name="T61" fmla="*/ 15 h 981"/>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w 1031"/>
                  <a:gd name="T94" fmla="*/ 0 h 981"/>
                  <a:gd name="T95" fmla="*/ 1031 w 1031"/>
                  <a:gd name="T96" fmla="*/ 981 h 981"/>
                </a:gdLst>
                <a:ahLst/>
                <a:cxnLst>
                  <a:cxn ang="T62">
                    <a:pos x="T0" y="T1"/>
                  </a:cxn>
                  <a:cxn ang="T63">
                    <a:pos x="T2" y="T3"/>
                  </a:cxn>
                  <a:cxn ang="T64">
                    <a:pos x="T4" y="T5"/>
                  </a:cxn>
                  <a:cxn ang="T65">
                    <a:pos x="T6" y="T7"/>
                  </a:cxn>
                  <a:cxn ang="T66">
                    <a:pos x="T8" y="T9"/>
                  </a:cxn>
                  <a:cxn ang="T67">
                    <a:pos x="T10" y="T11"/>
                  </a:cxn>
                  <a:cxn ang="T68">
                    <a:pos x="T12" y="T13"/>
                  </a:cxn>
                  <a:cxn ang="T69">
                    <a:pos x="T14" y="T15"/>
                  </a:cxn>
                  <a:cxn ang="T70">
                    <a:pos x="T16" y="T17"/>
                  </a:cxn>
                  <a:cxn ang="T71">
                    <a:pos x="T18" y="T19"/>
                  </a:cxn>
                  <a:cxn ang="T72">
                    <a:pos x="T20" y="T21"/>
                  </a:cxn>
                  <a:cxn ang="T73">
                    <a:pos x="T22" y="T23"/>
                  </a:cxn>
                  <a:cxn ang="T74">
                    <a:pos x="T24" y="T25"/>
                  </a:cxn>
                  <a:cxn ang="T75">
                    <a:pos x="T26" y="T27"/>
                  </a:cxn>
                  <a:cxn ang="T76">
                    <a:pos x="T28" y="T29"/>
                  </a:cxn>
                  <a:cxn ang="T77">
                    <a:pos x="T30" y="T31"/>
                  </a:cxn>
                  <a:cxn ang="T78">
                    <a:pos x="T32" y="T33"/>
                  </a:cxn>
                  <a:cxn ang="T79">
                    <a:pos x="T34" y="T35"/>
                  </a:cxn>
                  <a:cxn ang="T80">
                    <a:pos x="T36" y="T37"/>
                  </a:cxn>
                  <a:cxn ang="T81">
                    <a:pos x="T38" y="T39"/>
                  </a:cxn>
                  <a:cxn ang="T82">
                    <a:pos x="T40" y="T41"/>
                  </a:cxn>
                  <a:cxn ang="T83">
                    <a:pos x="T42" y="T43"/>
                  </a:cxn>
                  <a:cxn ang="T84">
                    <a:pos x="T44" y="T45"/>
                  </a:cxn>
                  <a:cxn ang="T85">
                    <a:pos x="T46" y="T47"/>
                  </a:cxn>
                  <a:cxn ang="T86">
                    <a:pos x="T48" y="T49"/>
                  </a:cxn>
                  <a:cxn ang="T87">
                    <a:pos x="T50" y="T51"/>
                  </a:cxn>
                  <a:cxn ang="T88">
                    <a:pos x="T52" y="T53"/>
                  </a:cxn>
                  <a:cxn ang="T89">
                    <a:pos x="T54" y="T55"/>
                  </a:cxn>
                  <a:cxn ang="T90">
                    <a:pos x="T56" y="T57"/>
                  </a:cxn>
                  <a:cxn ang="T91">
                    <a:pos x="T58" y="T59"/>
                  </a:cxn>
                  <a:cxn ang="T92">
                    <a:pos x="T60" y="T61"/>
                  </a:cxn>
                </a:cxnLst>
                <a:rect l="T93" t="T94" r="T95" b="T96"/>
                <a:pathLst>
                  <a:path w="1031" h="981">
                    <a:moveTo>
                      <a:pt x="143" y="15"/>
                    </a:moveTo>
                    <a:lnTo>
                      <a:pt x="841" y="0"/>
                    </a:lnTo>
                    <a:lnTo>
                      <a:pt x="856" y="1"/>
                    </a:lnTo>
                    <a:lnTo>
                      <a:pt x="869" y="4"/>
                    </a:lnTo>
                    <a:lnTo>
                      <a:pt x="878" y="8"/>
                    </a:lnTo>
                    <a:lnTo>
                      <a:pt x="889" y="15"/>
                    </a:lnTo>
                    <a:lnTo>
                      <a:pt x="897" y="24"/>
                    </a:lnTo>
                    <a:lnTo>
                      <a:pt x="904" y="36"/>
                    </a:lnTo>
                    <a:lnTo>
                      <a:pt x="989" y="419"/>
                    </a:lnTo>
                    <a:lnTo>
                      <a:pt x="1030" y="430"/>
                    </a:lnTo>
                    <a:lnTo>
                      <a:pt x="1030" y="553"/>
                    </a:lnTo>
                    <a:lnTo>
                      <a:pt x="1009" y="565"/>
                    </a:lnTo>
                    <a:lnTo>
                      <a:pt x="1009" y="666"/>
                    </a:lnTo>
                    <a:lnTo>
                      <a:pt x="1027" y="684"/>
                    </a:lnTo>
                    <a:lnTo>
                      <a:pt x="1012" y="723"/>
                    </a:lnTo>
                    <a:lnTo>
                      <a:pt x="1012" y="980"/>
                    </a:lnTo>
                    <a:lnTo>
                      <a:pt x="632" y="980"/>
                    </a:lnTo>
                    <a:lnTo>
                      <a:pt x="632" y="968"/>
                    </a:lnTo>
                    <a:lnTo>
                      <a:pt x="506" y="929"/>
                    </a:lnTo>
                    <a:lnTo>
                      <a:pt x="86" y="929"/>
                    </a:lnTo>
                    <a:lnTo>
                      <a:pt x="32" y="929"/>
                    </a:lnTo>
                    <a:lnTo>
                      <a:pt x="32" y="798"/>
                    </a:lnTo>
                    <a:lnTo>
                      <a:pt x="0" y="792"/>
                    </a:lnTo>
                    <a:lnTo>
                      <a:pt x="0" y="374"/>
                    </a:lnTo>
                    <a:lnTo>
                      <a:pt x="38" y="329"/>
                    </a:lnTo>
                    <a:lnTo>
                      <a:pt x="104" y="69"/>
                    </a:lnTo>
                    <a:lnTo>
                      <a:pt x="108" y="51"/>
                    </a:lnTo>
                    <a:lnTo>
                      <a:pt x="111" y="40"/>
                    </a:lnTo>
                    <a:lnTo>
                      <a:pt x="119" y="27"/>
                    </a:lnTo>
                    <a:lnTo>
                      <a:pt x="130" y="19"/>
                    </a:lnTo>
                    <a:lnTo>
                      <a:pt x="143" y="15"/>
                    </a:lnTo>
                  </a:path>
                </a:pathLst>
              </a:custGeom>
              <a:solidFill>
                <a:srgbClr val="FF0000"/>
              </a:solidFill>
              <a:ln w="12700" cap="rnd" cmpd="sng">
                <a:solidFill>
                  <a:srgbClr val="000000"/>
                </a:solidFill>
                <a:prstDash val="solid"/>
                <a:round/>
                <a:headEnd type="none" w="med" len="med"/>
                <a:tailEnd type="none" w="med" len="med"/>
              </a:ln>
            </p:spPr>
            <p:txBody>
              <a:bodyPr/>
              <a:lstStyle/>
              <a:p>
                <a:endParaRPr lang="fr-FR"/>
              </a:p>
            </p:txBody>
          </p:sp>
          <p:grpSp>
            <p:nvGrpSpPr>
              <p:cNvPr id="92232" name="Group 125"/>
              <p:cNvGrpSpPr>
                <a:grpSpLocks/>
              </p:cNvGrpSpPr>
              <p:nvPr/>
            </p:nvGrpSpPr>
            <p:grpSpPr bwMode="auto">
              <a:xfrm>
                <a:off x="4919" y="2400"/>
                <a:ext cx="130" cy="414"/>
                <a:chOff x="4919" y="2400"/>
                <a:chExt cx="130" cy="414"/>
              </a:xfrm>
            </p:grpSpPr>
            <p:sp>
              <p:nvSpPr>
                <p:cNvPr id="92256" name="Arc 126"/>
                <p:cNvSpPr>
                  <a:spLocks/>
                </p:cNvSpPr>
                <p:nvPr/>
              </p:nvSpPr>
              <p:spPr bwMode="auto">
                <a:xfrm>
                  <a:off x="4919" y="2400"/>
                  <a:ext cx="72" cy="89"/>
                </a:xfrm>
                <a:custGeom>
                  <a:avLst/>
                  <a:gdLst>
                    <a:gd name="T0" fmla="*/ 0 w 27155"/>
                    <a:gd name="T1" fmla="*/ 0 h 43200"/>
                    <a:gd name="T2" fmla="*/ 0 w 27155"/>
                    <a:gd name="T3" fmla="*/ 0 h 43200"/>
                    <a:gd name="T4" fmla="*/ 0 w 27155"/>
                    <a:gd name="T5" fmla="*/ 0 h 43200"/>
                    <a:gd name="T6" fmla="*/ 0 60000 65536"/>
                    <a:gd name="T7" fmla="*/ 0 60000 65536"/>
                    <a:gd name="T8" fmla="*/ 0 60000 65536"/>
                    <a:gd name="T9" fmla="*/ 0 w 27155"/>
                    <a:gd name="T10" fmla="*/ 0 h 43200"/>
                    <a:gd name="T11" fmla="*/ 27155 w 27155"/>
                    <a:gd name="T12" fmla="*/ 43200 h 43200"/>
                  </a:gdLst>
                  <a:ahLst/>
                  <a:cxnLst>
                    <a:cxn ang="T6">
                      <a:pos x="T0" y="T1"/>
                    </a:cxn>
                    <a:cxn ang="T7">
                      <a:pos x="T2" y="T3"/>
                    </a:cxn>
                    <a:cxn ang="T8">
                      <a:pos x="T4" y="T5"/>
                    </a:cxn>
                  </a:cxnLst>
                  <a:rect l="T9" t="T10" r="T11" b="T12"/>
                  <a:pathLst>
                    <a:path w="27155" h="43200" fill="none" extrusionOk="0">
                      <a:moveTo>
                        <a:pt x="-1" y="726"/>
                      </a:moveTo>
                      <a:cubicBezTo>
                        <a:pt x="1812" y="244"/>
                        <a:pt x="3679" y="-1"/>
                        <a:pt x="5555" y="0"/>
                      </a:cubicBezTo>
                      <a:cubicBezTo>
                        <a:pt x="17484" y="0"/>
                        <a:pt x="27155" y="9670"/>
                        <a:pt x="27155" y="21600"/>
                      </a:cubicBezTo>
                      <a:cubicBezTo>
                        <a:pt x="27155" y="33529"/>
                        <a:pt x="17484" y="43200"/>
                        <a:pt x="5555" y="43200"/>
                      </a:cubicBezTo>
                      <a:cubicBezTo>
                        <a:pt x="4134" y="43200"/>
                        <a:pt x="2717" y="43059"/>
                        <a:pt x="1325" y="42781"/>
                      </a:cubicBezTo>
                    </a:path>
                    <a:path w="27155" h="43200" stroke="0" extrusionOk="0">
                      <a:moveTo>
                        <a:pt x="-1" y="726"/>
                      </a:moveTo>
                      <a:cubicBezTo>
                        <a:pt x="1812" y="244"/>
                        <a:pt x="3679" y="-1"/>
                        <a:pt x="5555" y="0"/>
                      </a:cubicBezTo>
                      <a:cubicBezTo>
                        <a:pt x="17484" y="0"/>
                        <a:pt x="27155" y="9670"/>
                        <a:pt x="27155" y="21600"/>
                      </a:cubicBezTo>
                      <a:cubicBezTo>
                        <a:pt x="27155" y="33529"/>
                        <a:pt x="17484" y="43200"/>
                        <a:pt x="5555" y="43200"/>
                      </a:cubicBezTo>
                      <a:cubicBezTo>
                        <a:pt x="4134" y="43200"/>
                        <a:pt x="2717" y="43059"/>
                        <a:pt x="1325" y="42781"/>
                      </a:cubicBezTo>
                      <a:lnTo>
                        <a:pt x="5555" y="21600"/>
                      </a:lnTo>
                      <a:lnTo>
                        <a:pt x="-1" y="726"/>
                      </a:lnTo>
                      <a:close/>
                    </a:path>
                  </a:pathLst>
                </a:custGeom>
                <a:solidFill>
                  <a:srgbClr val="FF0000"/>
                </a:solidFill>
                <a:ln w="12700" cap="rnd">
                  <a:solidFill>
                    <a:srgbClr val="000000"/>
                  </a:solidFill>
                  <a:round/>
                  <a:headEnd/>
                  <a:tailEnd/>
                </a:ln>
              </p:spPr>
              <p:txBody>
                <a:bodyPr wrap="none" anchor="ctr"/>
                <a:lstStyle/>
                <a:p>
                  <a:endParaRPr lang="fr-FR"/>
                </a:p>
              </p:txBody>
            </p:sp>
            <p:sp>
              <p:nvSpPr>
                <p:cNvPr id="92257" name="Freeform 127"/>
                <p:cNvSpPr>
                  <a:spLocks/>
                </p:cNvSpPr>
                <p:nvPr/>
              </p:nvSpPr>
              <p:spPr bwMode="auto">
                <a:xfrm>
                  <a:off x="4950" y="2706"/>
                  <a:ext cx="99" cy="108"/>
                </a:xfrm>
                <a:custGeom>
                  <a:avLst/>
                  <a:gdLst>
                    <a:gd name="T0" fmla="*/ 0 w 99"/>
                    <a:gd name="T1" fmla="*/ 0 h 108"/>
                    <a:gd name="T2" fmla="*/ 58 w 99"/>
                    <a:gd name="T3" fmla="*/ 0 h 108"/>
                    <a:gd name="T4" fmla="*/ 74 w 99"/>
                    <a:gd name="T5" fmla="*/ 3 h 108"/>
                    <a:gd name="T6" fmla="*/ 90 w 99"/>
                    <a:gd name="T7" fmla="*/ 17 h 108"/>
                    <a:gd name="T8" fmla="*/ 73 w 99"/>
                    <a:gd name="T9" fmla="*/ 28 h 108"/>
                    <a:gd name="T10" fmla="*/ 73 w 99"/>
                    <a:gd name="T11" fmla="*/ 78 h 108"/>
                    <a:gd name="T12" fmla="*/ 80 w 99"/>
                    <a:gd name="T13" fmla="*/ 99 h 108"/>
                    <a:gd name="T14" fmla="*/ 98 w 99"/>
                    <a:gd name="T15" fmla="*/ 107 h 108"/>
                    <a:gd name="T16" fmla="*/ 0 w 99"/>
                    <a:gd name="T17" fmla="*/ 107 h 108"/>
                    <a:gd name="T18" fmla="*/ 0 w 99"/>
                    <a:gd name="T19" fmla="*/ 0 h 108"/>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 name="T30" fmla="*/ 0 w 99"/>
                    <a:gd name="T31" fmla="*/ 0 h 108"/>
                    <a:gd name="T32" fmla="*/ 99 w 99"/>
                    <a:gd name="T33" fmla="*/ 108 h 108"/>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T30" t="T31" r="T32" b="T33"/>
                  <a:pathLst>
                    <a:path w="99" h="108">
                      <a:moveTo>
                        <a:pt x="0" y="0"/>
                      </a:moveTo>
                      <a:lnTo>
                        <a:pt x="58" y="0"/>
                      </a:lnTo>
                      <a:lnTo>
                        <a:pt x="74" y="3"/>
                      </a:lnTo>
                      <a:lnTo>
                        <a:pt x="90" y="17"/>
                      </a:lnTo>
                      <a:lnTo>
                        <a:pt x="73" y="28"/>
                      </a:lnTo>
                      <a:lnTo>
                        <a:pt x="73" y="78"/>
                      </a:lnTo>
                      <a:lnTo>
                        <a:pt x="80" y="99"/>
                      </a:lnTo>
                      <a:lnTo>
                        <a:pt x="98" y="107"/>
                      </a:lnTo>
                      <a:lnTo>
                        <a:pt x="0" y="107"/>
                      </a:lnTo>
                      <a:lnTo>
                        <a:pt x="0" y="0"/>
                      </a:lnTo>
                    </a:path>
                  </a:pathLst>
                </a:custGeom>
                <a:solidFill>
                  <a:srgbClr val="808080"/>
                </a:solidFill>
                <a:ln w="12700" cap="rnd" cmpd="sng">
                  <a:solidFill>
                    <a:srgbClr val="000000"/>
                  </a:solidFill>
                  <a:prstDash val="solid"/>
                  <a:round/>
                  <a:headEnd type="none" w="med" len="med"/>
                  <a:tailEnd type="none" w="med" len="med"/>
                </a:ln>
              </p:spPr>
              <p:txBody>
                <a:bodyPr/>
                <a:lstStyle/>
                <a:p>
                  <a:endParaRPr lang="fr-FR"/>
                </a:p>
              </p:txBody>
            </p:sp>
          </p:grpSp>
          <p:grpSp>
            <p:nvGrpSpPr>
              <p:cNvPr id="92233" name="Group 128"/>
              <p:cNvGrpSpPr>
                <a:grpSpLocks/>
              </p:cNvGrpSpPr>
              <p:nvPr/>
            </p:nvGrpSpPr>
            <p:grpSpPr bwMode="auto">
              <a:xfrm>
                <a:off x="4286" y="1917"/>
                <a:ext cx="537" cy="849"/>
                <a:chOff x="4286" y="1917"/>
                <a:chExt cx="537" cy="849"/>
              </a:xfrm>
            </p:grpSpPr>
            <p:sp>
              <p:nvSpPr>
                <p:cNvPr id="92254" name="Freeform 129"/>
                <p:cNvSpPr>
                  <a:spLocks/>
                </p:cNvSpPr>
                <p:nvPr/>
              </p:nvSpPr>
              <p:spPr bwMode="auto">
                <a:xfrm>
                  <a:off x="4286" y="1917"/>
                  <a:ext cx="462" cy="341"/>
                </a:xfrm>
                <a:custGeom>
                  <a:avLst/>
                  <a:gdLst>
                    <a:gd name="T0" fmla="*/ 0 w 462"/>
                    <a:gd name="T1" fmla="*/ 0 h 341"/>
                    <a:gd name="T2" fmla="*/ 461 w 462"/>
                    <a:gd name="T3" fmla="*/ 0 h 341"/>
                    <a:gd name="T4" fmla="*/ 461 w 462"/>
                    <a:gd name="T5" fmla="*/ 340 h 341"/>
                    <a:gd name="T6" fmla="*/ 1 w 462"/>
                    <a:gd name="T7" fmla="*/ 340 h 341"/>
                    <a:gd name="T8" fmla="*/ 0 w 462"/>
                    <a:gd name="T9" fmla="*/ 0 h 341"/>
                    <a:gd name="T10" fmla="*/ 0 60000 65536"/>
                    <a:gd name="T11" fmla="*/ 0 60000 65536"/>
                    <a:gd name="T12" fmla="*/ 0 60000 65536"/>
                    <a:gd name="T13" fmla="*/ 0 60000 65536"/>
                    <a:gd name="T14" fmla="*/ 0 60000 65536"/>
                    <a:gd name="T15" fmla="*/ 0 w 462"/>
                    <a:gd name="T16" fmla="*/ 0 h 341"/>
                    <a:gd name="T17" fmla="*/ 462 w 462"/>
                    <a:gd name="T18" fmla="*/ 341 h 341"/>
                  </a:gdLst>
                  <a:ahLst/>
                  <a:cxnLst>
                    <a:cxn ang="T10">
                      <a:pos x="T0" y="T1"/>
                    </a:cxn>
                    <a:cxn ang="T11">
                      <a:pos x="T2" y="T3"/>
                    </a:cxn>
                    <a:cxn ang="T12">
                      <a:pos x="T4" y="T5"/>
                    </a:cxn>
                    <a:cxn ang="T13">
                      <a:pos x="T6" y="T7"/>
                    </a:cxn>
                    <a:cxn ang="T14">
                      <a:pos x="T8" y="T9"/>
                    </a:cxn>
                  </a:cxnLst>
                  <a:rect l="T15" t="T16" r="T17" b="T18"/>
                  <a:pathLst>
                    <a:path w="462" h="341">
                      <a:moveTo>
                        <a:pt x="0" y="0"/>
                      </a:moveTo>
                      <a:lnTo>
                        <a:pt x="461" y="0"/>
                      </a:lnTo>
                      <a:lnTo>
                        <a:pt x="461" y="340"/>
                      </a:lnTo>
                      <a:lnTo>
                        <a:pt x="1" y="340"/>
                      </a:lnTo>
                      <a:lnTo>
                        <a:pt x="0" y="0"/>
                      </a:lnTo>
                    </a:path>
                  </a:pathLst>
                </a:custGeom>
                <a:noFill/>
                <a:ln w="12700" cap="rnd" cmpd="sng">
                  <a:solidFill>
                    <a:srgbClr val="000000"/>
                  </a:solidFill>
                  <a:prstDash val="solid"/>
                  <a:round/>
                  <a:headEnd type="none" w="med" len="med"/>
                  <a:tailEnd type="none" w="med" len="med"/>
                </a:ln>
                <a:extLst>
                  <a:ext uri="{909E8E84-426E-40DD-AFC4-6F175D3DCCD1}">
                    <a14:hiddenFill xmlns:a14="http://schemas.microsoft.com/office/drawing/2010/main">
                      <a:solidFill>
                        <a:srgbClr val="FFFFFF"/>
                      </a:solidFill>
                    </a14:hiddenFill>
                  </a:ext>
                </a:extLst>
              </p:spPr>
              <p:txBody>
                <a:bodyPr/>
                <a:lstStyle/>
                <a:p>
                  <a:endParaRPr lang="fr-FR"/>
                </a:p>
              </p:txBody>
            </p:sp>
            <p:sp>
              <p:nvSpPr>
                <p:cNvPr id="92255" name="Freeform 130"/>
                <p:cNvSpPr>
                  <a:spLocks/>
                </p:cNvSpPr>
                <p:nvPr/>
              </p:nvSpPr>
              <p:spPr bwMode="auto">
                <a:xfrm>
                  <a:off x="4287" y="2257"/>
                  <a:ext cx="536" cy="509"/>
                </a:xfrm>
                <a:custGeom>
                  <a:avLst/>
                  <a:gdLst>
                    <a:gd name="T0" fmla="*/ 0 w 536"/>
                    <a:gd name="T1" fmla="*/ 0 h 509"/>
                    <a:gd name="T2" fmla="*/ 535 w 536"/>
                    <a:gd name="T3" fmla="*/ 0 h 509"/>
                    <a:gd name="T4" fmla="*/ 535 w 536"/>
                    <a:gd name="T5" fmla="*/ 508 h 509"/>
                    <a:gd name="T6" fmla="*/ 260 w 536"/>
                    <a:gd name="T7" fmla="*/ 508 h 509"/>
                    <a:gd name="T8" fmla="*/ 257 w 536"/>
                    <a:gd name="T9" fmla="*/ 472 h 509"/>
                    <a:gd name="T10" fmla="*/ 254 w 536"/>
                    <a:gd name="T11" fmla="*/ 430 h 509"/>
                    <a:gd name="T12" fmla="*/ 252 w 536"/>
                    <a:gd name="T13" fmla="*/ 407 h 509"/>
                    <a:gd name="T14" fmla="*/ 244 w 536"/>
                    <a:gd name="T15" fmla="*/ 368 h 509"/>
                    <a:gd name="T16" fmla="*/ 236 w 536"/>
                    <a:gd name="T17" fmla="*/ 332 h 509"/>
                    <a:gd name="T18" fmla="*/ 222 w 536"/>
                    <a:gd name="T19" fmla="*/ 299 h 509"/>
                    <a:gd name="T20" fmla="*/ 206 w 536"/>
                    <a:gd name="T21" fmla="*/ 272 h 509"/>
                    <a:gd name="T22" fmla="*/ 185 w 536"/>
                    <a:gd name="T23" fmla="*/ 243 h 509"/>
                    <a:gd name="T24" fmla="*/ 162 w 536"/>
                    <a:gd name="T25" fmla="*/ 222 h 509"/>
                    <a:gd name="T26" fmla="*/ 134 w 536"/>
                    <a:gd name="T27" fmla="*/ 204 h 509"/>
                    <a:gd name="T28" fmla="*/ 110 w 536"/>
                    <a:gd name="T29" fmla="*/ 193 h 509"/>
                    <a:gd name="T30" fmla="*/ 84 w 536"/>
                    <a:gd name="T31" fmla="*/ 183 h 509"/>
                    <a:gd name="T32" fmla="*/ 51 w 536"/>
                    <a:gd name="T33" fmla="*/ 175 h 509"/>
                    <a:gd name="T34" fmla="*/ 23 w 536"/>
                    <a:gd name="T35" fmla="*/ 171 h 509"/>
                    <a:gd name="T36" fmla="*/ 0 w 536"/>
                    <a:gd name="T37" fmla="*/ 169 h 509"/>
                    <a:gd name="T38" fmla="*/ 0 w 536"/>
                    <a:gd name="T39" fmla="*/ 0 h 509"/>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w 536"/>
                    <a:gd name="T61" fmla="*/ 0 h 509"/>
                    <a:gd name="T62" fmla="*/ 536 w 536"/>
                    <a:gd name="T63" fmla="*/ 509 h 509"/>
                  </a:gdLst>
                  <a:ahLst/>
                  <a:cxnLst>
                    <a:cxn ang="T40">
                      <a:pos x="T0" y="T1"/>
                    </a:cxn>
                    <a:cxn ang="T41">
                      <a:pos x="T2" y="T3"/>
                    </a:cxn>
                    <a:cxn ang="T42">
                      <a:pos x="T4" y="T5"/>
                    </a:cxn>
                    <a:cxn ang="T43">
                      <a:pos x="T6" y="T7"/>
                    </a:cxn>
                    <a:cxn ang="T44">
                      <a:pos x="T8" y="T9"/>
                    </a:cxn>
                    <a:cxn ang="T45">
                      <a:pos x="T10" y="T11"/>
                    </a:cxn>
                    <a:cxn ang="T46">
                      <a:pos x="T12" y="T13"/>
                    </a:cxn>
                    <a:cxn ang="T47">
                      <a:pos x="T14" y="T15"/>
                    </a:cxn>
                    <a:cxn ang="T48">
                      <a:pos x="T16" y="T17"/>
                    </a:cxn>
                    <a:cxn ang="T49">
                      <a:pos x="T18" y="T19"/>
                    </a:cxn>
                    <a:cxn ang="T50">
                      <a:pos x="T20" y="T21"/>
                    </a:cxn>
                    <a:cxn ang="T51">
                      <a:pos x="T22" y="T23"/>
                    </a:cxn>
                    <a:cxn ang="T52">
                      <a:pos x="T24" y="T25"/>
                    </a:cxn>
                    <a:cxn ang="T53">
                      <a:pos x="T26" y="T27"/>
                    </a:cxn>
                    <a:cxn ang="T54">
                      <a:pos x="T28" y="T29"/>
                    </a:cxn>
                    <a:cxn ang="T55">
                      <a:pos x="T30" y="T31"/>
                    </a:cxn>
                    <a:cxn ang="T56">
                      <a:pos x="T32" y="T33"/>
                    </a:cxn>
                    <a:cxn ang="T57">
                      <a:pos x="T34" y="T35"/>
                    </a:cxn>
                    <a:cxn ang="T58">
                      <a:pos x="T36" y="T37"/>
                    </a:cxn>
                    <a:cxn ang="T59">
                      <a:pos x="T38" y="T39"/>
                    </a:cxn>
                  </a:cxnLst>
                  <a:rect l="T60" t="T61" r="T62" b="T63"/>
                  <a:pathLst>
                    <a:path w="536" h="509">
                      <a:moveTo>
                        <a:pt x="0" y="0"/>
                      </a:moveTo>
                      <a:lnTo>
                        <a:pt x="535" y="0"/>
                      </a:lnTo>
                      <a:lnTo>
                        <a:pt x="535" y="508"/>
                      </a:lnTo>
                      <a:lnTo>
                        <a:pt x="260" y="508"/>
                      </a:lnTo>
                      <a:lnTo>
                        <a:pt x="257" y="472"/>
                      </a:lnTo>
                      <a:lnTo>
                        <a:pt x="254" y="430"/>
                      </a:lnTo>
                      <a:lnTo>
                        <a:pt x="252" y="407"/>
                      </a:lnTo>
                      <a:lnTo>
                        <a:pt x="244" y="368"/>
                      </a:lnTo>
                      <a:lnTo>
                        <a:pt x="236" y="332"/>
                      </a:lnTo>
                      <a:lnTo>
                        <a:pt x="222" y="299"/>
                      </a:lnTo>
                      <a:lnTo>
                        <a:pt x="206" y="272"/>
                      </a:lnTo>
                      <a:lnTo>
                        <a:pt x="185" y="243"/>
                      </a:lnTo>
                      <a:lnTo>
                        <a:pt x="162" y="222"/>
                      </a:lnTo>
                      <a:lnTo>
                        <a:pt x="134" y="204"/>
                      </a:lnTo>
                      <a:lnTo>
                        <a:pt x="110" y="193"/>
                      </a:lnTo>
                      <a:lnTo>
                        <a:pt x="84" y="183"/>
                      </a:lnTo>
                      <a:lnTo>
                        <a:pt x="51" y="175"/>
                      </a:lnTo>
                      <a:lnTo>
                        <a:pt x="23" y="171"/>
                      </a:lnTo>
                      <a:lnTo>
                        <a:pt x="0" y="169"/>
                      </a:lnTo>
                      <a:lnTo>
                        <a:pt x="0" y="0"/>
                      </a:lnTo>
                    </a:path>
                  </a:pathLst>
                </a:custGeom>
                <a:noFill/>
                <a:ln w="12700" cap="rnd" cmpd="sng">
                  <a:solidFill>
                    <a:srgbClr val="000000"/>
                  </a:solidFill>
                  <a:prstDash val="solid"/>
                  <a:round/>
                  <a:headEnd type="none" w="med" len="med"/>
                  <a:tailEnd type="none" w="med" len="med"/>
                </a:ln>
                <a:extLst>
                  <a:ext uri="{909E8E84-426E-40DD-AFC4-6F175D3DCCD1}">
                    <a14:hiddenFill xmlns:a14="http://schemas.microsoft.com/office/drawing/2010/main">
                      <a:solidFill>
                        <a:srgbClr val="FFFFFF"/>
                      </a:solidFill>
                    </a14:hiddenFill>
                  </a:ext>
                </a:extLst>
              </p:spPr>
              <p:txBody>
                <a:bodyPr/>
                <a:lstStyle/>
                <a:p>
                  <a:endParaRPr lang="fr-FR"/>
                </a:p>
              </p:txBody>
            </p:sp>
          </p:grpSp>
          <p:sp>
            <p:nvSpPr>
              <p:cNvPr id="92234" name="Oval 131"/>
              <p:cNvSpPr>
                <a:spLocks noChangeArrowheads="1"/>
              </p:cNvSpPr>
              <p:nvPr/>
            </p:nvSpPr>
            <p:spPr bwMode="auto">
              <a:xfrm>
                <a:off x="3992" y="2453"/>
                <a:ext cx="488" cy="491"/>
              </a:xfrm>
              <a:prstGeom prst="ellipse">
                <a:avLst/>
              </a:prstGeom>
              <a:solidFill>
                <a:srgbClr val="808080"/>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92235" name="Oval 132"/>
              <p:cNvSpPr>
                <a:spLocks noChangeArrowheads="1"/>
              </p:cNvSpPr>
              <p:nvPr/>
            </p:nvSpPr>
            <p:spPr bwMode="auto">
              <a:xfrm>
                <a:off x="4007" y="2524"/>
                <a:ext cx="458" cy="456"/>
              </a:xfrm>
              <a:prstGeom prst="ellipse">
                <a:avLst/>
              </a:prstGeom>
              <a:solidFill>
                <a:srgbClr val="000000"/>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92236" name="Oval 133"/>
              <p:cNvSpPr>
                <a:spLocks noChangeArrowheads="1"/>
              </p:cNvSpPr>
              <p:nvPr/>
            </p:nvSpPr>
            <p:spPr bwMode="auto">
              <a:xfrm>
                <a:off x="4143" y="2660"/>
                <a:ext cx="184" cy="183"/>
              </a:xfrm>
              <a:prstGeom prst="ellipse">
                <a:avLst/>
              </a:prstGeom>
              <a:solidFill>
                <a:srgbClr val="C0C0C0"/>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nvGrpSpPr>
              <p:cNvPr id="92237" name="Group 134"/>
              <p:cNvGrpSpPr>
                <a:grpSpLocks/>
              </p:cNvGrpSpPr>
              <p:nvPr/>
            </p:nvGrpSpPr>
            <p:grpSpPr bwMode="auto">
              <a:xfrm>
                <a:off x="4058" y="1880"/>
                <a:ext cx="854" cy="349"/>
                <a:chOff x="4058" y="1880"/>
                <a:chExt cx="854" cy="349"/>
              </a:xfrm>
            </p:grpSpPr>
            <p:sp>
              <p:nvSpPr>
                <p:cNvPr id="92250" name="Freeform 135"/>
                <p:cNvSpPr>
                  <a:spLocks/>
                </p:cNvSpPr>
                <p:nvPr/>
              </p:nvSpPr>
              <p:spPr bwMode="auto">
                <a:xfrm>
                  <a:off x="4329" y="1946"/>
                  <a:ext cx="379" cy="276"/>
                </a:xfrm>
                <a:custGeom>
                  <a:avLst/>
                  <a:gdLst>
                    <a:gd name="T0" fmla="*/ 1 w 379"/>
                    <a:gd name="T1" fmla="*/ 42 h 276"/>
                    <a:gd name="T2" fmla="*/ 89 w 379"/>
                    <a:gd name="T3" fmla="*/ 0 h 276"/>
                    <a:gd name="T4" fmla="*/ 378 w 379"/>
                    <a:gd name="T5" fmla="*/ 0 h 276"/>
                    <a:gd name="T6" fmla="*/ 378 w 379"/>
                    <a:gd name="T7" fmla="*/ 275 h 276"/>
                    <a:gd name="T8" fmla="*/ 317 w 379"/>
                    <a:gd name="T9" fmla="*/ 275 h 276"/>
                    <a:gd name="T10" fmla="*/ 286 w 379"/>
                    <a:gd name="T11" fmla="*/ 242 h 276"/>
                    <a:gd name="T12" fmla="*/ 26 w 379"/>
                    <a:gd name="T13" fmla="*/ 242 h 276"/>
                    <a:gd name="T14" fmla="*/ 0 w 379"/>
                    <a:gd name="T15" fmla="*/ 223 h 276"/>
                    <a:gd name="T16" fmla="*/ 1 w 379"/>
                    <a:gd name="T17" fmla="*/ 42 h 276"/>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379"/>
                    <a:gd name="T28" fmla="*/ 0 h 276"/>
                    <a:gd name="T29" fmla="*/ 379 w 379"/>
                    <a:gd name="T30" fmla="*/ 276 h 27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379" h="276">
                      <a:moveTo>
                        <a:pt x="1" y="42"/>
                      </a:moveTo>
                      <a:lnTo>
                        <a:pt x="89" y="0"/>
                      </a:lnTo>
                      <a:lnTo>
                        <a:pt x="378" y="0"/>
                      </a:lnTo>
                      <a:lnTo>
                        <a:pt x="378" y="275"/>
                      </a:lnTo>
                      <a:lnTo>
                        <a:pt x="317" y="275"/>
                      </a:lnTo>
                      <a:lnTo>
                        <a:pt x="286" y="242"/>
                      </a:lnTo>
                      <a:lnTo>
                        <a:pt x="26" y="242"/>
                      </a:lnTo>
                      <a:lnTo>
                        <a:pt x="0" y="223"/>
                      </a:lnTo>
                      <a:lnTo>
                        <a:pt x="1" y="42"/>
                      </a:lnTo>
                    </a:path>
                  </a:pathLst>
                </a:custGeom>
                <a:solidFill>
                  <a:srgbClr val="C0C0C0"/>
                </a:solidFill>
                <a:ln w="12700" cap="rnd" cmpd="sng">
                  <a:solidFill>
                    <a:srgbClr val="000000"/>
                  </a:solidFill>
                  <a:prstDash val="solid"/>
                  <a:round/>
                  <a:headEnd type="none" w="med" len="med"/>
                  <a:tailEnd type="none" w="med" len="med"/>
                </a:ln>
              </p:spPr>
              <p:txBody>
                <a:bodyPr/>
                <a:lstStyle/>
                <a:p>
                  <a:endParaRPr lang="fr-FR"/>
                </a:p>
              </p:txBody>
            </p:sp>
            <p:sp>
              <p:nvSpPr>
                <p:cNvPr id="92251" name="Freeform 136"/>
                <p:cNvSpPr>
                  <a:spLocks/>
                </p:cNvSpPr>
                <p:nvPr/>
              </p:nvSpPr>
              <p:spPr bwMode="auto">
                <a:xfrm>
                  <a:off x="4785" y="1880"/>
                  <a:ext cx="127" cy="349"/>
                </a:xfrm>
                <a:custGeom>
                  <a:avLst/>
                  <a:gdLst>
                    <a:gd name="T0" fmla="*/ 49 w 127"/>
                    <a:gd name="T1" fmla="*/ 0 h 349"/>
                    <a:gd name="T2" fmla="*/ 126 w 127"/>
                    <a:gd name="T3" fmla="*/ 348 h 349"/>
                    <a:gd name="T4" fmla="*/ 33 w 127"/>
                    <a:gd name="T5" fmla="*/ 348 h 349"/>
                    <a:gd name="T6" fmla="*/ 0 w 127"/>
                    <a:gd name="T7" fmla="*/ 342 h 349"/>
                    <a:gd name="T8" fmla="*/ 0 w 127"/>
                    <a:gd name="T9" fmla="*/ 64 h 349"/>
                    <a:gd name="T10" fmla="*/ 2 w 127"/>
                    <a:gd name="T11" fmla="*/ 44 h 349"/>
                    <a:gd name="T12" fmla="*/ 7 w 127"/>
                    <a:gd name="T13" fmla="*/ 31 h 349"/>
                    <a:gd name="T14" fmla="*/ 17 w 127"/>
                    <a:gd name="T15" fmla="*/ 19 h 349"/>
                    <a:gd name="T16" fmla="*/ 30 w 127"/>
                    <a:gd name="T17" fmla="*/ 10 h 349"/>
                    <a:gd name="T18" fmla="*/ 49 w 127"/>
                    <a:gd name="T19" fmla="*/ 0 h 349"/>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 name="T30" fmla="*/ 0 w 127"/>
                    <a:gd name="T31" fmla="*/ 0 h 349"/>
                    <a:gd name="T32" fmla="*/ 127 w 127"/>
                    <a:gd name="T33" fmla="*/ 349 h 349"/>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T30" t="T31" r="T32" b="T33"/>
                  <a:pathLst>
                    <a:path w="127" h="349">
                      <a:moveTo>
                        <a:pt x="49" y="0"/>
                      </a:moveTo>
                      <a:lnTo>
                        <a:pt x="126" y="348"/>
                      </a:lnTo>
                      <a:lnTo>
                        <a:pt x="33" y="348"/>
                      </a:lnTo>
                      <a:lnTo>
                        <a:pt x="0" y="342"/>
                      </a:lnTo>
                      <a:lnTo>
                        <a:pt x="0" y="64"/>
                      </a:lnTo>
                      <a:lnTo>
                        <a:pt x="2" y="44"/>
                      </a:lnTo>
                      <a:lnTo>
                        <a:pt x="7" y="31"/>
                      </a:lnTo>
                      <a:lnTo>
                        <a:pt x="17" y="19"/>
                      </a:lnTo>
                      <a:lnTo>
                        <a:pt x="30" y="10"/>
                      </a:lnTo>
                      <a:lnTo>
                        <a:pt x="49" y="0"/>
                      </a:lnTo>
                    </a:path>
                  </a:pathLst>
                </a:custGeom>
                <a:solidFill>
                  <a:srgbClr val="C0C0C0"/>
                </a:solidFill>
                <a:ln w="12700" cap="rnd" cmpd="sng">
                  <a:solidFill>
                    <a:srgbClr val="000000"/>
                  </a:solidFill>
                  <a:prstDash val="solid"/>
                  <a:round/>
                  <a:headEnd type="none" w="med" len="med"/>
                  <a:tailEnd type="none" w="med" len="med"/>
                </a:ln>
              </p:spPr>
              <p:txBody>
                <a:bodyPr/>
                <a:lstStyle/>
                <a:p>
                  <a:endParaRPr lang="fr-FR"/>
                </a:p>
              </p:txBody>
            </p:sp>
            <p:sp>
              <p:nvSpPr>
                <p:cNvPr id="92252" name="Freeform 137"/>
                <p:cNvSpPr>
                  <a:spLocks/>
                </p:cNvSpPr>
                <p:nvPr/>
              </p:nvSpPr>
              <p:spPr bwMode="auto">
                <a:xfrm>
                  <a:off x="4058" y="1958"/>
                  <a:ext cx="190" cy="199"/>
                </a:xfrm>
                <a:custGeom>
                  <a:avLst/>
                  <a:gdLst>
                    <a:gd name="T0" fmla="*/ 42 w 190"/>
                    <a:gd name="T1" fmla="*/ 0 h 199"/>
                    <a:gd name="T2" fmla="*/ 189 w 190"/>
                    <a:gd name="T3" fmla="*/ 0 h 199"/>
                    <a:gd name="T4" fmla="*/ 189 w 190"/>
                    <a:gd name="T5" fmla="*/ 198 h 199"/>
                    <a:gd name="T6" fmla="*/ 6 w 190"/>
                    <a:gd name="T7" fmla="*/ 198 h 199"/>
                    <a:gd name="T8" fmla="*/ 0 w 190"/>
                    <a:gd name="T9" fmla="*/ 158 h 199"/>
                    <a:gd name="T10" fmla="*/ 42 w 190"/>
                    <a:gd name="T11" fmla="*/ 0 h 199"/>
                    <a:gd name="T12" fmla="*/ 0 60000 65536"/>
                    <a:gd name="T13" fmla="*/ 0 60000 65536"/>
                    <a:gd name="T14" fmla="*/ 0 60000 65536"/>
                    <a:gd name="T15" fmla="*/ 0 60000 65536"/>
                    <a:gd name="T16" fmla="*/ 0 60000 65536"/>
                    <a:gd name="T17" fmla="*/ 0 60000 65536"/>
                    <a:gd name="T18" fmla="*/ 0 w 190"/>
                    <a:gd name="T19" fmla="*/ 0 h 199"/>
                    <a:gd name="T20" fmla="*/ 190 w 190"/>
                    <a:gd name="T21" fmla="*/ 199 h 199"/>
                  </a:gdLst>
                  <a:ahLst/>
                  <a:cxnLst>
                    <a:cxn ang="T12">
                      <a:pos x="T0" y="T1"/>
                    </a:cxn>
                    <a:cxn ang="T13">
                      <a:pos x="T2" y="T3"/>
                    </a:cxn>
                    <a:cxn ang="T14">
                      <a:pos x="T4" y="T5"/>
                    </a:cxn>
                    <a:cxn ang="T15">
                      <a:pos x="T6" y="T7"/>
                    </a:cxn>
                    <a:cxn ang="T16">
                      <a:pos x="T8" y="T9"/>
                    </a:cxn>
                    <a:cxn ang="T17">
                      <a:pos x="T10" y="T11"/>
                    </a:cxn>
                  </a:cxnLst>
                  <a:rect l="T18" t="T19" r="T20" b="T21"/>
                  <a:pathLst>
                    <a:path w="190" h="199">
                      <a:moveTo>
                        <a:pt x="42" y="0"/>
                      </a:moveTo>
                      <a:lnTo>
                        <a:pt x="189" y="0"/>
                      </a:lnTo>
                      <a:lnTo>
                        <a:pt x="189" y="198"/>
                      </a:lnTo>
                      <a:lnTo>
                        <a:pt x="6" y="198"/>
                      </a:lnTo>
                      <a:lnTo>
                        <a:pt x="0" y="158"/>
                      </a:lnTo>
                      <a:lnTo>
                        <a:pt x="42" y="0"/>
                      </a:lnTo>
                    </a:path>
                  </a:pathLst>
                </a:custGeom>
                <a:solidFill>
                  <a:srgbClr val="C0C0C0"/>
                </a:solidFill>
                <a:ln w="12700" cap="rnd" cmpd="sng">
                  <a:solidFill>
                    <a:srgbClr val="000000"/>
                  </a:solidFill>
                  <a:prstDash val="solid"/>
                  <a:round/>
                  <a:headEnd type="none" w="med" len="med"/>
                  <a:tailEnd type="none" w="med" len="med"/>
                </a:ln>
              </p:spPr>
              <p:txBody>
                <a:bodyPr/>
                <a:lstStyle/>
                <a:p>
                  <a:endParaRPr lang="fr-FR"/>
                </a:p>
              </p:txBody>
            </p:sp>
            <p:sp>
              <p:nvSpPr>
                <p:cNvPr id="92253" name="Line 138"/>
                <p:cNvSpPr>
                  <a:spLocks noChangeShapeType="1"/>
                </p:cNvSpPr>
                <p:nvPr/>
              </p:nvSpPr>
              <p:spPr bwMode="auto">
                <a:xfrm flipV="1">
                  <a:off x="4614" y="1947"/>
                  <a:ext cx="0" cy="247"/>
                </a:xfrm>
                <a:prstGeom prst="line">
                  <a:avLst/>
                </a:prstGeom>
                <a:noFill/>
                <a:ln w="12700">
                  <a:solidFill>
                    <a:srgbClr val="000000"/>
                  </a:solidFill>
                  <a:round/>
                  <a:headEnd/>
                  <a:tailEnd/>
                </a:ln>
                <a:extLst>
                  <a:ext uri="{909E8E84-426E-40DD-AFC4-6F175D3DCCD1}">
                    <a14:hiddenFill xmlns:a14="http://schemas.microsoft.com/office/drawing/2010/main">
                      <a:noFill/>
                    </a14:hiddenFill>
                  </a:ext>
                </a:extLst>
              </p:spPr>
              <p:txBody>
                <a:bodyPr wrap="none" anchor="ctr"/>
                <a:lstStyle/>
                <a:p>
                  <a:endParaRPr lang="fr-FR"/>
                </a:p>
              </p:txBody>
            </p:sp>
          </p:grpSp>
          <p:sp>
            <p:nvSpPr>
              <p:cNvPr id="92238" name="Freeform 139"/>
              <p:cNvSpPr>
                <a:spLocks/>
              </p:cNvSpPr>
              <p:nvPr/>
            </p:nvSpPr>
            <p:spPr bwMode="auto">
              <a:xfrm>
                <a:off x="3939" y="2624"/>
                <a:ext cx="34" cy="136"/>
              </a:xfrm>
              <a:custGeom>
                <a:avLst/>
                <a:gdLst>
                  <a:gd name="T0" fmla="*/ 0 w 34"/>
                  <a:gd name="T1" fmla="*/ 0 h 136"/>
                  <a:gd name="T2" fmla="*/ 33 w 34"/>
                  <a:gd name="T3" fmla="*/ 6 h 136"/>
                  <a:gd name="T4" fmla="*/ 33 w 34"/>
                  <a:gd name="T5" fmla="*/ 135 h 136"/>
                  <a:gd name="T6" fmla="*/ 0 w 34"/>
                  <a:gd name="T7" fmla="*/ 135 h 136"/>
                  <a:gd name="T8" fmla="*/ 0 w 34"/>
                  <a:gd name="T9" fmla="*/ 0 h 136"/>
                  <a:gd name="T10" fmla="*/ 0 60000 65536"/>
                  <a:gd name="T11" fmla="*/ 0 60000 65536"/>
                  <a:gd name="T12" fmla="*/ 0 60000 65536"/>
                  <a:gd name="T13" fmla="*/ 0 60000 65536"/>
                  <a:gd name="T14" fmla="*/ 0 60000 65536"/>
                  <a:gd name="T15" fmla="*/ 0 w 34"/>
                  <a:gd name="T16" fmla="*/ 0 h 136"/>
                  <a:gd name="T17" fmla="*/ 34 w 34"/>
                  <a:gd name="T18" fmla="*/ 136 h 136"/>
                </a:gdLst>
                <a:ahLst/>
                <a:cxnLst>
                  <a:cxn ang="T10">
                    <a:pos x="T0" y="T1"/>
                  </a:cxn>
                  <a:cxn ang="T11">
                    <a:pos x="T2" y="T3"/>
                  </a:cxn>
                  <a:cxn ang="T12">
                    <a:pos x="T4" y="T5"/>
                  </a:cxn>
                  <a:cxn ang="T13">
                    <a:pos x="T6" y="T7"/>
                  </a:cxn>
                  <a:cxn ang="T14">
                    <a:pos x="T8" y="T9"/>
                  </a:cxn>
                </a:cxnLst>
                <a:rect l="T15" t="T16" r="T17" b="T18"/>
                <a:pathLst>
                  <a:path w="34" h="136">
                    <a:moveTo>
                      <a:pt x="0" y="0"/>
                    </a:moveTo>
                    <a:lnTo>
                      <a:pt x="33" y="6"/>
                    </a:lnTo>
                    <a:lnTo>
                      <a:pt x="33" y="135"/>
                    </a:lnTo>
                    <a:lnTo>
                      <a:pt x="0" y="135"/>
                    </a:lnTo>
                    <a:lnTo>
                      <a:pt x="0" y="0"/>
                    </a:lnTo>
                  </a:path>
                </a:pathLst>
              </a:custGeom>
              <a:solidFill>
                <a:srgbClr val="C0C0C0"/>
              </a:solidFill>
              <a:ln w="12700" cap="rnd" cmpd="sng">
                <a:solidFill>
                  <a:srgbClr val="000000"/>
                </a:solidFill>
                <a:prstDash val="solid"/>
                <a:round/>
                <a:headEnd type="none" w="med" len="med"/>
                <a:tailEnd type="none" w="med" len="med"/>
              </a:ln>
            </p:spPr>
            <p:txBody>
              <a:bodyPr/>
              <a:lstStyle/>
              <a:p>
                <a:endParaRPr lang="fr-FR"/>
              </a:p>
            </p:txBody>
          </p:sp>
          <p:sp>
            <p:nvSpPr>
              <p:cNvPr id="92239" name="Freeform 140"/>
              <p:cNvSpPr>
                <a:spLocks/>
              </p:cNvSpPr>
              <p:nvPr/>
            </p:nvSpPr>
            <p:spPr bwMode="auto">
              <a:xfrm>
                <a:off x="4312" y="2202"/>
                <a:ext cx="89" cy="24"/>
              </a:xfrm>
              <a:custGeom>
                <a:avLst/>
                <a:gdLst>
                  <a:gd name="T0" fmla="*/ 0 w 89"/>
                  <a:gd name="T1" fmla="*/ 0 h 24"/>
                  <a:gd name="T2" fmla="*/ 0 w 89"/>
                  <a:gd name="T3" fmla="*/ 23 h 24"/>
                  <a:gd name="T4" fmla="*/ 23 w 89"/>
                  <a:gd name="T5" fmla="*/ 15 h 24"/>
                  <a:gd name="T6" fmla="*/ 88 w 89"/>
                  <a:gd name="T7" fmla="*/ 15 h 24"/>
                  <a:gd name="T8" fmla="*/ 88 w 89"/>
                  <a:gd name="T9" fmla="*/ 7 h 24"/>
                  <a:gd name="T10" fmla="*/ 23 w 89"/>
                  <a:gd name="T11" fmla="*/ 7 h 24"/>
                  <a:gd name="T12" fmla="*/ 16 w 89"/>
                  <a:gd name="T13" fmla="*/ 0 h 24"/>
                  <a:gd name="T14" fmla="*/ 0 w 89"/>
                  <a:gd name="T15" fmla="*/ 0 h 24"/>
                  <a:gd name="T16" fmla="*/ 0 60000 65536"/>
                  <a:gd name="T17" fmla="*/ 0 60000 65536"/>
                  <a:gd name="T18" fmla="*/ 0 60000 65536"/>
                  <a:gd name="T19" fmla="*/ 0 60000 65536"/>
                  <a:gd name="T20" fmla="*/ 0 60000 65536"/>
                  <a:gd name="T21" fmla="*/ 0 60000 65536"/>
                  <a:gd name="T22" fmla="*/ 0 60000 65536"/>
                  <a:gd name="T23" fmla="*/ 0 60000 65536"/>
                  <a:gd name="T24" fmla="*/ 0 w 89"/>
                  <a:gd name="T25" fmla="*/ 0 h 24"/>
                  <a:gd name="T26" fmla="*/ 89 w 89"/>
                  <a:gd name="T27" fmla="*/ 24 h 24"/>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89" h="24">
                    <a:moveTo>
                      <a:pt x="0" y="0"/>
                    </a:moveTo>
                    <a:lnTo>
                      <a:pt x="0" y="23"/>
                    </a:lnTo>
                    <a:lnTo>
                      <a:pt x="23" y="15"/>
                    </a:lnTo>
                    <a:lnTo>
                      <a:pt x="88" y="15"/>
                    </a:lnTo>
                    <a:lnTo>
                      <a:pt x="88" y="7"/>
                    </a:lnTo>
                    <a:lnTo>
                      <a:pt x="23" y="7"/>
                    </a:lnTo>
                    <a:lnTo>
                      <a:pt x="16" y="0"/>
                    </a:lnTo>
                    <a:lnTo>
                      <a:pt x="0" y="0"/>
                    </a:lnTo>
                  </a:path>
                </a:pathLst>
              </a:custGeom>
              <a:solidFill>
                <a:srgbClr val="C0C0C0"/>
              </a:solidFill>
              <a:ln>
                <a:noFill/>
              </a:ln>
              <a:extLst>
                <a:ext uri="{91240B29-F687-4F45-9708-019B960494DF}">
                  <a14:hiddenLine xmlns:a14="http://schemas.microsoft.com/office/drawing/2010/main" w="12700" cap="rnd" cmpd="sng">
                    <a:solidFill>
                      <a:srgbClr val="000000"/>
                    </a:solidFill>
                    <a:prstDash val="solid"/>
                    <a:round/>
                    <a:headEnd type="none" w="med" len="med"/>
                    <a:tailEnd type="none" w="med" len="med"/>
                  </a14:hiddenLine>
                </a:ext>
              </a:extLst>
            </p:spPr>
            <p:txBody>
              <a:bodyPr/>
              <a:lstStyle/>
              <a:p>
                <a:endParaRPr lang="fr-FR"/>
              </a:p>
            </p:txBody>
          </p:sp>
          <p:sp>
            <p:nvSpPr>
              <p:cNvPr id="92240" name="Freeform 141"/>
              <p:cNvSpPr>
                <a:spLocks/>
              </p:cNvSpPr>
              <p:nvPr/>
            </p:nvSpPr>
            <p:spPr bwMode="auto">
              <a:xfrm>
                <a:off x="878" y="1453"/>
                <a:ext cx="3044" cy="1245"/>
              </a:xfrm>
              <a:custGeom>
                <a:avLst/>
                <a:gdLst>
                  <a:gd name="T0" fmla="*/ 0 w 3044"/>
                  <a:gd name="T1" fmla="*/ 0 h 1245"/>
                  <a:gd name="T2" fmla="*/ 0 w 3044"/>
                  <a:gd name="T3" fmla="*/ 1244 h 1245"/>
                  <a:gd name="T4" fmla="*/ 3043 w 3044"/>
                  <a:gd name="T5" fmla="*/ 1244 h 1245"/>
                  <a:gd name="T6" fmla="*/ 3043 w 3044"/>
                  <a:gd name="T7" fmla="*/ 0 h 1245"/>
                  <a:gd name="T8" fmla="*/ 0 w 3044"/>
                  <a:gd name="T9" fmla="*/ 0 h 1245"/>
                  <a:gd name="T10" fmla="*/ 0 60000 65536"/>
                  <a:gd name="T11" fmla="*/ 0 60000 65536"/>
                  <a:gd name="T12" fmla="*/ 0 60000 65536"/>
                  <a:gd name="T13" fmla="*/ 0 60000 65536"/>
                  <a:gd name="T14" fmla="*/ 0 60000 65536"/>
                  <a:gd name="T15" fmla="*/ 0 w 3044"/>
                  <a:gd name="T16" fmla="*/ 0 h 1245"/>
                  <a:gd name="T17" fmla="*/ 3044 w 3044"/>
                  <a:gd name="T18" fmla="*/ 1245 h 1245"/>
                </a:gdLst>
                <a:ahLst/>
                <a:cxnLst>
                  <a:cxn ang="T10">
                    <a:pos x="T0" y="T1"/>
                  </a:cxn>
                  <a:cxn ang="T11">
                    <a:pos x="T2" y="T3"/>
                  </a:cxn>
                  <a:cxn ang="T12">
                    <a:pos x="T4" y="T5"/>
                  </a:cxn>
                  <a:cxn ang="T13">
                    <a:pos x="T6" y="T7"/>
                  </a:cxn>
                  <a:cxn ang="T14">
                    <a:pos x="T8" y="T9"/>
                  </a:cxn>
                </a:cxnLst>
                <a:rect l="T15" t="T16" r="T17" b="T18"/>
                <a:pathLst>
                  <a:path w="3044" h="1245">
                    <a:moveTo>
                      <a:pt x="0" y="0"/>
                    </a:moveTo>
                    <a:lnTo>
                      <a:pt x="0" y="1244"/>
                    </a:lnTo>
                    <a:lnTo>
                      <a:pt x="3043" y="1244"/>
                    </a:lnTo>
                    <a:lnTo>
                      <a:pt x="3043" y="0"/>
                    </a:lnTo>
                    <a:lnTo>
                      <a:pt x="0" y="0"/>
                    </a:lnTo>
                  </a:path>
                </a:pathLst>
              </a:custGeom>
              <a:solidFill>
                <a:schemeClr val="folHlink"/>
              </a:solidFill>
              <a:ln w="12700" cap="rnd" cmpd="sng">
                <a:solidFill>
                  <a:srgbClr val="000000"/>
                </a:solidFill>
                <a:prstDash val="solid"/>
                <a:round/>
                <a:headEnd type="none" w="med" len="med"/>
                <a:tailEnd type="none" w="med" len="med"/>
              </a:ln>
            </p:spPr>
            <p:txBody>
              <a:bodyPr/>
              <a:lstStyle/>
              <a:p>
                <a:endParaRPr lang="fr-FR"/>
              </a:p>
            </p:txBody>
          </p:sp>
          <p:sp>
            <p:nvSpPr>
              <p:cNvPr id="92241" name="Freeform 142"/>
              <p:cNvSpPr>
                <a:spLocks/>
              </p:cNvSpPr>
              <p:nvPr/>
            </p:nvSpPr>
            <p:spPr bwMode="auto">
              <a:xfrm>
                <a:off x="804" y="2672"/>
                <a:ext cx="3164" cy="102"/>
              </a:xfrm>
              <a:custGeom>
                <a:avLst/>
                <a:gdLst>
                  <a:gd name="T0" fmla="*/ 0 w 3164"/>
                  <a:gd name="T1" fmla="*/ 0 h 102"/>
                  <a:gd name="T2" fmla="*/ 3163 w 3164"/>
                  <a:gd name="T3" fmla="*/ 0 h 102"/>
                  <a:gd name="T4" fmla="*/ 3163 w 3164"/>
                  <a:gd name="T5" fmla="*/ 101 h 102"/>
                  <a:gd name="T6" fmla="*/ 0 w 3164"/>
                  <a:gd name="T7" fmla="*/ 101 h 102"/>
                  <a:gd name="T8" fmla="*/ 0 w 3164"/>
                  <a:gd name="T9" fmla="*/ 0 h 102"/>
                  <a:gd name="T10" fmla="*/ 0 60000 65536"/>
                  <a:gd name="T11" fmla="*/ 0 60000 65536"/>
                  <a:gd name="T12" fmla="*/ 0 60000 65536"/>
                  <a:gd name="T13" fmla="*/ 0 60000 65536"/>
                  <a:gd name="T14" fmla="*/ 0 60000 65536"/>
                  <a:gd name="T15" fmla="*/ 0 w 3164"/>
                  <a:gd name="T16" fmla="*/ 0 h 102"/>
                  <a:gd name="T17" fmla="*/ 3164 w 3164"/>
                  <a:gd name="T18" fmla="*/ 102 h 102"/>
                </a:gdLst>
                <a:ahLst/>
                <a:cxnLst>
                  <a:cxn ang="T10">
                    <a:pos x="T0" y="T1"/>
                  </a:cxn>
                  <a:cxn ang="T11">
                    <a:pos x="T2" y="T3"/>
                  </a:cxn>
                  <a:cxn ang="T12">
                    <a:pos x="T4" y="T5"/>
                  </a:cxn>
                  <a:cxn ang="T13">
                    <a:pos x="T6" y="T7"/>
                  </a:cxn>
                  <a:cxn ang="T14">
                    <a:pos x="T8" y="T9"/>
                  </a:cxn>
                </a:cxnLst>
                <a:rect l="T15" t="T16" r="T17" b="T18"/>
                <a:pathLst>
                  <a:path w="3164" h="102">
                    <a:moveTo>
                      <a:pt x="0" y="0"/>
                    </a:moveTo>
                    <a:lnTo>
                      <a:pt x="3163" y="0"/>
                    </a:lnTo>
                    <a:lnTo>
                      <a:pt x="3163" y="101"/>
                    </a:lnTo>
                    <a:lnTo>
                      <a:pt x="0" y="101"/>
                    </a:lnTo>
                    <a:lnTo>
                      <a:pt x="0" y="0"/>
                    </a:lnTo>
                  </a:path>
                </a:pathLst>
              </a:custGeom>
              <a:solidFill>
                <a:schemeClr val="folHlink"/>
              </a:solidFill>
              <a:ln w="12700" cap="rnd" cmpd="sng">
                <a:solidFill>
                  <a:srgbClr val="000000"/>
                </a:solidFill>
                <a:prstDash val="solid"/>
                <a:round/>
                <a:headEnd type="none" w="med" len="med"/>
                <a:tailEnd type="none" w="med" len="med"/>
              </a:ln>
            </p:spPr>
            <p:txBody>
              <a:bodyPr/>
              <a:lstStyle/>
              <a:p>
                <a:endParaRPr lang="fr-FR"/>
              </a:p>
            </p:txBody>
          </p:sp>
          <p:grpSp>
            <p:nvGrpSpPr>
              <p:cNvPr id="92242" name="Group 143"/>
              <p:cNvGrpSpPr>
                <a:grpSpLocks/>
              </p:cNvGrpSpPr>
              <p:nvPr/>
            </p:nvGrpSpPr>
            <p:grpSpPr bwMode="auto">
              <a:xfrm>
                <a:off x="1859" y="2458"/>
                <a:ext cx="488" cy="529"/>
                <a:chOff x="1859" y="2458"/>
                <a:chExt cx="488" cy="529"/>
              </a:xfrm>
            </p:grpSpPr>
            <p:sp>
              <p:nvSpPr>
                <p:cNvPr id="92246" name="Oval 144"/>
                <p:cNvSpPr>
                  <a:spLocks noChangeArrowheads="1"/>
                </p:cNvSpPr>
                <p:nvPr/>
              </p:nvSpPr>
              <p:spPr bwMode="auto">
                <a:xfrm>
                  <a:off x="1859" y="2458"/>
                  <a:ext cx="488" cy="492"/>
                </a:xfrm>
                <a:prstGeom prst="ellipse">
                  <a:avLst/>
                </a:prstGeom>
                <a:solidFill>
                  <a:schemeClr val="tx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nvGrpSpPr>
                <p:cNvPr id="92247" name="Group 145"/>
                <p:cNvGrpSpPr>
                  <a:grpSpLocks/>
                </p:cNvGrpSpPr>
                <p:nvPr/>
              </p:nvGrpSpPr>
              <p:grpSpPr bwMode="auto">
                <a:xfrm>
                  <a:off x="1874" y="2530"/>
                  <a:ext cx="458" cy="457"/>
                  <a:chOff x="1874" y="2530"/>
                  <a:chExt cx="458" cy="457"/>
                </a:xfrm>
              </p:grpSpPr>
              <p:sp>
                <p:nvSpPr>
                  <p:cNvPr id="92248" name="Oval 146"/>
                  <p:cNvSpPr>
                    <a:spLocks noChangeArrowheads="1"/>
                  </p:cNvSpPr>
                  <p:nvPr/>
                </p:nvSpPr>
                <p:spPr bwMode="auto">
                  <a:xfrm>
                    <a:off x="1874" y="2530"/>
                    <a:ext cx="458" cy="457"/>
                  </a:xfrm>
                  <a:prstGeom prst="ellipse">
                    <a:avLst/>
                  </a:prstGeom>
                  <a:solidFill>
                    <a:schemeClr val="tx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92249" name="Oval 147"/>
                  <p:cNvSpPr>
                    <a:spLocks noChangeArrowheads="1"/>
                  </p:cNvSpPr>
                  <p:nvPr/>
                </p:nvSpPr>
                <p:spPr bwMode="auto">
                  <a:xfrm>
                    <a:off x="2010" y="2666"/>
                    <a:ext cx="184" cy="183"/>
                  </a:xfrm>
                  <a:prstGeom prst="ellipse">
                    <a:avLst/>
                  </a:prstGeom>
                  <a:solidFill>
                    <a:schemeClr val="tx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grpSp>
          <p:sp>
            <p:nvSpPr>
              <p:cNvPr id="92243" name="Rectangle 148"/>
              <p:cNvSpPr>
                <a:spLocks noChangeArrowheads="1"/>
              </p:cNvSpPr>
              <p:nvPr/>
            </p:nvSpPr>
            <p:spPr bwMode="auto">
              <a:xfrm>
                <a:off x="1088" y="2011"/>
                <a:ext cx="2614" cy="101"/>
              </a:xfrm>
              <a:prstGeom prst="rect">
                <a:avLst/>
              </a:prstGeom>
              <a:solidFill>
                <a:schemeClr val="bg2"/>
              </a:solidFill>
              <a:ln w="12700">
                <a:solidFill>
                  <a:srgbClr val="000000"/>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92244" name="Line 149"/>
              <p:cNvSpPr>
                <a:spLocks noChangeShapeType="1"/>
              </p:cNvSpPr>
              <p:nvPr/>
            </p:nvSpPr>
            <p:spPr bwMode="auto">
              <a:xfrm>
                <a:off x="882" y="2180"/>
                <a:ext cx="3007" cy="0"/>
              </a:xfrm>
              <a:prstGeom prst="line">
                <a:avLst/>
              </a:prstGeom>
              <a:noFill/>
              <a:ln w="12700">
                <a:solidFill>
                  <a:srgbClr val="000000"/>
                </a:solidFill>
                <a:round/>
                <a:headEnd/>
                <a:tailEnd/>
              </a:ln>
              <a:extLst>
                <a:ext uri="{909E8E84-426E-40DD-AFC4-6F175D3DCCD1}">
                  <a14:hiddenFill xmlns:a14="http://schemas.microsoft.com/office/drawing/2010/main">
                    <a:noFill/>
                  </a14:hiddenFill>
                </a:ext>
              </a:extLst>
            </p:spPr>
            <p:txBody>
              <a:bodyPr wrap="none" anchor="ctr"/>
              <a:lstStyle/>
              <a:p>
                <a:endParaRPr lang="fr-FR"/>
              </a:p>
            </p:txBody>
          </p:sp>
          <p:sp>
            <p:nvSpPr>
              <p:cNvPr id="92245" name="Oval 150"/>
              <p:cNvSpPr>
                <a:spLocks noChangeArrowheads="1"/>
              </p:cNvSpPr>
              <p:nvPr/>
            </p:nvSpPr>
            <p:spPr bwMode="auto">
              <a:xfrm>
                <a:off x="2007" y="2648"/>
                <a:ext cx="184" cy="183"/>
              </a:xfrm>
              <a:prstGeom prst="ellipse">
                <a:avLst/>
              </a:prstGeom>
              <a:solidFill>
                <a:srgbClr val="C0C0C0"/>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grpSp>
          <p:nvGrpSpPr>
            <p:cNvPr id="92198" name="Group 155"/>
            <p:cNvGrpSpPr>
              <a:grpSpLocks/>
            </p:cNvGrpSpPr>
            <p:nvPr/>
          </p:nvGrpSpPr>
          <p:grpSpPr bwMode="auto">
            <a:xfrm rot="-223274">
              <a:off x="3679" y="1319"/>
              <a:ext cx="667" cy="657"/>
              <a:chOff x="2757" y="1666"/>
              <a:chExt cx="812" cy="800"/>
            </a:xfrm>
          </p:grpSpPr>
          <p:sp>
            <p:nvSpPr>
              <p:cNvPr id="92225" name="Freeform 156"/>
              <p:cNvSpPr>
                <a:spLocks/>
              </p:cNvSpPr>
              <p:nvPr/>
            </p:nvSpPr>
            <p:spPr bwMode="auto">
              <a:xfrm>
                <a:off x="2762" y="1667"/>
                <a:ext cx="807" cy="584"/>
              </a:xfrm>
              <a:custGeom>
                <a:avLst/>
                <a:gdLst>
                  <a:gd name="T0" fmla="*/ 497 w 807"/>
                  <a:gd name="T1" fmla="*/ 583 h 584"/>
                  <a:gd name="T2" fmla="*/ 0 w 807"/>
                  <a:gd name="T3" fmla="*/ 452 h 584"/>
                  <a:gd name="T4" fmla="*/ 337 w 807"/>
                  <a:gd name="T5" fmla="*/ 0 h 584"/>
                  <a:gd name="T6" fmla="*/ 806 w 807"/>
                  <a:gd name="T7" fmla="*/ 98 h 584"/>
                  <a:gd name="T8" fmla="*/ 497 w 807"/>
                  <a:gd name="T9" fmla="*/ 583 h 584"/>
                  <a:gd name="T10" fmla="*/ 0 60000 65536"/>
                  <a:gd name="T11" fmla="*/ 0 60000 65536"/>
                  <a:gd name="T12" fmla="*/ 0 60000 65536"/>
                  <a:gd name="T13" fmla="*/ 0 60000 65536"/>
                  <a:gd name="T14" fmla="*/ 0 60000 65536"/>
                  <a:gd name="T15" fmla="*/ 0 w 807"/>
                  <a:gd name="T16" fmla="*/ 0 h 584"/>
                  <a:gd name="T17" fmla="*/ 807 w 807"/>
                  <a:gd name="T18" fmla="*/ 584 h 584"/>
                </a:gdLst>
                <a:ahLst/>
                <a:cxnLst>
                  <a:cxn ang="T10">
                    <a:pos x="T0" y="T1"/>
                  </a:cxn>
                  <a:cxn ang="T11">
                    <a:pos x="T2" y="T3"/>
                  </a:cxn>
                  <a:cxn ang="T12">
                    <a:pos x="T4" y="T5"/>
                  </a:cxn>
                  <a:cxn ang="T13">
                    <a:pos x="T6" y="T7"/>
                  </a:cxn>
                  <a:cxn ang="T14">
                    <a:pos x="T8" y="T9"/>
                  </a:cxn>
                </a:cxnLst>
                <a:rect l="T15" t="T16" r="T17" b="T18"/>
                <a:pathLst>
                  <a:path w="807" h="584">
                    <a:moveTo>
                      <a:pt x="497" y="583"/>
                    </a:moveTo>
                    <a:lnTo>
                      <a:pt x="0" y="452"/>
                    </a:lnTo>
                    <a:lnTo>
                      <a:pt x="337" y="0"/>
                    </a:lnTo>
                    <a:lnTo>
                      <a:pt x="806" y="98"/>
                    </a:lnTo>
                    <a:lnTo>
                      <a:pt x="497" y="583"/>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92226" name="Freeform 157"/>
              <p:cNvSpPr>
                <a:spLocks/>
              </p:cNvSpPr>
              <p:nvPr/>
            </p:nvSpPr>
            <p:spPr bwMode="auto">
              <a:xfrm>
                <a:off x="2882" y="1861"/>
                <a:ext cx="578" cy="384"/>
              </a:xfrm>
              <a:custGeom>
                <a:avLst/>
                <a:gdLst>
                  <a:gd name="T0" fmla="*/ 377 w 578"/>
                  <a:gd name="T1" fmla="*/ 383 h 384"/>
                  <a:gd name="T2" fmla="*/ 0 w 578"/>
                  <a:gd name="T3" fmla="*/ 291 h 384"/>
                  <a:gd name="T4" fmla="*/ 217 w 578"/>
                  <a:gd name="T5" fmla="*/ 0 h 384"/>
                  <a:gd name="T6" fmla="*/ 577 w 578"/>
                  <a:gd name="T7" fmla="*/ 74 h 384"/>
                  <a:gd name="T8" fmla="*/ 377 w 578"/>
                  <a:gd name="T9" fmla="*/ 383 h 384"/>
                  <a:gd name="T10" fmla="*/ 0 60000 65536"/>
                  <a:gd name="T11" fmla="*/ 0 60000 65536"/>
                  <a:gd name="T12" fmla="*/ 0 60000 65536"/>
                  <a:gd name="T13" fmla="*/ 0 60000 65536"/>
                  <a:gd name="T14" fmla="*/ 0 60000 65536"/>
                  <a:gd name="T15" fmla="*/ 0 w 578"/>
                  <a:gd name="T16" fmla="*/ 0 h 384"/>
                  <a:gd name="T17" fmla="*/ 578 w 578"/>
                  <a:gd name="T18" fmla="*/ 384 h 384"/>
                </a:gdLst>
                <a:ahLst/>
                <a:cxnLst>
                  <a:cxn ang="T10">
                    <a:pos x="T0" y="T1"/>
                  </a:cxn>
                  <a:cxn ang="T11">
                    <a:pos x="T2" y="T3"/>
                  </a:cxn>
                  <a:cxn ang="T12">
                    <a:pos x="T4" y="T5"/>
                  </a:cxn>
                  <a:cxn ang="T13">
                    <a:pos x="T6" y="T7"/>
                  </a:cxn>
                  <a:cxn ang="T14">
                    <a:pos x="T8" y="T9"/>
                  </a:cxn>
                </a:cxnLst>
                <a:rect l="T15" t="T16" r="T17" b="T18"/>
                <a:pathLst>
                  <a:path w="578" h="384">
                    <a:moveTo>
                      <a:pt x="377" y="383"/>
                    </a:moveTo>
                    <a:lnTo>
                      <a:pt x="0" y="291"/>
                    </a:lnTo>
                    <a:lnTo>
                      <a:pt x="217" y="0"/>
                    </a:lnTo>
                    <a:lnTo>
                      <a:pt x="577" y="74"/>
                    </a:lnTo>
                    <a:lnTo>
                      <a:pt x="377" y="383"/>
                    </a:lnTo>
                  </a:path>
                </a:pathLst>
              </a:custGeom>
              <a:solidFill>
                <a:srgbClr val="E22B00"/>
              </a:solidFill>
              <a:ln>
                <a:noFill/>
              </a:ln>
              <a:extLst>
                <a:ext uri="{91240B29-F687-4F45-9708-019B960494DF}">
                  <a14:hiddenLine xmlns:a14="http://schemas.microsoft.com/office/drawing/2010/main" w="12700" cap="rnd" cmpd="sng">
                    <a:solidFill>
                      <a:srgbClr val="000000"/>
                    </a:solidFill>
                    <a:prstDash val="solid"/>
                    <a:round/>
                    <a:headEnd type="none" w="med" len="med"/>
                    <a:tailEnd type="none" w="med" len="med"/>
                  </a14:hiddenLine>
                </a:ext>
              </a:extLst>
            </p:spPr>
            <p:txBody>
              <a:bodyPr/>
              <a:lstStyle/>
              <a:p>
                <a:endParaRPr lang="fr-FR"/>
              </a:p>
            </p:txBody>
          </p:sp>
          <p:sp>
            <p:nvSpPr>
              <p:cNvPr id="92227" name="Line 158"/>
              <p:cNvSpPr>
                <a:spLocks noChangeShapeType="1"/>
              </p:cNvSpPr>
              <p:nvPr/>
            </p:nvSpPr>
            <p:spPr bwMode="auto">
              <a:xfrm>
                <a:off x="3102" y="1862"/>
                <a:ext cx="352" cy="7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fr-FR"/>
              </a:p>
            </p:txBody>
          </p:sp>
          <p:sp>
            <p:nvSpPr>
              <p:cNvPr id="92228" name="Freeform 159"/>
              <p:cNvSpPr>
                <a:spLocks/>
              </p:cNvSpPr>
              <p:nvPr/>
            </p:nvSpPr>
            <p:spPr bwMode="auto">
              <a:xfrm>
                <a:off x="2762" y="1666"/>
                <a:ext cx="337" cy="485"/>
              </a:xfrm>
              <a:custGeom>
                <a:avLst/>
                <a:gdLst>
                  <a:gd name="T0" fmla="*/ 336 w 337"/>
                  <a:gd name="T1" fmla="*/ 194 h 485"/>
                  <a:gd name="T2" fmla="*/ 118 w 337"/>
                  <a:gd name="T3" fmla="*/ 484 h 485"/>
                  <a:gd name="T4" fmla="*/ 0 w 337"/>
                  <a:gd name="T5" fmla="*/ 452 h 485"/>
                  <a:gd name="T6" fmla="*/ 336 w 337"/>
                  <a:gd name="T7" fmla="*/ 0 h 485"/>
                  <a:gd name="T8" fmla="*/ 336 w 337"/>
                  <a:gd name="T9" fmla="*/ 152 h 485"/>
                  <a:gd name="T10" fmla="*/ 336 w 337"/>
                  <a:gd name="T11" fmla="*/ 194 h 485"/>
                  <a:gd name="T12" fmla="*/ 0 60000 65536"/>
                  <a:gd name="T13" fmla="*/ 0 60000 65536"/>
                  <a:gd name="T14" fmla="*/ 0 60000 65536"/>
                  <a:gd name="T15" fmla="*/ 0 60000 65536"/>
                  <a:gd name="T16" fmla="*/ 0 60000 65536"/>
                  <a:gd name="T17" fmla="*/ 0 60000 65536"/>
                  <a:gd name="T18" fmla="*/ 0 w 337"/>
                  <a:gd name="T19" fmla="*/ 0 h 485"/>
                  <a:gd name="T20" fmla="*/ 337 w 337"/>
                  <a:gd name="T21" fmla="*/ 485 h 485"/>
                </a:gdLst>
                <a:ahLst/>
                <a:cxnLst>
                  <a:cxn ang="T12">
                    <a:pos x="T0" y="T1"/>
                  </a:cxn>
                  <a:cxn ang="T13">
                    <a:pos x="T2" y="T3"/>
                  </a:cxn>
                  <a:cxn ang="T14">
                    <a:pos x="T4" y="T5"/>
                  </a:cxn>
                  <a:cxn ang="T15">
                    <a:pos x="T6" y="T7"/>
                  </a:cxn>
                  <a:cxn ang="T16">
                    <a:pos x="T8" y="T9"/>
                  </a:cxn>
                  <a:cxn ang="T17">
                    <a:pos x="T10" y="T11"/>
                  </a:cxn>
                </a:cxnLst>
                <a:rect l="T18" t="T19" r="T20" b="T21"/>
                <a:pathLst>
                  <a:path w="337" h="485">
                    <a:moveTo>
                      <a:pt x="336" y="194"/>
                    </a:moveTo>
                    <a:lnTo>
                      <a:pt x="118" y="484"/>
                    </a:lnTo>
                    <a:lnTo>
                      <a:pt x="0" y="452"/>
                    </a:lnTo>
                    <a:lnTo>
                      <a:pt x="336" y="0"/>
                    </a:lnTo>
                    <a:lnTo>
                      <a:pt x="336" y="152"/>
                    </a:lnTo>
                    <a:lnTo>
                      <a:pt x="336" y="194"/>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92229" name="Freeform 160"/>
              <p:cNvSpPr>
                <a:spLocks/>
              </p:cNvSpPr>
              <p:nvPr/>
            </p:nvSpPr>
            <p:spPr bwMode="auto">
              <a:xfrm>
                <a:off x="2757" y="2124"/>
                <a:ext cx="509" cy="339"/>
              </a:xfrm>
              <a:custGeom>
                <a:avLst/>
                <a:gdLst>
                  <a:gd name="T0" fmla="*/ 0 w 506"/>
                  <a:gd name="T1" fmla="*/ 0 h 345"/>
                  <a:gd name="T2" fmla="*/ 1 w 506"/>
                  <a:gd name="T3" fmla="*/ 198 h 345"/>
                  <a:gd name="T4" fmla="*/ 514 w 506"/>
                  <a:gd name="T5" fmla="*/ 326 h 345"/>
                  <a:gd name="T6" fmla="*/ 513 w 506"/>
                  <a:gd name="T7" fmla="*/ 124 h 345"/>
                  <a:gd name="T8" fmla="*/ 0 60000 65536"/>
                  <a:gd name="T9" fmla="*/ 0 60000 65536"/>
                  <a:gd name="T10" fmla="*/ 0 60000 65536"/>
                  <a:gd name="T11" fmla="*/ 0 60000 65536"/>
                  <a:gd name="T12" fmla="*/ 0 w 506"/>
                  <a:gd name="T13" fmla="*/ 0 h 345"/>
                  <a:gd name="T14" fmla="*/ 506 w 506"/>
                  <a:gd name="T15" fmla="*/ 345 h 345"/>
                </a:gdLst>
                <a:ahLst/>
                <a:cxnLst>
                  <a:cxn ang="T8">
                    <a:pos x="T0" y="T1"/>
                  </a:cxn>
                  <a:cxn ang="T9">
                    <a:pos x="T2" y="T3"/>
                  </a:cxn>
                  <a:cxn ang="T10">
                    <a:pos x="T4" y="T5"/>
                  </a:cxn>
                  <a:cxn ang="T11">
                    <a:pos x="T6" y="T7"/>
                  </a:cxn>
                </a:cxnLst>
                <a:rect l="T12" t="T13" r="T14" b="T15"/>
                <a:pathLst>
                  <a:path w="506" h="345">
                    <a:moveTo>
                      <a:pt x="0" y="0"/>
                    </a:moveTo>
                    <a:lnTo>
                      <a:pt x="1" y="209"/>
                    </a:lnTo>
                    <a:lnTo>
                      <a:pt x="505" y="344"/>
                    </a:lnTo>
                    <a:lnTo>
                      <a:pt x="504" y="130"/>
                    </a:lnTo>
                  </a:path>
                </a:pathLst>
              </a:custGeom>
              <a:solidFill>
                <a:srgbClr val="FC2C1C"/>
              </a:solidFill>
              <a:ln w="12700" cap="rnd" cmpd="sng">
                <a:solidFill>
                  <a:schemeClr val="bg2"/>
                </a:solidFill>
                <a:prstDash val="solid"/>
                <a:round/>
                <a:headEnd type="none" w="med" len="med"/>
                <a:tailEnd type="none" w="med" len="med"/>
              </a:ln>
            </p:spPr>
            <p:txBody>
              <a:bodyPr/>
              <a:lstStyle/>
              <a:p>
                <a:endParaRPr lang="fr-FR"/>
              </a:p>
            </p:txBody>
          </p:sp>
          <p:sp>
            <p:nvSpPr>
              <p:cNvPr id="92230" name="AutoShape 161"/>
              <p:cNvSpPr>
                <a:spLocks noChangeArrowheads="1"/>
              </p:cNvSpPr>
              <p:nvPr/>
            </p:nvSpPr>
            <p:spPr bwMode="auto">
              <a:xfrm rot="16200000" flipH="1">
                <a:off x="3067" y="1967"/>
                <a:ext cx="693" cy="306"/>
              </a:xfrm>
              <a:prstGeom prst="parallelogram">
                <a:avLst>
                  <a:gd name="adj" fmla="val 156202"/>
                </a:avLst>
              </a:prstGeom>
              <a:solidFill>
                <a:srgbClr val="FC2C1C"/>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sp>
          <p:nvSpPr>
            <p:cNvPr id="92199" name="AutoShape 162"/>
            <p:cNvSpPr>
              <a:spLocks noChangeArrowheads="1"/>
            </p:cNvSpPr>
            <p:nvPr/>
          </p:nvSpPr>
          <p:spPr bwMode="auto">
            <a:xfrm rot="2337505">
              <a:off x="3924" y="1494"/>
              <a:ext cx="177" cy="266"/>
            </a:xfrm>
            <a:prstGeom prst="parallelogram">
              <a:avLst>
                <a:gd name="adj" fmla="val 25000"/>
              </a:avLst>
            </a:prstGeom>
            <a:solidFill>
              <a:srgbClr val="FC2C1C"/>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92200" name="Oval 163"/>
            <p:cNvSpPr>
              <a:spLocks noChangeArrowheads="1"/>
            </p:cNvSpPr>
            <p:nvPr/>
          </p:nvSpPr>
          <p:spPr bwMode="auto">
            <a:xfrm rot="575549">
              <a:off x="3978" y="1613"/>
              <a:ext cx="164" cy="155"/>
            </a:xfrm>
            <a:prstGeom prst="ellipse">
              <a:avLst/>
            </a:prstGeom>
            <a:solidFill>
              <a:schemeClr val="bg1"/>
            </a:solidFill>
            <a:ln w="9525" algn="ctr">
              <a:solidFill>
                <a:schemeClr val="tx1"/>
              </a:solidFill>
              <a:round/>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92201" name="AutoShape 164"/>
            <p:cNvSpPr>
              <a:spLocks noChangeArrowheads="1"/>
            </p:cNvSpPr>
            <p:nvPr/>
          </p:nvSpPr>
          <p:spPr bwMode="auto">
            <a:xfrm rot="669280">
              <a:off x="3831" y="1557"/>
              <a:ext cx="194" cy="144"/>
            </a:xfrm>
            <a:prstGeom prst="parallelogram">
              <a:avLst>
                <a:gd name="adj" fmla="val 33681"/>
              </a:avLst>
            </a:prstGeom>
            <a:solidFill>
              <a:srgbClr val="FFFF00"/>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nvGrpSpPr>
            <p:cNvPr id="92202" name="Group 172"/>
            <p:cNvGrpSpPr>
              <a:grpSpLocks/>
            </p:cNvGrpSpPr>
            <p:nvPr/>
          </p:nvGrpSpPr>
          <p:grpSpPr bwMode="auto">
            <a:xfrm rot="-223274">
              <a:off x="4287" y="1345"/>
              <a:ext cx="667" cy="657"/>
              <a:chOff x="2757" y="1666"/>
              <a:chExt cx="812" cy="800"/>
            </a:xfrm>
          </p:grpSpPr>
          <p:sp>
            <p:nvSpPr>
              <p:cNvPr id="92219" name="Freeform 173"/>
              <p:cNvSpPr>
                <a:spLocks/>
              </p:cNvSpPr>
              <p:nvPr/>
            </p:nvSpPr>
            <p:spPr bwMode="auto">
              <a:xfrm>
                <a:off x="2762" y="1667"/>
                <a:ext cx="807" cy="584"/>
              </a:xfrm>
              <a:custGeom>
                <a:avLst/>
                <a:gdLst>
                  <a:gd name="T0" fmla="*/ 497 w 807"/>
                  <a:gd name="T1" fmla="*/ 583 h 584"/>
                  <a:gd name="T2" fmla="*/ 0 w 807"/>
                  <a:gd name="T3" fmla="*/ 452 h 584"/>
                  <a:gd name="T4" fmla="*/ 337 w 807"/>
                  <a:gd name="T5" fmla="*/ 0 h 584"/>
                  <a:gd name="T6" fmla="*/ 806 w 807"/>
                  <a:gd name="T7" fmla="*/ 98 h 584"/>
                  <a:gd name="T8" fmla="*/ 497 w 807"/>
                  <a:gd name="T9" fmla="*/ 583 h 584"/>
                  <a:gd name="T10" fmla="*/ 0 60000 65536"/>
                  <a:gd name="T11" fmla="*/ 0 60000 65536"/>
                  <a:gd name="T12" fmla="*/ 0 60000 65536"/>
                  <a:gd name="T13" fmla="*/ 0 60000 65536"/>
                  <a:gd name="T14" fmla="*/ 0 60000 65536"/>
                  <a:gd name="T15" fmla="*/ 0 w 807"/>
                  <a:gd name="T16" fmla="*/ 0 h 584"/>
                  <a:gd name="T17" fmla="*/ 807 w 807"/>
                  <a:gd name="T18" fmla="*/ 584 h 584"/>
                </a:gdLst>
                <a:ahLst/>
                <a:cxnLst>
                  <a:cxn ang="T10">
                    <a:pos x="T0" y="T1"/>
                  </a:cxn>
                  <a:cxn ang="T11">
                    <a:pos x="T2" y="T3"/>
                  </a:cxn>
                  <a:cxn ang="T12">
                    <a:pos x="T4" y="T5"/>
                  </a:cxn>
                  <a:cxn ang="T13">
                    <a:pos x="T6" y="T7"/>
                  </a:cxn>
                  <a:cxn ang="T14">
                    <a:pos x="T8" y="T9"/>
                  </a:cxn>
                </a:cxnLst>
                <a:rect l="T15" t="T16" r="T17" b="T18"/>
                <a:pathLst>
                  <a:path w="807" h="584">
                    <a:moveTo>
                      <a:pt x="497" y="583"/>
                    </a:moveTo>
                    <a:lnTo>
                      <a:pt x="0" y="452"/>
                    </a:lnTo>
                    <a:lnTo>
                      <a:pt x="337" y="0"/>
                    </a:lnTo>
                    <a:lnTo>
                      <a:pt x="806" y="98"/>
                    </a:lnTo>
                    <a:lnTo>
                      <a:pt x="497" y="583"/>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92220" name="Freeform 174"/>
              <p:cNvSpPr>
                <a:spLocks/>
              </p:cNvSpPr>
              <p:nvPr/>
            </p:nvSpPr>
            <p:spPr bwMode="auto">
              <a:xfrm>
                <a:off x="2882" y="1861"/>
                <a:ext cx="578" cy="384"/>
              </a:xfrm>
              <a:custGeom>
                <a:avLst/>
                <a:gdLst>
                  <a:gd name="T0" fmla="*/ 377 w 578"/>
                  <a:gd name="T1" fmla="*/ 383 h 384"/>
                  <a:gd name="T2" fmla="*/ 0 w 578"/>
                  <a:gd name="T3" fmla="*/ 291 h 384"/>
                  <a:gd name="T4" fmla="*/ 217 w 578"/>
                  <a:gd name="T5" fmla="*/ 0 h 384"/>
                  <a:gd name="T6" fmla="*/ 577 w 578"/>
                  <a:gd name="T7" fmla="*/ 74 h 384"/>
                  <a:gd name="T8" fmla="*/ 377 w 578"/>
                  <a:gd name="T9" fmla="*/ 383 h 384"/>
                  <a:gd name="T10" fmla="*/ 0 60000 65536"/>
                  <a:gd name="T11" fmla="*/ 0 60000 65536"/>
                  <a:gd name="T12" fmla="*/ 0 60000 65536"/>
                  <a:gd name="T13" fmla="*/ 0 60000 65536"/>
                  <a:gd name="T14" fmla="*/ 0 60000 65536"/>
                  <a:gd name="T15" fmla="*/ 0 w 578"/>
                  <a:gd name="T16" fmla="*/ 0 h 384"/>
                  <a:gd name="T17" fmla="*/ 578 w 578"/>
                  <a:gd name="T18" fmla="*/ 384 h 384"/>
                </a:gdLst>
                <a:ahLst/>
                <a:cxnLst>
                  <a:cxn ang="T10">
                    <a:pos x="T0" y="T1"/>
                  </a:cxn>
                  <a:cxn ang="T11">
                    <a:pos x="T2" y="T3"/>
                  </a:cxn>
                  <a:cxn ang="T12">
                    <a:pos x="T4" y="T5"/>
                  </a:cxn>
                  <a:cxn ang="T13">
                    <a:pos x="T6" y="T7"/>
                  </a:cxn>
                  <a:cxn ang="T14">
                    <a:pos x="T8" y="T9"/>
                  </a:cxn>
                </a:cxnLst>
                <a:rect l="T15" t="T16" r="T17" b="T18"/>
                <a:pathLst>
                  <a:path w="578" h="384">
                    <a:moveTo>
                      <a:pt x="377" y="383"/>
                    </a:moveTo>
                    <a:lnTo>
                      <a:pt x="0" y="291"/>
                    </a:lnTo>
                    <a:lnTo>
                      <a:pt x="217" y="0"/>
                    </a:lnTo>
                    <a:lnTo>
                      <a:pt x="577" y="74"/>
                    </a:lnTo>
                    <a:lnTo>
                      <a:pt x="377" y="383"/>
                    </a:lnTo>
                  </a:path>
                </a:pathLst>
              </a:custGeom>
              <a:solidFill>
                <a:srgbClr val="E22B00"/>
              </a:solidFill>
              <a:ln>
                <a:noFill/>
              </a:ln>
              <a:extLst>
                <a:ext uri="{91240B29-F687-4F45-9708-019B960494DF}">
                  <a14:hiddenLine xmlns:a14="http://schemas.microsoft.com/office/drawing/2010/main" w="12700" cap="rnd" cmpd="sng">
                    <a:solidFill>
                      <a:srgbClr val="000000"/>
                    </a:solidFill>
                    <a:prstDash val="solid"/>
                    <a:round/>
                    <a:headEnd type="none" w="med" len="med"/>
                    <a:tailEnd type="none" w="med" len="med"/>
                  </a14:hiddenLine>
                </a:ext>
              </a:extLst>
            </p:spPr>
            <p:txBody>
              <a:bodyPr/>
              <a:lstStyle/>
              <a:p>
                <a:endParaRPr lang="fr-FR"/>
              </a:p>
            </p:txBody>
          </p:sp>
          <p:sp>
            <p:nvSpPr>
              <p:cNvPr id="92221" name="Line 175"/>
              <p:cNvSpPr>
                <a:spLocks noChangeShapeType="1"/>
              </p:cNvSpPr>
              <p:nvPr/>
            </p:nvSpPr>
            <p:spPr bwMode="auto">
              <a:xfrm>
                <a:off x="3102" y="1862"/>
                <a:ext cx="352" cy="7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fr-FR"/>
              </a:p>
            </p:txBody>
          </p:sp>
          <p:sp>
            <p:nvSpPr>
              <p:cNvPr id="92222" name="Freeform 176"/>
              <p:cNvSpPr>
                <a:spLocks/>
              </p:cNvSpPr>
              <p:nvPr/>
            </p:nvSpPr>
            <p:spPr bwMode="auto">
              <a:xfrm>
                <a:off x="2762" y="1666"/>
                <a:ext cx="337" cy="485"/>
              </a:xfrm>
              <a:custGeom>
                <a:avLst/>
                <a:gdLst>
                  <a:gd name="T0" fmla="*/ 336 w 337"/>
                  <a:gd name="T1" fmla="*/ 194 h 485"/>
                  <a:gd name="T2" fmla="*/ 118 w 337"/>
                  <a:gd name="T3" fmla="*/ 484 h 485"/>
                  <a:gd name="T4" fmla="*/ 0 w 337"/>
                  <a:gd name="T5" fmla="*/ 452 h 485"/>
                  <a:gd name="T6" fmla="*/ 336 w 337"/>
                  <a:gd name="T7" fmla="*/ 0 h 485"/>
                  <a:gd name="T8" fmla="*/ 336 w 337"/>
                  <a:gd name="T9" fmla="*/ 152 h 485"/>
                  <a:gd name="T10" fmla="*/ 336 w 337"/>
                  <a:gd name="T11" fmla="*/ 194 h 485"/>
                  <a:gd name="T12" fmla="*/ 0 60000 65536"/>
                  <a:gd name="T13" fmla="*/ 0 60000 65536"/>
                  <a:gd name="T14" fmla="*/ 0 60000 65536"/>
                  <a:gd name="T15" fmla="*/ 0 60000 65536"/>
                  <a:gd name="T16" fmla="*/ 0 60000 65536"/>
                  <a:gd name="T17" fmla="*/ 0 60000 65536"/>
                  <a:gd name="T18" fmla="*/ 0 w 337"/>
                  <a:gd name="T19" fmla="*/ 0 h 485"/>
                  <a:gd name="T20" fmla="*/ 337 w 337"/>
                  <a:gd name="T21" fmla="*/ 485 h 485"/>
                </a:gdLst>
                <a:ahLst/>
                <a:cxnLst>
                  <a:cxn ang="T12">
                    <a:pos x="T0" y="T1"/>
                  </a:cxn>
                  <a:cxn ang="T13">
                    <a:pos x="T2" y="T3"/>
                  </a:cxn>
                  <a:cxn ang="T14">
                    <a:pos x="T4" y="T5"/>
                  </a:cxn>
                  <a:cxn ang="T15">
                    <a:pos x="T6" y="T7"/>
                  </a:cxn>
                  <a:cxn ang="T16">
                    <a:pos x="T8" y="T9"/>
                  </a:cxn>
                  <a:cxn ang="T17">
                    <a:pos x="T10" y="T11"/>
                  </a:cxn>
                </a:cxnLst>
                <a:rect l="T18" t="T19" r="T20" b="T21"/>
                <a:pathLst>
                  <a:path w="337" h="485">
                    <a:moveTo>
                      <a:pt x="336" y="194"/>
                    </a:moveTo>
                    <a:lnTo>
                      <a:pt x="118" y="484"/>
                    </a:lnTo>
                    <a:lnTo>
                      <a:pt x="0" y="452"/>
                    </a:lnTo>
                    <a:lnTo>
                      <a:pt x="336" y="0"/>
                    </a:lnTo>
                    <a:lnTo>
                      <a:pt x="336" y="152"/>
                    </a:lnTo>
                    <a:lnTo>
                      <a:pt x="336" y="194"/>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92223" name="Freeform 177"/>
              <p:cNvSpPr>
                <a:spLocks/>
              </p:cNvSpPr>
              <p:nvPr/>
            </p:nvSpPr>
            <p:spPr bwMode="auto">
              <a:xfrm>
                <a:off x="2757" y="2124"/>
                <a:ext cx="509" cy="339"/>
              </a:xfrm>
              <a:custGeom>
                <a:avLst/>
                <a:gdLst>
                  <a:gd name="T0" fmla="*/ 0 w 506"/>
                  <a:gd name="T1" fmla="*/ 0 h 345"/>
                  <a:gd name="T2" fmla="*/ 1 w 506"/>
                  <a:gd name="T3" fmla="*/ 198 h 345"/>
                  <a:gd name="T4" fmla="*/ 514 w 506"/>
                  <a:gd name="T5" fmla="*/ 326 h 345"/>
                  <a:gd name="T6" fmla="*/ 513 w 506"/>
                  <a:gd name="T7" fmla="*/ 124 h 345"/>
                  <a:gd name="T8" fmla="*/ 0 60000 65536"/>
                  <a:gd name="T9" fmla="*/ 0 60000 65536"/>
                  <a:gd name="T10" fmla="*/ 0 60000 65536"/>
                  <a:gd name="T11" fmla="*/ 0 60000 65536"/>
                  <a:gd name="T12" fmla="*/ 0 w 506"/>
                  <a:gd name="T13" fmla="*/ 0 h 345"/>
                  <a:gd name="T14" fmla="*/ 506 w 506"/>
                  <a:gd name="T15" fmla="*/ 345 h 345"/>
                </a:gdLst>
                <a:ahLst/>
                <a:cxnLst>
                  <a:cxn ang="T8">
                    <a:pos x="T0" y="T1"/>
                  </a:cxn>
                  <a:cxn ang="T9">
                    <a:pos x="T2" y="T3"/>
                  </a:cxn>
                  <a:cxn ang="T10">
                    <a:pos x="T4" y="T5"/>
                  </a:cxn>
                  <a:cxn ang="T11">
                    <a:pos x="T6" y="T7"/>
                  </a:cxn>
                </a:cxnLst>
                <a:rect l="T12" t="T13" r="T14" b="T15"/>
                <a:pathLst>
                  <a:path w="506" h="345">
                    <a:moveTo>
                      <a:pt x="0" y="0"/>
                    </a:moveTo>
                    <a:lnTo>
                      <a:pt x="1" y="209"/>
                    </a:lnTo>
                    <a:lnTo>
                      <a:pt x="505" y="344"/>
                    </a:lnTo>
                    <a:lnTo>
                      <a:pt x="504" y="130"/>
                    </a:lnTo>
                  </a:path>
                </a:pathLst>
              </a:custGeom>
              <a:solidFill>
                <a:srgbClr val="FC2C1C"/>
              </a:solidFill>
              <a:ln w="12700" cap="rnd" cmpd="sng">
                <a:solidFill>
                  <a:schemeClr val="bg2"/>
                </a:solidFill>
                <a:prstDash val="solid"/>
                <a:round/>
                <a:headEnd type="none" w="med" len="med"/>
                <a:tailEnd type="none" w="med" len="med"/>
              </a:ln>
            </p:spPr>
            <p:txBody>
              <a:bodyPr/>
              <a:lstStyle/>
              <a:p>
                <a:endParaRPr lang="fr-FR"/>
              </a:p>
            </p:txBody>
          </p:sp>
          <p:sp>
            <p:nvSpPr>
              <p:cNvPr id="92224" name="AutoShape 178"/>
              <p:cNvSpPr>
                <a:spLocks noChangeArrowheads="1"/>
              </p:cNvSpPr>
              <p:nvPr/>
            </p:nvSpPr>
            <p:spPr bwMode="auto">
              <a:xfrm rot="16200000" flipH="1">
                <a:off x="3067" y="1967"/>
                <a:ext cx="693" cy="306"/>
              </a:xfrm>
              <a:prstGeom prst="parallelogram">
                <a:avLst>
                  <a:gd name="adj" fmla="val 156202"/>
                </a:avLst>
              </a:prstGeom>
              <a:solidFill>
                <a:srgbClr val="FC2C1C"/>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sp>
          <p:nvSpPr>
            <p:cNvPr id="92203" name="AutoShape 179"/>
            <p:cNvSpPr>
              <a:spLocks noChangeArrowheads="1"/>
            </p:cNvSpPr>
            <p:nvPr/>
          </p:nvSpPr>
          <p:spPr bwMode="auto">
            <a:xfrm rot="2337505">
              <a:off x="4532" y="1520"/>
              <a:ext cx="177" cy="266"/>
            </a:xfrm>
            <a:prstGeom prst="parallelogram">
              <a:avLst>
                <a:gd name="adj" fmla="val 25000"/>
              </a:avLst>
            </a:prstGeom>
            <a:solidFill>
              <a:schemeClr val="accent2"/>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92204" name="Oval 180"/>
            <p:cNvSpPr>
              <a:spLocks noChangeArrowheads="1"/>
            </p:cNvSpPr>
            <p:nvPr/>
          </p:nvSpPr>
          <p:spPr bwMode="auto">
            <a:xfrm rot="575549">
              <a:off x="4586" y="1639"/>
              <a:ext cx="164" cy="155"/>
            </a:xfrm>
            <a:prstGeom prst="ellipse">
              <a:avLst/>
            </a:prstGeom>
            <a:solidFill>
              <a:srgbClr val="00FF00"/>
            </a:solidFill>
            <a:ln w="9525" algn="ctr">
              <a:solidFill>
                <a:schemeClr val="tx1"/>
              </a:solidFill>
              <a:round/>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92205" name="AutoShape 181"/>
            <p:cNvSpPr>
              <a:spLocks noChangeArrowheads="1"/>
            </p:cNvSpPr>
            <p:nvPr/>
          </p:nvSpPr>
          <p:spPr bwMode="auto">
            <a:xfrm rot="669280">
              <a:off x="4439" y="1583"/>
              <a:ext cx="194" cy="144"/>
            </a:xfrm>
            <a:prstGeom prst="parallelogram">
              <a:avLst>
                <a:gd name="adj" fmla="val 33681"/>
              </a:avLst>
            </a:prstGeom>
            <a:solidFill>
              <a:schemeClr val="bg1"/>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nvGrpSpPr>
            <p:cNvPr id="92206" name="Group 189"/>
            <p:cNvGrpSpPr>
              <a:grpSpLocks/>
            </p:cNvGrpSpPr>
            <p:nvPr/>
          </p:nvGrpSpPr>
          <p:grpSpPr bwMode="auto">
            <a:xfrm rot="-223274">
              <a:off x="4878" y="1362"/>
              <a:ext cx="667" cy="657"/>
              <a:chOff x="2757" y="1666"/>
              <a:chExt cx="812" cy="800"/>
            </a:xfrm>
          </p:grpSpPr>
          <p:sp>
            <p:nvSpPr>
              <p:cNvPr id="92213" name="Freeform 190"/>
              <p:cNvSpPr>
                <a:spLocks/>
              </p:cNvSpPr>
              <p:nvPr/>
            </p:nvSpPr>
            <p:spPr bwMode="auto">
              <a:xfrm>
                <a:off x="2762" y="1667"/>
                <a:ext cx="807" cy="584"/>
              </a:xfrm>
              <a:custGeom>
                <a:avLst/>
                <a:gdLst>
                  <a:gd name="T0" fmla="*/ 497 w 807"/>
                  <a:gd name="T1" fmla="*/ 583 h 584"/>
                  <a:gd name="T2" fmla="*/ 0 w 807"/>
                  <a:gd name="T3" fmla="*/ 452 h 584"/>
                  <a:gd name="T4" fmla="*/ 337 w 807"/>
                  <a:gd name="T5" fmla="*/ 0 h 584"/>
                  <a:gd name="T6" fmla="*/ 806 w 807"/>
                  <a:gd name="T7" fmla="*/ 98 h 584"/>
                  <a:gd name="T8" fmla="*/ 497 w 807"/>
                  <a:gd name="T9" fmla="*/ 583 h 584"/>
                  <a:gd name="T10" fmla="*/ 0 60000 65536"/>
                  <a:gd name="T11" fmla="*/ 0 60000 65536"/>
                  <a:gd name="T12" fmla="*/ 0 60000 65536"/>
                  <a:gd name="T13" fmla="*/ 0 60000 65536"/>
                  <a:gd name="T14" fmla="*/ 0 60000 65536"/>
                  <a:gd name="T15" fmla="*/ 0 w 807"/>
                  <a:gd name="T16" fmla="*/ 0 h 584"/>
                  <a:gd name="T17" fmla="*/ 807 w 807"/>
                  <a:gd name="T18" fmla="*/ 584 h 584"/>
                </a:gdLst>
                <a:ahLst/>
                <a:cxnLst>
                  <a:cxn ang="T10">
                    <a:pos x="T0" y="T1"/>
                  </a:cxn>
                  <a:cxn ang="T11">
                    <a:pos x="T2" y="T3"/>
                  </a:cxn>
                  <a:cxn ang="T12">
                    <a:pos x="T4" y="T5"/>
                  </a:cxn>
                  <a:cxn ang="T13">
                    <a:pos x="T6" y="T7"/>
                  </a:cxn>
                  <a:cxn ang="T14">
                    <a:pos x="T8" y="T9"/>
                  </a:cxn>
                </a:cxnLst>
                <a:rect l="T15" t="T16" r="T17" b="T18"/>
                <a:pathLst>
                  <a:path w="807" h="584">
                    <a:moveTo>
                      <a:pt x="497" y="583"/>
                    </a:moveTo>
                    <a:lnTo>
                      <a:pt x="0" y="452"/>
                    </a:lnTo>
                    <a:lnTo>
                      <a:pt x="337" y="0"/>
                    </a:lnTo>
                    <a:lnTo>
                      <a:pt x="806" y="98"/>
                    </a:lnTo>
                    <a:lnTo>
                      <a:pt x="497" y="583"/>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92214" name="Freeform 191"/>
              <p:cNvSpPr>
                <a:spLocks/>
              </p:cNvSpPr>
              <p:nvPr/>
            </p:nvSpPr>
            <p:spPr bwMode="auto">
              <a:xfrm>
                <a:off x="2882" y="1861"/>
                <a:ext cx="578" cy="384"/>
              </a:xfrm>
              <a:custGeom>
                <a:avLst/>
                <a:gdLst>
                  <a:gd name="T0" fmla="*/ 377 w 578"/>
                  <a:gd name="T1" fmla="*/ 383 h 384"/>
                  <a:gd name="T2" fmla="*/ 0 w 578"/>
                  <a:gd name="T3" fmla="*/ 291 h 384"/>
                  <a:gd name="T4" fmla="*/ 217 w 578"/>
                  <a:gd name="T5" fmla="*/ 0 h 384"/>
                  <a:gd name="T6" fmla="*/ 577 w 578"/>
                  <a:gd name="T7" fmla="*/ 74 h 384"/>
                  <a:gd name="T8" fmla="*/ 377 w 578"/>
                  <a:gd name="T9" fmla="*/ 383 h 384"/>
                  <a:gd name="T10" fmla="*/ 0 60000 65536"/>
                  <a:gd name="T11" fmla="*/ 0 60000 65536"/>
                  <a:gd name="T12" fmla="*/ 0 60000 65536"/>
                  <a:gd name="T13" fmla="*/ 0 60000 65536"/>
                  <a:gd name="T14" fmla="*/ 0 60000 65536"/>
                  <a:gd name="T15" fmla="*/ 0 w 578"/>
                  <a:gd name="T16" fmla="*/ 0 h 384"/>
                  <a:gd name="T17" fmla="*/ 578 w 578"/>
                  <a:gd name="T18" fmla="*/ 384 h 384"/>
                </a:gdLst>
                <a:ahLst/>
                <a:cxnLst>
                  <a:cxn ang="T10">
                    <a:pos x="T0" y="T1"/>
                  </a:cxn>
                  <a:cxn ang="T11">
                    <a:pos x="T2" y="T3"/>
                  </a:cxn>
                  <a:cxn ang="T12">
                    <a:pos x="T4" y="T5"/>
                  </a:cxn>
                  <a:cxn ang="T13">
                    <a:pos x="T6" y="T7"/>
                  </a:cxn>
                  <a:cxn ang="T14">
                    <a:pos x="T8" y="T9"/>
                  </a:cxn>
                </a:cxnLst>
                <a:rect l="T15" t="T16" r="T17" b="T18"/>
                <a:pathLst>
                  <a:path w="578" h="384">
                    <a:moveTo>
                      <a:pt x="377" y="383"/>
                    </a:moveTo>
                    <a:lnTo>
                      <a:pt x="0" y="291"/>
                    </a:lnTo>
                    <a:lnTo>
                      <a:pt x="217" y="0"/>
                    </a:lnTo>
                    <a:lnTo>
                      <a:pt x="577" y="74"/>
                    </a:lnTo>
                    <a:lnTo>
                      <a:pt x="377" y="383"/>
                    </a:lnTo>
                  </a:path>
                </a:pathLst>
              </a:custGeom>
              <a:solidFill>
                <a:srgbClr val="E22B00"/>
              </a:solidFill>
              <a:ln>
                <a:noFill/>
              </a:ln>
              <a:extLst>
                <a:ext uri="{91240B29-F687-4F45-9708-019B960494DF}">
                  <a14:hiddenLine xmlns:a14="http://schemas.microsoft.com/office/drawing/2010/main" w="12700" cap="rnd" cmpd="sng">
                    <a:solidFill>
                      <a:srgbClr val="000000"/>
                    </a:solidFill>
                    <a:prstDash val="solid"/>
                    <a:round/>
                    <a:headEnd type="none" w="med" len="med"/>
                    <a:tailEnd type="none" w="med" len="med"/>
                  </a14:hiddenLine>
                </a:ext>
              </a:extLst>
            </p:spPr>
            <p:txBody>
              <a:bodyPr/>
              <a:lstStyle/>
              <a:p>
                <a:endParaRPr lang="fr-FR"/>
              </a:p>
            </p:txBody>
          </p:sp>
          <p:sp>
            <p:nvSpPr>
              <p:cNvPr id="92215" name="Line 192"/>
              <p:cNvSpPr>
                <a:spLocks noChangeShapeType="1"/>
              </p:cNvSpPr>
              <p:nvPr/>
            </p:nvSpPr>
            <p:spPr bwMode="auto">
              <a:xfrm>
                <a:off x="3102" y="1862"/>
                <a:ext cx="352" cy="7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fr-FR"/>
              </a:p>
            </p:txBody>
          </p:sp>
          <p:sp>
            <p:nvSpPr>
              <p:cNvPr id="92216" name="Freeform 193"/>
              <p:cNvSpPr>
                <a:spLocks/>
              </p:cNvSpPr>
              <p:nvPr/>
            </p:nvSpPr>
            <p:spPr bwMode="auto">
              <a:xfrm>
                <a:off x="2762" y="1666"/>
                <a:ext cx="337" cy="485"/>
              </a:xfrm>
              <a:custGeom>
                <a:avLst/>
                <a:gdLst>
                  <a:gd name="T0" fmla="*/ 336 w 337"/>
                  <a:gd name="T1" fmla="*/ 194 h 485"/>
                  <a:gd name="T2" fmla="*/ 118 w 337"/>
                  <a:gd name="T3" fmla="*/ 484 h 485"/>
                  <a:gd name="T4" fmla="*/ 0 w 337"/>
                  <a:gd name="T5" fmla="*/ 452 h 485"/>
                  <a:gd name="T6" fmla="*/ 336 w 337"/>
                  <a:gd name="T7" fmla="*/ 0 h 485"/>
                  <a:gd name="T8" fmla="*/ 336 w 337"/>
                  <a:gd name="T9" fmla="*/ 152 h 485"/>
                  <a:gd name="T10" fmla="*/ 336 w 337"/>
                  <a:gd name="T11" fmla="*/ 194 h 485"/>
                  <a:gd name="T12" fmla="*/ 0 60000 65536"/>
                  <a:gd name="T13" fmla="*/ 0 60000 65536"/>
                  <a:gd name="T14" fmla="*/ 0 60000 65536"/>
                  <a:gd name="T15" fmla="*/ 0 60000 65536"/>
                  <a:gd name="T16" fmla="*/ 0 60000 65536"/>
                  <a:gd name="T17" fmla="*/ 0 60000 65536"/>
                  <a:gd name="T18" fmla="*/ 0 w 337"/>
                  <a:gd name="T19" fmla="*/ 0 h 485"/>
                  <a:gd name="T20" fmla="*/ 337 w 337"/>
                  <a:gd name="T21" fmla="*/ 485 h 485"/>
                </a:gdLst>
                <a:ahLst/>
                <a:cxnLst>
                  <a:cxn ang="T12">
                    <a:pos x="T0" y="T1"/>
                  </a:cxn>
                  <a:cxn ang="T13">
                    <a:pos x="T2" y="T3"/>
                  </a:cxn>
                  <a:cxn ang="T14">
                    <a:pos x="T4" y="T5"/>
                  </a:cxn>
                  <a:cxn ang="T15">
                    <a:pos x="T6" y="T7"/>
                  </a:cxn>
                  <a:cxn ang="T16">
                    <a:pos x="T8" y="T9"/>
                  </a:cxn>
                  <a:cxn ang="T17">
                    <a:pos x="T10" y="T11"/>
                  </a:cxn>
                </a:cxnLst>
                <a:rect l="T18" t="T19" r="T20" b="T21"/>
                <a:pathLst>
                  <a:path w="337" h="485">
                    <a:moveTo>
                      <a:pt x="336" y="194"/>
                    </a:moveTo>
                    <a:lnTo>
                      <a:pt x="118" y="484"/>
                    </a:lnTo>
                    <a:lnTo>
                      <a:pt x="0" y="452"/>
                    </a:lnTo>
                    <a:lnTo>
                      <a:pt x="336" y="0"/>
                    </a:lnTo>
                    <a:lnTo>
                      <a:pt x="336" y="152"/>
                    </a:lnTo>
                    <a:lnTo>
                      <a:pt x="336" y="194"/>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92217" name="Freeform 194"/>
              <p:cNvSpPr>
                <a:spLocks/>
              </p:cNvSpPr>
              <p:nvPr/>
            </p:nvSpPr>
            <p:spPr bwMode="auto">
              <a:xfrm>
                <a:off x="2757" y="2124"/>
                <a:ext cx="509" cy="339"/>
              </a:xfrm>
              <a:custGeom>
                <a:avLst/>
                <a:gdLst>
                  <a:gd name="T0" fmla="*/ 0 w 506"/>
                  <a:gd name="T1" fmla="*/ 0 h 345"/>
                  <a:gd name="T2" fmla="*/ 1 w 506"/>
                  <a:gd name="T3" fmla="*/ 198 h 345"/>
                  <a:gd name="T4" fmla="*/ 514 w 506"/>
                  <a:gd name="T5" fmla="*/ 326 h 345"/>
                  <a:gd name="T6" fmla="*/ 513 w 506"/>
                  <a:gd name="T7" fmla="*/ 124 h 345"/>
                  <a:gd name="T8" fmla="*/ 0 60000 65536"/>
                  <a:gd name="T9" fmla="*/ 0 60000 65536"/>
                  <a:gd name="T10" fmla="*/ 0 60000 65536"/>
                  <a:gd name="T11" fmla="*/ 0 60000 65536"/>
                  <a:gd name="T12" fmla="*/ 0 w 506"/>
                  <a:gd name="T13" fmla="*/ 0 h 345"/>
                  <a:gd name="T14" fmla="*/ 506 w 506"/>
                  <a:gd name="T15" fmla="*/ 345 h 345"/>
                </a:gdLst>
                <a:ahLst/>
                <a:cxnLst>
                  <a:cxn ang="T8">
                    <a:pos x="T0" y="T1"/>
                  </a:cxn>
                  <a:cxn ang="T9">
                    <a:pos x="T2" y="T3"/>
                  </a:cxn>
                  <a:cxn ang="T10">
                    <a:pos x="T4" y="T5"/>
                  </a:cxn>
                  <a:cxn ang="T11">
                    <a:pos x="T6" y="T7"/>
                  </a:cxn>
                </a:cxnLst>
                <a:rect l="T12" t="T13" r="T14" b="T15"/>
                <a:pathLst>
                  <a:path w="506" h="345">
                    <a:moveTo>
                      <a:pt x="0" y="0"/>
                    </a:moveTo>
                    <a:lnTo>
                      <a:pt x="1" y="209"/>
                    </a:lnTo>
                    <a:lnTo>
                      <a:pt x="505" y="344"/>
                    </a:lnTo>
                    <a:lnTo>
                      <a:pt x="504" y="130"/>
                    </a:lnTo>
                  </a:path>
                </a:pathLst>
              </a:custGeom>
              <a:solidFill>
                <a:srgbClr val="FC2C1C"/>
              </a:solidFill>
              <a:ln w="12700" cap="rnd" cmpd="sng">
                <a:solidFill>
                  <a:schemeClr val="bg2"/>
                </a:solidFill>
                <a:prstDash val="solid"/>
                <a:round/>
                <a:headEnd type="none" w="med" len="med"/>
                <a:tailEnd type="none" w="med" len="med"/>
              </a:ln>
            </p:spPr>
            <p:txBody>
              <a:bodyPr/>
              <a:lstStyle/>
              <a:p>
                <a:endParaRPr lang="fr-FR"/>
              </a:p>
            </p:txBody>
          </p:sp>
          <p:sp>
            <p:nvSpPr>
              <p:cNvPr id="92218" name="AutoShape 195"/>
              <p:cNvSpPr>
                <a:spLocks noChangeArrowheads="1"/>
              </p:cNvSpPr>
              <p:nvPr/>
            </p:nvSpPr>
            <p:spPr bwMode="auto">
              <a:xfrm rot="16200000" flipH="1">
                <a:off x="3067" y="1967"/>
                <a:ext cx="693" cy="306"/>
              </a:xfrm>
              <a:prstGeom prst="parallelogram">
                <a:avLst>
                  <a:gd name="adj" fmla="val 156202"/>
                </a:avLst>
              </a:prstGeom>
              <a:solidFill>
                <a:srgbClr val="FC2C1C"/>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sp>
          <p:nvSpPr>
            <p:cNvPr id="92207" name="AutoShape 196"/>
            <p:cNvSpPr>
              <a:spLocks noChangeArrowheads="1"/>
            </p:cNvSpPr>
            <p:nvPr/>
          </p:nvSpPr>
          <p:spPr bwMode="auto">
            <a:xfrm rot="2337505">
              <a:off x="5123" y="1543"/>
              <a:ext cx="177" cy="266"/>
            </a:xfrm>
            <a:prstGeom prst="parallelogram">
              <a:avLst>
                <a:gd name="adj" fmla="val 25000"/>
              </a:avLst>
            </a:prstGeom>
            <a:solidFill>
              <a:schemeClr val="accent2"/>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92208" name="Oval 197"/>
            <p:cNvSpPr>
              <a:spLocks noChangeArrowheads="1"/>
            </p:cNvSpPr>
            <p:nvPr/>
          </p:nvSpPr>
          <p:spPr bwMode="auto">
            <a:xfrm rot="575549">
              <a:off x="5177" y="1662"/>
              <a:ext cx="164" cy="155"/>
            </a:xfrm>
            <a:prstGeom prst="ellipse">
              <a:avLst/>
            </a:prstGeom>
            <a:solidFill>
              <a:srgbClr val="FC2C1C"/>
            </a:solidFill>
            <a:ln w="9525" algn="ctr">
              <a:solidFill>
                <a:schemeClr val="tx1"/>
              </a:solidFill>
              <a:round/>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92209" name="AutoShape 198"/>
            <p:cNvSpPr>
              <a:spLocks noChangeArrowheads="1"/>
            </p:cNvSpPr>
            <p:nvPr/>
          </p:nvSpPr>
          <p:spPr bwMode="auto">
            <a:xfrm rot="669280">
              <a:off x="5030" y="1606"/>
              <a:ext cx="194" cy="144"/>
            </a:xfrm>
            <a:prstGeom prst="parallelogram">
              <a:avLst>
                <a:gd name="adj" fmla="val 33681"/>
              </a:avLst>
            </a:prstGeom>
            <a:solidFill>
              <a:schemeClr val="bg1"/>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92210" name="Line 225"/>
            <p:cNvSpPr>
              <a:spLocks noChangeShapeType="1"/>
            </p:cNvSpPr>
            <p:nvPr/>
          </p:nvSpPr>
          <p:spPr bwMode="auto">
            <a:xfrm>
              <a:off x="3025" y="1237"/>
              <a:ext cx="503" cy="484"/>
            </a:xfrm>
            <a:prstGeom prst="line">
              <a:avLst/>
            </a:prstGeom>
            <a:noFill/>
            <a:ln w="6350">
              <a:solidFill>
                <a:schemeClr val="tx2"/>
              </a:solidFill>
              <a:round/>
              <a:headEnd/>
              <a:tailEnd type="triangle" w="med" len="med"/>
            </a:ln>
            <a:extLst>
              <a:ext uri="{909E8E84-426E-40DD-AFC4-6F175D3DCCD1}">
                <a14:hiddenFill xmlns:a14="http://schemas.microsoft.com/office/drawing/2010/main">
                  <a:noFill/>
                </a14:hiddenFill>
              </a:ext>
            </a:extLst>
          </p:spPr>
          <p:txBody>
            <a:bodyPr wrap="none" anchor="ctr"/>
            <a:lstStyle/>
            <a:p>
              <a:endParaRPr lang="fr-FR"/>
            </a:p>
          </p:txBody>
        </p:sp>
        <p:sp>
          <p:nvSpPr>
            <p:cNvPr id="92211" name="Line 226"/>
            <p:cNvSpPr>
              <a:spLocks noChangeShapeType="1"/>
            </p:cNvSpPr>
            <p:nvPr/>
          </p:nvSpPr>
          <p:spPr bwMode="auto">
            <a:xfrm>
              <a:off x="3148" y="1874"/>
              <a:ext cx="386" cy="0"/>
            </a:xfrm>
            <a:prstGeom prst="line">
              <a:avLst/>
            </a:prstGeom>
            <a:noFill/>
            <a:ln w="6350">
              <a:solidFill>
                <a:schemeClr val="tx2"/>
              </a:solidFill>
              <a:round/>
              <a:headEnd/>
              <a:tailEnd type="triangle" w="med" len="med"/>
            </a:ln>
            <a:extLst>
              <a:ext uri="{909E8E84-426E-40DD-AFC4-6F175D3DCCD1}">
                <a14:hiddenFill xmlns:a14="http://schemas.microsoft.com/office/drawing/2010/main">
                  <a:noFill/>
                </a14:hiddenFill>
              </a:ext>
            </a:extLst>
          </p:spPr>
          <p:txBody>
            <a:bodyPr wrap="none" anchor="ctr"/>
            <a:lstStyle/>
            <a:p>
              <a:endParaRPr lang="fr-FR"/>
            </a:p>
          </p:txBody>
        </p:sp>
        <p:sp>
          <p:nvSpPr>
            <p:cNvPr id="92212" name="Line 227"/>
            <p:cNvSpPr>
              <a:spLocks noChangeShapeType="1"/>
            </p:cNvSpPr>
            <p:nvPr/>
          </p:nvSpPr>
          <p:spPr bwMode="auto">
            <a:xfrm flipV="1">
              <a:off x="3160" y="2034"/>
              <a:ext cx="368" cy="643"/>
            </a:xfrm>
            <a:prstGeom prst="line">
              <a:avLst/>
            </a:prstGeom>
            <a:noFill/>
            <a:ln w="6350">
              <a:solidFill>
                <a:schemeClr val="tx2"/>
              </a:solidFill>
              <a:round/>
              <a:headEnd/>
              <a:tailEnd type="triangle" w="med" len="med"/>
            </a:ln>
            <a:extLst>
              <a:ext uri="{909E8E84-426E-40DD-AFC4-6F175D3DCCD1}">
                <a14:hiddenFill xmlns:a14="http://schemas.microsoft.com/office/drawing/2010/main">
                  <a:noFill/>
                </a14:hiddenFill>
              </a:ext>
            </a:extLst>
          </p:spPr>
          <p:txBody>
            <a:bodyPr wrap="none" anchor="ctr"/>
            <a:lstStyle/>
            <a:p>
              <a:endParaRPr lang="fr-FR"/>
            </a:p>
          </p:txBody>
        </p:sp>
      </p:grpSp>
      <p:grpSp>
        <p:nvGrpSpPr>
          <p:cNvPr id="19" name="Group 234"/>
          <p:cNvGrpSpPr>
            <a:grpSpLocks/>
          </p:cNvGrpSpPr>
          <p:nvPr/>
        </p:nvGrpSpPr>
        <p:grpSpPr bwMode="auto">
          <a:xfrm>
            <a:off x="195263" y="1200150"/>
            <a:ext cx="3267075" cy="3844925"/>
            <a:chOff x="123" y="756"/>
            <a:chExt cx="2058" cy="2422"/>
          </a:xfrm>
        </p:grpSpPr>
        <p:sp>
          <p:nvSpPr>
            <p:cNvPr id="92171" name="AutoShape 151"/>
            <p:cNvSpPr>
              <a:spLocks noChangeArrowheads="1"/>
            </p:cNvSpPr>
            <p:nvPr/>
          </p:nvSpPr>
          <p:spPr bwMode="auto">
            <a:xfrm>
              <a:off x="1919" y="943"/>
              <a:ext cx="246" cy="198"/>
            </a:xfrm>
            <a:prstGeom prst="leftArrow">
              <a:avLst>
                <a:gd name="adj1" fmla="val 50000"/>
                <a:gd name="adj2" fmla="val 31061"/>
              </a:avLst>
            </a:prstGeom>
            <a:solidFill>
              <a:srgbClr val="FFFF00"/>
            </a:solidFill>
            <a:ln w="9525"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92172" name="AutoShape 152"/>
            <p:cNvSpPr>
              <a:spLocks noChangeArrowheads="1"/>
            </p:cNvSpPr>
            <p:nvPr/>
          </p:nvSpPr>
          <p:spPr bwMode="auto">
            <a:xfrm>
              <a:off x="1907" y="1756"/>
              <a:ext cx="246" cy="198"/>
            </a:xfrm>
            <a:prstGeom prst="leftArrow">
              <a:avLst>
                <a:gd name="adj1" fmla="val 50000"/>
                <a:gd name="adj2" fmla="val 31061"/>
              </a:avLst>
            </a:prstGeom>
            <a:solidFill>
              <a:srgbClr val="FFFF00"/>
            </a:solidFill>
            <a:ln w="9525"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92173" name="AutoShape 153"/>
            <p:cNvSpPr>
              <a:spLocks noChangeArrowheads="1"/>
            </p:cNvSpPr>
            <p:nvPr/>
          </p:nvSpPr>
          <p:spPr bwMode="auto">
            <a:xfrm>
              <a:off x="1935" y="2763"/>
              <a:ext cx="246" cy="198"/>
            </a:xfrm>
            <a:prstGeom prst="leftArrow">
              <a:avLst>
                <a:gd name="adj1" fmla="val 50000"/>
                <a:gd name="adj2" fmla="val 31061"/>
              </a:avLst>
            </a:prstGeom>
            <a:solidFill>
              <a:srgbClr val="FFFF00"/>
            </a:solidFill>
            <a:ln w="9525"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nvGrpSpPr>
            <p:cNvPr id="92174" name="Group 222"/>
            <p:cNvGrpSpPr>
              <a:grpSpLocks/>
            </p:cNvGrpSpPr>
            <p:nvPr/>
          </p:nvGrpSpPr>
          <p:grpSpPr bwMode="auto">
            <a:xfrm>
              <a:off x="1308" y="1601"/>
              <a:ext cx="503" cy="590"/>
              <a:chOff x="910" y="1535"/>
              <a:chExt cx="503" cy="590"/>
            </a:xfrm>
          </p:grpSpPr>
          <p:sp>
            <p:nvSpPr>
              <p:cNvPr id="92191" name="Rectangle 206"/>
              <p:cNvSpPr>
                <a:spLocks noChangeArrowheads="1"/>
              </p:cNvSpPr>
              <p:nvPr/>
            </p:nvSpPr>
            <p:spPr bwMode="auto">
              <a:xfrm>
                <a:off x="910" y="1535"/>
                <a:ext cx="503" cy="590"/>
              </a:xfrm>
              <a:prstGeom prst="rect">
                <a:avLst/>
              </a:prstGeom>
              <a:noFill/>
              <a:ln w="6350" algn="ctr">
                <a:solidFill>
                  <a:schemeClr val="tx2"/>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92192" name="Text Box 207"/>
              <p:cNvSpPr txBox="1">
                <a:spLocks noChangeArrowheads="1"/>
              </p:cNvSpPr>
              <p:nvPr/>
            </p:nvSpPr>
            <p:spPr bwMode="auto">
              <a:xfrm>
                <a:off x="1038" y="1556"/>
                <a:ext cx="249" cy="1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1300">
                    <a:solidFill>
                      <a:schemeClr val="tx1"/>
                    </a:solidFill>
                  </a:rPr>
                  <a:t>R5</a:t>
                </a:r>
              </a:p>
            </p:txBody>
          </p:sp>
          <p:sp>
            <p:nvSpPr>
              <p:cNvPr id="92193" name="Rectangle 208"/>
              <p:cNvSpPr>
                <a:spLocks noChangeArrowheads="1"/>
              </p:cNvSpPr>
              <p:nvPr/>
            </p:nvSpPr>
            <p:spPr bwMode="auto">
              <a:xfrm>
                <a:off x="1007" y="1740"/>
                <a:ext cx="302" cy="97"/>
              </a:xfrm>
              <a:prstGeom prst="rect">
                <a:avLst/>
              </a:prstGeom>
              <a:solidFill>
                <a:schemeClr val="accent2"/>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92194" name="Rectangle 209"/>
              <p:cNvSpPr>
                <a:spLocks noChangeArrowheads="1"/>
              </p:cNvSpPr>
              <p:nvPr/>
            </p:nvSpPr>
            <p:spPr bwMode="auto">
              <a:xfrm>
                <a:off x="950" y="1923"/>
                <a:ext cx="183" cy="97"/>
              </a:xfrm>
              <a:prstGeom prst="rect">
                <a:avLst/>
              </a:prstGeom>
              <a:noFill/>
              <a:ln w="6350" algn="ctr">
                <a:solidFill>
                  <a:schemeClr val="tx2"/>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92195" name="Oval 210"/>
              <p:cNvSpPr>
                <a:spLocks noChangeArrowheads="1"/>
              </p:cNvSpPr>
              <p:nvPr/>
            </p:nvSpPr>
            <p:spPr bwMode="auto">
              <a:xfrm>
                <a:off x="1214" y="1919"/>
                <a:ext cx="128" cy="133"/>
              </a:xfrm>
              <a:prstGeom prst="ellipse">
                <a:avLst/>
              </a:prstGeom>
              <a:solidFill>
                <a:srgbClr val="00CC00"/>
              </a:solidFill>
              <a:ln w="9525">
                <a:solidFill>
                  <a:schemeClr val="tx1"/>
                </a:solidFill>
                <a:round/>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grpSp>
          <p:nvGrpSpPr>
            <p:cNvPr id="92175" name="Group 223"/>
            <p:cNvGrpSpPr>
              <a:grpSpLocks/>
            </p:cNvGrpSpPr>
            <p:nvPr/>
          </p:nvGrpSpPr>
          <p:grpSpPr bwMode="auto">
            <a:xfrm>
              <a:off x="1308" y="756"/>
              <a:ext cx="503" cy="590"/>
              <a:chOff x="634" y="867"/>
              <a:chExt cx="503" cy="590"/>
            </a:xfrm>
          </p:grpSpPr>
          <p:sp>
            <p:nvSpPr>
              <p:cNvPr id="92186" name="Rectangle 211"/>
              <p:cNvSpPr>
                <a:spLocks noChangeArrowheads="1"/>
              </p:cNvSpPr>
              <p:nvPr/>
            </p:nvSpPr>
            <p:spPr bwMode="auto">
              <a:xfrm>
                <a:off x="634" y="867"/>
                <a:ext cx="503" cy="590"/>
              </a:xfrm>
              <a:prstGeom prst="rect">
                <a:avLst/>
              </a:prstGeom>
              <a:noFill/>
              <a:ln w="6350" algn="ctr">
                <a:solidFill>
                  <a:schemeClr val="tx2"/>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92187" name="Text Box 212"/>
              <p:cNvSpPr txBox="1">
                <a:spLocks noChangeArrowheads="1"/>
              </p:cNvSpPr>
              <p:nvPr/>
            </p:nvSpPr>
            <p:spPr bwMode="auto">
              <a:xfrm>
                <a:off x="762" y="888"/>
                <a:ext cx="249" cy="1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1300">
                    <a:solidFill>
                      <a:schemeClr val="tx1"/>
                    </a:solidFill>
                  </a:rPr>
                  <a:t>R2</a:t>
                </a:r>
              </a:p>
            </p:txBody>
          </p:sp>
          <p:sp>
            <p:nvSpPr>
              <p:cNvPr id="92188" name="Rectangle 213"/>
              <p:cNvSpPr>
                <a:spLocks noChangeArrowheads="1"/>
              </p:cNvSpPr>
              <p:nvPr/>
            </p:nvSpPr>
            <p:spPr bwMode="auto">
              <a:xfrm>
                <a:off x="731" y="1072"/>
                <a:ext cx="302" cy="97"/>
              </a:xfrm>
              <a:prstGeom prst="rect">
                <a:avLst/>
              </a:prstGeom>
              <a:solidFill>
                <a:srgbClr val="FC2C1C"/>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92189" name="Rectangle 214"/>
              <p:cNvSpPr>
                <a:spLocks noChangeArrowheads="1"/>
              </p:cNvSpPr>
              <p:nvPr/>
            </p:nvSpPr>
            <p:spPr bwMode="auto">
              <a:xfrm>
                <a:off x="674" y="1255"/>
                <a:ext cx="183" cy="97"/>
              </a:xfrm>
              <a:prstGeom prst="rect">
                <a:avLst/>
              </a:prstGeom>
              <a:solidFill>
                <a:srgbClr val="FFFF00"/>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92190" name="Oval 215"/>
              <p:cNvSpPr>
                <a:spLocks noChangeArrowheads="1"/>
              </p:cNvSpPr>
              <p:nvPr/>
            </p:nvSpPr>
            <p:spPr bwMode="auto">
              <a:xfrm>
                <a:off x="938" y="1251"/>
                <a:ext cx="128" cy="133"/>
              </a:xfrm>
              <a:prstGeom prst="ellipse">
                <a:avLst/>
              </a:prstGeom>
              <a:solidFill>
                <a:schemeClr val="bg1"/>
              </a:solidFill>
              <a:ln w="9525">
                <a:solidFill>
                  <a:schemeClr val="tx1"/>
                </a:solidFill>
                <a:round/>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grpSp>
          <p:nvGrpSpPr>
            <p:cNvPr id="92176" name="Group 221"/>
            <p:cNvGrpSpPr>
              <a:grpSpLocks/>
            </p:cNvGrpSpPr>
            <p:nvPr/>
          </p:nvGrpSpPr>
          <p:grpSpPr bwMode="auto">
            <a:xfrm>
              <a:off x="1314" y="2588"/>
              <a:ext cx="503" cy="590"/>
              <a:chOff x="1014" y="2295"/>
              <a:chExt cx="503" cy="590"/>
            </a:xfrm>
          </p:grpSpPr>
          <p:sp>
            <p:nvSpPr>
              <p:cNvPr id="92181" name="Rectangle 216"/>
              <p:cNvSpPr>
                <a:spLocks noChangeArrowheads="1"/>
              </p:cNvSpPr>
              <p:nvPr/>
            </p:nvSpPr>
            <p:spPr bwMode="auto">
              <a:xfrm>
                <a:off x="1014" y="2295"/>
                <a:ext cx="503" cy="590"/>
              </a:xfrm>
              <a:prstGeom prst="rect">
                <a:avLst/>
              </a:prstGeom>
              <a:noFill/>
              <a:ln w="6350" algn="ctr">
                <a:solidFill>
                  <a:schemeClr val="tx2"/>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92182" name="Text Box 217"/>
              <p:cNvSpPr txBox="1">
                <a:spLocks noChangeArrowheads="1"/>
              </p:cNvSpPr>
              <p:nvPr/>
            </p:nvSpPr>
            <p:spPr bwMode="auto">
              <a:xfrm>
                <a:off x="1142" y="2316"/>
                <a:ext cx="249" cy="1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1300">
                    <a:solidFill>
                      <a:schemeClr val="tx1"/>
                    </a:solidFill>
                  </a:rPr>
                  <a:t>R6</a:t>
                </a:r>
              </a:p>
            </p:txBody>
          </p:sp>
          <p:sp>
            <p:nvSpPr>
              <p:cNvPr id="92183" name="Rectangle 218"/>
              <p:cNvSpPr>
                <a:spLocks noChangeArrowheads="1"/>
              </p:cNvSpPr>
              <p:nvPr/>
            </p:nvSpPr>
            <p:spPr bwMode="auto">
              <a:xfrm>
                <a:off x="1111" y="2500"/>
                <a:ext cx="302" cy="97"/>
              </a:xfrm>
              <a:prstGeom prst="rect">
                <a:avLst/>
              </a:prstGeom>
              <a:solidFill>
                <a:schemeClr val="accent2"/>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92184" name="Rectangle 219"/>
              <p:cNvSpPr>
                <a:spLocks noChangeArrowheads="1"/>
              </p:cNvSpPr>
              <p:nvPr/>
            </p:nvSpPr>
            <p:spPr bwMode="auto">
              <a:xfrm>
                <a:off x="1054" y="2683"/>
                <a:ext cx="183" cy="97"/>
              </a:xfrm>
              <a:prstGeom prst="rect">
                <a:avLst/>
              </a:prstGeom>
              <a:noFill/>
              <a:ln w="6350" algn="ctr">
                <a:solidFill>
                  <a:schemeClr val="tx2"/>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92185" name="Oval 220"/>
              <p:cNvSpPr>
                <a:spLocks noChangeArrowheads="1"/>
              </p:cNvSpPr>
              <p:nvPr/>
            </p:nvSpPr>
            <p:spPr bwMode="auto">
              <a:xfrm>
                <a:off x="1318" y="2679"/>
                <a:ext cx="128" cy="133"/>
              </a:xfrm>
              <a:prstGeom prst="ellipse">
                <a:avLst/>
              </a:prstGeom>
              <a:solidFill>
                <a:srgbClr val="FC2C1C"/>
              </a:solidFill>
              <a:ln w="9525">
                <a:solidFill>
                  <a:schemeClr val="tx1"/>
                </a:solidFill>
                <a:round/>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sp>
          <p:nvSpPr>
            <p:cNvPr id="92177" name="Text Box 228"/>
            <p:cNvSpPr txBox="1">
              <a:spLocks noChangeArrowheads="1"/>
            </p:cNvSpPr>
            <p:nvPr/>
          </p:nvSpPr>
          <p:spPr bwMode="auto">
            <a:xfrm>
              <a:off x="123" y="1661"/>
              <a:ext cx="739" cy="82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1600">
                  <a:solidFill>
                    <a:schemeClr val="tx1"/>
                  </a:solidFill>
                </a:rPr>
                <a:t>Retour des tickets vers le poste de montage</a:t>
              </a:r>
            </a:p>
          </p:txBody>
        </p:sp>
        <p:sp>
          <p:nvSpPr>
            <p:cNvPr id="92178" name="Line 229"/>
            <p:cNvSpPr>
              <a:spLocks noChangeShapeType="1"/>
            </p:cNvSpPr>
            <p:nvPr/>
          </p:nvSpPr>
          <p:spPr bwMode="auto">
            <a:xfrm flipH="1">
              <a:off x="878" y="1170"/>
              <a:ext cx="264" cy="503"/>
            </a:xfrm>
            <a:prstGeom prst="line">
              <a:avLst/>
            </a:prstGeom>
            <a:noFill/>
            <a:ln w="6350">
              <a:solidFill>
                <a:schemeClr val="tx2"/>
              </a:solidFill>
              <a:round/>
              <a:headEnd/>
              <a:tailEnd type="triangle" w="med" len="med"/>
            </a:ln>
            <a:extLst>
              <a:ext uri="{909E8E84-426E-40DD-AFC4-6F175D3DCCD1}">
                <a14:hiddenFill xmlns:a14="http://schemas.microsoft.com/office/drawing/2010/main">
                  <a:noFill/>
                </a14:hiddenFill>
              </a:ext>
            </a:extLst>
          </p:spPr>
          <p:txBody>
            <a:bodyPr wrap="none" anchor="ctr"/>
            <a:lstStyle/>
            <a:p>
              <a:endParaRPr lang="fr-FR"/>
            </a:p>
          </p:txBody>
        </p:sp>
        <p:sp>
          <p:nvSpPr>
            <p:cNvPr id="92179" name="Line 230"/>
            <p:cNvSpPr>
              <a:spLocks noChangeShapeType="1"/>
            </p:cNvSpPr>
            <p:nvPr/>
          </p:nvSpPr>
          <p:spPr bwMode="auto">
            <a:xfrm flipH="1">
              <a:off x="903" y="1882"/>
              <a:ext cx="246" cy="0"/>
            </a:xfrm>
            <a:prstGeom prst="line">
              <a:avLst/>
            </a:prstGeom>
            <a:noFill/>
            <a:ln w="6350">
              <a:solidFill>
                <a:schemeClr val="tx2"/>
              </a:solidFill>
              <a:round/>
              <a:headEnd/>
              <a:tailEnd type="triangle" w="med" len="med"/>
            </a:ln>
            <a:extLst>
              <a:ext uri="{909E8E84-426E-40DD-AFC4-6F175D3DCCD1}">
                <a14:hiddenFill xmlns:a14="http://schemas.microsoft.com/office/drawing/2010/main">
                  <a:noFill/>
                </a14:hiddenFill>
              </a:ext>
            </a:extLst>
          </p:spPr>
          <p:txBody>
            <a:bodyPr wrap="none" anchor="ctr"/>
            <a:lstStyle/>
            <a:p>
              <a:endParaRPr lang="fr-FR"/>
            </a:p>
          </p:txBody>
        </p:sp>
        <p:sp>
          <p:nvSpPr>
            <p:cNvPr id="92180" name="Line 231"/>
            <p:cNvSpPr>
              <a:spLocks noChangeShapeType="1"/>
            </p:cNvSpPr>
            <p:nvPr/>
          </p:nvSpPr>
          <p:spPr bwMode="auto">
            <a:xfrm flipH="1" flipV="1">
              <a:off x="940" y="2151"/>
              <a:ext cx="263" cy="527"/>
            </a:xfrm>
            <a:prstGeom prst="line">
              <a:avLst/>
            </a:prstGeom>
            <a:noFill/>
            <a:ln w="6350">
              <a:solidFill>
                <a:schemeClr val="tx2"/>
              </a:solidFill>
              <a:round/>
              <a:headEnd/>
              <a:tailEnd type="triangle" w="med" len="med"/>
            </a:ln>
            <a:extLst>
              <a:ext uri="{909E8E84-426E-40DD-AFC4-6F175D3DCCD1}">
                <a14:hiddenFill xmlns:a14="http://schemas.microsoft.com/office/drawing/2010/main">
                  <a:noFill/>
                </a14:hiddenFill>
              </a:ext>
            </a:extLst>
          </p:spPr>
          <p:txBody>
            <a:bodyPr wrap="none" anchor="ctr"/>
            <a:lstStyle/>
            <a:p>
              <a:endParaRPr lang="fr-FR"/>
            </a:p>
          </p:txBody>
        </p:sp>
      </p:gr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4" presetClass="entr" presetSubtype="16" fill="hold"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box(in)">
                                      <p:cBhvr>
                                        <p:cTn id="7" dur="500"/>
                                        <p:tgtEl>
                                          <p:spTgt spid="9"/>
                                        </p:tgtEl>
                                      </p:cBhvr>
                                    </p:animEffect>
                                  </p:childTnLst>
                                </p:cTn>
                              </p:par>
                            </p:childTnLst>
                          </p:cTn>
                        </p:par>
                      </p:childTnLst>
                    </p:cTn>
                  </p:par>
                  <p:par>
                    <p:cTn id="8" fill="hold" nodeType="clickPar">
                      <p:stCondLst>
                        <p:cond delay="indefinite"/>
                      </p:stCondLst>
                      <p:childTnLst>
                        <p:par>
                          <p:cTn id="9" fill="hold" nodeType="withGroup">
                            <p:stCondLst>
                              <p:cond delay="0"/>
                            </p:stCondLst>
                            <p:childTnLst>
                              <p:par>
                                <p:cTn id="10" presetID="4" presetClass="entr" presetSubtype="16" fill="hold" nodeType="clickEffect">
                                  <p:stCondLst>
                                    <p:cond delay="0"/>
                                  </p:stCondLst>
                                  <p:childTnLst>
                                    <p:set>
                                      <p:cBhvr>
                                        <p:cTn id="11" dur="1" fill="hold">
                                          <p:stCondLst>
                                            <p:cond delay="0"/>
                                          </p:stCondLst>
                                        </p:cTn>
                                        <p:tgtEl>
                                          <p:spTgt spid="19"/>
                                        </p:tgtEl>
                                        <p:attrNameLst>
                                          <p:attrName>style.visibility</p:attrName>
                                        </p:attrNameLst>
                                      </p:cBhvr>
                                      <p:to>
                                        <p:strVal val="visible"/>
                                      </p:to>
                                    </p:set>
                                    <p:animEffect transition="in" filter="box(in)">
                                      <p:cBhvr>
                                        <p:cTn id="12" dur="5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3186" name="Rectangle 2"/>
          <p:cNvSpPr>
            <a:spLocks noGrp="1" noChangeArrowheads="1"/>
          </p:cNvSpPr>
          <p:nvPr>
            <p:ph type="title"/>
          </p:nvPr>
        </p:nvSpPr>
        <p:spPr>
          <a:xfrm>
            <a:off x="392113" y="0"/>
            <a:ext cx="8229600" cy="671840"/>
          </a:xfrm>
        </p:spPr>
        <p:txBody>
          <a:bodyPr/>
          <a:lstStyle/>
          <a:p>
            <a:pPr eaLnBrk="1" hangingPunct="1"/>
            <a:r>
              <a:rPr lang="fr-FR" altLang="fr-FR" dirty="0"/>
              <a:t>Le nombre de tickets Kanban</a:t>
            </a:r>
          </a:p>
        </p:txBody>
      </p:sp>
      <p:grpSp>
        <p:nvGrpSpPr>
          <p:cNvPr id="93187" name="Group 5"/>
          <p:cNvGrpSpPr>
            <a:grpSpLocks/>
          </p:cNvGrpSpPr>
          <p:nvPr/>
        </p:nvGrpSpPr>
        <p:grpSpPr bwMode="auto">
          <a:xfrm>
            <a:off x="7069138" y="687388"/>
            <a:ext cx="1058862" cy="1104900"/>
            <a:chOff x="2258" y="784"/>
            <a:chExt cx="667" cy="696"/>
          </a:xfrm>
        </p:grpSpPr>
        <p:grpSp>
          <p:nvGrpSpPr>
            <p:cNvPr id="93262" name="Group 6"/>
            <p:cNvGrpSpPr>
              <a:grpSpLocks/>
            </p:cNvGrpSpPr>
            <p:nvPr/>
          </p:nvGrpSpPr>
          <p:grpSpPr bwMode="auto">
            <a:xfrm rot="-223274">
              <a:off x="2258" y="823"/>
              <a:ext cx="667" cy="657"/>
              <a:chOff x="2757" y="1666"/>
              <a:chExt cx="812" cy="800"/>
            </a:xfrm>
          </p:grpSpPr>
          <p:sp>
            <p:nvSpPr>
              <p:cNvPr id="93271" name="Freeform 7"/>
              <p:cNvSpPr>
                <a:spLocks/>
              </p:cNvSpPr>
              <p:nvPr/>
            </p:nvSpPr>
            <p:spPr bwMode="auto">
              <a:xfrm>
                <a:off x="2762" y="1667"/>
                <a:ext cx="807" cy="584"/>
              </a:xfrm>
              <a:custGeom>
                <a:avLst/>
                <a:gdLst>
                  <a:gd name="T0" fmla="*/ 497 w 807"/>
                  <a:gd name="T1" fmla="*/ 583 h 584"/>
                  <a:gd name="T2" fmla="*/ 0 w 807"/>
                  <a:gd name="T3" fmla="*/ 452 h 584"/>
                  <a:gd name="T4" fmla="*/ 337 w 807"/>
                  <a:gd name="T5" fmla="*/ 0 h 584"/>
                  <a:gd name="T6" fmla="*/ 806 w 807"/>
                  <a:gd name="T7" fmla="*/ 98 h 584"/>
                  <a:gd name="T8" fmla="*/ 497 w 807"/>
                  <a:gd name="T9" fmla="*/ 583 h 584"/>
                  <a:gd name="T10" fmla="*/ 0 60000 65536"/>
                  <a:gd name="T11" fmla="*/ 0 60000 65536"/>
                  <a:gd name="T12" fmla="*/ 0 60000 65536"/>
                  <a:gd name="T13" fmla="*/ 0 60000 65536"/>
                  <a:gd name="T14" fmla="*/ 0 60000 65536"/>
                  <a:gd name="T15" fmla="*/ 0 w 807"/>
                  <a:gd name="T16" fmla="*/ 0 h 584"/>
                  <a:gd name="T17" fmla="*/ 807 w 807"/>
                  <a:gd name="T18" fmla="*/ 584 h 584"/>
                </a:gdLst>
                <a:ahLst/>
                <a:cxnLst>
                  <a:cxn ang="T10">
                    <a:pos x="T0" y="T1"/>
                  </a:cxn>
                  <a:cxn ang="T11">
                    <a:pos x="T2" y="T3"/>
                  </a:cxn>
                  <a:cxn ang="T12">
                    <a:pos x="T4" y="T5"/>
                  </a:cxn>
                  <a:cxn ang="T13">
                    <a:pos x="T6" y="T7"/>
                  </a:cxn>
                  <a:cxn ang="T14">
                    <a:pos x="T8" y="T9"/>
                  </a:cxn>
                </a:cxnLst>
                <a:rect l="T15" t="T16" r="T17" b="T18"/>
                <a:pathLst>
                  <a:path w="807" h="584">
                    <a:moveTo>
                      <a:pt x="497" y="583"/>
                    </a:moveTo>
                    <a:lnTo>
                      <a:pt x="0" y="452"/>
                    </a:lnTo>
                    <a:lnTo>
                      <a:pt x="337" y="0"/>
                    </a:lnTo>
                    <a:lnTo>
                      <a:pt x="806" y="98"/>
                    </a:lnTo>
                    <a:lnTo>
                      <a:pt x="497" y="583"/>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93272" name="Freeform 8"/>
              <p:cNvSpPr>
                <a:spLocks/>
              </p:cNvSpPr>
              <p:nvPr/>
            </p:nvSpPr>
            <p:spPr bwMode="auto">
              <a:xfrm>
                <a:off x="2882" y="1861"/>
                <a:ext cx="578" cy="384"/>
              </a:xfrm>
              <a:custGeom>
                <a:avLst/>
                <a:gdLst>
                  <a:gd name="T0" fmla="*/ 377 w 578"/>
                  <a:gd name="T1" fmla="*/ 383 h 384"/>
                  <a:gd name="T2" fmla="*/ 0 w 578"/>
                  <a:gd name="T3" fmla="*/ 291 h 384"/>
                  <a:gd name="T4" fmla="*/ 217 w 578"/>
                  <a:gd name="T5" fmla="*/ 0 h 384"/>
                  <a:gd name="T6" fmla="*/ 577 w 578"/>
                  <a:gd name="T7" fmla="*/ 74 h 384"/>
                  <a:gd name="T8" fmla="*/ 377 w 578"/>
                  <a:gd name="T9" fmla="*/ 383 h 384"/>
                  <a:gd name="T10" fmla="*/ 0 60000 65536"/>
                  <a:gd name="T11" fmla="*/ 0 60000 65536"/>
                  <a:gd name="T12" fmla="*/ 0 60000 65536"/>
                  <a:gd name="T13" fmla="*/ 0 60000 65536"/>
                  <a:gd name="T14" fmla="*/ 0 60000 65536"/>
                  <a:gd name="T15" fmla="*/ 0 w 578"/>
                  <a:gd name="T16" fmla="*/ 0 h 384"/>
                  <a:gd name="T17" fmla="*/ 578 w 578"/>
                  <a:gd name="T18" fmla="*/ 384 h 384"/>
                </a:gdLst>
                <a:ahLst/>
                <a:cxnLst>
                  <a:cxn ang="T10">
                    <a:pos x="T0" y="T1"/>
                  </a:cxn>
                  <a:cxn ang="T11">
                    <a:pos x="T2" y="T3"/>
                  </a:cxn>
                  <a:cxn ang="T12">
                    <a:pos x="T4" y="T5"/>
                  </a:cxn>
                  <a:cxn ang="T13">
                    <a:pos x="T6" y="T7"/>
                  </a:cxn>
                  <a:cxn ang="T14">
                    <a:pos x="T8" y="T9"/>
                  </a:cxn>
                </a:cxnLst>
                <a:rect l="T15" t="T16" r="T17" b="T18"/>
                <a:pathLst>
                  <a:path w="578" h="384">
                    <a:moveTo>
                      <a:pt x="377" y="383"/>
                    </a:moveTo>
                    <a:lnTo>
                      <a:pt x="0" y="291"/>
                    </a:lnTo>
                    <a:lnTo>
                      <a:pt x="217" y="0"/>
                    </a:lnTo>
                    <a:lnTo>
                      <a:pt x="577" y="74"/>
                    </a:lnTo>
                    <a:lnTo>
                      <a:pt x="377" y="383"/>
                    </a:lnTo>
                  </a:path>
                </a:pathLst>
              </a:custGeom>
              <a:solidFill>
                <a:srgbClr val="E22B00"/>
              </a:solidFill>
              <a:ln>
                <a:noFill/>
              </a:ln>
              <a:extLst>
                <a:ext uri="{91240B29-F687-4F45-9708-019B960494DF}">
                  <a14:hiddenLine xmlns:a14="http://schemas.microsoft.com/office/drawing/2010/main" w="12700" cap="rnd" cmpd="sng">
                    <a:solidFill>
                      <a:srgbClr val="000000"/>
                    </a:solidFill>
                    <a:prstDash val="solid"/>
                    <a:round/>
                    <a:headEnd type="none" w="med" len="med"/>
                    <a:tailEnd type="none" w="med" len="med"/>
                  </a14:hiddenLine>
                </a:ext>
              </a:extLst>
            </p:spPr>
            <p:txBody>
              <a:bodyPr/>
              <a:lstStyle/>
              <a:p>
                <a:endParaRPr lang="fr-FR"/>
              </a:p>
            </p:txBody>
          </p:sp>
          <p:sp>
            <p:nvSpPr>
              <p:cNvPr id="93273" name="Line 9"/>
              <p:cNvSpPr>
                <a:spLocks noChangeShapeType="1"/>
              </p:cNvSpPr>
              <p:nvPr/>
            </p:nvSpPr>
            <p:spPr bwMode="auto">
              <a:xfrm>
                <a:off x="3102" y="1862"/>
                <a:ext cx="352" cy="7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fr-FR"/>
              </a:p>
            </p:txBody>
          </p:sp>
          <p:sp>
            <p:nvSpPr>
              <p:cNvPr id="93274" name="Freeform 10"/>
              <p:cNvSpPr>
                <a:spLocks/>
              </p:cNvSpPr>
              <p:nvPr/>
            </p:nvSpPr>
            <p:spPr bwMode="auto">
              <a:xfrm>
                <a:off x="2762" y="1666"/>
                <a:ext cx="337" cy="485"/>
              </a:xfrm>
              <a:custGeom>
                <a:avLst/>
                <a:gdLst>
                  <a:gd name="T0" fmla="*/ 336 w 337"/>
                  <a:gd name="T1" fmla="*/ 194 h 485"/>
                  <a:gd name="T2" fmla="*/ 118 w 337"/>
                  <a:gd name="T3" fmla="*/ 484 h 485"/>
                  <a:gd name="T4" fmla="*/ 0 w 337"/>
                  <a:gd name="T5" fmla="*/ 452 h 485"/>
                  <a:gd name="T6" fmla="*/ 336 w 337"/>
                  <a:gd name="T7" fmla="*/ 0 h 485"/>
                  <a:gd name="T8" fmla="*/ 336 w 337"/>
                  <a:gd name="T9" fmla="*/ 152 h 485"/>
                  <a:gd name="T10" fmla="*/ 336 w 337"/>
                  <a:gd name="T11" fmla="*/ 194 h 485"/>
                  <a:gd name="T12" fmla="*/ 0 60000 65536"/>
                  <a:gd name="T13" fmla="*/ 0 60000 65536"/>
                  <a:gd name="T14" fmla="*/ 0 60000 65536"/>
                  <a:gd name="T15" fmla="*/ 0 60000 65536"/>
                  <a:gd name="T16" fmla="*/ 0 60000 65536"/>
                  <a:gd name="T17" fmla="*/ 0 60000 65536"/>
                  <a:gd name="T18" fmla="*/ 0 w 337"/>
                  <a:gd name="T19" fmla="*/ 0 h 485"/>
                  <a:gd name="T20" fmla="*/ 337 w 337"/>
                  <a:gd name="T21" fmla="*/ 485 h 485"/>
                </a:gdLst>
                <a:ahLst/>
                <a:cxnLst>
                  <a:cxn ang="T12">
                    <a:pos x="T0" y="T1"/>
                  </a:cxn>
                  <a:cxn ang="T13">
                    <a:pos x="T2" y="T3"/>
                  </a:cxn>
                  <a:cxn ang="T14">
                    <a:pos x="T4" y="T5"/>
                  </a:cxn>
                  <a:cxn ang="T15">
                    <a:pos x="T6" y="T7"/>
                  </a:cxn>
                  <a:cxn ang="T16">
                    <a:pos x="T8" y="T9"/>
                  </a:cxn>
                  <a:cxn ang="T17">
                    <a:pos x="T10" y="T11"/>
                  </a:cxn>
                </a:cxnLst>
                <a:rect l="T18" t="T19" r="T20" b="T21"/>
                <a:pathLst>
                  <a:path w="337" h="485">
                    <a:moveTo>
                      <a:pt x="336" y="194"/>
                    </a:moveTo>
                    <a:lnTo>
                      <a:pt x="118" y="484"/>
                    </a:lnTo>
                    <a:lnTo>
                      <a:pt x="0" y="452"/>
                    </a:lnTo>
                    <a:lnTo>
                      <a:pt x="336" y="0"/>
                    </a:lnTo>
                    <a:lnTo>
                      <a:pt x="336" y="152"/>
                    </a:lnTo>
                    <a:lnTo>
                      <a:pt x="336" y="194"/>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93275" name="Freeform 11"/>
              <p:cNvSpPr>
                <a:spLocks/>
              </p:cNvSpPr>
              <p:nvPr/>
            </p:nvSpPr>
            <p:spPr bwMode="auto">
              <a:xfrm>
                <a:off x="2757" y="2124"/>
                <a:ext cx="509" cy="339"/>
              </a:xfrm>
              <a:custGeom>
                <a:avLst/>
                <a:gdLst>
                  <a:gd name="T0" fmla="*/ 0 w 506"/>
                  <a:gd name="T1" fmla="*/ 0 h 345"/>
                  <a:gd name="T2" fmla="*/ 1 w 506"/>
                  <a:gd name="T3" fmla="*/ 198 h 345"/>
                  <a:gd name="T4" fmla="*/ 514 w 506"/>
                  <a:gd name="T5" fmla="*/ 326 h 345"/>
                  <a:gd name="T6" fmla="*/ 513 w 506"/>
                  <a:gd name="T7" fmla="*/ 124 h 345"/>
                  <a:gd name="T8" fmla="*/ 0 60000 65536"/>
                  <a:gd name="T9" fmla="*/ 0 60000 65536"/>
                  <a:gd name="T10" fmla="*/ 0 60000 65536"/>
                  <a:gd name="T11" fmla="*/ 0 60000 65536"/>
                  <a:gd name="T12" fmla="*/ 0 w 506"/>
                  <a:gd name="T13" fmla="*/ 0 h 345"/>
                  <a:gd name="T14" fmla="*/ 506 w 506"/>
                  <a:gd name="T15" fmla="*/ 345 h 345"/>
                </a:gdLst>
                <a:ahLst/>
                <a:cxnLst>
                  <a:cxn ang="T8">
                    <a:pos x="T0" y="T1"/>
                  </a:cxn>
                  <a:cxn ang="T9">
                    <a:pos x="T2" y="T3"/>
                  </a:cxn>
                  <a:cxn ang="T10">
                    <a:pos x="T4" y="T5"/>
                  </a:cxn>
                  <a:cxn ang="T11">
                    <a:pos x="T6" y="T7"/>
                  </a:cxn>
                </a:cxnLst>
                <a:rect l="T12" t="T13" r="T14" b="T15"/>
                <a:pathLst>
                  <a:path w="506" h="345">
                    <a:moveTo>
                      <a:pt x="0" y="0"/>
                    </a:moveTo>
                    <a:lnTo>
                      <a:pt x="1" y="209"/>
                    </a:lnTo>
                    <a:lnTo>
                      <a:pt x="505" y="344"/>
                    </a:lnTo>
                    <a:lnTo>
                      <a:pt x="504" y="130"/>
                    </a:lnTo>
                  </a:path>
                </a:pathLst>
              </a:custGeom>
              <a:solidFill>
                <a:srgbClr val="FC2C1C"/>
              </a:solidFill>
              <a:ln w="12700" cap="rnd" cmpd="sng">
                <a:solidFill>
                  <a:schemeClr val="bg2"/>
                </a:solidFill>
                <a:prstDash val="solid"/>
                <a:round/>
                <a:headEnd type="none" w="med" len="med"/>
                <a:tailEnd type="none" w="med" len="med"/>
              </a:ln>
            </p:spPr>
            <p:txBody>
              <a:bodyPr/>
              <a:lstStyle/>
              <a:p>
                <a:endParaRPr lang="fr-FR"/>
              </a:p>
            </p:txBody>
          </p:sp>
          <p:sp>
            <p:nvSpPr>
              <p:cNvPr id="93276" name="AutoShape 12"/>
              <p:cNvSpPr>
                <a:spLocks noChangeArrowheads="1"/>
              </p:cNvSpPr>
              <p:nvPr/>
            </p:nvSpPr>
            <p:spPr bwMode="auto">
              <a:xfrm rot="16200000" flipH="1">
                <a:off x="3067" y="1967"/>
                <a:ext cx="693" cy="306"/>
              </a:xfrm>
              <a:prstGeom prst="parallelogram">
                <a:avLst>
                  <a:gd name="adj" fmla="val 156202"/>
                </a:avLst>
              </a:prstGeom>
              <a:solidFill>
                <a:srgbClr val="FC2C1C"/>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sp>
          <p:nvSpPr>
            <p:cNvPr id="93263" name="AutoShape 13"/>
            <p:cNvSpPr>
              <a:spLocks noChangeArrowheads="1"/>
            </p:cNvSpPr>
            <p:nvPr/>
          </p:nvSpPr>
          <p:spPr bwMode="auto">
            <a:xfrm rot="2337505">
              <a:off x="2503" y="998"/>
              <a:ext cx="177" cy="266"/>
            </a:xfrm>
            <a:prstGeom prst="parallelogram">
              <a:avLst>
                <a:gd name="adj" fmla="val 25000"/>
              </a:avLst>
            </a:prstGeom>
            <a:solidFill>
              <a:schemeClr val="accent2"/>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93264" name="Oval 14"/>
            <p:cNvSpPr>
              <a:spLocks noChangeArrowheads="1"/>
            </p:cNvSpPr>
            <p:nvPr/>
          </p:nvSpPr>
          <p:spPr bwMode="auto">
            <a:xfrm rot="575549">
              <a:off x="2557" y="1117"/>
              <a:ext cx="164" cy="155"/>
            </a:xfrm>
            <a:prstGeom prst="ellipse">
              <a:avLst/>
            </a:prstGeom>
            <a:solidFill>
              <a:srgbClr val="00FF00"/>
            </a:solidFill>
            <a:ln w="9525" algn="ctr">
              <a:solidFill>
                <a:schemeClr val="tx1"/>
              </a:solidFill>
              <a:round/>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93265" name="AutoShape 15"/>
            <p:cNvSpPr>
              <a:spLocks noChangeArrowheads="1"/>
            </p:cNvSpPr>
            <p:nvPr/>
          </p:nvSpPr>
          <p:spPr bwMode="auto">
            <a:xfrm rot="669280">
              <a:off x="2410" y="1061"/>
              <a:ext cx="194" cy="144"/>
            </a:xfrm>
            <a:prstGeom prst="parallelogram">
              <a:avLst>
                <a:gd name="adj" fmla="val 33681"/>
              </a:avLst>
            </a:prstGeom>
            <a:solidFill>
              <a:srgbClr val="FFFF00"/>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93266" name="AutoShape 16"/>
            <p:cNvSpPr>
              <a:spLocks noChangeArrowheads="1"/>
            </p:cNvSpPr>
            <p:nvPr/>
          </p:nvSpPr>
          <p:spPr bwMode="auto">
            <a:xfrm rot="-5567485">
              <a:off x="2209" y="839"/>
              <a:ext cx="525" cy="415"/>
            </a:xfrm>
            <a:prstGeom prst="parallelogram">
              <a:avLst>
                <a:gd name="adj" fmla="val 23550"/>
              </a:avLst>
            </a:prstGeom>
            <a:solidFill>
              <a:schemeClr val="bg1"/>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93267" name="Text Box 17"/>
            <p:cNvSpPr txBox="1">
              <a:spLocks noChangeArrowheads="1"/>
            </p:cNvSpPr>
            <p:nvPr/>
          </p:nvSpPr>
          <p:spPr bwMode="auto">
            <a:xfrm rot="628236">
              <a:off x="2340" y="819"/>
              <a:ext cx="229" cy="1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1100" b="1">
                  <a:solidFill>
                    <a:schemeClr val="tx1"/>
                  </a:solidFill>
                </a:rPr>
                <a:t>R2</a:t>
              </a:r>
            </a:p>
          </p:txBody>
        </p:sp>
        <p:sp>
          <p:nvSpPr>
            <p:cNvPr id="93268" name="Oval 18"/>
            <p:cNvSpPr>
              <a:spLocks noChangeArrowheads="1"/>
            </p:cNvSpPr>
            <p:nvPr/>
          </p:nvSpPr>
          <p:spPr bwMode="auto">
            <a:xfrm>
              <a:off x="2523" y="1127"/>
              <a:ext cx="124" cy="124"/>
            </a:xfrm>
            <a:prstGeom prst="ellipse">
              <a:avLst/>
            </a:prstGeom>
            <a:solidFill>
              <a:schemeClr val="bg1"/>
            </a:solidFill>
            <a:ln w="9525">
              <a:solidFill>
                <a:schemeClr val="tx1"/>
              </a:solidFill>
              <a:round/>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93269" name="AutoShape 19"/>
            <p:cNvSpPr>
              <a:spLocks noChangeArrowheads="1"/>
            </p:cNvSpPr>
            <p:nvPr/>
          </p:nvSpPr>
          <p:spPr bwMode="auto">
            <a:xfrm rot="-5400000">
              <a:off x="2309" y="1080"/>
              <a:ext cx="130" cy="137"/>
            </a:xfrm>
            <a:prstGeom prst="parallelogram">
              <a:avLst>
                <a:gd name="adj" fmla="val 18250"/>
              </a:avLst>
            </a:prstGeom>
            <a:solidFill>
              <a:srgbClr val="FFFF00"/>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93270" name="AutoShape 20"/>
            <p:cNvSpPr>
              <a:spLocks noChangeArrowheads="1"/>
            </p:cNvSpPr>
            <p:nvPr/>
          </p:nvSpPr>
          <p:spPr bwMode="auto">
            <a:xfrm rot="-5567485">
              <a:off x="2394" y="910"/>
              <a:ext cx="158" cy="248"/>
            </a:xfrm>
            <a:prstGeom prst="parallelogram">
              <a:avLst>
                <a:gd name="adj" fmla="val 41009"/>
              </a:avLst>
            </a:prstGeom>
            <a:solidFill>
              <a:srgbClr val="FC2C1C"/>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grpSp>
        <p:nvGrpSpPr>
          <p:cNvPr id="93188" name="Group 162"/>
          <p:cNvGrpSpPr>
            <a:grpSpLocks/>
          </p:cNvGrpSpPr>
          <p:nvPr/>
        </p:nvGrpSpPr>
        <p:grpSpPr bwMode="auto">
          <a:xfrm>
            <a:off x="6750050" y="1430338"/>
            <a:ext cx="1058863" cy="1104900"/>
            <a:chOff x="2258" y="784"/>
            <a:chExt cx="667" cy="696"/>
          </a:xfrm>
        </p:grpSpPr>
        <p:grpSp>
          <p:nvGrpSpPr>
            <p:cNvPr id="93247" name="Group 163"/>
            <p:cNvGrpSpPr>
              <a:grpSpLocks/>
            </p:cNvGrpSpPr>
            <p:nvPr/>
          </p:nvGrpSpPr>
          <p:grpSpPr bwMode="auto">
            <a:xfrm rot="-223274">
              <a:off x="2258" y="823"/>
              <a:ext cx="667" cy="657"/>
              <a:chOff x="2757" y="1666"/>
              <a:chExt cx="812" cy="800"/>
            </a:xfrm>
          </p:grpSpPr>
          <p:sp>
            <p:nvSpPr>
              <p:cNvPr id="93256" name="Freeform 164"/>
              <p:cNvSpPr>
                <a:spLocks/>
              </p:cNvSpPr>
              <p:nvPr/>
            </p:nvSpPr>
            <p:spPr bwMode="auto">
              <a:xfrm>
                <a:off x="2762" y="1667"/>
                <a:ext cx="807" cy="584"/>
              </a:xfrm>
              <a:custGeom>
                <a:avLst/>
                <a:gdLst>
                  <a:gd name="T0" fmla="*/ 497 w 807"/>
                  <a:gd name="T1" fmla="*/ 583 h 584"/>
                  <a:gd name="T2" fmla="*/ 0 w 807"/>
                  <a:gd name="T3" fmla="*/ 452 h 584"/>
                  <a:gd name="T4" fmla="*/ 337 w 807"/>
                  <a:gd name="T5" fmla="*/ 0 h 584"/>
                  <a:gd name="T6" fmla="*/ 806 w 807"/>
                  <a:gd name="T7" fmla="*/ 98 h 584"/>
                  <a:gd name="T8" fmla="*/ 497 w 807"/>
                  <a:gd name="T9" fmla="*/ 583 h 584"/>
                  <a:gd name="T10" fmla="*/ 0 60000 65536"/>
                  <a:gd name="T11" fmla="*/ 0 60000 65536"/>
                  <a:gd name="T12" fmla="*/ 0 60000 65536"/>
                  <a:gd name="T13" fmla="*/ 0 60000 65536"/>
                  <a:gd name="T14" fmla="*/ 0 60000 65536"/>
                  <a:gd name="T15" fmla="*/ 0 w 807"/>
                  <a:gd name="T16" fmla="*/ 0 h 584"/>
                  <a:gd name="T17" fmla="*/ 807 w 807"/>
                  <a:gd name="T18" fmla="*/ 584 h 584"/>
                </a:gdLst>
                <a:ahLst/>
                <a:cxnLst>
                  <a:cxn ang="T10">
                    <a:pos x="T0" y="T1"/>
                  </a:cxn>
                  <a:cxn ang="T11">
                    <a:pos x="T2" y="T3"/>
                  </a:cxn>
                  <a:cxn ang="T12">
                    <a:pos x="T4" y="T5"/>
                  </a:cxn>
                  <a:cxn ang="T13">
                    <a:pos x="T6" y="T7"/>
                  </a:cxn>
                  <a:cxn ang="T14">
                    <a:pos x="T8" y="T9"/>
                  </a:cxn>
                </a:cxnLst>
                <a:rect l="T15" t="T16" r="T17" b="T18"/>
                <a:pathLst>
                  <a:path w="807" h="584">
                    <a:moveTo>
                      <a:pt x="497" y="583"/>
                    </a:moveTo>
                    <a:lnTo>
                      <a:pt x="0" y="452"/>
                    </a:lnTo>
                    <a:lnTo>
                      <a:pt x="337" y="0"/>
                    </a:lnTo>
                    <a:lnTo>
                      <a:pt x="806" y="98"/>
                    </a:lnTo>
                    <a:lnTo>
                      <a:pt x="497" y="583"/>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93257" name="Freeform 165"/>
              <p:cNvSpPr>
                <a:spLocks/>
              </p:cNvSpPr>
              <p:nvPr/>
            </p:nvSpPr>
            <p:spPr bwMode="auto">
              <a:xfrm>
                <a:off x="2882" y="1861"/>
                <a:ext cx="578" cy="384"/>
              </a:xfrm>
              <a:custGeom>
                <a:avLst/>
                <a:gdLst>
                  <a:gd name="T0" fmla="*/ 377 w 578"/>
                  <a:gd name="T1" fmla="*/ 383 h 384"/>
                  <a:gd name="T2" fmla="*/ 0 w 578"/>
                  <a:gd name="T3" fmla="*/ 291 h 384"/>
                  <a:gd name="T4" fmla="*/ 217 w 578"/>
                  <a:gd name="T5" fmla="*/ 0 h 384"/>
                  <a:gd name="T6" fmla="*/ 577 w 578"/>
                  <a:gd name="T7" fmla="*/ 74 h 384"/>
                  <a:gd name="T8" fmla="*/ 377 w 578"/>
                  <a:gd name="T9" fmla="*/ 383 h 384"/>
                  <a:gd name="T10" fmla="*/ 0 60000 65536"/>
                  <a:gd name="T11" fmla="*/ 0 60000 65536"/>
                  <a:gd name="T12" fmla="*/ 0 60000 65536"/>
                  <a:gd name="T13" fmla="*/ 0 60000 65536"/>
                  <a:gd name="T14" fmla="*/ 0 60000 65536"/>
                  <a:gd name="T15" fmla="*/ 0 w 578"/>
                  <a:gd name="T16" fmla="*/ 0 h 384"/>
                  <a:gd name="T17" fmla="*/ 578 w 578"/>
                  <a:gd name="T18" fmla="*/ 384 h 384"/>
                </a:gdLst>
                <a:ahLst/>
                <a:cxnLst>
                  <a:cxn ang="T10">
                    <a:pos x="T0" y="T1"/>
                  </a:cxn>
                  <a:cxn ang="T11">
                    <a:pos x="T2" y="T3"/>
                  </a:cxn>
                  <a:cxn ang="T12">
                    <a:pos x="T4" y="T5"/>
                  </a:cxn>
                  <a:cxn ang="T13">
                    <a:pos x="T6" y="T7"/>
                  </a:cxn>
                  <a:cxn ang="T14">
                    <a:pos x="T8" y="T9"/>
                  </a:cxn>
                </a:cxnLst>
                <a:rect l="T15" t="T16" r="T17" b="T18"/>
                <a:pathLst>
                  <a:path w="578" h="384">
                    <a:moveTo>
                      <a:pt x="377" y="383"/>
                    </a:moveTo>
                    <a:lnTo>
                      <a:pt x="0" y="291"/>
                    </a:lnTo>
                    <a:lnTo>
                      <a:pt x="217" y="0"/>
                    </a:lnTo>
                    <a:lnTo>
                      <a:pt x="577" y="74"/>
                    </a:lnTo>
                    <a:lnTo>
                      <a:pt x="377" y="383"/>
                    </a:lnTo>
                  </a:path>
                </a:pathLst>
              </a:custGeom>
              <a:solidFill>
                <a:srgbClr val="E22B00"/>
              </a:solidFill>
              <a:ln>
                <a:noFill/>
              </a:ln>
              <a:extLst>
                <a:ext uri="{91240B29-F687-4F45-9708-019B960494DF}">
                  <a14:hiddenLine xmlns:a14="http://schemas.microsoft.com/office/drawing/2010/main" w="12700" cap="rnd" cmpd="sng">
                    <a:solidFill>
                      <a:srgbClr val="000000"/>
                    </a:solidFill>
                    <a:prstDash val="solid"/>
                    <a:round/>
                    <a:headEnd type="none" w="med" len="med"/>
                    <a:tailEnd type="none" w="med" len="med"/>
                  </a14:hiddenLine>
                </a:ext>
              </a:extLst>
            </p:spPr>
            <p:txBody>
              <a:bodyPr/>
              <a:lstStyle/>
              <a:p>
                <a:endParaRPr lang="fr-FR"/>
              </a:p>
            </p:txBody>
          </p:sp>
          <p:sp>
            <p:nvSpPr>
              <p:cNvPr id="93258" name="Line 166"/>
              <p:cNvSpPr>
                <a:spLocks noChangeShapeType="1"/>
              </p:cNvSpPr>
              <p:nvPr/>
            </p:nvSpPr>
            <p:spPr bwMode="auto">
              <a:xfrm>
                <a:off x="3102" y="1862"/>
                <a:ext cx="352" cy="7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fr-FR"/>
              </a:p>
            </p:txBody>
          </p:sp>
          <p:sp>
            <p:nvSpPr>
              <p:cNvPr id="93259" name="Freeform 167"/>
              <p:cNvSpPr>
                <a:spLocks/>
              </p:cNvSpPr>
              <p:nvPr/>
            </p:nvSpPr>
            <p:spPr bwMode="auto">
              <a:xfrm>
                <a:off x="2762" y="1666"/>
                <a:ext cx="337" cy="485"/>
              </a:xfrm>
              <a:custGeom>
                <a:avLst/>
                <a:gdLst>
                  <a:gd name="T0" fmla="*/ 336 w 337"/>
                  <a:gd name="T1" fmla="*/ 194 h 485"/>
                  <a:gd name="T2" fmla="*/ 118 w 337"/>
                  <a:gd name="T3" fmla="*/ 484 h 485"/>
                  <a:gd name="T4" fmla="*/ 0 w 337"/>
                  <a:gd name="T5" fmla="*/ 452 h 485"/>
                  <a:gd name="T6" fmla="*/ 336 w 337"/>
                  <a:gd name="T7" fmla="*/ 0 h 485"/>
                  <a:gd name="T8" fmla="*/ 336 w 337"/>
                  <a:gd name="T9" fmla="*/ 152 h 485"/>
                  <a:gd name="T10" fmla="*/ 336 w 337"/>
                  <a:gd name="T11" fmla="*/ 194 h 485"/>
                  <a:gd name="T12" fmla="*/ 0 60000 65536"/>
                  <a:gd name="T13" fmla="*/ 0 60000 65536"/>
                  <a:gd name="T14" fmla="*/ 0 60000 65536"/>
                  <a:gd name="T15" fmla="*/ 0 60000 65536"/>
                  <a:gd name="T16" fmla="*/ 0 60000 65536"/>
                  <a:gd name="T17" fmla="*/ 0 60000 65536"/>
                  <a:gd name="T18" fmla="*/ 0 w 337"/>
                  <a:gd name="T19" fmla="*/ 0 h 485"/>
                  <a:gd name="T20" fmla="*/ 337 w 337"/>
                  <a:gd name="T21" fmla="*/ 485 h 485"/>
                </a:gdLst>
                <a:ahLst/>
                <a:cxnLst>
                  <a:cxn ang="T12">
                    <a:pos x="T0" y="T1"/>
                  </a:cxn>
                  <a:cxn ang="T13">
                    <a:pos x="T2" y="T3"/>
                  </a:cxn>
                  <a:cxn ang="T14">
                    <a:pos x="T4" y="T5"/>
                  </a:cxn>
                  <a:cxn ang="T15">
                    <a:pos x="T6" y="T7"/>
                  </a:cxn>
                  <a:cxn ang="T16">
                    <a:pos x="T8" y="T9"/>
                  </a:cxn>
                  <a:cxn ang="T17">
                    <a:pos x="T10" y="T11"/>
                  </a:cxn>
                </a:cxnLst>
                <a:rect l="T18" t="T19" r="T20" b="T21"/>
                <a:pathLst>
                  <a:path w="337" h="485">
                    <a:moveTo>
                      <a:pt x="336" y="194"/>
                    </a:moveTo>
                    <a:lnTo>
                      <a:pt x="118" y="484"/>
                    </a:lnTo>
                    <a:lnTo>
                      <a:pt x="0" y="452"/>
                    </a:lnTo>
                    <a:lnTo>
                      <a:pt x="336" y="0"/>
                    </a:lnTo>
                    <a:lnTo>
                      <a:pt x="336" y="152"/>
                    </a:lnTo>
                    <a:lnTo>
                      <a:pt x="336" y="194"/>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93260" name="Freeform 168"/>
              <p:cNvSpPr>
                <a:spLocks/>
              </p:cNvSpPr>
              <p:nvPr/>
            </p:nvSpPr>
            <p:spPr bwMode="auto">
              <a:xfrm>
                <a:off x="2757" y="2124"/>
                <a:ext cx="509" cy="339"/>
              </a:xfrm>
              <a:custGeom>
                <a:avLst/>
                <a:gdLst>
                  <a:gd name="T0" fmla="*/ 0 w 506"/>
                  <a:gd name="T1" fmla="*/ 0 h 345"/>
                  <a:gd name="T2" fmla="*/ 1 w 506"/>
                  <a:gd name="T3" fmla="*/ 198 h 345"/>
                  <a:gd name="T4" fmla="*/ 514 w 506"/>
                  <a:gd name="T5" fmla="*/ 326 h 345"/>
                  <a:gd name="T6" fmla="*/ 513 w 506"/>
                  <a:gd name="T7" fmla="*/ 124 h 345"/>
                  <a:gd name="T8" fmla="*/ 0 60000 65536"/>
                  <a:gd name="T9" fmla="*/ 0 60000 65536"/>
                  <a:gd name="T10" fmla="*/ 0 60000 65536"/>
                  <a:gd name="T11" fmla="*/ 0 60000 65536"/>
                  <a:gd name="T12" fmla="*/ 0 w 506"/>
                  <a:gd name="T13" fmla="*/ 0 h 345"/>
                  <a:gd name="T14" fmla="*/ 506 w 506"/>
                  <a:gd name="T15" fmla="*/ 345 h 345"/>
                </a:gdLst>
                <a:ahLst/>
                <a:cxnLst>
                  <a:cxn ang="T8">
                    <a:pos x="T0" y="T1"/>
                  </a:cxn>
                  <a:cxn ang="T9">
                    <a:pos x="T2" y="T3"/>
                  </a:cxn>
                  <a:cxn ang="T10">
                    <a:pos x="T4" y="T5"/>
                  </a:cxn>
                  <a:cxn ang="T11">
                    <a:pos x="T6" y="T7"/>
                  </a:cxn>
                </a:cxnLst>
                <a:rect l="T12" t="T13" r="T14" b="T15"/>
                <a:pathLst>
                  <a:path w="506" h="345">
                    <a:moveTo>
                      <a:pt x="0" y="0"/>
                    </a:moveTo>
                    <a:lnTo>
                      <a:pt x="1" y="209"/>
                    </a:lnTo>
                    <a:lnTo>
                      <a:pt x="505" y="344"/>
                    </a:lnTo>
                    <a:lnTo>
                      <a:pt x="504" y="130"/>
                    </a:lnTo>
                  </a:path>
                </a:pathLst>
              </a:custGeom>
              <a:solidFill>
                <a:srgbClr val="FC2C1C"/>
              </a:solidFill>
              <a:ln w="12700" cap="rnd" cmpd="sng">
                <a:solidFill>
                  <a:schemeClr val="bg2"/>
                </a:solidFill>
                <a:prstDash val="solid"/>
                <a:round/>
                <a:headEnd type="none" w="med" len="med"/>
                <a:tailEnd type="none" w="med" len="med"/>
              </a:ln>
            </p:spPr>
            <p:txBody>
              <a:bodyPr/>
              <a:lstStyle/>
              <a:p>
                <a:endParaRPr lang="fr-FR"/>
              </a:p>
            </p:txBody>
          </p:sp>
          <p:sp>
            <p:nvSpPr>
              <p:cNvPr id="93261" name="AutoShape 169"/>
              <p:cNvSpPr>
                <a:spLocks noChangeArrowheads="1"/>
              </p:cNvSpPr>
              <p:nvPr/>
            </p:nvSpPr>
            <p:spPr bwMode="auto">
              <a:xfrm rot="16200000" flipH="1">
                <a:off x="3067" y="1967"/>
                <a:ext cx="693" cy="306"/>
              </a:xfrm>
              <a:prstGeom prst="parallelogram">
                <a:avLst>
                  <a:gd name="adj" fmla="val 156202"/>
                </a:avLst>
              </a:prstGeom>
              <a:solidFill>
                <a:srgbClr val="FC2C1C"/>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sp>
          <p:nvSpPr>
            <p:cNvPr id="93248" name="AutoShape 170"/>
            <p:cNvSpPr>
              <a:spLocks noChangeArrowheads="1"/>
            </p:cNvSpPr>
            <p:nvPr/>
          </p:nvSpPr>
          <p:spPr bwMode="auto">
            <a:xfrm rot="2337505">
              <a:off x="2503" y="998"/>
              <a:ext cx="177" cy="266"/>
            </a:xfrm>
            <a:prstGeom prst="parallelogram">
              <a:avLst>
                <a:gd name="adj" fmla="val 25000"/>
              </a:avLst>
            </a:prstGeom>
            <a:solidFill>
              <a:schemeClr val="accent2"/>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93249" name="Oval 171"/>
            <p:cNvSpPr>
              <a:spLocks noChangeArrowheads="1"/>
            </p:cNvSpPr>
            <p:nvPr/>
          </p:nvSpPr>
          <p:spPr bwMode="auto">
            <a:xfrm rot="575549">
              <a:off x="2557" y="1117"/>
              <a:ext cx="164" cy="155"/>
            </a:xfrm>
            <a:prstGeom prst="ellipse">
              <a:avLst/>
            </a:prstGeom>
            <a:solidFill>
              <a:srgbClr val="00FF00"/>
            </a:solidFill>
            <a:ln w="9525" algn="ctr">
              <a:solidFill>
                <a:schemeClr val="tx1"/>
              </a:solidFill>
              <a:round/>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93250" name="AutoShape 172"/>
            <p:cNvSpPr>
              <a:spLocks noChangeArrowheads="1"/>
            </p:cNvSpPr>
            <p:nvPr/>
          </p:nvSpPr>
          <p:spPr bwMode="auto">
            <a:xfrm rot="669280">
              <a:off x="2410" y="1061"/>
              <a:ext cx="194" cy="144"/>
            </a:xfrm>
            <a:prstGeom prst="parallelogram">
              <a:avLst>
                <a:gd name="adj" fmla="val 33681"/>
              </a:avLst>
            </a:prstGeom>
            <a:solidFill>
              <a:srgbClr val="FFFF00"/>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93251" name="AutoShape 173"/>
            <p:cNvSpPr>
              <a:spLocks noChangeArrowheads="1"/>
            </p:cNvSpPr>
            <p:nvPr/>
          </p:nvSpPr>
          <p:spPr bwMode="auto">
            <a:xfrm rot="-5567485">
              <a:off x="2209" y="839"/>
              <a:ext cx="525" cy="415"/>
            </a:xfrm>
            <a:prstGeom prst="parallelogram">
              <a:avLst>
                <a:gd name="adj" fmla="val 23550"/>
              </a:avLst>
            </a:prstGeom>
            <a:solidFill>
              <a:schemeClr val="bg1"/>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93252" name="Text Box 174"/>
            <p:cNvSpPr txBox="1">
              <a:spLocks noChangeArrowheads="1"/>
            </p:cNvSpPr>
            <p:nvPr/>
          </p:nvSpPr>
          <p:spPr bwMode="auto">
            <a:xfrm rot="628236">
              <a:off x="2340" y="819"/>
              <a:ext cx="229" cy="1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1100" b="1">
                  <a:solidFill>
                    <a:schemeClr val="tx1"/>
                  </a:solidFill>
                </a:rPr>
                <a:t>R2</a:t>
              </a:r>
            </a:p>
          </p:txBody>
        </p:sp>
        <p:sp>
          <p:nvSpPr>
            <p:cNvPr id="93253" name="Oval 175"/>
            <p:cNvSpPr>
              <a:spLocks noChangeArrowheads="1"/>
            </p:cNvSpPr>
            <p:nvPr/>
          </p:nvSpPr>
          <p:spPr bwMode="auto">
            <a:xfrm>
              <a:off x="2523" y="1127"/>
              <a:ext cx="124" cy="124"/>
            </a:xfrm>
            <a:prstGeom prst="ellipse">
              <a:avLst/>
            </a:prstGeom>
            <a:solidFill>
              <a:schemeClr val="bg1"/>
            </a:solidFill>
            <a:ln w="9525">
              <a:solidFill>
                <a:schemeClr val="tx1"/>
              </a:solidFill>
              <a:round/>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93254" name="AutoShape 176"/>
            <p:cNvSpPr>
              <a:spLocks noChangeArrowheads="1"/>
            </p:cNvSpPr>
            <p:nvPr/>
          </p:nvSpPr>
          <p:spPr bwMode="auto">
            <a:xfrm rot="-5400000">
              <a:off x="2309" y="1080"/>
              <a:ext cx="130" cy="137"/>
            </a:xfrm>
            <a:prstGeom prst="parallelogram">
              <a:avLst>
                <a:gd name="adj" fmla="val 18250"/>
              </a:avLst>
            </a:prstGeom>
            <a:solidFill>
              <a:srgbClr val="FFFF00"/>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93255" name="AutoShape 177"/>
            <p:cNvSpPr>
              <a:spLocks noChangeArrowheads="1"/>
            </p:cNvSpPr>
            <p:nvPr/>
          </p:nvSpPr>
          <p:spPr bwMode="auto">
            <a:xfrm rot="-5567485">
              <a:off x="2394" y="910"/>
              <a:ext cx="158" cy="248"/>
            </a:xfrm>
            <a:prstGeom prst="parallelogram">
              <a:avLst>
                <a:gd name="adj" fmla="val 41009"/>
              </a:avLst>
            </a:prstGeom>
            <a:solidFill>
              <a:srgbClr val="FC2C1C"/>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grpSp>
        <p:nvGrpSpPr>
          <p:cNvPr id="93189" name="Group 178"/>
          <p:cNvGrpSpPr>
            <a:grpSpLocks/>
          </p:cNvGrpSpPr>
          <p:nvPr/>
        </p:nvGrpSpPr>
        <p:grpSpPr bwMode="auto">
          <a:xfrm>
            <a:off x="6408738" y="2193925"/>
            <a:ext cx="1058862" cy="1104900"/>
            <a:chOff x="2258" y="784"/>
            <a:chExt cx="667" cy="696"/>
          </a:xfrm>
        </p:grpSpPr>
        <p:grpSp>
          <p:nvGrpSpPr>
            <p:cNvPr id="93232" name="Group 179"/>
            <p:cNvGrpSpPr>
              <a:grpSpLocks/>
            </p:cNvGrpSpPr>
            <p:nvPr/>
          </p:nvGrpSpPr>
          <p:grpSpPr bwMode="auto">
            <a:xfrm rot="-223274">
              <a:off x="2258" y="823"/>
              <a:ext cx="667" cy="657"/>
              <a:chOff x="2757" y="1666"/>
              <a:chExt cx="812" cy="800"/>
            </a:xfrm>
          </p:grpSpPr>
          <p:sp>
            <p:nvSpPr>
              <p:cNvPr id="93241" name="Freeform 180"/>
              <p:cNvSpPr>
                <a:spLocks/>
              </p:cNvSpPr>
              <p:nvPr/>
            </p:nvSpPr>
            <p:spPr bwMode="auto">
              <a:xfrm>
                <a:off x="2762" y="1667"/>
                <a:ext cx="807" cy="584"/>
              </a:xfrm>
              <a:custGeom>
                <a:avLst/>
                <a:gdLst>
                  <a:gd name="T0" fmla="*/ 497 w 807"/>
                  <a:gd name="T1" fmla="*/ 583 h 584"/>
                  <a:gd name="T2" fmla="*/ 0 w 807"/>
                  <a:gd name="T3" fmla="*/ 452 h 584"/>
                  <a:gd name="T4" fmla="*/ 337 w 807"/>
                  <a:gd name="T5" fmla="*/ 0 h 584"/>
                  <a:gd name="T6" fmla="*/ 806 w 807"/>
                  <a:gd name="T7" fmla="*/ 98 h 584"/>
                  <a:gd name="T8" fmla="*/ 497 w 807"/>
                  <a:gd name="T9" fmla="*/ 583 h 584"/>
                  <a:gd name="T10" fmla="*/ 0 60000 65536"/>
                  <a:gd name="T11" fmla="*/ 0 60000 65536"/>
                  <a:gd name="T12" fmla="*/ 0 60000 65536"/>
                  <a:gd name="T13" fmla="*/ 0 60000 65536"/>
                  <a:gd name="T14" fmla="*/ 0 60000 65536"/>
                  <a:gd name="T15" fmla="*/ 0 w 807"/>
                  <a:gd name="T16" fmla="*/ 0 h 584"/>
                  <a:gd name="T17" fmla="*/ 807 w 807"/>
                  <a:gd name="T18" fmla="*/ 584 h 584"/>
                </a:gdLst>
                <a:ahLst/>
                <a:cxnLst>
                  <a:cxn ang="T10">
                    <a:pos x="T0" y="T1"/>
                  </a:cxn>
                  <a:cxn ang="T11">
                    <a:pos x="T2" y="T3"/>
                  </a:cxn>
                  <a:cxn ang="T12">
                    <a:pos x="T4" y="T5"/>
                  </a:cxn>
                  <a:cxn ang="T13">
                    <a:pos x="T6" y="T7"/>
                  </a:cxn>
                  <a:cxn ang="T14">
                    <a:pos x="T8" y="T9"/>
                  </a:cxn>
                </a:cxnLst>
                <a:rect l="T15" t="T16" r="T17" b="T18"/>
                <a:pathLst>
                  <a:path w="807" h="584">
                    <a:moveTo>
                      <a:pt x="497" y="583"/>
                    </a:moveTo>
                    <a:lnTo>
                      <a:pt x="0" y="452"/>
                    </a:lnTo>
                    <a:lnTo>
                      <a:pt x="337" y="0"/>
                    </a:lnTo>
                    <a:lnTo>
                      <a:pt x="806" y="98"/>
                    </a:lnTo>
                    <a:lnTo>
                      <a:pt x="497" y="583"/>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93242" name="Freeform 181"/>
              <p:cNvSpPr>
                <a:spLocks/>
              </p:cNvSpPr>
              <p:nvPr/>
            </p:nvSpPr>
            <p:spPr bwMode="auto">
              <a:xfrm>
                <a:off x="2882" y="1861"/>
                <a:ext cx="578" cy="384"/>
              </a:xfrm>
              <a:custGeom>
                <a:avLst/>
                <a:gdLst>
                  <a:gd name="T0" fmla="*/ 377 w 578"/>
                  <a:gd name="T1" fmla="*/ 383 h 384"/>
                  <a:gd name="T2" fmla="*/ 0 w 578"/>
                  <a:gd name="T3" fmla="*/ 291 h 384"/>
                  <a:gd name="T4" fmla="*/ 217 w 578"/>
                  <a:gd name="T5" fmla="*/ 0 h 384"/>
                  <a:gd name="T6" fmla="*/ 577 w 578"/>
                  <a:gd name="T7" fmla="*/ 74 h 384"/>
                  <a:gd name="T8" fmla="*/ 377 w 578"/>
                  <a:gd name="T9" fmla="*/ 383 h 384"/>
                  <a:gd name="T10" fmla="*/ 0 60000 65536"/>
                  <a:gd name="T11" fmla="*/ 0 60000 65536"/>
                  <a:gd name="T12" fmla="*/ 0 60000 65536"/>
                  <a:gd name="T13" fmla="*/ 0 60000 65536"/>
                  <a:gd name="T14" fmla="*/ 0 60000 65536"/>
                  <a:gd name="T15" fmla="*/ 0 w 578"/>
                  <a:gd name="T16" fmla="*/ 0 h 384"/>
                  <a:gd name="T17" fmla="*/ 578 w 578"/>
                  <a:gd name="T18" fmla="*/ 384 h 384"/>
                </a:gdLst>
                <a:ahLst/>
                <a:cxnLst>
                  <a:cxn ang="T10">
                    <a:pos x="T0" y="T1"/>
                  </a:cxn>
                  <a:cxn ang="T11">
                    <a:pos x="T2" y="T3"/>
                  </a:cxn>
                  <a:cxn ang="T12">
                    <a:pos x="T4" y="T5"/>
                  </a:cxn>
                  <a:cxn ang="T13">
                    <a:pos x="T6" y="T7"/>
                  </a:cxn>
                  <a:cxn ang="T14">
                    <a:pos x="T8" y="T9"/>
                  </a:cxn>
                </a:cxnLst>
                <a:rect l="T15" t="T16" r="T17" b="T18"/>
                <a:pathLst>
                  <a:path w="578" h="384">
                    <a:moveTo>
                      <a:pt x="377" y="383"/>
                    </a:moveTo>
                    <a:lnTo>
                      <a:pt x="0" y="291"/>
                    </a:lnTo>
                    <a:lnTo>
                      <a:pt x="217" y="0"/>
                    </a:lnTo>
                    <a:lnTo>
                      <a:pt x="577" y="74"/>
                    </a:lnTo>
                    <a:lnTo>
                      <a:pt x="377" y="383"/>
                    </a:lnTo>
                  </a:path>
                </a:pathLst>
              </a:custGeom>
              <a:solidFill>
                <a:srgbClr val="E22B00"/>
              </a:solidFill>
              <a:ln>
                <a:noFill/>
              </a:ln>
              <a:extLst>
                <a:ext uri="{91240B29-F687-4F45-9708-019B960494DF}">
                  <a14:hiddenLine xmlns:a14="http://schemas.microsoft.com/office/drawing/2010/main" w="12700" cap="rnd" cmpd="sng">
                    <a:solidFill>
                      <a:srgbClr val="000000"/>
                    </a:solidFill>
                    <a:prstDash val="solid"/>
                    <a:round/>
                    <a:headEnd type="none" w="med" len="med"/>
                    <a:tailEnd type="none" w="med" len="med"/>
                  </a14:hiddenLine>
                </a:ext>
              </a:extLst>
            </p:spPr>
            <p:txBody>
              <a:bodyPr/>
              <a:lstStyle/>
              <a:p>
                <a:endParaRPr lang="fr-FR"/>
              </a:p>
            </p:txBody>
          </p:sp>
          <p:sp>
            <p:nvSpPr>
              <p:cNvPr id="93243" name="Line 182"/>
              <p:cNvSpPr>
                <a:spLocks noChangeShapeType="1"/>
              </p:cNvSpPr>
              <p:nvPr/>
            </p:nvSpPr>
            <p:spPr bwMode="auto">
              <a:xfrm>
                <a:off x="3102" y="1862"/>
                <a:ext cx="352" cy="7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fr-FR"/>
              </a:p>
            </p:txBody>
          </p:sp>
          <p:sp>
            <p:nvSpPr>
              <p:cNvPr id="93244" name="Freeform 183"/>
              <p:cNvSpPr>
                <a:spLocks/>
              </p:cNvSpPr>
              <p:nvPr/>
            </p:nvSpPr>
            <p:spPr bwMode="auto">
              <a:xfrm>
                <a:off x="2762" y="1666"/>
                <a:ext cx="337" cy="485"/>
              </a:xfrm>
              <a:custGeom>
                <a:avLst/>
                <a:gdLst>
                  <a:gd name="T0" fmla="*/ 336 w 337"/>
                  <a:gd name="T1" fmla="*/ 194 h 485"/>
                  <a:gd name="T2" fmla="*/ 118 w 337"/>
                  <a:gd name="T3" fmla="*/ 484 h 485"/>
                  <a:gd name="T4" fmla="*/ 0 w 337"/>
                  <a:gd name="T5" fmla="*/ 452 h 485"/>
                  <a:gd name="T6" fmla="*/ 336 w 337"/>
                  <a:gd name="T7" fmla="*/ 0 h 485"/>
                  <a:gd name="T8" fmla="*/ 336 w 337"/>
                  <a:gd name="T9" fmla="*/ 152 h 485"/>
                  <a:gd name="T10" fmla="*/ 336 w 337"/>
                  <a:gd name="T11" fmla="*/ 194 h 485"/>
                  <a:gd name="T12" fmla="*/ 0 60000 65536"/>
                  <a:gd name="T13" fmla="*/ 0 60000 65536"/>
                  <a:gd name="T14" fmla="*/ 0 60000 65536"/>
                  <a:gd name="T15" fmla="*/ 0 60000 65536"/>
                  <a:gd name="T16" fmla="*/ 0 60000 65536"/>
                  <a:gd name="T17" fmla="*/ 0 60000 65536"/>
                  <a:gd name="T18" fmla="*/ 0 w 337"/>
                  <a:gd name="T19" fmla="*/ 0 h 485"/>
                  <a:gd name="T20" fmla="*/ 337 w 337"/>
                  <a:gd name="T21" fmla="*/ 485 h 485"/>
                </a:gdLst>
                <a:ahLst/>
                <a:cxnLst>
                  <a:cxn ang="T12">
                    <a:pos x="T0" y="T1"/>
                  </a:cxn>
                  <a:cxn ang="T13">
                    <a:pos x="T2" y="T3"/>
                  </a:cxn>
                  <a:cxn ang="T14">
                    <a:pos x="T4" y="T5"/>
                  </a:cxn>
                  <a:cxn ang="T15">
                    <a:pos x="T6" y="T7"/>
                  </a:cxn>
                  <a:cxn ang="T16">
                    <a:pos x="T8" y="T9"/>
                  </a:cxn>
                  <a:cxn ang="T17">
                    <a:pos x="T10" y="T11"/>
                  </a:cxn>
                </a:cxnLst>
                <a:rect l="T18" t="T19" r="T20" b="T21"/>
                <a:pathLst>
                  <a:path w="337" h="485">
                    <a:moveTo>
                      <a:pt x="336" y="194"/>
                    </a:moveTo>
                    <a:lnTo>
                      <a:pt x="118" y="484"/>
                    </a:lnTo>
                    <a:lnTo>
                      <a:pt x="0" y="452"/>
                    </a:lnTo>
                    <a:lnTo>
                      <a:pt x="336" y="0"/>
                    </a:lnTo>
                    <a:lnTo>
                      <a:pt x="336" y="152"/>
                    </a:lnTo>
                    <a:lnTo>
                      <a:pt x="336" y="194"/>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93245" name="Freeform 184"/>
              <p:cNvSpPr>
                <a:spLocks/>
              </p:cNvSpPr>
              <p:nvPr/>
            </p:nvSpPr>
            <p:spPr bwMode="auto">
              <a:xfrm>
                <a:off x="2757" y="2124"/>
                <a:ext cx="509" cy="339"/>
              </a:xfrm>
              <a:custGeom>
                <a:avLst/>
                <a:gdLst>
                  <a:gd name="T0" fmla="*/ 0 w 506"/>
                  <a:gd name="T1" fmla="*/ 0 h 345"/>
                  <a:gd name="T2" fmla="*/ 1 w 506"/>
                  <a:gd name="T3" fmla="*/ 198 h 345"/>
                  <a:gd name="T4" fmla="*/ 514 w 506"/>
                  <a:gd name="T5" fmla="*/ 326 h 345"/>
                  <a:gd name="T6" fmla="*/ 513 w 506"/>
                  <a:gd name="T7" fmla="*/ 124 h 345"/>
                  <a:gd name="T8" fmla="*/ 0 60000 65536"/>
                  <a:gd name="T9" fmla="*/ 0 60000 65536"/>
                  <a:gd name="T10" fmla="*/ 0 60000 65536"/>
                  <a:gd name="T11" fmla="*/ 0 60000 65536"/>
                  <a:gd name="T12" fmla="*/ 0 w 506"/>
                  <a:gd name="T13" fmla="*/ 0 h 345"/>
                  <a:gd name="T14" fmla="*/ 506 w 506"/>
                  <a:gd name="T15" fmla="*/ 345 h 345"/>
                </a:gdLst>
                <a:ahLst/>
                <a:cxnLst>
                  <a:cxn ang="T8">
                    <a:pos x="T0" y="T1"/>
                  </a:cxn>
                  <a:cxn ang="T9">
                    <a:pos x="T2" y="T3"/>
                  </a:cxn>
                  <a:cxn ang="T10">
                    <a:pos x="T4" y="T5"/>
                  </a:cxn>
                  <a:cxn ang="T11">
                    <a:pos x="T6" y="T7"/>
                  </a:cxn>
                </a:cxnLst>
                <a:rect l="T12" t="T13" r="T14" b="T15"/>
                <a:pathLst>
                  <a:path w="506" h="345">
                    <a:moveTo>
                      <a:pt x="0" y="0"/>
                    </a:moveTo>
                    <a:lnTo>
                      <a:pt x="1" y="209"/>
                    </a:lnTo>
                    <a:lnTo>
                      <a:pt x="505" y="344"/>
                    </a:lnTo>
                    <a:lnTo>
                      <a:pt x="504" y="130"/>
                    </a:lnTo>
                  </a:path>
                </a:pathLst>
              </a:custGeom>
              <a:solidFill>
                <a:srgbClr val="FC2C1C"/>
              </a:solidFill>
              <a:ln w="12700" cap="rnd" cmpd="sng">
                <a:solidFill>
                  <a:schemeClr val="bg2"/>
                </a:solidFill>
                <a:prstDash val="solid"/>
                <a:round/>
                <a:headEnd type="none" w="med" len="med"/>
                <a:tailEnd type="none" w="med" len="med"/>
              </a:ln>
            </p:spPr>
            <p:txBody>
              <a:bodyPr/>
              <a:lstStyle/>
              <a:p>
                <a:endParaRPr lang="fr-FR"/>
              </a:p>
            </p:txBody>
          </p:sp>
          <p:sp>
            <p:nvSpPr>
              <p:cNvPr id="93246" name="AutoShape 185"/>
              <p:cNvSpPr>
                <a:spLocks noChangeArrowheads="1"/>
              </p:cNvSpPr>
              <p:nvPr/>
            </p:nvSpPr>
            <p:spPr bwMode="auto">
              <a:xfrm rot="16200000" flipH="1">
                <a:off x="3067" y="1967"/>
                <a:ext cx="693" cy="306"/>
              </a:xfrm>
              <a:prstGeom prst="parallelogram">
                <a:avLst>
                  <a:gd name="adj" fmla="val 156202"/>
                </a:avLst>
              </a:prstGeom>
              <a:solidFill>
                <a:srgbClr val="FC2C1C"/>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sp>
          <p:nvSpPr>
            <p:cNvPr id="93233" name="AutoShape 186"/>
            <p:cNvSpPr>
              <a:spLocks noChangeArrowheads="1"/>
            </p:cNvSpPr>
            <p:nvPr/>
          </p:nvSpPr>
          <p:spPr bwMode="auto">
            <a:xfrm rot="2337505">
              <a:off x="2503" y="998"/>
              <a:ext cx="177" cy="266"/>
            </a:xfrm>
            <a:prstGeom prst="parallelogram">
              <a:avLst>
                <a:gd name="adj" fmla="val 25000"/>
              </a:avLst>
            </a:prstGeom>
            <a:solidFill>
              <a:schemeClr val="accent2"/>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93234" name="Oval 187"/>
            <p:cNvSpPr>
              <a:spLocks noChangeArrowheads="1"/>
            </p:cNvSpPr>
            <p:nvPr/>
          </p:nvSpPr>
          <p:spPr bwMode="auto">
            <a:xfrm rot="575549">
              <a:off x="2557" y="1117"/>
              <a:ext cx="164" cy="155"/>
            </a:xfrm>
            <a:prstGeom prst="ellipse">
              <a:avLst/>
            </a:prstGeom>
            <a:solidFill>
              <a:srgbClr val="00FF00"/>
            </a:solidFill>
            <a:ln w="9525" algn="ctr">
              <a:solidFill>
                <a:schemeClr val="tx1"/>
              </a:solidFill>
              <a:round/>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93235" name="AutoShape 188"/>
            <p:cNvSpPr>
              <a:spLocks noChangeArrowheads="1"/>
            </p:cNvSpPr>
            <p:nvPr/>
          </p:nvSpPr>
          <p:spPr bwMode="auto">
            <a:xfrm rot="669280">
              <a:off x="2410" y="1061"/>
              <a:ext cx="194" cy="144"/>
            </a:xfrm>
            <a:prstGeom prst="parallelogram">
              <a:avLst>
                <a:gd name="adj" fmla="val 33681"/>
              </a:avLst>
            </a:prstGeom>
            <a:solidFill>
              <a:srgbClr val="FFFF00"/>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93236" name="AutoShape 189"/>
            <p:cNvSpPr>
              <a:spLocks noChangeArrowheads="1"/>
            </p:cNvSpPr>
            <p:nvPr/>
          </p:nvSpPr>
          <p:spPr bwMode="auto">
            <a:xfrm rot="-5567485">
              <a:off x="2209" y="839"/>
              <a:ext cx="525" cy="415"/>
            </a:xfrm>
            <a:prstGeom prst="parallelogram">
              <a:avLst>
                <a:gd name="adj" fmla="val 23550"/>
              </a:avLst>
            </a:prstGeom>
            <a:solidFill>
              <a:schemeClr val="bg1"/>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93237" name="Text Box 190"/>
            <p:cNvSpPr txBox="1">
              <a:spLocks noChangeArrowheads="1"/>
            </p:cNvSpPr>
            <p:nvPr/>
          </p:nvSpPr>
          <p:spPr bwMode="auto">
            <a:xfrm rot="628236">
              <a:off x="2340" y="819"/>
              <a:ext cx="229" cy="1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1100" b="1">
                  <a:solidFill>
                    <a:schemeClr val="tx1"/>
                  </a:solidFill>
                </a:rPr>
                <a:t>R2</a:t>
              </a:r>
            </a:p>
          </p:txBody>
        </p:sp>
        <p:sp>
          <p:nvSpPr>
            <p:cNvPr id="93238" name="Oval 191"/>
            <p:cNvSpPr>
              <a:spLocks noChangeArrowheads="1"/>
            </p:cNvSpPr>
            <p:nvPr/>
          </p:nvSpPr>
          <p:spPr bwMode="auto">
            <a:xfrm>
              <a:off x="2523" y="1127"/>
              <a:ext cx="124" cy="124"/>
            </a:xfrm>
            <a:prstGeom prst="ellipse">
              <a:avLst/>
            </a:prstGeom>
            <a:solidFill>
              <a:schemeClr val="bg1"/>
            </a:solidFill>
            <a:ln w="9525">
              <a:solidFill>
                <a:schemeClr val="tx1"/>
              </a:solidFill>
              <a:round/>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93239" name="AutoShape 192"/>
            <p:cNvSpPr>
              <a:spLocks noChangeArrowheads="1"/>
            </p:cNvSpPr>
            <p:nvPr/>
          </p:nvSpPr>
          <p:spPr bwMode="auto">
            <a:xfrm rot="-5400000">
              <a:off x="2309" y="1080"/>
              <a:ext cx="130" cy="137"/>
            </a:xfrm>
            <a:prstGeom prst="parallelogram">
              <a:avLst>
                <a:gd name="adj" fmla="val 18250"/>
              </a:avLst>
            </a:prstGeom>
            <a:solidFill>
              <a:srgbClr val="FFFF00"/>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93240" name="AutoShape 193"/>
            <p:cNvSpPr>
              <a:spLocks noChangeArrowheads="1"/>
            </p:cNvSpPr>
            <p:nvPr/>
          </p:nvSpPr>
          <p:spPr bwMode="auto">
            <a:xfrm rot="-5567485">
              <a:off x="2394" y="910"/>
              <a:ext cx="158" cy="248"/>
            </a:xfrm>
            <a:prstGeom prst="parallelogram">
              <a:avLst>
                <a:gd name="adj" fmla="val 41009"/>
              </a:avLst>
            </a:prstGeom>
            <a:solidFill>
              <a:srgbClr val="FC2C1C"/>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grpSp>
        <p:nvGrpSpPr>
          <p:cNvPr id="93190" name="Group 194"/>
          <p:cNvGrpSpPr>
            <a:grpSpLocks/>
          </p:cNvGrpSpPr>
          <p:nvPr/>
        </p:nvGrpSpPr>
        <p:grpSpPr bwMode="auto">
          <a:xfrm>
            <a:off x="1295400" y="1395413"/>
            <a:ext cx="798513" cy="936625"/>
            <a:chOff x="634" y="867"/>
            <a:chExt cx="503" cy="590"/>
          </a:xfrm>
        </p:grpSpPr>
        <p:sp>
          <p:nvSpPr>
            <p:cNvPr id="93227" name="Rectangle 195"/>
            <p:cNvSpPr>
              <a:spLocks noChangeArrowheads="1"/>
            </p:cNvSpPr>
            <p:nvPr/>
          </p:nvSpPr>
          <p:spPr bwMode="auto">
            <a:xfrm>
              <a:off x="634" y="867"/>
              <a:ext cx="503" cy="590"/>
            </a:xfrm>
            <a:prstGeom prst="rect">
              <a:avLst/>
            </a:prstGeom>
            <a:noFill/>
            <a:ln w="6350" algn="ctr">
              <a:solidFill>
                <a:schemeClr val="tx2"/>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93228" name="Text Box 196"/>
            <p:cNvSpPr txBox="1">
              <a:spLocks noChangeArrowheads="1"/>
            </p:cNvSpPr>
            <p:nvPr/>
          </p:nvSpPr>
          <p:spPr bwMode="auto">
            <a:xfrm>
              <a:off x="762" y="888"/>
              <a:ext cx="249" cy="1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1300">
                  <a:solidFill>
                    <a:schemeClr val="tx1"/>
                  </a:solidFill>
                </a:rPr>
                <a:t>R2</a:t>
              </a:r>
            </a:p>
          </p:txBody>
        </p:sp>
        <p:sp>
          <p:nvSpPr>
            <p:cNvPr id="93229" name="Rectangle 197"/>
            <p:cNvSpPr>
              <a:spLocks noChangeArrowheads="1"/>
            </p:cNvSpPr>
            <p:nvPr/>
          </p:nvSpPr>
          <p:spPr bwMode="auto">
            <a:xfrm>
              <a:off x="731" y="1072"/>
              <a:ext cx="302" cy="97"/>
            </a:xfrm>
            <a:prstGeom prst="rect">
              <a:avLst/>
            </a:prstGeom>
            <a:solidFill>
              <a:srgbClr val="FC2C1C"/>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93230" name="Rectangle 198"/>
            <p:cNvSpPr>
              <a:spLocks noChangeArrowheads="1"/>
            </p:cNvSpPr>
            <p:nvPr/>
          </p:nvSpPr>
          <p:spPr bwMode="auto">
            <a:xfrm>
              <a:off x="674" y="1255"/>
              <a:ext cx="183" cy="97"/>
            </a:xfrm>
            <a:prstGeom prst="rect">
              <a:avLst/>
            </a:prstGeom>
            <a:solidFill>
              <a:srgbClr val="FFFF00"/>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93231" name="Oval 199"/>
            <p:cNvSpPr>
              <a:spLocks noChangeArrowheads="1"/>
            </p:cNvSpPr>
            <p:nvPr/>
          </p:nvSpPr>
          <p:spPr bwMode="auto">
            <a:xfrm>
              <a:off x="938" y="1251"/>
              <a:ext cx="128" cy="133"/>
            </a:xfrm>
            <a:prstGeom prst="ellipse">
              <a:avLst/>
            </a:prstGeom>
            <a:solidFill>
              <a:schemeClr val="bg1"/>
            </a:solidFill>
            <a:ln w="9525">
              <a:solidFill>
                <a:schemeClr val="tx1"/>
              </a:solidFill>
              <a:round/>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grpSp>
        <p:nvGrpSpPr>
          <p:cNvPr id="93191" name="Group 200"/>
          <p:cNvGrpSpPr>
            <a:grpSpLocks/>
          </p:cNvGrpSpPr>
          <p:nvPr/>
        </p:nvGrpSpPr>
        <p:grpSpPr bwMode="auto">
          <a:xfrm>
            <a:off x="1304925" y="2417763"/>
            <a:ext cx="798513" cy="936625"/>
            <a:chOff x="634" y="867"/>
            <a:chExt cx="503" cy="590"/>
          </a:xfrm>
        </p:grpSpPr>
        <p:sp>
          <p:nvSpPr>
            <p:cNvPr id="93222" name="Rectangle 201"/>
            <p:cNvSpPr>
              <a:spLocks noChangeArrowheads="1"/>
            </p:cNvSpPr>
            <p:nvPr/>
          </p:nvSpPr>
          <p:spPr bwMode="auto">
            <a:xfrm>
              <a:off x="634" y="867"/>
              <a:ext cx="503" cy="590"/>
            </a:xfrm>
            <a:prstGeom prst="rect">
              <a:avLst/>
            </a:prstGeom>
            <a:noFill/>
            <a:ln w="6350" algn="ctr">
              <a:solidFill>
                <a:schemeClr val="tx2"/>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93223" name="Text Box 202"/>
            <p:cNvSpPr txBox="1">
              <a:spLocks noChangeArrowheads="1"/>
            </p:cNvSpPr>
            <p:nvPr/>
          </p:nvSpPr>
          <p:spPr bwMode="auto">
            <a:xfrm>
              <a:off x="762" y="888"/>
              <a:ext cx="249" cy="1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1300">
                  <a:solidFill>
                    <a:schemeClr val="tx1"/>
                  </a:solidFill>
                </a:rPr>
                <a:t>R2</a:t>
              </a:r>
            </a:p>
          </p:txBody>
        </p:sp>
        <p:sp>
          <p:nvSpPr>
            <p:cNvPr id="93224" name="Rectangle 203"/>
            <p:cNvSpPr>
              <a:spLocks noChangeArrowheads="1"/>
            </p:cNvSpPr>
            <p:nvPr/>
          </p:nvSpPr>
          <p:spPr bwMode="auto">
            <a:xfrm>
              <a:off x="731" y="1072"/>
              <a:ext cx="302" cy="97"/>
            </a:xfrm>
            <a:prstGeom prst="rect">
              <a:avLst/>
            </a:prstGeom>
            <a:solidFill>
              <a:srgbClr val="FC2C1C"/>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93225" name="Rectangle 204"/>
            <p:cNvSpPr>
              <a:spLocks noChangeArrowheads="1"/>
            </p:cNvSpPr>
            <p:nvPr/>
          </p:nvSpPr>
          <p:spPr bwMode="auto">
            <a:xfrm>
              <a:off x="674" y="1255"/>
              <a:ext cx="183" cy="97"/>
            </a:xfrm>
            <a:prstGeom prst="rect">
              <a:avLst/>
            </a:prstGeom>
            <a:solidFill>
              <a:srgbClr val="FFFF00"/>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93226" name="Oval 205"/>
            <p:cNvSpPr>
              <a:spLocks noChangeArrowheads="1"/>
            </p:cNvSpPr>
            <p:nvPr/>
          </p:nvSpPr>
          <p:spPr bwMode="auto">
            <a:xfrm>
              <a:off x="938" y="1251"/>
              <a:ext cx="128" cy="133"/>
            </a:xfrm>
            <a:prstGeom prst="ellipse">
              <a:avLst/>
            </a:prstGeom>
            <a:solidFill>
              <a:schemeClr val="bg1"/>
            </a:solidFill>
            <a:ln w="9525">
              <a:solidFill>
                <a:schemeClr val="tx1"/>
              </a:solidFill>
              <a:round/>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sp>
        <p:nvSpPr>
          <p:cNvPr id="93192" name="Rectangle 215"/>
          <p:cNvSpPr>
            <a:spLocks noGrp="1" noChangeArrowheads="1"/>
          </p:cNvSpPr>
          <p:nvPr>
            <p:ph type="body" idx="1"/>
          </p:nvPr>
        </p:nvSpPr>
        <p:spPr>
          <a:xfrm>
            <a:off x="173038" y="3676650"/>
            <a:ext cx="8696325" cy="2800350"/>
          </a:xfrm>
          <a:noFill/>
        </p:spPr>
        <p:txBody>
          <a:bodyPr/>
          <a:lstStyle/>
          <a:p>
            <a:pPr eaLnBrk="1" hangingPunct="1"/>
            <a:r>
              <a:rPr lang="fr-FR" altLang="fr-FR" sz="1400"/>
              <a:t>Le nombre de tickets dans une boucle est fixé à l’avance. Les tickets qui reviennent du stock aval sont rangés sur le tableau. Ils retournent ensuite vers le stock aval avec les conteneurs.</a:t>
            </a:r>
          </a:p>
          <a:p>
            <a:pPr eaLnBrk="1" hangingPunct="1"/>
            <a:r>
              <a:rPr lang="fr-FR" altLang="fr-FR" sz="1400"/>
              <a:t>Le nombre de tickets dans une boucle n’est pas facile à déterminer avec précision. </a:t>
            </a:r>
            <a:br>
              <a:rPr lang="fr-FR" altLang="fr-FR" sz="1400"/>
            </a:br>
            <a:r>
              <a:rPr lang="fr-FR" altLang="fr-FR" sz="1400"/>
              <a:t>Il faut au moins :</a:t>
            </a:r>
          </a:p>
          <a:p>
            <a:pPr lvl="1" eaLnBrk="1" hangingPunct="1"/>
            <a:r>
              <a:rPr lang="fr-FR" altLang="fr-FR" sz="1400"/>
              <a:t>Une quantité égale au nombre de conteneurs en stock (puisque chaque conteneur doit être équipé d’une carte).</a:t>
            </a:r>
          </a:p>
          <a:p>
            <a:pPr lvl="1" eaLnBrk="1" hangingPunct="1"/>
            <a:r>
              <a:rPr lang="fr-FR" altLang="fr-FR" sz="1400"/>
              <a:t>Plus une quantité égale à ce qui va « probablement » être produit avant que les premiers tickets ne reviennent du stock.</a:t>
            </a:r>
          </a:p>
          <a:p>
            <a:pPr eaLnBrk="1" hangingPunct="1"/>
            <a:r>
              <a:rPr lang="fr-FR" altLang="fr-FR" sz="1400"/>
              <a:t>En pratique, on procèdera par approximations successives. </a:t>
            </a:r>
          </a:p>
          <a:p>
            <a:pPr lvl="1" eaLnBrk="1" hangingPunct="1"/>
            <a:r>
              <a:rPr lang="fr-FR" altLang="fr-FR" sz="1400"/>
              <a:t>On fixe une quantité un peu élevée au départ, et à  tout moment du jeu il est possible de rajouter ou d’enlever des tickets du tableau.</a:t>
            </a:r>
          </a:p>
        </p:txBody>
      </p:sp>
      <p:sp>
        <p:nvSpPr>
          <p:cNvPr id="93193" name="Text Box 216"/>
          <p:cNvSpPr txBox="1">
            <a:spLocks noChangeArrowheads="1"/>
          </p:cNvSpPr>
          <p:nvPr/>
        </p:nvSpPr>
        <p:spPr bwMode="auto">
          <a:xfrm>
            <a:off x="962025" y="852488"/>
            <a:ext cx="1457325" cy="5175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1400">
                <a:solidFill>
                  <a:schemeClr val="tx1"/>
                </a:solidFill>
              </a:rPr>
              <a:t>Tickets </a:t>
            </a:r>
            <a:br>
              <a:rPr lang="fr-FR" altLang="fr-FR" sz="1400">
                <a:solidFill>
                  <a:schemeClr val="tx1"/>
                </a:solidFill>
              </a:rPr>
            </a:br>
            <a:r>
              <a:rPr lang="fr-FR" altLang="fr-FR" sz="1400">
                <a:solidFill>
                  <a:schemeClr val="tx1"/>
                </a:solidFill>
              </a:rPr>
              <a:t>sur le tableau</a:t>
            </a:r>
          </a:p>
        </p:txBody>
      </p:sp>
      <p:sp>
        <p:nvSpPr>
          <p:cNvPr id="93194" name="Text Box 223"/>
          <p:cNvSpPr txBox="1">
            <a:spLocks noChangeArrowheads="1"/>
          </p:cNvSpPr>
          <p:nvPr/>
        </p:nvSpPr>
        <p:spPr bwMode="auto">
          <a:xfrm>
            <a:off x="5618163" y="723900"/>
            <a:ext cx="1457325" cy="5175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1400">
                <a:solidFill>
                  <a:schemeClr val="tx1"/>
                </a:solidFill>
              </a:rPr>
              <a:t>Tickets sur</a:t>
            </a:r>
            <a:br>
              <a:rPr lang="fr-FR" altLang="fr-FR" sz="1400">
                <a:solidFill>
                  <a:schemeClr val="tx1"/>
                </a:solidFill>
              </a:rPr>
            </a:br>
            <a:r>
              <a:rPr lang="fr-FR" altLang="fr-FR" sz="1400">
                <a:solidFill>
                  <a:schemeClr val="tx1"/>
                </a:solidFill>
              </a:rPr>
              <a:t> les conteneurs</a:t>
            </a:r>
          </a:p>
        </p:txBody>
      </p:sp>
      <p:grpSp>
        <p:nvGrpSpPr>
          <p:cNvPr id="10" name="Group 233"/>
          <p:cNvGrpSpPr>
            <a:grpSpLocks/>
          </p:cNvGrpSpPr>
          <p:nvPr/>
        </p:nvGrpSpPr>
        <p:grpSpPr bwMode="auto">
          <a:xfrm>
            <a:off x="2684463" y="674688"/>
            <a:ext cx="3103562" cy="1073150"/>
            <a:chOff x="1691" y="425"/>
            <a:chExt cx="1955" cy="676"/>
          </a:xfrm>
        </p:grpSpPr>
        <p:sp>
          <p:nvSpPr>
            <p:cNvPr id="93215" name="AutoShape 213"/>
            <p:cNvSpPr>
              <a:spLocks noChangeArrowheads="1"/>
            </p:cNvSpPr>
            <p:nvPr/>
          </p:nvSpPr>
          <p:spPr bwMode="auto">
            <a:xfrm flipH="1">
              <a:off x="1691" y="552"/>
              <a:ext cx="1955" cy="549"/>
            </a:xfrm>
            <a:custGeom>
              <a:avLst/>
              <a:gdLst>
                <a:gd name="T0" fmla="*/ 1 w 21600"/>
                <a:gd name="T1" fmla="*/ 0 h 21600"/>
                <a:gd name="T2" fmla="*/ 0 w 21600"/>
                <a:gd name="T3" fmla="*/ 0 h 21600"/>
                <a:gd name="T4" fmla="*/ 1 w 21600"/>
                <a:gd name="T5" fmla="*/ 0 h 21600"/>
                <a:gd name="T6" fmla="*/ 2 w 21600"/>
                <a:gd name="T7" fmla="*/ 0 h 21600"/>
                <a:gd name="T8" fmla="*/ 1 w 21600"/>
                <a:gd name="T9" fmla="*/ 0 h 21600"/>
                <a:gd name="T10" fmla="*/ 1 w 21600"/>
                <a:gd name="T11" fmla="*/ 0 h 21600"/>
                <a:gd name="T12" fmla="*/ 0 60000 65536"/>
                <a:gd name="T13" fmla="*/ 0 60000 65536"/>
                <a:gd name="T14" fmla="*/ 0 60000 65536"/>
                <a:gd name="T15" fmla="*/ 0 60000 65536"/>
                <a:gd name="T16" fmla="*/ 0 60000 65536"/>
                <a:gd name="T17" fmla="*/ 0 60000 65536"/>
                <a:gd name="T18" fmla="*/ 3160 w 21600"/>
                <a:gd name="T19" fmla="*/ 3148 h 21600"/>
                <a:gd name="T20" fmla="*/ 18440 w 21600"/>
                <a:gd name="T21" fmla="*/ 18452 h 21600"/>
              </a:gdLst>
              <a:ahLst/>
              <a:cxnLst>
                <a:cxn ang="T12">
                  <a:pos x="T0" y="T1"/>
                </a:cxn>
                <a:cxn ang="T13">
                  <a:pos x="T2" y="T3"/>
                </a:cxn>
                <a:cxn ang="T14">
                  <a:pos x="T4" y="T5"/>
                </a:cxn>
                <a:cxn ang="T15">
                  <a:pos x="T6" y="T7"/>
                </a:cxn>
                <a:cxn ang="T16">
                  <a:pos x="T8" y="T9"/>
                </a:cxn>
                <a:cxn ang="T17">
                  <a:pos x="T10" y="T11"/>
                </a:cxn>
              </a:cxnLst>
              <a:rect l="T18" t="T19" r="T20" b="T21"/>
              <a:pathLst>
                <a:path w="21600" h="21600">
                  <a:moveTo>
                    <a:pt x="19339" y="8878"/>
                  </a:moveTo>
                  <a:cubicBezTo>
                    <a:pt x="18440" y="4884"/>
                    <a:pt x="14893" y="2047"/>
                    <a:pt x="10800" y="2047"/>
                  </a:cubicBezTo>
                  <a:cubicBezTo>
                    <a:pt x="5965" y="2047"/>
                    <a:pt x="2047" y="5965"/>
                    <a:pt x="2047" y="10800"/>
                  </a:cubicBezTo>
                  <a:lnTo>
                    <a:pt x="0" y="10800"/>
                  </a:lnTo>
                  <a:cubicBezTo>
                    <a:pt x="0" y="4835"/>
                    <a:pt x="4835" y="0"/>
                    <a:pt x="10800" y="0"/>
                  </a:cubicBezTo>
                  <a:cubicBezTo>
                    <a:pt x="15851" y="0"/>
                    <a:pt x="20227" y="3500"/>
                    <a:pt x="21336" y="8428"/>
                  </a:cubicBezTo>
                  <a:lnTo>
                    <a:pt x="23970" y="7835"/>
                  </a:lnTo>
                  <a:lnTo>
                    <a:pt x="21155" y="12286"/>
                  </a:lnTo>
                  <a:lnTo>
                    <a:pt x="16705" y="9470"/>
                  </a:lnTo>
                  <a:lnTo>
                    <a:pt x="19339" y="8878"/>
                  </a:lnTo>
                  <a:close/>
                </a:path>
              </a:pathLst>
            </a:custGeom>
            <a:noFill/>
            <a:ln w="6350" algn="ctr">
              <a:solidFill>
                <a:schemeClr val="tx2"/>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p>
              <a:endParaRPr lang="fr-FR"/>
            </a:p>
          </p:txBody>
        </p:sp>
        <p:grpSp>
          <p:nvGrpSpPr>
            <p:cNvPr id="93216" name="Group 232"/>
            <p:cNvGrpSpPr>
              <a:grpSpLocks/>
            </p:cNvGrpSpPr>
            <p:nvPr/>
          </p:nvGrpSpPr>
          <p:grpSpPr bwMode="auto">
            <a:xfrm>
              <a:off x="2441" y="425"/>
              <a:ext cx="393" cy="461"/>
              <a:chOff x="2441" y="631"/>
              <a:chExt cx="393" cy="461"/>
            </a:xfrm>
          </p:grpSpPr>
          <p:sp>
            <p:nvSpPr>
              <p:cNvPr id="93217" name="Rectangle 227"/>
              <p:cNvSpPr>
                <a:spLocks noChangeArrowheads="1"/>
              </p:cNvSpPr>
              <p:nvPr/>
            </p:nvSpPr>
            <p:spPr bwMode="auto">
              <a:xfrm>
                <a:off x="2441" y="631"/>
                <a:ext cx="393" cy="461"/>
              </a:xfrm>
              <a:prstGeom prst="rect">
                <a:avLst/>
              </a:prstGeom>
              <a:solidFill>
                <a:schemeClr val="bg1"/>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93218" name="Text Box 228"/>
              <p:cNvSpPr txBox="1">
                <a:spLocks noChangeArrowheads="1"/>
              </p:cNvSpPr>
              <p:nvPr/>
            </p:nvSpPr>
            <p:spPr bwMode="auto">
              <a:xfrm>
                <a:off x="2514" y="647"/>
                <a:ext cx="249" cy="1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1300">
                    <a:solidFill>
                      <a:schemeClr val="tx1"/>
                    </a:solidFill>
                  </a:rPr>
                  <a:t>R2</a:t>
                </a:r>
              </a:p>
            </p:txBody>
          </p:sp>
          <p:sp>
            <p:nvSpPr>
              <p:cNvPr id="93219" name="Rectangle 229"/>
              <p:cNvSpPr>
                <a:spLocks noChangeArrowheads="1"/>
              </p:cNvSpPr>
              <p:nvPr/>
            </p:nvSpPr>
            <p:spPr bwMode="auto">
              <a:xfrm>
                <a:off x="2517" y="791"/>
                <a:ext cx="236" cy="76"/>
              </a:xfrm>
              <a:prstGeom prst="rect">
                <a:avLst/>
              </a:prstGeom>
              <a:solidFill>
                <a:srgbClr val="FC2C1C"/>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93220" name="Rectangle 230"/>
              <p:cNvSpPr>
                <a:spLocks noChangeArrowheads="1"/>
              </p:cNvSpPr>
              <p:nvPr/>
            </p:nvSpPr>
            <p:spPr bwMode="auto">
              <a:xfrm>
                <a:off x="2472" y="934"/>
                <a:ext cx="143" cy="76"/>
              </a:xfrm>
              <a:prstGeom prst="rect">
                <a:avLst/>
              </a:prstGeom>
              <a:solidFill>
                <a:srgbClr val="FFFF00"/>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93221" name="Oval 231"/>
              <p:cNvSpPr>
                <a:spLocks noChangeArrowheads="1"/>
              </p:cNvSpPr>
              <p:nvPr/>
            </p:nvSpPr>
            <p:spPr bwMode="auto">
              <a:xfrm>
                <a:off x="2679" y="931"/>
                <a:ext cx="100" cy="104"/>
              </a:xfrm>
              <a:prstGeom prst="ellipse">
                <a:avLst/>
              </a:prstGeom>
              <a:solidFill>
                <a:schemeClr val="bg1"/>
              </a:solidFill>
              <a:ln w="9525">
                <a:solidFill>
                  <a:schemeClr val="tx1"/>
                </a:solidFill>
                <a:round/>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grpSp>
      <p:grpSp>
        <p:nvGrpSpPr>
          <p:cNvPr id="12" name="Group 250"/>
          <p:cNvGrpSpPr>
            <a:grpSpLocks/>
          </p:cNvGrpSpPr>
          <p:nvPr/>
        </p:nvGrpSpPr>
        <p:grpSpPr bwMode="auto">
          <a:xfrm>
            <a:off x="2319338" y="2411413"/>
            <a:ext cx="3617912" cy="1104900"/>
            <a:chOff x="1461" y="1519"/>
            <a:chExt cx="2279" cy="696"/>
          </a:xfrm>
        </p:grpSpPr>
        <p:sp>
          <p:nvSpPr>
            <p:cNvPr id="93198" name="AutoShape 214"/>
            <p:cNvSpPr>
              <a:spLocks noChangeArrowheads="1"/>
            </p:cNvSpPr>
            <p:nvPr/>
          </p:nvSpPr>
          <p:spPr bwMode="auto">
            <a:xfrm flipV="1">
              <a:off x="1461" y="1528"/>
              <a:ext cx="2279" cy="592"/>
            </a:xfrm>
            <a:custGeom>
              <a:avLst/>
              <a:gdLst>
                <a:gd name="T0" fmla="*/ 1 w 21600"/>
                <a:gd name="T1" fmla="*/ 0 h 21600"/>
                <a:gd name="T2" fmla="*/ 0 w 21600"/>
                <a:gd name="T3" fmla="*/ 0 h 21600"/>
                <a:gd name="T4" fmla="*/ 1 w 21600"/>
                <a:gd name="T5" fmla="*/ 0 h 21600"/>
                <a:gd name="T6" fmla="*/ 3 w 21600"/>
                <a:gd name="T7" fmla="*/ 0 h 21600"/>
                <a:gd name="T8" fmla="*/ 3 w 21600"/>
                <a:gd name="T9" fmla="*/ 0 h 21600"/>
                <a:gd name="T10" fmla="*/ 2 w 21600"/>
                <a:gd name="T11" fmla="*/ 0 h 21600"/>
                <a:gd name="T12" fmla="*/ 0 60000 65536"/>
                <a:gd name="T13" fmla="*/ 0 60000 65536"/>
                <a:gd name="T14" fmla="*/ 0 60000 65536"/>
                <a:gd name="T15" fmla="*/ 0 60000 65536"/>
                <a:gd name="T16" fmla="*/ 0 60000 65536"/>
                <a:gd name="T17" fmla="*/ 0 60000 65536"/>
                <a:gd name="T18" fmla="*/ 3166 w 21600"/>
                <a:gd name="T19" fmla="*/ 3174 h 21600"/>
                <a:gd name="T20" fmla="*/ 18434 w 21600"/>
                <a:gd name="T21" fmla="*/ 18426 h 21600"/>
              </a:gdLst>
              <a:ahLst/>
              <a:cxnLst>
                <a:cxn ang="T12">
                  <a:pos x="T0" y="T1"/>
                </a:cxn>
                <a:cxn ang="T13">
                  <a:pos x="T2" y="T3"/>
                </a:cxn>
                <a:cxn ang="T14">
                  <a:pos x="T4" y="T5"/>
                </a:cxn>
                <a:cxn ang="T15">
                  <a:pos x="T6" y="T7"/>
                </a:cxn>
                <a:cxn ang="T16">
                  <a:pos x="T8" y="T9"/>
                </a:cxn>
                <a:cxn ang="T17">
                  <a:pos x="T10" y="T11"/>
                </a:cxn>
              </a:cxnLst>
              <a:rect l="T18" t="T19" r="T20" b="T21"/>
              <a:pathLst>
                <a:path w="21600" h="21600">
                  <a:moveTo>
                    <a:pt x="19339" y="8878"/>
                  </a:moveTo>
                  <a:cubicBezTo>
                    <a:pt x="18440" y="4884"/>
                    <a:pt x="14893" y="2047"/>
                    <a:pt x="10800" y="2047"/>
                  </a:cubicBezTo>
                  <a:cubicBezTo>
                    <a:pt x="5965" y="2047"/>
                    <a:pt x="2047" y="5965"/>
                    <a:pt x="2047" y="10800"/>
                  </a:cubicBezTo>
                  <a:lnTo>
                    <a:pt x="0" y="10800"/>
                  </a:lnTo>
                  <a:cubicBezTo>
                    <a:pt x="0" y="4835"/>
                    <a:pt x="4835" y="0"/>
                    <a:pt x="10800" y="0"/>
                  </a:cubicBezTo>
                  <a:cubicBezTo>
                    <a:pt x="15851" y="0"/>
                    <a:pt x="20227" y="3500"/>
                    <a:pt x="21336" y="8428"/>
                  </a:cubicBezTo>
                  <a:lnTo>
                    <a:pt x="23970" y="7835"/>
                  </a:lnTo>
                  <a:lnTo>
                    <a:pt x="21155" y="12286"/>
                  </a:lnTo>
                  <a:lnTo>
                    <a:pt x="16705" y="9470"/>
                  </a:lnTo>
                  <a:lnTo>
                    <a:pt x="19339" y="8878"/>
                  </a:lnTo>
                  <a:close/>
                </a:path>
              </a:pathLst>
            </a:custGeom>
            <a:noFill/>
            <a:ln w="6350" algn="ctr">
              <a:solidFill>
                <a:schemeClr val="tx2"/>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p>
              <a:endParaRPr lang="fr-FR"/>
            </a:p>
          </p:txBody>
        </p:sp>
        <p:grpSp>
          <p:nvGrpSpPr>
            <p:cNvPr id="93199" name="Group 234"/>
            <p:cNvGrpSpPr>
              <a:grpSpLocks/>
            </p:cNvGrpSpPr>
            <p:nvPr/>
          </p:nvGrpSpPr>
          <p:grpSpPr bwMode="auto">
            <a:xfrm>
              <a:off x="2316" y="1519"/>
              <a:ext cx="667" cy="696"/>
              <a:chOff x="2258" y="784"/>
              <a:chExt cx="667" cy="696"/>
            </a:xfrm>
          </p:grpSpPr>
          <p:grpSp>
            <p:nvGrpSpPr>
              <p:cNvPr id="93200" name="Group 235"/>
              <p:cNvGrpSpPr>
                <a:grpSpLocks/>
              </p:cNvGrpSpPr>
              <p:nvPr/>
            </p:nvGrpSpPr>
            <p:grpSpPr bwMode="auto">
              <a:xfrm rot="-223274">
                <a:off x="2258" y="823"/>
                <a:ext cx="667" cy="657"/>
                <a:chOff x="2757" y="1666"/>
                <a:chExt cx="812" cy="800"/>
              </a:xfrm>
            </p:grpSpPr>
            <p:sp>
              <p:nvSpPr>
                <p:cNvPr id="93209" name="Freeform 236"/>
                <p:cNvSpPr>
                  <a:spLocks/>
                </p:cNvSpPr>
                <p:nvPr/>
              </p:nvSpPr>
              <p:spPr bwMode="auto">
                <a:xfrm>
                  <a:off x="2762" y="1667"/>
                  <a:ext cx="807" cy="584"/>
                </a:xfrm>
                <a:custGeom>
                  <a:avLst/>
                  <a:gdLst>
                    <a:gd name="T0" fmla="*/ 497 w 807"/>
                    <a:gd name="T1" fmla="*/ 583 h 584"/>
                    <a:gd name="T2" fmla="*/ 0 w 807"/>
                    <a:gd name="T3" fmla="*/ 452 h 584"/>
                    <a:gd name="T4" fmla="*/ 337 w 807"/>
                    <a:gd name="T5" fmla="*/ 0 h 584"/>
                    <a:gd name="T6" fmla="*/ 806 w 807"/>
                    <a:gd name="T7" fmla="*/ 98 h 584"/>
                    <a:gd name="T8" fmla="*/ 497 w 807"/>
                    <a:gd name="T9" fmla="*/ 583 h 584"/>
                    <a:gd name="T10" fmla="*/ 0 60000 65536"/>
                    <a:gd name="T11" fmla="*/ 0 60000 65536"/>
                    <a:gd name="T12" fmla="*/ 0 60000 65536"/>
                    <a:gd name="T13" fmla="*/ 0 60000 65536"/>
                    <a:gd name="T14" fmla="*/ 0 60000 65536"/>
                    <a:gd name="T15" fmla="*/ 0 w 807"/>
                    <a:gd name="T16" fmla="*/ 0 h 584"/>
                    <a:gd name="T17" fmla="*/ 807 w 807"/>
                    <a:gd name="T18" fmla="*/ 584 h 584"/>
                  </a:gdLst>
                  <a:ahLst/>
                  <a:cxnLst>
                    <a:cxn ang="T10">
                      <a:pos x="T0" y="T1"/>
                    </a:cxn>
                    <a:cxn ang="T11">
                      <a:pos x="T2" y="T3"/>
                    </a:cxn>
                    <a:cxn ang="T12">
                      <a:pos x="T4" y="T5"/>
                    </a:cxn>
                    <a:cxn ang="T13">
                      <a:pos x="T6" y="T7"/>
                    </a:cxn>
                    <a:cxn ang="T14">
                      <a:pos x="T8" y="T9"/>
                    </a:cxn>
                  </a:cxnLst>
                  <a:rect l="T15" t="T16" r="T17" b="T18"/>
                  <a:pathLst>
                    <a:path w="807" h="584">
                      <a:moveTo>
                        <a:pt x="497" y="583"/>
                      </a:moveTo>
                      <a:lnTo>
                        <a:pt x="0" y="452"/>
                      </a:lnTo>
                      <a:lnTo>
                        <a:pt x="337" y="0"/>
                      </a:lnTo>
                      <a:lnTo>
                        <a:pt x="806" y="98"/>
                      </a:lnTo>
                      <a:lnTo>
                        <a:pt x="497" y="583"/>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93210" name="Freeform 237"/>
                <p:cNvSpPr>
                  <a:spLocks/>
                </p:cNvSpPr>
                <p:nvPr/>
              </p:nvSpPr>
              <p:spPr bwMode="auto">
                <a:xfrm>
                  <a:off x="2882" y="1861"/>
                  <a:ext cx="578" cy="384"/>
                </a:xfrm>
                <a:custGeom>
                  <a:avLst/>
                  <a:gdLst>
                    <a:gd name="T0" fmla="*/ 377 w 578"/>
                    <a:gd name="T1" fmla="*/ 383 h 384"/>
                    <a:gd name="T2" fmla="*/ 0 w 578"/>
                    <a:gd name="T3" fmla="*/ 291 h 384"/>
                    <a:gd name="T4" fmla="*/ 217 w 578"/>
                    <a:gd name="T5" fmla="*/ 0 h 384"/>
                    <a:gd name="T6" fmla="*/ 577 w 578"/>
                    <a:gd name="T7" fmla="*/ 74 h 384"/>
                    <a:gd name="T8" fmla="*/ 377 w 578"/>
                    <a:gd name="T9" fmla="*/ 383 h 384"/>
                    <a:gd name="T10" fmla="*/ 0 60000 65536"/>
                    <a:gd name="T11" fmla="*/ 0 60000 65536"/>
                    <a:gd name="T12" fmla="*/ 0 60000 65536"/>
                    <a:gd name="T13" fmla="*/ 0 60000 65536"/>
                    <a:gd name="T14" fmla="*/ 0 60000 65536"/>
                    <a:gd name="T15" fmla="*/ 0 w 578"/>
                    <a:gd name="T16" fmla="*/ 0 h 384"/>
                    <a:gd name="T17" fmla="*/ 578 w 578"/>
                    <a:gd name="T18" fmla="*/ 384 h 384"/>
                  </a:gdLst>
                  <a:ahLst/>
                  <a:cxnLst>
                    <a:cxn ang="T10">
                      <a:pos x="T0" y="T1"/>
                    </a:cxn>
                    <a:cxn ang="T11">
                      <a:pos x="T2" y="T3"/>
                    </a:cxn>
                    <a:cxn ang="T12">
                      <a:pos x="T4" y="T5"/>
                    </a:cxn>
                    <a:cxn ang="T13">
                      <a:pos x="T6" y="T7"/>
                    </a:cxn>
                    <a:cxn ang="T14">
                      <a:pos x="T8" y="T9"/>
                    </a:cxn>
                  </a:cxnLst>
                  <a:rect l="T15" t="T16" r="T17" b="T18"/>
                  <a:pathLst>
                    <a:path w="578" h="384">
                      <a:moveTo>
                        <a:pt x="377" y="383"/>
                      </a:moveTo>
                      <a:lnTo>
                        <a:pt x="0" y="291"/>
                      </a:lnTo>
                      <a:lnTo>
                        <a:pt x="217" y="0"/>
                      </a:lnTo>
                      <a:lnTo>
                        <a:pt x="577" y="74"/>
                      </a:lnTo>
                      <a:lnTo>
                        <a:pt x="377" y="383"/>
                      </a:lnTo>
                    </a:path>
                  </a:pathLst>
                </a:custGeom>
                <a:solidFill>
                  <a:srgbClr val="E22B00"/>
                </a:solidFill>
                <a:ln>
                  <a:noFill/>
                </a:ln>
                <a:extLst>
                  <a:ext uri="{91240B29-F687-4F45-9708-019B960494DF}">
                    <a14:hiddenLine xmlns:a14="http://schemas.microsoft.com/office/drawing/2010/main" w="12700" cap="rnd" cmpd="sng">
                      <a:solidFill>
                        <a:srgbClr val="000000"/>
                      </a:solidFill>
                      <a:prstDash val="solid"/>
                      <a:round/>
                      <a:headEnd type="none" w="med" len="med"/>
                      <a:tailEnd type="none" w="med" len="med"/>
                    </a14:hiddenLine>
                  </a:ext>
                </a:extLst>
              </p:spPr>
              <p:txBody>
                <a:bodyPr/>
                <a:lstStyle/>
                <a:p>
                  <a:endParaRPr lang="fr-FR"/>
                </a:p>
              </p:txBody>
            </p:sp>
            <p:sp>
              <p:nvSpPr>
                <p:cNvPr id="93211" name="Line 238"/>
                <p:cNvSpPr>
                  <a:spLocks noChangeShapeType="1"/>
                </p:cNvSpPr>
                <p:nvPr/>
              </p:nvSpPr>
              <p:spPr bwMode="auto">
                <a:xfrm>
                  <a:off x="3102" y="1862"/>
                  <a:ext cx="352" cy="7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fr-FR"/>
                </a:p>
              </p:txBody>
            </p:sp>
            <p:sp>
              <p:nvSpPr>
                <p:cNvPr id="93212" name="Freeform 239"/>
                <p:cNvSpPr>
                  <a:spLocks/>
                </p:cNvSpPr>
                <p:nvPr/>
              </p:nvSpPr>
              <p:spPr bwMode="auto">
                <a:xfrm>
                  <a:off x="2762" y="1666"/>
                  <a:ext cx="337" cy="485"/>
                </a:xfrm>
                <a:custGeom>
                  <a:avLst/>
                  <a:gdLst>
                    <a:gd name="T0" fmla="*/ 336 w 337"/>
                    <a:gd name="T1" fmla="*/ 194 h 485"/>
                    <a:gd name="T2" fmla="*/ 118 w 337"/>
                    <a:gd name="T3" fmla="*/ 484 h 485"/>
                    <a:gd name="T4" fmla="*/ 0 w 337"/>
                    <a:gd name="T5" fmla="*/ 452 h 485"/>
                    <a:gd name="T6" fmla="*/ 336 w 337"/>
                    <a:gd name="T7" fmla="*/ 0 h 485"/>
                    <a:gd name="T8" fmla="*/ 336 w 337"/>
                    <a:gd name="T9" fmla="*/ 152 h 485"/>
                    <a:gd name="T10" fmla="*/ 336 w 337"/>
                    <a:gd name="T11" fmla="*/ 194 h 485"/>
                    <a:gd name="T12" fmla="*/ 0 60000 65536"/>
                    <a:gd name="T13" fmla="*/ 0 60000 65536"/>
                    <a:gd name="T14" fmla="*/ 0 60000 65536"/>
                    <a:gd name="T15" fmla="*/ 0 60000 65536"/>
                    <a:gd name="T16" fmla="*/ 0 60000 65536"/>
                    <a:gd name="T17" fmla="*/ 0 60000 65536"/>
                    <a:gd name="T18" fmla="*/ 0 w 337"/>
                    <a:gd name="T19" fmla="*/ 0 h 485"/>
                    <a:gd name="T20" fmla="*/ 337 w 337"/>
                    <a:gd name="T21" fmla="*/ 485 h 485"/>
                  </a:gdLst>
                  <a:ahLst/>
                  <a:cxnLst>
                    <a:cxn ang="T12">
                      <a:pos x="T0" y="T1"/>
                    </a:cxn>
                    <a:cxn ang="T13">
                      <a:pos x="T2" y="T3"/>
                    </a:cxn>
                    <a:cxn ang="T14">
                      <a:pos x="T4" y="T5"/>
                    </a:cxn>
                    <a:cxn ang="T15">
                      <a:pos x="T6" y="T7"/>
                    </a:cxn>
                    <a:cxn ang="T16">
                      <a:pos x="T8" y="T9"/>
                    </a:cxn>
                    <a:cxn ang="T17">
                      <a:pos x="T10" y="T11"/>
                    </a:cxn>
                  </a:cxnLst>
                  <a:rect l="T18" t="T19" r="T20" b="T21"/>
                  <a:pathLst>
                    <a:path w="337" h="485">
                      <a:moveTo>
                        <a:pt x="336" y="194"/>
                      </a:moveTo>
                      <a:lnTo>
                        <a:pt x="118" y="484"/>
                      </a:lnTo>
                      <a:lnTo>
                        <a:pt x="0" y="452"/>
                      </a:lnTo>
                      <a:lnTo>
                        <a:pt x="336" y="0"/>
                      </a:lnTo>
                      <a:lnTo>
                        <a:pt x="336" y="152"/>
                      </a:lnTo>
                      <a:lnTo>
                        <a:pt x="336" y="194"/>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93213" name="Freeform 240"/>
                <p:cNvSpPr>
                  <a:spLocks/>
                </p:cNvSpPr>
                <p:nvPr/>
              </p:nvSpPr>
              <p:spPr bwMode="auto">
                <a:xfrm>
                  <a:off x="2757" y="2124"/>
                  <a:ext cx="509" cy="339"/>
                </a:xfrm>
                <a:custGeom>
                  <a:avLst/>
                  <a:gdLst>
                    <a:gd name="T0" fmla="*/ 0 w 506"/>
                    <a:gd name="T1" fmla="*/ 0 h 345"/>
                    <a:gd name="T2" fmla="*/ 1 w 506"/>
                    <a:gd name="T3" fmla="*/ 198 h 345"/>
                    <a:gd name="T4" fmla="*/ 514 w 506"/>
                    <a:gd name="T5" fmla="*/ 326 h 345"/>
                    <a:gd name="T6" fmla="*/ 513 w 506"/>
                    <a:gd name="T7" fmla="*/ 124 h 345"/>
                    <a:gd name="T8" fmla="*/ 0 60000 65536"/>
                    <a:gd name="T9" fmla="*/ 0 60000 65536"/>
                    <a:gd name="T10" fmla="*/ 0 60000 65536"/>
                    <a:gd name="T11" fmla="*/ 0 60000 65536"/>
                    <a:gd name="T12" fmla="*/ 0 w 506"/>
                    <a:gd name="T13" fmla="*/ 0 h 345"/>
                    <a:gd name="T14" fmla="*/ 506 w 506"/>
                    <a:gd name="T15" fmla="*/ 345 h 345"/>
                  </a:gdLst>
                  <a:ahLst/>
                  <a:cxnLst>
                    <a:cxn ang="T8">
                      <a:pos x="T0" y="T1"/>
                    </a:cxn>
                    <a:cxn ang="T9">
                      <a:pos x="T2" y="T3"/>
                    </a:cxn>
                    <a:cxn ang="T10">
                      <a:pos x="T4" y="T5"/>
                    </a:cxn>
                    <a:cxn ang="T11">
                      <a:pos x="T6" y="T7"/>
                    </a:cxn>
                  </a:cxnLst>
                  <a:rect l="T12" t="T13" r="T14" b="T15"/>
                  <a:pathLst>
                    <a:path w="506" h="345">
                      <a:moveTo>
                        <a:pt x="0" y="0"/>
                      </a:moveTo>
                      <a:lnTo>
                        <a:pt x="1" y="209"/>
                      </a:lnTo>
                      <a:lnTo>
                        <a:pt x="505" y="344"/>
                      </a:lnTo>
                      <a:lnTo>
                        <a:pt x="504" y="130"/>
                      </a:lnTo>
                    </a:path>
                  </a:pathLst>
                </a:custGeom>
                <a:solidFill>
                  <a:srgbClr val="FC2C1C"/>
                </a:solidFill>
                <a:ln w="12700" cap="rnd" cmpd="sng">
                  <a:solidFill>
                    <a:schemeClr val="bg2"/>
                  </a:solidFill>
                  <a:prstDash val="solid"/>
                  <a:round/>
                  <a:headEnd type="none" w="med" len="med"/>
                  <a:tailEnd type="none" w="med" len="med"/>
                </a:ln>
              </p:spPr>
              <p:txBody>
                <a:bodyPr/>
                <a:lstStyle/>
                <a:p>
                  <a:endParaRPr lang="fr-FR"/>
                </a:p>
              </p:txBody>
            </p:sp>
            <p:sp>
              <p:nvSpPr>
                <p:cNvPr id="93214" name="AutoShape 241"/>
                <p:cNvSpPr>
                  <a:spLocks noChangeArrowheads="1"/>
                </p:cNvSpPr>
                <p:nvPr/>
              </p:nvSpPr>
              <p:spPr bwMode="auto">
                <a:xfrm rot="16200000" flipH="1">
                  <a:off x="3067" y="1967"/>
                  <a:ext cx="693" cy="306"/>
                </a:xfrm>
                <a:prstGeom prst="parallelogram">
                  <a:avLst>
                    <a:gd name="adj" fmla="val 156202"/>
                  </a:avLst>
                </a:prstGeom>
                <a:solidFill>
                  <a:srgbClr val="FC2C1C"/>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sp>
            <p:nvSpPr>
              <p:cNvPr id="93201" name="AutoShape 242"/>
              <p:cNvSpPr>
                <a:spLocks noChangeArrowheads="1"/>
              </p:cNvSpPr>
              <p:nvPr/>
            </p:nvSpPr>
            <p:spPr bwMode="auto">
              <a:xfrm rot="2337505">
                <a:off x="2503" y="998"/>
                <a:ext cx="177" cy="266"/>
              </a:xfrm>
              <a:prstGeom prst="parallelogram">
                <a:avLst>
                  <a:gd name="adj" fmla="val 25000"/>
                </a:avLst>
              </a:prstGeom>
              <a:solidFill>
                <a:schemeClr val="accent2"/>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93202" name="Oval 243"/>
              <p:cNvSpPr>
                <a:spLocks noChangeArrowheads="1"/>
              </p:cNvSpPr>
              <p:nvPr/>
            </p:nvSpPr>
            <p:spPr bwMode="auto">
              <a:xfrm rot="575549">
                <a:off x="2557" y="1117"/>
                <a:ext cx="164" cy="155"/>
              </a:xfrm>
              <a:prstGeom prst="ellipse">
                <a:avLst/>
              </a:prstGeom>
              <a:solidFill>
                <a:srgbClr val="00FF00"/>
              </a:solidFill>
              <a:ln w="9525" algn="ctr">
                <a:solidFill>
                  <a:schemeClr val="tx1"/>
                </a:solidFill>
                <a:round/>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93203" name="AutoShape 244"/>
              <p:cNvSpPr>
                <a:spLocks noChangeArrowheads="1"/>
              </p:cNvSpPr>
              <p:nvPr/>
            </p:nvSpPr>
            <p:spPr bwMode="auto">
              <a:xfrm rot="669280">
                <a:off x="2410" y="1061"/>
                <a:ext cx="194" cy="144"/>
              </a:xfrm>
              <a:prstGeom prst="parallelogram">
                <a:avLst>
                  <a:gd name="adj" fmla="val 33681"/>
                </a:avLst>
              </a:prstGeom>
              <a:solidFill>
                <a:srgbClr val="FFFF00"/>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93204" name="AutoShape 245"/>
              <p:cNvSpPr>
                <a:spLocks noChangeArrowheads="1"/>
              </p:cNvSpPr>
              <p:nvPr/>
            </p:nvSpPr>
            <p:spPr bwMode="auto">
              <a:xfrm rot="-5567485">
                <a:off x="2209" y="839"/>
                <a:ext cx="525" cy="415"/>
              </a:xfrm>
              <a:prstGeom prst="parallelogram">
                <a:avLst>
                  <a:gd name="adj" fmla="val 23550"/>
                </a:avLst>
              </a:prstGeom>
              <a:solidFill>
                <a:schemeClr val="bg1"/>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93205" name="Text Box 246"/>
              <p:cNvSpPr txBox="1">
                <a:spLocks noChangeArrowheads="1"/>
              </p:cNvSpPr>
              <p:nvPr/>
            </p:nvSpPr>
            <p:spPr bwMode="auto">
              <a:xfrm rot="628236">
                <a:off x="2340" y="819"/>
                <a:ext cx="229" cy="1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1100" b="1">
                    <a:solidFill>
                      <a:schemeClr val="tx1"/>
                    </a:solidFill>
                  </a:rPr>
                  <a:t>R2</a:t>
                </a:r>
              </a:p>
            </p:txBody>
          </p:sp>
          <p:sp>
            <p:nvSpPr>
              <p:cNvPr id="93206" name="Oval 247"/>
              <p:cNvSpPr>
                <a:spLocks noChangeArrowheads="1"/>
              </p:cNvSpPr>
              <p:nvPr/>
            </p:nvSpPr>
            <p:spPr bwMode="auto">
              <a:xfrm>
                <a:off x="2523" y="1127"/>
                <a:ext cx="124" cy="124"/>
              </a:xfrm>
              <a:prstGeom prst="ellipse">
                <a:avLst/>
              </a:prstGeom>
              <a:solidFill>
                <a:schemeClr val="bg1"/>
              </a:solidFill>
              <a:ln w="9525">
                <a:solidFill>
                  <a:schemeClr val="tx1"/>
                </a:solidFill>
                <a:round/>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93207" name="AutoShape 248"/>
              <p:cNvSpPr>
                <a:spLocks noChangeArrowheads="1"/>
              </p:cNvSpPr>
              <p:nvPr/>
            </p:nvSpPr>
            <p:spPr bwMode="auto">
              <a:xfrm rot="-5400000">
                <a:off x="2309" y="1080"/>
                <a:ext cx="130" cy="137"/>
              </a:xfrm>
              <a:prstGeom prst="parallelogram">
                <a:avLst>
                  <a:gd name="adj" fmla="val 18250"/>
                </a:avLst>
              </a:prstGeom>
              <a:solidFill>
                <a:srgbClr val="FFFF00"/>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93208" name="AutoShape 249"/>
              <p:cNvSpPr>
                <a:spLocks noChangeArrowheads="1"/>
              </p:cNvSpPr>
              <p:nvPr/>
            </p:nvSpPr>
            <p:spPr bwMode="auto">
              <a:xfrm rot="-5567485">
                <a:off x="2394" y="910"/>
                <a:ext cx="158" cy="248"/>
              </a:xfrm>
              <a:prstGeom prst="parallelogram">
                <a:avLst>
                  <a:gd name="adj" fmla="val 41009"/>
                </a:avLst>
              </a:prstGeom>
              <a:solidFill>
                <a:srgbClr val="FC2C1C"/>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gr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4" presetClass="entr" presetSubtype="16" fill="hold" nodeType="clickEffect">
                                  <p:stCondLst>
                                    <p:cond delay="0"/>
                                  </p:stCondLst>
                                  <p:childTnLst>
                                    <p:set>
                                      <p:cBhvr>
                                        <p:cTn id="6" dur="1" fill="hold">
                                          <p:stCondLst>
                                            <p:cond delay="0"/>
                                          </p:stCondLst>
                                        </p:cTn>
                                        <p:tgtEl>
                                          <p:spTgt spid="10"/>
                                        </p:tgtEl>
                                        <p:attrNameLst>
                                          <p:attrName>style.visibility</p:attrName>
                                        </p:attrNameLst>
                                      </p:cBhvr>
                                      <p:to>
                                        <p:strVal val="visible"/>
                                      </p:to>
                                    </p:set>
                                    <p:animEffect transition="in" filter="box(in)">
                                      <p:cBhvr>
                                        <p:cTn id="7" dur="500"/>
                                        <p:tgtEl>
                                          <p:spTgt spid="10"/>
                                        </p:tgtEl>
                                      </p:cBhvr>
                                    </p:animEffect>
                                  </p:childTnLst>
                                </p:cTn>
                              </p:par>
                            </p:childTnLst>
                          </p:cTn>
                        </p:par>
                      </p:childTnLst>
                    </p:cTn>
                  </p:par>
                  <p:par>
                    <p:cTn id="8" fill="hold" nodeType="clickPar">
                      <p:stCondLst>
                        <p:cond delay="indefinite"/>
                      </p:stCondLst>
                      <p:childTnLst>
                        <p:par>
                          <p:cTn id="9" fill="hold" nodeType="withGroup">
                            <p:stCondLst>
                              <p:cond delay="0"/>
                            </p:stCondLst>
                            <p:childTnLst>
                              <p:par>
                                <p:cTn id="10" presetID="4" presetClass="entr" presetSubtype="16" fill="hold" nodeType="clickEffect">
                                  <p:stCondLst>
                                    <p:cond delay="0"/>
                                  </p:stCondLst>
                                  <p:childTnLst>
                                    <p:set>
                                      <p:cBhvr>
                                        <p:cTn id="11" dur="1" fill="hold">
                                          <p:stCondLst>
                                            <p:cond delay="0"/>
                                          </p:stCondLst>
                                        </p:cTn>
                                        <p:tgtEl>
                                          <p:spTgt spid="12"/>
                                        </p:tgtEl>
                                        <p:attrNameLst>
                                          <p:attrName>style.visibility</p:attrName>
                                        </p:attrNameLst>
                                      </p:cBhvr>
                                      <p:to>
                                        <p:strVal val="visible"/>
                                      </p:to>
                                    </p:set>
                                    <p:animEffect transition="in" filter="box(in)">
                                      <p:cBhvr>
                                        <p:cTn id="12" dur="5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94210" name="Rectangle 2"/>
          <p:cNvSpPr>
            <a:spLocks noGrp="1" noChangeArrowheads="1"/>
          </p:cNvSpPr>
          <p:nvPr>
            <p:ph type="title"/>
          </p:nvPr>
        </p:nvSpPr>
        <p:spPr>
          <a:xfrm>
            <a:off x="430213" y="179388"/>
            <a:ext cx="8229600" cy="849312"/>
          </a:xfrm>
        </p:spPr>
        <p:txBody>
          <a:bodyPr/>
          <a:lstStyle/>
          <a:p>
            <a:pPr eaLnBrk="1" hangingPunct="1">
              <a:lnSpc>
                <a:spcPct val="110000"/>
              </a:lnSpc>
            </a:pPr>
            <a:r>
              <a:rPr lang="fr-FR" altLang="fr-FR" sz="2600"/>
              <a:t>C’est le moment d’installer votre système Kanban.</a:t>
            </a:r>
            <a:br>
              <a:rPr lang="fr-FR" altLang="fr-FR" sz="2600"/>
            </a:br>
            <a:r>
              <a:rPr lang="fr-FR" altLang="fr-FR" sz="2600"/>
              <a:t>Recevez pour chaque table :</a:t>
            </a:r>
          </a:p>
        </p:txBody>
      </p:sp>
      <p:sp>
        <p:nvSpPr>
          <p:cNvPr id="94212" name="Text Box 4"/>
          <p:cNvSpPr txBox="1">
            <a:spLocks noChangeArrowheads="1"/>
          </p:cNvSpPr>
          <p:nvPr/>
        </p:nvSpPr>
        <p:spPr bwMode="auto">
          <a:xfrm>
            <a:off x="1255713" y="2182813"/>
            <a:ext cx="2640012" cy="581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eaLnBrk="1" hangingPunct="1">
              <a:spcBef>
                <a:spcPct val="0"/>
              </a:spcBef>
              <a:buFontTx/>
              <a:buNone/>
            </a:pPr>
            <a:r>
              <a:rPr lang="fr-FR" altLang="fr-FR" sz="1600"/>
              <a:t>5 tableaux Kanban pour ranger les tickets.</a:t>
            </a:r>
          </a:p>
        </p:txBody>
      </p:sp>
      <p:grpSp>
        <p:nvGrpSpPr>
          <p:cNvPr id="94214" name="Group 53"/>
          <p:cNvGrpSpPr>
            <a:grpSpLocks/>
          </p:cNvGrpSpPr>
          <p:nvPr/>
        </p:nvGrpSpPr>
        <p:grpSpPr bwMode="auto">
          <a:xfrm>
            <a:off x="460375" y="2203450"/>
            <a:ext cx="639763" cy="657225"/>
            <a:chOff x="375" y="2879"/>
            <a:chExt cx="493" cy="511"/>
          </a:xfrm>
        </p:grpSpPr>
        <p:sp>
          <p:nvSpPr>
            <p:cNvPr id="94255" name="Rectangle 54"/>
            <p:cNvSpPr>
              <a:spLocks noChangeArrowheads="1"/>
            </p:cNvSpPr>
            <p:nvPr/>
          </p:nvSpPr>
          <p:spPr bwMode="auto">
            <a:xfrm>
              <a:off x="606" y="2879"/>
              <a:ext cx="262" cy="338"/>
            </a:xfrm>
            <a:prstGeom prst="rect">
              <a:avLst/>
            </a:prstGeom>
            <a:solidFill>
              <a:srgbClr val="FFFF99"/>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94256" name="Rectangle 55"/>
            <p:cNvSpPr>
              <a:spLocks noChangeArrowheads="1"/>
            </p:cNvSpPr>
            <p:nvPr/>
          </p:nvSpPr>
          <p:spPr bwMode="auto">
            <a:xfrm>
              <a:off x="553" y="2921"/>
              <a:ext cx="262" cy="338"/>
            </a:xfrm>
            <a:prstGeom prst="rect">
              <a:avLst/>
            </a:prstGeom>
            <a:solidFill>
              <a:srgbClr val="FFFF99"/>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94257" name="Rectangle 56"/>
            <p:cNvSpPr>
              <a:spLocks noChangeArrowheads="1"/>
            </p:cNvSpPr>
            <p:nvPr/>
          </p:nvSpPr>
          <p:spPr bwMode="auto">
            <a:xfrm>
              <a:off x="493" y="2963"/>
              <a:ext cx="262" cy="338"/>
            </a:xfrm>
            <a:prstGeom prst="rect">
              <a:avLst/>
            </a:prstGeom>
            <a:solidFill>
              <a:srgbClr val="FFFF99"/>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94258" name="Rectangle 57"/>
            <p:cNvSpPr>
              <a:spLocks noChangeArrowheads="1"/>
            </p:cNvSpPr>
            <p:nvPr/>
          </p:nvSpPr>
          <p:spPr bwMode="auto">
            <a:xfrm>
              <a:off x="428" y="3010"/>
              <a:ext cx="262" cy="338"/>
            </a:xfrm>
            <a:prstGeom prst="rect">
              <a:avLst/>
            </a:prstGeom>
            <a:solidFill>
              <a:srgbClr val="FFFF99"/>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94259" name="Rectangle 58"/>
            <p:cNvSpPr>
              <a:spLocks noChangeArrowheads="1"/>
            </p:cNvSpPr>
            <p:nvPr/>
          </p:nvSpPr>
          <p:spPr bwMode="auto">
            <a:xfrm>
              <a:off x="375" y="3052"/>
              <a:ext cx="262" cy="338"/>
            </a:xfrm>
            <a:prstGeom prst="rect">
              <a:avLst/>
            </a:prstGeom>
            <a:solidFill>
              <a:srgbClr val="FFFF99"/>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sp>
        <p:nvSpPr>
          <p:cNvPr id="94215" name="Text Box 111"/>
          <p:cNvSpPr txBox="1">
            <a:spLocks noChangeArrowheads="1"/>
          </p:cNvSpPr>
          <p:nvPr/>
        </p:nvSpPr>
        <p:spPr bwMode="auto">
          <a:xfrm>
            <a:off x="1201738" y="3649663"/>
            <a:ext cx="2801937" cy="13144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eaLnBrk="1" hangingPunct="1">
              <a:spcBef>
                <a:spcPct val="0"/>
              </a:spcBef>
              <a:buFontTx/>
              <a:buNone/>
            </a:pPr>
            <a:r>
              <a:rPr lang="fr-FR" altLang="fr-FR" sz="1600"/>
              <a:t>Des tickets Kanban que vous placez en premier lieu sur les conteneurs du stock aval, le reste sera placé sur le tableau Kanban.</a:t>
            </a:r>
          </a:p>
        </p:txBody>
      </p:sp>
      <p:sp>
        <p:nvSpPr>
          <p:cNvPr id="94216" name="Rectangle 113"/>
          <p:cNvSpPr>
            <a:spLocks noChangeArrowheads="1"/>
          </p:cNvSpPr>
          <p:nvPr/>
        </p:nvSpPr>
        <p:spPr bwMode="auto">
          <a:xfrm>
            <a:off x="582613" y="3690938"/>
            <a:ext cx="358775" cy="463550"/>
          </a:xfrm>
          <a:prstGeom prst="rect">
            <a:avLst/>
          </a:prstGeom>
          <a:solidFill>
            <a:srgbClr val="FFFF99"/>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nvGrpSpPr>
          <p:cNvPr id="94217" name="Group 171"/>
          <p:cNvGrpSpPr>
            <a:grpSpLocks/>
          </p:cNvGrpSpPr>
          <p:nvPr/>
        </p:nvGrpSpPr>
        <p:grpSpPr bwMode="auto">
          <a:xfrm>
            <a:off x="4616450" y="1735138"/>
            <a:ext cx="4160838" cy="3309937"/>
            <a:chOff x="2852" y="1264"/>
            <a:chExt cx="2621" cy="2085"/>
          </a:xfrm>
        </p:grpSpPr>
        <p:sp>
          <p:nvSpPr>
            <p:cNvPr id="94219" name="Line 126"/>
            <p:cNvSpPr>
              <a:spLocks noChangeShapeType="1"/>
            </p:cNvSpPr>
            <p:nvPr/>
          </p:nvSpPr>
          <p:spPr bwMode="auto">
            <a:xfrm rot="5400000">
              <a:off x="3275" y="2443"/>
              <a:ext cx="1811"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fr-FR"/>
            </a:p>
          </p:txBody>
        </p:sp>
        <p:grpSp>
          <p:nvGrpSpPr>
            <p:cNvPr id="94220" name="Group 127"/>
            <p:cNvGrpSpPr>
              <a:grpSpLocks/>
            </p:cNvGrpSpPr>
            <p:nvPr/>
          </p:nvGrpSpPr>
          <p:grpSpPr bwMode="auto">
            <a:xfrm>
              <a:off x="3349" y="1621"/>
              <a:ext cx="1699" cy="1715"/>
              <a:chOff x="1014" y="478"/>
              <a:chExt cx="3972" cy="3818"/>
            </a:xfrm>
          </p:grpSpPr>
          <p:sp>
            <p:nvSpPr>
              <p:cNvPr id="94251" name="Line 128"/>
              <p:cNvSpPr>
                <a:spLocks noChangeShapeType="1"/>
              </p:cNvSpPr>
              <p:nvPr/>
            </p:nvSpPr>
            <p:spPr bwMode="auto">
              <a:xfrm rot="5400000">
                <a:off x="2084" y="2387"/>
                <a:ext cx="3818"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fr-FR"/>
              </a:p>
            </p:txBody>
          </p:sp>
          <p:sp>
            <p:nvSpPr>
              <p:cNvPr id="94252" name="Line 129"/>
              <p:cNvSpPr>
                <a:spLocks noChangeShapeType="1"/>
              </p:cNvSpPr>
              <p:nvPr/>
            </p:nvSpPr>
            <p:spPr bwMode="auto">
              <a:xfrm rot="5400000">
                <a:off x="-895" y="2387"/>
                <a:ext cx="3818"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fr-FR"/>
              </a:p>
            </p:txBody>
          </p:sp>
          <p:sp>
            <p:nvSpPr>
              <p:cNvPr id="94253" name="Line 130"/>
              <p:cNvSpPr>
                <a:spLocks noChangeShapeType="1"/>
              </p:cNvSpPr>
              <p:nvPr/>
            </p:nvSpPr>
            <p:spPr bwMode="auto">
              <a:xfrm rot="5400000">
                <a:off x="99" y="2387"/>
                <a:ext cx="3818"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fr-FR"/>
              </a:p>
            </p:txBody>
          </p:sp>
          <p:sp>
            <p:nvSpPr>
              <p:cNvPr id="94254" name="Line 131"/>
              <p:cNvSpPr>
                <a:spLocks noChangeShapeType="1"/>
              </p:cNvSpPr>
              <p:nvPr/>
            </p:nvSpPr>
            <p:spPr bwMode="auto">
              <a:xfrm rot="5400000">
                <a:off x="3077" y="2387"/>
                <a:ext cx="3818"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fr-FR"/>
              </a:p>
            </p:txBody>
          </p:sp>
        </p:grpSp>
        <p:sp>
          <p:nvSpPr>
            <p:cNvPr id="94221" name="WordArt 118"/>
            <p:cNvSpPr>
              <a:spLocks noChangeArrowheads="1" noChangeShapeType="1" noTextEdit="1"/>
            </p:cNvSpPr>
            <p:nvPr/>
          </p:nvSpPr>
          <p:spPr bwMode="auto">
            <a:xfrm>
              <a:off x="4668" y="1342"/>
              <a:ext cx="547" cy="121"/>
            </a:xfrm>
            <a:prstGeom prst="rect">
              <a:avLst/>
            </a:prstGeom>
          </p:spPr>
          <p:txBody>
            <a:bodyPr wrap="none" fromWordArt="1">
              <a:prstTxWarp prst="textPlain">
                <a:avLst>
                  <a:gd name="adj" fmla="val 50000"/>
                </a:avLst>
              </a:prstTxWarp>
            </a:bodyPr>
            <a:lstStyle/>
            <a:p>
              <a:r>
                <a:rPr lang="fr-FR" sz="3600" kern="10">
                  <a:ln w="9525">
                    <a:solidFill>
                      <a:srgbClr val="000000"/>
                    </a:solidFill>
                    <a:round/>
                    <a:headEnd/>
                    <a:tailEnd/>
                  </a:ln>
                  <a:solidFill>
                    <a:srgbClr val="FFFFFF"/>
                  </a:solidFill>
                  <a:latin typeface="Arial Black"/>
                </a:rPr>
                <a:t>engrenages</a:t>
              </a:r>
            </a:p>
          </p:txBody>
        </p:sp>
        <p:sp>
          <p:nvSpPr>
            <p:cNvPr id="94222" name="Rectangle 119"/>
            <p:cNvSpPr>
              <a:spLocks noChangeArrowheads="1"/>
            </p:cNvSpPr>
            <p:nvPr/>
          </p:nvSpPr>
          <p:spPr bwMode="auto">
            <a:xfrm>
              <a:off x="2881" y="1264"/>
              <a:ext cx="2592" cy="2085"/>
            </a:xfrm>
            <a:prstGeom prst="rect">
              <a:avLst/>
            </a:prstGeom>
            <a:noFill/>
            <a:ln w="1270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94223" name="WordArt 120" descr="30 %"/>
            <p:cNvSpPr>
              <a:spLocks noChangeArrowheads="1" noChangeShapeType="1" noTextEdit="1"/>
            </p:cNvSpPr>
            <p:nvPr/>
          </p:nvSpPr>
          <p:spPr bwMode="auto">
            <a:xfrm>
              <a:off x="3038" y="1329"/>
              <a:ext cx="1416" cy="121"/>
            </a:xfrm>
            <a:prstGeom prst="rect">
              <a:avLst/>
            </a:prstGeom>
          </p:spPr>
          <p:txBody>
            <a:bodyPr wrap="none" fromWordArt="1">
              <a:prstTxWarp prst="textPlain">
                <a:avLst>
                  <a:gd name="adj" fmla="val 50000"/>
                </a:avLst>
              </a:prstTxWarp>
            </a:bodyPr>
            <a:lstStyle/>
            <a:p>
              <a:r>
                <a:rPr lang="fr-FR" sz="3600" kern="10">
                  <a:ln w="9525">
                    <a:solidFill>
                      <a:schemeClr val="tx1"/>
                    </a:solidFill>
                    <a:round/>
                    <a:headEnd/>
                    <a:tailEnd/>
                  </a:ln>
                  <a:pattFill prst="pct30">
                    <a:fgClr>
                      <a:schemeClr val="tx1"/>
                    </a:fgClr>
                    <a:bgClr>
                      <a:srgbClr val="FFFFFF"/>
                    </a:bgClr>
                  </a:pattFill>
                  <a:latin typeface="Arial Black"/>
                </a:rPr>
                <a:t>PLANNING KANBAN</a:t>
              </a:r>
            </a:p>
          </p:txBody>
        </p:sp>
        <p:sp>
          <p:nvSpPr>
            <p:cNvPr id="94224" name="Line 122"/>
            <p:cNvSpPr>
              <a:spLocks noChangeShapeType="1"/>
            </p:cNvSpPr>
            <p:nvPr/>
          </p:nvSpPr>
          <p:spPr bwMode="auto">
            <a:xfrm>
              <a:off x="2875" y="1749"/>
              <a:ext cx="2598" cy="1"/>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fr-FR"/>
            </a:p>
          </p:txBody>
        </p:sp>
        <p:sp>
          <p:nvSpPr>
            <p:cNvPr id="94225" name="Rectangle 123"/>
            <p:cNvSpPr>
              <a:spLocks noChangeAspect="1" noChangeArrowheads="1"/>
            </p:cNvSpPr>
            <p:nvPr/>
          </p:nvSpPr>
          <p:spPr bwMode="auto">
            <a:xfrm>
              <a:off x="3493" y="1542"/>
              <a:ext cx="132" cy="85"/>
            </a:xfrm>
            <a:prstGeom prst="rect">
              <a:avLst/>
            </a:prstGeom>
            <a:solidFill>
              <a:srgbClr val="FFFF00"/>
            </a:solidFill>
            <a:ln w="12700">
              <a:solidFill>
                <a:schemeClr val="tx1"/>
              </a:solidFill>
              <a:miter lim="800000"/>
              <a:headEnd/>
              <a:tailEnd/>
            </a:ln>
          </p:spPr>
          <p:txBody>
            <a:bodyPr wrap="none" lIns="147392" tIns="73696" rIns="147392" bIns="73696">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94226" name="Rectangle 124"/>
            <p:cNvSpPr>
              <a:spLocks noChangeAspect="1" noChangeArrowheads="1"/>
            </p:cNvSpPr>
            <p:nvPr/>
          </p:nvSpPr>
          <p:spPr bwMode="auto">
            <a:xfrm>
              <a:off x="4769" y="1542"/>
              <a:ext cx="132" cy="85"/>
            </a:xfrm>
            <a:prstGeom prst="rect">
              <a:avLst/>
            </a:prstGeom>
            <a:solidFill>
              <a:schemeClr val="bg1"/>
            </a:solidFill>
            <a:ln w="12700">
              <a:solidFill>
                <a:schemeClr val="tx1"/>
              </a:solidFill>
              <a:miter lim="800000"/>
              <a:headEnd/>
              <a:tailEnd/>
            </a:ln>
          </p:spPr>
          <p:txBody>
            <a:bodyPr wrap="none" lIns="147392" tIns="73696" rIns="147392" bIns="73696">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nvGrpSpPr>
            <p:cNvPr id="94227" name="Group 135"/>
            <p:cNvGrpSpPr>
              <a:grpSpLocks/>
            </p:cNvGrpSpPr>
            <p:nvPr/>
          </p:nvGrpSpPr>
          <p:grpSpPr bwMode="auto">
            <a:xfrm>
              <a:off x="4152" y="1788"/>
              <a:ext cx="504" cy="426"/>
              <a:chOff x="292" y="1554"/>
              <a:chExt cx="881" cy="745"/>
            </a:xfrm>
          </p:grpSpPr>
          <p:sp>
            <p:nvSpPr>
              <p:cNvPr id="94248" name="Rectangle 136"/>
              <p:cNvSpPr>
                <a:spLocks noChangeArrowheads="1"/>
              </p:cNvSpPr>
              <p:nvPr/>
            </p:nvSpPr>
            <p:spPr bwMode="auto">
              <a:xfrm>
                <a:off x="402" y="1554"/>
                <a:ext cx="660" cy="745"/>
              </a:xfrm>
              <a:prstGeom prst="rect">
                <a:avLst/>
              </a:prstGeom>
              <a:solidFill>
                <a:schemeClr val="bg1"/>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94249" name="Text Box 137"/>
              <p:cNvSpPr txBox="1">
                <a:spLocks noChangeArrowheads="1"/>
              </p:cNvSpPr>
              <p:nvPr/>
            </p:nvSpPr>
            <p:spPr bwMode="auto">
              <a:xfrm>
                <a:off x="292" y="1668"/>
                <a:ext cx="881" cy="25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900">
                    <a:solidFill>
                      <a:schemeClr val="tx1"/>
                    </a:solidFill>
                  </a:rPr>
                  <a:t>Engrenages</a:t>
                </a:r>
              </a:p>
            </p:txBody>
          </p:sp>
          <p:sp>
            <p:nvSpPr>
              <p:cNvPr id="94250" name="Rectangle 138"/>
              <p:cNvSpPr>
                <a:spLocks noChangeArrowheads="1"/>
              </p:cNvSpPr>
              <p:nvPr/>
            </p:nvSpPr>
            <p:spPr bwMode="auto">
              <a:xfrm>
                <a:off x="574" y="1954"/>
                <a:ext cx="300" cy="154"/>
              </a:xfrm>
              <a:prstGeom prst="rect">
                <a:avLst/>
              </a:prstGeom>
              <a:solidFill>
                <a:schemeClr val="bg1"/>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grpSp>
          <p:nvGrpSpPr>
            <p:cNvPr id="94228" name="Group 154"/>
            <p:cNvGrpSpPr>
              <a:grpSpLocks/>
            </p:cNvGrpSpPr>
            <p:nvPr/>
          </p:nvGrpSpPr>
          <p:grpSpPr bwMode="auto">
            <a:xfrm>
              <a:off x="2869" y="1785"/>
              <a:ext cx="532" cy="467"/>
              <a:chOff x="4014" y="1756"/>
              <a:chExt cx="799" cy="670"/>
            </a:xfrm>
          </p:grpSpPr>
          <p:sp>
            <p:nvSpPr>
              <p:cNvPr id="94245" name="Rectangle 151"/>
              <p:cNvSpPr>
                <a:spLocks noChangeArrowheads="1"/>
              </p:cNvSpPr>
              <p:nvPr/>
            </p:nvSpPr>
            <p:spPr bwMode="auto">
              <a:xfrm>
                <a:off x="4115" y="1756"/>
                <a:ext cx="594" cy="670"/>
              </a:xfrm>
              <a:prstGeom prst="rect">
                <a:avLst/>
              </a:prstGeom>
              <a:solidFill>
                <a:schemeClr val="bg1"/>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94246" name="Text Box 152"/>
              <p:cNvSpPr txBox="1">
                <a:spLocks noChangeArrowheads="1"/>
              </p:cNvSpPr>
              <p:nvPr/>
            </p:nvSpPr>
            <p:spPr bwMode="auto">
              <a:xfrm>
                <a:off x="4014" y="1859"/>
                <a:ext cx="799" cy="20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900">
                    <a:solidFill>
                      <a:schemeClr val="tx1"/>
                    </a:solidFill>
                  </a:rPr>
                  <a:t>Engrenages</a:t>
                </a:r>
              </a:p>
            </p:txBody>
          </p:sp>
          <p:sp>
            <p:nvSpPr>
              <p:cNvPr id="94247" name="Rectangle 153"/>
              <p:cNvSpPr>
                <a:spLocks noChangeArrowheads="1"/>
              </p:cNvSpPr>
              <p:nvPr/>
            </p:nvSpPr>
            <p:spPr bwMode="auto">
              <a:xfrm>
                <a:off x="4270" y="2116"/>
                <a:ext cx="270" cy="138"/>
              </a:xfrm>
              <a:prstGeom prst="rect">
                <a:avLst/>
              </a:prstGeom>
              <a:solidFill>
                <a:srgbClr val="FFFF00"/>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grpSp>
          <p:nvGrpSpPr>
            <p:cNvPr id="94229" name="Group 155"/>
            <p:cNvGrpSpPr>
              <a:grpSpLocks/>
            </p:cNvGrpSpPr>
            <p:nvPr/>
          </p:nvGrpSpPr>
          <p:grpSpPr bwMode="auto">
            <a:xfrm>
              <a:off x="2857" y="2272"/>
              <a:ext cx="532" cy="467"/>
              <a:chOff x="4014" y="1756"/>
              <a:chExt cx="799" cy="670"/>
            </a:xfrm>
          </p:grpSpPr>
          <p:sp>
            <p:nvSpPr>
              <p:cNvPr id="94242" name="Rectangle 156"/>
              <p:cNvSpPr>
                <a:spLocks noChangeArrowheads="1"/>
              </p:cNvSpPr>
              <p:nvPr/>
            </p:nvSpPr>
            <p:spPr bwMode="auto">
              <a:xfrm>
                <a:off x="4115" y="1756"/>
                <a:ext cx="594" cy="670"/>
              </a:xfrm>
              <a:prstGeom prst="rect">
                <a:avLst/>
              </a:prstGeom>
              <a:solidFill>
                <a:schemeClr val="bg1"/>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94243" name="Text Box 157"/>
              <p:cNvSpPr txBox="1">
                <a:spLocks noChangeArrowheads="1"/>
              </p:cNvSpPr>
              <p:nvPr/>
            </p:nvSpPr>
            <p:spPr bwMode="auto">
              <a:xfrm>
                <a:off x="4014" y="1859"/>
                <a:ext cx="799" cy="20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900">
                    <a:solidFill>
                      <a:schemeClr val="tx1"/>
                    </a:solidFill>
                  </a:rPr>
                  <a:t>Engrenages</a:t>
                </a:r>
              </a:p>
            </p:txBody>
          </p:sp>
          <p:sp>
            <p:nvSpPr>
              <p:cNvPr id="94244" name="Rectangle 158"/>
              <p:cNvSpPr>
                <a:spLocks noChangeArrowheads="1"/>
              </p:cNvSpPr>
              <p:nvPr/>
            </p:nvSpPr>
            <p:spPr bwMode="auto">
              <a:xfrm>
                <a:off x="4270" y="2116"/>
                <a:ext cx="270" cy="138"/>
              </a:xfrm>
              <a:prstGeom prst="rect">
                <a:avLst/>
              </a:prstGeom>
              <a:solidFill>
                <a:srgbClr val="FFFF00"/>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grpSp>
          <p:nvGrpSpPr>
            <p:cNvPr id="94230" name="Group 159"/>
            <p:cNvGrpSpPr>
              <a:grpSpLocks/>
            </p:cNvGrpSpPr>
            <p:nvPr/>
          </p:nvGrpSpPr>
          <p:grpSpPr bwMode="auto">
            <a:xfrm>
              <a:off x="3301" y="1773"/>
              <a:ext cx="532" cy="467"/>
              <a:chOff x="4014" y="1756"/>
              <a:chExt cx="799" cy="670"/>
            </a:xfrm>
          </p:grpSpPr>
          <p:sp>
            <p:nvSpPr>
              <p:cNvPr id="94239" name="Rectangle 160"/>
              <p:cNvSpPr>
                <a:spLocks noChangeArrowheads="1"/>
              </p:cNvSpPr>
              <p:nvPr/>
            </p:nvSpPr>
            <p:spPr bwMode="auto">
              <a:xfrm>
                <a:off x="4115" y="1756"/>
                <a:ext cx="594" cy="670"/>
              </a:xfrm>
              <a:prstGeom prst="rect">
                <a:avLst/>
              </a:prstGeom>
              <a:solidFill>
                <a:schemeClr val="bg1"/>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94240" name="Text Box 161"/>
              <p:cNvSpPr txBox="1">
                <a:spLocks noChangeArrowheads="1"/>
              </p:cNvSpPr>
              <p:nvPr/>
            </p:nvSpPr>
            <p:spPr bwMode="auto">
              <a:xfrm>
                <a:off x="4014" y="1859"/>
                <a:ext cx="799" cy="20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900">
                    <a:solidFill>
                      <a:schemeClr val="tx1"/>
                    </a:solidFill>
                  </a:rPr>
                  <a:t>Engrenages</a:t>
                </a:r>
              </a:p>
            </p:txBody>
          </p:sp>
          <p:sp>
            <p:nvSpPr>
              <p:cNvPr id="94241" name="Rectangle 162"/>
              <p:cNvSpPr>
                <a:spLocks noChangeArrowheads="1"/>
              </p:cNvSpPr>
              <p:nvPr/>
            </p:nvSpPr>
            <p:spPr bwMode="auto">
              <a:xfrm>
                <a:off x="4270" y="2116"/>
                <a:ext cx="270" cy="138"/>
              </a:xfrm>
              <a:prstGeom prst="rect">
                <a:avLst/>
              </a:prstGeom>
              <a:solidFill>
                <a:srgbClr val="FFFF00"/>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grpSp>
          <p:nvGrpSpPr>
            <p:cNvPr id="94231" name="Group 163"/>
            <p:cNvGrpSpPr>
              <a:grpSpLocks/>
            </p:cNvGrpSpPr>
            <p:nvPr/>
          </p:nvGrpSpPr>
          <p:grpSpPr bwMode="auto">
            <a:xfrm>
              <a:off x="2852" y="2776"/>
              <a:ext cx="532" cy="467"/>
              <a:chOff x="4014" y="1756"/>
              <a:chExt cx="799" cy="670"/>
            </a:xfrm>
          </p:grpSpPr>
          <p:sp>
            <p:nvSpPr>
              <p:cNvPr id="94236" name="Rectangle 164"/>
              <p:cNvSpPr>
                <a:spLocks noChangeArrowheads="1"/>
              </p:cNvSpPr>
              <p:nvPr/>
            </p:nvSpPr>
            <p:spPr bwMode="auto">
              <a:xfrm>
                <a:off x="4115" y="1756"/>
                <a:ext cx="594" cy="670"/>
              </a:xfrm>
              <a:prstGeom prst="rect">
                <a:avLst/>
              </a:prstGeom>
              <a:solidFill>
                <a:schemeClr val="bg1"/>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94237" name="Text Box 165"/>
              <p:cNvSpPr txBox="1">
                <a:spLocks noChangeArrowheads="1"/>
              </p:cNvSpPr>
              <p:nvPr/>
            </p:nvSpPr>
            <p:spPr bwMode="auto">
              <a:xfrm>
                <a:off x="4014" y="1859"/>
                <a:ext cx="799" cy="20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900">
                    <a:solidFill>
                      <a:schemeClr val="tx1"/>
                    </a:solidFill>
                  </a:rPr>
                  <a:t>Engrenages</a:t>
                </a:r>
              </a:p>
            </p:txBody>
          </p:sp>
          <p:sp>
            <p:nvSpPr>
              <p:cNvPr id="94238" name="Rectangle 166"/>
              <p:cNvSpPr>
                <a:spLocks noChangeArrowheads="1"/>
              </p:cNvSpPr>
              <p:nvPr/>
            </p:nvSpPr>
            <p:spPr bwMode="auto">
              <a:xfrm>
                <a:off x="4270" y="2116"/>
                <a:ext cx="270" cy="138"/>
              </a:xfrm>
              <a:prstGeom prst="rect">
                <a:avLst/>
              </a:prstGeom>
              <a:solidFill>
                <a:srgbClr val="FFFF00"/>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grpSp>
          <p:nvGrpSpPr>
            <p:cNvPr id="94232" name="Group 167"/>
            <p:cNvGrpSpPr>
              <a:grpSpLocks/>
            </p:cNvGrpSpPr>
            <p:nvPr/>
          </p:nvGrpSpPr>
          <p:grpSpPr bwMode="auto">
            <a:xfrm>
              <a:off x="4158" y="2236"/>
              <a:ext cx="504" cy="426"/>
              <a:chOff x="292" y="1554"/>
              <a:chExt cx="881" cy="745"/>
            </a:xfrm>
          </p:grpSpPr>
          <p:sp>
            <p:nvSpPr>
              <p:cNvPr id="94233" name="Rectangle 168"/>
              <p:cNvSpPr>
                <a:spLocks noChangeArrowheads="1"/>
              </p:cNvSpPr>
              <p:nvPr/>
            </p:nvSpPr>
            <p:spPr bwMode="auto">
              <a:xfrm>
                <a:off x="402" y="1554"/>
                <a:ext cx="660" cy="745"/>
              </a:xfrm>
              <a:prstGeom prst="rect">
                <a:avLst/>
              </a:prstGeom>
              <a:solidFill>
                <a:schemeClr val="bg1"/>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94234" name="Text Box 169"/>
              <p:cNvSpPr txBox="1">
                <a:spLocks noChangeArrowheads="1"/>
              </p:cNvSpPr>
              <p:nvPr/>
            </p:nvSpPr>
            <p:spPr bwMode="auto">
              <a:xfrm>
                <a:off x="292" y="1668"/>
                <a:ext cx="881" cy="25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900">
                    <a:solidFill>
                      <a:schemeClr val="tx1"/>
                    </a:solidFill>
                  </a:rPr>
                  <a:t>Engrenages</a:t>
                </a:r>
              </a:p>
            </p:txBody>
          </p:sp>
          <p:sp>
            <p:nvSpPr>
              <p:cNvPr id="94235" name="Rectangle 170"/>
              <p:cNvSpPr>
                <a:spLocks noChangeArrowheads="1"/>
              </p:cNvSpPr>
              <p:nvPr/>
            </p:nvSpPr>
            <p:spPr bwMode="auto">
              <a:xfrm>
                <a:off x="574" y="1954"/>
                <a:ext cx="300" cy="154"/>
              </a:xfrm>
              <a:prstGeom prst="rect">
                <a:avLst/>
              </a:prstGeom>
              <a:solidFill>
                <a:schemeClr val="bg1"/>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grpSp>
      <p:sp>
        <p:nvSpPr>
          <p:cNvPr id="94218" name="AutoShape 172"/>
          <p:cNvSpPr>
            <a:spLocks noChangeArrowheads="1"/>
          </p:cNvSpPr>
          <p:nvPr/>
        </p:nvSpPr>
        <p:spPr bwMode="auto">
          <a:xfrm>
            <a:off x="3841750" y="2549525"/>
            <a:ext cx="509588" cy="361950"/>
          </a:xfrm>
          <a:prstGeom prst="rightArrow">
            <a:avLst>
              <a:gd name="adj1" fmla="val 50000"/>
              <a:gd name="adj2" fmla="val 35197"/>
            </a:avLst>
          </a:prstGeom>
          <a:solidFill>
            <a:srgbClr val="FFFF00"/>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Tree>
  </p:cSld>
  <p:clrMapOvr>
    <a:masterClrMapping/>
  </p:clrMapOvr>
  <p:transition/>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5234" name="Rectangle 2"/>
          <p:cNvSpPr>
            <a:spLocks noGrp="1" noChangeArrowheads="1"/>
          </p:cNvSpPr>
          <p:nvPr>
            <p:ph type="title"/>
          </p:nvPr>
        </p:nvSpPr>
        <p:spPr>
          <a:xfrm>
            <a:off x="430213" y="0"/>
            <a:ext cx="8229600" cy="647700"/>
          </a:xfrm>
        </p:spPr>
        <p:txBody>
          <a:bodyPr/>
          <a:lstStyle/>
          <a:p>
            <a:pPr eaLnBrk="1" hangingPunct="1"/>
            <a:r>
              <a:rPr lang="fr-FR" altLang="fr-FR"/>
              <a:t>2. Les progrès</a:t>
            </a:r>
          </a:p>
        </p:txBody>
      </p:sp>
      <p:sp>
        <p:nvSpPr>
          <p:cNvPr id="95235" name="Rectangle 3"/>
          <p:cNvSpPr>
            <a:spLocks noGrp="1" noChangeArrowheads="1"/>
          </p:cNvSpPr>
          <p:nvPr>
            <p:ph type="body" idx="1"/>
          </p:nvPr>
        </p:nvSpPr>
        <p:spPr>
          <a:xfrm>
            <a:off x="146050" y="3735388"/>
            <a:ext cx="2116138" cy="777875"/>
          </a:xfrm>
        </p:spPr>
        <p:txBody>
          <a:bodyPr/>
          <a:lstStyle/>
          <a:p>
            <a:pPr marL="6350" indent="-6350" eaLnBrk="1" hangingPunct="1">
              <a:buFontTx/>
              <a:buNone/>
              <a:tabLst>
                <a:tab pos="4848225" algn="l"/>
              </a:tabLst>
            </a:pPr>
            <a:r>
              <a:rPr lang="fr-FR" altLang="fr-FR" sz="1600">
                <a:solidFill>
                  <a:srgbClr val="FC2C1C"/>
                </a:solidFill>
              </a:rPr>
              <a:t>2.</a:t>
            </a:r>
            <a:r>
              <a:rPr lang="fr-FR" altLang="fr-FR" sz="1600"/>
              <a:t> Moins d’incidents :</a:t>
            </a:r>
          </a:p>
          <a:p>
            <a:pPr marL="6350" indent="-6350" eaLnBrk="1" hangingPunct="1">
              <a:buFontTx/>
              <a:buNone/>
              <a:tabLst>
                <a:tab pos="4848225" algn="l"/>
              </a:tabLst>
            </a:pPr>
            <a:r>
              <a:rPr lang="fr-FR" altLang="fr-FR" sz="1600"/>
              <a:t>action sur un poste</a:t>
            </a:r>
          </a:p>
        </p:txBody>
      </p:sp>
      <p:sp>
        <p:nvSpPr>
          <p:cNvPr id="570372" name="AutoShape 4"/>
          <p:cNvSpPr>
            <a:spLocks/>
          </p:cNvSpPr>
          <p:nvPr/>
        </p:nvSpPr>
        <p:spPr bwMode="auto">
          <a:xfrm>
            <a:off x="6694488" y="4219575"/>
            <a:ext cx="1493837" cy="687388"/>
          </a:xfrm>
          <a:prstGeom prst="borderCallout2">
            <a:avLst>
              <a:gd name="adj1" fmla="val 16630"/>
              <a:gd name="adj2" fmla="val -5102"/>
              <a:gd name="adj3" fmla="val 16630"/>
              <a:gd name="adj4" fmla="val -18065"/>
              <a:gd name="adj5" fmla="val -58199"/>
              <a:gd name="adj6" fmla="val -65037"/>
            </a:avLst>
          </a:prstGeom>
          <a:solidFill>
            <a:srgbClr val="FFFF99"/>
          </a:solidFill>
          <a:ln w="6350" algn="ctr">
            <a:solidFill>
              <a:schemeClr val="tx2"/>
            </a:solidFill>
            <a:miter lim="800000"/>
            <a:headEnd/>
            <a:tailEnd type="triangle" w="med" len="med"/>
          </a:ln>
        </p:spPr>
        <p:txBody>
          <a:bodyPr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1300">
                <a:solidFill>
                  <a:schemeClr val="tx1"/>
                </a:solidFill>
              </a:rPr>
              <a:t>Niveau 2 : vous êtes protégé contre l’incident</a:t>
            </a:r>
          </a:p>
        </p:txBody>
      </p:sp>
      <p:sp>
        <p:nvSpPr>
          <p:cNvPr id="95237" name="Rectangle 5"/>
          <p:cNvSpPr>
            <a:spLocks noChangeArrowheads="1"/>
          </p:cNvSpPr>
          <p:nvPr/>
        </p:nvSpPr>
        <p:spPr bwMode="auto">
          <a:xfrm>
            <a:off x="146050" y="1590675"/>
            <a:ext cx="2346325" cy="835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marL="6350" indent="-6350" algn="l" eaLnBrk="0" hangingPunct="0">
              <a:spcBef>
                <a:spcPct val="20000"/>
              </a:spcBef>
              <a:buChar char="•"/>
              <a:tabLst>
                <a:tab pos="4848225" algn="l"/>
              </a:tabLst>
              <a:defRPr sz="2000">
                <a:solidFill>
                  <a:schemeClr val="accent2"/>
                </a:solidFill>
                <a:latin typeface="Arial" pitchFamily="34" charset="0"/>
              </a:defRPr>
            </a:lvl1pPr>
            <a:lvl2pPr marL="742950" indent="-285750" algn="l" eaLnBrk="0" hangingPunct="0">
              <a:spcBef>
                <a:spcPct val="20000"/>
              </a:spcBef>
              <a:buChar char="–"/>
              <a:tabLst>
                <a:tab pos="4848225" algn="l"/>
              </a:tabLst>
              <a:defRPr>
                <a:solidFill>
                  <a:schemeClr val="accent2"/>
                </a:solidFill>
                <a:latin typeface="Arial" pitchFamily="34" charset="0"/>
              </a:defRPr>
            </a:lvl2pPr>
            <a:lvl3pPr marL="1143000" indent="-228600" algn="l" eaLnBrk="0" hangingPunct="0">
              <a:spcBef>
                <a:spcPct val="20000"/>
              </a:spcBef>
              <a:buChar char="•"/>
              <a:tabLst>
                <a:tab pos="4848225" algn="l"/>
              </a:tabLst>
              <a:defRPr sz="1600">
                <a:solidFill>
                  <a:schemeClr val="accent2"/>
                </a:solidFill>
                <a:latin typeface="Arial" pitchFamily="34" charset="0"/>
              </a:defRPr>
            </a:lvl3pPr>
            <a:lvl4pPr marL="1600200" indent="-228600" algn="l" eaLnBrk="0" hangingPunct="0">
              <a:spcBef>
                <a:spcPct val="20000"/>
              </a:spcBef>
              <a:buChar char="–"/>
              <a:tabLst>
                <a:tab pos="4848225" algn="l"/>
              </a:tabLst>
              <a:defRPr sz="1600">
                <a:solidFill>
                  <a:schemeClr val="accent2"/>
                </a:solidFill>
                <a:latin typeface="Arial" pitchFamily="34" charset="0"/>
              </a:defRPr>
            </a:lvl4pPr>
            <a:lvl5pPr marL="2057400" indent="-228600" algn="l" eaLnBrk="0" hangingPunct="0">
              <a:spcBef>
                <a:spcPct val="20000"/>
              </a:spcBef>
              <a:buChar char="»"/>
              <a:tabLst>
                <a:tab pos="4848225" algn="l"/>
              </a:tabLst>
              <a:defRPr sz="1600">
                <a:solidFill>
                  <a:schemeClr val="accent2"/>
                </a:solidFill>
                <a:latin typeface="Arial" pitchFamily="34" charset="0"/>
              </a:defRPr>
            </a:lvl5pPr>
            <a:lvl6pPr marL="2514600" indent="-228600" eaLnBrk="0" fontAlgn="base" hangingPunct="0">
              <a:spcBef>
                <a:spcPct val="20000"/>
              </a:spcBef>
              <a:spcAft>
                <a:spcPct val="0"/>
              </a:spcAft>
              <a:buChar char="»"/>
              <a:tabLst>
                <a:tab pos="4848225" algn="l"/>
              </a:tabLst>
              <a:defRPr sz="1600">
                <a:solidFill>
                  <a:schemeClr val="accent2"/>
                </a:solidFill>
                <a:latin typeface="Arial" pitchFamily="34" charset="0"/>
              </a:defRPr>
            </a:lvl6pPr>
            <a:lvl7pPr marL="2971800" indent="-228600" eaLnBrk="0" fontAlgn="base" hangingPunct="0">
              <a:spcBef>
                <a:spcPct val="20000"/>
              </a:spcBef>
              <a:spcAft>
                <a:spcPct val="0"/>
              </a:spcAft>
              <a:buChar char="»"/>
              <a:tabLst>
                <a:tab pos="4848225" algn="l"/>
              </a:tabLst>
              <a:defRPr sz="1600">
                <a:solidFill>
                  <a:schemeClr val="accent2"/>
                </a:solidFill>
                <a:latin typeface="Arial" pitchFamily="34" charset="0"/>
              </a:defRPr>
            </a:lvl7pPr>
            <a:lvl8pPr marL="3429000" indent="-228600" eaLnBrk="0" fontAlgn="base" hangingPunct="0">
              <a:spcBef>
                <a:spcPct val="20000"/>
              </a:spcBef>
              <a:spcAft>
                <a:spcPct val="0"/>
              </a:spcAft>
              <a:buChar char="»"/>
              <a:tabLst>
                <a:tab pos="4848225" algn="l"/>
              </a:tabLst>
              <a:defRPr sz="1600">
                <a:solidFill>
                  <a:schemeClr val="accent2"/>
                </a:solidFill>
                <a:latin typeface="Arial" pitchFamily="34" charset="0"/>
              </a:defRPr>
            </a:lvl8pPr>
            <a:lvl9pPr marL="3886200" indent="-228600" eaLnBrk="0" fontAlgn="base" hangingPunct="0">
              <a:spcBef>
                <a:spcPct val="20000"/>
              </a:spcBef>
              <a:spcAft>
                <a:spcPct val="0"/>
              </a:spcAft>
              <a:buChar char="»"/>
              <a:tabLst>
                <a:tab pos="4848225" algn="l"/>
              </a:tabLst>
              <a:defRPr sz="1600">
                <a:solidFill>
                  <a:schemeClr val="accent2"/>
                </a:solidFill>
                <a:latin typeface="Arial" pitchFamily="34" charset="0"/>
              </a:defRPr>
            </a:lvl9pPr>
          </a:lstStyle>
          <a:p>
            <a:pPr eaLnBrk="1" hangingPunct="1">
              <a:buFontTx/>
              <a:buNone/>
            </a:pPr>
            <a:r>
              <a:rPr lang="fr-FR" altLang="fr-FR" sz="1600">
                <a:solidFill>
                  <a:srgbClr val="FC2C1C"/>
                </a:solidFill>
              </a:rPr>
              <a:t>1.</a:t>
            </a:r>
            <a:r>
              <a:rPr lang="fr-FR" altLang="fr-FR" sz="1600"/>
              <a:t> Réduire les temps de changement de série</a:t>
            </a:r>
          </a:p>
        </p:txBody>
      </p:sp>
      <p:pic>
        <p:nvPicPr>
          <p:cNvPr id="95238" name="Picture 7"/>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600325" y="1312863"/>
            <a:ext cx="3136900" cy="13557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pic>
      <p:sp>
        <p:nvSpPr>
          <p:cNvPr id="570376" name="AutoShape 8"/>
          <p:cNvSpPr>
            <a:spLocks/>
          </p:cNvSpPr>
          <p:nvPr/>
        </p:nvSpPr>
        <p:spPr bwMode="auto">
          <a:xfrm>
            <a:off x="6191250" y="769938"/>
            <a:ext cx="2030413" cy="687387"/>
          </a:xfrm>
          <a:prstGeom prst="borderCallout2">
            <a:avLst>
              <a:gd name="adj1" fmla="val 16630"/>
              <a:gd name="adj2" fmla="val -3755"/>
              <a:gd name="adj3" fmla="val 16630"/>
              <a:gd name="adj4" fmla="val -19079"/>
              <a:gd name="adj5" fmla="val 71361"/>
              <a:gd name="adj6" fmla="val -74981"/>
            </a:avLst>
          </a:prstGeom>
          <a:solidFill>
            <a:srgbClr val="FFFF99"/>
          </a:solidFill>
          <a:ln w="6350" algn="ctr">
            <a:solidFill>
              <a:schemeClr val="tx2"/>
            </a:solidFill>
            <a:miter lim="800000"/>
            <a:headEnd/>
            <a:tailEnd type="triangle" w="med" len="med"/>
          </a:ln>
        </p:spPr>
        <p:txBody>
          <a:bodyPr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1300">
                <a:solidFill>
                  <a:schemeClr val="tx1"/>
                </a:solidFill>
              </a:rPr>
              <a:t>Niveau 1 : le temps de changement de série est réduit à 1 h</a:t>
            </a:r>
          </a:p>
        </p:txBody>
      </p:sp>
      <p:sp>
        <p:nvSpPr>
          <p:cNvPr id="570377" name="AutoShape 9"/>
          <p:cNvSpPr>
            <a:spLocks/>
          </p:cNvSpPr>
          <p:nvPr/>
        </p:nvSpPr>
        <p:spPr bwMode="auto">
          <a:xfrm>
            <a:off x="6773863" y="1646238"/>
            <a:ext cx="2030412" cy="915987"/>
          </a:xfrm>
          <a:prstGeom prst="borderCallout2">
            <a:avLst>
              <a:gd name="adj1" fmla="val 12477"/>
              <a:gd name="adj2" fmla="val -3755"/>
              <a:gd name="adj3" fmla="val 12477"/>
              <a:gd name="adj4" fmla="val -13995"/>
              <a:gd name="adj5" fmla="val -18889"/>
              <a:gd name="adj6" fmla="val -51523"/>
            </a:avLst>
          </a:prstGeom>
          <a:solidFill>
            <a:srgbClr val="FFFF99"/>
          </a:solidFill>
          <a:ln w="6350" algn="ctr">
            <a:solidFill>
              <a:schemeClr val="tx2"/>
            </a:solidFill>
            <a:miter lim="800000"/>
            <a:headEnd/>
            <a:tailEnd type="triangle" w="med" len="med"/>
          </a:ln>
        </p:spPr>
        <p:txBody>
          <a:bodyPr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1300">
                <a:solidFill>
                  <a:schemeClr val="tx1"/>
                </a:solidFill>
              </a:rPr>
              <a:t>Niveau 2 : le temps de changement de série est réduit à 10 min. (soit 0 à l’échelle du jeu)</a:t>
            </a:r>
          </a:p>
        </p:txBody>
      </p:sp>
      <p:pic>
        <p:nvPicPr>
          <p:cNvPr id="95241" name="Picture 10"/>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2600325" y="3657600"/>
            <a:ext cx="3136900" cy="14747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pic>
      <p:sp>
        <p:nvSpPr>
          <p:cNvPr id="570379" name="AutoShape 11"/>
          <p:cNvSpPr>
            <a:spLocks/>
          </p:cNvSpPr>
          <p:nvPr/>
        </p:nvSpPr>
        <p:spPr bwMode="auto">
          <a:xfrm>
            <a:off x="6267450" y="3284538"/>
            <a:ext cx="2030413" cy="687387"/>
          </a:xfrm>
          <a:prstGeom prst="borderCallout2">
            <a:avLst>
              <a:gd name="adj1" fmla="val 16630"/>
              <a:gd name="adj2" fmla="val -3755"/>
              <a:gd name="adj3" fmla="val 16630"/>
              <a:gd name="adj4" fmla="val -70134"/>
              <a:gd name="adj5" fmla="val 44806"/>
              <a:gd name="adj6" fmla="val -87097"/>
            </a:avLst>
          </a:prstGeom>
          <a:solidFill>
            <a:srgbClr val="FFFF99"/>
          </a:solidFill>
          <a:ln w="6350" algn="ctr">
            <a:solidFill>
              <a:schemeClr val="tx2"/>
            </a:solidFill>
            <a:miter lim="800000"/>
            <a:headEnd/>
            <a:tailEnd type="triangle" w="med" len="med"/>
          </a:ln>
        </p:spPr>
        <p:txBody>
          <a:bodyPr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1300">
                <a:solidFill>
                  <a:schemeClr val="tx1"/>
                </a:solidFill>
              </a:rPr>
              <a:t>Niveau 1 : vous avez l’incident au niveau de gravité le plus faible</a:t>
            </a:r>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4" presetClass="entr" presetSubtype="16" fill="hold" grpId="0" nodeType="clickEffect">
                                  <p:stCondLst>
                                    <p:cond delay="0"/>
                                  </p:stCondLst>
                                  <p:childTnLst>
                                    <p:set>
                                      <p:cBhvr>
                                        <p:cTn id="6" dur="1" fill="hold">
                                          <p:stCondLst>
                                            <p:cond delay="0"/>
                                          </p:stCondLst>
                                        </p:cTn>
                                        <p:tgtEl>
                                          <p:spTgt spid="570376"/>
                                        </p:tgtEl>
                                        <p:attrNameLst>
                                          <p:attrName>style.visibility</p:attrName>
                                        </p:attrNameLst>
                                      </p:cBhvr>
                                      <p:to>
                                        <p:strVal val="visible"/>
                                      </p:to>
                                    </p:set>
                                    <p:animEffect transition="in" filter="box(in)">
                                      <p:cBhvr>
                                        <p:cTn id="7" dur="500"/>
                                        <p:tgtEl>
                                          <p:spTgt spid="570376"/>
                                        </p:tgtEl>
                                      </p:cBhvr>
                                    </p:animEffect>
                                  </p:childTnLst>
                                </p:cTn>
                              </p:par>
                            </p:childTnLst>
                          </p:cTn>
                        </p:par>
                      </p:childTnLst>
                    </p:cTn>
                  </p:par>
                  <p:par>
                    <p:cTn id="8" fill="hold" nodeType="clickPar">
                      <p:stCondLst>
                        <p:cond delay="indefinite"/>
                      </p:stCondLst>
                      <p:childTnLst>
                        <p:par>
                          <p:cTn id="9" fill="hold" nodeType="withGroup">
                            <p:stCondLst>
                              <p:cond delay="0"/>
                            </p:stCondLst>
                            <p:childTnLst>
                              <p:par>
                                <p:cTn id="10" presetID="4" presetClass="entr" presetSubtype="16" fill="hold" grpId="0" nodeType="clickEffect">
                                  <p:stCondLst>
                                    <p:cond delay="0"/>
                                  </p:stCondLst>
                                  <p:childTnLst>
                                    <p:set>
                                      <p:cBhvr>
                                        <p:cTn id="11" dur="1" fill="hold">
                                          <p:stCondLst>
                                            <p:cond delay="0"/>
                                          </p:stCondLst>
                                        </p:cTn>
                                        <p:tgtEl>
                                          <p:spTgt spid="570377"/>
                                        </p:tgtEl>
                                        <p:attrNameLst>
                                          <p:attrName>style.visibility</p:attrName>
                                        </p:attrNameLst>
                                      </p:cBhvr>
                                      <p:to>
                                        <p:strVal val="visible"/>
                                      </p:to>
                                    </p:set>
                                    <p:animEffect transition="in" filter="box(in)">
                                      <p:cBhvr>
                                        <p:cTn id="12" dur="500"/>
                                        <p:tgtEl>
                                          <p:spTgt spid="570377"/>
                                        </p:tgtEl>
                                      </p:cBhvr>
                                    </p:animEffect>
                                  </p:childTnLst>
                                </p:cTn>
                              </p:par>
                            </p:childTnLst>
                          </p:cTn>
                        </p:par>
                      </p:childTnLst>
                    </p:cTn>
                  </p:par>
                  <p:par>
                    <p:cTn id="13" fill="hold" nodeType="clickPar">
                      <p:stCondLst>
                        <p:cond delay="indefinite"/>
                      </p:stCondLst>
                      <p:childTnLst>
                        <p:par>
                          <p:cTn id="14" fill="hold" nodeType="withGroup">
                            <p:stCondLst>
                              <p:cond delay="0"/>
                            </p:stCondLst>
                            <p:childTnLst>
                              <p:par>
                                <p:cTn id="15" presetID="4" presetClass="entr" presetSubtype="16" fill="hold" grpId="0" nodeType="clickEffect">
                                  <p:stCondLst>
                                    <p:cond delay="0"/>
                                  </p:stCondLst>
                                  <p:childTnLst>
                                    <p:set>
                                      <p:cBhvr>
                                        <p:cTn id="16" dur="1" fill="hold">
                                          <p:stCondLst>
                                            <p:cond delay="0"/>
                                          </p:stCondLst>
                                        </p:cTn>
                                        <p:tgtEl>
                                          <p:spTgt spid="570379"/>
                                        </p:tgtEl>
                                        <p:attrNameLst>
                                          <p:attrName>style.visibility</p:attrName>
                                        </p:attrNameLst>
                                      </p:cBhvr>
                                      <p:to>
                                        <p:strVal val="visible"/>
                                      </p:to>
                                    </p:set>
                                    <p:animEffect transition="in" filter="box(in)">
                                      <p:cBhvr>
                                        <p:cTn id="17" dur="500"/>
                                        <p:tgtEl>
                                          <p:spTgt spid="570379"/>
                                        </p:tgtEl>
                                      </p:cBhvr>
                                    </p:animEffect>
                                  </p:childTnLst>
                                </p:cTn>
                              </p:par>
                            </p:childTnLst>
                          </p:cTn>
                        </p:par>
                      </p:childTnLst>
                    </p:cTn>
                  </p:par>
                  <p:par>
                    <p:cTn id="18" fill="hold" nodeType="clickPar">
                      <p:stCondLst>
                        <p:cond delay="indefinite"/>
                      </p:stCondLst>
                      <p:childTnLst>
                        <p:par>
                          <p:cTn id="19" fill="hold" nodeType="withGroup">
                            <p:stCondLst>
                              <p:cond delay="0"/>
                            </p:stCondLst>
                            <p:childTnLst>
                              <p:par>
                                <p:cTn id="20" presetID="4" presetClass="entr" presetSubtype="16" fill="hold" grpId="0" nodeType="clickEffect">
                                  <p:stCondLst>
                                    <p:cond delay="0"/>
                                  </p:stCondLst>
                                  <p:childTnLst>
                                    <p:set>
                                      <p:cBhvr>
                                        <p:cTn id="21" dur="1" fill="hold">
                                          <p:stCondLst>
                                            <p:cond delay="0"/>
                                          </p:stCondLst>
                                        </p:cTn>
                                        <p:tgtEl>
                                          <p:spTgt spid="570372"/>
                                        </p:tgtEl>
                                        <p:attrNameLst>
                                          <p:attrName>style.visibility</p:attrName>
                                        </p:attrNameLst>
                                      </p:cBhvr>
                                      <p:to>
                                        <p:strVal val="visible"/>
                                      </p:to>
                                    </p:set>
                                    <p:animEffect transition="in" filter="box(in)">
                                      <p:cBhvr>
                                        <p:cTn id="22" dur="500"/>
                                        <p:tgtEl>
                                          <p:spTgt spid="57037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70372" grpId="0" animBg="1"/>
      <p:bldP spid="570376" grpId="0" animBg="1"/>
      <p:bldP spid="570377" grpId="0" animBg="1"/>
      <p:bldP spid="570379" grpId="0" animBg="1"/>
    </p:bldLst>
  </p:timing>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6258" name="Picture 29"/>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19088" y="1362075"/>
            <a:ext cx="8509000" cy="37274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96259" name="Rectangle 2"/>
          <p:cNvSpPr>
            <a:spLocks noGrp="1" noChangeArrowheads="1"/>
          </p:cNvSpPr>
          <p:nvPr>
            <p:ph type="title"/>
          </p:nvPr>
        </p:nvSpPr>
        <p:spPr/>
        <p:txBody>
          <a:bodyPr/>
          <a:lstStyle/>
          <a:p>
            <a:pPr eaLnBrk="1" hangingPunct="1"/>
            <a:r>
              <a:rPr lang="fr-FR" altLang="fr-FR"/>
              <a:t>Enregistrement des progrès</a:t>
            </a:r>
          </a:p>
        </p:txBody>
      </p:sp>
      <p:grpSp>
        <p:nvGrpSpPr>
          <p:cNvPr id="2" name="Group 40"/>
          <p:cNvGrpSpPr>
            <a:grpSpLocks/>
          </p:cNvGrpSpPr>
          <p:nvPr/>
        </p:nvGrpSpPr>
        <p:grpSpPr bwMode="auto">
          <a:xfrm>
            <a:off x="6032500" y="1895475"/>
            <a:ext cx="2424113" cy="2797175"/>
            <a:chOff x="3800" y="1194"/>
            <a:chExt cx="1527" cy="1762"/>
          </a:xfrm>
        </p:grpSpPr>
        <p:sp>
          <p:nvSpPr>
            <p:cNvPr id="96267" name="AutoShape 21"/>
            <p:cNvSpPr>
              <a:spLocks/>
            </p:cNvSpPr>
            <p:nvPr/>
          </p:nvSpPr>
          <p:spPr bwMode="auto">
            <a:xfrm>
              <a:off x="3800" y="1194"/>
              <a:ext cx="936" cy="361"/>
            </a:xfrm>
            <a:prstGeom prst="borderCallout2">
              <a:avLst>
                <a:gd name="adj1" fmla="val 19944"/>
                <a:gd name="adj2" fmla="val 105130"/>
                <a:gd name="adj3" fmla="val 19944"/>
                <a:gd name="adj4" fmla="val 109616"/>
                <a:gd name="adj5" fmla="val 149032"/>
                <a:gd name="adj6" fmla="val 125963"/>
              </a:avLst>
            </a:prstGeom>
            <a:solidFill>
              <a:srgbClr val="FFFF99"/>
            </a:solidFill>
            <a:ln w="6350" algn="ctr">
              <a:solidFill>
                <a:schemeClr val="tx2"/>
              </a:solidFill>
              <a:miter lim="800000"/>
              <a:headEnd/>
              <a:tailEnd type="triangle" w="med" len="med"/>
            </a:ln>
          </p:spPr>
          <p:txBody>
            <a:bodyPr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1400">
                  <a:solidFill>
                    <a:schemeClr val="tx1"/>
                  </a:solidFill>
                </a:rPr>
                <a:t>Les points dont vous disposez</a:t>
              </a:r>
            </a:p>
          </p:txBody>
        </p:sp>
        <p:sp>
          <p:nvSpPr>
            <p:cNvPr id="96268" name="Oval 30"/>
            <p:cNvSpPr>
              <a:spLocks noChangeArrowheads="1"/>
            </p:cNvSpPr>
            <p:nvPr/>
          </p:nvSpPr>
          <p:spPr bwMode="auto">
            <a:xfrm>
              <a:off x="4996" y="2406"/>
              <a:ext cx="331" cy="161"/>
            </a:xfrm>
            <a:prstGeom prst="ellipse">
              <a:avLst/>
            </a:prstGeom>
            <a:noFill/>
            <a:ln w="6350" algn="ctr">
              <a:solidFill>
                <a:srgbClr val="FC2C1C"/>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96269" name="Oval 31"/>
            <p:cNvSpPr>
              <a:spLocks noChangeArrowheads="1"/>
            </p:cNvSpPr>
            <p:nvPr/>
          </p:nvSpPr>
          <p:spPr bwMode="auto">
            <a:xfrm>
              <a:off x="4976" y="2205"/>
              <a:ext cx="331" cy="161"/>
            </a:xfrm>
            <a:prstGeom prst="ellipse">
              <a:avLst/>
            </a:prstGeom>
            <a:noFill/>
            <a:ln w="6350" algn="ctr">
              <a:solidFill>
                <a:srgbClr val="FC2C1C"/>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96270" name="Oval 32"/>
            <p:cNvSpPr>
              <a:spLocks noChangeArrowheads="1"/>
            </p:cNvSpPr>
            <p:nvPr/>
          </p:nvSpPr>
          <p:spPr bwMode="auto">
            <a:xfrm>
              <a:off x="4976" y="2017"/>
              <a:ext cx="331" cy="161"/>
            </a:xfrm>
            <a:prstGeom prst="ellipse">
              <a:avLst/>
            </a:prstGeom>
            <a:noFill/>
            <a:ln w="6350" algn="ctr">
              <a:solidFill>
                <a:srgbClr val="FC2C1C"/>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96271" name="Oval 33"/>
            <p:cNvSpPr>
              <a:spLocks noChangeArrowheads="1"/>
            </p:cNvSpPr>
            <p:nvPr/>
          </p:nvSpPr>
          <p:spPr bwMode="auto">
            <a:xfrm>
              <a:off x="4976" y="1823"/>
              <a:ext cx="331" cy="161"/>
            </a:xfrm>
            <a:prstGeom prst="ellipse">
              <a:avLst/>
            </a:prstGeom>
            <a:noFill/>
            <a:ln w="6350" algn="ctr">
              <a:solidFill>
                <a:srgbClr val="FC2C1C"/>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96272" name="Oval 34"/>
            <p:cNvSpPr>
              <a:spLocks noChangeArrowheads="1"/>
            </p:cNvSpPr>
            <p:nvPr/>
          </p:nvSpPr>
          <p:spPr bwMode="auto">
            <a:xfrm>
              <a:off x="4996" y="2594"/>
              <a:ext cx="331" cy="161"/>
            </a:xfrm>
            <a:prstGeom prst="ellipse">
              <a:avLst/>
            </a:prstGeom>
            <a:noFill/>
            <a:ln w="6350" algn="ctr">
              <a:solidFill>
                <a:srgbClr val="FC2C1C"/>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96273" name="Oval 35"/>
            <p:cNvSpPr>
              <a:spLocks noChangeArrowheads="1"/>
            </p:cNvSpPr>
            <p:nvPr/>
          </p:nvSpPr>
          <p:spPr bwMode="auto">
            <a:xfrm>
              <a:off x="4989" y="2795"/>
              <a:ext cx="331" cy="161"/>
            </a:xfrm>
            <a:prstGeom prst="ellipse">
              <a:avLst/>
            </a:prstGeom>
            <a:noFill/>
            <a:ln w="6350" algn="ctr">
              <a:solidFill>
                <a:srgbClr val="FC2C1C"/>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grpSp>
        <p:nvGrpSpPr>
          <p:cNvPr id="3" name="Group 39"/>
          <p:cNvGrpSpPr>
            <a:grpSpLocks/>
          </p:cNvGrpSpPr>
          <p:nvPr/>
        </p:nvGrpSpPr>
        <p:grpSpPr bwMode="auto">
          <a:xfrm>
            <a:off x="1458913" y="2914650"/>
            <a:ext cx="6411912" cy="1771650"/>
            <a:chOff x="919" y="1836"/>
            <a:chExt cx="4039" cy="1116"/>
          </a:xfrm>
        </p:grpSpPr>
        <p:sp>
          <p:nvSpPr>
            <p:cNvPr id="96264" name="Oval 36"/>
            <p:cNvSpPr>
              <a:spLocks noChangeArrowheads="1"/>
            </p:cNvSpPr>
            <p:nvPr/>
          </p:nvSpPr>
          <p:spPr bwMode="auto">
            <a:xfrm>
              <a:off x="919" y="1836"/>
              <a:ext cx="363" cy="161"/>
            </a:xfrm>
            <a:prstGeom prst="ellipse">
              <a:avLst/>
            </a:prstGeom>
            <a:noFill/>
            <a:ln w="6350" algn="ctr">
              <a:solidFill>
                <a:schemeClr val="accent2"/>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96265" name="Oval 37"/>
            <p:cNvSpPr>
              <a:spLocks noChangeArrowheads="1"/>
            </p:cNvSpPr>
            <p:nvPr/>
          </p:nvSpPr>
          <p:spPr bwMode="auto">
            <a:xfrm>
              <a:off x="4576" y="1836"/>
              <a:ext cx="382" cy="161"/>
            </a:xfrm>
            <a:prstGeom prst="ellipse">
              <a:avLst/>
            </a:prstGeom>
            <a:noFill/>
            <a:ln w="6350" algn="ctr">
              <a:solidFill>
                <a:schemeClr val="accent2"/>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96266" name="AutoShape 38"/>
            <p:cNvSpPr>
              <a:spLocks/>
            </p:cNvSpPr>
            <p:nvPr/>
          </p:nvSpPr>
          <p:spPr bwMode="auto">
            <a:xfrm>
              <a:off x="1337" y="2487"/>
              <a:ext cx="1229" cy="465"/>
            </a:xfrm>
            <a:prstGeom prst="borderCallout2">
              <a:avLst>
                <a:gd name="adj1" fmla="val 15486"/>
                <a:gd name="adj2" fmla="val -3907"/>
                <a:gd name="adj3" fmla="val 15486"/>
                <a:gd name="adj4" fmla="val -3907"/>
                <a:gd name="adj5" fmla="val -95269"/>
                <a:gd name="adj6" fmla="val -14319"/>
              </a:avLst>
            </a:prstGeom>
            <a:solidFill>
              <a:srgbClr val="FFFF99"/>
            </a:solidFill>
            <a:ln w="9525">
              <a:solidFill>
                <a:srgbClr val="000000"/>
              </a:solidFill>
              <a:miter lim="800000"/>
              <a:headEnd/>
              <a:tailEnd type="triangle" w="med" len="med"/>
            </a:ln>
          </p:spPr>
          <p:txBody>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1300">
                  <a:solidFill>
                    <a:schemeClr val="tx1"/>
                  </a:solidFill>
                </a:rPr>
                <a:t>Notez les points que vous affectez au progrès sur ce poste</a:t>
              </a:r>
            </a:p>
          </p:txBody>
        </p:sp>
      </p:gr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nodeType="clickPar">
                      <p:stCondLst>
                        <p:cond delay="indefinite"/>
                      </p:stCondLst>
                      <p:childTnLst>
                        <p:par>
                          <p:cTn id="8" fill="hold" nodeType="withGroup">
                            <p:stCondLst>
                              <p:cond delay="0"/>
                            </p:stCondLst>
                            <p:childTnLst>
                              <p:par>
                                <p:cTn id="9" presetID="1" presetClass="entr" presetSubtype="0" fill="hold" nodeType="clickEffect">
                                  <p:stCondLst>
                                    <p:cond delay="0"/>
                                  </p:stCondLst>
                                  <p:childTnLst>
                                    <p:set>
                                      <p:cBhvr>
                                        <p:cTn id="10"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7282" name="Rectangle 2"/>
          <p:cNvSpPr>
            <a:spLocks noGrp="1" noChangeArrowheads="1"/>
          </p:cNvSpPr>
          <p:nvPr>
            <p:ph type="title"/>
          </p:nvPr>
        </p:nvSpPr>
        <p:spPr/>
        <p:txBody>
          <a:bodyPr/>
          <a:lstStyle/>
          <a:p>
            <a:pPr eaLnBrk="1" hangingPunct="1"/>
            <a:r>
              <a:rPr lang="fr-FR" altLang="fr-FR"/>
              <a:t>Enregistrement des progrès</a:t>
            </a:r>
            <a:br>
              <a:rPr lang="fr-FR" altLang="fr-FR"/>
            </a:br>
            <a:r>
              <a:rPr lang="fr-FR" altLang="fr-FR" sz="1800">
                <a:solidFill>
                  <a:srgbClr val="FC2C1C"/>
                </a:solidFill>
              </a:rPr>
              <a:t>(diapo destinée à l’animateur)</a:t>
            </a:r>
          </a:p>
        </p:txBody>
      </p:sp>
      <p:sp>
        <p:nvSpPr>
          <p:cNvPr id="97284" name="Rectangle 42"/>
          <p:cNvSpPr>
            <a:spLocks noGrp="1" noChangeArrowheads="1"/>
          </p:cNvSpPr>
          <p:nvPr>
            <p:ph type="body" idx="1"/>
          </p:nvPr>
        </p:nvSpPr>
        <p:spPr>
          <a:xfrm>
            <a:off x="606425" y="1068388"/>
            <a:ext cx="8208963" cy="2805112"/>
          </a:xfrm>
        </p:spPr>
        <p:txBody>
          <a:bodyPr/>
          <a:lstStyle/>
          <a:p>
            <a:pPr eaLnBrk="1" hangingPunct="1">
              <a:lnSpc>
                <a:spcPct val="120000"/>
              </a:lnSpc>
              <a:spcBef>
                <a:spcPct val="0"/>
              </a:spcBef>
            </a:pPr>
            <a:r>
              <a:rPr lang="fr-FR" altLang="fr-FR" sz="1800"/>
              <a:t>L’animateur va voir chaque équipe après qu’elle ait fait son choix et note de façon confidentielle son choix sur la feuille Relevé des Progrès (RP).</a:t>
            </a:r>
          </a:p>
          <a:p>
            <a:pPr lvl="1" eaLnBrk="1" hangingPunct="1">
              <a:lnSpc>
                <a:spcPct val="120000"/>
              </a:lnSpc>
              <a:spcBef>
                <a:spcPct val="0"/>
              </a:spcBef>
            </a:pPr>
            <a:r>
              <a:rPr lang="fr-FR" altLang="fr-FR" sz="1500"/>
              <a:t>La confidentialité est justifiée par le fait qu’une équipe ne doit pas connaître la stratégie de l’autre.</a:t>
            </a:r>
          </a:p>
          <a:p>
            <a:pPr eaLnBrk="1" hangingPunct="1">
              <a:lnSpc>
                <a:spcPct val="120000"/>
              </a:lnSpc>
              <a:spcBef>
                <a:spcPct val="0"/>
              </a:spcBef>
            </a:pPr>
            <a:r>
              <a:rPr lang="fr-FR" altLang="fr-FR" sz="1800"/>
              <a:t>Il utilise ces valeurs pour mettre à jour la cartographie des progrès qui sera utilisé au moment du debriefing (voir fichier Analyse des progrès). </a:t>
            </a:r>
          </a:p>
          <a:p>
            <a:pPr lvl="1" eaLnBrk="1" hangingPunct="1">
              <a:lnSpc>
                <a:spcPct val="120000"/>
              </a:lnSpc>
              <a:spcBef>
                <a:spcPct val="0"/>
              </a:spcBef>
            </a:pPr>
            <a:r>
              <a:rPr lang="fr-FR" altLang="fr-FR" sz="1500"/>
              <a:t>Remarque : pour ne pas ralentir le jeu l’animateur peut ne pas faire cette mise à jour immédiatement et profiter d’un temps pendant lequel les participants préparent des décisions, par exemple lors du prochain choix de progrès.</a:t>
            </a:r>
          </a:p>
          <a:p>
            <a:pPr eaLnBrk="1" hangingPunct="1">
              <a:lnSpc>
                <a:spcPct val="120000"/>
              </a:lnSpc>
            </a:pPr>
            <a:endParaRPr lang="fr-FR" altLang="fr-FR" sz="1500"/>
          </a:p>
        </p:txBody>
      </p:sp>
      <p:pic>
        <p:nvPicPr>
          <p:cNvPr id="97286" name="Picture 45"/>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185988" y="4017963"/>
            <a:ext cx="6286500" cy="25241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pic>
      <p:sp>
        <p:nvSpPr>
          <p:cNvPr id="97287" name="AutoShape 43"/>
          <p:cNvSpPr>
            <a:spLocks/>
          </p:cNvSpPr>
          <p:nvPr/>
        </p:nvSpPr>
        <p:spPr bwMode="auto">
          <a:xfrm>
            <a:off x="163513" y="4521200"/>
            <a:ext cx="2082800" cy="830263"/>
          </a:xfrm>
          <a:prstGeom prst="borderCallout2">
            <a:avLst>
              <a:gd name="adj1" fmla="val 13769"/>
              <a:gd name="adj2" fmla="val 103657"/>
              <a:gd name="adj3" fmla="val 13769"/>
              <a:gd name="adj4" fmla="val 112653"/>
              <a:gd name="adj5" fmla="val 52963"/>
              <a:gd name="adj6" fmla="val 145579"/>
            </a:avLst>
          </a:prstGeom>
          <a:solidFill>
            <a:srgbClr val="FFFF99"/>
          </a:solidFill>
          <a:ln w="6350" algn="ctr">
            <a:solidFill>
              <a:schemeClr val="tx2"/>
            </a:solidFill>
            <a:miter lim="800000"/>
            <a:headEnd/>
            <a:tailEnd type="triangle" w="med" len="med"/>
          </a:ln>
        </p:spPr>
        <p:txBody>
          <a:bodyPr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1400">
                <a:solidFill>
                  <a:schemeClr val="tx1"/>
                </a:solidFill>
              </a:rPr>
              <a:t>Notez sur cette ligne les points de l’équipe A en semaine 1, heure 1</a:t>
            </a:r>
          </a:p>
        </p:txBody>
      </p:sp>
      <p:pic>
        <p:nvPicPr>
          <p:cNvPr id="8" name="Picture 2" descr="C:\Users\BertrandS\Dropbox\Jeux\00. CONCEPTION DES JEUX\photos\Bureau Une Femme 29\iStock_000002139332_Medium ALLEGE.jpg"/>
          <p:cNvPicPr>
            <a:picLocks noChangeAspect="1" noChangeArrowheads="1"/>
          </p:cNvPicPr>
          <p:nvPr/>
        </p:nvPicPr>
        <p:blipFill rotWithShape="1">
          <a:blip r:embed="rId4" cstate="print">
            <a:clrChange>
              <a:clrFrom>
                <a:srgbClr val="FFFFFF"/>
              </a:clrFrom>
              <a:clrTo>
                <a:srgbClr val="FFFFFF">
                  <a:alpha val="0"/>
                </a:srgbClr>
              </a:clrTo>
            </a:clrChange>
            <a:extLst>
              <a:ext uri="{28A0092B-C50C-407E-A947-70E740481C1C}">
                <a14:useLocalDpi xmlns:a14="http://schemas.microsoft.com/office/drawing/2010/main" val="0"/>
              </a:ext>
            </a:extLst>
          </a:blip>
          <a:srcRect b="26675"/>
          <a:stretch/>
        </p:blipFill>
        <p:spPr bwMode="auto">
          <a:xfrm>
            <a:off x="8248783" y="45838"/>
            <a:ext cx="815481" cy="947302"/>
          </a:xfrm>
          <a:prstGeom prst="rect">
            <a:avLst/>
          </a:prstGeom>
          <a:solidFill>
            <a:schemeClr val="bg1"/>
          </a:solidFill>
          <a:ln w="12700">
            <a:solidFill>
              <a:srgbClr val="27A8E0"/>
            </a:solidFill>
          </a:ln>
          <a:effectLst>
            <a:outerShdw blurRad="25400" dist="50800" dir="2700000" algn="ctr" rotWithShape="0">
              <a:srgbClr val="27A8E0"/>
            </a:outerShdw>
          </a:effectLst>
        </p:spPr>
      </p:pic>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8306" name="Rectangle 2"/>
          <p:cNvSpPr>
            <a:spLocks noGrp="1" noChangeArrowheads="1"/>
          </p:cNvSpPr>
          <p:nvPr>
            <p:ph type="title"/>
          </p:nvPr>
        </p:nvSpPr>
        <p:spPr/>
        <p:txBody>
          <a:bodyPr/>
          <a:lstStyle/>
          <a:p>
            <a:pPr eaLnBrk="1" hangingPunct="1"/>
            <a:r>
              <a:rPr lang="fr-FR" altLang="fr-FR"/>
              <a:t>Reprise de la simulation</a:t>
            </a:r>
          </a:p>
        </p:txBody>
      </p:sp>
      <p:sp>
        <p:nvSpPr>
          <p:cNvPr id="98307" name="Rectangle 3"/>
          <p:cNvSpPr>
            <a:spLocks noGrp="1" noChangeArrowheads="1"/>
          </p:cNvSpPr>
          <p:nvPr>
            <p:ph type="body" idx="1"/>
          </p:nvPr>
        </p:nvSpPr>
        <p:spPr/>
        <p:txBody>
          <a:bodyPr/>
          <a:lstStyle/>
          <a:p>
            <a:pPr eaLnBrk="1" hangingPunct="1"/>
            <a:r>
              <a:rPr lang="fr-FR" altLang="fr-FR"/>
              <a:t>Vous pouvez baisser vos stocks pour tenir compte de la nouvelle situation (mais vous ne devez pas les augmenter !).</a:t>
            </a:r>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99331" name="Group 3"/>
          <p:cNvGrpSpPr>
            <a:grpSpLocks/>
          </p:cNvGrpSpPr>
          <p:nvPr/>
        </p:nvGrpSpPr>
        <p:grpSpPr bwMode="auto">
          <a:xfrm>
            <a:off x="7073900" y="215900"/>
            <a:ext cx="1878013" cy="1250950"/>
            <a:chOff x="4456" y="136"/>
            <a:chExt cx="1183" cy="788"/>
          </a:xfrm>
        </p:grpSpPr>
        <p:grpSp>
          <p:nvGrpSpPr>
            <p:cNvPr id="99447" name="Group 4"/>
            <p:cNvGrpSpPr>
              <a:grpSpLocks/>
            </p:cNvGrpSpPr>
            <p:nvPr/>
          </p:nvGrpSpPr>
          <p:grpSpPr bwMode="auto">
            <a:xfrm>
              <a:off x="4766" y="232"/>
              <a:ext cx="873" cy="692"/>
              <a:chOff x="2185" y="310"/>
              <a:chExt cx="873" cy="692"/>
            </a:xfrm>
          </p:grpSpPr>
          <p:sp>
            <p:nvSpPr>
              <p:cNvPr id="99458" name="Freeform 5"/>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accent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99459" name="Freeform 6"/>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99460" name="Freeform 7"/>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99461" name="Freeform 8"/>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99462" name="Freeform 9"/>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99463" name="Freeform 10"/>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99464" name="Freeform 11"/>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grpSp>
          <p:nvGrpSpPr>
            <p:cNvPr id="99448" name="Group 12"/>
            <p:cNvGrpSpPr>
              <a:grpSpLocks/>
            </p:cNvGrpSpPr>
            <p:nvPr/>
          </p:nvGrpSpPr>
          <p:grpSpPr bwMode="auto">
            <a:xfrm>
              <a:off x="4949" y="336"/>
              <a:ext cx="591" cy="468"/>
              <a:chOff x="2185" y="310"/>
              <a:chExt cx="873" cy="692"/>
            </a:xfrm>
          </p:grpSpPr>
          <p:sp>
            <p:nvSpPr>
              <p:cNvPr id="99451" name="Freeform 13"/>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99452" name="Freeform 14"/>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99453" name="Freeform 15"/>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99454" name="Freeform 16"/>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99455" name="Freeform 17"/>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99456" name="Freeform 18"/>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99457" name="Freeform 19"/>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pic>
          <p:nvPicPr>
            <p:cNvPr id="99449" name="Picture 20"/>
            <p:cNvPicPr>
              <a:picLocks noChangeAspect="1" noChangeArrowheads="1"/>
            </p:cNvPicPr>
            <p:nvPr/>
          </p:nvPicPr>
          <p:blipFill>
            <a:blip r:embed="rId3" cstate="print">
              <a:extLst>
                <a:ext uri="{28A0092B-C50C-407E-A947-70E740481C1C}">
                  <a14:useLocalDpi xmlns:a14="http://schemas.microsoft.com/office/drawing/2010/main" val="0"/>
                </a:ext>
              </a:extLst>
            </a:blip>
            <a:srcRect l="-4282" t="-4369" r="-5199" b="-12012"/>
            <a:stretch>
              <a:fillRect/>
            </a:stretch>
          </p:blipFill>
          <p:spPr bwMode="auto">
            <a:xfrm>
              <a:off x="4456" y="136"/>
              <a:ext cx="480" cy="5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99450" name="Text Box 21"/>
            <p:cNvSpPr txBox="1">
              <a:spLocks noChangeArrowheads="1"/>
            </p:cNvSpPr>
            <p:nvPr/>
          </p:nvSpPr>
          <p:spPr bwMode="auto">
            <a:xfrm>
              <a:off x="5066" y="314"/>
              <a:ext cx="356" cy="49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4500" b="1">
                  <a:solidFill>
                    <a:srgbClr val="FF0000"/>
                  </a:solidFill>
                  <a:latin typeface="Arial Black" pitchFamily="34" charset="0"/>
                </a:rPr>
                <a:t>1</a:t>
              </a:r>
              <a:endParaRPr lang="fr-FR" altLang="fr-FR" sz="3200">
                <a:solidFill>
                  <a:schemeClr val="tx1"/>
                </a:solidFill>
                <a:latin typeface="Arial Black" pitchFamily="34" charset="0"/>
              </a:endParaRPr>
            </a:p>
          </p:txBody>
        </p:sp>
      </p:grpSp>
      <p:sp>
        <p:nvSpPr>
          <p:cNvPr id="99332" name="Text Box 22"/>
          <p:cNvSpPr txBox="1">
            <a:spLocks noChangeArrowheads="1"/>
          </p:cNvSpPr>
          <p:nvPr/>
        </p:nvSpPr>
        <p:spPr bwMode="auto">
          <a:xfrm>
            <a:off x="449263" y="3729038"/>
            <a:ext cx="828675"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a:spcBef>
                <a:spcPct val="0"/>
              </a:spcBef>
              <a:buFontTx/>
              <a:buNone/>
            </a:pPr>
            <a:r>
              <a:rPr lang="fr-FR" altLang="fr-FR" sz="2400" dirty="0">
                <a:solidFill>
                  <a:srgbClr val="FC2C1C"/>
                </a:solidFill>
              </a:rPr>
              <a:t>2 R1</a:t>
            </a:r>
          </a:p>
        </p:txBody>
      </p:sp>
      <p:sp>
        <p:nvSpPr>
          <p:cNvPr id="99333" name="Text Box 23"/>
          <p:cNvSpPr txBox="1">
            <a:spLocks noChangeArrowheads="1"/>
          </p:cNvSpPr>
          <p:nvPr/>
        </p:nvSpPr>
        <p:spPr bwMode="auto">
          <a:xfrm>
            <a:off x="1690688" y="3729038"/>
            <a:ext cx="828675"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a:spcBef>
                <a:spcPct val="0"/>
              </a:spcBef>
              <a:buFontTx/>
              <a:buNone/>
            </a:pPr>
            <a:r>
              <a:rPr lang="fr-FR" altLang="fr-FR" sz="2400">
                <a:solidFill>
                  <a:srgbClr val="FC2C1C"/>
                </a:solidFill>
              </a:rPr>
              <a:t>1 R3</a:t>
            </a:r>
          </a:p>
        </p:txBody>
      </p:sp>
      <p:sp>
        <p:nvSpPr>
          <p:cNvPr id="99334" name="Text Box 24"/>
          <p:cNvSpPr txBox="1">
            <a:spLocks noChangeArrowheads="1"/>
          </p:cNvSpPr>
          <p:nvPr/>
        </p:nvSpPr>
        <p:spPr bwMode="auto">
          <a:xfrm>
            <a:off x="3113088" y="3729038"/>
            <a:ext cx="828675"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a:spcBef>
                <a:spcPct val="0"/>
              </a:spcBef>
              <a:buFontTx/>
              <a:buNone/>
            </a:pPr>
            <a:r>
              <a:rPr lang="fr-FR" altLang="fr-FR" sz="2400">
                <a:solidFill>
                  <a:srgbClr val="FC2C1C"/>
                </a:solidFill>
              </a:rPr>
              <a:t>2 R4</a:t>
            </a:r>
          </a:p>
        </p:txBody>
      </p:sp>
      <p:sp>
        <p:nvSpPr>
          <p:cNvPr id="99335" name="Rectangle 27"/>
          <p:cNvSpPr>
            <a:spLocks noGrp="1" noChangeArrowheads="1"/>
          </p:cNvSpPr>
          <p:nvPr>
            <p:ph type="title"/>
          </p:nvPr>
        </p:nvSpPr>
        <p:spPr>
          <a:xfrm>
            <a:off x="611188" y="0"/>
            <a:ext cx="6388100" cy="647700"/>
          </a:xfrm>
        </p:spPr>
        <p:txBody>
          <a:bodyPr/>
          <a:lstStyle/>
          <a:p>
            <a:pPr eaLnBrk="1" hangingPunct="1"/>
            <a:r>
              <a:rPr lang="fr-FR" altLang="fr-FR"/>
              <a:t>Sem. 2 - Lundi (St Brice)</a:t>
            </a:r>
          </a:p>
        </p:txBody>
      </p:sp>
      <p:sp>
        <p:nvSpPr>
          <p:cNvPr id="99336" name="Text Box 28"/>
          <p:cNvSpPr txBox="1">
            <a:spLocks noChangeArrowheads="1"/>
          </p:cNvSpPr>
          <p:nvPr/>
        </p:nvSpPr>
        <p:spPr bwMode="auto">
          <a:xfrm>
            <a:off x="574675" y="2030413"/>
            <a:ext cx="3557588"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2. Livrez les commandes</a:t>
            </a:r>
          </a:p>
        </p:txBody>
      </p:sp>
      <p:sp>
        <p:nvSpPr>
          <p:cNvPr id="99337" name="Text Box 29"/>
          <p:cNvSpPr txBox="1">
            <a:spLocks noChangeArrowheads="1"/>
          </p:cNvSpPr>
          <p:nvPr/>
        </p:nvSpPr>
        <p:spPr bwMode="auto">
          <a:xfrm>
            <a:off x="566738" y="1154113"/>
            <a:ext cx="1946275"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1. Tirez le dé</a:t>
            </a:r>
          </a:p>
        </p:txBody>
      </p:sp>
      <p:sp>
        <p:nvSpPr>
          <p:cNvPr id="99338" name="Text Box 30"/>
          <p:cNvSpPr txBox="1">
            <a:spLocks noChangeArrowheads="1"/>
          </p:cNvSpPr>
          <p:nvPr/>
        </p:nvSpPr>
        <p:spPr bwMode="auto">
          <a:xfrm>
            <a:off x="579438" y="4316413"/>
            <a:ext cx="18796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3. Produisez</a:t>
            </a:r>
          </a:p>
        </p:txBody>
      </p:sp>
      <p:grpSp>
        <p:nvGrpSpPr>
          <p:cNvPr id="99339" name="Group 32"/>
          <p:cNvGrpSpPr>
            <a:grpSpLocks/>
          </p:cNvGrpSpPr>
          <p:nvPr/>
        </p:nvGrpSpPr>
        <p:grpSpPr bwMode="auto">
          <a:xfrm>
            <a:off x="2843213" y="1106488"/>
            <a:ext cx="446087" cy="534987"/>
            <a:chOff x="868" y="1439"/>
            <a:chExt cx="811" cy="972"/>
          </a:xfrm>
        </p:grpSpPr>
        <p:sp>
          <p:nvSpPr>
            <p:cNvPr id="99396" name="Freeform 33"/>
            <p:cNvSpPr>
              <a:spLocks/>
            </p:cNvSpPr>
            <p:nvPr/>
          </p:nvSpPr>
          <p:spPr bwMode="auto">
            <a:xfrm>
              <a:off x="1548" y="2014"/>
              <a:ext cx="123" cy="100"/>
            </a:xfrm>
            <a:custGeom>
              <a:avLst/>
              <a:gdLst>
                <a:gd name="T0" fmla="*/ 5 w 618"/>
                <a:gd name="T1" fmla="*/ 0 h 502"/>
                <a:gd name="T2" fmla="*/ 5 w 618"/>
                <a:gd name="T3" fmla="*/ 0 h 502"/>
                <a:gd name="T4" fmla="*/ 0 w 618"/>
                <a:gd name="T5" fmla="*/ 4 h 502"/>
                <a:gd name="T6" fmla="*/ 0 w 618"/>
                <a:gd name="T7" fmla="*/ 4 h 502"/>
                <a:gd name="T8" fmla="*/ 5 w 618"/>
                <a:gd name="T9" fmla="*/ 0 h 502"/>
                <a:gd name="T10" fmla="*/ 5 w 618"/>
                <a:gd name="T11" fmla="*/ 0 h 502"/>
                <a:gd name="T12" fmla="*/ 5 w 618"/>
                <a:gd name="T13" fmla="*/ 0 h 502"/>
                <a:gd name="T14" fmla="*/ 5 w 618"/>
                <a:gd name="T15" fmla="*/ 0 h 502"/>
                <a:gd name="T16" fmla="*/ 5 w 618"/>
                <a:gd name="T17" fmla="*/ 0 h 502"/>
                <a:gd name="T18" fmla="*/ 5 w 618"/>
                <a:gd name="T19" fmla="*/ 0 h 502"/>
                <a:gd name="T20" fmla="*/ 5 w 618"/>
                <a:gd name="T21" fmla="*/ 0 h 502"/>
                <a:gd name="T22" fmla="*/ 5 w 618"/>
                <a:gd name="T23" fmla="*/ 0 h 502"/>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618"/>
                <a:gd name="T37" fmla="*/ 0 h 502"/>
                <a:gd name="T38" fmla="*/ 618 w 618"/>
                <a:gd name="T39" fmla="*/ 502 h 502"/>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618" h="502">
                  <a:moveTo>
                    <a:pt x="611" y="0"/>
                  </a:moveTo>
                  <a:lnTo>
                    <a:pt x="606" y="2"/>
                  </a:lnTo>
                  <a:lnTo>
                    <a:pt x="0" y="490"/>
                  </a:lnTo>
                  <a:lnTo>
                    <a:pt x="10" y="502"/>
                  </a:lnTo>
                  <a:lnTo>
                    <a:pt x="616" y="14"/>
                  </a:lnTo>
                  <a:lnTo>
                    <a:pt x="611" y="16"/>
                  </a:lnTo>
                  <a:lnTo>
                    <a:pt x="616" y="14"/>
                  </a:lnTo>
                  <a:lnTo>
                    <a:pt x="618" y="9"/>
                  </a:lnTo>
                  <a:lnTo>
                    <a:pt x="617" y="3"/>
                  </a:lnTo>
                  <a:lnTo>
                    <a:pt x="612" y="1"/>
                  </a:lnTo>
                  <a:lnTo>
                    <a:pt x="606" y="2"/>
                  </a:lnTo>
                  <a:lnTo>
                    <a:pt x="611"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99397" name="Freeform 34"/>
            <p:cNvSpPr>
              <a:spLocks/>
            </p:cNvSpPr>
            <p:nvPr/>
          </p:nvSpPr>
          <p:spPr bwMode="auto">
            <a:xfrm>
              <a:off x="876" y="1852"/>
              <a:ext cx="82" cy="373"/>
            </a:xfrm>
            <a:custGeom>
              <a:avLst/>
              <a:gdLst>
                <a:gd name="T0" fmla="*/ 3 w 413"/>
                <a:gd name="T1" fmla="*/ 15 h 1865"/>
                <a:gd name="T2" fmla="*/ 3 w 413"/>
                <a:gd name="T3" fmla="*/ 15 h 1865"/>
                <a:gd name="T4" fmla="*/ 0 w 413"/>
                <a:gd name="T5" fmla="*/ 0 h 1865"/>
                <a:gd name="T6" fmla="*/ 0 w 413"/>
                <a:gd name="T7" fmla="*/ 0 h 1865"/>
                <a:gd name="T8" fmla="*/ 3 w 413"/>
                <a:gd name="T9" fmla="*/ 15 h 1865"/>
                <a:gd name="T10" fmla="*/ 3 w 413"/>
                <a:gd name="T11" fmla="*/ 15 h 1865"/>
                <a:gd name="T12" fmla="*/ 3 w 413"/>
                <a:gd name="T13" fmla="*/ 15 h 1865"/>
                <a:gd name="T14" fmla="*/ 3 w 413"/>
                <a:gd name="T15" fmla="*/ 15 h 1865"/>
                <a:gd name="T16" fmla="*/ 3 w 413"/>
                <a:gd name="T17" fmla="*/ 15 h 1865"/>
                <a:gd name="T18" fmla="*/ 3 w 413"/>
                <a:gd name="T19" fmla="*/ 15 h 1865"/>
                <a:gd name="T20" fmla="*/ 3 w 413"/>
                <a:gd name="T21" fmla="*/ 15 h 1865"/>
                <a:gd name="T22" fmla="*/ 3 w 413"/>
                <a:gd name="T23" fmla="*/ 15 h 186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413"/>
                <a:gd name="T37" fmla="*/ 0 h 1865"/>
                <a:gd name="T38" fmla="*/ 413 w 413"/>
                <a:gd name="T39" fmla="*/ 1865 h 1865"/>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413" h="1865">
                  <a:moveTo>
                    <a:pt x="400" y="1864"/>
                  </a:moveTo>
                  <a:lnTo>
                    <a:pt x="413" y="1856"/>
                  </a:lnTo>
                  <a:lnTo>
                    <a:pt x="17" y="0"/>
                  </a:lnTo>
                  <a:lnTo>
                    <a:pt x="0" y="2"/>
                  </a:lnTo>
                  <a:lnTo>
                    <a:pt x="396" y="1858"/>
                  </a:lnTo>
                  <a:lnTo>
                    <a:pt x="409" y="1850"/>
                  </a:lnTo>
                  <a:lnTo>
                    <a:pt x="396" y="1858"/>
                  </a:lnTo>
                  <a:lnTo>
                    <a:pt x="400" y="1864"/>
                  </a:lnTo>
                  <a:lnTo>
                    <a:pt x="406" y="1865"/>
                  </a:lnTo>
                  <a:lnTo>
                    <a:pt x="410" y="1862"/>
                  </a:lnTo>
                  <a:lnTo>
                    <a:pt x="413" y="1856"/>
                  </a:lnTo>
                  <a:lnTo>
                    <a:pt x="400" y="186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99398" name="Freeform 35"/>
            <p:cNvSpPr>
              <a:spLocks/>
            </p:cNvSpPr>
            <p:nvPr/>
          </p:nvSpPr>
          <p:spPr bwMode="auto">
            <a:xfrm>
              <a:off x="1282" y="1533"/>
              <a:ext cx="35" cy="161"/>
            </a:xfrm>
            <a:custGeom>
              <a:avLst/>
              <a:gdLst>
                <a:gd name="T0" fmla="*/ 1 w 175"/>
                <a:gd name="T1" fmla="*/ 6 h 807"/>
                <a:gd name="T2" fmla="*/ 1 w 175"/>
                <a:gd name="T3" fmla="*/ 6 h 807"/>
                <a:gd name="T4" fmla="*/ 1 w 175"/>
                <a:gd name="T5" fmla="*/ 6 h 807"/>
                <a:gd name="T6" fmla="*/ 1 w 175"/>
                <a:gd name="T7" fmla="*/ 5 h 807"/>
                <a:gd name="T8" fmla="*/ 1 w 175"/>
                <a:gd name="T9" fmla="*/ 5 h 807"/>
                <a:gd name="T10" fmla="*/ 1 w 175"/>
                <a:gd name="T11" fmla="*/ 5 h 807"/>
                <a:gd name="T12" fmla="*/ 1 w 175"/>
                <a:gd name="T13" fmla="*/ 4 h 807"/>
                <a:gd name="T14" fmla="*/ 1 w 175"/>
                <a:gd name="T15" fmla="*/ 4 h 807"/>
                <a:gd name="T16" fmla="*/ 1 w 175"/>
                <a:gd name="T17" fmla="*/ 3 h 807"/>
                <a:gd name="T18" fmla="*/ 1 w 175"/>
                <a:gd name="T19" fmla="*/ 3 h 807"/>
                <a:gd name="T20" fmla="*/ 1 w 175"/>
                <a:gd name="T21" fmla="*/ 3 h 807"/>
                <a:gd name="T22" fmla="*/ 1 w 175"/>
                <a:gd name="T23" fmla="*/ 2 h 807"/>
                <a:gd name="T24" fmla="*/ 1 w 175"/>
                <a:gd name="T25" fmla="*/ 2 h 807"/>
                <a:gd name="T26" fmla="*/ 1 w 175"/>
                <a:gd name="T27" fmla="*/ 2 h 807"/>
                <a:gd name="T28" fmla="*/ 1 w 175"/>
                <a:gd name="T29" fmla="*/ 1 h 807"/>
                <a:gd name="T30" fmla="*/ 1 w 175"/>
                <a:gd name="T31" fmla="*/ 1 h 807"/>
                <a:gd name="T32" fmla="*/ 1 w 175"/>
                <a:gd name="T33" fmla="*/ 1 h 807"/>
                <a:gd name="T34" fmla="*/ 1 w 175"/>
                <a:gd name="T35" fmla="*/ 0 h 807"/>
                <a:gd name="T36" fmla="*/ 1 w 175"/>
                <a:gd name="T37" fmla="*/ 0 h 807"/>
                <a:gd name="T38" fmla="*/ 1 w 175"/>
                <a:gd name="T39" fmla="*/ 0 h 807"/>
                <a:gd name="T40" fmla="*/ 0 w 175"/>
                <a:gd name="T41" fmla="*/ 1 h 807"/>
                <a:gd name="T42" fmla="*/ 0 w 175"/>
                <a:gd name="T43" fmla="*/ 1 h 807"/>
                <a:gd name="T44" fmla="*/ 0 w 175"/>
                <a:gd name="T45" fmla="*/ 1 h 807"/>
                <a:gd name="T46" fmla="*/ 0 w 175"/>
                <a:gd name="T47" fmla="*/ 2 h 807"/>
                <a:gd name="T48" fmla="*/ 0 w 175"/>
                <a:gd name="T49" fmla="*/ 2 h 807"/>
                <a:gd name="T50" fmla="*/ 0 w 175"/>
                <a:gd name="T51" fmla="*/ 3 h 807"/>
                <a:gd name="T52" fmla="*/ 0 w 175"/>
                <a:gd name="T53" fmla="*/ 3 h 807"/>
                <a:gd name="T54" fmla="*/ 0 w 175"/>
                <a:gd name="T55" fmla="*/ 3 h 807"/>
                <a:gd name="T56" fmla="*/ 0 w 175"/>
                <a:gd name="T57" fmla="*/ 4 h 807"/>
                <a:gd name="T58" fmla="*/ 0 w 175"/>
                <a:gd name="T59" fmla="*/ 4 h 807"/>
                <a:gd name="T60" fmla="*/ 0 w 175"/>
                <a:gd name="T61" fmla="*/ 5 h 807"/>
                <a:gd name="T62" fmla="*/ 0 w 175"/>
                <a:gd name="T63" fmla="*/ 5 h 807"/>
                <a:gd name="T64" fmla="*/ 0 w 175"/>
                <a:gd name="T65" fmla="*/ 5 h 807"/>
                <a:gd name="T66" fmla="*/ 1 w 175"/>
                <a:gd name="T67" fmla="*/ 6 h 807"/>
                <a:gd name="T68" fmla="*/ 1 w 175"/>
                <a:gd name="T69" fmla="*/ 6 h 807"/>
                <a:gd name="T70" fmla="*/ 1 w 175"/>
                <a:gd name="T71" fmla="*/ 6 h 807"/>
                <a:gd name="T72" fmla="*/ 1 w 175"/>
                <a:gd name="T73" fmla="*/ 6 h 807"/>
                <a:gd name="T74" fmla="*/ 1 w 175"/>
                <a:gd name="T75" fmla="*/ 6 h 807"/>
                <a:gd name="T76" fmla="*/ 1 w 175"/>
                <a:gd name="T77" fmla="*/ 6 h 807"/>
                <a:gd name="T78" fmla="*/ 1 w 175"/>
                <a:gd name="T79" fmla="*/ 6 h 807"/>
                <a:gd name="T80" fmla="*/ 1 w 175"/>
                <a:gd name="T81" fmla="*/ 6 h 807"/>
                <a:gd name="T82" fmla="*/ 1 w 175"/>
                <a:gd name="T83" fmla="*/ 6 h 807"/>
                <a:gd name="T84" fmla="*/ 1 w 175"/>
                <a:gd name="T85" fmla="*/ 6 h 807"/>
                <a:gd name="T86" fmla="*/ 1 w 175"/>
                <a:gd name="T87" fmla="*/ 6 h 807"/>
                <a:gd name="T88" fmla="*/ 1 w 175"/>
                <a:gd name="T89" fmla="*/ 6 h 807"/>
                <a:gd name="T90" fmla="*/ 1 w 175"/>
                <a:gd name="T91" fmla="*/ 6 h 80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175"/>
                <a:gd name="T139" fmla="*/ 0 h 807"/>
                <a:gd name="T140" fmla="*/ 175 w 175"/>
                <a:gd name="T141" fmla="*/ 807 h 80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175" h="807">
                  <a:moveTo>
                    <a:pt x="169" y="740"/>
                  </a:moveTo>
                  <a:lnTo>
                    <a:pt x="169" y="739"/>
                  </a:lnTo>
                  <a:lnTo>
                    <a:pt x="149" y="698"/>
                  </a:lnTo>
                  <a:lnTo>
                    <a:pt x="133" y="656"/>
                  </a:lnTo>
                  <a:lnTo>
                    <a:pt x="120" y="611"/>
                  </a:lnTo>
                  <a:lnTo>
                    <a:pt x="108" y="565"/>
                  </a:lnTo>
                  <a:lnTo>
                    <a:pt x="100" y="520"/>
                  </a:lnTo>
                  <a:lnTo>
                    <a:pt x="96" y="472"/>
                  </a:lnTo>
                  <a:lnTo>
                    <a:pt x="93" y="425"/>
                  </a:lnTo>
                  <a:lnTo>
                    <a:pt x="93" y="377"/>
                  </a:lnTo>
                  <a:lnTo>
                    <a:pt x="96" y="330"/>
                  </a:lnTo>
                  <a:lnTo>
                    <a:pt x="100" y="283"/>
                  </a:lnTo>
                  <a:lnTo>
                    <a:pt x="106" y="238"/>
                  </a:lnTo>
                  <a:lnTo>
                    <a:pt x="115" y="195"/>
                  </a:lnTo>
                  <a:lnTo>
                    <a:pt x="126" y="153"/>
                  </a:lnTo>
                  <a:lnTo>
                    <a:pt x="139" y="114"/>
                  </a:lnTo>
                  <a:lnTo>
                    <a:pt x="153" y="77"/>
                  </a:lnTo>
                  <a:lnTo>
                    <a:pt x="169" y="43"/>
                  </a:lnTo>
                  <a:lnTo>
                    <a:pt x="87" y="0"/>
                  </a:lnTo>
                  <a:lnTo>
                    <a:pt x="69" y="39"/>
                  </a:lnTo>
                  <a:lnTo>
                    <a:pt x="52" y="81"/>
                  </a:lnTo>
                  <a:lnTo>
                    <a:pt x="37" y="127"/>
                  </a:lnTo>
                  <a:lnTo>
                    <a:pt x="24" y="174"/>
                  </a:lnTo>
                  <a:lnTo>
                    <a:pt x="15" y="222"/>
                  </a:lnTo>
                  <a:lnTo>
                    <a:pt x="7" y="271"/>
                  </a:lnTo>
                  <a:lnTo>
                    <a:pt x="2" y="323"/>
                  </a:lnTo>
                  <a:lnTo>
                    <a:pt x="0" y="374"/>
                  </a:lnTo>
                  <a:lnTo>
                    <a:pt x="0" y="427"/>
                  </a:lnTo>
                  <a:lnTo>
                    <a:pt x="2" y="479"/>
                  </a:lnTo>
                  <a:lnTo>
                    <a:pt x="9" y="531"/>
                  </a:lnTo>
                  <a:lnTo>
                    <a:pt x="17" y="584"/>
                  </a:lnTo>
                  <a:lnTo>
                    <a:pt x="29" y="635"/>
                  </a:lnTo>
                  <a:lnTo>
                    <a:pt x="44" y="686"/>
                  </a:lnTo>
                  <a:lnTo>
                    <a:pt x="65" y="736"/>
                  </a:lnTo>
                  <a:lnTo>
                    <a:pt x="87" y="784"/>
                  </a:lnTo>
                  <a:lnTo>
                    <a:pt x="87" y="782"/>
                  </a:lnTo>
                  <a:lnTo>
                    <a:pt x="87" y="784"/>
                  </a:lnTo>
                  <a:lnTo>
                    <a:pt x="100" y="799"/>
                  </a:lnTo>
                  <a:lnTo>
                    <a:pt x="117" y="807"/>
                  </a:lnTo>
                  <a:lnTo>
                    <a:pt x="134" y="807"/>
                  </a:lnTo>
                  <a:lnTo>
                    <a:pt x="151" y="801"/>
                  </a:lnTo>
                  <a:lnTo>
                    <a:pt x="164" y="791"/>
                  </a:lnTo>
                  <a:lnTo>
                    <a:pt x="173" y="777"/>
                  </a:lnTo>
                  <a:lnTo>
                    <a:pt x="175" y="759"/>
                  </a:lnTo>
                  <a:lnTo>
                    <a:pt x="169" y="739"/>
                  </a:lnTo>
                  <a:lnTo>
                    <a:pt x="169" y="74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99399" name="Freeform 36"/>
            <p:cNvSpPr>
              <a:spLocks/>
            </p:cNvSpPr>
            <p:nvPr/>
          </p:nvSpPr>
          <p:spPr bwMode="auto">
            <a:xfrm>
              <a:off x="1299" y="1681"/>
              <a:ext cx="157" cy="281"/>
            </a:xfrm>
            <a:custGeom>
              <a:avLst/>
              <a:gdLst>
                <a:gd name="T0" fmla="*/ 6 w 787"/>
                <a:gd name="T1" fmla="*/ 11 h 1404"/>
                <a:gd name="T2" fmla="*/ 6 w 787"/>
                <a:gd name="T3" fmla="*/ 11 h 1404"/>
                <a:gd name="T4" fmla="*/ 1 w 787"/>
                <a:gd name="T5" fmla="*/ 0 h 1404"/>
                <a:gd name="T6" fmla="*/ 0 w 787"/>
                <a:gd name="T7" fmla="*/ 0 h 1404"/>
                <a:gd name="T8" fmla="*/ 6 w 787"/>
                <a:gd name="T9" fmla="*/ 11 h 1404"/>
                <a:gd name="T10" fmla="*/ 6 w 787"/>
                <a:gd name="T11" fmla="*/ 11 h 1404"/>
                <a:gd name="T12" fmla="*/ 6 w 787"/>
                <a:gd name="T13" fmla="*/ 11 h 1404"/>
                <a:gd name="T14" fmla="*/ 6 w 787"/>
                <a:gd name="T15" fmla="*/ 11 h 1404"/>
                <a:gd name="T16" fmla="*/ 6 w 787"/>
                <a:gd name="T17" fmla="*/ 11 h 1404"/>
                <a:gd name="T18" fmla="*/ 6 w 787"/>
                <a:gd name="T19" fmla="*/ 11 h 1404"/>
                <a:gd name="T20" fmla="*/ 6 w 787"/>
                <a:gd name="T21" fmla="*/ 11 h 1404"/>
                <a:gd name="T22" fmla="*/ 6 w 787"/>
                <a:gd name="T23" fmla="*/ 11 h 1404"/>
                <a:gd name="T24" fmla="*/ 6 w 787"/>
                <a:gd name="T25" fmla="*/ 11 h 1404"/>
                <a:gd name="T26" fmla="*/ 6 w 787"/>
                <a:gd name="T27" fmla="*/ 11 h 1404"/>
                <a:gd name="T28" fmla="*/ 6 w 787"/>
                <a:gd name="T29" fmla="*/ 11 h 1404"/>
                <a:gd name="T30" fmla="*/ 6 w 787"/>
                <a:gd name="T31" fmla="*/ 11 h 1404"/>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787"/>
                <a:gd name="T49" fmla="*/ 0 h 1404"/>
                <a:gd name="T50" fmla="*/ 787 w 787"/>
                <a:gd name="T51" fmla="*/ 1404 h 1404"/>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787" h="1404">
                  <a:moveTo>
                    <a:pt x="781" y="1334"/>
                  </a:moveTo>
                  <a:lnTo>
                    <a:pt x="781" y="1337"/>
                  </a:lnTo>
                  <a:lnTo>
                    <a:pt x="82" y="0"/>
                  </a:lnTo>
                  <a:lnTo>
                    <a:pt x="0" y="42"/>
                  </a:lnTo>
                  <a:lnTo>
                    <a:pt x="699" y="1379"/>
                  </a:lnTo>
                  <a:lnTo>
                    <a:pt x="699" y="1381"/>
                  </a:lnTo>
                  <a:lnTo>
                    <a:pt x="699" y="1379"/>
                  </a:lnTo>
                  <a:lnTo>
                    <a:pt x="712" y="1395"/>
                  </a:lnTo>
                  <a:lnTo>
                    <a:pt x="727" y="1402"/>
                  </a:lnTo>
                  <a:lnTo>
                    <a:pt x="744" y="1404"/>
                  </a:lnTo>
                  <a:lnTo>
                    <a:pt x="761" y="1398"/>
                  </a:lnTo>
                  <a:lnTo>
                    <a:pt x="775" y="1388"/>
                  </a:lnTo>
                  <a:lnTo>
                    <a:pt x="784" y="1373"/>
                  </a:lnTo>
                  <a:lnTo>
                    <a:pt x="787" y="1357"/>
                  </a:lnTo>
                  <a:lnTo>
                    <a:pt x="781" y="1337"/>
                  </a:lnTo>
                  <a:lnTo>
                    <a:pt x="781" y="13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99400" name="Freeform 37"/>
            <p:cNvSpPr>
              <a:spLocks/>
            </p:cNvSpPr>
            <p:nvPr/>
          </p:nvSpPr>
          <p:spPr bwMode="auto">
            <a:xfrm>
              <a:off x="1439" y="1948"/>
              <a:ext cx="125" cy="76"/>
            </a:xfrm>
            <a:custGeom>
              <a:avLst/>
              <a:gdLst>
                <a:gd name="T0" fmla="*/ 5 w 628"/>
                <a:gd name="T1" fmla="*/ 2 h 383"/>
                <a:gd name="T2" fmla="*/ 5 w 628"/>
                <a:gd name="T3" fmla="*/ 2 h 383"/>
                <a:gd name="T4" fmla="*/ 4 w 628"/>
                <a:gd name="T5" fmla="*/ 2 h 383"/>
                <a:gd name="T6" fmla="*/ 4 w 628"/>
                <a:gd name="T7" fmla="*/ 2 h 383"/>
                <a:gd name="T8" fmla="*/ 4 w 628"/>
                <a:gd name="T9" fmla="*/ 2 h 383"/>
                <a:gd name="T10" fmla="*/ 3 w 628"/>
                <a:gd name="T11" fmla="*/ 2 h 383"/>
                <a:gd name="T12" fmla="*/ 3 w 628"/>
                <a:gd name="T13" fmla="*/ 2 h 383"/>
                <a:gd name="T14" fmla="*/ 3 w 628"/>
                <a:gd name="T15" fmla="*/ 2 h 383"/>
                <a:gd name="T16" fmla="*/ 3 w 628"/>
                <a:gd name="T17" fmla="*/ 2 h 383"/>
                <a:gd name="T18" fmla="*/ 2 w 628"/>
                <a:gd name="T19" fmla="*/ 2 h 383"/>
                <a:gd name="T20" fmla="*/ 2 w 628"/>
                <a:gd name="T21" fmla="*/ 2 h 383"/>
                <a:gd name="T22" fmla="*/ 2 w 628"/>
                <a:gd name="T23" fmla="*/ 1 h 383"/>
                <a:gd name="T24" fmla="*/ 2 w 628"/>
                <a:gd name="T25" fmla="*/ 1 h 383"/>
                <a:gd name="T26" fmla="*/ 1 w 628"/>
                <a:gd name="T27" fmla="*/ 1 h 383"/>
                <a:gd name="T28" fmla="*/ 1 w 628"/>
                <a:gd name="T29" fmla="*/ 1 h 383"/>
                <a:gd name="T30" fmla="*/ 1 w 628"/>
                <a:gd name="T31" fmla="*/ 1 h 383"/>
                <a:gd name="T32" fmla="*/ 1 w 628"/>
                <a:gd name="T33" fmla="*/ 0 h 383"/>
                <a:gd name="T34" fmla="*/ 1 w 628"/>
                <a:gd name="T35" fmla="*/ 0 h 383"/>
                <a:gd name="T36" fmla="*/ 0 w 628"/>
                <a:gd name="T37" fmla="*/ 0 h 383"/>
                <a:gd name="T38" fmla="*/ 0 w 628"/>
                <a:gd name="T39" fmla="*/ 1 h 383"/>
                <a:gd name="T40" fmla="*/ 0 w 628"/>
                <a:gd name="T41" fmla="*/ 1 h 383"/>
                <a:gd name="T42" fmla="*/ 1 w 628"/>
                <a:gd name="T43" fmla="*/ 1 h 383"/>
                <a:gd name="T44" fmla="*/ 1 w 628"/>
                <a:gd name="T45" fmla="*/ 1 h 383"/>
                <a:gd name="T46" fmla="*/ 1 w 628"/>
                <a:gd name="T47" fmla="*/ 2 h 383"/>
                <a:gd name="T48" fmla="*/ 1 w 628"/>
                <a:gd name="T49" fmla="*/ 2 h 383"/>
                <a:gd name="T50" fmla="*/ 2 w 628"/>
                <a:gd name="T51" fmla="*/ 2 h 383"/>
                <a:gd name="T52" fmla="*/ 2 w 628"/>
                <a:gd name="T53" fmla="*/ 2 h 383"/>
                <a:gd name="T54" fmla="*/ 2 w 628"/>
                <a:gd name="T55" fmla="*/ 2 h 383"/>
                <a:gd name="T56" fmla="*/ 3 w 628"/>
                <a:gd name="T57" fmla="*/ 3 h 383"/>
                <a:gd name="T58" fmla="*/ 3 w 628"/>
                <a:gd name="T59" fmla="*/ 3 h 383"/>
                <a:gd name="T60" fmla="*/ 3 w 628"/>
                <a:gd name="T61" fmla="*/ 3 h 383"/>
                <a:gd name="T62" fmla="*/ 4 w 628"/>
                <a:gd name="T63" fmla="*/ 3 h 383"/>
                <a:gd name="T64" fmla="*/ 4 w 628"/>
                <a:gd name="T65" fmla="*/ 3 h 383"/>
                <a:gd name="T66" fmla="*/ 4 w 628"/>
                <a:gd name="T67" fmla="*/ 3 h 383"/>
                <a:gd name="T68" fmla="*/ 5 w 628"/>
                <a:gd name="T69" fmla="*/ 3 h 383"/>
                <a:gd name="T70" fmla="*/ 5 w 628"/>
                <a:gd name="T71" fmla="*/ 3 h 383"/>
                <a:gd name="T72" fmla="*/ 5 w 628"/>
                <a:gd name="T73" fmla="*/ 3 h 383"/>
                <a:gd name="T74" fmla="*/ 5 w 628"/>
                <a:gd name="T75" fmla="*/ 3 h 383"/>
                <a:gd name="T76" fmla="*/ 5 w 628"/>
                <a:gd name="T77" fmla="*/ 3 h 383"/>
                <a:gd name="T78" fmla="*/ 5 w 628"/>
                <a:gd name="T79" fmla="*/ 3 h 383"/>
                <a:gd name="T80" fmla="*/ 5 w 628"/>
                <a:gd name="T81" fmla="*/ 3 h 383"/>
                <a:gd name="T82" fmla="*/ 5 w 628"/>
                <a:gd name="T83" fmla="*/ 3 h 383"/>
                <a:gd name="T84" fmla="*/ 5 w 628"/>
                <a:gd name="T85" fmla="*/ 2 h 383"/>
                <a:gd name="T86" fmla="*/ 5 w 628"/>
                <a:gd name="T87" fmla="*/ 2 h 383"/>
                <a:gd name="T88" fmla="*/ 5 w 628"/>
                <a:gd name="T89" fmla="*/ 2 h 383"/>
                <a:gd name="T90" fmla="*/ 5 w 628"/>
                <a:gd name="T91" fmla="*/ 2 h 38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628"/>
                <a:gd name="T139" fmla="*/ 0 h 383"/>
                <a:gd name="T140" fmla="*/ 628 w 628"/>
                <a:gd name="T141" fmla="*/ 383 h 38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628" h="383">
                  <a:moveTo>
                    <a:pt x="581" y="289"/>
                  </a:moveTo>
                  <a:lnTo>
                    <a:pt x="582" y="289"/>
                  </a:lnTo>
                  <a:lnTo>
                    <a:pt x="541" y="287"/>
                  </a:lnTo>
                  <a:lnTo>
                    <a:pt x="500" y="283"/>
                  </a:lnTo>
                  <a:lnTo>
                    <a:pt x="462" y="276"/>
                  </a:lnTo>
                  <a:lnTo>
                    <a:pt x="424" y="268"/>
                  </a:lnTo>
                  <a:lnTo>
                    <a:pt x="389" y="255"/>
                  </a:lnTo>
                  <a:lnTo>
                    <a:pt x="352" y="242"/>
                  </a:lnTo>
                  <a:lnTo>
                    <a:pt x="320" y="227"/>
                  </a:lnTo>
                  <a:lnTo>
                    <a:pt x="287" y="209"/>
                  </a:lnTo>
                  <a:lnTo>
                    <a:pt x="255" y="189"/>
                  </a:lnTo>
                  <a:lnTo>
                    <a:pt x="226" y="168"/>
                  </a:lnTo>
                  <a:lnTo>
                    <a:pt x="198" y="145"/>
                  </a:lnTo>
                  <a:lnTo>
                    <a:pt x="172" y="119"/>
                  </a:lnTo>
                  <a:lnTo>
                    <a:pt x="146" y="92"/>
                  </a:lnTo>
                  <a:lnTo>
                    <a:pt x="122" y="64"/>
                  </a:lnTo>
                  <a:lnTo>
                    <a:pt x="100" y="33"/>
                  </a:lnTo>
                  <a:lnTo>
                    <a:pt x="82" y="0"/>
                  </a:lnTo>
                  <a:lnTo>
                    <a:pt x="0" y="47"/>
                  </a:lnTo>
                  <a:lnTo>
                    <a:pt x="23" y="85"/>
                  </a:lnTo>
                  <a:lnTo>
                    <a:pt x="49" y="120"/>
                  </a:lnTo>
                  <a:lnTo>
                    <a:pt x="76" y="153"/>
                  </a:lnTo>
                  <a:lnTo>
                    <a:pt x="104" y="185"/>
                  </a:lnTo>
                  <a:lnTo>
                    <a:pt x="137" y="215"/>
                  </a:lnTo>
                  <a:lnTo>
                    <a:pt x="170" y="241"/>
                  </a:lnTo>
                  <a:lnTo>
                    <a:pt x="204" y="267"/>
                  </a:lnTo>
                  <a:lnTo>
                    <a:pt x="240" y="289"/>
                  </a:lnTo>
                  <a:lnTo>
                    <a:pt x="277" y="309"/>
                  </a:lnTo>
                  <a:lnTo>
                    <a:pt x="317" y="329"/>
                  </a:lnTo>
                  <a:lnTo>
                    <a:pt x="358" y="344"/>
                  </a:lnTo>
                  <a:lnTo>
                    <a:pt x="400" y="357"/>
                  </a:lnTo>
                  <a:lnTo>
                    <a:pt x="444" y="367"/>
                  </a:lnTo>
                  <a:lnTo>
                    <a:pt x="488" y="374"/>
                  </a:lnTo>
                  <a:lnTo>
                    <a:pt x="534" y="380"/>
                  </a:lnTo>
                  <a:lnTo>
                    <a:pt x="580" y="383"/>
                  </a:lnTo>
                  <a:lnTo>
                    <a:pt x="581" y="383"/>
                  </a:lnTo>
                  <a:lnTo>
                    <a:pt x="580" y="383"/>
                  </a:lnTo>
                  <a:lnTo>
                    <a:pt x="600" y="379"/>
                  </a:lnTo>
                  <a:lnTo>
                    <a:pt x="615" y="369"/>
                  </a:lnTo>
                  <a:lnTo>
                    <a:pt x="624" y="353"/>
                  </a:lnTo>
                  <a:lnTo>
                    <a:pt x="628" y="337"/>
                  </a:lnTo>
                  <a:lnTo>
                    <a:pt x="625" y="319"/>
                  </a:lnTo>
                  <a:lnTo>
                    <a:pt x="617" y="304"/>
                  </a:lnTo>
                  <a:lnTo>
                    <a:pt x="602" y="294"/>
                  </a:lnTo>
                  <a:lnTo>
                    <a:pt x="582" y="289"/>
                  </a:lnTo>
                  <a:lnTo>
                    <a:pt x="581" y="28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99401" name="Freeform 38"/>
            <p:cNvSpPr>
              <a:spLocks/>
            </p:cNvSpPr>
            <p:nvPr/>
          </p:nvSpPr>
          <p:spPr bwMode="auto">
            <a:xfrm>
              <a:off x="1587" y="1880"/>
              <a:ext cx="85" cy="49"/>
            </a:xfrm>
            <a:custGeom>
              <a:avLst/>
              <a:gdLst>
                <a:gd name="T0" fmla="*/ 3 w 426"/>
                <a:gd name="T1" fmla="*/ 0 h 245"/>
                <a:gd name="T2" fmla="*/ 3 w 426"/>
                <a:gd name="T3" fmla="*/ 0 h 245"/>
                <a:gd name="T4" fmla="*/ 3 w 426"/>
                <a:gd name="T5" fmla="*/ 0 h 245"/>
                <a:gd name="T6" fmla="*/ 3 w 426"/>
                <a:gd name="T7" fmla="*/ 0 h 245"/>
                <a:gd name="T8" fmla="*/ 2 w 426"/>
                <a:gd name="T9" fmla="*/ 0 h 245"/>
                <a:gd name="T10" fmla="*/ 2 w 426"/>
                <a:gd name="T11" fmla="*/ 0 h 245"/>
                <a:gd name="T12" fmla="*/ 2 w 426"/>
                <a:gd name="T13" fmla="*/ 0 h 245"/>
                <a:gd name="T14" fmla="*/ 2 w 426"/>
                <a:gd name="T15" fmla="*/ 0 h 245"/>
                <a:gd name="T16" fmla="*/ 1 w 426"/>
                <a:gd name="T17" fmla="*/ 0 h 245"/>
                <a:gd name="T18" fmla="*/ 1 w 426"/>
                <a:gd name="T19" fmla="*/ 1 h 245"/>
                <a:gd name="T20" fmla="*/ 1 w 426"/>
                <a:gd name="T21" fmla="*/ 1 h 245"/>
                <a:gd name="T22" fmla="*/ 1 w 426"/>
                <a:gd name="T23" fmla="*/ 1 h 245"/>
                <a:gd name="T24" fmla="*/ 0 w 426"/>
                <a:gd name="T25" fmla="*/ 1 h 245"/>
                <a:gd name="T26" fmla="*/ 0 w 426"/>
                <a:gd name="T27" fmla="*/ 1 h 245"/>
                <a:gd name="T28" fmla="*/ 0 w 426"/>
                <a:gd name="T29" fmla="*/ 1 h 245"/>
                <a:gd name="T30" fmla="*/ 0 w 426"/>
                <a:gd name="T31" fmla="*/ 2 h 245"/>
                <a:gd name="T32" fmla="*/ 0 w 426"/>
                <a:gd name="T33" fmla="*/ 2 h 245"/>
                <a:gd name="T34" fmla="*/ 0 w 426"/>
                <a:gd name="T35" fmla="*/ 2 h 245"/>
                <a:gd name="T36" fmla="*/ 0 w 426"/>
                <a:gd name="T37" fmla="*/ 2 h 245"/>
                <a:gd name="T38" fmla="*/ 0 w 426"/>
                <a:gd name="T39" fmla="*/ 2 h 245"/>
                <a:gd name="T40" fmla="*/ 0 w 426"/>
                <a:gd name="T41" fmla="*/ 2 h 245"/>
                <a:gd name="T42" fmla="*/ 0 w 426"/>
                <a:gd name="T43" fmla="*/ 1 h 245"/>
                <a:gd name="T44" fmla="*/ 0 w 426"/>
                <a:gd name="T45" fmla="*/ 1 h 245"/>
                <a:gd name="T46" fmla="*/ 0 w 426"/>
                <a:gd name="T47" fmla="*/ 1 h 245"/>
                <a:gd name="T48" fmla="*/ 1 w 426"/>
                <a:gd name="T49" fmla="*/ 1 h 245"/>
                <a:gd name="T50" fmla="*/ 1 w 426"/>
                <a:gd name="T51" fmla="*/ 1 h 245"/>
                <a:gd name="T52" fmla="*/ 1 w 426"/>
                <a:gd name="T53" fmla="*/ 1 h 245"/>
                <a:gd name="T54" fmla="*/ 1 w 426"/>
                <a:gd name="T55" fmla="*/ 1 h 245"/>
                <a:gd name="T56" fmla="*/ 2 w 426"/>
                <a:gd name="T57" fmla="*/ 0 h 245"/>
                <a:gd name="T58" fmla="*/ 2 w 426"/>
                <a:gd name="T59" fmla="*/ 0 h 245"/>
                <a:gd name="T60" fmla="*/ 2 w 426"/>
                <a:gd name="T61" fmla="*/ 0 h 245"/>
                <a:gd name="T62" fmla="*/ 2 w 426"/>
                <a:gd name="T63" fmla="*/ 0 h 245"/>
                <a:gd name="T64" fmla="*/ 3 w 426"/>
                <a:gd name="T65" fmla="*/ 0 h 245"/>
                <a:gd name="T66" fmla="*/ 3 w 426"/>
                <a:gd name="T67" fmla="*/ 0 h 245"/>
                <a:gd name="T68" fmla="*/ 3 w 426"/>
                <a:gd name="T69" fmla="*/ 0 h 245"/>
                <a:gd name="T70" fmla="*/ 3 w 426"/>
                <a:gd name="T71" fmla="*/ 0 h 245"/>
                <a:gd name="T72" fmla="*/ 3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426" y="0"/>
                  </a:moveTo>
                  <a:lnTo>
                    <a:pt x="426" y="0"/>
                  </a:lnTo>
                  <a:lnTo>
                    <a:pt x="384" y="1"/>
                  </a:lnTo>
                  <a:lnTo>
                    <a:pt x="340" y="4"/>
                  </a:lnTo>
                  <a:lnTo>
                    <a:pt x="300" y="10"/>
                  </a:lnTo>
                  <a:lnTo>
                    <a:pt x="262" y="18"/>
                  </a:lnTo>
                  <a:lnTo>
                    <a:pt x="224" y="29"/>
                  </a:lnTo>
                  <a:lnTo>
                    <a:pt x="189" y="41"/>
                  </a:lnTo>
                  <a:lnTo>
                    <a:pt x="157" y="55"/>
                  </a:lnTo>
                  <a:lnTo>
                    <a:pt x="126" y="70"/>
                  </a:lnTo>
                  <a:lnTo>
                    <a:pt x="99" y="89"/>
                  </a:lnTo>
                  <a:lnTo>
                    <a:pt x="74" y="106"/>
                  </a:lnTo>
                  <a:lnTo>
                    <a:pt x="52" y="126"/>
                  </a:lnTo>
                  <a:lnTo>
                    <a:pt x="34" y="148"/>
                  </a:lnTo>
                  <a:lnTo>
                    <a:pt x="19" y="171"/>
                  </a:lnTo>
                  <a:lnTo>
                    <a:pt x="9" y="194"/>
                  </a:lnTo>
                  <a:lnTo>
                    <a:pt x="3" y="219"/>
                  </a:lnTo>
                  <a:lnTo>
                    <a:pt x="0" y="245"/>
                  </a:lnTo>
                  <a:lnTo>
                    <a:pt x="12" y="245"/>
                  </a:lnTo>
                  <a:lnTo>
                    <a:pt x="15" y="221"/>
                  </a:lnTo>
                  <a:lnTo>
                    <a:pt x="20" y="199"/>
                  </a:lnTo>
                  <a:lnTo>
                    <a:pt x="31" y="178"/>
                  </a:lnTo>
                  <a:lnTo>
                    <a:pt x="44" y="156"/>
                  </a:lnTo>
                  <a:lnTo>
                    <a:pt x="61" y="136"/>
                  </a:lnTo>
                  <a:lnTo>
                    <a:pt x="81" y="116"/>
                  </a:lnTo>
                  <a:lnTo>
                    <a:pt x="106" y="98"/>
                  </a:lnTo>
                  <a:lnTo>
                    <a:pt x="133" y="82"/>
                  </a:lnTo>
                  <a:lnTo>
                    <a:pt x="162" y="66"/>
                  </a:lnTo>
                  <a:lnTo>
                    <a:pt x="194" y="52"/>
                  </a:lnTo>
                  <a:lnTo>
                    <a:pt x="229" y="41"/>
                  </a:lnTo>
                  <a:lnTo>
                    <a:pt x="264" y="30"/>
                  </a:lnTo>
                  <a:lnTo>
                    <a:pt x="303" y="22"/>
                  </a:lnTo>
                  <a:lnTo>
                    <a:pt x="343" y="16"/>
                  </a:lnTo>
                  <a:lnTo>
                    <a:pt x="384" y="12"/>
                  </a:lnTo>
                  <a:lnTo>
                    <a:pt x="426" y="11"/>
                  </a:lnTo>
                  <a:lnTo>
                    <a:pt x="42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99402" name="Freeform 39"/>
            <p:cNvSpPr>
              <a:spLocks/>
            </p:cNvSpPr>
            <p:nvPr/>
          </p:nvSpPr>
          <p:spPr bwMode="auto">
            <a:xfrm>
              <a:off x="1587" y="1929"/>
              <a:ext cx="85" cy="49"/>
            </a:xfrm>
            <a:custGeom>
              <a:avLst/>
              <a:gdLst>
                <a:gd name="T0" fmla="*/ 0 w 426"/>
                <a:gd name="T1" fmla="*/ 0 h 245"/>
                <a:gd name="T2" fmla="*/ 0 w 426"/>
                <a:gd name="T3" fmla="*/ 0 h 245"/>
                <a:gd name="T4" fmla="*/ 0 w 426"/>
                <a:gd name="T5" fmla="*/ 0 h 245"/>
                <a:gd name="T6" fmla="*/ 0 w 426"/>
                <a:gd name="T7" fmla="*/ 0 h 245"/>
                <a:gd name="T8" fmla="*/ 0 w 426"/>
                <a:gd name="T9" fmla="*/ 1 h 245"/>
                <a:gd name="T10" fmla="*/ 0 w 426"/>
                <a:gd name="T11" fmla="*/ 1 h 245"/>
                <a:gd name="T12" fmla="*/ 0 w 426"/>
                <a:gd name="T13" fmla="*/ 1 h 245"/>
                <a:gd name="T14" fmla="*/ 1 w 426"/>
                <a:gd name="T15" fmla="*/ 1 h 245"/>
                <a:gd name="T16" fmla="*/ 1 w 426"/>
                <a:gd name="T17" fmla="*/ 1 h 245"/>
                <a:gd name="T18" fmla="*/ 1 w 426"/>
                <a:gd name="T19" fmla="*/ 1 h 245"/>
                <a:gd name="T20" fmla="*/ 1 w 426"/>
                <a:gd name="T21" fmla="*/ 2 h 245"/>
                <a:gd name="T22" fmla="*/ 2 w 426"/>
                <a:gd name="T23" fmla="*/ 2 h 245"/>
                <a:gd name="T24" fmla="*/ 2 w 426"/>
                <a:gd name="T25" fmla="*/ 2 h 245"/>
                <a:gd name="T26" fmla="*/ 2 w 426"/>
                <a:gd name="T27" fmla="*/ 2 h 245"/>
                <a:gd name="T28" fmla="*/ 2 w 426"/>
                <a:gd name="T29" fmla="*/ 2 h 245"/>
                <a:gd name="T30" fmla="*/ 3 w 426"/>
                <a:gd name="T31" fmla="*/ 2 h 245"/>
                <a:gd name="T32" fmla="*/ 3 w 426"/>
                <a:gd name="T33" fmla="*/ 2 h 245"/>
                <a:gd name="T34" fmla="*/ 3 w 426"/>
                <a:gd name="T35" fmla="*/ 2 h 245"/>
                <a:gd name="T36" fmla="*/ 3 w 426"/>
                <a:gd name="T37" fmla="*/ 2 h 245"/>
                <a:gd name="T38" fmla="*/ 3 w 426"/>
                <a:gd name="T39" fmla="*/ 2 h 245"/>
                <a:gd name="T40" fmla="*/ 3 w 426"/>
                <a:gd name="T41" fmla="*/ 2 h 245"/>
                <a:gd name="T42" fmla="*/ 2 w 426"/>
                <a:gd name="T43" fmla="*/ 2 h 245"/>
                <a:gd name="T44" fmla="*/ 2 w 426"/>
                <a:gd name="T45" fmla="*/ 2 h 245"/>
                <a:gd name="T46" fmla="*/ 2 w 426"/>
                <a:gd name="T47" fmla="*/ 2 h 245"/>
                <a:gd name="T48" fmla="*/ 2 w 426"/>
                <a:gd name="T49" fmla="*/ 2 h 245"/>
                <a:gd name="T50" fmla="*/ 1 w 426"/>
                <a:gd name="T51" fmla="*/ 1 h 245"/>
                <a:gd name="T52" fmla="*/ 1 w 426"/>
                <a:gd name="T53" fmla="*/ 1 h 245"/>
                <a:gd name="T54" fmla="*/ 1 w 426"/>
                <a:gd name="T55" fmla="*/ 1 h 245"/>
                <a:gd name="T56" fmla="*/ 1 w 426"/>
                <a:gd name="T57" fmla="*/ 1 h 245"/>
                <a:gd name="T58" fmla="*/ 0 w 426"/>
                <a:gd name="T59" fmla="*/ 1 h 245"/>
                <a:gd name="T60" fmla="*/ 0 w 426"/>
                <a:gd name="T61" fmla="*/ 1 h 245"/>
                <a:gd name="T62" fmla="*/ 0 w 426"/>
                <a:gd name="T63" fmla="*/ 1 h 245"/>
                <a:gd name="T64" fmla="*/ 0 w 426"/>
                <a:gd name="T65" fmla="*/ 0 h 245"/>
                <a:gd name="T66" fmla="*/ 0 w 426"/>
                <a:gd name="T67" fmla="*/ 0 h 245"/>
                <a:gd name="T68" fmla="*/ 0 w 426"/>
                <a:gd name="T69" fmla="*/ 0 h 245"/>
                <a:gd name="T70" fmla="*/ 0 w 426"/>
                <a:gd name="T71" fmla="*/ 0 h 245"/>
                <a:gd name="T72" fmla="*/ 0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0" y="0"/>
                  </a:moveTo>
                  <a:lnTo>
                    <a:pt x="0" y="0"/>
                  </a:lnTo>
                  <a:lnTo>
                    <a:pt x="3" y="25"/>
                  </a:lnTo>
                  <a:lnTo>
                    <a:pt x="9" y="50"/>
                  </a:lnTo>
                  <a:lnTo>
                    <a:pt x="19" y="73"/>
                  </a:lnTo>
                  <a:lnTo>
                    <a:pt x="34" y="96"/>
                  </a:lnTo>
                  <a:lnTo>
                    <a:pt x="52" y="118"/>
                  </a:lnTo>
                  <a:lnTo>
                    <a:pt x="74" y="138"/>
                  </a:lnTo>
                  <a:lnTo>
                    <a:pt x="99" y="156"/>
                  </a:lnTo>
                  <a:lnTo>
                    <a:pt x="126" y="174"/>
                  </a:lnTo>
                  <a:lnTo>
                    <a:pt x="157" y="190"/>
                  </a:lnTo>
                  <a:lnTo>
                    <a:pt x="189" y="204"/>
                  </a:lnTo>
                  <a:lnTo>
                    <a:pt x="224" y="215"/>
                  </a:lnTo>
                  <a:lnTo>
                    <a:pt x="262" y="226"/>
                  </a:lnTo>
                  <a:lnTo>
                    <a:pt x="300" y="234"/>
                  </a:lnTo>
                  <a:lnTo>
                    <a:pt x="340" y="240"/>
                  </a:lnTo>
                  <a:lnTo>
                    <a:pt x="384" y="244"/>
                  </a:lnTo>
                  <a:lnTo>
                    <a:pt x="426" y="245"/>
                  </a:lnTo>
                  <a:lnTo>
                    <a:pt x="426" y="233"/>
                  </a:lnTo>
                  <a:lnTo>
                    <a:pt x="384" y="232"/>
                  </a:lnTo>
                  <a:lnTo>
                    <a:pt x="343" y="228"/>
                  </a:lnTo>
                  <a:lnTo>
                    <a:pt x="303" y="222"/>
                  </a:lnTo>
                  <a:lnTo>
                    <a:pt x="264" y="214"/>
                  </a:lnTo>
                  <a:lnTo>
                    <a:pt x="229" y="204"/>
                  </a:lnTo>
                  <a:lnTo>
                    <a:pt x="194" y="192"/>
                  </a:lnTo>
                  <a:lnTo>
                    <a:pt x="162" y="178"/>
                  </a:lnTo>
                  <a:lnTo>
                    <a:pt x="133" y="163"/>
                  </a:lnTo>
                  <a:lnTo>
                    <a:pt x="106" y="146"/>
                  </a:lnTo>
                  <a:lnTo>
                    <a:pt x="81" y="129"/>
                  </a:lnTo>
                  <a:lnTo>
                    <a:pt x="61" y="109"/>
                  </a:lnTo>
                  <a:lnTo>
                    <a:pt x="44" y="89"/>
                  </a:lnTo>
                  <a:lnTo>
                    <a:pt x="31" y="66"/>
                  </a:lnTo>
                  <a:lnTo>
                    <a:pt x="20" y="45"/>
                  </a:lnTo>
                  <a:lnTo>
                    <a:pt x="15" y="2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99403" name="Freeform 40"/>
            <p:cNvSpPr>
              <a:spLocks/>
            </p:cNvSpPr>
            <p:nvPr/>
          </p:nvSpPr>
          <p:spPr bwMode="auto">
            <a:xfrm>
              <a:off x="878" y="1448"/>
              <a:ext cx="792" cy="954"/>
            </a:xfrm>
            <a:custGeom>
              <a:avLst/>
              <a:gdLst>
                <a:gd name="T0" fmla="*/ 13 w 3960"/>
                <a:gd name="T1" fmla="*/ 38 h 4768"/>
                <a:gd name="T2" fmla="*/ 14 w 3960"/>
                <a:gd name="T3" fmla="*/ 38 h 4768"/>
                <a:gd name="T4" fmla="*/ 15 w 3960"/>
                <a:gd name="T5" fmla="*/ 38 h 4768"/>
                <a:gd name="T6" fmla="*/ 15 w 3960"/>
                <a:gd name="T7" fmla="*/ 38 h 4768"/>
                <a:gd name="T8" fmla="*/ 16 w 3960"/>
                <a:gd name="T9" fmla="*/ 38 h 4768"/>
                <a:gd name="T10" fmla="*/ 17 w 3960"/>
                <a:gd name="T11" fmla="*/ 38 h 4768"/>
                <a:gd name="T12" fmla="*/ 17 w 3960"/>
                <a:gd name="T13" fmla="*/ 38 h 4768"/>
                <a:gd name="T14" fmla="*/ 18 w 3960"/>
                <a:gd name="T15" fmla="*/ 38 h 4768"/>
                <a:gd name="T16" fmla="*/ 18 w 3960"/>
                <a:gd name="T17" fmla="*/ 38 h 4768"/>
                <a:gd name="T18" fmla="*/ 29 w 3960"/>
                <a:gd name="T19" fmla="*/ 30 h 4768"/>
                <a:gd name="T20" fmla="*/ 30 w 3960"/>
                <a:gd name="T21" fmla="*/ 30 h 4768"/>
                <a:gd name="T22" fmla="*/ 30 w 3960"/>
                <a:gd name="T23" fmla="*/ 29 h 4768"/>
                <a:gd name="T24" fmla="*/ 31 w 3960"/>
                <a:gd name="T25" fmla="*/ 28 h 4768"/>
                <a:gd name="T26" fmla="*/ 31 w 3960"/>
                <a:gd name="T27" fmla="*/ 28 h 4768"/>
                <a:gd name="T28" fmla="*/ 31 w 3960"/>
                <a:gd name="T29" fmla="*/ 27 h 4768"/>
                <a:gd name="T30" fmla="*/ 32 w 3960"/>
                <a:gd name="T31" fmla="*/ 26 h 4768"/>
                <a:gd name="T32" fmla="*/ 32 w 3960"/>
                <a:gd name="T33" fmla="*/ 25 h 4768"/>
                <a:gd name="T34" fmla="*/ 32 w 3960"/>
                <a:gd name="T35" fmla="*/ 11 h 4768"/>
                <a:gd name="T36" fmla="*/ 32 w 3960"/>
                <a:gd name="T37" fmla="*/ 10 h 4768"/>
                <a:gd name="T38" fmla="*/ 31 w 3960"/>
                <a:gd name="T39" fmla="*/ 9 h 4768"/>
                <a:gd name="T40" fmla="*/ 31 w 3960"/>
                <a:gd name="T41" fmla="*/ 9 h 4768"/>
                <a:gd name="T42" fmla="*/ 31 w 3960"/>
                <a:gd name="T43" fmla="*/ 8 h 4768"/>
                <a:gd name="T44" fmla="*/ 31 w 3960"/>
                <a:gd name="T45" fmla="*/ 8 h 4768"/>
                <a:gd name="T46" fmla="*/ 30 w 3960"/>
                <a:gd name="T47" fmla="*/ 7 h 4768"/>
                <a:gd name="T48" fmla="*/ 30 w 3960"/>
                <a:gd name="T49" fmla="*/ 7 h 4768"/>
                <a:gd name="T50" fmla="*/ 29 w 3960"/>
                <a:gd name="T51" fmla="*/ 6 h 4768"/>
                <a:gd name="T52" fmla="*/ 19 w 3960"/>
                <a:gd name="T53" fmla="*/ 1 h 4768"/>
                <a:gd name="T54" fmla="*/ 18 w 3960"/>
                <a:gd name="T55" fmla="*/ 0 h 4768"/>
                <a:gd name="T56" fmla="*/ 17 w 3960"/>
                <a:gd name="T57" fmla="*/ 0 h 4768"/>
                <a:gd name="T58" fmla="*/ 17 w 3960"/>
                <a:gd name="T59" fmla="*/ 0 h 4768"/>
                <a:gd name="T60" fmla="*/ 16 w 3960"/>
                <a:gd name="T61" fmla="*/ 0 h 4768"/>
                <a:gd name="T62" fmla="*/ 15 w 3960"/>
                <a:gd name="T63" fmla="*/ 0 h 4768"/>
                <a:gd name="T64" fmla="*/ 14 w 3960"/>
                <a:gd name="T65" fmla="*/ 0 h 4768"/>
                <a:gd name="T66" fmla="*/ 14 w 3960"/>
                <a:gd name="T67" fmla="*/ 0 h 4768"/>
                <a:gd name="T68" fmla="*/ 2 w 3960"/>
                <a:gd name="T69" fmla="*/ 6 h 4768"/>
                <a:gd name="T70" fmla="*/ 2 w 3960"/>
                <a:gd name="T71" fmla="*/ 7 h 4768"/>
                <a:gd name="T72" fmla="*/ 1 w 3960"/>
                <a:gd name="T73" fmla="*/ 7 h 4768"/>
                <a:gd name="T74" fmla="*/ 1 w 3960"/>
                <a:gd name="T75" fmla="*/ 8 h 4768"/>
                <a:gd name="T76" fmla="*/ 1 w 3960"/>
                <a:gd name="T77" fmla="*/ 8 h 4768"/>
                <a:gd name="T78" fmla="*/ 0 w 3960"/>
                <a:gd name="T79" fmla="*/ 9 h 4768"/>
                <a:gd name="T80" fmla="*/ 0 w 3960"/>
                <a:gd name="T81" fmla="*/ 9 h 4768"/>
                <a:gd name="T82" fmla="*/ 0 w 3960"/>
                <a:gd name="T83" fmla="*/ 10 h 4768"/>
                <a:gd name="T84" fmla="*/ 0 w 3960"/>
                <a:gd name="T85" fmla="*/ 11 h 4768"/>
                <a:gd name="T86" fmla="*/ 0 w 3960"/>
                <a:gd name="T87" fmla="*/ 25 h 4768"/>
                <a:gd name="T88" fmla="*/ 0 w 3960"/>
                <a:gd name="T89" fmla="*/ 26 h 4768"/>
                <a:gd name="T90" fmla="*/ 0 w 3960"/>
                <a:gd name="T91" fmla="*/ 27 h 4768"/>
                <a:gd name="T92" fmla="*/ 1 w 3960"/>
                <a:gd name="T93" fmla="*/ 28 h 4768"/>
                <a:gd name="T94" fmla="*/ 1 w 3960"/>
                <a:gd name="T95" fmla="*/ 29 h 4768"/>
                <a:gd name="T96" fmla="*/ 1 w 3960"/>
                <a:gd name="T97" fmla="*/ 29 h 4768"/>
                <a:gd name="T98" fmla="*/ 2 w 3960"/>
                <a:gd name="T99" fmla="*/ 30 h 4768"/>
                <a:gd name="T100" fmla="*/ 3 w 3960"/>
                <a:gd name="T101" fmla="*/ 31 h 4768"/>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w 3960"/>
                <a:gd name="T154" fmla="*/ 0 h 4768"/>
                <a:gd name="T155" fmla="*/ 3960 w 3960"/>
                <a:gd name="T156" fmla="*/ 4768 h 4768"/>
              </a:gdLst>
              <a:ahLst/>
              <a:cxnLst>
                <a:cxn ang="T102">
                  <a:pos x="T0" y="T1"/>
                </a:cxn>
                <a:cxn ang="T103">
                  <a:pos x="T2" y="T3"/>
                </a:cxn>
                <a:cxn ang="T104">
                  <a:pos x="T4" y="T5"/>
                </a:cxn>
                <a:cxn ang="T105">
                  <a:pos x="T6" y="T7"/>
                </a:cxn>
                <a:cxn ang="T106">
                  <a:pos x="T8" y="T9"/>
                </a:cxn>
                <a:cxn ang="T107">
                  <a:pos x="T10" y="T11"/>
                </a:cxn>
                <a:cxn ang="T108">
                  <a:pos x="T12" y="T13"/>
                </a:cxn>
                <a:cxn ang="T109">
                  <a:pos x="T14" y="T15"/>
                </a:cxn>
                <a:cxn ang="T110">
                  <a:pos x="T16" y="T17"/>
                </a:cxn>
                <a:cxn ang="T111">
                  <a:pos x="T18" y="T19"/>
                </a:cxn>
                <a:cxn ang="T112">
                  <a:pos x="T20" y="T21"/>
                </a:cxn>
                <a:cxn ang="T113">
                  <a:pos x="T22" y="T23"/>
                </a:cxn>
                <a:cxn ang="T114">
                  <a:pos x="T24" y="T25"/>
                </a:cxn>
                <a:cxn ang="T115">
                  <a:pos x="T26" y="T27"/>
                </a:cxn>
                <a:cxn ang="T116">
                  <a:pos x="T28" y="T29"/>
                </a:cxn>
                <a:cxn ang="T117">
                  <a:pos x="T30" y="T31"/>
                </a:cxn>
                <a:cxn ang="T118">
                  <a:pos x="T32" y="T33"/>
                </a:cxn>
                <a:cxn ang="T119">
                  <a:pos x="T34" y="T35"/>
                </a:cxn>
                <a:cxn ang="T120">
                  <a:pos x="T36" y="T37"/>
                </a:cxn>
                <a:cxn ang="T121">
                  <a:pos x="T38" y="T39"/>
                </a:cxn>
                <a:cxn ang="T122">
                  <a:pos x="T40" y="T41"/>
                </a:cxn>
                <a:cxn ang="T123">
                  <a:pos x="T42" y="T43"/>
                </a:cxn>
                <a:cxn ang="T124">
                  <a:pos x="T44" y="T45"/>
                </a:cxn>
                <a:cxn ang="T125">
                  <a:pos x="T46" y="T47"/>
                </a:cxn>
                <a:cxn ang="T126">
                  <a:pos x="T48" y="T49"/>
                </a:cxn>
                <a:cxn ang="T127">
                  <a:pos x="T50" y="T51"/>
                </a:cxn>
                <a:cxn ang="T128">
                  <a:pos x="T52" y="T53"/>
                </a:cxn>
                <a:cxn ang="T129">
                  <a:pos x="T54" y="T55"/>
                </a:cxn>
                <a:cxn ang="T130">
                  <a:pos x="T56" y="T57"/>
                </a:cxn>
                <a:cxn ang="T131">
                  <a:pos x="T58" y="T59"/>
                </a:cxn>
                <a:cxn ang="T132">
                  <a:pos x="T60" y="T61"/>
                </a:cxn>
                <a:cxn ang="T133">
                  <a:pos x="T62" y="T63"/>
                </a:cxn>
                <a:cxn ang="T134">
                  <a:pos x="T64" y="T65"/>
                </a:cxn>
                <a:cxn ang="T135">
                  <a:pos x="T66" y="T67"/>
                </a:cxn>
                <a:cxn ang="T136">
                  <a:pos x="T68" y="T69"/>
                </a:cxn>
                <a:cxn ang="T137">
                  <a:pos x="T70" y="T71"/>
                </a:cxn>
                <a:cxn ang="T138">
                  <a:pos x="T72" y="T73"/>
                </a:cxn>
                <a:cxn ang="T139">
                  <a:pos x="T74" y="T75"/>
                </a:cxn>
                <a:cxn ang="T140">
                  <a:pos x="T76" y="T77"/>
                </a:cxn>
                <a:cxn ang="T141">
                  <a:pos x="T78" y="T79"/>
                </a:cxn>
                <a:cxn ang="T142">
                  <a:pos x="T80" y="T81"/>
                </a:cxn>
                <a:cxn ang="T143">
                  <a:pos x="T82" y="T83"/>
                </a:cxn>
                <a:cxn ang="T144">
                  <a:pos x="T84" y="T85"/>
                </a:cxn>
                <a:cxn ang="T145">
                  <a:pos x="T86" y="T87"/>
                </a:cxn>
                <a:cxn ang="T146">
                  <a:pos x="T88" y="T89"/>
                </a:cxn>
                <a:cxn ang="T147">
                  <a:pos x="T90" y="T91"/>
                </a:cxn>
                <a:cxn ang="T148">
                  <a:pos x="T92" y="T93"/>
                </a:cxn>
                <a:cxn ang="T149">
                  <a:pos x="T94" y="T95"/>
                </a:cxn>
                <a:cxn ang="T150">
                  <a:pos x="T96" y="T97"/>
                </a:cxn>
                <a:cxn ang="T151">
                  <a:pos x="T98" y="T99"/>
                </a:cxn>
                <a:cxn ang="T152">
                  <a:pos x="T100" y="T101"/>
                </a:cxn>
              </a:cxnLst>
              <a:rect l="T153" t="T154" r="T155" b="T156"/>
              <a:pathLst>
                <a:path w="3960" h="4768">
                  <a:moveTo>
                    <a:pt x="353" y="3849"/>
                  </a:moveTo>
                  <a:lnTo>
                    <a:pt x="1661" y="4700"/>
                  </a:lnTo>
                  <a:lnTo>
                    <a:pt x="1697" y="4717"/>
                  </a:lnTo>
                  <a:lnTo>
                    <a:pt x="1736" y="4731"/>
                  </a:lnTo>
                  <a:lnTo>
                    <a:pt x="1776" y="4742"/>
                  </a:lnTo>
                  <a:lnTo>
                    <a:pt x="1818" y="4753"/>
                  </a:lnTo>
                  <a:lnTo>
                    <a:pt x="1860" y="4760"/>
                  </a:lnTo>
                  <a:lnTo>
                    <a:pt x="1902" y="4765"/>
                  </a:lnTo>
                  <a:lnTo>
                    <a:pt x="1946" y="4768"/>
                  </a:lnTo>
                  <a:lnTo>
                    <a:pt x="1988" y="4768"/>
                  </a:lnTo>
                  <a:lnTo>
                    <a:pt x="2031" y="4767"/>
                  </a:lnTo>
                  <a:lnTo>
                    <a:pt x="2073" y="4763"/>
                  </a:lnTo>
                  <a:lnTo>
                    <a:pt x="2114" y="4758"/>
                  </a:lnTo>
                  <a:lnTo>
                    <a:pt x="2154" y="4751"/>
                  </a:lnTo>
                  <a:lnTo>
                    <a:pt x="2193" y="4740"/>
                  </a:lnTo>
                  <a:lnTo>
                    <a:pt x="2230" y="4729"/>
                  </a:lnTo>
                  <a:lnTo>
                    <a:pt x="2264" y="4715"/>
                  </a:lnTo>
                  <a:lnTo>
                    <a:pt x="2297" y="4700"/>
                  </a:lnTo>
                  <a:lnTo>
                    <a:pt x="3639" y="3825"/>
                  </a:lnTo>
                  <a:lnTo>
                    <a:pt x="3673" y="3795"/>
                  </a:lnTo>
                  <a:lnTo>
                    <a:pt x="3707" y="3761"/>
                  </a:lnTo>
                  <a:lnTo>
                    <a:pt x="3738" y="3725"/>
                  </a:lnTo>
                  <a:lnTo>
                    <a:pt x="3768" y="3685"/>
                  </a:lnTo>
                  <a:lnTo>
                    <a:pt x="3796" y="3644"/>
                  </a:lnTo>
                  <a:lnTo>
                    <a:pt x="3821" y="3599"/>
                  </a:lnTo>
                  <a:lnTo>
                    <a:pt x="3846" y="3553"/>
                  </a:lnTo>
                  <a:lnTo>
                    <a:pt x="3868" y="3505"/>
                  </a:lnTo>
                  <a:lnTo>
                    <a:pt x="3888" y="3456"/>
                  </a:lnTo>
                  <a:lnTo>
                    <a:pt x="3907" y="3406"/>
                  </a:lnTo>
                  <a:lnTo>
                    <a:pt x="3922" y="3354"/>
                  </a:lnTo>
                  <a:lnTo>
                    <a:pt x="3935" y="3303"/>
                  </a:lnTo>
                  <a:lnTo>
                    <a:pt x="3946" y="3250"/>
                  </a:lnTo>
                  <a:lnTo>
                    <a:pt x="3953" y="3197"/>
                  </a:lnTo>
                  <a:lnTo>
                    <a:pt x="3957" y="3144"/>
                  </a:lnTo>
                  <a:lnTo>
                    <a:pt x="3960" y="3092"/>
                  </a:lnTo>
                  <a:lnTo>
                    <a:pt x="3959" y="1313"/>
                  </a:lnTo>
                  <a:lnTo>
                    <a:pt x="3955" y="1271"/>
                  </a:lnTo>
                  <a:lnTo>
                    <a:pt x="3949" y="1229"/>
                  </a:lnTo>
                  <a:lnTo>
                    <a:pt x="3941" y="1189"/>
                  </a:lnTo>
                  <a:lnTo>
                    <a:pt x="3930" y="1149"/>
                  </a:lnTo>
                  <a:lnTo>
                    <a:pt x="3918" y="1111"/>
                  </a:lnTo>
                  <a:lnTo>
                    <a:pt x="3902" y="1075"/>
                  </a:lnTo>
                  <a:lnTo>
                    <a:pt x="3886" y="1040"/>
                  </a:lnTo>
                  <a:lnTo>
                    <a:pt x="3867" y="1006"/>
                  </a:lnTo>
                  <a:lnTo>
                    <a:pt x="3846" y="973"/>
                  </a:lnTo>
                  <a:lnTo>
                    <a:pt x="3823" y="942"/>
                  </a:lnTo>
                  <a:lnTo>
                    <a:pt x="3798" y="913"/>
                  </a:lnTo>
                  <a:lnTo>
                    <a:pt x="3771" y="886"/>
                  </a:lnTo>
                  <a:lnTo>
                    <a:pt x="3743" y="860"/>
                  </a:lnTo>
                  <a:lnTo>
                    <a:pt x="3714" y="837"/>
                  </a:lnTo>
                  <a:lnTo>
                    <a:pt x="3682" y="816"/>
                  </a:lnTo>
                  <a:lnTo>
                    <a:pt x="3649" y="796"/>
                  </a:lnTo>
                  <a:lnTo>
                    <a:pt x="2386" y="83"/>
                  </a:lnTo>
                  <a:lnTo>
                    <a:pt x="2350" y="65"/>
                  </a:lnTo>
                  <a:lnTo>
                    <a:pt x="2310" y="50"/>
                  </a:lnTo>
                  <a:lnTo>
                    <a:pt x="2268" y="36"/>
                  </a:lnTo>
                  <a:lnTo>
                    <a:pt x="2223" y="24"/>
                  </a:lnTo>
                  <a:lnTo>
                    <a:pt x="2178" y="15"/>
                  </a:lnTo>
                  <a:lnTo>
                    <a:pt x="2131" y="8"/>
                  </a:lnTo>
                  <a:lnTo>
                    <a:pt x="2082" y="3"/>
                  </a:lnTo>
                  <a:lnTo>
                    <a:pt x="2032" y="0"/>
                  </a:lnTo>
                  <a:lnTo>
                    <a:pt x="1982" y="1"/>
                  </a:lnTo>
                  <a:lnTo>
                    <a:pt x="1933" y="3"/>
                  </a:lnTo>
                  <a:lnTo>
                    <a:pt x="1882" y="9"/>
                  </a:lnTo>
                  <a:lnTo>
                    <a:pt x="1833" y="17"/>
                  </a:lnTo>
                  <a:lnTo>
                    <a:pt x="1785" y="29"/>
                  </a:lnTo>
                  <a:lnTo>
                    <a:pt x="1737" y="43"/>
                  </a:lnTo>
                  <a:lnTo>
                    <a:pt x="1691" y="62"/>
                  </a:lnTo>
                  <a:lnTo>
                    <a:pt x="1647" y="83"/>
                  </a:lnTo>
                  <a:lnTo>
                    <a:pt x="311" y="782"/>
                  </a:lnTo>
                  <a:lnTo>
                    <a:pt x="276" y="803"/>
                  </a:lnTo>
                  <a:lnTo>
                    <a:pt x="243" y="826"/>
                  </a:lnTo>
                  <a:lnTo>
                    <a:pt x="213" y="852"/>
                  </a:lnTo>
                  <a:lnTo>
                    <a:pt x="184" y="879"/>
                  </a:lnTo>
                  <a:lnTo>
                    <a:pt x="155" y="908"/>
                  </a:lnTo>
                  <a:lnTo>
                    <a:pt x="131" y="939"/>
                  </a:lnTo>
                  <a:lnTo>
                    <a:pt x="107" y="971"/>
                  </a:lnTo>
                  <a:lnTo>
                    <a:pt x="86" y="1005"/>
                  </a:lnTo>
                  <a:lnTo>
                    <a:pt x="68" y="1040"/>
                  </a:lnTo>
                  <a:lnTo>
                    <a:pt x="50" y="1076"/>
                  </a:lnTo>
                  <a:lnTo>
                    <a:pt x="36" y="1115"/>
                  </a:lnTo>
                  <a:lnTo>
                    <a:pt x="23" y="1153"/>
                  </a:lnTo>
                  <a:lnTo>
                    <a:pt x="14" y="1195"/>
                  </a:lnTo>
                  <a:lnTo>
                    <a:pt x="7" y="1236"/>
                  </a:lnTo>
                  <a:lnTo>
                    <a:pt x="2" y="1279"/>
                  </a:lnTo>
                  <a:lnTo>
                    <a:pt x="0" y="1322"/>
                  </a:lnTo>
                  <a:lnTo>
                    <a:pt x="0" y="3093"/>
                  </a:lnTo>
                  <a:lnTo>
                    <a:pt x="2" y="3147"/>
                  </a:lnTo>
                  <a:lnTo>
                    <a:pt x="7" y="3202"/>
                  </a:lnTo>
                  <a:lnTo>
                    <a:pt x="15" y="3257"/>
                  </a:lnTo>
                  <a:lnTo>
                    <a:pt x="27" y="3312"/>
                  </a:lnTo>
                  <a:lnTo>
                    <a:pt x="42" y="3366"/>
                  </a:lnTo>
                  <a:lnTo>
                    <a:pt x="59" y="3420"/>
                  </a:lnTo>
                  <a:lnTo>
                    <a:pt x="79" y="3474"/>
                  </a:lnTo>
                  <a:lnTo>
                    <a:pt x="102" y="3525"/>
                  </a:lnTo>
                  <a:lnTo>
                    <a:pt x="127" y="3576"/>
                  </a:lnTo>
                  <a:lnTo>
                    <a:pt x="154" y="3624"/>
                  </a:lnTo>
                  <a:lnTo>
                    <a:pt x="184" y="3670"/>
                  </a:lnTo>
                  <a:lnTo>
                    <a:pt x="214" y="3712"/>
                  </a:lnTo>
                  <a:lnTo>
                    <a:pt x="247" y="3752"/>
                  </a:lnTo>
                  <a:lnTo>
                    <a:pt x="281" y="3788"/>
                  </a:lnTo>
                  <a:lnTo>
                    <a:pt x="317" y="3821"/>
                  </a:lnTo>
                  <a:lnTo>
                    <a:pt x="353" y="384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99404" name="Freeform 41"/>
            <p:cNvSpPr>
              <a:spLocks/>
            </p:cNvSpPr>
            <p:nvPr/>
          </p:nvSpPr>
          <p:spPr bwMode="auto">
            <a:xfrm>
              <a:off x="943" y="2210"/>
              <a:ext cx="276" cy="187"/>
            </a:xfrm>
            <a:custGeom>
              <a:avLst/>
              <a:gdLst>
                <a:gd name="T0" fmla="*/ 11 w 1380"/>
                <a:gd name="T1" fmla="*/ 7 h 937"/>
                <a:gd name="T2" fmla="*/ 11 w 1380"/>
                <a:gd name="T3" fmla="*/ 7 h 937"/>
                <a:gd name="T4" fmla="*/ 0 w 1380"/>
                <a:gd name="T5" fmla="*/ 0 h 937"/>
                <a:gd name="T6" fmla="*/ 0 w 1380"/>
                <a:gd name="T7" fmla="*/ 1 h 937"/>
                <a:gd name="T8" fmla="*/ 10 w 1380"/>
                <a:gd name="T9" fmla="*/ 7 h 937"/>
                <a:gd name="T10" fmla="*/ 10 w 1380"/>
                <a:gd name="T11" fmla="*/ 7 h 937"/>
                <a:gd name="T12" fmla="*/ 10 w 1380"/>
                <a:gd name="T13" fmla="*/ 7 h 937"/>
                <a:gd name="T14" fmla="*/ 11 w 1380"/>
                <a:gd name="T15" fmla="*/ 7 h 937"/>
                <a:gd name="T16" fmla="*/ 11 w 1380"/>
                <a:gd name="T17" fmla="*/ 7 h 937"/>
                <a:gd name="T18" fmla="*/ 11 w 1380"/>
                <a:gd name="T19" fmla="*/ 7 h 937"/>
                <a:gd name="T20" fmla="*/ 11 w 1380"/>
                <a:gd name="T21" fmla="*/ 7 h 937"/>
                <a:gd name="T22" fmla="*/ 11 w 1380"/>
                <a:gd name="T23" fmla="*/ 7 h 937"/>
                <a:gd name="T24" fmla="*/ 11 w 1380"/>
                <a:gd name="T25" fmla="*/ 7 h 937"/>
                <a:gd name="T26" fmla="*/ 11 w 1380"/>
                <a:gd name="T27" fmla="*/ 7 h 937"/>
                <a:gd name="T28" fmla="*/ 11 w 1380"/>
                <a:gd name="T29" fmla="*/ 7 h 937"/>
                <a:gd name="T30" fmla="*/ 11 w 1380"/>
                <a:gd name="T31" fmla="*/ 7 h 93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80"/>
                <a:gd name="T49" fmla="*/ 0 h 937"/>
                <a:gd name="T50" fmla="*/ 1380 w 1380"/>
                <a:gd name="T51" fmla="*/ 937 h 93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80" h="937">
                  <a:moveTo>
                    <a:pt x="1354" y="848"/>
                  </a:moveTo>
                  <a:lnTo>
                    <a:pt x="1359" y="851"/>
                  </a:lnTo>
                  <a:lnTo>
                    <a:pt x="51" y="0"/>
                  </a:lnTo>
                  <a:lnTo>
                    <a:pt x="0" y="78"/>
                  </a:lnTo>
                  <a:lnTo>
                    <a:pt x="1307" y="929"/>
                  </a:lnTo>
                  <a:lnTo>
                    <a:pt x="1312" y="932"/>
                  </a:lnTo>
                  <a:lnTo>
                    <a:pt x="1307" y="929"/>
                  </a:lnTo>
                  <a:lnTo>
                    <a:pt x="1326" y="937"/>
                  </a:lnTo>
                  <a:lnTo>
                    <a:pt x="1345" y="936"/>
                  </a:lnTo>
                  <a:lnTo>
                    <a:pt x="1360" y="929"/>
                  </a:lnTo>
                  <a:lnTo>
                    <a:pt x="1372" y="916"/>
                  </a:lnTo>
                  <a:lnTo>
                    <a:pt x="1379" y="899"/>
                  </a:lnTo>
                  <a:lnTo>
                    <a:pt x="1380" y="883"/>
                  </a:lnTo>
                  <a:lnTo>
                    <a:pt x="1374" y="865"/>
                  </a:lnTo>
                  <a:lnTo>
                    <a:pt x="1359" y="851"/>
                  </a:lnTo>
                  <a:lnTo>
                    <a:pt x="1354" y="84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99405" name="Freeform 42"/>
            <p:cNvSpPr>
              <a:spLocks/>
            </p:cNvSpPr>
            <p:nvPr/>
          </p:nvSpPr>
          <p:spPr bwMode="auto">
            <a:xfrm>
              <a:off x="1206" y="2379"/>
              <a:ext cx="140" cy="32"/>
            </a:xfrm>
            <a:custGeom>
              <a:avLst/>
              <a:gdLst>
                <a:gd name="T0" fmla="*/ 5 w 703"/>
                <a:gd name="T1" fmla="*/ 0 h 162"/>
                <a:gd name="T2" fmla="*/ 5 w 703"/>
                <a:gd name="T3" fmla="*/ 0 h 162"/>
                <a:gd name="T4" fmla="*/ 5 w 703"/>
                <a:gd name="T5" fmla="*/ 0 h 162"/>
                <a:gd name="T6" fmla="*/ 5 w 703"/>
                <a:gd name="T7" fmla="*/ 0 h 162"/>
                <a:gd name="T8" fmla="*/ 4 w 703"/>
                <a:gd name="T9" fmla="*/ 0 h 162"/>
                <a:gd name="T10" fmla="*/ 4 w 703"/>
                <a:gd name="T11" fmla="*/ 0 h 162"/>
                <a:gd name="T12" fmla="*/ 4 w 703"/>
                <a:gd name="T13" fmla="*/ 0 h 162"/>
                <a:gd name="T14" fmla="*/ 3 w 703"/>
                <a:gd name="T15" fmla="*/ 1 h 162"/>
                <a:gd name="T16" fmla="*/ 3 w 703"/>
                <a:gd name="T17" fmla="*/ 1 h 162"/>
                <a:gd name="T18" fmla="*/ 3 w 703"/>
                <a:gd name="T19" fmla="*/ 1 h 162"/>
                <a:gd name="T20" fmla="*/ 2 w 703"/>
                <a:gd name="T21" fmla="*/ 1 h 162"/>
                <a:gd name="T22" fmla="*/ 2 w 703"/>
                <a:gd name="T23" fmla="*/ 1 h 162"/>
                <a:gd name="T24" fmla="*/ 2 w 703"/>
                <a:gd name="T25" fmla="*/ 0 h 162"/>
                <a:gd name="T26" fmla="*/ 1 w 703"/>
                <a:gd name="T27" fmla="*/ 0 h 162"/>
                <a:gd name="T28" fmla="*/ 1 w 703"/>
                <a:gd name="T29" fmla="*/ 0 h 162"/>
                <a:gd name="T30" fmla="*/ 1 w 703"/>
                <a:gd name="T31" fmla="*/ 0 h 162"/>
                <a:gd name="T32" fmla="*/ 1 w 703"/>
                <a:gd name="T33" fmla="*/ 0 h 162"/>
                <a:gd name="T34" fmla="*/ 0 w 703"/>
                <a:gd name="T35" fmla="*/ 0 h 162"/>
                <a:gd name="T36" fmla="*/ 0 w 703"/>
                <a:gd name="T37" fmla="*/ 1 h 162"/>
                <a:gd name="T38" fmla="*/ 0 w 703"/>
                <a:gd name="T39" fmla="*/ 1 h 162"/>
                <a:gd name="T40" fmla="*/ 1 w 703"/>
                <a:gd name="T41" fmla="*/ 1 h 162"/>
                <a:gd name="T42" fmla="*/ 1 w 703"/>
                <a:gd name="T43" fmla="*/ 1 h 162"/>
                <a:gd name="T44" fmla="*/ 1 w 703"/>
                <a:gd name="T45" fmla="*/ 1 h 162"/>
                <a:gd name="T46" fmla="*/ 2 w 703"/>
                <a:gd name="T47" fmla="*/ 1 h 162"/>
                <a:gd name="T48" fmla="*/ 2 w 703"/>
                <a:gd name="T49" fmla="*/ 1 h 162"/>
                <a:gd name="T50" fmla="*/ 2 w 703"/>
                <a:gd name="T51" fmla="*/ 1 h 162"/>
                <a:gd name="T52" fmla="*/ 3 w 703"/>
                <a:gd name="T53" fmla="*/ 1 h 162"/>
                <a:gd name="T54" fmla="*/ 3 w 703"/>
                <a:gd name="T55" fmla="*/ 1 h 162"/>
                <a:gd name="T56" fmla="*/ 3 w 703"/>
                <a:gd name="T57" fmla="*/ 1 h 162"/>
                <a:gd name="T58" fmla="*/ 4 w 703"/>
                <a:gd name="T59" fmla="*/ 1 h 162"/>
                <a:gd name="T60" fmla="*/ 4 w 703"/>
                <a:gd name="T61" fmla="*/ 1 h 162"/>
                <a:gd name="T62" fmla="*/ 5 w 703"/>
                <a:gd name="T63" fmla="*/ 1 h 162"/>
                <a:gd name="T64" fmla="*/ 5 w 703"/>
                <a:gd name="T65" fmla="*/ 1 h 162"/>
                <a:gd name="T66" fmla="*/ 5 w 703"/>
                <a:gd name="T67" fmla="*/ 1 h 162"/>
                <a:gd name="T68" fmla="*/ 5 w 703"/>
                <a:gd name="T69" fmla="*/ 1 h 162"/>
                <a:gd name="T70" fmla="*/ 5 w 703"/>
                <a:gd name="T71" fmla="*/ 1 h 162"/>
                <a:gd name="T72" fmla="*/ 5 w 703"/>
                <a:gd name="T73" fmla="*/ 1 h 162"/>
                <a:gd name="T74" fmla="*/ 5 w 703"/>
                <a:gd name="T75" fmla="*/ 1 h 162"/>
                <a:gd name="T76" fmla="*/ 6 w 703"/>
                <a:gd name="T77" fmla="*/ 0 h 162"/>
                <a:gd name="T78" fmla="*/ 6 w 703"/>
                <a:gd name="T79" fmla="*/ 0 h 162"/>
                <a:gd name="T80" fmla="*/ 6 w 703"/>
                <a:gd name="T81" fmla="*/ 0 h 162"/>
                <a:gd name="T82" fmla="*/ 5 w 703"/>
                <a:gd name="T83" fmla="*/ 0 h 162"/>
                <a:gd name="T84" fmla="*/ 5 w 703"/>
                <a:gd name="T85" fmla="*/ 0 h 162"/>
                <a:gd name="T86" fmla="*/ 5 w 703"/>
                <a:gd name="T87" fmla="*/ 0 h 162"/>
                <a:gd name="T88" fmla="*/ 5 w 703"/>
                <a:gd name="T89" fmla="*/ 0 h 162"/>
                <a:gd name="T90" fmla="*/ 5 w 703"/>
                <a:gd name="T91" fmla="*/ 0 h 162"/>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703"/>
                <a:gd name="T139" fmla="*/ 0 h 162"/>
                <a:gd name="T140" fmla="*/ 703 w 703"/>
                <a:gd name="T141" fmla="*/ 162 h 162"/>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703" h="162">
                  <a:moveTo>
                    <a:pt x="631" y="8"/>
                  </a:moveTo>
                  <a:lnTo>
                    <a:pt x="636" y="6"/>
                  </a:lnTo>
                  <a:lnTo>
                    <a:pt x="606" y="20"/>
                  </a:lnTo>
                  <a:lnTo>
                    <a:pt x="575" y="32"/>
                  </a:lnTo>
                  <a:lnTo>
                    <a:pt x="540" y="42"/>
                  </a:lnTo>
                  <a:lnTo>
                    <a:pt x="504" y="52"/>
                  </a:lnTo>
                  <a:lnTo>
                    <a:pt x="467" y="59"/>
                  </a:lnTo>
                  <a:lnTo>
                    <a:pt x="428" y="64"/>
                  </a:lnTo>
                  <a:lnTo>
                    <a:pt x="389" y="67"/>
                  </a:lnTo>
                  <a:lnTo>
                    <a:pt x="348" y="68"/>
                  </a:lnTo>
                  <a:lnTo>
                    <a:pt x="308" y="68"/>
                  </a:lnTo>
                  <a:lnTo>
                    <a:pt x="267" y="65"/>
                  </a:lnTo>
                  <a:lnTo>
                    <a:pt x="226" y="61"/>
                  </a:lnTo>
                  <a:lnTo>
                    <a:pt x="187" y="54"/>
                  </a:lnTo>
                  <a:lnTo>
                    <a:pt x="148" y="44"/>
                  </a:lnTo>
                  <a:lnTo>
                    <a:pt x="110" y="33"/>
                  </a:lnTo>
                  <a:lnTo>
                    <a:pt x="75" y="20"/>
                  </a:lnTo>
                  <a:lnTo>
                    <a:pt x="42" y="5"/>
                  </a:lnTo>
                  <a:lnTo>
                    <a:pt x="0" y="89"/>
                  </a:lnTo>
                  <a:lnTo>
                    <a:pt x="40" y="107"/>
                  </a:lnTo>
                  <a:lnTo>
                    <a:pt x="82" y="122"/>
                  </a:lnTo>
                  <a:lnTo>
                    <a:pt x="124" y="135"/>
                  </a:lnTo>
                  <a:lnTo>
                    <a:pt x="169" y="146"/>
                  </a:lnTo>
                  <a:lnTo>
                    <a:pt x="214" y="153"/>
                  </a:lnTo>
                  <a:lnTo>
                    <a:pt x="258" y="158"/>
                  </a:lnTo>
                  <a:lnTo>
                    <a:pt x="303" y="162"/>
                  </a:lnTo>
                  <a:lnTo>
                    <a:pt x="348" y="162"/>
                  </a:lnTo>
                  <a:lnTo>
                    <a:pt x="394" y="161"/>
                  </a:lnTo>
                  <a:lnTo>
                    <a:pt x="439" y="157"/>
                  </a:lnTo>
                  <a:lnTo>
                    <a:pt x="481" y="150"/>
                  </a:lnTo>
                  <a:lnTo>
                    <a:pt x="525" y="143"/>
                  </a:lnTo>
                  <a:lnTo>
                    <a:pt x="566" y="132"/>
                  </a:lnTo>
                  <a:lnTo>
                    <a:pt x="606" y="121"/>
                  </a:lnTo>
                  <a:lnTo>
                    <a:pt x="643" y="105"/>
                  </a:lnTo>
                  <a:lnTo>
                    <a:pt x="678" y="88"/>
                  </a:lnTo>
                  <a:lnTo>
                    <a:pt x="683" y="86"/>
                  </a:lnTo>
                  <a:lnTo>
                    <a:pt x="678" y="88"/>
                  </a:lnTo>
                  <a:lnTo>
                    <a:pt x="695" y="75"/>
                  </a:lnTo>
                  <a:lnTo>
                    <a:pt x="702" y="60"/>
                  </a:lnTo>
                  <a:lnTo>
                    <a:pt x="703" y="42"/>
                  </a:lnTo>
                  <a:lnTo>
                    <a:pt x="698" y="26"/>
                  </a:lnTo>
                  <a:lnTo>
                    <a:pt x="688" y="12"/>
                  </a:lnTo>
                  <a:lnTo>
                    <a:pt x="674" y="3"/>
                  </a:lnTo>
                  <a:lnTo>
                    <a:pt x="656" y="0"/>
                  </a:lnTo>
                  <a:lnTo>
                    <a:pt x="636" y="6"/>
                  </a:lnTo>
                  <a:lnTo>
                    <a:pt x="631"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99406" name="Freeform 43"/>
            <p:cNvSpPr>
              <a:spLocks/>
            </p:cNvSpPr>
            <p:nvPr/>
          </p:nvSpPr>
          <p:spPr bwMode="auto">
            <a:xfrm>
              <a:off x="1332" y="2204"/>
              <a:ext cx="283" cy="192"/>
            </a:xfrm>
            <a:custGeom>
              <a:avLst/>
              <a:gdLst>
                <a:gd name="T0" fmla="*/ 11 w 1415"/>
                <a:gd name="T1" fmla="*/ 0 h 960"/>
                <a:gd name="T2" fmla="*/ 11 w 1415"/>
                <a:gd name="T3" fmla="*/ 0 h 960"/>
                <a:gd name="T4" fmla="*/ 0 w 1415"/>
                <a:gd name="T5" fmla="*/ 7 h 960"/>
                <a:gd name="T6" fmla="*/ 0 w 1415"/>
                <a:gd name="T7" fmla="*/ 8 h 960"/>
                <a:gd name="T8" fmla="*/ 11 w 1415"/>
                <a:gd name="T9" fmla="*/ 1 h 960"/>
                <a:gd name="T10" fmla="*/ 11 w 1415"/>
                <a:gd name="T11" fmla="*/ 1 h 960"/>
                <a:gd name="T12" fmla="*/ 11 w 1415"/>
                <a:gd name="T13" fmla="*/ 1 h 960"/>
                <a:gd name="T14" fmla="*/ 11 w 1415"/>
                <a:gd name="T15" fmla="*/ 1 h 960"/>
                <a:gd name="T16" fmla="*/ 11 w 1415"/>
                <a:gd name="T17" fmla="*/ 0 h 960"/>
                <a:gd name="T18" fmla="*/ 11 w 1415"/>
                <a:gd name="T19" fmla="*/ 0 h 960"/>
                <a:gd name="T20" fmla="*/ 11 w 1415"/>
                <a:gd name="T21" fmla="*/ 0 h 960"/>
                <a:gd name="T22" fmla="*/ 11 w 1415"/>
                <a:gd name="T23" fmla="*/ 0 h 960"/>
                <a:gd name="T24" fmla="*/ 11 w 1415"/>
                <a:gd name="T25" fmla="*/ 0 h 960"/>
                <a:gd name="T26" fmla="*/ 11 w 1415"/>
                <a:gd name="T27" fmla="*/ 0 h 960"/>
                <a:gd name="T28" fmla="*/ 11 w 1415"/>
                <a:gd name="T29" fmla="*/ 0 h 960"/>
                <a:gd name="T30" fmla="*/ 11 w 1415"/>
                <a:gd name="T31" fmla="*/ 0 h 96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15"/>
                <a:gd name="T49" fmla="*/ 0 h 960"/>
                <a:gd name="T50" fmla="*/ 1415 w 1415"/>
                <a:gd name="T51" fmla="*/ 960 h 96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15" h="960">
                  <a:moveTo>
                    <a:pt x="1338" y="10"/>
                  </a:moveTo>
                  <a:lnTo>
                    <a:pt x="1342" y="8"/>
                  </a:lnTo>
                  <a:lnTo>
                    <a:pt x="0" y="882"/>
                  </a:lnTo>
                  <a:lnTo>
                    <a:pt x="52" y="960"/>
                  </a:lnTo>
                  <a:lnTo>
                    <a:pt x="1393" y="85"/>
                  </a:lnTo>
                  <a:lnTo>
                    <a:pt x="1397" y="83"/>
                  </a:lnTo>
                  <a:lnTo>
                    <a:pt x="1393" y="85"/>
                  </a:lnTo>
                  <a:lnTo>
                    <a:pt x="1409" y="71"/>
                  </a:lnTo>
                  <a:lnTo>
                    <a:pt x="1415" y="53"/>
                  </a:lnTo>
                  <a:lnTo>
                    <a:pt x="1413" y="37"/>
                  </a:lnTo>
                  <a:lnTo>
                    <a:pt x="1406" y="21"/>
                  </a:lnTo>
                  <a:lnTo>
                    <a:pt x="1395" y="8"/>
                  </a:lnTo>
                  <a:lnTo>
                    <a:pt x="1379" y="1"/>
                  </a:lnTo>
                  <a:lnTo>
                    <a:pt x="1361" y="0"/>
                  </a:lnTo>
                  <a:lnTo>
                    <a:pt x="1342" y="8"/>
                  </a:lnTo>
                  <a:lnTo>
                    <a:pt x="1338" y="1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99407" name="Freeform 44"/>
            <p:cNvSpPr>
              <a:spLocks/>
            </p:cNvSpPr>
            <p:nvPr/>
          </p:nvSpPr>
          <p:spPr bwMode="auto">
            <a:xfrm>
              <a:off x="1599" y="2057"/>
              <a:ext cx="80" cy="163"/>
            </a:xfrm>
            <a:custGeom>
              <a:avLst/>
              <a:gdLst>
                <a:gd name="T0" fmla="*/ 2 w 398"/>
                <a:gd name="T1" fmla="*/ 0 h 817"/>
                <a:gd name="T2" fmla="*/ 2 w 398"/>
                <a:gd name="T3" fmla="*/ 0 h 817"/>
                <a:gd name="T4" fmla="*/ 2 w 398"/>
                <a:gd name="T5" fmla="*/ 1 h 817"/>
                <a:gd name="T6" fmla="*/ 2 w 398"/>
                <a:gd name="T7" fmla="*/ 1 h 817"/>
                <a:gd name="T8" fmla="*/ 2 w 398"/>
                <a:gd name="T9" fmla="*/ 2 h 817"/>
                <a:gd name="T10" fmla="*/ 2 w 398"/>
                <a:gd name="T11" fmla="*/ 2 h 817"/>
                <a:gd name="T12" fmla="*/ 2 w 398"/>
                <a:gd name="T13" fmla="*/ 2 h 817"/>
                <a:gd name="T14" fmla="*/ 2 w 398"/>
                <a:gd name="T15" fmla="*/ 3 h 817"/>
                <a:gd name="T16" fmla="*/ 2 w 398"/>
                <a:gd name="T17" fmla="*/ 3 h 817"/>
                <a:gd name="T18" fmla="*/ 2 w 398"/>
                <a:gd name="T19" fmla="*/ 4 h 817"/>
                <a:gd name="T20" fmla="*/ 2 w 398"/>
                <a:gd name="T21" fmla="*/ 4 h 817"/>
                <a:gd name="T22" fmla="*/ 1 w 398"/>
                <a:gd name="T23" fmla="*/ 4 h 817"/>
                <a:gd name="T24" fmla="*/ 1 w 398"/>
                <a:gd name="T25" fmla="*/ 5 h 817"/>
                <a:gd name="T26" fmla="*/ 1 w 398"/>
                <a:gd name="T27" fmla="*/ 5 h 817"/>
                <a:gd name="T28" fmla="*/ 1 w 398"/>
                <a:gd name="T29" fmla="*/ 5 h 817"/>
                <a:gd name="T30" fmla="*/ 1 w 398"/>
                <a:gd name="T31" fmla="*/ 5 h 817"/>
                <a:gd name="T32" fmla="*/ 0 w 398"/>
                <a:gd name="T33" fmla="*/ 6 h 817"/>
                <a:gd name="T34" fmla="*/ 0 w 398"/>
                <a:gd name="T35" fmla="*/ 6 h 817"/>
                <a:gd name="T36" fmla="*/ 0 w 398"/>
                <a:gd name="T37" fmla="*/ 7 h 817"/>
                <a:gd name="T38" fmla="*/ 1 w 398"/>
                <a:gd name="T39" fmla="*/ 6 h 817"/>
                <a:gd name="T40" fmla="*/ 1 w 398"/>
                <a:gd name="T41" fmla="*/ 6 h 817"/>
                <a:gd name="T42" fmla="*/ 1 w 398"/>
                <a:gd name="T43" fmla="*/ 6 h 817"/>
                <a:gd name="T44" fmla="*/ 2 w 398"/>
                <a:gd name="T45" fmla="*/ 5 h 817"/>
                <a:gd name="T46" fmla="*/ 2 w 398"/>
                <a:gd name="T47" fmla="*/ 5 h 817"/>
                <a:gd name="T48" fmla="*/ 2 w 398"/>
                <a:gd name="T49" fmla="*/ 5 h 817"/>
                <a:gd name="T50" fmla="*/ 2 w 398"/>
                <a:gd name="T51" fmla="*/ 4 h 817"/>
                <a:gd name="T52" fmla="*/ 2 w 398"/>
                <a:gd name="T53" fmla="*/ 4 h 817"/>
                <a:gd name="T54" fmla="*/ 3 w 398"/>
                <a:gd name="T55" fmla="*/ 3 h 817"/>
                <a:gd name="T56" fmla="*/ 3 w 398"/>
                <a:gd name="T57" fmla="*/ 3 h 817"/>
                <a:gd name="T58" fmla="*/ 3 w 398"/>
                <a:gd name="T59" fmla="*/ 3 h 817"/>
                <a:gd name="T60" fmla="*/ 3 w 398"/>
                <a:gd name="T61" fmla="*/ 2 h 817"/>
                <a:gd name="T62" fmla="*/ 3 w 398"/>
                <a:gd name="T63" fmla="*/ 2 h 817"/>
                <a:gd name="T64" fmla="*/ 3 w 398"/>
                <a:gd name="T65" fmla="*/ 1 h 817"/>
                <a:gd name="T66" fmla="*/ 3 w 398"/>
                <a:gd name="T67" fmla="*/ 1 h 817"/>
                <a:gd name="T68" fmla="*/ 3 w 398"/>
                <a:gd name="T69" fmla="*/ 0 h 817"/>
                <a:gd name="T70" fmla="*/ 3 w 398"/>
                <a:gd name="T71" fmla="*/ 0 h 817"/>
                <a:gd name="T72" fmla="*/ 3 w 398"/>
                <a:gd name="T73" fmla="*/ 0 h 817"/>
                <a:gd name="T74" fmla="*/ 3 w 398"/>
                <a:gd name="T75" fmla="*/ 0 h 817"/>
                <a:gd name="T76" fmla="*/ 3 w 398"/>
                <a:gd name="T77" fmla="*/ 0 h 817"/>
                <a:gd name="T78" fmla="*/ 3 w 398"/>
                <a:gd name="T79" fmla="*/ 0 h 817"/>
                <a:gd name="T80" fmla="*/ 3 w 398"/>
                <a:gd name="T81" fmla="*/ 0 h 817"/>
                <a:gd name="T82" fmla="*/ 3 w 398"/>
                <a:gd name="T83" fmla="*/ 0 h 817"/>
                <a:gd name="T84" fmla="*/ 3 w 398"/>
                <a:gd name="T85" fmla="*/ 0 h 817"/>
                <a:gd name="T86" fmla="*/ 2 w 398"/>
                <a:gd name="T87" fmla="*/ 0 h 817"/>
                <a:gd name="T88" fmla="*/ 2 w 398"/>
                <a:gd name="T89" fmla="*/ 0 h 817"/>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398"/>
                <a:gd name="T136" fmla="*/ 0 h 817"/>
                <a:gd name="T137" fmla="*/ 398 w 398"/>
                <a:gd name="T138" fmla="*/ 817 h 817"/>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398" h="817">
                  <a:moveTo>
                    <a:pt x="304" y="47"/>
                  </a:moveTo>
                  <a:lnTo>
                    <a:pt x="304" y="47"/>
                  </a:lnTo>
                  <a:lnTo>
                    <a:pt x="301" y="97"/>
                  </a:lnTo>
                  <a:lnTo>
                    <a:pt x="297" y="147"/>
                  </a:lnTo>
                  <a:lnTo>
                    <a:pt x="291" y="198"/>
                  </a:lnTo>
                  <a:lnTo>
                    <a:pt x="280" y="247"/>
                  </a:lnTo>
                  <a:lnTo>
                    <a:pt x="268" y="297"/>
                  </a:lnTo>
                  <a:lnTo>
                    <a:pt x="253" y="347"/>
                  </a:lnTo>
                  <a:lnTo>
                    <a:pt x="236" y="395"/>
                  </a:lnTo>
                  <a:lnTo>
                    <a:pt x="217" y="442"/>
                  </a:lnTo>
                  <a:lnTo>
                    <a:pt x="195" y="487"/>
                  </a:lnTo>
                  <a:lnTo>
                    <a:pt x="171" y="532"/>
                  </a:lnTo>
                  <a:lnTo>
                    <a:pt x="147" y="574"/>
                  </a:lnTo>
                  <a:lnTo>
                    <a:pt x="121" y="613"/>
                  </a:lnTo>
                  <a:lnTo>
                    <a:pt x="93" y="650"/>
                  </a:lnTo>
                  <a:lnTo>
                    <a:pt x="64" y="684"/>
                  </a:lnTo>
                  <a:lnTo>
                    <a:pt x="32" y="716"/>
                  </a:lnTo>
                  <a:lnTo>
                    <a:pt x="0" y="744"/>
                  </a:lnTo>
                  <a:lnTo>
                    <a:pt x="59" y="817"/>
                  </a:lnTo>
                  <a:lnTo>
                    <a:pt x="95" y="784"/>
                  </a:lnTo>
                  <a:lnTo>
                    <a:pt x="132" y="748"/>
                  </a:lnTo>
                  <a:lnTo>
                    <a:pt x="166" y="709"/>
                  </a:lnTo>
                  <a:lnTo>
                    <a:pt x="196" y="667"/>
                  </a:lnTo>
                  <a:lnTo>
                    <a:pt x="227" y="623"/>
                  </a:lnTo>
                  <a:lnTo>
                    <a:pt x="253" y="576"/>
                  </a:lnTo>
                  <a:lnTo>
                    <a:pt x="279" y="530"/>
                  </a:lnTo>
                  <a:lnTo>
                    <a:pt x="301" y="479"/>
                  </a:lnTo>
                  <a:lnTo>
                    <a:pt x="323" y="428"/>
                  </a:lnTo>
                  <a:lnTo>
                    <a:pt x="342" y="375"/>
                  </a:lnTo>
                  <a:lnTo>
                    <a:pt x="359" y="321"/>
                  </a:lnTo>
                  <a:lnTo>
                    <a:pt x="372" y="268"/>
                  </a:lnTo>
                  <a:lnTo>
                    <a:pt x="382" y="212"/>
                  </a:lnTo>
                  <a:lnTo>
                    <a:pt x="391" y="157"/>
                  </a:lnTo>
                  <a:lnTo>
                    <a:pt x="395" y="102"/>
                  </a:lnTo>
                  <a:lnTo>
                    <a:pt x="398" y="47"/>
                  </a:lnTo>
                  <a:lnTo>
                    <a:pt x="394" y="27"/>
                  </a:lnTo>
                  <a:lnTo>
                    <a:pt x="383" y="11"/>
                  </a:lnTo>
                  <a:lnTo>
                    <a:pt x="368" y="3"/>
                  </a:lnTo>
                  <a:lnTo>
                    <a:pt x="351" y="0"/>
                  </a:lnTo>
                  <a:lnTo>
                    <a:pt x="333" y="3"/>
                  </a:lnTo>
                  <a:lnTo>
                    <a:pt x="319" y="11"/>
                  </a:lnTo>
                  <a:lnTo>
                    <a:pt x="307" y="27"/>
                  </a:lnTo>
                  <a:lnTo>
                    <a:pt x="304" y="4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99408" name="Freeform 45"/>
            <p:cNvSpPr>
              <a:spLocks/>
            </p:cNvSpPr>
            <p:nvPr/>
          </p:nvSpPr>
          <p:spPr bwMode="auto">
            <a:xfrm>
              <a:off x="1660" y="1701"/>
              <a:ext cx="19" cy="365"/>
            </a:xfrm>
            <a:custGeom>
              <a:avLst/>
              <a:gdLst>
                <a:gd name="T0" fmla="*/ 0 w 95"/>
                <a:gd name="T1" fmla="*/ 0 h 1826"/>
                <a:gd name="T2" fmla="*/ 0 w 95"/>
                <a:gd name="T3" fmla="*/ 0 h 1826"/>
                <a:gd name="T4" fmla="*/ 0 w 95"/>
                <a:gd name="T5" fmla="*/ 15 h 1826"/>
                <a:gd name="T6" fmla="*/ 1 w 95"/>
                <a:gd name="T7" fmla="*/ 15 h 1826"/>
                <a:gd name="T8" fmla="*/ 1 w 95"/>
                <a:gd name="T9" fmla="*/ 0 h 1826"/>
                <a:gd name="T10" fmla="*/ 1 w 95"/>
                <a:gd name="T11" fmla="*/ 0 h 1826"/>
                <a:gd name="T12" fmla="*/ 1 w 95"/>
                <a:gd name="T13" fmla="*/ 0 h 1826"/>
                <a:gd name="T14" fmla="*/ 1 w 95"/>
                <a:gd name="T15" fmla="*/ 0 h 1826"/>
                <a:gd name="T16" fmla="*/ 1 w 95"/>
                <a:gd name="T17" fmla="*/ 0 h 1826"/>
                <a:gd name="T18" fmla="*/ 1 w 95"/>
                <a:gd name="T19" fmla="*/ 0 h 1826"/>
                <a:gd name="T20" fmla="*/ 0 w 95"/>
                <a:gd name="T21" fmla="*/ 0 h 1826"/>
                <a:gd name="T22" fmla="*/ 0 w 95"/>
                <a:gd name="T23" fmla="*/ 0 h 1826"/>
                <a:gd name="T24" fmla="*/ 0 w 95"/>
                <a:gd name="T25" fmla="*/ 0 h 1826"/>
                <a:gd name="T26" fmla="*/ 0 w 95"/>
                <a:gd name="T27" fmla="*/ 0 h 1826"/>
                <a:gd name="T28" fmla="*/ 0 w 95"/>
                <a:gd name="T29" fmla="*/ 0 h 1826"/>
                <a:gd name="T30" fmla="*/ 0 w 95"/>
                <a:gd name="T31" fmla="*/ 0 h 182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95"/>
                <a:gd name="T49" fmla="*/ 0 h 1826"/>
                <a:gd name="T50" fmla="*/ 95 w 95"/>
                <a:gd name="T51" fmla="*/ 1826 h 182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95" h="1826">
                  <a:moveTo>
                    <a:pt x="0" y="49"/>
                  </a:moveTo>
                  <a:lnTo>
                    <a:pt x="0" y="47"/>
                  </a:lnTo>
                  <a:lnTo>
                    <a:pt x="1" y="1826"/>
                  </a:lnTo>
                  <a:lnTo>
                    <a:pt x="95" y="1826"/>
                  </a:lnTo>
                  <a:lnTo>
                    <a:pt x="93" y="47"/>
                  </a:lnTo>
                  <a:lnTo>
                    <a:pt x="93" y="45"/>
                  </a:lnTo>
                  <a:lnTo>
                    <a:pt x="93" y="47"/>
                  </a:lnTo>
                  <a:lnTo>
                    <a:pt x="90" y="27"/>
                  </a:lnTo>
                  <a:lnTo>
                    <a:pt x="79" y="12"/>
                  </a:lnTo>
                  <a:lnTo>
                    <a:pt x="64" y="4"/>
                  </a:lnTo>
                  <a:lnTo>
                    <a:pt x="47" y="0"/>
                  </a:lnTo>
                  <a:lnTo>
                    <a:pt x="29" y="4"/>
                  </a:lnTo>
                  <a:lnTo>
                    <a:pt x="15" y="12"/>
                  </a:lnTo>
                  <a:lnTo>
                    <a:pt x="3" y="27"/>
                  </a:lnTo>
                  <a:lnTo>
                    <a:pt x="0" y="47"/>
                  </a:lnTo>
                  <a:lnTo>
                    <a:pt x="0" y="4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99409" name="Freeform 46"/>
            <p:cNvSpPr>
              <a:spLocks/>
            </p:cNvSpPr>
            <p:nvPr/>
          </p:nvSpPr>
          <p:spPr bwMode="auto">
            <a:xfrm>
              <a:off x="1598" y="1598"/>
              <a:ext cx="81" cy="113"/>
            </a:xfrm>
            <a:custGeom>
              <a:avLst/>
              <a:gdLst>
                <a:gd name="T0" fmla="*/ 0 w 401"/>
                <a:gd name="T1" fmla="*/ 1 h 566"/>
                <a:gd name="T2" fmla="*/ 0 w 401"/>
                <a:gd name="T3" fmla="*/ 1 h 566"/>
                <a:gd name="T4" fmla="*/ 0 w 401"/>
                <a:gd name="T5" fmla="*/ 1 h 566"/>
                <a:gd name="T6" fmla="*/ 1 w 401"/>
                <a:gd name="T7" fmla="*/ 1 h 566"/>
                <a:gd name="T8" fmla="*/ 1 w 401"/>
                <a:gd name="T9" fmla="*/ 1 h 566"/>
                <a:gd name="T10" fmla="*/ 1 w 401"/>
                <a:gd name="T11" fmla="*/ 1 h 566"/>
                <a:gd name="T12" fmla="*/ 1 w 401"/>
                <a:gd name="T13" fmla="*/ 2 h 566"/>
                <a:gd name="T14" fmla="*/ 1 w 401"/>
                <a:gd name="T15" fmla="*/ 2 h 566"/>
                <a:gd name="T16" fmla="*/ 2 w 401"/>
                <a:gd name="T17" fmla="*/ 2 h 566"/>
                <a:gd name="T18" fmla="*/ 2 w 401"/>
                <a:gd name="T19" fmla="*/ 2 h 566"/>
                <a:gd name="T20" fmla="*/ 2 w 401"/>
                <a:gd name="T21" fmla="*/ 2 h 566"/>
                <a:gd name="T22" fmla="*/ 2 w 401"/>
                <a:gd name="T23" fmla="*/ 3 h 566"/>
                <a:gd name="T24" fmla="*/ 2 w 401"/>
                <a:gd name="T25" fmla="*/ 3 h 566"/>
                <a:gd name="T26" fmla="*/ 2 w 401"/>
                <a:gd name="T27" fmla="*/ 3 h 566"/>
                <a:gd name="T28" fmla="*/ 2 w 401"/>
                <a:gd name="T29" fmla="*/ 4 h 566"/>
                <a:gd name="T30" fmla="*/ 2 w 401"/>
                <a:gd name="T31" fmla="*/ 4 h 566"/>
                <a:gd name="T32" fmla="*/ 2 w 401"/>
                <a:gd name="T33" fmla="*/ 4 h 566"/>
                <a:gd name="T34" fmla="*/ 3 w 401"/>
                <a:gd name="T35" fmla="*/ 5 h 566"/>
                <a:gd name="T36" fmla="*/ 3 w 401"/>
                <a:gd name="T37" fmla="*/ 4 h 566"/>
                <a:gd name="T38" fmla="*/ 3 w 401"/>
                <a:gd name="T39" fmla="*/ 4 h 566"/>
                <a:gd name="T40" fmla="*/ 3 w 401"/>
                <a:gd name="T41" fmla="*/ 4 h 566"/>
                <a:gd name="T42" fmla="*/ 3 w 401"/>
                <a:gd name="T43" fmla="*/ 3 h 566"/>
                <a:gd name="T44" fmla="*/ 3 w 401"/>
                <a:gd name="T45" fmla="*/ 3 h 566"/>
                <a:gd name="T46" fmla="*/ 3 w 401"/>
                <a:gd name="T47" fmla="*/ 3 h 566"/>
                <a:gd name="T48" fmla="*/ 3 w 401"/>
                <a:gd name="T49" fmla="*/ 2 h 566"/>
                <a:gd name="T50" fmla="*/ 3 w 401"/>
                <a:gd name="T51" fmla="*/ 2 h 566"/>
                <a:gd name="T52" fmla="*/ 2 w 401"/>
                <a:gd name="T53" fmla="*/ 2 h 566"/>
                <a:gd name="T54" fmla="*/ 2 w 401"/>
                <a:gd name="T55" fmla="*/ 2 h 566"/>
                <a:gd name="T56" fmla="*/ 2 w 401"/>
                <a:gd name="T57" fmla="*/ 1 h 566"/>
                <a:gd name="T58" fmla="*/ 2 w 401"/>
                <a:gd name="T59" fmla="*/ 1 h 566"/>
                <a:gd name="T60" fmla="*/ 2 w 401"/>
                <a:gd name="T61" fmla="*/ 1 h 566"/>
                <a:gd name="T62" fmla="*/ 1 w 401"/>
                <a:gd name="T63" fmla="*/ 1 h 566"/>
                <a:gd name="T64" fmla="*/ 1 w 401"/>
                <a:gd name="T65" fmla="*/ 0 h 566"/>
                <a:gd name="T66" fmla="*/ 1 w 401"/>
                <a:gd name="T67" fmla="*/ 0 h 566"/>
                <a:gd name="T68" fmla="*/ 1 w 401"/>
                <a:gd name="T69" fmla="*/ 0 h 566"/>
                <a:gd name="T70" fmla="*/ 1 w 401"/>
                <a:gd name="T71" fmla="*/ 0 h 566"/>
                <a:gd name="T72" fmla="*/ 1 w 401"/>
                <a:gd name="T73" fmla="*/ 0 h 566"/>
                <a:gd name="T74" fmla="*/ 0 w 401"/>
                <a:gd name="T75" fmla="*/ 0 h 566"/>
                <a:gd name="T76" fmla="*/ 0 w 401"/>
                <a:gd name="T77" fmla="*/ 0 h 566"/>
                <a:gd name="T78" fmla="*/ 0 w 401"/>
                <a:gd name="T79" fmla="*/ 0 h 566"/>
                <a:gd name="T80" fmla="*/ 0 w 401"/>
                <a:gd name="T81" fmla="*/ 0 h 566"/>
                <a:gd name="T82" fmla="*/ 0 w 401"/>
                <a:gd name="T83" fmla="*/ 0 h 566"/>
                <a:gd name="T84" fmla="*/ 0 w 401"/>
                <a:gd name="T85" fmla="*/ 0 h 566"/>
                <a:gd name="T86" fmla="*/ 0 w 401"/>
                <a:gd name="T87" fmla="*/ 1 h 566"/>
                <a:gd name="T88" fmla="*/ 0 w 401"/>
                <a:gd name="T89" fmla="*/ 1 h 56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401"/>
                <a:gd name="T136" fmla="*/ 0 h 566"/>
                <a:gd name="T137" fmla="*/ 401 w 401"/>
                <a:gd name="T138" fmla="*/ 566 h 566"/>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401" h="566">
                  <a:moveTo>
                    <a:pt x="23" y="88"/>
                  </a:moveTo>
                  <a:lnTo>
                    <a:pt x="23" y="88"/>
                  </a:lnTo>
                  <a:lnTo>
                    <a:pt x="53" y="107"/>
                  </a:lnTo>
                  <a:lnTo>
                    <a:pt x="83" y="125"/>
                  </a:lnTo>
                  <a:lnTo>
                    <a:pt x="108" y="147"/>
                  </a:lnTo>
                  <a:lnTo>
                    <a:pt x="135" y="171"/>
                  </a:lnTo>
                  <a:lnTo>
                    <a:pt x="160" y="196"/>
                  </a:lnTo>
                  <a:lnTo>
                    <a:pt x="182" y="223"/>
                  </a:lnTo>
                  <a:lnTo>
                    <a:pt x="205" y="251"/>
                  </a:lnTo>
                  <a:lnTo>
                    <a:pt x="223" y="281"/>
                  </a:lnTo>
                  <a:lnTo>
                    <a:pt x="240" y="312"/>
                  </a:lnTo>
                  <a:lnTo>
                    <a:pt x="256" y="345"/>
                  </a:lnTo>
                  <a:lnTo>
                    <a:pt x="270" y="379"/>
                  </a:lnTo>
                  <a:lnTo>
                    <a:pt x="282" y="414"/>
                  </a:lnTo>
                  <a:lnTo>
                    <a:pt x="291" y="450"/>
                  </a:lnTo>
                  <a:lnTo>
                    <a:pt x="299" y="488"/>
                  </a:lnTo>
                  <a:lnTo>
                    <a:pt x="304" y="526"/>
                  </a:lnTo>
                  <a:lnTo>
                    <a:pt x="308" y="566"/>
                  </a:lnTo>
                  <a:lnTo>
                    <a:pt x="401" y="562"/>
                  </a:lnTo>
                  <a:lnTo>
                    <a:pt x="398" y="517"/>
                  </a:lnTo>
                  <a:lnTo>
                    <a:pt x="391" y="471"/>
                  </a:lnTo>
                  <a:lnTo>
                    <a:pt x="383" y="429"/>
                  </a:lnTo>
                  <a:lnTo>
                    <a:pt x="371" y="386"/>
                  </a:lnTo>
                  <a:lnTo>
                    <a:pt x="357" y="346"/>
                  </a:lnTo>
                  <a:lnTo>
                    <a:pt x="340" y="307"/>
                  </a:lnTo>
                  <a:lnTo>
                    <a:pt x="324" y="270"/>
                  </a:lnTo>
                  <a:lnTo>
                    <a:pt x="303" y="232"/>
                  </a:lnTo>
                  <a:lnTo>
                    <a:pt x="280" y="197"/>
                  </a:lnTo>
                  <a:lnTo>
                    <a:pt x="255" y="164"/>
                  </a:lnTo>
                  <a:lnTo>
                    <a:pt x="228" y="132"/>
                  </a:lnTo>
                  <a:lnTo>
                    <a:pt x="199" y="103"/>
                  </a:lnTo>
                  <a:lnTo>
                    <a:pt x="169" y="76"/>
                  </a:lnTo>
                  <a:lnTo>
                    <a:pt x="137" y="50"/>
                  </a:lnTo>
                  <a:lnTo>
                    <a:pt x="103" y="27"/>
                  </a:lnTo>
                  <a:lnTo>
                    <a:pt x="67" y="6"/>
                  </a:lnTo>
                  <a:lnTo>
                    <a:pt x="48" y="0"/>
                  </a:lnTo>
                  <a:lnTo>
                    <a:pt x="30" y="2"/>
                  </a:lnTo>
                  <a:lnTo>
                    <a:pt x="16" y="12"/>
                  </a:lnTo>
                  <a:lnTo>
                    <a:pt x="5" y="25"/>
                  </a:lnTo>
                  <a:lnTo>
                    <a:pt x="0" y="41"/>
                  </a:lnTo>
                  <a:lnTo>
                    <a:pt x="0" y="59"/>
                  </a:lnTo>
                  <a:lnTo>
                    <a:pt x="8" y="75"/>
                  </a:lnTo>
                  <a:lnTo>
                    <a:pt x="23"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99410" name="Freeform 47"/>
            <p:cNvSpPr>
              <a:spLocks/>
            </p:cNvSpPr>
            <p:nvPr/>
          </p:nvSpPr>
          <p:spPr bwMode="auto">
            <a:xfrm>
              <a:off x="1346" y="1455"/>
              <a:ext cx="266" cy="160"/>
            </a:xfrm>
            <a:custGeom>
              <a:avLst/>
              <a:gdLst>
                <a:gd name="T0" fmla="*/ 0 w 1330"/>
                <a:gd name="T1" fmla="*/ 1 h 801"/>
                <a:gd name="T2" fmla="*/ 0 w 1330"/>
                <a:gd name="T3" fmla="*/ 1 h 801"/>
                <a:gd name="T4" fmla="*/ 10 w 1330"/>
                <a:gd name="T5" fmla="*/ 6 h 801"/>
                <a:gd name="T6" fmla="*/ 11 w 1330"/>
                <a:gd name="T7" fmla="*/ 6 h 801"/>
                <a:gd name="T8" fmla="*/ 1 w 1330"/>
                <a:gd name="T9" fmla="*/ 0 h 801"/>
                <a:gd name="T10" fmla="*/ 1 w 1330"/>
                <a:gd name="T11" fmla="*/ 0 h 801"/>
                <a:gd name="T12" fmla="*/ 1 w 1330"/>
                <a:gd name="T13" fmla="*/ 0 h 801"/>
                <a:gd name="T14" fmla="*/ 0 w 1330"/>
                <a:gd name="T15" fmla="*/ 0 h 801"/>
                <a:gd name="T16" fmla="*/ 0 w 1330"/>
                <a:gd name="T17" fmla="*/ 0 h 801"/>
                <a:gd name="T18" fmla="*/ 0 w 1330"/>
                <a:gd name="T19" fmla="*/ 0 h 801"/>
                <a:gd name="T20" fmla="*/ 0 w 1330"/>
                <a:gd name="T21" fmla="*/ 0 h 801"/>
                <a:gd name="T22" fmla="*/ 0 w 1330"/>
                <a:gd name="T23" fmla="*/ 0 h 801"/>
                <a:gd name="T24" fmla="*/ 0 w 1330"/>
                <a:gd name="T25" fmla="*/ 0 h 801"/>
                <a:gd name="T26" fmla="*/ 0 w 1330"/>
                <a:gd name="T27" fmla="*/ 1 h 801"/>
                <a:gd name="T28" fmla="*/ 0 w 1330"/>
                <a:gd name="T29" fmla="*/ 1 h 801"/>
                <a:gd name="T30" fmla="*/ 0 w 1330"/>
                <a:gd name="T31" fmla="*/ 1 h 801"/>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30"/>
                <a:gd name="T49" fmla="*/ 0 h 801"/>
                <a:gd name="T50" fmla="*/ 1330 w 1330"/>
                <a:gd name="T51" fmla="*/ 801 h 801"/>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30" h="801">
                  <a:moveTo>
                    <a:pt x="24" y="88"/>
                  </a:moveTo>
                  <a:lnTo>
                    <a:pt x="23" y="88"/>
                  </a:lnTo>
                  <a:lnTo>
                    <a:pt x="1286" y="801"/>
                  </a:lnTo>
                  <a:lnTo>
                    <a:pt x="1330" y="719"/>
                  </a:lnTo>
                  <a:lnTo>
                    <a:pt x="67" y="6"/>
                  </a:lnTo>
                  <a:lnTo>
                    <a:pt x="66" y="6"/>
                  </a:lnTo>
                  <a:lnTo>
                    <a:pt x="67" y="6"/>
                  </a:lnTo>
                  <a:lnTo>
                    <a:pt x="48" y="0"/>
                  </a:lnTo>
                  <a:lnTo>
                    <a:pt x="30" y="2"/>
                  </a:lnTo>
                  <a:lnTo>
                    <a:pt x="16" y="12"/>
                  </a:lnTo>
                  <a:lnTo>
                    <a:pt x="5" y="25"/>
                  </a:lnTo>
                  <a:lnTo>
                    <a:pt x="0" y="41"/>
                  </a:lnTo>
                  <a:lnTo>
                    <a:pt x="0" y="59"/>
                  </a:lnTo>
                  <a:lnTo>
                    <a:pt x="8" y="75"/>
                  </a:lnTo>
                  <a:lnTo>
                    <a:pt x="23" y="88"/>
                  </a:lnTo>
                  <a:lnTo>
                    <a:pt x="24"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99411" name="Freeform 48"/>
            <p:cNvSpPr>
              <a:spLocks/>
            </p:cNvSpPr>
            <p:nvPr/>
          </p:nvSpPr>
          <p:spPr bwMode="auto">
            <a:xfrm>
              <a:off x="1198" y="1439"/>
              <a:ext cx="161" cy="35"/>
            </a:xfrm>
            <a:custGeom>
              <a:avLst/>
              <a:gdLst>
                <a:gd name="T0" fmla="*/ 1 w 806"/>
                <a:gd name="T1" fmla="*/ 1 h 177"/>
                <a:gd name="T2" fmla="*/ 1 w 806"/>
                <a:gd name="T3" fmla="*/ 1 h 177"/>
                <a:gd name="T4" fmla="*/ 1 w 806"/>
                <a:gd name="T5" fmla="*/ 1 h 177"/>
                <a:gd name="T6" fmla="*/ 1 w 806"/>
                <a:gd name="T7" fmla="*/ 1 h 177"/>
                <a:gd name="T8" fmla="*/ 2 w 806"/>
                <a:gd name="T9" fmla="*/ 1 h 177"/>
                <a:gd name="T10" fmla="*/ 2 w 806"/>
                <a:gd name="T11" fmla="*/ 1 h 177"/>
                <a:gd name="T12" fmla="*/ 2 w 806"/>
                <a:gd name="T13" fmla="*/ 1 h 177"/>
                <a:gd name="T14" fmla="*/ 3 w 806"/>
                <a:gd name="T15" fmla="*/ 1 h 177"/>
                <a:gd name="T16" fmla="*/ 3 w 806"/>
                <a:gd name="T17" fmla="*/ 1 h 177"/>
                <a:gd name="T18" fmla="*/ 3 w 806"/>
                <a:gd name="T19" fmla="*/ 1 h 177"/>
                <a:gd name="T20" fmla="*/ 4 w 806"/>
                <a:gd name="T21" fmla="*/ 1 h 177"/>
                <a:gd name="T22" fmla="*/ 4 w 806"/>
                <a:gd name="T23" fmla="*/ 1 h 177"/>
                <a:gd name="T24" fmla="*/ 5 w 806"/>
                <a:gd name="T25" fmla="*/ 1 h 177"/>
                <a:gd name="T26" fmla="*/ 5 w 806"/>
                <a:gd name="T27" fmla="*/ 1 h 177"/>
                <a:gd name="T28" fmla="*/ 5 w 806"/>
                <a:gd name="T29" fmla="*/ 1 h 177"/>
                <a:gd name="T30" fmla="*/ 6 w 806"/>
                <a:gd name="T31" fmla="*/ 1 h 177"/>
                <a:gd name="T32" fmla="*/ 6 w 806"/>
                <a:gd name="T33" fmla="*/ 1 h 177"/>
                <a:gd name="T34" fmla="*/ 6 w 806"/>
                <a:gd name="T35" fmla="*/ 1 h 177"/>
                <a:gd name="T36" fmla="*/ 6 w 806"/>
                <a:gd name="T37" fmla="*/ 1 h 177"/>
                <a:gd name="T38" fmla="*/ 6 w 806"/>
                <a:gd name="T39" fmla="*/ 1 h 177"/>
                <a:gd name="T40" fmla="*/ 6 w 806"/>
                <a:gd name="T41" fmla="*/ 0 h 177"/>
                <a:gd name="T42" fmla="*/ 5 w 806"/>
                <a:gd name="T43" fmla="*/ 0 h 177"/>
                <a:gd name="T44" fmla="*/ 5 w 806"/>
                <a:gd name="T45" fmla="*/ 0 h 177"/>
                <a:gd name="T46" fmla="*/ 5 w 806"/>
                <a:gd name="T47" fmla="*/ 0 h 177"/>
                <a:gd name="T48" fmla="*/ 4 w 806"/>
                <a:gd name="T49" fmla="*/ 0 h 177"/>
                <a:gd name="T50" fmla="*/ 4 w 806"/>
                <a:gd name="T51" fmla="*/ 0 h 177"/>
                <a:gd name="T52" fmla="*/ 3 w 806"/>
                <a:gd name="T53" fmla="*/ 0 h 177"/>
                <a:gd name="T54" fmla="*/ 3 w 806"/>
                <a:gd name="T55" fmla="*/ 0 h 177"/>
                <a:gd name="T56" fmla="*/ 3 w 806"/>
                <a:gd name="T57" fmla="*/ 0 h 177"/>
                <a:gd name="T58" fmla="*/ 2 w 806"/>
                <a:gd name="T59" fmla="*/ 0 h 177"/>
                <a:gd name="T60" fmla="*/ 2 w 806"/>
                <a:gd name="T61" fmla="*/ 0 h 177"/>
                <a:gd name="T62" fmla="*/ 1 w 806"/>
                <a:gd name="T63" fmla="*/ 0 h 177"/>
                <a:gd name="T64" fmla="*/ 1 w 806"/>
                <a:gd name="T65" fmla="*/ 0 h 177"/>
                <a:gd name="T66" fmla="*/ 1 w 806"/>
                <a:gd name="T67" fmla="*/ 1 h 177"/>
                <a:gd name="T68" fmla="*/ 0 w 806"/>
                <a:gd name="T69" fmla="*/ 1 h 177"/>
                <a:gd name="T70" fmla="*/ 0 w 806"/>
                <a:gd name="T71" fmla="*/ 1 h 177"/>
                <a:gd name="T72" fmla="*/ 0 w 806"/>
                <a:gd name="T73" fmla="*/ 1 h 177"/>
                <a:gd name="T74" fmla="*/ 0 w 806"/>
                <a:gd name="T75" fmla="*/ 1 h 177"/>
                <a:gd name="T76" fmla="*/ 0 w 806"/>
                <a:gd name="T77" fmla="*/ 1 h 177"/>
                <a:gd name="T78" fmla="*/ 0 w 806"/>
                <a:gd name="T79" fmla="*/ 1 h 177"/>
                <a:gd name="T80" fmla="*/ 0 w 806"/>
                <a:gd name="T81" fmla="*/ 1 h 177"/>
                <a:gd name="T82" fmla="*/ 0 w 806"/>
                <a:gd name="T83" fmla="*/ 1 h 177"/>
                <a:gd name="T84" fmla="*/ 0 w 806"/>
                <a:gd name="T85" fmla="*/ 1 h 177"/>
                <a:gd name="T86" fmla="*/ 0 w 806"/>
                <a:gd name="T87" fmla="*/ 1 h 177"/>
                <a:gd name="T88" fmla="*/ 1 w 806"/>
                <a:gd name="T89" fmla="*/ 1 h 177"/>
                <a:gd name="T90" fmla="*/ 1 w 806"/>
                <a:gd name="T91" fmla="*/ 1 h 17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806"/>
                <a:gd name="T139" fmla="*/ 0 h 177"/>
                <a:gd name="T140" fmla="*/ 806 w 806"/>
                <a:gd name="T141" fmla="*/ 177 h 17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806" h="177">
                  <a:moveTo>
                    <a:pt x="67" y="171"/>
                  </a:moveTo>
                  <a:lnTo>
                    <a:pt x="68" y="171"/>
                  </a:lnTo>
                  <a:lnTo>
                    <a:pt x="109" y="151"/>
                  </a:lnTo>
                  <a:lnTo>
                    <a:pt x="151" y="135"/>
                  </a:lnTo>
                  <a:lnTo>
                    <a:pt x="196" y="122"/>
                  </a:lnTo>
                  <a:lnTo>
                    <a:pt x="242" y="110"/>
                  </a:lnTo>
                  <a:lnTo>
                    <a:pt x="287" y="102"/>
                  </a:lnTo>
                  <a:lnTo>
                    <a:pt x="335" y="97"/>
                  </a:lnTo>
                  <a:lnTo>
                    <a:pt x="382" y="95"/>
                  </a:lnTo>
                  <a:lnTo>
                    <a:pt x="430" y="94"/>
                  </a:lnTo>
                  <a:lnTo>
                    <a:pt x="477" y="97"/>
                  </a:lnTo>
                  <a:lnTo>
                    <a:pt x="524" y="102"/>
                  </a:lnTo>
                  <a:lnTo>
                    <a:pt x="568" y="108"/>
                  </a:lnTo>
                  <a:lnTo>
                    <a:pt x="612" y="117"/>
                  </a:lnTo>
                  <a:lnTo>
                    <a:pt x="654" y="128"/>
                  </a:lnTo>
                  <a:lnTo>
                    <a:pt x="693" y="141"/>
                  </a:lnTo>
                  <a:lnTo>
                    <a:pt x="730" y="155"/>
                  </a:lnTo>
                  <a:lnTo>
                    <a:pt x="764" y="171"/>
                  </a:lnTo>
                  <a:lnTo>
                    <a:pt x="806" y="89"/>
                  </a:lnTo>
                  <a:lnTo>
                    <a:pt x="768" y="70"/>
                  </a:lnTo>
                  <a:lnTo>
                    <a:pt x="725" y="54"/>
                  </a:lnTo>
                  <a:lnTo>
                    <a:pt x="680" y="39"/>
                  </a:lnTo>
                  <a:lnTo>
                    <a:pt x="633" y="26"/>
                  </a:lnTo>
                  <a:lnTo>
                    <a:pt x="585" y="16"/>
                  </a:lnTo>
                  <a:lnTo>
                    <a:pt x="536" y="8"/>
                  </a:lnTo>
                  <a:lnTo>
                    <a:pt x="484" y="3"/>
                  </a:lnTo>
                  <a:lnTo>
                    <a:pt x="433" y="0"/>
                  </a:lnTo>
                  <a:lnTo>
                    <a:pt x="380" y="1"/>
                  </a:lnTo>
                  <a:lnTo>
                    <a:pt x="328" y="3"/>
                  </a:lnTo>
                  <a:lnTo>
                    <a:pt x="276" y="10"/>
                  </a:lnTo>
                  <a:lnTo>
                    <a:pt x="223" y="19"/>
                  </a:lnTo>
                  <a:lnTo>
                    <a:pt x="172" y="30"/>
                  </a:lnTo>
                  <a:lnTo>
                    <a:pt x="121" y="46"/>
                  </a:lnTo>
                  <a:lnTo>
                    <a:pt x="72" y="67"/>
                  </a:lnTo>
                  <a:lnTo>
                    <a:pt x="24" y="89"/>
                  </a:lnTo>
                  <a:lnTo>
                    <a:pt x="25" y="89"/>
                  </a:lnTo>
                  <a:lnTo>
                    <a:pt x="24" y="89"/>
                  </a:lnTo>
                  <a:lnTo>
                    <a:pt x="8" y="102"/>
                  </a:lnTo>
                  <a:lnTo>
                    <a:pt x="0" y="118"/>
                  </a:lnTo>
                  <a:lnTo>
                    <a:pt x="0" y="136"/>
                  </a:lnTo>
                  <a:lnTo>
                    <a:pt x="6" y="152"/>
                  </a:lnTo>
                  <a:lnTo>
                    <a:pt x="17" y="165"/>
                  </a:lnTo>
                  <a:lnTo>
                    <a:pt x="31" y="175"/>
                  </a:lnTo>
                  <a:lnTo>
                    <a:pt x="48" y="177"/>
                  </a:lnTo>
                  <a:lnTo>
                    <a:pt x="68" y="171"/>
                  </a:lnTo>
                  <a:lnTo>
                    <a:pt x="67" y="1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99412" name="Freeform 49"/>
            <p:cNvSpPr>
              <a:spLocks/>
            </p:cNvSpPr>
            <p:nvPr/>
          </p:nvSpPr>
          <p:spPr bwMode="auto">
            <a:xfrm>
              <a:off x="931" y="1456"/>
              <a:ext cx="280" cy="158"/>
            </a:xfrm>
            <a:custGeom>
              <a:avLst/>
              <a:gdLst>
                <a:gd name="T0" fmla="*/ 1 w 1402"/>
                <a:gd name="T1" fmla="*/ 6 h 787"/>
                <a:gd name="T2" fmla="*/ 1 w 1402"/>
                <a:gd name="T3" fmla="*/ 6 h 787"/>
                <a:gd name="T4" fmla="*/ 11 w 1402"/>
                <a:gd name="T5" fmla="*/ 1 h 787"/>
                <a:gd name="T6" fmla="*/ 11 w 1402"/>
                <a:gd name="T7" fmla="*/ 0 h 787"/>
                <a:gd name="T8" fmla="*/ 0 w 1402"/>
                <a:gd name="T9" fmla="*/ 6 h 787"/>
                <a:gd name="T10" fmla="*/ 0 w 1402"/>
                <a:gd name="T11" fmla="*/ 6 h 787"/>
                <a:gd name="T12" fmla="*/ 0 w 1402"/>
                <a:gd name="T13" fmla="*/ 6 h 787"/>
                <a:gd name="T14" fmla="*/ 0 w 1402"/>
                <a:gd name="T15" fmla="*/ 6 h 787"/>
                <a:gd name="T16" fmla="*/ 0 w 1402"/>
                <a:gd name="T17" fmla="*/ 6 h 787"/>
                <a:gd name="T18" fmla="*/ 0 w 1402"/>
                <a:gd name="T19" fmla="*/ 6 h 787"/>
                <a:gd name="T20" fmla="*/ 0 w 1402"/>
                <a:gd name="T21" fmla="*/ 6 h 787"/>
                <a:gd name="T22" fmla="*/ 0 w 1402"/>
                <a:gd name="T23" fmla="*/ 6 h 787"/>
                <a:gd name="T24" fmla="*/ 0 w 1402"/>
                <a:gd name="T25" fmla="*/ 6 h 787"/>
                <a:gd name="T26" fmla="*/ 0 w 1402"/>
                <a:gd name="T27" fmla="*/ 6 h 787"/>
                <a:gd name="T28" fmla="*/ 1 w 1402"/>
                <a:gd name="T29" fmla="*/ 6 h 787"/>
                <a:gd name="T30" fmla="*/ 1 w 1402"/>
                <a:gd name="T31" fmla="*/ 6 h 78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02"/>
                <a:gd name="T49" fmla="*/ 0 h 787"/>
                <a:gd name="T50" fmla="*/ 1402 w 1402"/>
                <a:gd name="T51" fmla="*/ 787 h 78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02" h="787">
                  <a:moveTo>
                    <a:pt x="69" y="781"/>
                  </a:moveTo>
                  <a:lnTo>
                    <a:pt x="66" y="781"/>
                  </a:lnTo>
                  <a:lnTo>
                    <a:pt x="1402" y="82"/>
                  </a:lnTo>
                  <a:lnTo>
                    <a:pt x="1360" y="0"/>
                  </a:lnTo>
                  <a:lnTo>
                    <a:pt x="24" y="699"/>
                  </a:lnTo>
                  <a:lnTo>
                    <a:pt x="22" y="699"/>
                  </a:lnTo>
                  <a:lnTo>
                    <a:pt x="24" y="699"/>
                  </a:lnTo>
                  <a:lnTo>
                    <a:pt x="8" y="712"/>
                  </a:lnTo>
                  <a:lnTo>
                    <a:pt x="1" y="727"/>
                  </a:lnTo>
                  <a:lnTo>
                    <a:pt x="0" y="744"/>
                  </a:lnTo>
                  <a:lnTo>
                    <a:pt x="5" y="761"/>
                  </a:lnTo>
                  <a:lnTo>
                    <a:pt x="15" y="775"/>
                  </a:lnTo>
                  <a:lnTo>
                    <a:pt x="30" y="784"/>
                  </a:lnTo>
                  <a:lnTo>
                    <a:pt x="46" y="787"/>
                  </a:lnTo>
                  <a:lnTo>
                    <a:pt x="66" y="781"/>
                  </a:lnTo>
                  <a:lnTo>
                    <a:pt x="69" y="7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99413" name="Freeform 50"/>
            <p:cNvSpPr>
              <a:spLocks/>
            </p:cNvSpPr>
            <p:nvPr/>
          </p:nvSpPr>
          <p:spPr bwMode="auto">
            <a:xfrm>
              <a:off x="868" y="1596"/>
              <a:ext cx="77" cy="126"/>
            </a:xfrm>
            <a:custGeom>
              <a:avLst/>
              <a:gdLst>
                <a:gd name="T0" fmla="*/ 1 w 382"/>
                <a:gd name="T1" fmla="*/ 5 h 628"/>
                <a:gd name="T2" fmla="*/ 1 w 382"/>
                <a:gd name="T3" fmla="*/ 5 h 628"/>
                <a:gd name="T4" fmla="*/ 1 w 382"/>
                <a:gd name="T5" fmla="*/ 4 h 628"/>
                <a:gd name="T6" fmla="*/ 1 w 382"/>
                <a:gd name="T7" fmla="*/ 4 h 628"/>
                <a:gd name="T8" fmla="*/ 1 w 382"/>
                <a:gd name="T9" fmla="*/ 4 h 628"/>
                <a:gd name="T10" fmla="*/ 1 w 382"/>
                <a:gd name="T11" fmla="*/ 3 h 628"/>
                <a:gd name="T12" fmla="*/ 1 w 382"/>
                <a:gd name="T13" fmla="*/ 3 h 628"/>
                <a:gd name="T14" fmla="*/ 1 w 382"/>
                <a:gd name="T15" fmla="*/ 3 h 628"/>
                <a:gd name="T16" fmla="*/ 1 w 382"/>
                <a:gd name="T17" fmla="*/ 3 h 628"/>
                <a:gd name="T18" fmla="*/ 1 w 382"/>
                <a:gd name="T19" fmla="*/ 2 h 628"/>
                <a:gd name="T20" fmla="*/ 2 w 382"/>
                <a:gd name="T21" fmla="*/ 2 h 628"/>
                <a:gd name="T22" fmla="*/ 2 w 382"/>
                <a:gd name="T23" fmla="*/ 2 h 628"/>
                <a:gd name="T24" fmla="*/ 2 w 382"/>
                <a:gd name="T25" fmla="*/ 2 h 628"/>
                <a:gd name="T26" fmla="*/ 2 w 382"/>
                <a:gd name="T27" fmla="*/ 1 h 628"/>
                <a:gd name="T28" fmla="*/ 2 w 382"/>
                <a:gd name="T29" fmla="*/ 1 h 628"/>
                <a:gd name="T30" fmla="*/ 3 w 382"/>
                <a:gd name="T31" fmla="*/ 1 h 628"/>
                <a:gd name="T32" fmla="*/ 3 w 382"/>
                <a:gd name="T33" fmla="*/ 1 h 628"/>
                <a:gd name="T34" fmla="*/ 3 w 382"/>
                <a:gd name="T35" fmla="*/ 1 h 628"/>
                <a:gd name="T36" fmla="*/ 3 w 382"/>
                <a:gd name="T37" fmla="*/ 0 h 628"/>
                <a:gd name="T38" fmla="*/ 2 w 382"/>
                <a:gd name="T39" fmla="*/ 0 h 628"/>
                <a:gd name="T40" fmla="*/ 2 w 382"/>
                <a:gd name="T41" fmla="*/ 0 h 628"/>
                <a:gd name="T42" fmla="*/ 2 w 382"/>
                <a:gd name="T43" fmla="*/ 1 h 628"/>
                <a:gd name="T44" fmla="*/ 2 w 382"/>
                <a:gd name="T45" fmla="*/ 1 h 628"/>
                <a:gd name="T46" fmla="*/ 1 w 382"/>
                <a:gd name="T47" fmla="*/ 1 h 628"/>
                <a:gd name="T48" fmla="*/ 1 w 382"/>
                <a:gd name="T49" fmla="*/ 1 h 628"/>
                <a:gd name="T50" fmla="*/ 1 w 382"/>
                <a:gd name="T51" fmla="*/ 2 h 628"/>
                <a:gd name="T52" fmla="*/ 1 w 382"/>
                <a:gd name="T53" fmla="*/ 2 h 628"/>
                <a:gd name="T54" fmla="*/ 1 w 382"/>
                <a:gd name="T55" fmla="*/ 2 h 628"/>
                <a:gd name="T56" fmla="*/ 0 w 382"/>
                <a:gd name="T57" fmla="*/ 3 h 628"/>
                <a:gd name="T58" fmla="*/ 0 w 382"/>
                <a:gd name="T59" fmla="*/ 3 h 628"/>
                <a:gd name="T60" fmla="*/ 0 w 382"/>
                <a:gd name="T61" fmla="*/ 3 h 628"/>
                <a:gd name="T62" fmla="*/ 0 w 382"/>
                <a:gd name="T63" fmla="*/ 4 h 628"/>
                <a:gd name="T64" fmla="*/ 0 w 382"/>
                <a:gd name="T65" fmla="*/ 4 h 628"/>
                <a:gd name="T66" fmla="*/ 0 w 382"/>
                <a:gd name="T67" fmla="*/ 4 h 628"/>
                <a:gd name="T68" fmla="*/ 0 w 382"/>
                <a:gd name="T69" fmla="*/ 5 h 628"/>
                <a:gd name="T70" fmla="*/ 0 w 382"/>
                <a:gd name="T71" fmla="*/ 5 h 628"/>
                <a:gd name="T72" fmla="*/ 0 w 382"/>
                <a:gd name="T73" fmla="*/ 5 h 628"/>
                <a:gd name="T74" fmla="*/ 0 w 382"/>
                <a:gd name="T75" fmla="*/ 5 h 628"/>
                <a:gd name="T76" fmla="*/ 0 w 382"/>
                <a:gd name="T77" fmla="*/ 5 h 628"/>
                <a:gd name="T78" fmla="*/ 0 w 382"/>
                <a:gd name="T79" fmla="*/ 5 h 628"/>
                <a:gd name="T80" fmla="*/ 0 w 382"/>
                <a:gd name="T81" fmla="*/ 5 h 628"/>
                <a:gd name="T82" fmla="*/ 1 w 382"/>
                <a:gd name="T83" fmla="*/ 5 h 628"/>
                <a:gd name="T84" fmla="*/ 1 w 382"/>
                <a:gd name="T85" fmla="*/ 5 h 628"/>
                <a:gd name="T86" fmla="*/ 1 w 382"/>
                <a:gd name="T87" fmla="*/ 5 h 628"/>
                <a:gd name="T88" fmla="*/ 1 w 382"/>
                <a:gd name="T89" fmla="*/ 5 h 628"/>
                <a:gd name="T90" fmla="*/ 1 w 382"/>
                <a:gd name="T91" fmla="*/ 5 h 628"/>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382"/>
                <a:gd name="T139" fmla="*/ 0 h 628"/>
                <a:gd name="T140" fmla="*/ 382 w 382"/>
                <a:gd name="T141" fmla="*/ 628 h 628"/>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382" h="628">
                  <a:moveTo>
                    <a:pt x="94" y="581"/>
                  </a:moveTo>
                  <a:lnTo>
                    <a:pt x="94" y="582"/>
                  </a:lnTo>
                  <a:lnTo>
                    <a:pt x="96" y="541"/>
                  </a:lnTo>
                  <a:lnTo>
                    <a:pt x="99" y="500"/>
                  </a:lnTo>
                  <a:lnTo>
                    <a:pt x="106" y="463"/>
                  </a:lnTo>
                  <a:lnTo>
                    <a:pt x="115" y="424"/>
                  </a:lnTo>
                  <a:lnTo>
                    <a:pt x="127" y="389"/>
                  </a:lnTo>
                  <a:lnTo>
                    <a:pt x="140" y="353"/>
                  </a:lnTo>
                  <a:lnTo>
                    <a:pt x="156" y="320"/>
                  </a:lnTo>
                  <a:lnTo>
                    <a:pt x="173" y="287"/>
                  </a:lnTo>
                  <a:lnTo>
                    <a:pt x="193" y="255"/>
                  </a:lnTo>
                  <a:lnTo>
                    <a:pt x="214" y="226"/>
                  </a:lnTo>
                  <a:lnTo>
                    <a:pt x="238" y="198"/>
                  </a:lnTo>
                  <a:lnTo>
                    <a:pt x="263" y="172"/>
                  </a:lnTo>
                  <a:lnTo>
                    <a:pt x="290" y="146"/>
                  </a:lnTo>
                  <a:lnTo>
                    <a:pt x="318" y="122"/>
                  </a:lnTo>
                  <a:lnTo>
                    <a:pt x="349" y="101"/>
                  </a:lnTo>
                  <a:lnTo>
                    <a:pt x="382" y="82"/>
                  </a:lnTo>
                  <a:lnTo>
                    <a:pt x="335" y="0"/>
                  </a:lnTo>
                  <a:lnTo>
                    <a:pt x="297" y="23"/>
                  </a:lnTo>
                  <a:lnTo>
                    <a:pt x="262" y="49"/>
                  </a:lnTo>
                  <a:lnTo>
                    <a:pt x="229" y="76"/>
                  </a:lnTo>
                  <a:lnTo>
                    <a:pt x="198" y="104"/>
                  </a:lnTo>
                  <a:lnTo>
                    <a:pt x="167" y="137"/>
                  </a:lnTo>
                  <a:lnTo>
                    <a:pt x="142" y="170"/>
                  </a:lnTo>
                  <a:lnTo>
                    <a:pt x="116" y="204"/>
                  </a:lnTo>
                  <a:lnTo>
                    <a:pt x="94" y="240"/>
                  </a:lnTo>
                  <a:lnTo>
                    <a:pt x="74" y="278"/>
                  </a:lnTo>
                  <a:lnTo>
                    <a:pt x="54" y="317"/>
                  </a:lnTo>
                  <a:lnTo>
                    <a:pt x="38" y="359"/>
                  </a:lnTo>
                  <a:lnTo>
                    <a:pt x="26" y="401"/>
                  </a:lnTo>
                  <a:lnTo>
                    <a:pt x="15" y="444"/>
                  </a:lnTo>
                  <a:lnTo>
                    <a:pt x="8" y="489"/>
                  </a:lnTo>
                  <a:lnTo>
                    <a:pt x="2" y="534"/>
                  </a:lnTo>
                  <a:lnTo>
                    <a:pt x="0" y="580"/>
                  </a:lnTo>
                  <a:lnTo>
                    <a:pt x="0" y="581"/>
                  </a:lnTo>
                  <a:lnTo>
                    <a:pt x="0" y="580"/>
                  </a:lnTo>
                  <a:lnTo>
                    <a:pt x="3" y="600"/>
                  </a:lnTo>
                  <a:lnTo>
                    <a:pt x="14" y="615"/>
                  </a:lnTo>
                  <a:lnTo>
                    <a:pt x="29" y="625"/>
                  </a:lnTo>
                  <a:lnTo>
                    <a:pt x="45" y="628"/>
                  </a:lnTo>
                  <a:lnTo>
                    <a:pt x="63" y="626"/>
                  </a:lnTo>
                  <a:lnTo>
                    <a:pt x="78" y="616"/>
                  </a:lnTo>
                  <a:lnTo>
                    <a:pt x="89" y="602"/>
                  </a:lnTo>
                  <a:lnTo>
                    <a:pt x="94" y="582"/>
                  </a:lnTo>
                  <a:lnTo>
                    <a:pt x="94" y="5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99414" name="Freeform 51"/>
            <p:cNvSpPr>
              <a:spLocks/>
            </p:cNvSpPr>
            <p:nvPr/>
          </p:nvSpPr>
          <p:spPr bwMode="auto">
            <a:xfrm>
              <a:off x="868" y="1712"/>
              <a:ext cx="19" cy="364"/>
            </a:xfrm>
            <a:custGeom>
              <a:avLst/>
              <a:gdLst>
                <a:gd name="T0" fmla="*/ 1 w 94"/>
                <a:gd name="T1" fmla="*/ 14 h 1818"/>
                <a:gd name="T2" fmla="*/ 1 w 94"/>
                <a:gd name="T3" fmla="*/ 14 h 1818"/>
                <a:gd name="T4" fmla="*/ 1 w 94"/>
                <a:gd name="T5" fmla="*/ 0 h 1818"/>
                <a:gd name="T6" fmla="*/ 0 w 94"/>
                <a:gd name="T7" fmla="*/ 0 h 1818"/>
                <a:gd name="T8" fmla="*/ 0 w 94"/>
                <a:gd name="T9" fmla="*/ 14 h 1818"/>
                <a:gd name="T10" fmla="*/ 0 w 94"/>
                <a:gd name="T11" fmla="*/ 14 h 1818"/>
                <a:gd name="T12" fmla="*/ 0 w 94"/>
                <a:gd name="T13" fmla="*/ 14 h 1818"/>
                <a:gd name="T14" fmla="*/ 0 w 94"/>
                <a:gd name="T15" fmla="*/ 14 h 1818"/>
                <a:gd name="T16" fmla="*/ 0 w 94"/>
                <a:gd name="T17" fmla="*/ 14 h 1818"/>
                <a:gd name="T18" fmla="*/ 0 w 94"/>
                <a:gd name="T19" fmla="*/ 15 h 1818"/>
                <a:gd name="T20" fmla="*/ 0 w 94"/>
                <a:gd name="T21" fmla="*/ 15 h 1818"/>
                <a:gd name="T22" fmla="*/ 1 w 94"/>
                <a:gd name="T23" fmla="*/ 15 h 1818"/>
                <a:gd name="T24" fmla="*/ 1 w 94"/>
                <a:gd name="T25" fmla="*/ 14 h 1818"/>
                <a:gd name="T26" fmla="*/ 1 w 94"/>
                <a:gd name="T27" fmla="*/ 14 h 1818"/>
                <a:gd name="T28" fmla="*/ 1 w 94"/>
                <a:gd name="T29" fmla="*/ 14 h 1818"/>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94"/>
                <a:gd name="T46" fmla="*/ 0 h 1818"/>
                <a:gd name="T47" fmla="*/ 94 w 94"/>
                <a:gd name="T48" fmla="*/ 1818 h 1818"/>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94" h="1818">
                  <a:moveTo>
                    <a:pt x="94" y="1771"/>
                  </a:moveTo>
                  <a:lnTo>
                    <a:pt x="94" y="1771"/>
                  </a:lnTo>
                  <a:lnTo>
                    <a:pt x="94" y="0"/>
                  </a:lnTo>
                  <a:lnTo>
                    <a:pt x="0" y="0"/>
                  </a:lnTo>
                  <a:lnTo>
                    <a:pt x="0" y="1771"/>
                  </a:lnTo>
                  <a:lnTo>
                    <a:pt x="3" y="1791"/>
                  </a:lnTo>
                  <a:lnTo>
                    <a:pt x="15" y="1806"/>
                  </a:lnTo>
                  <a:lnTo>
                    <a:pt x="29" y="1814"/>
                  </a:lnTo>
                  <a:lnTo>
                    <a:pt x="47" y="1818"/>
                  </a:lnTo>
                  <a:lnTo>
                    <a:pt x="64" y="1814"/>
                  </a:lnTo>
                  <a:lnTo>
                    <a:pt x="79" y="1806"/>
                  </a:lnTo>
                  <a:lnTo>
                    <a:pt x="90" y="1791"/>
                  </a:lnTo>
                  <a:lnTo>
                    <a:pt x="94" y="17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99415" name="Freeform 52"/>
            <p:cNvSpPr>
              <a:spLocks/>
            </p:cNvSpPr>
            <p:nvPr/>
          </p:nvSpPr>
          <p:spPr bwMode="auto">
            <a:xfrm>
              <a:off x="868" y="2067"/>
              <a:ext cx="90" cy="160"/>
            </a:xfrm>
            <a:custGeom>
              <a:avLst/>
              <a:gdLst>
                <a:gd name="T0" fmla="*/ 3 w 449"/>
                <a:gd name="T1" fmla="*/ 6 h 803"/>
                <a:gd name="T2" fmla="*/ 3 w 449"/>
                <a:gd name="T3" fmla="*/ 6 h 803"/>
                <a:gd name="T4" fmla="*/ 3 w 449"/>
                <a:gd name="T5" fmla="*/ 5 h 803"/>
                <a:gd name="T6" fmla="*/ 3 w 449"/>
                <a:gd name="T7" fmla="*/ 5 h 803"/>
                <a:gd name="T8" fmla="*/ 3 w 449"/>
                <a:gd name="T9" fmla="*/ 5 h 803"/>
                <a:gd name="T10" fmla="*/ 2 w 449"/>
                <a:gd name="T11" fmla="*/ 5 h 803"/>
                <a:gd name="T12" fmla="*/ 2 w 449"/>
                <a:gd name="T13" fmla="*/ 4 h 803"/>
                <a:gd name="T14" fmla="*/ 2 w 449"/>
                <a:gd name="T15" fmla="*/ 4 h 803"/>
                <a:gd name="T16" fmla="*/ 2 w 449"/>
                <a:gd name="T17" fmla="*/ 4 h 803"/>
                <a:gd name="T18" fmla="*/ 2 w 449"/>
                <a:gd name="T19" fmla="*/ 3 h 803"/>
                <a:gd name="T20" fmla="*/ 1 w 449"/>
                <a:gd name="T21" fmla="*/ 3 h 803"/>
                <a:gd name="T22" fmla="*/ 1 w 449"/>
                <a:gd name="T23" fmla="*/ 2 h 803"/>
                <a:gd name="T24" fmla="*/ 1 w 449"/>
                <a:gd name="T25" fmla="*/ 2 h 803"/>
                <a:gd name="T26" fmla="*/ 1 w 449"/>
                <a:gd name="T27" fmla="*/ 2 h 803"/>
                <a:gd name="T28" fmla="*/ 1 w 449"/>
                <a:gd name="T29" fmla="*/ 1 h 803"/>
                <a:gd name="T30" fmla="*/ 1 w 449"/>
                <a:gd name="T31" fmla="*/ 1 h 803"/>
                <a:gd name="T32" fmla="*/ 1 w 449"/>
                <a:gd name="T33" fmla="*/ 0 h 803"/>
                <a:gd name="T34" fmla="*/ 1 w 449"/>
                <a:gd name="T35" fmla="*/ 0 h 803"/>
                <a:gd name="T36" fmla="*/ 0 w 449"/>
                <a:gd name="T37" fmla="*/ 0 h 803"/>
                <a:gd name="T38" fmla="*/ 0 w 449"/>
                <a:gd name="T39" fmla="*/ 0 h 803"/>
                <a:gd name="T40" fmla="*/ 0 w 449"/>
                <a:gd name="T41" fmla="*/ 1 h 803"/>
                <a:gd name="T42" fmla="*/ 0 w 449"/>
                <a:gd name="T43" fmla="*/ 1 h 803"/>
                <a:gd name="T44" fmla="*/ 0 w 449"/>
                <a:gd name="T45" fmla="*/ 2 h 803"/>
                <a:gd name="T46" fmla="*/ 0 w 449"/>
                <a:gd name="T47" fmla="*/ 2 h 803"/>
                <a:gd name="T48" fmla="*/ 0 w 449"/>
                <a:gd name="T49" fmla="*/ 3 h 803"/>
                <a:gd name="T50" fmla="*/ 1 w 449"/>
                <a:gd name="T51" fmla="*/ 3 h 803"/>
                <a:gd name="T52" fmla="*/ 1 w 449"/>
                <a:gd name="T53" fmla="*/ 4 h 803"/>
                <a:gd name="T54" fmla="*/ 1 w 449"/>
                <a:gd name="T55" fmla="*/ 4 h 803"/>
                <a:gd name="T56" fmla="*/ 1 w 449"/>
                <a:gd name="T57" fmla="*/ 4 h 803"/>
                <a:gd name="T58" fmla="*/ 2 w 449"/>
                <a:gd name="T59" fmla="*/ 5 h 803"/>
                <a:gd name="T60" fmla="*/ 2 w 449"/>
                <a:gd name="T61" fmla="*/ 5 h 803"/>
                <a:gd name="T62" fmla="*/ 2 w 449"/>
                <a:gd name="T63" fmla="*/ 5 h 803"/>
                <a:gd name="T64" fmla="*/ 2 w 449"/>
                <a:gd name="T65" fmla="*/ 6 h 803"/>
                <a:gd name="T66" fmla="*/ 3 w 449"/>
                <a:gd name="T67" fmla="*/ 6 h 803"/>
                <a:gd name="T68" fmla="*/ 3 w 449"/>
                <a:gd name="T69" fmla="*/ 6 h 803"/>
                <a:gd name="T70" fmla="*/ 3 w 449"/>
                <a:gd name="T71" fmla="*/ 6 h 803"/>
                <a:gd name="T72" fmla="*/ 3 w 449"/>
                <a:gd name="T73" fmla="*/ 6 h 803"/>
                <a:gd name="T74" fmla="*/ 3 w 449"/>
                <a:gd name="T75" fmla="*/ 6 h 803"/>
                <a:gd name="T76" fmla="*/ 3 w 449"/>
                <a:gd name="T77" fmla="*/ 6 h 803"/>
                <a:gd name="T78" fmla="*/ 3 w 449"/>
                <a:gd name="T79" fmla="*/ 6 h 803"/>
                <a:gd name="T80" fmla="*/ 4 w 449"/>
                <a:gd name="T81" fmla="*/ 6 h 803"/>
                <a:gd name="T82" fmla="*/ 4 w 449"/>
                <a:gd name="T83" fmla="*/ 6 h 803"/>
                <a:gd name="T84" fmla="*/ 4 w 449"/>
                <a:gd name="T85" fmla="*/ 6 h 803"/>
                <a:gd name="T86" fmla="*/ 4 w 449"/>
                <a:gd name="T87" fmla="*/ 6 h 803"/>
                <a:gd name="T88" fmla="*/ 3 w 449"/>
                <a:gd name="T89" fmla="*/ 6 h 803"/>
                <a:gd name="T90" fmla="*/ 3 w 449"/>
                <a:gd name="T91" fmla="*/ 6 h 80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449"/>
                <a:gd name="T139" fmla="*/ 0 h 803"/>
                <a:gd name="T140" fmla="*/ 449 w 449"/>
                <a:gd name="T141" fmla="*/ 803 h 80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449" h="803">
                  <a:moveTo>
                    <a:pt x="426" y="717"/>
                  </a:moveTo>
                  <a:lnTo>
                    <a:pt x="427" y="717"/>
                  </a:lnTo>
                  <a:lnTo>
                    <a:pt x="395" y="693"/>
                  </a:lnTo>
                  <a:lnTo>
                    <a:pt x="361" y="662"/>
                  </a:lnTo>
                  <a:lnTo>
                    <a:pt x="329" y="628"/>
                  </a:lnTo>
                  <a:lnTo>
                    <a:pt x="299" y="591"/>
                  </a:lnTo>
                  <a:lnTo>
                    <a:pt x="269" y="551"/>
                  </a:lnTo>
                  <a:lnTo>
                    <a:pt x="241" y="507"/>
                  </a:lnTo>
                  <a:lnTo>
                    <a:pt x="215" y="460"/>
                  </a:lnTo>
                  <a:lnTo>
                    <a:pt x="191" y="412"/>
                  </a:lnTo>
                  <a:lnTo>
                    <a:pt x="170" y="363"/>
                  </a:lnTo>
                  <a:lnTo>
                    <a:pt x="151" y="312"/>
                  </a:lnTo>
                  <a:lnTo>
                    <a:pt x="133" y="259"/>
                  </a:lnTo>
                  <a:lnTo>
                    <a:pt x="119" y="207"/>
                  </a:lnTo>
                  <a:lnTo>
                    <a:pt x="108" y="156"/>
                  </a:lnTo>
                  <a:lnTo>
                    <a:pt x="101" y="103"/>
                  </a:lnTo>
                  <a:lnTo>
                    <a:pt x="96" y="51"/>
                  </a:lnTo>
                  <a:lnTo>
                    <a:pt x="94" y="0"/>
                  </a:lnTo>
                  <a:lnTo>
                    <a:pt x="0" y="0"/>
                  </a:lnTo>
                  <a:lnTo>
                    <a:pt x="2" y="56"/>
                  </a:lnTo>
                  <a:lnTo>
                    <a:pt x="7" y="115"/>
                  </a:lnTo>
                  <a:lnTo>
                    <a:pt x="16" y="172"/>
                  </a:lnTo>
                  <a:lnTo>
                    <a:pt x="28" y="231"/>
                  </a:lnTo>
                  <a:lnTo>
                    <a:pt x="44" y="287"/>
                  </a:lnTo>
                  <a:lnTo>
                    <a:pt x="62" y="342"/>
                  </a:lnTo>
                  <a:lnTo>
                    <a:pt x="83" y="398"/>
                  </a:lnTo>
                  <a:lnTo>
                    <a:pt x="106" y="452"/>
                  </a:lnTo>
                  <a:lnTo>
                    <a:pt x="133" y="505"/>
                  </a:lnTo>
                  <a:lnTo>
                    <a:pt x="161" y="554"/>
                  </a:lnTo>
                  <a:lnTo>
                    <a:pt x="192" y="602"/>
                  </a:lnTo>
                  <a:lnTo>
                    <a:pt x="224" y="647"/>
                  </a:lnTo>
                  <a:lnTo>
                    <a:pt x="259" y="689"/>
                  </a:lnTo>
                  <a:lnTo>
                    <a:pt x="295" y="728"/>
                  </a:lnTo>
                  <a:lnTo>
                    <a:pt x="334" y="763"/>
                  </a:lnTo>
                  <a:lnTo>
                    <a:pt x="374" y="795"/>
                  </a:lnTo>
                  <a:lnTo>
                    <a:pt x="375" y="795"/>
                  </a:lnTo>
                  <a:lnTo>
                    <a:pt x="374" y="795"/>
                  </a:lnTo>
                  <a:lnTo>
                    <a:pt x="392" y="803"/>
                  </a:lnTo>
                  <a:lnTo>
                    <a:pt x="411" y="803"/>
                  </a:lnTo>
                  <a:lnTo>
                    <a:pt x="426" y="795"/>
                  </a:lnTo>
                  <a:lnTo>
                    <a:pt x="439" y="782"/>
                  </a:lnTo>
                  <a:lnTo>
                    <a:pt x="446" y="766"/>
                  </a:lnTo>
                  <a:lnTo>
                    <a:pt x="449" y="749"/>
                  </a:lnTo>
                  <a:lnTo>
                    <a:pt x="441" y="732"/>
                  </a:lnTo>
                  <a:lnTo>
                    <a:pt x="427" y="717"/>
                  </a:lnTo>
                  <a:lnTo>
                    <a:pt x="426" y="71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99416" name="Freeform 53"/>
            <p:cNvSpPr>
              <a:spLocks/>
            </p:cNvSpPr>
            <p:nvPr/>
          </p:nvSpPr>
          <p:spPr bwMode="auto">
            <a:xfrm>
              <a:off x="883" y="1673"/>
              <a:ext cx="379" cy="690"/>
            </a:xfrm>
            <a:custGeom>
              <a:avLst/>
              <a:gdLst>
                <a:gd name="T0" fmla="*/ 12 w 1897"/>
                <a:gd name="T1" fmla="*/ 6 h 3450"/>
                <a:gd name="T2" fmla="*/ 13 w 1897"/>
                <a:gd name="T3" fmla="*/ 7 h 3450"/>
                <a:gd name="T4" fmla="*/ 13 w 1897"/>
                <a:gd name="T5" fmla="*/ 7 h 3450"/>
                <a:gd name="T6" fmla="*/ 14 w 1897"/>
                <a:gd name="T7" fmla="*/ 8 h 3450"/>
                <a:gd name="T8" fmla="*/ 14 w 1897"/>
                <a:gd name="T9" fmla="*/ 9 h 3450"/>
                <a:gd name="T10" fmla="*/ 15 w 1897"/>
                <a:gd name="T11" fmla="*/ 10 h 3450"/>
                <a:gd name="T12" fmla="*/ 15 w 1897"/>
                <a:gd name="T13" fmla="*/ 11 h 3450"/>
                <a:gd name="T14" fmla="*/ 15 w 1897"/>
                <a:gd name="T15" fmla="*/ 11 h 3450"/>
                <a:gd name="T16" fmla="*/ 15 w 1897"/>
                <a:gd name="T17" fmla="*/ 12 h 3450"/>
                <a:gd name="T18" fmla="*/ 15 w 1897"/>
                <a:gd name="T19" fmla="*/ 26 h 3450"/>
                <a:gd name="T20" fmla="*/ 15 w 1897"/>
                <a:gd name="T21" fmla="*/ 26 h 3450"/>
                <a:gd name="T22" fmla="*/ 15 w 1897"/>
                <a:gd name="T23" fmla="*/ 27 h 3450"/>
                <a:gd name="T24" fmla="*/ 15 w 1897"/>
                <a:gd name="T25" fmla="*/ 27 h 3450"/>
                <a:gd name="T26" fmla="*/ 14 w 1897"/>
                <a:gd name="T27" fmla="*/ 27 h 3450"/>
                <a:gd name="T28" fmla="*/ 14 w 1897"/>
                <a:gd name="T29" fmla="*/ 28 h 3450"/>
                <a:gd name="T30" fmla="*/ 13 w 1897"/>
                <a:gd name="T31" fmla="*/ 28 h 3450"/>
                <a:gd name="T32" fmla="*/ 13 w 1897"/>
                <a:gd name="T33" fmla="*/ 27 h 3450"/>
                <a:gd name="T34" fmla="*/ 3 w 1897"/>
                <a:gd name="T35" fmla="*/ 21 h 3450"/>
                <a:gd name="T36" fmla="*/ 2 w 1897"/>
                <a:gd name="T37" fmla="*/ 21 h 3450"/>
                <a:gd name="T38" fmla="*/ 2 w 1897"/>
                <a:gd name="T39" fmla="*/ 20 h 3450"/>
                <a:gd name="T40" fmla="*/ 1 w 1897"/>
                <a:gd name="T41" fmla="*/ 19 h 3450"/>
                <a:gd name="T42" fmla="*/ 1 w 1897"/>
                <a:gd name="T43" fmla="*/ 19 h 3450"/>
                <a:gd name="T44" fmla="*/ 0 w 1897"/>
                <a:gd name="T45" fmla="*/ 18 h 3450"/>
                <a:gd name="T46" fmla="*/ 0 w 1897"/>
                <a:gd name="T47" fmla="*/ 17 h 3450"/>
                <a:gd name="T48" fmla="*/ 0 w 1897"/>
                <a:gd name="T49" fmla="*/ 16 h 3450"/>
                <a:gd name="T50" fmla="*/ 0 w 1897"/>
                <a:gd name="T51" fmla="*/ 15 h 3450"/>
                <a:gd name="T52" fmla="*/ 0 w 1897"/>
                <a:gd name="T53" fmla="*/ 2 h 3450"/>
                <a:gd name="T54" fmla="*/ 0 w 1897"/>
                <a:gd name="T55" fmla="*/ 1 h 3450"/>
                <a:gd name="T56" fmla="*/ 0 w 1897"/>
                <a:gd name="T57" fmla="*/ 1 h 3450"/>
                <a:gd name="T58" fmla="*/ 1 w 1897"/>
                <a:gd name="T59" fmla="*/ 0 h 3450"/>
                <a:gd name="T60" fmla="*/ 1 w 1897"/>
                <a:gd name="T61" fmla="*/ 0 h 3450"/>
                <a:gd name="T62" fmla="*/ 1 w 1897"/>
                <a:gd name="T63" fmla="*/ 0 h 3450"/>
                <a:gd name="T64" fmla="*/ 2 w 1897"/>
                <a:gd name="T65" fmla="*/ 0 h 3450"/>
                <a:gd name="T66" fmla="*/ 3 w 1897"/>
                <a:gd name="T67" fmla="*/ 0 h 3450"/>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897"/>
                <a:gd name="T103" fmla="*/ 0 h 3450"/>
                <a:gd name="T104" fmla="*/ 1897 w 1897"/>
                <a:gd name="T105" fmla="*/ 3450 h 3450"/>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897" h="3450">
                  <a:moveTo>
                    <a:pt x="357" y="49"/>
                  </a:moveTo>
                  <a:lnTo>
                    <a:pt x="1542" y="806"/>
                  </a:lnTo>
                  <a:lnTo>
                    <a:pt x="1579" y="832"/>
                  </a:lnTo>
                  <a:lnTo>
                    <a:pt x="1614" y="861"/>
                  </a:lnTo>
                  <a:lnTo>
                    <a:pt x="1648" y="895"/>
                  </a:lnTo>
                  <a:lnTo>
                    <a:pt x="1681" y="933"/>
                  </a:lnTo>
                  <a:lnTo>
                    <a:pt x="1711" y="973"/>
                  </a:lnTo>
                  <a:lnTo>
                    <a:pt x="1740" y="1016"/>
                  </a:lnTo>
                  <a:lnTo>
                    <a:pt x="1768" y="1062"/>
                  </a:lnTo>
                  <a:lnTo>
                    <a:pt x="1793" y="1109"/>
                  </a:lnTo>
                  <a:lnTo>
                    <a:pt x="1816" y="1158"/>
                  </a:lnTo>
                  <a:lnTo>
                    <a:pt x="1836" y="1208"/>
                  </a:lnTo>
                  <a:lnTo>
                    <a:pt x="1854" y="1260"/>
                  </a:lnTo>
                  <a:lnTo>
                    <a:pt x="1869" y="1313"/>
                  </a:lnTo>
                  <a:lnTo>
                    <a:pt x="1881" y="1364"/>
                  </a:lnTo>
                  <a:lnTo>
                    <a:pt x="1890" y="1417"/>
                  </a:lnTo>
                  <a:lnTo>
                    <a:pt x="1895" y="1469"/>
                  </a:lnTo>
                  <a:lnTo>
                    <a:pt x="1897" y="1519"/>
                  </a:lnTo>
                  <a:lnTo>
                    <a:pt x="1897" y="3142"/>
                  </a:lnTo>
                  <a:lnTo>
                    <a:pt x="1895" y="3190"/>
                  </a:lnTo>
                  <a:lnTo>
                    <a:pt x="1890" y="3235"/>
                  </a:lnTo>
                  <a:lnTo>
                    <a:pt x="1881" y="3276"/>
                  </a:lnTo>
                  <a:lnTo>
                    <a:pt x="1869" y="3313"/>
                  </a:lnTo>
                  <a:lnTo>
                    <a:pt x="1854" y="3346"/>
                  </a:lnTo>
                  <a:lnTo>
                    <a:pt x="1836" y="3375"/>
                  </a:lnTo>
                  <a:lnTo>
                    <a:pt x="1816" y="3398"/>
                  </a:lnTo>
                  <a:lnTo>
                    <a:pt x="1793" y="3418"/>
                  </a:lnTo>
                  <a:lnTo>
                    <a:pt x="1768" y="3434"/>
                  </a:lnTo>
                  <a:lnTo>
                    <a:pt x="1740" y="3444"/>
                  </a:lnTo>
                  <a:lnTo>
                    <a:pt x="1711" y="3450"/>
                  </a:lnTo>
                  <a:lnTo>
                    <a:pt x="1681" y="3450"/>
                  </a:lnTo>
                  <a:lnTo>
                    <a:pt x="1648" y="3445"/>
                  </a:lnTo>
                  <a:lnTo>
                    <a:pt x="1614" y="3436"/>
                  </a:lnTo>
                  <a:lnTo>
                    <a:pt x="1579" y="3421"/>
                  </a:lnTo>
                  <a:lnTo>
                    <a:pt x="1542" y="3400"/>
                  </a:lnTo>
                  <a:lnTo>
                    <a:pt x="357" y="2643"/>
                  </a:lnTo>
                  <a:lnTo>
                    <a:pt x="320" y="2618"/>
                  </a:lnTo>
                  <a:lnTo>
                    <a:pt x="285" y="2588"/>
                  </a:lnTo>
                  <a:lnTo>
                    <a:pt x="251" y="2554"/>
                  </a:lnTo>
                  <a:lnTo>
                    <a:pt x="218" y="2517"/>
                  </a:lnTo>
                  <a:lnTo>
                    <a:pt x="187" y="2477"/>
                  </a:lnTo>
                  <a:lnTo>
                    <a:pt x="157" y="2433"/>
                  </a:lnTo>
                  <a:lnTo>
                    <a:pt x="130" y="2388"/>
                  </a:lnTo>
                  <a:lnTo>
                    <a:pt x="105" y="2341"/>
                  </a:lnTo>
                  <a:lnTo>
                    <a:pt x="81" y="2292"/>
                  </a:lnTo>
                  <a:lnTo>
                    <a:pt x="61" y="2241"/>
                  </a:lnTo>
                  <a:lnTo>
                    <a:pt x="44" y="2190"/>
                  </a:lnTo>
                  <a:lnTo>
                    <a:pt x="29" y="2138"/>
                  </a:lnTo>
                  <a:lnTo>
                    <a:pt x="17" y="2085"/>
                  </a:lnTo>
                  <a:lnTo>
                    <a:pt x="7" y="2033"/>
                  </a:lnTo>
                  <a:lnTo>
                    <a:pt x="3" y="1981"/>
                  </a:lnTo>
                  <a:lnTo>
                    <a:pt x="0" y="1931"/>
                  </a:lnTo>
                  <a:lnTo>
                    <a:pt x="0" y="308"/>
                  </a:lnTo>
                  <a:lnTo>
                    <a:pt x="3" y="260"/>
                  </a:lnTo>
                  <a:lnTo>
                    <a:pt x="7" y="215"/>
                  </a:lnTo>
                  <a:lnTo>
                    <a:pt x="17" y="174"/>
                  </a:lnTo>
                  <a:lnTo>
                    <a:pt x="29" y="137"/>
                  </a:lnTo>
                  <a:lnTo>
                    <a:pt x="44" y="104"/>
                  </a:lnTo>
                  <a:lnTo>
                    <a:pt x="61" y="76"/>
                  </a:lnTo>
                  <a:lnTo>
                    <a:pt x="81" y="51"/>
                  </a:lnTo>
                  <a:lnTo>
                    <a:pt x="105" y="31"/>
                  </a:lnTo>
                  <a:lnTo>
                    <a:pt x="130" y="16"/>
                  </a:lnTo>
                  <a:lnTo>
                    <a:pt x="157" y="5"/>
                  </a:lnTo>
                  <a:lnTo>
                    <a:pt x="187" y="0"/>
                  </a:lnTo>
                  <a:lnTo>
                    <a:pt x="218" y="0"/>
                  </a:lnTo>
                  <a:lnTo>
                    <a:pt x="251" y="3"/>
                  </a:lnTo>
                  <a:lnTo>
                    <a:pt x="285" y="14"/>
                  </a:lnTo>
                  <a:lnTo>
                    <a:pt x="320" y="29"/>
                  </a:lnTo>
                  <a:lnTo>
                    <a:pt x="357" y="49"/>
                  </a:lnTo>
                  <a:close/>
                </a:path>
              </a:pathLst>
            </a:custGeom>
            <a:solidFill>
              <a:srgbClr val="BFBFB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99417" name="Freeform 54"/>
            <p:cNvSpPr>
              <a:spLocks/>
            </p:cNvSpPr>
            <p:nvPr/>
          </p:nvSpPr>
          <p:spPr bwMode="auto">
            <a:xfrm>
              <a:off x="1268" y="1663"/>
              <a:ext cx="393" cy="711"/>
            </a:xfrm>
            <a:custGeom>
              <a:avLst/>
              <a:gdLst>
                <a:gd name="T0" fmla="*/ 3 w 1962"/>
                <a:gd name="T1" fmla="*/ 7 h 3555"/>
                <a:gd name="T2" fmla="*/ 2 w 1962"/>
                <a:gd name="T3" fmla="*/ 7 h 3555"/>
                <a:gd name="T4" fmla="*/ 2 w 1962"/>
                <a:gd name="T5" fmla="*/ 8 h 3555"/>
                <a:gd name="T6" fmla="*/ 1 w 1962"/>
                <a:gd name="T7" fmla="*/ 8 h 3555"/>
                <a:gd name="T8" fmla="*/ 1 w 1962"/>
                <a:gd name="T9" fmla="*/ 9 h 3555"/>
                <a:gd name="T10" fmla="*/ 1 w 1962"/>
                <a:gd name="T11" fmla="*/ 10 h 3555"/>
                <a:gd name="T12" fmla="*/ 0 w 1962"/>
                <a:gd name="T13" fmla="*/ 11 h 3555"/>
                <a:gd name="T14" fmla="*/ 0 w 1962"/>
                <a:gd name="T15" fmla="*/ 12 h 3555"/>
                <a:gd name="T16" fmla="*/ 0 w 1962"/>
                <a:gd name="T17" fmla="*/ 13 h 3555"/>
                <a:gd name="T18" fmla="*/ 0 w 1962"/>
                <a:gd name="T19" fmla="*/ 26 h 3555"/>
                <a:gd name="T20" fmla="*/ 0 w 1962"/>
                <a:gd name="T21" fmla="*/ 27 h 3555"/>
                <a:gd name="T22" fmla="*/ 0 w 1962"/>
                <a:gd name="T23" fmla="*/ 28 h 3555"/>
                <a:gd name="T24" fmla="*/ 1 w 1962"/>
                <a:gd name="T25" fmla="*/ 28 h 3555"/>
                <a:gd name="T26" fmla="*/ 1 w 1962"/>
                <a:gd name="T27" fmla="*/ 28 h 3555"/>
                <a:gd name="T28" fmla="*/ 2 w 1962"/>
                <a:gd name="T29" fmla="*/ 28 h 3555"/>
                <a:gd name="T30" fmla="*/ 2 w 1962"/>
                <a:gd name="T31" fmla="*/ 28 h 3555"/>
                <a:gd name="T32" fmla="*/ 3 w 1962"/>
                <a:gd name="T33" fmla="*/ 28 h 3555"/>
                <a:gd name="T34" fmla="*/ 13 w 1962"/>
                <a:gd name="T35" fmla="*/ 22 h 3555"/>
                <a:gd name="T36" fmla="*/ 13 w 1962"/>
                <a:gd name="T37" fmla="*/ 21 h 3555"/>
                <a:gd name="T38" fmla="*/ 14 w 1962"/>
                <a:gd name="T39" fmla="*/ 21 h 3555"/>
                <a:gd name="T40" fmla="*/ 14 w 1962"/>
                <a:gd name="T41" fmla="*/ 20 h 3555"/>
                <a:gd name="T42" fmla="*/ 15 w 1962"/>
                <a:gd name="T43" fmla="*/ 19 h 3555"/>
                <a:gd name="T44" fmla="*/ 15 w 1962"/>
                <a:gd name="T45" fmla="*/ 18 h 3555"/>
                <a:gd name="T46" fmla="*/ 16 w 1962"/>
                <a:gd name="T47" fmla="*/ 18 h 3555"/>
                <a:gd name="T48" fmla="*/ 16 w 1962"/>
                <a:gd name="T49" fmla="*/ 17 h 3555"/>
                <a:gd name="T50" fmla="*/ 16 w 1962"/>
                <a:gd name="T51" fmla="*/ 16 h 3555"/>
                <a:gd name="T52" fmla="*/ 16 w 1962"/>
                <a:gd name="T53" fmla="*/ 2 h 3555"/>
                <a:gd name="T54" fmla="*/ 16 w 1962"/>
                <a:gd name="T55" fmla="*/ 1 h 3555"/>
                <a:gd name="T56" fmla="*/ 15 w 1962"/>
                <a:gd name="T57" fmla="*/ 1 h 3555"/>
                <a:gd name="T58" fmla="*/ 15 w 1962"/>
                <a:gd name="T59" fmla="*/ 0 h 3555"/>
                <a:gd name="T60" fmla="*/ 15 w 1962"/>
                <a:gd name="T61" fmla="*/ 0 h 3555"/>
                <a:gd name="T62" fmla="*/ 14 w 1962"/>
                <a:gd name="T63" fmla="*/ 0 h 3555"/>
                <a:gd name="T64" fmla="*/ 14 w 1962"/>
                <a:gd name="T65" fmla="*/ 0 h 3555"/>
                <a:gd name="T66" fmla="*/ 13 w 1962"/>
                <a:gd name="T67" fmla="*/ 0 h 3555"/>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962"/>
                <a:gd name="T103" fmla="*/ 0 h 3555"/>
                <a:gd name="T104" fmla="*/ 1962 w 1962"/>
                <a:gd name="T105" fmla="*/ 3555 h 3555"/>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962" h="3555">
                  <a:moveTo>
                    <a:pt x="1594" y="50"/>
                  </a:moveTo>
                  <a:lnTo>
                    <a:pt x="368" y="831"/>
                  </a:lnTo>
                  <a:lnTo>
                    <a:pt x="330" y="858"/>
                  </a:lnTo>
                  <a:lnTo>
                    <a:pt x="294" y="888"/>
                  </a:lnTo>
                  <a:lnTo>
                    <a:pt x="259" y="922"/>
                  </a:lnTo>
                  <a:lnTo>
                    <a:pt x="225" y="961"/>
                  </a:lnTo>
                  <a:lnTo>
                    <a:pt x="193" y="1003"/>
                  </a:lnTo>
                  <a:lnTo>
                    <a:pt x="163" y="1047"/>
                  </a:lnTo>
                  <a:lnTo>
                    <a:pt x="133" y="1094"/>
                  </a:lnTo>
                  <a:lnTo>
                    <a:pt x="108" y="1143"/>
                  </a:lnTo>
                  <a:lnTo>
                    <a:pt x="84" y="1193"/>
                  </a:lnTo>
                  <a:lnTo>
                    <a:pt x="63" y="1246"/>
                  </a:lnTo>
                  <a:lnTo>
                    <a:pt x="44" y="1299"/>
                  </a:lnTo>
                  <a:lnTo>
                    <a:pt x="29" y="1353"/>
                  </a:lnTo>
                  <a:lnTo>
                    <a:pt x="16" y="1405"/>
                  </a:lnTo>
                  <a:lnTo>
                    <a:pt x="7" y="1459"/>
                  </a:lnTo>
                  <a:lnTo>
                    <a:pt x="2" y="1512"/>
                  </a:lnTo>
                  <a:lnTo>
                    <a:pt x="0" y="1565"/>
                  </a:lnTo>
                  <a:lnTo>
                    <a:pt x="0" y="3237"/>
                  </a:lnTo>
                  <a:lnTo>
                    <a:pt x="2" y="3287"/>
                  </a:lnTo>
                  <a:lnTo>
                    <a:pt x="7" y="3333"/>
                  </a:lnTo>
                  <a:lnTo>
                    <a:pt x="16" y="3375"/>
                  </a:lnTo>
                  <a:lnTo>
                    <a:pt x="29" y="3413"/>
                  </a:lnTo>
                  <a:lnTo>
                    <a:pt x="44" y="3447"/>
                  </a:lnTo>
                  <a:lnTo>
                    <a:pt x="63" y="3477"/>
                  </a:lnTo>
                  <a:lnTo>
                    <a:pt x="84" y="3502"/>
                  </a:lnTo>
                  <a:lnTo>
                    <a:pt x="108" y="3522"/>
                  </a:lnTo>
                  <a:lnTo>
                    <a:pt x="133" y="3538"/>
                  </a:lnTo>
                  <a:lnTo>
                    <a:pt x="163" y="3549"/>
                  </a:lnTo>
                  <a:lnTo>
                    <a:pt x="193" y="3555"/>
                  </a:lnTo>
                  <a:lnTo>
                    <a:pt x="225" y="3555"/>
                  </a:lnTo>
                  <a:lnTo>
                    <a:pt x="259" y="3550"/>
                  </a:lnTo>
                  <a:lnTo>
                    <a:pt x="294" y="3541"/>
                  </a:lnTo>
                  <a:lnTo>
                    <a:pt x="330" y="3524"/>
                  </a:lnTo>
                  <a:lnTo>
                    <a:pt x="368" y="3503"/>
                  </a:lnTo>
                  <a:lnTo>
                    <a:pt x="1594" y="2722"/>
                  </a:lnTo>
                  <a:lnTo>
                    <a:pt x="1632" y="2696"/>
                  </a:lnTo>
                  <a:lnTo>
                    <a:pt x="1668" y="2665"/>
                  </a:lnTo>
                  <a:lnTo>
                    <a:pt x="1703" y="2631"/>
                  </a:lnTo>
                  <a:lnTo>
                    <a:pt x="1737" y="2592"/>
                  </a:lnTo>
                  <a:lnTo>
                    <a:pt x="1769" y="2551"/>
                  </a:lnTo>
                  <a:lnTo>
                    <a:pt x="1799" y="2506"/>
                  </a:lnTo>
                  <a:lnTo>
                    <a:pt x="1829" y="2460"/>
                  </a:lnTo>
                  <a:lnTo>
                    <a:pt x="1854" y="2411"/>
                  </a:lnTo>
                  <a:lnTo>
                    <a:pt x="1878" y="2361"/>
                  </a:lnTo>
                  <a:lnTo>
                    <a:pt x="1899" y="2308"/>
                  </a:lnTo>
                  <a:lnTo>
                    <a:pt x="1918" y="2256"/>
                  </a:lnTo>
                  <a:lnTo>
                    <a:pt x="1933" y="2202"/>
                  </a:lnTo>
                  <a:lnTo>
                    <a:pt x="1946" y="2149"/>
                  </a:lnTo>
                  <a:lnTo>
                    <a:pt x="1955" y="2095"/>
                  </a:lnTo>
                  <a:lnTo>
                    <a:pt x="1960" y="2042"/>
                  </a:lnTo>
                  <a:lnTo>
                    <a:pt x="1962" y="1989"/>
                  </a:lnTo>
                  <a:lnTo>
                    <a:pt x="1962" y="319"/>
                  </a:lnTo>
                  <a:lnTo>
                    <a:pt x="1960" y="269"/>
                  </a:lnTo>
                  <a:lnTo>
                    <a:pt x="1955" y="223"/>
                  </a:lnTo>
                  <a:lnTo>
                    <a:pt x="1946" y="180"/>
                  </a:lnTo>
                  <a:lnTo>
                    <a:pt x="1933" y="143"/>
                  </a:lnTo>
                  <a:lnTo>
                    <a:pt x="1918" y="109"/>
                  </a:lnTo>
                  <a:lnTo>
                    <a:pt x="1899" y="79"/>
                  </a:lnTo>
                  <a:lnTo>
                    <a:pt x="1878" y="54"/>
                  </a:lnTo>
                  <a:lnTo>
                    <a:pt x="1854" y="33"/>
                  </a:lnTo>
                  <a:lnTo>
                    <a:pt x="1829" y="17"/>
                  </a:lnTo>
                  <a:lnTo>
                    <a:pt x="1799" y="7"/>
                  </a:lnTo>
                  <a:lnTo>
                    <a:pt x="1769" y="0"/>
                  </a:lnTo>
                  <a:lnTo>
                    <a:pt x="1737" y="0"/>
                  </a:lnTo>
                  <a:lnTo>
                    <a:pt x="1703" y="4"/>
                  </a:lnTo>
                  <a:lnTo>
                    <a:pt x="1668" y="14"/>
                  </a:lnTo>
                  <a:lnTo>
                    <a:pt x="1632" y="29"/>
                  </a:lnTo>
                  <a:lnTo>
                    <a:pt x="1594" y="50"/>
                  </a:lnTo>
                  <a:close/>
                </a:path>
              </a:pathLst>
            </a:custGeom>
            <a:solidFill>
              <a:srgbClr val="E5E5E5"/>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99418" name="Freeform 55"/>
            <p:cNvSpPr>
              <a:spLocks noEditPoints="1"/>
            </p:cNvSpPr>
            <p:nvPr/>
          </p:nvSpPr>
          <p:spPr bwMode="auto">
            <a:xfrm>
              <a:off x="916" y="1589"/>
              <a:ext cx="697" cy="698"/>
            </a:xfrm>
            <a:custGeom>
              <a:avLst/>
              <a:gdLst>
                <a:gd name="T0" fmla="*/ 16 w 3485"/>
                <a:gd name="T1" fmla="*/ 0 h 3490"/>
                <a:gd name="T2" fmla="*/ 17 w 3485"/>
                <a:gd name="T3" fmla="*/ 2 h 3490"/>
                <a:gd name="T4" fmla="*/ 17 w 3485"/>
                <a:gd name="T5" fmla="*/ 3 h 3490"/>
                <a:gd name="T6" fmla="*/ 14 w 3485"/>
                <a:gd name="T7" fmla="*/ 4 h 3490"/>
                <a:gd name="T8" fmla="*/ 12 w 3485"/>
                <a:gd name="T9" fmla="*/ 4 h 3490"/>
                <a:gd name="T10" fmla="*/ 11 w 3485"/>
                <a:gd name="T11" fmla="*/ 2 h 3490"/>
                <a:gd name="T12" fmla="*/ 11 w 3485"/>
                <a:gd name="T13" fmla="*/ 1 h 3490"/>
                <a:gd name="T14" fmla="*/ 14 w 3485"/>
                <a:gd name="T15" fmla="*/ 0 h 3490"/>
                <a:gd name="T16" fmla="*/ 3 w 3485"/>
                <a:gd name="T17" fmla="*/ 7 h 3490"/>
                <a:gd name="T18" fmla="*/ 4 w 3485"/>
                <a:gd name="T19" fmla="*/ 9 h 3490"/>
                <a:gd name="T20" fmla="*/ 3 w 3485"/>
                <a:gd name="T21" fmla="*/ 12 h 3490"/>
                <a:gd name="T22" fmla="*/ 2 w 3485"/>
                <a:gd name="T23" fmla="*/ 13 h 3490"/>
                <a:gd name="T24" fmla="*/ 1 w 3485"/>
                <a:gd name="T25" fmla="*/ 12 h 3490"/>
                <a:gd name="T26" fmla="*/ 0 w 3485"/>
                <a:gd name="T27" fmla="*/ 10 h 3490"/>
                <a:gd name="T28" fmla="*/ 0 w 3485"/>
                <a:gd name="T29" fmla="*/ 8 h 3490"/>
                <a:gd name="T30" fmla="*/ 2 w 3485"/>
                <a:gd name="T31" fmla="*/ 6 h 3490"/>
                <a:gd name="T32" fmla="*/ 10 w 3485"/>
                <a:gd name="T33" fmla="*/ 20 h 3490"/>
                <a:gd name="T34" fmla="*/ 11 w 3485"/>
                <a:gd name="T35" fmla="*/ 22 h 3490"/>
                <a:gd name="T36" fmla="*/ 11 w 3485"/>
                <a:gd name="T37" fmla="*/ 25 h 3490"/>
                <a:gd name="T38" fmla="*/ 10 w 3485"/>
                <a:gd name="T39" fmla="*/ 27 h 3490"/>
                <a:gd name="T40" fmla="*/ 8 w 3485"/>
                <a:gd name="T41" fmla="*/ 26 h 3490"/>
                <a:gd name="T42" fmla="*/ 7 w 3485"/>
                <a:gd name="T43" fmla="*/ 24 h 3490"/>
                <a:gd name="T44" fmla="*/ 7 w 3485"/>
                <a:gd name="T45" fmla="*/ 22 h 3490"/>
                <a:gd name="T46" fmla="*/ 8 w 3485"/>
                <a:gd name="T47" fmla="*/ 20 h 3490"/>
                <a:gd name="T48" fmla="*/ 20 w 3485"/>
                <a:gd name="T49" fmla="*/ 21 h 3490"/>
                <a:gd name="T50" fmla="*/ 21 w 3485"/>
                <a:gd name="T51" fmla="*/ 23 h 3490"/>
                <a:gd name="T52" fmla="*/ 21 w 3485"/>
                <a:gd name="T53" fmla="*/ 26 h 3490"/>
                <a:gd name="T54" fmla="*/ 20 w 3485"/>
                <a:gd name="T55" fmla="*/ 28 h 3490"/>
                <a:gd name="T56" fmla="*/ 18 w 3485"/>
                <a:gd name="T57" fmla="*/ 28 h 3490"/>
                <a:gd name="T58" fmla="*/ 17 w 3485"/>
                <a:gd name="T59" fmla="*/ 26 h 3490"/>
                <a:gd name="T60" fmla="*/ 17 w 3485"/>
                <a:gd name="T61" fmla="*/ 23 h 3490"/>
                <a:gd name="T62" fmla="*/ 18 w 3485"/>
                <a:gd name="T63" fmla="*/ 21 h 3490"/>
                <a:gd name="T64" fmla="*/ 19 w 3485"/>
                <a:gd name="T65" fmla="*/ 11 h 3490"/>
                <a:gd name="T66" fmla="*/ 20 w 3485"/>
                <a:gd name="T67" fmla="*/ 13 h 3490"/>
                <a:gd name="T68" fmla="*/ 21 w 3485"/>
                <a:gd name="T69" fmla="*/ 15 h 3490"/>
                <a:gd name="T70" fmla="*/ 20 w 3485"/>
                <a:gd name="T71" fmla="*/ 17 h 3490"/>
                <a:gd name="T72" fmla="*/ 18 w 3485"/>
                <a:gd name="T73" fmla="*/ 17 h 3490"/>
                <a:gd name="T74" fmla="*/ 17 w 3485"/>
                <a:gd name="T75" fmla="*/ 16 h 3490"/>
                <a:gd name="T76" fmla="*/ 17 w 3485"/>
                <a:gd name="T77" fmla="*/ 13 h 3490"/>
                <a:gd name="T78" fmla="*/ 18 w 3485"/>
                <a:gd name="T79" fmla="*/ 11 h 3490"/>
                <a:gd name="T80" fmla="*/ 26 w 3485"/>
                <a:gd name="T81" fmla="*/ 7 h 3490"/>
                <a:gd name="T82" fmla="*/ 27 w 3485"/>
                <a:gd name="T83" fmla="*/ 8 h 3490"/>
                <a:gd name="T84" fmla="*/ 27 w 3485"/>
                <a:gd name="T85" fmla="*/ 11 h 3490"/>
                <a:gd name="T86" fmla="*/ 26 w 3485"/>
                <a:gd name="T87" fmla="*/ 13 h 3490"/>
                <a:gd name="T88" fmla="*/ 25 w 3485"/>
                <a:gd name="T89" fmla="*/ 13 h 3490"/>
                <a:gd name="T90" fmla="*/ 24 w 3485"/>
                <a:gd name="T91" fmla="*/ 12 h 3490"/>
                <a:gd name="T92" fmla="*/ 24 w 3485"/>
                <a:gd name="T93" fmla="*/ 9 h 3490"/>
                <a:gd name="T94" fmla="*/ 24 w 3485"/>
                <a:gd name="T95" fmla="*/ 7 h 3490"/>
                <a:gd name="T96" fmla="*/ 26 w 3485"/>
                <a:gd name="T97" fmla="*/ 17 h 3490"/>
                <a:gd name="T98" fmla="*/ 27 w 3485"/>
                <a:gd name="T99" fmla="*/ 18 h 3490"/>
                <a:gd name="T100" fmla="*/ 28 w 3485"/>
                <a:gd name="T101" fmla="*/ 21 h 3490"/>
                <a:gd name="T102" fmla="*/ 27 w 3485"/>
                <a:gd name="T103" fmla="*/ 23 h 3490"/>
                <a:gd name="T104" fmla="*/ 26 w 3485"/>
                <a:gd name="T105" fmla="*/ 24 h 3490"/>
                <a:gd name="T106" fmla="*/ 24 w 3485"/>
                <a:gd name="T107" fmla="*/ 23 h 3490"/>
                <a:gd name="T108" fmla="*/ 24 w 3485"/>
                <a:gd name="T109" fmla="*/ 20 h 3490"/>
                <a:gd name="T110" fmla="*/ 25 w 3485"/>
                <a:gd name="T111" fmla="*/ 18 h 3490"/>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w 3485"/>
                <a:gd name="T169" fmla="*/ 0 h 3490"/>
                <a:gd name="T170" fmla="*/ 3485 w 3485"/>
                <a:gd name="T171" fmla="*/ 3490 h 3490"/>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T168" t="T169" r="T170" b="T171"/>
              <a:pathLst>
                <a:path w="3485" h="3490">
                  <a:moveTo>
                    <a:pt x="1754" y="0"/>
                  </a:moveTo>
                  <a:lnTo>
                    <a:pt x="1797" y="2"/>
                  </a:lnTo>
                  <a:lnTo>
                    <a:pt x="1840" y="5"/>
                  </a:lnTo>
                  <a:lnTo>
                    <a:pt x="1881" y="12"/>
                  </a:lnTo>
                  <a:lnTo>
                    <a:pt x="1921" y="20"/>
                  </a:lnTo>
                  <a:lnTo>
                    <a:pt x="1959" y="31"/>
                  </a:lnTo>
                  <a:lnTo>
                    <a:pt x="1994" y="44"/>
                  </a:lnTo>
                  <a:lnTo>
                    <a:pt x="2028" y="59"/>
                  </a:lnTo>
                  <a:lnTo>
                    <a:pt x="2058" y="74"/>
                  </a:lnTo>
                  <a:lnTo>
                    <a:pt x="2086" y="93"/>
                  </a:lnTo>
                  <a:lnTo>
                    <a:pt x="2111" y="113"/>
                  </a:lnTo>
                  <a:lnTo>
                    <a:pt x="2132" y="133"/>
                  </a:lnTo>
                  <a:lnTo>
                    <a:pt x="2151" y="155"/>
                  </a:lnTo>
                  <a:lnTo>
                    <a:pt x="2165" y="179"/>
                  </a:lnTo>
                  <a:lnTo>
                    <a:pt x="2175" y="203"/>
                  </a:lnTo>
                  <a:lnTo>
                    <a:pt x="2182" y="229"/>
                  </a:lnTo>
                  <a:lnTo>
                    <a:pt x="2185" y="255"/>
                  </a:lnTo>
                  <a:lnTo>
                    <a:pt x="2182" y="281"/>
                  </a:lnTo>
                  <a:lnTo>
                    <a:pt x="2175" y="305"/>
                  </a:lnTo>
                  <a:lnTo>
                    <a:pt x="2165" y="330"/>
                  </a:lnTo>
                  <a:lnTo>
                    <a:pt x="2151" y="353"/>
                  </a:lnTo>
                  <a:lnTo>
                    <a:pt x="2132" y="376"/>
                  </a:lnTo>
                  <a:lnTo>
                    <a:pt x="2111" y="397"/>
                  </a:lnTo>
                  <a:lnTo>
                    <a:pt x="2086" y="417"/>
                  </a:lnTo>
                  <a:lnTo>
                    <a:pt x="2058" y="434"/>
                  </a:lnTo>
                  <a:lnTo>
                    <a:pt x="2028" y="451"/>
                  </a:lnTo>
                  <a:lnTo>
                    <a:pt x="1994" y="466"/>
                  </a:lnTo>
                  <a:lnTo>
                    <a:pt x="1959" y="479"/>
                  </a:lnTo>
                  <a:lnTo>
                    <a:pt x="1921" y="489"/>
                  </a:lnTo>
                  <a:lnTo>
                    <a:pt x="1881" y="498"/>
                  </a:lnTo>
                  <a:lnTo>
                    <a:pt x="1840" y="505"/>
                  </a:lnTo>
                  <a:lnTo>
                    <a:pt x="1797" y="508"/>
                  </a:lnTo>
                  <a:lnTo>
                    <a:pt x="1754" y="509"/>
                  </a:lnTo>
                  <a:lnTo>
                    <a:pt x="1710" y="508"/>
                  </a:lnTo>
                  <a:lnTo>
                    <a:pt x="1667" y="505"/>
                  </a:lnTo>
                  <a:lnTo>
                    <a:pt x="1626" y="498"/>
                  </a:lnTo>
                  <a:lnTo>
                    <a:pt x="1586" y="489"/>
                  </a:lnTo>
                  <a:lnTo>
                    <a:pt x="1548" y="479"/>
                  </a:lnTo>
                  <a:lnTo>
                    <a:pt x="1512" y="466"/>
                  </a:lnTo>
                  <a:lnTo>
                    <a:pt x="1479" y="451"/>
                  </a:lnTo>
                  <a:lnTo>
                    <a:pt x="1449" y="434"/>
                  </a:lnTo>
                  <a:lnTo>
                    <a:pt x="1421" y="417"/>
                  </a:lnTo>
                  <a:lnTo>
                    <a:pt x="1395" y="397"/>
                  </a:lnTo>
                  <a:lnTo>
                    <a:pt x="1374" y="376"/>
                  </a:lnTo>
                  <a:lnTo>
                    <a:pt x="1355" y="353"/>
                  </a:lnTo>
                  <a:lnTo>
                    <a:pt x="1341" y="330"/>
                  </a:lnTo>
                  <a:lnTo>
                    <a:pt x="1331" y="305"/>
                  </a:lnTo>
                  <a:lnTo>
                    <a:pt x="1324" y="281"/>
                  </a:lnTo>
                  <a:lnTo>
                    <a:pt x="1321" y="255"/>
                  </a:lnTo>
                  <a:lnTo>
                    <a:pt x="1324" y="229"/>
                  </a:lnTo>
                  <a:lnTo>
                    <a:pt x="1331" y="203"/>
                  </a:lnTo>
                  <a:lnTo>
                    <a:pt x="1341" y="179"/>
                  </a:lnTo>
                  <a:lnTo>
                    <a:pt x="1355" y="155"/>
                  </a:lnTo>
                  <a:lnTo>
                    <a:pt x="1374" y="133"/>
                  </a:lnTo>
                  <a:lnTo>
                    <a:pt x="1395" y="113"/>
                  </a:lnTo>
                  <a:lnTo>
                    <a:pt x="1421" y="93"/>
                  </a:lnTo>
                  <a:lnTo>
                    <a:pt x="1449" y="74"/>
                  </a:lnTo>
                  <a:lnTo>
                    <a:pt x="1479" y="59"/>
                  </a:lnTo>
                  <a:lnTo>
                    <a:pt x="1512" y="44"/>
                  </a:lnTo>
                  <a:lnTo>
                    <a:pt x="1548" y="31"/>
                  </a:lnTo>
                  <a:lnTo>
                    <a:pt x="1586" y="20"/>
                  </a:lnTo>
                  <a:lnTo>
                    <a:pt x="1626" y="12"/>
                  </a:lnTo>
                  <a:lnTo>
                    <a:pt x="1667" y="5"/>
                  </a:lnTo>
                  <a:lnTo>
                    <a:pt x="1710" y="2"/>
                  </a:lnTo>
                  <a:lnTo>
                    <a:pt x="1754" y="0"/>
                  </a:lnTo>
                  <a:close/>
                  <a:moveTo>
                    <a:pt x="239" y="786"/>
                  </a:moveTo>
                  <a:lnTo>
                    <a:pt x="263" y="788"/>
                  </a:lnTo>
                  <a:lnTo>
                    <a:pt x="287" y="794"/>
                  </a:lnTo>
                  <a:lnTo>
                    <a:pt x="309" y="805"/>
                  </a:lnTo>
                  <a:lnTo>
                    <a:pt x="331" y="819"/>
                  </a:lnTo>
                  <a:lnTo>
                    <a:pt x="352" y="836"/>
                  </a:lnTo>
                  <a:lnTo>
                    <a:pt x="372" y="857"/>
                  </a:lnTo>
                  <a:lnTo>
                    <a:pt x="390" y="882"/>
                  </a:lnTo>
                  <a:lnTo>
                    <a:pt x="407" y="909"/>
                  </a:lnTo>
                  <a:lnTo>
                    <a:pt x="423" y="940"/>
                  </a:lnTo>
                  <a:lnTo>
                    <a:pt x="437" y="971"/>
                  </a:lnTo>
                  <a:lnTo>
                    <a:pt x="448" y="1006"/>
                  </a:lnTo>
                  <a:lnTo>
                    <a:pt x="459" y="1043"/>
                  </a:lnTo>
                  <a:lnTo>
                    <a:pt x="467" y="1081"/>
                  </a:lnTo>
                  <a:lnTo>
                    <a:pt x="473" y="1121"/>
                  </a:lnTo>
                  <a:lnTo>
                    <a:pt x="476" y="1163"/>
                  </a:lnTo>
                  <a:lnTo>
                    <a:pt x="478" y="1206"/>
                  </a:lnTo>
                  <a:lnTo>
                    <a:pt x="476" y="1248"/>
                  </a:lnTo>
                  <a:lnTo>
                    <a:pt x="473" y="1290"/>
                  </a:lnTo>
                  <a:lnTo>
                    <a:pt x="467" y="1330"/>
                  </a:lnTo>
                  <a:lnTo>
                    <a:pt x="459" y="1367"/>
                  </a:lnTo>
                  <a:lnTo>
                    <a:pt x="448" y="1405"/>
                  </a:lnTo>
                  <a:lnTo>
                    <a:pt x="437" y="1439"/>
                  </a:lnTo>
                  <a:lnTo>
                    <a:pt x="423" y="1472"/>
                  </a:lnTo>
                  <a:lnTo>
                    <a:pt x="407" y="1501"/>
                  </a:lnTo>
                  <a:lnTo>
                    <a:pt x="390" y="1528"/>
                  </a:lnTo>
                  <a:lnTo>
                    <a:pt x="372" y="1553"/>
                  </a:lnTo>
                  <a:lnTo>
                    <a:pt x="352" y="1574"/>
                  </a:lnTo>
                  <a:lnTo>
                    <a:pt x="331" y="1591"/>
                  </a:lnTo>
                  <a:lnTo>
                    <a:pt x="309" y="1605"/>
                  </a:lnTo>
                  <a:lnTo>
                    <a:pt x="287" y="1616"/>
                  </a:lnTo>
                  <a:lnTo>
                    <a:pt x="263" y="1622"/>
                  </a:lnTo>
                  <a:lnTo>
                    <a:pt x="239" y="1624"/>
                  </a:lnTo>
                  <a:lnTo>
                    <a:pt x="214" y="1622"/>
                  </a:lnTo>
                  <a:lnTo>
                    <a:pt x="191" y="1616"/>
                  </a:lnTo>
                  <a:lnTo>
                    <a:pt x="168" y="1605"/>
                  </a:lnTo>
                  <a:lnTo>
                    <a:pt x="146" y="1591"/>
                  </a:lnTo>
                  <a:lnTo>
                    <a:pt x="125" y="1574"/>
                  </a:lnTo>
                  <a:lnTo>
                    <a:pt x="105" y="1553"/>
                  </a:lnTo>
                  <a:lnTo>
                    <a:pt x="87" y="1528"/>
                  </a:lnTo>
                  <a:lnTo>
                    <a:pt x="70" y="1501"/>
                  </a:lnTo>
                  <a:lnTo>
                    <a:pt x="55" y="1472"/>
                  </a:lnTo>
                  <a:lnTo>
                    <a:pt x="41" y="1439"/>
                  </a:lnTo>
                  <a:lnTo>
                    <a:pt x="29" y="1405"/>
                  </a:lnTo>
                  <a:lnTo>
                    <a:pt x="18" y="1367"/>
                  </a:lnTo>
                  <a:lnTo>
                    <a:pt x="10" y="1330"/>
                  </a:lnTo>
                  <a:lnTo>
                    <a:pt x="4" y="1290"/>
                  </a:lnTo>
                  <a:lnTo>
                    <a:pt x="1" y="1248"/>
                  </a:lnTo>
                  <a:lnTo>
                    <a:pt x="0" y="1206"/>
                  </a:lnTo>
                  <a:lnTo>
                    <a:pt x="1" y="1163"/>
                  </a:lnTo>
                  <a:lnTo>
                    <a:pt x="4" y="1121"/>
                  </a:lnTo>
                  <a:lnTo>
                    <a:pt x="10" y="1081"/>
                  </a:lnTo>
                  <a:lnTo>
                    <a:pt x="18" y="1043"/>
                  </a:lnTo>
                  <a:lnTo>
                    <a:pt x="29" y="1006"/>
                  </a:lnTo>
                  <a:lnTo>
                    <a:pt x="41" y="971"/>
                  </a:lnTo>
                  <a:lnTo>
                    <a:pt x="55" y="940"/>
                  </a:lnTo>
                  <a:lnTo>
                    <a:pt x="70" y="909"/>
                  </a:lnTo>
                  <a:lnTo>
                    <a:pt x="87" y="882"/>
                  </a:lnTo>
                  <a:lnTo>
                    <a:pt x="105" y="857"/>
                  </a:lnTo>
                  <a:lnTo>
                    <a:pt x="125" y="836"/>
                  </a:lnTo>
                  <a:lnTo>
                    <a:pt x="146" y="819"/>
                  </a:lnTo>
                  <a:lnTo>
                    <a:pt x="168" y="805"/>
                  </a:lnTo>
                  <a:lnTo>
                    <a:pt x="191" y="794"/>
                  </a:lnTo>
                  <a:lnTo>
                    <a:pt x="214" y="788"/>
                  </a:lnTo>
                  <a:lnTo>
                    <a:pt x="239" y="786"/>
                  </a:lnTo>
                  <a:close/>
                  <a:moveTo>
                    <a:pt x="1119" y="2495"/>
                  </a:moveTo>
                  <a:lnTo>
                    <a:pt x="1143" y="2498"/>
                  </a:lnTo>
                  <a:lnTo>
                    <a:pt x="1167" y="2504"/>
                  </a:lnTo>
                  <a:lnTo>
                    <a:pt x="1190" y="2514"/>
                  </a:lnTo>
                  <a:lnTo>
                    <a:pt x="1211" y="2528"/>
                  </a:lnTo>
                  <a:lnTo>
                    <a:pt x="1232" y="2546"/>
                  </a:lnTo>
                  <a:lnTo>
                    <a:pt x="1252" y="2567"/>
                  </a:lnTo>
                  <a:lnTo>
                    <a:pt x="1271" y="2592"/>
                  </a:lnTo>
                  <a:lnTo>
                    <a:pt x="1288" y="2618"/>
                  </a:lnTo>
                  <a:lnTo>
                    <a:pt x="1304" y="2648"/>
                  </a:lnTo>
                  <a:lnTo>
                    <a:pt x="1318" y="2681"/>
                  </a:lnTo>
                  <a:lnTo>
                    <a:pt x="1329" y="2715"/>
                  </a:lnTo>
                  <a:lnTo>
                    <a:pt x="1340" y="2752"/>
                  </a:lnTo>
                  <a:lnTo>
                    <a:pt x="1348" y="2790"/>
                  </a:lnTo>
                  <a:lnTo>
                    <a:pt x="1354" y="2830"/>
                  </a:lnTo>
                  <a:lnTo>
                    <a:pt x="1358" y="2872"/>
                  </a:lnTo>
                  <a:lnTo>
                    <a:pt x="1359" y="2914"/>
                  </a:lnTo>
                  <a:lnTo>
                    <a:pt x="1358" y="2956"/>
                  </a:lnTo>
                  <a:lnTo>
                    <a:pt x="1354" y="2998"/>
                  </a:lnTo>
                  <a:lnTo>
                    <a:pt x="1348" y="3038"/>
                  </a:lnTo>
                  <a:lnTo>
                    <a:pt x="1340" y="3077"/>
                  </a:lnTo>
                  <a:lnTo>
                    <a:pt x="1329" y="3113"/>
                  </a:lnTo>
                  <a:lnTo>
                    <a:pt x="1318" y="3147"/>
                  </a:lnTo>
                  <a:lnTo>
                    <a:pt x="1304" y="3180"/>
                  </a:lnTo>
                  <a:lnTo>
                    <a:pt x="1288" y="3209"/>
                  </a:lnTo>
                  <a:lnTo>
                    <a:pt x="1271" y="3238"/>
                  </a:lnTo>
                  <a:lnTo>
                    <a:pt x="1252" y="3261"/>
                  </a:lnTo>
                  <a:lnTo>
                    <a:pt x="1232" y="3282"/>
                  </a:lnTo>
                  <a:lnTo>
                    <a:pt x="1211" y="3301"/>
                  </a:lnTo>
                  <a:lnTo>
                    <a:pt x="1190" y="3315"/>
                  </a:lnTo>
                  <a:lnTo>
                    <a:pt x="1167" y="3325"/>
                  </a:lnTo>
                  <a:lnTo>
                    <a:pt x="1143" y="3331"/>
                  </a:lnTo>
                  <a:lnTo>
                    <a:pt x="1119" y="3334"/>
                  </a:lnTo>
                  <a:lnTo>
                    <a:pt x="1094" y="3331"/>
                  </a:lnTo>
                  <a:lnTo>
                    <a:pt x="1070" y="3325"/>
                  </a:lnTo>
                  <a:lnTo>
                    <a:pt x="1048" y="3315"/>
                  </a:lnTo>
                  <a:lnTo>
                    <a:pt x="1026" y="3301"/>
                  </a:lnTo>
                  <a:lnTo>
                    <a:pt x="1005" y="3282"/>
                  </a:lnTo>
                  <a:lnTo>
                    <a:pt x="985" y="3261"/>
                  </a:lnTo>
                  <a:lnTo>
                    <a:pt x="967" y="3238"/>
                  </a:lnTo>
                  <a:lnTo>
                    <a:pt x="950" y="3209"/>
                  </a:lnTo>
                  <a:lnTo>
                    <a:pt x="935" y="3180"/>
                  </a:lnTo>
                  <a:lnTo>
                    <a:pt x="921" y="3147"/>
                  </a:lnTo>
                  <a:lnTo>
                    <a:pt x="909" y="3113"/>
                  </a:lnTo>
                  <a:lnTo>
                    <a:pt x="898" y="3077"/>
                  </a:lnTo>
                  <a:lnTo>
                    <a:pt x="890" y="3038"/>
                  </a:lnTo>
                  <a:lnTo>
                    <a:pt x="884" y="2998"/>
                  </a:lnTo>
                  <a:lnTo>
                    <a:pt x="881" y="2956"/>
                  </a:lnTo>
                  <a:lnTo>
                    <a:pt x="880" y="2914"/>
                  </a:lnTo>
                  <a:lnTo>
                    <a:pt x="881" y="2872"/>
                  </a:lnTo>
                  <a:lnTo>
                    <a:pt x="884" y="2830"/>
                  </a:lnTo>
                  <a:lnTo>
                    <a:pt x="890" y="2790"/>
                  </a:lnTo>
                  <a:lnTo>
                    <a:pt x="898" y="2752"/>
                  </a:lnTo>
                  <a:lnTo>
                    <a:pt x="909" y="2715"/>
                  </a:lnTo>
                  <a:lnTo>
                    <a:pt x="921" y="2681"/>
                  </a:lnTo>
                  <a:lnTo>
                    <a:pt x="935" y="2648"/>
                  </a:lnTo>
                  <a:lnTo>
                    <a:pt x="950" y="2618"/>
                  </a:lnTo>
                  <a:lnTo>
                    <a:pt x="967" y="2592"/>
                  </a:lnTo>
                  <a:lnTo>
                    <a:pt x="985" y="2567"/>
                  </a:lnTo>
                  <a:lnTo>
                    <a:pt x="1005" y="2546"/>
                  </a:lnTo>
                  <a:lnTo>
                    <a:pt x="1026" y="2528"/>
                  </a:lnTo>
                  <a:lnTo>
                    <a:pt x="1048" y="2514"/>
                  </a:lnTo>
                  <a:lnTo>
                    <a:pt x="1070" y="2504"/>
                  </a:lnTo>
                  <a:lnTo>
                    <a:pt x="1094" y="2498"/>
                  </a:lnTo>
                  <a:lnTo>
                    <a:pt x="1119" y="2495"/>
                  </a:lnTo>
                  <a:close/>
                  <a:moveTo>
                    <a:pt x="2380" y="2651"/>
                  </a:moveTo>
                  <a:lnTo>
                    <a:pt x="2405" y="2654"/>
                  </a:lnTo>
                  <a:lnTo>
                    <a:pt x="2428" y="2660"/>
                  </a:lnTo>
                  <a:lnTo>
                    <a:pt x="2452" y="2670"/>
                  </a:lnTo>
                  <a:lnTo>
                    <a:pt x="2473" y="2684"/>
                  </a:lnTo>
                  <a:lnTo>
                    <a:pt x="2494" y="2703"/>
                  </a:lnTo>
                  <a:lnTo>
                    <a:pt x="2514" y="2724"/>
                  </a:lnTo>
                  <a:lnTo>
                    <a:pt x="2533" y="2747"/>
                  </a:lnTo>
                  <a:lnTo>
                    <a:pt x="2550" y="2774"/>
                  </a:lnTo>
                  <a:lnTo>
                    <a:pt x="2565" y="2805"/>
                  </a:lnTo>
                  <a:lnTo>
                    <a:pt x="2580" y="2838"/>
                  </a:lnTo>
                  <a:lnTo>
                    <a:pt x="2591" y="2872"/>
                  </a:lnTo>
                  <a:lnTo>
                    <a:pt x="2602" y="2908"/>
                  </a:lnTo>
                  <a:lnTo>
                    <a:pt x="2610" y="2947"/>
                  </a:lnTo>
                  <a:lnTo>
                    <a:pt x="2616" y="2987"/>
                  </a:lnTo>
                  <a:lnTo>
                    <a:pt x="2619" y="3029"/>
                  </a:lnTo>
                  <a:lnTo>
                    <a:pt x="2621" y="3071"/>
                  </a:lnTo>
                  <a:lnTo>
                    <a:pt x="2619" y="3113"/>
                  </a:lnTo>
                  <a:lnTo>
                    <a:pt x="2616" y="3155"/>
                  </a:lnTo>
                  <a:lnTo>
                    <a:pt x="2610" y="3195"/>
                  </a:lnTo>
                  <a:lnTo>
                    <a:pt x="2602" y="3233"/>
                  </a:lnTo>
                  <a:lnTo>
                    <a:pt x="2591" y="3270"/>
                  </a:lnTo>
                  <a:lnTo>
                    <a:pt x="2580" y="3304"/>
                  </a:lnTo>
                  <a:lnTo>
                    <a:pt x="2565" y="3337"/>
                  </a:lnTo>
                  <a:lnTo>
                    <a:pt x="2550" y="3367"/>
                  </a:lnTo>
                  <a:lnTo>
                    <a:pt x="2533" y="3393"/>
                  </a:lnTo>
                  <a:lnTo>
                    <a:pt x="2514" y="3418"/>
                  </a:lnTo>
                  <a:lnTo>
                    <a:pt x="2494" y="3439"/>
                  </a:lnTo>
                  <a:lnTo>
                    <a:pt x="2473" y="3457"/>
                  </a:lnTo>
                  <a:lnTo>
                    <a:pt x="2452" y="3471"/>
                  </a:lnTo>
                  <a:lnTo>
                    <a:pt x="2428" y="3481"/>
                  </a:lnTo>
                  <a:lnTo>
                    <a:pt x="2405" y="3487"/>
                  </a:lnTo>
                  <a:lnTo>
                    <a:pt x="2380" y="3490"/>
                  </a:lnTo>
                  <a:lnTo>
                    <a:pt x="2356" y="3487"/>
                  </a:lnTo>
                  <a:lnTo>
                    <a:pt x="2332" y="3481"/>
                  </a:lnTo>
                  <a:lnTo>
                    <a:pt x="2310" y="3471"/>
                  </a:lnTo>
                  <a:lnTo>
                    <a:pt x="2288" y="3457"/>
                  </a:lnTo>
                  <a:lnTo>
                    <a:pt x="2267" y="3439"/>
                  </a:lnTo>
                  <a:lnTo>
                    <a:pt x="2248" y="3418"/>
                  </a:lnTo>
                  <a:lnTo>
                    <a:pt x="2229" y="3393"/>
                  </a:lnTo>
                  <a:lnTo>
                    <a:pt x="2212" y="3367"/>
                  </a:lnTo>
                  <a:lnTo>
                    <a:pt x="2196" y="3337"/>
                  </a:lnTo>
                  <a:lnTo>
                    <a:pt x="2182" y="3304"/>
                  </a:lnTo>
                  <a:lnTo>
                    <a:pt x="2171" y="3270"/>
                  </a:lnTo>
                  <a:lnTo>
                    <a:pt x="2160" y="3233"/>
                  </a:lnTo>
                  <a:lnTo>
                    <a:pt x="2152" y="3195"/>
                  </a:lnTo>
                  <a:lnTo>
                    <a:pt x="2146" y="3155"/>
                  </a:lnTo>
                  <a:lnTo>
                    <a:pt x="2142" y="3113"/>
                  </a:lnTo>
                  <a:lnTo>
                    <a:pt x="2141" y="3071"/>
                  </a:lnTo>
                  <a:lnTo>
                    <a:pt x="2142" y="3029"/>
                  </a:lnTo>
                  <a:lnTo>
                    <a:pt x="2146" y="2987"/>
                  </a:lnTo>
                  <a:lnTo>
                    <a:pt x="2152" y="2947"/>
                  </a:lnTo>
                  <a:lnTo>
                    <a:pt x="2160" y="2908"/>
                  </a:lnTo>
                  <a:lnTo>
                    <a:pt x="2171" y="2872"/>
                  </a:lnTo>
                  <a:lnTo>
                    <a:pt x="2182" y="2838"/>
                  </a:lnTo>
                  <a:lnTo>
                    <a:pt x="2196" y="2805"/>
                  </a:lnTo>
                  <a:lnTo>
                    <a:pt x="2212" y="2774"/>
                  </a:lnTo>
                  <a:lnTo>
                    <a:pt x="2229" y="2747"/>
                  </a:lnTo>
                  <a:lnTo>
                    <a:pt x="2248" y="2724"/>
                  </a:lnTo>
                  <a:lnTo>
                    <a:pt x="2267" y="2703"/>
                  </a:lnTo>
                  <a:lnTo>
                    <a:pt x="2288" y="2684"/>
                  </a:lnTo>
                  <a:lnTo>
                    <a:pt x="2310" y="2670"/>
                  </a:lnTo>
                  <a:lnTo>
                    <a:pt x="2332" y="2660"/>
                  </a:lnTo>
                  <a:lnTo>
                    <a:pt x="2356" y="2654"/>
                  </a:lnTo>
                  <a:lnTo>
                    <a:pt x="2380" y="2651"/>
                  </a:lnTo>
                  <a:close/>
                  <a:moveTo>
                    <a:pt x="2342" y="1355"/>
                  </a:moveTo>
                  <a:lnTo>
                    <a:pt x="2366" y="1357"/>
                  </a:lnTo>
                  <a:lnTo>
                    <a:pt x="2390" y="1363"/>
                  </a:lnTo>
                  <a:lnTo>
                    <a:pt x="2412" y="1373"/>
                  </a:lnTo>
                  <a:lnTo>
                    <a:pt x="2434" y="1387"/>
                  </a:lnTo>
                  <a:lnTo>
                    <a:pt x="2455" y="1405"/>
                  </a:lnTo>
                  <a:lnTo>
                    <a:pt x="2475" y="1426"/>
                  </a:lnTo>
                  <a:lnTo>
                    <a:pt x="2493" y="1451"/>
                  </a:lnTo>
                  <a:lnTo>
                    <a:pt x="2510" y="1478"/>
                  </a:lnTo>
                  <a:lnTo>
                    <a:pt x="2526" y="1507"/>
                  </a:lnTo>
                  <a:lnTo>
                    <a:pt x="2540" y="1540"/>
                  </a:lnTo>
                  <a:lnTo>
                    <a:pt x="2551" y="1574"/>
                  </a:lnTo>
                  <a:lnTo>
                    <a:pt x="2562" y="1611"/>
                  </a:lnTo>
                  <a:lnTo>
                    <a:pt x="2570" y="1649"/>
                  </a:lnTo>
                  <a:lnTo>
                    <a:pt x="2576" y="1689"/>
                  </a:lnTo>
                  <a:lnTo>
                    <a:pt x="2580" y="1731"/>
                  </a:lnTo>
                  <a:lnTo>
                    <a:pt x="2581" y="1773"/>
                  </a:lnTo>
                  <a:lnTo>
                    <a:pt x="2580" y="1815"/>
                  </a:lnTo>
                  <a:lnTo>
                    <a:pt x="2576" y="1858"/>
                  </a:lnTo>
                  <a:lnTo>
                    <a:pt x="2570" y="1897"/>
                  </a:lnTo>
                  <a:lnTo>
                    <a:pt x="2562" y="1936"/>
                  </a:lnTo>
                  <a:lnTo>
                    <a:pt x="2551" y="1972"/>
                  </a:lnTo>
                  <a:lnTo>
                    <a:pt x="2540" y="2008"/>
                  </a:lnTo>
                  <a:lnTo>
                    <a:pt x="2526" y="2039"/>
                  </a:lnTo>
                  <a:lnTo>
                    <a:pt x="2510" y="2070"/>
                  </a:lnTo>
                  <a:lnTo>
                    <a:pt x="2493" y="2097"/>
                  </a:lnTo>
                  <a:lnTo>
                    <a:pt x="2475" y="2121"/>
                  </a:lnTo>
                  <a:lnTo>
                    <a:pt x="2455" y="2142"/>
                  </a:lnTo>
                  <a:lnTo>
                    <a:pt x="2434" y="2160"/>
                  </a:lnTo>
                  <a:lnTo>
                    <a:pt x="2412" y="2174"/>
                  </a:lnTo>
                  <a:lnTo>
                    <a:pt x="2390" y="2185"/>
                  </a:lnTo>
                  <a:lnTo>
                    <a:pt x="2366" y="2191"/>
                  </a:lnTo>
                  <a:lnTo>
                    <a:pt x="2342" y="2193"/>
                  </a:lnTo>
                  <a:lnTo>
                    <a:pt x="2317" y="2191"/>
                  </a:lnTo>
                  <a:lnTo>
                    <a:pt x="2294" y="2185"/>
                  </a:lnTo>
                  <a:lnTo>
                    <a:pt x="2270" y="2174"/>
                  </a:lnTo>
                  <a:lnTo>
                    <a:pt x="2249" y="2160"/>
                  </a:lnTo>
                  <a:lnTo>
                    <a:pt x="2228" y="2142"/>
                  </a:lnTo>
                  <a:lnTo>
                    <a:pt x="2208" y="2121"/>
                  </a:lnTo>
                  <a:lnTo>
                    <a:pt x="2189" y="2097"/>
                  </a:lnTo>
                  <a:lnTo>
                    <a:pt x="2173" y="2070"/>
                  </a:lnTo>
                  <a:lnTo>
                    <a:pt x="2157" y="2039"/>
                  </a:lnTo>
                  <a:lnTo>
                    <a:pt x="2142" y="2008"/>
                  </a:lnTo>
                  <a:lnTo>
                    <a:pt x="2131" y="1972"/>
                  </a:lnTo>
                  <a:lnTo>
                    <a:pt x="2120" y="1936"/>
                  </a:lnTo>
                  <a:lnTo>
                    <a:pt x="2112" y="1897"/>
                  </a:lnTo>
                  <a:lnTo>
                    <a:pt x="2106" y="1858"/>
                  </a:lnTo>
                  <a:lnTo>
                    <a:pt x="2103" y="1815"/>
                  </a:lnTo>
                  <a:lnTo>
                    <a:pt x="2101" y="1773"/>
                  </a:lnTo>
                  <a:lnTo>
                    <a:pt x="2103" y="1731"/>
                  </a:lnTo>
                  <a:lnTo>
                    <a:pt x="2106" y="1689"/>
                  </a:lnTo>
                  <a:lnTo>
                    <a:pt x="2112" y="1649"/>
                  </a:lnTo>
                  <a:lnTo>
                    <a:pt x="2120" y="1611"/>
                  </a:lnTo>
                  <a:lnTo>
                    <a:pt x="2131" y="1574"/>
                  </a:lnTo>
                  <a:lnTo>
                    <a:pt x="2142" y="1540"/>
                  </a:lnTo>
                  <a:lnTo>
                    <a:pt x="2157" y="1507"/>
                  </a:lnTo>
                  <a:lnTo>
                    <a:pt x="2173" y="1478"/>
                  </a:lnTo>
                  <a:lnTo>
                    <a:pt x="2189" y="1451"/>
                  </a:lnTo>
                  <a:lnTo>
                    <a:pt x="2208" y="1426"/>
                  </a:lnTo>
                  <a:lnTo>
                    <a:pt x="2228" y="1405"/>
                  </a:lnTo>
                  <a:lnTo>
                    <a:pt x="2249" y="1387"/>
                  </a:lnTo>
                  <a:lnTo>
                    <a:pt x="2270" y="1373"/>
                  </a:lnTo>
                  <a:lnTo>
                    <a:pt x="2294" y="1363"/>
                  </a:lnTo>
                  <a:lnTo>
                    <a:pt x="2317" y="1357"/>
                  </a:lnTo>
                  <a:lnTo>
                    <a:pt x="2342" y="1355"/>
                  </a:lnTo>
                  <a:close/>
                  <a:moveTo>
                    <a:pt x="3179" y="819"/>
                  </a:moveTo>
                  <a:lnTo>
                    <a:pt x="3204" y="821"/>
                  </a:lnTo>
                  <a:lnTo>
                    <a:pt x="3227" y="827"/>
                  </a:lnTo>
                  <a:lnTo>
                    <a:pt x="3250" y="838"/>
                  </a:lnTo>
                  <a:lnTo>
                    <a:pt x="3272" y="852"/>
                  </a:lnTo>
                  <a:lnTo>
                    <a:pt x="3293" y="869"/>
                  </a:lnTo>
                  <a:lnTo>
                    <a:pt x="3312" y="890"/>
                  </a:lnTo>
                  <a:lnTo>
                    <a:pt x="3331" y="915"/>
                  </a:lnTo>
                  <a:lnTo>
                    <a:pt x="3348" y="942"/>
                  </a:lnTo>
                  <a:lnTo>
                    <a:pt x="3363" y="971"/>
                  </a:lnTo>
                  <a:lnTo>
                    <a:pt x="3377" y="1004"/>
                  </a:lnTo>
                  <a:lnTo>
                    <a:pt x="3389" y="1038"/>
                  </a:lnTo>
                  <a:lnTo>
                    <a:pt x="3400" y="1076"/>
                  </a:lnTo>
                  <a:lnTo>
                    <a:pt x="3408" y="1113"/>
                  </a:lnTo>
                  <a:lnTo>
                    <a:pt x="3414" y="1153"/>
                  </a:lnTo>
                  <a:lnTo>
                    <a:pt x="3417" y="1195"/>
                  </a:lnTo>
                  <a:lnTo>
                    <a:pt x="3418" y="1237"/>
                  </a:lnTo>
                  <a:lnTo>
                    <a:pt x="3417" y="1280"/>
                  </a:lnTo>
                  <a:lnTo>
                    <a:pt x="3414" y="1322"/>
                  </a:lnTo>
                  <a:lnTo>
                    <a:pt x="3408" y="1362"/>
                  </a:lnTo>
                  <a:lnTo>
                    <a:pt x="3400" y="1399"/>
                  </a:lnTo>
                  <a:lnTo>
                    <a:pt x="3389" y="1437"/>
                  </a:lnTo>
                  <a:lnTo>
                    <a:pt x="3377" y="1471"/>
                  </a:lnTo>
                  <a:lnTo>
                    <a:pt x="3363" y="1503"/>
                  </a:lnTo>
                  <a:lnTo>
                    <a:pt x="3348" y="1533"/>
                  </a:lnTo>
                  <a:lnTo>
                    <a:pt x="3331" y="1560"/>
                  </a:lnTo>
                  <a:lnTo>
                    <a:pt x="3312" y="1584"/>
                  </a:lnTo>
                  <a:lnTo>
                    <a:pt x="3293" y="1605"/>
                  </a:lnTo>
                  <a:lnTo>
                    <a:pt x="3272" y="1623"/>
                  </a:lnTo>
                  <a:lnTo>
                    <a:pt x="3250" y="1637"/>
                  </a:lnTo>
                  <a:lnTo>
                    <a:pt x="3227" y="1648"/>
                  </a:lnTo>
                  <a:lnTo>
                    <a:pt x="3204" y="1654"/>
                  </a:lnTo>
                  <a:lnTo>
                    <a:pt x="3179" y="1656"/>
                  </a:lnTo>
                  <a:lnTo>
                    <a:pt x="3155" y="1654"/>
                  </a:lnTo>
                  <a:lnTo>
                    <a:pt x="3131" y="1648"/>
                  </a:lnTo>
                  <a:lnTo>
                    <a:pt x="3108" y="1637"/>
                  </a:lnTo>
                  <a:lnTo>
                    <a:pt x="3087" y="1623"/>
                  </a:lnTo>
                  <a:lnTo>
                    <a:pt x="3066" y="1605"/>
                  </a:lnTo>
                  <a:lnTo>
                    <a:pt x="3046" y="1584"/>
                  </a:lnTo>
                  <a:lnTo>
                    <a:pt x="3027" y="1560"/>
                  </a:lnTo>
                  <a:lnTo>
                    <a:pt x="3011" y="1533"/>
                  </a:lnTo>
                  <a:lnTo>
                    <a:pt x="2994" y="1503"/>
                  </a:lnTo>
                  <a:lnTo>
                    <a:pt x="2980" y="1471"/>
                  </a:lnTo>
                  <a:lnTo>
                    <a:pt x="2968" y="1437"/>
                  </a:lnTo>
                  <a:lnTo>
                    <a:pt x="2958" y="1399"/>
                  </a:lnTo>
                  <a:lnTo>
                    <a:pt x="2950" y="1362"/>
                  </a:lnTo>
                  <a:lnTo>
                    <a:pt x="2944" y="1322"/>
                  </a:lnTo>
                  <a:lnTo>
                    <a:pt x="2940" y="1280"/>
                  </a:lnTo>
                  <a:lnTo>
                    <a:pt x="2939" y="1237"/>
                  </a:lnTo>
                  <a:lnTo>
                    <a:pt x="2940" y="1195"/>
                  </a:lnTo>
                  <a:lnTo>
                    <a:pt x="2944" y="1153"/>
                  </a:lnTo>
                  <a:lnTo>
                    <a:pt x="2950" y="1113"/>
                  </a:lnTo>
                  <a:lnTo>
                    <a:pt x="2958" y="1076"/>
                  </a:lnTo>
                  <a:lnTo>
                    <a:pt x="2968" y="1038"/>
                  </a:lnTo>
                  <a:lnTo>
                    <a:pt x="2980" y="1004"/>
                  </a:lnTo>
                  <a:lnTo>
                    <a:pt x="2994" y="971"/>
                  </a:lnTo>
                  <a:lnTo>
                    <a:pt x="3011" y="942"/>
                  </a:lnTo>
                  <a:lnTo>
                    <a:pt x="3027" y="915"/>
                  </a:lnTo>
                  <a:lnTo>
                    <a:pt x="3046" y="890"/>
                  </a:lnTo>
                  <a:lnTo>
                    <a:pt x="3066" y="869"/>
                  </a:lnTo>
                  <a:lnTo>
                    <a:pt x="3087" y="852"/>
                  </a:lnTo>
                  <a:lnTo>
                    <a:pt x="3108" y="838"/>
                  </a:lnTo>
                  <a:lnTo>
                    <a:pt x="3131" y="827"/>
                  </a:lnTo>
                  <a:lnTo>
                    <a:pt x="3155" y="821"/>
                  </a:lnTo>
                  <a:lnTo>
                    <a:pt x="3179" y="819"/>
                  </a:lnTo>
                  <a:close/>
                  <a:moveTo>
                    <a:pt x="3246" y="2144"/>
                  </a:moveTo>
                  <a:lnTo>
                    <a:pt x="3271" y="2146"/>
                  </a:lnTo>
                  <a:lnTo>
                    <a:pt x="3294" y="2152"/>
                  </a:lnTo>
                  <a:lnTo>
                    <a:pt x="3316" y="2162"/>
                  </a:lnTo>
                  <a:lnTo>
                    <a:pt x="3339" y="2176"/>
                  </a:lnTo>
                  <a:lnTo>
                    <a:pt x="3360" y="2194"/>
                  </a:lnTo>
                  <a:lnTo>
                    <a:pt x="3380" y="2215"/>
                  </a:lnTo>
                  <a:lnTo>
                    <a:pt x="3397" y="2240"/>
                  </a:lnTo>
                  <a:lnTo>
                    <a:pt x="3415" y="2267"/>
                  </a:lnTo>
                  <a:lnTo>
                    <a:pt x="3430" y="2296"/>
                  </a:lnTo>
                  <a:lnTo>
                    <a:pt x="3444" y="2329"/>
                  </a:lnTo>
                  <a:lnTo>
                    <a:pt x="3456" y="2363"/>
                  </a:lnTo>
                  <a:lnTo>
                    <a:pt x="3466" y="2400"/>
                  </a:lnTo>
                  <a:lnTo>
                    <a:pt x="3475" y="2438"/>
                  </a:lnTo>
                  <a:lnTo>
                    <a:pt x="3480" y="2478"/>
                  </a:lnTo>
                  <a:lnTo>
                    <a:pt x="3484" y="2520"/>
                  </a:lnTo>
                  <a:lnTo>
                    <a:pt x="3485" y="2562"/>
                  </a:lnTo>
                  <a:lnTo>
                    <a:pt x="3484" y="2604"/>
                  </a:lnTo>
                  <a:lnTo>
                    <a:pt x="3480" y="2647"/>
                  </a:lnTo>
                  <a:lnTo>
                    <a:pt x="3475" y="2686"/>
                  </a:lnTo>
                  <a:lnTo>
                    <a:pt x="3466" y="2725"/>
                  </a:lnTo>
                  <a:lnTo>
                    <a:pt x="3456" y="2762"/>
                  </a:lnTo>
                  <a:lnTo>
                    <a:pt x="3444" y="2796"/>
                  </a:lnTo>
                  <a:lnTo>
                    <a:pt x="3430" y="2828"/>
                  </a:lnTo>
                  <a:lnTo>
                    <a:pt x="3415" y="2858"/>
                  </a:lnTo>
                  <a:lnTo>
                    <a:pt x="3397" y="2886"/>
                  </a:lnTo>
                  <a:lnTo>
                    <a:pt x="3380" y="2909"/>
                  </a:lnTo>
                  <a:lnTo>
                    <a:pt x="3360" y="2930"/>
                  </a:lnTo>
                  <a:lnTo>
                    <a:pt x="3339" y="2949"/>
                  </a:lnTo>
                  <a:lnTo>
                    <a:pt x="3316" y="2963"/>
                  </a:lnTo>
                  <a:lnTo>
                    <a:pt x="3294" y="2974"/>
                  </a:lnTo>
                  <a:lnTo>
                    <a:pt x="3271" y="2980"/>
                  </a:lnTo>
                  <a:lnTo>
                    <a:pt x="3246" y="2982"/>
                  </a:lnTo>
                  <a:lnTo>
                    <a:pt x="3222" y="2980"/>
                  </a:lnTo>
                  <a:lnTo>
                    <a:pt x="3198" y="2974"/>
                  </a:lnTo>
                  <a:lnTo>
                    <a:pt x="3176" y="2963"/>
                  </a:lnTo>
                  <a:lnTo>
                    <a:pt x="3154" y="2949"/>
                  </a:lnTo>
                  <a:lnTo>
                    <a:pt x="3133" y="2930"/>
                  </a:lnTo>
                  <a:lnTo>
                    <a:pt x="3113" y="2909"/>
                  </a:lnTo>
                  <a:lnTo>
                    <a:pt x="3095" y="2886"/>
                  </a:lnTo>
                  <a:lnTo>
                    <a:pt x="3077" y="2858"/>
                  </a:lnTo>
                  <a:lnTo>
                    <a:pt x="3062" y="2828"/>
                  </a:lnTo>
                  <a:lnTo>
                    <a:pt x="3048" y="2796"/>
                  </a:lnTo>
                  <a:lnTo>
                    <a:pt x="3036" y="2762"/>
                  </a:lnTo>
                  <a:lnTo>
                    <a:pt x="3026" y="2725"/>
                  </a:lnTo>
                  <a:lnTo>
                    <a:pt x="3018" y="2686"/>
                  </a:lnTo>
                  <a:lnTo>
                    <a:pt x="3012" y="2647"/>
                  </a:lnTo>
                  <a:lnTo>
                    <a:pt x="3008" y="2604"/>
                  </a:lnTo>
                  <a:lnTo>
                    <a:pt x="3007" y="2562"/>
                  </a:lnTo>
                  <a:lnTo>
                    <a:pt x="3008" y="2520"/>
                  </a:lnTo>
                  <a:lnTo>
                    <a:pt x="3012" y="2478"/>
                  </a:lnTo>
                  <a:lnTo>
                    <a:pt x="3018" y="2438"/>
                  </a:lnTo>
                  <a:lnTo>
                    <a:pt x="3026" y="2400"/>
                  </a:lnTo>
                  <a:lnTo>
                    <a:pt x="3036" y="2363"/>
                  </a:lnTo>
                  <a:lnTo>
                    <a:pt x="3048" y="2329"/>
                  </a:lnTo>
                  <a:lnTo>
                    <a:pt x="3062" y="2296"/>
                  </a:lnTo>
                  <a:lnTo>
                    <a:pt x="3077" y="2267"/>
                  </a:lnTo>
                  <a:lnTo>
                    <a:pt x="3095" y="2240"/>
                  </a:lnTo>
                  <a:lnTo>
                    <a:pt x="3113" y="2215"/>
                  </a:lnTo>
                  <a:lnTo>
                    <a:pt x="3133" y="2194"/>
                  </a:lnTo>
                  <a:lnTo>
                    <a:pt x="3154" y="2176"/>
                  </a:lnTo>
                  <a:lnTo>
                    <a:pt x="3176" y="2162"/>
                  </a:lnTo>
                  <a:lnTo>
                    <a:pt x="3198" y="2152"/>
                  </a:lnTo>
                  <a:lnTo>
                    <a:pt x="3222" y="2146"/>
                  </a:lnTo>
                  <a:lnTo>
                    <a:pt x="3246" y="214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99419" name="Freeform 56"/>
            <p:cNvSpPr>
              <a:spLocks/>
            </p:cNvSpPr>
            <p:nvPr/>
          </p:nvSpPr>
          <p:spPr bwMode="auto">
            <a:xfrm>
              <a:off x="1267" y="1588"/>
              <a:ext cx="87" cy="52"/>
            </a:xfrm>
            <a:custGeom>
              <a:avLst/>
              <a:gdLst>
                <a:gd name="T0" fmla="*/ 3 w 437"/>
                <a:gd name="T1" fmla="*/ 2 h 260"/>
                <a:gd name="T2" fmla="*/ 3 w 437"/>
                <a:gd name="T3" fmla="*/ 2 h 260"/>
                <a:gd name="T4" fmla="*/ 3 w 437"/>
                <a:gd name="T5" fmla="*/ 2 h 260"/>
                <a:gd name="T6" fmla="*/ 3 w 437"/>
                <a:gd name="T7" fmla="*/ 2 h 260"/>
                <a:gd name="T8" fmla="*/ 3 w 437"/>
                <a:gd name="T9" fmla="*/ 1 h 260"/>
                <a:gd name="T10" fmla="*/ 3 w 437"/>
                <a:gd name="T11" fmla="*/ 1 h 260"/>
                <a:gd name="T12" fmla="*/ 3 w 437"/>
                <a:gd name="T13" fmla="*/ 1 h 260"/>
                <a:gd name="T14" fmla="*/ 3 w 437"/>
                <a:gd name="T15" fmla="*/ 1 h 260"/>
                <a:gd name="T16" fmla="*/ 3 w 437"/>
                <a:gd name="T17" fmla="*/ 1 h 260"/>
                <a:gd name="T18" fmla="*/ 2 w 437"/>
                <a:gd name="T19" fmla="*/ 1 h 260"/>
                <a:gd name="T20" fmla="*/ 2 w 437"/>
                <a:gd name="T21" fmla="*/ 0 h 260"/>
                <a:gd name="T22" fmla="*/ 2 w 437"/>
                <a:gd name="T23" fmla="*/ 0 h 260"/>
                <a:gd name="T24" fmla="*/ 2 w 437"/>
                <a:gd name="T25" fmla="*/ 0 h 260"/>
                <a:gd name="T26" fmla="*/ 1 w 437"/>
                <a:gd name="T27" fmla="*/ 0 h 260"/>
                <a:gd name="T28" fmla="*/ 1 w 437"/>
                <a:gd name="T29" fmla="*/ 0 h 260"/>
                <a:gd name="T30" fmla="*/ 1 w 437"/>
                <a:gd name="T31" fmla="*/ 0 h 260"/>
                <a:gd name="T32" fmla="*/ 0 w 437"/>
                <a:gd name="T33" fmla="*/ 0 h 260"/>
                <a:gd name="T34" fmla="*/ 0 w 437"/>
                <a:gd name="T35" fmla="*/ 0 h 260"/>
                <a:gd name="T36" fmla="*/ 0 w 437"/>
                <a:gd name="T37" fmla="*/ 0 h 260"/>
                <a:gd name="T38" fmla="*/ 0 w 437"/>
                <a:gd name="T39" fmla="*/ 0 h 260"/>
                <a:gd name="T40" fmla="*/ 1 w 437"/>
                <a:gd name="T41" fmla="*/ 0 h 260"/>
                <a:gd name="T42" fmla="*/ 1 w 437"/>
                <a:gd name="T43" fmla="*/ 0 h 260"/>
                <a:gd name="T44" fmla="*/ 1 w 437"/>
                <a:gd name="T45" fmla="*/ 0 h 260"/>
                <a:gd name="T46" fmla="*/ 2 w 437"/>
                <a:gd name="T47" fmla="*/ 0 h 260"/>
                <a:gd name="T48" fmla="*/ 2 w 437"/>
                <a:gd name="T49" fmla="*/ 0 h 260"/>
                <a:gd name="T50" fmla="*/ 2 w 437"/>
                <a:gd name="T51" fmla="*/ 1 h 260"/>
                <a:gd name="T52" fmla="*/ 2 w 437"/>
                <a:gd name="T53" fmla="*/ 1 h 260"/>
                <a:gd name="T54" fmla="*/ 3 w 437"/>
                <a:gd name="T55" fmla="*/ 1 h 260"/>
                <a:gd name="T56" fmla="*/ 3 w 437"/>
                <a:gd name="T57" fmla="*/ 1 h 260"/>
                <a:gd name="T58" fmla="*/ 3 w 437"/>
                <a:gd name="T59" fmla="*/ 1 h 260"/>
                <a:gd name="T60" fmla="*/ 3 w 437"/>
                <a:gd name="T61" fmla="*/ 1 h 260"/>
                <a:gd name="T62" fmla="*/ 3 w 437"/>
                <a:gd name="T63" fmla="*/ 1 h 260"/>
                <a:gd name="T64" fmla="*/ 3 w 437"/>
                <a:gd name="T65" fmla="*/ 2 h 260"/>
                <a:gd name="T66" fmla="*/ 3 w 437"/>
                <a:gd name="T67" fmla="*/ 2 h 260"/>
                <a:gd name="T68" fmla="*/ 3 w 437"/>
                <a:gd name="T69" fmla="*/ 2 h 260"/>
                <a:gd name="T70" fmla="*/ 3 w 437"/>
                <a:gd name="T71" fmla="*/ 2 h 260"/>
                <a:gd name="T72" fmla="*/ 3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437" y="260"/>
                  </a:moveTo>
                  <a:lnTo>
                    <a:pt x="437" y="260"/>
                  </a:lnTo>
                  <a:lnTo>
                    <a:pt x="434" y="233"/>
                  </a:lnTo>
                  <a:lnTo>
                    <a:pt x="427" y="206"/>
                  </a:lnTo>
                  <a:lnTo>
                    <a:pt x="417" y="181"/>
                  </a:lnTo>
                  <a:lnTo>
                    <a:pt x="401" y="157"/>
                  </a:lnTo>
                  <a:lnTo>
                    <a:pt x="383" y="133"/>
                  </a:lnTo>
                  <a:lnTo>
                    <a:pt x="360" y="113"/>
                  </a:lnTo>
                  <a:lnTo>
                    <a:pt x="336" y="93"/>
                  </a:lnTo>
                  <a:lnTo>
                    <a:pt x="308" y="73"/>
                  </a:lnTo>
                  <a:lnTo>
                    <a:pt x="276" y="58"/>
                  </a:lnTo>
                  <a:lnTo>
                    <a:pt x="242" y="43"/>
                  </a:lnTo>
                  <a:lnTo>
                    <a:pt x="207" y="30"/>
                  </a:lnTo>
                  <a:lnTo>
                    <a:pt x="168" y="19"/>
                  </a:lnTo>
                  <a:lnTo>
                    <a:pt x="128" y="11"/>
                  </a:lnTo>
                  <a:lnTo>
                    <a:pt x="87" y="4"/>
                  </a:lnTo>
                  <a:lnTo>
                    <a:pt x="43" y="1"/>
                  </a:lnTo>
                  <a:lnTo>
                    <a:pt x="0" y="0"/>
                  </a:lnTo>
                  <a:lnTo>
                    <a:pt x="0" y="11"/>
                  </a:lnTo>
                  <a:lnTo>
                    <a:pt x="43" y="12"/>
                  </a:lnTo>
                  <a:lnTo>
                    <a:pt x="85" y="16"/>
                  </a:lnTo>
                  <a:lnTo>
                    <a:pt x="126" y="23"/>
                  </a:lnTo>
                  <a:lnTo>
                    <a:pt x="166" y="31"/>
                  </a:lnTo>
                  <a:lnTo>
                    <a:pt x="202" y="42"/>
                  </a:lnTo>
                  <a:lnTo>
                    <a:pt x="237" y="55"/>
                  </a:lnTo>
                  <a:lnTo>
                    <a:pt x="271" y="70"/>
                  </a:lnTo>
                  <a:lnTo>
                    <a:pt x="301" y="85"/>
                  </a:lnTo>
                  <a:lnTo>
                    <a:pt x="329" y="103"/>
                  </a:lnTo>
                  <a:lnTo>
                    <a:pt x="353" y="123"/>
                  </a:lnTo>
                  <a:lnTo>
                    <a:pt x="373" y="143"/>
                  </a:lnTo>
                  <a:lnTo>
                    <a:pt x="392" y="164"/>
                  </a:lnTo>
                  <a:lnTo>
                    <a:pt x="405" y="186"/>
                  </a:lnTo>
                  <a:lnTo>
                    <a:pt x="415" y="211"/>
                  </a:lnTo>
                  <a:lnTo>
                    <a:pt x="422" y="235"/>
                  </a:lnTo>
                  <a:lnTo>
                    <a:pt x="425" y="260"/>
                  </a:lnTo>
                  <a:lnTo>
                    <a:pt x="437"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99420" name="Freeform 57"/>
            <p:cNvSpPr>
              <a:spLocks/>
            </p:cNvSpPr>
            <p:nvPr/>
          </p:nvSpPr>
          <p:spPr bwMode="auto">
            <a:xfrm>
              <a:off x="1267" y="1640"/>
              <a:ext cx="87" cy="52"/>
            </a:xfrm>
            <a:custGeom>
              <a:avLst/>
              <a:gdLst>
                <a:gd name="T0" fmla="*/ 0 w 437"/>
                <a:gd name="T1" fmla="*/ 2 h 260"/>
                <a:gd name="T2" fmla="*/ 0 w 437"/>
                <a:gd name="T3" fmla="*/ 2 h 260"/>
                <a:gd name="T4" fmla="*/ 0 w 437"/>
                <a:gd name="T5" fmla="*/ 2 h 260"/>
                <a:gd name="T6" fmla="*/ 1 w 437"/>
                <a:gd name="T7" fmla="*/ 2 h 260"/>
                <a:gd name="T8" fmla="*/ 1 w 437"/>
                <a:gd name="T9" fmla="*/ 2 h 260"/>
                <a:gd name="T10" fmla="*/ 1 w 437"/>
                <a:gd name="T11" fmla="*/ 2 h 260"/>
                <a:gd name="T12" fmla="*/ 2 w 437"/>
                <a:gd name="T13" fmla="*/ 2 h 260"/>
                <a:gd name="T14" fmla="*/ 2 w 437"/>
                <a:gd name="T15" fmla="*/ 2 h 260"/>
                <a:gd name="T16" fmla="*/ 2 w 437"/>
                <a:gd name="T17" fmla="*/ 2 h 260"/>
                <a:gd name="T18" fmla="*/ 2 w 437"/>
                <a:gd name="T19" fmla="*/ 1 h 260"/>
                <a:gd name="T20" fmla="*/ 3 w 437"/>
                <a:gd name="T21" fmla="*/ 1 h 260"/>
                <a:gd name="T22" fmla="*/ 3 w 437"/>
                <a:gd name="T23" fmla="*/ 1 h 260"/>
                <a:gd name="T24" fmla="*/ 3 w 437"/>
                <a:gd name="T25" fmla="*/ 1 h 260"/>
                <a:gd name="T26" fmla="*/ 3 w 437"/>
                <a:gd name="T27" fmla="*/ 1 h 260"/>
                <a:gd name="T28" fmla="*/ 3 w 437"/>
                <a:gd name="T29" fmla="*/ 1 h 260"/>
                <a:gd name="T30" fmla="*/ 3 w 437"/>
                <a:gd name="T31" fmla="*/ 0 h 260"/>
                <a:gd name="T32" fmla="*/ 3 w 437"/>
                <a:gd name="T33" fmla="*/ 0 h 260"/>
                <a:gd name="T34" fmla="*/ 3 w 437"/>
                <a:gd name="T35" fmla="*/ 0 h 260"/>
                <a:gd name="T36" fmla="*/ 3 w 437"/>
                <a:gd name="T37" fmla="*/ 0 h 260"/>
                <a:gd name="T38" fmla="*/ 3 w 437"/>
                <a:gd name="T39" fmla="*/ 0 h 260"/>
                <a:gd name="T40" fmla="*/ 3 w 437"/>
                <a:gd name="T41" fmla="*/ 0 h 260"/>
                <a:gd name="T42" fmla="*/ 3 w 437"/>
                <a:gd name="T43" fmla="*/ 1 h 260"/>
                <a:gd name="T44" fmla="*/ 3 w 437"/>
                <a:gd name="T45" fmla="*/ 1 h 260"/>
                <a:gd name="T46" fmla="*/ 3 w 437"/>
                <a:gd name="T47" fmla="*/ 1 h 260"/>
                <a:gd name="T48" fmla="*/ 3 w 437"/>
                <a:gd name="T49" fmla="*/ 1 h 260"/>
                <a:gd name="T50" fmla="*/ 3 w 437"/>
                <a:gd name="T51" fmla="*/ 1 h 260"/>
                <a:gd name="T52" fmla="*/ 2 w 437"/>
                <a:gd name="T53" fmla="*/ 1 h 260"/>
                <a:gd name="T54" fmla="*/ 2 w 437"/>
                <a:gd name="T55" fmla="*/ 2 h 260"/>
                <a:gd name="T56" fmla="*/ 2 w 437"/>
                <a:gd name="T57" fmla="*/ 2 h 260"/>
                <a:gd name="T58" fmla="*/ 2 w 437"/>
                <a:gd name="T59" fmla="*/ 2 h 260"/>
                <a:gd name="T60" fmla="*/ 1 w 437"/>
                <a:gd name="T61" fmla="*/ 2 h 260"/>
                <a:gd name="T62" fmla="*/ 1 w 437"/>
                <a:gd name="T63" fmla="*/ 2 h 260"/>
                <a:gd name="T64" fmla="*/ 1 w 437"/>
                <a:gd name="T65" fmla="*/ 2 h 260"/>
                <a:gd name="T66" fmla="*/ 0 w 437"/>
                <a:gd name="T67" fmla="*/ 2 h 260"/>
                <a:gd name="T68" fmla="*/ 0 w 437"/>
                <a:gd name="T69" fmla="*/ 2 h 260"/>
                <a:gd name="T70" fmla="*/ 0 w 437"/>
                <a:gd name="T71" fmla="*/ 2 h 260"/>
                <a:gd name="T72" fmla="*/ 0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0" y="260"/>
                  </a:moveTo>
                  <a:lnTo>
                    <a:pt x="0" y="260"/>
                  </a:lnTo>
                  <a:lnTo>
                    <a:pt x="43" y="259"/>
                  </a:lnTo>
                  <a:lnTo>
                    <a:pt x="87" y="255"/>
                  </a:lnTo>
                  <a:lnTo>
                    <a:pt x="128" y="248"/>
                  </a:lnTo>
                  <a:lnTo>
                    <a:pt x="168" y="240"/>
                  </a:lnTo>
                  <a:lnTo>
                    <a:pt x="207" y="230"/>
                  </a:lnTo>
                  <a:lnTo>
                    <a:pt x="242" y="217"/>
                  </a:lnTo>
                  <a:lnTo>
                    <a:pt x="276" y="202"/>
                  </a:lnTo>
                  <a:lnTo>
                    <a:pt x="308" y="185"/>
                  </a:lnTo>
                  <a:lnTo>
                    <a:pt x="336" y="166"/>
                  </a:lnTo>
                  <a:lnTo>
                    <a:pt x="360" y="146"/>
                  </a:lnTo>
                  <a:lnTo>
                    <a:pt x="383" y="125"/>
                  </a:lnTo>
                  <a:lnTo>
                    <a:pt x="401" y="102"/>
                  </a:lnTo>
                  <a:lnTo>
                    <a:pt x="417" y="77"/>
                  </a:lnTo>
                  <a:lnTo>
                    <a:pt x="427" y="53"/>
                  </a:lnTo>
                  <a:lnTo>
                    <a:pt x="434" y="27"/>
                  </a:lnTo>
                  <a:lnTo>
                    <a:pt x="437" y="0"/>
                  </a:lnTo>
                  <a:lnTo>
                    <a:pt x="425" y="0"/>
                  </a:lnTo>
                  <a:lnTo>
                    <a:pt x="422" y="24"/>
                  </a:lnTo>
                  <a:lnTo>
                    <a:pt x="415" y="48"/>
                  </a:lnTo>
                  <a:lnTo>
                    <a:pt x="405" y="73"/>
                  </a:lnTo>
                  <a:lnTo>
                    <a:pt x="392" y="95"/>
                  </a:lnTo>
                  <a:lnTo>
                    <a:pt x="373" y="116"/>
                  </a:lnTo>
                  <a:lnTo>
                    <a:pt x="353" y="137"/>
                  </a:lnTo>
                  <a:lnTo>
                    <a:pt x="329" y="157"/>
                  </a:lnTo>
                  <a:lnTo>
                    <a:pt x="301" y="173"/>
                  </a:lnTo>
                  <a:lnTo>
                    <a:pt x="271" y="190"/>
                  </a:lnTo>
                  <a:lnTo>
                    <a:pt x="237" y="205"/>
                  </a:lnTo>
                  <a:lnTo>
                    <a:pt x="202" y="218"/>
                  </a:lnTo>
                  <a:lnTo>
                    <a:pt x="166" y="228"/>
                  </a:lnTo>
                  <a:lnTo>
                    <a:pt x="126" y="237"/>
                  </a:lnTo>
                  <a:lnTo>
                    <a:pt x="85" y="244"/>
                  </a:lnTo>
                  <a:lnTo>
                    <a:pt x="43" y="247"/>
                  </a:lnTo>
                  <a:lnTo>
                    <a:pt x="0" y="248"/>
                  </a:lnTo>
                  <a:lnTo>
                    <a:pt x="0"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99421" name="Freeform 58"/>
            <p:cNvSpPr>
              <a:spLocks/>
            </p:cNvSpPr>
            <p:nvPr/>
          </p:nvSpPr>
          <p:spPr bwMode="auto">
            <a:xfrm>
              <a:off x="1179" y="1640"/>
              <a:ext cx="88" cy="52"/>
            </a:xfrm>
            <a:custGeom>
              <a:avLst/>
              <a:gdLst>
                <a:gd name="T0" fmla="*/ 0 w 439"/>
                <a:gd name="T1" fmla="*/ 0 h 260"/>
                <a:gd name="T2" fmla="*/ 0 w 439"/>
                <a:gd name="T3" fmla="*/ 0 h 260"/>
                <a:gd name="T4" fmla="*/ 0 w 439"/>
                <a:gd name="T5" fmla="*/ 0 h 260"/>
                <a:gd name="T6" fmla="*/ 0 w 439"/>
                <a:gd name="T7" fmla="*/ 0 h 260"/>
                <a:gd name="T8" fmla="*/ 0 w 439"/>
                <a:gd name="T9" fmla="*/ 1 h 260"/>
                <a:gd name="T10" fmla="*/ 0 w 439"/>
                <a:gd name="T11" fmla="*/ 1 h 260"/>
                <a:gd name="T12" fmla="*/ 0 w 439"/>
                <a:gd name="T13" fmla="*/ 1 h 260"/>
                <a:gd name="T14" fmla="*/ 1 w 439"/>
                <a:gd name="T15" fmla="*/ 1 h 260"/>
                <a:gd name="T16" fmla="*/ 1 w 439"/>
                <a:gd name="T17" fmla="*/ 1 h 260"/>
                <a:gd name="T18" fmla="*/ 1 w 439"/>
                <a:gd name="T19" fmla="*/ 1 h 260"/>
                <a:gd name="T20" fmla="*/ 1 w 439"/>
                <a:gd name="T21" fmla="*/ 2 h 260"/>
                <a:gd name="T22" fmla="*/ 2 w 439"/>
                <a:gd name="T23" fmla="*/ 2 h 260"/>
                <a:gd name="T24" fmla="*/ 2 w 439"/>
                <a:gd name="T25" fmla="*/ 2 h 260"/>
                <a:gd name="T26" fmla="*/ 2 w 439"/>
                <a:gd name="T27" fmla="*/ 2 h 260"/>
                <a:gd name="T28" fmla="*/ 2 w 439"/>
                <a:gd name="T29" fmla="*/ 2 h 260"/>
                <a:gd name="T30" fmla="*/ 3 w 439"/>
                <a:gd name="T31" fmla="*/ 2 h 260"/>
                <a:gd name="T32" fmla="*/ 3 w 439"/>
                <a:gd name="T33" fmla="*/ 2 h 260"/>
                <a:gd name="T34" fmla="*/ 4 w 439"/>
                <a:gd name="T35" fmla="*/ 2 h 260"/>
                <a:gd name="T36" fmla="*/ 4 w 439"/>
                <a:gd name="T37" fmla="*/ 2 h 260"/>
                <a:gd name="T38" fmla="*/ 3 w 439"/>
                <a:gd name="T39" fmla="*/ 2 h 260"/>
                <a:gd name="T40" fmla="*/ 3 w 439"/>
                <a:gd name="T41" fmla="*/ 2 h 260"/>
                <a:gd name="T42" fmla="*/ 3 w 439"/>
                <a:gd name="T43" fmla="*/ 2 h 260"/>
                <a:gd name="T44" fmla="*/ 2 w 439"/>
                <a:gd name="T45" fmla="*/ 2 h 260"/>
                <a:gd name="T46" fmla="*/ 2 w 439"/>
                <a:gd name="T47" fmla="*/ 2 h 260"/>
                <a:gd name="T48" fmla="*/ 2 w 439"/>
                <a:gd name="T49" fmla="*/ 2 h 260"/>
                <a:gd name="T50" fmla="*/ 1 w 439"/>
                <a:gd name="T51" fmla="*/ 2 h 260"/>
                <a:gd name="T52" fmla="*/ 1 w 439"/>
                <a:gd name="T53" fmla="*/ 1 h 260"/>
                <a:gd name="T54" fmla="*/ 1 w 439"/>
                <a:gd name="T55" fmla="*/ 1 h 260"/>
                <a:gd name="T56" fmla="*/ 1 w 439"/>
                <a:gd name="T57" fmla="*/ 1 h 260"/>
                <a:gd name="T58" fmla="*/ 1 w 439"/>
                <a:gd name="T59" fmla="*/ 1 h 260"/>
                <a:gd name="T60" fmla="*/ 0 w 439"/>
                <a:gd name="T61" fmla="*/ 1 h 260"/>
                <a:gd name="T62" fmla="*/ 0 w 439"/>
                <a:gd name="T63" fmla="*/ 1 h 260"/>
                <a:gd name="T64" fmla="*/ 0 w 439"/>
                <a:gd name="T65" fmla="*/ 0 h 260"/>
                <a:gd name="T66" fmla="*/ 0 w 439"/>
                <a:gd name="T67" fmla="*/ 0 h 260"/>
                <a:gd name="T68" fmla="*/ 0 w 439"/>
                <a:gd name="T69" fmla="*/ 0 h 260"/>
                <a:gd name="T70" fmla="*/ 0 w 439"/>
                <a:gd name="T71" fmla="*/ 0 h 260"/>
                <a:gd name="T72" fmla="*/ 0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0" y="0"/>
                  </a:moveTo>
                  <a:lnTo>
                    <a:pt x="0" y="0"/>
                  </a:lnTo>
                  <a:lnTo>
                    <a:pt x="3" y="27"/>
                  </a:lnTo>
                  <a:lnTo>
                    <a:pt x="10" y="53"/>
                  </a:lnTo>
                  <a:lnTo>
                    <a:pt x="20" y="77"/>
                  </a:lnTo>
                  <a:lnTo>
                    <a:pt x="35" y="102"/>
                  </a:lnTo>
                  <a:lnTo>
                    <a:pt x="54" y="125"/>
                  </a:lnTo>
                  <a:lnTo>
                    <a:pt x="76" y="146"/>
                  </a:lnTo>
                  <a:lnTo>
                    <a:pt x="102" y="166"/>
                  </a:lnTo>
                  <a:lnTo>
                    <a:pt x="130" y="185"/>
                  </a:lnTo>
                  <a:lnTo>
                    <a:pt x="162" y="202"/>
                  </a:lnTo>
                  <a:lnTo>
                    <a:pt x="195" y="217"/>
                  </a:lnTo>
                  <a:lnTo>
                    <a:pt x="231" y="230"/>
                  </a:lnTo>
                  <a:lnTo>
                    <a:pt x="270" y="240"/>
                  </a:lnTo>
                  <a:lnTo>
                    <a:pt x="310" y="248"/>
                  </a:lnTo>
                  <a:lnTo>
                    <a:pt x="351" y="255"/>
                  </a:lnTo>
                  <a:lnTo>
                    <a:pt x="395" y="259"/>
                  </a:lnTo>
                  <a:lnTo>
                    <a:pt x="439" y="260"/>
                  </a:lnTo>
                  <a:lnTo>
                    <a:pt x="439" y="248"/>
                  </a:lnTo>
                  <a:lnTo>
                    <a:pt x="395" y="247"/>
                  </a:lnTo>
                  <a:lnTo>
                    <a:pt x="353" y="244"/>
                  </a:lnTo>
                  <a:lnTo>
                    <a:pt x="312" y="237"/>
                  </a:lnTo>
                  <a:lnTo>
                    <a:pt x="272" y="228"/>
                  </a:lnTo>
                  <a:lnTo>
                    <a:pt x="236" y="218"/>
                  </a:lnTo>
                  <a:lnTo>
                    <a:pt x="200" y="205"/>
                  </a:lnTo>
                  <a:lnTo>
                    <a:pt x="167" y="190"/>
                  </a:lnTo>
                  <a:lnTo>
                    <a:pt x="137" y="173"/>
                  </a:lnTo>
                  <a:lnTo>
                    <a:pt x="109" y="157"/>
                  </a:lnTo>
                  <a:lnTo>
                    <a:pt x="84" y="137"/>
                  </a:lnTo>
                  <a:lnTo>
                    <a:pt x="64" y="116"/>
                  </a:lnTo>
                  <a:lnTo>
                    <a:pt x="45" y="95"/>
                  </a:lnTo>
                  <a:lnTo>
                    <a:pt x="32" y="73"/>
                  </a:lnTo>
                  <a:lnTo>
                    <a:pt x="21" y="48"/>
                  </a:lnTo>
                  <a:lnTo>
                    <a:pt x="14" y="24"/>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99422" name="Freeform 59"/>
            <p:cNvSpPr>
              <a:spLocks/>
            </p:cNvSpPr>
            <p:nvPr/>
          </p:nvSpPr>
          <p:spPr bwMode="auto">
            <a:xfrm>
              <a:off x="1179" y="1588"/>
              <a:ext cx="88" cy="52"/>
            </a:xfrm>
            <a:custGeom>
              <a:avLst/>
              <a:gdLst>
                <a:gd name="T0" fmla="*/ 4 w 439"/>
                <a:gd name="T1" fmla="*/ 0 h 260"/>
                <a:gd name="T2" fmla="*/ 4 w 439"/>
                <a:gd name="T3" fmla="*/ 0 h 260"/>
                <a:gd name="T4" fmla="*/ 3 w 439"/>
                <a:gd name="T5" fmla="*/ 0 h 260"/>
                <a:gd name="T6" fmla="*/ 3 w 439"/>
                <a:gd name="T7" fmla="*/ 0 h 260"/>
                <a:gd name="T8" fmla="*/ 2 w 439"/>
                <a:gd name="T9" fmla="*/ 0 h 260"/>
                <a:gd name="T10" fmla="*/ 2 w 439"/>
                <a:gd name="T11" fmla="*/ 0 h 260"/>
                <a:gd name="T12" fmla="*/ 2 w 439"/>
                <a:gd name="T13" fmla="*/ 0 h 260"/>
                <a:gd name="T14" fmla="*/ 2 w 439"/>
                <a:gd name="T15" fmla="*/ 0 h 260"/>
                <a:gd name="T16" fmla="*/ 1 w 439"/>
                <a:gd name="T17" fmla="*/ 0 h 260"/>
                <a:gd name="T18" fmla="*/ 1 w 439"/>
                <a:gd name="T19" fmla="*/ 1 h 260"/>
                <a:gd name="T20" fmla="*/ 1 w 439"/>
                <a:gd name="T21" fmla="*/ 1 h 260"/>
                <a:gd name="T22" fmla="*/ 1 w 439"/>
                <a:gd name="T23" fmla="*/ 1 h 260"/>
                <a:gd name="T24" fmla="*/ 0 w 439"/>
                <a:gd name="T25" fmla="*/ 1 h 260"/>
                <a:gd name="T26" fmla="*/ 0 w 439"/>
                <a:gd name="T27" fmla="*/ 1 h 260"/>
                <a:gd name="T28" fmla="*/ 0 w 439"/>
                <a:gd name="T29" fmla="*/ 1 h 260"/>
                <a:gd name="T30" fmla="*/ 0 w 439"/>
                <a:gd name="T31" fmla="*/ 2 h 260"/>
                <a:gd name="T32" fmla="*/ 0 w 439"/>
                <a:gd name="T33" fmla="*/ 2 h 260"/>
                <a:gd name="T34" fmla="*/ 0 w 439"/>
                <a:gd name="T35" fmla="*/ 2 h 260"/>
                <a:gd name="T36" fmla="*/ 0 w 439"/>
                <a:gd name="T37" fmla="*/ 2 h 260"/>
                <a:gd name="T38" fmla="*/ 0 w 439"/>
                <a:gd name="T39" fmla="*/ 2 h 260"/>
                <a:gd name="T40" fmla="*/ 0 w 439"/>
                <a:gd name="T41" fmla="*/ 2 h 260"/>
                <a:gd name="T42" fmla="*/ 0 w 439"/>
                <a:gd name="T43" fmla="*/ 1 h 260"/>
                <a:gd name="T44" fmla="*/ 0 w 439"/>
                <a:gd name="T45" fmla="*/ 1 h 260"/>
                <a:gd name="T46" fmla="*/ 1 w 439"/>
                <a:gd name="T47" fmla="*/ 1 h 260"/>
                <a:gd name="T48" fmla="*/ 1 w 439"/>
                <a:gd name="T49" fmla="*/ 1 h 260"/>
                <a:gd name="T50" fmla="*/ 1 w 439"/>
                <a:gd name="T51" fmla="*/ 1 h 260"/>
                <a:gd name="T52" fmla="*/ 1 w 439"/>
                <a:gd name="T53" fmla="*/ 1 h 260"/>
                <a:gd name="T54" fmla="*/ 1 w 439"/>
                <a:gd name="T55" fmla="*/ 1 h 260"/>
                <a:gd name="T56" fmla="*/ 2 w 439"/>
                <a:gd name="T57" fmla="*/ 0 h 260"/>
                <a:gd name="T58" fmla="*/ 2 w 439"/>
                <a:gd name="T59" fmla="*/ 0 h 260"/>
                <a:gd name="T60" fmla="*/ 2 w 439"/>
                <a:gd name="T61" fmla="*/ 0 h 260"/>
                <a:gd name="T62" fmla="*/ 3 w 439"/>
                <a:gd name="T63" fmla="*/ 0 h 260"/>
                <a:gd name="T64" fmla="*/ 3 w 439"/>
                <a:gd name="T65" fmla="*/ 0 h 260"/>
                <a:gd name="T66" fmla="*/ 3 w 439"/>
                <a:gd name="T67" fmla="*/ 0 h 260"/>
                <a:gd name="T68" fmla="*/ 4 w 439"/>
                <a:gd name="T69" fmla="*/ 0 h 260"/>
                <a:gd name="T70" fmla="*/ 4 w 439"/>
                <a:gd name="T71" fmla="*/ 0 h 260"/>
                <a:gd name="T72" fmla="*/ 4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439" y="0"/>
                  </a:moveTo>
                  <a:lnTo>
                    <a:pt x="439" y="0"/>
                  </a:lnTo>
                  <a:lnTo>
                    <a:pt x="395" y="1"/>
                  </a:lnTo>
                  <a:lnTo>
                    <a:pt x="351" y="4"/>
                  </a:lnTo>
                  <a:lnTo>
                    <a:pt x="310" y="11"/>
                  </a:lnTo>
                  <a:lnTo>
                    <a:pt x="270" y="19"/>
                  </a:lnTo>
                  <a:lnTo>
                    <a:pt x="231" y="30"/>
                  </a:lnTo>
                  <a:lnTo>
                    <a:pt x="195" y="43"/>
                  </a:lnTo>
                  <a:lnTo>
                    <a:pt x="162" y="58"/>
                  </a:lnTo>
                  <a:lnTo>
                    <a:pt x="130" y="73"/>
                  </a:lnTo>
                  <a:lnTo>
                    <a:pt x="102" y="93"/>
                  </a:lnTo>
                  <a:lnTo>
                    <a:pt x="76" y="113"/>
                  </a:lnTo>
                  <a:lnTo>
                    <a:pt x="54" y="133"/>
                  </a:lnTo>
                  <a:lnTo>
                    <a:pt x="35" y="157"/>
                  </a:lnTo>
                  <a:lnTo>
                    <a:pt x="20" y="181"/>
                  </a:lnTo>
                  <a:lnTo>
                    <a:pt x="10" y="206"/>
                  </a:lnTo>
                  <a:lnTo>
                    <a:pt x="3" y="233"/>
                  </a:lnTo>
                  <a:lnTo>
                    <a:pt x="0" y="260"/>
                  </a:lnTo>
                  <a:lnTo>
                    <a:pt x="12" y="260"/>
                  </a:lnTo>
                  <a:lnTo>
                    <a:pt x="14" y="235"/>
                  </a:lnTo>
                  <a:lnTo>
                    <a:pt x="21" y="211"/>
                  </a:lnTo>
                  <a:lnTo>
                    <a:pt x="32" y="186"/>
                  </a:lnTo>
                  <a:lnTo>
                    <a:pt x="45" y="164"/>
                  </a:lnTo>
                  <a:lnTo>
                    <a:pt x="64" y="143"/>
                  </a:lnTo>
                  <a:lnTo>
                    <a:pt x="84" y="123"/>
                  </a:lnTo>
                  <a:lnTo>
                    <a:pt x="109" y="103"/>
                  </a:lnTo>
                  <a:lnTo>
                    <a:pt x="137" y="85"/>
                  </a:lnTo>
                  <a:lnTo>
                    <a:pt x="167" y="70"/>
                  </a:lnTo>
                  <a:lnTo>
                    <a:pt x="200" y="55"/>
                  </a:lnTo>
                  <a:lnTo>
                    <a:pt x="236" y="42"/>
                  </a:lnTo>
                  <a:lnTo>
                    <a:pt x="272" y="31"/>
                  </a:lnTo>
                  <a:lnTo>
                    <a:pt x="312" y="23"/>
                  </a:lnTo>
                  <a:lnTo>
                    <a:pt x="353" y="16"/>
                  </a:lnTo>
                  <a:lnTo>
                    <a:pt x="395" y="12"/>
                  </a:lnTo>
                  <a:lnTo>
                    <a:pt x="439" y="11"/>
                  </a:lnTo>
                  <a:lnTo>
                    <a:pt x="439"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99423" name="Freeform 60"/>
            <p:cNvSpPr>
              <a:spLocks/>
            </p:cNvSpPr>
            <p:nvPr/>
          </p:nvSpPr>
          <p:spPr bwMode="auto">
            <a:xfrm>
              <a:off x="964" y="1745"/>
              <a:ext cx="48" cy="85"/>
            </a:xfrm>
            <a:custGeom>
              <a:avLst/>
              <a:gdLst>
                <a:gd name="T0" fmla="*/ 2 w 244"/>
                <a:gd name="T1" fmla="*/ 3 h 426"/>
                <a:gd name="T2" fmla="*/ 2 w 244"/>
                <a:gd name="T3" fmla="*/ 3 h 426"/>
                <a:gd name="T4" fmla="*/ 2 w 244"/>
                <a:gd name="T5" fmla="*/ 3 h 426"/>
                <a:gd name="T6" fmla="*/ 2 w 244"/>
                <a:gd name="T7" fmla="*/ 3 h 426"/>
                <a:gd name="T8" fmla="*/ 2 w 244"/>
                <a:gd name="T9" fmla="*/ 2 h 426"/>
                <a:gd name="T10" fmla="*/ 2 w 244"/>
                <a:gd name="T11" fmla="*/ 2 h 426"/>
                <a:gd name="T12" fmla="*/ 2 w 244"/>
                <a:gd name="T13" fmla="*/ 2 h 426"/>
                <a:gd name="T14" fmla="*/ 2 w 244"/>
                <a:gd name="T15" fmla="*/ 2 h 426"/>
                <a:gd name="T16" fmla="*/ 1 w 244"/>
                <a:gd name="T17" fmla="*/ 1 h 426"/>
                <a:gd name="T18" fmla="*/ 1 w 244"/>
                <a:gd name="T19" fmla="*/ 1 h 426"/>
                <a:gd name="T20" fmla="*/ 1 w 244"/>
                <a:gd name="T21" fmla="*/ 1 h 426"/>
                <a:gd name="T22" fmla="*/ 1 w 244"/>
                <a:gd name="T23" fmla="*/ 1 h 426"/>
                <a:gd name="T24" fmla="*/ 1 w 244"/>
                <a:gd name="T25" fmla="*/ 0 h 426"/>
                <a:gd name="T26" fmla="*/ 1 w 244"/>
                <a:gd name="T27" fmla="*/ 0 h 426"/>
                <a:gd name="T28" fmla="*/ 1 w 244"/>
                <a:gd name="T29" fmla="*/ 0 h 426"/>
                <a:gd name="T30" fmla="*/ 0 w 244"/>
                <a:gd name="T31" fmla="*/ 0 h 426"/>
                <a:gd name="T32" fmla="*/ 0 w 244"/>
                <a:gd name="T33" fmla="*/ 0 h 426"/>
                <a:gd name="T34" fmla="*/ 0 w 244"/>
                <a:gd name="T35" fmla="*/ 0 h 426"/>
                <a:gd name="T36" fmla="*/ 0 w 244"/>
                <a:gd name="T37" fmla="*/ 0 h 426"/>
                <a:gd name="T38" fmla="*/ 0 w 244"/>
                <a:gd name="T39" fmla="*/ 0 h 426"/>
                <a:gd name="T40" fmla="*/ 0 w 244"/>
                <a:gd name="T41" fmla="*/ 0 h 426"/>
                <a:gd name="T42" fmla="*/ 1 w 244"/>
                <a:gd name="T43" fmla="*/ 0 h 426"/>
                <a:gd name="T44" fmla="*/ 1 w 244"/>
                <a:gd name="T45" fmla="*/ 0 h 426"/>
                <a:gd name="T46" fmla="*/ 1 w 244"/>
                <a:gd name="T47" fmla="*/ 0 h 426"/>
                <a:gd name="T48" fmla="*/ 1 w 244"/>
                <a:gd name="T49" fmla="*/ 1 h 426"/>
                <a:gd name="T50" fmla="*/ 1 w 244"/>
                <a:gd name="T51" fmla="*/ 1 h 426"/>
                <a:gd name="T52" fmla="*/ 1 w 244"/>
                <a:gd name="T53" fmla="*/ 1 h 426"/>
                <a:gd name="T54" fmla="*/ 1 w 244"/>
                <a:gd name="T55" fmla="*/ 1 h 426"/>
                <a:gd name="T56" fmla="*/ 1 w 244"/>
                <a:gd name="T57" fmla="*/ 2 h 426"/>
                <a:gd name="T58" fmla="*/ 2 w 244"/>
                <a:gd name="T59" fmla="*/ 2 h 426"/>
                <a:gd name="T60" fmla="*/ 2 w 244"/>
                <a:gd name="T61" fmla="*/ 2 h 426"/>
                <a:gd name="T62" fmla="*/ 2 w 244"/>
                <a:gd name="T63" fmla="*/ 2 h 426"/>
                <a:gd name="T64" fmla="*/ 2 w 244"/>
                <a:gd name="T65" fmla="*/ 3 h 426"/>
                <a:gd name="T66" fmla="*/ 2 w 244"/>
                <a:gd name="T67" fmla="*/ 3 h 426"/>
                <a:gd name="T68" fmla="*/ 2 w 244"/>
                <a:gd name="T69" fmla="*/ 3 h 426"/>
                <a:gd name="T70" fmla="*/ 2 w 244"/>
                <a:gd name="T71" fmla="*/ 3 h 426"/>
                <a:gd name="T72" fmla="*/ 2 w 244"/>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6"/>
                <a:gd name="T113" fmla="*/ 244 w 244"/>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6">
                  <a:moveTo>
                    <a:pt x="244" y="426"/>
                  </a:moveTo>
                  <a:lnTo>
                    <a:pt x="244" y="426"/>
                  </a:lnTo>
                  <a:lnTo>
                    <a:pt x="243" y="383"/>
                  </a:lnTo>
                  <a:lnTo>
                    <a:pt x="240" y="340"/>
                  </a:lnTo>
                  <a:lnTo>
                    <a:pt x="234" y="300"/>
                  </a:lnTo>
                  <a:lnTo>
                    <a:pt x="226" y="262"/>
                  </a:lnTo>
                  <a:lnTo>
                    <a:pt x="215" y="224"/>
                  </a:lnTo>
                  <a:lnTo>
                    <a:pt x="203" y="189"/>
                  </a:lnTo>
                  <a:lnTo>
                    <a:pt x="189" y="157"/>
                  </a:lnTo>
                  <a:lnTo>
                    <a:pt x="174" y="126"/>
                  </a:lnTo>
                  <a:lnTo>
                    <a:pt x="155" y="99"/>
                  </a:lnTo>
                  <a:lnTo>
                    <a:pt x="138" y="74"/>
                  </a:lnTo>
                  <a:lnTo>
                    <a:pt x="118" y="52"/>
                  </a:lnTo>
                  <a:lnTo>
                    <a:pt x="96" y="34"/>
                  </a:lnTo>
                  <a:lnTo>
                    <a:pt x="73" y="19"/>
                  </a:lnTo>
                  <a:lnTo>
                    <a:pt x="50" y="8"/>
                  </a:lnTo>
                  <a:lnTo>
                    <a:pt x="25" y="2"/>
                  </a:lnTo>
                  <a:lnTo>
                    <a:pt x="0" y="0"/>
                  </a:lnTo>
                  <a:lnTo>
                    <a:pt x="0" y="12"/>
                  </a:lnTo>
                  <a:lnTo>
                    <a:pt x="23" y="14"/>
                  </a:lnTo>
                  <a:lnTo>
                    <a:pt x="45" y="20"/>
                  </a:lnTo>
                  <a:lnTo>
                    <a:pt x="66" y="31"/>
                  </a:lnTo>
                  <a:lnTo>
                    <a:pt x="89" y="43"/>
                  </a:lnTo>
                  <a:lnTo>
                    <a:pt x="109" y="61"/>
                  </a:lnTo>
                  <a:lnTo>
                    <a:pt x="129" y="81"/>
                  </a:lnTo>
                  <a:lnTo>
                    <a:pt x="146" y="106"/>
                  </a:lnTo>
                  <a:lnTo>
                    <a:pt x="162" y="133"/>
                  </a:lnTo>
                  <a:lnTo>
                    <a:pt x="178" y="162"/>
                  </a:lnTo>
                  <a:lnTo>
                    <a:pt x="192" y="194"/>
                  </a:lnTo>
                  <a:lnTo>
                    <a:pt x="203" y="229"/>
                  </a:lnTo>
                  <a:lnTo>
                    <a:pt x="214" y="264"/>
                  </a:lnTo>
                  <a:lnTo>
                    <a:pt x="222" y="303"/>
                  </a:lnTo>
                  <a:lnTo>
                    <a:pt x="228" y="342"/>
                  </a:lnTo>
                  <a:lnTo>
                    <a:pt x="232" y="383"/>
                  </a:lnTo>
                  <a:lnTo>
                    <a:pt x="233" y="426"/>
                  </a:lnTo>
                  <a:lnTo>
                    <a:pt x="244"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99424" name="Freeform 61"/>
            <p:cNvSpPr>
              <a:spLocks/>
            </p:cNvSpPr>
            <p:nvPr/>
          </p:nvSpPr>
          <p:spPr bwMode="auto">
            <a:xfrm>
              <a:off x="964" y="1830"/>
              <a:ext cx="48" cy="85"/>
            </a:xfrm>
            <a:custGeom>
              <a:avLst/>
              <a:gdLst>
                <a:gd name="T0" fmla="*/ 0 w 244"/>
                <a:gd name="T1" fmla="*/ 3 h 424"/>
                <a:gd name="T2" fmla="*/ 0 w 244"/>
                <a:gd name="T3" fmla="*/ 3 h 424"/>
                <a:gd name="T4" fmla="*/ 0 w 244"/>
                <a:gd name="T5" fmla="*/ 3 h 424"/>
                <a:gd name="T6" fmla="*/ 0 w 244"/>
                <a:gd name="T7" fmla="*/ 3 h 424"/>
                <a:gd name="T8" fmla="*/ 1 w 244"/>
                <a:gd name="T9" fmla="*/ 3 h 424"/>
                <a:gd name="T10" fmla="*/ 1 w 244"/>
                <a:gd name="T11" fmla="*/ 3 h 424"/>
                <a:gd name="T12" fmla="*/ 1 w 244"/>
                <a:gd name="T13" fmla="*/ 3 h 424"/>
                <a:gd name="T14" fmla="*/ 1 w 244"/>
                <a:gd name="T15" fmla="*/ 3 h 424"/>
                <a:gd name="T16" fmla="*/ 1 w 244"/>
                <a:gd name="T17" fmla="*/ 3 h 424"/>
                <a:gd name="T18" fmla="*/ 1 w 244"/>
                <a:gd name="T19" fmla="*/ 2 h 424"/>
                <a:gd name="T20" fmla="*/ 1 w 244"/>
                <a:gd name="T21" fmla="*/ 2 h 424"/>
                <a:gd name="T22" fmla="*/ 2 w 244"/>
                <a:gd name="T23" fmla="*/ 2 h 424"/>
                <a:gd name="T24" fmla="*/ 2 w 244"/>
                <a:gd name="T25" fmla="*/ 2 h 424"/>
                <a:gd name="T26" fmla="*/ 2 w 244"/>
                <a:gd name="T27" fmla="*/ 1 h 424"/>
                <a:gd name="T28" fmla="*/ 2 w 244"/>
                <a:gd name="T29" fmla="*/ 1 h 424"/>
                <a:gd name="T30" fmla="*/ 2 w 244"/>
                <a:gd name="T31" fmla="*/ 1 h 424"/>
                <a:gd name="T32" fmla="*/ 2 w 244"/>
                <a:gd name="T33" fmla="*/ 0 h 424"/>
                <a:gd name="T34" fmla="*/ 2 w 244"/>
                <a:gd name="T35" fmla="*/ 0 h 424"/>
                <a:gd name="T36" fmla="*/ 2 w 244"/>
                <a:gd name="T37" fmla="*/ 0 h 424"/>
                <a:gd name="T38" fmla="*/ 2 w 244"/>
                <a:gd name="T39" fmla="*/ 0 h 424"/>
                <a:gd name="T40" fmla="*/ 2 w 244"/>
                <a:gd name="T41" fmla="*/ 1 h 424"/>
                <a:gd name="T42" fmla="*/ 2 w 244"/>
                <a:gd name="T43" fmla="*/ 1 h 424"/>
                <a:gd name="T44" fmla="*/ 2 w 244"/>
                <a:gd name="T45" fmla="*/ 1 h 424"/>
                <a:gd name="T46" fmla="*/ 2 w 244"/>
                <a:gd name="T47" fmla="*/ 2 h 424"/>
                <a:gd name="T48" fmla="*/ 1 w 244"/>
                <a:gd name="T49" fmla="*/ 2 h 424"/>
                <a:gd name="T50" fmla="*/ 1 w 244"/>
                <a:gd name="T51" fmla="*/ 2 h 424"/>
                <a:gd name="T52" fmla="*/ 1 w 244"/>
                <a:gd name="T53" fmla="*/ 2 h 424"/>
                <a:gd name="T54" fmla="*/ 1 w 244"/>
                <a:gd name="T55" fmla="*/ 3 h 424"/>
                <a:gd name="T56" fmla="*/ 1 w 244"/>
                <a:gd name="T57" fmla="*/ 3 h 424"/>
                <a:gd name="T58" fmla="*/ 1 w 244"/>
                <a:gd name="T59" fmla="*/ 3 h 424"/>
                <a:gd name="T60" fmla="*/ 1 w 244"/>
                <a:gd name="T61" fmla="*/ 3 h 424"/>
                <a:gd name="T62" fmla="*/ 1 w 244"/>
                <a:gd name="T63" fmla="*/ 3 h 424"/>
                <a:gd name="T64" fmla="*/ 0 w 244"/>
                <a:gd name="T65" fmla="*/ 3 h 424"/>
                <a:gd name="T66" fmla="*/ 0 w 244"/>
                <a:gd name="T67" fmla="*/ 3 h 424"/>
                <a:gd name="T68" fmla="*/ 0 w 244"/>
                <a:gd name="T69" fmla="*/ 3 h 424"/>
                <a:gd name="T70" fmla="*/ 0 w 244"/>
                <a:gd name="T71" fmla="*/ 3 h 424"/>
                <a:gd name="T72" fmla="*/ 0 w 244"/>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4"/>
                <a:gd name="T113" fmla="*/ 244 w 244"/>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4">
                  <a:moveTo>
                    <a:pt x="0" y="424"/>
                  </a:moveTo>
                  <a:lnTo>
                    <a:pt x="0" y="424"/>
                  </a:lnTo>
                  <a:lnTo>
                    <a:pt x="25" y="422"/>
                  </a:lnTo>
                  <a:lnTo>
                    <a:pt x="50" y="416"/>
                  </a:lnTo>
                  <a:lnTo>
                    <a:pt x="73" y="405"/>
                  </a:lnTo>
                  <a:lnTo>
                    <a:pt x="96" y="390"/>
                  </a:lnTo>
                  <a:lnTo>
                    <a:pt x="118" y="373"/>
                  </a:lnTo>
                  <a:lnTo>
                    <a:pt x="138" y="350"/>
                  </a:lnTo>
                  <a:lnTo>
                    <a:pt x="155" y="326"/>
                  </a:lnTo>
                  <a:lnTo>
                    <a:pt x="173" y="299"/>
                  </a:lnTo>
                  <a:lnTo>
                    <a:pt x="189" y="268"/>
                  </a:lnTo>
                  <a:lnTo>
                    <a:pt x="203" y="235"/>
                  </a:lnTo>
                  <a:lnTo>
                    <a:pt x="215" y="201"/>
                  </a:lnTo>
                  <a:lnTo>
                    <a:pt x="226" y="163"/>
                  </a:lnTo>
                  <a:lnTo>
                    <a:pt x="234" y="125"/>
                  </a:lnTo>
                  <a:lnTo>
                    <a:pt x="240" y="85"/>
                  </a:lnTo>
                  <a:lnTo>
                    <a:pt x="243" y="42"/>
                  </a:lnTo>
                  <a:lnTo>
                    <a:pt x="244" y="0"/>
                  </a:lnTo>
                  <a:lnTo>
                    <a:pt x="233" y="0"/>
                  </a:lnTo>
                  <a:lnTo>
                    <a:pt x="232" y="42"/>
                  </a:lnTo>
                  <a:lnTo>
                    <a:pt x="228" y="83"/>
                  </a:lnTo>
                  <a:lnTo>
                    <a:pt x="222" y="123"/>
                  </a:lnTo>
                  <a:lnTo>
                    <a:pt x="214" y="160"/>
                  </a:lnTo>
                  <a:lnTo>
                    <a:pt x="203" y="197"/>
                  </a:lnTo>
                  <a:lnTo>
                    <a:pt x="192" y="231"/>
                  </a:lnTo>
                  <a:lnTo>
                    <a:pt x="178" y="263"/>
                  </a:lnTo>
                  <a:lnTo>
                    <a:pt x="164" y="292"/>
                  </a:lnTo>
                  <a:lnTo>
                    <a:pt x="146" y="319"/>
                  </a:lnTo>
                  <a:lnTo>
                    <a:pt x="129" y="343"/>
                  </a:lnTo>
                  <a:lnTo>
                    <a:pt x="109" y="363"/>
                  </a:lnTo>
                  <a:lnTo>
                    <a:pt x="89" y="381"/>
                  </a:lnTo>
                  <a:lnTo>
                    <a:pt x="66" y="394"/>
                  </a:lnTo>
                  <a:lnTo>
                    <a:pt x="45" y="404"/>
                  </a:lnTo>
                  <a:lnTo>
                    <a:pt x="23" y="410"/>
                  </a:lnTo>
                  <a:lnTo>
                    <a:pt x="0" y="412"/>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99425" name="Freeform 62"/>
            <p:cNvSpPr>
              <a:spLocks/>
            </p:cNvSpPr>
            <p:nvPr/>
          </p:nvSpPr>
          <p:spPr bwMode="auto">
            <a:xfrm>
              <a:off x="915" y="1830"/>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1" y="42"/>
                  </a:lnTo>
                  <a:lnTo>
                    <a:pt x="4" y="85"/>
                  </a:lnTo>
                  <a:lnTo>
                    <a:pt x="10" y="125"/>
                  </a:lnTo>
                  <a:lnTo>
                    <a:pt x="19" y="163"/>
                  </a:lnTo>
                  <a:lnTo>
                    <a:pt x="29" y="201"/>
                  </a:lnTo>
                  <a:lnTo>
                    <a:pt x="41" y="235"/>
                  </a:lnTo>
                  <a:lnTo>
                    <a:pt x="55" y="268"/>
                  </a:lnTo>
                  <a:lnTo>
                    <a:pt x="71" y="299"/>
                  </a:lnTo>
                  <a:lnTo>
                    <a:pt x="89" y="326"/>
                  </a:lnTo>
                  <a:lnTo>
                    <a:pt x="106" y="350"/>
                  </a:lnTo>
                  <a:lnTo>
                    <a:pt x="126" y="373"/>
                  </a:lnTo>
                  <a:lnTo>
                    <a:pt x="149" y="390"/>
                  </a:lnTo>
                  <a:lnTo>
                    <a:pt x="171" y="405"/>
                  </a:lnTo>
                  <a:lnTo>
                    <a:pt x="194" y="416"/>
                  </a:lnTo>
                  <a:lnTo>
                    <a:pt x="219" y="422"/>
                  </a:lnTo>
                  <a:lnTo>
                    <a:pt x="245" y="424"/>
                  </a:lnTo>
                  <a:lnTo>
                    <a:pt x="245" y="412"/>
                  </a:lnTo>
                  <a:lnTo>
                    <a:pt x="221" y="410"/>
                  </a:lnTo>
                  <a:lnTo>
                    <a:pt x="199" y="404"/>
                  </a:lnTo>
                  <a:lnTo>
                    <a:pt x="178" y="394"/>
                  </a:lnTo>
                  <a:lnTo>
                    <a:pt x="156" y="381"/>
                  </a:lnTo>
                  <a:lnTo>
                    <a:pt x="136" y="363"/>
                  </a:lnTo>
                  <a:lnTo>
                    <a:pt x="116" y="343"/>
                  </a:lnTo>
                  <a:lnTo>
                    <a:pt x="98" y="319"/>
                  </a:lnTo>
                  <a:lnTo>
                    <a:pt x="81" y="292"/>
                  </a:lnTo>
                  <a:lnTo>
                    <a:pt x="67" y="263"/>
                  </a:lnTo>
                  <a:lnTo>
                    <a:pt x="52" y="231"/>
                  </a:lnTo>
                  <a:lnTo>
                    <a:pt x="41" y="197"/>
                  </a:lnTo>
                  <a:lnTo>
                    <a:pt x="30" y="160"/>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99426" name="Freeform 63"/>
            <p:cNvSpPr>
              <a:spLocks/>
            </p:cNvSpPr>
            <p:nvPr/>
          </p:nvSpPr>
          <p:spPr bwMode="auto">
            <a:xfrm>
              <a:off x="915" y="1745"/>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0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19" y="2"/>
                  </a:lnTo>
                  <a:lnTo>
                    <a:pt x="194" y="8"/>
                  </a:lnTo>
                  <a:lnTo>
                    <a:pt x="171" y="19"/>
                  </a:lnTo>
                  <a:lnTo>
                    <a:pt x="149" y="34"/>
                  </a:lnTo>
                  <a:lnTo>
                    <a:pt x="126" y="52"/>
                  </a:lnTo>
                  <a:lnTo>
                    <a:pt x="106" y="74"/>
                  </a:lnTo>
                  <a:lnTo>
                    <a:pt x="89" y="99"/>
                  </a:lnTo>
                  <a:lnTo>
                    <a:pt x="70" y="126"/>
                  </a:lnTo>
                  <a:lnTo>
                    <a:pt x="55" y="157"/>
                  </a:lnTo>
                  <a:lnTo>
                    <a:pt x="41" y="189"/>
                  </a:lnTo>
                  <a:lnTo>
                    <a:pt x="29" y="224"/>
                  </a:lnTo>
                  <a:lnTo>
                    <a:pt x="19" y="262"/>
                  </a:lnTo>
                  <a:lnTo>
                    <a:pt x="10" y="300"/>
                  </a:lnTo>
                  <a:lnTo>
                    <a:pt x="4" y="340"/>
                  </a:lnTo>
                  <a:lnTo>
                    <a:pt x="1" y="383"/>
                  </a:lnTo>
                  <a:lnTo>
                    <a:pt x="0" y="426"/>
                  </a:lnTo>
                  <a:lnTo>
                    <a:pt x="11" y="426"/>
                  </a:lnTo>
                  <a:lnTo>
                    <a:pt x="13" y="383"/>
                  </a:lnTo>
                  <a:lnTo>
                    <a:pt x="16" y="342"/>
                  </a:lnTo>
                  <a:lnTo>
                    <a:pt x="22" y="303"/>
                  </a:lnTo>
                  <a:lnTo>
                    <a:pt x="30" y="264"/>
                  </a:lnTo>
                  <a:lnTo>
                    <a:pt x="41" y="229"/>
                  </a:lnTo>
                  <a:lnTo>
                    <a:pt x="52" y="194"/>
                  </a:lnTo>
                  <a:lnTo>
                    <a:pt x="67" y="162"/>
                  </a:lnTo>
                  <a:lnTo>
                    <a:pt x="82" y="133"/>
                  </a:lnTo>
                  <a:lnTo>
                    <a:pt x="98" y="106"/>
                  </a:lnTo>
                  <a:lnTo>
                    <a:pt x="116" y="81"/>
                  </a:lnTo>
                  <a:lnTo>
                    <a:pt x="136" y="61"/>
                  </a:lnTo>
                  <a:lnTo>
                    <a:pt x="156" y="43"/>
                  </a:lnTo>
                  <a:lnTo>
                    <a:pt x="178" y="31"/>
                  </a:lnTo>
                  <a:lnTo>
                    <a:pt x="199" y="20"/>
                  </a:lnTo>
                  <a:lnTo>
                    <a:pt x="221"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99427" name="Freeform 64"/>
            <p:cNvSpPr>
              <a:spLocks/>
            </p:cNvSpPr>
            <p:nvPr/>
          </p:nvSpPr>
          <p:spPr bwMode="auto">
            <a:xfrm>
              <a:off x="1140" y="2087"/>
              <a:ext cx="49" cy="85"/>
            </a:xfrm>
            <a:custGeom>
              <a:avLst/>
              <a:gdLst>
                <a:gd name="T0" fmla="*/ 2 w 246"/>
                <a:gd name="T1" fmla="*/ 3 h 424"/>
                <a:gd name="T2" fmla="*/ 2 w 246"/>
                <a:gd name="T3" fmla="*/ 3 h 424"/>
                <a:gd name="T4" fmla="*/ 2 w 246"/>
                <a:gd name="T5" fmla="*/ 3 h 424"/>
                <a:gd name="T6" fmla="*/ 2 w 246"/>
                <a:gd name="T7" fmla="*/ 3 h 424"/>
                <a:gd name="T8" fmla="*/ 2 w 246"/>
                <a:gd name="T9" fmla="*/ 2 h 424"/>
                <a:gd name="T10" fmla="*/ 2 w 246"/>
                <a:gd name="T11" fmla="*/ 2 h 424"/>
                <a:gd name="T12" fmla="*/ 2 w 246"/>
                <a:gd name="T13" fmla="*/ 2 h 424"/>
                <a:gd name="T14" fmla="*/ 2 w 246"/>
                <a:gd name="T15" fmla="*/ 2 h 424"/>
                <a:gd name="T16" fmla="*/ 2 w 246"/>
                <a:gd name="T17" fmla="*/ 1 h 424"/>
                <a:gd name="T18" fmla="*/ 1 w 246"/>
                <a:gd name="T19" fmla="*/ 1 h 424"/>
                <a:gd name="T20" fmla="*/ 1 w 246"/>
                <a:gd name="T21" fmla="*/ 1 h 424"/>
                <a:gd name="T22" fmla="*/ 1 w 246"/>
                <a:gd name="T23" fmla="*/ 1 h 424"/>
                <a:gd name="T24" fmla="*/ 1 w 246"/>
                <a:gd name="T25" fmla="*/ 0 h 424"/>
                <a:gd name="T26" fmla="*/ 1 w 246"/>
                <a:gd name="T27" fmla="*/ 0 h 424"/>
                <a:gd name="T28" fmla="*/ 1 w 246"/>
                <a:gd name="T29" fmla="*/ 0 h 424"/>
                <a:gd name="T30" fmla="*/ 0 w 246"/>
                <a:gd name="T31" fmla="*/ 0 h 424"/>
                <a:gd name="T32" fmla="*/ 0 w 246"/>
                <a:gd name="T33" fmla="*/ 0 h 424"/>
                <a:gd name="T34" fmla="*/ 0 w 246"/>
                <a:gd name="T35" fmla="*/ 0 h 424"/>
                <a:gd name="T36" fmla="*/ 0 w 246"/>
                <a:gd name="T37" fmla="*/ 0 h 424"/>
                <a:gd name="T38" fmla="*/ 0 w 246"/>
                <a:gd name="T39" fmla="*/ 0 h 424"/>
                <a:gd name="T40" fmla="*/ 0 w 246"/>
                <a:gd name="T41" fmla="*/ 0 h 424"/>
                <a:gd name="T42" fmla="*/ 1 w 246"/>
                <a:gd name="T43" fmla="*/ 0 h 424"/>
                <a:gd name="T44" fmla="*/ 1 w 246"/>
                <a:gd name="T45" fmla="*/ 0 h 424"/>
                <a:gd name="T46" fmla="*/ 1 w 246"/>
                <a:gd name="T47" fmla="*/ 0 h 424"/>
                <a:gd name="T48" fmla="*/ 1 w 246"/>
                <a:gd name="T49" fmla="*/ 1 h 424"/>
                <a:gd name="T50" fmla="*/ 1 w 246"/>
                <a:gd name="T51" fmla="*/ 1 h 424"/>
                <a:gd name="T52" fmla="*/ 1 w 246"/>
                <a:gd name="T53" fmla="*/ 1 h 424"/>
                <a:gd name="T54" fmla="*/ 1 w 246"/>
                <a:gd name="T55" fmla="*/ 1 h 424"/>
                <a:gd name="T56" fmla="*/ 2 w 246"/>
                <a:gd name="T57" fmla="*/ 2 h 424"/>
                <a:gd name="T58" fmla="*/ 2 w 246"/>
                <a:gd name="T59" fmla="*/ 2 h 424"/>
                <a:gd name="T60" fmla="*/ 2 w 246"/>
                <a:gd name="T61" fmla="*/ 2 h 424"/>
                <a:gd name="T62" fmla="*/ 2 w 246"/>
                <a:gd name="T63" fmla="*/ 2 h 424"/>
                <a:gd name="T64" fmla="*/ 2 w 246"/>
                <a:gd name="T65" fmla="*/ 3 h 424"/>
                <a:gd name="T66" fmla="*/ 2 w 246"/>
                <a:gd name="T67" fmla="*/ 3 h 424"/>
                <a:gd name="T68" fmla="*/ 2 w 246"/>
                <a:gd name="T69" fmla="*/ 3 h 424"/>
                <a:gd name="T70" fmla="*/ 2 w 246"/>
                <a:gd name="T71" fmla="*/ 3 h 424"/>
                <a:gd name="T72" fmla="*/ 2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424"/>
                  </a:moveTo>
                  <a:lnTo>
                    <a:pt x="246" y="424"/>
                  </a:lnTo>
                  <a:lnTo>
                    <a:pt x="244" y="382"/>
                  </a:lnTo>
                  <a:lnTo>
                    <a:pt x="241" y="338"/>
                  </a:lnTo>
                  <a:lnTo>
                    <a:pt x="235" y="298"/>
                  </a:lnTo>
                  <a:lnTo>
                    <a:pt x="227" y="261"/>
                  </a:lnTo>
                  <a:lnTo>
                    <a:pt x="216" y="222"/>
                  </a:lnTo>
                  <a:lnTo>
                    <a:pt x="205" y="188"/>
                  </a:lnTo>
                  <a:lnTo>
                    <a:pt x="190" y="155"/>
                  </a:lnTo>
                  <a:lnTo>
                    <a:pt x="174" y="125"/>
                  </a:lnTo>
                  <a:lnTo>
                    <a:pt x="157" y="98"/>
                  </a:lnTo>
                  <a:lnTo>
                    <a:pt x="138" y="73"/>
                  </a:lnTo>
                  <a:lnTo>
                    <a:pt x="118" y="51"/>
                  </a:lnTo>
                  <a:lnTo>
                    <a:pt x="96" y="34"/>
                  </a:lnTo>
                  <a:lnTo>
                    <a:pt x="74" y="18"/>
                  </a:lnTo>
                  <a:lnTo>
                    <a:pt x="50" y="8"/>
                  </a:lnTo>
                  <a:lnTo>
                    <a:pt x="25" y="2"/>
                  </a:lnTo>
                  <a:lnTo>
                    <a:pt x="0" y="0"/>
                  </a:lnTo>
                  <a:lnTo>
                    <a:pt x="0" y="11"/>
                  </a:lnTo>
                  <a:lnTo>
                    <a:pt x="23" y="14"/>
                  </a:lnTo>
                  <a:lnTo>
                    <a:pt x="45" y="19"/>
                  </a:lnTo>
                  <a:lnTo>
                    <a:pt x="67" y="30"/>
                  </a:lnTo>
                  <a:lnTo>
                    <a:pt x="89" y="43"/>
                  </a:lnTo>
                  <a:lnTo>
                    <a:pt x="108" y="60"/>
                  </a:lnTo>
                  <a:lnTo>
                    <a:pt x="128" y="80"/>
                  </a:lnTo>
                  <a:lnTo>
                    <a:pt x="147" y="105"/>
                  </a:lnTo>
                  <a:lnTo>
                    <a:pt x="165" y="132"/>
                  </a:lnTo>
                  <a:lnTo>
                    <a:pt x="179" y="160"/>
                  </a:lnTo>
                  <a:lnTo>
                    <a:pt x="193" y="193"/>
                  </a:lnTo>
                  <a:lnTo>
                    <a:pt x="205" y="227"/>
                  </a:lnTo>
                  <a:lnTo>
                    <a:pt x="215" y="263"/>
                  </a:lnTo>
                  <a:lnTo>
                    <a:pt x="223" y="301"/>
                  </a:lnTo>
                  <a:lnTo>
                    <a:pt x="229" y="341"/>
                  </a:lnTo>
                  <a:lnTo>
                    <a:pt x="233" y="382"/>
                  </a:lnTo>
                  <a:lnTo>
                    <a:pt x="234" y="424"/>
                  </a:lnTo>
                  <a:lnTo>
                    <a:pt x="246"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99428" name="Freeform 65"/>
            <p:cNvSpPr>
              <a:spLocks/>
            </p:cNvSpPr>
            <p:nvPr/>
          </p:nvSpPr>
          <p:spPr bwMode="auto">
            <a:xfrm>
              <a:off x="1140" y="2172"/>
              <a:ext cx="49" cy="85"/>
            </a:xfrm>
            <a:custGeom>
              <a:avLst/>
              <a:gdLst>
                <a:gd name="T0" fmla="*/ 0 w 246"/>
                <a:gd name="T1" fmla="*/ 3 h 426"/>
                <a:gd name="T2" fmla="*/ 0 w 246"/>
                <a:gd name="T3" fmla="*/ 3 h 426"/>
                <a:gd name="T4" fmla="*/ 0 w 246"/>
                <a:gd name="T5" fmla="*/ 3 h 426"/>
                <a:gd name="T6" fmla="*/ 0 w 246"/>
                <a:gd name="T7" fmla="*/ 3 h 426"/>
                <a:gd name="T8" fmla="*/ 1 w 246"/>
                <a:gd name="T9" fmla="*/ 3 h 426"/>
                <a:gd name="T10" fmla="*/ 1 w 246"/>
                <a:gd name="T11" fmla="*/ 3 h 426"/>
                <a:gd name="T12" fmla="*/ 1 w 246"/>
                <a:gd name="T13" fmla="*/ 3 h 426"/>
                <a:gd name="T14" fmla="*/ 1 w 246"/>
                <a:gd name="T15" fmla="*/ 3 h 426"/>
                <a:gd name="T16" fmla="*/ 1 w 246"/>
                <a:gd name="T17" fmla="*/ 3 h 426"/>
                <a:gd name="T18" fmla="*/ 1 w 246"/>
                <a:gd name="T19" fmla="*/ 2 h 426"/>
                <a:gd name="T20" fmla="*/ 2 w 246"/>
                <a:gd name="T21" fmla="*/ 2 h 426"/>
                <a:gd name="T22" fmla="*/ 2 w 246"/>
                <a:gd name="T23" fmla="*/ 2 h 426"/>
                <a:gd name="T24" fmla="*/ 2 w 246"/>
                <a:gd name="T25" fmla="*/ 2 h 426"/>
                <a:gd name="T26" fmla="*/ 2 w 246"/>
                <a:gd name="T27" fmla="*/ 1 h 426"/>
                <a:gd name="T28" fmla="*/ 2 w 246"/>
                <a:gd name="T29" fmla="*/ 1 h 426"/>
                <a:gd name="T30" fmla="*/ 2 w 246"/>
                <a:gd name="T31" fmla="*/ 1 h 426"/>
                <a:gd name="T32" fmla="*/ 2 w 246"/>
                <a:gd name="T33" fmla="*/ 0 h 426"/>
                <a:gd name="T34" fmla="*/ 2 w 246"/>
                <a:gd name="T35" fmla="*/ 0 h 426"/>
                <a:gd name="T36" fmla="*/ 2 w 246"/>
                <a:gd name="T37" fmla="*/ 0 h 426"/>
                <a:gd name="T38" fmla="*/ 2 w 246"/>
                <a:gd name="T39" fmla="*/ 0 h 426"/>
                <a:gd name="T40" fmla="*/ 2 w 246"/>
                <a:gd name="T41" fmla="*/ 1 h 426"/>
                <a:gd name="T42" fmla="*/ 2 w 246"/>
                <a:gd name="T43" fmla="*/ 1 h 426"/>
                <a:gd name="T44" fmla="*/ 2 w 246"/>
                <a:gd name="T45" fmla="*/ 1 h 426"/>
                <a:gd name="T46" fmla="*/ 2 w 246"/>
                <a:gd name="T47" fmla="*/ 2 h 426"/>
                <a:gd name="T48" fmla="*/ 2 w 246"/>
                <a:gd name="T49" fmla="*/ 2 h 426"/>
                <a:gd name="T50" fmla="*/ 1 w 246"/>
                <a:gd name="T51" fmla="*/ 2 h 426"/>
                <a:gd name="T52" fmla="*/ 1 w 246"/>
                <a:gd name="T53" fmla="*/ 2 h 426"/>
                <a:gd name="T54" fmla="*/ 1 w 246"/>
                <a:gd name="T55" fmla="*/ 3 h 426"/>
                <a:gd name="T56" fmla="*/ 1 w 246"/>
                <a:gd name="T57" fmla="*/ 3 h 426"/>
                <a:gd name="T58" fmla="*/ 1 w 246"/>
                <a:gd name="T59" fmla="*/ 3 h 426"/>
                <a:gd name="T60" fmla="*/ 1 w 246"/>
                <a:gd name="T61" fmla="*/ 3 h 426"/>
                <a:gd name="T62" fmla="*/ 1 w 246"/>
                <a:gd name="T63" fmla="*/ 3 h 426"/>
                <a:gd name="T64" fmla="*/ 0 w 246"/>
                <a:gd name="T65" fmla="*/ 3 h 426"/>
                <a:gd name="T66" fmla="*/ 0 w 246"/>
                <a:gd name="T67" fmla="*/ 3 h 426"/>
                <a:gd name="T68" fmla="*/ 0 w 246"/>
                <a:gd name="T69" fmla="*/ 3 h 426"/>
                <a:gd name="T70" fmla="*/ 0 w 246"/>
                <a:gd name="T71" fmla="*/ 3 h 426"/>
                <a:gd name="T72" fmla="*/ 0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426"/>
                  </a:moveTo>
                  <a:lnTo>
                    <a:pt x="0" y="426"/>
                  </a:lnTo>
                  <a:lnTo>
                    <a:pt x="25" y="423"/>
                  </a:lnTo>
                  <a:lnTo>
                    <a:pt x="50" y="417"/>
                  </a:lnTo>
                  <a:lnTo>
                    <a:pt x="74" y="407"/>
                  </a:lnTo>
                  <a:lnTo>
                    <a:pt x="96" y="392"/>
                  </a:lnTo>
                  <a:lnTo>
                    <a:pt x="118" y="373"/>
                  </a:lnTo>
                  <a:lnTo>
                    <a:pt x="138" y="350"/>
                  </a:lnTo>
                  <a:lnTo>
                    <a:pt x="157" y="327"/>
                  </a:lnTo>
                  <a:lnTo>
                    <a:pt x="175" y="299"/>
                  </a:lnTo>
                  <a:lnTo>
                    <a:pt x="190" y="268"/>
                  </a:lnTo>
                  <a:lnTo>
                    <a:pt x="205" y="236"/>
                  </a:lnTo>
                  <a:lnTo>
                    <a:pt x="216" y="202"/>
                  </a:lnTo>
                  <a:lnTo>
                    <a:pt x="227" y="164"/>
                  </a:lnTo>
                  <a:lnTo>
                    <a:pt x="235" y="125"/>
                  </a:lnTo>
                  <a:lnTo>
                    <a:pt x="241" y="86"/>
                  </a:lnTo>
                  <a:lnTo>
                    <a:pt x="244" y="42"/>
                  </a:lnTo>
                  <a:lnTo>
                    <a:pt x="246" y="0"/>
                  </a:lnTo>
                  <a:lnTo>
                    <a:pt x="234" y="0"/>
                  </a:lnTo>
                  <a:lnTo>
                    <a:pt x="233" y="42"/>
                  </a:lnTo>
                  <a:lnTo>
                    <a:pt x="229" y="83"/>
                  </a:lnTo>
                  <a:lnTo>
                    <a:pt x="223" y="123"/>
                  </a:lnTo>
                  <a:lnTo>
                    <a:pt x="215" y="162"/>
                  </a:lnTo>
                  <a:lnTo>
                    <a:pt x="205" y="197"/>
                  </a:lnTo>
                  <a:lnTo>
                    <a:pt x="193" y="231"/>
                  </a:lnTo>
                  <a:lnTo>
                    <a:pt x="179" y="264"/>
                  </a:lnTo>
                  <a:lnTo>
                    <a:pt x="164" y="292"/>
                  </a:lnTo>
                  <a:lnTo>
                    <a:pt x="147" y="320"/>
                  </a:lnTo>
                  <a:lnTo>
                    <a:pt x="128" y="343"/>
                  </a:lnTo>
                  <a:lnTo>
                    <a:pt x="108" y="363"/>
                  </a:lnTo>
                  <a:lnTo>
                    <a:pt x="89" y="382"/>
                  </a:lnTo>
                  <a:lnTo>
                    <a:pt x="67" y="395"/>
                  </a:lnTo>
                  <a:lnTo>
                    <a:pt x="45" y="406"/>
                  </a:lnTo>
                  <a:lnTo>
                    <a:pt x="23" y="411"/>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99429" name="Freeform 66"/>
            <p:cNvSpPr>
              <a:spLocks/>
            </p:cNvSpPr>
            <p:nvPr/>
          </p:nvSpPr>
          <p:spPr bwMode="auto">
            <a:xfrm>
              <a:off x="1091" y="2172"/>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4" y="86"/>
                  </a:lnTo>
                  <a:lnTo>
                    <a:pt x="10" y="125"/>
                  </a:lnTo>
                  <a:lnTo>
                    <a:pt x="18" y="164"/>
                  </a:lnTo>
                  <a:lnTo>
                    <a:pt x="29" y="202"/>
                  </a:lnTo>
                  <a:lnTo>
                    <a:pt x="41" y="236"/>
                  </a:lnTo>
                  <a:lnTo>
                    <a:pt x="55" y="268"/>
                  </a:lnTo>
                  <a:lnTo>
                    <a:pt x="70" y="299"/>
                  </a:lnTo>
                  <a:lnTo>
                    <a:pt x="89" y="327"/>
                  </a:lnTo>
                  <a:lnTo>
                    <a:pt x="106" y="350"/>
                  </a:lnTo>
                  <a:lnTo>
                    <a:pt x="126" y="373"/>
                  </a:lnTo>
                  <a:lnTo>
                    <a:pt x="148" y="392"/>
                  </a:lnTo>
                  <a:lnTo>
                    <a:pt x="171" y="407"/>
                  </a:lnTo>
                  <a:lnTo>
                    <a:pt x="194" y="417"/>
                  </a:lnTo>
                  <a:lnTo>
                    <a:pt x="219" y="423"/>
                  </a:lnTo>
                  <a:lnTo>
                    <a:pt x="245" y="426"/>
                  </a:lnTo>
                  <a:lnTo>
                    <a:pt x="245" y="414"/>
                  </a:lnTo>
                  <a:lnTo>
                    <a:pt x="221" y="411"/>
                  </a:lnTo>
                  <a:lnTo>
                    <a:pt x="199" y="406"/>
                  </a:lnTo>
                  <a:lnTo>
                    <a:pt x="178" y="395"/>
                  </a:lnTo>
                  <a:lnTo>
                    <a:pt x="155" y="382"/>
                  </a:lnTo>
                  <a:lnTo>
                    <a:pt x="136" y="363"/>
                  </a:lnTo>
                  <a:lnTo>
                    <a:pt x="116" y="343"/>
                  </a:lnTo>
                  <a:lnTo>
                    <a:pt x="98" y="320"/>
                  </a:lnTo>
                  <a:lnTo>
                    <a:pt x="82" y="292"/>
                  </a:lnTo>
                  <a:lnTo>
                    <a:pt x="66" y="264"/>
                  </a:lnTo>
                  <a:lnTo>
                    <a:pt x="52" y="231"/>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99430" name="Freeform 67"/>
            <p:cNvSpPr>
              <a:spLocks/>
            </p:cNvSpPr>
            <p:nvPr/>
          </p:nvSpPr>
          <p:spPr bwMode="auto">
            <a:xfrm>
              <a:off x="1091" y="2087"/>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4" y="8"/>
                  </a:lnTo>
                  <a:lnTo>
                    <a:pt x="171" y="18"/>
                  </a:lnTo>
                  <a:lnTo>
                    <a:pt x="148" y="34"/>
                  </a:lnTo>
                  <a:lnTo>
                    <a:pt x="126" y="51"/>
                  </a:lnTo>
                  <a:lnTo>
                    <a:pt x="106" y="73"/>
                  </a:lnTo>
                  <a:lnTo>
                    <a:pt x="89" y="98"/>
                  </a:lnTo>
                  <a:lnTo>
                    <a:pt x="71" y="125"/>
                  </a:lnTo>
                  <a:lnTo>
                    <a:pt x="55" y="155"/>
                  </a:lnTo>
                  <a:lnTo>
                    <a:pt x="41" y="188"/>
                  </a:lnTo>
                  <a:lnTo>
                    <a:pt x="29" y="222"/>
                  </a:lnTo>
                  <a:lnTo>
                    <a:pt x="18" y="261"/>
                  </a:lnTo>
                  <a:lnTo>
                    <a:pt x="10" y="298"/>
                  </a:lnTo>
                  <a:lnTo>
                    <a:pt x="4" y="338"/>
                  </a:lnTo>
                  <a:lnTo>
                    <a:pt x="1" y="382"/>
                  </a:lnTo>
                  <a:lnTo>
                    <a:pt x="0" y="424"/>
                  </a:lnTo>
                  <a:lnTo>
                    <a:pt x="11" y="424"/>
                  </a:lnTo>
                  <a:lnTo>
                    <a:pt x="13" y="382"/>
                  </a:lnTo>
                  <a:lnTo>
                    <a:pt x="16" y="341"/>
                  </a:lnTo>
                  <a:lnTo>
                    <a:pt x="22" y="301"/>
                  </a:lnTo>
                  <a:lnTo>
                    <a:pt x="30" y="263"/>
                  </a:lnTo>
                  <a:lnTo>
                    <a:pt x="41" y="227"/>
                  </a:lnTo>
                  <a:lnTo>
                    <a:pt x="52" y="193"/>
                  </a:lnTo>
                  <a:lnTo>
                    <a:pt x="66" y="160"/>
                  </a:lnTo>
                  <a:lnTo>
                    <a:pt x="80" y="132"/>
                  </a:lnTo>
                  <a:lnTo>
                    <a:pt x="98" y="105"/>
                  </a:lnTo>
                  <a:lnTo>
                    <a:pt x="116" y="80"/>
                  </a:lnTo>
                  <a:lnTo>
                    <a:pt x="136" y="60"/>
                  </a:lnTo>
                  <a:lnTo>
                    <a:pt x="155" y="43"/>
                  </a:lnTo>
                  <a:lnTo>
                    <a:pt x="178" y="30"/>
                  </a:lnTo>
                  <a:lnTo>
                    <a:pt x="199" y="19"/>
                  </a:lnTo>
                  <a:lnTo>
                    <a:pt x="221" y="14"/>
                  </a:lnTo>
                  <a:lnTo>
                    <a:pt x="245" y="11"/>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99431" name="Freeform 68"/>
            <p:cNvSpPr>
              <a:spLocks/>
            </p:cNvSpPr>
            <p:nvPr/>
          </p:nvSpPr>
          <p:spPr bwMode="auto">
            <a:xfrm>
              <a:off x="1392" y="2118"/>
              <a:ext cx="49" cy="85"/>
            </a:xfrm>
            <a:custGeom>
              <a:avLst/>
              <a:gdLst>
                <a:gd name="T0" fmla="*/ 2 w 246"/>
                <a:gd name="T1" fmla="*/ 3 h 426"/>
                <a:gd name="T2" fmla="*/ 2 w 246"/>
                <a:gd name="T3" fmla="*/ 3 h 426"/>
                <a:gd name="T4" fmla="*/ 2 w 246"/>
                <a:gd name="T5" fmla="*/ 3 h 426"/>
                <a:gd name="T6" fmla="*/ 2 w 246"/>
                <a:gd name="T7" fmla="*/ 3 h 426"/>
                <a:gd name="T8" fmla="*/ 2 w 246"/>
                <a:gd name="T9" fmla="*/ 2 h 426"/>
                <a:gd name="T10" fmla="*/ 2 w 246"/>
                <a:gd name="T11" fmla="*/ 2 h 426"/>
                <a:gd name="T12" fmla="*/ 2 w 246"/>
                <a:gd name="T13" fmla="*/ 2 h 426"/>
                <a:gd name="T14" fmla="*/ 2 w 246"/>
                <a:gd name="T15" fmla="*/ 2 h 426"/>
                <a:gd name="T16" fmla="*/ 2 w 246"/>
                <a:gd name="T17" fmla="*/ 1 h 426"/>
                <a:gd name="T18" fmla="*/ 1 w 246"/>
                <a:gd name="T19" fmla="*/ 1 h 426"/>
                <a:gd name="T20" fmla="*/ 1 w 246"/>
                <a:gd name="T21" fmla="*/ 1 h 426"/>
                <a:gd name="T22" fmla="*/ 1 w 246"/>
                <a:gd name="T23" fmla="*/ 1 h 426"/>
                <a:gd name="T24" fmla="*/ 1 w 246"/>
                <a:gd name="T25" fmla="*/ 0 h 426"/>
                <a:gd name="T26" fmla="*/ 1 w 246"/>
                <a:gd name="T27" fmla="*/ 0 h 426"/>
                <a:gd name="T28" fmla="*/ 1 w 246"/>
                <a:gd name="T29" fmla="*/ 0 h 426"/>
                <a:gd name="T30" fmla="*/ 0 w 246"/>
                <a:gd name="T31" fmla="*/ 0 h 426"/>
                <a:gd name="T32" fmla="*/ 0 w 246"/>
                <a:gd name="T33" fmla="*/ 0 h 426"/>
                <a:gd name="T34" fmla="*/ 0 w 246"/>
                <a:gd name="T35" fmla="*/ 0 h 426"/>
                <a:gd name="T36" fmla="*/ 0 w 246"/>
                <a:gd name="T37" fmla="*/ 0 h 426"/>
                <a:gd name="T38" fmla="*/ 0 w 246"/>
                <a:gd name="T39" fmla="*/ 0 h 426"/>
                <a:gd name="T40" fmla="*/ 0 w 246"/>
                <a:gd name="T41" fmla="*/ 0 h 426"/>
                <a:gd name="T42" fmla="*/ 1 w 246"/>
                <a:gd name="T43" fmla="*/ 0 h 426"/>
                <a:gd name="T44" fmla="*/ 1 w 246"/>
                <a:gd name="T45" fmla="*/ 0 h 426"/>
                <a:gd name="T46" fmla="*/ 1 w 246"/>
                <a:gd name="T47" fmla="*/ 1 h 426"/>
                <a:gd name="T48" fmla="*/ 1 w 246"/>
                <a:gd name="T49" fmla="*/ 1 h 426"/>
                <a:gd name="T50" fmla="*/ 1 w 246"/>
                <a:gd name="T51" fmla="*/ 1 h 426"/>
                <a:gd name="T52" fmla="*/ 1 w 246"/>
                <a:gd name="T53" fmla="*/ 1 h 426"/>
                <a:gd name="T54" fmla="*/ 1 w 246"/>
                <a:gd name="T55" fmla="*/ 1 h 426"/>
                <a:gd name="T56" fmla="*/ 2 w 246"/>
                <a:gd name="T57" fmla="*/ 2 h 426"/>
                <a:gd name="T58" fmla="*/ 2 w 246"/>
                <a:gd name="T59" fmla="*/ 2 h 426"/>
                <a:gd name="T60" fmla="*/ 2 w 246"/>
                <a:gd name="T61" fmla="*/ 2 h 426"/>
                <a:gd name="T62" fmla="*/ 2 w 246"/>
                <a:gd name="T63" fmla="*/ 2 h 426"/>
                <a:gd name="T64" fmla="*/ 2 w 246"/>
                <a:gd name="T65" fmla="*/ 3 h 426"/>
                <a:gd name="T66" fmla="*/ 2 w 246"/>
                <a:gd name="T67" fmla="*/ 3 h 426"/>
                <a:gd name="T68" fmla="*/ 2 w 246"/>
                <a:gd name="T69" fmla="*/ 3 h 426"/>
                <a:gd name="T70" fmla="*/ 2 w 246"/>
                <a:gd name="T71" fmla="*/ 3 h 426"/>
                <a:gd name="T72" fmla="*/ 2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246" y="426"/>
                  </a:moveTo>
                  <a:lnTo>
                    <a:pt x="246" y="426"/>
                  </a:lnTo>
                  <a:lnTo>
                    <a:pt x="245" y="384"/>
                  </a:lnTo>
                  <a:lnTo>
                    <a:pt x="242" y="340"/>
                  </a:lnTo>
                  <a:lnTo>
                    <a:pt x="236" y="301"/>
                  </a:lnTo>
                  <a:lnTo>
                    <a:pt x="228" y="262"/>
                  </a:lnTo>
                  <a:lnTo>
                    <a:pt x="217" y="224"/>
                  </a:lnTo>
                  <a:lnTo>
                    <a:pt x="205" y="190"/>
                  </a:lnTo>
                  <a:lnTo>
                    <a:pt x="191" y="158"/>
                  </a:lnTo>
                  <a:lnTo>
                    <a:pt x="176" y="126"/>
                  </a:lnTo>
                  <a:lnTo>
                    <a:pt x="157" y="99"/>
                  </a:lnTo>
                  <a:lnTo>
                    <a:pt x="139" y="75"/>
                  </a:lnTo>
                  <a:lnTo>
                    <a:pt x="119" y="53"/>
                  </a:lnTo>
                  <a:lnTo>
                    <a:pt x="96" y="34"/>
                  </a:lnTo>
                  <a:lnTo>
                    <a:pt x="75" y="19"/>
                  </a:lnTo>
                  <a:lnTo>
                    <a:pt x="51" y="9"/>
                  </a:lnTo>
                  <a:lnTo>
                    <a:pt x="26" y="3"/>
                  </a:lnTo>
                  <a:lnTo>
                    <a:pt x="0" y="0"/>
                  </a:lnTo>
                  <a:lnTo>
                    <a:pt x="0" y="12"/>
                  </a:lnTo>
                  <a:lnTo>
                    <a:pt x="24" y="15"/>
                  </a:lnTo>
                  <a:lnTo>
                    <a:pt x="46" y="20"/>
                  </a:lnTo>
                  <a:lnTo>
                    <a:pt x="68" y="31"/>
                  </a:lnTo>
                  <a:lnTo>
                    <a:pt x="89" y="44"/>
                  </a:lnTo>
                  <a:lnTo>
                    <a:pt x="109" y="63"/>
                  </a:lnTo>
                  <a:lnTo>
                    <a:pt x="129" y="83"/>
                  </a:lnTo>
                  <a:lnTo>
                    <a:pt x="148" y="106"/>
                  </a:lnTo>
                  <a:lnTo>
                    <a:pt x="164" y="133"/>
                  </a:lnTo>
                  <a:lnTo>
                    <a:pt x="180" y="162"/>
                  </a:lnTo>
                  <a:lnTo>
                    <a:pt x="194" y="195"/>
                  </a:lnTo>
                  <a:lnTo>
                    <a:pt x="205" y="229"/>
                  </a:lnTo>
                  <a:lnTo>
                    <a:pt x="216" y="264"/>
                  </a:lnTo>
                  <a:lnTo>
                    <a:pt x="224" y="303"/>
                  </a:lnTo>
                  <a:lnTo>
                    <a:pt x="230" y="343"/>
                  </a:lnTo>
                  <a:lnTo>
                    <a:pt x="233" y="384"/>
                  </a:lnTo>
                  <a:lnTo>
                    <a:pt x="235" y="426"/>
                  </a:lnTo>
                  <a:lnTo>
                    <a:pt x="246"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99432" name="Freeform 69"/>
            <p:cNvSpPr>
              <a:spLocks/>
            </p:cNvSpPr>
            <p:nvPr/>
          </p:nvSpPr>
          <p:spPr bwMode="auto">
            <a:xfrm>
              <a:off x="1392" y="2203"/>
              <a:ext cx="49" cy="85"/>
            </a:xfrm>
            <a:custGeom>
              <a:avLst/>
              <a:gdLst>
                <a:gd name="T0" fmla="*/ 0 w 246"/>
                <a:gd name="T1" fmla="*/ 3 h 424"/>
                <a:gd name="T2" fmla="*/ 0 w 246"/>
                <a:gd name="T3" fmla="*/ 3 h 424"/>
                <a:gd name="T4" fmla="*/ 0 w 246"/>
                <a:gd name="T5" fmla="*/ 3 h 424"/>
                <a:gd name="T6" fmla="*/ 0 w 246"/>
                <a:gd name="T7" fmla="*/ 3 h 424"/>
                <a:gd name="T8" fmla="*/ 1 w 246"/>
                <a:gd name="T9" fmla="*/ 3 h 424"/>
                <a:gd name="T10" fmla="*/ 1 w 246"/>
                <a:gd name="T11" fmla="*/ 3 h 424"/>
                <a:gd name="T12" fmla="*/ 1 w 246"/>
                <a:gd name="T13" fmla="*/ 3 h 424"/>
                <a:gd name="T14" fmla="*/ 1 w 246"/>
                <a:gd name="T15" fmla="*/ 3 h 424"/>
                <a:gd name="T16" fmla="*/ 1 w 246"/>
                <a:gd name="T17" fmla="*/ 3 h 424"/>
                <a:gd name="T18" fmla="*/ 1 w 246"/>
                <a:gd name="T19" fmla="*/ 2 h 424"/>
                <a:gd name="T20" fmla="*/ 2 w 246"/>
                <a:gd name="T21" fmla="*/ 2 h 424"/>
                <a:gd name="T22" fmla="*/ 2 w 246"/>
                <a:gd name="T23" fmla="*/ 2 h 424"/>
                <a:gd name="T24" fmla="*/ 2 w 246"/>
                <a:gd name="T25" fmla="*/ 2 h 424"/>
                <a:gd name="T26" fmla="*/ 2 w 246"/>
                <a:gd name="T27" fmla="*/ 1 h 424"/>
                <a:gd name="T28" fmla="*/ 2 w 246"/>
                <a:gd name="T29" fmla="*/ 1 h 424"/>
                <a:gd name="T30" fmla="*/ 2 w 246"/>
                <a:gd name="T31" fmla="*/ 1 h 424"/>
                <a:gd name="T32" fmla="*/ 2 w 246"/>
                <a:gd name="T33" fmla="*/ 0 h 424"/>
                <a:gd name="T34" fmla="*/ 2 w 246"/>
                <a:gd name="T35" fmla="*/ 0 h 424"/>
                <a:gd name="T36" fmla="*/ 2 w 246"/>
                <a:gd name="T37" fmla="*/ 0 h 424"/>
                <a:gd name="T38" fmla="*/ 2 w 246"/>
                <a:gd name="T39" fmla="*/ 0 h 424"/>
                <a:gd name="T40" fmla="*/ 2 w 246"/>
                <a:gd name="T41" fmla="*/ 1 h 424"/>
                <a:gd name="T42" fmla="*/ 2 w 246"/>
                <a:gd name="T43" fmla="*/ 1 h 424"/>
                <a:gd name="T44" fmla="*/ 2 w 246"/>
                <a:gd name="T45" fmla="*/ 1 h 424"/>
                <a:gd name="T46" fmla="*/ 2 w 246"/>
                <a:gd name="T47" fmla="*/ 2 h 424"/>
                <a:gd name="T48" fmla="*/ 2 w 246"/>
                <a:gd name="T49" fmla="*/ 2 h 424"/>
                <a:gd name="T50" fmla="*/ 1 w 246"/>
                <a:gd name="T51" fmla="*/ 2 h 424"/>
                <a:gd name="T52" fmla="*/ 1 w 246"/>
                <a:gd name="T53" fmla="*/ 2 h 424"/>
                <a:gd name="T54" fmla="*/ 1 w 246"/>
                <a:gd name="T55" fmla="*/ 3 h 424"/>
                <a:gd name="T56" fmla="*/ 1 w 246"/>
                <a:gd name="T57" fmla="*/ 3 h 424"/>
                <a:gd name="T58" fmla="*/ 1 w 246"/>
                <a:gd name="T59" fmla="*/ 3 h 424"/>
                <a:gd name="T60" fmla="*/ 1 w 246"/>
                <a:gd name="T61" fmla="*/ 3 h 424"/>
                <a:gd name="T62" fmla="*/ 1 w 246"/>
                <a:gd name="T63" fmla="*/ 3 h 424"/>
                <a:gd name="T64" fmla="*/ 0 w 246"/>
                <a:gd name="T65" fmla="*/ 3 h 424"/>
                <a:gd name="T66" fmla="*/ 0 w 246"/>
                <a:gd name="T67" fmla="*/ 3 h 424"/>
                <a:gd name="T68" fmla="*/ 0 w 246"/>
                <a:gd name="T69" fmla="*/ 3 h 424"/>
                <a:gd name="T70" fmla="*/ 0 w 246"/>
                <a:gd name="T71" fmla="*/ 3 h 424"/>
                <a:gd name="T72" fmla="*/ 0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0" y="424"/>
                  </a:moveTo>
                  <a:lnTo>
                    <a:pt x="0" y="424"/>
                  </a:lnTo>
                  <a:lnTo>
                    <a:pt x="26" y="422"/>
                  </a:lnTo>
                  <a:lnTo>
                    <a:pt x="51" y="416"/>
                  </a:lnTo>
                  <a:lnTo>
                    <a:pt x="75" y="406"/>
                  </a:lnTo>
                  <a:lnTo>
                    <a:pt x="96" y="390"/>
                  </a:lnTo>
                  <a:lnTo>
                    <a:pt x="119" y="373"/>
                  </a:lnTo>
                  <a:lnTo>
                    <a:pt x="139" y="351"/>
                  </a:lnTo>
                  <a:lnTo>
                    <a:pt x="157" y="326"/>
                  </a:lnTo>
                  <a:lnTo>
                    <a:pt x="175" y="299"/>
                  </a:lnTo>
                  <a:lnTo>
                    <a:pt x="191" y="269"/>
                  </a:lnTo>
                  <a:lnTo>
                    <a:pt x="205" y="236"/>
                  </a:lnTo>
                  <a:lnTo>
                    <a:pt x="217" y="202"/>
                  </a:lnTo>
                  <a:lnTo>
                    <a:pt x="228" y="163"/>
                  </a:lnTo>
                  <a:lnTo>
                    <a:pt x="236" y="125"/>
                  </a:lnTo>
                  <a:lnTo>
                    <a:pt x="242" y="86"/>
                  </a:lnTo>
                  <a:lnTo>
                    <a:pt x="245" y="42"/>
                  </a:lnTo>
                  <a:lnTo>
                    <a:pt x="246" y="0"/>
                  </a:lnTo>
                  <a:lnTo>
                    <a:pt x="235" y="0"/>
                  </a:lnTo>
                  <a:lnTo>
                    <a:pt x="233" y="42"/>
                  </a:lnTo>
                  <a:lnTo>
                    <a:pt x="230" y="83"/>
                  </a:lnTo>
                  <a:lnTo>
                    <a:pt x="224" y="123"/>
                  </a:lnTo>
                  <a:lnTo>
                    <a:pt x="216" y="161"/>
                  </a:lnTo>
                  <a:lnTo>
                    <a:pt x="205" y="197"/>
                  </a:lnTo>
                  <a:lnTo>
                    <a:pt x="194" y="231"/>
                  </a:lnTo>
                  <a:lnTo>
                    <a:pt x="180" y="264"/>
                  </a:lnTo>
                  <a:lnTo>
                    <a:pt x="166" y="292"/>
                  </a:lnTo>
                  <a:lnTo>
                    <a:pt x="148" y="319"/>
                  </a:lnTo>
                  <a:lnTo>
                    <a:pt x="129" y="344"/>
                  </a:lnTo>
                  <a:lnTo>
                    <a:pt x="109" y="364"/>
                  </a:lnTo>
                  <a:lnTo>
                    <a:pt x="89" y="381"/>
                  </a:lnTo>
                  <a:lnTo>
                    <a:pt x="68" y="394"/>
                  </a:lnTo>
                  <a:lnTo>
                    <a:pt x="46" y="405"/>
                  </a:lnTo>
                  <a:lnTo>
                    <a:pt x="24" y="410"/>
                  </a:lnTo>
                  <a:lnTo>
                    <a:pt x="0" y="413"/>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99433" name="Freeform 70"/>
            <p:cNvSpPr>
              <a:spLocks/>
            </p:cNvSpPr>
            <p:nvPr/>
          </p:nvSpPr>
          <p:spPr bwMode="auto">
            <a:xfrm>
              <a:off x="1343" y="2203"/>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2" y="42"/>
                  </a:lnTo>
                  <a:lnTo>
                    <a:pt x="5" y="86"/>
                  </a:lnTo>
                  <a:lnTo>
                    <a:pt x="11" y="125"/>
                  </a:lnTo>
                  <a:lnTo>
                    <a:pt x="19" y="163"/>
                  </a:lnTo>
                  <a:lnTo>
                    <a:pt x="30" y="202"/>
                  </a:lnTo>
                  <a:lnTo>
                    <a:pt x="41" y="236"/>
                  </a:lnTo>
                  <a:lnTo>
                    <a:pt x="56" y="269"/>
                  </a:lnTo>
                  <a:lnTo>
                    <a:pt x="72" y="299"/>
                  </a:lnTo>
                  <a:lnTo>
                    <a:pt x="90" y="326"/>
                  </a:lnTo>
                  <a:lnTo>
                    <a:pt x="108" y="351"/>
                  </a:lnTo>
                  <a:lnTo>
                    <a:pt x="127" y="373"/>
                  </a:lnTo>
                  <a:lnTo>
                    <a:pt x="149" y="390"/>
                  </a:lnTo>
                  <a:lnTo>
                    <a:pt x="172" y="406"/>
                  </a:lnTo>
                  <a:lnTo>
                    <a:pt x="195" y="416"/>
                  </a:lnTo>
                  <a:lnTo>
                    <a:pt x="220" y="422"/>
                  </a:lnTo>
                  <a:lnTo>
                    <a:pt x="245" y="424"/>
                  </a:lnTo>
                  <a:lnTo>
                    <a:pt x="245" y="413"/>
                  </a:lnTo>
                  <a:lnTo>
                    <a:pt x="222" y="410"/>
                  </a:lnTo>
                  <a:lnTo>
                    <a:pt x="200" y="405"/>
                  </a:lnTo>
                  <a:lnTo>
                    <a:pt x="179" y="394"/>
                  </a:lnTo>
                  <a:lnTo>
                    <a:pt x="156" y="381"/>
                  </a:lnTo>
                  <a:lnTo>
                    <a:pt x="136" y="364"/>
                  </a:lnTo>
                  <a:lnTo>
                    <a:pt x="118" y="344"/>
                  </a:lnTo>
                  <a:lnTo>
                    <a:pt x="99" y="319"/>
                  </a:lnTo>
                  <a:lnTo>
                    <a:pt x="81" y="292"/>
                  </a:lnTo>
                  <a:lnTo>
                    <a:pt x="67" y="264"/>
                  </a:lnTo>
                  <a:lnTo>
                    <a:pt x="53" y="231"/>
                  </a:lnTo>
                  <a:lnTo>
                    <a:pt x="41" y="197"/>
                  </a:lnTo>
                  <a:lnTo>
                    <a:pt x="31" y="161"/>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99434" name="Freeform 71"/>
            <p:cNvSpPr>
              <a:spLocks/>
            </p:cNvSpPr>
            <p:nvPr/>
          </p:nvSpPr>
          <p:spPr bwMode="auto">
            <a:xfrm>
              <a:off x="1343" y="2118"/>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1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20" y="3"/>
                  </a:lnTo>
                  <a:lnTo>
                    <a:pt x="195" y="9"/>
                  </a:lnTo>
                  <a:lnTo>
                    <a:pt x="172" y="19"/>
                  </a:lnTo>
                  <a:lnTo>
                    <a:pt x="149" y="34"/>
                  </a:lnTo>
                  <a:lnTo>
                    <a:pt x="127" y="53"/>
                  </a:lnTo>
                  <a:lnTo>
                    <a:pt x="108" y="75"/>
                  </a:lnTo>
                  <a:lnTo>
                    <a:pt x="90" y="99"/>
                  </a:lnTo>
                  <a:lnTo>
                    <a:pt x="71" y="126"/>
                  </a:lnTo>
                  <a:lnTo>
                    <a:pt x="56" y="158"/>
                  </a:lnTo>
                  <a:lnTo>
                    <a:pt x="41" y="190"/>
                  </a:lnTo>
                  <a:lnTo>
                    <a:pt x="30" y="224"/>
                  </a:lnTo>
                  <a:lnTo>
                    <a:pt x="19" y="262"/>
                  </a:lnTo>
                  <a:lnTo>
                    <a:pt x="11" y="301"/>
                  </a:lnTo>
                  <a:lnTo>
                    <a:pt x="5" y="340"/>
                  </a:lnTo>
                  <a:lnTo>
                    <a:pt x="2" y="384"/>
                  </a:lnTo>
                  <a:lnTo>
                    <a:pt x="0" y="426"/>
                  </a:lnTo>
                  <a:lnTo>
                    <a:pt x="12" y="426"/>
                  </a:lnTo>
                  <a:lnTo>
                    <a:pt x="13" y="384"/>
                  </a:lnTo>
                  <a:lnTo>
                    <a:pt x="17" y="343"/>
                  </a:lnTo>
                  <a:lnTo>
                    <a:pt x="23" y="303"/>
                  </a:lnTo>
                  <a:lnTo>
                    <a:pt x="31" y="264"/>
                  </a:lnTo>
                  <a:lnTo>
                    <a:pt x="41" y="229"/>
                  </a:lnTo>
                  <a:lnTo>
                    <a:pt x="53" y="195"/>
                  </a:lnTo>
                  <a:lnTo>
                    <a:pt x="67" y="162"/>
                  </a:lnTo>
                  <a:lnTo>
                    <a:pt x="82" y="133"/>
                  </a:lnTo>
                  <a:lnTo>
                    <a:pt x="99" y="106"/>
                  </a:lnTo>
                  <a:lnTo>
                    <a:pt x="118" y="83"/>
                  </a:lnTo>
                  <a:lnTo>
                    <a:pt x="136" y="63"/>
                  </a:lnTo>
                  <a:lnTo>
                    <a:pt x="156" y="44"/>
                  </a:lnTo>
                  <a:lnTo>
                    <a:pt x="179" y="31"/>
                  </a:lnTo>
                  <a:lnTo>
                    <a:pt x="200" y="20"/>
                  </a:lnTo>
                  <a:lnTo>
                    <a:pt x="222" y="15"/>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99435" name="Freeform 72"/>
            <p:cNvSpPr>
              <a:spLocks/>
            </p:cNvSpPr>
            <p:nvPr/>
          </p:nvSpPr>
          <p:spPr bwMode="auto">
            <a:xfrm>
              <a:off x="1384" y="1859"/>
              <a:ext cx="49" cy="84"/>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1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3" y="382"/>
                  </a:lnTo>
                  <a:lnTo>
                    <a:pt x="240" y="339"/>
                  </a:lnTo>
                  <a:lnTo>
                    <a:pt x="234" y="299"/>
                  </a:lnTo>
                  <a:lnTo>
                    <a:pt x="226" y="261"/>
                  </a:lnTo>
                  <a:lnTo>
                    <a:pt x="215" y="222"/>
                  </a:lnTo>
                  <a:lnTo>
                    <a:pt x="204" y="188"/>
                  </a:lnTo>
                  <a:lnTo>
                    <a:pt x="189" y="156"/>
                  </a:lnTo>
                  <a:lnTo>
                    <a:pt x="173" y="125"/>
                  </a:lnTo>
                  <a:lnTo>
                    <a:pt x="155" y="98"/>
                  </a:lnTo>
                  <a:lnTo>
                    <a:pt x="138" y="74"/>
                  </a:lnTo>
                  <a:lnTo>
                    <a:pt x="118" y="51"/>
                  </a:lnTo>
                  <a:lnTo>
                    <a:pt x="96" y="34"/>
                  </a:lnTo>
                  <a:lnTo>
                    <a:pt x="73" y="18"/>
                  </a:lnTo>
                  <a:lnTo>
                    <a:pt x="50" y="8"/>
                  </a:lnTo>
                  <a:lnTo>
                    <a:pt x="25" y="2"/>
                  </a:lnTo>
                  <a:lnTo>
                    <a:pt x="0" y="0"/>
                  </a:lnTo>
                  <a:lnTo>
                    <a:pt x="0" y="11"/>
                  </a:lnTo>
                  <a:lnTo>
                    <a:pt x="23" y="14"/>
                  </a:lnTo>
                  <a:lnTo>
                    <a:pt x="45" y="20"/>
                  </a:lnTo>
                  <a:lnTo>
                    <a:pt x="66" y="30"/>
                  </a:lnTo>
                  <a:lnTo>
                    <a:pt x="89" y="43"/>
                  </a:lnTo>
                  <a:lnTo>
                    <a:pt x="109" y="61"/>
                  </a:lnTo>
                  <a:lnTo>
                    <a:pt x="129" y="81"/>
                  </a:lnTo>
                  <a:lnTo>
                    <a:pt x="146" y="105"/>
                  </a:lnTo>
                  <a:lnTo>
                    <a:pt x="164" y="132"/>
                  </a:lnTo>
                  <a:lnTo>
                    <a:pt x="178" y="160"/>
                  </a:lnTo>
                  <a:lnTo>
                    <a:pt x="192" y="193"/>
                  </a:lnTo>
                  <a:lnTo>
                    <a:pt x="204" y="227"/>
                  </a:lnTo>
                  <a:lnTo>
                    <a:pt x="214" y="264"/>
                  </a:lnTo>
                  <a:lnTo>
                    <a:pt x="222" y="301"/>
                  </a:lnTo>
                  <a:lnTo>
                    <a:pt x="228"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99436" name="Freeform 73"/>
            <p:cNvSpPr>
              <a:spLocks/>
            </p:cNvSpPr>
            <p:nvPr/>
          </p:nvSpPr>
          <p:spPr bwMode="auto">
            <a:xfrm>
              <a:off x="1384" y="1943"/>
              <a:ext cx="49" cy="86"/>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5" y="423"/>
                  </a:lnTo>
                  <a:lnTo>
                    <a:pt x="50" y="418"/>
                  </a:lnTo>
                  <a:lnTo>
                    <a:pt x="73" y="407"/>
                  </a:lnTo>
                  <a:lnTo>
                    <a:pt x="96" y="392"/>
                  </a:lnTo>
                  <a:lnTo>
                    <a:pt x="118" y="374"/>
                  </a:lnTo>
                  <a:lnTo>
                    <a:pt x="138" y="352"/>
                  </a:lnTo>
                  <a:lnTo>
                    <a:pt x="155" y="327"/>
                  </a:lnTo>
                  <a:lnTo>
                    <a:pt x="174" y="300"/>
                  </a:lnTo>
                  <a:lnTo>
                    <a:pt x="189" y="269"/>
                  </a:lnTo>
                  <a:lnTo>
                    <a:pt x="204" y="237"/>
                  </a:lnTo>
                  <a:lnTo>
                    <a:pt x="215" y="202"/>
                  </a:lnTo>
                  <a:lnTo>
                    <a:pt x="226" y="164"/>
                  </a:lnTo>
                  <a:lnTo>
                    <a:pt x="234" y="126"/>
                  </a:lnTo>
                  <a:lnTo>
                    <a:pt x="240" y="86"/>
                  </a:lnTo>
                  <a:lnTo>
                    <a:pt x="243" y="42"/>
                  </a:lnTo>
                  <a:lnTo>
                    <a:pt x="245" y="0"/>
                  </a:lnTo>
                  <a:lnTo>
                    <a:pt x="233" y="0"/>
                  </a:lnTo>
                  <a:lnTo>
                    <a:pt x="232" y="42"/>
                  </a:lnTo>
                  <a:lnTo>
                    <a:pt x="228" y="83"/>
                  </a:lnTo>
                  <a:lnTo>
                    <a:pt x="222" y="123"/>
                  </a:lnTo>
                  <a:lnTo>
                    <a:pt x="214" y="162"/>
                  </a:lnTo>
                  <a:lnTo>
                    <a:pt x="204" y="197"/>
                  </a:lnTo>
                  <a:lnTo>
                    <a:pt x="192" y="232"/>
                  </a:lnTo>
                  <a:lnTo>
                    <a:pt x="178" y="264"/>
                  </a:lnTo>
                  <a:lnTo>
                    <a:pt x="163" y="293"/>
                  </a:lnTo>
                  <a:lnTo>
                    <a:pt x="146" y="320"/>
                  </a:lnTo>
                  <a:lnTo>
                    <a:pt x="129" y="345"/>
                  </a:lnTo>
                  <a:lnTo>
                    <a:pt x="109" y="365"/>
                  </a:lnTo>
                  <a:lnTo>
                    <a:pt x="89" y="382"/>
                  </a:lnTo>
                  <a:lnTo>
                    <a:pt x="66" y="395"/>
                  </a:lnTo>
                  <a:lnTo>
                    <a:pt x="45" y="406"/>
                  </a:lnTo>
                  <a:lnTo>
                    <a:pt x="23"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99437" name="Freeform 74"/>
            <p:cNvSpPr>
              <a:spLocks/>
            </p:cNvSpPr>
            <p:nvPr/>
          </p:nvSpPr>
          <p:spPr bwMode="auto">
            <a:xfrm>
              <a:off x="1335" y="1943"/>
              <a:ext cx="49" cy="86"/>
            </a:xfrm>
            <a:custGeom>
              <a:avLst/>
              <a:gdLst>
                <a:gd name="T0" fmla="*/ 0 w 246"/>
                <a:gd name="T1" fmla="*/ 0 h 426"/>
                <a:gd name="T2" fmla="*/ 0 w 246"/>
                <a:gd name="T3" fmla="*/ 0 h 426"/>
                <a:gd name="T4" fmla="*/ 0 w 246"/>
                <a:gd name="T5" fmla="*/ 0 h 426"/>
                <a:gd name="T6" fmla="*/ 0 w 246"/>
                <a:gd name="T7" fmla="*/ 1 h 426"/>
                <a:gd name="T8" fmla="*/ 0 w 246"/>
                <a:gd name="T9" fmla="*/ 1 h 426"/>
                <a:gd name="T10" fmla="*/ 0 w 246"/>
                <a:gd name="T11" fmla="*/ 1 h 426"/>
                <a:gd name="T12" fmla="*/ 0 w 246"/>
                <a:gd name="T13" fmla="*/ 2 h 426"/>
                <a:gd name="T14" fmla="*/ 0 w 246"/>
                <a:gd name="T15" fmla="*/ 2 h 426"/>
                <a:gd name="T16" fmla="*/ 0 w 246"/>
                <a:gd name="T17" fmla="*/ 2 h 426"/>
                <a:gd name="T18" fmla="*/ 1 w 246"/>
                <a:gd name="T19" fmla="*/ 2 h 426"/>
                <a:gd name="T20" fmla="*/ 1 w 246"/>
                <a:gd name="T21" fmla="*/ 3 h 426"/>
                <a:gd name="T22" fmla="*/ 1 w 246"/>
                <a:gd name="T23" fmla="*/ 3 h 426"/>
                <a:gd name="T24" fmla="*/ 1 w 246"/>
                <a:gd name="T25" fmla="*/ 3 h 426"/>
                <a:gd name="T26" fmla="*/ 1 w 246"/>
                <a:gd name="T27" fmla="*/ 3 h 426"/>
                <a:gd name="T28" fmla="*/ 1 w 246"/>
                <a:gd name="T29" fmla="*/ 3 h 426"/>
                <a:gd name="T30" fmla="*/ 2 w 246"/>
                <a:gd name="T31" fmla="*/ 3 h 426"/>
                <a:gd name="T32" fmla="*/ 2 w 246"/>
                <a:gd name="T33" fmla="*/ 3 h 426"/>
                <a:gd name="T34" fmla="*/ 2 w 246"/>
                <a:gd name="T35" fmla="*/ 3 h 426"/>
                <a:gd name="T36" fmla="*/ 2 w 246"/>
                <a:gd name="T37" fmla="*/ 3 h 426"/>
                <a:gd name="T38" fmla="*/ 2 w 246"/>
                <a:gd name="T39" fmla="*/ 3 h 426"/>
                <a:gd name="T40" fmla="*/ 2 w 246"/>
                <a:gd name="T41" fmla="*/ 3 h 426"/>
                <a:gd name="T42" fmla="*/ 1 w 246"/>
                <a:gd name="T43" fmla="*/ 3 h 426"/>
                <a:gd name="T44" fmla="*/ 1 w 246"/>
                <a:gd name="T45" fmla="*/ 3 h 426"/>
                <a:gd name="T46" fmla="*/ 1 w 246"/>
                <a:gd name="T47" fmla="*/ 3 h 426"/>
                <a:gd name="T48" fmla="*/ 1 w 246"/>
                <a:gd name="T49" fmla="*/ 3 h 426"/>
                <a:gd name="T50" fmla="*/ 1 w 246"/>
                <a:gd name="T51" fmla="*/ 3 h 426"/>
                <a:gd name="T52" fmla="*/ 1 w 246"/>
                <a:gd name="T53" fmla="*/ 2 h 426"/>
                <a:gd name="T54" fmla="*/ 1 w 246"/>
                <a:gd name="T55" fmla="*/ 2 h 426"/>
                <a:gd name="T56" fmla="*/ 0 w 246"/>
                <a:gd name="T57" fmla="*/ 2 h 426"/>
                <a:gd name="T58" fmla="*/ 0 w 246"/>
                <a:gd name="T59" fmla="*/ 2 h 426"/>
                <a:gd name="T60" fmla="*/ 0 w 246"/>
                <a:gd name="T61" fmla="*/ 1 h 426"/>
                <a:gd name="T62" fmla="*/ 0 w 246"/>
                <a:gd name="T63" fmla="*/ 1 h 426"/>
                <a:gd name="T64" fmla="*/ 0 w 246"/>
                <a:gd name="T65" fmla="*/ 1 h 426"/>
                <a:gd name="T66" fmla="*/ 0 w 246"/>
                <a:gd name="T67" fmla="*/ 0 h 426"/>
                <a:gd name="T68" fmla="*/ 0 w 246"/>
                <a:gd name="T69" fmla="*/ 0 h 426"/>
                <a:gd name="T70" fmla="*/ 0 w 246"/>
                <a:gd name="T71" fmla="*/ 0 h 426"/>
                <a:gd name="T72" fmla="*/ 0 w 246"/>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0"/>
                  </a:moveTo>
                  <a:lnTo>
                    <a:pt x="0" y="0"/>
                  </a:lnTo>
                  <a:lnTo>
                    <a:pt x="1" y="42"/>
                  </a:lnTo>
                  <a:lnTo>
                    <a:pt x="4" y="86"/>
                  </a:lnTo>
                  <a:lnTo>
                    <a:pt x="10" y="126"/>
                  </a:lnTo>
                  <a:lnTo>
                    <a:pt x="18" y="164"/>
                  </a:lnTo>
                  <a:lnTo>
                    <a:pt x="29" y="202"/>
                  </a:lnTo>
                  <a:lnTo>
                    <a:pt x="41" y="237"/>
                  </a:lnTo>
                  <a:lnTo>
                    <a:pt x="55" y="269"/>
                  </a:lnTo>
                  <a:lnTo>
                    <a:pt x="71" y="300"/>
                  </a:lnTo>
                  <a:lnTo>
                    <a:pt x="89" y="327"/>
                  </a:lnTo>
                  <a:lnTo>
                    <a:pt x="107" y="352"/>
                  </a:lnTo>
                  <a:lnTo>
                    <a:pt x="127" y="374"/>
                  </a:lnTo>
                  <a:lnTo>
                    <a:pt x="150" y="392"/>
                  </a:lnTo>
                  <a:lnTo>
                    <a:pt x="171" y="407"/>
                  </a:lnTo>
                  <a:lnTo>
                    <a:pt x="195" y="418"/>
                  </a:lnTo>
                  <a:lnTo>
                    <a:pt x="220" y="423"/>
                  </a:lnTo>
                  <a:lnTo>
                    <a:pt x="246" y="426"/>
                  </a:lnTo>
                  <a:lnTo>
                    <a:pt x="246" y="414"/>
                  </a:lnTo>
                  <a:lnTo>
                    <a:pt x="222" y="412"/>
                  </a:lnTo>
                  <a:lnTo>
                    <a:pt x="200" y="406"/>
                  </a:lnTo>
                  <a:lnTo>
                    <a:pt x="178" y="395"/>
                  </a:lnTo>
                  <a:lnTo>
                    <a:pt x="157" y="382"/>
                  </a:lnTo>
                  <a:lnTo>
                    <a:pt x="137" y="365"/>
                  </a:lnTo>
                  <a:lnTo>
                    <a:pt x="117" y="345"/>
                  </a:lnTo>
                  <a:lnTo>
                    <a:pt x="98" y="320"/>
                  </a:lnTo>
                  <a:lnTo>
                    <a:pt x="83" y="293"/>
                  </a:lnTo>
                  <a:lnTo>
                    <a:pt x="66" y="264"/>
                  </a:lnTo>
                  <a:lnTo>
                    <a:pt x="52" y="232"/>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99438" name="Freeform 75"/>
            <p:cNvSpPr>
              <a:spLocks/>
            </p:cNvSpPr>
            <p:nvPr/>
          </p:nvSpPr>
          <p:spPr bwMode="auto">
            <a:xfrm>
              <a:off x="1335" y="1859"/>
              <a:ext cx="49" cy="84"/>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1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0" y="2"/>
                  </a:lnTo>
                  <a:lnTo>
                    <a:pt x="195" y="8"/>
                  </a:lnTo>
                  <a:lnTo>
                    <a:pt x="171" y="18"/>
                  </a:lnTo>
                  <a:lnTo>
                    <a:pt x="150" y="34"/>
                  </a:lnTo>
                  <a:lnTo>
                    <a:pt x="127" y="51"/>
                  </a:lnTo>
                  <a:lnTo>
                    <a:pt x="107" y="74"/>
                  </a:lnTo>
                  <a:lnTo>
                    <a:pt x="89" y="98"/>
                  </a:lnTo>
                  <a:lnTo>
                    <a:pt x="72" y="125"/>
                  </a:lnTo>
                  <a:lnTo>
                    <a:pt x="55" y="156"/>
                  </a:lnTo>
                  <a:lnTo>
                    <a:pt x="41" y="188"/>
                  </a:lnTo>
                  <a:lnTo>
                    <a:pt x="29" y="222"/>
                  </a:lnTo>
                  <a:lnTo>
                    <a:pt x="18" y="261"/>
                  </a:lnTo>
                  <a:lnTo>
                    <a:pt x="10" y="299"/>
                  </a:lnTo>
                  <a:lnTo>
                    <a:pt x="4" y="339"/>
                  </a:lnTo>
                  <a:lnTo>
                    <a:pt x="1" y="382"/>
                  </a:lnTo>
                  <a:lnTo>
                    <a:pt x="0" y="424"/>
                  </a:lnTo>
                  <a:lnTo>
                    <a:pt x="11" y="424"/>
                  </a:lnTo>
                  <a:lnTo>
                    <a:pt x="13" y="382"/>
                  </a:lnTo>
                  <a:lnTo>
                    <a:pt x="16" y="341"/>
                  </a:lnTo>
                  <a:lnTo>
                    <a:pt x="22" y="301"/>
                  </a:lnTo>
                  <a:lnTo>
                    <a:pt x="30" y="264"/>
                  </a:lnTo>
                  <a:lnTo>
                    <a:pt x="41" y="227"/>
                  </a:lnTo>
                  <a:lnTo>
                    <a:pt x="52" y="193"/>
                  </a:lnTo>
                  <a:lnTo>
                    <a:pt x="66" y="160"/>
                  </a:lnTo>
                  <a:lnTo>
                    <a:pt x="82" y="132"/>
                  </a:lnTo>
                  <a:lnTo>
                    <a:pt x="98" y="105"/>
                  </a:lnTo>
                  <a:lnTo>
                    <a:pt x="117" y="81"/>
                  </a:lnTo>
                  <a:lnTo>
                    <a:pt x="137" y="61"/>
                  </a:lnTo>
                  <a:lnTo>
                    <a:pt x="157" y="43"/>
                  </a:lnTo>
                  <a:lnTo>
                    <a:pt x="178" y="30"/>
                  </a:lnTo>
                  <a:lnTo>
                    <a:pt x="200" y="20"/>
                  </a:lnTo>
                  <a:lnTo>
                    <a:pt x="222" y="14"/>
                  </a:lnTo>
                  <a:lnTo>
                    <a:pt x="246" y="11"/>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99439" name="Freeform 76"/>
            <p:cNvSpPr>
              <a:spLocks/>
            </p:cNvSpPr>
            <p:nvPr/>
          </p:nvSpPr>
          <p:spPr bwMode="auto">
            <a:xfrm>
              <a:off x="1552" y="1751"/>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1" y="339"/>
                  </a:lnTo>
                  <a:lnTo>
                    <a:pt x="235" y="299"/>
                  </a:lnTo>
                  <a:lnTo>
                    <a:pt x="226" y="261"/>
                  </a:lnTo>
                  <a:lnTo>
                    <a:pt x="216" y="223"/>
                  </a:lnTo>
                  <a:lnTo>
                    <a:pt x="204" y="189"/>
                  </a:lnTo>
                  <a:lnTo>
                    <a:pt x="190" y="156"/>
                  </a:lnTo>
                  <a:lnTo>
                    <a:pt x="174" y="125"/>
                  </a:lnTo>
                  <a:lnTo>
                    <a:pt x="156" y="98"/>
                  </a:lnTo>
                  <a:lnTo>
                    <a:pt x="137" y="74"/>
                  </a:lnTo>
                  <a:lnTo>
                    <a:pt x="119" y="52"/>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8" y="81"/>
                  </a:lnTo>
                  <a:lnTo>
                    <a:pt x="147" y="105"/>
                  </a:lnTo>
                  <a:lnTo>
                    <a:pt x="164" y="132"/>
                  </a:lnTo>
                  <a:lnTo>
                    <a:pt x="178" y="161"/>
                  </a:lnTo>
                  <a:lnTo>
                    <a:pt x="193" y="193"/>
                  </a:lnTo>
                  <a:lnTo>
                    <a:pt x="204" y="227"/>
                  </a:lnTo>
                  <a:lnTo>
                    <a:pt x="215" y="264"/>
                  </a:lnTo>
                  <a:lnTo>
                    <a:pt x="223" y="301"/>
                  </a:lnTo>
                  <a:lnTo>
                    <a:pt x="229" y="341"/>
                  </a:lnTo>
                  <a:lnTo>
                    <a:pt x="232" y="382"/>
                  </a:lnTo>
                  <a:lnTo>
                    <a:pt x="234"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99440" name="Freeform 77"/>
            <p:cNvSpPr>
              <a:spLocks/>
            </p:cNvSpPr>
            <p:nvPr/>
          </p:nvSpPr>
          <p:spPr bwMode="auto">
            <a:xfrm>
              <a:off x="1552" y="1836"/>
              <a:ext cx="49" cy="85"/>
            </a:xfrm>
            <a:custGeom>
              <a:avLst/>
              <a:gdLst>
                <a:gd name="T0" fmla="*/ 0 w 245"/>
                <a:gd name="T1" fmla="*/ 3 h 425"/>
                <a:gd name="T2" fmla="*/ 0 w 245"/>
                <a:gd name="T3" fmla="*/ 3 h 425"/>
                <a:gd name="T4" fmla="*/ 0 w 245"/>
                <a:gd name="T5" fmla="*/ 3 h 425"/>
                <a:gd name="T6" fmla="*/ 0 w 245"/>
                <a:gd name="T7" fmla="*/ 3 h 425"/>
                <a:gd name="T8" fmla="*/ 1 w 245"/>
                <a:gd name="T9" fmla="*/ 3 h 425"/>
                <a:gd name="T10" fmla="*/ 1 w 245"/>
                <a:gd name="T11" fmla="*/ 3 h 425"/>
                <a:gd name="T12" fmla="*/ 1 w 245"/>
                <a:gd name="T13" fmla="*/ 3 h 425"/>
                <a:gd name="T14" fmla="*/ 1 w 245"/>
                <a:gd name="T15" fmla="*/ 3 h 425"/>
                <a:gd name="T16" fmla="*/ 1 w 245"/>
                <a:gd name="T17" fmla="*/ 3 h 425"/>
                <a:gd name="T18" fmla="*/ 1 w 245"/>
                <a:gd name="T19" fmla="*/ 2 h 425"/>
                <a:gd name="T20" fmla="*/ 2 w 245"/>
                <a:gd name="T21" fmla="*/ 2 h 425"/>
                <a:gd name="T22" fmla="*/ 2 w 245"/>
                <a:gd name="T23" fmla="*/ 2 h 425"/>
                <a:gd name="T24" fmla="*/ 2 w 245"/>
                <a:gd name="T25" fmla="*/ 2 h 425"/>
                <a:gd name="T26" fmla="*/ 2 w 245"/>
                <a:gd name="T27" fmla="*/ 1 h 425"/>
                <a:gd name="T28" fmla="*/ 2 w 245"/>
                <a:gd name="T29" fmla="*/ 1 h 425"/>
                <a:gd name="T30" fmla="*/ 2 w 245"/>
                <a:gd name="T31" fmla="*/ 1 h 425"/>
                <a:gd name="T32" fmla="*/ 2 w 245"/>
                <a:gd name="T33" fmla="*/ 0 h 425"/>
                <a:gd name="T34" fmla="*/ 2 w 245"/>
                <a:gd name="T35" fmla="*/ 0 h 425"/>
                <a:gd name="T36" fmla="*/ 2 w 245"/>
                <a:gd name="T37" fmla="*/ 0 h 425"/>
                <a:gd name="T38" fmla="*/ 2 w 245"/>
                <a:gd name="T39" fmla="*/ 0 h 425"/>
                <a:gd name="T40" fmla="*/ 2 w 245"/>
                <a:gd name="T41" fmla="*/ 1 h 425"/>
                <a:gd name="T42" fmla="*/ 2 w 245"/>
                <a:gd name="T43" fmla="*/ 1 h 425"/>
                <a:gd name="T44" fmla="*/ 2 w 245"/>
                <a:gd name="T45" fmla="*/ 1 h 425"/>
                <a:gd name="T46" fmla="*/ 2 w 245"/>
                <a:gd name="T47" fmla="*/ 2 h 425"/>
                <a:gd name="T48" fmla="*/ 2 w 245"/>
                <a:gd name="T49" fmla="*/ 2 h 425"/>
                <a:gd name="T50" fmla="*/ 1 w 245"/>
                <a:gd name="T51" fmla="*/ 2 h 425"/>
                <a:gd name="T52" fmla="*/ 1 w 245"/>
                <a:gd name="T53" fmla="*/ 2 h 425"/>
                <a:gd name="T54" fmla="*/ 1 w 245"/>
                <a:gd name="T55" fmla="*/ 3 h 425"/>
                <a:gd name="T56" fmla="*/ 1 w 245"/>
                <a:gd name="T57" fmla="*/ 3 h 425"/>
                <a:gd name="T58" fmla="*/ 1 w 245"/>
                <a:gd name="T59" fmla="*/ 3 h 425"/>
                <a:gd name="T60" fmla="*/ 1 w 245"/>
                <a:gd name="T61" fmla="*/ 3 h 425"/>
                <a:gd name="T62" fmla="*/ 1 w 245"/>
                <a:gd name="T63" fmla="*/ 3 h 425"/>
                <a:gd name="T64" fmla="*/ 0 w 245"/>
                <a:gd name="T65" fmla="*/ 3 h 425"/>
                <a:gd name="T66" fmla="*/ 0 w 245"/>
                <a:gd name="T67" fmla="*/ 3 h 425"/>
                <a:gd name="T68" fmla="*/ 0 w 245"/>
                <a:gd name="T69" fmla="*/ 3 h 425"/>
                <a:gd name="T70" fmla="*/ 0 w 245"/>
                <a:gd name="T71" fmla="*/ 3 h 425"/>
                <a:gd name="T72" fmla="*/ 0 w 245"/>
                <a:gd name="T73" fmla="*/ 3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5"/>
                <a:gd name="T113" fmla="*/ 245 w 245"/>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5">
                  <a:moveTo>
                    <a:pt x="0" y="425"/>
                  </a:moveTo>
                  <a:lnTo>
                    <a:pt x="0" y="425"/>
                  </a:lnTo>
                  <a:lnTo>
                    <a:pt x="26" y="422"/>
                  </a:lnTo>
                  <a:lnTo>
                    <a:pt x="51" y="417"/>
                  </a:lnTo>
                  <a:lnTo>
                    <a:pt x="74" y="406"/>
                  </a:lnTo>
                  <a:lnTo>
                    <a:pt x="96" y="391"/>
                  </a:lnTo>
                  <a:lnTo>
                    <a:pt x="119" y="373"/>
                  </a:lnTo>
                  <a:lnTo>
                    <a:pt x="137" y="351"/>
                  </a:lnTo>
                  <a:lnTo>
                    <a:pt x="156" y="326"/>
                  </a:lnTo>
                  <a:lnTo>
                    <a:pt x="174" y="299"/>
                  </a:lnTo>
                  <a:lnTo>
                    <a:pt x="190" y="269"/>
                  </a:lnTo>
                  <a:lnTo>
                    <a:pt x="204" y="236"/>
                  </a:lnTo>
                  <a:lnTo>
                    <a:pt x="216" y="202"/>
                  </a:lnTo>
                  <a:lnTo>
                    <a:pt x="226" y="163"/>
                  </a:lnTo>
                  <a:lnTo>
                    <a:pt x="235" y="126"/>
                  </a:lnTo>
                  <a:lnTo>
                    <a:pt x="241" y="86"/>
                  </a:lnTo>
                  <a:lnTo>
                    <a:pt x="244" y="43"/>
                  </a:lnTo>
                  <a:lnTo>
                    <a:pt x="245" y="0"/>
                  </a:lnTo>
                  <a:lnTo>
                    <a:pt x="234" y="0"/>
                  </a:lnTo>
                  <a:lnTo>
                    <a:pt x="232" y="43"/>
                  </a:lnTo>
                  <a:lnTo>
                    <a:pt x="229" y="84"/>
                  </a:lnTo>
                  <a:lnTo>
                    <a:pt x="223" y="123"/>
                  </a:lnTo>
                  <a:lnTo>
                    <a:pt x="215" y="161"/>
                  </a:lnTo>
                  <a:lnTo>
                    <a:pt x="204" y="197"/>
                  </a:lnTo>
                  <a:lnTo>
                    <a:pt x="193" y="231"/>
                  </a:lnTo>
                  <a:lnTo>
                    <a:pt x="178" y="264"/>
                  </a:lnTo>
                  <a:lnTo>
                    <a:pt x="164" y="292"/>
                  </a:lnTo>
                  <a:lnTo>
                    <a:pt x="147" y="319"/>
                  </a:lnTo>
                  <a:lnTo>
                    <a:pt x="128" y="344"/>
                  </a:lnTo>
                  <a:lnTo>
                    <a:pt x="109" y="364"/>
                  </a:lnTo>
                  <a:lnTo>
                    <a:pt x="89" y="381"/>
                  </a:lnTo>
                  <a:lnTo>
                    <a:pt x="67" y="394"/>
                  </a:lnTo>
                  <a:lnTo>
                    <a:pt x="46" y="405"/>
                  </a:lnTo>
                  <a:lnTo>
                    <a:pt x="24" y="411"/>
                  </a:lnTo>
                  <a:lnTo>
                    <a:pt x="0" y="413"/>
                  </a:lnTo>
                  <a:lnTo>
                    <a:pt x="0" y="425"/>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99441" name="Freeform 78"/>
            <p:cNvSpPr>
              <a:spLocks/>
            </p:cNvSpPr>
            <p:nvPr/>
          </p:nvSpPr>
          <p:spPr bwMode="auto">
            <a:xfrm>
              <a:off x="1502" y="1836"/>
              <a:ext cx="50" cy="85"/>
            </a:xfrm>
            <a:custGeom>
              <a:avLst/>
              <a:gdLst>
                <a:gd name="T0" fmla="*/ 0 w 246"/>
                <a:gd name="T1" fmla="*/ 0 h 425"/>
                <a:gd name="T2" fmla="*/ 0 w 246"/>
                <a:gd name="T3" fmla="*/ 0 h 425"/>
                <a:gd name="T4" fmla="*/ 0 w 246"/>
                <a:gd name="T5" fmla="*/ 0 h 425"/>
                <a:gd name="T6" fmla="*/ 0 w 246"/>
                <a:gd name="T7" fmla="*/ 1 h 425"/>
                <a:gd name="T8" fmla="*/ 0 w 246"/>
                <a:gd name="T9" fmla="*/ 1 h 425"/>
                <a:gd name="T10" fmla="*/ 0 w 246"/>
                <a:gd name="T11" fmla="*/ 1 h 425"/>
                <a:gd name="T12" fmla="*/ 0 w 246"/>
                <a:gd name="T13" fmla="*/ 2 h 425"/>
                <a:gd name="T14" fmla="*/ 0 w 246"/>
                <a:gd name="T15" fmla="*/ 2 h 425"/>
                <a:gd name="T16" fmla="*/ 0 w 246"/>
                <a:gd name="T17" fmla="*/ 2 h 425"/>
                <a:gd name="T18" fmla="*/ 1 w 246"/>
                <a:gd name="T19" fmla="*/ 2 h 425"/>
                <a:gd name="T20" fmla="*/ 1 w 246"/>
                <a:gd name="T21" fmla="*/ 3 h 425"/>
                <a:gd name="T22" fmla="*/ 1 w 246"/>
                <a:gd name="T23" fmla="*/ 3 h 425"/>
                <a:gd name="T24" fmla="*/ 1 w 246"/>
                <a:gd name="T25" fmla="*/ 3 h 425"/>
                <a:gd name="T26" fmla="*/ 1 w 246"/>
                <a:gd name="T27" fmla="*/ 3 h 425"/>
                <a:gd name="T28" fmla="*/ 1 w 246"/>
                <a:gd name="T29" fmla="*/ 3 h 425"/>
                <a:gd name="T30" fmla="*/ 2 w 246"/>
                <a:gd name="T31" fmla="*/ 3 h 425"/>
                <a:gd name="T32" fmla="*/ 2 w 246"/>
                <a:gd name="T33" fmla="*/ 3 h 425"/>
                <a:gd name="T34" fmla="*/ 2 w 246"/>
                <a:gd name="T35" fmla="*/ 3 h 425"/>
                <a:gd name="T36" fmla="*/ 2 w 246"/>
                <a:gd name="T37" fmla="*/ 3 h 425"/>
                <a:gd name="T38" fmla="*/ 2 w 246"/>
                <a:gd name="T39" fmla="*/ 3 h 425"/>
                <a:gd name="T40" fmla="*/ 2 w 246"/>
                <a:gd name="T41" fmla="*/ 3 h 425"/>
                <a:gd name="T42" fmla="*/ 1 w 246"/>
                <a:gd name="T43" fmla="*/ 3 h 425"/>
                <a:gd name="T44" fmla="*/ 1 w 246"/>
                <a:gd name="T45" fmla="*/ 3 h 425"/>
                <a:gd name="T46" fmla="*/ 1 w 246"/>
                <a:gd name="T47" fmla="*/ 3 h 425"/>
                <a:gd name="T48" fmla="*/ 1 w 246"/>
                <a:gd name="T49" fmla="*/ 3 h 425"/>
                <a:gd name="T50" fmla="*/ 1 w 246"/>
                <a:gd name="T51" fmla="*/ 3 h 425"/>
                <a:gd name="T52" fmla="*/ 1 w 246"/>
                <a:gd name="T53" fmla="*/ 2 h 425"/>
                <a:gd name="T54" fmla="*/ 1 w 246"/>
                <a:gd name="T55" fmla="*/ 2 h 425"/>
                <a:gd name="T56" fmla="*/ 0 w 246"/>
                <a:gd name="T57" fmla="*/ 2 h 425"/>
                <a:gd name="T58" fmla="*/ 0 w 246"/>
                <a:gd name="T59" fmla="*/ 2 h 425"/>
                <a:gd name="T60" fmla="*/ 0 w 246"/>
                <a:gd name="T61" fmla="*/ 1 h 425"/>
                <a:gd name="T62" fmla="*/ 0 w 246"/>
                <a:gd name="T63" fmla="*/ 1 h 425"/>
                <a:gd name="T64" fmla="*/ 0 w 246"/>
                <a:gd name="T65" fmla="*/ 1 h 425"/>
                <a:gd name="T66" fmla="*/ 0 w 246"/>
                <a:gd name="T67" fmla="*/ 0 h 425"/>
                <a:gd name="T68" fmla="*/ 0 w 246"/>
                <a:gd name="T69" fmla="*/ 0 h 425"/>
                <a:gd name="T70" fmla="*/ 0 w 246"/>
                <a:gd name="T71" fmla="*/ 0 h 425"/>
                <a:gd name="T72" fmla="*/ 0 w 246"/>
                <a:gd name="T73" fmla="*/ 0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5"/>
                <a:gd name="T113" fmla="*/ 246 w 246"/>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5">
                  <a:moveTo>
                    <a:pt x="0" y="0"/>
                  </a:moveTo>
                  <a:lnTo>
                    <a:pt x="0" y="0"/>
                  </a:lnTo>
                  <a:lnTo>
                    <a:pt x="2" y="43"/>
                  </a:lnTo>
                  <a:lnTo>
                    <a:pt x="5" y="86"/>
                  </a:lnTo>
                  <a:lnTo>
                    <a:pt x="11" y="126"/>
                  </a:lnTo>
                  <a:lnTo>
                    <a:pt x="19" y="163"/>
                  </a:lnTo>
                  <a:lnTo>
                    <a:pt x="30" y="202"/>
                  </a:lnTo>
                  <a:lnTo>
                    <a:pt x="41" y="236"/>
                  </a:lnTo>
                  <a:lnTo>
                    <a:pt x="55" y="269"/>
                  </a:lnTo>
                  <a:lnTo>
                    <a:pt x="73" y="299"/>
                  </a:lnTo>
                  <a:lnTo>
                    <a:pt x="89" y="326"/>
                  </a:lnTo>
                  <a:lnTo>
                    <a:pt x="108" y="351"/>
                  </a:lnTo>
                  <a:lnTo>
                    <a:pt x="128" y="373"/>
                  </a:lnTo>
                  <a:lnTo>
                    <a:pt x="150" y="391"/>
                  </a:lnTo>
                  <a:lnTo>
                    <a:pt x="171" y="406"/>
                  </a:lnTo>
                  <a:lnTo>
                    <a:pt x="196" y="417"/>
                  </a:lnTo>
                  <a:lnTo>
                    <a:pt x="221" y="422"/>
                  </a:lnTo>
                  <a:lnTo>
                    <a:pt x="246" y="425"/>
                  </a:lnTo>
                  <a:lnTo>
                    <a:pt x="246" y="413"/>
                  </a:lnTo>
                  <a:lnTo>
                    <a:pt x="223" y="411"/>
                  </a:lnTo>
                  <a:lnTo>
                    <a:pt x="201" y="405"/>
                  </a:lnTo>
                  <a:lnTo>
                    <a:pt x="178" y="394"/>
                  </a:lnTo>
                  <a:lnTo>
                    <a:pt x="157" y="381"/>
                  </a:lnTo>
                  <a:lnTo>
                    <a:pt x="137" y="364"/>
                  </a:lnTo>
                  <a:lnTo>
                    <a:pt x="117" y="344"/>
                  </a:lnTo>
                  <a:lnTo>
                    <a:pt x="99" y="319"/>
                  </a:lnTo>
                  <a:lnTo>
                    <a:pt x="82" y="292"/>
                  </a:lnTo>
                  <a:lnTo>
                    <a:pt x="67" y="264"/>
                  </a:lnTo>
                  <a:lnTo>
                    <a:pt x="53" y="231"/>
                  </a:lnTo>
                  <a:lnTo>
                    <a:pt x="41" y="197"/>
                  </a:lnTo>
                  <a:lnTo>
                    <a:pt x="31" y="161"/>
                  </a:lnTo>
                  <a:lnTo>
                    <a:pt x="23" y="123"/>
                  </a:lnTo>
                  <a:lnTo>
                    <a:pt x="17" y="84"/>
                  </a:lnTo>
                  <a:lnTo>
                    <a:pt x="13" y="4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99442" name="Freeform 79"/>
            <p:cNvSpPr>
              <a:spLocks/>
            </p:cNvSpPr>
            <p:nvPr/>
          </p:nvSpPr>
          <p:spPr bwMode="auto">
            <a:xfrm>
              <a:off x="1502" y="1751"/>
              <a:ext cx="50" cy="85"/>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2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1" y="2"/>
                  </a:lnTo>
                  <a:lnTo>
                    <a:pt x="196" y="8"/>
                  </a:lnTo>
                  <a:lnTo>
                    <a:pt x="171" y="19"/>
                  </a:lnTo>
                  <a:lnTo>
                    <a:pt x="150" y="34"/>
                  </a:lnTo>
                  <a:lnTo>
                    <a:pt x="128" y="52"/>
                  </a:lnTo>
                  <a:lnTo>
                    <a:pt x="108" y="74"/>
                  </a:lnTo>
                  <a:lnTo>
                    <a:pt x="89" y="98"/>
                  </a:lnTo>
                  <a:lnTo>
                    <a:pt x="73" y="125"/>
                  </a:lnTo>
                  <a:lnTo>
                    <a:pt x="55" y="156"/>
                  </a:lnTo>
                  <a:lnTo>
                    <a:pt x="41" y="189"/>
                  </a:lnTo>
                  <a:lnTo>
                    <a:pt x="30" y="223"/>
                  </a:lnTo>
                  <a:lnTo>
                    <a:pt x="19" y="261"/>
                  </a:lnTo>
                  <a:lnTo>
                    <a:pt x="11" y="299"/>
                  </a:lnTo>
                  <a:lnTo>
                    <a:pt x="5" y="339"/>
                  </a:lnTo>
                  <a:lnTo>
                    <a:pt x="2" y="382"/>
                  </a:lnTo>
                  <a:lnTo>
                    <a:pt x="0" y="424"/>
                  </a:lnTo>
                  <a:lnTo>
                    <a:pt x="12" y="424"/>
                  </a:lnTo>
                  <a:lnTo>
                    <a:pt x="13" y="382"/>
                  </a:lnTo>
                  <a:lnTo>
                    <a:pt x="17" y="341"/>
                  </a:lnTo>
                  <a:lnTo>
                    <a:pt x="23" y="301"/>
                  </a:lnTo>
                  <a:lnTo>
                    <a:pt x="31" y="264"/>
                  </a:lnTo>
                  <a:lnTo>
                    <a:pt x="41" y="227"/>
                  </a:lnTo>
                  <a:lnTo>
                    <a:pt x="53" y="193"/>
                  </a:lnTo>
                  <a:lnTo>
                    <a:pt x="67" y="161"/>
                  </a:lnTo>
                  <a:lnTo>
                    <a:pt x="82" y="132"/>
                  </a:lnTo>
                  <a:lnTo>
                    <a:pt x="99" y="105"/>
                  </a:lnTo>
                  <a:lnTo>
                    <a:pt x="117" y="81"/>
                  </a:lnTo>
                  <a:lnTo>
                    <a:pt x="137" y="61"/>
                  </a:lnTo>
                  <a:lnTo>
                    <a:pt x="157" y="43"/>
                  </a:lnTo>
                  <a:lnTo>
                    <a:pt x="178" y="30"/>
                  </a:lnTo>
                  <a:lnTo>
                    <a:pt x="201" y="20"/>
                  </a:lnTo>
                  <a:lnTo>
                    <a:pt x="223" y="14"/>
                  </a:lnTo>
                  <a:lnTo>
                    <a:pt x="246" y="12"/>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99443" name="Freeform 80"/>
            <p:cNvSpPr>
              <a:spLocks/>
            </p:cNvSpPr>
            <p:nvPr/>
          </p:nvSpPr>
          <p:spPr bwMode="auto">
            <a:xfrm>
              <a:off x="1565" y="2016"/>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0" y="339"/>
                  </a:lnTo>
                  <a:lnTo>
                    <a:pt x="234" y="299"/>
                  </a:lnTo>
                  <a:lnTo>
                    <a:pt x="226" y="261"/>
                  </a:lnTo>
                  <a:lnTo>
                    <a:pt x="216" y="223"/>
                  </a:lnTo>
                  <a:lnTo>
                    <a:pt x="204" y="189"/>
                  </a:lnTo>
                  <a:lnTo>
                    <a:pt x="190" y="156"/>
                  </a:lnTo>
                  <a:lnTo>
                    <a:pt x="174" y="125"/>
                  </a:lnTo>
                  <a:lnTo>
                    <a:pt x="156" y="98"/>
                  </a:lnTo>
                  <a:lnTo>
                    <a:pt x="138" y="74"/>
                  </a:lnTo>
                  <a:lnTo>
                    <a:pt x="118" y="51"/>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9" y="81"/>
                  </a:lnTo>
                  <a:lnTo>
                    <a:pt x="147" y="105"/>
                  </a:lnTo>
                  <a:lnTo>
                    <a:pt x="164" y="132"/>
                  </a:lnTo>
                  <a:lnTo>
                    <a:pt x="178" y="160"/>
                  </a:lnTo>
                  <a:lnTo>
                    <a:pt x="192" y="193"/>
                  </a:lnTo>
                  <a:lnTo>
                    <a:pt x="204" y="227"/>
                  </a:lnTo>
                  <a:lnTo>
                    <a:pt x="215" y="264"/>
                  </a:lnTo>
                  <a:lnTo>
                    <a:pt x="223" y="301"/>
                  </a:lnTo>
                  <a:lnTo>
                    <a:pt x="229"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99444" name="Freeform 81"/>
            <p:cNvSpPr>
              <a:spLocks/>
            </p:cNvSpPr>
            <p:nvPr/>
          </p:nvSpPr>
          <p:spPr bwMode="auto">
            <a:xfrm>
              <a:off x="1565" y="2101"/>
              <a:ext cx="49" cy="85"/>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6" y="423"/>
                  </a:lnTo>
                  <a:lnTo>
                    <a:pt x="51" y="418"/>
                  </a:lnTo>
                  <a:lnTo>
                    <a:pt x="74" y="407"/>
                  </a:lnTo>
                  <a:lnTo>
                    <a:pt x="96" y="392"/>
                  </a:lnTo>
                  <a:lnTo>
                    <a:pt x="118" y="373"/>
                  </a:lnTo>
                  <a:lnTo>
                    <a:pt x="138" y="351"/>
                  </a:lnTo>
                  <a:lnTo>
                    <a:pt x="156" y="327"/>
                  </a:lnTo>
                  <a:lnTo>
                    <a:pt x="175" y="299"/>
                  </a:lnTo>
                  <a:lnTo>
                    <a:pt x="190" y="269"/>
                  </a:lnTo>
                  <a:lnTo>
                    <a:pt x="204" y="236"/>
                  </a:lnTo>
                  <a:lnTo>
                    <a:pt x="216" y="202"/>
                  </a:lnTo>
                  <a:lnTo>
                    <a:pt x="226" y="164"/>
                  </a:lnTo>
                  <a:lnTo>
                    <a:pt x="234" y="126"/>
                  </a:lnTo>
                  <a:lnTo>
                    <a:pt x="240" y="86"/>
                  </a:lnTo>
                  <a:lnTo>
                    <a:pt x="244" y="42"/>
                  </a:lnTo>
                  <a:lnTo>
                    <a:pt x="245" y="0"/>
                  </a:lnTo>
                  <a:lnTo>
                    <a:pt x="233" y="0"/>
                  </a:lnTo>
                  <a:lnTo>
                    <a:pt x="232" y="42"/>
                  </a:lnTo>
                  <a:lnTo>
                    <a:pt x="229" y="83"/>
                  </a:lnTo>
                  <a:lnTo>
                    <a:pt x="223" y="123"/>
                  </a:lnTo>
                  <a:lnTo>
                    <a:pt x="215" y="162"/>
                  </a:lnTo>
                  <a:lnTo>
                    <a:pt x="204" y="197"/>
                  </a:lnTo>
                  <a:lnTo>
                    <a:pt x="192" y="231"/>
                  </a:lnTo>
                  <a:lnTo>
                    <a:pt x="178" y="264"/>
                  </a:lnTo>
                  <a:lnTo>
                    <a:pt x="163" y="292"/>
                  </a:lnTo>
                  <a:lnTo>
                    <a:pt x="147" y="320"/>
                  </a:lnTo>
                  <a:lnTo>
                    <a:pt x="129" y="344"/>
                  </a:lnTo>
                  <a:lnTo>
                    <a:pt x="109" y="364"/>
                  </a:lnTo>
                  <a:lnTo>
                    <a:pt x="89" y="382"/>
                  </a:lnTo>
                  <a:lnTo>
                    <a:pt x="67" y="395"/>
                  </a:lnTo>
                  <a:lnTo>
                    <a:pt x="46" y="406"/>
                  </a:lnTo>
                  <a:lnTo>
                    <a:pt x="24"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99445" name="Freeform 82"/>
            <p:cNvSpPr>
              <a:spLocks/>
            </p:cNvSpPr>
            <p:nvPr/>
          </p:nvSpPr>
          <p:spPr bwMode="auto">
            <a:xfrm>
              <a:off x="1516" y="2101"/>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5" y="86"/>
                  </a:lnTo>
                  <a:lnTo>
                    <a:pt x="11" y="126"/>
                  </a:lnTo>
                  <a:lnTo>
                    <a:pt x="19" y="164"/>
                  </a:lnTo>
                  <a:lnTo>
                    <a:pt x="30" y="202"/>
                  </a:lnTo>
                  <a:lnTo>
                    <a:pt x="41" y="236"/>
                  </a:lnTo>
                  <a:lnTo>
                    <a:pt x="55" y="269"/>
                  </a:lnTo>
                  <a:lnTo>
                    <a:pt x="71" y="299"/>
                  </a:lnTo>
                  <a:lnTo>
                    <a:pt x="89" y="327"/>
                  </a:lnTo>
                  <a:lnTo>
                    <a:pt x="107" y="351"/>
                  </a:lnTo>
                  <a:lnTo>
                    <a:pt x="127" y="373"/>
                  </a:lnTo>
                  <a:lnTo>
                    <a:pt x="149" y="392"/>
                  </a:lnTo>
                  <a:lnTo>
                    <a:pt x="171" y="407"/>
                  </a:lnTo>
                  <a:lnTo>
                    <a:pt x="195" y="418"/>
                  </a:lnTo>
                  <a:lnTo>
                    <a:pt x="219" y="423"/>
                  </a:lnTo>
                  <a:lnTo>
                    <a:pt x="245" y="426"/>
                  </a:lnTo>
                  <a:lnTo>
                    <a:pt x="245" y="414"/>
                  </a:lnTo>
                  <a:lnTo>
                    <a:pt x="222" y="412"/>
                  </a:lnTo>
                  <a:lnTo>
                    <a:pt x="199" y="406"/>
                  </a:lnTo>
                  <a:lnTo>
                    <a:pt x="178" y="395"/>
                  </a:lnTo>
                  <a:lnTo>
                    <a:pt x="156" y="382"/>
                  </a:lnTo>
                  <a:lnTo>
                    <a:pt x="136" y="364"/>
                  </a:lnTo>
                  <a:lnTo>
                    <a:pt x="116" y="344"/>
                  </a:lnTo>
                  <a:lnTo>
                    <a:pt x="99" y="320"/>
                  </a:lnTo>
                  <a:lnTo>
                    <a:pt x="82" y="292"/>
                  </a:lnTo>
                  <a:lnTo>
                    <a:pt x="67" y="264"/>
                  </a:lnTo>
                  <a:lnTo>
                    <a:pt x="53" y="231"/>
                  </a:lnTo>
                  <a:lnTo>
                    <a:pt x="41" y="197"/>
                  </a:lnTo>
                  <a:lnTo>
                    <a:pt x="31" y="162"/>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99446" name="Freeform 83"/>
            <p:cNvSpPr>
              <a:spLocks/>
            </p:cNvSpPr>
            <p:nvPr/>
          </p:nvSpPr>
          <p:spPr bwMode="auto">
            <a:xfrm>
              <a:off x="1516" y="2016"/>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5" y="8"/>
                  </a:lnTo>
                  <a:lnTo>
                    <a:pt x="171" y="19"/>
                  </a:lnTo>
                  <a:lnTo>
                    <a:pt x="149" y="34"/>
                  </a:lnTo>
                  <a:lnTo>
                    <a:pt x="127" y="51"/>
                  </a:lnTo>
                  <a:lnTo>
                    <a:pt x="107" y="74"/>
                  </a:lnTo>
                  <a:lnTo>
                    <a:pt x="89" y="98"/>
                  </a:lnTo>
                  <a:lnTo>
                    <a:pt x="72" y="125"/>
                  </a:lnTo>
                  <a:lnTo>
                    <a:pt x="55" y="156"/>
                  </a:lnTo>
                  <a:lnTo>
                    <a:pt x="41" y="189"/>
                  </a:lnTo>
                  <a:lnTo>
                    <a:pt x="30" y="223"/>
                  </a:lnTo>
                  <a:lnTo>
                    <a:pt x="19" y="261"/>
                  </a:lnTo>
                  <a:lnTo>
                    <a:pt x="11" y="299"/>
                  </a:lnTo>
                  <a:lnTo>
                    <a:pt x="5" y="339"/>
                  </a:lnTo>
                  <a:lnTo>
                    <a:pt x="1" y="382"/>
                  </a:lnTo>
                  <a:lnTo>
                    <a:pt x="0" y="424"/>
                  </a:lnTo>
                  <a:lnTo>
                    <a:pt x="12" y="424"/>
                  </a:lnTo>
                  <a:lnTo>
                    <a:pt x="13" y="382"/>
                  </a:lnTo>
                  <a:lnTo>
                    <a:pt x="17" y="341"/>
                  </a:lnTo>
                  <a:lnTo>
                    <a:pt x="23" y="301"/>
                  </a:lnTo>
                  <a:lnTo>
                    <a:pt x="31" y="264"/>
                  </a:lnTo>
                  <a:lnTo>
                    <a:pt x="41" y="227"/>
                  </a:lnTo>
                  <a:lnTo>
                    <a:pt x="53" y="193"/>
                  </a:lnTo>
                  <a:lnTo>
                    <a:pt x="67" y="160"/>
                  </a:lnTo>
                  <a:lnTo>
                    <a:pt x="81" y="132"/>
                  </a:lnTo>
                  <a:lnTo>
                    <a:pt x="99" y="105"/>
                  </a:lnTo>
                  <a:lnTo>
                    <a:pt x="116" y="81"/>
                  </a:lnTo>
                  <a:lnTo>
                    <a:pt x="136" y="61"/>
                  </a:lnTo>
                  <a:lnTo>
                    <a:pt x="156" y="43"/>
                  </a:lnTo>
                  <a:lnTo>
                    <a:pt x="178" y="30"/>
                  </a:lnTo>
                  <a:lnTo>
                    <a:pt x="199" y="20"/>
                  </a:lnTo>
                  <a:lnTo>
                    <a:pt x="222"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grpSp>
        <p:nvGrpSpPr>
          <p:cNvPr id="99340" name="Group 84"/>
          <p:cNvGrpSpPr>
            <a:grpSpLocks/>
          </p:cNvGrpSpPr>
          <p:nvPr/>
        </p:nvGrpSpPr>
        <p:grpSpPr bwMode="auto">
          <a:xfrm rot="-223274">
            <a:off x="506413" y="2925763"/>
            <a:ext cx="744537" cy="733425"/>
            <a:chOff x="2757" y="1666"/>
            <a:chExt cx="812" cy="800"/>
          </a:xfrm>
        </p:grpSpPr>
        <p:sp>
          <p:nvSpPr>
            <p:cNvPr id="99390" name="Freeform 85"/>
            <p:cNvSpPr>
              <a:spLocks/>
            </p:cNvSpPr>
            <p:nvPr/>
          </p:nvSpPr>
          <p:spPr bwMode="auto">
            <a:xfrm>
              <a:off x="2762" y="1667"/>
              <a:ext cx="807" cy="584"/>
            </a:xfrm>
            <a:custGeom>
              <a:avLst/>
              <a:gdLst>
                <a:gd name="T0" fmla="*/ 497 w 807"/>
                <a:gd name="T1" fmla="*/ 583 h 584"/>
                <a:gd name="T2" fmla="*/ 0 w 807"/>
                <a:gd name="T3" fmla="*/ 452 h 584"/>
                <a:gd name="T4" fmla="*/ 337 w 807"/>
                <a:gd name="T5" fmla="*/ 0 h 584"/>
                <a:gd name="T6" fmla="*/ 806 w 807"/>
                <a:gd name="T7" fmla="*/ 98 h 584"/>
                <a:gd name="T8" fmla="*/ 497 w 807"/>
                <a:gd name="T9" fmla="*/ 583 h 584"/>
                <a:gd name="T10" fmla="*/ 0 60000 65536"/>
                <a:gd name="T11" fmla="*/ 0 60000 65536"/>
                <a:gd name="T12" fmla="*/ 0 60000 65536"/>
                <a:gd name="T13" fmla="*/ 0 60000 65536"/>
                <a:gd name="T14" fmla="*/ 0 60000 65536"/>
                <a:gd name="T15" fmla="*/ 0 w 807"/>
                <a:gd name="T16" fmla="*/ 0 h 584"/>
                <a:gd name="T17" fmla="*/ 807 w 807"/>
                <a:gd name="T18" fmla="*/ 584 h 584"/>
              </a:gdLst>
              <a:ahLst/>
              <a:cxnLst>
                <a:cxn ang="T10">
                  <a:pos x="T0" y="T1"/>
                </a:cxn>
                <a:cxn ang="T11">
                  <a:pos x="T2" y="T3"/>
                </a:cxn>
                <a:cxn ang="T12">
                  <a:pos x="T4" y="T5"/>
                </a:cxn>
                <a:cxn ang="T13">
                  <a:pos x="T6" y="T7"/>
                </a:cxn>
                <a:cxn ang="T14">
                  <a:pos x="T8" y="T9"/>
                </a:cxn>
              </a:cxnLst>
              <a:rect l="T15" t="T16" r="T17" b="T18"/>
              <a:pathLst>
                <a:path w="807" h="584">
                  <a:moveTo>
                    <a:pt x="497" y="583"/>
                  </a:moveTo>
                  <a:lnTo>
                    <a:pt x="0" y="452"/>
                  </a:lnTo>
                  <a:lnTo>
                    <a:pt x="337" y="0"/>
                  </a:lnTo>
                  <a:lnTo>
                    <a:pt x="806" y="98"/>
                  </a:lnTo>
                  <a:lnTo>
                    <a:pt x="497" y="583"/>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99391" name="Freeform 86"/>
            <p:cNvSpPr>
              <a:spLocks/>
            </p:cNvSpPr>
            <p:nvPr/>
          </p:nvSpPr>
          <p:spPr bwMode="auto">
            <a:xfrm>
              <a:off x="2882" y="1861"/>
              <a:ext cx="578" cy="384"/>
            </a:xfrm>
            <a:custGeom>
              <a:avLst/>
              <a:gdLst>
                <a:gd name="T0" fmla="*/ 377 w 578"/>
                <a:gd name="T1" fmla="*/ 383 h 384"/>
                <a:gd name="T2" fmla="*/ 0 w 578"/>
                <a:gd name="T3" fmla="*/ 291 h 384"/>
                <a:gd name="T4" fmla="*/ 217 w 578"/>
                <a:gd name="T5" fmla="*/ 0 h 384"/>
                <a:gd name="T6" fmla="*/ 577 w 578"/>
                <a:gd name="T7" fmla="*/ 74 h 384"/>
                <a:gd name="T8" fmla="*/ 377 w 578"/>
                <a:gd name="T9" fmla="*/ 383 h 384"/>
                <a:gd name="T10" fmla="*/ 0 60000 65536"/>
                <a:gd name="T11" fmla="*/ 0 60000 65536"/>
                <a:gd name="T12" fmla="*/ 0 60000 65536"/>
                <a:gd name="T13" fmla="*/ 0 60000 65536"/>
                <a:gd name="T14" fmla="*/ 0 60000 65536"/>
                <a:gd name="T15" fmla="*/ 0 w 578"/>
                <a:gd name="T16" fmla="*/ 0 h 384"/>
                <a:gd name="T17" fmla="*/ 578 w 578"/>
                <a:gd name="T18" fmla="*/ 384 h 384"/>
              </a:gdLst>
              <a:ahLst/>
              <a:cxnLst>
                <a:cxn ang="T10">
                  <a:pos x="T0" y="T1"/>
                </a:cxn>
                <a:cxn ang="T11">
                  <a:pos x="T2" y="T3"/>
                </a:cxn>
                <a:cxn ang="T12">
                  <a:pos x="T4" y="T5"/>
                </a:cxn>
                <a:cxn ang="T13">
                  <a:pos x="T6" y="T7"/>
                </a:cxn>
                <a:cxn ang="T14">
                  <a:pos x="T8" y="T9"/>
                </a:cxn>
              </a:cxnLst>
              <a:rect l="T15" t="T16" r="T17" b="T18"/>
              <a:pathLst>
                <a:path w="578" h="384">
                  <a:moveTo>
                    <a:pt x="377" y="383"/>
                  </a:moveTo>
                  <a:lnTo>
                    <a:pt x="0" y="291"/>
                  </a:lnTo>
                  <a:lnTo>
                    <a:pt x="217" y="0"/>
                  </a:lnTo>
                  <a:lnTo>
                    <a:pt x="577" y="74"/>
                  </a:lnTo>
                  <a:lnTo>
                    <a:pt x="377" y="383"/>
                  </a:lnTo>
                </a:path>
              </a:pathLst>
            </a:custGeom>
            <a:solidFill>
              <a:srgbClr val="E22B00"/>
            </a:solidFill>
            <a:ln>
              <a:noFill/>
            </a:ln>
            <a:extLst>
              <a:ext uri="{91240B29-F687-4F45-9708-019B960494DF}">
                <a14:hiddenLine xmlns:a14="http://schemas.microsoft.com/office/drawing/2010/main" w="12700" cap="rnd" cmpd="sng">
                  <a:solidFill>
                    <a:srgbClr val="000000"/>
                  </a:solidFill>
                  <a:prstDash val="solid"/>
                  <a:round/>
                  <a:headEnd type="none" w="med" len="med"/>
                  <a:tailEnd type="none" w="med" len="med"/>
                </a14:hiddenLine>
              </a:ext>
            </a:extLst>
          </p:spPr>
          <p:txBody>
            <a:bodyPr/>
            <a:lstStyle/>
            <a:p>
              <a:endParaRPr lang="fr-FR"/>
            </a:p>
          </p:txBody>
        </p:sp>
        <p:sp>
          <p:nvSpPr>
            <p:cNvPr id="99392" name="Line 87"/>
            <p:cNvSpPr>
              <a:spLocks noChangeShapeType="1"/>
            </p:cNvSpPr>
            <p:nvPr/>
          </p:nvSpPr>
          <p:spPr bwMode="auto">
            <a:xfrm>
              <a:off x="3102" y="1862"/>
              <a:ext cx="352" cy="7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fr-FR"/>
            </a:p>
          </p:txBody>
        </p:sp>
        <p:sp>
          <p:nvSpPr>
            <p:cNvPr id="99393" name="Freeform 88"/>
            <p:cNvSpPr>
              <a:spLocks/>
            </p:cNvSpPr>
            <p:nvPr/>
          </p:nvSpPr>
          <p:spPr bwMode="auto">
            <a:xfrm>
              <a:off x="2762" y="1666"/>
              <a:ext cx="337" cy="485"/>
            </a:xfrm>
            <a:custGeom>
              <a:avLst/>
              <a:gdLst>
                <a:gd name="T0" fmla="*/ 336 w 337"/>
                <a:gd name="T1" fmla="*/ 194 h 485"/>
                <a:gd name="T2" fmla="*/ 118 w 337"/>
                <a:gd name="T3" fmla="*/ 484 h 485"/>
                <a:gd name="T4" fmla="*/ 0 w 337"/>
                <a:gd name="T5" fmla="*/ 452 h 485"/>
                <a:gd name="T6" fmla="*/ 336 w 337"/>
                <a:gd name="T7" fmla="*/ 0 h 485"/>
                <a:gd name="T8" fmla="*/ 336 w 337"/>
                <a:gd name="T9" fmla="*/ 152 h 485"/>
                <a:gd name="T10" fmla="*/ 336 w 337"/>
                <a:gd name="T11" fmla="*/ 194 h 485"/>
                <a:gd name="T12" fmla="*/ 0 60000 65536"/>
                <a:gd name="T13" fmla="*/ 0 60000 65536"/>
                <a:gd name="T14" fmla="*/ 0 60000 65536"/>
                <a:gd name="T15" fmla="*/ 0 60000 65536"/>
                <a:gd name="T16" fmla="*/ 0 60000 65536"/>
                <a:gd name="T17" fmla="*/ 0 60000 65536"/>
                <a:gd name="T18" fmla="*/ 0 w 337"/>
                <a:gd name="T19" fmla="*/ 0 h 485"/>
                <a:gd name="T20" fmla="*/ 337 w 337"/>
                <a:gd name="T21" fmla="*/ 485 h 485"/>
              </a:gdLst>
              <a:ahLst/>
              <a:cxnLst>
                <a:cxn ang="T12">
                  <a:pos x="T0" y="T1"/>
                </a:cxn>
                <a:cxn ang="T13">
                  <a:pos x="T2" y="T3"/>
                </a:cxn>
                <a:cxn ang="T14">
                  <a:pos x="T4" y="T5"/>
                </a:cxn>
                <a:cxn ang="T15">
                  <a:pos x="T6" y="T7"/>
                </a:cxn>
                <a:cxn ang="T16">
                  <a:pos x="T8" y="T9"/>
                </a:cxn>
                <a:cxn ang="T17">
                  <a:pos x="T10" y="T11"/>
                </a:cxn>
              </a:cxnLst>
              <a:rect l="T18" t="T19" r="T20" b="T21"/>
              <a:pathLst>
                <a:path w="337" h="485">
                  <a:moveTo>
                    <a:pt x="336" y="194"/>
                  </a:moveTo>
                  <a:lnTo>
                    <a:pt x="118" y="484"/>
                  </a:lnTo>
                  <a:lnTo>
                    <a:pt x="0" y="452"/>
                  </a:lnTo>
                  <a:lnTo>
                    <a:pt x="336" y="0"/>
                  </a:lnTo>
                  <a:lnTo>
                    <a:pt x="336" y="152"/>
                  </a:lnTo>
                  <a:lnTo>
                    <a:pt x="336" y="194"/>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99394" name="Freeform 89"/>
            <p:cNvSpPr>
              <a:spLocks/>
            </p:cNvSpPr>
            <p:nvPr/>
          </p:nvSpPr>
          <p:spPr bwMode="auto">
            <a:xfrm>
              <a:off x="2757" y="2124"/>
              <a:ext cx="509" cy="339"/>
            </a:xfrm>
            <a:custGeom>
              <a:avLst/>
              <a:gdLst>
                <a:gd name="T0" fmla="*/ 0 w 506"/>
                <a:gd name="T1" fmla="*/ 0 h 345"/>
                <a:gd name="T2" fmla="*/ 1 w 506"/>
                <a:gd name="T3" fmla="*/ 198 h 345"/>
                <a:gd name="T4" fmla="*/ 514 w 506"/>
                <a:gd name="T5" fmla="*/ 326 h 345"/>
                <a:gd name="T6" fmla="*/ 513 w 506"/>
                <a:gd name="T7" fmla="*/ 124 h 345"/>
                <a:gd name="T8" fmla="*/ 0 60000 65536"/>
                <a:gd name="T9" fmla="*/ 0 60000 65536"/>
                <a:gd name="T10" fmla="*/ 0 60000 65536"/>
                <a:gd name="T11" fmla="*/ 0 60000 65536"/>
                <a:gd name="T12" fmla="*/ 0 w 506"/>
                <a:gd name="T13" fmla="*/ 0 h 345"/>
                <a:gd name="T14" fmla="*/ 506 w 506"/>
                <a:gd name="T15" fmla="*/ 345 h 345"/>
              </a:gdLst>
              <a:ahLst/>
              <a:cxnLst>
                <a:cxn ang="T8">
                  <a:pos x="T0" y="T1"/>
                </a:cxn>
                <a:cxn ang="T9">
                  <a:pos x="T2" y="T3"/>
                </a:cxn>
                <a:cxn ang="T10">
                  <a:pos x="T4" y="T5"/>
                </a:cxn>
                <a:cxn ang="T11">
                  <a:pos x="T6" y="T7"/>
                </a:cxn>
              </a:cxnLst>
              <a:rect l="T12" t="T13" r="T14" b="T15"/>
              <a:pathLst>
                <a:path w="506" h="345">
                  <a:moveTo>
                    <a:pt x="0" y="0"/>
                  </a:moveTo>
                  <a:lnTo>
                    <a:pt x="1" y="209"/>
                  </a:lnTo>
                  <a:lnTo>
                    <a:pt x="505" y="344"/>
                  </a:lnTo>
                  <a:lnTo>
                    <a:pt x="504" y="130"/>
                  </a:lnTo>
                </a:path>
              </a:pathLst>
            </a:custGeom>
            <a:solidFill>
              <a:srgbClr val="FC2C1C"/>
            </a:solidFill>
            <a:ln w="12700" cap="rnd" cmpd="sng">
              <a:solidFill>
                <a:schemeClr val="bg2"/>
              </a:solidFill>
              <a:prstDash val="solid"/>
              <a:round/>
              <a:headEnd type="none" w="med" len="med"/>
              <a:tailEnd type="none" w="med" len="med"/>
            </a:ln>
          </p:spPr>
          <p:txBody>
            <a:bodyPr/>
            <a:lstStyle/>
            <a:p>
              <a:endParaRPr lang="fr-FR"/>
            </a:p>
          </p:txBody>
        </p:sp>
        <p:sp>
          <p:nvSpPr>
            <p:cNvPr id="99395" name="AutoShape 90"/>
            <p:cNvSpPr>
              <a:spLocks noChangeArrowheads="1"/>
            </p:cNvSpPr>
            <p:nvPr/>
          </p:nvSpPr>
          <p:spPr bwMode="auto">
            <a:xfrm rot="16200000" flipH="1">
              <a:off x="3067" y="1967"/>
              <a:ext cx="693" cy="306"/>
            </a:xfrm>
            <a:prstGeom prst="parallelogram">
              <a:avLst>
                <a:gd name="adj" fmla="val 156202"/>
              </a:avLst>
            </a:prstGeom>
            <a:solidFill>
              <a:srgbClr val="FC2C1C"/>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grpSp>
        <p:nvGrpSpPr>
          <p:cNvPr id="99341" name="Group 98"/>
          <p:cNvGrpSpPr>
            <a:grpSpLocks/>
          </p:cNvGrpSpPr>
          <p:nvPr/>
        </p:nvGrpSpPr>
        <p:grpSpPr bwMode="auto">
          <a:xfrm rot="-223274">
            <a:off x="1844675" y="2943225"/>
            <a:ext cx="744538" cy="733425"/>
            <a:chOff x="2757" y="1666"/>
            <a:chExt cx="812" cy="800"/>
          </a:xfrm>
        </p:grpSpPr>
        <p:sp>
          <p:nvSpPr>
            <p:cNvPr id="99384" name="Freeform 99"/>
            <p:cNvSpPr>
              <a:spLocks/>
            </p:cNvSpPr>
            <p:nvPr/>
          </p:nvSpPr>
          <p:spPr bwMode="auto">
            <a:xfrm>
              <a:off x="2762" y="1667"/>
              <a:ext cx="807" cy="584"/>
            </a:xfrm>
            <a:custGeom>
              <a:avLst/>
              <a:gdLst>
                <a:gd name="T0" fmla="*/ 497 w 807"/>
                <a:gd name="T1" fmla="*/ 583 h 584"/>
                <a:gd name="T2" fmla="*/ 0 w 807"/>
                <a:gd name="T3" fmla="*/ 452 h 584"/>
                <a:gd name="T4" fmla="*/ 337 w 807"/>
                <a:gd name="T5" fmla="*/ 0 h 584"/>
                <a:gd name="T6" fmla="*/ 806 w 807"/>
                <a:gd name="T7" fmla="*/ 98 h 584"/>
                <a:gd name="T8" fmla="*/ 497 w 807"/>
                <a:gd name="T9" fmla="*/ 583 h 584"/>
                <a:gd name="T10" fmla="*/ 0 60000 65536"/>
                <a:gd name="T11" fmla="*/ 0 60000 65536"/>
                <a:gd name="T12" fmla="*/ 0 60000 65536"/>
                <a:gd name="T13" fmla="*/ 0 60000 65536"/>
                <a:gd name="T14" fmla="*/ 0 60000 65536"/>
                <a:gd name="T15" fmla="*/ 0 w 807"/>
                <a:gd name="T16" fmla="*/ 0 h 584"/>
                <a:gd name="T17" fmla="*/ 807 w 807"/>
                <a:gd name="T18" fmla="*/ 584 h 584"/>
              </a:gdLst>
              <a:ahLst/>
              <a:cxnLst>
                <a:cxn ang="T10">
                  <a:pos x="T0" y="T1"/>
                </a:cxn>
                <a:cxn ang="T11">
                  <a:pos x="T2" y="T3"/>
                </a:cxn>
                <a:cxn ang="T12">
                  <a:pos x="T4" y="T5"/>
                </a:cxn>
                <a:cxn ang="T13">
                  <a:pos x="T6" y="T7"/>
                </a:cxn>
                <a:cxn ang="T14">
                  <a:pos x="T8" y="T9"/>
                </a:cxn>
              </a:cxnLst>
              <a:rect l="T15" t="T16" r="T17" b="T18"/>
              <a:pathLst>
                <a:path w="807" h="584">
                  <a:moveTo>
                    <a:pt x="497" y="583"/>
                  </a:moveTo>
                  <a:lnTo>
                    <a:pt x="0" y="452"/>
                  </a:lnTo>
                  <a:lnTo>
                    <a:pt x="337" y="0"/>
                  </a:lnTo>
                  <a:lnTo>
                    <a:pt x="806" y="98"/>
                  </a:lnTo>
                  <a:lnTo>
                    <a:pt x="497" y="583"/>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99385" name="Freeform 100"/>
            <p:cNvSpPr>
              <a:spLocks/>
            </p:cNvSpPr>
            <p:nvPr/>
          </p:nvSpPr>
          <p:spPr bwMode="auto">
            <a:xfrm>
              <a:off x="2882" y="1861"/>
              <a:ext cx="578" cy="384"/>
            </a:xfrm>
            <a:custGeom>
              <a:avLst/>
              <a:gdLst>
                <a:gd name="T0" fmla="*/ 377 w 578"/>
                <a:gd name="T1" fmla="*/ 383 h 384"/>
                <a:gd name="T2" fmla="*/ 0 w 578"/>
                <a:gd name="T3" fmla="*/ 291 h 384"/>
                <a:gd name="T4" fmla="*/ 217 w 578"/>
                <a:gd name="T5" fmla="*/ 0 h 384"/>
                <a:gd name="T6" fmla="*/ 577 w 578"/>
                <a:gd name="T7" fmla="*/ 74 h 384"/>
                <a:gd name="T8" fmla="*/ 377 w 578"/>
                <a:gd name="T9" fmla="*/ 383 h 384"/>
                <a:gd name="T10" fmla="*/ 0 60000 65536"/>
                <a:gd name="T11" fmla="*/ 0 60000 65536"/>
                <a:gd name="T12" fmla="*/ 0 60000 65536"/>
                <a:gd name="T13" fmla="*/ 0 60000 65536"/>
                <a:gd name="T14" fmla="*/ 0 60000 65536"/>
                <a:gd name="T15" fmla="*/ 0 w 578"/>
                <a:gd name="T16" fmla="*/ 0 h 384"/>
                <a:gd name="T17" fmla="*/ 578 w 578"/>
                <a:gd name="T18" fmla="*/ 384 h 384"/>
              </a:gdLst>
              <a:ahLst/>
              <a:cxnLst>
                <a:cxn ang="T10">
                  <a:pos x="T0" y="T1"/>
                </a:cxn>
                <a:cxn ang="T11">
                  <a:pos x="T2" y="T3"/>
                </a:cxn>
                <a:cxn ang="T12">
                  <a:pos x="T4" y="T5"/>
                </a:cxn>
                <a:cxn ang="T13">
                  <a:pos x="T6" y="T7"/>
                </a:cxn>
                <a:cxn ang="T14">
                  <a:pos x="T8" y="T9"/>
                </a:cxn>
              </a:cxnLst>
              <a:rect l="T15" t="T16" r="T17" b="T18"/>
              <a:pathLst>
                <a:path w="578" h="384">
                  <a:moveTo>
                    <a:pt x="377" y="383"/>
                  </a:moveTo>
                  <a:lnTo>
                    <a:pt x="0" y="291"/>
                  </a:lnTo>
                  <a:lnTo>
                    <a:pt x="217" y="0"/>
                  </a:lnTo>
                  <a:lnTo>
                    <a:pt x="577" y="74"/>
                  </a:lnTo>
                  <a:lnTo>
                    <a:pt x="377" y="383"/>
                  </a:lnTo>
                </a:path>
              </a:pathLst>
            </a:custGeom>
            <a:solidFill>
              <a:srgbClr val="E22B00"/>
            </a:solidFill>
            <a:ln>
              <a:noFill/>
            </a:ln>
            <a:extLst>
              <a:ext uri="{91240B29-F687-4F45-9708-019B960494DF}">
                <a14:hiddenLine xmlns:a14="http://schemas.microsoft.com/office/drawing/2010/main" w="12700" cap="rnd" cmpd="sng">
                  <a:solidFill>
                    <a:srgbClr val="000000"/>
                  </a:solidFill>
                  <a:prstDash val="solid"/>
                  <a:round/>
                  <a:headEnd type="none" w="med" len="med"/>
                  <a:tailEnd type="none" w="med" len="med"/>
                </a14:hiddenLine>
              </a:ext>
            </a:extLst>
          </p:spPr>
          <p:txBody>
            <a:bodyPr/>
            <a:lstStyle/>
            <a:p>
              <a:endParaRPr lang="fr-FR"/>
            </a:p>
          </p:txBody>
        </p:sp>
        <p:sp>
          <p:nvSpPr>
            <p:cNvPr id="99386" name="Line 101"/>
            <p:cNvSpPr>
              <a:spLocks noChangeShapeType="1"/>
            </p:cNvSpPr>
            <p:nvPr/>
          </p:nvSpPr>
          <p:spPr bwMode="auto">
            <a:xfrm>
              <a:off x="3102" y="1862"/>
              <a:ext cx="352" cy="7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fr-FR"/>
            </a:p>
          </p:txBody>
        </p:sp>
        <p:sp>
          <p:nvSpPr>
            <p:cNvPr id="99387" name="Freeform 102"/>
            <p:cNvSpPr>
              <a:spLocks/>
            </p:cNvSpPr>
            <p:nvPr/>
          </p:nvSpPr>
          <p:spPr bwMode="auto">
            <a:xfrm>
              <a:off x="2762" y="1666"/>
              <a:ext cx="337" cy="485"/>
            </a:xfrm>
            <a:custGeom>
              <a:avLst/>
              <a:gdLst>
                <a:gd name="T0" fmla="*/ 336 w 337"/>
                <a:gd name="T1" fmla="*/ 194 h 485"/>
                <a:gd name="T2" fmla="*/ 118 w 337"/>
                <a:gd name="T3" fmla="*/ 484 h 485"/>
                <a:gd name="T4" fmla="*/ 0 w 337"/>
                <a:gd name="T5" fmla="*/ 452 h 485"/>
                <a:gd name="T6" fmla="*/ 336 w 337"/>
                <a:gd name="T7" fmla="*/ 0 h 485"/>
                <a:gd name="T8" fmla="*/ 336 w 337"/>
                <a:gd name="T9" fmla="*/ 152 h 485"/>
                <a:gd name="T10" fmla="*/ 336 w 337"/>
                <a:gd name="T11" fmla="*/ 194 h 485"/>
                <a:gd name="T12" fmla="*/ 0 60000 65536"/>
                <a:gd name="T13" fmla="*/ 0 60000 65536"/>
                <a:gd name="T14" fmla="*/ 0 60000 65536"/>
                <a:gd name="T15" fmla="*/ 0 60000 65536"/>
                <a:gd name="T16" fmla="*/ 0 60000 65536"/>
                <a:gd name="T17" fmla="*/ 0 60000 65536"/>
                <a:gd name="T18" fmla="*/ 0 w 337"/>
                <a:gd name="T19" fmla="*/ 0 h 485"/>
                <a:gd name="T20" fmla="*/ 337 w 337"/>
                <a:gd name="T21" fmla="*/ 485 h 485"/>
              </a:gdLst>
              <a:ahLst/>
              <a:cxnLst>
                <a:cxn ang="T12">
                  <a:pos x="T0" y="T1"/>
                </a:cxn>
                <a:cxn ang="T13">
                  <a:pos x="T2" y="T3"/>
                </a:cxn>
                <a:cxn ang="T14">
                  <a:pos x="T4" y="T5"/>
                </a:cxn>
                <a:cxn ang="T15">
                  <a:pos x="T6" y="T7"/>
                </a:cxn>
                <a:cxn ang="T16">
                  <a:pos x="T8" y="T9"/>
                </a:cxn>
                <a:cxn ang="T17">
                  <a:pos x="T10" y="T11"/>
                </a:cxn>
              </a:cxnLst>
              <a:rect l="T18" t="T19" r="T20" b="T21"/>
              <a:pathLst>
                <a:path w="337" h="485">
                  <a:moveTo>
                    <a:pt x="336" y="194"/>
                  </a:moveTo>
                  <a:lnTo>
                    <a:pt x="118" y="484"/>
                  </a:lnTo>
                  <a:lnTo>
                    <a:pt x="0" y="452"/>
                  </a:lnTo>
                  <a:lnTo>
                    <a:pt x="336" y="0"/>
                  </a:lnTo>
                  <a:lnTo>
                    <a:pt x="336" y="152"/>
                  </a:lnTo>
                  <a:lnTo>
                    <a:pt x="336" y="194"/>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99388" name="Freeform 103"/>
            <p:cNvSpPr>
              <a:spLocks/>
            </p:cNvSpPr>
            <p:nvPr/>
          </p:nvSpPr>
          <p:spPr bwMode="auto">
            <a:xfrm>
              <a:off x="2757" y="2124"/>
              <a:ext cx="509" cy="339"/>
            </a:xfrm>
            <a:custGeom>
              <a:avLst/>
              <a:gdLst>
                <a:gd name="T0" fmla="*/ 0 w 506"/>
                <a:gd name="T1" fmla="*/ 0 h 345"/>
                <a:gd name="T2" fmla="*/ 1 w 506"/>
                <a:gd name="T3" fmla="*/ 198 h 345"/>
                <a:gd name="T4" fmla="*/ 514 w 506"/>
                <a:gd name="T5" fmla="*/ 326 h 345"/>
                <a:gd name="T6" fmla="*/ 513 w 506"/>
                <a:gd name="T7" fmla="*/ 124 h 345"/>
                <a:gd name="T8" fmla="*/ 0 60000 65536"/>
                <a:gd name="T9" fmla="*/ 0 60000 65536"/>
                <a:gd name="T10" fmla="*/ 0 60000 65536"/>
                <a:gd name="T11" fmla="*/ 0 60000 65536"/>
                <a:gd name="T12" fmla="*/ 0 w 506"/>
                <a:gd name="T13" fmla="*/ 0 h 345"/>
                <a:gd name="T14" fmla="*/ 506 w 506"/>
                <a:gd name="T15" fmla="*/ 345 h 345"/>
              </a:gdLst>
              <a:ahLst/>
              <a:cxnLst>
                <a:cxn ang="T8">
                  <a:pos x="T0" y="T1"/>
                </a:cxn>
                <a:cxn ang="T9">
                  <a:pos x="T2" y="T3"/>
                </a:cxn>
                <a:cxn ang="T10">
                  <a:pos x="T4" y="T5"/>
                </a:cxn>
                <a:cxn ang="T11">
                  <a:pos x="T6" y="T7"/>
                </a:cxn>
              </a:cxnLst>
              <a:rect l="T12" t="T13" r="T14" b="T15"/>
              <a:pathLst>
                <a:path w="506" h="345">
                  <a:moveTo>
                    <a:pt x="0" y="0"/>
                  </a:moveTo>
                  <a:lnTo>
                    <a:pt x="1" y="209"/>
                  </a:lnTo>
                  <a:lnTo>
                    <a:pt x="505" y="344"/>
                  </a:lnTo>
                  <a:lnTo>
                    <a:pt x="504" y="130"/>
                  </a:lnTo>
                </a:path>
              </a:pathLst>
            </a:custGeom>
            <a:solidFill>
              <a:srgbClr val="FC2C1C"/>
            </a:solidFill>
            <a:ln w="12700" cap="rnd" cmpd="sng">
              <a:solidFill>
                <a:schemeClr val="bg2"/>
              </a:solidFill>
              <a:prstDash val="solid"/>
              <a:round/>
              <a:headEnd type="none" w="med" len="med"/>
              <a:tailEnd type="none" w="med" len="med"/>
            </a:ln>
          </p:spPr>
          <p:txBody>
            <a:bodyPr/>
            <a:lstStyle/>
            <a:p>
              <a:endParaRPr lang="fr-FR"/>
            </a:p>
          </p:txBody>
        </p:sp>
        <p:sp>
          <p:nvSpPr>
            <p:cNvPr id="99389" name="AutoShape 104"/>
            <p:cNvSpPr>
              <a:spLocks noChangeArrowheads="1"/>
            </p:cNvSpPr>
            <p:nvPr/>
          </p:nvSpPr>
          <p:spPr bwMode="auto">
            <a:xfrm rot="16200000" flipH="1">
              <a:off x="3067" y="1967"/>
              <a:ext cx="693" cy="306"/>
            </a:xfrm>
            <a:prstGeom prst="parallelogram">
              <a:avLst>
                <a:gd name="adj" fmla="val 156202"/>
              </a:avLst>
            </a:prstGeom>
            <a:solidFill>
              <a:srgbClr val="FC2C1C"/>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grpSp>
        <p:nvGrpSpPr>
          <p:cNvPr id="99342" name="Group 105"/>
          <p:cNvGrpSpPr>
            <a:grpSpLocks/>
          </p:cNvGrpSpPr>
          <p:nvPr/>
        </p:nvGrpSpPr>
        <p:grpSpPr bwMode="auto">
          <a:xfrm rot="-223274">
            <a:off x="3208338" y="2940050"/>
            <a:ext cx="744537" cy="733425"/>
            <a:chOff x="2757" y="1666"/>
            <a:chExt cx="812" cy="800"/>
          </a:xfrm>
        </p:grpSpPr>
        <p:sp>
          <p:nvSpPr>
            <p:cNvPr id="99378" name="Freeform 106"/>
            <p:cNvSpPr>
              <a:spLocks/>
            </p:cNvSpPr>
            <p:nvPr/>
          </p:nvSpPr>
          <p:spPr bwMode="auto">
            <a:xfrm>
              <a:off x="2762" y="1667"/>
              <a:ext cx="807" cy="584"/>
            </a:xfrm>
            <a:custGeom>
              <a:avLst/>
              <a:gdLst>
                <a:gd name="T0" fmla="*/ 497 w 807"/>
                <a:gd name="T1" fmla="*/ 583 h 584"/>
                <a:gd name="T2" fmla="*/ 0 w 807"/>
                <a:gd name="T3" fmla="*/ 452 h 584"/>
                <a:gd name="T4" fmla="*/ 337 w 807"/>
                <a:gd name="T5" fmla="*/ 0 h 584"/>
                <a:gd name="T6" fmla="*/ 806 w 807"/>
                <a:gd name="T7" fmla="*/ 98 h 584"/>
                <a:gd name="T8" fmla="*/ 497 w 807"/>
                <a:gd name="T9" fmla="*/ 583 h 584"/>
                <a:gd name="T10" fmla="*/ 0 60000 65536"/>
                <a:gd name="T11" fmla="*/ 0 60000 65536"/>
                <a:gd name="T12" fmla="*/ 0 60000 65536"/>
                <a:gd name="T13" fmla="*/ 0 60000 65536"/>
                <a:gd name="T14" fmla="*/ 0 60000 65536"/>
                <a:gd name="T15" fmla="*/ 0 w 807"/>
                <a:gd name="T16" fmla="*/ 0 h 584"/>
                <a:gd name="T17" fmla="*/ 807 w 807"/>
                <a:gd name="T18" fmla="*/ 584 h 584"/>
              </a:gdLst>
              <a:ahLst/>
              <a:cxnLst>
                <a:cxn ang="T10">
                  <a:pos x="T0" y="T1"/>
                </a:cxn>
                <a:cxn ang="T11">
                  <a:pos x="T2" y="T3"/>
                </a:cxn>
                <a:cxn ang="T12">
                  <a:pos x="T4" y="T5"/>
                </a:cxn>
                <a:cxn ang="T13">
                  <a:pos x="T6" y="T7"/>
                </a:cxn>
                <a:cxn ang="T14">
                  <a:pos x="T8" y="T9"/>
                </a:cxn>
              </a:cxnLst>
              <a:rect l="T15" t="T16" r="T17" b="T18"/>
              <a:pathLst>
                <a:path w="807" h="584">
                  <a:moveTo>
                    <a:pt x="497" y="583"/>
                  </a:moveTo>
                  <a:lnTo>
                    <a:pt x="0" y="452"/>
                  </a:lnTo>
                  <a:lnTo>
                    <a:pt x="337" y="0"/>
                  </a:lnTo>
                  <a:lnTo>
                    <a:pt x="806" y="98"/>
                  </a:lnTo>
                  <a:lnTo>
                    <a:pt x="497" y="583"/>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99379" name="Freeform 107"/>
            <p:cNvSpPr>
              <a:spLocks/>
            </p:cNvSpPr>
            <p:nvPr/>
          </p:nvSpPr>
          <p:spPr bwMode="auto">
            <a:xfrm>
              <a:off x="2882" y="1861"/>
              <a:ext cx="578" cy="384"/>
            </a:xfrm>
            <a:custGeom>
              <a:avLst/>
              <a:gdLst>
                <a:gd name="T0" fmla="*/ 377 w 578"/>
                <a:gd name="T1" fmla="*/ 383 h 384"/>
                <a:gd name="T2" fmla="*/ 0 w 578"/>
                <a:gd name="T3" fmla="*/ 291 h 384"/>
                <a:gd name="T4" fmla="*/ 217 w 578"/>
                <a:gd name="T5" fmla="*/ 0 h 384"/>
                <a:gd name="T6" fmla="*/ 577 w 578"/>
                <a:gd name="T7" fmla="*/ 74 h 384"/>
                <a:gd name="T8" fmla="*/ 377 w 578"/>
                <a:gd name="T9" fmla="*/ 383 h 384"/>
                <a:gd name="T10" fmla="*/ 0 60000 65536"/>
                <a:gd name="T11" fmla="*/ 0 60000 65536"/>
                <a:gd name="T12" fmla="*/ 0 60000 65536"/>
                <a:gd name="T13" fmla="*/ 0 60000 65536"/>
                <a:gd name="T14" fmla="*/ 0 60000 65536"/>
                <a:gd name="T15" fmla="*/ 0 w 578"/>
                <a:gd name="T16" fmla="*/ 0 h 384"/>
                <a:gd name="T17" fmla="*/ 578 w 578"/>
                <a:gd name="T18" fmla="*/ 384 h 384"/>
              </a:gdLst>
              <a:ahLst/>
              <a:cxnLst>
                <a:cxn ang="T10">
                  <a:pos x="T0" y="T1"/>
                </a:cxn>
                <a:cxn ang="T11">
                  <a:pos x="T2" y="T3"/>
                </a:cxn>
                <a:cxn ang="T12">
                  <a:pos x="T4" y="T5"/>
                </a:cxn>
                <a:cxn ang="T13">
                  <a:pos x="T6" y="T7"/>
                </a:cxn>
                <a:cxn ang="T14">
                  <a:pos x="T8" y="T9"/>
                </a:cxn>
              </a:cxnLst>
              <a:rect l="T15" t="T16" r="T17" b="T18"/>
              <a:pathLst>
                <a:path w="578" h="384">
                  <a:moveTo>
                    <a:pt x="377" y="383"/>
                  </a:moveTo>
                  <a:lnTo>
                    <a:pt x="0" y="291"/>
                  </a:lnTo>
                  <a:lnTo>
                    <a:pt x="217" y="0"/>
                  </a:lnTo>
                  <a:lnTo>
                    <a:pt x="577" y="74"/>
                  </a:lnTo>
                  <a:lnTo>
                    <a:pt x="377" y="383"/>
                  </a:lnTo>
                </a:path>
              </a:pathLst>
            </a:custGeom>
            <a:solidFill>
              <a:srgbClr val="E22B00"/>
            </a:solidFill>
            <a:ln>
              <a:noFill/>
            </a:ln>
            <a:extLst>
              <a:ext uri="{91240B29-F687-4F45-9708-019B960494DF}">
                <a14:hiddenLine xmlns:a14="http://schemas.microsoft.com/office/drawing/2010/main" w="12700" cap="rnd" cmpd="sng">
                  <a:solidFill>
                    <a:srgbClr val="000000"/>
                  </a:solidFill>
                  <a:prstDash val="solid"/>
                  <a:round/>
                  <a:headEnd type="none" w="med" len="med"/>
                  <a:tailEnd type="none" w="med" len="med"/>
                </a14:hiddenLine>
              </a:ext>
            </a:extLst>
          </p:spPr>
          <p:txBody>
            <a:bodyPr/>
            <a:lstStyle/>
            <a:p>
              <a:endParaRPr lang="fr-FR"/>
            </a:p>
          </p:txBody>
        </p:sp>
        <p:sp>
          <p:nvSpPr>
            <p:cNvPr id="99380" name="Line 108"/>
            <p:cNvSpPr>
              <a:spLocks noChangeShapeType="1"/>
            </p:cNvSpPr>
            <p:nvPr/>
          </p:nvSpPr>
          <p:spPr bwMode="auto">
            <a:xfrm>
              <a:off x="3102" y="1862"/>
              <a:ext cx="352" cy="7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fr-FR"/>
            </a:p>
          </p:txBody>
        </p:sp>
        <p:sp>
          <p:nvSpPr>
            <p:cNvPr id="99381" name="Freeform 109"/>
            <p:cNvSpPr>
              <a:spLocks/>
            </p:cNvSpPr>
            <p:nvPr/>
          </p:nvSpPr>
          <p:spPr bwMode="auto">
            <a:xfrm>
              <a:off x="2762" y="1666"/>
              <a:ext cx="337" cy="485"/>
            </a:xfrm>
            <a:custGeom>
              <a:avLst/>
              <a:gdLst>
                <a:gd name="T0" fmla="*/ 336 w 337"/>
                <a:gd name="T1" fmla="*/ 194 h 485"/>
                <a:gd name="T2" fmla="*/ 118 w 337"/>
                <a:gd name="T3" fmla="*/ 484 h 485"/>
                <a:gd name="T4" fmla="*/ 0 w 337"/>
                <a:gd name="T5" fmla="*/ 452 h 485"/>
                <a:gd name="T6" fmla="*/ 336 w 337"/>
                <a:gd name="T7" fmla="*/ 0 h 485"/>
                <a:gd name="T8" fmla="*/ 336 w 337"/>
                <a:gd name="T9" fmla="*/ 152 h 485"/>
                <a:gd name="T10" fmla="*/ 336 w 337"/>
                <a:gd name="T11" fmla="*/ 194 h 485"/>
                <a:gd name="T12" fmla="*/ 0 60000 65536"/>
                <a:gd name="T13" fmla="*/ 0 60000 65536"/>
                <a:gd name="T14" fmla="*/ 0 60000 65536"/>
                <a:gd name="T15" fmla="*/ 0 60000 65536"/>
                <a:gd name="T16" fmla="*/ 0 60000 65536"/>
                <a:gd name="T17" fmla="*/ 0 60000 65536"/>
                <a:gd name="T18" fmla="*/ 0 w 337"/>
                <a:gd name="T19" fmla="*/ 0 h 485"/>
                <a:gd name="T20" fmla="*/ 337 w 337"/>
                <a:gd name="T21" fmla="*/ 485 h 485"/>
              </a:gdLst>
              <a:ahLst/>
              <a:cxnLst>
                <a:cxn ang="T12">
                  <a:pos x="T0" y="T1"/>
                </a:cxn>
                <a:cxn ang="T13">
                  <a:pos x="T2" y="T3"/>
                </a:cxn>
                <a:cxn ang="T14">
                  <a:pos x="T4" y="T5"/>
                </a:cxn>
                <a:cxn ang="T15">
                  <a:pos x="T6" y="T7"/>
                </a:cxn>
                <a:cxn ang="T16">
                  <a:pos x="T8" y="T9"/>
                </a:cxn>
                <a:cxn ang="T17">
                  <a:pos x="T10" y="T11"/>
                </a:cxn>
              </a:cxnLst>
              <a:rect l="T18" t="T19" r="T20" b="T21"/>
              <a:pathLst>
                <a:path w="337" h="485">
                  <a:moveTo>
                    <a:pt x="336" y="194"/>
                  </a:moveTo>
                  <a:lnTo>
                    <a:pt x="118" y="484"/>
                  </a:lnTo>
                  <a:lnTo>
                    <a:pt x="0" y="452"/>
                  </a:lnTo>
                  <a:lnTo>
                    <a:pt x="336" y="0"/>
                  </a:lnTo>
                  <a:lnTo>
                    <a:pt x="336" y="152"/>
                  </a:lnTo>
                  <a:lnTo>
                    <a:pt x="336" y="194"/>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99382" name="Freeform 110"/>
            <p:cNvSpPr>
              <a:spLocks/>
            </p:cNvSpPr>
            <p:nvPr/>
          </p:nvSpPr>
          <p:spPr bwMode="auto">
            <a:xfrm>
              <a:off x="2757" y="2124"/>
              <a:ext cx="509" cy="339"/>
            </a:xfrm>
            <a:custGeom>
              <a:avLst/>
              <a:gdLst>
                <a:gd name="T0" fmla="*/ 0 w 506"/>
                <a:gd name="T1" fmla="*/ 0 h 345"/>
                <a:gd name="T2" fmla="*/ 1 w 506"/>
                <a:gd name="T3" fmla="*/ 198 h 345"/>
                <a:gd name="T4" fmla="*/ 514 w 506"/>
                <a:gd name="T5" fmla="*/ 326 h 345"/>
                <a:gd name="T6" fmla="*/ 513 w 506"/>
                <a:gd name="T7" fmla="*/ 124 h 345"/>
                <a:gd name="T8" fmla="*/ 0 60000 65536"/>
                <a:gd name="T9" fmla="*/ 0 60000 65536"/>
                <a:gd name="T10" fmla="*/ 0 60000 65536"/>
                <a:gd name="T11" fmla="*/ 0 60000 65536"/>
                <a:gd name="T12" fmla="*/ 0 w 506"/>
                <a:gd name="T13" fmla="*/ 0 h 345"/>
                <a:gd name="T14" fmla="*/ 506 w 506"/>
                <a:gd name="T15" fmla="*/ 345 h 345"/>
              </a:gdLst>
              <a:ahLst/>
              <a:cxnLst>
                <a:cxn ang="T8">
                  <a:pos x="T0" y="T1"/>
                </a:cxn>
                <a:cxn ang="T9">
                  <a:pos x="T2" y="T3"/>
                </a:cxn>
                <a:cxn ang="T10">
                  <a:pos x="T4" y="T5"/>
                </a:cxn>
                <a:cxn ang="T11">
                  <a:pos x="T6" y="T7"/>
                </a:cxn>
              </a:cxnLst>
              <a:rect l="T12" t="T13" r="T14" b="T15"/>
              <a:pathLst>
                <a:path w="506" h="345">
                  <a:moveTo>
                    <a:pt x="0" y="0"/>
                  </a:moveTo>
                  <a:lnTo>
                    <a:pt x="1" y="209"/>
                  </a:lnTo>
                  <a:lnTo>
                    <a:pt x="505" y="344"/>
                  </a:lnTo>
                  <a:lnTo>
                    <a:pt x="504" y="130"/>
                  </a:lnTo>
                </a:path>
              </a:pathLst>
            </a:custGeom>
            <a:solidFill>
              <a:srgbClr val="FC2C1C"/>
            </a:solidFill>
            <a:ln w="12700" cap="rnd" cmpd="sng">
              <a:solidFill>
                <a:schemeClr val="bg2"/>
              </a:solidFill>
              <a:prstDash val="solid"/>
              <a:round/>
              <a:headEnd type="none" w="med" len="med"/>
              <a:tailEnd type="none" w="med" len="med"/>
            </a:ln>
          </p:spPr>
          <p:txBody>
            <a:bodyPr/>
            <a:lstStyle/>
            <a:p>
              <a:endParaRPr lang="fr-FR"/>
            </a:p>
          </p:txBody>
        </p:sp>
        <p:sp>
          <p:nvSpPr>
            <p:cNvPr id="99383" name="AutoShape 111"/>
            <p:cNvSpPr>
              <a:spLocks noChangeArrowheads="1"/>
            </p:cNvSpPr>
            <p:nvPr/>
          </p:nvSpPr>
          <p:spPr bwMode="auto">
            <a:xfrm rot="16200000" flipH="1">
              <a:off x="3067" y="1967"/>
              <a:ext cx="693" cy="306"/>
            </a:xfrm>
            <a:prstGeom prst="parallelogram">
              <a:avLst>
                <a:gd name="adj" fmla="val 156202"/>
              </a:avLst>
            </a:prstGeom>
            <a:solidFill>
              <a:srgbClr val="FC2C1C"/>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grpSp>
        <p:nvGrpSpPr>
          <p:cNvPr id="99343" name="Group 112"/>
          <p:cNvGrpSpPr>
            <a:grpSpLocks/>
          </p:cNvGrpSpPr>
          <p:nvPr/>
        </p:nvGrpSpPr>
        <p:grpSpPr bwMode="auto">
          <a:xfrm rot="-223274">
            <a:off x="3179763" y="2717800"/>
            <a:ext cx="744537" cy="733425"/>
            <a:chOff x="2757" y="1666"/>
            <a:chExt cx="812" cy="800"/>
          </a:xfrm>
        </p:grpSpPr>
        <p:sp>
          <p:nvSpPr>
            <p:cNvPr id="99372" name="Freeform 113"/>
            <p:cNvSpPr>
              <a:spLocks/>
            </p:cNvSpPr>
            <p:nvPr/>
          </p:nvSpPr>
          <p:spPr bwMode="auto">
            <a:xfrm>
              <a:off x="2762" y="1667"/>
              <a:ext cx="807" cy="584"/>
            </a:xfrm>
            <a:custGeom>
              <a:avLst/>
              <a:gdLst>
                <a:gd name="T0" fmla="*/ 497 w 807"/>
                <a:gd name="T1" fmla="*/ 583 h 584"/>
                <a:gd name="T2" fmla="*/ 0 w 807"/>
                <a:gd name="T3" fmla="*/ 452 h 584"/>
                <a:gd name="T4" fmla="*/ 337 w 807"/>
                <a:gd name="T5" fmla="*/ 0 h 584"/>
                <a:gd name="T6" fmla="*/ 806 w 807"/>
                <a:gd name="T7" fmla="*/ 98 h 584"/>
                <a:gd name="T8" fmla="*/ 497 w 807"/>
                <a:gd name="T9" fmla="*/ 583 h 584"/>
                <a:gd name="T10" fmla="*/ 0 60000 65536"/>
                <a:gd name="T11" fmla="*/ 0 60000 65536"/>
                <a:gd name="T12" fmla="*/ 0 60000 65536"/>
                <a:gd name="T13" fmla="*/ 0 60000 65536"/>
                <a:gd name="T14" fmla="*/ 0 60000 65536"/>
                <a:gd name="T15" fmla="*/ 0 w 807"/>
                <a:gd name="T16" fmla="*/ 0 h 584"/>
                <a:gd name="T17" fmla="*/ 807 w 807"/>
                <a:gd name="T18" fmla="*/ 584 h 584"/>
              </a:gdLst>
              <a:ahLst/>
              <a:cxnLst>
                <a:cxn ang="T10">
                  <a:pos x="T0" y="T1"/>
                </a:cxn>
                <a:cxn ang="T11">
                  <a:pos x="T2" y="T3"/>
                </a:cxn>
                <a:cxn ang="T12">
                  <a:pos x="T4" y="T5"/>
                </a:cxn>
                <a:cxn ang="T13">
                  <a:pos x="T6" y="T7"/>
                </a:cxn>
                <a:cxn ang="T14">
                  <a:pos x="T8" y="T9"/>
                </a:cxn>
              </a:cxnLst>
              <a:rect l="T15" t="T16" r="T17" b="T18"/>
              <a:pathLst>
                <a:path w="807" h="584">
                  <a:moveTo>
                    <a:pt x="497" y="583"/>
                  </a:moveTo>
                  <a:lnTo>
                    <a:pt x="0" y="452"/>
                  </a:lnTo>
                  <a:lnTo>
                    <a:pt x="337" y="0"/>
                  </a:lnTo>
                  <a:lnTo>
                    <a:pt x="806" y="98"/>
                  </a:lnTo>
                  <a:lnTo>
                    <a:pt x="497" y="583"/>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99373" name="Freeform 114"/>
            <p:cNvSpPr>
              <a:spLocks/>
            </p:cNvSpPr>
            <p:nvPr/>
          </p:nvSpPr>
          <p:spPr bwMode="auto">
            <a:xfrm>
              <a:off x="2882" y="1861"/>
              <a:ext cx="578" cy="384"/>
            </a:xfrm>
            <a:custGeom>
              <a:avLst/>
              <a:gdLst>
                <a:gd name="T0" fmla="*/ 377 w 578"/>
                <a:gd name="T1" fmla="*/ 383 h 384"/>
                <a:gd name="T2" fmla="*/ 0 w 578"/>
                <a:gd name="T3" fmla="*/ 291 h 384"/>
                <a:gd name="T4" fmla="*/ 217 w 578"/>
                <a:gd name="T5" fmla="*/ 0 h 384"/>
                <a:gd name="T6" fmla="*/ 577 w 578"/>
                <a:gd name="T7" fmla="*/ 74 h 384"/>
                <a:gd name="T8" fmla="*/ 377 w 578"/>
                <a:gd name="T9" fmla="*/ 383 h 384"/>
                <a:gd name="T10" fmla="*/ 0 60000 65536"/>
                <a:gd name="T11" fmla="*/ 0 60000 65536"/>
                <a:gd name="T12" fmla="*/ 0 60000 65536"/>
                <a:gd name="T13" fmla="*/ 0 60000 65536"/>
                <a:gd name="T14" fmla="*/ 0 60000 65536"/>
                <a:gd name="T15" fmla="*/ 0 w 578"/>
                <a:gd name="T16" fmla="*/ 0 h 384"/>
                <a:gd name="T17" fmla="*/ 578 w 578"/>
                <a:gd name="T18" fmla="*/ 384 h 384"/>
              </a:gdLst>
              <a:ahLst/>
              <a:cxnLst>
                <a:cxn ang="T10">
                  <a:pos x="T0" y="T1"/>
                </a:cxn>
                <a:cxn ang="T11">
                  <a:pos x="T2" y="T3"/>
                </a:cxn>
                <a:cxn ang="T12">
                  <a:pos x="T4" y="T5"/>
                </a:cxn>
                <a:cxn ang="T13">
                  <a:pos x="T6" y="T7"/>
                </a:cxn>
                <a:cxn ang="T14">
                  <a:pos x="T8" y="T9"/>
                </a:cxn>
              </a:cxnLst>
              <a:rect l="T15" t="T16" r="T17" b="T18"/>
              <a:pathLst>
                <a:path w="578" h="384">
                  <a:moveTo>
                    <a:pt x="377" y="383"/>
                  </a:moveTo>
                  <a:lnTo>
                    <a:pt x="0" y="291"/>
                  </a:lnTo>
                  <a:lnTo>
                    <a:pt x="217" y="0"/>
                  </a:lnTo>
                  <a:lnTo>
                    <a:pt x="577" y="74"/>
                  </a:lnTo>
                  <a:lnTo>
                    <a:pt x="377" y="383"/>
                  </a:lnTo>
                </a:path>
              </a:pathLst>
            </a:custGeom>
            <a:solidFill>
              <a:srgbClr val="E22B00"/>
            </a:solidFill>
            <a:ln>
              <a:noFill/>
            </a:ln>
            <a:extLst>
              <a:ext uri="{91240B29-F687-4F45-9708-019B960494DF}">
                <a14:hiddenLine xmlns:a14="http://schemas.microsoft.com/office/drawing/2010/main" w="12700" cap="rnd" cmpd="sng">
                  <a:solidFill>
                    <a:srgbClr val="000000"/>
                  </a:solidFill>
                  <a:prstDash val="solid"/>
                  <a:round/>
                  <a:headEnd type="none" w="med" len="med"/>
                  <a:tailEnd type="none" w="med" len="med"/>
                </a14:hiddenLine>
              </a:ext>
            </a:extLst>
          </p:spPr>
          <p:txBody>
            <a:bodyPr/>
            <a:lstStyle/>
            <a:p>
              <a:endParaRPr lang="fr-FR"/>
            </a:p>
          </p:txBody>
        </p:sp>
        <p:sp>
          <p:nvSpPr>
            <p:cNvPr id="99374" name="Line 115"/>
            <p:cNvSpPr>
              <a:spLocks noChangeShapeType="1"/>
            </p:cNvSpPr>
            <p:nvPr/>
          </p:nvSpPr>
          <p:spPr bwMode="auto">
            <a:xfrm>
              <a:off x="3102" y="1862"/>
              <a:ext cx="352" cy="7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fr-FR"/>
            </a:p>
          </p:txBody>
        </p:sp>
        <p:sp>
          <p:nvSpPr>
            <p:cNvPr id="99375" name="Freeform 116"/>
            <p:cNvSpPr>
              <a:spLocks/>
            </p:cNvSpPr>
            <p:nvPr/>
          </p:nvSpPr>
          <p:spPr bwMode="auto">
            <a:xfrm>
              <a:off x="2762" y="1666"/>
              <a:ext cx="337" cy="485"/>
            </a:xfrm>
            <a:custGeom>
              <a:avLst/>
              <a:gdLst>
                <a:gd name="T0" fmla="*/ 336 w 337"/>
                <a:gd name="T1" fmla="*/ 194 h 485"/>
                <a:gd name="T2" fmla="*/ 118 w 337"/>
                <a:gd name="T3" fmla="*/ 484 h 485"/>
                <a:gd name="T4" fmla="*/ 0 w 337"/>
                <a:gd name="T5" fmla="*/ 452 h 485"/>
                <a:gd name="T6" fmla="*/ 336 w 337"/>
                <a:gd name="T7" fmla="*/ 0 h 485"/>
                <a:gd name="T8" fmla="*/ 336 w 337"/>
                <a:gd name="T9" fmla="*/ 152 h 485"/>
                <a:gd name="T10" fmla="*/ 336 w 337"/>
                <a:gd name="T11" fmla="*/ 194 h 485"/>
                <a:gd name="T12" fmla="*/ 0 60000 65536"/>
                <a:gd name="T13" fmla="*/ 0 60000 65536"/>
                <a:gd name="T14" fmla="*/ 0 60000 65536"/>
                <a:gd name="T15" fmla="*/ 0 60000 65536"/>
                <a:gd name="T16" fmla="*/ 0 60000 65536"/>
                <a:gd name="T17" fmla="*/ 0 60000 65536"/>
                <a:gd name="T18" fmla="*/ 0 w 337"/>
                <a:gd name="T19" fmla="*/ 0 h 485"/>
                <a:gd name="T20" fmla="*/ 337 w 337"/>
                <a:gd name="T21" fmla="*/ 485 h 485"/>
              </a:gdLst>
              <a:ahLst/>
              <a:cxnLst>
                <a:cxn ang="T12">
                  <a:pos x="T0" y="T1"/>
                </a:cxn>
                <a:cxn ang="T13">
                  <a:pos x="T2" y="T3"/>
                </a:cxn>
                <a:cxn ang="T14">
                  <a:pos x="T4" y="T5"/>
                </a:cxn>
                <a:cxn ang="T15">
                  <a:pos x="T6" y="T7"/>
                </a:cxn>
                <a:cxn ang="T16">
                  <a:pos x="T8" y="T9"/>
                </a:cxn>
                <a:cxn ang="T17">
                  <a:pos x="T10" y="T11"/>
                </a:cxn>
              </a:cxnLst>
              <a:rect l="T18" t="T19" r="T20" b="T21"/>
              <a:pathLst>
                <a:path w="337" h="485">
                  <a:moveTo>
                    <a:pt x="336" y="194"/>
                  </a:moveTo>
                  <a:lnTo>
                    <a:pt x="118" y="484"/>
                  </a:lnTo>
                  <a:lnTo>
                    <a:pt x="0" y="452"/>
                  </a:lnTo>
                  <a:lnTo>
                    <a:pt x="336" y="0"/>
                  </a:lnTo>
                  <a:lnTo>
                    <a:pt x="336" y="152"/>
                  </a:lnTo>
                  <a:lnTo>
                    <a:pt x="336" y="194"/>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99376" name="Freeform 117"/>
            <p:cNvSpPr>
              <a:spLocks/>
            </p:cNvSpPr>
            <p:nvPr/>
          </p:nvSpPr>
          <p:spPr bwMode="auto">
            <a:xfrm>
              <a:off x="2757" y="2124"/>
              <a:ext cx="509" cy="339"/>
            </a:xfrm>
            <a:custGeom>
              <a:avLst/>
              <a:gdLst>
                <a:gd name="T0" fmla="*/ 0 w 506"/>
                <a:gd name="T1" fmla="*/ 0 h 345"/>
                <a:gd name="T2" fmla="*/ 1 w 506"/>
                <a:gd name="T3" fmla="*/ 198 h 345"/>
                <a:gd name="T4" fmla="*/ 514 w 506"/>
                <a:gd name="T5" fmla="*/ 326 h 345"/>
                <a:gd name="T6" fmla="*/ 513 w 506"/>
                <a:gd name="T7" fmla="*/ 124 h 345"/>
                <a:gd name="T8" fmla="*/ 0 60000 65536"/>
                <a:gd name="T9" fmla="*/ 0 60000 65536"/>
                <a:gd name="T10" fmla="*/ 0 60000 65536"/>
                <a:gd name="T11" fmla="*/ 0 60000 65536"/>
                <a:gd name="T12" fmla="*/ 0 w 506"/>
                <a:gd name="T13" fmla="*/ 0 h 345"/>
                <a:gd name="T14" fmla="*/ 506 w 506"/>
                <a:gd name="T15" fmla="*/ 345 h 345"/>
              </a:gdLst>
              <a:ahLst/>
              <a:cxnLst>
                <a:cxn ang="T8">
                  <a:pos x="T0" y="T1"/>
                </a:cxn>
                <a:cxn ang="T9">
                  <a:pos x="T2" y="T3"/>
                </a:cxn>
                <a:cxn ang="T10">
                  <a:pos x="T4" y="T5"/>
                </a:cxn>
                <a:cxn ang="T11">
                  <a:pos x="T6" y="T7"/>
                </a:cxn>
              </a:cxnLst>
              <a:rect l="T12" t="T13" r="T14" b="T15"/>
              <a:pathLst>
                <a:path w="506" h="345">
                  <a:moveTo>
                    <a:pt x="0" y="0"/>
                  </a:moveTo>
                  <a:lnTo>
                    <a:pt x="1" y="209"/>
                  </a:lnTo>
                  <a:lnTo>
                    <a:pt x="505" y="344"/>
                  </a:lnTo>
                  <a:lnTo>
                    <a:pt x="504" y="130"/>
                  </a:lnTo>
                </a:path>
              </a:pathLst>
            </a:custGeom>
            <a:solidFill>
              <a:srgbClr val="FC2C1C"/>
            </a:solidFill>
            <a:ln w="12700" cap="rnd" cmpd="sng">
              <a:solidFill>
                <a:schemeClr val="bg2"/>
              </a:solidFill>
              <a:prstDash val="solid"/>
              <a:round/>
              <a:headEnd type="none" w="med" len="med"/>
              <a:tailEnd type="none" w="med" len="med"/>
            </a:ln>
          </p:spPr>
          <p:txBody>
            <a:bodyPr/>
            <a:lstStyle/>
            <a:p>
              <a:endParaRPr lang="fr-FR"/>
            </a:p>
          </p:txBody>
        </p:sp>
        <p:sp>
          <p:nvSpPr>
            <p:cNvPr id="99377" name="AutoShape 118"/>
            <p:cNvSpPr>
              <a:spLocks noChangeArrowheads="1"/>
            </p:cNvSpPr>
            <p:nvPr/>
          </p:nvSpPr>
          <p:spPr bwMode="auto">
            <a:xfrm rot="16200000" flipH="1">
              <a:off x="3067" y="1967"/>
              <a:ext cx="693" cy="306"/>
            </a:xfrm>
            <a:prstGeom prst="parallelogram">
              <a:avLst>
                <a:gd name="adj" fmla="val 156202"/>
              </a:avLst>
            </a:prstGeom>
            <a:solidFill>
              <a:srgbClr val="FC2C1C"/>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sp>
        <p:nvSpPr>
          <p:cNvPr id="99344" name="Text Box 133"/>
          <p:cNvSpPr txBox="1">
            <a:spLocks noChangeArrowheads="1"/>
          </p:cNvSpPr>
          <p:nvPr/>
        </p:nvSpPr>
        <p:spPr bwMode="auto">
          <a:xfrm>
            <a:off x="604838" y="5259388"/>
            <a:ext cx="6543675" cy="4429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eaLnBrk="1" hangingPunct="1">
              <a:spcBef>
                <a:spcPct val="0"/>
              </a:spcBef>
              <a:buFontTx/>
              <a:buNone/>
            </a:pPr>
            <a:r>
              <a:rPr lang="fr-FR" altLang="fr-FR" sz="2300"/>
              <a:t>4. Pointez la production sur votre feuille de suivi</a:t>
            </a:r>
          </a:p>
        </p:txBody>
      </p:sp>
      <p:sp>
        <p:nvSpPr>
          <p:cNvPr id="99345" name="Text Box 134"/>
          <p:cNvSpPr txBox="1">
            <a:spLocks noChangeArrowheads="1"/>
          </p:cNvSpPr>
          <p:nvPr/>
        </p:nvSpPr>
        <p:spPr bwMode="auto">
          <a:xfrm>
            <a:off x="4357688" y="3729038"/>
            <a:ext cx="828675"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a:spcBef>
                <a:spcPct val="0"/>
              </a:spcBef>
              <a:buFontTx/>
              <a:buNone/>
            </a:pPr>
            <a:r>
              <a:rPr lang="fr-FR" altLang="fr-FR" sz="2400">
                <a:solidFill>
                  <a:srgbClr val="FC2C1C"/>
                </a:solidFill>
              </a:rPr>
              <a:t>1 R5</a:t>
            </a:r>
          </a:p>
        </p:txBody>
      </p:sp>
      <p:grpSp>
        <p:nvGrpSpPr>
          <p:cNvPr id="99346" name="Group 135"/>
          <p:cNvGrpSpPr>
            <a:grpSpLocks/>
          </p:cNvGrpSpPr>
          <p:nvPr/>
        </p:nvGrpSpPr>
        <p:grpSpPr bwMode="auto">
          <a:xfrm rot="-223274">
            <a:off x="4511675" y="2943225"/>
            <a:ext cx="744538" cy="733425"/>
            <a:chOff x="2757" y="1666"/>
            <a:chExt cx="812" cy="800"/>
          </a:xfrm>
        </p:grpSpPr>
        <p:sp>
          <p:nvSpPr>
            <p:cNvPr id="99366" name="Freeform 136"/>
            <p:cNvSpPr>
              <a:spLocks/>
            </p:cNvSpPr>
            <p:nvPr/>
          </p:nvSpPr>
          <p:spPr bwMode="auto">
            <a:xfrm>
              <a:off x="2762" y="1667"/>
              <a:ext cx="807" cy="584"/>
            </a:xfrm>
            <a:custGeom>
              <a:avLst/>
              <a:gdLst>
                <a:gd name="T0" fmla="*/ 497 w 807"/>
                <a:gd name="T1" fmla="*/ 583 h 584"/>
                <a:gd name="T2" fmla="*/ 0 w 807"/>
                <a:gd name="T3" fmla="*/ 452 h 584"/>
                <a:gd name="T4" fmla="*/ 337 w 807"/>
                <a:gd name="T5" fmla="*/ 0 h 584"/>
                <a:gd name="T6" fmla="*/ 806 w 807"/>
                <a:gd name="T7" fmla="*/ 98 h 584"/>
                <a:gd name="T8" fmla="*/ 497 w 807"/>
                <a:gd name="T9" fmla="*/ 583 h 584"/>
                <a:gd name="T10" fmla="*/ 0 60000 65536"/>
                <a:gd name="T11" fmla="*/ 0 60000 65536"/>
                <a:gd name="T12" fmla="*/ 0 60000 65536"/>
                <a:gd name="T13" fmla="*/ 0 60000 65536"/>
                <a:gd name="T14" fmla="*/ 0 60000 65536"/>
                <a:gd name="T15" fmla="*/ 0 w 807"/>
                <a:gd name="T16" fmla="*/ 0 h 584"/>
                <a:gd name="T17" fmla="*/ 807 w 807"/>
                <a:gd name="T18" fmla="*/ 584 h 584"/>
              </a:gdLst>
              <a:ahLst/>
              <a:cxnLst>
                <a:cxn ang="T10">
                  <a:pos x="T0" y="T1"/>
                </a:cxn>
                <a:cxn ang="T11">
                  <a:pos x="T2" y="T3"/>
                </a:cxn>
                <a:cxn ang="T12">
                  <a:pos x="T4" y="T5"/>
                </a:cxn>
                <a:cxn ang="T13">
                  <a:pos x="T6" y="T7"/>
                </a:cxn>
                <a:cxn ang="T14">
                  <a:pos x="T8" y="T9"/>
                </a:cxn>
              </a:cxnLst>
              <a:rect l="T15" t="T16" r="T17" b="T18"/>
              <a:pathLst>
                <a:path w="807" h="584">
                  <a:moveTo>
                    <a:pt x="497" y="583"/>
                  </a:moveTo>
                  <a:lnTo>
                    <a:pt x="0" y="452"/>
                  </a:lnTo>
                  <a:lnTo>
                    <a:pt x="337" y="0"/>
                  </a:lnTo>
                  <a:lnTo>
                    <a:pt x="806" y="98"/>
                  </a:lnTo>
                  <a:lnTo>
                    <a:pt x="497" y="583"/>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99367" name="Freeform 137"/>
            <p:cNvSpPr>
              <a:spLocks/>
            </p:cNvSpPr>
            <p:nvPr/>
          </p:nvSpPr>
          <p:spPr bwMode="auto">
            <a:xfrm>
              <a:off x="2882" y="1861"/>
              <a:ext cx="578" cy="384"/>
            </a:xfrm>
            <a:custGeom>
              <a:avLst/>
              <a:gdLst>
                <a:gd name="T0" fmla="*/ 377 w 578"/>
                <a:gd name="T1" fmla="*/ 383 h 384"/>
                <a:gd name="T2" fmla="*/ 0 w 578"/>
                <a:gd name="T3" fmla="*/ 291 h 384"/>
                <a:gd name="T4" fmla="*/ 217 w 578"/>
                <a:gd name="T5" fmla="*/ 0 h 384"/>
                <a:gd name="T6" fmla="*/ 577 w 578"/>
                <a:gd name="T7" fmla="*/ 74 h 384"/>
                <a:gd name="T8" fmla="*/ 377 w 578"/>
                <a:gd name="T9" fmla="*/ 383 h 384"/>
                <a:gd name="T10" fmla="*/ 0 60000 65536"/>
                <a:gd name="T11" fmla="*/ 0 60000 65536"/>
                <a:gd name="T12" fmla="*/ 0 60000 65536"/>
                <a:gd name="T13" fmla="*/ 0 60000 65536"/>
                <a:gd name="T14" fmla="*/ 0 60000 65536"/>
                <a:gd name="T15" fmla="*/ 0 w 578"/>
                <a:gd name="T16" fmla="*/ 0 h 384"/>
                <a:gd name="T17" fmla="*/ 578 w 578"/>
                <a:gd name="T18" fmla="*/ 384 h 384"/>
              </a:gdLst>
              <a:ahLst/>
              <a:cxnLst>
                <a:cxn ang="T10">
                  <a:pos x="T0" y="T1"/>
                </a:cxn>
                <a:cxn ang="T11">
                  <a:pos x="T2" y="T3"/>
                </a:cxn>
                <a:cxn ang="T12">
                  <a:pos x="T4" y="T5"/>
                </a:cxn>
                <a:cxn ang="T13">
                  <a:pos x="T6" y="T7"/>
                </a:cxn>
                <a:cxn ang="T14">
                  <a:pos x="T8" y="T9"/>
                </a:cxn>
              </a:cxnLst>
              <a:rect l="T15" t="T16" r="T17" b="T18"/>
              <a:pathLst>
                <a:path w="578" h="384">
                  <a:moveTo>
                    <a:pt x="377" y="383"/>
                  </a:moveTo>
                  <a:lnTo>
                    <a:pt x="0" y="291"/>
                  </a:lnTo>
                  <a:lnTo>
                    <a:pt x="217" y="0"/>
                  </a:lnTo>
                  <a:lnTo>
                    <a:pt x="577" y="74"/>
                  </a:lnTo>
                  <a:lnTo>
                    <a:pt x="377" y="383"/>
                  </a:lnTo>
                </a:path>
              </a:pathLst>
            </a:custGeom>
            <a:solidFill>
              <a:srgbClr val="E22B00"/>
            </a:solidFill>
            <a:ln>
              <a:noFill/>
            </a:ln>
            <a:extLst>
              <a:ext uri="{91240B29-F687-4F45-9708-019B960494DF}">
                <a14:hiddenLine xmlns:a14="http://schemas.microsoft.com/office/drawing/2010/main" w="12700" cap="rnd" cmpd="sng">
                  <a:solidFill>
                    <a:srgbClr val="000000"/>
                  </a:solidFill>
                  <a:prstDash val="solid"/>
                  <a:round/>
                  <a:headEnd type="none" w="med" len="med"/>
                  <a:tailEnd type="none" w="med" len="med"/>
                </a14:hiddenLine>
              </a:ext>
            </a:extLst>
          </p:spPr>
          <p:txBody>
            <a:bodyPr/>
            <a:lstStyle/>
            <a:p>
              <a:endParaRPr lang="fr-FR"/>
            </a:p>
          </p:txBody>
        </p:sp>
        <p:sp>
          <p:nvSpPr>
            <p:cNvPr id="99368" name="Line 138"/>
            <p:cNvSpPr>
              <a:spLocks noChangeShapeType="1"/>
            </p:cNvSpPr>
            <p:nvPr/>
          </p:nvSpPr>
          <p:spPr bwMode="auto">
            <a:xfrm>
              <a:off x="3102" y="1862"/>
              <a:ext cx="352" cy="7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fr-FR"/>
            </a:p>
          </p:txBody>
        </p:sp>
        <p:sp>
          <p:nvSpPr>
            <p:cNvPr id="99369" name="Freeform 139"/>
            <p:cNvSpPr>
              <a:spLocks/>
            </p:cNvSpPr>
            <p:nvPr/>
          </p:nvSpPr>
          <p:spPr bwMode="auto">
            <a:xfrm>
              <a:off x="2762" y="1666"/>
              <a:ext cx="337" cy="485"/>
            </a:xfrm>
            <a:custGeom>
              <a:avLst/>
              <a:gdLst>
                <a:gd name="T0" fmla="*/ 336 w 337"/>
                <a:gd name="T1" fmla="*/ 194 h 485"/>
                <a:gd name="T2" fmla="*/ 118 w 337"/>
                <a:gd name="T3" fmla="*/ 484 h 485"/>
                <a:gd name="T4" fmla="*/ 0 w 337"/>
                <a:gd name="T5" fmla="*/ 452 h 485"/>
                <a:gd name="T6" fmla="*/ 336 w 337"/>
                <a:gd name="T7" fmla="*/ 0 h 485"/>
                <a:gd name="T8" fmla="*/ 336 w 337"/>
                <a:gd name="T9" fmla="*/ 152 h 485"/>
                <a:gd name="T10" fmla="*/ 336 w 337"/>
                <a:gd name="T11" fmla="*/ 194 h 485"/>
                <a:gd name="T12" fmla="*/ 0 60000 65536"/>
                <a:gd name="T13" fmla="*/ 0 60000 65536"/>
                <a:gd name="T14" fmla="*/ 0 60000 65536"/>
                <a:gd name="T15" fmla="*/ 0 60000 65536"/>
                <a:gd name="T16" fmla="*/ 0 60000 65536"/>
                <a:gd name="T17" fmla="*/ 0 60000 65536"/>
                <a:gd name="T18" fmla="*/ 0 w 337"/>
                <a:gd name="T19" fmla="*/ 0 h 485"/>
                <a:gd name="T20" fmla="*/ 337 w 337"/>
                <a:gd name="T21" fmla="*/ 485 h 485"/>
              </a:gdLst>
              <a:ahLst/>
              <a:cxnLst>
                <a:cxn ang="T12">
                  <a:pos x="T0" y="T1"/>
                </a:cxn>
                <a:cxn ang="T13">
                  <a:pos x="T2" y="T3"/>
                </a:cxn>
                <a:cxn ang="T14">
                  <a:pos x="T4" y="T5"/>
                </a:cxn>
                <a:cxn ang="T15">
                  <a:pos x="T6" y="T7"/>
                </a:cxn>
                <a:cxn ang="T16">
                  <a:pos x="T8" y="T9"/>
                </a:cxn>
                <a:cxn ang="T17">
                  <a:pos x="T10" y="T11"/>
                </a:cxn>
              </a:cxnLst>
              <a:rect l="T18" t="T19" r="T20" b="T21"/>
              <a:pathLst>
                <a:path w="337" h="485">
                  <a:moveTo>
                    <a:pt x="336" y="194"/>
                  </a:moveTo>
                  <a:lnTo>
                    <a:pt x="118" y="484"/>
                  </a:lnTo>
                  <a:lnTo>
                    <a:pt x="0" y="452"/>
                  </a:lnTo>
                  <a:lnTo>
                    <a:pt x="336" y="0"/>
                  </a:lnTo>
                  <a:lnTo>
                    <a:pt x="336" y="152"/>
                  </a:lnTo>
                  <a:lnTo>
                    <a:pt x="336" y="194"/>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99370" name="Freeform 140"/>
            <p:cNvSpPr>
              <a:spLocks/>
            </p:cNvSpPr>
            <p:nvPr/>
          </p:nvSpPr>
          <p:spPr bwMode="auto">
            <a:xfrm>
              <a:off x="2757" y="2124"/>
              <a:ext cx="509" cy="339"/>
            </a:xfrm>
            <a:custGeom>
              <a:avLst/>
              <a:gdLst>
                <a:gd name="T0" fmla="*/ 0 w 506"/>
                <a:gd name="T1" fmla="*/ 0 h 345"/>
                <a:gd name="T2" fmla="*/ 1 w 506"/>
                <a:gd name="T3" fmla="*/ 198 h 345"/>
                <a:gd name="T4" fmla="*/ 514 w 506"/>
                <a:gd name="T5" fmla="*/ 326 h 345"/>
                <a:gd name="T6" fmla="*/ 513 w 506"/>
                <a:gd name="T7" fmla="*/ 124 h 345"/>
                <a:gd name="T8" fmla="*/ 0 60000 65536"/>
                <a:gd name="T9" fmla="*/ 0 60000 65536"/>
                <a:gd name="T10" fmla="*/ 0 60000 65536"/>
                <a:gd name="T11" fmla="*/ 0 60000 65536"/>
                <a:gd name="T12" fmla="*/ 0 w 506"/>
                <a:gd name="T13" fmla="*/ 0 h 345"/>
                <a:gd name="T14" fmla="*/ 506 w 506"/>
                <a:gd name="T15" fmla="*/ 345 h 345"/>
              </a:gdLst>
              <a:ahLst/>
              <a:cxnLst>
                <a:cxn ang="T8">
                  <a:pos x="T0" y="T1"/>
                </a:cxn>
                <a:cxn ang="T9">
                  <a:pos x="T2" y="T3"/>
                </a:cxn>
                <a:cxn ang="T10">
                  <a:pos x="T4" y="T5"/>
                </a:cxn>
                <a:cxn ang="T11">
                  <a:pos x="T6" y="T7"/>
                </a:cxn>
              </a:cxnLst>
              <a:rect l="T12" t="T13" r="T14" b="T15"/>
              <a:pathLst>
                <a:path w="506" h="345">
                  <a:moveTo>
                    <a:pt x="0" y="0"/>
                  </a:moveTo>
                  <a:lnTo>
                    <a:pt x="1" y="209"/>
                  </a:lnTo>
                  <a:lnTo>
                    <a:pt x="505" y="344"/>
                  </a:lnTo>
                  <a:lnTo>
                    <a:pt x="504" y="130"/>
                  </a:lnTo>
                </a:path>
              </a:pathLst>
            </a:custGeom>
            <a:solidFill>
              <a:srgbClr val="FC2C1C"/>
            </a:solidFill>
            <a:ln w="12700" cap="rnd" cmpd="sng">
              <a:solidFill>
                <a:schemeClr val="bg2"/>
              </a:solidFill>
              <a:prstDash val="solid"/>
              <a:round/>
              <a:headEnd type="none" w="med" len="med"/>
              <a:tailEnd type="none" w="med" len="med"/>
            </a:ln>
          </p:spPr>
          <p:txBody>
            <a:bodyPr/>
            <a:lstStyle/>
            <a:p>
              <a:endParaRPr lang="fr-FR"/>
            </a:p>
          </p:txBody>
        </p:sp>
        <p:sp>
          <p:nvSpPr>
            <p:cNvPr id="99371" name="AutoShape 141"/>
            <p:cNvSpPr>
              <a:spLocks noChangeArrowheads="1"/>
            </p:cNvSpPr>
            <p:nvPr/>
          </p:nvSpPr>
          <p:spPr bwMode="auto">
            <a:xfrm rot="16200000" flipH="1">
              <a:off x="3067" y="1967"/>
              <a:ext cx="693" cy="306"/>
            </a:xfrm>
            <a:prstGeom prst="parallelogram">
              <a:avLst>
                <a:gd name="adj" fmla="val 156202"/>
              </a:avLst>
            </a:prstGeom>
            <a:solidFill>
              <a:srgbClr val="FC2C1C"/>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sp>
        <p:nvSpPr>
          <p:cNvPr id="99347" name="Text Box 142"/>
          <p:cNvSpPr txBox="1">
            <a:spLocks noChangeArrowheads="1"/>
          </p:cNvSpPr>
          <p:nvPr/>
        </p:nvSpPr>
        <p:spPr bwMode="auto">
          <a:xfrm>
            <a:off x="5827713" y="3729038"/>
            <a:ext cx="828675"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a:spcBef>
                <a:spcPct val="0"/>
              </a:spcBef>
              <a:buFontTx/>
              <a:buNone/>
            </a:pPr>
            <a:r>
              <a:rPr lang="fr-FR" altLang="fr-FR" sz="2400">
                <a:solidFill>
                  <a:srgbClr val="FC2C1C"/>
                </a:solidFill>
              </a:rPr>
              <a:t>2 R6</a:t>
            </a:r>
          </a:p>
        </p:txBody>
      </p:sp>
      <p:grpSp>
        <p:nvGrpSpPr>
          <p:cNvPr id="99348" name="Group 143"/>
          <p:cNvGrpSpPr>
            <a:grpSpLocks/>
          </p:cNvGrpSpPr>
          <p:nvPr/>
        </p:nvGrpSpPr>
        <p:grpSpPr bwMode="auto">
          <a:xfrm rot="-223274">
            <a:off x="5846763" y="2921000"/>
            <a:ext cx="744537" cy="733425"/>
            <a:chOff x="2757" y="1666"/>
            <a:chExt cx="812" cy="800"/>
          </a:xfrm>
        </p:grpSpPr>
        <p:sp>
          <p:nvSpPr>
            <p:cNvPr id="99360" name="Freeform 144"/>
            <p:cNvSpPr>
              <a:spLocks/>
            </p:cNvSpPr>
            <p:nvPr/>
          </p:nvSpPr>
          <p:spPr bwMode="auto">
            <a:xfrm>
              <a:off x="2762" y="1667"/>
              <a:ext cx="807" cy="584"/>
            </a:xfrm>
            <a:custGeom>
              <a:avLst/>
              <a:gdLst>
                <a:gd name="T0" fmla="*/ 497 w 807"/>
                <a:gd name="T1" fmla="*/ 583 h 584"/>
                <a:gd name="T2" fmla="*/ 0 w 807"/>
                <a:gd name="T3" fmla="*/ 452 h 584"/>
                <a:gd name="T4" fmla="*/ 337 w 807"/>
                <a:gd name="T5" fmla="*/ 0 h 584"/>
                <a:gd name="T6" fmla="*/ 806 w 807"/>
                <a:gd name="T7" fmla="*/ 98 h 584"/>
                <a:gd name="T8" fmla="*/ 497 w 807"/>
                <a:gd name="T9" fmla="*/ 583 h 584"/>
                <a:gd name="T10" fmla="*/ 0 60000 65536"/>
                <a:gd name="T11" fmla="*/ 0 60000 65536"/>
                <a:gd name="T12" fmla="*/ 0 60000 65536"/>
                <a:gd name="T13" fmla="*/ 0 60000 65536"/>
                <a:gd name="T14" fmla="*/ 0 60000 65536"/>
                <a:gd name="T15" fmla="*/ 0 w 807"/>
                <a:gd name="T16" fmla="*/ 0 h 584"/>
                <a:gd name="T17" fmla="*/ 807 w 807"/>
                <a:gd name="T18" fmla="*/ 584 h 584"/>
              </a:gdLst>
              <a:ahLst/>
              <a:cxnLst>
                <a:cxn ang="T10">
                  <a:pos x="T0" y="T1"/>
                </a:cxn>
                <a:cxn ang="T11">
                  <a:pos x="T2" y="T3"/>
                </a:cxn>
                <a:cxn ang="T12">
                  <a:pos x="T4" y="T5"/>
                </a:cxn>
                <a:cxn ang="T13">
                  <a:pos x="T6" y="T7"/>
                </a:cxn>
                <a:cxn ang="T14">
                  <a:pos x="T8" y="T9"/>
                </a:cxn>
              </a:cxnLst>
              <a:rect l="T15" t="T16" r="T17" b="T18"/>
              <a:pathLst>
                <a:path w="807" h="584">
                  <a:moveTo>
                    <a:pt x="497" y="583"/>
                  </a:moveTo>
                  <a:lnTo>
                    <a:pt x="0" y="452"/>
                  </a:lnTo>
                  <a:lnTo>
                    <a:pt x="337" y="0"/>
                  </a:lnTo>
                  <a:lnTo>
                    <a:pt x="806" y="98"/>
                  </a:lnTo>
                  <a:lnTo>
                    <a:pt x="497" y="583"/>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99361" name="Freeform 145"/>
            <p:cNvSpPr>
              <a:spLocks/>
            </p:cNvSpPr>
            <p:nvPr/>
          </p:nvSpPr>
          <p:spPr bwMode="auto">
            <a:xfrm>
              <a:off x="2882" y="1861"/>
              <a:ext cx="578" cy="384"/>
            </a:xfrm>
            <a:custGeom>
              <a:avLst/>
              <a:gdLst>
                <a:gd name="T0" fmla="*/ 377 w 578"/>
                <a:gd name="T1" fmla="*/ 383 h 384"/>
                <a:gd name="T2" fmla="*/ 0 w 578"/>
                <a:gd name="T3" fmla="*/ 291 h 384"/>
                <a:gd name="T4" fmla="*/ 217 w 578"/>
                <a:gd name="T5" fmla="*/ 0 h 384"/>
                <a:gd name="T6" fmla="*/ 577 w 578"/>
                <a:gd name="T7" fmla="*/ 74 h 384"/>
                <a:gd name="T8" fmla="*/ 377 w 578"/>
                <a:gd name="T9" fmla="*/ 383 h 384"/>
                <a:gd name="T10" fmla="*/ 0 60000 65536"/>
                <a:gd name="T11" fmla="*/ 0 60000 65536"/>
                <a:gd name="T12" fmla="*/ 0 60000 65536"/>
                <a:gd name="T13" fmla="*/ 0 60000 65536"/>
                <a:gd name="T14" fmla="*/ 0 60000 65536"/>
                <a:gd name="T15" fmla="*/ 0 w 578"/>
                <a:gd name="T16" fmla="*/ 0 h 384"/>
                <a:gd name="T17" fmla="*/ 578 w 578"/>
                <a:gd name="T18" fmla="*/ 384 h 384"/>
              </a:gdLst>
              <a:ahLst/>
              <a:cxnLst>
                <a:cxn ang="T10">
                  <a:pos x="T0" y="T1"/>
                </a:cxn>
                <a:cxn ang="T11">
                  <a:pos x="T2" y="T3"/>
                </a:cxn>
                <a:cxn ang="T12">
                  <a:pos x="T4" y="T5"/>
                </a:cxn>
                <a:cxn ang="T13">
                  <a:pos x="T6" y="T7"/>
                </a:cxn>
                <a:cxn ang="T14">
                  <a:pos x="T8" y="T9"/>
                </a:cxn>
              </a:cxnLst>
              <a:rect l="T15" t="T16" r="T17" b="T18"/>
              <a:pathLst>
                <a:path w="578" h="384">
                  <a:moveTo>
                    <a:pt x="377" y="383"/>
                  </a:moveTo>
                  <a:lnTo>
                    <a:pt x="0" y="291"/>
                  </a:lnTo>
                  <a:lnTo>
                    <a:pt x="217" y="0"/>
                  </a:lnTo>
                  <a:lnTo>
                    <a:pt x="577" y="74"/>
                  </a:lnTo>
                  <a:lnTo>
                    <a:pt x="377" y="383"/>
                  </a:lnTo>
                </a:path>
              </a:pathLst>
            </a:custGeom>
            <a:solidFill>
              <a:srgbClr val="E22B00"/>
            </a:solidFill>
            <a:ln>
              <a:noFill/>
            </a:ln>
            <a:extLst>
              <a:ext uri="{91240B29-F687-4F45-9708-019B960494DF}">
                <a14:hiddenLine xmlns:a14="http://schemas.microsoft.com/office/drawing/2010/main" w="12700" cap="rnd" cmpd="sng">
                  <a:solidFill>
                    <a:srgbClr val="000000"/>
                  </a:solidFill>
                  <a:prstDash val="solid"/>
                  <a:round/>
                  <a:headEnd type="none" w="med" len="med"/>
                  <a:tailEnd type="none" w="med" len="med"/>
                </a14:hiddenLine>
              </a:ext>
            </a:extLst>
          </p:spPr>
          <p:txBody>
            <a:bodyPr/>
            <a:lstStyle/>
            <a:p>
              <a:endParaRPr lang="fr-FR"/>
            </a:p>
          </p:txBody>
        </p:sp>
        <p:sp>
          <p:nvSpPr>
            <p:cNvPr id="99362" name="Line 146"/>
            <p:cNvSpPr>
              <a:spLocks noChangeShapeType="1"/>
            </p:cNvSpPr>
            <p:nvPr/>
          </p:nvSpPr>
          <p:spPr bwMode="auto">
            <a:xfrm>
              <a:off x="3102" y="1862"/>
              <a:ext cx="352" cy="7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fr-FR"/>
            </a:p>
          </p:txBody>
        </p:sp>
        <p:sp>
          <p:nvSpPr>
            <p:cNvPr id="99363" name="Freeform 147"/>
            <p:cNvSpPr>
              <a:spLocks/>
            </p:cNvSpPr>
            <p:nvPr/>
          </p:nvSpPr>
          <p:spPr bwMode="auto">
            <a:xfrm>
              <a:off x="2762" y="1666"/>
              <a:ext cx="337" cy="485"/>
            </a:xfrm>
            <a:custGeom>
              <a:avLst/>
              <a:gdLst>
                <a:gd name="T0" fmla="*/ 336 w 337"/>
                <a:gd name="T1" fmla="*/ 194 h 485"/>
                <a:gd name="T2" fmla="*/ 118 w 337"/>
                <a:gd name="T3" fmla="*/ 484 h 485"/>
                <a:gd name="T4" fmla="*/ 0 w 337"/>
                <a:gd name="T5" fmla="*/ 452 h 485"/>
                <a:gd name="T6" fmla="*/ 336 w 337"/>
                <a:gd name="T7" fmla="*/ 0 h 485"/>
                <a:gd name="T8" fmla="*/ 336 w 337"/>
                <a:gd name="T9" fmla="*/ 152 h 485"/>
                <a:gd name="T10" fmla="*/ 336 w 337"/>
                <a:gd name="T11" fmla="*/ 194 h 485"/>
                <a:gd name="T12" fmla="*/ 0 60000 65536"/>
                <a:gd name="T13" fmla="*/ 0 60000 65536"/>
                <a:gd name="T14" fmla="*/ 0 60000 65536"/>
                <a:gd name="T15" fmla="*/ 0 60000 65536"/>
                <a:gd name="T16" fmla="*/ 0 60000 65536"/>
                <a:gd name="T17" fmla="*/ 0 60000 65536"/>
                <a:gd name="T18" fmla="*/ 0 w 337"/>
                <a:gd name="T19" fmla="*/ 0 h 485"/>
                <a:gd name="T20" fmla="*/ 337 w 337"/>
                <a:gd name="T21" fmla="*/ 485 h 485"/>
              </a:gdLst>
              <a:ahLst/>
              <a:cxnLst>
                <a:cxn ang="T12">
                  <a:pos x="T0" y="T1"/>
                </a:cxn>
                <a:cxn ang="T13">
                  <a:pos x="T2" y="T3"/>
                </a:cxn>
                <a:cxn ang="T14">
                  <a:pos x="T4" y="T5"/>
                </a:cxn>
                <a:cxn ang="T15">
                  <a:pos x="T6" y="T7"/>
                </a:cxn>
                <a:cxn ang="T16">
                  <a:pos x="T8" y="T9"/>
                </a:cxn>
                <a:cxn ang="T17">
                  <a:pos x="T10" y="T11"/>
                </a:cxn>
              </a:cxnLst>
              <a:rect l="T18" t="T19" r="T20" b="T21"/>
              <a:pathLst>
                <a:path w="337" h="485">
                  <a:moveTo>
                    <a:pt x="336" y="194"/>
                  </a:moveTo>
                  <a:lnTo>
                    <a:pt x="118" y="484"/>
                  </a:lnTo>
                  <a:lnTo>
                    <a:pt x="0" y="452"/>
                  </a:lnTo>
                  <a:lnTo>
                    <a:pt x="336" y="0"/>
                  </a:lnTo>
                  <a:lnTo>
                    <a:pt x="336" y="152"/>
                  </a:lnTo>
                  <a:lnTo>
                    <a:pt x="336" y="194"/>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99364" name="Freeform 148"/>
            <p:cNvSpPr>
              <a:spLocks/>
            </p:cNvSpPr>
            <p:nvPr/>
          </p:nvSpPr>
          <p:spPr bwMode="auto">
            <a:xfrm>
              <a:off x="2757" y="2124"/>
              <a:ext cx="509" cy="339"/>
            </a:xfrm>
            <a:custGeom>
              <a:avLst/>
              <a:gdLst>
                <a:gd name="T0" fmla="*/ 0 w 506"/>
                <a:gd name="T1" fmla="*/ 0 h 345"/>
                <a:gd name="T2" fmla="*/ 1 w 506"/>
                <a:gd name="T3" fmla="*/ 198 h 345"/>
                <a:gd name="T4" fmla="*/ 514 w 506"/>
                <a:gd name="T5" fmla="*/ 326 h 345"/>
                <a:gd name="T6" fmla="*/ 513 w 506"/>
                <a:gd name="T7" fmla="*/ 124 h 345"/>
                <a:gd name="T8" fmla="*/ 0 60000 65536"/>
                <a:gd name="T9" fmla="*/ 0 60000 65536"/>
                <a:gd name="T10" fmla="*/ 0 60000 65536"/>
                <a:gd name="T11" fmla="*/ 0 60000 65536"/>
                <a:gd name="T12" fmla="*/ 0 w 506"/>
                <a:gd name="T13" fmla="*/ 0 h 345"/>
                <a:gd name="T14" fmla="*/ 506 w 506"/>
                <a:gd name="T15" fmla="*/ 345 h 345"/>
              </a:gdLst>
              <a:ahLst/>
              <a:cxnLst>
                <a:cxn ang="T8">
                  <a:pos x="T0" y="T1"/>
                </a:cxn>
                <a:cxn ang="T9">
                  <a:pos x="T2" y="T3"/>
                </a:cxn>
                <a:cxn ang="T10">
                  <a:pos x="T4" y="T5"/>
                </a:cxn>
                <a:cxn ang="T11">
                  <a:pos x="T6" y="T7"/>
                </a:cxn>
              </a:cxnLst>
              <a:rect l="T12" t="T13" r="T14" b="T15"/>
              <a:pathLst>
                <a:path w="506" h="345">
                  <a:moveTo>
                    <a:pt x="0" y="0"/>
                  </a:moveTo>
                  <a:lnTo>
                    <a:pt x="1" y="209"/>
                  </a:lnTo>
                  <a:lnTo>
                    <a:pt x="505" y="344"/>
                  </a:lnTo>
                  <a:lnTo>
                    <a:pt x="504" y="130"/>
                  </a:lnTo>
                </a:path>
              </a:pathLst>
            </a:custGeom>
            <a:solidFill>
              <a:srgbClr val="FC2C1C"/>
            </a:solidFill>
            <a:ln w="12700" cap="rnd" cmpd="sng">
              <a:solidFill>
                <a:schemeClr val="bg2"/>
              </a:solidFill>
              <a:prstDash val="solid"/>
              <a:round/>
              <a:headEnd type="none" w="med" len="med"/>
              <a:tailEnd type="none" w="med" len="med"/>
            </a:ln>
          </p:spPr>
          <p:txBody>
            <a:bodyPr/>
            <a:lstStyle/>
            <a:p>
              <a:endParaRPr lang="fr-FR"/>
            </a:p>
          </p:txBody>
        </p:sp>
        <p:sp>
          <p:nvSpPr>
            <p:cNvPr id="99365" name="AutoShape 149"/>
            <p:cNvSpPr>
              <a:spLocks noChangeArrowheads="1"/>
            </p:cNvSpPr>
            <p:nvPr/>
          </p:nvSpPr>
          <p:spPr bwMode="auto">
            <a:xfrm rot="16200000" flipH="1">
              <a:off x="3067" y="1967"/>
              <a:ext cx="693" cy="306"/>
            </a:xfrm>
            <a:prstGeom prst="parallelogram">
              <a:avLst>
                <a:gd name="adj" fmla="val 156202"/>
              </a:avLst>
            </a:prstGeom>
            <a:solidFill>
              <a:srgbClr val="FC2C1C"/>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grpSp>
        <p:nvGrpSpPr>
          <p:cNvPr id="99349" name="Group 150"/>
          <p:cNvGrpSpPr>
            <a:grpSpLocks/>
          </p:cNvGrpSpPr>
          <p:nvPr/>
        </p:nvGrpSpPr>
        <p:grpSpPr bwMode="auto">
          <a:xfrm rot="-223274">
            <a:off x="5818188" y="2698750"/>
            <a:ext cx="744537" cy="733425"/>
            <a:chOff x="2757" y="1666"/>
            <a:chExt cx="812" cy="800"/>
          </a:xfrm>
        </p:grpSpPr>
        <p:sp>
          <p:nvSpPr>
            <p:cNvPr id="99354" name="Freeform 151"/>
            <p:cNvSpPr>
              <a:spLocks/>
            </p:cNvSpPr>
            <p:nvPr/>
          </p:nvSpPr>
          <p:spPr bwMode="auto">
            <a:xfrm>
              <a:off x="2762" y="1667"/>
              <a:ext cx="807" cy="584"/>
            </a:xfrm>
            <a:custGeom>
              <a:avLst/>
              <a:gdLst>
                <a:gd name="T0" fmla="*/ 497 w 807"/>
                <a:gd name="T1" fmla="*/ 583 h 584"/>
                <a:gd name="T2" fmla="*/ 0 w 807"/>
                <a:gd name="T3" fmla="*/ 452 h 584"/>
                <a:gd name="T4" fmla="*/ 337 w 807"/>
                <a:gd name="T5" fmla="*/ 0 h 584"/>
                <a:gd name="T6" fmla="*/ 806 w 807"/>
                <a:gd name="T7" fmla="*/ 98 h 584"/>
                <a:gd name="T8" fmla="*/ 497 w 807"/>
                <a:gd name="T9" fmla="*/ 583 h 584"/>
                <a:gd name="T10" fmla="*/ 0 60000 65536"/>
                <a:gd name="T11" fmla="*/ 0 60000 65536"/>
                <a:gd name="T12" fmla="*/ 0 60000 65536"/>
                <a:gd name="T13" fmla="*/ 0 60000 65536"/>
                <a:gd name="T14" fmla="*/ 0 60000 65536"/>
                <a:gd name="T15" fmla="*/ 0 w 807"/>
                <a:gd name="T16" fmla="*/ 0 h 584"/>
                <a:gd name="T17" fmla="*/ 807 w 807"/>
                <a:gd name="T18" fmla="*/ 584 h 584"/>
              </a:gdLst>
              <a:ahLst/>
              <a:cxnLst>
                <a:cxn ang="T10">
                  <a:pos x="T0" y="T1"/>
                </a:cxn>
                <a:cxn ang="T11">
                  <a:pos x="T2" y="T3"/>
                </a:cxn>
                <a:cxn ang="T12">
                  <a:pos x="T4" y="T5"/>
                </a:cxn>
                <a:cxn ang="T13">
                  <a:pos x="T6" y="T7"/>
                </a:cxn>
                <a:cxn ang="T14">
                  <a:pos x="T8" y="T9"/>
                </a:cxn>
              </a:cxnLst>
              <a:rect l="T15" t="T16" r="T17" b="T18"/>
              <a:pathLst>
                <a:path w="807" h="584">
                  <a:moveTo>
                    <a:pt x="497" y="583"/>
                  </a:moveTo>
                  <a:lnTo>
                    <a:pt x="0" y="452"/>
                  </a:lnTo>
                  <a:lnTo>
                    <a:pt x="337" y="0"/>
                  </a:lnTo>
                  <a:lnTo>
                    <a:pt x="806" y="98"/>
                  </a:lnTo>
                  <a:lnTo>
                    <a:pt x="497" y="583"/>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99355" name="Freeform 152"/>
            <p:cNvSpPr>
              <a:spLocks/>
            </p:cNvSpPr>
            <p:nvPr/>
          </p:nvSpPr>
          <p:spPr bwMode="auto">
            <a:xfrm>
              <a:off x="2882" y="1861"/>
              <a:ext cx="578" cy="384"/>
            </a:xfrm>
            <a:custGeom>
              <a:avLst/>
              <a:gdLst>
                <a:gd name="T0" fmla="*/ 377 w 578"/>
                <a:gd name="T1" fmla="*/ 383 h 384"/>
                <a:gd name="T2" fmla="*/ 0 w 578"/>
                <a:gd name="T3" fmla="*/ 291 h 384"/>
                <a:gd name="T4" fmla="*/ 217 w 578"/>
                <a:gd name="T5" fmla="*/ 0 h 384"/>
                <a:gd name="T6" fmla="*/ 577 w 578"/>
                <a:gd name="T7" fmla="*/ 74 h 384"/>
                <a:gd name="T8" fmla="*/ 377 w 578"/>
                <a:gd name="T9" fmla="*/ 383 h 384"/>
                <a:gd name="T10" fmla="*/ 0 60000 65536"/>
                <a:gd name="T11" fmla="*/ 0 60000 65536"/>
                <a:gd name="T12" fmla="*/ 0 60000 65536"/>
                <a:gd name="T13" fmla="*/ 0 60000 65536"/>
                <a:gd name="T14" fmla="*/ 0 60000 65536"/>
                <a:gd name="T15" fmla="*/ 0 w 578"/>
                <a:gd name="T16" fmla="*/ 0 h 384"/>
                <a:gd name="T17" fmla="*/ 578 w 578"/>
                <a:gd name="T18" fmla="*/ 384 h 384"/>
              </a:gdLst>
              <a:ahLst/>
              <a:cxnLst>
                <a:cxn ang="T10">
                  <a:pos x="T0" y="T1"/>
                </a:cxn>
                <a:cxn ang="T11">
                  <a:pos x="T2" y="T3"/>
                </a:cxn>
                <a:cxn ang="T12">
                  <a:pos x="T4" y="T5"/>
                </a:cxn>
                <a:cxn ang="T13">
                  <a:pos x="T6" y="T7"/>
                </a:cxn>
                <a:cxn ang="T14">
                  <a:pos x="T8" y="T9"/>
                </a:cxn>
              </a:cxnLst>
              <a:rect l="T15" t="T16" r="T17" b="T18"/>
              <a:pathLst>
                <a:path w="578" h="384">
                  <a:moveTo>
                    <a:pt x="377" y="383"/>
                  </a:moveTo>
                  <a:lnTo>
                    <a:pt x="0" y="291"/>
                  </a:lnTo>
                  <a:lnTo>
                    <a:pt x="217" y="0"/>
                  </a:lnTo>
                  <a:lnTo>
                    <a:pt x="577" y="74"/>
                  </a:lnTo>
                  <a:lnTo>
                    <a:pt x="377" y="383"/>
                  </a:lnTo>
                </a:path>
              </a:pathLst>
            </a:custGeom>
            <a:solidFill>
              <a:srgbClr val="E22B00"/>
            </a:solidFill>
            <a:ln>
              <a:noFill/>
            </a:ln>
            <a:extLst>
              <a:ext uri="{91240B29-F687-4F45-9708-019B960494DF}">
                <a14:hiddenLine xmlns:a14="http://schemas.microsoft.com/office/drawing/2010/main" w="12700" cap="rnd" cmpd="sng">
                  <a:solidFill>
                    <a:srgbClr val="000000"/>
                  </a:solidFill>
                  <a:prstDash val="solid"/>
                  <a:round/>
                  <a:headEnd type="none" w="med" len="med"/>
                  <a:tailEnd type="none" w="med" len="med"/>
                </a14:hiddenLine>
              </a:ext>
            </a:extLst>
          </p:spPr>
          <p:txBody>
            <a:bodyPr/>
            <a:lstStyle/>
            <a:p>
              <a:endParaRPr lang="fr-FR"/>
            </a:p>
          </p:txBody>
        </p:sp>
        <p:sp>
          <p:nvSpPr>
            <p:cNvPr id="99356" name="Line 153"/>
            <p:cNvSpPr>
              <a:spLocks noChangeShapeType="1"/>
            </p:cNvSpPr>
            <p:nvPr/>
          </p:nvSpPr>
          <p:spPr bwMode="auto">
            <a:xfrm>
              <a:off x="3102" y="1862"/>
              <a:ext cx="352" cy="7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fr-FR"/>
            </a:p>
          </p:txBody>
        </p:sp>
        <p:sp>
          <p:nvSpPr>
            <p:cNvPr id="99357" name="Freeform 154"/>
            <p:cNvSpPr>
              <a:spLocks/>
            </p:cNvSpPr>
            <p:nvPr/>
          </p:nvSpPr>
          <p:spPr bwMode="auto">
            <a:xfrm>
              <a:off x="2762" y="1666"/>
              <a:ext cx="337" cy="485"/>
            </a:xfrm>
            <a:custGeom>
              <a:avLst/>
              <a:gdLst>
                <a:gd name="T0" fmla="*/ 336 w 337"/>
                <a:gd name="T1" fmla="*/ 194 h 485"/>
                <a:gd name="T2" fmla="*/ 118 w 337"/>
                <a:gd name="T3" fmla="*/ 484 h 485"/>
                <a:gd name="T4" fmla="*/ 0 w 337"/>
                <a:gd name="T5" fmla="*/ 452 h 485"/>
                <a:gd name="T6" fmla="*/ 336 w 337"/>
                <a:gd name="T7" fmla="*/ 0 h 485"/>
                <a:gd name="T8" fmla="*/ 336 w 337"/>
                <a:gd name="T9" fmla="*/ 152 h 485"/>
                <a:gd name="T10" fmla="*/ 336 w 337"/>
                <a:gd name="T11" fmla="*/ 194 h 485"/>
                <a:gd name="T12" fmla="*/ 0 60000 65536"/>
                <a:gd name="T13" fmla="*/ 0 60000 65536"/>
                <a:gd name="T14" fmla="*/ 0 60000 65536"/>
                <a:gd name="T15" fmla="*/ 0 60000 65536"/>
                <a:gd name="T16" fmla="*/ 0 60000 65536"/>
                <a:gd name="T17" fmla="*/ 0 60000 65536"/>
                <a:gd name="T18" fmla="*/ 0 w 337"/>
                <a:gd name="T19" fmla="*/ 0 h 485"/>
                <a:gd name="T20" fmla="*/ 337 w 337"/>
                <a:gd name="T21" fmla="*/ 485 h 485"/>
              </a:gdLst>
              <a:ahLst/>
              <a:cxnLst>
                <a:cxn ang="T12">
                  <a:pos x="T0" y="T1"/>
                </a:cxn>
                <a:cxn ang="T13">
                  <a:pos x="T2" y="T3"/>
                </a:cxn>
                <a:cxn ang="T14">
                  <a:pos x="T4" y="T5"/>
                </a:cxn>
                <a:cxn ang="T15">
                  <a:pos x="T6" y="T7"/>
                </a:cxn>
                <a:cxn ang="T16">
                  <a:pos x="T8" y="T9"/>
                </a:cxn>
                <a:cxn ang="T17">
                  <a:pos x="T10" y="T11"/>
                </a:cxn>
              </a:cxnLst>
              <a:rect l="T18" t="T19" r="T20" b="T21"/>
              <a:pathLst>
                <a:path w="337" h="485">
                  <a:moveTo>
                    <a:pt x="336" y="194"/>
                  </a:moveTo>
                  <a:lnTo>
                    <a:pt x="118" y="484"/>
                  </a:lnTo>
                  <a:lnTo>
                    <a:pt x="0" y="452"/>
                  </a:lnTo>
                  <a:lnTo>
                    <a:pt x="336" y="0"/>
                  </a:lnTo>
                  <a:lnTo>
                    <a:pt x="336" y="152"/>
                  </a:lnTo>
                  <a:lnTo>
                    <a:pt x="336" y="194"/>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99358" name="Freeform 155"/>
            <p:cNvSpPr>
              <a:spLocks/>
            </p:cNvSpPr>
            <p:nvPr/>
          </p:nvSpPr>
          <p:spPr bwMode="auto">
            <a:xfrm>
              <a:off x="2757" y="2124"/>
              <a:ext cx="509" cy="339"/>
            </a:xfrm>
            <a:custGeom>
              <a:avLst/>
              <a:gdLst>
                <a:gd name="T0" fmla="*/ 0 w 506"/>
                <a:gd name="T1" fmla="*/ 0 h 345"/>
                <a:gd name="T2" fmla="*/ 1 w 506"/>
                <a:gd name="T3" fmla="*/ 198 h 345"/>
                <a:gd name="T4" fmla="*/ 514 w 506"/>
                <a:gd name="T5" fmla="*/ 326 h 345"/>
                <a:gd name="T6" fmla="*/ 513 w 506"/>
                <a:gd name="T7" fmla="*/ 124 h 345"/>
                <a:gd name="T8" fmla="*/ 0 60000 65536"/>
                <a:gd name="T9" fmla="*/ 0 60000 65536"/>
                <a:gd name="T10" fmla="*/ 0 60000 65536"/>
                <a:gd name="T11" fmla="*/ 0 60000 65536"/>
                <a:gd name="T12" fmla="*/ 0 w 506"/>
                <a:gd name="T13" fmla="*/ 0 h 345"/>
                <a:gd name="T14" fmla="*/ 506 w 506"/>
                <a:gd name="T15" fmla="*/ 345 h 345"/>
              </a:gdLst>
              <a:ahLst/>
              <a:cxnLst>
                <a:cxn ang="T8">
                  <a:pos x="T0" y="T1"/>
                </a:cxn>
                <a:cxn ang="T9">
                  <a:pos x="T2" y="T3"/>
                </a:cxn>
                <a:cxn ang="T10">
                  <a:pos x="T4" y="T5"/>
                </a:cxn>
                <a:cxn ang="T11">
                  <a:pos x="T6" y="T7"/>
                </a:cxn>
              </a:cxnLst>
              <a:rect l="T12" t="T13" r="T14" b="T15"/>
              <a:pathLst>
                <a:path w="506" h="345">
                  <a:moveTo>
                    <a:pt x="0" y="0"/>
                  </a:moveTo>
                  <a:lnTo>
                    <a:pt x="1" y="209"/>
                  </a:lnTo>
                  <a:lnTo>
                    <a:pt x="505" y="344"/>
                  </a:lnTo>
                  <a:lnTo>
                    <a:pt x="504" y="130"/>
                  </a:lnTo>
                </a:path>
              </a:pathLst>
            </a:custGeom>
            <a:solidFill>
              <a:srgbClr val="FC2C1C"/>
            </a:solidFill>
            <a:ln w="12700" cap="rnd" cmpd="sng">
              <a:solidFill>
                <a:schemeClr val="bg2"/>
              </a:solidFill>
              <a:prstDash val="solid"/>
              <a:round/>
              <a:headEnd type="none" w="med" len="med"/>
              <a:tailEnd type="none" w="med" len="med"/>
            </a:ln>
          </p:spPr>
          <p:txBody>
            <a:bodyPr/>
            <a:lstStyle/>
            <a:p>
              <a:endParaRPr lang="fr-FR"/>
            </a:p>
          </p:txBody>
        </p:sp>
        <p:sp>
          <p:nvSpPr>
            <p:cNvPr id="99359" name="AutoShape 156"/>
            <p:cNvSpPr>
              <a:spLocks noChangeArrowheads="1"/>
            </p:cNvSpPr>
            <p:nvPr/>
          </p:nvSpPr>
          <p:spPr bwMode="auto">
            <a:xfrm rot="16200000" flipH="1">
              <a:off x="3067" y="1967"/>
              <a:ext cx="693" cy="306"/>
            </a:xfrm>
            <a:prstGeom prst="parallelogram">
              <a:avLst>
                <a:gd name="adj" fmla="val 156202"/>
              </a:avLst>
            </a:prstGeom>
            <a:solidFill>
              <a:srgbClr val="FC2C1C"/>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sp>
        <p:nvSpPr>
          <p:cNvPr id="99350" name="Text Box 157"/>
          <p:cNvSpPr txBox="1">
            <a:spLocks noChangeArrowheads="1"/>
          </p:cNvSpPr>
          <p:nvPr/>
        </p:nvSpPr>
        <p:spPr bwMode="auto">
          <a:xfrm>
            <a:off x="6931025" y="3703638"/>
            <a:ext cx="2112963"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a:spcBef>
                <a:spcPct val="0"/>
              </a:spcBef>
              <a:buFontTx/>
              <a:buNone/>
            </a:pPr>
            <a:r>
              <a:rPr lang="fr-FR" altLang="fr-FR" sz="2400" dirty="0">
                <a:solidFill>
                  <a:srgbClr val="FC2C1C"/>
                </a:solidFill>
              </a:rPr>
              <a:t>4 Couronnes</a:t>
            </a:r>
          </a:p>
        </p:txBody>
      </p:sp>
      <p:sp>
        <p:nvSpPr>
          <p:cNvPr id="99351" name="Oval 158"/>
          <p:cNvSpPr>
            <a:spLocks noChangeArrowheads="1"/>
          </p:cNvSpPr>
          <p:nvPr/>
        </p:nvSpPr>
        <p:spPr bwMode="auto">
          <a:xfrm rot="-5400000">
            <a:off x="7652544" y="3115469"/>
            <a:ext cx="336550" cy="312738"/>
          </a:xfrm>
          <a:prstGeom prst="ellipse">
            <a:avLst/>
          </a:prstGeom>
          <a:solidFill>
            <a:schemeClr val="bg1"/>
          </a:solidFill>
          <a:ln w="9525">
            <a:solidFill>
              <a:schemeClr val="tx1"/>
            </a:solidFill>
            <a:round/>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99352" name="Oval 159"/>
          <p:cNvSpPr>
            <a:spLocks noChangeArrowheads="1"/>
          </p:cNvSpPr>
          <p:nvPr/>
        </p:nvSpPr>
        <p:spPr bwMode="auto">
          <a:xfrm rot="-5400000">
            <a:off x="8016082" y="3115469"/>
            <a:ext cx="336550" cy="312737"/>
          </a:xfrm>
          <a:prstGeom prst="ellipse">
            <a:avLst/>
          </a:prstGeom>
          <a:solidFill>
            <a:schemeClr val="bg1"/>
          </a:solidFill>
          <a:ln w="9525">
            <a:solidFill>
              <a:schemeClr val="tx1"/>
            </a:solidFill>
            <a:round/>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2" name="Oval 158">
            <a:extLst>
              <a:ext uri="{FF2B5EF4-FFF2-40B4-BE49-F238E27FC236}">
                <a16:creationId xmlns:a16="http://schemas.microsoft.com/office/drawing/2014/main" id="{7CCAF1D1-15B8-FEB4-7100-D3911D6A2531}"/>
              </a:ext>
            </a:extLst>
          </p:cNvPr>
          <p:cNvSpPr>
            <a:spLocks noChangeArrowheads="1"/>
          </p:cNvSpPr>
          <p:nvPr/>
        </p:nvSpPr>
        <p:spPr bwMode="auto">
          <a:xfrm rot="-5400000">
            <a:off x="7289006" y="3115469"/>
            <a:ext cx="336550" cy="312738"/>
          </a:xfrm>
          <a:prstGeom prst="ellipse">
            <a:avLst/>
          </a:prstGeom>
          <a:solidFill>
            <a:schemeClr val="bg1"/>
          </a:solidFill>
          <a:ln w="9525">
            <a:solidFill>
              <a:schemeClr val="tx1"/>
            </a:solidFill>
            <a:round/>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3" name="Oval 158">
            <a:extLst>
              <a:ext uri="{FF2B5EF4-FFF2-40B4-BE49-F238E27FC236}">
                <a16:creationId xmlns:a16="http://schemas.microsoft.com/office/drawing/2014/main" id="{AA29A83C-12FE-8313-4637-55A1430D699A}"/>
              </a:ext>
            </a:extLst>
          </p:cNvPr>
          <p:cNvSpPr>
            <a:spLocks noChangeArrowheads="1"/>
          </p:cNvSpPr>
          <p:nvPr/>
        </p:nvSpPr>
        <p:spPr bwMode="auto">
          <a:xfrm rot="-5400000">
            <a:off x="8379620" y="3107531"/>
            <a:ext cx="336550" cy="312738"/>
          </a:xfrm>
          <a:prstGeom prst="ellipse">
            <a:avLst/>
          </a:prstGeom>
          <a:solidFill>
            <a:schemeClr val="bg1"/>
          </a:solidFill>
          <a:ln w="9525">
            <a:solidFill>
              <a:schemeClr val="tx1"/>
            </a:solidFill>
            <a:round/>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nvGrpSpPr>
          <p:cNvPr id="4" name="Group 84">
            <a:extLst>
              <a:ext uri="{FF2B5EF4-FFF2-40B4-BE49-F238E27FC236}">
                <a16:creationId xmlns:a16="http://schemas.microsoft.com/office/drawing/2014/main" id="{C98B898F-B07D-37F2-8233-1257E31E0990}"/>
              </a:ext>
            </a:extLst>
          </p:cNvPr>
          <p:cNvGrpSpPr>
            <a:grpSpLocks/>
          </p:cNvGrpSpPr>
          <p:nvPr/>
        </p:nvGrpSpPr>
        <p:grpSpPr bwMode="auto">
          <a:xfrm rot="-223274">
            <a:off x="510386" y="2630487"/>
            <a:ext cx="744537" cy="733425"/>
            <a:chOff x="2757" y="1666"/>
            <a:chExt cx="812" cy="800"/>
          </a:xfrm>
        </p:grpSpPr>
        <p:sp>
          <p:nvSpPr>
            <p:cNvPr id="5" name="Freeform 85">
              <a:extLst>
                <a:ext uri="{FF2B5EF4-FFF2-40B4-BE49-F238E27FC236}">
                  <a16:creationId xmlns:a16="http://schemas.microsoft.com/office/drawing/2014/main" id="{FA5F2C4F-E42E-5664-E83B-D63B8AC12FC1}"/>
                </a:ext>
              </a:extLst>
            </p:cNvPr>
            <p:cNvSpPr>
              <a:spLocks/>
            </p:cNvSpPr>
            <p:nvPr/>
          </p:nvSpPr>
          <p:spPr bwMode="auto">
            <a:xfrm>
              <a:off x="2762" y="1667"/>
              <a:ext cx="807" cy="584"/>
            </a:xfrm>
            <a:custGeom>
              <a:avLst/>
              <a:gdLst>
                <a:gd name="T0" fmla="*/ 497 w 807"/>
                <a:gd name="T1" fmla="*/ 583 h 584"/>
                <a:gd name="T2" fmla="*/ 0 w 807"/>
                <a:gd name="T3" fmla="*/ 452 h 584"/>
                <a:gd name="T4" fmla="*/ 337 w 807"/>
                <a:gd name="T5" fmla="*/ 0 h 584"/>
                <a:gd name="T6" fmla="*/ 806 w 807"/>
                <a:gd name="T7" fmla="*/ 98 h 584"/>
                <a:gd name="T8" fmla="*/ 497 w 807"/>
                <a:gd name="T9" fmla="*/ 583 h 584"/>
                <a:gd name="T10" fmla="*/ 0 60000 65536"/>
                <a:gd name="T11" fmla="*/ 0 60000 65536"/>
                <a:gd name="T12" fmla="*/ 0 60000 65536"/>
                <a:gd name="T13" fmla="*/ 0 60000 65536"/>
                <a:gd name="T14" fmla="*/ 0 60000 65536"/>
                <a:gd name="T15" fmla="*/ 0 w 807"/>
                <a:gd name="T16" fmla="*/ 0 h 584"/>
                <a:gd name="T17" fmla="*/ 807 w 807"/>
                <a:gd name="T18" fmla="*/ 584 h 584"/>
              </a:gdLst>
              <a:ahLst/>
              <a:cxnLst>
                <a:cxn ang="T10">
                  <a:pos x="T0" y="T1"/>
                </a:cxn>
                <a:cxn ang="T11">
                  <a:pos x="T2" y="T3"/>
                </a:cxn>
                <a:cxn ang="T12">
                  <a:pos x="T4" y="T5"/>
                </a:cxn>
                <a:cxn ang="T13">
                  <a:pos x="T6" y="T7"/>
                </a:cxn>
                <a:cxn ang="T14">
                  <a:pos x="T8" y="T9"/>
                </a:cxn>
              </a:cxnLst>
              <a:rect l="T15" t="T16" r="T17" b="T18"/>
              <a:pathLst>
                <a:path w="807" h="584">
                  <a:moveTo>
                    <a:pt x="497" y="583"/>
                  </a:moveTo>
                  <a:lnTo>
                    <a:pt x="0" y="452"/>
                  </a:lnTo>
                  <a:lnTo>
                    <a:pt x="337" y="0"/>
                  </a:lnTo>
                  <a:lnTo>
                    <a:pt x="806" y="98"/>
                  </a:lnTo>
                  <a:lnTo>
                    <a:pt x="497" y="583"/>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6" name="Freeform 86">
              <a:extLst>
                <a:ext uri="{FF2B5EF4-FFF2-40B4-BE49-F238E27FC236}">
                  <a16:creationId xmlns:a16="http://schemas.microsoft.com/office/drawing/2014/main" id="{3A972940-42A2-7B65-397E-4D3BB201F89F}"/>
                </a:ext>
              </a:extLst>
            </p:cNvPr>
            <p:cNvSpPr>
              <a:spLocks/>
            </p:cNvSpPr>
            <p:nvPr/>
          </p:nvSpPr>
          <p:spPr bwMode="auto">
            <a:xfrm>
              <a:off x="2882" y="1861"/>
              <a:ext cx="578" cy="384"/>
            </a:xfrm>
            <a:custGeom>
              <a:avLst/>
              <a:gdLst>
                <a:gd name="T0" fmla="*/ 377 w 578"/>
                <a:gd name="T1" fmla="*/ 383 h 384"/>
                <a:gd name="T2" fmla="*/ 0 w 578"/>
                <a:gd name="T3" fmla="*/ 291 h 384"/>
                <a:gd name="T4" fmla="*/ 217 w 578"/>
                <a:gd name="T5" fmla="*/ 0 h 384"/>
                <a:gd name="T6" fmla="*/ 577 w 578"/>
                <a:gd name="T7" fmla="*/ 74 h 384"/>
                <a:gd name="T8" fmla="*/ 377 w 578"/>
                <a:gd name="T9" fmla="*/ 383 h 384"/>
                <a:gd name="T10" fmla="*/ 0 60000 65536"/>
                <a:gd name="T11" fmla="*/ 0 60000 65536"/>
                <a:gd name="T12" fmla="*/ 0 60000 65536"/>
                <a:gd name="T13" fmla="*/ 0 60000 65536"/>
                <a:gd name="T14" fmla="*/ 0 60000 65536"/>
                <a:gd name="T15" fmla="*/ 0 w 578"/>
                <a:gd name="T16" fmla="*/ 0 h 384"/>
                <a:gd name="T17" fmla="*/ 578 w 578"/>
                <a:gd name="T18" fmla="*/ 384 h 384"/>
              </a:gdLst>
              <a:ahLst/>
              <a:cxnLst>
                <a:cxn ang="T10">
                  <a:pos x="T0" y="T1"/>
                </a:cxn>
                <a:cxn ang="T11">
                  <a:pos x="T2" y="T3"/>
                </a:cxn>
                <a:cxn ang="T12">
                  <a:pos x="T4" y="T5"/>
                </a:cxn>
                <a:cxn ang="T13">
                  <a:pos x="T6" y="T7"/>
                </a:cxn>
                <a:cxn ang="T14">
                  <a:pos x="T8" y="T9"/>
                </a:cxn>
              </a:cxnLst>
              <a:rect l="T15" t="T16" r="T17" b="T18"/>
              <a:pathLst>
                <a:path w="578" h="384">
                  <a:moveTo>
                    <a:pt x="377" y="383"/>
                  </a:moveTo>
                  <a:lnTo>
                    <a:pt x="0" y="291"/>
                  </a:lnTo>
                  <a:lnTo>
                    <a:pt x="217" y="0"/>
                  </a:lnTo>
                  <a:lnTo>
                    <a:pt x="577" y="74"/>
                  </a:lnTo>
                  <a:lnTo>
                    <a:pt x="377" y="383"/>
                  </a:lnTo>
                </a:path>
              </a:pathLst>
            </a:custGeom>
            <a:solidFill>
              <a:srgbClr val="E22B00"/>
            </a:solidFill>
            <a:ln>
              <a:noFill/>
            </a:ln>
            <a:extLst>
              <a:ext uri="{91240B29-F687-4F45-9708-019B960494DF}">
                <a14:hiddenLine xmlns:a14="http://schemas.microsoft.com/office/drawing/2010/main" w="12700" cap="rnd" cmpd="sng">
                  <a:solidFill>
                    <a:srgbClr val="000000"/>
                  </a:solidFill>
                  <a:prstDash val="solid"/>
                  <a:round/>
                  <a:headEnd type="none" w="med" len="med"/>
                  <a:tailEnd type="none" w="med" len="med"/>
                </a14:hiddenLine>
              </a:ext>
            </a:extLst>
          </p:spPr>
          <p:txBody>
            <a:bodyPr/>
            <a:lstStyle/>
            <a:p>
              <a:endParaRPr lang="fr-FR"/>
            </a:p>
          </p:txBody>
        </p:sp>
        <p:sp>
          <p:nvSpPr>
            <p:cNvPr id="7" name="Line 87">
              <a:extLst>
                <a:ext uri="{FF2B5EF4-FFF2-40B4-BE49-F238E27FC236}">
                  <a16:creationId xmlns:a16="http://schemas.microsoft.com/office/drawing/2014/main" id="{15F779F9-F2E2-A239-26F0-F45C0B8BF180}"/>
                </a:ext>
              </a:extLst>
            </p:cNvPr>
            <p:cNvSpPr>
              <a:spLocks noChangeShapeType="1"/>
            </p:cNvSpPr>
            <p:nvPr/>
          </p:nvSpPr>
          <p:spPr bwMode="auto">
            <a:xfrm>
              <a:off x="3102" y="1862"/>
              <a:ext cx="352" cy="7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fr-FR"/>
            </a:p>
          </p:txBody>
        </p:sp>
        <p:sp>
          <p:nvSpPr>
            <p:cNvPr id="8" name="Freeform 88">
              <a:extLst>
                <a:ext uri="{FF2B5EF4-FFF2-40B4-BE49-F238E27FC236}">
                  <a16:creationId xmlns:a16="http://schemas.microsoft.com/office/drawing/2014/main" id="{ACF92B91-D3BE-95BC-6191-0DC5E4B6B9E3}"/>
                </a:ext>
              </a:extLst>
            </p:cNvPr>
            <p:cNvSpPr>
              <a:spLocks/>
            </p:cNvSpPr>
            <p:nvPr/>
          </p:nvSpPr>
          <p:spPr bwMode="auto">
            <a:xfrm>
              <a:off x="2762" y="1666"/>
              <a:ext cx="337" cy="485"/>
            </a:xfrm>
            <a:custGeom>
              <a:avLst/>
              <a:gdLst>
                <a:gd name="T0" fmla="*/ 336 w 337"/>
                <a:gd name="T1" fmla="*/ 194 h 485"/>
                <a:gd name="T2" fmla="*/ 118 w 337"/>
                <a:gd name="T3" fmla="*/ 484 h 485"/>
                <a:gd name="T4" fmla="*/ 0 w 337"/>
                <a:gd name="T5" fmla="*/ 452 h 485"/>
                <a:gd name="T6" fmla="*/ 336 w 337"/>
                <a:gd name="T7" fmla="*/ 0 h 485"/>
                <a:gd name="T8" fmla="*/ 336 w 337"/>
                <a:gd name="T9" fmla="*/ 152 h 485"/>
                <a:gd name="T10" fmla="*/ 336 w 337"/>
                <a:gd name="T11" fmla="*/ 194 h 485"/>
                <a:gd name="T12" fmla="*/ 0 60000 65536"/>
                <a:gd name="T13" fmla="*/ 0 60000 65536"/>
                <a:gd name="T14" fmla="*/ 0 60000 65536"/>
                <a:gd name="T15" fmla="*/ 0 60000 65536"/>
                <a:gd name="T16" fmla="*/ 0 60000 65536"/>
                <a:gd name="T17" fmla="*/ 0 60000 65536"/>
                <a:gd name="T18" fmla="*/ 0 w 337"/>
                <a:gd name="T19" fmla="*/ 0 h 485"/>
                <a:gd name="T20" fmla="*/ 337 w 337"/>
                <a:gd name="T21" fmla="*/ 485 h 485"/>
              </a:gdLst>
              <a:ahLst/>
              <a:cxnLst>
                <a:cxn ang="T12">
                  <a:pos x="T0" y="T1"/>
                </a:cxn>
                <a:cxn ang="T13">
                  <a:pos x="T2" y="T3"/>
                </a:cxn>
                <a:cxn ang="T14">
                  <a:pos x="T4" y="T5"/>
                </a:cxn>
                <a:cxn ang="T15">
                  <a:pos x="T6" y="T7"/>
                </a:cxn>
                <a:cxn ang="T16">
                  <a:pos x="T8" y="T9"/>
                </a:cxn>
                <a:cxn ang="T17">
                  <a:pos x="T10" y="T11"/>
                </a:cxn>
              </a:cxnLst>
              <a:rect l="T18" t="T19" r="T20" b="T21"/>
              <a:pathLst>
                <a:path w="337" h="485">
                  <a:moveTo>
                    <a:pt x="336" y="194"/>
                  </a:moveTo>
                  <a:lnTo>
                    <a:pt x="118" y="484"/>
                  </a:lnTo>
                  <a:lnTo>
                    <a:pt x="0" y="452"/>
                  </a:lnTo>
                  <a:lnTo>
                    <a:pt x="336" y="0"/>
                  </a:lnTo>
                  <a:lnTo>
                    <a:pt x="336" y="152"/>
                  </a:lnTo>
                  <a:lnTo>
                    <a:pt x="336" y="194"/>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9" name="Freeform 89">
              <a:extLst>
                <a:ext uri="{FF2B5EF4-FFF2-40B4-BE49-F238E27FC236}">
                  <a16:creationId xmlns:a16="http://schemas.microsoft.com/office/drawing/2014/main" id="{219E1A56-6BD2-9C93-F29D-D1B7E2C7E2E7}"/>
                </a:ext>
              </a:extLst>
            </p:cNvPr>
            <p:cNvSpPr>
              <a:spLocks/>
            </p:cNvSpPr>
            <p:nvPr/>
          </p:nvSpPr>
          <p:spPr bwMode="auto">
            <a:xfrm>
              <a:off x="2757" y="2124"/>
              <a:ext cx="509" cy="339"/>
            </a:xfrm>
            <a:custGeom>
              <a:avLst/>
              <a:gdLst>
                <a:gd name="T0" fmla="*/ 0 w 506"/>
                <a:gd name="T1" fmla="*/ 0 h 345"/>
                <a:gd name="T2" fmla="*/ 1 w 506"/>
                <a:gd name="T3" fmla="*/ 198 h 345"/>
                <a:gd name="T4" fmla="*/ 514 w 506"/>
                <a:gd name="T5" fmla="*/ 326 h 345"/>
                <a:gd name="T6" fmla="*/ 513 w 506"/>
                <a:gd name="T7" fmla="*/ 124 h 345"/>
                <a:gd name="T8" fmla="*/ 0 60000 65536"/>
                <a:gd name="T9" fmla="*/ 0 60000 65536"/>
                <a:gd name="T10" fmla="*/ 0 60000 65536"/>
                <a:gd name="T11" fmla="*/ 0 60000 65536"/>
                <a:gd name="T12" fmla="*/ 0 w 506"/>
                <a:gd name="T13" fmla="*/ 0 h 345"/>
                <a:gd name="T14" fmla="*/ 506 w 506"/>
                <a:gd name="T15" fmla="*/ 345 h 345"/>
              </a:gdLst>
              <a:ahLst/>
              <a:cxnLst>
                <a:cxn ang="T8">
                  <a:pos x="T0" y="T1"/>
                </a:cxn>
                <a:cxn ang="T9">
                  <a:pos x="T2" y="T3"/>
                </a:cxn>
                <a:cxn ang="T10">
                  <a:pos x="T4" y="T5"/>
                </a:cxn>
                <a:cxn ang="T11">
                  <a:pos x="T6" y="T7"/>
                </a:cxn>
              </a:cxnLst>
              <a:rect l="T12" t="T13" r="T14" b="T15"/>
              <a:pathLst>
                <a:path w="506" h="345">
                  <a:moveTo>
                    <a:pt x="0" y="0"/>
                  </a:moveTo>
                  <a:lnTo>
                    <a:pt x="1" y="209"/>
                  </a:lnTo>
                  <a:lnTo>
                    <a:pt x="505" y="344"/>
                  </a:lnTo>
                  <a:lnTo>
                    <a:pt x="504" y="130"/>
                  </a:lnTo>
                </a:path>
              </a:pathLst>
            </a:custGeom>
            <a:solidFill>
              <a:srgbClr val="FC2C1C"/>
            </a:solidFill>
            <a:ln w="12700" cap="rnd" cmpd="sng">
              <a:solidFill>
                <a:schemeClr val="bg2"/>
              </a:solidFill>
              <a:prstDash val="solid"/>
              <a:round/>
              <a:headEnd type="none" w="med" len="med"/>
              <a:tailEnd type="none" w="med" len="med"/>
            </a:ln>
          </p:spPr>
          <p:txBody>
            <a:bodyPr/>
            <a:lstStyle/>
            <a:p>
              <a:endParaRPr lang="fr-FR"/>
            </a:p>
          </p:txBody>
        </p:sp>
        <p:sp>
          <p:nvSpPr>
            <p:cNvPr id="10" name="AutoShape 90">
              <a:extLst>
                <a:ext uri="{FF2B5EF4-FFF2-40B4-BE49-F238E27FC236}">
                  <a16:creationId xmlns:a16="http://schemas.microsoft.com/office/drawing/2014/main" id="{925F7E7D-C272-035A-9C1D-1857B509C8E5}"/>
                </a:ext>
              </a:extLst>
            </p:cNvPr>
            <p:cNvSpPr>
              <a:spLocks noChangeArrowheads="1"/>
            </p:cNvSpPr>
            <p:nvPr/>
          </p:nvSpPr>
          <p:spPr bwMode="auto">
            <a:xfrm rot="16200000" flipH="1">
              <a:off x="3067" y="1967"/>
              <a:ext cx="693" cy="306"/>
            </a:xfrm>
            <a:prstGeom prst="parallelogram">
              <a:avLst>
                <a:gd name="adj" fmla="val 156202"/>
              </a:avLst>
            </a:prstGeom>
            <a:solidFill>
              <a:srgbClr val="FC2C1C"/>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00354" name="Group 2"/>
          <p:cNvGrpSpPr>
            <a:grpSpLocks/>
          </p:cNvGrpSpPr>
          <p:nvPr/>
        </p:nvGrpSpPr>
        <p:grpSpPr bwMode="auto">
          <a:xfrm>
            <a:off x="7073900" y="215900"/>
            <a:ext cx="1878013" cy="1250950"/>
            <a:chOff x="4456" y="136"/>
            <a:chExt cx="1183" cy="788"/>
          </a:xfrm>
        </p:grpSpPr>
        <p:grpSp>
          <p:nvGrpSpPr>
            <p:cNvPr id="100414" name="Group 3"/>
            <p:cNvGrpSpPr>
              <a:grpSpLocks/>
            </p:cNvGrpSpPr>
            <p:nvPr/>
          </p:nvGrpSpPr>
          <p:grpSpPr bwMode="auto">
            <a:xfrm>
              <a:off x="4766" y="232"/>
              <a:ext cx="873" cy="692"/>
              <a:chOff x="2185" y="310"/>
              <a:chExt cx="873" cy="692"/>
            </a:xfrm>
          </p:grpSpPr>
          <p:sp>
            <p:nvSpPr>
              <p:cNvPr id="100425" name="Freeform 4"/>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accent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0426" name="Freeform 5"/>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0427" name="Freeform 6"/>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0428" name="Freeform 7"/>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0429" name="Freeform 8"/>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0430" name="Freeform 9"/>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0431" name="Freeform 10"/>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grpSp>
          <p:nvGrpSpPr>
            <p:cNvPr id="100415" name="Group 11"/>
            <p:cNvGrpSpPr>
              <a:grpSpLocks/>
            </p:cNvGrpSpPr>
            <p:nvPr/>
          </p:nvGrpSpPr>
          <p:grpSpPr bwMode="auto">
            <a:xfrm>
              <a:off x="4949" y="336"/>
              <a:ext cx="591" cy="468"/>
              <a:chOff x="2185" y="310"/>
              <a:chExt cx="873" cy="692"/>
            </a:xfrm>
          </p:grpSpPr>
          <p:sp>
            <p:nvSpPr>
              <p:cNvPr id="100418" name="Freeform 12"/>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0419" name="Freeform 13"/>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0420" name="Freeform 14"/>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0421" name="Freeform 15"/>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0422" name="Freeform 16"/>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0423" name="Freeform 17"/>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0424" name="Freeform 18"/>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pic>
          <p:nvPicPr>
            <p:cNvPr id="100416" name="Picture 19"/>
            <p:cNvPicPr>
              <a:picLocks noChangeAspect="1" noChangeArrowheads="1"/>
            </p:cNvPicPr>
            <p:nvPr/>
          </p:nvPicPr>
          <p:blipFill>
            <a:blip r:embed="rId3" cstate="print">
              <a:extLst>
                <a:ext uri="{28A0092B-C50C-407E-A947-70E740481C1C}">
                  <a14:useLocalDpi xmlns:a14="http://schemas.microsoft.com/office/drawing/2010/main" val="0"/>
                </a:ext>
              </a:extLst>
            </a:blip>
            <a:srcRect l="-4282" t="-4369" r="-5199" b="-12012"/>
            <a:stretch>
              <a:fillRect/>
            </a:stretch>
          </p:blipFill>
          <p:spPr bwMode="auto">
            <a:xfrm>
              <a:off x="4456" y="136"/>
              <a:ext cx="480" cy="5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00417" name="Text Box 20"/>
            <p:cNvSpPr txBox="1">
              <a:spLocks noChangeArrowheads="1"/>
            </p:cNvSpPr>
            <p:nvPr/>
          </p:nvSpPr>
          <p:spPr bwMode="auto">
            <a:xfrm>
              <a:off x="5066" y="314"/>
              <a:ext cx="356" cy="49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4500" b="1">
                  <a:solidFill>
                    <a:srgbClr val="FF0000"/>
                  </a:solidFill>
                  <a:latin typeface="Arial Black" pitchFamily="34" charset="0"/>
                </a:rPr>
                <a:t>2</a:t>
              </a:r>
              <a:endParaRPr lang="fr-FR" altLang="fr-FR" sz="3200">
                <a:solidFill>
                  <a:schemeClr val="tx1"/>
                </a:solidFill>
                <a:latin typeface="Arial Black" pitchFamily="34" charset="0"/>
              </a:endParaRPr>
            </a:p>
          </p:txBody>
        </p:sp>
      </p:grpSp>
      <p:sp>
        <p:nvSpPr>
          <p:cNvPr id="100356" name="Text Box 22"/>
          <p:cNvSpPr txBox="1">
            <a:spLocks noChangeArrowheads="1"/>
          </p:cNvSpPr>
          <p:nvPr/>
        </p:nvSpPr>
        <p:spPr bwMode="auto">
          <a:xfrm>
            <a:off x="566738" y="2697163"/>
            <a:ext cx="3217862"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2. Pas de commandes</a:t>
            </a:r>
          </a:p>
        </p:txBody>
      </p:sp>
      <p:sp>
        <p:nvSpPr>
          <p:cNvPr id="100357" name="Text Box 23"/>
          <p:cNvSpPr txBox="1">
            <a:spLocks noChangeArrowheads="1"/>
          </p:cNvSpPr>
          <p:nvPr/>
        </p:nvSpPr>
        <p:spPr bwMode="auto">
          <a:xfrm>
            <a:off x="566738" y="1363663"/>
            <a:ext cx="1946275"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1. Tirez le dé</a:t>
            </a:r>
          </a:p>
        </p:txBody>
      </p:sp>
      <p:sp>
        <p:nvSpPr>
          <p:cNvPr id="100358" name="Text Box 24"/>
          <p:cNvSpPr txBox="1">
            <a:spLocks noChangeArrowheads="1"/>
          </p:cNvSpPr>
          <p:nvPr/>
        </p:nvSpPr>
        <p:spPr bwMode="auto">
          <a:xfrm>
            <a:off x="566738" y="3935413"/>
            <a:ext cx="18796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3. Produisez</a:t>
            </a:r>
          </a:p>
        </p:txBody>
      </p:sp>
      <p:grpSp>
        <p:nvGrpSpPr>
          <p:cNvPr id="100359" name="Group 25"/>
          <p:cNvGrpSpPr>
            <a:grpSpLocks/>
          </p:cNvGrpSpPr>
          <p:nvPr/>
        </p:nvGrpSpPr>
        <p:grpSpPr bwMode="auto">
          <a:xfrm>
            <a:off x="2986088" y="1306513"/>
            <a:ext cx="446087" cy="534987"/>
            <a:chOff x="868" y="1439"/>
            <a:chExt cx="811" cy="972"/>
          </a:xfrm>
        </p:grpSpPr>
        <p:sp>
          <p:nvSpPr>
            <p:cNvPr id="100363" name="Freeform 26"/>
            <p:cNvSpPr>
              <a:spLocks/>
            </p:cNvSpPr>
            <p:nvPr/>
          </p:nvSpPr>
          <p:spPr bwMode="auto">
            <a:xfrm>
              <a:off x="1548" y="2014"/>
              <a:ext cx="123" cy="100"/>
            </a:xfrm>
            <a:custGeom>
              <a:avLst/>
              <a:gdLst>
                <a:gd name="T0" fmla="*/ 5 w 618"/>
                <a:gd name="T1" fmla="*/ 0 h 502"/>
                <a:gd name="T2" fmla="*/ 5 w 618"/>
                <a:gd name="T3" fmla="*/ 0 h 502"/>
                <a:gd name="T4" fmla="*/ 0 w 618"/>
                <a:gd name="T5" fmla="*/ 4 h 502"/>
                <a:gd name="T6" fmla="*/ 0 w 618"/>
                <a:gd name="T7" fmla="*/ 4 h 502"/>
                <a:gd name="T8" fmla="*/ 5 w 618"/>
                <a:gd name="T9" fmla="*/ 0 h 502"/>
                <a:gd name="T10" fmla="*/ 5 w 618"/>
                <a:gd name="T11" fmla="*/ 0 h 502"/>
                <a:gd name="T12" fmla="*/ 5 w 618"/>
                <a:gd name="T13" fmla="*/ 0 h 502"/>
                <a:gd name="T14" fmla="*/ 5 w 618"/>
                <a:gd name="T15" fmla="*/ 0 h 502"/>
                <a:gd name="T16" fmla="*/ 5 w 618"/>
                <a:gd name="T17" fmla="*/ 0 h 502"/>
                <a:gd name="T18" fmla="*/ 5 w 618"/>
                <a:gd name="T19" fmla="*/ 0 h 502"/>
                <a:gd name="T20" fmla="*/ 5 w 618"/>
                <a:gd name="T21" fmla="*/ 0 h 502"/>
                <a:gd name="T22" fmla="*/ 5 w 618"/>
                <a:gd name="T23" fmla="*/ 0 h 502"/>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618"/>
                <a:gd name="T37" fmla="*/ 0 h 502"/>
                <a:gd name="T38" fmla="*/ 618 w 618"/>
                <a:gd name="T39" fmla="*/ 502 h 502"/>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618" h="502">
                  <a:moveTo>
                    <a:pt x="611" y="0"/>
                  </a:moveTo>
                  <a:lnTo>
                    <a:pt x="606" y="2"/>
                  </a:lnTo>
                  <a:lnTo>
                    <a:pt x="0" y="490"/>
                  </a:lnTo>
                  <a:lnTo>
                    <a:pt x="10" y="502"/>
                  </a:lnTo>
                  <a:lnTo>
                    <a:pt x="616" y="14"/>
                  </a:lnTo>
                  <a:lnTo>
                    <a:pt x="611" y="16"/>
                  </a:lnTo>
                  <a:lnTo>
                    <a:pt x="616" y="14"/>
                  </a:lnTo>
                  <a:lnTo>
                    <a:pt x="618" y="9"/>
                  </a:lnTo>
                  <a:lnTo>
                    <a:pt x="617" y="3"/>
                  </a:lnTo>
                  <a:lnTo>
                    <a:pt x="612" y="1"/>
                  </a:lnTo>
                  <a:lnTo>
                    <a:pt x="606" y="2"/>
                  </a:lnTo>
                  <a:lnTo>
                    <a:pt x="611"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0364" name="Freeform 27"/>
            <p:cNvSpPr>
              <a:spLocks/>
            </p:cNvSpPr>
            <p:nvPr/>
          </p:nvSpPr>
          <p:spPr bwMode="auto">
            <a:xfrm>
              <a:off x="876" y="1852"/>
              <a:ext cx="82" cy="373"/>
            </a:xfrm>
            <a:custGeom>
              <a:avLst/>
              <a:gdLst>
                <a:gd name="T0" fmla="*/ 3 w 413"/>
                <a:gd name="T1" fmla="*/ 15 h 1865"/>
                <a:gd name="T2" fmla="*/ 3 w 413"/>
                <a:gd name="T3" fmla="*/ 15 h 1865"/>
                <a:gd name="T4" fmla="*/ 0 w 413"/>
                <a:gd name="T5" fmla="*/ 0 h 1865"/>
                <a:gd name="T6" fmla="*/ 0 w 413"/>
                <a:gd name="T7" fmla="*/ 0 h 1865"/>
                <a:gd name="T8" fmla="*/ 3 w 413"/>
                <a:gd name="T9" fmla="*/ 15 h 1865"/>
                <a:gd name="T10" fmla="*/ 3 w 413"/>
                <a:gd name="T11" fmla="*/ 15 h 1865"/>
                <a:gd name="T12" fmla="*/ 3 w 413"/>
                <a:gd name="T13" fmla="*/ 15 h 1865"/>
                <a:gd name="T14" fmla="*/ 3 w 413"/>
                <a:gd name="T15" fmla="*/ 15 h 1865"/>
                <a:gd name="T16" fmla="*/ 3 w 413"/>
                <a:gd name="T17" fmla="*/ 15 h 1865"/>
                <a:gd name="T18" fmla="*/ 3 w 413"/>
                <a:gd name="T19" fmla="*/ 15 h 1865"/>
                <a:gd name="T20" fmla="*/ 3 w 413"/>
                <a:gd name="T21" fmla="*/ 15 h 1865"/>
                <a:gd name="T22" fmla="*/ 3 w 413"/>
                <a:gd name="T23" fmla="*/ 15 h 186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413"/>
                <a:gd name="T37" fmla="*/ 0 h 1865"/>
                <a:gd name="T38" fmla="*/ 413 w 413"/>
                <a:gd name="T39" fmla="*/ 1865 h 1865"/>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413" h="1865">
                  <a:moveTo>
                    <a:pt x="400" y="1864"/>
                  </a:moveTo>
                  <a:lnTo>
                    <a:pt x="413" y="1856"/>
                  </a:lnTo>
                  <a:lnTo>
                    <a:pt x="17" y="0"/>
                  </a:lnTo>
                  <a:lnTo>
                    <a:pt x="0" y="2"/>
                  </a:lnTo>
                  <a:lnTo>
                    <a:pt x="396" y="1858"/>
                  </a:lnTo>
                  <a:lnTo>
                    <a:pt x="409" y="1850"/>
                  </a:lnTo>
                  <a:lnTo>
                    <a:pt x="396" y="1858"/>
                  </a:lnTo>
                  <a:lnTo>
                    <a:pt x="400" y="1864"/>
                  </a:lnTo>
                  <a:lnTo>
                    <a:pt x="406" y="1865"/>
                  </a:lnTo>
                  <a:lnTo>
                    <a:pt x="410" y="1862"/>
                  </a:lnTo>
                  <a:lnTo>
                    <a:pt x="413" y="1856"/>
                  </a:lnTo>
                  <a:lnTo>
                    <a:pt x="400" y="186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0365" name="Freeform 28"/>
            <p:cNvSpPr>
              <a:spLocks/>
            </p:cNvSpPr>
            <p:nvPr/>
          </p:nvSpPr>
          <p:spPr bwMode="auto">
            <a:xfrm>
              <a:off x="1282" y="1533"/>
              <a:ext cx="35" cy="161"/>
            </a:xfrm>
            <a:custGeom>
              <a:avLst/>
              <a:gdLst>
                <a:gd name="T0" fmla="*/ 1 w 175"/>
                <a:gd name="T1" fmla="*/ 6 h 807"/>
                <a:gd name="T2" fmla="*/ 1 w 175"/>
                <a:gd name="T3" fmla="*/ 6 h 807"/>
                <a:gd name="T4" fmla="*/ 1 w 175"/>
                <a:gd name="T5" fmla="*/ 6 h 807"/>
                <a:gd name="T6" fmla="*/ 1 w 175"/>
                <a:gd name="T7" fmla="*/ 5 h 807"/>
                <a:gd name="T8" fmla="*/ 1 w 175"/>
                <a:gd name="T9" fmla="*/ 5 h 807"/>
                <a:gd name="T10" fmla="*/ 1 w 175"/>
                <a:gd name="T11" fmla="*/ 5 h 807"/>
                <a:gd name="T12" fmla="*/ 1 w 175"/>
                <a:gd name="T13" fmla="*/ 4 h 807"/>
                <a:gd name="T14" fmla="*/ 1 w 175"/>
                <a:gd name="T15" fmla="*/ 4 h 807"/>
                <a:gd name="T16" fmla="*/ 1 w 175"/>
                <a:gd name="T17" fmla="*/ 3 h 807"/>
                <a:gd name="T18" fmla="*/ 1 w 175"/>
                <a:gd name="T19" fmla="*/ 3 h 807"/>
                <a:gd name="T20" fmla="*/ 1 w 175"/>
                <a:gd name="T21" fmla="*/ 3 h 807"/>
                <a:gd name="T22" fmla="*/ 1 w 175"/>
                <a:gd name="T23" fmla="*/ 2 h 807"/>
                <a:gd name="T24" fmla="*/ 1 w 175"/>
                <a:gd name="T25" fmla="*/ 2 h 807"/>
                <a:gd name="T26" fmla="*/ 1 w 175"/>
                <a:gd name="T27" fmla="*/ 2 h 807"/>
                <a:gd name="T28" fmla="*/ 1 w 175"/>
                <a:gd name="T29" fmla="*/ 1 h 807"/>
                <a:gd name="T30" fmla="*/ 1 w 175"/>
                <a:gd name="T31" fmla="*/ 1 h 807"/>
                <a:gd name="T32" fmla="*/ 1 w 175"/>
                <a:gd name="T33" fmla="*/ 1 h 807"/>
                <a:gd name="T34" fmla="*/ 1 w 175"/>
                <a:gd name="T35" fmla="*/ 0 h 807"/>
                <a:gd name="T36" fmla="*/ 1 w 175"/>
                <a:gd name="T37" fmla="*/ 0 h 807"/>
                <a:gd name="T38" fmla="*/ 1 w 175"/>
                <a:gd name="T39" fmla="*/ 0 h 807"/>
                <a:gd name="T40" fmla="*/ 0 w 175"/>
                <a:gd name="T41" fmla="*/ 1 h 807"/>
                <a:gd name="T42" fmla="*/ 0 w 175"/>
                <a:gd name="T43" fmla="*/ 1 h 807"/>
                <a:gd name="T44" fmla="*/ 0 w 175"/>
                <a:gd name="T45" fmla="*/ 1 h 807"/>
                <a:gd name="T46" fmla="*/ 0 w 175"/>
                <a:gd name="T47" fmla="*/ 2 h 807"/>
                <a:gd name="T48" fmla="*/ 0 w 175"/>
                <a:gd name="T49" fmla="*/ 2 h 807"/>
                <a:gd name="T50" fmla="*/ 0 w 175"/>
                <a:gd name="T51" fmla="*/ 3 h 807"/>
                <a:gd name="T52" fmla="*/ 0 w 175"/>
                <a:gd name="T53" fmla="*/ 3 h 807"/>
                <a:gd name="T54" fmla="*/ 0 w 175"/>
                <a:gd name="T55" fmla="*/ 3 h 807"/>
                <a:gd name="T56" fmla="*/ 0 w 175"/>
                <a:gd name="T57" fmla="*/ 4 h 807"/>
                <a:gd name="T58" fmla="*/ 0 w 175"/>
                <a:gd name="T59" fmla="*/ 4 h 807"/>
                <a:gd name="T60" fmla="*/ 0 w 175"/>
                <a:gd name="T61" fmla="*/ 5 h 807"/>
                <a:gd name="T62" fmla="*/ 0 w 175"/>
                <a:gd name="T63" fmla="*/ 5 h 807"/>
                <a:gd name="T64" fmla="*/ 0 w 175"/>
                <a:gd name="T65" fmla="*/ 5 h 807"/>
                <a:gd name="T66" fmla="*/ 1 w 175"/>
                <a:gd name="T67" fmla="*/ 6 h 807"/>
                <a:gd name="T68" fmla="*/ 1 w 175"/>
                <a:gd name="T69" fmla="*/ 6 h 807"/>
                <a:gd name="T70" fmla="*/ 1 w 175"/>
                <a:gd name="T71" fmla="*/ 6 h 807"/>
                <a:gd name="T72" fmla="*/ 1 w 175"/>
                <a:gd name="T73" fmla="*/ 6 h 807"/>
                <a:gd name="T74" fmla="*/ 1 w 175"/>
                <a:gd name="T75" fmla="*/ 6 h 807"/>
                <a:gd name="T76" fmla="*/ 1 w 175"/>
                <a:gd name="T77" fmla="*/ 6 h 807"/>
                <a:gd name="T78" fmla="*/ 1 w 175"/>
                <a:gd name="T79" fmla="*/ 6 h 807"/>
                <a:gd name="T80" fmla="*/ 1 w 175"/>
                <a:gd name="T81" fmla="*/ 6 h 807"/>
                <a:gd name="T82" fmla="*/ 1 w 175"/>
                <a:gd name="T83" fmla="*/ 6 h 807"/>
                <a:gd name="T84" fmla="*/ 1 w 175"/>
                <a:gd name="T85" fmla="*/ 6 h 807"/>
                <a:gd name="T86" fmla="*/ 1 w 175"/>
                <a:gd name="T87" fmla="*/ 6 h 807"/>
                <a:gd name="T88" fmla="*/ 1 w 175"/>
                <a:gd name="T89" fmla="*/ 6 h 807"/>
                <a:gd name="T90" fmla="*/ 1 w 175"/>
                <a:gd name="T91" fmla="*/ 6 h 80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175"/>
                <a:gd name="T139" fmla="*/ 0 h 807"/>
                <a:gd name="T140" fmla="*/ 175 w 175"/>
                <a:gd name="T141" fmla="*/ 807 h 80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175" h="807">
                  <a:moveTo>
                    <a:pt x="169" y="740"/>
                  </a:moveTo>
                  <a:lnTo>
                    <a:pt x="169" y="739"/>
                  </a:lnTo>
                  <a:lnTo>
                    <a:pt x="149" y="698"/>
                  </a:lnTo>
                  <a:lnTo>
                    <a:pt x="133" y="656"/>
                  </a:lnTo>
                  <a:lnTo>
                    <a:pt x="120" y="611"/>
                  </a:lnTo>
                  <a:lnTo>
                    <a:pt x="108" y="565"/>
                  </a:lnTo>
                  <a:lnTo>
                    <a:pt x="100" y="520"/>
                  </a:lnTo>
                  <a:lnTo>
                    <a:pt x="96" y="472"/>
                  </a:lnTo>
                  <a:lnTo>
                    <a:pt x="93" y="425"/>
                  </a:lnTo>
                  <a:lnTo>
                    <a:pt x="93" y="377"/>
                  </a:lnTo>
                  <a:lnTo>
                    <a:pt x="96" y="330"/>
                  </a:lnTo>
                  <a:lnTo>
                    <a:pt x="100" y="283"/>
                  </a:lnTo>
                  <a:lnTo>
                    <a:pt x="106" y="238"/>
                  </a:lnTo>
                  <a:lnTo>
                    <a:pt x="115" y="195"/>
                  </a:lnTo>
                  <a:lnTo>
                    <a:pt x="126" y="153"/>
                  </a:lnTo>
                  <a:lnTo>
                    <a:pt x="139" y="114"/>
                  </a:lnTo>
                  <a:lnTo>
                    <a:pt x="153" y="77"/>
                  </a:lnTo>
                  <a:lnTo>
                    <a:pt x="169" y="43"/>
                  </a:lnTo>
                  <a:lnTo>
                    <a:pt x="87" y="0"/>
                  </a:lnTo>
                  <a:lnTo>
                    <a:pt x="69" y="39"/>
                  </a:lnTo>
                  <a:lnTo>
                    <a:pt x="52" y="81"/>
                  </a:lnTo>
                  <a:lnTo>
                    <a:pt x="37" y="127"/>
                  </a:lnTo>
                  <a:lnTo>
                    <a:pt x="24" y="174"/>
                  </a:lnTo>
                  <a:lnTo>
                    <a:pt x="15" y="222"/>
                  </a:lnTo>
                  <a:lnTo>
                    <a:pt x="7" y="271"/>
                  </a:lnTo>
                  <a:lnTo>
                    <a:pt x="2" y="323"/>
                  </a:lnTo>
                  <a:lnTo>
                    <a:pt x="0" y="374"/>
                  </a:lnTo>
                  <a:lnTo>
                    <a:pt x="0" y="427"/>
                  </a:lnTo>
                  <a:lnTo>
                    <a:pt x="2" y="479"/>
                  </a:lnTo>
                  <a:lnTo>
                    <a:pt x="9" y="531"/>
                  </a:lnTo>
                  <a:lnTo>
                    <a:pt x="17" y="584"/>
                  </a:lnTo>
                  <a:lnTo>
                    <a:pt x="29" y="635"/>
                  </a:lnTo>
                  <a:lnTo>
                    <a:pt x="44" y="686"/>
                  </a:lnTo>
                  <a:lnTo>
                    <a:pt x="65" y="736"/>
                  </a:lnTo>
                  <a:lnTo>
                    <a:pt x="87" y="784"/>
                  </a:lnTo>
                  <a:lnTo>
                    <a:pt x="87" y="782"/>
                  </a:lnTo>
                  <a:lnTo>
                    <a:pt x="87" y="784"/>
                  </a:lnTo>
                  <a:lnTo>
                    <a:pt x="100" y="799"/>
                  </a:lnTo>
                  <a:lnTo>
                    <a:pt x="117" y="807"/>
                  </a:lnTo>
                  <a:lnTo>
                    <a:pt x="134" y="807"/>
                  </a:lnTo>
                  <a:lnTo>
                    <a:pt x="151" y="801"/>
                  </a:lnTo>
                  <a:lnTo>
                    <a:pt x="164" y="791"/>
                  </a:lnTo>
                  <a:lnTo>
                    <a:pt x="173" y="777"/>
                  </a:lnTo>
                  <a:lnTo>
                    <a:pt x="175" y="759"/>
                  </a:lnTo>
                  <a:lnTo>
                    <a:pt x="169" y="739"/>
                  </a:lnTo>
                  <a:lnTo>
                    <a:pt x="169" y="74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0366" name="Freeform 29"/>
            <p:cNvSpPr>
              <a:spLocks/>
            </p:cNvSpPr>
            <p:nvPr/>
          </p:nvSpPr>
          <p:spPr bwMode="auto">
            <a:xfrm>
              <a:off x="1299" y="1681"/>
              <a:ext cx="157" cy="281"/>
            </a:xfrm>
            <a:custGeom>
              <a:avLst/>
              <a:gdLst>
                <a:gd name="T0" fmla="*/ 6 w 787"/>
                <a:gd name="T1" fmla="*/ 11 h 1404"/>
                <a:gd name="T2" fmla="*/ 6 w 787"/>
                <a:gd name="T3" fmla="*/ 11 h 1404"/>
                <a:gd name="T4" fmla="*/ 1 w 787"/>
                <a:gd name="T5" fmla="*/ 0 h 1404"/>
                <a:gd name="T6" fmla="*/ 0 w 787"/>
                <a:gd name="T7" fmla="*/ 0 h 1404"/>
                <a:gd name="T8" fmla="*/ 6 w 787"/>
                <a:gd name="T9" fmla="*/ 11 h 1404"/>
                <a:gd name="T10" fmla="*/ 6 w 787"/>
                <a:gd name="T11" fmla="*/ 11 h 1404"/>
                <a:gd name="T12" fmla="*/ 6 w 787"/>
                <a:gd name="T13" fmla="*/ 11 h 1404"/>
                <a:gd name="T14" fmla="*/ 6 w 787"/>
                <a:gd name="T15" fmla="*/ 11 h 1404"/>
                <a:gd name="T16" fmla="*/ 6 w 787"/>
                <a:gd name="T17" fmla="*/ 11 h 1404"/>
                <a:gd name="T18" fmla="*/ 6 w 787"/>
                <a:gd name="T19" fmla="*/ 11 h 1404"/>
                <a:gd name="T20" fmla="*/ 6 w 787"/>
                <a:gd name="T21" fmla="*/ 11 h 1404"/>
                <a:gd name="T22" fmla="*/ 6 w 787"/>
                <a:gd name="T23" fmla="*/ 11 h 1404"/>
                <a:gd name="T24" fmla="*/ 6 w 787"/>
                <a:gd name="T25" fmla="*/ 11 h 1404"/>
                <a:gd name="T26" fmla="*/ 6 w 787"/>
                <a:gd name="T27" fmla="*/ 11 h 1404"/>
                <a:gd name="T28" fmla="*/ 6 w 787"/>
                <a:gd name="T29" fmla="*/ 11 h 1404"/>
                <a:gd name="T30" fmla="*/ 6 w 787"/>
                <a:gd name="T31" fmla="*/ 11 h 1404"/>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787"/>
                <a:gd name="T49" fmla="*/ 0 h 1404"/>
                <a:gd name="T50" fmla="*/ 787 w 787"/>
                <a:gd name="T51" fmla="*/ 1404 h 1404"/>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787" h="1404">
                  <a:moveTo>
                    <a:pt x="781" y="1334"/>
                  </a:moveTo>
                  <a:lnTo>
                    <a:pt x="781" y="1337"/>
                  </a:lnTo>
                  <a:lnTo>
                    <a:pt x="82" y="0"/>
                  </a:lnTo>
                  <a:lnTo>
                    <a:pt x="0" y="42"/>
                  </a:lnTo>
                  <a:lnTo>
                    <a:pt x="699" y="1379"/>
                  </a:lnTo>
                  <a:lnTo>
                    <a:pt x="699" y="1381"/>
                  </a:lnTo>
                  <a:lnTo>
                    <a:pt x="699" y="1379"/>
                  </a:lnTo>
                  <a:lnTo>
                    <a:pt x="712" y="1395"/>
                  </a:lnTo>
                  <a:lnTo>
                    <a:pt x="727" y="1402"/>
                  </a:lnTo>
                  <a:lnTo>
                    <a:pt x="744" y="1404"/>
                  </a:lnTo>
                  <a:lnTo>
                    <a:pt x="761" y="1398"/>
                  </a:lnTo>
                  <a:lnTo>
                    <a:pt x="775" y="1388"/>
                  </a:lnTo>
                  <a:lnTo>
                    <a:pt x="784" y="1373"/>
                  </a:lnTo>
                  <a:lnTo>
                    <a:pt x="787" y="1357"/>
                  </a:lnTo>
                  <a:lnTo>
                    <a:pt x="781" y="1337"/>
                  </a:lnTo>
                  <a:lnTo>
                    <a:pt x="781" y="13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0367" name="Freeform 30"/>
            <p:cNvSpPr>
              <a:spLocks/>
            </p:cNvSpPr>
            <p:nvPr/>
          </p:nvSpPr>
          <p:spPr bwMode="auto">
            <a:xfrm>
              <a:off x="1439" y="1948"/>
              <a:ext cx="125" cy="76"/>
            </a:xfrm>
            <a:custGeom>
              <a:avLst/>
              <a:gdLst>
                <a:gd name="T0" fmla="*/ 5 w 628"/>
                <a:gd name="T1" fmla="*/ 2 h 383"/>
                <a:gd name="T2" fmla="*/ 5 w 628"/>
                <a:gd name="T3" fmla="*/ 2 h 383"/>
                <a:gd name="T4" fmla="*/ 4 w 628"/>
                <a:gd name="T5" fmla="*/ 2 h 383"/>
                <a:gd name="T6" fmla="*/ 4 w 628"/>
                <a:gd name="T7" fmla="*/ 2 h 383"/>
                <a:gd name="T8" fmla="*/ 4 w 628"/>
                <a:gd name="T9" fmla="*/ 2 h 383"/>
                <a:gd name="T10" fmla="*/ 3 w 628"/>
                <a:gd name="T11" fmla="*/ 2 h 383"/>
                <a:gd name="T12" fmla="*/ 3 w 628"/>
                <a:gd name="T13" fmla="*/ 2 h 383"/>
                <a:gd name="T14" fmla="*/ 3 w 628"/>
                <a:gd name="T15" fmla="*/ 2 h 383"/>
                <a:gd name="T16" fmla="*/ 3 w 628"/>
                <a:gd name="T17" fmla="*/ 2 h 383"/>
                <a:gd name="T18" fmla="*/ 2 w 628"/>
                <a:gd name="T19" fmla="*/ 2 h 383"/>
                <a:gd name="T20" fmla="*/ 2 w 628"/>
                <a:gd name="T21" fmla="*/ 2 h 383"/>
                <a:gd name="T22" fmla="*/ 2 w 628"/>
                <a:gd name="T23" fmla="*/ 1 h 383"/>
                <a:gd name="T24" fmla="*/ 2 w 628"/>
                <a:gd name="T25" fmla="*/ 1 h 383"/>
                <a:gd name="T26" fmla="*/ 1 w 628"/>
                <a:gd name="T27" fmla="*/ 1 h 383"/>
                <a:gd name="T28" fmla="*/ 1 w 628"/>
                <a:gd name="T29" fmla="*/ 1 h 383"/>
                <a:gd name="T30" fmla="*/ 1 w 628"/>
                <a:gd name="T31" fmla="*/ 1 h 383"/>
                <a:gd name="T32" fmla="*/ 1 w 628"/>
                <a:gd name="T33" fmla="*/ 0 h 383"/>
                <a:gd name="T34" fmla="*/ 1 w 628"/>
                <a:gd name="T35" fmla="*/ 0 h 383"/>
                <a:gd name="T36" fmla="*/ 0 w 628"/>
                <a:gd name="T37" fmla="*/ 0 h 383"/>
                <a:gd name="T38" fmla="*/ 0 w 628"/>
                <a:gd name="T39" fmla="*/ 1 h 383"/>
                <a:gd name="T40" fmla="*/ 0 w 628"/>
                <a:gd name="T41" fmla="*/ 1 h 383"/>
                <a:gd name="T42" fmla="*/ 1 w 628"/>
                <a:gd name="T43" fmla="*/ 1 h 383"/>
                <a:gd name="T44" fmla="*/ 1 w 628"/>
                <a:gd name="T45" fmla="*/ 1 h 383"/>
                <a:gd name="T46" fmla="*/ 1 w 628"/>
                <a:gd name="T47" fmla="*/ 2 h 383"/>
                <a:gd name="T48" fmla="*/ 1 w 628"/>
                <a:gd name="T49" fmla="*/ 2 h 383"/>
                <a:gd name="T50" fmla="*/ 2 w 628"/>
                <a:gd name="T51" fmla="*/ 2 h 383"/>
                <a:gd name="T52" fmla="*/ 2 w 628"/>
                <a:gd name="T53" fmla="*/ 2 h 383"/>
                <a:gd name="T54" fmla="*/ 2 w 628"/>
                <a:gd name="T55" fmla="*/ 2 h 383"/>
                <a:gd name="T56" fmla="*/ 3 w 628"/>
                <a:gd name="T57" fmla="*/ 3 h 383"/>
                <a:gd name="T58" fmla="*/ 3 w 628"/>
                <a:gd name="T59" fmla="*/ 3 h 383"/>
                <a:gd name="T60" fmla="*/ 3 w 628"/>
                <a:gd name="T61" fmla="*/ 3 h 383"/>
                <a:gd name="T62" fmla="*/ 4 w 628"/>
                <a:gd name="T63" fmla="*/ 3 h 383"/>
                <a:gd name="T64" fmla="*/ 4 w 628"/>
                <a:gd name="T65" fmla="*/ 3 h 383"/>
                <a:gd name="T66" fmla="*/ 4 w 628"/>
                <a:gd name="T67" fmla="*/ 3 h 383"/>
                <a:gd name="T68" fmla="*/ 5 w 628"/>
                <a:gd name="T69" fmla="*/ 3 h 383"/>
                <a:gd name="T70" fmla="*/ 5 w 628"/>
                <a:gd name="T71" fmla="*/ 3 h 383"/>
                <a:gd name="T72" fmla="*/ 5 w 628"/>
                <a:gd name="T73" fmla="*/ 3 h 383"/>
                <a:gd name="T74" fmla="*/ 5 w 628"/>
                <a:gd name="T75" fmla="*/ 3 h 383"/>
                <a:gd name="T76" fmla="*/ 5 w 628"/>
                <a:gd name="T77" fmla="*/ 3 h 383"/>
                <a:gd name="T78" fmla="*/ 5 w 628"/>
                <a:gd name="T79" fmla="*/ 3 h 383"/>
                <a:gd name="T80" fmla="*/ 5 w 628"/>
                <a:gd name="T81" fmla="*/ 3 h 383"/>
                <a:gd name="T82" fmla="*/ 5 w 628"/>
                <a:gd name="T83" fmla="*/ 3 h 383"/>
                <a:gd name="T84" fmla="*/ 5 w 628"/>
                <a:gd name="T85" fmla="*/ 2 h 383"/>
                <a:gd name="T86" fmla="*/ 5 w 628"/>
                <a:gd name="T87" fmla="*/ 2 h 383"/>
                <a:gd name="T88" fmla="*/ 5 w 628"/>
                <a:gd name="T89" fmla="*/ 2 h 383"/>
                <a:gd name="T90" fmla="*/ 5 w 628"/>
                <a:gd name="T91" fmla="*/ 2 h 38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628"/>
                <a:gd name="T139" fmla="*/ 0 h 383"/>
                <a:gd name="T140" fmla="*/ 628 w 628"/>
                <a:gd name="T141" fmla="*/ 383 h 38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628" h="383">
                  <a:moveTo>
                    <a:pt x="581" y="289"/>
                  </a:moveTo>
                  <a:lnTo>
                    <a:pt x="582" y="289"/>
                  </a:lnTo>
                  <a:lnTo>
                    <a:pt x="541" y="287"/>
                  </a:lnTo>
                  <a:lnTo>
                    <a:pt x="500" y="283"/>
                  </a:lnTo>
                  <a:lnTo>
                    <a:pt x="462" y="276"/>
                  </a:lnTo>
                  <a:lnTo>
                    <a:pt x="424" y="268"/>
                  </a:lnTo>
                  <a:lnTo>
                    <a:pt x="389" y="255"/>
                  </a:lnTo>
                  <a:lnTo>
                    <a:pt x="352" y="242"/>
                  </a:lnTo>
                  <a:lnTo>
                    <a:pt x="320" y="227"/>
                  </a:lnTo>
                  <a:lnTo>
                    <a:pt x="287" y="209"/>
                  </a:lnTo>
                  <a:lnTo>
                    <a:pt x="255" y="189"/>
                  </a:lnTo>
                  <a:lnTo>
                    <a:pt x="226" y="168"/>
                  </a:lnTo>
                  <a:lnTo>
                    <a:pt x="198" y="145"/>
                  </a:lnTo>
                  <a:lnTo>
                    <a:pt x="172" y="119"/>
                  </a:lnTo>
                  <a:lnTo>
                    <a:pt x="146" y="92"/>
                  </a:lnTo>
                  <a:lnTo>
                    <a:pt x="122" y="64"/>
                  </a:lnTo>
                  <a:lnTo>
                    <a:pt x="100" y="33"/>
                  </a:lnTo>
                  <a:lnTo>
                    <a:pt x="82" y="0"/>
                  </a:lnTo>
                  <a:lnTo>
                    <a:pt x="0" y="47"/>
                  </a:lnTo>
                  <a:lnTo>
                    <a:pt x="23" y="85"/>
                  </a:lnTo>
                  <a:lnTo>
                    <a:pt x="49" y="120"/>
                  </a:lnTo>
                  <a:lnTo>
                    <a:pt x="76" y="153"/>
                  </a:lnTo>
                  <a:lnTo>
                    <a:pt x="104" y="185"/>
                  </a:lnTo>
                  <a:lnTo>
                    <a:pt x="137" y="215"/>
                  </a:lnTo>
                  <a:lnTo>
                    <a:pt x="170" y="241"/>
                  </a:lnTo>
                  <a:lnTo>
                    <a:pt x="204" y="267"/>
                  </a:lnTo>
                  <a:lnTo>
                    <a:pt x="240" y="289"/>
                  </a:lnTo>
                  <a:lnTo>
                    <a:pt x="277" y="309"/>
                  </a:lnTo>
                  <a:lnTo>
                    <a:pt x="317" y="329"/>
                  </a:lnTo>
                  <a:lnTo>
                    <a:pt x="358" y="344"/>
                  </a:lnTo>
                  <a:lnTo>
                    <a:pt x="400" y="357"/>
                  </a:lnTo>
                  <a:lnTo>
                    <a:pt x="444" y="367"/>
                  </a:lnTo>
                  <a:lnTo>
                    <a:pt x="488" y="374"/>
                  </a:lnTo>
                  <a:lnTo>
                    <a:pt x="534" y="380"/>
                  </a:lnTo>
                  <a:lnTo>
                    <a:pt x="580" y="383"/>
                  </a:lnTo>
                  <a:lnTo>
                    <a:pt x="581" y="383"/>
                  </a:lnTo>
                  <a:lnTo>
                    <a:pt x="580" y="383"/>
                  </a:lnTo>
                  <a:lnTo>
                    <a:pt x="600" y="379"/>
                  </a:lnTo>
                  <a:lnTo>
                    <a:pt x="615" y="369"/>
                  </a:lnTo>
                  <a:lnTo>
                    <a:pt x="624" y="353"/>
                  </a:lnTo>
                  <a:lnTo>
                    <a:pt x="628" y="337"/>
                  </a:lnTo>
                  <a:lnTo>
                    <a:pt x="625" y="319"/>
                  </a:lnTo>
                  <a:lnTo>
                    <a:pt x="617" y="304"/>
                  </a:lnTo>
                  <a:lnTo>
                    <a:pt x="602" y="294"/>
                  </a:lnTo>
                  <a:lnTo>
                    <a:pt x="582" y="289"/>
                  </a:lnTo>
                  <a:lnTo>
                    <a:pt x="581" y="28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0368" name="Freeform 31"/>
            <p:cNvSpPr>
              <a:spLocks/>
            </p:cNvSpPr>
            <p:nvPr/>
          </p:nvSpPr>
          <p:spPr bwMode="auto">
            <a:xfrm>
              <a:off x="1587" y="1880"/>
              <a:ext cx="85" cy="49"/>
            </a:xfrm>
            <a:custGeom>
              <a:avLst/>
              <a:gdLst>
                <a:gd name="T0" fmla="*/ 3 w 426"/>
                <a:gd name="T1" fmla="*/ 0 h 245"/>
                <a:gd name="T2" fmla="*/ 3 w 426"/>
                <a:gd name="T3" fmla="*/ 0 h 245"/>
                <a:gd name="T4" fmla="*/ 3 w 426"/>
                <a:gd name="T5" fmla="*/ 0 h 245"/>
                <a:gd name="T6" fmla="*/ 3 w 426"/>
                <a:gd name="T7" fmla="*/ 0 h 245"/>
                <a:gd name="T8" fmla="*/ 2 w 426"/>
                <a:gd name="T9" fmla="*/ 0 h 245"/>
                <a:gd name="T10" fmla="*/ 2 w 426"/>
                <a:gd name="T11" fmla="*/ 0 h 245"/>
                <a:gd name="T12" fmla="*/ 2 w 426"/>
                <a:gd name="T13" fmla="*/ 0 h 245"/>
                <a:gd name="T14" fmla="*/ 2 w 426"/>
                <a:gd name="T15" fmla="*/ 0 h 245"/>
                <a:gd name="T16" fmla="*/ 1 w 426"/>
                <a:gd name="T17" fmla="*/ 0 h 245"/>
                <a:gd name="T18" fmla="*/ 1 w 426"/>
                <a:gd name="T19" fmla="*/ 1 h 245"/>
                <a:gd name="T20" fmla="*/ 1 w 426"/>
                <a:gd name="T21" fmla="*/ 1 h 245"/>
                <a:gd name="T22" fmla="*/ 1 w 426"/>
                <a:gd name="T23" fmla="*/ 1 h 245"/>
                <a:gd name="T24" fmla="*/ 0 w 426"/>
                <a:gd name="T25" fmla="*/ 1 h 245"/>
                <a:gd name="T26" fmla="*/ 0 w 426"/>
                <a:gd name="T27" fmla="*/ 1 h 245"/>
                <a:gd name="T28" fmla="*/ 0 w 426"/>
                <a:gd name="T29" fmla="*/ 1 h 245"/>
                <a:gd name="T30" fmla="*/ 0 w 426"/>
                <a:gd name="T31" fmla="*/ 2 h 245"/>
                <a:gd name="T32" fmla="*/ 0 w 426"/>
                <a:gd name="T33" fmla="*/ 2 h 245"/>
                <a:gd name="T34" fmla="*/ 0 w 426"/>
                <a:gd name="T35" fmla="*/ 2 h 245"/>
                <a:gd name="T36" fmla="*/ 0 w 426"/>
                <a:gd name="T37" fmla="*/ 2 h 245"/>
                <a:gd name="T38" fmla="*/ 0 w 426"/>
                <a:gd name="T39" fmla="*/ 2 h 245"/>
                <a:gd name="T40" fmla="*/ 0 w 426"/>
                <a:gd name="T41" fmla="*/ 2 h 245"/>
                <a:gd name="T42" fmla="*/ 0 w 426"/>
                <a:gd name="T43" fmla="*/ 1 h 245"/>
                <a:gd name="T44" fmla="*/ 0 w 426"/>
                <a:gd name="T45" fmla="*/ 1 h 245"/>
                <a:gd name="T46" fmla="*/ 0 w 426"/>
                <a:gd name="T47" fmla="*/ 1 h 245"/>
                <a:gd name="T48" fmla="*/ 1 w 426"/>
                <a:gd name="T49" fmla="*/ 1 h 245"/>
                <a:gd name="T50" fmla="*/ 1 w 426"/>
                <a:gd name="T51" fmla="*/ 1 h 245"/>
                <a:gd name="T52" fmla="*/ 1 w 426"/>
                <a:gd name="T53" fmla="*/ 1 h 245"/>
                <a:gd name="T54" fmla="*/ 1 w 426"/>
                <a:gd name="T55" fmla="*/ 1 h 245"/>
                <a:gd name="T56" fmla="*/ 2 w 426"/>
                <a:gd name="T57" fmla="*/ 0 h 245"/>
                <a:gd name="T58" fmla="*/ 2 w 426"/>
                <a:gd name="T59" fmla="*/ 0 h 245"/>
                <a:gd name="T60" fmla="*/ 2 w 426"/>
                <a:gd name="T61" fmla="*/ 0 h 245"/>
                <a:gd name="T62" fmla="*/ 2 w 426"/>
                <a:gd name="T63" fmla="*/ 0 h 245"/>
                <a:gd name="T64" fmla="*/ 3 w 426"/>
                <a:gd name="T65" fmla="*/ 0 h 245"/>
                <a:gd name="T66" fmla="*/ 3 w 426"/>
                <a:gd name="T67" fmla="*/ 0 h 245"/>
                <a:gd name="T68" fmla="*/ 3 w 426"/>
                <a:gd name="T69" fmla="*/ 0 h 245"/>
                <a:gd name="T70" fmla="*/ 3 w 426"/>
                <a:gd name="T71" fmla="*/ 0 h 245"/>
                <a:gd name="T72" fmla="*/ 3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426" y="0"/>
                  </a:moveTo>
                  <a:lnTo>
                    <a:pt x="426" y="0"/>
                  </a:lnTo>
                  <a:lnTo>
                    <a:pt x="384" y="1"/>
                  </a:lnTo>
                  <a:lnTo>
                    <a:pt x="340" y="4"/>
                  </a:lnTo>
                  <a:lnTo>
                    <a:pt x="300" y="10"/>
                  </a:lnTo>
                  <a:lnTo>
                    <a:pt x="262" y="18"/>
                  </a:lnTo>
                  <a:lnTo>
                    <a:pt x="224" y="29"/>
                  </a:lnTo>
                  <a:lnTo>
                    <a:pt x="189" y="41"/>
                  </a:lnTo>
                  <a:lnTo>
                    <a:pt x="157" y="55"/>
                  </a:lnTo>
                  <a:lnTo>
                    <a:pt x="126" y="70"/>
                  </a:lnTo>
                  <a:lnTo>
                    <a:pt x="99" y="89"/>
                  </a:lnTo>
                  <a:lnTo>
                    <a:pt x="74" y="106"/>
                  </a:lnTo>
                  <a:lnTo>
                    <a:pt x="52" y="126"/>
                  </a:lnTo>
                  <a:lnTo>
                    <a:pt x="34" y="148"/>
                  </a:lnTo>
                  <a:lnTo>
                    <a:pt x="19" y="171"/>
                  </a:lnTo>
                  <a:lnTo>
                    <a:pt x="9" y="194"/>
                  </a:lnTo>
                  <a:lnTo>
                    <a:pt x="3" y="219"/>
                  </a:lnTo>
                  <a:lnTo>
                    <a:pt x="0" y="245"/>
                  </a:lnTo>
                  <a:lnTo>
                    <a:pt x="12" y="245"/>
                  </a:lnTo>
                  <a:lnTo>
                    <a:pt x="15" y="221"/>
                  </a:lnTo>
                  <a:lnTo>
                    <a:pt x="20" y="199"/>
                  </a:lnTo>
                  <a:lnTo>
                    <a:pt x="31" y="178"/>
                  </a:lnTo>
                  <a:lnTo>
                    <a:pt x="44" y="156"/>
                  </a:lnTo>
                  <a:lnTo>
                    <a:pt x="61" y="136"/>
                  </a:lnTo>
                  <a:lnTo>
                    <a:pt x="81" y="116"/>
                  </a:lnTo>
                  <a:lnTo>
                    <a:pt x="106" y="98"/>
                  </a:lnTo>
                  <a:lnTo>
                    <a:pt x="133" y="82"/>
                  </a:lnTo>
                  <a:lnTo>
                    <a:pt x="162" y="66"/>
                  </a:lnTo>
                  <a:lnTo>
                    <a:pt x="194" y="52"/>
                  </a:lnTo>
                  <a:lnTo>
                    <a:pt x="229" y="41"/>
                  </a:lnTo>
                  <a:lnTo>
                    <a:pt x="264" y="30"/>
                  </a:lnTo>
                  <a:lnTo>
                    <a:pt x="303" y="22"/>
                  </a:lnTo>
                  <a:lnTo>
                    <a:pt x="343" y="16"/>
                  </a:lnTo>
                  <a:lnTo>
                    <a:pt x="384" y="12"/>
                  </a:lnTo>
                  <a:lnTo>
                    <a:pt x="426" y="11"/>
                  </a:lnTo>
                  <a:lnTo>
                    <a:pt x="42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0369" name="Freeform 32"/>
            <p:cNvSpPr>
              <a:spLocks/>
            </p:cNvSpPr>
            <p:nvPr/>
          </p:nvSpPr>
          <p:spPr bwMode="auto">
            <a:xfrm>
              <a:off x="1587" y="1929"/>
              <a:ext cx="85" cy="49"/>
            </a:xfrm>
            <a:custGeom>
              <a:avLst/>
              <a:gdLst>
                <a:gd name="T0" fmla="*/ 0 w 426"/>
                <a:gd name="T1" fmla="*/ 0 h 245"/>
                <a:gd name="T2" fmla="*/ 0 w 426"/>
                <a:gd name="T3" fmla="*/ 0 h 245"/>
                <a:gd name="T4" fmla="*/ 0 w 426"/>
                <a:gd name="T5" fmla="*/ 0 h 245"/>
                <a:gd name="T6" fmla="*/ 0 w 426"/>
                <a:gd name="T7" fmla="*/ 0 h 245"/>
                <a:gd name="T8" fmla="*/ 0 w 426"/>
                <a:gd name="T9" fmla="*/ 1 h 245"/>
                <a:gd name="T10" fmla="*/ 0 w 426"/>
                <a:gd name="T11" fmla="*/ 1 h 245"/>
                <a:gd name="T12" fmla="*/ 0 w 426"/>
                <a:gd name="T13" fmla="*/ 1 h 245"/>
                <a:gd name="T14" fmla="*/ 1 w 426"/>
                <a:gd name="T15" fmla="*/ 1 h 245"/>
                <a:gd name="T16" fmla="*/ 1 w 426"/>
                <a:gd name="T17" fmla="*/ 1 h 245"/>
                <a:gd name="T18" fmla="*/ 1 w 426"/>
                <a:gd name="T19" fmla="*/ 1 h 245"/>
                <a:gd name="T20" fmla="*/ 1 w 426"/>
                <a:gd name="T21" fmla="*/ 2 h 245"/>
                <a:gd name="T22" fmla="*/ 2 w 426"/>
                <a:gd name="T23" fmla="*/ 2 h 245"/>
                <a:gd name="T24" fmla="*/ 2 w 426"/>
                <a:gd name="T25" fmla="*/ 2 h 245"/>
                <a:gd name="T26" fmla="*/ 2 w 426"/>
                <a:gd name="T27" fmla="*/ 2 h 245"/>
                <a:gd name="T28" fmla="*/ 2 w 426"/>
                <a:gd name="T29" fmla="*/ 2 h 245"/>
                <a:gd name="T30" fmla="*/ 3 w 426"/>
                <a:gd name="T31" fmla="*/ 2 h 245"/>
                <a:gd name="T32" fmla="*/ 3 w 426"/>
                <a:gd name="T33" fmla="*/ 2 h 245"/>
                <a:gd name="T34" fmla="*/ 3 w 426"/>
                <a:gd name="T35" fmla="*/ 2 h 245"/>
                <a:gd name="T36" fmla="*/ 3 w 426"/>
                <a:gd name="T37" fmla="*/ 2 h 245"/>
                <a:gd name="T38" fmla="*/ 3 w 426"/>
                <a:gd name="T39" fmla="*/ 2 h 245"/>
                <a:gd name="T40" fmla="*/ 3 w 426"/>
                <a:gd name="T41" fmla="*/ 2 h 245"/>
                <a:gd name="T42" fmla="*/ 2 w 426"/>
                <a:gd name="T43" fmla="*/ 2 h 245"/>
                <a:gd name="T44" fmla="*/ 2 w 426"/>
                <a:gd name="T45" fmla="*/ 2 h 245"/>
                <a:gd name="T46" fmla="*/ 2 w 426"/>
                <a:gd name="T47" fmla="*/ 2 h 245"/>
                <a:gd name="T48" fmla="*/ 2 w 426"/>
                <a:gd name="T49" fmla="*/ 2 h 245"/>
                <a:gd name="T50" fmla="*/ 1 w 426"/>
                <a:gd name="T51" fmla="*/ 1 h 245"/>
                <a:gd name="T52" fmla="*/ 1 w 426"/>
                <a:gd name="T53" fmla="*/ 1 h 245"/>
                <a:gd name="T54" fmla="*/ 1 w 426"/>
                <a:gd name="T55" fmla="*/ 1 h 245"/>
                <a:gd name="T56" fmla="*/ 1 w 426"/>
                <a:gd name="T57" fmla="*/ 1 h 245"/>
                <a:gd name="T58" fmla="*/ 0 w 426"/>
                <a:gd name="T59" fmla="*/ 1 h 245"/>
                <a:gd name="T60" fmla="*/ 0 w 426"/>
                <a:gd name="T61" fmla="*/ 1 h 245"/>
                <a:gd name="T62" fmla="*/ 0 w 426"/>
                <a:gd name="T63" fmla="*/ 1 h 245"/>
                <a:gd name="T64" fmla="*/ 0 w 426"/>
                <a:gd name="T65" fmla="*/ 0 h 245"/>
                <a:gd name="T66" fmla="*/ 0 w 426"/>
                <a:gd name="T67" fmla="*/ 0 h 245"/>
                <a:gd name="T68" fmla="*/ 0 w 426"/>
                <a:gd name="T69" fmla="*/ 0 h 245"/>
                <a:gd name="T70" fmla="*/ 0 w 426"/>
                <a:gd name="T71" fmla="*/ 0 h 245"/>
                <a:gd name="T72" fmla="*/ 0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0" y="0"/>
                  </a:moveTo>
                  <a:lnTo>
                    <a:pt x="0" y="0"/>
                  </a:lnTo>
                  <a:lnTo>
                    <a:pt x="3" y="25"/>
                  </a:lnTo>
                  <a:lnTo>
                    <a:pt x="9" y="50"/>
                  </a:lnTo>
                  <a:lnTo>
                    <a:pt x="19" y="73"/>
                  </a:lnTo>
                  <a:lnTo>
                    <a:pt x="34" y="96"/>
                  </a:lnTo>
                  <a:lnTo>
                    <a:pt x="52" y="118"/>
                  </a:lnTo>
                  <a:lnTo>
                    <a:pt x="74" y="138"/>
                  </a:lnTo>
                  <a:lnTo>
                    <a:pt x="99" y="156"/>
                  </a:lnTo>
                  <a:lnTo>
                    <a:pt x="126" y="174"/>
                  </a:lnTo>
                  <a:lnTo>
                    <a:pt x="157" y="190"/>
                  </a:lnTo>
                  <a:lnTo>
                    <a:pt x="189" y="204"/>
                  </a:lnTo>
                  <a:lnTo>
                    <a:pt x="224" y="215"/>
                  </a:lnTo>
                  <a:lnTo>
                    <a:pt x="262" y="226"/>
                  </a:lnTo>
                  <a:lnTo>
                    <a:pt x="300" y="234"/>
                  </a:lnTo>
                  <a:lnTo>
                    <a:pt x="340" y="240"/>
                  </a:lnTo>
                  <a:lnTo>
                    <a:pt x="384" y="244"/>
                  </a:lnTo>
                  <a:lnTo>
                    <a:pt x="426" y="245"/>
                  </a:lnTo>
                  <a:lnTo>
                    <a:pt x="426" y="233"/>
                  </a:lnTo>
                  <a:lnTo>
                    <a:pt x="384" y="232"/>
                  </a:lnTo>
                  <a:lnTo>
                    <a:pt x="343" y="228"/>
                  </a:lnTo>
                  <a:lnTo>
                    <a:pt x="303" y="222"/>
                  </a:lnTo>
                  <a:lnTo>
                    <a:pt x="264" y="214"/>
                  </a:lnTo>
                  <a:lnTo>
                    <a:pt x="229" y="204"/>
                  </a:lnTo>
                  <a:lnTo>
                    <a:pt x="194" y="192"/>
                  </a:lnTo>
                  <a:lnTo>
                    <a:pt x="162" y="178"/>
                  </a:lnTo>
                  <a:lnTo>
                    <a:pt x="133" y="163"/>
                  </a:lnTo>
                  <a:lnTo>
                    <a:pt x="106" y="146"/>
                  </a:lnTo>
                  <a:lnTo>
                    <a:pt x="81" y="129"/>
                  </a:lnTo>
                  <a:lnTo>
                    <a:pt x="61" y="109"/>
                  </a:lnTo>
                  <a:lnTo>
                    <a:pt x="44" y="89"/>
                  </a:lnTo>
                  <a:lnTo>
                    <a:pt x="31" y="66"/>
                  </a:lnTo>
                  <a:lnTo>
                    <a:pt x="20" y="45"/>
                  </a:lnTo>
                  <a:lnTo>
                    <a:pt x="15" y="2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0370" name="Freeform 33"/>
            <p:cNvSpPr>
              <a:spLocks/>
            </p:cNvSpPr>
            <p:nvPr/>
          </p:nvSpPr>
          <p:spPr bwMode="auto">
            <a:xfrm>
              <a:off x="878" y="1448"/>
              <a:ext cx="792" cy="954"/>
            </a:xfrm>
            <a:custGeom>
              <a:avLst/>
              <a:gdLst>
                <a:gd name="T0" fmla="*/ 13 w 3960"/>
                <a:gd name="T1" fmla="*/ 38 h 4768"/>
                <a:gd name="T2" fmla="*/ 14 w 3960"/>
                <a:gd name="T3" fmla="*/ 38 h 4768"/>
                <a:gd name="T4" fmla="*/ 15 w 3960"/>
                <a:gd name="T5" fmla="*/ 38 h 4768"/>
                <a:gd name="T6" fmla="*/ 15 w 3960"/>
                <a:gd name="T7" fmla="*/ 38 h 4768"/>
                <a:gd name="T8" fmla="*/ 16 w 3960"/>
                <a:gd name="T9" fmla="*/ 38 h 4768"/>
                <a:gd name="T10" fmla="*/ 17 w 3960"/>
                <a:gd name="T11" fmla="*/ 38 h 4768"/>
                <a:gd name="T12" fmla="*/ 17 w 3960"/>
                <a:gd name="T13" fmla="*/ 38 h 4768"/>
                <a:gd name="T14" fmla="*/ 18 w 3960"/>
                <a:gd name="T15" fmla="*/ 38 h 4768"/>
                <a:gd name="T16" fmla="*/ 18 w 3960"/>
                <a:gd name="T17" fmla="*/ 38 h 4768"/>
                <a:gd name="T18" fmla="*/ 29 w 3960"/>
                <a:gd name="T19" fmla="*/ 30 h 4768"/>
                <a:gd name="T20" fmla="*/ 30 w 3960"/>
                <a:gd name="T21" fmla="*/ 30 h 4768"/>
                <a:gd name="T22" fmla="*/ 30 w 3960"/>
                <a:gd name="T23" fmla="*/ 29 h 4768"/>
                <a:gd name="T24" fmla="*/ 31 w 3960"/>
                <a:gd name="T25" fmla="*/ 28 h 4768"/>
                <a:gd name="T26" fmla="*/ 31 w 3960"/>
                <a:gd name="T27" fmla="*/ 28 h 4768"/>
                <a:gd name="T28" fmla="*/ 31 w 3960"/>
                <a:gd name="T29" fmla="*/ 27 h 4768"/>
                <a:gd name="T30" fmla="*/ 32 w 3960"/>
                <a:gd name="T31" fmla="*/ 26 h 4768"/>
                <a:gd name="T32" fmla="*/ 32 w 3960"/>
                <a:gd name="T33" fmla="*/ 25 h 4768"/>
                <a:gd name="T34" fmla="*/ 32 w 3960"/>
                <a:gd name="T35" fmla="*/ 11 h 4768"/>
                <a:gd name="T36" fmla="*/ 32 w 3960"/>
                <a:gd name="T37" fmla="*/ 10 h 4768"/>
                <a:gd name="T38" fmla="*/ 31 w 3960"/>
                <a:gd name="T39" fmla="*/ 9 h 4768"/>
                <a:gd name="T40" fmla="*/ 31 w 3960"/>
                <a:gd name="T41" fmla="*/ 9 h 4768"/>
                <a:gd name="T42" fmla="*/ 31 w 3960"/>
                <a:gd name="T43" fmla="*/ 8 h 4768"/>
                <a:gd name="T44" fmla="*/ 31 w 3960"/>
                <a:gd name="T45" fmla="*/ 8 h 4768"/>
                <a:gd name="T46" fmla="*/ 30 w 3960"/>
                <a:gd name="T47" fmla="*/ 7 h 4768"/>
                <a:gd name="T48" fmla="*/ 30 w 3960"/>
                <a:gd name="T49" fmla="*/ 7 h 4768"/>
                <a:gd name="T50" fmla="*/ 29 w 3960"/>
                <a:gd name="T51" fmla="*/ 6 h 4768"/>
                <a:gd name="T52" fmla="*/ 19 w 3960"/>
                <a:gd name="T53" fmla="*/ 1 h 4768"/>
                <a:gd name="T54" fmla="*/ 18 w 3960"/>
                <a:gd name="T55" fmla="*/ 0 h 4768"/>
                <a:gd name="T56" fmla="*/ 17 w 3960"/>
                <a:gd name="T57" fmla="*/ 0 h 4768"/>
                <a:gd name="T58" fmla="*/ 17 w 3960"/>
                <a:gd name="T59" fmla="*/ 0 h 4768"/>
                <a:gd name="T60" fmla="*/ 16 w 3960"/>
                <a:gd name="T61" fmla="*/ 0 h 4768"/>
                <a:gd name="T62" fmla="*/ 15 w 3960"/>
                <a:gd name="T63" fmla="*/ 0 h 4768"/>
                <a:gd name="T64" fmla="*/ 14 w 3960"/>
                <a:gd name="T65" fmla="*/ 0 h 4768"/>
                <a:gd name="T66" fmla="*/ 14 w 3960"/>
                <a:gd name="T67" fmla="*/ 0 h 4768"/>
                <a:gd name="T68" fmla="*/ 2 w 3960"/>
                <a:gd name="T69" fmla="*/ 6 h 4768"/>
                <a:gd name="T70" fmla="*/ 2 w 3960"/>
                <a:gd name="T71" fmla="*/ 7 h 4768"/>
                <a:gd name="T72" fmla="*/ 1 w 3960"/>
                <a:gd name="T73" fmla="*/ 7 h 4768"/>
                <a:gd name="T74" fmla="*/ 1 w 3960"/>
                <a:gd name="T75" fmla="*/ 8 h 4768"/>
                <a:gd name="T76" fmla="*/ 1 w 3960"/>
                <a:gd name="T77" fmla="*/ 8 h 4768"/>
                <a:gd name="T78" fmla="*/ 0 w 3960"/>
                <a:gd name="T79" fmla="*/ 9 h 4768"/>
                <a:gd name="T80" fmla="*/ 0 w 3960"/>
                <a:gd name="T81" fmla="*/ 9 h 4768"/>
                <a:gd name="T82" fmla="*/ 0 w 3960"/>
                <a:gd name="T83" fmla="*/ 10 h 4768"/>
                <a:gd name="T84" fmla="*/ 0 w 3960"/>
                <a:gd name="T85" fmla="*/ 11 h 4768"/>
                <a:gd name="T86" fmla="*/ 0 w 3960"/>
                <a:gd name="T87" fmla="*/ 25 h 4768"/>
                <a:gd name="T88" fmla="*/ 0 w 3960"/>
                <a:gd name="T89" fmla="*/ 26 h 4768"/>
                <a:gd name="T90" fmla="*/ 0 w 3960"/>
                <a:gd name="T91" fmla="*/ 27 h 4768"/>
                <a:gd name="T92" fmla="*/ 1 w 3960"/>
                <a:gd name="T93" fmla="*/ 28 h 4768"/>
                <a:gd name="T94" fmla="*/ 1 w 3960"/>
                <a:gd name="T95" fmla="*/ 29 h 4768"/>
                <a:gd name="T96" fmla="*/ 1 w 3960"/>
                <a:gd name="T97" fmla="*/ 29 h 4768"/>
                <a:gd name="T98" fmla="*/ 2 w 3960"/>
                <a:gd name="T99" fmla="*/ 30 h 4768"/>
                <a:gd name="T100" fmla="*/ 3 w 3960"/>
                <a:gd name="T101" fmla="*/ 31 h 4768"/>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w 3960"/>
                <a:gd name="T154" fmla="*/ 0 h 4768"/>
                <a:gd name="T155" fmla="*/ 3960 w 3960"/>
                <a:gd name="T156" fmla="*/ 4768 h 4768"/>
              </a:gdLst>
              <a:ahLst/>
              <a:cxnLst>
                <a:cxn ang="T102">
                  <a:pos x="T0" y="T1"/>
                </a:cxn>
                <a:cxn ang="T103">
                  <a:pos x="T2" y="T3"/>
                </a:cxn>
                <a:cxn ang="T104">
                  <a:pos x="T4" y="T5"/>
                </a:cxn>
                <a:cxn ang="T105">
                  <a:pos x="T6" y="T7"/>
                </a:cxn>
                <a:cxn ang="T106">
                  <a:pos x="T8" y="T9"/>
                </a:cxn>
                <a:cxn ang="T107">
                  <a:pos x="T10" y="T11"/>
                </a:cxn>
                <a:cxn ang="T108">
                  <a:pos x="T12" y="T13"/>
                </a:cxn>
                <a:cxn ang="T109">
                  <a:pos x="T14" y="T15"/>
                </a:cxn>
                <a:cxn ang="T110">
                  <a:pos x="T16" y="T17"/>
                </a:cxn>
                <a:cxn ang="T111">
                  <a:pos x="T18" y="T19"/>
                </a:cxn>
                <a:cxn ang="T112">
                  <a:pos x="T20" y="T21"/>
                </a:cxn>
                <a:cxn ang="T113">
                  <a:pos x="T22" y="T23"/>
                </a:cxn>
                <a:cxn ang="T114">
                  <a:pos x="T24" y="T25"/>
                </a:cxn>
                <a:cxn ang="T115">
                  <a:pos x="T26" y="T27"/>
                </a:cxn>
                <a:cxn ang="T116">
                  <a:pos x="T28" y="T29"/>
                </a:cxn>
                <a:cxn ang="T117">
                  <a:pos x="T30" y="T31"/>
                </a:cxn>
                <a:cxn ang="T118">
                  <a:pos x="T32" y="T33"/>
                </a:cxn>
                <a:cxn ang="T119">
                  <a:pos x="T34" y="T35"/>
                </a:cxn>
                <a:cxn ang="T120">
                  <a:pos x="T36" y="T37"/>
                </a:cxn>
                <a:cxn ang="T121">
                  <a:pos x="T38" y="T39"/>
                </a:cxn>
                <a:cxn ang="T122">
                  <a:pos x="T40" y="T41"/>
                </a:cxn>
                <a:cxn ang="T123">
                  <a:pos x="T42" y="T43"/>
                </a:cxn>
                <a:cxn ang="T124">
                  <a:pos x="T44" y="T45"/>
                </a:cxn>
                <a:cxn ang="T125">
                  <a:pos x="T46" y="T47"/>
                </a:cxn>
                <a:cxn ang="T126">
                  <a:pos x="T48" y="T49"/>
                </a:cxn>
                <a:cxn ang="T127">
                  <a:pos x="T50" y="T51"/>
                </a:cxn>
                <a:cxn ang="T128">
                  <a:pos x="T52" y="T53"/>
                </a:cxn>
                <a:cxn ang="T129">
                  <a:pos x="T54" y="T55"/>
                </a:cxn>
                <a:cxn ang="T130">
                  <a:pos x="T56" y="T57"/>
                </a:cxn>
                <a:cxn ang="T131">
                  <a:pos x="T58" y="T59"/>
                </a:cxn>
                <a:cxn ang="T132">
                  <a:pos x="T60" y="T61"/>
                </a:cxn>
                <a:cxn ang="T133">
                  <a:pos x="T62" y="T63"/>
                </a:cxn>
                <a:cxn ang="T134">
                  <a:pos x="T64" y="T65"/>
                </a:cxn>
                <a:cxn ang="T135">
                  <a:pos x="T66" y="T67"/>
                </a:cxn>
                <a:cxn ang="T136">
                  <a:pos x="T68" y="T69"/>
                </a:cxn>
                <a:cxn ang="T137">
                  <a:pos x="T70" y="T71"/>
                </a:cxn>
                <a:cxn ang="T138">
                  <a:pos x="T72" y="T73"/>
                </a:cxn>
                <a:cxn ang="T139">
                  <a:pos x="T74" y="T75"/>
                </a:cxn>
                <a:cxn ang="T140">
                  <a:pos x="T76" y="T77"/>
                </a:cxn>
                <a:cxn ang="T141">
                  <a:pos x="T78" y="T79"/>
                </a:cxn>
                <a:cxn ang="T142">
                  <a:pos x="T80" y="T81"/>
                </a:cxn>
                <a:cxn ang="T143">
                  <a:pos x="T82" y="T83"/>
                </a:cxn>
                <a:cxn ang="T144">
                  <a:pos x="T84" y="T85"/>
                </a:cxn>
                <a:cxn ang="T145">
                  <a:pos x="T86" y="T87"/>
                </a:cxn>
                <a:cxn ang="T146">
                  <a:pos x="T88" y="T89"/>
                </a:cxn>
                <a:cxn ang="T147">
                  <a:pos x="T90" y="T91"/>
                </a:cxn>
                <a:cxn ang="T148">
                  <a:pos x="T92" y="T93"/>
                </a:cxn>
                <a:cxn ang="T149">
                  <a:pos x="T94" y="T95"/>
                </a:cxn>
                <a:cxn ang="T150">
                  <a:pos x="T96" y="T97"/>
                </a:cxn>
                <a:cxn ang="T151">
                  <a:pos x="T98" y="T99"/>
                </a:cxn>
                <a:cxn ang="T152">
                  <a:pos x="T100" y="T101"/>
                </a:cxn>
              </a:cxnLst>
              <a:rect l="T153" t="T154" r="T155" b="T156"/>
              <a:pathLst>
                <a:path w="3960" h="4768">
                  <a:moveTo>
                    <a:pt x="353" y="3849"/>
                  </a:moveTo>
                  <a:lnTo>
                    <a:pt x="1661" y="4700"/>
                  </a:lnTo>
                  <a:lnTo>
                    <a:pt x="1697" y="4717"/>
                  </a:lnTo>
                  <a:lnTo>
                    <a:pt x="1736" y="4731"/>
                  </a:lnTo>
                  <a:lnTo>
                    <a:pt x="1776" y="4742"/>
                  </a:lnTo>
                  <a:lnTo>
                    <a:pt x="1818" y="4753"/>
                  </a:lnTo>
                  <a:lnTo>
                    <a:pt x="1860" y="4760"/>
                  </a:lnTo>
                  <a:lnTo>
                    <a:pt x="1902" y="4765"/>
                  </a:lnTo>
                  <a:lnTo>
                    <a:pt x="1946" y="4768"/>
                  </a:lnTo>
                  <a:lnTo>
                    <a:pt x="1988" y="4768"/>
                  </a:lnTo>
                  <a:lnTo>
                    <a:pt x="2031" y="4767"/>
                  </a:lnTo>
                  <a:lnTo>
                    <a:pt x="2073" y="4763"/>
                  </a:lnTo>
                  <a:lnTo>
                    <a:pt x="2114" y="4758"/>
                  </a:lnTo>
                  <a:lnTo>
                    <a:pt x="2154" y="4751"/>
                  </a:lnTo>
                  <a:lnTo>
                    <a:pt x="2193" y="4740"/>
                  </a:lnTo>
                  <a:lnTo>
                    <a:pt x="2230" y="4729"/>
                  </a:lnTo>
                  <a:lnTo>
                    <a:pt x="2264" y="4715"/>
                  </a:lnTo>
                  <a:lnTo>
                    <a:pt x="2297" y="4700"/>
                  </a:lnTo>
                  <a:lnTo>
                    <a:pt x="3639" y="3825"/>
                  </a:lnTo>
                  <a:lnTo>
                    <a:pt x="3673" y="3795"/>
                  </a:lnTo>
                  <a:lnTo>
                    <a:pt x="3707" y="3761"/>
                  </a:lnTo>
                  <a:lnTo>
                    <a:pt x="3738" y="3725"/>
                  </a:lnTo>
                  <a:lnTo>
                    <a:pt x="3768" y="3685"/>
                  </a:lnTo>
                  <a:lnTo>
                    <a:pt x="3796" y="3644"/>
                  </a:lnTo>
                  <a:lnTo>
                    <a:pt x="3821" y="3599"/>
                  </a:lnTo>
                  <a:lnTo>
                    <a:pt x="3846" y="3553"/>
                  </a:lnTo>
                  <a:lnTo>
                    <a:pt x="3868" y="3505"/>
                  </a:lnTo>
                  <a:lnTo>
                    <a:pt x="3888" y="3456"/>
                  </a:lnTo>
                  <a:lnTo>
                    <a:pt x="3907" y="3406"/>
                  </a:lnTo>
                  <a:lnTo>
                    <a:pt x="3922" y="3354"/>
                  </a:lnTo>
                  <a:lnTo>
                    <a:pt x="3935" y="3303"/>
                  </a:lnTo>
                  <a:lnTo>
                    <a:pt x="3946" y="3250"/>
                  </a:lnTo>
                  <a:lnTo>
                    <a:pt x="3953" y="3197"/>
                  </a:lnTo>
                  <a:lnTo>
                    <a:pt x="3957" y="3144"/>
                  </a:lnTo>
                  <a:lnTo>
                    <a:pt x="3960" y="3092"/>
                  </a:lnTo>
                  <a:lnTo>
                    <a:pt x="3959" y="1313"/>
                  </a:lnTo>
                  <a:lnTo>
                    <a:pt x="3955" y="1271"/>
                  </a:lnTo>
                  <a:lnTo>
                    <a:pt x="3949" y="1229"/>
                  </a:lnTo>
                  <a:lnTo>
                    <a:pt x="3941" y="1189"/>
                  </a:lnTo>
                  <a:lnTo>
                    <a:pt x="3930" y="1149"/>
                  </a:lnTo>
                  <a:lnTo>
                    <a:pt x="3918" y="1111"/>
                  </a:lnTo>
                  <a:lnTo>
                    <a:pt x="3902" y="1075"/>
                  </a:lnTo>
                  <a:lnTo>
                    <a:pt x="3886" y="1040"/>
                  </a:lnTo>
                  <a:lnTo>
                    <a:pt x="3867" y="1006"/>
                  </a:lnTo>
                  <a:lnTo>
                    <a:pt x="3846" y="973"/>
                  </a:lnTo>
                  <a:lnTo>
                    <a:pt x="3823" y="942"/>
                  </a:lnTo>
                  <a:lnTo>
                    <a:pt x="3798" y="913"/>
                  </a:lnTo>
                  <a:lnTo>
                    <a:pt x="3771" y="886"/>
                  </a:lnTo>
                  <a:lnTo>
                    <a:pt x="3743" y="860"/>
                  </a:lnTo>
                  <a:lnTo>
                    <a:pt x="3714" y="837"/>
                  </a:lnTo>
                  <a:lnTo>
                    <a:pt x="3682" y="816"/>
                  </a:lnTo>
                  <a:lnTo>
                    <a:pt x="3649" y="796"/>
                  </a:lnTo>
                  <a:lnTo>
                    <a:pt x="2386" y="83"/>
                  </a:lnTo>
                  <a:lnTo>
                    <a:pt x="2350" y="65"/>
                  </a:lnTo>
                  <a:lnTo>
                    <a:pt x="2310" y="50"/>
                  </a:lnTo>
                  <a:lnTo>
                    <a:pt x="2268" y="36"/>
                  </a:lnTo>
                  <a:lnTo>
                    <a:pt x="2223" y="24"/>
                  </a:lnTo>
                  <a:lnTo>
                    <a:pt x="2178" y="15"/>
                  </a:lnTo>
                  <a:lnTo>
                    <a:pt x="2131" y="8"/>
                  </a:lnTo>
                  <a:lnTo>
                    <a:pt x="2082" y="3"/>
                  </a:lnTo>
                  <a:lnTo>
                    <a:pt x="2032" y="0"/>
                  </a:lnTo>
                  <a:lnTo>
                    <a:pt x="1982" y="1"/>
                  </a:lnTo>
                  <a:lnTo>
                    <a:pt x="1933" y="3"/>
                  </a:lnTo>
                  <a:lnTo>
                    <a:pt x="1882" y="9"/>
                  </a:lnTo>
                  <a:lnTo>
                    <a:pt x="1833" y="17"/>
                  </a:lnTo>
                  <a:lnTo>
                    <a:pt x="1785" y="29"/>
                  </a:lnTo>
                  <a:lnTo>
                    <a:pt x="1737" y="43"/>
                  </a:lnTo>
                  <a:lnTo>
                    <a:pt x="1691" y="62"/>
                  </a:lnTo>
                  <a:lnTo>
                    <a:pt x="1647" y="83"/>
                  </a:lnTo>
                  <a:lnTo>
                    <a:pt x="311" y="782"/>
                  </a:lnTo>
                  <a:lnTo>
                    <a:pt x="276" y="803"/>
                  </a:lnTo>
                  <a:lnTo>
                    <a:pt x="243" y="826"/>
                  </a:lnTo>
                  <a:lnTo>
                    <a:pt x="213" y="852"/>
                  </a:lnTo>
                  <a:lnTo>
                    <a:pt x="184" y="879"/>
                  </a:lnTo>
                  <a:lnTo>
                    <a:pt x="155" y="908"/>
                  </a:lnTo>
                  <a:lnTo>
                    <a:pt x="131" y="939"/>
                  </a:lnTo>
                  <a:lnTo>
                    <a:pt x="107" y="971"/>
                  </a:lnTo>
                  <a:lnTo>
                    <a:pt x="86" y="1005"/>
                  </a:lnTo>
                  <a:lnTo>
                    <a:pt x="68" y="1040"/>
                  </a:lnTo>
                  <a:lnTo>
                    <a:pt x="50" y="1076"/>
                  </a:lnTo>
                  <a:lnTo>
                    <a:pt x="36" y="1115"/>
                  </a:lnTo>
                  <a:lnTo>
                    <a:pt x="23" y="1153"/>
                  </a:lnTo>
                  <a:lnTo>
                    <a:pt x="14" y="1195"/>
                  </a:lnTo>
                  <a:lnTo>
                    <a:pt x="7" y="1236"/>
                  </a:lnTo>
                  <a:lnTo>
                    <a:pt x="2" y="1279"/>
                  </a:lnTo>
                  <a:lnTo>
                    <a:pt x="0" y="1322"/>
                  </a:lnTo>
                  <a:lnTo>
                    <a:pt x="0" y="3093"/>
                  </a:lnTo>
                  <a:lnTo>
                    <a:pt x="2" y="3147"/>
                  </a:lnTo>
                  <a:lnTo>
                    <a:pt x="7" y="3202"/>
                  </a:lnTo>
                  <a:lnTo>
                    <a:pt x="15" y="3257"/>
                  </a:lnTo>
                  <a:lnTo>
                    <a:pt x="27" y="3312"/>
                  </a:lnTo>
                  <a:lnTo>
                    <a:pt x="42" y="3366"/>
                  </a:lnTo>
                  <a:lnTo>
                    <a:pt x="59" y="3420"/>
                  </a:lnTo>
                  <a:lnTo>
                    <a:pt x="79" y="3474"/>
                  </a:lnTo>
                  <a:lnTo>
                    <a:pt x="102" y="3525"/>
                  </a:lnTo>
                  <a:lnTo>
                    <a:pt x="127" y="3576"/>
                  </a:lnTo>
                  <a:lnTo>
                    <a:pt x="154" y="3624"/>
                  </a:lnTo>
                  <a:lnTo>
                    <a:pt x="184" y="3670"/>
                  </a:lnTo>
                  <a:lnTo>
                    <a:pt x="214" y="3712"/>
                  </a:lnTo>
                  <a:lnTo>
                    <a:pt x="247" y="3752"/>
                  </a:lnTo>
                  <a:lnTo>
                    <a:pt x="281" y="3788"/>
                  </a:lnTo>
                  <a:lnTo>
                    <a:pt x="317" y="3821"/>
                  </a:lnTo>
                  <a:lnTo>
                    <a:pt x="353" y="384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0371" name="Freeform 34"/>
            <p:cNvSpPr>
              <a:spLocks/>
            </p:cNvSpPr>
            <p:nvPr/>
          </p:nvSpPr>
          <p:spPr bwMode="auto">
            <a:xfrm>
              <a:off x="943" y="2210"/>
              <a:ext cx="276" cy="187"/>
            </a:xfrm>
            <a:custGeom>
              <a:avLst/>
              <a:gdLst>
                <a:gd name="T0" fmla="*/ 11 w 1380"/>
                <a:gd name="T1" fmla="*/ 7 h 937"/>
                <a:gd name="T2" fmla="*/ 11 w 1380"/>
                <a:gd name="T3" fmla="*/ 7 h 937"/>
                <a:gd name="T4" fmla="*/ 0 w 1380"/>
                <a:gd name="T5" fmla="*/ 0 h 937"/>
                <a:gd name="T6" fmla="*/ 0 w 1380"/>
                <a:gd name="T7" fmla="*/ 1 h 937"/>
                <a:gd name="T8" fmla="*/ 10 w 1380"/>
                <a:gd name="T9" fmla="*/ 7 h 937"/>
                <a:gd name="T10" fmla="*/ 10 w 1380"/>
                <a:gd name="T11" fmla="*/ 7 h 937"/>
                <a:gd name="T12" fmla="*/ 10 w 1380"/>
                <a:gd name="T13" fmla="*/ 7 h 937"/>
                <a:gd name="T14" fmla="*/ 11 w 1380"/>
                <a:gd name="T15" fmla="*/ 7 h 937"/>
                <a:gd name="T16" fmla="*/ 11 w 1380"/>
                <a:gd name="T17" fmla="*/ 7 h 937"/>
                <a:gd name="T18" fmla="*/ 11 w 1380"/>
                <a:gd name="T19" fmla="*/ 7 h 937"/>
                <a:gd name="T20" fmla="*/ 11 w 1380"/>
                <a:gd name="T21" fmla="*/ 7 h 937"/>
                <a:gd name="T22" fmla="*/ 11 w 1380"/>
                <a:gd name="T23" fmla="*/ 7 h 937"/>
                <a:gd name="T24" fmla="*/ 11 w 1380"/>
                <a:gd name="T25" fmla="*/ 7 h 937"/>
                <a:gd name="T26" fmla="*/ 11 w 1380"/>
                <a:gd name="T27" fmla="*/ 7 h 937"/>
                <a:gd name="T28" fmla="*/ 11 w 1380"/>
                <a:gd name="T29" fmla="*/ 7 h 937"/>
                <a:gd name="T30" fmla="*/ 11 w 1380"/>
                <a:gd name="T31" fmla="*/ 7 h 93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80"/>
                <a:gd name="T49" fmla="*/ 0 h 937"/>
                <a:gd name="T50" fmla="*/ 1380 w 1380"/>
                <a:gd name="T51" fmla="*/ 937 h 93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80" h="937">
                  <a:moveTo>
                    <a:pt x="1354" y="848"/>
                  </a:moveTo>
                  <a:lnTo>
                    <a:pt x="1359" y="851"/>
                  </a:lnTo>
                  <a:lnTo>
                    <a:pt x="51" y="0"/>
                  </a:lnTo>
                  <a:lnTo>
                    <a:pt x="0" y="78"/>
                  </a:lnTo>
                  <a:lnTo>
                    <a:pt x="1307" y="929"/>
                  </a:lnTo>
                  <a:lnTo>
                    <a:pt x="1312" y="932"/>
                  </a:lnTo>
                  <a:lnTo>
                    <a:pt x="1307" y="929"/>
                  </a:lnTo>
                  <a:lnTo>
                    <a:pt x="1326" y="937"/>
                  </a:lnTo>
                  <a:lnTo>
                    <a:pt x="1345" y="936"/>
                  </a:lnTo>
                  <a:lnTo>
                    <a:pt x="1360" y="929"/>
                  </a:lnTo>
                  <a:lnTo>
                    <a:pt x="1372" y="916"/>
                  </a:lnTo>
                  <a:lnTo>
                    <a:pt x="1379" y="899"/>
                  </a:lnTo>
                  <a:lnTo>
                    <a:pt x="1380" y="883"/>
                  </a:lnTo>
                  <a:lnTo>
                    <a:pt x="1374" y="865"/>
                  </a:lnTo>
                  <a:lnTo>
                    <a:pt x="1359" y="851"/>
                  </a:lnTo>
                  <a:lnTo>
                    <a:pt x="1354" y="84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0372" name="Freeform 35"/>
            <p:cNvSpPr>
              <a:spLocks/>
            </p:cNvSpPr>
            <p:nvPr/>
          </p:nvSpPr>
          <p:spPr bwMode="auto">
            <a:xfrm>
              <a:off x="1206" y="2379"/>
              <a:ext cx="140" cy="32"/>
            </a:xfrm>
            <a:custGeom>
              <a:avLst/>
              <a:gdLst>
                <a:gd name="T0" fmla="*/ 5 w 703"/>
                <a:gd name="T1" fmla="*/ 0 h 162"/>
                <a:gd name="T2" fmla="*/ 5 w 703"/>
                <a:gd name="T3" fmla="*/ 0 h 162"/>
                <a:gd name="T4" fmla="*/ 5 w 703"/>
                <a:gd name="T5" fmla="*/ 0 h 162"/>
                <a:gd name="T6" fmla="*/ 5 w 703"/>
                <a:gd name="T7" fmla="*/ 0 h 162"/>
                <a:gd name="T8" fmla="*/ 4 w 703"/>
                <a:gd name="T9" fmla="*/ 0 h 162"/>
                <a:gd name="T10" fmla="*/ 4 w 703"/>
                <a:gd name="T11" fmla="*/ 0 h 162"/>
                <a:gd name="T12" fmla="*/ 4 w 703"/>
                <a:gd name="T13" fmla="*/ 0 h 162"/>
                <a:gd name="T14" fmla="*/ 3 w 703"/>
                <a:gd name="T15" fmla="*/ 1 h 162"/>
                <a:gd name="T16" fmla="*/ 3 w 703"/>
                <a:gd name="T17" fmla="*/ 1 h 162"/>
                <a:gd name="T18" fmla="*/ 3 w 703"/>
                <a:gd name="T19" fmla="*/ 1 h 162"/>
                <a:gd name="T20" fmla="*/ 2 w 703"/>
                <a:gd name="T21" fmla="*/ 1 h 162"/>
                <a:gd name="T22" fmla="*/ 2 w 703"/>
                <a:gd name="T23" fmla="*/ 1 h 162"/>
                <a:gd name="T24" fmla="*/ 2 w 703"/>
                <a:gd name="T25" fmla="*/ 0 h 162"/>
                <a:gd name="T26" fmla="*/ 1 w 703"/>
                <a:gd name="T27" fmla="*/ 0 h 162"/>
                <a:gd name="T28" fmla="*/ 1 w 703"/>
                <a:gd name="T29" fmla="*/ 0 h 162"/>
                <a:gd name="T30" fmla="*/ 1 w 703"/>
                <a:gd name="T31" fmla="*/ 0 h 162"/>
                <a:gd name="T32" fmla="*/ 1 w 703"/>
                <a:gd name="T33" fmla="*/ 0 h 162"/>
                <a:gd name="T34" fmla="*/ 0 w 703"/>
                <a:gd name="T35" fmla="*/ 0 h 162"/>
                <a:gd name="T36" fmla="*/ 0 w 703"/>
                <a:gd name="T37" fmla="*/ 1 h 162"/>
                <a:gd name="T38" fmla="*/ 0 w 703"/>
                <a:gd name="T39" fmla="*/ 1 h 162"/>
                <a:gd name="T40" fmla="*/ 1 w 703"/>
                <a:gd name="T41" fmla="*/ 1 h 162"/>
                <a:gd name="T42" fmla="*/ 1 w 703"/>
                <a:gd name="T43" fmla="*/ 1 h 162"/>
                <a:gd name="T44" fmla="*/ 1 w 703"/>
                <a:gd name="T45" fmla="*/ 1 h 162"/>
                <a:gd name="T46" fmla="*/ 2 w 703"/>
                <a:gd name="T47" fmla="*/ 1 h 162"/>
                <a:gd name="T48" fmla="*/ 2 w 703"/>
                <a:gd name="T49" fmla="*/ 1 h 162"/>
                <a:gd name="T50" fmla="*/ 2 w 703"/>
                <a:gd name="T51" fmla="*/ 1 h 162"/>
                <a:gd name="T52" fmla="*/ 3 w 703"/>
                <a:gd name="T53" fmla="*/ 1 h 162"/>
                <a:gd name="T54" fmla="*/ 3 w 703"/>
                <a:gd name="T55" fmla="*/ 1 h 162"/>
                <a:gd name="T56" fmla="*/ 3 w 703"/>
                <a:gd name="T57" fmla="*/ 1 h 162"/>
                <a:gd name="T58" fmla="*/ 4 w 703"/>
                <a:gd name="T59" fmla="*/ 1 h 162"/>
                <a:gd name="T60" fmla="*/ 4 w 703"/>
                <a:gd name="T61" fmla="*/ 1 h 162"/>
                <a:gd name="T62" fmla="*/ 5 w 703"/>
                <a:gd name="T63" fmla="*/ 1 h 162"/>
                <a:gd name="T64" fmla="*/ 5 w 703"/>
                <a:gd name="T65" fmla="*/ 1 h 162"/>
                <a:gd name="T66" fmla="*/ 5 w 703"/>
                <a:gd name="T67" fmla="*/ 1 h 162"/>
                <a:gd name="T68" fmla="*/ 5 w 703"/>
                <a:gd name="T69" fmla="*/ 1 h 162"/>
                <a:gd name="T70" fmla="*/ 5 w 703"/>
                <a:gd name="T71" fmla="*/ 1 h 162"/>
                <a:gd name="T72" fmla="*/ 5 w 703"/>
                <a:gd name="T73" fmla="*/ 1 h 162"/>
                <a:gd name="T74" fmla="*/ 5 w 703"/>
                <a:gd name="T75" fmla="*/ 1 h 162"/>
                <a:gd name="T76" fmla="*/ 6 w 703"/>
                <a:gd name="T77" fmla="*/ 0 h 162"/>
                <a:gd name="T78" fmla="*/ 6 w 703"/>
                <a:gd name="T79" fmla="*/ 0 h 162"/>
                <a:gd name="T80" fmla="*/ 6 w 703"/>
                <a:gd name="T81" fmla="*/ 0 h 162"/>
                <a:gd name="T82" fmla="*/ 5 w 703"/>
                <a:gd name="T83" fmla="*/ 0 h 162"/>
                <a:gd name="T84" fmla="*/ 5 w 703"/>
                <a:gd name="T85" fmla="*/ 0 h 162"/>
                <a:gd name="T86" fmla="*/ 5 w 703"/>
                <a:gd name="T87" fmla="*/ 0 h 162"/>
                <a:gd name="T88" fmla="*/ 5 w 703"/>
                <a:gd name="T89" fmla="*/ 0 h 162"/>
                <a:gd name="T90" fmla="*/ 5 w 703"/>
                <a:gd name="T91" fmla="*/ 0 h 162"/>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703"/>
                <a:gd name="T139" fmla="*/ 0 h 162"/>
                <a:gd name="T140" fmla="*/ 703 w 703"/>
                <a:gd name="T141" fmla="*/ 162 h 162"/>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703" h="162">
                  <a:moveTo>
                    <a:pt x="631" y="8"/>
                  </a:moveTo>
                  <a:lnTo>
                    <a:pt x="636" y="6"/>
                  </a:lnTo>
                  <a:lnTo>
                    <a:pt x="606" y="20"/>
                  </a:lnTo>
                  <a:lnTo>
                    <a:pt x="575" y="32"/>
                  </a:lnTo>
                  <a:lnTo>
                    <a:pt x="540" y="42"/>
                  </a:lnTo>
                  <a:lnTo>
                    <a:pt x="504" y="52"/>
                  </a:lnTo>
                  <a:lnTo>
                    <a:pt x="467" y="59"/>
                  </a:lnTo>
                  <a:lnTo>
                    <a:pt x="428" y="64"/>
                  </a:lnTo>
                  <a:lnTo>
                    <a:pt x="389" y="67"/>
                  </a:lnTo>
                  <a:lnTo>
                    <a:pt x="348" y="68"/>
                  </a:lnTo>
                  <a:lnTo>
                    <a:pt x="308" y="68"/>
                  </a:lnTo>
                  <a:lnTo>
                    <a:pt x="267" y="65"/>
                  </a:lnTo>
                  <a:lnTo>
                    <a:pt x="226" y="61"/>
                  </a:lnTo>
                  <a:lnTo>
                    <a:pt x="187" y="54"/>
                  </a:lnTo>
                  <a:lnTo>
                    <a:pt x="148" y="44"/>
                  </a:lnTo>
                  <a:lnTo>
                    <a:pt x="110" y="33"/>
                  </a:lnTo>
                  <a:lnTo>
                    <a:pt x="75" y="20"/>
                  </a:lnTo>
                  <a:lnTo>
                    <a:pt x="42" y="5"/>
                  </a:lnTo>
                  <a:lnTo>
                    <a:pt x="0" y="89"/>
                  </a:lnTo>
                  <a:lnTo>
                    <a:pt x="40" y="107"/>
                  </a:lnTo>
                  <a:lnTo>
                    <a:pt x="82" y="122"/>
                  </a:lnTo>
                  <a:lnTo>
                    <a:pt x="124" y="135"/>
                  </a:lnTo>
                  <a:lnTo>
                    <a:pt x="169" y="146"/>
                  </a:lnTo>
                  <a:lnTo>
                    <a:pt x="214" y="153"/>
                  </a:lnTo>
                  <a:lnTo>
                    <a:pt x="258" y="158"/>
                  </a:lnTo>
                  <a:lnTo>
                    <a:pt x="303" y="162"/>
                  </a:lnTo>
                  <a:lnTo>
                    <a:pt x="348" y="162"/>
                  </a:lnTo>
                  <a:lnTo>
                    <a:pt x="394" y="161"/>
                  </a:lnTo>
                  <a:lnTo>
                    <a:pt x="439" y="157"/>
                  </a:lnTo>
                  <a:lnTo>
                    <a:pt x="481" y="150"/>
                  </a:lnTo>
                  <a:lnTo>
                    <a:pt x="525" y="143"/>
                  </a:lnTo>
                  <a:lnTo>
                    <a:pt x="566" y="132"/>
                  </a:lnTo>
                  <a:lnTo>
                    <a:pt x="606" y="121"/>
                  </a:lnTo>
                  <a:lnTo>
                    <a:pt x="643" y="105"/>
                  </a:lnTo>
                  <a:lnTo>
                    <a:pt x="678" y="88"/>
                  </a:lnTo>
                  <a:lnTo>
                    <a:pt x="683" y="86"/>
                  </a:lnTo>
                  <a:lnTo>
                    <a:pt x="678" y="88"/>
                  </a:lnTo>
                  <a:lnTo>
                    <a:pt x="695" y="75"/>
                  </a:lnTo>
                  <a:lnTo>
                    <a:pt x="702" y="60"/>
                  </a:lnTo>
                  <a:lnTo>
                    <a:pt x="703" y="42"/>
                  </a:lnTo>
                  <a:lnTo>
                    <a:pt x="698" y="26"/>
                  </a:lnTo>
                  <a:lnTo>
                    <a:pt x="688" y="12"/>
                  </a:lnTo>
                  <a:lnTo>
                    <a:pt x="674" y="3"/>
                  </a:lnTo>
                  <a:lnTo>
                    <a:pt x="656" y="0"/>
                  </a:lnTo>
                  <a:lnTo>
                    <a:pt x="636" y="6"/>
                  </a:lnTo>
                  <a:lnTo>
                    <a:pt x="631"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0373" name="Freeform 36"/>
            <p:cNvSpPr>
              <a:spLocks/>
            </p:cNvSpPr>
            <p:nvPr/>
          </p:nvSpPr>
          <p:spPr bwMode="auto">
            <a:xfrm>
              <a:off x="1332" y="2204"/>
              <a:ext cx="283" cy="192"/>
            </a:xfrm>
            <a:custGeom>
              <a:avLst/>
              <a:gdLst>
                <a:gd name="T0" fmla="*/ 11 w 1415"/>
                <a:gd name="T1" fmla="*/ 0 h 960"/>
                <a:gd name="T2" fmla="*/ 11 w 1415"/>
                <a:gd name="T3" fmla="*/ 0 h 960"/>
                <a:gd name="T4" fmla="*/ 0 w 1415"/>
                <a:gd name="T5" fmla="*/ 7 h 960"/>
                <a:gd name="T6" fmla="*/ 0 w 1415"/>
                <a:gd name="T7" fmla="*/ 8 h 960"/>
                <a:gd name="T8" fmla="*/ 11 w 1415"/>
                <a:gd name="T9" fmla="*/ 1 h 960"/>
                <a:gd name="T10" fmla="*/ 11 w 1415"/>
                <a:gd name="T11" fmla="*/ 1 h 960"/>
                <a:gd name="T12" fmla="*/ 11 w 1415"/>
                <a:gd name="T13" fmla="*/ 1 h 960"/>
                <a:gd name="T14" fmla="*/ 11 w 1415"/>
                <a:gd name="T15" fmla="*/ 1 h 960"/>
                <a:gd name="T16" fmla="*/ 11 w 1415"/>
                <a:gd name="T17" fmla="*/ 0 h 960"/>
                <a:gd name="T18" fmla="*/ 11 w 1415"/>
                <a:gd name="T19" fmla="*/ 0 h 960"/>
                <a:gd name="T20" fmla="*/ 11 w 1415"/>
                <a:gd name="T21" fmla="*/ 0 h 960"/>
                <a:gd name="T22" fmla="*/ 11 w 1415"/>
                <a:gd name="T23" fmla="*/ 0 h 960"/>
                <a:gd name="T24" fmla="*/ 11 w 1415"/>
                <a:gd name="T25" fmla="*/ 0 h 960"/>
                <a:gd name="T26" fmla="*/ 11 w 1415"/>
                <a:gd name="T27" fmla="*/ 0 h 960"/>
                <a:gd name="T28" fmla="*/ 11 w 1415"/>
                <a:gd name="T29" fmla="*/ 0 h 960"/>
                <a:gd name="T30" fmla="*/ 11 w 1415"/>
                <a:gd name="T31" fmla="*/ 0 h 96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15"/>
                <a:gd name="T49" fmla="*/ 0 h 960"/>
                <a:gd name="T50" fmla="*/ 1415 w 1415"/>
                <a:gd name="T51" fmla="*/ 960 h 96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15" h="960">
                  <a:moveTo>
                    <a:pt x="1338" y="10"/>
                  </a:moveTo>
                  <a:lnTo>
                    <a:pt x="1342" y="8"/>
                  </a:lnTo>
                  <a:lnTo>
                    <a:pt x="0" y="882"/>
                  </a:lnTo>
                  <a:lnTo>
                    <a:pt x="52" y="960"/>
                  </a:lnTo>
                  <a:lnTo>
                    <a:pt x="1393" y="85"/>
                  </a:lnTo>
                  <a:lnTo>
                    <a:pt x="1397" y="83"/>
                  </a:lnTo>
                  <a:lnTo>
                    <a:pt x="1393" y="85"/>
                  </a:lnTo>
                  <a:lnTo>
                    <a:pt x="1409" y="71"/>
                  </a:lnTo>
                  <a:lnTo>
                    <a:pt x="1415" y="53"/>
                  </a:lnTo>
                  <a:lnTo>
                    <a:pt x="1413" y="37"/>
                  </a:lnTo>
                  <a:lnTo>
                    <a:pt x="1406" y="21"/>
                  </a:lnTo>
                  <a:lnTo>
                    <a:pt x="1395" y="8"/>
                  </a:lnTo>
                  <a:lnTo>
                    <a:pt x="1379" y="1"/>
                  </a:lnTo>
                  <a:lnTo>
                    <a:pt x="1361" y="0"/>
                  </a:lnTo>
                  <a:lnTo>
                    <a:pt x="1342" y="8"/>
                  </a:lnTo>
                  <a:lnTo>
                    <a:pt x="1338" y="1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0374" name="Freeform 37"/>
            <p:cNvSpPr>
              <a:spLocks/>
            </p:cNvSpPr>
            <p:nvPr/>
          </p:nvSpPr>
          <p:spPr bwMode="auto">
            <a:xfrm>
              <a:off x="1599" y="2057"/>
              <a:ext cx="80" cy="163"/>
            </a:xfrm>
            <a:custGeom>
              <a:avLst/>
              <a:gdLst>
                <a:gd name="T0" fmla="*/ 2 w 398"/>
                <a:gd name="T1" fmla="*/ 0 h 817"/>
                <a:gd name="T2" fmla="*/ 2 w 398"/>
                <a:gd name="T3" fmla="*/ 0 h 817"/>
                <a:gd name="T4" fmla="*/ 2 w 398"/>
                <a:gd name="T5" fmla="*/ 1 h 817"/>
                <a:gd name="T6" fmla="*/ 2 w 398"/>
                <a:gd name="T7" fmla="*/ 1 h 817"/>
                <a:gd name="T8" fmla="*/ 2 w 398"/>
                <a:gd name="T9" fmla="*/ 2 h 817"/>
                <a:gd name="T10" fmla="*/ 2 w 398"/>
                <a:gd name="T11" fmla="*/ 2 h 817"/>
                <a:gd name="T12" fmla="*/ 2 w 398"/>
                <a:gd name="T13" fmla="*/ 2 h 817"/>
                <a:gd name="T14" fmla="*/ 2 w 398"/>
                <a:gd name="T15" fmla="*/ 3 h 817"/>
                <a:gd name="T16" fmla="*/ 2 w 398"/>
                <a:gd name="T17" fmla="*/ 3 h 817"/>
                <a:gd name="T18" fmla="*/ 2 w 398"/>
                <a:gd name="T19" fmla="*/ 4 h 817"/>
                <a:gd name="T20" fmla="*/ 2 w 398"/>
                <a:gd name="T21" fmla="*/ 4 h 817"/>
                <a:gd name="T22" fmla="*/ 1 w 398"/>
                <a:gd name="T23" fmla="*/ 4 h 817"/>
                <a:gd name="T24" fmla="*/ 1 w 398"/>
                <a:gd name="T25" fmla="*/ 5 h 817"/>
                <a:gd name="T26" fmla="*/ 1 w 398"/>
                <a:gd name="T27" fmla="*/ 5 h 817"/>
                <a:gd name="T28" fmla="*/ 1 w 398"/>
                <a:gd name="T29" fmla="*/ 5 h 817"/>
                <a:gd name="T30" fmla="*/ 1 w 398"/>
                <a:gd name="T31" fmla="*/ 5 h 817"/>
                <a:gd name="T32" fmla="*/ 0 w 398"/>
                <a:gd name="T33" fmla="*/ 6 h 817"/>
                <a:gd name="T34" fmla="*/ 0 w 398"/>
                <a:gd name="T35" fmla="*/ 6 h 817"/>
                <a:gd name="T36" fmla="*/ 0 w 398"/>
                <a:gd name="T37" fmla="*/ 7 h 817"/>
                <a:gd name="T38" fmla="*/ 1 w 398"/>
                <a:gd name="T39" fmla="*/ 6 h 817"/>
                <a:gd name="T40" fmla="*/ 1 w 398"/>
                <a:gd name="T41" fmla="*/ 6 h 817"/>
                <a:gd name="T42" fmla="*/ 1 w 398"/>
                <a:gd name="T43" fmla="*/ 6 h 817"/>
                <a:gd name="T44" fmla="*/ 2 w 398"/>
                <a:gd name="T45" fmla="*/ 5 h 817"/>
                <a:gd name="T46" fmla="*/ 2 w 398"/>
                <a:gd name="T47" fmla="*/ 5 h 817"/>
                <a:gd name="T48" fmla="*/ 2 w 398"/>
                <a:gd name="T49" fmla="*/ 5 h 817"/>
                <a:gd name="T50" fmla="*/ 2 w 398"/>
                <a:gd name="T51" fmla="*/ 4 h 817"/>
                <a:gd name="T52" fmla="*/ 2 w 398"/>
                <a:gd name="T53" fmla="*/ 4 h 817"/>
                <a:gd name="T54" fmla="*/ 3 w 398"/>
                <a:gd name="T55" fmla="*/ 3 h 817"/>
                <a:gd name="T56" fmla="*/ 3 w 398"/>
                <a:gd name="T57" fmla="*/ 3 h 817"/>
                <a:gd name="T58" fmla="*/ 3 w 398"/>
                <a:gd name="T59" fmla="*/ 3 h 817"/>
                <a:gd name="T60" fmla="*/ 3 w 398"/>
                <a:gd name="T61" fmla="*/ 2 h 817"/>
                <a:gd name="T62" fmla="*/ 3 w 398"/>
                <a:gd name="T63" fmla="*/ 2 h 817"/>
                <a:gd name="T64" fmla="*/ 3 w 398"/>
                <a:gd name="T65" fmla="*/ 1 h 817"/>
                <a:gd name="T66" fmla="*/ 3 w 398"/>
                <a:gd name="T67" fmla="*/ 1 h 817"/>
                <a:gd name="T68" fmla="*/ 3 w 398"/>
                <a:gd name="T69" fmla="*/ 0 h 817"/>
                <a:gd name="T70" fmla="*/ 3 w 398"/>
                <a:gd name="T71" fmla="*/ 0 h 817"/>
                <a:gd name="T72" fmla="*/ 3 w 398"/>
                <a:gd name="T73" fmla="*/ 0 h 817"/>
                <a:gd name="T74" fmla="*/ 3 w 398"/>
                <a:gd name="T75" fmla="*/ 0 h 817"/>
                <a:gd name="T76" fmla="*/ 3 w 398"/>
                <a:gd name="T77" fmla="*/ 0 h 817"/>
                <a:gd name="T78" fmla="*/ 3 w 398"/>
                <a:gd name="T79" fmla="*/ 0 h 817"/>
                <a:gd name="T80" fmla="*/ 3 w 398"/>
                <a:gd name="T81" fmla="*/ 0 h 817"/>
                <a:gd name="T82" fmla="*/ 3 w 398"/>
                <a:gd name="T83" fmla="*/ 0 h 817"/>
                <a:gd name="T84" fmla="*/ 3 w 398"/>
                <a:gd name="T85" fmla="*/ 0 h 817"/>
                <a:gd name="T86" fmla="*/ 2 w 398"/>
                <a:gd name="T87" fmla="*/ 0 h 817"/>
                <a:gd name="T88" fmla="*/ 2 w 398"/>
                <a:gd name="T89" fmla="*/ 0 h 817"/>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398"/>
                <a:gd name="T136" fmla="*/ 0 h 817"/>
                <a:gd name="T137" fmla="*/ 398 w 398"/>
                <a:gd name="T138" fmla="*/ 817 h 817"/>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398" h="817">
                  <a:moveTo>
                    <a:pt x="304" y="47"/>
                  </a:moveTo>
                  <a:lnTo>
                    <a:pt x="304" y="47"/>
                  </a:lnTo>
                  <a:lnTo>
                    <a:pt x="301" y="97"/>
                  </a:lnTo>
                  <a:lnTo>
                    <a:pt x="297" y="147"/>
                  </a:lnTo>
                  <a:lnTo>
                    <a:pt x="291" y="198"/>
                  </a:lnTo>
                  <a:lnTo>
                    <a:pt x="280" y="247"/>
                  </a:lnTo>
                  <a:lnTo>
                    <a:pt x="268" y="297"/>
                  </a:lnTo>
                  <a:lnTo>
                    <a:pt x="253" y="347"/>
                  </a:lnTo>
                  <a:lnTo>
                    <a:pt x="236" y="395"/>
                  </a:lnTo>
                  <a:lnTo>
                    <a:pt x="217" y="442"/>
                  </a:lnTo>
                  <a:lnTo>
                    <a:pt x="195" y="487"/>
                  </a:lnTo>
                  <a:lnTo>
                    <a:pt x="171" y="532"/>
                  </a:lnTo>
                  <a:lnTo>
                    <a:pt x="147" y="574"/>
                  </a:lnTo>
                  <a:lnTo>
                    <a:pt x="121" y="613"/>
                  </a:lnTo>
                  <a:lnTo>
                    <a:pt x="93" y="650"/>
                  </a:lnTo>
                  <a:lnTo>
                    <a:pt x="64" y="684"/>
                  </a:lnTo>
                  <a:lnTo>
                    <a:pt x="32" y="716"/>
                  </a:lnTo>
                  <a:lnTo>
                    <a:pt x="0" y="744"/>
                  </a:lnTo>
                  <a:lnTo>
                    <a:pt x="59" y="817"/>
                  </a:lnTo>
                  <a:lnTo>
                    <a:pt x="95" y="784"/>
                  </a:lnTo>
                  <a:lnTo>
                    <a:pt x="132" y="748"/>
                  </a:lnTo>
                  <a:lnTo>
                    <a:pt x="166" y="709"/>
                  </a:lnTo>
                  <a:lnTo>
                    <a:pt x="196" y="667"/>
                  </a:lnTo>
                  <a:lnTo>
                    <a:pt x="227" y="623"/>
                  </a:lnTo>
                  <a:lnTo>
                    <a:pt x="253" y="576"/>
                  </a:lnTo>
                  <a:lnTo>
                    <a:pt x="279" y="530"/>
                  </a:lnTo>
                  <a:lnTo>
                    <a:pt x="301" y="479"/>
                  </a:lnTo>
                  <a:lnTo>
                    <a:pt x="323" y="428"/>
                  </a:lnTo>
                  <a:lnTo>
                    <a:pt x="342" y="375"/>
                  </a:lnTo>
                  <a:lnTo>
                    <a:pt x="359" y="321"/>
                  </a:lnTo>
                  <a:lnTo>
                    <a:pt x="372" y="268"/>
                  </a:lnTo>
                  <a:lnTo>
                    <a:pt x="382" y="212"/>
                  </a:lnTo>
                  <a:lnTo>
                    <a:pt x="391" y="157"/>
                  </a:lnTo>
                  <a:lnTo>
                    <a:pt x="395" y="102"/>
                  </a:lnTo>
                  <a:lnTo>
                    <a:pt x="398" y="47"/>
                  </a:lnTo>
                  <a:lnTo>
                    <a:pt x="394" y="27"/>
                  </a:lnTo>
                  <a:lnTo>
                    <a:pt x="383" y="11"/>
                  </a:lnTo>
                  <a:lnTo>
                    <a:pt x="368" y="3"/>
                  </a:lnTo>
                  <a:lnTo>
                    <a:pt x="351" y="0"/>
                  </a:lnTo>
                  <a:lnTo>
                    <a:pt x="333" y="3"/>
                  </a:lnTo>
                  <a:lnTo>
                    <a:pt x="319" y="11"/>
                  </a:lnTo>
                  <a:lnTo>
                    <a:pt x="307" y="27"/>
                  </a:lnTo>
                  <a:lnTo>
                    <a:pt x="304" y="4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0375" name="Freeform 38"/>
            <p:cNvSpPr>
              <a:spLocks/>
            </p:cNvSpPr>
            <p:nvPr/>
          </p:nvSpPr>
          <p:spPr bwMode="auto">
            <a:xfrm>
              <a:off x="1660" y="1701"/>
              <a:ext cx="19" cy="365"/>
            </a:xfrm>
            <a:custGeom>
              <a:avLst/>
              <a:gdLst>
                <a:gd name="T0" fmla="*/ 0 w 95"/>
                <a:gd name="T1" fmla="*/ 0 h 1826"/>
                <a:gd name="T2" fmla="*/ 0 w 95"/>
                <a:gd name="T3" fmla="*/ 0 h 1826"/>
                <a:gd name="T4" fmla="*/ 0 w 95"/>
                <a:gd name="T5" fmla="*/ 15 h 1826"/>
                <a:gd name="T6" fmla="*/ 1 w 95"/>
                <a:gd name="T7" fmla="*/ 15 h 1826"/>
                <a:gd name="T8" fmla="*/ 1 w 95"/>
                <a:gd name="T9" fmla="*/ 0 h 1826"/>
                <a:gd name="T10" fmla="*/ 1 w 95"/>
                <a:gd name="T11" fmla="*/ 0 h 1826"/>
                <a:gd name="T12" fmla="*/ 1 w 95"/>
                <a:gd name="T13" fmla="*/ 0 h 1826"/>
                <a:gd name="T14" fmla="*/ 1 w 95"/>
                <a:gd name="T15" fmla="*/ 0 h 1826"/>
                <a:gd name="T16" fmla="*/ 1 w 95"/>
                <a:gd name="T17" fmla="*/ 0 h 1826"/>
                <a:gd name="T18" fmla="*/ 1 w 95"/>
                <a:gd name="T19" fmla="*/ 0 h 1826"/>
                <a:gd name="T20" fmla="*/ 0 w 95"/>
                <a:gd name="T21" fmla="*/ 0 h 1826"/>
                <a:gd name="T22" fmla="*/ 0 w 95"/>
                <a:gd name="T23" fmla="*/ 0 h 1826"/>
                <a:gd name="T24" fmla="*/ 0 w 95"/>
                <a:gd name="T25" fmla="*/ 0 h 1826"/>
                <a:gd name="T26" fmla="*/ 0 w 95"/>
                <a:gd name="T27" fmla="*/ 0 h 1826"/>
                <a:gd name="T28" fmla="*/ 0 w 95"/>
                <a:gd name="T29" fmla="*/ 0 h 1826"/>
                <a:gd name="T30" fmla="*/ 0 w 95"/>
                <a:gd name="T31" fmla="*/ 0 h 182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95"/>
                <a:gd name="T49" fmla="*/ 0 h 1826"/>
                <a:gd name="T50" fmla="*/ 95 w 95"/>
                <a:gd name="T51" fmla="*/ 1826 h 182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95" h="1826">
                  <a:moveTo>
                    <a:pt x="0" y="49"/>
                  </a:moveTo>
                  <a:lnTo>
                    <a:pt x="0" y="47"/>
                  </a:lnTo>
                  <a:lnTo>
                    <a:pt x="1" y="1826"/>
                  </a:lnTo>
                  <a:lnTo>
                    <a:pt x="95" y="1826"/>
                  </a:lnTo>
                  <a:lnTo>
                    <a:pt x="93" y="47"/>
                  </a:lnTo>
                  <a:lnTo>
                    <a:pt x="93" y="45"/>
                  </a:lnTo>
                  <a:lnTo>
                    <a:pt x="93" y="47"/>
                  </a:lnTo>
                  <a:lnTo>
                    <a:pt x="90" y="27"/>
                  </a:lnTo>
                  <a:lnTo>
                    <a:pt x="79" y="12"/>
                  </a:lnTo>
                  <a:lnTo>
                    <a:pt x="64" y="4"/>
                  </a:lnTo>
                  <a:lnTo>
                    <a:pt x="47" y="0"/>
                  </a:lnTo>
                  <a:lnTo>
                    <a:pt x="29" y="4"/>
                  </a:lnTo>
                  <a:lnTo>
                    <a:pt x="15" y="12"/>
                  </a:lnTo>
                  <a:lnTo>
                    <a:pt x="3" y="27"/>
                  </a:lnTo>
                  <a:lnTo>
                    <a:pt x="0" y="47"/>
                  </a:lnTo>
                  <a:lnTo>
                    <a:pt x="0" y="4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0376" name="Freeform 39"/>
            <p:cNvSpPr>
              <a:spLocks/>
            </p:cNvSpPr>
            <p:nvPr/>
          </p:nvSpPr>
          <p:spPr bwMode="auto">
            <a:xfrm>
              <a:off x="1598" y="1598"/>
              <a:ext cx="81" cy="113"/>
            </a:xfrm>
            <a:custGeom>
              <a:avLst/>
              <a:gdLst>
                <a:gd name="T0" fmla="*/ 0 w 401"/>
                <a:gd name="T1" fmla="*/ 1 h 566"/>
                <a:gd name="T2" fmla="*/ 0 w 401"/>
                <a:gd name="T3" fmla="*/ 1 h 566"/>
                <a:gd name="T4" fmla="*/ 0 w 401"/>
                <a:gd name="T5" fmla="*/ 1 h 566"/>
                <a:gd name="T6" fmla="*/ 1 w 401"/>
                <a:gd name="T7" fmla="*/ 1 h 566"/>
                <a:gd name="T8" fmla="*/ 1 w 401"/>
                <a:gd name="T9" fmla="*/ 1 h 566"/>
                <a:gd name="T10" fmla="*/ 1 w 401"/>
                <a:gd name="T11" fmla="*/ 1 h 566"/>
                <a:gd name="T12" fmla="*/ 1 w 401"/>
                <a:gd name="T13" fmla="*/ 2 h 566"/>
                <a:gd name="T14" fmla="*/ 1 w 401"/>
                <a:gd name="T15" fmla="*/ 2 h 566"/>
                <a:gd name="T16" fmla="*/ 2 w 401"/>
                <a:gd name="T17" fmla="*/ 2 h 566"/>
                <a:gd name="T18" fmla="*/ 2 w 401"/>
                <a:gd name="T19" fmla="*/ 2 h 566"/>
                <a:gd name="T20" fmla="*/ 2 w 401"/>
                <a:gd name="T21" fmla="*/ 2 h 566"/>
                <a:gd name="T22" fmla="*/ 2 w 401"/>
                <a:gd name="T23" fmla="*/ 3 h 566"/>
                <a:gd name="T24" fmla="*/ 2 w 401"/>
                <a:gd name="T25" fmla="*/ 3 h 566"/>
                <a:gd name="T26" fmla="*/ 2 w 401"/>
                <a:gd name="T27" fmla="*/ 3 h 566"/>
                <a:gd name="T28" fmla="*/ 2 w 401"/>
                <a:gd name="T29" fmla="*/ 4 h 566"/>
                <a:gd name="T30" fmla="*/ 2 w 401"/>
                <a:gd name="T31" fmla="*/ 4 h 566"/>
                <a:gd name="T32" fmla="*/ 2 w 401"/>
                <a:gd name="T33" fmla="*/ 4 h 566"/>
                <a:gd name="T34" fmla="*/ 3 w 401"/>
                <a:gd name="T35" fmla="*/ 5 h 566"/>
                <a:gd name="T36" fmla="*/ 3 w 401"/>
                <a:gd name="T37" fmla="*/ 4 h 566"/>
                <a:gd name="T38" fmla="*/ 3 w 401"/>
                <a:gd name="T39" fmla="*/ 4 h 566"/>
                <a:gd name="T40" fmla="*/ 3 w 401"/>
                <a:gd name="T41" fmla="*/ 4 h 566"/>
                <a:gd name="T42" fmla="*/ 3 w 401"/>
                <a:gd name="T43" fmla="*/ 3 h 566"/>
                <a:gd name="T44" fmla="*/ 3 w 401"/>
                <a:gd name="T45" fmla="*/ 3 h 566"/>
                <a:gd name="T46" fmla="*/ 3 w 401"/>
                <a:gd name="T47" fmla="*/ 3 h 566"/>
                <a:gd name="T48" fmla="*/ 3 w 401"/>
                <a:gd name="T49" fmla="*/ 2 h 566"/>
                <a:gd name="T50" fmla="*/ 3 w 401"/>
                <a:gd name="T51" fmla="*/ 2 h 566"/>
                <a:gd name="T52" fmla="*/ 2 w 401"/>
                <a:gd name="T53" fmla="*/ 2 h 566"/>
                <a:gd name="T54" fmla="*/ 2 w 401"/>
                <a:gd name="T55" fmla="*/ 2 h 566"/>
                <a:gd name="T56" fmla="*/ 2 w 401"/>
                <a:gd name="T57" fmla="*/ 1 h 566"/>
                <a:gd name="T58" fmla="*/ 2 w 401"/>
                <a:gd name="T59" fmla="*/ 1 h 566"/>
                <a:gd name="T60" fmla="*/ 2 w 401"/>
                <a:gd name="T61" fmla="*/ 1 h 566"/>
                <a:gd name="T62" fmla="*/ 1 w 401"/>
                <a:gd name="T63" fmla="*/ 1 h 566"/>
                <a:gd name="T64" fmla="*/ 1 w 401"/>
                <a:gd name="T65" fmla="*/ 0 h 566"/>
                <a:gd name="T66" fmla="*/ 1 w 401"/>
                <a:gd name="T67" fmla="*/ 0 h 566"/>
                <a:gd name="T68" fmla="*/ 1 w 401"/>
                <a:gd name="T69" fmla="*/ 0 h 566"/>
                <a:gd name="T70" fmla="*/ 1 w 401"/>
                <a:gd name="T71" fmla="*/ 0 h 566"/>
                <a:gd name="T72" fmla="*/ 1 w 401"/>
                <a:gd name="T73" fmla="*/ 0 h 566"/>
                <a:gd name="T74" fmla="*/ 0 w 401"/>
                <a:gd name="T75" fmla="*/ 0 h 566"/>
                <a:gd name="T76" fmla="*/ 0 w 401"/>
                <a:gd name="T77" fmla="*/ 0 h 566"/>
                <a:gd name="T78" fmla="*/ 0 w 401"/>
                <a:gd name="T79" fmla="*/ 0 h 566"/>
                <a:gd name="T80" fmla="*/ 0 w 401"/>
                <a:gd name="T81" fmla="*/ 0 h 566"/>
                <a:gd name="T82" fmla="*/ 0 w 401"/>
                <a:gd name="T83" fmla="*/ 0 h 566"/>
                <a:gd name="T84" fmla="*/ 0 w 401"/>
                <a:gd name="T85" fmla="*/ 0 h 566"/>
                <a:gd name="T86" fmla="*/ 0 w 401"/>
                <a:gd name="T87" fmla="*/ 1 h 566"/>
                <a:gd name="T88" fmla="*/ 0 w 401"/>
                <a:gd name="T89" fmla="*/ 1 h 56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401"/>
                <a:gd name="T136" fmla="*/ 0 h 566"/>
                <a:gd name="T137" fmla="*/ 401 w 401"/>
                <a:gd name="T138" fmla="*/ 566 h 566"/>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401" h="566">
                  <a:moveTo>
                    <a:pt x="23" y="88"/>
                  </a:moveTo>
                  <a:lnTo>
                    <a:pt x="23" y="88"/>
                  </a:lnTo>
                  <a:lnTo>
                    <a:pt x="53" y="107"/>
                  </a:lnTo>
                  <a:lnTo>
                    <a:pt x="83" y="125"/>
                  </a:lnTo>
                  <a:lnTo>
                    <a:pt x="108" y="147"/>
                  </a:lnTo>
                  <a:lnTo>
                    <a:pt x="135" y="171"/>
                  </a:lnTo>
                  <a:lnTo>
                    <a:pt x="160" y="196"/>
                  </a:lnTo>
                  <a:lnTo>
                    <a:pt x="182" y="223"/>
                  </a:lnTo>
                  <a:lnTo>
                    <a:pt x="205" y="251"/>
                  </a:lnTo>
                  <a:lnTo>
                    <a:pt x="223" y="281"/>
                  </a:lnTo>
                  <a:lnTo>
                    <a:pt x="240" y="312"/>
                  </a:lnTo>
                  <a:lnTo>
                    <a:pt x="256" y="345"/>
                  </a:lnTo>
                  <a:lnTo>
                    <a:pt x="270" y="379"/>
                  </a:lnTo>
                  <a:lnTo>
                    <a:pt x="282" y="414"/>
                  </a:lnTo>
                  <a:lnTo>
                    <a:pt x="291" y="450"/>
                  </a:lnTo>
                  <a:lnTo>
                    <a:pt x="299" y="488"/>
                  </a:lnTo>
                  <a:lnTo>
                    <a:pt x="304" y="526"/>
                  </a:lnTo>
                  <a:lnTo>
                    <a:pt x="308" y="566"/>
                  </a:lnTo>
                  <a:lnTo>
                    <a:pt x="401" y="562"/>
                  </a:lnTo>
                  <a:lnTo>
                    <a:pt x="398" y="517"/>
                  </a:lnTo>
                  <a:lnTo>
                    <a:pt x="391" y="471"/>
                  </a:lnTo>
                  <a:lnTo>
                    <a:pt x="383" y="429"/>
                  </a:lnTo>
                  <a:lnTo>
                    <a:pt x="371" y="386"/>
                  </a:lnTo>
                  <a:lnTo>
                    <a:pt x="357" y="346"/>
                  </a:lnTo>
                  <a:lnTo>
                    <a:pt x="340" y="307"/>
                  </a:lnTo>
                  <a:lnTo>
                    <a:pt x="324" y="270"/>
                  </a:lnTo>
                  <a:lnTo>
                    <a:pt x="303" y="232"/>
                  </a:lnTo>
                  <a:lnTo>
                    <a:pt x="280" y="197"/>
                  </a:lnTo>
                  <a:lnTo>
                    <a:pt x="255" y="164"/>
                  </a:lnTo>
                  <a:lnTo>
                    <a:pt x="228" y="132"/>
                  </a:lnTo>
                  <a:lnTo>
                    <a:pt x="199" y="103"/>
                  </a:lnTo>
                  <a:lnTo>
                    <a:pt x="169" y="76"/>
                  </a:lnTo>
                  <a:lnTo>
                    <a:pt x="137" y="50"/>
                  </a:lnTo>
                  <a:lnTo>
                    <a:pt x="103" y="27"/>
                  </a:lnTo>
                  <a:lnTo>
                    <a:pt x="67" y="6"/>
                  </a:lnTo>
                  <a:lnTo>
                    <a:pt x="48" y="0"/>
                  </a:lnTo>
                  <a:lnTo>
                    <a:pt x="30" y="2"/>
                  </a:lnTo>
                  <a:lnTo>
                    <a:pt x="16" y="12"/>
                  </a:lnTo>
                  <a:lnTo>
                    <a:pt x="5" y="25"/>
                  </a:lnTo>
                  <a:lnTo>
                    <a:pt x="0" y="41"/>
                  </a:lnTo>
                  <a:lnTo>
                    <a:pt x="0" y="59"/>
                  </a:lnTo>
                  <a:lnTo>
                    <a:pt x="8" y="75"/>
                  </a:lnTo>
                  <a:lnTo>
                    <a:pt x="23"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0377" name="Freeform 40"/>
            <p:cNvSpPr>
              <a:spLocks/>
            </p:cNvSpPr>
            <p:nvPr/>
          </p:nvSpPr>
          <p:spPr bwMode="auto">
            <a:xfrm>
              <a:off x="1346" y="1455"/>
              <a:ext cx="266" cy="160"/>
            </a:xfrm>
            <a:custGeom>
              <a:avLst/>
              <a:gdLst>
                <a:gd name="T0" fmla="*/ 0 w 1330"/>
                <a:gd name="T1" fmla="*/ 1 h 801"/>
                <a:gd name="T2" fmla="*/ 0 w 1330"/>
                <a:gd name="T3" fmla="*/ 1 h 801"/>
                <a:gd name="T4" fmla="*/ 10 w 1330"/>
                <a:gd name="T5" fmla="*/ 6 h 801"/>
                <a:gd name="T6" fmla="*/ 11 w 1330"/>
                <a:gd name="T7" fmla="*/ 6 h 801"/>
                <a:gd name="T8" fmla="*/ 1 w 1330"/>
                <a:gd name="T9" fmla="*/ 0 h 801"/>
                <a:gd name="T10" fmla="*/ 1 w 1330"/>
                <a:gd name="T11" fmla="*/ 0 h 801"/>
                <a:gd name="T12" fmla="*/ 1 w 1330"/>
                <a:gd name="T13" fmla="*/ 0 h 801"/>
                <a:gd name="T14" fmla="*/ 0 w 1330"/>
                <a:gd name="T15" fmla="*/ 0 h 801"/>
                <a:gd name="T16" fmla="*/ 0 w 1330"/>
                <a:gd name="T17" fmla="*/ 0 h 801"/>
                <a:gd name="T18" fmla="*/ 0 w 1330"/>
                <a:gd name="T19" fmla="*/ 0 h 801"/>
                <a:gd name="T20" fmla="*/ 0 w 1330"/>
                <a:gd name="T21" fmla="*/ 0 h 801"/>
                <a:gd name="T22" fmla="*/ 0 w 1330"/>
                <a:gd name="T23" fmla="*/ 0 h 801"/>
                <a:gd name="T24" fmla="*/ 0 w 1330"/>
                <a:gd name="T25" fmla="*/ 0 h 801"/>
                <a:gd name="T26" fmla="*/ 0 w 1330"/>
                <a:gd name="T27" fmla="*/ 1 h 801"/>
                <a:gd name="T28" fmla="*/ 0 w 1330"/>
                <a:gd name="T29" fmla="*/ 1 h 801"/>
                <a:gd name="T30" fmla="*/ 0 w 1330"/>
                <a:gd name="T31" fmla="*/ 1 h 801"/>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30"/>
                <a:gd name="T49" fmla="*/ 0 h 801"/>
                <a:gd name="T50" fmla="*/ 1330 w 1330"/>
                <a:gd name="T51" fmla="*/ 801 h 801"/>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30" h="801">
                  <a:moveTo>
                    <a:pt x="24" y="88"/>
                  </a:moveTo>
                  <a:lnTo>
                    <a:pt x="23" y="88"/>
                  </a:lnTo>
                  <a:lnTo>
                    <a:pt x="1286" y="801"/>
                  </a:lnTo>
                  <a:lnTo>
                    <a:pt x="1330" y="719"/>
                  </a:lnTo>
                  <a:lnTo>
                    <a:pt x="67" y="6"/>
                  </a:lnTo>
                  <a:lnTo>
                    <a:pt x="66" y="6"/>
                  </a:lnTo>
                  <a:lnTo>
                    <a:pt x="67" y="6"/>
                  </a:lnTo>
                  <a:lnTo>
                    <a:pt x="48" y="0"/>
                  </a:lnTo>
                  <a:lnTo>
                    <a:pt x="30" y="2"/>
                  </a:lnTo>
                  <a:lnTo>
                    <a:pt x="16" y="12"/>
                  </a:lnTo>
                  <a:lnTo>
                    <a:pt x="5" y="25"/>
                  </a:lnTo>
                  <a:lnTo>
                    <a:pt x="0" y="41"/>
                  </a:lnTo>
                  <a:lnTo>
                    <a:pt x="0" y="59"/>
                  </a:lnTo>
                  <a:lnTo>
                    <a:pt x="8" y="75"/>
                  </a:lnTo>
                  <a:lnTo>
                    <a:pt x="23" y="88"/>
                  </a:lnTo>
                  <a:lnTo>
                    <a:pt x="24"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0378" name="Freeform 41"/>
            <p:cNvSpPr>
              <a:spLocks/>
            </p:cNvSpPr>
            <p:nvPr/>
          </p:nvSpPr>
          <p:spPr bwMode="auto">
            <a:xfrm>
              <a:off x="1198" y="1439"/>
              <a:ext cx="161" cy="35"/>
            </a:xfrm>
            <a:custGeom>
              <a:avLst/>
              <a:gdLst>
                <a:gd name="T0" fmla="*/ 1 w 806"/>
                <a:gd name="T1" fmla="*/ 1 h 177"/>
                <a:gd name="T2" fmla="*/ 1 w 806"/>
                <a:gd name="T3" fmla="*/ 1 h 177"/>
                <a:gd name="T4" fmla="*/ 1 w 806"/>
                <a:gd name="T5" fmla="*/ 1 h 177"/>
                <a:gd name="T6" fmla="*/ 1 w 806"/>
                <a:gd name="T7" fmla="*/ 1 h 177"/>
                <a:gd name="T8" fmla="*/ 2 w 806"/>
                <a:gd name="T9" fmla="*/ 1 h 177"/>
                <a:gd name="T10" fmla="*/ 2 w 806"/>
                <a:gd name="T11" fmla="*/ 1 h 177"/>
                <a:gd name="T12" fmla="*/ 2 w 806"/>
                <a:gd name="T13" fmla="*/ 1 h 177"/>
                <a:gd name="T14" fmla="*/ 3 w 806"/>
                <a:gd name="T15" fmla="*/ 1 h 177"/>
                <a:gd name="T16" fmla="*/ 3 w 806"/>
                <a:gd name="T17" fmla="*/ 1 h 177"/>
                <a:gd name="T18" fmla="*/ 3 w 806"/>
                <a:gd name="T19" fmla="*/ 1 h 177"/>
                <a:gd name="T20" fmla="*/ 4 w 806"/>
                <a:gd name="T21" fmla="*/ 1 h 177"/>
                <a:gd name="T22" fmla="*/ 4 w 806"/>
                <a:gd name="T23" fmla="*/ 1 h 177"/>
                <a:gd name="T24" fmla="*/ 5 w 806"/>
                <a:gd name="T25" fmla="*/ 1 h 177"/>
                <a:gd name="T26" fmla="*/ 5 w 806"/>
                <a:gd name="T27" fmla="*/ 1 h 177"/>
                <a:gd name="T28" fmla="*/ 5 w 806"/>
                <a:gd name="T29" fmla="*/ 1 h 177"/>
                <a:gd name="T30" fmla="*/ 6 w 806"/>
                <a:gd name="T31" fmla="*/ 1 h 177"/>
                <a:gd name="T32" fmla="*/ 6 w 806"/>
                <a:gd name="T33" fmla="*/ 1 h 177"/>
                <a:gd name="T34" fmla="*/ 6 w 806"/>
                <a:gd name="T35" fmla="*/ 1 h 177"/>
                <a:gd name="T36" fmla="*/ 6 w 806"/>
                <a:gd name="T37" fmla="*/ 1 h 177"/>
                <a:gd name="T38" fmla="*/ 6 w 806"/>
                <a:gd name="T39" fmla="*/ 1 h 177"/>
                <a:gd name="T40" fmla="*/ 6 w 806"/>
                <a:gd name="T41" fmla="*/ 0 h 177"/>
                <a:gd name="T42" fmla="*/ 5 w 806"/>
                <a:gd name="T43" fmla="*/ 0 h 177"/>
                <a:gd name="T44" fmla="*/ 5 w 806"/>
                <a:gd name="T45" fmla="*/ 0 h 177"/>
                <a:gd name="T46" fmla="*/ 5 w 806"/>
                <a:gd name="T47" fmla="*/ 0 h 177"/>
                <a:gd name="T48" fmla="*/ 4 w 806"/>
                <a:gd name="T49" fmla="*/ 0 h 177"/>
                <a:gd name="T50" fmla="*/ 4 w 806"/>
                <a:gd name="T51" fmla="*/ 0 h 177"/>
                <a:gd name="T52" fmla="*/ 3 w 806"/>
                <a:gd name="T53" fmla="*/ 0 h 177"/>
                <a:gd name="T54" fmla="*/ 3 w 806"/>
                <a:gd name="T55" fmla="*/ 0 h 177"/>
                <a:gd name="T56" fmla="*/ 3 w 806"/>
                <a:gd name="T57" fmla="*/ 0 h 177"/>
                <a:gd name="T58" fmla="*/ 2 w 806"/>
                <a:gd name="T59" fmla="*/ 0 h 177"/>
                <a:gd name="T60" fmla="*/ 2 w 806"/>
                <a:gd name="T61" fmla="*/ 0 h 177"/>
                <a:gd name="T62" fmla="*/ 1 w 806"/>
                <a:gd name="T63" fmla="*/ 0 h 177"/>
                <a:gd name="T64" fmla="*/ 1 w 806"/>
                <a:gd name="T65" fmla="*/ 0 h 177"/>
                <a:gd name="T66" fmla="*/ 1 w 806"/>
                <a:gd name="T67" fmla="*/ 1 h 177"/>
                <a:gd name="T68" fmla="*/ 0 w 806"/>
                <a:gd name="T69" fmla="*/ 1 h 177"/>
                <a:gd name="T70" fmla="*/ 0 w 806"/>
                <a:gd name="T71" fmla="*/ 1 h 177"/>
                <a:gd name="T72" fmla="*/ 0 w 806"/>
                <a:gd name="T73" fmla="*/ 1 h 177"/>
                <a:gd name="T74" fmla="*/ 0 w 806"/>
                <a:gd name="T75" fmla="*/ 1 h 177"/>
                <a:gd name="T76" fmla="*/ 0 w 806"/>
                <a:gd name="T77" fmla="*/ 1 h 177"/>
                <a:gd name="T78" fmla="*/ 0 w 806"/>
                <a:gd name="T79" fmla="*/ 1 h 177"/>
                <a:gd name="T80" fmla="*/ 0 w 806"/>
                <a:gd name="T81" fmla="*/ 1 h 177"/>
                <a:gd name="T82" fmla="*/ 0 w 806"/>
                <a:gd name="T83" fmla="*/ 1 h 177"/>
                <a:gd name="T84" fmla="*/ 0 w 806"/>
                <a:gd name="T85" fmla="*/ 1 h 177"/>
                <a:gd name="T86" fmla="*/ 0 w 806"/>
                <a:gd name="T87" fmla="*/ 1 h 177"/>
                <a:gd name="T88" fmla="*/ 1 w 806"/>
                <a:gd name="T89" fmla="*/ 1 h 177"/>
                <a:gd name="T90" fmla="*/ 1 w 806"/>
                <a:gd name="T91" fmla="*/ 1 h 17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806"/>
                <a:gd name="T139" fmla="*/ 0 h 177"/>
                <a:gd name="T140" fmla="*/ 806 w 806"/>
                <a:gd name="T141" fmla="*/ 177 h 17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806" h="177">
                  <a:moveTo>
                    <a:pt x="67" y="171"/>
                  </a:moveTo>
                  <a:lnTo>
                    <a:pt x="68" y="171"/>
                  </a:lnTo>
                  <a:lnTo>
                    <a:pt x="109" y="151"/>
                  </a:lnTo>
                  <a:lnTo>
                    <a:pt x="151" y="135"/>
                  </a:lnTo>
                  <a:lnTo>
                    <a:pt x="196" y="122"/>
                  </a:lnTo>
                  <a:lnTo>
                    <a:pt x="242" y="110"/>
                  </a:lnTo>
                  <a:lnTo>
                    <a:pt x="287" y="102"/>
                  </a:lnTo>
                  <a:lnTo>
                    <a:pt x="335" y="97"/>
                  </a:lnTo>
                  <a:lnTo>
                    <a:pt x="382" y="95"/>
                  </a:lnTo>
                  <a:lnTo>
                    <a:pt x="430" y="94"/>
                  </a:lnTo>
                  <a:lnTo>
                    <a:pt x="477" y="97"/>
                  </a:lnTo>
                  <a:lnTo>
                    <a:pt x="524" y="102"/>
                  </a:lnTo>
                  <a:lnTo>
                    <a:pt x="568" y="108"/>
                  </a:lnTo>
                  <a:lnTo>
                    <a:pt x="612" y="117"/>
                  </a:lnTo>
                  <a:lnTo>
                    <a:pt x="654" y="128"/>
                  </a:lnTo>
                  <a:lnTo>
                    <a:pt x="693" y="141"/>
                  </a:lnTo>
                  <a:lnTo>
                    <a:pt x="730" y="155"/>
                  </a:lnTo>
                  <a:lnTo>
                    <a:pt x="764" y="171"/>
                  </a:lnTo>
                  <a:lnTo>
                    <a:pt x="806" y="89"/>
                  </a:lnTo>
                  <a:lnTo>
                    <a:pt x="768" y="70"/>
                  </a:lnTo>
                  <a:lnTo>
                    <a:pt x="725" y="54"/>
                  </a:lnTo>
                  <a:lnTo>
                    <a:pt x="680" y="39"/>
                  </a:lnTo>
                  <a:lnTo>
                    <a:pt x="633" y="26"/>
                  </a:lnTo>
                  <a:lnTo>
                    <a:pt x="585" y="16"/>
                  </a:lnTo>
                  <a:lnTo>
                    <a:pt x="536" y="8"/>
                  </a:lnTo>
                  <a:lnTo>
                    <a:pt x="484" y="3"/>
                  </a:lnTo>
                  <a:lnTo>
                    <a:pt x="433" y="0"/>
                  </a:lnTo>
                  <a:lnTo>
                    <a:pt x="380" y="1"/>
                  </a:lnTo>
                  <a:lnTo>
                    <a:pt x="328" y="3"/>
                  </a:lnTo>
                  <a:lnTo>
                    <a:pt x="276" y="10"/>
                  </a:lnTo>
                  <a:lnTo>
                    <a:pt x="223" y="19"/>
                  </a:lnTo>
                  <a:lnTo>
                    <a:pt x="172" y="30"/>
                  </a:lnTo>
                  <a:lnTo>
                    <a:pt x="121" y="46"/>
                  </a:lnTo>
                  <a:lnTo>
                    <a:pt x="72" y="67"/>
                  </a:lnTo>
                  <a:lnTo>
                    <a:pt x="24" y="89"/>
                  </a:lnTo>
                  <a:lnTo>
                    <a:pt x="25" y="89"/>
                  </a:lnTo>
                  <a:lnTo>
                    <a:pt x="24" y="89"/>
                  </a:lnTo>
                  <a:lnTo>
                    <a:pt x="8" y="102"/>
                  </a:lnTo>
                  <a:lnTo>
                    <a:pt x="0" y="118"/>
                  </a:lnTo>
                  <a:lnTo>
                    <a:pt x="0" y="136"/>
                  </a:lnTo>
                  <a:lnTo>
                    <a:pt x="6" y="152"/>
                  </a:lnTo>
                  <a:lnTo>
                    <a:pt x="17" y="165"/>
                  </a:lnTo>
                  <a:lnTo>
                    <a:pt x="31" y="175"/>
                  </a:lnTo>
                  <a:lnTo>
                    <a:pt x="48" y="177"/>
                  </a:lnTo>
                  <a:lnTo>
                    <a:pt x="68" y="171"/>
                  </a:lnTo>
                  <a:lnTo>
                    <a:pt x="67" y="1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0379" name="Freeform 42"/>
            <p:cNvSpPr>
              <a:spLocks/>
            </p:cNvSpPr>
            <p:nvPr/>
          </p:nvSpPr>
          <p:spPr bwMode="auto">
            <a:xfrm>
              <a:off x="931" y="1456"/>
              <a:ext cx="280" cy="158"/>
            </a:xfrm>
            <a:custGeom>
              <a:avLst/>
              <a:gdLst>
                <a:gd name="T0" fmla="*/ 1 w 1402"/>
                <a:gd name="T1" fmla="*/ 6 h 787"/>
                <a:gd name="T2" fmla="*/ 1 w 1402"/>
                <a:gd name="T3" fmla="*/ 6 h 787"/>
                <a:gd name="T4" fmla="*/ 11 w 1402"/>
                <a:gd name="T5" fmla="*/ 1 h 787"/>
                <a:gd name="T6" fmla="*/ 11 w 1402"/>
                <a:gd name="T7" fmla="*/ 0 h 787"/>
                <a:gd name="T8" fmla="*/ 0 w 1402"/>
                <a:gd name="T9" fmla="*/ 6 h 787"/>
                <a:gd name="T10" fmla="*/ 0 w 1402"/>
                <a:gd name="T11" fmla="*/ 6 h 787"/>
                <a:gd name="T12" fmla="*/ 0 w 1402"/>
                <a:gd name="T13" fmla="*/ 6 h 787"/>
                <a:gd name="T14" fmla="*/ 0 w 1402"/>
                <a:gd name="T15" fmla="*/ 6 h 787"/>
                <a:gd name="T16" fmla="*/ 0 w 1402"/>
                <a:gd name="T17" fmla="*/ 6 h 787"/>
                <a:gd name="T18" fmla="*/ 0 w 1402"/>
                <a:gd name="T19" fmla="*/ 6 h 787"/>
                <a:gd name="T20" fmla="*/ 0 w 1402"/>
                <a:gd name="T21" fmla="*/ 6 h 787"/>
                <a:gd name="T22" fmla="*/ 0 w 1402"/>
                <a:gd name="T23" fmla="*/ 6 h 787"/>
                <a:gd name="T24" fmla="*/ 0 w 1402"/>
                <a:gd name="T25" fmla="*/ 6 h 787"/>
                <a:gd name="T26" fmla="*/ 0 w 1402"/>
                <a:gd name="T27" fmla="*/ 6 h 787"/>
                <a:gd name="T28" fmla="*/ 1 w 1402"/>
                <a:gd name="T29" fmla="*/ 6 h 787"/>
                <a:gd name="T30" fmla="*/ 1 w 1402"/>
                <a:gd name="T31" fmla="*/ 6 h 78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02"/>
                <a:gd name="T49" fmla="*/ 0 h 787"/>
                <a:gd name="T50" fmla="*/ 1402 w 1402"/>
                <a:gd name="T51" fmla="*/ 787 h 78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02" h="787">
                  <a:moveTo>
                    <a:pt x="69" y="781"/>
                  </a:moveTo>
                  <a:lnTo>
                    <a:pt x="66" y="781"/>
                  </a:lnTo>
                  <a:lnTo>
                    <a:pt x="1402" y="82"/>
                  </a:lnTo>
                  <a:lnTo>
                    <a:pt x="1360" y="0"/>
                  </a:lnTo>
                  <a:lnTo>
                    <a:pt x="24" y="699"/>
                  </a:lnTo>
                  <a:lnTo>
                    <a:pt x="22" y="699"/>
                  </a:lnTo>
                  <a:lnTo>
                    <a:pt x="24" y="699"/>
                  </a:lnTo>
                  <a:lnTo>
                    <a:pt x="8" y="712"/>
                  </a:lnTo>
                  <a:lnTo>
                    <a:pt x="1" y="727"/>
                  </a:lnTo>
                  <a:lnTo>
                    <a:pt x="0" y="744"/>
                  </a:lnTo>
                  <a:lnTo>
                    <a:pt x="5" y="761"/>
                  </a:lnTo>
                  <a:lnTo>
                    <a:pt x="15" y="775"/>
                  </a:lnTo>
                  <a:lnTo>
                    <a:pt x="30" y="784"/>
                  </a:lnTo>
                  <a:lnTo>
                    <a:pt x="46" y="787"/>
                  </a:lnTo>
                  <a:lnTo>
                    <a:pt x="66" y="781"/>
                  </a:lnTo>
                  <a:lnTo>
                    <a:pt x="69" y="7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0380" name="Freeform 43"/>
            <p:cNvSpPr>
              <a:spLocks/>
            </p:cNvSpPr>
            <p:nvPr/>
          </p:nvSpPr>
          <p:spPr bwMode="auto">
            <a:xfrm>
              <a:off x="868" y="1596"/>
              <a:ext cx="77" cy="126"/>
            </a:xfrm>
            <a:custGeom>
              <a:avLst/>
              <a:gdLst>
                <a:gd name="T0" fmla="*/ 1 w 382"/>
                <a:gd name="T1" fmla="*/ 5 h 628"/>
                <a:gd name="T2" fmla="*/ 1 w 382"/>
                <a:gd name="T3" fmla="*/ 5 h 628"/>
                <a:gd name="T4" fmla="*/ 1 w 382"/>
                <a:gd name="T5" fmla="*/ 4 h 628"/>
                <a:gd name="T6" fmla="*/ 1 w 382"/>
                <a:gd name="T7" fmla="*/ 4 h 628"/>
                <a:gd name="T8" fmla="*/ 1 w 382"/>
                <a:gd name="T9" fmla="*/ 4 h 628"/>
                <a:gd name="T10" fmla="*/ 1 w 382"/>
                <a:gd name="T11" fmla="*/ 3 h 628"/>
                <a:gd name="T12" fmla="*/ 1 w 382"/>
                <a:gd name="T13" fmla="*/ 3 h 628"/>
                <a:gd name="T14" fmla="*/ 1 w 382"/>
                <a:gd name="T15" fmla="*/ 3 h 628"/>
                <a:gd name="T16" fmla="*/ 1 w 382"/>
                <a:gd name="T17" fmla="*/ 3 h 628"/>
                <a:gd name="T18" fmla="*/ 1 w 382"/>
                <a:gd name="T19" fmla="*/ 2 h 628"/>
                <a:gd name="T20" fmla="*/ 2 w 382"/>
                <a:gd name="T21" fmla="*/ 2 h 628"/>
                <a:gd name="T22" fmla="*/ 2 w 382"/>
                <a:gd name="T23" fmla="*/ 2 h 628"/>
                <a:gd name="T24" fmla="*/ 2 w 382"/>
                <a:gd name="T25" fmla="*/ 2 h 628"/>
                <a:gd name="T26" fmla="*/ 2 w 382"/>
                <a:gd name="T27" fmla="*/ 1 h 628"/>
                <a:gd name="T28" fmla="*/ 2 w 382"/>
                <a:gd name="T29" fmla="*/ 1 h 628"/>
                <a:gd name="T30" fmla="*/ 3 w 382"/>
                <a:gd name="T31" fmla="*/ 1 h 628"/>
                <a:gd name="T32" fmla="*/ 3 w 382"/>
                <a:gd name="T33" fmla="*/ 1 h 628"/>
                <a:gd name="T34" fmla="*/ 3 w 382"/>
                <a:gd name="T35" fmla="*/ 1 h 628"/>
                <a:gd name="T36" fmla="*/ 3 w 382"/>
                <a:gd name="T37" fmla="*/ 0 h 628"/>
                <a:gd name="T38" fmla="*/ 2 w 382"/>
                <a:gd name="T39" fmla="*/ 0 h 628"/>
                <a:gd name="T40" fmla="*/ 2 w 382"/>
                <a:gd name="T41" fmla="*/ 0 h 628"/>
                <a:gd name="T42" fmla="*/ 2 w 382"/>
                <a:gd name="T43" fmla="*/ 1 h 628"/>
                <a:gd name="T44" fmla="*/ 2 w 382"/>
                <a:gd name="T45" fmla="*/ 1 h 628"/>
                <a:gd name="T46" fmla="*/ 1 w 382"/>
                <a:gd name="T47" fmla="*/ 1 h 628"/>
                <a:gd name="T48" fmla="*/ 1 w 382"/>
                <a:gd name="T49" fmla="*/ 1 h 628"/>
                <a:gd name="T50" fmla="*/ 1 w 382"/>
                <a:gd name="T51" fmla="*/ 2 h 628"/>
                <a:gd name="T52" fmla="*/ 1 w 382"/>
                <a:gd name="T53" fmla="*/ 2 h 628"/>
                <a:gd name="T54" fmla="*/ 1 w 382"/>
                <a:gd name="T55" fmla="*/ 2 h 628"/>
                <a:gd name="T56" fmla="*/ 0 w 382"/>
                <a:gd name="T57" fmla="*/ 3 h 628"/>
                <a:gd name="T58" fmla="*/ 0 w 382"/>
                <a:gd name="T59" fmla="*/ 3 h 628"/>
                <a:gd name="T60" fmla="*/ 0 w 382"/>
                <a:gd name="T61" fmla="*/ 3 h 628"/>
                <a:gd name="T62" fmla="*/ 0 w 382"/>
                <a:gd name="T63" fmla="*/ 4 h 628"/>
                <a:gd name="T64" fmla="*/ 0 w 382"/>
                <a:gd name="T65" fmla="*/ 4 h 628"/>
                <a:gd name="T66" fmla="*/ 0 w 382"/>
                <a:gd name="T67" fmla="*/ 4 h 628"/>
                <a:gd name="T68" fmla="*/ 0 w 382"/>
                <a:gd name="T69" fmla="*/ 5 h 628"/>
                <a:gd name="T70" fmla="*/ 0 w 382"/>
                <a:gd name="T71" fmla="*/ 5 h 628"/>
                <a:gd name="T72" fmla="*/ 0 w 382"/>
                <a:gd name="T73" fmla="*/ 5 h 628"/>
                <a:gd name="T74" fmla="*/ 0 w 382"/>
                <a:gd name="T75" fmla="*/ 5 h 628"/>
                <a:gd name="T76" fmla="*/ 0 w 382"/>
                <a:gd name="T77" fmla="*/ 5 h 628"/>
                <a:gd name="T78" fmla="*/ 0 w 382"/>
                <a:gd name="T79" fmla="*/ 5 h 628"/>
                <a:gd name="T80" fmla="*/ 0 w 382"/>
                <a:gd name="T81" fmla="*/ 5 h 628"/>
                <a:gd name="T82" fmla="*/ 1 w 382"/>
                <a:gd name="T83" fmla="*/ 5 h 628"/>
                <a:gd name="T84" fmla="*/ 1 w 382"/>
                <a:gd name="T85" fmla="*/ 5 h 628"/>
                <a:gd name="T86" fmla="*/ 1 w 382"/>
                <a:gd name="T87" fmla="*/ 5 h 628"/>
                <a:gd name="T88" fmla="*/ 1 w 382"/>
                <a:gd name="T89" fmla="*/ 5 h 628"/>
                <a:gd name="T90" fmla="*/ 1 w 382"/>
                <a:gd name="T91" fmla="*/ 5 h 628"/>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382"/>
                <a:gd name="T139" fmla="*/ 0 h 628"/>
                <a:gd name="T140" fmla="*/ 382 w 382"/>
                <a:gd name="T141" fmla="*/ 628 h 628"/>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382" h="628">
                  <a:moveTo>
                    <a:pt x="94" y="581"/>
                  </a:moveTo>
                  <a:lnTo>
                    <a:pt x="94" y="582"/>
                  </a:lnTo>
                  <a:lnTo>
                    <a:pt x="96" y="541"/>
                  </a:lnTo>
                  <a:lnTo>
                    <a:pt x="99" y="500"/>
                  </a:lnTo>
                  <a:lnTo>
                    <a:pt x="106" y="463"/>
                  </a:lnTo>
                  <a:lnTo>
                    <a:pt x="115" y="424"/>
                  </a:lnTo>
                  <a:lnTo>
                    <a:pt x="127" y="389"/>
                  </a:lnTo>
                  <a:lnTo>
                    <a:pt x="140" y="353"/>
                  </a:lnTo>
                  <a:lnTo>
                    <a:pt x="156" y="320"/>
                  </a:lnTo>
                  <a:lnTo>
                    <a:pt x="173" y="287"/>
                  </a:lnTo>
                  <a:lnTo>
                    <a:pt x="193" y="255"/>
                  </a:lnTo>
                  <a:lnTo>
                    <a:pt x="214" y="226"/>
                  </a:lnTo>
                  <a:lnTo>
                    <a:pt x="238" y="198"/>
                  </a:lnTo>
                  <a:lnTo>
                    <a:pt x="263" y="172"/>
                  </a:lnTo>
                  <a:lnTo>
                    <a:pt x="290" y="146"/>
                  </a:lnTo>
                  <a:lnTo>
                    <a:pt x="318" y="122"/>
                  </a:lnTo>
                  <a:lnTo>
                    <a:pt x="349" y="101"/>
                  </a:lnTo>
                  <a:lnTo>
                    <a:pt x="382" y="82"/>
                  </a:lnTo>
                  <a:lnTo>
                    <a:pt x="335" y="0"/>
                  </a:lnTo>
                  <a:lnTo>
                    <a:pt x="297" y="23"/>
                  </a:lnTo>
                  <a:lnTo>
                    <a:pt x="262" y="49"/>
                  </a:lnTo>
                  <a:lnTo>
                    <a:pt x="229" y="76"/>
                  </a:lnTo>
                  <a:lnTo>
                    <a:pt x="198" y="104"/>
                  </a:lnTo>
                  <a:lnTo>
                    <a:pt x="167" y="137"/>
                  </a:lnTo>
                  <a:lnTo>
                    <a:pt x="142" y="170"/>
                  </a:lnTo>
                  <a:lnTo>
                    <a:pt x="116" y="204"/>
                  </a:lnTo>
                  <a:lnTo>
                    <a:pt x="94" y="240"/>
                  </a:lnTo>
                  <a:lnTo>
                    <a:pt x="74" y="278"/>
                  </a:lnTo>
                  <a:lnTo>
                    <a:pt x="54" y="317"/>
                  </a:lnTo>
                  <a:lnTo>
                    <a:pt x="38" y="359"/>
                  </a:lnTo>
                  <a:lnTo>
                    <a:pt x="26" y="401"/>
                  </a:lnTo>
                  <a:lnTo>
                    <a:pt x="15" y="444"/>
                  </a:lnTo>
                  <a:lnTo>
                    <a:pt x="8" y="489"/>
                  </a:lnTo>
                  <a:lnTo>
                    <a:pt x="2" y="534"/>
                  </a:lnTo>
                  <a:lnTo>
                    <a:pt x="0" y="580"/>
                  </a:lnTo>
                  <a:lnTo>
                    <a:pt x="0" y="581"/>
                  </a:lnTo>
                  <a:lnTo>
                    <a:pt x="0" y="580"/>
                  </a:lnTo>
                  <a:lnTo>
                    <a:pt x="3" y="600"/>
                  </a:lnTo>
                  <a:lnTo>
                    <a:pt x="14" y="615"/>
                  </a:lnTo>
                  <a:lnTo>
                    <a:pt x="29" y="625"/>
                  </a:lnTo>
                  <a:lnTo>
                    <a:pt x="45" y="628"/>
                  </a:lnTo>
                  <a:lnTo>
                    <a:pt x="63" y="626"/>
                  </a:lnTo>
                  <a:lnTo>
                    <a:pt x="78" y="616"/>
                  </a:lnTo>
                  <a:lnTo>
                    <a:pt x="89" y="602"/>
                  </a:lnTo>
                  <a:lnTo>
                    <a:pt x="94" y="582"/>
                  </a:lnTo>
                  <a:lnTo>
                    <a:pt x="94" y="5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0381" name="Freeform 44"/>
            <p:cNvSpPr>
              <a:spLocks/>
            </p:cNvSpPr>
            <p:nvPr/>
          </p:nvSpPr>
          <p:spPr bwMode="auto">
            <a:xfrm>
              <a:off x="868" y="1712"/>
              <a:ext cx="19" cy="364"/>
            </a:xfrm>
            <a:custGeom>
              <a:avLst/>
              <a:gdLst>
                <a:gd name="T0" fmla="*/ 1 w 94"/>
                <a:gd name="T1" fmla="*/ 14 h 1818"/>
                <a:gd name="T2" fmla="*/ 1 w 94"/>
                <a:gd name="T3" fmla="*/ 14 h 1818"/>
                <a:gd name="T4" fmla="*/ 1 w 94"/>
                <a:gd name="T5" fmla="*/ 0 h 1818"/>
                <a:gd name="T6" fmla="*/ 0 w 94"/>
                <a:gd name="T7" fmla="*/ 0 h 1818"/>
                <a:gd name="T8" fmla="*/ 0 w 94"/>
                <a:gd name="T9" fmla="*/ 14 h 1818"/>
                <a:gd name="T10" fmla="*/ 0 w 94"/>
                <a:gd name="T11" fmla="*/ 14 h 1818"/>
                <a:gd name="T12" fmla="*/ 0 w 94"/>
                <a:gd name="T13" fmla="*/ 14 h 1818"/>
                <a:gd name="T14" fmla="*/ 0 w 94"/>
                <a:gd name="T15" fmla="*/ 14 h 1818"/>
                <a:gd name="T16" fmla="*/ 0 w 94"/>
                <a:gd name="T17" fmla="*/ 14 h 1818"/>
                <a:gd name="T18" fmla="*/ 0 w 94"/>
                <a:gd name="T19" fmla="*/ 15 h 1818"/>
                <a:gd name="T20" fmla="*/ 0 w 94"/>
                <a:gd name="T21" fmla="*/ 15 h 1818"/>
                <a:gd name="T22" fmla="*/ 1 w 94"/>
                <a:gd name="T23" fmla="*/ 15 h 1818"/>
                <a:gd name="T24" fmla="*/ 1 w 94"/>
                <a:gd name="T25" fmla="*/ 14 h 1818"/>
                <a:gd name="T26" fmla="*/ 1 w 94"/>
                <a:gd name="T27" fmla="*/ 14 h 1818"/>
                <a:gd name="T28" fmla="*/ 1 w 94"/>
                <a:gd name="T29" fmla="*/ 14 h 1818"/>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94"/>
                <a:gd name="T46" fmla="*/ 0 h 1818"/>
                <a:gd name="T47" fmla="*/ 94 w 94"/>
                <a:gd name="T48" fmla="*/ 1818 h 1818"/>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94" h="1818">
                  <a:moveTo>
                    <a:pt x="94" y="1771"/>
                  </a:moveTo>
                  <a:lnTo>
                    <a:pt x="94" y="1771"/>
                  </a:lnTo>
                  <a:lnTo>
                    <a:pt x="94" y="0"/>
                  </a:lnTo>
                  <a:lnTo>
                    <a:pt x="0" y="0"/>
                  </a:lnTo>
                  <a:lnTo>
                    <a:pt x="0" y="1771"/>
                  </a:lnTo>
                  <a:lnTo>
                    <a:pt x="3" y="1791"/>
                  </a:lnTo>
                  <a:lnTo>
                    <a:pt x="15" y="1806"/>
                  </a:lnTo>
                  <a:lnTo>
                    <a:pt x="29" y="1814"/>
                  </a:lnTo>
                  <a:lnTo>
                    <a:pt x="47" y="1818"/>
                  </a:lnTo>
                  <a:lnTo>
                    <a:pt x="64" y="1814"/>
                  </a:lnTo>
                  <a:lnTo>
                    <a:pt x="79" y="1806"/>
                  </a:lnTo>
                  <a:lnTo>
                    <a:pt x="90" y="1791"/>
                  </a:lnTo>
                  <a:lnTo>
                    <a:pt x="94" y="17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0382" name="Freeform 45"/>
            <p:cNvSpPr>
              <a:spLocks/>
            </p:cNvSpPr>
            <p:nvPr/>
          </p:nvSpPr>
          <p:spPr bwMode="auto">
            <a:xfrm>
              <a:off x="868" y="2067"/>
              <a:ext cx="90" cy="160"/>
            </a:xfrm>
            <a:custGeom>
              <a:avLst/>
              <a:gdLst>
                <a:gd name="T0" fmla="*/ 3 w 449"/>
                <a:gd name="T1" fmla="*/ 6 h 803"/>
                <a:gd name="T2" fmla="*/ 3 w 449"/>
                <a:gd name="T3" fmla="*/ 6 h 803"/>
                <a:gd name="T4" fmla="*/ 3 w 449"/>
                <a:gd name="T5" fmla="*/ 5 h 803"/>
                <a:gd name="T6" fmla="*/ 3 w 449"/>
                <a:gd name="T7" fmla="*/ 5 h 803"/>
                <a:gd name="T8" fmla="*/ 3 w 449"/>
                <a:gd name="T9" fmla="*/ 5 h 803"/>
                <a:gd name="T10" fmla="*/ 2 w 449"/>
                <a:gd name="T11" fmla="*/ 5 h 803"/>
                <a:gd name="T12" fmla="*/ 2 w 449"/>
                <a:gd name="T13" fmla="*/ 4 h 803"/>
                <a:gd name="T14" fmla="*/ 2 w 449"/>
                <a:gd name="T15" fmla="*/ 4 h 803"/>
                <a:gd name="T16" fmla="*/ 2 w 449"/>
                <a:gd name="T17" fmla="*/ 4 h 803"/>
                <a:gd name="T18" fmla="*/ 2 w 449"/>
                <a:gd name="T19" fmla="*/ 3 h 803"/>
                <a:gd name="T20" fmla="*/ 1 w 449"/>
                <a:gd name="T21" fmla="*/ 3 h 803"/>
                <a:gd name="T22" fmla="*/ 1 w 449"/>
                <a:gd name="T23" fmla="*/ 2 h 803"/>
                <a:gd name="T24" fmla="*/ 1 w 449"/>
                <a:gd name="T25" fmla="*/ 2 h 803"/>
                <a:gd name="T26" fmla="*/ 1 w 449"/>
                <a:gd name="T27" fmla="*/ 2 h 803"/>
                <a:gd name="T28" fmla="*/ 1 w 449"/>
                <a:gd name="T29" fmla="*/ 1 h 803"/>
                <a:gd name="T30" fmla="*/ 1 w 449"/>
                <a:gd name="T31" fmla="*/ 1 h 803"/>
                <a:gd name="T32" fmla="*/ 1 w 449"/>
                <a:gd name="T33" fmla="*/ 0 h 803"/>
                <a:gd name="T34" fmla="*/ 1 w 449"/>
                <a:gd name="T35" fmla="*/ 0 h 803"/>
                <a:gd name="T36" fmla="*/ 0 w 449"/>
                <a:gd name="T37" fmla="*/ 0 h 803"/>
                <a:gd name="T38" fmla="*/ 0 w 449"/>
                <a:gd name="T39" fmla="*/ 0 h 803"/>
                <a:gd name="T40" fmla="*/ 0 w 449"/>
                <a:gd name="T41" fmla="*/ 1 h 803"/>
                <a:gd name="T42" fmla="*/ 0 w 449"/>
                <a:gd name="T43" fmla="*/ 1 h 803"/>
                <a:gd name="T44" fmla="*/ 0 w 449"/>
                <a:gd name="T45" fmla="*/ 2 h 803"/>
                <a:gd name="T46" fmla="*/ 0 w 449"/>
                <a:gd name="T47" fmla="*/ 2 h 803"/>
                <a:gd name="T48" fmla="*/ 0 w 449"/>
                <a:gd name="T49" fmla="*/ 3 h 803"/>
                <a:gd name="T50" fmla="*/ 1 w 449"/>
                <a:gd name="T51" fmla="*/ 3 h 803"/>
                <a:gd name="T52" fmla="*/ 1 w 449"/>
                <a:gd name="T53" fmla="*/ 4 h 803"/>
                <a:gd name="T54" fmla="*/ 1 w 449"/>
                <a:gd name="T55" fmla="*/ 4 h 803"/>
                <a:gd name="T56" fmla="*/ 1 w 449"/>
                <a:gd name="T57" fmla="*/ 4 h 803"/>
                <a:gd name="T58" fmla="*/ 2 w 449"/>
                <a:gd name="T59" fmla="*/ 5 h 803"/>
                <a:gd name="T60" fmla="*/ 2 w 449"/>
                <a:gd name="T61" fmla="*/ 5 h 803"/>
                <a:gd name="T62" fmla="*/ 2 w 449"/>
                <a:gd name="T63" fmla="*/ 5 h 803"/>
                <a:gd name="T64" fmla="*/ 2 w 449"/>
                <a:gd name="T65" fmla="*/ 6 h 803"/>
                <a:gd name="T66" fmla="*/ 3 w 449"/>
                <a:gd name="T67" fmla="*/ 6 h 803"/>
                <a:gd name="T68" fmla="*/ 3 w 449"/>
                <a:gd name="T69" fmla="*/ 6 h 803"/>
                <a:gd name="T70" fmla="*/ 3 w 449"/>
                <a:gd name="T71" fmla="*/ 6 h 803"/>
                <a:gd name="T72" fmla="*/ 3 w 449"/>
                <a:gd name="T73" fmla="*/ 6 h 803"/>
                <a:gd name="T74" fmla="*/ 3 w 449"/>
                <a:gd name="T75" fmla="*/ 6 h 803"/>
                <a:gd name="T76" fmla="*/ 3 w 449"/>
                <a:gd name="T77" fmla="*/ 6 h 803"/>
                <a:gd name="T78" fmla="*/ 3 w 449"/>
                <a:gd name="T79" fmla="*/ 6 h 803"/>
                <a:gd name="T80" fmla="*/ 4 w 449"/>
                <a:gd name="T81" fmla="*/ 6 h 803"/>
                <a:gd name="T82" fmla="*/ 4 w 449"/>
                <a:gd name="T83" fmla="*/ 6 h 803"/>
                <a:gd name="T84" fmla="*/ 4 w 449"/>
                <a:gd name="T85" fmla="*/ 6 h 803"/>
                <a:gd name="T86" fmla="*/ 4 w 449"/>
                <a:gd name="T87" fmla="*/ 6 h 803"/>
                <a:gd name="T88" fmla="*/ 3 w 449"/>
                <a:gd name="T89" fmla="*/ 6 h 803"/>
                <a:gd name="T90" fmla="*/ 3 w 449"/>
                <a:gd name="T91" fmla="*/ 6 h 80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449"/>
                <a:gd name="T139" fmla="*/ 0 h 803"/>
                <a:gd name="T140" fmla="*/ 449 w 449"/>
                <a:gd name="T141" fmla="*/ 803 h 80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449" h="803">
                  <a:moveTo>
                    <a:pt x="426" y="717"/>
                  </a:moveTo>
                  <a:lnTo>
                    <a:pt x="427" y="717"/>
                  </a:lnTo>
                  <a:lnTo>
                    <a:pt x="395" y="693"/>
                  </a:lnTo>
                  <a:lnTo>
                    <a:pt x="361" y="662"/>
                  </a:lnTo>
                  <a:lnTo>
                    <a:pt x="329" y="628"/>
                  </a:lnTo>
                  <a:lnTo>
                    <a:pt x="299" y="591"/>
                  </a:lnTo>
                  <a:lnTo>
                    <a:pt x="269" y="551"/>
                  </a:lnTo>
                  <a:lnTo>
                    <a:pt x="241" y="507"/>
                  </a:lnTo>
                  <a:lnTo>
                    <a:pt x="215" y="460"/>
                  </a:lnTo>
                  <a:lnTo>
                    <a:pt x="191" y="412"/>
                  </a:lnTo>
                  <a:lnTo>
                    <a:pt x="170" y="363"/>
                  </a:lnTo>
                  <a:lnTo>
                    <a:pt x="151" y="312"/>
                  </a:lnTo>
                  <a:lnTo>
                    <a:pt x="133" y="259"/>
                  </a:lnTo>
                  <a:lnTo>
                    <a:pt x="119" y="207"/>
                  </a:lnTo>
                  <a:lnTo>
                    <a:pt x="108" y="156"/>
                  </a:lnTo>
                  <a:lnTo>
                    <a:pt x="101" y="103"/>
                  </a:lnTo>
                  <a:lnTo>
                    <a:pt x="96" y="51"/>
                  </a:lnTo>
                  <a:lnTo>
                    <a:pt x="94" y="0"/>
                  </a:lnTo>
                  <a:lnTo>
                    <a:pt x="0" y="0"/>
                  </a:lnTo>
                  <a:lnTo>
                    <a:pt x="2" y="56"/>
                  </a:lnTo>
                  <a:lnTo>
                    <a:pt x="7" y="115"/>
                  </a:lnTo>
                  <a:lnTo>
                    <a:pt x="16" y="172"/>
                  </a:lnTo>
                  <a:lnTo>
                    <a:pt x="28" y="231"/>
                  </a:lnTo>
                  <a:lnTo>
                    <a:pt x="44" y="287"/>
                  </a:lnTo>
                  <a:lnTo>
                    <a:pt x="62" y="342"/>
                  </a:lnTo>
                  <a:lnTo>
                    <a:pt x="83" y="398"/>
                  </a:lnTo>
                  <a:lnTo>
                    <a:pt x="106" y="452"/>
                  </a:lnTo>
                  <a:lnTo>
                    <a:pt x="133" y="505"/>
                  </a:lnTo>
                  <a:lnTo>
                    <a:pt x="161" y="554"/>
                  </a:lnTo>
                  <a:lnTo>
                    <a:pt x="192" y="602"/>
                  </a:lnTo>
                  <a:lnTo>
                    <a:pt x="224" y="647"/>
                  </a:lnTo>
                  <a:lnTo>
                    <a:pt x="259" y="689"/>
                  </a:lnTo>
                  <a:lnTo>
                    <a:pt x="295" y="728"/>
                  </a:lnTo>
                  <a:lnTo>
                    <a:pt x="334" y="763"/>
                  </a:lnTo>
                  <a:lnTo>
                    <a:pt x="374" y="795"/>
                  </a:lnTo>
                  <a:lnTo>
                    <a:pt x="375" y="795"/>
                  </a:lnTo>
                  <a:lnTo>
                    <a:pt x="374" y="795"/>
                  </a:lnTo>
                  <a:lnTo>
                    <a:pt x="392" y="803"/>
                  </a:lnTo>
                  <a:lnTo>
                    <a:pt x="411" y="803"/>
                  </a:lnTo>
                  <a:lnTo>
                    <a:pt x="426" y="795"/>
                  </a:lnTo>
                  <a:lnTo>
                    <a:pt x="439" y="782"/>
                  </a:lnTo>
                  <a:lnTo>
                    <a:pt x="446" y="766"/>
                  </a:lnTo>
                  <a:lnTo>
                    <a:pt x="449" y="749"/>
                  </a:lnTo>
                  <a:lnTo>
                    <a:pt x="441" y="732"/>
                  </a:lnTo>
                  <a:lnTo>
                    <a:pt x="427" y="717"/>
                  </a:lnTo>
                  <a:lnTo>
                    <a:pt x="426" y="71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0383" name="Freeform 46"/>
            <p:cNvSpPr>
              <a:spLocks/>
            </p:cNvSpPr>
            <p:nvPr/>
          </p:nvSpPr>
          <p:spPr bwMode="auto">
            <a:xfrm>
              <a:off x="883" y="1673"/>
              <a:ext cx="379" cy="690"/>
            </a:xfrm>
            <a:custGeom>
              <a:avLst/>
              <a:gdLst>
                <a:gd name="T0" fmla="*/ 12 w 1897"/>
                <a:gd name="T1" fmla="*/ 6 h 3450"/>
                <a:gd name="T2" fmla="*/ 13 w 1897"/>
                <a:gd name="T3" fmla="*/ 7 h 3450"/>
                <a:gd name="T4" fmla="*/ 13 w 1897"/>
                <a:gd name="T5" fmla="*/ 7 h 3450"/>
                <a:gd name="T6" fmla="*/ 14 w 1897"/>
                <a:gd name="T7" fmla="*/ 8 h 3450"/>
                <a:gd name="T8" fmla="*/ 14 w 1897"/>
                <a:gd name="T9" fmla="*/ 9 h 3450"/>
                <a:gd name="T10" fmla="*/ 15 w 1897"/>
                <a:gd name="T11" fmla="*/ 10 h 3450"/>
                <a:gd name="T12" fmla="*/ 15 w 1897"/>
                <a:gd name="T13" fmla="*/ 11 h 3450"/>
                <a:gd name="T14" fmla="*/ 15 w 1897"/>
                <a:gd name="T15" fmla="*/ 11 h 3450"/>
                <a:gd name="T16" fmla="*/ 15 w 1897"/>
                <a:gd name="T17" fmla="*/ 12 h 3450"/>
                <a:gd name="T18" fmla="*/ 15 w 1897"/>
                <a:gd name="T19" fmla="*/ 26 h 3450"/>
                <a:gd name="T20" fmla="*/ 15 w 1897"/>
                <a:gd name="T21" fmla="*/ 26 h 3450"/>
                <a:gd name="T22" fmla="*/ 15 w 1897"/>
                <a:gd name="T23" fmla="*/ 27 h 3450"/>
                <a:gd name="T24" fmla="*/ 15 w 1897"/>
                <a:gd name="T25" fmla="*/ 27 h 3450"/>
                <a:gd name="T26" fmla="*/ 14 w 1897"/>
                <a:gd name="T27" fmla="*/ 27 h 3450"/>
                <a:gd name="T28" fmla="*/ 14 w 1897"/>
                <a:gd name="T29" fmla="*/ 28 h 3450"/>
                <a:gd name="T30" fmla="*/ 13 w 1897"/>
                <a:gd name="T31" fmla="*/ 28 h 3450"/>
                <a:gd name="T32" fmla="*/ 13 w 1897"/>
                <a:gd name="T33" fmla="*/ 27 h 3450"/>
                <a:gd name="T34" fmla="*/ 3 w 1897"/>
                <a:gd name="T35" fmla="*/ 21 h 3450"/>
                <a:gd name="T36" fmla="*/ 2 w 1897"/>
                <a:gd name="T37" fmla="*/ 21 h 3450"/>
                <a:gd name="T38" fmla="*/ 2 w 1897"/>
                <a:gd name="T39" fmla="*/ 20 h 3450"/>
                <a:gd name="T40" fmla="*/ 1 w 1897"/>
                <a:gd name="T41" fmla="*/ 19 h 3450"/>
                <a:gd name="T42" fmla="*/ 1 w 1897"/>
                <a:gd name="T43" fmla="*/ 19 h 3450"/>
                <a:gd name="T44" fmla="*/ 0 w 1897"/>
                <a:gd name="T45" fmla="*/ 18 h 3450"/>
                <a:gd name="T46" fmla="*/ 0 w 1897"/>
                <a:gd name="T47" fmla="*/ 17 h 3450"/>
                <a:gd name="T48" fmla="*/ 0 w 1897"/>
                <a:gd name="T49" fmla="*/ 16 h 3450"/>
                <a:gd name="T50" fmla="*/ 0 w 1897"/>
                <a:gd name="T51" fmla="*/ 15 h 3450"/>
                <a:gd name="T52" fmla="*/ 0 w 1897"/>
                <a:gd name="T53" fmla="*/ 2 h 3450"/>
                <a:gd name="T54" fmla="*/ 0 w 1897"/>
                <a:gd name="T55" fmla="*/ 1 h 3450"/>
                <a:gd name="T56" fmla="*/ 0 w 1897"/>
                <a:gd name="T57" fmla="*/ 1 h 3450"/>
                <a:gd name="T58" fmla="*/ 1 w 1897"/>
                <a:gd name="T59" fmla="*/ 0 h 3450"/>
                <a:gd name="T60" fmla="*/ 1 w 1897"/>
                <a:gd name="T61" fmla="*/ 0 h 3450"/>
                <a:gd name="T62" fmla="*/ 1 w 1897"/>
                <a:gd name="T63" fmla="*/ 0 h 3450"/>
                <a:gd name="T64" fmla="*/ 2 w 1897"/>
                <a:gd name="T65" fmla="*/ 0 h 3450"/>
                <a:gd name="T66" fmla="*/ 3 w 1897"/>
                <a:gd name="T67" fmla="*/ 0 h 3450"/>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897"/>
                <a:gd name="T103" fmla="*/ 0 h 3450"/>
                <a:gd name="T104" fmla="*/ 1897 w 1897"/>
                <a:gd name="T105" fmla="*/ 3450 h 3450"/>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897" h="3450">
                  <a:moveTo>
                    <a:pt x="357" y="49"/>
                  </a:moveTo>
                  <a:lnTo>
                    <a:pt x="1542" y="806"/>
                  </a:lnTo>
                  <a:lnTo>
                    <a:pt x="1579" y="832"/>
                  </a:lnTo>
                  <a:lnTo>
                    <a:pt x="1614" y="861"/>
                  </a:lnTo>
                  <a:lnTo>
                    <a:pt x="1648" y="895"/>
                  </a:lnTo>
                  <a:lnTo>
                    <a:pt x="1681" y="933"/>
                  </a:lnTo>
                  <a:lnTo>
                    <a:pt x="1711" y="973"/>
                  </a:lnTo>
                  <a:lnTo>
                    <a:pt x="1740" y="1016"/>
                  </a:lnTo>
                  <a:lnTo>
                    <a:pt x="1768" y="1062"/>
                  </a:lnTo>
                  <a:lnTo>
                    <a:pt x="1793" y="1109"/>
                  </a:lnTo>
                  <a:lnTo>
                    <a:pt x="1816" y="1158"/>
                  </a:lnTo>
                  <a:lnTo>
                    <a:pt x="1836" y="1208"/>
                  </a:lnTo>
                  <a:lnTo>
                    <a:pt x="1854" y="1260"/>
                  </a:lnTo>
                  <a:lnTo>
                    <a:pt x="1869" y="1313"/>
                  </a:lnTo>
                  <a:lnTo>
                    <a:pt x="1881" y="1364"/>
                  </a:lnTo>
                  <a:lnTo>
                    <a:pt x="1890" y="1417"/>
                  </a:lnTo>
                  <a:lnTo>
                    <a:pt x="1895" y="1469"/>
                  </a:lnTo>
                  <a:lnTo>
                    <a:pt x="1897" y="1519"/>
                  </a:lnTo>
                  <a:lnTo>
                    <a:pt x="1897" y="3142"/>
                  </a:lnTo>
                  <a:lnTo>
                    <a:pt x="1895" y="3190"/>
                  </a:lnTo>
                  <a:lnTo>
                    <a:pt x="1890" y="3235"/>
                  </a:lnTo>
                  <a:lnTo>
                    <a:pt x="1881" y="3276"/>
                  </a:lnTo>
                  <a:lnTo>
                    <a:pt x="1869" y="3313"/>
                  </a:lnTo>
                  <a:lnTo>
                    <a:pt x="1854" y="3346"/>
                  </a:lnTo>
                  <a:lnTo>
                    <a:pt x="1836" y="3375"/>
                  </a:lnTo>
                  <a:lnTo>
                    <a:pt x="1816" y="3398"/>
                  </a:lnTo>
                  <a:lnTo>
                    <a:pt x="1793" y="3418"/>
                  </a:lnTo>
                  <a:lnTo>
                    <a:pt x="1768" y="3434"/>
                  </a:lnTo>
                  <a:lnTo>
                    <a:pt x="1740" y="3444"/>
                  </a:lnTo>
                  <a:lnTo>
                    <a:pt x="1711" y="3450"/>
                  </a:lnTo>
                  <a:lnTo>
                    <a:pt x="1681" y="3450"/>
                  </a:lnTo>
                  <a:lnTo>
                    <a:pt x="1648" y="3445"/>
                  </a:lnTo>
                  <a:lnTo>
                    <a:pt x="1614" y="3436"/>
                  </a:lnTo>
                  <a:lnTo>
                    <a:pt x="1579" y="3421"/>
                  </a:lnTo>
                  <a:lnTo>
                    <a:pt x="1542" y="3400"/>
                  </a:lnTo>
                  <a:lnTo>
                    <a:pt x="357" y="2643"/>
                  </a:lnTo>
                  <a:lnTo>
                    <a:pt x="320" y="2618"/>
                  </a:lnTo>
                  <a:lnTo>
                    <a:pt x="285" y="2588"/>
                  </a:lnTo>
                  <a:lnTo>
                    <a:pt x="251" y="2554"/>
                  </a:lnTo>
                  <a:lnTo>
                    <a:pt x="218" y="2517"/>
                  </a:lnTo>
                  <a:lnTo>
                    <a:pt x="187" y="2477"/>
                  </a:lnTo>
                  <a:lnTo>
                    <a:pt x="157" y="2433"/>
                  </a:lnTo>
                  <a:lnTo>
                    <a:pt x="130" y="2388"/>
                  </a:lnTo>
                  <a:lnTo>
                    <a:pt x="105" y="2341"/>
                  </a:lnTo>
                  <a:lnTo>
                    <a:pt x="81" y="2292"/>
                  </a:lnTo>
                  <a:lnTo>
                    <a:pt x="61" y="2241"/>
                  </a:lnTo>
                  <a:lnTo>
                    <a:pt x="44" y="2190"/>
                  </a:lnTo>
                  <a:lnTo>
                    <a:pt x="29" y="2138"/>
                  </a:lnTo>
                  <a:lnTo>
                    <a:pt x="17" y="2085"/>
                  </a:lnTo>
                  <a:lnTo>
                    <a:pt x="7" y="2033"/>
                  </a:lnTo>
                  <a:lnTo>
                    <a:pt x="3" y="1981"/>
                  </a:lnTo>
                  <a:lnTo>
                    <a:pt x="0" y="1931"/>
                  </a:lnTo>
                  <a:lnTo>
                    <a:pt x="0" y="308"/>
                  </a:lnTo>
                  <a:lnTo>
                    <a:pt x="3" y="260"/>
                  </a:lnTo>
                  <a:lnTo>
                    <a:pt x="7" y="215"/>
                  </a:lnTo>
                  <a:lnTo>
                    <a:pt x="17" y="174"/>
                  </a:lnTo>
                  <a:lnTo>
                    <a:pt x="29" y="137"/>
                  </a:lnTo>
                  <a:lnTo>
                    <a:pt x="44" y="104"/>
                  </a:lnTo>
                  <a:lnTo>
                    <a:pt x="61" y="76"/>
                  </a:lnTo>
                  <a:lnTo>
                    <a:pt x="81" y="51"/>
                  </a:lnTo>
                  <a:lnTo>
                    <a:pt x="105" y="31"/>
                  </a:lnTo>
                  <a:lnTo>
                    <a:pt x="130" y="16"/>
                  </a:lnTo>
                  <a:lnTo>
                    <a:pt x="157" y="5"/>
                  </a:lnTo>
                  <a:lnTo>
                    <a:pt x="187" y="0"/>
                  </a:lnTo>
                  <a:lnTo>
                    <a:pt x="218" y="0"/>
                  </a:lnTo>
                  <a:lnTo>
                    <a:pt x="251" y="3"/>
                  </a:lnTo>
                  <a:lnTo>
                    <a:pt x="285" y="14"/>
                  </a:lnTo>
                  <a:lnTo>
                    <a:pt x="320" y="29"/>
                  </a:lnTo>
                  <a:lnTo>
                    <a:pt x="357" y="49"/>
                  </a:lnTo>
                  <a:close/>
                </a:path>
              </a:pathLst>
            </a:custGeom>
            <a:solidFill>
              <a:srgbClr val="BFBFB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0384" name="Freeform 47"/>
            <p:cNvSpPr>
              <a:spLocks/>
            </p:cNvSpPr>
            <p:nvPr/>
          </p:nvSpPr>
          <p:spPr bwMode="auto">
            <a:xfrm>
              <a:off x="1268" y="1663"/>
              <a:ext cx="393" cy="711"/>
            </a:xfrm>
            <a:custGeom>
              <a:avLst/>
              <a:gdLst>
                <a:gd name="T0" fmla="*/ 3 w 1962"/>
                <a:gd name="T1" fmla="*/ 7 h 3555"/>
                <a:gd name="T2" fmla="*/ 2 w 1962"/>
                <a:gd name="T3" fmla="*/ 7 h 3555"/>
                <a:gd name="T4" fmla="*/ 2 w 1962"/>
                <a:gd name="T5" fmla="*/ 8 h 3555"/>
                <a:gd name="T6" fmla="*/ 1 w 1962"/>
                <a:gd name="T7" fmla="*/ 8 h 3555"/>
                <a:gd name="T8" fmla="*/ 1 w 1962"/>
                <a:gd name="T9" fmla="*/ 9 h 3555"/>
                <a:gd name="T10" fmla="*/ 1 w 1962"/>
                <a:gd name="T11" fmla="*/ 10 h 3555"/>
                <a:gd name="T12" fmla="*/ 0 w 1962"/>
                <a:gd name="T13" fmla="*/ 11 h 3555"/>
                <a:gd name="T14" fmla="*/ 0 w 1962"/>
                <a:gd name="T15" fmla="*/ 12 h 3555"/>
                <a:gd name="T16" fmla="*/ 0 w 1962"/>
                <a:gd name="T17" fmla="*/ 13 h 3555"/>
                <a:gd name="T18" fmla="*/ 0 w 1962"/>
                <a:gd name="T19" fmla="*/ 26 h 3555"/>
                <a:gd name="T20" fmla="*/ 0 w 1962"/>
                <a:gd name="T21" fmla="*/ 27 h 3555"/>
                <a:gd name="T22" fmla="*/ 0 w 1962"/>
                <a:gd name="T23" fmla="*/ 28 h 3555"/>
                <a:gd name="T24" fmla="*/ 1 w 1962"/>
                <a:gd name="T25" fmla="*/ 28 h 3555"/>
                <a:gd name="T26" fmla="*/ 1 w 1962"/>
                <a:gd name="T27" fmla="*/ 28 h 3555"/>
                <a:gd name="T28" fmla="*/ 2 w 1962"/>
                <a:gd name="T29" fmla="*/ 28 h 3555"/>
                <a:gd name="T30" fmla="*/ 2 w 1962"/>
                <a:gd name="T31" fmla="*/ 28 h 3555"/>
                <a:gd name="T32" fmla="*/ 3 w 1962"/>
                <a:gd name="T33" fmla="*/ 28 h 3555"/>
                <a:gd name="T34" fmla="*/ 13 w 1962"/>
                <a:gd name="T35" fmla="*/ 22 h 3555"/>
                <a:gd name="T36" fmla="*/ 13 w 1962"/>
                <a:gd name="T37" fmla="*/ 21 h 3555"/>
                <a:gd name="T38" fmla="*/ 14 w 1962"/>
                <a:gd name="T39" fmla="*/ 21 h 3555"/>
                <a:gd name="T40" fmla="*/ 14 w 1962"/>
                <a:gd name="T41" fmla="*/ 20 h 3555"/>
                <a:gd name="T42" fmla="*/ 15 w 1962"/>
                <a:gd name="T43" fmla="*/ 19 h 3555"/>
                <a:gd name="T44" fmla="*/ 15 w 1962"/>
                <a:gd name="T45" fmla="*/ 18 h 3555"/>
                <a:gd name="T46" fmla="*/ 16 w 1962"/>
                <a:gd name="T47" fmla="*/ 18 h 3555"/>
                <a:gd name="T48" fmla="*/ 16 w 1962"/>
                <a:gd name="T49" fmla="*/ 17 h 3555"/>
                <a:gd name="T50" fmla="*/ 16 w 1962"/>
                <a:gd name="T51" fmla="*/ 16 h 3555"/>
                <a:gd name="T52" fmla="*/ 16 w 1962"/>
                <a:gd name="T53" fmla="*/ 2 h 3555"/>
                <a:gd name="T54" fmla="*/ 16 w 1962"/>
                <a:gd name="T55" fmla="*/ 1 h 3555"/>
                <a:gd name="T56" fmla="*/ 15 w 1962"/>
                <a:gd name="T57" fmla="*/ 1 h 3555"/>
                <a:gd name="T58" fmla="*/ 15 w 1962"/>
                <a:gd name="T59" fmla="*/ 0 h 3555"/>
                <a:gd name="T60" fmla="*/ 15 w 1962"/>
                <a:gd name="T61" fmla="*/ 0 h 3555"/>
                <a:gd name="T62" fmla="*/ 14 w 1962"/>
                <a:gd name="T63" fmla="*/ 0 h 3555"/>
                <a:gd name="T64" fmla="*/ 14 w 1962"/>
                <a:gd name="T65" fmla="*/ 0 h 3555"/>
                <a:gd name="T66" fmla="*/ 13 w 1962"/>
                <a:gd name="T67" fmla="*/ 0 h 3555"/>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962"/>
                <a:gd name="T103" fmla="*/ 0 h 3555"/>
                <a:gd name="T104" fmla="*/ 1962 w 1962"/>
                <a:gd name="T105" fmla="*/ 3555 h 3555"/>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962" h="3555">
                  <a:moveTo>
                    <a:pt x="1594" y="50"/>
                  </a:moveTo>
                  <a:lnTo>
                    <a:pt x="368" y="831"/>
                  </a:lnTo>
                  <a:lnTo>
                    <a:pt x="330" y="858"/>
                  </a:lnTo>
                  <a:lnTo>
                    <a:pt x="294" y="888"/>
                  </a:lnTo>
                  <a:lnTo>
                    <a:pt x="259" y="922"/>
                  </a:lnTo>
                  <a:lnTo>
                    <a:pt x="225" y="961"/>
                  </a:lnTo>
                  <a:lnTo>
                    <a:pt x="193" y="1003"/>
                  </a:lnTo>
                  <a:lnTo>
                    <a:pt x="163" y="1047"/>
                  </a:lnTo>
                  <a:lnTo>
                    <a:pt x="133" y="1094"/>
                  </a:lnTo>
                  <a:lnTo>
                    <a:pt x="108" y="1143"/>
                  </a:lnTo>
                  <a:lnTo>
                    <a:pt x="84" y="1193"/>
                  </a:lnTo>
                  <a:lnTo>
                    <a:pt x="63" y="1246"/>
                  </a:lnTo>
                  <a:lnTo>
                    <a:pt x="44" y="1299"/>
                  </a:lnTo>
                  <a:lnTo>
                    <a:pt x="29" y="1353"/>
                  </a:lnTo>
                  <a:lnTo>
                    <a:pt x="16" y="1405"/>
                  </a:lnTo>
                  <a:lnTo>
                    <a:pt x="7" y="1459"/>
                  </a:lnTo>
                  <a:lnTo>
                    <a:pt x="2" y="1512"/>
                  </a:lnTo>
                  <a:lnTo>
                    <a:pt x="0" y="1565"/>
                  </a:lnTo>
                  <a:lnTo>
                    <a:pt x="0" y="3237"/>
                  </a:lnTo>
                  <a:lnTo>
                    <a:pt x="2" y="3287"/>
                  </a:lnTo>
                  <a:lnTo>
                    <a:pt x="7" y="3333"/>
                  </a:lnTo>
                  <a:lnTo>
                    <a:pt x="16" y="3375"/>
                  </a:lnTo>
                  <a:lnTo>
                    <a:pt x="29" y="3413"/>
                  </a:lnTo>
                  <a:lnTo>
                    <a:pt x="44" y="3447"/>
                  </a:lnTo>
                  <a:lnTo>
                    <a:pt x="63" y="3477"/>
                  </a:lnTo>
                  <a:lnTo>
                    <a:pt x="84" y="3502"/>
                  </a:lnTo>
                  <a:lnTo>
                    <a:pt x="108" y="3522"/>
                  </a:lnTo>
                  <a:lnTo>
                    <a:pt x="133" y="3538"/>
                  </a:lnTo>
                  <a:lnTo>
                    <a:pt x="163" y="3549"/>
                  </a:lnTo>
                  <a:lnTo>
                    <a:pt x="193" y="3555"/>
                  </a:lnTo>
                  <a:lnTo>
                    <a:pt x="225" y="3555"/>
                  </a:lnTo>
                  <a:lnTo>
                    <a:pt x="259" y="3550"/>
                  </a:lnTo>
                  <a:lnTo>
                    <a:pt x="294" y="3541"/>
                  </a:lnTo>
                  <a:lnTo>
                    <a:pt x="330" y="3524"/>
                  </a:lnTo>
                  <a:lnTo>
                    <a:pt x="368" y="3503"/>
                  </a:lnTo>
                  <a:lnTo>
                    <a:pt x="1594" y="2722"/>
                  </a:lnTo>
                  <a:lnTo>
                    <a:pt x="1632" y="2696"/>
                  </a:lnTo>
                  <a:lnTo>
                    <a:pt x="1668" y="2665"/>
                  </a:lnTo>
                  <a:lnTo>
                    <a:pt x="1703" y="2631"/>
                  </a:lnTo>
                  <a:lnTo>
                    <a:pt x="1737" y="2592"/>
                  </a:lnTo>
                  <a:lnTo>
                    <a:pt x="1769" y="2551"/>
                  </a:lnTo>
                  <a:lnTo>
                    <a:pt x="1799" y="2506"/>
                  </a:lnTo>
                  <a:lnTo>
                    <a:pt x="1829" y="2460"/>
                  </a:lnTo>
                  <a:lnTo>
                    <a:pt x="1854" y="2411"/>
                  </a:lnTo>
                  <a:lnTo>
                    <a:pt x="1878" y="2361"/>
                  </a:lnTo>
                  <a:lnTo>
                    <a:pt x="1899" y="2308"/>
                  </a:lnTo>
                  <a:lnTo>
                    <a:pt x="1918" y="2256"/>
                  </a:lnTo>
                  <a:lnTo>
                    <a:pt x="1933" y="2202"/>
                  </a:lnTo>
                  <a:lnTo>
                    <a:pt x="1946" y="2149"/>
                  </a:lnTo>
                  <a:lnTo>
                    <a:pt x="1955" y="2095"/>
                  </a:lnTo>
                  <a:lnTo>
                    <a:pt x="1960" y="2042"/>
                  </a:lnTo>
                  <a:lnTo>
                    <a:pt x="1962" y="1989"/>
                  </a:lnTo>
                  <a:lnTo>
                    <a:pt x="1962" y="319"/>
                  </a:lnTo>
                  <a:lnTo>
                    <a:pt x="1960" y="269"/>
                  </a:lnTo>
                  <a:lnTo>
                    <a:pt x="1955" y="223"/>
                  </a:lnTo>
                  <a:lnTo>
                    <a:pt x="1946" y="180"/>
                  </a:lnTo>
                  <a:lnTo>
                    <a:pt x="1933" y="143"/>
                  </a:lnTo>
                  <a:lnTo>
                    <a:pt x="1918" y="109"/>
                  </a:lnTo>
                  <a:lnTo>
                    <a:pt x="1899" y="79"/>
                  </a:lnTo>
                  <a:lnTo>
                    <a:pt x="1878" y="54"/>
                  </a:lnTo>
                  <a:lnTo>
                    <a:pt x="1854" y="33"/>
                  </a:lnTo>
                  <a:lnTo>
                    <a:pt x="1829" y="17"/>
                  </a:lnTo>
                  <a:lnTo>
                    <a:pt x="1799" y="7"/>
                  </a:lnTo>
                  <a:lnTo>
                    <a:pt x="1769" y="0"/>
                  </a:lnTo>
                  <a:lnTo>
                    <a:pt x="1737" y="0"/>
                  </a:lnTo>
                  <a:lnTo>
                    <a:pt x="1703" y="4"/>
                  </a:lnTo>
                  <a:lnTo>
                    <a:pt x="1668" y="14"/>
                  </a:lnTo>
                  <a:lnTo>
                    <a:pt x="1632" y="29"/>
                  </a:lnTo>
                  <a:lnTo>
                    <a:pt x="1594" y="50"/>
                  </a:lnTo>
                  <a:close/>
                </a:path>
              </a:pathLst>
            </a:custGeom>
            <a:solidFill>
              <a:srgbClr val="E5E5E5"/>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0385" name="Freeform 48"/>
            <p:cNvSpPr>
              <a:spLocks noEditPoints="1"/>
            </p:cNvSpPr>
            <p:nvPr/>
          </p:nvSpPr>
          <p:spPr bwMode="auto">
            <a:xfrm>
              <a:off x="916" y="1589"/>
              <a:ext cx="697" cy="698"/>
            </a:xfrm>
            <a:custGeom>
              <a:avLst/>
              <a:gdLst>
                <a:gd name="T0" fmla="*/ 16 w 3485"/>
                <a:gd name="T1" fmla="*/ 0 h 3490"/>
                <a:gd name="T2" fmla="*/ 17 w 3485"/>
                <a:gd name="T3" fmla="*/ 2 h 3490"/>
                <a:gd name="T4" fmla="*/ 17 w 3485"/>
                <a:gd name="T5" fmla="*/ 3 h 3490"/>
                <a:gd name="T6" fmla="*/ 14 w 3485"/>
                <a:gd name="T7" fmla="*/ 4 h 3490"/>
                <a:gd name="T8" fmla="*/ 12 w 3485"/>
                <a:gd name="T9" fmla="*/ 4 h 3490"/>
                <a:gd name="T10" fmla="*/ 11 w 3485"/>
                <a:gd name="T11" fmla="*/ 2 h 3490"/>
                <a:gd name="T12" fmla="*/ 11 w 3485"/>
                <a:gd name="T13" fmla="*/ 1 h 3490"/>
                <a:gd name="T14" fmla="*/ 14 w 3485"/>
                <a:gd name="T15" fmla="*/ 0 h 3490"/>
                <a:gd name="T16" fmla="*/ 3 w 3485"/>
                <a:gd name="T17" fmla="*/ 7 h 3490"/>
                <a:gd name="T18" fmla="*/ 4 w 3485"/>
                <a:gd name="T19" fmla="*/ 9 h 3490"/>
                <a:gd name="T20" fmla="*/ 3 w 3485"/>
                <a:gd name="T21" fmla="*/ 12 h 3490"/>
                <a:gd name="T22" fmla="*/ 2 w 3485"/>
                <a:gd name="T23" fmla="*/ 13 h 3490"/>
                <a:gd name="T24" fmla="*/ 1 w 3485"/>
                <a:gd name="T25" fmla="*/ 12 h 3490"/>
                <a:gd name="T26" fmla="*/ 0 w 3485"/>
                <a:gd name="T27" fmla="*/ 10 h 3490"/>
                <a:gd name="T28" fmla="*/ 0 w 3485"/>
                <a:gd name="T29" fmla="*/ 8 h 3490"/>
                <a:gd name="T30" fmla="*/ 2 w 3485"/>
                <a:gd name="T31" fmla="*/ 6 h 3490"/>
                <a:gd name="T32" fmla="*/ 10 w 3485"/>
                <a:gd name="T33" fmla="*/ 20 h 3490"/>
                <a:gd name="T34" fmla="*/ 11 w 3485"/>
                <a:gd name="T35" fmla="*/ 22 h 3490"/>
                <a:gd name="T36" fmla="*/ 11 w 3485"/>
                <a:gd name="T37" fmla="*/ 25 h 3490"/>
                <a:gd name="T38" fmla="*/ 10 w 3485"/>
                <a:gd name="T39" fmla="*/ 27 h 3490"/>
                <a:gd name="T40" fmla="*/ 8 w 3485"/>
                <a:gd name="T41" fmla="*/ 26 h 3490"/>
                <a:gd name="T42" fmla="*/ 7 w 3485"/>
                <a:gd name="T43" fmla="*/ 24 h 3490"/>
                <a:gd name="T44" fmla="*/ 7 w 3485"/>
                <a:gd name="T45" fmla="*/ 22 h 3490"/>
                <a:gd name="T46" fmla="*/ 8 w 3485"/>
                <a:gd name="T47" fmla="*/ 20 h 3490"/>
                <a:gd name="T48" fmla="*/ 20 w 3485"/>
                <a:gd name="T49" fmla="*/ 21 h 3490"/>
                <a:gd name="T50" fmla="*/ 21 w 3485"/>
                <a:gd name="T51" fmla="*/ 23 h 3490"/>
                <a:gd name="T52" fmla="*/ 21 w 3485"/>
                <a:gd name="T53" fmla="*/ 26 h 3490"/>
                <a:gd name="T54" fmla="*/ 20 w 3485"/>
                <a:gd name="T55" fmla="*/ 28 h 3490"/>
                <a:gd name="T56" fmla="*/ 18 w 3485"/>
                <a:gd name="T57" fmla="*/ 28 h 3490"/>
                <a:gd name="T58" fmla="*/ 17 w 3485"/>
                <a:gd name="T59" fmla="*/ 26 h 3490"/>
                <a:gd name="T60" fmla="*/ 17 w 3485"/>
                <a:gd name="T61" fmla="*/ 23 h 3490"/>
                <a:gd name="T62" fmla="*/ 18 w 3485"/>
                <a:gd name="T63" fmla="*/ 21 h 3490"/>
                <a:gd name="T64" fmla="*/ 19 w 3485"/>
                <a:gd name="T65" fmla="*/ 11 h 3490"/>
                <a:gd name="T66" fmla="*/ 20 w 3485"/>
                <a:gd name="T67" fmla="*/ 13 h 3490"/>
                <a:gd name="T68" fmla="*/ 21 w 3485"/>
                <a:gd name="T69" fmla="*/ 15 h 3490"/>
                <a:gd name="T70" fmla="*/ 20 w 3485"/>
                <a:gd name="T71" fmla="*/ 17 h 3490"/>
                <a:gd name="T72" fmla="*/ 18 w 3485"/>
                <a:gd name="T73" fmla="*/ 17 h 3490"/>
                <a:gd name="T74" fmla="*/ 17 w 3485"/>
                <a:gd name="T75" fmla="*/ 16 h 3490"/>
                <a:gd name="T76" fmla="*/ 17 w 3485"/>
                <a:gd name="T77" fmla="*/ 13 h 3490"/>
                <a:gd name="T78" fmla="*/ 18 w 3485"/>
                <a:gd name="T79" fmla="*/ 11 h 3490"/>
                <a:gd name="T80" fmla="*/ 26 w 3485"/>
                <a:gd name="T81" fmla="*/ 7 h 3490"/>
                <a:gd name="T82" fmla="*/ 27 w 3485"/>
                <a:gd name="T83" fmla="*/ 8 h 3490"/>
                <a:gd name="T84" fmla="*/ 27 w 3485"/>
                <a:gd name="T85" fmla="*/ 11 h 3490"/>
                <a:gd name="T86" fmla="*/ 26 w 3485"/>
                <a:gd name="T87" fmla="*/ 13 h 3490"/>
                <a:gd name="T88" fmla="*/ 25 w 3485"/>
                <a:gd name="T89" fmla="*/ 13 h 3490"/>
                <a:gd name="T90" fmla="*/ 24 w 3485"/>
                <a:gd name="T91" fmla="*/ 12 h 3490"/>
                <a:gd name="T92" fmla="*/ 24 w 3485"/>
                <a:gd name="T93" fmla="*/ 9 h 3490"/>
                <a:gd name="T94" fmla="*/ 24 w 3485"/>
                <a:gd name="T95" fmla="*/ 7 h 3490"/>
                <a:gd name="T96" fmla="*/ 26 w 3485"/>
                <a:gd name="T97" fmla="*/ 17 h 3490"/>
                <a:gd name="T98" fmla="*/ 27 w 3485"/>
                <a:gd name="T99" fmla="*/ 18 h 3490"/>
                <a:gd name="T100" fmla="*/ 28 w 3485"/>
                <a:gd name="T101" fmla="*/ 21 h 3490"/>
                <a:gd name="T102" fmla="*/ 27 w 3485"/>
                <a:gd name="T103" fmla="*/ 23 h 3490"/>
                <a:gd name="T104" fmla="*/ 26 w 3485"/>
                <a:gd name="T105" fmla="*/ 24 h 3490"/>
                <a:gd name="T106" fmla="*/ 24 w 3485"/>
                <a:gd name="T107" fmla="*/ 23 h 3490"/>
                <a:gd name="T108" fmla="*/ 24 w 3485"/>
                <a:gd name="T109" fmla="*/ 20 h 3490"/>
                <a:gd name="T110" fmla="*/ 25 w 3485"/>
                <a:gd name="T111" fmla="*/ 18 h 3490"/>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w 3485"/>
                <a:gd name="T169" fmla="*/ 0 h 3490"/>
                <a:gd name="T170" fmla="*/ 3485 w 3485"/>
                <a:gd name="T171" fmla="*/ 3490 h 3490"/>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T168" t="T169" r="T170" b="T171"/>
              <a:pathLst>
                <a:path w="3485" h="3490">
                  <a:moveTo>
                    <a:pt x="1754" y="0"/>
                  </a:moveTo>
                  <a:lnTo>
                    <a:pt x="1797" y="2"/>
                  </a:lnTo>
                  <a:lnTo>
                    <a:pt x="1840" y="5"/>
                  </a:lnTo>
                  <a:lnTo>
                    <a:pt x="1881" y="12"/>
                  </a:lnTo>
                  <a:lnTo>
                    <a:pt x="1921" y="20"/>
                  </a:lnTo>
                  <a:lnTo>
                    <a:pt x="1959" y="31"/>
                  </a:lnTo>
                  <a:lnTo>
                    <a:pt x="1994" y="44"/>
                  </a:lnTo>
                  <a:lnTo>
                    <a:pt x="2028" y="59"/>
                  </a:lnTo>
                  <a:lnTo>
                    <a:pt x="2058" y="74"/>
                  </a:lnTo>
                  <a:lnTo>
                    <a:pt x="2086" y="93"/>
                  </a:lnTo>
                  <a:lnTo>
                    <a:pt x="2111" y="113"/>
                  </a:lnTo>
                  <a:lnTo>
                    <a:pt x="2132" y="133"/>
                  </a:lnTo>
                  <a:lnTo>
                    <a:pt x="2151" y="155"/>
                  </a:lnTo>
                  <a:lnTo>
                    <a:pt x="2165" y="179"/>
                  </a:lnTo>
                  <a:lnTo>
                    <a:pt x="2175" y="203"/>
                  </a:lnTo>
                  <a:lnTo>
                    <a:pt x="2182" y="229"/>
                  </a:lnTo>
                  <a:lnTo>
                    <a:pt x="2185" y="255"/>
                  </a:lnTo>
                  <a:lnTo>
                    <a:pt x="2182" y="281"/>
                  </a:lnTo>
                  <a:lnTo>
                    <a:pt x="2175" y="305"/>
                  </a:lnTo>
                  <a:lnTo>
                    <a:pt x="2165" y="330"/>
                  </a:lnTo>
                  <a:lnTo>
                    <a:pt x="2151" y="353"/>
                  </a:lnTo>
                  <a:lnTo>
                    <a:pt x="2132" y="376"/>
                  </a:lnTo>
                  <a:lnTo>
                    <a:pt x="2111" y="397"/>
                  </a:lnTo>
                  <a:lnTo>
                    <a:pt x="2086" y="417"/>
                  </a:lnTo>
                  <a:lnTo>
                    <a:pt x="2058" y="434"/>
                  </a:lnTo>
                  <a:lnTo>
                    <a:pt x="2028" y="451"/>
                  </a:lnTo>
                  <a:lnTo>
                    <a:pt x="1994" y="466"/>
                  </a:lnTo>
                  <a:lnTo>
                    <a:pt x="1959" y="479"/>
                  </a:lnTo>
                  <a:lnTo>
                    <a:pt x="1921" y="489"/>
                  </a:lnTo>
                  <a:lnTo>
                    <a:pt x="1881" y="498"/>
                  </a:lnTo>
                  <a:lnTo>
                    <a:pt x="1840" y="505"/>
                  </a:lnTo>
                  <a:lnTo>
                    <a:pt x="1797" y="508"/>
                  </a:lnTo>
                  <a:lnTo>
                    <a:pt x="1754" y="509"/>
                  </a:lnTo>
                  <a:lnTo>
                    <a:pt x="1710" y="508"/>
                  </a:lnTo>
                  <a:lnTo>
                    <a:pt x="1667" y="505"/>
                  </a:lnTo>
                  <a:lnTo>
                    <a:pt x="1626" y="498"/>
                  </a:lnTo>
                  <a:lnTo>
                    <a:pt x="1586" y="489"/>
                  </a:lnTo>
                  <a:lnTo>
                    <a:pt x="1548" y="479"/>
                  </a:lnTo>
                  <a:lnTo>
                    <a:pt x="1512" y="466"/>
                  </a:lnTo>
                  <a:lnTo>
                    <a:pt x="1479" y="451"/>
                  </a:lnTo>
                  <a:lnTo>
                    <a:pt x="1449" y="434"/>
                  </a:lnTo>
                  <a:lnTo>
                    <a:pt x="1421" y="417"/>
                  </a:lnTo>
                  <a:lnTo>
                    <a:pt x="1395" y="397"/>
                  </a:lnTo>
                  <a:lnTo>
                    <a:pt x="1374" y="376"/>
                  </a:lnTo>
                  <a:lnTo>
                    <a:pt x="1355" y="353"/>
                  </a:lnTo>
                  <a:lnTo>
                    <a:pt x="1341" y="330"/>
                  </a:lnTo>
                  <a:lnTo>
                    <a:pt x="1331" y="305"/>
                  </a:lnTo>
                  <a:lnTo>
                    <a:pt x="1324" y="281"/>
                  </a:lnTo>
                  <a:lnTo>
                    <a:pt x="1321" y="255"/>
                  </a:lnTo>
                  <a:lnTo>
                    <a:pt x="1324" y="229"/>
                  </a:lnTo>
                  <a:lnTo>
                    <a:pt x="1331" y="203"/>
                  </a:lnTo>
                  <a:lnTo>
                    <a:pt x="1341" y="179"/>
                  </a:lnTo>
                  <a:lnTo>
                    <a:pt x="1355" y="155"/>
                  </a:lnTo>
                  <a:lnTo>
                    <a:pt x="1374" y="133"/>
                  </a:lnTo>
                  <a:lnTo>
                    <a:pt x="1395" y="113"/>
                  </a:lnTo>
                  <a:lnTo>
                    <a:pt x="1421" y="93"/>
                  </a:lnTo>
                  <a:lnTo>
                    <a:pt x="1449" y="74"/>
                  </a:lnTo>
                  <a:lnTo>
                    <a:pt x="1479" y="59"/>
                  </a:lnTo>
                  <a:lnTo>
                    <a:pt x="1512" y="44"/>
                  </a:lnTo>
                  <a:lnTo>
                    <a:pt x="1548" y="31"/>
                  </a:lnTo>
                  <a:lnTo>
                    <a:pt x="1586" y="20"/>
                  </a:lnTo>
                  <a:lnTo>
                    <a:pt x="1626" y="12"/>
                  </a:lnTo>
                  <a:lnTo>
                    <a:pt x="1667" y="5"/>
                  </a:lnTo>
                  <a:lnTo>
                    <a:pt x="1710" y="2"/>
                  </a:lnTo>
                  <a:lnTo>
                    <a:pt x="1754" y="0"/>
                  </a:lnTo>
                  <a:close/>
                  <a:moveTo>
                    <a:pt x="239" y="786"/>
                  </a:moveTo>
                  <a:lnTo>
                    <a:pt x="263" y="788"/>
                  </a:lnTo>
                  <a:lnTo>
                    <a:pt x="287" y="794"/>
                  </a:lnTo>
                  <a:lnTo>
                    <a:pt x="309" y="805"/>
                  </a:lnTo>
                  <a:lnTo>
                    <a:pt x="331" y="819"/>
                  </a:lnTo>
                  <a:lnTo>
                    <a:pt x="352" y="836"/>
                  </a:lnTo>
                  <a:lnTo>
                    <a:pt x="372" y="857"/>
                  </a:lnTo>
                  <a:lnTo>
                    <a:pt x="390" y="882"/>
                  </a:lnTo>
                  <a:lnTo>
                    <a:pt x="407" y="909"/>
                  </a:lnTo>
                  <a:lnTo>
                    <a:pt x="423" y="940"/>
                  </a:lnTo>
                  <a:lnTo>
                    <a:pt x="437" y="971"/>
                  </a:lnTo>
                  <a:lnTo>
                    <a:pt x="448" y="1006"/>
                  </a:lnTo>
                  <a:lnTo>
                    <a:pt x="459" y="1043"/>
                  </a:lnTo>
                  <a:lnTo>
                    <a:pt x="467" y="1081"/>
                  </a:lnTo>
                  <a:lnTo>
                    <a:pt x="473" y="1121"/>
                  </a:lnTo>
                  <a:lnTo>
                    <a:pt x="476" y="1163"/>
                  </a:lnTo>
                  <a:lnTo>
                    <a:pt x="478" y="1206"/>
                  </a:lnTo>
                  <a:lnTo>
                    <a:pt x="476" y="1248"/>
                  </a:lnTo>
                  <a:lnTo>
                    <a:pt x="473" y="1290"/>
                  </a:lnTo>
                  <a:lnTo>
                    <a:pt x="467" y="1330"/>
                  </a:lnTo>
                  <a:lnTo>
                    <a:pt x="459" y="1367"/>
                  </a:lnTo>
                  <a:lnTo>
                    <a:pt x="448" y="1405"/>
                  </a:lnTo>
                  <a:lnTo>
                    <a:pt x="437" y="1439"/>
                  </a:lnTo>
                  <a:lnTo>
                    <a:pt x="423" y="1472"/>
                  </a:lnTo>
                  <a:lnTo>
                    <a:pt x="407" y="1501"/>
                  </a:lnTo>
                  <a:lnTo>
                    <a:pt x="390" y="1528"/>
                  </a:lnTo>
                  <a:lnTo>
                    <a:pt x="372" y="1553"/>
                  </a:lnTo>
                  <a:lnTo>
                    <a:pt x="352" y="1574"/>
                  </a:lnTo>
                  <a:lnTo>
                    <a:pt x="331" y="1591"/>
                  </a:lnTo>
                  <a:lnTo>
                    <a:pt x="309" y="1605"/>
                  </a:lnTo>
                  <a:lnTo>
                    <a:pt x="287" y="1616"/>
                  </a:lnTo>
                  <a:lnTo>
                    <a:pt x="263" y="1622"/>
                  </a:lnTo>
                  <a:lnTo>
                    <a:pt x="239" y="1624"/>
                  </a:lnTo>
                  <a:lnTo>
                    <a:pt x="214" y="1622"/>
                  </a:lnTo>
                  <a:lnTo>
                    <a:pt x="191" y="1616"/>
                  </a:lnTo>
                  <a:lnTo>
                    <a:pt x="168" y="1605"/>
                  </a:lnTo>
                  <a:lnTo>
                    <a:pt x="146" y="1591"/>
                  </a:lnTo>
                  <a:lnTo>
                    <a:pt x="125" y="1574"/>
                  </a:lnTo>
                  <a:lnTo>
                    <a:pt x="105" y="1553"/>
                  </a:lnTo>
                  <a:lnTo>
                    <a:pt x="87" y="1528"/>
                  </a:lnTo>
                  <a:lnTo>
                    <a:pt x="70" y="1501"/>
                  </a:lnTo>
                  <a:lnTo>
                    <a:pt x="55" y="1472"/>
                  </a:lnTo>
                  <a:lnTo>
                    <a:pt x="41" y="1439"/>
                  </a:lnTo>
                  <a:lnTo>
                    <a:pt x="29" y="1405"/>
                  </a:lnTo>
                  <a:lnTo>
                    <a:pt x="18" y="1367"/>
                  </a:lnTo>
                  <a:lnTo>
                    <a:pt x="10" y="1330"/>
                  </a:lnTo>
                  <a:lnTo>
                    <a:pt x="4" y="1290"/>
                  </a:lnTo>
                  <a:lnTo>
                    <a:pt x="1" y="1248"/>
                  </a:lnTo>
                  <a:lnTo>
                    <a:pt x="0" y="1206"/>
                  </a:lnTo>
                  <a:lnTo>
                    <a:pt x="1" y="1163"/>
                  </a:lnTo>
                  <a:lnTo>
                    <a:pt x="4" y="1121"/>
                  </a:lnTo>
                  <a:lnTo>
                    <a:pt x="10" y="1081"/>
                  </a:lnTo>
                  <a:lnTo>
                    <a:pt x="18" y="1043"/>
                  </a:lnTo>
                  <a:lnTo>
                    <a:pt x="29" y="1006"/>
                  </a:lnTo>
                  <a:lnTo>
                    <a:pt x="41" y="971"/>
                  </a:lnTo>
                  <a:lnTo>
                    <a:pt x="55" y="940"/>
                  </a:lnTo>
                  <a:lnTo>
                    <a:pt x="70" y="909"/>
                  </a:lnTo>
                  <a:lnTo>
                    <a:pt x="87" y="882"/>
                  </a:lnTo>
                  <a:lnTo>
                    <a:pt x="105" y="857"/>
                  </a:lnTo>
                  <a:lnTo>
                    <a:pt x="125" y="836"/>
                  </a:lnTo>
                  <a:lnTo>
                    <a:pt x="146" y="819"/>
                  </a:lnTo>
                  <a:lnTo>
                    <a:pt x="168" y="805"/>
                  </a:lnTo>
                  <a:lnTo>
                    <a:pt x="191" y="794"/>
                  </a:lnTo>
                  <a:lnTo>
                    <a:pt x="214" y="788"/>
                  </a:lnTo>
                  <a:lnTo>
                    <a:pt x="239" y="786"/>
                  </a:lnTo>
                  <a:close/>
                  <a:moveTo>
                    <a:pt x="1119" y="2495"/>
                  </a:moveTo>
                  <a:lnTo>
                    <a:pt x="1143" y="2498"/>
                  </a:lnTo>
                  <a:lnTo>
                    <a:pt x="1167" y="2504"/>
                  </a:lnTo>
                  <a:lnTo>
                    <a:pt x="1190" y="2514"/>
                  </a:lnTo>
                  <a:lnTo>
                    <a:pt x="1211" y="2528"/>
                  </a:lnTo>
                  <a:lnTo>
                    <a:pt x="1232" y="2546"/>
                  </a:lnTo>
                  <a:lnTo>
                    <a:pt x="1252" y="2567"/>
                  </a:lnTo>
                  <a:lnTo>
                    <a:pt x="1271" y="2592"/>
                  </a:lnTo>
                  <a:lnTo>
                    <a:pt x="1288" y="2618"/>
                  </a:lnTo>
                  <a:lnTo>
                    <a:pt x="1304" y="2648"/>
                  </a:lnTo>
                  <a:lnTo>
                    <a:pt x="1318" y="2681"/>
                  </a:lnTo>
                  <a:lnTo>
                    <a:pt x="1329" y="2715"/>
                  </a:lnTo>
                  <a:lnTo>
                    <a:pt x="1340" y="2752"/>
                  </a:lnTo>
                  <a:lnTo>
                    <a:pt x="1348" y="2790"/>
                  </a:lnTo>
                  <a:lnTo>
                    <a:pt x="1354" y="2830"/>
                  </a:lnTo>
                  <a:lnTo>
                    <a:pt x="1358" y="2872"/>
                  </a:lnTo>
                  <a:lnTo>
                    <a:pt x="1359" y="2914"/>
                  </a:lnTo>
                  <a:lnTo>
                    <a:pt x="1358" y="2956"/>
                  </a:lnTo>
                  <a:lnTo>
                    <a:pt x="1354" y="2998"/>
                  </a:lnTo>
                  <a:lnTo>
                    <a:pt x="1348" y="3038"/>
                  </a:lnTo>
                  <a:lnTo>
                    <a:pt x="1340" y="3077"/>
                  </a:lnTo>
                  <a:lnTo>
                    <a:pt x="1329" y="3113"/>
                  </a:lnTo>
                  <a:lnTo>
                    <a:pt x="1318" y="3147"/>
                  </a:lnTo>
                  <a:lnTo>
                    <a:pt x="1304" y="3180"/>
                  </a:lnTo>
                  <a:lnTo>
                    <a:pt x="1288" y="3209"/>
                  </a:lnTo>
                  <a:lnTo>
                    <a:pt x="1271" y="3238"/>
                  </a:lnTo>
                  <a:lnTo>
                    <a:pt x="1252" y="3261"/>
                  </a:lnTo>
                  <a:lnTo>
                    <a:pt x="1232" y="3282"/>
                  </a:lnTo>
                  <a:lnTo>
                    <a:pt x="1211" y="3301"/>
                  </a:lnTo>
                  <a:lnTo>
                    <a:pt x="1190" y="3315"/>
                  </a:lnTo>
                  <a:lnTo>
                    <a:pt x="1167" y="3325"/>
                  </a:lnTo>
                  <a:lnTo>
                    <a:pt x="1143" y="3331"/>
                  </a:lnTo>
                  <a:lnTo>
                    <a:pt x="1119" y="3334"/>
                  </a:lnTo>
                  <a:lnTo>
                    <a:pt x="1094" y="3331"/>
                  </a:lnTo>
                  <a:lnTo>
                    <a:pt x="1070" y="3325"/>
                  </a:lnTo>
                  <a:lnTo>
                    <a:pt x="1048" y="3315"/>
                  </a:lnTo>
                  <a:lnTo>
                    <a:pt x="1026" y="3301"/>
                  </a:lnTo>
                  <a:lnTo>
                    <a:pt x="1005" y="3282"/>
                  </a:lnTo>
                  <a:lnTo>
                    <a:pt x="985" y="3261"/>
                  </a:lnTo>
                  <a:lnTo>
                    <a:pt x="967" y="3238"/>
                  </a:lnTo>
                  <a:lnTo>
                    <a:pt x="950" y="3209"/>
                  </a:lnTo>
                  <a:lnTo>
                    <a:pt x="935" y="3180"/>
                  </a:lnTo>
                  <a:lnTo>
                    <a:pt x="921" y="3147"/>
                  </a:lnTo>
                  <a:lnTo>
                    <a:pt x="909" y="3113"/>
                  </a:lnTo>
                  <a:lnTo>
                    <a:pt x="898" y="3077"/>
                  </a:lnTo>
                  <a:lnTo>
                    <a:pt x="890" y="3038"/>
                  </a:lnTo>
                  <a:lnTo>
                    <a:pt x="884" y="2998"/>
                  </a:lnTo>
                  <a:lnTo>
                    <a:pt x="881" y="2956"/>
                  </a:lnTo>
                  <a:lnTo>
                    <a:pt x="880" y="2914"/>
                  </a:lnTo>
                  <a:lnTo>
                    <a:pt x="881" y="2872"/>
                  </a:lnTo>
                  <a:lnTo>
                    <a:pt x="884" y="2830"/>
                  </a:lnTo>
                  <a:lnTo>
                    <a:pt x="890" y="2790"/>
                  </a:lnTo>
                  <a:lnTo>
                    <a:pt x="898" y="2752"/>
                  </a:lnTo>
                  <a:lnTo>
                    <a:pt x="909" y="2715"/>
                  </a:lnTo>
                  <a:lnTo>
                    <a:pt x="921" y="2681"/>
                  </a:lnTo>
                  <a:lnTo>
                    <a:pt x="935" y="2648"/>
                  </a:lnTo>
                  <a:lnTo>
                    <a:pt x="950" y="2618"/>
                  </a:lnTo>
                  <a:lnTo>
                    <a:pt x="967" y="2592"/>
                  </a:lnTo>
                  <a:lnTo>
                    <a:pt x="985" y="2567"/>
                  </a:lnTo>
                  <a:lnTo>
                    <a:pt x="1005" y="2546"/>
                  </a:lnTo>
                  <a:lnTo>
                    <a:pt x="1026" y="2528"/>
                  </a:lnTo>
                  <a:lnTo>
                    <a:pt x="1048" y="2514"/>
                  </a:lnTo>
                  <a:lnTo>
                    <a:pt x="1070" y="2504"/>
                  </a:lnTo>
                  <a:lnTo>
                    <a:pt x="1094" y="2498"/>
                  </a:lnTo>
                  <a:lnTo>
                    <a:pt x="1119" y="2495"/>
                  </a:lnTo>
                  <a:close/>
                  <a:moveTo>
                    <a:pt x="2380" y="2651"/>
                  </a:moveTo>
                  <a:lnTo>
                    <a:pt x="2405" y="2654"/>
                  </a:lnTo>
                  <a:lnTo>
                    <a:pt x="2428" y="2660"/>
                  </a:lnTo>
                  <a:lnTo>
                    <a:pt x="2452" y="2670"/>
                  </a:lnTo>
                  <a:lnTo>
                    <a:pt x="2473" y="2684"/>
                  </a:lnTo>
                  <a:lnTo>
                    <a:pt x="2494" y="2703"/>
                  </a:lnTo>
                  <a:lnTo>
                    <a:pt x="2514" y="2724"/>
                  </a:lnTo>
                  <a:lnTo>
                    <a:pt x="2533" y="2747"/>
                  </a:lnTo>
                  <a:lnTo>
                    <a:pt x="2550" y="2774"/>
                  </a:lnTo>
                  <a:lnTo>
                    <a:pt x="2565" y="2805"/>
                  </a:lnTo>
                  <a:lnTo>
                    <a:pt x="2580" y="2838"/>
                  </a:lnTo>
                  <a:lnTo>
                    <a:pt x="2591" y="2872"/>
                  </a:lnTo>
                  <a:lnTo>
                    <a:pt x="2602" y="2908"/>
                  </a:lnTo>
                  <a:lnTo>
                    <a:pt x="2610" y="2947"/>
                  </a:lnTo>
                  <a:lnTo>
                    <a:pt x="2616" y="2987"/>
                  </a:lnTo>
                  <a:lnTo>
                    <a:pt x="2619" y="3029"/>
                  </a:lnTo>
                  <a:lnTo>
                    <a:pt x="2621" y="3071"/>
                  </a:lnTo>
                  <a:lnTo>
                    <a:pt x="2619" y="3113"/>
                  </a:lnTo>
                  <a:lnTo>
                    <a:pt x="2616" y="3155"/>
                  </a:lnTo>
                  <a:lnTo>
                    <a:pt x="2610" y="3195"/>
                  </a:lnTo>
                  <a:lnTo>
                    <a:pt x="2602" y="3233"/>
                  </a:lnTo>
                  <a:lnTo>
                    <a:pt x="2591" y="3270"/>
                  </a:lnTo>
                  <a:lnTo>
                    <a:pt x="2580" y="3304"/>
                  </a:lnTo>
                  <a:lnTo>
                    <a:pt x="2565" y="3337"/>
                  </a:lnTo>
                  <a:lnTo>
                    <a:pt x="2550" y="3367"/>
                  </a:lnTo>
                  <a:lnTo>
                    <a:pt x="2533" y="3393"/>
                  </a:lnTo>
                  <a:lnTo>
                    <a:pt x="2514" y="3418"/>
                  </a:lnTo>
                  <a:lnTo>
                    <a:pt x="2494" y="3439"/>
                  </a:lnTo>
                  <a:lnTo>
                    <a:pt x="2473" y="3457"/>
                  </a:lnTo>
                  <a:lnTo>
                    <a:pt x="2452" y="3471"/>
                  </a:lnTo>
                  <a:lnTo>
                    <a:pt x="2428" y="3481"/>
                  </a:lnTo>
                  <a:lnTo>
                    <a:pt x="2405" y="3487"/>
                  </a:lnTo>
                  <a:lnTo>
                    <a:pt x="2380" y="3490"/>
                  </a:lnTo>
                  <a:lnTo>
                    <a:pt x="2356" y="3487"/>
                  </a:lnTo>
                  <a:lnTo>
                    <a:pt x="2332" y="3481"/>
                  </a:lnTo>
                  <a:lnTo>
                    <a:pt x="2310" y="3471"/>
                  </a:lnTo>
                  <a:lnTo>
                    <a:pt x="2288" y="3457"/>
                  </a:lnTo>
                  <a:lnTo>
                    <a:pt x="2267" y="3439"/>
                  </a:lnTo>
                  <a:lnTo>
                    <a:pt x="2248" y="3418"/>
                  </a:lnTo>
                  <a:lnTo>
                    <a:pt x="2229" y="3393"/>
                  </a:lnTo>
                  <a:lnTo>
                    <a:pt x="2212" y="3367"/>
                  </a:lnTo>
                  <a:lnTo>
                    <a:pt x="2196" y="3337"/>
                  </a:lnTo>
                  <a:lnTo>
                    <a:pt x="2182" y="3304"/>
                  </a:lnTo>
                  <a:lnTo>
                    <a:pt x="2171" y="3270"/>
                  </a:lnTo>
                  <a:lnTo>
                    <a:pt x="2160" y="3233"/>
                  </a:lnTo>
                  <a:lnTo>
                    <a:pt x="2152" y="3195"/>
                  </a:lnTo>
                  <a:lnTo>
                    <a:pt x="2146" y="3155"/>
                  </a:lnTo>
                  <a:lnTo>
                    <a:pt x="2142" y="3113"/>
                  </a:lnTo>
                  <a:lnTo>
                    <a:pt x="2141" y="3071"/>
                  </a:lnTo>
                  <a:lnTo>
                    <a:pt x="2142" y="3029"/>
                  </a:lnTo>
                  <a:lnTo>
                    <a:pt x="2146" y="2987"/>
                  </a:lnTo>
                  <a:lnTo>
                    <a:pt x="2152" y="2947"/>
                  </a:lnTo>
                  <a:lnTo>
                    <a:pt x="2160" y="2908"/>
                  </a:lnTo>
                  <a:lnTo>
                    <a:pt x="2171" y="2872"/>
                  </a:lnTo>
                  <a:lnTo>
                    <a:pt x="2182" y="2838"/>
                  </a:lnTo>
                  <a:lnTo>
                    <a:pt x="2196" y="2805"/>
                  </a:lnTo>
                  <a:lnTo>
                    <a:pt x="2212" y="2774"/>
                  </a:lnTo>
                  <a:lnTo>
                    <a:pt x="2229" y="2747"/>
                  </a:lnTo>
                  <a:lnTo>
                    <a:pt x="2248" y="2724"/>
                  </a:lnTo>
                  <a:lnTo>
                    <a:pt x="2267" y="2703"/>
                  </a:lnTo>
                  <a:lnTo>
                    <a:pt x="2288" y="2684"/>
                  </a:lnTo>
                  <a:lnTo>
                    <a:pt x="2310" y="2670"/>
                  </a:lnTo>
                  <a:lnTo>
                    <a:pt x="2332" y="2660"/>
                  </a:lnTo>
                  <a:lnTo>
                    <a:pt x="2356" y="2654"/>
                  </a:lnTo>
                  <a:lnTo>
                    <a:pt x="2380" y="2651"/>
                  </a:lnTo>
                  <a:close/>
                  <a:moveTo>
                    <a:pt x="2342" y="1355"/>
                  </a:moveTo>
                  <a:lnTo>
                    <a:pt x="2366" y="1357"/>
                  </a:lnTo>
                  <a:lnTo>
                    <a:pt x="2390" y="1363"/>
                  </a:lnTo>
                  <a:lnTo>
                    <a:pt x="2412" y="1373"/>
                  </a:lnTo>
                  <a:lnTo>
                    <a:pt x="2434" y="1387"/>
                  </a:lnTo>
                  <a:lnTo>
                    <a:pt x="2455" y="1405"/>
                  </a:lnTo>
                  <a:lnTo>
                    <a:pt x="2475" y="1426"/>
                  </a:lnTo>
                  <a:lnTo>
                    <a:pt x="2493" y="1451"/>
                  </a:lnTo>
                  <a:lnTo>
                    <a:pt x="2510" y="1478"/>
                  </a:lnTo>
                  <a:lnTo>
                    <a:pt x="2526" y="1507"/>
                  </a:lnTo>
                  <a:lnTo>
                    <a:pt x="2540" y="1540"/>
                  </a:lnTo>
                  <a:lnTo>
                    <a:pt x="2551" y="1574"/>
                  </a:lnTo>
                  <a:lnTo>
                    <a:pt x="2562" y="1611"/>
                  </a:lnTo>
                  <a:lnTo>
                    <a:pt x="2570" y="1649"/>
                  </a:lnTo>
                  <a:lnTo>
                    <a:pt x="2576" y="1689"/>
                  </a:lnTo>
                  <a:lnTo>
                    <a:pt x="2580" y="1731"/>
                  </a:lnTo>
                  <a:lnTo>
                    <a:pt x="2581" y="1773"/>
                  </a:lnTo>
                  <a:lnTo>
                    <a:pt x="2580" y="1815"/>
                  </a:lnTo>
                  <a:lnTo>
                    <a:pt x="2576" y="1858"/>
                  </a:lnTo>
                  <a:lnTo>
                    <a:pt x="2570" y="1897"/>
                  </a:lnTo>
                  <a:lnTo>
                    <a:pt x="2562" y="1936"/>
                  </a:lnTo>
                  <a:lnTo>
                    <a:pt x="2551" y="1972"/>
                  </a:lnTo>
                  <a:lnTo>
                    <a:pt x="2540" y="2008"/>
                  </a:lnTo>
                  <a:lnTo>
                    <a:pt x="2526" y="2039"/>
                  </a:lnTo>
                  <a:lnTo>
                    <a:pt x="2510" y="2070"/>
                  </a:lnTo>
                  <a:lnTo>
                    <a:pt x="2493" y="2097"/>
                  </a:lnTo>
                  <a:lnTo>
                    <a:pt x="2475" y="2121"/>
                  </a:lnTo>
                  <a:lnTo>
                    <a:pt x="2455" y="2142"/>
                  </a:lnTo>
                  <a:lnTo>
                    <a:pt x="2434" y="2160"/>
                  </a:lnTo>
                  <a:lnTo>
                    <a:pt x="2412" y="2174"/>
                  </a:lnTo>
                  <a:lnTo>
                    <a:pt x="2390" y="2185"/>
                  </a:lnTo>
                  <a:lnTo>
                    <a:pt x="2366" y="2191"/>
                  </a:lnTo>
                  <a:lnTo>
                    <a:pt x="2342" y="2193"/>
                  </a:lnTo>
                  <a:lnTo>
                    <a:pt x="2317" y="2191"/>
                  </a:lnTo>
                  <a:lnTo>
                    <a:pt x="2294" y="2185"/>
                  </a:lnTo>
                  <a:lnTo>
                    <a:pt x="2270" y="2174"/>
                  </a:lnTo>
                  <a:lnTo>
                    <a:pt x="2249" y="2160"/>
                  </a:lnTo>
                  <a:lnTo>
                    <a:pt x="2228" y="2142"/>
                  </a:lnTo>
                  <a:lnTo>
                    <a:pt x="2208" y="2121"/>
                  </a:lnTo>
                  <a:lnTo>
                    <a:pt x="2189" y="2097"/>
                  </a:lnTo>
                  <a:lnTo>
                    <a:pt x="2173" y="2070"/>
                  </a:lnTo>
                  <a:lnTo>
                    <a:pt x="2157" y="2039"/>
                  </a:lnTo>
                  <a:lnTo>
                    <a:pt x="2142" y="2008"/>
                  </a:lnTo>
                  <a:lnTo>
                    <a:pt x="2131" y="1972"/>
                  </a:lnTo>
                  <a:lnTo>
                    <a:pt x="2120" y="1936"/>
                  </a:lnTo>
                  <a:lnTo>
                    <a:pt x="2112" y="1897"/>
                  </a:lnTo>
                  <a:lnTo>
                    <a:pt x="2106" y="1858"/>
                  </a:lnTo>
                  <a:lnTo>
                    <a:pt x="2103" y="1815"/>
                  </a:lnTo>
                  <a:lnTo>
                    <a:pt x="2101" y="1773"/>
                  </a:lnTo>
                  <a:lnTo>
                    <a:pt x="2103" y="1731"/>
                  </a:lnTo>
                  <a:lnTo>
                    <a:pt x="2106" y="1689"/>
                  </a:lnTo>
                  <a:lnTo>
                    <a:pt x="2112" y="1649"/>
                  </a:lnTo>
                  <a:lnTo>
                    <a:pt x="2120" y="1611"/>
                  </a:lnTo>
                  <a:lnTo>
                    <a:pt x="2131" y="1574"/>
                  </a:lnTo>
                  <a:lnTo>
                    <a:pt x="2142" y="1540"/>
                  </a:lnTo>
                  <a:lnTo>
                    <a:pt x="2157" y="1507"/>
                  </a:lnTo>
                  <a:lnTo>
                    <a:pt x="2173" y="1478"/>
                  </a:lnTo>
                  <a:lnTo>
                    <a:pt x="2189" y="1451"/>
                  </a:lnTo>
                  <a:lnTo>
                    <a:pt x="2208" y="1426"/>
                  </a:lnTo>
                  <a:lnTo>
                    <a:pt x="2228" y="1405"/>
                  </a:lnTo>
                  <a:lnTo>
                    <a:pt x="2249" y="1387"/>
                  </a:lnTo>
                  <a:lnTo>
                    <a:pt x="2270" y="1373"/>
                  </a:lnTo>
                  <a:lnTo>
                    <a:pt x="2294" y="1363"/>
                  </a:lnTo>
                  <a:lnTo>
                    <a:pt x="2317" y="1357"/>
                  </a:lnTo>
                  <a:lnTo>
                    <a:pt x="2342" y="1355"/>
                  </a:lnTo>
                  <a:close/>
                  <a:moveTo>
                    <a:pt x="3179" y="819"/>
                  </a:moveTo>
                  <a:lnTo>
                    <a:pt x="3204" y="821"/>
                  </a:lnTo>
                  <a:lnTo>
                    <a:pt x="3227" y="827"/>
                  </a:lnTo>
                  <a:lnTo>
                    <a:pt x="3250" y="838"/>
                  </a:lnTo>
                  <a:lnTo>
                    <a:pt x="3272" y="852"/>
                  </a:lnTo>
                  <a:lnTo>
                    <a:pt x="3293" y="869"/>
                  </a:lnTo>
                  <a:lnTo>
                    <a:pt x="3312" y="890"/>
                  </a:lnTo>
                  <a:lnTo>
                    <a:pt x="3331" y="915"/>
                  </a:lnTo>
                  <a:lnTo>
                    <a:pt x="3348" y="942"/>
                  </a:lnTo>
                  <a:lnTo>
                    <a:pt x="3363" y="971"/>
                  </a:lnTo>
                  <a:lnTo>
                    <a:pt x="3377" y="1004"/>
                  </a:lnTo>
                  <a:lnTo>
                    <a:pt x="3389" y="1038"/>
                  </a:lnTo>
                  <a:lnTo>
                    <a:pt x="3400" y="1076"/>
                  </a:lnTo>
                  <a:lnTo>
                    <a:pt x="3408" y="1113"/>
                  </a:lnTo>
                  <a:lnTo>
                    <a:pt x="3414" y="1153"/>
                  </a:lnTo>
                  <a:lnTo>
                    <a:pt x="3417" y="1195"/>
                  </a:lnTo>
                  <a:lnTo>
                    <a:pt x="3418" y="1237"/>
                  </a:lnTo>
                  <a:lnTo>
                    <a:pt x="3417" y="1280"/>
                  </a:lnTo>
                  <a:lnTo>
                    <a:pt x="3414" y="1322"/>
                  </a:lnTo>
                  <a:lnTo>
                    <a:pt x="3408" y="1362"/>
                  </a:lnTo>
                  <a:lnTo>
                    <a:pt x="3400" y="1399"/>
                  </a:lnTo>
                  <a:lnTo>
                    <a:pt x="3389" y="1437"/>
                  </a:lnTo>
                  <a:lnTo>
                    <a:pt x="3377" y="1471"/>
                  </a:lnTo>
                  <a:lnTo>
                    <a:pt x="3363" y="1503"/>
                  </a:lnTo>
                  <a:lnTo>
                    <a:pt x="3348" y="1533"/>
                  </a:lnTo>
                  <a:lnTo>
                    <a:pt x="3331" y="1560"/>
                  </a:lnTo>
                  <a:lnTo>
                    <a:pt x="3312" y="1584"/>
                  </a:lnTo>
                  <a:lnTo>
                    <a:pt x="3293" y="1605"/>
                  </a:lnTo>
                  <a:lnTo>
                    <a:pt x="3272" y="1623"/>
                  </a:lnTo>
                  <a:lnTo>
                    <a:pt x="3250" y="1637"/>
                  </a:lnTo>
                  <a:lnTo>
                    <a:pt x="3227" y="1648"/>
                  </a:lnTo>
                  <a:lnTo>
                    <a:pt x="3204" y="1654"/>
                  </a:lnTo>
                  <a:lnTo>
                    <a:pt x="3179" y="1656"/>
                  </a:lnTo>
                  <a:lnTo>
                    <a:pt x="3155" y="1654"/>
                  </a:lnTo>
                  <a:lnTo>
                    <a:pt x="3131" y="1648"/>
                  </a:lnTo>
                  <a:lnTo>
                    <a:pt x="3108" y="1637"/>
                  </a:lnTo>
                  <a:lnTo>
                    <a:pt x="3087" y="1623"/>
                  </a:lnTo>
                  <a:lnTo>
                    <a:pt x="3066" y="1605"/>
                  </a:lnTo>
                  <a:lnTo>
                    <a:pt x="3046" y="1584"/>
                  </a:lnTo>
                  <a:lnTo>
                    <a:pt x="3027" y="1560"/>
                  </a:lnTo>
                  <a:lnTo>
                    <a:pt x="3011" y="1533"/>
                  </a:lnTo>
                  <a:lnTo>
                    <a:pt x="2994" y="1503"/>
                  </a:lnTo>
                  <a:lnTo>
                    <a:pt x="2980" y="1471"/>
                  </a:lnTo>
                  <a:lnTo>
                    <a:pt x="2968" y="1437"/>
                  </a:lnTo>
                  <a:lnTo>
                    <a:pt x="2958" y="1399"/>
                  </a:lnTo>
                  <a:lnTo>
                    <a:pt x="2950" y="1362"/>
                  </a:lnTo>
                  <a:lnTo>
                    <a:pt x="2944" y="1322"/>
                  </a:lnTo>
                  <a:lnTo>
                    <a:pt x="2940" y="1280"/>
                  </a:lnTo>
                  <a:lnTo>
                    <a:pt x="2939" y="1237"/>
                  </a:lnTo>
                  <a:lnTo>
                    <a:pt x="2940" y="1195"/>
                  </a:lnTo>
                  <a:lnTo>
                    <a:pt x="2944" y="1153"/>
                  </a:lnTo>
                  <a:lnTo>
                    <a:pt x="2950" y="1113"/>
                  </a:lnTo>
                  <a:lnTo>
                    <a:pt x="2958" y="1076"/>
                  </a:lnTo>
                  <a:lnTo>
                    <a:pt x="2968" y="1038"/>
                  </a:lnTo>
                  <a:lnTo>
                    <a:pt x="2980" y="1004"/>
                  </a:lnTo>
                  <a:lnTo>
                    <a:pt x="2994" y="971"/>
                  </a:lnTo>
                  <a:lnTo>
                    <a:pt x="3011" y="942"/>
                  </a:lnTo>
                  <a:lnTo>
                    <a:pt x="3027" y="915"/>
                  </a:lnTo>
                  <a:lnTo>
                    <a:pt x="3046" y="890"/>
                  </a:lnTo>
                  <a:lnTo>
                    <a:pt x="3066" y="869"/>
                  </a:lnTo>
                  <a:lnTo>
                    <a:pt x="3087" y="852"/>
                  </a:lnTo>
                  <a:lnTo>
                    <a:pt x="3108" y="838"/>
                  </a:lnTo>
                  <a:lnTo>
                    <a:pt x="3131" y="827"/>
                  </a:lnTo>
                  <a:lnTo>
                    <a:pt x="3155" y="821"/>
                  </a:lnTo>
                  <a:lnTo>
                    <a:pt x="3179" y="819"/>
                  </a:lnTo>
                  <a:close/>
                  <a:moveTo>
                    <a:pt x="3246" y="2144"/>
                  </a:moveTo>
                  <a:lnTo>
                    <a:pt x="3271" y="2146"/>
                  </a:lnTo>
                  <a:lnTo>
                    <a:pt x="3294" y="2152"/>
                  </a:lnTo>
                  <a:lnTo>
                    <a:pt x="3316" y="2162"/>
                  </a:lnTo>
                  <a:lnTo>
                    <a:pt x="3339" y="2176"/>
                  </a:lnTo>
                  <a:lnTo>
                    <a:pt x="3360" y="2194"/>
                  </a:lnTo>
                  <a:lnTo>
                    <a:pt x="3380" y="2215"/>
                  </a:lnTo>
                  <a:lnTo>
                    <a:pt x="3397" y="2240"/>
                  </a:lnTo>
                  <a:lnTo>
                    <a:pt x="3415" y="2267"/>
                  </a:lnTo>
                  <a:lnTo>
                    <a:pt x="3430" y="2296"/>
                  </a:lnTo>
                  <a:lnTo>
                    <a:pt x="3444" y="2329"/>
                  </a:lnTo>
                  <a:lnTo>
                    <a:pt x="3456" y="2363"/>
                  </a:lnTo>
                  <a:lnTo>
                    <a:pt x="3466" y="2400"/>
                  </a:lnTo>
                  <a:lnTo>
                    <a:pt x="3475" y="2438"/>
                  </a:lnTo>
                  <a:lnTo>
                    <a:pt x="3480" y="2478"/>
                  </a:lnTo>
                  <a:lnTo>
                    <a:pt x="3484" y="2520"/>
                  </a:lnTo>
                  <a:lnTo>
                    <a:pt x="3485" y="2562"/>
                  </a:lnTo>
                  <a:lnTo>
                    <a:pt x="3484" y="2604"/>
                  </a:lnTo>
                  <a:lnTo>
                    <a:pt x="3480" y="2647"/>
                  </a:lnTo>
                  <a:lnTo>
                    <a:pt x="3475" y="2686"/>
                  </a:lnTo>
                  <a:lnTo>
                    <a:pt x="3466" y="2725"/>
                  </a:lnTo>
                  <a:lnTo>
                    <a:pt x="3456" y="2762"/>
                  </a:lnTo>
                  <a:lnTo>
                    <a:pt x="3444" y="2796"/>
                  </a:lnTo>
                  <a:lnTo>
                    <a:pt x="3430" y="2828"/>
                  </a:lnTo>
                  <a:lnTo>
                    <a:pt x="3415" y="2858"/>
                  </a:lnTo>
                  <a:lnTo>
                    <a:pt x="3397" y="2886"/>
                  </a:lnTo>
                  <a:lnTo>
                    <a:pt x="3380" y="2909"/>
                  </a:lnTo>
                  <a:lnTo>
                    <a:pt x="3360" y="2930"/>
                  </a:lnTo>
                  <a:lnTo>
                    <a:pt x="3339" y="2949"/>
                  </a:lnTo>
                  <a:lnTo>
                    <a:pt x="3316" y="2963"/>
                  </a:lnTo>
                  <a:lnTo>
                    <a:pt x="3294" y="2974"/>
                  </a:lnTo>
                  <a:lnTo>
                    <a:pt x="3271" y="2980"/>
                  </a:lnTo>
                  <a:lnTo>
                    <a:pt x="3246" y="2982"/>
                  </a:lnTo>
                  <a:lnTo>
                    <a:pt x="3222" y="2980"/>
                  </a:lnTo>
                  <a:lnTo>
                    <a:pt x="3198" y="2974"/>
                  </a:lnTo>
                  <a:lnTo>
                    <a:pt x="3176" y="2963"/>
                  </a:lnTo>
                  <a:lnTo>
                    <a:pt x="3154" y="2949"/>
                  </a:lnTo>
                  <a:lnTo>
                    <a:pt x="3133" y="2930"/>
                  </a:lnTo>
                  <a:lnTo>
                    <a:pt x="3113" y="2909"/>
                  </a:lnTo>
                  <a:lnTo>
                    <a:pt x="3095" y="2886"/>
                  </a:lnTo>
                  <a:lnTo>
                    <a:pt x="3077" y="2858"/>
                  </a:lnTo>
                  <a:lnTo>
                    <a:pt x="3062" y="2828"/>
                  </a:lnTo>
                  <a:lnTo>
                    <a:pt x="3048" y="2796"/>
                  </a:lnTo>
                  <a:lnTo>
                    <a:pt x="3036" y="2762"/>
                  </a:lnTo>
                  <a:lnTo>
                    <a:pt x="3026" y="2725"/>
                  </a:lnTo>
                  <a:lnTo>
                    <a:pt x="3018" y="2686"/>
                  </a:lnTo>
                  <a:lnTo>
                    <a:pt x="3012" y="2647"/>
                  </a:lnTo>
                  <a:lnTo>
                    <a:pt x="3008" y="2604"/>
                  </a:lnTo>
                  <a:lnTo>
                    <a:pt x="3007" y="2562"/>
                  </a:lnTo>
                  <a:lnTo>
                    <a:pt x="3008" y="2520"/>
                  </a:lnTo>
                  <a:lnTo>
                    <a:pt x="3012" y="2478"/>
                  </a:lnTo>
                  <a:lnTo>
                    <a:pt x="3018" y="2438"/>
                  </a:lnTo>
                  <a:lnTo>
                    <a:pt x="3026" y="2400"/>
                  </a:lnTo>
                  <a:lnTo>
                    <a:pt x="3036" y="2363"/>
                  </a:lnTo>
                  <a:lnTo>
                    <a:pt x="3048" y="2329"/>
                  </a:lnTo>
                  <a:lnTo>
                    <a:pt x="3062" y="2296"/>
                  </a:lnTo>
                  <a:lnTo>
                    <a:pt x="3077" y="2267"/>
                  </a:lnTo>
                  <a:lnTo>
                    <a:pt x="3095" y="2240"/>
                  </a:lnTo>
                  <a:lnTo>
                    <a:pt x="3113" y="2215"/>
                  </a:lnTo>
                  <a:lnTo>
                    <a:pt x="3133" y="2194"/>
                  </a:lnTo>
                  <a:lnTo>
                    <a:pt x="3154" y="2176"/>
                  </a:lnTo>
                  <a:lnTo>
                    <a:pt x="3176" y="2162"/>
                  </a:lnTo>
                  <a:lnTo>
                    <a:pt x="3198" y="2152"/>
                  </a:lnTo>
                  <a:lnTo>
                    <a:pt x="3222" y="2146"/>
                  </a:lnTo>
                  <a:lnTo>
                    <a:pt x="3246" y="214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0386" name="Freeform 49"/>
            <p:cNvSpPr>
              <a:spLocks/>
            </p:cNvSpPr>
            <p:nvPr/>
          </p:nvSpPr>
          <p:spPr bwMode="auto">
            <a:xfrm>
              <a:off x="1267" y="1588"/>
              <a:ext cx="87" cy="52"/>
            </a:xfrm>
            <a:custGeom>
              <a:avLst/>
              <a:gdLst>
                <a:gd name="T0" fmla="*/ 3 w 437"/>
                <a:gd name="T1" fmla="*/ 2 h 260"/>
                <a:gd name="T2" fmla="*/ 3 w 437"/>
                <a:gd name="T3" fmla="*/ 2 h 260"/>
                <a:gd name="T4" fmla="*/ 3 w 437"/>
                <a:gd name="T5" fmla="*/ 2 h 260"/>
                <a:gd name="T6" fmla="*/ 3 w 437"/>
                <a:gd name="T7" fmla="*/ 2 h 260"/>
                <a:gd name="T8" fmla="*/ 3 w 437"/>
                <a:gd name="T9" fmla="*/ 1 h 260"/>
                <a:gd name="T10" fmla="*/ 3 w 437"/>
                <a:gd name="T11" fmla="*/ 1 h 260"/>
                <a:gd name="T12" fmla="*/ 3 w 437"/>
                <a:gd name="T13" fmla="*/ 1 h 260"/>
                <a:gd name="T14" fmla="*/ 3 w 437"/>
                <a:gd name="T15" fmla="*/ 1 h 260"/>
                <a:gd name="T16" fmla="*/ 3 w 437"/>
                <a:gd name="T17" fmla="*/ 1 h 260"/>
                <a:gd name="T18" fmla="*/ 2 w 437"/>
                <a:gd name="T19" fmla="*/ 1 h 260"/>
                <a:gd name="T20" fmla="*/ 2 w 437"/>
                <a:gd name="T21" fmla="*/ 0 h 260"/>
                <a:gd name="T22" fmla="*/ 2 w 437"/>
                <a:gd name="T23" fmla="*/ 0 h 260"/>
                <a:gd name="T24" fmla="*/ 2 w 437"/>
                <a:gd name="T25" fmla="*/ 0 h 260"/>
                <a:gd name="T26" fmla="*/ 1 w 437"/>
                <a:gd name="T27" fmla="*/ 0 h 260"/>
                <a:gd name="T28" fmla="*/ 1 w 437"/>
                <a:gd name="T29" fmla="*/ 0 h 260"/>
                <a:gd name="T30" fmla="*/ 1 w 437"/>
                <a:gd name="T31" fmla="*/ 0 h 260"/>
                <a:gd name="T32" fmla="*/ 0 w 437"/>
                <a:gd name="T33" fmla="*/ 0 h 260"/>
                <a:gd name="T34" fmla="*/ 0 w 437"/>
                <a:gd name="T35" fmla="*/ 0 h 260"/>
                <a:gd name="T36" fmla="*/ 0 w 437"/>
                <a:gd name="T37" fmla="*/ 0 h 260"/>
                <a:gd name="T38" fmla="*/ 0 w 437"/>
                <a:gd name="T39" fmla="*/ 0 h 260"/>
                <a:gd name="T40" fmla="*/ 1 w 437"/>
                <a:gd name="T41" fmla="*/ 0 h 260"/>
                <a:gd name="T42" fmla="*/ 1 w 437"/>
                <a:gd name="T43" fmla="*/ 0 h 260"/>
                <a:gd name="T44" fmla="*/ 1 w 437"/>
                <a:gd name="T45" fmla="*/ 0 h 260"/>
                <a:gd name="T46" fmla="*/ 2 w 437"/>
                <a:gd name="T47" fmla="*/ 0 h 260"/>
                <a:gd name="T48" fmla="*/ 2 w 437"/>
                <a:gd name="T49" fmla="*/ 0 h 260"/>
                <a:gd name="T50" fmla="*/ 2 w 437"/>
                <a:gd name="T51" fmla="*/ 1 h 260"/>
                <a:gd name="T52" fmla="*/ 2 w 437"/>
                <a:gd name="T53" fmla="*/ 1 h 260"/>
                <a:gd name="T54" fmla="*/ 3 w 437"/>
                <a:gd name="T55" fmla="*/ 1 h 260"/>
                <a:gd name="T56" fmla="*/ 3 w 437"/>
                <a:gd name="T57" fmla="*/ 1 h 260"/>
                <a:gd name="T58" fmla="*/ 3 w 437"/>
                <a:gd name="T59" fmla="*/ 1 h 260"/>
                <a:gd name="T60" fmla="*/ 3 w 437"/>
                <a:gd name="T61" fmla="*/ 1 h 260"/>
                <a:gd name="T62" fmla="*/ 3 w 437"/>
                <a:gd name="T63" fmla="*/ 1 h 260"/>
                <a:gd name="T64" fmla="*/ 3 w 437"/>
                <a:gd name="T65" fmla="*/ 2 h 260"/>
                <a:gd name="T66" fmla="*/ 3 w 437"/>
                <a:gd name="T67" fmla="*/ 2 h 260"/>
                <a:gd name="T68" fmla="*/ 3 w 437"/>
                <a:gd name="T69" fmla="*/ 2 h 260"/>
                <a:gd name="T70" fmla="*/ 3 w 437"/>
                <a:gd name="T71" fmla="*/ 2 h 260"/>
                <a:gd name="T72" fmla="*/ 3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437" y="260"/>
                  </a:moveTo>
                  <a:lnTo>
                    <a:pt x="437" y="260"/>
                  </a:lnTo>
                  <a:lnTo>
                    <a:pt x="434" y="233"/>
                  </a:lnTo>
                  <a:lnTo>
                    <a:pt x="427" y="206"/>
                  </a:lnTo>
                  <a:lnTo>
                    <a:pt x="417" y="181"/>
                  </a:lnTo>
                  <a:lnTo>
                    <a:pt x="401" y="157"/>
                  </a:lnTo>
                  <a:lnTo>
                    <a:pt x="383" y="133"/>
                  </a:lnTo>
                  <a:lnTo>
                    <a:pt x="360" y="113"/>
                  </a:lnTo>
                  <a:lnTo>
                    <a:pt x="336" y="93"/>
                  </a:lnTo>
                  <a:lnTo>
                    <a:pt x="308" y="73"/>
                  </a:lnTo>
                  <a:lnTo>
                    <a:pt x="276" y="58"/>
                  </a:lnTo>
                  <a:lnTo>
                    <a:pt x="242" y="43"/>
                  </a:lnTo>
                  <a:lnTo>
                    <a:pt x="207" y="30"/>
                  </a:lnTo>
                  <a:lnTo>
                    <a:pt x="168" y="19"/>
                  </a:lnTo>
                  <a:lnTo>
                    <a:pt x="128" y="11"/>
                  </a:lnTo>
                  <a:lnTo>
                    <a:pt x="87" y="4"/>
                  </a:lnTo>
                  <a:lnTo>
                    <a:pt x="43" y="1"/>
                  </a:lnTo>
                  <a:lnTo>
                    <a:pt x="0" y="0"/>
                  </a:lnTo>
                  <a:lnTo>
                    <a:pt x="0" y="11"/>
                  </a:lnTo>
                  <a:lnTo>
                    <a:pt x="43" y="12"/>
                  </a:lnTo>
                  <a:lnTo>
                    <a:pt x="85" y="16"/>
                  </a:lnTo>
                  <a:lnTo>
                    <a:pt x="126" y="23"/>
                  </a:lnTo>
                  <a:lnTo>
                    <a:pt x="166" y="31"/>
                  </a:lnTo>
                  <a:lnTo>
                    <a:pt x="202" y="42"/>
                  </a:lnTo>
                  <a:lnTo>
                    <a:pt x="237" y="55"/>
                  </a:lnTo>
                  <a:lnTo>
                    <a:pt x="271" y="70"/>
                  </a:lnTo>
                  <a:lnTo>
                    <a:pt x="301" y="85"/>
                  </a:lnTo>
                  <a:lnTo>
                    <a:pt x="329" y="103"/>
                  </a:lnTo>
                  <a:lnTo>
                    <a:pt x="353" y="123"/>
                  </a:lnTo>
                  <a:lnTo>
                    <a:pt x="373" y="143"/>
                  </a:lnTo>
                  <a:lnTo>
                    <a:pt x="392" y="164"/>
                  </a:lnTo>
                  <a:lnTo>
                    <a:pt x="405" y="186"/>
                  </a:lnTo>
                  <a:lnTo>
                    <a:pt x="415" y="211"/>
                  </a:lnTo>
                  <a:lnTo>
                    <a:pt x="422" y="235"/>
                  </a:lnTo>
                  <a:lnTo>
                    <a:pt x="425" y="260"/>
                  </a:lnTo>
                  <a:lnTo>
                    <a:pt x="437"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0387" name="Freeform 50"/>
            <p:cNvSpPr>
              <a:spLocks/>
            </p:cNvSpPr>
            <p:nvPr/>
          </p:nvSpPr>
          <p:spPr bwMode="auto">
            <a:xfrm>
              <a:off x="1267" y="1640"/>
              <a:ext cx="87" cy="52"/>
            </a:xfrm>
            <a:custGeom>
              <a:avLst/>
              <a:gdLst>
                <a:gd name="T0" fmla="*/ 0 w 437"/>
                <a:gd name="T1" fmla="*/ 2 h 260"/>
                <a:gd name="T2" fmla="*/ 0 w 437"/>
                <a:gd name="T3" fmla="*/ 2 h 260"/>
                <a:gd name="T4" fmla="*/ 0 w 437"/>
                <a:gd name="T5" fmla="*/ 2 h 260"/>
                <a:gd name="T6" fmla="*/ 1 w 437"/>
                <a:gd name="T7" fmla="*/ 2 h 260"/>
                <a:gd name="T8" fmla="*/ 1 w 437"/>
                <a:gd name="T9" fmla="*/ 2 h 260"/>
                <a:gd name="T10" fmla="*/ 1 w 437"/>
                <a:gd name="T11" fmla="*/ 2 h 260"/>
                <a:gd name="T12" fmla="*/ 2 w 437"/>
                <a:gd name="T13" fmla="*/ 2 h 260"/>
                <a:gd name="T14" fmla="*/ 2 w 437"/>
                <a:gd name="T15" fmla="*/ 2 h 260"/>
                <a:gd name="T16" fmla="*/ 2 w 437"/>
                <a:gd name="T17" fmla="*/ 2 h 260"/>
                <a:gd name="T18" fmla="*/ 2 w 437"/>
                <a:gd name="T19" fmla="*/ 1 h 260"/>
                <a:gd name="T20" fmla="*/ 3 w 437"/>
                <a:gd name="T21" fmla="*/ 1 h 260"/>
                <a:gd name="T22" fmla="*/ 3 w 437"/>
                <a:gd name="T23" fmla="*/ 1 h 260"/>
                <a:gd name="T24" fmla="*/ 3 w 437"/>
                <a:gd name="T25" fmla="*/ 1 h 260"/>
                <a:gd name="T26" fmla="*/ 3 w 437"/>
                <a:gd name="T27" fmla="*/ 1 h 260"/>
                <a:gd name="T28" fmla="*/ 3 w 437"/>
                <a:gd name="T29" fmla="*/ 1 h 260"/>
                <a:gd name="T30" fmla="*/ 3 w 437"/>
                <a:gd name="T31" fmla="*/ 0 h 260"/>
                <a:gd name="T32" fmla="*/ 3 w 437"/>
                <a:gd name="T33" fmla="*/ 0 h 260"/>
                <a:gd name="T34" fmla="*/ 3 w 437"/>
                <a:gd name="T35" fmla="*/ 0 h 260"/>
                <a:gd name="T36" fmla="*/ 3 w 437"/>
                <a:gd name="T37" fmla="*/ 0 h 260"/>
                <a:gd name="T38" fmla="*/ 3 w 437"/>
                <a:gd name="T39" fmla="*/ 0 h 260"/>
                <a:gd name="T40" fmla="*/ 3 w 437"/>
                <a:gd name="T41" fmla="*/ 0 h 260"/>
                <a:gd name="T42" fmla="*/ 3 w 437"/>
                <a:gd name="T43" fmla="*/ 1 h 260"/>
                <a:gd name="T44" fmla="*/ 3 w 437"/>
                <a:gd name="T45" fmla="*/ 1 h 260"/>
                <a:gd name="T46" fmla="*/ 3 w 437"/>
                <a:gd name="T47" fmla="*/ 1 h 260"/>
                <a:gd name="T48" fmla="*/ 3 w 437"/>
                <a:gd name="T49" fmla="*/ 1 h 260"/>
                <a:gd name="T50" fmla="*/ 3 w 437"/>
                <a:gd name="T51" fmla="*/ 1 h 260"/>
                <a:gd name="T52" fmla="*/ 2 w 437"/>
                <a:gd name="T53" fmla="*/ 1 h 260"/>
                <a:gd name="T54" fmla="*/ 2 w 437"/>
                <a:gd name="T55" fmla="*/ 2 h 260"/>
                <a:gd name="T56" fmla="*/ 2 w 437"/>
                <a:gd name="T57" fmla="*/ 2 h 260"/>
                <a:gd name="T58" fmla="*/ 2 w 437"/>
                <a:gd name="T59" fmla="*/ 2 h 260"/>
                <a:gd name="T60" fmla="*/ 1 w 437"/>
                <a:gd name="T61" fmla="*/ 2 h 260"/>
                <a:gd name="T62" fmla="*/ 1 w 437"/>
                <a:gd name="T63" fmla="*/ 2 h 260"/>
                <a:gd name="T64" fmla="*/ 1 w 437"/>
                <a:gd name="T65" fmla="*/ 2 h 260"/>
                <a:gd name="T66" fmla="*/ 0 w 437"/>
                <a:gd name="T67" fmla="*/ 2 h 260"/>
                <a:gd name="T68" fmla="*/ 0 w 437"/>
                <a:gd name="T69" fmla="*/ 2 h 260"/>
                <a:gd name="T70" fmla="*/ 0 w 437"/>
                <a:gd name="T71" fmla="*/ 2 h 260"/>
                <a:gd name="T72" fmla="*/ 0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0" y="260"/>
                  </a:moveTo>
                  <a:lnTo>
                    <a:pt x="0" y="260"/>
                  </a:lnTo>
                  <a:lnTo>
                    <a:pt x="43" y="259"/>
                  </a:lnTo>
                  <a:lnTo>
                    <a:pt x="87" y="255"/>
                  </a:lnTo>
                  <a:lnTo>
                    <a:pt x="128" y="248"/>
                  </a:lnTo>
                  <a:lnTo>
                    <a:pt x="168" y="240"/>
                  </a:lnTo>
                  <a:lnTo>
                    <a:pt x="207" y="230"/>
                  </a:lnTo>
                  <a:lnTo>
                    <a:pt x="242" y="217"/>
                  </a:lnTo>
                  <a:lnTo>
                    <a:pt x="276" y="202"/>
                  </a:lnTo>
                  <a:lnTo>
                    <a:pt x="308" y="185"/>
                  </a:lnTo>
                  <a:lnTo>
                    <a:pt x="336" y="166"/>
                  </a:lnTo>
                  <a:lnTo>
                    <a:pt x="360" y="146"/>
                  </a:lnTo>
                  <a:lnTo>
                    <a:pt x="383" y="125"/>
                  </a:lnTo>
                  <a:lnTo>
                    <a:pt x="401" y="102"/>
                  </a:lnTo>
                  <a:lnTo>
                    <a:pt x="417" y="77"/>
                  </a:lnTo>
                  <a:lnTo>
                    <a:pt x="427" y="53"/>
                  </a:lnTo>
                  <a:lnTo>
                    <a:pt x="434" y="27"/>
                  </a:lnTo>
                  <a:lnTo>
                    <a:pt x="437" y="0"/>
                  </a:lnTo>
                  <a:lnTo>
                    <a:pt x="425" y="0"/>
                  </a:lnTo>
                  <a:lnTo>
                    <a:pt x="422" y="24"/>
                  </a:lnTo>
                  <a:lnTo>
                    <a:pt x="415" y="48"/>
                  </a:lnTo>
                  <a:lnTo>
                    <a:pt x="405" y="73"/>
                  </a:lnTo>
                  <a:lnTo>
                    <a:pt x="392" y="95"/>
                  </a:lnTo>
                  <a:lnTo>
                    <a:pt x="373" y="116"/>
                  </a:lnTo>
                  <a:lnTo>
                    <a:pt x="353" y="137"/>
                  </a:lnTo>
                  <a:lnTo>
                    <a:pt x="329" y="157"/>
                  </a:lnTo>
                  <a:lnTo>
                    <a:pt x="301" y="173"/>
                  </a:lnTo>
                  <a:lnTo>
                    <a:pt x="271" y="190"/>
                  </a:lnTo>
                  <a:lnTo>
                    <a:pt x="237" y="205"/>
                  </a:lnTo>
                  <a:lnTo>
                    <a:pt x="202" y="218"/>
                  </a:lnTo>
                  <a:lnTo>
                    <a:pt x="166" y="228"/>
                  </a:lnTo>
                  <a:lnTo>
                    <a:pt x="126" y="237"/>
                  </a:lnTo>
                  <a:lnTo>
                    <a:pt x="85" y="244"/>
                  </a:lnTo>
                  <a:lnTo>
                    <a:pt x="43" y="247"/>
                  </a:lnTo>
                  <a:lnTo>
                    <a:pt x="0" y="248"/>
                  </a:lnTo>
                  <a:lnTo>
                    <a:pt x="0"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0388" name="Freeform 51"/>
            <p:cNvSpPr>
              <a:spLocks/>
            </p:cNvSpPr>
            <p:nvPr/>
          </p:nvSpPr>
          <p:spPr bwMode="auto">
            <a:xfrm>
              <a:off x="1179" y="1640"/>
              <a:ext cx="88" cy="52"/>
            </a:xfrm>
            <a:custGeom>
              <a:avLst/>
              <a:gdLst>
                <a:gd name="T0" fmla="*/ 0 w 439"/>
                <a:gd name="T1" fmla="*/ 0 h 260"/>
                <a:gd name="T2" fmla="*/ 0 w 439"/>
                <a:gd name="T3" fmla="*/ 0 h 260"/>
                <a:gd name="T4" fmla="*/ 0 w 439"/>
                <a:gd name="T5" fmla="*/ 0 h 260"/>
                <a:gd name="T6" fmla="*/ 0 w 439"/>
                <a:gd name="T7" fmla="*/ 0 h 260"/>
                <a:gd name="T8" fmla="*/ 0 w 439"/>
                <a:gd name="T9" fmla="*/ 1 h 260"/>
                <a:gd name="T10" fmla="*/ 0 w 439"/>
                <a:gd name="T11" fmla="*/ 1 h 260"/>
                <a:gd name="T12" fmla="*/ 0 w 439"/>
                <a:gd name="T13" fmla="*/ 1 h 260"/>
                <a:gd name="T14" fmla="*/ 1 w 439"/>
                <a:gd name="T15" fmla="*/ 1 h 260"/>
                <a:gd name="T16" fmla="*/ 1 w 439"/>
                <a:gd name="T17" fmla="*/ 1 h 260"/>
                <a:gd name="T18" fmla="*/ 1 w 439"/>
                <a:gd name="T19" fmla="*/ 1 h 260"/>
                <a:gd name="T20" fmla="*/ 1 w 439"/>
                <a:gd name="T21" fmla="*/ 2 h 260"/>
                <a:gd name="T22" fmla="*/ 2 w 439"/>
                <a:gd name="T23" fmla="*/ 2 h 260"/>
                <a:gd name="T24" fmla="*/ 2 w 439"/>
                <a:gd name="T25" fmla="*/ 2 h 260"/>
                <a:gd name="T26" fmla="*/ 2 w 439"/>
                <a:gd name="T27" fmla="*/ 2 h 260"/>
                <a:gd name="T28" fmla="*/ 2 w 439"/>
                <a:gd name="T29" fmla="*/ 2 h 260"/>
                <a:gd name="T30" fmla="*/ 3 w 439"/>
                <a:gd name="T31" fmla="*/ 2 h 260"/>
                <a:gd name="T32" fmla="*/ 3 w 439"/>
                <a:gd name="T33" fmla="*/ 2 h 260"/>
                <a:gd name="T34" fmla="*/ 4 w 439"/>
                <a:gd name="T35" fmla="*/ 2 h 260"/>
                <a:gd name="T36" fmla="*/ 4 w 439"/>
                <a:gd name="T37" fmla="*/ 2 h 260"/>
                <a:gd name="T38" fmla="*/ 3 w 439"/>
                <a:gd name="T39" fmla="*/ 2 h 260"/>
                <a:gd name="T40" fmla="*/ 3 w 439"/>
                <a:gd name="T41" fmla="*/ 2 h 260"/>
                <a:gd name="T42" fmla="*/ 3 w 439"/>
                <a:gd name="T43" fmla="*/ 2 h 260"/>
                <a:gd name="T44" fmla="*/ 2 w 439"/>
                <a:gd name="T45" fmla="*/ 2 h 260"/>
                <a:gd name="T46" fmla="*/ 2 w 439"/>
                <a:gd name="T47" fmla="*/ 2 h 260"/>
                <a:gd name="T48" fmla="*/ 2 w 439"/>
                <a:gd name="T49" fmla="*/ 2 h 260"/>
                <a:gd name="T50" fmla="*/ 1 w 439"/>
                <a:gd name="T51" fmla="*/ 2 h 260"/>
                <a:gd name="T52" fmla="*/ 1 w 439"/>
                <a:gd name="T53" fmla="*/ 1 h 260"/>
                <a:gd name="T54" fmla="*/ 1 w 439"/>
                <a:gd name="T55" fmla="*/ 1 h 260"/>
                <a:gd name="T56" fmla="*/ 1 w 439"/>
                <a:gd name="T57" fmla="*/ 1 h 260"/>
                <a:gd name="T58" fmla="*/ 1 w 439"/>
                <a:gd name="T59" fmla="*/ 1 h 260"/>
                <a:gd name="T60" fmla="*/ 0 w 439"/>
                <a:gd name="T61" fmla="*/ 1 h 260"/>
                <a:gd name="T62" fmla="*/ 0 w 439"/>
                <a:gd name="T63" fmla="*/ 1 h 260"/>
                <a:gd name="T64" fmla="*/ 0 w 439"/>
                <a:gd name="T65" fmla="*/ 0 h 260"/>
                <a:gd name="T66" fmla="*/ 0 w 439"/>
                <a:gd name="T67" fmla="*/ 0 h 260"/>
                <a:gd name="T68" fmla="*/ 0 w 439"/>
                <a:gd name="T69" fmla="*/ 0 h 260"/>
                <a:gd name="T70" fmla="*/ 0 w 439"/>
                <a:gd name="T71" fmla="*/ 0 h 260"/>
                <a:gd name="T72" fmla="*/ 0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0" y="0"/>
                  </a:moveTo>
                  <a:lnTo>
                    <a:pt x="0" y="0"/>
                  </a:lnTo>
                  <a:lnTo>
                    <a:pt x="3" y="27"/>
                  </a:lnTo>
                  <a:lnTo>
                    <a:pt x="10" y="53"/>
                  </a:lnTo>
                  <a:lnTo>
                    <a:pt x="20" y="77"/>
                  </a:lnTo>
                  <a:lnTo>
                    <a:pt x="35" y="102"/>
                  </a:lnTo>
                  <a:lnTo>
                    <a:pt x="54" y="125"/>
                  </a:lnTo>
                  <a:lnTo>
                    <a:pt x="76" y="146"/>
                  </a:lnTo>
                  <a:lnTo>
                    <a:pt x="102" y="166"/>
                  </a:lnTo>
                  <a:lnTo>
                    <a:pt x="130" y="185"/>
                  </a:lnTo>
                  <a:lnTo>
                    <a:pt x="162" y="202"/>
                  </a:lnTo>
                  <a:lnTo>
                    <a:pt x="195" y="217"/>
                  </a:lnTo>
                  <a:lnTo>
                    <a:pt x="231" y="230"/>
                  </a:lnTo>
                  <a:lnTo>
                    <a:pt x="270" y="240"/>
                  </a:lnTo>
                  <a:lnTo>
                    <a:pt x="310" y="248"/>
                  </a:lnTo>
                  <a:lnTo>
                    <a:pt x="351" y="255"/>
                  </a:lnTo>
                  <a:lnTo>
                    <a:pt x="395" y="259"/>
                  </a:lnTo>
                  <a:lnTo>
                    <a:pt x="439" y="260"/>
                  </a:lnTo>
                  <a:lnTo>
                    <a:pt x="439" y="248"/>
                  </a:lnTo>
                  <a:lnTo>
                    <a:pt x="395" y="247"/>
                  </a:lnTo>
                  <a:lnTo>
                    <a:pt x="353" y="244"/>
                  </a:lnTo>
                  <a:lnTo>
                    <a:pt x="312" y="237"/>
                  </a:lnTo>
                  <a:lnTo>
                    <a:pt x="272" y="228"/>
                  </a:lnTo>
                  <a:lnTo>
                    <a:pt x="236" y="218"/>
                  </a:lnTo>
                  <a:lnTo>
                    <a:pt x="200" y="205"/>
                  </a:lnTo>
                  <a:lnTo>
                    <a:pt x="167" y="190"/>
                  </a:lnTo>
                  <a:lnTo>
                    <a:pt x="137" y="173"/>
                  </a:lnTo>
                  <a:lnTo>
                    <a:pt x="109" y="157"/>
                  </a:lnTo>
                  <a:lnTo>
                    <a:pt x="84" y="137"/>
                  </a:lnTo>
                  <a:lnTo>
                    <a:pt x="64" y="116"/>
                  </a:lnTo>
                  <a:lnTo>
                    <a:pt x="45" y="95"/>
                  </a:lnTo>
                  <a:lnTo>
                    <a:pt x="32" y="73"/>
                  </a:lnTo>
                  <a:lnTo>
                    <a:pt x="21" y="48"/>
                  </a:lnTo>
                  <a:lnTo>
                    <a:pt x="14" y="24"/>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0389" name="Freeform 52"/>
            <p:cNvSpPr>
              <a:spLocks/>
            </p:cNvSpPr>
            <p:nvPr/>
          </p:nvSpPr>
          <p:spPr bwMode="auto">
            <a:xfrm>
              <a:off x="1179" y="1588"/>
              <a:ext cx="88" cy="52"/>
            </a:xfrm>
            <a:custGeom>
              <a:avLst/>
              <a:gdLst>
                <a:gd name="T0" fmla="*/ 4 w 439"/>
                <a:gd name="T1" fmla="*/ 0 h 260"/>
                <a:gd name="T2" fmla="*/ 4 w 439"/>
                <a:gd name="T3" fmla="*/ 0 h 260"/>
                <a:gd name="T4" fmla="*/ 3 w 439"/>
                <a:gd name="T5" fmla="*/ 0 h 260"/>
                <a:gd name="T6" fmla="*/ 3 w 439"/>
                <a:gd name="T7" fmla="*/ 0 h 260"/>
                <a:gd name="T8" fmla="*/ 2 w 439"/>
                <a:gd name="T9" fmla="*/ 0 h 260"/>
                <a:gd name="T10" fmla="*/ 2 w 439"/>
                <a:gd name="T11" fmla="*/ 0 h 260"/>
                <a:gd name="T12" fmla="*/ 2 w 439"/>
                <a:gd name="T13" fmla="*/ 0 h 260"/>
                <a:gd name="T14" fmla="*/ 2 w 439"/>
                <a:gd name="T15" fmla="*/ 0 h 260"/>
                <a:gd name="T16" fmla="*/ 1 w 439"/>
                <a:gd name="T17" fmla="*/ 0 h 260"/>
                <a:gd name="T18" fmla="*/ 1 w 439"/>
                <a:gd name="T19" fmla="*/ 1 h 260"/>
                <a:gd name="T20" fmla="*/ 1 w 439"/>
                <a:gd name="T21" fmla="*/ 1 h 260"/>
                <a:gd name="T22" fmla="*/ 1 w 439"/>
                <a:gd name="T23" fmla="*/ 1 h 260"/>
                <a:gd name="T24" fmla="*/ 0 w 439"/>
                <a:gd name="T25" fmla="*/ 1 h 260"/>
                <a:gd name="T26" fmla="*/ 0 w 439"/>
                <a:gd name="T27" fmla="*/ 1 h 260"/>
                <a:gd name="T28" fmla="*/ 0 w 439"/>
                <a:gd name="T29" fmla="*/ 1 h 260"/>
                <a:gd name="T30" fmla="*/ 0 w 439"/>
                <a:gd name="T31" fmla="*/ 2 h 260"/>
                <a:gd name="T32" fmla="*/ 0 w 439"/>
                <a:gd name="T33" fmla="*/ 2 h 260"/>
                <a:gd name="T34" fmla="*/ 0 w 439"/>
                <a:gd name="T35" fmla="*/ 2 h 260"/>
                <a:gd name="T36" fmla="*/ 0 w 439"/>
                <a:gd name="T37" fmla="*/ 2 h 260"/>
                <a:gd name="T38" fmla="*/ 0 w 439"/>
                <a:gd name="T39" fmla="*/ 2 h 260"/>
                <a:gd name="T40" fmla="*/ 0 w 439"/>
                <a:gd name="T41" fmla="*/ 2 h 260"/>
                <a:gd name="T42" fmla="*/ 0 w 439"/>
                <a:gd name="T43" fmla="*/ 1 h 260"/>
                <a:gd name="T44" fmla="*/ 0 w 439"/>
                <a:gd name="T45" fmla="*/ 1 h 260"/>
                <a:gd name="T46" fmla="*/ 1 w 439"/>
                <a:gd name="T47" fmla="*/ 1 h 260"/>
                <a:gd name="T48" fmla="*/ 1 w 439"/>
                <a:gd name="T49" fmla="*/ 1 h 260"/>
                <a:gd name="T50" fmla="*/ 1 w 439"/>
                <a:gd name="T51" fmla="*/ 1 h 260"/>
                <a:gd name="T52" fmla="*/ 1 w 439"/>
                <a:gd name="T53" fmla="*/ 1 h 260"/>
                <a:gd name="T54" fmla="*/ 1 w 439"/>
                <a:gd name="T55" fmla="*/ 1 h 260"/>
                <a:gd name="T56" fmla="*/ 2 w 439"/>
                <a:gd name="T57" fmla="*/ 0 h 260"/>
                <a:gd name="T58" fmla="*/ 2 w 439"/>
                <a:gd name="T59" fmla="*/ 0 h 260"/>
                <a:gd name="T60" fmla="*/ 2 w 439"/>
                <a:gd name="T61" fmla="*/ 0 h 260"/>
                <a:gd name="T62" fmla="*/ 3 w 439"/>
                <a:gd name="T63" fmla="*/ 0 h 260"/>
                <a:gd name="T64" fmla="*/ 3 w 439"/>
                <a:gd name="T65" fmla="*/ 0 h 260"/>
                <a:gd name="T66" fmla="*/ 3 w 439"/>
                <a:gd name="T67" fmla="*/ 0 h 260"/>
                <a:gd name="T68" fmla="*/ 4 w 439"/>
                <a:gd name="T69" fmla="*/ 0 h 260"/>
                <a:gd name="T70" fmla="*/ 4 w 439"/>
                <a:gd name="T71" fmla="*/ 0 h 260"/>
                <a:gd name="T72" fmla="*/ 4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439" y="0"/>
                  </a:moveTo>
                  <a:lnTo>
                    <a:pt x="439" y="0"/>
                  </a:lnTo>
                  <a:lnTo>
                    <a:pt x="395" y="1"/>
                  </a:lnTo>
                  <a:lnTo>
                    <a:pt x="351" y="4"/>
                  </a:lnTo>
                  <a:lnTo>
                    <a:pt x="310" y="11"/>
                  </a:lnTo>
                  <a:lnTo>
                    <a:pt x="270" y="19"/>
                  </a:lnTo>
                  <a:lnTo>
                    <a:pt x="231" y="30"/>
                  </a:lnTo>
                  <a:lnTo>
                    <a:pt x="195" y="43"/>
                  </a:lnTo>
                  <a:lnTo>
                    <a:pt x="162" y="58"/>
                  </a:lnTo>
                  <a:lnTo>
                    <a:pt x="130" y="73"/>
                  </a:lnTo>
                  <a:lnTo>
                    <a:pt x="102" y="93"/>
                  </a:lnTo>
                  <a:lnTo>
                    <a:pt x="76" y="113"/>
                  </a:lnTo>
                  <a:lnTo>
                    <a:pt x="54" y="133"/>
                  </a:lnTo>
                  <a:lnTo>
                    <a:pt x="35" y="157"/>
                  </a:lnTo>
                  <a:lnTo>
                    <a:pt x="20" y="181"/>
                  </a:lnTo>
                  <a:lnTo>
                    <a:pt x="10" y="206"/>
                  </a:lnTo>
                  <a:lnTo>
                    <a:pt x="3" y="233"/>
                  </a:lnTo>
                  <a:lnTo>
                    <a:pt x="0" y="260"/>
                  </a:lnTo>
                  <a:lnTo>
                    <a:pt x="12" y="260"/>
                  </a:lnTo>
                  <a:lnTo>
                    <a:pt x="14" y="235"/>
                  </a:lnTo>
                  <a:lnTo>
                    <a:pt x="21" y="211"/>
                  </a:lnTo>
                  <a:lnTo>
                    <a:pt x="32" y="186"/>
                  </a:lnTo>
                  <a:lnTo>
                    <a:pt x="45" y="164"/>
                  </a:lnTo>
                  <a:lnTo>
                    <a:pt x="64" y="143"/>
                  </a:lnTo>
                  <a:lnTo>
                    <a:pt x="84" y="123"/>
                  </a:lnTo>
                  <a:lnTo>
                    <a:pt x="109" y="103"/>
                  </a:lnTo>
                  <a:lnTo>
                    <a:pt x="137" y="85"/>
                  </a:lnTo>
                  <a:lnTo>
                    <a:pt x="167" y="70"/>
                  </a:lnTo>
                  <a:lnTo>
                    <a:pt x="200" y="55"/>
                  </a:lnTo>
                  <a:lnTo>
                    <a:pt x="236" y="42"/>
                  </a:lnTo>
                  <a:lnTo>
                    <a:pt x="272" y="31"/>
                  </a:lnTo>
                  <a:lnTo>
                    <a:pt x="312" y="23"/>
                  </a:lnTo>
                  <a:lnTo>
                    <a:pt x="353" y="16"/>
                  </a:lnTo>
                  <a:lnTo>
                    <a:pt x="395" y="12"/>
                  </a:lnTo>
                  <a:lnTo>
                    <a:pt x="439" y="11"/>
                  </a:lnTo>
                  <a:lnTo>
                    <a:pt x="439"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0390" name="Freeform 53"/>
            <p:cNvSpPr>
              <a:spLocks/>
            </p:cNvSpPr>
            <p:nvPr/>
          </p:nvSpPr>
          <p:spPr bwMode="auto">
            <a:xfrm>
              <a:off x="964" y="1745"/>
              <a:ext cx="48" cy="85"/>
            </a:xfrm>
            <a:custGeom>
              <a:avLst/>
              <a:gdLst>
                <a:gd name="T0" fmla="*/ 2 w 244"/>
                <a:gd name="T1" fmla="*/ 3 h 426"/>
                <a:gd name="T2" fmla="*/ 2 w 244"/>
                <a:gd name="T3" fmla="*/ 3 h 426"/>
                <a:gd name="T4" fmla="*/ 2 w 244"/>
                <a:gd name="T5" fmla="*/ 3 h 426"/>
                <a:gd name="T6" fmla="*/ 2 w 244"/>
                <a:gd name="T7" fmla="*/ 3 h 426"/>
                <a:gd name="T8" fmla="*/ 2 w 244"/>
                <a:gd name="T9" fmla="*/ 2 h 426"/>
                <a:gd name="T10" fmla="*/ 2 w 244"/>
                <a:gd name="T11" fmla="*/ 2 h 426"/>
                <a:gd name="T12" fmla="*/ 2 w 244"/>
                <a:gd name="T13" fmla="*/ 2 h 426"/>
                <a:gd name="T14" fmla="*/ 2 w 244"/>
                <a:gd name="T15" fmla="*/ 2 h 426"/>
                <a:gd name="T16" fmla="*/ 1 w 244"/>
                <a:gd name="T17" fmla="*/ 1 h 426"/>
                <a:gd name="T18" fmla="*/ 1 w 244"/>
                <a:gd name="T19" fmla="*/ 1 h 426"/>
                <a:gd name="T20" fmla="*/ 1 w 244"/>
                <a:gd name="T21" fmla="*/ 1 h 426"/>
                <a:gd name="T22" fmla="*/ 1 w 244"/>
                <a:gd name="T23" fmla="*/ 1 h 426"/>
                <a:gd name="T24" fmla="*/ 1 w 244"/>
                <a:gd name="T25" fmla="*/ 0 h 426"/>
                <a:gd name="T26" fmla="*/ 1 w 244"/>
                <a:gd name="T27" fmla="*/ 0 h 426"/>
                <a:gd name="T28" fmla="*/ 1 w 244"/>
                <a:gd name="T29" fmla="*/ 0 h 426"/>
                <a:gd name="T30" fmla="*/ 0 w 244"/>
                <a:gd name="T31" fmla="*/ 0 h 426"/>
                <a:gd name="T32" fmla="*/ 0 w 244"/>
                <a:gd name="T33" fmla="*/ 0 h 426"/>
                <a:gd name="T34" fmla="*/ 0 w 244"/>
                <a:gd name="T35" fmla="*/ 0 h 426"/>
                <a:gd name="T36" fmla="*/ 0 w 244"/>
                <a:gd name="T37" fmla="*/ 0 h 426"/>
                <a:gd name="T38" fmla="*/ 0 w 244"/>
                <a:gd name="T39" fmla="*/ 0 h 426"/>
                <a:gd name="T40" fmla="*/ 0 w 244"/>
                <a:gd name="T41" fmla="*/ 0 h 426"/>
                <a:gd name="T42" fmla="*/ 1 w 244"/>
                <a:gd name="T43" fmla="*/ 0 h 426"/>
                <a:gd name="T44" fmla="*/ 1 w 244"/>
                <a:gd name="T45" fmla="*/ 0 h 426"/>
                <a:gd name="T46" fmla="*/ 1 w 244"/>
                <a:gd name="T47" fmla="*/ 0 h 426"/>
                <a:gd name="T48" fmla="*/ 1 w 244"/>
                <a:gd name="T49" fmla="*/ 1 h 426"/>
                <a:gd name="T50" fmla="*/ 1 w 244"/>
                <a:gd name="T51" fmla="*/ 1 h 426"/>
                <a:gd name="T52" fmla="*/ 1 w 244"/>
                <a:gd name="T53" fmla="*/ 1 h 426"/>
                <a:gd name="T54" fmla="*/ 1 w 244"/>
                <a:gd name="T55" fmla="*/ 1 h 426"/>
                <a:gd name="T56" fmla="*/ 1 w 244"/>
                <a:gd name="T57" fmla="*/ 2 h 426"/>
                <a:gd name="T58" fmla="*/ 2 w 244"/>
                <a:gd name="T59" fmla="*/ 2 h 426"/>
                <a:gd name="T60" fmla="*/ 2 w 244"/>
                <a:gd name="T61" fmla="*/ 2 h 426"/>
                <a:gd name="T62" fmla="*/ 2 w 244"/>
                <a:gd name="T63" fmla="*/ 2 h 426"/>
                <a:gd name="T64" fmla="*/ 2 w 244"/>
                <a:gd name="T65" fmla="*/ 3 h 426"/>
                <a:gd name="T66" fmla="*/ 2 w 244"/>
                <a:gd name="T67" fmla="*/ 3 h 426"/>
                <a:gd name="T68" fmla="*/ 2 w 244"/>
                <a:gd name="T69" fmla="*/ 3 h 426"/>
                <a:gd name="T70" fmla="*/ 2 w 244"/>
                <a:gd name="T71" fmla="*/ 3 h 426"/>
                <a:gd name="T72" fmla="*/ 2 w 244"/>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6"/>
                <a:gd name="T113" fmla="*/ 244 w 244"/>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6">
                  <a:moveTo>
                    <a:pt x="244" y="426"/>
                  </a:moveTo>
                  <a:lnTo>
                    <a:pt x="244" y="426"/>
                  </a:lnTo>
                  <a:lnTo>
                    <a:pt x="243" y="383"/>
                  </a:lnTo>
                  <a:lnTo>
                    <a:pt x="240" y="340"/>
                  </a:lnTo>
                  <a:lnTo>
                    <a:pt x="234" y="300"/>
                  </a:lnTo>
                  <a:lnTo>
                    <a:pt x="226" y="262"/>
                  </a:lnTo>
                  <a:lnTo>
                    <a:pt x="215" y="224"/>
                  </a:lnTo>
                  <a:lnTo>
                    <a:pt x="203" y="189"/>
                  </a:lnTo>
                  <a:lnTo>
                    <a:pt x="189" y="157"/>
                  </a:lnTo>
                  <a:lnTo>
                    <a:pt x="174" y="126"/>
                  </a:lnTo>
                  <a:lnTo>
                    <a:pt x="155" y="99"/>
                  </a:lnTo>
                  <a:lnTo>
                    <a:pt x="138" y="74"/>
                  </a:lnTo>
                  <a:lnTo>
                    <a:pt x="118" y="52"/>
                  </a:lnTo>
                  <a:lnTo>
                    <a:pt x="96" y="34"/>
                  </a:lnTo>
                  <a:lnTo>
                    <a:pt x="73" y="19"/>
                  </a:lnTo>
                  <a:lnTo>
                    <a:pt x="50" y="8"/>
                  </a:lnTo>
                  <a:lnTo>
                    <a:pt x="25" y="2"/>
                  </a:lnTo>
                  <a:lnTo>
                    <a:pt x="0" y="0"/>
                  </a:lnTo>
                  <a:lnTo>
                    <a:pt x="0" y="12"/>
                  </a:lnTo>
                  <a:lnTo>
                    <a:pt x="23" y="14"/>
                  </a:lnTo>
                  <a:lnTo>
                    <a:pt x="45" y="20"/>
                  </a:lnTo>
                  <a:lnTo>
                    <a:pt x="66" y="31"/>
                  </a:lnTo>
                  <a:lnTo>
                    <a:pt x="89" y="43"/>
                  </a:lnTo>
                  <a:lnTo>
                    <a:pt x="109" y="61"/>
                  </a:lnTo>
                  <a:lnTo>
                    <a:pt x="129" y="81"/>
                  </a:lnTo>
                  <a:lnTo>
                    <a:pt x="146" y="106"/>
                  </a:lnTo>
                  <a:lnTo>
                    <a:pt x="162" y="133"/>
                  </a:lnTo>
                  <a:lnTo>
                    <a:pt x="178" y="162"/>
                  </a:lnTo>
                  <a:lnTo>
                    <a:pt x="192" y="194"/>
                  </a:lnTo>
                  <a:lnTo>
                    <a:pt x="203" y="229"/>
                  </a:lnTo>
                  <a:lnTo>
                    <a:pt x="214" y="264"/>
                  </a:lnTo>
                  <a:lnTo>
                    <a:pt x="222" y="303"/>
                  </a:lnTo>
                  <a:lnTo>
                    <a:pt x="228" y="342"/>
                  </a:lnTo>
                  <a:lnTo>
                    <a:pt x="232" y="383"/>
                  </a:lnTo>
                  <a:lnTo>
                    <a:pt x="233" y="426"/>
                  </a:lnTo>
                  <a:lnTo>
                    <a:pt x="244"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0391" name="Freeform 54"/>
            <p:cNvSpPr>
              <a:spLocks/>
            </p:cNvSpPr>
            <p:nvPr/>
          </p:nvSpPr>
          <p:spPr bwMode="auto">
            <a:xfrm>
              <a:off x="964" y="1830"/>
              <a:ext cx="48" cy="85"/>
            </a:xfrm>
            <a:custGeom>
              <a:avLst/>
              <a:gdLst>
                <a:gd name="T0" fmla="*/ 0 w 244"/>
                <a:gd name="T1" fmla="*/ 3 h 424"/>
                <a:gd name="T2" fmla="*/ 0 w 244"/>
                <a:gd name="T3" fmla="*/ 3 h 424"/>
                <a:gd name="T4" fmla="*/ 0 w 244"/>
                <a:gd name="T5" fmla="*/ 3 h 424"/>
                <a:gd name="T6" fmla="*/ 0 w 244"/>
                <a:gd name="T7" fmla="*/ 3 h 424"/>
                <a:gd name="T8" fmla="*/ 1 w 244"/>
                <a:gd name="T9" fmla="*/ 3 h 424"/>
                <a:gd name="T10" fmla="*/ 1 w 244"/>
                <a:gd name="T11" fmla="*/ 3 h 424"/>
                <a:gd name="T12" fmla="*/ 1 w 244"/>
                <a:gd name="T13" fmla="*/ 3 h 424"/>
                <a:gd name="T14" fmla="*/ 1 w 244"/>
                <a:gd name="T15" fmla="*/ 3 h 424"/>
                <a:gd name="T16" fmla="*/ 1 w 244"/>
                <a:gd name="T17" fmla="*/ 3 h 424"/>
                <a:gd name="T18" fmla="*/ 1 w 244"/>
                <a:gd name="T19" fmla="*/ 2 h 424"/>
                <a:gd name="T20" fmla="*/ 1 w 244"/>
                <a:gd name="T21" fmla="*/ 2 h 424"/>
                <a:gd name="T22" fmla="*/ 2 w 244"/>
                <a:gd name="T23" fmla="*/ 2 h 424"/>
                <a:gd name="T24" fmla="*/ 2 w 244"/>
                <a:gd name="T25" fmla="*/ 2 h 424"/>
                <a:gd name="T26" fmla="*/ 2 w 244"/>
                <a:gd name="T27" fmla="*/ 1 h 424"/>
                <a:gd name="T28" fmla="*/ 2 w 244"/>
                <a:gd name="T29" fmla="*/ 1 h 424"/>
                <a:gd name="T30" fmla="*/ 2 w 244"/>
                <a:gd name="T31" fmla="*/ 1 h 424"/>
                <a:gd name="T32" fmla="*/ 2 w 244"/>
                <a:gd name="T33" fmla="*/ 0 h 424"/>
                <a:gd name="T34" fmla="*/ 2 w 244"/>
                <a:gd name="T35" fmla="*/ 0 h 424"/>
                <a:gd name="T36" fmla="*/ 2 w 244"/>
                <a:gd name="T37" fmla="*/ 0 h 424"/>
                <a:gd name="T38" fmla="*/ 2 w 244"/>
                <a:gd name="T39" fmla="*/ 0 h 424"/>
                <a:gd name="T40" fmla="*/ 2 w 244"/>
                <a:gd name="T41" fmla="*/ 1 h 424"/>
                <a:gd name="T42" fmla="*/ 2 w 244"/>
                <a:gd name="T43" fmla="*/ 1 h 424"/>
                <a:gd name="T44" fmla="*/ 2 w 244"/>
                <a:gd name="T45" fmla="*/ 1 h 424"/>
                <a:gd name="T46" fmla="*/ 2 w 244"/>
                <a:gd name="T47" fmla="*/ 2 h 424"/>
                <a:gd name="T48" fmla="*/ 1 w 244"/>
                <a:gd name="T49" fmla="*/ 2 h 424"/>
                <a:gd name="T50" fmla="*/ 1 w 244"/>
                <a:gd name="T51" fmla="*/ 2 h 424"/>
                <a:gd name="T52" fmla="*/ 1 w 244"/>
                <a:gd name="T53" fmla="*/ 2 h 424"/>
                <a:gd name="T54" fmla="*/ 1 w 244"/>
                <a:gd name="T55" fmla="*/ 3 h 424"/>
                <a:gd name="T56" fmla="*/ 1 w 244"/>
                <a:gd name="T57" fmla="*/ 3 h 424"/>
                <a:gd name="T58" fmla="*/ 1 w 244"/>
                <a:gd name="T59" fmla="*/ 3 h 424"/>
                <a:gd name="T60" fmla="*/ 1 w 244"/>
                <a:gd name="T61" fmla="*/ 3 h 424"/>
                <a:gd name="T62" fmla="*/ 1 w 244"/>
                <a:gd name="T63" fmla="*/ 3 h 424"/>
                <a:gd name="T64" fmla="*/ 0 w 244"/>
                <a:gd name="T65" fmla="*/ 3 h 424"/>
                <a:gd name="T66" fmla="*/ 0 w 244"/>
                <a:gd name="T67" fmla="*/ 3 h 424"/>
                <a:gd name="T68" fmla="*/ 0 w 244"/>
                <a:gd name="T69" fmla="*/ 3 h 424"/>
                <a:gd name="T70" fmla="*/ 0 w 244"/>
                <a:gd name="T71" fmla="*/ 3 h 424"/>
                <a:gd name="T72" fmla="*/ 0 w 244"/>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4"/>
                <a:gd name="T113" fmla="*/ 244 w 244"/>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4">
                  <a:moveTo>
                    <a:pt x="0" y="424"/>
                  </a:moveTo>
                  <a:lnTo>
                    <a:pt x="0" y="424"/>
                  </a:lnTo>
                  <a:lnTo>
                    <a:pt x="25" y="422"/>
                  </a:lnTo>
                  <a:lnTo>
                    <a:pt x="50" y="416"/>
                  </a:lnTo>
                  <a:lnTo>
                    <a:pt x="73" y="405"/>
                  </a:lnTo>
                  <a:lnTo>
                    <a:pt x="96" y="390"/>
                  </a:lnTo>
                  <a:lnTo>
                    <a:pt x="118" y="373"/>
                  </a:lnTo>
                  <a:lnTo>
                    <a:pt x="138" y="350"/>
                  </a:lnTo>
                  <a:lnTo>
                    <a:pt x="155" y="326"/>
                  </a:lnTo>
                  <a:lnTo>
                    <a:pt x="173" y="299"/>
                  </a:lnTo>
                  <a:lnTo>
                    <a:pt x="189" y="268"/>
                  </a:lnTo>
                  <a:lnTo>
                    <a:pt x="203" y="235"/>
                  </a:lnTo>
                  <a:lnTo>
                    <a:pt x="215" y="201"/>
                  </a:lnTo>
                  <a:lnTo>
                    <a:pt x="226" y="163"/>
                  </a:lnTo>
                  <a:lnTo>
                    <a:pt x="234" y="125"/>
                  </a:lnTo>
                  <a:lnTo>
                    <a:pt x="240" y="85"/>
                  </a:lnTo>
                  <a:lnTo>
                    <a:pt x="243" y="42"/>
                  </a:lnTo>
                  <a:lnTo>
                    <a:pt x="244" y="0"/>
                  </a:lnTo>
                  <a:lnTo>
                    <a:pt x="233" y="0"/>
                  </a:lnTo>
                  <a:lnTo>
                    <a:pt x="232" y="42"/>
                  </a:lnTo>
                  <a:lnTo>
                    <a:pt x="228" y="83"/>
                  </a:lnTo>
                  <a:lnTo>
                    <a:pt x="222" y="123"/>
                  </a:lnTo>
                  <a:lnTo>
                    <a:pt x="214" y="160"/>
                  </a:lnTo>
                  <a:lnTo>
                    <a:pt x="203" y="197"/>
                  </a:lnTo>
                  <a:lnTo>
                    <a:pt x="192" y="231"/>
                  </a:lnTo>
                  <a:lnTo>
                    <a:pt x="178" y="263"/>
                  </a:lnTo>
                  <a:lnTo>
                    <a:pt x="164" y="292"/>
                  </a:lnTo>
                  <a:lnTo>
                    <a:pt x="146" y="319"/>
                  </a:lnTo>
                  <a:lnTo>
                    <a:pt x="129" y="343"/>
                  </a:lnTo>
                  <a:lnTo>
                    <a:pt x="109" y="363"/>
                  </a:lnTo>
                  <a:lnTo>
                    <a:pt x="89" y="381"/>
                  </a:lnTo>
                  <a:lnTo>
                    <a:pt x="66" y="394"/>
                  </a:lnTo>
                  <a:lnTo>
                    <a:pt x="45" y="404"/>
                  </a:lnTo>
                  <a:lnTo>
                    <a:pt x="23" y="410"/>
                  </a:lnTo>
                  <a:lnTo>
                    <a:pt x="0" y="412"/>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0392" name="Freeform 55"/>
            <p:cNvSpPr>
              <a:spLocks/>
            </p:cNvSpPr>
            <p:nvPr/>
          </p:nvSpPr>
          <p:spPr bwMode="auto">
            <a:xfrm>
              <a:off x="915" y="1830"/>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1" y="42"/>
                  </a:lnTo>
                  <a:lnTo>
                    <a:pt x="4" y="85"/>
                  </a:lnTo>
                  <a:lnTo>
                    <a:pt x="10" y="125"/>
                  </a:lnTo>
                  <a:lnTo>
                    <a:pt x="19" y="163"/>
                  </a:lnTo>
                  <a:lnTo>
                    <a:pt x="29" y="201"/>
                  </a:lnTo>
                  <a:lnTo>
                    <a:pt x="41" y="235"/>
                  </a:lnTo>
                  <a:lnTo>
                    <a:pt x="55" y="268"/>
                  </a:lnTo>
                  <a:lnTo>
                    <a:pt x="71" y="299"/>
                  </a:lnTo>
                  <a:lnTo>
                    <a:pt x="89" y="326"/>
                  </a:lnTo>
                  <a:lnTo>
                    <a:pt x="106" y="350"/>
                  </a:lnTo>
                  <a:lnTo>
                    <a:pt x="126" y="373"/>
                  </a:lnTo>
                  <a:lnTo>
                    <a:pt x="149" y="390"/>
                  </a:lnTo>
                  <a:lnTo>
                    <a:pt x="171" y="405"/>
                  </a:lnTo>
                  <a:lnTo>
                    <a:pt x="194" y="416"/>
                  </a:lnTo>
                  <a:lnTo>
                    <a:pt x="219" y="422"/>
                  </a:lnTo>
                  <a:lnTo>
                    <a:pt x="245" y="424"/>
                  </a:lnTo>
                  <a:lnTo>
                    <a:pt x="245" y="412"/>
                  </a:lnTo>
                  <a:lnTo>
                    <a:pt x="221" y="410"/>
                  </a:lnTo>
                  <a:lnTo>
                    <a:pt x="199" y="404"/>
                  </a:lnTo>
                  <a:lnTo>
                    <a:pt x="178" y="394"/>
                  </a:lnTo>
                  <a:lnTo>
                    <a:pt x="156" y="381"/>
                  </a:lnTo>
                  <a:lnTo>
                    <a:pt x="136" y="363"/>
                  </a:lnTo>
                  <a:lnTo>
                    <a:pt x="116" y="343"/>
                  </a:lnTo>
                  <a:lnTo>
                    <a:pt x="98" y="319"/>
                  </a:lnTo>
                  <a:lnTo>
                    <a:pt x="81" y="292"/>
                  </a:lnTo>
                  <a:lnTo>
                    <a:pt x="67" y="263"/>
                  </a:lnTo>
                  <a:lnTo>
                    <a:pt x="52" y="231"/>
                  </a:lnTo>
                  <a:lnTo>
                    <a:pt x="41" y="197"/>
                  </a:lnTo>
                  <a:lnTo>
                    <a:pt x="30" y="160"/>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0393" name="Freeform 56"/>
            <p:cNvSpPr>
              <a:spLocks/>
            </p:cNvSpPr>
            <p:nvPr/>
          </p:nvSpPr>
          <p:spPr bwMode="auto">
            <a:xfrm>
              <a:off x="915" y="1745"/>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0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19" y="2"/>
                  </a:lnTo>
                  <a:lnTo>
                    <a:pt x="194" y="8"/>
                  </a:lnTo>
                  <a:lnTo>
                    <a:pt x="171" y="19"/>
                  </a:lnTo>
                  <a:lnTo>
                    <a:pt x="149" y="34"/>
                  </a:lnTo>
                  <a:lnTo>
                    <a:pt x="126" y="52"/>
                  </a:lnTo>
                  <a:lnTo>
                    <a:pt x="106" y="74"/>
                  </a:lnTo>
                  <a:lnTo>
                    <a:pt x="89" y="99"/>
                  </a:lnTo>
                  <a:lnTo>
                    <a:pt x="70" y="126"/>
                  </a:lnTo>
                  <a:lnTo>
                    <a:pt x="55" y="157"/>
                  </a:lnTo>
                  <a:lnTo>
                    <a:pt x="41" y="189"/>
                  </a:lnTo>
                  <a:lnTo>
                    <a:pt x="29" y="224"/>
                  </a:lnTo>
                  <a:lnTo>
                    <a:pt x="19" y="262"/>
                  </a:lnTo>
                  <a:lnTo>
                    <a:pt x="10" y="300"/>
                  </a:lnTo>
                  <a:lnTo>
                    <a:pt x="4" y="340"/>
                  </a:lnTo>
                  <a:lnTo>
                    <a:pt x="1" y="383"/>
                  </a:lnTo>
                  <a:lnTo>
                    <a:pt x="0" y="426"/>
                  </a:lnTo>
                  <a:lnTo>
                    <a:pt x="11" y="426"/>
                  </a:lnTo>
                  <a:lnTo>
                    <a:pt x="13" y="383"/>
                  </a:lnTo>
                  <a:lnTo>
                    <a:pt x="16" y="342"/>
                  </a:lnTo>
                  <a:lnTo>
                    <a:pt x="22" y="303"/>
                  </a:lnTo>
                  <a:lnTo>
                    <a:pt x="30" y="264"/>
                  </a:lnTo>
                  <a:lnTo>
                    <a:pt x="41" y="229"/>
                  </a:lnTo>
                  <a:lnTo>
                    <a:pt x="52" y="194"/>
                  </a:lnTo>
                  <a:lnTo>
                    <a:pt x="67" y="162"/>
                  </a:lnTo>
                  <a:lnTo>
                    <a:pt x="82" y="133"/>
                  </a:lnTo>
                  <a:lnTo>
                    <a:pt x="98" y="106"/>
                  </a:lnTo>
                  <a:lnTo>
                    <a:pt x="116" y="81"/>
                  </a:lnTo>
                  <a:lnTo>
                    <a:pt x="136" y="61"/>
                  </a:lnTo>
                  <a:lnTo>
                    <a:pt x="156" y="43"/>
                  </a:lnTo>
                  <a:lnTo>
                    <a:pt x="178" y="31"/>
                  </a:lnTo>
                  <a:lnTo>
                    <a:pt x="199" y="20"/>
                  </a:lnTo>
                  <a:lnTo>
                    <a:pt x="221"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0394" name="Freeform 57"/>
            <p:cNvSpPr>
              <a:spLocks/>
            </p:cNvSpPr>
            <p:nvPr/>
          </p:nvSpPr>
          <p:spPr bwMode="auto">
            <a:xfrm>
              <a:off x="1140" y="2087"/>
              <a:ext cx="49" cy="85"/>
            </a:xfrm>
            <a:custGeom>
              <a:avLst/>
              <a:gdLst>
                <a:gd name="T0" fmla="*/ 2 w 246"/>
                <a:gd name="T1" fmla="*/ 3 h 424"/>
                <a:gd name="T2" fmla="*/ 2 w 246"/>
                <a:gd name="T3" fmla="*/ 3 h 424"/>
                <a:gd name="T4" fmla="*/ 2 w 246"/>
                <a:gd name="T5" fmla="*/ 3 h 424"/>
                <a:gd name="T6" fmla="*/ 2 w 246"/>
                <a:gd name="T7" fmla="*/ 3 h 424"/>
                <a:gd name="T8" fmla="*/ 2 w 246"/>
                <a:gd name="T9" fmla="*/ 2 h 424"/>
                <a:gd name="T10" fmla="*/ 2 w 246"/>
                <a:gd name="T11" fmla="*/ 2 h 424"/>
                <a:gd name="T12" fmla="*/ 2 w 246"/>
                <a:gd name="T13" fmla="*/ 2 h 424"/>
                <a:gd name="T14" fmla="*/ 2 w 246"/>
                <a:gd name="T15" fmla="*/ 2 h 424"/>
                <a:gd name="T16" fmla="*/ 2 w 246"/>
                <a:gd name="T17" fmla="*/ 1 h 424"/>
                <a:gd name="T18" fmla="*/ 1 w 246"/>
                <a:gd name="T19" fmla="*/ 1 h 424"/>
                <a:gd name="T20" fmla="*/ 1 w 246"/>
                <a:gd name="T21" fmla="*/ 1 h 424"/>
                <a:gd name="T22" fmla="*/ 1 w 246"/>
                <a:gd name="T23" fmla="*/ 1 h 424"/>
                <a:gd name="T24" fmla="*/ 1 w 246"/>
                <a:gd name="T25" fmla="*/ 0 h 424"/>
                <a:gd name="T26" fmla="*/ 1 w 246"/>
                <a:gd name="T27" fmla="*/ 0 h 424"/>
                <a:gd name="T28" fmla="*/ 1 w 246"/>
                <a:gd name="T29" fmla="*/ 0 h 424"/>
                <a:gd name="T30" fmla="*/ 0 w 246"/>
                <a:gd name="T31" fmla="*/ 0 h 424"/>
                <a:gd name="T32" fmla="*/ 0 w 246"/>
                <a:gd name="T33" fmla="*/ 0 h 424"/>
                <a:gd name="T34" fmla="*/ 0 w 246"/>
                <a:gd name="T35" fmla="*/ 0 h 424"/>
                <a:gd name="T36" fmla="*/ 0 w 246"/>
                <a:gd name="T37" fmla="*/ 0 h 424"/>
                <a:gd name="T38" fmla="*/ 0 w 246"/>
                <a:gd name="T39" fmla="*/ 0 h 424"/>
                <a:gd name="T40" fmla="*/ 0 w 246"/>
                <a:gd name="T41" fmla="*/ 0 h 424"/>
                <a:gd name="T42" fmla="*/ 1 w 246"/>
                <a:gd name="T43" fmla="*/ 0 h 424"/>
                <a:gd name="T44" fmla="*/ 1 w 246"/>
                <a:gd name="T45" fmla="*/ 0 h 424"/>
                <a:gd name="T46" fmla="*/ 1 w 246"/>
                <a:gd name="T47" fmla="*/ 0 h 424"/>
                <a:gd name="T48" fmla="*/ 1 w 246"/>
                <a:gd name="T49" fmla="*/ 1 h 424"/>
                <a:gd name="T50" fmla="*/ 1 w 246"/>
                <a:gd name="T51" fmla="*/ 1 h 424"/>
                <a:gd name="T52" fmla="*/ 1 w 246"/>
                <a:gd name="T53" fmla="*/ 1 h 424"/>
                <a:gd name="T54" fmla="*/ 1 w 246"/>
                <a:gd name="T55" fmla="*/ 1 h 424"/>
                <a:gd name="T56" fmla="*/ 2 w 246"/>
                <a:gd name="T57" fmla="*/ 2 h 424"/>
                <a:gd name="T58" fmla="*/ 2 w 246"/>
                <a:gd name="T59" fmla="*/ 2 h 424"/>
                <a:gd name="T60" fmla="*/ 2 w 246"/>
                <a:gd name="T61" fmla="*/ 2 h 424"/>
                <a:gd name="T62" fmla="*/ 2 w 246"/>
                <a:gd name="T63" fmla="*/ 2 h 424"/>
                <a:gd name="T64" fmla="*/ 2 w 246"/>
                <a:gd name="T65" fmla="*/ 3 h 424"/>
                <a:gd name="T66" fmla="*/ 2 w 246"/>
                <a:gd name="T67" fmla="*/ 3 h 424"/>
                <a:gd name="T68" fmla="*/ 2 w 246"/>
                <a:gd name="T69" fmla="*/ 3 h 424"/>
                <a:gd name="T70" fmla="*/ 2 w 246"/>
                <a:gd name="T71" fmla="*/ 3 h 424"/>
                <a:gd name="T72" fmla="*/ 2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424"/>
                  </a:moveTo>
                  <a:lnTo>
                    <a:pt x="246" y="424"/>
                  </a:lnTo>
                  <a:lnTo>
                    <a:pt x="244" y="382"/>
                  </a:lnTo>
                  <a:lnTo>
                    <a:pt x="241" y="338"/>
                  </a:lnTo>
                  <a:lnTo>
                    <a:pt x="235" y="298"/>
                  </a:lnTo>
                  <a:lnTo>
                    <a:pt x="227" y="261"/>
                  </a:lnTo>
                  <a:lnTo>
                    <a:pt x="216" y="222"/>
                  </a:lnTo>
                  <a:lnTo>
                    <a:pt x="205" y="188"/>
                  </a:lnTo>
                  <a:lnTo>
                    <a:pt x="190" y="155"/>
                  </a:lnTo>
                  <a:lnTo>
                    <a:pt x="174" y="125"/>
                  </a:lnTo>
                  <a:lnTo>
                    <a:pt x="157" y="98"/>
                  </a:lnTo>
                  <a:lnTo>
                    <a:pt x="138" y="73"/>
                  </a:lnTo>
                  <a:lnTo>
                    <a:pt x="118" y="51"/>
                  </a:lnTo>
                  <a:lnTo>
                    <a:pt x="96" y="34"/>
                  </a:lnTo>
                  <a:lnTo>
                    <a:pt x="74" y="18"/>
                  </a:lnTo>
                  <a:lnTo>
                    <a:pt x="50" y="8"/>
                  </a:lnTo>
                  <a:lnTo>
                    <a:pt x="25" y="2"/>
                  </a:lnTo>
                  <a:lnTo>
                    <a:pt x="0" y="0"/>
                  </a:lnTo>
                  <a:lnTo>
                    <a:pt x="0" y="11"/>
                  </a:lnTo>
                  <a:lnTo>
                    <a:pt x="23" y="14"/>
                  </a:lnTo>
                  <a:lnTo>
                    <a:pt x="45" y="19"/>
                  </a:lnTo>
                  <a:lnTo>
                    <a:pt x="67" y="30"/>
                  </a:lnTo>
                  <a:lnTo>
                    <a:pt x="89" y="43"/>
                  </a:lnTo>
                  <a:lnTo>
                    <a:pt x="108" y="60"/>
                  </a:lnTo>
                  <a:lnTo>
                    <a:pt x="128" y="80"/>
                  </a:lnTo>
                  <a:lnTo>
                    <a:pt x="147" y="105"/>
                  </a:lnTo>
                  <a:lnTo>
                    <a:pt x="165" y="132"/>
                  </a:lnTo>
                  <a:lnTo>
                    <a:pt x="179" y="160"/>
                  </a:lnTo>
                  <a:lnTo>
                    <a:pt x="193" y="193"/>
                  </a:lnTo>
                  <a:lnTo>
                    <a:pt x="205" y="227"/>
                  </a:lnTo>
                  <a:lnTo>
                    <a:pt x="215" y="263"/>
                  </a:lnTo>
                  <a:lnTo>
                    <a:pt x="223" y="301"/>
                  </a:lnTo>
                  <a:lnTo>
                    <a:pt x="229" y="341"/>
                  </a:lnTo>
                  <a:lnTo>
                    <a:pt x="233" y="382"/>
                  </a:lnTo>
                  <a:lnTo>
                    <a:pt x="234" y="424"/>
                  </a:lnTo>
                  <a:lnTo>
                    <a:pt x="246"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0395" name="Freeform 58"/>
            <p:cNvSpPr>
              <a:spLocks/>
            </p:cNvSpPr>
            <p:nvPr/>
          </p:nvSpPr>
          <p:spPr bwMode="auto">
            <a:xfrm>
              <a:off x="1140" y="2172"/>
              <a:ext cx="49" cy="85"/>
            </a:xfrm>
            <a:custGeom>
              <a:avLst/>
              <a:gdLst>
                <a:gd name="T0" fmla="*/ 0 w 246"/>
                <a:gd name="T1" fmla="*/ 3 h 426"/>
                <a:gd name="T2" fmla="*/ 0 w 246"/>
                <a:gd name="T3" fmla="*/ 3 h 426"/>
                <a:gd name="T4" fmla="*/ 0 w 246"/>
                <a:gd name="T5" fmla="*/ 3 h 426"/>
                <a:gd name="T6" fmla="*/ 0 w 246"/>
                <a:gd name="T7" fmla="*/ 3 h 426"/>
                <a:gd name="T8" fmla="*/ 1 w 246"/>
                <a:gd name="T9" fmla="*/ 3 h 426"/>
                <a:gd name="T10" fmla="*/ 1 w 246"/>
                <a:gd name="T11" fmla="*/ 3 h 426"/>
                <a:gd name="T12" fmla="*/ 1 w 246"/>
                <a:gd name="T13" fmla="*/ 3 h 426"/>
                <a:gd name="T14" fmla="*/ 1 w 246"/>
                <a:gd name="T15" fmla="*/ 3 h 426"/>
                <a:gd name="T16" fmla="*/ 1 w 246"/>
                <a:gd name="T17" fmla="*/ 3 h 426"/>
                <a:gd name="T18" fmla="*/ 1 w 246"/>
                <a:gd name="T19" fmla="*/ 2 h 426"/>
                <a:gd name="T20" fmla="*/ 2 w 246"/>
                <a:gd name="T21" fmla="*/ 2 h 426"/>
                <a:gd name="T22" fmla="*/ 2 w 246"/>
                <a:gd name="T23" fmla="*/ 2 h 426"/>
                <a:gd name="T24" fmla="*/ 2 w 246"/>
                <a:gd name="T25" fmla="*/ 2 h 426"/>
                <a:gd name="T26" fmla="*/ 2 w 246"/>
                <a:gd name="T27" fmla="*/ 1 h 426"/>
                <a:gd name="T28" fmla="*/ 2 w 246"/>
                <a:gd name="T29" fmla="*/ 1 h 426"/>
                <a:gd name="T30" fmla="*/ 2 w 246"/>
                <a:gd name="T31" fmla="*/ 1 h 426"/>
                <a:gd name="T32" fmla="*/ 2 w 246"/>
                <a:gd name="T33" fmla="*/ 0 h 426"/>
                <a:gd name="T34" fmla="*/ 2 w 246"/>
                <a:gd name="T35" fmla="*/ 0 h 426"/>
                <a:gd name="T36" fmla="*/ 2 w 246"/>
                <a:gd name="T37" fmla="*/ 0 h 426"/>
                <a:gd name="T38" fmla="*/ 2 w 246"/>
                <a:gd name="T39" fmla="*/ 0 h 426"/>
                <a:gd name="T40" fmla="*/ 2 w 246"/>
                <a:gd name="T41" fmla="*/ 1 h 426"/>
                <a:gd name="T42" fmla="*/ 2 w 246"/>
                <a:gd name="T43" fmla="*/ 1 h 426"/>
                <a:gd name="T44" fmla="*/ 2 w 246"/>
                <a:gd name="T45" fmla="*/ 1 h 426"/>
                <a:gd name="T46" fmla="*/ 2 w 246"/>
                <a:gd name="T47" fmla="*/ 2 h 426"/>
                <a:gd name="T48" fmla="*/ 2 w 246"/>
                <a:gd name="T49" fmla="*/ 2 h 426"/>
                <a:gd name="T50" fmla="*/ 1 w 246"/>
                <a:gd name="T51" fmla="*/ 2 h 426"/>
                <a:gd name="T52" fmla="*/ 1 w 246"/>
                <a:gd name="T53" fmla="*/ 2 h 426"/>
                <a:gd name="T54" fmla="*/ 1 w 246"/>
                <a:gd name="T55" fmla="*/ 3 h 426"/>
                <a:gd name="T56" fmla="*/ 1 w 246"/>
                <a:gd name="T57" fmla="*/ 3 h 426"/>
                <a:gd name="T58" fmla="*/ 1 w 246"/>
                <a:gd name="T59" fmla="*/ 3 h 426"/>
                <a:gd name="T60" fmla="*/ 1 w 246"/>
                <a:gd name="T61" fmla="*/ 3 h 426"/>
                <a:gd name="T62" fmla="*/ 1 w 246"/>
                <a:gd name="T63" fmla="*/ 3 h 426"/>
                <a:gd name="T64" fmla="*/ 0 w 246"/>
                <a:gd name="T65" fmla="*/ 3 h 426"/>
                <a:gd name="T66" fmla="*/ 0 w 246"/>
                <a:gd name="T67" fmla="*/ 3 h 426"/>
                <a:gd name="T68" fmla="*/ 0 w 246"/>
                <a:gd name="T69" fmla="*/ 3 h 426"/>
                <a:gd name="T70" fmla="*/ 0 w 246"/>
                <a:gd name="T71" fmla="*/ 3 h 426"/>
                <a:gd name="T72" fmla="*/ 0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426"/>
                  </a:moveTo>
                  <a:lnTo>
                    <a:pt x="0" y="426"/>
                  </a:lnTo>
                  <a:lnTo>
                    <a:pt x="25" y="423"/>
                  </a:lnTo>
                  <a:lnTo>
                    <a:pt x="50" y="417"/>
                  </a:lnTo>
                  <a:lnTo>
                    <a:pt x="74" y="407"/>
                  </a:lnTo>
                  <a:lnTo>
                    <a:pt x="96" y="392"/>
                  </a:lnTo>
                  <a:lnTo>
                    <a:pt x="118" y="373"/>
                  </a:lnTo>
                  <a:lnTo>
                    <a:pt x="138" y="350"/>
                  </a:lnTo>
                  <a:lnTo>
                    <a:pt x="157" y="327"/>
                  </a:lnTo>
                  <a:lnTo>
                    <a:pt x="175" y="299"/>
                  </a:lnTo>
                  <a:lnTo>
                    <a:pt x="190" y="268"/>
                  </a:lnTo>
                  <a:lnTo>
                    <a:pt x="205" y="236"/>
                  </a:lnTo>
                  <a:lnTo>
                    <a:pt x="216" y="202"/>
                  </a:lnTo>
                  <a:lnTo>
                    <a:pt x="227" y="164"/>
                  </a:lnTo>
                  <a:lnTo>
                    <a:pt x="235" y="125"/>
                  </a:lnTo>
                  <a:lnTo>
                    <a:pt x="241" y="86"/>
                  </a:lnTo>
                  <a:lnTo>
                    <a:pt x="244" y="42"/>
                  </a:lnTo>
                  <a:lnTo>
                    <a:pt x="246" y="0"/>
                  </a:lnTo>
                  <a:lnTo>
                    <a:pt x="234" y="0"/>
                  </a:lnTo>
                  <a:lnTo>
                    <a:pt x="233" y="42"/>
                  </a:lnTo>
                  <a:lnTo>
                    <a:pt x="229" y="83"/>
                  </a:lnTo>
                  <a:lnTo>
                    <a:pt x="223" y="123"/>
                  </a:lnTo>
                  <a:lnTo>
                    <a:pt x="215" y="162"/>
                  </a:lnTo>
                  <a:lnTo>
                    <a:pt x="205" y="197"/>
                  </a:lnTo>
                  <a:lnTo>
                    <a:pt x="193" y="231"/>
                  </a:lnTo>
                  <a:lnTo>
                    <a:pt x="179" y="264"/>
                  </a:lnTo>
                  <a:lnTo>
                    <a:pt x="164" y="292"/>
                  </a:lnTo>
                  <a:lnTo>
                    <a:pt x="147" y="320"/>
                  </a:lnTo>
                  <a:lnTo>
                    <a:pt x="128" y="343"/>
                  </a:lnTo>
                  <a:lnTo>
                    <a:pt x="108" y="363"/>
                  </a:lnTo>
                  <a:lnTo>
                    <a:pt x="89" y="382"/>
                  </a:lnTo>
                  <a:lnTo>
                    <a:pt x="67" y="395"/>
                  </a:lnTo>
                  <a:lnTo>
                    <a:pt x="45" y="406"/>
                  </a:lnTo>
                  <a:lnTo>
                    <a:pt x="23" y="411"/>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0396" name="Freeform 59"/>
            <p:cNvSpPr>
              <a:spLocks/>
            </p:cNvSpPr>
            <p:nvPr/>
          </p:nvSpPr>
          <p:spPr bwMode="auto">
            <a:xfrm>
              <a:off x="1091" y="2172"/>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4" y="86"/>
                  </a:lnTo>
                  <a:lnTo>
                    <a:pt x="10" y="125"/>
                  </a:lnTo>
                  <a:lnTo>
                    <a:pt x="18" y="164"/>
                  </a:lnTo>
                  <a:lnTo>
                    <a:pt x="29" y="202"/>
                  </a:lnTo>
                  <a:lnTo>
                    <a:pt x="41" y="236"/>
                  </a:lnTo>
                  <a:lnTo>
                    <a:pt x="55" y="268"/>
                  </a:lnTo>
                  <a:lnTo>
                    <a:pt x="70" y="299"/>
                  </a:lnTo>
                  <a:lnTo>
                    <a:pt x="89" y="327"/>
                  </a:lnTo>
                  <a:lnTo>
                    <a:pt x="106" y="350"/>
                  </a:lnTo>
                  <a:lnTo>
                    <a:pt x="126" y="373"/>
                  </a:lnTo>
                  <a:lnTo>
                    <a:pt x="148" y="392"/>
                  </a:lnTo>
                  <a:lnTo>
                    <a:pt x="171" y="407"/>
                  </a:lnTo>
                  <a:lnTo>
                    <a:pt x="194" y="417"/>
                  </a:lnTo>
                  <a:lnTo>
                    <a:pt x="219" y="423"/>
                  </a:lnTo>
                  <a:lnTo>
                    <a:pt x="245" y="426"/>
                  </a:lnTo>
                  <a:lnTo>
                    <a:pt x="245" y="414"/>
                  </a:lnTo>
                  <a:lnTo>
                    <a:pt x="221" y="411"/>
                  </a:lnTo>
                  <a:lnTo>
                    <a:pt x="199" y="406"/>
                  </a:lnTo>
                  <a:lnTo>
                    <a:pt x="178" y="395"/>
                  </a:lnTo>
                  <a:lnTo>
                    <a:pt x="155" y="382"/>
                  </a:lnTo>
                  <a:lnTo>
                    <a:pt x="136" y="363"/>
                  </a:lnTo>
                  <a:lnTo>
                    <a:pt x="116" y="343"/>
                  </a:lnTo>
                  <a:lnTo>
                    <a:pt x="98" y="320"/>
                  </a:lnTo>
                  <a:lnTo>
                    <a:pt x="82" y="292"/>
                  </a:lnTo>
                  <a:lnTo>
                    <a:pt x="66" y="264"/>
                  </a:lnTo>
                  <a:lnTo>
                    <a:pt x="52" y="231"/>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0397" name="Freeform 60"/>
            <p:cNvSpPr>
              <a:spLocks/>
            </p:cNvSpPr>
            <p:nvPr/>
          </p:nvSpPr>
          <p:spPr bwMode="auto">
            <a:xfrm>
              <a:off x="1091" y="2087"/>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4" y="8"/>
                  </a:lnTo>
                  <a:lnTo>
                    <a:pt x="171" y="18"/>
                  </a:lnTo>
                  <a:lnTo>
                    <a:pt x="148" y="34"/>
                  </a:lnTo>
                  <a:lnTo>
                    <a:pt x="126" y="51"/>
                  </a:lnTo>
                  <a:lnTo>
                    <a:pt x="106" y="73"/>
                  </a:lnTo>
                  <a:lnTo>
                    <a:pt x="89" y="98"/>
                  </a:lnTo>
                  <a:lnTo>
                    <a:pt x="71" y="125"/>
                  </a:lnTo>
                  <a:lnTo>
                    <a:pt x="55" y="155"/>
                  </a:lnTo>
                  <a:lnTo>
                    <a:pt x="41" y="188"/>
                  </a:lnTo>
                  <a:lnTo>
                    <a:pt x="29" y="222"/>
                  </a:lnTo>
                  <a:lnTo>
                    <a:pt x="18" y="261"/>
                  </a:lnTo>
                  <a:lnTo>
                    <a:pt x="10" y="298"/>
                  </a:lnTo>
                  <a:lnTo>
                    <a:pt x="4" y="338"/>
                  </a:lnTo>
                  <a:lnTo>
                    <a:pt x="1" y="382"/>
                  </a:lnTo>
                  <a:lnTo>
                    <a:pt x="0" y="424"/>
                  </a:lnTo>
                  <a:lnTo>
                    <a:pt x="11" y="424"/>
                  </a:lnTo>
                  <a:lnTo>
                    <a:pt x="13" y="382"/>
                  </a:lnTo>
                  <a:lnTo>
                    <a:pt x="16" y="341"/>
                  </a:lnTo>
                  <a:lnTo>
                    <a:pt x="22" y="301"/>
                  </a:lnTo>
                  <a:lnTo>
                    <a:pt x="30" y="263"/>
                  </a:lnTo>
                  <a:lnTo>
                    <a:pt x="41" y="227"/>
                  </a:lnTo>
                  <a:lnTo>
                    <a:pt x="52" y="193"/>
                  </a:lnTo>
                  <a:lnTo>
                    <a:pt x="66" y="160"/>
                  </a:lnTo>
                  <a:lnTo>
                    <a:pt x="80" y="132"/>
                  </a:lnTo>
                  <a:lnTo>
                    <a:pt x="98" y="105"/>
                  </a:lnTo>
                  <a:lnTo>
                    <a:pt x="116" y="80"/>
                  </a:lnTo>
                  <a:lnTo>
                    <a:pt x="136" y="60"/>
                  </a:lnTo>
                  <a:lnTo>
                    <a:pt x="155" y="43"/>
                  </a:lnTo>
                  <a:lnTo>
                    <a:pt x="178" y="30"/>
                  </a:lnTo>
                  <a:lnTo>
                    <a:pt x="199" y="19"/>
                  </a:lnTo>
                  <a:lnTo>
                    <a:pt x="221" y="14"/>
                  </a:lnTo>
                  <a:lnTo>
                    <a:pt x="245" y="11"/>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0398" name="Freeform 61"/>
            <p:cNvSpPr>
              <a:spLocks/>
            </p:cNvSpPr>
            <p:nvPr/>
          </p:nvSpPr>
          <p:spPr bwMode="auto">
            <a:xfrm>
              <a:off x="1392" y="2118"/>
              <a:ext cx="49" cy="85"/>
            </a:xfrm>
            <a:custGeom>
              <a:avLst/>
              <a:gdLst>
                <a:gd name="T0" fmla="*/ 2 w 246"/>
                <a:gd name="T1" fmla="*/ 3 h 426"/>
                <a:gd name="T2" fmla="*/ 2 w 246"/>
                <a:gd name="T3" fmla="*/ 3 h 426"/>
                <a:gd name="T4" fmla="*/ 2 w 246"/>
                <a:gd name="T5" fmla="*/ 3 h 426"/>
                <a:gd name="T6" fmla="*/ 2 w 246"/>
                <a:gd name="T7" fmla="*/ 3 h 426"/>
                <a:gd name="T8" fmla="*/ 2 w 246"/>
                <a:gd name="T9" fmla="*/ 2 h 426"/>
                <a:gd name="T10" fmla="*/ 2 w 246"/>
                <a:gd name="T11" fmla="*/ 2 h 426"/>
                <a:gd name="T12" fmla="*/ 2 w 246"/>
                <a:gd name="T13" fmla="*/ 2 h 426"/>
                <a:gd name="T14" fmla="*/ 2 w 246"/>
                <a:gd name="T15" fmla="*/ 2 h 426"/>
                <a:gd name="T16" fmla="*/ 2 w 246"/>
                <a:gd name="T17" fmla="*/ 1 h 426"/>
                <a:gd name="T18" fmla="*/ 1 w 246"/>
                <a:gd name="T19" fmla="*/ 1 h 426"/>
                <a:gd name="T20" fmla="*/ 1 w 246"/>
                <a:gd name="T21" fmla="*/ 1 h 426"/>
                <a:gd name="T22" fmla="*/ 1 w 246"/>
                <a:gd name="T23" fmla="*/ 1 h 426"/>
                <a:gd name="T24" fmla="*/ 1 w 246"/>
                <a:gd name="T25" fmla="*/ 0 h 426"/>
                <a:gd name="T26" fmla="*/ 1 w 246"/>
                <a:gd name="T27" fmla="*/ 0 h 426"/>
                <a:gd name="T28" fmla="*/ 1 w 246"/>
                <a:gd name="T29" fmla="*/ 0 h 426"/>
                <a:gd name="T30" fmla="*/ 0 w 246"/>
                <a:gd name="T31" fmla="*/ 0 h 426"/>
                <a:gd name="T32" fmla="*/ 0 w 246"/>
                <a:gd name="T33" fmla="*/ 0 h 426"/>
                <a:gd name="T34" fmla="*/ 0 w 246"/>
                <a:gd name="T35" fmla="*/ 0 h 426"/>
                <a:gd name="T36" fmla="*/ 0 w 246"/>
                <a:gd name="T37" fmla="*/ 0 h 426"/>
                <a:gd name="T38" fmla="*/ 0 w 246"/>
                <a:gd name="T39" fmla="*/ 0 h 426"/>
                <a:gd name="T40" fmla="*/ 0 w 246"/>
                <a:gd name="T41" fmla="*/ 0 h 426"/>
                <a:gd name="T42" fmla="*/ 1 w 246"/>
                <a:gd name="T43" fmla="*/ 0 h 426"/>
                <a:gd name="T44" fmla="*/ 1 w 246"/>
                <a:gd name="T45" fmla="*/ 0 h 426"/>
                <a:gd name="T46" fmla="*/ 1 w 246"/>
                <a:gd name="T47" fmla="*/ 1 h 426"/>
                <a:gd name="T48" fmla="*/ 1 w 246"/>
                <a:gd name="T49" fmla="*/ 1 h 426"/>
                <a:gd name="T50" fmla="*/ 1 w 246"/>
                <a:gd name="T51" fmla="*/ 1 h 426"/>
                <a:gd name="T52" fmla="*/ 1 w 246"/>
                <a:gd name="T53" fmla="*/ 1 h 426"/>
                <a:gd name="T54" fmla="*/ 1 w 246"/>
                <a:gd name="T55" fmla="*/ 1 h 426"/>
                <a:gd name="T56" fmla="*/ 2 w 246"/>
                <a:gd name="T57" fmla="*/ 2 h 426"/>
                <a:gd name="T58" fmla="*/ 2 w 246"/>
                <a:gd name="T59" fmla="*/ 2 h 426"/>
                <a:gd name="T60" fmla="*/ 2 w 246"/>
                <a:gd name="T61" fmla="*/ 2 h 426"/>
                <a:gd name="T62" fmla="*/ 2 w 246"/>
                <a:gd name="T63" fmla="*/ 2 h 426"/>
                <a:gd name="T64" fmla="*/ 2 w 246"/>
                <a:gd name="T65" fmla="*/ 3 h 426"/>
                <a:gd name="T66" fmla="*/ 2 w 246"/>
                <a:gd name="T67" fmla="*/ 3 h 426"/>
                <a:gd name="T68" fmla="*/ 2 w 246"/>
                <a:gd name="T69" fmla="*/ 3 h 426"/>
                <a:gd name="T70" fmla="*/ 2 w 246"/>
                <a:gd name="T71" fmla="*/ 3 h 426"/>
                <a:gd name="T72" fmla="*/ 2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246" y="426"/>
                  </a:moveTo>
                  <a:lnTo>
                    <a:pt x="246" y="426"/>
                  </a:lnTo>
                  <a:lnTo>
                    <a:pt x="245" y="384"/>
                  </a:lnTo>
                  <a:lnTo>
                    <a:pt x="242" y="340"/>
                  </a:lnTo>
                  <a:lnTo>
                    <a:pt x="236" y="301"/>
                  </a:lnTo>
                  <a:lnTo>
                    <a:pt x="228" y="262"/>
                  </a:lnTo>
                  <a:lnTo>
                    <a:pt x="217" y="224"/>
                  </a:lnTo>
                  <a:lnTo>
                    <a:pt x="205" y="190"/>
                  </a:lnTo>
                  <a:lnTo>
                    <a:pt x="191" y="158"/>
                  </a:lnTo>
                  <a:lnTo>
                    <a:pt x="176" y="126"/>
                  </a:lnTo>
                  <a:lnTo>
                    <a:pt x="157" y="99"/>
                  </a:lnTo>
                  <a:lnTo>
                    <a:pt x="139" y="75"/>
                  </a:lnTo>
                  <a:lnTo>
                    <a:pt x="119" y="53"/>
                  </a:lnTo>
                  <a:lnTo>
                    <a:pt x="96" y="34"/>
                  </a:lnTo>
                  <a:lnTo>
                    <a:pt x="75" y="19"/>
                  </a:lnTo>
                  <a:lnTo>
                    <a:pt x="51" y="9"/>
                  </a:lnTo>
                  <a:lnTo>
                    <a:pt x="26" y="3"/>
                  </a:lnTo>
                  <a:lnTo>
                    <a:pt x="0" y="0"/>
                  </a:lnTo>
                  <a:lnTo>
                    <a:pt x="0" y="12"/>
                  </a:lnTo>
                  <a:lnTo>
                    <a:pt x="24" y="15"/>
                  </a:lnTo>
                  <a:lnTo>
                    <a:pt x="46" y="20"/>
                  </a:lnTo>
                  <a:lnTo>
                    <a:pt x="68" y="31"/>
                  </a:lnTo>
                  <a:lnTo>
                    <a:pt x="89" y="44"/>
                  </a:lnTo>
                  <a:lnTo>
                    <a:pt x="109" y="63"/>
                  </a:lnTo>
                  <a:lnTo>
                    <a:pt x="129" y="83"/>
                  </a:lnTo>
                  <a:lnTo>
                    <a:pt x="148" y="106"/>
                  </a:lnTo>
                  <a:lnTo>
                    <a:pt x="164" y="133"/>
                  </a:lnTo>
                  <a:lnTo>
                    <a:pt x="180" y="162"/>
                  </a:lnTo>
                  <a:lnTo>
                    <a:pt x="194" y="195"/>
                  </a:lnTo>
                  <a:lnTo>
                    <a:pt x="205" y="229"/>
                  </a:lnTo>
                  <a:lnTo>
                    <a:pt x="216" y="264"/>
                  </a:lnTo>
                  <a:lnTo>
                    <a:pt x="224" y="303"/>
                  </a:lnTo>
                  <a:lnTo>
                    <a:pt x="230" y="343"/>
                  </a:lnTo>
                  <a:lnTo>
                    <a:pt x="233" y="384"/>
                  </a:lnTo>
                  <a:lnTo>
                    <a:pt x="235" y="426"/>
                  </a:lnTo>
                  <a:lnTo>
                    <a:pt x="246"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0399" name="Freeform 62"/>
            <p:cNvSpPr>
              <a:spLocks/>
            </p:cNvSpPr>
            <p:nvPr/>
          </p:nvSpPr>
          <p:spPr bwMode="auto">
            <a:xfrm>
              <a:off x="1392" y="2203"/>
              <a:ext cx="49" cy="85"/>
            </a:xfrm>
            <a:custGeom>
              <a:avLst/>
              <a:gdLst>
                <a:gd name="T0" fmla="*/ 0 w 246"/>
                <a:gd name="T1" fmla="*/ 3 h 424"/>
                <a:gd name="T2" fmla="*/ 0 w 246"/>
                <a:gd name="T3" fmla="*/ 3 h 424"/>
                <a:gd name="T4" fmla="*/ 0 w 246"/>
                <a:gd name="T5" fmla="*/ 3 h 424"/>
                <a:gd name="T6" fmla="*/ 0 w 246"/>
                <a:gd name="T7" fmla="*/ 3 h 424"/>
                <a:gd name="T8" fmla="*/ 1 w 246"/>
                <a:gd name="T9" fmla="*/ 3 h 424"/>
                <a:gd name="T10" fmla="*/ 1 w 246"/>
                <a:gd name="T11" fmla="*/ 3 h 424"/>
                <a:gd name="T12" fmla="*/ 1 w 246"/>
                <a:gd name="T13" fmla="*/ 3 h 424"/>
                <a:gd name="T14" fmla="*/ 1 w 246"/>
                <a:gd name="T15" fmla="*/ 3 h 424"/>
                <a:gd name="T16" fmla="*/ 1 w 246"/>
                <a:gd name="T17" fmla="*/ 3 h 424"/>
                <a:gd name="T18" fmla="*/ 1 w 246"/>
                <a:gd name="T19" fmla="*/ 2 h 424"/>
                <a:gd name="T20" fmla="*/ 2 w 246"/>
                <a:gd name="T21" fmla="*/ 2 h 424"/>
                <a:gd name="T22" fmla="*/ 2 w 246"/>
                <a:gd name="T23" fmla="*/ 2 h 424"/>
                <a:gd name="T24" fmla="*/ 2 w 246"/>
                <a:gd name="T25" fmla="*/ 2 h 424"/>
                <a:gd name="T26" fmla="*/ 2 w 246"/>
                <a:gd name="T27" fmla="*/ 1 h 424"/>
                <a:gd name="T28" fmla="*/ 2 w 246"/>
                <a:gd name="T29" fmla="*/ 1 h 424"/>
                <a:gd name="T30" fmla="*/ 2 w 246"/>
                <a:gd name="T31" fmla="*/ 1 h 424"/>
                <a:gd name="T32" fmla="*/ 2 w 246"/>
                <a:gd name="T33" fmla="*/ 0 h 424"/>
                <a:gd name="T34" fmla="*/ 2 w 246"/>
                <a:gd name="T35" fmla="*/ 0 h 424"/>
                <a:gd name="T36" fmla="*/ 2 w 246"/>
                <a:gd name="T37" fmla="*/ 0 h 424"/>
                <a:gd name="T38" fmla="*/ 2 w 246"/>
                <a:gd name="T39" fmla="*/ 0 h 424"/>
                <a:gd name="T40" fmla="*/ 2 w 246"/>
                <a:gd name="T41" fmla="*/ 1 h 424"/>
                <a:gd name="T42" fmla="*/ 2 w 246"/>
                <a:gd name="T43" fmla="*/ 1 h 424"/>
                <a:gd name="T44" fmla="*/ 2 w 246"/>
                <a:gd name="T45" fmla="*/ 1 h 424"/>
                <a:gd name="T46" fmla="*/ 2 w 246"/>
                <a:gd name="T47" fmla="*/ 2 h 424"/>
                <a:gd name="T48" fmla="*/ 2 w 246"/>
                <a:gd name="T49" fmla="*/ 2 h 424"/>
                <a:gd name="T50" fmla="*/ 1 w 246"/>
                <a:gd name="T51" fmla="*/ 2 h 424"/>
                <a:gd name="T52" fmla="*/ 1 w 246"/>
                <a:gd name="T53" fmla="*/ 2 h 424"/>
                <a:gd name="T54" fmla="*/ 1 w 246"/>
                <a:gd name="T55" fmla="*/ 3 h 424"/>
                <a:gd name="T56" fmla="*/ 1 w 246"/>
                <a:gd name="T57" fmla="*/ 3 h 424"/>
                <a:gd name="T58" fmla="*/ 1 w 246"/>
                <a:gd name="T59" fmla="*/ 3 h 424"/>
                <a:gd name="T60" fmla="*/ 1 w 246"/>
                <a:gd name="T61" fmla="*/ 3 h 424"/>
                <a:gd name="T62" fmla="*/ 1 w 246"/>
                <a:gd name="T63" fmla="*/ 3 h 424"/>
                <a:gd name="T64" fmla="*/ 0 w 246"/>
                <a:gd name="T65" fmla="*/ 3 h 424"/>
                <a:gd name="T66" fmla="*/ 0 w 246"/>
                <a:gd name="T67" fmla="*/ 3 h 424"/>
                <a:gd name="T68" fmla="*/ 0 w 246"/>
                <a:gd name="T69" fmla="*/ 3 h 424"/>
                <a:gd name="T70" fmla="*/ 0 w 246"/>
                <a:gd name="T71" fmla="*/ 3 h 424"/>
                <a:gd name="T72" fmla="*/ 0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0" y="424"/>
                  </a:moveTo>
                  <a:lnTo>
                    <a:pt x="0" y="424"/>
                  </a:lnTo>
                  <a:lnTo>
                    <a:pt x="26" y="422"/>
                  </a:lnTo>
                  <a:lnTo>
                    <a:pt x="51" y="416"/>
                  </a:lnTo>
                  <a:lnTo>
                    <a:pt x="75" y="406"/>
                  </a:lnTo>
                  <a:lnTo>
                    <a:pt x="96" y="390"/>
                  </a:lnTo>
                  <a:lnTo>
                    <a:pt x="119" y="373"/>
                  </a:lnTo>
                  <a:lnTo>
                    <a:pt x="139" y="351"/>
                  </a:lnTo>
                  <a:lnTo>
                    <a:pt x="157" y="326"/>
                  </a:lnTo>
                  <a:lnTo>
                    <a:pt x="175" y="299"/>
                  </a:lnTo>
                  <a:lnTo>
                    <a:pt x="191" y="269"/>
                  </a:lnTo>
                  <a:lnTo>
                    <a:pt x="205" y="236"/>
                  </a:lnTo>
                  <a:lnTo>
                    <a:pt x="217" y="202"/>
                  </a:lnTo>
                  <a:lnTo>
                    <a:pt x="228" y="163"/>
                  </a:lnTo>
                  <a:lnTo>
                    <a:pt x="236" y="125"/>
                  </a:lnTo>
                  <a:lnTo>
                    <a:pt x="242" y="86"/>
                  </a:lnTo>
                  <a:lnTo>
                    <a:pt x="245" y="42"/>
                  </a:lnTo>
                  <a:lnTo>
                    <a:pt x="246" y="0"/>
                  </a:lnTo>
                  <a:lnTo>
                    <a:pt x="235" y="0"/>
                  </a:lnTo>
                  <a:lnTo>
                    <a:pt x="233" y="42"/>
                  </a:lnTo>
                  <a:lnTo>
                    <a:pt x="230" y="83"/>
                  </a:lnTo>
                  <a:lnTo>
                    <a:pt x="224" y="123"/>
                  </a:lnTo>
                  <a:lnTo>
                    <a:pt x="216" y="161"/>
                  </a:lnTo>
                  <a:lnTo>
                    <a:pt x="205" y="197"/>
                  </a:lnTo>
                  <a:lnTo>
                    <a:pt x="194" y="231"/>
                  </a:lnTo>
                  <a:lnTo>
                    <a:pt x="180" y="264"/>
                  </a:lnTo>
                  <a:lnTo>
                    <a:pt x="166" y="292"/>
                  </a:lnTo>
                  <a:lnTo>
                    <a:pt x="148" y="319"/>
                  </a:lnTo>
                  <a:lnTo>
                    <a:pt x="129" y="344"/>
                  </a:lnTo>
                  <a:lnTo>
                    <a:pt x="109" y="364"/>
                  </a:lnTo>
                  <a:lnTo>
                    <a:pt x="89" y="381"/>
                  </a:lnTo>
                  <a:lnTo>
                    <a:pt x="68" y="394"/>
                  </a:lnTo>
                  <a:lnTo>
                    <a:pt x="46" y="405"/>
                  </a:lnTo>
                  <a:lnTo>
                    <a:pt x="24" y="410"/>
                  </a:lnTo>
                  <a:lnTo>
                    <a:pt x="0" y="413"/>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0400" name="Freeform 63"/>
            <p:cNvSpPr>
              <a:spLocks/>
            </p:cNvSpPr>
            <p:nvPr/>
          </p:nvSpPr>
          <p:spPr bwMode="auto">
            <a:xfrm>
              <a:off x="1343" y="2203"/>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2" y="42"/>
                  </a:lnTo>
                  <a:lnTo>
                    <a:pt x="5" y="86"/>
                  </a:lnTo>
                  <a:lnTo>
                    <a:pt x="11" y="125"/>
                  </a:lnTo>
                  <a:lnTo>
                    <a:pt x="19" y="163"/>
                  </a:lnTo>
                  <a:lnTo>
                    <a:pt x="30" y="202"/>
                  </a:lnTo>
                  <a:lnTo>
                    <a:pt x="41" y="236"/>
                  </a:lnTo>
                  <a:lnTo>
                    <a:pt x="56" y="269"/>
                  </a:lnTo>
                  <a:lnTo>
                    <a:pt x="72" y="299"/>
                  </a:lnTo>
                  <a:lnTo>
                    <a:pt x="90" y="326"/>
                  </a:lnTo>
                  <a:lnTo>
                    <a:pt x="108" y="351"/>
                  </a:lnTo>
                  <a:lnTo>
                    <a:pt x="127" y="373"/>
                  </a:lnTo>
                  <a:lnTo>
                    <a:pt x="149" y="390"/>
                  </a:lnTo>
                  <a:lnTo>
                    <a:pt x="172" y="406"/>
                  </a:lnTo>
                  <a:lnTo>
                    <a:pt x="195" y="416"/>
                  </a:lnTo>
                  <a:lnTo>
                    <a:pt x="220" y="422"/>
                  </a:lnTo>
                  <a:lnTo>
                    <a:pt x="245" y="424"/>
                  </a:lnTo>
                  <a:lnTo>
                    <a:pt x="245" y="413"/>
                  </a:lnTo>
                  <a:lnTo>
                    <a:pt x="222" y="410"/>
                  </a:lnTo>
                  <a:lnTo>
                    <a:pt x="200" y="405"/>
                  </a:lnTo>
                  <a:lnTo>
                    <a:pt x="179" y="394"/>
                  </a:lnTo>
                  <a:lnTo>
                    <a:pt x="156" y="381"/>
                  </a:lnTo>
                  <a:lnTo>
                    <a:pt x="136" y="364"/>
                  </a:lnTo>
                  <a:lnTo>
                    <a:pt x="118" y="344"/>
                  </a:lnTo>
                  <a:lnTo>
                    <a:pt x="99" y="319"/>
                  </a:lnTo>
                  <a:lnTo>
                    <a:pt x="81" y="292"/>
                  </a:lnTo>
                  <a:lnTo>
                    <a:pt x="67" y="264"/>
                  </a:lnTo>
                  <a:lnTo>
                    <a:pt x="53" y="231"/>
                  </a:lnTo>
                  <a:lnTo>
                    <a:pt x="41" y="197"/>
                  </a:lnTo>
                  <a:lnTo>
                    <a:pt x="31" y="161"/>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0401" name="Freeform 64"/>
            <p:cNvSpPr>
              <a:spLocks/>
            </p:cNvSpPr>
            <p:nvPr/>
          </p:nvSpPr>
          <p:spPr bwMode="auto">
            <a:xfrm>
              <a:off x="1343" y="2118"/>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1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20" y="3"/>
                  </a:lnTo>
                  <a:lnTo>
                    <a:pt x="195" y="9"/>
                  </a:lnTo>
                  <a:lnTo>
                    <a:pt x="172" y="19"/>
                  </a:lnTo>
                  <a:lnTo>
                    <a:pt x="149" y="34"/>
                  </a:lnTo>
                  <a:lnTo>
                    <a:pt x="127" y="53"/>
                  </a:lnTo>
                  <a:lnTo>
                    <a:pt x="108" y="75"/>
                  </a:lnTo>
                  <a:lnTo>
                    <a:pt x="90" y="99"/>
                  </a:lnTo>
                  <a:lnTo>
                    <a:pt x="71" y="126"/>
                  </a:lnTo>
                  <a:lnTo>
                    <a:pt x="56" y="158"/>
                  </a:lnTo>
                  <a:lnTo>
                    <a:pt x="41" y="190"/>
                  </a:lnTo>
                  <a:lnTo>
                    <a:pt x="30" y="224"/>
                  </a:lnTo>
                  <a:lnTo>
                    <a:pt x="19" y="262"/>
                  </a:lnTo>
                  <a:lnTo>
                    <a:pt x="11" y="301"/>
                  </a:lnTo>
                  <a:lnTo>
                    <a:pt x="5" y="340"/>
                  </a:lnTo>
                  <a:lnTo>
                    <a:pt x="2" y="384"/>
                  </a:lnTo>
                  <a:lnTo>
                    <a:pt x="0" y="426"/>
                  </a:lnTo>
                  <a:lnTo>
                    <a:pt x="12" y="426"/>
                  </a:lnTo>
                  <a:lnTo>
                    <a:pt x="13" y="384"/>
                  </a:lnTo>
                  <a:lnTo>
                    <a:pt x="17" y="343"/>
                  </a:lnTo>
                  <a:lnTo>
                    <a:pt x="23" y="303"/>
                  </a:lnTo>
                  <a:lnTo>
                    <a:pt x="31" y="264"/>
                  </a:lnTo>
                  <a:lnTo>
                    <a:pt x="41" y="229"/>
                  </a:lnTo>
                  <a:lnTo>
                    <a:pt x="53" y="195"/>
                  </a:lnTo>
                  <a:lnTo>
                    <a:pt x="67" y="162"/>
                  </a:lnTo>
                  <a:lnTo>
                    <a:pt x="82" y="133"/>
                  </a:lnTo>
                  <a:lnTo>
                    <a:pt x="99" y="106"/>
                  </a:lnTo>
                  <a:lnTo>
                    <a:pt x="118" y="83"/>
                  </a:lnTo>
                  <a:lnTo>
                    <a:pt x="136" y="63"/>
                  </a:lnTo>
                  <a:lnTo>
                    <a:pt x="156" y="44"/>
                  </a:lnTo>
                  <a:lnTo>
                    <a:pt x="179" y="31"/>
                  </a:lnTo>
                  <a:lnTo>
                    <a:pt x="200" y="20"/>
                  </a:lnTo>
                  <a:lnTo>
                    <a:pt x="222" y="15"/>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0402" name="Freeform 65"/>
            <p:cNvSpPr>
              <a:spLocks/>
            </p:cNvSpPr>
            <p:nvPr/>
          </p:nvSpPr>
          <p:spPr bwMode="auto">
            <a:xfrm>
              <a:off x="1384" y="1859"/>
              <a:ext cx="49" cy="84"/>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1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3" y="382"/>
                  </a:lnTo>
                  <a:lnTo>
                    <a:pt x="240" y="339"/>
                  </a:lnTo>
                  <a:lnTo>
                    <a:pt x="234" y="299"/>
                  </a:lnTo>
                  <a:lnTo>
                    <a:pt x="226" y="261"/>
                  </a:lnTo>
                  <a:lnTo>
                    <a:pt x="215" y="222"/>
                  </a:lnTo>
                  <a:lnTo>
                    <a:pt x="204" y="188"/>
                  </a:lnTo>
                  <a:lnTo>
                    <a:pt x="189" y="156"/>
                  </a:lnTo>
                  <a:lnTo>
                    <a:pt x="173" y="125"/>
                  </a:lnTo>
                  <a:lnTo>
                    <a:pt x="155" y="98"/>
                  </a:lnTo>
                  <a:lnTo>
                    <a:pt x="138" y="74"/>
                  </a:lnTo>
                  <a:lnTo>
                    <a:pt x="118" y="51"/>
                  </a:lnTo>
                  <a:lnTo>
                    <a:pt x="96" y="34"/>
                  </a:lnTo>
                  <a:lnTo>
                    <a:pt x="73" y="18"/>
                  </a:lnTo>
                  <a:lnTo>
                    <a:pt x="50" y="8"/>
                  </a:lnTo>
                  <a:lnTo>
                    <a:pt x="25" y="2"/>
                  </a:lnTo>
                  <a:lnTo>
                    <a:pt x="0" y="0"/>
                  </a:lnTo>
                  <a:lnTo>
                    <a:pt x="0" y="11"/>
                  </a:lnTo>
                  <a:lnTo>
                    <a:pt x="23" y="14"/>
                  </a:lnTo>
                  <a:lnTo>
                    <a:pt x="45" y="20"/>
                  </a:lnTo>
                  <a:lnTo>
                    <a:pt x="66" y="30"/>
                  </a:lnTo>
                  <a:lnTo>
                    <a:pt x="89" y="43"/>
                  </a:lnTo>
                  <a:lnTo>
                    <a:pt x="109" y="61"/>
                  </a:lnTo>
                  <a:lnTo>
                    <a:pt x="129" y="81"/>
                  </a:lnTo>
                  <a:lnTo>
                    <a:pt x="146" y="105"/>
                  </a:lnTo>
                  <a:lnTo>
                    <a:pt x="164" y="132"/>
                  </a:lnTo>
                  <a:lnTo>
                    <a:pt x="178" y="160"/>
                  </a:lnTo>
                  <a:lnTo>
                    <a:pt x="192" y="193"/>
                  </a:lnTo>
                  <a:lnTo>
                    <a:pt x="204" y="227"/>
                  </a:lnTo>
                  <a:lnTo>
                    <a:pt x="214" y="264"/>
                  </a:lnTo>
                  <a:lnTo>
                    <a:pt x="222" y="301"/>
                  </a:lnTo>
                  <a:lnTo>
                    <a:pt x="228"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0403" name="Freeform 66"/>
            <p:cNvSpPr>
              <a:spLocks/>
            </p:cNvSpPr>
            <p:nvPr/>
          </p:nvSpPr>
          <p:spPr bwMode="auto">
            <a:xfrm>
              <a:off x="1384" y="1943"/>
              <a:ext cx="49" cy="86"/>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5" y="423"/>
                  </a:lnTo>
                  <a:lnTo>
                    <a:pt x="50" y="418"/>
                  </a:lnTo>
                  <a:lnTo>
                    <a:pt x="73" y="407"/>
                  </a:lnTo>
                  <a:lnTo>
                    <a:pt x="96" y="392"/>
                  </a:lnTo>
                  <a:lnTo>
                    <a:pt x="118" y="374"/>
                  </a:lnTo>
                  <a:lnTo>
                    <a:pt x="138" y="352"/>
                  </a:lnTo>
                  <a:lnTo>
                    <a:pt x="155" y="327"/>
                  </a:lnTo>
                  <a:lnTo>
                    <a:pt x="174" y="300"/>
                  </a:lnTo>
                  <a:lnTo>
                    <a:pt x="189" y="269"/>
                  </a:lnTo>
                  <a:lnTo>
                    <a:pt x="204" y="237"/>
                  </a:lnTo>
                  <a:lnTo>
                    <a:pt x="215" y="202"/>
                  </a:lnTo>
                  <a:lnTo>
                    <a:pt x="226" y="164"/>
                  </a:lnTo>
                  <a:lnTo>
                    <a:pt x="234" y="126"/>
                  </a:lnTo>
                  <a:lnTo>
                    <a:pt x="240" y="86"/>
                  </a:lnTo>
                  <a:lnTo>
                    <a:pt x="243" y="42"/>
                  </a:lnTo>
                  <a:lnTo>
                    <a:pt x="245" y="0"/>
                  </a:lnTo>
                  <a:lnTo>
                    <a:pt x="233" y="0"/>
                  </a:lnTo>
                  <a:lnTo>
                    <a:pt x="232" y="42"/>
                  </a:lnTo>
                  <a:lnTo>
                    <a:pt x="228" y="83"/>
                  </a:lnTo>
                  <a:lnTo>
                    <a:pt x="222" y="123"/>
                  </a:lnTo>
                  <a:lnTo>
                    <a:pt x="214" y="162"/>
                  </a:lnTo>
                  <a:lnTo>
                    <a:pt x="204" y="197"/>
                  </a:lnTo>
                  <a:lnTo>
                    <a:pt x="192" y="232"/>
                  </a:lnTo>
                  <a:lnTo>
                    <a:pt x="178" y="264"/>
                  </a:lnTo>
                  <a:lnTo>
                    <a:pt x="163" y="293"/>
                  </a:lnTo>
                  <a:lnTo>
                    <a:pt x="146" y="320"/>
                  </a:lnTo>
                  <a:lnTo>
                    <a:pt x="129" y="345"/>
                  </a:lnTo>
                  <a:lnTo>
                    <a:pt x="109" y="365"/>
                  </a:lnTo>
                  <a:lnTo>
                    <a:pt x="89" y="382"/>
                  </a:lnTo>
                  <a:lnTo>
                    <a:pt x="66" y="395"/>
                  </a:lnTo>
                  <a:lnTo>
                    <a:pt x="45" y="406"/>
                  </a:lnTo>
                  <a:lnTo>
                    <a:pt x="23"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0404" name="Freeform 67"/>
            <p:cNvSpPr>
              <a:spLocks/>
            </p:cNvSpPr>
            <p:nvPr/>
          </p:nvSpPr>
          <p:spPr bwMode="auto">
            <a:xfrm>
              <a:off x="1335" y="1943"/>
              <a:ext cx="49" cy="86"/>
            </a:xfrm>
            <a:custGeom>
              <a:avLst/>
              <a:gdLst>
                <a:gd name="T0" fmla="*/ 0 w 246"/>
                <a:gd name="T1" fmla="*/ 0 h 426"/>
                <a:gd name="T2" fmla="*/ 0 w 246"/>
                <a:gd name="T3" fmla="*/ 0 h 426"/>
                <a:gd name="T4" fmla="*/ 0 w 246"/>
                <a:gd name="T5" fmla="*/ 0 h 426"/>
                <a:gd name="T6" fmla="*/ 0 w 246"/>
                <a:gd name="T7" fmla="*/ 1 h 426"/>
                <a:gd name="T8" fmla="*/ 0 w 246"/>
                <a:gd name="T9" fmla="*/ 1 h 426"/>
                <a:gd name="T10" fmla="*/ 0 w 246"/>
                <a:gd name="T11" fmla="*/ 1 h 426"/>
                <a:gd name="T12" fmla="*/ 0 w 246"/>
                <a:gd name="T13" fmla="*/ 2 h 426"/>
                <a:gd name="T14" fmla="*/ 0 w 246"/>
                <a:gd name="T15" fmla="*/ 2 h 426"/>
                <a:gd name="T16" fmla="*/ 0 w 246"/>
                <a:gd name="T17" fmla="*/ 2 h 426"/>
                <a:gd name="T18" fmla="*/ 1 w 246"/>
                <a:gd name="T19" fmla="*/ 2 h 426"/>
                <a:gd name="T20" fmla="*/ 1 w 246"/>
                <a:gd name="T21" fmla="*/ 3 h 426"/>
                <a:gd name="T22" fmla="*/ 1 w 246"/>
                <a:gd name="T23" fmla="*/ 3 h 426"/>
                <a:gd name="T24" fmla="*/ 1 w 246"/>
                <a:gd name="T25" fmla="*/ 3 h 426"/>
                <a:gd name="T26" fmla="*/ 1 w 246"/>
                <a:gd name="T27" fmla="*/ 3 h 426"/>
                <a:gd name="T28" fmla="*/ 1 w 246"/>
                <a:gd name="T29" fmla="*/ 3 h 426"/>
                <a:gd name="T30" fmla="*/ 2 w 246"/>
                <a:gd name="T31" fmla="*/ 3 h 426"/>
                <a:gd name="T32" fmla="*/ 2 w 246"/>
                <a:gd name="T33" fmla="*/ 3 h 426"/>
                <a:gd name="T34" fmla="*/ 2 w 246"/>
                <a:gd name="T35" fmla="*/ 3 h 426"/>
                <a:gd name="T36" fmla="*/ 2 w 246"/>
                <a:gd name="T37" fmla="*/ 3 h 426"/>
                <a:gd name="T38" fmla="*/ 2 w 246"/>
                <a:gd name="T39" fmla="*/ 3 h 426"/>
                <a:gd name="T40" fmla="*/ 2 w 246"/>
                <a:gd name="T41" fmla="*/ 3 h 426"/>
                <a:gd name="T42" fmla="*/ 1 w 246"/>
                <a:gd name="T43" fmla="*/ 3 h 426"/>
                <a:gd name="T44" fmla="*/ 1 w 246"/>
                <a:gd name="T45" fmla="*/ 3 h 426"/>
                <a:gd name="T46" fmla="*/ 1 w 246"/>
                <a:gd name="T47" fmla="*/ 3 h 426"/>
                <a:gd name="T48" fmla="*/ 1 w 246"/>
                <a:gd name="T49" fmla="*/ 3 h 426"/>
                <a:gd name="T50" fmla="*/ 1 w 246"/>
                <a:gd name="T51" fmla="*/ 3 h 426"/>
                <a:gd name="T52" fmla="*/ 1 w 246"/>
                <a:gd name="T53" fmla="*/ 2 h 426"/>
                <a:gd name="T54" fmla="*/ 1 w 246"/>
                <a:gd name="T55" fmla="*/ 2 h 426"/>
                <a:gd name="T56" fmla="*/ 0 w 246"/>
                <a:gd name="T57" fmla="*/ 2 h 426"/>
                <a:gd name="T58" fmla="*/ 0 w 246"/>
                <a:gd name="T59" fmla="*/ 2 h 426"/>
                <a:gd name="T60" fmla="*/ 0 w 246"/>
                <a:gd name="T61" fmla="*/ 1 h 426"/>
                <a:gd name="T62" fmla="*/ 0 w 246"/>
                <a:gd name="T63" fmla="*/ 1 h 426"/>
                <a:gd name="T64" fmla="*/ 0 w 246"/>
                <a:gd name="T65" fmla="*/ 1 h 426"/>
                <a:gd name="T66" fmla="*/ 0 w 246"/>
                <a:gd name="T67" fmla="*/ 0 h 426"/>
                <a:gd name="T68" fmla="*/ 0 w 246"/>
                <a:gd name="T69" fmla="*/ 0 h 426"/>
                <a:gd name="T70" fmla="*/ 0 w 246"/>
                <a:gd name="T71" fmla="*/ 0 h 426"/>
                <a:gd name="T72" fmla="*/ 0 w 246"/>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0"/>
                  </a:moveTo>
                  <a:lnTo>
                    <a:pt x="0" y="0"/>
                  </a:lnTo>
                  <a:lnTo>
                    <a:pt x="1" y="42"/>
                  </a:lnTo>
                  <a:lnTo>
                    <a:pt x="4" y="86"/>
                  </a:lnTo>
                  <a:lnTo>
                    <a:pt x="10" y="126"/>
                  </a:lnTo>
                  <a:lnTo>
                    <a:pt x="18" y="164"/>
                  </a:lnTo>
                  <a:lnTo>
                    <a:pt x="29" y="202"/>
                  </a:lnTo>
                  <a:lnTo>
                    <a:pt x="41" y="237"/>
                  </a:lnTo>
                  <a:lnTo>
                    <a:pt x="55" y="269"/>
                  </a:lnTo>
                  <a:lnTo>
                    <a:pt x="71" y="300"/>
                  </a:lnTo>
                  <a:lnTo>
                    <a:pt x="89" y="327"/>
                  </a:lnTo>
                  <a:lnTo>
                    <a:pt x="107" y="352"/>
                  </a:lnTo>
                  <a:lnTo>
                    <a:pt x="127" y="374"/>
                  </a:lnTo>
                  <a:lnTo>
                    <a:pt x="150" y="392"/>
                  </a:lnTo>
                  <a:lnTo>
                    <a:pt x="171" y="407"/>
                  </a:lnTo>
                  <a:lnTo>
                    <a:pt x="195" y="418"/>
                  </a:lnTo>
                  <a:lnTo>
                    <a:pt x="220" y="423"/>
                  </a:lnTo>
                  <a:lnTo>
                    <a:pt x="246" y="426"/>
                  </a:lnTo>
                  <a:lnTo>
                    <a:pt x="246" y="414"/>
                  </a:lnTo>
                  <a:lnTo>
                    <a:pt x="222" y="412"/>
                  </a:lnTo>
                  <a:lnTo>
                    <a:pt x="200" y="406"/>
                  </a:lnTo>
                  <a:lnTo>
                    <a:pt x="178" y="395"/>
                  </a:lnTo>
                  <a:lnTo>
                    <a:pt x="157" y="382"/>
                  </a:lnTo>
                  <a:lnTo>
                    <a:pt x="137" y="365"/>
                  </a:lnTo>
                  <a:lnTo>
                    <a:pt x="117" y="345"/>
                  </a:lnTo>
                  <a:lnTo>
                    <a:pt x="98" y="320"/>
                  </a:lnTo>
                  <a:lnTo>
                    <a:pt x="83" y="293"/>
                  </a:lnTo>
                  <a:lnTo>
                    <a:pt x="66" y="264"/>
                  </a:lnTo>
                  <a:lnTo>
                    <a:pt x="52" y="232"/>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0405" name="Freeform 68"/>
            <p:cNvSpPr>
              <a:spLocks/>
            </p:cNvSpPr>
            <p:nvPr/>
          </p:nvSpPr>
          <p:spPr bwMode="auto">
            <a:xfrm>
              <a:off x="1335" y="1859"/>
              <a:ext cx="49" cy="84"/>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1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0" y="2"/>
                  </a:lnTo>
                  <a:lnTo>
                    <a:pt x="195" y="8"/>
                  </a:lnTo>
                  <a:lnTo>
                    <a:pt x="171" y="18"/>
                  </a:lnTo>
                  <a:lnTo>
                    <a:pt x="150" y="34"/>
                  </a:lnTo>
                  <a:lnTo>
                    <a:pt x="127" y="51"/>
                  </a:lnTo>
                  <a:lnTo>
                    <a:pt x="107" y="74"/>
                  </a:lnTo>
                  <a:lnTo>
                    <a:pt x="89" y="98"/>
                  </a:lnTo>
                  <a:lnTo>
                    <a:pt x="72" y="125"/>
                  </a:lnTo>
                  <a:lnTo>
                    <a:pt x="55" y="156"/>
                  </a:lnTo>
                  <a:lnTo>
                    <a:pt x="41" y="188"/>
                  </a:lnTo>
                  <a:lnTo>
                    <a:pt x="29" y="222"/>
                  </a:lnTo>
                  <a:lnTo>
                    <a:pt x="18" y="261"/>
                  </a:lnTo>
                  <a:lnTo>
                    <a:pt x="10" y="299"/>
                  </a:lnTo>
                  <a:lnTo>
                    <a:pt x="4" y="339"/>
                  </a:lnTo>
                  <a:lnTo>
                    <a:pt x="1" y="382"/>
                  </a:lnTo>
                  <a:lnTo>
                    <a:pt x="0" y="424"/>
                  </a:lnTo>
                  <a:lnTo>
                    <a:pt x="11" y="424"/>
                  </a:lnTo>
                  <a:lnTo>
                    <a:pt x="13" y="382"/>
                  </a:lnTo>
                  <a:lnTo>
                    <a:pt x="16" y="341"/>
                  </a:lnTo>
                  <a:lnTo>
                    <a:pt x="22" y="301"/>
                  </a:lnTo>
                  <a:lnTo>
                    <a:pt x="30" y="264"/>
                  </a:lnTo>
                  <a:lnTo>
                    <a:pt x="41" y="227"/>
                  </a:lnTo>
                  <a:lnTo>
                    <a:pt x="52" y="193"/>
                  </a:lnTo>
                  <a:lnTo>
                    <a:pt x="66" y="160"/>
                  </a:lnTo>
                  <a:lnTo>
                    <a:pt x="82" y="132"/>
                  </a:lnTo>
                  <a:lnTo>
                    <a:pt x="98" y="105"/>
                  </a:lnTo>
                  <a:lnTo>
                    <a:pt x="117" y="81"/>
                  </a:lnTo>
                  <a:lnTo>
                    <a:pt x="137" y="61"/>
                  </a:lnTo>
                  <a:lnTo>
                    <a:pt x="157" y="43"/>
                  </a:lnTo>
                  <a:lnTo>
                    <a:pt x="178" y="30"/>
                  </a:lnTo>
                  <a:lnTo>
                    <a:pt x="200" y="20"/>
                  </a:lnTo>
                  <a:lnTo>
                    <a:pt x="222" y="14"/>
                  </a:lnTo>
                  <a:lnTo>
                    <a:pt x="246" y="11"/>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0406" name="Freeform 69"/>
            <p:cNvSpPr>
              <a:spLocks/>
            </p:cNvSpPr>
            <p:nvPr/>
          </p:nvSpPr>
          <p:spPr bwMode="auto">
            <a:xfrm>
              <a:off x="1552" y="1751"/>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1" y="339"/>
                  </a:lnTo>
                  <a:lnTo>
                    <a:pt x="235" y="299"/>
                  </a:lnTo>
                  <a:lnTo>
                    <a:pt x="226" y="261"/>
                  </a:lnTo>
                  <a:lnTo>
                    <a:pt x="216" y="223"/>
                  </a:lnTo>
                  <a:lnTo>
                    <a:pt x="204" y="189"/>
                  </a:lnTo>
                  <a:lnTo>
                    <a:pt x="190" y="156"/>
                  </a:lnTo>
                  <a:lnTo>
                    <a:pt x="174" y="125"/>
                  </a:lnTo>
                  <a:lnTo>
                    <a:pt x="156" y="98"/>
                  </a:lnTo>
                  <a:lnTo>
                    <a:pt x="137" y="74"/>
                  </a:lnTo>
                  <a:lnTo>
                    <a:pt x="119" y="52"/>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8" y="81"/>
                  </a:lnTo>
                  <a:lnTo>
                    <a:pt x="147" y="105"/>
                  </a:lnTo>
                  <a:lnTo>
                    <a:pt x="164" y="132"/>
                  </a:lnTo>
                  <a:lnTo>
                    <a:pt x="178" y="161"/>
                  </a:lnTo>
                  <a:lnTo>
                    <a:pt x="193" y="193"/>
                  </a:lnTo>
                  <a:lnTo>
                    <a:pt x="204" y="227"/>
                  </a:lnTo>
                  <a:lnTo>
                    <a:pt x="215" y="264"/>
                  </a:lnTo>
                  <a:lnTo>
                    <a:pt x="223" y="301"/>
                  </a:lnTo>
                  <a:lnTo>
                    <a:pt x="229" y="341"/>
                  </a:lnTo>
                  <a:lnTo>
                    <a:pt x="232" y="382"/>
                  </a:lnTo>
                  <a:lnTo>
                    <a:pt x="234"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0407" name="Freeform 70"/>
            <p:cNvSpPr>
              <a:spLocks/>
            </p:cNvSpPr>
            <p:nvPr/>
          </p:nvSpPr>
          <p:spPr bwMode="auto">
            <a:xfrm>
              <a:off x="1552" y="1836"/>
              <a:ext cx="49" cy="85"/>
            </a:xfrm>
            <a:custGeom>
              <a:avLst/>
              <a:gdLst>
                <a:gd name="T0" fmla="*/ 0 w 245"/>
                <a:gd name="T1" fmla="*/ 3 h 425"/>
                <a:gd name="T2" fmla="*/ 0 w 245"/>
                <a:gd name="T3" fmla="*/ 3 h 425"/>
                <a:gd name="T4" fmla="*/ 0 w 245"/>
                <a:gd name="T5" fmla="*/ 3 h 425"/>
                <a:gd name="T6" fmla="*/ 0 w 245"/>
                <a:gd name="T7" fmla="*/ 3 h 425"/>
                <a:gd name="T8" fmla="*/ 1 w 245"/>
                <a:gd name="T9" fmla="*/ 3 h 425"/>
                <a:gd name="T10" fmla="*/ 1 w 245"/>
                <a:gd name="T11" fmla="*/ 3 h 425"/>
                <a:gd name="T12" fmla="*/ 1 w 245"/>
                <a:gd name="T13" fmla="*/ 3 h 425"/>
                <a:gd name="T14" fmla="*/ 1 w 245"/>
                <a:gd name="T15" fmla="*/ 3 h 425"/>
                <a:gd name="T16" fmla="*/ 1 w 245"/>
                <a:gd name="T17" fmla="*/ 3 h 425"/>
                <a:gd name="T18" fmla="*/ 1 w 245"/>
                <a:gd name="T19" fmla="*/ 2 h 425"/>
                <a:gd name="T20" fmla="*/ 2 w 245"/>
                <a:gd name="T21" fmla="*/ 2 h 425"/>
                <a:gd name="T22" fmla="*/ 2 w 245"/>
                <a:gd name="T23" fmla="*/ 2 h 425"/>
                <a:gd name="T24" fmla="*/ 2 w 245"/>
                <a:gd name="T25" fmla="*/ 2 h 425"/>
                <a:gd name="T26" fmla="*/ 2 w 245"/>
                <a:gd name="T27" fmla="*/ 1 h 425"/>
                <a:gd name="T28" fmla="*/ 2 w 245"/>
                <a:gd name="T29" fmla="*/ 1 h 425"/>
                <a:gd name="T30" fmla="*/ 2 w 245"/>
                <a:gd name="T31" fmla="*/ 1 h 425"/>
                <a:gd name="T32" fmla="*/ 2 w 245"/>
                <a:gd name="T33" fmla="*/ 0 h 425"/>
                <a:gd name="T34" fmla="*/ 2 w 245"/>
                <a:gd name="T35" fmla="*/ 0 h 425"/>
                <a:gd name="T36" fmla="*/ 2 w 245"/>
                <a:gd name="T37" fmla="*/ 0 h 425"/>
                <a:gd name="T38" fmla="*/ 2 w 245"/>
                <a:gd name="T39" fmla="*/ 0 h 425"/>
                <a:gd name="T40" fmla="*/ 2 w 245"/>
                <a:gd name="T41" fmla="*/ 1 h 425"/>
                <a:gd name="T42" fmla="*/ 2 w 245"/>
                <a:gd name="T43" fmla="*/ 1 h 425"/>
                <a:gd name="T44" fmla="*/ 2 w 245"/>
                <a:gd name="T45" fmla="*/ 1 h 425"/>
                <a:gd name="T46" fmla="*/ 2 w 245"/>
                <a:gd name="T47" fmla="*/ 2 h 425"/>
                <a:gd name="T48" fmla="*/ 2 w 245"/>
                <a:gd name="T49" fmla="*/ 2 h 425"/>
                <a:gd name="T50" fmla="*/ 1 w 245"/>
                <a:gd name="T51" fmla="*/ 2 h 425"/>
                <a:gd name="T52" fmla="*/ 1 w 245"/>
                <a:gd name="T53" fmla="*/ 2 h 425"/>
                <a:gd name="T54" fmla="*/ 1 w 245"/>
                <a:gd name="T55" fmla="*/ 3 h 425"/>
                <a:gd name="T56" fmla="*/ 1 w 245"/>
                <a:gd name="T57" fmla="*/ 3 h 425"/>
                <a:gd name="T58" fmla="*/ 1 w 245"/>
                <a:gd name="T59" fmla="*/ 3 h 425"/>
                <a:gd name="T60" fmla="*/ 1 w 245"/>
                <a:gd name="T61" fmla="*/ 3 h 425"/>
                <a:gd name="T62" fmla="*/ 1 w 245"/>
                <a:gd name="T63" fmla="*/ 3 h 425"/>
                <a:gd name="T64" fmla="*/ 0 w 245"/>
                <a:gd name="T65" fmla="*/ 3 h 425"/>
                <a:gd name="T66" fmla="*/ 0 w 245"/>
                <a:gd name="T67" fmla="*/ 3 h 425"/>
                <a:gd name="T68" fmla="*/ 0 w 245"/>
                <a:gd name="T69" fmla="*/ 3 h 425"/>
                <a:gd name="T70" fmla="*/ 0 w 245"/>
                <a:gd name="T71" fmla="*/ 3 h 425"/>
                <a:gd name="T72" fmla="*/ 0 w 245"/>
                <a:gd name="T73" fmla="*/ 3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5"/>
                <a:gd name="T113" fmla="*/ 245 w 245"/>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5">
                  <a:moveTo>
                    <a:pt x="0" y="425"/>
                  </a:moveTo>
                  <a:lnTo>
                    <a:pt x="0" y="425"/>
                  </a:lnTo>
                  <a:lnTo>
                    <a:pt x="26" y="422"/>
                  </a:lnTo>
                  <a:lnTo>
                    <a:pt x="51" y="417"/>
                  </a:lnTo>
                  <a:lnTo>
                    <a:pt x="74" y="406"/>
                  </a:lnTo>
                  <a:lnTo>
                    <a:pt x="96" y="391"/>
                  </a:lnTo>
                  <a:lnTo>
                    <a:pt x="119" y="373"/>
                  </a:lnTo>
                  <a:lnTo>
                    <a:pt x="137" y="351"/>
                  </a:lnTo>
                  <a:lnTo>
                    <a:pt x="156" y="326"/>
                  </a:lnTo>
                  <a:lnTo>
                    <a:pt x="174" y="299"/>
                  </a:lnTo>
                  <a:lnTo>
                    <a:pt x="190" y="269"/>
                  </a:lnTo>
                  <a:lnTo>
                    <a:pt x="204" y="236"/>
                  </a:lnTo>
                  <a:lnTo>
                    <a:pt x="216" y="202"/>
                  </a:lnTo>
                  <a:lnTo>
                    <a:pt x="226" y="163"/>
                  </a:lnTo>
                  <a:lnTo>
                    <a:pt x="235" y="126"/>
                  </a:lnTo>
                  <a:lnTo>
                    <a:pt x="241" y="86"/>
                  </a:lnTo>
                  <a:lnTo>
                    <a:pt x="244" y="43"/>
                  </a:lnTo>
                  <a:lnTo>
                    <a:pt x="245" y="0"/>
                  </a:lnTo>
                  <a:lnTo>
                    <a:pt x="234" y="0"/>
                  </a:lnTo>
                  <a:lnTo>
                    <a:pt x="232" y="43"/>
                  </a:lnTo>
                  <a:lnTo>
                    <a:pt x="229" y="84"/>
                  </a:lnTo>
                  <a:lnTo>
                    <a:pt x="223" y="123"/>
                  </a:lnTo>
                  <a:lnTo>
                    <a:pt x="215" y="161"/>
                  </a:lnTo>
                  <a:lnTo>
                    <a:pt x="204" y="197"/>
                  </a:lnTo>
                  <a:lnTo>
                    <a:pt x="193" y="231"/>
                  </a:lnTo>
                  <a:lnTo>
                    <a:pt x="178" y="264"/>
                  </a:lnTo>
                  <a:lnTo>
                    <a:pt x="164" y="292"/>
                  </a:lnTo>
                  <a:lnTo>
                    <a:pt x="147" y="319"/>
                  </a:lnTo>
                  <a:lnTo>
                    <a:pt x="128" y="344"/>
                  </a:lnTo>
                  <a:lnTo>
                    <a:pt x="109" y="364"/>
                  </a:lnTo>
                  <a:lnTo>
                    <a:pt x="89" y="381"/>
                  </a:lnTo>
                  <a:lnTo>
                    <a:pt x="67" y="394"/>
                  </a:lnTo>
                  <a:lnTo>
                    <a:pt x="46" y="405"/>
                  </a:lnTo>
                  <a:lnTo>
                    <a:pt x="24" y="411"/>
                  </a:lnTo>
                  <a:lnTo>
                    <a:pt x="0" y="413"/>
                  </a:lnTo>
                  <a:lnTo>
                    <a:pt x="0" y="425"/>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0408" name="Freeform 71"/>
            <p:cNvSpPr>
              <a:spLocks/>
            </p:cNvSpPr>
            <p:nvPr/>
          </p:nvSpPr>
          <p:spPr bwMode="auto">
            <a:xfrm>
              <a:off x="1502" y="1836"/>
              <a:ext cx="50" cy="85"/>
            </a:xfrm>
            <a:custGeom>
              <a:avLst/>
              <a:gdLst>
                <a:gd name="T0" fmla="*/ 0 w 246"/>
                <a:gd name="T1" fmla="*/ 0 h 425"/>
                <a:gd name="T2" fmla="*/ 0 w 246"/>
                <a:gd name="T3" fmla="*/ 0 h 425"/>
                <a:gd name="T4" fmla="*/ 0 w 246"/>
                <a:gd name="T5" fmla="*/ 0 h 425"/>
                <a:gd name="T6" fmla="*/ 0 w 246"/>
                <a:gd name="T7" fmla="*/ 1 h 425"/>
                <a:gd name="T8" fmla="*/ 0 w 246"/>
                <a:gd name="T9" fmla="*/ 1 h 425"/>
                <a:gd name="T10" fmla="*/ 0 w 246"/>
                <a:gd name="T11" fmla="*/ 1 h 425"/>
                <a:gd name="T12" fmla="*/ 0 w 246"/>
                <a:gd name="T13" fmla="*/ 2 h 425"/>
                <a:gd name="T14" fmla="*/ 0 w 246"/>
                <a:gd name="T15" fmla="*/ 2 h 425"/>
                <a:gd name="T16" fmla="*/ 0 w 246"/>
                <a:gd name="T17" fmla="*/ 2 h 425"/>
                <a:gd name="T18" fmla="*/ 1 w 246"/>
                <a:gd name="T19" fmla="*/ 2 h 425"/>
                <a:gd name="T20" fmla="*/ 1 w 246"/>
                <a:gd name="T21" fmla="*/ 3 h 425"/>
                <a:gd name="T22" fmla="*/ 1 w 246"/>
                <a:gd name="T23" fmla="*/ 3 h 425"/>
                <a:gd name="T24" fmla="*/ 1 w 246"/>
                <a:gd name="T25" fmla="*/ 3 h 425"/>
                <a:gd name="T26" fmla="*/ 1 w 246"/>
                <a:gd name="T27" fmla="*/ 3 h 425"/>
                <a:gd name="T28" fmla="*/ 1 w 246"/>
                <a:gd name="T29" fmla="*/ 3 h 425"/>
                <a:gd name="T30" fmla="*/ 2 w 246"/>
                <a:gd name="T31" fmla="*/ 3 h 425"/>
                <a:gd name="T32" fmla="*/ 2 w 246"/>
                <a:gd name="T33" fmla="*/ 3 h 425"/>
                <a:gd name="T34" fmla="*/ 2 w 246"/>
                <a:gd name="T35" fmla="*/ 3 h 425"/>
                <a:gd name="T36" fmla="*/ 2 w 246"/>
                <a:gd name="T37" fmla="*/ 3 h 425"/>
                <a:gd name="T38" fmla="*/ 2 w 246"/>
                <a:gd name="T39" fmla="*/ 3 h 425"/>
                <a:gd name="T40" fmla="*/ 2 w 246"/>
                <a:gd name="T41" fmla="*/ 3 h 425"/>
                <a:gd name="T42" fmla="*/ 1 w 246"/>
                <a:gd name="T43" fmla="*/ 3 h 425"/>
                <a:gd name="T44" fmla="*/ 1 w 246"/>
                <a:gd name="T45" fmla="*/ 3 h 425"/>
                <a:gd name="T46" fmla="*/ 1 w 246"/>
                <a:gd name="T47" fmla="*/ 3 h 425"/>
                <a:gd name="T48" fmla="*/ 1 w 246"/>
                <a:gd name="T49" fmla="*/ 3 h 425"/>
                <a:gd name="T50" fmla="*/ 1 w 246"/>
                <a:gd name="T51" fmla="*/ 3 h 425"/>
                <a:gd name="T52" fmla="*/ 1 w 246"/>
                <a:gd name="T53" fmla="*/ 2 h 425"/>
                <a:gd name="T54" fmla="*/ 1 w 246"/>
                <a:gd name="T55" fmla="*/ 2 h 425"/>
                <a:gd name="T56" fmla="*/ 0 w 246"/>
                <a:gd name="T57" fmla="*/ 2 h 425"/>
                <a:gd name="T58" fmla="*/ 0 w 246"/>
                <a:gd name="T59" fmla="*/ 2 h 425"/>
                <a:gd name="T60" fmla="*/ 0 w 246"/>
                <a:gd name="T61" fmla="*/ 1 h 425"/>
                <a:gd name="T62" fmla="*/ 0 w 246"/>
                <a:gd name="T63" fmla="*/ 1 h 425"/>
                <a:gd name="T64" fmla="*/ 0 w 246"/>
                <a:gd name="T65" fmla="*/ 1 h 425"/>
                <a:gd name="T66" fmla="*/ 0 w 246"/>
                <a:gd name="T67" fmla="*/ 0 h 425"/>
                <a:gd name="T68" fmla="*/ 0 w 246"/>
                <a:gd name="T69" fmla="*/ 0 h 425"/>
                <a:gd name="T70" fmla="*/ 0 w 246"/>
                <a:gd name="T71" fmla="*/ 0 h 425"/>
                <a:gd name="T72" fmla="*/ 0 w 246"/>
                <a:gd name="T73" fmla="*/ 0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5"/>
                <a:gd name="T113" fmla="*/ 246 w 246"/>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5">
                  <a:moveTo>
                    <a:pt x="0" y="0"/>
                  </a:moveTo>
                  <a:lnTo>
                    <a:pt x="0" y="0"/>
                  </a:lnTo>
                  <a:lnTo>
                    <a:pt x="2" y="43"/>
                  </a:lnTo>
                  <a:lnTo>
                    <a:pt x="5" y="86"/>
                  </a:lnTo>
                  <a:lnTo>
                    <a:pt x="11" y="126"/>
                  </a:lnTo>
                  <a:lnTo>
                    <a:pt x="19" y="163"/>
                  </a:lnTo>
                  <a:lnTo>
                    <a:pt x="30" y="202"/>
                  </a:lnTo>
                  <a:lnTo>
                    <a:pt x="41" y="236"/>
                  </a:lnTo>
                  <a:lnTo>
                    <a:pt x="55" y="269"/>
                  </a:lnTo>
                  <a:lnTo>
                    <a:pt x="73" y="299"/>
                  </a:lnTo>
                  <a:lnTo>
                    <a:pt x="89" y="326"/>
                  </a:lnTo>
                  <a:lnTo>
                    <a:pt x="108" y="351"/>
                  </a:lnTo>
                  <a:lnTo>
                    <a:pt x="128" y="373"/>
                  </a:lnTo>
                  <a:lnTo>
                    <a:pt x="150" y="391"/>
                  </a:lnTo>
                  <a:lnTo>
                    <a:pt x="171" y="406"/>
                  </a:lnTo>
                  <a:lnTo>
                    <a:pt x="196" y="417"/>
                  </a:lnTo>
                  <a:lnTo>
                    <a:pt x="221" y="422"/>
                  </a:lnTo>
                  <a:lnTo>
                    <a:pt x="246" y="425"/>
                  </a:lnTo>
                  <a:lnTo>
                    <a:pt x="246" y="413"/>
                  </a:lnTo>
                  <a:lnTo>
                    <a:pt x="223" y="411"/>
                  </a:lnTo>
                  <a:lnTo>
                    <a:pt x="201" y="405"/>
                  </a:lnTo>
                  <a:lnTo>
                    <a:pt x="178" y="394"/>
                  </a:lnTo>
                  <a:lnTo>
                    <a:pt x="157" y="381"/>
                  </a:lnTo>
                  <a:lnTo>
                    <a:pt x="137" y="364"/>
                  </a:lnTo>
                  <a:lnTo>
                    <a:pt x="117" y="344"/>
                  </a:lnTo>
                  <a:lnTo>
                    <a:pt x="99" y="319"/>
                  </a:lnTo>
                  <a:lnTo>
                    <a:pt x="82" y="292"/>
                  </a:lnTo>
                  <a:lnTo>
                    <a:pt x="67" y="264"/>
                  </a:lnTo>
                  <a:lnTo>
                    <a:pt x="53" y="231"/>
                  </a:lnTo>
                  <a:lnTo>
                    <a:pt x="41" y="197"/>
                  </a:lnTo>
                  <a:lnTo>
                    <a:pt x="31" y="161"/>
                  </a:lnTo>
                  <a:lnTo>
                    <a:pt x="23" y="123"/>
                  </a:lnTo>
                  <a:lnTo>
                    <a:pt x="17" y="84"/>
                  </a:lnTo>
                  <a:lnTo>
                    <a:pt x="13" y="4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0409" name="Freeform 72"/>
            <p:cNvSpPr>
              <a:spLocks/>
            </p:cNvSpPr>
            <p:nvPr/>
          </p:nvSpPr>
          <p:spPr bwMode="auto">
            <a:xfrm>
              <a:off x="1502" y="1751"/>
              <a:ext cx="50" cy="85"/>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2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1" y="2"/>
                  </a:lnTo>
                  <a:lnTo>
                    <a:pt x="196" y="8"/>
                  </a:lnTo>
                  <a:lnTo>
                    <a:pt x="171" y="19"/>
                  </a:lnTo>
                  <a:lnTo>
                    <a:pt x="150" y="34"/>
                  </a:lnTo>
                  <a:lnTo>
                    <a:pt x="128" y="52"/>
                  </a:lnTo>
                  <a:lnTo>
                    <a:pt x="108" y="74"/>
                  </a:lnTo>
                  <a:lnTo>
                    <a:pt x="89" y="98"/>
                  </a:lnTo>
                  <a:lnTo>
                    <a:pt x="73" y="125"/>
                  </a:lnTo>
                  <a:lnTo>
                    <a:pt x="55" y="156"/>
                  </a:lnTo>
                  <a:lnTo>
                    <a:pt x="41" y="189"/>
                  </a:lnTo>
                  <a:lnTo>
                    <a:pt x="30" y="223"/>
                  </a:lnTo>
                  <a:lnTo>
                    <a:pt x="19" y="261"/>
                  </a:lnTo>
                  <a:lnTo>
                    <a:pt x="11" y="299"/>
                  </a:lnTo>
                  <a:lnTo>
                    <a:pt x="5" y="339"/>
                  </a:lnTo>
                  <a:lnTo>
                    <a:pt x="2" y="382"/>
                  </a:lnTo>
                  <a:lnTo>
                    <a:pt x="0" y="424"/>
                  </a:lnTo>
                  <a:lnTo>
                    <a:pt x="12" y="424"/>
                  </a:lnTo>
                  <a:lnTo>
                    <a:pt x="13" y="382"/>
                  </a:lnTo>
                  <a:lnTo>
                    <a:pt x="17" y="341"/>
                  </a:lnTo>
                  <a:lnTo>
                    <a:pt x="23" y="301"/>
                  </a:lnTo>
                  <a:lnTo>
                    <a:pt x="31" y="264"/>
                  </a:lnTo>
                  <a:lnTo>
                    <a:pt x="41" y="227"/>
                  </a:lnTo>
                  <a:lnTo>
                    <a:pt x="53" y="193"/>
                  </a:lnTo>
                  <a:lnTo>
                    <a:pt x="67" y="161"/>
                  </a:lnTo>
                  <a:lnTo>
                    <a:pt x="82" y="132"/>
                  </a:lnTo>
                  <a:lnTo>
                    <a:pt x="99" y="105"/>
                  </a:lnTo>
                  <a:lnTo>
                    <a:pt x="117" y="81"/>
                  </a:lnTo>
                  <a:lnTo>
                    <a:pt x="137" y="61"/>
                  </a:lnTo>
                  <a:lnTo>
                    <a:pt x="157" y="43"/>
                  </a:lnTo>
                  <a:lnTo>
                    <a:pt x="178" y="30"/>
                  </a:lnTo>
                  <a:lnTo>
                    <a:pt x="201" y="20"/>
                  </a:lnTo>
                  <a:lnTo>
                    <a:pt x="223" y="14"/>
                  </a:lnTo>
                  <a:lnTo>
                    <a:pt x="246" y="12"/>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0410" name="Freeform 73"/>
            <p:cNvSpPr>
              <a:spLocks/>
            </p:cNvSpPr>
            <p:nvPr/>
          </p:nvSpPr>
          <p:spPr bwMode="auto">
            <a:xfrm>
              <a:off x="1565" y="2016"/>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0" y="339"/>
                  </a:lnTo>
                  <a:lnTo>
                    <a:pt x="234" y="299"/>
                  </a:lnTo>
                  <a:lnTo>
                    <a:pt x="226" y="261"/>
                  </a:lnTo>
                  <a:lnTo>
                    <a:pt x="216" y="223"/>
                  </a:lnTo>
                  <a:lnTo>
                    <a:pt x="204" y="189"/>
                  </a:lnTo>
                  <a:lnTo>
                    <a:pt x="190" y="156"/>
                  </a:lnTo>
                  <a:lnTo>
                    <a:pt x="174" y="125"/>
                  </a:lnTo>
                  <a:lnTo>
                    <a:pt x="156" y="98"/>
                  </a:lnTo>
                  <a:lnTo>
                    <a:pt x="138" y="74"/>
                  </a:lnTo>
                  <a:lnTo>
                    <a:pt x="118" y="51"/>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9" y="81"/>
                  </a:lnTo>
                  <a:lnTo>
                    <a:pt x="147" y="105"/>
                  </a:lnTo>
                  <a:lnTo>
                    <a:pt x="164" y="132"/>
                  </a:lnTo>
                  <a:lnTo>
                    <a:pt x="178" y="160"/>
                  </a:lnTo>
                  <a:lnTo>
                    <a:pt x="192" y="193"/>
                  </a:lnTo>
                  <a:lnTo>
                    <a:pt x="204" y="227"/>
                  </a:lnTo>
                  <a:lnTo>
                    <a:pt x="215" y="264"/>
                  </a:lnTo>
                  <a:lnTo>
                    <a:pt x="223" y="301"/>
                  </a:lnTo>
                  <a:lnTo>
                    <a:pt x="229"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0411" name="Freeform 74"/>
            <p:cNvSpPr>
              <a:spLocks/>
            </p:cNvSpPr>
            <p:nvPr/>
          </p:nvSpPr>
          <p:spPr bwMode="auto">
            <a:xfrm>
              <a:off x="1565" y="2101"/>
              <a:ext cx="49" cy="85"/>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6" y="423"/>
                  </a:lnTo>
                  <a:lnTo>
                    <a:pt x="51" y="418"/>
                  </a:lnTo>
                  <a:lnTo>
                    <a:pt x="74" y="407"/>
                  </a:lnTo>
                  <a:lnTo>
                    <a:pt x="96" y="392"/>
                  </a:lnTo>
                  <a:lnTo>
                    <a:pt x="118" y="373"/>
                  </a:lnTo>
                  <a:lnTo>
                    <a:pt x="138" y="351"/>
                  </a:lnTo>
                  <a:lnTo>
                    <a:pt x="156" y="327"/>
                  </a:lnTo>
                  <a:lnTo>
                    <a:pt x="175" y="299"/>
                  </a:lnTo>
                  <a:lnTo>
                    <a:pt x="190" y="269"/>
                  </a:lnTo>
                  <a:lnTo>
                    <a:pt x="204" y="236"/>
                  </a:lnTo>
                  <a:lnTo>
                    <a:pt x="216" y="202"/>
                  </a:lnTo>
                  <a:lnTo>
                    <a:pt x="226" y="164"/>
                  </a:lnTo>
                  <a:lnTo>
                    <a:pt x="234" y="126"/>
                  </a:lnTo>
                  <a:lnTo>
                    <a:pt x="240" y="86"/>
                  </a:lnTo>
                  <a:lnTo>
                    <a:pt x="244" y="42"/>
                  </a:lnTo>
                  <a:lnTo>
                    <a:pt x="245" y="0"/>
                  </a:lnTo>
                  <a:lnTo>
                    <a:pt x="233" y="0"/>
                  </a:lnTo>
                  <a:lnTo>
                    <a:pt x="232" y="42"/>
                  </a:lnTo>
                  <a:lnTo>
                    <a:pt x="229" y="83"/>
                  </a:lnTo>
                  <a:lnTo>
                    <a:pt x="223" y="123"/>
                  </a:lnTo>
                  <a:lnTo>
                    <a:pt x="215" y="162"/>
                  </a:lnTo>
                  <a:lnTo>
                    <a:pt x="204" y="197"/>
                  </a:lnTo>
                  <a:lnTo>
                    <a:pt x="192" y="231"/>
                  </a:lnTo>
                  <a:lnTo>
                    <a:pt x="178" y="264"/>
                  </a:lnTo>
                  <a:lnTo>
                    <a:pt x="163" y="292"/>
                  </a:lnTo>
                  <a:lnTo>
                    <a:pt x="147" y="320"/>
                  </a:lnTo>
                  <a:lnTo>
                    <a:pt x="129" y="344"/>
                  </a:lnTo>
                  <a:lnTo>
                    <a:pt x="109" y="364"/>
                  </a:lnTo>
                  <a:lnTo>
                    <a:pt x="89" y="382"/>
                  </a:lnTo>
                  <a:lnTo>
                    <a:pt x="67" y="395"/>
                  </a:lnTo>
                  <a:lnTo>
                    <a:pt x="46" y="406"/>
                  </a:lnTo>
                  <a:lnTo>
                    <a:pt x="24"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0412" name="Freeform 75"/>
            <p:cNvSpPr>
              <a:spLocks/>
            </p:cNvSpPr>
            <p:nvPr/>
          </p:nvSpPr>
          <p:spPr bwMode="auto">
            <a:xfrm>
              <a:off x="1516" y="2101"/>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5" y="86"/>
                  </a:lnTo>
                  <a:lnTo>
                    <a:pt x="11" y="126"/>
                  </a:lnTo>
                  <a:lnTo>
                    <a:pt x="19" y="164"/>
                  </a:lnTo>
                  <a:lnTo>
                    <a:pt x="30" y="202"/>
                  </a:lnTo>
                  <a:lnTo>
                    <a:pt x="41" y="236"/>
                  </a:lnTo>
                  <a:lnTo>
                    <a:pt x="55" y="269"/>
                  </a:lnTo>
                  <a:lnTo>
                    <a:pt x="71" y="299"/>
                  </a:lnTo>
                  <a:lnTo>
                    <a:pt x="89" y="327"/>
                  </a:lnTo>
                  <a:lnTo>
                    <a:pt x="107" y="351"/>
                  </a:lnTo>
                  <a:lnTo>
                    <a:pt x="127" y="373"/>
                  </a:lnTo>
                  <a:lnTo>
                    <a:pt x="149" y="392"/>
                  </a:lnTo>
                  <a:lnTo>
                    <a:pt x="171" y="407"/>
                  </a:lnTo>
                  <a:lnTo>
                    <a:pt x="195" y="418"/>
                  </a:lnTo>
                  <a:lnTo>
                    <a:pt x="219" y="423"/>
                  </a:lnTo>
                  <a:lnTo>
                    <a:pt x="245" y="426"/>
                  </a:lnTo>
                  <a:lnTo>
                    <a:pt x="245" y="414"/>
                  </a:lnTo>
                  <a:lnTo>
                    <a:pt x="222" y="412"/>
                  </a:lnTo>
                  <a:lnTo>
                    <a:pt x="199" y="406"/>
                  </a:lnTo>
                  <a:lnTo>
                    <a:pt x="178" y="395"/>
                  </a:lnTo>
                  <a:lnTo>
                    <a:pt x="156" y="382"/>
                  </a:lnTo>
                  <a:lnTo>
                    <a:pt x="136" y="364"/>
                  </a:lnTo>
                  <a:lnTo>
                    <a:pt x="116" y="344"/>
                  </a:lnTo>
                  <a:lnTo>
                    <a:pt x="99" y="320"/>
                  </a:lnTo>
                  <a:lnTo>
                    <a:pt x="82" y="292"/>
                  </a:lnTo>
                  <a:lnTo>
                    <a:pt x="67" y="264"/>
                  </a:lnTo>
                  <a:lnTo>
                    <a:pt x="53" y="231"/>
                  </a:lnTo>
                  <a:lnTo>
                    <a:pt x="41" y="197"/>
                  </a:lnTo>
                  <a:lnTo>
                    <a:pt x="31" y="162"/>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0413" name="Freeform 76"/>
            <p:cNvSpPr>
              <a:spLocks/>
            </p:cNvSpPr>
            <p:nvPr/>
          </p:nvSpPr>
          <p:spPr bwMode="auto">
            <a:xfrm>
              <a:off x="1516" y="2016"/>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5" y="8"/>
                  </a:lnTo>
                  <a:lnTo>
                    <a:pt x="171" y="19"/>
                  </a:lnTo>
                  <a:lnTo>
                    <a:pt x="149" y="34"/>
                  </a:lnTo>
                  <a:lnTo>
                    <a:pt x="127" y="51"/>
                  </a:lnTo>
                  <a:lnTo>
                    <a:pt x="107" y="74"/>
                  </a:lnTo>
                  <a:lnTo>
                    <a:pt x="89" y="98"/>
                  </a:lnTo>
                  <a:lnTo>
                    <a:pt x="72" y="125"/>
                  </a:lnTo>
                  <a:lnTo>
                    <a:pt x="55" y="156"/>
                  </a:lnTo>
                  <a:lnTo>
                    <a:pt x="41" y="189"/>
                  </a:lnTo>
                  <a:lnTo>
                    <a:pt x="30" y="223"/>
                  </a:lnTo>
                  <a:lnTo>
                    <a:pt x="19" y="261"/>
                  </a:lnTo>
                  <a:lnTo>
                    <a:pt x="11" y="299"/>
                  </a:lnTo>
                  <a:lnTo>
                    <a:pt x="5" y="339"/>
                  </a:lnTo>
                  <a:lnTo>
                    <a:pt x="1" y="382"/>
                  </a:lnTo>
                  <a:lnTo>
                    <a:pt x="0" y="424"/>
                  </a:lnTo>
                  <a:lnTo>
                    <a:pt x="12" y="424"/>
                  </a:lnTo>
                  <a:lnTo>
                    <a:pt x="13" y="382"/>
                  </a:lnTo>
                  <a:lnTo>
                    <a:pt x="17" y="341"/>
                  </a:lnTo>
                  <a:lnTo>
                    <a:pt x="23" y="301"/>
                  </a:lnTo>
                  <a:lnTo>
                    <a:pt x="31" y="264"/>
                  </a:lnTo>
                  <a:lnTo>
                    <a:pt x="41" y="227"/>
                  </a:lnTo>
                  <a:lnTo>
                    <a:pt x="53" y="193"/>
                  </a:lnTo>
                  <a:lnTo>
                    <a:pt x="67" y="160"/>
                  </a:lnTo>
                  <a:lnTo>
                    <a:pt x="81" y="132"/>
                  </a:lnTo>
                  <a:lnTo>
                    <a:pt x="99" y="105"/>
                  </a:lnTo>
                  <a:lnTo>
                    <a:pt x="116" y="81"/>
                  </a:lnTo>
                  <a:lnTo>
                    <a:pt x="136" y="61"/>
                  </a:lnTo>
                  <a:lnTo>
                    <a:pt x="156" y="43"/>
                  </a:lnTo>
                  <a:lnTo>
                    <a:pt x="178" y="30"/>
                  </a:lnTo>
                  <a:lnTo>
                    <a:pt x="199" y="20"/>
                  </a:lnTo>
                  <a:lnTo>
                    <a:pt x="222"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sp>
        <p:nvSpPr>
          <p:cNvPr id="100361" name="Rectangle 78"/>
          <p:cNvSpPr>
            <a:spLocks noChangeArrowheads="1"/>
          </p:cNvSpPr>
          <p:nvPr/>
        </p:nvSpPr>
        <p:spPr bwMode="auto">
          <a:xfrm>
            <a:off x="611188" y="0"/>
            <a:ext cx="6388100" cy="6477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3000"/>
              <a:t>Sem. 2 - Lundi</a:t>
            </a:r>
          </a:p>
        </p:txBody>
      </p:sp>
      <p:sp>
        <p:nvSpPr>
          <p:cNvPr id="100362" name="Text Box 79"/>
          <p:cNvSpPr txBox="1">
            <a:spLocks noChangeArrowheads="1"/>
          </p:cNvSpPr>
          <p:nvPr/>
        </p:nvSpPr>
        <p:spPr bwMode="auto">
          <a:xfrm>
            <a:off x="566738" y="5211763"/>
            <a:ext cx="6543675" cy="4429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eaLnBrk="1" hangingPunct="1">
              <a:spcBef>
                <a:spcPct val="0"/>
              </a:spcBef>
              <a:buFontTx/>
              <a:buNone/>
            </a:pPr>
            <a:r>
              <a:rPr lang="fr-FR" altLang="fr-FR" sz="2300"/>
              <a:t>4. Pointez la production sur votre feuille de suivi</a:t>
            </a:r>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01378" name="Group 2"/>
          <p:cNvGrpSpPr>
            <a:grpSpLocks/>
          </p:cNvGrpSpPr>
          <p:nvPr/>
        </p:nvGrpSpPr>
        <p:grpSpPr bwMode="auto">
          <a:xfrm>
            <a:off x="7073900" y="215900"/>
            <a:ext cx="1878013" cy="1250950"/>
            <a:chOff x="4456" y="136"/>
            <a:chExt cx="1183" cy="788"/>
          </a:xfrm>
        </p:grpSpPr>
        <p:grpSp>
          <p:nvGrpSpPr>
            <p:cNvPr id="101438" name="Group 3"/>
            <p:cNvGrpSpPr>
              <a:grpSpLocks/>
            </p:cNvGrpSpPr>
            <p:nvPr/>
          </p:nvGrpSpPr>
          <p:grpSpPr bwMode="auto">
            <a:xfrm>
              <a:off x="4766" y="232"/>
              <a:ext cx="873" cy="692"/>
              <a:chOff x="2185" y="310"/>
              <a:chExt cx="873" cy="692"/>
            </a:xfrm>
          </p:grpSpPr>
          <p:sp>
            <p:nvSpPr>
              <p:cNvPr id="101449" name="Freeform 4"/>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accent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1450" name="Freeform 5"/>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1451" name="Freeform 6"/>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1452" name="Freeform 7"/>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1453" name="Freeform 8"/>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1454" name="Freeform 9"/>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1455" name="Freeform 10"/>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grpSp>
          <p:nvGrpSpPr>
            <p:cNvPr id="101439" name="Group 11"/>
            <p:cNvGrpSpPr>
              <a:grpSpLocks/>
            </p:cNvGrpSpPr>
            <p:nvPr/>
          </p:nvGrpSpPr>
          <p:grpSpPr bwMode="auto">
            <a:xfrm>
              <a:off x="4949" y="336"/>
              <a:ext cx="591" cy="468"/>
              <a:chOff x="2185" y="310"/>
              <a:chExt cx="873" cy="692"/>
            </a:xfrm>
          </p:grpSpPr>
          <p:sp>
            <p:nvSpPr>
              <p:cNvPr id="101442" name="Freeform 12"/>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1443" name="Freeform 13"/>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1444" name="Freeform 14"/>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1445" name="Freeform 15"/>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1446" name="Freeform 16"/>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1447" name="Freeform 17"/>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1448" name="Freeform 18"/>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pic>
          <p:nvPicPr>
            <p:cNvPr id="101440" name="Picture 19"/>
            <p:cNvPicPr>
              <a:picLocks noChangeAspect="1" noChangeArrowheads="1"/>
            </p:cNvPicPr>
            <p:nvPr/>
          </p:nvPicPr>
          <p:blipFill>
            <a:blip r:embed="rId3" cstate="print">
              <a:extLst>
                <a:ext uri="{28A0092B-C50C-407E-A947-70E740481C1C}">
                  <a14:useLocalDpi xmlns:a14="http://schemas.microsoft.com/office/drawing/2010/main" val="0"/>
                </a:ext>
              </a:extLst>
            </a:blip>
            <a:srcRect l="-4282" t="-4369" r="-5199" b="-12012"/>
            <a:stretch>
              <a:fillRect/>
            </a:stretch>
          </p:blipFill>
          <p:spPr bwMode="auto">
            <a:xfrm>
              <a:off x="4456" y="136"/>
              <a:ext cx="480" cy="5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01441" name="Text Box 20"/>
            <p:cNvSpPr txBox="1">
              <a:spLocks noChangeArrowheads="1"/>
            </p:cNvSpPr>
            <p:nvPr/>
          </p:nvSpPr>
          <p:spPr bwMode="auto">
            <a:xfrm>
              <a:off x="5066" y="314"/>
              <a:ext cx="356" cy="49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4500" b="1">
                  <a:solidFill>
                    <a:srgbClr val="FF0000"/>
                  </a:solidFill>
                  <a:latin typeface="Arial Black" pitchFamily="34" charset="0"/>
                </a:rPr>
                <a:t>3</a:t>
              </a:r>
              <a:endParaRPr lang="fr-FR" altLang="fr-FR" sz="3200">
                <a:solidFill>
                  <a:schemeClr val="tx1"/>
                </a:solidFill>
                <a:latin typeface="Arial Black" pitchFamily="34" charset="0"/>
              </a:endParaRPr>
            </a:p>
          </p:txBody>
        </p:sp>
      </p:grpSp>
      <p:sp>
        <p:nvSpPr>
          <p:cNvPr id="101380" name="Text Box 22"/>
          <p:cNvSpPr txBox="1">
            <a:spLocks noChangeArrowheads="1"/>
          </p:cNvSpPr>
          <p:nvPr/>
        </p:nvSpPr>
        <p:spPr bwMode="auto">
          <a:xfrm>
            <a:off x="566738" y="1363663"/>
            <a:ext cx="1946275"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1. Tirez le dé</a:t>
            </a:r>
          </a:p>
        </p:txBody>
      </p:sp>
      <p:sp>
        <p:nvSpPr>
          <p:cNvPr id="101381" name="Text Box 23"/>
          <p:cNvSpPr txBox="1">
            <a:spLocks noChangeArrowheads="1"/>
          </p:cNvSpPr>
          <p:nvPr/>
        </p:nvSpPr>
        <p:spPr bwMode="auto">
          <a:xfrm>
            <a:off x="566738" y="3935413"/>
            <a:ext cx="18796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3. Produisez</a:t>
            </a:r>
          </a:p>
        </p:txBody>
      </p:sp>
      <p:grpSp>
        <p:nvGrpSpPr>
          <p:cNvPr id="101382" name="Group 24"/>
          <p:cNvGrpSpPr>
            <a:grpSpLocks/>
          </p:cNvGrpSpPr>
          <p:nvPr/>
        </p:nvGrpSpPr>
        <p:grpSpPr bwMode="auto">
          <a:xfrm>
            <a:off x="2986088" y="1306513"/>
            <a:ext cx="446087" cy="534987"/>
            <a:chOff x="868" y="1439"/>
            <a:chExt cx="811" cy="972"/>
          </a:xfrm>
        </p:grpSpPr>
        <p:sp>
          <p:nvSpPr>
            <p:cNvPr id="101387" name="Freeform 25"/>
            <p:cNvSpPr>
              <a:spLocks/>
            </p:cNvSpPr>
            <p:nvPr/>
          </p:nvSpPr>
          <p:spPr bwMode="auto">
            <a:xfrm>
              <a:off x="1548" y="2014"/>
              <a:ext cx="123" cy="100"/>
            </a:xfrm>
            <a:custGeom>
              <a:avLst/>
              <a:gdLst>
                <a:gd name="T0" fmla="*/ 5 w 618"/>
                <a:gd name="T1" fmla="*/ 0 h 502"/>
                <a:gd name="T2" fmla="*/ 5 w 618"/>
                <a:gd name="T3" fmla="*/ 0 h 502"/>
                <a:gd name="T4" fmla="*/ 0 w 618"/>
                <a:gd name="T5" fmla="*/ 4 h 502"/>
                <a:gd name="T6" fmla="*/ 0 w 618"/>
                <a:gd name="T7" fmla="*/ 4 h 502"/>
                <a:gd name="T8" fmla="*/ 5 w 618"/>
                <a:gd name="T9" fmla="*/ 0 h 502"/>
                <a:gd name="T10" fmla="*/ 5 w 618"/>
                <a:gd name="T11" fmla="*/ 0 h 502"/>
                <a:gd name="T12" fmla="*/ 5 w 618"/>
                <a:gd name="T13" fmla="*/ 0 h 502"/>
                <a:gd name="T14" fmla="*/ 5 w 618"/>
                <a:gd name="T15" fmla="*/ 0 h 502"/>
                <a:gd name="T16" fmla="*/ 5 w 618"/>
                <a:gd name="T17" fmla="*/ 0 h 502"/>
                <a:gd name="T18" fmla="*/ 5 w 618"/>
                <a:gd name="T19" fmla="*/ 0 h 502"/>
                <a:gd name="T20" fmla="*/ 5 w 618"/>
                <a:gd name="T21" fmla="*/ 0 h 502"/>
                <a:gd name="T22" fmla="*/ 5 w 618"/>
                <a:gd name="T23" fmla="*/ 0 h 502"/>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618"/>
                <a:gd name="T37" fmla="*/ 0 h 502"/>
                <a:gd name="T38" fmla="*/ 618 w 618"/>
                <a:gd name="T39" fmla="*/ 502 h 502"/>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618" h="502">
                  <a:moveTo>
                    <a:pt x="611" y="0"/>
                  </a:moveTo>
                  <a:lnTo>
                    <a:pt x="606" y="2"/>
                  </a:lnTo>
                  <a:lnTo>
                    <a:pt x="0" y="490"/>
                  </a:lnTo>
                  <a:lnTo>
                    <a:pt x="10" y="502"/>
                  </a:lnTo>
                  <a:lnTo>
                    <a:pt x="616" y="14"/>
                  </a:lnTo>
                  <a:lnTo>
                    <a:pt x="611" y="16"/>
                  </a:lnTo>
                  <a:lnTo>
                    <a:pt x="616" y="14"/>
                  </a:lnTo>
                  <a:lnTo>
                    <a:pt x="618" y="9"/>
                  </a:lnTo>
                  <a:lnTo>
                    <a:pt x="617" y="3"/>
                  </a:lnTo>
                  <a:lnTo>
                    <a:pt x="612" y="1"/>
                  </a:lnTo>
                  <a:lnTo>
                    <a:pt x="606" y="2"/>
                  </a:lnTo>
                  <a:lnTo>
                    <a:pt x="611"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1388" name="Freeform 26"/>
            <p:cNvSpPr>
              <a:spLocks/>
            </p:cNvSpPr>
            <p:nvPr/>
          </p:nvSpPr>
          <p:spPr bwMode="auto">
            <a:xfrm>
              <a:off x="876" y="1852"/>
              <a:ext cx="82" cy="373"/>
            </a:xfrm>
            <a:custGeom>
              <a:avLst/>
              <a:gdLst>
                <a:gd name="T0" fmla="*/ 3 w 413"/>
                <a:gd name="T1" fmla="*/ 15 h 1865"/>
                <a:gd name="T2" fmla="*/ 3 w 413"/>
                <a:gd name="T3" fmla="*/ 15 h 1865"/>
                <a:gd name="T4" fmla="*/ 0 w 413"/>
                <a:gd name="T5" fmla="*/ 0 h 1865"/>
                <a:gd name="T6" fmla="*/ 0 w 413"/>
                <a:gd name="T7" fmla="*/ 0 h 1865"/>
                <a:gd name="T8" fmla="*/ 3 w 413"/>
                <a:gd name="T9" fmla="*/ 15 h 1865"/>
                <a:gd name="T10" fmla="*/ 3 w 413"/>
                <a:gd name="T11" fmla="*/ 15 h 1865"/>
                <a:gd name="T12" fmla="*/ 3 w 413"/>
                <a:gd name="T13" fmla="*/ 15 h 1865"/>
                <a:gd name="T14" fmla="*/ 3 w 413"/>
                <a:gd name="T15" fmla="*/ 15 h 1865"/>
                <a:gd name="T16" fmla="*/ 3 w 413"/>
                <a:gd name="T17" fmla="*/ 15 h 1865"/>
                <a:gd name="T18" fmla="*/ 3 w 413"/>
                <a:gd name="T19" fmla="*/ 15 h 1865"/>
                <a:gd name="T20" fmla="*/ 3 w 413"/>
                <a:gd name="T21" fmla="*/ 15 h 1865"/>
                <a:gd name="T22" fmla="*/ 3 w 413"/>
                <a:gd name="T23" fmla="*/ 15 h 186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413"/>
                <a:gd name="T37" fmla="*/ 0 h 1865"/>
                <a:gd name="T38" fmla="*/ 413 w 413"/>
                <a:gd name="T39" fmla="*/ 1865 h 1865"/>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413" h="1865">
                  <a:moveTo>
                    <a:pt x="400" y="1864"/>
                  </a:moveTo>
                  <a:lnTo>
                    <a:pt x="413" y="1856"/>
                  </a:lnTo>
                  <a:lnTo>
                    <a:pt x="17" y="0"/>
                  </a:lnTo>
                  <a:lnTo>
                    <a:pt x="0" y="2"/>
                  </a:lnTo>
                  <a:lnTo>
                    <a:pt x="396" y="1858"/>
                  </a:lnTo>
                  <a:lnTo>
                    <a:pt x="409" y="1850"/>
                  </a:lnTo>
                  <a:lnTo>
                    <a:pt x="396" y="1858"/>
                  </a:lnTo>
                  <a:lnTo>
                    <a:pt x="400" y="1864"/>
                  </a:lnTo>
                  <a:lnTo>
                    <a:pt x="406" y="1865"/>
                  </a:lnTo>
                  <a:lnTo>
                    <a:pt x="410" y="1862"/>
                  </a:lnTo>
                  <a:lnTo>
                    <a:pt x="413" y="1856"/>
                  </a:lnTo>
                  <a:lnTo>
                    <a:pt x="400" y="186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1389" name="Freeform 27"/>
            <p:cNvSpPr>
              <a:spLocks/>
            </p:cNvSpPr>
            <p:nvPr/>
          </p:nvSpPr>
          <p:spPr bwMode="auto">
            <a:xfrm>
              <a:off x="1282" y="1533"/>
              <a:ext cx="35" cy="161"/>
            </a:xfrm>
            <a:custGeom>
              <a:avLst/>
              <a:gdLst>
                <a:gd name="T0" fmla="*/ 1 w 175"/>
                <a:gd name="T1" fmla="*/ 6 h 807"/>
                <a:gd name="T2" fmla="*/ 1 w 175"/>
                <a:gd name="T3" fmla="*/ 6 h 807"/>
                <a:gd name="T4" fmla="*/ 1 w 175"/>
                <a:gd name="T5" fmla="*/ 6 h 807"/>
                <a:gd name="T6" fmla="*/ 1 w 175"/>
                <a:gd name="T7" fmla="*/ 5 h 807"/>
                <a:gd name="T8" fmla="*/ 1 w 175"/>
                <a:gd name="T9" fmla="*/ 5 h 807"/>
                <a:gd name="T10" fmla="*/ 1 w 175"/>
                <a:gd name="T11" fmla="*/ 5 h 807"/>
                <a:gd name="T12" fmla="*/ 1 w 175"/>
                <a:gd name="T13" fmla="*/ 4 h 807"/>
                <a:gd name="T14" fmla="*/ 1 w 175"/>
                <a:gd name="T15" fmla="*/ 4 h 807"/>
                <a:gd name="T16" fmla="*/ 1 w 175"/>
                <a:gd name="T17" fmla="*/ 3 h 807"/>
                <a:gd name="T18" fmla="*/ 1 w 175"/>
                <a:gd name="T19" fmla="*/ 3 h 807"/>
                <a:gd name="T20" fmla="*/ 1 w 175"/>
                <a:gd name="T21" fmla="*/ 3 h 807"/>
                <a:gd name="T22" fmla="*/ 1 w 175"/>
                <a:gd name="T23" fmla="*/ 2 h 807"/>
                <a:gd name="T24" fmla="*/ 1 w 175"/>
                <a:gd name="T25" fmla="*/ 2 h 807"/>
                <a:gd name="T26" fmla="*/ 1 w 175"/>
                <a:gd name="T27" fmla="*/ 2 h 807"/>
                <a:gd name="T28" fmla="*/ 1 w 175"/>
                <a:gd name="T29" fmla="*/ 1 h 807"/>
                <a:gd name="T30" fmla="*/ 1 w 175"/>
                <a:gd name="T31" fmla="*/ 1 h 807"/>
                <a:gd name="T32" fmla="*/ 1 w 175"/>
                <a:gd name="T33" fmla="*/ 1 h 807"/>
                <a:gd name="T34" fmla="*/ 1 w 175"/>
                <a:gd name="T35" fmla="*/ 0 h 807"/>
                <a:gd name="T36" fmla="*/ 1 w 175"/>
                <a:gd name="T37" fmla="*/ 0 h 807"/>
                <a:gd name="T38" fmla="*/ 1 w 175"/>
                <a:gd name="T39" fmla="*/ 0 h 807"/>
                <a:gd name="T40" fmla="*/ 0 w 175"/>
                <a:gd name="T41" fmla="*/ 1 h 807"/>
                <a:gd name="T42" fmla="*/ 0 w 175"/>
                <a:gd name="T43" fmla="*/ 1 h 807"/>
                <a:gd name="T44" fmla="*/ 0 w 175"/>
                <a:gd name="T45" fmla="*/ 1 h 807"/>
                <a:gd name="T46" fmla="*/ 0 w 175"/>
                <a:gd name="T47" fmla="*/ 2 h 807"/>
                <a:gd name="T48" fmla="*/ 0 w 175"/>
                <a:gd name="T49" fmla="*/ 2 h 807"/>
                <a:gd name="T50" fmla="*/ 0 w 175"/>
                <a:gd name="T51" fmla="*/ 3 h 807"/>
                <a:gd name="T52" fmla="*/ 0 w 175"/>
                <a:gd name="T53" fmla="*/ 3 h 807"/>
                <a:gd name="T54" fmla="*/ 0 w 175"/>
                <a:gd name="T55" fmla="*/ 3 h 807"/>
                <a:gd name="T56" fmla="*/ 0 w 175"/>
                <a:gd name="T57" fmla="*/ 4 h 807"/>
                <a:gd name="T58" fmla="*/ 0 w 175"/>
                <a:gd name="T59" fmla="*/ 4 h 807"/>
                <a:gd name="T60" fmla="*/ 0 w 175"/>
                <a:gd name="T61" fmla="*/ 5 h 807"/>
                <a:gd name="T62" fmla="*/ 0 w 175"/>
                <a:gd name="T63" fmla="*/ 5 h 807"/>
                <a:gd name="T64" fmla="*/ 0 w 175"/>
                <a:gd name="T65" fmla="*/ 5 h 807"/>
                <a:gd name="T66" fmla="*/ 1 w 175"/>
                <a:gd name="T67" fmla="*/ 6 h 807"/>
                <a:gd name="T68" fmla="*/ 1 w 175"/>
                <a:gd name="T69" fmla="*/ 6 h 807"/>
                <a:gd name="T70" fmla="*/ 1 w 175"/>
                <a:gd name="T71" fmla="*/ 6 h 807"/>
                <a:gd name="T72" fmla="*/ 1 w 175"/>
                <a:gd name="T73" fmla="*/ 6 h 807"/>
                <a:gd name="T74" fmla="*/ 1 w 175"/>
                <a:gd name="T75" fmla="*/ 6 h 807"/>
                <a:gd name="T76" fmla="*/ 1 w 175"/>
                <a:gd name="T77" fmla="*/ 6 h 807"/>
                <a:gd name="T78" fmla="*/ 1 w 175"/>
                <a:gd name="T79" fmla="*/ 6 h 807"/>
                <a:gd name="T80" fmla="*/ 1 w 175"/>
                <a:gd name="T81" fmla="*/ 6 h 807"/>
                <a:gd name="T82" fmla="*/ 1 w 175"/>
                <a:gd name="T83" fmla="*/ 6 h 807"/>
                <a:gd name="T84" fmla="*/ 1 w 175"/>
                <a:gd name="T85" fmla="*/ 6 h 807"/>
                <a:gd name="T86" fmla="*/ 1 w 175"/>
                <a:gd name="T87" fmla="*/ 6 h 807"/>
                <a:gd name="T88" fmla="*/ 1 w 175"/>
                <a:gd name="T89" fmla="*/ 6 h 807"/>
                <a:gd name="T90" fmla="*/ 1 w 175"/>
                <a:gd name="T91" fmla="*/ 6 h 80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175"/>
                <a:gd name="T139" fmla="*/ 0 h 807"/>
                <a:gd name="T140" fmla="*/ 175 w 175"/>
                <a:gd name="T141" fmla="*/ 807 h 80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175" h="807">
                  <a:moveTo>
                    <a:pt x="169" y="740"/>
                  </a:moveTo>
                  <a:lnTo>
                    <a:pt x="169" y="739"/>
                  </a:lnTo>
                  <a:lnTo>
                    <a:pt x="149" y="698"/>
                  </a:lnTo>
                  <a:lnTo>
                    <a:pt x="133" y="656"/>
                  </a:lnTo>
                  <a:lnTo>
                    <a:pt x="120" y="611"/>
                  </a:lnTo>
                  <a:lnTo>
                    <a:pt x="108" y="565"/>
                  </a:lnTo>
                  <a:lnTo>
                    <a:pt x="100" y="520"/>
                  </a:lnTo>
                  <a:lnTo>
                    <a:pt x="96" y="472"/>
                  </a:lnTo>
                  <a:lnTo>
                    <a:pt x="93" y="425"/>
                  </a:lnTo>
                  <a:lnTo>
                    <a:pt x="93" y="377"/>
                  </a:lnTo>
                  <a:lnTo>
                    <a:pt x="96" y="330"/>
                  </a:lnTo>
                  <a:lnTo>
                    <a:pt x="100" y="283"/>
                  </a:lnTo>
                  <a:lnTo>
                    <a:pt x="106" y="238"/>
                  </a:lnTo>
                  <a:lnTo>
                    <a:pt x="115" y="195"/>
                  </a:lnTo>
                  <a:lnTo>
                    <a:pt x="126" y="153"/>
                  </a:lnTo>
                  <a:lnTo>
                    <a:pt x="139" y="114"/>
                  </a:lnTo>
                  <a:lnTo>
                    <a:pt x="153" y="77"/>
                  </a:lnTo>
                  <a:lnTo>
                    <a:pt x="169" y="43"/>
                  </a:lnTo>
                  <a:lnTo>
                    <a:pt x="87" y="0"/>
                  </a:lnTo>
                  <a:lnTo>
                    <a:pt x="69" y="39"/>
                  </a:lnTo>
                  <a:lnTo>
                    <a:pt x="52" y="81"/>
                  </a:lnTo>
                  <a:lnTo>
                    <a:pt x="37" y="127"/>
                  </a:lnTo>
                  <a:lnTo>
                    <a:pt x="24" y="174"/>
                  </a:lnTo>
                  <a:lnTo>
                    <a:pt x="15" y="222"/>
                  </a:lnTo>
                  <a:lnTo>
                    <a:pt x="7" y="271"/>
                  </a:lnTo>
                  <a:lnTo>
                    <a:pt x="2" y="323"/>
                  </a:lnTo>
                  <a:lnTo>
                    <a:pt x="0" y="374"/>
                  </a:lnTo>
                  <a:lnTo>
                    <a:pt x="0" y="427"/>
                  </a:lnTo>
                  <a:lnTo>
                    <a:pt x="2" y="479"/>
                  </a:lnTo>
                  <a:lnTo>
                    <a:pt x="9" y="531"/>
                  </a:lnTo>
                  <a:lnTo>
                    <a:pt x="17" y="584"/>
                  </a:lnTo>
                  <a:lnTo>
                    <a:pt x="29" y="635"/>
                  </a:lnTo>
                  <a:lnTo>
                    <a:pt x="44" y="686"/>
                  </a:lnTo>
                  <a:lnTo>
                    <a:pt x="65" y="736"/>
                  </a:lnTo>
                  <a:lnTo>
                    <a:pt x="87" y="784"/>
                  </a:lnTo>
                  <a:lnTo>
                    <a:pt x="87" y="782"/>
                  </a:lnTo>
                  <a:lnTo>
                    <a:pt x="87" y="784"/>
                  </a:lnTo>
                  <a:lnTo>
                    <a:pt x="100" y="799"/>
                  </a:lnTo>
                  <a:lnTo>
                    <a:pt x="117" y="807"/>
                  </a:lnTo>
                  <a:lnTo>
                    <a:pt x="134" y="807"/>
                  </a:lnTo>
                  <a:lnTo>
                    <a:pt x="151" y="801"/>
                  </a:lnTo>
                  <a:lnTo>
                    <a:pt x="164" y="791"/>
                  </a:lnTo>
                  <a:lnTo>
                    <a:pt x="173" y="777"/>
                  </a:lnTo>
                  <a:lnTo>
                    <a:pt x="175" y="759"/>
                  </a:lnTo>
                  <a:lnTo>
                    <a:pt x="169" y="739"/>
                  </a:lnTo>
                  <a:lnTo>
                    <a:pt x="169" y="74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1390" name="Freeform 28"/>
            <p:cNvSpPr>
              <a:spLocks/>
            </p:cNvSpPr>
            <p:nvPr/>
          </p:nvSpPr>
          <p:spPr bwMode="auto">
            <a:xfrm>
              <a:off x="1299" y="1681"/>
              <a:ext cx="157" cy="281"/>
            </a:xfrm>
            <a:custGeom>
              <a:avLst/>
              <a:gdLst>
                <a:gd name="T0" fmla="*/ 6 w 787"/>
                <a:gd name="T1" fmla="*/ 11 h 1404"/>
                <a:gd name="T2" fmla="*/ 6 w 787"/>
                <a:gd name="T3" fmla="*/ 11 h 1404"/>
                <a:gd name="T4" fmla="*/ 1 w 787"/>
                <a:gd name="T5" fmla="*/ 0 h 1404"/>
                <a:gd name="T6" fmla="*/ 0 w 787"/>
                <a:gd name="T7" fmla="*/ 0 h 1404"/>
                <a:gd name="T8" fmla="*/ 6 w 787"/>
                <a:gd name="T9" fmla="*/ 11 h 1404"/>
                <a:gd name="T10" fmla="*/ 6 w 787"/>
                <a:gd name="T11" fmla="*/ 11 h 1404"/>
                <a:gd name="T12" fmla="*/ 6 w 787"/>
                <a:gd name="T13" fmla="*/ 11 h 1404"/>
                <a:gd name="T14" fmla="*/ 6 w 787"/>
                <a:gd name="T15" fmla="*/ 11 h 1404"/>
                <a:gd name="T16" fmla="*/ 6 w 787"/>
                <a:gd name="T17" fmla="*/ 11 h 1404"/>
                <a:gd name="T18" fmla="*/ 6 w 787"/>
                <a:gd name="T19" fmla="*/ 11 h 1404"/>
                <a:gd name="T20" fmla="*/ 6 w 787"/>
                <a:gd name="T21" fmla="*/ 11 h 1404"/>
                <a:gd name="T22" fmla="*/ 6 w 787"/>
                <a:gd name="T23" fmla="*/ 11 h 1404"/>
                <a:gd name="T24" fmla="*/ 6 w 787"/>
                <a:gd name="T25" fmla="*/ 11 h 1404"/>
                <a:gd name="T26" fmla="*/ 6 w 787"/>
                <a:gd name="T27" fmla="*/ 11 h 1404"/>
                <a:gd name="T28" fmla="*/ 6 w 787"/>
                <a:gd name="T29" fmla="*/ 11 h 1404"/>
                <a:gd name="T30" fmla="*/ 6 w 787"/>
                <a:gd name="T31" fmla="*/ 11 h 1404"/>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787"/>
                <a:gd name="T49" fmla="*/ 0 h 1404"/>
                <a:gd name="T50" fmla="*/ 787 w 787"/>
                <a:gd name="T51" fmla="*/ 1404 h 1404"/>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787" h="1404">
                  <a:moveTo>
                    <a:pt x="781" y="1334"/>
                  </a:moveTo>
                  <a:lnTo>
                    <a:pt x="781" y="1337"/>
                  </a:lnTo>
                  <a:lnTo>
                    <a:pt x="82" y="0"/>
                  </a:lnTo>
                  <a:lnTo>
                    <a:pt x="0" y="42"/>
                  </a:lnTo>
                  <a:lnTo>
                    <a:pt x="699" y="1379"/>
                  </a:lnTo>
                  <a:lnTo>
                    <a:pt x="699" y="1381"/>
                  </a:lnTo>
                  <a:lnTo>
                    <a:pt x="699" y="1379"/>
                  </a:lnTo>
                  <a:lnTo>
                    <a:pt x="712" y="1395"/>
                  </a:lnTo>
                  <a:lnTo>
                    <a:pt x="727" y="1402"/>
                  </a:lnTo>
                  <a:lnTo>
                    <a:pt x="744" y="1404"/>
                  </a:lnTo>
                  <a:lnTo>
                    <a:pt x="761" y="1398"/>
                  </a:lnTo>
                  <a:lnTo>
                    <a:pt x="775" y="1388"/>
                  </a:lnTo>
                  <a:lnTo>
                    <a:pt x="784" y="1373"/>
                  </a:lnTo>
                  <a:lnTo>
                    <a:pt x="787" y="1357"/>
                  </a:lnTo>
                  <a:lnTo>
                    <a:pt x="781" y="1337"/>
                  </a:lnTo>
                  <a:lnTo>
                    <a:pt x="781" y="13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1391" name="Freeform 29"/>
            <p:cNvSpPr>
              <a:spLocks/>
            </p:cNvSpPr>
            <p:nvPr/>
          </p:nvSpPr>
          <p:spPr bwMode="auto">
            <a:xfrm>
              <a:off x="1439" y="1948"/>
              <a:ext cx="125" cy="76"/>
            </a:xfrm>
            <a:custGeom>
              <a:avLst/>
              <a:gdLst>
                <a:gd name="T0" fmla="*/ 5 w 628"/>
                <a:gd name="T1" fmla="*/ 2 h 383"/>
                <a:gd name="T2" fmla="*/ 5 w 628"/>
                <a:gd name="T3" fmla="*/ 2 h 383"/>
                <a:gd name="T4" fmla="*/ 4 w 628"/>
                <a:gd name="T5" fmla="*/ 2 h 383"/>
                <a:gd name="T6" fmla="*/ 4 w 628"/>
                <a:gd name="T7" fmla="*/ 2 h 383"/>
                <a:gd name="T8" fmla="*/ 4 w 628"/>
                <a:gd name="T9" fmla="*/ 2 h 383"/>
                <a:gd name="T10" fmla="*/ 3 w 628"/>
                <a:gd name="T11" fmla="*/ 2 h 383"/>
                <a:gd name="T12" fmla="*/ 3 w 628"/>
                <a:gd name="T13" fmla="*/ 2 h 383"/>
                <a:gd name="T14" fmla="*/ 3 w 628"/>
                <a:gd name="T15" fmla="*/ 2 h 383"/>
                <a:gd name="T16" fmla="*/ 3 w 628"/>
                <a:gd name="T17" fmla="*/ 2 h 383"/>
                <a:gd name="T18" fmla="*/ 2 w 628"/>
                <a:gd name="T19" fmla="*/ 2 h 383"/>
                <a:gd name="T20" fmla="*/ 2 w 628"/>
                <a:gd name="T21" fmla="*/ 2 h 383"/>
                <a:gd name="T22" fmla="*/ 2 w 628"/>
                <a:gd name="T23" fmla="*/ 1 h 383"/>
                <a:gd name="T24" fmla="*/ 2 w 628"/>
                <a:gd name="T25" fmla="*/ 1 h 383"/>
                <a:gd name="T26" fmla="*/ 1 w 628"/>
                <a:gd name="T27" fmla="*/ 1 h 383"/>
                <a:gd name="T28" fmla="*/ 1 w 628"/>
                <a:gd name="T29" fmla="*/ 1 h 383"/>
                <a:gd name="T30" fmla="*/ 1 w 628"/>
                <a:gd name="T31" fmla="*/ 1 h 383"/>
                <a:gd name="T32" fmla="*/ 1 w 628"/>
                <a:gd name="T33" fmla="*/ 0 h 383"/>
                <a:gd name="T34" fmla="*/ 1 w 628"/>
                <a:gd name="T35" fmla="*/ 0 h 383"/>
                <a:gd name="T36" fmla="*/ 0 w 628"/>
                <a:gd name="T37" fmla="*/ 0 h 383"/>
                <a:gd name="T38" fmla="*/ 0 w 628"/>
                <a:gd name="T39" fmla="*/ 1 h 383"/>
                <a:gd name="T40" fmla="*/ 0 w 628"/>
                <a:gd name="T41" fmla="*/ 1 h 383"/>
                <a:gd name="T42" fmla="*/ 1 w 628"/>
                <a:gd name="T43" fmla="*/ 1 h 383"/>
                <a:gd name="T44" fmla="*/ 1 w 628"/>
                <a:gd name="T45" fmla="*/ 1 h 383"/>
                <a:gd name="T46" fmla="*/ 1 w 628"/>
                <a:gd name="T47" fmla="*/ 2 h 383"/>
                <a:gd name="T48" fmla="*/ 1 w 628"/>
                <a:gd name="T49" fmla="*/ 2 h 383"/>
                <a:gd name="T50" fmla="*/ 2 w 628"/>
                <a:gd name="T51" fmla="*/ 2 h 383"/>
                <a:gd name="T52" fmla="*/ 2 w 628"/>
                <a:gd name="T53" fmla="*/ 2 h 383"/>
                <a:gd name="T54" fmla="*/ 2 w 628"/>
                <a:gd name="T55" fmla="*/ 2 h 383"/>
                <a:gd name="T56" fmla="*/ 3 w 628"/>
                <a:gd name="T57" fmla="*/ 3 h 383"/>
                <a:gd name="T58" fmla="*/ 3 w 628"/>
                <a:gd name="T59" fmla="*/ 3 h 383"/>
                <a:gd name="T60" fmla="*/ 3 w 628"/>
                <a:gd name="T61" fmla="*/ 3 h 383"/>
                <a:gd name="T62" fmla="*/ 4 w 628"/>
                <a:gd name="T63" fmla="*/ 3 h 383"/>
                <a:gd name="T64" fmla="*/ 4 w 628"/>
                <a:gd name="T65" fmla="*/ 3 h 383"/>
                <a:gd name="T66" fmla="*/ 4 w 628"/>
                <a:gd name="T67" fmla="*/ 3 h 383"/>
                <a:gd name="T68" fmla="*/ 5 w 628"/>
                <a:gd name="T69" fmla="*/ 3 h 383"/>
                <a:gd name="T70" fmla="*/ 5 w 628"/>
                <a:gd name="T71" fmla="*/ 3 h 383"/>
                <a:gd name="T72" fmla="*/ 5 w 628"/>
                <a:gd name="T73" fmla="*/ 3 h 383"/>
                <a:gd name="T74" fmla="*/ 5 w 628"/>
                <a:gd name="T75" fmla="*/ 3 h 383"/>
                <a:gd name="T76" fmla="*/ 5 w 628"/>
                <a:gd name="T77" fmla="*/ 3 h 383"/>
                <a:gd name="T78" fmla="*/ 5 w 628"/>
                <a:gd name="T79" fmla="*/ 3 h 383"/>
                <a:gd name="T80" fmla="*/ 5 w 628"/>
                <a:gd name="T81" fmla="*/ 3 h 383"/>
                <a:gd name="T82" fmla="*/ 5 w 628"/>
                <a:gd name="T83" fmla="*/ 3 h 383"/>
                <a:gd name="T84" fmla="*/ 5 w 628"/>
                <a:gd name="T85" fmla="*/ 2 h 383"/>
                <a:gd name="T86" fmla="*/ 5 w 628"/>
                <a:gd name="T87" fmla="*/ 2 h 383"/>
                <a:gd name="T88" fmla="*/ 5 w 628"/>
                <a:gd name="T89" fmla="*/ 2 h 383"/>
                <a:gd name="T90" fmla="*/ 5 w 628"/>
                <a:gd name="T91" fmla="*/ 2 h 38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628"/>
                <a:gd name="T139" fmla="*/ 0 h 383"/>
                <a:gd name="T140" fmla="*/ 628 w 628"/>
                <a:gd name="T141" fmla="*/ 383 h 38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628" h="383">
                  <a:moveTo>
                    <a:pt x="581" y="289"/>
                  </a:moveTo>
                  <a:lnTo>
                    <a:pt x="582" y="289"/>
                  </a:lnTo>
                  <a:lnTo>
                    <a:pt x="541" y="287"/>
                  </a:lnTo>
                  <a:lnTo>
                    <a:pt x="500" y="283"/>
                  </a:lnTo>
                  <a:lnTo>
                    <a:pt x="462" y="276"/>
                  </a:lnTo>
                  <a:lnTo>
                    <a:pt x="424" y="268"/>
                  </a:lnTo>
                  <a:lnTo>
                    <a:pt x="389" y="255"/>
                  </a:lnTo>
                  <a:lnTo>
                    <a:pt x="352" y="242"/>
                  </a:lnTo>
                  <a:lnTo>
                    <a:pt x="320" y="227"/>
                  </a:lnTo>
                  <a:lnTo>
                    <a:pt x="287" y="209"/>
                  </a:lnTo>
                  <a:lnTo>
                    <a:pt x="255" y="189"/>
                  </a:lnTo>
                  <a:lnTo>
                    <a:pt x="226" y="168"/>
                  </a:lnTo>
                  <a:lnTo>
                    <a:pt x="198" y="145"/>
                  </a:lnTo>
                  <a:lnTo>
                    <a:pt x="172" y="119"/>
                  </a:lnTo>
                  <a:lnTo>
                    <a:pt x="146" y="92"/>
                  </a:lnTo>
                  <a:lnTo>
                    <a:pt x="122" y="64"/>
                  </a:lnTo>
                  <a:lnTo>
                    <a:pt x="100" y="33"/>
                  </a:lnTo>
                  <a:lnTo>
                    <a:pt x="82" y="0"/>
                  </a:lnTo>
                  <a:lnTo>
                    <a:pt x="0" y="47"/>
                  </a:lnTo>
                  <a:lnTo>
                    <a:pt x="23" y="85"/>
                  </a:lnTo>
                  <a:lnTo>
                    <a:pt x="49" y="120"/>
                  </a:lnTo>
                  <a:lnTo>
                    <a:pt x="76" y="153"/>
                  </a:lnTo>
                  <a:lnTo>
                    <a:pt x="104" y="185"/>
                  </a:lnTo>
                  <a:lnTo>
                    <a:pt x="137" y="215"/>
                  </a:lnTo>
                  <a:lnTo>
                    <a:pt x="170" y="241"/>
                  </a:lnTo>
                  <a:lnTo>
                    <a:pt x="204" y="267"/>
                  </a:lnTo>
                  <a:lnTo>
                    <a:pt x="240" y="289"/>
                  </a:lnTo>
                  <a:lnTo>
                    <a:pt x="277" y="309"/>
                  </a:lnTo>
                  <a:lnTo>
                    <a:pt x="317" y="329"/>
                  </a:lnTo>
                  <a:lnTo>
                    <a:pt x="358" y="344"/>
                  </a:lnTo>
                  <a:lnTo>
                    <a:pt x="400" y="357"/>
                  </a:lnTo>
                  <a:lnTo>
                    <a:pt x="444" y="367"/>
                  </a:lnTo>
                  <a:lnTo>
                    <a:pt x="488" y="374"/>
                  </a:lnTo>
                  <a:lnTo>
                    <a:pt x="534" y="380"/>
                  </a:lnTo>
                  <a:lnTo>
                    <a:pt x="580" y="383"/>
                  </a:lnTo>
                  <a:lnTo>
                    <a:pt x="581" y="383"/>
                  </a:lnTo>
                  <a:lnTo>
                    <a:pt x="580" y="383"/>
                  </a:lnTo>
                  <a:lnTo>
                    <a:pt x="600" y="379"/>
                  </a:lnTo>
                  <a:lnTo>
                    <a:pt x="615" y="369"/>
                  </a:lnTo>
                  <a:lnTo>
                    <a:pt x="624" y="353"/>
                  </a:lnTo>
                  <a:lnTo>
                    <a:pt x="628" y="337"/>
                  </a:lnTo>
                  <a:lnTo>
                    <a:pt x="625" y="319"/>
                  </a:lnTo>
                  <a:lnTo>
                    <a:pt x="617" y="304"/>
                  </a:lnTo>
                  <a:lnTo>
                    <a:pt x="602" y="294"/>
                  </a:lnTo>
                  <a:lnTo>
                    <a:pt x="582" y="289"/>
                  </a:lnTo>
                  <a:lnTo>
                    <a:pt x="581" y="28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1392" name="Freeform 30"/>
            <p:cNvSpPr>
              <a:spLocks/>
            </p:cNvSpPr>
            <p:nvPr/>
          </p:nvSpPr>
          <p:spPr bwMode="auto">
            <a:xfrm>
              <a:off x="1587" y="1880"/>
              <a:ext cx="85" cy="49"/>
            </a:xfrm>
            <a:custGeom>
              <a:avLst/>
              <a:gdLst>
                <a:gd name="T0" fmla="*/ 3 w 426"/>
                <a:gd name="T1" fmla="*/ 0 h 245"/>
                <a:gd name="T2" fmla="*/ 3 w 426"/>
                <a:gd name="T3" fmla="*/ 0 h 245"/>
                <a:gd name="T4" fmla="*/ 3 w 426"/>
                <a:gd name="T5" fmla="*/ 0 h 245"/>
                <a:gd name="T6" fmla="*/ 3 w 426"/>
                <a:gd name="T7" fmla="*/ 0 h 245"/>
                <a:gd name="T8" fmla="*/ 2 w 426"/>
                <a:gd name="T9" fmla="*/ 0 h 245"/>
                <a:gd name="T10" fmla="*/ 2 w 426"/>
                <a:gd name="T11" fmla="*/ 0 h 245"/>
                <a:gd name="T12" fmla="*/ 2 w 426"/>
                <a:gd name="T13" fmla="*/ 0 h 245"/>
                <a:gd name="T14" fmla="*/ 2 w 426"/>
                <a:gd name="T15" fmla="*/ 0 h 245"/>
                <a:gd name="T16" fmla="*/ 1 w 426"/>
                <a:gd name="T17" fmla="*/ 0 h 245"/>
                <a:gd name="T18" fmla="*/ 1 w 426"/>
                <a:gd name="T19" fmla="*/ 1 h 245"/>
                <a:gd name="T20" fmla="*/ 1 w 426"/>
                <a:gd name="T21" fmla="*/ 1 h 245"/>
                <a:gd name="T22" fmla="*/ 1 w 426"/>
                <a:gd name="T23" fmla="*/ 1 h 245"/>
                <a:gd name="T24" fmla="*/ 0 w 426"/>
                <a:gd name="T25" fmla="*/ 1 h 245"/>
                <a:gd name="T26" fmla="*/ 0 w 426"/>
                <a:gd name="T27" fmla="*/ 1 h 245"/>
                <a:gd name="T28" fmla="*/ 0 w 426"/>
                <a:gd name="T29" fmla="*/ 1 h 245"/>
                <a:gd name="T30" fmla="*/ 0 w 426"/>
                <a:gd name="T31" fmla="*/ 2 h 245"/>
                <a:gd name="T32" fmla="*/ 0 w 426"/>
                <a:gd name="T33" fmla="*/ 2 h 245"/>
                <a:gd name="T34" fmla="*/ 0 w 426"/>
                <a:gd name="T35" fmla="*/ 2 h 245"/>
                <a:gd name="T36" fmla="*/ 0 w 426"/>
                <a:gd name="T37" fmla="*/ 2 h 245"/>
                <a:gd name="T38" fmla="*/ 0 w 426"/>
                <a:gd name="T39" fmla="*/ 2 h 245"/>
                <a:gd name="T40" fmla="*/ 0 w 426"/>
                <a:gd name="T41" fmla="*/ 2 h 245"/>
                <a:gd name="T42" fmla="*/ 0 w 426"/>
                <a:gd name="T43" fmla="*/ 1 h 245"/>
                <a:gd name="T44" fmla="*/ 0 w 426"/>
                <a:gd name="T45" fmla="*/ 1 h 245"/>
                <a:gd name="T46" fmla="*/ 0 w 426"/>
                <a:gd name="T47" fmla="*/ 1 h 245"/>
                <a:gd name="T48" fmla="*/ 1 w 426"/>
                <a:gd name="T49" fmla="*/ 1 h 245"/>
                <a:gd name="T50" fmla="*/ 1 w 426"/>
                <a:gd name="T51" fmla="*/ 1 h 245"/>
                <a:gd name="T52" fmla="*/ 1 w 426"/>
                <a:gd name="T53" fmla="*/ 1 h 245"/>
                <a:gd name="T54" fmla="*/ 1 w 426"/>
                <a:gd name="T55" fmla="*/ 1 h 245"/>
                <a:gd name="T56" fmla="*/ 2 w 426"/>
                <a:gd name="T57" fmla="*/ 0 h 245"/>
                <a:gd name="T58" fmla="*/ 2 w 426"/>
                <a:gd name="T59" fmla="*/ 0 h 245"/>
                <a:gd name="T60" fmla="*/ 2 w 426"/>
                <a:gd name="T61" fmla="*/ 0 h 245"/>
                <a:gd name="T62" fmla="*/ 2 w 426"/>
                <a:gd name="T63" fmla="*/ 0 h 245"/>
                <a:gd name="T64" fmla="*/ 3 w 426"/>
                <a:gd name="T65" fmla="*/ 0 h 245"/>
                <a:gd name="T66" fmla="*/ 3 w 426"/>
                <a:gd name="T67" fmla="*/ 0 h 245"/>
                <a:gd name="T68" fmla="*/ 3 w 426"/>
                <a:gd name="T69" fmla="*/ 0 h 245"/>
                <a:gd name="T70" fmla="*/ 3 w 426"/>
                <a:gd name="T71" fmla="*/ 0 h 245"/>
                <a:gd name="T72" fmla="*/ 3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426" y="0"/>
                  </a:moveTo>
                  <a:lnTo>
                    <a:pt x="426" y="0"/>
                  </a:lnTo>
                  <a:lnTo>
                    <a:pt x="384" y="1"/>
                  </a:lnTo>
                  <a:lnTo>
                    <a:pt x="340" y="4"/>
                  </a:lnTo>
                  <a:lnTo>
                    <a:pt x="300" y="10"/>
                  </a:lnTo>
                  <a:lnTo>
                    <a:pt x="262" y="18"/>
                  </a:lnTo>
                  <a:lnTo>
                    <a:pt x="224" y="29"/>
                  </a:lnTo>
                  <a:lnTo>
                    <a:pt x="189" y="41"/>
                  </a:lnTo>
                  <a:lnTo>
                    <a:pt x="157" y="55"/>
                  </a:lnTo>
                  <a:lnTo>
                    <a:pt x="126" y="70"/>
                  </a:lnTo>
                  <a:lnTo>
                    <a:pt x="99" y="89"/>
                  </a:lnTo>
                  <a:lnTo>
                    <a:pt x="74" y="106"/>
                  </a:lnTo>
                  <a:lnTo>
                    <a:pt x="52" y="126"/>
                  </a:lnTo>
                  <a:lnTo>
                    <a:pt x="34" y="148"/>
                  </a:lnTo>
                  <a:lnTo>
                    <a:pt x="19" y="171"/>
                  </a:lnTo>
                  <a:lnTo>
                    <a:pt x="9" y="194"/>
                  </a:lnTo>
                  <a:lnTo>
                    <a:pt x="3" y="219"/>
                  </a:lnTo>
                  <a:lnTo>
                    <a:pt x="0" y="245"/>
                  </a:lnTo>
                  <a:lnTo>
                    <a:pt x="12" y="245"/>
                  </a:lnTo>
                  <a:lnTo>
                    <a:pt x="15" y="221"/>
                  </a:lnTo>
                  <a:lnTo>
                    <a:pt x="20" y="199"/>
                  </a:lnTo>
                  <a:lnTo>
                    <a:pt x="31" y="178"/>
                  </a:lnTo>
                  <a:lnTo>
                    <a:pt x="44" y="156"/>
                  </a:lnTo>
                  <a:lnTo>
                    <a:pt x="61" y="136"/>
                  </a:lnTo>
                  <a:lnTo>
                    <a:pt x="81" y="116"/>
                  </a:lnTo>
                  <a:lnTo>
                    <a:pt x="106" y="98"/>
                  </a:lnTo>
                  <a:lnTo>
                    <a:pt x="133" y="82"/>
                  </a:lnTo>
                  <a:lnTo>
                    <a:pt x="162" y="66"/>
                  </a:lnTo>
                  <a:lnTo>
                    <a:pt x="194" y="52"/>
                  </a:lnTo>
                  <a:lnTo>
                    <a:pt x="229" y="41"/>
                  </a:lnTo>
                  <a:lnTo>
                    <a:pt x="264" y="30"/>
                  </a:lnTo>
                  <a:lnTo>
                    <a:pt x="303" y="22"/>
                  </a:lnTo>
                  <a:lnTo>
                    <a:pt x="343" y="16"/>
                  </a:lnTo>
                  <a:lnTo>
                    <a:pt x="384" y="12"/>
                  </a:lnTo>
                  <a:lnTo>
                    <a:pt x="426" y="11"/>
                  </a:lnTo>
                  <a:lnTo>
                    <a:pt x="42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1393" name="Freeform 31"/>
            <p:cNvSpPr>
              <a:spLocks/>
            </p:cNvSpPr>
            <p:nvPr/>
          </p:nvSpPr>
          <p:spPr bwMode="auto">
            <a:xfrm>
              <a:off x="1587" y="1929"/>
              <a:ext cx="85" cy="49"/>
            </a:xfrm>
            <a:custGeom>
              <a:avLst/>
              <a:gdLst>
                <a:gd name="T0" fmla="*/ 0 w 426"/>
                <a:gd name="T1" fmla="*/ 0 h 245"/>
                <a:gd name="T2" fmla="*/ 0 w 426"/>
                <a:gd name="T3" fmla="*/ 0 h 245"/>
                <a:gd name="T4" fmla="*/ 0 w 426"/>
                <a:gd name="T5" fmla="*/ 0 h 245"/>
                <a:gd name="T6" fmla="*/ 0 w 426"/>
                <a:gd name="T7" fmla="*/ 0 h 245"/>
                <a:gd name="T8" fmla="*/ 0 w 426"/>
                <a:gd name="T9" fmla="*/ 1 h 245"/>
                <a:gd name="T10" fmla="*/ 0 w 426"/>
                <a:gd name="T11" fmla="*/ 1 h 245"/>
                <a:gd name="T12" fmla="*/ 0 w 426"/>
                <a:gd name="T13" fmla="*/ 1 h 245"/>
                <a:gd name="T14" fmla="*/ 1 w 426"/>
                <a:gd name="T15" fmla="*/ 1 h 245"/>
                <a:gd name="T16" fmla="*/ 1 w 426"/>
                <a:gd name="T17" fmla="*/ 1 h 245"/>
                <a:gd name="T18" fmla="*/ 1 w 426"/>
                <a:gd name="T19" fmla="*/ 1 h 245"/>
                <a:gd name="T20" fmla="*/ 1 w 426"/>
                <a:gd name="T21" fmla="*/ 2 h 245"/>
                <a:gd name="T22" fmla="*/ 2 w 426"/>
                <a:gd name="T23" fmla="*/ 2 h 245"/>
                <a:gd name="T24" fmla="*/ 2 w 426"/>
                <a:gd name="T25" fmla="*/ 2 h 245"/>
                <a:gd name="T26" fmla="*/ 2 w 426"/>
                <a:gd name="T27" fmla="*/ 2 h 245"/>
                <a:gd name="T28" fmla="*/ 2 w 426"/>
                <a:gd name="T29" fmla="*/ 2 h 245"/>
                <a:gd name="T30" fmla="*/ 3 w 426"/>
                <a:gd name="T31" fmla="*/ 2 h 245"/>
                <a:gd name="T32" fmla="*/ 3 w 426"/>
                <a:gd name="T33" fmla="*/ 2 h 245"/>
                <a:gd name="T34" fmla="*/ 3 w 426"/>
                <a:gd name="T35" fmla="*/ 2 h 245"/>
                <a:gd name="T36" fmla="*/ 3 w 426"/>
                <a:gd name="T37" fmla="*/ 2 h 245"/>
                <a:gd name="T38" fmla="*/ 3 w 426"/>
                <a:gd name="T39" fmla="*/ 2 h 245"/>
                <a:gd name="T40" fmla="*/ 3 w 426"/>
                <a:gd name="T41" fmla="*/ 2 h 245"/>
                <a:gd name="T42" fmla="*/ 2 w 426"/>
                <a:gd name="T43" fmla="*/ 2 h 245"/>
                <a:gd name="T44" fmla="*/ 2 w 426"/>
                <a:gd name="T45" fmla="*/ 2 h 245"/>
                <a:gd name="T46" fmla="*/ 2 w 426"/>
                <a:gd name="T47" fmla="*/ 2 h 245"/>
                <a:gd name="T48" fmla="*/ 2 w 426"/>
                <a:gd name="T49" fmla="*/ 2 h 245"/>
                <a:gd name="T50" fmla="*/ 1 w 426"/>
                <a:gd name="T51" fmla="*/ 1 h 245"/>
                <a:gd name="T52" fmla="*/ 1 w 426"/>
                <a:gd name="T53" fmla="*/ 1 h 245"/>
                <a:gd name="T54" fmla="*/ 1 w 426"/>
                <a:gd name="T55" fmla="*/ 1 h 245"/>
                <a:gd name="T56" fmla="*/ 1 w 426"/>
                <a:gd name="T57" fmla="*/ 1 h 245"/>
                <a:gd name="T58" fmla="*/ 0 w 426"/>
                <a:gd name="T59" fmla="*/ 1 h 245"/>
                <a:gd name="T60" fmla="*/ 0 w 426"/>
                <a:gd name="T61" fmla="*/ 1 h 245"/>
                <a:gd name="T62" fmla="*/ 0 w 426"/>
                <a:gd name="T63" fmla="*/ 1 h 245"/>
                <a:gd name="T64" fmla="*/ 0 w 426"/>
                <a:gd name="T65" fmla="*/ 0 h 245"/>
                <a:gd name="T66" fmla="*/ 0 w 426"/>
                <a:gd name="T67" fmla="*/ 0 h 245"/>
                <a:gd name="T68" fmla="*/ 0 w 426"/>
                <a:gd name="T69" fmla="*/ 0 h 245"/>
                <a:gd name="T70" fmla="*/ 0 w 426"/>
                <a:gd name="T71" fmla="*/ 0 h 245"/>
                <a:gd name="T72" fmla="*/ 0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0" y="0"/>
                  </a:moveTo>
                  <a:lnTo>
                    <a:pt x="0" y="0"/>
                  </a:lnTo>
                  <a:lnTo>
                    <a:pt x="3" y="25"/>
                  </a:lnTo>
                  <a:lnTo>
                    <a:pt x="9" y="50"/>
                  </a:lnTo>
                  <a:lnTo>
                    <a:pt x="19" y="73"/>
                  </a:lnTo>
                  <a:lnTo>
                    <a:pt x="34" y="96"/>
                  </a:lnTo>
                  <a:lnTo>
                    <a:pt x="52" y="118"/>
                  </a:lnTo>
                  <a:lnTo>
                    <a:pt x="74" y="138"/>
                  </a:lnTo>
                  <a:lnTo>
                    <a:pt x="99" y="156"/>
                  </a:lnTo>
                  <a:lnTo>
                    <a:pt x="126" y="174"/>
                  </a:lnTo>
                  <a:lnTo>
                    <a:pt x="157" y="190"/>
                  </a:lnTo>
                  <a:lnTo>
                    <a:pt x="189" y="204"/>
                  </a:lnTo>
                  <a:lnTo>
                    <a:pt x="224" y="215"/>
                  </a:lnTo>
                  <a:lnTo>
                    <a:pt x="262" y="226"/>
                  </a:lnTo>
                  <a:lnTo>
                    <a:pt x="300" y="234"/>
                  </a:lnTo>
                  <a:lnTo>
                    <a:pt x="340" y="240"/>
                  </a:lnTo>
                  <a:lnTo>
                    <a:pt x="384" y="244"/>
                  </a:lnTo>
                  <a:lnTo>
                    <a:pt x="426" y="245"/>
                  </a:lnTo>
                  <a:lnTo>
                    <a:pt x="426" y="233"/>
                  </a:lnTo>
                  <a:lnTo>
                    <a:pt x="384" y="232"/>
                  </a:lnTo>
                  <a:lnTo>
                    <a:pt x="343" y="228"/>
                  </a:lnTo>
                  <a:lnTo>
                    <a:pt x="303" y="222"/>
                  </a:lnTo>
                  <a:lnTo>
                    <a:pt x="264" y="214"/>
                  </a:lnTo>
                  <a:lnTo>
                    <a:pt x="229" y="204"/>
                  </a:lnTo>
                  <a:lnTo>
                    <a:pt x="194" y="192"/>
                  </a:lnTo>
                  <a:lnTo>
                    <a:pt x="162" y="178"/>
                  </a:lnTo>
                  <a:lnTo>
                    <a:pt x="133" y="163"/>
                  </a:lnTo>
                  <a:lnTo>
                    <a:pt x="106" y="146"/>
                  </a:lnTo>
                  <a:lnTo>
                    <a:pt x="81" y="129"/>
                  </a:lnTo>
                  <a:lnTo>
                    <a:pt x="61" y="109"/>
                  </a:lnTo>
                  <a:lnTo>
                    <a:pt x="44" y="89"/>
                  </a:lnTo>
                  <a:lnTo>
                    <a:pt x="31" y="66"/>
                  </a:lnTo>
                  <a:lnTo>
                    <a:pt x="20" y="45"/>
                  </a:lnTo>
                  <a:lnTo>
                    <a:pt x="15" y="2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1394" name="Freeform 32"/>
            <p:cNvSpPr>
              <a:spLocks/>
            </p:cNvSpPr>
            <p:nvPr/>
          </p:nvSpPr>
          <p:spPr bwMode="auto">
            <a:xfrm>
              <a:off x="878" y="1448"/>
              <a:ext cx="792" cy="954"/>
            </a:xfrm>
            <a:custGeom>
              <a:avLst/>
              <a:gdLst>
                <a:gd name="T0" fmla="*/ 13 w 3960"/>
                <a:gd name="T1" fmla="*/ 38 h 4768"/>
                <a:gd name="T2" fmla="*/ 14 w 3960"/>
                <a:gd name="T3" fmla="*/ 38 h 4768"/>
                <a:gd name="T4" fmla="*/ 15 w 3960"/>
                <a:gd name="T5" fmla="*/ 38 h 4768"/>
                <a:gd name="T6" fmla="*/ 15 w 3960"/>
                <a:gd name="T7" fmla="*/ 38 h 4768"/>
                <a:gd name="T8" fmla="*/ 16 w 3960"/>
                <a:gd name="T9" fmla="*/ 38 h 4768"/>
                <a:gd name="T10" fmla="*/ 17 w 3960"/>
                <a:gd name="T11" fmla="*/ 38 h 4768"/>
                <a:gd name="T12" fmla="*/ 17 w 3960"/>
                <a:gd name="T13" fmla="*/ 38 h 4768"/>
                <a:gd name="T14" fmla="*/ 18 w 3960"/>
                <a:gd name="T15" fmla="*/ 38 h 4768"/>
                <a:gd name="T16" fmla="*/ 18 w 3960"/>
                <a:gd name="T17" fmla="*/ 38 h 4768"/>
                <a:gd name="T18" fmla="*/ 29 w 3960"/>
                <a:gd name="T19" fmla="*/ 30 h 4768"/>
                <a:gd name="T20" fmla="*/ 30 w 3960"/>
                <a:gd name="T21" fmla="*/ 30 h 4768"/>
                <a:gd name="T22" fmla="*/ 30 w 3960"/>
                <a:gd name="T23" fmla="*/ 29 h 4768"/>
                <a:gd name="T24" fmla="*/ 31 w 3960"/>
                <a:gd name="T25" fmla="*/ 28 h 4768"/>
                <a:gd name="T26" fmla="*/ 31 w 3960"/>
                <a:gd name="T27" fmla="*/ 28 h 4768"/>
                <a:gd name="T28" fmla="*/ 31 w 3960"/>
                <a:gd name="T29" fmla="*/ 27 h 4768"/>
                <a:gd name="T30" fmla="*/ 32 w 3960"/>
                <a:gd name="T31" fmla="*/ 26 h 4768"/>
                <a:gd name="T32" fmla="*/ 32 w 3960"/>
                <a:gd name="T33" fmla="*/ 25 h 4768"/>
                <a:gd name="T34" fmla="*/ 32 w 3960"/>
                <a:gd name="T35" fmla="*/ 11 h 4768"/>
                <a:gd name="T36" fmla="*/ 32 w 3960"/>
                <a:gd name="T37" fmla="*/ 10 h 4768"/>
                <a:gd name="T38" fmla="*/ 31 w 3960"/>
                <a:gd name="T39" fmla="*/ 9 h 4768"/>
                <a:gd name="T40" fmla="*/ 31 w 3960"/>
                <a:gd name="T41" fmla="*/ 9 h 4768"/>
                <a:gd name="T42" fmla="*/ 31 w 3960"/>
                <a:gd name="T43" fmla="*/ 8 h 4768"/>
                <a:gd name="T44" fmla="*/ 31 w 3960"/>
                <a:gd name="T45" fmla="*/ 8 h 4768"/>
                <a:gd name="T46" fmla="*/ 30 w 3960"/>
                <a:gd name="T47" fmla="*/ 7 h 4768"/>
                <a:gd name="T48" fmla="*/ 30 w 3960"/>
                <a:gd name="T49" fmla="*/ 7 h 4768"/>
                <a:gd name="T50" fmla="*/ 29 w 3960"/>
                <a:gd name="T51" fmla="*/ 6 h 4768"/>
                <a:gd name="T52" fmla="*/ 19 w 3960"/>
                <a:gd name="T53" fmla="*/ 1 h 4768"/>
                <a:gd name="T54" fmla="*/ 18 w 3960"/>
                <a:gd name="T55" fmla="*/ 0 h 4768"/>
                <a:gd name="T56" fmla="*/ 17 w 3960"/>
                <a:gd name="T57" fmla="*/ 0 h 4768"/>
                <a:gd name="T58" fmla="*/ 17 w 3960"/>
                <a:gd name="T59" fmla="*/ 0 h 4768"/>
                <a:gd name="T60" fmla="*/ 16 w 3960"/>
                <a:gd name="T61" fmla="*/ 0 h 4768"/>
                <a:gd name="T62" fmla="*/ 15 w 3960"/>
                <a:gd name="T63" fmla="*/ 0 h 4768"/>
                <a:gd name="T64" fmla="*/ 14 w 3960"/>
                <a:gd name="T65" fmla="*/ 0 h 4768"/>
                <a:gd name="T66" fmla="*/ 14 w 3960"/>
                <a:gd name="T67" fmla="*/ 0 h 4768"/>
                <a:gd name="T68" fmla="*/ 2 w 3960"/>
                <a:gd name="T69" fmla="*/ 6 h 4768"/>
                <a:gd name="T70" fmla="*/ 2 w 3960"/>
                <a:gd name="T71" fmla="*/ 7 h 4768"/>
                <a:gd name="T72" fmla="*/ 1 w 3960"/>
                <a:gd name="T73" fmla="*/ 7 h 4768"/>
                <a:gd name="T74" fmla="*/ 1 w 3960"/>
                <a:gd name="T75" fmla="*/ 8 h 4768"/>
                <a:gd name="T76" fmla="*/ 1 w 3960"/>
                <a:gd name="T77" fmla="*/ 8 h 4768"/>
                <a:gd name="T78" fmla="*/ 0 w 3960"/>
                <a:gd name="T79" fmla="*/ 9 h 4768"/>
                <a:gd name="T80" fmla="*/ 0 w 3960"/>
                <a:gd name="T81" fmla="*/ 9 h 4768"/>
                <a:gd name="T82" fmla="*/ 0 w 3960"/>
                <a:gd name="T83" fmla="*/ 10 h 4768"/>
                <a:gd name="T84" fmla="*/ 0 w 3960"/>
                <a:gd name="T85" fmla="*/ 11 h 4768"/>
                <a:gd name="T86" fmla="*/ 0 w 3960"/>
                <a:gd name="T87" fmla="*/ 25 h 4768"/>
                <a:gd name="T88" fmla="*/ 0 w 3960"/>
                <a:gd name="T89" fmla="*/ 26 h 4768"/>
                <a:gd name="T90" fmla="*/ 0 w 3960"/>
                <a:gd name="T91" fmla="*/ 27 h 4768"/>
                <a:gd name="T92" fmla="*/ 1 w 3960"/>
                <a:gd name="T93" fmla="*/ 28 h 4768"/>
                <a:gd name="T94" fmla="*/ 1 w 3960"/>
                <a:gd name="T95" fmla="*/ 29 h 4768"/>
                <a:gd name="T96" fmla="*/ 1 w 3960"/>
                <a:gd name="T97" fmla="*/ 29 h 4768"/>
                <a:gd name="T98" fmla="*/ 2 w 3960"/>
                <a:gd name="T99" fmla="*/ 30 h 4768"/>
                <a:gd name="T100" fmla="*/ 3 w 3960"/>
                <a:gd name="T101" fmla="*/ 31 h 4768"/>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w 3960"/>
                <a:gd name="T154" fmla="*/ 0 h 4768"/>
                <a:gd name="T155" fmla="*/ 3960 w 3960"/>
                <a:gd name="T156" fmla="*/ 4768 h 4768"/>
              </a:gdLst>
              <a:ahLst/>
              <a:cxnLst>
                <a:cxn ang="T102">
                  <a:pos x="T0" y="T1"/>
                </a:cxn>
                <a:cxn ang="T103">
                  <a:pos x="T2" y="T3"/>
                </a:cxn>
                <a:cxn ang="T104">
                  <a:pos x="T4" y="T5"/>
                </a:cxn>
                <a:cxn ang="T105">
                  <a:pos x="T6" y="T7"/>
                </a:cxn>
                <a:cxn ang="T106">
                  <a:pos x="T8" y="T9"/>
                </a:cxn>
                <a:cxn ang="T107">
                  <a:pos x="T10" y="T11"/>
                </a:cxn>
                <a:cxn ang="T108">
                  <a:pos x="T12" y="T13"/>
                </a:cxn>
                <a:cxn ang="T109">
                  <a:pos x="T14" y="T15"/>
                </a:cxn>
                <a:cxn ang="T110">
                  <a:pos x="T16" y="T17"/>
                </a:cxn>
                <a:cxn ang="T111">
                  <a:pos x="T18" y="T19"/>
                </a:cxn>
                <a:cxn ang="T112">
                  <a:pos x="T20" y="T21"/>
                </a:cxn>
                <a:cxn ang="T113">
                  <a:pos x="T22" y="T23"/>
                </a:cxn>
                <a:cxn ang="T114">
                  <a:pos x="T24" y="T25"/>
                </a:cxn>
                <a:cxn ang="T115">
                  <a:pos x="T26" y="T27"/>
                </a:cxn>
                <a:cxn ang="T116">
                  <a:pos x="T28" y="T29"/>
                </a:cxn>
                <a:cxn ang="T117">
                  <a:pos x="T30" y="T31"/>
                </a:cxn>
                <a:cxn ang="T118">
                  <a:pos x="T32" y="T33"/>
                </a:cxn>
                <a:cxn ang="T119">
                  <a:pos x="T34" y="T35"/>
                </a:cxn>
                <a:cxn ang="T120">
                  <a:pos x="T36" y="T37"/>
                </a:cxn>
                <a:cxn ang="T121">
                  <a:pos x="T38" y="T39"/>
                </a:cxn>
                <a:cxn ang="T122">
                  <a:pos x="T40" y="T41"/>
                </a:cxn>
                <a:cxn ang="T123">
                  <a:pos x="T42" y="T43"/>
                </a:cxn>
                <a:cxn ang="T124">
                  <a:pos x="T44" y="T45"/>
                </a:cxn>
                <a:cxn ang="T125">
                  <a:pos x="T46" y="T47"/>
                </a:cxn>
                <a:cxn ang="T126">
                  <a:pos x="T48" y="T49"/>
                </a:cxn>
                <a:cxn ang="T127">
                  <a:pos x="T50" y="T51"/>
                </a:cxn>
                <a:cxn ang="T128">
                  <a:pos x="T52" y="T53"/>
                </a:cxn>
                <a:cxn ang="T129">
                  <a:pos x="T54" y="T55"/>
                </a:cxn>
                <a:cxn ang="T130">
                  <a:pos x="T56" y="T57"/>
                </a:cxn>
                <a:cxn ang="T131">
                  <a:pos x="T58" y="T59"/>
                </a:cxn>
                <a:cxn ang="T132">
                  <a:pos x="T60" y="T61"/>
                </a:cxn>
                <a:cxn ang="T133">
                  <a:pos x="T62" y="T63"/>
                </a:cxn>
                <a:cxn ang="T134">
                  <a:pos x="T64" y="T65"/>
                </a:cxn>
                <a:cxn ang="T135">
                  <a:pos x="T66" y="T67"/>
                </a:cxn>
                <a:cxn ang="T136">
                  <a:pos x="T68" y="T69"/>
                </a:cxn>
                <a:cxn ang="T137">
                  <a:pos x="T70" y="T71"/>
                </a:cxn>
                <a:cxn ang="T138">
                  <a:pos x="T72" y="T73"/>
                </a:cxn>
                <a:cxn ang="T139">
                  <a:pos x="T74" y="T75"/>
                </a:cxn>
                <a:cxn ang="T140">
                  <a:pos x="T76" y="T77"/>
                </a:cxn>
                <a:cxn ang="T141">
                  <a:pos x="T78" y="T79"/>
                </a:cxn>
                <a:cxn ang="T142">
                  <a:pos x="T80" y="T81"/>
                </a:cxn>
                <a:cxn ang="T143">
                  <a:pos x="T82" y="T83"/>
                </a:cxn>
                <a:cxn ang="T144">
                  <a:pos x="T84" y="T85"/>
                </a:cxn>
                <a:cxn ang="T145">
                  <a:pos x="T86" y="T87"/>
                </a:cxn>
                <a:cxn ang="T146">
                  <a:pos x="T88" y="T89"/>
                </a:cxn>
                <a:cxn ang="T147">
                  <a:pos x="T90" y="T91"/>
                </a:cxn>
                <a:cxn ang="T148">
                  <a:pos x="T92" y="T93"/>
                </a:cxn>
                <a:cxn ang="T149">
                  <a:pos x="T94" y="T95"/>
                </a:cxn>
                <a:cxn ang="T150">
                  <a:pos x="T96" y="T97"/>
                </a:cxn>
                <a:cxn ang="T151">
                  <a:pos x="T98" y="T99"/>
                </a:cxn>
                <a:cxn ang="T152">
                  <a:pos x="T100" y="T101"/>
                </a:cxn>
              </a:cxnLst>
              <a:rect l="T153" t="T154" r="T155" b="T156"/>
              <a:pathLst>
                <a:path w="3960" h="4768">
                  <a:moveTo>
                    <a:pt x="353" y="3849"/>
                  </a:moveTo>
                  <a:lnTo>
                    <a:pt x="1661" y="4700"/>
                  </a:lnTo>
                  <a:lnTo>
                    <a:pt x="1697" y="4717"/>
                  </a:lnTo>
                  <a:lnTo>
                    <a:pt x="1736" y="4731"/>
                  </a:lnTo>
                  <a:lnTo>
                    <a:pt x="1776" y="4742"/>
                  </a:lnTo>
                  <a:lnTo>
                    <a:pt x="1818" y="4753"/>
                  </a:lnTo>
                  <a:lnTo>
                    <a:pt x="1860" y="4760"/>
                  </a:lnTo>
                  <a:lnTo>
                    <a:pt x="1902" y="4765"/>
                  </a:lnTo>
                  <a:lnTo>
                    <a:pt x="1946" y="4768"/>
                  </a:lnTo>
                  <a:lnTo>
                    <a:pt x="1988" y="4768"/>
                  </a:lnTo>
                  <a:lnTo>
                    <a:pt x="2031" y="4767"/>
                  </a:lnTo>
                  <a:lnTo>
                    <a:pt x="2073" y="4763"/>
                  </a:lnTo>
                  <a:lnTo>
                    <a:pt x="2114" y="4758"/>
                  </a:lnTo>
                  <a:lnTo>
                    <a:pt x="2154" y="4751"/>
                  </a:lnTo>
                  <a:lnTo>
                    <a:pt x="2193" y="4740"/>
                  </a:lnTo>
                  <a:lnTo>
                    <a:pt x="2230" y="4729"/>
                  </a:lnTo>
                  <a:lnTo>
                    <a:pt x="2264" y="4715"/>
                  </a:lnTo>
                  <a:lnTo>
                    <a:pt x="2297" y="4700"/>
                  </a:lnTo>
                  <a:lnTo>
                    <a:pt x="3639" y="3825"/>
                  </a:lnTo>
                  <a:lnTo>
                    <a:pt x="3673" y="3795"/>
                  </a:lnTo>
                  <a:lnTo>
                    <a:pt x="3707" y="3761"/>
                  </a:lnTo>
                  <a:lnTo>
                    <a:pt x="3738" y="3725"/>
                  </a:lnTo>
                  <a:lnTo>
                    <a:pt x="3768" y="3685"/>
                  </a:lnTo>
                  <a:lnTo>
                    <a:pt x="3796" y="3644"/>
                  </a:lnTo>
                  <a:lnTo>
                    <a:pt x="3821" y="3599"/>
                  </a:lnTo>
                  <a:lnTo>
                    <a:pt x="3846" y="3553"/>
                  </a:lnTo>
                  <a:lnTo>
                    <a:pt x="3868" y="3505"/>
                  </a:lnTo>
                  <a:lnTo>
                    <a:pt x="3888" y="3456"/>
                  </a:lnTo>
                  <a:lnTo>
                    <a:pt x="3907" y="3406"/>
                  </a:lnTo>
                  <a:lnTo>
                    <a:pt x="3922" y="3354"/>
                  </a:lnTo>
                  <a:lnTo>
                    <a:pt x="3935" y="3303"/>
                  </a:lnTo>
                  <a:lnTo>
                    <a:pt x="3946" y="3250"/>
                  </a:lnTo>
                  <a:lnTo>
                    <a:pt x="3953" y="3197"/>
                  </a:lnTo>
                  <a:lnTo>
                    <a:pt x="3957" y="3144"/>
                  </a:lnTo>
                  <a:lnTo>
                    <a:pt x="3960" y="3092"/>
                  </a:lnTo>
                  <a:lnTo>
                    <a:pt x="3959" y="1313"/>
                  </a:lnTo>
                  <a:lnTo>
                    <a:pt x="3955" y="1271"/>
                  </a:lnTo>
                  <a:lnTo>
                    <a:pt x="3949" y="1229"/>
                  </a:lnTo>
                  <a:lnTo>
                    <a:pt x="3941" y="1189"/>
                  </a:lnTo>
                  <a:lnTo>
                    <a:pt x="3930" y="1149"/>
                  </a:lnTo>
                  <a:lnTo>
                    <a:pt x="3918" y="1111"/>
                  </a:lnTo>
                  <a:lnTo>
                    <a:pt x="3902" y="1075"/>
                  </a:lnTo>
                  <a:lnTo>
                    <a:pt x="3886" y="1040"/>
                  </a:lnTo>
                  <a:lnTo>
                    <a:pt x="3867" y="1006"/>
                  </a:lnTo>
                  <a:lnTo>
                    <a:pt x="3846" y="973"/>
                  </a:lnTo>
                  <a:lnTo>
                    <a:pt x="3823" y="942"/>
                  </a:lnTo>
                  <a:lnTo>
                    <a:pt x="3798" y="913"/>
                  </a:lnTo>
                  <a:lnTo>
                    <a:pt x="3771" y="886"/>
                  </a:lnTo>
                  <a:lnTo>
                    <a:pt x="3743" y="860"/>
                  </a:lnTo>
                  <a:lnTo>
                    <a:pt x="3714" y="837"/>
                  </a:lnTo>
                  <a:lnTo>
                    <a:pt x="3682" y="816"/>
                  </a:lnTo>
                  <a:lnTo>
                    <a:pt x="3649" y="796"/>
                  </a:lnTo>
                  <a:lnTo>
                    <a:pt x="2386" y="83"/>
                  </a:lnTo>
                  <a:lnTo>
                    <a:pt x="2350" y="65"/>
                  </a:lnTo>
                  <a:lnTo>
                    <a:pt x="2310" y="50"/>
                  </a:lnTo>
                  <a:lnTo>
                    <a:pt x="2268" y="36"/>
                  </a:lnTo>
                  <a:lnTo>
                    <a:pt x="2223" y="24"/>
                  </a:lnTo>
                  <a:lnTo>
                    <a:pt x="2178" y="15"/>
                  </a:lnTo>
                  <a:lnTo>
                    <a:pt x="2131" y="8"/>
                  </a:lnTo>
                  <a:lnTo>
                    <a:pt x="2082" y="3"/>
                  </a:lnTo>
                  <a:lnTo>
                    <a:pt x="2032" y="0"/>
                  </a:lnTo>
                  <a:lnTo>
                    <a:pt x="1982" y="1"/>
                  </a:lnTo>
                  <a:lnTo>
                    <a:pt x="1933" y="3"/>
                  </a:lnTo>
                  <a:lnTo>
                    <a:pt x="1882" y="9"/>
                  </a:lnTo>
                  <a:lnTo>
                    <a:pt x="1833" y="17"/>
                  </a:lnTo>
                  <a:lnTo>
                    <a:pt x="1785" y="29"/>
                  </a:lnTo>
                  <a:lnTo>
                    <a:pt x="1737" y="43"/>
                  </a:lnTo>
                  <a:lnTo>
                    <a:pt x="1691" y="62"/>
                  </a:lnTo>
                  <a:lnTo>
                    <a:pt x="1647" y="83"/>
                  </a:lnTo>
                  <a:lnTo>
                    <a:pt x="311" y="782"/>
                  </a:lnTo>
                  <a:lnTo>
                    <a:pt x="276" y="803"/>
                  </a:lnTo>
                  <a:lnTo>
                    <a:pt x="243" y="826"/>
                  </a:lnTo>
                  <a:lnTo>
                    <a:pt x="213" y="852"/>
                  </a:lnTo>
                  <a:lnTo>
                    <a:pt x="184" y="879"/>
                  </a:lnTo>
                  <a:lnTo>
                    <a:pt x="155" y="908"/>
                  </a:lnTo>
                  <a:lnTo>
                    <a:pt x="131" y="939"/>
                  </a:lnTo>
                  <a:lnTo>
                    <a:pt x="107" y="971"/>
                  </a:lnTo>
                  <a:lnTo>
                    <a:pt x="86" y="1005"/>
                  </a:lnTo>
                  <a:lnTo>
                    <a:pt x="68" y="1040"/>
                  </a:lnTo>
                  <a:lnTo>
                    <a:pt x="50" y="1076"/>
                  </a:lnTo>
                  <a:lnTo>
                    <a:pt x="36" y="1115"/>
                  </a:lnTo>
                  <a:lnTo>
                    <a:pt x="23" y="1153"/>
                  </a:lnTo>
                  <a:lnTo>
                    <a:pt x="14" y="1195"/>
                  </a:lnTo>
                  <a:lnTo>
                    <a:pt x="7" y="1236"/>
                  </a:lnTo>
                  <a:lnTo>
                    <a:pt x="2" y="1279"/>
                  </a:lnTo>
                  <a:lnTo>
                    <a:pt x="0" y="1322"/>
                  </a:lnTo>
                  <a:lnTo>
                    <a:pt x="0" y="3093"/>
                  </a:lnTo>
                  <a:lnTo>
                    <a:pt x="2" y="3147"/>
                  </a:lnTo>
                  <a:lnTo>
                    <a:pt x="7" y="3202"/>
                  </a:lnTo>
                  <a:lnTo>
                    <a:pt x="15" y="3257"/>
                  </a:lnTo>
                  <a:lnTo>
                    <a:pt x="27" y="3312"/>
                  </a:lnTo>
                  <a:lnTo>
                    <a:pt x="42" y="3366"/>
                  </a:lnTo>
                  <a:lnTo>
                    <a:pt x="59" y="3420"/>
                  </a:lnTo>
                  <a:lnTo>
                    <a:pt x="79" y="3474"/>
                  </a:lnTo>
                  <a:lnTo>
                    <a:pt x="102" y="3525"/>
                  </a:lnTo>
                  <a:lnTo>
                    <a:pt x="127" y="3576"/>
                  </a:lnTo>
                  <a:lnTo>
                    <a:pt x="154" y="3624"/>
                  </a:lnTo>
                  <a:lnTo>
                    <a:pt x="184" y="3670"/>
                  </a:lnTo>
                  <a:lnTo>
                    <a:pt x="214" y="3712"/>
                  </a:lnTo>
                  <a:lnTo>
                    <a:pt x="247" y="3752"/>
                  </a:lnTo>
                  <a:lnTo>
                    <a:pt x="281" y="3788"/>
                  </a:lnTo>
                  <a:lnTo>
                    <a:pt x="317" y="3821"/>
                  </a:lnTo>
                  <a:lnTo>
                    <a:pt x="353" y="384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1395" name="Freeform 33"/>
            <p:cNvSpPr>
              <a:spLocks/>
            </p:cNvSpPr>
            <p:nvPr/>
          </p:nvSpPr>
          <p:spPr bwMode="auto">
            <a:xfrm>
              <a:off x="943" y="2210"/>
              <a:ext cx="276" cy="187"/>
            </a:xfrm>
            <a:custGeom>
              <a:avLst/>
              <a:gdLst>
                <a:gd name="T0" fmla="*/ 11 w 1380"/>
                <a:gd name="T1" fmla="*/ 7 h 937"/>
                <a:gd name="T2" fmla="*/ 11 w 1380"/>
                <a:gd name="T3" fmla="*/ 7 h 937"/>
                <a:gd name="T4" fmla="*/ 0 w 1380"/>
                <a:gd name="T5" fmla="*/ 0 h 937"/>
                <a:gd name="T6" fmla="*/ 0 w 1380"/>
                <a:gd name="T7" fmla="*/ 1 h 937"/>
                <a:gd name="T8" fmla="*/ 10 w 1380"/>
                <a:gd name="T9" fmla="*/ 7 h 937"/>
                <a:gd name="T10" fmla="*/ 10 w 1380"/>
                <a:gd name="T11" fmla="*/ 7 h 937"/>
                <a:gd name="T12" fmla="*/ 10 w 1380"/>
                <a:gd name="T13" fmla="*/ 7 h 937"/>
                <a:gd name="T14" fmla="*/ 11 w 1380"/>
                <a:gd name="T15" fmla="*/ 7 h 937"/>
                <a:gd name="T16" fmla="*/ 11 w 1380"/>
                <a:gd name="T17" fmla="*/ 7 h 937"/>
                <a:gd name="T18" fmla="*/ 11 w 1380"/>
                <a:gd name="T19" fmla="*/ 7 h 937"/>
                <a:gd name="T20" fmla="*/ 11 w 1380"/>
                <a:gd name="T21" fmla="*/ 7 h 937"/>
                <a:gd name="T22" fmla="*/ 11 w 1380"/>
                <a:gd name="T23" fmla="*/ 7 h 937"/>
                <a:gd name="T24" fmla="*/ 11 w 1380"/>
                <a:gd name="T25" fmla="*/ 7 h 937"/>
                <a:gd name="T26" fmla="*/ 11 w 1380"/>
                <a:gd name="T27" fmla="*/ 7 h 937"/>
                <a:gd name="T28" fmla="*/ 11 w 1380"/>
                <a:gd name="T29" fmla="*/ 7 h 937"/>
                <a:gd name="T30" fmla="*/ 11 w 1380"/>
                <a:gd name="T31" fmla="*/ 7 h 93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80"/>
                <a:gd name="T49" fmla="*/ 0 h 937"/>
                <a:gd name="T50" fmla="*/ 1380 w 1380"/>
                <a:gd name="T51" fmla="*/ 937 h 93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80" h="937">
                  <a:moveTo>
                    <a:pt x="1354" y="848"/>
                  </a:moveTo>
                  <a:lnTo>
                    <a:pt x="1359" y="851"/>
                  </a:lnTo>
                  <a:lnTo>
                    <a:pt x="51" y="0"/>
                  </a:lnTo>
                  <a:lnTo>
                    <a:pt x="0" y="78"/>
                  </a:lnTo>
                  <a:lnTo>
                    <a:pt x="1307" y="929"/>
                  </a:lnTo>
                  <a:lnTo>
                    <a:pt x="1312" y="932"/>
                  </a:lnTo>
                  <a:lnTo>
                    <a:pt x="1307" y="929"/>
                  </a:lnTo>
                  <a:lnTo>
                    <a:pt x="1326" y="937"/>
                  </a:lnTo>
                  <a:lnTo>
                    <a:pt x="1345" y="936"/>
                  </a:lnTo>
                  <a:lnTo>
                    <a:pt x="1360" y="929"/>
                  </a:lnTo>
                  <a:lnTo>
                    <a:pt x="1372" y="916"/>
                  </a:lnTo>
                  <a:lnTo>
                    <a:pt x="1379" y="899"/>
                  </a:lnTo>
                  <a:lnTo>
                    <a:pt x="1380" y="883"/>
                  </a:lnTo>
                  <a:lnTo>
                    <a:pt x="1374" y="865"/>
                  </a:lnTo>
                  <a:lnTo>
                    <a:pt x="1359" y="851"/>
                  </a:lnTo>
                  <a:lnTo>
                    <a:pt x="1354" y="84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1396" name="Freeform 34"/>
            <p:cNvSpPr>
              <a:spLocks/>
            </p:cNvSpPr>
            <p:nvPr/>
          </p:nvSpPr>
          <p:spPr bwMode="auto">
            <a:xfrm>
              <a:off x="1206" y="2379"/>
              <a:ext cx="140" cy="32"/>
            </a:xfrm>
            <a:custGeom>
              <a:avLst/>
              <a:gdLst>
                <a:gd name="T0" fmla="*/ 5 w 703"/>
                <a:gd name="T1" fmla="*/ 0 h 162"/>
                <a:gd name="T2" fmla="*/ 5 w 703"/>
                <a:gd name="T3" fmla="*/ 0 h 162"/>
                <a:gd name="T4" fmla="*/ 5 w 703"/>
                <a:gd name="T5" fmla="*/ 0 h 162"/>
                <a:gd name="T6" fmla="*/ 5 w 703"/>
                <a:gd name="T7" fmla="*/ 0 h 162"/>
                <a:gd name="T8" fmla="*/ 4 w 703"/>
                <a:gd name="T9" fmla="*/ 0 h 162"/>
                <a:gd name="T10" fmla="*/ 4 w 703"/>
                <a:gd name="T11" fmla="*/ 0 h 162"/>
                <a:gd name="T12" fmla="*/ 4 w 703"/>
                <a:gd name="T13" fmla="*/ 0 h 162"/>
                <a:gd name="T14" fmla="*/ 3 w 703"/>
                <a:gd name="T15" fmla="*/ 1 h 162"/>
                <a:gd name="T16" fmla="*/ 3 w 703"/>
                <a:gd name="T17" fmla="*/ 1 h 162"/>
                <a:gd name="T18" fmla="*/ 3 w 703"/>
                <a:gd name="T19" fmla="*/ 1 h 162"/>
                <a:gd name="T20" fmla="*/ 2 w 703"/>
                <a:gd name="T21" fmla="*/ 1 h 162"/>
                <a:gd name="T22" fmla="*/ 2 w 703"/>
                <a:gd name="T23" fmla="*/ 1 h 162"/>
                <a:gd name="T24" fmla="*/ 2 w 703"/>
                <a:gd name="T25" fmla="*/ 0 h 162"/>
                <a:gd name="T26" fmla="*/ 1 w 703"/>
                <a:gd name="T27" fmla="*/ 0 h 162"/>
                <a:gd name="T28" fmla="*/ 1 w 703"/>
                <a:gd name="T29" fmla="*/ 0 h 162"/>
                <a:gd name="T30" fmla="*/ 1 w 703"/>
                <a:gd name="T31" fmla="*/ 0 h 162"/>
                <a:gd name="T32" fmla="*/ 1 w 703"/>
                <a:gd name="T33" fmla="*/ 0 h 162"/>
                <a:gd name="T34" fmla="*/ 0 w 703"/>
                <a:gd name="T35" fmla="*/ 0 h 162"/>
                <a:gd name="T36" fmla="*/ 0 w 703"/>
                <a:gd name="T37" fmla="*/ 1 h 162"/>
                <a:gd name="T38" fmla="*/ 0 w 703"/>
                <a:gd name="T39" fmla="*/ 1 h 162"/>
                <a:gd name="T40" fmla="*/ 1 w 703"/>
                <a:gd name="T41" fmla="*/ 1 h 162"/>
                <a:gd name="T42" fmla="*/ 1 w 703"/>
                <a:gd name="T43" fmla="*/ 1 h 162"/>
                <a:gd name="T44" fmla="*/ 1 w 703"/>
                <a:gd name="T45" fmla="*/ 1 h 162"/>
                <a:gd name="T46" fmla="*/ 2 w 703"/>
                <a:gd name="T47" fmla="*/ 1 h 162"/>
                <a:gd name="T48" fmla="*/ 2 w 703"/>
                <a:gd name="T49" fmla="*/ 1 h 162"/>
                <a:gd name="T50" fmla="*/ 2 w 703"/>
                <a:gd name="T51" fmla="*/ 1 h 162"/>
                <a:gd name="T52" fmla="*/ 3 w 703"/>
                <a:gd name="T53" fmla="*/ 1 h 162"/>
                <a:gd name="T54" fmla="*/ 3 w 703"/>
                <a:gd name="T55" fmla="*/ 1 h 162"/>
                <a:gd name="T56" fmla="*/ 3 w 703"/>
                <a:gd name="T57" fmla="*/ 1 h 162"/>
                <a:gd name="T58" fmla="*/ 4 w 703"/>
                <a:gd name="T59" fmla="*/ 1 h 162"/>
                <a:gd name="T60" fmla="*/ 4 w 703"/>
                <a:gd name="T61" fmla="*/ 1 h 162"/>
                <a:gd name="T62" fmla="*/ 5 w 703"/>
                <a:gd name="T63" fmla="*/ 1 h 162"/>
                <a:gd name="T64" fmla="*/ 5 w 703"/>
                <a:gd name="T65" fmla="*/ 1 h 162"/>
                <a:gd name="T66" fmla="*/ 5 w 703"/>
                <a:gd name="T67" fmla="*/ 1 h 162"/>
                <a:gd name="T68" fmla="*/ 5 w 703"/>
                <a:gd name="T69" fmla="*/ 1 h 162"/>
                <a:gd name="T70" fmla="*/ 5 w 703"/>
                <a:gd name="T71" fmla="*/ 1 h 162"/>
                <a:gd name="T72" fmla="*/ 5 w 703"/>
                <a:gd name="T73" fmla="*/ 1 h 162"/>
                <a:gd name="T74" fmla="*/ 5 w 703"/>
                <a:gd name="T75" fmla="*/ 1 h 162"/>
                <a:gd name="T76" fmla="*/ 6 w 703"/>
                <a:gd name="T77" fmla="*/ 0 h 162"/>
                <a:gd name="T78" fmla="*/ 6 w 703"/>
                <a:gd name="T79" fmla="*/ 0 h 162"/>
                <a:gd name="T80" fmla="*/ 6 w 703"/>
                <a:gd name="T81" fmla="*/ 0 h 162"/>
                <a:gd name="T82" fmla="*/ 5 w 703"/>
                <a:gd name="T83" fmla="*/ 0 h 162"/>
                <a:gd name="T84" fmla="*/ 5 w 703"/>
                <a:gd name="T85" fmla="*/ 0 h 162"/>
                <a:gd name="T86" fmla="*/ 5 w 703"/>
                <a:gd name="T87" fmla="*/ 0 h 162"/>
                <a:gd name="T88" fmla="*/ 5 w 703"/>
                <a:gd name="T89" fmla="*/ 0 h 162"/>
                <a:gd name="T90" fmla="*/ 5 w 703"/>
                <a:gd name="T91" fmla="*/ 0 h 162"/>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703"/>
                <a:gd name="T139" fmla="*/ 0 h 162"/>
                <a:gd name="T140" fmla="*/ 703 w 703"/>
                <a:gd name="T141" fmla="*/ 162 h 162"/>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703" h="162">
                  <a:moveTo>
                    <a:pt x="631" y="8"/>
                  </a:moveTo>
                  <a:lnTo>
                    <a:pt x="636" y="6"/>
                  </a:lnTo>
                  <a:lnTo>
                    <a:pt x="606" y="20"/>
                  </a:lnTo>
                  <a:lnTo>
                    <a:pt x="575" y="32"/>
                  </a:lnTo>
                  <a:lnTo>
                    <a:pt x="540" y="42"/>
                  </a:lnTo>
                  <a:lnTo>
                    <a:pt x="504" y="52"/>
                  </a:lnTo>
                  <a:lnTo>
                    <a:pt x="467" y="59"/>
                  </a:lnTo>
                  <a:lnTo>
                    <a:pt x="428" y="64"/>
                  </a:lnTo>
                  <a:lnTo>
                    <a:pt x="389" y="67"/>
                  </a:lnTo>
                  <a:lnTo>
                    <a:pt x="348" y="68"/>
                  </a:lnTo>
                  <a:lnTo>
                    <a:pt x="308" y="68"/>
                  </a:lnTo>
                  <a:lnTo>
                    <a:pt x="267" y="65"/>
                  </a:lnTo>
                  <a:lnTo>
                    <a:pt x="226" y="61"/>
                  </a:lnTo>
                  <a:lnTo>
                    <a:pt x="187" y="54"/>
                  </a:lnTo>
                  <a:lnTo>
                    <a:pt x="148" y="44"/>
                  </a:lnTo>
                  <a:lnTo>
                    <a:pt x="110" y="33"/>
                  </a:lnTo>
                  <a:lnTo>
                    <a:pt x="75" y="20"/>
                  </a:lnTo>
                  <a:lnTo>
                    <a:pt x="42" y="5"/>
                  </a:lnTo>
                  <a:lnTo>
                    <a:pt x="0" y="89"/>
                  </a:lnTo>
                  <a:lnTo>
                    <a:pt x="40" y="107"/>
                  </a:lnTo>
                  <a:lnTo>
                    <a:pt x="82" y="122"/>
                  </a:lnTo>
                  <a:lnTo>
                    <a:pt x="124" y="135"/>
                  </a:lnTo>
                  <a:lnTo>
                    <a:pt x="169" y="146"/>
                  </a:lnTo>
                  <a:lnTo>
                    <a:pt x="214" y="153"/>
                  </a:lnTo>
                  <a:lnTo>
                    <a:pt x="258" y="158"/>
                  </a:lnTo>
                  <a:lnTo>
                    <a:pt x="303" y="162"/>
                  </a:lnTo>
                  <a:lnTo>
                    <a:pt x="348" y="162"/>
                  </a:lnTo>
                  <a:lnTo>
                    <a:pt x="394" y="161"/>
                  </a:lnTo>
                  <a:lnTo>
                    <a:pt x="439" y="157"/>
                  </a:lnTo>
                  <a:lnTo>
                    <a:pt x="481" y="150"/>
                  </a:lnTo>
                  <a:lnTo>
                    <a:pt x="525" y="143"/>
                  </a:lnTo>
                  <a:lnTo>
                    <a:pt x="566" y="132"/>
                  </a:lnTo>
                  <a:lnTo>
                    <a:pt x="606" y="121"/>
                  </a:lnTo>
                  <a:lnTo>
                    <a:pt x="643" y="105"/>
                  </a:lnTo>
                  <a:lnTo>
                    <a:pt x="678" y="88"/>
                  </a:lnTo>
                  <a:lnTo>
                    <a:pt x="683" y="86"/>
                  </a:lnTo>
                  <a:lnTo>
                    <a:pt x="678" y="88"/>
                  </a:lnTo>
                  <a:lnTo>
                    <a:pt x="695" y="75"/>
                  </a:lnTo>
                  <a:lnTo>
                    <a:pt x="702" y="60"/>
                  </a:lnTo>
                  <a:lnTo>
                    <a:pt x="703" y="42"/>
                  </a:lnTo>
                  <a:lnTo>
                    <a:pt x="698" y="26"/>
                  </a:lnTo>
                  <a:lnTo>
                    <a:pt x="688" y="12"/>
                  </a:lnTo>
                  <a:lnTo>
                    <a:pt x="674" y="3"/>
                  </a:lnTo>
                  <a:lnTo>
                    <a:pt x="656" y="0"/>
                  </a:lnTo>
                  <a:lnTo>
                    <a:pt x="636" y="6"/>
                  </a:lnTo>
                  <a:lnTo>
                    <a:pt x="631"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1397" name="Freeform 35"/>
            <p:cNvSpPr>
              <a:spLocks/>
            </p:cNvSpPr>
            <p:nvPr/>
          </p:nvSpPr>
          <p:spPr bwMode="auto">
            <a:xfrm>
              <a:off x="1332" y="2204"/>
              <a:ext cx="283" cy="192"/>
            </a:xfrm>
            <a:custGeom>
              <a:avLst/>
              <a:gdLst>
                <a:gd name="T0" fmla="*/ 11 w 1415"/>
                <a:gd name="T1" fmla="*/ 0 h 960"/>
                <a:gd name="T2" fmla="*/ 11 w 1415"/>
                <a:gd name="T3" fmla="*/ 0 h 960"/>
                <a:gd name="T4" fmla="*/ 0 w 1415"/>
                <a:gd name="T5" fmla="*/ 7 h 960"/>
                <a:gd name="T6" fmla="*/ 0 w 1415"/>
                <a:gd name="T7" fmla="*/ 8 h 960"/>
                <a:gd name="T8" fmla="*/ 11 w 1415"/>
                <a:gd name="T9" fmla="*/ 1 h 960"/>
                <a:gd name="T10" fmla="*/ 11 w 1415"/>
                <a:gd name="T11" fmla="*/ 1 h 960"/>
                <a:gd name="T12" fmla="*/ 11 w 1415"/>
                <a:gd name="T13" fmla="*/ 1 h 960"/>
                <a:gd name="T14" fmla="*/ 11 w 1415"/>
                <a:gd name="T15" fmla="*/ 1 h 960"/>
                <a:gd name="T16" fmla="*/ 11 w 1415"/>
                <a:gd name="T17" fmla="*/ 0 h 960"/>
                <a:gd name="T18" fmla="*/ 11 w 1415"/>
                <a:gd name="T19" fmla="*/ 0 h 960"/>
                <a:gd name="T20" fmla="*/ 11 w 1415"/>
                <a:gd name="T21" fmla="*/ 0 h 960"/>
                <a:gd name="T22" fmla="*/ 11 w 1415"/>
                <a:gd name="T23" fmla="*/ 0 h 960"/>
                <a:gd name="T24" fmla="*/ 11 w 1415"/>
                <a:gd name="T25" fmla="*/ 0 h 960"/>
                <a:gd name="T26" fmla="*/ 11 w 1415"/>
                <a:gd name="T27" fmla="*/ 0 h 960"/>
                <a:gd name="T28" fmla="*/ 11 w 1415"/>
                <a:gd name="T29" fmla="*/ 0 h 960"/>
                <a:gd name="T30" fmla="*/ 11 w 1415"/>
                <a:gd name="T31" fmla="*/ 0 h 96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15"/>
                <a:gd name="T49" fmla="*/ 0 h 960"/>
                <a:gd name="T50" fmla="*/ 1415 w 1415"/>
                <a:gd name="T51" fmla="*/ 960 h 96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15" h="960">
                  <a:moveTo>
                    <a:pt x="1338" y="10"/>
                  </a:moveTo>
                  <a:lnTo>
                    <a:pt x="1342" y="8"/>
                  </a:lnTo>
                  <a:lnTo>
                    <a:pt x="0" y="882"/>
                  </a:lnTo>
                  <a:lnTo>
                    <a:pt x="52" y="960"/>
                  </a:lnTo>
                  <a:lnTo>
                    <a:pt x="1393" y="85"/>
                  </a:lnTo>
                  <a:lnTo>
                    <a:pt x="1397" y="83"/>
                  </a:lnTo>
                  <a:lnTo>
                    <a:pt x="1393" y="85"/>
                  </a:lnTo>
                  <a:lnTo>
                    <a:pt x="1409" y="71"/>
                  </a:lnTo>
                  <a:lnTo>
                    <a:pt x="1415" y="53"/>
                  </a:lnTo>
                  <a:lnTo>
                    <a:pt x="1413" y="37"/>
                  </a:lnTo>
                  <a:lnTo>
                    <a:pt x="1406" y="21"/>
                  </a:lnTo>
                  <a:lnTo>
                    <a:pt x="1395" y="8"/>
                  </a:lnTo>
                  <a:lnTo>
                    <a:pt x="1379" y="1"/>
                  </a:lnTo>
                  <a:lnTo>
                    <a:pt x="1361" y="0"/>
                  </a:lnTo>
                  <a:lnTo>
                    <a:pt x="1342" y="8"/>
                  </a:lnTo>
                  <a:lnTo>
                    <a:pt x="1338" y="1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1398" name="Freeform 36"/>
            <p:cNvSpPr>
              <a:spLocks/>
            </p:cNvSpPr>
            <p:nvPr/>
          </p:nvSpPr>
          <p:spPr bwMode="auto">
            <a:xfrm>
              <a:off x="1599" y="2057"/>
              <a:ext cx="80" cy="163"/>
            </a:xfrm>
            <a:custGeom>
              <a:avLst/>
              <a:gdLst>
                <a:gd name="T0" fmla="*/ 2 w 398"/>
                <a:gd name="T1" fmla="*/ 0 h 817"/>
                <a:gd name="T2" fmla="*/ 2 w 398"/>
                <a:gd name="T3" fmla="*/ 0 h 817"/>
                <a:gd name="T4" fmla="*/ 2 w 398"/>
                <a:gd name="T5" fmla="*/ 1 h 817"/>
                <a:gd name="T6" fmla="*/ 2 w 398"/>
                <a:gd name="T7" fmla="*/ 1 h 817"/>
                <a:gd name="T8" fmla="*/ 2 w 398"/>
                <a:gd name="T9" fmla="*/ 2 h 817"/>
                <a:gd name="T10" fmla="*/ 2 w 398"/>
                <a:gd name="T11" fmla="*/ 2 h 817"/>
                <a:gd name="T12" fmla="*/ 2 w 398"/>
                <a:gd name="T13" fmla="*/ 2 h 817"/>
                <a:gd name="T14" fmla="*/ 2 w 398"/>
                <a:gd name="T15" fmla="*/ 3 h 817"/>
                <a:gd name="T16" fmla="*/ 2 w 398"/>
                <a:gd name="T17" fmla="*/ 3 h 817"/>
                <a:gd name="T18" fmla="*/ 2 w 398"/>
                <a:gd name="T19" fmla="*/ 4 h 817"/>
                <a:gd name="T20" fmla="*/ 2 w 398"/>
                <a:gd name="T21" fmla="*/ 4 h 817"/>
                <a:gd name="T22" fmla="*/ 1 w 398"/>
                <a:gd name="T23" fmla="*/ 4 h 817"/>
                <a:gd name="T24" fmla="*/ 1 w 398"/>
                <a:gd name="T25" fmla="*/ 5 h 817"/>
                <a:gd name="T26" fmla="*/ 1 w 398"/>
                <a:gd name="T27" fmla="*/ 5 h 817"/>
                <a:gd name="T28" fmla="*/ 1 w 398"/>
                <a:gd name="T29" fmla="*/ 5 h 817"/>
                <a:gd name="T30" fmla="*/ 1 w 398"/>
                <a:gd name="T31" fmla="*/ 5 h 817"/>
                <a:gd name="T32" fmla="*/ 0 w 398"/>
                <a:gd name="T33" fmla="*/ 6 h 817"/>
                <a:gd name="T34" fmla="*/ 0 w 398"/>
                <a:gd name="T35" fmla="*/ 6 h 817"/>
                <a:gd name="T36" fmla="*/ 0 w 398"/>
                <a:gd name="T37" fmla="*/ 7 h 817"/>
                <a:gd name="T38" fmla="*/ 1 w 398"/>
                <a:gd name="T39" fmla="*/ 6 h 817"/>
                <a:gd name="T40" fmla="*/ 1 w 398"/>
                <a:gd name="T41" fmla="*/ 6 h 817"/>
                <a:gd name="T42" fmla="*/ 1 w 398"/>
                <a:gd name="T43" fmla="*/ 6 h 817"/>
                <a:gd name="T44" fmla="*/ 2 w 398"/>
                <a:gd name="T45" fmla="*/ 5 h 817"/>
                <a:gd name="T46" fmla="*/ 2 w 398"/>
                <a:gd name="T47" fmla="*/ 5 h 817"/>
                <a:gd name="T48" fmla="*/ 2 w 398"/>
                <a:gd name="T49" fmla="*/ 5 h 817"/>
                <a:gd name="T50" fmla="*/ 2 w 398"/>
                <a:gd name="T51" fmla="*/ 4 h 817"/>
                <a:gd name="T52" fmla="*/ 2 w 398"/>
                <a:gd name="T53" fmla="*/ 4 h 817"/>
                <a:gd name="T54" fmla="*/ 3 w 398"/>
                <a:gd name="T55" fmla="*/ 3 h 817"/>
                <a:gd name="T56" fmla="*/ 3 w 398"/>
                <a:gd name="T57" fmla="*/ 3 h 817"/>
                <a:gd name="T58" fmla="*/ 3 w 398"/>
                <a:gd name="T59" fmla="*/ 3 h 817"/>
                <a:gd name="T60" fmla="*/ 3 w 398"/>
                <a:gd name="T61" fmla="*/ 2 h 817"/>
                <a:gd name="T62" fmla="*/ 3 w 398"/>
                <a:gd name="T63" fmla="*/ 2 h 817"/>
                <a:gd name="T64" fmla="*/ 3 w 398"/>
                <a:gd name="T65" fmla="*/ 1 h 817"/>
                <a:gd name="T66" fmla="*/ 3 w 398"/>
                <a:gd name="T67" fmla="*/ 1 h 817"/>
                <a:gd name="T68" fmla="*/ 3 w 398"/>
                <a:gd name="T69" fmla="*/ 0 h 817"/>
                <a:gd name="T70" fmla="*/ 3 w 398"/>
                <a:gd name="T71" fmla="*/ 0 h 817"/>
                <a:gd name="T72" fmla="*/ 3 w 398"/>
                <a:gd name="T73" fmla="*/ 0 h 817"/>
                <a:gd name="T74" fmla="*/ 3 w 398"/>
                <a:gd name="T75" fmla="*/ 0 h 817"/>
                <a:gd name="T76" fmla="*/ 3 w 398"/>
                <a:gd name="T77" fmla="*/ 0 h 817"/>
                <a:gd name="T78" fmla="*/ 3 w 398"/>
                <a:gd name="T79" fmla="*/ 0 h 817"/>
                <a:gd name="T80" fmla="*/ 3 w 398"/>
                <a:gd name="T81" fmla="*/ 0 h 817"/>
                <a:gd name="T82" fmla="*/ 3 w 398"/>
                <a:gd name="T83" fmla="*/ 0 h 817"/>
                <a:gd name="T84" fmla="*/ 3 w 398"/>
                <a:gd name="T85" fmla="*/ 0 h 817"/>
                <a:gd name="T86" fmla="*/ 2 w 398"/>
                <a:gd name="T87" fmla="*/ 0 h 817"/>
                <a:gd name="T88" fmla="*/ 2 w 398"/>
                <a:gd name="T89" fmla="*/ 0 h 817"/>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398"/>
                <a:gd name="T136" fmla="*/ 0 h 817"/>
                <a:gd name="T137" fmla="*/ 398 w 398"/>
                <a:gd name="T138" fmla="*/ 817 h 817"/>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398" h="817">
                  <a:moveTo>
                    <a:pt x="304" y="47"/>
                  </a:moveTo>
                  <a:lnTo>
                    <a:pt x="304" y="47"/>
                  </a:lnTo>
                  <a:lnTo>
                    <a:pt x="301" y="97"/>
                  </a:lnTo>
                  <a:lnTo>
                    <a:pt x="297" y="147"/>
                  </a:lnTo>
                  <a:lnTo>
                    <a:pt x="291" y="198"/>
                  </a:lnTo>
                  <a:lnTo>
                    <a:pt x="280" y="247"/>
                  </a:lnTo>
                  <a:lnTo>
                    <a:pt x="268" y="297"/>
                  </a:lnTo>
                  <a:lnTo>
                    <a:pt x="253" y="347"/>
                  </a:lnTo>
                  <a:lnTo>
                    <a:pt x="236" y="395"/>
                  </a:lnTo>
                  <a:lnTo>
                    <a:pt x="217" y="442"/>
                  </a:lnTo>
                  <a:lnTo>
                    <a:pt x="195" y="487"/>
                  </a:lnTo>
                  <a:lnTo>
                    <a:pt x="171" y="532"/>
                  </a:lnTo>
                  <a:lnTo>
                    <a:pt x="147" y="574"/>
                  </a:lnTo>
                  <a:lnTo>
                    <a:pt x="121" y="613"/>
                  </a:lnTo>
                  <a:lnTo>
                    <a:pt x="93" y="650"/>
                  </a:lnTo>
                  <a:lnTo>
                    <a:pt x="64" y="684"/>
                  </a:lnTo>
                  <a:lnTo>
                    <a:pt x="32" y="716"/>
                  </a:lnTo>
                  <a:lnTo>
                    <a:pt x="0" y="744"/>
                  </a:lnTo>
                  <a:lnTo>
                    <a:pt x="59" y="817"/>
                  </a:lnTo>
                  <a:lnTo>
                    <a:pt x="95" y="784"/>
                  </a:lnTo>
                  <a:lnTo>
                    <a:pt x="132" y="748"/>
                  </a:lnTo>
                  <a:lnTo>
                    <a:pt x="166" y="709"/>
                  </a:lnTo>
                  <a:lnTo>
                    <a:pt x="196" y="667"/>
                  </a:lnTo>
                  <a:lnTo>
                    <a:pt x="227" y="623"/>
                  </a:lnTo>
                  <a:lnTo>
                    <a:pt x="253" y="576"/>
                  </a:lnTo>
                  <a:lnTo>
                    <a:pt x="279" y="530"/>
                  </a:lnTo>
                  <a:lnTo>
                    <a:pt x="301" y="479"/>
                  </a:lnTo>
                  <a:lnTo>
                    <a:pt x="323" y="428"/>
                  </a:lnTo>
                  <a:lnTo>
                    <a:pt x="342" y="375"/>
                  </a:lnTo>
                  <a:lnTo>
                    <a:pt x="359" y="321"/>
                  </a:lnTo>
                  <a:lnTo>
                    <a:pt x="372" y="268"/>
                  </a:lnTo>
                  <a:lnTo>
                    <a:pt x="382" y="212"/>
                  </a:lnTo>
                  <a:lnTo>
                    <a:pt x="391" y="157"/>
                  </a:lnTo>
                  <a:lnTo>
                    <a:pt x="395" y="102"/>
                  </a:lnTo>
                  <a:lnTo>
                    <a:pt x="398" y="47"/>
                  </a:lnTo>
                  <a:lnTo>
                    <a:pt x="394" y="27"/>
                  </a:lnTo>
                  <a:lnTo>
                    <a:pt x="383" y="11"/>
                  </a:lnTo>
                  <a:lnTo>
                    <a:pt x="368" y="3"/>
                  </a:lnTo>
                  <a:lnTo>
                    <a:pt x="351" y="0"/>
                  </a:lnTo>
                  <a:lnTo>
                    <a:pt x="333" y="3"/>
                  </a:lnTo>
                  <a:lnTo>
                    <a:pt x="319" y="11"/>
                  </a:lnTo>
                  <a:lnTo>
                    <a:pt x="307" y="27"/>
                  </a:lnTo>
                  <a:lnTo>
                    <a:pt x="304" y="4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1399" name="Freeform 37"/>
            <p:cNvSpPr>
              <a:spLocks/>
            </p:cNvSpPr>
            <p:nvPr/>
          </p:nvSpPr>
          <p:spPr bwMode="auto">
            <a:xfrm>
              <a:off x="1660" y="1701"/>
              <a:ext cx="19" cy="365"/>
            </a:xfrm>
            <a:custGeom>
              <a:avLst/>
              <a:gdLst>
                <a:gd name="T0" fmla="*/ 0 w 95"/>
                <a:gd name="T1" fmla="*/ 0 h 1826"/>
                <a:gd name="T2" fmla="*/ 0 w 95"/>
                <a:gd name="T3" fmla="*/ 0 h 1826"/>
                <a:gd name="T4" fmla="*/ 0 w 95"/>
                <a:gd name="T5" fmla="*/ 15 h 1826"/>
                <a:gd name="T6" fmla="*/ 1 w 95"/>
                <a:gd name="T7" fmla="*/ 15 h 1826"/>
                <a:gd name="T8" fmla="*/ 1 w 95"/>
                <a:gd name="T9" fmla="*/ 0 h 1826"/>
                <a:gd name="T10" fmla="*/ 1 w 95"/>
                <a:gd name="T11" fmla="*/ 0 h 1826"/>
                <a:gd name="T12" fmla="*/ 1 w 95"/>
                <a:gd name="T13" fmla="*/ 0 h 1826"/>
                <a:gd name="T14" fmla="*/ 1 w 95"/>
                <a:gd name="T15" fmla="*/ 0 h 1826"/>
                <a:gd name="T16" fmla="*/ 1 w 95"/>
                <a:gd name="T17" fmla="*/ 0 h 1826"/>
                <a:gd name="T18" fmla="*/ 1 w 95"/>
                <a:gd name="T19" fmla="*/ 0 h 1826"/>
                <a:gd name="T20" fmla="*/ 0 w 95"/>
                <a:gd name="T21" fmla="*/ 0 h 1826"/>
                <a:gd name="T22" fmla="*/ 0 w 95"/>
                <a:gd name="T23" fmla="*/ 0 h 1826"/>
                <a:gd name="T24" fmla="*/ 0 w 95"/>
                <a:gd name="T25" fmla="*/ 0 h 1826"/>
                <a:gd name="T26" fmla="*/ 0 w 95"/>
                <a:gd name="T27" fmla="*/ 0 h 1826"/>
                <a:gd name="T28" fmla="*/ 0 w 95"/>
                <a:gd name="T29" fmla="*/ 0 h 1826"/>
                <a:gd name="T30" fmla="*/ 0 w 95"/>
                <a:gd name="T31" fmla="*/ 0 h 182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95"/>
                <a:gd name="T49" fmla="*/ 0 h 1826"/>
                <a:gd name="T50" fmla="*/ 95 w 95"/>
                <a:gd name="T51" fmla="*/ 1826 h 182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95" h="1826">
                  <a:moveTo>
                    <a:pt x="0" y="49"/>
                  </a:moveTo>
                  <a:lnTo>
                    <a:pt x="0" y="47"/>
                  </a:lnTo>
                  <a:lnTo>
                    <a:pt x="1" y="1826"/>
                  </a:lnTo>
                  <a:lnTo>
                    <a:pt x="95" y="1826"/>
                  </a:lnTo>
                  <a:lnTo>
                    <a:pt x="93" y="47"/>
                  </a:lnTo>
                  <a:lnTo>
                    <a:pt x="93" y="45"/>
                  </a:lnTo>
                  <a:lnTo>
                    <a:pt x="93" y="47"/>
                  </a:lnTo>
                  <a:lnTo>
                    <a:pt x="90" y="27"/>
                  </a:lnTo>
                  <a:lnTo>
                    <a:pt x="79" y="12"/>
                  </a:lnTo>
                  <a:lnTo>
                    <a:pt x="64" y="4"/>
                  </a:lnTo>
                  <a:lnTo>
                    <a:pt x="47" y="0"/>
                  </a:lnTo>
                  <a:lnTo>
                    <a:pt x="29" y="4"/>
                  </a:lnTo>
                  <a:lnTo>
                    <a:pt x="15" y="12"/>
                  </a:lnTo>
                  <a:lnTo>
                    <a:pt x="3" y="27"/>
                  </a:lnTo>
                  <a:lnTo>
                    <a:pt x="0" y="47"/>
                  </a:lnTo>
                  <a:lnTo>
                    <a:pt x="0" y="4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1400" name="Freeform 38"/>
            <p:cNvSpPr>
              <a:spLocks/>
            </p:cNvSpPr>
            <p:nvPr/>
          </p:nvSpPr>
          <p:spPr bwMode="auto">
            <a:xfrm>
              <a:off x="1598" y="1598"/>
              <a:ext cx="81" cy="113"/>
            </a:xfrm>
            <a:custGeom>
              <a:avLst/>
              <a:gdLst>
                <a:gd name="T0" fmla="*/ 0 w 401"/>
                <a:gd name="T1" fmla="*/ 1 h 566"/>
                <a:gd name="T2" fmla="*/ 0 w 401"/>
                <a:gd name="T3" fmla="*/ 1 h 566"/>
                <a:gd name="T4" fmla="*/ 0 w 401"/>
                <a:gd name="T5" fmla="*/ 1 h 566"/>
                <a:gd name="T6" fmla="*/ 1 w 401"/>
                <a:gd name="T7" fmla="*/ 1 h 566"/>
                <a:gd name="T8" fmla="*/ 1 w 401"/>
                <a:gd name="T9" fmla="*/ 1 h 566"/>
                <a:gd name="T10" fmla="*/ 1 w 401"/>
                <a:gd name="T11" fmla="*/ 1 h 566"/>
                <a:gd name="T12" fmla="*/ 1 w 401"/>
                <a:gd name="T13" fmla="*/ 2 h 566"/>
                <a:gd name="T14" fmla="*/ 1 w 401"/>
                <a:gd name="T15" fmla="*/ 2 h 566"/>
                <a:gd name="T16" fmla="*/ 2 w 401"/>
                <a:gd name="T17" fmla="*/ 2 h 566"/>
                <a:gd name="T18" fmla="*/ 2 w 401"/>
                <a:gd name="T19" fmla="*/ 2 h 566"/>
                <a:gd name="T20" fmla="*/ 2 w 401"/>
                <a:gd name="T21" fmla="*/ 2 h 566"/>
                <a:gd name="T22" fmla="*/ 2 w 401"/>
                <a:gd name="T23" fmla="*/ 3 h 566"/>
                <a:gd name="T24" fmla="*/ 2 w 401"/>
                <a:gd name="T25" fmla="*/ 3 h 566"/>
                <a:gd name="T26" fmla="*/ 2 w 401"/>
                <a:gd name="T27" fmla="*/ 3 h 566"/>
                <a:gd name="T28" fmla="*/ 2 w 401"/>
                <a:gd name="T29" fmla="*/ 4 h 566"/>
                <a:gd name="T30" fmla="*/ 2 w 401"/>
                <a:gd name="T31" fmla="*/ 4 h 566"/>
                <a:gd name="T32" fmla="*/ 2 w 401"/>
                <a:gd name="T33" fmla="*/ 4 h 566"/>
                <a:gd name="T34" fmla="*/ 3 w 401"/>
                <a:gd name="T35" fmla="*/ 5 h 566"/>
                <a:gd name="T36" fmla="*/ 3 w 401"/>
                <a:gd name="T37" fmla="*/ 4 h 566"/>
                <a:gd name="T38" fmla="*/ 3 w 401"/>
                <a:gd name="T39" fmla="*/ 4 h 566"/>
                <a:gd name="T40" fmla="*/ 3 w 401"/>
                <a:gd name="T41" fmla="*/ 4 h 566"/>
                <a:gd name="T42" fmla="*/ 3 w 401"/>
                <a:gd name="T43" fmla="*/ 3 h 566"/>
                <a:gd name="T44" fmla="*/ 3 w 401"/>
                <a:gd name="T45" fmla="*/ 3 h 566"/>
                <a:gd name="T46" fmla="*/ 3 w 401"/>
                <a:gd name="T47" fmla="*/ 3 h 566"/>
                <a:gd name="T48" fmla="*/ 3 w 401"/>
                <a:gd name="T49" fmla="*/ 2 h 566"/>
                <a:gd name="T50" fmla="*/ 3 w 401"/>
                <a:gd name="T51" fmla="*/ 2 h 566"/>
                <a:gd name="T52" fmla="*/ 2 w 401"/>
                <a:gd name="T53" fmla="*/ 2 h 566"/>
                <a:gd name="T54" fmla="*/ 2 w 401"/>
                <a:gd name="T55" fmla="*/ 2 h 566"/>
                <a:gd name="T56" fmla="*/ 2 w 401"/>
                <a:gd name="T57" fmla="*/ 1 h 566"/>
                <a:gd name="T58" fmla="*/ 2 w 401"/>
                <a:gd name="T59" fmla="*/ 1 h 566"/>
                <a:gd name="T60" fmla="*/ 2 w 401"/>
                <a:gd name="T61" fmla="*/ 1 h 566"/>
                <a:gd name="T62" fmla="*/ 1 w 401"/>
                <a:gd name="T63" fmla="*/ 1 h 566"/>
                <a:gd name="T64" fmla="*/ 1 w 401"/>
                <a:gd name="T65" fmla="*/ 0 h 566"/>
                <a:gd name="T66" fmla="*/ 1 w 401"/>
                <a:gd name="T67" fmla="*/ 0 h 566"/>
                <a:gd name="T68" fmla="*/ 1 w 401"/>
                <a:gd name="T69" fmla="*/ 0 h 566"/>
                <a:gd name="T70" fmla="*/ 1 w 401"/>
                <a:gd name="T71" fmla="*/ 0 h 566"/>
                <a:gd name="T72" fmla="*/ 1 w 401"/>
                <a:gd name="T73" fmla="*/ 0 h 566"/>
                <a:gd name="T74" fmla="*/ 0 w 401"/>
                <a:gd name="T75" fmla="*/ 0 h 566"/>
                <a:gd name="T76" fmla="*/ 0 w 401"/>
                <a:gd name="T77" fmla="*/ 0 h 566"/>
                <a:gd name="T78" fmla="*/ 0 w 401"/>
                <a:gd name="T79" fmla="*/ 0 h 566"/>
                <a:gd name="T80" fmla="*/ 0 w 401"/>
                <a:gd name="T81" fmla="*/ 0 h 566"/>
                <a:gd name="T82" fmla="*/ 0 w 401"/>
                <a:gd name="T83" fmla="*/ 0 h 566"/>
                <a:gd name="T84" fmla="*/ 0 w 401"/>
                <a:gd name="T85" fmla="*/ 0 h 566"/>
                <a:gd name="T86" fmla="*/ 0 w 401"/>
                <a:gd name="T87" fmla="*/ 1 h 566"/>
                <a:gd name="T88" fmla="*/ 0 w 401"/>
                <a:gd name="T89" fmla="*/ 1 h 56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401"/>
                <a:gd name="T136" fmla="*/ 0 h 566"/>
                <a:gd name="T137" fmla="*/ 401 w 401"/>
                <a:gd name="T138" fmla="*/ 566 h 566"/>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401" h="566">
                  <a:moveTo>
                    <a:pt x="23" y="88"/>
                  </a:moveTo>
                  <a:lnTo>
                    <a:pt x="23" y="88"/>
                  </a:lnTo>
                  <a:lnTo>
                    <a:pt x="53" y="107"/>
                  </a:lnTo>
                  <a:lnTo>
                    <a:pt x="83" y="125"/>
                  </a:lnTo>
                  <a:lnTo>
                    <a:pt x="108" y="147"/>
                  </a:lnTo>
                  <a:lnTo>
                    <a:pt x="135" y="171"/>
                  </a:lnTo>
                  <a:lnTo>
                    <a:pt x="160" y="196"/>
                  </a:lnTo>
                  <a:lnTo>
                    <a:pt x="182" y="223"/>
                  </a:lnTo>
                  <a:lnTo>
                    <a:pt x="205" y="251"/>
                  </a:lnTo>
                  <a:lnTo>
                    <a:pt x="223" y="281"/>
                  </a:lnTo>
                  <a:lnTo>
                    <a:pt x="240" y="312"/>
                  </a:lnTo>
                  <a:lnTo>
                    <a:pt x="256" y="345"/>
                  </a:lnTo>
                  <a:lnTo>
                    <a:pt x="270" y="379"/>
                  </a:lnTo>
                  <a:lnTo>
                    <a:pt x="282" y="414"/>
                  </a:lnTo>
                  <a:lnTo>
                    <a:pt x="291" y="450"/>
                  </a:lnTo>
                  <a:lnTo>
                    <a:pt x="299" y="488"/>
                  </a:lnTo>
                  <a:lnTo>
                    <a:pt x="304" y="526"/>
                  </a:lnTo>
                  <a:lnTo>
                    <a:pt x="308" y="566"/>
                  </a:lnTo>
                  <a:lnTo>
                    <a:pt x="401" y="562"/>
                  </a:lnTo>
                  <a:lnTo>
                    <a:pt x="398" y="517"/>
                  </a:lnTo>
                  <a:lnTo>
                    <a:pt x="391" y="471"/>
                  </a:lnTo>
                  <a:lnTo>
                    <a:pt x="383" y="429"/>
                  </a:lnTo>
                  <a:lnTo>
                    <a:pt x="371" y="386"/>
                  </a:lnTo>
                  <a:lnTo>
                    <a:pt x="357" y="346"/>
                  </a:lnTo>
                  <a:lnTo>
                    <a:pt x="340" y="307"/>
                  </a:lnTo>
                  <a:lnTo>
                    <a:pt x="324" y="270"/>
                  </a:lnTo>
                  <a:lnTo>
                    <a:pt x="303" y="232"/>
                  </a:lnTo>
                  <a:lnTo>
                    <a:pt x="280" y="197"/>
                  </a:lnTo>
                  <a:lnTo>
                    <a:pt x="255" y="164"/>
                  </a:lnTo>
                  <a:lnTo>
                    <a:pt x="228" y="132"/>
                  </a:lnTo>
                  <a:lnTo>
                    <a:pt x="199" y="103"/>
                  </a:lnTo>
                  <a:lnTo>
                    <a:pt x="169" y="76"/>
                  </a:lnTo>
                  <a:lnTo>
                    <a:pt x="137" y="50"/>
                  </a:lnTo>
                  <a:lnTo>
                    <a:pt x="103" y="27"/>
                  </a:lnTo>
                  <a:lnTo>
                    <a:pt x="67" y="6"/>
                  </a:lnTo>
                  <a:lnTo>
                    <a:pt x="48" y="0"/>
                  </a:lnTo>
                  <a:lnTo>
                    <a:pt x="30" y="2"/>
                  </a:lnTo>
                  <a:lnTo>
                    <a:pt x="16" y="12"/>
                  </a:lnTo>
                  <a:lnTo>
                    <a:pt x="5" y="25"/>
                  </a:lnTo>
                  <a:lnTo>
                    <a:pt x="0" y="41"/>
                  </a:lnTo>
                  <a:lnTo>
                    <a:pt x="0" y="59"/>
                  </a:lnTo>
                  <a:lnTo>
                    <a:pt x="8" y="75"/>
                  </a:lnTo>
                  <a:lnTo>
                    <a:pt x="23"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1401" name="Freeform 39"/>
            <p:cNvSpPr>
              <a:spLocks/>
            </p:cNvSpPr>
            <p:nvPr/>
          </p:nvSpPr>
          <p:spPr bwMode="auto">
            <a:xfrm>
              <a:off x="1346" y="1455"/>
              <a:ext cx="266" cy="160"/>
            </a:xfrm>
            <a:custGeom>
              <a:avLst/>
              <a:gdLst>
                <a:gd name="T0" fmla="*/ 0 w 1330"/>
                <a:gd name="T1" fmla="*/ 1 h 801"/>
                <a:gd name="T2" fmla="*/ 0 w 1330"/>
                <a:gd name="T3" fmla="*/ 1 h 801"/>
                <a:gd name="T4" fmla="*/ 10 w 1330"/>
                <a:gd name="T5" fmla="*/ 6 h 801"/>
                <a:gd name="T6" fmla="*/ 11 w 1330"/>
                <a:gd name="T7" fmla="*/ 6 h 801"/>
                <a:gd name="T8" fmla="*/ 1 w 1330"/>
                <a:gd name="T9" fmla="*/ 0 h 801"/>
                <a:gd name="T10" fmla="*/ 1 w 1330"/>
                <a:gd name="T11" fmla="*/ 0 h 801"/>
                <a:gd name="T12" fmla="*/ 1 w 1330"/>
                <a:gd name="T13" fmla="*/ 0 h 801"/>
                <a:gd name="T14" fmla="*/ 0 w 1330"/>
                <a:gd name="T15" fmla="*/ 0 h 801"/>
                <a:gd name="T16" fmla="*/ 0 w 1330"/>
                <a:gd name="T17" fmla="*/ 0 h 801"/>
                <a:gd name="T18" fmla="*/ 0 w 1330"/>
                <a:gd name="T19" fmla="*/ 0 h 801"/>
                <a:gd name="T20" fmla="*/ 0 w 1330"/>
                <a:gd name="T21" fmla="*/ 0 h 801"/>
                <a:gd name="T22" fmla="*/ 0 w 1330"/>
                <a:gd name="T23" fmla="*/ 0 h 801"/>
                <a:gd name="T24" fmla="*/ 0 w 1330"/>
                <a:gd name="T25" fmla="*/ 0 h 801"/>
                <a:gd name="T26" fmla="*/ 0 w 1330"/>
                <a:gd name="T27" fmla="*/ 1 h 801"/>
                <a:gd name="T28" fmla="*/ 0 w 1330"/>
                <a:gd name="T29" fmla="*/ 1 h 801"/>
                <a:gd name="T30" fmla="*/ 0 w 1330"/>
                <a:gd name="T31" fmla="*/ 1 h 801"/>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30"/>
                <a:gd name="T49" fmla="*/ 0 h 801"/>
                <a:gd name="T50" fmla="*/ 1330 w 1330"/>
                <a:gd name="T51" fmla="*/ 801 h 801"/>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30" h="801">
                  <a:moveTo>
                    <a:pt x="24" y="88"/>
                  </a:moveTo>
                  <a:lnTo>
                    <a:pt x="23" y="88"/>
                  </a:lnTo>
                  <a:lnTo>
                    <a:pt x="1286" y="801"/>
                  </a:lnTo>
                  <a:lnTo>
                    <a:pt x="1330" y="719"/>
                  </a:lnTo>
                  <a:lnTo>
                    <a:pt x="67" y="6"/>
                  </a:lnTo>
                  <a:lnTo>
                    <a:pt x="66" y="6"/>
                  </a:lnTo>
                  <a:lnTo>
                    <a:pt x="67" y="6"/>
                  </a:lnTo>
                  <a:lnTo>
                    <a:pt x="48" y="0"/>
                  </a:lnTo>
                  <a:lnTo>
                    <a:pt x="30" y="2"/>
                  </a:lnTo>
                  <a:lnTo>
                    <a:pt x="16" y="12"/>
                  </a:lnTo>
                  <a:lnTo>
                    <a:pt x="5" y="25"/>
                  </a:lnTo>
                  <a:lnTo>
                    <a:pt x="0" y="41"/>
                  </a:lnTo>
                  <a:lnTo>
                    <a:pt x="0" y="59"/>
                  </a:lnTo>
                  <a:lnTo>
                    <a:pt x="8" y="75"/>
                  </a:lnTo>
                  <a:lnTo>
                    <a:pt x="23" y="88"/>
                  </a:lnTo>
                  <a:lnTo>
                    <a:pt x="24"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1402" name="Freeform 40"/>
            <p:cNvSpPr>
              <a:spLocks/>
            </p:cNvSpPr>
            <p:nvPr/>
          </p:nvSpPr>
          <p:spPr bwMode="auto">
            <a:xfrm>
              <a:off x="1198" y="1439"/>
              <a:ext cx="161" cy="35"/>
            </a:xfrm>
            <a:custGeom>
              <a:avLst/>
              <a:gdLst>
                <a:gd name="T0" fmla="*/ 1 w 806"/>
                <a:gd name="T1" fmla="*/ 1 h 177"/>
                <a:gd name="T2" fmla="*/ 1 w 806"/>
                <a:gd name="T3" fmla="*/ 1 h 177"/>
                <a:gd name="T4" fmla="*/ 1 w 806"/>
                <a:gd name="T5" fmla="*/ 1 h 177"/>
                <a:gd name="T6" fmla="*/ 1 w 806"/>
                <a:gd name="T7" fmla="*/ 1 h 177"/>
                <a:gd name="T8" fmla="*/ 2 w 806"/>
                <a:gd name="T9" fmla="*/ 1 h 177"/>
                <a:gd name="T10" fmla="*/ 2 w 806"/>
                <a:gd name="T11" fmla="*/ 1 h 177"/>
                <a:gd name="T12" fmla="*/ 2 w 806"/>
                <a:gd name="T13" fmla="*/ 1 h 177"/>
                <a:gd name="T14" fmla="*/ 3 w 806"/>
                <a:gd name="T15" fmla="*/ 1 h 177"/>
                <a:gd name="T16" fmla="*/ 3 w 806"/>
                <a:gd name="T17" fmla="*/ 1 h 177"/>
                <a:gd name="T18" fmla="*/ 3 w 806"/>
                <a:gd name="T19" fmla="*/ 1 h 177"/>
                <a:gd name="T20" fmla="*/ 4 w 806"/>
                <a:gd name="T21" fmla="*/ 1 h 177"/>
                <a:gd name="T22" fmla="*/ 4 w 806"/>
                <a:gd name="T23" fmla="*/ 1 h 177"/>
                <a:gd name="T24" fmla="*/ 5 w 806"/>
                <a:gd name="T25" fmla="*/ 1 h 177"/>
                <a:gd name="T26" fmla="*/ 5 w 806"/>
                <a:gd name="T27" fmla="*/ 1 h 177"/>
                <a:gd name="T28" fmla="*/ 5 w 806"/>
                <a:gd name="T29" fmla="*/ 1 h 177"/>
                <a:gd name="T30" fmla="*/ 6 w 806"/>
                <a:gd name="T31" fmla="*/ 1 h 177"/>
                <a:gd name="T32" fmla="*/ 6 w 806"/>
                <a:gd name="T33" fmla="*/ 1 h 177"/>
                <a:gd name="T34" fmla="*/ 6 w 806"/>
                <a:gd name="T35" fmla="*/ 1 h 177"/>
                <a:gd name="T36" fmla="*/ 6 w 806"/>
                <a:gd name="T37" fmla="*/ 1 h 177"/>
                <a:gd name="T38" fmla="*/ 6 w 806"/>
                <a:gd name="T39" fmla="*/ 1 h 177"/>
                <a:gd name="T40" fmla="*/ 6 w 806"/>
                <a:gd name="T41" fmla="*/ 0 h 177"/>
                <a:gd name="T42" fmla="*/ 5 w 806"/>
                <a:gd name="T43" fmla="*/ 0 h 177"/>
                <a:gd name="T44" fmla="*/ 5 w 806"/>
                <a:gd name="T45" fmla="*/ 0 h 177"/>
                <a:gd name="T46" fmla="*/ 5 w 806"/>
                <a:gd name="T47" fmla="*/ 0 h 177"/>
                <a:gd name="T48" fmla="*/ 4 w 806"/>
                <a:gd name="T49" fmla="*/ 0 h 177"/>
                <a:gd name="T50" fmla="*/ 4 w 806"/>
                <a:gd name="T51" fmla="*/ 0 h 177"/>
                <a:gd name="T52" fmla="*/ 3 w 806"/>
                <a:gd name="T53" fmla="*/ 0 h 177"/>
                <a:gd name="T54" fmla="*/ 3 w 806"/>
                <a:gd name="T55" fmla="*/ 0 h 177"/>
                <a:gd name="T56" fmla="*/ 3 w 806"/>
                <a:gd name="T57" fmla="*/ 0 h 177"/>
                <a:gd name="T58" fmla="*/ 2 w 806"/>
                <a:gd name="T59" fmla="*/ 0 h 177"/>
                <a:gd name="T60" fmla="*/ 2 w 806"/>
                <a:gd name="T61" fmla="*/ 0 h 177"/>
                <a:gd name="T62" fmla="*/ 1 w 806"/>
                <a:gd name="T63" fmla="*/ 0 h 177"/>
                <a:gd name="T64" fmla="*/ 1 w 806"/>
                <a:gd name="T65" fmla="*/ 0 h 177"/>
                <a:gd name="T66" fmla="*/ 1 w 806"/>
                <a:gd name="T67" fmla="*/ 1 h 177"/>
                <a:gd name="T68" fmla="*/ 0 w 806"/>
                <a:gd name="T69" fmla="*/ 1 h 177"/>
                <a:gd name="T70" fmla="*/ 0 w 806"/>
                <a:gd name="T71" fmla="*/ 1 h 177"/>
                <a:gd name="T72" fmla="*/ 0 w 806"/>
                <a:gd name="T73" fmla="*/ 1 h 177"/>
                <a:gd name="T74" fmla="*/ 0 w 806"/>
                <a:gd name="T75" fmla="*/ 1 h 177"/>
                <a:gd name="T76" fmla="*/ 0 w 806"/>
                <a:gd name="T77" fmla="*/ 1 h 177"/>
                <a:gd name="T78" fmla="*/ 0 w 806"/>
                <a:gd name="T79" fmla="*/ 1 h 177"/>
                <a:gd name="T80" fmla="*/ 0 w 806"/>
                <a:gd name="T81" fmla="*/ 1 h 177"/>
                <a:gd name="T82" fmla="*/ 0 w 806"/>
                <a:gd name="T83" fmla="*/ 1 h 177"/>
                <a:gd name="T84" fmla="*/ 0 w 806"/>
                <a:gd name="T85" fmla="*/ 1 h 177"/>
                <a:gd name="T86" fmla="*/ 0 w 806"/>
                <a:gd name="T87" fmla="*/ 1 h 177"/>
                <a:gd name="T88" fmla="*/ 1 w 806"/>
                <a:gd name="T89" fmla="*/ 1 h 177"/>
                <a:gd name="T90" fmla="*/ 1 w 806"/>
                <a:gd name="T91" fmla="*/ 1 h 17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806"/>
                <a:gd name="T139" fmla="*/ 0 h 177"/>
                <a:gd name="T140" fmla="*/ 806 w 806"/>
                <a:gd name="T141" fmla="*/ 177 h 17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806" h="177">
                  <a:moveTo>
                    <a:pt x="67" y="171"/>
                  </a:moveTo>
                  <a:lnTo>
                    <a:pt x="68" y="171"/>
                  </a:lnTo>
                  <a:lnTo>
                    <a:pt x="109" y="151"/>
                  </a:lnTo>
                  <a:lnTo>
                    <a:pt x="151" y="135"/>
                  </a:lnTo>
                  <a:lnTo>
                    <a:pt x="196" y="122"/>
                  </a:lnTo>
                  <a:lnTo>
                    <a:pt x="242" y="110"/>
                  </a:lnTo>
                  <a:lnTo>
                    <a:pt x="287" y="102"/>
                  </a:lnTo>
                  <a:lnTo>
                    <a:pt x="335" y="97"/>
                  </a:lnTo>
                  <a:lnTo>
                    <a:pt x="382" y="95"/>
                  </a:lnTo>
                  <a:lnTo>
                    <a:pt x="430" y="94"/>
                  </a:lnTo>
                  <a:lnTo>
                    <a:pt x="477" y="97"/>
                  </a:lnTo>
                  <a:lnTo>
                    <a:pt x="524" y="102"/>
                  </a:lnTo>
                  <a:lnTo>
                    <a:pt x="568" y="108"/>
                  </a:lnTo>
                  <a:lnTo>
                    <a:pt x="612" y="117"/>
                  </a:lnTo>
                  <a:lnTo>
                    <a:pt x="654" y="128"/>
                  </a:lnTo>
                  <a:lnTo>
                    <a:pt x="693" y="141"/>
                  </a:lnTo>
                  <a:lnTo>
                    <a:pt x="730" y="155"/>
                  </a:lnTo>
                  <a:lnTo>
                    <a:pt x="764" y="171"/>
                  </a:lnTo>
                  <a:lnTo>
                    <a:pt x="806" y="89"/>
                  </a:lnTo>
                  <a:lnTo>
                    <a:pt x="768" y="70"/>
                  </a:lnTo>
                  <a:lnTo>
                    <a:pt x="725" y="54"/>
                  </a:lnTo>
                  <a:lnTo>
                    <a:pt x="680" y="39"/>
                  </a:lnTo>
                  <a:lnTo>
                    <a:pt x="633" y="26"/>
                  </a:lnTo>
                  <a:lnTo>
                    <a:pt x="585" y="16"/>
                  </a:lnTo>
                  <a:lnTo>
                    <a:pt x="536" y="8"/>
                  </a:lnTo>
                  <a:lnTo>
                    <a:pt x="484" y="3"/>
                  </a:lnTo>
                  <a:lnTo>
                    <a:pt x="433" y="0"/>
                  </a:lnTo>
                  <a:lnTo>
                    <a:pt x="380" y="1"/>
                  </a:lnTo>
                  <a:lnTo>
                    <a:pt x="328" y="3"/>
                  </a:lnTo>
                  <a:lnTo>
                    <a:pt x="276" y="10"/>
                  </a:lnTo>
                  <a:lnTo>
                    <a:pt x="223" y="19"/>
                  </a:lnTo>
                  <a:lnTo>
                    <a:pt x="172" y="30"/>
                  </a:lnTo>
                  <a:lnTo>
                    <a:pt x="121" y="46"/>
                  </a:lnTo>
                  <a:lnTo>
                    <a:pt x="72" y="67"/>
                  </a:lnTo>
                  <a:lnTo>
                    <a:pt x="24" y="89"/>
                  </a:lnTo>
                  <a:lnTo>
                    <a:pt x="25" y="89"/>
                  </a:lnTo>
                  <a:lnTo>
                    <a:pt x="24" y="89"/>
                  </a:lnTo>
                  <a:lnTo>
                    <a:pt x="8" y="102"/>
                  </a:lnTo>
                  <a:lnTo>
                    <a:pt x="0" y="118"/>
                  </a:lnTo>
                  <a:lnTo>
                    <a:pt x="0" y="136"/>
                  </a:lnTo>
                  <a:lnTo>
                    <a:pt x="6" y="152"/>
                  </a:lnTo>
                  <a:lnTo>
                    <a:pt x="17" y="165"/>
                  </a:lnTo>
                  <a:lnTo>
                    <a:pt x="31" y="175"/>
                  </a:lnTo>
                  <a:lnTo>
                    <a:pt x="48" y="177"/>
                  </a:lnTo>
                  <a:lnTo>
                    <a:pt x="68" y="171"/>
                  </a:lnTo>
                  <a:lnTo>
                    <a:pt x="67" y="1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1403" name="Freeform 41"/>
            <p:cNvSpPr>
              <a:spLocks/>
            </p:cNvSpPr>
            <p:nvPr/>
          </p:nvSpPr>
          <p:spPr bwMode="auto">
            <a:xfrm>
              <a:off x="931" y="1456"/>
              <a:ext cx="280" cy="158"/>
            </a:xfrm>
            <a:custGeom>
              <a:avLst/>
              <a:gdLst>
                <a:gd name="T0" fmla="*/ 1 w 1402"/>
                <a:gd name="T1" fmla="*/ 6 h 787"/>
                <a:gd name="T2" fmla="*/ 1 w 1402"/>
                <a:gd name="T3" fmla="*/ 6 h 787"/>
                <a:gd name="T4" fmla="*/ 11 w 1402"/>
                <a:gd name="T5" fmla="*/ 1 h 787"/>
                <a:gd name="T6" fmla="*/ 11 w 1402"/>
                <a:gd name="T7" fmla="*/ 0 h 787"/>
                <a:gd name="T8" fmla="*/ 0 w 1402"/>
                <a:gd name="T9" fmla="*/ 6 h 787"/>
                <a:gd name="T10" fmla="*/ 0 w 1402"/>
                <a:gd name="T11" fmla="*/ 6 h 787"/>
                <a:gd name="T12" fmla="*/ 0 w 1402"/>
                <a:gd name="T13" fmla="*/ 6 h 787"/>
                <a:gd name="T14" fmla="*/ 0 w 1402"/>
                <a:gd name="T15" fmla="*/ 6 h 787"/>
                <a:gd name="T16" fmla="*/ 0 w 1402"/>
                <a:gd name="T17" fmla="*/ 6 h 787"/>
                <a:gd name="T18" fmla="*/ 0 w 1402"/>
                <a:gd name="T19" fmla="*/ 6 h 787"/>
                <a:gd name="T20" fmla="*/ 0 w 1402"/>
                <a:gd name="T21" fmla="*/ 6 h 787"/>
                <a:gd name="T22" fmla="*/ 0 w 1402"/>
                <a:gd name="T23" fmla="*/ 6 h 787"/>
                <a:gd name="T24" fmla="*/ 0 w 1402"/>
                <a:gd name="T25" fmla="*/ 6 h 787"/>
                <a:gd name="T26" fmla="*/ 0 w 1402"/>
                <a:gd name="T27" fmla="*/ 6 h 787"/>
                <a:gd name="T28" fmla="*/ 1 w 1402"/>
                <a:gd name="T29" fmla="*/ 6 h 787"/>
                <a:gd name="T30" fmla="*/ 1 w 1402"/>
                <a:gd name="T31" fmla="*/ 6 h 78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02"/>
                <a:gd name="T49" fmla="*/ 0 h 787"/>
                <a:gd name="T50" fmla="*/ 1402 w 1402"/>
                <a:gd name="T51" fmla="*/ 787 h 78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02" h="787">
                  <a:moveTo>
                    <a:pt x="69" y="781"/>
                  </a:moveTo>
                  <a:lnTo>
                    <a:pt x="66" y="781"/>
                  </a:lnTo>
                  <a:lnTo>
                    <a:pt x="1402" y="82"/>
                  </a:lnTo>
                  <a:lnTo>
                    <a:pt x="1360" y="0"/>
                  </a:lnTo>
                  <a:lnTo>
                    <a:pt x="24" y="699"/>
                  </a:lnTo>
                  <a:lnTo>
                    <a:pt x="22" y="699"/>
                  </a:lnTo>
                  <a:lnTo>
                    <a:pt x="24" y="699"/>
                  </a:lnTo>
                  <a:lnTo>
                    <a:pt x="8" y="712"/>
                  </a:lnTo>
                  <a:lnTo>
                    <a:pt x="1" y="727"/>
                  </a:lnTo>
                  <a:lnTo>
                    <a:pt x="0" y="744"/>
                  </a:lnTo>
                  <a:lnTo>
                    <a:pt x="5" y="761"/>
                  </a:lnTo>
                  <a:lnTo>
                    <a:pt x="15" y="775"/>
                  </a:lnTo>
                  <a:lnTo>
                    <a:pt x="30" y="784"/>
                  </a:lnTo>
                  <a:lnTo>
                    <a:pt x="46" y="787"/>
                  </a:lnTo>
                  <a:lnTo>
                    <a:pt x="66" y="781"/>
                  </a:lnTo>
                  <a:lnTo>
                    <a:pt x="69" y="7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1404" name="Freeform 42"/>
            <p:cNvSpPr>
              <a:spLocks/>
            </p:cNvSpPr>
            <p:nvPr/>
          </p:nvSpPr>
          <p:spPr bwMode="auto">
            <a:xfrm>
              <a:off x="868" y="1596"/>
              <a:ext cx="77" cy="126"/>
            </a:xfrm>
            <a:custGeom>
              <a:avLst/>
              <a:gdLst>
                <a:gd name="T0" fmla="*/ 1 w 382"/>
                <a:gd name="T1" fmla="*/ 5 h 628"/>
                <a:gd name="T2" fmla="*/ 1 w 382"/>
                <a:gd name="T3" fmla="*/ 5 h 628"/>
                <a:gd name="T4" fmla="*/ 1 w 382"/>
                <a:gd name="T5" fmla="*/ 4 h 628"/>
                <a:gd name="T6" fmla="*/ 1 w 382"/>
                <a:gd name="T7" fmla="*/ 4 h 628"/>
                <a:gd name="T8" fmla="*/ 1 w 382"/>
                <a:gd name="T9" fmla="*/ 4 h 628"/>
                <a:gd name="T10" fmla="*/ 1 w 382"/>
                <a:gd name="T11" fmla="*/ 3 h 628"/>
                <a:gd name="T12" fmla="*/ 1 w 382"/>
                <a:gd name="T13" fmla="*/ 3 h 628"/>
                <a:gd name="T14" fmla="*/ 1 w 382"/>
                <a:gd name="T15" fmla="*/ 3 h 628"/>
                <a:gd name="T16" fmla="*/ 1 w 382"/>
                <a:gd name="T17" fmla="*/ 3 h 628"/>
                <a:gd name="T18" fmla="*/ 1 w 382"/>
                <a:gd name="T19" fmla="*/ 2 h 628"/>
                <a:gd name="T20" fmla="*/ 2 w 382"/>
                <a:gd name="T21" fmla="*/ 2 h 628"/>
                <a:gd name="T22" fmla="*/ 2 w 382"/>
                <a:gd name="T23" fmla="*/ 2 h 628"/>
                <a:gd name="T24" fmla="*/ 2 w 382"/>
                <a:gd name="T25" fmla="*/ 2 h 628"/>
                <a:gd name="T26" fmla="*/ 2 w 382"/>
                <a:gd name="T27" fmla="*/ 1 h 628"/>
                <a:gd name="T28" fmla="*/ 2 w 382"/>
                <a:gd name="T29" fmla="*/ 1 h 628"/>
                <a:gd name="T30" fmla="*/ 3 w 382"/>
                <a:gd name="T31" fmla="*/ 1 h 628"/>
                <a:gd name="T32" fmla="*/ 3 w 382"/>
                <a:gd name="T33" fmla="*/ 1 h 628"/>
                <a:gd name="T34" fmla="*/ 3 w 382"/>
                <a:gd name="T35" fmla="*/ 1 h 628"/>
                <a:gd name="T36" fmla="*/ 3 w 382"/>
                <a:gd name="T37" fmla="*/ 0 h 628"/>
                <a:gd name="T38" fmla="*/ 2 w 382"/>
                <a:gd name="T39" fmla="*/ 0 h 628"/>
                <a:gd name="T40" fmla="*/ 2 w 382"/>
                <a:gd name="T41" fmla="*/ 0 h 628"/>
                <a:gd name="T42" fmla="*/ 2 w 382"/>
                <a:gd name="T43" fmla="*/ 1 h 628"/>
                <a:gd name="T44" fmla="*/ 2 w 382"/>
                <a:gd name="T45" fmla="*/ 1 h 628"/>
                <a:gd name="T46" fmla="*/ 1 w 382"/>
                <a:gd name="T47" fmla="*/ 1 h 628"/>
                <a:gd name="T48" fmla="*/ 1 w 382"/>
                <a:gd name="T49" fmla="*/ 1 h 628"/>
                <a:gd name="T50" fmla="*/ 1 w 382"/>
                <a:gd name="T51" fmla="*/ 2 h 628"/>
                <a:gd name="T52" fmla="*/ 1 w 382"/>
                <a:gd name="T53" fmla="*/ 2 h 628"/>
                <a:gd name="T54" fmla="*/ 1 w 382"/>
                <a:gd name="T55" fmla="*/ 2 h 628"/>
                <a:gd name="T56" fmla="*/ 0 w 382"/>
                <a:gd name="T57" fmla="*/ 3 h 628"/>
                <a:gd name="T58" fmla="*/ 0 w 382"/>
                <a:gd name="T59" fmla="*/ 3 h 628"/>
                <a:gd name="T60" fmla="*/ 0 w 382"/>
                <a:gd name="T61" fmla="*/ 3 h 628"/>
                <a:gd name="T62" fmla="*/ 0 w 382"/>
                <a:gd name="T63" fmla="*/ 4 h 628"/>
                <a:gd name="T64" fmla="*/ 0 w 382"/>
                <a:gd name="T65" fmla="*/ 4 h 628"/>
                <a:gd name="T66" fmla="*/ 0 w 382"/>
                <a:gd name="T67" fmla="*/ 4 h 628"/>
                <a:gd name="T68" fmla="*/ 0 w 382"/>
                <a:gd name="T69" fmla="*/ 5 h 628"/>
                <a:gd name="T70" fmla="*/ 0 w 382"/>
                <a:gd name="T71" fmla="*/ 5 h 628"/>
                <a:gd name="T72" fmla="*/ 0 w 382"/>
                <a:gd name="T73" fmla="*/ 5 h 628"/>
                <a:gd name="T74" fmla="*/ 0 w 382"/>
                <a:gd name="T75" fmla="*/ 5 h 628"/>
                <a:gd name="T76" fmla="*/ 0 w 382"/>
                <a:gd name="T77" fmla="*/ 5 h 628"/>
                <a:gd name="T78" fmla="*/ 0 w 382"/>
                <a:gd name="T79" fmla="*/ 5 h 628"/>
                <a:gd name="T80" fmla="*/ 0 w 382"/>
                <a:gd name="T81" fmla="*/ 5 h 628"/>
                <a:gd name="T82" fmla="*/ 1 w 382"/>
                <a:gd name="T83" fmla="*/ 5 h 628"/>
                <a:gd name="T84" fmla="*/ 1 w 382"/>
                <a:gd name="T85" fmla="*/ 5 h 628"/>
                <a:gd name="T86" fmla="*/ 1 w 382"/>
                <a:gd name="T87" fmla="*/ 5 h 628"/>
                <a:gd name="T88" fmla="*/ 1 w 382"/>
                <a:gd name="T89" fmla="*/ 5 h 628"/>
                <a:gd name="T90" fmla="*/ 1 w 382"/>
                <a:gd name="T91" fmla="*/ 5 h 628"/>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382"/>
                <a:gd name="T139" fmla="*/ 0 h 628"/>
                <a:gd name="T140" fmla="*/ 382 w 382"/>
                <a:gd name="T141" fmla="*/ 628 h 628"/>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382" h="628">
                  <a:moveTo>
                    <a:pt x="94" y="581"/>
                  </a:moveTo>
                  <a:lnTo>
                    <a:pt x="94" y="582"/>
                  </a:lnTo>
                  <a:lnTo>
                    <a:pt x="96" y="541"/>
                  </a:lnTo>
                  <a:lnTo>
                    <a:pt x="99" y="500"/>
                  </a:lnTo>
                  <a:lnTo>
                    <a:pt x="106" y="463"/>
                  </a:lnTo>
                  <a:lnTo>
                    <a:pt x="115" y="424"/>
                  </a:lnTo>
                  <a:lnTo>
                    <a:pt x="127" y="389"/>
                  </a:lnTo>
                  <a:lnTo>
                    <a:pt x="140" y="353"/>
                  </a:lnTo>
                  <a:lnTo>
                    <a:pt x="156" y="320"/>
                  </a:lnTo>
                  <a:lnTo>
                    <a:pt x="173" y="287"/>
                  </a:lnTo>
                  <a:lnTo>
                    <a:pt x="193" y="255"/>
                  </a:lnTo>
                  <a:lnTo>
                    <a:pt x="214" y="226"/>
                  </a:lnTo>
                  <a:lnTo>
                    <a:pt x="238" y="198"/>
                  </a:lnTo>
                  <a:lnTo>
                    <a:pt x="263" y="172"/>
                  </a:lnTo>
                  <a:lnTo>
                    <a:pt x="290" y="146"/>
                  </a:lnTo>
                  <a:lnTo>
                    <a:pt x="318" y="122"/>
                  </a:lnTo>
                  <a:lnTo>
                    <a:pt x="349" y="101"/>
                  </a:lnTo>
                  <a:lnTo>
                    <a:pt x="382" y="82"/>
                  </a:lnTo>
                  <a:lnTo>
                    <a:pt x="335" y="0"/>
                  </a:lnTo>
                  <a:lnTo>
                    <a:pt x="297" y="23"/>
                  </a:lnTo>
                  <a:lnTo>
                    <a:pt x="262" y="49"/>
                  </a:lnTo>
                  <a:lnTo>
                    <a:pt x="229" y="76"/>
                  </a:lnTo>
                  <a:lnTo>
                    <a:pt x="198" y="104"/>
                  </a:lnTo>
                  <a:lnTo>
                    <a:pt x="167" y="137"/>
                  </a:lnTo>
                  <a:lnTo>
                    <a:pt x="142" y="170"/>
                  </a:lnTo>
                  <a:lnTo>
                    <a:pt x="116" y="204"/>
                  </a:lnTo>
                  <a:lnTo>
                    <a:pt x="94" y="240"/>
                  </a:lnTo>
                  <a:lnTo>
                    <a:pt x="74" y="278"/>
                  </a:lnTo>
                  <a:lnTo>
                    <a:pt x="54" y="317"/>
                  </a:lnTo>
                  <a:lnTo>
                    <a:pt x="38" y="359"/>
                  </a:lnTo>
                  <a:lnTo>
                    <a:pt x="26" y="401"/>
                  </a:lnTo>
                  <a:lnTo>
                    <a:pt x="15" y="444"/>
                  </a:lnTo>
                  <a:lnTo>
                    <a:pt x="8" y="489"/>
                  </a:lnTo>
                  <a:lnTo>
                    <a:pt x="2" y="534"/>
                  </a:lnTo>
                  <a:lnTo>
                    <a:pt x="0" y="580"/>
                  </a:lnTo>
                  <a:lnTo>
                    <a:pt x="0" y="581"/>
                  </a:lnTo>
                  <a:lnTo>
                    <a:pt x="0" y="580"/>
                  </a:lnTo>
                  <a:lnTo>
                    <a:pt x="3" y="600"/>
                  </a:lnTo>
                  <a:lnTo>
                    <a:pt x="14" y="615"/>
                  </a:lnTo>
                  <a:lnTo>
                    <a:pt x="29" y="625"/>
                  </a:lnTo>
                  <a:lnTo>
                    <a:pt x="45" y="628"/>
                  </a:lnTo>
                  <a:lnTo>
                    <a:pt x="63" y="626"/>
                  </a:lnTo>
                  <a:lnTo>
                    <a:pt x="78" y="616"/>
                  </a:lnTo>
                  <a:lnTo>
                    <a:pt x="89" y="602"/>
                  </a:lnTo>
                  <a:lnTo>
                    <a:pt x="94" y="582"/>
                  </a:lnTo>
                  <a:lnTo>
                    <a:pt x="94" y="5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1405" name="Freeform 43"/>
            <p:cNvSpPr>
              <a:spLocks/>
            </p:cNvSpPr>
            <p:nvPr/>
          </p:nvSpPr>
          <p:spPr bwMode="auto">
            <a:xfrm>
              <a:off x="868" y="1712"/>
              <a:ext cx="19" cy="364"/>
            </a:xfrm>
            <a:custGeom>
              <a:avLst/>
              <a:gdLst>
                <a:gd name="T0" fmla="*/ 1 w 94"/>
                <a:gd name="T1" fmla="*/ 14 h 1818"/>
                <a:gd name="T2" fmla="*/ 1 w 94"/>
                <a:gd name="T3" fmla="*/ 14 h 1818"/>
                <a:gd name="T4" fmla="*/ 1 w 94"/>
                <a:gd name="T5" fmla="*/ 0 h 1818"/>
                <a:gd name="T6" fmla="*/ 0 w 94"/>
                <a:gd name="T7" fmla="*/ 0 h 1818"/>
                <a:gd name="T8" fmla="*/ 0 w 94"/>
                <a:gd name="T9" fmla="*/ 14 h 1818"/>
                <a:gd name="T10" fmla="*/ 0 w 94"/>
                <a:gd name="T11" fmla="*/ 14 h 1818"/>
                <a:gd name="T12" fmla="*/ 0 w 94"/>
                <a:gd name="T13" fmla="*/ 14 h 1818"/>
                <a:gd name="T14" fmla="*/ 0 w 94"/>
                <a:gd name="T15" fmla="*/ 14 h 1818"/>
                <a:gd name="T16" fmla="*/ 0 w 94"/>
                <a:gd name="T17" fmla="*/ 14 h 1818"/>
                <a:gd name="T18" fmla="*/ 0 w 94"/>
                <a:gd name="T19" fmla="*/ 15 h 1818"/>
                <a:gd name="T20" fmla="*/ 0 w 94"/>
                <a:gd name="T21" fmla="*/ 15 h 1818"/>
                <a:gd name="T22" fmla="*/ 1 w 94"/>
                <a:gd name="T23" fmla="*/ 15 h 1818"/>
                <a:gd name="T24" fmla="*/ 1 w 94"/>
                <a:gd name="T25" fmla="*/ 14 h 1818"/>
                <a:gd name="T26" fmla="*/ 1 w 94"/>
                <a:gd name="T27" fmla="*/ 14 h 1818"/>
                <a:gd name="T28" fmla="*/ 1 w 94"/>
                <a:gd name="T29" fmla="*/ 14 h 1818"/>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94"/>
                <a:gd name="T46" fmla="*/ 0 h 1818"/>
                <a:gd name="T47" fmla="*/ 94 w 94"/>
                <a:gd name="T48" fmla="*/ 1818 h 1818"/>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94" h="1818">
                  <a:moveTo>
                    <a:pt x="94" y="1771"/>
                  </a:moveTo>
                  <a:lnTo>
                    <a:pt x="94" y="1771"/>
                  </a:lnTo>
                  <a:lnTo>
                    <a:pt x="94" y="0"/>
                  </a:lnTo>
                  <a:lnTo>
                    <a:pt x="0" y="0"/>
                  </a:lnTo>
                  <a:lnTo>
                    <a:pt x="0" y="1771"/>
                  </a:lnTo>
                  <a:lnTo>
                    <a:pt x="3" y="1791"/>
                  </a:lnTo>
                  <a:lnTo>
                    <a:pt x="15" y="1806"/>
                  </a:lnTo>
                  <a:lnTo>
                    <a:pt x="29" y="1814"/>
                  </a:lnTo>
                  <a:lnTo>
                    <a:pt x="47" y="1818"/>
                  </a:lnTo>
                  <a:lnTo>
                    <a:pt x="64" y="1814"/>
                  </a:lnTo>
                  <a:lnTo>
                    <a:pt x="79" y="1806"/>
                  </a:lnTo>
                  <a:lnTo>
                    <a:pt x="90" y="1791"/>
                  </a:lnTo>
                  <a:lnTo>
                    <a:pt x="94" y="17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1406" name="Freeform 44"/>
            <p:cNvSpPr>
              <a:spLocks/>
            </p:cNvSpPr>
            <p:nvPr/>
          </p:nvSpPr>
          <p:spPr bwMode="auto">
            <a:xfrm>
              <a:off x="868" y="2067"/>
              <a:ext cx="90" cy="160"/>
            </a:xfrm>
            <a:custGeom>
              <a:avLst/>
              <a:gdLst>
                <a:gd name="T0" fmla="*/ 3 w 449"/>
                <a:gd name="T1" fmla="*/ 6 h 803"/>
                <a:gd name="T2" fmla="*/ 3 w 449"/>
                <a:gd name="T3" fmla="*/ 6 h 803"/>
                <a:gd name="T4" fmla="*/ 3 w 449"/>
                <a:gd name="T5" fmla="*/ 5 h 803"/>
                <a:gd name="T6" fmla="*/ 3 w 449"/>
                <a:gd name="T7" fmla="*/ 5 h 803"/>
                <a:gd name="T8" fmla="*/ 3 w 449"/>
                <a:gd name="T9" fmla="*/ 5 h 803"/>
                <a:gd name="T10" fmla="*/ 2 w 449"/>
                <a:gd name="T11" fmla="*/ 5 h 803"/>
                <a:gd name="T12" fmla="*/ 2 w 449"/>
                <a:gd name="T13" fmla="*/ 4 h 803"/>
                <a:gd name="T14" fmla="*/ 2 w 449"/>
                <a:gd name="T15" fmla="*/ 4 h 803"/>
                <a:gd name="T16" fmla="*/ 2 w 449"/>
                <a:gd name="T17" fmla="*/ 4 h 803"/>
                <a:gd name="T18" fmla="*/ 2 w 449"/>
                <a:gd name="T19" fmla="*/ 3 h 803"/>
                <a:gd name="T20" fmla="*/ 1 w 449"/>
                <a:gd name="T21" fmla="*/ 3 h 803"/>
                <a:gd name="T22" fmla="*/ 1 w 449"/>
                <a:gd name="T23" fmla="*/ 2 h 803"/>
                <a:gd name="T24" fmla="*/ 1 w 449"/>
                <a:gd name="T25" fmla="*/ 2 h 803"/>
                <a:gd name="T26" fmla="*/ 1 w 449"/>
                <a:gd name="T27" fmla="*/ 2 h 803"/>
                <a:gd name="T28" fmla="*/ 1 w 449"/>
                <a:gd name="T29" fmla="*/ 1 h 803"/>
                <a:gd name="T30" fmla="*/ 1 w 449"/>
                <a:gd name="T31" fmla="*/ 1 h 803"/>
                <a:gd name="T32" fmla="*/ 1 w 449"/>
                <a:gd name="T33" fmla="*/ 0 h 803"/>
                <a:gd name="T34" fmla="*/ 1 w 449"/>
                <a:gd name="T35" fmla="*/ 0 h 803"/>
                <a:gd name="T36" fmla="*/ 0 w 449"/>
                <a:gd name="T37" fmla="*/ 0 h 803"/>
                <a:gd name="T38" fmla="*/ 0 w 449"/>
                <a:gd name="T39" fmla="*/ 0 h 803"/>
                <a:gd name="T40" fmla="*/ 0 w 449"/>
                <a:gd name="T41" fmla="*/ 1 h 803"/>
                <a:gd name="T42" fmla="*/ 0 w 449"/>
                <a:gd name="T43" fmla="*/ 1 h 803"/>
                <a:gd name="T44" fmla="*/ 0 w 449"/>
                <a:gd name="T45" fmla="*/ 2 h 803"/>
                <a:gd name="T46" fmla="*/ 0 w 449"/>
                <a:gd name="T47" fmla="*/ 2 h 803"/>
                <a:gd name="T48" fmla="*/ 0 w 449"/>
                <a:gd name="T49" fmla="*/ 3 h 803"/>
                <a:gd name="T50" fmla="*/ 1 w 449"/>
                <a:gd name="T51" fmla="*/ 3 h 803"/>
                <a:gd name="T52" fmla="*/ 1 w 449"/>
                <a:gd name="T53" fmla="*/ 4 h 803"/>
                <a:gd name="T54" fmla="*/ 1 w 449"/>
                <a:gd name="T55" fmla="*/ 4 h 803"/>
                <a:gd name="T56" fmla="*/ 1 w 449"/>
                <a:gd name="T57" fmla="*/ 4 h 803"/>
                <a:gd name="T58" fmla="*/ 2 w 449"/>
                <a:gd name="T59" fmla="*/ 5 h 803"/>
                <a:gd name="T60" fmla="*/ 2 w 449"/>
                <a:gd name="T61" fmla="*/ 5 h 803"/>
                <a:gd name="T62" fmla="*/ 2 w 449"/>
                <a:gd name="T63" fmla="*/ 5 h 803"/>
                <a:gd name="T64" fmla="*/ 2 w 449"/>
                <a:gd name="T65" fmla="*/ 6 h 803"/>
                <a:gd name="T66" fmla="*/ 3 w 449"/>
                <a:gd name="T67" fmla="*/ 6 h 803"/>
                <a:gd name="T68" fmla="*/ 3 w 449"/>
                <a:gd name="T69" fmla="*/ 6 h 803"/>
                <a:gd name="T70" fmla="*/ 3 w 449"/>
                <a:gd name="T71" fmla="*/ 6 h 803"/>
                <a:gd name="T72" fmla="*/ 3 w 449"/>
                <a:gd name="T73" fmla="*/ 6 h 803"/>
                <a:gd name="T74" fmla="*/ 3 w 449"/>
                <a:gd name="T75" fmla="*/ 6 h 803"/>
                <a:gd name="T76" fmla="*/ 3 w 449"/>
                <a:gd name="T77" fmla="*/ 6 h 803"/>
                <a:gd name="T78" fmla="*/ 3 w 449"/>
                <a:gd name="T79" fmla="*/ 6 h 803"/>
                <a:gd name="T80" fmla="*/ 4 w 449"/>
                <a:gd name="T81" fmla="*/ 6 h 803"/>
                <a:gd name="T82" fmla="*/ 4 w 449"/>
                <a:gd name="T83" fmla="*/ 6 h 803"/>
                <a:gd name="T84" fmla="*/ 4 w 449"/>
                <a:gd name="T85" fmla="*/ 6 h 803"/>
                <a:gd name="T86" fmla="*/ 4 w 449"/>
                <a:gd name="T87" fmla="*/ 6 h 803"/>
                <a:gd name="T88" fmla="*/ 3 w 449"/>
                <a:gd name="T89" fmla="*/ 6 h 803"/>
                <a:gd name="T90" fmla="*/ 3 w 449"/>
                <a:gd name="T91" fmla="*/ 6 h 80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449"/>
                <a:gd name="T139" fmla="*/ 0 h 803"/>
                <a:gd name="T140" fmla="*/ 449 w 449"/>
                <a:gd name="T141" fmla="*/ 803 h 80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449" h="803">
                  <a:moveTo>
                    <a:pt x="426" y="717"/>
                  </a:moveTo>
                  <a:lnTo>
                    <a:pt x="427" y="717"/>
                  </a:lnTo>
                  <a:lnTo>
                    <a:pt x="395" y="693"/>
                  </a:lnTo>
                  <a:lnTo>
                    <a:pt x="361" y="662"/>
                  </a:lnTo>
                  <a:lnTo>
                    <a:pt x="329" y="628"/>
                  </a:lnTo>
                  <a:lnTo>
                    <a:pt x="299" y="591"/>
                  </a:lnTo>
                  <a:lnTo>
                    <a:pt x="269" y="551"/>
                  </a:lnTo>
                  <a:lnTo>
                    <a:pt x="241" y="507"/>
                  </a:lnTo>
                  <a:lnTo>
                    <a:pt x="215" y="460"/>
                  </a:lnTo>
                  <a:lnTo>
                    <a:pt x="191" y="412"/>
                  </a:lnTo>
                  <a:lnTo>
                    <a:pt x="170" y="363"/>
                  </a:lnTo>
                  <a:lnTo>
                    <a:pt x="151" y="312"/>
                  </a:lnTo>
                  <a:lnTo>
                    <a:pt x="133" y="259"/>
                  </a:lnTo>
                  <a:lnTo>
                    <a:pt x="119" y="207"/>
                  </a:lnTo>
                  <a:lnTo>
                    <a:pt x="108" y="156"/>
                  </a:lnTo>
                  <a:lnTo>
                    <a:pt x="101" y="103"/>
                  </a:lnTo>
                  <a:lnTo>
                    <a:pt x="96" y="51"/>
                  </a:lnTo>
                  <a:lnTo>
                    <a:pt x="94" y="0"/>
                  </a:lnTo>
                  <a:lnTo>
                    <a:pt x="0" y="0"/>
                  </a:lnTo>
                  <a:lnTo>
                    <a:pt x="2" y="56"/>
                  </a:lnTo>
                  <a:lnTo>
                    <a:pt x="7" y="115"/>
                  </a:lnTo>
                  <a:lnTo>
                    <a:pt x="16" y="172"/>
                  </a:lnTo>
                  <a:lnTo>
                    <a:pt x="28" y="231"/>
                  </a:lnTo>
                  <a:lnTo>
                    <a:pt x="44" y="287"/>
                  </a:lnTo>
                  <a:lnTo>
                    <a:pt x="62" y="342"/>
                  </a:lnTo>
                  <a:lnTo>
                    <a:pt x="83" y="398"/>
                  </a:lnTo>
                  <a:lnTo>
                    <a:pt x="106" y="452"/>
                  </a:lnTo>
                  <a:lnTo>
                    <a:pt x="133" y="505"/>
                  </a:lnTo>
                  <a:lnTo>
                    <a:pt x="161" y="554"/>
                  </a:lnTo>
                  <a:lnTo>
                    <a:pt x="192" y="602"/>
                  </a:lnTo>
                  <a:lnTo>
                    <a:pt x="224" y="647"/>
                  </a:lnTo>
                  <a:lnTo>
                    <a:pt x="259" y="689"/>
                  </a:lnTo>
                  <a:lnTo>
                    <a:pt x="295" y="728"/>
                  </a:lnTo>
                  <a:lnTo>
                    <a:pt x="334" y="763"/>
                  </a:lnTo>
                  <a:lnTo>
                    <a:pt x="374" y="795"/>
                  </a:lnTo>
                  <a:lnTo>
                    <a:pt x="375" y="795"/>
                  </a:lnTo>
                  <a:lnTo>
                    <a:pt x="374" y="795"/>
                  </a:lnTo>
                  <a:lnTo>
                    <a:pt x="392" y="803"/>
                  </a:lnTo>
                  <a:lnTo>
                    <a:pt x="411" y="803"/>
                  </a:lnTo>
                  <a:lnTo>
                    <a:pt x="426" y="795"/>
                  </a:lnTo>
                  <a:lnTo>
                    <a:pt x="439" y="782"/>
                  </a:lnTo>
                  <a:lnTo>
                    <a:pt x="446" y="766"/>
                  </a:lnTo>
                  <a:lnTo>
                    <a:pt x="449" y="749"/>
                  </a:lnTo>
                  <a:lnTo>
                    <a:pt x="441" y="732"/>
                  </a:lnTo>
                  <a:lnTo>
                    <a:pt x="427" y="717"/>
                  </a:lnTo>
                  <a:lnTo>
                    <a:pt x="426" y="71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1407" name="Freeform 45"/>
            <p:cNvSpPr>
              <a:spLocks/>
            </p:cNvSpPr>
            <p:nvPr/>
          </p:nvSpPr>
          <p:spPr bwMode="auto">
            <a:xfrm>
              <a:off x="883" y="1673"/>
              <a:ext cx="379" cy="690"/>
            </a:xfrm>
            <a:custGeom>
              <a:avLst/>
              <a:gdLst>
                <a:gd name="T0" fmla="*/ 12 w 1897"/>
                <a:gd name="T1" fmla="*/ 6 h 3450"/>
                <a:gd name="T2" fmla="*/ 13 w 1897"/>
                <a:gd name="T3" fmla="*/ 7 h 3450"/>
                <a:gd name="T4" fmla="*/ 13 w 1897"/>
                <a:gd name="T5" fmla="*/ 7 h 3450"/>
                <a:gd name="T6" fmla="*/ 14 w 1897"/>
                <a:gd name="T7" fmla="*/ 8 h 3450"/>
                <a:gd name="T8" fmla="*/ 14 w 1897"/>
                <a:gd name="T9" fmla="*/ 9 h 3450"/>
                <a:gd name="T10" fmla="*/ 15 w 1897"/>
                <a:gd name="T11" fmla="*/ 10 h 3450"/>
                <a:gd name="T12" fmla="*/ 15 w 1897"/>
                <a:gd name="T13" fmla="*/ 11 h 3450"/>
                <a:gd name="T14" fmla="*/ 15 w 1897"/>
                <a:gd name="T15" fmla="*/ 11 h 3450"/>
                <a:gd name="T16" fmla="*/ 15 w 1897"/>
                <a:gd name="T17" fmla="*/ 12 h 3450"/>
                <a:gd name="T18" fmla="*/ 15 w 1897"/>
                <a:gd name="T19" fmla="*/ 26 h 3450"/>
                <a:gd name="T20" fmla="*/ 15 w 1897"/>
                <a:gd name="T21" fmla="*/ 26 h 3450"/>
                <a:gd name="T22" fmla="*/ 15 w 1897"/>
                <a:gd name="T23" fmla="*/ 27 h 3450"/>
                <a:gd name="T24" fmla="*/ 15 w 1897"/>
                <a:gd name="T25" fmla="*/ 27 h 3450"/>
                <a:gd name="T26" fmla="*/ 14 w 1897"/>
                <a:gd name="T27" fmla="*/ 27 h 3450"/>
                <a:gd name="T28" fmla="*/ 14 w 1897"/>
                <a:gd name="T29" fmla="*/ 28 h 3450"/>
                <a:gd name="T30" fmla="*/ 13 w 1897"/>
                <a:gd name="T31" fmla="*/ 28 h 3450"/>
                <a:gd name="T32" fmla="*/ 13 w 1897"/>
                <a:gd name="T33" fmla="*/ 27 h 3450"/>
                <a:gd name="T34" fmla="*/ 3 w 1897"/>
                <a:gd name="T35" fmla="*/ 21 h 3450"/>
                <a:gd name="T36" fmla="*/ 2 w 1897"/>
                <a:gd name="T37" fmla="*/ 21 h 3450"/>
                <a:gd name="T38" fmla="*/ 2 w 1897"/>
                <a:gd name="T39" fmla="*/ 20 h 3450"/>
                <a:gd name="T40" fmla="*/ 1 w 1897"/>
                <a:gd name="T41" fmla="*/ 19 h 3450"/>
                <a:gd name="T42" fmla="*/ 1 w 1897"/>
                <a:gd name="T43" fmla="*/ 19 h 3450"/>
                <a:gd name="T44" fmla="*/ 0 w 1897"/>
                <a:gd name="T45" fmla="*/ 18 h 3450"/>
                <a:gd name="T46" fmla="*/ 0 w 1897"/>
                <a:gd name="T47" fmla="*/ 17 h 3450"/>
                <a:gd name="T48" fmla="*/ 0 w 1897"/>
                <a:gd name="T49" fmla="*/ 16 h 3450"/>
                <a:gd name="T50" fmla="*/ 0 w 1897"/>
                <a:gd name="T51" fmla="*/ 15 h 3450"/>
                <a:gd name="T52" fmla="*/ 0 w 1897"/>
                <a:gd name="T53" fmla="*/ 2 h 3450"/>
                <a:gd name="T54" fmla="*/ 0 w 1897"/>
                <a:gd name="T55" fmla="*/ 1 h 3450"/>
                <a:gd name="T56" fmla="*/ 0 w 1897"/>
                <a:gd name="T57" fmla="*/ 1 h 3450"/>
                <a:gd name="T58" fmla="*/ 1 w 1897"/>
                <a:gd name="T59" fmla="*/ 0 h 3450"/>
                <a:gd name="T60" fmla="*/ 1 w 1897"/>
                <a:gd name="T61" fmla="*/ 0 h 3450"/>
                <a:gd name="T62" fmla="*/ 1 w 1897"/>
                <a:gd name="T63" fmla="*/ 0 h 3450"/>
                <a:gd name="T64" fmla="*/ 2 w 1897"/>
                <a:gd name="T65" fmla="*/ 0 h 3450"/>
                <a:gd name="T66" fmla="*/ 3 w 1897"/>
                <a:gd name="T67" fmla="*/ 0 h 3450"/>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897"/>
                <a:gd name="T103" fmla="*/ 0 h 3450"/>
                <a:gd name="T104" fmla="*/ 1897 w 1897"/>
                <a:gd name="T105" fmla="*/ 3450 h 3450"/>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897" h="3450">
                  <a:moveTo>
                    <a:pt x="357" y="49"/>
                  </a:moveTo>
                  <a:lnTo>
                    <a:pt x="1542" y="806"/>
                  </a:lnTo>
                  <a:lnTo>
                    <a:pt x="1579" y="832"/>
                  </a:lnTo>
                  <a:lnTo>
                    <a:pt x="1614" y="861"/>
                  </a:lnTo>
                  <a:lnTo>
                    <a:pt x="1648" y="895"/>
                  </a:lnTo>
                  <a:lnTo>
                    <a:pt x="1681" y="933"/>
                  </a:lnTo>
                  <a:lnTo>
                    <a:pt x="1711" y="973"/>
                  </a:lnTo>
                  <a:lnTo>
                    <a:pt x="1740" y="1016"/>
                  </a:lnTo>
                  <a:lnTo>
                    <a:pt x="1768" y="1062"/>
                  </a:lnTo>
                  <a:lnTo>
                    <a:pt x="1793" y="1109"/>
                  </a:lnTo>
                  <a:lnTo>
                    <a:pt x="1816" y="1158"/>
                  </a:lnTo>
                  <a:lnTo>
                    <a:pt x="1836" y="1208"/>
                  </a:lnTo>
                  <a:lnTo>
                    <a:pt x="1854" y="1260"/>
                  </a:lnTo>
                  <a:lnTo>
                    <a:pt x="1869" y="1313"/>
                  </a:lnTo>
                  <a:lnTo>
                    <a:pt x="1881" y="1364"/>
                  </a:lnTo>
                  <a:lnTo>
                    <a:pt x="1890" y="1417"/>
                  </a:lnTo>
                  <a:lnTo>
                    <a:pt x="1895" y="1469"/>
                  </a:lnTo>
                  <a:lnTo>
                    <a:pt x="1897" y="1519"/>
                  </a:lnTo>
                  <a:lnTo>
                    <a:pt x="1897" y="3142"/>
                  </a:lnTo>
                  <a:lnTo>
                    <a:pt x="1895" y="3190"/>
                  </a:lnTo>
                  <a:lnTo>
                    <a:pt x="1890" y="3235"/>
                  </a:lnTo>
                  <a:lnTo>
                    <a:pt x="1881" y="3276"/>
                  </a:lnTo>
                  <a:lnTo>
                    <a:pt x="1869" y="3313"/>
                  </a:lnTo>
                  <a:lnTo>
                    <a:pt x="1854" y="3346"/>
                  </a:lnTo>
                  <a:lnTo>
                    <a:pt x="1836" y="3375"/>
                  </a:lnTo>
                  <a:lnTo>
                    <a:pt x="1816" y="3398"/>
                  </a:lnTo>
                  <a:lnTo>
                    <a:pt x="1793" y="3418"/>
                  </a:lnTo>
                  <a:lnTo>
                    <a:pt x="1768" y="3434"/>
                  </a:lnTo>
                  <a:lnTo>
                    <a:pt x="1740" y="3444"/>
                  </a:lnTo>
                  <a:lnTo>
                    <a:pt x="1711" y="3450"/>
                  </a:lnTo>
                  <a:lnTo>
                    <a:pt x="1681" y="3450"/>
                  </a:lnTo>
                  <a:lnTo>
                    <a:pt x="1648" y="3445"/>
                  </a:lnTo>
                  <a:lnTo>
                    <a:pt x="1614" y="3436"/>
                  </a:lnTo>
                  <a:lnTo>
                    <a:pt x="1579" y="3421"/>
                  </a:lnTo>
                  <a:lnTo>
                    <a:pt x="1542" y="3400"/>
                  </a:lnTo>
                  <a:lnTo>
                    <a:pt x="357" y="2643"/>
                  </a:lnTo>
                  <a:lnTo>
                    <a:pt x="320" y="2618"/>
                  </a:lnTo>
                  <a:lnTo>
                    <a:pt x="285" y="2588"/>
                  </a:lnTo>
                  <a:lnTo>
                    <a:pt x="251" y="2554"/>
                  </a:lnTo>
                  <a:lnTo>
                    <a:pt x="218" y="2517"/>
                  </a:lnTo>
                  <a:lnTo>
                    <a:pt x="187" y="2477"/>
                  </a:lnTo>
                  <a:lnTo>
                    <a:pt x="157" y="2433"/>
                  </a:lnTo>
                  <a:lnTo>
                    <a:pt x="130" y="2388"/>
                  </a:lnTo>
                  <a:lnTo>
                    <a:pt x="105" y="2341"/>
                  </a:lnTo>
                  <a:lnTo>
                    <a:pt x="81" y="2292"/>
                  </a:lnTo>
                  <a:lnTo>
                    <a:pt x="61" y="2241"/>
                  </a:lnTo>
                  <a:lnTo>
                    <a:pt x="44" y="2190"/>
                  </a:lnTo>
                  <a:lnTo>
                    <a:pt x="29" y="2138"/>
                  </a:lnTo>
                  <a:lnTo>
                    <a:pt x="17" y="2085"/>
                  </a:lnTo>
                  <a:lnTo>
                    <a:pt x="7" y="2033"/>
                  </a:lnTo>
                  <a:lnTo>
                    <a:pt x="3" y="1981"/>
                  </a:lnTo>
                  <a:lnTo>
                    <a:pt x="0" y="1931"/>
                  </a:lnTo>
                  <a:lnTo>
                    <a:pt x="0" y="308"/>
                  </a:lnTo>
                  <a:lnTo>
                    <a:pt x="3" y="260"/>
                  </a:lnTo>
                  <a:lnTo>
                    <a:pt x="7" y="215"/>
                  </a:lnTo>
                  <a:lnTo>
                    <a:pt x="17" y="174"/>
                  </a:lnTo>
                  <a:lnTo>
                    <a:pt x="29" y="137"/>
                  </a:lnTo>
                  <a:lnTo>
                    <a:pt x="44" y="104"/>
                  </a:lnTo>
                  <a:lnTo>
                    <a:pt x="61" y="76"/>
                  </a:lnTo>
                  <a:lnTo>
                    <a:pt x="81" y="51"/>
                  </a:lnTo>
                  <a:lnTo>
                    <a:pt x="105" y="31"/>
                  </a:lnTo>
                  <a:lnTo>
                    <a:pt x="130" y="16"/>
                  </a:lnTo>
                  <a:lnTo>
                    <a:pt x="157" y="5"/>
                  </a:lnTo>
                  <a:lnTo>
                    <a:pt x="187" y="0"/>
                  </a:lnTo>
                  <a:lnTo>
                    <a:pt x="218" y="0"/>
                  </a:lnTo>
                  <a:lnTo>
                    <a:pt x="251" y="3"/>
                  </a:lnTo>
                  <a:lnTo>
                    <a:pt x="285" y="14"/>
                  </a:lnTo>
                  <a:lnTo>
                    <a:pt x="320" y="29"/>
                  </a:lnTo>
                  <a:lnTo>
                    <a:pt x="357" y="49"/>
                  </a:lnTo>
                  <a:close/>
                </a:path>
              </a:pathLst>
            </a:custGeom>
            <a:solidFill>
              <a:srgbClr val="BFBFB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1408" name="Freeform 46"/>
            <p:cNvSpPr>
              <a:spLocks/>
            </p:cNvSpPr>
            <p:nvPr/>
          </p:nvSpPr>
          <p:spPr bwMode="auto">
            <a:xfrm>
              <a:off x="1268" y="1663"/>
              <a:ext cx="393" cy="711"/>
            </a:xfrm>
            <a:custGeom>
              <a:avLst/>
              <a:gdLst>
                <a:gd name="T0" fmla="*/ 3 w 1962"/>
                <a:gd name="T1" fmla="*/ 7 h 3555"/>
                <a:gd name="T2" fmla="*/ 2 w 1962"/>
                <a:gd name="T3" fmla="*/ 7 h 3555"/>
                <a:gd name="T4" fmla="*/ 2 w 1962"/>
                <a:gd name="T5" fmla="*/ 8 h 3555"/>
                <a:gd name="T6" fmla="*/ 1 w 1962"/>
                <a:gd name="T7" fmla="*/ 8 h 3555"/>
                <a:gd name="T8" fmla="*/ 1 w 1962"/>
                <a:gd name="T9" fmla="*/ 9 h 3555"/>
                <a:gd name="T10" fmla="*/ 1 w 1962"/>
                <a:gd name="T11" fmla="*/ 10 h 3555"/>
                <a:gd name="T12" fmla="*/ 0 w 1962"/>
                <a:gd name="T13" fmla="*/ 11 h 3555"/>
                <a:gd name="T14" fmla="*/ 0 w 1962"/>
                <a:gd name="T15" fmla="*/ 12 h 3555"/>
                <a:gd name="T16" fmla="*/ 0 w 1962"/>
                <a:gd name="T17" fmla="*/ 13 h 3555"/>
                <a:gd name="T18" fmla="*/ 0 w 1962"/>
                <a:gd name="T19" fmla="*/ 26 h 3555"/>
                <a:gd name="T20" fmla="*/ 0 w 1962"/>
                <a:gd name="T21" fmla="*/ 27 h 3555"/>
                <a:gd name="T22" fmla="*/ 0 w 1962"/>
                <a:gd name="T23" fmla="*/ 28 h 3555"/>
                <a:gd name="T24" fmla="*/ 1 w 1962"/>
                <a:gd name="T25" fmla="*/ 28 h 3555"/>
                <a:gd name="T26" fmla="*/ 1 w 1962"/>
                <a:gd name="T27" fmla="*/ 28 h 3555"/>
                <a:gd name="T28" fmla="*/ 2 w 1962"/>
                <a:gd name="T29" fmla="*/ 28 h 3555"/>
                <a:gd name="T30" fmla="*/ 2 w 1962"/>
                <a:gd name="T31" fmla="*/ 28 h 3555"/>
                <a:gd name="T32" fmla="*/ 3 w 1962"/>
                <a:gd name="T33" fmla="*/ 28 h 3555"/>
                <a:gd name="T34" fmla="*/ 13 w 1962"/>
                <a:gd name="T35" fmla="*/ 22 h 3555"/>
                <a:gd name="T36" fmla="*/ 13 w 1962"/>
                <a:gd name="T37" fmla="*/ 21 h 3555"/>
                <a:gd name="T38" fmla="*/ 14 w 1962"/>
                <a:gd name="T39" fmla="*/ 21 h 3555"/>
                <a:gd name="T40" fmla="*/ 14 w 1962"/>
                <a:gd name="T41" fmla="*/ 20 h 3555"/>
                <a:gd name="T42" fmla="*/ 15 w 1962"/>
                <a:gd name="T43" fmla="*/ 19 h 3555"/>
                <a:gd name="T44" fmla="*/ 15 w 1962"/>
                <a:gd name="T45" fmla="*/ 18 h 3555"/>
                <a:gd name="T46" fmla="*/ 16 w 1962"/>
                <a:gd name="T47" fmla="*/ 18 h 3555"/>
                <a:gd name="T48" fmla="*/ 16 w 1962"/>
                <a:gd name="T49" fmla="*/ 17 h 3555"/>
                <a:gd name="T50" fmla="*/ 16 w 1962"/>
                <a:gd name="T51" fmla="*/ 16 h 3555"/>
                <a:gd name="T52" fmla="*/ 16 w 1962"/>
                <a:gd name="T53" fmla="*/ 2 h 3555"/>
                <a:gd name="T54" fmla="*/ 16 w 1962"/>
                <a:gd name="T55" fmla="*/ 1 h 3555"/>
                <a:gd name="T56" fmla="*/ 15 w 1962"/>
                <a:gd name="T57" fmla="*/ 1 h 3555"/>
                <a:gd name="T58" fmla="*/ 15 w 1962"/>
                <a:gd name="T59" fmla="*/ 0 h 3555"/>
                <a:gd name="T60" fmla="*/ 15 w 1962"/>
                <a:gd name="T61" fmla="*/ 0 h 3555"/>
                <a:gd name="T62" fmla="*/ 14 w 1962"/>
                <a:gd name="T63" fmla="*/ 0 h 3555"/>
                <a:gd name="T64" fmla="*/ 14 w 1962"/>
                <a:gd name="T65" fmla="*/ 0 h 3555"/>
                <a:gd name="T66" fmla="*/ 13 w 1962"/>
                <a:gd name="T67" fmla="*/ 0 h 3555"/>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962"/>
                <a:gd name="T103" fmla="*/ 0 h 3555"/>
                <a:gd name="T104" fmla="*/ 1962 w 1962"/>
                <a:gd name="T105" fmla="*/ 3555 h 3555"/>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962" h="3555">
                  <a:moveTo>
                    <a:pt x="1594" y="50"/>
                  </a:moveTo>
                  <a:lnTo>
                    <a:pt x="368" y="831"/>
                  </a:lnTo>
                  <a:lnTo>
                    <a:pt x="330" y="858"/>
                  </a:lnTo>
                  <a:lnTo>
                    <a:pt x="294" y="888"/>
                  </a:lnTo>
                  <a:lnTo>
                    <a:pt x="259" y="922"/>
                  </a:lnTo>
                  <a:lnTo>
                    <a:pt x="225" y="961"/>
                  </a:lnTo>
                  <a:lnTo>
                    <a:pt x="193" y="1003"/>
                  </a:lnTo>
                  <a:lnTo>
                    <a:pt x="163" y="1047"/>
                  </a:lnTo>
                  <a:lnTo>
                    <a:pt x="133" y="1094"/>
                  </a:lnTo>
                  <a:lnTo>
                    <a:pt x="108" y="1143"/>
                  </a:lnTo>
                  <a:lnTo>
                    <a:pt x="84" y="1193"/>
                  </a:lnTo>
                  <a:lnTo>
                    <a:pt x="63" y="1246"/>
                  </a:lnTo>
                  <a:lnTo>
                    <a:pt x="44" y="1299"/>
                  </a:lnTo>
                  <a:lnTo>
                    <a:pt x="29" y="1353"/>
                  </a:lnTo>
                  <a:lnTo>
                    <a:pt x="16" y="1405"/>
                  </a:lnTo>
                  <a:lnTo>
                    <a:pt x="7" y="1459"/>
                  </a:lnTo>
                  <a:lnTo>
                    <a:pt x="2" y="1512"/>
                  </a:lnTo>
                  <a:lnTo>
                    <a:pt x="0" y="1565"/>
                  </a:lnTo>
                  <a:lnTo>
                    <a:pt x="0" y="3237"/>
                  </a:lnTo>
                  <a:lnTo>
                    <a:pt x="2" y="3287"/>
                  </a:lnTo>
                  <a:lnTo>
                    <a:pt x="7" y="3333"/>
                  </a:lnTo>
                  <a:lnTo>
                    <a:pt x="16" y="3375"/>
                  </a:lnTo>
                  <a:lnTo>
                    <a:pt x="29" y="3413"/>
                  </a:lnTo>
                  <a:lnTo>
                    <a:pt x="44" y="3447"/>
                  </a:lnTo>
                  <a:lnTo>
                    <a:pt x="63" y="3477"/>
                  </a:lnTo>
                  <a:lnTo>
                    <a:pt x="84" y="3502"/>
                  </a:lnTo>
                  <a:lnTo>
                    <a:pt x="108" y="3522"/>
                  </a:lnTo>
                  <a:lnTo>
                    <a:pt x="133" y="3538"/>
                  </a:lnTo>
                  <a:lnTo>
                    <a:pt x="163" y="3549"/>
                  </a:lnTo>
                  <a:lnTo>
                    <a:pt x="193" y="3555"/>
                  </a:lnTo>
                  <a:lnTo>
                    <a:pt x="225" y="3555"/>
                  </a:lnTo>
                  <a:lnTo>
                    <a:pt x="259" y="3550"/>
                  </a:lnTo>
                  <a:lnTo>
                    <a:pt x="294" y="3541"/>
                  </a:lnTo>
                  <a:lnTo>
                    <a:pt x="330" y="3524"/>
                  </a:lnTo>
                  <a:lnTo>
                    <a:pt x="368" y="3503"/>
                  </a:lnTo>
                  <a:lnTo>
                    <a:pt x="1594" y="2722"/>
                  </a:lnTo>
                  <a:lnTo>
                    <a:pt x="1632" y="2696"/>
                  </a:lnTo>
                  <a:lnTo>
                    <a:pt x="1668" y="2665"/>
                  </a:lnTo>
                  <a:lnTo>
                    <a:pt x="1703" y="2631"/>
                  </a:lnTo>
                  <a:lnTo>
                    <a:pt x="1737" y="2592"/>
                  </a:lnTo>
                  <a:lnTo>
                    <a:pt x="1769" y="2551"/>
                  </a:lnTo>
                  <a:lnTo>
                    <a:pt x="1799" y="2506"/>
                  </a:lnTo>
                  <a:lnTo>
                    <a:pt x="1829" y="2460"/>
                  </a:lnTo>
                  <a:lnTo>
                    <a:pt x="1854" y="2411"/>
                  </a:lnTo>
                  <a:lnTo>
                    <a:pt x="1878" y="2361"/>
                  </a:lnTo>
                  <a:lnTo>
                    <a:pt x="1899" y="2308"/>
                  </a:lnTo>
                  <a:lnTo>
                    <a:pt x="1918" y="2256"/>
                  </a:lnTo>
                  <a:lnTo>
                    <a:pt x="1933" y="2202"/>
                  </a:lnTo>
                  <a:lnTo>
                    <a:pt x="1946" y="2149"/>
                  </a:lnTo>
                  <a:lnTo>
                    <a:pt x="1955" y="2095"/>
                  </a:lnTo>
                  <a:lnTo>
                    <a:pt x="1960" y="2042"/>
                  </a:lnTo>
                  <a:lnTo>
                    <a:pt x="1962" y="1989"/>
                  </a:lnTo>
                  <a:lnTo>
                    <a:pt x="1962" y="319"/>
                  </a:lnTo>
                  <a:lnTo>
                    <a:pt x="1960" y="269"/>
                  </a:lnTo>
                  <a:lnTo>
                    <a:pt x="1955" y="223"/>
                  </a:lnTo>
                  <a:lnTo>
                    <a:pt x="1946" y="180"/>
                  </a:lnTo>
                  <a:lnTo>
                    <a:pt x="1933" y="143"/>
                  </a:lnTo>
                  <a:lnTo>
                    <a:pt x="1918" y="109"/>
                  </a:lnTo>
                  <a:lnTo>
                    <a:pt x="1899" y="79"/>
                  </a:lnTo>
                  <a:lnTo>
                    <a:pt x="1878" y="54"/>
                  </a:lnTo>
                  <a:lnTo>
                    <a:pt x="1854" y="33"/>
                  </a:lnTo>
                  <a:lnTo>
                    <a:pt x="1829" y="17"/>
                  </a:lnTo>
                  <a:lnTo>
                    <a:pt x="1799" y="7"/>
                  </a:lnTo>
                  <a:lnTo>
                    <a:pt x="1769" y="0"/>
                  </a:lnTo>
                  <a:lnTo>
                    <a:pt x="1737" y="0"/>
                  </a:lnTo>
                  <a:lnTo>
                    <a:pt x="1703" y="4"/>
                  </a:lnTo>
                  <a:lnTo>
                    <a:pt x="1668" y="14"/>
                  </a:lnTo>
                  <a:lnTo>
                    <a:pt x="1632" y="29"/>
                  </a:lnTo>
                  <a:lnTo>
                    <a:pt x="1594" y="50"/>
                  </a:lnTo>
                  <a:close/>
                </a:path>
              </a:pathLst>
            </a:custGeom>
            <a:solidFill>
              <a:srgbClr val="E5E5E5"/>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1409" name="Freeform 47"/>
            <p:cNvSpPr>
              <a:spLocks noEditPoints="1"/>
            </p:cNvSpPr>
            <p:nvPr/>
          </p:nvSpPr>
          <p:spPr bwMode="auto">
            <a:xfrm>
              <a:off x="916" y="1589"/>
              <a:ext cx="697" cy="698"/>
            </a:xfrm>
            <a:custGeom>
              <a:avLst/>
              <a:gdLst>
                <a:gd name="T0" fmla="*/ 16 w 3485"/>
                <a:gd name="T1" fmla="*/ 0 h 3490"/>
                <a:gd name="T2" fmla="*/ 17 w 3485"/>
                <a:gd name="T3" fmla="*/ 2 h 3490"/>
                <a:gd name="T4" fmla="*/ 17 w 3485"/>
                <a:gd name="T5" fmla="*/ 3 h 3490"/>
                <a:gd name="T6" fmla="*/ 14 w 3485"/>
                <a:gd name="T7" fmla="*/ 4 h 3490"/>
                <a:gd name="T8" fmla="*/ 12 w 3485"/>
                <a:gd name="T9" fmla="*/ 4 h 3490"/>
                <a:gd name="T10" fmla="*/ 11 w 3485"/>
                <a:gd name="T11" fmla="*/ 2 h 3490"/>
                <a:gd name="T12" fmla="*/ 11 w 3485"/>
                <a:gd name="T13" fmla="*/ 1 h 3490"/>
                <a:gd name="T14" fmla="*/ 14 w 3485"/>
                <a:gd name="T15" fmla="*/ 0 h 3490"/>
                <a:gd name="T16" fmla="*/ 3 w 3485"/>
                <a:gd name="T17" fmla="*/ 7 h 3490"/>
                <a:gd name="T18" fmla="*/ 4 w 3485"/>
                <a:gd name="T19" fmla="*/ 9 h 3490"/>
                <a:gd name="T20" fmla="*/ 3 w 3485"/>
                <a:gd name="T21" fmla="*/ 12 h 3490"/>
                <a:gd name="T22" fmla="*/ 2 w 3485"/>
                <a:gd name="T23" fmla="*/ 13 h 3490"/>
                <a:gd name="T24" fmla="*/ 1 w 3485"/>
                <a:gd name="T25" fmla="*/ 12 h 3490"/>
                <a:gd name="T26" fmla="*/ 0 w 3485"/>
                <a:gd name="T27" fmla="*/ 10 h 3490"/>
                <a:gd name="T28" fmla="*/ 0 w 3485"/>
                <a:gd name="T29" fmla="*/ 8 h 3490"/>
                <a:gd name="T30" fmla="*/ 2 w 3485"/>
                <a:gd name="T31" fmla="*/ 6 h 3490"/>
                <a:gd name="T32" fmla="*/ 10 w 3485"/>
                <a:gd name="T33" fmla="*/ 20 h 3490"/>
                <a:gd name="T34" fmla="*/ 11 w 3485"/>
                <a:gd name="T35" fmla="*/ 22 h 3490"/>
                <a:gd name="T36" fmla="*/ 11 w 3485"/>
                <a:gd name="T37" fmla="*/ 25 h 3490"/>
                <a:gd name="T38" fmla="*/ 10 w 3485"/>
                <a:gd name="T39" fmla="*/ 27 h 3490"/>
                <a:gd name="T40" fmla="*/ 8 w 3485"/>
                <a:gd name="T41" fmla="*/ 26 h 3490"/>
                <a:gd name="T42" fmla="*/ 7 w 3485"/>
                <a:gd name="T43" fmla="*/ 24 h 3490"/>
                <a:gd name="T44" fmla="*/ 7 w 3485"/>
                <a:gd name="T45" fmla="*/ 22 h 3490"/>
                <a:gd name="T46" fmla="*/ 8 w 3485"/>
                <a:gd name="T47" fmla="*/ 20 h 3490"/>
                <a:gd name="T48" fmla="*/ 20 w 3485"/>
                <a:gd name="T49" fmla="*/ 21 h 3490"/>
                <a:gd name="T50" fmla="*/ 21 w 3485"/>
                <a:gd name="T51" fmla="*/ 23 h 3490"/>
                <a:gd name="T52" fmla="*/ 21 w 3485"/>
                <a:gd name="T53" fmla="*/ 26 h 3490"/>
                <a:gd name="T54" fmla="*/ 20 w 3485"/>
                <a:gd name="T55" fmla="*/ 28 h 3490"/>
                <a:gd name="T56" fmla="*/ 18 w 3485"/>
                <a:gd name="T57" fmla="*/ 28 h 3490"/>
                <a:gd name="T58" fmla="*/ 17 w 3485"/>
                <a:gd name="T59" fmla="*/ 26 h 3490"/>
                <a:gd name="T60" fmla="*/ 17 w 3485"/>
                <a:gd name="T61" fmla="*/ 23 h 3490"/>
                <a:gd name="T62" fmla="*/ 18 w 3485"/>
                <a:gd name="T63" fmla="*/ 21 h 3490"/>
                <a:gd name="T64" fmla="*/ 19 w 3485"/>
                <a:gd name="T65" fmla="*/ 11 h 3490"/>
                <a:gd name="T66" fmla="*/ 20 w 3485"/>
                <a:gd name="T67" fmla="*/ 13 h 3490"/>
                <a:gd name="T68" fmla="*/ 21 w 3485"/>
                <a:gd name="T69" fmla="*/ 15 h 3490"/>
                <a:gd name="T70" fmla="*/ 20 w 3485"/>
                <a:gd name="T71" fmla="*/ 17 h 3490"/>
                <a:gd name="T72" fmla="*/ 18 w 3485"/>
                <a:gd name="T73" fmla="*/ 17 h 3490"/>
                <a:gd name="T74" fmla="*/ 17 w 3485"/>
                <a:gd name="T75" fmla="*/ 16 h 3490"/>
                <a:gd name="T76" fmla="*/ 17 w 3485"/>
                <a:gd name="T77" fmla="*/ 13 h 3490"/>
                <a:gd name="T78" fmla="*/ 18 w 3485"/>
                <a:gd name="T79" fmla="*/ 11 h 3490"/>
                <a:gd name="T80" fmla="*/ 26 w 3485"/>
                <a:gd name="T81" fmla="*/ 7 h 3490"/>
                <a:gd name="T82" fmla="*/ 27 w 3485"/>
                <a:gd name="T83" fmla="*/ 8 h 3490"/>
                <a:gd name="T84" fmla="*/ 27 w 3485"/>
                <a:gd name="T85" fmla="*/ 11 h 3490"/>
                <a:gd name="T86" fmla="*/ 26 w 3485"/>
                <a:gd name="T87" fmla="*/ 13 h 3490"/>
                <a:gd name="T88" fmla="*/ 25 w 3485"/>
                <a:gd name="T89" fmla="*/ 13 h 3490"/>
                <a:gd name="T90" fmla="*/ 24 w 3485"/>
                <a:gd name="T91" fmla="*/ 12 h 3490"/>
                <a:gd name="T92" fmla="*/ 24 w 3485"/>
                <a:gd name="T93" fmla="*/ 9 h 3490"/>
                <a:gd name="T94" fmla="*/ 24 w 3485"/>
                <a:gd name="T95" fmla="*/ 7 h 3490"/>
                <a:gd name="T96" fmla="*/ 26 w 3485"/>
                <a:gd name="T97" fmla="*/ 17 h 3490"/>
                <a:gd name="T98" fmla="*/ 27 w 3485"/>
                <a:gd name="T99" fmla="*/ 18 h 3490"/>
                <a:gd name="T100" fmla="*/ 28 w 3485"/>
                <a:gd name="T101" fmla="*/ 21 h 3490"/>
                <a:gd name="T102" fmla="*/ 27 w 3485"/>
                <a:gd name="T103" fmla="*/ 23 h 3490"/>
                <a:gd name="T104" fmla="*/ 26 w 3485"/>
                <a:gd name="T105" fmla="*/ 24 h 3490"/>
                <a:gd name="T106" fmla="*/ 24 w 3485"/>
                <a:gd name="T107" fmla="*/ 23 h 3490"/>
                <a:gd name="T108" fmla="*/ 24 w 3485"/>
                <a:gd name="T109" fmla="*/ 20 h 3490"/>
                <a:gd name="T110" fmla="*/ 25 w 3485"/>
                <a:gd name="T111" fmla="*/ 18 h 3490"/>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w 3485"/>
                <a:gd name="T169" fmla="*/ 0 h 3490"/>
                <a:gd name="T170" fmla="*/ 3485 w 3485"/>
                <a:gd name="T171" fmla="*/ 3490 h 3490"/>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T168" t="T169" r="T170" b="T171"/>
              <a:pathLst>
                <a:path w="3485" h="3490">
                  <a:moveTo>
                    <a:pt x="1754" y="0"/>
                  </a:moveTo>
                  <a:lnTo>
                    <a:pt x="1797" y="2"/>
                  </a:lnTo>
                  <a:lnTo>
                    <a:pt x="1840" y="5"/>
                  </a:lnTo>
                  <a:lnTo>
                    <a:pt x="1881" y="12"/>
                  </a:lnTo>
                  <a:lnTo>
                    <a:pt x="1921" y="20"/>
                  </a:lnTo>
                  <a:lnTo>
                    <a:pt x="1959" y="31"/>
                  </a:lnTo>
                  <a:lnTo>
                    <a:pt x="1994" y="44"/>
                  </a:lnTo>
                  <a:lnTo>
                    <a:pt x="2028" y="59"/>
                  </a:lnTo>
                  <a:lnTo>
                    <a:pt x="2058" y="74"/>
                  </a:lnTo>
                  <a:lnTo>
                    <a:pt x="2086" y="93"/>
                  </a:lnTo>
                  <a:lnTo>
                    <a:pt x="2111" y="113"/>
                  </a:lnTo>
                  <a:lnTo>
                    <a:pt x="2132" y="133"/>
                  </a:lnTo>
                  <a:lnTo>
                    <a:pt x="2151" y="155"/>
                  </a:lnTo>
                  <a:lnTo>
                    <a:pt x="2165" y="179"/>
                  </a:lnTo>
                  <a:lnTo>
                    <a:pt x="2175" y="203"/>
                  </a:lnTo>
                  <a:lnTo>
                    <a:pt x="2182" y="229"/>
                  </a:lnTo>
                  <a:lnTo>
                    <a:pt x="2185" y="255"/>
                  </a:lnTo>
                  <a:lnTo>
                    <a:pt x="2182" y="281"/>
                  </a:lnTo>
                  <a:lnTo>
                    <a:pt x="2175" y="305"/>
                  </a:lnTo>
                  <a:lnTo>
                    <a:pt x="2165" y="330"/>
                  </a:lnTo>
                  <a:lnTo>
                    <a:pt x="2151" y="353"/>
                  </a:lnTo>
                  <a:lnTo>
                    <a:pt x="2132" y="376"/>
                  </a:lnTo>
                  <a:lnTo>
                    <a:pt x="2111" y="397"/>
                  </a:lnTo>
                  <a:lnTo>
                    <a:pt x="2086" y="417"/>
                  </a:lnTo>
                  <a:lnTo>
                    <a:pt x="2058" y="434"/>
                  </a:lnTo>
                  <a:lnTo>
                    <a:pt x="2028" y="451"/>
                  </a:lnTo>
                  <a:lnTo>
                    <a:pt x="1994" y="466"/>
                  </a:lnTo>
                  <a:lnTo>
                    <a:pt x="1959" y="479"/>
                  </a:lnTo>
                  <a:lnTo>
                    <a:pt x="1921" y="489"/>
                  </a:lnTo>
                  <a:lnTo>
                    <a:pt x="1881" y="498"/>
                  </a:lnTo>
                  <a:lnTo>
                    <a:pt x="1840" y="505"/>
                  </a:lnTo>
                  <a:lnTo>
                    <a:pt x="1797" y="508"/>
                  </a:lnTo>
                  <a:lnTo>
                    <a:pt x="1754" y="509"/>
                  </a:lnTo>
                  <a:lnTo>
                    <a:pt x="1710" y="508"/>
                  </a:lnTo>
                  <a:lnTo>
                    <a:pt x="1667" y="505"/>
                  </a:lnTo>
                  <a:lnTo>
                    <a:pt x="1626" y="498"/>
                  </a:lnTo>
                  <a:lnTo>
                    <a:pt x="1586" y="489"/>
                  </a:lnTo>
                  <a:lnTo>
                    <a:pt x="1548" y="479"/>
                  </a:lnTo>
                  <a:lnTo>
                    <a:pt x="1512" y="466"/>
                  </a:lnTo>
                  <a:lnTo>
                    <a:pt x="1479" y="451"/>
                  </a:lnTo>
                  <a:lnTo>
                    <a:pt x="1449" y="434"/>
                  </a:lnTo>
                  <a:lnTo>
                    <a:pt x="1421" y="417"/>
                  </a:lnTo>
                  <a:lnTo>
                    <a:pt x="1395" y="397"/>
                  </a:lnTo>
                  <a:lnTo>
                    <a:pt x="1374" y="376"/>
                  </a:lnTo>
                  <a:lnTo>
                    <a:pt x="1355" y="353"/>
                  </a:lnTo>
                  <a:lnTo>
                    <a:pt x="1341" y="330"/>
                  </a:lnTo>
                  <a:lnTo>
                    <a:pt x="1331" y="305"/>
                  </a:lnTo>
                  <a:lnTo>
                    <a:pt x="1324" y="281"/>
                  </a:lnTo>
                  <a:lnTo>
                    <a:pt x="1321" y="255"/>
                  </a:lnTo>
                  <a:lnTo>
                    <a:pt x="1324" y="229"/>
                  </a:lnTo>
                  <a:lnTo>
                    <a:pt x="1331" y="203"/>
                  </a:lnTo>
                  <a:lnTo>
                    <a:pt x="1341" y="179"/>
                  </a:lnTo>
                  <a:lnTo>
                    <a:pt x="1355" y="155"/>
                  </a:lnTo>
                  <a:lnTo>
                    <a:pt x="1374" y="133"/>
                  </a:lnTo>
                  <a:lnTo>
                    <a:pt x="1395" y="113"/>
                  </a:lnTo>
                  <a:lnTo>
                    <a:pt x="1421" y="93"/>
                  </a:lnTo>
                  <a:lnTo>
                    <a:pt x="1449" y="74"/>
                  </a:lnTo>
                  <a:lnTo>
                    <a:pt x="1479" y="59"/>
                  </a:lnTo>
                  <a:lnTo>
                    <a:pt x="1512" y="44"/>
                  </a:lnTo>
                  <a:lnTo>
                    <a:pt x="1548" y="31"/>
                  </a:lnTo>
                  <a:lnTo>
                    <a:pt x="1586" y="20"/>
                  </a:lnTo>
                  <a:lnTo>
                    <a:pt x="1626" y="12"/>
                  </a:lnTo>
                  <a:lnTo>
                    <a:pt x="1667" y="5"/>
                  </a:lnTo>
                  <a:lnTo>
                    <a:pt x="1710" y="2"/>
                  </a:lnTo>
                  <a:lnTo>
                    <a:pt x="1754" y="0"/>
                  </a:lnTo>
                  <a:close/>
                  <a:moveTo>
                    <a:pt x="239" y="786"/>
                  </a:moveTo>
                  <a:lnTo>
                    <a:pt x="263" y="788"/>
                  </a:lnTo>
                  <a:lnTo>
                    <a:pt x="287" y="794"/>
                  </a:lnTo>
                  <a:lnTo>
                    <a:pt x="309" y="805"/>
                  </a:lnTo>
                  <a:lnTo>
                    <a:pt x="331" y="819"/>
                  </a:lnTo>
                  <a:lnTo>
                    <a:pt x="352" y="836"/>
                  </a:lnTo>
                  <a:lnTo>
                    <a:pt x="372" y="857"/>
                  </a:lnTo>
                  <a:lnTo>
                    <a:pt x="390" y="882"/>
                  </a:lnTo>
                  <a:lnTo>
                    <a:pt x="407" y="909"/>
                  </a:lnTo>
                  <a:lnTo>
                    <a:pt x="423" y="940"/>
                  </a:lnTo>
                  <a:lnTo>
                    <a:pt x="437" y="971"/>
                  </a:lnTo>
                  <a:lnTo>
                    <a:pt x="448" y="1006"/>
                  </a:lnTo>
                  <a:lnTo>
                    <a:pt x="459" y="1043"/>
                  </a:lnTo>
                  <a:lnTo>
                    <a:pt x="467" y="1081"/>
                  </a:lnTo>
                  <a:lnTo>
                    <a:pt x="473" y="1121"/>
                  </a:lnTo>
                  <a:lnTo>
                    <a:pt x="476" y="1163"/>
                  </a:lnTo>
                  <a:lnTo>
                    <a:pt x="478" y="1206"/>
                  </a:lnTo>
                  <a:lnTo>
                    <a:pt x="476" y="1248"/>
                  </a:lnTo>
                  <a:lnTo>
                    <a:pt x="473" y="1290"/>
                  </a:lnTo>
                  <a:lnTo>
                    <a:pt x="467" y="1330"/>
                  </a:lnTo>
                  <a:lnTo>
                    <a:pt x="459" y="1367"/>
                  </a:lnTo>
                  <a:lnTo>
                    <a:pt x="448" y="1405"/>
                  </a:lnTo>
                  <a:lnTo>
                    <a:pt x="437" y="1439"/>
                  </a:lnTo>
                  <a:lnTo>
                    <a:pt x="423" y="1472"/>
                  </a:lnTo>
                  <a:lnTo>
                    <a:pt x="407" y="1501"/>
                  </a:lnTo>
                  <a:lnTo>
                    <a:pt x="390" y="1528"/>
                  </a:lnTo>
                  <a:lnTo>
                    <a:pt x="372" y="1553"/>
                  </a:lnTo>
                  <a:lnTo>
                    <a:pt x="352" y="1574"/>
                  </a:lnTo>
                  <a:lnTo>
                    <a:pt x="331" y="1591"/>
                  </a:lnTo>
                  <a:lnTo>
                    <a:pt x="309" y="1605"/>
                  </a:lnTo>
                  <a:lnTo>
                    <a:pt x="287" y="1616"/>
                  </a:lnTo>
                  <a:lnTo>
                    <a:pt x="263" y="1622"/>
                  </a:lnTo>
                  <a:lnTo>
                    <a:pt x="239" y="1624"/>
                  </a:lnTo>
                  <a:lnTo>
                    <a:pt x="214" y="1622"/>
                  </a:lnTo>
                  <a:lnTo>
                    <a:pt x="191" y="1616"/>
                  </a:lnTo>
                  <a:lnTo>
                    <a:pt x="168" y="1605"/>
                  </a:lnTo>
                  <a:lnTo>
                    <a:pt x="146" y="1591"/>
                  </a:lnTo>
                  <a:lnTo>
                    <a:pt x="125" y="1574"/>
                  </a:lnTo>
                  <a:lnTo>
                    <a:pt x="105" y="1553"/>
                  </a:lnTo>
                  <a:lnTo>
                    <a:pt x="87" y="1528"/>
                  </a:lnTo>
                  <a:lnTo>
                    <a:pt x="70" y="1501"/>
                  </a:lnTo>
                  <a:lnTo>
                    <a:pt x="55" y="1472"/>
                  </a:lnTo>
                  <a:lnTo>
                    <a:pt x="41" y="1439"/>
                  </a:lnTo>
                  <a:lnTo>
                    <a:pt x="29" y="1405"/>
                  </a:lnTo>
                  <a:lnTo>
                    <a:pt x="18" y="1367"/>
                  </a:lnTo>
                  <a:lnTo>
                    <a:pt x="10" y="1330"/>
                  </a:lnTo>
                  <a:lnTo>
                    <a:pt x="4" y="1290"/>
                  </a:lnTo>
                  <a:lnTo>
                    <a:pt x="1" y="1248"/>
                  </a:lnTo>
                  <a:lnTo>
                    <a:pt x="0" y="1206"/>
                  </a:lnTo>
                  <a:lnTo>
                    <a:pt x="1" y="1163"/>
                  </a:lnTo>
                  <a:lnTo>
                    <a:pt x="4" y="1121"/>
                  </a:lnTo>
                  <a:lnTo>
                    <a:pt x="10" y="1081"/>
                  </a:lnTo>
                  <a:lnTo>
                    <a:pt x="18" y="1043"/>
                  </a:lnTo>
                  <a:lnTo>
                    <a:pt x="29" y="1006"/>
                  </a:lnTo>
                  <a:lnTo>
                    <a:pt x="41" y="971"/>
                  </a:lnTo>
                  <a:lnTo>
                    <a:pt x="55" y="940"/>
                  </a:lnTo>
                  <a:lnTo>
                    <a:pt x="70" y="909"/>
                  </a:lnTo>
                  <a:lnTo>
                    <a:pt x="87" y="882"/>
                  </a:lnTo>
                  <a:lnTo>
                    <a:pt x="105" y="857"/>
                  </a:lnTo>
                  <a:lnTo>
                    <a:pt x="125" y="836"/>
                  </a:lnTo>
                  <a:lnTo>
                    <a:pt x="146" y="819"/>
                  </a:lnTo>
                  <a:lnTo>
                    <a:pt x="168" y="805"/>
                  </a:lnTo>
                  <a:lnTo>
                    <a:pt x="191" y="794"/>
                  </a:lnTo>
                  <a:lnTo>
                    <a:pt x="214" y="788"/>
                  </a:lnTo>
                  <a:lnTo>
                    <a:pt x="239" y="786"/>
                  </a:lnTo>
                  <a:close/>
                  <a:moveTo>
                    <a:pt x="1119" y="2495"/>
                  </a:moveTo>
                  <a:lnTo>
                    <a:pt x="1143" y="2498"/>
                  </a:lnTo>
                  <a:lnTo>
                    <a:pt x="1167" y="2504"/>
                  </a:lnTo>
                  <a:lnTo>
                    <a:pt x="1190" y="2514"/>
                  </a:lnTo>
                  <a:lnTo>
                    <a:pt x="1211" y="2528"/>
                  </a:lnTo>
                  <a:lnTo>
                    <a:pt x="1232" y="2546"/>
                  </a:lnTo>
                  <a:lnTo>
                    <a:pt x="1252" y="2567"/>
                  </a:lnTo>
                  <a:lnTo>
                    <a:pt x="1271" y="2592"/>
                  </a:lnTo>
                  <a:lnTo>
                    <a:pt x="1288" y="2618"/>
                  </a:lnTo>
                  <a:lnTo>
                    <a:pt x="1304" y="2648"/>
                  </a:lnTo>
                  <a:lnTo>
                    <a:pt x="1318" y="2681"/>
                  </a:lnTo>
                  <a:lnTo>
                    <a:pt x="1329" y="2715"/>
                  </a:lnTo>
                  <a:lnTo>
                    <a:pt x="1340" y="2752"/>
                  </a:lnTo>
                  <a:lnTo>
                    <a:pt x="1348" y="2790"/>
                  </a:lnTo>
                  <a:lnTo>
                    <a:pt x="1354" y="2830"/>
                  </a:lnTo>
                  <a:lnTo>
                    <a:pt x="1358" y="2872"/>
                  </a:lnTo>
                  <a:lnTo>
                    <a:pt x="1359" y="2914"/>
                  </a:lnTo>
                  <a:lnTo>
                    <a:pt x="1358" y="2956"/>
                  </a:lnTo>
                  <a:lnTo>
                    <a:pt x="1354" y="2998"/>
                  </a:lnTo>
                  <a:lnTo>
                    <a:pt x="1348" y="3038"/>
                  </a:lnTo>
                  <a:lnTo>
                    <a:pt x="1340" y="3077"/>
                  </a:lnTo>
                  <a:lnTo>
                    <a:pt x="1329" y="3113"/>
                  </a:lnTo>
                  <a:lnTo>
                    <a:pt x="1318" y="3147"/>
                  </a:lnTo>
                  <a:lnTo>
                    <a:pt x="1304" y="3180"/>
                  </a:lnTo>
                  <a:lnTo>
                    <a:pt x="1288" y="3209"/>
                  </a:lnTo>
                  <a:lnTo>
                    <a:pt x="1271" y="3238"/>
                  </a:lnTo>
                  <a:lnTo>
                    <a:pt x="1252" y="3261"/>
                  </a:lnTo>
                  <a:lnTo>
                    <a:pt x="1232" y="3282"/>
                  </a:lnTo>
                  <a:lnTo>
                    <a:pt x="1211" y="3301"/>
                  </a:lnTo>
                  <a:lnTo>
                    <a:pt x="1190" y="3315"/>
                  </a:lnTo>
                  <a:lnTo>
                    <a:pt x="1167" y="3325"/>
                  </a:lnTo>
                  <a:lnTo>
                    <a:pt x="1143" y="3331"/>
                  </a:lnTo>
                  <a:lnTo>
                    <a:pt x="1119" y="3334"/>
                  </a:lnTo>
                  <a:lnTo>
                    <a:pt x="1094" y="3331"/>
                  </a:lnTo>
                  <a:lnTo>
                    <a:pt x="1070" y="3325"/>
                  </a:lnTo>
                  <a:lnTo>
                    <a:pt x="1048" y="3315"/>
                  </a:lnTo>
                  <a:lnTo>
                    <a:pt x="1026" y="3301"/>
                  </a:lnTo>
                  <a:lnTo>
                    <a:pt x="1005" y="3282"/>
                  </a:lnTo>
                  <a:lnTo>
                    <a:pt x="985" y="3261"/>
                  </a:lnTo>
                  <a:lnTo>
                    <a:pt x="967" y="3238"/>
                  </a:lnTo>
                  <a:lnTo>
                    <a:pt x="950" y="3209"/>
                  </a:lnTo>
                  <a:lnTo>
                    <a:pt x="935" y="3180"/>
                  </a:lnTo>
                  <a:lnTo>
                    <a:pt x="921" y="3147"/>
                  </a:lnTo>
                  <a:lnTo>
                    <a:pt x="909" y="3113"/>
                  </a:lnTo>
                  <a:lnTo>
                    <a:pt x="898" y="3077"/>
                  </a:lnTo>
                  <a:lnTo>
                    <a:pt x="890" y="3038"/>
                  </a:lnTo>
                  <a:lnTo>
                    <a:pt x="884" y="2998"/>
                  </a:lnTo>
                  <a:lnTo>
                    <a:pt x="881" y="2956"/>
                  </a:lnTo>
                  <a:lnTo>
                    <a:pt x="880" y="2914"/>
                  </a:lnTo>
                  <a:lnTo>
                    <a:pt x="881" y="2872"/>
                  </a:lnTo>
                  <a:lnTo>
                    <a:pt x="884" y="2830"/>
                  </a:lnTo>
                  <a:lnTo>
                    <a:pt x="890" y="2790"/>
                  </a:lnTo>
                  <a:lnTo>
                    <a:pt x="898" y="2752"/>
                  </a:lnTo>
                  <a:lnTo>
                    <a:pt x="909" y="2715"/>
                  </a:lnTo>
                  <a:lnTo>
                    <a:pt x="921" y="2681"/>
                  </a:lnTo>
                  <a:lnTo>
                    <a:pt x="935" y="2648"/>
                  </a:lnTo>
                  <a:lnTo>
                    <a:pt x="950" y="2618"/>
                  </a:lnTo>
                  <a:lnTo>
                    <a:pt x="967" y="2592"/>
                  </a:lnTo>
                  <a:lnTo>
                    <a:pt x="985" y="2567"/>
                  </a:lnTo>
                  <a:lnTo>
                    <a:pt x="1005" y="2546"/>
                  </a:lnTo>
                  <a:lnTo>
                    <a:pt x="1026" y="2528"/>
                  </a:lnTo>
                  <a:lnTo>
                    <a:pt x="1048" y="2514"/>
                  </a:lnTo>
                  <a:lnTo>
                    <a:pt x="1070" y="2504"/>
                  </a:lnTo>
                  <a:lnTo>
                    <a:pt x="1094" y="2498"/>
                  </a:lnTo>
                  <a:lnTo>
                    <a:pt x="1119" y="2495"/>
                  </a:lnTo>
                  <a:close/>
                  <a:moveTo>
                    <a:pt x="2380" y="2651"/>
                  </a:moveTo>
                  <a:lnTo>
                    <a:pt x="2405" y="2654"/>
                  </a:lnTo>
                  <a:lnTo>
                    <a:pt x="2428" y="2660"/>
                  </a:lnTo>
                  <a:lnTo>
                    <a:pt x="2452" y="2670"/>
                  </a:lnTo>
                  <a:lnTo>
                    <a:pt x="2473" y="2684"/>
                  </a:lnTo>
                  <a:lnTo>
                    <a:pt x="2494" y="2703"/>
                  </a:lnTo>
                  <a:lnTo>
                    <a:pt x="2514" y="2724"/>
                  </a:lnTo>
                  <a:lnTo>
                    <a:pt x="2533" y="2747"/>
                  </a:lnTo>
                  <a:lnTo>
                    <a:pt x="2550" y="2774"/>
                  </a:lnTo>
                  <a:lnTo>
                    <a:pt x="2565" y="2805"/>
                  </a:lnTo>
                  <a:lnTo>
                    <a:pt x="2580" y="2838"/>
                  </a:lnTo>
                  <a:lnTo>
                    <a:pt x="2591" y="2872"/>
                  </a:lnTo>
                  <a:lnTo>
                    <a:pt x="2602" y="2908"/>
                  </a:lnTo>
                  <a:lnTo>
                    <a:pt x="2610" y="2947"/>
                  </a:lnTo>
                  <a:lnTo>
                    <a:pt x="2616" y="2987"/>
                  </a:lnTo>
                  <a:lnTo>
                    <a:pt x="2619" y="3029"/>
                  </a:lnTo>
                  <a:lnTo>
                    <a:pt x="2621" y="3071"/>
                  </a:lnTo>
                  <a:lnTo>
                    <a:pt x="2619" y="3113"/>
                  </a:lnTo>
                  <a:lnTo>
                    <a:pt x="2616" y="3155"/>
                  </a:lnTo>
                  <a:lnTo>
                    <a:pt x="2610" y="3195"/>
                  </a:lnTo>
                  <a:lnTo>
                    <a:pt x="2602" y="3233"/>
                  </a:lnTo>
                  <a:lnTo>
                    <a:pt x="2591" y="3270"/>
                  </a:lnTo>
                  <a:lnTo>
                    <a:pt x="2580" y="3304"/>
                  </a:lnTo>
                  <a:lnTo>
                    <a:pt x="2565" y="3337"/>
                  </a:lnTo>
                  <a:lnTo>
                    <a:pt x="2550" y="3367"/>
                  </a:lnTo>
                  <a:lnTo>
                    <a:pt x="2533" y="3393"/>
                  </a:lnTo>
                  <a:lnTo>
                    <a:pt x="2514" y="3418"/>
                  </a:lnTo>
                  <a:lnTo>
                    <a:pt x="2494" y="3439"/>
                  </a:lnTo>
                  <a:lnTo>
                    <a:pt x="2473" y="3457"/>
                  </a:lnTo>
                  <a:lnTo>
                    <a:pt x="2452" y="3471"/>
                  </a:lnTo>
                  <a:lnTo>
                    <a:pt x="2428" y="3481"/>
                  </a:lnTo>
                  <a:lnTo>
                    <a:pt x="2405" y="3487"/>
                  </a:lnTo>
                  <a:lnTo>
                    <a:pt x="2380" y="3490"/>
                  </a:lnTo>
                  <a:lnTo>
                    <a:pt x="2356" y="3487"/>
                  </a:lnTo>
                  <a:lnTo>
                    <a:pt x="2332" y="3481"/>
                  </a:lnTo>
                  <a:lnTo>
                    <a:pt x="2310" y="3471"/>
                  </a:lnTo>
                  <a:lnTo>
                    <a:pt x="2288" y="3457"/>
                  </a:lnTo>
                  <a:lnTo>
                    <a:pt x="2267" y="3439"/>
                  </a:lnTo>
                  <a:lnTo>
                    <a:pt x="2248" y="3418"/>
                  </a:lnTo>
                  <a:lnTo>
                    <a:pt x="2229" y="3393"/>
                  </a:lnTo>
                  <a:lnTo>
                    <a:pt x="2212" y="3367"/>
                  </a:lnTo>
                  <a:lnTo>
                    <a:pt x="2196" y="3337"/>
                  </a:lnTo>
                  <a:lnTo>
                    <a:pt x="2182" y="3304"/>
                  </a:lnTo>
                  <a:lnTo>
                    <a:pt x="2171" y="3270"/>
                  </a:lnTo>
                  <a:lnTo>
                    <a:pt x="2160" y="3233"/>
                  </a:lnTo>
                  <a:lnTo>
                    <a:pt x="2152" y="3195"/>
                  </a:lnTo>
                  <a:lnTo>
                    <a:pt x="2146" y="3155"/>
                  </a:lnTo>
                  <a:lnTo>
                    <a:pt x="2142" y="3113"/>
                  </a:lnTo>
                  <a:lnTo>
                    <a:pt x="2141" y="3071"/>
                  </a:lnTo>
                  <a:lnTo>
                    <a:pt x="2142" y="3029"/>
                  </a:lnTo>
                  <a:lnTo>
                    <a:pt x="2146" y="2987"/>
                  </a:lnTo>
                  <a:lnTo>
                    <a:pt x="2152" y="2947"/>
                  </a:lnTo>
                  <a:lnTo>
                    <a:pt x="2160" y="2908"/>
                  </a:lnTo>
                  <a:lnTo>
                    <a:pt x="2171" y="2872"/>
                  </a:lnTo>
                  <a:lnTo>
                    <a:pt x="2182" y="2838"/>
                  </a:lnTo>
                  <a:lnTo>
                    <a:pt x="2196" y="2805"/>
                  </a:lnTo>
                  <a:lnTo>
                    <a:pt x="2212" y="2774"/>
                  </a:lnTo>
                  <a:lnTo>
                    <a:pt x="2229" y="2747"/>
                  </a:lnTo>
                  <a:lnTo>
                    <a:pt x="2248" y="2724"/>
                  </a:lnTo>
                  <a:lnTo>
                    <a:pt x="2267" y="2703"/>
                  </a:lnTo>
                  <a:lnTo>
                    <a:pt x="2288" y="2684"/>
                  </a:lnTo>
                  <a:lnTo>
                    <a:pt x="2310" y="2670"/>
                  </a:lnTo>
                  <a:lnTo>
                    <a:pt x="2332" y="2660"/>
                  </a:lnTo>
                  <a:lnTo>
                    <a:pt x="2356" y="2654"/>
                  </a:lnTo>
                  <a:lnTo>
                    <a:pt x="2380" y="2651"/>
                  </a:lnTo>
                  <a:close/>
                  <a:moveTo>
                    <a:pt x="2342" y="1355"/>
                  </a:moveTo>
                  <a:lnTo>
                    <a:pt x="2366" y="1357"/>
                  </a:lnTo>
                  <a:lnTo>
                    <a:pt x="2390" y="1363"/>
                  </a:lnTo>
                  <a:lnTo>
                    <a:pt x="2412" y="1373"/>
                  </a:lnTo>
                  <a:lnTo>
                    <a:pt x="2434" y="1387"/>
                  </a:lnTo>
                  <a:lnTo>
                    <a:pt x="2455" y="1405"/>
                  </a:lnTo>
                  <a:lnTo>
                    <a:pt x="2475" y="1426"/>
                  </a:lnTo>
                  <a:lnTo>
                    <a:pt x="2493" y="1451"/>
                  </a:lnTo>
                  <a:lnTo>
                    <a:pt x="2510" y="1478"/>
                  </a:lnTo>
                  <a:lnTo>
                    <a:pt x="2526" y="1507"/>
                  </a:lnTo>
                  <a:lnTo>
                    <a:pt x="2540" y="1540"/>
                  </a:lnTo>
                  <a:lnTo>
                    <a:pt x="2551" y="1574"/>
                  </a:lnTo>
                  <a:lnTo>
                    <a:pt x="2562" y="1611"/>
                  </a:lnTo>
                  <a:lnTo>
                    <a:pt x="2570" y="1649"/>
                  </a:lnTo>
                  <a:lnTo>
                    <a:pt x="2576" y="1689"/>
                  </a:lnTo>
                  <a:lnTo>
                    <a:pt x="2580" y="1731"/>
                  </a:lnTo>
                  <a:lnTo>
                    <a:pt x="2581" y="1773"/>
                  </a:lnTo>
                  <a:lnTo>
                    <a:pt x="2580" y="1815"/>
                  </a:lnTo>
                  <a:lnTo>
                    <a:pt x="2576" y="1858"/>
                  </a:lnTo>
                  <a:lnTo>
                    <a:pt x="2570" y="1897"/>
                  </a:lnTo>
                  <a:lnTo>
                    <a:pt x="2562" y="1936"/>
                  </a:lnTo>
                  <a:lnTo>
                    <a:pt x="2551" y="1972"/>
                  </a:lnTo>
                  <a:lnTo>
                    <a:pt x="2540" y="2008"/>
                  </a:lnTo>
                  <a:lnTo>
                    <a:pt x="2526" y="2039"/>
                  </a:lnTo>
                  <a:lnTo>
                    <a:pt x="2510" y="2070"/>
                  </a:lnTo>
                  <a:lnTo>
                    <a:pt x="2493" y="2097"/>
                  </a:lnTo>
                  <a:lnTo>
                    <a:pt x="2475" y="2121"/>
                  </a:lnTo>
                  <a:lnTo>
                    <a:pt x="2455" y="2142"/>
                  </a:lnTo>
                  <a:lnTo>
                    <a:pt x="2434" y="2160"/>
                  </a:lnTo>
                  <a:lnTo>
                    <a:pt x="2412" y="2174"/>
                  </a:lnTo>
                  <a:lnTo>
                    <a:pt x="2390" y="2185"/>
                  </a:lnTo>
                  <a:lnTo>
                    <a:pt x="2366" y="2191"/>
                  </a:lnTo>
                  <a:lnTo>
                    <a:pt x="2342" y="2193"/>
                  </a:lnTo>
                  <a:lnTo>
                    <a:pt x="2317" y="2191"/>
                  </a:lnTo>
                  <a:lnTo>
                    <a:pt x="2294" y="2185"/>
                  </a:lnTo>
                  <a:lnTo>
                    <a:pt x="2270" y="2174"/>
                  </a:lnTo>
                  <a:lnTo>
                    <a:pt x="2249" y="2160"/>
                  </a:lnTo>
                  <a:lnTo>
                    <a:pt x="2228" y="2142"/>
                  </a:lnTo>
                  <a:lnTo>
                    <a:pt x="2208" y="2121"/>
                  </a:lnTo>
                  <a:lnTo>
                    <a:pt x="2189" y="2097"/>
                  </a:lnTo>
                  <a:lnTo>
                    <a:pt x="2173" y="2070"/>
                  </a:lnTo>
                  <a:lnTo>
                    <a:pt x="2157" y="2039"/>
                  </a:lnTo>
                  <a:lnTo>
                    <a:pt x="2142" y="2008"/>
                  </a:lnTo>
                  <a:lnTo>
                    <a:pt x="2131" y="1972"/>
                  </a:lnTo>
                  <a:lnTo>
                    <a:pt x="2120" y="1936"/>
                  </a:lnTo>
                  <a:lnTo>
                    <a:pt x="2112" y="1897"/>
                  </a:lnTo>
                  <a:lnTo>
                    <a:pt x="2106" y="1858"/>
                  </a:lnTo>
                  <a:lnTo>
                    <a:pt x="2103" y="1815"/>
                  </a:lnTo>
                  <a:lnTo>
                    <a:pt x="2101" y="1773"/>
                  </a:lnTo>
                  <a:lnTo>
                    <a:pt x="2103" y="1731"/>
                  </a:lnTo>
                  <a:lnTo>
                    <a:pt x="2106" y="1689"/>
                  </a:lnTo>
                  <a:lnTo>
                    <a:pt x="2112" y="1649"/>
                  </a:lnTo>
                  <a:lnTo>
                    <a:pt x="2120" y="1611"/>
                  </a:lnTo>
                  <a:lnTo>
                    <a:pt x="2131" y="1574"/>
                  </a:lnTo>
                  <a:lnTo>
                    <a:pt x="2142" y="1540"/>
                  </a:lnTo>
                  <a:lnTo>
                    <a:pt x="2157" y="1507"/>
                  </a:lnTo>
                  <a:lnTo>
                    <a:pt x="2173" y="1478"/>
                  </a:lnTo>
                  <a:lnTo>
                    <a:pt x="2189" y="1451"/>
                  </a:lnTo>
                  <a:lnTo>
                    <a:pt x="2208" y="1426"/>
                  </a:lnTo>
                  <a:lnTo>
                    <a:pt x="2228" y="1405"/>
                  </a:lnTo>
                  <a:lnTo>
                    <a:pt x="2249" y="1387"/>
                  </a:lnTo>
                  <a:lnTo>
                    <a:pt x="2270" y="1373"/>
                  </a:lnTo>
                  <a:lnTo>
                    <a:pt x="2294" y="1363"/>
                  </a:lnTo>
                  <a:lnTo>
                    <a:pt x="2317" y="1357"/>
                  </a:lnTo>
                  <a:lnTo>
                    <a:pt x="2342" y="1355"/>
                  </a:lnTo>
                  <a:close/>
                  <a:moveTo>
                    <a:pt x="3179" y="819"/>
                  </a:moveTo>
                  <a:lnTo>
                    <a:pt x="3204" y="821"/>
                  </a:lnTo>
                  <a:lnTo>
                    <a:pt x="3227" y="827"/>
                  </a:lnTo>
                  <a:lnTo>
                    <a:pt x="3250" y="838"/>
                  </a:lnTo>
                  <a:lnTo>
                    <a:pt x="3272" y="852"/>
                  </a:lnTo>
                  <a:lnTo>
                    <a:pt x="3293" y="869"/>
                  </a:lnTo>
                  <a:lnTo>
                    <a:pt x="3312" y="890"/>
                  </a:lnTo>
                  <a:lnTo>
                    <a:pt x="3331" y="915"/>
                  </a:lnTo>
                  <a:lnTo>
                    <a:pt x="3348" y="942"/>
                  </a:lnTo>
                  <a:lnTo>
                    <a:pt x="3363" y="971"/>
                  </a:lnTo>
                  <a:lnTo>
                    <a:pt x="3377" y="1004"/>
                  </a:lnTo>
                  <a:lnTo>
                    <a:pt x="3389" y="1038"/>
                  </a:lnTo>
                  <a:lnTo>
                    <a:pt x="3400" y="1076"/>
                  </a:lnTo>
                  <a:lnTo>
                    <a:pt x="3408" y="1113"/>
                  </a:lnTo>
                  <a:lnTo>
                    <a:pt x="3414" y="1153"/>
                  </a:lnTo>
                  <a:lnTo>
                    <a:pt x="3417" y="1195"/>
                  </a:lnTo>
                  <a:lnTo>
                    <a:pt x="3418" y="1237"/>
                  </a:lnTo>
                  <a:lnTo>
                    <a:pt x="3417" y="1280"/>
                  </a:lnTo>
                  <a:lnTo>
                    <a:pt x="3414" y="1322"/>
                  </a:lnTo>
                  <a:lnTo>
                    <a:pt x="3408" y="1362"/>
                  </a:lnTo>
                  <a:lnTo>
                    <a:pt x="3400" y="1399"/>
                  </a:lnTo>
                  <a:lnTo>
                    <a:pt x="3389" y="1437"/>
                  </a:lnTo>
                  <a:lnTo>
                    <a:pt x="3377" y="1471"/>
                  </a:lnTo>
                  <a:lnTo>
                    <a:pt x="3363" y="1503"/>
                  </a:lnTo>
                  <a:lnTo>
                    <a:pt x="3348" y="1533"/>
                  </a:lnTo>
                  <a:lnTo>
                    <a:pt x="3331" y="1560"/>
                  </a:lnTo>
                  <a:lnTo>
                    <a:pt x="3312" y="1584"/>
                  </a:lnTo>
                  <a:lnTo>
                    <a:pt x="3293" y="1605"/>
                  </a:lnTo>
                  <a:lnTo>
                    <a:pt x="3272" y="1623"/>
                  </a:lnTo>
                  <a:lnTo>
                    <a:pt x="3250" y="1637"/>
                  </a:lnTo>
                  <a:lnTo>
                    <a:pt x="3227" y="1648"/>
                  </a:lnTo>
                  <a:lnTo>
                    <a:pt x="3204" y="1654"/>
                  </a:lnTo>
                  <a:lnTo>
                    <a:pt x="3179" y="1656"/>
                  </a:lnTo>
                  <a:lnTo>
                    <a:pt x="3155" y="1654"/>
                  </a:lnTo>
                  <a:lnTo>
                    <a:pt x="3131" y="1648"/>
                  </a:lnTo>
                  <a:lnTo>
                    <a:pt x="3108" y="1637"/>
                  </a:lnTo>
                  <a:lnTo>
                    <a:pt x="3087" y="1623"/>
                  </a:lnTo>
                  <a:lnTo>
                    <a:pt x="3066" y="1605"/>
                  </a:lnTo>
                  <a:lnTo>
                    <a:pt x="3046" y="1584"/>
                  </a:lnTo>
                  <a:lnTo>
                    <a:pt x="3027" y="1560"/>
                  </a:lnTo>
                  <a:lnTo>
                    <a:pt x="3011" y="1533"/>
                  </a:lnTo>
                  <a:lnTo>
                    <a:pt x="2994" y="1503"/>
                  </a:lnTo>
                  <a:lnTo>
                    <a:pt x="2980" y="1471"/>
                  </a:lnTo>
                  <a:lnTo>
                    <a:pt x="2968" y="1437"/>
                  </a:lnTo>
                  <a:lnTo>
                    <a:pt x="2958" y="1399"/>
                  </a:lnTo>
                  <a:lnTo>
                    <a:pt x="2950" y="1362"/>
                  </a:lnTo>
                  <a:lnTo>
                    <a:pt x="2944" y="1322"/>
                  </a:lnTo>
                  <a:lnTo>
                    <a:pt x="2940" y="1280"/>
                  </a:lnTo>
                  <a:lnTo>
                    <a:pt x="2939" y="1237"/>
                  </a:lnTo>
                  <a:lnTo>
                    <a:pt x="2940" y="1195"/>
                  </a:lnTo>
                  <a:lnTo>
                    <a:pt x="2944" y="1153"/>
                  </a:lnTo>
                  <a:lnTo>
                    <a:pt x="2950" y="1113"/>
                  </a:lnTo>
                  <a:lnTo>
                    <a:pt x="2958" y="1076"/>
                  </a:lnTo>
                  <a:lnTo>
                    <a:pt x="2968" y="1038"/>
                  </a:lnTo>
                  <a:lnTo>
                    <a:pt x="2980" y="1004"/>
                  </a:lnTo>
                  <a:lnTo>
                    <a:pt x="2994" y="971"/>
                  </a:lnTo>
                  <a:lnTo>
                    <a:pt x="3011" y="942"/>
                  </a:lnTo>
                  <a:lnTo>
                    <a:pt x="3027" y="915"/>
                  </a:lnTo>
                  <a:lnTo>
                    <a:pt x="3046" y="890"/>
                  </a:lnTo>
                  <a:lnTo>
                    <a:pt x="3066" y="869"/>
                  </a:lnTo>
                  <a:lnTo>
                    <a:pt x="3087" y="852"/>
                  </a:lnTo>
                  <a:lnTo>
                    <a:pt x="3108" y="838"/>
                  </a:lnTo>
                  <a:lnTo>
                    <a:pt x="3131" y="827"/>
                  </a:lnTo>
                  <a:lnTo>
                    <a:pt x="3155" y="821"/>
                  </a:lnTo>
                  <a:lnTo>
                    <a:pt x="3179" y="819"/>
                  </a:lnTo>
                  <a:close/>
                  <a:moveTo>
                    <a:pt x="3246" y="2144"/>
                  </a:moveTo>
                  <a:lnTo>
                    <a:pt x="3271" y="2146"/>
                  </a:lnTo>
                  <a:lnTo>
                    <a:pt x="3294" y="2152"/>
                  </a:lnTo>
                  <a:lnTo>
                    <a:pt x="3316" y="2162"/>
                  </a:lnTo>
                  <a:lnTo>
                    <a:pt x="3339" y="2176"/>
                  </a:lnTo>
                  <a:lnTo>
                    <a:pt x="3360" y="2194"/>
                  </a:lnTo>
                  <a:lnTo>
                    <a:pt x="3380" y="2215"/>
                  </a:lnTo>
                  <a:lnTo>
                    <a:pt x="3397" y="2240"/>
                  </a:lnTo>
                  <a:lnTo>
                    <a:pt x="3415" y="2267"/>
                  </a:lnTo>
                  <a:lnTo>
                    <a:pt x="3430" y="2296"/>
                  </a:lnTo>
                  <a:lnTo>
                    <a:pt x="3444" y="2329"/>
                  </a:lnTo>
                  <a:lnTo>
                    <a:pt x="3456" y="2363"/>
                  </a:lnTo>
                  <a:lnTo>
                    <a:pt x="3466" y="2400"/>
                  </a:lnTo>
                  <a:lnTo>
                    <a:pt x="3475" y="2438"/>
                  </a:lnTo>
                  <a:lnTo>
                    <a:pt x="3480" y="2478"/>
                  </a:lnTo>
                  <a:lnTo>
                    <a:pt x="3484" y="2520"/>
                  </a:lnTo>
                  <a:lnTo>
                    <a:pt x="3485" y="2562"/>
                  </a:lnTo>
                  <a:lnTo>
                    <a:pt x="3484" y="2604"/>
                  </a:lnTo>
                  <a:lnTo>
                    <a:pt x="3480" y="2647"/>
                  </a:lnTo>
                  <a:lnTo>
                    <a:pt x="3475" y="2686"/>
                  </a:lnTo>
                  <a:lnTo>
                    <a:pt x="3466" y="2725"/>
                  </a:lnTo>
                  <a:lnTo>
                    <a:pt x="3456" y="2762"/>
                  </a:lnTo>
                  <a:lnTo>
                    <a:pt x="3444" y="2796"/>
                  </a:lnTo>
                  <a:lnTo>
                    <a:pt x="3430" y="2828"/>
                  </a:lnTo>
                  <a:lnTo>
                    <a:pt x="3415" y="2858"/>
                  </a:lnTo>
                  <a:lnTo>
                    <a:pt x="3397" y="2886"/>
                  </a:lnTo>
                  <a:lnTo>
                    <a:pt x="3380" y="2909"/>
                  </a:lnTo>
                  <a:lnTo>
                    <a:pt x="3360" y="2930"/>
                  </a:lnTo>
                  <a:lnTo>
                    <a:pt x="3339" y="2949"/>
                  </a:lnTo>
                  <a:lnTo>
                    <a:pt x="3316" y="2963"/>
                  </a:lnTo>
                  <a:lnTo>
                    <a:pt x="3294" y="2974"/>
                  </a:lnTo>
                  <a:lnTo>
                    <a:pt x="3271" y="2980"/>
                  </a:lnTo>
                  <a:lnTo>
                    <a:pt x="3246" y="2982"/>
                  </a:lnTo>
                  <a:lnTo>
                    <a:pt x="3222" y="2980"/>
                  </a:lnTo>
                  <a:lnTo>
                    <a:pt x="3198" y="2974"/>
                  </a:lnTo>
                  <a:lnTo>
                    <a:pt x="3176" y="2963"/>
                  </a:lnTo>
                  <a:lnTo>
                    <a:pt x="3154" y="2949"/>
                  </a:lnTo>
                  <a:lnTo>
                    <a:pt x="3133" y="2930"/>
                  </a:lnTo>
                  <a:lnTo>
                    <a:pt x="3113" y="2909"/>
                  </a:lnTo>
                  <a:lnTo>
                    <a:pt x="3095" y="2886"/>
                  </a:lnTo>
                  <a:lnTo>
                    <a:pt x="3077" y="2858"/>
                  </a:lnTo>
                  <a:lnTo>
                    <a:pt x="3062" y="2828"/>
                  </a:lnTo>
                  <a:lnTo>
                    <a:pt x="3048" y="2796"/>
                  </a:lnTo>
                  <a:lnTo>
                    <a:pt x="3036" y="2762"/>
                  </a:lnTo>
                  <a:lnTo>
                    <a:pt x="3026" y="2725"/>
                  </a:lnTo>
                  <a:lnTo>
                    <a:pt x="3018" y="2686"/>
                  </a:lnTo>
                  <a:lnTo>
                    <a:pt x="3012" y="2647"/>
                  </a:lnTo>
                  <a:lnTo>
                    <a:pt x="3008" y="2604"/>
                  </a:lnTo>
                  <a:lnTo>
                    <a:pt x="3007" y="2562"/>
                  </a:lnTo>
                  <a:lnTo>
                    <a:pt x="3008" y="2520"/>
                  </a:lnTo>
                  <a:lnTo>
                    <a:pt x="3012" y="2478"/>
                  </a:lnTo>
                  <a:lnTo>
                    <a:pt x="3018" y="2438"/>
                  </a:lnTo>
                  <a:lnTo>
                    <a:pt x="3026" y="2400"/>
                  </a:lnTo>
                  <a:lnTo>
                    <a:pt x="3036" y="2363"/>
                  </a:lnTo>
                  <a:lnTo>
                    <a:pt x="3048" y="2329"/>
                  </a:lnTo>
                  <a:lnTo>
                    <a:pt x="3062" y="2296"/>
                  </a:lnTo>
                  <a:lnTo>
                    <a:pt x="3077" y="2267"/>
                  </a:lnTo>
                  <a:lnTo>
                    <a:pt x="3095" y="2240"/>
                  </a:lnTo>
                  <a:lnTo>
                    <a:pt x="3113" y="2215"/>
                  </a:lnTo>
                  <a:lnTo>
                    <a:pt x="3133" y="2194"/>
                  </a:lnTo>
                  <a:lnTo>
                    <a:pt x="3154" y="2176"/>
                  </a:lnTo>
                  <a:lnTo>
                    <a:pt x="3176" y="2162"/>
                  </a:lnTo>
                  <a:lnTo>
                    <a:pt x="3198" y="2152"/>
                  </a:lnTo>
                  <a:lnTo>
                    <a:pt x="3222" y="2146"/>
                  </a:lnTo>
                  <a:lnTo>
                    <a:pt x="3246" y="214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1410" name="Freeform 48"/>
            <p:cNvSpPr>
              <a:spLocks/>
            </p:cNvSpPr>
            <p:nvPr/>
          </p:nvSpPr>
          <p:spPr bwMode="auto">
            <a:xfrm>
              <a:off x="1267" y="1588"/>
              <a:ext cx="87" cy="52"/>
            </a:xfrm>
            <a:custGeom>
              <a:avLst/>
              <a:gdLst>
                <a:gd name="T0" fmla="*/ 3 w 437"/>
                <a:gd name="T1" fmla="*/ 2 h 260"/>
                <a:gd name="T2" fmla="*/ 3 w 437"/>
                <a:gd name="T3" fmla="*/ 2 h 260"/>
                <a:gd name="T4" fmla="*/ 3 w 437"/>
                <a:gd name="T5" fmla="*/ 2 h 260"/>
                <a:gd name="T6" fmla="*/ 3 w 437"/>
                <a:gd name="T7" fmla="*/ 2 h 260"/>
                <a:gd name="T8" fmla="*/ 3 w 437"/>
                <a:gd name="T9" fmla="*/ 1 h 260"/>
                <a:gd name="T10" fmla="*/ 3 w 437"/>
                <a:gd name="T11" fmla="*/ 1 h 260"/>
                <a:gd name="T12" fmla="*/ 3 w 437"/>
                <a:gd name="T13" fmla="*/ 1 h 260"/>
                <a:gd name="T14" fmla="*/ 3 w 437"/>
                <a:gd name="T15" fmla="*/ 1 h 260"/>
                <a:gd name="T16" fmla="*/ 3 w 437"/>
                <a:gd name="T17" fmla="*/ 1 h 260"/>
                <a:gd name="T18" fmla="*/ 2 w 437"/>
                <a:gd name="T19" fmla="*/ 1 h 260"/>
                <a:gd name="T20" fmla="*/ 2 w 437"/>
                <a:gd name="T21" fmla="*/ 0 h 260"/>
                <a:gd name="T22" fmla="*/ 2 w 437"/>
                <a:gd name="T23" fmla="*/ 0 h 260"/>
                <a:gd name="T24" fmla="*/ 2 w 437"/>
                <a:gd name="T25" fmla="*/ 0 h 260"/>
                <a:gd name="T26" fmla="*/ 1 w 437"/>
                <a:gd name="T27" fmla="*/ 0 h 260"/>
                <a:gd name="T28" fmla="*/ 1 w 437"/>
                <a:gd name="T29" fmla="*/ 0 h 260"/>
                <a:gd name="T30" fmla="*/ 1 w 437"/>
                <a:gd name="T31" fmla="*/ 0 h 260"/>
                <a:gd name="T32" fmla="*/ 0 w 437"/>
                <a:gd name="T33" fmla="*/ 0 h 260"/>
                <a:gd name="T34" fmla="*/ 0 w 437"/>
                <a:gd name="T35" fmla="*/ 0 h 260"/>
                <a:gd name="T36" fmla="*/ 0 w 437"/>
                <a:gd name="T37" fmla="*/ 0 h 260"/>
                <a:gd name="T38" fmla="*/ 0 w 437"/>
                <a:gd name="T39" fmla="*/ 0 h 260"/>
                <a:gd name="T40" fmla="*/ 1 w 437"/>
                <a:gd name="T41" fmla="*/ 0 h 260"/>
                <a:gd name="T42" fmla="*/ 1 w 437"/>
                <a:gd name="T43" fmla="*/ 0 h 260"/>
                <a:gd name="T44" fmla="*/ 1 w 437"/>
                <a:gd name="T45" fmla="*/ 0 h 260"/>
                <a:gd name="T46" fmla="*/ 2 w 437"/>
                <a:gd name="T47" fmla="*/ 0 h 260"/>
                <a:gd name="T48" fmla="*/ 2 w 437"/>
                <a:gd name="T49" fmla="*/ 0 h 260"/>
                <a:gd name="T50" fmla="*/ 2 w 437"/>
                <a:gd name="T51" fmla="*/ 1 h 260"/>
                <a:gd name="T52" fmla="*/ 2 w 437"/>
                <a:gd name="T53" fmla="*/ 1 h 260"/>
                <a:gd name="T54" fmla="*/ 3 w 437"/>
                <a:gd name="T55" fmla="*/ 1 h 260"/>
                <a:gd name="T56" fmla="*/ 3 w 437"/>
                <a:gd name="T57" fmla="*/ 1 h 260"/>
                <a:gd name="T58" fmla="*/ 3 w 437"/>
                <a:gd name="T59" fmla="*/ 1 h 260"/>
                <a:gd name="T60" fmla="*/ 3 w 437"/>
                <a:gd name="T61" fmla="*/ 1 h 260"/>
                <a:gd name="T62" fmla="*/ 3 w 437"/>
                <a:gd name="T63" fmla="*/ 1 h 260"/>
                <a:gd name="T64" fmla="*/ 3 w 437"/>
                <a:gd name="T65" fmla="*/ 2 h 260"/>
                <a:gd name="T66" fmla="*/ 3 w 437"/>
                <a:gd name="T67" fmla="*/ 2 h 260"/>
                <a:gd name="T68" fmla="*/ 3 w 437"/>
                <a:gd name="T69" fmla="*/ 2 h 260"/>
                <a:gd name="T70" fmla="*/ 3 w 437"/>
                <a:gd name="T71" fmla="*/ 2 h 260"/>
                <a:gd name="T72" fmla="*/ 3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437" y="260"/>
                  </a:moveTo>
                  <a:lnTo>
                    <a:pt x="437" y="260"/>
                  </a:lnTo>
                  <a:lnTo>
                    <a:pt x="434" y="233"/>
                  </a:lnTo>
                  <a:lnTo>
                    <a:pt x="427" y="206"/>
                  </a:lnTo>
                  <a:lnTo>
                    <a:pt x="417" y="181"/>
                  </a:lnTo>
                  <a:lnTo>
                    <a:pt x="401" y="157"/>
                  </a:lnTo>
                  <a:lnTo>
                    <a:pt x="383" y="133"/>
                  </a:lnTo>
                  <a:lnTo>
                    <a:pt x="360" y="113"/>
                  </a:lnTo>
                  <a:lnTo>
                    <a:pt x="336" y="93"/>
                  </a:lnTo>
                  <a:lnTo>
                    <a:pt x="308" y="73"/>
                  </a:lnTo>
                  <a:lnTo>
                    <a:pt x="276" y="58"/>
                  </a:lnTo>
                  <a:lnTo>
                    <a:pt x="242" y="43"/>
                  </a:lnTo>
                  <a:lnTo>
                    <a:pt x="207" y="30"/>
                  </a:lnTo>
                  <a:lnTo>
                    <a:pt x="168" y="19"/>
                  </a:lnTo>
                  <a:lnTo>
                    <a:pt x="128" y="11"/>
                  </a:lnTo>
                  <a:lnTo>
                    <a:pt x="87" y="4"/>
                  </a:lnTo>
                  <a:lnTo>
                    <a:pt x="43" y="1"/>
                  </a:lnTo>
                  <a:lnTo>
                    <a:pt x="0" y="0"/>
                  </a:lnTo>
                  <a:lnTo>
                    <a:pt x="0" y="11"/>
                  </a:lnTo>
                  <a:lnTo>
                    <a:pt x="43" y="12"/>
                  </a:lnTo>
                  <a:lnTo>
                    <a:pt x="85" y="16"/>
                  </a:lnTo>
                  <a:lnTo>
                    <a:pt x="126" y="23"/>
                  </a:lnTo>
                  <a:lnTo>
                    <a:pt x="166" y="31"/>
                  </a:lnTo>
                  <a:lnTo>
                    <a:pt x="202" y="42"/>
                  </a:lnTo>
                  <a:lnTo>
                    <a:pt x="237" y="55"/>
                  </a:lnTo>
                  <a:lnTo>
                    <a:pt x="271" y="70"/>
                  </a:lnTo>
                  <a:lnTo>
                    <a:pt x="301" y="85"/>
                  </a:lnTo>
                  <a:lnTo>
                    <a:pt x="329" y="103"/>
                  </a:lnTo>
                  <a:lnTo>
                    <a:pt x="353" y="123"/>
                  </a:lnTo>
                  <a:lnTo>
                    <a:pt x="373" y="143"/>
                  </a:lnTo>
                  <a:lnTo>
                    <a:pt x="392" y="164"/>
                  </a:lnTo>
                  <a:lnTo>
                    <a:pt x="405" y="186"/>
                  </a:lnTo>
                  <a:lnTo>
                    <a:pt x="415" y="211"/>
                  </a:lnTo>
                  <a:lnTo>
                    <a:pt x="422" y="235"/>
                  </a:lnTo>
                  <a:lnTo>
                    <a:pt x="425" y="260"/>
                  </a:lnTo>
                  <a:lnTo>
                    <a:pt x="437"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1411" name="Freeform 49"/>
            <p:cNvSpPr>
              <a:spLocks/>
            </p:cNvSpPr>
            <p:nvPr/>
          </p:nvSpPr>
          <p:spPr bwMode="auto">
            <a:xfrm>
              <a:off x="1267" y="1640"/>
              <a:ext cx="87" cy="52"/>
            </a:xfrm>
            <a:custGeom>
              <a:avLst/>
              <a:gdLst>
                <a:gd name="T0" fmla="*/ 0 w 437"/>
                <a:gd name="T1" fmla="*/ 2 h 260"/>
                <a:gd name="T2" fmla="*/ 0 w 437"/>
                <a:gd name="T3" fmla="*/ 2 h 260"/>
                <a:gd name="T4" fmla="*/ 0 w 437"/>
                <a:gd name="T5" fmla="*/ 2 h 260"/>
                <a:gd name="T6" fmla="*/ 1 w 437"/>
                <a:gd name="T7" fmla="*/ 2 h 260"/>
                <a:gd name="T8" fmla="*/ 1 w 437"/>
                <a:gd name="T9" fmla="*/ 2 h 260"/>
                <a:gd name="T10" fmla="*/ 1 w 437"/>
                <a:gd name="T11" fmla="*/ 2 h 260"/>
                <a:gd name="T12" fmla="*/ 2 w 437"/>
                <a:gd name="T13" fmla="*/ 2 h 260"/>
                <a:gd name="T14" fmla="*/ 2 w 437"/>
                <a:gd name="T15" fmla="*/ 2 h 260"/>
                <a:gd name="T16" fmla="*/ 2 w 437"/>
                <a:gd name="T17" fmla="*/ 2 h 260"/>
                <a:gd name="T18" fmla="*/ 2 w 437"/>
                <a:gd name="T19" fmla="*/ 1 h 260"/>
                <a:gd name="T20" fmla="*/ 3 w 437"/>
                <a:gd name="T21" fmla="*/ 1 h 260"/>
                <a:gd name="T22" fmla="*/ 3 w 437"/>
                <a:gd name="T23" fmla="*/ 1 h 260"/>
                <a:gd name="T24" fmla="*/ 3 w 437"/>
                <a:gd name="T25" fmla="*/ 1 h 260"/>
                <a:gd name="T26" fmla="*/ 3 w 437"/>
                <a:gd name="T27" fmla="*/ 1 h 260"/>
                <a:gd name="T28" fmla="*/ 3 w 437"/>
                <a:gd name="T29" fmla="*/ 1 h 260"/>
                <a:gd name="T30" fmla="*/ 3 w 437"/>
                <a:gd name="T31" fmla="*/ 0 h 260"/>
                <a:gd name="T32" fmla="*/ 3 w 437"/>
                <a:gd name="T33" fmla="*/ 0 h 260"/>
                <a:gd name="T34" fmla="*/ 3 w 437"/>
                <a:gd name="T35" fmla="*/ 0 h 260"/>
                <a:gd name="T36" fmla="*/ 3 w 437"/>
                <a:gd name="T37" fmla="*/ 0 h 260"/>
                <a:gd name="T38" fmla="*/ 3 w 437"/>
                <a:gd name="T39" fmla="*/ 0 h 260"/>
                <a:gd name="T40" fmla="*/ 3 w 437"/>
                <a:gd name="T41" fmla="*/ 0 h 260"/>
                <a:gd name="T42" fmla="*/ 3 w 437"/>
                <a:gd name="T43" fmla="*/ 1 h 260"/>
                <a:gd name="T44" fmla="*/ 3 w 437"/>
                <a:gd name="T45" fmla="*/ 1 h 260"/>
                <a:gd name="T46" fmla="*/ 3 w 437"/>
                <a:gd name="T47" fmla="*/ 1 h 260"/>
                <a:gd name="T48" fmla="*/ 3 w 437"/>
                <a:gd name="T49" fmla="*/ 1 h 260"/>
                <a:gd name="T50" fmla="*/ 3 w 437"/>
                <a:gd name="T51" fmla="*/ 1 h 260"/>
                <a:gd name="T52" fmla="*/ 2 w 437"/>
                <a:gd name="T53" fmla="*/ 1 h 260"/>
                <a:gd name="T54" fmla="*/ 2 w 437"/>
                <a:gd name="T55" fmla="*/ 2 h 260"/>
                <a:gd name="T56" fmla="*/ 2 w 437"/>
                <a:gd name="T57" fmla="*/ 2 h 260"/>
                <a:gd name="T58" fmla="*/ 2 w 437"/>
                <a:gd name="T59" fmla="*/ 2 h 260"/>
                <a:gd name="T60" fmla="*/ 1 w 437"/>
                <a:gd name="T61" fmla="*/ 2 h 260"/>
                <a:gd name="T62" fmla="*/ 1 w 437"/>
                <a:gd name="T63" fmla="*/ 2 h 260"/>
                <a:gd name="T64" fmla="*/ 1 w 437"/>
                <a:gd name="T65" fmla="*/ 2 h 260"/>
                <a:gd name="T66" fmla="*/ 0 w 437"/>
                <a:gd name="T67" fmla="*/ 2 h 260"/>
                <a:gd name="T68" fmla="*/ 0 w 437"/>
                <a:gd name="T69" fmla="*/ 2 h 260"/>
                <a:gd name="T70" fmla="*/ 0 w 437"/>
                <a:gd name="T71" fmla="*/ 2 h 260"/>
                <a:gd name="T72" fmla="*/ 0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0" y="260"/>
                  </a:moveTo>
                  <a:lnTo>
                    <a:pt x="0" y="260"/>
                  </a:lnTo>
                  <a:lnTo>
                    <a:pt x="43" y="259"/>
                  </a:lnTo>
                  <a:lnTo>
                    <a:pt x="87" y="255"/>
                  </a:lnTo>
                  <a:lnTo>
                    <a:pt x="128" y="248"/>
                  </a:lnTo>
                  <a:lnTo>
                    <a:pt x="168" y="240"/>
                  </a:lnTo>
                  <a:lnTo>
                    <a:pt x="207" y="230"/>
                  </a:lnTo>
                  <a:lnTo>
                    <a:pt x="242" y="217"/>
                  </a:lnTo>
                  <a:lnTo>
                    <a:pt x="276" y="202"/>
                  </a:lnTo>
                  <a:lnTo>
                    <a:pt x="308" y="185"/>
                  </a:lnTo>
                  <a:lnTo>
                    <a:pt x="336" y="166"/>
                  </a:lnTo>
                  <a:lnTo>
                    <a:pt x="360" y="146"/>
                  </a:lnTo>
                  <a:lnTo>
                    <a:pt x="383" y="125"/>
                  </a:lnTo>
                  <a:lnTo>
                    <a:pt x="401" y="102"/>
                  </a:lnTo>
                  <a:lnTo>
                    <a:pt x="417" y="77"/>
                  </a:lnTo>
                  <a:lnTo>
                    <a:pt x="427" y="53"/>
                  </a:lnTo>
                  <a:lnTo>
                    <a:pt x="434" y="27"/>
                  </a:lnTo>
                  <a:lnTo>
                    <a:pt x="437" y="0"/>
                  </a:lnTo>
                  <a:lnTo>
                    <a:pt x="425" y="0"/>
                  </a:lnTo>
                  <a:lnTo>
                    <a:pt x="422" y="24"/>
                  </a:lnTo>
                  <a:lnTo>
                    <a:pt x="415" y="48"/>
                  </a:lnTo>
                  <a:lnTo>
                    <a:pt x="405" y="73"/>
                  </a:lnTo>
                  <a:lnTo>
                    <a:pt x="392" y="95"/>
                  </a:lnTo>
                  <a:lnTo>
                    <a:pt x="373" y="116"/>
                  </a:lnTo>
                  <a:lnTo>
                    <a:pt x="353" y="137"/>
                  </a:lnTo>
                  <a:lnTo>
                    <a:pt x="329" y="157"/>
                  </a:lnTo>
                  <a:lnTo>
                    <a:pt x="301" y="173"/>
                  </a:lnTo>
                  <a:lnTo>
                    <a:pt x="271" y="190"/>
                  </a:lnTo>
                  <a:lnTo>
                    <a:pt x="237" y="205"/>
                  </a:lnTo>
                  <a:lnTo>
                    <a:pt x="202" y="218"/>
                  </a:lnTo>
                  <a:lnTo>
                    <a:pt x="166" y="228"/>
                  </a:lnTo>
                  <a:lnTo>
                    <a:pt x="126" y="237"/>
                  </a:lnTo>
                  <a:lnTo>
                    <a:pt x="85" y="244"/>
                  </a:lnTo>
                  <a:lnTo>
                    <a:pt x="43" y="247"/>
                  </a:lnTo>
                  <a:lnTo>
                    <a:pt x="0" y="248"/>
                  </a:lnTo>
                  <a:lnTo>
                    <a:pt x="0"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1412" name="Freeform 50"/>
            <p:cNvSpPr>
              <a:spLocks/>
            </p:cNvSpPr>
            <p:nvPr/>
          </p:nvSpPr>
          <p:spPr bwMode="auto">
            <a:xfrm>
              <a:off x="1179" y="1640"/>
              <a:ext cx="88" cy="52"/>
            </a:xfrm>
            <a:custGeom>
              <a:avLst/>
              <a:gdLst>
                <a:gd name="T0" fmla="*/ 0 w 439"/>
                <a:gd name="T1" fmla="*/ 0 h 260"/>
                <a:gd name="T2" fmla="*/ 0 w 439"/>
                <a:gd name="T3" fmla="*/ 0 h 260"/>
                <a:gd name="T4" fmla="*/ 0 w 439"/>
                <a:gd name="T5" fmla="*/ 0 h 260"/>
                <a:gd name="T6" fmla="*/ 0 w 439"/>
                <a:gd name="T7" fmla="*/ 0 h 260"/>
                <a:gd name="T8" fmla="*/ 0 w 439"/>
                <a:gd name="T9" fmla="*/ 1 h 260"/>
                <a:gd name="T10" fmla="*/ 0 w 439"/>
                <a:gd name="T11" fmla="*/ 1 h 260"/>
                <a:gd name="T12" fmla="*/ 0 w 439"/>
                <a:gd name="T13" fmla="*/ 1 h 260"/>
                <a:gd name="T14" fmla="*/ 1 w 439"/>
                <a:gd name="T15" fmla="*/ 1 h 260"/>
                <a:gd name="T16" fmla="*/ 1 w 439"/>
                <a:gd name="T17" fmla="*/ 1 h 260"/>
                <a:gd name="T18" fmla="*/ 1 w 439"/>
                <a:gd name="T19" fmla="*/ 1 h 260"/>
                <a:gd name="T20" fmla="*/ 1 w 439"/>
                <a:gd name="T21" fmla="*/ 2 h 260"/>
                <a:gd name="T22" fmla="*/ 2 w 439"/>
                <a:gd name="T23" fmla="*/ 2 h 260"/>
                <a:gd name="T24" fmla="*/ 2 w 439"/>
                <a:gd name="T25" fmla="*/ 2 h 260"/>
                <a:gd name="T26" fmla="*/ 2 w 439"/>
                <a:gd name="T27" fmla="*/ 2 h 260"/>
                <a:gd name="T28" fmla="*/ 2 w 439"/>
                <a:gd name="T29" fmla="*/ 2 h 260"/>
                <a:gd name="T30" fmla="*/ 3 w 439"/>
                <a:gd name="T31" fmla="*/ 2 h 260"/>
                <a:gd name="T32" fmla="*/ 3 w 439"/>
                <a:gd name="T33" fmla="*/ 2 h 260"/>
                <a:gd name="T34" fmla="*/ 4 w 439"/>
                <a:gd name="T35" fmla="*/ 2 h 260"/>
                <a:gd name="T36" fmla="*/ 4 w 439"/>
                <a:gd name="T37" fmla="*/ 2 h 260"/>
                <a:gd name="T38" fmla="*/ 3 w 439"/>
                <a:gd name="T39" fmla="*/ 2 h 260"/>
                <a:gd name="T40" fmla="*/ 3 w 439"/>
                <a:gd name="T41" fmla="*/ 2 h 260"/>
                <a:gd name="T42" fmla="*/ 3 w 439"/>
                <a:gd name="T43" fmla="*/ 2 h 260"/>
                <a:gd name="T44" fmla="*/ 2 w 439"/>
                <a:gd name="T45" fmla="*/ 2 h 260"/>
                <a:gd name="T46" fmla="*/ 2 w 439"/>
                <a:gd name="T47" fmla="*/ 2 h 260"/>
                <a:gd name="T48" fmla="*/ 2 w 439"/>
                <a:gd name="T49" fmla="*/ 2 h 260"/>
                <a:gd name="T50" fmla="*/ 1 w 439"/>
                <a:gd name="T51" fmla="*/ 2 h 260"/>
                <a:gd name="T52" fmla="*/ 1 w 439"/>
                <a:gd name="T53" fmla="*/ 1 h 260"/>
                <a:gd name="T54" fmla="*/ 1 w 439"/>
                <a:gd name="T55" fmla="*/ 1 h 260"/>
                <a:gd name="T56" fmla="*/ 1 w 439"/>
                <a:gd name="T57" fmla="*/ 1 h 260"/>
                <a:gd name="T58" fmla="*/ 1 w 439"/>
                <a:gd name="T59" fmla="*/ 1 h 260"/>
                <a:gd name="T60" fmla="*/ 0 w 439"/>
                <a:gd name="T61" fmla="*/ 1 h 260"/>
                <a:gd name="T62" fmla="*/ 0 w 439"/>
                <a:gd name="T63" fmla="*/ 1 h 260"/>
                <a:gd name="T64" fmla="*/ 0 w 439"/>
                <a:gd name="T65" fmla="*/ 0 h 260"/>
                <a:gd name="T66" fmla="*/ 0 w 439"/>
                <a:gd name="T67" fmla="*/ 0 h 260"/>
                <a:gd name="T68" fmla="*/ 0 w 439"/>
                <a:gd name="T69" fmla="*/ 0 h 260"/>
                <a:gd name="T70" fmla="*/ 0 w 439"/>
                <a:gd name="T71" fmla="*/ 0 h 260"/>
                <a:gd name="T72" fmla="*/ 0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0" y="0"/>
                  </a:moveTo>
                  <a:lnTo>
                    <a:pt x="0" y="0"/>
                  </a:lnTo>
                  <a:lnTo>
                    <a:pt x="3" y="27"/>
                  </a:lnTo>
                  <a:lnTo>
                    <a:pt x="10" y="53"/>
                  </a:lnTo>
                  <a:lnTo>
                    <a:pt x="20" y="77"/>
                  </a:lnTo>
                  <a:lnTo>
                    <a:pt x="35" y="102"/>
                  </a:lnTo>
                  <a:lnTo>
                    <a:pt x="54" y="125"/>
                  </a:lnTo>
                  <a:lnTo>
                    <a:pt x="76" y="146"/>
                  </a:lnTo>
                  <a:lnTo>
                    <a:pt x="102" y="166"/>
                  </a:lnTo>
                  <a:lnTo>
                    <a:pt x="130" y="185"/>
                  </a:lnTo>
                  <a:lnTo>
                    <a:pt x="162" y="202"/>
                  </a:lnTo>
                  <a:lnTo>
                    <a:pt x="195" y="217"/>
                  </a:lnTo>
                  <a:lnTo>
                    <a:pt x="231" y="230"/>
                  </a:lnTo>
                  <a:lnTo>
                    <a:pt x="270" y="240"/>
                  </a:lnTo>
                  <a:lnTo>
                    <a:pt x="310" y="248"/>
                  </a:lnTo>
                  <a:lnTo>
                    <a:pt x="351" y="255"/>
                  </a:lnTo>
                  <a:lnTo>
                    <a:pt x="395" y="259"/>
                  </a:lnTo>
                  <a:lnTo>
                    <a:pt x="439" y="260"/>
                  </a:lnTo>
                  <a:lnTo>
                    <a:pt x="439" y="248"/>
                  </a:lnTo>
                  <a:lnTo>
                    <a:pt x="395" y="247"/>
                  </a:lnTo>
                  <a:lnTo>
                    <a:pt x="353" y="244"/>
                  </a:lnTo>
                  <a:lnTo>
                    <a:pt x="312" y="237"/>
                  </a:lnTo>
                  <a:lnTo>
                    <a:pt x="272" y="228"/>
                  </a:lnTo>
                  <a:lnTo>
                    <a:pt x="236" y="218"/>
                  </a:lnTo>
                  <a:lnTo>
                    <a:pt x="200" y="205"/>
                  </a:lnTo>
                  <a:lnTo>
                    <a:pt x="167" y="190"/>
                  </a:lnTo>
                  <a:lnTo>
                    <a:pt x="137" y="173"/>
                  </a:lnTo>
                  <a:lnTo>
                    <a:pt x="109" y="157"/>
                  </a:lnTo>
                  <a:lnTo>
                    <a:pt x="84" y="137"/>
                  </a:lnTo>
                  <a:lnTo>
                    <a:pt x="64" y="116"/>
                  </a:lnTo>
                  <a:lnTo>
                    <a:pt x="45" y="95"/>
                  </a:lnTo>
                  <a:lnTo>
                    <a:pt x="32" y="73"/>
                  </a:lnTo>
                  <a:lnTo>
                    <a:pt x="21" y="48"/>
                  </a:lnTo>
                  <a:lnTo>
                    <a:pt x="14" y="24"/>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1413" name="Freeform 51"/>
            <p:cNvSpPr>
              <a:spLocks/>
            </p:cNvSpPr>
            <p:nvPr/>
          </p:nvSpPr>
          <p:spPr bwMode="auto">
            <a:xfrm>
              <a:off x="1179" y="1588"/>
              <a:ext cx="88" cy="52"/>
            </a:xfrm>
            <a:custGeom>
              <a:avLst/>
              <a:gdLst>
                <a:gd name="T0" fmla="*/ 4 w 439"/>
                <a:gd name="T1" fmla="*/ 0 h 260"/>
                <a:gd name="T2" fmla="*/ 4 w 439"/>
                <a:gd name="T3" fmla="*/ 0 h 260"/>
                <a:gd name="T4" fmla="*/ 3 w 439"/>
                <a:gd name="T5" fmla="*/ 0 h 260"/>
                <a:gd name="T6" fmla="*/ 3 w 439"/>
                <a:gd name="T7" fmla="*/ 0 h 260"/>
                <a:gd name="T8" fmla="*/ 2 w 439"/>
                <a:gd name="T9" fmla="*/ 0 h 260"/>
                <a:gd name="T10" fmla="*/ 2 w 439"/>
                <a:gd name="T11" fmla="*/ 0 h 260"/>
                <a:gd name="T12" fmla="*/ 2 w 439"/>
                <a:gd name="T13" fmla="*/ 0 h 260"/>
                <a:gd name="T14" fmla="*/ 2 w 439"/>
                <a:gd name="T15" fmla="*/ 0 h 260"/>
                <a:gd name="T16" fmla="*/ 1 w 439"/>
                <a:gd name="T17" fmla="*/ 0 h 260"/>
                <a:gd name="T18" fmla="*/ 1 w 439"/>
                <a:gd name="T19" fmla="*/ 1 h 260"/>
                <a:gd name="T20" fmla="*/ 1 w 439"/>
                <a:gd name="T21" fmla="*/ 1 h 260"/>
                <a:gd name="T22" fmla="*/ 1 w 439"/>
                <a:gd name="T23" fmla="*/ 1 h 260"/>
                <a:gd name="T24" fmla="*/ 0 w 439"/>
                <a:gd name="T25" fmla="*/ 1 h 260"/>
                <a:gd name="T26" fmla="*/ 0 w 439"/>
                <a:gd name="T27" fmla="*/ 1 h 260"/>
                <a:gd name="T28" fmla="*/ 0 w 439"/>
                <a:gd name="T29" fmla="*/ 1 h 260"/>
                <a:gd name="T30" fmla="*/ 0 w 439"/>
                <a:gd name="T31" fmla="*/ 2 h 260"/>
                <a:gd name="T32" fmla="*/ 0 w 439"/>
                <a:gd name="T33" fmla="*/ 2 h 260"/>
                <a:gd name="T34" fmla="*/ 0 w 439"/>
                <a:gd name="T35" fmla="*/ 2 h 260"/>
                <a:gd name="T36" fmla="*/ 0 w 439"/>
                <a:gd name="T37" fmla="*/ 2 h 260"/>
                <a:gd name="T38" fmla="*/ 0 w 439"/>
                <a:gd name="T39" fmla="*/ 2 h 260"/>
                <a:gd name="T40" fmla="*/ 0 w 439"/>
                <a:gd name="T41" fmla="*/ 2 h 260"/>
                <a:gd name="T42" fmla="*/ 0 w 439"/>
                <a:gd name="T43" fmla="*/ 1 h 260"/>
                <a:gd name="T44" fmla="*/ 0 w 439"/>
                <a:gd name="T45" fmla="*/ 1 h 260"/>
                <a:gd name="T46" fmla="*/ 1 w 439"/>
                <a:gd name="T47" fmla="*/ 1 h 260"/>
                <a:gd name="T48" fmla="*/ 1 w 439"/>
                <a:gd name="T49" fmla="*/ 1 h 260"/>
                <a:gd name="T50" fmla="*/ 1 w 439"/>
                <a:gd name="T51" fmla="*/ 1 h 260"/>
                <a:gd name="T52" fmla="*/ 1 w 439"/>
                <a:gd name="T53" fmla="*/ 1 h 260"/>
                <a:gd name="T54" fmla="*/ 1 w 439"/>
                <a:gd name="T55" fmla="*/ 1 h 260"/>
                <a:gd name="T56" fmla="*/ 2 w 439"/>
                <a:gd name="T57" fmla="*/ 0 h 260"/>
                <a:gd name="T58" fmla="*/ 2 w 439"/>
                <a:gd name="T59" fmla="*/ 0 h 260"/>
                <a:gd name="T60" fmla="*/ 2 w 439"/>
                <a:gd name="T61" fmla="*/ 0 h 260"/>
                <a:gd name="T62" fmla="*/ 3 w 439"/>
                <a:gd name="T63" fmla="*/ 0 h 260"/>
                <a:gd name="T64" fmla="*/ 3 w 439"/>
                <a:gd name="T65" fmla="*/ 0 h 260"/>
                <a:gd name="T66" fmla="*/ 3 w 439"/>
                <a:gd name="T67" fmla="*/ 0 h 260"/>
                <a:gd name="T68" fmla="*/ 4 w 439"/>
                <a:gd name="T69" fmla="*/ 0 h 260"/>
                <a:gd name="T70" fmla="*/ 4 w 439"/>
                <a:gd name="T71" fmla="*/ 0 h 260"/>
                <a:gd name="T72" fmla="*/ 4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439" y="0"/>
                  </a:moveTo>
                  <a:lnTo>
                    <a:pt x="439" y="0"/>
                  </a:lnTo>
                  <a:lnTo>
                    <a:pt x="395" y="1"/>
                  </a:lnTo>
                  <a:lnTo>
                    <a:pt x="351" y="4"/>
                  </a:lnTo>
                  <a:lnTo>
                    <a:pt x="310" y="11"/>
                  </a:lnTo>
                  <a:lnTo>
                    <a:pt x="270" y="19"/>
                  </a:lnTo>
                  <a:lnTo>
                    <a:pt x="231" y="30"/>
                  </a:lnTo>
                  <a:lnTo>
                    <a:pt x="195" y="43"/>
                  </a:lnTo>
                  <a:lnTo>
                    <a:pt x="162" y="58"/>
                  </a:lnTo>
                  <a:lnTo>
                    <a:pt x="130" y="73"/>
                  </a:lnTo>
                  <a:lnTo>
                    <a:pt x="102" y="93"/>
                  </a:lnTo>
                  <a:lnTo>
                    <a:pt x="76" y="113"/>
                  </a:lnTo>
                  <a:lnTo>
                    <a:pt x="54" y="133"/>
                  </a:lnTo>
                  <a:lnTo>
                    <a:pt x="35" y="157"/>
                  </a:lnTo>
                  <a:lnTo>
                    <a:pt x="20" y="181"/>
                  </a:lnTo>
                  <a:lnTo>
                    <a:pt x="10" y="206"/>
                  </a:lnTo>
                  <a:lnTo>
                    <a:pt x="3" y="233"/>
                  </a:lnTo>
                  <a:lnTo>
                    <a:pt x="0" y="260"/>
                  </a:lnTo>
                  <a:lnTo>
                    <a:pt x="12" y="260"/>
                  </a:lnTo>
                  <a:lnTo>
                    <a:pt x="14" y="235"/>
                  </a:lnTo>
                  <a:lnTo>
                    <a:pt x="21" y="211"/>
                  </a:lnTo>
                  <a:lnTo>
                    <a:pt x="32" y="186"/>
                  </a:lnTo>
                  <a:lnTo>
                    <a:pt x="45" y="164"/>
                  </a:lnTo>
                  <a:lnTo>
                    <a:pt x="64" y="143"/>
                  </a:lnTo>
                  <a:lnTo>
                    <a:pt x="84" y="123"/>
                  </a:lnTo>
                  <a:lnTo>
                    <a:pt x="109" y="103"/>
                  </a:lnTo>
                  <a:lnTo>
                    <a:pt x="137" y="85"/>
                  </a:lnTo>
                  <a:lnTo>
                    <a:pt x="167" y="70"/>
                  </a:lnTo>
                  <a:lnTo>
                    <a:pt x="200" y="55"/>
                  </a:lnTo>
                  <a:lnTo>
                    <a:pt x="236" y="42"/>
                  </a:lnTo>
                  <a:lnTo>
                    <a:pt x="272" y="31"/>
                  </a:lnTo>
                  <a:lnTo>
                    <a:pt x="312" y="23"/>
                  </a:lnTo>
                  <a:lnTo>
                    <a:pt x="353" y="16"/>
                  </a:lnTo>
                  <a:lnTo>
                    <a:pt x="395" y="12"/>
                  </a:lnTo>
                  <a:lnTo>
                    <a:pt x="439" y="11"/>
                  </a:lnTo>
                  <a:lnTo>
                    <a:pt x="439"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1414" name="Freeform 52"/>
            <p:cNvSpPr>
              <a:spLocks/>
            </p:cNvSpPr>
            <p:nvPr/>
          </p:nvSpPr>
          <p:spPr bwMode="auto">
            <a:xfrm>
              <a:off x="964" y="1745"/>
              <a:ext cx="48" cy="85"/>
            </a:xfrm>
            <a:custGeom>
              <a:avLst/>
              <a:gdLst>
                <a:gd name="T0" fmla="*/ 2 w 244"/>
                <a:gd name="T1" fmla="*/ 3 h 426"/>
                <a:gd name="T2" fmla="*/ 2 w 244"/>
                <a:gd name="T3" fmla="*/ 3 h 426"/>
                <a:gd name="T4" fmla="*/ 2 w 244"/>
                <a:gd name="T5" fmla="*/ 3 h 426"/>
                <a:gd name="T6" fmla="*/ 2 w 244"/>
                <a:gd name="T7" fmla="*/ 3 h 426"/>
                <a:gd name="T8" fmla="*/ 2 w 244"/>
                <a:gd name="T9" fmla="*/ 2 h 426"/>
                <a:gd name="T10" fmla="*/ 2 w 244"/>
                <a:gd name="T11" fmla="*/ 2 h 426"/>
                <a:gd name="T12" fmla="*/ 2 w 244"/>
                <a:gd name="T13" fmla="*/ 2 h 426"/>
                <a:gd name="T14" fmla="*/ 2 w 244"/>
                <a:gd name="T15" fmla="*/ 2 h 426"/>
                <a:gd name="T16" fmla="*/ 1 w 244"/>
                <a:gd name="T17" fmla="*/ 1 h 426"/>
                <a:gd name="T18" fmla="*/ 1 w 244"/>
                <a:gd name="T19" fmla="*/ 1 h 426"/>
                <a:gd name="T20" fmla="*/ 1 w 244"/>
                <a:gd name="T21" fmla="*/ 1 h 426"/>
                <a:gd name="T22" fmla="*/ 1 w 244"/>
                <a:gd name="T23" fmla="*/ 1 h 426"/>
                <a:gd name="T24" fmla="*/ 1 w 244"/>
                <a:gd name="T25" fmla="*/ 0 h 426"/>
                <a:gd name="T26" fmla="*/ 1 w 244"/>
                <a:gd name="T27" fmla="*/ 0 h 426"/>
                <a:gd name="T28" fmla="*/ 1 w 244"/>
                <a:gd name="T29" fmla="*/ 0 h 426"/>
                <a:gd name="T30" fmla="*/ 0 w 244"/>
                <a:gd name="T31" fmla="*/ 0 h 426"/>
                <a:gd name="T32" fmla="*/ 0 w 244"/>
                <a:gd name="T33" fmla="*/ 0 h 426"/>
                <a:gd name="T34" fmla="*/ 0 w 244"/>
                <a:gd name="T35" fmla="*/ 0 h 426"/>
                <a:gd name="T36" fmla="*/ 0 w 244"/>
                <a:gd name="T37" fmla="*/ 0 h 426"/>
                <a:gd name="T38" fmla="*/ 0 w 244"/>
                <a:gd name="T39" fmla="*/ 0 h 426"/>
                <a:gd name="T40" fmla="*/ 0 w 244"/>
                <a:gd name="T41" fmla="*/ 0 h 426"/>
                <a:gd name="T42" fmla="*/ 1 w 244"/>
                <a:gd name="T43" fmla="*/ 0 h 426"/>
                <a:gd name="T44" fmla="*/ 1 w 244"/>
                <a:gd name="T45" fmla="*/ 0 h 426"/>
                <a:gd name="T46" fmla="*/ 1 w 244"/>
                <a:gd name="T47" fmla="*/ 0 h 426"/>
                <a:gd name="T48" fmla="*/ 1 w 244"/>
                <a:gd name="T49" fmla="*/ 1 h 426"/>
                <a:gd name="T50" fmla="*/ 1 w 244"/>
                <a:gd name="T51" fmla="*/ 1 h 426"/>
                <a:gd name="T52" fmla="*/ 1 w 244"/>
                <a:gd name="T53" fmla="*/ 1 h 426"/>
                <a:gd name="T54" fmla="*/ 1 w 244"/>
                <a:gd name="T55" fmla="*/ 1 h 426"/>
                <a:gd name="T56" fmla="*/ 1 w 244"/>
                <a:gd name="T57" fmla="*/ 2 h 426"/>
                <a:gd name="T58" fmla="*/ 2 w 244"/>
                <a:gd name="T59" fmla="*/ 2 h 426"/>
                <a:gd name="T60" fmla="*/ 2 w 244"/>
                <a:gd name="T61" fmla="*/ 2 h 426"/>
                <a:gd name="T62" fmla="*/ 2 w 244"/>
                <a:gd name="T63" fmla="*/ 2 h 426"/>
                <a:gd name="T64" fmla="*/ 2 w 244"/>
                <a:gd name="T65" fmla="*/ 3 h 426"/>
                <a:gd name="T66" fmla="*/ 2 w 244"/>
                <a:gd name="T67" fmla="*/ 3 h 426"/>
                <a:gd name="T68" fmla="*/ 2 w 244"/>
                <a:gd name="T69" fmla="*/ 3 h 426"/>
                <a:gd name="T70" fmla="*/ 2 w 244"/>
                <a:gd name="T71" fmla="*/ 3 h 426"/>
                <a:gd name="T72" fmla="*/ 2 w 244"/>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6"/>
                <a:gd name="T113" fmla="*/ 244 w 244"/>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6">
                  <a:moveTo>
                    <a:pt x="244" y="426"/>
                  </a:moveTo>
                  <a:lnTo>
                    <a:pt x="244" y="426"/>
                  </a:lnTo>
                  <a:lnTo>
                    <a:pt x="243" y="383"/>
                  </a:lnTo>
                  <a:lnTo>
                    <a:pt x="240" y="340"/>
                  </a:lnTo>
                  <a:lnTo>
                    <a:pt x="234" y="300"/>
                  </a:lnTo>
                  <a:lnTo>
                    <a:pt x="226" y="262"/>
                  </a:lnTo>
                  <a:lnTo>
                    <a:pt x="215" y="224"/>
                  </a:lnTo>
                  <a:lnTo>
                    <a:pt x="203" y="189"/>
                  </a:lnTo>
                  <a:lnTo>
                    <a:pt x="189" y="157"/>
                  </a:lnTo>
                  <a:lnTo>
                    <a:pt x="174" y="126"/>
                  </a:lnTo>
                  <a:lnTo>
                    <a:pt x="155" y="99"/>
                  </a:lnTo>
                  <a:lnTo>
                    <a:pt x="138" y="74"/>
                  </a:lnTo>
                  <a:lnTo>
                    <a:pt x="118" y="52"/>
                  </a:lnTo>
                  <a:lnTo>
                    <a:pt x="96" y="34"/>
                  </a:lnTo>
                  <a:lnTo>
                    <a:pt x="73" y="19"/>
                  </a:lnTo>
                  <a:lnTo>
                    <a:pt x="50" y="8"/>
                  </a:lnTo>
                  <a:lnTo>
                    <a:pt x="25" y="2"/>
                  </a:lnTo>
                  <a:lnTo>
                    <a:pt x="0" y="0"/>
                  </a:lnTo>
                  <a:lnTo>
                    <a:pt x="0" y="12"/>
                  </a:lnTo>
                  <a:lnTo>
                    <a:pt x="23" y="14"/>
                  </a:lnTo>
                  <a:lnTo>
                    <a:pt x="45" y="20"/>
                  </a:lnTo>
                  <a:lnTo>
                    <a:pt x="66" y="31"/>
                  </a:lnTo>
                  <a:lnTo>
                    <a:pt x="89" y="43"/>
                  </a:lnTo>
                  <a:lnTo>
                    <a:pt x="109" y="61"/>
                  </a:lnTo>
                  <a:lnTo>
                    <a:pt x="129" y="81"/>
                  </a:lnTo>
                  <a:lnTo>
                    <a:pt x="146" y="106"/>
                  </a:lnTo>
                  <a:lnTo>
                    <a:pt x="162" y="133"/>
                  </a:lnTo>
                  <a:lnTo>
                    <a:pt x="178" y="162"/>
                  </a:lnTo>
                  <a:lnTo>
                    <a:pt x="192" y="194"/>
                  </a:lnTo>
                  <a:lnTo>
                    <a:pt x="203" y="229"/>
                  </a:lnTo>
                  <a:lnTo>
                    <a:pt x="214" y="264"/>
                  </a:lnTo>
                  <a:lnTo>
                    <a:pt x="222" y="303"/>
                  </a:lnTo>
                  <a:lnTo>
                    <a:pt x="228" y="342"/>
                  </a:lnTo>
                  <a:lnTo>
                    <a:pt x="232" y="383"/>
                  </a:lnTo>
                  <a:lnTo>
                    <a:pt x="233" y="426"/>
                  </a:lnTo>
                  <a:lnTo>
                    <a:pt x="244"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1415" name="Freeform 53"/>
            <p:cNvSpPr>
              <a:spLocks/>
            </p:cNvSpPr>
            <p:nvPr/>
          </p:nvSpPr>
          <p:spPr bwMode="auto">
            <a:xfrm>
              <a:off x="964" y="1830"/>
              <a:ext cx="48" cy="85"/>
            </a:xfrm>
            <a:custGeom>
              <a:avLst/>
              <a:gdLst>
                <a:gd name="T0" fmla="*/ 0 w 244"/>
                <a:gd name="T1" fmla="*/ 3 h 424"/>
                <a:gd name="T2" fmla="*/ 0 w 244"/>
                <a:gd name="T3" fmla="*/ 3 h 424"/>
                <a:gd name="T4" fmla="*/ 0 w 244"/>
                <a:gd name="T5" fmla="*/ 3 h 424"/>
                <a:gd name="T6" fmla="*/ 0 w 244"/>
                <a:gd name="T7" fmla="*/ 3 h 424"/>
                <a:gd name="T8" fmla="*/ 1 w 244"/>
                <a:gd name="T9" fmla="*/ 3 h 424"/>
                <a:gd name="T10" fmla="*/ 1 w 244"/>
                <a:gd name="T11" fmla="*/ 3 h 424"/>
                <a:gd name="T12" fmla="*/ 1 w 244"/>
                <a:gd name="T13" fmla="*/ 3 h 424"/>
                <a:gd name="T14" fmla="*/ 1 w 244"/>
                <a:gd name="T15" fmla="*/ 3 h 424"/>
                <a:gd name="T16" fmla="*/ 1 w 244"/>
                <a:gd name="T17" fmla="*/ 3 h 424"/>
                <a:gd name="T18" fmla="*/ 1 w 244"/>
                <a:gd name="T19" fmla="*/ 2 h 424"/>
                <a:gd name="T20" fmla="*/ 1 w 244"/>
                <a:gd name="T21" fmla="*/ 2 h 424"/>
                <a:gd name="T22" fmla="*/ 2 w 244"/>
                <a:gd name="T23" fmla="*/ 2 h 424"/>
                <a:gd name="T24" fmla="*/ 2 w 244"/>
                <a:gd name="T25" fmla="*/ 2 h 424"/>
                <a:gd name="T26" fmla="*/ 2 w 244"/>
                <a:gd name="T27" fmla="*/ 1 h 424"/>
                <a:gd name="T28" fmla="*/ 2 w 244"/>
                <a:gd name="T29" fmla="*/ 1 h 424"/>
                <a:gd name="T30" fmla="*/ 2 w 244"/>
                <a:gd name="T31" fmla="*/ 1 h 424"/>
                <a:gd name="T32" fmla="*/ 2 w 244"/>
                <a:gd name="T33" fmla="*/ 0 h 424"/>
                <a:gd name="T34" fmla="*/ 2 w 244"/>
                <a:gd name="T35" fmla="*/ 0 h 424"/>
                <a:gd name="T36" fmla="*/ 2 w 244"/>
                <a:gd name="T37" fmla="*/ 0 h 424"/>
                <a:gd name="T38" fmla="*/ 2 w 244"/>
                <a:gd name="T39" fmla="*/ 0 h 424"/>
                <a:gd name="T40" fmla="*/ 2 w 244"/>
                <a:gd name="T41" fmla="*/ 1 h 424"/>
                <a:gd name="T42" fmla="*/ 2 w 244"/>
                <a:gd name="T43" fmla="*/ 1 h 424"/>
                <a:gd name="T44" fmla="*/ 2 w 244"/>
                <a:gd name="T45" fmla="*/ 1 h 424"/>
                <a:gd name="T46" fmla="*/ 2 w 244"/>
                <a:gd name="T47" fmla="*/ 2 h 424"/>
                <a:gd name="T48" fmla="*/ 1 w 244"/>
                <a:gd name="T49" fmla="*/ 2 h 424"/>
                <a:gd name="T50" fmla="*/ 1 w 244"/>
                <a:gd name="T51" fmla="*/ 2 h 424"/>
                <a:gd name="T52" fmla="*/ 1 w 244"/>
                <a:gd name="T53" fmla="*/ 2 h 424"/>
                <a:gd name="T54" fmla="*/ 1 w 244"/>
                <a:gd name="T55" fmla="*/ 3 h 424"/>
                <a:gd name="T56" fmla="*/ 1 w 244"/>
                <a:gd name="T57" fmla="*/ 3 h 424"/>
                <a:gd name="T58" fmla="*/ 1 w 244"/>
                <a:gd name="T59" fmla="*/ 3 h 424"/>
                <a:gd name="T60" fmla="*/ 1 w 244"/>
                <a:gd name="T61" fmla="*/ 3 h 424"/>
                <a:gd name="T62" fmla="*/ 1 w 244"/>
                <a:gd name="T63" fmla="*/ 3 h 424"/>
                <a:gd name="T64" fmla="*/ 0 w 244"/>
                <a:gd name="T65" fmla="*/ 3 h 424"/>
                <a:gd name="T66" fmla="*/ 0 w 244"/>
                <a:gd name="T67" fmla="*/ 3 h 424"/>
                <a:gd name="T68" fmla="*/ 0 w 244"/>
                <a:gd name="T69" fmla="*/ 3 h 424"/>
                <a:gd name="T70" fmla="*/ 0 w 244"/>
                <a:gd name="T71" fmla="*/ 3 h 424"/>
                <a:gd name="T72" fmla="*/ 0 w 244"/>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4"/>
                <a:gd name="T113" fmla="*/ 244 w 244"/>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4">
                  <a:moveTo>
                    <a:pt x="0" y="424"/>
                  </a:moveTo>
                  <a:lnTo>
                    <a:pt x="0" y="424"/>
                  </a:lnTo>
                  <a:lnTo>
                    <a:pt x="25" y="422"/>
                  </a:lnTo>
                  <a:lnTo>
                    <a:pt x="50" y="416"/>
                  </a:lnTo>
                  <a:lnTo>
                    <a:pt x="73" y="405"/>
                  </a:lnTo>
                  <a:lnTo>
                    <a:pt x="96" y="390"/>
                  </a:lnTo>
                  <a:lnTo>
                    <a:pt x="118" y="373"/>
                  </a:lnTo>
                  <a:lnTo>
                    <a:pt x="138" y="350"/>
                  </a:lnTo>
                  <a:lnTo>
                    <a:pt x="155" y="326"/>
                  </a:lnTo>
                  <a:lnTo>
                    <a:pt x="173" y="299"/>
                  </a:lnTo>
                  <a:lnTo>
                    <a:pt x="189" y="268"/>
                  </a:lnTo>
                  <a:lnTo>
                    <a:pt x="203" y="235"/>
                  </a:lnTo>
                  <a:lnTo>
                    <a:pt x="215" y="201"/>
                  </a:lnTo>
                  <a:lnTo>
                    <a:pt x="226" y="163"/>
                  </a:lnTo>
                  <a:lnTo>
                    <a:pt x="234" y="125"/>
                  </a:lnTo>
                  <a:lnTo>
                    <a:pt x="240" y="85"/>
                  </a:lnTo>
                  <a:lnTo>
                    <a:pt x="243" y="42"/>
                  </a:lnTo>
                  <a:lnTo>
                    <a:pt x="244" y="0"/>
                  </a:lnTo>
                  <a:lnTo>
                    <a:pt x="233" y="0"/>
                  </a:lnTo>
                  <a:lnTo>
                    <a:pt x="232" y="42"/>
                  </a:lnTo>
                  <a:lnTo>
                    <a:pt x="228" y="83"/>
                  </a:lnTo>
                  <a:lnTo>
                    <a:pt x="222" y="123"/>
                  </a:lnTo>
                  <a:lnTo>
                    <a:pt x="214" y="160"/>
                  </a:lnTo>
                  <a:lnTo>
                    <a:pt x="203" y="197"/>
                  </a:lnTo>
                  <a:lnTo>
                    <a:pt x="192" y="231"/>
                  </a:lnTo>
                  <a:lnTo>
                    <a:pt x="178" y="263"/>
                  </a:lnTo>
                  <a:lnTo>
                    <a:pt x="164" y="292"/>
                  </a:lnTo>
                  <a:lnTo>
                    <a:pt x="146" y="319"/>
                  </a:lnTo>
                  <a:lnTo>
                    <a:pt x="129" y="343"/>
                  </a:lnTo>
                  <a:lnTo>
                    <a:pt x="109" y="363"/>
                  </a:lnTo>
                  <a:lnTo>
                    <a:pt x="89" y="381"/>
                  </a:lnTo>
                  <a:lnTo>
                    <a:pt x="66" y="394"/>
                  </a:lnTo>
                  <a:lnTo>
                    <a:pt x="45" y="404"/>
                  </a:lnTo>
                  <a:lnTo>
                    <a:pt x="23" y="410"/>
                  </a:lnTo>
                  <a:lnTo>
                    <a:pt x="0" y="412"/>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1416" name="Freeform 54"/>
            <p:cNvSpPr>
              <a:spLocks/>
            </p:cNvSpPr>
            <p:nvPr/>
          </p:nvSpPr>
          <p:spPr bwMode="auto">
            <a:xfrm>
              <a:off x="915" y="1830"/>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1" y="42"/>
                  </a:lnTo>
                  <a:lnTo>
                    <a:pt x="4" y="85"/>
                  </a:lnTo>
                  <a:lnTo>
                    <a:pt x="10" y="125"/>
                  </a:lnTo>
                  <a:lnTo>
                    <a:pt x="19" y="163"/>
                  </a:lnTo>
                  <a:lnTo>
                    <a:pt x="29" y="201"/>
                  </a:lnTo>
                  <a:lnTo>
                    <a:pt x="41" y="235"/>
                  </a:lnTo>
                  <a:lnTo>
                    <a:pt x="55" y="268"/>
                  </a:lnTo>
                  <a:lnTo>
                    <a:pt x="71" y="299"/>
                  </a:lnTo>
                  <a:lnTo>
                    <a:pt x="89" y="326"/>
                  </a:lnTo>
                  <a:lnTo>
                    <a:pt x="106" y="350"/>
                  </a:lnTo>
                  <a:lnTo>
                    <a:pt x="126" y="373"/>
                  </a:lnTo>
                  <a:lnTo>
                    <a:pt x="149" y="390"/>
                  </a:lnTo>
                  <a:lnTo>
                    <a:pt x="171" y="405"/>
                  </a:lnTo>
                  <a:lnTo>
                    <a:pt x="194" y="416"/>
                  </a:lnTo>
                  <a:lnTo>
                    <a:pt x="219" y="422"/>
                  </a:lnTo>
                  <a:lnTo>
                    <a:pt x="245" y="424"/>
                  </a:lnTo>
                  <a:lnTo>
                    <a:pt x="245" y="412"/>
                  </a:lnTo>
                  <a:lnTo>
                    <a:pt x="221" y="410"/>
                  </a:lnTo>
                  <a:lnTo>
                    <a:pt x="199" y="404"/>
                  </a:lnTo>
                  <a:lnTo>
                    <a:pt x="178" y="394"/>
                  </a:lnTo>
                  <a:lnTo>
                    <a:pt x="156" y="381"/>
                  </a:lnTo>
                  <a:lnTo>
                    <a:pt x="136" y="363"/>
                  </a:lnTo>
                  <a:lnTo>
                    <a:pt x="116" y="343"/>
                  </a:lnTo>
                  <a:lnTo>
                    <a:pt x="98" y="319"/>
                  </a:lnTo>
                  <a:lnTo>
                    <a:pt x="81" y="292"/>
                  </a:lnTo>
                  <a:lnTo>
                    <a:pt x="67" y="263"/>
                  </a:lnTo>
                  <a:lnTo>
                    <a:pt x="52" y="231"/>
                  </a:lnTo>
                  <a:lnTo>
                    <a:pt x="41" y="197"/>
                  </a:lnTo>
                  <a:lnTo>
                    <a:pt x="30" y="160"/>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1417" name="Freeform 55"/>
            <p:cNvSpPr>
              <a:spLocks/>
            </p:cNvSpPr>
            <p:nvPr/>
          </p:nvSpPr>
          <p:spPr bwMode="auto">
            <a:xfrm>
              <a:off x="915" y="1745"/>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0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19" y="2"/>
                  </a:lnTo>
                  <a:lnTo>
                    <a:pt x="194" y="8"/>
                  </a:lnTo>
                  <a:lnTo>
                    <a:pt x="171" y="19"/>
                  </a:lnTo>
                  <a:lnTo>
                    <a:pt x="149" y="34"/>
                  </a:lnTo>
                  <a:lnTo>
                    <a:pt x="126" y="52"/>
                  </a:lnTo>
                  <a:lnTo>
                    <a:pt x="106" y="74"/>
                  </a:lnTo>
                  <a:lnTo>
                    <a:pt x="89" y="99"/>
                  </a:lnTo>
                  <a:lnTo>
                    <a:pt x="70" y="126"/>
                  </a:lnTo>
                  <a:lnTo>
                    <a:pt x="55" y="157"/>
                  </a:lnTo>
                  <a:lnTo>
                    <a:pt x="41" y="189"/>
                  </a:lnTo>
                  <a:lnTo>
                    <a:pt x="29" y="224"/>
                  </a:lnTo>
                  <a:lnTo>
                    <a:pt x="19" y="262"/>
                  </a:lnTo>
                  <a:lnTo>
                    <a:pt x="10" y="300"/>
                  </a:lnTo>
                  <a:lnTo>
                    <a:pt x="4" y="340"/>
                  </a:lnTo>
                  <a:lnTo>
                    <a:pt x="1" y="383"/>
                  </a:lnTo>
                  <a:lnTo>
                    <a:pt x="0" y="426"/>
                  </a:lnTo>
                  <a:lnTo>
                    <a:pt x="11" y="426"/>
                  </a:lnTo>
                  <a:lnTo>
                    <a:pt x="13" y="383"/>
                  </a:lnTo>
                  <a:lnTo>
                    <a:pt x="16" y="342"/>
                  </a:lnTo>
                  <a:lnTo>
                    <a:pt x="22" y="303"/>
                  </a:lnTo>
                  <a:lnTo>
                    <a:pt x="30" y="264"/>
                  </a:lnTo>
                  <a:lnTo>
                    <a:pt x="41" y="229"/>
                  </a:lnTo>
                  <a:lnTo>
                    <a:pt x="52" y="194"/>
                  </a:lnTo>
                  <a:lnTo>
                    <a:pt x="67" y="162"/>
                  </a:lnTo>
                  <a:lnTo>
                    <a:pt x="82" y="133"/>
                  </a:lnTo>
                  <a:lnTo>
                    <a:pt x="98" y="106"/>
                  </a:lnTo>
                  <a:lnTo>
                    <a:pt x="116" y="81"/>
                  </a:lnTo>
                  <a:lnTo>
                    <a:pt x="136" y="61"/>
                  </a:lnTo>
                  <a:lnTo>
                    <a:pt x="156" y="43"/>
                  </a:lnTo>
                  <a:lnTo>
                    <a:pt x="178" y="31"/>
                  </a:lnTo>
                  <a:lnTo>
                    <a:pt x="199" y="20"/>
                  </a:lnTo>
                  <a:lnTo>
                    <a:pt x="221"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1418" name="Freeform 56"/>
            <p:cNvSpPr>
              <a:spLocks/>
            </p:cNvSpPr>
            <p:nvPr/>
          </p:nvSpPr>
          <p:spPr bwMode="auto">
            <a:xfrm>
              <a:off x="1140" y="2087"/>
              <a:ext cx="49" cy="85"/>
            </a:xfrm>
            <a:custGeom>
              <a:avLst/>
              <a:gdLst>
                <a:gd name="T0" fmla="*/ 2 w 246"/>
                <a:gd name="T1" fmla="*/ 3 h 424"/>
                <a:gd name="T2" fmla="*/ 2 w 246"/>
                <a:gd name="T3" fmla="*/ 3 h 424"/>
                <a:gd name="T4" fmla="*/ 2 w 246"/>
                <a:gd name="T5" fmla="*/ 3 h 424"/>
                <a:gd name="T6" fmla="*/ 2 w 246"/>
                <a:gd name="T7" fmla="*/ 3 h 424"/>
                <a:gd name="T8" fmla="*/ 2 w 246"/>
                <a:gd name="T9" fmla="*/ 2 h 424"/>
                <a:gd name="T10" fmla="*/ 2 w 246"/>
                <a:gd name="T11" fmla="*/ 2 h 424"/>
                <a:gd name="T12" fmla="*/ 2 w 246"/>
                <a:gd name="T13" fmla="*/ 2 h 424"/>
                <a:gd name="T14" fmla="*/ 2 w 246"/>
                <a:gd name="T15" fmla="*/ 2 h 424"/>
                <a:gd name="T16" fmla="*/ 2 w 246"/>
                <a:gd name="T17" fmla="*/ 1 h 424"/>
                <a:gd name="T18" fmla="*/ 1 w 246"/>
                <a:gd name="T19" fmla="*/ 1 h 424"/>
                <a:gd name="T20" fmla="*/ 1 w 246"/>
                <a:gd name="T21" fmla="*/ 1 h 424"/>
                <a:gd name="T22" fmla="*/ 1 w 246"/>
                <a:gd name="T23" fmla="*/ 1 h 424"/>
                <a:gd name="T24" fmla="*/ 1 w 246"/>
                <a:gd name="T25" fmla="*/ 0 h 424"/>
                <a:gd name="T26" fmla="*/ 1 w 246"/>
                <a:gd name="T27" fmla="*/ 0 h 424"/>
                <a:gd name="T28" fmla="*/ 1 w 246"/>
                <a:gd name="T29" fmla="*/ 0 h 424"/>
                <a:gd name="T30" fmla="*/ 0 w 246"/>
                <a:gd name="T31" fmla="*/ 0 h 424"/>
                <a:gd name="T32" fmla="*/ 0 w 246"/>
                <a:gd name="T33" fmla="*/ 0 h 424"/>
                <a:gd name="T34" fmla="*/ 0 w 246"/>
                <a:gd name="T35" fmla="*/ 0 h 424"/>
                <a:gd name="T36" fmla="*/ 0 w 246"/>
                <a:gd name="T37" fmla="*/ 0 h 424"/>
                <a:gd name="T38" fmla="*/ 0 w 246"/>
                <a:gd name="T39" fmla="*/ 0 h 424"/>
                <a:gd name="T40" fmla="*/ 0 w 246"/>
                <a:gd name="T41" fmla="*/ 0 h 424"/>
                <a:gd name="T42" fmla="*/ 1 w 246"/>
                <a:gd name="T43" fmla="*/ 0 h 424"/>
                <a:gd name="T44" fmla="*/ 1 w 246"/>
                <a:gd name="T45" fmla="*/ 0 h 424"/>
                <a:gd name="T46" fmla="*/ 1 w 246"/>
                <a:gd name="T47" fmla="*/ 0 h 424"/>
                <a:gd name="T48" fmla="*/ 1 w 246"/>
                <a:gd name="T49" fmla="*/ 1 h 424"/>
                <a:gd name="T50" fmla="*/ 1 w 246"/>
                <a:gd name="T51" fmla="*/ 1 h 424"/>
                <a:gd name="T52" fmla="*/ 1 w 246"/>
                <a:gd name="T53" fmla="*/ 1 h 424"/>
                <a:gd name="T54" fmla="*/ 1 w 246"/>
                <a:gd name="T55" fmla="*/ 1 h 424"/>
                <a:gd name="T56" fmla="*/ 2 w 246"/>
                <a:gd name="T57" fmla="*/ 2 h 424"/>
                <a:gd name="T58" fmla="*/ 2 w 246"/>
                <a:gd name="T59" fmla="*/ 2 h 424"/>
                <a:gd name="T60" fmla="*/ 2 w 246"/>
                <a:gd name="T61" fmla="*/ 2 h 424"/>
                <a:gd name="T62" fmla="*/ 2 w 246"/>
                <a:gd name="T63" fmla="*/ 2 h 424"/>
                <a:gd name="T64" fmla="*/ 2 w 246"/>
                <a:gd name="T65" fmla="*/ 3 h 424"/>
                <a:gd name="T66" fmla="*/ 2 w 246"/>
                <a:gd name="T67" fmla="*/ 3 h 424"/>
                <a:gd name="T68" fmla="*/ 2 w 246"/>
                <a:gd name="T69" fmla="*/ 3 h 424"/>
                <a:gd name="T70" fmla="*/ 2 w 246"/>
                <a:gd name="T71" fmla="*/ 3 h 424"/>
                <a:gd name="T72" fmla="*/ 2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424"/>
                  </a:moveTo>
                  <a:lnTo>
                    <a:pt x="246" y="424"/>
                  </a:lnTo>
                  <a:lnTo>
                    <a:pt x="244" y="382"/>
                  </a:lnTo>
                  <a:lnTo>
                    <a:pt x="241" y="338"/>
                  </a:lnTo>
                  <a:lnTo>
                    <a:pt x="235" y="298"/>
                  </a:lnTo>
                  <a:lnTo>
                    <a:pt x="227" y="261"/>
                  </a:lnTo>
                  <a:lnTo>
                    <a:pt x="216" y="222"/>
                  </a:lnTo>
                  <a:lnTo>
                    <a:pt x="205" y="188"/>
                  </a:lnTo>
                  <a:lnTo>
                    <a:pt x="190" y="155"/>
                  </a:lnTo>
                  <a:lnTo>
                    <a:pt x="174" y="125"/>
                  </a:lnTo>
                  <a:lnTo>
                    <a:pt x="157" y="98"/>
                  </a:lnTo>
                  <a:lnTo>
                    <a:pt x="138" y="73"/>
                  </a:lnTo>
                  <a:lnTo>
                    <a:pt x="118" y="51"/>
                  </a:lnTo>
                  <a:lnTo>
                    <a:pt x="96" y="34"/>
                  </a:lnTo>
                  <a:lnTo>
                    <a:pt x="74" y="18"/>
                  </a:lnTo>
                  <a:lnTo>
                    <a:pt x="50" y="8"/>
                  </a:lnTo>
                  <a:lnTo>
                    <a:pt x="25" y="2"/>
                  </a:lnTo>
                  <a:lnTo>
                    <a:pt x="0" y="0"/>
                  </a:lnTo>
                  <a:lnTo>
                    <a:pt x="0" y="11"/>
                  </a:lnTo>
                  <a:lnTo>
                    <a:pt x="23" y="14"/>
                  </a:lnTo>
                  <a:lnTo>
                    <a:pt x="45" y="19"/>
                  </a:lnTo>
                  <a:lnTo>
                    <a:pt x="67" y="30"/>
                  </a:lnTo>
                  <a:lnTo>
                    <a:pt x="89" y="43"/>
                  </a:lnTo>
                  <a:lnTo>
                    <a:pt x="108" y="60"/>
                  </a:lnTo>
                  <a:lnTo>
                    <a:pt x="128" y="80"/>
                  </a:lnTo>
                  <a:lnTo>
                    <a:pt x="147" y="105"/>
                  </a:lnTo>
                  <a:lnTo>
                    <a:pt x="165" y="132"/>
                  </a:lnTo>
                  <a:lnTo>
                    <a:pt x="179" y="160"/>
                  </a:lnTo>
                  <a:lnTo>
                    <a:pt x="193" y="193"/>
                  </a:lnTo>
                  <a:lnTo>
                    <a:pt x="205" y="227"/>
                  </a:lnTo>
                  <a:lnTo>
                    <a:pt x="215" y="263"/>
                  </a:lnTo>
                  <a:lnTo>
                    <a:pt x="223" y="301"/>
                  </a:lnTo>
                  <a:lnTo>
                    <a:pt x="229" y="341"/>
                  </a:lnTo>
                  <a:lnTo>
                    <a:pt x="233" y="382"/>
                  </a:lnTo>
                  <a:lnTo>
                    <a:pt x="234" y="424"/>
                  </a:lnTo>
                  <a:lnTo>
                    <a:pt x="246"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1419" name="Freeform 57"/>
            <p:cNvSpPr>
              <a:spLocks/>
            </p:cNvSpPr>
            <p:nvPr/>
          </p:nvSpPr>
          <p:spPr bwMode="auto">
            <a:xfrm>
              <a:off x="1140" y="2172"/>
              <a:ext cx="49" cy="85"/>
            </a:xfrm>
            <a:custGeom>
              <a:avLst/>
              <a:gdLst>
                <a:gd name="T0" fmla="*/ 0 w 246"/>
                <a:gd name="T1" fmla="*/ 3 h 426"/>
                <a:gd name="T2" fmla="*/ 0 w 246"/>
                <a:gd name="T3" fmla="*/ 3 h 426"/>
                <a:gd name="T4" fmla="*/ 0 w 246"/>
                <a:gd name="T5" fmla="*/ 3 h 426"/>
                <a:gd name="T6" fmla="*/ 0 w 246"/>
                <a:gd name="T7" fmla="*/ 3 h 426"/>
                <a:gd name="T8" fmla="*/ 1 w 246"/>
                <a:gd name="T9" fmla="*/ 3 h 426"/>
                <a:gd name="T10" fmla="*/ 1 w 246"/>
                <a:gd name="T11" fmla="*/ 3 h 426"/>
                <a:gd name="T12" fmla="*/ 1 w 246"/>
                <a:gd name="T13" fmla="*/ 3 h 426"/>
                <a:gd name="T14" fmla="*/ 1 w 246"/>
                <a:gd name="T15" fmla="*/ 3 h 426"/>
                <a:gd name="T16" fmla="*/ 1 w 246"/>
                <a:gd name="T17" fmla="*/ 3 h 426"/>
                <a:gd name="T18" fmla="*/ 1 w 246"/>
                <a:gd name="T19" fmla="*/ 2 h 426"/>
                <a:gd name="T20" fmla="*/ 2 w 246"/>
                <a:gd name="T21" fmla="*/ 2 h 426"/>
                <a:gd name="T22" fmla="*/ 2 w 246"/>
                <a:gd name="T23" fmla="*/ 2 h 426"/>
                <a:gd name="T24" fmla="*/ 2 w 246"/>
                <a:gd name="T25" fmla="*/ 2 h 426"/>
                <a:gd name="T26" fmla="*/ 2 w 246"/>
                <a:gd name="T27" fmla="*/ 1 h 426"/>
                <a:gd name="T28" fmla="*/ 2 w 246"/>
                <a:gd name="T29" fmla="*/ 1 h 426"/>
                <a:gd name="T30" fmla="*/ 2 w 246"/>
                <a:gd name="T31" fmla="*/ 1 h 426"/>
                <a:gd name="T32" fmla="*/ 2 w 246"/>
                <a:gd name="T33" fmla="*/ 0 h 426"/>
                <a:gd name="T34" fmla="*/ 2 w 246"/>
                <a:gd name="T35" fmla="*/ 0 h 426"/>
                <a:gd name="T36" fmla="*/ 2 w 246"/>
                <a:gd name="T37" fmla="*/ 0 h 426"/>
                <a:gd name="T38" fmla="*/ 2 w 246"/>
                <a:gd name="T39" fmla="*/ 0 h 426"/>
                <a:gd name="T40" fmla="*/ 2 w 246"/>
                <a:gd name="T41" fmla="*/ 1 h 426"/>
                <a:gd name="T42" fmla="*/ 2 w 246"/>
                <a:gd name="T43" fmla="*/ 1 h 426"/>
                <a:gd name="T44" fmla="*/ 2 w 246"/>
                <a:gd name="T45" fmla="*/ 1 h 426"/>
                <a:gd name="T46" fmla="*/ 2 w 246"/>
                <a:gd name="T47" fmla="*/ 2 h 426"/>
                <a:gd name="T48" fmla="*/ 2 w 246"/>
                <a:gd name="T49" fmla="*/ 2 h 426"/>
                <a:gd name="T50" fmla="*/ 1 w 246"/>
                <a:gd name="T51" fmla="*/ 2 h 426"/>
                <a:gd name="T52" fmla="*/ 1 w 246"/>
                <a:gd name="T53" fmla="*/ 2 h 426"/>
                <a:gd name="T54" fmla="*/ 1 w 246"/>
                <a:gd name="T55" fmla="*/ 3 h 426"/>
                <a:gd name="T56" fmla="*/ 1 w 246"/>
                <a:gd name="T57" fmla="*/ 3 h 426"/>
                <a:gd name="T58" fmla="*/ 1 w 246"/>
                <a:gd name="T59" fmla="*/ 3 h 426"/>
                <a:gd name="T60" fmla="*/ 1 w 246"/>
                <a:gd name="T61" fmla="*/ 3 h 426"/>
                <a:gd name="T62" fmla="*/ 1 w 246"/>
                <a:gd name="T63" fmla="*/ 3 h 426"/>
                <a:gd name="T64" fmla="*/ 0 w 246"/>
                <a:gd name="T65" fmla="*/ 3 h 426"/>
                <a:gd name="T66" fmla="*/ 0 w 246"/>
                <a:gd name="T67" fmla="*/ 3 h 426"/>
                <a:gd name="T68" fmla="*/ 0 w 246"/>
                <a:gd name="T69" fmla="*/ 3 h 426"/>
                <a:gd name="T70" fmla="*/ 0 w 246"/>
                <a:gd name="T71" fmla="*/ 3 h 426"/>
                <a:gd name="T72" fmla="*/ 0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426"/>
                  </a:moveTo>
                  <a:lnTo>
                    <a:pt x="0" y="426"/>
                  </a:lnTo>
                  <a:lnTo>
                    <a:pt x="25" y="423"/>
                  </a:lnTo>
                  <a:lnTo>
                    <a:pt x="50" y="417"/>
                  </a:lnTo>
                  <a:lnTo>
                    <a:pt x="74" y="407"/>
                  </a:lnTo>
                  <a:lnTo>
                    <a:pt x="96" y="392"/>
                  </a:lnTo>
                  <a:lnTo>
                    <a:pt x="118" y="373"/>
                  </a:lnTo>
                  <a:lnTo>
                    <a:pt x="138" y="350"/>
                  </a:lnTo>
                  <a:lnTo>
                    <a:pt x="157" y="327"/>
                  </a:lnTo>
                  <a:lnTo>
                    <a:pt x="175" y="299"/>
                  </a:lnTo>
                  <a:lnTo>
                    <a:pt x="190" y="268"/>
                  </a:lnTo>
                  <a:lnTo>
                    <a:pt x="205" y="236"/>
                  </a:lnTo>
                  <a:lnTo>
                    <a:pt x="216" y="202"/>
                  </a:lnTo>
                  <a:lnTo>
                    <a:pt x="227" y="164"/>
                  </a:lnTo>
                  <a:lnTo>
                    <a:pt x="235" y="125"/>
                  </a:lnTo>
                  <a:lnTo>
                    <a:pt x="241" y="86"/>
                  </a:lnTo>
                  <a:lnTo>
                    <a:pt x="244" y="42"/>
                  </a:lnTo>
                  <a:lnTo>
                    <a:pt x="246" y="0"/>
                  </a:lnTo>
                  <a:lnTo>
                    <a:pt x="234" y="0"/>
                  </a:lnTo>
                  <a:lnTo>
                    <a:pt x="233" y="42"/>
                  </a:lnTo>
                  <a:lnTo>
                    <a:pt x="229" y="83"/>
                  </a:lnTo>
                  <a:lnTo>
                    <a:pt x="223" y="123"/>
                  </a:lnTo>
                  <a:lnTo>
                    <a:pt x="215" y="162"/>
                  </a:lnTo>
                  <a:lnTo>
                    <a:pt x="205" y="197"/>
                  </a:lnTo>
                  <a:lnTo>
                    <a:pt x="193" y="231"/>
                  </a:lnTo>
                  <a:lnTo>
                    <a:pt x="179" y="264"/>
                  </a:lnTo>
                  <a:lnTo>
                    <a:pt x="164" y="292"/>
                  </a:lnTo>
                  <a:lnTo>
                    <a:pt x="147" y="320"/>
                  </a:lnTo>
                  <a:lnTo>
                    <a:pt x="128" y="343"/>
                  </a:lnTo>
                  <a:lnTo>
                    <a:pt x="108" y="363"/>
                  </a:lnTo>
                  <a:lnTo>
                    <a:pt x="89" y="382"/>
                  </a:lnTo>
                  <a:lnTo>
                    <a:pt x="67" y="395"/>
                  </a:lnTo>
                  <a:lnTo>
                    <a:pt x="45" y="406"/>
                  </a:lnTo>
                  <a:lnTo>
                    <a:pt x="23" y="411"/>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1420" name="Freeform 58"/>
            <p:cNvSpPr>
              <a:spLocks/>
            </p:cNvSpPr>
            <p:nvPr/>
          </p:nvSpPr>
          <p:spPr bwMode="auto">
            <a:xfrm>
              <a:off x="1091" y="2172"/>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4" y="86"/>
                  </a:lnTo>
                  <a:lnTo>
                    <a:pt x="10" y="125"/>
                  </a:lnTo>
                  <a:lnTo>
                    <a:pt x="18" y="164"/>
                  </a:lnTo>
                  <a:lnTo>
                    <a:pt x="29" y="202"/>
                  </a:lnTo>
                  <a:lnTo>
                    <a:pt x="41" y="236"/>
                  </a:lnTo>
                  <a:lnTo>
                    <a:pt x="55" y="268"/>
                  </a:lnTo>
                  <a:lnTo>
                    <a:pt x="70" y="299"/>
                  </a:lnTo>
                  <a:lnTo>
                    <a:pt x="89" y="327"/>
                  </a:lnTo>
                  <a:lnTo>
                    <a:pt x="106" y="350"/>
                  </a:lnTo>
                  <a:lnTo>
                    <a:pt x="126" y="373"/>
                  </a:lnTo>
                  <a:lnTo>
                    <a:pt x="148" y="392"/>
                  </a:lnTo>
                  <a:lnTo>
                    <a:pt x="171" y="407"/>
                  </a:lnTo>
                  <a:lnTo>
                    <a:pt x="194" y="417"/>
                  </a:lnTo>
                  <a:lnTo>
                    <a:pt x="219" y="423"/>
                  </a:lnTo>
                  <a:lnTo>
                    <a:pt x="245" y="426"/>
                  </a:lnTo>
                  <a:lnTo>
                    <a:pt x="245" y="414"/>
                  </a:lnTo>
                  <a:lnTo>
                    <a:pt x="221" y="411"/>
                  </a:lnTo>
                  <a:lnTo>
                    <a:pt x="199" y="406"/>
                  </a:lnTo>
                  <a:lnTo>
                    <a:pt x="178" y="395"/>
                  </a:lnTo>
                  <a:lnTo>
                    <a:pt x="155" y="382"/>
                  </a:lnTo>
                  <a:lnTo>
                    <a:pt x="136" y="363"/>
                  </a:lnTo>
                  <a:lnTo>
                    <a:pt x="116" y="343"/>
                  </a:lnTo>
                  <a:lnTo>
                    <a:pt x="98" y="320"/>
                  </a:lnTo>
                  <a:lnTo>
                    <a:pt x="82" y="292"/>
                  </a:lnTo>
                  <a:lnTo>
                    <a:pt x="66" y="264"/>
                  </a:lnTo>
                  <a:lnTo>
                    <a:pt x="52" y="231"/>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1421" name="Freeform 59"/>
            <p:cNvSpPr>
              <a:spLocks/>
            </p:cNvSpPr>
            <p:nvPr/>
          </p:nvSpPr>
          <p:spPr bwMode="auto">
            <a:xfrm>
              <a:off x="1091" y="2087"/>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4" y="8"/>
                  </a:lnTo>
                  <a:lnTo>
                    <a:pt x="171" y="18"/>
                  </a:lnTo>
                  <a:lnTo>
                    <a:pt x="148" y="34"/>
                  </a:lnTo>
                  <a:lnTo>
                    <a:pt x="126" y="51"/>
                  </a:lnTo>
                  <a:lnTo>
                    <a:pt x="106" y="73"/>
                  </a:lnTo>
                  <a:lnTo>
                    <a:pt x="89" y="98"/>
                  </a:lnTo>
                  <a:lnTo>
                    <a:pt x="71" y="125"/>
                  </a:lnTo>
                  <a:lnTo>
                    <a:pt x="55" y="155"/>
                  </a:lnTo>
                  <a:lnTo>
                    <a:pt x="41" y="188"/>
                  </a:lnTo>
                  <a:lnTo>
                    <a:pt x="29" y="222"/>
                  </a:lnTo>
                  <a:lnTo>
                    <a:pt x="18" y="261"/>
                  </a:lnTo>
                  <a:lnTo>
                    <a:pt x="10" y="298"/>
                  </a:lnTo>
                  <a:lnTo>
                    <a:pt x="4" y="338"/>
                  </a:lnTo>
                  <a:lnTo>
                    <a:pt x="1" y="382"/>
                  </a:lnTo>
                  <a:lnTo>
                    <a:pt x="0" y="424"/>
                  </a:lnTo>
                  <a:lnTo>
                    <a:pt x="11" y="424"/>
                  </a:lnTo>
                  <a:lnTo>
                    <a:pt x="13" y="382"/>
                  </a:lnTo>
                  <a:lnTo>
                    <a:pt x="16" y="341"/>
                  </a:lnTo>
                  <a:lnTo>
                    <a:pt x="22" y="301"/>
                  </a:lnTo>
                  <a:lnTo>
                    <a:pt x="30" y="263"/>
                  </a:lnTo>
                  <a:lnTo>
                    <a:pt x="41" y="227"/>
                  </a:lnTo>
                  <a:lnTo>
                    <a:pt x="52" y="193"/>
                  </a:lnTo>
                  <a:lnTo>
                    <a:pt x="66" y="160"/>
                  </a:lnTo>
                  <a:lnTo>
                    <a:pt x="80" y="132"/>
                  </a:lnTo>
                  <a:lnTo>
                    <a:pt x="98" y="105"/>
                  </a:lnTo>
                  <a:lnTo>
                    <a:pt x="116" y="80"/>
                  </a:lnTo>
                  <a:lnTo>
                    <a:pt x="136" y="60"/>
                  </a:lnTo>
                  <a:lnTo>
                    <a:pt x="155" y="43"/>
                  </a:lnTo>
                  <a:lnTo>
                    <a:pt x="178" y="30"/>
                  </a:lnTo>
                  <a:lnTo>
                    <a:pt x="199" y="19"/>
                  </a:lnTo>
                  <a:lnTo>
                    <a:pt x="221" y="14"/>
                  </a:lnTo>
                  <a:lnTo>
                    <a:pt x="245" y="11"/>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1422" name="Freeform 60"/>
            <p:cNvSpPr>
              <a:spLocks/>
            </p:cNvSpPr>
            <p:nvPr/>
          </p:nvSpPr>
          <p:spPr bwMode="auto">
            <a:xfrm>
              <a:off x="1392" y="2118"/>
              <a:ext cx="49" cy="85"/>
            </a:xfrm>
            <a:custGeom>
              <a:avLst/>
              <a:gdLst>
                <a:gd name="T0" fmla="*/ 2 w 246"/>
                <a:gd name="T1" fmla="*/ 3 h 426"/>
                <a:gd name="T2" fmla="*/ 2 w 246"/>
                <a:gd name="T3" fmla="*/ 3 h 426"/>
                <a:gd name="T4" fmla="*/ 2 w 246"/>
                <a:gd name="T5" fmla="*/ 3 h 426"/>
                <a:gd name="T6" fmla="*/ 2 w 246"/>
                <a:gd name="T7" fmla="*/ 3 h 426"/>
                <a:gd name="T8" fmla="*/ 2 w 246"/>
                <a:gd name="T9" fmla="*/ 2 h 426"/>
                <a:gd name="T10" fmla="*/ 2 w 246"/>
                <a:gd name="T11" fmla="*/ 2 h 426"/>
                <a:gd name="T12" fmla="*/ 2 w 246"/>
                <a:gd name="T13" fmla="*/ 2 h 426"/>
                <a:gd name="T14" fmla="*/ 2 w 246"/>
                <a:gd name="T15" fmla="*/ 2 h 426"/>
                <a:gd name="T16" fmla="*/ 2 w 246"/>
                <a:gd name="T17" fmla="*/ 1 h 426"/>
                <a:gd name="T18" fmla="*/ 1 w 246"/>
                <a:gd name="T19" fmla="*/ 1 h 426"/>
                <a:gd name="T20" fmla="*/ 1 w 246"/>
                <a:gd name="T21" fmla="*/ 1 h 426"/>
                <a:gd name="T22" fmla="*/ 1 w 246"/>
                <a:gd name="T23" fmla="*/ 1 h 426"/>
                <a:gd name="T24" fmla="*/ 1 w 246"/>
                <a:gd name="T25" fmla="*/ 0 h 426"/>
                <a:gd name="T26" fmla="*/ 1 w 246"/>
                <a:gd name="T27" fmla="*/ 0 h 426"/>
                <a:gd name="T28" fmla="*/ 1 w 246"/>
                <a:gd name="T29" fmla="*/ 0 h 426"/>
                <a:gd name="T30" fmla="*/ 0 w 246"/>
                <a:gd name="T31" fmla="*/ 0 h 426"/>
                <a:gd name="T32" fmla="*/ 0 w 246"/>
                <a:gd name="T33" fmla="*/ 0 h 426"/>
                <a:gd name="T34" fmla="*/ 0 w 246"/>
                <a:gd name="T35" fmla="*/ 0 h 426"/>
                <a:gd name="T36" fmla="*/ 0 w 246"/>
                <a:gd name="T37" fmla="*/ 0 h 426"/>
                <a:gd name="T38" fmla="*/ 0 w 246"/>
                <a:gd name="T39" fmla="*/ 0 h 426"/>
                <a:gd name="T40" fmla="*/ 0 w 246"/>
                <a:gd name="T41" fmla="*/ 0 h 426"/>
                <a:gd name="T42" fmla="*/ 1 w 246"/>
                <a:gd name="T43" fmla="*/ 0 h 426"/>
                <a:gd name="T44" fmla="*/ 1 w 246"/>
                <a:gd name="T45" fmla="*/ 0 h 426"/>
                <a:gd name="T46" fmla="*/ 1 w 246"/>
                <a:gd name="T47" fmla="*/ 1 h 426"/>
                <a:gd name="T48" fmla="*/ 1 w 246"/>
                <a:gd name="T49" fmla="*/ 1 h 426"/>
                <a:gd name="T50" fmla="*/ 1 w 246"/>
                <a:gd name="T51" fmla="*/ 1 h 426"/>
                <a:gd name="T52" fmla="*/ 1 w 246"/>
                <a:gd name="T53" fmla="*/ 1 h 426"/>
                <a:gd name="T54" fmla="*/ 1 w 246"/>
                <a:gd name="T55" fmla="*/ 1 h 426"/>
                <a:gd name="T56" fmla="*/ 2 w 246"/>
                <a:gd name="T57" fmla="*/ 2 h 426"/>
                <a:gd name="T58" fmla="*/ 2 w 246"/>
                <a:gd name="T59" fmla="*/ 2 h 426"/>
                <a:gd name="T60" fmla="*/ 2 w 246"/>
                <a:gd name="T61" fmla="*/ 2 h 426"/>
                <a:gd name="T62" fmla="*/ 2 w 246"/>
                <a:gd name="T63" fmla="*/ 2 h 426"/>
                <a:gd name="T64" fmla="*/ 2 w 246"/>
                <a:gd name="T65" fmla="*/ 3 h 426"/>
                <a:gd name="T66" fmla="*/ 2 w 246"/>
                <a:gd name="T67" fmla="*/ 3 h 426"/>
                <a:gd name="T68" fmla="*/ 2 w 246"/>
                <a:gd name="T69" fmla="*/ 3 h 426"/>
                <a:gd name="T70" fmla="*/ 2 w 246"/>
                <a:gd name="T71" fmla="*/ 3 h 426"/>
                <a:gd name="T72" fmla="*/ 2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246" y="426"/>
                  </a:moveTo>
                  <a:lnTo>
                    <a:pt x="246" y="426"/>
                  </a:lnTo>
                  <a:lnTo>
                    <a:pt x="245" y="384"/>
                  </a:lnTo>
                  <a:lnTo>
                    <a:pt x="242" y="340"/>
                  </a:lnTo>
                  <a:lnTo>
                    <a:pt x="236" y="301"/>
                  </a:lnTo>
                  <a:lnTo>
                    <a:pt x="228" y="262"/>
                  </a:lnTo>
                  <a:lnTo>
                    <a:pt x="217" y="224"/>
                  </a:lnTo>
                  <a:lnTo>
                    <a:pt x="205" y="190"/>
                  </a:lnTo>
                  <a:lnTo>
                    <a:pt x="191" y="158"/>
                  </a:lnTo>
                  <a:lnTo>
                    <a:pt x="176" y="126"/>
                  </a:lnTo>
                  <a:lnTo>
                    <a:pt x="157" y="99"/>
                  </a:lnTo>
                  <a:lnTo>
                    <a:pt x="139" y="75"/>
                  </a:lnTo>
                  <a:lnTo>
                    <a:pt x="119" y="53"/>
                  </a:lnTo>
                  <a:lnTo>
                    <a:pt x="96" y="34"/>
                  </a:lnTo>
                  <a:lnTo>
                    <a:pt x="75" y="19"/>
                  </a:lnTo>
                  <a:lnTo>
                    <a:pt x="51" y="9"/>
                  </a:lnTo>
                  <a:lnTo>
                    <a:pt x="26" y="3"/>
                  </a:lnTo>
                  <a:lnTo>
                    <a:pt x="0" y="0"/>
                  </a:lnTo>
                  <a:lnTo>
                    <a:pt x="0" y="12"/>
                  </a:lnTo>
                  <a:lnTo>
                    <a:pt x="24" y="15"/>
                  </a:lnTo>
                  <a:lnTo>
                    <a:pt x="46" y="20"/>
                  </a:lnTo>
                  <a:lnTo>
                    <a:pt x="68" y="31"/>
                  </a:lnTo>
                  <a:lnTo>
                    <a:pt x="89" y="44"/>
                  </a:lnTo>
                  <a:lnTo>
                    <a:pt x="109" y="63"/>
                  </a:lnTo>
                  <a:lnTo>
                    <a:pt x="129" y="83"/>
                  </a:lnTo>
                  <a:lnTo>
                    <a:pt x="148" y="106"/>
                  </a:lnTo>
                  <a:lnTo>
                    <a:pt x="164" y="133"/>
                  </a:lnTo>
                  <a:lnTo>
                    <a:pt x="180" y="162"/>
                  </a:lnTo>
                  <a:lnTo>
                    <a:pt x="194" y="195"/>
                  </a:lnTo>
                  <a:lnTo>
                    <a:pt x="205" y="229"/>
                  </a:lnTo>
                  <a:lnTo>
                    <a:pt x="216" y="264"/>
                  </a:lnTo>
                  <a:lnTo>
                    <a:pt x="224" y="303"/>
                  </a:lnTo>
                  <a:lnTo>
                    <a:pt x="230" y="343"/>
                  </a:lnTo>
                  <a:lnTo>
                    <a:pt x="233" y="384"/>
                  </a:lnTo>
                  <a:lnTo>
                    <a:pt x="235" y="426"/>
                  </a:lnTo>
                  <a:lnTo>
                    <a:pt x="246"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1423" name="Freeform 61"/>
            <p:cNvSpPr>
              <a:spLocks/>
            </p:cNvSpPr>
            <p:nvPr/>
          </p:nvSpPr>
          <p:spPr bwMode="auto">
            <a:xfrm>
              <a:off x="1392" y="2203"/>
              <a:ext cx="49" cy="85"/>
            </a:xfrm>
            <a:custGeom>
              <a:avLst/>
              <a:gdLst>
                <a:gd name="T0" fmla="*/ 0 w 246"/>
                <a:gd name="T1" fmla="*/ 3 h 424"/>
                <a:gd name="T2" fmla="*/ 0 w 246"/>
                <a:gd name="T3" fmla="*/ 3 h 424"/>
                <a:gd name="T4" fmla="*/ 0 w 246"/>
                <a:gd name="T5" fmla="*/ 3 h 424"/>
                <a:gd name="T6" fmla="*/ 0 w 246"/>
                <a:gd name="T7" fmla="*/ 3 h 424"/>
                <a:gd name="T8" fmla="*/ 1 w 246"/>
                <a:gd name="T9" fmla="*/ 3 h 424"/>
                <a:gd name="T10" fmla="*/ 1 w 246"/>
                <a:gd name="T11" fmla="*/ 3 h 424"/>
                <a:gd name="T12" fmla="*/ 1 w 246"/>
                <a:gd name="T13" fmla="*/ 3 h 424"/>
                <a:gd name="T14" fmla="*/ 1 w 246"/>
                <a:gd name="T15" fmla="*/ 3 h 424"/>
                <a:gd name="T16" fmla="*/ 1 w 246"/>
                <a:gd name="T17" fmla="*/ 3 h 424"/>
                <a:gd name="T18" fmla="*/ 1 w 246"/>
                <a:gd name="T19" fmla="*/ 2 h 424"/>
                <a:gd name="T20" fmla="*/ 2 w 246"/>
                <a:gd name="T21" fmla="*/ 2 h 424"/>
                <a:gd name="T22" fmla="*/ 2 w 246"/>
                <a:gd name="T23" fmla="*/ 2 h 424"/>
                <a:gd name="T24" fmla="*/ 2 w 246"/>
                <a:gd name="T25" fmla="*/ 2 h 424"/>
                <a:gd name="T26" fmla="*/ 2 w 246"/>
                <a:gd name="T27" fmla="*/ 1 h 424"/>
                <a:gd name="T28" fmla="*/ 2 w 246"/>
                <a:gd name="T29" fmla="*/ 1 h 424"/>
                <a:gd name="T30" fmla="*/ 2 w 246"/>
                <a:gd name="T31" fmla="*/ 1 h 424"/>
                <a:gd name="T32" fmla="*/ 2 w 246"/>
                <a:gd name="T33" fmla="*/ 0 h 424"/>
                <a:gd name="T34" fmla="*/ 2 w 246"/>
                <a:gd name="T35" fmla="*/ 0 h 424"/>
                <a:gd name="T36" fmla="*/ 2 w 246"/>
                <a:gd name="T37" fmla="*/ 0 h 424"/>
                <a:gd name="T38" fmla="*/ 2 w 246"/>
                <a:gd name="T39" fmla="*/ 0 h 424"/>
                <a:gd name="T40" fmla="*/ 2 w 246"/>
                <a:gd name="T41" fmla="*/ 1 h 424"/>
                <a:gd name="T42" fmla="*/ 2 w 246"/>
                <a:gd name="T43" fmla="*/ 1 h 424"/>
                <a:gd name="T44" fmla="*/ 2 w 246"/>
                <a:gd name="T45" fmla="*/ 1 h 424"/>
                <a:gd name="T46" fmla="*/ 2 w 246"/>
                <a:gd name="T47" fmla="*/ 2 h 424"/>
                <a:gd name="T48" fmla="*/ 2 w 246"/>
                <a:gd name="T49" fmla="*/ 2 h 424"/>
                <a:gd name="T50" fmla="*/ 1 w 246"/>
                <a:gd name="T51" fmla="*/ 2 h 424"/>
                <a:gd name="T52" fmla="*/ 1 w 246"/>
                <a:gd name="T53" fmla="*/ 2 h 424"/>
                <a:gd name="T54" fmla="*/ 1 w 246"/>
                <a:gd name="T55" fmla="*/ 3 h 424"/>
                <a:gd name="T56" fmla="*/ 1 w 246"/>
                <a:gd name="T57" fmla="*/ 3 h 424"/>
                <a:gd name="T58" fmla="*/ 1 w 246"/>
                <a:gd name="T59" fmla="*/ 3 h 424"/>
                <a:gd name="T60" fmla="*/ 1 w 246"/>
                <a:gd name="T61" fmla="*/ 3 h 424"/>
                <a:gd name="T62" fmla="*/ 1 w 246"/>
                <a:gd name="T63" fmla="*/ 3 h 424"/>
                <a:gd name="T64" fmla="*/ 0 w 246"/>
                <a:gd name="T65" fmla="*/ 3 h 424"/>
                <a:gd name="T66" fmla="*/ 0 w 246"/>
                <a:gd name="T67" fmla="*/ 3 h 424"/>
                <a:gd name="T68" fmla="*/ 0 w 246"/>
                <a:gd name="T69" fmla="*/ 3 h 424"/>
                <a:gd name="T70" fmla="*/ 0 w 246"/>
                <a:gd name="T71" fmla="*/ 3 h 424"/>
                <a:gd name="T72" fmla="*/ 0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0" y="424"/>
                  </a:moveTo>
                  <a:lnTo>
                    <a:pt x="0" y="424"/>
                  </a:lnTo>
                  <a:lnTo>
                    <a:pt x="26" y="422"/>
                  </a:lnTo>
                  <a:lnTo>
                    <a:pt x="51" y="416"/>
                  </a:lnTo>
                  <a:lnTo>
                    <a:pt x="75" y="406"/>
                  </a:lnTo>
                  <a:lnTo>
                    <a:pt x="96" y="390"/>
                  </a:lnTo>
                  <a:lnTo>
                    <a:pt x="119" y="373"/>
                  </a:lnTo>
                  <a:lnTo>
                    <a:pt x="139" y="351"/>
                  </a:lnTo>
                  <a:lnTo>
                    <a:pt x="157" y="326"/>
                  </a:lnTo>
                  <a:lnTo>
                    <a:pt x="175" y="299"/>
                  </a:lnTo>
                  <a:lnTo>
                    <a:pt x="191" y="269"/>
                  </a:lnTo>
                  <a:lnTo>
                    <a:pt x="205" y="236"/>
                  </a:lnTo>
                  <a:lnTo>
                    <a:pt x="217" y="202"/>
                  </a:lnTo>
                  <a:lnTo>
                    <a:pt x="228" y="163"/>
                  </a:lnTo>
                  <a:lnTo>
                    <a:pt x="236" y="125"/>
                  </a:lnTo>
                  <a:lnTo>
                    <a:pt x="242" y="86"/>
                  </a:lnTo>
                  <a:lnTo>
                    <a:pt x="245" y="42"/>
                  </a:lnTo>
                  <a:lnTo>
                    <a:pt x="246" y="0"/>
                  </a:lnTo>
                  <a:lnTo>
                    <a:pt x="235" y="0"/>
                  </a:lnTo>
                  <a:lnTo>
                    <a:pt x="233" y="42"/>
                  </a:lnTo>
                  <a:lnTo>
                    <a:pt x="230" y="83"/>
                  </a:lnTo>
                  <a:lnTo>
                    <a:pt x="224" y="123"/>
                  </a:lnTo>
                  <a:lnTo>
                    <a:pt x="216" y="161"/>
                  </a:lnTo>
                  <a:lnTo>
                    <a:pt x="205" y="197"/>
                  </a:lnTo>
                  <a:lnTo>
                    <a:pt x="194" y="231"/>
                  </a:lnTo>
                  <a:lnTo>
                    <a:pt x="180" y="264"/>
                  </a:lnTo>
                  <a:lnTo>
                    <a:pt x="166" y="292"/>
                  </a:lnTo>
                  <a:lnTo>
                    <a:pt x="148" y="319"/>
                  </a:lnTo>
                  <a:lnTo>
                    <a:pt x="129" y="344"/>
                  </a:lnTo>
                  <a:lnTo>
                    <a:pt x="109" y="364"/>
                  </a:lnTo>
                  <a:lnTo>
                    <a:pt x="89" y="381"/>
                  </a:lnTo>
                  <a:lnTo>
                    <a:pt x="68" y="394"/>
                  </a:lnTo>
                  <a:lnTo>
                    <a:pt x="46" y="405"/>
                  </a:lnTo>
                  <a:lnTo>
                    <a:pt x="24" y="410"/>
                  </a:lnTo>
                  <a:lnTo>
                    <a:pt x="0" y="413"/>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1424" name="Freeform 62"/>
            <p:cNvSpPr>
              <a:spLocks/>
            </p:cNvSpPr>
            <p:nvPr/>
          </p:nvSpPr>
          <p:spPr bwMode="auto">
            <a:xfrm>
              <a:off x="1343" y="2203"/>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2" y="42"/>
                  </a:lnTo>
                  <a:lnTo>
                    <a:pt x="5" y="86"/>
                  </a:lnTo>
                  <a:lnTo>
                    <a:pt x="11" y="125"/>
                  </a:lnTo>
                  <a:lnTo>
                    <a:pt x="19" y="163"/>
                  </a:lnTo>
                  <a:lnTo>
                    <a:pt x="30" y="202"/>
                  </a:lnTo>
                  <a:lnTo>
                    <a:pt x="41" y="236"/>
                  </a:lnTo>
                  <a:lnTo>
                    <a:pt x="56" y="269"/>
                  </a:lnTo>
                  <a:lnTo>
                    <a:pt x="72" y="299"/>
                  </a:lnTo>
                  <a:lnTo>
                    <a:pt x="90" y="326"/>
                  </a:lnTo>
                  <a:lnTo>
                    <a:pt x="108" y="351"/>
                  </a:lnTo>
                  <a:lnTo>
                    <a:pt x="127" y="373"/>
                  </a:lnTo>
                  <a:lnTo>
                    <a:pt x="149" y="390"/>
                  </a:lnTo>
                  <a:lnTo>
                    <a:pt x="172" y="406"/>
                  </a:lnTo>
                  <a:lnTo>
                    <a:pt x="195" y="416"/>
                  </a:lnTo>
                  <a:lnTo>
                    <a:pt x="220" y="422"/>
                  </a:lnTo>
                  <a:lnTo>
                    <a:pt x="245" y="424"/>
                  </a:lnTo>
                  <a:lnTo>
                    <a:pt x="245" y="413"/>
                  </a:lnTo>
                  <a:lnTo>
                    <a:pt x="222" y="410"/>
                  </a:lnTo>
                  <a:lnTo>
                    <a:pt x="200" y="405"/>
                  </a:lnTo>
                  <a:lnTo>
                    <a:pt x="179" y="394"/>
                  </a:lnTo>
                  <a:lnTo>
                    <a:pt x="156" y="381"/>
                  </a:lnTo>
                  <a:lnTo>
                    <a:pt x="136" y="364"/>
                  </a:lnTo>
                  <a:lnTo>
                    <a:pt x="118" y="344"/>
                  </a:lnTo>
                  <a:lnTo>
                    <a:pt x="99" y="319"/>
                  </a:lnTo>
                  <a:lnTo>
                    <a:pt x="81" y="292"/>
                  </a:lnTo>
                  <a:lnTo>
                    <a:pt x="67" y="264"/>
                  </a:lnTo>
                  <a:lnTo>
                    <a:pt x="53" y="231"/>
                  </a:lnTo>
                  <a:lnTo>
                    <a:pt x="41" y="197"/>
                  </a:lnTo>
                  <a:lnTo>
                    <a:pt x="31" y="161"/>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1425" name="Freeform 63"/>
            <p:cNvSpPr>
              <a:spLocks/>
            </p:cNvSpPr>
            <p:nvPr/>
          </p:nvSpPr>
          <p:spPr bwMode="auto">
            <a:xfrm>
              <a:off x="1343" y="2118"/>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1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20" y="3"/>
                  </a:lnTo>
                  <a:lnTo>
                    <a:pt x="195" y="9"/>
                  </a:lnTo>
                  <a:lnTo>
                    <a:pt x="172" y="19"/>
                  </a:lnTo>
                  <a:lnTo>
                    <a:pt x="149" y="34"/>
                  </a:lnTo>
                  <a:lnTo>
                    <a:pt x="127" y="53"/>
                  </a:lnTo>
                  <a:lnTo>
                    <a:pt x="108" y="75"/>
                  </a:lnTo>
                  <a:lnTo>
                    <a:pt x="90" y="99"/>
                  </a:lnTo>
                  <a:lnTo>
                    <a:pt x="71" y="126"/>
                  </a:lnTo>
                  <a:lnTo>
                    <a:pt x="56" y="158"/>
                  </a:lnTo>
                  <a:lnTo>
                    <a:pt x="41" y="190"/>
                  </a:lnTo>
                  <a:lnTo>
                    <a:pt x="30" y="224"/>
                  </a:lnTo>
                  <a:lnTo>
                    <a:pt x="19" y="262"/>
                  </a:lnTo>
                  <a:lnTo>
                    <a:pt x="11" y="301"/>
                  </a:lnTo>
                  <a:lnTo>
                    <a:pt x="5" y="340"/>
                  </a:lnTo>
                  <a:lnTo>
                    <a:pt x="2" y="384"/>
                  </a:lnTo>
                  <a:lnTo>
                    <a:pt x="0" y="426"/>
                  </a:lnTo>
                  <a:lnTo>
                    <a:pt x="12" y="426"/>
                  </a:lnTo>
                  <a:lnTo>
                    <a:pt x="13" y="384"/>
                  </a:lnTo>
                  <a:lnTo>
                    <a:pt x="17" y="343"/>
                  </a:lnTo>
                  <a:lnTo>
                    <a:pt x="23" y="303"/>
                  </a:lnTo>
                  <a:lnTo>
                    <a:pt x="31" y="264"/>
                  </a:lnTo>
                  <a:lnTo>
                    <a:pt x="41" y="229"/>
                  </a:lnTo>
                  <a:lnTo>
                    <a:pt x="53" y="195"/>
                  </a:lnTo>
                  <a:lnTo>
                    <a:pt x="67" y="162"/>
                  </a:lnTo>
                  <a:lnTo>
                    <a:pt x="82" y="133"/>
                  </a:lnTo>
                  <a:lnTo>
                    <a:pt x="99" y="106"/>
                  </a:lnTo>
                  <a:lnTo>
                    <a:pt x="118" y="83"/>
                  </a:lnTo>
                  <a:lnTo>
                    <a:pt x="136" y="63"/>
                  </a:lnTo>
                  <a:lnTo>
                    <a:pt x="156" y="44"/>
                  </a:lnTo>
                  <a:lnTo>
                    <a:pt x="179" y="31"/>
                  </a:lnTo>
                  <a:lnTo>
                    <a:pt x="200" y="20"/>
                  </a:lnTo>
                  <a:lnTo>
                    <a:pt x="222" y="15"/>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1426" name="Freeform 64"/>
            <p:cNvSpPr>
              <a:spLocks/>
            </p:cNvSpPr>
            <p:nvPr/>
          </p:nvSpPr>
          <p:spPr bwMode="auto">
            <a:xfrm>
              <a:off x="1384" y="1859"/>
              <a:ext cx="49" cy="84"/>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1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3" y="382"/>
                  </a:lnTo>
                  <a:lnTo>
                    <a:pt x="240" y="339"/>
                  </a:lnTo>
                  <a:lnTo>
                    <a:pt x="234" y="299"/>
                  </a:lnTo>
                  <a:lnTo>
                    <a:pt x="226" y="261"/>
                  </a:lnTo>
                  <a:lnTo>
                    <a:pt x="215" y="222"/>
                  </a:lnTo>
                  <a:lnTo>
                    <a:pt x="204" y="188"/>
                  </a:lnTo>
                  <a:lnTo>
                    <a:pt x="189" y="156"/>
                  </a:lnTo>
                  <a:lnTo>
                    <a:pt x="173" y="125"/>
                  </a:lnTo>
                  <a:lnTo>
                    <a:pt x="155" y="98"/>
                  </a:lnTo>
                  <a:lnTo>
                    <a:pt x="138" y="74"/>
                  </a:lnTo>
                  <a:lnTo>
                    <a:pt x="118" y="51"/>
                  </a:lnTo>
                  <a:lnTo>
                    <a:pt x="96" y="34"/>
                  </a:lnTo>
                  <a:lnTo>
                    <a:pt x="73" y="18"/>
                  </a:lnTo>
                  <a:lnTo>
                    <a:pt x="50" y="8"/>
                  </a:lnTo>
                  <a:lnTo>
                    <a:pt x="25" y="2"/>
                  </a:lnTo>
                  <a:lnTo>
                    <a:pt x="0" y="0"/>
                  </a:lnTo>
                  <a:lnTo>
                    <a:pt x="0" y="11"/>
                  </a:lnTo>
                  <a:lnTo>
                    <a:pt x="23" y="14"/>
                  </a:lnTo>
                  <a:lnTo>
                    <a:pt x="45" y="20"/>
                  </a:lnTo>
                  <a:lnTo>
                    <a:pt x="66" y="30"/>
                  </a:lnTo>
                  <a:lnTo>
                    <a:pt x="89" y="43"/>
                  </a:lnTo>
                  <a:lnTo>
                    <a:pt x="109" y="61"/>
                  </a:lnTo>
                  <a:lnTo>
                    <a:pt x="129" y="81"/>
                  </a:lnTo>
                  <a:lnTo>
                    <a:pt x="146" y="105"/>
                  </a:lnTo>
                  <a:lnTo>
                    <a:pt x="164" y="132"/>
                  </a:lnTo>
                  <a:lnTo>
                    <a:pt x="178" y="160"/>
                  </a:lnTo>
                  <a:lnTo>
                    <a:pt x="192" y="193"/>
                  </a:lnTo>
                  <a:lnTo>
                    <a:pt x="204" y="227"/>
                  </a:lnTo>
                  <a:lnTo>
                    <a:pt x="214" y="264"/>
                  </a:lnTo>
                  <a:lnTo>
                    <a:pt x="222" y="301"/>
                  </a:lnTo>
                  <a:lnTo>
                    <a:pt x="228"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1427" name="Freeform 65"/>
            <p:cNvSpPr>
              <a:spLocks/>
            </p:cNvSpPr>
            <p:nvPr/>
          </p:nvSpPr>
          <p:spPr bwMode="auto">
            <a:xfrm>
              <a:off x="1384" y="1943"/>
              <a:ext cx="49" cy="86"/>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5" y="423"/>
                  </a:lnTo>
                  <a:lnTo>
                    <a:pt x="50" y="418"/>
                  </a:lnTo>
                  <a:lnTo>
                    <a:pt x="73" y="407"/>
                  </a:lnTo>
                  <a:lnTo>
                    <a:pt x="96" y="392"/>
                  </a:lnTo>
                  <a:lnTo>
                    <a:pt x="118" y="374"/>
                  </a:lnTo>
                  <a:lnTo>
                    <a:pt x="138" y="352"/>
                  </a:lnTo>
                  <a:lnTo>
                    <a:pt x="155" y="327"/>
                  </a:lnTo>
                  <a:lnTo>
                    <a:pt x="174" y="300"/>
                  </a:lnTo>
                  <a:lnTo>
                    <a:pt x="189" y="269"/>
                  </a:lnTo>
                  <a:lnTo>
                    <a:pt x="204" y="237"/>
                  </a:lnTo>
                  <a:lnTo>
                    <a:pt x="215" y="202"/>
                  </a:lnTo>
                  <a:lnTo>
                    <a:pt x="226" y="164"/>
                  </a:lnTo>
                  <a:lnTo>
                    <a:pt x="234" y="126"/>
                  </a:lnTo>
                  <a:lnTo>
                    <a:pt x="240" y="86"/>
                  </a:lnTo>
                  <a:lnTo>
                    <a:pt x="243" y="42"/>
                  </a:lnTo>
                  <a:lnTo>
                    <a:pt x="245" y="0"/>
                  </a:lnTo>
                  <a:lnTo>
                    <a:pt x="233" y="0"/>
                  </a:lnTo>
                  <a:lnTo>
                    <a:pt x="232" y="42"/>
                  </a:lnTo>
                  <a:lnTo>
                    <a:pt x="228" y="83"/>
                  </a:lnTo>
                  <a:lnTo>
                    <a:pt x="222" y="123"/>
                  </a:lnTo>
                  <a:lnTo>
                    <a:pt x="214" y="162"/>
                  </a:lnTo>
                  <a:lnTo>
                    <a:pt x="204" y="197"/>
                  </a:lnTo>
                  <a:lnTo>
                    <a:pt x="192" y="232"/>
                  </a:lnTo>
                  <a:lnTo>
                    <a:pt x="178" y="264"/>
                  </a:lnTo>
                  <a:lnTo>
                    <a:pt x="163" y="293"/>
                  </a:lnTo>
                  <a:lnTo>
                    <a:pt x="146" y="320"/>
                  </a:lnTo>
                  <a:lnTo>
                    <a:pt x="129" y="345"/>
                  </a:lnTo>
                  <a:lnTo>
                    <a:pt x="109" y="365"/>
                  </a:lnTo>
                  <a:lnTo>
                    <a:pt x="89" y="382"/>
                  </a:lnTo>
                  <a:lnTo>
                    <a:pt x="66" y="395"/>
                  </a:lnTo>
                  <a:lnTo>
                    <a:pt x="45" y="406"/>
                  </a:lnTo>
                  <a:lnTo>
                    <a:pt x="23"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1428" name="Freeform 66"/>
            <p:cNvSpPr>
              <a:spLocks/>
            </p:cNvSpPr>
            <p:nvPr/>
          </p:nvSpPr>
          <p:spPr bwMode="auto">
            <a:xfrm>
              <a:off x="1335" y="1943"/>
              <a:ext cx="49" cy="86"/>
            </a:xfrm>
            <a:custGeom>
              <a:avLst/>
              <a:gdLst>
                <a:gd name="T0" fmla="*/ 0 w 246"/>
                <a:gd name="T1" fmla="*/ 0 h 426"/>
                <a:gd name="T2" fmla="*/ 0 w 246"/>
                <a:gd name="T3" fmla="*/ 0 h 426"/>
                <a:gd name="T4" fmla="*/ 0 w 246"/>
                <a:gd name="T5" fmla="*/ 0 h 426"/>
                <a:gd name="T6" fmla="*/ 0 w 246"/>
                <a:gd name="T7" fmla="*/ 1 h 426"/>
                <a:gd name="T8" fmla="*/ 0 w 246"/>
                <a:gd name="T9" fmla="*/ 1 h 426"/>
                <a:gd name="T10" fmla="*/ 0 w 246"/>
                <a:gd name="T11" fmla="*/ 1 h 426"/>
                <a:gd name="T12" fmla="*/ 0 w 246"/>
                <a:gd name="T13" fmla="*/ 2 h 426"/>
                <a:gd name="T14" fmla="*/ 0 w 246"/>
                <a:gd name="T15" fmla="*/ 2 h 426"/>
                <a:gd name="T16" fmla="*/ 0 w 246"/>
                <a:gd name="T17" fmla="*/ 2 h 426"/>
                <a:gd name="T18" fmla="*/ 1 w 246"/>
                <a:gd name="T19" fmla="*/ 2 h 426"/>
                <a:gd name="T20" fmla="*/ 1 w 246"/>
                <a:gd name="T21" fmla="*/ 3 h 426"/>
                <a:gd name="T22" fmla="*/ 1 w 246"/>
                <a:gd name="T23" fmla="*/ 3 h 426"/>
                <a:gd name="T24" fmla="*/ 1 w 246"/>
                <a:gd name="T25" fmla="*/ 3 h 426"/>
                <a:gd name="T26" fmla="*/ 1 w 246"/>
                <a:gd name="T27" fmla="*/ 3 h 426"/>
                <a:gd name="T28" fmla="*/ 1 w 246"/>
                <a:gd name="T29" fmla="*/ 3 h 426"/>
                <a:gd name="T30" fmla="*/ 2 w 246"/>
                <a:gd name="T31" fmla="*/ 3 h 426"/>
                <a:gd name="T32" fmla="*/ 2 w 246"/>
                <a:gd name="T33" fmla="*/ 3 h 426"/>
                <a:gd name="T34" fmla="*/ 2 w 246"/>
                <a:gd name="T35" fmla="*/ 3 h 426"/>
                <a:gd name="T36" fmla="*/ 2 w 246"/>
                <a:gd name="T37" fmla="*/ 3 h 426"/>
                <a:gd name="T38" fmla="*/ 2 w 246"/>
                <a:gd name="T39" fmla="*/ 3 h 426"/>
                <a:gd name="T40" fmla="*/ 2 w 246"/>
                <a:gd name="T41" fmla="*/ 3 h 426"/>
                <a:gd name="T42" fmla="*/ 1 w 246"/>
                <a:gd name="T43" fmla="*/ 3 h 426"/>
                <a:gd name="T44" fmla="*/ 1 w 246"/>
                <a:gd name="T45" fmla="*/ 3 h 426"/>
                <a:gd name="T46" fmla="*/ 1 w 246"/>
                <a:gd name="T47" fmla="*/ 3 h 426"/>
                <a:gd name="T48" fmla="*/ 1 w 246"/>
                <a:gd name="T49" fmla="*/ 3 h 426"/>
                <a:gd name="T50" fmla="*/ 1 w 246"/>
                <a:gd name="T51" fmla="*/ 3 h 426"/>
                <a:gd name="T52" fmla="*/ 1 w 246"/>
                <a:gd name="T53" fmla="*/ 2 h 426"/>
                <a:gd name="T54" fmla="*/ 1 w 246"/>
                <a:gd name="T55" fmla="*/ 2 h 426"/>
                <a:gd name="T56" fmla="*/ 0 w 246"/>
                <a:gd name="T57" fmla="*/ 2 h 426"/>
                <a:gd name="T58" fmla="*/ 0 w 246"/>
                <a:gd name="T59" fmla="*/ 2 h 426"/>
                <a:gd name="T60" fmla="*/ 0 w 246"/>
                <a:gd name="T61" fmla="*/ 1 h 426"/>
                <a:gd name="T62" fmla="*/ 0 w 246"/>
                <a:gd name="T63" fmla="*/ 1 h 426"/>
                <a:gd name="T64" fmla="*/ 0 w 246"/>
                <a:gd name="T65" fmla="*/ 1 h 426"/>
                <a:gd name="T66" fmla="*/ 0 w 246"/>
                <a:gd name="T67" fmla="*/ 0 h 426"/>
                <a:gd name="T68" fmla="*/ 0 w 246"/>
                <a:gd name="T69" fmla="*/ 0 h 426"/>
                <a:gd name="T70" fmla="*/ 0 w 246"/>
                <a:gd name="T71" fmla="*/ 0 h 426"/>
                <a:gd name="T72" fmla="*/ 0 w 246"/>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0"/>
                  </a:moveTo>
                  <a:lnTo>
                    <a:pt x="0" y="0"/>
                  </a:lnTo>
                  <a:lnTo>
                    <a:pt x="1" y="42"/>
                  </a:lnTo>
                  <a:lnTo>
                    <a:pt x="4" y="86"/>
                  </a:lnTo>
                  <a:lnTo>
                    <a:pt x="10" y="126"/>
                  </a:lnTo>
                  <a:lnTo>
                    <a:pt x="18" y="164"/>
                  </a:lnTo>
                  <a:lnTo>
                    <a:pt x="29" y="202"/>
                  </a:lnTo>
                  <a:lnTo>
                    <a:pt x="41" y="237"/>
                  </a:lnTo>
                  <a:lnTo>
                    <a:pt x="55" y="269"/>
                  </a:lnTo>
                  <a:lnTo>
                    <a:pt x="71" y="300"/>
                  </a:lnTo>
                  <a:lnTo>
                    <a:pt x="89" y="327"/>
                  </a:lnTo>
                  <a:lnTo>
                    <a:pt x="107" y="352"/>
                  </a:lnTo>
                  <a:lnTo>
                    <a:pt x="127" y="374"/>
                  </a:lnTo>
                  <a:lnTo>
                    <a:pt x="150" y="392"/>
                  </a:lnTo>
                  <a:lnTo>
                    <a:pt x="171" y="407"/>
                  </a:lnTo>
                  <a:lnTo>
                    <a:pt x="195" y="418"/>
                  </a:lnTo>
                  <a:lnTo>
                    <a:pt x="220" y="423"/>
                  </a:lnTo>
                  <a:lnTo>
                    <a:pt x="246" y="426"/>
                  </a:lnTo>
                  <a:lnTo>
                    <a:pt x="246" y="414"/>
                  </a:lnTo>
                  <a:lnTo>
                    <a:pt x="222" y="412"/>
                  </a:lnTo>
                  <a:lnTo>
                    <a:pt x="200" y="406"/>
                  </a:lnTo>
                  <a:lnTo>
                    <a:pt x="178" y="395"/>
                  </a:lnTo>
                  <a:lnTo>
                    <a:pt x="157" y="382"/>
                  </a:lnTo>
                  <a:lnTo>
                    <a:pt x="137" y="365"/>
                  </a:lnTo>
                  <a:lnTo>
                    <a:pt x="117" y="345"/>
                  </a:lnTo>
                  <a:lnTo>
                    <a:pt x="98" y="320"/>
                  </a:lnTo>
                  <a:lnTo>
                    <a:pt x="83" y="293"/>
                  </a:lnTo>
                  <a:lnTo>
                    <a:pt x="66" y="264"/>
                  </a:lnTo>
                  <a:lnTo>
                    <a:pt x="52" y="232"/>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1429" name="Freeform 67"/>
            <p:cNvSpPr>
              <a:spLocks/>
            </p:cNvSpPr>
            <p:nvPr/>
          </p:nvSpPr>
          <p:spPr bwMode="auto">
            <a:xfrm>
              <a:off x="1335" y="1859"/>
              <a:ext cx="49" cy="84"/>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1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0" y="2"/>
                  </a:lnTo>
                  <a:lnTo>
                    <a:pt x="195" y="8"/>
                  </a:lnTo>
                  <a:lnTo>
                    <a:pt x="171" y="18"/>
                  </a:lnTo>
                  <a:lnTo>
                    <a:pt x="150" y="34"/>
                  </a:lnTo>
                  <a:lnTo>
                    <a:pt x="127" y="51"/>
                  </a:lnTo>
                  <a:lnTo>
                    <a:pt x="107" y="74"/>
                  </a:lnTo>
                  <a:lnTo>
                    <a:pt x="89" y="98"/>
                  </a:lnTo>
                  <a:lnTo>
                    <a:pt x="72" y="125"/>
                  </a:lnTo>
                  <a:lnTo>
                    <a:pt x="55" y="156"/>
                  </a:lnTo>
                  <a:lnTo>
                    <a:pt x="41" y="188"/>
                  </a:lnTo>
                  <a:lnTo>
                    <a:pt x="29" y="222"/>
                  </a:lnTo>
                  <a:lnTo>
                    <a:pt x="18" y="261"/>
                  </a:lnTo>
                  <a:lnTo>
                    <a:pt x="10" y="299"/>
                  </a:lnTo>
                  <a:lnTo>
                    <a:pt x="4" y="339"/>
                  </a:lnTo>
                  <a:lnTo>
                    <a:pt x="1" y="382"/>
                  </a:lnTo>
                  <a:lnTo>
                    <a:pt x="0" y="424"/>
                  </a:lnTo>
                  <a:lnTo>
                    <a:pt x="11" y="424"/>
                  </a:lnTo>
                  <a:lnTo>
                    <a:pt x="13" y="382"/>
                  </a:lnTo>
                  <a:lnTo>
                    <a:pt x="16" y="341"/>
                  </a:lnTo>
                  <a:lnTo>
                    <a:pt x="22" y="301"/>
                  </a:lnTo>
                  <a:lnTo>
                    <a:pt x="30" y="264"/>
                  </a:lnTo>
                  <a:lnTo>
                    <a:pt x="41" y="227"/>
                  </a:lnTo>
                  <a:lnTo>
                    <a:pt x="52" y="193"/>
                  </a:lnTo>
                  <a:lnTo>
                    <a:pt x="66" y="160"/>
                  </a:lnTo>
                  <a:lnTo>
                    <a:pt x="82" y="132"/>
                  </a:lnTo>
                  <a:lnTo>
                    <a:pt x="98" y="105"/>
                  </a:lnTo>
                  <a:lnTo>
                    <a:pt x="117" y="81"/>
                  </a:lnTo>
                  <a:lnTo>
                    <a:pt x="137" y="61"/>
                  </a:lnTo>
                  <a:lnTo>
                    <a:pt x="157" y="43"/>
                  </a:lnTo>
                  <a:lnTo>
                    <a:pt x="178" y="30"/>
                  </a:lnTo>
                  <a:lnTo>
                    <a:pt x="200" y="20"/>
                  </a:lnTo>
                  <a:lnTo>
                    <a:pt x="222" y="14"/>
                  </a:lnTo>
                  <a:lnTo>
                    <a:pt x="246" y="11"/>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1430" name="Freeform 68"/>
            <p:cNvSpPr>
              <a:spLocks/>
            </p:cNvSpPr>
            <p:nvPr/>
          </p:nvSpPr>
          <p:spPr bwMode="auto">
            <a:xfrm>
              <a:off x="1552" y="1751"/>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1" y="339"/>
                  </a:lnTo>
                  <a:lnTo>
                    <a:pt x="235" y="299"/>
                  </a:lnTo>
                  <a:lnTo>
                    <a:pt x="226" y="261"/>
                  </a:lnTo>
                  <a:lnTo>
                    <a:pt x="216" y="223"/>
                  </a:lnTo>
                  <a:lnTo>
                    <a:pt x="204" y="189"/>
                  </a:lnTo>
                  <a:lnTo>
                    <a:pt x="190" y="156"/>
                  </a:lnTo>
                  <a:lnTo>
                    <a:pt x="174" y="125"/>
                  </a:lnTo>
                  <a:lnTo>
                    <a:pt x="156" y="98"/>
                  </a:lnTo>
                  <a:lnTo>
                    <a:pt x="137" y="74"/>
                  </a:lnTo>
                  <a:lnTo>
                    <a:pt x="119" y="52"/>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8" y="81"/>
                  </a:lnTo>
                  <a:lnTo>
                    <a:pt x="147" y="105"/>
                  </a:lnTo>
                  <a:lnTo>
                    <a:pt x="164" y="132"/>
                  </a:lnTo>
                  <a:lnTo>
                    <a:pt x="178" y="161"/>
                  </a:lnTo>
                  <a:lnTo>
                    <a:pt x="193" y="193"/>
                  </a:lnTo>
                  <a:lnTo>
                    <a:pt x="204" y="227"/>
                  </a:lnTo>
                  <a:lnTo>
                    <a:pt x="215" y="264"/>
                  </a:lnTo>
                  <a:lnTo>
                    <a:pt x="223" y="301"/>
                  </a:lnTo>
                  <a:lnTo>
                    <a:pt x="229" y="341"/>
                  </a:lnTo>
                  <a:lnTo>
                    <a:pt x="232" y="382"/>
                  </a:lnTo>
                  <a:lnTo>
                    <a:pt x="234"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1431" name="Freeform 69"/>
            <p:cNvSpPr>
              <a:spLocks/>
            </p:cNvSpPr>
            <p:nvPr/>
          </p:nvSpPr>
          <p:spPr bwMode="auto">
            <a:xfrm>
              <a:off x="1552" y="1836"/>
              <a:ext cx="49" cy="85"/>
            </a:xfrm>
            <a:custGeom>
              <a:avLst/>
              <a:gdLst>
                <a:gd name="T0" fmla="*/ 0 w 245"/>
                <a:gd name="T1" fmla="*/ 3 h 425"/>
                <a:gd name="T2" fmla="*/ 0 w 245"/>
                <a:gd name="T3" fmla="*/ 3 h 425"/>
                <a:gd name="T4" fmla="*/ 0 w 245"/>
                <a:gd name="T5" fmla="*/ 3 h 425"/>
                <a:gd name="T6" fmla="*/ 0 w 245"/>
                <a:gd name="T7" fmla="*/ 3 h 425"/>
                <a:gd name="T8" fmla="*/ 1 w 245"/>
                <a:gd name="T9" fmla="*/ 3 h 425"/>
                <a:gd name="T10" fmla="*/ 1 w 245"/>
                <a:gd name="T11" fmla="*/ 3 h 425"/>
                <a:gd name="T12" fmla="*/ 1 w 245"/>
                <a:gd name="T13" fmla="*/ 3 h 425"/>
                <a:gd name="T14" fmla="*/ 1 w 245"/>
                <a:gd name="T15" fmla="*/ 3 h 425"/>
                <a:gd name="T16" fmla="*/ 1 w 245"/>
                <a:gd name="T17" fmla="*/ 3 h 425"/>
                <a:gd name="T18" fmla="*/ 1 w 245"/>
                <a:gd name="T19" fmla="*/ 2 h 425"/>
                <a:gd name="T20" fmla="*/ 2 w 245"/>
                <a:gd name="T21" fmla="*/ 2 h 425"/>
                <a:gd name="T22" fmla="*/ 2 w 245"/>
                <a:gd name="T23" fmla="*/ 2 h 425"/>
                <a:gd name="T24" fmla="*/ 2 w 245"/>
                <a:gd name="T25" fmla="*/ 2 h 425"/>
                <a:gd name="T26" fmla="*/ 2 w 245"/>
                <a:gd name="T27" fmla="*/ 1 h 425"/>
                <a:gd name="T28" fmla="*/ 2 w 245"/>
                <a:gd name="T29" fmla="*/ 1 h 425"/>
                <a:gd name="T30" fmla="*/ 2 w 245"/>
                <a:gd name="T31" fmla="*/ 1 h 425"/>
                <a:gd name="T32" fmla="*/ 2 w 245"/>
                <a:gd name="T33" fmla="*/ 0 h 425"/>
                <a:gd name="T34" fmla="*/ 2 w 245"/>
                <a:gd name="T35" fmla="*/ 0 h 425"/>
                <a:gd name="T36" fmla="*/ 2 w 245"/>
                <a:gd name="T37" fmla="*/ 0 h 425"/>
                <a:gd name="T38" fmla="*/ 2 w 245"/>
                <a:gd name="T39" fmla="*/ 0 h 425"/>
                <a:gd name="T40" fmla="*/ 2 w 245"/>
                <a:gd name="T41" fmla="*/ 1 h 425"/>
                <a:gd name="T42" fmla="*/ 2 w 245"/>
                <a:gd name="T43" fmla="*/ 1 h 425"/>
                <a:gd name="T44" fmla="*/ 2 w 245"/>
                <a:gd name="T45" fmla="*/ 1 h 425"/>
                <a:gd name="T46" fmla="*/ 2 w 245"/>
                <a:gd name="T47" fmla="*/ 2 h 425"/>
                <a:gd name="T48" fmla="*/ 2 w 245"/>
                <a:gd name="T49" fmla="*/ 2 h 425"/>
                <a:gd name="T50" fmla="*/ 1 w 245"/>
                <a:gd name="T51" fmla="*/ 2 h 425"/>
                <a:gd name="T52" fmla="*/ 1 w 245"/>
                <a:gd name="T53" fmla="*/ 2 h 425"/>
                <a:gd name="T54" fmla="*/ 1 w 245"/>
                <a:gd name="T55" fmla="*/ 3 h 425"/>
                <a:gd name="T56" fmla="*/ 1 w 245"/>
                <a:gd name="T57" fmla="*/ 3 h 425"/>
                <a:gd name="T58" fmla="*/ 1 w 245"/>
                <a:gd name="T59" fmla="*/ 3 h 425"/>
                <a:gd name="T60" fmla="*/ 1 w 245"/>
                <a:gd name="T61" fmla="*/ 3 h 425"/>
                <a:gd name="T62" fmla="*/ 1 w 245"/>
                <a:gd name="T63" fmla="*/ 3 h 425"/>
                <a:gd name="T64" fmla="*/ 0 w 245"/>
                <a:gd name="T65" fmla="*/ 3 h 425"/>
                <a:gd name="T66" fmla="*/ 0 w 245"/>
                <a:gd name="T67" fmla="*/ 3 h 425"/>
                <a:gd name="T68" fmla="*/ 0 w 245"/>
                <a:gd name="T69" fmla="*/ 3 h 425"/>
                <a:gd name="T70" fmla="*/ 0 w 245"/>
                <a:gd name="T71" fmla="*/ 3 h 425"/>
                <a:gd name="T72" fmla="*/ 0 w 245"/>
                <a:gd name="T73" fmla="*/ 3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5"/>
                <a:gd name="T113" fmla="*/ 245 w 245"/>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5">
                  <a:moveTo>
                    <a:pt x="0" y="425"/>
                  </a:moveTo>
                  <a:lnTo>
                    <a:pt x="0" y="425"/>
                  </a:lnTo>
                  <a:lnTo>
                    <a:pt x="26" y="422"/>
                  </a:lnTo>
                  <a:lnTo>
                    <a:pt x="51" y="417"/>
                  </a:lnTo>
                  <a:lnTo>
                    <a:pt x="74" y="406"/>
                  </a:lnTo>
                  <a:lnTo>
                    <a:pt x="96" y="391"/>
                  </a:lnTo>
                  <a:lnTo>
                    <a:pt x="119" y="373"/>
                  </a:lnTo>
                  <a:lnTo>
                    <a:pt x="137" y="351"/>
                  </a:lnTo>
                  <a:lnTo>
                    <a:pt x="156" y="326"/>
                  </a:lnTo>
                  <a:lnTo>
                    <a:pt x="174" y="299"/>
                  </a:lnTo>
                  <a:lnTo>
                    <a:pt x="190" y="269"/>
                  </a:lnTo>
                  <a:lnTo>
                    <a:pt x="204" y="236"/>
                  </a:lnTo>
                  <a:lnTo>
                    <a:pt x="216" y="202"/>
                  </a:lnTo>
                  <a:lnTo>
                    <a:pt x="226" y="163"/>
                  </a:lnTo>
                  <a:lnTo>
                    <a:pt x="235" y="126"/>
                  </a:lnTo>
                  <a:lnTo>
                    <a:pt x="241" y="86"/>
                  </a:lnTo>
                  <a:lnTo>
                    <a:pt x="244" y="43"/>
                  </a:lnTo>
                  <a:lnTo>
                    <a:pt x="245" y="0"/>
                  </a:lnTo>
                  <a:lnTo>
                    <a:pt x="234" y="0"/>
                  </a:lnTo>
                  <a:lnTo>
                    <a:pt x="232" y="43"/>
                  </a:lnTo>
                  <a:lnTo>
                    <a:pt x="229" y="84"/>
                  </a:lnTo>
                  <a:lnTo>
                    <a:pt x="223" y="123"/>
                  </a:lnTo>
                  <a:lnTo>
                    <a:pt x="215" y="161"/>
                  </a:lnTo>
                  <a:lnTo>
                    <a:pt x="204" y="197"/>
                  </a:lnTo>
                  <a:lnTo>
                    <a:pt x="193" y="231"/>
                  </a:lnTo>
                  <a:lnTo>
                    <a:pt x="178" y="264"/>
                  </a:lnTo>
                  <a:lnTo>
                    <a:pt x="164" y="292"/>
                  </a:lnTo>
                  <a:lnTo>
                    <a:pt x="147" y="319"/>
                  </a:lnTo>
                  <a:lnTo>
                    <a:pt x="128" y="344"/>
                  </a:lnTo>
                  <a:lnTo>
                    <a:pt x="109" y="364"/>
                  </a:lnTo>
                  <a:lnTo>
                    <a:pt x="89" y="381"/>
                  </a:lnTo>
                  <a:lnTo>
                    <a:pt x="67" y="394"/>
                  </a:lnTo>
                  <a:lnTo>
                    <a:pt x="46" y="405"/>
                  </a:lnTo>
                  <a:lnTo>
                    <a:pt x="24" y="411"/>
                  </a:lnTo>
                  <a:lnTo>
                    <a:pt x="0" y="413"/>
                  </a:lnTo>
                  <a:lnTo>
                    <a:pt x="0" y="425"/>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1432" name="Freeform 70"/>
            <p:cNvSpPr>
              <a:spLocks/>
            </p:cNvSpPr>
            <p:nvPr/>
          </p:nvSpPr>
          <p:spPr bwMode="auto">
            <a:xfrm>
              <a:off x="1502" y="1836"/>
              <a:ext cx="50" cy="85"/>
            </a:xfrm>
            <a:custGeom>
              <a:avLst/>
              <a:gdLst>
                <a:gd name="T0" fmla="*/ 0 w 246"/>
                <a:gd name="T1" fmla="*/ 0 h 425"/>
                <a:gd name="T2" fmla="*/ 0 w 246"/>
                <a:gd name="T3" fmla="*/ 0 h 425"/>
                <a:gd name="T4" fmla="*/ 0 w 246"/>
                <a:gd name="T5" fmla="*/ 0 h 425"/>
                <a:gd name="T6" fmla="*/ 0 w 246"/>
                <a:gd name="T7" fmla="*/ 1 h 425"/>
                <a:gd name="T8" fmla="*/ 0 w 246"/>
                <a:gd name="T9" fmla="*/ 1 h 425"/>
                <a:gd name="T10" fmla="*/ 0 w 246"/>
                <a:gd name="T11" fmla="*/ 1 h 425"/>
                <a:gd name="T12" fmla="*/ 0 w 246"/>
                <a:gd name="T13" fmla="*/ 2 h 425"/>
                <a:gd name="T14" fmla="*/ 0 w 246"/>
                <a:gd name="T15" fmla="*/ 2 h 425"/>
                <a:gd name="T16" fmla="*/ 0 w 246"/>
                <a:gd name="T17" fmla="*/ 2 h 425"/>
                <a:gd name="T18" fmla="*/ 1 w 246"/>
                <a:gd name="T19" fmla="*/ 2 h 425"/>
                <a:gd name="T20" fmla="*/ 1 w 246"/>
                <a:gd name="T21" fmla="*/ 3 h 425"/>
                <a:gd name="T22" fmla="*/ 1 w 246"/>
                <a:gd name="T23" fmla="*/ 3 h 425"/>
                <a:gd name="T24" fmla="*/ 1 w 246"/>
                <a:gd name="T25" fmla="*/ 3 h 425"/>
                <a:gd name="T26" fmla="*/ 1 w 246"/>
                <a:gd name="T27" fmla="*/ 3 h 425"/>
                <a:gd name="T28" fmla="*/ 1 w 246"/>
                <a:gd name="T29" fmla="*/ 3 h 425"/>
                <a:gd name="T30" fmla="*/ 2 w 246"/>
                <a:gd name="T31" fmla="*/ 3 h 425"/>
                <a:gd name="T32" fmla="*/ 2 w 246"/>
                <a:gd name="T33" fmla="*/ 3 h 425"/>
                <a:gd name="T34" fmla="*/ 2 w 246"/>
                <a:gd name="T35" fmla="*/ 3 h 425"/>
                <a:gd name="T36" fmla="*/ 2 w 246"/>
                <a:gd name="T37" fmla="*/ 3 h 425"/>
                <a:gd name="T38" fmla="*/ 2 w 246"/>
                <a:gd name="T39" fmla="*/ 3 h 425"/>
                <a:gd name="T40" fmla="*/ 2 w 246"/>
                <a:gd name="T41" fmla="*/ 3 h 425"/>
                <a:gd name="T42" fmla="*/ 1 w 246"/>
                <a:gd name="T43" fmla="*/ 3 h 425"/>
                <a:gd name="T44" fmla="*/ 1 w 246"/>
                <a:gd name="T45" fmla="*/ 3 h 425"/>
                <a:gd name="T46" fmla="*/ 1 w 246"/>
                <a:gd name="T47" fmla="*/ 3 h 425"/>
                <a:gd name="T48" fmla="*/ 1 w 246"/>
                <a:gd name="T49" fmla="*/ 3 h 425"/>
                <a:gd name="T50" fmla="*/ 1 w 246"/>
                <a:gd name="T51" fmla="*/ 3 h 425"/>
                <a:gd name="T52" fmla="*/ 1 w 246"/>
                <a:gd name="T53" fmla="*/ 2 h 425"/>
                <a:gd name="T54" fmla="*/ 1 w 246"/>
                <a:gd name="T55" fmla="*/ 2 h 425"/>
                <a:gd name="T56" fmla="*/ 0 w 246"/>
                <a:gd name="T57" fmla="*/ 2 h 425"/>
                <a:gd name="T58" fmla="*/ 0 w 246"/>
                <a:gd name="T59" fmla="*/ 2 h 425"/>
                <a:gd name="T60" fmla="*/ 0 w 246"/>
                <a:gd name="T61" fmla="*/ 1 h 425"/>
                <a:gd name="T62" fmla="*/ 0 w 246"/>
                <a:gd name="T63" fmla="*/ 1 h 425"/>
                <a:gd name="T64" fmla="*/ 0 w 246"/>
                <a:gd name="T65" fmla="*/ 1 h 425"/>
                <a:gd name="T66" fmla="*/ 0 w 246"/>
                <a:gd name="T67" fmla="*/ 0 h 425"/>
                <a:gd name="T68" fmla="*/ 0 w 246"/>
                <a:gd name="T69" fmla="*/ 0 h 425"/>
                <a:gd name="T70" fmla="*/ 0 w 246"/>
                <a:gd name="T71" fmla="*/ 0 h 425"/>
                <a:gd name="T72" fmla="*/ 0 w 246"/>
                <a:gd name="T73" fmla="*/ 0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5"/>
                <a:gd name="T113" fmla="*/ 246 w 246"/>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5">
                  <a:moveTo>
                    <a:pt x="0" y="0"/>
                  </a:moveTo>
                  <a:lnTo>
                    <a:pt x="0" y="0"/>
                  </a:lnTo>
                  <a:lnTo>
                    <a:pt x="2" y="43"/>
                  </a:lnTo>
                  <a:lnTo>
                    <a:pt x="5" y="86"/>
                  </a:lnTo>
                  <a:lnTo>
                    <a:pt x="11" y="126"/>
                  </a:lnTo>
                  <a:lnTo>
                    <a:pt x="19" y="163"/>
                  </a:lnTo>
                  <a:lnTo>
                    <a:pt x="30" y="202"/>
                  </a:lnTo>
                  <a:lnTo>
                    <a:pt x="41" y="236"/>
                  </a:lnTo>
                  <a:lnTo>
                    <a:pt x="55" y="269"/>
                  </a:lnTo>
                  <a:lnTo>
                    <a:pt x="73" y="299"/>
                  </a:lnTo>
                  <a:lnTo>
                    <a:pt x="89" y="326"/>
                  </a:lnTo>
                  <a:lnTo>
                    <a:pt x="108" y="351"/>
                  </a:lnTo>
                  <a:lnTo>
                    <a:pt x="128" y="373"/>
                  </a:lnTo>
                  <a:lnTo>
                    <a:pt x="150" y="391"/>
                  </a:lnTo>
                  <a:lnTo>
                    <a:pt x="171" y="406"/>
                  </a:lnTo>
                  <a:lnTo>
                    <a:pt x="196" y="417"/>
                  </a:lnTo>
                  <a:lnTo>
                    <a:pt x="221" y="422"/>
                  </a:lnTo>
                  <a:lnTo>
                    <a:pt x="246" y="425"/>
                  </a:lnTo>
                  <a:lnTo>
                    <a:pt x="246" y="413"/>
                  </a:lnTo>
                  <a:lnTo>
                    <a:pt x="223" y="411"/>
                  </a:lnTo>
                  <a:lnTo>
                    <a:pt x="201" y="405"/>
                  </a:lnTo>
                  <a:lnTo>
                    <a:pt x="178" y="394"/>
                  </a:lnTo>
                  <a:lnTo>
                    <a:pt x="157" y="381"/>
                  </a:lnTo>
                  <a:lnTo>
                    <a:pt x="137" y="364"/>
                  </a:lnTo>
                  <a:lnTo>
                    <a:pt x="117" y="344"/>
                  </a:lnTo>
                  <a:lnTo>
                    <a:pt x="99" y="319"/>
                  </a:lnTo>
                  <a:lnTo>
                    <a:pt x="82" y="292"/>
                  </a:lnTo>
                  <a:lnTo>
                    <a:pt x="67" y="264"/>
                  </a:lnTo>
                  <a:lnTo>
                    <a:pt x="53" y="231"/>
                  </a:lnTo>
                  <a:lnTo>
                    <a:pt x="41" y="197"/>
                  </a:lnTo>
                  <a:lnTo>
                    <a:pt x="31" y="161"/>
                  </a:lnTo>
                  <a:lnTo>
                    <a:pt x="23" y="123"/>
                  </a:lnTo>
                  <a:lnTo>
                    <a:pt x="17" y="84"/>
                  </a:lnTo>
                  <a:lnTo>
                    <a:pt x="13" y="4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1433" name="Freeform 71"/>
            <p:cNvSpPr>
              <a:spLocks/>
            </p:cNvSpPr>
            <p:nvPr/>
          </p:nvSpPr>
          <p:spPr bwMode="auto">
            <a:xfrm>
              <a:off x="1502" y="1751"/>
              <a:ext cx="50" cy="85"/>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2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1" y="2"/>
                  </a:lnTo>
                  <a:lnTo>
                    <a:pt x="196" y="8"/>
                  </a:lnTo>
                  <a:lnTo>
                    <a:pt x="171" y="19"/>
                  </a:lnTo>
                  <a:lnTo>
                    <a:pt x="150" y="34"/>
                  </a:lnTo>
                  <a:lnTo>
                    <a:pt x="128" y="52"/>
                  </a:lnTo>
                  <a:lnTo>
                    <a:pt x="108" y="74"/>
                  </a:lnTo>
                  <a:lnTo>
                    <a:pt x="89" y="98"/>
                  </a:lnTo>
                  <a:lnTo>
                    <a:pt x="73" y="125"/>
                  </a:lnTo>
                  <a:lnTo>
                    <a:pt x="55" y="156"/>
                  </a:lnTo>
                  <a:lnTo>
                    <a:pt x="41" y="189"/>
                  </a:lnTo>
                  <a:lnTo>
                    <a:pt x="30" y="223"/>
                  </a:lnTo>
                  <a:lnTo>
                    <a:pt x="19" y="261"/>
                  </a:lnTo>
                  <a:lnTo>
                    <a:pt x="11" y="299"/>
                  </a:lnTo>
                  <a:lnTo>
                    <a:pt x="5" y="339"/>
                  </a:lnTo>
                  <a:lnTo>
                    <a:pt x="2" y="382"/>
                  </a:lnTo>
                  <a:lnTo>
                    <a:pt x="0" y="424"/>
                  </a:lnTo>
                  <a:lnTo>
                    <a:pt x="12" y="424"/>
                  </a:lnTo>
                  <a:lnTo>
                    <a:pt x="13" y="382"/>
                  </a:lnTo>
                  <a:lnTo>
                    <a:pt x="17" y="341"/>
                  </a:lnTo>
                  <a:lnTo>
                    <a:pt x="23" y="301"/>
                  </a:lnTo>
                  <a:lnTo>
                    <a:pt x="31" y="264"/>
                  </a:lnTo>
                  <a:lnTo>
                    <a:pt x="41" y="227"/>
                  </a:lnTo>
                  <a:lnTo>
                    <a:pt x="53" y="193"/>
                  </a:lnTo>
                  <a:lnTo>
                    <a:pt x="67" y="161"/>
                  </a:lnTo>
                  <a:lnTo>
                    <a:pt x="82" y="132"/>
                  </a:lnTo>
                  <a:lnTo>
                    <a:pt x="99" y="105"/>
                  </a:lnTo>
                  <a:lnTo>
                    <a:pt x="117" y="81"/>
                  </a:lnTo>
                  <a:lnTo>
                    <a:pt x="137" y="61"/>
                  </a:lnTo>
                  <a:lnTo>
                    <a:pt x="157" y="43"/>
                  </a:lnTo>
                  <a:lnTo>
                    <a:pt x="178" y="30"/>
                  </a:lnTo>
                  <a:lnTo>
                    <a:pt x="201" y="20"/>
                  </a:lnTo>
                  <a:lnTo>
                    <a:pt x="223" y="14"/>
                  </a:lnTo>
                  <a:lnTo>
                    <a:pt x="246" y="12"/>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1434" name="Freeform 72"/>
            <p:cNvSpPr>
              <a:spLocks/>
            </p:cNvSpPr>
            <p:nvPr/>
          </p:nvSpPr>
          <p:spPr bwMode="auto">
            <a:xfrm>
              <a:off x="1565" y="2016"/>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0" y="339"/>
                  </a:lnTo>
                  <a:lnTo>
                    <a:pt x="234" y="299"/>
                  </a:lnTo>
                  <a:lnTo>
                    <a:pt x="226" y="261"/>
                  </a:lnTo>
                  <a:lnTo>
                    <a:pt x="216" y="223"/>
                  </a:lnTo>
                  <a:lnTo>
                    <a:pt x="204" y="189"/>
                  </a:lnTo>
                  <a:lnTo>
                    <a:pt x="190" y="156"/>
                  </a:lnTo>
                  <a:lnTo>
                    <a:pt x="174" y="125"/>
                  </a:lnTo>
                  <a:lnTo>
                    <a:pt x="156" y="98"/>
                  </a:lnTo>
                  <a:lnTo>
                    <a:pt x="138" y="74"/>
                  </a:lnTo>
                  <a:lnTo>
                    <a:pt x="118" y="51"/>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9" y="81"/>
                  </a:lnTo>
                  <a:lnTo>
                    <a:pt x="147" y="105"/>
                  </a:lnTo>
                  <a:lnTo>
                    <a:pt x="164" y="132"/>
                  </a:lnTo>
                  <a:lnTo>
                    <a:pt x="178" y="160"/>
                  </a:lnTo>
                  <a:lnTo>
                    <a:pt x="192" y="193"/>
                  </a:lnTo>
                  <a:lnTo>
                    <a:pt x="204" y="227"/>
                  </a:lnTo>
                  <a:lnTo>
                    <a:pt x="215" y="264"/>
                  </a:lnTo>
                  <a:lnTo>
                    <a:pt x="223" y="301"/>
                  </a:lnTo>
                  <a:lnTo>
                    <a:pt x="229"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1435" name="Freeform 73"/>
            <p:cNvSpPr>
              <a:spLocks/>
            </p:cNvSpPr>
            <p:nvPr/>
          </p:nvSpPr>
          <p:spPr bwMode="auto">
            <a:xfrm>
              <a:off x="1565" y="2101"/>
              <a:ext cx="49" cy="85"/>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6" y="423"/>
                  </a:lnTo>
                  <a:lnTo>
                    <a:pt x="51" y="418"/>
                  </a:lnTo>
                  <a:lnTo>
                    <a:pt x="74" y="407"/>
                  </a:lnTo>
                  <a:lnTo>
                    <a:pt x="96" y="392"/>
                  </a:lnTo>
                  <a:lnTo>
                    <a:pt x="118" y="373"/>
                  </a:lnTo>
                  <a:lnTo>
                    <a:pt x="138" y="351"/>
                  </a:lnTo>
                  <a:lnTo>
                    <a:pt x="156" y="327"/>
                  </a:lnTo>
                  <a:lnTo>
                    <a:pt x="175" y="299"/>
                  </a:lnTo>
                  <a:lnTo>
                    <a:pt x="190" y="269"/>
                  </a:lnTo>
                  <a:lnTo>
                    <a:pt x="204" y="236"/>
                  </a:lnTo>
                  <a:lnTo>
                    <a:pt x="216" y="202"/>
                  </a:lnTo>
                  <a:lnTo>
                    <a:pt x="226" y="164"/>
                  </a:lnTo>
                  <a:lnTo>
                    <a:pt x="234" y="126"/>
                  </a:lnTo>
                  <a:lnTo>
                    <a:pt x="240" y="86"/>
                  </a:lnTo>
                  <a:lnTo>
                    <a:pt x="244" y="42"/>
                  </a:lnTo>
                  <a:lnTo>
                    <a:pt x="245" y="0"/>
                  </a:lnTo>
                  <a:lnTo>
                    <a:pt x="233" y="0"/>
                  </a:lnTo>
                  <a:lnTo>
                    <a:pt x="232" y="42"/>
                  </a:lnTo>
                  <a:lnTo>
                    <a:pt x="229" y="83"/>
                  </a:lnTo>
                  <a:lnTo>
                    <a:pt x="223" y="123"/>
                  </a:lnTo>
                  <a:lnTo>
                    <a:pt x="215" y="162"/>
                  </a:lnTo>
                  <a:lnTo>
                    <a:pt x="204" y="197"/>
                  </a:lnTo>
                  <a:lnTo>
                    <a:pt x="192" y="231"/>
                  </a:lnTo>
                  <a:lnTo>
                    <a:pt x="178" y="264"/>
                  </a:lnTo>
                  <a:lnTo>
                    <a:pt x="163" y="292"/>
                  </a:lnTo>
                  <a:lnTo>
                    <a:pt x="147" y="320"/>
                  </a:lnTo>
                  <a:lnTo>
                    <a:pt x="129" y="344"/>
                  </a:lnTo>
                  <a:lnTo>
                    <a:pt x="109" y="364"/>
                  </a:lnTo>
                  <a:lnTo>
                    <a:pt x="89" y="382"/>
                  </a:lnTo>
                  <a:lnTo>
                    <a:pt x="67" y="395"/>
                  </a:lnTo>
                  <a:lnTo>
                    <a:pt x="46" y="406"/>
                  </a:lnTo>
                  <a:lnTo>
                    <a:pt x="24"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1436" name="Freeform 74"/>
            <p:cNvSpPr>
              <a:spLocks/>
            </p:cNvSpPr>
            <p:nvPr/>
          </p:nvSpPr>
          <p:spPr bwMode="auto">
            <a:xfrm>
              <a:off x="1516" y="2101"/>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5" y="86"/>
                  </a:lnTo>
                  <a:lnTo>
                    <a:pt x="11" y="126"/>
                  </a:lnTo>
                  <a:lnTo>
                    <a:pt x="19" y="164"/>
                  </a:lnTo>
                  <a:lnTo>
                    <a:pt x="30" y="202"/>
                  </a:lnTo>
                  <a:lnTo>
                    <a:pt x="41" y="236"/>
                  </a:lnTo>
                  <a:lnTo>
                    <a:pt x="55" y="269"/>
                  </a:lnTo>
                  <a:lnTo>
                    <a:pt x="71" y="299"/>
                  </a:lnTo>
                  <a:lnTo>
                    <a:pt x="89" y="327"/>
                  </a:lnTo>
                  <a:lnTo>
                    <a:pt x="107" y="351"/>
                  </a:lnTo>
                  <a:lnTo>
                    <a:pt x="127" y="373"/>
                  </a:lnTo>
                  <a:lnTo>
                    <a:pt x="149" y="392"/>
                  </a:lnTo>
                  <a:lnTo>
                    <a:pt x="171" y="407"/>
                  </a:lnTo>
                  <a:lnTo>
                    <a:pt x="195" y="418"/>
                  </a:lnTo>
                  <a:lnTo>
                    <a:pt x="219" y="423"/>
                  </a:lnTo>
                  <a:lnTo>
                    <a:pt x="245" y="426"/>
                  </a:lnTo>
                  <a:lnTo>
                    <a:pt x="245" y="414"/>
                  </a:lnTo>
                  <a:lnTo>
                    <a:pt x="222" y="412"/>
                  </a:lnTo>
                  <a:lnTo>
                    <a:pt x="199" y="406"/>
                  </a:lnTo>
                  <a:lnTo>
                    <a:pt x="178" y="395"/>
                  </a:lnTo>
                  <a:lnTo>
                    <a:pt x="156" y="382"/>
                  </a:lnTo>
                  <a:lnTo>
                    <a:pt x="136" y="364"/>
                  </a:lnTo>
                  <a:lnTo>
                    <a:pt x="116" y="344"/>
                  </a:lnTo>
                  <a:lnTo>
                    <a:pt x="99" y="320"/>
                  </a:lnTo>
                  <a:lnTo>
                    <a:pt x="82" y="292"/>
                  </a:lnTo>
                  <a:lnTo>
                    <a:pt x="67" y="264"/>
                  </a:lnTo>
                  <a:lnTo>
                    <a:pt x="53" y="231"/>
                  </a:lnTo>
                  <a:lnTo>
                    <a:pt x="41" y="197"/>
                  </a:lnTo>
                  <a:lnTo>
                    <a:pt x="31" y="162"/>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1437" name="Freeform 75"/>
            <p:cNvSpPr>
              <a:spLocks/>
            </p:cNvSpPr>
            <p:nvPr/>
          </p:nvSpPr>
          <p:spPr bwMode="auto">
            <a:xfrm>
              <a:off x="1516" y="2016"/>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5" y="8"/>
                  </a:lnTo>
                  <a:lnTo>
                    <a:pt x="171" y="19"/>
                  </a:lnTo>
                  <a:lnTo>
                    <a:pt x="149" y="34"/>
                  </a:lnTo>
                  <a:lnTo>
                    <a:pt x="127" y="51"/>
                  </a:lnTo>
                  <a:lnTo>
                    <a:pt x="107" y="74"/>
                  </a:lnTo>
                  <a:lnTo>
                    <a:pt x="89" y="98"/>
                  </a:lnTo>
                  <a:lnTo>
                    <a:pt x="72" y="125"/>
                  </a:lnTo>
                  <a:lnTo>
                    <a:pt x="55" y="156"/>
                  </a:lnTo>
                  <a:lnTo>
                    <a:pt x="41" y="189"/>
                  </a:lnTo>
                  <a:lnTo>
                    <a:pt x="30" y="223"/>
                  </a:lnTo>
                  <a:lnTo>
                    <a:pt x="19" y="261"/>
                  </a:lnTo>
                  <a:lnTo>
                    <a:pt x="11" y="299"/>
                  </a:lnTo>
                  <a:lnTo>
                    <a:pt x="5" y="339"/>
                  </a:lnTo>
                  <a:lnTo>
                    <a:pt x="1" y="382"/>
                  </a:lnTo>
                  <a:lnTo>
                    <a:pt x="0" y="424"/>
                  </a:lnTo>
                  <a:lnTo>
                    <a:pt x="12" y="424"/>
                  </a:lnTo>
                  <a:lnTo>
                    <a:pt x="13" y="382"/>
                  </a:lnTo>
                  <a:lnTo>
                    <a:pt x="17" y="341"/>
                  </a:lnTo>
                  <a:lnTo>
                    <a:pt x="23" y="301"/>
                  </a:lnTo>
                  <a:lnTo>
                    <a:pt x="31" y="264"/>
                  </a:lnTo>
                  <a:lnTo>
                    <a:pt x="41" y="227"/>
                  </a:lnTo>
                  <a:lnTo>
                    <a:pt x="53" y="193"/>
                  </a:lnTo>
                  <a:lnTo>
                    <a:pt x="67" y="160"/>
                  </a:lnTo>
                  <a:lnTo>
                    <a:pt x="81" y="132"/>
                  </a:lnTo>
                  <a:lnTo>
                    <a:pt x="99" y="105"/>
                  </a:lnTo>
                  <a:lnTo>
                    <a:pt x="116" y="81"/>
                  </a:lnTo>
                  <a:lnTo>
                    <a:pt x="136" y="61"/>
                  </a:lnTo>
                  <a:lnTo>
                    <a:pt x="156" y="43"/>
                  </a:lnTo>
                  <a:lnTo>
                    <a:pt x="178" y="30"/>
                  </a:lnTo>
                  <a:lnTo>
                    <a:pt x="199" y="20"/>
                  </a:lnTo>
                  <a:lnTo>
                    <a:pt x="222"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sp>
        <p:nvSpPr>
          <p:cNvPr id="101384" name="Rectangle 77"/>
          <p:cNvSpPr>
            <a:spLocks noChangeArrowheads="1"/>
          </p:cNvSpPr>
          <p:nvPr/>
        </p:nvSpPr>
        <p:spPr bwMode="auto">
          <a:xfrm>
            <a:off x="611188" y="0"/>
            <a:ext cx="6388100" cy="6477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3000"/>
              <a:t>Sem. 2 - Lundi</a:t>
            </a:r>
          </a:p>
        </p:txBody>
      </p:sp>
      <p:sp>
        <p:nvSpPr>
          <p:cNvPr id="101385" name="Text Box 78"/>
          <p:cNvSpPr txBox="1">
            <a:spLocks noChangeArrowheads="1"/>
          </p:cNvSpPr>
          <p:nvPr/>
        </p:nvSpPr>
        <p:spPr bwMode="auto">
          <a:xfrm>
            <a:off x="566738" y="2697163"/>
            <a:ext cx="3217862"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2. Pas de commandes</a:t>
            </a:r>
          </a:p>
        </p:txBody>
      </p:sp>
      <p:sp>
        <p:nvSpPr>
          <p:cNvPr id="101386" name="Text Box 79"/>
          <p:cNvSpPr txBox="1">
            <a:spLocks noChangeArrowheads="1"/>
          </p:cNvSpPr>
          <p:nvPr/>
        </p:nvSpPr>
        <p:spPr bwMode="auto">
          <a:xfrm>
            <a:off x="566738" y="5211763"/>
            <a:ext cx="6543675" cy="4429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eaLnBrk="1" hangingPunct="1">
              <a:spcBef>
                <a:spcPct val="0"/>
              </a:spcBef>
              <a:buFontTx/>
              <a:buNone/>
            </a:pPr>
            <a:r>
              <a:rPr lang="fr-FR" altLang="fr-FR" sz="2300"/>
              <a:t>4. Pointez la production sur votre feuille de suivi</a:t>
            </a:r>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02402" name="Group 2"/>
          <p:cNvGrpSpPr>
            <a:grpSpLocks/>
          </p:cNvGrpSpPr>
          <p:nvPr/>
        </p:nvGrpSpPr>
        <p:grpSpPr bwMode="auto">
          <a:xfrm>
            <a:off x="7073900" y="215900"/>
            <a:ext cx="1878013" cy="1250950"/>
            <a:chOff x="4456" y="136"/>
            <a:chExt cx="1183" cy="788"/>
          </a:xfrm>
        </p:grpSpPr>
        <p:grpSp>
          <p:nvGrpSpPr>
            <p:cNvPr id="102462" name="Group 3"/>
            <p:cNvGrpSpPr>
              <a:grpSpLocks/>
            </p:cNvGrpSpPr>
            <p:nvPr/>
          </p:nvGrpSpPr>
          <p:grpSpPr bwMode="auto">
            <a:xfrm>
              <a:off x="4766" y="232"/>
              <a:ext cx="873" cy="692"/>
              <a:chOff x="2185" y="310"/>
              <a:chExt cx="873" cy="692"/>
            </a:xfrm>
          </p:grpSpPr>
          <p:sp>
            <p:nvSpPr>
              <p:cNvPr id="102473" name="Freeform 4"/>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accent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2474" name="Freeform 5"/>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2475" name="Freeform 6"/>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2476" name="Freeform 7"/>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2477" name="Freeform 8"/>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2478" name="Freeform 9"/>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2479" name="Freeform 10"/>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grpSp>
          <p:nvGrpSpPr>
            <p:cNvPr id="102463" name="Group 11"/>
            <p:cNvGrpSpPr>
              <a:grpSpLocks/>
            </p:cNvGrpSpPr>
            <p:nvPr/>
          </p:nvGrpSpPr>
          <p:grpSpPr bwMode="auto">
            <a:xfrm>
              <a:off x="4949" y="336"/>
              <a:ext cx="591" cy="468"/>
              <a:chOff x="2185" y="310"/>
              <a:chExt cx="873" cy="692"/>
            </a:xfrm>
          </p:grpSpPr>
          <p:sp>
            <p:nvSpPr>
              <p:cNvPr id="102466" name="Freeform 12"/>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2467" name="Freeform 13"/>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2468" name="Freeform 14"/>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2469" name="Freeform 15"/>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2470" name="Freeform 16"/>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2471" name="Freeform 17"/>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2472" name="Freeform 18"/>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pic>
          <p:nvPicPr>
            <p:cNvPr id="102464" name="Picture 19"/>
            <p:cNvPicPr>
              <a:picLocks noChangeAspect="1" noChangeArrowheads="1"/>
            </p:cNvPicPr>
            <p:nvPr/>
          </p:nvPicPr>
          <p:blipFill>
            <a:blip r:embed="rId3" cstate="print">
              <a:extLst>
                <a:ext uri="{28A0092B-C50C-407E-A947-70E740481C1C}">
                  <a14:useLocalDpi xmlns:a14="http://schemas.microsoft.com/office/drawing/2010/main" val="0"/>
                </a:ext>
              </a:extLst>
            </a:blip>
            <a:srcRect l="-4282" t="-4369" r="-5199" b="-12012"/>
            <a:stretch>
              <a:fillRect/>
            </a:stretch>
          </p:blipFill>
          <p:spPr bwMode="auto">
            <a:xfrm>
              <a:off x="4456" y="136"/>
              <a:ext cx="480" cy="5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02465" name="Text Box 20"/>
            <p:cNvSpPr txBox="1">
              <a:spLocks noChangeArrowheads="1"/>
            </p:cNvSpPr>
            <p:nvPr/>
          </p:nvSpPr>
          <p:spPr bwMode="auto">
            <a:xfrm>
              <a:off x="5066" y="314"/>
              <a:ext cx="356" cy="49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4500" b="1">
                  <a:solidFill>
                    <a:srgbClr val="FF0000"/>
                  </a:solidFill>
                  <a:latin typeface="Arial Black" pitchFamily="34" charset="0"/>
                </a:rPr>
                <a:t>4</a:t>
              </a:r>
              <a:endParaRPr lang="fr-FR" altLang="fr-FR" sz="3200">
                <a:solidFill>
                  <a:schemeClr val="tx1"/>
                </a:solidFill>
                <a:latin typeface="Arial Black" pitchFamily="34" charset="0"/>
              </a:endParaRPr>
            </a:p>
          </p:txBody>
        </p:sp>
      </p:grpSp>
      <p:sp>
        <p:nvSpPr>
          <p:cNvPr id="102404" name="Text Box 22"/>
          <p:cNvSpPr txBox="1">
            <a:spLocks noChangeArrowheads="1"/>
          </p:cNvSpPr>
          <p:nvPr/>
        </p:nvSpPr>
        <p:spPr bwMode="auto">
          <a:xfrm>
            <a:off x="566738" y="1363663"/>
            <a:ext cx="1946275"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1. Tirez le dé</a:t>
            </a:r>
          </a:p>
        </p:txBody>
      </p:sp>
      <p:sp>
        <p:nvSpPr>
          <p:cNvPr id="102405" name="Text Box 23"/>
          <p:cNvSpPr txBox="1">
            <a:spLocks noChangeArrowheads="1"/>
          </p:cNvSpPr>
          <p:nvPr/>
        </p:nvSpPr>
        <p:spPr bwMode="auto">
          <a:xfrm>
            <a:off x="566738" y="3935413"/>
            <a:ext cx="18796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3. Produisez</a:t>
            </a:r>
          </a:p>
        </p:txBody>
      </p:sp>
      <p:grpSp>
        <p:nvGrpSpPr>
          <p:cNvPr id="102406" name="Group 24"/>
          <p:cNvGrpSpPr>
            <a:grpSpLocks/>
          </p:cNvGrpSpPr>
          <p:nvPr/>
        </p:nvGrpSpPr>
        <p:grpSpPr bwMode="auto">
          <a:xfrm>
            <a:off x="2986088" y="1306513"/>
            <a:ext cx="446087" cy="534987"/>
            <a:chOff x="868" y="1439"/>
            <a:chExt cx="811" cy="972"/>
          </a:xfrm>
        </p:grpSpPr>
        <p:sp>
          <p:nvSpPr>
            <p:cNvPr id="102411" name="Freeform 25"/>
            <p:cNvSpPr>
              <a:spLocks/>
            </p:cNvSpPr>
            <p:nvPr/>
          </p:nvSpPr>
          <p:spPr bwMode="auto">
            <a:xfrm>
              <a:off x="1548" y="2014"/>
              <a:ext cx="123" cy="100"/>
            </a:xfrm>
            <a:custGeom>
              <a:avLst/>
              <a:gdLst>
                <a:gd name="T0" fmla="*/ 5 w 618"/>
                <a:gd name="T1" fmla="*/ 0 h 502"/>
                <a:gd name="T2" fmla="*/ 5 w 618"/>
                <a:gd name="T3" fmla="*/ 0 h 502"/>
                <a:gd name="T4" fmla="*/ 0 w 618"/>
                <a:gd name="T5" fmla="*/ 4 h 502"/>
                <a:gd name="T6" fmla="*/ 0 w 618"/>
                <a:gd name="T7" fmla="*/ 4 h 502"/>
                <a:gd name="T8" fmla="*/ 5 w 618"/>
                <a:gd name="T9" fmla="*/ 0 h 502"/>
                <a:gd name="T10" fmla="*/ 5 w 618"/>
                <a:gd name="T11" fmla="*/ 0 h 502"/>
                <a:gd name="T12" fmla="*/ 5 w 618"/>
                <a:gd name="T13" fmla="*/ 0 h 502"/>
                <a:gd name="T14" fmla="*/ 5 w 618"/>
                <a:gd name="T15" fmla="*/ 0 h 502"/>
                <a:gd name="T16" fmla="*/ 5 w 618"/>
                <a:gd name="T17" fmla="*/ 0 h 502"/>
                <a:gd name="T18" fmla="*/ 5 w 618"/>
                <a:gd name="T19" fmla="*/ 0 h 502"/>
                <a:gd name="T20" fmla="*/ 5 w 618"/>
                <a:gd name="T21" fmla="*/ 0 h 502"/>
                <a:gd name="T22" fmla="*/ 5 w 618"/>
                <a:gd name="T23" fmla="*/ 0 h 502"/>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618"/>
                <a:gd name="T37" fmla="*/ 0 h 502"/>
                <a:gd name="T38" fmla="*/ 618 w 618"/>
                <a:gd name="T39" fmla="*/ 502 h 502"/>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618" h="502">
                  <a:moveTo>
                    <a:pt x="611" y="0"/>
                  </a:moveTo>
                  <a:lnTo>
                    <a:pt x="606" y="2"/>
                  </a:lnTo>
                  <a:lnTo>
                    <a:pt x="0" y="490"/>
                  </a:lnTo>
                  <a:lnTo>
                    <a:pt x="10" y="502"/>
                  </a:lnTo>
                  <a:lnTo>
                    <a:pt x="616" y="14"/>
                  </a:lnTo>
                  <a:lnTo>
                    <a:pt x="611" y="16"/>
                  </a:lnTo>
                  <a:lnTo>
                    <a:pt x="616" y="14"/>
                  </a:lnTo>
                  <a:lnTo>
                    <a:pt x="618" y="9"/>
                  </a:lnTo>
                  <a:lnTo>
                    <a:pt x="617" y="3"/>
                  </a:lnTo>
                  <a:lnTo>
                    <a:pt x="612" y="1"/>
                  </a:lnTo>
                  <a:lnTo>
                    <a:pt x="606" y="2"/>
                  </a:lnTo>
                  <a:lnTo>
                    <a:pt x="611"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2412" name="Freeform 26"/>
            <p:cNvSpPr>
              <a:spLocks/>
            </p:cNvSpPr>
            <p:nvPr/>
          </p:nvSpPr>
          <p:spPr bwMode="auto">
            <a:xfrm>
              <a:off x="876" y="1852"/>
              <a:ext cx="82" cy="373"/>
            </a:xfrm>
            <a:custGeom>
              <a:avLst/>
              <a:gdLst>
                <a:gd name="T0" fmla="*/ 3 w 413"/>
                <a:gd name="T1" fmla="*/ 15 h 1865"/>
                <a:gd name="T2" fmla="*/ 3 w 413"/>
                <a:gd name="T3" fmla="*/ 15 h 1865"/>
                <a:gd name="T4" fmla="*/ 0 w 413"/>
                <a:gd name="T5" fmla="*/ 0 h 1865"/>
                <a:gd name="T6" fmla="*/ 0 w 413"/>
                <a:gd name="T7" fmla="*/ 0 h 1865"/>
                <a:gd name="T8" fmla="*/ 3 w 413"/>
                <a:gd name="T9" fmla="*/ 15 h 1865"/>
                <a:gd name="T10" fmla="*/ 3 w 413"/>
                <a:gd name="T11" fmla="*/ 15 h 1865"/>
                <a:gd name="T12" fmla="*/ 3 w 413"/>
                <a:gd name="T13" fmla="*/ 15 h 1865"/>
                <a:gd name="T14" fmla="*/ 3 w 413"/>
                <a:gd name="T15" fmla="*/ 15 h 1865"/>
                <a:gd name="T16" fmla="*/ 3 w 413"/>
                <a:gd name="T17" fmla="*/ 15 h 1865"/>
                <a:gd name="T18" fmla="*/ 3 w 413"/>
                <a:gd name="T19" fmla="*/ 15 h 1865"/>
                <a:gd name="T20" fmla="*/ 3 w 413"/>
                <a:gd name="T21" fmla="*/ 15 h 1865"/>
                <a:gd name="T22" fmla="*/ 3 w 413"/>
                <a:gd name="T23" fmla="*/ 15 h 186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413"/>
                <a:gd name="T37" fmla="*/ 0 h 1865"/>
                <a:gd name="T38" fmla="*/ 413 w 413"/>
                <a:gd name="T39" fmla="*/ 1865 h 1865"/>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413" h="1865">
                  <a:moveTo>
                    <a:pt x="400" y="1864"/>
                  </a:moveTo>
                  <a:lnTo>
                    <a:pt x="413" y="1856"/>
                  </a:lnTo>
                  <a:lnTo>
                    <a:pt x="17" y="0"/>
                  </a:lnTo>
                  <a:lnTo>
                    <a:pt x="0" y="2"/>
                  </a:lnTo>
                  <a:lnTo>
                    <a:pt x="396" y="1858"/>
                  </a:lnTo>
                  <a:lnTo>
                    <a:pt x="409" y="1850"/>
                  </a:lnTo>
                  <a:lnTo>
                    <a:pt x="396" y="1858"/>
                  </a:lnTo>
                  <a:lnTo>
                    <a:pt x="400" y="1864"/>
                  </a:lnTo>
                  <a:lnTo>
                    <a:pt x="406" y="1865"/>
                  </a:lnTo>
                  <a:lnTo>
                    <a:pt x="410" y="1862"/>
                  </a:lnTo>
                  <a:lnTo>
                    <a:pt x="413" y="1856"/>
                  </a:lnTo>
                  <a:lnTo>
                    <a:pt x="400" y="186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2413" name="Freeform 27"/>
            <p:cNvSpPr>
              <a:spLocks/>
            </p:cNvSpPr>
            <p:nvPr/>
          </p:nvSpPr>
          <p:spPr bwMode="auto">
            <a:xfrm>
              <a:off x="1282" y="1533"/>
              <a:ext cx="35" cy="161"/>
            </a:xfrm>
            <a:custGeom>
              <a:avLst/>
              <a:gdLst>
                <a:gd name="T0" fmla="*/ 1 w 175"/>
                <a:gd name="T1" fmla="*/ 6 h 807"/>
                <a:gd name="T2" fmla="*/ 1 w 175"/>
                <a:gd name="T3" fmla="*/ 6 h 807"/>
                <a:gd name="T4" fmla="*/ 1 w 175"/>
                <a:gd name="T5" fmla="*/ 6 h 807"/>
                <a:gd name="T6" fmla="*/ 1 w 175"/>
                <a:gd name="T7" fmla="*/ 5 h 807"/>
                <a:gd name="T8" fmla="*/ 1 w 175"/>
                <a:gd name="T9" fmla="*/ 5 h 807"/>
                <a:gd name="T10" fmla="*/ 1 w 175"/>
                <a:gd name="T11" fmla="*/ 5 h 807"/>
                <a:gd name="T12" fmla="*/ 1 w 175"/>
                <a:gd name="T13" fmla="*/ 4 h 807"/>
                <a:gd name="T14" fmla="*/ 1 w 175"/>
                <a:gd name="T15" fmla="*/ 4 h 807"/>
                <a:gd name="T16" fmla="*/ 1 w 175"/>
                <a:gd name="T17" fmla="*/ 3 h 807"/>
                <a:gd name="T18" fmla="*/ 1 w 175"/>
                <a:gd name="T19" fmla="*/ 3 h 807"/>
                <a:gd name="T20" fmla="*/ 1 w 175"/>
                <a:gd name="T21" fmla="*/ 3 h 807"/>
                <a:gd name="T22" fmla="*/ 1 w 175"/>
                <a:gd name="T23" fmla="*/ 2 h 807"/>
                <a:gd name="T24" fmla="*/ 1 w 175"/>
                <a:gd name="T25" fmla="*/ 2 h 807"/>
                <a:gd name="T26" fmla="*/ 1 w 175"/>
                <a:gd name="T27" fmla="*/ 2 h 807"/>
                <a:gd name="T28" fmla="*/ 1 w 175"/>
                <a:gd name="T29" fmla="*/ 1 h 807"/>
                <a:gd name="T30" fmla="*/ 1 w 175"/>
                <a:gd name="T31" fmla="*/ 1 h 807"/>
                <a:gd name="T32" fmla="*/ 1 w 175"/>
                <a:gd name="T33" fmla="*/ 1 h 807"/>
                <a:gd name="T34" fmla="*/ 1 w 175"/>
                <a:gd name="T35" fmla="*/ 0 h 807"/>
                <a:gd name="T36" fmla="*/ 1 w 175"/>
                <a:gd name="T37" fmla="*/ 0 h 807"/>
                <a:gd name="T38" fmla="*/ 1 w 175"/>
                <a:gd name="T39" fmla="*/ 0 h 807"/>
                <a:gd name="T40" fmla="*/ 0 w 175"/>
                <a:gd name="T41" fmla="*/ 1 h 807"/>
                <a:gd name="T42" fmla="*/ 0 w 175"/>
                <a:gd name="T43" fmla="*/ 1 h 807"/>
                <a:gd name="T44" fmla="*/ 0 w 175"/>
                <a:gd name="T45" fmla="*/ 1 h 807"/>
                <a:gd name="T46" fmla="*/ 0 w 175"/>
                <a:gd name="T47" fmla="*/ 2 h 807"/>
                <a:gd name="T48" fmla="*/ 0 w 175"/>
                <a:gd name="T49" fmla="*/ 2 h 807"/>
                <a:gd name="T50" fmla="*/ 0 w 175"/>
                <a:gd name="T51" fmla="*/ 3 h 807"/>
                <a:gd name="T52" fmla="*/ 0 w 175"/>
                <a:gd name="T53" fmla="*/ 3 h 807"/>
                <a:gd name="T54" fmla="*/ 0 w 175"/>
                <a:gd name="T55" fmla="*/ 3 h 807"/>
                <a:gd name="T56" fmla="*/ 0 w 175"/>
                <a:gd name="T57" fmla="*/ 4 h 807"/>
                <a:gd name="T58" fmla="*/ 0 w 175"/>
                <a:gd name="T59" fmla="*/ 4 h 807"/>
                <a:gd name="T60" fmla="*/ 0 w 175"/>
                <a:gd name="T61" fmla="*/ 5 h 807"/>
                <a:gd name="T62" fmla="*/ 0 w 175"/>
                <a:gd name="T63" fmla="*/ 5 h 807"/>
                <a:gd name="T64" fmla="*/ 0 w 175"/>
                <a:gd name="T65" fmla="*/ 5 h 807"/>
                <a:gd name="T66" fmla="*/ 1 w 175"/>
                <a:gd name="T67" fmla="*/ 6 h 807"/>
                <a:gd name="T68" fmla="*/ 1 w 175"/>
                <a:gd name="T69" fmla="*/ 6 h 807"/>
                <a:gd name="T70" fmla="*/ 1 w 175"/>
                <a:gd name="T71" fmla="*/ 6 h 807"/>
                <a:gd name="T72" fmla="*/ 1 w 175"/>
                <a:gd name="T73" fmla="*/ 6 h 807"/>
                <a:gd name="T74" fmla="*/ 1 w 175"/>
                <a:gd name="T75" fmla="*/ 6 h 807"/>
                <a:gd name="T76" fmla="*/ 1 w 175"/>
                <a:gd name="T77" fmla="*/ 6 h 807"/>
                <a:gd name="T78" fmla="*/ 1 w 175"/>
                <a:gd name="T79" fmla="*/ 6 h 807"/>
                <a:gd name="T80" fmla="*/ 1 w 175"/>
                <a:gd name="T81" fmla="*/ 6 h 807"/>
                <a:gd name="T82" fmla="*/ 1 w 175"/>
                <a:gd name="T83" fmla="*/ 6 h 807"/>
                <a:gd name="T84" fmla="*/ 1 w 175"/>
                <a:gd name="T85" fmla="*/ 6 h 807"/>
                <a:gd name="T86" fmla="*/ 1 w 175"/>
                <a:gd name="T87" fmla="*/ 6 h 807"/>
                <a:gd name="T88" fmla="*/ 1 w 175"/>
                <a:gd name="T89" fmla="*/ 6 h 807"/>
                <a:gd name="T90" fmla="*/ 1 w 175"/>
                <a:gd name="T91" fmla="*/ 6 h 80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175"/>
                <a:gd name="T139" fmla="*/ 0 h 807"/>
                <a:gd name="T140" fmla="*/ 175 w 175"/>
                <a:gd name="T141" fmla="*/ 807 h 80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175" h="807">
                  <a:moveTo>
                    <a:pt x="169" y="740"/>
                  </a:moveTo>
                  <a:lnTo>
                    <a:pt x="169" y="739"/>
                  </a:lnTo>
                  <a:lnTo>
                    <a:pt x="149" y="698"/>
                  </a:lnTo>
                  <a:lnTo>
                    <a:pt x="133" y="656"/>
                  </a:lnTo>
                  <a:lnTo>
                    <a:pt x="120" y="611"/>
                  </a:lnTo>
                  <a:lnTo>
                    <a:pt x="108" y="565"/>
                  </a:lnTo>
                  <a:lnTo>
                    <a:pt x="100" y="520"/>
                  </a:lnTo>
                  <a:lnTo>
                    <a:pt x="96" y="472"/>
                  </a:lnTo>
                  <a:lnTo>
                    <a:pt x="93" y="425"/>
                  </a:lnTo>
                  <a:lnTo>
                    <a:pt x="93" y="377"/>
                  </a:lnTo>
                  <a:lnTo>
                    <a:pt x="96" y="330"/>
                  </a:lnTo>
                  <a:lnTo>
                    <a:pt x="100" y="283"/>
                  </a:lnTo>
                  <a:lnTo>
                    <a:pt x="106" y="238"/>
                  </a:lnTo>
                  <a:lnTo>
                    <a:pt x="115" y="195"/>
                  </a:lnTo>
                  <a:lnTo>
                    <a:pt x="126" y="153"/>
                  </a:lnTo>
                  <a:lnTo>
                    <a:pt x="139" y="114"/>
                  </a:lnTo>
                  <a:lnTo>
                    <a:pt x="153" y="77"/>
                  </a:lnTo>
                  <a:lnTo>
                    <a:pt x="169" y="43"/>
                  </a:lnTo>
                  <a:lnTo>
                    <a:pt x="87" y="0"/>
                  </a:lnTo>
                  <a:lnTo>
                    <a:pt x="69" y="39"/>
                  </a:lnTo>
                  <a:lnTo>
                    <a:pt x="52" y="81"/>
                  </a:lnTo>
                  <a:lnTo>
                    <a:pt x="37" y="127"/>
                  </a:lnTo>
                  <a:lnTo>
                    <a:pt x="24" y="174"/>
                  </a:lnTo>
                  <a:lnTo>
                    <a:pt x="15" y="222"/>
                  </a:lnTo>
                  <a:lnTo>
                    <a:pt x="7" y="271"/>
                  </a:lnTo>
                  <a:lnTo>
                    <a:pt x="2" y="323"/>
                  </a:lnTo>
                  <a:lnTo>
                    <a:pt x="0" y="374"/>
                  </a:lnTo>
                  <a:lnTo>
                    <a:pt x="0" y="427"/>
                  </a:lnTo>
                  <a:lnTo>
                    <a:pt x="2" y="479"/>
                  </a:lnTo>
                  <a:lnTo>
                    <a:pt x="9" y="531"/>
                  </a:lnTo>
                  <a:lnTo>
                    <a:pt x="17" y="584"/>
                  </a:lnTo>
                  <a:lnTo>
                    <a:pt x="29" y="635"/>
                  </a:lnTo>
                  <a:lnTo>
                    <a:pt x="44" y="686"/>
                  </a:lnTo>
                  <a:lnTo>
                    <a:pt x="65" y="736"/>
                  </a:lnTo>
                  <a:lnTo>
                    <a:pt x="87" y="784"/>
                  </a:lnTo>
                  <a:lnTo>
                    <a:pt x="87" y="782"/>
                  </a:lnTo>
                  <a:lnTo>
                    <a:pt x="87" y="784"/>
                  </a:lnTo>
                  <a:lnTo>
                    <a:pt x="100" y="799"/>
                  </a:lnTo>
                  <a:lnTo>
                    <a:pt x="117" y="807"/>
                  </a:lnTo>
                  <a:lnTo>
                    <a:pt x="134" y="807"/>
                  </a:lnTo>
                  <a:lnTo>
                    <a:pt x="151" y="801"/>
                  </a:lnTo>
                  <a:lnTo>
                    <a:pt x="164" y="791"/>
                  </a:lnTo>
                  <a:lnTo>
                    <a:pt x="173" y="777"/>
                  </a:lnTo>
                  <a:lnTo>
                    <a:pt x="175" y="759"/>
                  </a:lnTo>
                  <a:lnTo>
                    <a:pt x="169" y="739"/>
                  </a:lnTo>
                  <a:lnTo>
                    <a:pt x="169" y="74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2414" name="Freeform 28"/>
            <p:cNvSpPr>
              <a:spLocks/>
            </p:cNvSpPr>
            <p:nvPr/>
          </p:nvSpPr>
          <p:spPr bwMode="auto">
            <a:xfrm>
              <a:off x="1299" y="1681"/>
              <a:ext cx="157" cy="281"/>
            </a:xfrm>
            <a:custGeom>
              <a:avLst/>
              <a:gdLst>
                <a:gd name="T0" fmla="*/ 6 w 787"/>
                <a:gd name="T1" fmla="*/ 11 h 1404"/>
                <a:gd name="T2" fmla="*/ 6 w 787"/>
                <a:gd name="T3" fmla="*/ 11 h 1404"/>
                <a:gd name="T4" fmla="*/ 1 w 787"/>
                <a:gd name="T5" fmla="*/ 0 h 1404"/>
                <a:gd name="T6" fmla="*/ 0 w 787"/>
                <a:gd name="T7" fmla="*/ 0 h 1404"/>
                <a:gd name="T8" fmla="*/ 6 w 787"/>
                <a:gd name="T9" fmla="*/ 11 h 1404"/>
                <a:gd name="T10" fmla="*/ 6 w 787"/>
                <a:gd name="T11" fmla="*/ 11 h 1404"/>
                <a:gd name="T12" fmla="*/ 6 w 787"/>
                <a:gd name="T13" fmla="*/ 11 h 1404"/>
                <a:gd name="T14" fmla="*/ 6 w 787"/>
                <a:gd name="T15" fmla="*/ 11 h 1404"/>
                <a:gd name="T16" fmla="*/ 6 w 787"/>
                <a:gd name="T17" fmla="*/ 11 h 1404"/>
                <a:gd name="T18" fmla="*/ 6 w 787"/>
                <a:gd name="T19" fmla="*/ 11 h 1404"/>
                <a:gd name="T20" fmla="*/ 6 w 787"/>
                <a:gd name="T21" fmla="*/ 11 h 1404"/>
                <a:gd name="T22" fmla="*/ 6 w 787"/>
                <a:gd name="T23" fmla="*/ 11 h 1404"/>
                <a:gd name="T24" fmla="*/ 6 w 787"/>
                <a:gd name="T25" fmla="*/ 11 h 1404"/>
                <a:gd name="T26" fmla="*/ 6 w 787"/>
                <a:gd name="T27" fmla="*/ 11 h 1404"/>
                <a:gd name="T28" fmla="*/ 6 w 787"/>
                <a:gd name="T29" fmla="*/ 11 h 1404"/>
                <a:gd name="T30" fmla="*/ 6 w 787"/>
                <a:gd name="T31" fmla="*/ 11 h 1404"/>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787"/>
                <a:gd name="T49" fmla="*/ 0 h 1404"/>
                <a:gd name="T50" fmla="*/ 787 w 787"/>
                <a:gd name="T51" fmla="*/ 1404 h 1404"/>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787" h="1404">
                  <a:moveTo>
                    <a:pt x="781" y="1334"/>
                  </a:moveTo>
                  <a:lnTo>
                    <a:pt x="781" y="1337"/>
                  </a:lnTo>
                  <a:lnTo>
                    <a:pt x="82" y="0"/>
                  </a:lnTo>
                  <a:lnTo>
                    <a:pt x="0" y="42"/>
                  </a:lnTo>
                  <a:lnTo>
                    <a:pt x="699" y="1379"/>
                  </a:lnTo>
                  <a:lnTo>
                    <a:pt x="699" y="1381"/>
                  </a:lnTo>
                  <a:lnTo>
                    <a:pt x="699" y="1379"/>
                  </a:lnTo>
                  <a:lnTo>
                    <a:pt x="712" y="1395"/>
                  </a:lnTo>
                  <a:lnTo>
                    <a:pt x="727" y="1402"/>
                  </a:lnTo>
                  <a:lnTo>
                    <a:pt x="744" y="1404"/>
                  </a:lnTo>
                  <a:lnTo>
                    <a:pt x="761" y="1398"/>
                  </a:lnTo>
                  <a:lnTo>
                    <a:pt x="775" y="1388"/>
                  </a:lnTo>
                  <a:lnTo>
                    <a:pt x="784" y="1373"/>
                  </a:lnTo>
                  <a:lnTo>
                    <a:pt x="787" y="1357"/>
                  </a:lnTo>
                  <a:lnTo>
                    <a:pt x="781" y="1337"/>
                  </a:lnTo>
                  <a:lnTo>
                    <a:pt x="781" y="13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2415" name="Freeform 29"/>
            <p:cNvSpPr>
              <a:spLocks/>
            </p:cNvSpPr>
            <p:nvPr/>
          </p:nvSpPr>
          <p:spPr bwMode="auto">
            <a:xfrm>
              <a:off x="1439" y="1948"/>
              <a:ext cx="125" cy="76"/>
            </a:xfrm>
            <a:custGeom>
              <a:avLst/>
              <a:gdLst>
                <a:gd name="T0" fmla="*/ 5 w 628"/>
                <a:gd name="T1" fmla="*/ 2 h 383"/>
                <a:gd name="T2" fmla="*/ 5 w 628"/>
                <a:gd name="T3" fmla="*/ 2 h 383"/>
                <a:gd name="T4" fmla="*/ 4 w 628"/>
                <a:gd name="T5" fmla="*/ 2 h 383"/>
                <a:gd name="T6" fmla="*/ 4 w 628"/>
                <a:gd name="T7" fmla="*/ 2 h 383"/>
                <a:gd name="T8" fmla="*/ 4 w 628"/>
                <a:gd name="T9" fmla="*/ 2 h 383"/>
                <a:gd name="T10" fmla="*/ 3 w 628"/>
                <a:gd name="T11" fmla="*/ 2 h 383"/>
                <a:gd name="T12" fmla="*/ 3 w 628"/>
                <a:gd name="T13" fmla="*/ 2 h 383"/>
                <a:gd name="T14" fmla="*/ 3 w 628"/>
                <a:gd name="T15" fmla="*/ 2 h 383"/>
                <a:gd name="T16" fmla="*/ 3 w 628"/>
                <a:gd name="T17" fmla="*/ 2 h 383"/>
                <a:gd name="T18" fmla="*/ 2 w 628"/>
                <a:gd name="T19" fmla="*/ 2 h 383"/>
                <a:gd name="T20" fmla="*/ 2 w 628"/>
                <a:gd name="T21" fmla="*/ 2 h 383"/>
                <a:gd name="T22" fmla="*/ 2 w 628"/>
                <a:gd name="T23" fmla="*/ 1 h 383"/>
                <a:gd name="T24" fmla="*/ 2 w 628"/>
                <a:gd name="T25" fmla="*/ 1 h 383"/>
                <a:gd name="T26" fmla="*/ 1 w 628"/>
                <a:gd name="T27" fmla="*/ 1 h 383"/>
                <a:gd name="T28" fmla="*/ 1 w 628"/>
                <a:gd name="T29" fmla="*/ 1 h 383"/>
                <a:gd name="T30" fmla="*/ 1 w 628"/>
                <a:gd name="T31" fmla="*/ 1 h 383"/>
                <a:gd name="T32" fmla="*/ 1 w 628"/>
                <a:gd name="T33" fmla="*/ 0 h 383"/>
                <a:gd name="T34" fmla="*/ 1 w 628"/>
                <a:gd name="T35" fmla="*/ 0 h 383"/>
                <a:gd name="T36" fmla="*/ 0 w 628"/>
                <a:gd name="T37" fmla="*/ 0 h 383"/>
                <a:gd name="T38" fmla="*/ 0 w 628"/>
                <a:gd name="T39" fmla="*/ 1 h 383"/>
                <a:gd name="T40" fmla="*/ 0 w 628"/>
                <a:gd name="T41" fmla="*/ 1 h 383"/>
                <a:gd name="T42" fmla="*/ 1 w 628"/>
                <a:gd name="T43" fmla="*/ 1 h 383"/>
                <a:gd name="T44" fmla="*/ 1 w 628"/>
                <a:gd name="T45" fmla="*/ 1 h 383"/>
                <a:gd name="T46" fmla="*/ 1 w 628"/>
                <a:gd name="T47" fmla="*/ 2 h 383"/>
                <a:gd name="T48" fmla="*/ 1 w 628"/>
                <a:gd name="T49" fmla="*/ 2 h 383"/>
                <a:gd name="T50" fmla="*/ 2 w 628"/>
                <a:gd name="T51" fmla="*/ 2 h 383"/>
                <a:gd name="T52" fmla="*/ 2 w 628"/>
                <a:gd name="T53" fmla="*/ 2 h 383"/>
                <a:gd name="T54" fmla="*/ 2 w 628"/>
                <a:gd name="T55" fmla="*/ 2 h 383"/>
                <a:gd name="T56" fmla="*/ 3 w 628"/>
                <a:gd name="T57" fmla="*/ 3 h 383"/>
                <a:gd name="T58" fmla="*/ 3 w 628"/>
                <a:gd name="T59" fmla="*/ 3 h 383"/>
                <a:gd name="T60" fmla="*/ 3 w 628"/>
                <a:gd name="T61" fmla="*/ 3 h 383"/>
                <a:gd name="T62" fmla="*/ 4 w 628"/>
                <a:gd name="T63" fmla="*/ 3 h 383"/>
                <a:gd name="T64" fmla="*/ 4 w 628"/>
                <a:gd name="T65" fmla="*/ 3 h 383"/>
                <a:gd name="T66" fmla="*/ 4 w 628"/>
                <a:gd name="T67" fmla="*/ 3 h 383"/>
                <a:gd name="T68" fmla="*/ 5 w 628"/>
                <a:gd name="T69" fmla="*/ 3 h 383"/>
                <a:gd name="T70" fmla="*/ 5 w 628"/>
                <a:gd name="T71" fmla="*/ 3 h 383"/>
                <a:gd name="T72" fmla="*/ 5 w 628"/>
                <a:gd name="T73" fmla="*/ 3 h 383"/>
                <a:gd name="T74" fmla="*/ 5 w 628"/>
                <a:gd name="T75" fmla="*/ 3 h 383"/>
                <a:gd name="T76" fmla="*/ 5 w 628"/>
                <a:gd name="T77" fmla="*/ 3 h 383"/>
                <a:gd name="T78" fmla="*/ 5 w 628"/>
                <a:gd name="T79" fmla="*/ 3 h 383"/>
                <a:gd name="T80" fmla="*/ 5 w 628"/>
                <a:gd name="T81" fmla="*/ 3 h 383"/>
                <a:gd name="T82" fmla="*/ 5 w 628"/>
                <a:gd name="T83" fmla="*/ 3 h 383"/>
                <a:gd name="T84" fmla="*/ 5 w 628"/>
                <a:gd name="T85" fmla="*/ 2 h 383"/>
                <a:gd name="T86" fmla="*/ 5 w 628"/>
                <a:gd name="T87" fmla="*/ 2 h 383"/>
                <a:gd name="T88" fmla="*/ 5 w 628"/>
                <a:gd name="T89" fmla="*/ 2 h 383"/>
                <a:gd name="T90" fmla="*/ 5 w 628"/>
                <a:gd name="T91" fmla="*/ 2 h 38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628"/>
                <a:gd name="T139" fmla="*/ 0 h 383"/>
                <a:gd name="T140" fmla="*/ 628 w 628"/>
                <a:gd name="T141" fmla="*/ 383 h 38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628" h="383">
                  <a:moveTo>
                    <a:pt x="581" y="289"/>
                  </a:moveTo>
                  <a:lnTo>
                    <a:pt x="582" y="289"/>
                  </a:lnTo>
                  <a:lnTo>
                    <a:pt x="541" y="287"/>
                  </a:lnTo>
                  <a:lnTo>
                    <a:pt x="500" y="283"/>
                  </a:lnTo>
                  <a:lnTo>
                    <a:pt x="462" y="276"/>
                  </a:lnTo>
                  <a:lnTo>
                    <a:pt x="424" y="268"/>
                  </a:lnTo>
                  <a:lnTo>
                    <a:pt x="389" y="255"/>
                  </a:lnTo>
                  <a:lnTo>
                    <a:pt x="352" y="242"/>
                  </a:lnTo>
                  <a:lnTo>
                    <a:pt x="320" y="227"/>
                  </a:lnTo>
                  <a:lnTo>
                    <a:pt x="287" y="209"/>
                  </a:lnTo>
                  <a:lnTo>
                    <a:pt x="255" y="189"/>
                  </a:lnTo>
                  <a:lnTo>
                    <a:pt x="226" y="168"/>
                  </a:lnTo>
                  <a:lnTo>
                    <a:pt x="198" y="145"/>
                  </a:lnTo>
                  <a:lnTo>
                    <a:pt x="172" y="119"/>
                  </a:lnTo>
                  <a:lnTo>
                    <a:pt x="146" y="92"/>
                  </a:lnTo>
                  <a:lnTo>
                    <a:pt x="122" y="64"/>
                  </a:lnTo>
                  <a:lnTo>
                    <a:pt x="100" y="33"/>
                  </a:lnTo>
                  <a:lnTo>
                    <a:pt x="82" y="0"/>
                  </a:lnTo>
                  <a:lnTo>
                    <a:pt x="0" y="47"/>
                  </a:lnTo>
                  <a:lnTo>
                    <a:pt x="23" y="85"/>
                  </a:lnTo>
                  <a:lnTo>
                    <a:pt x="49" y="120"/>
                  </a:lnTo>
                  <a:lnTo>
                    <a:pt x="76" y="153"/>
                  </a:lnTo>
                  <a:lnTo>
                    <a:pt x="104" y="185"/>
                  </a:lnTo>
                  <a:lnTo>
                    <a:pt x="137" y="215"/>
                  </a:lnTo>
                  <a:lnTo>
                    <a:pt x="170" y="241"/>
                  </a:lnTo>
                  <a:lnTo>
                    <a:pt x="204" y="267"/>
                  </a:lnTo>
                  <a:lnTo>
                    <a:pt x="240" y="289"/>
                  </a:lnTo>
                  <a:lnTo>
                    <a:pt x="277" y="309"/>
                  </a:lnTo>
                  <a:lnTo>
                    <a:pt x="317" y="329"/>
                  </a:lnTo>
                  <a:lnTo>
                    <a:pt x="358" y="344"/>
                  </a:lnTo>
                  <a:lnTo>
                    <a:pt x="400" y="357"/>
                  </a:lnTo>
                  <a:lnTo>
                    <a:pt x="444" y="367"/>
                  </a:lnTo>
                  <a:lnTo>
                    <a:pt x="488" y="374"/>
                  </a:lnTo>
                  <a:lnTo>
                    <a:pt x="534" y="380"/>
                  </a:lnTo>
                  <a:lnTo>
                    <a:pt x="580" y="383"/>
                  </a:lnTo>
                  <a:lnTo>
                    <a:pt x="581" y="383"/>
                  </a:lnTo>
                  <a:lnTo>
                    <a:pt x="580" y="383"/>
                  </a:lnTo>
                  <a:lnTo>
                    <a:pt x="600" y="379"/>
                  </a:lnTo>
                  <a:lnTo>
                    <a:pt x="615" y="369"/>
                  </a:lnTo>
                  <a:lnTo>
                    <a:pt x="624" y="353"/>
                  </a:lnTo>
                  <a:lnTo>
                    <a:pt x="628" y="337"/>
                  </a:lnTo>
                  <a:lnTo>
                    <a:pt x="625" y="319"/>
                  </a:lnTo>
                  <a:lnTo>
                    <a:pt x="617" y="304"/>
                  </a:lnTo>
                  <a:lnTo>
                    <a:pt x="602" y="294"/>
                  </a:lnTo>
                  <a:lnTo>
                    <a:pt x="582" y="289"/>
                  </a:lnTo>
                  <a:lnTo>
                    <a:pt x="581" y="28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2416" name="Freeform 30"/>
            <p:cNvSpPr>
              <a:spLocks/>
            </p:cNvSpPr>
            <p:nvPr/>
          </p:nvSpPr>
          <p:spPr bwMode="auto">
            <a:xfrm>
              <a:off x="1587" y="1880"/>
              <a:ext cx="85" cy="49"/>
            </a:xfrm>
            <a:custGeom>
              <a:avLst/>
              <a:gdLst>
                <a:gd name="T0" fmla="*/ 3 w 426"/>
                <a:gd name="T1" fmla="*/ 0 h 245"/>
                <a:gd name="T2" fmla="*/ 3 w 426"/>
                <a:gd name="T3" fmla="*/ 0 h 245"/>
                <a:gd name="T4" fmla="*/ 3 w 426"/>
                <a:gd name="T5" fmla="*/ 0 h 245"/>
                <a:gd name="T6" fmla="*/ 3 w 426"/>
                <a:gd name="T7" fmla="*/ 0 h 245"/>
                <a:gd name="T8" fmla="*/ 2 w 426"/>
                <a:gd name="T9" fmla="*/ 0 h 245"/>
                <a:gd name="T10" fmla="*/ 2 w 426"/>
                <a:gd name="T11" fmla="*/ 0 h 245"/>
                <a:gd name="T12" fmla="*/ 2 w 426"/>
                <a:gd name="T13" fmla="*/ 0 h 245"/>
                <a:gd name="T14" fmla="*/ 2 w 426"/>
                <a:gd name="T15" fmla="*/ 0 h 245"/>
                <a:gd name="T16" fmla="*/ 1 w 426"/>
                <a:gd name="T17" fmla="*/ 0 h 245"/>
                <a:gd name="T18" fmla="*/ 1 w 426"/>
                <a:gd name="T19" fmla="*/ 1 h 245"/>
                <a:gd name="T20" fmla="*/ 1 w 426"/>
                <a:gd name="T21" fmla="*/ 1 h 245"/>
                <a:gd name="T22" fmla="*/ 1 w 426"/>
                <a:gd name="T23" fmla="*/ 1 h 245"/>
                <a:gd name="T24" fmla="*/ 0 w 426"/>
                <a:gd name="T25" fmla="*/ 1 h 245"/>
                <a:gd name="T26" fmla="*/ 0 w 426"/>
                <a:gd name="T27" fmla="*/ 1 h 245"/>
                <a:gd name="T28" fmla="*/ 0 w 426"/>
                <a:gd name="T29" fmla="*/ 1 h 245"/>
                <a:gd name="T30" fmla="*/ 0 w 426"/>
                <a:gd name="T31" fmla="*/ 2 h 245"/>
                <a:gd name="T32" fmla="*/ 0 w 426"/>
                <a:gd name="T33" fmla="*/ 2 h 245"/>
                <a:gd name="T34" fmla="*/ 0 w 426"/>
                <a:gd name="T35" fmla="*/ 2 h 245"/>
                <a:gd name="T36" fmla="*/ 0 w 426"/>
                <a:gd name="T37" fmla="*/ 2 h 245"/>
                <a:gd name="T38" fmla="*/ 0 w 426"/>
                <a:gd name="T39" fmla="*/ 2 h 245"/>
                <a:gd name="T40" fmla="*/ 0 w 426"/>
                <a:gd name="T41" fmla="*/ 2 h 245"/>
                <a:gd name="T42" fmla="*/ 0 w 426"/>
                <a:gd name="T43" fmla="*/ 1 h 245"/>
                <a:gd name="T44" fmla="*/ 0 w 426"/>
                <a:gd name="T45" fmla="*/ 1 h 245"/>
                <a:gd name="T46" fmla="*/ 0 w 426"/>
                <a:gd name="T47" fmla="*/ 1 h 245"/>
                <a:gd name="T48" fmla="*/ 1 w 426"/>
                <a:gd name="T49" fmla="*/ 1 h 245"/>
                <a:gd name="T50" fmla="*/ 1 w 426"/>
                <a:gd name="T51" fmla="*/ 1 h 245"/>
                <a:gd name="T52" fmla="*/ 1 w 426"/>
                <a:gd name="T53" fmla="*/ 1 h 245"/>
                <a:gd name="T54" fmla="*/ 1 w 426"/>
                <a:gd name="T55" fmla="*/ 1 h 245"/>
                <a:gd name="T56" fmla="*/ 2 w 426"/>
                <a:gd name="T57" fmla="*/ 0 h 245"/>
                <a:gd name="T58" fmla="*/ 2 w 426"/>
                <a:gd name="T59" fmla="*/ 0 h 245"/>
                <a:gd name="T60" fmla="*/ 2 w 426"/>
                <a:gd name="T61" fmla="*/ 0 h 245"/>
                <a:gd name="T62" fmla="*/ 2 w 426"/>
                <a:gd name="T63" fmla="*/ 0 h 245"/>
                <a:gd name="T64" fmla="*/ 3 w 426"/>
                <a:gd name="T65" fmla="*/ 0 h 245"/>
                <a:gd name="T66" fmla="*/ 3 w 426"/>
                <a:gd name="T67" fmla="*/ 0 h 245"/>
                <a:gd name="T68" fmla="*/ 3 w 426"/>
                <a:gd name="T69" fmla="*/ 0 h 245"/>
                <a:gd name="T70" fmla="*/ 3 w 426"/>
                <a:gd name="T71" fmla="*/ 0 h 245"/>
                <a:gd name="T72" fmla="*/ 3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426" y="0"/>
                  </a:moveTo>
                  <a:lnTo>
                    <a:pt x="426" y="0"/>
                  </a:lnTo>
                  <a:lnTo>
                    <a:pt x="384" y="1"/>
                  </a:lnTo>
                  <a:lnTo>
                    <a:pt x="340" y="4"/>
                  </a:lnTo>
                  <a:lnTo>
                    <a:pt x="300" y="10"/>
                  </a:lnTo>
                  <a:lnTo>
                    <a:pt x="262" y="18"/>
                  </a:lnTo>
                  <a:lnTo>
                    <a:pt x="224" y="29"/>
                  </a:lnTo>
                  <a:lnTo>
                    <a:pt x="189" y="41"/>
                  </a:lnTo>
                  <a:lnTo>
                    <a:pt x="157" y="55"/>
                  </a:lnTo>
                  <a:lnTo>
                    <a:pt x="126" y="70"/>
                  </a:lnTo>
                  <a:lnTo>
                    <a:pt x="99" y="89"/>
                  </a:lnTo>
                  <a:lnTo>
                    <a:pt x="74" y="106"/>
                  </a:lnTo>
                  <a:lnTo>
                    <a:pt x="52" y="126"/>
                  </a:lnTo>
                  <a:lnTo>
                    <a:pt x="34" y="148"/>
                  </a:lnTo>
                  <a:lnTo>
                    <a:pt x="19" y="171"/>
                  </a:lnTo>
                  <a:lnTo>
                    <a:pt x="9" y="194"/>
                  </a:lnTo>
                  <a:lnTo>
                    <a:pt x="3" y="219"/>
                  </a:lnTo>
                  <a:lnTo>
                    <a:pt x="0" y="245"/>
                  </a:lnTo>
                  <a:lnTo>
                    <a:pt x="12" y="245"/>
                  </a:lnTo>
                  <a:lnTo>
                    <a:pt x="15" y="221"/>
                  </a:lnTo>
                  <a:lnTo>
                    <a:pt x="20" y="199"/>
                  </a:lnTo>
                  <a:lnTo>
                    <a:pt x="31" y="178"/>
                  </a:lnTo>
                  <a:lnTo>
                    <a:pt x="44" y="156"/>
                  </a:lnTo>
                  <a:lnTo>
                    <a:pt x="61" y="136"/>
                  </a:lnTo>
                  <a:lnTo>
                    <a:pt x="81" y="116"/>
                  </a:lnTo>
                  <a:lnTo>
                    <a:pt x="106" y="98"/>
                  </a:lnTo>
                  <a:lnTo>
                    <a:pt x="133" y="82"/>
                  </a:lnTo>
                  <a:lnTo>
                    <a:pt x="162" y="66"/>
                  </a:lnTo>
                  <a:lnTo>
                    <a:pt x="194" y="52"/>
                  </a:lnTo>
                  <a:lnTo>
                    <a:pt x="229" y="41"/>
                  </a:lnTo>
                  <a:lnTo>
                    <a:pt x="264" y="30"/>
                  </a:lnTo>
                  <a:lnTo>
                    <a:pt x="303" y="22"/>
                  </a:lnTo>
                  <a:lnTo>
                    <a:pt x="343" y="16"/>
                  </a:lnTo>
                  <a:lnTo>
                    <a:pt x="384" y="12"/>
                  </a:lnTo>
                  <a:lnTo>
                    <a:pt x="426" y="11"/>
                  </a:lnTo>
                  <a:lnTo>
                    <a:pt x="42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2417" name="Freeform 31"/>
            <p:cNvSpPr>
              <a:spLocks/>
            </p:cNvSpPr>
            <p:nvPr/>
          </p:nvSpPr>
          <p:spPr bwMode="auto">
            <a:xfrm>
              <a:off x="1587" y="1929"/>
              <a:ext cx="85" cy="49"/>
            </a:xfrm>
            <a:custGeom>
              <a:avLst/>
              <a:gdLst>
                <a:gd name="T0" fmla="*/ 0 w 426"/>
                <a:gd name="T1" fmla="*/ 0 h 245"/>
                <a:gd name="T2" fmla="*/ 0 w 426"/>
                <a:gd name="T3" fmla="*/ 0 h 245"/>
                <a:gd name="T4" fmla="*/ 0 w 426"/>
                <a:gd name="T5" fmla="*/ 0 h 245"/>
                <a:gd name="T6" fmla="*/ 0 w 426"/>
                <a:gd name="T7" fmla="*/ 0 h 245"/>
                <a:gd name="T8" fmla="*/ 0 w 426"/>
                <a:gd name="T9" fmla="*/ 1 h 245"/>
                <a:gd name="T10" fmla="*/ 0 w 426"/>
                <a:gd name="T11" fmla="*/ 1 h 245"/>
                <a:gd name="T12" fmla="*/ 0 w 426"/>
                <a:gd name="T13" fmla="*/ 1 h 245"/>
                <a:gd name="T14" fmla="*/ 1 w 426"/>
                <a:gd name="T15" fmla="*/ 1 h 245"/>
                <a:gd name="T16" fmla="*/ 1 w 426"/>
                <a:gd name="T17" fmla="*/ 1 h 245"/>
                <a:gd name="T18" fmla="*/ 1 w 426"/>
                <a:gd name="T19" fmla="*/ 1 h 245"/>
                <a:gd name="T20" fmla="*/ 1 w 426"/>
                <a:gd name="T21" fmla="*/ 2 h 245"/>
                <a:gd name="T22" fmla="*/ 2 w 426"/>
                <a:gd name="T23" fmla="*/ 2 h 245"/>
                <a:gd name="T24" fmla="*/ 2 w 426"/>
                <a:gd name="T25" fmla="*/ 2 h 245"/>
                <a:gd name="T26" fmla="*/ 2 w 426"/>
                <a:gd name="T27" fmla="*/ 2 h 245"/>
                <a:gd name="T28" fmla="*/ 2 w 426"/>
                <a:gd name="T29" fmla="*/ 2 h 245"/>
                <a:gd name="T30" fmla="*/ 3 w 426"/>
                <a:gd name="T31" fmla="*/ 2 h 245"/>
                <a:gd name="T32" fmla="*/ 3 w 426"/>
                <a:gd name="T33" fmla="*/ 2 h 245"/>
                <a:gd name="T34" fmla="*/ 3 w 426"/>
                <a:gd name="T35" fmla="*/ 2 h 245"/>
                <a:gd name="T36" fmla="*/ 3 w 426"/>
                <a:gd name="T37" fmla="*/ 2 h 245"/>
                <a:gd name="T38" fmla="*/ 3 w 426"/>
                <a:gd name="T39" fmla="*/ 2 h 245"/>
                <a:gd name="T40" fmla="*/ 3 w 426"/>
                <a:gd name="T41" fmla="*/ 2 h 245"/>
                <a:gd name="T42" fmla="*/ 2 w 426"/>
                <a:gd name="T43" fmla="*/ 2 h 245"/>
                <a:gd name="T44" fmla="*/ 2 w 426"/>
                <a:gd name="T45" fmla="*/ 2 h 245"/>
                <a:gd name="T46" fmla="*/ 2 w 426"/>
                <a:gd name="T47" fmla="*/ 2 h 245"/>
                <a:gd name="T48" fmla="*/ 2 w 426"/>
                <a:gd name="T49" fmla="*/ 2 h 245"/>
                <a:gd name="T50" fmla="*/ 1 w 426"/>
                <a:gd name="T51" fmla="*/ 1 h 245"/>
                <a:gd name="T52" fmla="*/ 1 w 426"/>
                <a:gd name="T53" fmla="*/ 1 h 245"/>
                <a:gd name="T54" fmla="*/ 1 w 426"/>
                <a:gd name="T55" fmla="*/ 1 h 245"/>
                <a:gd name="T56" fmla="*/ 1 w 426"/>
                <a:gd name="T57" fmla="*/ 1 h 245"/>
                <a:gd name="T58" fmla="*/ 0 w 426"/>
                <a:gd name="T59" fmla="*/ 1 h 245"/>
                <a:gd name="T60" fmla="*/ 0 w 426"/>
                <a:gd name="T61" fmla="*/ 1 h 245"/>
                <a:gd name="T62" fmla="*/ 0 w 426"/>
                <a:gd name="T63" fmla="*/ 1 h 245"/>
                <a:gd name="T64" fmla="*/ 0 w 426"/>
                <a:gd name="T65" fmla="*/ 0 h 245"/>
                <a:gd name="T66" fmla="*/ 0 w 426"/>
                <a:gd name="T67" fmla="*/ 0 h 245"/>
                <a:gd name="T68" fmla="*/ 0 w 426"/>
                <a:gd name="T69" fmla="*/ 0 h 245"/>
                <a:gd name="T70" fmla="*/ 0 w 426"/>
                <a:gd name="T71" fmla="*/ 0 h 245"/>
                <a:gd name="T72" fmla="*/ 0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0" y="0"/>
                  </a:moveTo>
                  <a:lnTo>
                    <a:pt x="0" y="0"/>
                  </a:lnTo>
                  <a:lnTo>
                    <a:pt x="3" y="25"/>
                  </a:lnTo>
                  <a:lnTo>
                    <a:pt x="9" y="50"/>
                  </a:lnTo>
                  <a:lnTo>
                    <a:pt x="19" y="73"/>
                  </a:lnTo>
                  <a:lnTo>
                    <a:pt x="34" y="96"/>
                  </a:lnTo>
                  <a:lnTo>
                    <a:pt x="52" y="118"/>
                  </a:lnTo>
                  <a:lnTo>
                    <a:pt x="74" y="138"/>
                  </a:lnTo>
                  <a:lnTo>
                    <a:pt x="99" y="156"/>
                  </a:lnTo>
                  <a:lnTo>
                    <a:pt x="126" y="174"/>
                  </a:lnTo>
                  <a:lnTo>
                    <a:pt x="157" y="190"/>
                  </a:lnTo>
                  <a:lnTo>
                    <a:pt x="189" y="204"/>
                  </a:lnTo>
                  <a:lnTo>
                    <a:pt x="224" y="215"/>
                  </a:lnTo>
                  <a:lnTo>
                    <a:pt x="262" y="226"/>
                  </a:lnTo>
                  <a:lnTo>
                    <a:pt x="300" y="234"/>
                  </a:lnTo>
                  <a:lnTo>
                    <a:pt x="340" y="240"/>
                  </a:lnTo>
                  <a:lnTo>
                    <a:pt x="384" y="244"/>
                  </a:lnTo>
                  <a:lnTo>
                    <a:pt x="426" y="245"/>
                  </a:lnTo>
                  <a:lnTo>
                    <a:pt x="426" y="233"/>
                  </a:lnTo>
                  <a:lnTo>
                    <a:pt x="384" y="232"/>
                  </a:lnTo>
                  <a:lnTo>
                    <a:pt x="343" y="228"/>
                  </a:lnTo>
                  <a:lnTo>
                    <a:pt x="303" y="222"/>
                  </a:lnTo>
                  <a:lnTo>
                    <a:pt x="264" y="214"/>
                  </a:lnTo>
                  <a:lnTo>
                    <a:pt x="229" y="204"/>
                  </a:lnTo>
                  <a:lnTo>
                    <a:pt x="194" y="192"/>
                  </a:lnTo>
                  <a:lnTo>
                    <a:pt x="162" y="178"/>
                  </a:lnTo>
                  <a:lnTo>
                    <a:pt x="133" y="163"/>
                  </a:lnTo>
                  <a:lnTo>
                    <a:pt x="106" y="146"/>
                  </a:lnTo>
                  <a:lnTo>
                    <a:pt x="81" y="129"/>
                  </a:lnTo>
                  <a:lnTo>
                    <a:pt x="61" y="109"/>
                  </a:lnTo>
                  <a:lnTo>
                    <a:pt x="44" y="89"/>
                  </a:lnTo>
                  <a:lnTo>
                    <a:pt x="31" y="66"/>
                  </a:lnTo>
                  <a:lnTo>
                    <a:pt x="20" y="45"/>
                  </a:lnTo>
                  <a:lnTo>
                    <a:pt x="15" y="2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2418" name="Freeform 32"/>
            <p:cNvSpPr>
              <a:spLocks/>
            </p:cNvSpPr>
            <p:nvPr/>
          </p:nvSpPr>
          <p:spPr bwMode="auto">
            <a:xfrm>
              <a:off x="878" y="1448"/>
              <a:ext cx="792" cy="954"/>
            </a:xfrm>
            <a:custGeom>
              <a:avLst/>
              <a:gdLst>
                <a:gd name="T0" fmla="*/ 13 w 3960"/>
                <a:gd name="T1" fmla="*/ 38 h 4768"/>
                <a:gd name="T2" fmla="*/ 14 w 3960"/>
                <a:gd name="T3" fmla="*/ 38 h 4768"/>
                <a:gd name="T4" fmla="*/ 15 w 3960"/>
                <a:gd name="T5" fmla="*/ 38 h 4768"/>
                <a:gd name="T6" fmla="*/ 15 w 3960"/>
                <a:gd name="T7" fmla="*/ 38 h 4768"/>
                <a:gd name="T8" fmla="*/ 16 w 3960"/>
                <a:gd name="T9" fmla="*/ 38 h 4768"/>
                <a:gd name="T10" fmla="*/ 17 w 3960"/>
                <a:gd name="T11" fmla="*/ 38 h 4768"/>
                <a:gd name="T12" fmla="*/ 17 w 3960"/>
                <a:gd name="T13" fmla="*/ 38 h 4768"/>
                <a:gd name="T14" fmla="*/ 18 w 3960"/>
                <a:gd name="T15" fmla="*/ 38 h 4768"/>
                <a:gd name="T16" fmla="*/ 18 w 3960"/>
                <a:gd name="T17" fmla="*/ 38 h 4768"/>
                <a:gd name="T18" fmla="*/ 29 w 3960"/>
                <a:gd name="T19" fmla="*/ 30 h 4768"/>
                <a:gd name="T20" fmla="*/ 30 w 3960"/>
                <a:gd name="T21" fmla="*/ 30 h 4768"/>
                <a:gd name="T22" fmla="*/ 30 w 3960"/>
                <a:gd name="T23" fmla="*/ 29 h 4768"/>
                <a:gd name="T24" fmla="*/ 31 w 3960"/>
                <a:gd name="T25" fmla="*/ 28 h 4768"/>
                <a:gd name="T26" fmla="*/ 31 w 3960"/>
                <a:gd name="T27" fmla="*/ 28 h 4768"/>
                <a:gd name="T28" fmla="*/ 31 w 3960"/>
                <a:gd name="T29" fmla="*/ 27 h 4768"/>
                <a:gd name="T30" fmla="*/ 32 w 3960"/>
                <a:gd name="T31" fmla="*/ 26 h 4768"/>
                <a:gd name="T32" fmla="*/ 32 w 3960"/>
                <a:gd name="T33" fmla="*/ 25 h 4768"/>
                <a:gd name="T34" fmla="*/ 32 w 3960"/>
                <a:gd name="T35" fmla="*/ 11 h 4768"/>
                <a:gd name="T36" fmla="*/ 32 w 3960"/>
                <a:gd name="T37" fmla="*/ 10 h 4768"/>
                <a:gd name="T38" fmla="*/ 31 w 3960"/>
                <a:gd name="T39" fmla="*/ 9 h 4768"/>
                <a:gd name="T40" fmla="*/ 31 w 3960"/>
                <a:gd name="T41" fmla="*/ 9 h 4768"/>
                <a:gd name="T42" fmla="*/ 31 w 3960"/>
                <a:gd name="T43" fmla="*/ 8 h 4768"/>
                <a:gd name="T44" fmla="*/ 31 w 3960"/>
                <a:gd name="T45" fmla="*/ 8 h 4768"/>
                <a:gd name="T46" fmla="*/ 30 w 3960"/>
                <a:gd name="T47" fmla="*/ 7 h 4768"/>
                <a:gd name="T48" fmla="*/ 30 w 3960"/>
                <a:gd name="T49" fmla="*/ 7 h 4768"/>
                <a:gd name="T50" fmla="*/ 29 w 3960"/>
                <a:gd name="T51" fmla="*/ 6 h 4768"/>
                <a:gd name="T52" fmla="*/ 19 w 3960"/>
                <a:gd name="T53" fmla="*/ 1 h 4768"/>
                <a:gd name="T54" fmla="*/ 18 w 3960"/>
                <a:gd name="T55" fmla="*/ 0 h 4768"/>
                <a:gd name="T56" fmla="*/ 17 w 3960"/>
                <a:gd name="T57" fmla="*/ 0 h 4768"/>
                <a:gd name="T58" fmla="*/ 17 w 3960"/>
                <a:gd name="T59" fmla="*/ 0 h 4768"/>
                <a:gd name="T60" fmla="*/ 16 w 3960"/>
                <a:gd name="T61" fmla="*/ 0 h 4768"/>
                <a:gd name="T62" fmla="*/ 15 w 3960"/>
                <a:gd name="T63" fmla="*/ 0 h 4768"/>
                <a:gd name="T64" fmla="*/ 14 w 3960"/>
                <a:gd name="T65" fmla="*/ 0 h 4768"/>
                <a:gd name="T66" fmla="*/ 14 w 3960"/>
                <a:gd name="T67" fmla="*/ 0 h 4768"/>
                <a:gd name="T68" fmla="*/ 2 w 3960"/>
                <a:gd name="T69" fmla="*/ 6 h 4768"/>
                <a:gd name="T70" fmla="*/ 2 w 3960"/>
                <a:gd name="T71" fmla="*/ 7 h 4768"/>
                <a:gd name="T72" fmla="*/ 1 w 3960"/>
                <a:gd name="T73" fmla="*/ 7 h 4768"/>
                <a:gd name="T74" fmla="*/ 1 w 3960"/>
                <a:gd name="T75" fmla="*/ 8 h 4768"/>
                <a:gd name="T76" fmla="*/ 1 w 3960"/>
                <a:gd name="T77" fmla="*/ 8 h 4768"/>
                <a:gd name="T78" fmla="*/ 0 w 3960"/>
                <a:gd name="T79" fmla="*/ 9 h 4768"/>
                <a:gd name="T80" fmla="*/ 0 w 3960"/>
                <a:gd name="T81" fmla="*/ 9 h 4768"/>
                <a:gd name="T82" fmla="*/ 0 w 3960"/>
                <a:gd name="T83" fmla="*/ 10 h 4768"/>
                <a:gd name="T84" fmla="*/ 0 w 3960"/>
                <a:gd name="T85" fmla="*/ 11 h 4768"/>
                <a:gd name="T86" fmla="*/ 0 w 3960"/>
                <a:gd name="T87" fmla="*/ 25 h 4768"/>
                <a:gd name="T88" fmla="*/ 0 w 3960"/>
                <a:gd name="T89" fmla="*/ 26 h 4768"/>
                <a:gd name="T90" fmla="*/ 0 w 3960"/>
                <a:gd name="T91" fmla="*/ 27 h 4768"/>
                <a:gd name="T92" fmla="*/ 1 w 3960"/>
                <a:gd name="T93" fmla="*/ 28 h 4768"/>
                <a:gd name="T94" fmla="*/ 1 w 3960"/>
                <a:gd name="T95" fmla="*/ 29 h 4768"/>
                <a:gd name="T96" fmla="*/ 1 w 3960"/>
                <a:gd name="T97" fmla="*/ 29 h 4768"/>
                <a:gd name="T98" fmla="*/ 2 w 3960"/>
                <a:gd name="T99" fmla="*/ 30 h 4768"/>
                <a:gd name="T100" fmla="*/ 3 w 3960"/>
                <a:gd name="T101" fmla="*/ 31 h 4768"/>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w 3960"/>
                <a:gd name="T154" fmla="*/ 0 h 4768"/>
                <a:gd name="T155" fmla="*/ 3960 w 3960"/>
                <a:gd name="T156" fmla="*/ 4768 h 4768"/>
              </a:gdLst>
              <a:ahLst/>
              <a:cxnLst>
                <a:cxn ang="T102">
                  <a:pos x="T0" y="T1"/>
                </a:cxn>
                <a:cxn ang="T103">
                  <a:pos x="T2" y="T3"/>
                </a:cxn>
                <a:cxn ang="T104">
                  <a:pos x="T4" y="T5"/>
                </a:cxn>
                <a:cxn ang="T105">
                  <a:pos x="T6" y="T7"/>
                </a:cxn>
                <a:cxn ang="T106">
                  <a:pos x="T8" y="T9"/>
                </a:cxn>
                <a:cxn ang="T107">
                  <a:pos x="T10" y="T11"/>
                </a:cxn>
                <a:cxn ang="T108">
                  <a:pos x="T12" y="T13"/>
                </a:cxn>
                <a:cxn ang="T109">
                  <a:pos x="T14" y="T15"/>
                </a:cxn>
                <a:cxn ang="T110">
                  <a:pos x="T16" y="T17"/>
                </a:cxn>
                <a:cxn ang="T111">
                  <a:pos x="T18" y="T19"/>
                </a:cxn>
                <a:cxn ang="T112">
                  <a:pos x="T20" y="T21"/>
                </a:cxn>
                <a:cxn ang="T113">
                  <a:pos x="T22" y="T23"/>
                </a:cxn>
                <a:cxn ang="T114">
                  <a:pos x="T24" y="T25"/>
                </a:cxn>
                <a:cxn ang="T115">
                  <a:pos x="T26" y="T27"/>
                </a:cxn>
                <a:cxn ang="T116">
                  <a:pos x="T28" y="T29"/>
                </a:cxn>
                <a:cxn ang="T117">
                  <a:pos x="T30" y="T31"/>
                </a:cxn>
                <a:cxn ang="T118">
                  <a:pos x="T32" y="T33"/>
                </a:cxn>
                <a:cxn ang="T119">
                  <a:pos x="T34" y="T35"/>
                </a:cxn>
                <a:cxn ang="T120">
                  <a:pos x="T36" y="T37"/>
                </a:cxn>
                <a:cxn ang="T121">
                  <a:pos x="T38" y="T39"/>
                </a:cxn>
                <a:cxn ang="T122">
                  <a:pos x="T40" y="T41"/>
                </a:cxn>
                <a:cxn ang="T123">
                  <a:pos x="T42" y="T43"/>
                </a:cxn>
                <a:cxn ang="T124">
                  <a:pos x="T44" y="T45"/>
                </a:cxn>
                <a:cxn ang="T125">
                  <a:pos x="T46" y="T47"/>
                </a:cxn>
                <a:cxn ang="T126">
                  <a:pos x="T48" y="T49"/>
                </a:cxn>
                <a:cxn ang="T127">
                  <a:pos x="T50" y="T51"/>
                </a:cxn>
                <a:cxn ang="T128">
                  <a:pos x="T52" y="T53"/>
                </a:cxn>
                <a:cxn ang="T129">
                  <a:pos x="T54" y="T55"/>
                </a:cxn>
                <a:cxn ang="T130">
                  <a:pos x="T56" y="T57"/>
                </a:cxn>
                <a:cxn ang="T131">
                  <a:pos x="T58" y="T59"/>
                </a:cxn>
                <a:cxn ang="T132">
                  <a:pos x="T60" y="T61"/>
                </a:cxn>
                <a:cxn ang="T133">
                  <a:pos x="T62" y="T63"/>
                </a:cxn>
                <a:cxn ang="T134">
                  <a:pos x="T64" y="T65"/>
                </a:cxn>
                <a:cxn ang="T135">
                  <a:pos x="T66" y="T67"/>
                </a:cxn>
                <a:cxn ang="T136">
                  <a:pos x="T68" y="T69"/>
                </a:cxn>
                <a:cxn ang="T137">
                  <a:pos x="T70" y="T71"/>
                </a:cxn>
                <a:cxn ang="T138">
                  <a:pos x="T72" y="T73"/>
                </a:cxn>
                <a:cxn ang="T139">
                  <a:pos x="T74" y="T75"/>
                </a:cxn>
                <a:cxn ang="T140">
                  <a:pos x="T76" y="T77"/>
                </a:cxn>
                <a:cxn ang="T141">
                  <a:pos x="T78" y="T79"/>
                </a:cxn>
                <a:cxn ang="T142">
                  <a:pos x="T80" y="T81"/>
                </a:cxn>
                <a:cxn ang="T143">
                  <a:pos x="T82" y="T83"/>
                </a:cxn>
                <a:cxn ang="T144">
                  <a:pos x="T84" y="T85"/>
                </a:cxn>
                <a:cxn ang="T145">
                  <a:pos x="T86" y="T87"/>
                </a:cxn>
                <a:cxn ang="T146">
                  <a:pos x="T88" y="T89"/>
                </a:cxn>
                <a:cxn ang="T147">
                  <a:pos x="T90" y="T91"/>
                </a:cxn>
                <a:cxn ang="T148">
                  <a:pos x="T92" y="T93"/>
                </a:cxn>
                <a:cxn ang="T149">
                  <a:pos x="T94" y="T95"/>
                </a:cxn>
                <a:cxn ang="T150">
                  <a:pos x="T96" y="T97"/>
                </a:cxn>
                <a:cxn ang="T151">
                  <a:pos x="T98" y="T99"/>
                </a:cxn>
                <a:cxn ang="T152">
                  <a:pos x="T100" y="T101"/>
                </a:cxn>
              </a:cxnLst>
              <a:rect l="T153" t="T154" r="T155" b="T156"/>
              <a:pathLst>
                <a:path w="3960" h="4768">
                  <a:moveTo>
                    <a:pt x="353" y="3849"/>
                  </a:moveTo>
                  <a:lnTo>
                    <a:pt x="1661" y="4700"/>
                  </a:lnTo>
                  <a:lnTo>
                    <a:pt x="1697" y="4717"/>
                  </a:lnTo>
                  <a:lnTo>
                    <a:pt x="1736" y="4731"/>
                  </a:lnTo>
                  <a:lnTo>
                    <a:pt x="1776" y="4742"/>
                  </a:lnTo>
                  <a:lnTo>
                    <a:pt x="1818" y="4753"/>
                  </a:lnTo>
                  <a:lnTo>
                    <a:pt x="1860" y="4760"/>
                  </a:lnTo>
                  <a:lnTo>
                    <a:pt x="1902" y="4765"/>
                  </a:lnTo>
                  <a:lnTo>
                    <a:pt x="1946" y="4768"/>
                  </a:lnTo>
                  <a:lnTo>
                    <a:pt x="1988" y="4768"/>
                  </a:lnTo>
                  <a:lnTo>
                    <a:pt x="2031" y="4767"/>
                  </a:lnTo>
                  <a:lnTo>
                    <a:pt x="2073" y="4763"/>
                  </a:lnTo>
                  <a:lnTo>
                    <a:pt x="2114" y="4758"/>
                  </a:lnTo>
                  <a:lnTo>
                    <a:pt x="2154" y="4751"/>
                  </a:lnTo>
                  <a:lnTo>
                    <a:pt x="2193" y="4740"/>
                  </a:lnTo>
                  <a:lnTo>
                    <a:pt x="2230" y="4729"/>
                  </a:lnTo>
                  <a:lnTo>
                    <a:pt x="2264" y="4715"/>
                  </a:lnTo>
                  <a:lnTo>
                    <a:pt x="2297" y="4700"/>
                  </a:lnTo>
                  <a:lnTo>
                    <a:pt x="3639" y="3825"/>
                  </a:lnTo>
                  <a:lnTo>
                    <a:pt x="3673" y="3795"/>
                  </a:lnTo>
                  <a:lnTo>
                    <a:pt x="3707" y="3761"/>
                  </a:lnTo>
                  <a:lnTo>
                    <a:pt x="3738" y="3725"/>
                  </a:lnTo>
                  <a:lnTo>
                    <a:pt x="3768" y="3685"/>
                  </a:lnTo>
                  <a:lnTo>
                    <a:pt x="3796" y="3644"/>
                  </a:lnTo>
                  <a:lnTo>
                    <a:pt x="3821" y="3599"/>
                  </a:lnTo>
                  <a:lnTo>
                    <a:pt x="3846" y="3553"/>
                  </a:lnTo>
                  <a:lnTo>
                    <a:pt x="3868" y="3505"/>
                  </a:lnTo>
                  <a:lnTo>
                    <a:pt x="3888" y="3456"/>
                  </a:lnTo>
                  <a:lnTo>
                    <a:pt x="3907" y="3406"/>
                  </a:lnTo>
                  <a:lnTo>
                    <a:pt x="3922" y="3354"/>
                  </a:lnTo>
                  <a:lnTo>
                    <a:pt x="3935" y="3303"/>
                  </a:lnTo>
                  <a:lnTo>
                    <a:pt x="3946" y="3250"/>
                  </a:lnTo>
                  <a:lnTo>
                    <a:pt x="3953" y="3197"/>
                  </a:lnTo>
                  <a:lnTo>
                    <a:pt x="3957" y="3144"/>
                  </a:lnTo>
                  <a:lnTo>
                    <a:pt x="3960" y="3092"/>
                  </a:lnTo>
                  <a:lnTo>
                    <a:pt x="3959" y="1313"/>
                  </a:lnTo>
                  <a:lnTo>
                    <a:pt x="3955" y="1271"/>
                  </a:lnTo>
                  <a:lnTo>
                    <a:pt x="3949" y="1229"/>
                  </a:lnTo>
                  <a:lnTo>
                    <a:pt x="3941" y="1189"/>
                  </a:lnTo>
                  <a:lnTo>
                    <a:pt x="3930" y="1149"/>
                  </a:lnTo>
                  <a:lnTo>
                    <a:pt x="3918" y="1111"/>
                  </a:lnTo>
                  <a:lnTo>
                    <a:pt x="3902" y="1075"/>
                  </a:lnTo>
                  <a:lnTo>
                    <a:pt x="3886" y="1040"/>
                  </a:lnTo>
                  <a:lnTo>
                    <a:pt x="3867" y="1006"/>
                  </a:lnTo>
                  <a:lnTo>
                    <a:pt x="3846" y="973"/>
                  </a:lnTo>
                  <a:lnTo>
                    <a:pt x="3823" y="942"/>
                  </a:lnTo>
                  <a:lnTo>
                    <a:pt x="3798" y="913"/>
                  </a:lnTo>
                  <a:lnTo>
                    <a:pt x="3771" y="886"/>
                  </a:lnTo>
                  <a:lnTo>
                    <a:pt x="3743" y="860"/>
                  </a:lnTo>
                  <a:lnTo>
                    <a:pt x="3714" y="837"/>
                  </a:lnTo>
                  <a:lnTo>
                    <a:pt x="3682" y="816"/>
                  </a:lnTo>
                  <a:lnTo>
                    <a:pt x="3649" y="796"/>
                  </a:lnTo>
                  <a:lnTo>
                    <a:pt x="2386" y="83"/>
                  </a:lnTo>
                  <a:lnTo>
                    <a:pt x="2350" y="65"/>
                  </a:lnTo>
                  <a:lnTo>
                    <a:pt x="2310" y="50"/>
                  </a:lnTo>
                  <a:lnTo>
                    <a:pt x="2268" y="36"/>
                  </a:lnTo>
                  <a:lnTo>
                    <a:pt x="2223" y="24"/>
                  </a:lnTo>
                  <a:lnTo>
                    <a:pt x="2178" y="15"/>
                  </a:lnTo>
                  <a:lnTo>
                    <a:pt x="2131" y="8"/>
                  </a:lnTo>
                  <a:lnTo>
                    <a:pt x="2082" y="3"/>
                  </a:lnTo>
                  <a:lnTo>
                    <a:pt x="2032" y="0"/>
                  </a:lnTo>
                  <a:lnTo>
                    <a:pt x="1982" y="1"/>
                  </a:lnTo>
                  <a:lnTo>
                    <a:pt x="1933" y="3"/>
                  </a:lnTo>
                  <a:lnTo>
                    <a:pt x="1882" y="9"/>
                  </a:lnTo>
                  <a:lnTo>
                    <a:pt x="1833" y="17"/>
                  </a:lnTo>
                  <a:lnTo>
                    <a:pt x="1785" y="29"/>
                  </a:lnTo>
                  <a:lnTo>
                    <a:pt x="1737" y="43"/>
                  </a:lnTo>
                  <a:lnTo>
                    <a:pt x="1691" y="62"/>
                  </a:lnTo>
                  <a:lnTo>
                    <a:pt x="1647" y="83"/>
                  </a:lnTo>
                  <a:lnTo>
                    <a:pt x="311" y="782"/>
                  </a:lnTo>
                  <a:lnTo>
                    <a:pt x="276" y="803"/>
                  </a:lnTo>
                  <a:lnTo>
                    <a:pt x="243" y="826"/>
                  </a:lnTo>
                  <a:lnTo>
                    <a:pt x="213" y="852"/>
                  </a:lnTo>
                  <a:lnTo>
                    <a:pt x="184" y="879"/>
                  </a:lnTo>
                  <a:lnTo>
                    <a:pt x="155" y="908"/>
                  </a:lnTo>
                  <a:lnTo>
                    <a:pt x="131" y="939"/>
                  </a:lnTo>
                  <a:lnTo>
                    <a:pt x="107" y="971"/>
                  </a:lnTo>
                  <a:lnTo>
                    <a:pt x="86" y="1005"/>
                  </a:lnTo>
                  <a:lnTo>
                    <a:pt x="68" y="1040"/>
                  </a:lnTo>
                  <a:lnTo>
                    <a:pt x="50" y="1076"/>
                  </a:lnTo>
                  <a:lnTo>
                    <a:pt x="36" y="1115"/>
                  </a:lnTo>
                  <a:lnTo>
                    <a:pt x="23" y="1153"/>
                  </a:lnTo>
                  <a:lnTo>
                    <a:pt x="14" y="1195"/>
                  </a:lnTo>
                  <a:lnTo>
                    <a:pt x="7" y="1236"/>
                  </a:lnTo>
                  <a:lnTo>
                    <a:pt x="2" y="1279"/>
                  </a:lnTo>
                  <a:lnTo>
                    <a:pt x="0" y="1322"/>
                  </a:lnTo>
                  <a:lnTo>
                    <a:pt x="0" y="3093"/>
                  </a:lnTo>
                  <a:lnTo>
                    <a:pt x="2" y="3147"/>
                  </a:lnTo>
                  <a:lnTo>
                    <a:pt x="7" y="3202"/>
                  </a:lnTo>
                  <a:lnTo>
                    <a:pt x="15" y="3257"/>
                  </a:lnTo>
                  <a:lnTo>
                    <a:pt x="27" y="3312"/>
                  </a:lnTo>
                  <a:lnTo>
                    <a:pt x="42" y="3366"/>
                  </a:lnTo>
                  <a:lnTo>
                    <a:pt x="59" y="3420"/>
                  </a:lnTo>
                  <a:lnTo>
                    <a:pt x="79" y="3474"/>
                  </a:lnTo>
                  <a:lnTo>
                    <a:pt x="102" y="3525"/>
                  </a:lnTo>
                  <a:lnTo>
                    <a:pt x="127" y="3576"/>
                  </a:lnTo>
                  <a:lnTo>
                    <a:pt x="154" y="3624"/>
                  </a:lnTo>
                  <a:lnTo>
                    <a:pt x="184" y="3670"/>
                  </a:lnTo>
                  <a:lnTo>
                    <a:pt x="214" y="3712"/>
                  </a:lnTo>
                  <a:lnTo>
                    <a:pt x="247" y="3752"/>
                  </a:lnTo>
                  <a:lnTo>
                    <a:pt x="281" y="3788"/>
                  </a:lnTo>
                  <a:lnTo>
                    <a:pt x="317" y="3821"/>
                  </a:lnTo>
                  <a:lnTo>
                    <a:pt x="353" y="384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2419" name="Freeform 33"/>
            <p:cNvSpPr>
              <a:spLocks/>
            </p:cNvSpPr>
            <p:nvPr/>
          </p:nvSpPr>
          <p:spPr bwMode="auto">
            <a:xfrm>
              <a:off x="943" y="2210"/>
              <a:ext cx="276" cy="187"/>
            </a:xfrm>
            <a:custGeom>
              <a:avLst/>
              <a:gdLst>
                <a:gd name="T0" fmla="*/ 11 w 1380"/>
                <a:gd name="T1" fmla="*/ 7 h 937"/>
                <a:gd name="T2" fmla="*/ 11 w 1380"/>
                <a:gd name="T3" fmla="*/ 7 h 937"/>
                <a:gd name="T4" fmla="*/ 0 w 1380"/>
                <a:gd name="T5" fmla="*/ 0 h 937"/>
                <a:gd name="T6" fmla="*/ 0 w 1380"/>
                <a:gd name="T7" fmla="*/ 1 h 937"/>
                <a:gd name="T8" fmla="*/ 10 w 1380"/>
                <a:gd name="T9" fmla="*/ 7 h 937"/>
                <a:gd name="T10" fmla="*/ 10 w 1380"/>
                <a:gd name="T11" fmla="*/ 7 h 937"/>
                <a:gd name="T12" fmla="*/ 10 w 1380"/>
                <a:gd name="T13" fmla="*/ 7 h 937"/>
                <a:gd name="T14" fmla="*/ 11 w 1380"/>
                <a:gd name="T15" fmla="*/ 7 h 937"/>
                <a:gd name="T16" fmla="*/ 11 w 1380"/>
                <a:gd name="T17" fmla="*/ 7 h 937"/>
                <a:gd name="T18" fmla="*/ 11 w 1380"/>
                <a:gd name="T19" fmla="*/ 7 h 937"/>
                <a:gd name="T20" fmla="*/ 11 w 1380"/>
                <a:gd name="T21" fmla="*/ 7 h 937"/>
                <a:gd name="T22" fmla="*/ 11 w 1380"/>
                <a:gd name="T23" fmla="*/ 7 h 937"/>
                <a:gd name="T24" fmla="*/ 11 w 1380"/>
                <a:gd name="T25" fmla="*/ 7 h 937"/>
                <a:gd name="T26" fmla="*/ 11 w 1380"/>
                <a:gd name="T27" fmla="*/ 7 h 937"/>
                <a:gd name="T28" fmla="*/ 11 w 1380"/>
                <a:gd name="T29" fmla="*/ 7 h 937"/>
                <a:gd name="T30" fmla="*/ 11 w 1380"/>
                <a:gd name="T31" fmla="*/ 7 h 93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80"/>
                <a:gd name="T49" fmla="*/ 0 h 937"/>
                <a:gd name="T50" fmla="*/ 1380 w 1380"/>
                <a:gd name="T51" fmla="*/ 937 h 93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80" h="937">
                  <a:moveTo>
                    <a:pt x="1354" y="848"/>
                  </a:moveTo>
                  <a:lnTo>
                    <a:pt x="1359" y="851"/>
                  </a:lnTo>
                  <a:lnTo>
                    <a:pt x="51" y="0"/>
                  </a:lnTo>
                  <a:lnTo>
                    <a:pt x="0" y="78"/>
                  </a:lnTo>
                  <a:lnTo>
                    <a:pt x="1307" y="929"/>
                  </a:lnTo>
                  <a:lnTo>
                    <a:pt x="1312" y="932"/>
                  </a:lnTo>
                  <a:lnTo>
                    <a:pt x="1307" y="929"/>
                  </a:lnTo>
                  <a:lnTo>
                    <a:pt x="1326" y="937"/>
                  </a:lnTo>
                  <a:lnTo>
                    <a:pt x="1345" y="936"/>
                  </a:lnTo>
                  <a:lnTo>
                    <a:pt x="1360" y="929"/>
                  </a:lnTo>
                  <a:lnTo>
                    <a:pt x="1372" y="916"/>
                  </a:lnTo>
                  <a:lnTo>
                    <a:pt x="1379" y="899"/>
                  </a:lnTo>
                  <a:lnTo>
                    <a:pt x="1380" y="883"/>
                  </a:lnTo>
                  <a:lnTo>
                    <a:pt x="1374" y="865"/>
                  </a:lnTo>
                  <a:lnTo>
                    <a:pt x="1359" y="851"/>
                  </a:lnTo>
                  <a:lnTo>
                    <a:pt x="1354" y="84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2420" name="Freeform 34"/>
            <p:cNvSpPr>
              <a:spLocks/>
            </p:cNvSpPr>
            <p:nvPr/>
          </p:nvSpPr>
          <p:spPr bwMode="auto">
            <a:xfrm>
              <a:off x="1206" y="2379"/>
              <a:ext cx="140" cy="32"/>
            </a:xfrm>
            <a:custGeom>
              <a:avLst/>
              <a:gdLst>
                <a:gd name="T0" fmla="*/ 5 w 703"/>
                <a:gd name="T1" fmla="*/ 0 h 162"/>
                <a:gd name="T2" fmla="*/ 5 w 703"/>
                <a:gd name="T3" fmla="*/ 0 h 162"/>
                <a:gd name="T4" fmla="*/ 5 w 703"/>
                <a:gd name="T5" fmla="*/ 0 h 162"/>
                <a:gd name="T6" fmla="*/ 5 w 703"/>
                <a:gd name="T7" fmla="*/ 0 h 162"/>
                <a:gd name="T8" fmla="*/ 4 w 703"/>
                <a:gd name="T9" fmla="*/ 0 h 162"/>
                <a:gd name="T10" fmla="*/ 4 w 703"/>
                <a:gd name="T11" fmla="*/ 0 h 162"/>
                <a:gd name="T12" fmla="*/ 4 w 703"/>
                <a:gd name="T13" fmla="*/ 0 h 162"/>
                <a:gd name="T14" fmla="*/ 3 w 703"/>
                <a:gd name="T15" fmla="*/ 1 h 162"/>
                <a:gd name="T16" fmla="*/ 3 w 703"/>
                <a:gd name="T17" fmla="*/ 1 h 162"/>
                <a:gd name="T18" fmla="*/ 3 w 703"/>
                <a:gd name="T19" fmla="*/ 1 h 162"/>
                <a:gd name="T20" fmla="*/ 2 w 703"/>
                <a:gd name="T21" fmla="*/ 1 h 162"/>
                <a:gd name="T22" fmla="*/ 2 w 703"/>
                <a:gd name="T23" fmla="*/ 1 h 162"/>
                <a:gd name="T24" fmla="*/ 2 w 703"/>
                <a:gd name="T25" fmla="*/ 0 h 162"/>
                <a:gd name="T26" fmla="*/ 1 w 703"/>
                <a:gd name="T27" fmla="*/ 0 h 162"/>
                <a:gd name="T28" fmla="*/ 1 w 703"/>
                <a:gd name="T29" fmla="*/ 0 h 162"/>
                <a:gd name="T30" fmla="*/ 1 w 703"/>
                <a:gd name="T31" fmla="*/ 0 h 162"/>
                <a:gd name="T32" fmla="*/ 1 w 703"/>
                <a:gd name="T33" fmla="*/ 0 h 162"/>
                <a:gd name="T34" fmla="*/ 0 w 703"/>
                <a:gd name="T35" fmla="*/ 0 h 162"/>
                <a:gd name="T36" fmla="*/ 0 w 703"/>
                <a:gd name="T37" fmla="*/ 1 h 162"/>
                <a:gd name="T38" fmla="*/ 0 w 703"/>
                <a:gd name="T39" fmla="*/ 1 h 162"/>
                <a:gd name="T40" fmla="*/ 1 w 703"/>
                <a:gd name="T41" fmla="*/ 1 h 162"/>
                <a:gd name="T42" fmla="*/ 1 w 703"/>
                <a:gd name="T43" fmla="*/ 1 h 162"/>
                <a:gd name="T44" fmla="*/ 1 w 703"/>
                <a:gd name="T45" fmla="*/ 1 h 162"/>
                <a:gd name="T46" fmla="*/ 2 w 703"/>
                <a:gd name="T47" fmla="*/ 1 h 162"/>
                <a:gd name="T48" fmla="*/ 2 w 703"/>
                <a:gd name="T49" fmla="*/ 1 h 162"/>
                <a:gd name="T50" fmla="*/ 2 w 703"/>
                <a:gd name="T51" fmla="*/ 1 h 162"/>
                <a:gd name="T52" fmla="*/ 3 w 703"/>
                <a:gd name="T53" fmla="*/ 1 h 162"/>
                <a:gd name="T54" fmla="*/ 3 w 703"/>
                <a:gd name="T55" fmla="*/ 1 h 162"/>
                <a:gd name="T56" fmla="*/ 3 w 703"/>
                <a:gd name="T57" fmla="*/ 1 h 162"/>
                <a:gd name="T58" fmla="*/ 4 w 703"/>
                <a:gd name="T59" fmla="*/ 1 h 162"/>
                <a:gd name="T60" fmla="*/ 4 w 703"/>
                <a:gd name="T61" fmla="*/ 1 h 162"/>
                <a:gd name="T62" fmla="*/ 5 w 703"/>
                <a:gd name="T63" fmla="*/ 1 h 162"/>
                <a:gd name="T64" fmla="*/ 5 w 703"/>
                <a:gd name="T65" fmla="*/ 1 h 162"/>
                <a:gd name="T66" fmla="*/ 5 w 703"/>
                <a:gd name="T67" fmla="*/ 1 h 162"/>
                <a:gd name="T68" fmla="*/ 5 w 703"/>
                <a:gd name="T69" fmla="*/ 1 h 162"/>
                <a:gd name="T70" fmla="*/ 5 w 703"/>
                <a:gd name="T71" fmla="*/ 1 h 162"/>
                <a:gd name="T72" fmla="*/ 5 w 703"/>
                <a:gd name="T73" fmla="*/ 1 h 162"/>
                <a:gd name="T74" fmla="*/ 5 w 703"/>
                <a:gd name="T75" fmla="*/ 1 h 162"/>
                <a:gd name="T76" fmla="*/ 6 w 703"/>
                <a:gd name="T77" fmla="*/ 0 h 162"/>
                <a:gd name="T78" fmla="*/ 6 w 703"/>
                <a:gd name="T79" fmla="*/ 0 h 162"/>
                <a:gd name="T80" fmla="*/ 6 w 703"/>
                <a:gd name="T81" fmla="*/ 0 h 162"/>
                <a:gd name="T82" fmla="*/ 5 w 703"/>
                <a:gd name="T83" fmla="*/ 0 h 162"/>
                <a:gd name="T84" fmla="*/ 5 w 703"/>
                <a:gd name="T85" fmla="*/ 0 h 162"/>
                <a:gd name="T86" fmla="*/ 5 w 703"/>
                <a:gd name="T87" fmla="*/ 0 h 162"/>
                <a:gd name="T88" fmla="*/ 5 w 703"/>
                <a:gd name="T89" fmla="*/ 0 h 162"/>
                <a:gd name="T90" fmla="*/ 5 w 703"/>
                <a:gd name="T91" fmla="*/ 0 h 162"/>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703"/>
                <a:gd name="T139" fmla="*/ 0 h 162"/>
                <a:gd name="T140" fmla="*/ 703 w 703"/>
                <a:gd name="T141" fmla="*/ 162 h 162"/>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703" h="162">
                  <a:moveTo>
                    <a:pt x="631" y="8"/>
                  </a:moveTo>
                  <a:lnTo>
                    <a:pt x="636" y="6"/>
                  </a:lnTo>
                  <a:lnTo>
                    <a:pt x="606" y="20"/>
                  </a:lnTo>
                  <a:lnTo>
                    <a:pt x="575" y="32"/>
                  </a:lnTo>
                  <a:lnTo>
                    <a:pt x="540" y="42"/>
                  </a:lnTo>
                  <a:lnTo>
                    <a:pt x="504" y="52"/>
                  </a:lnTo>
                  <a:lnTo>
                    <a:pt x="467" y="59"/>
                  </a:lnTo>
                  <a:lnTo>
                    <a:pt x="428" y="64"/>
                  </a:lnTo>
                  <a:lnTo>
                    <a:pt x="389" y="67"/>
                  </a:lnTo>
                  <a:lnTo>
                    <a:pt x="348" y="68"/>
                  </a:lnTo>
                  <a:lnTo>
                    <a:pt x="308" y="68"/>
                  </a:lnTo>
                  <a:lnTo>
                    <a:pt x="267" y="65"/>
                  </a:lnTo>
                  <a:lnTo>
                    <a:pt x="226" y="61"/>
                  </a:lnTo>
                  <a:lnTo>
                    <a:pt x="187" y="54"/>
                  </a:lnTo>
                  <a:lnTo>
                    <a:pt x="148" y="44"/>
                  </a:lnTo>
                  <a:lnTo>
                    <a:pt x="110" y="33"/>
                  </a:lnTo>
                  <a:lnTo>
                    <a:pt x="75" y="20"/>
                  </a:lnTo>
                  <a:lnTo>
                    <a:pt x="42" y="5"/>
                  </a:lnTo>
                  <a:lnTo>
                    <a:pt x="0" y="89"/>
                  </a:lnTo>
                  <a:lnTo>
                    <a:pt x="40" y="107"/>
                  </a:lnTo>
                  <a:lnTo>
                    <a:pt x="82" y="122"/>
                  </a:lnTo>
                  <a:lnTo>
                    <a:pt x="124" y="135"/>
                  </a:lnTo>
                  <a:lnTo>
                    <a:pt x="169" y="146"/>
                  </a:lnTo>
                  <a:lnTo>
                    <a:pt x="214" y="153"/>
                  </a:lnTo>
                  <a:lnTo>
                    <a:pt x="258" y="158"/>
                  </a:lnTo>
                  <a:lnTo>
                    <a:pt x="303" y="162"/>
                  </a:lnTo>
                  <a:lnTo>
                    <a:pt x="348" y="162"/>
                  </a:lnTo>
                  <a:lnTo>
                    <a:pt x="394" y="161"/>
                  </a:lnTo>
                  <a:lnTo>
                    <a:pt x="439" y="157"/>
                  </a:lnTo>
                  <a:lnTo>
                    <a:pt x="481" y="150"/>
                  </a:lnTo>
                  <a:lnTo>
                    <a:pt x="525" y="143"/>
                  </a:lnTo>
                  <a:lnTo>
                    <a:pt x="566" y="132"/>
                  </a:lnTo>
                  <a:lnTo>
                    <a:pt x="606" y="121"/>
                  </a:lnTo>
                  <a:lnTo>
                    <a:pt x="643" y="105"/>
                  </a:lnTo>
                  <a:lnTo>
                    <a:pt x="678" y="88"/>
                  </a:lnTo>
                  <a:lnTo>
                    <a:pt x="683" y="86"/>
                  </a:lnTo>
                  <a:lnTo>
                    <a:pt x="678" y="88"/>
                  </a:lnTo>
                  <a:lnTo>
                    <a:pt x="695" y="75"/>
                  </a:lnTo>
                  <a:lnTo>
                    <a:pt x="702" y="60"/>
                  </a:lnTo>
                  <a:lnTo>
                    <a:pt x="703" y="42"/>
                  </a:lnTo>
                  <a:lnTo>
                    <a:pt x="698" y="26"/>
                  </a:lnTo>
                  <a:lnTo>
                    <a:pt x="688" y="12"/>
                  </a:lnTo>
                  <a:lnTo>
                    <a:pt x="674" y="3"/>
                  </a:lnTo>
                  <a:lnTo>
                    <a:pt x="656" y="0"/>
                  </a:lnTo>
                  <a:lnTo>
                    <a:pt x="636" y="6"/>
                  </a:lnTo>
                  <a:lnTo>
                    <a:pt x="631"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2421" name="Freeform 35"/>
            <p:cNvSpPr>
              <a:spLocks/>
            </p:cNvSpPr>
            <p:nvPr/>
          </p:nvSpPr>
          <p:spPr bwMode="auto">
            <a:xfrm>
              <a:off x="1332" y="2204"/>
              <a:ext cx="283" cy="192"/>
            </a:xfrm>
            <a:custGeom>
              <a:avLst/>
              <a:gdLst>
                <a:gd name="T0" fmla="*/ 11 w 1415"/>
                <a:gd name="T1" fmla="*/ 0 h 960"/>
                <a:gd name="T2" fmla="*/ 11 w 1415"/>
                <a:gd name="T3" fmla="*/ 0 h 960"/>
                <a:gd name="T4" fmla="*/ 0 w 1415"/>
                <a:gd name="T5" fmla="*/ 7 h 960"/>
                <a:gd name="T6" fmla="*/ 0 w 1415"/>
                <a:gd name="T7" fmla="*/ 8 h 960"/>
                <a:gd name="T8" fmla="*/ 11 w 1415"/>
                <a:gd name="T9" fmla="*/ 1 h 960"/>
                <a:gd name="T10" fmla="*/ 11 w 1415"/>
                <a:gd name="T11" fmla="*/ 1 h 960"/>
                <a:gd name="T12" fmla="*/ 11 w 1415"/>
                <a:gd name="T13" fmla="*/ 1 h 960"/>
                <a:gd name="T14" fmla="*/ 11 w 1415"/>
                <a:gd name="T15" fmla="*/ 1 h 960"/>
                <a:gd name="T16" fmla="*/ 11 w 1415"/>
                <a:gd name="T17" fmla="*/ 0 h 960"/>
                <a:gd name="T18" fmla="*/ 11 w 1415"/>
                <a:gd name="T19" fmla="*/ 0 h 960"/>
                <a:gd name="T20" fmla="*/ 11 w 1415"/>
                <a:gd name="T21" fmla="*/ 0 h 960"/>
                <a:gd name="T22" fmla="*/ 11 w 1415"/>
                <a:gd name="T23" fmla="*/ 0 h 960"/>
                <a:gd name="T24" fmla="*/ 11 w 1415"/>
                <a:gd name="T25" fmla="*/ 0 h 960"/>
                <a:gd name="T26" fmla="*/ 11 w 1415"/>
                <a:gd name="T27" fmla="*/ 0 h 960"/>
                <a:gd name="T28" fmla="*/ 11 w 1415"/>
                <a:gd name="T29" fmla="*/ 0 h 960"/>
                <a:gd name="T30" fmla="*/ 11 w 1415"/>
                <a:gd name="T31" fmla="*/ 0 h 96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15"/>
                <a:gd name="T49" fmla="*/ 0 h 960"/>
                <a:gd name="T50" fmla="*/ 1415 w 1415"/>
                <a:gd name="T51" fmla="*/ 960 h 96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15" h="960">
                  <a:moveTo>
                    <a:pt x="1338" y="10"/>
                  </a:moveTo>
                  <a:lnTo>
                    <a:pt x="1342" y="8"/>
                  </a:lnTo>
                  <a:lnTo>
                    <a:pt x="0" y="882"/>
                  </a:lnTo>
                  <a:lnTo>
                    <a:pt x="52" y="960"/>
                  </a:lnTo>
                  <a:lnTo>
                    <a:pt x="1393" y="85"/>
                  </a:lnTo>
                  <a:lnTo>
                    <a:pt x="1397" y="83"/>
                  </a:lnTo>
                  <a:lnTo>
                    <a:pt x="1393" y="85"/>
                  </a:lnTo>
                  <a:lnTo>
                    <a:pt x="1409" y="71"/>
                  </a:lnTo>
                  <a:lnTo>
                    <a:pt x="1415" y="53"/>
                  </a:lnTo>
                  <a:lnTo>
                    <a:pt x="1413" y="37"/>
                  </a:lnTo>
                  <a:lnTo>
                    <a:pt x="1406" y="21"/>
                  </a:lnTo>
                  <a:lnTo>
                    <a:pt x="1395" y="8"/>
                  </a:lnTo>
                  <a:lnTo>
                    <a:pt x="1379" y="1"/>
                  </a:lnTo>
                  <a:lnTo>
                    <a:pt x="1361" y="0"/>
                  </a:lnTo>
                  <a:lnTo>
                    <a:pt x="1342" y="8"/>
                  </a:lnTo>
                  <a:lnTo>
                    <a:pt x="1338" y="1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2422" name="Freeform 36"/>
            <p:cNvSpPr>
              <a:spLocks/>
            </p:cNvSpPr>
            <p:nvPr/>
          </p:nvSpPr>
          <p:spPr bwMode="auto">
            <a:xfrm>
              <a:off x="1599" y="2057"/>
              <a:ext cx="80" cy="163"/>
            </a:xfrm>
            <a:custGeom>
              <a:avLst/>
              <a:gdLst>
                <a:gd name="T0" fmla="*/ 2 w 398"/>
                <a:gd name="T1" fmla="*/ 0 h 817"/>
                <a:gd name="T2" fmla="*/ 2 w 398"/>
                <a:gd name="T3" fmla="*/ 0 h 817"/>
                <a:gd name="T4" fmla="*/ 2 w 398"/>
                <a:gd name="T5" fmla="*/ 1 h 817"/>
                <a:gd name="T6" fmla="*/ 2 w 398"/>
                <a:gd name="T7" fmla="*/ 1 h 817"/>
                <a:gd name="T8" fmla="*/ 2 w 398"/>
                <a:gd name="T9" fmla="*/ 2 h 817"/>
                <a:gd name="T10" fmla="*/ 2 w 398"/>
                <a:gd name="T11" fmla="*/ 2 h 817"/>
                <a:gd name="T12" fmla="*/ 2 w 398"/>
                <a:gd name="T13" fmla="*/ 2 h 817"/>
                <a:gd name="T14" fmla="*/ 2 w 398"/>
                <a:gd name="T15" fmla="*/ 3 h 817"/>
                <a:gd name="T16" fmla="*/ 2 w 398"/>
                <a:gd name="T17" fmla="*/ 3 h 817"/>
                <a:gd name="T18" fmla="*/ 2 w 398"/>
                <a:gd name="T19" fmla="*/ 4 h 817"/>
                <a:gd name="T20" fmla="*/ 2 w 398"/>
                <a:gd name="T21" fmla="*/ 4 h 817"/>
                <a:gd name="T22" fmla="*/ 1 w 398"/>
                <a:gd name="T23" fmla="*/ 4 h 817"/>
                <a:gd name="T24" fmla="*/ 1 w 398"/>
                <a:gd name="T25" fmla="*/ 5 h 817"/>
                <a:gd name="T26" fmla="*/ 1 w 398"/>
                <a:gd name="T27" fmla="*/ 5 h 817"/>
                <a:gd name="T28" fmla="*/ 1 w 398"/>
                <a:gd name="T29" fmla="*/ 5 h 817"/>
                <a:gd name="T30" fmla="*/ 1 w 398"/>
                <a:gd name="T31" fmla="*/ 5 h 817"/>
                <a:gd name="T32" fmla="*/ 0 w 398"/>
                <a:gd name="T33" fmla="*/ 6 h 817"/>
                <a:gd name="T34" fmla="*/ 0 w 398"/>
                <a:gd name="T35" fmla="*/ 6 h 817"/>
                <a:gd name="T36" fmla="*/ 0 w 398"/>
                <a:gd name="T37" fmla="*/ 7 h 817"/>
                <a:gd name="T38" fmla="*/ 1 w 398"/>
                <a:gd name="T39" fmla="*/ 6 h 817"/>
                <a:gd name="T40" fmla="*/ 1 w 398"/>
                <a:gd name="T41" fmla="*/ 6 h 817"/>
                <a:gd name="T42" fmla="*/ 1 w 398"/>
                <a:gd name="T43" fmla="*/ 6 h 817"/>
                <a:gd name="T44" fmla="*/ 2 w 398"/>
                <a:gd name="T45" fmla="*/ 5 h 817"/>
                <a:gd name="T46" fmla="*/ 2 w 398"/>
                <a:gd name="T47" fmla="*/ 5 h 817"/>
                <a:gd name="T48" fmla="*/ 2 w 398"/>
                <a:gd name="T49" fmla="*/ 5 h 817"/>
                <a:gd name="T50" fmla="*/ 2 w 398"/>
                <a:gd name="T51" fmla="*/ 4 h 817"/>
                <a:gd name="T52" fmla="*/ 2 w 398"/>
                <a:gd name="T53" fmla="*/ 4 h 817"/>
                <a:gd name="T54" fmla="*/ 3 w 398"/>
                <a:gd name="T55" fmla="*/ 3 h 817"/>
                <a:gd name="T56" fmla="*/ 3 w 398"/>
                <a:gd name="T57" fmla="*/ 3 h 817"/>
                <a:gd name="T58" fmla="*/ 3 w 398"/>
                <a:gd name="T59" fmla="*/ 3 h 817"/>
                <a:gd name="T60" fmla="*/ 3 w 398"/>
                <a:gd name="T61" fmla="*/ 2 h 817"/>
                <a:gd name="T62" fmla="*/ 3 w 398"/>
                <a:gd name="T63" fmla="*/ 2 h 817"/>
                <a:gd name="T64" fmla="*/ 3 w 398"/>
                <a:gd name="T65" fmla="*/ 1 h 817"/>
                <a:gd name="T66" fmla="*/ 3 w 398"/>
                <a:gd name="T67" fmla="*/ 1 h 817"/>
                <a:gd name="T68" fmla="*/ 3 w 398"/>
                <a:gd name="T69" fmla="*/ 0 h 817"/>
                <a:gd name="T70" fmla="*/ 3 w 398"/>
                <a:gd name="T71" fmla="*/ 0 h 817"/>
                <a:gd name="T72" fmla="*/ 3 w 398"/>
                <a:gd name="T73" fmla="*/ 0 h 817"/>
                <a:gd name="T74" fmla="*/ 3 w 398"/>
                <a:gd name="T75" fmla="*/ 0 h 817"/>
                <a:gd name="T76" fmla="*/ 3 w 398"/>
                <a:gd name="T77" fmla="*/ 0 h 817"/>
                <a:gd name="T78" fmla="*/ 3 w 398"/>
                <a:gd name="T79" fmla="*/ 0 h 817"/>
                <a:gd name="T80" fmla="*/ 3 w 398"/>
                <a:gd name="T81" fmla="*/ 0 h 817"/>
                <a:gd name="T82" fmla="*/ 3 w 398"/>
                <a:gd name="T83" fmla="*/ 0 h 817"/>
                <a:gd name="T84" fmla="*/ 3 w 398"/>
                <a:gd name="T85" fmla="*/ 0 h 817"/>
                <a:gd name="T86" fmla="*/ 2 w 398"/>
                <a:gd name="T87" fmla="*/ 0 h 817"/>
                <a:gd name="T88" fmla="*/ 2 w 398"/>
                <a:gd name="T89" fmla="*/ 0 h 817"/>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398"/>
                <a:gd name="T136" fmla="*/ 0 h 817"/>
                <a:gd name="T137" fmla="*/ 398 w 398"/>
                <a:gd name="T138" fmla="*/ 817 h 817"/>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398" h="817">
                  <a:moveTo>
                    <a:pt x="304" y="47"/>
                  </a:moveTo>
                  <a:lnTo>
                    <a:pt x="304" y="47"/>
                  </a:lnTo>
                  <a:lnTo>
                    <a:pt x="301" y="97"/>
                  </a:lnTo>
                  <a:lnTo>
                    <a:pt x="297" y="147"/>
                  </a:lnTo>
                  <a:lnTo>
                    <a:pt x="291" y="198"/>
                  </a:lnTo>
                  <a:lnTo>
                    <a:pt x="280" y="247"/>
                  </a:lnTo>
                  <a:lnTo>
                    <a:pt x="268" y="297"/>
                  </a:lnTo>
                  <a:lnTo>
                    <a:pt x="253" y="347"/>
                  </a:lnTo>
                  <a:lnTo>
                    <a:pt x="236" y="395"/>
                  </a:lnTo>
                  <a:lnTo>
                    <a:pt x="217" y="442"/>
                  </a:lnTo>
                  <a:lnTo>
                    <a:pt x="195" y="487"/>
                  </a:lnTo>
                  <a:lnTo>
                    <a:pt x="171" y="532"/>
                  </a:lnTo>
                  <a:lnTo>
                    <a:pt x="147" y="574"/>
                  </a:lnTo>
                  <a:lnTo>
                    <a:pt x="121" y="613"/>
                  </a:lnTo>
                  <a:lnTo>
                    <a:pt x="93" y="650"/>
                  </a:lnTo>
                  <a:lnTo>
                    <a:pt x="64" y="684"/>
                  </a:lnTo>
                  <a:lnTo>
                    <a:pt x="32" y="716"/>
                  </a:lnTo>
                  <a:lnTo>
                    <a:pt x="0" y="744"/>
                  </a:lnTo>
                  <a:lnTo>
                    <a:pt x="59" y="817"/>
                  </a:lnTo>
                  <a:lnTo>
                    <a:pt x="95" y="784"/>
                  </a:lnTo>
                  <a:lnTo>
                    <a:pt x="132" y="748"/>
                  </a:lnTo>
                  <a:lnTo>
                    <a:pt x="166" y="709"/>
                  </a:lnTo>
                  <a:lnTo>
                    <a:pt x="196" y="667"/>
                  </a:lnTo>
                  <a:lnTo>
                    <a:pt x="227" y="623"/>
                  </a:lnTo>
                  <a:lnTo>
                    <a:pt x="253" y="576"/>
                  </a:lnTo>
                  <a:lnTo>
                    <a:pt x="279" y="530"/>
                  </a:lnTo>
                  <a:lnTo>
                    <a:pt x="301" y="479"/>
                  </a:lnTo>
                  <a:lnTo>
                    <a:pt x="323" y="428"/>
                  </a:lnTo>
                  <a:lnTo>
                    <a:pt x="342" y="375"/>
                  </a:lnTo>
                  <a:lnTo>
                    <a:pt x="359" y="321"/>
                  </a:lnTo>
                  <a:lnTo>
                    <a:pt x="372" y="268"/>
                  </a:lnTo>
                  <a:lnTo>
                    <a:pt x="382" y="212"/>
                  </a:lnTo>
                  <a:lnTo>
                    <a:pt x="391" y="157"/>
                  </a:lnTo>
                  <a:lnTo>
                    <a:pt x="395" y="102"/>
                  </a:lnTo>
                  <a:lnTo>
                    <a:pt x="398" y="47"/>
                  </a:lnTo>
                  <a:lnTo>
                    <a:pt x="394" y="27"/>
                  </a:lnTo>
                  <a:lnTo>
                    <a:pt x="383" y="11"/>
                  </a:lnTo>
                  <a:lnTo>
                    <a:pt x="368" y="3"/>
                  </a:lnTo>
                  <a:lnTo>
                    <a:pt x="351" y="0"/>
                  </a:lnTo>
                  <a:lnTo>
                    <a:pt x="333" y="3"/>
                  </a:lnTo>
                  <a:lnTo>
                    <a:pt x="319" y="11"/>
                  </a:lnTo>
                  <a:lnTo>
                    <a:pt x="307" y="27"/>
                  </a:lnTo>
                  <a:lnTo>
                    <a:pt x="304" y="4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2423" name="Freeform 37"/>
            <p:cNvSpPr>
              <a:spLocks/>
            </p:cNvSpPr>
            <p:nvPr/>
          </p:nvSpPr>
          <p:spPr bwMode="auto">
            <a:xfrm>
              <a:off x="1660" y="1701"/>
              <a:ext cx="19" cy="365"/>
            </a:xfrm>
            <a:custGeom>
              <a:avLst/>
              <a:gdLst>
                <a:gd name="T0" fmla="*/ 0 w 95"/>
                <a:gd name="T1" fmla="*/ 0 h 1826"/>
                <a:gd name="T2" fmla="*/ 0 w 95"/>
                <a:gd name="T3" fmla="*/ 0 h 1826"/>
                <a:gd name="T4" fmla="*/ 0 w 95"/>
                <a:gd name="T5" fmla="*/ 15 h 1826"/>
                <a:gd name="T6" fmla="*/ 1 w 95"/>
                <a:gd name="T7" fmla="*/ 15 h 1826"/>
                <a:gd name="T8" fmla="*/ 1 w 95"/>
                <a:gd name="T9" fmla="*/ 0 h 1826"/>
                <a:gd name="T10" fmla="*/ 1 w 95"/>
                <a:gd name="T11" fmla="*/ 0 h 1826"/>
                <a:gd name="T12" fmla="*/ 1 w 95"/>
                <a:gd name="T13" fmla="*/ 0 h 1826"/>
                <a:gd name="T14" fmla="*/ 1 w 95"/>
                <a:gd name="T15" fmla="*/ 0 h 1826"/>
                <a:gd name="T16" fmla="*/ 1 w 95"/>
                <a:gd name="T17" fmla="*/ 0 h 1826"/>
                <a:gd name="T18" fmla="*/ 1 w 95"/>
                <a:gd name="T19" fmla="*/ 0 h 1826"/>
                <a:gd name="T20" fmla="*/ 0 w 95"/>
                <a:gd name="T21" fmla="*/ 0 h 1826"/>
                <a:gd name="T22" fmla="*/ 0 w 95"/>
                <a:gd name="T23" fmla="*/ 0 h 1826"/>
                <a:gd name="T24" fmla="*/ 0 w 95"/>
                <a:gd name="T25" fmla="*/ 0 h 1826"/>
                <a:gd name="T26" fmla="*/ 0 w 95"/>
                <a:gd name="T27" fmla="*/ 0 h 1826"/>
                <a:gd name="T28" fmla="*/ 0 w 95"/>
                <a:gd name="T29" fmla="*/ 0 h 1826"/>
                <a:gd name="T30" fmla="*/ 0 w 95"/>
                <a:gd name="T31" fmla="*/ 0 h 182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95"/>
                <a:gd name="T49" fmla="*/ 0 h 1826"/>
                <a:gd name="T50" fmla="*/ 95 w 95"/>
                <a:gd name="T51" fmla="*/ 1826 h 182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95" h="1826">
                  <a:moveTo>
                    <a:pt x="0" y="49"/>
                  </a:moveTo>
                  <a:lnTo>
                    <a:pt x="0" y="47"/>
                  </a:lnTo>
                  <a:lnTo>
                    <a:pt x="1" y="1826"/>
                  </a:lnTo>
                  <a:lnTo>
                    <a:pt x="95" y="1826"/>
                  </a:lnTo>
                  <a:lnTo>
                    <a:pt x="93" y="47"/>
                  </a:lnTo>
                  <a:lnTo>
                    <a:pt x="93" y="45"/>
                  </a:lnTo>
                  <a:lnTo>
                    <a:pt x="93" y="47"/>
                  </a:lnTo>
                  <a:lnTo>
                    <a:pt x="90" y="27"/>
                  </a:lnTo>
                  <a:lnTo>
                    <a:pt x="79" y="12"/>
                  </a:lnTo>
                  <a:lnTo>
                    <a:pt x="64" y="4"/>
                  </a:lnTo>
                  <a:lnTo>
                    <a:pt x="47" y="0"/>
                  </a:lnTo>
                  <a:lnTo>
                    <a:pt x="29" y="4"/>
                  </a:lnTo>
                  <a:lnTo>
                    <a:pt x="15" y="12"/>
                  </a:lnTo>
                  <a:lnTo>
                    <a:pt x="3" y="27"/>
                  </a:lnTo>
                  <a:lnTo>
                    <a:pt x="0" y="47"/>
                  </a:lnTo>
                  <a:lnTo>
                    <a:pt x="0" y="4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2424" name="Freeform 38"/>
            <p:cNvSpPr>
              <a:spLocks/>
            </p:cNvSpPr>
            <p:nvPr/>
          </p:nvSpPr>
          <p:spPr bwMode="auto">
            <a:xfrm>
              <a:off x="1598" y="1598"/>
              <a:ext cx="81" cy="113"/>
            </a:xfrm>
            <a:custGeom>
              <a:avLst/>
              <a:gdLst>
                <a:gd name="T0" fmla="*/ 0 w 401"/>
                <a:gd name="T1" fmla="*/ 1 h 566"/>
                <a:gd name="T2" fmla="*/ 0 w 401"/>
                <a:gd name="T3" fmla="*/ 1 h 566"/>
                <a:gd name="T4" fmla="*/ 0 w 401"/>
                <a:gd name="T5" fmla="*/ 1 h 566"/>
                <a:gd name="T6" fmla="*/ 1 w 401"/>
                <a:gd name="T7" fmla="*/ 1 h 566"/>
                <a:gd name="T8" fmla="*/ 1 w 401"/>
                <a:gd name="T9" fmla="*/ 1 h 566"/>
                <a:gd name="T10" fmla="*/ 1 w 401"/>
                <a:gd name="T11" fmla="*/ 1 h 566"/>
                <a:gd name="T12" fmla="*/ 1 w 401"/>
                <a:gd name="T13" fmla="*/ 2 h 566"/>
                <a:gd name="T14" fmla="*/ 1 w 401"/>
                <a:gd name="T15" fmla="*/ 2 h 566"/>
                <a:gd name="T16" fmla="*/ 2 w 401"/>
                <a:gd name="T17" fmla="*/ 2 h 566"/>
                <a:gd name="T18" fmla="*/ 2 w 401"/>
                <a:gd name="T19" fmla="*/ 2 h 566"/>
                <a:gd name="T20" fmla="*/ 2 w 401"/>
                <a:gd name="T21" fmla="*/ 2 h 566"/>
                <a:gd name="T22" fmla="*/ 2 w 401"/>
                <a:gd name="T23" fmla="*/ 3 h 566"/>
                <a:gd name="T24" fmla="*/ 2 w 401"/>
                <a:gd name="T25" fmla="*/ 3 h 566"/>
                <a:gd name="T26" fmla="*/ 2 w 401"/>
                <a:gd name="T27" fmla="*/ 3 h 566"/>
                <a:gd name="T28" fmla="*/ 2 w 401"/>
                <a:gd name="T29" fmla="*/ 4 h 566"/>
                <a:gd name="T30" fmla="*/ 2 w 401"/>
                <a:gd name="T31" fmla="*/ 4 h 566"/>
                <a:gd name="T32" fmla="*/ 2 w 401"/>
                <a:gd name="T33" fmla="*/ 4 h 566"/>
                <a:gd name="T34" fmla="*/ 3 w 401"/>
                <a:gd name="T35" fmla="*/ 5 h 566"/>
                <a:gd name="T36" fmla="*/ 3 w 401"/>
                <a:gd name="T37" fmla="*/ 4 h 566"/>
                <a:gd name="T38" fmla="*/ 3 w 401"/>
                <a:gd name="T39" fmla="*/ 4 h 566"/>
                <a:gd name="T40" fmla="*/ 3 w 401"/>
                <a:gd name="T41" fmla="*/ 4 h 566"/>
                <a:gd name="T42" fmla="*/ 3 w 401"/>
                <a:gd name="T43" fmla="*/ 3 h 566"/>
                <a:gd name="T44" fmla="*/ 3 w 401"/>
                <a:gd name="T45" fmla="*/ 3 h 566"/>
                <a:gd name="T46" fmla="*/ 3 w 401"/>
                <a:gd name="T47" fmla="*/ 3 h 566"/>
                <a:gd name="T48" fmla="*/ 3 w 401"/>
                <a:gd name="T49" fmla="*/ 2 h 566"/>
                <a:gd name="T50" fmla="*/ 3 w 401"/>
                <a:gd name="T51" fmla="*/ 2 h 566"/>
                <a:gd name="T52" fmla="*/ 2 w 401"/>
                <a:gd name="T53" fmla="*/ 2 h 566"/>
                <a:gd name="T54" fmla="*/ 2 w 401"/>
                <a:gd name="T55" fmla="*/ 2 h 566"/>
                <a:gd name="T56" fmla="*/ 2 w 401"/>
                <a:gd name="T57" fmla="*/ 1 h 566"/>
                <a:gd name="T58" fmla="*/ 2 w 401"/>
                <a:gd name="T59" fmla="*/ 1 h 566"/>
                <a:gd name="T60" fmla="*/ 2 w 401"/>
                <a:gd name="T61" fmla="*/ 1 h 566"/>
                <a:gd name="T62" fmla="*/ 1 w 401"/>
                <a:gd name="T63" fmla="*/ 1 h 566"/>
                <a:gd name="T64" fmla="*/ 1 w 401"/>
                <a:gd name="T65" fmla="*/ 0 h 566"/>
                <a:gd name="T66" fmla="*/ 1 w 401"/>
                <a:gd name="T67" fmla="*/ 0 h 566"/>
                <a:gd name="T68" fmla="*/ 1 w 401"/>
                <a:gd name="T69" fmla="*/ 0 h 566"/>
                <a:gd name="T70" fmla="*/ 1 w 401"/>
                <a:gd name="T71" fmla="*/ 0 h 566"/>
                <a:gd name="T72" fmla="*/ 1 w 401"/>
                <a:gd name="T73" fmla="*/ 0 h 566"/>
                <a:gd name="T74" fmla="*/ 0 w 401"/>
                <a:gd name="T75" fmla="*/ 0 h 566"/>
                <a:gd name="T76" fmla="*/ 0 w 401"/>
                <a:gd name="T77" fmla="*/ 0 h 566"/>
                <a:gd name="T78" fmla="*/ 0 w 401"/>
                <a:gd name="T79" fmla="*/ 0 h 566"/>
                <a:gd name="T80" fmla="*/ 0 w 401"/>
                <a:gd name="T81" fmla="*/ 0 h 566"/>
                <a:gd name="T82" fmla="*/ 0 w 401"/>
                <a:gd name="T83" fmla="*/ 0 h 566"/>
                <a:gd name="T84" fmla="*/ 0 w 401"/>
                <a:gd name="T85" fmla="*/ 0 h 566"/>
                <a:gd name="T86" fmla="*/ 0 w 401"/>
                <a:gd name="T87" fmla="*/ 1 h 566"/>
                <a:gd name="T88" fmla="*/ 0 w 401"/>
                <a:gd name="T89" fmla="*/ 1 h 56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401"/>
                <a:gd name="T136" fmla="*/ 0 h 566"/>
                <a:gd name="T137" fmla="*/ 401 w 401"/>
                <a:gd name="T138" fmla="*/ 566 h 566"/>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401" h="566">
                  <a:moveTo>
                    <a:pt x="23" y="88"/>
                  </a:moveTo>
                  <a:lnTo>
                    <a:pt x="23" y="88"/>
                  </a:lnTo>
                  <a:lnTo>
                    <a:pt x="53" y="107"/>
                  </a:lnTo>
                  <a:lnTo>
                    <a:pt x="83" y="125"/>
                  </a:lnTo>
                  <a:lnTo>
                    <a:pt x="108" y="147"/>
                  </a:lnTo>
                  <a:lnTo>
                    <a:pt x="135" y="171"/>
                  </a:lnTo>
                  <a:lnTo>
                    <a:pt x="160" y="196"/>
                  </a:lnTo>
                  <a:lnTo>
                    <a:pt x="182" y="223"/>
                  </a:lnTo>
                  <a:lnTo>
                    <a:pt x="205" y="251"/>
                  </a:lnTo>
                  <a:lnTo>
                    <a:pt x="223" y="281"/>
                  </a:lnTo>
                  <a:lnTo>
                    <a:pt x="240" y="312"/>
                  </a:lnTo>
                  <a:lnTo>
                    <a:pt x="256" y="345"/>
                  </a:lnTo>
                  <a:lnTo>
                    <a:pt x="270" y="379"/>
                  </a:lnTo>
                  <a:lnTo>
                    <a:pt x="282" y="414"/>
                  </a:lnTo>
                  <a:lnTo>
                    <a:pt x="291" y="450"/>
                  </a:lnTo>
                  <a:lnTo>
                    <a:pt x="299" y="488"/>
                  </a:lnTo>
                  <a:lnTo>
                    <a:pt x="304" y="526"/>
                  </a:lnTo>
                  <a:lnTo>
                    <a:pt x="308" y="566"/>
                  </a:lnTo>
                  <a:lnTo>
                    <a:pt x="401" y="562"/>
                  </a:lnTo>
                  <a:lnTo>
                    <a:pt x="398" y="517"/>
                  </a:lnTo>
                  <a:lnTo>
                    <a:pt x="391" y="471"/>
                  </a:lnTo>
                  <a:lnTo>
                    <a:pt x="383" y="429"/>
                  </a:lnTo>
                  <a:lnTo>
                    <a:pt x="371" y="386"/>
                  </a:lnTo>
                  <a:lnTo>
                    <a:pt x="357" y="346"/>
                  </a:lnTo>
                  <a:lnTo>
                    <a:pt x="340" y="307"/>
                  </a:lnTo>
                  <a:lnTo>
                    <a:pt x="324" y="270"/>
                  </a:lnTo>
                  <a:lnTo>
                    <a:pt x="303" y="232"/>
                  </a:lnTo>
                  <a:lnTo>
                    <a:pt x="280" y="197"/>
                  </a:lnTo>
                  <a:lnTo>
                    <a:pt x="255" y="164"/>
                  </a:lnTo>
                  <a:lnTo>
                    <a:pt x="228" y="132"/>
                  </a:lnTo>
                  <a:lnTo>
                    <a:pt x="199" y="103"/>
                  </a:lnTo>
                  <a:lnTo>
                    <a:pt x="169" y="76"/>
                  </a:lnTo>
                  <a:lnTo>
                    <a:pt x="137" y="50"/>
                  </a:lnTo>
                  <a:lnTo>
                    <a:pt x="103" y="27"/>
                  </a:lnTo>
                  <a:lnTo>
                    <a:pt x="67" y="6"/>
                  </a:lnTo>
                  <a:lnTo>
                    <a:pt x="48" y="0"/>
                  </a:lnTo>
                  <a:lnTo>
                    <a:pt x="30" y="2"/>
                  </a:lnTo>
                  <a:lnTo>
                    <a:pt x="16" y="12"/>
                  </a:lnTo>
                  <a:lnTo>
                    <a:pt x="5" y="25"/>
                  </a:lnTo>
                  <a:lnTo>
                    <a:pt x="0" y="41"/>
                  </a:lnTo>
                  <a:lnTo>
                    <a:pt x="0" y="59"/>
                  </a:lnTo>
                  <a:lnTo>
                    <a:pt x="8" y="75"/>
                  </a:lnTo>
                  <a:lnTo>
                    <a:pt x="23"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2425" name="Freeform 39"/>
            <p:cNvSpPr>
              <a:spLocks/>
            </p:cNvSpPr>
            <p:nvPr/>
          </p:nvSpPr>
          <p:spPr bwMode="auto">
            <a:xfrm>
              <a:off x="1346" y="1455"/>
              <a:ext cx="266" cy="160"/>
            </a:xfrm>
            <a:custGeom>
              <a:avLst/>
              <a:gdLst>
                <a:gd name="T0" fmla="*/ 0 w 1330"/>
                <a:gd name="T1" fmla="*/ 1 h 801"/>
                <a:gd name="T2" fmla="*/ 0 w 1330"/>
                <a:gd name="T3" fmla="*/ 1 h 801"/>
                <a:gd name="T4" fmla="*/ 10 w 1330"/>
                <a:gd name="T5" fmla="*/ 6 h 801"/>
                <a:gd name="T6" fmla="*/ 11 w 1330"/>
                <a:gd name="T7" fmla="*/ 6 h 801"/>
                <a:gd name="T8" fmla="*/ 1 w 1330"/>
                <a:gd name="T9" fmla="*/ 0 h 801"/>
                <a:gd name="T10" fmla="*/ 1 w 1330"/>
                <a:gd name="T11" fmla="*/ 0 h 801"/>
                <a:gd name="T12" fmla="*/ 1 w 1330"/>
                <a:gd name="T13" fmla="*/ 0 h 801"/>
                <a:gd name="T14" fmla="*/ 0 w 1330"/>
                <a:gd name="T15" fmla="*/ 0 h 801"/>
                <a:gd name="T16" fmla="*/ 0 w 1330"/>
                <a:gd name="T17" fmla="*/ 0 h 801"/>
                <a:gd name="T18" fmla="*/ 0 w 1330"/>
                <a:gd name="T19" fmla="*/ 0 h 801"/>
                <a:gd name="T20" fmla="*/ 0 w 1330"/>
                <a:gd name="T21" fmla="*/ 0 h 801"/>
                <a:gd name="T22" fmla="*/ 0 w 1330"/>
                <a:gd name="T23" fmla="*/ 0 h 801"/>
                <a:gd name="T24" fmla="*/ 0 w 1330"/>
                <a:gd name="T25" fmla="*/ 0 h 801"/>
                <a:gd name="T26" fmla="*/ 0 w 1330"/>
                <a:gd name="T27" fmla="*/ 1 h 801"/>
                <a:gd name="T28" fmla="*/ 0 w 1330"/>
                <a:gd name="T29" fmla="*/ 1 h 801"/>
                <a:gd name="T30" fmla="*/ 0 w 1330"/>
                <a:gd name="T31" fmla="*/ 1 h 801"/>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30"/>
                <a:gd name="T49" fmla="*/ 0 h 801"/>
                <a:gd name="T50" fmla="*/ 1330 w 1330"/>
                <a:gd name="T51" fmla="*/ 801 h 801"/>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30" h="801">
                  <a:moveTo>
                    <a:pt x="24" y="88"/>
                  </a:moveTo>
                  <a:lnTo>
                    <a:pt x="23" y="88"/>
                  </a:lnTo>
                  <a:lnTo>
                    <a:pt x="1286" y="801"/>
                  </a:lnTo>
                  <a:lnTo>
                    <a:pt x="1330" y="719"/>
                  </a:lnTo>
                  <a:lnTo>
                    <a:pt x="67" y="6"/>
                  </a:lnTo>
                  <a:lnTo>
                    <a:pt x="66" y="6"/>
                  </a:lnTo>
                  <a:lnTo>
                    <a:pt x="67" y="6"/>
                  </a:lnTo>
                  <a:lnTo>
                    <a:pt x="48" y="0"/>
                  </a:lnTo>
                  <a:lnTo>
                    <a:pt x="30" y="2"/>
                  </a:lnTo>
                  <a:lnTo>
                    <a:pt x="16" y="12"/>
                  </a:lnTo>
                  <a:lnTo>
                    <a:pt x="5" y="25"/>
                  </a:lnTo>
                  <a:lnTo>
                    <a:pt x="0" y="41"/>
                  </a:lnTo>
                  <a:lnTo>
                    <a:pt x="0" y="59"/>
                  </a:lnTo>
                  <a:lnTo>
                    <a:pt x="8" y="75"/>
                  </a:lnTo>
                  <a:lnTo>
                    <a:pt x="23" y="88"/>
                  </a:lnTo>
                  <a:lnTo>
                    <a:pt x="24"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2426" name="Freeform 40"/>
            <p:cNvSpPr>
              <a:spLocks/>
            </p:cNvSpPr>
            <p:nvPr/>
          </p:nvSpPr>
          <p:spPr bwMode="auto">
            <a:xfrm>
              <a:off x="1198" y="1439"/>
              <a:ext cx="161" cy="35"/>
            </a:xfrm>
            <a:custGeom>
              <a:avLst/>
              <a:gdLst>
                <a:gd name="T0" fmla="*/ 1 w 806"/>
                <a:gd name="T1" fmla="*/ 1 h 177"/>
                <a:gd name="T2" fmla="*/ 1 w 806"/>
                <a:gd name="T3" fmla="*/ 1 h 177"/>
                <a:gd name="T4" fmla="*/ 1 w 806"/>
                <a:gd name="T5" fmla="*/ 1 h 177"/>
                <a:gd name="T6" fmla="*/ 1 w 806"/>
                <a:gd name="T7" fmla="*/ 1 h 177"/>
                <a:gd name="T8" fmla="*/ 2 w 806"/>
                <a:gd name="T9" fmla="*/ 1 h 177"/>
                <a:gd name="T10" fmla="*/ 2 w 806"/>
                <a:gd name="T11" fmla="*/ 1 h 177"/>
                <a:gd name="T12" fmla="*/ 2 w 806"/>
                <a:gd name="T13" fmla="*/ 1 h 177"/>
                <a:gd name="T14" fmla="*/ 3 w 806"/>
                <a:gd name="T15" fmla="*/ 1 h 177"/>
                <a:gd name="T16" fmla="*/ 3 w 806"/>
                <a:gd name="T17" fmla="*/ 1 h 177"/>
                <a:gd name="T18" fmla="*/ 3 w 806"/>
                <a:gd name="T19" fmla="*/ 1 h 177"/>
                <a:gd name="T20" fmla="*/ 4 w 806"/>
                <a:gd name="T21" fmla="*/ 1 h 177"/>
                <a:gd name="T22" fmla="*/ 4 w 806"/>
                <a:gd name="T23" fmla="*/ 1 h 177"/>
                <a:gd name="T24" fmla="*/ 5 w 806"/>
                <a:gd name="T25" fmla="*/ 1 h 177"/>
                <a:gd name="T26" fmla="*/ 5 w 806"/>
                <a:gd name="T27" fmla="*/ 1 h 177"/>
                <a:gd name="T28" fmla="*/ 5 w 806"/>
                <a:gd name="T29" fmla="*/ 1 h 177"/>
                <a:gd name="T30" fmla="*/ 6 w 806"/>
                <a:gd name="T31" fmla="*/ 1 h 177"/>
                <a:gd name="T32" fmla="*/ 6 w 806"/>
                <a:gd name="T33" fmla="*/ 1 h 177"/>
                <a:gd name="T34" fmla="*/ 6 w 806"/>
                <a:gd name="T35" fmla="*/ 1 h 177"/>
                <a:gd name="T36" fmla="*/ 6 w 806"/>
                <a:gd name="T37" fmla="*/ 1 h 177"/>
                <a:gd name="T38" fmla="*/ 6 w 806"/>
                <a:gd name="T39" fmla="*/ 1 h 177"/>
                <a:gd name="T40" fmla="*/ 6 w 806"/>
                <a:gd name="T41" fmla="*/ 0 h 177"/>
                <a:gd name="T42" fmla="*/ 5 w 806"/>
                <a:gd name="T43" fmla="*/ 0 h 177"/>
                <a:gd name="T44" fmla="*/ 5 w 806"/>
                <a:gd name="T45" fmla="*/ 0 h 177"/>
                <a:gd name="T46" fmla="*/ 5 w 806"/>
                <a:gd name="T47" fmla="*/ 0 h 177"/>
                <a:gd name="T48" fmla="*/ 4 w 806"/>
                <a:gd name="T49" fmla="*/ 0 h 177"/>
                <a:gd name="T50" fmla="*/ 4 w 806"/>
                <a:gd name="T51" fmla="*/ 0 h 177"/>
                <a:gd name="T52" fmla="*/ 3 w 806"/>
                <a:gd name="T53" fmla="*/ 0 h 177"/>
                <a:gd name="T54" fmla="*/ 3 w 806"/>
                <a:gd name="T55" fmla="*/ 0 h 177"/>
                <a:gd name="T56" fmla="*/ 3 w 806"/>
                <a:gd name="T57" fmla="*/ 0 h 177"/>
                <a:gd name="T58" fmla="*/ 2 w 806"/>
                <a:gd name="T59" fmla="*/ 0 h 177"/>
                <a:gd name="T60" fmla="*/ 2 w 806"/>
                <a:gd name="T61" fmla="*/ 0 h 177"/>
                <a:gd name="T62" fmla="*/ 1 w 806"/>
                <a:gd name="T63" fmla="*/ 0 h 177"/>
                <a:gd name="T64" fmla="*/ 1 w 806"/>
                <a:gd name="T65" fmla="*/ 0 h 177"/>
                <a:gd name="T66" fmla="*/ 1 w 806"/>
                <a:gd name="T67" fmla="*/ 1 h 177"/>
                <a:gd name="T68" fmla="*/ 0 w 806"/>
                <a:gd name="T69" fmla="*/ 1 h 177"/>
                <a:gd name="T70" fmla="*/ 0 w 806"/>
                <a:gd name="T71" fmla="*/ 1 h 177"/>
                <a:gd name="T72" fmla="*/ 0 w 806"/>
                <a:gd name="T73" fmla="*/ 1 h 177"/>
                <a:gd name="T74" fmla="*/ 0 w 806"/>
                <a:gd name="T75" fmla="*/ 1 h 177"/>
                <a:gd name="T76" fmla="*/ 0 w 806"/>
                <a:gd name="T77" fmla="*/ 1 h 177"/>
                <a:gd name="T78" fmla="*/ 0 w 806"/>
                <a:gd name="T79" fmla="*/ 1 h 177"/>
                <a:gd name="T80" fmla="*/ 0 w 806"/>
                <a:gd name="T81" fmla="*/ 1 h 177"/>
                <a:gd name="T82" fmla="*/ 0 w 806"/>
                <a:gd name="T83" fmla="*/ 1 h 177"/>
                <a:gd name="T84" fmla="*/ 0 w 806"/>
                <a:gd name="T85" fmla="*/ 1 h 177"/>
                <a:gd name="T86" fmla="*/ 0 w 806"/>
                <a:gd name="T87" fmla="*/ 1 h 177"/>
                <a:gd name="T88" fmla="*/ 1 w 806"/>
                <a:gd name="T89" fmla="*/ 1 h 177"/>
                <a:gd name="T90" fmla="*/ 1 w 806"/>
                <a:gd name="T91" fmla="*/ 1 h 17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806"/>
                <a:gd name="T139" fmla="*/ 0 h 177"/>
                <a:gd name="T140" fmla="*/ 806 w 806"/>
                <a:gd name="T141" fmla="*/ 177 h 17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806" h="177">
                  <a:moveTo>
                    <a:pt x="67" y="171"/>
                  </a:moveTo>
                  <a:lnTo>
                    <a:pt x="68" y="171"/>
                  </a:lnTo>
                  <a:lnTo>
                    <a:pt x="109" y="151"/>
                  </a:lnTo>
                  <a:lnTo>
                    <a:pt x="151" y="135"/>
                  </a:lnTo>
                  <a:lnTo>
                    <a:pt x="196" y="122"/>
                  </a:lnTo>
                  <a:lnTo>
                    <a:pt x="242" y="110"/>
                  </a:lnTo>
                  <a:lnTo>
                    <a:pt x="287" y="102"/>
                  </a:lnTo>
                  <a:lnTo>
                    <a:pt x="335" y="97"/>
                  </a:lnTo>
                  <a:lnTo>
                    <a:pt x="382" y="95"/>
                  </a:lnTo>
                  <a:lnTo>
                    <a:pt x="430" y="94"/>
                  </a:lnTo>
                  <a:lnTo>
                    <a:pt x="477" y="97"/>
                  </a:lnTo>
                  <a:lnTo>
                    <a:pt x="524" y="102"/>
                  </a:lnTo>
                  <a:lnTo>
                    <a:pt x="568" y="108"/>
                  </a:lnTo>
                  <a:lnTo>
                    <a:pt x="612" y="117"/>
                  </a:lnTo>
                  <a:lnTo>
                    <a:pt x="654" y="128"/>
                  </a:lnTo>
                  <a:lnTo>
                    <a:pt x="693" y="141"/>
                  </a:lnTo>
                  <a:lnTo>
                    <a:pt x="730" y="155"/>
                  </a:lnTo>
                  <a:lnTo>
                    <a:pt x="764" y="171"/>
                  </a:lnTo>
                  <a:lnTo>
                    <a:pt x="806" y="89"/>
                  </a:lnTo>
                  <a:lnTo>
                    <a:pt x="768" y="70"/>
                  </a:lnTo>
                  <a:lnTo>
                    <a:pt x="725" y="54"/>
                  </a:lnTo>
                  <a:lnTo>
                    <a:pt x="680" y="39"/>
                  </a:lnTo>
                  <a:lnTo>
                    <a:pt x="633" y="26"/>
                  </a:lnTo>
                  <a:lnTo>
                    <a:pt x="585" y="16"/>
                  </a:lnTo>
                  <a:lnTo>
                    <a:pt x="536" y="8"/>
                  </a:lnTo>
                  <a:lnTo>
                    <a:pt x="484" y="3"/>
                  </a:lnTo>
                  <a:lnTo>
                    <a:pt x="433" y="0"/>
                  </a:lnTo>
                  <a:lnTo>
                    <a:pt x="380" y="1"/>
                  </a:lnTo>
                  <a:lnTo>
                    <a:pt x="328" y="3"/>
                  </a:lnTo>
                  <a:lnTo>
                    <a:pt x="276" y="10"/>
                  </a:lnTo>
                  <a:lnTo>
                    <a:pt x="223" y="19"/>
                  </a:lnTo>
                  <a:lnTo>
                    <a:pt x="172" y="30"/>
                  </a:lnTo>
                  <a:lnTo>
                    <a:pt x="121" y="46"/>
                  </a:lnTo>
                  <a:lnTo>
                    <a:pt x="72" y="67"/>
                  </a:lnTo>
                  <a:lnTo>
                    <a:pt x="24" y="89"/>
                  </a:lnTo>
                  <a:lnTo>
                    <a:pt x="25" y="89"/>
                  </a:lnTo>
                  <a:lnTo>
                    <a:pt x="24" y="89"/>
                  </a:lnTo>
                  <a:lnTo>
                    <a:pt x="8" y="102"/>
                  </a:lnTo>
                  <a:lnTo>
                    <a:pt x="0" y="118"/>
                  </a:lnTo>
                  <a:lnTo>
                    <a:pt x="0" y="136"/>
                  </a:lnTo>
                  <a:lnTo>
                    <a:pt x="6" y="152"/>
                  </a:lnTo>
                  <a:lnTo>
                    <a:pt x="17" y="165"/>
                  </a:lnTo>
                  <a:lnTo>
                    <a:pt x="31" y="175"/>
                  </a:lnTo>
                  <a:lnTo>
                    <a:pt x="48" y="177"/>
                  </a:lnTo>
                  <a:lnTo>
                    <a:pt x="68" y="171"/>
                  </a:lnTo>
                  <a:lnTo>
                    <a:pt x="67" y="1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2427" name="Freeform 41"/>
            <p:cNvSpPr>
              <a:spLocks/>
            </p:cNvSpPr>
            <p:nvPr/>
          </p:nvSpPr>
          <p:spPr bwMode="auto">
            <a:xfrm>
              <a:off x="931" y="1456"/>
              <a:ext cx="280" cy="158"/>
            </a:xfrm>
            <a:custGeom>
              <a:avLst/>
              <a:gdLst>
                <a:gd name="T0" fmla="*/ 1 w 1402"/>
                <a:gd name="T1" fmla="*/ 6 h 787"/>
                <a:gd name="T2" fmla="*/ 1 w 1402"/>
                <a:gd name="T3" fmla="*/ 6 h 787"/>
                <a:gd name="T4" fmla="*/ 11 w 1402"/>
                <a:gd name="T5" fmla="*/ 1 h 787"/>
                <a:gd name="T6" fmla="*/ 11 w 1402"/>
                <a:gd name="T7" fmla="*/ 0 h 787"/>
                <a:gd name="T8" fmla="*/ 0 w 1402"/>
                <a:gd name="T9" fmla="*/ 6 h 787"/>
                <a:gd name="T10" fmla="*/ 0 w 1402"/>
                <a:gd name="T11" fmla="*/ 6 h 787"/>
                <a:gd name="T12" fmla="*/ 0 w 1402"/>
                <a:gd name="T13" fmla="*/ 6 h 787"/>
                <a:gd name="T14" fmla="*/ 0 w 1402"/>
                <a:gd name="T15" fmla="*/ 6 h 787"/>
                <a:gd name="T16" fmla="*/ 0 w 1402"/>
                <a:gd name="T17" fmla="*/ 6 h 787"/>
                <a:gd name="T18" fmla="*/ 0 w 1402"/>
                <a:gd name="T19" fmla="*/ 6 h 787"/>
                <a:gd name="T20" fmla="*/ 0 w 1402"/>
                <a:gd name="T21" fmla="*/ 6 h 787"/>
                <a:gd name="T22" fmla="*/ 0 w 1402"/>
                <a:gd name="T23" fmla="*/ 6 h 787"/>
                <a:gd name="T24" fmla="*/ 0 w 1402"/>
                <a:gd name="T25" fmla="*/ 6 h 787"/>
                <a:gd name="T26" fmla="*/ 0 w 1402"/>
                <a:gd name="T27" fmla="*/ 6 h 787"/>
                <a:gd name="T28" fmla="*/ 1 w 1402"/>
                <a:gd name="T29" fmla="*/ 6 h 787"/>
                <a:gd name="T30" fmla="*/ 1 w 1402"/>
                <a:gd name="T31" fmla="*/ 6 h 78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02"/>
                <a:gd name="T49" fmla="*/ 0 h 787"/>
                <a:gd name="T50" fmla="*/ 1402 w 1402"/>
                <a:gd name="T51" fmla="*/ 787 h 78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02" h="787">
                  <a:moveTo>
                    <a:pt x="69" y="781"/>
                  </a:moveTo>
                  <a:lnTo>
                    <a:pt x="66" y="781"/>
                  </a:lnTo>
                  <a:lnTo>
                    <a:pt x="1402" y="82"/>
                  </a:lnTo>
                  <a:lnTo>
                    <a:pt x="1360" y="0"/>
                  </a:lnTo>
                  <a:lnTo>
                    <a:pt x="24" y="699"/>
                  </a:lnTo>
                  <a:lnTo>
                    <a:pt x="22" y="699"/>
                  </a:lnTo>
                  <a:lnTo>
                    <a:pt x="24" y="699"/>
                  </a:lnTo>
                  <a:lnTo>
                    <a:pt x="8" y="712"/>
                  </a:lnTo>
                  <a:lnTo>
                    <a:pt x="1" y="727"/>
                  </a:lnTo>
                  <a:lnTo>
                    <a:pt x="0" y="744"/>
                  </a:lnTo>
                  <a:lnTo>
                    <a:pt x="5" y="761"/>
                  </a:lnTo>
                  <a:lnTo>
                    <a:pt x="15" y="775"/>
                  </a:lnTo>
                  <a:lnTo>
                    <a:pt x="30" y="784"/>
                  </a:lnTo>
                  <a:lnTo>
                    <a:pt x="46" y="787"/>
                  </a:lnTo>
                  <a:lnTo>
                    <a:pt x="66" y="781"/>
                  </a:lnTo>
                  <a:lnTo>
                    <a:pt x="69" y="7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2428" name="Freeform 42"/>
            <p:cNvSpPr>
              <a:spLocks/>
            </p:cNvSpPr>
            <p:nvPr/>
          </p:nvSpPr>
          <p:spPr bwMode="auto">
            <a:xfrm>
              <a:off x="868" y="1596"/>
              <a:ext cx="77" cy="126"/>
            </a:xfrm>
            <a:custGeom>
              <a:avLst/>
              <a:gdLst>
                <a:gd name="T0" fmla="*/ 1 w 382"/>
                <a:gd name="T1" fmla="*/ 5 h 628"/>
                <a:gd name="T2" fmla="*/ 1 w 382"/>
                <a:gd name="T3" fmla="*/ 5 h 628"/>
                <a:gd name="T4" fmla="*/ 1 w 382"/>
                <a:gd name="T5" fmla="*/ 4 h 628"/>
                <a:gd name="T6" fmla="*/ 1 w 382"/>
                <a:gd name="T7" fmla="*/ 4 h 628"/>
                <a:gd name="T8" fmla="*/ 1 w 382"/>
                <a:gd name="T9" fmla="*/ 4 h 628"/>
                <a:gd name="T10" fmla="*/ 1 w 382"/>
                <a:gd name="T11" fmla="*/ 3 h 628"/>
                <a:gd name="T12" fmla="*/ 1 w 382"/>
                <a:gd name="T13" fmla="*/ 3 h 628"/>
                <a:gd name="T14" fmla="*/ 1 w 382"/>
                <a:gd name="T15" fmla="*/ 3 h 628"/>
                <a:gd name="T16" fmla="*/ 1 w 382"/>
                <a:gd name="T17" fmla="*/ 3 h 628"/>
                <a:gd name="T18" fmla="*/ 1 w 382"/>
                <a:gd name="T19" fmla="*/ 2 h 628"/>
                <a:gd name="T20" fmla="*/ 2 w 382"/>
                <a:gd name="T21" fmla="*/ 2 h 628"/>
                <a:gd name="T22" fmla="*/ 2 w 382"/>
                <a:gd name="T23" fmla="*/ 2 h 628"/>
                <a:gd name="T24" fmla="*/ 2 w 382"/>
                <a:gd name="T25" fmla="*/ 2 h 628"/>
                <a:gd name="T26" fmla="*/ 2 w 382"/>
                <a:gd name="T27" fmla="*/ 1 h 628"/>
                <a:gd name="T28" fmla="*/ 2 w 382"/>
                <a:gd name="T29" fmla="*/ 1 h 628"/>
                <a:gd name="T30" fmla="*/ 3 w 382"/>
                <a:gd name="T31" fmla="*/ 1 h 628"/>
                <a:gd name="T32" fmla="*/ 3 w 382"/>
                <a:gd name="T33" fmla="*/ 1 h 628"/>
                <a:gd name="T34" fmla="*/ 3 w 382"/>
                <a:gd name="T35" fmla="*/ 1 h 628"/>
                <a:gd name="T36" fmla="*/ 3 w 382"/>
                <a:gd name="T37" fmla="*/ 0 h 628"/>
                <a:gd name="T38" fmla="*/ 2 w 382"/>
                <a:gd name="T39" fmla="*/ 0 h 628"/>
                <a:gd name="T40" fmla="*/ 2 w 382"/>
                <a:gd name="T41" fmla="*/ 0 h 628"/>
                <a:gd name="T42" fmla="*/ 2 w 382"/>
                <a:gd name="T43" fmla="*/ 1 h 628"/>
                <a:gd name="T44" fmla="*/ 2 w 382"/>
                <a:gd name="T45" fmla="*/ 1 h 628"/>
                <a:gd name="T46" fmla="*/ 1 w 382"/>
                <a:gd name="T47" fmla="*/ 1 h 628"/>
                <a:gd name="T48" fmla="*/ 1 w 382"/>
                <a:gd name="T49" fmla="*/ 1 h 628"/>
                <a:gd name="T50" fmla="*/ 1 w 382"/>
                <a:gd name="T51" fmla="*/ 2 h 628"/>
                <a:gd name="T52" fmla="*/ 1 w 382"/>
                <a:gd name="T53" fmla="*/ 2 h 628"/>
                <a:gd name="T54" fmla="*/ 1 w 382"/>
                <a:gd name="T55" fmla="*/ 2 h 628"/>
                <a:gd name="T56" fmla="*/ 0 w 382"/>
                <a:gd name="T57" fmla="*/ 3 h 628"/>
                <a:gd name="T58" fmla="*/ 0 w 382"/>
                <a:gd name="T59" fmla="*/ 3 h 628"/>
                <a:gd name="T60" fmla="*/ 0 w 382"/>
                <a:gd name="T61" fmla="*/ 3 h 628"/>
                <a:gd name="T62" fmla="*/ 0 w 382"/>
                <a:gd name="T63" fmla="*/ 4 h 628"/>
                <a:gd name="T64" fmla="*/ 0 w 382"/>
                <a:gd name="T65" fmla="*/ 4 h 628"/>
                <a:gd name="T66" fmla="*/ 0 w 382"/>
                <a:gd name="T67" fmla="*/ 4 h 628"/>
                <a:gd name="T68" fmla="*/ 0 w 382"/>
                <a:gd name="T69" fmla="*/ 5 h 628"/>
                <a:gd name="T70" fmla="*/ 0 w 382"/>
                <a:gd name="T71" fmla="*/ 5 h 628"/>
                <a:gd name="T72" fmla="*/ 0 w 382"/>
                <a:gd name="T73" fmla="*/ 5 h 628"/>
                <a:gd name="T74" fmla="*/ 0 w 382"/>
                <a:gd name="T75" fmla="*/ 5 h 628"/>
                <a:gd name="T76" fmla="*/ 0 w 382"/>
                <a:gd name="T77" fmla="*/ 5 h 628"/>
                <a:gd name="T78" fmla="*/ 0 w 382"/>
                <a:gd name="T79" fmla="*/ 5 h 628"/>
                <a:gd name="T80" fmla="*/ 0 w 382"/>
                <a:gd name="T81" fmla="*/ 5 h 628"/>
                <a:gd name="T82" fmla="*/ 1 w 382"/>
                <a:gd name="T83" fmla="*/ 5 h 628"/>
                <a:gd name="T84" fmla="*/ 1 w 382"/>
                <a:gd name="T85" fmla="*/ 5 h 628"/>
                <a:gd name="T86" fmla="*/ 1 w 382"/>
                <a:gd name="T87" fmla="*/ 5 h 628"/>
                <a:gd name="T88" fmla="*/ 1 w 382"/>
                <a:gd name="T89" fmla="*/ 5 h 628"/>
                <a:gd name="T90" fmla="*/ 1 w 382"/>
                <a:gd name="T91" fmla="*/ 5 h 628"/>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382"/>
                <a:gd name="T139" fmla="*/ 0 h 628"/>
                <a:gd name="T140" fmla="*/ 382 w 382"/>
                <a:gd name="T141" fmla="*/ 628 h 628"/>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382" h="628">
                  <a:moveTo>
                    <a:pt x="94" y="581"/>
                  </a:moveTo>
                  <a:lnTo>
                    <a:pt x="94" y="582"/>
                  </a:lnTo>
                  <a:lnTo>
                    <a:pt x="96" y="541"/>
                  </a:lnTo>
                  <a:lnTo>
                    <a:pt x="99" y="500"/>
                  </a:lnTo>
                  <a:lnTo>
                    <a:pt x="106" y="463"/>
                  </a:lnTo>
                  <a:lnTo>
                    <a:pt x="115" y="424"/>
                  </a:lnTo>
                  <a:lnTo>
                    <a:pt x="127" y="389"/>
                  </a:lnTo>
                  <a:lnTo>
                    <a:pt x="140" y="353"/>
                  </a:lnTo>
                  <a:lnTo>
                    <a:pt x="156" y="320"/>
                  </a:lnTo>
                  <a:lnTo>
                    <a:pt x="173" y="287"/>
                  </a:lnTo>
                  <a:lnTo>
                    <a:pt x="193" y="255"/>
                  </a:lnTo>
                  <a:lnTo>
                    <a:pt x="214" y="226"/>
                  </a:lnTo>
                  <a:lnTo>
                    <a:pt x="238" y="198"/>
                  </a:lnTo>
                  <a:lnTo>
                    <a:pt x="263" y="172"/>
                  </a:lnTo>
                  <a:lnTo>
                    <a:pt x="290" y="146"/>
                  </a:lnTo>
                  <a:lnTo>
                    <a:pt x="318" y="122"/>
                  </a:lnTo>
                  <a:lnTo>
                    <a:pt x="349" y="101"/>
                  </a:lnTo>
                  <a:lnTo>
                    <a:pt x="382" y="82"/>
                  </a:lnTo>
                  <a:lnTo>
                    <a:pt x="335" y="0"/>
                  </a:lnTo>
                  <a:lnTo>
                    <a:pt x="297" y="23"/>
                  </a:lnTo>
                  <a:lnTo>
                    <a:pt x="262" y="49"/>
                  </a:lnTo>
                  <a:lnTo>
                    <a:pt x="229" y="76"/>
                  </a:lnTo>
                  <a:lnTo>
                    <a:pt x="198" y="104"/>
                  </a:lnTo>
                  <a:lnTo>
                    <a:pt x="167" y="137"/>
                  </a:lnTo>
                  <a:lnTo>
                    <a:pt x="142" y="170"/>
                  </a:lnTo>
                  <a:lnTo>
                    <a:pt x="116" y="204"/>
                  </a:lnTo>
                  <a:lnTo>
                    <a:pt x="94" y="240"/>
                  </a:lnTo>
                  <a:lnTo>
                    <a:pt x="74" y="278"/>
                  </a:lnTo>
                  <a:lnTo>
                    <a:pt x="54" y="317"/>
                  </a:lnTo>
                  <a:lnTo>
                    <a:pt x="38" y="359"/>
                  </a:lnTo>
                  <a:lnTo>
                    <a:pt x="26" y="401"/>
                  </a:lnTo>
                  <a:lnTo>
                    <a:pt x="15" y="444"/>
                  </a:lnTo>
                  <a:lnTo>
                    <a:pt x="8" y="489"/>
                  </a:lnTo>
                  <a:lnTo>
                    <a:pt x="2" y="534"/>
                  </a:lnTo>
                  <a:lnTo>
                    <a:pt x="0" y="580"/>
                  </a:lnTo>
                  <a:lnTo>
                    <a:pt x="0" y="581"/>
                  </a:lnTo>
                  <a:lnTo>
                    <a:pt x="0" y="580"/>
                  </a:lnTo>
                  <a:lnTo>
                    <a:pt x="3" y="600"/>
                  </a:lnTo>
                  <a:lnTo>
                    <a:pt x="14" y="615"/>
                  </a:lnTo>
                  <a:lnTo>
                    <a:pt x="29" y="625"/>
                  </a:lnTo>
                  <a:lnTo>
                    <a:pt x="45" y="628"/>
                  </a:lnTo>
                  <a:lnTo>
                    <a:pt x="63" y="626"/>
                  </a:lnTo>
                  <a:lnTo>
                    <a:pt x="78" y="616"/>
                  </a:lnTo>
                  <a:lnTo>
                    <a:pt x="89" y="602"/>
                  </a:lnTo>
                  <a:lnTo>
                    <a:pt x="94" y="582"/>
                  </a:lnTo>
                  <a:lnTo>
                    <a:pt x="94" y="5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2429" name="Freeform 43"/>
            <p:cNvSpPr>
              <a:spLocks/>
            </p:cNvSpPr>
            <p:nvPr/>
          </p:nvSpPr>
          <p:spPr bwMode="auto">
            <a:xfrm>
              <a:off x="868" y="1712"/>
              <a:ext cx="19" cy="364"/>
            </a:xfrm>
            <a:custGeom>
              <a:avLst/>
              <a:gdLst>
                <a:gd name="T0" fmla="*/ 1 w 94"/>
                <a:gd name="T1" fmla="*/ 14 h 1818"/>
                <a:gd name="T2" fmla="*/ 1 w 94"/>
                <a:gd name="T3" fmla="*/ 14 h 1818"/>
                <a:gd name="T4" fmla="*/ 1 w 94"/>
                <a:gd name="T5" fmla="*/ 0 h 1818"/>
                <a:gd name="T6" fmla="*/ 0 w 94"/>
                <a:gd name="T7" fmla="*/ 0 h 1818"/>
                <a:gd name="T8" fmla="*/ 0 w 94"/>
                <a:gd name="T9" fmla="*/ 14 h 1818"/>
                <a:gd name="T10" fmla="*/ 0 w 94"/>
                <a:gd name="T11" fmla="*/ 14 h 1818"/>
                <a:gd name="T12" fmla="*/ 0 w 94"/>
                <a:gd name="T13" fmla="*/ 14 h 1818"/>
                <a:gd name="T14" fmla="*/ 0 w 94"/>
                <a:gd name="T15" fmla="*/ 14 h 1818"/>
                <a:gd name="T16" fmla="*/ 0 w 94"/>
                <a:gd name="T17" fmla="*/ 14 h 1818"/>
                <a:gd name="T18" fmla="*/ 0 w 94"/>
                <a:gd name="T19" fmla="*/ 15 h 1818"/>
                <a:gd name="T20" fmla="*/ 0 w 94"/>
                <a:gd name="T21" fmla="*/ 15 h 1818"/>
                <a:gd name="T22" fmla="*/ 1 w 94"/>
                <a:gd name="T23" fmla="*/ 15 h 1818"/>
                <a:gd name="T24" fmla="*/ 1 w 94"/>
                <a:gd name="T25" fmla="*/ 14 h 1818"/>
                <a:gd name="T26" fmla="*/ 1 w 94"/>
                <a:gd name="T27" fmla="*/ 14 h 1818"/>
                <a:gd name="T28" fmla="*/ 1 w 94"/>
                <a:gd name="T29" fmla="*/ 14 h 1818"/>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94"/>
                <a:gd name="T46" fmla="*/ 0 h 1818"/>
                <a:gd name="T47" fmla="*/ 94 w 94"/>
                <a:gd name="T48" fmla="*/ 1818 h 1818"/>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94" h="1818">
                  <a:moveTo>
                    <a:pt x="94" y="1771"/>
                  </a:moveTo>
                  <a:lnTo>
                    <a:pt x="94" y="1771"/>
                  </a:lnTo>
                  <a:lnTo>
                    <a:pt x="94" y="0"/>
                  </a:lnTo>
                  <a:lnTo>
                    <a:pt x="0" y="0"/>
                  </a:lnTo>
                  <a:lnTo>
                    <a:pt x="0" y="1771"/>
                  </a:lnTo>
                  <a:lnTo>
                    <a:pt x="3" y="1791"/>
                  </a:lnTo>
                  <a:lnTo>
                    <a:pt x="15" y="1806"/>
                  </a:lnTo>
                  <a:lnTo>
                    <a:pt x="29" y="1814"/>
                  </a:lnTo>
                  <a:lnTo>
                    <a:pt x="47" y="1818"/>
                  </a:lnTo>
                  <a:lnTo>
                    <a:pt x="64" y="1814"/>
                  </a:lnTo>
                  <a:lnTo>
                    <a:pt x="79" y="1806"/>
                  </a:lnTo>
                  <a:lnTo>
                    <a:pt x="90" y="1791"/>
                  </a:lnTo>
                  <a:lnTo>
                    <a:pt x="94" y="17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2430" name="Freeform 44"/>
            <p:cNvSpPr>
              <a:spLocks/>
            </p:cNvSpPr>
            <p:nvPr/>
          </p:nvSpPr>
          <p:spPr bwMode="auto">
            <a:xfrm>
              <a:off x="868" y="2067"/>
              <a:ext cx="90" cy="160"/>
            </a:xfrm>
            <a:custGeom>
              <a:avLst/>
              <a:gdLst>
                <a:gd name="T0" fmla="*/ 3 w 449"/>
                <a:gd name="T1" fmla="*/ 6 h 803"/>
                <a:gd name="T2" fmla="*/ 3 w 449"/>
                <a:gd name="T3" fmla="*/ 6 h 803"/>
                <a:gd name="T4" fmla="*/ 3 w 449"/>
                <a:gd name="T5" fmla="*/ 5 h 803"/>
                <a:gd name="T6" fmla="*/ 3 w 449"/>
                <a:gd name="T7" fmla="*/ 5 h 803"/>
                <a:gd name="T8" fmla="*/ 3 w 449"/>
                <a:gd name="T9" fmla="*/ 5 h 803"/>
                <a:gd name="T10" fmla="*/ 2 w 449"/>
                <a:gd name="T11" fmla="*/ 5 h 803"/>
                <a:gd name="T12" fmla="*/ 2 w 449"/>
                <a:gd name="T13" fmla="*/ 4 h 803"/>
                <a:gd name="T14" fmla="*/ 2 w 449"/>
                <a:gd name="T15" fmla="*/ 4 h 803"/>
                <a:gd name="T16" fmla="*/ 2 w 449"/>
                <a:gd name="T17" fmla="*/ 4 h 803"/>
                <a:gd name="T18" fmla="*/ 2 w 449"/>
                <a:gd name="T19" fmla="*/ 3 h 803"/>
                <a:gd name="T20" fmla="*/ 1 w 449"/>
                <a:gd name="T21" fmla="*/ 3 h 803"/>
                <a:gd name="T22" fmla="*/ 1 w 449"/>
                <a:gd name="T23" fmla="*/ 2 h 803"/>
                <a:gd name="T24" fmla="*/ 1 w 449"/>
                <a:gd name="T25" fmla="*/ 2 h 803"/>
                <a:gd name="T26" fmla="*/ 1 w 449"/>
                <a:gd name="T27" fmla="*/ 2 h 803"/>
                <a:gd name="T28" fmla="*/ 1 w 449"/>
                <a:gd name="T29" fmla="*/ 1 h 803"/>
                <a:gd name="T30" fmla="*/ 1 w 449"/>
                <a:gd name="T31" fmla="*/ 1 h 803"/>
                <a:gd name="T32" fmla="*/ 1 w 449"/>
                <a:gd name="T33" fmla="*/ 0 h 803"/>
                <a:gd name="T34" fmla="*/ 1 w 449"/>
                <a:gd name="T35" fmla="*/ 0 h 803"/>
                <a:gd name="T36" fmla="*/ 0 w 449"/>
                <a:gd name="T37" fmla="*/ 0 h 803"/>
                <a:gd name="T38" fmla="*/ 0 w 449"/>
                <a:gd name="T39" fmla="*/ 0 h 803"/>
                <a:gd name="T40" fmla="*/ 0 w 449"/>
                <a:gd name="T41" fmla="*/ 1 h 803"/>
                <a:gd name="T42" fmla="*/ 0 w 449"/>
                <a:gd name="T43" fmla="*/ 1 h 803"/>
                <a:gd name="T44" fmla="*/ 0 w 449"/>
                <a:gd name="T45" fmla="*/ 2 h 803"/>
                <a:gd name="T46" fmla="*/ 0 w 449"/>
                <a:gd name="T47" fmla="*/ 2 h 803"/>
                <a:gd name="T48" fmla="*/ 0 w 449"/>
                <a:gd name="T49" fmla="*/ 3 h 803"/>
                <a:gd name="T50" fmla="*/ 1 w 449"/>
                <a:gd name="T51" fmla="*/ 3 h 803"/>
                <a:gd name="T52" fmla="*/ 1 w 449"/>
                <a:gd name="T53" fmla="*/ 4 h 803"/>
                <a:gd name="T54" fmla="*/ 1 w 449"/>
                <a:gd name="T55" fmla="*/ 4 h 803"/>
                <a:gd name="T56" fmla="*/ 1 w 449"/>
                <a:gd name="T57" fmla="*/ 4 h 803"/>
                <a:gd name="T58" fmla="*/ 2 w 449"/>
                <a:gd name="T59" fmla="*/ 5 h 803"/>
                <a:gd name="T60" fmla="*/ 2 w 449"/>
                <a:gd name="T61" fmla="*/ 5 h 803"/>
                <a:gd name="T62" fmla="*/ 2 w 449"/>
                <a:gd name="T63" fmla="*/ 5 h 803"/>
                <a:gd name="T64" fmla="*/ 2 w 449"/>
                <a:gd name="T65" fmla="*/ 6 h 803"/>
                <a:gd name="T66" fmla="*/ 3 w 449"/>
                <a:gd name="T67" fmla="*/ 6 h 803"/>
                <a:gd name="T68" fmla="*/ 3 w 449"/>
                <a:gd name="T69" fmla="*/ 6 h 803"/>
                <a:gd name="T70" fmla="*/ 3 w 449"/>
                <a:gd name="T71" fmla="*/ 6 h 803"/>
                <a:gd name="T72" fmla="*/ 3 w 449"/>
                <a:gd name="T73" fmla="*/ 6 h 803"/>
                <a:gd name="T74" fmla="*/ 3 w 449"/>
                <a:gd name="T75" fmla="*/ 6 h 803"/>
                <a:gd name="T76" fmla="*/ 3 w 449"/>
                <a:gd name="T77" fmla="*/ 6 h 803"/>
                <a:gd name="T78" fmla="*/ 3 w 449"/>
                <a:gd name="T79" fmla="*/ 6 h 803"/>
                <a:gd name="T80" fmla="*/ 4 w 449"/>
                <a:gd name="T81" fmla="*/ 6 h 803"/>
                <a:gd name="T82" fmla="*/ 4 w 449"/>
                <a:gd name="T83" fmla="*/ 6 h 803"/>
                <a:gd name="T84" fmla="*/ 4 w 449"/>
                <a:gd name="T85" fmla="*/ 6 h 803"/>
                <a:gd name="T86" fmla="*/ 4 w 449"/>
                <a:gd name="T87" fmla="*/ 6 h 803"/>
                <a:gd name="T88" fmla="*/ 3 w 449"/>
                <a:gd name="T89" fmla="*/ 6 h 803"/>
                <a:gd name="T90" fmla="*/ 3 w 449"/>
                <a:gd name="T91" fmla="*/ 6 h 80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449"/>
                <a:gd name="T139" fmla="*/ 0 h 803"/>
                <a:gd name="T140" fmla="*/ 449 w 449"/>
                <a:gd name="T141" fmla="*/ 803 h 80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449" h="803">
                  <a:moveTo>
                    <a:pt x="426" y="717"/>
                  </a:moveTo>
                  <a:lnTo>
                    <a:pt x="427" y="717"/>
                  </a:lnTo>
                  <a:lnTo>
                    <a:pt x="395" y="693"/>
                  </a:lnTo>
                  <a:lnTo>
                    <a:pt x="361" y="662"/>
                  </a:lnTo>
                  <a:lnTo>
                    <a:pt x="329" y="628"/>
                  </a:lnTo>
                  <a:lnTo>
                    <a:pt x="299" y="591"/>
                  </a:lnTo>
                  <a:lnTo>
                    <a:pt x="269" y="551"/>
                  </a:lnTo>
                  <a:lnTo>
                    <a:pt x="241" y="507"/>
                  </a:lnTo>
                  <a:lnTo>
                    <a:pt x="215" y="460"/>
                  </a:lnTo>
                  <a:lnTo>
                    <a:pt x="191" y="412"/>
                  </a:lnTo>
                  <a:lnTo>
                    <a:pt x="170" y="363"/>
                  </a:lnTo>
                  <a:lnTo>
                    <a:pt x="151" y="312"/>
                  </a:lnTo>
                  <a:lnTo>
                    <a:pt x="133" y="259"/>
                  </a:lnTo>
                  <a:lnTo>
                    <a:pt x="119" y="207"/>
                  </a:lnTo>
                  <a:lnTo>
                    <a:pt x="108" y="156"/>
                  </a:lnTo>
                  <a:lnTo>
                    <a:pt x="101" y="103"/>
                  </a:lnTo>
                  <a:lnTo>
                    <a:pt x="96" y="51"/>
                  </a:lnTo>
                  <a:lnTo>
                    <a:pt x="94" y="0"/>
                  </a:lnTo>
                  <a:lnTo>
                    <a:pt x="0" y="0"/>
                  </a:lnTo>
                  <a:lnTo>
                    <a:pt x="2" y="56"/>
                  </a:lnTo>
                  <a:lnTo>
                    <a:pt x="7" y="115"/>
                  </a:lnTo>
                  <a:lnTo>
                    <a:pt x="16" y="172"/>
                  </a:lnTo>
                  <a:lnTo>
                    <a:pt x="28" y="231"/>
                  </a:lnTo>
                  <a:lnTo>
                    <a:pt x="44" y="287"/>
                  </a:lnTo>
                  <a:lnTo>
                    <a:pt x="62" y="342"/>
                  </a:lnTo>
                  <a:lnTo>
                    <a:pt x="83" y="398"/>
                  </a:lnTo>
                  <a:lnTo>
                    <a:pt x="106" y="452"/>
                  </a:lnTo>
                  <a:lnTo>
                    <a:pt x="133" y="505"/>
                  </a:lnTo>
                  <a:lnTo>
                    <a:pt x="161" y="554"/>
                  </a:lnTo>
                  <a:lnTo>
                    <a:pt x="192" y="602"/>
                  </a:lnTo>
                  <a:lnTo>
                    <a:pt x="224" y="647"/>
                  </a:lnTo>
                  <a:lnTo>
                    <a:pt x="259" y="689"/>
                  </a:lnTo>
                  <a:lnTo>
                    <a:pt x="295" y="728"/>
                  </a:lnTo>
                  <a:lnTo>
                    <a:pt x="334" y="763"/>
                  </a:lnTo>
                  <a:lnTo>
                    <a:pt x="374" y="795"/>
                  </a:lnTo>
                  <a:lnTo>
                    <a:pt x="375" y="795"/>
                  </a:lnTo>
                  <a:lnTo>
                    <a:pt x="374" y="795"/>
                  </a:lnTo>
                  <a:lnTo>
                    <a:pt x="392" y="803"/>
                  </a:lnTo>
                  <a:lnTo>
                    <a:pt x="411" y="803"/>
                  </a:lnTo>
                  <a:lnTo>
                    <a:pt x="426" y="795"/>
                  </a:lnTo>
                  <a:lnTo>
                    <a:pt x="439" y="782"/>
                  </a:lnTo>
                  <a:lnTo>
                    <a:pt x="446" y="766"/>
                  </a:lnTo>
                  <a:lnTo>
                    <a:pt x="449" y="749"/>
                  </a:lnTo>
                  <a:lnTo>
                    <a:pt x="441" y="732"/>
                  </a:lnTo>
                  <a:lnTo>
                    <a:pt x="427" y="717"/>
                  </a:lnTo>
                  <a:lnTo>
                    <a:pt x="426" y="71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2431" name="Freeform 45"/>
            <p:cNvSpPr>
              <a:spLocks/>
            </p:cNvSpPr>
            <p:nvPr/>
          </p:nvSpPr>
          <p:spPr bwMode="auto">
            <a:xfrm>
              <a:off x="883" y="1673"/>
              <a:ext cx="379" cy="690"/>
            </a:xfrm>
            <a:custGeom>
              <a:avLst/>
              <a:gdLst>
                <a:gd name="T0" fmla="*/ 12 w 1897"/>
                <a:gd name="T1" fmla="*/ 6 h 3450"/>
                <a:gd name="T2" fmla="*/ 13 w 1897"/>
                <a:gd name="T3" fmla="*/ 7 h 3450"/>
                <a:gd name="T4" fmla="*/ 13 w 1897"/>
                <a:gd name="T5" fmla="*/ 7 h 3450"/>
                <a:gd name="T6" fmla="*/ 14 w 1897"/>
                <a:gd name="T7" fmla="*/ 8 h 3450"/>
                <a:gd name="T8" fmla="*/ 14 w 1897"/>
                <a:gd name="T9" fmla="*/ 9 h 3450"/>
                <a:gd name="T10" fmla="*/ 15 w 1897"/>
                <a:gd name="T11" fmla="*/ 10 h 3450"/>
                <a:gd name="T12" fmla="*/ 15 w 1897"/>
                <a:gd name="T13" fmla="*/ 11 h 3450"/>
                <a:gd name="T14" fmla="*/ 15 w 1897"/>
                <a:gd name="T15" fmla="*/ 11 h 3450"/>
                <a:gd name="T16" fmla="*/ 15 w 1897"/>
                <a:gd name="T17" fmla="*/ 12 h 3450"/>
                <a:gd name="T18" fmla="*/ 15 w 1897"/>
                <a:gd name="T19" fmla="*/ 26 h 3450"/>
                <a:gd name="T20" fmla="*/ 15 w 1897"/>
                <a:gd name="T21" fmla="*/ 26 h 3450"/>
                <a:gd name="T22" fmla="*/ 15 w 1897"/>
                <a:gd name="T23" fmla="*/ 27 h 3450"/>
                <a:gd name="T24" fmla="*/ 15 w 1897"/>
                <a:gd name="T25" fmla="*/ 27 h 3450"/>
                <a:gd name="T26" fmla="*/ 14 w 1897"/>
                <a:gd name="T27" fmla="*/ 27 h 3450"/>
                <a:gd name="T28" fmla="*/ 14 w 1897"/>
                <a:gd name="T29" fmla="*/ 28 h 3450"/>
                <a:gd name="T30" fmla="*/ 13 w 1897"/>
                <a:gd name="T31" fmla="*/ 28 h 3450"/>
                <a:gd name="T32" fmla="*/ 13 w 1897"/>
                <a:gd name="T33" fmla="*/ 27 h 3450"/>
                <a:gd name="T34" fmla="*/ 3 w 1897"/>
                <a:gd name="T35" fmla="*/ 21 h 3450"/>
                <a:gd name="T36" fmla="*/ 2 w 1897"/>
                <a:gd name="T37" fmla="*/ 21 h 3450"/>
                <a:gd name="T38" fmla="*/ 2 w 1897"/>
                <a:gd name="T39" fmla="*/ 20 h 3450"/>
                <a:gd name="T40" fmla="*/ 1 w 1897"/>
                <a:gd name="T41" fmla="*/ 19 h 3450"/>
                <a:gd name="T42" fmla="*/ 1 w 1897"/>
                <a:gd name="T43" fmla="*/ 19 h 3450"/>
                <a:gd name="T44" fmla="*/ 0 w 1897"/>
                <a:gd name="T45" fmla="*/ 18 h 3450"/>
                <a:gd name="T46" fmla="*/ 0 w 1897"/>
                <a:gd name="T47" fmla="*/ 17 h 3450"/>
                <a:gd name="T48" fmla="*/ 0 w 1897"/>
                <a:gd name="T49" fmla="*/ 16 h 3450"/>
                <a:gd name="T50" fmla="*/ 0 w 1897"/>
                <a:gd name="T51" fmla="*/ 15 h 3450"/>
                <a:gd name="T52" fmla="*/ 0 w 1897"/>
                <a:gd name="T53" fmla="*/ 2 h 3450"/>
                <a:gd name="T54" fmla="*/ 0 w 1897"/>
                <a:gd name="T55" fmla="*/ 1 h 3450"/>
                <a:gd name="T56" fmla="*/ 0 w 1897"/>
                <a:gd name="T57" fmla="*/ 1 h 3450"/>
                <a:gd name="T58" fmla="*/ 1 w 1897"/>
                <a:gd name="T59" fmla="*/ 0 h 3450"/>
                <a:gd name="T60" fmla="*/ 1 w 1897"/>
                <a:gd name="T61" fmla="*/ 0 h 3450"/>
                <a:gd name="T62" fmla="*/ 1 w 1897"/>
                <a:gd name="T63" fmla="*/ 0 h 3450"/>
                <a:gd name="T64" fmla="*/ 2 w 1897"/>
                <a:gd name="T65" fmla="*/ 0 h 3450"/>
                <a:gd name="T66" fmla="*/ 3 w 1897"/>
                <a:gd name="T67" fmla="*/ 0 h 3450"/>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897"/>
                <a:gd name="T103" fmla="*/ 0 h 3450"/>
                <a:gd name="T104" fmla="*/ 1897 w 1897"/>
                <a:gd name="T105" fmla="*/ 3450 h 3450"/>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897" h="3450">
                  <a:moveTo>
                    <a:pt x="357" y="49"/>
                  </a:moveTo>
                  <a:lnTo>
                    <a:pt x="1542" y="806"/>
                  </a:lnTo>
                  <a:lnTo>
                    <a:pt x="1579" y="832"/>
                  </a:lnTo>
                  <a:lnTo>
                    <a:pt x="1614" y="861"/>
                  </a:lnTo>
                  <a:lnTo>
                    <a:pt x="1648" y="895"/>
                  </a:lnTo>
                  <a:lnTo>
                    <a:pt x="1681" y="933"/>
                  </a:lnTo>
                  <a:lnTo>
                    <a:pt x="1711" y="973"/>
                  </a:lnTo>
                  <a:lnTo>
                    <a:pt x="1740" y="1016"/>
                  </a:lnTo>
                  <a:lnTo>
                    <a:pt x="1768" y="1062"/>
                  </a:lnTo>
                  <a:lnTo>
                    <a:pt x="1793" y="1109"/>
                  </a:lnTo>
                  <a:lnTo>
                    <a:pt x="1816" y="1158"/>
                  </a:lnTo>
                  <a:lnTo>
                    <a:pt x="1836" y="1208"/>
                  </a:lnTo>
                  <a:lnTo>
                    <a:pt x="1854" y="1260"/>
                  </a:lnTo>
                  <a:lnTo>
                    <a:pt x="1869" y="1313"/>
                  </a:lnTo>
                  <a:lnTo>
                    <a:pt x="1881" y="1364"/>
                  </a:lnTo>
                  <a:lnTo>
                    <a:pt x="1890" y="1417"/>
                  </a:lnTo>
                  <a:lnTo>
                    <a:pt x="1895" y="1469"/>
                  </a:lnTo>
                  <a:lnTo>
                    <a:pt x="1897" y="1519"/>
                  </a:lnTo>
                  <a:lnTo>
                    <a:pt x="1897" y="3142"/>
                  </a:lnTo>
                  <a:lnTo>
                    <a:pt x="1895" y="3190"/>
                  </a:lnTo>
                  <a:lnTo>
                    <a:pt x="1890" y="3235"/>
                  </a:lnTo>
                  <a:lnTo>
                    <a:pt x="1881" y="3276"/>
                  </a:lnTo>
                  <a:lnTo>
                    <a:pt x="1869" y="3313"/>
                  </a:lnTo>
                  <a:lnTo>
                    <a:pt x="1854" y="3346"/>
                  </a:lnTo>
                  <a:lnTo>
                    <a:pt x="1836" y="3375"/>
                  </a:lnTo>
                  <a:lnTo>
                    <a:pt x="1816" y="3398"/>
                  </a:lnTo>
                  <a:lnTo>
                    <a:pt x="1793" y="3418"/>
                  </a:lnTo>
                  <a:lnTo>
                    <a:pt x="1768" y="3434"/>
                  </a:lnTo>
                  <a:lnTo>
                    <a:pt x="1740" y="3444"/>
                  </a:lnTo>
                  <a:lnTo>
                    <a:pt x="1711" y="3450"/>
                  </a:lnTo>
                  <a:lnTo>
                    <a:pt x="1681" y="3450"/>
                  </a:lnTo>
                  <a:lnTo>
                    <a:pt x="1648" y="3445"/>
                  </a:lnTo>
                  <a:lnTo>
                    <a:pt x="1614" y="3436"/>
                  </a:lnTo>
                  <a:lnTo>
                    <a:pt x="1579" y="3421"/>
                  </a:lnTo>
                  <a:lnTo>
                    <a:pt x="1542" y="3400"/>
                  </a:lnTo>
                  <a:lnTo>
                    <a:pt x="357" y="2643"/>
                  </a:lnTo>
                  <a:lnTo>
                    <a:pt x="320" y="2618"/>
                  </a:lnTo>
                  <a:lnTo>
                    <a:pt x="285" y="2588"/>
                  </a:lnTo>
                  <a:lnTo>
                    <a:pt x="251" y="2554"/>
                  </a:lnTo>
                  <a:lnTo>
                    <a:pt x="218" y="2517"/>
                  </a:lnTo>
                  <a:lnTo>
                    <a:pt x="187" y="2477"/>
                  </a:lnTo>
                  <a:lnTo>
                    <a:pt x="157" y="2433"/>
                  </a:lnTo>
                  <a:lnTo>
                    <a:pt x="130" y="2388"/>
                  </a:lnTo>
                  <a:lnTo>
                    <a:pt x="105" y="2341"/>
                  </a:lnTo>
                  <a:lnTo>
                    <a:pt x="81" y="2292"/>
                  </a:lnTo>
                  <a:lnTo>
                    <a:pt x="61" y="2241"/>
                  </a:lnTo>
                  <a:lnTo>
                    <a:pt x="44" y="2190"/>
                  </a:lnTo>
                  <a:lnTo>
                    <a:pt x="29" y="2138"/>
                  </a:lnTo>
                  <a:lnTo>
                    <a:pt x="17" y="2085"/>
                  </a:lnTo>
                  <a:lnTo>
                    <a:pt x="7" y="2033"/>
                  </a:lnTo>
                  <a:lnTo>
                    <a:pt x="3" y="1981"/>
                  </a:lnTo>
                  <a:lnTo>
                    <a:pt x="0" y="1931"/>
                  </a:lnTo>
                  <a:lnTo>
                    <a:pt x="0" y="308"/>
                  </a:lnTo>
                  <a:lnTo>
                    <a:pt x="3" y="260"/>
                  </a:lnTo>
                  <a:lnTo>
                    <a:pt x="7" y="215"/>
                  </a:lnTo>
                  <a:lnTo>
                    <a:pt x="17" y="174"/>
                  </a:lnTo>
                  <a:lnTo>
                    <a:pt x="29" y="137"/>
                  </a:lnTo>
                  <a:lnTo>
                    <a:pt x="44" y="104"/>
                  </a:lnTo>
                  <a:lnTo>
                    <a:pt x="61" y="76"/>
                  </a:lnTo>
                  <a:lnTo>
                    <a:pt x="81" y="51"/>
                  </a:lnTo>
                  <a:lnTo>
                    <a:pt x="105" y="31"/>
                  </a:lnTo>
                  <a:lnTo>
                    <a:pt x="130" y="16"/>
                  </a:lnTo>
                  <a:lnTo>
                    <a:pt x="157" y="5"/>
                  </a:lnTo>
                  <a:lnTo>
                    <a:pt x="187" y="0"/>
                  </a:lnTo>
                  <a:lnTo>
                    <a:pt x="218" y="0"/>
                  </a:lnTo>
                  <a:lnTo>
                    <a:pt x="251" y="3"/>
                  </a:lnTo>
                  <a:lnTo>
                    <a:pt x="285" y="14"/>
                  </a:lnTo>
                  <a:lnTo>
                    <a:pt x="320" y="29"/>
                  </a:lnTo>
                  <a:lnTo>
                    <a:pt x="357" y="49"/>
                  </a:lnTo>
                  <a:close/>
                </a:path>
              </a:pathLst>
            </a:custGeom>
            <a:solidFill>
              <a:srgbClr val="BFBFB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2432" name="Freeform 46"/>
            <p:cNvSpPr>
              <a:spLocks/>
            </p:cNvSpPr>
            <p:nvPr/>
          </p:nvSpPr>
          <p:spPr bwMode="auto">
            <a:xfrm>
              <a:off x="1268" y="1663"/>
              <a:ext cx="393" cy="711"/>
            </a:xfrm>
            <a:custGeom>
              <a:avLst/>
              <a:gdLst>
                <a:gd name="T0" fmla="*/ 3 w 1962"/>
                <a:gd name="T1" fmla="*/ 7 h 3555"/>
                <a:gd name="T2" fmla="*/ 2 w 1962"/>
                <a:gd name="T3" fmla="*/ 7 h 3555"/>
                <a:gd name="T4" fmla="*/ 2 w 1962"/>
                <a:gd name="T5" fmla="*/ 8 h 3555"/>
                <a:gd name="T6" fmla="*/ 1 w 1962"/>
                <a:gd name="T7" fmla="*/ 8 h 3555"/>
                <a:gd name="T8" fmla="*/ 1 w 1962"/>
                <a:gd name="T9" fmla="*/ 9 h 3555"/>
                <a:gd name="T10" fmla="*/ 1 w 1962"/>
                <a:gd name="T11" fmla="*/ 10 h 3555"/>
                <a:gd name="T12" fmla="*/ 0 w 1962"/>
                <a:gd name="T13" fmla="*/ 11 h 3555"/>
                <a:gd name="T14" fmla="*/ 0 w 1962"/>
                <a:gd name="T15" fmla="*/ 12 h 3555"/>
                <a:gd name="T16" fmla="*/ 0 w 1962"/>
                <a:gd name="T17" fmla="*/ 13 h 3555"/>
                <a:gd name="T18" fmla="*/ 0 w 1962"/>
                <a:gd name="T19" fmla="*/ 26 h 3555"/>
                <a:gd name="T20" fmla="*/ 0 w 1962"/>
                <a:gd name="T21" fmla="*/ 27 h 3555"/>
                <a:gd name="T22" fmla="*/ 0 w 1962"/>
                <a:gd name="T23" fmla="*/ 28 h 3555"/>
                <a:gd name="T24" fmla="*/ 1 w 1962"/>
                <a:gd name="T25" fmla="*/ 28 h 3555"/>
                <a:gd name="T26" fmla="*/ 1 w 1962"/>
                <a:gd name="T27" fmla="*/ 28 h 3555"/>
                <a:gd name="T28" fmla="*/ 2 w 1962"/>
                <a:gd name="T29" fmla="*/ 28 h 3555"/>
                <a:gd name="T30" fmla="*/ 2 w 1962"/>
                <a:gd name="T31" fmla="*/ 28 h 3555"/>
                <a:gd name="T32" fmla="*/ 3 w 1962"/>
                <a:gd name="T33" fmla="*/ 28 h 3555"/>
                <a:gd name="T34" fmla="*/ 13 w 1962"/>
                <a:gd name="T35" fmla="*/ 22 h 3555"/>
                <a:gd name="T36" fmla="*/ 13 w 1962"/>
                <a:gd name="T37" fmla="*/ 21 h 3555"/>
                <a:gd name="T38" fmla="*/ 14 w 1962"/>
                <a:gd name="T39" fmla="*/ 21 h 3555"/>
                <a:gd name="T40" fmla="*/ 14 w 1962"/>
                <a:gd name="T41" fmla="*/ 20 h 3555"/>
                <a:gd name="T42" fmla="*/ 15 w 1962"/>
                <a:gd name="T43" fmla="*/ 19 h 3555"/>
                <a:gd name="T44" fmla="*/ 15 w 1962"/>
                <a:gd name="T45" fmla="*/ 18 h 3555"/>
                <a:gd name="T46" fmla="*/ 16 w 1962"/>
                <a:gd name="T47" fmla="*/ 18 h 3555"/>
                <a:gd name="T48" fmla="*/ 16 w 1962"/>
                <a:gd name="T49" fmla="*/ 17 h 3555"/>
                <a:gd name="T50" fmla="*/ 16 w 1962"/>
                <a:gd name="T51" fmla="*/ 16 h 3555"/>
                <a:gd name="T52" fmla="*/ 16 w 1962"/>
                <a:gd name="T53" fmla="*/ 2 h 3555"/>
                <a:gd name="T54" fmla="*/ 16 w 1962"/>
                <a:gd name="T55" fmla="*/ 1 h 3555"/>
                <a:gd name="T56" fmla="*/ 15 w 1962"/>
                <a:gd name="T57" fmla="*/ 1 h 3555"/>
                <a:gd name="T58" fmla="*/ 15 w 1962"/>
                <a:gd name="T59" fmla="*/ 0 h 3555"/>
                <a:gd name="T60" fmla="*/ 15 w 1962"/>
                <a:gd name="T61" fmla="*/ 0 h 3555"/>
                <a:gd name="T62" fmla="*/ 14 w 1962"/>
                <a:gd name="T63" fmla="*/ 0 h 3555"/>
                <a:gd name="T64" fmla="*/ 14 w 1962"/>
                <a:gd name="T65" fmla="*/ 0 h 3555"/>
                <a:gd name="T66" fmla="*/ 13 w 1962"/>
                <a:gd name="T67" fmla="*/ 0 h 3555"/>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962"/>
                <a:gd name="T103" fmla="*/ 0 h 3555"/>
                <a:gd name="T104" fmla="*/ 1962 w 1962"/>
                <a:gd name="T105" fmla="*/ 3555 h 3555"/>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962" h="3555">
                  <a:moveTo>
                    <a:pt x="1594" y="50"/>
                  </a:moveTo>
                  <a:lnTo>
                    <a:pt x="368" y="831"/>
                  </a:lnTo>
                  <a:lnTo>
                    <a:pt x="330" y="858"/>
                  </a:lnTo>
                  <a:lnTo>
                    <a:pt x="294" y="888"/>
                  </a:lnTo>
                  <a:lnTo>
                    <a:pt x="259" y="922"/>
                  </a:lnTo>
                  <a:lnTo>
                    <a:pt x="225" y="961"/>
                  </a:lnTo>
                  <a:lnTo>
                    <a:pt x="193" y="1003"/>
                  </a:lnTo>
                  <a:lnTo>
                    <a:pt x="163" y="1047"/>
                  </a:lnTo>
                  <a:lnTo>
                    <a:pt x="133" y="1094"/>
                  </a:lnTo>
                  <a:lnTo>
                    <a:pt x="108" y="1143"/>
                  </a:lnTo>
                  <a:lnTo>
                    <a:pt x="84" y="1193"/>
                  </a:lnTo>
                  <a:lnTo>
                    <a:pt x="63" y="1246"/>
                  </a:lnTo>
                  <a:lnTo>
                    <a:pt x="44" y="1299"/>
                  </a:lnTo>
                  <a:lnTo>
                    <a:pt x="29" y="1353"/>
                  </a:lnTo>
                  <a:lnTo>
                    <a:pt x="16" y="1405"/>
                  </a:lnTo>
                  <a:lnTo>
                    <a:pt x="7" y="1459"/>
                  </a:lnTo>
                  <a:lnTo>
                    <a:pt x="2" y="1512"/>
                  </a:lnTo>
                  <a:lnTo>
                    <a:pt x="0" y="1565"/>
                  </a:lnTo>
                  <a:lnTo>
                    <a:pt x="0" y="3237"/>
                  </a:lnTo>
                  <a:lnTo>
                    <a:pt x="2" y="3287"/>
                  </a:lnTo>
                  <a:lnTo>
                    <a:pt x="7" y="3333"/>
                  </a:lnTo>
                  <a:lnTo>
                    <a:pt x="16" y="3375"/>
                  </a:lnTo>
                  <a:lnTo>
                    <a:pt x="29" y="3413"/>
                  </a:lnTo>
                  <a:lnTo>
                    <a:pt x="44" y="3447"/>
                  </a:lnTo>
                  <a:lnTo>
                    <a:pt x="63" y="3477"/>
                  </a:lnTo>
                  <a:lnTo>
                    <a:pt x="84" y="3502"/>
                  </a:lnTo>
                  <a:lnTo>
                    <a:pt x="108" y="3522"/>
                  </a:lnTo>
                  <a:lnTo>
                    <a:pt x="133" y="3538"/>
                  </a:lnTo>
                  <a:lnTo>
                    <a:pt x="163" y="3549"/>
                  </a:lnTo>
                  <a:lnTo>
                    <a:pt x="193" y="3555"/>
                  </a:lnTo>
                  <a:lnTo>
                    <a:pt x="225" y="3555"/>
                  </a:lnTo>
                  <a:lnTo>
                    <a:pt x="259" y="3550"/>
                  </a:lnTo>
                  <a:lnTo>
                    <a:pt x="294" y="3541"/>
                  </a:lnTo>
                  <a:lnTo>
                    <a:pt x="330" y="3524"/>
                  </a:lnTo>
                  <a:lnTo>
                    <a:pt x="368" y="3503"/>
                  </a:lnTo>
                  <a:lnTo>
                    <a:pt x="1594" y="2722"/>
                  </a:lnTo>
                  <a:lnTo>
                    <a:pt x="1632" y="2696"/>
                  </a:lnTo>
                  <a:lnTo>
                    <a:pt x="1668" y="2665"/>
                  </a:lnTo>
                  <a:lnTo>
                    <a:pt x="1703" y="2631"/>
                  </a:lnTo>
                  <a:lnTo>
                    <a:pt x="1737" y="2592"/>
                  </a:lnTo>
                  <a:lnTo>
                    <a:pt x="1769" y="2551"/>
                  </a:lnTo>
                  <a:lnTo>
                    <a:pt x="1799" y="2506"/>
                  </a:lnTo>
                  <a:lnTo>
                    <a:pt x="1829" y="2460"/>
                  </a:lnTo>
                  <a:lnTo>
                    <a:pt x="1854" y="2411"/>
                  </a:lnTo>
                  <a:lnTo>
                    <a:pt x="1878" y="2361"/>
                  </a:lnTo>
                  <a:lnTo>
                    <a:pt x="1899" y="2308"/>
                  </a:lnTo>
                  <a:lnTo>
                    <a:pt x="1918" y="2256"/>
                  </a:lnTo>
                  <a:lnTo>
                    <a:pt x="1933" y="2202"/>
                  </a:lnTo>
                  <a:lnTo>
                    <a:pt x="1946" y="2149"/>
                  </a:lnTo>
                  <a:lnTo>
                    <a:pt x="1955" y="2095"/>
                  </a:lnTo>
                  <a:lnTo>
                    <a:pt x="1960" y="2042"/>
                  </a:lnTo>
                  <a:lnTo>
                    <a:pt x="1962" y="1989"/>
                  </a:lnTo>
                  <a:lnTo>
                    <a:pt x="1962" y="319"/>
                  </a:lnTo>
                  <a:lnTo>
                    <a:pt x="1960" y="269"/>
                  </a:lnTo>
                  <a:lnTo>
                    <a:pt x="1955" y="223"/>
                  </a:lnTo>
                  <a:lnTo>
                    <a:pt x="1946" y="180"/>
                  </a:lnTo>
                  <a:lnTo>
                    <a:pt x="1933" y="143"/>
                  </a:lnTo>
                  <a:lnTo>
                    <a:pt x="1918" y="109"/>
                  </a:lnTo>
                  <a:lnTo>
                    <a:pt x="1899" y="79"/>
                  </a:lnTo>
                  <a:lnTo>
                    <a:pt x="1878" y="54"/>
                  </a:lnTo>
                  <a:lnTo>
                    <a:pt x="1854" y="33"/>
                  </a:lnTo>
                  <a:lnTo>
                    <a:pt x="1829" y="17"/>
                  </a:lnTo>
                  <a:lnTo>
                    <a:pt x="1799" y="7"/>
                  </a:lnTo>
                  <a:lnTo>
                    <a:pt x="1769" y="0"/>
                  </a:lnTo>
                  <a:lnTo>
                    <a:pt x="1737" y="0"/>
                  </a:lnTo>
                  <a:lnTo>
                    <a:pt x="1703" y="4"/>
                  </a:lnTo>
                  <a:lnTo>
                    <a:pt x="1668" y="14"/>
                  </a:lnTo>
                  <a:lnTo>
                    <a:pt x="1632" y="29"/>
                  </a:lnTo>
                  <a:lnTo>
                    <a:pt x="1594" y="50"/>
                  </a:lnTo>
                  <a:close/>
                </a:path>
              </a:pathLst>
            </a:custGeom>
            <a:solidFill>
              <a:srgbClr val="E5E5E5"/>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2433" name="Freeform 47"/>
            <p:cNvSpPr>
              <a:spLocks noEditPoints="1"/>
            </p:cNvSpPr>
            <p:nvPr/>
          </p:nvSpPr>
          <p:spPr bwMode="auto">
            <a:xfrm>
              <a:off x="916" y="1589"/>
              <a:ext cx="697" cy="698"/>
            </a:xfrm>
            <a:custGeom>
              <a:avLst/>
              <a:gdLst>
                <a:gd name="T0" fmla="*/ 16 w 3485"/>
                <a:gd name="T1" fmla="*/ 0 h 3490"/>
                <a:gd name="T2" fmla="*/ 17 w 3485"/>
                <a:gd name="T3" fmla="*/ 2 h 3490"/>
                <a:gd name="T4" fmla="*/ 17 w 3485"/>
                <a:gd name="T5" fmla="*/ 3 h 3490"/>
                <a:gd name="T6" fmla="*/ 14 w 3485"/>
                <a:gd name="T7" fmla="*/ 4 h 3490"/>
                <a:gd name="T8" fmla="*/ 12 w 3485"/>
                <a:gd name="T9" fmla="*/ 4 h 3490"/>
                <a:gd name="T10" fmla="*/ 11 w 3485"/>
                <a:gd name="T11" fmla="*/ 2 h 3490"/>
                <a:gd name="T12" fmla="*/ 11 w 3485"/>
                <a:gd name="T13" fmla="*/ 1 h 3490"/>
                <a:gd name="T14" fmla="*/ 14 w 3485"/>
                <a:gd name="T15" fmla="*/ 0 h 3490"/>
                <a:gd name="T16" fmla="*/ 3 w 3485"/>
                <a:gd name="T17" fmla="*/ 7 h 3490"/>
                <a:gd name="T18" fmla="*/ 4 w 3485"/>
                <a:gd name="T19" fmla="*/ 9 h 3490"/>
                <a:gd name="T20" fmla="*/ 3 w 3485"/>
                <a:gd name="T21" fmla="*/ 12 h 3490"/>
                <a:gd name="T22" fmla="*/ 2 w 3485"/>
                <a:gd name="T23" fmla="*/ 13 h 3490"/>
                <a:gd name="T24" fmla="*/ 1 w 3485"/>
                <a:gd name="T25" fmla="*/ 12 h 3490"/>
                <a:gd name="T26" fmla="*/ 0 w 3485"/>
                <a:gd name="T27" fmla="*/ 10 h 3490"/>
                <a:gd name="T28" fmla="*/ 0 w 3485"/>
                <a:gd name="T29" fmla="*/ 8 h 3490"/>
                <a:gd name="T30" fmla="*/ 2 w 3485"/>
                <a:gd name="T31" fmla="*/ 6 h 3490"/>
                <a:gd name="T32" fmla="*/ 10 w 3485"/>
                <a:gd name="T33" fmla="*/ 20 h 3490"/>
                <a:gd name="T34" fmla="*/ 11 w 3485"/>
                <a:gd name="T35" fmla="*/ 22 h 3490"/>
                <a:gd name="T36" fmla="*/ 11 w 3485"/>
                <a:gd name="T37" fmla="*/ 25 h 3490"/>
                <a:gd name="T38" fmla="*/ 10 w 3485"/>
                <a:gd name="T39" fmla="*/ 27 h 3490"/>
                <a:gd name="T40" fmla="*/ 8 w 3485"/>
                <a:gd name="T41" fmla="*/ 26 h 3490"/>
                <a:gd name="T42" fmla="*/ 7 w 3485"/>
                <a:gd name="T43" fmla="*/ 24 h 3490"/>
                <a:gd name="T44" fmla="*/ 7 w 3485"/>
                <a:gd name="T45" fmla="*/ 22 h 3490"/>
                <a:gd name="T46" fmla="*/ 8 w 3485"/>
                <a:gd name="T47" fmla="*/ 20 h 3490"/>
                <a:gd name="T48" fmla="*/ 20 w 3485"/>
                <a:gd name="T49" fmla="*/ 21 h 3490"/>
                <a:gd name="T50" fmla="*/ 21 w 3485"/>
                <a:gd name="T51" fmla="*/ 23 h 3490"/>
                <a:gd name="T52" fmla="*/ 21 w 3485"/>
                <a:gd name="T53" fmla="*/ 26 h 3490"/>
                <a:gd name="T54" fmla="*/ 20 w 3485"/>
                <a:gd name="T55" fmla="*/ 28 h 3490"/>
                <a:gd name="T56" fmla="*/ 18 w 3485"/>
                <a:gd name="T57" fmla="*/ 28 h 3490"/>
                <a:gd name="T58" fmla="*/ 17 w 3485"/>
                <a:gd name="T59" fmla="*/ 26 h 3490"/>
                <a:gd name="T60" fmla="*/ 17 w 3485"/>
                <a:gd name="T61" fmla="*/ 23 h 3490"/>
                <a:gd name="T62" fmla="*/ 18 w 3485"/>
                <a:gd name="T63" fmla="*/ 21 h 3490"/>
                <a:gd name="T64" fmla="*/ 19 w 3485"/>
                <a:gd name="T65" fmla="*/ 11 h 3490"/>
                <a:gd name="T66" fmla="*/ 20 w 3485"/>
                <a:gd name="T67" fmla="*/ 13 h 3490"/>
                <a:gd name="T68" fmla="*/ 21 w 3485"/>
                <a:gd name="T69" fmla="*/ 15 h 3490"/>
                <a:gd name="T70" fmla="*/ 20 w 3485"/>
                <a:gd name="T71" fmla="*/ 17 h 3490"/>
                <a:gd name="T72" fmla="*/ 18 w 3485"/>
                <a:gd name="T73" fmla="*/ 17 h 3490"/>
                <a:gd name="T74" fmla="*/ 17 w 3485"/>
                <a:gd name="T75" fmla="*/ 16 h 3490"/>
                <a:gd name="T76" fmla="*/ 17 w 3485"/>
                <a:gd name="T77" fmla="*/ 13 h 3490"/>
                <a:gd name="T78" fmla="*/ 18 w 3485"/>
                <a:gd name="T79" fmla="*/ 11 h 3490"/>
                <a:gd name="T80" fmla="*/ 26 w 3485"/>
                <a:gd name="T81" fmla="*/ 7 h 3490"/>
                <a:gd name="T82" fmla="*/ 27 w 3485"/>
                <a:gd name="T83" fmla="*/ 8 h 3490"/>
                <a:gd name="T84" fmla="*/ 27 w 3485"/>
                <a:gd name="T85" fmla="*/ 11 h 3490"/>
                <a:gd name="T86" fmla="*/ 26 w 3485"/>
                <a:gd name="T87" fmla="*/ 13 h 3490"/>
                <a:gd name="T88" fmla="*/ 25 w 3485"/>
                <a:gd name="T89" fmla="*/ 13 h 3490"/>
                <a:gd name="T90" fmla="*/ 24 w 3485"/>
                <a:gd name="T91" fmla="*/ 12 h 3490"/>
                <a:gd name="T92" fmla="*/ 24 w 3485"/>
                <a:gd name="T93" fmla="*/ 9 h 3490"/>
                <a:gd name="T94" fmla="*/ 24 w 3485"/>
                <a:gd name="T95" fmla="*/ 7 h 3490"/>
                <a:gd name="T96" fmla="*/ 26 w 3485"/>
                <a:gd name="T97" fmla="*/ 17 h 3490"/>
                <a:gd name="T98" fmla="*/ 27 w 3485"/>
                <a:gd name="T99" fmla="*/ 18 h 3490"/>
                <a:gd name="T100" fmla="*/ 28 w 3485"/>
                <a:gd name="T101" fmla="*/ 21 h 3490"/>
                <a:gd name="T102" fmla="*/ 27 w 3485"/>
                <a:gd name="T103" fmla="*/ 23 h 3490"/>
                <a:gd name="T104" fmla="*/ 26 w 3485"/>
                <a:gd name="T105" fmla="*/ 24 h 3490"/>
                <a:gd name="T106" fmla="*/ 24 w 3485"/>
                <a:gd name="T107" fmla="*/ 23 h 3490"/>
                <a:gd name="T108" fmla="*/ 24 w 3485"/>
                <a:gd name="T109" fmla="*/ 20 h 3490"/>
                <a:gd name="T110" fmla="*/ 25 w 3485"/>
                <a:gd name="T111" fmla="*/ 18 h 3490"/>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w 3485"/>
                <a:gd name="T169" fmla="*/ 0 h 3490"/>
                <a:gd name="T170" fmla="*/ 3485 w 3485"/>
                <a:gd name="T171" fmla="*/ 3490 h 3490"/>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T168" t="T169" r="T170" b="T171"/>
              <a:pathLst>
                <a:path w="3485" h="3490">
                  <a:moveTo>
                    <a:pt x="1754" y="0"/>
                  </a:moveTo>
                  <a:lnTo>
                    <a:pt x="1797" y="2"/>
                  </a:lnTo>
                  <a:lnTo>
                    <a:pt x="1840" y="5"/>
                  </a:lnTo>
                  <a:lnTo>
                    <a:pt x="1881" y="12"/>
                  </a:lnTo>
                  <a:lnTo>
                    <a:pt x="1921" y="20"/>
                  </a:lnTo>
                  <a:lnTo>
                    <a:pt x="1959" y="31"/>
                  </a:lnTo>
                  <a:lnTo>
                    <a:pt x="1994" y="44"/>
                  </a:lnTo>
                  <a:lnTo>
                    <a:pt x="2028" y="59"/>
                  </a:lnTo>
                  <a:lnTo>
                    <a:pt x="2058" y="74"/>
                  </a:lnTo>
                  <a:lnTo>
                    <a:pt x="2086" y="93"/>
                  </a:lnTo>
                  <a:lnTo>
                    <a:pt x="2111" y="113"/>
                  </a:lnTo>
                  <a:lnTo>
                    <a:pt x="2132" y="133"/>
                  </a:lnTo>
                  <a:lnTo>
                    <a:pt x="2151" y="155"/>
                  </a:lnTo>
                  <a:lnTo>
                    <a:pt x="2165" y="179"/>
                  </a:lnTo>
                  <a:lnTo>
                    <a:pt x="2175" y="203"/>
                  </a:lnTo>
                  <a:lnTo>
                    <a:pt x="2182" y="229"/>
                  </a:lnTo>
                  <a:lnTo>
                    <a:pt x="2185" y="255"/>
                  </a:lnTo>
                  <a:lnTo>
                    <a:pt x="2182" y="281"/>
                  </a:lnTo>
                  <a:lnTo>
                    <a:pt x="2175" y="305"/>
                  </a:lnTo>
                  <a:lnTo>
                    <a:pt x="2165" y="330"/>
                  </a:lnTo>
                  <a:lnTo>
                    <a:pt x="2151" y="353"/>
                  </a:lnTo>
                  <a:lnTo>
                    <a:pt x="2132" y="376"/>
                  </a:lnTo>
                  <a:lnTo>
                    <a:pt x="2111" y="397"/>
                  </a:lnTo>
                  <a:lnTo>
                    <a:pt x="2086" y="417"/>
                  </a:lnTo>
                  <a:lnTo>
                    <a:pt x="2058" y="434"/>
                  </a:lnTo>
                  <a:lnTo>
                    <a:pt x="2028" y="451"/>
                  </a:lnTo>
                  <a:lnTo>
                    <a:pt x="1994" y="466"/>
                  </a:lnTo>
                  <a:lnTo>
                    <a:pt x="1959" y="479"/>
                  </a:lnTo>
                  <a:lnTo>
                    <a:pt x="1921" y="489"/>
                  </a:lnTo>
                  <a:lnTo>
                    <a:pt x="1881" y="498"/>
                  </a:lnTo>
                  <a:lnTo>
                    <a:pt x="1840" y="505"/>
                  </a:lnTo>
                  <a:lnTo>
                    <a:pt x="1797" y="508"/>
                  </a:lnTo>
                  <a:lnTo>
                    <a:pt x="1754" y="509"/>
                  </a:lnTo>
                  <a:lnTo>
                    <a:pt x="1710" y="508"/>
                  </a:lnTo>
                  <a:lnTo>
                    <a:pt x="1667" y="505"/>
                  </a:lnTo>
                  <a:lnTo>
                    <a:pt x="1626" y="498"/>
                  </a:lnTo>
                  <a:lnTo>
                    <a:pt x="1586" y="489"/>
                  </a:lnTo>
                  <a:lnTo>
                    <a:pt x="1548" y="479"/>
                  </a:lnTo>
                  <a:lnTo>
                    <a:pt x="1512" y="466"/>
                  </a:lnTo>
                  <a:lnTo>
                    <a:pt x="1479" y="451"/>
                  </a:lnTo>
                  <a:lnTo>
                    <a:pt x="1449" y="434"/>
                  </a:lnTo>
                  <a:lnTo>
                    <a:pt x="1421" y="417"/>
                  </a:lnTo>
                  <a:lnTo>
                    <a:pt x="1395" y="397"/>
                  </a:lnTo>
                  <a:lnTo>
                    <a:pt x="1374" y="376"/>
                  </a:lnTo>
                  <a:lnTo>
                    <a:pt x="1355" y="353"/>
                  </a:lnTo>
                  <a:lnTo>
                    <a:pt x="1341" y="330"/>
                  </a:lnTo>
                  <a:lnTo>
                    <a:pt x="1331" y="305"/>
                  </a:lnTo>
                  <a:lnTo>
                    <a:pt x="1324" y="281"/>
                  </a:lnTo>
                  <a:lnTo>
                    <a:pt x="1321" y="255"/>
                  </a:lnTo>
                  <a:lnTo>
                    <a:pt x="1324" y="229"/>
                  </a:lnTo>
                  <a:lnTo>
                    <a:pt x="1331" y="203"/>
                  </a:lnTo>
                  <a:lnTo>
                    <a:pt x="1341" y="179"/>
                  </a:lnTo>
                  <a:lnTo>
                    <a:pt x="1355" y="155"/>
                  </a:lnTo>
                  <a:lnTo>
                    <a:pt x="1374" y="133"/>
                  </a:lnTo>
                  <a:lnTo>
                    <a:pt x="1395" y="113"/>
                  </a:lnTo>
                  <a:lnTo>
                    <a:pt x="1421" y="93"/>
                  </a:lnTo>
                  <a:lnTo>
                    <a:pt x="1449" y="74"/>
                  </a:lnTo>
                  <a:lnTo>
                    <a:pt x="1479" y="59"/>
                  </a:lnTo>
                  <a:lnTo>
                    <a:pt x="1512" y="44"/>
                  </a:lnTo>
                  <a:lnTo>
                    <a:pt x="1548" y="31"/>
                  </a:lnTo>
                  <a:lnTo>
                    <a:pt x="1586" y="20"/>
                  </a:lnTo>
                  <a:lnTo>
                    <a:pt x="1626" y="12"/>
                  </a:lnTo>
                  <a:lnTo>
                    <a:pt x="1667" y="5"/>
                  </a:lnTo>
                  <a:lnTo>
                    <a:pt x="1710" y="2"/>
                  </a:lnTo>
                  <a:lnTo>
                    <a:pt x="1754" y="0"/>
                  </a:lnTo>
                  <a:close/>
                  <a:moveTo>
                    <a:pt x="239" y="786"/>
                  </a:moveTo>
                  <a:lnTo>
                    <a:pt x="263" y="788"/>
                  </a:lnTo>
                  <a:lnTo>
                    <a:pt x="287" y="794"/>
                  </a:lnTo>
                  <a:lnTo>
                    <a:pt x="309" y="805"/>
                  </a:lnTo>
                  <a:lnTo>
                    <a:pt x="331" y="819"/>
                  </a:lnTo>
                  <a:lnTo>
                    <a:pt x="352" y="836"/>
                  </a:lnTo>
                  <a:lnTo>
                    <a:pt x="372" y="857"/>
                  </a:lnTo>
                  <a:lnTo>
                    <a:pt x="390" y="882"/>
                  </a:lnTo>
                  <a:lnTo>
                    <a:pt x="407" y="909"/>
                  </a:lnTo>
                  <a:lnTo>
                    <a:pt x="423" y="940"/>
                  </a:lnTo>
                  <a:lnTo>
                    <a:pt x="437" y="971"/>
                  </a:lnTo>
                  <a:lnTo>
                    <a:pt x="448" y="1006"/>
                  </a:lnTo>
                  <a:lnTo>
                    <a:pt x="459" y="1043"/>
                  </a:lnTo>
                  <a:lnTo>
                    <a:pt x="467" y="1081"/>
                  </a:lnTo>
                  <a:lnTo>
                    <a:pt x="473" y="1121"/>
                  </a:lnTo>
                  <a:lnTo>
                    <a:pt x="476" y="1163"/>
                  </a:lnTo>
                  <a:lnTo>
                    <a:pt x="478" y="1206"/>
                  </a:lnTo>
                  <a:lnTo>
                    <a:pt x="476" y="1248"/>
                  </a:lnTo>
                  <a:lnTo>
                    <a:pt x="473" y="1290"/>
                  </a:lnTo>
                  <a:lnTo>
                    <a:pt x="467" y="1330"/>
                  </a:lnTo>
                  <a:lnTo>
                    <a:pt x="459" y="1367"/>
                  </a:lnTo>
                  <a:lnTo>
                    <a:pt x="448" y="1405"/>
                  </a:lnTo>
                  <a:lnTo>
                    <a:pt x="437" y="1439"/>
                  </a:lnTo>
                  <a:lnTo>
                    <a:pt x="423" y="1472"/>
                  </a:lnTo>
                  <a:lnTo>
                    <a:pt x="407" y="1501"/>
                  </a:lnTo>
                  <a:lnTo>
                    <a:pt x="390" y="1528"/>
                  </a:lnTo>
                  <a:lnTo>
                    <a:pt x="372" y="1553"/>
                  </a:lnTo>
                  <a:lnTo>
                    <a:pt x="352" y="1574"/>
                  </a:lnTo>
                  <a:lnTo>
                    <a:pt x="331" y="1591"/>
                  </a:lnTo>
                  <a:lnTo>
                    <a:pt x="309" y="1605"/>
                  </a:lnTo>
                  <a:lnTo>
                    <a:pt x="287" y="1616"/>
                  </a:lnTo>
                  <a:lnTo>
                    <a:pt x="263" y="1622"/>
                  </a:lnTo>
                  <a:lnTo>
                    <a:pt x="239" y="1624"/>
                  </a:lnTo>
                  <a:lnTo>
                    <a:pt x="214" y="1622"/>
                  </a:lnTo>
                  <a:lnTo>
                    <a:pt x="191" y="1616"/>
                  </a:lnTo>
                  <a:lnTo>
                    <a:pt x="168" y="1605"/>
                  </a:lnTo>
                  <a:lnTo>
                    <a:pt x="146" y="1591"/>
                  </a:lnTo>
                  <a:lnTo>
                    <a:pt x="125" y="1574"/>
                  </a:lnTo>
                  <a:lnTo>
                    <a:pt x="105" y="1553"/>
                  </a:lnTo>
                  <a:lnTo>
                    <a:pt x="87" y="1528"/>
                  </a:lnTo>
                  <a:lnTo>
                    <a:pt x="70" y="1501"/>
                  </a:lnTo>
                  <a:lnTo>
                    <a:pt x="55" y="1472"/>
                  </a:lnTo>
                  <a:lnTo>
                    <a:pt x="41" y="1439"/>
                  </a:lnTo>
                  <a:lnTo>
                    <a:pt x="29" y="1405"/>
                  </a:lnTo>
                  <a:lnTo>
                    <a:pt x="18" y="1367"/>
                  </a:lnTo>
                  <a:lnTo>
                    <a:pt x="10" y="1330"/>
                  </a:lnTo>
                  <a:lnTo>
                    <a:pt x="4" y="1290"/>
                  </a:lnTo>
                  <a:lnTo>
                    <a:pt x="1" y="1248"/>
                  </a:lnTo>
                  <a:lnTo>
                    <a:pt x="0" y="1206"/>
                  </a:lnTo>
                  <a:lnTo>
                    <a:pt x="1" y="1163"/>
                  </a:lnTo>
                  <a:lnTo>
                    <a:pt x="4" y="1121"/>
                  </a:lnTo>
                  <a:lnTo>
                    <a:pt x="10" y="1081"/>
                  </a:lnTo>
                  <a:lnTo>
                    <a:pt x="18" y="1043"/>
                  </a:lnTo>
                  <a:lnTo>
                    <a:pt x="29" y="1006"/>
                  </a:lnTo>
                  <a:lnTo>
                    <a:pt x="41" y="971"/>
                  </a:lnTo>
                  <a:lnTo>
                    <a:pt x="55" y="940"/>
                  </a:lnTo>
                  <a:lnTo>
                    <a:pt x="70" y="909"/>
                  </a:lnTo>
                  <a:lnTo>
                    <a:pt x="87" y="882"/>
                  </a:lnTo>
                  <a:lnTo>
                    <a:pt x="105" y="857"/>
                  </a:lnTo>
                  <a:lnTo>
                    <a:pt x="125" y="836"/>
                  </a:lnTo>
                  <a:lnTo>
                    <a:pt x="146" y="819"/>
                  </a:lnTo>
                  <a:lnTo>
                    <a:pt x="168" y="805"/>
                  </a:lnTo>
                  <a:lnTo>
                    <a:pt x="191" y="794"/>
                  </a:lnTo>
                  <a:lnTo>
                    <a:pt x="214" y="788"/>
                  </a:lnTo>
                  <a:lnTo>
                    <a:pt x="239" y="786"/>
                  </a:lnTo>
                  <a:close/>
                  <a:moveTo>
                    <a:pt x="1119" y="2495"/>
                  </a:moveTo>
                  <a:lnTo>
                    <a:pt x="1143" y="2498"/>
                  </a:lnTo>
                  <a:lnTo>
                    <a:pt x="1167" y="2504"/>
                  </a:lnTo>
                  <a:lnTo>
                    <a:pt x="1190" y="2514"/>
                  </a:lnTo>
                  <a:lnTo>
                    <a:pt x="1211" y="2528"/>
                  </a:lnTo>
                  <a:lnTo>
                    <a:pt x="1232" y="2546"/>
                  </a:lnTo>
                  <a:lnTo>
                    <a:pt x="1252" y="2567"/>
                  </a:lnTo>
                  <a:lnTo>
                    <a:pt x="1271" y="2592"/>
                  </a:lnTo>
                  <a:lnTo>
                    <a:pt x="1288" y="2618"/>
                  </a:lnTo>
                  <a:lnTo>
                    <a:pt x="1304" y="2648"/>
                  </a:lnTo>
                  <a:lnTo>
                    <a:pt x="1318" y="2681"/>
                  </a:lnTo>
                  <a:lnTo>
                    <a:pt x="1329" y="2715"/>
                  </a:lnTo>
                  <a:lnTo>
                    <a:pt x="1340" y="2752"/>
                  </a:lnTo>
                  <a:lnTo>
                    <a:pt x="1348" y="2790"/>
                  </a:lnTo>
                  <a:lnTo>
                    <a:pt x="1354" y="2830"/>
                  </a:lnTo>
                  <a:lnTo>
                    <a:pt x="1358" y="2872"/>
                  </a:lnTo>
                  <a:lnTo>
                    <a:pt x="1359" y="2914"/>
                  </a:lnTo>
                  <a:lnTo>
                    <a:pt x="1358" y="2956"/>
                  </a:lnTo>
                  <a:lnTo>
                    <a:pt x="1354" y="2998"/>
                  </a:lnTo>
                  <a:lnTo>
                    <a:pt x="1348" y="3038"/>
                  </a:lnTo>
                  <a:lnTo>
                    <a:pt x="1340" y="3077"/>
                  </a:lnTo>
                  <a:lnTo>
                    <a:pt x="1329" y="3113"/>
                  </a:lnTo>
                  <a:lnTo>
                    <a:pt x="1318" y="3147"/>
                  </a:lnTo>
                  <a:lnTo>
                    <a:pt x="1304" y="3180"/>
                  </a:lnTo>
                  <a:lnTo>
                    <a:pt x="1288" y="3209"/>
                  </a:lnTo>
                  <a:lnTo>
                    <a:pt x="1271" y="3238"/>
                  </a:lnTo>
                  <a:lnTo>
                    <a:pt x="1252" y="3261"/>
                  </a:lnTo>
                  <a:lnTo>
                    <a:pt x="1232" y="3282"/>
                  </a:lnTo>
                  <a:lnTo>
                    <a:pt x="1211" y="3301"/>
                  </a:lnTo>
                  <a:lnTo>
                    <a:pt x="1190" y="3315"/>
                  </a:lnTo>
                  <a:lnTo>
                    <a:pt x="1167" y="3325"/>
                  </a:lnTo>
                  <a:lnTo>
                    <a:pt x="1143" y="3331"/>
                  </a:lnTo>
                  <a:lnTo>
                    <a:pt x="1119" y="3334"/>
                  </a:lnTo>
                  <a:lnTo>
                    <a:pt x="1094" y="3331"/>
                  </a:lnTo>
                  <a:lnTo>
                    <a:pt x="1070" y="3325"/>
                  </a:lnTo>
                  <a:lnTo>
                    <a:pt x="1048" y="3315"/>
                  </a:lnTo>
                  <a:lnTo>
                    <a:pt x="1026" y="3301"/>
                  </a:lnTo>
                  <a:lnTo>
                    <a:pt x="1005" y="3282"/>
                  </a:lnTo>
                  <a:lnTo>
                    <a:pt x="985" y="3261"/>
                  </a:lnTo>
                  <a:lnTo>
                    <a:pt x="967" y="3238"/>
                  </a:lnTo>
                  <a:lnTo>
                    <a:pt x="950" y="3209"/>
                  </a:lnTo>
                  <a:lnTo>
                    <a:pt x="935" y="3180"/>
                  </a:lnTo>
                  <a:lnTo>
                    <a:pt x="921" y="3147"/>
                  </a:lnTo>
                  <a:lnTo>
                    <a:pt x="909" y="3113"/>
                  </a:lnTo>
                  <a:lnTo>
                    <a:pt x="898" y="3077"/>
                  </a:lnTo>
                  <a:lnTo>
                    <a:pt x="890" y="3038"/>
                  </a:lnTo>
                  <a:lnTo>
                    <a:pt x="884" y="2998"/>
                  </a:lnTo>
                  <a:lnTo>
                    <a:pt x="881" y="2956"/>
                  </a:lnTo>
                  <a:lnTo>
                    <a:pt x="880" y="2914"/>
                  </a:lnTo>
                  <a:lnTo>
                    <a:pt x="881" y="2872"/>
                  </a:lnTo>
                  <a:lnTo>
                    <a:pt x="884" y="2830"/>
                  </a:lnTo>
                  <a:lnTo>
                    <a:pt x="890" y="2790"/>
                  </a:lnTo>
                  <a:lnTo>
                    <a:pt x="898" y="2752"/>
                  </a:lnTo>
                  <a:lnTo>
                    <a:pt x="909" y="2715"/>
                  </a:lnTo>
                  <a:lnTo>
                    <a:pt x="921" y="2681"/>
                  </a:lnTo>
                  <a:lnTo>
                    <a:pt x="935" y="2648"/>
                  </a:lnTo>
                  <a:lnTo>
                    <a:pt x="950" y="2618"/>
                  </a:lnTo>
                  <a:lnTo>
                    <a:pt x="967" y="2592"/>
                  </a:lnTo>
                  <a:lnTo>
                    <a:pt x="985" y="2567"/>
                  </a:lnTo>
                  <a:lnTo>
                    <a:pt x="1005" y="2546"/>
                  </a:lnTo>
                  <a:lnTo>
                    <a:pt x="1026" y="2528"/>
                  </a:lnTo>
                  <a:lnTo>
                    <a:pt x="1048" y="2514"/>
                  </a:lnTo>
                  <a:lnTo>
                    <a:pt x="1070" y="2504"/>
                  </a:lnTo>
                  <a:lnTo>
                    <a:pt x="1094" y="2498"/>
                  </a:lnTo>
                  <a:lnTo>
                    <a:pt x="1119" y="2495"/>
                  </a:lnTo>
                  <a:close/>
                  <a:moveTo>
                    <a:pt x="2380" y="2651"/>
                  </a:moveTo>
                  <a:lnTo>
                    <a:pt x="2405" y="2654"/>
                  </a:lnTo>
                  <a:lnTo>
                    <a:pt x="2428" y="2660"/>
                  </a:lnTo>
                  <a:lnTo>
                    <a:pt x="2452" y="2670"/>
                  </a:lnTo>
                  <a:lnTo>
                    <a:pt x="2473" y="2684"/>
                  </a:lnTo>
                  <a:lnTo>
                    <a:pt x="2494" y="2703"/>
                  </a:lnTo>
                  <a:lnTo>
                    <a:pt x="2514" y="2724"/>
                  </a:lnTo>
                  <a:lnTo>
                    <a:pt x="2533" y="2747"/>
                  </a:lnTo>
                  <a:lnTo>
                    <a:pt x="2550" y="2774"/>
                  </a:lnTo>
                  <a:lnTo>
                    <a:pt x="2565" y="2805"/>
                  </a:lnTo>
                  <a:lnTo>
                    <a:pt x="2580" y="2838"/>
                  </a:lnTo>
                  <a:lnTo>
                    <a:pt x="2591" y="2872"/>
                  </a:lnTo>
                  <a:lnTo>
                    <a:pt x="2602" y="2908"/>
                  </a:lnTo>
                  <a:lnTo>
                    <a:pt x="2610" y="2947"/>
                  </a:lnTo>
                  <a:lnTo>
                    <a:pt x="2616" y="2987"/>
                  </a:lnTo>
                  <a:lnTo>
                    <a:pt x="2619" y="3029"/>
                  </a:lnTo>
                  <a:lnTo>
                    <a:pt x="2621" y="3071"/>
                  </a:lnTo>
                  <a:lnTo>
                    <a:pt x="2619" y="3113"/>
                  </a:lnTo>
                  <a:lnTo>
                    <a:pt x="2616" y="3155"/>
                  </a:lnTo>
                  <a:lnTo>
                    <a:pt x="2610" y="3195"/>
                  </a:lnTo>
                  <a:lnTo>
                    <a:pt x="2602" y="3233"/>
                  </a:lnTo>
                  <a:lnTo>
                    <a:pt x="2591" y="3270"/>
                  </a:lnTo>
                  <a:lnTo>
                    <a:pt x="2580" y="3304"/>
                  </a:lnTo>
                  <a:lnTo>
                    <a:pt x="2565" y="3337"/>
                  </a:lnTo>
                  <a:lnTo>
                    <a:pt x="2550" y="3367"/>
                  </a:lnTo>
                  <a:lnTo>
                    <a:pt x="2533" y="3393"/>
                  </a:lnTo>
                  <a:lnTo>
                    <a:pt x="2514" y="3418"/>
                  </a:lnTo>
                  <a:lnTo>
                    <a:pt x="2494" y="3439"/>
                  </a:lnTo>
                  <a:lnTo>
                    <a:pt x="2473" y="3457"/>
                  </a:lnTo>
                  <a:lnTo>
                    <a:pt x="2452" y="3471"/>
                  </a:lnTo>
                  <a:lnTo>
                    <a:pt x="2428" y="3481"/>
                  </a:lnTo>
                  <a:lnTo>
                    <a:pt x="2405" y="3487"/>
                  </a:lnTo>
                  <a:lnTo>
                    <a:pt x="2380" y="3490"/>
                  </a:lnTo>
                  <a:lnTo>
                    <a:pt x="2356" y="3487"/>
                  </a:lnTo>
                  <a:lnTo>
                    <a:pt x="2332" y="3481"/>
                  </a:lnTo>
                  <a:lnTo>
                    <a:pt x="2310" y="3471"/>
                  </a:lnTo>
                  <a:lnTo>
                    <a:pt x="2288" y="3457"/>
                  </a:lnTo>
                  <a:lnTo>
                    <a:pt x="2267" y="3439"/>
                  </a:lnTo>
                  <a:lnTo>
                    <a:pt x="2248" y="3418"/>
                  </a:lnTo>
                  <a:lnTo>
                    <a:pt x="2229" y="3393"/>
                  </a:lnTo>
                  <a:lnTo>
                    <a:pt x="2212" y="3367"/>
                  </a:lnTo>
                  <a:lnTo>
                    <a:pt x="2196" y="3337"/>
                  </a:lnTo>
                  <a:lnTo>
                    <a:pt x="2182" y="3304"/>
                  </a:lnTo>
                  <a:lnTo>
                    <a:pt x="2171" y="3270"/>
                  </a:lnTo>
                  <a:lnTo>
                    <a:pt x="2160" y="3233"/>
                  </a:lnTo>
                  <a:lnTo>
                    <a:pt x="2152" y="3195"/>
                  </a:lnTo>
                  <a:lnTo>
                    <a:pt x="2146" y="3155"/>
                  </a:lnTo>
                  <a:lnTo>
                    <a:pt x="2142" y="3113"/>
                  </a:lnTo>
                  <a:lnTo>
                    <a:pt x="2141" y="3071"/>
                  </a:lnTo>
                  <a:lnTo>
                    <a:pt x="2142" y="3029"/>
                  </a:lnTo>
                  <a:lnTo>
                    <a:pt x="2146" y="2987"/>
                  </a:lnTo>
                  <a:lnTo>
                    <a:pt x="2152" y="2947"/>
                  </a:lnTo>
                  <a:lnTo>
                    <a:pt x="2160" y="2908"/>
                  </a:lnTo>
                  <a:lnTo>
                    <a:pt x="2171" y="2872"/>
                  </a:lnTo>
                  <a:lnTo>
                    <a:pt x="2182" y="2838"/>
                  </a:lnTo>
                  <a:lnTo>
                    <a:pt x="2196" y="2805"/>
                  </a:lnTo>
                  <a:lnTo>
                    <a:pt x="2212" y="2774"/>
                  </a:lnTo>
                  <a:lnTo>
                    <a:pt x="2229" y="2747"/>
                  </a:lnTo>
                  <a:lnTo>
                    <a:pt x="2248" y="2724"/>
                  </a:lnTo>
                  <a:lnTo>
                    <a:pt x="2267" y="2703"/>
                  </a:lnTo>
                  <a:lnTo>
                    <a:pt x="2288" y="2684"/>
                  </a:lnTo>
                  <a:lnTo>
                    <a:pt x="2310" y="2670"/>
                  </a:lnTo>
                  <a:lnTo>
                    <a:pt x="2332" y="2660"/>
                  </a:lnTo>
                  <a:lnTo>
                    <a:pt x="2356" y="2654"/>
                  </a:lnTo>
                  <a:lnTo>
                    <a:pt x="2380" y="2651"/>
                  </a:lnTo>
                  <a:close/>
                  <a:moveTo>
                    <a:pt x="2342" y="1355"/>
                  </a:moveTo>
                  <a:lnTo>
                    <a:pt x="2366" y="1357"/>
                  </a:lnTo>
                  <a:lnTo>
                    <a:pt x="2390" y="1363"/>
                  </a:lnTo>
                  <a:lnTo>
                    <a:pt x="2412" y="1373"/>
                  </a:lnTo>
                  <a:lnTo>
                    <a:pt x="2434" y="1387"/>
                  </a:lnTo>
                  <a:lnTo>
                    <a:pt x="2455" y="1405"/>
                  </a:lnTo>
                  <a:lnTo>
                    <a:pt x="2475" y="1426"/>
                  </a:lnTo>
                  <a:lnTo>
                    <a:pt x="2493" y="1451"/>
                  </a:lnTo>
                  <a:lnTo>
                    <a:pt x="2510" y="1478"/>
                  </a:lnTo>
                  <a:lnTo>
                    <a:pt x="2526" y="1507"/>
                  </a:lnTo>
                  <a:lnTo>
                    <a:pt x="2540" y="1540"/>
                  </a:lnTo>
                  <a:lnTo>
                    <a:pt x="2551" y="1574"/>
                  </a:lnTo>
                  <a:lnTo>
                    <a:pt x="2562" y="1611"/>
                  </a:lnTo>
                  <a:lnTo>
                    <a:pt x="2570" y="1649"/>
                  </a:lnTo>
                  <a:lnTo>
                    <a:pt x="2576" y="1689"/>
                  </a:lnTo>
                  <a:lnTo>
                    <a:pt x="2580" y="1731"/>
                  </a:lnTo>
                  <a:lnTo>
                    <a:pt x="2581" y="1773"/>
                  </a:lnTo>
                  <a:lnTo>
                    <a:pt x="2580" y="1815"/>
                  </a:lnTo>
                  <a:lnTo>
                    <a:pt x="2576" y="1858"/>
                  </a:lnTo>
                  <a:lnTo>
                    <a:pt x="2570" y="1897"/>
                  </a:lnTo>
                  <a:lnTo>
                    <a:pt x="2562" y="1936"/>
                  </a:lnTo>
                  <a:lnTo>
                    <a:pt x="2551" y="1972"/>
                  </a:lnTo>
                  <a:lnTo>
                    <a:pt x="2540" y="2008"/>
                  </a:lnTo>
                  <a:lnTo>
                    <a:pt x="2526" y="2039"/>
                  </a:lnTo>
                  <a:lnTo>
                    <a:pt x="2510" y="2070"/>
                  </a:lnTo>
                  <a:lnTo>
                    <a:pt x="2493" y="2097"/>
                  </a:lnTo>
                  <a:lnTo>
                    <a:pt x="2475" y="2121"/>
                  </a:lnTo>
                  <a:lnTo>
                    <a:pt x="2455" y="2142"/>
                  </a:lnTo>
                  <a:lnTo>
                    <a:pt x="2434" y="2160"/>
                  </a:lnTo>
                  <a:lnTo>
                    <a:pt x="2412" y="2174"/>
                  </a:lnTo>
                  <a:lnTo>
                    <a:pt x="2390" y="2185"/>
                  </a:lnTo>
                  <a:lnTo>
                    <a:pt x="2366" y="2191"/>
                  </a:lnTo>
                  <a:lnTo>
                    <a:pt x="2342" y="2193"/>
                  </a:lnTo>
                  <a:lnTo>
                    <a:pt x="2317" y="2191"/>
                  </a:lnTo>
                  <a:lnTo>
                    <a:pt x="2294" y="2185"/>
                  </a:lnTo>
                  <a:lnTo>
                    <a:pt x="2270" y="2174"/>
                  </a:lnTo>
                  <a:lnTo>
                    <a:pt x="2249" y="2160"/>
                  </a:lnTo>
                  <a:lnTo>
                    <a:pt x="2228" y="2142"/>
                  </a:lnTo>
                  <a:lnTo>
                    <a:pt x="2208" y="2121"/>
                  </a:lnTo>
                  <a:lnTo>
                    <a:pt x="2189" y="2097"/>
                  </a:lnTo>
                  <a:lnTo>
                    <a:pt x="2173" y="2070"/>
                  </a:lnTo>
                  <a:lnTo>
                    <a:pt x="2157" y="2039"/>
                  </a:lnTo>
                  <a:lnTo>
                    <a:pt x="2142" y="2008"/>
                  </a:lnTo>
                  <a:lnTo>
                    <a:pt x="2131" y="1972"/>
                  </a:lnTo>
                  <a:lnTo>
                    <a:pt x="2120" y="1936"/>
                  </a:lnTo>
                  <a:lnTo>
                    <a:pt x="2112" y="1897"/>
                  </a:lnTo>
                  <a:lnTo>
                    <a:pt x="2106" y="1858"/>
                  </a:lnTo>
                  <a:lnTo>
                    <a:pt x="2103" y="1815"/>
                  </a:lnTo>
                  <a:lnTo>
                    <a:pt x="2101" y="1773"/>
                  </a:lnTo>
                  <a:lnTo>
                    <a:pt x="2103" y="1731"/>
                  </a:lnTo>
                  <a:lnTo>
                    <a:pt x="2106" y="1689"/>
                  </a:lnTo>
                  <a:lnTo>
                    <a:pt x="2112" y="1649"/>
                  </a:lnTo>
                  <a:lnTo>
                    <a:pt x="2120" y="1611"/>
                  </a:lnTo>
                  <a:lnTo>
                    <a:pt x="2131" y="1574"/>
                  </a:lnTo>
                  <a:lnTo>
                    <a:pt x="2142" y="1540"/>
                  </a:lnTo>
                  <a:lnTo>
                    <a:pt x="2157" y="1507"/>
                  </a:lnTo>
                  <a:lnTo>
                    <a:pt x="2173" y="1478"/>
                  </a:lnTo>
                  <a:lnTo>
                    <a:pt x="2189" y="1451"/>
                  </a:lnTo>
                  <a:lnTo>
                    <a:pt x="2208" y="1426"/>
                  </a:lnTo>
                  <a:lnTo>
                    <a:pt x="2228" y="1405"/>
                  </a:lnTo>
                  <a:lnTo>
                    <a:pt x="2249" y="1387"/>
                  </a:lnTo>
                  <a:lnTo>
                    <a:pt x="2270" y="1373"/>
                  </a:lnTo>
                  <a:lnTo>
                    <a:pt x="2294" y="1363"/>
                  </a:lnTo>
                  <a:lnTo>
                    <a:pt x="2317" y="1357"/>
                  </a:lnTo>
                  <a:lnTo>
                    <a:pt x="2342" y="1355"/>
                  </a:lnTo>
                  <a:close/>
                  <a:moveTo>
                    <a:pt x="3179" y="819"/>
                  </a:moveTo>
                  <a:lnTo>
                    <a:pt x="3204" y="821"/>
                  </a:lnTo>
                  <a:lnTo>
                    <a:pt x="3227" y="827"/>
                  </a:lnTo>
                  <a:lnTo>
                    <a:pt x="3250" y="838"/>
                  </a:lnTo>
                  <a:lnTo>
                    <a:pt x="3272" y="852"/>
                  </a:lnTo>
                  <a:lnTo>
                    <a:pt x="3293" y="869"/>
                  </a:lnTo>
                  <a:lnTo>
                    <a:pt x="3312" y="890"/>
                  </a:lnTo>
                  <a:lnTo>
                    <a:pt x="3331" y="915"/>
                  </a:lnTo>
                  <a:lnTo>
                    <a:pt x="3348" y="942"/>
                  </a:lnTo>
                  <a:lnTo>
                    <a:pt x="3363" y="971"/>
                  </a:lnTo>
                  <a:lnTo>
                    <a:pt x="3377" y="1004"/>
                  </a:lnTo>
                  <a:lnTo>
                    <a:pt x="3389" y="1038"/>
                  </a:lnTo>
                  <a:lnTo>
                    <a:pt x="3400" y="1076"/>
                  </a:lnTo>
                  <a:lnTo>
                    <a:pt x="3408" y="1113"/>
                  </a:lnTo>
                  <a:lnTo>
                    <a:pt x="3414" y="1153"/>
                  </a:lnTo>
                  <a:lnTo>
                    <a:pt x="3417" y="1195"/>
                  </a:lnTo>
                  <a:lnTo>
                    <a:pt x="3418" y="1237"/>
                  </a:lnTo>
                  <a:lnTo>
                    <a:pt x="3417" y="1280"/>
                  </a:lnTo>
                  <a:lnTo>
                    <a:pt x="3414" y="1322"/>
                  </a:lnTo>
                  <a:lnTo>
                    <a:pt x="3408" y="1362"/>
                  </a:lnTo>
                  <a:lnTo>
                    <a:pt x="3400" y="1399"/>
                  </a:lnTo>
                  <a:lnTo>
                    <a:pt x="3389" y="1437"/>
                  </a:lnTo>
                  <a:lnTo>
                    <a:pt x="3377" y="1471"/>
                  </a:lnTo>
                  <a:lnTo>
                    <a:pt x="3363" y="1503"/>
                  </a:lnTo>
                  <a:lnTo>
                    <a:pt x="3348" y="1533"/>
                  </a:lnTo>
                  <a:lnTo>
                    <a:pt x="3331" y="1560"/>
                  </a:lnTo>
                  <a:lnTo>
                    <a:pt x="3312" y="1584"/>
                  </a:lnTo>
                  <a:lnTo>
                    <a:pt x="3293" y="1605"/>
                  </a:lnTo>
                  <a:lnTo>
                    <a:pt x="3272" y="1623"/>
                  </a:lnTo>
                  <a:lnTo>
                    <a:pt x="3250" y="1637"/>
                  </a:lnTo>
                  <a:lnTo>
                    <a:pt x="3227" y="1648"/>
                  </a:lnTo>
                  <a:lnTo>
                    <a:pt x="3204" y="1654"/>
                  </a:lnTo>
                  <a:lnTo>
                    <a:pt x="3179" y="1656"/>
                  </a:lnTo>
                  <a:lnTo>
                    <a:pt x="3155" y="1654"/>
                  </a:lnTo>
                  <a:lnTo>
                    <a:pt x="3131" y="1648"/>
                  </a:lnTo>
                  <a:lnTo>
                    <a:pt x="3108" y="1637"/>
                  </a:lnTo>
                  <a:lnTo>
                    <a:pt x="3087" y="1623"/>
                  </a:lnTo>
                  <a:lnTo>
                    <a:pt x="3066" y="1605"/>
                  </a:lnTo>
                  <a:lnTo>
                    <a:pt x="3046" y="1584"/>
                  </a:lnTo>
                  <a:lnTo>
                    <a:pt x="3027" y="1560"/>
                  </a:lnTo>
                  <a:lnTo>
                    <a:pt x="3011" y="1533"/>
                  </a:lnTo>
                  <a:lnTo>
                    <a:pt x="2994" y="1503"/>
                  </a:lnTo>
                  <a:lnTo>
                    <a:pt x="2980" y="1471"/>
                  </a:lnTo>
                  <a:lnTo>
                    <a:pt x="2968" y="1437"/>
                  </a:lnTo>
                  <a:lnTo>
                    <a:pt x="2958" y="1399"/>
                  </a:lnTo>
                  <a:lnTo>
                    <a:pt x="2950" y="1362"/>
                  </a:lnTo>
                  <a:lnTo>
                    <a:pt x="2944" y="1322"/>
                  </a:lnTo>
                  <a:lnTo>
                    <a:pt x="2940" y="1280"/>
                  </a:lnTo>
                  <a:lnTo>
                    <a:pt x="2939" y="1237"/>
                  </a:lnTo>
                  <a:lnTo>
                    <a:pt x="2940" y="1195"/>
                  </a:lnTo>
                  <a:lnTo>
                    <a:pt x="2944" y="1153"/>
                  </a:lnTo>
                  <a:lnTo>
                    <a:pt x="2950" y="1113"/>
                  </a:lnTo>
                  <a:lnTo>
                    <a:pt x="2958" y="1076"/>
                  </a:lnTo>
                  <a:lnTo>
                    <a:pt x="2968" y="1038"/>
                  </a:lnTo>
                  <a:lnTo>
                    <a:pt x="2980" y="1004"/>
                  </a:lnTo>
                  <a:lnTo>
                    <a:pt x="2994" y="971"/>
                  </a:lnTo>
                  <a:lnTo>
                    <a:pt x="3011" y="942"/>
                  </a:lnTo>
                  <a:lnTo>
                    <a:pt x="3027" y="915"/>
                  </a:lnTo>
                  <a:lnTo>
                    <a:pt x="3046" y="890"/>
                  </a:lnTo>
                  <a:lnTo>
                    <a:pt x="3066" y="869"/>
                  </a:lnTo>
                  <a:lnTo>
                    <a:pt x="3087" y="852"/>
                  </a:lnTo>
                  <a:lnTo>
                    <a:pt x="3108" y="838"/>
                  </a:lnTo>
                  <a:lnTo>
                    <a:pt x="3131" y="827"/>
                  </a:lnTo>
                  <a:lnTo>
                    <a:pt x="3155" y="821"/>
                  </a:lnTo>
                  <a:lnTo>
                    <a:pt x="3179" y="819"/>
                  </a:lnTo>
                  <a:close/>
                  <a:moveTo>
                    <a:pt x="3246" y="2144"/>
                  </a:moveTo>
                  <a:lnTo>
                    <a:pt x="3271" y="2146"/>
                  </a:lnTo>
                  <a:lnTo>
                    <a:pt x="3294" y="2152"/>
                  </a:lnTo>
                  <a:lnTo>
                    <a:pt x="3316" y="2162"/>
                  </a:lnTo>
                  <a:lnTo>
                    <a:pt x="3339" y="2176"/>
                  </a:lnTo>
                  <a:lnTo>
                    <a:pt x="3360" y="2194"/>
                  </a:lnTo>
                  <a:lnTo>
                    <a:pt x="3380" y="2215"/>
                  </a:lnTo>
                  <a:lnTo>
                    <a:pt x="3397" y="2240"/>
                  </a:lnTo>
                  <a:lnTo>
                    <a:pt x="3415" y="2267"/>
                  </a:lnTo>
                  <a:lnTo>
                    <a:pt x="3430" y="2296"/>
                  </a:lnTo>
                  <a:lnTo>
                    <a:pt x="3444" y="2329"/>
                  </a:lnTo>
                  <a:lnTo>
                    <a:pt x="3456" y="2363"/>
                  </a:lnTo>
                  <a:lnTo>
                    <a:pt x="3466" y="2400"/>
                  </a:lnTo>
                  <a:lnTo>
                    <a:pt x="3475" y="2438"/>
                  </a:lnTo>
                  <a:lnTo>
                    <a:pt x="3480" y="2478"/>
                  </a:lnTo>
                  <a:lnTo>
                    <a:pt x="3484" y="2520"/>
                  </a:lnTo>
                  <a:lnTo>
                    <a:pt x="3485" y="2562"/>
                  </a:lnTo>
                  <a:lnTo>
                    <a:pt x="3484" y="2604"/>
                  </a:lnTo>
                  <a:lnTo>
                    <a:pt x="3480" y="2647"/>
                  </a:lnTo>
                  <a:lnTo>
                    <a:pt x="3475" y="2686"/>
                  </a:lnTo>
                  <a:lnTo>
                    <a:pt x="3466" y="2725"/>
                  </a:lnTo>
                  <a:lnTo>
                    <a:pt x="3456" y="2762"/>
                  </a:lnTo>
                  <a:lnTo>
                    <a:pt x="3444" y="2796"/>
                  </a:lnTo>
                  <a:lnTo>
                    <a:pt x="3430" y="2828"/>
                  </a:lnTo>
                  <a:lnTo>
                    <a:pt x="3415" y="2858"/>
                  </a:lnTo>
                  <a:lnTo>
                    <a:pt x="3397" y="2886"/>
                  </a:lnTo>
                  <a:lnTo>
                    <a:pt x="3380" y="2909"/>
                  </a:lnTo>
                  <a:lnTo>
                    <a:pt x="3360" y="2930"/>
                  </a:lnTo>
                  <a:lnTo>
                    <a:pt x="3339" y="2949"/>
                  </a:lnTo>
                  <a:lnTo>
                    <a:pt x="3316" y="2963"/>
                  </a:lnTo>
                  <a:lnTo>
                    <a:pt x="3294" y="2974"/>
                  </a:lnTo>
                  <a:lnTo>
                    <a:pt x="3271" y="2980"/>
                  </a:lnTo>
                  <a:lnTo>
                    <a:pt x="3246" y="2982"/>
                  </a:lnTo>
                  <a:lnTo>
                    <a:pt x="3222" y="2980"/>
                  </a:lnTo>
                  <a:lnTo>
                    <a:pt x="3198" y="2974"/>
                  </a:lnTo>
                  <a:lnTo>
                    <a:pt x="3176" y="2963"/>
                  </a:lnTo>
                  <a:lnTo>
                    <a:pt x="3154" y="2949"/>
                  </a:lnTo>
                  <a:lnTo>
                    <a:pt x="3133" y="2930"/>
                  </a:lnTo>
                  <a:lnTo>
                    <a:pt x="3113" y="2909"/>
                  </a:lnTo>
                  <a:lnTo>
                    <a:pt x="3095" y="2886"/>
                  </a:lnTo>
                  <a:lnTo>
                    <a:pt x="3077" y="2858"/>
                  </a:lnTo>
                  <a:lnTo>
                    <a:pt x="3062" y="2828"/>
                  </a:lnTo>
                  <a:lnTo>
                    <a:pt x="3048" y="2796"/>
                  </a:lnTo>
                  <a:lnTo>
                    <a:pt x="3036" y="2762"/>
                  </a:lnTo>
                  <a:lnTo>
                    <a:pt x="3026" y="2725"/>
                  </a:lnTo>
                  <a:lnTo>
                    <a:pt x="3018" y="2686"/>
                  </a:lnTo>
                  <a:lnTo>
                    <a:pt x="3012" y="2647"/>
                  </a:lnTo>
                  <a:lnTo>
                    <a:pt x="3008" y="2604"/>
                  </a:lnTo>
                  <a:lnTo>
                    <a:pt x="3007" y="2562"/>
                  </a:lnTo>
                  <a:lnTo>
                    <a:pt x="3008" y="2520"/>
                  </a:lnTo>
                  <a:lnTo>
                    <a:pt x="3012" y="2478"/>
                  </a:lnTo>
                  <a:lnTo>
                    <a:pt x="3018" y="2438"/>
                  </a:lnTo>
                  <a:lnTo>
                    <a:pt x="3026" y="2400"/>
                  </a:lnTo>
                  <a:lnTo>
                    <a:pt x="3036" y="2363"/>
                  </a:lnTo>
                  <a:lnTo>
                    <a:pt x="3048" y="2329"/>
                  </a:lnTo>
                  <a:lnTo>
                    <a:pt x="3062" y="2296"/>
                  </a:lnTo>
                  <a:lnTo>
                    <a:pt x="3077" y="2267"/>
                  </a:lnTo>
                  <a:lnTo>
                    <a:pt x="3095" y="2240"/>
                  </a:lnTo>
                  <a:lnTo>
                    <a:pt x="3113" y="2215"/>
                  </a:lnTo>
                  <a:lnTo>
                    <a:pt x="3133" y="2194"/>
                  </a:lnTo>
                  <a:lnTo>
                    <a:pt x="3154" y="2176"/>
                  </a:lnTo>
                  <a:lnTo>
                    <a:pt x="3176" y="2162"/>
                  </a:lnTo>
                  <a:lnTo>
                    <a:pt x="3198" y="2152"/>
                  </a:lnTo>
                  <a:lnTo>
                    <a:pt x="3222" y="2146"/>
                  </a:lnTo>
                  <a:lnTo>
                    <a:pt x="3246" y="214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2434" name="Freeform 48"/>
            <p:cNvSpPr>
              <a:spLocks/>
            </p:cNvSpPr>
            <p:nvPr/>
          </p:nvSpPr>
          <p:spPr bwMode="auto">
            <a:xfrm>
              <a:off x="1267" y="1588"/>
              <a:ext cx="87" cy="52"/>
            </a:xfrm>
            <a:custGeom>
              <a:avLst/>
              <a:gdLst>
                <a:gd name="T0" fmla="*/ 3 w 437"/>
                <a:gd name="T1" fmla="*/ 2 h 260"/>
                <a:gd name="T2" fmla="*/ 3 w 437"/>
                <a:gd name="T3" fmla="*/ 2 h 260"/>
                <a:gd name="T4" fmla="*/ 3 w 437"/>
                <a:gd name="T5" fmla="*/ 2 h 260"/>
                <a:gd name="T6" fmla="*/ 3 w 437"/>
                <a:gd name="T7" fmla="*/ 2 h 260"/>
                <a:gd name="T8" fmla="*/ 3 w 437"/>
                <a:gd name="T9" fmla="*/ 1 h 260"/>
                <a:gd name="T10" fmla="*/ 3 w 437"/>
                <a:gd name="T11" fmla="*/ 1 h 260"/>
                <a:gd name="T12" fmla="*/ 3 w 437"/>
                <a:gd name="T13" fmla="*/ 1 h 260"/>
                <a:gd name="T14" fmla="*/ 3 w 437"/>
                <a:gd name="T15" fmla="*/ 1 h 260"/>
                <a:gd name="T16" fmla="*/ 3 w 437"/>
                <a:gd name="T17" fmla="*/ 1 h 260"/>
                <a:gd name="T18" fmla="*/ 2 w 437"/>
                <a:gd name="T19" fmla="*/ 1 h 260"/>
                <a:gd name="T20" fmla="*/ 2 w 437"/>
                <a:gd name="T21" fmla="*/ 0 h 260"/>
                <a:gd name="T22" fmla="*/ 2 w 437"/>
                <a:gd name="T23" fmla="*/ 0 h 260"/>
                <a:gd name="T24" fmla="*/ 2 w 437"/>
                <a:gd name="T25" fmla="*/ 0 h 260"/>
                <a:gd name="T26" fmla="*/ 1 w 437"/>
                <a:gd name="T27" fmla="*/ 0 h 260"/>
                <a:gd name="T28" fmla="*/ 1 w 437"/>
                <a:gd name="T29" fmla="*/ 0 h 260"/>
                <a:gd name="T30" fmla="*/ 1 w 437"/>
                <a:gd name="T31" fmla="*/ 0 h 260"/>
                <a:gd name="T32" fmla="*/ 0 w 437"/>
                <a:gd name="T33" fmla="*/ 0 h 260"/>
                <a:gd name="T34" fmla="*/ 0 w 437"/>
                <a:gd name="T35" fmla="*/ 0 h 260"/>
                <a:gd name="T36" fmla="*/ 0 w 437"/>
                <a:gd name="T37" fmla="*/ 0 h 260"/>
                <a:gd name="T38" fmla="*/ 0 w 437"/>
                <a:gd name="T39" fmla="*/ 0 h 260"/>
                <a:gd name="T40" fmla="*/ 1 w 437"/>
                <a:gd name="T41" fmla="*/ 0 h 260"/>
                <a:gd name="T42" fmla="*/ 1 w 437"/>
                <a:gd name="T43" fmla="*/ 0 h 260"/>
                <a:gd name="T44" fmla="*/ 1 w 437"/>
                <a:gd name="T45" fmla="*/ 0 h 260"/>
                <a:gd name="T46" fmla="*/ 2 w 437"/>
                <a:gd name="T47" fmla="*/ 0 h 260"/>
                <a:gd name="T48" fmla="*/ 2 w 437"/>
                <a:gd name="T49" fmla="*/ 0 h 260"/>
                <a:gd name="T50" fmla="*/ 2 w 437"/>
                <a:gd name="T51" fmla="*/ 1 h 260"/>
                <a:gd name="T52" fmla="*/ 2 w 437"/>
                <a:gd name="T53" fmla="*/ 1 h 260"/>
                <a:gd name="T54" fmla="*/ 3 w 437"/>
                <a:gd name="T55" fmla="*/ 1 h 260"/>
                <a:gd name="T56" fmla="*/ 3 w 437"/>
                <a:gd name="T57" fmla="*/ 1 h 260"/>
                <a:gd name="T58" fmla="*/ 3 w 437"/>
                <a:gd name="T59" fmla="*/ 1 h 260"/>
                <a:gd name="T60" fmla="*/ 3 w 437"/>
                <a:gd name="T61" fmla="*/ 1 h 260"/>
                <a:gd name="T62" fmla="*/ 3 w 437"/>
                <a:gd name="T63" fmla="*/ 1 h 260"/>
                <a:gd name="T64" fmla="*/ 3 w 437"/>
                <a:gd name="T65" fmla="*/ 2 h 260"/>
                <a:gd name="T66" fmla="*/ 3 w 437"/>
                <a:gd name="T67" fmla="*/ 2 h 260"/>
                <a:gd name="T68" fmla="*/ 3 w 437"/>
                <a:gd name="T69" fmla="*/ 2 h 260"/>
                <a:gd name="T70" fmla="*/ 3 w 437"/>
                <a:gd name="T71" fmla="*/ 2 h 260"/>
                <a:gd name="T72" fmla="*/ 3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437" y="260"/>
                  </a:moveTo>
                  <a:lnTo>
                    <a:pt x="437" y="260"/>
                  </a:lnTo>
                  <a:lnTo>
                    <a:pt x="434" y="233"/>
                  </a:lnTo>
                  <a:lnTo>
                    <a:pt x="427" y="206"/>
                  </a:lnTo>
                  <a:lnTo>
                    <a:pt x="417" y="181"/>
                  </a:lnTo>
                  <a:lnTo>
                    <a:pt x="401" y="157"/>
                  </a:lnTo>
                  <a:lnTo>
                    <a:pt x="383" y="133"/>
                  </a:lnTo>
                  <a:lnTo>
                    <a:pt x="360" y="113"/>
                  </a:lnTo>
                  <a:lnTo>
                    <a:pt x="336" y="93"/>
                  </a:lnTo>
                  <a:lnTo>
                    <a:pt x="308" y="73"/>
                  </a:lnTo>
                  <a:lnTo>
                    <a:pt x="276" y="58"/>
                  </a:lnTo>
                  <a:lnTo>
                    <a:pt x="242" y="43"/>
                  </a:lnTo>
                  <a:lnTo>
                    <a:pt x="207" y="30"/>
                  </a:lnTo>
                  <a:lnTo>
                    <a:pt x="168" y="19"/>
                  </a:lnTo>
                  <a:lnTo>
                    <a:pt x="128" y="11"/>
                  </a:lnTo>
                  <a:lnTo>
                    <a:pt x="87" y="4"/>
                  </a:lnTo>
                  <a:lnTo>
                    <a:pt x="43" y="1"/>
                  </a:lnTo>
                  <a:lnTo>
                    <a:pt x="0" y="0"/>
                  </a:lnTo>
                  <a:lnTo>
                    <a:pt x="0" y="11"/>
                  </a:lnTo>
                  <a:lnTo>
                    <a:pt x="43" y="12"/>
                  </a:lnTo>
                  <a:lnTo>
                    <a:pt x="85" y="16"/>
                  </a:lnTo>
                  <a:lnTo>
                    <a:pt x="126" y="23"/>
                  </a:lnTo>
                  <a:lnTo>
                    <a:pt x="166" y="31"/>
                  </a:lnTo>
                  <a:lnTo>
                    <a:pt x="202" y="42"/>
                  </a:lnTo>
                  <a:lnTo>
                    <a:pt x="237" y="55"/>
                  </a:lnTo>
                  <a:lnTo>
                    <a:pt x="271" y="70"/>
                  </a:lnTo>
                  <a:lnTo>
                    <a:pt x="301" y="85"/>
                  </a:lnTo>
                  <a:lnTo>
                    <a:pt x="329" y="103"/>
                  </a:lnTo>
                  <a:lnTo>
                    <a:pt x="353" y="123"/>
                  </a:lnTo>
                  <a:lnTo>
                    <a:pt x="373" y="143"/>
                  </a:lnTo>
                  <a:lnTo>
                    <a:pt x="392" y="164"/>
                  </a:lnTo>
                  <a:lnTo>
                    <a:pt x="405" y="186"/>
                  </a:lnTo>
                  <a:lnTo>
                    <a:pt x="415" y="211"/>
                  </a:lnTo>
                  <a:lnTo>
                    <a:pt x="422" y="235"/>
                  </a:lnTo>
                  <a:lnTo>
                    <a:pt x="425" y="260"/>
                  </a:lnTo>
                  <a:lnTo>
                    <a:pt x="437"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2435" name="Freeform 49"/>
            <p:cNvSpPr>
              <a:spLocks/>
            </p:cNvSpPr>
            <p:nvPr/>
          </p:nvSpPr>
          <p:spPr bwMode="auto">
            <a:xfrm>
              <a:off x="1267" y="1640"/>
              <a:ext cx="87" cy="52"/>
            </a:xfrm>
            <a:custGeom>
              <a:avLst/>
              <a:gdLst>
                <a:gd name="T0" fmla="*/ 0 w 437"/>
                <a:gd name="T1" fmla="*/ 2 h 260"/>
                <a:gd name="T2" fmla="*/ 0 w 437"/>
                <a:gd name="T3" fmla="*/ 2 h 260"/>
                <a:gd name="T4" fmla="*/ 0 w 437"/>
                <a:gd name="T5" fmla="*/ 2 h 260"/>
                <a:gd name="T6" fmla="*/ 1 w 437"/>
                <a:gd name="T7" fmla="*/ 2 h 260"/>
                <a:gd name="T8" fmla="*/ 1 w 437"/>
                <a:gd name="T9" fmla="*/ 2 h 260"/>
                <a:gd name="T10" fmla="*/ 1 w 437"/>
                <a:gd name="T11" fmla="*/ 2 h 260"/>
                <a:gd name="T12" fmla="*/ 2 w 437"/>
                <a:gd name="T13" fmla="*/ 2 h 260"/>
                <a:gd name="T14" fmla="*/ 2 w 437"/>
                <a:gd name="T15" fmla="*/ 2 h 260"/>
                <a:gd name="T16" fmla="*/ 2 w 437"/>
                <a:gd name="T17" fmla="*/ 2 h 260"/>
                <a:gd name="T18" fmla="*/ 2 w 437"/>
                <a:gd name="T19" fmla="*/ 1 h 260"/>
                <a:gd name="T20" fmla="*/ 3 w 437"/>
                <a:gd name="T21" fmla="*/ 1 h 260"/>
                <a:gd name="T22" fmla="*/ 3 w 437"/>
                <a:gd name="T23" fmla="*/ 1 h 260"/>
                <a:gd name="T24" fmla="*/ 3 w 437"/>
                <a:gd name="T25" fmla="*/ 1 h 260"/>
                <a:gd name="T26" fmla="*/ 3 w 437"/>
                <a:gd name="T27" fmla="*/ 1 h 260"/>
                <a:gd name="T28" fmla="*/ 3 w 437"/>
                <a:gd name="T29" fmla="*/ 1 h 260"/>
                <a:gd name="T30" fmla="*/ 3 w 437"/>
                <a:gd name="T31" fmla="*/ 0 h 260"/>
                <a:gd name="T32" fmla="*/ 3 w 437"/>
                <a:gd name="T33" fmla="*/ 0 h 260"/>
                <a:gd name="T34" fmla="*/ 3 w 437"/>
                <a:gd name="T35" fmla="*/ 0 h 260"/>
                <a:gd name="T36" fmla="*/ 3 w 437"/>
                <a:gd name="T37" fmla="*/ 0 h 260"/>
                <a:gd name="T38" fmla="*/ 3 w 437"/>
                <a:gd name="T39" fmla="*/ 0 h 260"/>
                <a:gd name="T40" fmla="*/ 3 w 437"/>
                <a:gd name="T41" fmla="*/ 0 h 260"/>
                <a:gd name="T42" fmla="*/ 3 w 437"/>
                <a:gd name="T43" fmla="*/ 1 h 260"/>
                <a:gd name="T44" fmla="*/ 3 w 437"/>
                <a:gd name="T45" fmla="*/ 1 h 260"/>
                <a:gd name="T46" fmla="*/ 3 w 437"/>
                <a:gd name="T47" fmla="*/ 1 h 260"/>
                <a:gd name="T48" fmla="*/ 3 w 437"/>
                <a:gd name="T49" fmla="*/ 1 h 260"/>
                <a:gd name="T50" fmla="*/ 3 w 437"/>
                <a:gd name="T51" fmla="*/ 1 h 260"/>
                <a:gd name="T52" fmla="*/ 2 w 437"/>
                <a:gd name="T53" fmla="*/ 1 h 260"/>
                <a:gd name="T54" fmla="*/ 2 w 437"/>
                <a:gd name="T55" fmla="*/ 2 h 260"/>
                <a:gd name="T56" fmla="*/ 2 w 437"/>
                <a:gd name="T57" fmla="*/ 2 h 260"/>
                <a:gd name="T58" fmla="*/ 2 w 437"/>
                <a:gd name="T59" fmla="*/ 2 h 260"/>
                <a:gd name="T60" fmla="*/ 1 w 437"/>
                <a:gd name="T61" fmla="*/ 2 h 260"/>
                <a:gd name="T62" fmla="*/ 1 w 437"/>
                <a:gd name="T63" fmla="*/ 2 h 260"/>
                <a:gd name="T64" fmla="*/ 1 w 437"/>
                <a:gd name="T65" fmla="*/ 2 h 260"/>
                <a:gd name="T66" fmla="*/ 0 w 437"/>
                <a:gd name="T67" fmla="*/ 2 h 260"/>
                <a:gd name="T68" fmla="*/ 0 w 437"/>
                <a:gd name="T69" fmla="*/ 2 h 260"/>
                <a:gd name="T70" fmla="*/ 0 w 437"/>
                <a:gd name="T71" fmla="*/ 2 h 260"/>
                <a:gd name="T72" fmla="*/ 0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0" y="260"/>
                  </a:moveTo>
                  <a:lnTo>
                    <a:pt x="0" y="260"/>
                  </a:lnTo>
                  <a:lnTo>
                    <a:pt x="43" y="259"/>
                  </a:lnTo>
                  <a:lnTo>
                    <a:pt x="87" y="255"/>
                  </a:lnTo>
                  <a:lnTo>
                    <a:pt x="128" y="248"/>
                  </a:lnTo>
                  <a:lnTo>
                    <a:pt x="168" y="240"/>
                  </a:lnTo>
                  <a:lnTo>
                    <a:pt x="207" y="230"/>
                  </a:lnTo>
                  <a:lnTo>
                    <a:pt x="242" y="217"/>
                  </a:lnTo>
                  <a:lnTo>
                    <a:pt x="276" y="202"/>
                  </a:lnTo>
                  <a:lnTo>
                    <a:pt x="308" y="185"/>
                  </a:lnTo>
                  <a:lnTo>
                    <a:pt x="336" y="166"/>
                  </a:lnTo>
                  <a:lnTo>
                    <a:pt x="360" y="146"/>
                  </a:lnTo>
                  <a:lnTo>
                    <a:pt x="383" y="125"/>
                  </a:lnTo>
                  <a:lnTo>
                    <a:pt x="401" y="102"/>
                  </a:lnTo>
                  <a:lnTo>
                    <a:pt x="417" y="77"/>
                  </a:lnTo>
                  <a:lnTo>
                    <a:pt x="427" y="53"/>
                  </a:lnTo>
                  <a:lnTo>
                    <a:pt x="434" y="27"/>
                  </a:lnTo>
                  <a:lnTo>
                    <a:pt x="437" y="0"/>
                  </a:lnTo>
                  <a:lnTo>
                    <a:pt x="425" y="0"/>
                  </a:lnTo>
                  <a:lnTo>
                    <a:pt x="422" y="24"/>
                  </a:lnTo>
                  <a:lnTo>
                    <a:pt x="415" y="48"/>
                  </a:lnTo>
                  <a:lnTo>
                    <a:pt x="405" y="73"/>
                  </a:lnTo>
                  <a:lnTo>
                    <a:pt x="392" y="95"/>
                  </a:lnTo>
                  <a:lnTo>
                    <a:pt x="373" y="116"/>
                  </a:lnTo>
                  <a:lnTo>
                    <a:pt x="353" y="137"/>
                  </a:lnTo>
                  <a:lnTo>
                    <a:pt x="329" y="157"/>
                  </a:lnTo>
                  <a:lnTo>
                    <a:pt x="301" y="173"/>
                  </a:lnTo>
                  <a:lnTo>
                    <a:pt x="271" y="190"/>
                  </a:lnTo>
                  <a:lnTo>
                    <a:pt x="237" y="205"/>
                  </a:lnTo>
                  <a:lnTo>
                    <a:pt x="202" y="218"/>
                  </a:lnTo>
                  <a:lnTo>
                    <a:pt x="166" y="228"/>
                  </a:lnTo>
                  <a:lnTo>
                    <a:pt x="126" y="237"/>
                  </a:lnTo>
                  <a:lnTo>
                    <a:pt x="85" y="244"/>
                  </a:lnTo>
                  <a:lnTo>
                    <a:pt x="43" y="247"/>
                  </a:lnTo>
                  <a:lnTo>
                    <a:pt x="0" y="248"/>
                  </a:lnTo>
                  <a:lnTo>
                    <a:pt x="0"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2436" name="Freeform 50"/>
            <p:cNvSpPr>
              <a:spLocks/>
            </p:cNvSpPr>
            <p:nvPr/>
          </p:nvSpPr>
          <p:spPr bwMode="auto">
            <a:xfrm>
              <a:off x="1179" y="1640"/>
              <a:ext cx="88" cy="52"/>
            </a:xfrm>
            <a:custGeom>
              <a:avLst/>
              <a:gdLst>
                <a:gd name="T0" fmla="*/ 0 w 439"/>
                <a:gd name="T1" fmla="*/ 0 h 260"/>
                <a:gd name="T2" fmla="*/ 0 w 439"/>
                <a:gd name="T3" fmla="*/ 0 h 260"/>
                <a:gd name="T4" fmla="*/ 0 w 439"/>
                <a:gd name="T5" fmla="*/ 0 h 260"/>
                <a:gd name="T6" fmla="*/ 0 w 439"/>
                <a:gd name="T7" fmla="*/ 0 h 260"/>
                <a:gd name="T8" fmla="*/ 0 w 439"/>
                <a:gd name="T9" fmla="*/ 1 h 260"/>
                <a:gd name="T10" fmla="*/ 0 w 439"/>
                <a:gd name="T11" fmla="*/ 1 h 260"/>
                <a:gd name="T12" fmla="*/ 0 w 439"/>
                <a:gd name="T13" fmla="*/ 1 h 260"/>
                <a:gd name="T14" fmla="*/ 1 w 439"/>
                <a:gd name="T15" fmla="*/ 1 h 260"/>
                <a:gd name="T16" fmla="*/ 1 w 439"/>
                <a:gd name="T17" fmla="*/ 1 h 260"/>
                <a:gd name="T18" fmla="*/ 1 w 439"/>
                <a:gd name="T19" fmla="*/ 1 h 260"/>
                <a:gd name="T20" fmla="*/ 1 w 439"/>
                <a:gd name="T21" fmla="*/ 2 h 260"/>
                <a:gd name="T22" fmla="*/ 2 w 439"/>
                <a:gd name="T23" fmla="*/ 2 h 260"/>
                <a:gd name="T24" fmla="*/ 2 w 439"/>
                <a:gd name="T25" fmla="*/ 2 h 260"/>
                <a:gd name="T26" fmla="*/ 2 w 439"/>
                <a:gd name="T27" fmla="*/ 2 h 260"/>
                <a:gd name="T28" fmla="*/ 2 w 439"/>
                <a:gd name="T29" fmla="*/ 2 h 260"/>
                <a:gd name="T30" fmla="*/ 3 w 439"/>
                <a:gd name="T31" fmla="*/ 2 h 260"/>
                <a:gd name="T32" fmla="*/ 3 w 439"/>
                <a:gd name="T33" fmla="*/ 2 h 260"/>
                <a:gd name="T34" fmla="*/ 4 w 439"/>
                <a:gd name="T35" fmla="*/ 2 h 260"/>
                <a:gd name="T36" fmla="*/ 4 w 439"/>
                <a:gd name="T37" fmla="*/ 2 h 260"/>
                <a:gd name="T38" fmla="*/ 3 w 439"/>
                <a:gd name="T39" fmla="*/ 2 h 260"/>
                <a:gd name="T40" fmla="*/ 3 w 439"/>
                <a:gd name="T41" fmla="*/ 2 h 260"/>
                <a:gd name="T42" fmla="*/ 3 w 439"/>
                <a:gd name="T43" fmla="*/ 2 h 260"/>
                <a:gd name="T44" fmla="*/ 2 w 439"/>
                <a:gd name="T45" fmla="*/ 2 h 260"/>
                <a:gd name="T46" fmla="*/ 2 w 439"/>
                <a:gd name="T47" fmla="*/ 2 h 260"/>
                <a:gd name="T48" fmla="*/ 2 w 439"/>
                <a:gd name="T49" fmla="*/ 2 h 260"/>
                <a:gd name="T50" fmla="*/ 1 w 439"/>
                <a:gd name="T51" fmla="*/ 2 h 260"/>
                <a:gd name="T52" fmla="*/ 1 w 439"/>
                <a:gd name="T53" fmla="*/ 1 h 260"/>
                <a:gd name="T54" fmla="*/ 1 w 439"/>
                <a:gd name="T55" fmla="*/ 1 h 260"/>
                <a:gd name="T56" fmla="*/ 1 w 439"/>
                <a:gd name="T57" fmla="*/ 1 h 260"/>
                <a:gd name="T58" fmla="*/ 1 w 439"/>
                <a:gd name="T59" fmla="*/ 1 h 260"/>
                <a:gd name="T60" fmla="*/ 0 w 439"/>
                <a:gd name="T61" fmla="*/ 1 h 260"/>
                <a:gd name="T62" fmla="*/ 0 w 439"/>
                <a:gd name="T63" fmla="*/ 1 h 260"/>
                <a:gd name="T64" fmla="*/ 0 w 439"/>
                <a:gd name="T65" fmla="*/ 0 h 260"/>
                <a:gd name="T66" fmla="*/ 0 w 439"/>
                <a:gd name="T67" fmla="*/ 0 h 260"/>
                <a:gd name="T68" fmla="*/ 0 w 439"/>
                <a:gd name="T69" fmla="*/ 0 h 260"/>
                <a:gd name="T70" fmla="*/ 0 w 439"/>
                <a:gd name="T71" fmla="*/ 0 h 260"/>
                <a:gd name="T72" fmla="*/ 0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0" y="0"/>
                  </a:moveTo>
                  <a:lnTo>
                    <a:pt x="0" y="0"/>
                  </a:lnTo>
                  <a:lnTo>
                    <a:pt x="3" y="27"/>
                  </a:lnTo>
                  <a:lnTo>
                    <a:pt x="10" y="53"/>
                  </a:lnTo>
                  <a:lnTo>
                    <a:pt x="20" y="77"/>
                  </a:lnTo>
                  <a:lnTo>
                    <a:pt x="35" y="102"/>
                  </a:lnTo>
                  <a:lnTo>
                    <a:pt x="54" y="125"/>
                  </a:lnTo>
                  <a:lnTo>
                    <a:pt x="76" y="146"/>
                  </a:lnTo>
                  <a:lnTo>
                    <a:pt x="102" y="166"/>
                  </a:lnTo>
                  <a:lnTo>
                    <a:pt x="130" y="185"/>
                  </a:lnTo>
                  <a:lnTo>
                    <a:pt x="162" y="202"/>
                  </a:lnTo>
                  <a:lnTo>
                    <a:pt x="195" y="217"/>
                  </a:lnTo>
                  <a:lnTo>
                    <a:pt x="231" y="230"/>
                  </a:lnTo>
                  <a:lnTo>
                    <a:pt x="270" y="240"/>
                  </a:lnTo>
                  <a:lnTo>
                    <a:pt x="310" y="248"/>
                  </a:lnTo>
                  <a:lnTo>
                    <a:pt x="351" y="255"/>
                  </a:lnTo>
                  <a:lnTo>
                    <a:pt x="395" y="259"/>
                  </a:lnTo>
                  <a:lnTo>
                    <a:pt x="439" y="260"/>
                  </a:lnTo>
                  <a:lnTo>
                    <a:pt x="439" y="248"/>
                  </a:lnTo>
                  <a:lnTo>
                    <a:pt x="395" y="247"/>
                  </a:lnTo>
                  <a:lnTo>
                    <a:pt x="353" y="244"/>
                  </a:lnTo>
                  <a:lnTo>
                    <a:pt x="312" y="237"/>
                  </a:lnTo>
                  <a:lnTo>
                    <a:pt x="272" y="228"/>
                  </a:lnTo>
                  <a:lnTo>
                    <a:pt x="236" y="218"/>
                  </a:lnTo>
                  <a:lnTo>
                    <a:pt x="200" y="205"/>
                  </a:lnTo>
                  <a:lnTo>
                    <a:pt x="167" y="190"/>
                  </a:lnTo>
                  <a:lnTo>
                    <a:pt x="137" y="173"/>
                  </a:lnTo>
                  <a:lnTo>
                    <a:pt x="109" y="157"/>
                  </a:lnTo>
                  <a:lnTo>
                    <a:pt x="84" y="137"/>
                  </a:lnTo>
                  <a:lnTo>
                    <a:pt x="64" y="116"/>
                  </a:lnTo>
                  <a:lnTo>
                    <a:pt x="45" y="95"/>
                  </a:lnTo>
                  <a:lnTo>
                    <a:pt x="32" y="73"/>
                  </a:lnTo>
                  <a:lnTo>
                    <a:pt x="21" y="48"/>
                  </a:lnTo>
                  <a:lnTo>
                    <a:pt x="14" y="24"/>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2437" name="Freeform 51"/>
            <p:cNvSpPr>
              <a:spLocks/>
            </p:cNvSpPr>
            <p:nvPr/>
          </p:nvSpPr>
          <p:spPr bwMode="auto">
            <a:xfrm>
              <a:off x="1179" y="1588"/>
              <a:ext cx="88" cy="52"/>
            </a:xfrm>
            <a:custGeom>
              <a:avLst/>
              <a:gdLst>
                <a:gd name="T0" fmla="*/ 4 w 439"/>
                <a:gd name="T1" fmla="*/ 0 h 260"/>
                <a:gd name="T2" fmla="*/ 4 w 439"/>
                <a:gd name="T3" fmla="*/ 0 h 260"/>
                <a:gd name="T4" fmla="*/ 3 w 439"/>
                <a:gd name="T5" fmla="*/ 0 h 260"/>
                <a:gd name="T6" fmla="*/ 3 w 439"/>
                <a:gd name="T7" fmla="*/ 0 h 260"/>
                <a:gd name="T8" fmla="*/ 2 w 439"/>
                <a:gd name="T9" fmla="*/ 0 h 260"/>
                <a:gd name="T10" fmla="*/ 2 w 439"/>
                <a:gd name="T11" fmla="*/ 0 h 260"/>
                <a:gd name="T12" fmla="*/ 2 w 439"/>
                <a:gd name="T13" fmla="*/ 0 h 260"/>
                <a:gd name="T14" fmla="*/ 2 w 439"/>
                <a:gd name="T15" fmla="*/ 0 h 260"/>
                <a:gd name="T16" fmla="*/ 1 w 439"/>
                <a:gd name="T17" fmla="*/ 0 h 260"/>
                <a:gd name="T18" fmla="*/ 1 w 439"/>
                <a:gd name="T19" fmla="*/ 1 h 260"/>
                <a:gd name="T20" fmla="*/ 1 w 439"/>
                <a:gd name="T21" fmla="*/ 1 h 260"/>
                <a:gd name="T22" fmla="*/ 1 w 439"/>
                <a:gd name="T23" fmla="*/ 1 h 260"/>
                <a:gd name="T24" fmla="*/ 0 w 439"/>
                <a:gd name="T25" fmla="*/ 1 h 260"/>
                <a:gd name="T26" fmla="*/ 0 w 439"/>
                <a:gd name="T27" fmla="*/ 1 h 260"/>
                <a:gd name="T28" fmla="*/ 0 w 439"/>
                <a:gd name="T29" fmla="*/ 1 h 260"/>
                <a:gd name="T30" fmla="*/ 0 w 439"/>
                <a:gd name="T31" fmla="*/ 2 h 260"/>
                <a:gd name="T32" fmla="*/ 0 w 439"/>
                <a:gd name="T33" fmla="*/ 2 h 260"/>
                <a:gd name="T34" fmla="*/ 0 w 439"/>
                <a:gd name="T35" fmla="*/ 2 h 260"/>
                <a:gd name="T36" fmla="*/ 0 w 439"/>
                <a:gd name="T37" fmla="*/ 2 h 260"/>
                <a:gd name="T38" fmla="*/ 0 w 439"/>
                <a:gd name="T39" fmla="*/ 2 h 260"/>
                <a:gd name="T40" fmla="*/ 0 w 439"/>
                <a:gd name="T41" fmla="*/ 2 h 260"/>
                <a:gd name="T42" fmla="*/ 0 w 439"/>
                <a:gd name="T43" fmla="*/ 1 h 260"/>
                <a:gd name="T44" fmla="*/ 0 w 439"/>
                <a:gd name="T45" fmla="*/ 1 h 260"/>
                <a:gd name="T46" fmla="*/ 1 w 439"/>
                <a:gd name="T47" fmla="*/ 1 h 260"/>
                <a:gd name="T48" fmla="*/ 1 w 439"/>
                <a:gd name="T49" fmla="*/ 1 h 260"/>
                <a:gd name="T50" fmla="*/ 1 w 439"/>
                <a:gd name="T51" fmla="*/ 1 h 260"/>
                <a:gd name="T52" fmla="*/ 1 w 439"/>
                <a:gd name="T53" fmla="*/ 1 h 260"/>
                <a:gd name="T54" fmla="*/ 1 w 439"/>
                <a:gd name="T55" fmla="*/ 1 h 260"/>
                <a:gd name="T56" fmla="*/ 2 w 439"/>
                <a:gd name="T57" fmla="*/ 0 h 260"/>
                <a:gd name="T58" fmla="*/ 2 w 439"/>
                <a:gd name="T59" fmla="*/ 0 h 260"/>
                <a:gd name="T60" fmla="*/ 2 w 439"/>
                <a:gd name="T61" fmla="*/ 0 h 260"/>
                <a:gd name="T62" fmla="*/ 3 w 439"/>
                <a:gd name="T63" fmla="*/ 0 h 260"/>
                <a:gd name="T64" fmla="*/ 3 w 439"/>
                <a:gd name="T65" fmla="*/ 0 h 260"/>
                <a:gd name="T66" fmla="*/ 3 w 439"/>
                <a:gd name="T67" fmla="*/ 0 h 260"/>
                <a:gd name="T68" fmla="*/ 4 w 439"/>
                <a:gd name="T69" fmla="*/ 0 h 260"/>
                <a:gd name="T70" fmla="*/ 4 w 439"/>
                <a:gd name="T71" fmla="*/ 0 h 260"/>
                <a:gd name="T72" fmla="*/ 4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439" y="0"/>
                  </a:moveTo>
                  <a:lnTo>
                    <a:pt x="439" y="0"/>
                  </a:lnTo>
                  <a:lnTo>
                    <a:pt x="395" y="1"/>
                  </a:lnTo>
                  <a:lnTo>
                    <a:pt x="351" y="4"/>
                  </a:lnTo>
                  <a:lnTo>
                    <a:pt x="310" y="11"/>
                  </a:lnTo>
                  <a:lnTo>
                    <a:pt x="270" y="19"/>
                  </a:lnTo>
                  <a:lnTo>
                    <a:pt x="231" y="30"/>
                  </a:lnTo>
                  <a:lnTo>
                    <a:pt x="195" y="43"/>
                  </a:lnTo>
                  <a:lnTo>
                    <a:pt x="162" y="58"/>
                  </a:lnTo>
                  <a:lnTo>
                    <a:pt x="130" y="73"/>
                  </a:lnTo>
                  <a:lnTo>
                    <a:pt x="102" y="93"/>
                  </a:lnTo>
                  <a:lnTo>
                    <a:pt x="76" y="113"/>
                  </a:lnTo>
                  <a:lnTo>
                    <a:pt x="54" y="133"/>
                  </a:lnTo>
                  <a:lnTo>
                    <a:pt x="35" y="157"/>
                  </a:lnTo>
                  <a:lnTo>
                    <a:pt x="20" y="181"/>
                  </a:lnTo>
                  <a:lnTo>
                    <a:pt x="10" y="206"/>
                  </a:lnTo>
                  <a:lnTo>
                    <a:pt x="3" y="233"/>
                  </a:lnTo>
                  <a:lnTo>
                    <a:pt x="0" y="260"/>
                  </a:lnTo>
                  <a:lnTo>
                    <a:pt x="12" y="260"/>
                  </a:lnTo>
                  <a:lnTo>
                    <a:pt x="14" y="235"/>
                  </a:lnTo>
                  <a:lnTo>
                    <a:pt x="21" y="211"/>
                  </a:lnTo>
                  <a:lnTo>
                    <a:pt x="32" y="186"/>
                  </a:lnTo>
                  <a:lnTo>
                    <a:pt x="45" y="164"/>
                  </a:lnTo>
                  <a:lnTo>
                    <a:pt x="64" y="143"/>
                  </a:lnTo>
                  <a:lnTo>
                    <a:pt x="84" y="123"/>
                  </a:lnTo>
                  <a:lnTo>
                    <a:pt x="109" y="103"/>
                  </a:lnTo>
                  <a:lnTo>
                    <a:pt x="137" y="85"/>
                  </a:lnTo>
                  <a:lnTo>
                    <a:pt x="167" y="70"/>
                  </a:lnTo>
                  <a:lnTo>
                    <a:pt x="200" y="55"/>
                  </a:lnTo>
                  <a:lnTo>
                    <a:pt x="236" y="42"/>
                  </a:lnTo>
                  <a:lnTo>
                    <a:pt x="272" y="31"/>
                  </a:lnTo>
                  <a:lnTo>
                    <a:pt x="312" y="23"/>
                  </a:lnTo>
                  <a:lnTo>
                    <a:pt x="353" y="16"/>
                  </a:lnTo>
                  <a:lnTo>
                    <a:pt x="395" y="12"/>
                  </a:lnTo>
                  <a:lnTo>
                    <a:pt x="439" y="11"/>
                  </a:lnTo>
                  <a:lnTo>
                    <a:pt x="439"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2438" name="Freeform 52"/>
            <p:cNvSpPr>
              <a:spLocks/>
            </p:cNvSpPr>
            <p:nvPr/>
          </p:nvSpPr>
          <p:spPr bwMode="auto">
            <a:xfrm>
              <a:off x="964" y="1745"/>
              <a:ext cx="48" cy="85"/>
            </a:xfrm>
            <a:custGeom>
              <a:avLst/>
              <a:gdLst>
                <a:gd name="T0" fmla="*/ 2 w 244"/>
                <a:gd name="T1" fmla="*/ 3 h 426"/>
                <a:gd name="T2" fmla="*/ 2 w 244"/>
                <a:gd name="T3" fmla="*/ 3 h 426"/>
                <a:gd name="T4" fmla="*/ 2 w 244"/>
                <a:gd name="T5" fmla="*/ 3 h 426"/>
                <a:gd name="T6" fmla="*/ 2 w 244"/>
                <a:gd name="T7" fmla="*/ 3 h 426"/>
                <a:gd name="T8" fmla="*/ 2 w 244"/>
                <a:gd name="T9" fmla="*/ 2 h 426"/>
                <a:gd name="T10" fmla="*/ 2 w 244"/>
                <a:gd name="T11" fmla="*/ 2 h 426"/>
                <a:gd name="T12" fmla="*/ 2 w 244"/>
                <a:gd name="T13" fmla="*/ 2 h 426"/>
                <a:gd name="T14" fmla="*/ 2 w 244"/>
                <a:gd name="T15" fmla="*/ 2 h 426"/>
                <a:gd name="T16" fmla="*/ 1 w 244"/>
                <a:gd name="T17" fmla="*/ 1 h 426"/>
                <a:gd name="T18" fmla="*/ 1 w 244"/>
                <a:gd name="T19" fmla="*/ 1 h 426"/>
                <a:gd name="T20" fmla="*/ 1 w 244"/>
                <a:gd name="T21" fmla="*/ 1 h 426"/>
                <a:gd name="T22" fmla="*/ 1 w 244"/>
                <a:gd name="T23" fmla="*/ 1 h 426"/>
                <a:gd name="T24" fmla="*/ 1 w 244"/>
                <a:gd name="T25" fmla="*/ 0 h 426"/>
                <a:gd name="T26" fmla="*/ 1 w 244"/>
                <a:gd name="T27" fmla="*/ 0 h 426"/>
                <a:gd name="T28" fmla="*/ 1 w 244"/>
                <a:gd name="T29" fmla="*/ 0 h 426"/>
                <a:gd name="T30" fmla="*/ 0 w 244"/>
                <a:gd name="T31" fmla="*/ 0 h 426"/>
                <a:gd name="T32" fmla="*/ 0 w 244"/>
                <a:gd name="T33" fmla="*/ 0 h 426"/>
                <a:gd name="T34" fmla="*/ 0 w 244"/>
                <a:gd name="T35" fmla="*/ 0 h 426"/>
                <a:gd name="T36" fmla="*/ 0 w 244"/>
                <a:gd name="T37" fmla="*/ 0 h 426"/>
                <a:gd name="T38" fmla="*/ 0 w 244"/>
                <a:gd name="T39" fmla="*/ 0 h 426"/>
                <a:gd name="T40" fmla="*/ 0 w 244"/>
                <a:gd name="T41" fmla="*/ 0 h 426"/>
                <a:gd name="T42" fmla="*/ 1 w 244"/>
                <a:gd name="T43" fmla="*/ 0 h 426"/>
                <a:gd name="T44" fmla="*/ 1 w 244"/>
                <a:gd name="T45" fmla="*/ 0 h 426"/>
                <a:gd name="T46" fmla="*/ 1 w 244"/>
                <a:gd name="T47" fmla="*/ 0 h 426"/>
                <a:gd name="T48" fmla="*/ 1 w 244"/>
                <a:gd name="T49" fmla="*/ 1 h 426"/>
                <a:gd name="T50" fmla="*/ 1 w 244"/>
                <a:gd name="T51" fmla="*/ 1 h 426"/>
                <a:gd name="T52" fmla="*/ 1 w 244"/>
                <a:gd name="T53" fmla="*/ 1 h 426"/>
                <a:gd name="T54" fmla="*/ 1 w 244"/>
                <a:gd name="T55" fmla="*/ 1 h 426"/>
                <a:gd name="T56" fmla="*/ 1 w 244"/>
                <a:gd name="T57" fmla="*/ 2 h 426"/>
                <a:gd name="T58" fmla="*/ 2 w 244"/>
                <a:gd name="T59" fmla="*/ 2 h 426"/>
                <a:gd name="T60" fmla="*/ 2 w 244"/>
                <a:gd name="T61" fmla="*/ 2 h 426"/>
                <a:gd name="T62" fmla="*/ 2 w 244"/>
                <a:gd name="T63" fmla="*/ 2 h 426"/>
                <a:gd name="T64" fmla="*/ 2 w 244"/>
                <a:gd name="T65" fmla="*/ 3 h 426"/>
                <a:gd name="T66" fmla="*/ 2 w 244"/>
                <a:gd name="T67" fmla="*/ 3 h 426"/>
                <a:gd name="T68" fmla="*/ 2 w 244"/>
                <a:gd name="T69" fmla="*/ 3 h 426"/>
                <a:gd name="T70" fmla="*/ 2 w 244"/>
                <a:gd name="T71" fmla="*/ 3 h 426"/>
                <a:gd name="T72" fmla="*/ 2 w 244"/>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6"/>
                <a:gd name="T113" fmla="*/ 244 w 244"/>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6">
                  <a:moveTo>
                    <a:pt x="244" y="426"/>
                  </a:moveTo>
                  <a:lnTo>
                    <a:pt x="244" y="426"/>
                  </a:lnTo>
                  <a:lnTo>
                    <a:pt x="243" y="383"/>
                  </a:lnTo>
                  <a:lnTo>
                    <a:pt x="240" y="340"/>
                  </a:lnTo>
                  <a:lnTo>
                    <a:pt x="234" y="300"/>
                  </a:lnTo>
                  <a:lnTo>
                    <a:pt x="226" y="262"/>
                  </a:lnTo>
                  <a:lnTo>
                    <a:pt x="215" y="224"/>
                  </a:lnTo>
                  <a:lnTo>
                    <a:pt x="203" y="189"/>
                  </a:lnTo>
                  <a:lnTo>
                    <a:pt x="189" y="157"/>
                  </a:lnTo>
                  <a:lnTo>
                    <a:pt x="174" y="126"/>
                  </a:lnTo>
                  <a:lnTo>
                    <a:pt x="155" y="99"/>
                  </a:lnTo>
                  <a:lnTo>
                    <a:pt x="138" y="74"/>
                  </a:lnTo>
                  <a:lnTo>
                    <a:pt x="118" y="52"/>
                  </a:lnTo>
                  <a:lnTo>
                    <a:pt x="96" y="34"/>
                  </a:lnTo>
                  <a:lnTo>
                    <a:pt x="73" y="19"/>
                  </a:lnTo>
                  <a:lnTo>
                    <a:pt x="50" y="8"/>
                  </a:lnTo>
                  <a:lnTo>
                    <a:pt x="25" y="2"/>
                  </a:lnTo>
                  <a:lnTo>
                    <a:pt x="0" y="0"/>
                  </a:lnTo>
                  <a:lnTo>
                    <a:pt x="0" y="12"/>
                  </a:lnTo>
                  <a:lnTo>
                    <a:pt x="23" y="14"/>
                  </a:lnTo>
                  <a:lnTo>
                    <a:pt x="45" y="20"/>
                  </a:lnTo>
                  <a:lnTo>
                    <a:pt x="66" y="31"/>
                  </a:lnTo>
                  <a:lnTo>
                    <a:pt x="89" y="43"/>
                  </a:lnTo>
                  <a:lnTo>
                    <a:pt x="109" y="61"/>
                  </a:lnTo>
                  <a:lnTo>
                    <a:pt x="129" y="81"/>
                  </a:lnTo>
                  <a:lnTo>
                    <a:pt x="146" y="106"/>
                  </a:lnTo>
                  <a:lnTo>
                    <a:pt x="162" y="133"/>
                  </a:lnTo>
                  <a:lnTo>
                    <a:pt x="178" y="162"/>
                  </a:lnTo>
                  <a:lnTo>
                    <a:pt x="192" y="194"/>
                  </a:lnTo>
                  <a:lnTo>
                    <a:pt x="203" y="229"/>
                  </a:lnTo>
                  <a:lnTo>
                    <a:pt x="214" y="264"/>
                  </a:lnTo>
                  <a:lnTo>
                    <a:pt x="222" y="303"/>
                  </a:lnTo>
                  <a:lnTo>
                    <a:pt x="228" y="342"/>
                  </a:lnTo>
                  <a:lnTo>
                    <a:pt x="232" y="383"/>
                  </a:lnTo>
                  <a:lnTo>
                    <a:pt x="233" y="426"/>
                  </a:lnTo>
                  <a:lnTo>
                    <a:pt x="244"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2439" name="Freeform 53"/>
            <p:cNvSpPr>
              <a:spLocks/>
            </p:cNvSpPr>
            <p:nvPr/>
          </p:nvSpPr>
          <p:spPr bwMode="auto">
            <a:xfrm>
              <a:off x="964" y="1830"/>
              <a:ext cx="48" cy="85"/>
            </a:xfrm>
            <a:custGeom>
              <a:avLst/>
              <a:gdLst>
                <a:gd name="T0" fmla="*/ 0 w 244"/>
                <a:gd name="T1" fmla="*/ 3 h 424"/>
                <a:gd name="T2" fmla="*/ 0 w 244"/>
                <a:gd name="T3" fmla="*/ 3 h 424"/>
                <a:gd name="T4" fmla="*/ 0 w 244"/>
                <a:gd name="T5" fmla="*/ 3 h 424"/>
                <a:gd name="T6" fmla="*/ 0 w 244"/>
                <a:gd name="T7" fmla="*/ 3 h 424"/>
                <a:gd name="T8" fmla="*/ 1 w 244"/>
                <a:gd name="T9" fmla="*/ 3 h 424"/>
                <a:gd name="T10" fmla="*/ 1 w 244"/>
                <a:gd name="T11" fmla="*/ 3 h 424"/>
                <a:gd name="T12" fmla="*/ 1 w 244"/>
                <a:gd name="T13" fmla="*/ 3 h 424"/>
                <a:gd name="T14" fmla="*/ 1 w 244"/>
                <a:gd name="T15" fmla="*/ 3 h 424"/>
                <a:gd name="T16" fmla="*/ 1 w 244"/>
                <a:gd name="T17" fmla="*/ 3 h 424"/>
                <a:gd name="T18" fmla="*/ 1 w 244"/>
                <a:gd name="T19" fmla="*/ 2 h 424"/>
                <a:gd name="T20" fmla="*/ 1 w 244"/>
                <a:gd name="T21" fmla="*/ 2 h 424"/>
                <a:gd name="T22" fmla="*/ 2 w 244"/>
                <a:gd name="T23" fmla="*/ 2 h 424"/>
                <a:gd name="T24" fmla="*/ 2 w 244"/>
                <a:gd name="T25" fmla="*/ 2 h 424"/>
                <a:gd name="T26" fmla="*/ 2 w 244"/>
                <a:gd name="T27" fmla="*/ 1 h 424"/>
                <a:gd name="T28" fmla="*/ 2 w 244"/>
                <a:gd name="T29" fmla="*/ 1 h 424"/>
                <a:gd name="T30" fmla="*/ 2 w 244"/>
                <a:gd name="T31" fmla="*/ 1 h 424"/>
                <a:gd name="T32" fmla="*/ 2 w 244"/>
                <a:gd name="T33" fmla="*/ 0 h 424"/>
                <a:gd name="T34" fmla="*/ 2 w 244"/>
                <a:gd name="T35" fmla="*/ 0 h 424"/>
                <a:gd name="T36" fmla="*/ 2 w 244"/>
                <a:gd name="T37" fmla="*/ 0 h 424"/>
                <a:gd name="T38" fmla="*/ 2 w 244"/>
                <a:gd name="T39" fmla="*/ 0 h 424"/>
                <a:gd name="T40" fmla="*/ 2 w 244"/>
                <a:gd name="T41" fmla="*/ 1 h 424"/>
                <a:gd name="T42" fmla="*/ 2 w 244"/>
                <a:gd name="T43" fmla="*/ 1 h 424"/>
                <a:gd name="T44" fmla="*/ 2 w 244"/>
                <a:gd name="T45" fmla="*/ 1 h 424"/>
                <a:gd name="T46" fmla="*/ 2 w 244"/>
                <a:gd name="T47" fmla="*/ 2 h 424"/>
                <a:gd name="T48" fmla="*/ 1 w 244"/>
                <a:gd name="T49" fmla="*/ 2 h 424"/>
                <a:gd name="T50" fmla="*/ 1 w 244"/>
                <a:gd name="T51" fmla="*/ 2 h 424"/>
                <a:gd name="T52" fmla="*/ 1 w 244"/>
                <a:gd name="T53" fmla="*/ 2 h 424"/>
                <a:gd name="T54" fmla="*/ 1 w 244"/>
                <a:gd name="T55" fmla="*/ 3 h 424"/>
                <a:gd name="T56" fmla="*/ 1 w 244"/>
                <a:gd name="T57" fmla="*/ 3 h 424"/>
                <a:gd name="T58" fmla="*/ 1 w 244"/>
                <a:gd name="T59" fmla="*/ 3 h 424"/>
                <a:gd name="T60" fmla="*/ 1 w 244"/>
                <a:gd name="T61" fmla="*/ 3 h 424"/>
                <a:gd name="T62" fmla="*/ 1 w 244"/>
                <a:gd name="T63" fmla="*/ 3 h 424"/>
                <a:gd name="T64" fmla="*/ 0 w 244"/>
                <a:gd name="T65" fmla="*/ 3 h 424"/>
                <a:gd name="T66" fmla="*/ 0 w 244"/>
                <a:gd name="T67" fmla="*/ 3 h 424"/>
                <a:gd name="T68" fmla="*/ 0 w 244"/>
                <a:gd name="T69" fmla="*/ 3 h 424"/>
                <a:gd name="T70" fmla="*/ 0 w 244"/>
                <a:gd name="T71" fmla="*/ 3 h 424"/>
                <a:gd name="T72" fmla="*/ 0 w 244"/>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4"/>
                <a:gd name="T113" fmla="*/ 244 w 244"/>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4">
                  <a:moveTo>
                    <a:pt x="0" y="424"/>
                  </a:moveTo>
                  <a:lnTo>
                    <a:pt x="0" y="424"/>
                  </a:lnTo>
                  <a:lnTo>
                    <a:pt x="25" y="422"/>
                  </a:lnTo>
                  <a:lnTo>
                    <a:pt x="50" y="416"/>
                  </a:lnTo>
                  <a:lnTo>
                    <a:pt x="73" y="405"/>
                  </a:lnTo>
                  <a:lnTo>
                    <a:pt x="96" y="390"/>
                  </a:lnTo>
                  <a:lnTo>
                    <a:pt x="118" y="373"/>
                  </a:lnTo>
                  <a:lnTo>
                    <a:pt x="138" y="350"/>
                  </a:lnTo>
                  <a:lnTo>
                    <a:pt x="155" y="326"/>
                  </a:lnTo>
                  <a:lnTo>
                    <a:pt x="173" y="299"/>
                  </a:lnTo>
                  <a:lnTo>
                    <a:pt x="189" y="268"/>
                  </a:lnTo>
                  <a:lnTo>
                    <a:pt x="203" y="235"/>
                  </a:lnTo>
                  <a:lnTo>
                    <a:pt x="215" y="201"/>
                  </a:lnTo>
                  <a:lnTo>
                    <a:pt x="226" y="163"/>
                  </a:lnTo>
                  <a:lnTo>
                    <a:pt x="234" y="125"/>
                  </a:lnTo>
                  <a:lnTo>
                    <a:pt x="240" y="85"/>
                  </a:lnTo>
                  <a:lnTo>
                    <a:pt x="243" y="42"/>
                  </a:lnTo>
                  <a:lnTo>
                    <a:pt x="244" y="0"/>
                  </a:lnTo>
                  <a:lnTo>
                    <a:pt x="233" y="0"/>
                  </a:lnTo>
                  <a:lnTo>
                    <a:pt x="232" y="42"/>
                  </a:lnTo>
                  <a:lnTo>
                    <a:pt x="228" y="83"/>
                  </a:lnTo>
                  <a:lnTo>
                    <a:pt x="222" y="123"/>
                  </a:lnTo>
                  <a:lnTo>
                    <a:pt x="214" y="160"/>
                  </a:lnTo>
                  <a:lnTo>
                    <a:pt x="203" y="197"/>
                  </a:lnTo>
                  <a:lnTo>
                    <a:pt x="192" y="231"/>
                  </a:lnTo>
                  <a:lnTo>
                    <a:pt x="178" y="263"/>
                  </a:lnTo>
                  <a:lnTo>
                    <a:pt x="164" y="292"/>
                  </a:lnTo>
                  <a:lnTo>
                    <a:pt x="146" y="319"/>
                  </a:lnTo>
                  <a:lnTo>
                    <a:pt x="129" y="343"/>
                  </a:lnTo>
                  <a:lnTo>
                    <a:pt x="109" y="363"/>
                  </a:lnTo>
                  <a:lnTo>
                    <a:pt x="89" y="381"/>
                  </a:lnTo>
                  <a:lnTo>
                    <a:pt x="66" y="394"/>
                  </a:lnTo>
                  <a:lnTo>
                    <a:pt x="45" y="404"/>
                  </a:lnTo>
                  <a:lnTo>
                    <a:pt x="23" y="410"/>
                  </a:lnTo>
                  <a:lnTo>
                    <a:pt x="0" y="412"/>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2440" name="Freeform 54"/>
            <p:cNvSpPr>
              <a:spLocks/>
            </p:cNvSpPr>
            <p:nvPr/>
          </p:nvSpPr>
          <p:spPr bwMode="auto">
            <a:xfrm>
              <a:off x="915" y="1830"/>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1" y="42"/>
                  </a:lnTo>
                  <a:lnTo>
                    <a:pt x="4" y="85"/>
                  </a:lnTo>
                  <a:lnTo>
                    <a:pt x="10" y="125"/>
                  </a:lnTo>
                  <a:lnTo>
                    <a:pt x="19" y="163"/>
                  </a:lnTo>
                  <a:lnTo>
                    <a:pt x="29" y="201"/>
                  </a:lnTo>
                  <a:lnTo>
                    <a:pt x="41" y="235"/>
                  </a:lnTo>
                  <a:lnTo>
                    <a:pt x="55" y="268"/>
                  </a:lnTo>
                  <a:lnTo>
                    <a:pt x="71" y="299"/>
                  </a:lnTo>
                  <a:lnTo>
                    <a:pt x="89" y="326"/>
                  </a:lnTo>
                  <a:lnTo>
                    <a:pt x="106" y="350"/>
                  </a:lnTo>
                  <a:lnTo>
                    <a:pt x="126" y="373"/>
                  </a:lnTo>
                  <a:lnTo>
                    <a:pt x="149" y="390"/>
                  </a:lnTo>
                  <a:lnTo>
                    <a:pt x="171" y="405"/>
                  </a:lnTo>
                  <a:lnTo>
                    <a:pt x="194" y="416"/>
                  </a:lnTo>
                  <a:lnTo>
                    <a:pt x="219" y="422"/>
                  </a:lnTo>
                  <a:lnTo>
                    <a:pt x="245" y="424"/>
                  </a:lnTo>
                  <a:lnTo>
                    <a:pt x="245" y="412"/>
                  </a:lnTo>
                  <a:lnTo>
                    <a:pt x="221" y="410"/>
                  </a:lnTo>
                  <a:lnTo>
                    <a:pt x="199" y="404"/>
                  </a:lnTo>
                  <a:lnTo>
                    <a:pt x="178" y="394"/>
                  </a:lnTo>
                  <a:lnTo>
                    <a:pt x="156" y="381"/>
                  </a:lnTo>
                  <a:lnTo>
                    <a:pt x="136" y="363"/>
                  </a:lnTo>
                  <a:lnTo>
                    <a:pt x="116" y="343"/>
                  </a:lnTo>
                  <a:lnTo>
                    <a:pt x="98" y="319"/>
                  </a:lnTo>
                  <a:lnTo>
                    <a:pt x="81" y="292"/>
                  </a:lnTo>
                  <a:lnTo>
                    <a:pt x="67" y="263"/>
                  </a:lnTo>
                  <a:lnTo>
                    <a:pt x="52" y="231"/>
                  </a:lnTo>
                  <a:lnTo>
                    <a:pt x="41" y="197"/>
                  </a:lnTo>
                  <a:lnTo>
                    <a:pt x="30" y="160"/>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2441" name="Freeform 55"/>
            <p:cNvSpPr>
              <a:spLocks/>
            </p:cNvSpPr>
            <p:nvPr/>
          </p:nvSpPr>
          <p:spPr bwMode="auto">
            <a:xfrm>
              <a:off x="915" y="1745"/>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0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19" y="2"/>
                  </a:lnTo>
                  <a:lnTo>
                    <a:pt x="194" y="8"/>
                  </a:lnTo>
                  <a:lnTo>
                    <a:pt x="171" y="19"/>
                  </a:lnTo>
                  <a:lnTo>
                    <a:pt x="149" y="34"/>
                  </a:lnTo>
                  <a:lnTo>
                    <a:pt x="126" y="52"/>
                  </a:lnTo>
                  <a:lnTo>
                    <a:pt x="106" y="74"/>
                  </a:lnTo>
                  <a:lnTo>
                    <a:pt x="89" y="99"/>
                  </a:lnTo>
                  <a:lnTo>
                    <a:pt x="70" y="126"/>
                  </a:lnTo>
                  <a:lnTo>
                    <a:pt x="55" y="157"/>
                  </a:lnTo>
                  <a:lnTo>
                    <a:pt x="41" y="189"/>
                  </a:lnTo>
                  <a:lnTo>
                    <a:pt x="29" y="224"/>
                  </a:lnTo>
                  <a:lnTo>
                    <a:pt x="19" y="262"/>
                  </a:lnTo>
                  <a:lnTo>
                    <a:pt x="10" y="300"/>
                  </a:lnTo>
                  <a:lnTo>
                    <a:pt x="4" y="340"/>
                  </a:lnTo>
                  <a:lnTo>
                    <a:pt x="1" y="383"/>
                  </a:lnTo>
                  <a:lnTo>
                    <a:pt x="0" y="426"/>
                  </a:lnTo>
                  <a:lnTo>
                    <a:pt x="11" y="426"/>
                  </a:lnTo>
                  <a:lnTo>
                    <a:pt x="13" y="383"/>
                  </a:lnTo>
                  <a:lnTo>
                    <a:pt x="16" y="342"/>
                  </a:lnTo>
                  <a:lnTo>
                    <a:pt x="22" y="303"/>
                  </a:lnTo>
                  <a:lnTo>
                    <a:pt x="30" y="264"/>
                  </a:lnTo>
                  <a:lnTo>
                    <a:pt x="41" y="229"/>
                  </a:lnTo>
                  <a:lnTo>
                    <a:pt x="52" y="194"/>
                  </a:lnTo>
                  <a:lnTo>
                    <a:pt x="67" y="162"/>
                  </a:lnTo>
                  <a:lnTo>
                    <a:pt x="82" y="133"/>
                  </a:lnTo>
                  <a:lnTo>
                    <a:pt x="98" y="106"/>
                  </a:lnTo>
                  <a:lnTo>
                    <a:pt x="116" y="81"/>
                  </a:lnTo>
                  <a:lnTo>
                    <a:pt x="136" y="61"/>
                  </a:lnTo>
                  <a:lnTo>
                    <a:pt x="156" y="43"/>
                  </a:lnTo>
                  <a:lnTo>
                    <a:pt x="178" y="31"/>
                  </a:lnTo>
                  <a:lnTo>
                    <a:pt x="199" y="20"/>
                  </a:lnTo>
                  <a:lnTo>
                    <a:pt x="221"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2442" name="Freeform 56"/>
            <p:cNvSpPr>
              <a:spLocks/>
            </p:cNvSpPr>
            <p:nvPr/>
          </p:nvSpPr>
          <p:spPr bwMode="auto">
            <a:xfrm>
              <a:off x="1140" y="2087"/>
              <a:ext cx="49" cy="85"/>
            </a:xfrm>
            <a:custGeom>
              <a:avLst/>
              <a:gdLst>
                <a:gd name="T0" fmla="*/ 2 w 246"/>
                <a:gd name="T1" fmla="*/ 3 h 424"/>
                <a:gd name="T2" fmla="*/ 2 w 246"/>
                <a:gd name="T3" fmla="*/ 3 h 424"/>
                <a:gd name="T4" fmla="*/ 2 w 246"/>
                <a:gd name="T5" fmla="*/ 3 h 424"/>
                <a:gd name="T6" fmla="*/ 2 w 246"/>
                <a:gd name="T7" fmla="*/ 3 h 424"/>
                <a:gd name="T8" fmla="*/ 2 w 246"/>
                <a:gd name="T9" fmla="*/ 2 h 424"/>
                <a:gd name="T10" fmla="*/ 2 w 246"/>
                <a:gd name="T11" fmla="*/ 2 h 424"/>
                <a:gd name="T12" fmla="*/ 2 w 246"/>
                <a:gd name="T13" fmla="*/ 2 h 424"/>
                <a:gd name="T14" fmla="*/ 2 w 246"/>
                <a:gd name="T15" fmla="*/ 2 h 424"/>
                <a:gd name="T16" fmla="*/ 2 w 246"/>
                <a:gd name="T17" fmla="*/ 1 h 424"/>
                <a:gd name="T18" fmla="*/ 1 w 246"/>
                <a:gd name="T19" fmla="*/ 1 h 424"/>
                <a:gd name="T20" fmla="*/ 1 w 246"/>
                <a:gd name="T21" fmla="*/ 1 h 424"/>
                <a:gd name="T22" fmla="*/ 1 w 246"/>
                <a:gd name="T23" fmla="*/ 1 h 424"/>
                <a:gd name="T24" fmla="*/ 1 w 246"/>
                <a:gd name="T25" fmla="*/ 0 h 424"/>
                <a:gd name="T26" fmla="*/ 1 w 246"/>
                <a:gd name="T27" fmla="*/ 0 h 424"/>
                <a:gd name="T28" fmla="*/ 1 w 246"/>
                <a:gd name="T29" fmla="*/ 0 h 424"/>
                <a:gd name="T30" fmla="*/ 0 w 246"/>
                <a:gd name="T31" fmla="*/ 0 h 424"/>
                <a:gd name="T32" fmla="*/ 0 w 246"/>
                <a:gd name="T33" fmla="*/ 0 h 424"/>
                <a:gd name="T34" fmla="*/ 0 w 246"/>
                <a:gd name="T35" fmla="*/ 0 h 424"/>
                <a:gd name="T36" fmla="*/ 0 w 246"/>
                <a:gd name="T37" fmla="*/ 0 h 424"/>
                <a:gd name="T38" fmla="*/ 0 w 246"/>
                <a:gd name="T39" fmla="*/ 0 h 424"/>
                <a:gd name="T40" fmla="*/ 0 w 246"/>
                <a:gd name="T41" fmla="*/ 0 h 424"/>
                <a:gd name="T42" fmla="*/ 1 w 246"/>
                <a:gd name="T43" fmla="*/ 0 h 424"/>
                <a:gd name="T44" fmla="*/ 1 w 246"/>
                <a:gd name="T45" fmla="*/ 0 h 424"/>
                <a:gd name="T46" fmla="*/ 1 w 246"/>
                <a:gd name="T47" fmla="*/ 0 h 424"/>
                <a:gd name="T48" fmla="*/ 1 w 246"/>
                <a:gd name="T49" fmla="*/ 1 h 424"/>
                <a:gd name="T50" fmla="*/ 1 w 246"/>
                <a:gd name="T51" fmla="*/ 1 h 424"/>
                <a:gd name="T52" fmla="*/ 1 w 246"/>
                <a:gd name="T53" fmla="*/ 1 h 424"/>
                <a:gd name="T54" fmla="*/ 1 w 246"/>
                <a:gd name="T55" fmla="*/ 1 h 424"/>
                <a:gd name="T56" fmla="*/ 2 w 246"/>
                <a:gd name="T57" fmla="*/ 2 h 424"/>
                <a:gd name="T58" fmla="*/ 2 w 246"/>
                <a:gd name="T59" fmla="*/ 2 h 424"/>
                <a:gd name="T60" fmla="*/ 2 w 246"/>
                <a:gd name="T61" fmla="*/ 2 h 424"/>
                <a:gd name="T62" fmla="*/ 2 w 246"/>
                <a:gd name="T63" fmla="*/ 2 h 424"/>
                <a:gd name="T64" fmla="*/ 2 w 246"/>
                <a:gd name="T65" fmla="*/ 3 h 424"/>
                <a:gd name="T66" fmla="*/ 2 w 246"/>
                <a:gd name="T67" fmla="*/ 3 h 424"/>
                <a:gd name="T68" fmla="*/ 2 w 246"/>
                <a:gd name="T69" fmla="*/ 3 h 424"/>
                <a:gd name="T70" fmla="*/ 2 w 246"/>
                <a:gd name="T71" fmla="*/ 3 h 424"/>
                <a:gd name="T72" fmla="*/ 2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424"/>
                  </a:moveTo>
                  <a:lnTo>
                    <a:pt x="246" y="424"/>
                  </a:lnTo>
                  <a:lnTo>
                    <a:pt x="244" y="382"/>
                  </a:lnTo>
                  <a:lnTo>
                    <a:pt x="241" y="338"/>
                  </a:lnTo>
                  <a:lnTo>
                    <a:pt x="235" y="298"/>
                  </a:lnTo>
                  <a:lnTo>
                    <a:pt x="227" y="261"/>
                  </a:lnTo>
                  <a:lnTo>
                    <a:pt x="216" y="222"/>
                  </a:lnTo>
                  <a:lnTo>
                    <a:pt x="205" y="188"/>
                  </a:lnTo>
                  <a:lnTo>
                    <a:pt x="190" y="155"/>
                  </a:lnTo>
                  <a:lnTo>
                    <a:pt x="174" y="125"/>
                  </a:lnTo>
                  <a:lnTo>
                    <a:pt x="157" y="98"/>
                  </a:lnTo>
                  <a:lnTo>
                    <a:pt x="138" y="73"/>
                  </a:lnTo>
                  <a:lnTo>
                    <a:pt x="118" y="51"/>
                  </a:lnTo>
                  <a:lnTo>
                    <a:pt x="96" y="34"/>
                  </a:lnTo>
                  <a:lnTo>
                    <a:pt x="74" y="18"/>
                  </a:lnTo>
                  <a:lnTo>
                    <a:pt x="50" y="8"/>
                  </a:lnTo>
                  <a:lnTo>
                    <a:pt x="25" y="2"/>
                  </a:lnTo>
                  <a:lnTo>
                    <a:pt x="0" y="0"/>
                  </a:lnTo>
                  <a:lnTo>
                    <a:pt x="0" y="11"/>
                  </a:lnTo>
                  <a:lnTo>
                    <a:pt x="23" y="14"/>
                  </a:lnTo>
                  <a:lnTo>
                    <a:pt x="45" y="19"/>
                  </a:lnTo>
                  <a:lnTo>
                    <a:pt x="67" y="30"/>
                  </a:lnTo>
                  <a:lnTo>
                    <a:pt x="89" y="43"/>
                  </a:lnTo>
                  <a:lnTo>
                    <a:pt x="108" y="60"/>
                  </a:lnTo>
                  <a:lnTo>
                    <a:pt x="128" y="80"/>
                  </a:lnTo>
                  <a:lnTo>
                    <a:pt x="147" y="105"/>
                  </a:lnTo>
                  <a:lnTo>
                    <a:pt x="165" y="132"/>
                  </a:lnTo>
                  <a:lnTo>
                    <a:pt x="179" y="160"/>
                  </a:lnTo>
                  <a:lnTo>
                    <a:pt x="193" y="193"/>
                  </a:lnTo>
                  <a:lnTo>
                    <a:pt x="205" y="227"/>
                  </a:lnTo>
                  <a:lnTo>
                    <a:pt x="215" y="263"/>
                  </a:lnTo>
                  <a:lnTo>
                    <a:pt x="223" y="301"/>
                  </a:lnTo>
                  <a:lnTo>
                    <a:pt x="229" y="341"/>
                  </a:lnTo>
                  <a:lnTo>
                    <a:pt x="233" y="382"/>
                  </a:lnTo>
                  <a:lnTo>
                    <a:pt x="234" y="424"/>
                  </a:lnTo>
                  <a:lnTo>
                    <a:pt x="246"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2443" name="Freeform 57"/>
            <p:cNvSpPr>
              <a:spLocks/>
            </p:cNvSpPr>
            <p:nvPr/>
          </p:nvSpPr>
          <p:spPr bwMode="auto">
            <a:xfrm>
              <a:off x="1140" y="2172"/>
              <a:ext cx="49" cy="85"/>
            </a:xfrm>
            <a:custGeom>
              <a:avLst/>
              <a:gdLst>
                <a:gd name="T0" fmla="*/ 0 w 246"/>
                <a:gd name="T1" fmla="*/ 3 h 426"/>
                <a:gd name="T2" fmla="*/ 0 w 246"/>
                <a:gd name="T3" fmla="*/ 3 h 426"/>
                <a:gd name="T4" fmla="*/ 0 w 246"/>
                <a:gd name="T5" fmla="*/ 3 h 426"/>
                <a:gd name="T6" fmla="*/ 0 w 246"/>
                <a:gd name="T7" fmla="*/ 3 h 426"/>
                <a:gd name="T8" fmla="*/ 1 w 246"/>
                <a:gd name="T9" fmla="*/ 3 h 426"/>
                <a:gd name="T10" fmla="*/ 1 w 246"/>
                <a:gd name="T11" fmla="*/ 3 h 426"/>
                <a:gd name="T12" fmla="*/ 1 w 246"/>
                <a:gd name="T13" fmla="*/ 3 h 426"/>
                <a:gd name="T14" fmla="*/ 1 w 246"/>
                <a:gd name="T15" fmla="*/ 3 h 426"/>
                <a:gd name="T16" fmla="*/ 1 w 246"/>
                <a:gd name="T17" fmla="*/ 3 h 426"/>
                <a:gd name="T18" fmla="*/ 1 w 246"/>
                <a:gd name="T19" fmla="*/ 2 h 426"/>
                <a:gd name="T20" fmla="*/ 2 w 246"/>
                <a:gd name="T21" fmla="*/ 2 h 426"/>
                <a:gd name="T22" fmla="*/ 2 w 246"/>
                <a:gd name="T23" fmla="*/ 2 h 426"/>
                <a:gd name="T24" fmla="*/ 2 w 246"/>
                <a:gd name="T25" fmla="*/ 2 h 426"/>
                <a:gd name="T26" fmla="*/ 2 w 246"/>
                <a:gd name="T27" fmla="*/ 1 h 426"/>
                <a:gd name="T28" fmla="*/ 2 w 246"/>
                <a:gd name="T29" fmla="*/ 1 h 426"/>
                <a:gd name="T30" fmla="*/ 2 w 246"/>
                <a:gd name="T31" fmla="*/ 1 h 426"/>
                <a:gd name="T32" fmla="*/ 2 w 246"/>
                <a:gd name="T33" fmla="*/ 0 h 426"/>
                <a:gd name="T34" fmla="*/ 2 w 246"/>
                <a:gd name="T35" fmla="*/ 0 h 426"/>
                <a:gd name="T36" fmla="*/ 2 w 246"/>
                <a:gd name="T37" fmla="*/ 0 h 426"/>
                <a:gd name="T38" fmla="*/ 2 w 246"/>
                <a:gd name="T39" fmla="*/ 0 h 426"/>
                <a:gd name="T40" fmla="*/ 2 w 246"/>
                <a:gd name="T41" fmla="*/ 1 h 426"/>
                <a:gd name="T42" fmla="*/ 2 w 246"/>
                <a:gd name="T43" fmla="*/ 1 h 426"/>
                <a:gd name="T44" fmla="*/ 2 w 246"/>
                <a:gd name="T45" fmla="*/ 1 h 426"/>
                <a:gd name="T46" fmla="*/ 2 w 246"/>
                <a:gd name="T47" fmla="*/ 2 h 426"/>
                <a:gd name="T48" fmla="*/ 2 w 246"/>
                <a:gd name="T49" fmla="*/ 2 h 426"/>
                <a:gd name="T50" fmla="*/ 1 w 246"/>
                <a:gd name="T51" fmla="*/ 2 h 426"/>
                <a:gd name="T52" fmla="*/ 1 w 246"/>
                <a:gd name="T53" fmla="*/ 2 h 426"/>
                <a:gd name="T54" fmla="*/ 1 w 246"/>
                <a:gd name="T55" fmla="*/ 3 h 426"/>
                <a:gd name="T56" fmla="*/ 1 w 246"/>
                <a:gd name="T57" fmla="*/ 3 h 426"/>
                <a:gd name="T58" fmla="*/ 1 w 246"/>
                <a:gd name="T59" fmla="*/ 3 h 426"/>
                <a:gd name="T60" fmla="*/ 1 w 246"/>
                <a:gd name="T61" fmla="*/ 3 h 426"/>
                <a:gd name="T62" fmla="*/ 1 w 246"/>
                <a:gd name="T63" fmla="*/ 3 h 426"/>
                <a:gd name="T64" fmla="*/ 0 w 246"/>
                <a:gd name="T65" fmla="*/ 3 h 426"/>
                <a:gd name="T66" fmla="*/ 0 w 246"/>
                <a:gd name="T67" fmla="*/ 3 h 426"/>
                <a:gd name="T68" fmla="*/ 0 w 246"/>
                <a:gd name="T69" fmla="*/ 3 h 426"/>
                <a:gd name="T70" fmla="*/ 0 w 246"/>
                <a:gd name="T71" fmla="*/ 3 h 426"/>
                <a:gd name="T72" fmla="*/ 0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426"/>
                  </a:moveTo>
                  <a:lnTo>
                    <a:pt x="0" y="426"/>
                  </a:lnTo>
                  <a:lnTo>
                    <a:pt x="25" y="423"/>
                  </a:lnTo>
                  <a:lnTo>
                    <a:pt x="50" y="417"/>
                  </a:lnTo>
                  <a:lnTo>
                    <a:pt x="74" y="407"/>
                  </a:lnTo>
                  <a:lnTo>
                    <a:pt x="96" y="392"/>
                  </a:lnTo>
                  <a:lnTo>
                    <a:pt x="118" y="373"/>
                  </a:lnTo>
                  <a:lnTo>
                    <a:pt x="138" y="350"/>
                  </a:lnTo>
                  <a:lnTo>
                    <a:pt x="157" y="327"/>
                  </a:lnTo>
                  <a:lnTo>
                    <a:pt x="175" y="299"/>
                  </a:lnTo>
                  <a:lnTo>
                    <a:pt x="190" y="268"/>
                  </a:lnTo>
                  <a:lnTo>
                    <a:pt x="205" y="236"/>
                  </a:lnTo>
                  <a:lnTo>
                    <a:pt x="216" y="202"/>
                  </a:lnTo>
                  <a:lnTo>
                    <a:pt x="227" y="164"/>
                  </a:lnTo>
                  <a:lnTo>
                    <a:pt x="235" y="125"/>
                  </a:lnTo>
                  <a:lnTo>
                    <a:pt x="241" y="86"/>
                  </a:lnTo>
                  <a:lnTo>
                    <a:pt x="244" y="42"/>
                  </a:lnTo>
                  <a:lnTo>
                    <a:pt x="246" y="0"/>
                  </a:lnTo>
                  <a:lnTo>
                    <a:pt x="234" y="0"/>
                  </a:lnTo>
                  <a:lnTo>
                    <a:pt x="233" y="42"/>
                  </a:lnTo>
                  <a:lnTo>
                    <a:pt x="229" y="83"/>
                  </a:lnTo>
                  <a:lnTo>
                    <a:pt x="223" y="123"/>
                  </a:lnTo>
                  <a:lnTo>
                    <a:pt x="215" y="162"/>
                  </a:lnTo>
                  <a:lnTo>
                    <a:pt x="205" y="197"/>
                  </a:lnTo>
                  <a:lnTo>
                    <a:pt x="193" y="231"/>
                  </a:lnTo>
                  <a:lnTo>
                    <a:pt x="179" y="264"/>
                  </a:lnTo>
                  <a:lnTo>
                    <a:pt x="164" y="292"/>
                  </a:lnTo>
                  <a:lnTo>
                    <a:pt x="147" y="320"/>
                  </a:lnTo>
                  <a:lnTo>
                    <a:pt x="128" y="343"/>
                  </a:lnTo>
                  <a:lnTo>
                    <a:pt x="108" y="363"/>
                  </a:lnTo>
                  <a:lnTo>
                    <a:pt x="89" y="382"/>
                  </a:lnTo>
                  <a:lnTo>
                    <a:pt x="67" y="395"/>
                  </a:lnTo>
                  <a:lnTo>
                    <a:pt x="45" y="406"/>
                  </a:lnTo>
                  <a:lnTo>
                    <a:pt x="23" y="411"/>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2444" name="Freeform 58"/>
            <p:cNvSpPr>
              <a:spLocks/>
            </p:cNvSpPr>
            <p:nvPr/>
          </p:nvSpPr>
          <p:spPr bwMode="auto">
            <a:xfrm>
              <a:off x="1091" y="2172"/>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4" y="86"/>
                  </a:lnTo>
                  <a:lnTo>
                    <a:pt x="10" y="125"/>
                  </a:lnTo>
                  <a:lnTo>
                    <a:pt x="18" y="164"/>
                  </a:lnTo>
                  <a:lnTo>
                    <a:pt x="29" y="202"/>
                  </a:lnTo>
                  <a:lnTo>
                    <a:pt x="41" y="236"/>
                  </a:lnTo>
                  <a:lnTo>
                    <a:pt x="55" y="268"/>
                  </a:lnTo>
                  <a:lnTo>
                    <a:pt x="70" y="299"/>
                  </a:lnTo>
                  <a:lnTo>
                    <a:pt x="89" y="327"/>
                  </a:lnTo>
                  <a:lnTo>
                    <a:pt x="106" y="350"/>
                  </a:lnTo>
                  <a:lnTo>
                    <a:pt x="126" y="373"/>
                  </a:lnTo>
                  <a:lnTo>
                    <a:pt x="148" y="392"/>
                  </a:lnTo>
                  <a:lnTo>
                    <a:pt x="171" y="407"/>
                  </a:lnTo>
                  <a:lnTo>
                    <a:pt x="194" y="417"/>
                  </a:lnTo>
                  <a:lnTo>
                    <a:pt x="219" y="423"/>
                  </a:lnTo>
                  <a:lnTo>
                    <a:pt x="245" y="426"/>
                  </a:lnTo>
                  <a:lnTo>
                    <a:pt x="245" y="414"/>
                  </a:lnTo>
                  <a:lnTo>
                    <a:pt x="221" y="411"/>
                  </a:lnTo>
                  <a:lnTo>
                    <a:pt x="199" y="406"/>
                  </a:lnTo>
                  <a:lnTo>
                    <a:pt x="178" y="395"/>
                  </a:lnTo>
                  <a:lnTo>
                    <a:pt x="155" y="382"/>
                  </a:lnTo>
                  <a:lnTo>
                    <a:pt x="136" y="363"/>
                  </a:lnTo>
                  <a:lnTo>
                    <a:pt x="116" y="343"/>
                  </a:lnTo>
                  <a:lnTo>
                    <a:pt x="98" y="320"/>
                  </a:lnTo>
                  <a:lnTo>
                    <a:pt x="82" y="292"/>
                  </a:lnTo>
                  <a:lnTo>
                    <a:pt x="66" y="264"/>
                  </a:lnTo>
                  <a:lnTo>
                    <a:pt x="52" y="231"/>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2445" name="Freeform 59"/>
            <p:cNvSpPr>
              <a:spLocks/>
            </p:cNvSpPr>
            <p:nvPr/>
          </p:nvSpPr>
          <p:spPr bwMode="auto">
            <a:xfrm>
              <a:off x="1091" y="2087"/>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4" y="8"/>
                  </a:lnTo>
                  <a:lnTo>
                    <a:pt x="171" y="18"/>
                  </a:lnTo>
                  <a:lnTo>
                    <a:pt x="148" y="34"/>
                  </a:lnTo>
                  <a:lnTo>
                    <a:pt x="126" y="51"/>
                  </a:lnTo>
                  <a:lnTo>
                    <a:pt x="106" y="73"/>
                  </a:lnTo>
                  <a:lnTo>
                    <a:pt x="89" y="98"/>
                  </a:lnTo>
                  <a:lnTo>
                    <a:pt x="71" y="125"/>
                  </a:lnTo>
                  <a:lnTo>
                    <a:pt x="55" y="155"/>
                  </a:lnTo>
                  <a:lnTo>
                    <a:pt x="41" y="188"/>
                  </a:lnTo>
                  <a:lnTo>
                    <a:pt x="29" y="222"/>
                  </a:lnTo>
                  <a:lnTo>
                    <a:pt x="18" y="261"/>
                  </a:lnTo>
                  <a:lnTo>
                    <a:pt x="10" y="298"/>
                  </a:lnTo>
                  <a:lnTo>
                    <a:pt x="4" y="338"/>
                  </a:lnTo>
                  <a:lnTo>
                    <a:pt x="1" y="382"/>
                  </a:lnTo>
                  <a:lnTo>
                    <a:pt x="0" y="424"/>
                  </a:lnTo>
                  <a:lnTo>
                    <a:pt x="11" y="424"/>
                  </a:lnTo>
                  <a:lnTo>
                    <a:pt x="13" y="382"/>
                  </a:lnTo>
                  <a:lnTo>
                    <a:pt x="16" y="341"/>
                  </a:lnTo>
                  <a:lnTo>
                    <a:pt x="22" y="301"/>
                  </a:lnTo>
                  <a:lnTo>
                    <a:pt x="30" y="263"/>
                  </a:lnTo>
                  <a:lnTo>
                    <a:pt x="41" y="227"/>
                  </a:lnTo>
                  <a:lnTo>
                    <a:pt x="52" y="193"/>
                  </a:lnTo>
                  <a:lnTo>
                    <a:pt x="66" y="160"/>
                  </a:lnTo>
                  <a:lnTo>
                    <a:pt x="80" y="132"/>
                  </a:lnTo>
                  <a:lnTo>
                    <a:pt x="98" y="105"/>
                  </a:lnTo>
                  <a:lnTo>
                    <a:pt x="116" y="80"/>
                  </a:lnTo>
                  <a:lnTo>
                    <a:pt x="136" y="60"/>
                  </a:lnTo>
                  <a:lnTo>
                    <a:pt x="155" y="43"/>
                  </a:lnTo>
                  <a:lnTo>
                    <a:pt x="178" y="30"/>
                  </a:lnTo>
                  <a:lnTo>
                    <a:pt x="199" y="19"/>
                  </a:lnTo>
                  <a:lnTo>
                    <a:pt x="221" y="14"/>
                  </a:lnTo>
                  <a:lnTo>
                    <a:pt x="245" y="11"/>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2446" name="Freeform 60"/>
            <p:cNvSpPr>
              <a:spLocks/>
            </p:cNvSpPr>
            <p:nvPr/>
          </p:nvSpPr>
          <p:spPr bwMode="auto">
            <a:xfrm>
              <a:off x="1392" y="2118"/>
              <a:ext cx="49" cy="85"/>
            </a:xfrm>
            <a:custGeom>
              <a:avLst/>
              <a:gdLst>
                <a:gd name="T0" fmla="*/ 2 w 246"/>
                <a:gd name="T1" fmla="*/ 3 h 426"/>
                <a:gd name="T2" fmla="*/ 2 w 246"/>
                <a:gd name="T3" fmla="*/ 3 h 426"/>
                <a:gd name="T4" fmla="*/ 2 w 246"/>
                <a:gd name="T5" fmla="*/ 3 h 426"/>
                <a:gd name="T6" fmla="*/ 2 w 246"/>
                <a:gd name="T7" fmla="*/ 3 h 426"/>
                <a:gd name="T8" fmla="*/ 2 w 246"/>
                <a:gd name="T9" fmla="*/ 2 h 426"/>
                <a:gd name="T10" fmla="*/ 2 w 246"/>
                <a:gd name="T11" fmla="*/ 2 h 426"/>
                <a:gd name="T12" fmla="*/ 2 w 246"/>
                <a:gd name="T13" fmla="*/ 2 h 426"/>
                <a:gd name="T14" fmla="*/ 2 w 246"/>
                <a:gd name="T15" fmla="*/ 2 h 426"/>
                <a:gd name="T16" fmla="*/ 2 w 246"/>
                <a:gd name="T17" fmla="*/ 1 h 426"/>
                <a:gd name="T18" fmla="*/ 1 w 246"/>
                <a:gd name="T19" fmla="*/ 1 h 426"/>
                <a:gd name="T20" fmla="*/ 1 w 246"/>
                <a:gd name="T21" fmla="*/ 1 h 426"/>
                <a:gd name="T22" fmla="*/ 1 w 246"/>
                <a:gd name="T23" fmla="*/ 1 h 426"/>
                <a:gd name="T24" fmla="*/ 1 w 246"/>
                <a:gd name="T25" fmla="*/ 0 h 426"/>
                <a:gd name="T26" fmla="*/ 1 w 246"/>
                <a:gd name="T27" fmla="*/ 0 h 426"/>
                <a:gd name="T28" fmla="*/ 1 w 246"/>
                <a:gd name="T29" fmla="*/ 0 h 426"/>
                <a:gd name="T30" fmla="*/ 0 w 246"/>
                <a:gd name="T31" fmla="*/ 0 h 426"/>
                <a:gd name="T32" fmla="*/ 0 w 246"/>
                <a:gd name="T33" fmla="*/ 0 h 426"/>
                <a:gd name="T34" fmla="*/ 0 w 246"/>
                <a:gd name="T35" fmla="*/ 0 h 426"/>
                <a:gd name="T36" fmla="*/ 0 w 246"/>
                <a:gd name="T37" fmla="*/ 0 h 426"/>
                <a:gd name="T38" fmla="*/ 0 w 246"/>
                <a:gd name="T39" fmla="*/ 0 h 426"/>
                <a:gd name="T40" fmla="*/ 0 w 246"/>
                <a:gd name="T41" fmla="*/ 0 h 426"/>
                <a:gd name="T42" fmla="*/ 1 w 246"/>
                <a:gd name="T43" fmla="*/ 0 h 426"/>
                <a:gd name="T44" fmla="*/ 1 w 246"/>
                <a:gd name="T45" fmla="*/ 0 h 426"/>
                <a:gd name="T46" fmla="*/ 1 w 246"/>
                <a:gd name="T47" fmla="*/ 1 h 426"/>
                <a:gd name="T48" fmla="*/ 1 w 246"/>
                <a:gd name="T49" fmla="*/ 1 h 426"/>
                <a:gd name="T50" fmla="*/ 1 w 246"/>
                <a:gd name="T51" fmla="*/ 1 h 426"/>
                <a:gd name="T52" fmla="*/ 1 w 246"/>
                <a:gd name="T53" fmla="*/ 1 h 426"/>
                <a:gd name="T54" fmla="*/ 1 w 246"/>
                <a:gd name="T55" fmla="*/ 1 h 426"/>
                <a:gd name="T56" fmla="*/ 2 w 246"/>
                <a:gd name="T57" fmla="*/ 2 h 426"/>
                <a:gd name="T58" fmla="*/ 2 w 246"/>
                <a:gd name="T59" fmla="*/ 2 h 426"/>
                <a:gd name="T60" fmla="*/ 2 w 246"/>
                <a:gd name="T61" fmla="*/ 2 h 426"/>
                <a:gd name="T62" fmla="*/ 2 w 246"/>
                <a:gd name="T63" fmla="*/ 2 h 426"/>
                <a:gd name="T64" fmla="*/ 2 w 246"/>
                <a:gd name="T65" fmla="*/ 3 h 426"/>
                <a:gd name="T66" fmla="*/ 2 w 246"/>
                <a:gd name="T67" fmla="*/ 3 h 426"/>
                <a:gd name="T68" fmla="*/ 2 w 246"/>
                <a:gd name="T69" fmla="*/ 3 h 426"/>
                <a:gd name="T70" fmla="*/ 2 w 246"/>
                <a:gd name="T71" fmla="*/ 3 h 426"/>
                <a:gd name="T72" fmla="*/ 2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246" y="426"/>
                  </a:moveTo>
                  <a:lnTo>
                    <a:pt x="246" y="426"/>
                  </a:lnTo>
                  <a:lnTo>
                    <a:pt x="245" y="384"/>
                  </a:lnTo>
                  <a:lnTo>
                    <a:pt x="242" y="340"/>
                  </a:lnTo>
                  <a:lnTo>
                    <a:pt x="236" y="301"/>
                  </a:lnTo>
                  <a:lnTo>
                    <a:pt x="228" y="262"/>
                  </a:lnTo>
                  <a:lnTo>
                    <a:pt x="217" y="224"/>
                  </a:lnTo>
                  <a:lnTo>
                    <a:pt x="205" y="190"/>
                  </a:lnTo>
                  <a:lnTo>
                    <a:pt x="191" y="158"/>
                  </a:lnTo>
                  <a:lnTo>
                    <a:pt x="176" y="126"/>
                  </a:lnTo>
                  <a:lnTo>
                    <a:pt x="157" y="99"/>
                  </a:lnTo>
                  <a:lnTo>
                    <a:pt x="139" y="75"/>
                  </a:lnTo>
                  <a:lnTo>
                    <a:pt x="119" y="53"/>
                  </a:lnTo>
                  <a:lnTo>
                    <a:pt x="96" y="34"/>
                  </a:lnTo>
                  <a:lnTo>
                    <a:pt x="75" y="19"/>
                  </a:lnTo>
                  <a:lnTo>
                    <a:pt x="51" y="9"/>
                  </a:lnTo>
                  <a:lnTo>
                    <a:pt x="26" y="3"/>
                  </a:lnTo>
                  <a:lnTo>
                    <a:pt x="0" y="0"/>
                  </a:lnTo>
                  <a:lnTo>
                    <a:pt x="0" y="12"/>
                  </a:lnTo>
                  <a:lnTo>
                    <a:pt x="24" y="15"/>
                  </a:lnTo>
                  <a:lnTo>
                    <a:pt x="46" y="20"/>
                  </a:lnTo>
                  <a:lnTo>
                    <a:pt x="68" y="31"/>
                  </a:lnTo>
                  <a:lnTo>
                    <a:pt x="89" y="44"/>
                  </a:lnTo>
                  <a:lnTo>
                    <a:pt x="109" y="63"/>
                  </a:lnTo>
                  <a:lnTo>
                    <a:pt x="129" y="83"/>
                  </a:lnTo>
                  <a:lnTo>
                    <a:pt x="148" y="106"/>
                  </a:lnTo>
                  <a:lnTo>
                    <a:pt x="164" y="133"/>
                  </a:lnTo>
                  <a:lnTo>
                    <a:pt x="180" y="162"/>
                  </a:lnTo>
                  <a:lnTo>
                    <a:pt x="194" y="195"/>
                  </a:lnTo>
                  <a:lnTo>
                    <a:pt x="205" y="229"/>
                  </a:lnTo>
                  <a:lnTo>
                    <a:pt x="216" y="264"/>
                  </a:lnTo>
                  <a:lnTo>
                    <a:pt x="224" y="303"/>
                  </a:lnTo>
                  <a:lnTo>
                    <a:pt x="230" y="343"/>
                  </a:lnTo>
                  <a:lnTo>
                    <a:pt x="233" y="384"/>
                  </a:lnTo>
                  <a:lnTo>
                    <a:pt x="235" y="426"/>
                  </a:lnTo>
                  <a:lnTo>
                    <a:pt x="246"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2447" name="Freeform 61"/>
            <p:cNvSpPr>
              <a:spLocks/>
            </p:cNvSpPr>
            <p:nvPr/>
          </p:nvSpPr>
          <p:spPr bwMode="auto">
            <a:xfrm>
              <a:off x="1392" y="2203"/>
              <a:ext cx="49" cy="85"/>
            </a:xfrm>
            <a:custGeom>
              <a:avLst/>
              <a:gdLst>
                <a:gd name="T0" fmla="*/ 0 w 246"/>
                <a:gd name="T1" fmla="*/ 3 h 424"/>
                <a:gd name="T2" fmla="*/ 0 w 246"/>
                <a:gd name="T3" fmla="*/ 3 h 424"/>
                <a:gd name="T4" fmla="*/ 0 w 246"/>
                <a:gd name="T5" fmla="*/ 3 h 424"/>
                <a:gd name="T6" fmla="*/ 0 w 246"/>
                <a:gd name="T7" fmla="*/ 3 h 424"/>
                <a:gd name="T8" fmla="*/ 1 w 246"/>
                <a:gd name="T9" fmla="*/ 3 h 424"/>
                <a:gd name="T10" fmla="*/ 1 w 246"/>
                <a:gd name="T11" fmla="*/ 3 h 424"/>
                <a:gd name="T12" fmla="*/ 1 w 246"/>
                <a:gd name="T13" fmla="*/ 3 h 424"/>
                <a:gd name="T14" fmla="*/ 1 w 246"/>
                <a:gd name="T15" fmla="*/ 3 h 424"/>
                <a:gd name="T16" fmla="*/ 1 w 246"/>
                <a:gd name="T17" fmla="*/ 3 h 424"/>
                <a:gd name="T18" fmla="*/ 1 w 246"/>
                <a:gd name="T19" fmla="*/ 2 h 424"/>
                <a:gd name="T20" fmla="*/ 2 w 246"/>
                <a:gd name="T21" fmla="*/ 2 h 424"/>
                <a:gd name="T22" fmla="*/ 2 w 246"/>
                <a:gd name="T23" fmla="*/ 2 h 424"/>
                <a:gd name="T24" fmla="*/ 2 w 246"/>
                <a:gd name="T25" fmla="*/ 2 h 424"/>
                <a:gd name="T26" fmla="*/ 2 w 246"/>
                <a:gd name="T27" fmla="*/ 1 h 424"/>
                <a:gd name="T28" fmla="*/ 2 w 246"/>
                <a:gd name="T29" fmla="*/ 1 h 424"/>
                <a:gd name="T30" fmla="*/ 2 w 246"/>
                <a:gd name="T31" fmla="*/ 1 h 424"/>
                <a:gd name="T32" fmla="*/ 2 w 246"/>
                <a:gd name="T33" fmla="*/ 0 h 424"/>
                <a:gd name="T34" fmla="*/ 2 w 246"/>
                <a:gd name="T35" fmla="*/ 0 h 424"/>
                <a:gd name="T36" fmla="*/ 2 w 246"/>
                <a:gd name="T37" fmla="*/ 0 h 424"/>
                <a:gd name="T38" fmla="*/ 2 w 246"/>
                <a:gd name="T39" fmla="*/ 0 h 424"/>
                <a:gd name="T40" fmla="*/ 2 w 246"/>
                <a:gd name="T41" fmla="*/ 1 h 424"/>
                <a:gd name="T42" fmla="*/ 2 w 246"/>
                <a:gd name="T43" fmla="*/ 1 h 424"/>
                <a:gd name="T44" fmla="*/ 2 w 246"/>
                <a:gd name="T45" fmla="*/ 1 h 424"/>
                <a:gd name="T46" fmla="*/ 2 w 246"/>
                <a:gd name="T47" fmla="*/ 2 h 424"/>
                <a:gd name="T48" fmla="*/ 2 w 246"/>
                <a:gd name="T49" fmla="*/ 2 h 424"/>
                <a:gd name="T50" fmla="*/ 1 w 246"/>
                <a:gd name="T51" fmla="*/ 2 h 424"/>
                <a:gd name="T52" fmla="*/ 1 w 246"/>
                <a:gd name="T53" fmla="*/ 2 h 424"/>
                <a:gd name="T54" fmla="*/ 1 w 246"/>
                <a:gd name="T55" fmla="*/ 3 h 424"/>
                <a:gd name="T56" fmla="*/ 1 w 246"/>
                <a:gd name="T57" fmla="*/ 3 h 424"/>
                <a:gd name="T58" fmla="*/ 1 w 246"/>
                <a:gd name="T59" fmla="*/ 3 h 424"/>
                <a:gd name="T60" fmla="*/ 1 w 246"/>
                <a:gd name="T61" fmla="*/ 3 h 424"/>
                <a:gd name="T62" fmla="*/ 1 w 246"/>
                <a:gd name="T63" fmla="*/ 3 h 424"/>
                <a:gd name="T64" fmla="*/ 0 w 246"/>
                <a:gd name="T65" fmla="*/ 3 h 424"/>
                <a:gd name="T66" fmla="*/ 0 w 246"/>
                <a:gd name="T67" fmla="*/ 3 h 424"/>
                <a:gd name="T68" fmla="*/ 0 w 246"/>
                <a:gd name="T69" fmla="*/ 3 h 424"/>
                <a:gd name="T70" fmla="*/ 0 w 246"/>
                <a:gd name="T71" fmla="*/ 3 h 424"/>
                <a:gd name="T72" fmla="*/ 0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0" y="424"/>
                  </a:moveTo>
                  <a:lnTo>
                    <a:pt x="0" y="424"/>
                  </a:lnTo>
                  <a:lnTo>
                    <a:pt x="26" y="422"/>
                  </a:lnTo>
                  <a:lnTo>
                    <a:pt x="51" y="416"/>
                  </a:lnTo>
                  <a:lnTo>
                    <a:pt x="75" y="406"/>
                  </a:lnTo>
                  <a:lnTo>
                    <a:pt x="96" y="390"/>
                  </a:lnTo>
                  <a:lnTo>
                    <a:pt x="119" y="373"/>
                  </a:lnTo>
                  <a:lnTo>
                    <a:pt x="139" y="351"/>
                  </a:lnTo>
                  <a:lnTo>
                    <a:pt x="157" y="326"/>
                  </a:lnTo>
                  <a:lnTo>
                    <a:pt x="175" y="299"/>
                  </a:lnTo>
                  <a:lnTo>
                    <a:pt x="191" y="269"/>
                  </a:lnTo>
                  <a:lnTo>
                    <a:pt x="205" y="236"/>
                  </a:lnTo>
                  <a:lnTo>
                    <a:pt x="217" y="202"/>
                  </a:lnTo>
                  <a:lnTo>
                    <a:pt x="228" y="163"/>
                  </a:lnTo>
                  <a:lnTo>
                    <a:pt x="236" y="125"/>
                  </a:lnTo>
                  <a:lnTo>
                    <a:pt x="242" y="86"/>
                  </a:lnTo>
                  <a:lnTo>
                    <a:pt x="245" y="42"/>
                  </a:lnTo>
                  <a:lnTo>
                    <a:pt x="246" y="0"/>
                  </a:lnTo>
                  <a:lnTo>
                    <a:pt x="235" y="0"/>
                  </a:lnTo>
                  <a:lnTo>
                    <a:pt x="233" y="42"/>
                  </a:lnTo>
                  <a:lnTo>
                    <a:pt x="230" y="83"/>
                  </a:lnTo>
                  <a:lnTo>
                    <a:pt x="224" y="123"/>
                  </a:lnTo>
                  <a:lnTo>
                    <a:pt x="216" y="161"/>
                  </a:lnTo>
                  <a:lnTo>
                    <a:pt x="205" y="197"/>
                  </a:lnTo>
                  <a:lnTo>
                    <a:pt x="194" y="231"/>
                  </a:lnTo>
                  <a:lnTo>
                    <a:pt x="180" y="264"/>
                  </a:lnTo>
                  <a:lnTo>
                    <a:pt x="166" y="292"/>
                  </a:lnTo>
                  <a:lnTo>
                    <a:pt x="148" y="319"/>
                  </a:lnTo>
                  <a:lnTo>
                    <a:pt x="129" y="344"/>
                  </a:lnTo>
                  <a:lnTo>
                    <a:pt x="109" y="364"/>
                  </a:lnTo>
                  <a:lnTo>
                    <a:pt x="89" y="381"/>
                  </a:lnTo>
                  <a:lnTo>
                    <a:pt x="68" y="394"/>
                  </a:lnTo>
                  <a:lnTo>
                    <a:pt x="46" y="405"/>
                  </a:lnTo>
                  <a:lnTo>
                    <a:pt x="24" y="410"/>
                  </a:lnTo>
                  <a:lnTo>
                    <a:pt x="0" y="413"/>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2448" name="Freeform 62"/>
            <p:cNvSpPr>
              <a:spLocks/>
            </p:cNvSpPr>
            <p:nvPr/>
          </p:nvSpPr>
          <p:spPr bwMode="auto">
            <a:xfrm>
              <a:off x="1343" y="2203"/>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2" y="42"/>
                  </a:lnTo>
                  <a:lnTo>
                    <a:pt x="5" y="86"/>
                  </a:lnTo>
                  <a:lnTo>
                    <a:pt x="11" y="125"/>
                  </a:lnTo>
                  <a:lnTo>
                    <a:pt x="19" y="163"/>
                  </a:lnTo>
                  <a:lnTo>
                    <a:pt x="30" y="202"/>
                  </a:lnTo>
                  <a:lnTo>
                    <a:pt x="41" y="236"/>
                  </a:lnTo>
                  <a:lnTo>
                    <a:pt x="56" y="269"/>
                  </a:lnTo>
                  <a:lnTo>
                    <a:pt x="72" y="299"/>
                  </a:lnTo>
                  <a:lnTo>
                    <a:pt x="90" y="326"/>
                  </a:lnTo>
                  <a:lnTo>
                    <a:pt x="108" y="351"/>
                  </a:lnTo>
                  <a:lnTo>
                    <a:pt x="127" y="373"/>
                  </a:lnTo>
                  <a:lnTo>
                    <a:pt x="149" y="390"/>
                  </a:lnTo>
                  <a:lnTo>
                    <a:pt x="172" y="406"/>
                  </a:lnTo>
                  <a:lnTo>
                    <a:pt x="195" y="416"/>
                  </a:lnTo>
                  <a:lnTo>
                    <a:pt x="220" y="422"/>
                  </a:lnTo>
                  <a:lnTo>
                    <a:pt x="245" y="424"/>
                  </a:lnTo>
                  <a:lnTo>
                    <a:pt x="245" y="413"/>
                  </a:lnTo>
                  <a:lnTo>
                    <a:pt x="222" y="410"/>
                  </a:lnTo>
                  <a:lnTo>
                    <a:pt x="200" y="405"/>
                  </a:lnTo>
                  <a:lnTo>
                    <a:pt x="179" y="394"/>
                  </a:lnTo>
                  <a:lnTo>
                    <a:pt x="156" y="381"/>
                  </a:lnTo>
                  <a:lnTo>
                    <a:pt x="136" y="364"/>
                  </a:lnTo>
                  <a:lnTo>
                    <a:pt x="118" y="344"/>
                  </a:lnTo>
                  <a:lnTo>
                    <a:pt x="99" y="319"/>
                  </a:lnTo>
                  <a:lnTo>
                    <a:pt x="81" y="292"/>
                  </a:lnTo>
                  <a:lnTo>
                    <a:pt x="67" y="264"/>
                  </a:lnTo>
                  <a:lnTo>
                    <a:pt x="53" y="231"/>
                  </a:lnTo>
                  <a:lnTo>
                    <a:pt x="41" y="197"/>
                  </a:lnTo>
                  <a:lnTo>
                    <a:pt x="31" y="161"/>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2449" name="Freeform 63"/>
            <p:cNvSpPr>
              <a:spLocks/>
            </p:cNvSpPr>
            <p:nvPr/>
          </p:nvSpPr>
          <p:spPr bwMode="auto">
            <a:xfrm>
              <a:off x="1343" y="2118"/>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1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20" y="3"/>
                  </a:lnTo>
                  <a:lnTo>
                    <a:pt x="195" y="9"/>
                  </a:lnTo>
                  <a:lnTo>
                    <a:pt x="172" y="19"/>
                  </a:lnTo>
                  <a:lnTo>
                    <a:pt x="149" y="34"/>
                  </a:lnTo>
                  <a:lnTo>
                    <a:pt x="127" y="53"/>
                  </a:lnTo>
                  <a:lnTo>
                    <a:pt x="108" y="75"/>
                  </a:lnTo>
                  <a:lnTo>
                    <a:pt x="90" y="99"/>
                  </a:lnTo>
                  <a:lnTo>
                    <a:pt x="71" y="126"/>
                  </a:lnTo>
                  <a:lnTo>
                    <a:pt x="56" y="158"/>
                  </a:lnTo>
                  <a:lnTo>
                    <a:pt x="41" y="190"/>
                  </a:lnTo>
                  <a:lnTo>
                    <a:pt x="30" y="224"/>
                  </a:lnTo>
                  <a:lnTo>
                    <a:pt x="19" y="262"/>
                  </a:lnTo>
                  <a:lnTo>
                    <a:pt x="11" y="301"/>
                  </a:lnTo>
                  <a:lnTo>
                    <a:pt x="5" y="340"/>
                  </a:lnTo>
                  <a:lnTo>
                    <a:pt x="2" y="384"/>
                  </a:lnTo>
                  <a:lnTo>
                    <a:pt x="0" y="426"/>
                  </a:lnTo>
                  <a:lnTo>
                    <a:pt x="12" y="426"/>
                  </a:lnTo>
                  <a:lnTo>
                    <a:pt x="13" y="384"/>
                  </a:lnTo>
                  <a:lnTo>
                    <a:pt x="17" y="343"/>
                  </a:lnTo>
                  <a:lnTo>
                    <a:pt x="23" y="303"/>
                  </a:lnTo>
                  <a:lnTo>
                    <a:pt x="31" y="264"/>
                  </a:lnTo>
                  <a:lnTo>
                    <a:pt x="41" y="229"/>
                  </a:lnTo>
                  <a:lnTo>
                    <a:pt x="53" y="195"/>
                  </a:lnTo>
                  <a:lnTo>
                    <a:pt x="67" y="162"/>
                  </a:lnTo>
                  <a:lnTo>
                    <a:pt x="82" y="133"/>
                  </a:lnTo>
                  <a:lnTo>
                    <a:pt x="99" y="106"/>
                  </a:lnTo>
                  <a:lnTo>
                    <a:pt x="118" y="83"/>
                  </a:lnTo>
                  <a:lnTo>
                    <a:pt x="136" y="63"/>
                  </a:lnTo>
                  <a:lnTo>
                    <a:pt x="156" y="44"/>
                  </a:lnTo>
                  <a:lnTo>
                    <a:pt x="179" y="31"/>
                  </a:lnTo>
                  <a:lnTo>
                    <a:pt x="200" y="20"/>
                  </a:lnTo>
                  <a:lnTo>
                    <a:pt x="222" y="15"/>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2450" name="Freeform 64"/>
            <p:cNvSpPr>
              <a:spLocks/>
            </p:cNvSpPr>
            <p:nvPr/>
          </p:nvSpPr>
          <p:spPr bwMode="auto">
            <a:xfrm>
              <a:off x="1384" y="1859"/>
              <a:ext cx="49" cy="84"/>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1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3" y="382"/>
                  </a:lnTo>
                  <a:lnTo>
                    <a:pt x="240" y="339"/>
                  </a:lnTo>
                  <a:lnTo>
                    <a:pt x="234" y="299"/>
                  </a:lnTo>
                  <a:lnTo>
                    <a:pt x="226" y="261"/>
                  </a:lnTo>
                  <a:lnTo>
                    <a:pt x="215" y="222"/>
                  </a:lnTo>
                  <a:lnTo>
                    <a:pt x="204" y="188"/>
                  </a:lnTo>
                  <a:lnTo>
                    <a:pt x="189" y="156"/>
                  </a:lnTo>
                  <a:lnTo>
                    <a:pt x="173" y="125"/>
                  </a:lnTo>
                  <a:lnTo>
                    <a:pt x="155" y="98"/>
                  </a:lnTo>
                  <a:lnTo>
                    <a:pt x="138" y="74"/>
                  </a:lnTo>
                  <a:lnTo>
                    <a:pt x="118" y="51"/>
                  </a:lnTo>
                  <a:lnTo>
                    <a:pt x="96" y="34"/>
                  </a:lnTo>
                  <a:lnTo>
                    <a:pt x="73" y="18"/>
                  </a:lnTo>
                  <a:lnTo>
                    <a:pt x="50" y="8"/>
                  </a:lnTo>
                  <a:lnTo>
                    <a:pt x="25" y="2"/>
                  </a:lnTo>
                  <a:lnTo>
                    <a:pt x="0" y="0"/>
                  </a:lnTo>
                  <a:lnTo>
                    <a:pt x="0" y="11"/>
                  </a:lnTo>
                  <a:lnTo>
                    <a:pt x="23" y="14"/>
                  </a:lnTo>
                  <a:lnTo>
                    <a:pt x="45" y="20"/>
                  </a:lnTo>
                  <a:lnTo>
                    <a:pt x="66" y="30"/>
                  </a:lnTo>
                  <a:lnTo>
                    <a:pt x="89" y="43"/>
                  </a:lnTo>
                  <a:lnTo>
                    <a:pt x="109" y="61"/>
                  </a:lnTo>
                  <a:lnTo>
                    <a:pt x="129" y="81"/>
                  </a:lnTo>
                  <a:lnTo>
                    <a:pt x="146" y="105"/>
                  </a:lnTo>
                  <a:lnTo>
                    <a:pt x="164" y="132"/>
                  </a:lnTo>
                  <a:lnTo>
                    <a:pt x="178" y="160"/>
                  </a:lnTo>
                  <a:lnTo>
                    <a:pt x="192" y="193"/>
                  </a:lnTo>
                  <a:lnTo>
                    <a:pt x="204" y="227"/>
                  </a:lnTo>
                  <a:lnTo>
                    <a:pt x="214" y="264"/>
                  </a:lnTo>
                  <a:lnTo>
                    <a:pt x="222" y="301"/>
                  </a:lnTo>
                  <a:lnTo>
                    <a:pt x="228"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2451" name="Freeform 65"/>
            <p:cNvSpPr>
              <a:spLocks/>
            </p:cNvSpPr>
            <p:nvPr/>
          </p:nvSpPr>
          <p:spPr bwMode="auto">
            <a:xfrm>
              <a:off x="1384" y="1943"/>
              <a:ext cx="49" cy="86"/>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5" y="423"/>
                  </a:lnTo>
                  <a:lnTo>
                    <a:pt x="50" y="418"/>
                  </a:lnTo>
                  <a:lnTo>
                    <a:pt x="73" y="407"/>
                  </a:lnTo>
                  <a:lnTo>
                    <a:pt x="96" y="392"/>
                  </a:lnTo>
                  <a:lnTo>
                    <a:pt x="118" y="374"/>
                  </a:lnTo>
                  <a:lnTo>
                    <a:pt x="138" y="352"/>
                  </a:lnTo>
                  <a:lnTo>
                    <a:pt x="155" y="327"/>
                  </a:lnTo>
                  <a:lnTo>
                    <a:pt x="174" y="300"/>
                  </a:lnTo>
                  <a:lnTo>
                    <a:pt x="189" y="269"/>
                  </a:lnTo>
                  <a:lnTo>
                    <a:pt x="204" y="237"/>
                  </a:lnTo>
                  <a:lnTo>
                    <a:pt x="215" y="202"/>
                  </a:lnTo>
                  <a:lnTo>
                    <a:pt x="226" y="164"/>
                  </a:lnTo>
                  <a:lnTo>
                    <a:pt x="234" y="126"/>
                  </a:lnTo>
                  <a:lnTo>
                    <a:pt x="240" y="86"/>
                  </a:lnTo>
                  <a:lnTo>
                    <a:pt x="243" y="42"/>
                  </a:lnTo>
                  <a:lnTo>
                    <a:pt x="245" y="0"/>
                  </a:lnTo>
                  <a:lnTo>
                    <a:pt x="233" y="0"/>
                  </a:lnTo>
                  <a:lnTo>
                    <a:pt x="232" y="42"/>
                  </a:lnTo>
                  <a:lnTo>
                    <a:pt x="228" y="83"/>
                  </a:lnTo>
                  <a:lnTo>
                    <a:pt x="222" y="123"/>
                  </a:lnTo>
                  <a:lnTo>
                    <a:pt x="214" y="162"/>
                  </a:lnTo>
                  <a:lnTo>
                    <a:pt x="204" y="197"/>
                  </a:lnTo>
                  <a:lnTo>
                    <a:pt x="192" y="232"/>
                  </a:lnTo>
                  <a:lnTo>
                    <a:pt x="178" y="264"/>
                  </a:lnTo>
                  <a:lnTo>
                    <a:pt x="163" y="293"/>
                  </a:lnTo>
                  <a:lnTo>
                    <a:pt x="146" y="320"/>
                  </a:lnTo>
                  <a:lnTo>
                    <a:pt x="129" y="345"/>
                  </a:lnTo>
                  <a:lnTo>
                    <a:pt x="109" y="365"/>
                  </a:lnTo>
                  <a:lnTo>
                    <a:pt x="89" y="382"/>
                  </a:lnTo>
                  <a:lnTo>
                    <a:pt x="66" y="395"/>
                  </a:lnTo>
                  <a:lnTo>
                    <a:pt x="45" y="406"/>
                  </a:lnTo>
                  <a:lnTo>
                    <a:pt x="23"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2452" name="Freeform 66"/>
            <p:cNvSpPr>
              <a:spLocks/>
            </p:cNvSpPr>
            <p:nvPr/>
          </p:nvSpPr>
          <p:spPr bwMode="auto">
            <a:xfrm>
              <a:off x="1335" y="1943"/>
              <a:ext cx="49" cy="86"/>
            </a:xfrm>
            <a:custGeom>
              <a:avLst/>
              <a:gdLst>
                <a:gd name="T0" fmla="*/ 0 w 246"/>
                <a:gd name="T1" fmla="*/ 0 h 426"/>
                <a:gd name="T2" fmla="*/ 0 w 246"/>
                <a:gd name="T3" fmla="*/ 0 h 426"/>
                <a:gd name="T4" fmla="*/ 0 w 246"/>
                <a:gd name="T5" fmla="*/ 0 h 426"/>
                <a:gd name="T6" fmla="*/ 0 w 246"/>
                <a:gd name="T7" fmla="*/ 1 h 426"/>
                <a:gd name="T8" fmla="*/ 0 w 246"/>
                <a:gd name="T9" fmla="*/ 1 h 426"/>
                <a:gd name="T10" fmla="*/ 0 w 246"/>
                <a:gd name="T11" fmla="*/ 1 h 426"/>
                <a:gd name="T12" fmla="*/ 0 w 246"/>
                <a:gd name="T13" fmla="*/ 2 h 426"/>
                <a:gd name="T14" fmla="*/ 0 w 246"/>
                <a:gd name="T15" fmla="*/ 2 h 426"/>
                <a:gd name="T16" fmla="*/ 0 w 246"/>
                <a:gd name="T17" fmla="*/ 2 h 426"/>
                <a:gd name="T18" fmla="*/ 1 w 246"/>
                <a:gd name="T19" fmla="*/ 2 h 426"/>
                <a:gd name="T20" fmla="*/ 1 w 246"/>
                <a:gd name="T21" fmla="*/ 3 h 426"/>
                <a:gd name="T22" fmla="*/ 1 w 246"/>
                <a:gd name="T23" fmla="*/ 3 h 426"/>
                <a:gd name="T24" fmla="*/ 1 w 246"/>
                <a:gd name="T25" fmla="*/ 3 h 426"/>
                <a:gd name="T26" fmla="*/ 1 w 246"/>
                <a:gd name="T27" fmla="*/ 3 h 426"/>
                <a:gd name="T28" fmla="*/ 1 w 246"/>
                <a:gd name="T29" fmla="*/ 3 h 426"/>
                <a:gd name="T30" fmla="*/ 2 w 246"/>
                <a:gd name="T31" fmla="*/ 3 h 426"/>
                <a:gd name="T32" fmla="*/ 2 w 246"/>
                <a:gd name="T33" fmla="*/ 3 h 426"/>
                <a:gd name="T34" fmla="*/ 2 w 246"/>
                <a:gd name="T35" fmla="*/ 3 h 426"/>
                <a:gd name="T36" fmla="*/ 2 w 246"/>
                <a:gd name="T37" fmla="*/ 3 h 426"/>
                <a:gd name="T38" fmla="*/ 2 w 246"/>
                <a:gd name="T39" fmla="*/ 3 h 426"/>
                <a:gd name="T40" fmla="*/ 2 w 246"/>
                <a:gd name="T41" fmla="*/ 3 h 426"/>
                <a:gd name="T42" fmla="*/ 1 w 246"/>
                <a:gd name="T43" fmla="*/ 3 h 426"/>
                <a:gd name="T44" fmla="*/ 1 w 246"/>
                <a:gd name="T45" fmla="*/ 3 h 426"/>
                <a:gd name="T46" fmla="*/ 1 w 246"/>
                <a:gd name="T47" fmla="*/ 3 h 426"/>
                <a:gd name="T48" fmla="*/ 1 w 246"/>
                <a:gd name="T49" fmla="*/ 3 h 426"/>
                <a:gd name="T50" fmla="*/ 1 w 246"/>
                <a:gd name="T51" fmla="*/ 3 h 426"/>
                <a:gd name="T52" fmla="*/ 1 w 246"/>
                <a:gd name="T53" fmla="*/ 2 h 426"/>
                <a:gd name="T54" fmla="*/ 1 w 246"/>
                <a:gd name="T55" fmla="*/ 2 h 426"/>
                <a:gd name="T56" fmla="*/ 0 w 246"/>
                <a:gd name="T57" fmla="*/ 2 h 426"/>
                <a:gd name="T58" fmla="*/ 0 w 246"/>
                <a:gd name="T59" fmla="*/ 2 h 426"/>
                <a:gd name="T60" fmla="*/ 0 w 246"/>
                <a:gd name="T61" fmla="*/ 1 h 426"/>
                <a:gd name="T62" fmla="*/ 0 w 246"/>
                <a:gd name="T63" fmla="*/ 1 h 426"/>
                <a:gd name="T64" fmla="*/ 0 w 246"/>
                <a:gd name="T65" fmla="*/ 1 h 426"/>
                <a:gd name="T66" fmla="*/ 0 w 246"/>
                <a:gd name="T67" fmla="*/ 0 h 426"/>
                <a:gd name="T68" fmla="*/ 0 w 246"/>
                <a:gd name="T69" fmla="*/ 0 h 426"/>
                <a:gd name="T70" fmla="*/ 0 w 246"/>
                <a:gd name="T71" fmla="*/ 0 h 426"/>
                <a:gd name="T72" fmla="*/ 0 w 246"/>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0"/>
                  </a:moveTo>
                  <a:lnTo>
                    <a:pt x="0" y="0"/>
                  </a:lnTo>
                  <a:lnTo>
                    <a:pt x="1" y="42"/>
                  </a:lnTo>
                  <a:lnTo>
                    <a:pt x="4" y="86"/>
                  </a:lnTo>
                  <a:lnTo>
                    <a:pt x="10" y="126"/>
                  </a:lnTo>
                  <a:lnTo>
                    <a:pt x="18" y="164"/>
                  </a:lnTo>
                  <a:lnTo>
                    <a:pt x="29" y="202"/>
                  </a:lnTo>
                  <a:lnTo>
                    <a:pt x="41" y="237"/>
                  </a:lnTo>
                  <a:lnTo>
                    <a:pt x="55" y="269"/>
                  </a:lnTo>
                  <a:lnTo>
                    <a:pt x="71" y="300"/>
                  </a:lnTo>
                  <a:lnTo>
                    <a:pt x="89" y="327"/>
                  </a:lnTo>
                  <a:lnTo>
                    <a:pt x="107" y="352"/>
                  </a:lnTo>
                  <a:lnTo>
                    <a:pt x="127" y="374"/>
                  </a:lnTo>
                  <a:lnTo>
                    <a:pt x="150" y="392"/>
                  </a:lnTo>
                  <a:lnTo>
                    <a:pt x="171" y="407"/>
                  </a:lnTo>
                  <a:lnTo>
                    <a:pt x="195" y="418"/>
                  </a:lnTo>
                  <a:lnTo>
                    <a:pt x="220" y="423"/>
                  </a:lnTo>
                  <a:lnTo>
                    <a:pt x="246" y="426"/>
                  </a:lnTo>
                  <a:lnTo>
                    <a:pt x="246" y="414"/>
                  </a:lnTo>
                  <a:lnTo>
                    <a:pt x="222" y="412"/>
                  </a:lnTo>
                  <a:lnTo>
                    <a:pt x="200" y="406"/>
                  </a:lnTo>
                  <a:lnTo>
                    <a:pt x="178" y="395"/>
                  </a:lnTo>
                  <a:lnTo>
                    <a:pt x="157" y="382"/>
                  </a:lnTo>
                  <a:lnTo>
                    <a:pt x="137" y="365"/>
                  </a:lnTo>
                  <a:lnTo>
                    <a:pt x="117" y="345"/>
                  </a:lnTo>
                  <a:lnTo>
                    <a:pt x="98" y="320"/>
                  </a:lnTo>
                  <a:lnTo>
                    <a:pt x="83" y="293"/>
                  </a:lnTo>
                  <a:lnTo>
                    <a:pt x="66" y="264"/>
                  </a:lnTo>
                  <a:lnTo>
                    <a:pt x="52" y="232"/>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2453" name="Freeform 67"/>
            <p:cNvSpPr>
              <a:spLocks/>
            </p:cNvSpPr>
            <p:nvPr/>
          </p:nvSpPr>
          <p:spPr bwMode="auto">
            <a:xfrm>
              <a:off x="1335" y="1859"/>
              <a:ext cx="49" cy="84"/>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1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0" y="2"/>
                  </a:lnTo>
                  <a:lnTo>
                    <a:pt x="195" y="8"/>
                  </a:lnTo>
                  <a:lnTo>
                    <a:pt x="171" y="18"/>
                  </a:lnTo>
                  <a:lnTo>
                    <a:pt x="150" y="34"/>
                  </a:lnTo>
                  <a:lnTo>
                    <a:pt x="127" y="51"/>
                  </a:lnTo>
                  <a:lnTo>
                    <a:pt x="107" y="74"/>
                  </a:lnTo>
                  <a:lnTo>
                    <a:pt x="89" y="98"/>
                  </a:lnTo>
                  <a:lnTo>
                    <a:pt x="72" y="125"/>
                  </a:lnTo>
                  <a:lnTo>
                    <a:pt x="55" y="156"/>
                  </a:lnTo>
                  <a:lnTo>
                    <a:pt x="41" y="188"/>
                  </a:lnTo>
                  <a:lnTo>
                    <a:pt x="29" y="222"/>
                  </a:lnTo>
                  <a:lnTo>
                    <a:pt x="18" y="261"/>
                  </a:lnTo>
                  <a:lnTo>
                    <a:pt x="10" y="299"/>
                  </a:lnTo>
                  <a:lnTo>
                    <a:pt x="4" y="339"/>
                  </a:lnTo>
                  <a:lnTo>
                    <a:pt x="1" y="382"/>
                  </a:lnTo>
                  <a:lnTo>
                    <a:pt x="0" y="424"/>
                  </a:lnTo>
                  <a:lnTo>
                    <a:pt x="11" y="424"/>
                  </a:lnTo>
                  <a:lnTo>
                    <a:pt x="13" y="382"/>
                  </a:lnTo>
                  <a:lnTo>
                    <a:pt x="16" y="341"/>
                  </a:lnTo>
                  <a:lnTo>
                    <a:pt x="22" y="301"/>
                  </a:lnTo>
                  <a:lnTo>
                    <a:pt x="30" y="264"/>
                  </a:lnTo>
                  <a:lnTo>
                    <a:pt x="41" y="227"/>
                  </a:lnTo>
                  <a:lnTo>
                    <a:pt x="52" y="193"/>
                  </a:lnTo>
                  <a:lnTo>
                    <a:pt x="66" y="160"/>
                  </a:lnTo>
                  <a:lnTo>
                    <a:pt x="82" y="132"/>
                  </a:lnTo>
                  <a:lnTo>
                    <a:pt x="98" y="105"/>
                  </a:lnTo>
                  <a:lnTo>
                    <a:pt x="117" y="81"/>
                  </a:lnTo>
                  <a:lnTo>
                    <a:pt x="137" y="61"/>
                  </a:lnTo>
                  <a:lnTo>
                    <a:pt x="157" y="43"/>
                  </a:lnTo>
                  <a:lnTo>
                    <a:pt x="178" y="30"/>
                  </a:lnTo>
                  <a:lnTo>
                    <a:pt x="200" y="20"/>
                  </a:lnTo>
                  <a:lnTo>
                    <a:pt x="222" y="14"/>
                  </a:lnTo>
                  <a:lnTo>
                    <a:pt x="246" y="11"/>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2454" name="Freeform 68"/>
            <p:cNvSpPr>
              <a:spLocks/>
            </p:cNvSpPr>
            <p:nvPr/>
          </p:nvSpPr>
          <p:spPr bwMode="auto">
            <a:xfrm>
              <a:off x="1552" y="1751"/>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1" y="339"/>
                  </a:lnTo>
                  <a:lnTo>
                    <a:pt x="235" y="299"/>
                  </a:lnTo>
                  <a:lnTo>
                    <a:pt x="226" y="261"/>
                  </a:lnTo>
                  <a:lnTo>
                    <a:pt x="216" y="223"/>
                  </a:lnTo>
                  <a:lnTo>
                    <a:pt x="204" y="189"/>
                  </a:lnTo>
                  <a:lnTo>
                    <a:pt x="190" y="156"/>
                  </a:lnTo>
                  <a:lnTo>
                    <a:pt x="174" y="125"/>
                  </a:lnTo>
                  <a:lnTo>
                    <a:pt x="156" y="98"/>
                  </a:lnTo>
                  <a:lnTo>
                    <a:pt x="137" y="74"/>
                  </a:lnTo>
                  <a:lnTo>
                    <a:pt x="119" y="52"/>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8" y="81"/>
                  </a:lnTo>
                  <a:lnTo>
                    <a:pt x="147" y="105"/>
                  </a:lnTo>
                  <a:lnTo>
                    <a:pt x="164" y="132"/>
                  </a:lnTo>
                  <a:lnTo>
                    <a:pt x="178" y="161"/>
                  </a:lnTo>
                  <a:lnTo>
                    <a:pt x="193" y="193"/>
                  </a:lnTo>
                  <a:lnTo>
                    <a:pt x="204" y="227"/>
                  </a:lnTo>
                  <a:lnTo>
                    <a:pt x="215" y="264"/>
                  </a:lnTo>
                  <a:lnTo>
                    <a:pt x="223" y="301"/>
                  </a:lnTo>
                  <a:lnTo>
                    <a:pt x="229" y="341"/>
                  </a:lnTo>
                  <a:lnTo>
                    <a:pt x="232" y="382"/>
                  </a:lnTo>
                  <a:lnTo>
                    <a:pt x="234"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2455" name="Freeform 69"/>
            <p:cNvSpPr>
              <a:spLocks/>
            </p:cNvSpPr>
            <p:nvPr/>
          </p:nvSpPr>
          <p:spPr bwMode="auto">
            <a:xfrm>
              <a:off x="1552" y="1836"/>
              <a:ext cx="49" cy="85"/>
            </a:xfrm>
            <a:custGeom>
              <a:avLst/>
              <a:gdLst>
                <a:gd name="T0" fmla="*/ 0 w 245"/>
                <a:gd name="T1" fmla="*/ 3 h 425"/>
                <a:gd name="T2" fmla="*/ 0 w 245"/>
                <a:gd name="T3" fmla="*/ 3 h 425"/>
                <a:gd name="T4" fmla="*/ 0 w 245"/>
                <a:gd name="T5" fmla="*/ 3 h 425"/>
                <a:gd name="T6" fmla="*/ 0 w 245"/>
                <a:gd name="T7" fmla="*/ 3 h 425"/>
                <a:gd name="T8" fmla="*/ 1 w 245"/>
                <a:gd name="T9" fmla="*/ 3 h 425"/>
                <a:gd name="T10" fmla="*/ 1 w 245"/>
                <a:gd name="T11" fmla="*/ 3 h 425"/>
                <a:gd name="T12" fmla="*/ 1 w 245"/>
                <a:gd name="T13" fmla="*/ 3 h 425"/>
                <a:gd name="T14" fmla="*/ 1 w 245"/>
                <a:gd name="T15" fmla="*/ 3 h 425"/>
                <a:gd name="T16" fmla="*/ 1 w 245"/>
                <a:gd name="T17" fmla="*/ 3 h 425"/>
                <a:gd name="T18" fmla="*/ 1 w 245"/>
                <a:gd name="T19" fmla="*/ 2 h 425"/>
                <a:gd name="T20" fmla="*/ 2 w 245"/>
                <a:gd name="T21" fmla="*/ 2 h 425"/>
                <a:gd name="T22" fmla="*/ 2 w 245"/>
                <a:gd name="T23" fmla="*/ 2 h 425"/>
                <a:gd name="T24" fmla="*/ 2 w 245"/>
                <a:gd name="T25" fmla="*/ 2 h 425"/>
                <a:gd name="T26" fmla="*/ 2 w 245"/>
                <a:gd name="T27" fmla="*/ 1 h 425"/>
                <a:gd name="T28" fmla="*/ 2 w 245"/>
                <a:gd name="T29" fmla="*/ 1 h 425"/>
                <a:gd name="T30" fmla="*/ 2 w 245"/>
                <a:gd name="T31" fmla="*/ 1 h 425"/>
                <a:gd name="T32" fmla="*/ 2 w 245"/>
                <a:gd name="T33" fmla="*/ 0 h 425"/>
                <a:gd name="T34" fmla="*/ 2 w 245"/>
                <a:gd name="T35" fmla="*/ 0 h 425"/>
                <a:gd name="T36" fmla="*/ 2 w 245"/>
                <a:gd name="T37" fmla="*/ 0 h 425"/>
                <a:gd name="T38" fmla="*/ 2 w 245"/>
                <a:gd name="T39" fmla="*/ 0 h 425"/>
                <a:gd name="T40" fmla="*/ 2 w 245"/>
                <a:gd name="T41" fmla="*/ 1 h 425"/>
                <a:gd name="T42" fmla="*/ 2 w 245"/>
                <a:gd name="T43" fmla="*/ 1 h 425"/>
                <a:gd name="T44" fmla="*/ 2 w 245"/>
                <a:gd name="T45" fmla="*/ 1 h 425"/>
                <a:gd name="T46" fmla="*/ 2 w 245"/>
                <a:gd name="T47" fmla="*/ 2 h 425"/>
                <a:gd name="T48" fmla="*/ 2 w 245"/>
                <a:gd name="T49" fmla="*/ 2 h 425"/>
                <a:gd name="T50" fmla="*/ 1 w 245"/>
                <a:gd name="T51" fmla="*/ 2 h 425"/>
                <a:gd name="T52" fmla="*/ 1 w 245"/>
                <a:gd name="T53" fmla="*/ 2 h 425"/>
                <a:gd name="T54" fmla="*/ 1 w 245"/>
                <a:gd name="T55" fmla="*/ 3 h 425"/>
                <a:gd name="T56" fmla="*/ 1 w 245"/>
                <a:gd name="T57" fmla="*/ 3 h 425"/>
                <a:gd name="T58" fmla="*/ 1 w 245"/>
                <a:gd name="T59" fmla="*/ 3 h 425"/>
                <a:gd name="T60" fmla="*/ 1 w 245"/>
                <a:gd name="T61" fmla="*/ 3 h 425"/>
                <a:gd name="T62" fmla="*/ 1 w 245"/>
                <a:gd name="T63" fmla="*/ 3 h 425"/>
                <a:gd name="T64" fmla="*/ 0 w 245"/>
                <a:gd name="T65" fmla="*/ 3 h 425"/>
                <a:gd name="T66" fmla="*/ 0 w 245"/>
                <a:gd name="T67" fmla="*/ 3 h 425"/>
                <a:gd name="T68" fmla="*/ 0 w 245"/>
                <a:gd name="T69" fmla="*/ 3 h 425"/>
                <a:gd name="T70" fmla="*/ 0 w 245"/>
                <a:gd name="T71" fmla="*/ 3 h 425"/>
                <a:gd name="T72" fmla="*/ 0 w 245"/>
                <a:gd name="T73" fmla="*/ 3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5"/>
                <a:gd name="T113" fmla="*/ 245 w 245"/>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5">
                  <a:moveTo>
                    <a:pt x="0" y="425"/>
                  </a:moveTo>
                  <a:lnTo>
                    <a:pt x="0" y="425"/>
                  </a:lnTo>
                  <a:lnTo>
                    <a:pt x="26" y="422"/>
                  </a:lnTo>
                  <a:lnTo>
                    <a:pt x="51" y="417"/>
                  </a:lnTo>
                  <a:lnTo>
                    <a:pt x="74" y="406"/>
                  </a:lnTo>
                  <a:lnTo>
                    <a:pt x="96" y="391"/>
                  </a:lnTo>
                  <a:lnTo>
                    <a:pt x="119" y="373"/>
                  </a:lnTo>
                  <a:lnTo>
                    <a:pt x="137" y="351"/>
                  </a:lnTo>
                  <a:lnTo>
                    <a:pt x="156" y="326"/>
                  </a:lnTo>
                  <a:lnTo>
                    <a:pt x="174" y="299"/>
                  </a:lnTo>
                  <a:lnTo>
                    <a:pt x="190" y="269"/>
                  </a:lnTo>
                  <a:lnTo>
                    <a:pt x="204" y="236"/>
                  </a:lnTo>
                  <a:lnTo>
                    <a:pt x="216" y="202"/>
                  </a:lnTo>
                  <a:lnTo>
                    <a:pt x="226" y="163"/>
                  </a:lnTo>
                  <a:lnTo>
                    <a:pt x="235" y="126"/>
                  </a:lnTo>
                  <a:lnTo>
                    <a:pt x="241" y="86"/>
                  </a:lnTo>
                  <a:lnTo>
                    <a:pt x="244" y="43"/>
                  </a:lnTo>
                  <a:lnTo>
                    <a:pt x="245" y="0"/>
                  </a:lnTo>
                  <a:lnTo>
                    <a:pt x="234" y="0"/>
                  </a:lnTo>
                  <a:lnTo>
                    <a:pt x="232" y="43"/>
                  </a:lnTo>
                  <a:lnTo>
                    <a:pt x="229" y="84"/>
                  </a:lnTo>
                  <a:lnTo>
                    <a:pt x="223" y="123"/>
                  </a:lnTo>
                  <a:lnTo>
                    <a:pt x="215" y="161"/>
                  </a:lnTo>
                  <a:lnTo>
                    <a:pt x="204" y="197"/>
                  </a:lnTo>
                  <a:lnTo>
                    <a:pt x="193" y="231"/>
                  </a:lnTo>
                  <a:lnTo>
                    <a:pt x="178" y="264"/>
                  </a:lnTo>
                  <a:lnTo>
                    <a:pt x="164" y="292"/>
                  </a:lnTo>
                  <a:lnTo>
                    <a:pt x="147" y="319"/>
                  </a:lnTo>
                  <a:lnTo>
                    <a:pt x="128" y="344"/>
                  </a:lnTo>
                  <a:lnTo>
                    <a:pt x="109" y="364"/>
                  </a:lnTo>
                  <a:lnTo>
                    <a:pt x="89" y="381"/>
                  </a:lnTo>
                  <a:lnTo>
                    <a:pt x="67" y="394"/>
                  </a:lnTo>
                  <a:lnTo>
                    <a:pt x="46" y="405"/>
                  </a:lnTo>
                  <a:lnTo>
                    <a:pt x="24" y="411"/>
                  </a:lnTo>
                  <a:lnTo>
                    <a:pt x="0" y="413"/>
                  </a:lnTo>
                  <a:lnTo>
                    <a:pt x="0" y="425"/>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2456" name="Freeform 70"/>
            <p:cNvSpPr>
              <a:spLocks/>
            </p:cNvSpPr>
            <p:nvPr/>
          </p:nvSpPr>
          <p:spPr bwMode="auto">
            <a:xfrm>
              <a:off x="1502" y="1836"/>
              <a:ext cx="50" cy="85"/>
            </a:xfrm>
            <a:custGeom>
              <a:avLst/>
              <a:gdLst>
                <a:gd name="T0" fmla="*/ 0 w 246"/>
                <a:gd name="T1" fmla="*/ 0 h 425"/>
                <a:gd name="T2" fmla="*/ 0 w 246"/>
                <a:gd name="T3" fmla="*/ 0 h 425"/>
                <a:gd name="T4" fmla="*/ 0 w 246"/>
                <a:gd name="T5" fmla="*/ 0 h 425"/>
                <a:gd name="T6" fmla="*/ 0 w 246"/>
                <a:gd name="T7" fmla="*/ 1 h 425"/>
                <a:gd name="T8" fmla="*/ 0 w 246"/>
                <a:gd name="T9" fmla="*/ 1 h 425"/>
                <a:gd name="T10" fmla="*/ 0 w 246"/>
                <a:gd name="T11" fmla="*/ 1 h 425"/>
                <a:gd name="T12" fmla="*/ 0 w 246"/>
                <a:gd name="T13" fmla="*/ 2 h 425"/>
                <a:gd name="T14" fmla="*/ 0 w 246"/>
                <a:gd name="T15" fmla="*/ 2 h 425"/>
                <a:gd name="T16" fmla="*/ 0 w 246"/>
                <a:gd name="T17" fmla="*/ 2 h 425"/>
                <a:gd name="T18" fmla="*/ 1 w 246"/>
                <a:gd name="T19" fmla="*/ 2 h 425"/>
                <a:gd name="T20" fmla="*/ 1 w 246"/>
                <a:gd name="T21" fmla="*/ 3 h 425"/>
                <a:gd name="T22" fmla="*/ 1 w 246"/>
                <a:gd name="T23" fmla="*/ 3 h 425"/>
                <a:gd name="T24" fmla="*/ 1 w 246"/>
                <a:gd name="T25" fmla="*/ 3 h 425"/>
                <a:gd name="T26" fmla="*/ 1 w 246"/>
                <a:gd name="T27" fmla="*/ 3 h 425"/>
                <a:gd name="T28" fmla="*/ 1 w 246"/>
                <a:gd name="T29" fmla="*/ 3 h 425"/>
                <a:gd name="T30" fmla="*/ 2 w 246"/>
                <a:gd name="T31" fmla="*/ 3 h 425"/>
                <a:gd name="T32" fmla="*/ 2 w 246"/>
                <a:gd name="T33" fmla="*/ 3 h 425"/>
                <a:gd name="T34" fmla="*/ 2 w 246"/>
                <a:gd name="T35" fmla="*/ 3 h 425"/>
                <a:gd name="T36" fmla="*/ 2 w 246"/>
                <a:gd name="T37" fmla="*/ 3 h 425"/>
                <a:gd name="T38" fmla="*/ 2 w 246"/>
                <a:gd name="T39" fmla="*/ 3 h 425"/>
                <a:gd name="T40" fmla="*/ 2 w 246"/>
                <a:gd name="T41" fmla="*/ 3 h 425"/>
                <a:gd name="T42" fmla="*/ 1 w 246"/>
                <a:gd name="T43" fmla="*/ 3 h 425"/>
                <a:gd name="T44" fmla="*/ 1 w 246"/>
                <a:gd name="T45" fmla="*/ 3 h 425"/>
                <a:gd name="T46" fmla="*/ 1 w 246"/>
                <a:gd name="T47" fmla="*/ 3 h 425"/>
                <a:gd name="T48" fmla="*/ 1 w 246"/>
                <a:gd name="T49" fmla="*/ 3 h 425"/>
                <a:gd name="T50" fmla="*/ 1 w 246"/>
                <a:gd name="T51" fmla="*/ 3 h 425"/>
                <a:gd name="T52" fmla="*/ 1 w 246"/>
                <a:gd name="T53" fmla="*/ 2 h 425"/>
                <a:gd name="T54" fmla="*/ 1 w 246"/>
                <a:gd name="T55" fmla="*/ 2 h 425"/>
                <a:gd name="T56" fmla="*/ 0 w 246"/>
                <a:gd name="T57" fmla="*/ 2 h 425"/>
                <a:gd name="T58" fmla="*/ 0 w 246"/>
                <a:gd name="T59" fmla="*/ 2 h 425"/>
                <a:gd name="T60" fmla="*/ 0 w 246"/>
                <a:gd name="T61" fmla="*/ 1 h 425"/>
                <a:gd name="T62" fmla="*/ 0 w 246"/>
                <a:gd name="T63" fmla="*/ 1 h 425"/>
                <a:gd name="T64" fmla="*/ 0 w 246"/>
                <a:gd name="T65" fmla="*/ 1 h 425"/>
                <a:gd name="T66" fmla="*/ 0 w 246"/>
                <a:gd name="T67" fmla="*/ 0 h 425"/>
                <a:gd name="T68" fmla="*/ 0 w 246"/>
                <a:gd name="T69" fmla="*/ 0 h 425"/>
                <a:gd name="T70" fmla="*/ 0 w 246"/>
                <a:gd name="T71" fmla="*/ 0 h 425"/>
                <a:gd name="T72" fmla="*/ 0 w 246"/>
                <a:gd name="T73" fmla="*/ 0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5"/>
                <a:gd name="T113" fmla="*/ 246 w 246"/>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5">
                  <a:moveTo>
                    <a:pt x="0" y="0"/>
                  </a:moveTo>
                  <a:lnTo>
                    <a:pt x="0" y="0"/>
                  </a:lnTo>
                  <a:lnTo>
                    <a:pt x="2" y="43"/>
                  </a:lnTo>
                  <a:lnTo>
                    <a:pt x="5" y="86"/>
                  </a:lnTo>
                  <a:lnTo>
                    <a:pt x="11" y="126"/>
                  </a:lnTo>
                  <a:lnTo>
                    <a:pt x="19" y="163"/>
                  </a:lnTo>
                  <a:lnTo>
                    <a:pt x="30" y="202"/>
                  </a:lnTo>
                  <a:lnTo>
                    <a:pt x="41" y="236"/>
                  </a:lnTo>
                  <a:lnTo>
                    <a:pt x="55" y="269"/>
                  </a:lnTo>
                  <a:lnTo>
                    <a:pt x="73" y="299"/>
                  </a:lnTo>
                  <a:lnTo>
                    <a:pt x="89" y="326"/>
                  </a:lnTo>
                  <a:lnTo>
                    <a:pt x="108" y="351"/>
                  </a:lnTo>
                  <a:lnTo>
                    <a:pt x="128" y="373"/>
                  </a:lnTo>
                  <a:lnTo>
                    <a:pt x="150" y="391"/>
                  </a:lnTo>
                  <a:lnTo>
                    <a:pt x="171" y="406"/>
                  </a:lnTo>
                  <a:lnTo>
                    <a:pt x="196" y="417"/>
                  </a:lnTo>
                  <a:lnTo>
                    <a:pt x="221" y="422"/>
                  </a:lnTo>
                  <a:lnTo>
                    <a:pt x="246" y="425"/>
                  </a:lnTo>
                  <a:lnTo>
                    <a:pt x="246" y="413"/>
                  </a:lnTo>
                  <a:lnTo>
                    <a:pt x="223" y="411"/>
                  </a:lnTo>
                  <a:lnTo>
                    <a:pt x="201" y="405"/>
                  </a:lnTo>
                  <a:lnTo>
                    <a:pt x="178" y="394"/>
                  </a:lnTo>
                  <a:lnTo>
                    <a:pt x="157" y="381"/>
                  </a:lnTo>
                  <a:lnTo>
                    <a:pt x="137" y="364"/>
                  </a:lnTo>
                  <a:lnTo>
                    <a:pt x="117" y="344"/>
                  </a:lnTo>
                  <a:lnTo>
                    <a:pt x="99" y="319"/>
                  </a:lnTo>
                  <a:lnTo>
                    <a:pt x="82" y="292"/>
                  </a:lnTo>
                  <a:lnTo>
                    <a:pt x="67" y="264"/>
                  </a:lnTo>
                  <a:lnTo>
                    <a:pt x="53" y="231"/>
                  </a:lnTo>
                  <a:lnTo>
                    <a:pt x="41" y="197"/>
                  </a:lnTo>
                  <a:lnTo>
                    <a:pt x="31" y="161"/>
                  </a:lnTo>
                  <a:lnTo>
                    <a:pt x="23" y="123"/>
                  </a:lnTo>
                  <a:lnTo>
                    <a:pt x="17" y="84"/>
                  </a:lnTo>
                  <a:lnTo>
                    <a:pt x="13" y="4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2457" name="Freeform 71"/>
            <p:cNvSpPr>
              <a:spLocks/>
            </p:cNvSpPr>
            <p:nvPr/>
          </p:nvSpPr>
          <p:spPr bwMode="auto">
            <a:xfrm>
              <a:off x="1502" y="1751"/>
              <a:ext cx="50" cy="85"/>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2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1" y="2"/>
                  </a:lnTo>
                  <a:lnTo>
                    <a:pt x="196" y="8"/>
                  </a:lnTo>
                  <a:lnTo>
                    <a:pt x="171" y="19"/>
                  </a:lnTo>
                  <a:lnTo>
                    <a:pt x="150" y="34"/>
                  </a:lnTo>
                  <a:lnTo>
                    <a:pt x="128" y="52"/>
                  </a:lnTo>
                  <a:lnTo>
                    <a:pt x="108" y="74"/>
                  </a:lnTo>
                  <a:lnTo>
                    <a:pt x="89" y="98"/>
                  </a:lnTo>
                  <a:lnTo>
                    <a:pt x="73" y="125"/>
                  </a:lnTo>
                  <a:lnTo>
                    <a:pt x="55" y="156"/>
                  </a:lnTo>
                  <a:lnTo>
                    <a:pt x="41" y="189"/>
                  </a:lnTo>
                  <a:lnTo>
                    <a:pt x="30" y="223"/>
                  </a:lnTo>
                  <a:lnTo>
                    <a:pt x="19" y="261"/>
                  </a:lnTo>
                  <a:lnTo>
                    <a:pt x="11" y="299"/>
                  </a:lnTo>
                  <a:lnTo>
                    <a:pt x="5" y="339"/>
                  </a:lnTo>
                  <a:lnTo>
                    <a:pt x="2" y="382"/>
                  </a:lnTo>
                  <a:lnTo>
                    <a:pt x="0" y="424"/>
                  </a:lnTo>
                  <a:lnTo>
                    <a:pt x="12" y="424"/>
                  </a:lnTo>
                  <a:lnTo>
                    <a:pt x="13" y="382"/>
                  </a:lnTo>
                  <a:lnTo>
                    <a:pt x="17" y="341"/>
                  </a:lnTo>
                  <a:lnTo>
                    <a:pt x="23" y="301"/>
                  </a:lnTo>
                  <a:lnTo>
                    <a:pt x="31" y="264"/>
                  </a:lnTo>
                  <a:lnTo>
                    <a:pt x="41" y="227"/>
                  </a:lnTo>
                  <a:lnTo>
                    <a:pt x="53" y="193"/>
                  </a:lnTo>
                  <a:lnTo>
                    <a:pt x="67" y="161"/>
                  </a:lnTo>
                  <a:lnTo>
                    <a:pt x="82" y="132"/>
                  </a:lnTo>
                  <a:lnTo>
                    <a:pt x="99" y="105"/>
                  </a:lnTo>
                  <a:lnTo>
                    <a:pt x="117" y="81"/>
                  </a:lnTo>
                  <a:lnTo>
                    <a:pt x="137" y="61"/>
                  </a:lnTo>
                  <a:lnTo>
                    <a:pt x="157" y="43"/>
                  </a:lnTo>
                  <a:lnTo>
                    <a:pt x="178" y="30"/>
                  </a:lnTo>
                  <a:lnTo>
                    <a:pt x="201" y="20"/>
                  </a:lnTo>
                  <a:lnTo>
                    <a:pt x="223" y="14"/>
                  </a:lnTo>
                  <a:lnTo>
                    <a:pt x="246" y="12"/>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2458" name="Freeform 72"/>
            <p:cNvSpPr>
              <a:spLocks/>
            </p:cNvSpPr>
            <p:nvPr/>
          </p:nvSpPr>
          <p:spPr bwMode="auto">
            <a:xfrm>
              <a:off x="1565" y="2016"/>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0" y="339"/>
                  </a:lnTo>
                  <a:lnTo>
                    <a:pt x="234" y="299"/>
                  </a:lnTo>
                  <a:lnTo>
                    <a:pt x="226" y="261"/>
                  </a:lnTo>
                  <a:lnTo>
                    <a:pt x="216" y="223"/>
                  </a:lnTo>
                  <a:lnTo>
                    <a:pt x="204" y="189"/>
                  </a:lnTo>
                  <a:lnTo>
                    <a:pt x="190" y="156"/>
                  </a:lnTo>
                  <a:lnTo>
                    <a:pt x="174" y="125"/>
                  </a:lnTo>
                  <a:lnTo>
                    <a:pt x="156" y="98"/>
                  </a:lnTo>
                  <a:lnTo>
                    <a:pt x="138" y="74"/>
                  </a:lnTo>
                  <a:lnTo>
                    <a:pt x="118" y="51"/>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9" y="81"/>
                  </a:lnTo>
                  <a:lnTo>
                    <a:pt x="147" y="105"/>
                  </a:lnTo>
                  <a:lnTo>
                    <a:pt x="164" y="132"/>
                  </a:lnTo>
                  <a:lnTo>
                    <a:pt x="178" y="160"/>
                  </a:lnTo>
                  <a:lnTo>
                    <a:pt x="192" y="193"/>
                  </a:lnTo>
                  <a:lnTo>
                    <a:pt x="204" y="227"/>
                  </a:lnTo>
                  <a:lnTo>
                    <a:pt x="215" y="264"/>
                  </a:lnTo>
                  <a:lnTo>
                    <a:pt x="223" y="301"/>
                  </a:lnTo>
                  <a:lnTo>
                    <a:pt x="229"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2459" name="Freeform 73"/>
            <p:cNvSpPr>
              <a:spLocks/>
            </p:cNvSpPr>
            <p:nvPr/>
          </p:nvSpPr>
          <p:spPr bwMode="auto">
            <a:xfrm>
              <a:off x="1565" y="2101"/>
              <a:ext cx="49" cy="85"/>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6" y="423"/>
                  </a:lnTo>
                  <a:lnTo>
                    <a:pt x="51" y="418"/>
                  </a:lnTo>
                  <a:lnTo>
                    <a:pt x="74" y="407"/>
                  </a:lnTo>
                  <a:lnTo>
                    <a:pt x="96" y="392"/>
                  </a:lnTo>
                  <a:lnTo>
                    <a:pt x="118" y="373"/>
                  </a:lnTo>
                  <a:lnTo>
                    <a:pt x="138" y="351"/>
                  </a:lnTo>
                  <a:lnTo>
                    <a:pt x="156" y="327"/>
                  </a:lnTo>
                  <a:lnTo>
                    <a:pt x="175" y="299"/>
                  </a:lnTo>
                  <a:lnTo>
                    <a:pt x="190" y="269"/>
                  </a:lnTo>
                  <a:lnTo>
                    <a:pt x="204" y="236"/>
                  </a:lnTo>
                  <a:lnTo>
                    <a:pt x="216" y="202"/>
                  </a:lnTo>
                  <a:lnTo>
                    <a:pt x="226" y="164"/>
                  </a:lnTo>
                  <a:lnTo>
                    <a:pt x="234" y="126"/>
                  </a:lnTo>
                  <a:lnTo>
                    <a:pt x="240" y="86"/>
                  </a:lnTo>
                  <a:lnTo>
                    <a:pt x="244" y="42"/>
                  </a:lnTo>
                  <a:lnTo>
                    <a:pt x="245" y="0"/>
                  </a:lnTo>
                  <a:lnTo>
                    <a:pt x="233" y="0"/>
                  </a:lnTo>
                  <a:lnTo>
                    <a:pt x="232" y="42"/>
                  </a:lnTo>
                  <a:lnTo>
                    <a:pt x="229" y="83"/>
                  </a:lnTo>
                  <a:lnTo>
                    <a:pt x="223" y="123"/>
                  </a:lnTo>
                  <a:lnTo>
                    <a:pt x="215" y="162"/>
                  </a:lnTo>
                  <a:lnTo>
                    <a:pt x="204" y="197"/>
                  </a:lnTo>
                  <a:lnTo>
                    <a:pt x="192" y="231"/>
                  </a:lnTo>
                  <a:lnTo>
                    <a:pt x="178" y="264"/>
                  </a:lnTo>
                  <a:lnTo>
                    <a:pt x="163" y="292"/>
                  </a:lnTo>
                  <a:lnTo>
                    <a:pt x="147" y="320"/>
                  </a:lnTo>
                  <a:lnTo>
                    <a:pt x="129" y="344"/>
                  </a:lnTo>
                  <a:lnTo>
                    <a:pt x="109" y="364"/>
                  </a:lnTo>
                  <a:lnTo>
                    <a:pt x="89" y="382"/>
                  </a:lnTo>
                  <a:lnTo>
                    <a:pt x="67" y="395"/>
                  </a:lnTo>
                  <a:lnTo>
                    <a:pt x="46" y="406"/>
                  </a:lnTo>
                  <a:lnTo>
                    <a:pt x="24"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2460" name="Freeform 74"/>
            <p:cNvSpPr>
              <a:spLocks/>
            </p:cNvSpPr>
            <p:nvPr/>
          </p:nvSpPr>
          <p:spPr bwMode="auto">
            <a:xfrm>
              <a:off x="1516" y="2101"/>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5" y="86"/>
                  </a:lnTo>
                  <a:lnTo>
                    <a:pt x="11" y="126"/>
                  </a:lnTo>
                  <a:lnTo>
                    <a:pt x="19" y="164"/>
                  </a:lnTo>
                  <a:lnTo>
                    <a:pt x="30" y="202"/>
                  </a:lnTo>
                  <a:lnTo>
                    <a:pt x="41" y="236"/>
                  </a:lnTo>
                  <a:lnTo>
                    <a:pt x="55" y="269"/>
                  </a:lnTo>
                  <a:lnTo>
                    <a:pt x="71" y="299"/>
                  </a:lnTo>
                  <a:lnTo>
                    <a:pt x="89" y="327"/>
                  </a:lnTo>
                  <a:lnTo>
                    <a:pt x="107" y="351"/>
                  </a:lnTo>
                  <a:lnTo>
                    <a:pt x="127" y="373"/>
                  </a:lnTo>
                  <a:lnTo>
                    <a:pt x="149" y="392"/>
                  </a:lnTo>
                  <a:lnTo>
                    <a:pt x="171" y="407"/>
                  </a:lnTo>
                  <a:lnTo>
                    <a:pt x="195" y="418"/>
                  </a:lnTo>
                  <a:lnTo>
                    <a:pt x="219" y="423"/>
                  </a:lnTo>
                  <a:lnTo>
                    <a:pt x="245" y="426"/>
                  </a:lnTo>
                  <a:lnTo>
                    <a:pt x="245" y="414"/>
                  </a:lnTo>
                  <a:lnTo>
                    <a:pt x="222" y="412"/>
                  </a:lnTo>
                  <a:lnTo>
                    <a:pt x="199" y="406"/>
                  </a:lnTo>
                  <a:lnTo>
                    <a:pt x="178" y="395"/>
                  </a:lnTo>
                  <a:lnTo>
                    <a:pt x="156" y="382"/>
                  </a:lnTo>
                  <a:lnTo>
                    <a:pt x="136" y="364"/>
                  </a:lnTo>
                  <a:lnTo>
                    <a:pt x="116" y="344"/>
                  </a:lnTo>
                  <a:lnTo>
                    <a:pt x="99" y="320"/>
                  </a:lnTo>
                  <a:lnTo>
                    <a:pt x="82" y="292"/>
                  </a:lnTo>
                  <a:lnTo>
                    <a:pt x="67" y="264"/>
                  </a:lnTo>
                  <a:lnTo>
                    <a:pt x="53" y="231"/>
                  </a:lnTo>
                  <a:lnTo>
                    <a:pt x="41" y="197"/>
                  </a:lnTo>
                  <a:lnTo>
                    <a:pt x="31" y="162"/>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2461" name="Freeform 75"/>
            <p:cNvSpPr>
              <a:spLocks/>
            </p:cNvSpPr>
            <p:nvPr/>
          </p:nvSpPr>
          <p:spPr bwMode="auto">
            <a:xfrm>
              <a:off x="1516" y="2016"/>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5" y="8"/>
                  </a:lnTo>
                  <a:lnTo>
                    <a:pt x="171" y="19"/>
                  </a:lnTo>
                  <a:lnTo>
                    <a:pt x="149" y="34"/>
                  </a:lnTo>
                  <a:lnTo>
                    <a:pt x="127" y="51"/>
                  </a:lnTo>
                  <a:lnTo>
                    <a:pt x="107" y="74"/>
                  </a:lnTo>
                  <a:lnTo>
                    <a:pt x="89" y="98"/>
                  </a:lnTo>
                  <a:lnTo>
                    <a:pt x="72" y="125"/>
                  </a:lnTo>
                  <a:lnTo>
                    <a:pt x="55" y="156"/>
                  </a:lnTo>
                  <a:lnTo>
                    <a:pt x="41" y="189"/>
                  </a:lnTo>
                  <a:lnTo>
                    <a:pt x="30" y="223"/>
                  </a:lnTo>
                  <a:lnTo>
                    <a:pt x="19" y="261"/>
                  </a:lnTo>
                  <a:lnTo>
                    <a:pt x="11" y="299"/>
                  </a:lnTo>
                  <a:lnTo>
                    <a:pt x="5" y="339"/>
                  </a:lnTo>
                  <a:lnTo>
                    <a:pt x="1" y="382"/>
                  </a:lnTo>
                  <a:lnTo>
                    <a:pt x="0" y="424"/>
                  </a:lnTo>
                  <a:lnTo>
                    <a:pt x="12" y="424"/>
                  </a:lnTo>
                  <a:lnTo>
                    <a:pt x="13" y="382"/>
                  </a:lnTo>
                  <a:lnTo>
                    <a:pt x="17" y="341"/>
                  </a:lnTo>
                  <a:lnTo>
                    <a:pt x="23" y="301"/>
                  </a:lnTo>
                  <a:lnTo>
                    <a:pt x="31" y="264"/>
                  </a:lnTo>
                  <a:lnTo>
                    <a:pt x="41" y="227"/>
                  </a:lnTo>
                  <a:lnTo>
                    <a:pt x="53" y="193"/>
                  </a:lnTo>
                  <a:lnTo>
                    <a:pt x="67" y="160"/>
                  </a:lnTo>
                  <a:lnTo>
                    <a:pt x="81" y="132"/>
                  </a:lnTo>
                  <a:lnTo>
                    <a:pt x="99" y="105"/>
                  </a:lnTo>
                  <a:lnTo>
                    <a:pt x="116" y="81"/>
                  </a:lnTo>
                  <a:lnTo>
                    <a:pt x="136" y="61"/>
                  </a:lnTo>
                  <a:lnTo>
                    <a:pt x="156" y="43"/>
                  </a:lnTo>
                  <a:lnTo>
                    <a:pt x="178" y="30"/>
                  </a:lnTo>
                  <a:lnTo>
                    <a:pt x="199" y="20"/>
                  </a:lnTo>
                  <a:lnTo>
                    <a:pt x="222"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sp>
        <p:nvSpPr>
          <p:cNvPr id="102408" name="Rectangle 77"/>
          <p:cNvSpPr>
            <a:spLocks noChangeArrowheads="1"/>
          </p:cNvSpPr>
          <p:nvPr/>
        </p:nvSpPr>
        <p:spPr bwMode="auto">
          <a:xfrm>
            <a:off x="611188" y="0"/>
            <a:ext cx="6388100" cy="6477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3000"/>
              <a:t>Sem. 2 - Lundi</a:t>
            </a:r>
          </a:p>
        </p:txBody>
      </p:sp>
      <p:sp>
        <p:nvSpPr>
          <p:cNvPr id="102409" name="Text Box 78"/>
          <p:cNvSpPr txBox="1">
            <a:spLocks noChangeArrowheads="1"/>
          </p:cNvSpPr>
          <p:nvPr/>
        </p:nvSpPr>
        <p:spPr bwMode="auto">
          <a:xfrm>
            <a:off x="566738" y="2697163"/>
            <a:ext cx="3217862"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2. Pas de commandes</a:t>
            </a:r>
          </a:p>
        </p:txBody>
      </p:sp>
      <p:sp>
        <p:nvSpPr>
          <p:cNvPr id="102410" name="Text Box 79"/>
          <p:cNvSpPr txBox="1">
            <a:spLocks noChangeArrowheads="1"/>
          </p:cNvSpPr>
          <p:nvPr/>
        </p:nvSpPr>
        <p:spPr bwMode="auto">
          <a:xfrm>
            <a:off x="566738" y="5211763"/>
            <a:ext cx="6543675" cy="4429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eaLnBrk="1" hangingPunct="1">
              <a:spcBef>
                <a:spcPct val="0"/>
              </a:spcBef>
              <a:buFontTx/>
              <a:buNone/>
            </a:pPr>
            <a:r>
              <a:rPr lang="fr-FR" altLang="fr-FR" sz="2300"/>
              <a:t>4. Pointez la production sur votre feuille de suivi</a:t>
            </a:r>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03426" name="Group 2"/>
          <p:cNvGrpSpPr>
            <a:grpSpLocks/>
          </p:cNvGrpSpPr>
          <p:nvPr/>
        </p:nvGrpSpPr>
        <p:grpSpPr bwMode="auto">
          <a:xfrm>
            <a:off x="7073900" y="215900"/>
            <a:ext cx="1878013" cy="1250950"/>
            <a:chOff x="4456" y="136"/>
            <a:chExt cx="1183" cy="788"/>
          </a:xfrm>
        </p:grpSpPr>
        <p:grpSp>
          <p:nvGrpSpPr>
            <p:cNvPr id="103486" name="Group 3"/>
            <p:cNvGrpSpPr>
              <a:grpSpLocks/>
            </p:cNvGrpSpPr>
            <p:nvPr/>
          </p:nvGrpSpPr>
          <p:grpSpPr bwMode="auto">
            <a:xfrm>
              <a:off x="4766" y="232"/>
              <a:ext cx="873" cy="692"/>
              <a:chOff x="2185" y="310"/>
              <a:chExt cx="873" cy="692"/>
            </a:xfrm>
          </p:grpSpPr>
          <p:sp>
            <p:nvSpPr>
              <p:cNvPr id="103497" name="Freeform 4"/>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accent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3498" name="Freeform 5"/>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3499" name="Freeform 6"/>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3500" name="Freeform 7"/>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3501" name="Freeform 8"/>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3502" name="Freeform 9"/>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3503" name="Freeform 10"/>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grpSp>
          <p:nvGrpSpPr>
            <p:cNvPr id="103487" name="Group 11"/>
            <p:cNvGrpSpPr>
              <a:grpSpLocks/>
            </p:cNvGrpSpPr>
            <p:nvPr/>
          </p:nvGrpSpPr>
          <p:grpSpPr bwMode="auto">
            <a:xfrm>
              <a:off x="4949" y="336"/>
              <a:ext cx="591" cy="468"/>
              <a:chOff x="2185" y="310"/>
              <a:chExt cx="873" cy="692"/>
            </a:xfrm>
          </p:grpSpPr>
          <p:sp>
            <p:nvSpPr>
              <p:cNvPr id="103490" name="Freeform 12"/>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3491" name="Freeform 13"/>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3492" name="Freeform 14"/>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3493" name="Freeform 15"/>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3494" name="Freeform 16"/>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3495" name="Freeform 17"/>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3496" name="Freeform 18"/>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pic>
          <p:nvPicPr>
            <p:cNvPr id="103488" name="Picture 19"/>
            <p:cNvPicPr>
              <a:picLocks noChangeAspect="1" noChangeArrowheads="1"/>
            </p:cNvPicPr>
            <p:nvPr/>
          </p:nvPicPr>
          <p:blipFill>
            <a:blip r:embed="rId3" cstate="print">
              <a:extLst>
                <a:ext uri="{28A0092B-C50C-407E-A947-70E740481C1C}">
                  <a14:useLocalDpi xmlns:a14="http://schemas.microsoft.com/office/drawing/2010/main" val="0"/>
                </a:ext>
              </a:extLst>
            </a:blip>
            <a:srcRect l="-4282" t="-4369" r="-5199" b="-12012"/>
            <a:stretch>
              <a:fillRect/>
            </a:stretch>
          </p:blipFill>
          <p:spPr bwMode="auto">
            <a:xfrm>
              <a:off x="4456" y="136"/>
              <a:ext cx="480" cy="5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03489" name="Text Box 20"/>
            <p:cNvSpPr txBox="1">
              <a:spLocks noChangeArrowheads="1"/>
            </p:cNvSpPr>
            <p:nvPr/>
          </p:nvSpPr>
          <p:spPr bwMode="auto">
            <a:xfrm>
              <a:off x="5066" y="314"/>
              <a:ext cx="356" cy="49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4500" b="1">
                  <a:solidFill>
                    <a:srgbClr val="FF0000"/>
                  </a:solidFill>
                  <a:latin typeface="Arial Black" pitchFamily="34" charset="0"/>
                </a:rPr>
                <a:t>5</a:t>
              </a:r>
              <a:endParaRPr lang="fr-FR" altLang="fr-FR" sz="3200">
                <a:solidFill>
                  <a:schemeClr val="tx1"/>
                </a:solidFill>
                <a:latin typeface="Arial Black" pitchFamily="34" charset="0"/>
              </a:endParaRPr>
            </a:p>
          </p:txBody>
        </p:sp>
      </p:grpSp>
      <p:sp>
        <p:nvSpPr>
          <p:cNvPr id="103428" name="Text Box 22"/>
          <p:cNvSpPr txBox="1">
            <a:spLocks noChangeArrowheads="1"/>
          </p:cNvSpPr>
          <p:nvPr/>
        </p:nvSpPr>
        <p:spPr bwMode="auto">
          <a:xfrm>
            <a:off x="566738" y="1363663"/>
            <a:ext cx="1946275"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1. Tirez le dé</a:t>
            </a:r>
          </a:p>
        </p:txBody>
      </p:sp>
      <p:sp>
        <p:nvSpPr>
          <p:cNvPr id="103429" name="Text Box 23"/>
          <p:cNvSpPr txBox="1">
            <a:spLocks noChangeArrowheads="1"/>
          </p:cNvSpPr>
          <p:nvPr/>
        </p:nvSpPr>
        <p:spPr bwMode="auto">
          <a:xfrm>
            <a:off x="566738" y="3935413"/>
            <a:ext cx="18796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3. Produisez</a:t>
            </a:r>
          </a:p>
        </p:txBody>
      </p:sp>
      <p:grpSp>
        <p:nvGrpSpPr>
          <p:cNvPr id="103430" name="Group 24"/>
          <p:cNvGrpSpPr>
            <a:grpSpLocks/>
          </p:cNvGrpSpPr>
          <p:nvPr/>
        </p:nvGrpSpPr>
        <p:grpSpPr bwMode="auto">
          <a:xfrm>
            <a:off x="2986088" y="1306513"/>
            <a:ext cx="446087" cy="534987"/>
            <a:chOff x="868" y="1439"/>
            <a:chExt cx="811" cy="972"/>
          </a:xfrm>
        </p:grpSpPr>
        <p:sp>
          <p:nvSpPr>
            <p:cNvPr id="103435" name="Freeform 25"/>
            <p:cNvSpPr>
              <a:spLocks/>
            </p:cNvSpPr>
            <p:nvPr/>
          </p:nvSpPr>
          <p:spPr bwMode="auto">
            <a:xfrm>
              <a:off x="1548" y="2014"/>
              <a:ext cx="123" cy="100"/>
            </a:xfrm>
            <a:custGeom>
              <a:avLst/>
              <a:gdLst>
                <a:gd name="T0" fmla="*/ 5 w 618"/>
                <a:gd name="T1" fmla="*/ 0 h 502"/>
                <a:gd name="T2" fmla="*/ 5 w 618"/>
                <a:gd name="T3" fmla="*/ 0 h 502"/>
                <a:gd name="T4" fmla="*/ 0 w 618"/>
                <a:gd name="T5" fmla="*/ 4 h 502"/>
                <a:gd name="T6" fmla="*/ 0 w 618"/>
                <a:gd name="T7" fmla="*/ 4 h 502"/>
                <a:gd name="T8" fmla="*/ 5 w 618"/>
                <a:gd name="T9" fmla="*/ 0 h 502"/>
                <a:gd name="T10" fmla="*/ 5 w 618"/>
                <a:gd name="T11" fmla="*/ 0 h 502"/>
                <a:gd name="T12" fmla="*/ 5 w 618"/>
                <a:gd name="T13" fmla="*/ 0 h 502"/>
                <a:gd name="T14" fmla="*/ 5 w 618"/>
                <a:gd name="T15" fmla="*/ 0 h 502"/>
                <a:gd name="T16" fmla="*/ 5 w 618"/>
                <a:gd name="T17" fmla="*/ 0 h 502"/>
                <a:gd name="T18" fmla="*/ 5 w 618"/>
                <a:gd name="T19" fmla="*/ 0 h 502"/>
                <a:gd name="T20" fmla="*/ 5 w 618"/>
                <a:gd name="T21" fmla="*/ 0 h 502"/>
                <a:gd name="T22" fmla="*/ 5 w 618"/>
                <a:gd name="T23" fmla="*/ 0 h 502"/>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618"/>
                <a:gd name="T37" fmla="*/ 0 h 502"/>
                <a:gd name="T38" fmla="*/ 618 w 618"/>
                <a:gd name="T39" fmla="*/ 502 h 502"/>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618" h="502">
                  <a:moveTo>
                    <a:pt x="611" y="0"/>
                  </a:moveTo>
                  <a:lnTo>
                    <a:pt x="606" y="2"/>
                  </a:lnTo>
                  <a:lnTo>
                    <a:pt x="0" y="490"/>
                  </a:lnTo>
                  <a:lnTo>
                    <a:pt x="10" y="502"/>
                  </a:lnTo>
                  <a:lnTo>
                    <a:pt x="616" y="14"/>
                  </a:lnTo>
                  <a:lnTo>
                    <a:pt x="611" y="16"/>
                  </a:lnTo>
                  <a:lnTo>
                    <a:pt x="616" y="14"/>
                  </a:lnTo>
                  <a:lnTo>
                    <a:pt x="618" y="9"/>
                  </a:lnTo>
                  <a:lnTo>
                    <a:pt x="617" y="3"/>
                  </a:lnTo>
                  <a:lnTo>
                    <a:pt x="612" y="1"/>
                  </a:lnTo>
                  <a:lnTo>
                    <a:pt x="606" y="2"/>
                  </a:lnTo>
                  <a:lnTo>
                    <a:pt x="611"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3436" name="Freeform 26"/>
            <p:cNvSpPr>
              <a:spLocks/>
            </p:cNvSpPr>
            <p:nvPr/>
          </p:nvSpPr>
          <p:spPr bwMode="auto">
            <a:xfrm>
              <a:off x="876" y="1852"/>
              <a:ext cx="82" cy="373"/>
            </a:xfrm>
            <a:custGeom>
              <a:avLst/>
              <a:gdLst>
                <a:gd name="T0" fmla="*/ 3 w 413"/>
                <a:gd name="T1" fmla="*/ 15 h 1865"/>
                <a:gd name="T2" fmla="*/ 3 w 413"/>
                <a:gd name="T3" fmla="*/ 15 h 1865"/>
                <a:gd name="T4" fmla="*/ 0 w 413"/>
                <a:gd name="T5" fmla="*/ 0 h 1865"/>
                <a:gd name="T6" fmla="*/ 0 w 413"/>
                <a:gd name="T7" fmla="*/ 0 h 1865"/>
                <a:gd name="T8" fmla="*/ 3 w 413"/>
                <a:gd name="T9" fmla="*/ 15 h 1865"/>
                <a:gd name="T10" fmla="*/ 3 w 413"/>
                <a:gd name="T11" fmla="*/ 15 h 1865"/>
                <a:gd name="T12" fmla="*/ 3 w 413"/>
                <a:gd name="T13" fmla="*/ 15 h 1865"/>
                <a:gd name="T14" fmla="*/ 3 w 413"/>
                <a:gd name="T15" fmla="*/ 15 h 1865"/>
                <a:gd name="T16" fmla="*/ 3 w 413"/>
                <a:gd name="T17" fmla="*/ 15 h 1865"/>
                <a:gd name="T18" fmla="*/ 3 w 413"/>
                <a:gd name="T19" fmla="*/ 15 h 1865"/>
                <a:gd name="T20" fmla="*/ 3 w 413"/>
                <a:gd name="T21" fmla="*/ 15 h 1865"/>
                <a:gd name="T22" fmla="*/ 3 w 413"/>
                <a:gd name="T23" fmla="*/ 15 h 186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413"/>
                <a:gd name="T37" fmla="*/ 0 h 1865"/>
                <a:gd name="T38" fmla="*/ 413 w 413"/>
                <a:gd name="T39" fmla="*/ 1865 h 1865"/>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413" h="1865">
                  <a:moveTo>
                    <a:pt x="400" y="1864"/>
                  </a:moveTo>
                  <a:lnTo>
                    <a:pt x="413" y="1856"/>
                  </a:lnTo>
                  <a:lnTo>
                    <a:pt x="17" y="0"/>
                  </a:lnTo>
                  <a:lnTo>
                    <a:pt x="0" y="2"/>
                  </a:lnTo>
                  <a:lnTo>
                    <a:pt x="396" y="1858"/>
                  </a:lnTo>
                  <a:lnTo>
                    <a:pt x="409" y="1850"/>
                  </a:lnTo>
                  <a:lnTo>
                    <a:pt x="396" y="1858"/>
                  </a:lnTo>
                  <a:lnTo>
                    <a:pt x="400" y="1864"/>
                  </a:lnTo>
                  <a:lnTo>
                    <a:pt x="406" y="1865"/>
                  </a:lnTo>
                  <a:lnTo>
                    <a:pt x="410" y="1862"/>
                  </a:lnTo>
                  <a:lnTo>
                    <a:pt x="413" y="1856"/>
                  </a:lnTo>
                  <a:lnTo>
                    <a:pt x="400" y="186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3437" name="Freeform 27"/>
            <p:cNvSpPr>
              <a:spLocks/>
            </p:cNvSpPr>
            <p:nvPr/>
          </p:nvSpPr>
          <p:spPr bwMode="auto">
            <a:xfrm>
              <a:off x="1282" y="1533"/>
              <a:ext cx="35" cy="161"/>
            </a:xfrm>
            <a:custGeom>
              <a:avLst/>
              <a:gdLst>
                <a:gd name="T0" fmla="*/ 1 w 175"/>
                <a:gd name="T1" fmla="*/ 6 h 807"/>
                <a:gd name="T2" fmla="*/ 1 w 175"/>
                <a:gd name="T3" fmla="*/ 6 h 807"/>
                <a:gd name="T4" fmla="*/ 1 w 175"/>
                <a:gd name="T5" fmla="*/ 6 h 807"/>
                <a:gd name="T6" fmla="*/ 1 w 175"/>
                <a:gd name="T7" fmla="*/ 5 h 807"/>
                <a:gd name="T8" fmla="*/ 1 w 175"/>
                <a:gd name="T9" fmla="*/ 5 h 807"/>
                <a:gd name="T10" fmla="*/ 1 w 175"/>
                <a:gd name="T11" fmla="*/ 5 h 807"/>
                <a:gd name="T12" fmla="*/ 1 w 175"/>
                <a:gd name="T13" fmla="*/ 4 h 807"/>
                <a:gd name="T14" fmla="*/ 1 w 175"/>
                <a:gd name="T15" fmla="*/ 4 h 807"/>
                <a:gd name="T16" fmla="*/ 1 w 175"/>
                <a:gd name="T17" fmla="*/ 3 h 807"/>
                <a:gd name="T18" fmla="*/ 1 w 175"/>
                <a:gd name="T19" fmla="*/ 3 h 807"/>
                <a:gd name="T20" fmla="*/ 1 w 175"/>
                <a:gd name="T21" fmla="*/ 3 h 807"/>
                <a:gd name="T22" fmla="*/ 1 w 175"/>
                <a:gd name="T23" fmla="*/ 2 h 807"/>
                <a:gd name="T24" fmla="*/ 1 w 175"/>
                <a:gd name="T25" fmla="*/ 2 h 807"/>
                <a:gd name="T26" fmla="*/ 1 w 175"/>
                <a:gd name="T27" fmla="*/ 2 h 807"/>
                <a:gd name="T28" fmla="*/ 1 w 175"/>
                <a:gd name="T29" fmla="*/ 1 h 807"/>
                <a:gd name="T30" fmla="*/ 1 w 175"/>
                <a:gd name="T31" fmla="*/ 1 h 807"/>
                <a:gd name="T32" fmla="*/ 1 w 175"/>
                <a:gd name="T33" fmla="*/ 1 h 807"/>
                <a:gd name="T34" fmla="*/ 1 w 175"/>
                <a:gd name="T35" fmla="*/ 0 h 807"/>
                <a:gd name="T36" fmla="*/ 1 w 175"/>
                <a:gd name="T37" fmla="*/ 0 h 807"/>
                <a:gd name="T38" fmla="*/ 1 w 175"/>
                <a:gd name="T39" fmla="*/ 0 h 807"/>
                <a:gd name="T40" fmla="*/ 0 w 175"/>
                <a:gd name="T41" fmla="*/ 1 h 807"/>
                <a:gd name="T42" fmla="*/ 0 w 175"/>
                <a:gd name="T43" fmla="*/ 1 h 807"/>
                <a:gd name="T44" fmla="*/ 0 w 175"/>
                <a:gd name="T45" fmla="*/ 1 h 807"/>
                <a:gd name="T46" fmla="*/ 0 w 175"/>
                <a:gd name="T47" fmla="*/ 2 h 807"/>
                <a:gd name="T48" fmla="*/ 0 w 175"/>
                <a:gd name="T49" fmla="*/ 2 h 807"/>
                <a:gd name="T50" fmla="*/ 0 w 175"/>
                <a:gd name="T51" fmla="*/ 3 h 807"/>
                <a:gd name="T52" fmla="*/ 0 w 175"/>
                <a:gd name="T53" fmla="*/ 3 h 807"/>
                <a:gd name="T54" fmla="*/ 0 w 175"/>
                <a:gd name="T55" fmla="*/ 3 h 807"/>
                <a:gd name="T56" fmla="*/ 0 w 175"/>
                <a:gd name="T57" fmla="*/ 4 h 807"/>
                <a:gd name="T58" fmla="*/ 0 w 175"/>
                <a:gd name="T59" fmla="*/ 4 h 807"/>
                <a:gd name="T60" fmla="*/ 0 w 175"/>
                <a:gd name="T61" fmla="*/ 5 h 807"/>
                <a:gd name="T62" fmla="*/ 0 w 175"/>
                <a:gd name="T63" fmla="*/ 5 h 807"/>
                <a:gd name="T64" fmla="*/ 0 w 175"/>
                <a:gd name="T65" fmla="*/ 5 h 807"/>
                <a:gd name="T66" fmla="*/ 1 w 175"/>
                <a:gd name="T67" fmla="*/ 6 h 807"/>
                <a:gd name="T68" fmla="*/ 1 w 175"/>
                <a:gd name="T69" fmla="*/ 6 h 807"/>
                <a:gd name="T70" fmla="*/ 1 w 175"/>
                <a:gd name="T71" fmla="*/ 6 h 807"/>
                <a:gd name="T72" fmla="*/ 1 w 175"/>
                <a:gd name="T73" fmla="*/ 6 h 807"/>
                <a:gd name="T74" fmla="*/ 1 w 175"/>
                <a:gd name="T75" fmla="*/ 6 h 807"/>
                <a:gd name="T76" fmla="*/ 1 w 175"/>
                <a:gd name="T77" fmla="*/ 6 h 807"/>
                <a:gd name="T78" fmla="*/ 1 w 175"/>
                <a:gd name="T79" fmla="*/ 6 h 807"/>
                <a:gd name="T80" fmla="*/ 1 w 175"/>
                <a:gd name="T81" fmla="*/ 6 h 807"/>
                <a:gd name="T82" fmla="*/ 1 w 175"/>
                <a:gd name="T83" fmla="*/ 6 h 807"/>
                <a:gd name="T84" fmla="*/ 1 w 175"/>
                <a:gd name="T85" fmla="*/ 6 h 807"/>
                <a:gd name="T86" fmla="*/ 1 w 175"/>
                <a:gd name="T87" fmla="*/ 6 h 807"/>
                <a:gd name="T88" fmla="*/ 1 w 175"/>
                <a:gd name="T89" fmla="*/ 6 h 807"/>
                <a:gd name="T90" fmla="*/ 1 w 175"/>
                <a:gd name="T91" fmla="*/ 6 h 80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175"/>
                <a:gd name="T139" fmla="*/ 0 h 807"/>
                <a:gd name="T140" fmla="*/ 175 w 175"/>
                <a:gd name="T141" fmla="*/ 807 h 80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175" h="807">
                  <a:moveTo>
                    <a:pt x="169" y="740"/>
                  </a:moveTo>
                  <a:lnTo>
                    <a:pt x="169" y="739"/>
                  </a:lnTo>
                  <a:lnTo>
                    <a:pt x="149" y="698"/>
                  </a:lnTo>
                  <a:lnTo>
                    <a:pt x="133" y="656"/>
                  </a:lnTo>
                  <a:lnTo>
                    <a:pt x="120" y="611"/>
                  </a:lnTo>
                  <a:lnTo>
                    <a:pt x="108" y="565"/>
                  </a:lnTo>
                  <a:lnTo>
                    <a:pt x="100" y="520"/>
                  </a:lnTo>
                  <a:lnTo>
                    <a:pt x="96" y="472"/>
                  </a:lnTo>
                  <a:lnTo>
                    <a:pt x="93" y="425"/>
                  </a:lnTo>
                  <a:lnTo>
                    <a:pt x="93" y="377"/>
                  </a:lnTo>
                  <a:lnTo>
                    <a:pt x="96" y="330"/>
                  </a:lnTo>
                  <a:lnTo>
                    <a:pt x="100" y="283"/>
                  </a:lnTo>
                  <a:lnTo>
                    <a:pt x="106" y="238"/>
                  </a:lnTo>
                  <a:lnTo>
                    <a:pt x="115" y="195"/>
                  </a:lnTo>
                  <a:lnTo>
                    <a:pt x="126" y="153"/>
                  </a:lnTo>
                  <a:lnTo>
                    <a:pt x="139" y="114"/>
                  </a:lnTo>
                  <a:lnTo>
                    <a:pt x="153" y="77"/>
                  </a:lnTo>
                  <a:lnTo>
                    <a:pt x="169" y="43"/>
                  </a:lnTo>
                  <a:lnTo>
                    <a:pt x="87" y="0"/>
                  </a:lnTo>
                  <a:lnTo>
                    <a:pt x="69" y="39"/>
                  </a:lnTo>
                  <a:lnTo>
                    <a:pt x="52" y="81"/>
                  </a:lnTo>
                  <a:lnTo>
                    <a:pt x="37" y="127"/>
                  </a:lnTo>
                  <a:lnTo>
                    <a:pt x="24" y="174"/>
                  </a:lnTo>
                  <a:lnTo>
                    <a:pt x="15" y="222"/>
                  </a:lnTo>
                  <a:lnTo>
                    <a:pt x="7" y="271"/>
                  </a:lnTo>
                  <a:lnTo>
                    <a:pt x="2" y="323"/>
                  </a:lnTo>
                  <a:lnTo>
                    <a:pt x="0" y="374"/>
                  </a:lnTo>
                  <a:lnTo>
                    <a:pt x="0" y="427"/>
                  </a:lnTo>
                  <a:lnTo>
                    <a:pt x="2" y="479"/>
                  </a:lnTo>
                  <a:lnTo>
                    <a:pt x="9" y="531"/>
                  </a:lnTo>
                  <a:lnTo>
                    <a:pt x="17" y="584"/>
                  </a:lnTo>
                  <a:lnTo>
                    <a:pt x="29" y="635"/>
                  </a:lnTo>
                  <a:lnTo>
                    <a:pt x="44" y="686"/>
                  </a:lnTo>
                  <a:lnTo>
                    <a:pt x="65" y="736"/>
                  </a:lnTo>
                  <a:lnTo>
                    <a:pt x="87" y="784"/>
                  </a:lnTo>
                  <a:lnTo>
                    <a:pt x="87" y="782"/>
                  </a:lnTo>
                  <a:lnTo>
                    <a:pt x="87" y="784"/>
                  </a:lnTo>
                  <a:lnTo>
                    <a:pt x="100" y="799"/>
                  </a:lnTo>
                  <a:lnTo>
                    <a:pt x="117" y="807"/>
                  </a:lnTo>
                  <a:lnTo>
                    <a:pt x="134" y="807"/>
                  </a:lnTo>
                  <a:lnTo>
                    <a:pt x="151" y="801"/>
                  </a:lnTo>
                  <a:lnTo>
                    <a:pt x="164" y="791"/>
                  </a:lnTo>
                  <a:lnTo>
                    <a:pt x="173" y="777"/>
                  </a:lnTo>
                  <a:lnTo>
                    <a:pt x="175" y="759"/>
                  </a:lnTo>
                  <a:lnTo>
                    <a:pt x="169" y="739"/>
                  </a:lnTo>
                  <a:lnTo>
                    <a:pt x="169" y="74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3438" name="Freeform 28"/>
            <p:cNvSpPr>
              <a:spLocks/>
            </p:cNvSpPr>
            <p:nvPr/>
          </p:nvSpPr>
          <p:spPr bwMode="auto">
            <a:xfrm>
              <a:off x="1299" y="1681"/>
              <a:ext cx="157" cy="281"/>
            </a:xfrm>
            <a:custGeom>
              <a:avLst/>
              <a:gdLst>
                <a:gd name="T0" fmla="*/ 6 w 787"/>
                <a:gd name="T1" fmla="*/ 11 h 1404"/>
                <a:gd name="T2" fmla="*/ 6 w 787"/>
                <a:gd name="T3" fmla="*/ 11 h 1404"/>
                <a:gd name="T4" fmla="*/ 1 w 787"/>
                <a:gd name="T5" fmla="*/ 0 h 1404"/>
                <a:gd name="T6" fmla="*/ 0 w 787"/>
                <a:gd name="T7" fmla="*/ 0 h 1404"/>
                <a:gd name="T8" fmla="*/ 6 w 787"/>
                <a:gd name="T9" fmla="*/ 11 h 1404"/>
                <a:gd name="T10" fmla="*/ 6 w 787"/>
                <a:gd name="T11" fmla="*/ 11 h 1404"/>
                <a:gd name="T12" fmla="*/ 6 w 787"/>
                <a:gd name="T13" fmla="*/ 11 h 1404"/>
                <a:gd name="T14" fmla="*/ 6 w 787"/>
                <a:gd name="T15" fmla="*/ 11 h 1404"/>
                <a:gd name="T16" fmla="*/ 6 w 787"/>
                <a:gd name="T17" fmla="*/ 11 h 1404"/>
                <a:gd name="T18" fmla="*/ 6 w 787"/>
                <a:gd name="T19" fmla="*/ 11 h 1404"/>
                <a:gd name="T20" fmla="*/ 6 w 787"/>
                <a:gd name="T21" fmla="*/ 11 h 1404"/>
                <a:gd name="T22" fmla="*/ 6 w 787"/>
                <a:gd name="T23" fmla="*/ 11 h 1404"/>
                <a:gd name="T24" fmla="*/ 6 w 787"/>
                <a:gd name="T25" fmla="*/ 11 h 1404"/>
                <a:gd name="T26" fmla="*/ 6 w 787"/>
                <a:gd name="T27" fmla="*/ 11 h 1404"/>
                <a:gd name="T28" fmla="*/ 6 w 787"/>
                <a:gd name="T29" fmla="*/ 11 h 1404"/>
                <a:gd name="T30" fmla="*/ 6 w 787"/>
                <a:gd name="T31" fmla="*/ 11 h 1404"/>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787"/>
                <a:gd name="T49" fmla="*/ 0 h 1404"/>
                <a:gd name="T50" fmla="*/ 787 w 787"/>
                <a:gd name="T51" fmla="*/ 1404 h 1404"/>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787" h="1404">
                  <a:moveTo>
                    <a:pt x="781" y="1334"/>
                  </a:moveTo>
                  <a:lnTo>
                    <a:pt x="781" y="1337"/>
                  </a:lnTo>
                  <a:lnTo>
                    <a:pt x="82" y="0"/>
                  </a:lnTo>
                  <a:lnTo>
                    <a:pt x="0" y="42"/>
                  </a:lnTo>
                  <a:lnTo>
                    <a:pt x="699" y="1379"/>
                  </a:lnTo>
                  <a:lnTo>
                    <a:pt x="699" y="1381"/>
                  </a:lnTo>
                  <a:lnTo>
                    <a:pt x="699" y="1379"/>
                  </a:lnTo>
                  <a:lnTo>
                    <a:pt x="712" y="1395"/>
                  </a:lnTo>
                  <a:lnTo>
                    <a:pt x="727" y="1402"/>
                  </a:lnTo>
                  <a:lnTo>
                    <a:pt x="744" y="1404"/>
                  </a:lnTo>
                  <a:lnTo>
                    <a:pt x="761" y="1398"/>
                  </a:lnTo>
                  <a:lnTo>
                    <a:pt x="775" y="1388"/>
                  </a:lnTo>
                  <a:lnTo>
                    <a:pt x="784" y="1373"/>
                  </a:lnTo>
                  <a:lnTo>
                    <a:pt x="787" y="1357"/>
                  </a:lnTo>
                  <a:lnTo>
                    <a:pt x="781" y="1337"/>
                  </a:lnTo>
                  <a:lnTo>
                    <a:pt x="781" y="13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3439" name="Freeform 29"/>
            <p:cNvSpPr>
              <a:spLocks/>
            </p:cNvSpPr>
            <p:nvPr/>
          </p:nvSpPr>
          <p:spPr bwMode="auto">
            <a:xfrm>
              <a:off x="1439" y="1948"/>
              <a:ext cx="125" cy="76"/>
            </a:xfrm>
            <a:custGeom>
              <a:avLst/>
              <a:gdLst>
                <a:gd name="T0" fmla="*/ 5 w 628"/>
                <a:gd name="T1" fmla="*/ 2 h 383"/>
                <a:gd name="T2" fmla="*/ 5 w 628"/>
                <a:gd name="T3" fmla="*/ 2 h 383"/>
                <a:gd name="T4" fmla="*/ 4 w 628"/>
                <a:gd name="T5" fmla="*/ 2 h 383"/>
                <a:gd name="T6" fmla="*/ 4 w 628"/>
                <a:gd name="T7" fmla="*/ 2 h 383"/>
                <a:gd name="T8" fmla="*/ 4 w 628"/>
                <a:gd name="T9" fmla="*/ 2 h 383"/>
                <a:gd name="T10" fmla="*/ 3 w 628"/>
                <a:gd name="T11" fmla="*/ 2 h 383"/>
                <a:gd name="T12" fmla="*/ 3 w 628"/>
                <a:gd name="T13" fmla="*/ 2 h 383"/>
                <a:gd name="T14" fmla="*/ 3 w 628"/>
                <a:gd name="T15" fmla="*/ 2 h 383"/>
                <a:gd name="T16" fmla="*/ 3 w 628"/>
                <a:gd name="T17" fmla="*/ 2 h 383"/>
                <a:gd name="T18" fmla="*/ 2 w 628"/>
                <a:gd name="T19" fmla="*/ 2 h 383"/>
                <a:gd name="T20" fmla="*/ 2 w 628"/>
                <a:gd name="T21" fmla="*/ 2 h 383"/>
                <a:gd name="T22" fmla="*/ 2 w 628"/>
                <a:gd name="T23" fmla="*/ 1 h 383"/>
                <a:gd name="T24" fmla="*/ 2 w 628"/>
                <a:gd name="T25" fmla="*/ 1 h 383"/>
                <a:gd name="T26" fmla="*/ 1 w 628"/>
                <a:gd name="T27" fmla="*/ 1 h 383"/>
                <a:gd name="T28" fmla="*/ 1 w 628"/>
                <a:gd name="T29" fmla="*/ 1 h 383"/>
                <a:gd name="T30" fmla="*/ 1 w 628"/>
                <a:gd name="T31" fmla="*/ 1 h 383"/>
                <a:gd name="T32" fmla="*/ 1 w 628"/>
                <a:gd name="T33" fmla="*/ 0 h 383"/>
                <a:gd name="T34" fmla="*/ 1 w 628"/>
                <a:gd name="T35" fmla="*/ 0 h 383"/>
                <a:gd name="T36" fmla="*/ 0 w 628"/>
                <a:gd name="T37" fmla="*/ 0 h 383"/>
                <a:gd name="T38" fmla="*/ 0 w 628"/>
                <a:gd name="T39" fmla="*/ 1 h 383"/>
                <a:gd name="T40" fmla="*/ 0 w 628"/>
                <a:gd name="T41" fmla="*/ 1 h 383"/>
                <a:gd name="T42" fmla="*/ 1 w 628"/>
                <a:gd name="T43" fmla="*/ 1 h 383"/>
                <a:gd name="T44" fmla="*/ 1 w 628"/>
                <a:gd name="T45" fmla="*/ 1 h 383"/>
                <a:gd name="T46" fmla="*/ 1 w 628"/>
                <a:gd name="T47" fmla="*/ 2 h 383"/>
                <a:gd name="T48" fmla="*/ 1 w 628"/>
                <a:gd name="T49" fmla="*/ 2 h 383"/>
                <a:gd name="T50" fmla="*/ 2 w 628"/>
                <a:gd name="T51" fmla="*/ 2 h 383"/>
                <a:gd name="T52" fmla="*/ 2 w 628"/>
                <a:gd name="T53" fmla="*/ 2 h 383"/>
                <a:gd name="T54" fmla="*/ 2 w 628"/>
                <a:gd name="T55" fmla="*/ 2 h 383"/>
                <a:gd name="T56" fmla="*/ 3 w 628"/>
                <a:gd name="T57" fmla="*/ 3 h 383"/>
                <a:gd name="T58" fmla="*/ 3 w 628"/>
                <a:gd name="T59" fmla="*/ 3 h 383"/>
                <a:gd name="T60" fmla="*/ 3 w 628"/>
                <a:gd name="T61" fmla="*/ 3 h 383"/>
                <a:gd name="T62" fmla="*/ 4 w 628"/>
                <a:gd name="T63" fmla="*/ 3 h 383"/>
                <a:gd name="T64" fmla="*/ 4 w 628"/>
                <a:gd name="T65" fmla="*/ 3 h 383"/>
                <a:gd name="T66" fmla="*/ 4 w 628"/>
                <a:gd name="T67" fmla="*/ 3 h 383"/>
                <a:gd name="T68" fmla="*/ 5 w 628"/>
                <a:gd name="T69" fmla="*/ 3 h 383"/>
                <a:gd name="T70" fmla="*/ 5 w 628"/>
                <a:gd name="T71" fmla="*/ 3 h 383"/>
                <a:gd name="T72" fmla="*/ 5 w 628"/>
                <a:gd name="T73" fmla="*/ 3 h 383"/>
                <a:gd name="T74" fmla="*/ 5 w 628"/>
                <a:gd name="T75" fmla="*/ 3 h 383"/>
                <a:gd name="T76" fmla="*/ 5 w 628"/>
                <a:gd name="T77" fmla="*/ 3 h 383"/>
                <a:gd name="T78" fmla="*/ 5 w 628"/>
                <a:gd name="T79" fmla="*/ 3 h 383"/>
                <a:gd name="T80" fmla="*/ 5 w 628"/>
                <a:gd name="T81" fmla="*/ 3 h 383"/>
                <a:gd name="T82" fmla="*/ 5 w 628"/>
                <a:gd name="T83" fmla="*/ 3 h 383"/>
                <a:gd name="T84" fmla="*/ 5 w 628"/>
                <a:gd name="T85" fmla="*/ 2 h 383"/>
                <a:gd name="T86" fmla="*/ 5 w 628"/>
                <a:gd name="T87" fmla="*/ 2 h 383"/>
                <a:gd name="T88" fmla="*/ 5 w 628"/>
                <a:gd name="T89" fmla="*/ 2 h 383"/>
                <a:gd name="T90" fmla="*/ 5 w 628"/>
                <a:gd name="T91" fmla="*/ 2 h 38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628"/>
                <a:gd name="T139" fmla="*/ 0 h 383"/>
                <a:gd name="T140" fmla="*/ 628 w 628"/>
                <a:gd name="T141" fmla="*/ 383 h 38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628" h="383">
                  <a:moveTo>
                    <a:pt x="581" y="289"/>
                  </a:moveTo>
                  <a:lnTo>
                    <a:pt x="582" y="289"/>
                  </a:lnTo>
                  <a:lnTo>
                    <a:pt x="541" y="287"/>
                  </a:lnTo>
                  <a:lnTo>
                    <a:pt x="500" y="283"/>
                  </a:lnTo>
                  <a:lnTo>
                    <a:pt x="462" y="276"/>
                  </a:lnTo>
                  <a:lnTo>
                    <a:pt x="424" y="268"/>
                  </a:lnTo>
                  <a:lnTo>
                    <a:pt x="389" y="255"/>
                  </a:lnTo>
                  <a:lnTo>
                    <a:pt x="352" y="242"/>
                  </a:lnTo>
                  <a:lnTo>
                    <a:pt x="320" y="227"/>
                  </a:lnTo>
                  <a:lnTo>
                    <a:pt x="287" y="209"/>
                  </a:lnTo>
                  <a:lnTo>
                    <a:pt x="255" y="189"/>
                  </a:lnTo>
                  <a:lnTo>
                    <a:pt x="226" y="168"/>
                  </a:lnTo>
                  <a:lnTo>
                    <a:pt x="198" y="145"/>
                  </a:lnTo>
                  <a:lnTo>
                    <a:pt x="172" y="119"/>
                  </a:lnTo>
                  <a:lnTo>
                    <a:pt x="146" y="92"/>
                  </a:lnTo>
                  <a:lnTo>
                    <a:pt x="122" y="64"/>
                  </a:lnTo>
                  <a:lnTo>
                    <a:pt x="100" y="33"/>
                  </a:lnTo>
                  <a:lnTo>
                    <a:pt x="82" y="0"/>
                  </a:lnTo>
                  <a:lnTo>
                    <a:pt x="0" y="47"/>
                  </a:lnTo>
                  <a:lnTo>
                    <a:pt x="23" y="85"/>
                  </a:lnTo>
                  <a:lnTo>
                    <a:pt x="49" y="120"/>
                  </a:lnTo>
                  <a:lnTo>
                    <a:pt x="76" y="153"/>
                  </a:lnTo>
                  <a:lnTo>
                    <a:pt x="104" y="185"/>
                  </a:lnTo>
                  <a:lnTo>
                    <a:pt x="137" y="215"/>
                  </a:lnTo>
                  <a:lnTo>
                    <a:pt x="170" y="241"/>
                  </a:lnTo>
                  <a:lnTo>
                    <a:pt x="204" y="267"/>
                  </a:lnTo>
                  <a:lnTo>
                    <a:pt x="240" y="289"/>
                  </a:lnTo>
                  <a:lnTo>
                    <a:pt x="277" y="309"/>
                  </a:lnTo>
                  <a:lnTo>
                    <a:pt x="317" y="329"/>
                  </a:lnTo>
                  <a:lnTo>
                    <a:pt x="358" y="344"/>
                  </a:lnTo>
                  <a:lnTo>
                    <a:pt x="400" y="357"/>
                  </a:lnTo>
                  <a:lnTo>
                    <a:pt x="444" y="367"/>
                  </a:lnTo>
                  <a:lnTo>
                    <a:pt x="488" y="374"/>
                  </a:lnTo>
                  <a:lnTo>
                    <a:pt x="534" y="380"/>
                  </a:lnTo>
                  <a:lnTo>
                    <a:pt x="580" y="383"/>
                  </a:lnTo>
                  <a:lnTo>
                    <a:pt x="581" y="383"/>
                  </a:lnTo>
                  <a:lnTo>
                    <a:pt x="580" y="383"/>
                  </a:lnTo>
                  <a:lnTo>
                    <a:pt x="600" y="379"/>
                  </a:lnTo>
                  <a:lnTo>
                    <a:pt x="615" y="369"/>
                  </a:lnTo>
                  <a:lnTo>
                    <a:pt x="624" y="353"/>
                  </a:lnTo>
                  <a:lnTo>
                    <a:pt x="628" y="337"/>
                  </a:lnTo>
                  <a:lnTo>
                    <a:pt x="625" y="319"/>
                  </a:lnTo>
                  <a:lnTo>
                    <a:pt x="617" y="304"/>
                  </a:lnTo>
                  <a:lnTo>
                    <a:pt x="602" y="294"/>
                  </a:lnTo>
                  <a:lnTo>
                    <a:pt x="582" y="289"/>
                  </a:lnTo>
                  <a:lnTo>
                    <a:pt x="581" y="28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3440" name="Freeform 30"/>
            <p:cNvSpPr>
              <a:spLocks/>
            </p:cNvSpPr>
            <p:nvPr/>
          </p:nvSpPr>
          <p:spPr bwMode="auto">
            <a:xfrm>
              <a:off x="1587" y="1880"/>
              <a:ext cx="85" cy="49"/>
            </a:xfrm>
            <a:custGeom>
              <a:avLst/>
              <a:gdLst>
                <a:gd name="T0" fmla="*/ 3 w 426"/>
                <a:gd name="T1" fmla="*/ 0 h 245"/>
                <a:gd name="T2" fmla="*/ 3 w 426"/>
                <a:gd name="T3" fmla="*/ 0 h 245"/>
                <a:gd name="T4" fmla="*/ 3 w 426"/>
                <a:gd name="T5" fmla="*/ 0 h 245"/>
                <a:gd name="T6" fmla="*/ 3 w 426"/>
                <a:gd name="T7" fmla="*/ 0 h 245"/>
                <a:gd name="T8" fmla="*/ 2 w 426"/>
                <a:gd name="T9" fmla="*/ 0 h 245"/>
                <a:gd name="T10" fmla="*/ 2 w 426"/>
                <a:gd name="T11" fmla="*/ 0 h 245"/>
                <a:gd name="T12" fmla="*/ 2 w 426"/>
                <a:gd name="T13" fmla="*/ 0 h 245"/>
                <a:gd name="T14" fmla="*/ 2 w 426"/>
                <a:gd name="T15" fmla="*/ 0 h 245"/>
                <a:gd name="T16" fmla="*/ 1 w 426"/>
                <a:gd name="T17" fmla="*/ 0 h 245"/>
                <a:gd name="T18" fmla="*/ 1 w 426"/>
                <a:gd name="T19" fmla="*/ 1 h 245"/>
                <a:gd name="T20" fmla="*/ 1 w 426"/>
                <a:gd name="T21" fmla="*/ 1 h 245"/>
                <a:gd name="T22" fmla="*/ 1 w 426"/>
                <a:gd name="T23" fmla="*/ 1 h 245"/>
                <a:gd name="T24" fmla="*/ 0 w 426"/>
                <a:gd name="T25" fmla="*/ 1 h 245"/>
                <a:gd name="T26" fmla="*/ 0 w 426"/>
                <a:gd name="T27" fmla="*/ 1 h 245"/>
                <a:gd name="T28" fmla="*/ 0 w 426"/>
                <a:gd name="T29" fmla="*/ 1 h 245"/>
                <a:gd name="T30" fmla="*/ 0 w 426"/>
                <a:gd name="T31" fmla="*/ 2 h 245"/>
                <a:gd name="T32" fmla="*/ 0 w 426"/>
                <a:gd name="T33" fmla="*/ 2 h 245"/>
                <a:gd name="T34" fmla="*/ 0 w 426"/>
                <a:gd name="T35" fmla="*/ 2 h 245"/>
                <a:gd name="T36" fmla="*/ 0 w 426"/>
                <a:gd name="T37" fmla="*/ 2 h 245"/>
                <a:gd name="T38" fmla="*/ 0 w 426"/>
                <a:gd name="T39" fmla="*/ 2 h 245"/>
                <a:gd name="T40" fmla="*/ 0 w 426"/>
                <a:gd name="T41" fmla="*/ 2 h 245"/>
                <a:gd name="T42" fmla="*/ 0 w 426"/>
                <a:gd name="T43" fmla="*/ 1 h 245"/>
                <a:gd name="T44" fmla="*/ 0 w 426"/>
                <a:gd name="T45" fmla="*/ 1 h 245"/>
                <a:gd name="T46" fmla="*/ 0 w 426"/>
                <a:gd name="T47" fmla="*/ 1 h 245"/>
                <a:gd name="T48" fmla="*/ 1 w 426"/>
                <a:gd name="T49" fmla="*/ 1 h 245"/>
                <a:gd name="T50" fmla="*/ 1 w 426"/>
                <a:gd name="T51" fmla="*/ 1 h 245"/>
                <a:gd name="T52" fmla="*/ 1 w 426"/>
                <a:gd name="T53" fmla="*/ 1 h 245"/>
                <a:gd name="T54" fmla="*/ 1 w 426"/>
                <a:gd name="T55" fmla="*/ 1 h 245"/>
                <a:gd name="T56" fmla="*/ 2 w 426"/>
                <a:gd name="T57" fmla="*/ 0 h 245"/>
                <a:gd name="T58" fmla="*/ 2 w 426"/>
                <a:gd name="T59" fmla="*/ 0 h 245"/>
                <a:gd name="T60" fmla="*/ 2 w 426"/>
                <a:gd name="T61" fmla="*/ 0 h 245"/>
                <a:gd name="T62" fmla="*/ 2 w 426"/>
                <a:gd name="T63" fmla="*/ 0 h 245"/>
                <a:gd name="T64" fmla="*/ 3 w 426"/>
                <a:gd name="T65" fmla="*/ 0 h 245"/>
                <a:gd name="T66" fmla="*/ 3 w 426"/>
                <a:gd name="T67" fmla="*/ 0 h 245"/>
                <a:gd name="T68" fmla="*/ 3 w 426"/>
                <a:gd name="T69" fmla="*/ 0 h 245"/>
                <a:gd name="T70" fmla="*/ 3 w 426"/>
                <a:gd name="T71" fmla="*/ 0 h 245"/>
                <a:gd name="T72" fmla="*/ 3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426" y="0"/>
                  </a:moveTo>
                  <a:lnTo>
                    <a:pt x="426" y="0"/>
                  </a:lnTo>
                  <a:lnTo>
                    <a:pt x="384" y="1"/>
                  </a:lnTo>
                  <a:lnTo>
                    <a:pt x="340" y="4"/>
                  </a:lnTo>
                  <a:lnTo>
                    <a:pt x="300" y="10"/>
                  </a:lnTo>
                  <a:lnTo>
                    <a:pt x="262" y="18"/>
                  </a:lnTo>
                  <a:lnTo>
                    <a:pt x="224" y="29"/>
                  </a:lnTo>
                  <a:lnTo>
                    <a:pt x="189" y="41"/>
                  </a:lnTo>
                  <a:lnTo>
                    <a:pt x="157" y="55"/>
                  </a:lnTo>
                  <a:lnTo>
                    <a:pt x="126" y="70"/>
                  </a:lnTo>
                  <a:lnTo>
                    <a:pt x="99" y="89"/>
                  </a:lnTo>
                  <a:lnTo>
                    <a:pt x="74" y="106"/>
                  </a:lnTo>
                  <a:lnTo>
                    <a:pt x="52" y="126"/>
                  </a:lnTo>
                  <a:lnTo>
                    <a:pt x="34" y="148"/>
                  </a:lnTo>
                  <a:lnTo>
                    <a:pt x="19" y="171"/>
                  </a:lnTo>
                  <a:lnTo>
                    <a:pt x="9" y="194"/>
                  </a:lnTo>
                  <a:lnTo>
                    <a:pt x="3" y="219"/>
                  </a:lnTo>
                  <a:lnTo>
                    <a:pt x="0" y="245"/>
                  </a:lnTo>
                  <a:lnTo>
                    <a:pt x="12" y="245"/>
                  </a:lnTo>
                  <a:lnTo>
                    <a:pt x="15" y="221"/>
                  </a:lnTo>
                  <a:lnTo>
                    <a:pt x="20" y="199"/>
                  </a:lnTo>
                  <a:lnTo>
                    <a:pt x="31" y="178"/>
                  </a:lnTo>
                  <a:lnTo>
                    <a:pt x="44" y="156"/>
                  </a:lnTo>
                  <a:lnTo>
                    <a:pt x="61" y="136"/>
                  </a:lnTo>
                  <a:lnTo>
                    <a:pt x="81" y="116"/>
                  </a:lnTo>
                  <a:lnTo>
                    <a:pt x="106" y="98"/>
                  </a:lnTo>
                  <a:lnTo>
                    <a:pt x="133" y="82"/>
                  </a:lnTo>
                  <a:lnTo>
                    <a:pt x="162" y="66"/>
                  </a:lnTo>
                  <a:lnTo>
                    <a:pt x="194" y="52"/>
                  </a:lnTo>
                  <a:lnTo>
                    <a:pt x="229" y="41"/>
                  </a:lnTo>
                  <a:lnTo>
                    <a:pt x="264" y="30"/>
                  </a:lnTo>
                  <a:lnTo>
                    <a:pt x="303" y="22"/>
                  </a:lnTo>
                  <a:lnTo>
                    <a:pt x="343" y="16"/>
                  </a:lnTo>
                  <a:lnTo>
                    <a:pt x="384" y="12"/>
                  </a:lnTo>
                  <a:lnTo>
                    <a:pt x="426" y="11"/>
                  </a:lnTo>
                  <a:lnTo>
                    <a:pt x="42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3441" name="Freeform 31"/>
            <p:cNvSpPr>
              <a:spLocks/>
            </p:cNvSpPr>
            <p:nvPr/>
          </p:nvSpPr>
          <p:spPr bwMode="auto">
            <a:xfrm>
              <a:off x="1587" y="1929"/>
              <a:ext cx="85" cy="49"/>
            </a:xfrm>
            <a:custGeom>
              <a:avLst/>
              <a:gdLst>
                <a:gd name="T0" fmla="*/ 0 w 426"/>
                <a:gd name="T1" fmla="*/ 0 h 245"/>
                <a:gd name="T2" fmla="*/ 0 w 426"/>
                <a:gd name="T3" fmla="*/ 0 h 245"/>
                <a:gd name="T4" fmla="*/ 0 w 426"/>
                <a:gd name="T5" fmla="*/ 0 h 245"/>
                <a:gd name="T6" fmla="*/ 0 w 426"/>
                <a:gd name="T7" fmla="*/ 0 h 245"/>
                <a:gd name="T8" fmla="*/ 0 w 426"/>
                <a:gd name="T9" fmla="*/ 1 h 245"/>
                <a:gd name="T10" fmla="*/ 0 w 426"/>
                <a:gd name="T11" fmla="*/ 1 h 245"/>
                <a:gd name="T12" fmla="*/ 0 w 426"/>
                <a:gd name="T13" fmla="*/ 1 h 245"/>
                <a:gd name="T14" fmla="*/ 1 w 426"/>
                <a:gd name="T15" fmla="*/ 1 h 245"/>
                <a:gd name="T16" fmla="*/ 1 w 426"/>
                <a:gd name="T17" fmla="*/ 1 h 245"/>
                <a:gd name="T18" fmla="*/ 1 w 426"/>
                <a:gd name="T19" fmla="*/ 1 h 245"/>
                <a:gd name="T20" fmla="*/ 1 w 426"/>
                <a:gd name="T21" fmla="*/ 2 h 245"/>
                <a:gd name="T22" fmla="*/ 2 w 426"/>
                <a:gd name="T23" fmla="*/ 2 h 245"/>
                <a:gd name="T24" fmla="*/ 2 w 426"/>
                <a:gd name="T25" fmla="*/ 2 h 245"/>
                <a:gd name="T26" fmla="*/ 2 w 426"/>
                <a:gd name="T27" fmla="*/ 2 h 245"/>
                <a:gd name="T28" fmla="*/ 2 w 426"/>
                <a:gd name="T29" fmla="*/ 2 h 245"/>
                <a:gd name="T30" fmla="*/ 3 w 426"/>
                <a:gd name="T31" fmla="*/ 2 h 245"/>
                <a:gd name="T32" fmla="*/ 3 w 426"/>
                <a:gd name="T33" fmla="*/ 2 h 245"/>
                <a:gd name="T34" fmla="*/ 3 w 426"/>
                <a:gd name="T35" fmla="*/ 2 h 245"/>
                <a:gd name="T36" fmla="*/ 3 w 426"/>
                <a:gd name="T37" fmla="*/ 2 h 245"/>
                <a:gd name="T38" fmla="*/ 3 w 426"/>
                <a:gd name="T39" fmla="*/ 2 h 245"/>
                <a:gd name="T40" fmla="*/ 3 w 426"/>
                <a:gd name="T41" fmla="*/ 2 h 245"/>
                <a:gd name="T42" fmla="*/ 2 w 426"/>
                <a:gd name="T43" fmla="*/ 2 h 245"/>
                <a:gd name="T44" fmla="*/ 2 w 426"/>
                <a:gd name="T45" fmla="*/ 2 h 245"/>
                <a:gd name="T46" fmla="*/ 2 w 426"/>
                <a:gd name="T47" fmla="*/ 2 h 245"/>
                <a:gd name="T48" fmla="*/ 2 w 426"/>
                <a:gd name="T49" fmla="*/ 2 h 245"/>
                <a:gd name="T50" fmla="*/ 1 w 426"/>
                <a:gd name="T51" fmla="*/ 1 h 245"/>
                <a:gd name="T52" fmla="*/ 1 w 426"/>
                <a:gd name="T53" fmla="*/ 1 h 245"/>
                <a:gd name="T54" fmla="*/ 1 w 426"/>
                <a:gd name="T55" fmla="*/ 1 h 245"/>
                <a:gd name="T56" fmla="*/ 1 w 426"/>
                <a:gd name="T57" fmla="*/ 1 h 245"/>
                <a:gd name="T58" fmla="*/ 0 w 426"/>
                <a:gd name="T59" fmla="*/ 1 h 245"/>
                <a:gd name="T60" fmla="*/ 0 w 426"/>
                <a:gd name="T61" fmla="*/ 1 h 245"/>
                <a:gd name="T62" fmla="*/ 0 w 426"/>
                <a:gd name="T63" fmla="*/ 1 h 245"/>
                <a:gd name="T64" fmla="*/ 0 w 426"/>
                <a:gd name="T65" fmla="*/ 0 h 245"/>
                <a:gd name="T66" fmla="*/ 0 w 426"/>
                <a:gd name="T67" fmla="*/ 0 h 245"/>
                <a:gd name="T68" fmla="*/ 0 w 426"/>
                <a:gd name="T69" fmla="*/ 0 h 245"/>
                <a:gd name="T70" fmla="*/ 0 w 426"/>
                <a:gd name="T71" fmla="*/ 0 h 245"/>
                <a:gd name="T72" fmla="*/ 0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0" y="0"/>
                  </a:moveTo>
                  <a:lnTo>
                    <a:pt x="0" y="0"/>
                  </a:lnTo>
                  <a:lnTo>
                    <a:pt x="3" y="25"/>
                  </a:lnTo>
                  <a:lnTo>
                    <a:pt x="9" y="50"/>
                  </a:lnTo>
                  <a:lnTo>
                    <a:pt x="19" y="73"/>
                  </a:lnTo>
                  <a:lnTo>
                    <a:pt x="34" y="96"/>
                  </a:lnTo>
                  <a:lnTo>
                    <a:pt x="52" y="118"/>
                  </a:lnTo>
                  <a:lnTo>
                    <a:pt x="74" y="138"/>
                  </a:lnTo>
                  <a:lnTo>
                    <a:pt x="99" y="156"/>
                  </a:lnTo>
                  <a:lnTo>
                    <a:pt x="126" y="174"/>
                  </a:lnTo>
                  <a:lnTo>
                    <a:pt x="157" y="190"/>
                  </a:lnTo>
                  <a:lnTo>
                    <a:pt x="189" y="204"/>
                  </a:lnTo>
                  <a:lnTo>
                    <a:pt x="224" y="215"/>
                  </a:lnTo>
                  <a:lnTo>
                    <a:pt x="262" y="226"/>
                  </a:lnTo>
                  <a:lnTo>
                    <a:pt x="300" y="234"/>
                  </a:lnTo>
                  <a:lnTo>
                    <a:pt x="340" y="240"/>
                  </a:lnTo>
                  <a:lnTo>
                    <a:pt x="384" y="244"/>
                  </a:lnTo>
                  <a:lnTo>
                    <a:pt x="426" y="245"/>
                  </a:lnTo>
                  <a:lnTo>
                    <a:pt x="426" y="233"/>
                  </a:lnTo>
                  <a:lnTo>
                    <a:pt x="384" y="232"/>
                  </a:lnTo>
                  <a:lnTo>
                    <a:pt x="343" y="228"/>
                  </a:lnTo>
                  <a:lnTo>
                    <a:pt x="303" y="222"/>
                  </a:lnTo>
                  <a:lnTo>
                    <a:pt x="264" y="214"/>
                  </a:lnTo>
                  <a:lnTo>
                    <a:pt x="229" y="204"/>
                  </a:lnTo>
                  <a:lnTo>
                    <a:pt x="194" y="192"/>
                  </a:lnTo>
                  <a:lnTo>
                    <a:pt x="162" y="178"/>
                  </a:lnTo>
                  <a:lnTo>
                    <a:pt x="133" y="163"/>
                  </a:lnTo>
                  <a:lnTo>
                    <a:pt x="106" y="146"/>
                  </a:lnTo>
                  <a:lnTo>
                    <a:pt x="81" y="129"/>
                  </a:lnTo>
                  <a:lnTo>
                    <a:pt x="61" y="109"/>
                  </a:lnTo>
                  <a:lnTo>
                    <a:pt x="44" y="89"/>
                  </a:lnTo>
                  <a:lnTo>
                    <a:pt x="31" y="66"/>
                  </a:lnTo>
                  <a:lnTo>
                    <a:pt x="20" y="45"/>
                  </a:lnTo>
                  <a:lnTo>
                    <a:pt x="15" y="2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3442" name="Freeform 32"/>
            <p:cNvSpPr>
              <a:spLocks/>
            </p:cNvSpPr>
            <p:nvPr/>
          </p:nvSpPr>
          <p:spPr bwMode="auto">
            <a:xfrm>
              <a:off x="878" y="1448"/>
              <a:ext cx="792" cy="954"/>
            </a:xfrm>
            <a:custGeom>
              <a:avLst/>
              <a:gdLst>
                <a:gd name="T0" fmla="*/ 13 w 3960"/>
                <a:gd name="T1" fmla="*/ 38 h 4768"/>
                <a:gd name="T2" fmla="*/ 14 w 3960"/>
                <a:gd name="T3" fmla="*/ 38 h 4768"/>
                <a:gd name="T4" fmla="*/ 15 w 3960"/>
                <a:gd name="T5" fmla="*/ 38 h 4768"/>
                <a:gd name="T6" fmla="*/ 15 w 3960"/>
                <a:gd name="T7" fmla="*/ 38 h 4768"/>
                <a:gd name="T8" fmla="*/ 16 w 3960"/>
                <a:gd name="T9" fmla="*/ 38 h 4768"/>
                <a:gd name="T10" fmla="*/ 17 w 3960"/>
                <a:gd name="T11" fmla="*/ 38 h 4768"/>
                <a:gd name="T12" fmla="*/ 17 w 3960"/>
                <a:gd name="T13" fmla="*/ 38 h 4768"/>
                <a:gd name="T14" fmla="*/ 18 w 3960"/>
                <a:gd name="T15" fmla="*/ 38 h 4768"/>
                <a:gd name="T16" fmla="*/ 18 w 3960"/>
                <a:gd name="T17" fmla="*/ 38 h 4768"/>
                <a:gd name="T18" fmla="*/ 29 w 3960"/>
                <a:gd name="T19" fmla="*/ 30 h 4768"/>
                <a:gd name="T20" fmla="*/ 30 w 3960"/>
                <a:gd name="T21" fmla="*/ 30 h 4768"/>
                <a:gd name="T22" fmla="*/ 30 w 3960"/>
                <a:gd name="T23" fmla="*/ 29 h 4768"/>
                <a:gd name="T24" fmla="*/ 31 w 3960"/>
                <a:gd name="T25" fmla="*/ 28 h 4768"/>
                <a:gd name="T26" fmla="*/ 31 w 3960"/>
                <a:gd name="T27" fmla="*/ 28 h 4768"/>
                <a:gd name="T28" fmla="*/ 31 w 3960"/>
                <a:gd name="T29" fmla="*/ 27 h 4768"/>
                <a:gd name="T30" fmla="*/ 32 w 3960"/>
                <a:gd name="T31" fmla="*/ 26 h 4768"/>
                <a:gd name="T32" fmla="*/ 32 w 3960"/>
                <a:gd name="T33" fmla="*/ 25 h 4768"/>
                <a:gd name="T34" fmla="*/ 32 w 3960"/>
                <a:gd name="T35" fmla="*/ 11 h 4768"/>
                <a:gd name="T36" fmla="*/ 32 w 3960"/>
                <a:gd name="T37" fmla="*/ 10 h 4768"/>
                <a:gd name="T38" fmla="*/ 31 w 3960"/>
                <a:gd name="T39" fmla="*/ 9 h 4768"/>
                <a:gd name="T40" fmla="*/ 31 w 3960"/>
                <a:gd name="T41" fmla="*/ 9 h 4768"/>
                <a:gd name="T42" fmla="*/ 31 w 3960"/>
                <a:gd name="T43" fmla="*/ 8 h 4768"/>
                <a:gd name="T44" fmla="*/ 31 w 3960"/>
                <a:gd name="T45" fmla="*/ 8 h 4768"/>
                <a:gd name="T46" fmla="*/ 30 w 3960"/>
                <a:gd name="T47" fmla="*/ 7 h 4768"/>
                <a:gd name="T48" fmla="*/ 30 w 3960"/>
                <a:gd name="T49" fmla="*/ 7 h 4768"/>
                <a:gd name="T50" fmla="*/ 29 w 3960"/>
                <a:gd name="T51" fmla="*/ 6 h 4768"/>
                <a:gd name="T52" fmla="*/ 19 w 3960"/>
                <a:gd name="T53" fmla="*/ 1 h 4768"/>
                <a:gd name="T54" fmla="*/ 18 w 3960"/>
                <a:gd name="T55" fmla="*/ 0 h 4768"/>
                <a:gd name="T56" fmla="*/ 17 w 3960"/>
                <a:gd name="T57" fmla="*/ 0 h 4768"/>
                <a:gd name="T58" fmla="*/ 17 w 3960"/>
                <a:gd name="T59" fmla="*/ 0 h 4768"/>
                <a:gd name="T60" fmla="*/ 16 w 3960"/>
                <a:gd name="T61" fmla="*/ 0 h 4768"/>
                <a:gd name="T62" fmla="*/ 15 w 3960"/>
                <a:gd name="T63" fmla="*/ 0 h 4768"/>
                <a:gd name="T64" fmla="*/ 14 w 3960"/>
                <a:gd name="T65" fmla="*/ 0 h 4768"/>
                <a:gd name="T66" fmla="*/ 14 w 3960"/>
                <a:gd name="T67" fmla="*/ 0 h 4768"/>
                <a:gd name="T68" fmla="*/ 2 w 3960"/>
                <a:gd name="T69" fmla="*/ 6 h 4768"/>
                <a:gd name="T70" fmla="*/ 2 w 3960"/>
                <a:gd name="T71" fmla="*/ 7 h 4768"/>
                <a:gd name="T72" fmla="*/ 1 w 3960"/>
                <a:gd name="T73" fmla="*/ 7 h 4768"/>
                <a:gd name="T74" fmla="*/ 1 w 3960"/>
                <a:gd name="T75" fmla="*/ 8 h 4768"/>
                <a:gd name="T76" fmla="*/ 1 w 3960"/>
                <a:gd name="T77" fmla="*/ 8 h 4768"/>
                <a:gd name="T78" fmla="*/ 0 w 3960"/>
                <a:gd name="T79" fmla="*/ 9 h 4768"/>
                <a:gd name="T80" fmla="*/ 0 w 3960"/>
                <a:gd name="T81" fmla="*/ 9 h 4768"/>
                <a:gd name="T82" fmla="*/ 0 w 3960"/>
                <a:gd name="T83" fmla="*/ 10 h 4768"/>
                <a:gd name="T84" fmla="*/ 0 w 3960"/>
                <a:gd name="T85" fmla="*/ 11 h 4768"/>
                <a:gd name="T86" fmla="*/ 0 w 3960"/>
                <a:gd name="T87" fmla="*/ 25 h 4768"/>
                <a:gd name="T88" fmla="*/ 0 w 3960"/>
                <a:gd name="T89" fmla="*/ 26 h 4768"/>
                <a:gd name="T90" fmla="*/ 0 w 3960"/>
                <a:gd name="T91" fmla="*/ 27 h 4768"/>
                <a:gd name="T92" fmla="*/ 1 w 3960"/>
                <a:gd name="T93" fmla="*/ 28 h 4768"/>
                <a:gd name="T94" fmla="*/ 1 w 3960"/>
                <a:gd name="T95" fmla="*/ 29 h 4768"/>
                <a:gd name="T96" fmla="*/ 1 w 3960"/>
                <a:gd name="T97" fmla="*/ 29 h 4768"/>
                <a:gd name="T98" fmla="*/ 2 w 3960"/>
                <a:gd name="T99" fmla="*/ 30 h 4768"/>
                <a:gd name="T100" fmla="*/ 3 w 3960"/>
                <a:gd name="T101" fmla="*/ 31 h 4768"/>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w 3960"/>
                <a:gd name="T154" fmla="*/ 0 h 4768"/>
                <a:gd name="T155" fmla="*/ 3960 w 3960"/>
                <a:gd name="T156" fmla="*/ 4768 h 4768"/>
              </a:gdLst>
              <a:ahLst/>
              <a:cxnLst>
                <a:cxn ang="T102">
                  <a:pos x="T0" y="T1"/>
                </a:cxn>
                <a:cxn ang="T103">
                  <a:pos x="T2" y="T3"/>
                </a:cxn>
                <a:cxn ang="T104">
                  <a:pos x="T4" y="T5"/>
                </a:cxn>
                <a:cxn ang="T105">
                  <a:pos x="T6" y="T7"/>
                </a:cxn>
                <a:cxn ang="T106">
                  <a:pos x="T8" y="T9"/>
                </a:cxn>
                <a:cxn ang="T107">
                  <a:pos x="T10" y="T11"/>
                </a:cxn>
                <a:cxn ang="T108">
                  <a:pos x="T12" y="T13"/>
                </a:cxn>
                <a:cxn ang="T109">
                  <a:pos x="T14" y="T15"/>
                </a:cxn>
                <a:cxn ang="T110">
                  <a:pos x="T16" y="T17"/>
                </a:cxn>
                <a:cxn ang="T111">
                  <a:pos x="T18" y="T19"/>
                </a:cxn>
                <a:cxn ang="T112">
                  <a:pos x="T20" y="T21"/>
                </a:cxn>
                <a:cxn ang="T113">
                  <a:pos x="T22" y="T23"/>
                </a:cxn>
                <a:cxn ang="T114">
                  <a:pos x="T24" y="T25"/>
                </a:cxn>
                <a:cxn ang="T115">
                  <a:pos x="T26" y="T27"/>
                </a:cxn>
                <a:cxn ang="T116">
                  <a:pos x="T28" y="T29"/>
                </a:cxn>
                <a:cxn ang="T117">
                  <a:pos x="T30" y="T31"/>
                </a:cxn>
                <a:cxn ang="T118">
                  <a:pos x="T32" y="T33"/>
                </a:cxn>
                <a:cxn ang="T119">
                  <a:pos x="T34" y="T35"/>
                </a:cxn>
                <a:cxn ang="T120">
                  <a:pos x="T36" y="T37"/>
                </a:cxn>
                <a:cxn ang="T121">
                  <a:pos x="T38" y="T39"/>
                </a:cxn>
                <a:cxn ang="T122">
                  <a:pos x="T40" y="T41"/>
                </a:cxn>
                <a:cxn ang="T123">
                  <a:pos x="T42" y="T43"/>
                </a:cxn>
                <a:cxn ang="T124">
                  <a:pos x="T44" y="T45"/>
                </a:cxn>
                <a:cxn ang="T125">
                  <a:pos x="T46" y="T47"/>
                </a:cxn>
                <a:cxn ang="T126">
                  <a:pos x="T48" y="T49"/>
                </a:cxn>
                <a:cxn ang="T127">
                  <a:pos x="T50" y="T51"/>
                </a:cxn>
                <a:cxn ang="T128">
                  <a:pos x="T52" y="T53"/>
                </a:cxn>
                <a:cxn ang="T129">
                  <a:pos x="T54" y="T55"/>
                </a:cxn>
                <a:cxn ang="T130">
                  <a:pos x="T56" y="T57"/>
                </a:cxn>
                <a:cxn ang="T131">
                  <a:pos x="T58" y="T59"/>
                </a:cxn>
                <a:cxn ang="T132">
                  <a:pos x="T60" y="T61"/>
                </a:cxn>
                <a:cxn ang="T133">
                  <a:pos x="T62" y="T63"/>
                </a:cxn>
                <a:cxn ang="T134">
                  <a:pos x="T64" y="T65"/>
                </a:cxn>
                <a:cxn ang="T135">
                  <a:pos x="T66" y="T67"/>
                </a:cxn>
                <a:cxn ang="T136">
                  <a:pos x="T68" y="T69"/>
                </a:cxn>
                <a:cxn ang="T137">
                  <a:pos x="T70" y="T71"/>
                </a:cxn>
                <a:cxn ang="T138">
                  <a:pos x="T72" y="T73"/>
                </a:cxn>
                <a:cxn ang="T139">
                  <a:pos x="T74" y="T75"/>
                </a:cxn>
                <a:cxn ang="T140">
                  <a:pos x="T76" y="T77"/>
                </a:cxn>
                <a:cxn ang="T141">
                  <a:pos x="T78" y="T79"/>
                </a:cxn>
                <a:cxn ang="T142">
                  <a:pos x="T80" y="T81"/>
                </a:cxn>
                <a:cxn ang="T143">
                  <a:pos x="T82" y="T83"/>
                </a:cxn>
                <a:cxn ang="T144">
                  <a:pos x="T84" y="T85"/>
                </a:cxn>
                <a:cxn ang="T145">
                  <a:pos x="T86" y="T87"/>
                </a:cxn>
                <a:cxn ang="T146">
                  <a:pos x="T88" y="T89"/>
                </a:cxn>
                <a:cxn ang="T147">
                  <a:pos x="T90" y="T91"/>
                </a:cxn>
                <a:cxn ang="T148">
                  <a:pos x="T92" y="T93"/>
                </a:cxn>
                <a:cxn ang="T149">
                  <a:pos x="T94" y="T95"/>
                </a:cxn>
                <a:cxn ang="T150">
                  <a:pos x="T96" y="T97"/>
                </a:cxn>
                <a:cxn ang="T151">
                  <a:pos x="T98" y="T99"/>
                </a:cxn>
                <a:cxn ang="T152">
                  <a:pos x="T100" y="T101"/>
                </a:cxn>
              </a:cxnLst>
              <a:rect l="T153" t="T154" r="T155" b="T156"/>
              <a:pathLst>
                <a:path w="3960" h="4768">
                  <a:moveTo>
                    <a:pt x="353" y="3849"/>
                  </a:moveTo>
                  <a:lnTo>
                    <a:pt x="1661" y="4700"/>
                  </a:lnTo>
                  <a:lnTo>
                    <a:pt x="1697" y="4717"/>
                  </a:lnTo>
                  <a:lnTo>
                    <a:pt x="1736" y="4731"/>
                  </a:lnTo>
                  <a:lnTo>
                    <a:pt x="1776" y="4742"/>
                  </a:lnTo>
                  <a:lnTo>
                    <a:pt x="1818" y="4753"/>
                  </a:lnTo>
                  <a:lnTo>
                    <a:pt x="1860" y="4760"/>
                  </a:lnTo>
                  <a:lnTo>
                    <a:pt x="1902" y="4765"/>
                  </a:lnTo>
                  <a:lnTo>
                    <a:pt x="1946" y="4768"/>
                  </a:lnTo>
                  <a:lnTo>
                    <a:pt x="1988" y="4768"/>
                  </a:lnTo>
                  <a:lnTo>
                    <a:pt x="2031" y="4767"/>
                  </a:lnTo>
                  <a:lnTo>
                    <a:pt x="2073" y="4763"/>
                  </a:lnTo>
                  <a:lnTo>
                    <a:pt x="2114" y="4758"/>
                  </a:lnTo>
                  <a:lnTo>
                    <a:pt x="2154" y="4751"/>
                  </a:lnTo>
                  <a:lnTo>
                    <a:pt x="2193" y="4740"/>
                  </a:lnTo>
                  <a:lnTo>
                    <a:pt x="2230" y="4729"/>
                  </a:lnTo>
                  <a:lnTo>
                    <a:pt x="2264" y="4715"/>
                  </a:lnTo>
                  <a:lnTo>
                    <a:pt x="2297" y="4700"/>
                  </a:lnTo>
                  <a:lnTo>
                    <a:pt x="3639" y="3825"/>
                  </a:lnTo>
                  <a:lnTo>
                    <a:pt x="3673" y="3795"/>
                  </a:lnTo>
                  <a:lnTo>
                    <a:pt x="3707" y="3761"/>
                  </a:lnTo>
                  <a:lnTo>
                    <a:pt x="3738" y="3725"/>
                  </a:lnTo>
                  <a:lnTo>
                    <a:pt x="3768" y="3685"/>
                  </a:lnTo>
                  <a:lnTo>
                    <a:pt x="3796" y="3644"/>
                  </a:lnTo>
                  <a:lnTo>
                    <a:pt x="3821" y="3599"/>
                  </a:lnTo>
                  <a:lnTo>
                    <a:pt x="3846" y="3553"/>
                  </a:lnTo>
                  <a:lnTo>
                    <a:pt x="3868" y="3505"/>
                  </a:lnTo>
                  <a:lnTo>
                    <a:pt x="3888" y="3456"/>
                  </a:lnTo>
                  <a:lnTo>
                    <a:pt x="3907" y="3406"/>
                  </a:lnTo>
                  <a:lnTo>
                    <a:pt x="3922" y="3354"/>
                  </a:lnTo>
                  <a:lnTo>
                    <a:pt x="3935" y="3303"/>
                  </a:lnTo>
                  <a:lnTo>
                    <a:pt x="3946" y="3250"/>
                  </a:lnTo>
                  <a:lnTo>
                    <a:pt x="3953" y="3197"/>
                  </a:lnTo>
                  <a:lnTo>
                    <a:pt x="3957" y="3144"/>
                  </a:lnTo>
                  <a:lnTo>
                    <a:pt x="3960" y="3092"/>
                  </a:lnTo>
                  <a:lnTo>
                    <a:pt x="3959" y="1313"/>
                  </a:lnTo>
                  <a:lnTo>
                    <a:pt x="3955" y="1271"/>
                  </a:lnTo>
                  <a:lnTo>
                    <a:pt x="3949" y="1229"/>
                  </a:lnTo>
                  <a:lnTo>
                    <a:pt x="3941" y="1189"/>
                  </a:lnTo>
                  <a:lnTo>
                    <a:pt x="3930" y="1149"/>
                  </a:lnTo>
                  <a:lnTo>
                    <a:pt x="3918" y="1111"/>
                  </a:lnTo>
                  <a:lnTo>
                    <a:pt x="3902" y="1075"/>
                  </a:lnTo>
                  <a:lnTo>
                    <a:pt x="3886" y="1040"/>
                  </a:lnTo>
                  <a:lnTo>
                    <a:pt x="3867" y="1006"/>
                  </a:lnTo>
                  <a:lnTo>
                    <a:pt x="3846" y="973"/>
                  </a:lnTo>
                  <a:lnTo>
                    <a:pt x="3823" y="942"/>
                  </a:lnTo>
                  <a:lnTo>
                    <a:pt x="3798" y="913"/>
                  </a:lnTo>
                  <a:lnTo>
                    <a:pt x="3771" y="886"/>
                  </a:lnTo>
                  <a:lnTo>
                    <a:pt x="3743" y="860"/>
                  </a:lnTo>
                  <a:lnTo>
                    <a:pt x="3714" y="837"/>
                  </a:lnTo>
                  <a:lnTo>
                    <a:pt x="3682" y="816"/>
                  </a:lnTo>
                  <a:lnTo>
                    <a:pt x="3649" y="796"/>
                  </a:lnTo>
                  <a:lnTo>
                    <a:pt x="2386" y="83"/>
                  </a:lnTo>
                  <a:lnTo>
                    <a:pt x="2350" y="65"/>
                  </a:lnTo>
                  <a:lnTo>
                    <a:pt x="2310" y="50"/>
                  </a:lnTo>
                  <a:lnTo>
                    <a:pt x="2268" y="36"/>
                  </a:lnTo>
                  <a:lnTo>
                    <a:pt x="2223" y="24"/>
                  </a:lnTo>
                  <a:lnTo>
                    <a:pt x="2178" y="15"/>
                  </a:lnTo>
                  <a:lnTo>
                    <a:pt x="2131" y="8"/>
                  </a:lnTo>
                  <a:lnTo>
                    <a:pt x="2082" y="3"/>
                  </a:lnTo>
                  <a:lnTo>
                    <a:pt x="2032" y="0"/>
                  </a:lnTo>
                  <a:lnTo>
                    <a:pt x="1982" y="1"/>
                  </a:lnTo>
                  <a:lnTo>
                    <a:pt x="1933" y="3"/>
                  </a:lnTo>
                  <a:lnTo>
                    <a:pt x="1882" y="9"/>
                  </a:lnTo>
                  <a:lnTo>
                    <a:pt x="1833" y="17"/>
                  </a:lnTo>
                  <a:lnTo>
                    <a:pt x="1785" y="29"/>
                  </a:lnTo>
                  <a:lnTo>
                    <a:pt x="1737" y="43"/>
                  </a:lnTo>
                  <a:lnTo>
                    <a:pt x="1691" y="62"/>
                  </a:lnTo>
                  <a:lnTo>
                    <a:pt x="1647" y="83"/>
                  </a:lnTo>
                  <a:lnTo>
                    <a:pt x="311" y="782"/>
                  </a:lnTo>
                  <a:lnTo>
                    <a:pt x="276" y="803"/>
                  </a:lnTo>
                  <a:lnTo>
                    <a:pt x="243" y="826"/>
                  </a:lnTo>
                  <a:lnTo>
                    <a:pt x="213" y="852"/>
                  </a:lnTo>
                  <a:lnTo>
                    <a:pt x="184" y="879"/>
                  </a:lnTo>
                  <a:lnTo>
                    <a:pt x="155" y="908"/>
                  </a:lnTo>
                  <a:lnTo>
                    <a:pt x="131" y="939"/>
                  </a:lnTo>
                  <a:lnTo>
                    <a:pt x="107" y="971"/>
                  </a:lnTo>
                  <a:lnTo>
                    <a:pt x="86" y="1005"/>
                  </a:lnTo>
                  <a:lnTo>
                    <a:pt x="68" y="1040"/>
                  </a:lnTo>
                  <a:lnTo>
                    <a:pt x="50" y="1076"/>
                  </a:lnTo>
                  <a:lnTo>
                    <a:pt x="36" y="1115"/>
                  </a:lnTo>
                  <a:lnTo>
                    <a:pt x="23" y="1153"/>
                  </a:lnTo>
                  <a:lnTo>
                    <a:pt x="14" y="1195"/>
                  </a:lnTo>
                  <a:lnTo>
                    <a:pt x="7" y="1236"/>
                  </a:lnTo>
                  <a:lnTo>
                    <a:pt x="2" y="1279"/>
                  </a:lnTo>
                  <a:lnTo>
                    <a:pt x="0" y="1322"/>
                  </a:lnTo>
                  <a:lnTo>
                    <a:pt x="0" y="3093"/>
                  </a:lnTo>
                  <a:lnTo>
                    <a:pt x="2" y="3147"/>
                  </a:lnTo>
                  <a:lnTo>
                    <a:pt x="7" y="3202"/>
                  </a:lnTo>
                  <a:lnTo>
                    <a:pt x="15" y="3257"/>
                  </a:lnTo>
                  <a:lnTo>
                    <a:pt x="27" y="3312"/>
                  </a:lnTo>
                  <a:lnTo>
                    <a:pt x="42" y="3366"/>
                  </a:lnTo>
                  <a:lnTo>
                    <a:pt x="59" y="3420"/>
                  </a:lnTo>
                  <a:lnTo>
                    <a:pt x="79" y="3474"/>
                  </a:lnTo>
                  <a:lnTo>
                    <a:pt x="102" y="3525"/>
                  </a:lnTo>
                  <a:lnTo>
                    <a:pt x="127" y="3576"/>
                  </a:lnTo>
                  <a:lnTo>
                    <a:pt x="154" y="3624"/>
                  </a:lnTo>
                  <a:lnTo>
                    <a:pt x="184" y="3670"/>
                  </a:lnTo>
                  <a:lnTo>
                    <a:pt x="214" y="3712"/>
                  </a:lnTo>
                  <a:lnTo>
                    <a:pt x="247" y="3752"/>
                  </a:lnTo>
                  <a:lnTo>
                    <a:pt x="281" y="3788"/>
                  </a:lnTo>
                  <a:lnTo>
                    <a:pt x="317" y="3821"/>
                  </a:lnTo>
                  <a:lnTo>
                    <a:pt x="353" y="384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3443" name="Freeform 33"/>
            <p:cNvSpPr>
              <a:spLocks/>
            </p:cNvSpPr>
            <p:nvPr/>
          </p:nvSpPr>
          <p:spPr bwMode="auto">
            <a:xfrm>
              <a:off x="943" y="2210"/>
              <a:ext cx="276" cy="187"/>
            </a:xfrm>
            <a:custGeom>
              <a:avLst/>
              <a:gdLst>
                <a:gd name="T0" fmla="*/ 11 w 1380"/>
                <a:gd name="T1" fmla="*/ 7 h 937"/>
                <a:gd name="T2" fmla="*/ 11 w 1380"/>
                <a:gd name="T3" fmla="*/ 7 h 937"/>
                <a:gd name="T4" fmla="*/ 0 w 1380"/>
                <a:gd name="T5" fmla="*/ 0 h 937"/>
                <a:gd name="T6" fmla="*/ 0 w 1380"/>
                <a:gd name="T7" fmla="*/ 1 h 937"/>
                <a:gd name="T8" fmla="*/ 10 w 1380"/>
                <a:gd name="T9" fmla="*/ 7 h 937"/>
                <a:gd name="T10" fmla="*/ 10 w 1380"/>
                <a:gd name="T11" fmla="*/ 7 h 937"/>
                <a:gd name="T12" fmla="*/ 10 w 1380"/>
                <a:gd name="T13" fmla="*/ 7 h 937"/>
                <a:gd name="T14" fmla="*/ 11 w 1380"/>
                <a:gd name="T15" fmla="*/ 7 h 937"/>
                <a:gd name="T16" fmla="*/ 11 w 1380"/>
                <a:gd name="T17" fmla="*/ 7 h 937"/>
                <a:gd name="T18" fmla="*/ 11 w 1380"/>
                <a:gd name="T19" fmla="*/ 7 h 937"/>
                <a:gd name="T20" fmla="*/ 11 w 1380"/>
                <a:gd name="T21" fmla="*/ 7 h 937"/>
                <a:gd name="T22" fmla="*/ 11 w 1380"/>
                <a:gd name="T23" fmla="*/ 7 h 937"/>
                <a:gd name="T24" fmla="*/ 11 w 1380"/>
                <a:gd name="T25" fmla="*/ 7 h 937"/>
                <a:gd name="T26" fmla="*/ 11 w 1380"/>
                <a:gd name="T27" fmla="*/ 7 h 937"/>
                <a:gd name="T28" fmla="*/ 11 w 1380"/>
                <a:gd name="T29" fmla="*/ 7 h 937"/>
                <a:gd name="T30" fmla="*/ 11 w 1380"/>
                <a:gd name="T31" fmla="*/ 7 h 93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80"/>
                <a:gd name="T49" fmla="*/ 0 h 937"/>
                <a:gd name="T50" fmla="*/ 1380 w 1380"/>
                <a:gd name="T51" fmla="*/ 937 h 93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80" h="937">
                  <a:moveTo>
                    <a:pt x="1354" y="848"/>
                  </a:moveTo>
                  <a:lnTo>
                    <a:pt x="1359" y="851"/>
                  </a:lnTo>
                  <a:lnTo>
                    <a:pt x="51" y="0"/>
                  </a:lnTo>
                  <a:lnTo>
                    <a:pt x="0" y="78"/>
                  </a:lnTo>
                  <a:lnTo>
                    <a:pt x="1307" y="929"/>
                  </a:lnTo>
                  <a:lnTo>
                    <a:pt x="1312" y="932"/>
                  </a:lnTo>
                  <a:lnTo>
                    <a:pt x="1307" y="929"/>
                  </a:lnTo>
                  <a:lnTo>
                    <a:pt x="1326" y="937"/>
                  </a:lnTo>
                  <a:lnTo>
                    <a:pt x="1345" y="936"/>
                  </a:lnTo>
                  <a:lnTo>
                    <a:pt x="1360" y="929"/>
                  </a:lnTo>
                  <a:lnTo>
                    <a:pt x="1372" y="916"/>
                  </a:lnTo>
                  <a:lnTo>
                    <a:pt x="1379" y="899"/>
                  </a:lnTo>
                  <a:lnTo>
                    <a:pt x="1380" y="883"/>
                  </a:lnTo>
                  <a:lnTo>
                    <a:pt x="1374" y="865"/>
                  </a:lnTo>
                  <a:lnTo>
                    <a:pt x="1359" y="851"/>
                  </a:lnTo>
                  <a:lnTo>
                    <a:pt x="1354" y="84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3444" name="Freeform 34"/>
            <p:cNvSpPr>
              <a:spLocks/>
            </p:cNvSpPr>
            <p:nvPr/>
          </p:nvSpPr>
          <p:spPr bwMode="auto">
            <a:xfrm>
              <a:off x="1206" y="2379"/>
              <a:ext cx="140" cy="32"/>
            </a:xfrm>
            <a:custGeom>
              <a:avLst/>
              <a:gdLst>
                <a:gd name="T0" fmla="*/ 5 w 703"/>
                <a:gd name="T1" fmla="*/ 0 h 162"/>
                <a:gd name="T2" fmla="*/ 5 w 703"/>
                <a:gd name="T3" fmla="*/ 0 h 162"/>
                <a:gd name="T4" fmla="*/ 5 w 703"/>
                <a:gd name="T5" fmla="*/ 0 h 162"/>
                <a:gd name="T6" fmla="*/ 5 w 703"/>
                <a:gd name="T7" fmla="*/ 0 h 162"/>
                <a:gd name="T8" fmla="*/ 4 w 703"/>
                <a:gd name="T9" fmla="*/ 0 h 162"/>
                <a:gd name="T10" fmla="*/ 4 w 703"/>
                <a:gd name="T11" fmla="*/ 0 h 162"/>
                <a:gd name="T12" fmla="*/ 4 w 703"/>
                <a:gd name="T13" fmla="*/ 0 h 162"/>
                <a:gd name="T14" fmla="*/ 3 w 703"/>
                <a:gd name="T15" fmla="*/ 1 h 162"/>
                <a:gd name="T16" fmla="*/ 3 w 703"/>
                <a:gd name="T17" fmla="*/ 1 h 162"/>
                <a:gd name="T18" fmla="*/ 3 w 703"/>
                <a:gd name="T19" fmla="*/ 1 h 162"/>
                <a:gd name="T20" fmla="*/ 2 w 703"/>
                <a:gd name="T21" fmla="*/ 1 h 162"/>
                <a:gd name="T22" fmla="*/ 2 w 703"/>
                <a:gd name="T23" fmla="*/ 1 h 162"/>
                <a:gd name="T24" fmla="*/ 2 w 703"/>
                <a:gd name="T25" fmla="*/ 0 h 162"/>
                <a:gd name="T26" fmla="*/ 1 w 703"/>
                <a:gd name="T27" fmla="*/ 0 h 162"/>
                <a:gd name="T28" fmla="*/ 1 w 703"/>
                <a:gd name="T29" fmla="*/ 0 h 162"/>
                <a:gd name="T30" fmla="*/ 1 w 703"/>
                <a:gd name="T31" fmla="*/ 0 h 162"/>
                <a:gd name="T32" fmla="*/ 1 w 703"/>
                <a:gd name="T33" fmla="*/ 0 h 162"/>
                <a:gd name="T34" fmla="*/ 0 w 703"/>
                <a:gd name="T35" fmla="*/ 0 h 162"/>
                <a:gd name="T36" fmla="*/ 0 w 703"/>
                <a:gd name="T37" fmla="*/ 1 h 162"/>
                <a:gd name="T38" fmla="*/ 0 w 703"/>
                <a:gd name="T39" fmla="*/ 1 h 162"/>
                <a:gd name="T40" fmla="*/ 1 w 703"/>
                <a:gd name="T41" fmla="*/ 1 h 162"/>
                <a:gd name="T42" fmla="*/ 1 w 703"/>
                <a:gd name="T43" fmla="*/ 1 h 162"/>
                <a:gd name="T44" fmla="*/ 1 w 703"/>
                <a:gd name="T45" fmla="*/ 1 h 162"/>
                <a:gd name="T46" fmla="*/ 2 w 703"/>
                <a:gd name="T47" fmla="*/ 1 h 162"/>
                <a:gd name="T48" fmla="*/ 2 w 703"/>
                <a:gd name="T49" fmla="*/ 1 h 162"/>
                <a:gd name="T50" fmla="*/ 2 w 703"/>
                <a:gd name="T51" fmla="*/ 1 h 162"/>
                <a:gd name="T52" fmla="*/ 3 w 703"/>
                <a:gd name="T53" fmla="*/ 1 h 162"/>
                <a:gd name="T54" fmla="*/ 3 w 703"/>
                <a:gd name="T55" fmla="*/ 1 h 162"/>
                <a:gd name="T56" fmla="*/ 3 w 703"/>
                <a:gd name="T57" fmla="*/ 1 h 162"/>
                <a:gd name="T58" fmla="*/ 4 w 703"/>
                <a:gd name="T59" fmla="*/ 1 h 162"/>
                <a:gd name="T60" fmla="*/ 4 w 703"/>
                <a:gd name="T61" fmla="*/ 1 h 162"/>
                <a:gd name="T62" fmla="*/ 5 w 703"/>
                <a:gd name="T63" fmla="*/ 1 h 162"/>
                <a:gd name="T64" fmla="*/ 5 w 703"/>
                <a:gd name="T65" fmla="*/ 1 h 162"/>
                <a:gd name="T66" fmla="*/ 5 w 703"/>
                <a:gd name="T67" fmla="*/ 1 h 162"/>
                <a:gd name="T68" fmla="*/ 5 w 703"/>
                <a:gd name="T69" fmla="*/ 1 h 162"/>
                <a:gd name="T70" fmla="*/ 5 w 703"/>
                <a:gd name="T71" fmla="*/ 1 h 162"/>
                <a:gd name="T72" fmla="*/ 5 w 703"/>
                <a:gd name="T73" fmla="*/ 1 h 162"/>
                <a:gd name="T74" fmla="*/ 5 w 703"/>
                <a:gd name="T75" fmla="*/ 1 h 162"/>
                <a:gd name="T76" fmla="*/ 6 w 703"/>
                <a:gd name="T77" fmla="*/ 0 h 162"/>
                <a:gd name="T78" fmla="*/ 6 w 703"/>
                <a:gd name="T79" fmla="*/ 0 h 162"/>
                <a:gd name="T80" fmla="*/ 6 w 703"/>
                <a:gd name="T81" fmla="*/ 0 h 162"/>
                <a:gd name="T82" fmla="*/ 5 w 703"/>
                <a:gd name="T83" fmla="*/ 0 h 162"/>
                <a:gd name="T84" fmla="*/ 5 w 703"/>
                <a:gd name="T85" fmla="*/ 0 h 162"/>
                <a:gd name="T86" fmla="*/ 5 w 703"/>
                <a:gd name="T87" fmla="*/ 0 h 162"/>
                <a:gd name="T88" fmla="*/ 5 w 703"/>
                <a:gd name="T89" fmla="*/ 0 h 162"/>
                <a:gd name="T90" fmla="*/ 5 w 703"/>
                <a:gd name="T91" fmla="*/ 0 h 162"/>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703"/>
                <a:gd name="T139" fmla="*/ 0 h 162"/>
                <a:gd name="T140" fmla="*/ 703 w 703"/>
                <a:gd name="T141" fmla="*/ 162 h 162"/>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703" h="162">
                  <a:moveTo>
                    <a:pt x="631" y="8"/>
                  </a:moveTo>
                  <a:lnTo>
                    <a:pt x="636" y="6"/>
                  </a:lnTo>
                  <a:lnTo>
                    <a:pt x="606" y="20"/>
                  </a:lnTo>
                  <a:lnTo>
                    <a:pt x="575" y="32"/>
                  </a:lnTo>
                  <a:lnTo>
                    <a:pt x="540" y="42"/>
                  </a:lnTo>
                  <a:lnTo>
                    <a:pt x="504" y="52"/>
                  </a:lnTo>
                  <a:lnTo>
                    <a:pt x="467" y="59"/>
                  </a:lnTo>
                  <a:lnTo>
                    <a:pt x="428" y="64"/>
                  </a:lnTo>
                  <a:lnTo>
                    <a:pt x="389" y="67"/>
                  </a:lnTo>
                  <a:lnTo>
                    <a:pt x="348" y="68"/>
                  </a:lnTo>
                  <a:lnTo>
                    <a:pt x="308" y="68"/>
                  </a:lnTo>
                  <a:lnTo>
                    <a:pt x="267" y="65"/>
                  </a:lnTo>
                  <a:lnTo>
                    <a:pt x="226" y="61"/>
                  </a:lnTo>
                  <a:lnTo>
                    <a:pt x="187" y="54"/>
                  </a:lnTo>
                  <a:lnTo>
                    <a:pt x="148" y="44"/>
                  </a:lnTo>
                  <a:lnTo>
                    <a:pt x="110" y="33"/>
                  </a:lnTo>
                  <a:lnTo>
                    <a:pt x="75" y="20"/>
                  </a:lnTo>
                  <a:lnTo>
                    <a:pt x="42" y="5"/>
                  </a:lnTo>
                  <a:lnTo>
                    <a:pt x="0" y="89"/>
                  </a:lnTo>
                  <a:lnTo>
                    <a:pt x="40" y="107"/>
                  </a:lnTo>
                  <a:lnTo>
                    <a:pt x="82" y="122"/>
                  </a:lnTo>
                  <a:lnTo>
                    <a:pt x="124" y="135"/>
                  </a:lnTo>
                  <a:lnTo>
                    <a:pt x="169" y="146"/>
                  </a:lnTo>
                  <a:lnTo>
                    <a:pt x="214" y="153"/>
                  </a:lnTo>
                  <a:lnTo>
                    <a:pt x="258" y="158"/>
                  </a:lnTo>
                  <a:lnTo>
                    <a:pt x="303" y="162"/>
                  </a:lnTo>
                  <a:lnTo>
                    <a:pt x="348" y="162"/>
                  </a:lnTo>
                  <a:lnTo>
                    <a:pt x="394" y="161"/>
                  </a:lnTo>
                  <a:lnTo>
                    <a:pt x="439" y="157"/>
                  </a:lnTo>
                  <a:lnTo>
                    <a:pt x="481" y="150"/>
                  </a:lnTo>
                  <a:lnTo>
                    <a:pt x="525" y="143"/>
                  </a:lnTo>
                  <a:lnTo>
                    <a:pt x="566" y="132"/>
                  </a:lnTo>
                  <a:lnTo>
                    <a:pt x="606" y="121"/>
                  </a:lnTo>
                  <a:lnTo>
                    <a:pt x="643" y="105"/>
                  </a:lnTo>
                  <a:lnTo>
                    <a:pt x="678" y="88"/>
                  </a:lnTo>
                  <a:lnTo>
                    <a:pt x="683" y="86"/>
                  </a:lnTo>
                  <a:lnTo>
                    <a:pt x="678" y="88"/>
                  </a:lnTo>
                  <a:lnTo>
                    <a:pt x="695" y="75"/>
                  </a:lnTo>
                  <a:lnTo>
                    <a:pt x="702" y="60"/>
                  </a:lnTo>
                  <a:lnTo>
                    <a:pt x="703" y="42"/>
                  </a:lnTo>
                  <a:lnTo>
                    <a:pt x="698" y="26"/>
                  </a:lnTo>
                  <a:lnTo>
                    <a:pt x="688" y="12"/>
                  </a:lnTo>
                  <a:lnTo>
                    <a:pt x="674" y="3"/>
                  </a:lnTo>
                  <a:lnTo>
                    <a:pt x="656" y="0"/>
                  </a:lnTo>
                  <a:lnTo>
                    <a:pt x="636" y="6"/>
                  </a:lnTo>
                  <a:lnTo>
                    <a:pt x="631"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3445" name="Freeform 35"/>
            <p:cNvSpPr>
              <a:spLocks/>
            </p:cNvSpPr>
            <p:nvPr/>
          </p:nvSpPr>
          <p:spPr bwMode="auto">
            <a:xfrm>
              <a:off x="1332" y="2204"/>
              <a:ext cx="283" cy="192"/>
            </a:xfrm>
            <a:custGeom>
              <a:avLst/>
              <a:gdLst>
                <a:gd name="T0" fmla="*/ 11 w 1415"/>
                <a:gd name="T1" fmla="*/ 0 h 960"/>
                <a:gd name="T2" fmla="*/ 11 w 1415"/>
                <a:gd name="T3" fmla="*/ 0 h 960"/>
                <a:gd name="T4" fmla="*/ 0 w 1415"/>
                <a:gd name="T5" fmla="*/ 7 h 960"/>
                <a:gd name="T6" fmla="*/ 0 w 1415"/>
                <a:gd name="T7" fmla="*/ 8 h 960"/>
                <a:gd name="T8" fmla="*/ 11 w 1415"/>
                <a:gd name="T9" fmla="*/ 1 h 960"/>
                <a:gd name="T10" fmla="*/ 11 w 1415"/>
                <a:gd name="T11" fmla="*/ 1 h 960"/>
                <a:gd name="T12" fmla="*/ 11 w 1415"/>
                <a:gd name="T13" fmla="*/ 1 h 960"/>
                <a:gd name="T14" fmla="*/ 11 w 1415"/>
                <a:gd name="T15" fmla="*/ 1 h 960"/>
                <a:gd name="T16" fmla="*/ 11 w 1415"/>
                <a:gd name="T17" fmla="*/ 0 h 960"/>
                <a:gd name="T18" fmla="*/ 11 w 1415"/>
                <a:gd name="T19" fmla="*/ 0 h 960"/>
                <a:gd name="T20" fmla="*/ 11 w 1415"/>
                <a:gd name="T21" fmla="*/ 0 h 960"/>
                <a:gd name="T22" fmla="*/ 11 w 1415"/>
                <a:gd name="T23" fmla="*/ 0 h 960"/>
                <a:gd name="T24" fmla="*/ 11 w 1415"/>
                <a:gd name="T25" fmla="*/ 0 h 960"/>
                <a:gd name="T26" fmla="*/ 11 w 1415"/>
                <a:gd name="T27" fmla="*/ 0 h 960"/>
                <a:gd name="T28" fmla="*/ 11 w 1415"/>
                <a:gd name="T29" fmla="*/ 0 h 960"/>
                <a:gd name="T30" fmla="*/ 11 w 1415"/>
                <a:gd name="T31" fmla="*/ 0 h 96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15"/>
                <a:gd name="T49" fmla="*/ 0 h 960"/>
                <a:gd name="T50" fmla="*/ 1415 w 1415"/>
                <a:gd name="T51" fmla="*/ 960 h 96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15" h="960">
                  <a:moveTo>
                    <a:pt x="1338" y="10"/>
                  </a:moveTo>
                  <a:lnTo>
                    <a:pt x="1342" y="8"/>
                  </a:lnTo>
                  <a:lnTo>
                    <a:pt x="0" y="882"/>
                  </a:lnTo>
                  <a:lnTo>
                    <a:pt x="52" y="960"/>
                  </a:lnTo>
                  <a:lnTo>
                    <a:pt x="1393" y="85"/>
                  </a:lnTo>
                  <a:lnTo>
                    <a:pt x="1397" y="83"/>
                  </a:lnTo>
                  <a:lnTo>
                    <a:pt x="1393" y="85"/>
                  </a:lnTo>
                  <a:lnTo>
                    <a:pt x="1409" y="71"/>
                  </a:lnTo>
                  <a:lnTo>
                    <a:pt x="1415" y="53"/>
                  </a:lnTo>
                  <a:lnTo>
                    <a:pt x="1413" y="37"/>
                  </a:lnTo>
                  <a:lnTo>
                    <a:pt x="1406" y="21"/>
                  </a:lnTo>
                  <a:lnTo>
                    <a:pt x="1395" y="8"/>
                  </a:lnTo>
                  <a:lnTo>
                    <a:pt x="1379" y="1"/>
                  </a:lnTo>
                  <a:lnTo>
                    <a:pt x="1361" y="0"/>
                  </a:lnTo>
                  <a:lnTo>
                    <a:pt x="1342" y="8"/>
                  </a:lnTo>
                  <a:lnTo>
                    <a:pt x="1338" y="1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3446" name="Freeform 36"/>
            <p:cNvSpPr>
              <a:spLocks/>
            </p:cNvSpPr>
            <p:nvPr/>
          </p:nvSpPr>
          <p:spPr bwMode="auto">
            <a:xfrm>
              <a:off x="1599" y="2057"/>
              <a:ext cx="80" cy="163"/>
            </a:xfrm>
            <a:custGeom>
              <a:avLst/>
              <a:gdLst>
                <a:gd name="T0" fmla="*/ 2 w 398"/>
                <a:gd name="T1" fmla="*/ 0 h 817"/>
                <a:gd name="T2" fmla="*/ 2 w 398"/>
                <a:gd name="T3" fmla="*/ 0 h 817"/>
                <a:gd name="T4" fmla="*/ 2 w 398"/>
                <a:gd name="T5" fmla="*/ 1 h 817"/>
                <a:gd name="T6" fmla="*/ 2 w 398"/>
                <a:gd name="T7" fmla="*/ 1 h 817"/>
                <a:gd name="T8" fmla="*/ 2 w 398"/>
                <a:gd name="T9" fmla="*/ 2 h 817"/>
                <a:gd name="T10" fmla="*/ 2 w 398"/>
                <a:gd name="T11" fmla="*/ 2 h 817"/>
                <a:gd name="T12" fmla="*/ 2 w 398"/>
                <a:gd name="T13" fmla="*/ 2 h 817"/>
                <a:gd name="T14" fmla="*/ 2 w 398"/>
                <a:gd name="T15" fmla="*/ 3 h 817"/>
                <a:gd name="T16" fmla="*/ 2 w 398"/>
                <a:gd name="T17" fmla="*/ 3 h 817"/>
                <a:gd name="T18" fmla="*/ 2 w 398"/>
                <a:gd name="T19" fmla="*/ 4 h 817"/>
                <a:gd name="T20" fmla="*/ 2 w 398"/>
                <a:gd name="T21" fmla="*/ 4 h 817"/>
                <a:gd name="T22" fmla="*/ 1 w 398"/>
                <a:gd name="T23" fmla="*/ 4 h 817"/>
                <a:gd name="T24" fmla="*/ 1 w 398"/>
                <a:gd name="T25" fmla="*/ 5 h 817"/>
                <a:gd name="T26" fmla="*/ 1 w 398"/>
                <a:gd name="T27" fmla="*/ 5 h 817"/>
                <a:gd name="T28" fmla="*/ 1 w 398"/>
                <a:gd name="T29" fmla="*/ 5 h 817"/>
                <a:gd name="T30" fmla="*/ 1 w 398"/>
                <a:gd name="T31" fmla="*/ 5 h 817"/>
                <a:gd name="T32" fmla="*/ 0 w 398"/>
                <a:gd name="T33" fmla="*/ 6 h 817"/>
                <a:gd name="T34" fmla="*/ 0 w 398"/>
                <a:gd name="T35" fmla="*/ 6 h 817"/>
                <a:gd name="T36" fmla="*/ 0 w 398"/>
                <a:gd name="T37" fmla="*/ 7 h 817"/>
                <a:gd name="T38" fmla="*/ 1 w 398"/>
                <a:gd name="T39" fmla="*/ 6 h 817"/>
                <a:gd name="T40" fmla="*/ 1 w 398"/>
                <a:gd name="T41" fmla="*/ 6 h 817"/>
                <a:gd name="T42" fmla="*/ 1 w 398"/>
                <a:gd name="T43" fmla="*/ 6 h 817"/>
                <a:gd name="T44" fmla="*/ 2 w 398"/>
                <a:gd name="T45" fmla="*/ 5 h 817"/>
                <a:gd name="T46" fmla="*/ 2 w 398"/>
                <a:gd name="T47" fmla="*/ 5 h 817"/>
                <a:gd name="T48" fmla="*/ 2 w 398"/>
                <a:gd name="T49" fmla="*/ 5 h 817"/>
                <a:gd name="T50" fmla="*/ 2 w 398"/>
                <a:gd name="T51" fmla="*/ 4 h 817"/>
                <a:gd name="T52" fmla="*/ 2 w 398"/>
                <a:gd name="T53" fmla="*/ 4 h 817"/>
                <a:gd name="T54" fmla="*/ 3 w 398"/>
                <a:gd name="T55" fmla="*/ 3 h 817"/>
                <a:gd name="T56" fmla="*/ 3 w 398"/>
                <a:gd name="T57" fmla="*/ 3 h 817"/>
                <a:gd name="T58" fmla="*/ 3 w 398"/>
                <a:gd name="T59" fmla="*/ 3 h 817"/>
                <a:gd name="T60" fmla="*/ 3 w 398"/>
                <a:gd name="T61" fmla="*/ 2 h 817"/>
                <a:gd name="T62" fmla="*/ 3 w 398"/>
                <a:gd name="T63" fmla="*/ 2 h 817"/>
                <a:gd name="T64" fmla="*/ 3 w 398"/>
                <a:gd name="T65" fmla="*/ 1 h 817"/>
                <a:gd name="T66" fmla="*/ 3 w 398"/>
                <a:gd name="T67" fmla="*/ 1 h 817"/>
                <a:gd name="T68" fmla="*/ 3 w 398"/>
                <a:gd name="T69" fmla="*/ 0 h 817"/>
                <a:gd name="T70" fmla="*/ 3 w 398"/>
                <a:gd name="T71" fmla="*/ 0 h 817"/>
                <a:gd name="T72" fmla="*/ 3 w 398"/>
                <a:gd name="T73" fmla="*/ 0 h 817"/>
                <a:gd name="T74" fmla="*/ 3 w 398"/>
                <a:gd name="T75" fmla="*/ 0 h 817"/>
                <a:gd name="T76" fmla="*/ 3 w 398"/>
                <a:gd name="T77" fmla="*/ 0 h 817"/>
                <a:gd name="T78" fmla="*/ 3 w 398"/>
                <a:gd name="T79" fmla="*/ 0 h 817"/>
                <a:gd name="T80" fmla="*/ 3 w 398"/>
                <a:gd name="T81" fmla="*/ 0 h 817"/>
                <a:gd name="T82" fmla="*/ 3 w 398"/>
                <a:gd name="T83" fmla="*/ 0 h 817"/>
                <a:gd name="T84" fmla="*/ 3 w 398"/>
                <a:gd name="T85" fmla="*/ 0 h 817"/>
                <a:gd name="T86" fmla="*/ 2 w 398"/>
                <a:gd name="T87" fmla="*/ 0 h 817"/>
                <a:gd name="T88" fmla="*/ 2 w 398"/>
                <a:gd name="T89" fmla="*/ 0 h 817"/>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398"/>
                <a:gd name="T136" fmla="*/ 0 h 817"/>
                <a:gd name="T137" fmla="*/ 398 w 398"/>
                <a:gd name="T138" fmla="*/ 817 h 817"/>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398" h="817">
                  <a:moveTo>
                    <a:pt x="304" y="47"/>
                  </a:moveTo>
                  <a:lnTo>
                    <a:pt x="304" y="47"/>
                  </a:lnTo>
                  <a:lnTo>
                    <a:pt x="301" y="97"/>
                  </a:lnTo>
                  <a:lnTo>
                    <a:pt x="297" y="147"/>
                  </a:lnTo>
                  <a:lnTo>
                    <a:pt x="291" y="198"/>
                  </a:lnTo>
                  <a:lnTo>
                    <a:pt x="280" y="247"/>
                  </a:lnTo>
                  <a:lnTo>
                    <a:pt x="268" y="297"/>
                  </a:lnTo>
                  <a:lnTo>
                    <a:pt x="253" y="347"/>
                  </a:lnTo>
                  <a:lnTo>
                    <a:pt x="236" y="395"/>
                  </a:lnTo>
                  <a:lnTo>
                    <a:pt x="217" y="442"/>
                  </a:lnTo>
                  <a:lnTo>
                    <a:pt x="195" y="487"/>
                  </a:lnTo>
                  <a:lnTo>
                    <a:pt x="171" y="532"/>
                  </a:lnTo>
                  <a:lnTo>
                    <a:pt x="147" y="574"/>
                  </a:lnTo>
                  <a:lnTo>
                    <a:pt x="121" y="613"/>
                  </a:lnTo>
                  <a:lnTo>
                    <a:pt x="93" y="650"/>
                  </a:lnTo>
                  <a:lnTo>
                    <a:pt x="64" y="684"/>
                  </a:lnTo>
                  <a:lnTo>
                    <a:pt x="32" y="716"/>
                  </a:lnTo>
                  <a:lnTo>
                    <a:pt x="0" y="744"/>
                  </a:lnTo>
                  <a:lnTo>
                    <a:pt x="59" y="817"/>
                  </a:lnTo>
                  <a:lnTo>
                    <a:pt x="95" y="784"/>
                  </a:lnTo>
                  <a:lnTo>
                    <a:pt x="132" y="748"/>
                  </a:lnTo>
                  <a:lnTo>
                    <a:pt x="166" y="709"/>
                  </a:lnTo>
                  <a:lnTo>
                    <a:pt x="196" y="667"/>
                  </a:lnTo>
                  <a:lnTo>
                    <a:pt x="227" y="623"/>
                  </a:lnTo>
                  <a:lnTo>
                    <a:pt x="253" y="576"/>
                  </a:lnTo>
                  <a:lnTo>
                    <a:pt x="279" y="530"/>
                  </a:lnTo>
                  <a:lnTo>
                    <a:pt x="301" y="479"/>
                  </a:lnTo>
                  <a:lnTo>
                    <a:pt x="323" y="428"/>
                  </a:lnTo>
                  <a:lnTo>
                    <a:pt x="342" y="375"/>
                  </a:lnTo>
                  <a:lnTo>
                    <a:pt x="359" y="321"/>
                  </a:lnTo>
                  <a:lnTo>
                    <a:pt x="372" y="268"/>
                  </a:lnTo>
                  <a:lnTo>
                    <a:pt x="382" y="212"/>
                  </a:lnTo>
                  <a:lnTo>
                    <a:pt x="391" y="157"/>
                  </a:lnTo>
                  <a:lnTo>
                    <a:pt x="395" y="102"/>
                  </a:lnTo>
                  <a:lnTo>
                    <a:pt x="398" y="47"/>
                  </a:lnTo>
                  <a:lnTo>
                    <a:pt x="394" y="27"/>
                  </a:lnTo>
                  <a:lnTo>
                    <a:pt x="383" y="11"/>
                  </a:lnTo>
                  <a:lnTo>
                    <a:pt x="368" y="3"/>
                  </a:lnTo>
                  <a:lnTo>
                    <a:pt x="351" y="0"/>
                  </a:lnTo>
                  <a:lnTo>
                    <a:pt x="333" y="3"/>
                  </a:lnTo>
                  <a:lnTo>
                    <a:pt x="319" y="11"/>
                  </a:lnTo>
                  <a:lnTo>
                    <a:pt x="307" y="27"/>
                  </a:lnTo>
                  <a:lnTo>
                    <a:pt x="304" y="4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3447" name="Freeform 37"/>
            <p:cNvSpPr>
              <a:spLocks/>
            </p:cNvSpPr>
            <p:nvPr/>
          </p:nvSpPr>
          <p:spPr bwMode="auto">
            <a:xfrm>
              <a:off x="1660" y="1701"/>
              <a:ext cx="19" cy="365"/>
            </a:xfrm>
            <a:custGeom>
              <a:avLst/>
              <a:gdLst>
                <a:gd name="T0" fmla="*/ 0 w 95"/>
                <a:gd name="T1" fmla="*/ 0 h 1826"/>
                <a:gd name="T2" fmla="*/ 0 w 95"/>
                <a:gd name="T3" fmla="*/ 0 h 1826"/>
                <a:gd name="T4" fmla="*/ 0 w 95"/>
                <a:gd name="T5" fmla="*/ 15 h 1826"/>
                <a:gd name="T6" fmla="*/ 1 w 95"/>
                <a:gd name="T7" fmla="*/ 15 h 1826"/>
                <a:gd name="T8" fmla="*/ 1 w 95"/>
                <a:gd name="T9" fmla="*/ 0 h 1826"/>
                <a:gd name="T10" fmla="*/ 1 w 95"/>
                <a:gd name="T11" fmla="*/ 0 h 1826"/>
                <a:gd name="T12" fmla="*/ 1 w 95"/>
                <a:gd name="T13" fmla="*/ 0 h 1826"/>
                <a:gd name="T14" fmla="*/ 1 w 95"/>
                <a:gd name="T15" fmla="*/ 0 h 1826"/>
                <a:gd name="T16" fmla="*/ 1 w 95"/>
                <a:gd name="T17" fmla="*/ 0 h 1826"/>
                <a:gd name="T18" fmla="*/ 1 w 95"/>
                <a:gd name="T19" fmla="*/ 0 h 1826"/>
                <a:gd name="T20" fmla="*/ 0 w 95"/>
                <a:gd name="T21" fmla="*/ 0 h 1826"/>
                <a:gd name="T22" fmla="*/ 0 w 95"/>
                <a:gd name="T23" fmla="*/ 0 h 1826"/>
                <a:gd name="T24" fmla="*/ 0 w 95"/>
                <a:gd name="T25" fmla="*/ 0 h 1826"/>
                <a:gd name="T26" fmla="*/ 0 w 95"/>
                <a:gd name="T27" fmla="*/ 0 h 1826"/>
                <a:gd name="T28" fmla="*/ 0 w 95"/>
                <a:gd name="T29" fmla="*/ 0 h 1826"/>
                <a:gd name="T30" fmla="*/ 0 w 95"/>
                <a:gd name="T31" fmla="*/ 0 h 182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95"/>
                <a:gd name="T49" fmla="*/ 0 h 1826"/>
                <a:gd name="T50" fmla="*/ 95 w 95"/>
                <a:gd name="T51" fmla="*/ 1826 h 182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95" h="1826">
                  <a:moveTo>
                    <a:pt x="0" y="49"/>
                  </a:moveTo>
                  <a:lnTo>
                    <a:pt x="0" y="47"/>
                  </a:lnTo>
                  <a:lnTo>
                    <a:pt x="1" y="1826"/>
                  </a:lnTo>
                  <a:lnTo>
                    <a:pt x="95" y="1826"/>
                  </a:lnTo>
                  <a:lnTo>
                    <a:pt x="93" y="47"/>
                  </a:lnTo>
                  <a:lnTo>
                    <a:pt x="93" y="45"/>
                  </a:lnTo>
                  <a:lnTo>
                    <a:pt x="93" y="47"/>
                  </a:lnTo>
                  <a:lnTo>
                    <a:pt x="90" y="27"/>
                  </a:lnTo>
                  <a:lnTo>
                    <a:pt x="79" y="12"/>
                  </a:lnTo>
                  <a:lnTo>
                    <a:pt x="64" y="4"/>
                  </a:lnTo>
                  <a:lnTo>
                    <a:pt x="47" y="0"/>
                  </a:lnTo>
                  <a:lnTo>
                    <a:pt x="29" y="4"/>
                  </a:lnTo>
                  <a:lnTo>
                    <a:pt x="15" y="12"/>
                  </a:lnTo>
                  <a:lnTo>
                    <a:pt x="3" y="27"/>
                  </a:lnTo>
                  <a:lnTo>
                    <a:pt x="0" y="47"/>
                  </a:lnTo>
                  <a:lnTo>
                    <a:pt x="0" y="4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3448" name="Freeform 38"/>
            <p:cNvSpPr>
              <a:spLocks/>
            </p:cNvSpPr>
            <p:nvPr/>
          </p:nvSpPr>
          <p:spPr bwMode="auto">
            <a:xfrm>
              <a:off x="1598" y="1598"/>
              <a:ext cx="81" cy="113"/>
            </a:xfrm>
            <a:custGeom>
              <a:avLst/>
              <a:gdLst>
                <a:gd name="T0" fmla="*/ 0 w 401"/>
                <a:gd name="T1" fmla="*/ 1 h 566"/>
                <a:gd name="T2" fmla="*/ 0 w 401"/>
                <a:gd name="T3" fmla="*/ 1 h 566"/>
                <a:gd name="T4" fmla="*/ 0 w 401"/>
                <a:gd name="T5" fmla="*/ 1 h 566"/>
                <a:gd name="T6" fmla="*/ 1 w 401"/>
                <a:gd name="T7" fmla="*/ 1 h 566"/>
                <a:gd name="T8" fmla="*/ 1 w 401"/>
                <a:gd name="T9" fmla="*/ 1 h 566"/>
                <a:gd name="T10" fmla="*/ 1 w 401"/>
                <a:gd name="T11" fmla="*/ 1 h 566"/>
                <a:gd name="T12" fmla="*/ 1 w 401"/>
                <a:gd name="T13" fmla="*/ 2 h 566"/>
                <a:gd name="T14" fmla="*/ 1 w 401"/>
                <a:gd name="T15" fmla="*/ 2 h 566"/>
                <a:gd name="T16" fmla="*/ 2 w 401"/>
                <a:gd name="T17" fmla="*/ 2 h 566"/>
                <a:gd name="T18" fmla="*/ 2 w 401"/>
                <a:gd name="T19" fmla="*/ 2 h 566"/>
                <a:gd name="T20" fmla="*/ 2 w 401"/>
                <a:gd name="T21" fmla="*/ 2 h 566"/>
                <a:gd name="T22" fmla="*/ 2 w 401"/>
                <a:gd name="T23" fmla="*/ 3 h 566"/>
                <a:gd name="T24" fmla="*/ 2 w 401"/>
                <a:gd name="T25" fmla="*/ 3 h 566"/>
                <a:gd name="T26" fmla="*/ 2 w 401"/>
                <a:gd name="T27" fmla="*/ 3 h 566"/>
                <a:gd name="T28" fmla="*/ 2 w 401"/>
                <a:gd name="T29" fmla="*/ 4 h 566"/>
                <a:gd name="T30" fmla="*/ 2 w 401"/>
                <a:gd name="T31" fmla="*/ 4 h 566"/>
                <a:gd name="T32" fmla="*/ 2 w 401"/>
                <a:gd name="T33" fmla="*/ 4 h 566"/>
                <a:gd name="T34" fmla="*/ 3 w 401"/>
                <a:gd name="T35" fmla="*/ 5 h 566"/>
                <a:gd name="T36" fmla="*/ 3 w 401"/>
                <a:gd name="T37" fmla="*/ 4 h 566"/>
                <a:gd name="T38" fmla="*/ 3 w 401"/>
                <a:gd name="T39" fmla="*/ 4 h 566"/>
                <a:gd name="T40" fmla="*/ 3 w 401"/>
                <a:gd name="T41" fmla="*/ 4 h 566"/>
                <a:gd name="T42" fmla="*/ 3 w 401"/>
                <a:gd name="T43" fmla="*/ 3 h 566"/>
                <a:gd name="T44" fmla="*/ 3 w 401"/>
                <a:gd name="T45" fmla="*/ 3 h 566"/>
                <a:gd name="T46" fmla="*/ 3 w 401"/>
                <a:gd name="T47" fmla="*/ 3 h 566"/>
                <a:gd name="T48" fmla="*/ 3 w 401"/>
                <a:gd name="T49" fmla="*/ 2 h 566"/>
                <a:gd name="T50" fmla="*/ 3 w 401"/>
                <a:gd name="T51" fmla="*/ 2 h 566"/>
                <a:gd name="T52" fmla="*/ 2 w 401"/>
                <a:gd name="T53" fmla="*/ 2 h 566"/>
                <a:gd name="T54" fmla="*/ 2 w 401"/>
                <a:gd name="T55" fmla="*/ 2 h 566"/>
                <a:gd name="T56" fmla="*/ 2 w 401"/>
                <a:gd name="T57" fmla="*/ 1 h 566"/>
                <a:gd name="T58" fmla="*/ 2 w 401"/>
                <a:gd name="T59" fmla="*/ 1 h 566"/>
                <a:gd name="T60" fmla="*/ 2 w 401"/>
                <a:gd name="T61" fmla="*/ 1 h 566"/>
                <a:gd name="T62" fmla="*/ 1 w 401"/>
                <a:gd name="T63" fmla="*/ 1 h 566"/>
                <a:gd name="T64" fmla="*/ 1 w 401"/>
                <a:gd name="T65" fmla="*/ 0 h 566"/>
                <a:gd name="T66" fmla="*/ 1 w 401"/>
                <a:gd name="T67" fmla="*/ 0 h 566"/>
                <a:gd name="T68" fmla="*/ 1 w 401"/>
                <a:gd name="T69" fmla="*/ 0 h 566"/>
                <a:gd name="T70" fmla="*/ 1 w 401"/>
                <a:gd name="T71" fmla="*/ 0 h 566"/>
                <a:gd name="T72" fmla="*/ 1 w 401"/>
                <a:gd name="T73" fmla="*/ 0 h 566"/>
                <a:gd name="T74" fmla="*/ 0 w 401"/>
                <a:gd name="T75" fmla="*/ 0 h 566"/>
                <a:gd name="T76" fmla="*/ 0 w 401"/>
                <a:gd name="T77" fmla="*/ 0 h 566"/>
                <a:gd name="T78" fmla="*/ 0 w 401"/>
                <a:gd name="T79" fmla="*/ 0 h 566"/>
                <a:gd name="T80" fmla="*/ 0 w 401"/>
                <a:gd name="T81" fmla="*/ 0 h 566"/>
                <a:gd name="T82" fmla="*/ 0 w 401"/>
                <a:gd name="T83" fmla="*/ 0 h 566"/>
                <a:gd name="T84" fmla="*/ 0 w 401"/>
                <a:gd name="T85" fmla="*/ 0 h 566"/>
                <a:gd name="T86" fmla="*/ 0 w 401"/>
                <a:gd name="T87" fmla="*/ 1 h 566"/>
                <a:gd name="T88" fmla="*/ 0 w 401"/>
                <a:gd name="T89" fmla="*/ 1 h 56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401"/>
                <a:gd name="T136" fmla="*/ 0 h 566"/>
                <a:gd name="T137" fmla="*/ 401 w 401"/>
                <a:gd name="T138" fmla="*/ 566 h 566"/>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401" h="566">
                  <a:moveTo>
                    <a:pt x="23" y="88"/>
                  </a:moveTo>
                  <a:lnTo>
                    <a:pt x="23" y="88"/>
                  </a:lnTo>
                  <a:lnTo>
                    <a:pt x="53" y="107"/>
                  </a:lnTo>
                  <a:lnTo>
                    <a:pt x="83" y="125"/>
                  </a:lnTo>
                  <a:lnTo>
                    <a:pt x="108" y="147"/>
                  </a:lnTo>
                  <a:lnTo>
                    <a:pt x="135" y="171"/>
                  </a:lnTo>
                  <a:lnTo>
                    <a:pt x="160" y="196"/>
                  </a:lnTo>
                  <a:lnTo>
                    <a:pt x="182" y="223"/>
                  </a:lnTo>
                  <a:lnTo>
                    <a:pt x="205" y="251"/>
                  </a:lnTo>
                  <a:lnTo>
                    <a:pt x="223" y="281"/>
                  </a:lnTo>
                  <a:lnTo>
                    <a:pt x="240" y="312"/>
                  </a:lnTo>
                  <a:lnTo>
                    <a:pt x="256" y="345"/>
                  </a:lnTo>
                  <a:lnTo>
                    <a:pt x="270" y="379"/>
                  </a:lnTo>
                  <a:lnTo>
                    <a:pt x="282" y="414"/>
                  </a:lnTo>
                  <a:lnTo>
                    <a:pt x="291" y="450"/>
                  </a:lnTo>
                  <a:lnTo>
                    <a:pt x="299" y="488"/>
                  </a:lnTo>
                  <a:lnTo>
                    <a:pt x="304" y="526"/>
                  </a:lnTo>
                  <a:lnTo>
                    <a:pt x="308" y="566"/>
                  </a:lnTo>
                  <a:lnTo>
                    <a:pt x="401" y="562"/>
                  </a:lnTo>
                  <a:lnTo>
                    <a:pt x="398" y="517"/>
                  </a:lnTo>
                  <a:lnTo>
                    <a:pt x="391" y="471"/>
                  </a:lnTo>
                  <a:lnTo>
                    <a:pt x="383" y="429"/>
                  </a:lnTo>
                  <a:lnTo>
                    <a:pt x="371" y="386"/>
                  </a:lnTo>
                  <a:lnTo>
                    <a:pt x="357" y="346"/>
                  </a:lnTo>
                  <a:lnTo>
                    <a:pt x="340" y="307"/>
                  </a:lnTo>
                  <a:lnTo>
                    <a:pt x="324" y="270"/>
                  </a:lnTo>
                  <a:lnTo>
                    <a:pt x="303" y="232"/>
                  </a:lnTo>
                  <a:lnTo>
                    <a:pt x="280" y="197"/>
                  </a:lnTo>
                  <a:lnTo>
                    <a:pt x="255" y="164"/>
                  </a:lnTo>
                  <a:lnTo>
                    <a:pt x="228" y="132"/>
                  </a:lnTo>
                  <a:lnTo>
                    <a:pt x="199" y="103"/>
                  </a:lnTo>
                  <a:lnTo>
                    <a:pt x="169" y="76"/>
                  </a:lnTo>
                  <a:lnTo>
                    <a:pt x="137" y="50"/>
                  </a:lnTo>
                  <a:lnTo>
                    <a:pt x="103" y="27"/>
                  </a:lnTo>
                  <a:lnTo>
                    <a:pt x="67" y="6"/>
                  </a:lnTo>
                  <a:lnTo>
                    <a:pt x="48" y="0"/>
                  </a:lnTo>
                  <a:lnTo>
                    <a:pt x="30" y="2"/>
                  </a:lnTo>
                  <a:lnTo>
                    <a:pt x="16" y="12"/>
                  </a:lnTo>
                  <a:lnTo>
                    <a:pt x="5" y="25"/>
                  </a:lnTo>
                  <a:lnTo>
                    <a:pt x="0" y="41"/>
                  </a:lnTo>
                  <a:lnTo>
                    <a:pt x="0" y="59"/>
                  </a:lnTo>
                  <a:lnTo>
                    <a:pt x="8" y="75"/>
                  </a:lnTo>
                  <a:lnTo>
                    <a:pt x="23"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3449" name="Freeform 39"/>
            <p:cNvSpPr>
              <a:spLocks/>
            </p:cNvSpPr>
            <p:nvPr/>
          </p:nvSpPr>
          <p:spPr bwMode="auto">
            <a:xfrm>
              <a:off x="1346" y="1455"/>
              <a:ext cx="266" cy="160"/>
            </a:xfrm>
            <a:custGeom>
              <a:avLst/>
              <a:gdLst>
                <a:gd name="T0" fmla="*/ 0 w 1330"/>
                <a:gd name="T1" fmla="*/ 1 h 801"/>
                <a:gd name="T2" fmla="*/ 0 w 1330"/>
                <a:gd name="T3" fmla="*/ 1 h 801"/>
                <a:gd name="T4" fmla="*/ 10 w 1330"/>
                <a:gd name="T5" fmla="*/ 6 h 801"/>
                <a:gd name="T6" fmla="*/ 11 w 1330"/>
                <a:gd name="T7" fmla="*/ 6 h 801"/>
                <a:gd name="T8" fmla="*/ 1 w 1330"/>
                <a:gd name="T9" fmla="*/ 0 h 801"/>
                <a:gd name="T10" fmla="*/ 1 w 1330"/>
                <a:gd name="T11" fmla="*/ 0 h 801"/>
                <a:gd name="T12" fmla="*/ 1 w 1330"/>
                <a:gd name="T13" fmla="*/ 0 h 801"/>
                <a:gd name="T14" fmla="*/ 0 w 1330"/>
                <a:gd name="T15" fmla="*/ 0 h 801"/>
                <a:gd name="T16" fmla="*/ 0 w 1330"/>
                <a:gd name="T17" fmla="*/ 0 h 801"/>
                <a:gd name="T18" fmla="*/ 0 w 1330"/>
                <a:gd name="T19" fmla="*/ 0 h 801"/>
                <a:gd name="T20" fmla="*/ 0 w 1330"/>
                <a:gd name="T21" fmla="*/ 0 h 801"/>
                <a:gd name="T22" fmla="*/ 0 w 1330"/>
                <a:gd name="T23" fmla="*/ 0 h 801"/>
                <a:gd name="T24" fmla="*/ 0 w 1330"/>
                <a:gd name="T25" fmla="*/ 0 h 801"/>
                <a:gd name="T26" fmla="*/ 0 w 1330"/>
                <a:gd name="T27" fmla="*/ 1 h 801"/>
                <a:gd name="T28" fmla="*/ 0 w 1330"/>
                <a:gd name="T29" fmla="*/ 1 h 801"/>
                <a:gd name="T30" fmla="*/ 0 w 1330"/>
                <a:gd name="T31" fmla="*/ 1 h 801"/>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30"/>
                <a:gd name="T49" fmla="*/ 0 h 801"/>
                <a:gd name="T50" fmla="*/ 1330 w 1330"/>
                <a:gd name="T51" fmla="*/ 801 h 801"/>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30" h="801">
                  <a:moveTo>
                    <a:pt x="24" y="88"/>
                  </a:moveTo>
                  <a:lnTo>
                    <a:pt x="23" y="88"/>
                  </a:lnTo>
                  <a:lnTo>
                    <a:pt x="1286" y="801"/>
                  </a:lnTo>
                  <a:lnTo>
                    <a:pt x="1330" y="719"/>
                  </a:lnTo>
                  <a:lnTo>
                    <a:pt x="67" y="6"/>
                  </a:lnTo>
                  <a:lnTo>
                    <a:pt x="66" y="6"/>
                  </a:lnTo>
                  <a:lnTo>
                    <a:pt x="67" y="6"/>
                  </a:lnTo>
                  <a:lnTo>
                    <a:pt x="48" y="0"/>
                  </a:lnTo>
                  <a:lnTo>
                    <a:pt x="30" y="2"/>
                  </a:lnTo>
                  <a:lnTo>
                    <a:pt x="16" y="12"/>
                  </a:lnTo>
                  <a:lnTo>
                    <a:pt x="5" y="25"/>
                  </a:lnTo>
                  <a:lnTo>
                    <a:pt x="0" y="41"/>
                  </a:lnTo>
                  <a:lnTo>
                    <a:pt x="0" y="59"/>
                  </a:lnTo>
                  <a:lnTo>
                    <a:pt x="8" y="75"/>
                  </a:lnTo>
                  <a:lnTo>
                    <a:pt x="23" y="88"/>
                  </a:lnTo>
                  <a:lnTo>
                    <a:pt x="24"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3450" name="Freeform 40"/>
            <p:cNvSpPr>
              <a:spLocks/>
            </p:cNvSpPr>
            <p:nvPr/>
          </p:nvSpPr>
          <p:spPr bwMode="auto">
            <a:xfrm>
              <a:off x="1198" y="1439"/>
              <a:ext cx="161" cy="35"/>
            </a:xfrm>
            <a:custGeom>
              <a:avLst/>
              <a:gdLst>
                <a:gd name="T0" fmla="*/ 1 w 806"/>
                <a:gd name="T1" fmla="*/ 1 h 177"/>
                <a:gd name="T2" fmla="*/ 1 w 806"/>
                <a:gd name="T3" fmla="*/ 1 h 177"/>
                <a:gd name="T4" fmla="*/ 1 w 806"/>
                <a:gd name="T5" fmla="*/ 1 h 177"/>
                <a:gd name="T6" fmla="*/ 1 w 806"/>
                <a:gd name="T7" fmla="*/ 1 h 177"/>
                <a:gd name="T8" fmla="*/ 2 w 806"/>
                <a:gd name="T9" fmla="*/ 1 h 177"/>
                <a:gd name="T10" fmla="*/ 2 w 806"/>
                <a:gd name="T11" fmla="*/ 1 h 177"/>
                <a:gd name="T12" fmla="*/ 2 w 806"/>
                <a:gd name="T13" fmla="*/ 1 h 177"/>
                <a:gd name="T14" fmla="*/ 3 w 806"/>
                <a:gd name="T15" fmla="*/ 1 h 177"/>
                <a:gd name="T16" fmla="*/ 3 w 806"/>
                <a:gd name="T17" fmla="*/ 1 h 177"/>
                <a:gd name="T18" fmla="*/ 3 w 806"/>
                <a:gd name="T19" fmla="*/ 1 h 177"/>
                <a:gd name="T20" fmla="*/ 4 w 806"/>
                <a:gd name="T21" fmla="*/ 1 h 177"/>
                <a:gd name="T22" fmla="*/ 4 w 806"/>
                <a:gd name="T23" fmla="*/ 1 h 177"/>
                <a:gd name="T24" fmla="*/ 5 w 806"/>
                <a:gd name="T25" fmla="*/ 1 h 177"/>
                <a:gd name="T26" fmla="*/ 5 w 806"/>
                <a:gd name="T27" fmla="*/ 1 h 177"/>
                <a:gd name="T28" fmla="*/ 5 w 806"/>
                <a:gd name="T29" fmla="*/ 1 h 177"/>
                <a:gd name="T30" fmla="*/ 6 w 806"/>
                <a:gd name="T31" fmla="*/ 1 h 177"/>
                <a:gd name="T32" fmla="*/ 6 w 806"/>
                <a:gd name="T33" fmla="*/ 1 h 177"/>
                <a:gd name="T34" fmla="*/ 6 w 806"/>
                <a:gd name="T35" fmla="*/ 1 h 177"/>
                <a:gd name="T36" fmla="*/ 6 w 806"/>
                <a:gd name="T37" fmla="*/ 1 h 177"/>
                <a:gd name="T38" fmla="*/ 6 w 806"/>
                <a:gd name="T39" fmla="*/ 1 h 177"/>
                <a:gd name="T40" fmla="*/ 6 w 806"/>
                <a:gd name="T41" fmla="*/ 0 h 177"/>
                <a:gd name="T42" fmla="*/ 5 w 806"/>
                <a:gd name="T43" fmla="*/ 0 h 177"/>
                <a:gd name="T44" fmla="*/ 5 w 806"/>
                <a:gd name="T45" fmla="*/ 0 h 177"/>
                <a:gd name="T46" fmla="*/ 5 w 806"/>
                <a:gd name="T47" fmla="*/ 0 h 177"/>
                <a:gd name="T48" fmla="*/ 4 w 806"/>
                <a:gd name="T49" fmla="*/ 0 h 177"/>
                <a:gd name="T50" fmla="*/ 4 w 806"/>
                <a:gd name="T51" fmla="*/ 0 h 177"/>
                <a:gd name="T52" fmla="*/ 3 w 806"/>
                <a:gd name="T53" fmla="*/ 0 h 177"/>
                <a:gd name="T54" fmla="*/ 3 w 806"/>
                <a:gd name="T55" fmla="*/ 0 h 177"/>
                <a:gd name="T56" fmla="*/ 3 w 806"/>
                <a:gd name="T57" fmla="*/ 0 h 177"/>
                <a:gd name="T58" fmla="*/ 2 w 806"/>
                <a:gd name="T59" fmla="*/ 0 h 177"/>
                <a:gd name="T60" fmla="*/ 2 w 806"/>
                <a:gd name="T61" fmla="*/ 0 h 177"/>
                <a:gd name="T62" fmla="*/ 1 w 806"/>
                <a:gd name="T63" fmla="*/ 0 h 177"/>
                <a:gd name="T64" fmla="*/ 1 w 806"/>
                <a:gd name="T65" fmla="*/ 0 h 177"/>
                <a:gd name="T66" fmla="*/ 1 w 806"/>
                <a:gd name="T67" fmla="*/ 1 h 177"/>
                <a:gd name="T68" fmla="*/ 0 w 806"/>
                <a:gd name="T69" fmla="*/ 1 h 177"/>
                <a:gd name="T70" fmla="*/ 0 w 806"/>
                <a:gd name="T71" fmla="*/ 1 h 177"/>
                <a:gd name="T72" fmla="*/ 0 w 806"/>
                <a:gd name="T73" fmla="*/ 1 h 177"/>
                <a:gd name="T74" fmla="*/ 0 w 806"/>
                <a:gd name="T75" fmla="*/ 1 h 177"/>
                <a:gd name="T76" fmla="*/ 0 w 806"/>
                <a:gd name="T77" fmla="*/ 1 h 177"/>
                <a:gd name="T78" fmla="*/ 0 w 806"/>
                <a:gd name="T79" fmla="*/ 1 h 177"/>
                <a:gd name="T80" fmla="*/ 0 w 806"/>
                <a:gd name="T81" fmla="*/ 1 h 177"/>
                <a:gd name="T82" fmla="*/ 0 w 806"/>
                <a:gd name="T83" fmla="*/ 1 h 177"/>
                <a:gd name="T84" fmla="*/ 0 w 806"/>
                <a:gd name="T85" fmla="*/ 1 h 177"/>
                <a:gd name="T86" fmla="*/ 0 w 806"/>
                <a:gd name="T87" fmla="*/ 1 h 177"/>
                <a:gd name="T88" fmla="*/ 1 w 806"/>
                <a:gd name="T89" fmla="*/ 1 h 177"/>
                <a:gd name="T90" fmla="*/ 1 w 806"/>
                <a:gd name="T91" fmla="*/ 1 h 17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806"/>
                <a:gd name="T139" fmla="*/ 0 h 177"/>
                <a:gd name="T140" fmla="*/ 806 w 806"/>
                <a:gd name="T141" fmla="*/ 177 h 17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806" h="177">
                  <a:moveTo>
                    <a:pt x="67" y="171"/>
                  </a:moveTo>
                  <a:lnTo>
                    <a:pt x="68" y="171"/>
                  </a:lnTo>
                  <a:lnTo>
                    <a:pt x="109" y="151"/>
                  </a:lnTo>
                  <a:lnTo>
                    <a:pt x="151" y="135"/>
                  </a:lnTo>
                  <a:lnTo>
                    <a:pt x="196" y="122"/>
                  </a:lnTo>
                  <a:lnTo>
                    <a:pt x="242" y="110"/>
                  </a:lnTo>
                  <a:lnTo>
                    <a:pt x="287" y="102"/>
                  </a:lnTo>
                  <a:lnTo>
                    <a:pt x="335" y="97"/>
                  </a:lnTo>
                  <a:lnTo>
                    <a:pt x="382" y="95"/>
                  </a:lnTo>
                  <a:lnTo>
                    <a:pt x="430" y="94"/>
                  </a:lnTo>
                  <a:lnTo>
                    <a:pt x="477" y="97"/>
                  </a:lnTo>
                  <a:lnTo>
                    <a:pt x="524" y="102"/>
                  </a:lnTo>
                  <a:lnTo>
                    <a:pt x="568" y="108"/>
                  </a:lnTo>
                  <a:lnTo>
                    <a:pt x="612" y="117"/>
                  </a:lnTo>
                  <a:lnTo>
                    <a:pt x="654" y="128"/>
                  </a:lnTo>
                  <a:lnTo>
                    <a:pt x="693" y="141"/>
                  </a:lnTo>
                  <a:lnTo>
                    <a:pt x="730" y="155"/>
                  </a:lnTo>
                  <a:lnTo>
                    <a:pt x="764" y="171"/>
                  </a:lnTo>
                  <a:lnTo>
                    <a:pt x="806" y="89"/>
                  </a:lnTo>
                  <a:lnTo>
                    <a:pt x="768" y="70"/>
                  </a:lnTo>
                  <a:lnTo>
                    <a:pt x="725" y="54"/>
                  </a:lnTo>
                  <a:lnTo>
                    <a:pt x="680" y="39"/>
                  </a:lnTo>
                  <a:lnTo>
                    <a:pt x="633" y="26"/>
                  </a:lnTo>
                  <a:lnTo>
                    <a:pt x="585" y="16"/>
                  </a:lnTo>
                  <a:lnTo>
                    <a:pt x="536" y="8"/>
                  </a:lnTo>
                  <a:lnTo>
                    <a:pt x="484" y="3"/>
                  </a:lnTo>
                  <a:lnTo>
                    <a:pt x="433" y="0"/>
                  </a:lnTo>
                  <a:lnTo>
                    <a:pt x="380" y="1"/>
                  </a:lnTo>
                  <a:lnTo>
                    <a:pt x="328" y="3"/>
                  </a:lnTo>
                  <a:lnTo>
                    <a:pt x="276" y="10"/>
                  </a:lnTo>
                  <a:lnTo>
                    <a:pt x="223" y="19"/>
                  </a:lnTo>
                  <a:lnTo>
                    <a:pt x="172" y="30"/>
                  </a:lnTo>
                  <a:lnTo>
                    <a:pt x="121" y="46"/>
                  </a:lnTo>
                  <a:lnTo>
                    <a:pt x="72" y="67"/>
                  </a:lnTo>
                  <a:lnTo>
                    <a:pt x="24" y="89"/>
                  </a:lnTo>
                  <a:lnTo>
                    <a:pt x="25" y="89"/>
                  </a:lnTo>
                  <a:lnTo>
                    <a:pt x="24" y="89"/>
                  </a:lnTo>
                  <a:lnTo>
                    <a:pt x="8" y="102"/>
                  </a:lnTo>
                  <a:lnTo>
                    <a:pt x="0" y="118"/>
                  </a:lnTo>
                  <a:lnTo>
                    <a:pt x="0" y="136"/>
                  </a:lnTo>
                  <a:lnTo>
                    <a:pt x="6" y="152"/>
                  </a:lnTo>
                  <a:lnTo>
                    <a:pt x="17" y="165"/>
                  </a:lnTo>
                  <a:lnTo>
                    <a:pt x="31" y="175"/>
                  </a:lnTo>
                  <a:lnTo>
                    <a:pt x="48" y="177"/>
                  </a:lnTo>
                  <a:lnTo>
                    <a:pt x="68" y="171"/>
                  </a:lnTo>
                  <a:lnTo>
                    <a:pt x="67" y="1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3451" name="Freeform 41"/>
            <p:cNvSpPr>
              <a:spLocks/>
            </p:cNvSpPr>
            <p:nvPr/>
          </p:nvSpPr>
          <p:spPr bwMode="auto">
            <a:xfrm>
              <a:off x="931" y="1456"/>
              <a:ext cx="280" cy="158"/>
            </a:xfrm>
            <a:custGeom>
              <a:avLst/>
              <a:gdLst>
                <a:gd name="T0" fmla="*/ 1 w 1402"/>
                <a:gd name="T1" fmla="*/ 6 h 787"/>
                <a:gd name="T2" fmla="*/ 1 w 1402"/>
                <a:gd name="T3" fmla="*/ 6 h 787"/>
                <a:gd name="T4" fmla="*/ 11 w 1402"/>
                <a:gd name="T5" fmla="*/ 1 h 787"/>
                <a:gd name="T6" fmla="*/ 11 w 1402"/>
                <a:gd name="T7" fmla="*/ 0 h 787"/>
                <a:gd name="T8" fmla="*/ 0 w 1402"/>
                <a:gd name="T9" fmla="*/ 6 h 787"/>
                <a:gd name="T10" fmla="*/ 0 w 1402"/>
                <a:gd name="T11" fmla="*/ 6 h 787"/>
                <a:gd name="T12" fmla="*/ 0 w 1402"/>
                <a:gd name="T13" fmla="*/ 6 h 787"/>
                <a:gd name="T14" fmla="*/ 0 w 1402"/>
                <a:gd name="T15" fmla="*/ 6 h 787"/>
                <a:gd name="T16" fmla="*/ 0 w 1402"/>
                <a:gd name="T17" fmla="*/ 6 h 787"/>
                <a:gd name="T18" fmla="*/ 0 w 1402"/>
                <a:gd name="T19" fmla="*/ 6 h 787"/>
                <a:gd name="T20" fmla="*/ 0 w 1402"/>
                <a:gd name="T21" fmla="*/ 6 h 787"/>
                <a:gd name="T22" fmla="*/ 0 w 1402"/>
                <a:gd name="T23" fmla="*/ 6 h 787"/>
                <a:gd name="T24" fmla="*/ 0 w 1402"/>
                <a:gd name="T25" fmla="*/ 6 h 787"/>
                <a:gd name="T26" fmla="*/ 0 w 1402"/>
                <a:gd name="T27" fmla="*/ 6 h 787"/>
                <a:gd name="T28" fmla="*/ 1 w 1402"/>
                <a:gd name="T29" fmla="*/ 6 h 787"/>
                <a:gd name="T30" fmla="*/ 1 w 1402"/>
                <a:gd name="T31" fmla="*/ 6 h 78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02"/>
                <a:gd name="T49" fmla="*/ 0 h 787"/>
                <a:gd name="T50" fmla="*/ 1402 w 1402"/>
                <a:gd name="T51" fmla="*/ 787 h 78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02" h="787">
                  <a:moveTo>
                    <a:pt x="69" y="781"/>
                  </a:moveTo>
                  <a:lnTo>
                    <a:pt x="66" y="781"/>
                  </a:lnTo>
                  <a:lnTo>
                    <a:pt x="1402" y="82"/>
                  </a:lnTo>
                  <a:lnTo>
                    <a:pt x="1360" y="0"/>
                  </a:lnTo>
                  <a:lnTo>
                    <a:pt x="24" y="699"/>
                  </a:lnTo>
                  <a:lnTo>
                    <a:pt x="22" y="699"/>
                  </a:lnTo>
                  <a:lnTo>
                    <a:pt x="24" y="699"/>
                  </a:lnTo>
                  <a:lnTo>
                    <a:pt x="8" y="712"/>
                  </a:lnTo>
                  <a:lnTo>
                    <a:pt x="1" y="727"/>
                  </a:lnTo>
                  <a:lnTo>
                    <a:pt x="0" y="744"/>
                  </a:lnTo>
                  <a:lnTo>
                    <a:pt x="5" y="761"/>
                  </a:lnTo>
                  <a:lnTo>
                    <a:pt x="15" y="775"/>
                  </a:lnTo>
                  <a:lnTo>
                    <a:pt x="30" y="784"/>
                  </a:lnTo>
                  <a:lnTo>
                    <a:pt x="46" y="787"/>
                  </a:lnTo>
                  <a:lnTo>
                    <a:pt x="66" y="781"/>
                  </a:lnTo>
                  <a:lnTo>
                    <a:pt x="69" y="7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3452" name="Freeform 42"/>
            <p:cNvSpPr>
              <a:spLocks/>
            </p:cNvSpPr>
            <p:nvPr/>
          </p:nvSpPr>
          <p:spPr bwMode="auto">
            <a:xfrm>
              <a:off x="868" y="1596"/>
              <a:ext cx="77" cy="126"/>
            </a:xfrm>
            <a:custGeom>
              <a:avLst/>
              <a:gdLst>
                <a:gd name="T0" fmla="*/ 1 w 382"/>
                <a:gd name="T1" fmla="*/ 5 h 628"/>
                <a:gd name="T2" fmla="*/ 1 w 382"/>
                <a:gd name="T3" fmla="*/ 5 h 628"/>
                <a:gd name="T4" fmla="*/ 1 w 382"/>
                <a:gd name="T5" fmla="*/ 4 h 628"/>
                <a:gd name="T6" fmla="*/ 1 w 382"/>
                <a:gd name="T7" fmla="*/ 4 h 628"/>
                <a:gd name="T8" fmla="*/ 1 w 382"/>
                <a:gd name="T9" fmla="*/ 4 h 628"/>
                <a:gd name="T10" fmla="*/ 1 w 382"/>
                <a:gd name="T11" fmla="*/ 3 h 628"/>
                <a:gd name="T12" fmla="*/ 1 w 382"/>
                <a:gd name="T13" fmla="*/ 3 h 628"/>
                <a:gd name="T14" fmla="*/ 1 w 382"/>
                <a:gd name="T15" fmla="*/ 3 h 628"/>
                <a:gd name="T16" fmla="*/ 1 w 382"/>
                <a:gd name="T17" fmla="*/ 3 h 628"/>
                <a:gd name="T18" fmla="*/ 1 w 382"/>
                <a:gd name="T19" fmla="*/ 2 h 628"/>
                <a:gd name="T20" fmla="*/ 2 w 382"/>
                <a:gd name="T21" fmla="*/ 2 h 628"/>
                <a:gd name="T22" fmla="*/ 2 w 382"/>
                <a:gd name="T23" fmla="*/ 2 h 628"/>
                <a:gd name="T24" fmla="*/ 2 w 382"/>
                <a:gd name="T25" fmla="*/ 2 h 628"/>
                <a:gd name="T26" fmla="*/ 2 w 382"/>
                <a:gd name="T27" fmla="*/ 1 h 628"/>
                <a:gd name="T28" fmla="*/ 2 w 382"/>
                <a:gd name="T29" fmla="*/ 1 h 628"/>
                <a:gd name="T30" fmla="*/ 3 w 382"/>
                <a:gd name="T31" fmla="*/ 1 h 628"/>
                <a:gd name="T32" fmla="*/ 3 w 382"/>
                <a:gd name="T33" fmla="*/ 1 h 628"/>
                <a:gd name="T34" fmla="*/ 3 w 382"/>
                <a:gd name="T35" fmla="*/ 1 h 628"/>
                <a:gd name="T36" fmla="*/ 3 w 382"/>
                <a:gd name="T37" fmla="*/ 0 h 628"/>
                <a:gd name="T38" fmla="*/ 2 w 382"/>
                <a:gd name="T39" fmla="*/ 0 h 628"/>
                <a:gd name="T40" fmla="*/ 2 w 382"/>
                <a:gd name="T41" fmla="*/ 0 h 628"/>
                <a:gd name="T42" fmla="*/ 2 w 382"/>
                <a:gd name="T43" fmla="*/ 1 h 628"/>
                <a:gd name="T44" fmla="*/ 2 w 382"/>
                <a:gd name="T45" fmla="*/ 1 h 628"/>
                <a:gd name="T46" fmla="*/ 1 w 382"/>
                <a:gd name="T47" fmla="*/ 1 h 628"/>
                <a:gd name="T48" fmla="*/ 1 w 382"/>
                <a:gd name="T49" fmla="*/ 1 h 628"/>
                <a:gd name="T50" fmla="*/ 1 w 382"/>
                <a:gd name="T51" fmla="*/ 2 h 628"/>
                <a:gd name="T52" fmla="*/ 1 w 382"/>
                <a:gd name="T53" fmla="*/ 2 h 628"/>
                <a:gd name="T54" fmla="*/ 1 w 382"/>
                <a:gd name="T55" fmla="*/ 2 h 628"/>
                <a:gd name="T56" fmla="*/ 0 w 382"/>
                <a:gd name="T57" fmla="*/ 3 h 628"/>
                <a:gd name="T58" fmla="*/ 0 w 382"/>
                <a:gd name="T59" fmla="*/ 3 h 628"/>
                <a:gd name="T60" fmla="*/ 0 w 382"/>
                <a:gd name="T61" fmla="*/ 3 h 628"/>
                <a:gd name="T62" fmla="*/ 0 w 382"/>
                <a:gd name="T63" fmla="*/ 4 h 628"/>
                <a:gd name="T64" fmla="*/ 0 w 382"/>
                <a:gd name="T65" fmla="*/ 4 h 628"/>
                <a:gd name="T66" fmla="*/ 0 w 382"/>
                <a:gd name="T67" fmla="*/ 4 h 628"/>
                <a:gd name="T68" fmla="*/ 0 w 382"/>
                <a:gd name="T69" fmla="*/ 5 h 628"/>
                <a:gd name="T70" fmla="*/ 0 w 382"/>
                <a:gd name="T71" fmla="*/ 5 h 628"/>
                <a:gd name="T72" fmla="*/ 0 w 382"/>
                <a:gd name="T73" fmla="*/ 5 h 628"/>
                <a:gd name="T74" fmla="*/ 0 w 382"/>
                <a:gd name="T75" fmla="*/ 5 h 628"/>
                <a:gd name="T76" fmla="*/ 0 w 382"/>
                <a:gd name="T77" fmla="*/ 5 h 628"/>
                <a:gd name="T78" fmla="*/ 0 w 382"/>
                <a:gd name="T79" fmla="*/ 5 h 628"/>
                <a:gd name="T80" fmla="*/ 0 w 382"/>
                <a:gd name="T81" fmla="*/ 5 h 628"/>
                <a:gd name="T82" fmla="*/ 1 w 382"/>
                <a:gd name="T83" fmla="*/ 5 h 628"/>
                <a:gd name="T84" fmla="*/ 1 w 382"/>
                <a:gd name="T85" fmla="*/ 5 h 628"/>
                <a:gd name="T86" fmla="*/ 1 w 382"/>
                <a:gd name="T87" fmla="*/ 5 h 628"/>
                <a:gd name="T88" fmla="*/ 1 w 382"/>
                <a:gd name="T89" fmla="*/ 5 h 628"/>
                <a:gd name="T90" fmla="*/ 1 w 382"/>
                <a:gd name="T91" fmla="*/ 5 h 628"/>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382"/>
                <a:gd name="T139" fmla="*/ 0 h 628"/>
                <a:gd name="T140" fmla="*/ 382 w 382"/>
                <a:gd name="T141" fmla="*/ 628 h 628"/>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382" h="628">
                  <a:moveTo>
                    <a:pt x="94" y="581"/>
                  </a:moveTo>
                  <a:lnTo>
                    <a:pt x="94" y="582"/>
                  </a:lnTo>
                  <a:lnTo>
                    <a:pt x="96" y="541"/>
                  </a:lnTo>
                  <a:lnTo>
                    <a:pt x="99" y="500"/>
                  </a:lnTo>
                  <a:lnTo>
                    <a:pt x="106" y="463"/>
                  </a:lnTo>
                  <a:lnTo>
                    <a:pt x="115" y="424"/>
                  </a:lnTo>
                  <a:lnTo>
                    <a:pt x="127" y="389"/>
                  </a:lnTo>
                  <a:lnTo>
                    <a:pt x="140" y="353"/>
                  </a:lnTo>
                  <a:lnTo>
                    <a:pt x="156" y="320"/>
                  </a:lnTo>
                  <a:lnTo>
                    <a:pt x="173" y="287"/>
                  </a:lnTo>
                  <a:lnTo>
                    <a:pt x="193" y="255"/>
                  </a:lnTo>
                  <a:lnTo>
                    <a:pt x="214" y="226"/>
                  </a:lnTo>
                  <a:lnTo>
                    <a:pt x="238" y="198"/>
                  </a:lnTo>
                  <a:lnTo>
                    <a:pt x="263" y="172"/>
                  </a:lnTo>
                  <a:lnTo>
                    <a:pt x="290" y="146"/>
                  </a:lnTo>
                  <a:lnTo>
                    <a:pt x="318" y="122"/>
                  </a:lnTo>
                  <a:lnTo>
                    <a:pt x="349" y="101"/>
                  </a:lnTo>
                  <a:lnTo>
                    <a:pt x="382" y="82"/>
                  </a:lnTo>
                  <a:lnTo>
                    <a:pt x="335" y="0"/>
                  </a:lnTo>
                  <a:lnTo>
                    <a:pt x="297" y="23"/>
                  </a:lnTo>
                  <a:lnTo>
                    <a:pt x="262" y="49"/>
                  </a:lnTo>
                  <a:lnTo>
                    <a:pt x="229" y="76"/>
                  </a:lnTo>
                  <a:lnTo>
                    <a:pt x="198" y="104"/>
                  </a:lnTo>
                  <a:lnTo>
                    <a:pt x="167" y="137"/>
                  </a:lnTo>
                  <a:lnTo>
                    <a:pt x="142" y="170"/>
                  </a:lnTo>
                  <a:lnTo>
                    <a:pt x="116" y="204"/>
                  </a:lnTo>
                  <a:lnTo>
                    <a:pt x="94" y="240"/>
                  </a:lnTo>
                  <a:lnTo>
                    <a:pt x="74" y="278"/>
                  </a:lnTo>
                  <a:lnTo>
                    <a:pt x="54" y="317"/>
                  </a:lnTo>
                  <a:lnTo>
                    <a:pt x="38" y="359"/>
                  </a:lnTo>
                  <a:lnTo>
                    <a:pt x="26" y="401"/>
                  </a:lnTo>
                  <a:lnTo>
                    <a:pt x="15" y="444"/>
                  </a:lnTo>
                  <a:lnTo>
                    <a:pt x="8" y="489"/>
                  </a:lnTo>
                  <a:lnTo>
                    <a:pt x="2" y="534"/>
                  </a:lnTo>
                  <a:lnTo>
                    <a:pt x="0" y="580"/>
                  </a:lnTo>
                  <a:lnTo>
                    <a:pt x="0" y="581"/>
                  </a:lnTo>
                  <a:lnTo>
                    <a:pt x="0" y="580"/>
                  </a:lnTo>
                  <a:lnTo>
                    <a:pt x="3" y="600"/>
                  </a:lnTo>
                  <a:lnTo>
                    <a:pt x="14" y="615"/>
                  </a:lnTo>
                  <a:lnTo>
                    <a:pt x="29" y="625"/>
                  </a:lnTo>
                  <a:lnTo>
                    <a:pt x="45" y="628"/>
                  </a:lnTo>
                  <a:lnTo>
                    <a:pt x="63" y="626"/>
                  </a:lnTo>
                  <a:lnTo>
                    <a:pt x="78" y="616"/>
                  </a:lnTo>
                  <a:lnTo>
                    <a:pt x="89" y="602"/>
                  </a:lnTo>
                  <a:lnTo>
                    <a:pt x="94" y="582"/>
                  </a:lnTo>
                  <a:lnTo>
                    <a:pt x="94" y="5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3453" name="Freeform 43"/>
            <p:cNvSpPr>
              <a:spLocks/>
            </p:cNvSpPr>
            <p:nvPr/>
          </p:nvSpPr>
          <p:spPr bwMode="auto">
            <a:xfrm>
              <a:off x="868" y="1712"/>
              <a:ext cx="19" cy="364"/>
            </a:xfrm>
            <a:custGeom>
              <a:avLst/>
              <a:gdLst>
                <a:gd name="T0" fmla="*/ 1 w 94"/>
                <a:gd name="T1" fmla="*/ 14 h 1818"/>
                <a:gd name="T2" fmla="*/ 1 w 94"/>
                <a:gd name="T3" fmla="*/ 14 h 1818"/>
                <a:gd name="T4" fmla="*/ 1 w 94"/>
                <a:gd name="T5" fmla="*/ 0 h 1818"/>
                <a:gd name="T6" fmla="*/ 0 w 94"/>
                <a:gd name="T7" fmla="*/ 0 h 1818"/>
                <a:gd name="T8" fmla="*/ 0 w 94"/>
                <a:gd name="T9" fmla="*/ 14 h 1818"/>
                <a:gd name="T10" fmla="*/ 0 w 94"/>
                <a:gd name="T11" fmla="*/ 14 h 1818"/>
                <a:gd name="T12" fmla="*/ 0 w 94"/>
                <a:gd name="T13" fmla="*/ 14 h 1818"/>
                <a:gd name="T14" fmla="*/ 0 w 94"/>
                <a:gd name="T15" fmla="*/ 14 h 1818"/>
                <a:gd name="T16" fmla="*/ 0 w 94"/>
                <a:gd name="T17" fmla="*/ 14 h 1818"/>
                <a:gd name="T18" fmla="*/ 0 w 94"/>
                <a:gd name="T19" fmla="*/ 15 h 1818"/>
                <a:gd name="T20" fmla="*/ 0 w 94"/>
                <a:gd name="T21" fmla="*/ 15 h 1818"/>
                <a:gd name="T22" fmla="*/ 1 w 94"/>
                <a:gd name="T23" fmla="*/ 15 h 1818"/>
                <a:gd name="T24" fmla="*/ 1 w 94"/>
                <a:gd name="T25" fmla="*/ 14 h 1818"/>
                <a:gd name="T26" fmla="*/ 1 w 94"/>
                <a:gd name="T27" fmla="*/ 14 h 1818"/>
                <a:gd name="T28" fmla="*/ 1 w 94"/>
                <a:gd name="T29" fmla="*/ 14 h 1818"/>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94"/>
                <a:gd name="T46" fmla="*/ 0 h 1818"/>
                <a:gd name="T47" fmla="*/ 94 w 94"/>
                <a:gd name="T48" fmla="*/ 1818 h 1818"/>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94" h="1818">
                  <a:moveTo>
                    <a:pt x="94" y="1771"/>
                  </a:moveTo>
                  <a:lnTo>
                    <a:pt x="94" y="1771"/>
                  </a:lnTo>
                  <a:lnTo>
                    <a:pt x="94" y="0"/>
                  </a:lnTo>
                  <a:lnTo>
                    <a:pt x="0" y="0"/>
                  </a:lnTo>
                  <a:lnTo>
                    <a:pt x="0" y="1771"/>
                  </a:lnTo>
                  <a:lnTo>
                    <a:pt x="3" y="1791"/>
                  </a:lnTo>
                  <a:lnTo>
                    <a:pt x="15" y="1806"/>
                  </a:lnTo>
                  <a:lnTo>
                    <a:pt x="29" y="1814"/>
                  </a:lnTo>
                  <a:lnTo>
                    <a:pt x="47" y="1818"/>
                  </a:lnTo>
                  <a:lnTo>
                    <a:pt x="64" y="1814"/>
                  </a:lnTo>
                  <a:lnTo>
                    <a:pt x="79" y="1806"/>
                  </a:lnTo>
                  <a:lnTo>
                    <a:pt x="90" y="1791"/>
                  </a:lnTo>
                  <a:lnTo>
                    <a:pt x="94" y="17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3454" name="Freeform 44"/>
            <p:cNvSpPr>
              <a:spLocks/>
            </p:cNvSpPr>
            <p:nvPr/>
          </p:nvSpPr>
          <p:spPr bwMode="auto">
            <a:xfrm>
              <a:off x="868" y="2067"/>
              <a:ext cx="90" cy="160"/>
            </a:xfrm>
            <a:custGeom>
              <a:avLst/>
              <a:gdLst>
                <a:gd name="T0" fmla="*/ 3 w 449"/>
                <a:gd name="T1" fmla="*/ 6 h 803"/>
                <a:gd name="T2" fmla="*/ 3 w 449"/>
                <a:gd name="T3" fmla="*/ 6 h 803"/>
                <a:gd name="T4" fmla="*/ 3 w 449"/>
                <a:gd name="T5" fmla="*/ 5 h 803"/>
                <a:gd name="T6" fmla="*/ 3 w 449"/>
                <a:gd name="T7" fmla="*/ 5 h 803"/>
                <a:gd name="T8" fmla="*/ 3 w 449"/>
                <a:gd name="T9" fmla="*/ 5 h 803"/>
                <a:gd name="T10" fmla="*/ 2 w 449"/>
                <a:gd name="T11" fmla="*/ 5 h 803"/>
                <a:gd name="T12" fmla="*/ 2 w 449"/>
                <a:gd name="T13" fmla="*/ 4 h 803"/>
                <a:gd name="T14" fmla="*/ 2 w 449"/>
                <a:gd name="T15" fmla="*/ 4 h 803"/>
                <a:gd name="T16" fmla="*/ 2 w 449"/>
                <a:gd name="T17" fmla="*/ 4 h 803"/>
                <a:gd name="T18" fmla="*/ 2 w 449"/>
                <a:gd name="T19" fmla="*/ 3 h 803"/>
                <a:gd name="T20" fmla="*/ 1 w 449"/>
                <a:gd name="T21" fmla="*/ 3 h 803"/>
                <a:gd name="T22" fmla="*/ 1 w 449"/>
                <a:gd name="T23" fmla="*/ 2 h 803"/>
                <a:gd name="T24" fmla="*/ 1 w 449"/>
                <a:gd name="T25" fmla="*/ 2 h 803"/>
                <a:gd name="T26" fmla="*/ 1 w 449"/>
                <a:gd name="T27" fmla="*/ 2 h 803"/>
                <a:gd name="T28" fmla="*/ 1 w 449"/>
                <a:gd name="T29" fmla="*/ 1 h 803"/>
                <a:gd name="T30" fmla="*/ 1 w 449"/>
                <a:gd name="T31" fmla="*/ 1 h 803"/>
                <a:gd name="T32" fmla="*/ 1 w 449"/>
                <a:gd name="T33" fmla="*/ 0 h 803"/>
                <a:gd name="T34" fmla="*/ 1 w 449"/>
                <a:gd name="T35" fmla="*/ 0 h 803"/>
                <a:gd name="T36" fmla="*/ 0 w 449"/>
                <a:gd name="T37" fmla="*/ 0 h 803"/>
                <a:gd name="T38" fmla="*/ 0 w 449"/>
                <a:gd name="T39" fmla="*/ 0 h 803"/>
                <a:gd name="T40" fmla="*/ 0 w 449"/>
                <a:gd name="T41" fmla="*/ 1 h 803"/>
                <a:gd name="T42" fmla="*/ 0 w 449"/>
                <a:gd name="T43" fmla="*/ 1 h 803"/>
                <a:gd name="T44" fmla="*/ 0 w 449"/>
                <a:gd name="T45" fmla="*/ 2 h 803"/>
                <a:gd name="T46" fmla="*/ 0 w 449"/>
                <a:gd name="T47" fmla="*/ 2 h 803"/>
                <a:gd name="T48" fmla="*/ 0 w 449"/>
                <a:gd name="T49" fmla="*/ 3 h 803"/>
                <a:gd name="T50" fmla="*/ 1 w 449"/>
                <a:gd name="T51" fmla="*/ 3 h 803"/>
                <a:gd name="T52" fmla="*/ 1 w 449"/>
                <a:gd name="T53" fmla="*/ 4 h 803"/>
                <a:gd name="T54" fmla="*/ 1 w 449"/>
                <a:gd name="T55" fmla="*/ 4 h 803"/>
                <a:gd name="T56" fmla="*/ 1 w 449"/>
                <a:gd name="T57" fmla="*/ 4 h 803"/>
                <a:gd name="T58" fmla="*/ 2 w 449"/>
                <a:gd name="T59" fmla="*/ 5 h 803"/>
                <a:gd name="T60" fmla="*/ 2 w 449"/>
                <a:gd name="T61" fmla="*/ 5 h 803"/>
                <a:gd name="T62" fmla="*/ 2 w 449"/>
                <a:gd name="T63" fmla="*/ 5 h 803"/>
                <a:gd name="T64" fmla="*/ 2 w 449"/>
                <a:gd name="T65" fmla="*/ 6 h 803"/>
                <a:gd name="T66" fmla="*/ 3 w 449"/>
                <a:gd name="T67" fmla="*/ 6 h 803"/>
                <a:gd name="T68" fmla="*/ 3 w 449"/>
                <a:gd name="T69" fmla="*/ 6 h 803"/>
                <a:gd name="T70" fmla="*/ 3 w 449"/>
                <a:gd name="T71" fmla="*/ 6 h 803"/>
                <a:gd name="T72" fmla="*/ 3 w 449"/>
                <a:gd name="T73" fmla="*/ 6 h 803"/>
                <a:gd name="T74" fmla="*/ 3 w 449"/>
                <a:gd name="T75" fmla="*/ 6 h 803"/>
                <a:gd name="T76" fmla="*/ 3 w 449"/>
                <a:gd name="T77" fmla="*/ 6 h 803"/>
                <a:gd name="T78" fmla="*/ 3 w 449"/>
                <a:gd name="T79" fmla="*/ 6 h 803"/>
                <a:gd name="T80" fmla="*/ 4 w 449"/>
                <a:gd name="T81" fmla="*/ 6 h 803"/>
                <a:gd name="T82" fmla="*/ 4 w 449"/>
                <a:gd name="T83" fmla="*/ 6 h 803"/>
                <a:gd name="T84" fmla="*/ 4 w 449"/>
                <a:gd name="T85" fmla="*/ 6 h 803"/>
                <a:gd name="T86" fmla="*/ 4 w 449"/>
                <a:gd name="T87" fmla="*/ 6 h 803"/>
                <a:gd name="T88" fmla="*/ 3 w 449"/>
                <a:gd name="T89" fmla="*/ 6 h 803"/>
                <a:gd name="T90" fmla="*/ 3 w 449"/>
                <a:gd name="T91" fmla="*/ 6 h 80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449"/>
                <a:gd name="T139" fmla="*/ 0 h 803"/>
                <a:gd name="T140" fmla="*/ 449 w 449"/>
                <a:gd name="T141" fmla="*/ 803 h 80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449" h="803">
                  <a:moveTo>
                    <a:pt x="426" y="717"/>
                  </a:moveTo>
                  <a:lnTo>
                    <a:pt x="427" y="717"/>
                  </a:lnTo>
                  <a:lnTo>
                    <a:pt x="395" y="693"/>
                  </a:lnTo>
                  <a:lnTo>
                    <a:pt x="361" y="662"/>
                  </a:lnTo>
                  <a:lnTo>
                    <a:pt x="329" y="628"/>
                  </a:lnTo>
                  <a:lnTo>
                    <a:pt x="299" y="591"/>
                  </a:lnTo>
                  <a:lnTo>
                    <a:pt x="269" y="551"/>
                  </a:lnTo>
                  <a:lnTo>
                    <a:pt x="241" y="507"/>
                  </a:lnTo>
                  <a:lnTo>
                    <a:pt x="215" y="460"/>
                  </a:lnTo>
                  <a:lnTo>
                    <a:pt x="191" y="412"/>
                  </a:lnTo>
                  <a:lnTo>
                    <a:pt x="170" y="363"/>
                  </a:lnTo>
                  <a:lnTo>
                    <a:pt x="151" y="312"/>
                  </a:lnTo>
                  <a:lnTo>
                    <a:pt x="133" y="259"/>
                  </a:lnTo>
                  <a:lnTo>
                    <a:pt x="119" y="207"/>
                  </a:lnTo>
                  <a:lnTo>
                    <a:pt x="108" y="156"/>
                  </a:lnTo>
                  <a:lnTo>
                    <a:pt x="101" y="103"/>
                  </a:lnTo>
                  <a:lnTo>
                    <a:pt x="96" y="51"/>
                  </a:lnTo>
                  <a:lnTo>
                    <a:pt x="94" y="0"/>
                  </a:lnTo>
                  <a:lnTo>
                    <a:pt x="0" y="0"/>
                  </a:lnTo>
                  <a:lnTo>
                    <a:pt x="2" y="56"/>
                  </a:lnTo>
                  <a:lnTo>
                    <a:pt x="7" y="115"/>
                  </a:lnTo>
                  <a:lnTo>
                    <a:pt x="16" y="172"/>
                  </a:lnTo>
                  <a:lnTo>
                    <a:pt x="28" y="231"/>
                  </a:lnTo>
                  <a:lnTo>
                    <a:pt x="44" y="287"/>
                  </a:lnTo>
                  <a:lnTo>
                    <a:pt x="62" y="342"/>
                  </a:lnTo>
                  <a:lnTo>
                    <a:pt x="83" y="398"/>
                  </a:lnTo>
                  <a:lnTo>
                    <a:pt x="106" y="452"/>
                  </a:lnTo>
                  <a:lnTo>
                    <a:pt x="133" y="505"/>
                  </a:lnTo>
                  <a:lnTo>
                    <a:pt x="161" y="554"/>
                  </a:lnTo>
                  <a:lnTo>
                    <a:pt x="192" y="602"/>
                  </a:lnTo>
                  <a:lnTo>
                    <a:pt x="224" y="647"/>
                  </a:lnTo>
                  <a:lnTo>
                    <a:pt x="259" y="689"/>
                  </a:lnTo>
                  <a:lnTo>
                    <a:pt x="295" y="728"/>
                  </a:lnTo>
                  <a:lnTo>
                    <a:pt x="334" y="763"/>
                  </a:lnTo>
                  <a:lnTo>
                    <a:pt x="374" y="795"/>
                  </a:lnTo>
                  <a:lnTo>
                    <a:pt x="375" y="795"/>
                  </a:lnTo>
                  <a:lnTo>
                    <a:pt x="374" y="795"/>
                  </a:lnTo>
                  <a:lnTo>
                    <a:pt x="392" y="803"/>
                  </a:lnTo>
                  <a:lnTo>
                    <a:pt x="411" y="803"/>
                  </a:lnTo>
                  <a:lnTo>
                    <a:pt x="426" y="795"/>
                  </a:lnTo>
                  <a:lnTo>
                    <a:pt x="439" y="782"/>
                  </a:lnTo>
                  <a:lnTo>
                    <a:pt x="446" y="766"/>
                  </a:lnTo>
                  <a:lnTo>
                    <a:pt x="449" y="749"/>
                  </a:lnTo>
                  <a:lnTo>
                    <a:pt x="441" y="732"/>
                  </a:lnTo>
                  <a:lnTo>
                    <a:pt x="427" y="717"/>
                  </a:lnTo>
                  <a:lnTo>
                    <a:pt x="426" y="71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3455" name="Freeform 45"/>
            <p:cNvSpPr>
              <a:spLocks/>
            </p:cNvSpPr>
            <p:nvPr/>
          </p:nvSpPr>
          <p:spPr bwMode="auto">
            <a:xfrm>
              <a:off x="883" y="1673"/>
              <a:ext cx="379" cy="690"/>
            </a:xfrm>
            <a:custGeom>
              <a:avLst/>
              <a:gdLst>
                <a:gd name="T0" fmla="*/ 12 w 1897"/>
                <a:gd name="T1" fmla="*/ 6 h 3450"/>
                <a:gd name="T2" fmla="*/ 13 w 1897"/>
                <a:gd name="T3" fmla="*/ 7 h 3450"/>
                <a:gd name="T4" fmla="*/ 13 w 1897"/>
                <a:gd name="T5" fmla="*/ 7 h 3450"/>
                <a:gd name="T6" fmla="*/ 14 w 1897"/>
                <a:gd name="T7" fmla="*/ 8 h 3450"/>
                <a:gd name="T8" fmla="*/ 14 w 1897"/>
                <a:gd name="T9" fmla="*/ 9 h 3450"/>
                <a:gd name="T10" fmla="*/ 15 w 1897"/>
                <a:gd name="T11" fmla="*/ 10 h 3450"/>
                <a:gd name="T12" fmla="*/ 15 w 1897"/>
                <a:gd name="T13" fmla="*/ 11 h 3450"/>
                <a:gd name="T14" fmla="*/ 15 w 1897"/>
                <a:gd name="T15" fmla="*/ 11 h 3450"/>
                <a:gd name="T16" fmla="*/ 15 w 1897"/>
                <a:gd name="T17" fmla="*/ 12 h 3450"/>
                <a:gd name="T18" fmla="*/ 15 w 1897"/>
                <a:gd name="T19" fmla="*/ 26 h 3450"/>
                <a:gd name="T20" fmla="*/ 15 w 1897"/>
                <a:gd name="T21" fmla="*/ 26 h 3450"/>
                <a:gd name="T22" fmla="*/ 15 w 1897"/>
                <a:gd name="T23" fmla="*/ 27 h 3450"/>
                <a:gd name="T24" fmla="*/ 15 w 1897"/>
                <a:gd name="T25" fmla="*/ 27 h 3450"/>
                <a:gd name="T26" fmla="*/ 14 w 1897"/>
                <a:gd name="T27" fmla="*/ 27 h 3450"/>
                <a:gd name="T28" fmla="*/ 14 w 1897"/>
                <a:gd name="T29" fmla="*/ 28 h 3450"/>
                <a:gd name="T30" fmla="*/ 13 w 1897"/>
                <a:gd name="T31" fmla="*/ 28 h 3450"/>
                <a:gd name="T32" fmla="*/ 13 w 1897"/>
                <a:gd name="T33" fmla="*/ 27 h 3450"/>
                <a:gd name="T34" fmla="*/ 3 w 1897"/>
                <a:gd name="T35" fmla="*/ 21 h 3450"/>
                <a:gd name="T36" fmla="*/ 2 w 1897"/>
                <a:gd name="T37" fmla="*/ 21 h 3450"/>
                <a:gd name="T38" fmla="*/ 2 w 1897"/>
                <a:gd name="T39" fmla="*/ 20 h 3450"/>
                <a:gd name="T40" fmla="*/ 1 w 1897"/>
                <a:gd name="T41" fmla="*/ 19 h 3450"/>
                <a:gd name="T42" fmla="*/ 1 w 1897"/>
                <a:gd name="T43" fmla="*/ 19 h 3450"/>
                <a:gd name="T44" fmla="*/ 0 w 1897"/>
                <a:gd name="T45" fmla="*/ 18 h 3450"/>
                <a:gd name="T46" fmla="*/ 0 w 1897"/>
                <a:gd name="T47" fmla="*/ 17 h 3450"/>
                <a:gd name="T48" fmla="*/ 0 w 1897"/>
                <a:gd name="T49" fmla="*/ 16 h 3450"/>
                <a:gd name="T50" fmla="*/ 0 w 1897"/>
                <a:gd name="T51" fmla="*/ 15 h 3450"/>
                <a:gd name="T52" fmla="*/ 0 w 1897"/>
                <a:gd name="T53" fmla="*/ 2 h 3450"/>
                <a:gd name="T54" fmla="*/ 0 w 1897"/>
                <a:gd name="T55" fmla="*/ 1 h 3450"/>
                <a:gd name="T56" fmla="*/ 0 w 1897"/>
                <a:gd name="T57" fmla="*/ 1 h 3450"/>
                <a:gd name="T58" fmla="*/ 1 w 1897"/>
                <a:gd name="T59" fmla="*/ 0 h 3450"/>
                <a:gd name="T60" fmla="*/ 1 w 1897"/>
                <a:gd name="T61" fmla="*/ 0 h 3450"/>
                <a:gd name="T62" fmla="*/ 1 w 1897"/>
                <a:gd name="T63" fmla="*/ 0 h 3450"/>
                <a:gd name="T64" fmla="*/ 2 w 1897"/>
                <a:gd name="T65" fmla="*/ 0 h 3450"/>
                <a:gd name="T66" fmla="*/ 3 w 1897"/>
                <a:gd name="T67" fmla="*/ 0 h 3450"/>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897"/>
                <a:gd name="T103" fmla="*/ 0 h 3450"/>
                <a:gd name="T104" fmla="*/ 1897 w 1897"/>
                <a:gd name="T105" fmla="*/ 3450 h 3450"/>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897" h="3450">
                  <a:moveTo>
                    <a:pt x="357" y="49"/>
                  </a:moveTo>
                  <a:lnTo>
                    <a:pt x="1542" y="806"/>
                  </a:lnTo>
                  <a:lnTo>
                    <a:pt x="1579" y="832"/>
                  </a:lnTo>
                  <a:lnTo>
                    <a:pt x="1614" y="861"/>
                  </a:lnTo>
                  <a:lnTo>
                    <a:pt x="1648" y="895"/>
                  </a:lnTo>
                  <a:lnTo>
                    <a:pt x="1681" y="933"/>
                  </a:lnTo>
                  <a:lnTo>
                    <a:pt x="1711" y="973"/>
                  </a:lnTo>
                  <a:lnTo>
                    <a:pt x="1740" y="1016"/>
                  </a:lnTo>
                  <a:lnTo>
                    <a:pt x="1768" y="1062"/>
                  </a:lnTo>
                  <a:lnTo>
                    <a:pt x="1793" y="1109"/>
                  </a:lnTo>
                  <a:lnTo>
                    <a:pt x="1816" y="1158"/>
                  </a:lnTo>
                  <a:lnTo>
                    <a:pt x="1836" y="1208"/>
                  </a:lnTo>
                  <a:lnTo>
                    <a:pt x="1854" y="1260"/>
                  </a:lnTo>
                  <a:lnTo>
                    <a:pt x="1869" y="1313"/>
                  </a:lnTo>
                  <a:lnTo>
                    <a:pt x="1881" y="1364"/>
                  </a:lnTo>
                  <a:lnTo>
                    <a:pt x="1890" y="1417"/>
                  </a:lnTo>
                  <a:lnTo>
                    <a:pt x="1895" y="1469"/>
                  </a:lnTo>
                  <a:lnTo>
                    <a:pt x="1897" y="1519"/>
                  </a:lnTo>
                  <a:lnTo>
                    <a:pt x="1897" y="3142"/>
                  </a:lnTo>
                  <a:lnTo>
                    <a:pt x="1895" y="3190"/>
                  </a:lnTo>
                  <a:lnTo>
                    <a:pt x="1890" y="3235"/>
                  </a:lnTo>
                  <a:lnTo>
                    <a:pt x="1881" y="3276"/>
                  </a:lnTo>
                  <a:lnTo>
                    <a:pt x="1869" y="3313"/>
                  </a:lnTo>
                  <a:lnTo>
                    <a:pt x="1854" y="3346"/>
                  </a:lnTo>
                  <a:lnTo>
                    <a:pt x="1836" y="3375"/>
                  </a:lnTo>
                  <a:lnTo>
                    <a:pt x="1816" y="3398"/>
                  </a:lnTo>
                  <a:lnTo>
                    <a:pt x="1793" y="3418"/>
                  </a:lnTo>
                  <a:lnTo>
                    <a:pt x="1768" y="3434"/>
                  </a:lnTo>
                  <a:lnTo>
                    <a:pt x="1740" y="3444"/>
                  </a:lnTo>
                  <a:lnTo>
                    <a:pt x="1711" y="3450"/>
                  </a:lnTo>
                  <a:lnTo>
                    <a:pt x="1681" y="3450"/>
                  </a:lnTo>
                  <a:lnTo>
                    <a:pt x="1648" y="3445"/>
                  </a:lnTo>
                  <a:lnTo>
                    <a:pt x="1614" y="3436"/>
                  </a:lnTo>
                  <a:lnTo>
                    <a:pt x="1579" y="3421"/>
                  </a:lnTo>
                  <a:lnTo>
                    <a:pt x="1542" y="3400"/>
                  </a:lnTo>
                  <a:lnTo>
                    <a:pt x="357" y="2643"/>
                  </a:lnTo>
                  <a:lnTo>
                    <a:pt x="320" y="2618"/>
                  </a:lnTo>
                  <a:lnTo>
                    <a:pt x="285" y="2588"/>
                  </a:lnTo>
                  <a:lnTo>
                    <a:pt x="251" y="2554"/>
                  </a:lnTo>
                  <a:lnTo>
                    <a:pt x="218" y="2517"/>
                  </a:lnTo>
                  <a:lnTo>
                    <a:pt x="187" y="2477"/>
                  </a:lnTo>
                  <a:lnTo>
                    <a:pt x="157" y="2433"/>
                  </a:lnTo>
                  <a:lnTo>
                    <a:pt x="130" y="2388"/>
                  </a:lnTo>
                  <a:lnTo>
                    <a:pt x="105" y="2341"/>
                  </a:lnTo>
                  <a:lnTo>
                    <a:pt x="81" y="2292"/>
                  </a:lnTo>
                  <a:lnTo>
                    <a:pt x="61" y="2241"/>
                  </a:lnTo>
                  <a:lnTo>
                    <a:pt x="44" y="2190"/>
                  </a:lnTo>
                  <a:lnTo>
                    <a:pt x="29" y="2138"/>
                  </a:lnTo>
                  <a:lnTo>
                    <a:pt x="17" y="2085"/>
                  </a:lnTo>
                  <a:lnTo>
                    <a:pt x="7" y="2033"/>
                  </a:lnTo>
                  <a:lnTo>
                    <a:pt x="3" y="1981"/>
                  </a:lnTo>
                  <a:lnTo>
                    <a:pt x="0" y="1931"/>
                  </a:lnTo>
                  <a:lnTo>
                    <a:pt x="0" y="308"/>
                  </a:lnTo>
                  <a:lnTo>
                    <a:pt x="3" y="260"/>
                  </a:lnTo>
                  <a:lnTo>
                    <a:pt x="7" y="215"/>
                  </a:lnTo>
                  <a:lnTo>
                    <a:pt x="17" y="174"/>
                  </a:lnTo>
                  <a:lnTo>
                    <a:pt x="29" y="137"/>
                  </a:lnTo>
                  <a:lnTo>
                    <a:pt x="44" y="104"/>
                  </a:lnTo>
                  <a:lnTo>
                    <a:pt x="61" y="76"/>
                  </a:lnTo>
                  <a:lnTo>
                    <a:pt x="81" y="51"/>
                  </a:lnTo>
                  <a:lnTo>
                    <a:pt x="105" y="31"/>
                  </a:lnTo>
                  <a:lnTo>
                    <a:pt x="130" y="16"/>
                  </a:lnTo>
                  <a:lnTo>
                    <a:pt x="157" y="5"/>
                  </a:lnTo>
                  <a:lnTo>
                    <a:pt x="187" y="0"/>
                  </a:lnTo>
                  <a:lnTo>
                    <a:pt x="218" y="0"/>
                  </a:lnTo>
                  <a:lnTo>
                    <a:pt x="251" y="3"/>
                  </a:lnTo>
                  <a:lnTo>
                    <a:pt x="285" y="14"/>
                  </a:lnTo>
                  <a:lnTo>
                    <a:pt x="320" y="29"/>
                  </a:lnTo>
                  <a:lnTo>
                    <a:pt x="357" y="49"/>
                  </a:lnTo>
                  <a:close/>
                </a:path>
              </a:pathLst>
            </a:custGeom>
            <a:solidFill>
              <a:srgbClr val="BFBFB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3456" name="Freeform 46"/>
            <p:cNvSpPr>
              <a:spLocks/>
            </p:cNvSpPr>
            <p:nvPr/>
          </p:nvSpPr>
          <p:spPr bwMode="auto">
            <a:xfrm>
              <a:off x="1268" y="1663"/>
              <a:ext cx="393" cy="711"/>
            </a:xfrm>
            <a:custGeom>
              <a:avLst/>
              <a:gdLst>
                <a:gd name="T0" fmla="*/ 3 w 1962"/>
                <a:gd name="T1" fmla="*/ 7 h 3555"/>
                <a:gd name="T2" fmla="*/ 2 w 1962"/>
                <a:gd name="T3" fmla="*/ 7 h 3555"/>
                <a:gd name="T4" fmla="*/ 2 w 1962"/>
                <a:gd name="T5" fmla="*/ 8 h 3555"/>
                <a:gd name="T6" fmla="*/ 1 w 1962"/>
                <a:gd name="T7" fmla="*/ 8 h 3555"/>
                <a:gd name="T8" fmla="*/ 1 w 1962"/>
                <a:gd name="T9" fmla="*/ 9 h 3555"/>
                <a:gd name="T10" fmla="*/ 1 w 1962"/>
                <a:gd name="T11" fmla="*/ 10 h 3555"/>
                <a:gd name="T12" fmla="*/ 0 w 1962"/>
                <a:gd name="T13" fmla="*/ 11 h 3555"/>
                <a:gd name="T14" fmla="*/ 0 w 1962"/>
                <a:gd name="T15" fmla="*/ 12 h 3555"/>
                <a:gd name="T16" fmla="*/ 0 w 1962"/>
                <a:gd name="T17" fmla="*/ 13 h 3555"/>
                <a:gd name="T18" fmla="*/ 0 w 1962"/>
                <a:gd name="T19" fmla="*/ 26 h 3555"/>
                <a:gd name="T20" fmla="*/ 0 w 1962"/>
                <a:gd name="T21" fmla="*/ 27 h 3555"/>
                <a:gd name="T22" fmla="*/ 0 w 1962"/>
                <a:gd name="T23" fmla="*/ 28 h 3555"/>
                <a:gd name="T24" fmla="*/ 1 w 1962"/>
                <a:gd name="T25" fmla="*/ 28 h 3555"/>
                <a:gd name="T26" fmla="*/ 1 w 1962"/>
                <a:gd name="T27" fmla="*/ 28 h 3555"/>
                <a:gd name="T28" fmla="*/ 2 w 1962"/>
                <a:gd name="T29" fmla="*/ 28 h 3555"/>
                <a:gd name="T30" fmla="*/ 2 w 1962"/>
                <a:gd name="T31" fmla="*/ 28 h 3555"/>
                <a:gd name="T32" fmla="*/ 3 w 1962"/>
                <a:gd name="T33" fmla="*/ 28 h 3555"/>
                <a:gd name="T34" fmla="*/ 13 w 1962"/>
                <a:gd name="T35" fmla="*/ 22 h 3555"/>
                <a:gd name="T36" fmla="*/ 13 w 1962"/>
                <a:gd name="T37" fmla="*/ 21 h 3555"/>
                <a:gd name="T38" fmla="*/ 14 w 1962"/>
                <a:gd name="T39" fmla="*/ 21 h 3555"/>
                <a:gd name="T40" fmla="*/ 14 w 1962"/>
                <a:gd name="T41" fmla="*/ 20 h 3555"/>
                <a:gd name="T42" fmla="*/ 15 w 1962"/>
                <a:gd name="T43" fmla="*/ 19 h 3555"/>
                <a:gd name="T44" fmla="*/ 15 w 1962"/>
                <a:gd name="T45" fmla="*/ 18 h 3555"/>
                <a:gd name="T46" fmla="*/ 16 w 1962"/>
                <a:gd name="T47" fmla="*/ 18 h 3555"/>
                <a:gd name="T48" fmla="*/ 16 w 1962"/>
                <a:gd name="T49" fmla="*/ 17 h 3555"/>
                <a:gd name="T50" fmla="*/ 16 w 1962"/>
                <a:gd name="T51" fmla="*/ 16 h 3555"/>
                <a:gd name="T52" fmla="*/ 16 w 1962"/>
                <a:gd name="T53" fmla="*/ 2 h 3555"/>
                <a:gd name="T54" fmla="*/ 16 w 1962"/>
                <a:gd name="T55" fmla="*/ 1 h 3555"/>
                <a:gd name="T56" fmla="*/ 15 w 1962"/>
                <a:gd name="T57" fmla="*/ 1 h 3555"/>
                <a:gd name="T58" fmla="*/ 15 w 1962"/>
                <a:gd name="T59" fmla="*/ 0 h 3555"/>
                <a:gd name="T60" fmla="*/ 15 w 1962"/>
                <a:gd name="T61" fmla="*/ 0 h 3555"/>
                <a:gd name="T62" fmla="*/ 14 w 1962"/>
                <a:gd name="T63" fmla="*/ 0 h 3555"/>
                <a:gd name="T64" fmla="*/ 14 w 1962"/>
                <a:gd name="T65" fmla="*/ 0 h 3555"/>
                <a:gd name="T66" fmla="*/ 13 w 1962"/>
                <a:gd name="T67" fmla="*/ 0 h 3555"/>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962"/>
                <a:gd name="T103" fmla="*/ 0 h 3555"/>
                <a:gd name="T104" fmla="*/ 1962 w 1962"/>
                <a:gd name="T105" fmla="*/ 3555 h 3555"/>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962" h="3555">
                  <a:moveTo>
                    <a:pt x="1594" y="50"/>
                  </a:moveTo>
                  <a:lnTo>
                    <a:pt x="368" y="831"/>
                  </a:lnTo>
                  <a:lnTo>
                    <a:pt x="330" y="858"/>
                  </a:lnTo>
                  <a:lnTo>
                    <a:pt x="294" y="888"/>
                  </a:lnTo>
                  <a:lnTo>
                    <a:pt x="259" y="922"/>
                  </a:lnTo>
                  <a:lnTo>
                    <a:pt x="225" y="961"/>
                  </a:lnTo>
                  <a:lnTo>
                    <a:pt x="193" y="1003"/>
                  </a:lnTo>
                  <a:lnTo>
                    <a:pt x="163" y="1047"/>
                  </a:lnTo>
                  <a:lnTo>
                    <a:pt x="133" y="1094"/>
                  </a:lnTo>
                  <a:lnTo>
                    <a:pt x="108" y="1143"/>
                  </a:lnTo>
                  <a:lnTo>
                    <a:pt x="84" y="1193"/>
                  </a:lnTo>
                  <a:lnTo>
                    <a:pt x="63" y="1246"/>
                  </a:lnTo>
                  <a:lnTo>
                    <a:pt x="44" y="1299"/>
                  </a:lnTo>
                  <a:lnTo>
                    <a:pt x="29" y="1353"/>
                  </a:lnTo>
                  <a:lnTo>
                    <a:pt x="16" y="1405"/>
                  </a:lnTo>
                  <a:lnTo>
                    <a:pt x="7" y="1459"/>
                  </a:lnTo>
                  <a:lnTo>
                    <a:pt x="2" y="1512"/>
                  </a:lnTo>
                  <a:lnTo>
                    <a:pt x="0" y="1565"/>
                  </a:lnTo>
                  <a:lnTo>
                    <a:pt x="0" y="3237"/>
                  </a:lnTo>
                  <a:lnTo>
                    <a:pt x="2" y="3287"/>
                  </a:lnTo>
                  <a:lnTo>
                    <a:pt x="7" y="3333"/>
                  </a:lnTo>
                  <a:lnTo>
                    <a:pt x="16" y="3375"/>
                  </a:lnTo>
                  <a:lnTo>
                    <a:pt x="29" y="3413"/>
                  </a:lnTo>
                  <a:lnTo>
                    <a:pt x="44" y="3447"/>
                  </a:lnTo>
                  <a:lnTo>
                    <a:pt x="63" y="3477"/>
                  </a:lnTo>
                  <a:lnTo>
                    <a:pt x="84" y="3502"/>
                  </a:lnTo>
                  <a:lnTo>
                    <a:pt x="108" y="3522"/>
                  </a:lnTo>
                  <a:lnTo>
                    <a:pt x="133" y="3538"/>
                  </a:lnTo>
                  <a:lnTo>
                    <a:pt x="163" y="3549"/>
                  </a:lnTo>
                  <a:lnTo>
                    <a:pt x="193" y="3555"/>
                  </a:lnTo>
                  <a:lnTo>
                    <a:pt x="225" y="3555"/>
                  </a:lnTo>
                  <a:lnTo>
                    <a:pt x="259" y="3550"/>
                  </a:lnTo>
                  <a:lnTo>
                    <a:pt x="294" y="3541"/>
                  </a:lnTo>
                  <a:lnTo>
                    <a:pt x="330" y="3524"/>
                  </a:lnTo>
                  <a:lnTo>
                    <a:pt x="368" y="3503"/>
                  </a:lnTo>
                  <a:lnTo>
                    <a:pt x="1594" y="2722"/>
                  </a:lnTo>
                  <a:lnTo>
                    <a:pt x="1632" y="2696"/>
                  </a:lnTo>
                  <a:lnTo>
                    <a:pt x="1668" y="2665"/>
                  </a:lnTo>
                  <a:lnTo>
                    <a:pt x="1703" y="2631"/>
                  </a:lnTo>
                  <a:lnTo>
                    <a:pt x="1737" y="2592"/>
                  </a:lnTo>
                  <a:lnTo>
                    <a:pt x="1769" y="2551"/>
                  </a:lnTo>
                  <a:lnTo>
                    <a:pt x="1799" y="2506"/>
                  </a:lnTo>
                  <a:lnTo>
                    <a:pt x="1829" y="2460"/>
                  </a:lnTo>
                  <a:lnTo>
                    <a:pt x="1854" y="2411"/>
                  </a:lnTo>
                  <a:lnTo>
                    <a:pt x="1878" y="2361"/>
                  </a:lnTo>
                  <a:lnTo>
                    <a:pt x="1899" y="2308"/>
                  </a:lnTo>
                  <a:lnTo>
                    <a:pt x="1918" y="2256"/>
                  </a:lnTo>
                  <a:lnTo>
                    <a:pt x="1933" y="2202"/>
                  </a:lnTo>
                  <a:lnTo>
                    <a:pt x="1946" y="2149"/>
                  </a:lnTo>
                  <a:lnTo>
                    <a:pt x="1955" y="2095"/>
                  </a:lnTo>
                  <a:lnTo>
                    <a:pt x="1960" y="2042"/>
                  </a:lnTo>
                  <a:lnTo>
                    <a:pt x="1962" y="1989"/>
                  </a:lnTo>
                  <a:lnTo>
                    <a:pt x="1962" y="319"/>
                  </a:lnTo>
                  <a:lnTo>
                    <a:pt x="1960" y="269"/>
                  </a:lnTo>
                  <a:lnTo>
                    <a:pt x="1955" y="223"/>
                  </a:lnTo>
                  <a:lnTo>
                    <a:pt x="1946" y="180"/>
                  </a:lnTo>
                  <a:lnTo>
                    <a:pt x="1933" y="143"/>
                  </a:lnTo>
                  <a:lnTo>
                    <a:pt x="1918" y="109"/>
                  </a:lnTo>
                  <a:lnTo>
                    <a:pt x="1899" y="79"/>
                  </a:lnTo>
                  <a:lnTo>
                    <a:pt x="1878" y="54"/>
                  </a:lnTo>
                  <a:lnTo>
                    <a:pt x="1854" y="33"/>
                  </a:lnTo>
                  <a:lnTo>
                    <a:pt x="1829" y="17"/>
                  </a:lnTo>
                  <a:lnTo>
                    <a:pt x="1799" y="7"/>
                  </a:lnTo>
                  <a:lnTo>
                    <a:pt x="1769" y="0"/>
                  </a:lnTo>
                  <a:lnTo>
                    <a:pt x="1737" y="0"/>
                  </a:lnTo>
                  <a:lnTo>
                    <a:pt x="1703" y="4"/>
                  </a:lnTo>
                  <a:lnTo>
                    <a:pt x="1668" y="14"/>
                  </a:lnTo>
                  <a:lnTo>
                    <a:pt x="1632" y="29"/>
                  </a:lnTo>
                  <a:lnTo>
                    <a:pt x="1594" y="50"/>
                  </a:lnTo>
                  <a:close/>
                </a:path>
              </a:pathLst>
            </a:custGeom>
            <a:solidFill>
              <a:srgbClr val="E5E5E5"/>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3457" name="Freeform 47"/>
            <p:cNvSpPr>
              <a:spLocks noEditPoints="1"/>
            </p:cNvSpPr>
            <p:nvPr/>
          </p:nvSpPr>
          <p:spPr bwMode="auto">
            <a:xfrm>
              <a:off x="916" y="1589"/>
              <a:ext cx="697" cy="698"/>
            </a:xfrm>
            <a:custGeom>
              <a:avLst/>
              <a:gdLst>
                <a:gd name="T0" fmla="*/ 16 w 3485"/>
                <a:gd name="T1" fmla="*/ 0 h 3490"/>
                <a:gd name="T2" fmla="*/ 17 w 3485"/>
                <a:gd name="T3" fmla="*/ 2 h 3490"/>
                <a:gd name="T4" fmla="*/ 17 w 3485"/>
                <a:gd name="T5" fmla="*/ 3 h 3490"/>
                <a:gd name="T6" fmla="*/ 14 w 3485"/>
                <a:gd name="T7" fmla="*/ 4 h 3490"/>
                <a:gd name="T8" fmla="*/ 12 w 3485"/>
                <a:gd name="T9" fmla="*/ 4 h 3490"/>
                <a:gd name="T10" fmla="*/ 11 w 3485"/>
                <a:gd name="T11" fmla="*/ 2 h 3490"/>
                <a:gd name="T12" fmla="*/ 11 w 3485"/>
                <a:gd name="T13" fmla="*/ 1 h 3490"/>
                <a:gd name="T14" fmla="*/ 14 w 3485"/>
                <a:gd name="T15" fmla="*/ 0 h 3490"/>
                <a:gd name="T16" fmla="*/ 3 w 3485"/>
                <a:gd name="T17" fmla="*/ 7 h 3490"/>
                <a:gd name="T18" fmla="*/ 4 w 3485"/>
                <a:gd name="T19" fmla="*/ 9 h 3490"/>
                <a:gd name="T20" fmla="*/ 3 w 3485"/>
                <a:gd name="T21" fmla="*/ 12 h 3490"/>
                <a:gd name="T22" fmla="*/ 2 w 3485"/>
                <a:gd name="T23" fmla="*/ 13 h 3490"/>
                <a:gd name="T24" fmla="*/ 1 w 3485"/>
                <a:gd name="T25" fmla="*/ 12 h 3490"/>
                <a:gd name="T26" fmla="*/ 0 w 3485"/>
                <a:gd name="T27" fmla="*/ 10 h 3490"/>
                <a:gd name="T28" fmla="*/ 0 w 3485"/>
                <a:gd name="T29" fmla="*/ 8 h 3490"/>
                <a:gd name="T30" fmla="*/ 2 w 3485"/>
                <a:gd name="T31" fmla="*/ 6 h 3490"/>
                <a:gd name="T32" fmla="*/ 10 w 3485"/>
                <a:gd name="T33" fmla="*/ 20 h 3490"/>
                <a:gd name="T34" fmla="*/ 11 w 3485"/>
                <a:gd name="T35" fmla="*/ 22 h 3490"/>
                <a:gd name="T36" fmla="*/ 11 w 3485"/>
                <a:gd name="T37" fmla="*/ 25 h 3490"/>
                <a:gd name="T38" fmla="*/ 10 w 3485"/>
                <a:gd name="T39" fmla="*/ 27 h 3490"/>
                <a:gd name="T40" fmla="*/ 8 w 3485"/>
                <a:gd name="T41" fmla="*/ 26 h 3490"/>
                <a:gd name="T42" fmla="*/ 7 w 3485"/>
                <a:gd name="T43" fmla="*/ 24 h 3490"/>
                <a:gd name="T44" fmla="*/ 7 w 3485"/>
                <a:gd name="T45" fmla="*/ 22 h 3490"/>
                <a:gd name="T46" fmla="*/ 8 w 3485"/>
                <a:gd name="T47" fmla="*/ 20 h 3490"/>
                <a:gd name="T48" fmla="*/ 20 w 3485"/>
                <a:gd name="T49" fmla="*/ 21 h 3490"/>
                <a:gd name="T50" fmla="*/ 21 w 3485"/>
                <a:gd name="T51" fmla="*/ 23 h 3490"/>
                <a:gd name="T52" fmla="*/ 21 w 3485"/>
                <a:gd name="T53" fmla="*/ 26 h 3490"/>
                <a:gd name="T54" fmla="*/ 20 w 3485"/>
                <a:gd name="T55" fmla="*/ 28 h 3490"/>
                <a:gd name="T56" fmla="*/ 18 w 3485"/>
                <a:gd name="T57" fmla="*/ 28 h 3490"/>
                <a:gd name="T58" fmla="*/ 17 w 3485"/>
                <a:gd name="T59" fmla="*/ 26 h 3490"/>
                <a:gd name="T60" fmla="*/ 17 w 3485"/>
                <a:gd name="T61" fmla="*/ 23 h 3490"/>
                <a:gd name="T62" fmla="*/ 18 w 3485"/>
                <a:gd name="T63" fmla="*/ 21 h 3490"/>
                <a:gd name="T64" fmla="*/ 19 w 3485"/>
                <a:gd name="T65" fmla="*/ 11 h 3490"/>
                <a:gd name="T66" fmla="*/ 20 w 3485"/>
                <a:gd name="T67" fmla="*/ 13 h 3490"/>
                <a:gd name="T68" fmla="*/ 21 w 3485"/>
                <a:gd name="T69" fmla="*/ 15 h 3490"/>
                <a:gd name="T70" fmla="*/ 20 w 3485"/>
                <a:gd name="T71" fmla="*/ 17 h 3490"/>
                <a:gd name="T72" fmla="*/ 18 w 3485"/>
                <a:gd name="T73" fmla="*/ 17 h 3490"/>
                <a:gd name="T74" fmla="*/ 17 w 3485"/>
                <a:gd name="T75" fmla="*/ 16 h 3490"/>
                <a:gd name="T76" fmla="*/ 17 w 3485"/>
                <a:gd name="T77" fmla="*/ 13 h 3490"/>
                <a:gd name="T78" fmla="*/ 18 w 3485"/>
                <a:gd name="T79" fmla="*/ 11 h 3490"/>
                <a:gd name="T80" fmla="*/ 26 w 3485"/>
                <a:gd name="T81" fmla="*/ 7 h 3490"/>
                <a:gd name="T82" fmla="*/ 27 w 3485"/>
                <a:gd name="T83" fmla="*/ 8 h 3490"/>
                <a:gd name="T84" fmla="*/ 27 w 3485"/>
                <a:gd name="T85" fmla="*/ 11 h 3490"/>
                <a:gd name="T86" fmla="*/ 26 w 3485"/>
                <a:gd name="T87" fmla="*/ 13 h 3490"/>
                <a:gd name="T88" fmla="*/ 25 w 3485"/>
                <a:gd name="T89" fmla="*/ 13 h 3490"/>
                <a:gd name="T90" fmla="*/ 24 w 3485"/>
                <a:gd name="T91" fmla="*/ 12 h 3490"/>
                <a:gd name="T92" fmla="*/ 24 w 3485"/>
                <a:gd name="T93" fmla="*/ 9 h 3490"/>
                <a:gd name="T94" fmla="*/ 24 w 3485"/>
                <a:gd name="T95" fmla="*/ 7 h 3490"/>
                <a:gd name="T96" fmla="*/ 26 w 3485"/>
                <a:gd name="T97" fmla="*/ 17 h 3490"/>
                <a:gd name="T98" fmla="*/ 27 w 3485"/>
                <a:gd name="T99" fmla="*/ 18 h 3490"/>
                <a:gd name="T100" fmla="*/ 28 w 3485"/>
                <a:gd name="T101" fmla="*/ 21 h 3490"/>
                <a:gd name="T102" fmla="*/ 27 w 3485"/>
                <a:gd name="T103" fmla="*/ 23 h 3490"/>
                <a:gd name="T104" fmla="*/ 26 w 3485"/>
                <a:gd name="T105" fmla="*/ 24 h 3490"/>
                <a:gd name="T106" fmla="*/ 24 w 3485"/>
                <a:gd name="T107" fmla="*/ 23 h 3490"/>
                <a:gd name="T108" fmla="*/ 24 w 3485"/>
                <a:gd name="T109" fmla="*/ 20 h 3490"/>
                <a:gd name="T110" fmla="*/ 25 w 3485"/>
                <a:gd name="T111" fmla="*/ 18 h 3490"/>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w 3485"/>
                <a:gd name="T169" fmla="*/ 0 h 3490"/>
                <a:gd name="T170" fmla="*/ 3485 w 3485"/>
                <a:gd name="T171" fmla="*/ 3490 h 3490"/>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T168" t="T169" r="T170" b="T171"/>
              <a:pathLst>
                <a:path w="3485" h="3490">
                  <a:moveTo>
                    <a:pt x="1754" y="0"/>
                  </a:moveTo>
                  <a:lnTo>
                    <a:pt x="1797" y="2"/>
                  </a:lnTo>
                  <a:lnTo>
                    <a:pt x="1840" y="5"/>
                  </a:lnTo>
                  <a:lnTo>
                    <a:pt x="1881" y="12"/>
                  </a:lnTo>
                  <a:lnTo>
                    <a:pt x="1921" y="20"/>
                  </a:lnTo>
                  <a:lnTo>
                    <a:pt x="1959" y="31"/>
                  </a:lnTo>
                  <a:lnTo>
                    <a:pt x="1994" y="44"/>
                  </a:lnTo>
                  <a:lnTo>
                    <a:pt x="2028" y="59"/>
                  </a:lnTo>
                  <a:lnTo>
                    <a:pt x="2058" y="74"/>
                  </a:lnTo>
                  <a:lnTo>
                    <a:pt x="2086" y="93"/>
                  </a:lnTo>
                  <a:lnTo>
                    <a:pt x="2111" y="113"/>
                  </a:lnTo>
                  <a:lnTo>
                    <a:pt x="2132" y="133"/>
                  </a:lnTo>
                  <a:lnTo>
                    <a:pt x="2151" y="155"/>
                  </a:lnTo>
                  <a:lnTo>
                    <a:pt x="2165" y="179"/>
                  </a:lnTo>
                  <a:lnTo>
                    <a:pt x="2175" y="203"/>
                  </a:lnTo>
                  <a:lnTo>
                    <a:pt x="2182" y="229"/>
                  </a:lnTo>
                  <a:lnTo>
                    <a:pt x="2185" y="255"/>
                  </a:lnTo>
                  <a:lnTo>
                    <a:pt x="2182" y="281"/>
                  </a:lnTo>
                  <a:lnTo>
                    <a:pt x="2175" y="305"/>
                  </a:lnTo>
                  <a:lnTo>
                    <a:pt x="2165" y="330"/>
                  </a:lnTo>
                  <a:lnTo>
                    <a:pt x="2151" y="353"/>
                  </a:lnTo>
                  <a:lnTo>
                    <a:pt x="2132" y="376"/>
                  </a:lnTo>
                  <a:lnTo>
                    <a:pt x="2111" y="397"/>
                  </a:lnTo>
                  <a:lnTo>
                    <a:pt x="2086" y="417"/>
                  </a:lnTo>
                  <a:lnTo>
                    <a:pt x="2058" y="434"/>
                  </a:lnTo>
                  <a:lnTo>
                    <a:pt x="2028" y="451"/>
                  </a:lnTo>
                  <a:lnTo>
                    <a:pt x="1994" y="466"/>
                  </a:lnTo>
                  <a:lnTo>
                    <a:pt x="1959" y="479"/>
                  </a:lnTo>
                  <a:lnTo>
                    <a:pt x="1921" y="489"/>
                  </a:lnTo>
                  <a:lnTo>
                    <a:pt x="1881" y="498"/>
                  </a:lnTo>
                  <a:lnTo>
                    <a:pt x="1840" y="505"/>
                  </a:lnTo>
                  <a:lnTo>
                    <a:pt x="1797" y="508"/>
                  </a:lnTo>
                  <a:lnTo>
                    <a:pt x="1754" y="509"/>
                  </a:lnTo>
                  <a:lnTo>
                    <a:pt x="1710" y="508"/>
                  </a:lnTo>
                  <a:lnTo>
                    <a:pt x="1667" y="505"/>
                  </a:lnTo>
                  <a:lnTo>
                    <a:pt x="1626" y="498"/>
                  </a:lnTo>
                  <a:lnTo>
                    <a:pt x="1586" y="489"/>
                  </a:lnTo>
                  <a:lnTo>
                    <a:pt x="1548" y="479"/>
                  </a:lnTo>
                  <a:lnTo>
                    <a:pt x="1512" y="466"/>
                  </a:lnTo>
                  <a:lnTo>
                    <a:pt x="1479" y="451"/>
                  </a:lnTo>
                  <a:lnTo>
                    <a:pt x="1449" y="434"/>
                  </a:lnTo>
                  <a:lnTo>
                    <a:pt x="1421" y="417"/>
                  </a:lnTo>
                  <a:lnTo>
                    <a:pt x="1395" y="397"/>
                  </a:lnTo>
                  <a:lnTo>
                    <a:pt x="1374" y="376"/>
                  </a:lnTo>
                  <a:lnTo>
                    <a:pt x="1355" y="353"/>
                  </a:lnTo>
                  <a:lnTo>
                    <a:pt x="1341" y="330"/>
                  </a:lnTo>
                  <a:lnTo>
                    <a:pt x="1331" y="305"/>
                  </a:lnTo>
                  <a:lnTo>
                    <a:pt x="1324" y="281"/>
                  </a:lnTo>
                  <a:lnTo>
                    <a:pt x="1321" y="255"/>
                  </a:lnTo>
                  <a:lnTo>
                    <a:pt x="1324" y="229"/>
                  </a:lnTo>
                  <a:lnTo>
                    <a:pt x="1331" y="203"/>
                  </a:lnTo>
                  <a:lnTo>
                    <a:pt x="1341" y="179"/>
                  </a:lnTo>
                  <a:lnTo>
                    <a:pt x="1355" y="155"/>
                  </a:lnTo>
                  <a:lnTo>
                    <a:pt x="1374" y="133"/>
                  </a:lnTo>
                  <a:lnTo>
                    <a:pt x="1395" y="113"/>
                  </a:lnTo>
                  <a:lnTo>
                    <a:pt x="1421" y="93"/>
                  </a:lnTo>
                  <a:lnTo>
                    <a:pt x="1449" y="74"/>
                  </a:lnTo>
                  <a:lnTo>
                    <a:pt x="1479" y="59"/>
                  </a:lnTo>
                  <a:lnTo>
                    <a:pt x="1512" y="44"/>
                  </a:lnTo>
                  <a:lnTo>
                    <a:pt x="1548" y="31"/>
                  </a:lnTo>
                  <a:lnTo>
                    <a:pt x="1586" y="20"/>
                  </a:lnTo>
                  <a:lnTo>
                    <a:pt x="1626" y="12"/>
                  </a:lnTo>
                  <a:lnTo>
                    <a:pt x="1667" y="5"/>
                  </a:lnTo>
                  <a:lnTo>
                    <a:pt x="1710" y="2"/>
                  </a:lnTo>
                  <a:lnTo>
                    <a:pt x="1754" y="0"/>
                  </a:lnTo>
                  <a:close/>
                  <a:moveTo>
                    <a:pt x="239" y="786"/>
                  </a:moveTo>
                  <a:lnTo>
                    <a:pt x="263" y="788"/>
                  </a:lnTo>
                  <a:lnTo>
                    <a:pt x="287" y="794"/>
                  </a:lnTo>
                  <a:lnTo>
                    <a:pt x="309" y="805"/>
                  </a:lnTo>
                  <a:lnTo>
                    <a:pt x="331" y="819"/>
                  </a:lnTo>
                  <a:lnTo>
                    <a:pt x="352" y="836"/>
                  </a:lnTo>
                  <a:lnTo>
                    <a:pt x="372" y="857"/>
                  </a:lnTo>
                  <a:lnTo>
                    <a:pt x="390" y="882"/>
                  </a:lnTo>
                  <a:lnTo>
                    <a:pt x="407" y="909"/>
                  </a:lnTo>
                  <a:lnTo>
                    <a:pt x="423" y="940"/>
                  </a:lnTo>
                  <a:lnTo>
                    <a:pt x="437" y="971"/>
                  </a:lnTo>
                  <a:lnTo>
                    <a:pt x="448" y="1006"/>
                  </a:lnTo>
                  <a:lnTo>
                    <a:pt x="459" y="1043"/>
                  </a:lnTo>
                  <a:lnTo>
                    <a:pt x="467" y="1081"/>
                  </a:lnTo>
                  <a:lnTo>
                    <a:pt x="473" y="1121"/>
                  </a:lnTo>
                  <a:lnTo>
                    <a:pt x="476" y="1163"/>
                  </a:lnTo>
                  <a:lnTo>
                    <a:pt x="478" y="1206"/>
                  </a:lnTo>
                  <a:lnTo>
                    <a:pt x="476" y="1248"/>
                  </a:lnTo>
                  <a:lnTo>
                    <a:pt x="473" y="1290"/>
                  </a:lnTo>
                  <a:lnTo>
                    <a:pt x="467" y="1330"/>
                  </a:lnTo>
                  <a:lnTo>
                    <a:pt x="459" y="1367"/>
                  </a:lnTo>
                  <a:lnTo>
                    <a:pt x="448" y="1405"/>
                  </a:lnTo>
                  <a:lnTo>
                    <a:pt x="437" y="1439"/>
                  </a:lnTo>
                  <a:lnTo>
                    <a:pt x="423" y="1472"/>
                  </a:lnTo>
                  <a:lnTo>
                    <a:pt x="407" y="1501"/>
                  </a:lnTo>
                  <a:lnTo>
                    <a:pt x="390" y="1528"/>
                  </a:lnTo>
                  <a:lnTo>
                    <a:pt x="372" y="1553"/>
                  </a:lnTo>
                  <a:lnTo>
                    <a:pt x="352" y="1574"/>
                  </a:lnTo>
                  <a:lnTo>
                    <a:pt x="331" y="1591"/>
                  </a:lnTo>
                  <a:lnTo>
                    <a:pt x="309" y="1605"/>
                  </a:lnTo>
                  <a:lnTo>
                    <a:pt x="287" y="1616"/>
                  </a:lnTo>
                  <a:lnTo>
                    <a:pt x="263" y="1622"/>
                  </a:lnTo>
                  <a:lnTo>
                    <a:pt x="239" y="1624"/>
                  </a:lnTo>
                  <a:lnTo>
                    <a:pt x="214" y="1622"/>
                  </a:lnTo>
                  <a:lnTo>
                    <a:pt x="191" y="1616"/>
                  </a:lnTo>
                  <a:lnTo>
                    <a:pt x="168" y="1605"/>
                  </a:lnTo>
                  <a:lnTo>
                    <a:pt x="146" y="1591"/>
                  </a:lnTo>
                  <a:lnTo>
                    <a:pt x="125" y="1574"/>
                  </a:lnTo>
                  <a:lnTo>
                    <a:pt x="105" y="1553"/>
                  </a:lnTo>
                  <a:lnTo>
                    <a:pt x="87" y="1528"/>
                  </a:lnTo>
                  <a:lnTo>
                    <a:pt x="70" y="1501"/>
                  </a:lnTo>
                  <a:lnTo>
                    <a:pt x="55" y="1472"/>
                  </a:lnTo>
                  <a:lnTo>
                    <a:pt x="41" y="1439"/>
                  </a:lnTo>
                  <a:lnTo>
                    <a:pt x="29" y="1405"/>
                  </a:lnTo>
                  <a:lnTo>
                    <a:pt x="18" y="1367"/>
                  </a:lnTo>
                  <a:lnTo>
                    <a:pt x="10" y="1330"/>
                  </a:lnTo>
                  <a:lnTo>
                    <a:pt x="4" y="1290"/>
                  </a:lnTo>
                  <a:lnTo>
                    <a:pt x="1" y="1248"/>
                  </a:lnTo>
                  <a:lnTo>
                    <a:pt x="0" y="1206"/>
                  </a:lnTo>
                  <a:lnTo>
                    <a:pt x="1" y="1163"/>
                  </a:lnTo>
                  <a:lnTo>
                    <a:pt x="4" y="1121"/>
                  </a:lnTo>
                  <a:lnTo>
                    <a:pt x="10" y="1081"/>
                  </a:lnTo>
                  <a:lnTo>
                    <a:pt x="18" y="1043"/>
                  </a:lnTo>
                  <a:lnTo>
                    <a:pt x="29" y="1006"/>
                  </a:lnTo>
                  <a:lnTo>
                    <a:pt x="41" y="971"/>
                  </a:lnTo>
                  <a:lnTo>
                    <a:pt x="55" y="940"/>
                  </a:lnTo>
                  <a:lnTo>
                    <a:pt x="70" y="909"/>
                  </a:lnTo>
                  <a:lnTo>
                    <a:pt x="87" y="882"/>
                  </a:lnTo>
                  <a:lnTo>
                    <a:pt x="105" y="857"/>
                  </a:lnTo>
                  <a:lnTo>
                    <a:pt x="125" y="836"/>
                  </a:lnTo>
                  <a:lnTo>
                    <a:pt x="146" y="819"/>
                  </a:lnTo>
                  <a:lnTo>
                    <a:pt x="168" y="805"/>
                  </a:lnTo>
                  <a:lnTo>
                    <a:pt x="191" y="794"/>
                  </a:lnTo>
                  <a:lnTo>
                    <a:pt x="214" y="788"/>
                  </a:lnTo>
                  <a:lnTo>
                    <a:pt x="239" y="786"/>
                  </a:lnTo>
                  <a:close/>
                  <a:moveTo>
                    <a:pt x="1119" y="2495"/>
                  </a:moveTo>
                  <a:lnTo>
                    <a:pt x="1143" y="2498"/>
                  </a:lnTo>
                  <a:lnTo>
                    <a:pt x="1167" y="2504"/>
                  </a:lnTo>
                  <a:lnTo>
                    <a:pt x="1190" y="2514"/>
                  </a:lnTo>
                  <a:lnTo>
                    <a:pt x="1211" y="2528"/>
                  </a:lnTo>
                  <a:lnTo>
                    <a:pt x="1232" y="2546"/>
                  </a:lnTo>
                  <a:lnTo>
                    <a:pt x="1252" y="2567"/>
                  </a:lnTo>
                  <a:lnTo>
                    <a:pt x="1271" y="2592"/>
                  </a:lnTo>
                  <a:lnTo>
                    <a:pt x="1288" y="2618"/>
                  </a:lnTo>
                  <a:lnTo>
                    <a:pt x="1304" y="2648"/>
                  </a:lnTo>
                  <a:lnTo>
                    <a:pt x="1318" y="2681"/>
                  </a:lnTo>
                  <a:lnTo>
                    <a:pt x="1329" y="2715"/>
                  </a:lnTo>
                  <a:lnTo>
                    <a:pt x="1340" y="2752"/>
                  </a:lnTo>
                  <a:lnTo>
                    <a:pt x="1348" y="2790"/>
                  </a:lnTo>
                  <a:lnTo>
                    <a:pt x="1354" y="2830"/>
                  </a:lnTo>
                  <a:lnTo>
                    <a:pt x="1358" y="2872"/>
                  </a:lnTo>
                  <a:lnTo>
                    <a:pt x="1359" y="2914"/>
                  </a:lnTo>
                  <a:lnTo>
                    <a:pt x="1358" y="2956"/>
                  </a:lnTo>
                  <a:lnTo>
                    <a:pt x="1354" y="2998"/>
                  </a:lnTo>
                  <a:lnTo>
                    <a:pt x="1348" y="3038"/>
                  </a:lnTo>
                  <a:lnTo>
                    <a:pt x="1340" y="3077"/>
                  </a:lnTo>
                  <a:lnTo>
                    <a:pt x="1329" y="3113"/>
                  </a:lnTo>
                  <a:lnTo>
                    <a:pt x="1318" y="3147"/>
                  </a:lnTo>
                  <a:lnTo>
                    <a:pt x="1304" y="3180"/>
                  </a:lnTo>
                  <a:lnTo>
                    <a:pt x="1288" y="3209"/>
                  </a:lnTo>
                  <a:lnTo>
                    <a:pt x="1271" y="3238"/>
                  </a:lnTo>
                  <a:lnTo>
                    <a:pt x="1252" y="3261"/>
                  </a:lnTo>
                  <a:lnTo>
                    <a:pt x="1232" y="3282"/>
                  </a:lnTo>
                  <a:lnTo>
                    <a:pt x="1211" y="3301"/>
                  </a:lnTo>
                  <a:lnTo>
                    <a:pt x="1190" y="3315"/>
                  </a:lnTo>
                  <a:lnTo>
                    <a:pt x="1167" y="3325"/>
                  </a:lnTo>
                  <a:lnTo>
                    <a:pt x="1143" y="3331"/>
                  </a:lnTo>
                  <a:lnTo>
                    <a:pt x="1119" y="3334"/>
                  </a:lnTo>
                  <a:lnTo>
                    <a:pt x="1094" y="3331"/>
                  </a:lnTo>
                  <a:lnTo>
                    <a:pt x="1070" y="3325"/>
                  </a:lnTo>
                  <a:lnTo>
                    <a:pt x="1048" y="3315"/>
                  </a:lnTo>
                  <a:lnTo>
                    <a:pt x="1026" y="3301"/>
                  </a:lnTo>
                  <a:lnTo>
                    <a:pt x="1005" y="3282"/>
                  </a:lnTo>
                  <a:lnTo>
                    <a:pt x="985" y="3261"/>
                  </a:lnTo>
                  <a:lnTo>
                    <a:pt x="967" y="3238"/>
                  </a:lnTo>
                  <a:lnTo>
                    <a:pt x="950" y="3209"/>
                  </a:lnTo>
                  <a:lnTo>
                    <a:pt x="935" y="3180"/>
                  </a:lnTo>
                  <a:lnTo>
                    <a:pt x="921" y="3147"/>
                  </a:lnTo>
                  <a:lnTo>
                    <a:pt x="909" y="3113"/>
                  </a:lnTo>
                  <a:lnTo>
                    <a:pt x="898" y="3077"/>
                  </a:lnTo>
                  <a:lnTo>
                    <a:pt x="890" y="3038"/>
                  </a:lnTo>
                  <a:lnTo>
                    <a:pt x="884" y="2998"/>
                  </a:lnTo>
                  <a:lnTo>
                    <a:pt x="881" y="2956"/>
                  </a:lnTo>
                  <a:lnTo>
                    <a:pt x="880" y="2914"/>
                  </a:lnTo>
                  <a:lnTo>
                    <a:pt x="881" y="2872"/>
                  </a:lnTo>
                  <a:lnTo>
                    <a:pt x="884" y="2830"/>
                  </a:lnTo>
                  <a:lnTo>
                    <a:pt x="890" y="2790"/>
                  </a:lnTo>
                  <a:lnTo>
                    <a:pt x="898" y="2752"/>
                  </a:lnTo>
                  <a:lnTo>
                    <a:pt x="909" y="2715"/>
                  </a:lnTo>
                  <a:lnTo>
                    <a:pt x="921" y="2681"/>
                  </a:lnTo>
                  <a:lnTo>
                    <a:pt x="935" y="2648"/>
                  </a:lnTo>
                  <a:lnTo>
                    <a:pt x="950" y="2618"/>
                  </a:lnTo>
                  <a:lnTo>
                    <a:pt x="967" y="2592"/>
                  </a:lnTo>
                  <a:lnTo>
                    <a:pt x="985" y="2567"/>
                  </a:lnTo>
                  <a:lnTo>
                    <a:pt x="1005" y="2546"/>
                  </a:lnTo>
                  <a:lnTo>
                    <a:pt x="1026" y="2528"/>
                  </a:lnTo>
                  <a:lnTo>
                    <a:pt x="1048" y="2514"/>
                  </a:lnTo>
                  <a:lnTo>
                    <a:pt x="1070" y="2504"/>
                  </a:lnTo>
                  <a:lnTo>
                    <a:pt x="1094" y="2498"/>
                  </a:lnTo>
                  <a:lnTo>
                    <a:pt x="1119" y="2495"/>
                  </a:lnTo>
                  <a:close/>
                  <a:moveTo>
                    <a:pt x="2380" y="2651"/>
                  </a:moveTo>
                  <a:lnTo>
                    <a:pt x="2405" y="2654"/>
                  </a:lnTo>
                  <a:lnTo>
                    <a:pt x="2428" y="2660"/>
                  </a:lnTo>
                  <a:lnTo>
                    <a:pt x="2452" y="2670"/>
                  </a:lnTo>
                  <a:lnTo>
                    <a:pt x="2473" y="2684"/>
                  </a:lnTo>
                  <a:lnTo>
                    <a:pt x="2494" y="2703"/>
                  </a:lnTo>
                  <a:lnTo>
                    <a:pt x="2514" y="2724"/>
                  </a:lnTo>
                  <a:lnTo>
                    <a:pt x="2533" y="2747"/>
                  </a:lnTo>
                  <a:lnTo>
                    <a:pt x="2550" y="2774"/>
                  </a:lnTo>
                  <a:lnTo>
                    <a:pt x="2565" y="2805"/>
                  </a:lnTo>
                  <a:lnTo>
                    <a:pt x="2580" y="2838"/>
                  </a:lnTo>
                  <a:lnTo>
                    <a:pt x="2591" y="2872"/>
                  </a:lnTo>
                  <a:lnTo>
                    <a:pt x="2602" y="2908"/>
                  </a:lnTo>
                  <a:lnTo>
                    <a:pt x="2610" y="2947"/>
                  </a:lnTo>
                  <a:lnTo>
                    <a:pt x="2616" y="2987"/>
                  </a:lnTo>
                  <a:lnTo>
                    <a:pt x="2619" y="3029"/>
                  </a:lnTo>
                  <a:lnTo>
                    <a:pt x="2621" y="3071"/>
                  </a:lnTo>
                  <a:lnTo>
                    <a:pt x="2619" y="3113"/>
                  </a:lnTo>
                  <a:lnTo>
                    <a:pt x="2616" y="3155"/>
                  </a:lnTo>
                  <a:lnTo>
                    <a:pt x="2610" y="3195"/>
                  </a:lnTo>
                  <a:lnTo>
                    <a:pt x="2602" y="3233"/>
                  </a:lnTo>
                  <a:lnTo>
                    <a:pt x="2591" y="3270"/>
                  </a:lnTo>
                  <a:lnTo>
                    <a:pt x="2580" y="3304"/>
                  </a:lnTo>
                  <a:lnTo>
                    <a:pt x="2565" y="3337"/>
                  </a:lnTo>
                  <a:lnTo>
                    <a:pt x="2550" y="3367"/>
                  </a:lnTo>
                  <a:lnTo>
                    <a:pt x="2533" y="3393"/>
                  </a:lnTo>
                  <a:lnTo>
                    <a:pt x="2514" y="3418"/>
                  </a:lnTo>
                  <a:lnTo>
                    <a:pt x="2494" y="3439"/>
                  </a:lnTo>
                  <a:lnTo>
                    <a:pt x="2473" y="3457"/>
                  </a:lnTo>
                  <a:lnTo>
                    <a:pt x="2452" y="3471"/>
                  </a:lnTo>
                  <a:lnTo>
                    <a:pt x="2428" y="3481"/>
                  </a:lnTo>
                  <a:lnTo>
                    <a:pt x="2405" y="3487"/>
                  </a:lnTo>
                  <a:lnTo>
                    <a:pt x="2380" y="3490"/>
                  </a:lnTo>
                  <a:lnTo>
                    <a:pt x="2356" y="3487"/>
                  </a:lnTo>
                  <a:lnTo>
                    <a:pt x="2332" y="3481"/>
                  </a:lnTo>
                  <a:lnTo>
                    <a:pt x="2310" y="3471"/>
                  </a:lnTo>
                  <a:lnTo>
                    <a:pt x="2288" y="3457"/>
                  </a:lnTo>
                  <a:lnTo>
                    <a:pt x="2267" y="3439"/>
                  </a:lnTo>
                  <a:lnTo>
                    <a:pt x="2248" y="3418"/>
                  </a:lnTo>
                  <a:lnTo>
                    <a:pt x="2229" y="3393"/>
                  </a:lnTo>
                  <a:lnTo>
                    <a:pt x="2212" y="3367"/>
                  </a:lnTo>
                  <a:lnTo>
                    <a:pt x="2196" y="3337"/>
                  </a:lnTo>
                  <a:lnTo>
                    <a:pt x="2182" y="3304"/>
                  </a:lnTo>
                  <a:lnTo>
                    <a:pt x="2171" y="3270"/>
                  </a:lnTo>
                  <a:lnTo>
                    <a:pt x="2160" y="3233"/>
                  </a:lnTo>
                  <a:lnTo>
                    <a:pt x="2152" y="3195"/>
                  </a:lnTo>
                  <a:lnTo>
                    <a:pt x="2146" y="3155"/>
                  </a:lnTo>
                  <a:lnTo>
                    <a:pt x="2142" y="3113"/>
                  </a:lnTo>
                  <a:lnTo>
                    <a:pt x="2141" y="3071"/>
                  </a:lnTo>
                  <a:lnTo>
                    <a:pt x="2142" y="3029"/>
                  </a:lnTo>
                  <a:lnTo>
                    <a:pt x="2146" y="2987"/>
                  </a:lnTo>
                  <a:lnTo>
                    <a:pt x="2152" y="2947"/>
                  </a:lnTo>
                  <a:lnTo>
                    <a:pt x="2160" y="2908"/>
                  </a:lnTo>
                  <a:lnTo>
                    <a:pt x="2171" y="2872"/>
                  </a:lnTo>
                  <a:lnTo>
                    <a:pt x="2182" y="2838"/>
                  </a:lnTo>
                  <a:lnTo>
                    <a:pt x="2196" y="2805"/>
                  </a:lnTo>
                  <a:lnTo>
                    <a:pt x="2212" y="2774"/>
                  </a:lnTo>
                  <a:lnTo>
                    <a:pt x="2229" y="2747"/>
                  </a:lnTo>
                  <a:lnTo>
                    <a:pt x="2248" y="2724"/>
                  </a:lnTo>
                  <a:lnTo>
                    <a:pt x="2267" y="2703"/>
                  </a:lnTo>
                  <a:lnTo>
                    <a:pt x="2288" y="2684"/>
                  </a:lnTo>
                  <a:lnTo>
                    <a:pt x="2310" y="2670"/>
                  </a:lnTo>
                  <a:lnTo>
                    <a:pt x="2332" y="2660"/>
                  </a:lnTo>
                  <a:lnTo>
                    <a:pt x="2356" y="2654"/>
                  </a:lnTo>
                  <a:lnTo>
                    <a:pt x="2380" y="2651"/>
                  </a:lnTo>
                  <a:close/>
                  <a:moveTo>
                    <a:pt x="2342" y="1355"/>
                  </a:moveTo>
                  <a:lnTo>
                    <a:pt x="2366" y="1357"/>
                  </a:lnTo>
                  <a:lnTo>
                    <a:pt x="2390" y="1363"/>
                  </a:lnTo>
                  <a:lnTo>
                    <a:pt x="2412" y="1373"/>
                  </a:lnTo>
                  <a:lnTo>
                    <a:pt x="2434" y="1387"/>
                  </a:lnTo>
                  <a:lnTo>
                    <a:pt x="2455" y="1405"/>
                  </a:lnTo>
                  <a:lnTo>
                    <a:pt x="2475" y="1426"/>
                  </a:lnTo>
                  <a:lnTo>
                    <a:pt x="2493" y="1451"/>
                  </a:lnTo>
                  <a:lnTo>
                    <a:pt x="2510" y="1478"/>
                  </a:lnTo>
                  <a:lnTo>
                    <a:pt x="2526" y="1507"/>
                  </a:lnTo>
                  <a:lnTo>
                    <a:pt x="2540" y="1540"/>
                  </a:lnTo>
                  <a:lnTo>
                    <a:pt x="2551" y="1574"/>
                  </a:lnTo>
                  <a:lnTo>
                    <a:pt x="2562" y="1611"/>
                  </a:lnTo>
                  <a:lnTo>
                    <a:pt x="2570" y="1649"/>
                  </a:lnTo>
                  <a:lnTo>
                    <a:pt x="2576" y="1689"/>
                  </a:lnTo>
                  <a:lnTo>
                    <a:pt x="2580" y="1731"/>
                  </a:lnTo>
                  <a:lnTo>
                    <a:pt x="2581" y="1773"/>
                  </a:lnTo>
                  <a:lnTo>
                    <a:pt x="2580" y="1815"/>
                  </a:lnTo>
                  <a:lnTo>
                    <a:pt x="2576" y="1858"/>
                  </a:lnTo>
                  <a:lnTo>
                    <a:pt x="2570" y="1897"/>
                  </a:lnTo>
                  <a:lnTo>
                    <a:pt x="2562" y="1936"/>
                  </a:lnTo>
                  <a:lnTo>
                    <a:pt x="2551" y="1972"/>
                  </a:lnTo>
                  <a:lnTo>
                    <a:pt x="2540" y="2008"/>
                  </a:lnTo>
                  <a:lnTo>
                    <a:pt x="2526" y="2039"/>
                  </a:lnTo>
                  <a:lnTo>
                    <a:pt x="2510" y="2070"/>
                  </a:lnTo>
                  <a:lnTo>
                    <a:pt x="2493" y="2097"/>
                  </a:lnTo>
                  <a:lnTo>
                    <a:pt x="2475" y="2121"/>
                  </a:lnTo>
                  <a:lnTo>
                    <a:pt x="2455" y="2142"/>
                  </a:lnTo>
                  <a:lnTo>
                    <a:pt x="2434" y="2160"/>
                  </a:lnTo>
                  <a:lnTo>
                    <a:pt x="2412" y="2174"/>
                  </a:lnTo>
                  <a:lnTo>
                    <a:pt x="2390" y="2185"/>
                  </a:lnTo>
                  <a:lnTo>
                    <a:pt x="2366" y="2191"/>
                  </a:lnTo>
                  <a:lnTo>
                    <a:pt x="2342" y="2193"/>
                  </a:lnTo>
                  <a:lnTo>
                    <a:pt x="2317" y="2191"/>
                  </a:lnTo>
                  <a:lnTo>
                    <a:pt x="2294" y="2185"/>
                  </a:lnTo>
                  <a:lnTo>
                    <a:pt x="2270" y="2174"/>
                  </a:lnTo>
                  <a:lnTo>
                    <a:pt x="2249" y="2160"/>
                  </a:lnTo>
                  <a:lnTo>
                    <a:pt x="2228" y="2142"/>
                  </a:lnTo>
                  <a:lnTo>
                    <a:pt x="2208" y="2121"/>
                  </a:lnTo>
                  <a:lnTo>
                    <a:pt x="2189" y="2097"/>
                  </a:lnTo>
                  <a:lnTo>
                    <a:pt x="2173" y="2070"/>
                  </a:lnTo>
                  <a:lnTo>
                    <a:pt x="2157" y="2039"/>
                  </a:lnTo>
                  <a:lnTo>
                    <a:pt x="2142" y="2008"/>
                  </a:lnTo>
                  <a:lnTo>
                    <a:pt x="2131" y="1972"/>
                  </a:lnTo>
                  <a:lnTo>
                    <a:pt x="2120" y="1936"/>
                  </a:lnTo>
                  <a:lnTo>
                    <a:pt x="2112" y="1897"/>
                  </a:lnTo>
                  <a:lnTo>
                    <a:pt x="2106" y="1858"/>
                  </a:lnTo>
                  <a:lnTo>
                    <a:pt x="2103" y="1815"/>
                  </a:lnTo>
                  <a:lnTo>
                    <a:pt x="2101" y="1773"/>
                  </a:lnTo>
                  <a:lnTo>
                    <a:pt x="2103" y="1731"/>
                  </a:lnTo>
                  <a:lnTo>
                    <a:pt x="2106" y="1689"/>
                  </a:lnTo>
                  <a:lnTo>
                    <a:pt x="2112" y="1649"/>
                  </a:lnTo>
                  <a:lnTo>
                    <a:pt x="2120" y="1611"/>
                  </a:lnTo>
                  <a:lnTo>
                    <a:pt x="2131" y="1574"/>
                  </a:lnTo>
                  <a:lnTo>
                    <a:pt x="2142" y="1540"/>
                  </a:lnTo>
                  <a:lnTo>
                    <a:pt x="2157" y="1507"/>
                  </a:lnTo>
                  <a:lnTo>
                    <a:pt x="2173" y="1478"/>
                  </a:lnTo>
                  <a:lnTo>
                    <a:pt x="2189" y="1451"/>
                  </a:lnTo>
                  <a:lnTo>
                    <a:pt x="2208" y="1426"/>
                  </a:lnTo>
                  <a:lnTo>
                    <a:pt x="2228" y="1405"/>
                  </a:lnTo>
                  <a:lnTo>
                    <a:pt x="2249" y="1387"/>
                  </a:lnTo>
                  <a:lnTo>
                    <a:pt x="2270" y="1373"/>
                  </a:lnTo>
                  <a:lnTo>
                    <a:pt x="2294" y="1363"/>
                  </a:lnTo>
                  <a:lnTo>
                    <a:pt x="2317" y="1357"/>
                  </a:lnTo>
                  <a:lnTo>
                    <a:pt x="2342" y="1355"/>
                  </a:lnTo>
                  <a:close/>
                  <a:moveTo>
                    <a:pt x="3179" y="819"/>
                  </a:moveTo>
                  <a:lnTo>
                    <a:pt x="3204" y="821"/>
                  </a:lnTo>
                  <a:lnTo>
                    <a:pt x="3227" y="827"/>
                  </a:lnTo>
                  <a:lnTo>
                    <a:pt x="3250" y="838"/>
                  </a:lnTo>
                  <a:lnTo>
                    <a:pt x="3272" y="852"/>
                  </a:lnTo>
                  <a:lnTo>
                    <a:pt x="3293" y="869"/>
                  </a:lnTo>
                  <a:lnTo>
                    <a:pt x="3312" y="890"/>
                  </a:lnTo>
                  <a:lnTo>
                    <a:pt x="3331" y="915"/>
                  </a:lnTo>
                  <a:lnTo>
                    <a:pt x="3348" y="942"/>
                  </a:lnTo>
                  <a:lnTo>
                    <a:pt x="3363" y="971"/>
                  </a:lnTo>
                  <a:lnTo>
                    <a:pt x="3377" y="1004"/>
                  </a:lnTo>
                  <a:lnTo>
                    <a:pt x="3389" y="1038"/>
                  </a:lnTo>
                  <a:lnTo>
                    <a:pt x="3400" y="1076"/>
                  </a:lnTo>
                  <a:lnTo>
                    <a:pt x="3408" y="1113"/>
                  </a:lnTo>
                  <a:lnTo>
                    <a:pt x="3414" y="1153"/>
                  </a:lnTo>
                  <a:lnTo>
                    <a:pt x="3417" y="1195"/>
                  </a:lnTo>
                  <a:lnTo>
                    <a:pt x="3418" y="1237"/>
                  </a:lnTo>
                  <a:lnTo>
                    <a:pt x="3417" y="1280"/>
                  </a:lnTo>
                  <a:lnTo>
                    <a:pt x="3414" y="1322"/>
                  </a:lnTo>
                  <a:lnTo>
                    <a:pt x="3408" y="1362"/>
                  </a:lnTo>
                  <a:lnTo>
                    <a:pt x="3400" y="1399"/>
                  </a:lnTo>
                  <a:lnTo>
                    <a:pt x="3389" y="1437"/>
                  </a:lnTo>
                  <a:lnTo>
                    <a:pt x="3377" y="1471"/>
                  </a:lnTo>
                  <a:lnTo>
                    <a:pt x="3363" y="1503"/>
                  </a:lnTo>
                  <a:lnTo>
                    <a:pt x="3348" y="1533"/>
                  </a:lnTo>
                  <a:lnTo>
                    <a:pt x="3331" y="1560"/>
                  </a:lnTo>
                  <a:lnTo>
                    <a:pt x="3312" y="1584"/>
                  </a:lnTo>
                  <a:lnTo>
                    <a:pt x="3293" y="1605"/>
                  </a:lnTo>
                  <a:lnTo>
                    <a:pt x="3272" y="1623"/>
                  </a:lnTo>
                  <a:lnTo>
                    <a:pt x="3250" y="1637"/>
                  </a:lnTo>
                  <a:lnTo>
                    <a:pt x="3227" y="1648"/>
                  </a:lnTo>
                  <a:lnTo>
                    <a:pt x="3204" y="1654"/>
                  </a:lnTo>
                  <a:lnTo>
                    <a:pt x="3179" y="1656"/>
                  </a:lnTo>
                  <a:lnTo>
                    <a:pt x="3155" y="1654"/>
                  </a:lnTo>
                  <a:lnTo>
                    <a:pt x="3131" y="1648"/>
                  </a:lnTo>
                  <a:lnTo>
                    <a:pt x="3108" y="1637"/>
                  </a:lnTo>
                  <a:lnTo>
                    <a:pt x="3087" y="1623"/>
                  </a:lnTo>
                  <a:lnTo>
                    <a:pt x="3066" y="1605"/>
                  </a:lnTo>
                  <a:lnTo>
                    <a:pt x="3046" y="1584"/>
                  </a:lnTo>
                  <a:lnTo>
                    <a:pt x="3027" y="1560"/>
                  </a:lnTo>
                  <a:lnTo>
                    <a:pt x="3011" y="1533"/>
                  </a:lnTo>
                  <a:lnTo>
                    <a:pt x="2994" y="1503"/>
                  </a:lnTo>
                  <a:lnTo>
                    <a:pt x="2980" y="1471"/>
                  </a:lnTo>
                  <a:lnTo>
                    <a:pt x="2968" y="1437"/>
                  </a:lnTo>
                  <a:lnTo>
                    <a:pt x="2958" y="1399"/>
                  </a:lnTo>
                  <a:lnTo>
                    <a:pt x="2950" y="1362"/>
                  </a:lnTo>
                  <a:lnTo>
                    <a:pt x="2944" y="1322"/>
                  </a:lnTo>
                  <a:lnTo>
                    <a:pt x="2940" y="1280"/>
                  </a:lnTo>
                  <a:lnTo>
                    <a:pt x="2939" y="1237"/>
                  </a:lnTo>
                  <a:lnTo>
                    <a:pt x="2940" y="1195"/>
                  </a:lnTo>
                  <a:lnTo>
                    <a:pt x="2944" y="1153"/>
                  </a:lnTo>
                  <a:lnTo>
                    <a:pt x="2950" y="1113"/>
                  </a:lnTo>
                  <a:lnTo>
                    <a:pt x="2958" y="1076"/>
                  </a:lnTo>
                  <a:lnTo>
                    <a:pt x="2968" y="1038"/>
                  </a:lnTo>
                  <a:lnTo>
                    <a:pt x="2980" y="1004"/>
                  </a:lnTo>
                  <a:lnTo>
                    <a:pt x="2994" y="971"/>
                  </a:lnTo>
                  <a:lnTo>
                    <a:pt x="3011" y="942"/>
                  </a:lnTo>
                  <a:lnTo>
                    <a:pt x="3027" y="915"/>
                  </a:lnTo>
                  <a:lnTo>
                    <a:pt x="3046" y="890"/>
                  </a:lnTo>
                  <a:lnTo>
                    <a:pt x="3066" y="869"/>
                  </a:lnTo>
                  <a:lnTo>
                    <a:pt x="3087" y="852"/>
                  </a:lnTo>
                  <a:lnTo>
                    <a:pt x="3108" y="838"/>
                  </a:lnTo>
                  <a:lnTo>
                    <a:pt x="3131" y="827"/>
                  </a:lnTo>
                  <a:lnTo>
                    <a:pt x="3155" y="821"/>
                  </a:lnTo>
                  <a:lnTo>
                    <a:pt x="3179" y="819"/>
                  </a:lnTo>
                  <a:close/>
                  <a:moveTo>
                    <a:pt x="3246" y="2144"/>
                  </a:moveTo>
                  <a:lnTo>
                    <a:pt x="3271" y="2146"/>
                  </a:lnTo>
                  <a:lnTo>
                    <a:pt x="3294" y="2152"/>
                  </a:lnTo>
                  <a:lnTo>
                    <a:pt x="3316" y="2162"/>
                  </a:lnTo>
                  <a:lnTo>
                    <a:pt x="3339" y="2176"/>
                  </a:lnTo>
                  <a:lnTo>
                    <a:pt x="3360" y="2194"/>
                  </a:lnTo>
                  <a:lnTo>
                    <a:pt x="3380" y="2215"/>
                  </a:lnTo>
                  <a:lnTo>
                    <a:pt x="3397" y="2240"/>
                  </a:lnTo>
                  <a:lnTo>
                    <a:pt x="3415" y="2267"/>
                  </a:lnTo>
                  <a:lnTo>
                    <a:pt x="3430" y="2296"/>
                  </a:lnTo>
                  <a:lnTo>
                    <a:pt x="3444" y="2329"/>
                  </a:lnTo>
                  <a:lnTo>
                    <a:pt x="3456" y="2363"/>
                  </a:lnTo>
                  <a:lnTo>
                    <a:pt x="3466" y="2400"/>
                  </a:lnTo>
                  <a:lnTo>
                    <a:pt x="3475" y="2438"/>
                  </a:lnTo>
                  <a:lnTo>
                    <a:pt x="3480" y="2478"/>
                  </a:lnTo>
                  <a:lnTo>
                    <a:pt x="3484" y="2520"/>
                  </a:lnTo>
                  <a:lnTo>
                    <a:pt x="3485" y="2562"/>
                  </a:lnTo>
                  <a:lnTo>
                    <a:pt x="3484" y="2604"/>
                  </a:lnTo>
                  <a:lnTo>
                    <a:pt x="3480" y="2647"/>
                  </a:lnTo>
                  <a:lnTo>
                    <a:pt x="3475" y="2686"/>
                  </a:lnTo>
                  <a:lnTo>
                    <a:pt x="3466" y="2725"/>
                  </a:lnTo>
                  <a:lnTo>
                    <a:pt x="3456" y="2762"/>
                  </a:lnTo>
                  <a:lnTo>
                    <a:pt x="3444" y="2796"/>
                  </a:lnTo>
                  <a:lnTo>
                    <a:pt x="3430" y="2828"/>
                  </a:lnTo>
                  <a:lnTo>
                    <a:pt x="3415" y="2858"/>
                  </a:lnTo>
                  <a:lnTo>
                    <a:pt x="3397" y="2886"/>
                  </a:lnTo>
                  <a:lnTo>
                    <a:pt x="3380" y="2909"/>
                  </a:lnTo>
                  <a:lnTo>
                    <a:pt x="3360" y="2930"/>
                  </a:lnTo>
                  <a:lnTo>
                    <a:pt x="3339" y="2949"/>
                  </a:lnTo>
                  <a:lnTo>
                    <a:pt x="3316" y="2963"/>
                  </a:lnTo>
                  <a:lnTo>
                    <a:pt x="3294" y="2974"/>
                  </a:lnTo>
                  <a:lnTo>
                    <a:pt x="3271" y="2980"/>
                  </a:lnTo>
                  <a:lnTo>
                    <a:pt x="3246" y="2982"/>
                  </a:lnTo>
                  <a:lnTo>
                    <a:pt x="3222" y="2980"/>
                  </a:lnTo>
                  <a:lnTo>
                    <a:pt x="3198" y="2974"/>
                  </a:lnTo>
                  <a:lnTo>
                    <a:pt x="3176" y="2963"/>
                  </a:lnTo>
                  <a:lnTo>
                    <a:pt x="3154" y="2949"/>
                  </a:lnTo>
                  <a:lnTo>
                    <a:pt x="3133" y="2930"/>
                  </a:lnTo>
                  <a:lnTo>
                    <a:pt x="3113" y="2909"/>
                  </a:lnTo>
                  <a:lnTo>
                    <a:pt x="3095" y="2886"/>
                  </a:lnTo>
                  <a:lnTo>
                    <a:pt x="3077" y="2858"/>
                  </a:lnTo>
                  <a:lnTo>
                    <a:pt x="3062" y="2828"/>
                  </a:lnTo>
                  <a:lnTo>
                    <a:pt x="3048" y="2796"/>
                  </a:lnTo>
                  <a:lnTo>
                    <a:pt x="3036" y="2762"/>
                  </a:lnTo>
                  <a:lnTo>
                    <a:pt x="3026" y="2725"/>
                  </a:lnTo>
                  <a:lnTo>
                    <a:pt x="3018" y="2686"/>
                  </a:lnTo>
                  <a:lnTo>
                    <a:pt x="3012" y="2647"/>
                  </a:lnTo>
                  <a:lnTo>
                    <a:pt x="3008" y="2604"/>
                  </a:lnTo>
                  <a:lnTo>
                    <a:pt x="3007" y="2562"/>
                  </a:lnTo>
                  <a:lnTo>
                    <a:pt x="3008" y="2520"/>
                  </a:lnTo>
                  <a:lnTo>
                    <a:pt x="3012" y="2478"/>
                  </a:lnTo>
                  <a:lnTo>
                    <a:pt x="3018" y="2438"/>
                  </a:lnTo>
                  <a:lnTo>
                    <a:pt x="3026" y="2400"/>
                  </a:lnTo>
                  <a:lnTo>
                    <a:pt x="3036" y="2363"/>
                  </a:lnTo>
                  <a:lnTo>
                    <a:pt x="3048" y="2329"/>
                  </a:lnTo>
                  <a:lnTo>
                    <a:pt x="3062" y="2296"/>
                  </a:lnTo>
                  <a:lnTo>
                    <a:pt x="3077" y="2267"/>
                  </a:lnTo>
                  <a:lnTo>
                    <a:pt x="3095" y="2240"/>
                  </a:lnTo>
                  <a:lnTo>
                    <a:pt x="3113" y="2215"/>
                  </a:lnTo>
                  <a:lnTo>
                    <a:pt x="3133" y="2194"/>
                  </a:lnTo>
                  <a:lnTo>
                    <a:pt x="3154" y="2176"/>
                  </a:lnTo>
                  <a:lnTo>
                    <a:pt x="3176" y="2162"/>
                  </a:lnTo>
                  <a:lnTo>
                    <a:pt x="3198" y="2152"/>
                  </a:lnTo>
                  <a:lnTo>
                    <a:pt x="3222" y="2146"/>
                  </a:lnTo>
                  <a:lnTo>
                    <a:pt x="3246" y="214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3458" name="Freeform 48"/>
            <p:cNvSpPr>
              <a:spLocks/>
            </p:cNvSpPr>
            <p:nvPr/>
          </p:nvSpPr>
          <p:spPr bwMode="auto">
            <a:xfrm>
              <a:off x="1267" y="1588"/>
              <a:ext cx="87" cy="52"/>
            </a:xfrm>
            <a:custGeom>
              <a:avLst/>
              <a:gdLst>
                <a:gd name="T0" fmla="*/ 3 w 437"/>
                <a:gd name="T1" fmla="*/ 2 h 260"/>
                <a:gd name="T2" fmla="*/ 3 w 437"/>
                <a:gd name="T3" fmla="*/ 2 h 260"/>
                <a:gd name="T4" fmla="*/ 3 w 437"/>
                <a:gd name="T5" fmla="*/ 2 h 260"/>
                <a:gd name="T6" fmla="*/ 3 w 437"/>
                <a:gd name="T7" fmla="*/ 2 h 260"/>
                <a:gd name="T8" fmla="*/ 3 w 437"/>
                <a:gd name="T9" fmla="*/ 1 h 260"/>
                <a:gd name="T10" fmla="*/ 3 w 437"/>
                <a:gd name="T11" fmla="*/ 1 h 260"/>
                <a:gd name="T12" fmla="*/ 3 w 437"/>
                <a:gd name="T13" fmla="*/ 1 h 260"/>
                <a:gd name="T14" fmla="*/ 3 w 437"/>
                <a:gd name="T15" fmla="*/ 1 h 260"/>
                <a:gd name="T16" fmla="*/ 3 w 437"/>
                <a:gd name="T17" fmla="*/ 1 h 260"/>
                <a:gd name="T18" fmla="*/ 2 w 437"/>
                <a:gd name="T19" fmla="*/ 1 h 260"/>
                <a:gd name="T20" fmla="*/ 2 w 437"/>
                <a:gd name="T21" fmla="*/ 0 h 260"/>
                <a:gd name="T22" fmla="*/ 2 w 437"/>
                <a:gd name="T23" fmla="*/ 0 h 260"/>
                <a:gd name="T24" fmla="*/ 2 w 437"/>
                <a:gd name="T25" fmla="*/ 0 h 260"/>
                <a:gd name="T26" fmla="*/ 1 w 437"/>
                <a:gd name="T27" fmla="*/ 0 h 260"/>
                <a:gd name="T28" fmla="*/ 1 w 437"/>
                <a:gd name="T29" fmla="*/ 0 h 260"/>
                <a:gd name="T30" fmla="*/ 1 w 437"/>
                <a:gd name="T31" fmla="*/ 0 h 260"/>
                <a:gd name="T32" fmla="*/ 0 w 437"/>
                <a:gd name="T33" fmla="*/ 0 h 260"/>
                <a:gd name="T34" fmla="*/ 0 w 437"/>
                <a:gd name="T35" fmla="*/ 0 h 260"/>
                <a:gd name="T36" fmla="*/ 0 w 437"/>
                <a:gd name="T37" fmla="*/ 0 h 260"/>
                <a:gd name="T38" fmla="*/ 0 w 437"/>
                <a:gd name="T39" fmla="*/ 0 h 260"/>
                <a:gd name="T40" fmla="*/ 1 w 437"/>
                <a:gd name="T41" fmla="*/ 0 h 260"/>
                <a:gd name="T42" fmla="*/ 1 w 437"/>
                <a:gd name="T43" fmla="*/ 0 h 260"/>
                <a:gd name="T44" fmla="*/ 1 w 437"/>
                <a:gd name="T45" fmla="*/ 0 h 260"/>
                <a:gd name="T46" fmla="*/ 2 w 437"/>
                <a:gd name="T47" fmla="*/ 0 h 260"/>
                <a:gd name="T48" fmla="*/ 2 w 437"/>
                <a:gd name="T49" fmla="*/ 0 h 260"/>
                <a:gd name="T50" fmla="*/ 2 w 437"/>
                <a:gd name="T51" fmla="*/ 1 h 260"/>
                <a:gd name="T52" fmla="*/ 2 w 437"/>
                <a:gd name="T53" fmla="*/ 1 h 260"/>
                <a:gd name="T54" fmla="*/ 3 w 437"/>
                <a:gd name="T55" fmla="*/ 1 h 260"/>
                <a:gd name="T56" fmla="*/ 3 w 437"/>
                <a:gd name="T57" fmla="*/ 1 h 260"/>
                <a:gd name="T58" fmla="*/ 3 w 437"/>
                <a:gd name="T59" fmla="*/ 1 h 260"/>
                <a:gd name="T60" fmla="*/ 3 w 437"/>
                <a:gd name="T61" fmla="*/ 1 h 260"/>
                <a:gd name="T62" fmla="*/ 3 w 437"/>
                <a:gd name="T63" fmla="*/ 1 h 260"/>
                <a:gd name="T64" fmla="*/ 3 w 437"/>
                <a:gd name="T65" fmla="*/ 2 h 260"/>
                <a:gd name="T66" fmla="*/ 3 w 437"/>
                <a:gd name="T67" fmla="*/ 2 h 260"/>
                <a:gd name="T68" fmla="*/ 3 w 437"/>
                <a:gd name="T69" fmla="*/ 2 h 260"/>
                <a:gd name="T70" fmla="*/ 3 w 437"/>
                <a:gd name="T71" fmla="*/ 2 h 260"/>
                <a:gd name="T72" fmla="*/ 3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437" y="260"/>
                  </a:moveTo>
                  <a:lnTo>
                    <a:pt x="437" y="260"/>
                  </a:lnTo>
                  <a:lnTo>
                    <a:pt x="434" y="233"/>
                  </a:lnTo>
                  <a:lnTo>
                    <a:pt x="427" y="206"/>
                  </a:lnTo>
                  <a:lnTo>
                    <a:pt x="417" y="181"/>
                  </a:lnTo>
                  <a:lnTo>
                    <a:pt x="401" y="157"/>
                  </a:lnTo>
                  <a:lnTo>
                    <a:pt x="383" y="133"/>
                  </a:lnTo>
                  <a:lnTo>
                    <a:pt x="360" y="113"/>
                  </a:lnTo>
                  <a:lnTo>
                    <a:pt x="336" y="93"/>
                  </a:lnTo>
                  <a:lnTo>
                    <a:pt x="308" y="73"/>
                  </a:lnTo>
                  <a:lnTo>
                    <a:pt x="276" y="58"/>
                  </a:lnTo>
                  <a:lnTo>
                    <a:pt x="242" y="43"/>
                  </a:lnTo>
                  <a:lnTo>
                    <a:pt x="207" y="30"/>
                  </a:lnTo>
                  <a:lnTo>
                    <a:pt x="168" y="19"/>
                  </a:lnTo>
                  <a:lnTo>
                    <a:pt x="128" y="11"/>
                  </a:lnTo>
                  <a:lnTo>
                    <a:pt x="87" y="4"/>
                  </a:lnTo>
                  <a:lnTo>
                    <a:pt x="43" y="1"/>
                  </a:lnTo>
                  <a:lnTo>
                    <a:pt x="0" y="0"/>
                  </a:lnTo>
                  <a:lnTo>
                    <a:pt x="0" y="11"/>
                  </a:lnTo>
                  <a:lnTo>
                    <a:pt x="43" y="12"/>
                  </a:lnTo>
                  <a:lnTo>
                    <a:pt x="85" y="16"/>
                  </a:lnTo>
                  <a:lnTo>
                    <a:pt x="126" y="23"/>
                  </a:lnTo>
                  <a:lnTo>
                    <a:pt x="166" y="31"/>
                  </a:lnTo>
                  <a:lnTo>
                    <a:pt x="202" y="42"/>
                  </a:lnTo>
                  <a:lnTo>
                    <a:pt x="237" y="55"/>
                  </a:lnTo>
                  <a:lnTo>
                    <a:pt x="271" y="70"/>
                  </a:lnTo>
                  <a:lnTo>
                    <a:pt x="301" y="85"/>
                  </a:lnTo>
                  <a:lnTo>
                    <a:pt x="329" y="103"/>
                  </a:lnTo>
                  <a:lnTo>
                    <a:pt x="353" y="123"/>
                  </a:lnTo>
                  <a:lnTo>
                    <a:pt x="373" y="143"/>
                  </a:lnTo>
                  <a:lnTo>
                    <a:pt x="392" y="164"/>
                  </a:lnTo>
                  <a:lnTo>
                    <a:pt x="405" y="186"/>
                  </a:lnTo>
                  <a:lnTo>
                    <a:pt x="415" y="211"/>
                  </a:lnTo>
                  <a:lnTo>
                    <a:pt x="422" y="235"/>
                  </a:lnTo>
                  <a:lnTo>
                    <a:pt x="425" y="260"/>
                  </a:lnTo>
                  <a:lnTo>
                    <a:pt x="437"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3459" name="Freeform 49"/>
            <p:cNvSpPr>
              <a:spLocks/>
            </p:cNvSpPr>
            <p:nvPr/>
          </p:nvSpPr>
          <p:spPr bwMode="auto">
            <a:xfrm>
              <a:off x="1267" y="1640"/>
              <a:ext cx="87" cy="52"/>
            </a:xfrm>
            <a:custGeom>
              <a:avLst/>
              <a:gdLst>
                <a:gd name="T0" fmla="*/ 0 w 437"/>
                <a:gd name="T1" fmla="*/ 2 h 260"/>
                <a:gd name="T2" fmla="*/ 0 w 437"/>
                <a:gd name="T3" fmla="*/ 2 h 260"/>
                <a:gd name="T4" fmla="*/ 0 w 437"/>
                <a:gd name="T5" fmla="*/ 2 h 260"/>
                <a:gd name="T6" fmla="*/ 1 w 437"/>
                <a:gd name="T7" fmla="*/ 2 h 260"/>
                <a:gd name="T8" fmla="*/ 1 w 437"/>
                <a:gd name="T9" fmla="*/ 2 h 260"/>
                <a:gd name="T10" fmla="*/ 1 w 437"/>
                <a:gd name="T11" fmla="*/ 2 h 260"/>
                <a:gd name="T12" fmla="*/ 2 w 437"/>
                <a:gd name="T13" fmla="*/ 2 h 260"/>
                <a:gd name="T14" fmla="*/ 2 w 437"/>
                <a:gd name="T15" fmla="*/ 2 h 260"/>
                <a:gd name="T16" fmla="*/ 2 w 437"/>
                <a:gd name="T17" fmla="*/ 2 h 260"/>
                <a:gd name="T18" fmla="*/ 2 w 437"/>
                <a:gd name="T19" fmla="*/ 1 h 260"/>
                <a:gd name="T20" fmla="*/ 3 w 437"/>
                <a:gd name="T21" fmla="*/ 1 h 260"/>
                <a:gd name="T22" fmla="*/ 3 w 437"/>
                <a:gd name="T23" fmla="*/ 1 h 260"/>
                <a:gd name="T24" fmla="*/ 3 w 437"/>
                <a:gd name="T25" fmla="*/ 1 h 260"/>
                <a:gd name="T26" fmla="*/ 3 w 437"/>
                <a:gd name="T27" fmla="*/ 1 h 260"/>
                <a:gd name="T28" fmla="*/ 3 w 437"/>
                <a:gd name="T29" fmla="*/ 1 h 260"/>
                <a:gd name="T30" fmla="*/ 3 w 437"/>
                <a:gd name="T31" fmla="*/ 0 h 260"/>
                <a:gd name="T32" fmla="*/ 3 w 437"/>
                <a:gd name="T33" fmla="*/ 0 h 260"/>
                <a:gd name="T34" fmla="*/ 3 w 437"/>
                <a:gd name="T35" fmla="*/ 0 h 260"/>
                <a:gd name="T36" fmla="*/ 3 w 437"/>
                <a:gd name="T37" fmla="*/ 0 h 260"/>
                <a:gd name="T38" fmla="*/ 3 w 437"/>
                <a:gd name="T39" fmla="*/ 0 h 260"/>
                <a:gd name="T40" fmla="*/ 3 w 437"/>
                <a:gd name="T41" fmla="*/ 0 h 260"/>
                <a:gd name="T42" fmla="*/ 3 w 437"/>
                <a:gd name="T43" fmla="*/ 1 h 260"/>
                <a:gd name="T44" fmla="*/ 3 w 437"/>
                <a:gd name="T45" fmla="*/ 1 h 260"/>
                <a:gd name="T46" fmla="*/ 3 w 437"/>
                <a:gd name="T47" fmla="*/ 1 h 260"/>
                <a:gd name="T48" fmla="*/ 3 w 437"/>
                <a:gd name="T49" fmla="*/ 1 h 260"/>
                <a:gd name="T50" fmla="*/ 3 w 437"/>
                <a:gd name="T51" fmla="*/ 1 h 260"/>
                <a:gd name="T52" fmla="*/ 2 w 437"/>
                <a:gd name="T53" fmla="*/ 1 h 260"/>
                <a:gd name="T54" fmla="*/ 2 w 437"/>
                <a:gd name="T55" fmla="*/ 2 h 260"/>
                <a:gd name="T56" fmla="*/ 2 w 437"/>
                <a:gd name="T57" fmla="*/ 2 h 260"/>
                <a:gd name="T58" fmla="*/ 2 w 437"/>
                <a:gd name="T59" fmla="*/ 2 h 260"/>
                <a:gd name="T60" fmla="*/ 1 w 437"/>
                <a:gd name="T61" fmla="*/ 2 h 260"/>
                <a:gd name="T62" fmla="*/ 1 w 437"/>
                <a:gd name="T63" fmla="*/ 2 h 260"/>
                <a:gd name="T64" fmla="*/ 1 w 437"/>
                <a:gd name="T65" fmla="*/ 2 h 260"/>
                <a:gd name="T66" fmla="*/ 0 w 437"/>
                <a:gd name="T67" fmla="*/ 2 h 260"/>
                <a:gd name="T68" fmla="*/ 0 w 437"/>
                <a:gd name="T69" fmla="*/ 2 h 260"/>
                <a:gd name="T70" fmla="*/ 0 w 437"/>
                <a:gd name="T71" fmla="*/ 2 h 260"/>
                <a:gd name="T72" fmla="*/ 0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0" y="260"/>
                  </a:moveTo>
                  <a:lnTo>
                    <a:pt x="0" y="260"/>
                  </a:lnTo>
                  <a:lnTo>
                    <a:pt x="43" y="259"/>
                  </a:lnTo>
                  <a:lnTo>
                    <a:pt x="87" y="255"/>
                  </a:lnTo>
                  <a:lnTo>
                    <a:pt x="128" y="248"/>
                  </a:lnTo>
                  <a:lnTo>
                    <a:pt x="168" y="240"/>
                  </a:lnTo>
                  <a:lnTo>
                    <a:pt x="207" y="230"/>
                  </a:lnTo>
                  <a:lnTo>
                    <a:pt x="242" y="217"/>
                  </a:lnTo>
                  <a:lnTo>
                    <a:pt x="276" y="202"/>
                  </a:lnTo>
                  <a:lnTo>
                    <a:pt x="308" y="185"/>
                  </a:lnTo>
                  <a:lnTo>
                    <a:pt x="336" y="166"/>
                  </a:lnTo>
                  <a:lnTo>
                    <a:pt x="360" y="146"/>
                  </a:lnTo>
                  <a:lnTo>
                    <a:pt x="383" y="125"/>
                  </a:lnTo>
                  <a:lnTo>
                    <a:pt x="401" y="102"/>
                  </a:lnTo>
                  <a:lnTo>
                    <a:pt x="417" y="77"/>
                  </a:lnTo>
                  <a:lnTo>
                    <a:pt x="427" y="53"/>
                  </a:lnTo>
                  <a:lnTo>
                    <a:pt x="434" y="27"/>
                  </a:lnTo>
                  <a:lnTo>
                    <a:pt x="437" y="0"/>
                  </a:lnTo>
                  <a:lnTo>
                    <a:pt x="425" y="0"/>
                  </a:lnTo>
                  <a:lnTo>
                    <a:pt x="422" y="24"/>
                  </a:lnTo>
                  <a:lnTo>
                    <a:pt x="415" y="48"/>
                  </a:lnTo>
                  <a:lnTo>
                    <a:pt x="405" y="73"/>
                  </a:lnTo>
                  <a:lnTo>
                    <a:pt x="392" y="95"/>
                  </a:lnTo>
                  <a:lnTo>
                    <a:pt x="373" y="116"/>
                  </a:lnTo>
                  <a:lnTo>
                    <a:pt x="353" y="137"/>
                  </a:lnTo>
                  <a:lnTo>
                    <a:pt x="329" y="157"/>
                  </a:lnTo>
                  <a:lnTo>
                    <a:pt x="301" y="173"/>
                  </a:lnTo>
                  <a:lnTo>
                    <a:pt x="271" y="190"/>
                  </a:lnTo>
                  <a:lnTo>
                    <a:pt x="237" y="205"/>
                  </a:lnTo>
                  <a:lnTo>
                    <a:pt x="202" y="218"/>
                  </a:lnTo>
                  <a:lnTo>
                    <a:pt x="166" y="228"/>
                  </a:lnTo>
                  <a:lnTo>
                    <a:pt x="126" y="237"/>
                  </a:lnTo>
                  <a:lnTo>
                    <a:pt x="85" y="244"/>
                  </a:lnTo>
                  <a:lnTo>
                    <a:pt x="43" y="247"/>
                  </a:lnTo>
                  <a:lnTo>
                    <a:pt x="0" y="248"/>
                  </a:lnTo>
                  <a:lnTo>
                    <a:pt x="0"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3460" name="Freeform 50"/>
            <p:cNvSpPr>
              <a:spLocks/>
            </p:cNvSpPr>
            <p:nvPr/>
          </p:nvSpPr>
          <p:spPr bwMode="auto">
            <a:xfrm>
              <a:off x="1179" y="1640"/>
              <a:ext cx="88" cy="52"/>
            </a:xfrm>
            <a:custGeom>
              <a:avLst/>
              <a:gdLst>
                <a:gd name="T0" fmla="*/ 0 w 439"/>
                <a:gd name="T1" fmla="*/ 0 h 260"/>
                <a:gd name="T2" fmla="*/ 0 w 439"/>
                <a:gd name="T3" fmla="*/ 0 h 260"/>
                <a:gd name="T4" fmla="*/ 0 w 439"/>
                <a:gd name="T5" fmla="*/ 0 h 260"/>
                <a:gd name="T6" fmla="*/ 0 w 439"/>
                <a:gd name="T7" fmla="*/ 0 h 260"/>
                <a:gd name="T8" fmla="*/ 0 w 439"/>
                <a:gd name="T9" fmla="*/ 1 h 260"/>
                <a:gd name="T10" fmla="*/ 0 w 439"/>
                <a:gd name="T11" fmla="*/ 1 h 260"/>
                <a:gd name="T12" fmla="*/ 0 w 439"/>
                <a:gd name="T13" fmla="*/ 1 h 260"/>
                <a:gd name="T14" fmla="*/ 1 w 439"/>
                <a:gd name="T15" fmla="*/ 1 h 260"/>
                <a:gd name="T16" fmla="*/ 1 w 439"/>
                <a:gd name="T17" fmla="*/ 1 h 260"/>
                <a:gd name="T18" fmla="*/ 1 w 439"/>
                <a:gd name="T19" fmla="*/ 1 h 260"/>
                <a:gd name="T20" fmla="*/ 1 w 439"/>
                <a:gd name="T21" fmla="*/ 2 h 260"/>
                <a:gd name="T22" fmla="*/ 2 w 439"/>
                <a:gd name="T23" fmla="*/ 2 h 260"/>
                <a:gd name="T24" fmla="*/ 2 w 439"/>
                <a:gd name="T25" fmla="*/ 2 h 260"/>
                <a:gd name="T26" fmla="*/ 2 w 439"/>
                <a:gd name="T27" fmla="*/ 2 h 260"/>
                <a:gd name="T28" fmla="*/ 2 w 439"/>
                <a:gd name="T29" fmla="*/ 2 h 260"/>
                <a:gd name="T30" fmla="*/ 3 w 439"/>
                <a:gd name="T31" fmla="*/ 2 h 260"/>
                <a:gd name="T32" fmla="*/ 3 w 439"/>
                <a:gd name="T33" fmla="*/ 2 h 260"/>
                <a:gd name="T34" fmla="*/ 4 w 439"/>
                <a:gd name="T35" fmla="*/ 2 h 260"/>
                <a:gd name="T36" fmla="*/ 4 w 439"/>
                <a:gd name="T37" fmla="*/ 2 h 260"/>
                <a:gd name="T38" fmla="*/ 3 w 439"/>
                <a:gd name="T39" fmla="*/ 2 h 260"/>
                <a:gd name="T40" fmla="*/ 3 w 439"/>
                <a:gd name="T41" fmla="*/ 2 h 260"/>
                <a:gd name="T42" fmla="*/ 3 w 439"/>
                <a:gd name="T43" fmla="*/ 2 h 260"/>
                <a:gd name="T44" fmla="*/ 2 w 439"/>
                <a:gd name="T45" fmla="*/ 2 h 260"/>
                <a:gd name="T46" fmla="*/ 2 w 439"/>
                <a:gd name="T47" fmla="*/ 2 h 260"/>
                <a:gd name="T48" fmla="*/ 2 w 439"/>
                <a:gd name="T49" fmla="*/ 2 h 260"/>
                <a:gd name="T50" fmla="*/ 1 w 439"/>
                <a:gd name="T51" fmla="*/ 2 h 260"/>
                <a:gd name="T52" fmla="*/ 1 w 439"/>
                <a:gd name="T53" fmla="*/ 1 h 260"/>
                <a:gd name="T54" fmla="*/ 1 w 439"/>
                <a:gd name="T55" fmla="*/ 1 h 260"/>
                <a:gd name="T56" fmla="*/ 1 w 439"/>
                <a:gd name="T57" fmla="*/ 1 h 260"/>
                <a:gd name="T58" fmla="*/ 1 w 439"/>
                <a:gd name="T59" fmla="*/ 1 h 260"/>
                <a:gd name="T60" fmla="*/ 0 w 439"/>
                <a:gd name="T61" fmla="*/ 1 h 260"/>
                <a:gd name="T62" fmla="*/ 0 w 439"/>
                <a:gd name="T63" fmla="*/ 1 h 260"/>
                <a:gd name="T64" fmla="*/ 0 w 439"/>
                <a:gd name="T65" fmla="*/ 0 h 260"/>
                <a:gd name="T66" fmla="*/ 0 w 439"/>
                <a:gd name="T67" fmla="*/ 0 h 260"/>
                <a:gd name="T68" fmla="*/ 0 w 439"/>
                <a:gd name="T69" fmla="*/ 0 h 260"/>
                <a:gd name="T70" fmla="*/ 0 w 439"/>
                <a:gd name="T71" fmla="*/ 0 h 260"/>
                <a:gd name="T72" fmla="*/ 0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0" y="0"/>
                  </a:moveTo>
                  <a:lnTo>
                    <a:pt x="0" y="0"/>
                  </a:lnTo>
                  <a:lnTo>
                    <a:pt x="3" y="27"/>
                  </a:lnTo>
                  <a:lnTo>
                    <a:pt x="10" y="53"/>
                  </a:lnTo>
                  <a:lnTo>
                    <a:pt x="20" y="77"/>
                  </a:lnTo>
                  <a:lnTo>
                    <a:pt x="35" y="102"/>
                  </a:lnTo>
                  <a:lnTo>
                    <a:pt x="54" y="125"/>
                  </a:lnTo>
                  <a:lnTo>
                    <a:pt x="76" y="146"/>
                  </a:lnTo>
                  <a:lnTo>
                    <a:pt x="102" y="166"/>
                  </a:lnTo>
                  <a:lnTo>
                    <a:pt x="130" y="185"/>
                  </a:lnTo>
                  <a:lnTo>
                    <a:pt x="162" y="202"/>
                  </a:lnTo>
                  <a:lnTo>
                    <a:pt x="195" y="217"/>
                  </a:lnTo>
                  <a:lnTo>
                    <a:pt x="231" y="230"/>
                  </a:lnTo>
                  <a:lnTo>
                    <a:pt x="270" y="240"/>
                  </a:lnTo>
                  <a:lnTo>
                    <a:pt x="310" y="248"/>
                  </a:lnTo>
                  <a:lnTo>
                    <a:pt x="351" y="255"/>
                  </a:lnTo>
                  <a:lnTo>
                    <a:pt x="395" y="259"/>
                  </a:lnTo>
                  <a:lnTo>
                    <a:pt x="439" y="260"/>
                  </a:lnTo>
                  <a:lnTo>
                    <a:pt x="439" y="248"/>
                  </a:lnTo>
                  <a:lnTo>
                    <a:pt x="395" y="247"/>
                  </a:lnTo>
                  <a:lnTo>
                    <a:pt x="353" y="244"/>
                  </a:lnTo>
                  <a:lnTo>
                    <a:pt x="312" y="237"/>
                  </a:lnTo>
                  <a:lnTo>
                    <a:pt x="272" y="228"/>
                  </a:lnTo>
                  <a:lnTo>
                    <a:pt x="236" y="218"/>
                  </a:lnTo>
                  <a:lnTo>
                    <a:pt x="200" y="205"/>
                  </a:lnTo>
                  <a:lnTo>
                    <a:pt x="167" y="190"/>
                  </a:lnTo>
                  <a:lnTo>
                    <a:pt x="137" y="173"/>
                  </a:lnTo>
                  <a:lnTo>
                    <a:pt x="109" y="157"/>
                  </a:lnTo>
                  <a:lnTo>
                    <a:pt x="84" y="137"/>
                  </a:lnTo>
                  <a:lnTo>
                    <a:pt x="64" y="116"/>
                  </a:lnTo>
                  <a:lnTo>
                    <a:pt x="45" y="95"/>
                  </a:lnTo>
                  <a:lnTo>
                    <a:pt x="32" y="73"/>
                  </a:lnTo>
                  <a:lnTo>
                    <a:pt x="21" y="48"/>
                  </a:lnTo>
                  <a:lnTo>
                    <a:pt x="14" y="24"/>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3461" name="Freeform 51"/>
            <p:cNvSpPr>
              <a:spLocks/>
            </p:cNvSpPr>
            <p:nvPr/>
          </p:nvSpPr>
          <p:spPr bwMode="auto">
            <a:xfrm>
              <a:off x="1179" y="1588"/>
              <a:ext cx="88" cy="52"/>
            </a:xfrm>
            <a:custGeom>
              <a:avLst/>
              <a:gdLst>
                <a:gd name="T0" fmla="*/ 4 w 439"/>
                <a:gd name="T1" fmla="*/ 0 h 260"/>
                <a:gd name="T2" fmla="*/ 4 w 439"/>
                <a:gd name="T3" fmla="*/ 0 h 260"/>
                <a:gd name="T4" fmla="*/ 3 w 439"/>
                <a:gd name="T5" fmla="*/ 0 h 260"/>
                <a:gd name="T6" fmla="*/ 3 w 439"/>
                <a:gd name="T7" fmla="*/ 0 h 260"/>
                <a:gd name="T8" fmla="*/ 2 w 439"/>
                <a:gd name="T9" fmla="*/ 0 h 260"/>
                <a:gd name="T10" fmla="*/ 2 w 439"/>
                <a:gd name="T11" fmla="*/ 0 h 260"/>
                <a:gd name="T12" fmla="*/ 2 w 439"/>
                <a:gd name="T13" fmla="*/ 0 h 260"/>
                <a:gd name="T14" fmla="*/ 2 w 439"/>
                <a:gd name="T15" fmla="*/ 0 h 260"/>
                <a:gd name="T16" fmla="*/ 1 w 439"/>
                <a:gd name="T17" fmla="*/ 0 h 260"/>
                <a:gd name="T18" fmla="*/ 1 w 439"/>
                <a:gd name="T19" fmla="*/ 1 h 260"/>
                <a:gd name="T20" fmla="*/ 1 w 439"/>
                <a:gd name="T21" fmla="*/ 1 h 260"/>
                <a:gd name="T22" fmla="*/ 1 w 439"/>
                <a:gd name="T23" fmla="*/ 1 h 260"/>
                <a:gd name="T24" fmla="*/ 0 w 439"/>
                <a:gd name="T25" fmla="*/ 1 h 260"/>
                <a:gd name="T26" fmla="*/ 0 w 439"/>
                <a:gd name="T27" fmla="*/ 1 h 260"/>
                <a:gd name="T28" fmla="*/ 0 w 439"/>
                <a:gd name="T29" fmla="*/ 1 h 260"/>
                <a:gd name="T30" fmla="*/ 0 w 439"/>
                <a:gd name="T31" fmla="*/ 2 h 260"/>
                <a:gd name="T32" fmla="*/ 0 w 439"/>
                <a:gd name="T33" fmla="*/ 2 h 260"/>
                <a:gd name="T34" fmla="*/ 0 w 439"/>
                <a:gd name="T35" fmla="*/ 2 h 260"/>
                <a:gd name="T36" fmla="*/ 0 w 439"/>
                <a:gd name="T37" fmla="*/ 2 h 260"/>
                <a:gd name="T38" fmla="*/ 0 w 439"/>
                <a:gd name="T39" fmla="*/ 2 h 260"/>
                <a:gd name="T40" fmla="*/ 0 w 439"/>
                <a:gd name="T41" fmla="*/ 2 h 260"/>
                <a:gd name="T42" fmla="*/ 0 w 439"/>
                <a:gd name="T43" fmla="*/ 1 h 260"/>
                <a:gd name="T44" fmla="*/ 0 w 439"/>
                <a:gd name="T45" fmla="*/ 1 h 260"/>
                <a:gd name="T46" fmla="*/ 1 w 439"/>
                <a:gd name="T47" fmla="*/ 1 h 260"/>
                <a:gd name="T48" fmla="*/ 1 w 439"/>
                <a:gd name="T49" fmla="*/ 1 h 260"/>
                <a:gd name="T50" fmla="*/ 1 w 439"/>
                <a:gd name="T51" fmla="*/ 1 h 260"/>
                <a:gd name="T52" fmla="*/ 1 w 439"/>
                <a:gd name="T53" fmla="*/ 1 h 260"/>
                <a:gd name="T54" fmla="*/ 1 w 439"/>
                <a:gd name="T55" fmla="*/ 1 h 260"/>
                <a:gd name="T56" fmla="*/ 2 w 439"/>
                <a:gd name="T57" fmla="*/ 0 h 260"/>
                <a:gd name="T58" fmla="*/ 2 w 439"/>
                <a:gd name="T59" fmla="*/ 0 h 260"/>
                <a:gd name="T60" fmla="*/ 2 w 439"/>
                <a:gd name="T61" fmla="*/ 0 h 260"/>
                <a:gd name="T62" fmla="*/ 3 w 439"/>
                <a:gd name="T63" fmla="*/ 0 h 260"/>
                <a:gd name="T64" fmla="*/ 3 w 439"/>
                <a:gd name="T65" fmla="*/ 0 h 260"/>
                <a:gd name="T66" fmla="*/ 3 w 439"/>
                <a:gd name="T67" fmla="*/ 0 h 260"/>
                <a:gd name="T68" fmla="*/ 4 w 439"/>
                <a:gd name="T69" fmla="*/ 0 h 260"/>
                <a:gd name="T70" fmla="*/ 4 w 439"/>
                <a:gd name="T71" fmla="*/ 0 h 260"/>
                <a:gd name="T72" fmla="*/ 4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439" y="0"/>
                  </a:moveTo>
                  <a:lnTo>
                    <a:pt x="439" y="0"/>
                  </a:lnTo>
                  <a:lnTo>
                    <a:pt x="395" y="1"/>
                  </a:lnTo>
                  <a:lnTo>
                    <a:pt x="351" y="4"/>
                  </a:lnTo>
                  <a:lnTo>
                    <a:pt x="310" y="11"/>
                  </a:lnTo>
                  <a:lnTo>
                    <a:pt x="270" y="19"/>
                  </a:lnTo>
                  <a:lnTo>
                    <a:pt x="231" y="30"/>
                  </a:lnTo>
                  <a:lnTo>
                    <a:pt x="195" y="43"/>
                  </a:lnTo>
                  <a:lnTo>
                    <a:pt x="162" y="58"/>
                  </a:lnTo>
                  <a:lnTo>
                    <a:pt x="130" y="73"/>
                  </a:lnTo>
                  <a:lnTo>
                    <a:pt x="102" y="93"/>
                  </a:lnTo>
                  <a:lnTo>
                    <a:pt x="76" y="113"/>
                  </a:lnTo>
                  <a:lnTo>
                    <a:pt x="54" y="133"/>
                  </a:lnTo>
                  <a:lnTo>
                    <a:pt x="35" y="157"/>
                  </a:lnTo>
                  <a:lnTo>
                    <a:pt x="20" y="181"/>
                  </a:lnTo>
                  <a:lnTo>
                    <a:pt x="10" y="206"/>
                  </a:lnTo>
                  <a:lnTo>
                    <a:pt x="3" y="233"/>
                  </a:lnTo>
                  <a:lnTo>
                    <a:pt x="0" y="260"/>
                  </a:lnTo>
                  <a:lnTo>
                    <a:pt x="12" y="260"/>
                  </a:lnTo>
                  <a:lnTo>
                    <a:pt x="14" y="235"/>
                  </a:lnTo>
                  <a:lnTo>
                    <a:pt x="21" y="211"/>
                  </a:lnTo>
                  <a:lnTo>
                    <a:pt x="32" y="186"/>
                  </a:lnTo>
                  <a:lnTo>
                    <a:pt x="45" y="164"/>
                  </a:lnTo>
                  <a:lnTo>
                    <a:pt x="64" y="143"/>
                  </a:lnTo>
                  <a:lnTo>
                    <a:pt x="84" y="123"/>
                  </a:lnTo>
                  <a:lnTo>
                    <a:pt x="109" y="103"/>
                  </a:lnTo>
                  <a:lnTo>
                    <a:pt x="137" y="85"/>
                  </a:lnTo>
                  <a:lnTo>
                    <a:pt x="167" y="70"/>
                  </a:lnTo>
                  <a:lnTo>
                    <a:pt x="200" y="55"/>
                  </a:lnTo>
                  <a:lnTo>
                    <a:pt x="236" y="42"/>
                  </a:lnTo>
                  <a:lnTo>
                    <a:pt x="272" y="31"/>
                  </a:lnTo>
                  <a:lnTo>
                    <a:pt x="312" y="23"/>
                  </a:lnTo>
                  <a:lnTo>
                    <a:pt x="353" y="16"/>
                  </a:lnTo>
                  <a:lnTo>
                    <a:pt x="395" y="12"/>
                  </a:lnTo>
                  <a:lnTo>
                    <a:pt x="439" y="11"/>
                  </a:lnTo>
                  <a:lnTo>
                    <a:pt x="439"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3462" name="Freeform 52"/>
            <p:cNvSpPr>
              <a:spLocks/>
            </p:cNvSpPr>
            <p:nvPr/>
          </p:nvSpPr>
          <p:spPr bwMode="auto">
            <a:xfrm>
              <a:off x="964" y="1745"/>
              <a:ext cx="48" cy="85"/>
            </a:xfrm>
            <a:custGeom>
              <a:avLst/>
              <a:gdLst>
                <a:gd name="T0" fmla="*/ 2 w 244"/>
                <a:gd name="T1" fmla="*/ 3 h 426"/>
                <a:gd name="T2" fmla="*/ 2 w 244"/>
                <a:gd name="T3" fmla="*/ 3 h 426"/>
                <a:gd name="T4" fmla="*/ 2 w 244"/>
                <a:gd name="T5" fmla="*/ 3 h 426"/>
                <a:gd name="T6" fmla="*/ 2 w 244"/>
                <a:gd name="T7" fmla="*/ 3 h 426"/>
                <a:gd name="T8" fmla="*/ 2 w 244"/>
                <a:gd name="T9" fmla="*/ 2 h 426"/>
                <a:gd name="T10" fmla="*/ 2 w 244"/>
                <a:gd name="T11" fmla="*/ 2 h 426"/>
                <a:gd name="T12" fmla="*/ 2 w 244"/>
                <a:gd name="T13" fmla="*/ 2 h 426"/>
                <a:gd name="T14" fmla="*/ 2 w 244"/>
                <a:gd name="T15" fmla="*/ 2 h 426"/>
                <a:gd name="T16" fmla="*/ 1 w 244"/>
                <a:gd name="T17" fmla="*/ 1 h 426"/>
                <a:gd name="T18" fmla="*/ 1 w 244"/>
                <a:gd name="T19" fmla="*/ 1 h 426"/>
                <a:gd name="T20" fmla="*/ 1 w 244"/>
                <a:gd name="T21" fmla="*/ 1 h 426"/>
                <a:gd name="T22" fmla="*/ 1 w 244"/>
                <a:gd name="T23" fmla="*/ 1 h 426"/>
                <a:gd name="T24" fmla="*/ 1 w 244"/>
                <a:gd name="T25" fmla="*/ 0 h 426"/>
                <a:gd name="T26" fmla="*/ 1 w 244"/>
                <a:gd name="T27" fmla="*/ 0 h 426"/>
                <a:gd name="T28" fmla="*/ 1 w 244"/>
                <a:gd name="T29" fmla="*/ 0 h 426"/>
                <a:gd name="T30" fmla="*/ 0 w 244"/>
                <a:gd name="T31" fmla="*/ 0 h 426"/>
                <a:gd name="T32" fmla="*/ 0 w 244"/>
                <a:gd name="T33" fmla="*/ 0 h 426"/>
                <a:gd name="T34" fmla="*/ 0 w 244"/>
                <a:gd name="T35" fmla="*/ 0 h 426"/>
                <a:gd name="T36" fmla="*/ 0 w 244"/>
                <a:gd name="T37" fmla="*/ 0 h 426"/>
                <a:gd name="T38" fmla="*/ 0 w 244"/>
                <a:gd name="T39" fmla="*/ 0 h 426"/>
                <a:gd name="T40" fmla="*/ 0 w 244"/>
                <a:gd name="T41" fmla="*/ 0 h 426"/>
                <a:gd name="T42" fmla="*/ 1 w 244"/>
                <a:gd name="T43" fmla="*/ 0 h 426"/>
                <a:gd name="T44" fmla="*/ 1 w 244"/>
                <a:gd name="T45" fmla="*/ 0 h 426"/>
                <a:gd name="T46" fmla="*/ 1 w 244"/>
                <a:gd name="T47" fmla="*/ 0 h 426"/>
                <a:gd name="T48" fmla="*/ 1 w 244"/>
                <a:gd name="T49" fmla="*/ 1 h 426"/>
                <a:gd name="T50" fmla="*/ 1 w 244"/>
                <a:gd name="T51" fmla="*/ 1 h 426"/>
                <a:gd name="T52" fmla="*/ 1 w 244"/>
                <a:gd name="T53" fmla="*/ 1 h 426"/>
                <a:gd name="T54" fmla="*/ 1 w 244"/>
                <a:gd name="T55" fmla="*/ 1 h 426"/>
                <a:gd name="T56" fmla="*/ 1 w 244"/>
                <a:gd name="T57" fmla="*/ 2 h 426"/>
                <a:gd name="T58" fmla="*/ 2 w 244"/>
                <a:gd name="T59" fmla="*/ 2 h 426"/>
                <a:gd name="T60" fmla="*/ 2 w 244"/>
                <a:gd name="T61" fmla="*/ 2 h 426"/>
                <a:gd name="T62" fmla="*/ 2 w 244"/>
                <a:gd name="T63" fmla="*/ 2 h 426"/>
                <a:gd name="T64" fmla="*/ 2 w 244"/>
                <a:gd name="T65" fmla="*/ 3 h 426"/>
                <a:gd name="T66" fmla="*/ 2 w 244"/>
                <a:gd name="T67" fmla="*/ 3 h 426"/>
                <a:gd name="T68" fmla="*/ 2 w 244"/>
                <a:gd name="T69" fmla="*/ 3 h 426"/>
                <a:gd name="T70" fmla="*/ 2 w 244"/>
                <a:gd name="T71" fmla="*/ 3 h 426"/>
                <a:gd name="T72" fmla="*/ 2 w 244"/>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6"/>
                <a:gd name="T113" fmla="*/ 244 w 244"/>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6">
                  <a:moveTo>
                    <a:pt x="244" y="426"/>
                  </a:moveTo>
                  <a:lnTo>
                    <a:pt x="244" y="426"/>
                  </a:lnTo>
                  <a:lnTo>
                    <a:pt x="243" y="383"/>
                  </a:lnTo>
                  <a:lnTo>
                    <a:pt x="240" y="340"/>
                  </a:lnTo>
                  <a:lnTo>
                    <a:pt x="234" y="300"/>
                  </a:lnTo>
                  <a:lnTo>
                    <a:pt x="226" y="262"/>
                  </a:lnTo>
                  <a:lnTo>
                    <a:pt x="215" y="224"/>
                  </a:lnTo>
                  <a:lnTo>
                    <a:pt x="203" y="189"/>
                  </a:lnTo>
                  <a:lnTo>
                    <a:pt x="189" y="157"/>
                  </a:lnTo>
                  <a:lnTo>
                    <a:pt x="174" y="126"/>
                  </a:lnTo>
                  <a:lnTo>
                    <a:pt x="155" y="99"/>
                  </a:lnTo>
                  <a:lnTo>
                    <a:pt x="138" y="74"/>
                  </a:lnTo>
                  <a:lnTo>
                    <a:pt x="118" y="52"/>
                  </a:lnTo>
                  <a:lnTo>
                    <a:pt x="96" y="34"/>
                  </a:lnTo>
                  <a:lnTo>
                    <a:pt x="73" y="19"/>
                  </a:lnTo>
                  <a:lnTo>
                    <a:pt x="50" y="8"/>
                  </a:lnTo>
                  <a:lnTo>
                    <a:pt x="25" y="2"/>
                  </a:lnTo>
                  <a:lnTo>
                    <a:pt x="0" y="0"/>
                  </a:lnTo>
                  <a:lnTo>
                    <a:pt x="0" y="12"/>
                  </a:lnTo>
                  <a:lnTo>
                    <a:pt x="23" y="14"/>
                  </a:lnTo>
                  <a:lnTo>
                    <a:pt x="45" y="20"/>
                  </a:lnTo>
                  <a:lnTo>
                    <a:pt x="66" y="31"/>
                  </a:lnTo>
                  <a:lnTo>
                    <a:pt x="89" y="43"/>
                  </a:lnTo>
                  <a:lnTo>
                    <a:pt x="109" y="61"/>
                  </a:lnTo>
                  <a:lnTo>
                    <a:pt x="129" y="81"/>
                  </a:lnTo>
                  <a:lnTo>
                    <a:pt x="146" y="106"/>
                  </a:lnTo>
                  <a:lnTo>
                    <a:pt x="162" y="133"/>
                  </a:lnTo>
                  <a:lnTo>
                    <a:pt x="178" y="162"/>
                  </a:lnTo>
                  <a:lnTo>
                    <a:pt x="192" y="194"/>
                  </a:lnTo>
                  <a:lnTo>
                    <a:pt x="203" y="229"/>
                  </a:lnTo>
                  <a:lnTo>
                    <a:pt x="214" y="264"/>
                  </a:lnTo>
                  <a:lnTo>
                    <a:pt x="222" y="303"/>
                  </a:lnTo>
                  <a:lnTo>
                    <a:pt x="228" y="342"/>
                  </a:lnTo>
                  <a:lnTo>
                    <a:pt x="232" y="383"/>
                  </a:lnTo>
                  <a:lnTo>
                    <a:pt x="233" y="426"/>
                  </a:lnTo>
                  <a:lnTo>
                    <a:pt x="244"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3463" name="Freeform 53"/>
            <p:cNvSpPr>
              <a:spLocks/>
            </p:cNvSpPr>
            <p:nvPr/>
          </p:nvSpPr>
          <p:spPr bwMode="auto">
            <a:xfrm>
              <a:off x="964" y="1830"/>
              <a:ext cx="48" cy="85"/>
            </a:xfrm>
            <a:custGeom>
              <a:avLst/>
              <a:gdLst>
                <a:gd name="T0" fmla="*/ 0 w 244"/>
                <a:gd name="T1" fmla="*/ 3 h 424"/>
                <a:gd name="T2" fmla="*/ 0 w 244"/>
                <a:gd name="T3" fmla="*/ 3 h 424"/>
                <a:gd name="T4" fmla="*/ 0 w 244"/>
                <a:gd name="T5" fmla="*/ 3 h 424"/>
                <a:gd name="T6" fmla="*/ 0 w 244"/>
                <a:gd name="T7" fmla="*/ 3 h 424"/>
                <a:gd name="T8" fmla="*/ 1 w 244"/>
                <a:gd name="T9" fmla="*/ 3 h 424"/>
                <a:gd name="T10" fmla="*/ 1 w 244"/>
                <a:gd name="T11" fmla="*/ 3 h 424"/>
                <a:gd name="T12" fmla="*/ 1 w 244"/>
                <a:gd name="T13" fmla="*/ 3 h 424"/>
                <a:gd name="T14" fmla="*/ 1 w 244"/>
                <a:gd name="T15" fmla="*/ 3 h 424"/>
                <a:gd name="T16" fmla="*/ 1 w 244"/>
                <a:gd name="T17" fmla="*/ 3 h 424"/>
                <a:gd name="T18" fmla="*/ 1 w 244"/>
                <a:gd name="T19" fmla="*/ 2 h 424"/>
                <a:gd name="T20" fmla="*/ 1 w 244"/>
                <a:gd name="T21" fmla="*/ 2 h 424"/>
                <a:gd name="T22" fmla="*/ 2 w 244"/>
                <a:gd name="T23" fmla="*/ 2 h 424"/>
                <a:gd name="T24" fmla="*/ 2 w 244"/>
                <a:gd name="T25" fmla="*/ 2 h 424"/>
                <a:gd name="T26" fmla="*/ 2 w 244"/>
                <a:gd name="T27" fmla="*/ 1 h 424"/>
                <a:gd name="T28" fmla="*/ 2 w 244"/>
                <a:gd name="T29" fmla="*/ 1 h 424"/>
                <a:gd name="T30" fmla="*/ 2 w 244"/>
                <a:gd name="T31" fmla="*/ 1 h 424"/>
                <a:gd name="T32" fmla="*/ 2 w 244"/>
                <a:gd name="T33" fmla="*/ 0 h 424"/>
                <a:gd name="T34" fmla="*/ 2 w 244"/>
                <a:gd name="T35" fmla="*/ 0 h 424"/>
                <a:gd name="T36" fmla="*/ 2 w 244"/>
                <a:gd name="T37" fmla="*/ 0 h 424"/>
                <a:gd name="T38" fmla="*/ 2 w 244"/>
                <a:gd name="T39" fmla="*/ 0 h 424"/>
                <a:gd name="T40" fmla="*/ 2 w 244"/>
                <a:gd name="T41" fmla="*/ 1 h 424"/>
                <a:gd name="T42" fmla="*/ 2 w 244"/>
                <a:gd name="T43" fmla="*/ 1 h 424"/>
                <a:gd name="T44" fmla="*/ 2 w 244"/>
                <a:gd name="T45" fmla="*/ 1 h 424"/>
                <a:gd name="T46" fmla="*/ 2 w 244"/>
                <a:gd name="T47" fmla="*/ 2 h 424"/>
                <a:gd name="T48" fmla="*/ 1 w 244"/>
                <a:gd name="T49" fmla="*/ 2 h 424"/>
                <a:gd name="T50" fmla="*/ 1 w 244"/>
                <a:gd name="T51" fmla="*/ 2 h 424"/>
                <a:gd name="T52" fmla="*/ 1 w 244"/>
                <a:gd name="T53" fmla="*/ 2 h 424"/>
                <a:gd name="T54" fmla="*/ 1 w 244"/>
                <a:gd name="T55" fmla="*/ 3 h 424"/>
                <a:gd name="T56" fmla="*/ 1 w 244"/>
                <a:gd name="T57" fmla="*/ 3 h 424"/>
                <a:gd name="T58" fmla="*/ 1 w 244"/>
                <a:gd name="T59" fmla="*/ 3 h 424"/>
                <a:gd name="T60" fmla="*/ 1 w 244"/>
                <a:gd name="T61" fmla="*/ 3 h 424"/>
                <a:gd name="T62" fmla="*/ 1 w 244"/>
                <a:gd name="T63" fmla="*/ 3 h 424"/>
                <a:gd name="T64" fmla="*/ 0 w 244"/>
                <a:gd name="T65" fmla="*/ 3 h 424"/>
                <a:gd name="T66" fmla="*/ 0 w 244"/>
                <a:gd name="T67" fmla="*/ 3 h 424"/>
                <a:gd name="T68" fmla="*/ 0 w 244"/>
                <a:gd name="T69" fmla="*/ 3 h 424"/>
                <a:gd name="T70" fmla="*/ 0 w 244"/>
                <a:gd name="T71" fmla="*/ 3 h 424"/>
                <a:gd name="T72" fmla="*/ 0 w 244"/>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4"/>
                <a:gd name="T113" fmla="*/ 244 w 244"/>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4">
                  <a:moveTo>
                    <a:pt x="0" y="424"/>
                  </a:moveTo>
                  <a:lnTo>
                    <a:pt x="0" y="424"/>
                  </a:lnTo>
                  <a:lnTo>
                    <a:pt x="25" y="422"/>
                  </a:lnTo>
                  <a:lnTo>
                    <a:pt x="50" y="416"/>
                  </a:lnTo>
                  <a:lnTo>
                    <a:pt x="73" y="405"/>
                  </a:lnTo>
                  <a:lnTo>
                    <a:pt x="96" y="390"/>
                  </a:lnTo>
                  <a:lnTo>
                    <a:pt x="118" y="373"/>
                  </a:lnTo>
                  <a:lnTo>
                    <a:pt x="138" y="350"/>
                  </a:lnTo>
                  <a:lnTo>
                    <a:pt x="155" y="326"/>
                  </a:lnTo>
                  <a:lnTo>
                    <a:pt x="173" y="299"/>
                  </a:lnTo>
                  <a:lnTo>
                    <a:pt x="189" y="268"/>
                  </a:lnTo>
                  <a:lnTo>
                    <a:pt x="203" y="235"/>
                  </a:lnTo>
                  <a:lnTo>
                    <a:pt x="215" y="201"/>
                  </a:lnTo>
                  <a:lnTo>
                    <a:pt x="226" y="163"/>
                  </a:lnTo>
                  <a:lnTo>
                    <a:pt x="234" y="125"/>
                  </a:lnTo>
                  <a:lnTo>
                    <a:pt x="240" y="85"/>
                  </a:lnTo>
                  <a:lnTo>
                    <a:pt x="243" y="42"/>
                  </a:lnTo>
                  <a:lnTo>
                    <a:pt x="244" y="0"/>
                  </a:lnTo>
                  <a:lnTo>
                    <a:pt x="233" y="0"/>
                  </a:lnTo>
                  <a:lnTo>
                    <a:pt x="232" y="42"/>
                  </a:lnTo>
                  <a:lnTo>
                    <a:pt x="228" y="83"/>
                  </a:lnTo>
                  <a:lnTo>
                    <a:pt x="222" y="123"/>
                  </a:lnTo>
                  <a:lnTo>
                    <a:pt x="214" y="160"/>
                  </a:lnTo>
                  <a:lnTo>
                    <a:pt x="203" y="197"/>
                  </a:lnTo>
                  <a:lnTo>
                    <a:pt x="192" y="231"/>
                  </a:lnTo>
                  <a:lnTo>
                    <a:pt x="178" y="263"/>
                  </a:lnTo>
                  <a:lnTo>
                    <a:pt x="164" y="292"/>
                  </a:lnTo>
                  <a:lnTo>
                    <a:pt x="146" y="319"/>
                  </a:lnTo>
                  <a:lnTo>
                    <a:pt x="129" y="343"/>
                  </a:lnTo>
                  <a:lnTo>
                    <a:pt x="109" y="363"/>
                  </a:lnTo>
                  <a:lnTo>
                    <a:pt x="89" y="381"/>
                  </a:lnTo>
                  <a:lnTo>
                    <a:pt x="66" y="394"/>
                  </a:lnTo>
                  <a:lnTo>
                    <a:pt x="45" y="404"/>
                  </a:lnTo>
                  <a:lnTo>
                    <a:pt x="23" y="410"/>
                  </a:lnTo>
                  <a:lnTo>
                    <a:pt x="0" y="412"/>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3464" name="Freeform 54"/>
            <p:cNvSpPr>
              <a:spLocks/>
            </p:cNvSpPr>
            <p:nvPr/>
          </p:nvSpPr>
          <p:spPr bwMode="auto">
            <a:xfrm>
              <a:off x="915" y="1830"/>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1" y="42"/>
                  </a:lnTo>
                  <a:lnTo>
                    <a:pt x="4" y="85"/>
                  </a:lnTo>
                  <a:lnTo>
                    <a:pt x="10" y="125"/>
                  </a:lnTo>
                  <a:lnTo>
                    <a:pt x="19" y="163"/>
                  </a:lnTo>
                  <a:lnTo>
                    <a:pt x="29" y="201"/>
                  </a:lnTo>
                  <a:lnTo>
                    <a:pt x="41" y="235"/>
                  </a:lnTo>
                  <a:lnTo>
                    <a:pt x="55" y="268"/>
                  </a:lnTo>
                  <a:lnTo>
                    <a:pt x="71" y="299"/>
                  </a:lnTo>
                  <a:lnTo>
                    <a:pt x="89" y="326"/>
                  </a:lnTo>
                  <a:lnTo>
                    <a:pt x="106" y="350"/>
                  </a:lnTo>
                  <a:lnTo>
                    <a:pt x="126" y="373"/>
                  </a:lnTo>
                  <a:lnTo>
                    <a:pt x="149" y="390"/>
                  </a:lnTo>
                  <a:lnTo>
                    <a:pt x="171" y="405"/>
                  </a:lnTo>
                  <a:lnTo>
                    <a:pt x="194" y="416"/>
                  </a:lnTo>
                  <a:lnTo>
                    <a:pt x="219" y="422"/>
                  </a:lnTo>
                  <a:lnTo>
                    <a:pt x="245" y="424"/>
                  </a:lnTo>
                  <a:lnTo>
                    <a:pt x="245" y="412"/>
                  </a:lnTo>
                  <a:lnTo>
                    <a:pt x="221" y="410"/>
                  </a:lnTo>
                  <a:lnTo>
                    <a:pt x="199" y="404"/>
                  </a:lnTo>
                  <a:lnTo>
                    <a:pt x="178" y="394"/>
                  </a:lnTo>
                  <a:lnTo>
                    <a:pt x="156" y="381"/>
                  </a:lnTo>
                  <a:lnTo>
                    <a:pt x="136" y="363"/>
                  </a:lnTo>
                  <a:lnTo>
                    <a:pt x="116" y="343"/>
                  </a:lnTo>
                  <a:lnTo>
                    <a:pt x="98" y="319"/>
                  </a:lnTo>
                  <a:lnTo>
                    <a:pt x="81" y="292"/>
                  </a:lnTo>
                  <a:lnTo>
                    <a:pt x="67" y="263"/>
                  </a:lnTo>
                  <a:lnTo>
                    <a:pt x="52" y="231"/>
                  </a:lnTo>
                  <a:lnTo>
                    <a:pt x="41" y="197"/>
                  </a:lnTo>
                  <a:lnTo>
                    <a:pt x="30" y="160"/>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3465" name="Freeform 55"/>
            <p:cNvSpPr>
              <a:spLocks/>
            </p:cNvSpPr>
            <p:nvPr/>
          </p:nvSpPr>
          <p:spPr bwMode="auto">
            <a:xfrm>
              <a:off x="915" y="1745"/>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0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19" y="2"/>
                  </a:lnTo>
                  <a:lnTo>
                    <a:pt x="194" y="8"/>
                  </a:lnTo>
                  <a:lnTo>
                    <a:pt x="171" y="19"/>
                  </a:lnTo>
                  <a:lnTo>
                    <a:pt x="149" y="34"/>
                  </a:lnTo>
                  <a:lnTo>
                    <a:pt x="126" y="52"/>
                  </a:lnTo>
                  <a:lnTo>
                    <a:pt x="106" y="74"/>
                  </a:lnTo>
                  <a:lnTo>
                    <a:pt x="89" y="99"/>
                  </a:lnTo>
                  <a:lnTo>
                    <a:pt x="70" y="126"/>
                  </a:lnTo>
                  <a:lnTo>
                    <a:pt x="55" y="157"/>
                  </a:lnTo>
                  <a:lnTo>
                    <a:pt x="41" y="189"/>
                  </a:lnTo>
                  <a:lnTo>
                    <a:pt x="29" y="224"/>
                  </a:lnTo>
                  <a:lnTo>
                    <a:pt x="19" y="262"/>
                  </a:lnTo>
                  <a:lnTo>
                    <a:pt x="10" y="300"/>
                  </a:lnTo>
                  <a:lnTo>
                    <a:pt x="4" y="340"/>
                  </a:lnTo>
                  <a:lnTo>
                    <a:pt x="1" y="383"/>
                  </a:lnTo>
                  <a:lnTo>
                    <a:pt x="0" y="426"/>
                  </a:lnTo>
                  <a:lnTo>
                    <a:pt x="11" y="426"/>
                  </a:lnTo>
                  <a:lnTo>
                    <a:pt x="13" y="383"/>
                  </a:lnTo>
                  <a:lnTo>
                    <a:pt x="16" y="342"/>
                  </a:lnTo>
                  <a:lnTo>
                    <a:pt x="22" y="303"/>
                  </a:lnTo>
                  <a:lnTo>
                    <a:pt x="30" y="264"/>
                  </a:lnTo>
                  <a:lnTo>
                    <a:pt x="41" y="229"/>
                  </a:lnTo>
                  <a:lnTo>
                    <a:pt x="52" y="194"/>
                  </a:lnTo>
                  <a:lnTo>
                    <a:pt x="67" y="162"/>
                  </a:lnTo>
                  <a:lnTo>
                    <a:pt x="82" y="133"/>
                  </a:lnTo>
                  <a:lnTo>
                    <a:pt x="98" y="106"/>
                  </a:lnTo>
                  <a:lnTo>
                    <a:pt x="116" y="81"/>
                  </a:lnTo>
                  <a:lnTo>
                    <a:pt x="136" y="61"/>
                  </a:lnTo>
                  <a:lnTo>
                    <a:pt x="156" y="43"/>
                  </a:lnTo>
                  <a:lnTo>
                    <a:pt x="178" y="31"/>
                  </a:lnTo>
                  <a:lnTo>
                    <a:pt x="199" y="20"/>
                  </a:lnTo>
                  <a:lnTo>
                    <a:pt x="221"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3466" name="Freeform 56"/>
            <p:cNvSpPr>
              <a:spLocks/>
            </p:cNvSpPr>
            <p:nvPr/>
          </p:nvSpPr>
          <p:spPr bwMode="auto">
            <a:xfrm>
              <a:off x="1140" y="2087"/>
              <a:ext cx="49" cy="85"/>
            </a:xfrm>
            <a:custGeom>
              <a:avLst/>
              <a:gdLst>
                <a:gd name="T0" fmla="*/ 2 w 246"/>
                <a:gd name="T1" fmla="*/ 3 h 424"/>
                <a:gd name="T2" fmla="*/ 2 w 246"/>
                <a:gd name="T3" fmla="*/ 3 h 424"/>
                <a:gd name="T4" fmla="*/ 2 w 246"/>
                <a:gd name="T5" fmla="*/ 3 h 424"/>
                <a:gd name="T6" fmla="*/ 2 w 246"/>
                <a:gd name="T7" fmla="*/ 3 h 424"/>
                <a:gd name="T8" fmla="*/ 2 w 246"/>
                <a:gd name="T9" fmla="*/ 2 h 424"/>
                <a:gd name="T10" fmla="*/ 2 w 246"/>
                <a:gd name="T11" fmla="*/ 2 h 424"/>
                <a:gd name="T12" fmla="*/ 2 w 246"/>
                <a:gd name="T13" fmla="*/ 2 h 424"/>
                <a:gd name="T14" fmla="*/ 2 w 246"/>
                <a:gd name="T15" fmla="*/ 2 h 424"/>
                <a:gd name="T16" fmla="*/ 2 w 246"/>
                <a:gd name="T17" fmla="*/ 1 h 424"/>
                <a:gd name="T18" fmla="*/ 1 w 246"/>
                <a:gd name="T19" fmla="*/ 1 h 424"/>
                <a:gd name="T20" fmla="*/ 1 w 246"/>
                <a:gd name="T21" fmla="*/ 1 h 424"/>
                <a:gd name="T22" fmla="*/ 1 w 246"/>
                <a:gd name="T23" fmla="*/ 1 h 424"/>
                <a:gd name="T24" fmla="*/ 1 w 246"/>
                <a:gd name="T25" fmla="*/ 0 h 424"/>
                <a:gd name="T26" fmla="*/ 1 w 246"/>
                <a:gd name="T27" fmla="*/ 0 h 424"/>
                <a:gd name="T28" fmla="*/ 1 w 246"/>
                <a:gd name="T29" fmla="*/ 0 h 424"/>
                <a:gd name="T30" fmla="*/ 0 w 246"/>
                <a:gd name="T31" fmla="*/ 0 h 424"/>
                <a:gd name="T32" fmla="*/ 0 w 246"/>
                <a:gd name="T33" fmla="*/ 0 h 424"/>
                <a:gd name="T34" fmla="*/ 0 w 246"/>
                <a:gd name="T35" fmla="*/ 0 h 424"/>
                <a:gd name="T36" fmla="*/ 0 w 246"/>
                <a:gd name="T37" fmla="*/ 0 h 424"/>
                <a:gd name="T38" fmla="*/ 0 w 246"/>
                <a:gd name="T39" fmla="*/ 0 h 424"/>
                <a:gd name="T40" fmla="*/ 0 w 246"/>
                <a:gd name="T41" fmla="*/ 0 h 424"/>
                <a:gd name="T42" fmla="*/ 1 w 246"/>
                <a:gd name="T43" fmla="*/ 0 h 424"/>
                <a:gd name="T44" fmla="*/ 1 w 246"/>
                <a:gd name="T45" fmla="*/ 0 h 424"/>
                <a:gd name="T46" fmla="*/ 1 w 246"/>
                <a:gd name="T47" fmla="*/ 0 h 424"/>
                <a:gd name="T48" fmla="*/ 1 w 246"/>
                <a:gd name="T49" fmla="*/ 1 h 424"/>
                <a:gd name="T50" fmla="*/ 1 w 246"/>
                <a:gd name="T51" fmla="*/ 1 h 424"/>
                <a:gd name="T52" fmla="*/ 1 w 246"/>
                <a:gd name="T53" fmla="*/ 1 h 424"/>
                <a:gd name="T54" fmla="*/ 1 w 246"/>
                <a:gd name="T55" fmla="*/ 1 h 424"/>
                <a:gd name="T56" fmla="*/ 2 w 246"/>
                <a:gd name="T57" fmla="*/ 2 h 424"/>
                <a:gd name="T58" fmla="*/ 2 w 246"/>
                <a:gd name="T59" fmla="*/ 2 h 424"/>
                <a:gd name="T60" fmla="*/ 2 w 246"/>
                <a:gd name="T61" fmla="*/ 2 h 424"/>
                <a:gd name="T62" fmla="*/ 2 w 246"/>
                <a:gd name="T63" fmla="*/ 2 h 424"/>
                <a:gd name="T64" fmla="*/ 2 w 246"/>
                <a:gd name="T65" fmla="*/ 3 h 424"/>
                <a:gd name="T66" fmla="*/ 2 w 246"/>
                <a:gd name="T67" fmla="*/ 3 h 424"/>
                <a:gd name="T68" fmla="*/ 2 w 246"/>
                <a:gd name="T69" fmla="*/ 3 h 424"/>
                <a:gd name="T70" fmla="*/ 2 w 246"/>
                <a:gd name="T71" fmla="*/ 3 h 424"/>
                <a:gd name="T72" fmla="*/ 2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424"/>
                  </a:moveTo>
                  <a:lnTo>
                    <a:pt x="246" y="424"/>
                  </a:lnTo>
                  <a:lnTo>
                    <a:pt x="244" y="382"/>
                  </a:lnTo>
                  <a:lnTo>
                    <a:pt x="241" y="338"/>
                  </a:lnTo>
                  <a:lnTo>
                    <a:pt x="235" y="298"/>
                  </a:lnTo>
                  <a:lnTo>
                    <a:pt x="227" y="261"/>
                  </a:lnTo>
                  <a:lnTo>
                    <a:pt x="216" y="222"/>
                  </a:lnTo>
                  <a:lnTo>
                    <a:pt x="205" y="188"/>
                  </a:lnTo>
                  <a:lnTo>
                    <a:pt x="190" y="155"/>
                  </a:lnTo>
                  <a:lnTo>
                    <a:pt x="174" y="125"/>
                  </a:lnTo>
                  <a:lnTo>
                    <a:pt x="157" y="98"/>
                  </a:lnTo>
                  <a:lnTo>
                    <a:pt x="138" y="73"/>
                  </a:lnTo>
                  <a:lnTo>
                    <a:pt x="118" y="51"/>
                  </a:lnTo>
                  <a:lnTo>
                    <a:pt x="96" y="34"/>
                  </a:lnTo>
                  <a:lnTo>
                    <a:pt x="74" y="18"/>
                  </a:lnTo>
                  <a:lnTo>
                    <a:pt x="50" y="8"/>
                  </a:lnTo>
                  <a:lnTo>
                    <a:pt x="25" y="2"/>
                  </a:lnTo>
                  <a:lnTo>
                    <a:pt x="0" y="0"/>
                  </a:lnTo>
                  <a:lnTo>
                    <a:pt x="0" y="11"/>
                  </a:lnTo>
                  <a:lnTo>
                    <a:pt x="23" y="14"/>
                  </a:lnTo>
                  <a:lnTo>
                    <a:pt x="45" y="19"/>
                  </a:lnTo>
                  <a:lnTo>
                    <a:pt x="67" y="30"/>
                  </a:lnTo>
                  <a:lnTo>
                    <a:pt x="89" y="43"/>
                  </a:lnTo>
                  <a:lnTo>
                    <a:pt x="108" y="60"/>
                  </a:lnTo>
                  <a:lnTo>
                    <a:pt x="128" y="80"/>
                  </a:lnTo>
                  <a:lnTo>
                    <a:pt x="147" y="105"/>
                  </a:lnTo>
                  <a:lnTo>
                    <a:pt x="165" y="132"/>
                  </a:lnTo>
                  <a:lnTo>
                    <a:pt x="179" y="160"/>
                  </a:lnTo>
                  <a:lnTo>
                    <a:pt x="193" y="193"/>
                  </a:lnTo>
                  <a:lnTo>
                    <a:pt x="205" y="227"/>
                  </a:lnTo>
                  <a:lnTo>
                    <a:pt x="215" y="263"/>
                  </a:lnTo>
                  <a:lnTo>
                    <a:pt x="223" y="301"/>
                  </a:lnTo>
                  <a:lnTo>
                    <a:pt x="229" y="341"/>
                  </a:lnTo>
                  <a:lnTo>
                    <a:pt x="233" y="382"/>
                  </a:lnTo>
                  <a:lnTo>
                    <a:pt x="234" y="424"/>
                  </a:lnTo>
                  <a:lnTo>
                    <a:pt x="246"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3467" name="Freeform 57"/>
            <p:cNvSpPr>
              <a:spLocks/>
            </p:cNvSpPr>
            <p:nvPr/>
          </p:nvSpPr>
          <p:spPr bwMode="auto">
            <a:xfrm>
              <a:off x="1140" y="2172"/>
              <a:ext cx="49" cy="85"/>
            </a:xfrm>
            <a:custGeom>
              <a:avLst/>
              <a:gdLst>
                <a:gd name="T0" fmla="*/ 0 w 246"/>
                <a:gd name="T1" fmla="*/ 3 h 426"/>
                <a:gd name="T2" fmla="*/ 0 w 246"/>
                <a:gd name="T3" fmla="*/ 3 h 426"/>
                <a:gd name="T4" fmla="*/ 0 w 246"/>
                <a:gd name="T5" fmla="*/ 3 h 426"/>
                <a:gd name="T6" fmla="*/ 0 w 246"/>
                <a:gd name="T7" fmla="*/ 3 h 426"/>
                <a:gd name="T8" fmla="*/ 1 w 246"/>
                <a:gd name="T9" fmla="*/ 3 h 426"/>
                <a:gd name="T10" fmla="*/ 1 w 246"/>
                <a:gd name="T11" fmla="*/ 3 h 426"/>
                <a:gd name="T12" fmla="*/ 1 w 246"/>
                <a:gd name="T13" fmla="*/ 3 h 426"/>
                <a:gd name="T14" fmla="*/ 1 w 246"/>
                <a:gd name="T15" fmla="*/ 3 h 426"/>
                <a:gd name="T16" fmla="*/ 1 w 246"/>
                <a:gd name="T17" fmla="*/ 3 h 426"/>
                <a:gd name="T18" fmla="*/ 1 w 246"/>
                <a:gd name="T19" fmla="*/ 2 h 426"/>
                <a:gd name="T20" fmla="*/ 2 w 246"/>
                <a:gd name="T21" fmla="*/ 2 h 426"/>
                <a:gd name="T22" fmla="*/ 2 w 246"/>
                <a:gd name="T23" fmla="*/ 2 h 426"/>
                <a:gd name="T24" fmla="*/ 2 w 246"/>
                <a:gd name="T25" fmla="*/ 2 h 426"/>
                <a:gd name="T26" fmla="*/ 2 w 246"/>
                <a:gd name="T27" fmla="*/ 1 h 426"/>
                <a:gd name="T28" fmla="*/ 2 w 246"/>
                <a:gd name="T29" fmla="*/ 1 h 426"/>
                <a:gd name="T30" fmla="*/ 2 w 246"/>
                <a:gd name="T31" fmla="*/ 1 h 426"/>
                <a:gd name="T32" fmla="*/ 2 w 246"/>
                <a:gd name="T33" fmla="*/ 0 h 426"/>
                <a:gd name="T34" fmla="*/ 2 w 246"/>
                <a:gd name="T35" fmla="*/ 0 h 426"/>
                <a:gd name="T36" fmla="*/ 2 w 246"/>
                <a:gd name="T37" fmla="*/ 0 h 426"/>
                <a:gd name="T38" fmla="*/ 2 w 246"/>
                <a:gd name="T39" fmla="*/ 0 h 426"/>
                <a:gd name="T40" fmla="*/ 2 w 246"/>
                <a:gd name="T41" fmla="*/ 1 h 426"/>
                <a:gd name="T42" fmla="*/ 2 w 246"/>
                <a:gd name="T43" fmla="*/ 1 h 426"/>
                <a:gd name="T44" fmla="*/ 2 w 246"/>
                <a:gd name="T45" fmla="*/ 1 h 426"/>
                <a:gd name="T46" fmla="*/ 2 w 246"/>
                <a:gd name="T47" fmla="*/ 2 h 426"/>
                <a:gd name="T48" fmla="*/ 2 w 246"/>
                <a:gd name="T49" fmla="*/ 2 h 426"/>
                <a:gd name="T50" fmla="*/ 1 w 246"/>
                <a:gd name="T51" fmla="*/ 2 h 426"/>
                <a:gd name="T52" fmla="*/ 1 w 246"/>
                <a:gd name="T53" fmla="*/ 2 h 426"/>
                <a:gd name="T54" fmla="*/ 1 w 246"/>
                <a:gd name="T55" fmla="*/ 3 h 426"/>
                <a:gd name="T56" fmla="*/ 1 w 246"/>
                <a:gd name="T57" fmla="*/ 3 h 426"/>
                <a:gd name="T58" fmla="*/ 1 w 246"/>
                <a:gd name="T59" fmla="*/ 3 h 426"/>
                <a:gd name="T60" fmla="*/ 1 w 246"/>
                <a:gd name="T61" fmla="*/ 3 h 426"/>
                <a:gd name="T62" fmla="*/ 1 w 246"/>
                <a:gd name="T63" fmla="*/ 3 h 426"/>
                <a:gd name="T64" fmla="*/ 0 w 246"/>
                <a:gd name="T65" fmla="*/ 3 h 426"/>
                <a:gd name="T66" fmla="*/ 0 w 246"/>
                <a:gd name="T67" fmla="*/ 3 h 426"/>
                <a:gd name="T68" fmla="*/ 0 w 246"/>
                <a:gd name="T69" fmla="*/ 3 h 426"/>
                <a:gd name="T70" fmla="*/ 0 w 246"/>
                <a:gd name="T71" fmla="*/ 3 h 426"/>
                <a:gd name="T72" fmla="*/ 0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426"/>
                  </a:moveTo>
                  <a:lnTo>
                    <a:pt x="0" y="426"/>
                  </a:lnTo>
                  <a:lnTo>
                    <a:pt x="25" y="423"/>
                  </a:lnTo>
                  <a:lnTo>
                    <a:pt x="50" y="417"/>
                  </a:lnTo>
                  <a:lnTo>
                    <a:pt x="74" y="407"/>
                  </a:lnTo>
                  <a:lnTo>
                    <a:pt x="96" y="392"/>
                  </a:lnTo>
                  <a:lnTo>
                    <a:pt x="118" y="373"/>
                  </a:lnTo>
                  <a:lnTo>
                    <a:pt x="138" y="350"/>
                  </a:lnTo>
                  <a:lnTo>
                    <a:pt x="157" y="327"/>
                  </a:lnTo>
                  <a:lnTo>
                    <a:pt x="175" y="299"/>
                  </a:lnTo>
                  <a:lnTo>
                    <a:pt x="190" y="268"/>
                  </a:lnTo>
                  <a:lnTo>
                    <a:pt x="205" y="236"/>
                  </a:lnTo>
                  <a:lnTo>
                    <a:pt x="216" y="202"/>
                  </a:lnTo>
                  <a:lnTo>
                    <a:pt x="227" y="164"/>
                  </a:lnTo>
                  <a:lnTo>
                    <a:pt x="235" y="125"/>
                  </a:lnTo>
                  <a:lnTo>
                    <a:pt x="241" y="86"/>
                  </a:lnTo>
                  <a:lnTo>
                    <a:pt x="244" y="42"/>
                  </a:lnTo>
                  <a:lnTo>
                    <a:pt x="246" y="0"/>
                  </a:lnTo>
                  <a:lnTo>
                    <a:pt x="234" y="0"/>
                  </a:lnTo>
                  <a:lnTo>
                    <a:pt x="233" y="42"/>
                  </a:lnTo>
                  <a:lnTo>
                    <a:pt x="229" y="83"/>
                  </a:lnTo>
                  <a:lnTo>
                    <a:pt x="223" y="123"/>
                  </a:lnTo>
                  <a:lnTo>
                    <a:pt x="215" y="162"/>
                  </a:lnTo>
                  <a:lnTo>
                    <a:pt x="205" y="197"/>
                  </a:lnTo>
                  <a:lnTo>
                    <a:pt x="193" y="231"/>
                  </a:lnTo>
                  <a:lnTo>
                    <a:pt x="179" y="264"/>
                  </a:lnTo>
                  <a:lnTo>
                    <a:pt x="164" y="292"/>
                  </a:lnTo>
                  <a:lnTo>
                    <a:pt x="147" y="320"/>
                  </a:lnTo>
                  <a:lnTo>
                    <a:pt x="128" y="343"/>
                  </a:lnTo>
                  <a:lnTo>
                    <a:pt x="108" y="363"/>
                  </a:lnTo>
                  <a:lnTo>
                    <a:pt x="89" y="382"/>
                  </a:lnTo>
                  <a:lnTo>
                    <a:pt x="67" y="395"/>
                  </a:lnTo>
                  <a:lnTo>
                    <a:pt x="45" y="406"/>
                  </a:lnTo>
                  <a:lnTo>
                    <a:pt x="23" y="411"/>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3468" name="Freeform 58"/>
            <p:cNvSpPr>
              <a:spLocks/>
            </p:cNvSpPr>
            <p:nvPr/>
          </p:nvSpPr>
          <p:spPr bwMode="auto">
            <a:xfrm>
              <a:off x="1091" y="2172"/>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4" y="86"/>
                  </a:lnTo>
                  <a:lnTo>
                    <a:pt x="10" y="125"/>
                  </a:lnTo>
                  <a:lnTo>
                    <a:pt x="18" y="164"/>
                  </a:lnTo>
                  <a:lnTo>
                    <a:pt x="29" y="202"/>
                  </a:lnTo>
                  <a:lnTo>
                    <a:pt x="41" y="236"/>
                  </a:lnTo>
                  <a:lnTo>
                    <a:pt x="55" y="268"/>
                  </a:lnTo>
                  <a:lnTo>
                    <a:pt x="70" y="299"/>
                  </a:lnTo>
                  <a:lnTo>
                    <a:pt x="89" y="327"/>
                  </a:lnTo>
                  <a:lnTo>
                    <a:pt x="106" y="350"/>
                  </a:lnTo>
                  <a:lnTo>
                    <a:pt x="126" y="373"/>
                  </a:lnTo>
                  <a:lnTo>
                    <a:pt x="148" y="392"/>
                  </a:lnTo>
                  <a:lnTo>
                    <a:pt x="171" y="407"/>
                  </a:lnTo>
                  <a:lnTo>
                    <a:pt x="194" y="417"/>
                  </a:lnTo>
                  <a:lnTo>
                    <a:pt x="219" y="423"/>
                  </a:lnTo>
                  <a:lnTo>
                    <a:pt x="245" y="426"/>
                  </a:lnTo>
                  <a:lnTo>
                    <a:pt x="245" y="414"/>
                  </a:lnTo>
                  <a:lnTo>
                    <a:pt x="221" y="411"/>
                  </a:lnTo>
                  <a:lnTo>
                    <a:pt x="199" y="406"/>
                  </a:lnTo>
                  <a:lnTo>
                    <a:pt x="178" y="395"/>
                  </a:lnTo>
                  <a:lnTo>
                    <a:pt x="155" y="382"/>
                  </a:lnTo>
                  <a:lnTo>
                    <a:pt x="136" y="363"/>
                  </a:lnTo>
                  <a:lnTo>
                    <a:pt x="116" y="343"/>
                  </a:lnTo>
                  <a:lnTo>
                    <a:pt x="98" y="320"/>
                  </a:lnTo>
                  <a:lnTo>
                    <a:pt x="82" y="292"/>
                  </a:lnTo>
                  <a:lnTo>
                    <a:pt x="66" y="264"/>
                  </a:lnTo>
                  <a:lnTo>
                    <a:pt x="52" y="231"/>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3469" name="Freeform 59"/>
            <p:cNvSpPr>
              <a:spLocks/>
            </p:cNvSpPr>
            <p:nvPr/>
          </p:nvSpPr>
          <p:spPr bwMode="auto">
            <a:xfrm>
              <a:off x="1091" y="2087"/>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4" y="8"/>
                  </a:lnTo>
                  <a:lnTo>
                    <a:pt x="171" y="18"/>
                  </a:lnTo>
                  <a:lnTo>
                    <a:pt x="148" y="34"/>
                  </a:lnTo>
                  <a:lnTo>
                    <a:pt x="126" y="51"/>
                  </a:lnTo>
                  <a:lnTo>
                    <a:pt x="106" y="73"/>
                  </a:lnTo>
                  <a:lnTo>
                    <a:pt x="89" y="98"/>
                  </a:lnTo>
                  <a:lnTo>
                    <a:pt x="71" y="125"/>
                  </a:lnTo>
                  <a:lnTo>
                    <a:pt x="55" y="155"/>
                  </a:lnTo>
                  <a:lnTo>
                    <a:pt x="41" y="188"/>
                  </a:lnTo>
                  <a:lnTo>
                    <a:pt x="29" y="222"/>
                  </a:lnTo>
                  <a:lnTo>
                    <a:pt x="18" y="261"/>
                  </a:lnTo>
                  <a:lnTo>
                    <a:pt x="10" y="298"/>
                  </a:lnTo>
                  <a:lnTo>
                    <a:pt x="4" y="338"/>
                  </a:lnTo>
                  <a:lnTo>
                    <a:pt x="1" y="382"/>
                  </a:lnTo>
                  <a:lnTo>
                    <a:pt x="0" y="424"/>
                  </a:lnTo>
                  <a:lnTo>
                    <a:pt x="11" y="424"/>
                  </a:lnTo>
                  <a:lnTo>
                    <a:pt x="13" y="382"/>
                  </a:lnTo>
                  <a:lnTo>
                    <a:pt x="16" y="341"/>
                  </a:lnTo>
                  <a:lnTo>
                    <a:pt x="22" y="301"/>
                  </a:lnTo>
                  <a:lnTo>
                    <a:pt x="30" y="263"/>
                  </a:lnTo>
                  <a:lnTo>
                    <a:pt x="41" y="227"/>
                  </a:lnTo>
                  <a:lnTo>
                    <a:pt x="52" y="193"/>
                  </a:lnTo>
                  <a:lnTo>
                    <a:pt x="66" y="160"/>
                  </a:lnTo>
                  <a:lnTo>
                    <a:pt x="80" y="132"/>
                  </a:lnTo>
                  <a:lnTo>
                    <a:pt x="98" y="105"/>
                  </a:lnTo>
                  <a:lnTo>
                    <a:pt x="116" y="80"/>
                  </a:lnTo>
                  <a:lnTo>
                    <a:pt x="136" y="60"/>
                  </a:lnTo>
                  <a:lnTo>
                    <a:pt x="155" y="43"/>
                  </a:lnTo>
                  <a:lnTo>
                    <a:pt x="178" y="30"/>
                  </a:lnTo>
                  <a:lnTo>
                    <a:pt x="199" y="19"/>
                  </a:lnTo>
                  <a:lnTo>
                    <a:pt x="221" y="14"/>
                  </a:lnTo>
                  <a:lnTo>
                    <a:pt x="245" y="11"/>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3470" name="Freeform 60"/>
            <p:cNvSpPr>
              <a:spLocks/>
            </p:cNvSpPr>
            <p:nvPr/>
          </p:nvSpPr>
          <p:spPr bwMode="auto">
            <a:xfrm>
              <a:off x="1392" y="2118"/>
              <a:ext cx="49" cy="85"/>
            </a:xfrm>
            <a:custGeom>
              <a:avLst/>
              <a:gdLst>
                <a:gd name="T0" fmla="*/ 2 w 246"/>
                <a:gd name="T1" fmla="*/ 3 h 426"/>
                <a:gd name="T2" fmla="*/ 2 w 246"/>
                <a:gd name="T3" fmla="*/ 3 h 426"/>
                <a:gd name="T4" fmla="*/ 2 w 246"/>
                <a:gd name="T5" fmla="*/ 3 h 426"/>
                <a:gd name="T6" fmla="*/ 2 w 246"/>
                <a:gd name="T7" fmla="*/ 3 h 426"/>
                <a:gd name="T8" fmla="*/ 2 w 246"/>
                <a:gd name="T9" fmla="*/ 2 h 426"/>
                <a:gd name="T10" fmla="*/ 2 w 246"/>
                <a:gd name="T11" fmla="*/ 2 h 426"/>
                <a:gd name="T12" fmla="*/ 2 w 246"/>
                <a:gd name="T13" fmla="*/ 2 h 426"/>
                <a:gd name="T14" fmla="*/ 2 w 246"/>
                <a:gd name="T15" fmla="*/ 2 h 426"/>
                <a:gd name="T16" fmla="*/ 2 w 246"/>
                <a:gd name="T17" fmla="*/ 1 h 426"/>
                <a:gd name="T18" fmla="*/ 1 w 246"/>
                <a:gd name="T19" fmla="*/ 1 h 426"/>
                <a:gd name="T20" fmla="*/ 1 w 246"/>
                <a:gd name="T21" fmla="*/ 1 h 426"/>
                <a:gd name="T22" fmla="*/ 1 w 246"/>
                <a:gd name="T23" fmla="*/ 1 h 426"/>
                <a:gd name="T24" fmla="*/ 1 w 246"/>
                <a:gd name="T25" fmla="*/ 0 h 426"/>
                <a:gd name="T26" fmla="*/ 1 w 246"/>
                <a:gd name="T27" fmla="*/ 0 h 426"/>
                <a:gd name="T28" fmla="*/ 1 w 246"/>
                <a:gd name="T29" fmla="*/ 0 h 426"/>
                <a:gd name="T30" fmla="*/ 0 w 246"/>
                <a:gd name="T31" fmla="*/ 0 h 426"/>
                <a:gd name="T32" fmla="*/ 0 w 246"/>
                <a:gd name="T33" fmla="*/ 0 h 426"/>
                <a:gd name="T34" fmla="*/ 0 w 246"/>
                <a:gd name="T35" fmla="*/ 0 h 426"/>
                <a:gd name="T36" fmla="*/ 0 w 246"/>
                <a:gd name="T37" fmla="*/ 0 h 426"/>
                <a:gd name="T38" fmla="*/ 0 w 246"/>
                <a:gd name="T39" fmla="*/ 0 h 426"/>
                <a:gd name="T40" fmla="*/ 0 w 246"/>
                <a:gd name="T41" fmla="*/ 0 h 426"/>
                <a:gd name="T42" fmla="*/ 1 w 246"/>
                <a:gd name="T43" fmla="*/ 0 h 426"/>
                <a:gd name="T44" fmla="*/ 1 w 246"/>
                <a:gd name="T45" fmla="*/ 0 h 426"/>
                <a:gd name="T46" fmla="*/ 1 w 246"/>
                <a:gd name="T47" fmla="*/ 1 h 426"/>
                <a:gd name="T48" fmla="*/ 1 w 246"/>
                <a:gd name="T49" fmla="*/ 1 h 426"/>
                <a:gd name="T50" fmla="*/ 1 w 246"/>
                <a:gd name="T51" fmla="*/ 1 h 426"/>
                <a:gd name="T52" fmla="*/ 1 w 246"/>
                <a:gd name="T53" fmla="*/ 1 h 426"/>
                <a:gd name="T54" fmla="*/ 1 w 246"/>
                <a:gd name="T55" fmla="*/ 1 h 426"/>
                <a:gd name="T56" fmla="*/ 2 w 246"/>
                <a:gd name="T57" fmla="*/ 2 h 426"/>
                <a:gd name="T58" fmla="*/ 2 w 246"/>
                <a:gd name="T59" fmla="*/ 2 h 426"/>
                <a:gd name="T60" fmla="*/ 2 w 246"/>
                <a:gd name="T61" fmla="*/ 2 h 426"/>
                <a:gd name="T62" fmla="*/ 2 w 246"/>
                <a:gd name="T63" fmla="*/ 2 h 426"/>
                <a:gd name="T64" fmla="*/ 2 w 246"/>
                <a:gd name="T65" fmla="*/ 3 h 426"/>
                <a:gd name="T66" fmla="*/ 2 w 246"/>
                <a:gd name="T67" fmla="*/ 3 h 426"/>
                <a:gd name="T68" fmla="*/ 2 w 246"/>
                <a:gd name="T69" fmla="*/ 3 h 426"/>
                <a:gd name="T70" fmla="*/ 2 w 246"/>
                <a:gd name="T71" fmla="*/ 3 h 426"/>
                <a:gd name="T72" fmla="*/ 2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246" y="426"/>
                  </a:moveTo>
                  <a:lnTo>
                    <a:pt x="246" y="426"/>
                  </a:lnTo>
                  <a:lnTo>
                    <a:pt x="245" y="384"/>
                  </a:lnTo>
                  <a:lnTo>
                    <a:pt x="242" y="340"/>
                  </a:lnTo>
                  <a:lnTo>
                    <a:pt x="236" y="301"/>
                  </a:lnTo>
                  <a:lnTo>
                    <a:pt x="228" y="262"/>
                  </a:lnTo>
                  <a:lnTo>
                    <a:pt x="217" y="224"/>
                  </a:lnTo>
                  <a:lnTo>
                    <a:pt x="205" y="190"/>
                  </a:lnTo>
                  <a:lnTo>
                    <a:pt x="191" y="158"/>
                  </a:lnTo>
                  <a:lnTo>
                    <a:pt x="176" y="126"/>
                  </a:lnTo>
                  <a:lnTo>
                    <a:pt x="157" y="99"/>
                  </a:lnTo>
                  <a:lnTo>
                    <a:pt x="139" y="75"/>
                  </a:lnTo>
                  <a:lnTo>
                    <a:pt x="119" y="53"/>
                  </a:lnTo>
                  <a:lnTo>
                    <a:pt x="96" y="34"/>
                  </a:lnTo>
                  <a:lnTo>
                    <a:pt x="75" y="19"/>
                  </a:lnTo>
                  <a:lnTo>
                    <a:pt x="51" y="9"/>
                  </a:lnTo>
                  <a:lnTo>
                    <a:pt x="26" y="3"/>
                  </a:lnTo>
                  <a:lnTo>
                    <a:pt x="0" y="0"/>
                  </a:lnTo>
                  <a:lnTo>
                    <a:pt x="0" y="12"/>
                  </a:lnTo>
                  <a:lnTo>
                    <a:pt x="24" y="15"/>
                  </a:lnTo>
                  <a:lnTo>
                    <a:pt x="46" y="20"/>
                  </a:lnTo>
                  <a:lnTo>
                    <a:pt x="68" y="31"/>
                  </a:lnTo>
                  <a:lnTo>
                    <a:pt x="89" y="44"/>
                  </a:lnTo>
                  <a:lnTo>
                    <a:pt x="109" y="63"/>
                  </a:lnTo>
                  <a:lnTo>
                    <a:pt x="129" y="83"/>
                  </a:lnTo>
                  <a:lnTo>
                    <a:pt x="148" y="106"/>
                  </a:lnTo>
                  <a:lnTo>
                    <a:pt x="164" y="133"/>
                  </a:lnTo>
                  <a:lnTo>
                    <a:pt x="180" y="162"/>
                  </a:lnTo>
                  <a:lnTo>
                    <a:pt x="194" y="195"/>
                  </a:lnTo>
                  <a:lnTo>
                    <a:pt x="205" y="229"/>
                  </a:lnTo>
                  <a:lnTo>
                    <a:pt x="216" y="264"/>
                  </a:lnTo>
                  <a:lnTo>
                    <a:pt x="224" y="303"/>
                  </a:lnTo>
                  <a:lnTo>
                    <a:pt x="230" y="343"/>
                  </a:lnTo>
                  <a:lnTo>
                    <a:pt x="233" y="384"/>
                  </a:lnTo>
                  <a:lnTo>
                    <a:pt x="235" y="426"/>
                  </a:lnTo>
                  <a:lnTo>
                    <a:pt x="246"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3471" name="Freeform 61"/>
            <p:cNvSpPr>
              <a:spLocks/>
            </p:cNvSpPr>
            <p:nvPr/>
          </p:nvSpPr>
          <p:spPr bwMode="auto">
            <a:xfrm>
              <a:off x="1392" y="2203"/>
              <a:ext cx="49" cy="85"/>
            </a:xfrm>
            <a:custGeom>
              <a:avLst/>
              <a:gdLst>
                <a:gd name="T0" fmla="*/ 0 w 246"/>
                <a:gd name="T1" fmla="*/ 3 h 424"/>
                <a:gd name="T2" fmla="*/ 0 w 246"/>
                <a:gd name="T3" fmla="*/ 3 h 424"/>
                <a:gd name="T4" fmla="*/ 0 w 246"/>
                <a:gd name="T5" fmla="*/ 3 h 424"/>
                <a:gd name="T6" fmla="*/ 0 w 246"/>
                <a:gd name="T7" fmla="*/ 3 h 424"/>
                <a:gd name="T8" fmla="*/ 1 w 246"/>
                <a:gd name="T9" fmla="*/ 3 h 424"/>
                <a:gd name="T10" fmla="*/ 1 w 246"/>
                <a:gd name="T11" fmla="*/ 3 h 424"/>
                <a:gd name="T12" fmla="*/ 1 w 246"/>
                <a:gd name="T13" fmla="*/ 3 h 424"/>
                <a:gd name="T14" fmla="*/ 1 w 246"/>
                <a:gd name="T15" fmla="*/ 3 h 424"/>
                <a:gd name="T16" fmla="*/ 1 w 246"/>
                <a:gd name="T17" fmla="*/ 3 h 424"/>
                <a:gd name="T18" fmla="*/ 1 w 246"/>
                <a:gd name="T19" fmla="*/ 2 h 424"/>
                <a:gd name="T20" fmla="*/ 2 w 246"/>
                <a:gd name="T21" fmla="*/ 2 h 424"/>
                <a:gd name="T22" fmla="*/ 2 w 246"/>
                <a:gd name="T23" fmla="*/ 2 h 424"/>
                <a:gd name="T24" fmla="*/ 2 w 246"/>
                <a:gd name="T25" fmla="*/ 2 h 424"/>
                <a:gd name="T26" fmla="*/ 2 w 246"/>
                <a:gd name="T27" fmla="*/ 1 h 424"/>
                <a:gd name="T28" fmla="*/ 2 w 246"/>
                <a:gd name="T29" fmla="*/ 1 h 424"/>
                <a:gd name="T30" fmla="*/ 2 w 246"/>
                <a:gd name="T31" fmla="*/ 1 h 424"/>
                <a:gd name="T32" fmla="*/ 2 w 246"/>
                <a:gd name="T33" fmla="*/ 0 h 424"/>
                <a:gd name="T34" fmla="*/ 2 w 246"/>
                <a:gd name="T35" fmla="*/ 0 h 424"/>
                <a:gd name="T36" fmla="*/ 2 w 246"/>
                <a:gd name="T37" fmla="*/ 0 h 424"/>
                <a:gd name="T38" fmla="*/ 2 w 246"/>
                <a:gd name="T39" fmla="*/ 0 h 424"/>
                <a:gd name="T40" fmla="*/ 2 w 246"/>
                <a:gd name="T41" fmla="*/ 1 h 424"/>
                <a:gd name="T42" fmla="*/ 2 w 246"/>
                <a:gd name="T43" fmla="*/ 1 h 424"/>
                <a:gd name="T44" fmla="*/ 2 w 246"/>
                <a:gd name="T45" fmla="*/ 1 h 424"/>
                <a:gd name="T46" fmla="*/ 2 w 246"/>
                <a:gd name="T47" fmla="*/ 2 h 424"/>
                <a:gd name="T48" fmla="*/ 2 w 246"/>
                <a:gd name="T49" fmla="*/ 2 h 424"/>
                <a:gd name="T50" fmla="*/ 1 w 246"/>
                <a:gd name="T51" fmla="*/ 2 h 424"/>
                <a:gd name="T52" fmla="*/ 1 w 246"/>
                <a:gd name="T53" fmla="*/ 2 h 424"/>
                <a:gd name="T54" fmla="*/ 1 w 246"/>
                <a:gd name="T55" fmla="*/ 3 h 424"/>
                <a:gd name="T56" fmla="*/ 1 w 246"/>
                <a:gd name="T57" fmla="*/ 3 h 424"/>
                <a:gd name="T58" fmla="*/ 1 w 246"/>
                <a:gd name="T59" fmla="*/ 3 h 424"/>
                <a:gd name="T60" fmla="*/ 1 w 246"/>
                <a:gd name="T61" fmla="*/ 3 h 424"/>
                <a:gd name="T62" fmla="*/ 1 w 246"/>
                <a:gd name="T63" fmla="*/ 3 h 424"/>
                <a:gd name="T64" fmla="*/ 0 w 246"/>
                <a:gd name="T65" fmla="*/ 3 h 424"/>
                <a:gd name="T66" fmla="*/ 0 w 246"/>
                <a:gd name="T67" fmla="*/ 3 h 424"/>
                <a:gd name="T68" fmla="*/ 0 w 246"/>
                <a:gd name="T69" fmla="*/ 3 h 424"/>
                <a:gd name="T70" fmla="*/ 0 w 246"/>
                <a:gd name="T71" fmla="*/ 3 h 424"/>
                <a:gd name="T72" fmla="*/ 0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0" y="424"/>
                  </a:moveTo>
                  <a:lnTo>
                    <a:pt x="0" y="424"/>
                  </a:lnTo>
                  <a:lnTo>
                    <a:pt x="26" y="422"/>
                  </a:lnTo>
                  <a:lnTo>
                    <a:pt x="51" y="416"/>
                  </a:lnTo>
                  <a:lnTo>
                    <a:pt x="75" y="406"/>
                  </a:lnTo>
                  <a:lnTo>
                    <a:pt x="96" y="390"/>
                  </a:lnTo>
                  <a:lnTo>
                    <a:pt x="119" y="373"/>
                  </a:lnTo>
                  <a:lnTo>
                    <a:pt x="139" y="351"/>
                  </a:lnTo>
                  <a:lnTo>
                    <a:pt x="157" y="326"/>
                  </a:lnTo>
                  <a:lnTo>
                    <a:pt x="175" y="299"/>
                  </a:lnTo>
                  <a:lnTo>
                    <a:pt x="191" y="269"/>
                  </a:lnTo>
                  <a:lnTo>
                    <a:pt x="205" y="236"/>
                  </a:lnTo>
                  <a:lnTo>
                    <a:pt x="217" y="202"/>
                  </a:lnTo>
                  <a:lnTo>
                    <a:pt x="228" y="163"/>
                  </a:lnTo>
                  <a:lnTo>
                    <a:pt x="236" y="125"/>
                  </a:lnTo>
                  <a:lnTo>
                    <a:pt x="242" y="86"/>
                  </a:lnTo>
                  <a:lnTo>
                    <a:pt x="245" y="42"/>
                  </a:lnTo>
                  <a:lnTo>
                    <a:pt x="246" y="0"/>
                  </a:lnTo>
                  <a:lnTo>
                    <a:pt x="235" y="0"/>
                  </a:lnTo>
                  <a:lnTo>
                    <a:pt x="233" y="42"/>
                  </a:lnTo>
                  <a:lnTo>
                    <a:pt x="230" y="83"/>
                  </a:lnTo>
                  <a:lnTo>
                    <a:pt x="224" y="123"/>
                  </a:lnTo>
                  <a:lnTo>
                    <a:pt x="216" y="161"/>
                  </a:lnTo>
                  <a:lnTo>
                    <a:pt x="205" y="197"/>
                  </a:lnTo>
                  <a:lnTo>
                    <a:pt x="194" y="231"/>
                  </a:lnTo>
                  <a:lnTo>
                    <a:pt x="180" y="264"/>
                  </a:lnTo>
                  <a:lnTo>
                    <a:pt x="166" y="292"/>
                  </a:lnTo>
                  <a:lnTo>
                    <a:pt x="148" y="319"/>
                  </a:lnTo>
                  <a:lnTo>
                    <a:pt x="129" y="344"/>
                  </a:lnTo>
                  <a:lnTo>
                    <a:pt x="109" y="364"/>
                  </a:lnTo>
                  <a:lnTo>
                    <a:pt x="89" y="381"/>
                  </a:lnTo>
                  <a:lnTo>
                    <a:pt x="68" y="394"/>
                  </a:lnTo>
                  <a:lnTo>
                    <a:pt x="46" y="405"/>
                  </a:lnTo>
                  <a:lnTo>
                    <a:pt x="24" y="410"/>
                  </a:lnTo>
                  <a:lnTo>
                    <a:pt x="0" y="413"/>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3472" name="Freeform 62"/>
            <p:cNvSpPr>
              <a:spLocks/>
            </p:cNvSpPr>
            <p:nvPr/>
          </p:nvSpPr>
          <p:spPr bwMode="auto">
            <a:xfrm>
              <a:off x="1343" y="2203"/>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2" y="42"/>
                  </a:lnTo>
                  <a:lnTo>
                    <a:pt x="5" y="86"/>
                  </a:lnTo>
                  <a:lnTo>
                    <a:pt x="11" y="125"/>
                  </a:lnTo>
                  <a:lnTo>
                    <a:pt x="19" y="163"/>
                  </a:lnTo>
                  <a:lnTo>
                    <a:pt x="30" y="202"/>
                  </a:lnTo>
                  <a:lnTo>
                    <a:pt x="41" y="236"/>
                  </a:lnTo>
                  <a:lnTo>
                    <a:pt x="56" y="269"/>
                  </a:lnTo>
                  <a:lnTo>
                    <a:pt x="72" y="299"/>
                  </a:lnTo>
                  <a:lnTo>
                    <a:pt x="90" y="326"/>
                  </a:lnTo>
                  <a:lnTo>
                    <a:pt x="108" y="351"/>
                  </a:lnTo>
                  <a:lnTo>
                    <a:pt x="127" y="373"/>
                  </a:lnTo>
                  <a:lnTo>
                    <a:pt x="149" y="390"/>
                  </a:lnTo>
                  <a:lnTo>
                    <a:pt x="172" y="406"/>
                  </a:lnTo>
                  <a:lnTo>
                    <a:pt x="195" y="416"/>
                  </a:lnTo>
                  <a:lnTo>
                    <a:pt x="220" y="422"/>
                  </a:lnTo>
                  <a:lnTo>
                    <a:pt x="245" y="424"/>
                  </a:lnTo>
                  <a:lnTo>
                    <a:pt x="245" y="413"/>
                  </a:lnTo>
                  <a:lnTo>
                    <a:pt x="222" y="410"/>
                  </a:lnTo>
                  <a:lnTo>
                    <a:pt x="200" y="405"/>
                  </a:lnTo>
                  <a:lnTo>
                    <a:pt x="179" y="394"/>
                  </a:lnTo>
                  <a:lnTo>
                    <a:pt x="156" y="381"/>
                  </a:lnTo>
                  <a:lnTo>
                    <a:pt x="136" y="364"/>
                  </a:lnTo>
                  <a:lnTo>
                    <a:pt x="118" y="344"/>
                  </a:lnTo>
                  <a:lnTo>
                    <a:pt x="99" y="319"/>
                  </a:lnTo>
                  <a:lnTo>
                    <a:pt x="81" y="292"/>
                  </a:lnTo>
                  <a:lnTo>
                    <a:pt x="67" y="264"/>
                  </a:lnTo>
                  <a:lnTo>
                    <a:pt x="53" y="231"/>
                  </a:lnTo>
                  <a:lnTo>
                    <a:pt x="41" y="197"/>
                  </a:lnTo>
                  <a:lnTo>
                    <a:pt x="31" y="161"/>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3473" name="Freeform 63"/>
            <p:cNvSpPr>
              <a:spLocks/>
            </p:cNvSpPr>
            <p:nvPr/>
          </p:nvSpPr>
          <p:spPr bwMode="auto">
            <a:xfrm>
              <a:off x="1343" y="2118"/>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1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20" y="3"/>
                  </a:lnTo>
                  <a:lnTo>
                    <a:pt x="195" y="9"/>
                  </a:lnTo>
                  <a:lnTo>
                    <a:pt x="172" y="19"/>
                  </a:lnTo>
                  <a:lnTo>
                    <a:pt x="149" y="34"/>
                  </a:lnTo>
                  <a:lnTo>
                    <a:pt x="127" y="53"/>
                  </a:lnTo>
                  <a:lnTo>
                    <a:pt x="108" y="75"/>
                  </a:lnTo>
                  <a:lnTo>
                    <a:pt x="90" y="99"/>
                  </a:lnTo>
                  <a:lnTo>
                    <a:pt x="71" y="126"/>
                  </a:lnTo>
                  <a:lnTo>
                    <a:pt x="56" y="158"/>
                  </a:lnTo>
                  <a:lnTo>
                    <a:pt x="41" y="190"/>
                  </a:lnTo>
                  <a:lnTo>
                    <a:pt x="30" y="224"/>
                  </a:lnTo>
                  <a:lnTo>
                    <a:pt x="19" y="262"/>
                  </a:lnTo>
                  <a:lnTo>
                    <a:pt x="11" y="301"/>
                  </a:lnTo>
                  <a:lnTo>
                    <a:pt x="5" y="340"/>
                  </a:lnTo>
                  <a:lnTo>
                    <a:pt x="2" y="384"/>
                  </a:lnTo>
                  <a:lnTo>
                    <a:pt x="0" y="426"/>
                  </a:lnTo>
                  <a:lnTo>
                    <a:pt x="12" y="426"/>
                  </a:lnTo>
                  <a:lnTo>
                    <a:pt x="13" y="384"/>
                  </a:lnTo>
                  <a:lnTo>
                    <a:pt x="17" y="343"/>
                  </a:lnTo>
                  <a:lnTo>
                    <a:pt x="23" y="303"/>
                  </a:lnTo>
                  <a:lnTo>
                    <a:pt x="31" y="264"/>
                  </a:lnTo>
                  <a:lnTo>
                    <a:pt x="41" y="229"/>
                  </a:lnTo>
                  <a:lnTo>
                    <a:pt x="53" y="195"/>
                  </a:lnTo>
                  <a:lnTo>
                    <a:pt x="67" y="162"/>
                  </a:lnTo>
                  <a:lnTo>
                    <a:pt x="82" y="133"/>
                  </a:lnTo>
                  <a:lnTo>
                    <a:pt x="99" y="106"/>
                  </a:lnTo>
                  <a:lnTo>
                    <a:pt x="118" y="83"/>
                  </a:lnTo>
                  <a:lnTo>
                    <a:pt x="136" y="63"/>
                  </a:lnTo>
                  <a:lnTo>
                    <a:pt x="156" y="44"/>
                  </a:lnTo>
                  <a:lnTo>
                    <a:pt x="179" y="31"/>
                  </a:lnTo>
                  <a:lnTo>
                    <a:pt x="200" y="20"/>
                  </a:lnTo>
                  <a:lnTo>
                    <a:pt x="222" y="15"/>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3474" name="Freeform 64"/>
            <p:cNvSpPr>
              <a:spLocks/>
            </p:cNvSpPr>
            <p:nvPr/>
          </p:nvSpPr>
          <p:spPr bwMode="auto">
            <a:xfrm>
              <a:off x="1384" y="1859"/>
              <a:ext cx="49" cy="84"/>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1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3" y="382"/>
                  </a:lnTo>
                  <a:lnTo>
                    <a:pt x="240" y="339"/>
                  </a:lnTo>
                  <a:lnTo>
                    <a:pt x="234" y="299"/>
                  </a:lnTo>
                  <a:lnTo>
                    <a:pt x="226" y="261"/>
                  </a:lnTo>
                  <a:lnTo>
                    <a:pt x="215" y="222"/>
                  </a:lnTo>
                  <a:lnTo>
                    <a:pt x="204" y="188"/>
                  </a:lnTo>
                  <a:lnTo>
                    <a:pt x="189" y="156"/>
                  </a:lnTo>
                  <a:lnTo>
                    <a:pt x="173" y="125"/>
                  </a:lnTo>
                  <a:lnTo>
                    <a:pt x="155" y="98"/>
                  </a:lnTo>
                  <a:lnTo>
                    <a:pt x="138" y="74"/>
                  </a:lnTo>
                  <a:lnTo>
                    <a:pt x="118" y="51"/>
                  </a:lnTo>
                  <a:lnTo>
                    <a:pt x="96" y="34"/>
                  </a:lnTo>
                  <a:lnTo>
                    <a:pt x="73" y="18"/>
                  </a:lnTo>
                  <a:lnTo>
                    <a:pt x="50" y="8"/>
                  </a:lnTo>
                  <a:lnTo>
                    <a:pt x="25" y="2"/>
                  </a:lnTo>
                  <a:lnTo>
                    <a:pt x="0" y="0"/>
                  </a:lnTo>
                  <a:lnTo>
                    <a:pt x="0" y="11"/>
                  </a:lnTo>
                  <a:lnTo>
                    <a:pt x="23" y="14"/>
                  </a:lnTo>
                  <a:lnTo>
                    <a:pt x="45" y="20"/>
                  </a:lnTo>
                  <a:lnTo>
                    <a:pt x="66" y="30"/>
                  </a:lnTo>
                  <a:lnTo>
                    <a:pt x="89" y="43"/>
                  </a:lnTo>
                  <a:lnTo>
                    <a:pt x="109" y="61"/>
                  </a:lnTo>
                  <a:lnTo>
                    <a:pt x="129" y="81"/>
                  </a:lnTo>
                  <a:lnTo>
                    <a:pt x="146" y="105"/>
                  </a:lnTo>
                  <a:lnTo>
                    <a:pt x="164" y="132"/>
                  </a:lnTo>
                  <a:lnTo>
                    <a:pt x="178" y="160"/>
                  </a:lnTo>
                  <a:lnTo>
                    <a:pt x="192" y="193"/>
                  </a:lnTo>
                  <a:lnTo>
                    <a:pt x="204" y="227"/>
                  </a:lnTo>
                  <a:lnTo>
                    <a:pt x="214" y="264"/>
                  </a:lnTo>
                  <a:lnTo>
                    <a:pt x="222" y="301"/>
                  </a:lnTo>
                  <a:lnTo>
                    <a:pt x="228"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3475" name="Freeform 65"/>
            <p:cNvSpPr>
              <a:spLocks/>
            </p:cNvSpPr>
            <p:nvPr/>
          </p:nvSpPr>
          <p:spPr bwMode="auto">
            <a:xfrm>
              <a:off x="1384" y="1943"/>
              <a:ext cx="49" cy="86"/>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5" y="423"/>
                  </a:lnTo>
                  <a:lnTo>
                    <a:pt x="50" y="418"/>
                  </a:lnTo>
                  <a:lnTo>
                    <a:pt x="73" y="407"/>
                  </a:lnTo>
                  <a:lnTo>
                    <a:pt x="96" y="392"/>
                  </a:lnTo>
                  <a:lnTo>
                    <a:pt x="118" y="374"/>
                  </a:lnTo>
                  <a:lnTo>
                    <a:pt x="138" y="352"/>
                  </a:lnTo>
                  <a:lnTo>
                    <a:pt x="155" y="327"/>
                  </a:lnTo>
                  <a:lnTo>
                    <a:pt x="174" y="300"/>
                  </a:lnTo>
                  <a:lnTo>
                    <a:pt x="189" y="269"/>
                  </a:lnTo>
                  <a:lnTo>
                    <a:pt x="204" y="237"/>
                  </a:lnTo>
                  <a:lnTo>
                    <a:pt x="215" y="202"/>
                  </a:lnTo>
                  <a:lnTo>
                    <a:pt x="226" y="164"/>
                  </a:lnTo>
                  <a:lnTo>
                    <a:pt x="234" y="126"/>
                  </a:lnTo>
                  <a:lnTo>
                    <a:pt x="240" y="86"/>
                  </a:lnTo>
                  <a:lnTo>
                    <a:pt x="243" y="42"/>
                  </a:lnTo>
                  <a:lnTo>
                    <a:pt x="245" y="0"/>
                  </a:lnTo>
                  <a:lnTo>
                    <a:pt x="233" y="0"/>
                  </a:lnTo>
                  <a:lnTo>
                    <a:pt x="232" y="42"/>
                  </a:lnTo>
                  <a:lnTo>
                    <a:pt x="228" y="83"/>
                  </a:lnTo>
                  <a:lnTo>
                    <a:pt x="222" y="123"/>
                  </a:lnTo>
                  <a:lnTo>
                    <a:pt x="214" y="162"/>
                  </a:lnTo>
                  <a:lnTo>
                    <a:pt x="204" y="197"/>
                  </a:lnTo>
                  <a:lnTo>
                    <a:pt x="192" y="232"/>
                  </a:lnTo>
                  <a:lnTo>
                    <a:pt x="178" y="264"/>
                  </a:lnTo>
                  <a:lnTo>
                    <a:pt x="163" y="293"/>
                  </a:lnTo>
                  <a:lnTo>
                    <a:pt x="146" y="320"/>
                  </a:lnTo>
                  <a:lnTo>
                    <a:pt x="129" y="345"/>
                  </a:lnTo>
                  <a:lnTo>
                    <a:pt x="109" y="365"/>
                  </a:lnTo>
                  <a:lnTo>
                    <a:pt x="89" y="382"/>
                  </a:lnTo>
                  <a:lnTo>
                    <a:pt x="66" y="395"/>
                  </a:lnTo>
                  <a:lnTo>
                    <a:pt x="45" y="406"/>
                  </a:lnTo>
                  <a:lnTo>
                    <a:pt x="23"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3476" name="Freeform 66"/>
            <p:cNvSpPr>
              <a:spLocks/>
            </p:cNvSpPr>
            <p:nvPr/>
          </p:nvSpPr>
          <p:spPr bwMode="auto">
            <a:xfrm>
              <a:off x="1335" y="1943"/>
              <a:ext cx="49" cy="86"/>
            </a:xfrm>
            <a:custGeom>
              <a:avLst/>
              <a:gdLst>
                <a:gd name="T0" fmla="*/ 0 w 246"/>
                <a:gd name="T1" fmla="*/ 0 h 426"/>
                <a:gd name="T2" fmla="*/ 0 w 246"/>
                <a:gd name="T3" fmla="*/ 0 h 426"/>
                <a:gd name="T4" fmla="*/ 0 w 246"/>
                <a:gd name="T5" fmla="*/ 0 h 426"/>
                <a:gd name="T6" fmla="*/ 0 w 246"/>
                <a:gd name="T7" fmla="*/ 1 h 426"/>
                <a:gd name="T8" fmla="*/ 0 w 246"/>
                <a:gd name="T9" fmla="*/ 1 h 426"/>
                <a:gd name="T10" fmla="*/ 0 w 246"/>
                <a:gd name="T11" fmla="*/ 1 h 426"/>
                <a:gd name="T12" fmla="*/ 0 w 246"/>
                <a:gd name="T13" fmla="*/ 2 h 426"/>
                <a:gd name="T14" fmla="*/ 0 w 246"/>
                <a:gd name="T15" fmla="*/ 2 h 426"/>
                <a:gd name="T16" fmla="*/ 0 w 246"/>
                <a:gd name="T17" fmla="*/ 2 h 426"/>
                <a:gd name="T18" fmla="*/ 1 w 246"/>
                <a:gd name="T19" fmla="*/ 2 h 426"/>
                <a:gd name="T20" fmla="*/ 1 w 246"/>
                <a:gd name="T21" fmla="*/ 3 h 426"/>
                <a:gd name="T22" fmla="*/ 1 w 246"/>
                <a:gd name="T23" fmla="*/ 3 h 426"/>
                <a:gd name="T24" fmla="*/ 1 w 246"/>
                <a:gd name="T25" fmla="*/ 3 h 426"/>
                <a:gd name="T26" fmla="*/ 1 w 246"/>
                <a:gd name="T27" fmla="*/ 3 h 426"/>
                <a:gd name="T28" fmla="*/ 1 w 246"/>
                <a:gd name="T29" fmla="*/ 3 h 426"/>
                <a:gd name="T30" fmla="*/ 2 w 246"/>
                <a:gd name="T31" fmla="*/ 3 h 426"/>
                <a:gd name="T32" fmla="*/ 2 w 246"/>
                <a:gd name="T33" fmla="*/ 3 h 426"/>
                <a:gd name="T34" fmla="*/ 2 w 246"/>
                <a:gd name="T35" fmla="*/ 3 h 426"/>
                <a:gd name="T36" fmla="*/ 2 w 246"/>
                <a:gd name="T37" fmla="*/ 3 h 426"/>
                <a:gd name="T38" fmla="*/ 2 w 246"/>
                <a:gd name="T39" fmla="*/ 3 h 426"/>
                <a:gd name="T40" fmla="*/ 2 w 246"/>
                <a:gd name="T41" fmla="*/ 3 h 426"/>
                <a:gd name="T42" fmla="*/ 1 w 246"/>
                <a:gd name="T43" fmla="*/ 3 h 426"/>
                <a:gd name="T44" fmla="*/ 1 w 246"/>
                <a:gd name="T45" fmla="*/ 3 h 426"/>
                <a:gd name="T46" fmla="*/ 1 w 246"/>
                <a:gd name="T47" fmla="*/ 3 h 426"/>
                <a:gd name="T48" fmla="*/ 1 w 246"/>
                <a:gd name="T49" fmla="*/ 3 h 426"/>
                <a:gd name="T50" fmla="*/ 1 w 246"/>
                <a:gd name="T51" fmla="*/ 3 h 426"/>
                <a:gd name="T52" fmla="*/ 1 w 246"/>
                <a:gd name="T53" fmla="*/ 2 h 426"/>
                <a:gd name="T54" fmla="*/ 1 w 246"/>
                <a:gd name="T55" fmla="*/ 2 h 426"/>
                <a:gd name="T56" fmla="*/ 0 w 246"/>
                <a:gd name="T57" fmla="*/ 2 h 426"/>
                <a:gd name="T58" fmla="*/ 0 w 246"/>
                <a:gd name="T59" fmla="*/ 2 h 426"/>
                <a:gd name="T60" fmla="*/ 0 w 246"/>
                <a:gd name="T61" fmla="*/ 1 h 426"/>
                <a:gd name="T62" fmla="*/ 0 w 246"/>
                <a:gd name="T63" fmla="*/ 1 h 426"/>
                <a:gd name="T64" fmla="*/ 0 w 246"/>
                <a:gd name="T65" fmla="*/ 1 h 426"/>
                <a:gd name="T66" fmla="*/ 0 w 246"/>
                <a:gd name="T67" fmla="*/ 0 h 426"/>
                <a:gd name="T68" fmla="*/ 0 w 246"/>
                <a:gd name="T69" fmla="*/ 0 h 426"/>
                <a:gd name="T70" fmla="*/ 0 w 246"/>
                <a:gd name="T71" fmla="*/ 0 h 426"/>
                <a:gd name="T72" fmla="*/ 0 w 246"/>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0"/>
                  </a:moveTo>
                  <a:lnTo>
                    <a:pt x="0" y="0"/>
                  </a:lnTo>
                  <a:lnTo>
                    <a:pt x="1" y="42"/>
                  </a:lnTo>
                  <a:lnTo>
                    <a:pt x="4" y="86"/>
                  </a:lnTo>
                  <a:lnTo>
                    <a:pt x="10" y="126"/>
                  </a:lnTo>
                  <a:lnTo>
                    <a:pt x="18" y="164"/>
                  </a:lnTo>
                  <a:lnTo>
                    <a:pt x="29" y="202"/>
                  </a:lnTo>
                  <a:lnTo>
                    <a:pt x="41" y="237"/>
                  </a:lnTo>
                  <a:lnTo>
                    <a:pt x="55" y="269"/>
                  </a:lnTo>
                  <a:lnTo>
                    <a:pt x="71" y="300"/>
                  </a:lnTo>
                  <a:lnTo>
                    <a:pt x="89" y="327"/>
                  </a:lnTo>
                  <a:lnTo>
                    <a:pt x="107" y="352"/>
                  </a:lnTo>
                  <a:lnTo>
                    <a:pt x="127" y="374"/>
                  </a:lnTo>
                  <a:lnTo>
                    <a:pt x="150" y="392"/>
                  </a:lnTo>
                  <a:lnTo>
                    <a:pt x="171" y="407"/>
                  </a:lnTo>
                  <a:lnTo>
                    <a:pt x="195" y="418"/>
                  </a:lnTo>
                  <a:lnTo>
                    <a:pt x="220" y="423"/>
                  </a:lnTo>
                  <a:lnTo>
                    <a:pt x="246" y="426"/>
                  </a:lnTo>
                  <a:lnTo>
                    <a:pt x="246" y="414"/>
                  </a:lnTo>
                  <a:lnTo>
                    <a:pt x="222" y="412"/>
                  </a:lnTo>
                  <a:lnTo>
                    <a:pt x="200" y="406"/>
                  </a:lnTo>
                  <a:lnTo>
                    <a:pt x="178" y="395"/>
                  </a:lnTo>
                  <a:lnTo>
                    <a:pt x="157" y="382"/>
                  </a:lnTo>
                  <a:lnTo>
                    <a:pt x="137" y="365"/>
                  </a:lnTo>
                  <a:lnTo>
                    <a:pt x="117" y="345"/>
                  </a:lnTo>
                  <a:lnTo>
                    <a:pt x="98" y="320"/>
                  </a:lnTo>
                  <a:lnTo>
                    <a:pt x="83" y="293"/>
                  </a:lnTo>
                  <a:lnTo>
                    <a:pt x="66" y="264"/>
                  </a:lnTo>
                  <a:lnTo>
                    <a:pt x="52" y="232"/>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3477" name="Freeform 67"/>
            <p:cNvSpPr>
              <a:spLocks/>
            </p:cNvSpPr>
            <p:nvPr/>
          </p:nvSpPr>
          <p:spPr bwMode="auto">
            <a:xfrm>
              <a:off x="1335" y="1859"/>
              <a:ext cx="49" cy="84"/>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1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0" y="2"/>
                  </a:lnTo>
                  <a:lnTo>
                    <a:pt x="195" y="8"/>
                  </a:lnTo>
                  <a:lnTo>
                    <a:pt x="171" y="18"/>
                  </a:lnTo>
                  <a:lnTo>
                    <a:pt x="150" y="34"/>
                  </a:lnTo>
                  <a:lnTo>
                    <a:pt x="127" y="51"/>
                  </a:lnTo>
                  <a:lnTo>
                    <a:pt x="107" y="74"/>
                  </a:lnTo>
                  <a:lnTo>
                    <a:pt x="89" y="98"/>
                  </a:lnTo>
                  <a:lnTo>
                    <a:pt x="72" y="125"/>
                  </a:lnTo>
                  <a:lnTo>
                    <a:pt x="55" y="156"/>
                  </a:lnTo>
                  <a:lnTo>
                    <a:pt x="41" y="188"/>
                  </a:lnTo>
                  <a:lnTo>
                    <a:pt x="29" y="222"/>
                  </a:lnTo>
                  <a:lnTo>
                    <a:pt x="18" y="261"/>
                  </a:lnTo>
                  <a:lnTo>
                    <a:pt x="10" y="299"/>
                  </a:lnTo>
                  <a:lnTo>
                    <a:pt x="4" y="339"/>
                  </a:lnTo>
                  <a:lnTo>
                    <a:pt x="1" y="382"/>
                  </a:lnTo>
                  <a:lnTo>
                    <a:pt x="0" y="424"/>
                  </a:lnTo>
                  <a:lnTo>
                    <a:pt x="11" y="424"/>
                  </a:lnTo>
                  <a:lnTo>
                    <a:pt x="13" y="382"/>
                  </a:lnTo>
                  <a:lnTo>
                    <a:pt x="16" y="341"/>
                  </a:lnTo>
                  <a:lnTo>
                    <a:pt x="22" y="301"/>
                  </a:lnTo>
                  <a:lnTo>
                    <a:pt x="30" y="264"/>
                  </a:lnTo>
                  <a:lnTo>
                    <a:pt x="41" y="227"/>
                  </a:lnTo>
                  <a:lnTo>
                    <a:pt x="52" y="193"/>
                  </a:lnTo>
                  <a:lnTo>
                    <a:pt x="66" y="160"/>
                  </a:lnTo>
                  <a:lnTo>
                    <a:pt x="82" y="132"/>
                  </a:lnTo>
                  <a:lnTo>
                    <a:pt x="98" y="105"/>
                  </a:lnTo>
                  <a:lnTo>
                    <a:pt x="117" y="81"/>
                  </a:lnTo>
                  <a:lnTo>
                    <a:pt x="137" y="61"/>
                  </a:lnTo>
                  <a:lnTo>
                    <a:pt x="157" y="43"/>
                  </a:lnTo>
                  <a:lnTo>
                    <a:pt x="178" y="30"/>
                  </a:lnTo>
                  <a:lnTo>
                    <a:pt x="200" y="20"/>
                  </a:lnTo>
                  <a:lnTo>
                    <a:pt x="222" y="14"/>
                  </a:lnTo>
                  <a:lnTo>
                    <a:pt x="246" y="11"/>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3478" name="Freeform 68"/>
            <p:cNvSpPr>
              <a:spLocks/>
            </p:cNvSpPr>
            <p:nvPr/>
          </p:nvSpPr>
          <p:spPr bwMode="auto">
            <a:xfrm>
              <a:off x="1552" y="1751"/>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1" y="339"/>
                  </a:lnTo>
                  <a:lnTo>
                    <a:pt x="235" y="299"/>
                  </a:lnTo>
                  <a:lnTo>
                    <a:pt x="226" y="261"/>
                  </a:lnTo>
                  <a:lnTo>
                    <a:pt x="216" y="223"/>
                  </a:lnTo>
                  <a:lnTo>
                    <a:pt x="204" y="189"/>
                  </a:lnTo>
                  <a:lnTo>
                    <a:pt x="190" y="156"/>
                  </a:lnTo>
                  <a:lnTo>
                    <a:pt x="174" y="125"/>
                  </a:lnTo>
                  <a:lnTo>
                    <a:pt x="156" y="98"/>
                  </a:lnTo>
                  <a:lnTo>
                    <a:pt x="137" y="74"/>
                  </a:lnTo>
                  <a:lnTo>
                    <a:pt x="119" y="52"/>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8" y="81"/>
                  </a:lnTo>
                  <a:lnTo>
                    <a:pt x="147" y="105"/>
                  </a:lnTo>
                  <a:lnTo>
                    <a:pt x="164" y="132"/>
                  </a:lnTo>
                  <a:lnTo>
                    <a:pt x="178" y="161"/>
                  </a:lnTo>
                  <a:lnTo>
                    <a:pt x="193" y="193"/>
                  </a:lnTo>
                  <a:lnTo>
                    <a:pt x="204" y="227"/>
                  </a:lnTo>
                  <a:lnTo>
                    <a:pt x="215" y="264"/>
                  </a:lnTo>
                  <a:lnTo>
                    <a:pt x="223" y="301"/>
                  </a:lnTo>
                  <a:lnTo>
                    <a:pt x="229" y="341"/>
                  </a:lnTo>
                  <a:lnTo>
                    <a:pt x="232" y="382"/>
                  </a:lnTo>
                  <a:lnTo>
                    <a:pt x="234"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3479" name="Freeform 69"/>
            <p:cNvSpPr>
              <a:spLocks/>
            </p:cNvSpPr>
            <p:nvPr/>
          </p:nvSpPr>
          <p:spPr bwMode="auto">
            <a:xfrm>
              <a:off x="1552" y="1836"/>
              <a:ext cx="49" cy="85"/>
            </a:xfrm>
            <a:custGeom>
              <a:avLst/>
              <a:gdLst>
                <a:gd name="T0" fmla="*/ 0 w 245"/>
                <a:gd name="T1" fmla="*/ 3 h 425"/>
                <a:gd name="T2" fmla="*/ 0 w 245"/>
                <a:gd name="T3" fmla="*/ 3 h 425"/>
                <a:gd name="T4" fmla="*/ 0 w 245"/>
                <a:gd name="T5" fmla="*/ 3 h 425"/>
                <a:gd name="T6" fmla="*/ 0 w 245"/>
                <a:gd name="T7" fmla="*/ 3 h 425"/>
                <a:gd name="T8" fmla="*/ 1 w 245"/>
                <a:gd name="T9" fmla="*/ 3 h 425"/>
                <a:gd name="T10" fmla="*/ 1 w 245"/>
                <a:gd name="T11" fmla="*/ 3 h 425"/>
                <a:gd name="T12" fmla="*/ 1 w 245"/>
                <a:gd name="T13" fmla="*/ 3 h 425"/>
                <a:gd name="T14" fmla="*/ 1 w 245"/>
                <a:gd name="T15" fmla="*/ 3 h 425"/>
                <a:gd name="T16" fmla="*/ 1 w 245"/>
                <a:gd name="T17" fmla="*/ 3 h 425"/>
                <a:gd name="T18" fmla="*/ 1 w 245"/>
                <a:gd name="T19" fmla="*/ 2 h 425"/>
                <a:gd name="T20" fmla="*/ 2 w 245"/>
                <a:gd name="T21" fmla="*/ 2 h 425"/>
                <a:gd name="T22" fmla="*/ 2 w 245"/>
                <a:gd name="T23" fmla="*/ 2 h 425"/>
                <a:gd name="T24" fmla="*/ 2 w 245"/>
                <a:gd name="T25" fmla="*/ 2 h 425"/>
                <a:gd name="T26" fmla="*/ 2 w 245"/>
                <a:gd name="T27" fmla="*/ 1 h 425"/>
                <a:gd name="T28" fmla="*/ 2 w 245"/>
                <a:gd name="T29" fmla="*/ 1 h 425"/>
                <a:gd name="T30" fmla="*/ 2 w 245"/>
                <a:gd name="T31" fmla="*/ 1 h 425"/>
                <a:gd name="T32" fmla="*/ 2 w 245"/>
                <a:gd name="T33" fmla="*/ 0 h 425"/>
                <a:gd name="T34" fmla="*/ 2 w 245"/>
                <a:gd name="T35" fmla="*/ 0 h 425"/>
                <a:gd name="T36" fmla="*/ 2 w 245"/>
                <a:gd name="T37" fmla="*/ 0 h 425"/>
                <a:gd name="T38" fmla="*/ 2 w 245"/>
                <a:gd name="T39" fmla="*/ 0 h 425"/>
                <a:gd name="T40" fmla="*/ 2 w 245"/>
                <a:gd name="T41" fmla="*/ 1 h 425"/>
                <a:gd name="T42" fmla="*/ 2 w 245"/>
                <a:gd name="T43" fmla="*/ 1 h 425"/>
                <a:gd name="T44" fmla="*/ 2 w 245"/>
                <a:gd name="T45" fmla="*/ 1 h 425"/>
                <a:gd name="T46" fmla="*/ 2 w 245"/>
                <a:gd name="T47" fmla="*/ 2 h 425"/>
                <a:gd name="T48" fmla="*/ 2 w 245"/>
                <a:gd name="T49" fmla="*/ 2 h 425"/>
                <a:gd name="T50" fmla="*/ 1 w 245"/>
                <a:gd name="T51" fmla="*/ 2 h 425"/>
                <a:gd name="T52" fmla="*/ 1 w 245"/>
                <a:gd name="T53" fmla="*/ 2 h 425"/>
                <a:gd name="T54" fmla="*/ 1 w 245"/>
                <a:gd name="T55" fmla="*/ 3 h 425"/>
                <a:gd name="T56" fmla="*/ 1 w 245"/>
                <a:gd name="T57" fmla="*/ 3 h 425"/>
                <a:gd name="T58" fmla="*/ 1 w 245"/>
                <a:gd name="T59" fmla="*/ 3 h 425"/>
                <a:gd name="T60" fmla="*/ 1 w 245"/>
                <a:gd name="T61" fmla="*/ 3 h 425"/>
                <a:gd name="T62" fmla="*/ 1 w 245"/>
                <a:gd name="T63" fmla="*/ 3 h 425"/>
                <a:gd name="T64" fmla="*/ 0 w 245"/>
                <a:gd name="T65" fmla="*/ 3 h 425"/>
                <a:gd name="T66" fmla="*/ 0 w 245"/>
                <a:gd name="T67" fmla="*/ 3 h 425"/>
                <a:gd name="T68" fmla="*/ 0 w 245"/>
                <a:gd name="T69" fmla="*/ 3 h 425"/>
                <a:gd name="T70" fmla="*/ 0 w 245"/>
                <a:gd name="T71" fmla="*/ 3 h 425"/>
                <a:gd name="T72" fmla="*/ 0 w 245"/>
                <a:gd name="T73" fmla="*/ 3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5"/>
                <a:gd name="T113" fmla="*/ 245 w 245"/>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5">
                  <a:moveTo>
                    <a:pt x="0" y="425"/>
                  </a:moveTo>
                  <a:lnTo>
                    <a:pt x="0" y="425"/>
                  </a:lnTo>
                  <a:lnTo>
                    <a:pt x="26" y="422"/>
                  </a:lnTo>
                  <a:lnTo>
                    <a:pt x="51" y="417"/>
                  </a:lnTo>
                  <a:lnTo>
                    <a:pt x="74" y="406"/>
                  </a:lnTo>
                  <a:lnTo>
                    <a:pt x="96" y="391"/>
                  </a:lnTo>
                  <a:lnTo>
                    <a:pt x="119" y="373"/>
                  </a:lnTo>
                  <a:lnTo>
                    <a:pt x="137" y="351"/>
                  </a:lnTo>
                  <a:lnTo>
                    <a:pt x="156" y="326"/>
                  </a:lnTo>
                  <a:lnTo>
                    <a:pt x="174" y="299"/>
                  </a:lnTo>
                  <a:lnTo>
                    <a:pt x="190" y="269"/>
                  </a:lnTo>
                  <a:lnTo>
                    <a:pt x="204" y="236"/>
                  </a:lnTo>
                  <a:lnTo>
                    <a:pt x="216" y="202"/>
                  </a:lnTo>
                  <a:lnTo>
                    <a:pt x="226" y="163"/>
                  </a:lnTo>
                  <a:lnTo>
                    <a:pt x="235" y="126"/>
                  </a:lnTo>
                  <a:lnTo>
                    <a:pt x="241" y="86"/>
                  </a:lnTo>
                  <a:lnTo>
                    <a:pt x="244" y="43"/>
                  </a:lnTo>
                  <a:lnTo>
                    <a:pt x="245" y="0"/>
                  </a:lnTo>
                  <a:lnTo>
                    <a:pt x="234" y="0"/>
                  </a:lnTo>
                  <a:lnTo>
                    <a:pt x="232" y="43"/>
                  </a:lnTo>
                  <a:lnTo>
                    <a:pt x="229" y="84"/>
                  </a:lnTo>
                  <a:lnTo>
                    <a:pt x="223" y="123"/>
                  </a:lnTo>
                  <a:lnTo>
                    <a:pt x="215" y="161"/>
                  </a:lnTo>
                  <a:lnTo>
                    <a:pt x="204" y="197"/>
                  </a:lnTo>
                  <a:lnTo>
                    <a:pt x="193" y="231"/>
                  </a:lnTo>
                  <a:lnTo>
                    <a:pt x="178" y="264"/>
                  </a:lnTo>
                  <a:lnTo>
                    <a:pt x="164" y="292"/>
                  </a:lnTo>
                  <a:lnTo>
                    <a:pt x="147" y="319"/>
                  </a:lnTo>
                  <a:lnTo>
                    <a:pt x="128" y="344"/>
                  </a:lnTo>
                  <a:lnTo>
                    <a:pt x="109" y="364"/>
                  </a:lnTo>
                  <a:lnTo>
                    <a:pt x="89" y="381"/>
                  </a:lnTo>
                  <a:lnTo>
                    <a:pt x="67" y="394"/>
                  </a:lnTo>
                  <a:lnTo>
                    <a:pt x="46" y="405"/>
                  </a:lnTo>
                  <a:lnTo>
                    <a:pt x="24" y="411"/>
                  </a:lnTo>
                  <a:lnTo>
                    <a:pt x="0" y="413"/>
                  </a:lnTo>
                  <a:lnTo>
                    <a:pt x="0" y="425"/>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3480" name="Freeform 70"/>
            <p:cNvSpPr>
              <a:spLocks/>
            </p:cNvSpPr>
            <p:nvPr/>
          </p:nvSpPr>
          <p:spPr bwMode="auto">
            <a:xfrm>
              <a:off x="1502" y="1836"/>
              <a:ext cx="50" cy="85"/>
            </a:xfrm>
            <a:custGeom>
              <a:avLst/>
              <a:gdLst>
                <a:gd name="T0" fmla="*/ 0 w 246"/>
                <a:gd name="T1" fmla="*/ 0 h 425"/>
                <a:gd name="T2" fmla="*/ 0 w 246"/>
                <a:gd name="T3" fmla="*/ 0 h 425"/>
                <a:gd name="T4" fmla="*/ 0 w 246"/>
                <a:gd name="T5" fmla="*/ 0 h 425"/>
                <a:gd name="T6" fmla="*/ 0 w 246"/>
                <a:gd name="T7" fmla="*/ 1 h 425"/>
                <a:gd name="T8" fmla="*/ 0 w 246"/>
                <a:gd name="T9" fmla="*/ 1 h 425"/>
                <a:gd name="T10" fmla="*/ 0 w 246"/>
                <a:gd name="T11" fmla="*/ 1 h 425"/>
                <a:gd name="T12" fmla="*/ 0 w 246"/>
                <a:gd name="T13" fmla="*/ 2 h 425"/>
                <a:gd name="T14" fmla="*/ 0 w 246"/>
                <a:gd name="T15" fmla="*/ 2 h 425"/>
                <a:gd name="T16" fmla="*/ 0 w 246"/>
                <a:gd name="T17" fmla="*/ 2 h 425"/>
                <a:gd name="T18" fmla="*/ 1 w 246"/>
                <a:gd name="T19" fmla="*/ 2 h 425"/>
                <a:gd name="T20" fmla="*/ 1 w 246"/>
                <a:gd name="T21" fmla="*/ 3 h 425"/>
                <a:gd name="T22" fmla="*/ 1 w 246"/>
                <a:gd name="T23" fmla="*/ 3 h 425"/>
                <a:gd name="T24" fmla="*/ 1 w 246"/>
                <a:gd name="T25" fmla="*/ 3 h 425"/>
                <a:gd name="T26" fmla="*/ 1 w 246"/>
                <a:gd name="T27" fmla="*/ 3 h 425"/>
                <a:gd name="T28" fmla="*/ 1 w 246"/>
                <a:gd name="T29" fmla="*/ 3 h 425"/>
                <a:gd name="T30" fmla="*/ 2 w 246"/>
                <a:gd name="T31" fmla="*/ 3 h 425"/>
                <a:gd name="T32" fmla="*/ 2 w 246"/>
                <a:gd name="T33" fmla="*/ 3 h 425"/>
                <a:gd name="T34" fmla="*/ 2 w 246"/>
                <a:gd name="T35" fmla="*/ 3 h 425"/>
                <a:gd name="T36" fmla="*/ 2 w 246"/>
                <a:gd name="T37" fmla="*/ 3 h 425"/>
                <a:gd name="T38" fmla="*/ 2 w 246"/>
                <a:gd name="T39" fmla="*/ 3 h 425"/>
                <a:gd name="T40" fmla="*/ 2 w 246"/>
                <a:gd name="T41" fmla="*/ 3 h 425"/>
                <a:gd name="T42" fmla="*/ 1 w 246"/>
                <a:gd name="T43" fmla="*/ 3 h 425"/>
                <a:gd name="T44" fmla="*/ 1 w 246"/>
                <a:gd name="T45" fmla="*/ 3 h 425"/>
                <a:gd name="T46" fmla="*/ 1 w 246"/>
                <a:gd name="T47" fmla="*/ 3 h 425"/>
                <a:gd name="T48" fmla="*/ 1 w 246"/>
                <a:gd name="T49" fmla="*/ 3 h 425"/>
                <a:gd name="T50" fmla="*/ 1 w 246"/>
                <a:gd name="T51" fmla="*/ 3 h 425"/>
                <a:gd name="T52" fmla="*/ 1 w 246"/>
                <a:gd name="T53" fmla="*/ 2 h 425"/>
                <a:gd name="T54" fmla="*/ 1 w 246"/>
                <a:gd name="T55" fmla="*/ 2 h 425"/>
                <a:gd name="T56" fmla="*/ 0 w 246"/>
                <a:gd name="T57" fmla="*/ 2 h 425"/>
                <a:gd name="T58" fmla="*/ 0 w 246"/>
                <a:gd name="T59" fmla="*/ 2 h 425"/>
                <a:gd name="T60" fmla="*/ 0 w 246"/>
                <a:gd name="T61" fmla="*/ 1 h 425"/>
                <a:gd name="T62" fmla="*/ 0 w 246"/>
                <a:gd name="T63" fmla="*/ 1 h 425"/>
                <a:gd name="T64" fmla="*/ 0 w 246"/>
                <a:gd name="T65" fmla="*/ 1 h 425"/>
                <a:gd name="T66" fmla="*/ 0 w 246"/>
                <a:gd name="T67" fmla="*/ 0 h 425"/>
                <a:gd name="T68" fmla="*/ 0 w 246"/>
                <a:gd name="T69" fmla="*/ 0 h 425"/>
                <a:gd name="T70" fmla="*/ 0 w 246"/>
                <a:gd name="T71" fmla="*/ 0 h 425"/>
                <a:gd name="T72" fmla="*/ 0 w 246"/>
                <a:gd name="T73" fmla="*/ 0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5"/>
                <a:gd name="T113" fmla="*/ 246 w 246"/>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5">
                  <a:moveTo>
                    <a:pt x="0" y="0"/>
                  </a:moveTo>
                  <a:lnTo>
                    <a:pt x="0" y="0"/>
                  </a:lnTo>
                  <a:lnTo>
                    <a:pt x="2" y="43"/>
                  </a:lnTo>
                  <a:lnTo>
                    <a:pt x="5" y="86"/>
                  </a:lnTo>
                  <a:lnTo>
                    <a:pt x="11" y="126"/>
                  </a:lnTo>
                  <a:lnTo>
                    <a:pt x="19" y="163"/>
                  </a:lnTo>
                  <a:lnTo>
                    <a:pt x="30" y="202"/>
                  </a:lnTo>
                  <a:lnTo>
                    <a:pt x="41" y="236"/>
                  </a:lnTo>
                  <a:lnTo>
                    <a:pt x="55" y="269"/>
                  </a:lnTo>
                  <a:lnTo>
                    <a:pt x="73" y="299"/>
                  </a:lnTo>
                  <a:lnTo>
                    <a:pt x="89" y="326"/>
                  </a:lnTo>
                  <a:lnTo>
                    <a:pt x="108" y="351"/>
                  </a:lnTo>
                  <a:lnTo>
                    <a:pt x="128" y="373"/>
                  </a:lnTo>
                  <a:lnTo>
                    <a:pt x="150" y="391"/>
                  </a:lnTo>
                  <a:lnTo>
                    <a:pt x="171" y="406"/>
                  </a:lnTo>
                  <a:lnTo>
                    <a:pt x="196" y="417"/>
                  </a:lnTo>
                  <a:lnTo>
                    <a:pt x="221" y="422"/>
                  </a:lnTo>
                  <a:lnTo>
                    <a:pt x="246" y="425"/>
                  </a:lnTo>
                  <a:lnTo>
                    <a:pt x="246" y="413"/>
                  </a:lnTo>
                  <a:lnTo>
                    <a:pt x="223" y="411"/>
                  </a:lnTo>
                  <a:lnTo>
                    <a:pt x="201" y="405"/>
                  </a:lnTo>
                  <a:lnTo>
                    <a:pt x="178" y="394"/>
                  </a:lnTo>
                  <a:lnTo>
                    <a:pt x="157" y="381"/>
                  </a:lnTo>
                  <a:lnTo>
                    <a:pt x="137" y="364"/>
                  </a:lnTo>
                  <a:lnTo>
                    <a:pt x="117" y="344"/>
                  </a:lnTo>
                  <a:lnTo>
                    <a:pt x="99" y="319"/>
                  </a:lnTo>
                  <a:lnTo>
                    <a:pt x="82" y="292"/>
                  </a:lnTo>
                  <a:lnTo>
                    <a:pt x="67" y="264"/>
                  </a:lnTo>
                  <a:lnTo>
                    <a:pt x="53" y="231"/>
                  </a:lnTo>
                  <a:lnTo>
                    <a:pt x="41" y="197"/>
                  </a:lnTo>
                  <a:lnTo>
                    <a:pt x="31" y="161"/>
                  </a:lnTo>
                  <a:lnTo>
                    <a:pt x="23" y="123"/>
                  </a:lnTo>
                  <a:lnTo>
                    <a:pt x="17" y="84"/>
                  </a:lnTo>
                  <a:lnTo>
                    <a:pt x="13" y="4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3481" name="Freeform 71"/>
            <p:cNvSpPr>
              <a:spLocks/>
            </p:cNvSpPr>
            <p:nvPr/>
          </p:nvSpPr>
          <p:spPr bwMode="auto">
            <a:xfrm>
              <a:off x="1502" y="1751"/>
              <a:ext cx="50" cy="85"/>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2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1" y="2"/>
                  </a:lnTo>
                  <a:lnTo>
                    <a:pt x="196" y="8"/>
                  </a:lnTo>
                  <a:lnTo>
                    <a:pt x="171" y="19"/>
                  </a:lnTo>
                  <a:lnTo>
                    <a:pt x="150" y="34"/>
                  </a:lnTo>
                  <a:lnTo>
                    <a:pt x="128" y="52"/>
                  </a:lnTo>
                  <a:lnTo>
                    <a:pt x="108" y="74"/>
                  </a:lnTo>
                  <a:lnTo>
                    <a:pt x="89" y="98"/>
                  </a:lnTo>
                  <a:lnTo>
                    <a:pt x="73" y="125"/>
                  </a:lnTo>
                  <a:lnTo>
                    <a:pt x="55" y="156"/>
                  </a:lnTo>
                  <a:lnTo>
                    <a:pt x="41" y="189"/>
                  </a:lnTo>
                  <a:lnTo>
                    <a:pt x="30" y="223"/>
                  </a:lnTo>
                  <a:lnTo>
                    <a:pt x="19" y="261"/>
                  </a:lnTo>
                  <a:lnTo>
                    <a:pt x="11" y="299"/>
                  </a:lnTo>
                  <a:lnTo>
                    <a:pt x="5" y="339"/>
                  </a:lnTo>
                  <a:lnTo>
                    <a:pt x="2" y="382"/>
                  </a:lnTo>
                  <a:lnTo>
                    <a:pt x="0" y="424"/>
                  </a:lnTo>
                  <a:lnTo>
                    <a:pt x="12" y="424"/>
                  </a:lnTo>
                  <a:lnTo>
                    <a:pt x="13" y="382"/>
                  </a:lnTo>
                  <a:lnTo>
                    <a:pt x="17" y="341"/>
                  </a:lnTo>
                  <a:lnTo>
                    <a:pt x="23" y="301"/>
                  </a:lnTo>
                  <a:lnTo>
                    <a:pt x="31" y="264"/>
                  </a:lnTo>
                  <a:lnTo>
                    <a:pt x="41" y="227"/>
                  </a:lnTo>
                  <a:lnTo>
                    <a:pt x="53" y="193"/>
                  </a:lnTo>
                  <a:lnTo>
                    <a:pt x="67" y="161"/>
                  </a:lnTo>
                  <a:lnTo>
                    <a:pt x="82" y="132"/>
                  </a:lnTo>
                  <a:lnTo>
                    <a:pt x="99" y="105"/>
                  </a:lnTo>
                  <a:lnTo>
                    <a:pt x="117" y="81"/>
                  </a:lnTo>
                  <a:lnTo>
                    <a:pt x="137" y="61"/>
                  </a:lnTo>
                  <a:lnTo>
                    <a:pt x="157" y="43"/>
                  </a:lnTo>
                  <a:lnTo>
                    <a:pt x="178" y="30"/>
                  </a:lnTo>
                  <a:lnTo>
                    <a:pt x="201" y="20"/>
                  </a:lnTo>
                  <a:lnTo>
                    <a:pt x="223" y="14"/>
                  </a:lnTo>
                  <a:lnTo>
                    <a:pt x="246" y="12"/>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3482" name="Freeform 72"/>
            <p:cNvSpPr>
              <a:spLocks/>
            </p:cNvSpPr>
            <p:nvPr/>
          </p:nvSpPr>
          <p:spPr bwMode="auto">
            <a:xfrm>
              <a:off x="1565" y="2016"/>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0" y="339"/>
                  </a:lnTo>
                  <a:lnTo>
                    <a:pt x="234" y="299"/>
                  </a:lnTo>
                  <a:lnTo>
                    <a:pt x="226" y="261"/>
                  </a:lnTo>
                  <a:lnTo>
                    <a:pt x="216" y="223"/>
                  </a:lnTo>
                  <a:lnTo>
                    <a:pt x="204" y="189"/>
                  </a:lnTo>
                  <a:lnTo>
                    <a:pt x="190" y="156"/>
                  </a:lnTo>
                  <a:lnTo>
                    <a:pt x="174" y="125"/>
                  </a:lnTo>
                  <a:lnTo>
                    <a:pt x="156" y="98"/>
                  </a:lnTo>
                  <a:lnTo>
                    <a:pt x="138" y="74"/>
                  </a:lnTo>
                  <a:lnTo>
                    <a:pt x="118" y="51"/>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9" y="81"/>
                  </a:lnTo>
                  <a:lnTo>
                    <a:pt x="147" y="105"/>
                  </a:lnTo>
                  <a:lnTo>
                    <a:pt x="164" y="132"/>
                  </a:lnTo>
                  <a:lnTo>
                    <a:pt x="178" y="160"/>
                  </a:lnTo>
                  <a:lnTo>
                    <a:pt x="192" y="193"/>
                  </a:lnTo>
                  <a:lnTo>
                    <a:pt x="204" y="227"/>
                  </a:lnTo>
                  <a:lnTo>
                    <a:pt x="215" y="264"/>
                  </a:lnTo>
                  <a:lnTo>
                    <a:pt x="223" y="301"/>
                  </a:lnTo>
                  <a:lnTo>
                    <a:pt x="229"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3483" name="Freeform 73"/>
            <p:cNvSpPr>
              <a:spLocks/>
            </p:cNvSpPr>
            <p:nvPr/>
          </p:nvSpPr>
          <p:spPr bwMode="auto">
            <a:xfrm>
              <a:off x="1565" y="2101"/>
              <a:ext cx="49" cy="85"/>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6" y="423"/>
                  </a:lnTo>
                  <a:lnTo>
                    <a:pt x="51" y="418"/>
                  </a:lnTo>
                  <a:lnTo>
                    <a:pt x="74" y="407"/>
                  </a:lnTo>
                  <a:lnTo>
                    <a:pt x="96" y="392"/>
                  </a:lnTo>
                  <a:lnTo>
                    <a:pt x="118" y="373"/>
                  </a:lnTo>
                  <a:lnTo>
                    <a:pt x="138" y="351"/>
                  </a:lnTo>
                  <a:lnTo>
                    <a:pt x="156" y="327"/>
                  </a:lnTo>
                  <a:lnTo>
                    <a:pt x="175" y="299"/>
                  </a:lnTo>
                  <a:lnTo>
                    <a:pt x="190" y="269"/>
                  </a:lnTo>
                  <a:lnTo>
                    <a:pt x="204" y="236"/>
                  </a:lnTo>
                  <a:lnTo>
                    <a:pt x="216" y="202"/>
                  </a:lnTo>
                  <a:lnTo>
                    <a:pt x="226" y="164"/>
                  </a:lnTo>
                  <a:lnTo>
                    <a:pt x="234" y="126"/>
                  </a:lnTo>
                  <a:lnTo>
                    <a:pt x="240" y="86"/>
                  </a:lnTo>
                  <a:lnTo>
                    <a:pt x="244" y="42"/>
                  </a:lnTo>
                  <a:lnTo>
                    <a:pt x="245" y="0"/>
                  </a:lnTo>
                  <a:lnTo>
                    <a:pt x="233" y="0"/>
                  </a:lnTo>
                  <a:lnTo>
                    <a:pt x="232" y="42"/>
                  </a:lnTo>
                  <a:lnTo>
                    <a:pt x="229" y="83"/>
                  </a:lnTo>
                  <a:lnTo>
                    <a:pt x="223" y="123"/>
                  </a:lnTo>
                  <a:lnTo>
                    <a:pt x="215" y="162"/>
                  </a:lnTo>
                  <a:lnTo>
                    <a:pt x="204" y="197"/>
                  </a:lnTo>
                  <a:lnTo>
                    <a:pt x="192" y="231"/>
                  </a:lnTo>
                  <a:lnTo>
                    <a:pt x="178" y="264"/>
                  </a:lnTo>
                  <a:lnTo>
                    <a:pt x="163" y="292"/>
                  </a:lnTo>
                  <a:lnTo>
                    <a:pt x="147" y="320"/>
                  </a:lnTo>
                  <a:lnTo>
                    <a:pt x="129" y="344"/>
                  </a:lnTo>
                  <a:lnTo>
                    <a:pt x="109" y="364"/>
                  </a:lnTo>
                  <a:lnTo>
                    <a:pt x="89" y="382"/>
                  </a:lnTo>
                  <a:lnTo>
                    <a:pt x="67" y="395"/>
                  </a:lnTo>
                  <a:lnTo>
                    <a:pt x="46" y="406"/>
                  </a:lnTo>
                  <a:lnTo>
                    <a:pt x="24"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3484" name="Freeform 74"/>
            <p:cNvSpPr>
              <a:spLocks/>
            </p:cNvSpPr>
            <p:nvPr/>
          </p:nvSpPr>
          <p:spPr bwMode="auto">
            <a:xfrm>
              <a:off x="1516" y="2101"/>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5" y="86"/>
                  </a:lnTo>
                  <a:lnTo>
                    <a:pt x="11" y="126"/>
                  </a:lnTo>
                  <a:lnTo>
                    <a:pt x="19" y="164"/>
                  </a:lnTo>
                  <a:lnTo>
                    <a:pt x="30" y="202"/>
                  </a:lnTo>
                  <a:lnTo>
                    <a:pt x="41" y="236"/>
                  </a:lnTo>
                  <a:lnTo>
                    <a:pt x="55" y="269"/>
                  </a:lnTo>
                  <a:lnTo>
                    <a:pt x="71" y="299"/>
                  </a:lnTo>
                  <a:lnTo>
                    <a:pt x="89" y="327"/>
                  </a:lnTo>
                  <a:lnTo>
                    <a:pt x="107" y="351"/>
                  </a:lnTo>
                  <a:lnTo>
                    <a:pt x="127" y="373"/>
                  </a:lnTo>
                  <a:lnTo>
                    <a:pt x="149" y="392"/>
                  </a:lnTo>
                  <a:lnTo>
                    <a:pt x="171" y="407"/>
                  </a:lnTo>
                  <a:lnTo>
                    <a:pt x="195" y="418"/>
                  </a:lnTo>
                  <a:lnTo>
                    <a:pt x="219" y="423"/>
                  </a:lnTo>
                  <a:lnTo>
                    <a:pt x="245" y="426"/>
                  </a:lnTo>
                  <a:lnTo>
                    <a:pt x="245" y="414"/>
                  </a:lnTo>
                  <a:lnTo>
                    <a:pt x="222" y="412"/>
                  </a:lnTo>
                  <a:lnTo>
                    <a:pt x="199" y="406"/>
                  </a:lnTo>
                  <a:lnTo>
                    <a:pt x="178" y="395"/>
                  </a:lnTo>
                  <a:lnTo>
                    <a:pt x="156" y="382"/>
                  </a:lnTo>
                  <a:lnTo>
                    <a:pt x="136" y="364"/>
                  </a:lnTo>
                  <a:lnTo>
                    <a:pt x="116" y="344"/>
                  </a:lnTo>
                  <a:lnTo>
                    <a:pt x="99" y="320"/>
                  </a:lnTo>
                  <a:lnTo>
                    <a:pt x="82" y="292"/>
                  </a:lnTo>
                  <a:lnTo>
                    <a:pt x="67" y="264"/>
                  </a:lnTo>
                  <a:lnTo>
                    <a:pt x="53" y="231"/>
                  </a:lnTo>
                  <a:lnTo>
                    <a:pt x="41" y="197"/>
                  </a:lnTo>
                  <a:lnTo>
                    <a:pt x="31" y="162"/>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3485" name="Freeform 75"/>
            <p:cNvSpPr>
              <a:spLocks/>
            </p:cNvSpPr>
            <p:nvPr/>
          </p:nvSpPr>
          <p:spPr bwMode="auto">
            <a:xfrm>
              <a:off x="1516" y="2016"/>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5" y="8"/>
                  </a:lnTo>
                  <a:lnTo>
                    <a:pt x="171" y="19"/>
                  </a:lnTo>
                  <a:lnTo>
                    <a:pt x="149" y="34"/>
                  </a:lnTo>
                  <a:lnTo>
                    <a:pt x="127" y="51"/>
                  </a:lnTo>
                  <a:lnTo>
                    <a:pt x="107" y="74"/>
                  </a:lnTo>
                  <a:lnTo>
                    <a:pt x="89" y="98"/>
                  </a:lnTo>
                  <a:lnTo>
                    <a:pt x="72" y="125"/>
                  </a:lnTo>
                  <a:lnTo>
                    <a:pt x="55" y="156"/>
                  </a:lnTo>
                  <a:lnTo>
                    <a:pt x="41" y="189"/>
                  </a:lnTo>
                  <a:lnTo>
                    <a:pt x="30" y="223"/>
                  </a:lnTo>
                  <a:lnTo>
                    <a:pt x="19" y="261"/>
                  </a:lnTo>
                  <a:lnTo>
                    <a:pt x="11" y="299"/>
                  </a:lnTo>
                  <a:lnTo>
                    <a:pt x="5" y="339"/>
                  </a:lnTo>
                  <a:lnTo>
                    <a:pt x="1" y="382"/>
                  </a:lnTo>
                  <a:lnTo>
                    <a:pt x="0" y="424"/>
                  </a:lnTo>
                  <a:lnTo>
                    <a:pt x="12" y="424"/>
                  </a:lnTo>
                  <a:lnTo>
                    <a:pt x="13" y="382"/>
                  </a:lnTo>
                  <a:lnTo>
                    <a:pt x="17" y="341"/>
                  </a:lnTo>
                  <a:lnTo>
                    <a:pt x="23" y="301"/>
                  </a:lnTo>
                  <a:lnTo>
                    <a:pt x="31" y="264"/>
                  </a:lnTo>
                  <a:lnTo>
                    <a:pt x="41" y="227"/>
                  </a:lnTo>
                  <a:lnTo>
                    <a:pt x="53" y="193"/>
                  </a:lnTo>
                  <a:lnTo>
                    <a:pt x="67" y="160"/>
                  </a:lnTo>
                  <a:lnTo>
                    <a:pt x="81" y="132"/>
                  </a:lnTo>
                  <a:lnTo>
                    <a:pt x="99" y="105"/>
                  </a:lnTo>
                  <a:lnTo>
                    <a:pt x="116" y="81"/>
                  </a:lnTo>
                  <a:lnTo>
                    <a:pt x="136" y="61"/>
                  </a:lnTo>
                  <a:lnTo>
                    <a:pt x="156" y="43"/>
                  </a:lnTo>
                  <a:lnTo>
                    <a:pt x="178" y="30"/>
                  </a:lnTo>
                  <a:lnTo>
                    <a:pt x="199" y="20"/>
                  </a:lnTo>
                  <a:lnTo>
                    <a:pt x="222"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sp>
        <p:nvSpPr>
          <p:cNvPr id="103432" name="Rectangle 77"/>
          <p:cNvSpPr>
            <a:spLocks noChangeArrowheads="1"/>
          </p:cNvSpPr>
          <p:nvPr/>
        </p:nvSpPr>
        <p:spPr bwMode="auto">
          <a:xfrm>
            <a:off x="611188" y="0"/>
            <a:ext cx="6388100" cy="6477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3000"/>
              <a:t>Sem. 2 - Lundi</a:t>
            </a:r>
          </a:p>
        </p:txBody>
      </p:sp>
      <p:sp>
        <p:nvSpPr>
          <p:cNvPr id="103433" name="Text Box 78"/>
          <p:cNvSpPr txBox="1">
            <a:spLocks noChangeArrowheads="1"/>
          </p:cNvSpPr>
          <p:nvPr/>
        </p:nvSpPr>
        <p:spPr bwMode="auto">
          <a:xfrm>
            <a:off x="566738" y="2697163"/>
            <a:ext cx="3217862"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2. Pas de commandes</a:t>
            </a:r>
          </a:p>
        </p:txBody>
      </p:sp>
      <p:sp>
        <p:nvSpPr>
          <p:cNvPr id="103434" name="Text Box 79"/>
          <p:cNvSpPr txBox="1">
            <a:spLocks noChangeArrowheads="1"/>
          </p:cNvSpPr>
          <p:nvPr/>
        </p:nvSpPr>
        <p:spPr bwMode="auto">
          <a:xfrm>
            <a:off x="566738" y="5211763"/>
            <a:ext cx="6543675" cy="4429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eaLnBrk="1" hangingPunct="1">
              <a:spcBef>
                <a:spcPct val="0"/>
              </a:spcBef>
              <a:buFontTx/>
              <a:buNone/>
            </a:pPr>
            <a:r>
              <a:rPr lang="fr-FR" altLang="fr-FR" sz="2300"/>
              <a:t>4. Pointez la production sur votre feuille de suivi</a:t>
            </a:r>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04450" name="Group 2"/>
          <p:cNvGrpSpPr>
            <a:grpSpLocks/>
          </p:cNvGrpSpPr>
          <p:nvPr/>
        </p:nvGrpSpPr>
        <p:grpSpPr bwMode="auto">
          <a:xfrm>
            <a:off x="7073900" y="215900"/>
            <a:ext cx="1878013" cy="1250950"/>
            <a:chOff x="4456" y="136"/>
            <a:chExt cx="1183" cy="788"/>
          </a:xfrm>
        </p:grpSpPr>
        <p:grpSp>
          <p:nvGrpSpPr>
            <p:cNvPr id="104510" name="Group 3"/>
            <p:cNvGrpSpPr>
              <a:grpSpLocks/>
            </p:cNvGrpSpPr>
            <p:nvPr/>
          </p:nvGrpSpPr>
          <p:grpSpPr bwMode="auto">
            <a:xfrm>
              <a:off x="4766" y="232"/>
              <a:ext cx="873" cy="692"/>
              <a:chOff x="2185" y="310"/>
              <a:chExt cx="873" cy="692"/>
            </a:xfrm>
          </p:grpSpPr>
          <p:sp>
            <p:nvSpPr>
              <p:cNvPr id="104521" name="Freeform 4"/>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accent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4522" name="Freeform 5"/>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4523" name="Freeform 6"/>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4524" name="Freeform 7"/>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4525" name="Freeform 8"/>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4526" name="Freeform 9"/>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4527" name="Freeform 10"/>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grpSp>
          <p:nvGrpSpPr>
            <p:cNvPr id="104511" name="Group 11"/>
            <p:cNvGrpSpPr>
              <a:grpSpLocks/>
            </p:cNvGrpSpPr>
            <p:nvPr/>
          </p:nvGrpSpPr>
          <p:grpSpPr bwMode="auto">
            <a:xfrm>
              <a:off x="4949" y="336"/>
              <a:ext cx="591" cy="468"/>
              <a:chOff x="2185" y="310"/>
              <a:chExt cx="873" cy="692"/>
            </a:xfrm>
          </p:grpSpPr>
          <p:sp>
            <p:nvSpPr>
              <p:cNvPr id="104514" name="Freeform 12"/>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4515" name="Freeform 13"/>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4516" name="Freeform 14"/>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4517" name="Freeform 15"/>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4518" name="Freeform 16"/>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4519" name="Freeform 17"/>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4520" name="Freeform 18"/>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pic>
          <p:nvPicPr>
            <p:cNvPr id="104512" name="Picture 19"/>
            <p:cNvPicPr>
              <a:picLocks noChangeAspect="1" noChangeArrowheads="1"/>
            </p:cNvPicPr>
            <p:nvPr/>
          </p:nvPicPr>
          <p:blipFill>
            <a:blip r:embed="rId3" cstate="print">
              <a:extLst>
                <a:ext uri="{28A0092B-C50C-407E-A947-70E740481C1C}">
                  <a14:useLocalDpi xmlns:a14="http://schemas.microsoft.com/office/drawing/2010/main" val="0"/>
                </a:ext>
              </a:extLst>
            </a:blip>
            <a:srcRect l="-4282" t="-4369" r="-5199" b="-12012"/>
            <a:stretch>
              <a:fillRect/>
            </a:stretch>
          </p:blipFill>
          <p:spPr bwMode="auto">
            <a:xfrm>
              <a:off x="4456" y="136"/>
              <a:ext cx="480" cy="5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04513" name="Text Box 20"/>
            <p:cNvSpPr txBox="1">
              <a:spLocks noChangeArrowheads="1"/>
            </p:cNvSpPr>
            <p:nvPr/>
          </p:nvSpPr>
          <p:spPr bwMode="auto">
            <a:xfrm>
              <a:off x="5066" y="314"/>
              <a:ext cx="356" cy="49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4500" b="1">
                  <a:solidFill>
                    <a:srgbClr val="FF0000"/>
                  </a:solidFill>
                  <a:latin typeface="Arial Black" pitchFamily="34" charset="0"/>
                </a:rPr>
                <a:t>6</a:t>
              </a:r>
              <a:endParaRPr lang="fr-FR" altLang="fr-FR" sz="3200">
                <a:solidFill>
                  <a:schemeClr val="tx1"/>
                </a:solidFill>
                <a:latin typeface="Arial Black" pitchFamily="34" charset="0"/>
              </a:endParaRPr>
            </a:p>
          </p:txBody>
        </p:sp>
      </p:grpSp>
      <p:sp>
        <p:nvSpPr>
          <p:cNvPr id="104452" name="Text Box 22"/>
          <p:cNvSpPr txBox="1">
            <a:spLocks noChangeArrowheads="1"/>
          </p:cNvSpPr>
          <p:nvPr/>
        </p:nvSpPr>
        <p:spPr bwMode="auto">
          <a:xfrm>
            <a:off x="566738" y="1363663"/>
            <a:ext cx="1946275"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1. Tirez le dé</a:t>
            </a:r>
          </a:p>
        </p:txBody>
      </p:sp>
      <p:sp>
        <p:nvSpPr>
          <p:cNvPr id="104453" name="Text Box 23"/>
          <p:cNvSpPr txBox="1">
            <a:spLocks noChangeArrowheads="1"/>
          </p:cNvSpPr>
          <p:nvPr/>
        </p:nvSpPr>
        <p:spPr bwMode="auto">
          <a:xfrm>
            <a:off x="566738" y="3935413"/>
            <a:ext cx="18796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3. Produisez</a:t>
            </a:r>
          </a:p>
        </p:txBody>
      </p:sp>
      <p:grpSp>
        <p:nvGrpSpPr>
          <p:cNvPr id="104454" name="Group 24"/>
          <p:cNvGrpSpPr>
            <a:grpSpLocks/>
          </p:cNvGrpSpPr>
          <p:nvPr/>
        </p:nvGrpSpPr>
        <p:grpSpPr bwMode="auto">
          <a:xfrm>
            <a:off x="2986088" y="1306513"/>
            <a:ext cx="446087" cy="534987"/>
            <a:chOff x="868" y="1439"/>
            <a:chExt cx="811" cy="972"/>
          </a:xfrm>
        </p:grpSpPr>
        <p:sp>
          <p:nvSpPr>
            <p:cNvPr id="104459" name="Freeform 25"/>
            <p:cNvSpPr>
              <a:spLocks/>
            </p:cNvSpPr>
            <p:nvPr/>
          </p:nvSpPr>
          <p:spPr bwMode="auto">
            <a:xfrm>
              <a:off x="1548" y="2014"/>
              <a:ext cx="123" cy="100"/>
            </a:xfrm>
            <a:custGeom>
              <a:avLst/>
              <a:gdLst>
                <a:gd name="T0" fmla="*/ 5 w 618"/>
                <a:gd name="T1" fmla="*/ 0 h 502"/>
                <a:gd name="T2" fmla="*/ 5 w 618"/>
                <a:gd name="T3" fmla="*/ 0 h 502"/>
                <a:gd name="T4" fmla="*/ 0 w 618"/>
                <a:gd name="T5" fmla="*/ 4 h 502"/>
                <a:gd name="T6" fmla="*/ 0 w 618"/>
                <a:gd name="T7" fmla="*/ 4 h 502"/>
                <a:gd name="T8" fmla="*/ 5 w 618"/>
                <a:gd name="T9" fmla="*/ 0 h 502"/>
                <a:gd name="T10" fmla="*/ 5 w 618"/>
                <a:gd name="T11" fmla="*/ 0 h 502"/>
                <a:gd name="T12" fmla="*/ 5 w 618"/>
                <a:gd name="T13" fmla="*/ 0 h 502"/>
                <a:gd name="T14" fmla="*/ 5 w 618"/>
                <a:gd name="T15" fmla="*/ 0 h 502"/>
                <a:gd name="T16" fmla="*/ 5 w 618"/>
                <a:gd name="T17" fmla="*/ 0 h 502"/>
                <a:gd name="T18" fmla="*/ 5 w 618"/>
                <a:gd name="T19" fmla="*/ 0 h 502"/>
                <a:gd name="T20" fmla="*/ 5 w 618"/>
                <a:gd name="T21" fmla="*/ 0 h 502"/>
                <a:gd name="T22" fmla="*/ 5 w 618"/>
                <a:gd name="T23" fmla="*/ 0 h 502"/>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618"/>
                <a:gd name="T37" fmla="*/ 0 h 502"/>
                <a:gd name="T38" fmla="*/ 618 w 618"/>
                <a:gd name="T39" fmla="*/ 502 h 502"/>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618" h="502">
                  <a:moveTo>
                    <a:pt x="611" y="0"/>
                  </a:moveTo>
                  <a:lnTo>
                    <a:pt x="606" y="2"/>
                  </a:lnTo>
                  <a:lnTo>
                    <a:pt x="0" y="490"/>
                  </a:lnTo>
                  <a:lnTo>
                    <a:pt x="10" y="502"/>
                  </a:lnTo>
                  <a:lnTo>
                    <a:pt x="616" y="14"/>
                  </a:lnTo>
                  <a:lnTo>
                    <a:pt x="611" y="16"/>
                  </a:lnTo>
                  <a:lnTo>
                    <a:pt x="616" y="14"/>
                  </a:lnTo>
                  <a:lnTo>
                    <a:pt x="618" y="9"/>
                  </a:lnTo>
                  <a:lnTo>
                    <a:pt x="617" y="3"/>
                  </a:lnTo>
                  <a:lnTo>
                    <a:pt x="612" y="1"/>
                  </a:lnTo>
                  <a:lnTo>
                    <a:pt x="606" y="2"/>
                  </a:lnTo>
                  <a:lnTo>
                    <a:pt x="611"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4460" name="Freeform 26"/>
            <p:cNvSpPr>
              <a:spLocks/>
            </p:cNvSpPr>
            <p:nvPr/>
          </p:nvSpPr>
          <p:spPr bwMode="auto">
            <a:xfrm>
              <a:off x="876" y="1852"/>
              <a:ext cx="82" cy="373"/>
            </a:xfrm>
            <a:custGeom>
              <a:avLst/>
              <a:gdLst>
                <a:gd name="T0" fmla="*/ 3 w 413"/>
                <a:gd name="T1" fmla="*/ 15 h 1865"/>
                <a:gd name="T2" fmla="*/ 3 w 413"/>
                <a:gd name="T3" fmla="*/ 15 h 1865"/>
                <a:gd name="T4" fmla="*/ 0 w 413"/>
                <a:gd name="T5" fmla="*/ 0 h 1865"/>
                <a:gd name="T6" fmla="*/ 0 w 413"/>
                <a:gd name="T7" fmla="*/ 0 h 1865"/>
                <a:gd name="T8" fmla="*/ 3 w 413"/>
                <a:gd name="T9" fmla="*/ 15 h 1865"/>
                <a:gd name="T10" fmla="*/ 3 w 413"/>
                <a:gd name="T11" fmla="*/ 15 h 1865"/>
                <a:gd name="T12" fmla="*/ 3 w 413"/>
                <a:gd name="T13" fmla="*/ 15 h 1865"/>
                <a:gd name="T14" fmla="*/ 3 w 413"/>
                <a:gd name="T15" fmla="*/ 15 h 1865"/>
                <a:gd name="T16" fmla="*/ 3 w 413"/>
                <a:gd name="T17" fmla="*/ 15 h 1865"/>
                <a:gd name="T18" fmla="*/ 3 w 413"/>
                <a:gd name="T19" fmla="*/ 15 h 1865"/>
                <a:gd name="T20" fmla="*/ 3 w 413"/>
                <a:gd name="T21" fmla="*/ 15 h 1865"/>
                <a:gd name="T22" fmla="*/ 3 w 413"/>
                <a:gd name="T23" fmla="*/ 15 h 186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413"/>
                <a:gd name="T37" fmla="*/ 0 h 1865"/>
                <a:gd name="T38" fmla="*/ 413 w 413"/>
                <a:gd name="T39" fmla="*/ 1865 h 1865"/>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413" h="1865">
                  <a:moveTo>
                    <a:pt x="400" y="1864"/>
                  </a:moveTo>
                  <a:lnTo>
                    <a:pt x="413" y="1856"/>
                  </a:lnTo>
                  <a:lnTo>
                    <a:pt x="17" y="0"/>
                  </a:lnTo>
                  <a:lnTo>
                    <a:pt x="0" y="2"/>
                  </a:lnTo>
                  <a:lnTo>
                    <a:pt x="396" y="1858"/>
                  </a:lnTo>
                  <a:lnTo>
                    <a:pt x="409" y="1850"/>
                  </a:lnTo>
                  <a:lnTo>
                    <a:pt x="396" y="1858"/>
                  </a:lnTo>
                  <a:lnTo>
                    <a:pt x="400" y="1864"/>
                  </a:lnTo>
                  <a:lnTo>
                    <a:pt x="406" y="1865"/>
                  </a:lnTo>
                  <a:lnTo>
                    <a:pt x="410" y="1862"/>
                  </a:lnTo>
                  <a:lnTo>
                    <a:pt x="413" y="1856"/>
                  </a:lnTo>
                  <a:lnTo>
                    <a:pt x="400" y="186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4461" name="Freeform 27"/>
            <p:cNvSpPr>
              <a:spLocks/>
            </p:cNvSpPr>
            <p:nvPr/>
          </p:nvSpPr>
          <p:spPr bwMode="auto">
            <a:xfrm>
              <a:off x="1282" y="1533"/>
              <a:ext cx="35" cy="161"/>
            </a:xfrm>
            <a:custGeom>
              <a:avLst/>
              <a:gdLst>
                <a:gd name="T0" fmla="*/ 1 w 175"/>
                <a:gd name="T1" fmla="*/ 6 h 807"/>
                <a:gd name="T2" fmla="*/ 1 w 175"/>
                <a:gd name="T3" fmla="*/ 6 h 807"/>
                <a:gd name="T4" fmla="*/ 1 w 175"/>
                <a:gd name="T5" fmla="*/ 6 h 807"/>
                <a:gd name="T6" fmla="*/ 1 w 175"/>
                <a:gd name="T7" fmla="*/ 5 h 807"/>
                <a:gd name="T8" fmla="*/ 1 w 175"/>
                <a:gd name="T9" fmla="*/ 5 h 807"/>
                <a:gd name="T10" fmla="*/ 1 w 175"/>
                <a:gd name="T11" fmla="*/ 5 h 807"/>
                <a:gd name="T12" fmla="*/ 1 w 175"/>
                <a:gd name="T13" fmla="*/ 4 h 807"/>
                <a:gd name="T14" fmla="*/ 1 w 175"/>
                <a:gd name="T15" fmla="*/ 4 h 807"/>
                <a:gd name="T16" fmla="*/ 1 w 175"/>
                <a:gd name="T17" fmla="*/ 3 h 807"/>
                <a:gd name="T18" fmla="*/ 1 w 175"/>
                <a:gd name="T19" fmla="*/ 3 h 807"/>
                <a:gd name="T20" fmla="*/ 1 w 175"/>
                <a:gd name="T21" fmla="*/ 3 h 807"/>
                <a:gd name="T22" fmla="*/ 1 w 175"/>
                <a:gd name="T23" fmla="*/ 2 h 807"/>
                <a:gd name="T24" fmla="*/ 1 w 175"/>
                <a:gd name="T25" fmla="*/ 2 h 807"/>
                <a:gd name="T26" fmla="*/ 1 w 175"/>
                <a:gd name="T27" fmla="*/ 2 h 807"/>
                <a:gd name="T28" fmla="*/ 1 w 175"/>
                <a:gd name="T29" fmla="*/ 1 h 807"/>
                <a:gd name="T30" fmla="*/ 1 w 175"/>
                <a:gd name="T31" fmla="*/ 1 h 807"/>
                <a:gd name="T32" fmla="*/ 1 w 175"/>
                <a:gd name="T33" fmla="*/ 1 h 807"/>
                <a:gd name="T34" fmla="*/ 1 w 175"/>
                <a:gd name="T35" fmla="*/ 0 h 807"/>
                <a:gd name="T36" fmla="*/ 1 w 175"/>
                <a:gd name="T37" fmla="*/ 0 h 807"/>
                <a:gd name="T38" fmla="*/ 1 w 175"/>
                <a:gd name="T39" fmla="*/ 0 h 807"/>
                <a:gd name="T40" fmla="*/ 0 w 175"/>
                <a:gd name="T41" fmla="*/ 1 h 807"/>
                <a:gd name="T42" fmla="*/ 0 w 175"/>
                <a:gd name="T43" fmla="*/ 1 h 807"/>
                <a:gd name="T44" fmla="*/ 0 w 175"/>
                <a:gd name="T45" fmla="*/ 1 h 807"/>
                <a:gd name="T46" fmla="*/ 0 w 175"/>
                <a:gd name="T47" fmla="*/ 2 h 807"/>
                <a:gd name="T48" fmla="*/ 0 w 175"/>
                <a:gd name="T49" fmla="*/ 2 h 807"/>
                <a:gd name="T50" fmla="*/ 0 w 175"/>
                <a:gd name="T51" fmla="*/ 3 h 807"/>
                <a:gd name="T52" fmla="*/ 0 w 175"/>
                <a:gd name="T53" fmla="*/ 3 h 807"/>
                <a:gd name="T54" fmla="*/ 0 w 175"/>
                <a:gd name="T55" fmla="*/ 3 h 807"/>
                <a:gd name="T56" fmla="*/ 0 w 175"/>
                <a:gd name="T57" fmla="*/ 4 h 807"/>
                <a:gd name="T58" fmla="*/ 0 w 175"/>
                <a:gd name="T59" fmla="*/ 4 h 807"/>
                <a:gd name="T60" fmla="*/ 0 w 175"/>
                <a:gd name="T61" fmla="*/ 5 h 807"/>
                <a:gd name="T62" fmla="*/ 0 w 175"/>
                <a:gd name="T63" fmla="*/ 5 h 807"/>
                <a:gd name="T64" fmla="*/ 0 w 175"/>
                <a:gd name="T65" fmla="*/ 5 h 807"/>
                <a:gd name="T66" fmla="*/ 1 w 175"/>
                <a:gd name="T67" fmla="*/ 6 h 807"/>
                <a:gd name="T68" fmla="*/ 1 w 175"/>
                <a:gd name="T69" fmla="*/ 6 h 807"/>
                <a:gd name="T70" fmla="*/ 1 w 175"/>
                <a:gd name="T71" fmla="*/ 6 h 807"/>
                <a:gd name="T72" fmla="*/ 1 w 175"/>
                <a:gd name="T73" fmla="*/ 6 h 807"/>
                <a:gd name="T74" fmla="*/ 1 w 175"/>
                <a:gd name="T75" fmla="*/ 6 h 807"/>
                <a:gd name="T76" fmla="*/ 1 w 175"/>
                <a:gd name="T77" fmla="*/ 6 h 807"/>
                <a:gd name="T78" fmla="*/ 1 w 175"/>
                <a:gd name="T79" fmla="*/ 6 h 807"/>
                <a:gd name="T80" fmla="*/ 1 w 175"/>
                <a:gd name="T81" fmla="*/ 6 h 807"/>
                <a:gd name="T82" fmla="*/ 1 w 175"/>
                <a:gd name="T83" fmla="*/ 6 h 807"/>
                <a:gd name="T84" fmla="*/ 1 w 175"/>
                <a:gd name="T85" fmla="*/ 6 h 807"/>
                <a:gd name="T86" fmla="*/ 1 w 175"/>
                <a:gd name="T87" fmla="*/ 6 h 807"/>
                <a:gd name="T88" fmla="*/ 1 w 175"/>
                <a:gd name="T89" fmla="*/ 6 h 807"/>
                <a:gd name="T90" fmla="*/ 1 w 175"/>
                <a:gd name="T91" fmla="*/ 6 h 80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175"/>
                <a:gd name="T139" fmla="*/ 0 h 807"/>
                <a:gd name="T140" fmla="*/ 175 w 175"/>
                <a:gd name="T141" fmla="*/ 807 h 80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175" h="807">
                  <a:moveTo>
                    <a:pt x="169" y="740"/>
                  </a:moveTo>
                  <a:lnTo>
                    <a:pt x="169" y="739"/>
                  </a:lnTo>
                  <a:lnTo>
                    <a:pt x="149" y="698"/>
                  </a:lnTo>
                  <a:lnTo>
                    <a:pt x="133" y="656"/>
                  </a:lnTo>
                  <a:lnTo>
                    <a:pt x="120" y="611"/>
                  </a:lnTo>
                  <a:lnTo>
                    <a:pt x="108" y="565"/>
                  </a:lnTo>
                  <a:lnTo>
                    <a:pt x="100" y="520"/>
                  </a:lnTo>
                  <a:lnTo>
                    <a:pt x="96" y="472"/>
                  </a:lnTo>
                  <a:lnTo>
                    <a:pt x="93" y="425"/>
                  </a:lnTo>
                  <a:lnTo>
                    <a:pt x="93" y="377"/>
                  </a:lnTo>
                  <a:lnTo>
                    <a:pt x="96" y="330"/>
                  </a:lnTo>
                  <a:lnTo>
                    <a:pt x="100" y="283"/>
                  </a:lnTo>
                  <a:lnTo>
                    <a:pt x="106" y="238"/>
                  </a:lnTo>
                  <a:lnTo>
                    <a:pt x="115" y="195"/>
                  </a:lnTo>
                  <a:lnTo>
                    <a:pt x="126" y="153"/>
                  </a:lnTo>
                  <a:lnTo>
                    <a:pt x="139" y="114"/>
                  </a:lnTo>
                  <a:lnTo>
                    <a:pt x="153" y="77"/>
                  </a:lnTo>
                  <a:lnTo>
                    <a:pt x="169" y="43"/>
                  </a:lnTo>
                  <a:lnTo>
                    <a:pt x="87" y="0"/>
                  </a:lnTo>
                  <a:lnTo>
                    <a:pt x="69" y="39"/>
                  </a:lnTo>
                  <a:lnTo>
                    <a:pt x="52" y="81"/>
                  </a:lnTo>
                  <a:lnTo>
                    <a:pt x="37" y="127"/>
                  </a:lnTo>
                  <a:lnTo>
                    <a:pt x="24" y="174"/>
                  </a:lnTo>
                  <a:lnTo>
                    <a:pt x="15" y="222"/>
                  </a:lnTo>
                  <a:lnTo>
                    <a:pt x="7" y="271"/>
                  </a:lnTo>
                  <a:lnTo>
                    <a:pt x="2" y="323"/>
                  </a:lnTo>
                  <a:lnTo>
                    <a:pt x="0" y="374"/>
                  </a:lnTo>
                  <a:lnTo>
                    <a:pt x="0" y="427"/>
                  </a:lnTo>
                  <a:lnTo>
                    <a:pt x="2" y="479"/>
                  </a:lnTo>
                  <a:lnTo>
                    <a:pt x="9" y="531"/>
                  </a:lnTo>
                  <a:lnTo>
                    <a:pt x="17" y="584"/>
                  </a:lnTo>
                  <a:lnTo>
                    <a:pt x="29" y="635"/>
                  </a:lnTo>
                  <a:lnTo>
                    <a:pt x="44" y="686"/>
                  </a:lnTo>
                  <a:lnTo>
                    <a:pt x="65" y="736"/>
                  </a:lnTo>
                  <a:lnTo>
                    <a:pt x="87" y="784"/>
                  </a:lnTo>
                  <a:lnTo>
                    <a:pt x="87" y="782"/>
                  </a:lnTo>
                  <a:lnTo>
                    <a:pt x="87" y="784"/>
                  </a:lnTo>
                  <a:lnTo>
                    <a:pt x="100" y="799"/>
                  </a:lnTo>
                  <a:lnTo>
                    <a:pt x="117" y="807"/>
                  </a:lnTo>
                  <a:lnTo>
                    <a:pt x="134" y="807"/>
                  </a:lnTo>
                  <a:lnTo>
                    <a:pt x="151" y="801"/>
                  </a:lnTo>
                  <a:lnTo>
                    <a:pt x="164" y="791"/>
                  </a:lnTo>
                  <a:lnTo>
                    <a:pt x="173" y="777"/>
                  </a:lnTo>
                  <a:lnTo>
                    <a:pt x="175" y="759"/>
                  </a:lnTo>
                  <a:lnTo>
                    <a:pt x="169" y="739"/>
                  </a:lnTo>
                  <a:lnTo>
                    <a:pt x="169" y="74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4462" name="Freeform 28"/>
            <p:cNvSpPr>
              <a:spLocks/>
            </p:cNvSpPr>
            <p:nvPr/>
          </p:nvSpPr>
          <p:spPr bwMode="auto">
            <a:xfrm>
              <a:off x="1299" y="1681"/>
              <a:ext cx="157" cy="281"/>
            </a:xfrm>
            <a:custGeom>
              <a:avLst/>
              <a:gdLst>
                <a:gd name="T0" fmla="*/ 6 w 787"/>
                <a:gd name="T1" fmla="*/ 11 h 1404"/>
                <a:gd name="T2" fmla="*/ 6 w 787"/>
                <a:gd name="T3" fmla="*/ 11 h 1404"/>
                <a:gd name="T4" fmla="*/ 1 w 787"/>
                <a:gd name="T5" fmla="*/ 0 h 1404"/>
                <a:gd name="T6" fmla="*/ 0 w 787"/>
                <a:gd name="T7" fmla="*/ 0 h 1404"/>
                <a:gd name="T8" fmla="*/ 6 w 787"/>
                <a:gd name="T9" fmla="*/ 11 h 1404"/>
                <a:gd name="T10" fmla="*/ 6 w 787"/>
                <a:gd name="T11" fmla="*/ 11 h 1404"/>
                <a:gd name="T12" fmla="*/ 6 w 787"/>
                <a:gd name="T13" fmla="*/ 11 h 1404"/>
                <a:gd name="T14" fmla="*/ 6 w 787"/>
                <a:gd name="T15" fmla="*/ 11 h 1404"/>
                <a:gd name="T16" fmla="*/ 6 w 787"/>
                <a:gd name="T17" fmla="*/ 11 h 1404"/>
                <a:gd name="T18" fmla="*/ 6 w 787"/>
                <a:gd name="T19" fmla="*/ 11 h 1404"/>
                <a:gd name="T20" fmla="*/ 6 w 787"/>
                <a:gd name="T21" fmla="*/ 11 h 1404"/>
                <a:gd name="T22" fmla="*/ 6 w 787"/>
                <a:gd name="T23" fmla="*/ 11 h 1404"/>
                <a:gd name="T24" fmla="*/ 6 w 787"/>
                <a:gd name="T25" fmla="*/ 11 h 1404"/>
                <a:gd name="T26" fmla="*/ 6 w 787"/>
                <a:gd name="T27" fmla="*/ 11 h 1404"/>
                <a:gd name="T28" fmla="*/ 6 w 787"/>
                <a:gd name="T29" fmla="*/ 11 h 1404"/>
                <a:gd name="T30" fmla="*/ 6 w 787"/>
                <a:gd name="T31" fmla="*/ 11 h 1404"/>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787"/>
                <a:gd name="T49" fmla="*/ 0 h 1404"/>
                <a:gd name="T50" fmla="*/ 787 w 787"/>
                <a:gd name="T51" fmla="*/ 1404 h 1404"/>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787" h="1404">
                  <a:moveTo>
                    <a:pt x="781" y="1334"/>
                  </a:moveTo>
                  <a:lnTo>
                    <a:pt x="781" y="1337"/>
                  </a:lnTo>
                  <a:lnTo>
                    <a:pt x="82" y="0"/>
                  </a:lnTo>
                  <a:lnTo>
                    <a:pt x="0" y="42"/>
                  </a:lnTo>
                  <a:lnTo>
                    <a:pt x="699" y="1379"/>
                  </a:lnTo>
                  <a:lnTo>
                    <a:pt x="699" y="1381"/>
                  </a:lnTo>
                  <a:lnTo>
                    <a:pt x="699" y="1379"/>
                  </a:lnTo>
                  <a:lnTo>
                    <a:pt x="712" y="1395"/>
                  </a:lnTo>
                  <a:lnTo>
                    <a:pt x="727" y="1402"/>
                  </a:lnTo>
                  <a:lnTo>
                    <a:pt x="744" y="1404"/>
                  </a:lnTo>
                  <a:lnTo>
                    <a:pt x="761" y="1398"/>
                  </a:lnTo>
                  <a:lnTo>
                    <a:pt x="775" y="1388"/>
                  </a:lnTo>
                  <a:lnTo>
                    <a:pt x="784" y="1373"/>
                  </a:lnTo>
                  <a:lnTo>
                    <a:pt x="787" y="1357"/>
                  </a:lnTo>
                  <a:lnTo>
                    <a:pt x="781" y="1337"/>
                  </a:lnTo>
                  <a:lnTo>
                    <a:pt x="781" y="13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4463" name="Freeform 29"/>
            <p:cNvSpPr>
              <a:spLocks/>
            </p:cNvSpPr>
            <p:nvPr/>
          </p:nvSpPr>
          <p:spPr bwMode="auto">
            <a:xfrm>
              <a:off x="1439" y="1948"/>
              <a:ext cx="125" cy="76"/>
            </a:xfrm>
            <a:custGeom>
              <a:avLst/>
              <a:gdLst>
                <a:gd name="T0" fmla="*/ 5 w 628"/>
                <a:gd name="T1" fmla="*/ 2 h 383"/>
                <a:gd name="T2" fmla="*/ 5 w 628"/>
                <a:gd name="T3" fmla="*/ 2 h 383"/>
                <a:gd name="T4" fmla="*/ 4 w 628"/>
                <a:gd name="T5" fmla="*/ 2 h 383"/>
                <a:gd name="T6" fmla="*/ 4 w 628"/>
                <a:gd name="T7" fmla="*/ 2 h 383"/>
                <a:gd name="T8" fmla="*/ 4 w 628"/>
                <a:gd name="T9" fmla="*/ 2 h 383"/>
                <a:gd name="T10" fmla="*/ 3 w 628"/>
                <a:gd name="T11" fmla="*/ 2 h 383"/>
                <a:gd name="T12" fmla="*/ 3 w 628"/>
                <a:gd name="T13" fmla="*/ 2 h 383"/>
                <a:gd name="T14" fmla="*/ 3 w 628"/>
                <a:gd name="T15" fmla="*/ 2 h 383"/>
                <a:gd name="T16" fmla="*/ 3 w 628"/>
                <a:gd name="T17" fmla="*/ 2 h 383"/>
                <a:gd name="T18" fmla="*/ 2 w 628"/>
                <a:gd name="T19" fmla="*/ 2 h 383"/>
                <a:gd name="T20" fmla="*/ 2 w 628"/>
                <a:gd name="T21" fmla="*/ 2 h 383"/>
                <a:gd name="T22" fmla="*/ 2 w 628"/>
                <a:gd name="T23" fmla="*/ 1 h 383"/>
                <a:gd name="T24" fmla="*/ 2 w 628"/>
                <a:gd name="T25" fmla="*/ 1 h 383"/>
                <a:gd name="T26" fmla="*/ 1 w 628"/>
                <a:gd name="T27" fmla="*/ 1 h 383"/>
                <a:gd name="T28" fmla="*/ 1 w 628"/>
                <a:gd name="T29" fmla="*/ 1 h 383"/>
                <a:gd name="T30" fmla="*/ 1 w 628"/>
                <a:gd name="T31" fmla="*/ 1 h 383"/>
                <a:gd name="T32" fmla="*/ 1 w 628"/>
                <a:gd name="T33" fmla="*/ 0 h 383"/>
                <a:gd name="T34" fmla="*/ 1 w 628"/>
                <a:gd name="T35" fmla="*/ 0 h 383"/>
                <a:gd name="T36" fmla="*/ 0 w 628"/>
                <a:gd name="T37" fmla="*/ 0 h 383"/>
                <a:gd name="T38" fmla="*/ 0 w 628"/>
                <a:gd name="T39" fmla="*/ 1 h 383"/>
                <a:gd name="T40" fmla="*/ 0 w 628"/>
                <a:gd name="T41" fmla="*/ 1 h 383"/>
                <a:gd name="T42" fmla="*/ 1 w 628"/>
                <a:gd name="T43" fmla="*/ 1 h 383"/>
                <a:gd name="T44" fmla="*/ 1 w 628"/>
                <a:gd name="T45" fmla="*/ 1 h 383"/>
                <a:gd name="T46" fmla="*/ 1 w 628"/>
                <a:gd name="T47" fmla="*/ 2 h 383"/>
                <a:gd name="T48" fmla="*/ 1 w 628"/>
                <a:gd name="T49" fmla="*/ 2 h 383"/>
                <a:gd name="T50" fmla="*/ 2 w 628"/>
                <a:gd name="T51" fmla="*/ 2 h 383"/>
                <a:gd name="T52" fmla="*/ 2 w 628"/>
                <a:gd name="T53" fmla="*/ 2 h 383"/>
                <a:gd name="T54" fmla="*/ 2 w 628"/>
                <a:gd name="T55" fmla="*/ 2 h 383"/>
                <a:gd name="T56" fmla="*/ 3 w 628"/>
                <a:gd name="T57" fmla="*/ 3 h 383"/>
                <a:gd name="T58" fmla="*/ 3 w 628"/>
                <a:gd name="T59" fmla="*/ 3 h 383"/>
                <a:gd name="T60" fmla="*/ 3 w 628"/>
                <a:gd name="T61" fmla="*/ 3 h 383"/>
                <a:gd name="T62" fmla="*/ 4 w 628"/>
                <a:gd name="T63" fmla="*/ 3 h 383"/>
                <a:gd name="T64" fmla="*/ 4 w 628"/>
                <a:gd name="T65" fmla="*/ 3 h 383"/>
                <a:gd name="T66" fmla="*/ 4 w 628"/>
                <a:gd name="T67" fmla="*/ 3 h 383"/>
                <a:gd name="T68" fmla="*/ 5 w 628"/>
                <a:gd name="T69" fmla="*/ 3 h 383"/>
                <a:gd name="T70" fmla="*/ 5 w 628"/>
                <a:gd name="T71" fmla="*/ 3 h 383"/>
                <a:gd name="T72" fmla="*/ 5 w 628"/>
                <a:gd name="T73" fmla="*/ 3 h 383"/>
                <a:gd name="T74" fmla="*/ 5 w 628"/>
                <a:gd name="T75" fmla="*/ 3 h 383"/>
                <a:gd name="T76" fmla="*/ 5 w 628"/>
                <a:gd name="T77" fmla="*/ 3 h 383"/>
                <a:gd name="T78" fmla="*/ 5 w 628"/>
                <a:gd name="T79" fmla="*/ 3 h 383"/>
                <a:gd name="T80" fmla="*/ 5 w 628"/>
                <a:gd name="T81" fmla="*/ 3 h 383"/>
                <a:gd name="T82" fmla="*/ 5 w 628"/>
                <a:gd name="T83" fmla="*/ 3 h 383"/>
                <a:gd name="T84" fmla="*/ 5 w 628"/>
                <a:gd name="T85" fmla="*/ 2 h 383"/>
                <a:gd name="T86" fmla="*/ 5 w 628"/>
                <a:gd name="T87" fmla="*/ 2 h 383"/>
                <a:gd name="T88" fmla="*/ 5 w 628"/>
                <a:gd name="T89" fmla="*/ 2 h 383"/>
                <a:gd name="T90" fmla="*/ 5 w 628"/>
                <a:gd name="T91" fmla="*/ 2 h 38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628"/>
                <a:gd name="T139" fmla="*/ 0 h 383"/>
                <a:gd name="T140" fmla="*/ 628 w 628"/>
                <a:gd name="T141" fmla="*/ 383 h 38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628" h="383">
                  <a:moveTo>
                    <a:pt x="581" y="289"/>
                  </a:moveTo>
                  <a:lnTo>
                    <a:pt x="582" y="289"/>
                  </a:lnTo>
                  <a:lnTo>
                    <a:pt x="541" y="287"/>
                  </a:lnTo>
                  <a:lnTo>
                    <a:pt x="500" y="283"/>
                  </a:lnTo>
                  <a:lnTo>
                    <a:pt x="462" y="276"/>
                  </a:lnTo>
                  <a:lnTo>
                    <a:pt x="424" y="268"/>
                  </a:lnTo>
                  <a:lnTo>
                    <a:pt x="389" y="255"/>
                  </a:lnTo>
                  <a:lnTo>
                    <a:pt x="352" y="242"/>
                  </a:lnTo>
                  <a:lnTo>
                    <a:pt x="320" y="227"/>
                  </a:lnTo>
                  <a:lnTo>
                    <a:pt x="287" y="209"/>
                  </a:lnTo>
                  <a:lnTo>
                    <a:pt x="255" y="189"/>
                  </a:lnTo>
                  <a:lnTo>
                    <a:pt x="226" y="168"/>
                  </a:lnTo>
                  <a:lnTo>
                    <a:pt x="198" y="145"/>
                  </a:lnTo>
                  <a:lnTo>
                    <a:pt x="172" y="119"/>
                  </a:lnTo>
                  <a:lnTo>
                    <a:pt x="146" y="92"/>
                  </a:lnTo>
                  <a:lnTo>
                    <a:pt x="122" y="64"/>
                  </a:lnTo>
                  <a:lnTo>
                    <a:pt x="100" y="33"/>
                  </a:lnTo>
                  <a:lnTo>
                    <a:pt x="82" y="0"/>
                  </a:lnTo>
                  <a:lnTo>
                    <a:pt x="0" y="47"/>
                  </a:lnTo>
                  <a:lnTo>
                    <a:pt x="23" y="85"/>
                  </a:lnTo>
                  <a:lnTo>
                    <a:pt x="49" y="120"/>
                  </a:lnTo>
                  <a:lnTo>
                    <a:pt x="76" y="153"/>
                  </a:lnTo>
                  <a:lnTo>
                    <a:pt x="104" y="185"/>
                  </a:lnTo>
                  <a:lnTo>
                    <a:pt x="137" y="215"/>
                  </a:lnTo>
                  <a:lnTo>
                    <a:pt x="170" y="241"/>
                  </a:lnTo>
                  <a:lnTo>
                    <a:pt x="204" y="267"/>
                  </a:lnTo>
                  <a:lnTo>
                    <a:pt x="240" y="289"/>
                  </a:lnTo>
                  <a:lnTo>
                    <a:pt x="277" y="309"/>
                  </a:lnTo>
                  <a:lnTo>
                    <a:pt x="317" y="329"/>
                  </a:lnTo>
                  <a:lnTo>
                    <a:pt x="358" y="344"/>
                  </a:lnTo>
                  <a:lnTo>
                    <a:pt x="400" y="357"/>
                  </a:lnTo>
                  <a:lnTo>
                    <a:pt x="444" y="367"/>
                  </a:lnTo>
                  <a:lnTo>
                    <a:pt x="488" y="374"/>
                  </a:lnTo>
                  <a:lnTo>
                    <a:pt x="534" y="380"/>
                  </a:lnTo>
                  <a:lnTo>
                    <a:pt x="580" y="383"/>
                  </a:lnTo>
                  <a:lnTo>
                    <a:pt x="581" y="383"/>
                  </a:lnTo>
                  <a:lnTo>
                    <a:pt x="580" y="383"/>
                  </a:lnTo>
                  <a:lnTo>
                    <a:pt x="600" y="379"/>
                  </a:lnTo>
                  <a:lnTo>
                    <a:pt x="615" y="369"/>
                  </a:lnTo>
                  <a:lnTo>
                    <a:pt x="624" y="353"/>
                  </a:lnTo>
                  <a:lnTo>
                    <a:pt x="628" y="337"/>
                  </a:lnTo>
                  <a:lnTo>
                    <a:pt x="625" y="319"/>
                  </a:lnTo>
                  <a:lnTo>
                    <a:pt x="617" y="304"/>
                  </a:lnTo>
                  <a:lnTo>
                    <a:pt x="602" y="294"/>
                  </a:lnTo>
                  <a:lnTo>
                    <a:pt x="582" y="289"/>
                  </a:lnTo>
                  <a:lnTo>
                    <a:pt x="581" y="28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4464" name="Freeform 30"/>
            <p:cNvSpPr>
              <a:spLocks/>
            </p:cNvSpPr>
            <p:nvPr/>
          </p:nvSpPr>
          <p:spPr bwMode="auto">
            <a:xfrm>
              <a:off x="1587" y="1880"/>
              <a:ext cx="85" cy="49"/>
            </a:xfrm>
            <a:custGeom>
              <a:avLst/>
              <a:gdLst>
                <a:gd name="T0" fmla="*/ 3 w 426"/>
                <a:gd name="T1" fmla="*/ 0 h 245"/>
                <a:gd name="T2" fmla="*/ 3 w 426"/>
                <a:gd name="T3" fmla="*/ 0 h 245"/>
                <a:gd name="T4" fmla="*/ 3 w 426"/>
                <a:gd name="T5" fmla="*/ 0 h 245"/>
                <a:gd name="T6" fmla="*/ 3 w 426"/>
                <a:gd name="T7" fmla="*/ 0 h 245"/>
                <a:gd name="T8" fmla="*/ 2 w 426"/>
                <a:gd name="T9" fmla="*/ 0 h 245"/>
                <a:gd name="T10" fmla="*/ 2 w 426"/>
                <a:gd name="T11" fmla="*/ 0 h 245"/>
                <a:gd name="T12" fmla="*/ 2 w 426"/>
                <a:gd name="T13" fmla="*/ 0 h 245"/>
                <a:gd name="T14" fmla="*/ 2 w 426"/>
                <a:gd name="T15" fmla="*/ 0 h 245"/>
                <a:gd name="T16" fmla="*/ 1 w 426"/>
                <a:gd name="T17" fmla="*/ 0 h 245"/>
                <a:gd name="T18" fmla="*/ 1 w 426"/>
                <a:gd name="T19" fmla="*/ 1 h 245"/>
                <a:gd name="T20" fmla="*/ 1 w 426"/>
                <a:gd name="T21" fmla="*/ 1 h 245"/>
                <a:gd name="T22" fmla="*/ 1 w 426"/>
                <a:gd name="T23" fmla="*/ 1 h 245"/>
                <a:gd name="T24" fmla="*/ 0 w 426"/>
                <a:gd name="T25" fmla="*/ 1 h 245"/>
                <a:gd name="T26" fmla="*/ 0 w 426"/>
                <a:gd name="T27" fmla="*/ 1 h 245"/>
                <a:gd name="T28" fmla="*/ 0 w 426"/>
                <a:gd name="T29" fmla="*/ 1 h 245"/>
                <a:gd name="T30" fmla="*/ 0 w 426"/>
                <a:gd name="T31" fmla="*/ 2 h 245"/>
                <a:gd name="T32" fmla="*/ 0 w 426"/>
                <a:gd name="T33" fmla="*/ 2 h 245"/>
                <a:gd name="T34" fmla="*/ 0 w 426"/>
                <a:gd name="T35" fmla="*/ 2 h 245"/>
                <a:gd name="T36" fmla="*/ 0 w 426"/>
                <a:gd name="T37" fmla="*/ 2 h 245"/>
                <a:gd name="T38" fmla="*/ 0 w 426"/>
                <a:gd name="T39" fmla="*/ 2 h 245"/>
                <a:gd name="T40" fmla="*/ 0 w 426"/>
                <a:gd name="T41" fmla="*/ 2 h 245"/>
                <a:gd name="T42" fmla="*/ 0 w 426"/>
                <a:gd name="T43" fmla="*/ 1 h 245"/>
                <a:gd name="T44" fmla="*/ 0 w 426"/>
                <a:gd name="T45" fmla="*/ 1 h 245"/>
                <a:gd name="T46" fmla="*/ 0 w 426"/>
                <a:gd name="T47" fmla="*/ 1 h 245"/>
                <a:gd name="T48" fmla="*/ 1 w 426"/>
                <a:gd name="T49" fmla="*/ 1 h 245"/>
                <a:gd name="T50" fmla="*/ 1 w 426"/>
                <a:gd name="T51" fmla="*/ 1 h 245"/>
                <a:gd name="T52" fmla="*/ 1 w 426"/>
                <a:gd name="T53" fmla="*/ 1 h 245"/>
                <a:gd name="T54" fmla="*/ 1 w 426"/>
                <a:gd name="T55" fmla="*/ 1 h 245"/>
                <a:gd name="T56" fmla="*/ 2 w 426"/>
                <a:gd name="T57" fmla="*/ 0 h 245"/>
                <a:gd name="T58" fmla="*/ 2 w 426"/>
                <a:gd name="T59" fmla="*/ 0 h 245"/>
                <a:gd name="T60" fmla="*/ 2 w 426"/>
                <a:gd name="T61" fmla="*/ 0 h 245"/>
                <a:gd name="T62" fmla="*/ 2 w 426"/>
                <a:gd name="T63" fmla="*/ 0 h 245"/>
                <a:gd name="T64" fmla="*/ 3 w 426"/>
                <a:gd name="T65" fmla="*/ 0 h 245"/>
                <a:gd name="T66" fmla="*/ 3 w 426"/>
                <a:gd name="T67" fmla="*/ 0 h 245"/>
                <a:gd name="T68" fmla="*/ 3 w 426"/>
                <a:gd name="T69" fmla="*/ 0 h 245"/>
                <a:gd name="T70" fmla="*/ 3 w 426"/>
                <a:gd name="T71" fmla="*/ 0 h 245"/>
                <a:gd name="T72" fmla="*/ 3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426" y="0"/>
                  </a:moveTo>
                  <a:lnTo>
                    <a:pt x="426" y="0"/>
                  </a:lnTo>
                  <a:lnTo>
                    <a:pt x="384" y="1"/>
                  </a:lnTo>
                  <a:lnTo>
                    <a:pt x="340" y="4"/>
                  </a:lnTo>
                  <a:lnTo>
                    <a:pt x="300" y="10"/>
                  </a:lnTo>
                  <a:lnTo>
                    <a:pt x="262" y="18"/>
                  </a:lnTo>
                  <a:lnTo>
                    <a:pt x="224" y="29"/>
                  </a:lnTo>
                  <a:lnTo>
                    <a:pt x="189" y="41"/>
                  </a:lnTo>
                  <a:lnTo>
                    <a:pt x="157" y="55"/>
                  </a:lnTo>
                  <a:lnTo>
                    <a:pt x="126" y="70"/>
                  </a:lnTo>
                  <a:lnTo>
                    <a:pt x="99" y="89"/>
                  </a:lnTo>
                  <a:lnTo>
                    <a:pt x="74" y="106"/>
                  </a:lnTo>
                  <a:lnTo>
                    <a:pt x="52" y="126"/>
                  </a:lnTo>
                  <a:lnTo>
                    <a:pt x="34" y="148"/>
                  </a:lnTo>
                  <a:lnTo>
                    <a:pt x="19" y="171"/>
                  </a:lnTo>
                  <a:lnTo>
                    <a:pt x="9" y="194"/>
                  </a:lnTo>
                  <a:lnTo>
                    <a:pt x="3" y="219"/>
                  </a:lnTo>
                  <a:lnTo>
                    <a:pt x="0" y="245"/>
                  </a:lnTo>
                  <a:lnTo>
                    <a:pt x="12" y="245"/>
                  </a:lnTo>
                  <a:lnTo>
                    <a:pt x="15" y="221"/>
                  </a:lnTo>
                  <a:lnTo>
                    <a:pt x="20" y="199"/>
                  </a:lnTo>
                  <a:lnTo>
                    <a:pt x="31" y="178"/>
                  </a:lnTo>
                  <a:lnTo>
                    <a:pt x="44" y="156"/>
                  </a:lnTo>
                  <a:lnTo>
                    <a:pt x="61" y="136"/>
                  </a:lnTo>
                  <a:lnTo>
                    <a:pt x="81" y="116"/>
                  </a:lnTo>
                  <a:lnTo>
                    <a:pt x="106" y="98"/>
                  </a:lnTo>
                  <a:lnTo>
                    <a:pt x="133" y="82"/>
                  </a:lnTo>
                  <a:lnTo>
                    <a:pt x="162" y="66"/>
                  </a:lnTo>
                  <a:lnTo>
                    <a:pt x="194" y="52"/>
                  </a:lnTo>
                  <a:lnTo>
                    <a:pt x="229" y="41"/>
                  </a:lnTo>
                  <a:lnTo>
                    <a:pt x="264" y="30"/>
                  </a:lnTo>
                  <a:lnTo>
                    <a:pt x="303" y="22"/>
                  </a:lnTo>
                  <a:lnTo>
                    <a:pt x="343" y="16"/>
                  </a:lnTo>
                  <a:lnTo>
                    <a:pt x="384" y="12"/>
                  </a:lnTo>
                  <a:lnTo>
                    <a:pt x="426" y="11"/>
                  </a:lnTo>
                  <a:lnTo>
                    <a:pt x="42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4465" name="Freeform 31"/>
            <p:cNvSpPr>
              <a:spLocks/>
            </p:cNvSpPr>
            <p:nvPr/>
          </p:nvSpPr>
          <p:spPr bwMode="auto">
            <a:xfrm>
              <a:off x="1587" y="1929"/>
              <a:ext cx="85" cy="49"/>
            </a:xfrm>
            <a:custGeom>
              <a:avLst/>
              <a:gdLst>
                <a:gd name="T0" fmla="*/ 0 w 426"/>
                <a:gd name="T1" fmla="*/ 0 h 245"/>
                <a:gd name="T2" fmla="*/ 0 w 426"/>
                <a:gd name="T3" fmla="*/ 0 h 245"/>
                <a:gd name="T4" fmla="*/ 0 w 426"/>
                <a:gd name="T5" fmla="*/ 0 h 245"/>
                <a:gd name="T6" fmla="*/ 0 w 426"/>
                <a:gd name="T7" fmla="*/ 0 h 245"/>
                <a:gd name="T8" fmla="*/ 0 w 426"/>
                <a:gd name="T9" fmla="*/ 1 h 245"/>
                <a:gd name="T10" fmla="*/ 0 w 426"/>
                <a:gd name="T11" fmla="*/ 1 h 245"/>
                <a:gd name="T12" fmla="*/ 0 w 426"/>
                <a:gd name="T13" fmla="*/ 1 h 245"/>
                <a:gd name="T14" fmla="*/ 1 w 426"/>
                <a:gd name="T15" fmla="*/ 1 h 245"/>
                <a:gd name="T16" fmla="*/ 1 w 426"/>
                <a:gd name="T17" fmla="*/ 1 h 245"/>
                <a:gd name="T18" fmla="*/ 1 w 426"/>
                <a:gd name="T19" fmla="*/ 1 h 245"/>
                <a:gd name="T20" fmla="*/ 1 w 426"/>
                <a:gd name="T21" fmla="*/ 2 h 245"/>
                <a:gd name="T22" fmla="*/ 2 w 426"/>
                <a:gd name="T23" fmla="*/ 2 h 245"/>
                <a:gd name="T24" fmla="*/ 2 w 426"/>
                <a:gd name="T25" fmla="*/ 2 h 245"/>
                <a:gd name="T26" fmla="*/ 2 w 426"/>
                <a:gd name="T27" fmla="*/ 2 h 245"/>
                <a:gd name="T28" fmla="*/ 2 w 426"/>
                <a:gd name="T29" fmla="*/ 2 h 245"/>
                <a:gd name="T30" fmla="*/ 3 w 426"/>
                <a:gd name="T31" fmla="*/ 2 h 245"/>
                <a:gd name="T32" fmla="*/ 3 w 426"/>
                <a:gd name="T33" fmla="*/ 2 h 245"/>
                <a:gd name="T34" fmla="*/ 3 w 426"/>
                <a:gd name="T35" fmla="*/ 2 h 245"/>
                <a:gd name="T36" fmla="*/ 3 w 426"/>
                <a:gd name="T37" fmla="*/ 2 h 245"/>
                <a:gd name="T38" fmla="*/ 3 w 426"/>
                <a:gd name="T39" fmla="*/ 2 h 245"/>
                <a:gd name="T40" fmla="*/ 3 w 426"/>
                <a:gd name="T41" fmla="*/ 2 h 245"/>
                <a:gd name="T42" fmla="*/ 2 w 426"/>
                <a:gd name="T43" fmla="*/ 2 h 245"/>
                <a:gd name="T44" fmla="*/ 2 w 426"/>
                <a:gd name="T45" fmla="*/ 2 h 245"/>
                <a:gd name="T46" fmla="*/ 2 w 426"/>
                <a:gd name="T47" fmla="*/ 2 h 245"/>
                <a:gd name="T48" fmla="*/ 2 w 426"/>
                <a:gd name="T49" fmla="*/ 2 h 245"/>
                <a:gd name="T50" fmla="*/ 1 w 426"/>
                <a:gd name="T51" fmla="*/ 1 h 245"/>
                <a:gd name="T52" fmla="*/ 1 w 426"/>
                <a:gd name="T53" fmla="*/ 1 h 245"/>
                <a:gd name="T54" fmla="*/ 1 w 426"/>
                <a:gd name="T55" fmla="*/ 1 h 245"/>
                <a:gd name="T56" fmla="*/ 1 w 426"/>
                <a:gd name="T57" fmla="*/ 1 h 245"/>
                <a:gd name="T58" fmla="*/ 0 w 426"/>
                <a:gd name="T59" fmla="*/ 1 h 245"/>
                <a:gd name="T60" fmla="*/ 0 w 426"/>
                <a:gd name="T61" fmla="*/ 1 h 245"/>
                <a:gd name="T62" fmla="*/ 0 w 426"/>
                <a:gd name="T63" fmla="*/ 1 h 245"/>
                <a:gd name="T64" fmla="*/ 0 w 426"/>
                <a:gd name="T65" fmla="*/ 0 h 245"/>
                <a:gd name="T66" fmla="*/ 0 w 426"/>
                <a:gd name="T67" fmla="*/ 0 h 245"/>
                <a:gd name="T68" fmla="*/ 0 w 426"/>
                <a:gd name="T69" fmla="*/ 0 h 245"/>
                <a:gd name="T70" fmla="*/ 0 w 426"/>
                <a:gd name="T71" fmla="*/ 0 h 245"/>
                <a:gd name="T72" fmla="*/ 0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0" y="0"/>
                  </a:moveTo>
                  <a:lnTo>
                    <a:pt x="0" y="0"/>
                  </a:lnTo>
                  <a:lnTo>
                    <a:pt x="3" y="25"/>
                  </a:lnTo>
                  <a:lnTo>
                    <a:pt x="9" y="50"/>
                  </a:lnTo>
                  <a:lnTo>
                    <a:pt x="19" y="73"/>
                  </a:lnTo>
                  <a:lnTo>
                    <a:pt x="34" y="96"/>
                  </a:lnTo>
                  <a:lnTo>
                    <a:pt x="52" y="118"/>
                  </a:lnTo>
                  <a:lnTo>
                    <a:pt x="74" y="138"/>
                  </a:lnTo>
                  <a:lnTo>
                    <a:pt x="99" y="156"/>
                  </a:lnTo>
                  <a:lnTo>
                    <a:pt x="126" y="174"/>
                  </a:lnTo>
                  <a:lnTo>
                    <a:pt x="157" y="190"/>
                  </a:lnTo>
                  <a:lnTo>
                    <a:pt x="189" y="204"/>
                  </a:lnTo>
                  <a:lnTo>
                    <a:pt x="224" y="215"/>
                  </a:lnTo>
                  <a:lnTo>
                    <a:pt x="262" y="226"/>
                  </a:lnTo>
                  <a:lnTo>
                    <a:pt x="300" y="234"/>
                  </a:lnTo>
                  <a:lnTo>
                    <a:pt x="340" y="240"/>
                  </a:lnTo>
                  <a:lnTo>
                    <a:pt x="384" y="244"/>
                  </a:lnTo>
                  <a:lnTo>
                    <a:pt x="426" y="245"/>
                  </a:lnTo>
                  <a:lnTo>
                    <a:pt x="426" y="233"/>
                  </a:lnTo>
                  <a:lnTo>
                    <a:pt x="384" y="232"/>
                  </a:lnTo>
                  <a:lnTo>
                    <a:pt x="343" y="228"/>
                  </a:lnTo>
                  <a:lnTo>
                    <a:pt x="303" y="222"/>
                  </a:lnTo>
                  <a:lnTo>
                    <a:pt x="264" y="214"/>
                  </a:lnTo>
                  <a:lnTo>
                    <a:pt x="229" y="204"/>
                  </a:lnTo>
                  <a:lnTo>
                    <a:pt x="194" y="192"/>
                  </a:lnTo>
                  <a:lnTo>
                    <a:pt x="162" y="178"/>
                  </a:lnTo>
                  <a:lnTo>
                    <a:pt x="133" y="163"/>
                  </a:lnTo>
                  <a:lnTo>
                    <a:pt x="106" y="146"/>
                  </a:lnTo>
                  <a:lnTo>
                    <a:pt x="81" y="129"/>
                  </a:lnTo>
                  <a:lnTo>
                    <a:pt x="61" y="109"/>
                  </a:lnTo>
                  <a:lnTo>
                    <a:pt x="44" y="89"/>
                  </a:lnTo>
                  <a:lnTo>
                    <a:pt x="31" y="66"/>
                  </a:lnTo>
                  <a:lnTo>
                    <a:pt x="20" y="45"/>
                  </a:lnTo>
                  <a:lnTo>
                    <a:pt x="15" y="2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4466" name="Freeform 32"/>
            <p:cNvSpPr>
              <a:spLocks/>
            </p:cNvSpPr>
            <p:nvPr/>
          </p:nvSpPr>
          <p:spPr bwMode="auto">
            <a:xfrm>
              <a:off x="878" y="1448"/>
              <a:ext cx="792" cy="954"/>
            </a:xfrm>
            <a:custGeom>
              <a:avLst/>
              <a:gdLst>
                <a:gd name="T0" fmla="*/ 13 w 3960"/>
                <a:gd name="T1" fmla="*/ 38 h 4768"/>
                <a:gd name="T2" fmla="*/ 14 w 3960"/>
                <a:gd name="T3" fmla="*/ 38 h 4768"/>
                <a:gd name="T4" fmla="*/ 15 w 3960"/>
                <a:gd name="T5" fmla="*/ 38 h 4768"/>
                <a:gd name="T6" fmla="*/ 15 w 3960"/>
                <a:gd name="T7" fmla="*/ 38 h 4768"/>
                <a:gd name="T8" fmla="*/ 16 w 3960"/>
                <a:gd name="T9" fmla="*/ 38 h 4768"/>
                <a:gd name="T10" fmla="*/ 17 w 3960"/>
                <a:gd name="T11" fmla="*/ 38 h 4768"/>
                <a:gd name="T12" fmla="*/ 17 w 3960"/>
                <a:gd name="T13" fmla="*/ 38 h 4768"/>
                <a:gd name="T14" fmla="*/ 18 w 3960"/>
                <a:gd name="T15" fmla="*/ 38 h 4768"/>
                <a:gd name="T16" fmla="*/ 18 w 3960"/>
                <a:gd name="T17" fmla="*/ 38 h 4768"/>
                <a:gd name="T18" fmla="*/ 29 w 3960"/>
                <a:gd name="T19" fmla="*/ 30 h 4768"/>
                <a:gd name="T20" fmla="*/ 30 w 3960"/>
                <a:gd name="T21" fmla="*/ 30 h 4768"/>
                <a:gd name="T22" fmla="*/ 30 w 3960"/>
                <a:gd name="T23" fmla="*/ 29 h 4768"/>
                <a:gd name="T24" fmla="*/ 31 w 3960"/>
                <a:gd name="T25" fmla="*/ 28 h 4768"/>
                <a:gd name="T26" fmla="*/ 31 w 3960"/>
                <a:gd name="T27" fmla="*/ 28 h 4768"/>
                <a:gd name="T28" fmla="*/ 31 w 3960"/>
                <a:gd name="T29" fmla="*/ 27 h 4768"/>
                <a:gd name="T30" fmla="*/ 32 w 3960"/>
                <a:gd name="T31" fmla="*/ 26 h 4768"/>
                <a:gd name="T32" fmla="*/ 32 w 3960"/>
                <a:gd name="T33" fmla="*/ 25 h 4768"/>
                <a:gd name="T34" fmla="*/ 32 w 3960"/>
                <a:gd name="T35" fmla="*/ 11 h 4768"/>
                <a:gd name="T36" fmla="*/ 32 w 3960"/>
                <a:gd name="T37" fmla="*/ 10 h 4768"/>
                <a:gd name="T38" fmla="*/ 31 w 3960"/>
                <a:gd name="T39" fmla="*/ 9 h 4768"/>
                <a:gd name="T40" fmla="*/ 31 w 3960"/>
                <a:gd name="T41" fmla="*/ 9 h 4768"/>
                <a:gd name="T42" fmla="*/ 31 w 3960"/>
                <a:gd name="T43" fmla="*/ 8 h 4768"/>
                <a:gd name="T44" fmla="*/ 31 w 3960"/>
                <a:gd name="T45" fmla="*/ 8 h 4768"/>
                <a:gd name="T46" fmla="*/ 30 w 3960"/>
                <a:gd name="T47" fmla="*/ 7 h 4768"/>
                <a:gd name="T48" fmla="*/ 30 w 3960"/>
                <a:gd name="T49" fmla="*/ 7 h 4768"/>
                <a:gd name="T50" fmla="*/ 29 w 3960"/>
                <a:gd name="T51" fmla="*/ 6 h 4768"/>
                <a:gd name="T52" fmla="*/ 19 w 3960"/>
                <a:gd name="T53" fmla="*/ 1 h 4768"/>
                <a:gd name="T54" fmla="*/ 18 w 3960"/>
                <a:gd name="T55" fmla="*/ 0 h 4768"/>
                <a:gd name="T56" fmla="*/ 17 w 3960"/>
                <a:gd name="T57" fmla="*/ 0 h 4768"/>
                <a:gd name="T58" fmla="*/ 17 w 3960"/>
                <a:gd name="T59" fmla="*/ 0 h 4768"/>
                <a:gd name="T60" fmla="*/ 16 w 3960"/>
                <a:gd name="T61" fmla="*/ 0 h 4768"/>
                <a:gd name="T62" fmla="*/ 15 w 3960"/>
                <a:gd name="T63" fmla="*/ 0 h 4768"/>
                <a:gd name="T64" fmla="*/ 14 w 3960"/>
                <a:gd name="T65" fmla="*/ 0 h 4768"/>
                <a:gd name="T66" fmla="*/ 14 w 3960"/>
                <a:gd name="T67" fmla="*/ 0 h 4768"/>
                <a:gd name="T68" fmla="*/ 2 w 3960"/>
                <a:gd name="T69" fmla="*/ 6 h 4768"/>
                <a:gd name="T70" fmla="*/ 2 w 3960"/>
                <a:gd name="T71" fmla="*/ 7 h 4768"/>
                <a:gd name="T72" fmla="*/ 1 w 3960"/>
                <a:gd name="T73" fmla="*/ 7 h 4768"/>
                <a:gd name="T74" fmla="*/ 1 w 3960"/>
                <a:gd name="T75" fmla="*/ 8 h 4768"/>
                <a:gd name="T76" fmla="*/ 1 w 3960"/>
                <a:gd name="T77" fmla="*/ 8 h 4768"/>
                <a:gd name="T78" fmla="*/ 0 w 3960"/>
                <a:gd name="T79" fmla="*/ 9 h 4768"/>
                <a:gd name="T80" fmla="*/ 0 w 3960"/>
                <a:gd name="T81" fmla="*/ 9 h 4768"/>
                <a:gd name="T82" fmla="*/ 0 w 3960"/>
                <a:gd name="T83" fmla="*/ 10 h 4768"/>
                <a:gd name="T84" fmla="*/ 0 w 3960"/>
                <a:gd name="T85" fmla="*/ 11 h 4768"/>
                <a:gd name="T86" fmla="*/ 0 w 3960"/>
                <a:gd name="T87" fmla="*/ 25 h 4768"/>
                <a:gd name="T88" fmla="*/ 0 w 3960"/>
                <a:gd name="T89" fmla="*/ 26 h 4768"/>
                <a:gd name="T90" fmla="*/ 0 w 3960"/>
                <a:gd name="T91" fmla="*/ 27 h 4768"/>
                <a:gd name="T92" fmla="*/ 1 w 3960"/>
                <a:gd name="T93" fmla="*/ 28 h 4768"/>
                <a:gd name="T94" fmla="*/ 1 w 3960"/>
                <a:gd name="T95" fmla="*/ 29 h 4768"/>
                <a:gd name="T96" fmla="*/ 1 w 3960"/>
                <a:gd name="T97" fmla="*/ 29 h 4768"/>
                <a:gd name="T98" fmla="*/ 2 w 3960"/>
                <a:gd name="T99" fmla="*/ 30 h 4768"/>
                <a:gd name="T100" fmla="*/ 3 w 3960"/>
                <a:gd name="T101" fmla="*/ 31 h 4768"/>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w 3960"/>
                <a:gd name="T154" fmla="*/ 0 h 4768"/>
                <a:gd name="T155" fmla="*/ 3960 w 3960"/>
                <a:gd name="T156" fmla="*/ 4768 h 4768"/>
              </a:gdLst>
              <a:ahLst/>
              <a:cxnLst>
                <a:cxn ang="T102">
                  <a:pos x="T0" y="T1"/>
                </a:cxn>
                <a:cxn ang="T103">
                  <a:pos x="T2" y="T3"/>
                </a:cxn>
                <a:cxn ang="T104">
                  <a:pos x="T4" y="T5"/>
                </a:cxn>
                <a:cxn ang="T105">
                  <a:pos x="T6" y="T7"/>
                </a:cxn>
                <a:cxn ang="T106">
                  <a:pos x="T8" y="T9"/>
                </a:cxn>
                <a:cxn ang="T107">
                  <a:pos x="T10" y="T11"/>
                </a:cxn>
                <a:cxn ang="T108">
                  <a:pos x="T12" y="T13"/>
                </a:cxn>
                <a:cxn ang="T109">
                  <a:pos x="T14" y="T15"/>
                </a:cxn>
                <a:cxn ang="T110">
                  <a:pos x="T16" y="T17"/>
                </a:cxn>
                <a:cxn ang="T111">
                  <a:pos x="T18" y="T19"/>
                </a:cxn>
                <a:cxn ang="T112">
                  <a:pos x="T20" y="T21"/>
                </a:cxn>
                <a:cxn ang="T113">
                  <a:pos x="T22" y="T23"/>
                </a:cxn>
                <a:cxn ang="T114">
                  <a:pos x="T24" y="T25"/>
                </a:cxn>
                <a:cxn ang="T115">
                  <a:pos x="T26" y="T27"/>
                </a:cxn>
                <a:cxn ang="T116">
                  <a:pos x="T28" y="T29"/>
                </a:cxn>
                <a:cxn ang="T117">
                  <a:pos x="T30" y="T31"/>
                </a:cxn>
                <a:cxn ang="T118">
                  <a:pos x="T32" y="T33"/>
                </a:cxn>
                <a:cxn ang="T119">
                  <a:pos x="T34" y="T35"/>
                </a:cxn>
                <a:cxn ang="T120">
                  <a:pos x="T36" y="T37"/>
                </a:cxn>
                <a:cxn ang="T121">
                  <a:pos x="T38" y="T39"/>
                </a:cxn>
                <a:cxn ang="T122">
                  <a:pos x="T40" y="T41"/>
                </a:cxn>
                <a:cxn ang="T123">
                  <a:pos x="T42" y="T43"/>
                </a:cxn>
                <a:cxn ang="T124">
                  <a:pos x="T44" y="T45"/>
                </a:cxn>
                <a:cxn ang="T125">
                  <a:pos x="T46" y="T47"/>
                </a:cxn>
                <a:cxn ang="T126">
                  <a:pos x="T48" y="T49"/>
                </a:cxn>
                <a:cxn ang="T127">
                  <a:pos x="T50" y="T51"/>
                </a:cxn>
                <a:cxn ang="T128">
                  <a:pos x="T52" y="T53"/>
                </a:cxn>
                <a:cxn ang="T129">
                  <a:pos x="T54" y="T55"/>
                </a:cxn>
                <a:cxn ang="T130">
                  <a:pos x="T56" y="T57"/>
                </a:cxn>
                <a:cxn ang="T131">
                  <a:pos x="T58" y="T59"/>
                </a:cxn>
                <a:cxn ang="T132">
                  <a:pos x="T60" y="T61"/>
                </a:cxn>
                <a:cxn ang="T133">
                  <a:pos x="T62" y="T63"/>
                </a:cxn>
                <a:cxn ang="T134">
                  <a:pos x="T64" y="T65"/>
                </a:cxn>
                <a:cxn ang="T135">
                  <a:pos x="T66" y="T67"/>
                </a:cxn>
                <a:cxn ang="T136">
                  <a:pos x="T68" y="T69"/>
                </a:cxn>
                <a:cxn ang="T137">
                  <a:pos x="T70" y="T71"/>
                </a:cxn>
                <a:cxn ang="T138">
                  <a:pos x="T72" y="T73"/>
                </a:cxn>
                <a:cxn ang="T139">
                  <a:pos x="T74" y="T75"/>
                </a:cxn>
                <a:cxn ang="T140">
                  <a:pos x="T76" y="T77"/>
                </a:cxn>
                <a:cxn ang="T141">
                  <a:pos x="T78" y="T79"/>
                </a:cxn>
                <a:cxn ang="T142">
                  <a:pos x="T80" y="T81"/>
                </a:cxn>
                <a:cxn ang="T143">
                  <a:pos x="T82" y="T83"/>
                </a:cxn>
                <a:cxn ang="T144">
                  <a:pos x="T84" y="T85"/>
                </a:cxn>
                <a:cxn ang="T145">
                  <a:pos x="T86" y="T87"/>
                </a:cxn>
                <a:cxn ang="T146">
                  <a:pos x="T88" y="T89"/>
                </a:cxn>
                <a:cxn ang="T147">
                  <a:pos x="T90" y="T91"/>
                </a:cxn>
                <a:cxn ang="T148">
                  <a:pos x="T92" y="T93"/>
                </a:cxn>
                <a:cxn ang="T149">
                  <a:pos x="T94" y="T95"/>
                </a:cxn>
                <a:cxn ang="T150">
                  <a:pos x="T96" y="T97"/>
                </a:cxn>
                <a:cxn ang="T151">
                  <a:pos x="T98" y="T99"/>
                </a:cxn>
                <a:cxn ang="T152">
                  <a:pos x="T100" y="T101"/>
                </a:cxn>
              </a:cxnLst>
              <a:rect l="T153" t="T154" r="T155" b="T156"/>
              <a:pathLst>
                <a:path w="3960" h="4768">
                  <a:moveTo>
                    <a:pt x="353" y="3849"/>
                  </a:moveTo>
                  <a:lnTo>
                    <a:pt x="1661" y="4700"/>
                  </a:lnTo>
                  <a:lnTo>
                    <a:pt x="1697" y="4717"/>
                  </a:lnTo>
                  <a:lnTo>
                    <a:pt x="1736" y="4731"/>
                  </a:lnTo>
                  <a:lnTo>
                    <a:pt x="1776" y="4742"/>
                  </a:lnTo>
                  <a:lnTo>
                    <a:pt x="1818" y="4753"/>
                  </a:lnTo>
                  <a:lnTo>
                    <a:pt x="1860" y="4760"/>
                  </a:lnTo>
                  <a:lnTo>
                    <a:pt x="1902" y="4765"/>
                  </a:lnTo>
                  <a:lnTo>
                    <a:pt x="1946" y="4768"/>
                  </a:lnTo>
                  <a:lnTo>
                    <a:pt x="1988" y="4768"/>
                  </a:lnTo>
                  <a:lnTo>
                    <a:pt x="2031" y="4767"/>
                  </a:lnTo>
                  <a:lnTo>
                    <a:pt x="2073" y="4763"/>
                  </a:lnTo>
                  <a:lnTo>
                    <a:pt x="2114" y="4758"/>
                  </a:lnTo>
                  <a:lnTo>
                    <a:pt x="2154" y="4751"/>
                  </a:lnTo>
                  <a:lnTo>
                    <a:pt x="2193" y="4740"/>
                  </a:lnTo>
                  <a:lnTo>
                    <a:pt x="2230" y="4729"/>
                  </a:lnTo>
                  <a:lnTo>
                    <a:pt x="2264" y="4715"/>
                  </a:lnTo>
                  <a:lnTo>
                    <a:pt x="2297" y="4700"/>
                  </a:lnTo>
                  <a:lnTo>
                    <a:pt x="3639" y="3825"/>
                  </a:lnTo>
                  <a:lnTo>
                    <a:pt x="3673" y="3795"/>
                  </a:lnTo>
                  <a:lnTo>
                    <a:pt x="3707" y="3761"/>
                  </a:lnTo>
                  <a:lnTo>
                    <a:pt x="3738" y="3725"/>
                  </a:lnTo>
                  <a:lnTo>
                    <a:pt x="3768" y="3685"/>
                  </a:lnTo>
                  <a:lnTo>
                    <a:pt x="3796" y="3644"/>
                  </a:lnTo>
                  <a:lnTo>
                    <a:pt x="3821" y="3599"/>
                  </a:lnTo>
                  <a:lnTo>
                    <a:pt x="3846" y="3553"/>
                  </a:lnTo>
                  <a:lnTo>
                    <a:pt x="3868" y="3505"/>
                  </a:lnTo>
                  <a:lnTo>
                    <a:pt x="3888" y="3456"/>
                  </a:lnTo>
                  <a:lnTo>
                    <a:pt x="3907" y="3406"/>
                  </a:lnTo>
                  <a:lnTo>
                    <a:pt x="3922" y="3354"/>
                  </a:lnTo>
                  <a:lnTo>
                    <a:pt x="3935" y="3303"/>
                  </a:lnTo>
                  <a:lnTo>
                    <a:pt x="3946" y="3250"/>
                  </a:lnTo>
                  <a:lnTo>
                    <a:pt x="3953" y="3197"/>
                  </a:lnTo>
                  <a:lnTo>
                    <a:pt x="3957" y="3144"/>
                  </a:lnTo>
                  <a:lnTo>
                    <a:pt x="3960" y="3092"/>
                  </a:lnTo>
                  <a:lnTo>
                    <a:pt x="3959" y="1313"/>
                  </a:lnTo>
                  <a:lnTo>
                    <a:pt x="3955" y="1271"/>
                  </a:lnTo>
                  <a:lnTo>
                    <a:pt x="3949" y="1229"/>
                  </a:lnTo>
                  <a:lnTo>
                    <a:pt x="3941" y="1189"/>
                  </a:lnTo>
                  <a:lnTo>
                    <a:pt x="3930" y="1149"/>
                  </a:lnTo>
                  <a:lnTo>
                    <a:pt x="3918" y="1111"/>
                  </a:lnTo>
                  <a:lnTo>
                    <a:pt x="3902" y="1075"/>
                  </a:lnTo>
                  <a:lnTo>
                    <a:pt x="3886" y="1040"/>
                  </a:lnTo>
                  <a:lnTo>
                    <a:pt x="3867" y="1006"/>
                  </a:lnTo>
                  <a:lnTo>
                    <a:pt x="3846" y="973"/>
                  </a:lnTo>
                  <a:lnTo>
                    <a:pt x="3823" y="942"/>
                  </a:lnTo>
                  <a:lnTo>
                    <a:pt x="3798" y="913"/>
                  </a:lnTo>
                  <a:lnTo>
                    <a:pt x="3771" y="886"/>
                  </a:lnTo>
                  <a:lnTo>
                    <a:pt x="3743" y="860"/>
                  </a:lnTo>
                  <a:lnTo>
                    <a:pt x="3714" y="837"/>
                  </a:lnTo>
                  <a:lnTo>
                    <a:pt x="3682" y="816"/>
                  </a:lnTo>
                  <a:lnTo>
                    <a:pt x="3649" y="796"/>
                  </a:lnTo>
                  <a:lnTo>
                    <a:pt x="2386" y="83"/>
                  </a:lnTo>
                  <a:lnTo>
                    <a:pt x="2350" y="65"/>
                  </a:lnTo>
                  <a:lnTo>
                    <a:pt x="2310" y="50"/>
                  </a:lnTo>
                  <a:lnTo>
                    <a:pt x="2268" y="36"/>
                  </a:lnTo>
                  <a:lnTo>
                    <a:pt x="2223" y="24"/>
                  </a:lnTo>
                  <a:lnTo>
                    <a:pt x="2178" y="15"/>
                  </a:lnTo>
                  <a:lnTo>
                    <a:pt x="2131" y="8"/>
                  </a:lnTo>
                  <a:lnTo>
                    <a:pt x="2082" y="3"/>
                  </a:lnTo>
                  <a:lnTo>
                    <a:pt x="2032" y="0"/>
                  </a:lnTo>
                  <a:lnTo>
                    <a:pt x="1982" y="1"/>
                  </a:lnTo>
                  <a:lnTo>
                    <a:pt x="1933" y="3"/>
                  </a:lnTo>
                  <a:lnTo>
                    <a:pt x="1882" y="9"/>
                  </a:lnTo>
                  <a:lnTo>
                    <a:pt x="1833" y="17"/>
                  </a:lnTo>
                  <a:lnTo>
                    <a:pt x="1785" y="29"/>
                  </a:lnTo>
                  <a:lnTo>
                    <a:pt x="1737" y="43"/>
                  </a:lnTo>
                  <a:lnTo>
                    <a:pt x="1691" y="62"/>
                  </a:lnTo>
                  <a:lnTo>
                    <a:pt x="1647" y="83"/>
                  </a:lnTo>
                  <a:lnTo>
                    <a:pt x="311" y="782"/>
                  </a:lnTo>
                  <a:lnTo>
                    <a:pt x="276" y="803"/>
                  </a:lnTo>
                  <a:lnTo>
                    <a:pt x="243" y="826"/>
                  </a:lnTo>
                  <a:lnTo>
                    <a:pt x="213" y="852"/>
                  </a:lnTo>
                  <a:lnTo>
                    <a:pt x="184" y="879"/>
                  </a:lnTo>
                  <a:lnTo>
                    <a:pt x="155" y="908"/>
                  </a:lnTo>
                  <a:lnTo>
                    <a:pt x="131" y="939"/>
                  </a:lnTo>
                  <a:lnTo>
                    <a:pt x="107" y="971"/>
                  </a:lnTo>
                  <a:lnTo>
                    <a:pt x="86" y="1005"/>
                  </a:lnTo>
                  <a:lnTo>
                    <a:pt x="68" y="1040"/>
                  </a:lnTo>
                  <a:lnTo>
                    <a:pt x="50" y="1076"/>
                  </a:lnTo>
                  <a:lnTo>
                    <a:pt x="36" y="1115"/>
                  </a:lnTo>
                  <a:lnTo>
                    <a:pt x="23" y="1153"/>
                  </a:lnTo>
                  <a:lnTo>
                    <a:pt x="14" y="1195"/>
                  </a:lnTo>
                  <a:lnTo>
                    <a:pt x="7" y="1236"/>
                  </a:lnTo>
                  <a:lnTo>
                    <a:pt x="2" y="1279"/>
                  </a:lnTo>
                  <a:lnTo>
                    <a:pt x="0" y="1322"/>
                  </a:lnTo>
                  <a:lnTo>
                    <a:pt x="0" y="3093"/>
                  </a:lnTo>
                  <a:lnTo>
                    <a:pt x="2" y="3147"/>
                  </a:lnTo>
                  <a:lnTo>
                    <a:pt x="7" y="3202"/>
                  </a:lnTo>
                  <a:lnTo>
                    <a:pt x="15" y="3257"/>
                  </a:lnTo>
                  <a:lnTo>
                    <a:pt x="27" y="3312"/>
                  </a:lnTo>
                  <a:lnTo>
                    <a:pt x="42" y="3366"/>
                  </a:lnTo>
                  <a:lnTo>
                    <a:pt x="59" y="3420"/>
                  </a:lnTo>
                  <a:lnTo>
                    <a:pt x="79" y="3474"/>
                  </a:lnTo>
                  <a:lnTo>
                    <a:pt x="102" y="3525"/>
                  </a:lnTo>
                  <a:lnTo>
                    <a:pt x="127" y="3576"/>
                  </a:lnTo>
                  <a:lnTo>
                    <a:pt x="154" y="3624"/>
                  </a:lnTo>
                  <a:lnTo>
                    <a:pt x="184" y="3670"/>
                  </a:lnTo>
                  <a:lnTo>
                    <a:pt x="214" y="3712"/>
                  </a:lnTo>
                  <a:lnTo>
                    <a:pt x="247" y="3752"/>
                  </a:lnTo>
                  <a:lnTo>
                    <a:pt x="281" y="3788"/>
                  </a:lnTo>
                  <a:lnTo>
                    <a:pt x="317" y="3821"/>
                  </a:lnTo>
                  <a:lnTo>
                    <a:pt x="353" y="384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4467" name="Freeform 33"/>
            <p:cNvSpPr>
              <a:spLocks/>
            </p:cNvSpPr>
            <p:nvPr/>
          </p:nvSpPr>
          <p:spPr bwMode="auto">
            <a:xfrm>
              <a:off x="943" y="2210"/>
              <a:ext cx="276" cy="187"/>
            </a:xfrm>
            <a:custGeom>
              <a:avLst/>
              <a:gdLst>
                <a:gd name="T0" fmla="*/ 11 w 1380"/>
                <a:gd name="T1" fmla="*/ 7 h 937"/>
                <a:gd name="T2" fmla="*/ 11 w 1380"/>
                <a:gd name="T3" fmla="*/ 7 h 937"/>
                <a:gd name="T4" fmla="*/ 0 w 1380"/>
                <a:gd name="T5" fmla="*/ 0 h 937"/>
                <a:gd name="T6" fmla="*/ 0 w 1380"/>
                <a:gd name="T7" fmla="*/ 1 h 937"/>
                <a:gd name="T8" fmla="*/ 10 w 1380"/>
                <a:gd name="T9" fmla="*/ 7 h 937"/>
                <a:gd name="T10" fmla="*/ 10 w 1380"/>
                <a:gd name="T11" fmla="*/ 7 h 937"/>
                <a:gd name="T12" fmla="*/ 10 w 1380"/>
                <a:gd name="T13" fmla="*/ 7 h 937"/>
                <a:gd name="T14" fmla="*/ 11 w 1380"/>
                <a:gd name="T15" fmla="*/ 7 h 937"/>
                <a:gd name="T16" fmla="*/ 11 w 1380"/>
                <a:gd name="T17" fmla="*/ 7 h 937"/>
                <a:gd name="T18" fmla="*/ 11 w 1380"/>
                <a:gd name="T19" fmla="*/ 7 h 937"/>
                <a:gd name="T20" fmla="*/ 11 w 1380"/>
                <a:gd name="T21" fmla="*/ 7 h 937"/>
                <a:gd name="T22" fmla="*/ 11 w 1380"/>
                <a:gd name="T23" fmla="*/ 7 h 937"/>
                <a:gd name="T24" fmla="*/ 11 w 1380"/>
                <a:gd name="T25" fmla="*/ 7 h 937"/>
                <a:gd name="T26" fmla="*/ 11 w 1380"/>
                <a:gd name="T27" fmla="*/ 7 h 937"/>
                <a:gd name="T28" fmla="*/ 11 w 1380"/>
                <a:gd name="T29" fmla="*/ 7 h 937"/>
                <a:gd name="T30" fmla="*/ 11 w 1380"/>
                <a:gd name="T31" fmla="*/ 7 h 93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80"/>
                <a:gd name="T49" fmla="*/ 0 h 937"/>
                <a:gd name="T50" fmla="*/ 1380 w 1380"/>
                <a:gd name="T51" fmla="*/ 937 h 93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80" h="937">
                  <a:moveTo>
                    <a:pt x="1354" y="848"/>
                  </a:moveTo>
                  <a:lnTo>
                    <a:pt x="1359" y="851"/>
                  </a:lnTo>
                  <a:lnTo>
                    <a:pt x="51" y="0"/>
                  </a:lnTo>
                  <a:lnTo>
                    <a:pt x="0" y="78"/>
                  </a:lnTo>
                  <a:lnTo>
                    <a:pt x="1307" y="929"/>
                  </a:lnTo>
                  <a:lnTo>
                    <a:pt x="1312" y="932"/>
                  </a:lnTo>
                  <a:lnTo>
                    <a:pt x="1307" y="929"/>
                  </a:lnTo>
                  <a:lnTo>
                    <a:pt x="1326" y="937"/>
                  </a:lnTo>
                  <a:lnTo>
                    <a:pt x="1345" y="936"/>
                  </a:lnTo>
                  <a:lnTo>
                    <a:pt x="1360" y="929"/>
                  </a:lnTo>
                  <a:lnTo>
                    <a:pt x="1372" y="916"/>
                  </a:lnTo>
                  <a:lnTo>
                    <a:pt x="1379" y="899"/>
                  </a:lnTo>
                  <a:lnTo>
                    <a:pt x="1380" y="883"/>
                  </a:lnTo>
                  <a:lnTo>
                    <a:pt x="1374" y="865"/>
                  </a:lnTo>
                  <a:lnTo>
                    <a:pt x="1359" y="851"/>
                  </a:lnTo>
                  <a:lnTo>
                    <a:pt x="1354" y="84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4468" name="Freeform 34"/>
            <p:cNvSpPr>
              <a:spLocks/>
            </p:cNvSpPr>
            <p:nvPr/>
          </p:nvSpPr>
          <p:spPr bwMode="auto">
            <a:xfrm>
              <a:off x="1206" y="2379"/>
              <a:ext cx="140" cy="32"/>
            </a:xfrm>
            <a:custGeom>
              <a:avLst/>
              <a:gdLst>
                <a:gd name="T0" fmla="*/ 5 w 703"/>
                <a:gd name="T1" fmla="*/ 0 h 162"/>
                <a:gd name="T2" fmla="*/ 5 w 703"/>
                <a:gd name="T3" fmla="*/ 0 h 162"/>
                <a:gd name="T4" fmla="*/ 5 w 703"/>
                <a:gd name="T5" fmla="*/ 0 h 162"/>
                <a:gd name="T6" fmla="*/ 5 w 703"/>
                <a:gd name="T7" fmla="*/ 0 h 162"/>
                <a:gd name="T8" fmla="*/ 4 w 703"/>
                <a:gd name="T9" fmla="*/ 0 h 162"/>
                <a:gd name="T10" fmla="*/ 4 w 703"/>
                <a:gd name="T11" fmla="*/ 0 h 162"/>
                <a:gd name="T12" fmla="*/ 4 w 703"/>
                <a:gd name="T13" fmla="*/ 0 h 162"/>
                <a:gd name="T14" fmla="*/ 3 w 703"/>
                <a:gd name="T15" fmla="*/ 1 h 162"/>
                <a:gd name="T16" fmla="*/ 3 w 703"/>
                <a:gd name="T17" fmla="*/ 1 h 162"/>
                <a:gd name="T18" fmla="*/ 3 w 703"/>
                <a:gd name="T19" fmla="*/ 1 h 162"/>
                <a:gd name="T20" fmla="*/ 2 w 703"/>
                <a:gd name="T21" fmla="*/ 1 h 162"/>
                <a:gd name="T22" fmla="*/ 2 w 703"/>
                <a:gd name="T23" fmla="*/ 1 h 162"/>
                <a:gd name="T24" fmla="*/ 2 w 703"/>
                <a:gd name="T25" fmla="*/ 0 h 162"/>
                <a:gd name="T26" fmla="*/ 1 w 703"/>
                <a:gd name="T27" fmla="*/ 0 h 162"/>
                <a:gd name="T28" fmla="*/ 1 w 703"/>
                <a:gd name="T29" fmla="*/ 0 h 162"/>
                <a:gd name="T30" fmla="*/ 1 w 703"/>
                <a:gd name="T31" fmla="*/ 0 h 162"/>
                <a:gd name="T32" fmla="*/ 1 w 703"/>
                <a:gd name="T33" fmla="*/ 0 h 162"/>
                <a:gd name="T34" fmla="*/ 0 w 703"/>
                <a:gd name="T35" fmla="*/ 0 h 162"/>
                <a:gd name="T36" fmla="*/ 0 w 703"/>
                <a:gd name="T37" fmla="*/ 1 h 162"/>
                <a:gd name="T38" fmla="*/ 0 w 703"/>
                <a:gd name="T39" fmla="*/ 1 h 162"/>
                <a:gd name="T40" fmla="*/ 1 w 703"/>
                <a:gd name="T41" fmla="*/ 1 h 162"/>
                <a:gd name="T42" fmla="*/ 1 w 703"/>
                <a:gd name="T43" fmla="*/ 1 h 162"/>
                <a:gd name="T44" fmla="*/ 1 w 703"/>
                <a:gd name="T45" fmla="*/ 1 h 162"/>
                <a:gd name="T46" fmla="*/ 2 w 703"/>
                <a:gd name="T47" fmla="*/ 1 h 162"/>
                <a:gd name="T48" fmla="*/ 2 w 703"/>
                <a:gd name="T49" fmla="*/ 1 h 162"/>
                <a:gd name="T50" fmla="*/ 2 w 703"/>
                <a:gd name="T51" fmla="*/ 1 h 162"/>
                <a:gd name="T52" fmla="*/ 3 w 703"/>
                <a:gd name="T53" fmla="*/ 1 h 162"/>
                <a:gd name="T54" fmla="*/ 3 w 703"/>
                <a:gd name="T55" fmla="*/ 1 h 162"/>
                <a:gd name="T56" fmla="*/ 3 w 703"/>
                <a:gd name="T57" fmla="*/ 1 h 162"/>
                <a:gd name="T58" fmla="*/ 4 w 703"/>
                <a:gd name="T59" fmla="*/ 1 h 162"/>
                <a:gd name="T60" fmla="*/ 4 w 703"/>
                <a:gd name="T61" fmla="*/ 1 h 162"/>
                <a:gd name="T62" fmla="*/ 5 w 703"/>
                <a:gd name="T63" fmla="*/ 1 h 162"/>
                <a:gd name="T64" fmla="*/ 5 w 703"/>
                <a:gd name="T65" fmla="*/ 1 h 162"/>
                <a:gd name="T66" fmla="*/ 5 w 703"/>
                <a:gd name="T67" fmla="*/ 1 h 162"/>
                <a:gd name="T68" fmla="*/ 5 w 703"/>
                <a:gd name="T69" fmla="*/ 1 h 162"/>
                <a:gd name="T70" fmla="*/ 5 w 703"/>
                <a:gd name="T71" fmla="*/ 1 h 162"/>
                <a:gd name="T72" fmla="*/ 5 w 703"/>
                <a:gd name="T73" fmla="*/ 1 h 162"/>
                <a:gd name="T74" fmla="*/ 5 w 703"/>
                <a:gd name="T75" fmla="*/ 1 h 162"/>
                <a:gd name="T76" fmla="*/ 6 w 703"/>
                <a:gd name="T77" fmla="*/ 0 h 162"/>
                <a:gd name="T78" fmla="*/ 6 w 703"/>
                <a:gd name="T79" fmla="*/ 0 h 162"/>
                <a:gd name="T80" fmla="*/ 6 w 703"/>
                <a:gd name="T81" fmla="*/ 0 h 162"/>
                <a:gd name="T82" fmla="*/ 5 w 703"/>
                <a:gd name="T83" fmla="*/ 0 h 162"/>
                <a:gd name="T84" fmla="*/ 5 w 703"/>
                <a:gd name="T85" fmla="*/ 0 h 162"/>
                <a:gd name="T86" fmla="*/ 5 w 703"/>
                <a:gd name="T87" fmla="*/ 0 h 162"/>
                <a:gd name="T88" fmla="*/ 5 w 703"/>
                <a:gd name="T89" fmla="*/ 0 h 162"/>
                <a:gd name="T90" fmla="*/ 5 w 703"/>
                <a:gd name="T91" fmla="*/ 0 h 162"/>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703"/>
                <a:gd name="T139" fmla="*/ 0 h 162"/>
                <a:gd name="T140" fmla="*/ 703 w 703"/>
                <a:gd name="T141" fmla="*/ 162 h 162"/>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703" h="162">
                  <a:moveTo>
                    <a:pt x="631" y="8"/>
                  </a:moveTo>
                  <a:lnTo>
                    <a:pt x="636" y="6"/>
                  </a:lnTo>
                  <a:lnTo>
                    <a:pt x="606" y="20"/>
                  </a:lnTo>
                  <a:lnTo>
                    <a:pt x="575" y="32"/>
                  </a:lnTo>
                  <a:lnTo>
                    <a:pt x="540" y="42"/>
                  </a:lnTo>
                  <a:lnTo>
                    <a:pt x="504" y="52"/>
                  </a:lnTo>
                  <a:lnTo>
                    <a:pt x="467" y="59"/>
                  </a:lnTo>
                  <a:lnTo>
                    <a:pt x="428" y="64"/>
                  </a:lnTo>
                  <a:lnTo>
                    <a:pt x="389" y="67"/>
                  </a:lnTo>
                  <a:lnTo>
                    <a:pt x="348" y="68"/>
                  </a:lnTo>
                  <a:lnTo>
                    <a:pt x="308" y="68"/>
                  </a:lnTo>
                  <a:lnTo>
                    <a:pt x="267" y="65"/>
                  </a:lnTo>
                  <a:lnTo>
                    <a:pt x="226" y="61"/>
                  </a:lnTo>
                  <a:lnTo>
                    <a:pt x="187" y="54"/>
                  </a:lnTo>
                  <a:lnTo>
                    <a:pt x="148" y="44"/>
                  </a:lnTo>
                  <a:lnTo>
                    <a:pt x="110" y="33"/>
                  </a:lnTo>
                  <a:lnTo>
                    <a:pt x="75" y="20"/>
                  </a:lnTo>
                  <a:lnTo>
                    <a:pt x="42" y="5"/>
                  </a:lnTo>
                  <a:lnTo>
                    <a:pt x="0" y="89"/>
                  </a:lnTo>
                  <a:lnTo>
                    <a:pt x="40" y="107"/>
                  </a:lnTo>
                  <a:lnTo>
                    <a:pt x="82" y="122"/>
                  </a:lnTo>
                  <a:lnTo>
                    <a:pt x="124" y="135"/>
                  </a:lnTo>
                  <a:lnTo>
                    <a:pt x="169" y="146"/>
                  </a:lnTo>
                  <a:lnTo>
                    <a:pt x="214" y="153"/>
                  </a:lnTo>
                  <a:lnTo>
                    <a:pt x="258" y="158"/>
                  </a:lnTo>
                  <a:lnTo>
                    <a:pt x="303" y="162"/>
                  </a:lnTo>
                  <a:lnTo>
                    <a:pt x="348" y="162"/>
                  </a:lnTo>
                  <a:lnTo>
                    <a:pt x="394" y="161"/>
                  </a:lnTo>
                  <a:lnTo>
                    <a:pt x="439" y="157"/>
                  </a:lnTo>
                  <a:lnTo>
                    <a:pt x="481" y="150"/>
                  </a:lnTo>
                  <a:lnTo>
                    <a:pt x="525" y="143"/>
                  </a:lnTo>
                  <a:lnTo>
                    <a:pt x="566" y="132"/>
                  </a:lnTo>
                  <a:lnTo>
                    <a:pt x="606" y="121"/>
                  </a:lnTo>
                  <a:lnTo>
                    <a:pt x="643" y="105"/>
                  </a:lnTo>
                  <a:lnTo>
                    <a:pt x="678" y="88"/>
                  </a:lnTo>
                  <a:lnTo>
                    <a:pt x="683" y="86"/>
                  </a:lnTo>
                  <a:lnTo>
                    <a:pt x="678" y="88"/>
                  </a:lnTo>
                  <a:lnTo>
                    <a:pt x="695" y="75"/>
                  </a:lnTo>
                  <a:lnTo>
                    <a:pt x="702" y="60"/>
                  </a:lnTo>
                  <a:lnTo>
                    <a:pt x="703" y="42"/>
                  </a:lnTo>
                  <a:lnTo>
                    <a:pt x="698" y="26"/>
                  </a:lnTo>
                  <a:lnTo>
                    <a:pt x="688" y="12"/>
                  </a:lnTo>
                  <a:lnTo>
                    <a:pt x="674" y="3"/>
                  </a:lnTo>
                  <a:lnTo>
                    <a:pt x="656" y="0"/>
                  </a:lnTo>
                  <a:lnTo>
                    <a:pt x="636" y="6"/>
                  </a:lnTo>
                  <a:lnTo>
                    <a:pt x="631"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4469" name="Freeform 35"/>
            <p:cNvSpPr>
              <a:spLocks/>
            </p:cNvSpPr>
            <p:nvPr/>
          </p:nvSpPr>
          <p:spPr bwMode="auto">
            <a:xfrm>
              <a:off x="1332" y="2204"/>
              <a:ext cx="283" cy="192"/>
            </a:xfrm>
            <a:custGeom>
              <a:avLst/>
              <a:gdLst>
                <a:gd name="T0" fmla="*/ 11 w 1415"/>
                <a:gd name="T1" fmla="*/ 0 h 960"/>
                <a:gd name="T2" fmla="*/ 11 w 1415"/>
                <a:gd name="T3" fmla="*/ 0 h 960"/>
                <a:gd name="T4" fmla="*/ 0 w 1415"/>
                <a:gd name="T5" fmla="*/ 7 h 960"/>
                <a:gd name="T6" fmla="*/ 0 w 1415"/>
                <a:gd name="T7" fmla="*/ 8 h 960"/>
                <a:gd name="T8" fmla="*/ 11 w 1415"/>
                <a:gd name="T9" fmla="*/ 1 h 960"/>
                <a:gd name="T10" fmla="*/ 11 w 1415"/>
                <a:gd name="T11" fmla="*/ 1 h 960"/>
                <a:gd name="T12" fmla="*/ 11 w 1415"/>
                <a:gd name="T13" fmla="*/ 1 h 960"/>
                <a:gd name="T14" fmla="*/ 11 w 1415"/>
                <a:gd name="T15" fmla="*/ 1 h 960"/>
                <a:gd name="T16" fmla="*/ 11 w 1415"/>
                <a:gd name="T17" fmla="*/ 0 h 960"/>
                <a:gd name="T18" fmla="*/ 11 w 1415"/>
                <a:gd name="T19" fmla="*/ 0 h 960"/>
                <a:gd name="T20" fmla="*/ 11 w 1415"/>
                <a:gd name="T21" fmla="*/ 0 h 960"/>
                <a:gd name="T22" fmla="*/ 11 w 1415"/>
                <a:gd name="T23" fmla="*/ 0 h 960"/>
                <a:gd name="T24" fmla="*/ 11 w 1415"/>
                <a:gd name="T25" fmla="*/ 0 h 960"/>
                <a:gd name="T26" fmla="*/ 11 w 1415"/>
                <a:gd name="T27" fmla="*/ 0 h 960"/>
                <a:gd name="T28" fmla="*/ 11 w 1415"/>
                <a:gd name="T29" fmla="*/ 0 h 960"/>
                <a:gd name="T30" fmla="*/ 11 w 1415"/>
                <a:gd name="T31" fmla="*/ 0 h 96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15"/>
                <a:gd name="T49" fmla="*/ 0 h 960"/>
                <a:gd name="T50" fmla="*/ 1415 w 1415"/>
                <a:gd name="T51" fmla="*/ 960 h 96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15" h="960">
                  <a:moveTo>
                    <a:pt x="1338" y="10"/>
                  </a:moveTo>
                  <a:lnTo>
                    <a:pt x="1342" y="8"/>
                  </a:lnTo>
                  <a:lnTo>
                    <a:pt x="0" y="882"/>
                  </a:lnTo>
                  <a:lnTo>
                    <a:pt x="52" y="960"/>
                  </a:lnTo>
                  <a:lnTo>
                    <a:pt x="1393" y="85"/>
                  </a:lnTo>
                  <a:lnTo>
                    <a:pt x="1397" y="83"/>
                  </a:lnTo>
                  <a:lnTo>
                    <a:pt x="1393" y="85"/>
                  </a:lnTo>
                  <a:lnTo>
                    <a:pt x="1409" y="71"/>
                  </a:lnTo>
                  <a:lnTo>
                    <a:pt x="1415" y="53"/>
                  </a:lnTo>
                  <a:lnTo>
                    <a:pt x="1413" y="37"/>
                  </a:lnTo>
                  <a:lnTo>
                    <a:pt x="1406" y="21"/>
                  </a:lnTo>
                  <a:lnTo>
                    <a:pt x="1395" y="8"/>
                  </a:lnTo>
                  <a:lnTo>
                    <a:pt x="1379" y="1"/>
                  </a:lnTo>
                  <a:lnTo>
                    <a:pt x="1361" y="0"/>
                  </a:lnTo>
                  <a:lnTo>
                    <a:pt x="1342" y="8"/>
                  </a:lnTo>
                  <a:lnTo>
                    <a:pt x="1338" y="1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4470" name="Freeform 36"/>
            <p:cNvSpPr>
              <a:spLocks/>
            </p:cNvSpPr>
            <p:nvPr/>
          </p:nvSpPr>
          <p:spPr bwMode="auto">
            <a:xfrm>
              <a:off x="1599" y="2057"/>
              <a:ext cx="80" cy="163"/>
            </a:xfrm>
            <a:custGeom>
              <a:avLst/>
              <a:gdLst>
                <a:gd name="T0" fmla="*/ 2 w 398"/>
                <a:gd name="T1" fmla="*/ 0 h 817"/>
                <a:gd name="T2" fmla="*/ 2 w 398"/>
                <a:gd name="T3" fmla="*/ 0 h 817"/>
                <a:gd name="T4" fmla="*/ 2 w 398"/>
                <a:gd name="T5" fmla="*/ 1 h 817"/>
                <a:gd name="T6" fmla="*/ 2 w 398"/>
                <a:gd name="T7" fmla="*/ 1 h 817"/>
                <a:gd name="T8" fmla="*/ 2 w 398"/>
                <a:gd name="T9" fmla="*/ 2 h 817"/>
                <a:gd name="T10" fmla="*/ 2 w 398"/>
                <a:gd name="T11" fmla="*/ 2 h 817"/>
                <a:gd name="T12" fmla="*/ 2 w 398"/>
                <a:gd name="T13" fmla="*/ 2 h 817"/>
                <a:gd name="T14" fmla="*/ 2 w 398"/>
                <a:gd name="T15" fmla="*/ 3 h 817"/>
                <a:gd name="T16" fmla="*/ 2 w 398"/>
                <a:gd name="T17" fmla="*/ 3 h 817"/>
                <a:gd name="T18" fmla="*/ 2 w 398"/>
                <a:gd name="T19" fmla="*/ 4 h 817"/>
                <a:gd name="T20" fmla="*/ 2 w 398"/>
                <a:gd name="T21" fmla="*/ 4 h 817"/>
                <a:gd name="T22" fmla="*/ 1 w 398"/>
                <a:gd name="T23" fmla="*/ 4 h 817"/>
                <a:gd name="T24" fmla="*/ 1 w 398"/>
                <a:gd name="T25" fmla="*/ 5 h 817"/>
                <a:gd name="T26" fmla="*/ 1 w 398"/>
                <a:gd name="T27" fmla="*/ 5 h 817"/>
                <a:gd name="T28" fmla="*/ 1 w 398"/>
                <a:gd name="T29" fmla="*/ 5 h 817"/>
                <a:gd name="T30" fmla="*/ 1 w 398"/>
                <a:gd name="T31" fmla="*/ 5 h 817"/>
                <a:gd name="T32" fmla="*/ 0 w 398"/>
                <a:gd name="T33" fmla="*/ 6 h 817"/>
                <a:gd name="T34" fmla="*/ 0 w 398"/>
                <a:gd name="T35" fmla="*/ 6 h 817"/>
                <a:gd name="T36" fmla="*/ 0 w 398"/>
                <a:gd name="T37" fmla="*/ 7 h 817"/>
                <a:gd name="T38" fmla="*/ 1 w 398"/>
                <a:gd name="T39" fmla="*/ 6 h 817"/>
                <a:gd name="T40" fmla="*/ 1 w 398"/>
                <a:gd name="T41" fmla="*/ 6 h 817"/>
                <a:gd name="T42" fmla="*/ 1 w 398"/>
                <a:gd name="T43" fmla="*/ 6 h 817"/>
                <a:gd name="T44" fmla="*/ 2 w 398"/>
                <a:gd name="T45" fmla="*/ 5 h 817"/>
                <a:gd name="T46" fmla="*/ 2 w 398"/>
                <a:gd name="T47" fmla="*/ 5 h 817"/>
                <a:gd name="T48" fmla="*/ 2 w 398"/>
                <a:gd name="T49" fmla="*/ 5 h 817"/>
                <a:gd name="T50" fmla="*/ 2 w 398"/>
                <a:gd name="T51" fmla="*/ 4 h 817"/>
                <a:gd name="T52" fmla="*/ 2 w 398"/>
                <a:gd name="T53" fmla="*/ 4 h 817"/>
                <a:gd name="T54" fmla="*/ 3 w 398"/>
                <a:gd name="T55" fmla="*/ 3 h 817"/>
                <a:gd name="T56" fmla="*/ 3 w 398"/>
                <a:gd name="T57" fmla="*/ 3 h 817"/>
                <a:gd name="T58" fmla="*/ 3 w 398"/>
                <a:gd name="T59" fmla="*/ 3 h 817"/>
                <a:gd name="T60" fmla="*/ 3 w 398"/>
                <a:gd name="T61" fmla="*/ 2 h 817"/>
                <a:gd name="T62" fmla="*/ 3 w 398"/>
                <a:gd name="T63" fmla="*/ 2 h 817"/>
                <a:gd name="T64" fmla="*/ 3 w 398"/>
                <a:gd name="T65" fmla="*/ 1 h 817"/>
                <a:gd name="T66" fmla="*/ 3 w 398"/>
                <a:gd name="T67" fmla="*/ 1 h 817"/>
                <a:gd name="T68" fmla="*/ 3 w 398"/>
                <a:gd name="T69" fmla="*/ 0 h 817"/>
                <a:gd name="T70" fmla="*/ 3 w 398"/>
                <a:gd name="T71" fmla="*/ 0 h 817"/>
                <a:gd name="T72" fmla="*/ 3 w 398"/>
                <a:gd name="T73" fmla="*/ 0 h 817"/>
                <a:gd name="T74" fmla="*/ 3 w 398"/>
                <a:gd name="T75" fmla="*/ 0 h 817"/>
                <a:gd name="T76" fmla="*/ 3 w 398"/>
                <a:gd name="T77" fmla="*/ 0 h 817"/>
                <a:gd name="T78" fmla="*/ 3 w 398"/>
                <a:gd name="T79" fmla="*/ 0 h 817"/>
                <a:gd name="T80" fmla="*/ 3 w 398"/>
                <a:gd name="T81" fmla="*/ 0 h 817"/>
                <a:gd name="T82" fmla="*/ 3 w 398"/>
                <a:gd name="T83" fmla="*/ 0 h 817"/>
                <a:gd name="T84" fmla="*/ 3 w 398"/>
                <a:gd name="T85" fmla="*/ 0 h 817"/>
                <a:gd name="T86" fmla="*/ 2 w 398"/>
                <a:gd name="T87" fmla="*/ 0 h 817"/>
                <a:gd name="T88" fmla="*/ 2 w 398"/>
                <a:gd name="T89" fmla="*/ 0 h 817"/>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398"/>
                <a:gd name="T136" fmla="*/ 0 h 817"/>
                <a:gd name="T137" fmla="*/ 398 w 398"/>
                <a:gd name="T138" fmla="*/ 817 h 817"/>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398" h="817">
                  <a:moveTo>
                    <a:pt x="304" y="47"/>
                  </a:moveTo>
                  <a:lnTo>
                    <a:pt x="304" y="47"/>
                  </a:lnTo>
                  <a:lnTo>
                    <a:pt x="301" y="97"/>
                  </a:lnTo>
                  <a:lnTo>
                    <a:pt x="297" y="147"/>
                  </a:lnTo>
                  <a:lnTo>
                    <a:pt x="291" y="198"/>
                  </a:lnTo>
                  <a:lnTo>
                    <a:pt x="280" y="247"/>
                  </a:lnTo>
                  <a:lnTo>
                    <a:pt x="268" y="297"/>
                  </a:lnTo>
                  <a:lnTo>
                    <a:pt x="253" y="347"/>
                  </a:lnTo>
                  <a:lnTo>
                    <a:pt x="236" y="395"/>
                  </a:lnTo>
                  <a:lnTo>
                    <a:pt x="217" y="442"/>
                  </a:lnTo>
                  <a:lnTo>
                    <a:pt x="195" y="487"/>
                  </a:lnTo>
                  <a:lnTo>
                    <a:pt x="171" y="532"/>
                  </a:lnTo>
                  <a:lnTo>
                    <a:pt x="147" y="574"/>
                  </a:lnTo>
                  <a:lnTo>
                    <a:pt x="121" y="613"/>
                  </a:lnTo>
                  <a:lnTo>
                    <a:pt x="93" y="650"/>
                  </a:lnTo>
                  <a:lnTo>
                    <a:pt x="64" y="684"/>
                  </a:lnTo>
                  <a:lnTo>
                    <a:pt x="32" y="716"/>
                  </a:lnTo>
                  <a:lnTo>
                    <a:pt x="0" y="744"/>
                  </a:lnTo>
                  <a:lnTo>
                    <a:pt x="59" y="817"/>
                  </a:lnTo>
                  <a:lnTo>
                    <a:pt x="95" y="784"/>
                  </a:lnTo>
                  <a:lnTo>
                    <a:pt x="132" y="748"/>
                  </a:lnTo>
                  <a:lnTo>
                    <a:pt x="166" y="709"/>
                  </a:lnTo>
                  <a:lnTo>
                    <a:pt x="196" y="667"/>
                  </a:lnTo>
                  <a:lnTo>
                    <a:pt x="227" y="623"/>
                  </a:lnTo>
                  <a:lnTo>
                    <a:pt x="253" y="576"/>
                  </a:lnTo>
                  <a:lnTo>
                    <a:pt x="279" y="530"/>
                  </a:lnTo>
                  <a:lnTo>
                    <a:pt x="301" y="479"/>
                  </a:lnTo>
                  <a:lnTo>
                    <a:pt x="323" y="428"/>
                  </a:lnTo>
                  <a:lnTo>
                    <a:pt x="342" y="375"/>
                  </a:lnTo>
                  <a:lnTo>
                    <a:pt x="359" y="321"/>
                  </a:lnTo>
                  <a:lnTo>
                    <a:pt x="372" y="268"/>
                  </a:lnTo>
                  <a:lnTo>
                    <a:pt x="382" y="212"/>
                  </a:lnTo>
                  <a:lnTo>
                    <a:pt x="391" y="157"/>
                  </a:lnTo>
                  <a:lnTo>
                    <a:pt x="395" y="102"/>
                  </a:lnTo>
                  <a:lnTo>
                    <a:pt x="398" y="47"/>
                  </a:lnTo>
                  <a:lnTo>
                    <a:pt x="394" y="27"/>
                  </a:lnTo>
                  <a:lnTo>
                    <a:pt x="383" y="11"/>
                  </a:lnTo>
                  <a:lnTo>
                    <a:pt x="368" y="3"/>
                  </a:lnTo>
                  <a:lnTo>
                    <a:pt x="351" y="0"/>
                  </a:lnTo>
                  <a:lnTo>
                    <a:pt x="333" y="3"/>
                  </a:lnTo>
                  <a:lnTo>
                    <a:pt x="319" y="11"/>
                  </a:lnTo>
                  <a:lnTo>
                    <a:pt x="307" y="27"/>
                  </a:lnTo>
                  <a:lnTo>
                    <a:pt x="304" y="4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4471" name="Freeform 37"/>
            <p:cNvSpPr>
              <a:spLocks/>
            </p:cNvSpPr>
            <p:nvPr/>
          </p:nvSpPr>
          <p:spPr bwMode="auto">
            <a:xfrm>
              <a:off x="1660" y="1701"/>
              <a:ext cx="19" cy="365"/>
            </a:xfrm>
            <a:custGeom>
              <a:avLst/>
              <a:gdLst>
                <a:gd name="T0" fmla="*/ 0 w 95"/>
                <a:gd name="T1" fmla="*/ 0 h 1826"/>
                <a:gd name="T2" fmla="*/ 0 w 95"/>
                <a:gd name="T3" fmla="*/ 0 h 1826"/>
                <a:gd name="T4" fmla="*/ 0 w 95"/>
                <a:gd name="T5" fmla="*/ 15 h 1826"/>
                <a:gd name="T6" fmla="*/ 1 w 95"/>
                <a:gd name="T7" fmla="*/ 15 h 1826"/>
                <a:gd name="T8" fmla="*/ 1 w 95"/>
                <a:gd name="T9" fmla="*/ 0 h 1826"/>
                <a:gd name="T10" fmla="*/ 1 w 95"/>
                <a:gd name="T11" fmla="*/ 0 h 1826"/>
                <a:gd name="T12" fmla="*/ 1 w 95"/>
                <a:gd name="T13" fmla="*/ 0 h 1826"/>
                <a:gd name="T14" fmla="*/ 1 w 95"/>
                <a:gd name="T15" fmla="*/ 0 h 1826"/>
                <a:gd name="T16" fmla="*/ 1 w 95"/>
                <a:gd name="T17" fmla="*/ 0 h 1826"/>
                <a:gd name="T18" fmla="*/ 1 w 95"/>
                <a:gd name="T19" fmla="*/ 0 h 1826"/>
                <a:gd name="T20" fmla="*/ 0 w 95"/>
                <a:gd name="T21" fmla="*/ 0 h 1826"/>
                <a:gd name="T22" fmla="*/ 0 w 95"/>
                <a:gd name="T23" fmla="*/ 0 h 1826"/>
                <a:gd name="T24" fmla="*/ 0 w 95"/>
                <a:gd name="T25" fmla="*/ 0 h 1826"/>
                <a:gd name="T26" fmla="*/ 0 w 95"/>
                <a:gd name="T27" fmla="*/ 0 h 1826"/>
                <a:gd name="T28" fmla="*/ 0 w 95"/>
                <a:gd name="T29" fmla="*/ 0 h 1826"/>
                <a:gd name="T30" fmla="*/ 0 w 95"/>
                <a:gd name="T31" fmla="*/ 0 h 182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95"/>
                <a:gd name="T49" fmla="*/ 0 h 1826"/>
                <a:gd name="T50" fmla="*/ 95 w 95"/>
                <a:gd name="T51" fmla="*/ 1826 h 182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95" h="1826">
                  <a:moveTo>
                    <a:pt x="0" y="49"/>
                  </a:moveTo>
                  <a:lnTo>
                    <a:pt x="0" y="47"/>
                  </a:lnTo>
                  <a:lnTo>
                    <a:pt x="1" y="1826"/>
                  </a:lnTo>
                  <a:lnTo>
                    <a:pt x="95" y="1826"/>
                  </a:lnTo>
                  <a:lnTo>
                    <a:pt x="93" y="47"/>
                  </a:lnTo>
                  <a:lnTo>
                    <a:pt x="93" y="45"/>
                  </a:lnTo>
                  <a:lnTo>
                    <a:pt x="93" y="47"/>
                  </a:lnTo>
                  <a:lnTo>
                    <a:pt x="90" y="27"/>
                  </a:lnTo>
                  <a:lnTo>
                    <a:pt x="79" y="12"/>
                  </a:lnTo>
                  <a:lnTo>
                    <a:pt x="64" y="4"/>
                  </a:lnTo>
                  <a:lnTo>
                    <a:pt x="47" y="0"/>
                  </a:lnTo>
                  <a:lnTo>
                    <a:pt x="29" y="4"/>
                  </a:lnTo>
                  <a:lnTo>
                    <a:pt x="15" y="12"/>
                  </a:lnTo>
                  <a:lnTo>
                    <a:pt x="3" y="27"/>
                  </a:lnTo>
                  <a:lnTo>
                    <a:pt x="0" y="47"/>
                  </a:lnTo>
                  <a:lnTo>
                    <a:pt x="0" y="4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4472" name="Freeform 38"/>
            <p:cNvSpPr>
              <a:spLocks/>
            </p:cNvSpPr>
            <p:nvPr/>
          </p:nvSpPr>
          <p:spPr bwMode="auto">
            <a:xfrm>
              <a:off x="1598" y="1598"/>
              <a:ext cx="81" cy="113"/>
            </a:xfrm>
            <a:custGeom>
              <a:avLst/>
              <a:gdLst>
                <a:gd name="T0" fmla="*/ 0 w 401"/>
                <a:gd name="T1" fmla="*/ 1 h 566"/>
                <a:gd name="T2" fmla="*/ 0 w 401"/>
                <a:gd name="T3" fmla="*/ 1 h 566"/>
                <a:gd name="T4" fmla="*/ 0 w 401"/>
                <a:gd name="T5" fmla="*/ 1 h 566"/>
                <a:gd name="T6" fmla="*/ 1 w 401"/>
                <a:gd name="T7" fmla="*/ 1 h 566"/>
                <a:gd name="T8" fmla="*/ 1 w 401"/>
                <a:gd name="T9" fmla="*/ 1 h 566"/>
                <a:gd name="T10" fmla="*/ 1 w 401"/>
                <a:gd name="T11" fmla="*/ 1 h 566"/>
                <a:gd name="T12" fmla="*/ 1 w 401"/>
                <a:gd name="T13" fmla="*/ 2 h 566"/>
                <a:gd name="T14" fmla="*/ 1 w 401"/>
                <a:gd name="T15" fmla="*/ 2 h 566"/>
                <a:gd name="T16" fmla="*/ 2 w 401"/>
                <a:gd name="T17" fmla="*/ 2 h 566"/>
                <a:gd name="T18" fmla="*/ 2 w 401"/>
                <a:gd name="T19" fmla="*/ 2 h 566"/>
                <a:gd name="T20" fmla="*/ 2 w 401"/>
                <a:gd name="T21" fmla="*/ 2 h 566"/>
                <a:gd name="T22" fmla="*/ 2 w 401"/>
                <a:gd name="T23" fmla="*/ 3 h 566"/>
                <a:gd name="T24" fmla="*/ 2 w 401"/>
                <a:gd name="T25" fmla="*/ 3 h 566"/>
                <a:gd name="T26" fmla="*/ 2 w 401"/>
                <a:gd name="T27" fmla="*/ 3 h 566"/>
                <a:gd name="T28" fmla="*/ 2 w 401"/>
                <a:gd name="T29" fmla="*/ 4 h 566"/>
                <a:gd name="T30" fmla="*/ 2 w 401"/>
                <a:gd name="T31" fmla="*/ 4 h 566"/>
                <a:gd name="T32" fmla="*/ 2 w 401"/>
                <a:gd name="T33" fmla="*/ 4 h 566"/>
                <a:gd name="T34" fmla="*/ 3 w 401"/>
                <a:gd name="T35" fmla="*/ 5 h 566"/>
                <a:gd name="T36" fmla="*/ 3 w 401"/>
                <a:gd name="T37" fmla="*/ 4 h 566"/>
                <a:gd name="T38" fmla="*/ 3 w 401"/>
                <a:gd name="T39" fmla="*/ 4 h 566"/>
                <a:gd name="T40" fmla="*/ 3 w 401"/>
                <a:gd name="T41" fmla="*/ 4 h 566"/>
                <a:gd name="T42" fmla="*/ 3 w 401"/>
                <a:gd name="T43" fmla="*/ 3 h 566"/>
                <a:gd name="T44" fmla="*/ 3 w 401"/>
                <a:gd name="T45" fmla="*/ 3 h 566"/>
                <a:gd name="T46" fmla="*/ 3 w 401"/>
                <a:gd name="T47" fmla="*/ 3 h 566"/>
                <a:gd name="T48" fmla="*/ 3 w 401"/>
                <a:gd name="T49" fmla="*/ 2 h 566"/>
                <a:gd name="T50" fmla="*/ 3 w 401"/>
                <a:gd name="T51" fmla="*/ 2 h 566"/>
                <a:gd name="T52" fmla="*/ 2 w 401"/>
                <a:gd name="T53" fmla="*/ 2 h 566"/>
                <a:gd name="T54" fmla="*/ 2 w 401"/>
                <a:gd name="T55" fmla="*/ 2 h 566"/>
                <a:gd name="T56" fmla="*/ 2 w 401"/>
                <a:gd name="T57" fmla="*/ 1 h 566"/>
                <a:gd name="T58" fmla="*/ 2 w 401"/>
                <a:gd name="T59" fmla="*/ 1 h 566"/>
                <a:gd name="T60" fmla="*/ 2 w 401"/>
                <a:gd name="T61" fmla="*/ 1 h 566"/>
                <a:gd name="T62" fmla="*/ 1 w 401"/>
                <a:gd name="T63" fmla="*/ 1 h 566"/>
                <a:gd name="T64" fmla="*/ 1 w 401"/>
                <a:gd name="T65" fmla="*/ 0 h 566"/>
                <a:gd name="T66" fmla="*/ 1 w 401"/>
                <a:gd name="T67" fmla="*/ 0 h 566"/>
                <a:gd name="T68" fmla="*/ 1 w 401"/>
                <a:gd name="T69" fmla="*/ 0 h 566"/>
                <a:gd name="T70" fmla="*/ 1 w 401"/>
                <a:gd name="T71" fmla="*/ 0 h 566"/>
                <a:gd name="T72" fmla="*/ 1 w 401"/>
                <a:gd name="T73" fmla="*/ 0 h 566"/>
                <a:gd name="T74" fmla="*/ 0 w 401"/>
                <a:gd name="T75" fmla="*/ 0 h 566"/>
                <a:gd name="T76" fmla="*/ 0 w 401"/>
                <a:gd name="T77" fmla="*/ 0 h 566"/>
                <a:gd name="T78" fmla="*/ 0 w 401"/>
                <a:gd name="T79" fmla="*/ 0 h 566"/>
                <a:gd name="T80" fmla="*/ 0 w 401"/>
                <a:gd name="T81" fmla="*/ 0 h 566"/>
                <a:gd name="T82" fmla="*/ 0 w 401"/>
                <a:gd name="T83" fmla="*/ 0 h 566"/>
                <a:gd name="T84" fmla="*/ 0 w 401"/>
                <a:gd name="T85" fmla="*/ 0 h 566"/>
                <a:gd name="T86" fmla="*/ 0 w 401"/>
                <a:gd name="T87" fmla="*/ 1 h 566"/>
                <a:gd name="T88" fmla="*/ 0 w 401"/>
                <a:gd name="T89" fmla="*/ 1 h 56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401"/>
                <a:gd name="T136" fmla="*/ 0 h 566"/>
                <a:gd name="T137" fmla="*/ 401 w 401"/>
                <a:gd name="T138" fmla="*/ 566 h 566"/>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401" h="566">
                  <a:moveTo>
                    <a:pt x="23" y="88"/>
                  </a:moveTo>
                  <a:lnTo>
                    <a:pt x="23" y="88"/>
                  </a:lnTo>
                  <a:lnTo>
                    <a:pt x="53" y="107"/>
                  </a:lnTo>
                  <a:lnTo>
                    <a:pt x="83" y="125"/>
                  </a:lnTo>
                  <a:lnTo>
                    <a:pt x="108" y="147"/>
                  </a:lnTo>
                  <a:lnTo>
                    <a:pt x="135" y="171"/>
                  </a:lnTo>
                  <a:lnTo>
                    <a:pt x="160" y="196"/>
                  </a:lnTo>
                  <a:lnTo>
                    <a:pt x="182" y="223"/>
                  </a:lnTo>
                  <a:lnTo>
                    <a:pt x="205" y="251"/>
                  </a:lnTo>
                  <a:lnTo>
                    <a:pt x="223" y="281"/>
                  </a:lnTo>
                  <a:lnTo>
                    <a:pt x="240" y="312"/>
                  </a:lnTo>
                  <a:lnTo>
                    <a:pt x="256" y="345"/>
                  </a:lnTo>
                  <a:lnTo>
                    <a:pt x="270" y="379"/>
                  </a:lnTo>
                  <a:lnTo>
                    <a:pt x="282" y="414"/>
                  </a:lnTo>
                  <a:lnTo>
                    <a:pt x="291" y="450"/>
                  </a:lnTo>
                  <a:lnTo>
                    <a:pt x="299" y="488"/>
                  </a:lnTo>
                  <a:lnTo>
                    <a:pt x="304" y="526"/>
                  </a:lnTo>
                  <a:lnTo>
                    <a:pt x="308" y="566"/>
                  </a:lnTo>
                  <a:lnTo>
                    <a:pt x="401" y="562"/>
                  </a:lnTo>
                  <a:lnTo>
                    <a:pt x="398" y="517"/>
                  </a:lnTo>
                  <a:lnTo>
                    <a:pt x="391" y="471"/>
                  </a:lnTo>
                  <a:lnTo>
                    <a:pt x="383" y="429"/>
                  </a:lnTo>
                  <a:lnTo>
                    <a:pt x="371" y="386"/>
                  </a:lnTo>
                  <a:lnTo>
                    <a:pt x="357" y="346"/>
                  </a:lnTo>
                  <a:lnTo>
                    <a:pt x="340" y="307"/>
                  </a:lnTo>
                  <a:lnTo>
                    <a:pt x="324" y="270"/>
                  </a:lnTo>
                  <a:lnTo>
                    <a:pt x="303" y="232"/>
                  </a:lnTo>
                  <a:lnTo>
                    <a:pt x="280" y="197"/>
                  </a:lnTo>
                  <a:lnTo>
                    <a:pt x="255" y="164"/>
                  </a:lnTo>
                  <a:lnTo>
                    <a:pt x="228" y="132"/>
                  </a:lnTo>
                  <a:lnTo>
                    <a:pt x="199" y="103"/>
                  </a:lnTo>
                  <a:lnTo>
                    <a:pt x="169" y="76"/>
                  </a:lnTo>
                  <a:lnTo>
                    <a:pt x="137" y="50"/>
                  </a:lnTo>
                  <a:lnTo>
                    <a:pt x="103" y="27"/>
                  </a:lnTo>
                  <a:lnTo>
                    <a:pt x="67" y="6"/>
                  </a:lnTo>
                  <a:lnTo>
                    <a:pt x="48" y="0"/>
                  </a:lnTo>
                  <a:lnTo>
                    <a:pt x="30" y="2"/>
                  </a:lnTo>
                  <a:lnTo>
                    <a:pt x="16" y="12"/>
                  </a:lnTo>
                  <a:lnTo>
                    <a:pt x="5" y="25"/>
                  </a:lnTo>
                  <a:lnTo>
                    <a:pt x="0" y="41"/>
                  </a:lnTo>
                  <a:lnTo>
                    <a:pt x="0" y="59"/>
                  </a:lnTo>
                  <a:lnTo>
                    <a:pt x="8" y="75"/>
                  </a:lnTo>
                  <a:lnTo>
                    <a:pt x="23"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4473" name="Freeform 39"/>
            <p:cNvSpPr>
              <a:spLocks/>
            </p:cNvSpPr>
            <p:nvPr/>
          </p:nvSpPr>
          <p:spPr bwMode="auto">
            <a:xfrm>
              <a:off x="1346" y="1455"/>
              <a:ext cx="266" cy="160"/>
            </a:xfrm>
            <a:custGeom>
              <a:avLst/>
              <a:gdLst>
                <a:gd name="T0" fmla="*/ 0 w 1330"/>
                <a:gd name="T1" fmla="*/ 1 h 801"/>
                <a:gd name="T2" fmla="*/ 0 w 1330"/>
                <a:gd name="T3" fmla="*/ 1 h 801"/>
                <a:gd name="T4" fmla="*/ 10 w 1330"/>
                <a:gd name="T5" fmla="*/ 6 h 801"/>
                <a:gd name="T6" fmla="*/ 11 w 1330"/>
                <a:gd name="T7" fmla="*/ 6 h 801"/>
                <a:gd name="T8" fmla="*/ 1 w 1330"/>
                <a:gd name="T9" fmla="*/ 0 h 801"/>
                <a:gd name="T10" fmla="*/ 1 w 1330"/>
                <a:gd name="T11" fmla="*/ 0 h 801"/>
                <a:gd name="T12" fmla="*/ 1 w 1330"/>
                <a:gd name="T13" fmla="*/ 0 h 801"/>
                <a:gd name="T14" fmla="*/ 0 w 1330"/>
                <a:gd name="T15" fmla="*/ 0 h 801"/>
                <a:gd name="T16" fmla="*/ 0 w 1330"/>
                <a:gd name="T17" fmla="*/ 0 h 801"/>
                <a:gd name="T18" fmla="*/ 0 w 1330"/>
                <a:gd name="T19" fmla="*/ 0 h 801"/>
                <a:gd name="T20" fmla="*/ 0 w 1330"/>
                <a:gd name="T21" fmla="*/ 0 h 801"/>
                <a:gd name="T22" fmla="*/ 0 w 1330"/>
                <a:gd name="T23" fmla="*/ 0 h 801"/>
                <a:gd name="T24" fmla="*/ 0 w 1330"/>
                <a:gd name="T25" fmla="*/ 0 h 801"/>
                <a:gd name="T26" fmla="*/ 0 w 1330"/>
                <a:gd name="T27" fmla="*/ 1 h 801"/>
                <a:gd name="T28" fmla="*/ 0 w 1330"/>
                <a:gd name="T29" fmla="*/ 1 h 801"/>
                <a:gd name="T30" fmla="*/ 0 w 1330"/>
                <a:gd name="T31" fmla="*/ 1 h 801"/>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30"/>
                <a:gd name="T49" fmla="*/ 0 h 801"/>
                <a:gd name="T50" fmla="*/ 1330 w 1330"/>
                <a:gd name="T51" fmla="*/ 801 h 801"/>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30" h="801">
                  <a:moveTo>
                    <a:pt x="24" y="88"/>
                  </a:moveTo>
                  <a:lnTo>
                    <a:pt x="23" y="88"/>
                  </a:lnTo>
                  <a:lnTo>
                    <a:pt x="1286" y="801"/>
                  </a:lnTo>
                  <a:lnTo>
                    <a:pt x="1330" y="719"/>
                  </a:lnTo>
                  <a:lnTo>
                    <a:pt x="67" y="6"/>
                  </a:lnTo>
                  <a:lnTo>
                    <a:pt x="66" y="6"/>
                  </a:lnTo>
                  <a:lnTo>
                    <a:pt x="67" y="6"/>
                  </a:lnTo>
                  <a:lnTo>
                    <a:pt x="48" y="0"/>
                  </a:lnTo>
                  <a:lnTo>
                    <a:pt x="30" y="2"/>
                  </a:lnTo>
                  <a:lnTo>
                    <a:pt x="16" y="12"/>
                  </a:lnTo>
                  <a:lnTo>
                    <a:pt x="5" y="25"/>
                  </a:lnTo>
                  <a:lnTo>
                    <a:pt x="0" y="41"/>
                  </a:lnTo>
                  <a:lnTo>
                    <a:pt x="0" y="59"/>
                  </a:lnTo>
                  <a:lnTo>
                    <a:pt x="8" y="75"/>
                  </a:lnTo>
                  <a:lnTo>
                    <a:pt x="23" y="88"/>
                  </a:lnTo>
                  <a:lnTo>
                    <a:pt x="24"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4474" name="Freeform 40"/>
            <p:cNvSpPr>
              <a:spLocks/>
            </p:cNvSpPr>
            <p:nvPr/>
          </p:nvSpPr>
          <p:spPr bwMode="auto">
            <a:xfrm>
              <a:off x="1198" y="1439"/>
              <a:ext cx="161" cy="35"/>
            </a:xfrm>
            <a:custGeom>
              <a:avLst/>
              <a:gdLst>
                <a:gd name="T0" fmla="*/ 1 w 806"/>
                <a:gd name="T1" fmla="*/ 1 h 177"/>
                <a:gd name="T2" fmla="*/ 1 w 806"/>
                <a:gd name="T3" fmla="*/ 1 h 177"/>
                <a:gd name="T4" fmla="*/ 1 w 806"/>
                <a:gd name="T5" fmla="*/ 1 h 177"/>
                <a:gd name="T6" fmla="*/ 1 w 806"/>
                <a:gd name="T7" fmla="*/ 1 h 177"/>
                <a:gd name="T8" fmla="*/ 2 w 806"/>
                <a:gd name="T9" fmla="*/ 1 h 177"/>
                <a:gd name="T10" fmla="*/ 2 w 806"/>
                <a:gd name="T11" fmla="*/ 1 h 177"/>
                <a:gd name="T12" fmla="*/ 2 w 806"/>
                <a:gd name="T13" fmla="*/ 1 h 177"/>
                <a:gd name="T14" fmla="*/ 3 w 806"/>
                <a:gd name="T15" fmla="*/ 1 h 177"/>
                <a:gd name="T16" fmla="*/ 3 w 806"/>
                <a:gd name="T17" fmla="*/ 1 h 177"/>
                <a:gd name="T18" fmla="*/ 3 w 806"/>
                <a:gd name="T19" fmla="*/ 1 h 177"/>
                <a:gd name="T20" fmla="*/ 4 w 806"/>
                <a:gd name="T21" fmla="*/ 1 h 177"/>
                <a:gd name="T22" fmla="*/ 4 w 806"/>
                <a:gd name="T23" fmla="*/ 1 h 177"/>
                <a:gd name="T24" fmla="*/ 5 w 806"/>
                <a:gd name="T25" fmla="*/ 1 h 177"/>
                <a:gd name="T26" fmla="*/ 5 w 806"/>
                <a:gd name="T27" fmla="*/ 1 h 177"/>
                <a:gd name="T28" fmla="*/ 5 w 806"/>
                <a:gd name="T29" fmla="*/ 1 h 177"/>
                <a:gd name="T30" fmla="*/ 6 w 806"/>
                <a:gd name="T31" fmla="*/ 1 h 177"/>
                <a:gd name="T32" fmla="*/ 6 w 806"/>
                <a:gd name="T33" fmla="*/ 1 h 177"/>
                <a:gd name="T34" fmla="*/ 6 w 806"/>
                <a:gd name="T35" fmla="*/ 1 h 177"/>
                <a:gd name="T36" fmla="*/ 6 w 806"/>
                <a:gd name="T37" fmla="*/ 1 h 177"/>
                <a:gd name="T38" fmla="*/ 6 w 806"/>
                <a:gd name="T39" fmla="*/ 1 h 177"/>
                <a:gd name="T40" fmla="*/ 6 w 806"/>
                <a:gd name="T41" fmla="*/ 0 h 177"/>
                <a:gd name="T42" fmla="*/ 5 w 806"/>
                <a:gd name="T43" fmla="*/ 0 h 177"/>
                <a:gd name="T44" fmla="*/ 5 w 806"/>
                <a:gd name="T45" fmla="*/ 0 h 177"/>
                <a:gd name="T46" fmla="*/ 5 w 806"/>
                <a:gd name="T47" fmla="*/ 0 h 177"/>
                <a:gd name="T48" fmla="*/ 4 w 806"/>
                <a:gd name="T49" fmla="*/ 0 h 177"/>
                <a:gd name="T50" fmla="*/ 4 w 806"/>
                <a:gd name="T51" fmla="*/ 0 h 177"/>
                <a:gd name="T52" fmla="*/ 3 w 806"/>
                <a:gd name="T53" fmla="*/ 0 h 177"/>
                <a:gd name="T54" fmla="*/ 3 w 806"/>
                <a:gd name="T55" fmla="*/ 0 h 177"/>
                <a:gd name="T56" fmla="*/ 3 w 806"/>
                <a:gd name="T57" fmla="*/ 0 h 177"/>
                <a:gd name="T58" fmla="*/ 2 w 806"/>
                <a:gd name="T59" fmla="*/ 0 h 177"/>
                <a:gd name="T60" fmla="*/ 2 w 806"/>
                <a:gd name="T61" fmla="*/ 0 h 177"/>
                <a:gd name="T62" fmla="*/ 1 w 806"/>
                <a:gd name="T63" fmla="*/ 0 h 177"/>
                <a:gd name="T64" fmla="*/ 1 w 806"/>
                <a:gd name="T65" fmla="*/ 0 h 177"/>
                <a:gd name="T66" fmla="*/ 1 w 806"/>
                <a:gd name="T67" fmla="*/ 1 h 177"/>
                <a:gd name="T68" fmla="*/ 0 w 806"/>
                <a:gd name="T69" fmla="*/ 1 h 177"/>
                <a:gd name="T70" fmla="*/ 0 w 806"/>
                <a:gd name="T71" fmla="*/ 1 h 177"/>
                <a:gd name="T72" fmla="*/ 0 w 806"/>
                <a:gd name="T73" fmla="*/ 1 h 177"/>
                <a:gd name="T74" fmla="*/ 0 w 806"/>
                <a:gd name="T75" fmla="*/ 1 h 177"/>
                <a:gd name="T76" fmla="*/ 0 w 806"/>
                <a:gd name="T77" fmla="*/ 1 h 177"/>
                <a:gd name="T78" fmla="*/ 0 w 806"/>
                <a:gd name="T79" fmla="*/ 1 h 177"/>
                <a:gd name="T80" fmla="*/ 0 w 806"/>
                <a:gd name="T81" fmla="*/ 1 h 177"/>
                <a:gd name="T82" fmla="*/ 0 w 806"/>
                <a:gd name="T83" fmla="*/ 1 h 177"/>
                <a:gd name="T84" fmla="*/ 0 w 806"/>
                <a:gd name="T85" fmla="*/ 1 h 177"/>
                <a:gd name="T86" fmla="*/ 0 w 806"/>
                <a:gd name="T87" fmla="*/ 1 h 177"/>
                <a:gd name="T88" fmla="*/ 1 w 806"/>
                <a:gd name="T89" fmla="*/ 1 h 177"/>
                <a:gd name="T90" fmla="*/ 1 w 806"/>
                <a:gd name="T91" fmla="*/ 1 h 17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806"/>
                <a:gd name="T139" fmla="*/ 0 h 177"/>
                <a:gd name="T140" fmla="*/ 806 w 806"/>
                <a:gd name="T141" fmla="*/ 177 h 17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806" h="177">
                  <a:moveTo>
                    <a:pt x="67" y="171"/>
                  </a:moveTo>
                  <a:lnTo>
                    <a:pt x="68" y="171"/>
                  </a:lnTo>
                  <a:lnTo>
                    <a:pt x="109" y="151"/>
                  </a:lnTo>
                  <a:lnTo>
                    <a:pt x="151" y="135"/>
                  </a:lnTo>
                  <a:lnTo>
                    <a:pt x="196" y="122"/>
                  </a:lnTo>
                  <a:lnTo>
                    <a:pt x="242" y="110"/>
                  </a:lnTo>
                  <a:lnTo>
                    <a:pt x="287" y="102"/>
                  </a:lnTo>
                  <a:lnTo>
                    <a:pt x="335" y="97"/>
                  </a:lnTo>
                  <a:lnTo>
                    <a:pt x="382" y="95"/>
                  </a:lnTo>
                  <a:lnTo>
                    <a:pt x="430" y="94"/>
                  </a:lnTo>
                  <a:lnTo>
                    <a:pt x="477" y="97"/>
                  </a:lnTo>
                  <a:lnTo>
                    <a:pt x="524" y="102"/>
                  </a:lnTo>
                  <a:lnTo>
                    <a:pt x="568" y="108"/>
                  </a:lnTo>
                  <a:lnTo>
                    <a:pt x="612" y="117"/>
                  </a:lnTo>
                  <a:lnTo>
                    <a:pt x="654" y="128"/>
                  </a:lnTo>
                  <a:lnTo>
                    <a:pt x="693" y="141"/>
                  </a:lnTo>
                  <a:lnTo>
                    <a:pt x="730" y="155"/>
                  </a:lnTo>
                  <a:lnTo>
                    <a:pt x="764" y="171"/>
                  </a:lnTo>
                  <a:lnTo>
                    <a:pt x="806" y="89"/>
                  </a:lnTo>
                  <a:lnTo>
                    <a:pt x="768" y="70"/>
                  </a:lnTo>
                  <a:lnTo>
                    <a:pt x="725" y="54"/>
                  </a:lnTo>
                  <a:lnTo>
                    <a:pt x="680" y="39"/>
                  </a:lnTo>
                  <a:lnTo>
                    <a:pt x="633" y="26"/>
                  </a:lnTo>
                  <a:lnTo>
                    <a:pt x="585" y="16"/>
                  </a:lnTo>
                  <a:lnTo>
                    <a:pt x="536" y="8"/>
                  </a:lnTo>
                  <a:lnTo>
                    <a:pt x="484" y="3"/>
                  </a:lnTo>
                  <a:lnTo>
                    <a:pt x="433" y="0"/>
                  </a:lnTo>
                  <a:lnTo>
                    <a:pt x="380" y="1"/>
                  </a:lnTo>
                  <a:lnTo>
                    <a:pt x="328" y="3"/>
                  </a:lnTo>
                  <a:lnTo>
                    <a:pt x="276" y="10"/>
                  </a:lnTo>
                  <a:lnTo>
                    <a:pt x="223" y="19"/>
                  </a:lnTo>
                  <a:lnTo>
                    <a:pt x="172" y="30"/>
                  </a:lnTo>
                  <a:lnTo>
                    <a:pt x="121" y="46"/>
                  </a:lnTo>
                  <a:lnTo>
                    <a:pt x="72" y="67"/>
                  </a:lnTo>
                  <a:lnTo>
                    <a:pt x="24" y="89"/>
                  </a:lnTo>
                  <a:lnTo>
                    <a:pt x="25" y="89"/>
                  </a:lnTo>
                  <a:lnTo>
                    <a:pt x="24" y="89"/>
                  </a:lnTo>
                  <a:lnTo>
                    <a:pt x="8" y="102"/>
                  </a:lnTo>
                  <a:lnTo>
                    <a:pt x="0" y="118"/>
                  </a:lnTo>
                  <a:lnTo>
                    <a:pt x="0" y="136"/>
                  </a:lnTo>
                  <a:lnTo>
                    <a:pt x="6" y="152"/>
                  </a:lnTo>
                  <a:lnTo>
                    <a:pt x="17" y="165"/>
                  </a:lnTo>
                  <a:lnTo>
                    <a:pt x="31" y="175"/>
                  </a:lnTo>
                  <a:lnTo>
                    <a:pt x="48" y="177"/>
                  </a:lnTo>
                  <a:lnTo>
                    <a:pt x="68" y="171"/>
                  </a:lnTo>
                  <a:lnTo>
                    <a:pt x="67" y="1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4475" name="Freeform 41"/>
            <p:cNvSpPr>
              <a:spLocks/>
            </p:cNvSpPr>
            <p:nvPr/>
          </p:nvSpPr>
          <p:spPr bwMode="auto">
            <a:xfrm>
              <a:off x="931" y="1456"/>
              <a:ext cx="280" cy="158"/>
            </a:xfrm>
            <a:custGeom>
              <a:avLst/>
              <a:gdLst>
                <a:gd name="T0" fmla="*/ 1 w 1402"/>
                <a:gd name="T1" fmla="*/ 6 h 787"/>
                <a:gd name="T2" fmla="*/ 1 w 1402"/>
                <a:gd name="T3" fmla="*/ 6 h 787"/>
                <a:gd name="T4" fmla="*/ 11 w 1402"/>
                <a:gd name="T5" fmla="*/ 1 h 787"/>
                <a:gd name="T6" fmla="*/ 11 w 1402"/>
                <a:gd name="T7" fmla="*/ 0 h 787"/>
                <a:gd name="T8" fmla="*/ 0 w 1402"/>
                <a:gd name="T9" fmla="*/ 6 h 787"/>
                <a:gd name="T10" fmla="*/ 0 w 1402"/>
                <a:gd name="T11" fmla="*/ 6 h 787"/>
                <a:gd name="T12" fmla="*/ 0 w 1402"/>
                <a:gd name="T13" fmla="*/ 6 h 787"/>
                <a:gd name="T14" fmla="*/ 0 w 1402"/>
                <a:gd name="T15" fmla="*/ 6 h 787"/>
                <a:gd name="T16" fmla="*/ 0 w 1402"/>
                <a:gd name="T17" fmla="*/ 6 h 787"/>
                <a:gd name="T18" fmla="*/ 0 w 1402"/>
                <a:gd name="T19" fmla="*/ 6 h 787"/>
                <a:gd name="T20" fmla="*/ 0 w 1402"/>
                <a:gd name="T21" fmla="*/ 6 h 787"/>
                <a:gd name="T22" fmla="*/ 0 w 1402"/>
                <a:gd name="T23" fmla="*/ 6 h 787"/>
                <a:gd name="T24" fmla="*/ 0 w 1402"/>
                <a:gd name="T25" fmla="*/ 6 h 787"/>
                <a:gd name="T26" fmla="*/ 0 w 1402"/>
                <a:gd name="T27" fmla="*/ 6 h 787"/>
                <a:gd name="T28" fmla="*/ 1 w 1402"/>
                <a:gd name="T29" fmla="*/ 6 h 787"/>
                <a:gd name="T30" fmla="*/ 1 w 1402"/>
                <a:gd name="T31" fmla="*/ 6 h 78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02"/>
                <a:gd name="T49" fmla="*/ 0 h 787"/>
                <a:gd name="T50" fmla="*/ 1402 w 1402"/>
                <a:gd name="T51" fmla="*/ 787 h 78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02" h="787">
                  <a:moveTo>
                    <a:pt x="69" y="781"/>
                  </a:moveTo>
                  <a:lnTo>
                    <a:pt x="66" y="781"/>
                  </a:lnTo>
                  <a:lnTo>
                    <a:pt x="1402" y="82"/>
                  </a:lnTo>
                  <a:lnTo>
                    <a:pt x="1360" y="0"/>
                  </a:lnTo>
                  <a:lnTo>
                    <a:pt x="24" y="699"/>
                  </a:lnTo>
                  <a:lnTo>
                    <a:pt x="22" y="699"/>
                  </a:lnTo>
                  <a:lnTo>
                    <a:pt x="24" y="699"/>
                  </a:lnTo>
                  <a:lnTo>
                    <a:pt x="8" y="712"/>
                  </a:lnTo>
                  <a:lnTo>
                    <a:pt x="1" y="727"/>
                  </a:lnTo>
                  <a:lnTo>
                    <a:pt x="0" y="744"/>
                  </a:lnTo>
                  <a:lnTo>
                    <a:pt x="5" y="761"/>
                  </a:lnTo>
                  <a:lnTo>
                    <a:pt x="15" y="775"/>
                  </a:lnTo>
                  <a:lnTo>
                    <a:pt x="30" y="784"/>
                  </a:lnTo>
                  <a:lnTo>
                    <a:pt x="46" y="787"/>
                  </a:lnTo>
                  <a:lnTo>
                    <a:pt x="66" y="781"/>
                  </a:lnTo>
                  <a:lnTo>
                    <a:pt x="69" y="7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4476" name="Freeform 42"/>
            <p:cNvSpPr>
              <a:spLocks/>
            </p:cNvSpPr>
            <p:nvPr/>
          </p:nvSpPr>
          <p:spPr bwMode="auto">
            <a:xfrm>
              <a:off x="868" y="1596"/>
              <a:ext cx="77" cy="126"/>
            </a:xfrm>
            <a:custGeom>
              <a:avLst/>
              <a:gdLst>
                <a:gd name="T0" fmla="*/ 1 w 382"/>
                <a:gd name="T1" fmla="*/ 5 h 628"/>
                <a:gd name="T2" fmla="*/ 1 w 382"/>
                <a:gd name="T3" fmla="*/ 5 h 628"/>
                <a:gd name="T4" fmla="*/ 1 w 382"/>
                <a:gd name="T5" fmla="*/ 4 h 628"/>
                <a:gd name="T6" fmla="*/ 1 w 382"/>
                <a:gd name="T7" fmla="*/ 4 h 628"/>
                <a:gd name="T8" fmla="*/ 1 w 382"/>
                <a:gd name="T9" fmla="*/ 4 h 628"/>
                <a:gd name="T10" fmla="*/ 1 w 382"/>
                <a:gd name="T11" fmla="*/ 3 h 628"/>
                <a:gd name="T12" fmla="*/ 1 w 382"/>
                <a:gd name="T13" fmla="*/ 3 h 628"/>
                <a:gd name="T14" fmla="*/ 1 w 382"/>
                <a:gd name="T15" fmla="*/ 3 h 628"/>
                <a:gd name="T16" fmla="*/ 1 w 382"/>
                <a:gd name="T17" fmla="*/ 3 h 628"/>
                <a:gd name="T18" fmla="*/ 1 w 382"/>
                <a:gd name="T19" fmla="*/ 2 h 628"/>
                <a:gd name="T20" fmla="*/ 2 w 382"/>
                <a:gd name="T21" fmla="*/ 2 h 628"/>
                <a:gd name="T22" fmla="*/ 2 w 382"/>
                <a:gd name="T23" fmla="*/ 2 h 628"/>
                <a:gd name="T24" fmla="*/ 2 w 382"/>
                <a:gd name="T25" fmla="*/ 2 h 628"/>
                <a:gd name="T26" fmla="*/ 2 w 382"/>
                <a:gd name="T27" fmla="*/ 1 h 628"/>
                <a:gd name="T28" fmla="*/ 2 w 382"/>
                <a:gd name="T29" fmla="*/ 1 h 628"/>
                <a:gd name="T30" fmla="*/ 3 w 382"/>
                <a:gd name="T31" fmla="*/ 1 h 628"/>
                <a:gd name="T32" fmla="*/ 3 w 382"/>
                <a:gd name="T33" fmla="*/ 1 h 628"/>
                <a:gd name="T34" fmla="*/ 3 w 382"/>
                <a:gd name="T35" fmla="*/ 1 h 628"/>
                <a:gd name="T36" fmla="*/ 3 w 382"/>
                <a:gd name="T37" fmla="*/ 0 h 628"/>
                <a:gd name="T38" fmla="*/ 2 w 382"/>
                <a:gd name="T39" fmla="*/ 0 h 628"/>
                <a:gd name="T40" fmla="*/ 2 w 382"/>
                <a:gd name="T41" fmla="*/ 0 h 628"/>
                <a:gd name="T42" fmla="*/ 2 w 382"/>
                <a:gd name="T43" fmla="*/ 1 h 628"/>
                <a:gd name="T44" fmla="*/ 2 w 382"/>
                <a:gd name="T45" fmla="*/ 1 h 628"/>
                <a:gd name="T46" fmla="*/ 1 w 382"/>
                <a:gd name="T47" fmla="*/ 1 h 628"/>
                <a:gd name="T48" fmla="*/ 1 w 382"/>
                <a:gd name="T49" fmla="*/ 1 h 628"/>
                <a:gd name="T50" fmla="*/ 1 w 382"/>
                <a:gd name="T51" fmla="*/ 2 h 628"/>
                <a:gd name="T52" fmla="*/ 1 w 382"/>
                <a:gd name="T53" fmla="*/ 2 h 628"/>
                <a:gd name="T54" fmla="*/ 1 w 382"/>
                <a:gd name="T55" fmla="*/ 2 h 628"/>
                <a:gd name="T56" fmla="*/ 0 w 382"/>
                <a:gd name="T57" fmla="*/ 3 h 628"/>
                <a:gd name="T58" fmla="*/ 0 w 382"/>
                <a:gd name="T59" fmla="*/ 3 h 628"/>
                <a:gd name="T60" fmla="*/ 0 w 382"/>
                <a:gd name="T61" fmla="*/ 3 h 628"/>
                <a:gd name="T62" fmla="*/ 0 w 382"/>
                <a:gd name="T63" fmla="*/ 4 h 628"/>
                <a:gd name="T64" fmla="*/ 0 w 382"/>
                <a:gd name="T65" fmla="*/ 4 h 628"/>
                <a:gd name="T66" fmla="*/ 0 w 382"/>
                <a:gd name="T67" fmla="*/ 4 h 628"/>
                <a:gd name="T68" fmla="*/ 0 w 382"/>
                <a:gd name="T69" fmla="*/ 5 h 628"/>
                <a:gd name="T70" fmla="*/ 0 w 382"/>
                <a:gd name="T71" fmla="*/ 5 h 628"/>
                <a:gd name="T72" fmla="*/ 0 w 382"/>
                <a:gd name="T73" fmla="*/ 5 h 628"/>
                <a:gd name="T74" fmla="*/ 0 w 382"/>
                <a:gd name="T75" fmla="*/ 5 h 628"/>
                <a:gd name="T76" fmla="*/ 0 w 382"/>
                <a:gd name="T77" fmla="*/ 5 h 628"/>
                <a:gd name="T78" fmla="*/ 0 w 382"/>
                <a:gd name="T79" fmla="*/ 5 h 628"/>
                <a:gd name="T80" fmla="*/ 0 w 382"/>
                <a:gd name="T81" fmla="*/ 5 h 628"/>
                <a:gd name="T82" fmla="*/ 1 w 382"/>
                <a:gd name="T83" fmla="*/ 5 h 628"/>
                <a:gd name="T84" fmla="*/ 1 w 382"/>
                <a:gd name="T85" fmla="*/ 5 h 628"/>
                <a:gd name="T86" fmla="*/ 1 w 382"/>
                <a:gd name="T87" fmla="*/ 5 h 628"/>
                <a:gd name="T88" fmla="*/ 1 w 382"/>
                <a:gd name="T89" fmla="*/ 5 h 628"/>
                <a:gd name="T90" fmla="*/ 1 w 382"/>
                <a:gd name="T91" fmla="*/ 5 h 628"/>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382"/>
                <a:gd name="T139" fmla="*/ 0 h 628"/>
                <a:gd name="T140" fmla="*/ 382 w 382"/>
                <a:gd name="T141" fmla="*/ 628 h 628"/>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382" h="628">
                  <a:moveTo>
                    <a:pt x="94" y="581"/>
                  </a:moveTo>
                  <a:lnTo>
                    <a:pt x="94" y="582"/>
                  </a:lnTo>
                  <a:lnTo>
                    <a:pt x="96" y="541"/>
                  </a:lnTo>
                  <a:lnTo>
                    <a:pt x="99" y="500"/>
                  </a:lnTo>
                  <a:lnTo>
                    <a:pt x="106" y="463"/>
                  </a:lnTo>
                  <a:lnTo>
                    <a:pt x="115" y="424"/>
                  </a:lnTo>
                  <a:lnTo>
                    <a:pt x="127" y="389"/>
                  </a:lnTo>
                  <a:lnTo>
                    <a:pt x="140" y="353"/>
                  </a:lnTo>
                  <a:lnTo>
                    <a:pt x="156" y="320"/>
                  </a:lnTo>
                  <a:lnTo>
                    <a:pt x="173" y="287"/>
                  </a:lnTo>
                  <a:lnTo>
                    <a:pt x="193" y="255"/>
                  </a:lnTo>
                  <a:lnTo>
                    <a:pt x="214" y="226"/>
                  </a:lnTo>
                  <a:lnTo>
                    <a:pt x="238" y="198"/>
                  </a:lnTo>
                  <a:lnTo>
                    <a:pt x="263" y="172"/>
                  </a:lnTo>
                  <a:lnTo>
                    <a:pt x="290" y="146"/>
                  </a:lnTo>
                  <a:lnTo>
                    <a:pt x="318" y="122"/>
                  </a:lnTo>
                  <a:lnTo>
                    <a:pt x="349" y="101"/>
                  </a:lnTo>
                  <a:lnTo>
                    <a:pt x="382" y="82"/>
                  </a:lnTo>
                  <a:lnTo>
                    <a:pt x="335" y="0"/>
                  </a:lnTo>
                  <a:lnTo>
                    <a:pt x="297" y="23"/>
                  </a:lnTo>
                  <a:lnTo>
                    <a:pt x="262" y="49"/>
                  </a:lnTo>
                  <a:lnTo>
                    <a:pt x="229" y="76"/>
                  </a:lnTo>
                  <a:lnTo>
                    <a:pt x="198" y="104"/>
                  </a:lnTo>
                  <a:lnTo>
                    <a:pt x="167" y="137"/>
                  </a:lnTo>
                  <a:lnTo>
                    <a:pt x="142" y="170"/>
                  </a:lnTo>
                  <a:lnTo>
                    <a:pt x="116" y="204"/>
                  </a:lnTo>
                  <a:lnTo>
                    <a:pt x="94" y="240"/>
                  </a:lnTo>
                  <a:lnTo>
                    <a:pt x="74" y="278"/>
                  </a:lnTo>
                  <a:lnTo>
                    <a:pt x="54" y="317"/>
                  </a:lnTo>
                  <a:lnTo>
                    <a:pt x="38" y="359"/>
                  </a:lnTo>
                  <a:lnTo>
                    <a:pt x="26" y="401"/>
                  </a:lnTo>
                  <a:lnTo>
                    <a:pt x="15" y="444"/>
                  </a:lnTo>
                  <a:lnTo>
                    <a:pt x="8" y="489"/>
                  </a:lnTo>
                  <a:lnTo>
                    <a:pt x="2" y="534"/>
                  </a:lnTo>
                  <a:lnTo>
                    <a:pt x="0" y="580"/>
                  </a:lnTo>
                  <a:lnTo>
                    <a:pt x="0" y="581"/>
                  </a:lnTo>
                  <a:lnTo>
                    <a:pt x="0" y="580"/>
                  </a:lnTo>
                  <a:lnTo>
                    <a:pt x="3" y="600"/>
                  </a:lnTo>
                  <a:lnTo>
                    <a:pt x="14" y="615"/>
                  </a:lnTo>
                  <a:lnTo>
                    <a:pt x="29" y="625"/>
                  </a:lnTo>
                  <a:lnTo>
                    <a:pt x="45" y="628"/>
                  </a:lnTo>
                  <a:lnTo>
                    <a:pt x="63" y="626"/>
                  </a:lnTo>
                  <a:lnTo>
                    <a:pt x="78" y="616"/>
                  </a:lnTo>
                  <a:lnTo>
                    <a:pt x="89" y="602"/>
                  </a:lnTo>
                  <a:lnTo>
                    <a:pt x="94" y="582"/>
                  </a:lnTo>
                  <a:lnTo>
                    <a:pt x="94" y="5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4477" name="Freeform 43"/>
            <p:cNvSpPr>
              <a:spLocks/>
            </p:cNvSpPr>
            <p:nvPr/>
          </p:nvSpPr>
          <p:spPr bwMode="auto">
            <a:xfrm>
              <a:off x="868" y="1712"/>
              <a:ext cx="19" cy="364"/>
            </a:xfrm>
            <a:custGeom>
              <a:avLst/>
              <a:gdLst>
                <a:gd name="T0" fmla="*/ 1 w 94"/>
                <a:gd name="T1" fmla="*/ 14 h 1818"/>
                <a:gd name="T2" fmla="*/ 1 w 94"/>
                <a:gd name="T3" fmla="*/ 14 h 1818"/>
                <a:gd name="T4" fmla="*/ 1 w 94"/>
                <a:gd name="T5" fmla="*/ 0 h 1818"/>
                <a:gd name="T6" fmla="*/ 0 w 94"/>
                <a:gd name="T7" fmla="*/ 0 h 1818"/>
                <a:gd name="T8" fmla="*/ 0 w 94"/>
                <a:gd name="T9" fmla="*/ 14 h 1818"/>
                <a:gd name="T10" fmla="*/ 0 w 94"/>
                <a:gd name="T11" fmla="*/ 14 h 1818"/>
                <a:gd name="T12" fmla="*/ 0 w 94"/>
                <a:gd name="T13" fmla="*/ 14 h 1818"/>
                <a:gd name="T14" fmla="*/ 0 w 94"/>
                <a:gd name="T15" fmla="*/ 14 h 1818"/>
                <a:gd name="T16" fmla="*/ 0 w 94"/>
                <a:gd name="T17" fmla="*/ 14 h 1818"/>
                <a:gd name="T18" fmla="*/ 0 w 94"/>
                <a:gd name="T19" fmla="*/ 15 h 1818"/>
                <a:gd name="T20" fmla="*/ 0 w 94"/>
                <a:gd name="T21" fmla="*/ 15 h 1818"/>
                <a:gd name="T22" fmla="*/ 1 w 94"/>
                <a:gd name="T23" fmla="*/ 15 h 1818"/>
                <a:gd name="T24" fmla="*/ 1 w 94"/>
                <a:gd name="T25" fmla="*/ 14 h 1818"/>
                <a:gd name="T26" fmla="*/ 1 w 94"/>
                <a:gd name="T27" fmla="*/ 14 h 1818"/>
                <a:gd name="T28" fmla="*/ 1 w 94"/>
                <a:gd name="T29" fmla="*/ 14 h 1818"/>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94"/>
                <a:gd name="T46" fmla="*/ 0 h 1818"/>
                <a:gd name="T47" fmla="*/ 94 w 94"/>
                <a:gd name="T48" fmla="*/ 1818 h 1818"/>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94" h="1818">
                  <a:moveTo>
                    <a:pt x="94" y="1771"/>
                  </a:moveTo>
                  <a:lnTo>
                    <a:pt x="94" y="1771"/>
                  </a:lnTo>
                  <a:lnTo>
                    <a:pt x="94" y="0"/>
                  </a:lnTo>
                  <a:lnTo>
                    <a:pt x="0" y="0"/>
                  </a:lnTo>
                  <a:lnTo>
                    <a:pt x="0" y="1771"/>
                  </a:lnTo>
                  <a:lnTo>
                    <a:pt x="3" y="1791"/>
                  </a:lnTo>
                  <a:lnTo>
                    <a:pt x="15" y="1806"/>
                  </a:lnTo>
                  <a:lnTo>
                    <a:pt x="29" y="1814"/>
                  </a:lnTo>
                  <a:lnTo>
                    <a:pt x="47" y="1818"/>
                  </a:lnTo>
                  <a:lnTo>
                    <a:pt x="64" y="1814"/>
                  </a:lnTo>
                  <a:lnTo>
                    <a:pt x="79" y="1806"/>
                  </a:lnTo>
                  <a:lnTo>
                    <a:pt x="90" y="1791"/>
                  </a:lnTo>
                  <a:lnTo>
                    <a:pt x="94" y="17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4478" name="Freeform 44"/>
            <p:cNvSpPr>
              <a:spLocks/>
            </p:cNvSpPr>
            <p:nvPr/>
          </p:nvSpPr>
          <p:spPr bwMode="auto">
            <a:xfrm>
              <a:off x="868" y="2067"/>
              <a:ext cx="90" cy="160"/>
            </a:xfrm>
            <a:custGeom>
              <a:avLst/>
              <a:gdLst>
                <a:gd name="T0" fmla="*/ 3 w 449"/>
                <a:gd name="T1" fmla="*/ 6 h 803"/>
                <a:gd name="T2" fmla="*/ 3 w 449"/>
                <a:gd name="T3" fmla="*/ 6 h 803"/>
                <a:gd name="T4" fmla="*/ 3 w 449"/>
                <a:gd name="T5" fmla="*/ 5 h 803"/>
                <a:gd name="T6" fmla="*/ 3 w 449"/>
                <a:gd name="T7" fmla="*/ 5 h 803"/>
                <a:gd name="T8" fmla="*/ 3 w 449"/>
                <a:gd name="T9" fmla="*/ 5 h 803"/>
                <a:gd name="T10" fmla="*/ 2 w 449"/>
                <a:gd name="T11" fmla="*/ 5 h 803"/>
                <a:gd name="T12" fmla="*/ 2 w 449"/>
                <a:gd name="T13" fmla="*/ 4 h 803"/>
                <a:gd name="T14" fmla="*/ 2 w 449"/>
                <a:gd name="T15" fmla="*/ 4 h 803"/>
                <a:gd name="T16" fmla="*/ 2 w 449"/>
                <a:gd name="T17" fmla="*/ 4 h 803"/>
                <a:gd name="T18" fmla="*/ 2 w 449"/>
                <a:gd name="T19" fmla="*/ 3 h 803"/>
                <a:gd name="T20" fmla="*/ 1 w 449"/>
                <a:gd name="T21" fmla="*/ 3 h 803"/>
                <a:gd name="T22" fmla="*/ 1 w 449"/>
                <a:gd name="T23" fmla="*/ 2 h 803"/>
                <a:gd name="T24" fmla="*/ 1 w 449"/>
                <a:gd name="T25" fmla="*/ 2 h 803"/>
                <a:gd name="T26" fmla="*/ 1 w 449"/>
                <a:gd name="T27" fmla="*/ 2 h 803"/>
                <a:gd name="T28" fmla="*/ 1 w 449"/>
                <a:gd name="T29" fmla="*/ 1 h 803"/>
                <a:gd name="T30" fmla="*/ 1 w 449"/>
                <a:gd name="T31" fmla="*/ 1 h 803"/>
                <a:gd name="T32" fmla="*/ 1 w 449"/>
                <a:gd name="T33" fmla="*/ 0 h 803"/>
                <a:gd name="T34" fmla="*/ 1 w 449"/>
                <a:gd name="T35" fmla="*/ 0 h 803"/>
                <a:gd name="T36" fmla="*/ 0 w 449"/>
                <a:gd name="T37" fmla="*/ 0 h 803"/>
                <a:gd name="T38" fmla="*/ 0 w 449"/>
                <a:gd name="T39" fmla="*/ 0 h 803"/>
                <a:gd name="T40" fmla="*/ 0 w 449"/>
                <a:gd name="T41" fmla="*/ 1 h 803"/>
                <a:gd name="T42" fmla="*/ 0 w 449"/>
                <a:gd name="T43" fmla="*/ 1 h 803"/>
                <a:gd name="T44" fmla="*/ 0 w 449"/>
                <a:gd name="T45" fmla="*/ 2 h 803"/>
                <a:gd name="T46" fmla="*/ 0 w 449"/>
                <a:gd name="T47" fmla="*/ 2 h 803"/>
                <a:gd name="T48" fmla="*/ 0 w 449"/>
                <a:gd name="T49" fmla="*/ 3 h 803"/>
                <a:gd name="T50" fmla="*/ 1 w 449"/>
                <a:gd name="T51" fmla="*/ 3 h 803"/>
                <a:gd name="T52" fmla="*/ 1 w 449"/>
                <a:gd name="T53" fmla="*/ 4 h 803"/>
                <a:gd name="T54" fmla="*/ 1 w 449"/>
                <a:gd name="T55" fmla="*/ 4 h 803"/>
                <a:gd name="T56" fmla="*/ 1 w 449"/>
                <a:gd name="T57" fmla="*/ 4 h 803"/>
                <a:gd name="T58" fmla="*/ 2 w 449"/>
                <a:gd name="T59" fmla="*/ 5 h 803"/>
                <a:gd name="T60" fmla="*/ 2 w 449"/>
                <a:gd name="T61" fmla="*/ 5 h 803"/>
                <a:gd name="T62" fmla="*/ 2 w 449"/>
                <a:gd name="T63" fmla="*/ 5 h 803"/>
                <a:gd name="T64" fmla="*/ 2 w 449"/>
                <a:gd name="T65" fmla="*/ 6 h 803"/>
                <a:gd name="T66" fmla="*/ 3 w 449"/>
                <a:gd name="T67" fmla="*/ 6 h 803"/>
                <a:gd name="T68" fmla="*/ 3 w 449"/>
                <a:gd name="T69" fmla="*/ 6 h 803"/>
                <a:gd name="T70" fmla="*/ 3 w 449"/>
                <a:gd name="T71" fmla="*/ 6 h 803"/>
                <a:gd name="T72" fmla="*/ 3 w 449"/>
                <a:gd name="T73" fmla="*/ 6 h 803"/>
                <a:gd name="T74" fmla="*/ 3 w 449"/>
                <a:gd name="T75" fmla="*/ 6 h 803"/>
                <a:gd name="T76" fmla="*/ 3 w 449"/>
                <a:gd name="T77" fmla="*/ 6 h 803"/>
                <a:gd name="T78" fmla="*/ 3 w 449"/>
                <a:gd name="T79" fmla="*/ 6 h 803"/>
                <a:gd name="T80" fmla="*/ 4 w 449"/>
                <a:gd name="T81" fmla="*/ 6 h 803"/>
                <a:gd name="T82" fmla="*/ 4 w 449"/>
                <a:gd name="T83" fmla="*/ 6 h 803"/>
                <a:gd name="T84" fmla="*/ 4 w 449"/>
                <a:gd name="T85" fmla="*/ 6 h 803"/>
                <a:gd name="T86" fmla="*/ 4 w 449"/>
                <a:gd name="T87" fmla="*/ 6 h 803"/>
                <a:gd name="T88" fmla="*/ 3 w 449"/>
                <a:gd name="T89" fmla="*/ 6 h 803"/>
                <a:gd name="T90" fmla="*/ 3 w 449"/>
                <a:gd name="T91" fmla="*/ 6 h 80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449"/>
                <a:gd name="T139" fmla="*/ 0 h 803"/>
                <a:gd name="T140" fmla="*/ 449 w 449"/>
                <a:gd name="T141" fmla="*/ 803 h 80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449" h="803">
                  <a:moveTo>
                    <a:pt x="426" y="717"/>
                  </a:moveTo>
                  <a:lnTo>
                    <a:pt x="427" y="717"/>
                  </a:lnTo>
                  <a:lnTo>
                    <a:pt x="395" y="693"/>
                  </a:lnTo>
                  <a:lnTo>
                    <a:pt x="361" y="662"/>
                  </a:lnTo>
                  <a:lnTo>
                    <a:pt x="329" y="628"/>
                  </a:lnTo>
                  <a:lnTo>
                    <a:pt x="299" y="591"/>
                  </a:lnTo>
                  <a:lnTo>
                    <a:pt x="269" y="551"/>
                  </a:lnTo>
                  <a:lnTo>
                    <a:pt x="241" y="507"/>
                  </a:lnTo>
                  <a:lnTo>
                    <a:pt x="215" y="460"/>
                  </a:lnTo>
                  <a:lnTo>
                    <a:pt x="191" y="412"/>
                  </a:lnTo>
                  <a:lnTo>
                    <a:pt x="170" y="363"/>
                  </a:lnTo>
                  <a:lnTo>
                    <a:pt x="151" y="312"/>
                  </a:lnTo>
                  <a:lnTo>
                    <a:pt x="133" y="259"/>
                  </a:lnTo>
                  <a:lnTo>
                    <a:pt x="119" y="207"/>
                  </a:lnTo>
                  <a:lnTo>
                    <a:pt x="108" y="156"/>
                  </a:lnTo>
                  <a:lnTo>
                    <a:pt x="101" y="103"/>
                  </a:lnTo>
                  <a:lnTo>
                    <a:pt x="96" y="51"/>
                  </a:lnTo>
                  <a:lnTo>
                    <a:pt x="94" y="0"/>
                  </a:lnTo>
                  <a:lnTo>
                    <a:pt x="0" y="0"/>
                  </a:lnTo>
                  <a:lnTo>
                    <a:pt x="2" y="56"/>
                  </a:lnTo>
                  <a:lnTo>
                    <a:pt x="7" y="115"/>
                  </a:lnTo>
                  <a:lnTo>
                    <a:pt x="16" y="172"/>
                  </a:lnTo>
                  <a:lnTo>
                    <a:pt x="28" y="231"/>
                  </a:lnTo>
                  <a:lnTo>
                    <a:pt x="44" y="287"/>
                  </a:lnTo>
                  <a:lnTo>
                    <a:pt x="62" y="342"/>
                  </a:lnTo>
                  <a:lnTo>
                    <a:pt x="83" y="398"/>
                  </a:lnTo>
                  <a:lnTo>
                    <a:pt x="106" y="452"/>
                  </a:lnTo>
                  <a:lnTo>
                    <a:pt x="133" y="505"/>
                  </a:lnTo>
                  <a:lnTo>
                    <a:pt x="161" y="554"/>
                  </a:lnTo>
                  <a:lnTo>
                    <a:pt x="192" y="602"/>
                  </a:lnTo>
                  <a:lnTo>
                    <a:pt x="224" y="647"/>
                  </a:lnTo>
                  <a:lnTo>
                    <a:pt x="259" y="689"/>
                  </a:lnTo>
                  <a:lnTo>
                    <a:pt x="295" y="728"/>
                  </a:lnTo>
                  <a:lnTo>
                    <a:pt x="334" y="763"/>
                  </a:lnTo>
                  <a:lnTo>
                    <a:pt x="374" y="795"/>
                  </a:lnTo>
                  <a:lnTo>
                    <a:pt x="375" y="795"/>
                  </a:lnTo>
                  <a:lnTo>
                    <a:pt x="374" y="795"/>
                  </a:lnTo>
                  <a:lnTo>
                    <a:pt x="392" y="803"/>
                  </a:lnTo>
                  <a:lnTo>
                    <a:pt x="411" y="803"/>
                  </a:lnTo>
                  <a:lnTo>
                    <a:pt x="426" y="795"/>
                  </a:lnTo>
                  <a:lnTo>
                    <a:pt x="439" y="782"/>
                  </a:lnTo>
                  <a:lnTo>
                    <a:pt x="446" y="766"/>
                  </a:lnTo>
                  <a:lnTo>
                    <a:pt x="449" y="749"/>
                  </a:lnTo>
                  <a:lnTo>
                    <a:pt x="441" y="732"/>
                  </a:lnTo>
                  <a:lnTo>
                    <a:pt x="427" y="717"/>
                  </a:lnTo>
                  <a:lnTo>
                    <a:pt x="426" y="71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4479" name="Freeform 45"/>
            <p:cNvSpPr>
              <a:spLocks/>
            </p:cNvSpPr>
            <p:nvPr/>
          </p:nvSpPr>
          <p:spPr bwMode="auto">
            <a:xfrm>
              <a:off x="883" y="1673"/>
              <a:ext cx="379" cy="690"/>
            </a:xfrm>
            <a:custGeom>
              <a:avLst/>
              <a:gdLst>
                <a:gd name="T0" fmla="*/ 12 w 1897"/>
                <a:gd name="T1" fmla="*/ 6 h 3450"/>
                <a:gd name="T2" fmla="*/ 13 w 1897"/>
                <a:gd name="T3" fmla="*/ 7 h 3450"/>
                <a:gd name="T4" fmla="*/ 13 w 1897"/>
                <a:gd name="T5" fmla="*/ 7 h 3450"/>
                <a:gd name="T6" fmla="*/ 14 w 1897"/>
                <a:gd name="T7" fmla="*/ 8 h 3450"/>
                <a:gd name="T8" fmla="*/ 14 w 1897"/>
                <a:gd name="T9" fmla="*/ 9 h 3450"/>
                <a:gd name="T10" fmla="*/ 15 w 1897"/>
                <a:gd name="T11" fmla="*/ 10 h 3450"/>
                <a:gd name="T12" fmla="*/ 15 w 1897"/>
                <a:gd name="T13" fmla="*/ 11 h 3450"/>
                <a:gd name="T14" fmla="*/ 15 w 1897"/>
                <a:gd name="T15" fmla="*/ 11 h 3450"/>
                <a:gd name="T16" fmla="*/ 15 w 1897"/>
                <a:gd name="T17" fmla="*/ 12 h 3450"/>
                <a:gd name="T18" fmla="*/ 15 w 1897"/>
                <a:gd name="T19" fmla="*/ 26 h 3450"/>
                <a:gd name="T20" fmla="*/ 15 w 1897"/>
                <a:gd name="T21" fmla="*/ 26 h 3450"/>
                <a:gd name="T22" fmla="*/ 15 w 1897"/>
                <a:gd name="T23" fmla="*/ 27 h 3450"/>
                <a:gd name="T24" fmla="*/ 15 w 1897"/>
                <a:gd name="T25" fmla="*/ 27 h 3450"/>
                <a:gd name="T26" fmla="*/ 14 w 1897"/>
                <a:gd name="T27" fmla="*/ 27 h 3450"/>
                <a:gd name="T28" fmla="*/ 14 w 1897"/>
                <a:gd name="T29" fmla="*/ 28 h 3450"/>
                <a:gd name="T30" fmla="*/ 13 w 1897"/>
                <a:gd name="T31" fmla="*/ 28 h 3450"/>
                <a:gd name="T32" fmla="*/ 13 w 1897"/>
                <a:gd name="T33" fmla="*/ 27 h 3450"/>
                <a:gd name="T34" fmla="*/ 3 w 1897"/>
                <a:gd name="T35" fmla="*/ 21 h 3450"/>
                <a:gd name="T36" fmla="*/ 2 w 1897"/>
                <a:gd name="T37" fmla="*/ 21 h 3450"/>
                <a:gd name="T38" fmla="*/ 2 w 1897"/>
                <a:gd name="T39" fmla="*/ 20 h 3450"/>
                <a:gd name="T40" fmla="*/ 1 w 1897"/>
                <a:gd name="T41" fmla="*/ 19 h 3450"/>
                <a:gd name="T42" fmla="*/ 1 w 1897"/>
                <a:gd name="T43" fmla="*/ 19 h 3450"/>
                <a:gd name="T44" fmla="*/ 0 w 1897"/>
                <a:gd name="T45" fmla="*/ 18 h 3450"/>
                <a:gd name="T46" fmla="*/ 0 w 1897"/>
                <a:gd name="T47" fmla="*/ 17 h 3450"/>
                <a:gd name="T48" fmla="*/ 0 w 1897"/>
                <a:gd name="T49" fmla="*/ 16 h 3450"/>
                <a:gd name="T50" fmla="*/ 0 w 1897"/>
                <a:gd name="T51" fmla="*/ 15 h 3450"/>
                <a:gd name="T52" fmla="*/ 0 w 1897"/>
                <a:gd name="T53" fmla="*/ 2 h 3450"/>
                <a:gd name="T54" fmla="*/ 0 w 1897"/>
                <a:gd name="T55" fmla="*/ 1 h 3450"/>
                <a:gd name="T56" fmla="*/ 0 w 1897"/>
                <a:gd name="T57" fmla="*/ 1 h 3450"/>
                <a:gd name="T58" fmla="*/ 1 w 1897"/>
                <a:gd name="T59" fmla="*/ 0 h 3450"/>
                <a:gd name="T60" fmla="*/ 1 w 1897"/>
                <a:gd name="T61" fmla="*/ 0 h 3450"/>
                <a:gd name="T62" fmla="*/ 1 w 1897"/>
                <a:gd name="T63" fmla="*/ 0 h 3450"/>
                <a:gd name="T64" fmla="*/ 2 w 1897"/>
                <a:gd name="T65" fmla="*/ 0 h 3450"/>
                <a:gd name="T66" fmla="*/ 3 w 1897"/>
                <a:gd name="T67" fmla="*/ 0 h 3450"/>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897"/>
                <a:gd name="T103" fmla="*/ 0 h 3450"/>
                <a:gd name="T104" fmla="*/ 1897 w 1897"/>
                <a:gd name="T105" fmla="*/ 3450 h 3450"/>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897" h="3450">
                  <a:moveTo>
                    <a:pt x="357" y="49"/>
                  </a:moveTo>
                  <a:lnTo>
                    <a:pt x="1542" y="806"/>
                  </a:lnTo>
                  <a:lnTo>
                    <a:pt x="1579" y="832"/>
                  </a:lnTo>
                  <a:lnTo>
                    <a:pt x="1614" y="861"/>
                  </a:lnTo>
                  <a:lnTo>
                    <a:pt x="1648" y="895"/>
                  </a:lnTo>
                  <a:lnTo>
                    <a:pt x="1681" y="933"/>
                  </a:lnTo>
                  <a:lnTo>
                    <a:pt x="1711" y="973"/>
                  </a:lnTo>
                  <a:lnTo>
                    <a:pt x="1740" y="1016"/>
                  </a:lnTo>
                  <a:lnTo>
                    <a:pt x="1768" y="1062"/>
                  </a:lnTo>
                  <a:lnTo>
                    <a:pt x="1793" y="1109"/>
                  </a:lnTo>
                  <a:lnTo>
                    <a:pt x="1816" y="1158"/>
                  </a:lnTo>
                  <a:lnTo>
                    <a:pt x="1836" y="1208"/>
                  </a:lnTo>
                  <a:lnTo>
                    <a:pt x="1854" y="1260"/>
                  </a:lnTo>
                  <a:lnTo>
                    <a:pt x="1869" y="1313"/>
                  </a:lnTo>
                  <a:lnTo>
                    <a:pt x="1881" y="1364"/>
                  </a:lnTo>
                  <a:lnTo>
                    <a:pt x="1890" y="1417"/>
                  </a:lnTo>
                  <a:lnTo>
                    <a:pt x="1895" y="1469"/>
                  </a:lnTo>
                  <a:lnTo>
                    <a:pt x="1897" y="1519"/>
                  </a:lnTo>
                  <a:lnTo>
                    <a:pt x="1897" y="3142"/>
                  </a:lnTo>
                  <a:lnTo>
                    <a:pt x="1895" y="3190"/>
                  </a:lnTo>
                  <a:lnTo>
                    <a:pt x="1890" y="3235"/>
                  </a:lnTo>
                  <a:lnTo>
                    <a:pt x="1881" y="3276"/>
                  </a:lnTo>
                  <a:lnTo>
                    <a:pt x="1869" y="3313"/>
                  </a:lnTo>
                  <a:lnTo>
                    <a:pt x="1854" y="3346"/>
                  </a:lnTo>
                  <a:lnTo>
                    <a:pt x="1836" y="3375"/>
                  </a:lnTo>
                  <a:lnTo>
                    <a:pt x="1816" y="3398"/>
                  </a:lnTo>
                  <a:lnTo>
                    <a:pt x="1793" y="3418"/>
                  </a:lnTo>
                  <a:lnTo>
                    <a:pt x="1768" y="3434"/>
                  </a:lnTo>
                  <a:lnTo>
                    <a:pt x="1740" y="3444"/>
                  </a:lnTo>
                  <a:lnTo>
                    <a:pt x="1711" y="3450"/>
                  </a:lnTo>
                  <a:lnTo>
                    <a:pt x="1681" y="3450"/>
                  </a:lnTo>
                  <a:lnTo>
                    <a:pt x="1648" y="3445"/>
                  </a:lnTo>
                  <a:lnTo>
                    <a:pt x="1614" y="3436"/>
                  </a:lnTo>
                  <a:lnTo>
                    <a:pt x="1579" y="3421"/>
                  </a:lnTo>
                  <a:lnTo>
                    <a:pt x="1542" y="3400"/>
                  </a:lnTo>
                  <a:lnTo>
                    <a:pt x="357" y="2643"/>
                  </a:lnTo>
                  <a:lnTo>
                    <a:pt x="320" y="2618"/>
                  </a:lnTo>
                  <a:lnTo>
                    <a:pt x="285" y="2588"/>
                  </a:lnTo>
                  <a:lnTo>
                    <a:pt x="251" y="2554"/>
                  </a:lnTo>
                  <a:lnTo>
                    <a:pt x="218" y="2517"/>
                  </a:lnTo>
                  <a:lnTo>
                    <a:pt x="187" y="2477"/>
                  </a:lnTo>
                  <a:lnTo>
                    <a:pt x="157" y="2433"/>
                  </a:lnTo>
                  <a:lnTo>
                    <a:pt x="130" y="2388"/>
                  </a:lnTo>
                  <a:lnTo>
                    <a:pt x="105" y="2341"/>
                  </a:lnTo>
                  <a:lnTo>
                    <a:pt x="81" y="2292"/>
                  </a:lnTo>
                  <a:lnTo>
                    <a:pt x="61" y="2241"/>
                  </a:lnTo>
                  <a:lnTo>
                    <a:pt x="44" y="2190"/>
                  </a:lnTo>
                  <a:lnTo>
                    <a:pt x="29" y="2138"/>
                  </a:lnTo>
                  <a:lnTo>
                    <a:pt x="17" y="2085"/>
                  </a:lnTo>
                  <a:lnTo>
                    <a:pt x="7" y="2033"/>
                  </a:lnTo>
                  <a:lnTo>
                    <a:pt x="3" y="1981"/>
                  </a:lnTo>
                  <a:lnTo>
                    <a:pt x="0" y="1931"/>
                  </a:lnTo>
                  <a:lnTo>
                    <a:pt x="0" y="308"/>
                  </a:lnTo>
                  <a:lnTo>
                    <a:pt x="3" y="260"/>
                  </a:lnTo>
                  <a:lnTo>
                    <a:pt x="7" y="215"/>
                  </a:lnTo>
                  <a:lnTo>
                    <a:pt x="17" y="174"/>
                  </a:lnTo>
                  <a:lnTo>
                    <a:pt x="29" y="137"/>
                  </a:lnTo>
                  <a:lnTo>
                    <a:pt x="44" y="104"/>
                  </a:lnTo>
                  <a:lnTo>
                    <a:pt x="61" y="76"/>
                  </a:lnTo>
                  <a:lnTo>
                    <a:pt x="81" y="51"/>
                  </a:lnTo>
                  <a:lnTo>
                    <a:pt x="105" y="31"/>
                  </a:lnTo>
                  <a:lnTo>
                    <a:pt x="130" y="16"/>
                  </a:lnTo>
                  <a:lnTo>
                    <a:pt x="157" y="5"/>
                  </a:lnTo>
                  <a:lnTo>
                    <a:pt x="187" y="0"/>
                  </a:lnTo>
                  <a:lnTo>
                    <a:pt x="218" y="0"/>
                  </a:lnTo>
                  <a:lnTo>
                    <a:pt x="251" y="3"/>
                  </a:lnTo>
                  <a:lnTo>
                    <a:pt x="285" y="14"/>
                  </a:lnTo>
                  <a:lnTo>
                    <a:pt x="320" y="29"/>
                  </a:lnTo>
                  <a:lnTo>
                    <a:pt x="357" y="49"/>
                  </a:lnTo>
                  <a:close/>
                </a:path>
              </a:pathLst>
            </a:custGeom>
            <a:solidFill>
              <a:srgbClr val="BFBFB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4480" name="Freeform 46"/>
            <p:cNvSpPr>
              <a:spLocks/>
            </p:cNvSpPr>
            <p:nvPr/>
          </p:nvSpPr>
          <p:spPr bwMode="auto">
            <a:xfrm>
              <a:off x="1268" y="1663"/>
              <a:ext cx="393" cy="711"/>
            </a:xfrm>
            <a:custGeom>
              <a:avLst/>
              <a:gdLst>
                <a:gd name="T0" fmla="*/ 3 w 1962"/>
                <a:gd name="T1" fmla="*/ 7 h 3555"/>
                <a:gd name="T2" fmla="*/ 2 w 1962"/>
                <a:gd name="T3" fmla="*/ 7 h 3555"/>
                <a:gd name="T4" fmla="*/ 2 w 1962"/>
                <a:gd name="T5" fmla="*/ 8 h 3555"/>
                <a:gd name="T6" fmla="*/ 1 w 1962"/>
                <a:gd name="T7" fmla="*/ 8 h 3555"/>
                <a:gd name="T8" fmla="*/ 1 w 1962"/>
                <a:gd name="T9" fmla="*/ 9 h 3555"/>
                <a:gd name="T10" fmla="*/ 1 w 1962"/>
                <a:gd name="T11" fmla="*/ 10 h 3555"/>
                <a:gd name="T12" fmla="*/ 0 w 1962"/>
                <a:gd name="T13" fmla="*/ 11 h 3555"/>
                <a:gd name="T14" fmla="*/ 0 w 1962"/>
                <a:gd name="T15" fmla="*/ 12 h 3555"/>
                <a:gd name="T16" fmla="*/ 0 w 1962"/>
                <a:gd name="T17" fmla="*/ 13 h 3555"/>
                <a:gd name="T18" fmla="*/ 0 w 1962"/>
                <a:gd name="T19" fmla="*/ 26 h 3555"/>
                <a:gd name="T20" fmla="*/ 0 w 1962"/>
                <a:gd name="T21" fmla="*/ 27 h 3555"/>
                <a:gd name="T22" fmla="*/ 0 w 1962"/>
                <a:gd name="T23" fmla="*/ 28 h 3555"/>
                <a:gd name="T24" fmla="*/ 1 w 1962"/>
                <a:gd name="T25" fmla="*/ 28 h 3555"/>
                <a:gd name="T26" fmla="*/ 1 w 1962"/>
                <a:gd name="T27" fmla="*/ 28 h 3555"/>
                <a:gd name="T28" fmla="*/ 2 w 1962"/>
                <a:gd name="T29" fmla="*/ 28 h 3555"/>
                <a:gd name="T30" fmla="*/ 2 w 1962"/>
                <a:gd name="T31" fmla="*/ 28 h 3555"/>
                <a:gd name="T32" fmla="*/ 3 w 1962"/>
                <a:gd name="T33" fmla="*/ 28 h 3555"/>
                <a:gd name="T34" fmla="*/ 13 w 1962"/>
                <a:gd name="T35" fmla="*/ 22 h 3555"/>
                <a:gd name="T36" fmla="*/ 13 w 1962"/>
                <a:gd name="T37" fmla="*/ 21 h 3555"/>
                <a:gd name="T38" fmla="*/ 14 w 1962"/>
                <a:gd name="T39" fmla="*/ 21 h 3555"/>
                <a:gd name="T40" fmla="*/ 14 w 1962"/>
                <a:gd name="T41" fmla="*/ 20 h 3555"/>
                <a:gd name="T42" fmla="*/ 15 w 1962"/>
                <a:gd name="T43" fmla="*/ 19 h 3555"/>
                <a:gd name="T44" fmla="*/ 15 w 1962"/>
                <a:gd name="T45" fmla="*/ 18 h 3555"/>
                <a:gd name="T46" fmla="*/ 16 w 1962"/>
                <a:gd name="T47" fmla="*/ 18 h 3555"/>
                <a:gd name="T48" fmla="*/ 16 w 1962"/>
                <a:gd name="T49" fmla="*/ 17 h 3555"/>
                <a:gd name="T50" fmla="*/ 16 w 1962"/>
                <a:gd name="T51" fmla="*/ 16 h 3555"/>
                <a:gd name="T52" fmla="*/ 16 w 1962"/>
                <a:gd name="T53" fmla="*/ 2 h 3555"/>
                <a:gd name="T54" fmla="*/ 16 w 1962"/>
                <a:gd name="T55" fmla="*/ 1 h 3555"/>
                <a:gd name="T56" fmla="*/ 15 w 1962"/>
                <a:gd name="T57" fmla="*/ 1 h 3555"/>
                <a:gd name="T58" fmla="*/ 15 w 1962"/>
                <a:gd name="T59" fmla="*/ 0 h 3555"/>
                <a:gd name="T60" fmla="*/ 15 w 1962"/>
                <a:gd name="T61" fmla="*/ 0 h 3555"/>
                <a:gd name="T62" fmla="*/ 14 w 1962"/>
                <a:gd name="T63" fmla="*/ 0 h 3555"/>
                <a:gd name="T64" fmla="*/ 14 w 1962"/>
                <a:gd name="T65" fmla="*/ 0 h 3555"/>
                <a:gd name="T66" fmla="*/ 13 w 1962"/>
                <a:gd name="T67" fmla="*/ 0 h 3555"/>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962"/>
                <a:gd name="T103" fmla="*/ 0 h 3555"/>
                <a:gd name="T104" fmla="*/ 1962 w 1962"/>
                <a:gd name="T105" fmla="*/ 3555 h 3555"/>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962" h="3555">
                  <a:moveTo>
                    <a:pt x="1594" y="50"/>
                  </a:moveTo>
                  <a:lnTo>
                    <a:pt x="368" y="831"/>
                  </a:lnTo>
                  <a:lnTo>
                    <a:pt x="330" y="858"/>
                  </a:lnTo>
                  <a:lnTo>
                    <a:pt x="294" y="888"/>
                  </a:lnTo>
                  <a:lnTo>
                    <a:pt x="259" y="922"/>
                  </a:lnTo>
                  <a:lnTo>
                    <a:pt x="225" y="961"/>
                  </a:lnTo>
                  <a:lnTo>
                    <a:pt x="193" y="1003"/>
                  </a:lnTo>
                  <a:lnTo>
                    <a:pt x="163" y="1047"/>
                  </a:lnTo>
                  <a:lnTo>
                    <a:pt x="133" y="1094"/>
                  </a:lnTo>
                  <a:lnTo>
                    <a:pt x="108" y="1143"/>
                  </a:lnTo>
                  <a:lnTo>
                    <a:pt x="84" y="1193"/>
                  </a:lnTo>
                  <a:lnTo>
                    <a:pt x="63" y="1246"/>
                  </a:lnTo>
                  <a:lnTo>
                    <a:pt x="44" y="1299"/>
                  </a:lnTo>
                  <a:lnTo>
                    <a:pt x="29" y="1353"/>
                  </a:lnTo>
                  <a:lnTo>
                    <a:pt x="16" y="1405"/>
                  </a:lnTo>
                  <a:lnTo>
                    <a:pt x="7" y="1459"/>
                  </a:lnTo>
                  <a:lnTo>
                    <a:pt x="2" y="1512"/>
                  </a:lnTo>
                  <a:lnTo>
                    <a:pt x="0" y="1565"/>
                  </a:lnTo>
                  <a:lnTo>
                    <a:pt x="0" y="3237"/>
                  </a:lnTo>
                  <a:lnTo>
                    <a:pt x="2" y="3287"/>
                  </a:lnTo>
                  <a:lnTo>
                    <a:pt x="7" y="3333"/>
                  </a:lnTo>
                  <a:lnTo>
                    <a:pt x="16" y="3375"/>
                  </a:lnTo>
                  <a:lnTo>
                    <a:pt x="29" y="3413"/>
                  </a:lnTo>
                  <a:lnTo>
                    <a:pt x="44" y="3447"/>
                  </a:lnTo>
                  <a:lnTo>
                    <a:pt x="63" y="3477"/>
                  </a:lnTo>
                  <a:lnTo>
                    <a:pt x="84" y="3502"/>
                  </a:lnTo>
                  <a:lnTo>
                    <a:pt x="108" y="3522"/>
                  </a:lnTo>
                  <a:lnTo>
                    <a:pt x="133" y="3538"/>
                  </a:lnTo>
                  <a:lnTo>
                    <a:pt x="163" y="3549"/>
                  </a:lnTo>
                  <a:lnTo>
                    <a:pt x="193" y="3555"/>
                  </a:lnTo>
                  <a:lnTo>
                    <a:pt x="225" y="3555"/>
                  </a:lnTo>
                  <a:lnTo>
                    <a:pt x="259" y="3550"/>
                  </a:lnTo>
                  <a:lnTo>
                    <a:pt x="294" y="3541"/>
                  </a:lnTo>
                  <a:lnTo>
                    <a:pt x="330" y="3524"/>
                  </a:lnTo>
                  <a:lnTo>
                    <a:pt x="368" y="3503"/>
                  </a:lnTo>
                  <a:lnTo>
                    <a:pt x="1594" y="2722"/>
                  </a:lnTo>
                  <a:lnTo>
                    <a:pt x="1632" y="2696"/>
                  </a:lnTo>
                  <a:lnTo>
                    <a:pt x="1668" y="2665"/>
                  </a:lnTo>
                  <a:lnTo>
                    <a:pt x="1703" y="2631"/>
                  </a:lnTo>
                  <a:lnTo>
                    <a:pt x="1737" y="2592"/>
                  </a:lnTo>
                  <a:lnTo>
                    <a:pt x="1769" y="2551"/>
                  </a:lnTo>
                  <a:lnTo>
                    <a:pt x="1799" y="2506"/>
                  </a:lnTo>
                  <a:lnTo>
                    <a:pt x="1829" y="2460"/>
                  </a:lnTo>
                  <a:lnTo>
                    <a:pt x="1854" y="2411"/>
                  </a:lnTo>
                  <a:lnTo>
                    <a:pt x="1878" y="2361"/>
                  </a:lnTo>
                  <a:lnTo>
                    <a:pt x="1899" y="2308"/>
                  </a:lnTo>
                  <a:lnTo>
                    <a:pt x="1918" y="2256"/>
                  </a:lnTo>
                  <a:lnTo>
                    <a:pt x="1933" y="2202"/>
                  </a:lnTo>
                  <a:lnTo>
                    <a:pt x="1946" y="2149"/>
                  </a:lnTo>
                  <a:lnTo>
                    <a:pt x="1955" y="2095"/>
                  </a:lnTo>
                  <a:lnTo>
                    <a:pt x="1960" y="2042"/>
                  </a:lnTo>
                  <a:lnTo>
                    <a:pt x="1962" y="1989"/>
                  </a:lnTo>
                  <a:lnTo>
                    <a:pt x="1962" y="319"/>
                  </a:lnTo>
                  <a:lnTo>
                    <a:pt x="1960" y="269"/>
                  </a:lnTo>
                  <a:lnTo>
                    <a:pt x="1955" y="223"/>
                  </a:lnTo>
                  <a:lnTo>
                    <a:pt x="1946" y="180"/>
                  </a:lnTo>
                  <a:lnTo>
                    <a:pt x="1933" y="143"/>
                  </a:lnTo>
                  <a:lnTo>
                    <a:pt x="1918" y="109"/>
                  </a:lnTo>
                  <a:lnTo>
                    <a:pt x="1899" y="79"/>
                  </a:lnTo>
                  <a:lnTo>
                    <a:pt x="1878" y="54"/>
                  </a:lnTo>
                  <a:lnTo>
                    <a:pt x="1854" y="33"/>
                  </a:lnTo>
                  <a:lnTo>
                    <a:pt x="1829" y="17"/>
                  </a:lnTo>
                  <a:lnTo>
                    <a:pt x="1799" y="7"/>
                  </a:lnTo>
                  <a:lnTo>
                    <a:pt x="1769" y="0"/>
                  </a:lnTo>
                  <a:lnTo>
                    <a:pt x="1737" y="0"/>
                  </a:lnTo>
                  <a:lnTo>
                    <a:pt x="1703" y="4"/>
                  </a:lnTo>
                  <a:lnTo>
                    <a:pt x="1668" y="14"/>
                  </a:lnTo>
                  <a:lnTo>
                    <a:pt x="1632" y="29"/>
                  </a:lnTo>
                  <a:lnTo>
                    <a:pt x="1594" y="50"/>
                  </a:lnTo>
                  <a:close/>
                </a:path>
              </a:pathLst>
            </a:custGeom>
            <a:solidFill>
              <a:srgbClr val="E5E5E5"/>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4481" name="Freeform 47"/>
            <p:cNvSpPr>
              <a:spLocks noEditPoints="1"/>
            </p:cNvSpPr>
            <p:nvPr/>
          </p:nvSpPr>
          <p:spPr bwMode="auto">
            <a:xfrm>
              <a:off x="916" y="1589"/>
              <a:ext cx="697" cy="698"/>
            </a:xfrm>
            <a:custGeom>
              <a:avLst/>
              <a:gdLst>
                <a:gd name="T0" fmla="*/ 16 w 3485"/>
                <a:gd name="T1" fmla="*/ 0 h 3490"/>
                <a:gd name="T2" fmla="*/ 17 w 3485"/>
                <a:gd name="T3" fmla="*/ 2 h 3490"/>
                <a:gd name="T4" fmla="*/ 17 w 3485"/>
                <a:gd name="T5" fmla="*/ 3 h 3490"/>
                <a:gd name="T6" fmla="*/ 14 w 3485"/>
                <a:gd name="T7" fmla="*/ 4 h 3490"/>
                <a:gd name="T8" fmla="*/ 12 w 3485"/>
                <a:gd name="T9" fmla="*/ 4 h 3490"/>
                <a:gd name="T10" fmla="*/ 11 w 3485"/>
                <a:gd name="T11" fmla="*/ 2 h 3490"/>
                <a:gd name="T12" fmla="*/ 11 w 3485"/>
                <a:gd name="T13" fmla="*/ 1 h 3490"/>
                <a:gd name="T14" fmla="*/ 14 w 3485"/>
                <a:gd name="T15" fmla="*/ 0 h 3490"/>
                <a:gd name="T16" fmla="*/ 3 w 3485"/>
                <a:gd name="T17" fmla="*/ 7 h 3490"/>
                <a:gd name="T18" fmla="*/ 4 w 3485"/>
                <a:gd name="T19" fmla="*/ 9 h 3490"/>
                <a:gd name="T20" fmla="*/ 3 w 3485"/>
                <a:gd name="T21" fmla="*/ 12 h 3490"/>
                <a:gd name="T22" fmla="*/ 2 w 3485"/>
                <a:gd name="T23" fmla="*/ 13 h 3490"/>
                <a:gd name="T24" fmla="*/ 1 w 3485"/>
                <a:gd name="T25" fmla="*/ 12 h 3490"/>
                <a:gd name="T26" fmla="*/ 0 w 3485"/>
                <a:gd name="T27" fmla="*/ 10 h 3490"/>
                <a:gd name="T28" fmla="*/ 0 w 3485"/>
                <a:gd name="T29" fmla="*/ 8 h 3490"/>
                <a:gd name="T30" fmla="*/ 2 w 3485"/>
                <a:gd name="T31" fmla="*/ 6 h 3490"/>
                <a:gd name="T32" fmla="*/ 10 w 3485"/>
                <a:gd name="T33" fmla="*/ 20 h 3490"/>
                <a:gd name="T34" fmla="*/ 11 w 3485"/>
                <a:gd name="T35" fmla="*/ 22 h 3490"/>
                <a:gd name="T36" fmla="*/ 11 w 3485"/>
                <a:gd name="T37" fmla="*/ 25 h 3490"/>
                <a:gd name="T38" fmla="*/ 10 w 3485"/>
                <a:gd name="T39" fmla="*/ 27 h 3490"/>
                <a:gd name="T40" fmla="*/ 8 w 3485"/>
                <a:gd name="T41" fmla="*/ 26 h 3490"/>
                <a:gd name="T42" fmla="*/ 7 w 3485"/>
                <a:gd name="T43" fmla="*/ 24 h 3490"/>
                <a:gd name="T44" fmla="*/ 7 w 3485"/>
                <a:gd name="T45" fmla="*/ 22 h 3490"/>
                <a:gd name="T46" fmla="*/ 8 w 3485"/>
                <a:gd name="T47" fmla="*/ 20 h 3490"/>
                <a:gd name="T48" fmla="*/ 20 w 3485"/>
                <a:gd name="T49" fmla="*/ 21 h 3490"/>
                <a:gd name="T50" fmla="*/ 21 w 3485"/>
                <a:gd name="T51" fmla="*/ 23 h 3490"/>
                <a:gd name="T52" fmla="*/ 21 w 3485"/>
                <a:gd name="T53" fmla="*/ 26 h 3490"/>
                <a:gd name="T54" fmla="*/ 20 w 3485"/>
                <a:gd name="T55" fmla="*/ 28 h 3490"/>
                <a:gd name="T56" fmla="*/ 18 w 3485"/>
                <a:gd name="T57" fmla="*/ 28 h 3490"/>
                <a:gd name="T58" fmla="*/ 17 w 3485"/>
                <a:gd name="T59" fmla="*/ 26 h 3490"/>
                <a:gd name="T60" fmla="*/ 17 w 3485"/>
                <a:gd name="T61" fmla="*/ 23 h 3490"/>
                <a:gd name="T62" fmla="*/ 18 w 3485"/>
                <a:gd name="T63" fmla="*/ 21 h 3490"/>
                <a:gd name="T64" fmla="*/ 19 w 3485"/>
                <a:gd name="T65" fmla="*/ 11 h 3490"/>
                <a:gd name="T66" fmla="*/ 20 w 3485"/>
                <a:gd name="T67" fmla="*/ 13 h 3490"/>
                <a:gd name="T68" fmla="*/ 21 w 3485"/>
                <a:gd name="T69" fmla="*/ 15 h 3490"/>
                <a:gd name="T70" fmla="*/ 20 w 3485"/>
                <a:gd name="T71" fmla="*/ 17 h 3490"/>
                <a:gd name="T72" fmla="*/ 18 w 3485"/>
                <a:gd name="T73" fmla="*/ 17 h 3490"/>
                <a:gd name="T74" fmla="*/ 17 w 3485"/>
                <a:gd name="T75" fmla="*/ 16 h 3490"/>
                <a:gd name="T76" fmla="*/ 17 w 3485"/>
                <a:gd name="T77" fmla="*/ 13 h 3490"/>
                <a:gd name="T78" fmla="*/ 18 w 3485"/>
                <a:gd name="T79" fmla="*/ 11 h 3490"/>
                <a:gd name="T80" fmla="*/ 26 w 3485"/>
                <a:gd name="T81" fmla="*/ 7 h 3490"/>
                <a:gd name="T82" fmla="*/ 27 w 3485"/>
                <a:gd name="T83" fmla="*/ 8 h 3490"/>
                <a:gd name="T84" fmla="*/ 27 w 3485"/>
                <a:gd name="T85" fmla="*/ 11 h 3490"/>
                <a:gd name="T86" fmla="*/ 26 w 3485"/>
                <a:gd name="T87" fmla="*/ 13 h 3490"/>
                <a:gd name="T88" fmla="*/ 25 w 3485"/>
                <a:gd name="T89" fmla="*/ 13 h 3490"/>
                <a:gd name="T90" fmla="*/ 24 w 3485"/>
                <a:gd name="T91" fmla="*/ 12 h 3490"/>
                <a:gd name="T92" fmla="*/ 24 w 3485"/>
                <a:gd name="T93" fmla="*/ 9 h 3490"/>
                <a:gd name="T94" fmla="*/ 24 w 3485"/>
                <a:gd name="T95" fmla="*/ 7 h 3490"/>
                <a:gd name="T96" fmla="*/ 26 w 3485"/>
                <a:gd name="T97" fmla="*/ 17 h 3490"/>
                <a:gd name="T98" fmla="*/ 27 w 3485"/>
                <a:gd name="T99" fmla="*/ 18 h 3490"/>
                <a:gd name="T100" fmla="*/ 28 w 3485"/>
                <a:gd name="T101" fmla="*/ 21 h 3490"/>
                <a:gd name="T102" fmla="*/ 27 w 3485"/>
                <a:gd name="T103" fmla="*/ 23 h 3490"/>
                <a:gd name="T104" fmla="*/ 26 w 3485"/>
                <a:gd name="T105" fmla="*/ 24 h 3490"/>
                <a:gd name="T106" fmla="*/ 24 w 3485"/>
                <a:gd name="T107" fmla="*/ 23 h 3490"/>
                <a:gd name="T108" fmla="*/ 24 w 3485"/>
                <a:gd name="T109" fmla="*/ 20 h 3490"/>
                <a:gd name="T110" fmla="*/ 25 w 3485"/>
                <a:gd name="T111" fmla="*/ 18 h 3490"/>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w 3485"/>
                <a:gd name="T169" fmla="*/ 0 h 3490"/>
                <a:gd name="T170" fmla="*/ 3485 w 3485"/>
                <a:gd name="T171" fmla="*/ 3490 h 3490"/>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T168" t="T169" r="T170" b="T171"/>
              <a:pathLst>
                <a:path w="3485" h="3490">
                  <a:moveTo>
                    <a:pt x="1754" y="0"/>
                  </a:moveTo>
                  <a:lnTo>
                    <a:pt x="1797" y="2"/>
                  </a:lnTo>
                  <a:lnTo>
                    <a:pt x="1840" y="5"/>
                  </a:lnTo>
                  <a:lnTo>
                    <a:pt x="1881" y="12"/>
                  </a:lnTo>
                  <a:lnTo>
                    <a:pt x="1921" y="20"/>
                  </a:lnTo>
                  <a:lnTo>
                    <a:pt x="1959" y="31"/>
                  </a:lnTo>
                  <a:lnTo>
                    <a:pt x="1994" y="44"/>
                  </a:lnTo>
                  <a:lnTo>
                    <a:pt x="2028" y="59"/>
                  </a:lnTo>
                  <a:lnTo>
                    <a:pt x="2058" y="74"/>
                  </a:lnTo>
                  <a:lnTo>
                    <a:pt x="2086" y="93"/>
                  </a:lnTo>
                  <a:lnTo>
                    <a:pt x="2111" y="113"/>
                  </a:lnTo>
                  <a:lnTo>
                    <a:pt x="2132" y="133"/>
                  </a:lnTo>
                  <a:lnTo>
                    <a:pt x="2151" y="155"/>
                  </a:lnTo>
                  <a:lnTo>
                    <a:pt x="2165" y="179"/>
                  </a:lnTo>
                  <a:lnTo>
                    <a:pt x="2175" y="203"/>
                  </a:lnTo>
                  <a:lnTo>
                    <a:pt x="2182" y="229"/>
                  </a:lnTo>
                  <a:lnTo>
                    <a:pt x="2185" y="255"/>
                  </a:lnTo>
                  <a:lnTo>
                    <a:pt x="2182" y="281"/>
                  </a:lnTo>
                  <a:lnTo>
                    <a:pt x="2175" y="305"/>
                  </a:lnTo>
                  <a:lnTo>
                    <a:pt x="2165" y="330"/>
                  </a:lnTo>
                  <a:lnTo>
                    <a:pt x="2151" y="353"/>
                  </a:lnTo>
                  <a:lnTo>
                    <a:pt x="2132" y="376"/>
                  </a:lnTo>
                  <a:lnTo>
                    <a:pt x="2111" y="397"/>
                  </a:lnTo>
                  <a:lnTo>
                    <a:pt x="2086" y="417"/>
                  </a:lnTo>
                  <a:lnTo>
                    <a:pt x="2058" y="434"/>
                  </a:lnTo>
                  <a:lnTo>
                    <a:pt x="2028" y="451"/>
                  </a:lnTo>
                  <a:lnTo>
                    <a:pt x="1994" y="466"/>
                  </a:lnTo>
                  <a:lnTo>
                    <a:pt x="1959" y="479"/>
                  </a:lnTo>
                  <a:lnTo>
                    <a:pt x="1921" y="489"/>
                  </a:lnTo>
                  <a:lnTo>
                    <a:pt x="1881" y="498"/>
                  </a:lnTo>
                  <a:lnTo>
                    <a:pt x="1840" y="505"/>
                  </a:lnTo>
                  <a:lnTo>
                    <a:pt x="1797" y="508"/>
                  </a:lnTo>
                  <a:lnTo>
                    <a:pt x="1754" y="509"/>
                  </a:lnTo>
                  <a:lnTo>
                    <a:pt x="1710" y="508"/>
                  </a:lnTo>
                  <a:lnTo>
                    <a:pt x="1667" y="505"/>
                  </a:lnTo>
                  <a:lnTo>
                    <a:pt x="1626" y="498"/>
                  </a:lnTo>
                  <a:lnTo>
                    <a:pt x="1586" y="489"/>
                  </a:lnTo>
                  <a:lnTo>
                    <a:pt x="1548" y="479"/>
                  </a:lnTo>
                  <a:lnTo>
                    <a:pt x="1512" y="466"/>
                  </a:lnTo>
                  <a:lnTo>
                    <a:pt x="1479" y="451"/>
                  </a:lnTo>
                  <a:lnTo>
                    <a:pt x="1449" y="434"/>
                  </a:lnTo>
                  <a:lnTo>
                    <a:pt x="1421" y="417"/>
                  </a:lnTo>
                  <a:lnTo>
                    <a:pt x="1395" y="397"/>
                  </a:lnTo>
                  <a:lnTo>
                    <a:pt x="1374" y="376"/>
                  </a:lnTo>
                  <a:lnTo>
                    <a:pt x="1355" y="353"/>
                  </a:lnTo>
                  <a:lnTo>
                    <a:pt x="1341" y="330"/>
                  </a:lnTo>
                  <a:lnTo>
                    <a:pt x="1331" y="305"/>
                  </a:lnTo>
                  <a:lnTo>
                    <a:pt x="1324" y="281"/>
                  </a:lnTo>
                  <a:lnTo>
                    <a:pt x="1321" y="255"/>
                  </a:lnTo>
                  <a:lnTo>
                    <a:pt x="1324" y="229"/>
                  </a:lnTo>
                  <a:lnTo>
                    <a:pt x="1331" y="203"/>
                  </a:lnTo>
                  <a:lnTo>
                    <a:pt x="1341" y="179"/>
                  </a:lnTo>
                  <a:lnTo>
                    <a:pt x="1355" y="155"/>
                  </a:lnTo>
                  <a:lnTo>
                    <a:pt x="1374" y="133"/>
                  </a:lnTo>
                  <a:lnTo>
                    <a:pt x="1395" y="113"/>
                  </a:lnTo>
                  <a:lnTo>
                    <a:pt x="1421" y="93"/>
                  </a:lnTo>
                  <a:lnTo>
                    <a:pt x="1449" y="74"/>
                  </a:lnTo>
                  <a:lnTo>
                    <a:pt x="1479" y="59"/>
                  </a:lnTo>
                  <a:lnTo>
                    <a:pt x="1512" y="44"/>
                  </a:lnTo>
                  <a:lnTo>
                    <a:pt x="1548" y="31"/>
                  </a:lnTo>
                  <a:lnTo>
                    <a:pt x="1586" y="20"/>
                  </a:lnTo>
                  <a:lnTo>
                    <a:pt x="1626" y="12"/>
                  </a:lnTo>
                  <a:lnTo>
                    <a:pt x="1667" y="5"/>
                  </a:lnTo>
                  <a:lnTo>
                    <a:pt x="1710" y="2"/>
                  </a:lnTo>
                  <a:lnTo>
                    <a:pt x="1754" y="0"/>
                  </a:lnTo>
                  <a:close/>
                  <a:moveTo>
                    <a:pt x="239" y="786"/>
                  </a:moveTo>
                  <a:lnTo>
                    <a:pt x="263" y="788"/>
                  </a:lnTo>
                  <a:lnTo>
                    <a:pt x="287" y="794"/>
                  </a:lnTo>
                  <a:lnTo>
                    <a:pt x="309" y="805"/>
                  </a:lnTo>
                  <a:lnTo>
                    <a:pt x="331" y="819"/>
                  </a:lnTo>
                  <a:lnTo>
                    <a:pt x="352" y="836"/>
                  </a:lnTo>
                  <a:lnTo>
                    <a:pt x="372" y="857"/>
                  </a:lnTo>
                  <a:lnTo>
                    <a:pt x="390" y="882"/>
                  </a:lnTo>
                  <a:lnTo>
                    <a:pt x="407" y="909"/>
                  </a:lnTo>
                  <a:lnTo>
                    <a:pt x="423" y="940"/>
                  </a:lnTo>
                  <a:lnTo>
                    <a:pt x="437" y="971"/>
                  </a:lnTo>
                  <a:lnTo>
                    <a:pt x="448" y="1006"/>
                  </a:lnTo>
                  <a:lnTo>
                    <a:pt x="459" y="1043"/>
                  </a:lnTo>
                  <a:lnTo>
                    <a:pt x="467" y="1081"/>
                  </a:lnTo>
                  <a:lnTo>
                    <a:pt x="473" y="1121"/>
                  </a:lnTo>
                  <a:lnTo>
                    <a:pt x="476" y="1163"/>
                  </a:lnTo>
                  <a:lnTo>
                    <a:pt x="478" y="1206"/>
                  </a:lnTo>
                  <a:lnTo>
                    <a:pt x="476" y="1248"/>
                  </a:lnTo>
                  <a:lnTo>
                    <a:pt x="473" y="1290"/>
                  </a:lnTo>
                  <a:lnTo>
                    <a:pt x="467" y="1330"/>
                  </a:lnTo>
                  <a:lnTo>
                    <a:pt x="459" y="1367"/>
                  </a:lnTo>
                  <a:lnTo>
                    <a:pt x="448" y="1405"/>
                  </a:lnTo>
                  <a:lnTo>
                    <a:pt x="437" y="1439"/>
                  </a:lnTo>
                  <a:lnTo>
                    <a:pt x="423" y="1472"/>
                  </a:lnTo>
                  <a:lnTo>
                    <a:pt x="407" y="1501"/>
                  </a:lnTo>
                  <a:lnTo>
                    <a:pt x="390" y="1528"/>
                  </a:lnTo>
                  <a:lnTo>
                    <a:pt x="372" y="1553"/>
                  </a:lnTo>
                  <a:lnTo>
                    <a:pt x="352" y="1574"/>
                  </a:lnTo>
                  <a:lnTo>
                    <a:pt x="331" y="1591"/>
                  </a:lnTo>
                  <a:lnTo>
                    <a:pt x="309" y="1605"/>
                  </a:lnTo>
                  <a:lnTo>
                    <a:pt x="287" y="1616"/>
                  </a:lnTo>
                  <a:lnTo>
                    <a:pt x="263" y="1622"/>
                  </a:lnTo>
                  <a:lnTo>
                    <a:pt x="239" y="1624"/>
                  </a:lnTo>
                  <a:lnTo>
                    <a:pt x="214" y="1622"/>
                  </a:lnTo>
                  <a:lnTo>
                    <a:pt x="191" y="1616"/>
                  </a:lnTo>
                  <a:lnTo>
                    <a:pt x="168" y="1605"/>
                  </a:lnTo>
                  <a:lnTo>
                    <a:pt x="146" y="1591"/>
                  </a:lnTo>
                  <a:lnTo>
                    <a:pt x="125" y="1574"/>
                  </a:lnTo>
                  <a:lnTo>
                    <a:pt x="105" y="1553"/>
                  </a:lnTo>
                  <a:lnTo>
                    <a:pt x="87" y="1528"/>
                  </a:lnTo>
                  <a:lnTo>
                    <a:pt x="70" y="1501"/>
                  </a:lnTo>
                  <a:lnTo>
                    <a:pt x="55" y="1472"/>
                  </a:lnTo>
                  <a:lnTo>
                    <a:pt x="41" y="1439"/>
                  </a:lnTo>
                  <a:lnTo>
                    <a:pt x="29" y="1405"/>
                  </a:lnTo>
                  <a:lnTo>
                    <a:pt x="18" y="1367"/>
                  </a:lnTo>
                  <a:lnTo>
                    <a:pt x="10" y="1330"/>
                  </a:lnTo>
                  <a:lnTo>
                    <a:pt x="4" y="1290"/>
                  </a:lnTo>
                  <a:lnTo>
                    <a:pt x="1" y="1248"/>
                  </a:lnTo>
                  <a:lnTo>
                    <a:pt x="0" y="1206"/>
                  </a:lnTo>
                  <a:lnTo>
                    <a:pt x="1" y="1163"/>
                  </a:lnTo>
                  <a:lnTo>
                    <a:pt x="4" y="1121"/>
                  </a:lnTo>
                  <a:lnTo>
                    <a:pt x="10" y="1081"/>
                  </a:lnTo>
                  <a:lnTo>
                    <a:pt x="18" y="1043"/>
                  </a:lnTo>
                  <a:lnTo>
                    <a:pt x="29" y="1006"/>
                  </a:lnTo>
                  <a:lnTo>
                    <a:pt x="41" y="971"/>
                  </a:lnTo>
                  <a:lnTo>
                    <a:pt x="55" y="940"/>
                  </a:lnTo>
                  <a:lnTo>
                    <a:pt x="70" y="909"/>
                  </a:lnTo>
                  <a:lnTo>
                    <a:pt x="87" y="882"/>
                  </a:lnTo>
                  <a:lnTo>
                    <a:pt x="105" y="857"/>
                  </a:lnTo>
                  <a:lnTo>
                    <a:pt x="125" y="836"/>
                  </a:lnTo>
                  <a:lnTo>
                    <a:pt x="146" y="819"/>
                  </a:lnTo>
                  <a:lnTo>
                    <a:pt x="168" y="805"/>
                  </a:lnTo>
                  <a:lnTo>
                    <a:pt x="191" y="794"/>
                  </a:lnTo>
                  <a:lnTo>
                    <a:pt x="214" y="788"/>
                  </a:lnTo>
                  <a:lnTo>
                    <a:pt x="239" y="786"/>
                  </a:lnTo>
                  <a:close/>
                  <a:moveTo>
                    <a:pt x="1119" y="2495"/>
                  </a:moveTo>
                  <a:lnTo>
                    <a:pt x="1143" y="2498"/>
                  </a:lnTo>
                  <a:lnTo>
                    <a:pt x="1167" y="2504"/>
                  </a:lnTo>
                  <a:lnTo>
                    <a:pt x="1190" y="2514"/>
                  </a:lnTo>
                  <a:lnTo>
                    <a:pt x="1211" y="2528"/>
                  </a:lnTo>
                  <a:lnTo>
                    <a:pt x="1232" y="2546"/>
                  </a:lnTo>
                  <a:lnTo>
                    <a:pt x="1252" y="2567"/>
                  </a:lnTo>
                  <a:lnTo>
                    <a:pt x="1271" y="2592"/>
                  </a:lnTo>
                  <a:lnTo>
                    <a:pt x="1288" y="2618"/>
                  </a:lnTo>
                  <a:lnTo>
                    <a:pt x="1304" y="2648"/>
                  </a:lnTo>
                  <a:lnTo>
                    <a:pt x="1318" y="2681"/>
                  </a:lnTo>
                  <a:lnTo>
                    <a:pt x="1329" y="2715"/>
                  </a:lnTo>
                  <a:lnTo>
                    <a:pt x="1340" y="2752"/>
                  </a:lnTo>
                  <a:lnTo>
                    <a:pt x="1348" y="2790"/>
                  </a:lnTo>
                  <a:lnTo>
                    <a:pt x="1354" y="2830"/>
                  </a:lnTo>
                  <a:lnTo>
                    <a:pt x="1358" y="2872"/>
                  </a:lnTo>
                  <a:lnTo>
                    <a:pt x="1359" y="2914"/>
                  </a:lnTo>
                  <a:lnTo>
                    <a:pt x="1358" y="2956"/>
                  </a:lnTo>
                  <a:lnTo>
                    <a:pt x="1354" y="2998"/>
                  </a:lnTo>
                  <a:lnTo>
                    <a:pt x="1348" y="3038"/>
                  </a:lnTo>
                  <a:lnTo>
                    <a:pt x="1340" y="3077"/>
                  </a:lnTo>
                  <a:lnTo>
                    <a:pt x="1329" y="3113"/>
                  </a:lnTo>
                  <a:lnTo>
                    <a:pt x="1318" y="3147"/>
                  </a:lnTo>
                  <a:lnTo>
                    <a:pt x="1304" y="3180"/>
                  </a:lnTo>
                  <a:lnTo>
                    <a:pt x="1288" y="3209"/>
                  </a:lnTo>
                  <a:lnTo>
                    <a:pt x="1271" y="3238"/>
                  </a:lnTo>
                  <a:lnTo>
                    <a:pt x="1252" y="3261"/>
                  </a:lnTo>
                  <a:lnTo>
                    <a:pt x="1232" y="3282"/>
                  </a:lnTo>
                  <a:lnTo>
                    <a:pt x="1211" y="3301"/>
                  </a:lnTo>
                  <a:lnTo>
                    <a:pt x="1190" y="3315"/>
                  </a:lnTo>
                  <a:lnTo>
                    <a:pt x="1167" y="3325"/>
                  </a:lnTo>
                  <a:lnTo>
                    <a:pt x="1143" y="3331"/>
                  </a:lnTo>
                  <a:lnTo>
                    <a:pt x="1119" y="3334"/>
                  </a:lnTo>
                  <a:lnTo>
                    <a:pt x="1094" y="3331"/>
                  </a:lnTo>
                  <a:lnTo>
                    <a:pt x="1070" y="3325"/>
                  </a:lnTo>
                  <a:lnTo>
                    <a:pt x="1048" y="3315"/>
                  </a:lnTo>
                  <a:lnTo>
                    <a:pt x="1026" y="3301"/>
                  </a:lnTo>
                  <a:lnTo>
                    <a:pt x="1005" y="3282"/>
                  </a:lnTo>
                  <a:lnTo>
                    <a:pt x="985" y="3261"/>
                  </a:lnTo>
                  <a:lnTo>
                    <a:pt x="967" y="3238"/>
                  </a:lnTo>
                  <a:lnTo>
                    <a:pt x="950" y="3209"/>
                  </a:lnTo>
                  <a:lnTo>
                    <a:pt x="935" y="3180"/>
                  </a:lnTo>
                  <a:lnTo>
                    <a:pt x="921" y="3147"/>
                  </a:lnTo>
                  <a:lnTo>
                    <a:pt x="909" y="3113"/>
                  </a:lnTo>
                  <a:lnTo>
                    <a:pt x="898" y="3077"/>
                  </a:lnTo>
                  <a:lnTo>
                    <a:pt x="890" y="3038"/>
                  </a:lnTo>
                  <a:lnTo>
                    <a:pt x="884" y="2998"/>
                  </a:lnTo>
                  <a:lnTo>
                    <a:pt x="881" y="2956"/>
                  </a:lnTo>
                  <a:lnTo>
                    <a:pt x="880" y="2914"/>
                  </a:lnTo>
                  <a:lnTo>
                    <a:pt x="881" y="2872"/>
                  </a:lnTo>
                  <a:lnTo>
                    <a:pt x="884" y="2830"/>
                  </a:lnTo>
                  <a:lnTo>
                    <a:pt x="890" y="2790"/>
                  </a:lnTo>
                  <a:lnTo>
                    <a:pt x="898" y="2752"/>
                  </a:lnTo>
                  <a:lnTo>
                    <a:pt x="909" y="2715"/>
                  </a:lnTo>
                  <a:lnTo>
                    <a:pt x="921" y="2681"/>
                  </a:lnTo>
                  <a:lnTo>
                    <a:pt x="935" y="2648"/>
                  </a:lnTo>
                  <a:lnTo>
                    <a:pt x="950" y="2618"/>
                  </a:lnTo>
                  <a:lnTo>
                    <a:pt x="967" y="2592"/>
                  </a:lnTo>
                  <a:lnTo>
                    <a:pt x="985" y="2567"/>
                  </a:lnTo>
                  <a:lnTo>
                    <a:pt x="1005" y="2546"/>
                  </a:lnTo>
                  <a:lnTo>
                    <a:pt x="1026" y="2528"/>
                  </a:lnTo>
                  <a:lnTo>
                    <a:pt x="1048" y="2514"/>
                  </a:lnTo>
                  <a:lnTo>
                    <a:pt x="1070" y="2504"/>
                  </a:lnTo>
                  <a:lnTo>
                    <a:pt x="1094" y="2498"/>
                  </a:lnTo>
                  <a:lnTo>
                    <a:pt x="1119" y="2495"/>
                  </a:lnTo>
                  <a:close/>
                  <a:moveTo>
                    <a:pt x="2380" y="2651"/>
                  </a:moveTo>
                  <a:lnTo>
                    <a:pt x="2405" y="2654"/>
                  </a:lnTo>
                  <a:lnTo>
                    <a:pt x="2428" y="2660"/>
                  </a:lnTo>
                  <a:lnTo>
                    <a:pt x="2452" y="2670"/>
                  </a:lnTo>
                  <a:lnTo>
                    <a:pt x="2473" y="2684"/>
                  </a:lnTo>
                  <a:lnTo>
                    <a:pt x="2494" y="2703"/>
                  </a:lnTo>
                  <a:lnTo>
                    <a:pt x="2514" y="2724"/>
                  </a:lnTo>
                  <a:lnTo>
                    <a:pt x="2533" y="2747"/>
                  </a:lnTo>
                  <a:lnTo>
                    <a:pt x="2550" y="2774"/>
                  </a:lnTo>
                  <a:lnTo>
                    <a:pt x="2565" y="2805"/>
                  </a:lnTo>
                  <a:lnTo>
                    <a:pt x="2580" y="2838"/>
                  </a:lnTo>
                  <a:lnTo>
                    <a:pt x="2591" y="2872"/>
                  </a:lnTo>
                  <a:lnTo>
                    <a:pt x="2602" y="2908"/>
                  </a:lnTo>
                  <a:lnTo>
                    <a:pt x="2610" y="2947"/>
                  </a:lnTo>
                  <a:lnTo>
                    <a:pt x="2616" y="2987"/>
                  </a:lnTo>
                  <a:lnTo>
                    <a:pt x="2619" y="3029"/>
                  </a:lnTo>
                  <a:lnTo>
                    <a:pt x="2621" y="3071"/>
                  </a:lnTo>
                  <a:lnTo>
                    <a:pt x="2619" y="3113"/>
                  </a:lnTo>
                  <a:lnTo>
                    <a:pt x="2616" y="3155"/>
                  </a:lnTo>
                  <a:lnTo>
                    <a:pt x="2610" y="3195"/>
                  </a:lnTo>
                  <a:lnTo>
                    <a:pt x="2602" y="3233"/>
                  </a:lnTo>
                  <a:lnTo>
                    <a:pt x="2591" y="3270"/>
                  </a:lnTo>
                  <a:lnTo>
                    <a:pt x="2580" y="3304"/>
                  </a:lnTo>
                  <a:lnTo>
                    <a:pt x="2565" y="3337"/>
                  </a:lnTo>
                  <a:lnTo>
                    <a:pt x="2550" y="3367"/>
                  </a:lnTo>
                  <a:lnTo>
                    <a:pt x="2533" y="3393"/>
                  </a:lnTo>
                  <a:lnTo>
                    <a:pt x="2514" y="3418"/>
                  </a:lnTo>
                  <a:lnTo>
                    <a:pt x="2494" y="3439"/>
                  </a:lnTo>
                  <a:lnTo>
                    <a:pt x="2473" y="3457"/>
                  </a:lnTo>
                  <a:lnTo>
                    <a:pt x="2452" y="3471"/>
                  </a:lnTo>
                  <a:lnTo>
                    <a:pt x="2428" y="3481"/>
                  </a:lnTo>
                  <a:lnTo>
                    <a:pt x="2405" y="3487"/>
                  </a:lnTo>
                  <a:lnTo>
                    <a:pt x="2380" y="3490"/>
                  </a:lnTo>
                  <a:lnTo>
                    <a:pt x="2356" y="3487"/>
                  </a:lnTo>
                  <a:lnTo>
                    <a:pt x="2332" y="3481"/>
                  </a:lnTo>
                  <a:lnTo>
                    <a:pt x="2310" y="3471"/>
                  </a:lnTo>
                  <a:lnTo>
                    <a:pt x="2288" y="3457"/>
                  </a:lnTo>
                  <a:lnTo>
                    <a:pt x="2267" y="3439"/>
                  </a:lnTo>
                  <a:lnTo>
                    <a:pt x="2248" y="3418"/>
                  </a:lnTo>
                  <a:lnTo>
                    <a:pt x="2229" y="3393"/>
                  </a:lnTo>
                  <a:lnTo>
                    <a:pt x="2212" y="3367"/>
                  </a:lnTo>
                  <a:lnTo>
                    <a:pt x="2196" y="3337"/>
                  </a:lnTo>
                  <a:lnTo>
                    <a:pt x="2182" y="3304"/>
                  </a:lnTo>
                  <a:lnTo>
                    <a:pt x="2171" y="3270"/>
                  </a:lnTo>
                  <a:lnTo>
                    <a:pt x="2160" y="3233"/>
                  </a:lnTo>
                  <a:lnTo>
                    <a:pt x="2152" y="3195"/>
                  </a:lnTo>
                  <a:lnTo>
                    <a:pt x="2146" y="3155"/>
                  </a:lnTo>
                  <a:lnTo>
                    <a:pt x="2142" y="3113"/>
                  </a:lnTo>
                  <a:lnTo>
                    <a:pt x="2141" y="3071"/>
                  </a:lnTo>
                  <a:lnTo>
                    <a:pt x="2142" y="3029"/>
                  </a:lnTo>
                  <a:lnTo>
                    <a:pt x="2146" y="2987"/>
                  </a:lnTo>
                  <a:lnTo>
                    <a:pt x="2152" y="2947"/>
                  </a:lnTo>
                  <a:lnTo>
                    <a:pt x="2160" y="2908"/>
                  </a:lnTo>
                  <a:lnTo>
                    <a:pt x="2171" y="2872"/>
                  </a:lnTo>
                  <a:lnTo>
                    <a:pt x="2182" y="2838"/>
                  </a:lnTo>
                  <a:lnTo>
                    <a:pt x="2196" y="2805"/>
                  </a:lnTo>
                  <a:lnTo>
                    <a:pt x="2212" y="2774"/>
                  </a:lnTo>
                  <a:lnTo>
                    <a:pt x="2229" y="2747"/>
                  </a:lnTo>
                  <a:lnTo>
                    <a:pt x="2248" y="2724"/>
                  </a:lnTo>
                  <a:lnTo>
                    <a:pt x="2267" y="2703"/>
                  </a:lnTo>
                  <a:lnTo>
                    <a:pt x="2288" y="2684"/>
                  </a:lnTo>
                  <a:lnTo>
                    <a:pt x="2310" y="2670"/>
                  </a:lnTo>
                  <a:lnTo>
                    <a:pt x="2332" y="2660"/>
                  </a:lnTo>
                  <a:lnTo>
                    <a:pt x="2356" y="2654"/>
                  </a:lnTo>
                  <a:lnTo>
                    <a:pt x="2380" y="2651"/>
                  </a:lnTo>
                  <a:close/>
                  <a:moveTo>
                    <a:pt x="2342" y="1355"/>
                  </a:moveTo>
                  <a:lnTo>
                    <a:pt x="2366" y="1357"/>
                  </a:lnTo>
                  <a:lnTo>
                    <a:pt x="2390" y="1363"/>
                  </a:lnTo>
                  <a:lnTo>
                    <a:pt x="2412" y="1373"/>
                  </a:lnTo>
                  <a:lnTo>
                    <a:pt x="2434" y="1387"/>
                  </a:lnTo>
                  <a:lnTo>
                    <a:pt x="2455" y="1405"/>
                  </a:lnTo>
                  <a:lnTo>
                    <a:pt x="2475" y="1426"/>
                  </a:lnTo>
                  <a:lnTo>
                    <a:pt x="2493" y="1451"/>
                  </a:lnTo>
                  <a:lnTo>
                    <a:pt x="2510" y="1478"/>
                  </a:lnTo>
                  <a:lnTo>
                    <a:pt x="2526" y="1507"/>
                  </a:lnTo>
                  <a:lnTo>
                    <a:pt x="2540" y="1540"/>
                  </a:lnTo>
                  <a:lnTo>
                    <a:pt x="2551" y="1574"/>
                  </a:lnTo>
                  <a:lnTo>
                    <a:pt x="2562" y="1611"/>
                  </a:lnTo>
                  <a:lnTo>
                    <a:pt x="2570" y="1649"/>
                  </a:lnTo>
                  <a:lnTo>
                    <a:pt x="2576" y="1689"/>
                  </a:lnTo>
                  <a:lnTo>
                    <a:pt x="2580" y="1731"/>
                  </a:lnTo>
                  <a:lnTo>
                    <a:pt x="2581" y="1773"/>
                  </a:lnTo>
                  <a:lnTo>
                    <a:pt x="2580" y="1815"/>
                  </a:lnTo>
                  <a:lnTo>
                    <a:pt x="2576" y="1858"/>
                  </a:lnTo>
                  <a:lnTo>
                    <a:pt x="2570" y="1897"/>
                  </a:lnTo>
                  <a:lnTo>
                    <a:pt x="2562" y="1936"/>
                  </a:lnTo>
                  <a:lnTo>
                    <a:pt x="2551" y="1972"/>
                  </a:lnTo>
                  <a:lnTo>
                    <a:pt x="2540" y="2008"/>
                  </a:lnTo>
                  <a:lnTo>
                    <a:pt x="2526" y="2039"/>
                  </a:lnTo>
                  <a:lnTo>
                    <a:pt x="2510" y="2070"/>
                  </a:lnTo>
                  <a:lnTo>
                    <a:pt x="2493" y="2097"/>
                  </a:lnTo>
                  <a:lnTo>
                    <a:pt x="2475" y="2121"/>
                  </a:lnTo>
                  <a:lnTo>
                    <a:pt x="2455" y="2142"/>
                  </a:lnTo>
                  <a:lnTo>
                    <a:pt x="2434" y="2160"/>
                  </a:lnTo>
                  <a:lnTo>
                    <a:pt x="2412" y="2174"/>
                  </a:lnTo>
                  <a:lnTo>
                    <a:pt x="2390" y="2185"/>
                  </a:lnTo>
                  <a:lnTo>
                    <a:pt x="2366" y="2191"/>
                  </a:lnTo>
                  <a:lnTo>
                    <a:pt x="2342" y="2193"/>
                  </a:lnTo>
                  <a:lnTo>
                    <a:pt x="2317" y="2191"/>
                  </a:lnTo>
                  <a:lnTo>
                    <a:pt x="2294" y="2185"/>
                  </a:lnTo>
                  <a:lnTo>
                    <a:pt x="2270" y="2174"/>
                  </a:lnTo>
                  <a:lnTo>
                    <a:pt x="2249" y="2160"/>
                  </a:lnTo>
                  <a:lnTo>
                    <a:pt x="2228" y="2142"/>
                  </a:lnTo>
                  <a:lnTo>
                    <a:pt x="2208" y="2121"/>
                  </a:lnTo>
                  <a:lnTo>
                    <a:pt x="2189" y="2097"/>
                  </a:lnTo>
                  <a:lnTo>
                    <a:pt x="2173" y="2070"/>
                  </a:lnTo>
                  <a:lnTo>
                    <a:pt x="2157" y="2039"/>
                  </a:lnTo>
                  <a:lnTo>
                    <a:pt x="2142" y="2008"/>
                  </a:lnTo>
                  <a:lnTo>
                    <a:pt x="2131" y="1972"/>
                  </a:lnTo>
                  <a:lnTo>
                    <a:pt x="2120" y="1936"/>
                  </a:lnTo>
                  <a:lnTo>
                    <a:pt x="2112" y="1897"/>
                  </a:lnTo>
                  <a:lnTo>
                    <a:pt x="2106" y="1858"/>
                  </a:lnTo>
                  <a:lnTo>
                    <a:pt x="2103" y="1815"/>
                  </a:lnTo>
                  <a:lnTo>
                    <a:pt x="2101" y="1773"/>
                  </a:lnTo>
                  <a:lnTo>
                    <a:pt x="2103" y="1731"/>
                  </a:lnTo>
                  <a:lnTo>
                    <a:pt x="2106" y="1689"/>
                  </a:lnTo>
                  <a:lnTo>
                    <a:pt x="2112" y="1649"/>
                  </a:lnTo>
                  <a:lnTo>
                    <a:pt x="2120" y="1611"/>
                  </a:lnTo>
                  <a:lnTo>
                    <a:pt x="2131" y="1574"/>
                  </a:lnTo>
                  <a:lnTo>
                    <a:pt x="2142" y="1540"/>
                  </a:lnTo>
                  <a:lnTo>
                    <a:pt x="2157" y="1507"/>
                  </a:lnTo>
                  <a:lnTo>
                    <a:pt x="2173" y="1478"/>
                  </a:lnTo>
                  <a:lnTo>
                    <a:pt x="2189" y="1451"/>
                  </a:lnTo>
                  <a:lnTo>
                    <a:pt x="2208" y="1426"/>
                  </a:lnTo>
                  <a:lnTo>
                    <a:pt x="2228" y="1405"/>
                  </a:lnTo>
                  <a:lnTo>
                    <a:pt x="2249" y="1387"/>
                  </a:lnTo>
                  <a:lnTo>
                    <a:pt x="2270" y="1373"/>
                  </a:lnTo>
                  <a:lnTo>
                    <a:pt x="2294" y="1363"/>
                  </a:lnTo>
                  <a:lnTo>
                    <a:pt x="2317" y="1357"/>
                  </a:lnTo>
                  <a:lnTo>
                    <a:pt x="2342" y="1355"/>
                  </a:lnTo>
                  <a:close/>
                  <a:moveTo>
                    <a:pt x="3179" y="819"/>
                  </a:moveTo>
                  <a:lnTo>
                    <a:pt x="3204" y="821"/>
                  </a:lnTo>
                  <a:lnTo>
                    <a:pt x="3227" y="827"/>
                  </a:lnTo>
                  <a:lnTo>
                    <a:pt x="3250" y="838"/>
                  </a:lnTo>
                  <a:lnTo>
                    <a:pt x="3272" y="852"/>
                  </a:lnTo>
                  <a:lnTo>
                    <a:pt x="3293" y="869"/>
                  </a:lnTo>
                  <a:lnTo>
                    <a:pt x="3312" y="890"/>
                  </a:lnTo>
                  <a:lnTo>
                    <a:pt x="3331" y="915"/>
                  </a:lnTo>
                  <a:lnTo>
                    <a:pt x="3348" y="942"/>
                  </a:lnTo>
                  <a:lnTo>
                    <a:pt x="3363" y="971"/>
                  </a:lnTo>
                  <a:lnTo>
                    <a:pt x="3377" y="1004"/>
                  </a:lnTo>
                  <a:lnTo>
                    <a:pt x="3389" y="1038"/>
                  </a:lnTo>
                  <a:lnTo>
                    <a:pt x="3400" y="1076"/>
                  </a:lnTo>
                  <a:lnTo>
                    <a:pt x="3408" y="1113"/>
                  </a:lnTo>
                  <a:lnTo>
                    <a:pt x="3414" y="1153"/>
                  </a:lnTo>
                  <a:lnTo>
                    <a:pt x="3417" y="1195"/>
                  </a:lnTo>
                  <a:lnTo>
                    <a:pt x="3418" y="1237"/>
                  </a:lnTo>
                  <a:lnTo>
                    <a:pt x="3417" y="1280"/>
                  </a:lnTo>
                  <a:lnTo>
                    <a:pt x="3414" y="1322"/>
                  </a:lnTo>
                  <a:lnTo>
                    <a:pt x="3408" y="1362"/>
                  </a:lnTo>
                  <a:lnTo>
                    <a:pt x="3400" y="1399"/>
                  </a:lnTo>
                  <a:lnTo>
                    <a:pt x="3389" y="1437"/>
                  </a:lnTo>
                  <a:lnTo>
                    <a:pt x="3377" y="1471"/>
                  </a:lnTo>
                  <a:lnTo>
                    <a:pt x="3363" y="1503"/>
                  </a:lnTo>
                  <a:lnTo>
                    <a:pt x="3348" y="1533"/>
                  </a:lnTo>
                  <a:lnTo>
                    <a:pt x="3331" y="1560"/>
                  </a:lnTo>
                  <a:lnTo>
                    <a:pt x="3312" y="1584"/>
                  </a:lnTo>
                  <a:lnTo>
                    <a:pt x="3293" y="1605"/>
                  </a:lnTo>
                  <a:lnTo>
                    <a:pt x="3272" y="1623"/>
                  </a:lnTo>
                  <a:lnTo>
                    <a:pt x="3250" y="1637"/>
                  </a:lnTo>
                  <a:lnTo>
                    <a:pt x="3227" y="1648"/>
                  </a:lnTo>
                  <a:lnTo>
                    <a:pt x="3204" y="1654"/>
                  </a:lnTo>
                  <a:lnTo>
                    <a:pt x="3179" y="1656"/>
                  </a:lnTo>
                  <a:lnTo>
                    <a:pt x="3155" y="1654"/>
                  </a:lnTo>
                  <a:lnTo>
                    <a:pt x="3131" y="1648"/>
                  </a:lnTo>
                  <a:lnTo>
                    <a:pt x="3108" y="1637"/>
                  </a:lnTo>
                  <a:lnTo>
                    <a:pt x="3087" y="1623"/>
                  </a:lnTo>
                  <a:lnTo>
                    <a:pt x="3066" y="1605"/>
                  </a:lnTo>
                  <a:lnTo>
                    <a:pt x="3046" y="1584"/>
                  </a:lnTo>
                  <a:lnTo>
                    <a:pt x="3027" y="1560"/>
                  </a:lnTo>
                  <a:lnTo>
                    <a:pt x="3011" y="1533"/>
                  </a:lnTo>
                  <a:lnTo>
                    <a:pt x="2994" y="1503"/>
                  </a:lnTo>
                  <a:lnTo>
                    <a:pt x="2980" y="1471"/>
                  </a:lnTo>
                  <a:lnTo>
                    <a:pt x="2968" y="1437"/>
                  </a:lnTo>
                  <a:lnTo>
                    <a:pt x="2958" y="1399"/>
                  </a:lnTo>
                  <a:lnTo>
                    <a:pt x="2950" y="1362"/>
                  </a:lnTo>
                  <a:lnTo>
                    <a:pt x="2944" y="1322"/>
                  </a:lnTo>
                  <a:lnTo>
                    <a:pt x="2940" y="1280"/>
                  </a:lnTo>
                  <a:lnTo>
                    <a:pt x="2939" y="1237"/>
                  </a:lnTo>
                  <a:lnTo>
                    <a:pt x="2940" y="1195"/>
                  </a:lnTo>
                  <a:lnTo>
                    <a:pt x="2944" y="1153"/>
                  </a:lnTo>
                  <a:lnTo>
                    <a:pt x="2950" y="1113"/>
                  </a:lnTo>
                  <a:lnTo>
                    <a:pt x="2958" y="1076"/>
                  </a:lnTo>
                  <a:lnTo>
                    <a:pt x="2968" y="1038"/>
                  </a:lnTo>
                  <a:lnTo>
                    <a:pt x="2980" y="1004"/>
                  </a:lnTo>
                  <a:lnTo>
                    <a:pt x="2994" y="971"/>
                  </a:lnTo>
                  <a:lnTo>
                    <a:pt x="3011" y="942"/>
                  </a:lnTo>
                  <a:lnTo>
                    <a:pt x="3027" y="915"/>
                  </a:lnTo>
                  <a:lnTo>
                    <a:pt x="3046" y="890"/>
                  </a:lnTo>
                  <a:lnTo>
                    <a:pt x="3066" y="869"/>
                  </a:lnTo>
                  <a:lnTo>
                    <a:pt x="3087" y="852"/>
                  </a:lnTo>
                  <a:lnTo>
                    <a:pt x="3108" y="838"/>
                  </a:lnTo>
                  <a:lnTo>
                    <a:pt x="3131" y="827"/>
                  </a:lnTo>
                  <a:lnTo>
                    <a:pt x="3155" y="821"/>
                  </a:lnTo>
                  <a:lnTo>
                    <a:pt x="3179" y="819"/>
                  </a:lnTo>
                  <a:close/>
                  <a:moveTo>
                    <a:pt x="3246" y="2144"/>
                  </a:moveTo>
                  <a:lnTo>
                    <a:pt x="3271" y="2146"/>
                  </a:lnTo>
                  <a:lnTo>
                    <a:pt x="3294" y="2152"/>
                  </a:lnTo>
                  <a:lnTo>
                    <a:pt x="3316" y="2162"/>
                  </a:lnTo>
                  <a:lnTo>
                    <a:pt x="3339" y="2176"/>
                  </a:lnTo>
                  <a:lnTo>
                    <a:pt x="3360" y="2194"/>
                  </a:lnTo>
                  <a:lnTo>
                    <a:pt x="3380" y="2215"/>
                  </a:lnTo>
                  <a:lnTo>
                    <a:pt x="3397" y="2240"/>
                  </a:lnTo>
                  <a:lnTo>
                    <a:pt x="3415" y="2267"/>
                  </a:lnTo>
                  <a:lnTo>
                    <a:pt x="3430" y="2296"/>
                  </a:lnTo>
                  <a:lnTo>
                    <a:pt x="3444" y="2329"/>
                  </a:lnTo>
                  <a:lnTo>
                    <a:pt x="3456" y="2363"/>
                  </a:lnTo>
                  <a:lnTo>
                    <a:pt x="3466" y="2400"/>
                  </a:lnTo>
                  <a:lnTo>
                    <a:pt x="3475" y="2438"/>
                  </a:lnTo>
                  <a:lnTo>
                    <a:pt x="3480" y="2478"/>
                  </a:lnTo>
                  <a:lnTo>
                    <a:pt x="3484" y="2520"/>
                  </a:lnTo>
                  <a:lnTo>
                    <a:pt x="3485" y="2562"/>
                  </a:lnTo>
                  <a:lnTo>
                    <a:pt x="3484" y="2604"/>
                  </a:lnTo>
                  <a:lnTo>
                    <a:pt x="3480" y="2647"/>
                  </a:lnTo>
                  <a:lnTo>
                    <a:pt x="3475" y="2686"/>
                  </a:lnTo>
                  <a:lnTo>
                    <a:pt x="3466" y="2725"/>
                  </a:lnTo>
                  <a:lnTo>
                    <a:pt x="3456" y="2762"/>
                  </a:lnTo>
                  <a:lnTo>
                    <a:pt x="3444" y="2796"/>
                  </a:lnTo>
                  <a:lnTo>
                    <a:pt x="3430" y="2828"/>
                  </a:lnTo>
                  <a:lnTo>
                    <a:pt x="3415" y="2858"/>
                  </a:lnTo>
                  <a:lnTo>
                    <a:pt x="3397" y="2886"/>
                  </a:lnTo>
                  <a:lnTo>
                    <a:pt x="3380" y="2909"/>
                  </a:lnTo>
                  <a:lnTo>
                    <a:pt x="3360" y="2930"/>
                  </a:lnTo>
                  <a:lnTo>
                    <a:pt x="3339" y="2949"/>
                  </a:lnTo>
                  <a:lnTo>
                    <a:pt x="3316" y="2963"/>
                  </a:lnTo>
                  <a:lnTo>
                    <a:pt x="3294" y="2974"/>
                  </a:lnTo>
                  <a:lnTo>
                    <a:pt x="3271" y="2980"/>
                  </a:lnTo>
                  <a:lnTo>
                    <a:pt x="3246" y="2982"/>
                  </a:lnTo>
                  <a:lnTo>
                    <a:pt x="3222" y="2980"/>
                  </a:lnTo>
                  <a:lnTo>
                    <a:pt x="3198" y="2974"/>
                  </a:lnTo>
                  <a:lnTo>
                    <a:pt x="3176" y="2963"/>
                  </a:lnTo>
                  <a:lnTo>
                    <a:pt x="3154" y="2949"/>
                  </a:lnTo>
                  <a:lnTo>
                    <a:pt x="3133" y="2930"/>
                  </a:lnTo>
                  <a:lnTo>
                    <a:pt x="3113" y="2909"/>
                  </a:lnTo>
                  <a:lnTo>
                    <a:pt x="3095" y="2886"/>
                  </a:lnTo>
                  <a:lnTo>
                    <a:pt x="3077" y="2858"/>
                  </a:lnTo>
                  <a:lnTo>
                    <a:pt x="3062" y="2828"/>
                  </a:lnTo>
                  <a:lnTo>
                    <a:pt x="3048" y="2796"/>
                  </a:lnTo>
                  <a:lnTo>
                    <a:pt x="3036" y="2762"/>
                  </a:lnTo>
                  <a:lnTo>
                    <a:pt x="3026" y="2725"/>
                  </a:lnTo>
                  <a:lnTo>
                    <a:pt x="3018" y="2686"/>
                  </a:lnTo>
                  <a:lnTo>
                    <a:pt x="3012" y="2647"/>
                  </a:lnTo>
                  <a:lnTo>
                    <a:pt x="3008" y="2604"/>
                  </a:lnTo>
                  <a:lnTo>
                    <a:pt x="3007" y="2562"/>
                  </a:lnTo>
                  <a:lnTo>
                    <a:pt x="3008" y="2520"/>
                  </a:lnTo>
                  <a:lnTo>
                    <a:pt x="3012" y="2478"/>
                  </a:lnTo>
                  <a:lnTo>
                    <a:pt x="3018" y="2438"/>
                  </a:lnTo>
                  <a:lnTo>
                    <a:pt x="3026" y="2400"/>
                  </a:lnTo>
                  <a:lnTo>
                    <a:pt x="3036" y="2363"/>
                  </a:lnTo>
                  <a:lnTo>
                    <a:pt x="3048" y="2329"/>
                  </a:lnTo>
                  <a:lnTo>
                    <a:pt x="3062" y="2296"/>
                  </a:lnTo>
                  <a:lnTo>
                    <a:pt x="3077" y="2267"/>
                  </a:lnTo>
                  <a:lnTo>
                    <a:pt x="3095" y="2240"/>
                  </a:lnTo>
                  <a:lnTo>
                    <a:pt x="3113" y="2215"/>
                  </a:lnTo>
                  <a:lnTo>
                    <a:pt x="3133" y="2194"/>
                  </a:lnTo>
                  <a:lnTo>
                    <a:pt x="3154" y="2176"/>
                  </a:lnTo>
                  <a:lnTo>
                    <a:pt x="3176" y="2162"/>
                  </a:lnTo>
                  <a:lnTo>
                    <a:pt x="3198" y="2152"/>
                  </a:lnTo>
                  <a:lnTo>
                    <a:pt x="3222" y="2146"/>
                  </a:lnTo>
                  <a:lnTo>
                    <a:pt x="3246" y="214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4482" name="Freeform 48"/>
            <p:cNvSpPr>
              <a:spLocks/>
            </p:cNvSpPr>
            <p:nvPr/>
          </p:nvSpPr>
          <p:spPr bwMode="auto">
            <a:xfrm>
              <a:off x="1267" y="1588"/>
              <a:ext cx="87" cy="52"/>
            </a:xfrm>
            <a:custGeom>
              <a:avLst/>
              <a:gdLst>
                <a:gd name="T0" fmla="*/ 3 w 437"/>
                <a:gd name="T1" fmla="*/ 2 h 260"/>
                <a:gd name="T2" fmla="*/ 3 w 437"/>
                <a:gd name="T3" fmla="*/ 2 h 260"/>
                <a:gd name="T4" fmla="*/ 3 w 437"/>
                <a:gd name="T5" fmla="*/ 2 h 260"/>
                <a:gd name="T6" fmla="*/ 3 w 437"/>
                <a:gd name="T7" fmla="*/ 2 h 260"/>
                <a:gd name="T8" fmla="*/ 3 w 437"/>
                <a:gd name="T9" fmla="*/ 1 h 260"/>
                <a:gd name="T10" fmla="*/ 3 w 437"/>
                <a:gd name="T11" fmla="*/ 1 h 260"/>
                <a:gd name="T12" fmla="*/ 3 w 437"/>
                <a:gd name="T13" fmla="*/ 1 h 260"/>
                <a:gd name="T14" fmla="*/ 3 w 437"/>
                <a:gd name="T15" fmla="*/ 1 h 260"/>
                <a:gd name="T16" fmla="*/ 3 w 437"/>
                <a:gd name="T17" fmla="*/ 1 h 260"/>
                <a:gd name="T18" fmla="*/ 2 w 437"/>
                <a:gd name="T19" fmla="*/ 1 h 260"/>
                <a:gd name="T20" fmla="*/ 2 w 437"/>
                <a:gd name="T21" fmla="*/ 0 h 260"/>
                <a:gd name="T22" fmla="*/ 2 w 437"/>
                <a:gd name="T23" fmla="*/ 0 h 260"/>
                <a:gd name="T24" fmla="*/ 2 w 437"/>
                <a:gd name="T25" fmla="*/ 0 h 260"/>
                <a:gd name="T26" fmla="*/ 1 w 437"/>
                <a:gd name="T27" fmla="*/ 0 h 260"/>
                <a:gd name="T28" fmla="*/ 1 w 437"/>
                <a:gd name="T29" fmla="*/ 0 h 260"/>
                <a:gd name="T30" fmla="*/ 1 w 437"/>
                <a:gd name="T31" fmla="*/ 0 h 260"/>
                <a:gd name="T32" fmla="*/ 0 w 437"/>
                <a:gd name="T33" fmla="*/ 0 h 260"/>
                <a:gd name="T34" fmla="*/ 0 w 437"/>
                <a:gd name="T35" fmla="*/ 0 h 260"/>
                <a:gd name="T36" fmla="*/ 0 w 437"/>
                <a:gd name="T37" fmla="*/ 0 h 260"/>
                <a:gd name="T38" fmla="*/ 0 w 437"/>
                <a:gd name="T39" fmla="*/ 0 h 260"/>
                <a:gd name="T40" fmla="*/ 1 w 437"/>
                <a:gd name="T41" fmla="*/ 0 h 260"/>
                <a:gd name="T42" fmla="*/ 1 w 437"/>
                <a:gd name="T43" fmla="*/ 0 h 260"/>
                <a:gd name="T44" fmla="*/ 1 w 437"/>
                <a:gd name="T45" fmla="*/ 0 h 260"/>
                <a:gd name="T46" fmla="*/ 2 w 437"/>
                <a:gd name="T47" fmla="*/ 0 h 260"/>
                <a:gd name="T48" fmla="*/ 2 w 437"/>
                <a:gd name="T49" fmla="*/ 0 h 260"/>
                <a:gd name="T50" fmla="*/ 2 w 437"/>
                <a:gd name="T51" fmla="*/ 1 h 260"/>
                <a:gd name="T52" fmla="*/ 2 w 437"/>
                <a:gd name="T53" fmla="*/ 1 h 260"/>
                <a:gd name="T54" fmla="*/ 3 w 437"/>
                <a:gd name="T55" fmla="*/ 1 h 260"/>
                <a:gd name="T56" fmla="*/ 3 w 437"/>
                <a:gd name="T57" fmla="*/ 1 h 260"/>
                <a:gd name="T58" fmla="*/ 3 w 437"/>
                <a:gd name="T59" fmla="*/ 1 h 260"/>
                <a:gd name="T60" fmla="*/ 3 w 437"/>
                <a:gd name="T61" fmla="*/ 1 h 260"/>
                <a:gd name="T62" fmla="*/ 3 w 437"/>
                <a:gd name="T63" fmla="*/ 1 h 260"/>
                <a:gd name="T64" fmla="*/ 3 w 437"/>
                <a:gd name="T65" fmla="*/ 2 h 260"/>
                <a:gd name="T66" fmla="*/ 3 w 437"/>
                <a:gd name="T67" fmla="*/ 2 h 260"/>
                <a:gd name="T68" fmla="*/ 3 w 437"/>
                <a:gd name="T69" fmla="*/ 2 h 260"/>
                <a:gd name="T70" fmla="*/ 3 w 437"/>
                <a:gd name="T71" fmla="*/ 2 h 260"/>
                <a:gd name="T72" fmla="*/ 3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437" y="260"/>
                  </a:moveTo>
                  <a:lnTo>
                    <a:pt x="437" y="260"/>
                  </a:lnTo>
                  <a:lnTo>
                    <a:pt x="434" y="233"/>
                  </a:lnTo>
                  <a:lnTo>
                    <a:pt x="427" y="206"/>
                  </a:lnTo>
                  <a:lnTo>
                    <a:pt x="417" y="181"/>
                  </a:lnTo>
                  <a:lnTo>
                    <a:pt x="401" y="157"/>
                  </a:lnTo>
                  <a:lnTo>
                    <a:pt x="383" y="133"/>
                  </a:lnTo>
                  <a:lnTo>
                    <a:pt x="360" y="113"/>
                  </a:lnTo>
                  <a:lnTo>
                    <a:pt x="336" y="93"/>
                  </a:lnTo>
                  <a:lnTo>
                    <a:pt x="308" y="73"/>
                  </a:lnTo>
                  <a:lnTo>
                    <a:pt x="276" y="58"/>
                  </a:lnTo>
                  <a:lnTo>
                    <a:pt x="242" y="43"/>
                  </a:lnTo>
                  <a:lnTo>
                    <a:pt x="207" y="30"/>
                  </a:lnTo>
                  <a:lnTo>
                    <a:pt x="168" y="19"/>
                  </a:lnTo>
                  <a:lnTo>
                    <a:pt x="128" y="11"/>
                  </a:lnTo>
                  <a:lnTo>
                    <a:pt x="87" y="4"/>
                  </a:lnTo>
                  <a:lnTo>
                    <a:pt x="43" y="1"/>
                  </a:lnTo>
                  <a:lnTo>
                    <a:pt x="0" y="0"/>
                  </a:lnTo>
                  <a:lnTo>
                    <a:pt x="0" y="11"/>
                  </a:lnTo>
                  <a:lnTo>
                    <a:pt x="43" y="12"/>
                  </a:lnTo>
                  <a:lnTo>
                    <a:pt x="85" y="16"/>
                  </a:lnTo>
                  <a:lnTo>
                    <a:pt x="126" y="23"/>
                  </a:lnTo>
                  <a:lnTo>
                    <a:pt x="166" y="31"/>
                  </a:lnTo>
                  <a:lnTo>
                    <a:pt x="202" y="42"/>
                  </a:lnTo>
                  <a:lnTo>
                    <a:pt x="237" y="55"/>
                  </a:lnTo>
                  <a:lnTo>
                    <a:pt x="271" y="70"/>
                  </a:lnTo>
                  <a:lnTo>
                    <a:pt x="301" y="85"/>
                  </a:lnTo>
                  <a:lnTo>
                    <a:pt x="329" y="103"/>
                  </a:lnTo>
                  <a:lnTo>
                    <a:pt x="353" y="123"/>
                  </a:lnTo>
                  <a:lnTo>
                    <a:pt x="373" y="143"/>
                  </a:lnTo>
                  <a:lnTo>
                    <a:pt x="392" y="164"/>
                  </a:lnTo>
                  <a:lnTo>
                    <a:pt x="405" y="186"/>
                  </a:lnTo>
                  <a:lnTo>
                    <a:pt x="415" y="211"/>
                  </a:lnTo>
                  <a:lnTo>
                    <a:pt x="422" y="235"/>
                  </a:lnTo>
                  <a:lnTo>
                    <a:pt x="425" y="260"/>
                  </a:lnTo>
                  <a:lnTo>
                    <a:pt x="437"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4483" name="Freeform 49"/>
            <p:cNvSpPr>
              <a:spLocks/>
            </p:cNvSpPr>
            <p:nvPr/>
          </p:nvSpPr>
          <p:spPr bwMode="auto">
            <a:xfrm>
              <a:off x="1267" y="1640"/>
              <a:ext cx="87" cy="52"/>
            </a:xfrm>
            <a:custGeom>
              <a:avLst/>
              <a:gdLst>
                <a:gd name="T0" fmla="*/ 0 w 437"/>
                <a:gd name="T1" fmla="*/ 2 h 260"/>
                <a:gd name="T2" fmla="*/ 0 w 437"/>
                <a:gd name="T3" fmla="*/ 2 h 260"/>
                <a:gd name="T4" fmla="*/ 0 w 437"/>
                <a:gd name="T5" fmla="*/ 2 h 260"/>
                <a:gd name="T6" fmla="*/ 1 w 437"/>
                <a:gd name="T7" fmla="*/ 2 h 260"/>
                <a:gd name="T8" fmla="*/ 1 w 437"/>
                <a:gd name="T9" fmla="*/ 2 h 260"/>
                <a:gd name="T10" fmla="*/ 1 w 437"/>
                <a:gd name="T11" fmla="*/ 2 h 260"/>
                <a:gd name="T12" fmla="*/ 2 w 437"/>
                <a:gd name="T13" fmla="*/ 2 h 260"/>
                <a:gd name="T14" fmla="*/ 2 w 437"/>
                <a:gd name="T15" fmla="*/ 2 h 260"/>
                <a:gd name="T16" fmla="*/ 2 w 437"/>
                <a:gd name="T17" fmla="*/ 2 h 260"/>
                <a:gd name="T18" fmla="*/ 2 w 437"/>
                <a:gd name="T19" fmla="*/ 1 h 260"/>
                <a:gd name="T20" fmla="*/ 3 w 437"/>
                <a:gd name="T21" fmla="*/ 1 h 260"/>
                <a:gd name="T22" fmla="*/ 3 w 437"/>
                <a:gd name="T23" fmla="*/ 1 h 260"/>
                <a:gd name="T24" fmla="*/ 3 w 437"/>
                <a:gd name="T25" fmla="*/ 1 h 260"/>
                <a:gd name="T26" fmla="*/ 3 w 437"/>
                <a:gd name="T27" fmla="*/ 1 h 260"/>
                <a:gd name="T28" fmla="*/ 3 w 437"/>
                <a:gd name="T29" fmla="*/ 1 h 260"/>
                <a:gd name="T30" fmla="*/ 3 w 437"/>
                <a:gd name="T31" fmla="*/ 0 h 260"/>
                <a:gd name="T32" fmla="*/ 3 w 437"/>
                <a:gd name="T33" fmla="*/ 0 h 260"/>
                <a:gd name="T34" fmla="*/ 3 w 437"/>
                <a:gd name="T35" fmla="*/ 0 h 260"/>
                <a:gd name="T36" fmla="*/ 3 w 437"/>
                <a:gd name="T37" fmla="*/ 0 h 260"/>
                <a:gd name="T38" fmla="*/ 3 w 437"/>
                <a:gd name="T39" fmla="*/ 0 h 260"/>
                <a:gd name="T40" fmla="*/ 3 w 437"/>
                <a:gd name="T41" fmla="*/ 0 h 260"/>
                <a:gd name="T42" fmla="*/ 3 w 437"/>
                <a:gd name="T43" fmla="*/ 1 h 260"/>
                <a:gd name="T44" fmla="*/ 3 w 437"/>
                <a:gd name="T45" fmla="*/ 1 h 260"/>
                <a:gd name="T46" fmla="*/ 3 w 437"/>
                <a:gd name="T47" fmla="*/ 1 h 260"/>
                <a:gd name="T48" fmla="*/ 3 w 437"/>
                <a:gd name="T49" fmla="*/ 1 h 260"/>
                <a:gd name="T50" fmla="*/ 3 w 437"/>
                <a:gd name="T51" fmla="*/ 1 h 260"/>
                <a:gd name="T52" fmla="*/ 2 w 437"/>
                <a:gd name="T53" fmla="*/ 1 h 260"/>
                <a:gd name="T54" fmla="*/ 2 w 437"/>
                <a:gd name="T55" fmla="*/ 2 h 260"/>
                <a:gd name="T56" fmla="*/ 2 w 437"/>
                <a:gd name="T57" fmla="*/ 2 h 260"/>
                <a:gd name="T58" fmla="*/ 2 w 437"/>
                <a:gd name="T59" fmla="*/ 2 h 260"/>
                <a:gd name="T60" fmla="*/ 1 w 437"/>
                <a:gd name="T61" fmla="*/ 2 h 260"/>
                <a:gd name="T62" fmla="*/ 1 w 437"/>
                <a:gd name="T63" fmla="*/ 2 h 260"/>
                <a:gd name="T64" fmla="*/ 1 w 437"/>
                <a:gd name="T65" fmla="*/ 2 h 260"/>
                <a:gd name="T66" fmla="*/ 0 w 437"/>
                <a:gd name="T67" fmla="*/ 2 h 260"/>
                <a:gd name="T68" fmla="*/ 0 w 437"/>
                <a:gd name="T69" fmla="*/ 2 h 260"/>
                <a:gd name="T70" fmla="*/ 0 w 437"/>
                <a:gd name="T71" fmla="*/ 2 h 260"/>
                <a:gd name="T72" fmla="*/ 0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0" y="260"/>
                  </a:moveTo>
                  <a:lnTo>
                    <a:pt x="0" y="260"/>
                  </a:lnTo>
                  <a:lnTo>
                    <a:pt x="43" y="259"/>
                  </a:lnTo>
                  <a:lnTo>
                    <a:pt x="87" y="255"/>
                  </a:lnTo>
                  <a:lnTo>
                    <a:pt x="128" y="248"/>
                  </a:lnTo>
                  <a:lnTo>
                    <a:pt x="168" y="240"/>
                  </a:lnTo>
                  <a:lnTo>
                    <a:pt x="207" y="230"/>
                  </a:lnTo>
                  <a:lnTo>
                    <a:pt x="242" y="217"/>
                  </a:lnTo>
                  <a:lnTo>
                    <a:pt x="276" y="202"/>
                  </a:lnTo>
                  <a:lnTo>
                    <a:pt x="308" y="185"/>
                  </a:lnTo>
                  <a:lnTo>
                    <a:pt x="336" y="166"/>
                  </a:lnTo>
                  <a:lnTo>
                    <a:pt x="360" y="146"/>
                  </a:lnTo>
                  <a:lnTo>
                    <a:pt x="383" y="125"/>
                  </a:lnTo>
                  <a:lnTo>
                    <a:pt x="401" y="102"/>
                  </a:lnTo>
                  <a:lnTo>
                    <a:pt x="417" y="77"/>
                  </a:lnTo>
                  <a:lnTo>
                    <a:pt x="427" y="53"/>
                  </a:lnTo>
                  <a:lnTo>
                    <a:pt x="434" y="27"/>
                  </a:lnTo>
                  <a:lnTo>
                    <a:pt x="437" y="0"/>
                  </a:lnTo>
                  <a:lnTo>
                    <a:pt x="425" y="0"/>
                  </a:lnTo>
                  <a:lnTo>
                    <a:pt x="422" y="24"/>
                  </a:lnTo>
                  <a:lnTo>
                    <a:pt x="415" y="48"/>
                  </a:lnTo>
                  <a:lnTo>
                    <a:pt x="405" y="73"/>
                  </a:lnTo>
                  <a:lnTo>
                    <a:pt x="392" y="95"/>
                  </a:lnTo>
                  <a:lnTo>
                    <a:pt x="373" y="116"/>
                  </a:lnTo>
                  <a:lnTo>
                    <a:pt x="353" y="137"/>
                  </a:lnTo>
                  <a:lnTo>
                    <a:pt x="329" y="157"/>
                  </a:lnTo>
                  <a:lnTo>
                    <a:pt x="301" y="173"/>
                  </a:lnTo>
                  <a:lnTo>
                    <a:pt x="271" y="190"/>
                  </a:lnTo>
                  <a:lnTo>
                    <a:pt x="237" y="205"/>
                  </a:lnTo>
                  <a:lnTo>
                    <a:pt x="202" y="218"/>
                  </a:lnTo>
                  <a:lnTo>
                    <a:pt x="166" y="228"/>
                  </a:lnTo>
                  <a:lnTo>
                    <a:pt x="126" y="237"/>
                  </a:lnTo>
                  <a:lnTo>
                    <a:pt x="85" y="244"/>
                  </a:lnTo>
                  <a:lnTo>
                    <a:pt x="43" y="247"/>
                  </a:lnTo>
                  <a:lnTo>
                    <a:pt x="0" y="248"/>
                  </a:lnTo>
                  <a:lnTo>
                    <a:pt x="0"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4484" name="Freeform 50"/>
            <p:cNvSpPr>
              <a:spLocks/>
            </p:cNvSpPr>
            <p:nvPr/>
          </p:nvSpPr>
          <p:spPr bwMode="auto">
            <a:xfrm>
              <a:off x="1179" y="1640"/>
              <a:ext cx="88" cy="52"/>
            </a:xfrm>
            <a:custGeom>
              <a:avLst/>
              <a:gdLst>
                <a:gd name="T0" fmla="*/ 0 w 439"/>
                <a:gd name="T1" fmla="*/ 0 h 260"/>
                <a:gd name="T2" fmla="*/ 0 w 439"/>
                <a:gd name="T3" fmla="*/ 0 h 260"/>
                <a:gd name="T4" fmla="*/ 0 w 439"/>
                <a:gd name="T5" fmla="*/ 0 h 260"/>
                <a:gd name="T6" fmla="*/ 0 w 439"/>
                <a:gd name="T7" fmla="*/ 0 h 260"/>
                <a:gd name="T8" fmla="*/ 0 w 439"/>
                <a:gd name="T9" fmla="*/ 1 h 260"/>
                <a:gd name="T10" fmla="*/ 0 w 439"/>
                <a:gd name="T11" fmla="*/ 1 h 260"/>
                <a:gd name="T12" fmla="*/ 0 w 439"/>
                <a:gd name="T13" fmla="*/ 1 h 260"/>
                <a:gd name="T14" fmla="*/ 1 w 439"/>
                <a:gd name="T15" fmla="*/ 1 h 260"/>
                <a:gd name="T16" fmla="*/ 1 w 439"/>
                <a:gd name="T17" fmla="*/ 1 h 260"/>
                <a:gd name="T18" fmla="*/ 1 w 439"/>
                <a:gd name="T19" fmla="*/ 1 h 260"/>
                <a:gd name="T20" fmla="*/ 1 w 439"/>
                <a:gd name="T21" fmla="*/ 2 h 260"/>
                <a:gd name="T22" fmla="*/ 2 w 439"/>
                <a:gd name="T23" fmla="*/ 2 h 260"/>
                <a:gd name="T24" fmla="*/ 2 w 439"/>
                <a:gd name="T25" fmla="*/ 2 h 260"/>
                <a:gd name="T26" fmla="*/ 2 w 439"/>
                <a:gd name="T27" fmla="*/ 2 h 260"/>
                <a:gd name="T28" fmla="*/ 2 w 439"/>
                <a:gd name="T29" fmla="*/ 2 h 260"/>
                <a:gd name="T30" fmla="*/ 3 w 439"/>
                <a:gd name="T31" fmla="*/ 2 h 260"/>
                <a:gd name="T32" fmla="*/ 3 w 439"/>
                <a:gd name="T33" fmla="*/ 2 h 260"/>
                <a:gd name="T34" fmla="*/ 4 w 439"/>
                <a:gd name="T35" fmla="*/ 2 h 260"/>
                <a:gd name="T36" fmla="*/ 4 w 439"/>
                <a:gd name="T37" fmla="*/ 2 h 260"/>
                <a:gd name="T38" fmla="*/ 3 w 439"/>
                <a:gd name="T39" fmla="*/ 2 h 260"/>
                <a:gd name="T40" fmla="*/ 3 w 439"/>
                <a:gd name="T41" fmla="*/ 2 h 260"/>
                <a:gd name="T42" fmla="*/ 3 w 439"/>
                <a:gd name="T43" fmla="*/ 2 h 260"/>
                <a:gd name="T44" fmla="*/ 2 w 439"/>
                <a:gd name="T45" fmla="*/ 2 h 260"/>
                <a:gd name="T46" fmla="*/ 2 w 439"/>
                <a:gd name="T47" fmla="*/ 2 h 260"/>
                <a:gd name="T48" fmla="*/ 2 w 439"/>
                <a:gd name="T49" fmla="*/ 2 h 260"/>
                <a:gd name="T50" fmla="*/ 1 w 439"/>
                <a:gd name="T51" fmla="*/ 2 h 260"/>
                <a:gd name="T52" fmla="*/ 1 w 439"/>
                <a:gd name="T53" fmla="*/ 1 h 260"/>
                <a:gd name="T54" fmla="*/ 1 w 439"/>
                <a:gd name="T55" fmla="*/ 1 h 260"/>
                <a:gd name="T56" fmla="*/ 1 w 439"/>
                <a:gd name="T57" fmla="*/ 1 h 260"/>
                <a:gd name="T58" fmla="*/ 1 w 439"/>
                <a:gd name="T59" fmla="*/ 1 h 260"/>
                <a:gd name="T60" fmla="*/ 0 w 439"/>
                <a:gd name="T61" fmla="*/ 1 h 260"/>
                <a:gd name="T62" fmla="*/ 0 w 439"/>
                <a:gd name="T63" fmla="*/ 1 h 260"/>
                <a:gd name="T64" fmla="*/ 0 w 439"/>
                <a:gd name="T65" fmla="*/ 0 h 260"/>
                <a:gd name="T66" fmla="*/ 0 w 439"/>
                <a:gd name="T67" fmla="*/ 0 h 260"/>
                <a:gd name="T68" fmla="*/ 0 w 439"/>
                <a:gd name="T69" fmla="*/ 0 h 260"/>
                <a:gd name="T70" fmla="*/ 0 w 439"/>
                <a:gd name="T71" fmla="*/ 0 h 260"/>
                <a:gd name="T72" fmla="*/ 0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0" y="0"/>
                  </a:moveTo>
                  <a:lnTo>
                    <a:pt x="0" y="0"/>
                  </a:lnTo>
                  <a:lnTo>
                    <a:pt x="3" y="27"/>
                  </a:lnTo>
                  <a:lnTo>
                    <a:pt x="10" y="53"/>
                  </a:lnTo>
                  <a:lnTo>
                    <a:pt x="20" y="77"/>
                  </a:lnTo>
                  <a:lnTo>
                    <a:pt x="35" y="102"/>
                  </a:lnTo>
                  <a:lnTo>
                    <a:pt x="54" y="125"/>
                  </a:lnTo>
                  <a:lnTo>
                    <a:pt x="76" y="146"/>
                  </a:lnTo>
                  <a:lnTo>
                    <a:pt x="102" y="166"/>
                  </a:lnTo>
                  <a:lnTo>
                    <a:pt x="130" y="185"/>
                  </a:lnTo>
                  <a:lnTo>
                    <a:pt x="162" y="202"/>
                  </a:lnTo>
                  <a:lnTo>
                    <a:pt x="195" y="217"/>
                  </a:lnTo>
                  <a:lnTo>
                    <a:pt x="231" y="230"/>
                  </a:lnTo>
                  <a:lnTo>
                    <a:pt x="270" y="240"/>
                  </a:lnTo>
                  <a:lnTo>
                    <a:pt x="310" y="248"/>
                  </a:lnTo>
                  <a:lnTo>
                    <a:pt x="351" y="255"/>
                  </a:lnTo>
                  <a:lnTo>
                    <a:pt x="395" y="259"/>
                  </a:lnTo>
                  <a:lnTo>
                    <a:pt x="439" y="260"/>
                  </a:lnTo>
                  <a:lnTo>
                    <a:pt x="439" y="248"/>
                  </a:lnTo>
                  <a:lnTo>
                    <a:pt x="395" y="247"/>
                  </a:lnTo>
                  <a:lnTo>
                    <a:pt x="353" y="244"/>
                  </a:lnTo>
                  <a:lnTo>
                    <a:pt x="312" y="237"/>
                  </a:lnTo>
                  <a:lnTo>
                    <a:pt x="272" y="228"/>
                  </a:lnTo>
                  <a:lnTo>
                    <a:pt x="236" y="218"/>
                  </a:lnTo>
                  <a:lnTo>
                    <a:pt x="200" y="205"/>
                  </a:lnTo>
                  <a:lnTo>
                    <a:pt x="167" y="190"/>
                  </a:lnTo>
                  <a:lnTo>
                    <a:pt x="137" y="173"/>
                  </a:lnTo>
                  <a:lnTo>
                    <a:pt x="109" y="157"/>
                  </a:lnTo>
                  <a:lnTo>
                    <a:pt x="84" y="137"/>
                  </a:lnTo>
                  <a:lnTo>
                    <a:pt x="64" y="116"/>
                  </a:lnTo>
                  <a:lnTo>
                    <a:pt x="45" y="95"/>
                  </a:lnTo>
                  <a:lnTo>
                    <a:pt x="32" y="73"/>
                  </a:lnTo>
                  <a:lnTo>
                    <a:pt x="21" y="48"/>
                  </a:lnTo>
                  <a:lnTo>
                    <a:pt x="14" y="24"/>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4485" name="Freeform 51"/>
            <p:cNvSpPr>
              <a:spLocks/>
            </p:cNvSpPr>
            <p:nvPr/>
          </p:nvSpPr>
          <p:spPr bwMode="auto">
            <a:xfrm>
              <a:off x="1179" y="1588"/>
              <a:ext cx="88" cy="52"/>
            </a:xfrm>
            <a:custGeom>
              <a:avLst/>
              <a:gdLst>
                <a:gd name="T0" fmla="*/ 4 w 439"/>
                <a:gd name="T1" fmla="*/ 0 h 260"/>
                <a:gd name="T2" fmla="*/ 4 w 439"/>
                <a:gd name="T3" fmla="*/ 0 h 260"/>
                <a:gd name="T4" fmla="*/ 3 w 439"/>
                <a:gd name="T5" fmla="*/ 0 h 260"/>
                <a:gd name="T6" fmla="*/ 3 w 439"/>
                <a:gd name="T7" fmla="*/ 0 h 260"/>
                <a:gd name="T8" fmla="*/ 2 w 439"/>
                <a:gd name="T9" fmla="*/ 0 h 260"/>
                <a:gd name="T10" fmla="*/ 2 w 439"/>
                <a:gd name="T11" fmla="*/ 0 h 260"/>
                <a:gd name="T12" fmla="*/ 2 w 439"/>
                <a:gd name="T13" fmla="*/ 0 h 260"/>
                <a:gd name="T14" fmla="*/ 2 w 439"/>
                <a:gd name="T15" fmla="*/ 0 h 260"/>
                <a:gd name="T16" fmla="*/ 1 w 439"/>
                <a:gd name="T17" fmla="*/ 0 h 260"/>
                <a:gd name="T18" fmla="*/ 1 w 439"/>
                <a:gd name="T19" fmla="*/ 1 h 260"/>
                <a:gd name="T20" fmla="*/ 1 w 439"/>
                <a:gd name="T21" fmla="*/ 1 h 260"/>
                <a:gd name="T22" fmla="*/ 1 w 439"/>
                <a:gd name="T23" fmla="*/ 1 h 260"/>
                <a:gd name="T24" fmla="*/ 0 w 439"/>
                <a:gd name="T25" fmla="*/ 1 h 260"/>
                <a:gd name="T26" fmla="*/ 0 w 439"/>
                <a:gd name="T27" fmla="*/ 1 h 260"/>
                <a:gd name="T28" fmla="*/ 0 w 439"/>
                <a:gd name="T29" fmla="*/ 1 h 260"/>
                <a:gd name="T30" fmla="*/ 0 w 439"/>
                <a:gd name="T31" fmla="*/ 2 h 260"/>
                <a:gd name="T32" fmla="*/ 0 w 439"/>
                <a:gd name="T33" fmla="*/ 2 h 260"/>
                <a:gd name="T34" fmla="*/ 0 w 439"/>
                <a:gd name="T35" fmla="*/ 2 h 260"/>
                <a:gd name="T36" fmla="*/ 0 w 439"/>
                <a:gd name="T37" fmla="*/ 2 h 260"/>
                <a:gd name="T38" fmla="*/ 0 w 439"/>
                <a:gd name="T39" fmla="*/ 2 h 260"/>
                <a:gd name="T40" fmla="*/ 0 w 439"/>
                <a:gd name="T41" fmla="*/ 2 h 260"/>
                <a:gd name="T42" fmla="*/ 0 w 439"/>
                <a:gd name="T43" fmla="*/ 1 h 260"/>
                <a:gd name="T44" fmla="*/ 0 w 439"/>
                <a:gd name="T45" fmla="*/ 1 h 260"/>
                <a:gd name="T46" fmla="*/ 1 w 439"/>
                <a:gd name="T47" fmla="*/ 1 h 260"/>
                <a:gd name="T48" fmla="*/ 1 w 439"/>
                <a:gd name="T49" fmla="*/ 1 h 260"/>
                <a:gd name="T50" fmla="*/ 1 w 439"/>
                <a:gd name="T51" fmla="*/ 1 h 260"/>
                <a:gd name="T52" fmla="*/ 1 w 439"/>
                <a:gd name="T53" fmla="*/ 1 h 260"/>
                <a:gd name="T54" fmla="*/ 1 w 439"/>
                <a:gd name="T55" fmla="*/ 1 h 260"/>
                <a:gd name="T56" fmla="*/ 2 w 439"/>
                <a:gd name="T57" fmla="*/ 0 h 260"/>
                <a:gd name="T58" fmla="*/ 2 w 439"/>
                <a:gd name="T59" fmla="*/ 0 h 260"/>
                <a:gd name="T60" fmla="*/ 2 w 439"/>
                <a:gd name="T61" fmla="*/ 0 h 260"/>
                <a:gd name="T62" fmla="*/ 3 w 439"/>
                <a:gd name="T63" fmla="*/ 0 h 260"/>
                <a:gd name="T64" fmla="*/ 3 w 439"/>
                <a:gd name="T65" fmla="*/ 0 h 260"/>
                <a:gd name="T66" fmla="*/ 3 w 439"/>
                <a:gd name="T67" fmla="*/ 0 h 260"/>
                <a:gd name="T68" fmla="*/ 4 w 439"/>
                <a:gd name="T69" fmla="*/ 0 h 260"/>
                <a:gd name="T70" fmla="*/ 4 w 439"/>
                <a:gd name="T71" fmla="*/ 0 h 260"/>
                <a:gd name="T72" fmla="*/ 4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439" y="0"/>
                  </a:moveTo>
                  <a:lnTo>
                    <a:pt x="439" y="0"/>
                  </a:lnTo>
                  <a:lnTo>
                    <a:pt x="395" y="1"/>
                  </a:lnTo>
                  <a:lnTo>
                    <a:pt x="351" y="4"/>
                  </a:lnTo>
                  <a:lnTo>
                    <a:pt x="310" y="11"/>
                  </a:lnTo>
                  <a:lnTo>
                    <a:pt x="270" y="19"/>
                  </a:lnTo>
                  <a:lnTo>
                    <a:pt x="231" y="30"/>
                  </a:lnTo>
                  <a:lnTo>
                    <a:pt x="195" y="43"/>
                  </a:lnTo>
                  <a:lnTo>
                    <a:pt x="162" y="58"/>
                  </a:lnTo>
                  <a:lnTo>
                    <a:pt x="130" y="73"/>
                  </a:lnTo>
                  <a:lnTo>
                    <a:pt x="102" y="93"/>
                  </a:lnTo>
                  <a:lnTo>
                    <a:pt x="76" y="113"/>
                  </a:lnTo>
                  <a:lnTo>
                    <a:pt x="54" y="133"/>
                  </a:lnTo>
                  <a:lnTo>
                    <a:pt x="35" y="157"/>
                  </a:lnTo>
                  <a:lnTo>
                    <a:pt x="20" y="181"/>
                  </a:lnTo>
                  <a:lnTo>
                    <a:pt x="10" y="206"/>
                  </a:lnTo>
                  <a:lnTo>
                    <a:pt x="3" y="233"/>
                  </a:lnTo>
                  <a:lnTo>
                    <a:pt x="0" y="260"/>
                  </a:lnTo>
                  <a:lnTo>
                    <a:pt x="12" y="260"/>
                  </a:lnTo>
                  <a:lnTo>
                    <a:pt x="14" y="235"/>
                  </a:lnTo>
                  <a:lnTo>
                    <a:pt x="21" y="211"/>
                  </a:lnTo>
                  <a:lnTo>
                    <a:pt x="32" y="186"/>
                  </a:lnTo>
                  <a:lnTo>
                    <a:pt x="45" y="164"/>
                  </a:lnTo>
                  <a:lnTo>
                    <a:pt x="64" y="143"/>
                  </a:lnTo>
                  <a:lnTo>
                    <a:pt x="84" y="123"/>
                  </a:lnTo>
                  <a:lnTo>
                    <a:pt x="109" y="103"/>
                  </a:lnTo>
                  <a:lnTo>
                    <a:pt x="137" y="85"/>
                  </a:lnTo>
                  <a:lnTo>
                    <a:pt x="167" y="70"/>
                  </a:lnTo>
                  <a:lnTo>
                    <a:pt x="200" y="55"/>
                  </a:lnTo>
                  <a:lnTo>
                    <a:pt x="236" y="42"/>
                  </a:lnTo>
                  <a:lnTo>
                    <a:pt x="272" y="31"/>
                  </a:lnTo>
                  <a:lnTo>
                    <a:pt x="312" y="23"/>
                  </a:lnTo>
                  <a:lnTo>
                    <a:pt x="353" y="16"/>
                  </a:lnTo>
                  <a:lnTo>
                    <a:pt x="395" y="12"/>
                  </a:lnTo>
                  <a:lnTo>
                    <a:pt x="439" y="11"/>
                  </a:lnTo>
                  <a:lnTo>
                    <a:pt x="439"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4486" name="Freeform 52"/>
            <p:cNvSpPr>
              <a:spLocks/>
            </p:cNvSpPr>
            <p:nvPr/>
          </p:nvSpPr>
          <p:spPr bwMode="auto">
            <a:xfrm>
              <a:off x="964" y="1745"/>
              <a:ext cx="48" cy="85"/>
            </a:xfrm>
            <a:custGeom>
              <a:avLst/>
              <a:gdLst>
                <a:gd name="T0" fmla="*/ 2 w 244"/>
                <a:gd name="T1" fmla="*/ 3 h 426"/>
                <a:gd name="T2" fmla="*/ 2 w 244"/>
                <a:gd name="T3" fmla="*/ 3 h 426"/>
                <a:gd name="T4" fmla="*/ 2 w 244"/>
                <a:gd name="T5" fmla="*/ 3 h 426"/>
                <a:gd name="T6" fmla="*/ 2 w 244"/>
                <a:gd name="T7" fmla="*/ 3 h 426"/>
                <a:gd name="T8" fmla="*/ 2 w 244"/>
                <a:gd name="T9" fmla="*/ 2 h 426"/>
                <a:gd name="T10" fmla="*/ 2 w 244"/>
                <a:gd name="T11" fmla="*/ 2 h 426"/>
                <a:gd name="T12" fmla="*/ 2 w 244"/>
                <a:gd name="T13" fmla="*/ 2 h 426"/>
                <a:gd name="T14" fmla="*/ 2 w 244"/>
                <a:gd name="T15" fmla="*/ 2 h 426"/>
                <a:gd name="T16" fmla="*/ 1 w 244"/>
                <a:gd name="T17" fmla="*/ 1 h 426"/>
                <a:gd name="T18" fmla="*/ 1 w 244"/>
                <a:gd name="T19" fmla="*/ 1 h 426"/>
                <a:gd name="T20" fmla="*/ 1 w 244"/>
                <a:gd name="T21" fmla="*/ 1 h 426"/>
                <a:gd name="T22" fmla="*/ 1 w 244"/>
                <a:gd name="T23" fmla="*/ 1 h 426"/>
                <a:gd name="T24" fmla="*/ 1 w 244"/>
                <a:gd name="T25" fmla="*/ 0 h 426"/>
                <a:gd name="T26" fmla="*/ 1 w 244"/>
                <a:gd name="T27" fmla="*/ 0 h 426"/>
                <a:gd name="T28" fmla="*/ 1 w 244"/>
                <a:gd name="T29" fmla="*/ 0 h 426"/>
                <a:gd name="T30" fmla="*/ 0 w 244"/>
                <a:gd name="T31" fmla="*/ 0 h 426"/>
                <a:gd name="T32" fmla="*/ 0 w 244"/>
                <a:gd name="T33" fmla="*/ 0 h 426"/>
                <a:gd name="T34" fmla="*/ 0 w 244"/>
                <a:gd name="T35" fmla="*/ 0 h 426"/>
                <a:gd name="T36" fmla="*/ 0 w 244"/>
                <a:gd name="T37" fmla="*/ 0 h 426"/>
                <a:gd name="T38" fmla="*/ 0 w 244"/>
                <a:gd name="T39" fmla="*/ 0 h 426"/>
                <a:gd name="T40" fmla="*/ 0 w 244"/>
                <a:gd name="T41" fmla="*/ 0 h 426"/>
                <a:gd name="T42" fmla="*/ 1 w 244"/>
                <a:gd name="T43" fmla="*/ 0 h 426"/>
                <a:gd name="T44" fmla="*/ 1 w 244"/>
                <a:gd name="T45" fmla="*/ 0 h 426"/>
                <a:gd name="T46" fmla="*/ 1 w 244"/>
                <a:gd name="T47" fmla="*/ 0 h 426"/>
                <a:gd name="T48" fmla="*/ 1 w 244"/>
                <a:gd name="T49" fmla="*/ 1 h 426"/>
                <a:gd name="T50" fmla="*/ 1 w 244"/>
                <a:gd name="T51" fmla="*/ 1 h 426"/>
                <a:gd name="T52" fmla="*/ 1 w 244"/>
                <a:gd name="T53" fmla="*/ 1 h 426"/>
                <a:gd name="T54" fmla="*/ 1 w 244"/>
                <a:gd name="T55" fmla="*/ 1 h 426"/>
                <a:gd name="T56" fmla="*/ 1 w 244"/>
                <a:gd name="T57" fmla="*/ 2 h 426"/>
                <a:gd name="T58" fmla="*/ 2 w 244"/>
                <a:gd name="T59" fmla="*/ 2 h 426"/>
                <a:gd name="T60" fmla="*/ 2 w 244"/>
                <a:gd name="T61" fmla="*/ 2 h 426"/>
                <a:gd name="T62" fmla="*/ 2 w 244"/>
                <a:gd name="T63" fmla="*/ 2 h 426"/>
                <a:gd name="T64" fmla="*/ 2 w 244"/>
                <a:gd name="T65" fmla="*/ 3 h 426"/>
                <a:gd name="T66" fmla="*/ 2 w 244"/>
                <a:gd name="T67" fmla="*/ 3 h 426"/>
                <a:gd name="T68" fmla="*/ 2 w 244"/>
                <a:gd name="T69" fmla="*/ 3 h 426"/>
                <a:gd name="T70" fmla="*/ 2 w 244"/>
                <a:gd name="T71" fmla="*/ 3 h 426"/>
                <a:gd name="T72" fmla="*/ 2 w 244"/>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6"/>
                <a:gd name="T113" fmla="*/ 244 w 244"/>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6">
                  <a:moveTo>
                    <a:pt x="244" y="426"/>
                  </a:moveTo>
                  <a:lnTo>
                    <a:pt x="244" y="426"/>
                  </a:lnTo>
                  <a:lnTo>
                    <a:pt x="243" y="383"/>
                  </a:lnTo>
                  <a:lnTo>
                    <a:pt x="240" y="340"/>
                  </a:lnTo>
                  <a:lnTo>
                    <a:pt x="234" y="300"/>
                  </a:lnTo>
                  <a:lnTo>
                    <a:pt x="226" y="262"/>
                  </a:lnTo>
                  <a:lnTo>
                    <a:pt x="215" y="224"/>
                  </a:lnTo>
                  <a:lnTo>
                    <a:pt x="203" y="189"/>
                  </a:lnTo>
                  <a:lnTo>
                    <a:pt x="189" y="157"/>
                  </a:lnTo>
                  <a:lnTo>
                    <a:pt x="174" y="126"/>
                  </a:lnTo>
                  <a:lnTo>
                    <a:pt x="155" y="99"/>
                  </a:lnTo>
                  <a:lnTo>
                    <a:pt x="138" y="74"/>
                  </a:lnTo>
                  <a:lnTo>
                    <a:pt x="118" y="52"/>
                  </a:lnTo>
                  <a:lnTo>
                    <a:pt x="96" y="34"/>
                  </a:lnTo>
                  <a:lnTo>
                    <a:pt x="73" y="19"/>
                  </a:lnTo>
                  <a:lnTo>
                    <a:pt x="50" y="8"/>
                  </a:lnTo>
                  <a:lnTo>
                    <a:pt x="25" y="2"/>
                  </a:lnTo>
                  <a:lnTo>
                    <a:pt x="0" y="0"/>
                  </a:lnTo>
                  <a:lnTo>
                    <a:pt x="0" y="12"/>
                  </a:lnTo>
                  <a:lnTo>
                    <a:pt x="23" y="14"/>
                  </a:lnTo>
                  <a:lnTo>
                    <a:pt x="45" y="20"/>
                  </a:lnTo>
                  <a:lnTo>
                    <a:pt x="66" y="31"/>
                  </a:lnTo>
                  <a:lnTo>
                    <a:pt x="89" y="43"/>
                  </a:lnTo>
                  <a:lnTo>
                    <a:pt x="109" y="61"/>
                  </a:lnTo>
                  <a:lnTo>
                    <a:pt x="129" y="81"/>
                  </a:lnTo>
                  <a:lnTo>
                    <a:pt x="146" y="106"/>
                  </a:lnTo>
                  <a:lnTo>
                    <a:pt x="162" y="133"/>
                  </a:lnTo>
                  <a:lnTo>
                    <a:pt x="178" y="162"/>
                  </a:lnTo>
                  <a:lnTo>
                    <a:pt x="192" y="194"/>
                  </a:lnTo>
                  <a:lnTo>
                    <a:pt x="203" y="229"/>
                  </a:lnTo>
                  <a:lnTo>
                    <a:pt x="214" y="264"/>
                  </a:lnTo>
                  <a:lnTo>
                    <a:pt x="222" y="303"/>
                  </a:lnTo>
                  <a:lnTo>
                    <a:pt x="228" y="342"/>
                  </a:lnTo>
                  <a:lnTo>
                    <a:pt x="232" y="383"/>
                  </a:lnTo>
                  <a:lnTo>
                    <a:pt x="233" y="426"/>
                  </a:lnTo>
                  <a:lnTo>
                    <a:pt x="244"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4487" name="Freeform 53"/>
            <p:cNvSpPr>
              <a:spLocks/>
            </p:cNvSpPr>
            <p:nvPr/>
          </p:nvSpPr>
          <p:spPr bwMode="auto">
            <a:xfrm>
              <a:off x="964" y="1830"/>
              <a:ext cx="48" cy="85"/>
            </a:xfrm>
            <a:custGeom>
              <a:avLst/>
              <a:gdLst>
                <a:gd name="T0" fmla="*/ 0 w 244"/>
                <a:gd name="T1" fmla="*/ 3 h 424"/>
                <a:gd name="T2" fmla="*/ 0 w 244"/>
                <a:gd name="T3" fmla="*/ 3 h 424"/>
                <a:gd name="T4" fmla="*/ 0 w 244"/>
                <a:gd name="T5" fmla="*/ 3 h 424"/>
                <a:gd name="T6" fmla="*/ 0 w 244"/>
                <a:gd name="T7" fmla="*/ 3 h 424"/>
                <a:gd name="T8" fmla="*/ 1 w 244"/>
                <a:gd name="T9" fmla="*/ 3 h 424"/>
                <a:gd name="T10" fmla="*/ 1 w 244"/>
                <a:gd name="T11" fmla="*/ 3 h 424"/>
                <a:gd name="T12" fmla="*/ 1 w 244"/>
                <a:gd name="T13" fmla="*/ 3 h 424"/>
                <a:gd name="T14" fmla="*/ 1 w 244"/>
                <a:gd name="T15" fmla="*/ 3 h 424"/>
                <a:gd name="T16" fmla="*/ 1 w 244"/>
                <a:gd name="T17" fmla="*/ 3 h 424"/>
                <a:gd name="T18" fmla="*/ 1 w 244"/>
                <a:gd name="T19" fmla="*/ 2 h 424"/>
                <a:gd name="T20" fmla="*/ 1 w 244"/>
                <a:gd name="T21" fmla="*/ 2 h 424"/>
                <a:gd name="T22" fmla="*/ 2 w 244"/>
                <a:gd name="T23" fmla="*/ 2 h 424"/>
                <a:gd name="T24" fmla="*/ 2 w 244"/>
                <a:gd name="T25" fmla="*/ 2 h 424"/>
                <a:gd name="T26" fmla="*/ 2 w 244"/>
                <a:gd name="T27" fmla="*/ 1 h 424"/>
                <a:gd name="T28" fmla="*/ 2 w 244"/>
                <a:gd name="T29" fmla="*/ 1 h 424"/>
                <a:gd name="T30" fmla="*/ 2 w 244"/>
                <a:gd name="T31" fmla="*/ 1 h 424"/>
                <a:gd name="T32" fmla="*/ 2 w 244"/>
                <a:gd name="T33" fmla="*/ 0 h 424"/>
                <a:gd name="T34" fmla="*/ 2 w 244"/>
                <a:gd name="T35" fmla="*/ 0 h 424"/>
                <a:gd name="T36" fmla="*/ 2 w 244"/>
                <a:gd name="T37" fmla="*/ 0 h 424"/>
                <a:gd name="T38" fmla="*/ 2 w 244"/>
                <a:gd name="T39" fmla="*/ 0 h 424"/>
                <a:gd name="T40" fmla="*/ 2 w 244"/>
                <a:gd name="T41" fmla="*/ 1 h 424"/>
                <a:gd name="T42" fmla="*/ 2 w 244"/>
                <a:gd name="T43" fmla="*/ 1 h 424"/>
                <a:gd name="T44" fmla="*/ 2 w 244"/>
                <a:gd name="T45" fmla="*/ 1 h 424"/>
                <a:gd name="T46" fmla="*/ 2 w 244"/>
                <a:gd name="T47" fmla="*/ 2 h 424"/>
                <a:gd name="T48" fmla="*/ 1 w 244"/>
                <a:gd name="T49" fmla="*/ 2 h 424"/>
                <a:gd name="T50" fmla="*/ 1 w 244"/>
                <a:gd name="T51" fmla="*/ 2 h 424"/>
                <a:gd name="T52" fmla="*/ 1 w 244"/>
                <a:gd name="T53" fmla="*/ 2 h 424"/>
                <a:gd name="T54" fmla="*/ 1 w 244"/>
                <a:gd name="T55" fmla="*/ 3 h 424"/>
                <a:gd name="T56" fmla="*/ 1 w 244"/>
                <a:gd name="T57" fmla="*/ 3 h 424"/>
                <a:gd name="T58" fmla="*/ 1 w 244"/>
                <a:gd name="T59" fmla="*/ 3 h 424"/>
                <a:gd name="T60" fmla="*/ 1 w 244"/>
                <a:gd name="T61" fmla="*/ 3 h 424"/>
                <a:gd name="T62" fmla="*/ 1 w 244"/>
                <a:gd name="T63" fmla="*/ 3 h 424"/>
                <a:gd name="T64" fmla="*/ 0 w 244"/>
                <a:gd name="T65" fmla="*/ 3 h 424"/>
                <a:gd name="T66" fmla="*/ 0 w 244"/>
                <a:gd name="T67" fmla="*/ 3 h 424"/>
                <a:gd name="T68" fmla="*/ 0 w 244"/>
                <a:gd name="T69" fmla="*/ 3 h 424"/>
                <a:gd name="T70" fmla="*/ 0 w 244"/>
                <a:gd name="T71" fmla="*/ 3 h 424"/>
                <a:gd name="T72" fmla="*/ 0 w 244"/>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4"/>
                <a:gd name="T113" fmla="*/ 244 w 244"/>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4">
                  <a:moveTo>
                    <a:pt x="0" y="424"/>
                  </a:moveTo>
                  <a:lnTo>
                    <a:pt x="0" y="424"/>
                  </a:lnTo>
                  <a:lnTo>
                    <a:pt x="25" y="422"/>
                  </a:lnTo>
                  <a:lnTo>
                    <a:pt x="50" y="416"/>
                  </a:lnTo>
                  <a:lnTo>
                    <a:pt x="73" y="405"/>
                  </a:lnTo>
                  <a:lnTo>
                    <a:pt x="96" y="390"/>
                  </a:lnTo>
                  <a:lnTo>
                    <a:pt x="118" y="373"/>
                  </a:lnTo>
                  <a:lnTo>
                    <a:pt x="138" y="350"/>
                  </a:lnTo>
                  <a:lnTo>
                    <a:pt x="155" y="326"/>
                  </a:lnTo>
                  <a:lnTo>
                    <a:pt x="173" y="299"/>
                  </a:lnTo>
                  <a:lnTo>
                    <a:pt x="189" y="268"/>
                  </a:lnTo>
                  <a:lnTo>
                    <a:pt x="203" y="235"/>
                  </a:lnTo>
                  <a:lnTo>
                    <a:pt x="215" y="201"/>
                  </a:lnTo>
                  <a:lnTo>
                    <a:pt x="226" y="163"/>
                  </a:lnTo>
                  <a:lnTo>
                    <a:pt x="234" y="125"/>
                  </a:lnTo>
                  <a:lnTo>
                    <a:pt x="240" y="85"/>
                  </a:lnTo>
                  <a:lnTo>
                    <a:pt x="243" y="42"/>
                  </a:lnTo>
                  <a:lnTo>
                    <a:pt x="244" y="0"/>
                  </a:lnTo>
                  <a:lnTo>
                    <a:pt x="233" y="0"/>
                  </a:lnTo>
                  <a:lnTo>
                    <a:pt x="232" y="42"/>
                  </a:lnTo>
                  <a:lnTo>
                    <a:pt x="228" y="83"/>
                  </a:lnTo>
                  <a:lnTo>
                    <a:pt x="222" y="123"/>
                  </a:lnTo>
                  <a:lnTo>
                    <a:pt x="214" y="160"/>
                  </a:lnTo>
                  <a:lnTo>
                    <a:pt x="203" y="197"/>
                  </a:lnTo>
                  <a:lnTo>
                    <a:pt x="192" y="231"/>
                  </a:lnTo>
                  <a:lnTo>
                    <a:pt x="178" y="263"/>
                  </a:lnTo>
                  <a:lnTo>
                    <a:pt x="164" y="292"/>
                  </a:lnTo>
                  <a:lnTo>
                    <a:pt x="146" y="319"/>
                  </a:lnTo>
                  <a:lnTo>
                    <a:pt x="129" y="343"/>
                  </a:lnTo>
                  <a:lnTo>
                    <a:pt x="109" y="363"/>
                  </a:lnTo>
                  <a:lnTo>
                    <a:pt x="89" y="381"/>
                  </a:lnTo>
                  <a:lnTo>
                    <a:pt x="66" y="394"/>
                  </a:lnTo>
                  <a:lnTo>
                    <a:pt x="45" y="404"/>
                  </a:lnTo>
                  <a:lnTo>
                    <a:pt x="23" y="410"/>
                  </a:lnTo>
                  <a:lnTo>
                    <a:pt x="0" y="412"/>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4488" name="Freeform 54"/>
            <p:cNvSpPr>
              <a:spLocks/>
            </p:cNvSpPr>
            <p:nvPr/>
          </p:nvSpPr>
          <p:spPr bwMode="auto">
            <a:xfrm>
              <a:off x="915" y="1830"/>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1" y="42"/>
                  </a:lnTo>
                  <a:lnTo>
                    <a:pt x="4" y="85"/>
                  </a:lnTo>
                  <a:lnTo>
                    <a:pt x="10" y="125"/>
                  </a:lnTo>
                  <a:lnTo>
                    <a:pt x="19" y="163"/>
                  </a:lnTo>
                  <a:lnTo>
                    <a:pt x="29" y="201"/>
                  </a:lnTo>
                  <a:lnTo>
                    <a:pt x="41" y="235"/>
                  </a:lnTo>
                  <a:lnTo>
                    <a:pt x="55" y="268"/>
                  </a:lnTo>
                  <a:lnTo>
                    <a:pt x="71" y="299"/>
                  </a:lnTo>
                  <a:lnTo>
                    <a:pt x="89" y="326"/>
                  </a:lnTo>
                  <a:lnTo>
                    <a:pt x="106" y="350"/>
                  </a:lnTo>
                  <a:lnTo>
                    <a:pt x="126" y="373"/>
                  </a:lnTo>
                  <a:lnTo>
                    <a:pt x="149" y="390"/>
                  </a:lnTo>
                  <a:lnTo>
                    <a:pt x="171" y="405"/>
                  </a:lnTo>
                  <a:lnTo>
                    <a:pt x="194" y="416"/>
                  </a:lnTo>
                  <a:lnTo>
                    <a:pt x="219" y="422"/>
                  </a:lnTo>
                  <a:lnTo>
                    <a:pt x="245" y="424"/>
                  </a:lnTo>
                  <a:lnTo>
                    <a:pt x="245" y="412"/>
                  </a:lnTo>
                  <a:lnTo>
                    <a:pt x="221" y="410"/>
                  </a:lnTo>
                  <a:lnTo>
                    <a:pt x="199" y="404"/>
                  </a:lnTo>
                  <a:lnTo>
                    <a:pt x="178" y="394"/>
                  </a:lnTo>
                  <a:lnTo>
                    <a:pt x="156" y="381"/>
                  </a:lnTo>
                  <a:lnTo>
                    <a:pt x="136" y="363"/>
                  </a:lnTo>
                  <a:lnTo>
                    <a:pt x="116" y="343"/>
                  </a:lnTo>
                  <a:lnTo>
                    <a:pt x="98" y="319"/>
                  </a:lnTo>
                  <a:lnTo>
                    <a:pt x="81" y="292"/>
                  </a:lnTo>
                  <a:lnTo>
                    <a:pt x="67" y="263"/>
                  </a:lnTo>
                  <a:lnTo>
                    <a:pt x="52" y="231"/>
                  </a:lnTo>
                  <a:lnTo>
                    <a:pt x="41" y="197"/>
                  </a:lnTo>
                  <a:lnTo>
                    <a:pt x="30" y="160"/>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4489" name="Freeform 55"/>
            <p:cNvSpPr>
              <a:spLocks/>
            </p:cNvSpPr>
            <p:nvPr/>
          </p:nvSpPr>
          <p:spPr bwMode="auto">
            <a:xfrm>
              <a:off x="915" y="1745"/>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0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19" y="2"/>
                  </a:lnTo>
                  <a:lnTo>
                    <a:pt x="194" y="8"/>
                  </a:lnTo>
                  <a:lnTo>
                    <a:pt x="171" y="19"/>
                  </a:lnTo>
                  <a:lnTo>
                    <a:pt x="149" y="34"/>
                  </a:lnTo>
                  <a:lnTo>
                    <a:pt x="126" y="52"/>
                  </a:lnTo>
                  <a:lnTo>
                    <a:pt x="106" y="74"/>
                  </a:lnTo>
                  <a:lnTo>
                    <a:pt x="89" y="99"/>
                  </a:lnTo>
                  <a:lnTo>
                    <a:pt x="70" y="126"/>
                  </a:lnTo>
                  <a:lnTo>
                    <a:pt x="55" y="157"/>
                  </a:lnTo>
                  <a:lnTo>
                    <a:pt x="41" y="189"/>
                  </a:lnTo>
                  <a:lnTo>
                    <a:pt x="29" y="224"/>
                  </a:lnTo>
                  <a:lnTo>
                    <a:pt x="19" y="262"/>
                  </a:lnTo>
                  <a:lnTo>
                    <a:pt x="10" y="300"/>
                  </a:lnTo>
                  <a:lnTo>
                    <a:pt x="4" y="340"/>
                  </a:lnTo>
                  <a:lnTo>
                    <a:pt x="1" y="383"/>
                  </a:lnTo>
                  <a:lnTo>
                    <a:pt x="0" y="426"/>
                  </a:lnTo>
                  <a:lnTo>
                    <a:pt x="11" y="426"/>
                  </a:lnTo>
                  <a:lnTo>
                    <a:pt x="13" y="383"/>
                  </a:lnTo>
                  <a:lnTo>
                    <a:pt x="16" y="342"/>
                  </a:lnTo>
                  <a:lnTo>
                    <a:pt x="22" y="303"/>
                  </a:lnTo>
                  <a:lnTo>
                    <a:pt x="30" y="264"/>
                  </a:lnTo>
                  <a:lnTo>
                    <a:pt x="41" y="229"/>
                  </a:lnTo>
                  <a:lnTo>
                    <a:pt x="52" y="194"/>
                  </a:lnTo>
                  <a:lnTo>
                    <a:pt x="67" y="162"/>
                  </a:lnTo>
                  <a:lnTo>
                    <a:pt x="82" y="133"/>
                  </a:lnTo>
                  <a:lnTo>
                    <a:pt x="98" y="106"/>
                  </a:lnTo>
                  <a:lnTo>
                    <a:pt x="116" y="81"/>
                  </a:lnTo>
                  <a:lnTo>
                    <a:pt x="136" y="61"/>
                  </a:lnTo>
                  <a:lnTo>
                    <a:pt x="156" y="43"/>
                  </a:lnTo>
                  <a:lnTo>
                    <a:pt x="178" y="31"/>
                  </a:lnTo>
                  <a:lnTo>
                    <a:pt x="199" y="20"/>
                  </a:lnTo>
                  <a:lnTo>
                    <a:pt x="221"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4490" name="Freeform 56"/>
            <p:cNvSpPr>
              <a:spLocks/>
            </p:cNvSpPr>
            <p:nvPr/>
          </p:nvSpPr>
          <p:spPr bwMode="auto">
            <a:xfrm>
              <a:off x="1140" y="2087"/>
              <a:ext cx="49" cy="85"/>
            </a:xfrm>
            <a:custGeom>
              <a:avLst/>
              <a:gdLst>
                <a:gd name="T0" fmla="*/ 2 w 246"/>
                <a:gd name="T1" fmla="*/ 3 h 424"/>
                <a:gd name="T2" fmla="*/ 2 w 246"/>
                <a:gd name="T3" fmla="*/ 3 h 424"/>
                <a:gd name="T4" fmla="*/ 2 w 246"/>
                <a:gd name="T5" fmla="*/ 3 h 424"/>
                <a:gd name="T6" fmla="*/ 2 w 246"/>
                <a:gd name="T7" fmla="*/ 3 h 424"/>
                <a:gd name="T8" fmla="*/ 2 w 246"/>
                <a:gd name="T9" fmla="*/ 2 h 424"/>
                <a:gd name="T10" fmla="*/ 2 w 246"/>
                <a:gd name="T11" fmla="*/ 2 h 424"/>
                <a:gd name="T12" fmla="*/ 2 w 246"/>
                <a:gd name="T13" fmla="*/ 2 h 424"/>
                <a:gd name="T14" fmla="*/ 2 w 246"/>
                <a:gd name="T15" fmla="*/ 2 h 424"/>
                <a:gd name="T16" fmla="*/ 2 w 246"/>
                <a:gd name="T17" fmla="*/ 1 h 424"/>
                <a:gd name="T18" fmla="*/ 1 w 246"/>
                <a:gd name="T19" fmla="*/ 1 h 424"/>
                <a:gd name="T20" fmla="*/ 1 w 246"/>
                <a:gd name="T21" fmla="*/ 1 h 424"/>
                <a:gd name="T22" fmla="*/ 1 w 246"/>
                <a:gd name="T23" fmla="*/ 1 h 424"/>
                <a:gd name="T24" fmla="*/ 1 w 246"/>
                <a:gd name="T25" fmla="*/ 0 h 424"/>
                <a:gd name="T26" fmla="*/ 1 w 246"/>
                <a:gd name="T27" fmla="*/ 0 h 424"/>
                <a:gd name="T28" fmla="*/ 1 w 246"/>
                <a:gd name="T29" fmla="*/ 0 h 424"/>
                <a:gd name="T30" fmla="*/ 0 w 246"/>
                <a:gd name="T31" fmla="*/ 0 h 424"/>
                <a:gd name="T32" fmla="*/ 0 w 246"/>
                <a:gd name="T33" fmla="*/ 0 h 424"/>
                <a:gd name="T34" fmla="*/ 0 w 246"/>
                <a:gd name="T35" fmla="*/ 0 h 424"/>
                <a:gd name="T36" fmla="*/ 0 w 246"/>
                <a:gd name="T37" fmla="*/ 0 h 424"/>
                <a:gd name="T38" fmla="*/ 0 w 246"/>
                <a:gd name="T39" fmla="*/ 0 h 424"/>
                <a:gd name="T40" fmla="*/ 0 w 246"/>
                <a:gd name="T41" fmla="*/ 0 h 424"/>
                <a:gd name="T42" fmla="*/ 1 w 246"/>
                <a:gd name="T43" fmla="*/ 0 h 424"/>
                <a:gd name="T44" fmla="*/ 1 w 246"/>
                <a:gd name="T45" fmla="*/ 0 h 424"/>
                <a:gd name="T46" fmla="*/ 1 w 246"/>
                <a:gd name="T47" fmla="*/ 0 h 424"/>
                <a:gd name="T48" fmla="*/ 1 w 246"/>
                <a:gd name="T49" fmla="*/ 1 h 424"/>
                <a:gd name="T50" fmla="*/ 1 w 246"/>
                <a:gd name="T51" fmla="*/ 1 h 424"/>
                <a:gd name="T52" fmla="*/ 1 w 246"/>
                <a:gd name="T53" fmla="*/ 1 h 424"/>
                <a:gd name="T54" fmla="*/ 1 w 246"/>
                <a:gd name="T55" fmla="*/ 1 h 424"/>
                <a:gd name="T56" fmla="*/ 2 w 246"/>
                <a:gd name="T57" fmla="*/ 2 h 424"/>
                <a:gd name="T58" fmla="*/ 2 w 246"/>
                <a:gd name="T59" fmla="*/ 2 h 424"/>
                <a:gd name="T60" fmla="*/ 2 w 246"/>
                <a:gd name="T61" fmla="*/ 2 h 424"/>
                <a:gd name="T62" fmla="*/ 2 w 246"/>
                <a:gd name="T63" fmla="*/ 2 h 424"/>
                <a:gd name="T64" fmla="*/ 2 w 246"/>
                <a:gd name="T65" fmla="*/ 3 h 424"/>
                <a:gd name="T66" fmla="*/ 2 w 246"/>
                <a:gd name="T67" fmla="*/ 3 h 424"/>
                <a:gd name="T68" fmla="*/ 2 w 246"/>
                <a:gd name="T69" fmla="*/ 3 h 424"/>
                <a:gd name="T70" fmla="*/ 2 w 246"/>
                <a:gd name="T71" fmla="*/ 3 h 424"/>
                <a:gd name="T72" fmla="*/ 2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424"/>
                  </a:moveTo>
                  <a:lnTo>
                    <a:pt x="246" y="424"/>
                  </a:lnTo>
                  <a:lnTo>
                    <a:pt x="244" y="382"/>
                  </a:lnTo>
                  <a:lnTo>
                    <a:pt x="241" y="338"/>
                  </a:lnTo>
                  <a:lnTo>
                    <a:pt x="235" y="298"/>
                  </a:lnTo>
                  <a:lnTo>
                    <a:pt x="227" y="261"/>
                  </a:lnTo>
                  <a:lnTo>
                    <a:pt x="216" y="222"/>
                  </a:lnTo>
                  <a:lnTo>
                    <a:pt x="205" y="188"/>
                  </a:lnTo>
                  <a:lnTo>
                    <a:pt x="190" y="155"/>
                  </a:lnTo>
                  <a:lnTo>
                    <a:pt x="174" y="125"/>
                  </a:lnTo>
                  <a:lnTo>
                    <a:pt x="157" y="98"/>
                  </a:lnTo>
                  <a:lnTo>
                    <a:pt x="138" y="73"/>
                  </a:lnTo>
                  <a:lnTo>
                    <a:pt x="118" y="51"/>
                  </a:lnTo>
                  <a:lnTo>
                    <a:pt x="96" y="34"/>
                  </a:lnTo>
                  <a:lnTo>
                    <a:pt x="74" y="18"/>
                  </a:lnTo>
                  <a:lnTo>
                    <a:pt x="50" y="8"/>
                  </a:lnTo>
                  <a:lnTo>
                    <a:pt x="25" y="2"/>
                  </a:lnTo>
                  <a:lnTo>
                    <a:pt x="0" y="0"/>
                  </a:lnTo>
                  <a:lnTo>
                    <a:pt x="0" y="11"/>
                  </a:lnTo>
                  <a:lnTo>
                    <a:pt x="23" y="14"/>
                  </a:lnTo>
                  <a:lnTo>
                    <a:pt x="45" y="19"/>
                  </a:lnTo>
                  <a:lnTo>
                    <a:pt x="67" y="30"/>
                  </a:lnTo>
                  <a:lnTo>
                    <a:pt x="89" y="43"/>
                  </a:lnTo>
                  <a:lnTo>
                    <a:pt x="108" y="60"/>
                  </a:lnTo>
                  <a:lnTo>
                    <a:pt x="128" y="80"/>
                  </a:lnTo>
                  <a:lnTo>
                    <a:pt x="147" y="105"/>
                  </a:lnTo>
                  <a:lnTo>
                    <a:pt x="165" y="132"/>
                  </a:lnTo>
                  <a:lnTo>
                    <a:pt x="179" y="160"/>
                  </a:lnTo>
                  <a:lnTo>
                    <a:pt x="193" y="193"/>
                  </a:lnTo>
                  <a:lnTo>
                    <a:pt x="205" y="227"/>
                  </a:lnTo>
                  <a:lnTo>
                    <a:pt x="215" y="263"/>
                  </a:lnTo>
                  <a:lnTo>
                    <a:pt x="223" y="301"/>
                  </a:lnTo>
                  <a:lnTo>
                    <a:pt x="229" y="341"/>
                  </a:lnTo>
                  <a:lnTo>
                    <a:pt x="233" y="382"/>
                  </a:lnTo>
                  <a:lnTo>
                    <a:pt x="234" y="424"/>
                  </a:lnTo>
                  <a:lnTo>
                    <a:pt x="246"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4491" name="Freeform 57"/>
            <p:cNvSpPr>
              <a:spLocks/>
            </p:cNvSpPr>
            <p:nvPr/>
          </p:nvSpPr>
          <p:spPr bwMode="auto">
            <a:xfrm>
              <a:off x="1140" y="2172"/>
              <a:ext cx="49" cy="85"/>
            </a:xfrm>
            <a:custGeom>
              <a:avLst/>
              <a:gdLst>
                <a:gd name="T0" fmla="*/ 0 w 246"/>
                <a:gd name="T1" fmla="*/ 3 h 426"/>
                <a:gd name="T2" fmla="*/ 0 w 246"/>
                <a:gd name="T3" fmla="*/ 3 h 426"/>
                <a:gd name="T4" fmla="*/ 0 w 246"/>
                <a:gd name="T5" fmla="*/ 3 h 426"/>
                <a:gd name="T6" fmla="*/ 0 w 246"/>
                <a:gd name="T7" fmla="*/ 3 h 426"/>
                <a:gd name="T8" fmla="*/ 1 w 246"/>
                <a:gd name="T9" fmla="*/ 3 h 426"/>
                <a:gd name="T10" fmla="*/ 1 w 246"/>
                <a:gd name="T11" fmla="*/ 3 h 426"/>
                <a:gd name="T12" fmla="*/ 1 w 246"/>
                <a:gd name="T13" fmla="*/ 3 h 426"/>
                <a:gd name="T14" fmla="*/ 1 w 246"/>
                <a:gd name="T15" fmla="*/ 3 h 426"/>
                <a:gd name="T16" fmla="*/ 1 w 246"/>
                <a:gd name="T17" fmla="*/ 3 h 426"/>
                <a:gd name="T18" fmla="*/ 1 w 246"/>
                <a:gd name="T19" fmla="*/ 2 h 426"/>
                <a:gd name="T20" fmla="*/ 2 w 246"/>
                <a:gd name="T21" fmla="*/ 2 h 426"/>
                <a:gd name="T22" fmla="*/ 2 w 246"/>
                <a:gd name="T23" fmla="*/ 2 h 426"/>
                <a:gd name="T24" fmla="*/ 2 w 246"/>
                <a:gd name="T25" fmla="*/ 2 h 426"/>
                <a:gd name="T26" fmla="*/ 2 w 246"/>
                <a:gd name="T27" fmla="*/ 1 h 426"/>
                <a:gd name="T28" fmla="*/ 2 w 246"/>
                <a:gd name="T29" fmla="*/ 1 h 426"/>
                <a:gd name="T30" fmla="*/ 2 w 246"/>
                <a:gd name="T31" fmla="*/ 1 h 426"/>
                <a:gd name="T32" fmla="*/ 2 w 246"/>
                <a:gd name="T33" fmla="*/ 0 h 426"/>
                <a:gd name="T34" fmla="*/ 2 w 246"/>
                <a:gd name="T35" fmla="*/ 0 h 426"/>
                <a:gd name="T36" fmla="*/ 2 w 246"/>
                <a:gd name="T37" fmla="*/ 0 h 426"/>
                <a:gd name="T38" fmla="*/ 2 w 246"/>
                <a:gd name="T39" fmla="*/ 0 h 426"/>
                <a:gd name="T40" fmla="*/ 2 w 246"/>
                <a:gd name="T41" fmla="*/ 1 h 426"/>
                <a:gd name="T42" fmla="*/ 2 w 246"/>
                <a:gd name="T43" fmla="*/ 1 h 426"/>
                <a:gd name="T44" fmla="*/ 2 w 246"/>
                <a:gd name="T45" fmla="*/ 1 h 426"/>
                <a:gd name="T46" fmla="*/ 2 w 246"/>
                <a:gd name="T47" fmla="*/ 2 h 426"/>
                <a:gd name="T48" fmla="*/ 2 w 246"/>
                <a:gd name="T49" fmla="*/ 2 h 426"/>
                <a:gd name="T50" fmla="*/ 1 w 246"/>
                <a:gd name="T51" fmla="*/ 2 h 426"/>
                <a:gd name="T52" fmla="*/ 1 w 246"/>
                <a:gd name="T53" fmla="*/ 2 h 426"/>
                <a:gd name="T54" fmla="*/ 1 w 246"/>
                <a:gd name="T55" fmla="*/ 3 h 426"/>
                <a:gd name="T56" fmla="*/ 1 w 246"/>
                <a:gd name="T57" fmla="*/ 3 h 426"/>
                <a:gd name="T58" fmla="*/ 1 w 246"/>
                <a:gd name="T59" fmla="*/ 3 h 426"/>
                <a:gd name="T60" fmla="*/ 1 w 246"/>
                <a:gd name="T61" fmla="*/ 3 h 426"/>
                <a:gd name="T62" fmla="*/ 1 w 246"/>
                <a:gd name="T63" fmla="*/ 3 h 426"/>
                <a:gd name="T64" fmla="*/ 0 w 246"/>
                <a:gd name="T65" fmla="*/ 3 h 426"/>
                <a:gd name="T66" fmla="*/ 0 w 246"/>
                <a:gd name="T67" fmla="*/ 3 h 426"/>
                <a:gd name="T68" fmla="*/ 0 w 246"/>
                <a:gd name="T69" fmla="*/ 3 h 426"/>
                <a:gd name="T70" fmla="*/ 0 w 246"/>
                <a:gd name="T71" fmla="*/ 3 h 426"/>
                <a:gd name="T72" fmla="*/ 0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426"/>
                  </a:moveTo>
                  <a:lnTo>
                    <a:pt x="0" y="426"/>
                  </a:lnTo>
                  <a:lnTo>
                    <a:pt x="25" y="423"/>
                  </a:lnTo>
                  <a:lnTo>
                    <a:pt x="50" y="417"/>
                  </a:lnTo>
                  <a:lnTo>
                    <a:pt x="74" y="407"/>
                  </a:lnTo>
                  <a:lnTo>
                    <a:pt x="96" y="392"/>
                  </a:lnTo>
                  <a:lnTo>
                    <a:pt x="118" y="373"/>
                  </a:lnTo>
                  <a:lnTo>
                    <a:pt x="138" y="350"/>
                  </a:lnTo>
                  <a:lnTo>
                    <a:pt x="157" y="327"/>
                  </a:lnTo>
                  <a:lnTo>
                    <a:pt x="175" y="299"/>
                  </a:lnTo>
                  <a:lnTo>
                    <a:pt x="190" y="268"/>
                  </a:lnTo>
                  <a:lnTo>
                    <a:pt x="205" y="236"/>
                  </a:lnTo>
                  <a:lnTo>
                    <a:pt x="216" y="202"/>
                  </a:lnTo>
                  <a:lnTo>
                    <a:pt x="227" y="164"/>
                  </a:lnTo>
                  <a:lnTo>
                    <a:pt x="235" y="125"/>
                  </a:lnTo>
                  <a:lnTo>
                    <a:pt x="241" y="86"/>
                  </a:lnTo>
                  <a:lnTo>
                    <a:pt x="244" y="42"/>
                  </a:lnTo>
                  <a:lnTo>
                    <a:pt x="246" y="0"/>
                  </a:lnTo>
                  <a:lnTo>
                    <a:pt x="234" y="0"/>
                  </a:lnTo>
                  <a:lnTo>
                    <a:pt x="233" y="42"/>
                  </a:lnTo>
                  <a:lnTo>
                    <a:pt x="229" y="83"/>
                  </a:lnTo>
                  <a:lnTo>
                    <a:pt x="223" y="123"/>
                  </a:lnTo>
                  <a:lnTo>
                    <a:pt x="215" y="162"/>
                  </a:lnTo>
                  <a:lnTo>
                    <a:pt x="205" y="197"/>
                  </a:lnTo>
                  <a:lnTo>
                    <a:pt x="193" y="231"/>
                  </a:lnTo>
                  <a:lnTo>
                    <a:pt x="179" y="264"/>
                  </a:lnTo>
                  <a:lnTo>
                    <a:pt x="164" y="292"/>
                  </a:lnTo>
                  <a:lnTo>
                    <a:pt x="147" y="320"/>
                  </a:lnTo>
                  <a:lnTo>
                    <a:pt x="128" y="343"/>
                  </a:lnTo>
                  <a:lnTo>
                    <a:pt x="108" y="363"/>
                  </a:lnTo>
                  <a:lnTo>
                    <a:pt x="89" y="382"/>
                  </a:lnTo>
                  <a:lnTo>
                    <a:pt x="67" y="395"/>
                  </a:lnTo>
                  <a:lnTo>
                    <a:pt x="45" y="406"/>
                  </a:lnTo>
                  <a:lnTo>
                    <a:pt x="23" y="411"/>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4492" name="Freeform 58"/>
            <p:cNvSpPr>
              <a:spLocks/>
            </p:cNvSpPr>
            <p:nvPr/>
          </p:nvSpPr>
          <p:spPr bwMode="auto">
            <a:xfrm>
              <a:off x="1091" y="2172"/>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4" y="86"/>
                  </a:lnTo>
                  <a:lnTo>
                    <a:pt x="10" y="125"/>
                  </a:lnTo>
                  <a:lnTo>
                    <a:pt x="18" y="164"/>
                  </a:lnTo>
                  <a:lnTo>
                    <a:pt x="29" y="202"/>
                  </a:lnTo>
                  <a:lnTo>
                    <a:pt x="41" y="236"/>
                  </a:lnTo>
                  <a:lnTo>
                    <a:pt x="55" y="268"/>
                  </a:lnTo>
                  <a:lnTo>
                    <a:pt x="70" y="299"/>
                  </a:lnTo>
                  <a:lnTo>
                    <a:pt x="89" y="327"/>
                  </a:lnTo>
                  <a:lnTo>
                    <a:pt x="106" y="350"/>
                  </a:lnTo>
                  <a:lnTo>
                    <a:pt x="126" y="373"/>
                  </a:lnTo>
                  <a:lnTo>
                    <a:pt x="148" y="392"/>
                  </a:lnTo>
                  <a:lnTo>
                    <a:pt x="171" y="407"/>
                  </a:lnTo>
                  <a:lnTo>
                    <a:pt x="194" y="417"/>
                  </a:lnTo>
                  <a:lnTo>
                    <a:pt x="219" y="423"/>
                  </a:lnTo>
                  <a:lnTo>
                    <a:pt x="245" y="426"/>
                  </a:lnTo>
                  <a:lnTo>
                    <a:pt x="245" y="414"/>
                  </a:lnTo>
                  <a:lnTo>
                    <a:pt x="221" y="411"/>
                  </a:lnTo>
                  <a:lnTo>
                    <a:pt x="199" y="406"/>
                  </a:lnTo>
                  <a:lnTo>
                    <a:pt x="178" y="395"/>
                  </a:lnTo>
                  <a:lnTo>
                    <a:pt x="155" y="382"/>
                  </a:lnTo>
                  <a:lnTo>
                    <a:pt x="136" y="363"/>
                  </a:lnTo>
                  <a:lnTo>
                    <a:pt x="116" y="343"/>
                  </a:lnTo>
                  <a:lnTo>
                    <a:pt x="98" y="320"/>
                  </a:lnTo>
                  <a:lnTo>
                    <a:pt x="82" y="292"/>
                  </a:lnTo>
                  <a:lnTo>
                    <a:pt x="66" y="264"/>
                  </a:lnTo>
                  <a:lnTo>
                    <a:pt x="52" y="231"/>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4493" name="Freeform 59"/>
            <p:cNvSpPr>
              <a:spLocks/>
            </p:cNvSpPr>
            <p:nvPr/>
          </p:nvSpPr>
          <p:spPr bwMode="auto">
            <a:xfrm>
              <a:off x="1091" y="2087"/>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4" y="8"/>
                  </a:lnTo>
                  <a:lnTo>
                    <a:pt x="171" y="18"/>
                  </a:lnTo>
                  <a:lnTo>
                    <a:pt x="148" y="34"/>
                  </a:lnTo>
                  <a:lnTo>
                    <a:pt x="126" y="51"/>
                  </a:lnTo>
                  <a:lnTo>
                    <a:pt x="106" y="73"/>
                  </a:lnTo>
                  <a:lnTo>
                    <a:pt x="89" y="98"/>
                  </a:lnTo>
                  <a:lnTo>
                    <a:pt x="71" y="125"/>
                  </a:lnTo>
                  <a:lnTo>
                    <a:pt x="55" y="155"/>
                  </a:lnTo>
                  <a:lnTo>
                    <a:pt x="41" y="188"/>
                  </a:lnTo>
                  <a:lnTo>
                    <a:pt x="29" y="222"/>
                  </a:lnTo>
                  <a:lnTo>
                    <a:pt x="18" y="261"/>
                  </a:lnTo>
                  <a:lnTo>
                    <a:pt x="10" y="298"/>
                  </a:lnTo>
                  <a:lnTo>
                    <a:pt x="4" y="338"/>
                  </a:lnTo>
                  <a:lnTo>
                    <a:pt x="1" y="382"/>
                  </a:lnTo>
                  <a:lnTo>
                    <a:pt x="0" y="424"/>
                  </a:lnTo>
                  <a:lnTo>
                    <a:pt x="11" y="424"/>
                  </a:lnTo>
                  <a:lnTo>
                    <a:pt x="13" y="382"/>
                  </a:lnTo>
                  <a:lnTo>
                    <a:pt x="16" y="341"/>
                  </a:lnTo>
                  <a:lnTo>
                    <a:pt x="22" y="301"/>
                  </a:lnTo>
                  <a:lnTo>
                    <a:pt x="30" y="263"/>
                  </a:lnTo>
                  <a:lnTo>
                    <a:pt x="41" y="227"/>
                  </a:lnTo>
                  <a:lnTo>
                    <a:pt x="52" y="193"/>
                  </a:lnTo>
                  <a:lnTo>
                    <a:pt x="66" y="160"/>
                  </a:lnTo>
                  <a:lnTo>
                    <a:pt x="80" y="132"/>
                  </a:lnTo>
                  <a:lnTo>
                    <a:pt x="98" y="105"/>
                  </a:lnTo>
                  <a:lnTo>
                    <a:pt x="116" y="80"/>
                  </a:lnTo>
                  <a:lnTo>
                    <a:pt x="136" y="60"/>
                  </a:lnTo>
                  <a:lnTo>
                    <a:pt x="155" y="43"/>
                  </a:lnTo>
                  <a:lnTo>
                    <a:pt x="178" y="30"/>
                  </a:lnTo>
                  <a:lnTo>
                    <a:pt x="199" y="19"/>
                  </a:lnTo>
                  <a:lnTo>
                    <a:pt x="221" y="14"/>
                  </a:lnTo>
                  <a:lnTo>
                    <a:pt x="245" y="11"/>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4494" name="Freeform 60"/>
            <p:cNvSpPr>
              <a:spLocks/>
            </p:cNvSpPr>
            <p:nvPr/>
          </p:nvSpPr>
          <p:spPr bwMode="auto">
            <a:xfrm>
              <a:off x="1392" y="2118"/>
              <a:ext cx="49" cy="85"/>
            </a:xfrm>
            <a:custGeom>
              <a:avLst/>
              <a:gdLst>
                <a:gd name="T0" fmla="*/ 2 w 246"/>
                <a:gd name="T1" fmla="*/ 3 h 426"/>
                <a:gd name="T2" fmla="*/ 2 w 246"/>
                <a:gd name="T3" fmla="*/ 3 h 426"/>
                <a:gd name="T4" fmla="*/ 2 w 246"/>
                <a:gd name="T5" fmla="*/ 3 h 426"/>
                <a:gd name="T6" fmla="*/ 2 w 246"/>
                <a:gd name="T7" fmla="*/ 3 h 426"/>
                <a:gd name="T8" fmla="*/ 2 w 246"/>
                <a:gd name="T9" fmla="*/ 2 h 426"/>
                <a:gd name="T10" fmla="*/ 2 w 246"/>
                <a:gd name="T11" fmla="*/ 2 h 426"/>
                <a:gd name="T12" fmla="*/ 2 w 246"/>
                <a:gd name="T13" fmla="*/ 2 h 426"/>
                <a:gd name="T14" fmla="*/ 2 w 246"/>
                <a:gd name="T15" fmla="*/ 2 h 426"/>
                <a:gd name="T16" fmla="*/ 2 w 246"/>
                <a:gd name="T17" fmla="*/ 1 h 426"/>
                <a:gd name="T18" fmla="*/ 1 w 246"/>
                <a:gd name="T19" fmla="*/ 1 h 426"/>
                <a:gd name="T20" fmla="*/ 1 w 246"/>
                <a:gd name="T21" fmla="*/ 1 h 426"/>
                <a:gd name="T22" fmla="*/ 1 w 246"/>
                <a:gd name="T23" fmla="*/ 1 h 426"/>
                <a:gd name="T24" fmla="*/ 1 w 246"/>
                <a:gd name="T25" fmla="*/ 0 h 426"/>
                <a:gd name="T26" fmla="*/ 1 w 246"/>
                <a:gd name="T27" fmla="*/ 0 h 426"/>
                <a:gd name="T28" fmla="*/ 1 w 246"/>
                <a:gd name="T29" fmla="*/ 0 h 426"/>
                <a:gd name="T30" fmla="*/ 0 w 246"/>
                <a:gd name="T31" fmla="*/ 0 h 426"/>
                <a:gd name="T32" fmla="*/ 0 w 246"/>
                <a:gd name="T33" fmla="*/ 0 h 426"/>
                <a:gd name="T34" fmla="*/ 0 w 246"/>
                <a:gd name="T35" fmla="*/ 0 h 426"/>
                <a:gd name="T36" fmla="*/ 0 w 246"/>
                <a:gd name="T37" fmla="*/ 0 h 426"/>
                <a:gd name="T38" fmla="*/ 0 w 246"/>
                <a:gd name="T39" fmla="*/ 0 h 426"/>
                <a:gd name="T40" fmla="*/ 0 w 246"/>
                <a:gd name="T41" fmla="*/ 0 h 426"/>
                <a:gd name="T42" fmla="*/ 1 w 246"/>
                <a:gd name="T43" fmla="*/ 0 h 426"/>
                <a:gd name="T44" fmla="*/ 1 w 246"/>
                <a:gd name="T45" fmla="*/ 0 h 426"/>
                <a:gd name="T46" fmla="*/ 1 w 246"/>
                <a:gd name="T47" fmla="*/ 1 h 426"/>
                <a:gd name="T48" fmla="*/ 1 w 246"/>
                <a:gd name="T49" fmla="*/ 1 h 426"/>
                <a:gd name="T50" fmla="*/ 1 w 246"/>
                <a:gd name="T51" fmla="*/ 1 h 426"/>
                <a:gd name="T52" fmla="*/ 1 w 246"/>
                <a:gd name="T53" fmla="*/ 1 h 426"/>
                <a:gd name="T54" fmla="*/ 1 w 246"/>
                <a:gd name="T55" fmla="*/ 1 h 426"/>
                <a:gd name="T56" fmla="*/ 2 w 246"/>
                <a:gd name="T57" fmla="*/ 2 h 426"/>
                <a:gd name="T58" fmla="*/ 2 w 246"/>
                <a:gd name="T59" fmla="*/ 2 h 426"/>
                <a:gd name="T60" fmla="*/ 2 w 246"/>
                <a:gd name="T61" fmla="*/ 2 h 426"/>
                <a:gd name="T62" fmla="*/ 2 w 246"/>
                <a:gd name="T63" fmla="*/ 2 h 426"/>
                <a:gd name="T64" fmla="*/ 2 w 246"/>
                <a:gd name="T65" fmla="*/ 3 h 426"/>
                <a:gd name="T66" fmla="*/ 2 w 246"/>
                <a:gd name="T67" fmla="*/ 3 h 426"/>
                <a:gd name="T68" fmla="*/ 2 w 246"/>
                <a:gd name="T69" fmla="*/ 3 h 426"/>
                <a:gd name="T70" fmla="*/ 2 w 246"/>
                <a:gd name="T71" fmla="*/ 3 h 426"/>
                <a:gd name="T72" fmla="*/ 2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246" y="426"/>
                  </a:moveTo>
                  <a:lnTo>
                    <a:pt x="246" y="426"/>
                  </a:lnTo>
                  <a:lnTo>
                    <a:pt x="245" y="384"/>
                  </a:lnTo>
                  <a:lnTo>
                    <a:pt x="242" y="340"/>
                  </a:lnTo>
                  <a:lnTo>
                    <a:pt x="236" y="301"/>
                  </a:lnTo>
                  <a:lnTo>
                    <a:pt x="228" y="262"/>
                  </a:lnTo>
                  <a:lnTo>
                    <a:pt x="217" y="224"/>
                  </a:lnTo>
                  <a:lnTo>
                    <a:pt x="205" y="190"/>
                  </a:lnTo>
                  <a:lnTo>
                    <a:pt x="191" y="158"/>
                  </a:lnTo>
                  <a:lnTo>
                    <a:pt x="176" y="126"/>
                  </a:lnTo>
                  <a:lnTo>
                    <a:pt x="157" y="99"/>
                  </a:lnTo>
                  <a:lnTo>
                    <a:pt x="139" y="75"/>
                  </a:lnTo>
                  <a:lnTo>
                    <a:pt x="119" y="53"/>
                  </a:lnTo>
                  <a:lnTo>
                    <a:pt x="96" y="34"/>
                  </a:lnTo>
                  <a:lnTo>
                    <a:pt x="75" y="19"/>
                  </a:lnTo>
                  <a:lnTo>
                    <a:pt x="51" y="9"/>
                  </a:lnTo>
                  <a:lnTo>
                    <a:pt x="26" y="3"/>
                  </a:lnTo>
                  <a:lnTo>
                    <a:pt x="0" y="0"/>
                  </a:lnTo>
                  <a:lnTo>
                    <a:pt x="0" y="12"/>
                  </a:lnTo>
                  <a:lnTo>
                    <a:pt x="24" y="15"/>
                  </a:lnTo>
                  <a:lnTo>
                    <a:pt x="46" y="20"/>
                  </a:lnTo>
                  <a:lnTo>
                    <a:pt x="68" y="31"/>
                  </a:lnTo>
                  <a:lnTo>
                    <a:pt x="89" y="44"/>
                  </a:lnTo>
                  <a:lnTo>
                    <a:pt x="109" y="63"/>
                  </a:lnTo>
                  <a:lnTo>
                    <a:pt x="129" y="83"/>
                  </a:lnTo>
                  <a:lnTo>
                    <a:pt x="148" y="106"/>
                  </a:lnTo>
                  <a:lnTo>
                    <a:pt x="164" y="133"/>
                  </a:lnTo>
                  <a:lnTo>
                    <a:pt x="180" y="162"/>
                  </a:lnTo>
                  <a:lnTo>
                    <a:pt x="194" y="195"/>
                  </a:lnTo>
                  <a:lnTo>
                    <a:pt x="205" y="229"/>
                  </a:lnTo>
                  <a:lnTo>
                    <a:pt x="216" y="264"/>
                  </a:lnTo>
                  <a:lnTo>
                    <a:pt x="224" y="303"/>
                  </a:lnTo>
                  <a:lnTo>
                    <a:pt x="230" y="343"/>
                  </a:lnTo>
                  <a:lnTo>
                    <a:pt x="233" y="384"/>
                  </a:lnTo>
                  <a:lnTo>
                    <a:pt x="235" y="426"/>
                  </a:lnTo>
                  <a:lnTo>
                    <a:pt x="246"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4495" name="Freeform 61"/>
            <p:cNvSpPr>
              <a:spLocks/>
            </p:cNvSpPr>
            <p:nvPr/>
          </p:nvSpPr>
          <p:spPr bwMode="auto">
            <a:xfrm>
              <a:off x="1392" y="2203"/>
              <a:ext cx="49" cy="85"/>
            </a:xfrm>
            <a:custGeom>
              <a:avLst/>
              <a:gdLst>
                <a:gd name="T0" fmla="*/ 0 w 246"/>
                <a:gd name="T1" fmla="*/ 3 h 424"/>
                <a:gd name="T2" fmla="*/ 0 w 246"/>
                <a:gd name="T3" fmla="*/ 3 h 424"/>
                <a:gd name="T4" fmla="*/ 0 w 246"/>
                <a:gd name="T5" fmla="*/ 3 h 424"/>
                <a:gd name="T6" fmla="*/ 0 w 246"/>
                <a:gd name="T7" fmla="*/ 3 h 424"/>
                <a:gd name="T8" fmla="*/ 1 w 246"/>
                <a:gd name="T9" fmla="*/ 3 h 424"/>
                <a:gd name="T10" fmla="*/ 1 w 246"/>
                <a:gd name="T11" fmla="*/ 3 h 424"/>
                <a:gd name="T12" fmla="*/ 1 w 246"/>
                <a:gd name="T13" fmla="*/ 3 h 424"/>
                <a:gd name="T14" fmla="*/ 1 w 246"/>
                <a:gd name="T15" fmla="*/ 3 h 424"/>
                <a:gd name="T16" fmla="*/ 1 w 246"/>
                <a:gd name="T17" fmla="*/ 3 h 424"/>
                <a:gd name="T18" fmla="*/ 1 w 246"/>
                <a:gd name="T19" fmla="*/ 2 h 424"/>
                <a:gd name="T20" fmla="*/ 2 w 246"/>
                <a:gd name="T21" fmla="*/ 2 h 424"/>
                <a:gd name="T22" fmla="*/ 2 w 246"/>
                <a:gd name="T23" fmla="*/ 2 h 424"/>
                <a:gd name="T24" fmla="*/ 2 w 246"/>
                <a:gd name="T25" fmla="*/ 2 h 424"/>
                <a:gd name="T26" fmla="*/ 2 w 246"/>
                <a:gd name="T27" fmla="*/ 1 h 424"/>
                <a:gd name="T28" fmla="*/ 2 w 246"/>
                <a:gd name="T29" fmla="*/ 1 h 424"/>
                <a:gd name="T30" fmla="*/ 2 w 246"/>
                <a:gd name="T31" fmla="*/ 1 h 424"/>
                <a:gd name="T32" fmla="*/ 2 w 246"/>
                <a:gd name="T33" fmla="*/ 0 h 424"/>
                <a:gd name="T34" fmla="*/ 2 w 246"/>
                <a:gd name="T35" fmla="*/ 0 h 424"/>
                <a:gd name="T36" fmla="*/ 2 w 246"/>
                <a:gd name="T37" fmla="*/ 0 h 424"/>
                <a:gd name="T38" fmla="*/ 2 w 246"/>
                <a:gd name="T39" fmla="*/ 0 h 424"/>
                <a:gd name="T40" fmla="*/ 2 w 246"/>
                <a:gd name="T41" fmla="*/ 1 h 424"/>
                <a:gd name="T42" fmla="*/ 2 w 246"/>
                <a:gd name="T43" fmla="*/ 1 h 424"/>
                <a:gd name="T44" fmla="*/ 2 w 246"/>
                <a:gd name="T45" fmla="*/ 1 h 424"/>
                <a:gd name="T46" fmla="*/ 2 w 246"/>
                <a:gd name="T47" fmla="*/ 2 h 424"/>
                <a:gd name="T48" fmla="*/ 2 w 246"/>
                <a:gd name="T49" fmla="*/ 2 h 424"/>
                <a:gd name="T50" fmla="*/ 1 w 246"/>
                <a:gd name="T51" fmla="*/ 2 h 424"/>
                <a:gd name="T52" fmla="*/ 1 w 246"/>
                <a:gd name="T53" fmla="*/ 2 h 424"/>
                <a:gd name="T54" fmla="*/ 1 w 246"/>
                <a:gd name="T55" fmla="*/ 3 h 424"/>
                <a:gd name="T56" fmla="*/ 1 w 246"/>
                <a:gd name="T57" fmla="*/ 3 h 424"/>
                <a:gd name="T58" fmla="*/ 1 w 246"/>
                <a:gd name="T59" fmla="*/ 3 h 424"/>
                <a:gd name="T60" fmla="*/ 1 w 246"/>
                <a:gd name="T61" fmla="*/ 3 h 424"/>
                <a:gd name="T62" fmla="*/ 1 w 246"/>
                <a:gd name="T63" fmla="*/ 3 h 424"/>
                <a:gd name="T64" fmla="*/ 0 w 246"/>
                <a:gd name="T65" fmla="*/ 3 h 424"/>
                <a:gd name="T66" fmla="*/ 0 w 246"/>
                <a:gd name="T67" fmla="*/ 3 h 424"/>
                <a:gd name="T68" fmla="*/ 0 w 246"/>
                <a:gd name="T69" fmla="*/ 3 h 424"/>
                <a:gd name="T70" fmla="*/ 0 w 246"/>
                <a:gd name="T71" fmla="*/ 3 h 424"/>
                <a:gd name="T72" fmla="*/ 0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0" y="424"/>
                  </a:moveTo>
                  <a:lnTo>
                    <a:pt x="0" y="424"/>
                  </a:lnTo>
                  <a:lnTo>
                    <a:pt x="26" y="422"/>
                  </a:lnTo>
                  <a:lnTo>
                    <a:pt x="51" y="416"/>
                  </a:lnTo>
                  <a:lnTo>
                    <a:pt x="75" y="406"/>
                  </a:lnTo>
                  <a:lnTo>
                    <a:pt x="96" y="390"/>
                  </a:lnTo>
                  <a:lnTo>
                    <a:pt x="119" y="373"/>
                  </a:lnTo>
                  <a:lnTo>
                    <a:pt x="139" y="351"/>
                  </a:lnTo>
                  <a:lnTo>
                    <a:pt x="157" y="326"/>
                  </a:lnTo>
                  <a:lnTo>
                    <a:pt x="175" y="299"/>
                  </a:lnTo>
                  <a:lnTo>
                    <a:pt x="191" y="269"/>
                  </a:lnTo>
                  <a:lnTo>
                    <a:pt x="205" y="236"/>
                  </a:lnTo>
                  <a:lnTo>
                    <a:pt x="217" y="202"/>
                  </a:lnTo>
                  <a:lnTo>
                    <a:pt x="228" y="163"/>
                  </a:lnTo>
                  <a:lnTo>
                    <a:pt x="236" y="125"/>
                  </a:lnTo>
                  <a:lnTo>
                    <a:pt x="242" y="86"/>
                  </a:lnTo>
                  <a:lnTo>
                    <a:pt x="245" y="42"/>
                  </a:lnTo>
                  <a:lnTo>
                    <a:pt x="246" y="0"/>
                  </a:lnTo>
                  <a:lnTo>
                    <a:pt x="235" y="0"/>
                  </a:lnTo>
                  <a:lnTo>
                    <a:pt x="233" y="42"/>
                  </a:lnTo>
                  <a:lnTo>
                    <a:pt x="230" y="83"/>
                  </a:lnTo>
                  <a:lnTo>
                    <a:pt x="224" y="123"/>
                  </a:lnTo>
                  <a:lnTo>
                    <a:pt x="216" y="161"/>
                  </a:lnTo>
                  <a:lnTo>
                    <a:pt x="205" y="197"/>
                  </a:lnTo>
                  <a:lnTo>
                    <a:pt x="194" y="231"/>
                  </a:lnTo>
                  <a:lnTo>
                    <a:pt x="180" y="264"/>
                  </a:lnTo>
                  <a:lnTo>
                    <a:pt x="166" y="292"/>
                  </a:lnTo>
                  <a:lnTo>
                    <a:pt x="148" y="319"/>
                  </a:lnTo>
                  <a:lnTo>
                    <a:pt x="129" y="344"/>
                  </a:lnTo>
                  <a:lnTo>
                    <a:pt x="109" y="364"/>
                  </a:lnTo>
                  <a:lnTo>
                    <a:pt x="89" y="381"/>
                  </a:lnTo>
                  <a:lnTo>
                    <a:pt x="68" y="394"/>
                  </a:lnTo>
                  <a:lnTo>
                    <a:pt x="46" y="405"/>
                  </a:lnTo>
                  <a:lnTo>
                    <a:pt x="24" y="410"/>
                  </a:lnTo>
                  <a:lnTo>
                    <a:pt x="0" y="413"/>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4496" name="Freeform 62"/>
            <p:cNvSpPr>
              <a:spLocks/>
            </p:cNvSpPr>
            <p:nvPr/>
          </p:nvSpPr>
          <p:spPr bwMode="auto">
            <a:xfrm>
              <a:off x="1343" y="2203"/>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2" y="42"/>
                  </a:lnTo>
                  <a:lnTo>
                    <a:pt x="5" y="86"/>
                  </a:lnTo>
                  <a:lnTo>
                    <a:pt x="11" y="125"/>
                  </a:lnTo>
                  <a:lnTo>
                    <a:pt x="19" y="163"/>
                  </a:lnTo>
                  <a:lnTo>
                    <a:pt x="30" y="202"/>
                  </a:lnTo>
                  <a:lnTo>
                    <a:pt x="41" y="236"/>
                  </a:lnTo>
                  <a:lnTo>
                    <a:pt x="56" y="269"/>
                  </a:lnTo>
                  <a:lnTo>
                    <a:pt x="72" y="299"/>
                  </a:lnTo>
                  <a:lnTo>
                    <a:pt x="90" y="326"/>
                  </a:lnTo>
                  <a:lnTo>
                    <a:pt x="108" y="351"/>
                  </a:lnTo>
                  <a:lnTo>
                    <a:pt x="127" y="373"/>
                  </a:lnTo>
                  <a:lnTo>
                    <a:pt x="149" y="390"/>
                  </a:lnTo>
                  <a:lnTo>
                    <a:pt x="172" y="406"/>
                  </a:lnTo>
                  <a:lnTo>
                    <a:pt x="195" y="416"/>
                  </a:lnTo>
                  <a:lnTo>
                    <a:pt x="220" y="422"/>
                  </a:lnTo>
                  <a:lnTo>
                    <a:pt x="245" y="424"/>
                  </a:lnTo>
                  <a:lnTo>
                    <a:pt x="245" y="413"/>
                  </a:lnTo>
                  <a:lnTo>
                    <a:pt x="222" y="410"/>
                  </a:lnTo>
                  <a:lnTo>
                    <a:pt x="200" y="405"/>
                  </a:lnTo>
                  <a:lnTo>
                    <a:pt x="179" y="394"/>
                  </a:lnTo>
                  <a:lnTo>
                    <a:pt x="156" y="381"/>
                  </a:lnTo>
                  <a:lnTo>
                    <a:pt x="136" y="364"/>
                  </a:lnTo>
                  <a:lnTo>
                    <a:pt x="118" y="344"/>
                  </a:lnTo>
                  <a:lnTo>
                    <a:pt x="99" y="319"/>
                  </a:lnTo>
                  <a:lnTo>
                    <a:pt x="81" y="292"/>
                  </a:lnTo>
                  <a:lnTo>
                    <a:pt x="67" y="264"/>
                  </a:lnTo>
                  <a:lnTo>
                    <a:pt x="53" y="231"/>
                  </a:lnTo>
                  <a:lnTo>
                    <a:pt x="41" y="197"/>
                  </a:lnTo>
                  <a:lnTo>
                    <a:pt x="31" y="161"/>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4497" name="Freeform 63"/>
            <p:cNvSpPr>
              <a:spLocks/>
            </p:cNvSpPr>
            <p:nvPr/>
          </p:nvSpPr>
          <p:spPr bwMode="auto">
            <a:xfrm>
              <a:off x="1343" y="2118"/>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1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20" y="3"/>
                  </a:lnTo>
                  <a:lnTo>
                    <a:pt x="195" y="9"/>
                  </a:lnTo>
                  <a:lnTo>
                    <a:pt x="172" y="19"/>
                  </a:lnTo>
                  <a:lnTo>
                    <a:pt x="149" y="34"/>
                  </a:lnTo>
                  <a:lnTo>
                    <a:pt x="127" y="53"/>
                  </a:lnTo>
                  <a:lnTo>
                    <a:pt x="108" y="75"/>
                  </a:lnTo>
                  <a:lnTo>
                    <a:pt x="90" y="99"/>
                  </a:lnTo>
                  <a:lnTo>
                    <a:pt x="71" y="126"/>
                  </a:lnTo>
                  <a:lnTo>
                    <a:pt x="56" y="158"/>
                  </a:lnTo>
                  <a:lnTo>
                    <a:pt x="41" y="190"/>
                  </a:lnTo>
                  <a:lnTo>
                    <a:pt x="30" y="224"/>
                  </a:lnTo>
                  <a:lnTo>
                    <a:pt x="19" y="262"/>
                  </a:lnTo>
                  <a:lnTo>
                    <a:pt x="11" y="301"/>
                  </a:lnTo>
                  <a:lnTo>
                    <a:pt x="5" y="340"/>
                  </a:lnTo>
                  <a:lnTo>
                    <a:pt x="2" y="384"/>
                  </a:lnTo>
                  <a:lnTo>
                    <a:pt x="0" y="426"/>
                  </a:lnTo>
                  <a:lnTo>
                    <a:pt x="12" y="426"/>
                  </a:lnTo>
                  <a:lnTo>
                    <a:pt x="13" y="384"/>
                  </a:lnTo>
                  <a:lnTo>
                    <a:pt x="17" y="343"/>
                  </a:lnTo>
                  <a:lnTo>
                    <a:pt x="23" y="303"/>
                  </a:lnTo>
                  <a:lnTo>
                    <a:pt x="31" y="264"/>
                  </a:lnTo>
                  <a:lnTo>
                    <a:pt x="41" y="229"/>
                  </a:lnTo>
                  <a:lnTo>
                    <a:pt x="53" y="195"/>
                  </a:lnTo>
                  <a:lnTo>
                    <a:pt x="67" y="162"/>
                  </a:lnTo>
                  <a:lnTo>
                    <a:pt x="82" y="133"/>
                  </a:lnTo>
                  <a:lnTo>
                    <a:pt x="99" y="106"/>
                  </a:lnTo>
                  <a:lnTo>
                    <a:pt x="118" y="83"/>
                  </a:lnTo>
                  <a:lnTo>
                    <a:pt x="136" y="63"/>
                  </a:lnTo>
                  <a:lnTo>
                    <a:pt x="156" y="44"/>
                  </a:lnTo>
                  <a:lnTo>
                    <a:pt x="179" y="31"/>
                  </a:lnTo>
                  <a:lnTo>
                    <a:pt x="200" y="20"/>
                  </a:lnTo>
                  <a:lnTo>
                    <a:pt x="222" y="15"/>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4498" name="Freeform 64"/>
            <p:cNvSpPr>
              <a:spLocks/>
            </p:cNvSpPr>
            <p:nvPr/>
          </p:nvSpPr>
          <p:spPr bwMode="auto">
            <a:xfrm>
              <a:off x="1384" y="1859"/>
              <a:ext cx="49" cy="84"/>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1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3" y="382"/>
                  </a:lnTo>
                  <a:lnTo>
                    <a:pt x="240" y="339"/>
                  </a:lnTo>
                  <a:lnTo>
                    <a:pt x="234" y="299"/>
                  </a:lnTo>
                  <a:lnTo>
                    <a:pt x="226" y="261"/>
                  </a:lnTo>
                  <a:lnTo>
                    <a:pt x="215" y="222"/>
                  </a:lnTo>
                  <a:lnTo>
                    <a:pt x="204" y="188"/>
                  </a:lnTo>
                  <a:lnTo>
                    <a:pt x="189" y="156"/>
                  </a:lnTo>
                  <a:lnTo>
                    <a:pt x="173" y="125"/>
                  </a:lnTo>
                  <a:lnTo>
                    <a:pt x="155" y="98"/>
                  </a:lnTo>
                  <a:lnTo>
                    <a:pt x="138" y="74"/>
                  </a:lnTo>
                  <a:lnTo>
                    <a:pt x="118" y="51"/>
                  </a:lnTo>
                  <a:lnTo>
                    <a:pt x="96" y="34"/>
                  </a:lnTo>
                  <a:lnTo>
                    <a:pt x="73" y="18"/>
                  </a:lnTo>
                  <a:lnTo>
                    <a:pt x="50" y="8"/>
                  </a:lnTo>
                  <a:lnTo>
                    <a:pt x="25" y="2"/>
                  </a:lnTo>
                  <a:lnTo>
                    <a:pt x="0" y="0"/>
                  </a:lnTo>
                  <a:lnTo>
                    <a:pt x="0" y="11"/>
                  </a:lnTo>
                  <a:lnTo>
                    <a:pt x="23" y="14"/>
                  </a:lnTo>
                  <a:lnTo>
                    <a:pt x="45" y="20"/>
                  </a:lnTo>
                  <a:lnTo>
                    <a:pt x="66" y="30"/>
                  </a:lnTo>
                  <a:lnTo>
                    <a:pt x="89" y="43"/>
                  </a:lnTo>
                  <a:lnTo>
                    <a:pt x="109" y="61"/>
                  </a:lnTo>
                  <a:lnTo>
                    <a:pt x="129" y="81"/>
                  </a:lnTo>
                  <a:lnTo>
                    <a:pt x="146" y="105"/>
                  </a:lnTo>
                  <a:lnTo>
                    <a:pt x="164" y="132"/>
                  </a:lnTo>
                  <a:lnTo>
                    <a:pt x="178" y="160"/>
                  </a:lnTo>
                  <a:lnTo>
                    <a:pt x="192" y="193"/>
                  </a:lnTo>
                  <a:lnTo>
                    <a:pt x="204" y="227"/>
                  </a:lnTo>
                  <a:lnTo>
                    <a:pt x="214" y="264"/>
                  </a:lnTo>
                  <a:lnTo>
                    <a:pt x="222" y="301"/>
                  </a:lnTo>
                  <a:lnTo>
                    <a:pt x="228"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4499" name="Freeform 65"/>
            <p:cNvSpPr>
              <a:spLocks/>
            </p:cNvSpPr>
            <p:nvPr/>
          </p:nvSpPr>
          <p:spPr bwMode="auto">
            <a:xfrm>
              <a:off x="1384" y="1943"/>
              <a:ext cx="49" cy="86"/>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5" y="423"/>
                  </a:lnTo>
                  <a:lnTo>
                    <a:pt x="50" y="418"/>
                  </a:lnTo>
                  <a:lnTo>
                    <a:pt x="73" y="407"/>
                  </a:lnTo>
                  <a:lnTo>
                    <a:pt x="96" y="392"/>
                  </a:lnTo>
                  <a:lnTo>
                    <a:pt x="118" y="374"/>
                  </a:lnTo>
                  <a:lnTo>
                    <a:pt x="138" y="352"/>
                  </a:lnTo>
                  <a:lnTo>
                    <a:pt x="155" y="327"/>
                  </a:lnTo>
                  <a:lnTo>
                    <a:pt x="174" y="300"/>
                  </a:lnTo>
                  <a:lnTo>
                    <a:pt x="189" y="269"/>
                  </a:lnTo>
                  <a:lnTo>
                    <a:pt x="204" y="237"/>
                  </a:lnTo>
                  <a:lnTo>
                    <a:pt x="215" y="202"/>
                  </a:lnTo>
                  <a:lnTo>
                    <a:pt x="226" y="164"/>
                  </a:lnTo>
                  <a:lnTo>
                    <a:pt x="234" y="126"/>
                  </a:lnTo>
                  <a:lnTo>
                    <a:pt x="240" y="86"/>
                  </a:lnTo>
                  <a:lnTo>
                    <a:pt x="243" y="42"/>
                  </a:lnTo>
                  <a:lnTo>
                    <a:pt x="245" y="0"/>
                  </a:lnTo>
                  <a:lnTo>
                    <a:pt x="233" y="0"/>
                  </a:lnTo>
                  <a:lnTo>
                    <a:pt x="232" y="42"/>
                  </a:lnTo>
                  <a:lnTo>
                    <a:pt x="228" y="83"/>
                  </a:lnTo>
                  <a:lnTo>
                    <a:pt x="222" y="123"/>
                  </a:lnTo>
                  <a:lnTo>
                    <a:pt x="214" y="162"/>
                  </a:lnTo>
                  <a:lnTo>
                    <a:pt x="204" y="197"/>
                  </a:lnTo>
                  <a:lnTo>
                    <a:pt x="192" y="232"/>
                  </a:lnTo>
                  <a:lnTo>
                    <a:pt x="178" y="264"/>
                  </a:lnTo>
                  <a:lnTo>
                    <a:pt x="163" y="293"/>
                  </a:lnTo>
                  <a:lnTo>
                    <a:pt x="146" y="320"/>
                  </a:lnTo>
                  <a:lnTo>
                    <a:pt x="129" y="345"/>
                  </a:lnTo>
                  <a:lnTo>
                    <a:pt x="109" y="365"/>
                  </a:lnTo>
                  <a:lnTo>
                    <a:pt x="89" y="382"/>
                  </a:lnTo>
                  <a:lnTo>
                    <a:pt x="66" y="395"/>
                  </a:lnTo>
                  <a:lnTo>
                    <a:pt x="45" y="406"/>
                  </a:lnTo>
                  <a:lnTo>
                    <a:pt x="23"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4500" name="Freeform 66"/>
            <p:cNvSpPr>
              <a:spLocks/>
            </p:cNvSpPr>
            <p:nvPr/>
          </p:nvSpPr>
          <p:spPr bwMode="auto">
            <a:xfrm>
              <a:off x="1335" y="1943"/>
              <a:ext cx="49" cy="86"/>
            </a:xfrm>
            <a:custGeom>
              <a:avLst/>
              <a:gdLst>
                <a:gd name="T0" fmla="*/ 0 w 246"/>
                <a:gd name="T1" fmla="*/ 0 h 426"/>
                <a:gd name="T2" fmla="*/ 0 w 246"/>
                <a:gd name="T3" fmla="*/ 0 h 426"/>
                <a:gd name="T4" fmla="*/ 0 w 246"/>
                <a:gd name="T5" fmla="*/ 0 h 426"/>
                <a:gd name="T6" fmla="*/ 0 w 246"/>
                <a:gd name="T7" fmla="*/ 1 h 426"/>
                <a:gd name="T8" fmla="*/ 0 w 246"/>
                <a:gd name="T9" fmla="*/ 1 h 426"/>
                <a:gd name="T10" fmla="*/ 0 w 246"/>
                <a:gd name="T11" fmla="*/ 1 h 426"/>
                <a:gd name="T12" fmla="*/ 0 w 246"/>
                <a:gd name="T13" fmla="*/ 2 h 426"/>
                <a:gd name="T14" fmla="*/ 0 w 246"/>
                <a:gd name="T15" fmla="*/ 2 h 426"/>
                <a:gd name="T16" fmla="*/ 0 w 246"/>
                <a:gd name="T17" fmla="*/ 2 h 426"/>
                <a:gd name="T18" fmla="*/ 1 w 246"/>
                <a:gd name="T19" fmla="*/ 2 h 426"/>
                <a:gd name="T20" fmla="*/ 1 w 246"/>
                <a:gd name="T21" fmla="*/ 3 h 426"/>
                <a:gd name="T22" fmla="*/ 1 w 246"/>
                <a:gd name="T23" fmla="*/ 3 h 426"/>
                <a:gd name="T24" fmla="*/ 1 w 246"/>
                <a:gd name="T25" fmla="*/ 3 h 426"/>
                <a:gd name="T26" fmla="*/ 1 w 246"/>
                <a:gd name="T27" fmla="*/ 3 h 426"/>
                <a:gd name="T28" fmla="*/ 1 w 246"/>
                <a:gd name="T29" fmla="*/ 3 h 426"/>
                <a:gd name="T30" fmla="*/ 2 w 246"/>
                <a:gd name="T31" fmla="*/ 3 h 426"/>
                <a:gd name="T32" fmla="*/ 2 w 246"/>
                <a:gd name="T33" fmla="*/ 3 h 426"/>
                <a:gd name="T34" fmla="*/ 2 w 246"/>
                <a:gd name="T35" fmla="*/ 3 h 426"/>
                <a:gd name="T36" fmla="*/ 2 w 246"/>
                <a:gd name="T37" fmla="*/ 3 h 426"/>
                <a:gd name="T38" fmla="*/ 2 w 246"/>
                <a:gd name="T39" fmla="*/ 3 h 426"/>
                <a:gd name="T40" fmla="*/ 2 w 246"/>
                <a:gd name="T41" fmla="*/ 3 h 426"/>
                <a:gd name="T42" fmla="*/ 1 w 246"/>
                <a:gd name="T43" fmla="*/ 3 h 426"/>
                <a:gd name="T44" fmla="*/ 1 w 246"/>
                <a:gd name="T45" fmla="*/ 3 h 426"/>
                <a:gd name="T46" fmla="*/ 1 w 246"/>
                <a:gd name="T47" fmla="*/ 3 h 426"/>
                <a:gd name="T48" fmla="*/ 1 w 246"/>
                <a:gd name="T49" fmla="*/ 3 h 426"/>
                <a:gd name="T50" fmla="*/ 1 w 246"/>
                <a:gd name="T51" fmla="*/ 3 h 426"/>
                <a:gd name="T52" fmla="*/ 1 w 246"/>
                <a:gd name="T53" fmla="*/ 2 h 426"/>
                <a:gd name="T54" fmla="*/ 1 w 246"/>
                <a:gd name="T55" fmla="*/ 2 h 426"/>
                <a:gd name="T56" fmla="*/ 0 w 246"/>
                <a:gd name="T57" fmla="*/ 2 h 426"/>
                <a:gd name="T58" fmla="*/ 0 w 246"/>
                <a:gd name="T59" fmla="*/ 2 h 426"/>
                <a:gd name="T60" fmla="*/ 0 w 246"/>
                <a:gd name="T61" fmla="*/ 1 h 426"/>
                <a:gd name="T62" fmla="*/ 0 w 246"/>
                <a:gd name="T63" fmla="*/ 1 h 426"/>
                <a:gd name="T64" fmla="*/ 0 w 246"/>
                <a:gd name="T65" fmla="*/ 1 h 426"/>
                <a:gd name="T66" fmla="*/ 0 w 246"/>
                <a:gd name="T67" fmla="*/ 0 h 426"/>
                <a:gd name="T68" fmla="*/ 0 w 246"/>
                <a:gd name="T69" fmla="*/ 0 h 426"/>
                <a:gd name="T70" fmla="*/ 0 w 246"/>
                <a:gd name="T71" fmla="*/ 0 h 426"/>
                <a:gd name="T72" fmla="*/ 0 w 246"/>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0"/>
                  </a:moveTo>
                  <a:lnTo>
                    <a:pt x="0" y="0"/>
                  </a:lnTo>
                  <a:lnTo>
                    <a:pt x="1" y="42"/>
                  </a:lnTo>
                  <a:lnTo>
                    <a:pt x="4" y="86"/>
                  </a:lnTo>
                  <a:lnTo>
                    <a:pt x="10" y="126"/>
                  </a:lnTo>
                  <a:lnTo>
                    <a:pt x="18" y="164"/>
                  </a:lnTo>
                  <a:lnTo>
                    <a:pt x="29" y="202"/>
                  </a:lnTo>
                  <a:lnTo>
                    <a:pt x="41" y="237"/>
                  </a:lnTo>
                  <a:lnTo>
                    <a:pt x="55" y="269"/>
                  </a:lnTo>
                  <a:lnTo>
                    <a:pt x="71" y="300"/>
                  </a:lnTo>
                  <a:lnTo>
                    <a:pt x="89" y="327"/>
                  </a:lnTo>
                  <a:lnTo>
                    <a:pt x="107" y="352"/>
                  </a:lnTo>
                  <a:lnTo>
                    <a:pt x="127" y="374"/>
                  </a:lnTo>
                  <a:lnTo>
                    <a:pt x="150" y="392"/>
                  </a:lnTo>
                  <a:lnTo>
                    <a:pt x="171" y="407"/>
                  </a:lnTo>
                  <a:lnTo>
                    <a:pt x="195" y="418"/>
                  </a:lnTo>
                  <a:lnTo>
                    <a:pt x="220" y="423"/>
                  </a:lnTo>
                  <a:lnTo>
                    <a:pt x="246" y="426"/>
                  </a:lnTo>
                  <a:lnTo>
                    <a:pt x="246" y="414"/>
                  </a:lnTo>
                  <a:lnTo>
                    <a:pt x="222" y="412"/>
                  </a:lnTo>
                  <a:lnTo>
                    <a:pt x="200" y="406"/>
                  </a:lnTo>
                  <a:lnTo>
                    <a:pt x="178" y="395"/>
                  </a:lnTo>
                  <a:lnTo>
                    <a:pt x="157" y="382"/>
                  </a:lnTo>
                  <a:lnTo>
                    <a:pt x="137" y="365"/>
                  </a:lnTo>
                  <a:lnTo>
                    <a:pt x="117" y="345"/>
                  </a:lnTo>
                  <a:lnTo>
                    <a:pt x="98" y="320"/>
                  </a:lnTo>
                  <a:lnTo>
                    <a:pt x="83" y="293"/>
                  </a:lnTo>
                  <a:lnTo>
                    <a:pt x="66" y="264"/>
                  </a:lnTo>
                  <a:lnTo>
                    <a:pt x="52" y="232"/>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4501" name="Freeform 67"/>
            <p:cNvSpPr>
              <a:spLocks/>
            </p:cNvSpPr>
            <p:nvPr/>
          </p:nvSpPr>
          <p:spPr bwMode="auto">
            <a:xfrm>
              <a:off x="1335" y="1859"/>
              <a:ext cx="49" cy="84"/>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1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0" y="2"/>
                  </a:lnTo>
                  <a:lnTo>
                    <a:pt x="195" y="8"/>
                  </a:lnTo>
                  <a:lnTo>
                    <a:pt x="171" y="18"/>
                  </a:lnTo>
                  <a:lnTo>
                    <a:pt x="150" y="34"/>
                  </a:lnTo>
                  <a:lnTo>
                    <a:pt x="127" y="51"/>
                  </a:lnTo>
                  <a:lnTo>
                    <a:pt x="107" y="74"/>
                  </a:lnTo>
                  <a:lnTo>
                    <a:pt x="89" y="98"/>
                  </a:lnTo>
                  <a:lnTo>
                    <a:pt x="72" y="125"/>
                  </a:lnTo>
                  <a:lnTo>
                    <a:pt x="55" y="156"/>
                  </a:lnTo>
                  <a:lnTo>
                    <a:pt x="41" y="188"/>
                  </a:lnTo>
                  <a:lnTo>
                    <a:pt x="29" y="222"/>
                  </a:lnTo>
                  <a:lnTo>
                    <a:pt x="18" y="261"/>
                  </a:lnTo>
                  <a:lnTo>
                    <a:pt x="10" y="299"/>
                  </a:lnTo>
                  <a:lnTo>
                    <a:pt x="4" y="339"/>
                  </a:lnTo>
                  <a:lnTo>
                    <a:pt x="1" y="382"/>
                  </a:lnTo>
                  <a:lnTo>
                    <a:pt x="0" y="424"/>
                  </a:lnTo>
                  <a:lnTo>
                    <a:pt x="11" y="424"/>
                  </a:lnTo>
                  <a:lnTo>
                    <a:pt x="13" y="382"/>
                  </a:lnTo>
                  <a:lnTo>
                    <a:pt x="16" y="341"/>
                  </a:lnTo>
                  <a:lnTo>
                    <a:pt x="22" y="301"/>
                  </a:lnTo>
                  <a:lnTo>
                    <a:pt x="30" y="264"/>
                  </a:lnTo>
                  <a:lnTo>
                    <a:pt x="41" y="227"/>
                  </a:lnTo>
                  <a:lnTo>
                    <a:pt x="52" y="193"/>
                  </a:lnTo>
                  <a:lnTo>
                    <a:pt x="66" y="160"/>
                  </a:lnTo>
                  <a:lnTo>
                    <a:pt x="82" y="132"/>
                  </a:lnTo>
                  <a:lnTo>
                    <a:pt x="98" y="105"/>
                  </a:lnTo>
                  <a:lnTo>
                    <a:pt x="117" y="81"/>
                  </a:lnTo>
                  <a:lnTo>
                    <a:pt x="137" y="61"/>
                  </a:lnTo>
                  <a:lnTo>
                    <a:pt x="157" y="43"/>
                  </a:lnTo>
                  <a:lnTo>
                    <a:pt x="178" y="30"/>
                  </a:lnTo>
                  <a:lnTo>
                    <a:pt x="200" y="20"/>
                  </a:lnTo>
                  <a:lnTo>
                    <a:pt x="222" y="14"/>
                  </a:lnTo>
                  <a:lnTo>
                    <a:pt x="246" y="11"/>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4502" name="Freeform 68"/>
            <p:cNvSpPr>
              <a:spLocks/>
            </p:cNvSpPr>
            <p:nvPr/>
          </p:nvSpPr>
          <p:spPr bwMode="auto">
            <a:xfrm>
              <a:off x="1552" y="1751"/>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1" y="339"/>
                  </a:lnTo>
                  <a:lnTo>
                    <a:pt x="235" y="299"/>
                  </a:lnTo>
                  <a:lnTo>
                    <a:pt x="226" y="261"/>
                  </a:lnTo>
                  <a:lnTo>
                    <a:pt x="216" y="223"/>
                  </a:lnTo>
                  <a:lnTo>
                    <a:pt x="204" y="189"/>
                  </a:lnTo>
                  <a:lnTo>
                    <a:pt x="190" y="156"/>
                  </a:lnTo>
                  <a:lnTo>
                    <a:pt x="174" y="125"/>
                  </a:lnTo>
                  <a:lnTo>
                    <a:pt x="156" y="98"/>
                  </a:lnTo>
                  <a:lnTo>
                    <a:pt x="137" y="74"/>
                  </a:lnTo>
                  <a:lnTo>
                    <a:pt x="119" y="52"/>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8" y="81"/>
                  </a:lnTo>
                  <a:lnTo>
                    <a:pt x="147" y="105"/>
                  </a:lnTo>
                  <a:lnTo>
                    <a:pt x="164" y="132"/>
                  </a:lnTo>
                  <a:lnTo>
                    <a:pt x="178" y="161"/>
                  </a:lnTo>
                  <a:lnTo>
                    <a:pt x="193" y="193"/>
                  </a:lnTo>
                  <a:lnTo>
                    <a:pt x="204" y="227"/>
                  </a:lnTo>
                  <a:lnTo>
                    <a:pt x="215" y="264"/>
                  </a:lnTo>
                  <a:lnTo>
                    <a:pt x="223" y="301"/>
                  </a:lnTo>
                  <a:lnTo>
                    <a:pt x="229" y="341"/>
                  </a:lnTo>
                  <a:lnTo>
                    <a:pt x="232" y="382"/>
                  </a:lnTo>
                  <a:lnTo>
                    <a:pt x="234"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4503" name="Freeform 69"/>
            <p:cNvSpPr>
              <a:spLocks/>
            </p:cNvSpPr>
            <p:nvPr/>
          </p:nvSpPr>
          <p:spPr bwMode="auto">
            <a:xfrm>
              <a:off x="1552" y="1836"/>
              <a:ext cx="49" cy="85"/>
            </a:xfrm>
            <a:custGeom>
              <a:avLst/>
              <a:gdLst>
                <a:gd name="T0" fmla="*/ 0 w 245"/>
                <a:gd name="T1" fmla="*/ 3 h 425"/>
                <a:gd name="T2" fmla="*/ 0 w 245"/>
                <a:gd name="T3" fmla="*/ 3 h 425"/>
                <a:gd name="T4" fmla="*/ 0 w 245"/>
                <a:gd name="T5" fmla="*/ 3 h 425"/>
                <a:gd name="T6" fmla="*/ 0 w 245"/>
                <a:gd name="T7" fmla="*/ 3 h 425"/>
                <a:gd name="T8" fmla="*/ 1 w 245"/>
                <a:gd name="T9" fmla="*/ 3 h 425"/>
                <a:gd name="T10" fmla="*/ 1 w 245"/>
                <a:gd name="T11" fmla="*/ 3 h 425"/>
                <a:gd name="T12" fmla="*/ 1 w 245"/>
                <a:gd name="T13" fmla="*/ 3 h 425"/>
                <a:gd name="T14" fmla="*/ 1 w 245"/>
                <a:gd name="T15" fmla="*/ 3 h 425"/>
                <a:gd name="T16" fmla="*/ 1 w 245"/>
                <a:gd name="T17" fmla="*/ 3 h 425"/>
                <a:gd name="T18" fmla="*/ 1 w 245"/>
                <a:gd name="T19" fmla="*/ 2 h 425"/>
                <a:gd name="T20" fmla="*/ 2 w 245"/>
                <a:gd name="T21" fmla="*/ 2 h 425"/>
                <a:gd name="T22" fmla="*/ 2 w 245"/>
                <a:gd name="T23" fmla="*/ 2 h 425"/>
                <a:gd name="T24" fmla="*/ 2 w 245"/>
                <a:gd name="T25" fmla="*/ 2 h 425"/>
                <a:gd name="T26" fmla="*/ 2 w 245"/>
                <a:gd name="T27" fmla="*/ 1 h 425"/>
                <a:gd name="T28" fmla="*/ 2 w 245"/>
                <a:gd name="T29" fmla="*/ 1 h 425"/>
                <a:gd name="T30" fmla="*/ 2 w 245"/>
                <a:gd name="T31" fmla="*/ 1 h 425"/>
                <a:gd name="T32" fmla="*/ 2 w 245"/>
                <a:gd name="T33" fmla="*/ 0 h 425"/>
                <a:gd name="T34" fmla="*/ 2 w 245"/>
                <a:gd name="T35" fmla="*/ 0 h 425"/>
                <a:gd name="T36" fmla="*/ 2 w 245"/>
                <a:gd name="T37" fmla="*/ 0 h 425"/>
                <a:gd name="T38" fmla="*/ 2 w 245"/>
                <a:gd name="T39" fmla="*/ 0 h 425"/>
                <a:gd name="T40" fmla="*/ 2 w 245"/>
                <a:gd name="T41" fmla="*/ 1 h 425"/>
                <a:gd name="T42" fmla="*/ 2 w 245"/>
                <a:gd name="T43" fmla="*/ 1 h 425"/>
                <a:gd name="T44" fmla="*/ 2 w 245"/>
                <a:gd name="T45" fmla="*/ 1 h 425"/>
                <a:gd name="T46" fmla="*/ 2 w 245"/>
                <a:gd name="T47" fmla="*/ 2 h 425"/>
                <a:gd name="T48" fmla="*/ 2 w 245"/>
                <a:gd name="T49" fmla="*/ 2 h 425"/>
                <a:gd name="T50" fmla="*/ 1 w 245"/>
                <a:gd name="T51" fmla="*/ 2 h 425"/>
                <a:gd name="T52" fmla="*/ 1 w 245"/>
                <a:gd name="T53" fmla="*/ 2 h 425"/>
                <a:gd name="T54" fmla="*/ 1 w 245"/>
                <a:gd name="T55" fmla="*/ 3 h 425"/>
                <a:gd name="T56" fmla="*/ 1 w 245"/>
                <a:gd name="T57" fmla="*/ 3 h 425"/>
                <a:gd name="T58" fmla="*/ 1 w 245"/>
                <a:gd name="T59" fmla="*/ 3 h 425"/>
                <a:gd name="T60" fmla="*/ 1 w 245"/>
                <a:gd name="T61" fmla="*/ 3 h 425"/>
                <a:gd name="T62" fmla="*/ 1 w 245"/>
                <a:gd name="T63" fmla="*/ 3 h 425"/>
                <a:gd name="T64" fmla="*/ 0 w 245"/>
                <a:gd name="T65" fmla="*/ 3 h 425"/>
                <a:gd name="T66" fmla="*/ 0 w 245"/>
                <a:gd name="T67" fmla="*/ 3 h 425"/>
                <a:gd name="T68" fmla="*/ 0 w 245"/>
                <a:gd name="T69" fmla="*/ 3 h 425"/>
                <a:gd name="T70" fmla="*/ 0 w 245"/>
                <a:gd name="T71" fmla="*/ 3 h 425"/>
                <a:gd name="T72" fmla="*/ 0 w 245"/>
                <a:gd name="T73" fmla="*/ 3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5"/>
                <a:gd name="T113" fmla="*/ 245 w 245"/>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5">
                  <a:moveTo>
                    <a:pt x="0" y="425"/>
                  </a:moveTo>
                  <a:lnTo>
                    <a:pt x="0" y="425"/>
                  </a:lnTo>
                  <a:lnTo>
                    <a:pt x="26" y="422"/>
                  </a:lnTo>
                  <a:lnTo>
                    <a:pt x="51" y="417"/>
                  </a:lnTo>
                  <a:lnTo>
                    <a:pt x="74" y="406"/>
                  </a:lnTo>
                  <a:lnTo>
                    <a:pt x="96" y="391"/>
                  </a:lnTo>
                  <a:lnTo>
                    <a:pt x="119" y="373"/>
                  </a:lnTo>
                  <a:lnTo>
                    <a:pt x="137" y="351"/>
                  </a:lnTo>
                  <a:lnTo>
                    <a:pt x="156" y="326"/>
                  </a:lnTo>
                  <a:lnTo>
                    <a:pt x="174" y="299"/>
                  </a:lnTo>
                  <a:lnTo>
                    <a:pt x="190" y="269"/>
                  </a:lnTo>
                  <a:lnTo>
                    <a:pt x="204" y="236"/>
                  </a:lnTo>
                  <a:lnTo>
                    <a:pt x="216" y="202"/>
                  </a:lnTo>
                  <a:lnTo>
                    <a:pt x="226" y="163"/>
                  </a:lnTo>
                  <a:lnTo>
                    <a:pt x="235" y="126"/>
                  </a:lnTo>
                  <a:lnTo>
                    <a:pt x="241" y="86"/>
                  </a:lnTo>
                  <a:lnTo>
                    <a:pt x="244" y="43"/>
                  </a:lnTo>
                  <a:lnTo>
                    <a:pt x="245" y="0"/>
                  </a:lnTo>
                  <a:lnTo>
                    <a:pt x="234" y="0"/>
                  </a:lnTo>
                  <a:lnTo>
                    <a:pt x="232" y="43"/>
                  </a:lnTo>
                  <a:lnTo>
                    <a:pt x="229" y="84"/>
                  </a:lnTo>
                  <a:lnTo>
                    <a:pt x="223" y="123"/>
                  </a:lnTo>
                  <a:lnTo>
                    <a:pt x="215" y="161"/>
                  </a:lnTo>
                  <a:lnTo>
                    <a:pt x="204" y="197"/>
                  </a:lnTo>
                  <a:lnTo>
                    <a:pt x="193" y="231"/>
                  </a:lnTo>
                  <a:lnTo>
                    <a:pt x="178" y="264"/>
                  </a:lnTo>
                  <a:lnTo>
                    <a:pt x="164" y="292"/>
                  </a:lnTo>
                  <a:lnTo>
                    <a:pt x="147" y="319"/>
                  </a:lnTo>
                  <a:lnTo>
                    <a:pt x="128" y="344"/>
                  </a:lnTo>
                  <a:lnTo>
                    <a:pt x="109" y="364"/>
                  </a:lnTo>
                  <a:lnTo>
                    <a:pt x="89" y="381"/>
                  </a:lnTo>
                  <a:lnTo>
                    <a:pt x="67" y="394"/>
                  </a:lnTo>
                  <a:lnTo>
                    <a:pt x="46" y="405"/>
                  </a:lnTo>
                  <a:lnTo>
                    <a:pt x="24" y="411"/>
                  </a:lnTo>
                  <a:lnTo>
                    <a:pt x="0" y="413"/>
                  </a:lnTo>
                  <a:lnTo>
                    <a:pt x="0" y="425"/>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4504" name="Freeform 70"/>
            <p:cNvSpPr>
              <a:spLocks/>
            </p:cNvSpPr>
            <p:nvPr/>
          </p:nvSpPr>
          <p:spPr bwMode="auto">
            <a:xfrm>
              <a:off x="1502" y="1836"/>
              <a:ext cx="50" cy="85"/>
            </a:xfrm>
            <a:custGeom>
              <a:avLst/>
              <a:gdLst>
                <a:gd name="T0" fmla="*/ 0 w 246"/>
                <a:gd name="T1" fmla="*/ 0 h 425"/>
                <a:gd name="T2" fmla="*/ 0 w 246"/>
                <a:gd name="T3" fmla="*/ 0 h 425"/>
                <a:gd name="T4" fmla="*/ 0 w 246"/>
                <a:gd name="T5" fmla="*/ 0 h 425"/>
                <a:gd name="T6" fmla="*/ 0 w 246"/>
                <a:gd name="T7" fmla="*/ 1 h 425"/>
                <a:gd name="T8" fmla="*/ 0 w 246"/>
                <a:gd name="T9" fmla="*/ 1 h 425"/>
                <a:gd name="T10" fmla="*/ 0 w 246"/>
                <a:gd name="T11" fmla="*/ 1 h 425"/>
                <a:gd name="T12" fmla="*/ 0 w 246"/>
                <a:gd name="T13" fmla="*/ 2 h 425"/>
                <a:gd name="T14" fmla="*/ 0 w 246"/>
                <a:gd name="T15" fmla="*/ 2 h 425"/>
                <a:gd name="T16" fmla="*/ 0 w 246"/>
                <a:gd name="T17" fmla="*/ 2 h 425"/>
                <a:gd name="T18" fmla="*/ 1 w 246"/>
                <a:gd name="T19" fmla="*/ 2 h 425"/>
                <a:gd name="T20" fmla="*/ 1 w 246"/>
                <a:gd name="T21" fmla="*/ 3 h 425"/>
                <a:gd name="T22" fmla="*/ 1 w 246"/>
                <a:gd name="T23" fmla="*/ 3 h 425"/>
                <a:gd name="T24" fmla="*/ 1 w 246"/>
                <a:gd name="T25" fmla="*/ 3 h 425"/>
                <a:gd name="T26" fmla="*/ 1 w 246"/>
                <a:gd name="T27" fmla="*/ 3 h 425"/>
                <a:gd name="T28" fmla="*/ 1 w 246"/>
                <a:gd name="T29" fmla="*/ 3 h 425"/>
                <a:gd name="T30" fmla="*/ 2 w 246"/>
                <a:gd name="T31" fmla="*/ 3 h 425"/>
                <a:gd name="T32" fmla="*/ 2 w 246"/>
                <a:gd name="T33" fmla="*/ 3 h 425"/>
                <a:gd name="T34" fmla="*/ 2 w 246"/>
                <a:gd name="T35" fmla="*/ 3 h 425"/>
                <a:gd name="T36" fmla="*/ 2 w 246"/>
                <a:gd name="T37" fmla="*/ 3 h 425"/>
                <a:gd name="T38" fmla="*/ 2 w 246"/>
                <a:gd name="T39" fmla="*/ 3 h 425"/>
                <a:gd name="T40" fmla="*/ 2 w 246"/>
                <a:gd name="T41" fmla="*/ 3 h 425"/>
                <a:gd name="T42" fmla="*/ 1 w 246"/>
                <a:gd name="T43" fmla="*/ 3 h 425"/>
                <a:gd name="T44" fmla="*/ 1 w 246"/>
                <a:gd name="T45" fmla="*/ 3 h 425"/>
                <a:gd name="T46" fmla="*/ 1 w 246"/>
                <a:gd name="T47" fmla="*/ 3 h 425"/>
                <a:gd name="T48" fmla="*/ 1 w 246"/>
                <a:gd name="T49" fmla="*/ 3 h 425"/>
                <a:gd name="T50" fmla="*/ 1 w 246"/>
                <a:gd name="T51" fmla="*/ 3 h 425"/>
                <a:gd name="T52" fmla="*/ 1 w 246"/>
                <a:gd name="T53" fmla="*/ 2 h 425"/>
                <a:gd name="T54" fmla="*/ 1 w 246"/>
                <a:gd name="T55" fmla="*/ 2 h 425"/>
                <a:gd name="T56" fmla="*/ 0 w 246"/>
                <a:gd name="T57" fmla="*/ 2 h 425"/>
                <a:gd name="T58" fmla="*/ 0 w 246"/>
                <a:gd name="T59" fmla="*/ 2 h 425"/>
                <a:gd name="T60" fmla="*/ 0 w 246"/>
                <a:gd name="T61" fmla="*/ 1 h 425"/>
                <a:gd name="T62" fmla="*/ 0 w 246"/>
                <a:gd name="T63" fmla="*/ 1 h 425"/>
                <a:gd name="T64" fmla="*/ 0 w 246"/>
                <a:gd name="T65" fmla="*/ 1 h 425"/>
                <a:gd name="T66" fmla="*/ 0 w 246"/>
                <a:gd name="T67" fmla="*/ 0 h 425"/>
                <a:gd name="T68" fmla="*/ 0 w 246"/>
                <a:gd name="T69" fmla="*/ 0 h 425"/>
                <a:gd name="T70" fmla="*/ 0 w 246"/>
                <a:gd name="T71" fmla="*/ 0 h 425"/>
                <a:gd name="T72" fmla="*/ 0 w 246"/>
                <a:gd name="T73" fmla="*/ 0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5"/>
                <a:gd name="T113" fmla="*/ 246 w 246"/>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5">
                  <a:moveTo>
                    <a:pt x="0" y="0"/>
                  </a:moveTo>
                  <a:lnTo>
                    <a:pt x="0" y="0"/>
                  </a:lnTo>
                  <a:lnTo>
                    <a:pt x="2" y="43"/>
                  </a:lnTo>
                  <a:lnTo>
                    <a:pt x="5" y="86"/>
                  </a:lnTo>
                  <a:lnTo>
                    <a:pt x="11" y="126"/>
                  </a:lnTo>
                  <a:lnTo>
                    <a:pt x="19" y="163"/>
                  </a:lnTo>
                  <a:lnTo>
                    <a:pt x="30" y="202"/>
                  </a:lnTo>
                  <a:lnTo>
                    <a:pt x="41" y="236"/>
                  </a:lnTo>
                  <a:lnTo>
                    <a:pt x="55" y="269"/>
                  </a:lnTo>
                  <a:lnTo>
                    <a:pt x="73" y="299"/>
                  </a:lnTo>
                  <a:lnTo>
                    <a:pt x="89" y="326"/>
                  </a:lnTo>
                  <a:lnTo>
                    <a:pt x="108" y="351"/>
                  </a:lnTo>
                  <a:lnTo>
                    <a:pt x="128" y="373"/>
                  </a:lnTo>
                  <a:lnTo>
                    <a:pt x="150" y="391"/>
                  </a:lnTo>
                  <a:lnTo>
                    <a:pt x="171" y="406"/>
                  </a:lnTo>
                  <a:lnTo>
                    <a:pt x="196" y="417"/>
                  </a:lnTo>
                  <a:lnTo>
                    <a:pt x="221" y="422"/>
                  </a:lnTo>
                  <a:lnTo>
                    <a:pt x="246" y="425"/>
                  </a:lnTo>
                  <a:lnTo>
                    <a:pt x="246" y="413"/>
                  </a:lnTo>
                  <a:lnTo>
                    <a:pt x="223" y="411"/>
                  </a:lnTo>
                  <a:lnTo>
                    <a:pt x="201" y="405"/>
                  </a:lnTo>
                  <a:lnTo>
                    <a:pt x="178" y="394"/>
                  </a:lnTo>
                  <a:lnTo>
                    <a:pt x="157" y="381"/>
                  </a:lnTo>
                  <a:lnTo>
                    <a:pt x="137" y="364"/>
                  </a:lnTo>
                  <a:lnTo>
                    <a:pt x="117" y="344"/>
                  </a:lnTo>
                  <a:lnTo>
                    <a:pt x="99" y="319"/>
                  </a:lnTo>
                  <a:lnTo>
                    <a:pt x="82" y="292"/>
                  </a:lnTo>
                  <a:lnTo>
                    <a:pt x="67" y="264"/>
                  </a:lnTo>
                  <a:lnTo>
                    <a:pt x="53" y="231"/>
                  </a:lnTo>
                  <a:lnTo>
                    <a:pt x="41" y="197"/>
                  </a:lnTo>
                  <a:lnTo>
                    <a:pt x="31" y="161"/>
                  </a:lnTo>
                  <a:lnTo>
                    <a:pt x="23" y="123"/>
                  </a:lnTo>
                  <a:lnTo>
                    <a:pt x="17" y="84"/>
                  </a:lnTo>
                  <a:lnTo>
                    <a:pt x="13" y="4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4505" name="Freeform 71"/>
            <p:cNvSpPr>
              <a:spLocks/>
            </p:cNvSpPr>
            <p:nvPr/>
          </p:nvSpPr>
          <p:spPr bwMode="auto">
            <a:xfrm>
              <a:off x="1502" y="1751"/>
              <a:ext cx="50" cy="85"/>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2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1" y="2"/>
                  </a:lnTo>
                  <a:lnTo>
                    <a:pt x="196" y="8"/>
                  </a:lnTo>
                  <a:lnTo>
                    <a:pt x="171" y="19"/>
                  </a:lnTo>
                  <a:lnTo>
                    <a:pt x="150" y="34"/>
                  </a:lnTo>
                  <a:lnTo>
                    <a:pt x="128" y="52"/>
                  </a:lnTo>
                  <a:lnTo>
                    <a:pt x="108" y="74"/>
                  </a:lnTo>
                  <a:lnTo>
                    <a:pt x="89" y="98"/>
                  </a:lnTo>
                  <a:lnTo>
                    <a:pt x="73" y="125"/>
                  </a:lnTo>
                  <a:lnTo>
                    <a:pt x="55" y="156"/>
                  </a:lnTo>
                  <a:lnTo>
                    <a:pt x="41" y="189"/>
                  </a:lnTo>
                  <a:lnTo>
                    <a:pt x="30" y="223"/>
                  </a:lnTo>
                  <a:lnTo>
                    <a:pt x="19" y="261"/>
                  </a:lnTo>
                  <a:lnTo>
                    <a:pt x="11" y="299"/>
                  </a:lnTo>
                  <a:lnTo>
                    <a:pt x="5" y="339"/>
                  </a:lnTo>
                  <a:lnTo>
                    <a:pt x="2" y="382"/>
                  </a:lnTo>
                  <a:lnTo>
                    <a:pt x="0" y="424"/>
                  </a:lnTo>
                  <a:lnTo>
                    <a:pt x="12" y="424"/>
                  </a:lnTo>
                  <a:lnTo>
                    <a:pt x="13" y="382"/>
                  </a:lnTo>
                  <a:lnTo>
                    <a:pt x="17" y="341"/>
                  </a:lnTo>
                  <a:lnTo>
                    <a:pt x="23" y="301"/>
                  </a:lnTo>
                  <a:lnTo>
                    <a:pt x="31" y="264"/>
                  </a:lnTo>
                  <a:lnTo>
                    <a:pt x="41" y="227"/>
                  </a:lnTo>
                  <a:lnTo>
                    <a:pt x="53" y="193"/>
                  </a:lnTo>
                  <a:lnTo>
                    <a:pt x="67" y="161"/>
                  </a:lnTo>
                  <a:lnTo>
                    <a:pt x="82" y="132"/>
                  </a:lnTo>
                  <a:lnTo>
                    <a:pt x="99" y="105"/>
                  </a:lnTo>
                  <a:lnTo>
                    <a:pt x="117" y="81"/>
                  </a:lnTo>
                  <a:lnTo>
                    <a:pt x="137" y="61"/>
                  </a:lnTo>
                  <a:lnTo>
                    <a:pt x="157" y="43"/>
                  </a:lnTo>
                  <a:lnTo>
                    <a:pt x="178" y="30"/>
                  </a:lnTo>
                  <a:lnTo>
                    <a:pt x="201" y="20"/>
                  </a:lnTo>
                  <a:lnTo>
                    <a:pt x="223" y="14"/>
                  </a:lnTo>
                  <a:lnTo>
                    <a:pt x="246" y="12"/>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4506" name="Freeform 72"/>
            <p:cNvSpPr>
              <a:spLocks/>
            </p:cNvSpPr>
            <p:nvPr/>
          </p:nvSpPr>
          <p:spPr bwMode="auto">
            <a:xfrm>
              <a:off x="1565" y="2016"/>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0" y="339"/>
                  </a:lnTo>
                  <a:lnTo>
                    <a:pt x="234" y="299"/>
                  </a:lnTo>
                  <a:lnTo>
                    <a:pt x="226" y="261"/>
                  </a:lnTo>
                  <a:lnTo>
                    <a:pt x="216" y="223"/>
                  </a:lnTo>
                  <a:lnTo>
                    <a:pt x="204" y="189"/>
                  </a:lnTo>
                  <a:lnTo>
                    <a:pt x="190" y="156"/>
                  </a:lnTo>
                  <a:lnTo>
                    <a:pt x="174" y="125"/>
                  </a:lnTo>
                  <a:lnTo>
                    <a:pt x="156" y="98"/>
                  </a:lnTo>
                  <a:lnTo>
                    <a:pt x="138" y="74"/>
                  </a:lnTo>
                  <a:lnTo>
                    <a:pt x="118" y="51"/>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9" y="81"/>
                  </a:lnTo>
                  <a:lnTo>
                    <a:pt x="147" y="105"/>
                  </a:lnTo>
                  <a:lnTo>
                    <a:pt x="164" y="132"/>
                  </a:lnTo>
                  <a:lnTo>
                    <a:pt x="178" y="160"/>
                  </a:lnTo>
                  <a:lnTo>
                    <a:pt x="192" y="193"/>
                  </a:lnTo>
                  <a:lnTo>
                    <a:pt x="204" y="227"/>
                  </a:lnTo>
                  <a:lnTo>
                    <a:pt x="215" y="264"/>
                  </a:lnTo>
                  <a:lnTo>
                    <a:pt x="223" y="301"/>
                  </a:lnTo>
                  <a:lnTo>
                    <a:pt x="229"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4507" name="Freeform 73"/>
            <p:cNvSpPr>
              <a:spLocks/>
            </p:cNvSpPr>
            <p:nvPr/>
          </p:nvSpPr>
          <p:spPr bwMode="auto">
            <a:xfrm>
              <a:off x="1565" y="2101"/>
              <a:ext cx="49" cy="85"/>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6" y="423"/>
                  </a:lnTo>
                  <a:lnTo>
                    <a:pt x="51" y="418"/>
                  </a:lnTo>
                  <a:lnTo>
                    <a:pt x="74" y="407"/>
                  </a:lnTo>
                  <a:lnTo>
                    <a:pt x="96" y="392"/>
                  </a:lnTo>
                  <a:lnTo>
                    <a:pt x="118" y="373"/>
                  </a:lnTo>
                  <a:lnTo>
                    <a:pt x="138" y="351"/>
                  </a:lnTo>
                  <a:lnTo>
                    <a:pt x="156" y="327"/>
                  </a:lnTo>
                  <a:lnTo>
                    <a:pt x="175" y="299"/>
                  </a:lnTo>
                  <a:lnTo>
                    <a:pt x="190" y="269"/>
                  </a:lnTo>
                  <a:lnTo>
                    <a:pt x="204" y="236"/>
                  </a:lnTo>
                  <a:lnTo>
                    <a:pt x="216" y="202"/>
                  </a:lnTo>
                  <a:lnTo>
                    <a:pt x="226" y="164"/>
                  </a:lnTo>
                  <a:lnTo>
                    <a:pt x="234" y="126"/>
                  </a:lnTo>
                  <a:lnTo>
                    <a:pt x="240" y="86"/>
                  </a:lnTo>
                  <a:lnTo>
                    <a:pt x="244" y="42"/>
                  </a:lnTo>
                  <a:lnTo>
                    <a:pt x="245" y="0"/>
                  </a:lnTo>
                  <a:lnTo>
                    <a:pt x="233" y="0"/>
                  </a:lnTo>
                  <a:lnTo>
                    <a:pt x="232" y="42"/>
                  </a:lnTo>
                  <a:lnTo>
                    <a:pt x="229" y="83"/>
                  </a:lnTo>
                  <a:lnTo>
                    <a:pt x="223" y="123"/>
                  </a:lnTo>
                  <a:lnTo>
                    <a:pt x="215" y="162"/>
                  </a:lnTo>
                  <a:lnTo>
                    <a:pt x="204" y="197"/>
                  </a:lnTo>
                  <a:lnTo>
                    <a:pt x="192" y="231"/>
                  </a:lnTo>
                  <a:lnTo>
                    <a:pt x="178" y="264"/>
                  </a:lnTo>
                  <a:lnTo>
                    <a:pt x="163" y="292"/>
                  </a:lnTo>
                  <a:lnTo>
                    <a:pt x="147" y="320"/>
                  </a:lnTo>
                  <a:lnTo>
                    <a:pt x="129" y="344"/>
                  </a:lnTo>
                  <a:lnTo>
                    <a:pt x="109" y="364"/>
                  </a:lnTo>
                  <a:lnTo>
                    <a:pt x="89" y="382"/>
                  </a:lnTo>
                  <a:lnTo>
                    <a:pt x="67" y="395"/>
                  </a:lnTo>
                  <a:lnTo>
                    <a:pt x="46" y="406"/>
                  </a:lnTo>
                  <a:lnTo>
                    <a:pt x="24"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4508" name="Freeform 74"/>
            <p:cNvSpPr>
              <a:spLocks/>
            </p:cNvSpPr>
            <p:nvPr/>
          </p:nvSpPr>
          <p:spPr bwMode="auto">
            <a:xfrm>
              <a:off x="1516" y="2101"/>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5" y="86"/>
                  </a:lnTo>
                  <a:lnTo>
                    <a:pt x="11" y="126"/>
                  </a:lnTo>
                  <a:lnTo>
                    <a:pt x="19" y="164"/>
                  </a:lnTo>
                  <a:lnTo>
                    <a:pt x="30" y="202"/>
                  </a:lnTo>
                  <a:lnTo>
                    <a:pt x="41" y="236"/>
                  </a:lnTo>
                  <a:lnTo>
                    <a:pt x="55" y="269"/>
                  </a:lnTo>
                  <a:lnTo>
                    <a:pt x="71" y="299"/>
                  </a:lnTo>
                  <a:lnTo>
                    <a:pt x="89" y="327"/>
                  </a:lnTo>
                  <a:lnTo>
                    <a:pt x="107" y="351"/>
                  </a:lnTo>
                  <a:lnTo>
                    <a:pt x="127" y="373"/>
                  </a:lnTo>
                  <a:lnTo>
                    <a:pt x="149" y="392"/>
                  </a:lnTo>
                  <a:lnTo>
                    <a:pt x="171" y="407"/>
                  </a:lnTo>
                  <a:lnTo>
                    <a:pt x="195" y="418"/>
                  </a:lnTo>
                  <a:lnTo>
                    <a:pt x="219" y="423"/>
                  </a:lnTo>
                  <a:lnTo>
                    <a:pt x="245" y="426"/>
                  </a:lnTo>
                  <a:lnTo>
                    <a:pt x="245" y="414"/>
                  </a:lnTo>
                  <a:lnTo>
                    <a:pt x="222" y="412"/>
                  </a:lnTo>
                  <a:lnTo>
                    <a:pt x="199" y="406"/>
                  </a:lnTo>
                  <a:lnTo>
                    <a:pt x="178" y="395"/>
                  </a:lnTo>
                  <a:lnTo>
                    <a:pt x="156" y="382"/>
                  </a:lnTo>
                  <a:lnTo>
                    <a:pt x="136" y="364"/>
                  </a:lnTo>
                  <a:lnTo>
                    <a:pt x="116" y="344"/>
                  </a:lnTo>
                  <a:lnTo>
                    <a:pt x="99" y="320"/>
                  </a:lnTo>
                  <a:lnTo>
                    <a:pt x="82" y="292"/>
                  </a:lnTo>
                  <a:lnTo>
                    <a:pt x="67" y="264"/>
                  </a:lnTo>
                  <a:lnTo>
                    <a:pt x="53" y="231"/>
                  </a:lnTo>
                  <a:lnTo>
                    <a:pt x="41" y="197"/>
                  </a:lnTo>
                  <a:lnTo>
                    <a:pt x="31" y="162"/>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4509" name="Freeform 75"/>
            <p:cNvSpPr>
              <a:spLocks/>
            </p:cNvSpPr>
            <p:nvPr/>
          </p:nvSpPr>
          <p:spPr bwMode="auto">
            <a:xfrm>
              <a:off x="1516" y="2016"/>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5" y="8"/>
                  </a:lnTo>
                  <a:lnTo>
                    <a:pt x="171" y="19"/>
                  </a:lnTo>
                  <a:lnTo>
                    <a:pt x="149" y="34"/>
                  </a:lnTo>
                  <a:lnTo>
                    <a:pt x="127" y="51"/>
                  </a:lnTo>
                  <a:lnTo>
                    <a:pt x="107" y="74"/>
                  </a:lnTo>
                  <a:lnTo>
                    <a:pt x="89" y="98"/>
                  </a:lnTo>
                  <a:lnTo>
                    <a:pt x="72" y="125"/>
                  </a:lnTo>
                  <a:lnTo>
                    <a:pt x="55" y="156"/>
                  </a:lnTo>
                  <a:lnTo>
                    <a:pt x="41" y="189"/>
                  </a:lnTo>
                  <a:lnTo>
                    <a:pt x="30" y="223"/>
                  </a:lnTo>
                  <a:lnTo>
                    <a:pt x="19" y="261"/>
                  </a:lnTo>
                  <a:lnTo>
                    <a:pt x="11" y="299"/>
                  </a:lnTo>
                  <a:lnTo>
                    <a:pt x="5" y="339"/>
                  </a:lnTo>
                  <a:lnTo>
                    <a:pt x="1" y="382"/>
                  </a:lnTo>
                  <a:lnTo>
                    <a:pt x="0" y="424"/>
                  </a:lnTo>
                  <a:lnTo>
                    <a:pt x="12" y="424"/>
                  </a:lnTo>
                  <a:lnTo>
                    <a:pt x="13" y="382"/>
                  </a:lnTo>
                  <a:lnTo>
                    <a:pt x="17" y="341"/>
                  </a:lnTo>
                  <a:lnTo>
                    <a:pt x="23" y="301"/>
                  </a:lnTo>
                  <a:lnTo>
                    <a:pt x="31" y="264"/>
                  </a:lnTo>
                  <a:lnTo>
                    <a:pt x="41" y="227"/>
                  </a:lnTo>
                  <a:lnTo>
                    <a:pt x="53" y="193"/>
                  </a:lnTo>
                  <a:lnTo>
                    <a:pt x="67" y="160"/>
                  </a:lnTo>
                  <a:lnTo>
                    <a:pt x="81" y="132"/>
                  </a:lnTo>
                  <a:lnTo>
                    <a:pt x="99" y="105"/>
                  </a:lnTo>
                  <a:lnTo>
                    <a:pt x="116" y="81"/>
                  </a:lnTo>
                  <a:lnTo>
                    <a:pt x="136" y="61"/>
                  </a:lnTo>
                  <a:lnTo>
                    <a:pt x="156" y="43"/>
                  </a:lnTo>
                  <a:lnTo>
                    <a:pt x="178" y="30"/>
                  </a:lnTo>
                  <a:lnTo>
                    <a:pt x="199" y="20"/>
                  </a:lnTo>
                  <a:lnTo>
                    <a:pt x="222"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sp>
        <p:nvSpPr>
          <p:cNvPr id="104456" name="Rectangle 77"/>
          <p:cNvSpPr>
            <a:spLocks noChangeArrowheads="1"/>
          </p:cNvSpPr>
          <p:nvPr/>
        </p:nvSpPr>
        <p:spPr bwMode="auto">
          <a:xfrm>
            <a:off x="611188" y="0"/>
            <a:ext cx="6388100" cy="6477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3000"/>
              <a:t>Sem. 2 - Lundi</a:t>
            </a:r>
          </a:p>
        </p:txBody>
      </p:sp>
      <p:sp>
        <p:nvSpPr>
          <p:cNvPr id="104457" name="Text Box 78"/>
          <p:cNvSpPr txBox="1">
            <a:spLocks noChangeArrowheads="1"/>
          </p:cNvSpPr>
          <p:nvPr/>
        </p:nvSpPr>
        <p:spPr bwMode="auto">
          <a:xfrm>
            <a:off x="566738" y="2697163"/>
            <a:ext cx="3217862"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2. Pas de commandes</a:t>
            </a:r>
          </a:p>
        </p:txBody>
      </p:sp>
      <p:sp>
        <p:nvSpPr>
          <p:cNvPr id="104458" name="Text Box 79"/>
          <p:cNvSpPr txBox="1">
            <a:spLocks noChangeArrowheads="1"/>
          </p:cNvSpPr>
          <p:nvPr/>
        </p:nvSpPr>
        <p:spPr bwMode="auto">
          <a:xfrm>
            <a:off x="566738" y="5211763"/>
            <a:ext cx="6543675" cy="4429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eaLnBrk="1" hangingPunct="1">
              <a:spcBef>
                <a:spcPct val="0"/>
              </a:spcBef>
              <a:buFontTx/>
              <a:buNone/>
            </a:pPr>
            <a:r>
              <a:rPr lang="fr-FR" altLang="fr-FR" sz="2300"/>
              <a:t>4. Pointez la production sur votre feuille de suivi</a:t>
            </a:r>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05474" name="Group 2"/>
          <p:cNvGrpSpPr>
            <a:grpSpLocks/>
          </p:cNvGrpSpPr>
          <p:nvPr/>
        </p:nvGrpSpPr>
        <p:grpSpPr bwMode="auto">
          <a:xfrm>
            <a:off x="7073900" y="215900"/>
            <a:ext cx="1878013" cy="1250950"/>
            <a:chOff x="4456" y="136"/>
            <a:chExt cx="1183" cy="788"/>
          </a:xfrm>
        </p:grpSpPr>
        <p:grpSp>
          <p:nvGrpSpPr>
            <p:cNvPr id="105534" name="Group 3"/>
            <p:cNvGrpSpPr>
              <a:grpSpLocks/>
            </p:cNvGrpSpPr>
            <p:nvPr/>
          </p:nvGrpSpPr>
          <p:grpSpPr bwMode="auto">
            <a:xfrm>
              <a:off x="4766" y="232"/>
              <a:ext cx="873" cy="692"/>
              <a:chOff x="2185" y="310"/>
              <a:chExt cx="873" cy="692"/>
            </a:xfrm>
          </p:grpSpPr>
          <p:sp>
            <p:nvSpPr>
              <p:cNvPr id="105545" name="Freeform 4"/>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accent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5546" name="Freeform 5"/>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5547" name="Freeform 6"/>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5548" name="Freeform 7"/>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5549" name="Freeform 8"/>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5550" name="Freeform 9"/>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5551" name="Freeform 10"/>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grpSp>
          <p:nvGrpSpPr>
            <p:cNvPr id="105535" name="Group 11"/>
            <p:cNvGrpSpPr>
              <a:grpSpLocks/>
            </p:cNvGrpSpPr>
            <p:nvPr/>
          </p:nvGrpSpPr>
          <p:grpSpPr bwMode="auto">
            <a:xfrm>
              <a:off x="4949" y="336"/>
              <a:ext cx="591" cy="468"/>
              <a:chOff x="2185" y="310"/>
              <a:chExt cx="873" cy="692"/>
            </a:xfrm>
          </p:grpSpPr>
          <p:sp>
            <p:nvSpPr>
              <p:cNvPr id="105538" name="Freeform 12"/>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5539" name="Freeform 13"/>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5540" name="Freeform 14"/>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5541" name="Freeform 15"/>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5542" name="Freeform 16"/>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5543" name="Freeform 17"/>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5544" name="Freeform 18"/>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pic>
          <p:nvPicPr>
            <p:cNvPr id="105536" name="Picture 19"/>
            <p:cNvPicPr>
              <a:picLocks noChangeAspect="1" noChangeArrowheads="1"/>
            </p:cNvPicPr>
            <p:nvPr/>
          </p:nvPicPr>
          <p:blipFill>
            <a:blip r:embed="rId3" cstate="print">
              <a:extLst>
                <a:ext uri="{28A0092B-C50C-407E-A947-70E740481C1C}">
                  <a14:useLocalDpi xmlns:a14="http://schemas.microsoft.com/office/drawing/2010/main" val="0"/>
                </a:ext>
              </a:extLst>
            </a:blip>
            <a:srcRect l="-4282" t="-4369" r="-5199" b="-12012"/>
            <a:stretch>
              <a:fillRect/>
            </a:stretch>
          </p:blipFill>
          <p:spPr bwMode="auto">
            <a:xfrm>
              <a:off x="4456" y="136"/>
              <a:ext cx="480" cy="5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05537" name="Text Box 20"/>
            <p:cNvSpPr txBox="1">
              <a:spLocks noChangeArrowheads="1"/>
            </p:cNvSpPr>
            <p:nvPr/>
          </p:nvSpPr>
          <p:spPr bwMode="auto">
            <a:xfrm>
              <a:off x="5066" y="314"/>
              <a:ext cx="356" cy="49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4500" b="1">
                  <a:solidFill>
                    <a:srgbClr val="FF0000"/>
                  </a:solidFill>
                  <a:latin typeface="Arial Black" pitchFamily="34" charset="0"/>
                </a:rPr>
                <a:t>7</a:t>
              </a:r>
              <a:endParaRPr lang="fr-FR" altLang="fr-FR" sz="3200">
                <a:solidFill>
                  <a:schemeClr val="tx1"/>
                </a:solidFill>
                <a:latin typeface="Arial Black" pitchFamily="34" charset="0"/>
              </a:endParaRPr>
            </a:p>
          </p:txBody>
        </p:sp>
      </p:grpSp>
      <p:sp>
        <p:nvSpPr>
          <p:cNvPr id="105476" name="Text Box 22"/>
          <p:cNvSpPr txBox="1">
            <a:spLocks noChangeArrowheads="1"/>
          </p:cNvSpPr>
          <p:nvPr/>
        </p:nvSpPr>
        <p:spPr bwMode="auto">
          <a:xfrm>
            <a:off x="566738" y="1363663"/>
            <a:ext cx="1946275"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1. Tirez le dé</a:t>
            </a:r>
          </a:p>
        </p:txBody>
      </p:sp>
      <p:sp>
        <p:nvSpPr>
          <p:cNvPr id="105477" name="Text Box 23"/>
          <p:cNvSpPr txBox="1">
            <a:spLocks noChangeArrowheads="1"/>
          </p:cNvSpPr>
          <p:nvPr/>
        </p:nvSpPr>
        <p:spPr bwMode="auto">
          <a:xfrm>
            <a:off x="566738" y="3935413"/>
            <a:ext cx="18796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3. Produisez</a:t>
            </a:r>
          </a:p>
        </p:txBody>
      </p:sp>
      <p:grpSp>
        <p:nvGrpSpPr>
          <p:cNvPr id="105478" name="Group 24"/>
          <p:cNvGrpSpPr>
            <a:grpSpLocks/>
          </p:cNvGrpSpPr>
          <p:nvPr/>
        </p:nvGrpSpPr>
        <p:grpSpPr bwMode="auto">
          <a:xfrm>
            <a:off x="2986088" y="1306513"/>
            <a:ext cx="446087" cy="534987"/>
            <a:chOff x="868" y="1439"/>
            <a:chExt cx="811" cy="972"/>
          </a:xfrm>
        </p:grpSpPr>
        <p:sp>
          <p:nvSpPr>
            <p:cNvPr id="105483" name="Freeform 25"/>
            <p:cNvSpPr>
              <a:spLocks/>
            </p:cNvSpPr>
            <p:nvPr/>
          </p:nvSpPr>
          <p:spPr bwMode="auto">
            <a:xfrm>
              <a:off x="1548" y="2014"/>
              <a:ext cx="123" cy="100"/>
            </a:xfrm>
            <a:custGeom>
              <a:avLst/>
              <a:gdLst>
                <a:gd name="T0" fmla="*/ 5 w 618"/>
                <a:gd name="T1" fmla="*/ 0 h 502"/>
                <a:gd name="T2" fmla="*/ 5 w 618"/>
                <a:gd name="T3" fmla="*/ 0 h 502"/>
                <a:gd name="T4" fmla="*/ 0 w 618"/>
                <a:gd name="T5" fmla="*/ 4 h 502"/>
                <a:gd name="T6" fmla="*/ 0 w 618"/>
                <a:gd name="T7" fmla="*/ 4 h 502"/>
                <a:gd name="T8" fmla="*/ 5 w 618"/>
                <a:gd name="T9" fmla="*/ 0 h 502"/>
                <a:gd name="T10" fmla="*/ 5 w 618"/>
                <a:gd name="T11" fmla="*/ 0 h 502"/>
                <a:gd name="T12" fmla="*/ 5 w 618"/>
                <a:gd name="T13" fmla="*/ 0 h 502"/>
                <a:gd name="T14" fmla="*/ 5 w 618"/>
                <a:gd name="T15" fmla="*/ 0 h 502"/>
                <a:gd name="T16" fmla="*/ 5 w 618"/>
                <a:gd name="T17" fmla="*/ 0 h 502"/>
                <a:gd name="T18" fmla="*/ 5 w 618"/>
                <a:gd name="T19" fmla="*/ 0 h 502"/>
                <a:gd name="T20" fmla="*/ 5 w 618"/>
                <a:gd name="T21" fmla="*/ 0 h 502"/>
                <a:gd name="T22" fmla="*/ 5 w 618"/>
                <a:gd name="T23" fmla="*/ 0 h 502"/>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618"/>
                <a:gd name="T37" fmla="*/ 0 h 502"/>
                <a:gd name="T38" fmla="*/ 618 w 618"/>
                <a:gd name="T39" fmla="*/ 502 h 502"/>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618" h="502">
                  <a:moveTo>
                    <a:pt x="611" y="0"/>
                  </a:moveTo>
                  <a:lnTo>
                    <a:pt x="606" y="2"/>
                  </a:lnTo>
                  <a:lnTo>
                    <a:pt x="0" y="490"/>
                  </a:lnTo>
                  <a:lnTo>
                    <a:pt x="10" y="502"/>
                  </a:lnTo>
                  <a:lnTo>
                    <a:pt x="616" y="14"/>
                  </a:lnTo>
                  <a:lnTo>
                    <a:pt x="611" y="16"/>
                  </a:lnTo>
                  <a:lnTo>
                    <a:pt x="616" y="14"/>
                  </a:lnTo>
                  <a:lnTo>
                    <a:pt x="618" y="9"/>
                  </a:lnTo>
                  <a:lnTo>
                    <a:pt x="617" y="3"/>
                  </a:lnTo>
                  <a:lnTo>
                    <a:pt x="612" y="1"/>
                  </a:lnTo>
                  <a:lnTo>
                    <a:pt x="606" y="2"/>
                  </a:lnTo>
                  <a:lnTo>
                    <a:pt x="611"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5484" name="Freeform 26"/>
            <p:cNvSpPr>
              <a:spLocks/>
            </p:cNvSpPr>
            <p:nvPr/>
          </p:nvSpPr>
          <p:spPr bwMode="auto">
            <a:xfrm>
              <a:off x="876" y="1852"/>
              <a:ext cx="82" cy="373"/>
            </a:xfrm>
            <a:custGeom>
              <a:avLst/>
              <a:gdLst>
                <a:gd name="T0" fmla="*/ 3 w 413"/>
                <a:gd name="T1" fmla="*/ 15 h 1865"/>
                <a:gd name="T2" fmla="*/ 3 w 413"/>
                <a:gd name="T3" fmla="*/ 15 h 1865"/>
                <a:gd name="T4" fmla="*/ 0 w 413"/>
                <a:gd name="T5" fmla="*/ 0 h 1865"/>
                <a:gd name="T6" fmla="*/ 0 w 413"/>
                <a:gd name="T7" fmla="*/ 0 h 1865"/>
                <a:gd name="T8" fmla="*/ 3 w 413"/>
                <a:gd name="T9" fmla="*/ 15 h 1865"/>
                <a:gd name="T10" fmla="*/ 3 w 413"/>
                <a:gd name="T11" fmla="*/ 15 h 1865"/>
                <a:gd name="T12" fmla="*/ 3 w 413"/>
                <a:gd name="T13" fmla="*/ 15 h 1865"/>
                <a:gd name="T14" fmla="*/ 3 w 413"/>
                <a:gd name="T15" fmla="*/ 15 h 1865"/>
                <a:gd name="T16" fmla="*/ 3 w 413"/>
                <a:gd name="T17" fmla="*/ 15 h 1865"/>
                <a:gd name="T18" fmla="*/ 3 w 413"/>
                <a:gd name="T19" fmla="*/ 15 h 1865"/>
                <a:gd name="T20" fmla="*/ 3 w 413"/>
                <a:gd name="T21" fmla="*/ 15 h 1865"/>
                <a:gd name="T22" fmla="*/ 3 w 413"/>
                <a:gd name="T23" fmla="*/ 15 h 186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413"/>
                <a:gd name="T37" fmla="*/ 0 h 1865"/>
                <a:gd name="T38" fmla="*/ 413 w 413"/>
                <a:gd name="T39" fmla="*/ 1865 h 1865"/>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413" h="1865">
                  <a:moveTo>
                    <a:pt x="400" y="1864"/>
                  </a:moveTo>
                  <a:lnTo>
                    <a:pt x="413" y="1856"/>
                  </a:lnTo>
                  <a:lnTo>
                    <a:pt x="17" y="0"/>
                  </a:lnTo>
                  <a:lnTo>
                    <a:pt x="0" y="2"/>
                  </a:lnTo>
                  <a:lnTo>
                    <a:pt x="396" y="1858"/>
                  </a:lnTo>
                  <a:lnTo>
                    <a:pt x="409" y="1850"/>
                  </a:lnTo>
                  <a:lnTo>
                    <a:pt x="396" y="1858"/>
                  </a:lnTo>
                  <a:lnTo>
                    <a:pt x="400" y="1864"/>
                  </a:lnTo>
                  <a:lnTo>
                    <a:pt x="406" y="1865"/>
                  </a:lnTo>
                  <a:lnTo>
                    <a:pt x="410" y="1862"/>
                  </a:lnTo>
                  <a:lnTo>
                    <a:pt x="413" y="1856"/>
                  </a:lnTo>
                  <a:lnTo>
                    <a:pt x="400" y="186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5485" name="Freeform 27"/>
            <p:cNvSpPr>
              <a:spLocks/>
            </p:cNvSpPr>
            <p:nvPr/>
          </p:nvSpPr>
          <p:spPr bwMode="auto">
            <a:xfrm>
              <a:off x="1282" y="1533"/>
              <a:ext cx="35" cy="161"/>
            </a:xfrm>
            <a:custGeom>
              <a:avLst/>
              <a:gdLst>
                <a:gd name="T0" fmla="*/ 1 w 175"/>
                <a:gd name="T1" fmla="*/ 6 h 807"/>
                <a:gd name="T2" fmla="*/ 1 w 175"/>
                <a:gd name="T3" fmla="*/ 6 h 807"/>
                <a:gd name="T4" fmla="*/ 1 w 175"/>
                <a:gd name="T5" fmla="*/ 6 h 807"/>
                <a:gd name="T6" fmla="*/ 1 w 175"/>
                <a:gd name="T7" fmla="*/ 5 h 807"/>
                <a:gd name="T8" fmla="*/ 1 w 175"/>
                <a:gd name="T9" fmla="*/ 5 h 807"/>
                <a:gd name="T10" fmla="*/ 1 w 175"/>
                <a:gd name="T11" fmla="*/ 5 h 807"/>
                <a:gd name="T12" fmla="*/ 1 w 175"/>
                <a:gd name="T13" fmla="*/ 4 h 807"/>
                <a:gd name="T14" fmla="*/ 1 w 175"/>
                <a:gd name="T15" fmla="*/ 4 h 807"/>
                <a:gd name="T16" fmla="*/ 1 w 175"/>
                <a:gd name="T17" fmla="*/ 3 h 807"/>
                <a:gd name="T18" fmla="*/ 1 w 175"/>
                <a:gd name="T19" fmla="*/ 3 h 807"/>
                <a:gd name="T20" fmla="*/ 1 w 175"/>
                <a:gd name="T21" fmla="*/ 3 h 807"/>
                <a:gd name="T22" fmla="*/ 1 w 175"/>
                <a:gd name="T23" fmla="*/ 2 h 807"/>
                <a:gd name="T24" fmla="*/ 1 w 175"/>
                <a:gd name="T25" fmla="*/ 2 h 807"/>
                <a:gd name="T26" fmla="*/ 1 w 175"/>
                <a:gd name="T27" fmla="*/ 2 h 807"/>
                <a:gd name="T28" fmla="*/ 1 w 175"/>
                <a:gd name="T29" fmla="*/ 1 h 807"/>
                <a:gd name="T30" fmla="*/ 1 w 175"/>
                <a:gd name="T31" fmla="*/ 1 h 807"/>
                <a:gd name="T32" fmla="*/ 1 w 175"/>
                <a:gd name="T33" fmla="*/ 1 h 807"/>
                <a:gd name="T34" fmla="*/ 1 w 175"/>
                <a:gd name="T35" fmla="*/ 0 h 807"/>
                <a:gd name="T36" fmla="*/ 1 w 175"/>
                <a:gd name="T37" fmla="*/ 0 h 807"/>
                <a:gd name="T38" fmla="*/ 1 w 175"/>
                <a:gd name="T39" fmla="*/ 0 h 807"/>
                <a:gd name="T40" fmla="*/ 0 w 175"/>
                <a:gd name="T41" fmla="*/ 1 h 807"/>
                <a:gd name="T42" fmla="*/ 0 w 175"/>
                <a:gd name="T43" fmla="*/ 1 h 807"/>
                <a:gd name="T44" fmla="*/ 0 w 175"/>
                <a:gd name="T45" fmla="*/ 1 h 807"/>
                <a:gd name="T46" fmla="*/ 0 w 175"/>
                <a:gd name="T47" fmla="*/ 2 h 807"/>
                <a:gd name="T48" fmla="*/ 0 w 175"/>
                <a:gd name="T49" fmla="*/ 2 h 807"/>
                <a:gd name="T50" fmla="*/ 0 w 175"/>
                <a:gd name="T51" fmla="*/ 3 h 807"/>
                <a:gd name="T52" fmla="*/ 0 w 175"/>
                <a:gd name="T53" fmla="*/ 3 h 807"/>
                <a:gd name="T54" fmla="*/ 0 w 175"/>
                <a:gd name="T55" fmla="*/ 3 h 807"/>
                <a:gd name="T56" fmla="*/ 0 w 175"/>
                <a:gd name="T57" fmla="*/ 4 h 807"/>
                <a:gd name="T58" fmla="*/ 0 w 175"/>
                <a:gd name="T59" fmla="*/ 4 h 807"/>
                <a:gd name="T60" fmla="*/ 0 w 175"/>
                <a:gd name="T61" fmla="*/ 5 h 807"/>
                <a:gd name="T62" fmla="*/ 0 w 175"/>
                <a:gd name="T63" fmla="*/ 5 h 807"/>
                <a:gd name="T64" fmla="*/ 0 w 175"/>
                <a:gd name="T65" fmla="*/ 5 h 807"/>
                <a:gd name="T66" fmla="*/ 1 w 175"/>
                <a:gd name="T67" fmla="*/ 6 h 807"/>
                <a:gd name="T68" fmla="*/ 1 w 175"/>
                <a:gd name="T69" fmla="*/ 6 h 807"/>
                <a:gd name="T70" fmla="*/ 1 w 175"/>
                <a:gd name="T71" fmla="*/ 6 h 807"/>
                <a:gd name="T72" fmla="*/ 1 w 175"/>
                <a:gd name="T73" fmla="*/ 6 h 807"/>
                <a:gd name="T74" fmla="*/ 1 w 175"/>
                <a:gd name="T75" fmla="*/ 6 h 807"/>
                <a:gd name="T76" fmla="*/ 1 w 175"/>
                <a:gd name="T77" fmla="*/ 6 h 807"/>
                <a:gd name="T78" fmla="*/ 1 w 175"/>
                <a:gd name="T79" fmla="*/ 6 h 807"/>
                <a:gd name="T80" fmla="*/ 1 w 175"/>
                <a:gd name="T81" fmla="*/ 6 h 807"/>
                <a:gd name="T82" fmla="*/ 1 w 175"/>
                <a:gd name="T83" fmla="*/ 6 h 807"/>
                <a:gd name="T84" fmla="*/ 1 w 175"/>
                <a:gd name="T85" fmla="*/ 6 h 807"/>
                <a:gd name="T86" fmla="*/ 1 w 175"/>
                <a:gd name="T87" fmla="*/ 6 h 807"/>
                <a:gd name="T88" fmla="*/ 1 w 175"/>
                <a:gd name="T89" fmla="*/ 6 h 807"/>
                <a:gd name="T90" fmla="*/ 1 w 175"/>
                <a:gd name="T91" fmla="*/ 6 h 80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175"/>
                <a:gd name="T139" fmla="*/ 0 h 807"/>
                <a:gd name="T140" fmla="*/ 175 w 175"/>
                <a:gd name="T141" fmla="*/ 807 h 80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175" h="807">
                  <a:moveTo>
                    <a:pt x="169" y="740"/>
                  </a:moveTo>
                  <a:lnTo>
                    <a:pt x="169" y="739"/>
                  </a:lnTo>
                  <a:lnTo>
                    <a:pt x="149" y="698"/>
                  </a:lnTo>
                  <a:lnTo>
                    <a:pt x="133" y="656"/>
                  </a:lnTo>
                  <a:lnTo>
                    <a:pt x="120" y="611"/>
                  </a:lnTo>
                  <a:lnTo>
                    <a:pt x="108" y="565"/>
                  </a:lnTo>
                  <a:lnTo>
                    <a:pt x="100" y="520"/>
                  </a:lnTo>
                  <a:lnTo>
                    <a:pt x="96" y="472"/>
                  </a:lnTo>
                  <a:lnTo>
                    <a:pt x="93" y="425"/>
                  </a:lnTo>
                  <a:lnTo>
                    <a:pt x="93" y="377"/>
                  </a:lnTo>
                  <a:lnTo>
                    <a:pt x="96" y="330"/>
                  </a:lnTo>
                  <a:lnTo>
                    <a:pt x="100" y="283"/>
                  </a:lnTo>
                  <a:lnTo>
                    <a:pt x="106" y="238"/>
                  </a:lnTo>
                  <a:lnTo>
                    <a:pt x="115" y="195"/>
                  </a:lnTo>
                  <a:lnTo>
                    <a:pt x="126" y="153"/>
                  </a:lnTo>
                  <a:lnTo>
                    <a:pt x="139" y="114"/>
                  </a:lnTo>
                  <a:lnTo>
                    <a:pt x="153" y="77"/>
                  </a:lnTo>
                  <a:lnTo>
                    <a:pt x="169" y="43"/>
                  </a:lnTo>
                  <a:lnTo>
                    <a:pt x="87" y="0"/>
                  </a:lnTo>
                  <a:lnTo>
                    <a:pt x="69" y="39"/>
                  </a:lnTo>
                  <a:lnTo>
                    <a:pt x="52" y="81"/>
                  </a:lnTo>
                  <a:lnTo>
                    <a:pt x="37" y="127"/>
                  </a:lnTo>
                  <a:lnTo>
                    <a:pt x="24" y="174"/>
                  </a:lnTo>
                  <a:lnTo>
                    <a:pt x="15" y="222"/>
                  </a:lnTo>
                  <a:lnTo>
                    <a:pt x="7" y="271"/>
                  </a:lnTo>
                  <a:lnTo>
                    <a:pt x="2" y="323"/>
                  </a:lnTo>
                  <a:lnTo>
                    <a:pt x="0" y="374"/>
                  </a:lnTo>
                  <a:lnTo>
                    <a:pt x="0" y="427"/>
                  </a:lnTo>
                  <a:lnTo>
                    <a:pt x="2" y="479"/>
                  </a:lnTo>
                  <a:lnTo>
                    <a:pt x="9" y="531"/>
                  </a:lnTo>
                  <a:lnTo>
                    <a:pt x="17" y="584"/>
                  </a:lnTo>
                  <a:lnTo>
                    <a:pt x="29" y="635"/>
                  </a:lnTo>
                  <a:lnTo>
                    <a:pt x="44" y="686"/>
                  </a:lnTo>
                  <a:lnTo>
                    <a:pt x="65" y="736"/>
                  </a:lnTo>
                  <a:lnTo>
                    <a:pt x="87" y="784"/>
                  </a:lnTo>
                  <a:lnTo>
                    <a:pt x="87" y="782"/>
                  </a:lnTo>
                  <a:lnTo>
                    <a:pt x="87" y="784"/>
                  </a:lnTo>
                  <a:lnTo>
                    <a:pt x="100" y="799"/>
                  </a:lnTo>
                  <a:lnTo>
                    <a:pt x="117" y="807"/>
                  </a:lnTo>
                  <a:lnTo>
                    <a:pt x="134" y="807"/>
                  </a:lnTo>
                  <a:lnTo>
                    <a:pt x="151" y="801"/>
                  </a:lnTo>
                  <a:lnTo>
                    <a:pt x="164" y="791"/>
                  </a:lnTo>
                  <a:lnTo>
                    <a:pt x="173" y="777"/>
                  </a:lnTo>
                  <a:lnTo>
                    <a:pt x="175" y="759"/>
                  </a:lnTo>
                  <a:lnTo>
                    <a:pt x="169" y="739"/>
                  </a:lnTo>
                  <a:lnTo>
                    <a:pt x="169" y="74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5486" name="Freeform 28"/>
            <p:cNvSpPr>
              <a:spLocks/>
            </p:cNvSpPr>
            <p:nvPr/>
          </p:nvSpPr>
          <p:spPr bwMode="auto">
            <a:xfrm>
              <a:off x="1299" y="1681"/>
              <a:ext cx="157" cy="281"/>
            </a:xfrm>
            <a:custGeom>
              <a:avLst/>
              <a:gdLst>
                <a:gd name="T0" fmla="*/ 6 w 787"/>
                <a:gd name="T1" fmla="*/ 11 h 1404"/>
                <a:gd name="T2" fmla="*/ 6 w 787"/>
                <a:gd name="T3" fmla="*/ 11 h 1404"/>
                <a:gd name="T4" fmla="*/ 1 w 787"/>
                <a:gd name="T5" fmla="*/ 0 h 1404"/>
                <a:gd name="T6" fmla="*/ 0 w 787"/>
                <a:gd name="T7" fmla="*/ 0 h 1404"/>
                <a:gd name="T8" fmla="*/ 6 w 787"/>
                <a:gd name="T9" fmla="*/ 11 h 1404"/>
                <a:gd name="T10" fmla="*/ 6 w 787"/>
                <a:gd name="T11" fmla="*/ 11 h 1404"/>
                <a:gd name="T12" fmla="*/ 6 w 787"/>
                <a:gd name="T13" fmla="*/ 11 h 1404"/>
                <a:gd name="T14" fmla="*/ 6 w 787"/>
                <a:gd name="T15" fmla="*/ 11 h 1404"/>
                <a:gd name="T16" fmla="*/ 6 w 787"/>
                <a:gd name="T17" fmla="*/ 11 h 1404"/>
                <a:gd name="T18" fmla="*/ 6 w 787"/>
                <a:gd name="T19" fmla="*/ 11 h 1404"/>
                <a:gd name="T20" fmla="*/ 6 w 787"/>
                <a:gd name="T21" fmla="*/ 11 h 1404"/>
                <a:gd name="T22" fmla="*/ 6 w 787"/>
                <a:gd name="T23" fmla="*/ 11 h 1404"/>
                <a:gd name="T24" fmla="*/ 6 w 787"/>
                <a:gd name="T25" fmla="*/ 11 h 1404"/>
                <a:gd name="T26" fmla="*/ 6 w 787"/>
                <a:gd name="T27" fmla="*/ 11 h 1404"/>
                <a:gd name="T28" fmla="*/ 6 w 787"/>
                <a:gd name="T29" fmla="*/ 11 h 1404"/>
                <a:gd name="T30" fmla="*/ 6 w 787"/>
                <a:gd name="T31" fmla="*/ 11 h 1404"/>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787"/>
                <a:gd name="T49" fmla="*/ 0 h 1404"/>
                <a:gd name="T50" fmla="*/ 787 w 787"/>
                <a:gd name="T51" fmla="*/ 1404 h 1404"/>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787" h="1404">
                  <a:moveTo>
                    <a:pt x="781" y="1334"/>
                  </a:moveTo>
                  <a:lnTo>
                    <a:pt x="781" y="1337"/>
                  </a:lnTo>
                  <a:lnTo>
                    <a:pt x="82" y="0"/>
                  </a:lnTo>
                  <a:lnTo>
                    <a:pt x="0" y="42"/>
                  </a:lnTo>
                  <a:lnTo>
                    <a:pt x="699" y="1379"/>
                  </a:lnTo>
                  <a:lnTo>
                    <a:pt x="699" y="1381"/>
                  </a:lnTo>
                  <a:lnTo>
                    <a:pt x="699" y="1379"/>
                  </a:lnTo>
                  <a:lnTo>
                    <a:pt x="712" y="1395"/>
                  </a:lnTo>
                  <a:lnTo>
                    <a:pt x="727" y="1402"/>
                  </a:lnTo>
                  <a:lnTo>
                    <a:pt x="744" y="1404"/>
                  </a:lnTo>
                  <a:lnTo>
                    <a:pt x="761" y="1398"/>
                  </a:lnTo>
                  <a:lnTo>
                    <a:pt x="775" y="1388"/>
                  </a:lnTo>
                  <a:lnTo>
                    <a:pt x="784" y="1373"/>
                  </a:lnTo>
                  <a:lnTo>
                    <a:pt x="787" y="1357"/>
                  </a:lnTo>
                  <a:lnTo>
                    <a:pt x="781" y="1337"/>
                  </a:lnTo>
                  <a:lnTo>
                    <a:pt x="781" y="13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5487" name="Freeform 29"/>
            <p:cNvSpPr>
              <a:spLocks/>
            </p:cNvSpPr>
            <p:nvPr/>
          </p:nvSpPr>
          <p:spPr bwMode="auto">
            <a:xfrm>
              <a:off x="1439" y="1948"/>
              <a:ext cx="125" cy="76"/>
            </a:xfrm>
            <a:custGeom>
              <a:avLst/>
              <a:gdLst>
                <a:gd name="T0" fmla="*/ 5 w 628"/>
                <a:gd name="T1" fmla="*/ 2 h 383"/>
                <a:gd name="T2" fmla="*/ 5 w 628"/>
                <a:gd name="T3" fmla="*/ 2 h 383"/>
                <a:gd name="T4" fmla="*/ 4 w 628"/>
                <a:gd name="T5" fmla="*/ 2 h 383"/>
                <a:gd name="T6" fmla="*/ 4 w 628"/>
                <a:gd name="T7" fmla="*/ 2 h 383"/>
                <a:gd name="T8" fmla="*/ 4 w 628"/>
                <a:gd name="T9" fmla="*/ 2 h 383"/>
                <a:gd name="T10" fmla="*/ 3 w 628"/>
                <a:gd name="T11" fmla="*/ 2 h 383"/>
                <a:gd name="T12" fmla="*/ 3 w 628"/>
                <a:gd name="T13" fmla="*/ 2 h 383"/>
                <a:gd name="T14" fmla="*/ 3 w 628"/>
                <a:gd name="T15" fmla="*/ 2 h 383"/>
                <a:gd name="T16" fmla="*/ 3 w 628"/>
                <a:gd name="T17" fmla="*/ 2 h 383"/>
                <a:gd name="T18" fmla="*/ 2 w 628"/>
                <a:gd name="T19" fmla="*/ 2 h 383"/>
                <a:gd name="T20" fmla="*/ 2 w 628"/>
                <a:gd name="T21" fmla="*/ 2 h 383"/>
                <a:gd name="T22" fmla="*/ 2 w 628"/>
                <a:gd name="T23" fmla="*/ 1 h 383"/>
                <a:gd name="T24" fmla="*/ 2 w 628"/>
                <a:gd name="T25" fmla="*/ 1 h 383"/>
                <a:gd name="T26" fmla="*/ 1 w 628"/>
                <a:gd name="T27" fmla="*/ 1 h 383"/>
                <a:gd name="T28" fmla="*/ 1 w 628"/>
                <a:gd name="T29" fmla="*/ 1 h 383"/>
                <a:gd name="T30" fmla="*/ 1 w 628"/>
                <a:gd name="T31" fmla="*/ 1 h 383"/>
                <a:gd name="T32" fmla="*/ 1 w 628"/>
                <a:gd name="T33" fmla="*/ 0 h 383"/>
                <a:gd name="T34" fmla="*/ 1 w 628"/>
                <a:gd name="T35" fmla="*/ 0 h 383"/>
                <a:gd name="T36" fmla="*/ 0 w 628"/>
                <a:gd name="T37" fmla="*/ 0 h 383"/>
                <a:gd name="T38" fmla="*/ 0 w 628"/>
                <a:gd name="T39" fmla="*/ 1 h 383"/>
                <a:gd name="T40" fmla="*/ 0 w 628"/>
                <a:gd name="T41" fmla="*/ 1 h 383"/>
                <a:gd name="T42" fmla="*/ 1 w 628"/>
                <a:gd name="T43" fmla="*/ 1 h 383"/>
                <a:gd name="T44" fmla="*/ 1 w 628"/>
                <a:gd name="T45" fmla="*/ 1 h 383"/>
                <a:gd name="T46" fmla="*/ 1 w 628"/>
                <a:gd name="T47" fmla="*/ 2 h 383"/>
                <a:gd name="T48" fmla="*/ 1 w 628"/>
                <a:gd name="T49" fmla="*/ 2 h 383"/>
                <a:gd name="T50" fmla="*/ 2 w 628"/>
                <a:gd name="T51" fmla="*/ 2 h 383"/>
                <a:gd name="T52" fmla="*/ 2 w 628"/>
                <a:gd name="T53" fmla="*/ 2 h 383"/>
                <a:gd name="T54" fmla="*/ 2 w 628"/>
                <a:gd name="T55" fmla="*/ 2 h 383"/>
                <a:gd name="T56" fmla="*/ 3 w 628"/>
                <a:gd name="T57" fmla="*/ 3 h 383"/>
                <a:gd name="T58" fmla="*/ 3 w 628"/>
                <a:gd name="T59" fmla="*/ 3 h 383"/>
                <a:gd name="T60" fmla="*/ 3 w 628"/>
                <a:gd name="T61" fmla="*/ 3 h 383"/>
                <a:gd name="T62" fmla="*/ 4 w 628"/>
                <a:gd name="T63" fmla="*/ 3 h 383"/>
                <a:gd name="T64" fmla="*/ 4 w 628"/>
                <a:gd name="T65" fmla="*/ 3 h 383"/>
                <a:gd name="T66" fmla="*/ 4 w 628"/>
                <a:gd name="T67" fmla="*/ 3 h 383"/>
                <a:gd name="T68" fmla="*/ 5 w 628"/>
                <a:gd name="T69" fmla="*/ 3 h 383"/>
                <a:gd name="T70" fmla="*/ 5 w 628"/>
                <a:gd name="T71" fmla="*/ 3 h 383"/>
                <a:gd name="T72" fmla="*/ 5 w 628"/>
                <a:gd name="T73" fmla="*/ 3 h 383"/>
                <a:gd name="T74" fmla="*/ 5 w 628"/>
                <a:gd name="T75" fmla="*/ 3 h 383"/>
                <a:gd name="T76" fmla="*/ 5 w 628"/>
                <a:gd name="T77" fmla="*/ 3 h 383"/>
                <a:gd name="T78" fmla="*/ 5 w 628"/>
                <a:gd name="T79" fmla="*/ 3 h 383"/>
                <a:gd name="T80" fmla="*/ 5 w 628"/>
                <a:gd name="T81" fmla="*/ 3 h 383"/>
                <a:gd name="T82" fmla="*/ 5 w 628"/>
                <a:gd name="T83" fmla="*/ 3 h 383"/>
                <a:gd name="T84" fmla="*/ 5 w 628"/>
                <a:gd name="T85" fmla="*/ 2 h 383"/>
                <a:gd name="T86" fmla="*/ 5 w 628"/>
                <a:gd name="T87" fmla="*/ 2 h 383"/>
                <a:gd name="T88" fmla="*/ 5 w 628"/>
                <a:gd name="T89" fmla="*/ 2 h 383"/>
                <a:gd name="T90" fmla="*/ 5 w 628"/>
                <a:gd name="T91" fmla="*/ 2 h 38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628"/>
                <a:gd name="T139" fmla="*/ 0 h 383"/>
                <a:gd name="T140" fmla="*/ 628 w 628"/>
                <a:gd name="T141" fmla="*/ 383 h 38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628" h="383">
                  <a:moveTo>
                    <a:pt x="581" y="289"/>
                  </a:moveTo>
                  <a:lnTo>
                    <a:pt x="582" y="289"/>
                  </a:lnTo>
                  <a:lnTo>
                    <a:pt x="541" y="287"/>
                  </a:lnTo>
                  <a:lnTo>
                    <a:pt x="500" y="283"/>
                  </a:lnTo>
                  <a:lnTo>
                    <a:pt x="462" y="276"/>
                  </a:lnTo>
                  <a:lnTo>
                    <a:pt x="424" y="268"/>
                  </a:lnTo>
                  <a:lnTo>
                    <a:pt x="389" y="255"/>
                  </a:lnTo>
                  <a:lnTo>
                    <a:pt x="352" y="242"/>
                  </a:lnTo>
                  <a:lnTo>
                    <a:pt x="320" y="227"/>
                  </a:lnTo>
                  <a:lnTo>
                    <a:pt x="287" y="209"/>
                  </a:lnTo>
                  <a:lnTo>
                    <a:pt x="255" y="189"/>
                  </a:lnTo>
                  <a:lnTo>
                    <a:pt x="226" y="168"/>
                  </a:lnTo>
                  <a:lnTo>
                    <a:pt x="198" y="145"/>
                  </a:lnTo>
                  <a:lnTo>
                    <a:pt x="172" y="119"/>
                  </a:lnTo>
                  <a:lnTo>
                    <a:pt x="146" y="92"/>
                  </a:lnTo>
                  <a:lnTo>
                    <a:pt x="122" y="64"/>
                  </a:lnTo>
                  <a:lnTo>
                    <a:pt x="100" y="33"/>
                  </a:lnTo>
                  <a:lnTo>
                    <a:pt x="82" y="0"/>
                  </a:lnTo>
                  <a:lnTo>
                    <a:pt x="0" y="47"/>
                  </a:lnTo>
                  <a:lnTo>
                    <a:pt x="23" y="85"/>
                  </a:lnTo>
                  <a:lnTo>
                    <a:pt x="49" y="120"/>
                  </a:lnTo>
                  <a:lnTo>
                    <a:pt x="76" y="153"/>
                  </a:lnTo>
                  <a:lnTo>
                    <a:pt x="104" y="185"/>
                  </a:lnTo>
                  <a:lnTo>
                    <a:pt x="137" y="215"/>
                  </a:lnTo>
                  <a:lnTo>
                    <a:pt x="170" y="241"/>
                  </a:lnTo>
                  <a:lnTo>
                    <a:pt x="204" y="267"/>
                  </a:lnTo>
                  <a:lnTo>
                    <a:pt x="240" y="289"/>
                  </a:lnTo>
                  <a:lnTo>
                    <a:pt x="277" y="309"/>
                  </a:lnTo>
                  <a:lnTo>
                    <a:pt x="317" y="329"/>
                  </a:lnTo>
                  <a:lnTo>
                    <a:pt x="358" y="344"/>
                  </a:lnTo>
                  <a:lnTo>
                    <a:pt x="400" y="357"/>
                  </a:lnTo>
                  <a:lnTo>
                    <a:pt x="444" y="367"/>
                  </a:lnTo>
                  <a:lnTo>
                    <a:pt x="488" y="374"/>
                  </a:lnTo>
                  <a:lnTo>
                    <a:pt x="534" y="380"/>
                  </a:lnTo>
                  <a:lnTo>
                    <a:pt x="580" y="383"/>
                  </a:lnTo>
                  <a:lnTo>
                    <a:pt x="581" y="383"/>
                  </a:lnTo>
                  <a:lnTo>
                    <a:pt x="580" y="383"/>
                  </a:lnTo>
                  <a:lnTo>
                    <a:pt x="600" y="379"/>
                  </a:lnTo>
                  <a:lnTo>
                    <a:pt x="615" y="369"/>
                  </a:lnTo>
                  <a:lnTo>
                    <a:pt x="624" y="353"/>
                  </a:lnTo>
                  <a:lnTo>
                    <a:pt x="628" y="337"/>
                  </a:lnTo>
                  <a:lnTo>
                    <a:pt x="625" y="319"/>
                  </a:lnTo>
                  <a:lnTo>
                    <a:pt x="617" y="304"/>
                  </a:lnTo>
                  <a:lnTo>
                    <a:pt x="602" y="294"/>
                  </a:lnTo>
                  <a:lnTo>
                    <a:pt x="582" y="289"/>
                  </a:lnTo>
                  <a:lnTo>
                    <a:pt x="581" y="28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5488" name="Freeform 30"/>
            <p:cNvSpPr>
              <a:spLocks/>
            </p:cNvSpPr>
            <p:nvPr/>
          </p:nvSpPr>
          <p:spPr bwMode="auto">
            <a:xfrm>
              <a:off x="1587" y="1880"/>
              <a:ext cx="85" cy="49"/>
            </a:xfrm>
            <a:custGeom>
              <a:avLst/>
              <a:gdLst>
                <a:gd name="T0" fmla="*/ 3 w 426"/>
                <a:gd name="T1" fmla="*/ 0 h 245"/>
                <a:gd name="T2" fmla="*/ 3 w 426"/>
                <a:gd name="T3" fmla="*/ 0 h 245"/>
                <a:gd name="T4" fmla="*/ 3 w 426"/>
                <a:gd name="T5" fmla="*/ 0 h 245"/>
                <a:gd name="T6" fmla="*/ 3 w 426"/>
                <a:gd name="T7" fmla="*/ 0 h 245"/>
                <a:gd name="T8" fmla="*/ 2 w 426"/>
                <a:gd name="T9" fmla="*/ 0 h 245"/>
                <a:gd name="T10" fmla="*/ 2 w 426"/>
                <a:gd name="T11" fmla="*/ 0 h 245"/>
                <a:gd name="T12" fmla="*/ 2 w 426"/>
                <a:gd name="T13" fmla="*/ 0 h 245"/>
                <a:gd name="T14" fmla="*/ 2 w 426"/>
                <a:gd name="T15" fmla="*/ 0 h 245"/>
                <a:gd name="T16" fmla="*/ 1 w 426"/>
                <a:gd name="T17" fmla="*/ 0 h 245"/>
                <a:gd name="T18" fmla="*/ 1 w 426"/>
                <a:gd name="T19" fmla="*/ 1 h 245"/>
                <a:gd name="T20" fmla="*/ 1 w 426"/>
                <a:gd name="T21" fmla="*/ 1 h 245"/>
                <a:gd name="T22" fmla="*/ 1 w 426"/>
                <a:gd name="T23" fmla="*/ 1 h 245"/>
                <a:gd name="T24" fmla="*/ 0 w 426"/>
                <a:gd name="T25" fmla="*/ 1 h 245"/>
                <a:gd name="T26" fmla="*/ 0 w 426"/>
                <a:gd name="T27" fmla="*/ 1 h 245"/>
                <a:gd name="T28" fmla="*/ 0 w 426"/>
                <a:gd name="T29" fmla="*/ 1 h 245"/>
                <a:gd name="T30" fmla="*/ 0 w 426"/>
                <a:gd name="T31" fmla="*/ 2 h 245"/>
                <a:gd name="T32" fmla="*/ 0 w 426"/>
                <a:gd name="T33" fmla="*/ 2 h 245"/>
                <a:gd name="T34" fmla="*/ 0 w 426"/>
                <a:gd name="T35" fmla="*/ 2 h 245"/>
                <a:gd name="T36" fmla="*/ 0 w 426"/>
                <a:gd name="T37" fmla="*/ 2 h 245"/>
                <a:gd name="T38" fmla="*/ 0 w 426"/>
                <a:gd name="T39" fmla="*/ 2 h 245"/>
                <a:gd name="T40" fmla="*/ 0 w 426"/>
                <a:gd name="T41" fmla="*/ 2 h 245"/>
                <a:gd name="T42" fmla="*/ 0 w 426"/>
                <a:gd name="T43" fmla="*/ 1 h 245"/>
                <a:gd name="T44" fmla="*/ 0 w 426"/>
                <a:gd name="T45" fmla="*/ 1 h 245"/>
                <a:gd name="T46" fmla="*/ 0 w 426"/>
                <a:gd name="T47" fmla="*/ 1 h 245"/>
                <a:gd name="T48" fmla="*/ 1 w 426"/>
                <a:gd name="T49" fmla="*/ 1 h 245"/>
                <a:gd name="T50" fmla="*/ 1 w 426"/>
                <a:gd name="T51" fmla="*/ 1 h 245"/>
                <a:gd name="T52" fmla="*/ 1 w 426"/>
                <a:gd name="T53" fmla="*/ 1 h 245"/>
                <a:gd name="T54" fmla="*/ 1 w 426"/>
                <a:gd name="T55" fmla="*/ 1 h 245"/>
                <a:gd name="T56" fmla="*/ 2 w 426"/>
                <a:gd name="T57" fmla="*/ 0 h 245"/>
                <a:gd name="T58" fmla="*/ 2 w 426"/>
                <a:gd name="T59" fmla="*/ 0 h 245"/>
                <a:gd name="T60" fmla="*/ 2 w 426"/>
                <a:gd name="T61" fmla="*/ 0 h 245"/>
                <a:gd name="T62" fmla="*/ 2 w 426"/>
                <a:gd name="T63" fmla="*/ 0 h 245"/>
                <a:gd name="T64" fmla="*/ 3 w 426"/>
                <a:gd name="T65" fmla="*/ 0 h 245"/>
                <a:gd name="T66" fmla="*/ 3 w 426"/>
                <a:gd name="T67" fmla="*/ 0 h 245"/>
                <a:gd name="T68" fmla="*/ 3 w 426"/>
                <a:gd name="T69" fmla="*/ 0 h 245"/>
                <a:gd name="T70" fmla="*/ 3 w 426"/>
                <a:gd name="T71" fmla="*/ 0 h 245"/>
                <a:gd name="T72" fmla="*/ 3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426" y="0"/>
                  </a:moveTo>
                  <a:lnTo>
                    <a:pt x="426" y="0"/>
                  </a:lnTo>
                  <a:lnTo>
                    <a:pt x="384" y="1"/>
                  </a:lnTo>
                  <a:lnTo>
                    <a:pt x="340" y="4"/>
                  </a:lnTo>
                  <a:lnTo>
                    <a:pt x="300" y="10"/>
                  </a:lnTo>
                  <a:lnTo>
                    <a:pt x="262" y="18"/>
                  </a:lnTo>
                  <a:lnTo>
                    <a:pt x="224" y="29"/>
                  </a:lnTo>
                  <a:lnTo>
                    <a:pt x="189" y="41"/>
                  </a:lnTo>
                  <a:lnTo>
                    <a:pt x="157" y="55"/>
                  </a:lnTo>
                  <a:lnTo>
                    <a:pt x="126" y="70"/>
                  </a:lnTo>
                  <a:lnTo>
                    <a:pt x="99" y="89"/>
                  </a:lnTo>
                  <a:lnTo>
                    <a:pt x="74" y="106"/>
                  </a:lnTo>
                  <a:lnTo>
                    <a:pt x="52" y="126"/>
                  </a:lnTo>
                  <a:lnTo>
                    <a:pt x="34" y="148"/>
                  </a:lnTo>
                  <a:lnTo>
                    <a:pt x="19" y="171"/>
                  </a:lnTo>
                  <a:lnTo>
                    <a:pt x="9" y="194"/>
                  </a:lnTo>
                  <a:lnTo>
                    <a:pt x="3" y="219"/>
                  </a:lnTo>
                  <a:lnTo>
                    <a:pt x="0" y="245"/>
                  </a:lnTo>
                  <a:lnTo>
                    <a:pt x="12" y="245"/>
                  </a:lnTo>
                  <a:lnTo>
                    <a:pt x="15" y="221"/>
                  </a:lnTo>
                  <a:lnTo>
                    <a:pt x="20" y="199"/>
                  </a:lnTo>
                  <a:lnTo>
                    <a:pt x="31" y="178"/>
                  </a:lnTo>
                  <a:lnTo>
                    <a:pt x="44" y="156"/>
                  </a:lnTo>
                  <a:lnTo>
                    <a:pt x="61" y="136"/>
                  </a:lnTo>
                  <a:lnTo>
                    <a:pt x="81" y="116"/>
                  </a:lnTo>
                  <a:lnTo>
                    <a:pt x="106" y="98"/>
                  </a:lnTo>
                  <a:lnTo>
                    <a:pt x="133" y="82"/>
                  </a:lnTo>
                  <a:lnTo>
                    <a:pt x="162" y="66"/>
                  </a:lnTo>
                  <a:lnTo>
                    <a:pt x="194" y="52"/>
                  </a:lnTo>
                  <a:lnTo>
                    <a:pt x="229" y="41"/>
                  </a:lnTo>
                  <a:lnTo>
                    <a:pt x="264" y="30"/>
                  </a:lnTo>
                  <a:lnTo>
                    <a:pt x="303" y="22"/>
                  </a:lnTo>
                  <a:lnTo>
                    <a:pt x="343" y="16"/>
                  </a:lnTo>
                  <a:lnTo>
                    <a:pt x="384" y="12"/>
                  </a:lnTo>
                  <a:lnTo>
                    <a:pt x="426" y="11"/>
                  </a:lnTo>
                  <a:lnTo>
                    <a:pt x="42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5489" name="Freeform 31"/>
            <p:cNvSpPr>
              <a:spLocks/>
            </p:cNvSpPr>
            <p:nvPr/>
          </p:nvSpPr>
          <p:spPr bwMode="auto">
            <a:xfrm>
              <a:off x="1587" y="1929"/>
              <a:ext cx="85" cy="49"/>
            </a:xfrm>
            <a:custGeom>
              <a:avLst/>
              <a:gdLst>
                <a:gd name="T0" fmla="*/ 0 w 426"/>
                <a:gd name="T1" fmla="*/ 0 h 245"/>
                <a:gd name="T2" fmla="*/ 0 w 426"/>
                <a:gd name="T3" fmla="*/ 0 h 245"/>
                <a:gd name="T4" fmla="*/ 0 w 426"/>
                <a:gd name="T5" fmla="*/ 0 h 245"/>
                <a:gd name="T6" fmla="*/ 0 w 426"/>
                <a:gd name="T7" fmla="*/ 0 h 245"/>
                <a:gd name="T8" fmla="*/ 0 w 426"/>
                <a:gd name="T9" fmla="*/ 1 h 245"/>
                <a:gd name="T10" fmla="*/ 0 w 426"/>
                <a:gd name="T11" fmla="*/ 1 h 245"/>
                <a:gd name="T12" fmla="*/ 0 w 426"/>
                <a:gd name="T13" fmla="*/ 1 h 245"/>
                <a:gd name="T14" fmla="*/ 1 w 426"/>
                <a:gd name="T15" fmla="*/ 1 h 245"/>
                <a:gd name="T16" fmla="*/ 1 w 426"/>
                <a:gd name="T17" fmla="*/ 1 h 245"/>
                <a:gd name="T18" fmla="*/ 1 w 426"/>
                <a:gd name="T19" fmla="*/ 1 h 245"/>
                <a:gd name="T20" fmla="*/ 1 w 426"/>
                <a:gd name="T21" fmla="*/ 2 h 245"/>
                <a:gd name="T22" fmla="*/ 2 w 426"/>
                <a:gd name="T23" fmla="*/ 2 h 245"/>
                <a:gd name="T24" fmla="*/ 2 w 426"/>
                <a:gd name="T25" fmla="*/ 2 h 245"/>
                <a:gd name="T26" fmla="*/ 2 w 426"/>
                <a:gd name="T27" fmla="*/ 2 h 245"/>
                <a:gd name="T28" fmla="*/ 2 w 426"/>
                <a:gd name="T29" fmla="*/ 2 h 245"/>
                <a:gd name="T30" fmla="*/ 3 w 426"/>
                <a:gd name="T31" fmla="*/ 2 h 245"/>
                <a:gd name="T32" fmla="*/ 3 w 426"/>
                <a:gd name="T33" fmla="*/ 2 h 245"/>
                <a:gd name="T34" fmla="*/ 3 w 426"/>
                <a:gd name="T35" fmla="*/ 2 h 245"/>
                <a:gd name="T36" fmla="*/ 3 w 426"/>
                <a:gd name="T37" fmla="*/ 2 h 245"/>
                <a:gd name="T38" fmla="*/ 3 w 426"/>
                <a:gd name="T39" fmla="*/ 2 h 245"/>
                <a:gd name="T40" fmla="*/ 3 w 426"/>
                <a:gd name="T41" fmla="*/ 2 h 245"/>
                <a:gd name="T42" fmla="*/ 2 w 426"/>
                <a:gd name="T43" fmla="*/ 2 h 245"/>
                <a:gd name="T44" fmla="*/ 2 w 426"/>
                <a:gd name="T45" fmla="*/ 2 h 245"/>
                <a:gd name="T46" fmla="*/ 2 w 426"/>
                <a:gd name="T47" fmla="*/ 2 h 245"/>
                <a:gd name="T48" fmla="*/ 2 w 426"/>
                <a:gd name="T49" fmla="*/ 2 h 245"/>
                <a:gd name="T50" fmla="*/ 1 w 426"/>
                <a:gd name="T51" fmla="*/ 1 h 245"/>
                <a:gd name="T52" fmla="*/ 1 w 426"/>
                <a:gd name="T53" fmla="*/ 1 h 245"/>
                <a:gd name="T54" fmla="*/ 1 w 426"/>
                <a:gd name="T55" fmla="*/ 1 h 245"/>
                <a:gd name="T56" fmla="*/ 1 w 426"/>
                <a:gd name="T57" fmla="*/ 1 h 245"/>
                <a:gd name="T58" fmla="*/ 0 w 426"/>
                <a:gd name="T59" fmla="*/ 1 h 245"/>
                <a:gd name="T60" fmla="*/ 0 w 426"/>
                <a:gd name="T61" fmla="*/ 1 h 245"/>
                <a:gd name="T62" fmla="*/ 0 w 426"/>
                <a:gd name="T63" fmla="*/ 1 h 245"/>
                <a:gd name="T64" fmla="*/ 0 w 426"/>
                <a:gd name="T65" fmla="*/ 0 h 245"/>
                <a:gd name="T66" fmla="*/ 0 w 426"/>
                <a:gd name="T67" fmla="*/ 0 h 245"/>
                <a:gd name="T68" fmla="*/ 0 w 426"/>
                <a:gd name="T69" fmla="*/ 0 h 245"/>
                <a:gd name="T70" fmla="*/ 0 w 426"/>
                <a:gd name="T71" fmla="*/ 0 h 245"/>
                <a:gd name="T72" fmla="*/ 0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0" y="0"/>
                  </a:moveTo>
                  <a:lnTo>
                    <a:pt x="0" y="0"/>
                  </a:lnTo>
                  <a:lnTo>
                    <a:pt x="3" y="25"/>
                  </a:lnTo>
                  <a:lnTo>
                    <a:pt x="9" y="50"/>
                  </a:lnTo>
                  <a:lnTo>
                    <a:pt x="19" y="73"/>
                  </a:lnTo>
                  <a:lnTo>
                    <a:pt x="34" y="96"/>
                  </a:lnTo>
                  <a:lnTo>
                    <a:pt x="52" y="118"/>
                  </a:lnTo>
                  <a:lnTo>
                    <a:pt x="74" y="138"/>
                  </a:lnTo>
                  <a:lnTo>
                    <a:pt x="99" y="156"/>
                  </a:lnTo>
                  <a:lnTo>
                    <a:pt x="126" y="174"/>
                  </a:lnTo>
                  <a:lnTo>
                    <a:pt x="157" y="190"/>
                  </a:lnTo>
                  <a:lnTo>
                    <a:pt x="189" y="204"/>
                  </a:lnTo>
                  <a:lnTo>
                    <a:pt x="224" y="215"/>
                  </a:lnTo>
                  <a:lnTo>
                    <a:pt x="262" y="226"/>
                  </a:lnTo>
                  <a:lnTo>
                    <a:pt x="300" y="234"/>
                  </a:lnTo>
                  <a:lnTo>
                    <a:pt x="340" y="240"/>
                  </a:lnTo>
                  <a:lnTo>
                    <a:pt x="384" y="244"/>
                  </a:lnTo>
                  <a:lnTo>
                    <a:pt x="426" y="245"/>
                  </a:lnTo>
                  <a:lnTo>
                    <a:pt x="426" y="233"/>
                  </a:lnTo>
                  <a:lnTo>
                    <a:pt x="384" y="232"/>
                  </a:lnTo>
                  <a:lnTo>
                    <a:pt x="343" y="228"/>
                  </a:lnTo>
                  <a:lnTo>
                    <a:pt x="303" y="222"/>
                  </a:lnTo>
                  <a:lnTo>
                    <a:pt x="264" y="214"/>
                  </a:lnTo>
                  <a:lnTo>
                    <a:pt x="229" y="204"/>
                  </a:lnTo>
                  <a:lnTo>
                    <a:pt x="194" y="192"/>
                  </a:lnTo>
                  <a:lnTo>
                    <a:pt x="162" y="178"/>
                  </a:lnTo>
                  <a:lnTo>
                    <a:pt x="133" y="163"/>
                  </a:lnTo>
                  <a:lnTo>
                    <a:pt x="106" y="146"/>
                  </a:lnTo>
                  <a:lnTo>
                    <a:pt x="81" y="129"/>
                  </a:lnTo>
                  <a:lnTo>
                    <a:pt x="61" y="109"/>
                  </a:lnTo>
                  <a:lnTo>
                    <a:pt x="44" y="89"/>
                  </a:lnTo>
                  <a:lnTo>
                    <a:pt x="31" y="66"/>
                  </a:lnTo>
                  <a:lnTo>
                    <a:pt x="20" y="45"/>
                  </a:lnTo>
                  <a:lnTo>
                    <a:pt x="15" y="2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5490" name="Freeform 32"/>
            <p:cNvSpPr>
              <a:spLocks/>
            </p:cNvSpPr>
            <p:nvPr/>
          </p:nvSpPr>
          <p:spPr bwMode="auto">
            <a:xfrm>
              <a:off x="878" y="1448"/>
              <a:ext cx="792" cy="954"/>
            </a:xfrm>
            <a:custGeom>
              <a:avLst/>
              <a:gdLst>
                <a:gd name="T0" fmla="*/ 13 w 3960"/>
                <a:gd name="T1" fmla="*/ 38 h 4768"/>
                <a:gd name="T2" fmla="*/ 14 w 3960"/>
                <a:gd name="T3" fmla="*/ 38 h 4768"/>
                <a:gd name="T4" fmla="*/ 15 w 3960"/>
                <a:gd name="T5" fmla="*/ 38 h 4768"/>
                <a:gd name="T6" fmla="*/ 15 w 3960"/>
                <a:gd name="T7" fmla="*/ 38 h 4768"/>
                <a:gd name="T8" fmla="*/ 16 w 3960"/>
                <a:gd name="T9" fmla="*/ 38 h 4768"/>
                <a:gd name="T10" fmla="*/ 17 w 3960"/>
                <a:gd name="T11" fmla="*/ 38 h 4768"/>
                <a:gd name="T12" fmla="*/ 17 w 3960"/>
                <a:gd name="T13" fmla="*/ 38 h 4768"/>
                <a:gd name="T14" fmla="*/ 18 w 3960"/>
                <a:gd name="T15" fmla="*/ 38 h 4768"/>
                <a:gd name="T16" fmla="*/ 18 w 3960"/>
                <a:gd name="T17" fmla="*/ 38 h 4768"/>
                <a:gd name="T18" fmla="*/ 29 w 3960"/>
                <a:gd name="T19" fmla="*/ 30 h 4768"/>
                <a:gd name="T20" fmla="*/ 30 w 3960"/>
                <a:gd name="T21" fmla="*/ 30 h 4768"/>
                <a:gd name="T22" fmla="*/ 30 w 3960"/>
                <a:gd name="T23" fmla="*/ 29 h 4768"/>
                <a:gd name="T24" fmla="*/ 31 w 3960"/>
                <a:gd name="T25" fmla="*/ 28 h 4768"/>
                <a:gd name="T26" fmla="*/ 31 w 3960"/>
                <a:gd name="T27" fmla="*/ 28 h 4768"/>
                <a:gd name="T28" fmla="*/ 31 w 3960"/>
                <a:gd name="T29" fmla="*/ 27 h 4768"/>
                <a:gd name="T30" fmla="*/ 32 w 3960"/>
                <a:gd name="T31" fmla="*/ 26 h 4768"/>
                <a:gd name="T32" fmla="*/ 32 w 3960"/>
                <a:gd name="T33" fmla="*/ 25 h 4768"/>
                <a:gd name="T34" fmla="*/ 32 w 3960"/>
                <a:gd name="T35" fmla="*/ 11 h 4768"/>
                <a:gd name="T36" fmla="*/ 32 w 3960"/>
                <a:gd name="T37" fmla="*/ 10 h 4768"/>
                <a:gd name="T38" fmla="*/ 31 w 3960"/>
                <a:gd name="T39" fmla="*/ 9 h 4768"/>
                <a:gd name="T40" fmla="*/ 31 w 3960"/>
                <a:gd name="T41" fmla="*/ 9 h 4768"/>
                <a:gd name="T42" fmla="*/ 31 w 3960"/>
                <a:gd name="T43" fmla="*/ 8 h 4768"/>
                <a:gd name="T44" fmla="*/ 31 w 3960"/>
                <a:gd name="T45" fmla="*/ 8 h 4768"/>
                <a:gd name="T46" fmla="*/ 30 w 3960"/>
                <a:gd name="T47" fmla="*/ 7 h 4768"/>
                <a:gd name="T48" fmla="*/ 30 w 3960"/>
                <a:gd name="T49" fmla="*/ 7 h 4768"/>
                <a:gd name="T50" fmla="*/ 29 w 3960"/>
                <a:gd name="T51" fmla="*/ 6 h 4768"/>
                <a:gd name="T52" fmla="*/ 19 w 3960"/>
                <a:gd name="T53" fmla="*/ 1 h 4768"/>
                <a:gd name="T54" fmla="*/ 18 w 3960"/>
                <a:gd name="T55" fmla="*/ 0 h 4768"/>
                <a:gd name="T56" fmla="*/ 17 w 3960"/>
                <a:gd name="T57" fmla="*/ 0 h 4768"/>
                <a:gd name="T58" fmla="*/ 17 w 3960"/>
                <a:gd name="T59" fmla="*/ 0 h 4768"/>
                <a:gd name="T60" fmla="*/ 16 w 3960"/>
                <a:gd name="T61" fmla="*/ 0 h 4768"/>
                <a:gd name="T62" fmla="*/ 15 w 3960"/>
                <a:gd name="T63" fmla="*/ 0 h 4768"/>
                <a:gd name="T64" fmla="*/ 14 w 3960"/>
                <a:gd name="T65" fmla="*/ 0 h 4768"/>
                <a:gd name="T66" fmla="*/ 14 w 3960"/>
                <a:gd name="T67" fmla="*/ 0 h 4768"/>
                <a:gd name="T68" fmla="*/ 2 w 3960"/>
                <a:gd name="T69" fmla="*/ 6 h 4768"/>
                <a:gd name="T70" fmla="*/ 2 w 3960"/>
                <a:gd name="T71" fmla="*/ 7 h 4768"/>
                <a:gd name="T72" fmla="*/ 1 w 3960"/>
                <a:gd name="T73" fmla="*/ 7 h 4768"/>
                <a:gd name="T74" fmla="*/ 1 w 3960"/>
                <a:gd name="T75" fmla="*/ 8 h 4768"/>
                <a:gd name="T76" fmla="*/ 1 w 3960"/>
                <a:gd name="T77" fmla="*/ 8 h 4768"/>
                <a:gd name="T78" fmla="*/ 0 w 3960"/>
                <a:gd name="T79" fmla="*/ 9 h 4768"/>
                <a:gd name="T80" fmla="*/ 0 w 3960"/>
                <a:gd name="T81" fmla="*/ 9 h 4768"/>
                <a:gd name="T82" fmla="*/ 0 w 3960"/>
                <a:gd name="T83" fmla="*/ 10 h 4768"/>
                <a:gd name="T84" fmla="*/ 0 w 3960"/>
                <a:gd name="T85" fmla="*/ 11 h 4768"/>
                <a:gd name="T86" fmla="*/ 0 w 3960"/>
                <a:gd name="T87" fmla="*/ 25 h 4768"/>
                <a:gd name="T88" fmla="*/ 0 w 3960"/>
                <a:gd name="T89" fmla="*/ 26 h 4768"/>
                <a:gd name="T90" fmla="*/ 0 w 3960"/>
                <a:gd name="T91" fmla="*/ 27 h 4768"/>
                <a:gd name="T92" fmla="*/ 1 w 3960"/>
                <a:gd name="T93" fmla="*/ 28 h 4768"/>
                <a:gd name="T94" fmla="*/ 1 w 3960"/>
                <a:gd name="T95" fmla="*/ 29 h 4768"/>
                <a:gd name="T96" fmla="*/ 1 w 3960"/>
                <a:gd name="T97" fmla="*/ 29 h 4768"/>
                <a:gd name="T98" fmla="*/ 2 w 3960"/>
                <a:gd name="T99" fmla="*/ 30 h 4768"/>
                <a:gd name="T100" fmla="*/ 3 w 3960"/>
                <a:gd name="T101" fmla="*/ 31 h 4768"/>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w 3960"/>
                <a:gd name="T154" fmla="*/ 0 h 4768"/>
                <a:gd name="T155" fmla="*/ 3960 w 3960"/>
                <a:gd name="T156" fmla="*/ 4768 h 4768"/>
              </a:gdLst>
              <a:ahLst/>
              <a:cxnLst>
                <a:cxn ang="T102">
                  <a:pos x="T0" y="T1"/>
                </a:cxn>
                <a:cxn ang="T103">
                  <a:pos x="T2" y="T3"/>
                </a:cxn>
                <a:cxn ang="T104">
                  <a:pos x="T4" y="T5"/>
                </a:cxn>
                <a:cxn ang="T105">
                  <a:pos x="T6" y="T7"/>
                </a:cxn>
                <a:cxn ang="T106">
                  <a:pos x="T8" y="T9"/>
                </a:cxn>
                <a:cxn ang="T107">
                  <a:pos x="T10" y="T11"/>
                </a:cxn>
                <a:cxn ang="T108">
                  <a:pos x="T12" y="T13"/>
                </a:cxn>
                <a:cxn ang="T109">
                  <a:pos x="T14" y="T15"/>
                </a:cxn>
                <a:cxn ang="T110">
                  <a:pos x="T16" y="T17"/>
                </a:cxn>
                <a:cxn ang="T111">
                  <a:pos x="T18" y="T19"/>
                </a:cxn>
                <a:cxn ang="T112">
                  <a:pos x="T20" y="T21"/>
                </a:cxn>
                <a:cxn ang="T113">
                  <a:pos x="T22" y="T23"/>
                </a:cxn>
                <a:cxn ang="T114">
                  <a:pos x="T24" y="T25"/>
                </a:cxn>
                <a:cxn ang="T115">
                  <a:pos x="T26" y="T27"/>
                </a:cxn>
                <a:cxn ang="T116">
                  <a:pos x="T28" y="T29"/>
                </a:cxn>
                <a:cxn ang="T117">
                  <a:pos x="T30" y="T31"/>
                </a:cxn>
                <a:cxn ang="T118">
                  <a:pos x="T32" y="T33"/>
                </a:cxn>
                <a:cxn ang="T119">
                  <a:pos x="T34" y="T35"/>
                </a:cxn>
                <a:cxn ang="T120">
                  <a:pos x="T36" y="T37"/>
                </a:cxn>
                <a:cxn ang="T121">
                  <a:pos x="T38" y="T39"/>
                </a:cxn>
                <a:cxn ang="T122">
                  <a:pos x="T40" y="T41"/>
                </a:cxn>
                <a:cxn ang="T123">
                  <a:pos x="T42" y="T43"/>
                </a:cxn>
                <a:cxn ang="T124">
                  <a:pos x="T44" y="T45"/>
                </a:cxn>
                <a:cxn ang="T125">
                  <a:pos x="T46" y="T47"/>
                </a:cxn>
                <a:cxn ang="T126">
                  <a:pos x="T48" y="T49"/>
                </a:cxn>
                <a:cxn ang="T127">
                  <a:pos x="T50" y="T51"/>
                </a:cxn>
                <a:cxn ang="T128">
                  <a:pos x="T52" y="T53"/>
                </a:cxn>
                <a:cxn ang="T129">
                  <a:pos x="T54" y="T55"/>
                </a:cxn>
                <a:cxn ang="T130">
                  <a:pos x="T56" y="T57"/>
                </a:cxn>
                <a:cxn ang="T131">
                  <a:pos x="T58" y="T59"/>
                </a:cxn>
                <a:cxn ang="T132">
                  <a:pos x="T60" y="T61"/>
                </a:cxn>
                <a:cxn ang="T133">
                  <a:pos x="T62" y="T63"/>
                </a:cxn>
                <a:cxn ang="T134">
                  <a:pos x="T64" y="T65"/>
                </a:cxn>
                <a:cxn ang="T135">
                  <a:pos x="T66" y="T67"/>
                </a:cxn>
                <a:cxn ang="T136">
                  <a:pos x="T68" y="T69"/>
                </a:cxn>
                <a:cxn ang="T137">
                  <a:pos x="T70" y="T71"/>
                </a:cxn>
                <a:cxn ang="T138">
                  <a:pos x="T72" y="T73"/>
                </a:cxn>
                <a:cxn ang="T139">
                  <a:pos x="T74" y="T75"/>
                </a:cxn>
                <a:cxn ang="T140">
                  <a:pos x="T76" y="T77"/>
                </a:cxn>
                <a:cxn ang="T141">
                  <a:pos x="T78" y="T79"/>
                </a:cxn>
                <a:cxn ang="T142">
                  <a:pos x="T80" y="T81"/>
                </a:cxn>
                <a:cxn ang="T143">
                  <a:pos x="T82" y="T83"/>
                </a:cxn>
                <a:cxn ang="T144">
                  <a:pos x="T84" y="T85"/>
                </a:cxn>
                <a:cxn ang="T145">
                  <a:pos x="T86" y="T87"/>
                </a:cxn>
                <a:cxn ang="T146">
                  <a:pos x="T88" y="T89"/>
                </a:cxn>
                <a:cxn ang="T147">
                  <a:pos x="T90" y="T91"/>
                </a:cxn>
                <a:cxn ang="T148">
                  <a:pos x="T92" y="T93"/>
                </a:cxn>
                <a:cxn ang="T149">
                  <a:pos x="T94" y="T95"/>
                </a:cxn>
                <a:cxn ang="T150">
                  <a:pos x="T96" y="T97"/>
                </a:cxn>
                <a:cxn ang="T151">
                  <a:pos x="T98" y="T99"/>
                </a:cxn>
                <a:cxn ang="T152">
                  <a:pos x="T100" y="T101"/>
                </a:cxn>
              </a:cxnLst>
              <a:rect l="T153" t="T154" r="T155" b="T156"/>
              <a:pathLst>
                <a:path w="3960" h="4768">
                  <a:moveTo>
                    <a:pt x="353" y="3849"/>
                  </a:moveTo>
                  <a:lnTo>
                    <a:pt x="1661" y="4700"/>
                  </a:lnTo>
                  <a:lnTo>
                    <a:pt x="1697" y="4717"/>
                  </a:lnTo>
                  <a:lnTo>
                    <a:pt x="1736" y="4731"/>
                  </a:lnTo>
                  <a:lnTo>
                    <a:pt x="1776" y="4742"/>
                  </a:lnTo>
                  <a:lnTo>
                    <a:pt x="1818" y="4753"/>
                  </a:lnTo>
                  <a:lnTo>
                    <a:pt x="1860" y="4760"/>
                  </a:lnTo>
                  <a:lnTo>
                    <a:pt x="1902" y="4765"/>
                  </a:lnTo>
                  <a:lnTo>
                    <a:pt x="1946" y="4768"/>
                  </a:lnTo>
                  <a:lnTo>
                    <a:pt x="1988" y="4768"/>
                  </a:lnTo>
                  <a:lnTo>
                    <a:pt x="2031" y="4767"/>
                  </a:lnTo>
                  <a:lnTo>
                    <a:pt x="2073" y="4763"/>
                  </a:lnTo>
                  <a:lnTo>
                    <a:pt x="2114" y="4758"/>
                  </a:lnTo>
                  <a:lnTo>
                    <a:pt x="2154" y="4751"/>
                  </a:lnTo>
                  <a:lnTo>
                    <a:pt x="2193" y="4740"/>
                  </a:lnTo>
                  <a:lnTo>
                    <a:pt x="2230" y="4729"/>
                  </a:lnTo>
                  <a:lnTo>
                    <a:pt x="2264" y="4715"/>
                  </a:lnTo>
                  <a:lnTo>
                    <a:pt x="2297" y="4700"/>
                  </a:lnTo>
                  <a:lnTo>
                    <a:pt x="3639" y="3825"/>
                  </a:lnTo>
                  <a:lnTo>
                    <a:pt x="3673" y="3795"/>
                  </a:lnTo>
                  <a:lnTo>
                    <a:pt x="3707" y="3761"/>
                  </a:lnTo>
                  <a:lnTo>
                    <a:pt x="3738" y="3725"/>
                  </a:lnTo>
                  <a:lnTo>
                    <a:pt x="3768" y="3685"/>
                  </a:lnTo>
                  <a:lnTo>
                    <a:pt x="3796" y="3644"/>
                  </a:lnTo>
                  <a:lnTo>
                    <a:pt x="3821" y="3599"/>
                  </a:lnTo>
                  <a:lnTo>
                    <a:pt x="3846" y="3553"/>
                  </a:lnTo>
                  <a:lnTo>
                    <a:pt x="3868" y="3505"/>
                  </a:lnTo>
                  <a:lnTo>
                    <a:pt x="3888" y="3456"/>
                  </a:lnTo>
                  <a:lnTo>
                    <a:pt x="3907" y="3406"/>
                  </a:lnTo>
                  <a:lnTo>
                    <a:pt x="3922" y="3354"/>
                  </a:lnTo>
                  <a:lnTo>
                    <a:pt x="3935" y="3303"/>
                  </a:lnTo>
                  <a:lnTo>
                    <a:pt x="3946" y="3250"/>
                  </a:lnTo>
                  <a:lnTo>
                    <a:pt x="3953" y="3197"/>
                  </a:lnTo>
                  <a:lnTo>
                    <a:pt x="3957" y="3144"/>
                  </a:lnTo>
                  <a:lnTo>
                    <a:pt x="3960" y="3092"/>
                  </a:lnTo>
                  <a:lnTo>
                    <a:pt x="3959" y="1313"/>
                  </a:lnTo>
                  <a:lnTo>
                    <a:pt x="3955" y="1271"/>
                  </a:lnTo>
                  <a:lnTo>
                    <a:pt x="3949" y="1229"/>
                  </a:lnTo>
                  <a:lnTo>
                    <a:pt x="3941" y="1189"/>
                  </a:lnTo>
                  <a:lnTo>
                    <a:pt x="3930" y="1149"/>
                  </a:lnTo>
                  <a:lnTo>
                    <a:pt x="3918" y="1111"/>
                  </a:lnTo>
                  <a:lnTo>
                    <a:pt x="3902" y="1075"/>
                  </a:lnTo>
                  <a:lnTo>
                    <a:pt x="3886" y="1040"/>
                  </a:lnTo>
                  <a:lnTo>
                    <a:pt x="3867" y="1006"/>
                  </a:lnTo>
                  <a:lnTo>
                    <a:pt x="3846" y="973"/>
                  </a:lnTo>
                  <a:lnTo>
                    <a:pt x="3823" y="942"/>
                  </a:lnTo>
                  <a:lnTo>
                    <a:pt x="3798" y="913"/>
                  </a:lnTo>
                  <a:lnTo>
                    <a:pt x="3771" y="886"/>
                  </a:lnTo>
                  <a:lnTo>
                    <a:pt x="3743" y="860"/>
                  </a:lnTo>
                  <a:lnTo>
                    <a:pt x="3714" y="837"/>
                  </a:lnTo>
                  <a:lnTo>
                    <a:pt x="3682" y="816"/>
                  </a:lnTo>
                  <a:lnTo>
                    <a:pt x="3649" y="796"/>
                  </a:lnTo>
                  <a:lnTo>
                    <a:pt x="2386" y="83"/>
                  </a:lnTo>
                  <a:lnTo>
                    <a:pt x="2350" y="65"/>
                  </a:lnTo>
                  <a:lnTo>
                    <a:pt x="2310" y="50"/>
                  </a:lnTo>
                  <a:lnTo>
                    <a:pt x="2268" y="36"/>
                  </a:lnTo>
                  <a:lnTo>
                    <a:pt x="2223" y="24"/>
                  </a:lnTo>
                  <a:lnTo>
                    <a:pt x="2178" y="15"/>
                  </a:lnTo>
                  <a:lnTo>
                    <a:pt x="2131" y="8"/>
                  </a:lnTo>
                  <a:lnTo>
                    <a:pt x="2082" y="3"/>
                  </a:lnTo>
                  <a:lnTo>
                    <a:pt x="2032" y="0"/>
                  </a:lnTo>
                  <a:lnTo>
                    <a:pt x="1982" y="1"/>
                  </a:lnTo>
                  <a:lnTo>
                    <a:pt x="1933" y="3"/>
                  </a:lnTo>
                  <a:lnTo>
                    <a:pt x="1882" y="9"/>
                  </a:lnTo>
                  <a:lnTo>
                    <a:pt x="1833" y="17"/>
                  </a:lnTo>
                  <a:lnTo>
                    <a:pt x="1785" y="29"/>
                  </a:lnTo>
                  <a:lnTo>
                    <a:pt x="1737" y="43"/>
                  </a:lnTo>
                  <a:lnTo>
                    <a:pt x="1691" y="62"/>
                  </a:lnTo>
                  <a:lnTo>
                    <a:pt x="1647" y="83"/>
                  </a:lnTo>
                  <a:lnTo>
                    <a:pt x="311" y="782"/>
                  </a:lnTo>
                  <a:lnTo>
                    <a:pt x="276" y="803"/>
                  </a:lnTo>
                  <a:lnTo>
                    <a:pt x="243" y="826"/>
                  </a:lnTo>
                  <a:lnTo>
                    <a:pt x="213" y="852"/>
                  </a:lnTo>
                  <a:lnTo>
                    <a:pt x="184" y="879"/>
                  </a:lnTo>
                  <a:lnTo>
                    <a:pt x="155" y="908"/>
                  </a:lnTo>
                  <a:lnTo>
                    <a:pt x="131" y="939"/>
                  </a:lnTo>
                  <a:lnTo>
                    <a:pt x="107" y="971"/>
                  </a:lnTo>
                  <a:lnTo>
                    <a:pt x="86" y="1005"/>
                  </a:lnTo>
                  <a:lnTo>
                    <a:pt x="68" y="1040"/>
                  </a:lnTo>
                  <a:lnTo>
                    <a:pt x="50" y="1076"/>
                  </a:lnTo>
                  <a:lnTo>
                    <a:pt x="36" y="1115"/>
                  </a:lnTo>
                  <a:lnTo>
                    <a:pt x="23" y="1153"/>
                  </a:lnTo>
                  <a:lnTo>
                    <a:pt x="14" y="1195"/>
                  </a:lnTo>
                  <a:lnTo>
                    <a:pt x="7" y="1236"/>
                  </a:lnTo>
                  <a:lnTo>
                    <a:pt x="2" y="1279"/>
                  </a:lnTo>
                  <a:lnTo>
                    <a:pt x="0" y="1322"/>
                  </a:lnTo>
                  <a:lnTo>
                    <a:pt x="0" y="3093"/>
                  </a:lnTo>
                  <a:lnTo>
                    <a:pt x="2" y="3147"/>
                  </a:lnTo>
                  <a:lnTo>
                    <a:pt x="7" y="3202"/>
                  </a:lnTo>
                  <a:lnTo>
                    <a:pt x="15" y="3257"/>
                  </a:lnTo>
                  <a:lnTo>
                    <a:pt x="27" y="3312"/>
                  </a:lnTo>
                  <a:lnTo>
                    <a:pt x="42" y="3366"/>
                  </a:lnTo>
                  <a:lnTo>
                    <a:pt x="59" y="3420"/>
                  </a:lnTo>
                  <a:lnTo>
                    <a:pt x="79" y="3474"/>
                  </a:lnTo>
                  <a:lnTo>
                    <a:pt x="102" y="3525"/>
                  </a:lnTo>
                  <a:lnTo>
                    <a:pt x="127" y="3576"/>
                  </a:lnTo>
                  <a:lnTo>
                    <a:pt x="154" y="3624"/>
                  </a:lnTo>
                  <a:lnTo>
                    <a:pt x="184" y="3670"/>
                  </a:lnTo>
                  <a:lnTo>
                    <a:pt x="214" y="3712"/>
                  </a:lnTo>
                  <a:lnTo>
                    <a:pt x="247" y="3752"/>
                  </a:lnTo>
                  <a:lnTo>
                    <a:pt x="281" y="3788"/>
                  </a:lnTo>
                  <a:lnTo>
                    <a:pt x="317" y="3821"/>
                  </a:lnTo>
                  <a:lnTo>
                    <a:pt x="353" y="384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5491" name="Freeform 33"/>
            <p:cNvSpPr>
              <a:spLocks/>
            </p:cNvSpPr>
            <p:nvPr/>
          </p:nvSpPr>
          <p:spPr bwMode="auto">
            <a:xfrm>
              <a:off x="943" y="2210"/>
              <a:ext cx="276" cy="187"/>
            </a:xfrm>
            <a:custGeom>
              <a:avLst/>
              <a:gdLst>
                <a:gd name="T0" fmla="*/ 11 w 1380"/>
                <a:gd name="T1" fmla="*/ 7 h 937"/>
                <a:gd name="T2" fmla="*/ 11 w 1380"/>
                <a:gd name="T3" fmla="*/ 7 h 937"/>
                <a:gd name="T4" fmla="*/ 0 w 1380"/>
                <a:gd name="T5" fmla="*/ 0 h 937"/>
                <a:gd name="T6" fmla="*/ 0 w 1380"/>
                <a:gd name="T7" fmla="*/ 1 h 937"/>
                <a:gd name="T8" fmla="*/ 10 w 1380"/>
                <a:gd name="T9" fmla="*/ 7 h 937"/>
                <a:gd name="T10" fmla="*/ 10 w 1380"/>
                <a:gd name="T11" fmla="*/ 7 h 937"/>
                <a:gd name="T12" fmla="*/ 10 w 1380"/>
                <a:gd name="T13" fmla="*/ 7 h 937"/>
                <a:gd name="T14" fmla="*/ 11 w 1380"/>
                <a:gd name="T15" fmla="*/ 7 h 937"/>
                <a:gd name="T16" fmla="*/ 11 w 1380"/>
                <a:gd name="T17" fmla="*/ 7 h 937"/>
                <a:gd name="T18" fmla="*/ 11 w 1380"/>
                <a:gd name="T19" fmla="*/ 7 h 937"/>
                <a:gd name="T20" fmla="*/ 11 w 1380"/>
                <a:gd name="T21" fmla="*/ 7 h 937"/>
                <a:gd name="T22" fmla="*/ 11 w 1380"/>
                <a:gd name="T23" fmla="*/ 7 h 937"/>
                <a:gd name="T24" fmla="*/ 11 w 1380"/>
                <a:gd name="T25" fmla="*/ 7 h 937"/>
                <a:gd name="T26" fmla="*/ 11 w 1380"/>
                <a:gd name="T27" fmla="*/ 7 h 937"/>
                <a:gd name="T28" fmla="*/ 11 w 1380"/>
                <a:gd name="T29" fmla="*/ 7 h 937"/>
                <a:gd name="T30" fmla="*/ 11 w 1380"/>
                <a:gd name="T31" fmla="*/ 7 h 93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80"/>
                <a:gd name="T49" fmla="*/ 0 h 937"/>
                <a:gd name="T50" fmla="*/ 1380 w 1380"/>
                <a:gd name="T51" fmla="*/ 937 h 93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80" h="937">
                  <a:moveTo>
                    <a:pt x="1354" y="848"/>
                  </a:moveTo>
                  <a:lnTo>
                    <a:pt x="1359" y="851"/>
                  </a:lnTo>
                  <a:lnTo>
                    <a:pt x="51" y="0"/>
                  </a:lnTo>
                  <a:lnTo>
                    <a:pt x="0" y="78"/>
                  </a:lnTo>
                  <a:lnTo>
                    <a:pt x="1307" y="929"/>
                  </a:lnTo>
                  <a:lnTo>
                    <a:pt x="1312" y="932"/>
                  </a:lnTo>
                  <a:lnTo>
                    <a:pt x="1307" y="929"/>
                  </a:lnTo>
                  <a:lnTo>
                    <a:pt x="1326" y="937"/>
                  </a:lnTo>
                  <a:lnTo>
                    <a:pt x="1345" y="936"/>
                  </a:lnTo>
                  <a:lnTo>
                    <a:pt x="1360" y="929"/>
                  </a:lnTo>
                  <a:lnTo>
                    <a:pt x="1372" y="916"/>
                  </a:lnTo>
                  <a:lnTo>
                    <a:pt x="1379" y="899"/>
                  </a:lnTo>
                  <a:lnTo>
                    <a:pt x="1380" y="883"/>
                  </a:lnTo>
                  <a:lnTo>
                    <a:pt x="1374" y="865"/>
                  </a:lnTo>
                  <a:lnTo>
                    <a:pt x="1359" y="851"/>
                  </a:lnTo>
                  <a:lnTo>
                    <a:pt x="1354" y="84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5492" name="Freeform 34"/>
            <p:cNvSpPr>
              <a:spLocks/>
            </p:cNvSpPr>
            <p:nvPr/>
          </p:nvSpPr>
          <p:spPr bwMode="auto">
            <a:xfrm>
              <a:off x="1206" y="2379"/>
              <a:ext cx="140" cy="32"/>
            </a:xfrm>
            <a:custGeom>
              <a:avLst/>
              <a:gdLst>
                <a:gd name="T0" fmla="*/ 5 w 703"/>
                <a:gd name="T1" fmla="*/ 0 h 162"/>
                <a:gd name="T2" fmla="*/ 5 w 703"/>
                <a:gd name="T3" fmla="*/ 0 h 162"/>
                <a:gd name="T4" fmla="*/ 5 w 703"/>
                <a:gd name="T5" fmla="*/ 0 h 162"/>
                <a:gd name="T6" fmla="*/ 5 w 703"/>
                <a:gd name="T7" fmla="*/ 0 h 162"/>
                <a:gd name="T8" fmla="*/ 4 w 703"/>
                <a:gd name="T9" fmla="*/ 0 h 162"/>
                <a:gd name="T10" fmla="*/ 4 w 703"/>
                <a:gd name="T11" fmla="*/ 0 h 162"/>
                <a:gd name="T12" fmla="*/ 4 w 703"/>
                <a:gd name="T13" fmla="*/ 0 h 162"/>
                <a:gd name="T14" fmla="*/ 3 w 703"/>
                <a:gd name="T15" fmla="*/ 1 h 162"/>
                <a:gd name="T16" fmla="*/ 3 w 703"/>
                <a:gd name="T17" fmla="*/ 1 h 162"/>
                <a:gd name="T18" fmla="*/ 3 w 703"/>
                <a:gd name="T19" fmla="*/ 1 h 162"/>
                <a:gd name="T20" fmla="*/ 2 w 703"/>
                <a:gd name="T21" fmla="*/ 1 h 162"/>
                <a:gd name="T22" fmla="*/ 2 w 703"/>
                <a:gd name="T23" fmla="*/ 1 h 162"/>
                <a:gd name="T24" fmla="*/ 2 w 703"/>
                <a:gd name="T25" fmla="*/ 0 h 162"/>
                <a:gd name="T26" fmla="*/ 1 w 703"/>
                <a:gd name="T27" fmla="*/ 0 h 162"/>
                <a:gd name="T28" fmla="*/ 1 w 703"/>
                <a:gd name="T29" fmla="*/ 0 h 162"/>
                <a:gd name="T30" fmla="*/ 1 w 703"/>
                <a:gd name="T31" fmla="*/ 0 h 162"/>
                <a:gd name="T32" fmla="*/ 1 w 703"/>
                <a:gd name="T33" fmla="*/ 0 h 162"/>
                <a:gd name="T34" fmla="*/ 0 w 703"/>
                <a:gd name="T35" fmla="*/ 0 h 162"/>
                <a:gd name="T36" fmla="*/ 0 w 703"/>
                <a:gd name="T37" fmla="*/ 1 h 162"/>
                <a:gd name="T38" fmla="*/ 0 w 703"/>
                <a:gd name="T39" fmla="*/ 1 h 162"/>
                <a:gd name="T40" fmla="*/ 1 w 703"/>
                <a:gd name="T41" fmla="*/ 1 h 162"/>
                <a:gd name="T42" fmla="*/ 1 w 703"/>
                <a:gd name="T43" fmla="*/ 1 h 162"/>
                <a:gd name="T44" fmla="*/ 1 w 703"/>
                <a:gd name="T45" fmla="*/ 1 h 162"/>
                <a:gd name="T46" fmla="*/ 2 w 703"/>
                <a:gd name="T47" fmla="*/ 1 h 162"/>
                <a:gd name="T48" fmla="*/ 2 w 703"/>
                <a:gd name="T49" fmla="*/ 1 h 162"/>
                <a:gd name="T50" fmla="*/ 2 w 703"/>
                <a:gd name="T51" fmla="*/ 1 h 162"/>
                <a:gd name="T52" fmla="*/ 3 w 703"/>
                <a:gd name="T53" fmla="*/ 1 h 162"/>
                <a:gd name="T54" fmla="*/ 3 w 703"/>
                <a:gd name="T55" fmla="*/ 1 h 162"/>
                <a:gd name="T56" fmla="*/ 3 w 703"/>
                <a:gd name="T57" fmla="*/ 1 h 162"/>
                <a:gd name="T58" fmla="*/ 4 w 703"/>
                <a:gd name="T59" fmla="*/ 1 h 162"/>
                <a:gd name="T60" fmla="*/ 4 w 703"/>
                <a:gd name="T61" fmla="*/ 1 h 162"/>
                <a:gd name="T62" fmla="*/ 5 w 703"/>
                <a:gd name="T63" fmla="*/ 1 h 162"/>
                <a:gd name="T64" fmla="*/ 5 w 703"/>
                <a:gd name="T65" fmla="*/ 1 h 162"/>
                <a:gd name="T66" fmla="*/ 5 w 703"/>
                <a:gd name="T67" fmla="*/ 1 h 162"/>
                <a:gd name="T68" fmla="*/ 5 w 703"/>
                <a:gd name="T69" fmla="*/ 1 h 162"/>
                <a:gd name="T70" fmla="*/ 5 w 703"/>
                <a:gd name="T71" fmla="*/ 1 h 162"/>
                <a:gd name="T72" fmla="*/ 5 w 703"/>
                <a:gd name="T73" fmla="*/ 1 h 162"/>
                <a:gd name="T74" fmla="*/ 5 w 703"/>
                <a:gd name="T75" fmla="*/ 1 h 162"/>
                <a:gd name="T76" fmla="*/ 6 w 703"/>
                <a:gd name="T77" fmla="*/ 0 h 162"/>
                <a:gd name="T78" fmla="*/ 6 w 703"/>
                <a:gd name="T79" fmla="*/ 0 h 162"/>
                <a:gd name="T80" fmla="*/ 6 w 703"/>
                <a:gd name="T81" fmla="*/ 0 h 162"/>
                <a:gd name="T82" fmla="*/ 5 w 703"/>
                <a:gd name="T83" fmla="*/ 0 h 162"/>
                <a:gd name="T84" fmla="*/ 5 w 703"/>
                <a:gd name="T85" fmla="*/ 0 h 162"/>
                <a:gd name="T86" fmla="*/ 5 w 703"/>
                <a:gd name="T87" fmla="*/ 0 h 162"/>
                <a:gd name="T88" fmla="*/ 5 w 703"/>
                <a:gd name="T89" fmla="*/ 0 h 162"/>
                <a:gd name="T90" fmla="*/ 5 w 703"/>
                <a:gd name="T91" fmla="*/ 0 h 162"/>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703"/>
                <a:gd name="T139" fmla="*/ 0 h 162"/>
                <a:gd name="T140" fmla="*/ 703 w 703"/>
                <a:gd name="T141" fmla="*/ 162 h 162"/>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703" h="162">
                  <a:moveTo>
                    <a:pt x="631" y="8"/>
                  </a:moveTo>
                  <a:lnTo>
                    <a:pt x="636" y="6"/>
                  </a:lnTo>
                  <a:lnTo>
                    <a:pt x="606" y="20"/>
                  </a:lnTo>
                  <a:lnTo>
                    <a:pt x="575" y="32"/>
                  </a:lnTo>
                  <a:lnTo>
                    <a:pt x="540" y="42"/>
                  </a:lnTo>
                  <a:lnTo>
                    <a:pt x="504" y="52"/>
                  </a:lnTo>
                  <a:lnTo>
                    <a:pt x="467" y="59"/>
                  </a:lnTo>
                  <a:lnTo>
                    <a:pt x="428" y="64"/>
                  </a:lnTo>
                  <a:lnTo>
                    <a:pt x="389" y="67"/>
                  </a:lnTo>
                  <a:lnTo>
                    <a:pt x="348" y="68"/>
                  </a:lnTo>
                  <a:lnTo>
                    <a:pt x="308" y="68"/>
                  </a:lnTo>
                  <a:lnTo>
                    <a:pt x="267" y="65"/>
                  </a:lnTo>
                  <a:lnTo>
                    <a:pt x="226" y="61"/>
                  </a:lnTo>
                  <a:lnTo>
                    <a:pt x="187" y="54"/>
                  </a:lnTo>
                  <a:lnTo>
                    <a:pt x="148" y="44"/>
                  </a:lnTo>
                  <a:lnTo>
                    <a:pt x="110" y="33"/>
                  </a:lnTo>
                  <a:lnTo>
                    <a:pt x="75" y="20"/>
                  </a:lnTo>
                  <a:lnTo>
                    <a:pt x="42" y="5"/>
                  </a:lnTo>
                  <a:lnTo>
                    <a:pt x="0" y="89"/>
                  </a:lnTo>
                  <a:lnTo>
                    <a:pt x="40" y="107"/>
                  </a:lnTo>
                  <a:lnTo>
                    <a:pt x="82" y="122"/>
                  </a:lnTo>
                  <a:lnTo>
                    <a:pt x="124" y="135"/>
                  </a:lnTo>
                  <a:lnTo>
                    <a:pt x="169" y="146"/>
                  </a:lnTo>
                  <a:lnTo>
                    <a:pt x="214" y="153"/>
                  </a:lnTo>
                  <a:lnTo>
                    <a:pt x="258" y="158"/>
                  </a:lnTo>
                  <a:lnTo>
                    <a:pt x="303" y="162"/>
                  </a:lnTo>
                  <a:lnTo>
                    <a:pt x="348" y="162"/>
                  </a:lnTo>
                  <a:lnTo>
                    <a:pt x="394" y="161"/>
                  </a:lnTo>
                  <a:lnTo>
                    <a:pt x="439" y="157"/>
                  </a:lnTo>
                  <a:lnTo>
                    <a:pt x="481" y="150"/>
                  </a:lnTo>
                  <a:lnTo>
                    <a:pt x="525" y="143"/>
                  </a:lnTo>
                  <a:lnTo>
                    <a:pt x="566" y="132"/>
                  </a:lnTo>
                  <a:lnTo>
                    <a:pt x="606" y="121"/>
                  </a:lnTo>
                  <a:lnTo>
                    <a:pt x="643" y="105"/>
                  </a:lnTo>
                  <a:lnTo>
                    <a:pt x="678" y="88"/>
                  </a:lnTo>
                  <a:lnTo>
                    <a:pt x="683" y="86"/>
                  </a:lnTo>
                  <a:lnTo>
                    <a:pt x="678" y="88"/>
                  </a:lnTo>
                  <a:lnTo>
                    <a:pt x="695" y="75"/>
                  </a:lnTo>
                  <a:lnTo>
                    <a:pt x="702" y="60"/>
                  </a:lnTo>
                  <a:lnTo>
                    <a:pt x="703" y="42"/>
                  </a:lnTo>
                  <a:lnTo>
                    <a:pt x="698" y="26"/>
                  </a:lnTo>
                  <a:lnTo>
                    <a:pt x="688" y="12"/>
                  </a:lnTo>
                  <a:lnTo>
                    <a:pt x="674" y="3"/>
                  </a:lnTo>
                  <a:lnTo>
                    <a:pt x="656" y="0"/>
                  </a:lnTo>
                  <a:lnTo>
                    <a:pt x="636" y="6"/>
                  </a:lnTo>
                  <a:lnTo>
                    <a:pt x="631"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5493" name="Freeform 35"/>
            <p:cNvSpPr>
              <a:spLocks/>
            </p:cNvSpPr>
            <p:nvPr/>
          </p:nvSpPr>
          <p:spPr bwMode="auto">
            <a:xfrm>
              <a:off x="1332" y="2204"/>
              <a:ext cx="283" cy="192"/>
            </a:xfrm>
            <a:custGeom>
              <a:avLst/>
              <a:gdLst>
                <a:gd name="T0" fmla="*/ 11 w 1415"/>
                <a:gd name="T1" fmla="*/ 0 h 960"/>
                <a:gd name="T2" fmla="*/ 11 w 1415"/>
                <a:gd name="T3" fmla="*/ 0 h 960"/>
                <a:gd name="T4" fmla="*/ 0 w 1415"/>
                <a:gd name="T5" fmla="*/ 7 h 960"/>
                <a:gd name="T6" fmla="*/ 0 w 1415"/>
                <a:gd name="T7" fmla="*/ 8 h 960"/>
                <a:gd name="T8" fmla="*/ 11 w 1415"/>
                <a:gd name="T9" fmla="*/ 1 h 960"/>
                <a:gd name="T10" fmla="*/ 11 w 1415"/>
                <a:gd name="T11" fmla="*/ 1 h 960"/>
                <a:gd name="T12" fmla="*/ 11 w 1415"/>
                <a:gd name="T13" fmla="*/ 1 h 960"/>
                <a:gd name="T14" fmla="*/ 11 w 1415"/>
                <a:gd name="T15" fmla="*/ 1 h 960"/>
                <a:gd name="T16" fmla="*/ 11 w 1415"/>
                <a:gd name="T17" fmla="*/ 0 h 960"/>
                <a:gd name="T18" fmla="*/ 11 w 1415"/>
                <a:gd name="T19" fmla="*/ 0 h 960"/>
                <a:gd name="T20" fmla="*/ 11 w 1415"/>
                <a:gd name="T21" fmla="*/ 0 h 960"/>
                <a:gd name="T22" fmla="*/ 11 w 1415"/>
                <a:gd name="T23" fmla="*/ 0 h 960"/>
                <a:gd name="T24" fmla="*/ 11 w 1415"/>
                <a:gd name="T25" fmla="*/ 0 h 960"/>
                <a:gd name="T26" fmla="*/ 11 w 1415"/>
                <a:gd name="T27" fmla="*/ 0 h 960"/>
                <a:gd name="T28" fmla="*/ 11 w 1415"/>
                <a:gd name="T29" fmla="*/ 0 h 960"/>
                <a:gd name="T30" fmla="*/ 11 w 1415"/>
                <a:gd name="T31" fmla="*/ 0 h 96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15"/>
                <a:gd name="T49" fmla="*/ 0 h 960"/>
                <a:gd name="T50" fmla="*/ 1415 w 1415"/>
                <a:gd name="T51" fmla="*/ 960 h 96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15" h="960">
                  <a:moveTo>
                    <a:pt x="1338" y="10"/>
                  </a:moveTo>
                  <a:lnTo>
                    <a:pt x="1342" y="8"/>
                  </a:lnTo>
                  <a:lnTo>
                    <a:pt x="0" y="882"/>
                  </a:lnTo>
                  <a:lnTo>
                    <a:pt x="52" y="960"/>
                  </a:lnTo>
                  <a:lnTo>
                    <a:pt x="1393" y="85"/>
                  </a:lnTo>
                  <a:lnTo>
                    <a:pt x="1397" y="83"/>
                  </a:lnTo>
                  <a:lnTo>
                    <a:pt x="1393" y="85"/>
                  </a:lnTo>
                  <a:lnTo>
                    <a:pt x="1409" y="71"/>
                  </a:lnTo>
                  <a:lnTo>
                    <a:pt x="1415" y="53"/>
                  </a:lnTo>
                  <a:lnTo>
                    <a:pt x="1413" y="37"/>
                  </a:lnTo>
                  <a:lnTo>
                    <a:pt x="1406" y="21"/>
                  </a:lnTo>
                  <a:lnTo>
                    <a:pt x="1395" y="8"/>
                  </a:lnTo>
                  <a:lnTo>
                    <a:pt x="1379" y="1"/>
                  </a:lnTo>
                  <a:lnTo>
                    <a:pt x="1361" y="0"/>
                  </a:lnTo>
                  <a:lnTo>
                    <a:pt x="1342" y="8"/>
                  </a:lnTo>
                  <a:lnTo>
                    <a:pt x="1338" y="1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5494" name="Freeform 36"/>
            <p:cNvSpPr>
              <a:spLocks/>
            </p:cNvSpPr>
            <p:nvPr/>
          </p:nvSpPr>
          <p:spPr bwMode="auto">
            <a:xfrm>
              <a:off x="1599" y="2057"/>
              <a:ext cx="80" cy="163"/>
            </a:xfrm>
            <a:custGeom>
              <a:avLst/>
              <a:gdLst>
                <a:gd name="T0" fmla="*/ 2 w 398"/>
                <a:gd name="T1" fmla="*/ 0 h 817"/>
                <a:gd name="T2" fmla="*/ 2 w 398"/>
                <a:gd name="T3" fmla="*/ 0 h 817"/>
                <a:gd name="T4" fmla="*/ 2 w 398"/>
                <a:gd name="T5" fmla="*/ 1 h 817"/>
                <a:gd name="T6" fmla="*/ 2 w 398"/>
                <a:gd name="T7" fmla="*/ 1 h 817"/>
                <a:gd name="T8" fmla="*/ 2 w 398"/>
                <a:gd name="T9" fmla="*/ 2 h 817"/>
                <a:gd name="T10" fmla="*/ 2 w 398"/>
                <a:gd name="T11" fmla="*/ 2 h 817"/>
                <a:gd name="T12" fmla="*/ 2 w 398"/>
                <a:gd name="T13" fmla="*/ 2 h 817"/>
                <a:gd name="T14" fmla="*/ 2 w 398"/>
                <a:gd name="T15" fmla="*/ 3 h 817"/>
                <a:gd name="T16" fmla="*/ 2 w 398"/>
                <a:gd name="T17" fmla="*/ 3 h 817"/>
                <a:gd name="T18" fmla="*/ 2 w 398"/>
                <a:gd name="T19" fmla="*/ 4 h 817"/>
                <a:gd name="T20" fmla="*/ 2 w 398"/>
                <a:gd name="T21" fmla="*/ 4 h 817"/>
                <a:gd name="T22" fmla="*/ 1 w 398"/>
                <a:gd name="T23" fmla="*/ 4 h 817"/>
                <a:gd name="T24" fmla="*/ 1 w 398"/>
                <a:gd name="T25" fmla="*/ 5 h 817"/>
                <a:gd name="T26" fmla="*/ 1 w 398"/>
                <a:gd name="T27" fmla="*/ 5 h 817"/>
                <a:gd name="T28" fmla="*/ 1 w 398"/>
                <a:gd name="T29" fmla="*/ 5 h 817"/>
                <a:gd name="T30" fmla="*/ 1 w 398"/>
                <a:gd name="T31" fmla="*/ 5 h 817"/>
                <a:gd name="T32" fmla="*/ 0 w 398"/>
                <a:gd name="T33" fmla="*/ 6 h 817"/>
                <a:gd name="T34" fmla="*/ 0 w 398"/>
                <a:gd name="T35" fmla="*/ 6 h 817"/>
                <a:gd name="T36" fmla="*/ 0 w 398"/>
                <a:gd name="T37" fmla="*/ 7 h 817"/>
                <a:gd name="T38" fmla="*/ 1 w 398"/>
                <a:gd name="T39" fmla="*/ 6 h 817"/>
                <a:gd name="T40" fmla="*/ 1 w 398"/>
                <a:gd name="T41" fmla="*/ 6 h 817"/>
                <a:gd name="T42" fmla="*/ 1 w 398"/>
                <a:gd name="T43" fmla="*/ 6 h 817"/>
                <a:gd name="T44" fmla="*/ 2 w 398"/>
                <a:gd name="T45" fmla="*/ 5 h 817"/>
                <a:gd name="T46" fmla="*/ 2 w 398"/>
                <a:gd name="T47" fmla="*/ 5 h 817"/>
                <a:gd name="T48" fmla="*/ 2 w 398"/>
                <a:gd name="T49" fmla="*/ 5 h 817"/>
                <a:gd name="T50" fmla="*/ 2 w 398"/>
                <a:gd name="T51" fmla="*/ 4 h 817"/>
                <a:gd name="T52" fmla="*/ 2 w 398"/>
                <a:gd name="T53" fmla="*/ 4 h 817"/>
                <a:gd name="T54" fmla="*/ 3 w 398"/>
                <a:gd name="T55" fmla="*/ 3 h 817"/>
                <a:gd name="T56" fmla="*/ 3 w 398"/>
                <a:gd name="T57" fmla="*/ 3 h 817"/>
                <a:gd name="T58" fmla="*/ 3 w 398"/>
                <a:gd name="T59" fmla="*/ 3 h 817"/>
                <a:gd name="T60" fmla="*/ 3 w 398"/>
                <a:gd name="T61" fmla="*/ 2 h 817"/>
                <a:gd name="T62" fmla="*/ 3 w 398"/>
                <a:gd name="T63" fmla="*/ 2 h 817"/>
                <a:gd name="T64" fmla="*/ 3 w 398"/>
                <a:gd name="T65" fmla="*/ 1 h 817"/>
                <a:gd name="T66" fmla="*/ 3 w 398"/>
                <a:gd name="T67" fmla="*/ 1 h 817"/>
                <a:gd name="T68" fmla="*/ 3 w 398"/>
                <a:gd name="T69" fmla="*/ 0 h 817"/>
                <a:gd name="T70" fmla="*/ 3 w 398"/>
                <a:gd name="T71" fmla="*/ 0 h 817"/>
                <a:gd name="T72" fmla="*/ 3 w 398"/>
                <a:gd name="T73" fmla="*/ 0 h 817"/>
                <a:gd name="T74" fmla="*/ 3 w 398"/>
                <a:gd name="T75" fmla="*/ 0 h 817"/>
                <a:gd name="T76" fmla="*/ 3 w 398"/>
                <a:gd name="T77" fmla="*/ 0 h 817"/>
                <a:gd name="T78" fmla="*/ 3 w 398"/>
                <a:gd name="T79" fmla="*/ 0 h 817"/>
                <a:gd name="T80" fmla="*/ 3 w 398"/>
                <a:gd name="T81" fmla="*/ 0 h 817"/>
                <a:gd name="T82" fmla="*/ 3 w 398"/>
                <a:gd name="T83" fmla="*/ 0 h 817"/>
                <a:gd name="T84" fmla="*/ 3 w 398"/>
                <a:gd name="T85" fmla="*/ 0 h 817"/>
                <a:gd name="T86" fmla="*/ 2 w 398"/>
                <a:gd name="T87" fmla="*/ 0 h 817"/>
                <a:gd name="T88" fmla="*/ 2 w 398"/>
                <a:gd name="T89" fmla="*/ 0 h 817"/>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398"/>
                <a:gd name="T136" fmla="*/ 0 h 817"/>
                <a:gd name="T137" fmla="*/ 398 w 398"/>
                <a:gd name="T138" fmla="*/ 817 h 817"/>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398" h="817">
                  <a:moveTo>
                    <a:pt x="304" y="47"/>
                  </a:moveTo>
                  <a:lnTo>
                    <a:pt x="304" y="47"/>
                  </a:lnTo>
                  <a:lnTo>
                    <a:pt x="301" y="97"/>
                  </a:lnTo>
                  <a:lnTo>
                    <a:pt x="297" y="147"/>
                  </a:lnTo>
                  <a:lnTo>
                    <a:pt x="291" y="198"/>
                  </a:lnTo>
                  <a:lnTo>
                    <a:pt x="280" y="247"/>
                  </a:lnTo>
                  <a:lnTo>
                    <a:pt x="268" y="297"/>
                  </a:lnTo>
                  <a:lnTo>
                    <a:pt x="253" y="347"/>
                  </a:lnTo>
                  <a:lnTo>
                    <a:pt x="236" y="395"/>
                  </a:lnTo>
                  <a:lnTo>
                    <a:pt x="217" y="442"/>
                  </a:lnTo>
                  <a:lnTo>
                    <a:pt x="195" y="487"/>
                  </a:lnTo>
                  <a:lnTo>
                    <a:pt x="171" y="532"/>
                  </a:lnTo>
                  <a:lnTo>
                    <a:pt x="147" y="574"/>
                  </a:lnTo>
                  <a:lnTo>
                    <a:pt x="121" y="613"/>
                  </a:lnTo>
                  <a:lnTo>
                    <a:pt x="93" y="650"/>
                  </a:lnTo>
                  <a:lnTo>
                    <a:pt x="64" y="684"/>
                  </a:lnTo>
                  <a:lnTo>
                    <a:pt x="32" y="716"/>
                  </a:lnTo>
                  <a:lnTo>
                    <a:pt x="0" y="744"/>
                  </a:lnTo>
                  <a:lnTo>
                    <a:pt x="59" y="817"/>
                  </a:lnTo>
                  <a:lnTo>
                    <a:pt x="95" y="784"/>
                  </a:lnTo>
                  <a:lnTo>
                    <a:pt x="132" y="748"/>
                  </a:lnTo>
                  <a:lnTo>
                    <a:pt x="166" y="709"/>
                  </a:lnTo>
                  <a:lnTo>
                    <a:pt x="196" y="667"/>
                  </a:lnTo>
                  <a:lnTo>
                    <a:pt x="227" y="623"/>
                  </a:lnTo>
                  <a:lnTo>
                    <a:pt x="253" y="576"/>
                  </a:lnTo>
                  <a:lnTo>
                    <a:pt x="279" y="530"/>
                  </a:lnTo>
                  <a:lnTo>
                    <a:pt x="301" y="479"/>
                  </a:lnTo>
                  <a:lnTo>
                    <a:pt x="323" y="428"/>
                  </a:lnTo>
                  <a:lnTo>
                    <a:pt x="342" y="375"/>
                  </a:lnTo>
                  <a:lnTo>
                    <a:pt x="359" y="321"/>
                  </a:lnTo>
                  <a:lnTo>
                    <a:pt x="372" y="268"/>
                  </a:lnTo>
                  <a:lnTo>
                    <a:pt x="382" y="212"/>
                  </a:lnTo>
                  <a:lnTo>
                    <a:pt x="391" y="157"/>
                  </a:lnTo>
                  <a:lnTo>
                    <a:pt x="395" y="102"/>
                  </a:lnTo>
                  <a:lnTo>
                    <a:pt x="398" y="47"/>
                  </a:lnTo>
                  <a:lnTo>
                    <a:pt x="394" y="27"/>
                  </a:lnTo>
                  <a:lnTo>
                    <a:pt x="383" y="11"/>
                  </a:lnTo>
                  <a:lnTo>
                    <a:pt x="368" y="3"/>
                  </a:lnTo>
                  <a:lnTo>
                    <a:pt x="351" y="0"/>
                  </a:lnTo>
                  <a:lnTo>
                    <a:pt x="333" y="3"/>
                  </a:lnTo>
                  <a:lnTo>
                    <a:pt x="319" y="11"/>
                  </a:lnTo>
                  <a:lnTo>
                    <a:pt x="307" y="27"/>
                  </a:lnTo>
                  <a:lnTo>
                    <a:pt x="304" y="4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5495" name="Freeform 37"/>
            <p:cNvSpPr>
              <a:spLocks/>
            </p:cNvSpPr>
            <p:nvPr/>
          </p:nvSpPr>
          <p:spPr bwMode="auto">
            <a:xfrm>
              <a:off x="1660" y="1701"/>
              <a:ext cx="19" cy="365"/>
            </a:xfrm>
            <a:custGeom>
              <a:avLst/>
              <a:gdLst>
                <a:gd name="T0" fmla="*/ 0 w 95"/>
                <a:gd name="T1" fmla="*/ 0 h 1826"/>
                <a:gd name="T2" fmla="*/ 0 w 95"/>
                <a:gd name="T3" fmla="*/ 0 h 1826"/>
                <a:gd name="T4" fmla="*/ 0 w 95"/>
                <a:gd name="T5" fmla="*/ 15 h 1826"/>
                <a:gd name="T6" fmla="*/ 1 w 95"/>
                <a:gd name="T7" fmla="*/ 15 h 1826"/>
                <a:gd name="T8" fmla="*/ 1 w 95"/>
                <a:gd name="T9" fmla="*/ 0 h 1826"/>
                <a:gd name="T10" fmla="*/ 1 w 95"/>
                <a:gd name="T11" fmla="*/ 0 h 1826"/>
                <a:gd name="T12" fmla="*/ 1 w 95"/>
                <a:gd name="T13" fmla="*/ 0 h 1826"/>
                <a:gd name="T14" fmla="*/ 1 w 95"/>
                <a:gd name="T15" fmla="*/ 0 h 1826"/>
                <a:gd name="T16" fmla="*/ 1 w 95"/>
                <a:gd name="T17" fmla="*/ 0 h 1826"/>
                <a:gd name="T18" fmla="*/ 1 w 95"/>
                <a:gd name="T19" fmla="*/ 0 h 1826"/>
                <a:gd name="T20" fmla="*/ 0 w 95"/>
                <a:gd name="T21" fmla="*/ 0 h 1826"/>
                <a:gd name="T22" fmla="*/ 0 w 95"/>
                <a:gd name="T23" fmla="*/ 0 h 1826"/>
                <a:gd name="T24" fmla="*/ 0 w 95"/>
                <a:gd name="T25" fmla="*/ 0 h 1826"/>
                <a:gd name="T26" fmla="*/ 0 w 95"/>
                <a:gd name="T27" fmla="*/ 0 h 1826"/>
                <a:gd name="T28" fmla="*/ 0 w 95"/>
                <a:gd name="T29" fmla="*/ 0 h 1826"/>
                <a:gd name="T30" fmla="*/ 0 w 95"/>
                <a:gd name="T31" fmla="*/ 0 h 182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95"/>
                <a:gd name="T49" fmla="*/ 0 h 1826"/>
                <a:gd name="T50" fmla="*/ 95 w 95"/>
                <a:gd name="T51" fmla="*/ 1826 h 182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95" h="1826">
                  <a:moveTo>
                    <a:pt x="0" y="49"/>
                  </a:moveTo>
                  <a:lnTo>
                    <a:pt x="0" y="47"/>
                  </a:lnTo>
                  <a:lnTo>
                    <a:pt x="1" y="1826"/>
                  </a:lnTo>
                  <a:lnTo>
                    <a:pt x="95" y="1826"/>
                  </a:lnTo>
                  <a:lnTo>
                    <a:pt x="93" y="47"/>
                  </a:lnTo>
                  <a:lnTo>
                    <a:pt x="93" y="45"/>
                  </a:lnTo>
                  <a:lnTo>
                    <a:pt x="93" y="47"/>
                  </a:lnTo>
                  <a:lnTo>
                    <a:pt x="90" y="27"/>
                  </a:lnTo>
                  <a:lnTo>
                    <a:pt x="79" y="12"/>
                  </a:lnTo>
                  <a:lnTo>
                    <a:pt x="64" y="4"/>
                  </a:lnTo>
                  <a:lnTo>
                    <a:pt x="47" y="0"/>
                  </a:lnTo>
                  <a:lnTo>
                    <a:pt x="29" y="4"/>
                  </a:lnTo>
                  <a:lnTo>
                    <a:pt x="15" y="12"/>
                  </a:lnTo>
                  <a:lnTo>
                    <a:pt x="3" y="27"/>
                  </a:lnTo>
                  <a:lnTo>
                    <a:pt x="0" y="47"/>
                  </a:lnTo>
                  <a:lnTo>
                    <a:pt x="0" y="4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5496" name="Freeform 38"/>
            <p:cNvSpPr>
              <a:spLocks/>
            </p:cNvSpPr>
            <p:nvPr/>
          </p:nvSpPr>
          <p:spPr bwMode="auto">
            <a:xfrm>
              <a:off x="1598" y="1598"/>
              <a:ext cx="81" cy="113"/>
            </a:xfrm>
            <a:custGeom>
              <a:avLst/>
              <a:gdLst>
                <a:gd name="T0" fmla="*/ 0 w 401"/>
                <a:gd name="T1" fmla="*/ 1 h 566"/>
                <a:gd name="T2" fmla="*/ 0 w 401"/>
                <a:gd name="T3" fmla="*/ 1 h 566"/>
                <a:gd name="T4" fmla="*/ 0 w 401"/>
                <a:gd name="T5" fmla="*/ 1 h 566"/>
                <a:gd name="T6" fmla="*/ 1 w 401"/>
                <a:gd name="T7" fmla="*/ 1 h 566"/>
                <a:gd name="T8" fmla="*/ 1 w 401"/>
                <a:gd name="T9" fmla="*/ 1 h 566"/>
                <a:gd name="T10" fmla="*/ 1 w 401"/>
                <a:gd name="T11" fmla="*/ 1 h 566"/>
                <a:gd name="T12" fmla="*/ 1 w 401"/>
                <a:gd name="T13" fmla="*/ 2 h 566"/>
                <a:gd name="T14" fmla="*/ 1 w 401"/>
                <a:gd name="T15" fmla="*/ 2 h 566"/>
                <a:gd name="T16" fmla="*/ 2 w 401"/>
                <a:gd name="T17" fmla="*/ 2 h 566"/>
                <a:gd name="T18" fmla="*/ 2 w 401"/>
                <a:gd name="T19" fmla="*/ 2 h 566"/>
                <a:gd name="T20" fmla="*/ 2 w 401"/>
                <a:gd name="T21" fmla="*/ 2 h 566"/>
                <a:gd name="T22" fmla="*/ 2 w 401"/>
                <a:gd name="T23" fmla="*/ 3 h 566"/>
                <a:gd name="T24" fmla="*/ 2 w 401"/>
                <a:gd name="T25" fmla="*/ 3 h 566"/>
                <a:gd name="T26" fmla="*/ 2 w 401"/>
                <a:gd name="T27" fmla="*/ 3 h 566"/>
                <a:gd name="T28" fmla="*/ 2 w 401"/>
                <a:gd name="T29" fmla="*/ 4 h 566"/>
                <a:gd name="T30" fmla="*/ 2 w 401"/>
                <a:gd name="T31" fmla="*/ 4 h 566"/>
                <a:gd name="T32" fmla="*/ 2 w 401"/>
                <a:gd name="T33" fmla="*/ 4 h 566"/>
                <a:gd name="T34" fmla="*/ 3 w 401"/>
                <a:gd name="T35" fmla="*/ 5 h 566"/>
                <a:gd name="T36" fmla="*/ 3 w 401"/>
                <a:gd name="T37" fmla="*/ 4 h 566"/>
                <a:gd name="T38" fmla="*/ 3 w 401"/>
                <a:gd name="T39" fmla="*/ 4 h 566"/>
                <a:gd name="T40" fmla="*/ 3 w 401"/>
                <a:gd name="T41" fmla="*/ 4 h 566"/>
                <a:gd name="T42" fmla="*/ 3 w 401"/>
                <a:gd name="T43" fmla="*/ 3 h 566"/>
                <a:gd name="T44" fmla="*/ 3 w 401"/>
                <a:gd name="T45" fmla="*/ 3 h 566"/>
                <a:gd name="T46" fmla="*/ 3 w 401"/>
                <a:gd name="T47" fmla="*/ 3 h 566"/>
                <a:gd name="T48" fmla="*/ 3 w 401"/>
                <a:gd name="T49" fmla="*/ 2 h 566"/>
                <a:gd name="T50" fmla="*/ 3 w 401"/>
                <a:gd name="T51" fmla="*/ 2 h 566"/>
                <a:gd name="T52" fmla="*/ 2 w 401"/>
                <a:gd name="T53" fmla="*/ 2 h 566"/>
                <a:gd name="T54" fmla="*/ 2 w 401"/>
                <a:gd name="T55" fmla="*/ 2 h 566"/>
                <a:gd name="T56" fmla="*/ 2 w 401"/>
                <a:gd name="T57" fmla="*/ 1 h 566"/>
                <a:gd name="T58" fmla="*/ 2 w 401"/>
                <a:gd name="T59" fmla="*/ 1 h 566"/>
                <a:gd name="T60" fmla="*/ 2 w 401"/>
                <a:gd name="T61" fmla="*/ 1 h 566"/>
                <a:gd name="T62" fmla="*/ 1 w 401"/>
                <a:gd name="T63" fmla="*/ 1 h 566"/>
                <a:gd name="T64" fmla="*/ 1 w 401"/>
                <a:gd name="T65" fmla="*/ 0 h 566"/>
                <a:gd name="T66" fmla="*/ 1 w 401"/>
                <a:gd name="T67" fmla="*/ 0 h 566"/>
                <a:gd name="T68" fmla="*/ 1 w 401"/>
                <a:gd name="T69" fmla="*/ 0 h 566"/>
                <a:gd name="T70" fmla="*/ 1 w 401"/>
                <a:gd name="T71" fmla="*/ 0 h 566"/>
                <a:gd name="T72" fmla="*/ 1 w 401"/>
                <a:gd name="T73" fmla="*/ 0 h 566"/>
                <a:gd name="T74" fmla="*/ 0 w 401"/>
                <a:gd name="T75" fmla="*/ 0 h 566"/>
                <a:gd name="T76" fmla="*/ 0 w 401"/>
                <a:gd name="T77" fmla="*/ 0 h 566"/>
                <a:gd name="T78" fmla="*/ 0 w 401"/>
                <a:gd name="T79" fmla="*/ 0 h 566"/>
                <a:gd name="T80" fmla="*/ 0 w 401"/>
                <a:gd name="T81" fmla="*/ 0 h 566"/>
                <a:gd name="T82" fmla="*/ 0 w 401"/>
                <a:gd name="T83" fmla="*/ 0 h 566"/>
                <a:gd name="T84" fmla="*/ 0 w 401"/>
                <a:gd name="T85" fmla="*/ 0 h 566"/>
                <a:gd name="T86" fmla="*/ 0 w 401"/>
                <a:gd name="T87" fmla="*/ 1 h 566"/>
                <a:gd name="T88" fmla="*/ 0 w 401"/>
                <a:gd name="T89" fmla="*/ 1 h 56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401"/>
                <a:gd name="T136" fmla="*/ 0 h 566"/>
                <a:gd name="T137" fmla="*/ 401 w 401"/>
                <a:gd name="T138" fmla="*/ 566 h 566"/>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401" h="566">
                  <a:moveTo>
                    <a:pt x="23" y="88"/>
                  </a:moveTo>
                  <a:lnTo>
                    <a:pt x="23" y="88"/>
                  </a:lnTo>
                  <a:lnTo>
                    <a:pt x="53" y="107"/>
                  </a:lnTo>
                  <a:lnTo>
                    <a:pt x="83" y="125"/>
                  </a:lnTo>
                  <a:lnTo>
                    <a:pt x="108" y="147"/>
                  </a:lnTo>
                  <a:lnTo>
                    <a:pt x="135" y="171"/>
                  </a:lnTo>
                  <a:lnTo>
                    <a:pt x="160" y="196"/>
                  </a:lnTo>
                  <a:lnTo>
                    <a:pt x="182" y="223"/>
                  </a:lnTo>
                  <a:lnTo>
                    <a:pt x="205" y="251"/>
                  </a:lnTo>
                  <a:lnTo>
                    <a:pt x="223" y="281"/>
                  </a:lnTo>
                  <a:lnTo>
                    <a:pt x="240" y="312"/>
                  </a:lnTo>
                  <a:lnTo>
                    <a:pt x="256" y="345"/>
                  </a:lnTo>
                  <a:lnTo>
                    <a:pt x="270" y="379"/>
                  </a:lnTo>
                  <a:lnTo>
                    <a:pt x="282" y="414"/>
                  </a:lnTo>
                  <a:lnTo>
                    <a:pt x="291" y="450"/>
                  </a:lnTo>
                  <a:lnTo>
                    <a:pt x="299" y="488"/>
                  </a:lnTo>
                  <a:lnTo>
                    <a:pt x="304" y="526"/>
                  </a:lnTo>
                  <a:lnTo>
                    <a:pt x="308" y="566"/>
                  </a:lnTo>
                  <a:lnTo>
                    <a:pt x="401" y="562"/>
                  </a:lnTo>
                  <a:lnTo>
                    <a:pt x="398" y="517"/>
                  </a:lnTo>
                  <a:lnTo>
                    <a:pt x="391" y="471"/>
                  </a:lnTo>
                  <a:lnTo>
                    <a:pt x="383" y="429"/>
                  </a:lnTo>
                  <a:lnTo>
                    <a:pt x="371" y="386"/>
                  </a:lnTo>
                  <a:lnTo>
                    <a:pt x="357" y="346"/>
                  </a:lnTo>
                  <a:lnTo>
                    <a:pt x="340" y="307"/>
                  </a:lnTo>
                  <a:lnTo>
                    <a:pt x="324" y="270"/>
                  </a:lnTo>
                  <a:lnTo>
                    <a:pt x="303" y="232"/>
                  </a:lnTo>
                  <a:lnTo>
                    <a:pt x="280" y="197"/>
                  </a:lnTo>
                  <a:lnTo>
                    <a:pt x="255" y="164"/>
                  </a:lnTo>
                  <a:lnTo>
                    <a:pt x="228" y="132"/>
                  </a:lnTo>
                  <a:lnTo>
                    <a:pt x="199" y="103"/>
                  </a:lnTo>
                  <a:lnTo>
                    <a:pt x="169" y="76"/>
                  </a:lnTo>
                  <a:lnTo>
                    <a:pt x="137" y="50"/>
                  </a:lnTo>
                  <a:lnTo>
                    <a:pt x="103" y="27"/>
                  </a:lnTo>
                  <a:lnTo>
                    <a:pt x="67" y="6"/>
                  </a:lnTo>
                  <a:lnTo>
                    <a:pt x="48" y="0"/>
                  </a:lnTo>
                  <a:lnTo>
                    <a:pt x="30" y="2"/>
                  </a:lnTo>
                  <a:lnTo>
                    <a:pt x="16" y="12"/>
                  </a:lnTo>
                  <a:lnTo>
                    <a:pt x="5" y="25"/>
                  </a:lnTo>
                  <a:lnTo>
                    <a:pt x="0" y="41"/>
                  </a:lnTo>
                  <a:lnTo>
                    <a:pt x="0" y="59"/>
                  </a:lnTo>
                  <a:lnTo>
                    <a:pt x="8" y="75"/>
                  </a:lnTo>
                  <a:lnTo>
                    <a:pt x="23"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5497" name="Freeform 39"/>
            <p:cNvSpPr>
              <a:spLocks/>
            </p:cNvSpPr>
            <p:nvPr/>
          </p:nvSpPr>
          <p:spPr bwMode="auto">
            <a:xfrm>
              <a:off x="1346" y="1455"/>
              <a:ext cx="266" cy="160"/>
            </a:xfrm>
            <a:custGeom>
              <a:avLst/>
              <a:gdLst>
                <a:gd name="T0" fmla="*/ 0 w 1330"/>
                <a:gd name="T1" fmla="*/ 1 h 801"/>
                <a:gd name="T2" fmla="*/ 0 w 1330"/>
                <a:gd name="T3" fmla="*/ 1 h 801"/>
                <a:gd name="T4" fmla="*/ 10 w 1330"/>
                <a:gd name="T5" fmla="*/ 6 h 801"/>
                <a:gd name="T6" fmla="*/ 11 w 1330"/>
                <a:gd name="T7" fmla="*/ 6 h 801"/>
                <a:gd name="T8" fmla="*/ 1 w 1330"/>
                <a:gd name="T9" fmla="*/ 0 h 801"/>
                <a:gd name="T10" fmla="*/ 1 w 1330"/>
                <a:gd name="T11" fmla="*/ 0 h 801"/>
                <a:gd name="T12" fmla="*/ 1 w 1330"/>
                <a:gd name="T13" fmla="*/ 0 h 801"/>
                <a:gd name="T14" fmla="*/ 0 w 1330"/>
                <a:gd name="T15" fmla="*/ 0 h 801"/>
                <a:gd name="T16" fmla="*/ 0 w 1330"/>
                <a:gd name="T17" fmla="*/ 0 h 801"/>
                <a:gd name="T18" fmla="*/ 0 w 1330"/>
                <a:gd name="T19" fmla="*/ 0 h 801"/>
                <a:gd name="T20" fmla="*/ 0 w 1330"/>
                <a:gd name="T21" fmla="*/ 0 h 801"/>
                <a:gd name="T22" fmla="*/ 0 w 1330"/>
                <a:gd name="T23" fmla="*/ 0 h 801"/>
                <a:gd name="T24" fmla="*/ 0 w 1330"/>
                <a:gd name="T25" fmla="*/ 0 h 801"/>
                <a:gd name="T26" fmla="*/ 0 w 1330"/>
                <a:gd name="T27" fmla="*/ 1 h 801"/>
                <a:gd name="T28" fmla="*/ 0 w 1330"/>
                <a:gd name="T29" fmla="*/ 1 h 801"/>
                <a:gd name="T30" fmla="*/ 0 w 1330"/>
                <a:gd name="T31" fmla="*/ 1 h 801"/>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30"/>
                <a:gd name="T49" fmla="*/ 0 h 801"/>
                <a:gd name="T50" fmla="*/ 1330 w 1330"/>
                <a:gd name="T51" fmla="*/ 801 h 801"/>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30" h="801">
                  <a:moveTo>
                    <a:pt x="24" y="88"/>
                  </a:moveTo>
                  <a:lnTo>
                    <a:pt x="23" y="88"/>
                  </a:lnTo>
                  <a:lnTo>
                    <a:pt x="1286" y="801"/>
                  </a:lnTo>
                  <a:lnTo>
                    <a:pt x="1330" y="719"/>
                  </a:lnTo>
                  <a:lnTo>
                    <a:pt x="67" y="6"/>
                  </a:lnTo>
                  <a:lnTo>
                    <a:pt x="66" y="6"/>
                  </a:lnTo>
                  <a:lnTo>
                    <a:pt x="67" y="6"/>
                  </a:lnTo>
                  <a:lnTo>
                    <a:pt x="48" y="0"/>
                  </a:lnTo>
                  <a:lnTo>
                    <a:pt x="30" y="2"/>
                  </a:lnTo>
                  <a:lnTo>
                    <a:pt x="16" y="12"/>
                  </a:lnTo>
                  <a:lnTo>
                    <a:pt x="5" y="25"/>
                  </a:lnTo>
                  <a:lnTo>
                    <a:pt x="0" y="41"/>
                  </a:lnTo>
                  <a:lnTo>
                    <a:pt x="0" y="59"/>
                  </a:lnTo>
                  <a:lnTo>
                    <a:pt x="8" y="75"/>
                  </a:lnTo>
                  <a:lnTo>
                    <a:pt x="23" y="88"/>
                  </a:lnTo>
                  <a:lnTo>
                    <a:pt x="24"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5498" name="Freeform 40"/>
            <p:cNvSpPr>
              <a:spLocks/>
            </p:cNvSpPr>
            <p:nvPr/>
          </p:nvSpPr>
          <p:spPr bwMode="auto">
            <a:xfrm>
              <a:off x="1198" y="1439"/>
              <a:ext cx="161" cy="35"/>
            </a:xfrm>
            <a:custGeom>
              <a:avLst/>
              <a:gdLst>
                <a:gd name="T0" fmla="*/ 1 w 806"/>
                <a:gd name="T1" fmla="*/ 1 h 177"/>
                <a:gd name="T2" fmla="*/ 1 w 806"/>
                <a:gd name="T3" fmla="*/ 1 h 177"/>
                <a:gd name="T4" fmla="*/ 1 w 806"/>
                <a:gd name="T5" fmla="*/ 1 h 177"/>
                <a:gd name="T6" fmla="*/ 1 w 806"/>
                <a:gd name="T7" fmla="*/ 1 h 177"/>
                <a:gd name="T8" fmla="*/ 2 w 806"/>
                <a:gd name="T9" fmla="*/ 1 h 177"/>
                <a:gd name="T10" fmla="*/ 2 w 806"/>
                <a:gd name="T11" fmla="*/ 1 h 177"/>
                <a:gd name="T12" fmla="*/ 2 w 806"/>
                <a:gd name="T13" fmla="*/ 1 h 177"/>
                <a:gd name="T14" fmla="*/ 3 w 806"/>
                <a:gd name="T15" fmla="*/ 1 h 177"/>
                <a:gd name="T16" fmla="*/ 3 w 806"/>
                <a:gd name="T17" fmla="*/ 1 h 177"/>
                <a:gd name="T18" fmla="*/ 3 w 806"/>
                <a:gd name="T19" fmla="*/ 1 h 177"/>
                <a:gd name="T20" fmla="*/ 4 w 806"/>
                <a:gd name="T21" fmla="*/ 1 h 177"/>
                <a:gd name="T22" fmla="*/ 4 w 806"/>
                <a:gd name="T23" fmla="*/ 1 h 177"/>
                <a:gd name="T24" fmla="*/ 5 w 806"/>
                <a:gd name="T25" fmla="*/ 1 h 177"/>
                <a:gd name="T26" fmla="*/ 5 w 806"/>
                <a:gd name="T27" fmla="*/ 1 h 177"/>
                <a:gd name="T28" fmla="*/ 5 w 806"/>
                <a:gd name="T29" fmla="*/ 1 h 177"/>
                <a:gd name="T30" fmla="*/ 6 w 806"/>
                <a:gd name="T31" fmla="*/ 1 h 177"/>
                <a:gd name="T32" fmla="*/ 6 w 806"/>
                <a:gd name="T33" fmla="*/ 1 h 177"/>
                <a:gd name="T34" fmla="*/ 6 w 806"/>
                <a:gd name="T35" fmla="*/ 1 h 177"/>
                <a:gd name="T36" fmla="*/ 6 w 806"/>
                <a:gd name="T37" fmla="*/ 1 h 177"/>
                <a:gd name="T38" fmla="*/ 6 w 806"/>
                <a:gd name="T39" fmla="*/ 1 h 177"/>
                <a:gd name="T40" fmla="*/ 6 w 806"/>
                <a:gd name="T41" fmla="*/ 0 h 177"/>
                <a:gd name="T42" fmla="*/ 5 w 806"/>
                <a:gd name="T43" fmla="*/ 0 h 177"/>
                <a:gd name="T44" fmla="*/ 5 w 806"/>
                <a:gd name="T45" fmla="*/ 0 h 177"/>
                <a:gd name="T46" fmla="*/ 5 w 806"/>
                <a:gd name="T47" fmla="*/ 0 h 177"/>
                <a:gd name="T48" fmla="*/ 4 w 806"/>
                <a:gd name="T49" fmla="*/ 0 h 177"/>
                <a:gd name="T50" fmla="*/ 4 w 806"/>
                <a:gd name="T51" fmla="*/ 0 h 177"/>
                <a:gd name="T52" fmla="*/ 3 w 806"/>
                <a:gd name="T53" fmla="*/ 0 h 177"/>
                <a:gd name="T54" fmla="*/ 3 w 806"/>
                <a:gd name="T55" fmla="*/ 0 h 177"/>
                <a:gd name="T56" fmla="*/ 3 w 806"/>
                <a:gd name="T57" fmla="*/ 0 h 177"/>
                <a:gd name="T58" fmla="*/ 2 w 806"/>
                <a:gd name="T59" fmla="*/ 0 h 177"/>
                <a:gd name="T60" fmla="*/ 2 w 806"/>
                <a:gd name="T61" fmla="*/ 0 h 177"/>
                <a:gd name="T62" fmla="*/ 1 w 806"/>
                <a:gd name="T63" fmla="*/ 0 h 177"/>
                <a:gd name="T64" fmla="*/ 1 w 806"/>
                <a:gd name="T65" fmla="*/ 0 h 177"/>
                <a:gd name="T66" fmla="*/ 1 w 806"/>
                <a:gd name="T67" fmla="*/ 1 h 177"/>
                <a:gd name="T68" fmla="*/ 0 w 806"/>
                <a:gd name="T69" fmla="*/ 1 h 177"/>
                <a:gd name="T70" fmla="*/ 0 w 806"/>
                <a:gd name="T71" fmla="*/ 1 h 177"/>
                <a:gd name="T72" fmla="*/ 0 w 806"/>
                <a:gd name="T73" fmla="*/ 1 h 177"/>
                <a:gd name="T74" fmla="*/ 0 w 806"/>
                <a:gd name="T75" fmla="*/ 1 h 177"/>
                <a:gd name="T76" fmla="*/ 0 w 806"/>
                <a:gd name="T77" fmla="*/ 1 h 177"/>
                <a:gd name="T78" fmla="*/ 0 w 806"/>
                <a:gd name="T79" fmla="*/ 1 h 177"/>
                <a:gd name="T80" fmla="*/ 0 w 806"/>
                <a:gd name="T81" fmla="*/ 1 h 177"/>
                <a:gd name="T82" fmla="*/ 0 w 806"/>
                <a:gd name="T83" fmla="*/ 1 h 177"/>
                <a:gd name="T84" fmla="*/ 0 w 806"/>
                <a:gd name="T85" fmla="*/ 1 h 177"/>
                <a:gd name="T86" fmla="*/ 0 w 806"/>
                <a:gd name="T87" fmla="*/ 1 h 177"/>
                <a:gd name="T88" fmla="*/ 1 w 806"/>
                <a:gd name="T89" fmla="*/ 1 h 177"/>
                <a:gd name="T90" fmla="*/ 1 w 806"/>
                <a:gd name="T91" fmla="*/ 1 h 17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806"/>
                <a:gd name="T139" fmla="*/ 0 h 177"/>
                <a:gd name="T140" fmla="*/ 806 w 806"/>
                <a:gd name="T141" fmla="*/ 177 h 17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806" h="177">
                  <a:moveTo>
                    <a:pt x="67" y="171"/>
                  </a:moveTo>
                  <a:lnTo>
                    <a:pt x="68" y="171"/>
                  </a:lnTo>
                  <a:lnTo>
                    <a:pt x="109" y="151"/>
                  </a:lnTo>
                  <a:lnTo>
                    <a:pt x="151" y="135"/>
                  </a:lnTo>
                  <a:lnTo>
                    <a:pt x="196" y="122"/>
                  </a:lnTo>
                  <a:lnTo>
                    <a:pt x="242" y="110"/>
                  </a:lnTo>
                  <a:lnTo>
                    <a:pt x="287" y="102"/>
                  </a:lnTo>
                  <a:lnTo>
                    <a:pt x="335" y="97"/>
                  </a:lnTo>
                  <a:lnTo>
                    <a:pt x="382" y="95"/>
                  </a:lnTo>
                  <a:lnTo>
                    <a:pt x="430" y="94"/>
                  </a:lnTo>
                  <a:lnTo>
                    <a:pt x="477" y="97"/>
                  </a:lnTo>
                  <a:lnTo>
                    <a:pt x="524" y="102"/>
                  </a:lnTo>
                  <a:lnTo>
                    <a:pt x="568" y="108"/>
                  </a:lnTo>
                  <a:lnTo>
                    <a:pt x="612" y="117"/>
                  </a:lnTo>
                  <a:lnTo>
                    <a:pt x="654" y="128"/>
                  </a:lnTo>
                  <a:lnTo>
                    <a:pt x="693" y="141"/>
                  </a:lnTo>
                  <a:lnTo>
                    <a:pt x="730" y="155"/>
                  </a:lnTo>
                  <a:lnTo>
                    <a:pt x="764" y="171"/>
                  </a:lnTo>
                  <a:lnTo>
                    <a:pt x="806" y="89"/>
                  </a:lnTo>
                  <a:lnTo>
                    <a:pt x="768" y="70"/>
                  </a:lnTo>
                  <a:lnTo>
                    <a:pt x="725" y="54"/>
                  </a:lnTo>
                  <a:lnTo>
                    <a:pt x="680" y="39"/>
                  </a:lnTo>
                  <a:lnTo>
                    <a:pt x="633" y="26"/>
                  </a:lnTo>
                  <a:lnTo>
                    <a:pt x="585" y="16"/>
                  </a:lnTo>
                  <a:lnTo>
                    <a:pt x="536" y="8"/>
                  </a:lnTo>
                  <a:lnTo>
                    <a:pt x="484" y="3"/>
                  </a:lnTo>
                  <a:lnTo>
                    <a:pt x="433" y="0"/>
                  </a:lnTo>
                  <a:lnTo>
                    <a:pt x="380" y="1"/>
                  </a:lnTo>
                  <a:lnTo>
                    <a:pt x="328" y="3"/>
                  </a:lnTo>
                  <a:lnTo>
                    <a:pt x="276" y="10"/>
                  </a:lnTo>
                  <a:lnTo>
                    <a:pt x="223" y="19"/>
                  </a:lnTo>
                  <a:lnTo>
                    <a:pt x="172" y="30"/>
                  </a:lnTo>
                  <a:lnTo>
                    <a:pt x="121" y="46"/>
                  </a:lnTo>
                  <a:lnTo>
                    <a:pt x="72" y="67"/>
                  </a:lnTo>
                  <a:lnTo>
                    <a:pt x="24" y="89"/>
                  </a:lnTo>
                  <a:lnTo>
                    <a:pt x="25" y="89"/>
                  </a:lnTo>
                  <a:lnTo>
                    <a:pt x="24" y="89"/>
                  </a:lnTo>
                  <a:lnTo>
                    <a:pt x="8" y="102"/>
                  </a:lnTo>
                  <a:lnTo>
                    <a:pt x="0" y="118"/>
                  </a:lnTo>
                  <a:lnTo>
                    <a:pt x="0" y="136"/>
                  </a:lnTo>
                  <a:lnTo>
                    <a:pt x="6" y="152"/>
                  </a:lnTo>
                  <a:lnTo>
                    <a:pt x="17" y="165"/>
                  </a:lnTo>
                  <a:lnTo>
                    <a:pt x="31" y="175"/>
                  </a:lnTo>
                  <a:lnTo>
                    <a:pt x="48" y="177"/>
                  </a:lnTo>
                  <a:lnTo>
                    <a:pt x="68" y="171"/>
                  </a:lnTo>
                  <a:lnTo>
                    <a:pt x="67" y="1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5499" name="Freeform 41"/>
            <p:cNvSpPr>
              <a:spLocks/>
            </p:cNvSpPr>
            <p:nvPr/>
          </p:nvSpPr>
          <p:spPr bwMode="auto">
            <a:xfrm>
              <a:off x="931" y="1456"/>
              <a:ext cx="280" cy="158"/>
            </a:xfrm>
            <a:custGeom>
              <a:avLst/>
              <a:gdLst>
                <a:gd name="T0" fmla="*/ 1 w 1402"/>
                <a:gd name="T1" fmla="*/ 6 h 787"/>
                <a:gd name="T2" fmla="*/ 1 w 1402"/>
                <a:gd name="T3" fmla="*/ 6 h 787"/>
                <a:gd name="T4" fmla="*/ 11 w 1402"/>
                <a:gd name="T5" fmla="*/ 1 h 787"/>
                <a:gd name="T6" fmla="*/ 11 w 1402"/>
                <a:gd name="T7" fmla="*/ 0 h 787"/>
                <a:gd name="T8" fmla="*/ 0 w 1402"/>
                <a:gd name="T9" fmla="*/ 6 h 787"/>
                <a:gd name="T10" fmla="*/ 0 w 1402"/>
                <a:gd name="T11" fmla="*/ 6 h 787"/>
                <a:gd name="T12" fmla="*/ 0 w 1402"/>
                <a:gd name="T13" fmla="*/ 6 h 787"/>
                <a:gd name="T14" fmla="*/ 0 w 1402"/>
                <a:gd name="T15" fmla="*/ 6 h 787"/>
                <a:gd name="T16" fmla="*/ 0 w 1402"/>
                <a:gd name="T17" fmla="*/ 6 h 787"/>
                <a:gd name="T18" fmla="*/ 0 w 1402"/>
                <a:gd name="T19" fmla="*/ 6 h 787"/>
                <a:gd name="T20" fmla="*/ 0 w 1402"/>
                <a:gd name="T21" fmla="*/ 6 h 787"/>
                <a:gd name="T22" fmla="*/ 0 w 1402"/>
                <a:gd name="T23" fmla="*/ 6 h 787"/>
                <a:gd name="T24" fmla="*/ 0 w 1402"/>
                <a:gd name="T25" fmla="*/ 6 h 787"/>
                <a:gd name="T26" fmla="*/ 0 w 1402"/>
                <a:gd name="T27" fmla="*/ 6 h 787"/>
                <a:gd name="T28" fmla="*/ 1 w 1402"/>
                <a:gd name="T29" fmla="*/ 6 h 787"/>
                <a:gd name="T30" fmla="*/ 1 w 1402"/>
                <a:gd name="T31" fmla="*/ 6 h 78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02"/>
                <a:gd name="T49" fmla="*/ 0 h 787"/>
                <a:gd name="T50" fmla="*/ 1402 w 1402"/>
                <a:gd name="T51" fmla="*/ 787 h 78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02" h="787">
                  <a:moveTo>
                    <a:pt x="69" y="781"/>
                  </a:moveTo>
                  <a:lnTo>
                    <a:pt x="66" y="781"/>
                  </a:lnTo>
                  <a:lnTo>
                    <a:pt x="1402" y="82"/>
                  </a:lnTo>
                  <a:lnTo>
                    <a:pt x="1360" y="0"/>
                  </a:lnTo>
                  <a:lnTo>
                    <a:pt x="24" y="699"/>
                  </a:lnTo>
                  <a:lnTo>
                    <a:pt x="22" y="699"/>
                  </a:lnTo>
                  <a:lnTo>
                    <a:pt x="24" y="699"/>
                  </a:lnTo>
                  <a:lnTo>
                    <a:pt x="8" y="712"/>
                  </a:lnTo>
                  <a:lnTo>
                    <a:pt x="1" y="727"/>
                  </a:lnTo>
                  <a:lnTo>
                    <a:pt x="0" y="744"/>
                  </a:lnTo>
                  <a:lnTo>
                    <a:pt x="5" y="761"/>
                  </a:lnTo>
                  <a:lnTo>
                    <a:pt x="15" y="775"/>
                  </a:lnTo>
                  <a:lnTo>
                    <a:pt x="30" y="784"/>
                  </a:lnTo>
                  <a:lnTo>
                    <a:pt x="46" y="787"/>
                  </a:lnTo>
                  <a:lnTo>
                    <a:pt x="66" y="781"/>
                  </a:lnTo>
                  <a:lnTo>
                    <a:pt x="69" y="7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5500" name="Freeform 42"/>
            <p:cNvSpPr>
              <a:spLocks/>
            </p:cNvSpPr>
            <p:nvPr/>
          </p:nvSpPr>
          <p:spPr bwMode="auto">
            <a:xfrm>
              <a:off x="868" y="1596"/>
              <a:ext cx="77" cy="126"/>
            </a:xfrm>
            <a:custGeom>
              <a:avLst/>
              <a:gdLst>
                <a:gd name="T0" fmla="*/ 1 w 382"/>
                <a:gd name="T1" fmla="*/ 5 h 628"/>
                <a:gd name="T2" fmla="*/ 1 w 382"/>
                <a:gd name="T3" fmla="*/ 5 h 628"/>
                <a:gd name="T4" fmla="*/ 1 w 382"/>
                <a:gd name="T5" fmla="*/ 4 h 628"/>
                <a:gd name="T6" fmla="*/ 1 w 382"/>
                <a:gd name="T7" fmla="*/ 4 h 628"/>
                <a:gd name="T8" fmla="*/ 1 w 382"/>
                <a:gd name="T9" fmla="*/ 4 h 628"/>
                <a:gd name="T10" fmla="*/ 1 w 382"/>
                <a:gd name="T11" fmla="*/ 3 h 628"/>
                <a:gd name="T12" fmla="*/ 1 w 382"/>
                <a:gd name="T13" fmla="*/ 3 h 628"/>
                <a:gd name="T14" fmla="*/ 1 w 382"/>
                <a:gd name="T15" fmla="*/ 3 h 628"/>
                <a:gd name="T16" fmla="*/ 1 w 382"/>
                <a:gd name="T17" fmla="*/ 3 h 628"/>
                <a:gd name="T18" fmla="*/ 1 w 382"/>
                <a:gd name="T19" fmla="*/ 2 h 628"/>
                <a:gd name="T20" fmla="*/ 2 w 382"/>
                <a:gd name="T21" fmla="*/ 2 h 628"/>
                <a:gd name="T22" fmla="*/ 2 w 382"/>
                <a:gd name="T23" fmla="*/ 2 h 628"/>
                <a:gd name="T24" fmla="*/ 2 w 382"/>
                <a:gd name="T25" fmla="*/ 2 h 628"/>
                <a:gd name="T26" fmla="*/ 2 w 382"/>
                <a:gd name="T27" fmla="*/ 1 h 628"/>
                <a:gd name="T28" fmla="*/ 2 w 382"/>
                <a:gd name="T29" fmla="*/ 1 h 628"/>
                <a:gd name="T30" fmla="*/ 3 w 382"/>
                <a:gd name="T31" fmla="*/ 1 h 628"/>
                <a:gd name="T32" fmla="*/ 3 w 382"/>
                <a:gd name="T33" fmla="*/ 1 h 628"/>
                <a:gd name="T34" fmla="*/ 3 w 382"/>
                <a:gd name="T35" fmla="*/ 1 h 628"/>
                <a:gd name="T36" fmla="*/ 3 w 382"/>
                <a:gd name="T37" fmla="*/ 0 h 628"/>
                <a:gd name="T38" fmla="*/ 2 w 382"/>
                <a:gd name="T39" fmla="*/ 0 h 628"/>
                <a:gd name="T40" fmla="*/ 2 w 382"/>
                <a:gd name="T41" fmla="*/ 0 h 628"/>
                <a:gd name="T42" fmla="*/ 2 w 382"/>
                <a:gd name="T43" fmla="*/ 1 h 628"/>
                <a:gd name="T44" fmla="*/ 2 w 382"/>
                <a:gd name="T45" fmla="*/ 1 h 628"/>
                <a:gd name="T46" fmla="*/ 1 w 382"/>
                <a:gd name="T47" fmla="*/ 1 h 628"/>
                <a:gd name="T48" fmla="*/ 1 w 382"/>
                <a:gd name="T49" fmla="*/ 1 h 628"/>
                <a:gd name="T50" fmla="*/ 1 w 382"/>
                <a:gd name="T51" fmla="*/ 2 h 628"/>
                <a:gd name="T52" fmla="*/ 1 w 382"/>
                <a:gd name="T53" fmla="*/ 2 h 628"/>
                <a:gd name="T54" fmla="*/ 1 w 382"/>
                <a:gd name="T55" fmla="*/ 2 h 628"/>
                <a:gd name="T56" fmla="*/ 0 w 382"/>
                <a:gd name="T57" fmla="*/ 3 h 628"/>
                <a:gd name="T58" fmla="*/ 0 w 382"/>
                <a:gd name="T59" fmla="*/ 3 h 628"/>
                <a:gd name="T60" fmla="*/ 0 w 382"/>
                <a:gd name="T61" fmla="*/ 3 h 628"/>
                <a:gd name="T62" fmla="*/ 0 w 382"/>
                <a:gd name="T63" fmla="*/ 4 h 628"/>
                <a:gd name="T64" fmla="*/ 0 w 382"/>
                <a:gd name="T65" fmla="*/ 4 h 628"/>
                <a:gd name="T66" fmla="*/ 0 w 382"/>
                <a:gd name="T67" fmla="*/ 4 h 628"/>
                <a:gd name="T68" fmla="*/ 0 w 382"/>
                <a:gd name="T69" fmla="*/ 5 h 628"/>
                <a:gd name="T70" fmla="*/ 0 w 382"/>
                <a:gd name="T71" fmla="*/ 5 h 628"/>
                <a:gd name="T72" fmla="*/ 0 w 382"/>
                <a:gd name="T73" fmla="*/ 5 h 628"/>
                <a:gd name="T74" fmla="*/ 0 w 382"/>
                <a:gd name="T75" fmla="*/ 5 h 628"/>
                <a:gd name="T76" fmla="*/ 0 w 382"/>
                <a:gd name="T77" fmla="*/ 5 h 628"/>
                <a:gd name="T78" fmla="*/ 0 w 382"/>
                <a:gd name="T79" fmla="*/ 5 h 628"/>
                <a:gd name="T80" fmla="*/ 0 w 382"/>
                <a:gd name="T81" fmla="*/ 5 h 628"/>
                <a:gd name="T82" fmla="*/ 1 w 382"/>
                <a:gd name="T83" fmla="*/ 5 h 628"/>
                <a:gd name="T84" fmla="*/ 1 w 382"/>
                <a:gd name="T85" fmla="*/ 5 h 628"/>
                <a:gd name="T86" fmla="*/ 1 w 382"/>
                <a:gd name="T87" fmla="*/ 5 h 628"/>
                <a:gd name="T88" fmla="*/ 1 w 382"/>
                <a:gd name="T89" fmla="*/ 5 h 628"/>
                <a:gd name="T90" fmla="*/ 1 w 382"/>
                <a:gd name="T91" fmla="*/ 5 h 628"/>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382"/>
                <a:gd name="T139" fmla="*/ 0 h 628"/>
                <a:gd name="T140" fmla="*/ 382 w 382"/>
                <a:gd name="T141" fmla="*/ 628 h 628"/>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382" h="628">
                  <a:moveTo>
                    <a:pt x="94" y="581"/>
                  </a:moveTo>
                  <a:lnTo>
                    <a:pt x="94" y="582"/>
                  </a:lnTo>
                  <a:lnTo>
                    <a:pt x="96" y="541"/>
                  </a:lnTo>
                  <a:lnTo>
                    <a:pt x="99" y="500"/>
                  </a:lnTo>
                  <a:lnTo>
                    <a:pt x="106" y="463"/>
                  </a:lnTo>
                  <a:lnTo>
                    <a:pt x="115" y="424"/>
                  </a:lnTo>
                  <a:lnTo>
                    <a:pt x="127" y="389"/>
                  </a:lnTo>
                  <a:lnTo>
                    <a:pt x="140" y="353"/>
                  </a:lnTo>
                  <a:lnTo>
                    <a:pt x="156" y="320"/>
                  </a:lnTo>
                  <a:lnTo>
                    <a:pt x="173" y="287"/>
                  </a:lnTo>
                  <a:lnTo>
                    <a:pt x="193" y="255"/>
                  </a:lnTo>
                  <a:lnTo>
                    <a:pt x="214" y="226"/>
                  </a:lnTo>
                  <a:lnTo>
                    <a:pt x="238" y="198"/>
                  </a:lnTo>
                  <a:lnTo>
                    <a:pt x="263" y="172"/>
                  </a:lnTo>
                  <a:lnTo>
                    <a:pt x="290" y="146"/>
                  </a:lnTo>
                  <a:lnTo>
                    <a:pt x="318" y="122"/>
                  </a:lnTo>
                  <a:lnTo>
                    <a:pt x="349" y="101"/>
                  </a:lnTo>
                  <a:lnTo>
                    <a:pt x="382" y="82"/>
                  </a:lnTo>
                  <a:lnTo>
                    <a:pt x="335" y="0"/>
                  </a:lnTo>
                  <a:lnTo>
                    <a:pt x="297" y="23"/>
                  </a:lnTo>
                  <a:lnTo>
                    <a:pt x="262" y="49"/>
                  </a:lnTo>
                  <a:lnTo>
                    <a:pt x="229" y="76"/>
                  </a:lnTo>
                  <a:lnTo>
                    <a:pt x="198" y="104"/>
                  </a:lnTo>
                  <a:lnTo>
                    <a:pt x="167" y="137"/>
                  </a:lnTo>
                  <a:lnTo>
                    <a:pt x="142" y="170"/>
                  </a:lnTo>
                  <a:lnTo>
                    <a:pt x="116" y="204"/>
                  </a:lnTo>
                  <a:lnTo>
                    <a:pt x="94" y="240"/>
                  </a:lnTo>
                  <a:lnTo>
                    <a:pt x="74" y="278"/>
                  </a:lnTo>
                  <a:lnTo>
                    <a:pt x="54" y="317"/>
                  </a:lnTo>
                  <a:lnTo>
                    <a:pt x="38" y="359"/>
                  </a:lnTo>
                  <a:lnTo>
                    <a:pt x="26" y="401"/>
                  </a:lnTo>
                  <a:lnTo>
                    <a:pt x="15" y="444"/>
                  </a:lnTo>
                  <a:lnTo>
                    <a:pt x="8" y="489"/>
                  </a:lnTo>
                  <a:lnTo>
                    <a:pt x="2" y="534"/>
                  </a:lnTo>
                  <a:lnTo>
                    <a:pt x="0" y="580"/>
                  </a:lnTo>
                  <a:lnTo>
                    <a:pt x="0" y="581"/>
                  </a:lnTo>
                  <a:lnTo>
                    <a:pt x="0" y="580"/>
                  </a:lnTo>
                  <a:lnTo>
                    <a:pt x="3" y="600"/>
                  </a:lnTo>
                  <a:lnTo>
                    <a:pt x="14" y="615"/>
                  </a:lnTo>
                  <a:lnTo>
                    <a:pt x="29" y="625"/>
                  </a:lnTo>
                  <a:lnTo>
                    <a:pt x="45" y="628"/>
                  </a:lnTo>
                  <a:lnTo>
                    <a:pt x="63" y="626"/>
                  </a:lnTo>
                  <a:lnTo>
                    <a:pt x="78" y="616"/>
                  </a:lnTo>
                  <a:lnTo>
                    <a:pt x="89" y="602"/>
                  </a:lnTo>
                  <a:lnTo>
                    <a:pt x="94" y="582"/>
                  </a:lnTo>
                  <a:lnTo>
                    <a:pt x="94" y="5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5501" name="Freeform 43"/>
            <p:cNvSpPr>
              <a:spLocks/>
            </p:cNvSpPr>
            <p:nvPr/>
          </p:nvSpPr>
          <p:spPr bwMode="auto">
            <a:xfrm>
              <a:off x="868" y="1712"/>
              <a:ext cx="19" cy="364"/>
            </a:xfrm>
            <a:custGeom>
              <a:avLst/>
              <a:gdLst>
                <a:gd name="T0" fmla="*/ 1 w 94"/>
                <a:gd name="T1" fmla="*/ 14 h 1818"/>
                <a:gd name="T2" fmla="*/ 1 w 94"/>
                <a:gd name="T3" fmla="*/ 14 h 1818"/>
                <a:gd name="T4" fmla="*/ 1 w 94"/>
                <a:gd name="T5" fmla="*/ 0 h 1818"/>
                <a:gd name="T6" fmla="*/ 0 w 94"/>
                <a:gd name="T7" fmla="*/ 0 h 1818"/>
                <a:gd name="T8" fmla="*/ 0 w 94"/>
                <a:gd name="T9" fmla="*/ 14 h 1818"/>
                <a:gd name="T10" fmla="*/ 0 w 94"/>
                <a:gd name="T11" fmla="*/ 14 h 1818"/>
                <a:gd name="T12" fmla="*/ 0 w 94"/>
                <a:gd name="T13" fmla="*/ 14 h 1818"/>
                <a:gd name="T14" fmla="*/ 0 w 94"/>
                <a:gd name="T15" fmla="*/ 14 h 1818"/>
                <a:gd name="T16" fmla="*/ 0 w 94"/>
                <a:gd name="T17" fmla="*/ 14 h 1818"/>
                <a:gd name="T18" fmla="*/ 0 w 94"/>
                <a:gd name="T19" fmla="*/ 15 h 1818"/>
                <a:gd name="T20" fmla="*/ 0 w 94"/>
                <a:gd name="T21" fmla="*/ 15 h 1818"/>
                <a:gd name="T22" fmla="*/ 1 w 94"/>
                <a:gd name="T23" fmla="*/ 15 h 1818"/>
                <a:gd name="T24" fmla="*/ 1 w 94"/>
                <a:gd name="T25" fmla="*/ 14 h 1818"/>
                <a:gd name="T26" fmla="*/ 1 w 94"/>
                <a:gd name="T27" fmla="*/ 14 h 1818"/>
                <a:gd name="T28" fmla="*/ 1 w 94"/>
                <a:gd name="T29" fmla="*/ 14 h 1818"/>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94"/>
                <a:gd name="T46" fmla="*/ 0 h 1818"/>
                <a:gd name="T47" fmla="*/ 94 w 94"/>
                <a:gd name="T48" fmla="*/ 1818 h 1818"/>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94" h="1818">
                  <a:moveTo>
                    <a:pt x="94" y="1771"/>
                  </a:moveTo>
                  <a:lnTo>
                    <a:pt x="94" y="1771"/>
                  </a:lnTo>
                  <a:lnTo>
                    <a:pt x="94" y="0"/>
                  </a:lnTo>
                  <a:lnTo>
                    <a:pt x="0" y="0"/>
                  </a:lnTo>
                  <a:lnTo>
                    <a:pt x="0" y="1771"/>
                  </a:lnTo>
                  <a:lnTo>
                    <a:pt x="3" y="1791"/>
                  </a:lnTo>
                  <a:lnTo>
                    <a:pt x="15" y="1806"/>
                  </a:lnTo>
                  <a:lnTo>
                    <a:pt x="29" y="1814"/>
                  </a:lnTo>
                  <a:lnTo>
                    <a:pt x="47" y="1818"/>
                  </a:lnTo>
                  <a:lnTo>
                    <a:pt x="64" y="1814"/>
                  </a:lnTo>
                  <a:lnTo>
                    <a:pt x="79" y="1806"/>
                  </a:lnTo>
                  <a:lnTo>
                    <a:pt x="90" y="1791"/>
                  </a:lnTo>
                  <a:lnTo>
                    <a:pt x="94" y="17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5502" name="Freeform 44"/>
            <p:cNvSpPr>
              <a:spLocks/>
            </p:cNvSpPr>
            <p:nvPr/>
          </p:nvSpPr>
          <p:spPr bwMode="auto">
            <a:xfrm>
              <a:off x="868" y="2067"/>
              <a:ext cx="90" cy="160"/>
            </a:xfrm>
            <a:custGeom>
              <a:avLst/>
              <a:gdLst>
                <a:gd name="T0" fmla="*/ 3 w 449"/>
                <a:gd name="T1" fmla="*/ 6 h 803"/>
                <a:gd name="T2" fmla="*/ 3 w 449"/>
                <a:gd name="T3" fmla="*/ 6 h 803"/>
                <a:gd name="T4" fmla="*/ 3 w 449"/>
                <a:gd name="T5" fmla="*/ 5 h 803"/>
                <a:gd name="T6" fmla="*/ 3 w 449"/>
                <a:gd name="T7" fmla="*/ 5 h 803"/>
                <a:gd name="T8" fmla="*/ 3 w 449"/>
                <a:gd name="T9" fmla="*/ 5 h 803"/>
                <a:gd name="T10" fmla="*/ 2 w 449"/>
                <a:gd name="T11" fmla="*/ 5 h 803"/>
                <a:gd name="T12" fmla="*/ 2 w 449"/>
                <a:gd name="T13" fmla="*/ 4 h 803"/>
                <a:gd name="T14" fmla="*/ 2 w 449"/>
                <a:gd name="T15" fmla="*/ 4 h 803"/>
                <a:gd name="T16" fmla="*/ 2 w 449"/>
                <a:gd name="T17" fmla="*/ 4 h 803"/>
                <a:gd name="T18" fmla="*/ 2 w 449"/>
                <a:gd name="T19" fmla="*/ 3 h 803"/>
                <a:gd name="T20" fmla="*/ 1 w 449"/>
                <a:gd name="T21" fmla="*/ 3 h 803"/>
                <a:gd name="T22" fmla="*/ 1 w 449"/>
                <a:gd name="T23" fmla="*/ 2 h 803"/>
                <a:gd name="T24" fmla="*/ 1 w 449"/>
                <a:gd name="T25" fmla="*/ 2 h 803"/>
                <a:gd name="T26" fmla="*/ 1 w 449"/>
                <a:gd name="T27" fmla="*/ 2 h 803"/>
                <a:gd name="T28" fmla="*/ 1 w 449"/>
                <a:gd name="T29" fmla="*/ 1 h 803"/>
                <a:gd name="T30" fmla="*/ 1 w 449"/>
                <a:gd name="T31" fmla="*/ 1 h 803"/>
                <a:gd name="T32" fmla="*/ 1 w 449"/>
                <a:gd name="T33" fmla="*/ 0 h 803"/>
                <a:gd name="T34" fmla="*/ 1 w 449"/>
                <a:gd name="T35" fmla="*/ 0 h 803"/>
                <a:gd name="T36" fmla="*/ 0 w 449"/>
                <a:gd name="T37" fmla="*/ 0 h 803"/>
                <a:gd name="T38" fmla="*/ 0 w 449"/>
                <a:gd name="T39" fmla="*/ 0 h 803"/>
                <a:gd name="T40" fmla="*/ 0 w 449"/>
                <a:gd name="T41" fmla="*/ 1 h 803"/>
                <a:gd name="T42" fmla="*/ 0 w 449"/>
                <a:gd name="T43" fmla="*/ 1 h 803"/>
                <a:gd name="T44" fmla="*/ 0 w 449"/>
                <a:gd name="T45" fmla="*/ 2 h 803"/>
                <a:gd name="T46" fmla="*/ 0 w 449"/>
                <a:gd name="T47" fmla="*/ 2 h 803"/>
                <a:gd name="T48" fmla="*/ 0 w 449"/>
                <a:gd name="T49" fmla="*/ 3 h 803"/>
                <a:gd name="T50" fmla="*/ 1 w 449"/>
                <a:gd name="T51" fmla="*/ 3 h 803"/>
                <a:gd name="T52" fmla="*/ 1 w 449"/>
                <a:gd name="T53" fmla="*/ 4 h 803"/>
                <a:gd name="T54" fmla="*/ 1 w 449"/>
                <a:gd name="T55" fmla="*/ 4 h 803"/>
                <a:gd name="T56" fmla="*/ 1 w 449"/>
                <a:gd name="T57" fmla="*/ 4 h 803"/>
                <a:gd name="T58" fmla="*/ 2 w 449"/>
                <a:gd name="T59" fmla="*/ 5 h 803"/>
                <a:gd name="T60" fmla="*/ 2 w 449"/>
                <a:gd name="T61" fmla="*/ 5 h 803"/>
                <a:gd name="T62" fmla="*/ 2 w 449"/>
                <a:gd name="T63" fmla="*/ 5 h 803"/>
                <a:gd name="T64" fmla="*/ 2 w 449"/>
                <a:gd name="T65" fmla="*/ 6 h 803"/>
                <a:gd name="T66" fmla="*/ 3 w 449"/>
                <a:gd name="T67" fmla="*/ 6 h 803"/>
                <a:gd name="T68" fmla="*/ 3 w 449"/>
                <a:gd name="T69" fmla="*/ 6 h 803"/>
                <a:gd name="T70" fmla="*/ 3 w 449"/>
                <a:gd name="T71" fmla="*/ 6 h 803"/>
                <a:gd name="T72" fmla="*/ 3 w 449"/>
                <a:gd name="T73" fmla="*/ 6 h 803"/>
                <a:gd name="T74" fmla="*/ 3 w 449"/>
                <a:gd name="T75" fmla="*/ 6 h 803"/>
                <a:gd name="T76" fmla="*/ 3 w 449"/>
                <a:gd name="T77" fmla="*/ 6 h 803"/>
                <a:gd name="T78" fmla="*/ 3 w 449"/>
                <a:gd name="T79" fmla="*/ 6 h 803"/>
                <a:gd name="T80" fmla="*/ 4 w 449"/>
                <a:gd name="T81" fmla="*/ 6 h 803"/>
                <a:gd name="T82" fmla="*/ 4 w 449"/>
                <a:gd name="T83" fmla="*/ 6 h 803"/>
                <a:gd name="T84" fmla="*/ 4 w 449"/>
                <a:gd name="T85" fmla="*/ 6 h 803"/>
                <a:gd name="T86" fmla="*/ 4 w 449"/>
                <a:gd name="T87" fmla="*/ 6 h 803"/>
                <a:gd name="T88" fmla="*/ 3 w 449"/>
                <a:gd name="T89" fmla="*/ 6 h 803"/>
                <a:gd name="T90" fmla="*/ 3 w 449"/>
                <a:gd name="T91" fmla="*/ 6 h 80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449"/>
                <a:gd name="T139" fmla="*/ 0 h 803"/>
                <a:gd name="T140" fmla="*/ 449 w 449"/>
                <a:gd name="T141" fmla="*/ 803 h 80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449" h="803">
                  <a:moveTo>
                    <a:pt x="426" y="717"/>
                  </a:moveTo>
                  <a:lnTo>
                    <a:pt x="427" y="717"/>
                  </a:lnTo>
                  <a:lnTo>
                    <a:pt x="395" y="693"/>
                  </a:lnTo>
                  <a:lnTo>
                    <a:pt x="361" y="662"/>
                  </a:lnTo>
                  <a:lnTo>
                    <a:pt x="329" y="628"/>
                  </a:lnTo>
                  <a:lnTo>
                    <a:pt x="299" y="591"/>
                  </a:lnTo>
                  <a:lnTo>
                    <a:pt x="269" y="551"/>
                  </a:lnTo>
                  <a:lnTo>
                    <a:pt x="241" y="507"/>
                  </a:lnTo>
                  <a:lnTo>
                    <a:pt x="215" y="460"/>
                  </a:lnTo>
                  <a:lnTo>
                    <a:pt x="191" y="412"/>
                  </a:lnTo>
                  <a:lnTo>
                    <a:pt x="170" y="363"/>
                  </a:lnTo>
                  <a:lnTo>
                    <a:pt x="151" y="312"/>
                  </a:lnTo>
                  <a:lnTo>
                    <a:pt x="133" y="259"/>
                  </a:lnTo>
                  <a:lnTo>
                    <a:pt x="119" y="207"/>
                  </a:lnTo>
                  <a:lnTo>
                    <a:pt x="108" y="156"/>
                  </a:lnTo>
                  <a:lnTo>
                    <a:pt x="101" y="103"/>
                  </a:lnTo>
                  <a:lnTo>
                    <a:pt x="96" y="51"/>
                  </a:lnTo>
                  <a:lnTo>
                    <a:pt x="94" y="0"/>
                  </a:lnTo>
                  <a:lnTo>
                    <a:pt x="0" y="0"/>
                  </a:lnTo>
                  <a:lnTo>
                    <a:pt x="2" y="56"/>
                  </a:lnTo>
                  <a:lnTo>
                    <a:pt x="7" y="115"/>
                  </a:lnTo>
                  <a:lnTo>
                    <a:pt x="16" y="172"/>
                  </a:lnTo>
                  <a:lnTo>
                    <a:pt x="28" y="231"/>
                  </a:lnTo>
                  <a:lnTo>
                    <a:pt x="44" y="287"/>
                  </a:lnTo>
                  <a:lnTo>
                    <a:pt x="62" y="342"/>
                  </a:lnTo>
                  <a:lnTo>
                    <a:pt x="83" y="398"/>
                  </a:lnTo>
                  <a:lnTo>
                    <a:pt x="106" y="452"/>
                  </a:lnTo>
                  <a:lnTo>
                    <a:pt x="133" y="505"/>
                  </a:lnTo>
                  <a:lnTo>
                    <a:pt x="161" y="554"/>
                  </a:lnTo>
                  <a:lnTo>
                    <a:pt x="192" y="602"/>
                  </a:lnTo>
                  <a:lnTo>
                    <a:pt x="224" y="647"/>
                  </a:lnTo>
                  <a:lnTo>
                    <a:pt x="259" y="689"/>
                  </a:lnTo>
                  <a:lnTo>
                    <a:pt x="295" y="728"/>
                  </a:lnTo>
                  <a:lnTo>
                    <a:pt x="334" y="763"/>
                  </a:lnTo>
                  <a:lnTo>
                    <a:pt x="374" y="795"/>
                  </a:lnTo>
                  <a:lnTo>
                    <a:pt x="375" y="795"/>
                  </a:lnTo>
                  <a:lnTo>
                    <a:pt x="374" y="795"/>
                  </a:lnTo>
                  <a:lnTo>
                    <a:pt x="392" y="803"/>
                  </a:lnTo>
                  <a:lnTo>
                    <a:pt x="411" y="803"/>
                  </a:lnTo>
                  <a:lnTo>
                    <a:pt x="426" y="795"/>
                  </a:lnTo>
                  <a:lnTo>
                    <a:pt x="439" y="782"/>
                  </a:lnTo>
                  <a:lnTo>
                    <a:pt x="446" y="766"/>
                  </a:lnTo>
                  <a:lnTo>
                    <a:pt x="449" y="749"/>
                  </a:lnTo>
                  <a:lnTo>
                    <a:pt x="441" y="732"/>
                  </a:lnTo>
                  <a:lnTo>
                    <a:pt x="427" y="717"/>
                  </a:lnTo>
                  <a:lnTo>
                    <a:pt x="426" y="71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5503" name="Freeform 45"/>
            <p:cNvSpPr>
              <a:spLocks/>
            </p:cNvSpPr>
            <p:nvPr/>
          </p:nvSpPr>
          <p:spPr bwMode="auto">
            <a:xfrm>
              <a:off x="883" y="1673"/>
              <a:ext cx="379" cy="690"/>
            </a:xfrm>
            <a:custGeom>
              <a:avLst/>
              <a:gdLst>
                <a:gd name="T0" fmla="*/ 12 w 1897"/>
                <a:gd name="T1" fmla="*/ 6 h 3450"/>
                <a:gd name="T2" fmla="*/ 13 w 1897"/>
                <a:gd name="T3" fmla="*/ 7 h 3450"/>
                <a:gd name="T4" fmla="*/ 13 w 1897"/>
                <a:gd name="T5" fmla="*/ 7 h 3450"/>
                <a:gd name="T6" fmla="*/ 14 w 1897"/>
                <a:gd name="T7" fmla="*/ 8 h 3450"/>
                <a:gd name="T8" fmla="*/ 14 w 1897"/>
                <a:gd name="T9" fmla="*/ 9 h 3450"/>
                <a:gd name="T10" fmla="*/ 15 w 1897"/>
                <a:gd name="T11" fmla="*/ 10 h 3450"/>
                <a:gd name="T12" fmla="*/ 15 w 1897"/>
                <a:gd name="T13" fmla="*/ 11 h 3450"/>
                <a:gd name="T14" fmla="*/ 15 w 1897"/>
                <a:gd name="T15" fmla="*/ 11 h 3450"/>
                <a:gd name="T16" fmla="*/ 15 w 1897"/>
                <a:gd name="T17" fmla="*/ 12 h 3450"/>
                <a:gd name="T18" fmla="*/ 15 w 1897"/>
                <a:gd name="T19" fmla="*/ 26 h 3450"/>
                <a:gd name="T20" fmla="*/ 15 w 1897"/>
                <a:gd name="T21" fmla="*/ 26 h 3450"/>
                <a:gd name="T22" fmla="*/ 15 w 1897"/>
                <a:gd name="T23" fmla="*/ 27 h 3450"/>
                <a:gd name="T24" fmla="*/ 15 w 1897"/>
                <a:gd name="T25" fmla="*/ 27 h 3450"/>
                <a:gd name="T26" fmla="*/ 14 w 1897"/>
                <a:gd name="T27" fmla="*/ 27 h 3450"/>
                <a:gd name="T28" fmla="*/ 14 w 1897"/>
                <a:gd name="T29" fmla="*/ 28 h 3450"/>
                <a:gd name="T30" fmla="*/ 13 w 1897"/>
                <a:gd name="T31" fmla="*/ 28 h 3450"/>
                <a:gd name="T32" fmla="*/ 13 w 1897"/>
                <a:gd name="T33" fmla="*/ 27 h 3450"/>
                <a:gd name="T34" fmla="*/ 3 w 1897"/>
                <a:gd name="T35" fmla="*/ 21 h 3450"/>
                <a:gd name="T36" fmla="*/ 2 w 1897"/>
                <a:gd name="T37" fmla="*/ 21 h 3450"/>
                <a:gd name="T38" fmla="*/ 2 w 1897"/>
                <a:gd name="T39" fmla="*/ 20 h 3450"/>
                <a:gd name="T40" fmla="*/ 1 w 1897"/>
                <a:gd name="T41" fmla="*/ 19 h 3450"/>
                <a:gd name="T42" fmla="*/ 1 w 1897"/>
                <a:gd name="T43" fmla="*/ 19 h 3450"/>
                <a:gd name="T44" fmla="*/ 0 w 1897"/>
                <a:gd name="T45" fmla="*/ 18 h 3450"/>
                <a:gd name="T46" fmla="*/ 0 w 1897"/>
                <a:gd name="T47" fmla="*/ 17 h 3450"/>
                <a:gd name="T48" fmla="*/ 0 w 1897"/>
                <a:gd name="T49" fmla="*/ 16 h 3450"/>
                <a:gd name="T50" fmla="*/ 0 w 1897"/>
                <a:gd name="T51" fmla="*/ 15 h 3450"/>
                <a:gd name="T52" fmla="*/ 0 w 1897"/>
                <a:gd name="T53" fmla="*/ 2 h 3450"/>
                <a:gd name="T54" fmla="*/ 0 w 1897"/>
                <a:gd name="T55" fmla="*/ 1 h 3450"/>
                <a:gd name="T56" fmla="*/ 0 w 1897"/>
                <a:gd name="T57" fmla="*/ 1 h 3450"/>
                <a:gd name="T58" fmla="*/ 1 w 1897"/>
                <a:gd name="T59" fmla="*/ 0 h 3450"/>
                <a:gd name="T60" fmla="*/ 1 w 1897"/>
                <a:gd name="T61" fmla="*/ 0 h 3450"/>
                <a:gd name="T62" fmla="*/ 1 w 1897"/>
                <a:gd name="T63" fmla="*/ 0 h 3450"/>
                <a:gd name="T64" fmla="*/ 2 w 1897"/>
                <a:gd name="T65" fmla="*/ 0 h 3450"/>
                <a:gd name="T66" fmla="*/ 3 w 1897"/>
                <a:gd name="T67" fmla="*/ 0 h 3450"/>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897"/>
                <a:gd name="T103" fmla="*/ 0 h 3450"/>
                <a:gd name="T104" fmla="*/ 1897 w 1897"/>
                <a:gd name="T105" fmla="*/ 3450 h 3450"/>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897" h="3450">
                  <a:moveTo>
                    <a:pt x="357" y="49"/>
                  </a:moveTo>
                  <a:lnTo>
                    <a:pt x="1542" y="806"/>
                  </a:lnTo>
                  <a:lnTo>
                    <a:pt x="1579" y="832"/>
                  </a:lnTo>
                  <a:lnTo>
                    <a:pt x="1614" y="861"/>
                  </a:lnTo>
                  <a:lnTo>
                    <a:pt x="1648" y="895"/>
                  </a:lnTo>
                  <a:lnTo>
                    <a:pt x="1681" y="933"/>
                  </a:lnTo>
                  <a:lnTo>
                    <a:pt x="1711" y="973"/>
                  </a:lnTo>
                  <a:lnTo>
                    <a:pt x="1740" y="1016"/>
                  </a:lnTo>
                  <a:lnTo>
                    <a:pt x="1768" y="1062"/>
                  </a:lnTo>
                  <a:lnTo>
                    <a:pt x="1793" y="1109"/>
                  </a:lnTo>
                  <a:lnTo>
                    <a:pt x="1816" y="1158"/>
                  </a:lnTo>
                  <a:lnTo>
                    <a:pt x="1836" y="1208"/>
                  </a:lnTo>
                  <a:lnTo>
                    <a:pt x="1854" y="1260"/>
                  </a:lnTo>
                  <a:lnTo>
                    <a:pt x="1869" y="1313"/>
                  </a:lnTo>
                  <a:lnTo>
                    <a:pt x="1881" y="1364"/>
                  </a:lnTo>
                  <a:lnTo>
                    <a:pt x="1890" y="1417"/>
                  </a:lnTo>
                  <a:lnTo>
                    <a:pt x="1895" y="1469"/>
                  </a:lnTo>
                  <a:lnTo>
                    <a:pt x="1897" y="1519"/>
                  </a:lnTo>
                  <a:lnTo>
                    <a:pt x="1897" y="3142"/>
                  </a:lnTo>
                  <a:lnTo>
                    <a:pt x="1895" y="3190"/>
                  </a:lnTo>
                  <a:lnTo>
                    <a:pt x="1890" y="3235"/>
                  </a:lnTo>
                  <a:lnTo>
                    <a:pt x="1881" y="3276"/>
                  </a:lnTo>
                  <a:lnTo>
                    <a:pt x="1869" y="3313"/>
                  </a:lnTo>
                  <a:lnTo>
                    <a:pt x="1854" y="3346"/>
                  </a:lnTo>
                  <a:lnTo>
                    <a:pt x="1836" y="3375"/>
                  </a:lnTo>
                  <a:lnTo>
                    <a:pt x="1816" y="3398"/>
                  </a:lnTo>
                  <a:lnTo>
                    <a:pt x="1793" y="3418"/>
                  </a:lnTo>
                  <a:lnTo>
                    <a:pt x="1768" y="3434"/>
                  </a:lnTo>
                  <a:lnTo>
                    <a:pt x="1740" y="3444"/>
                  </a:lnTo>
                  <a:lnTo>
                    <a:pt x="1711" y="3450"/>
                  </a:lnTo>
                  <a:lnTo>
                    <a:pt x="1681" y="3450"/>
                  </a:lnTo>
                  <a:lnTo>
                    <a:pt x="1648" y="3445"/>
                  </a:lnTo>
                  <a:lnTo>
                    <a:pt x="1614" y="3436"/>
                  </a:lnTo>
                  <a:lnTo>
                    <a:pt x="1579" y="3421"/>
                  </a:lnTo>
                  <a:lnTo>
                    <a:pt x="1542" y="3400"/>
                  </a:lnTo>
                  <a:lnTo>
                    <a:pt x="357" y="2643"/>
                  </a:lnTo>
                  <a:lnTo>
                    <a:pt x="320" y="2618"/>
                  </a:lnTo>
                  <a:lnTo>
                    <a:pt x="285" y="2588"/>
                  </a:lnTo>
                  <a:lnTo>
                    <a:pt x="251" y="2554"/>
                  </a:lnTo>
                  <a:lnTo>
                    <a:pt x="218" y="2517"/>
                  </a:lnTo>
                  <a:lnTo>
                    <a:pt x="187" y="2477"/>
                  </a:lnTo>
                  <a:lnTo>
                    <a:pt x="157" y="2433"/>
                  </a:lnTo>
                  <a:lnTo>
                    <a:pt x="130" y="2388"/>
                  </a:lnTo>
                  <a:lnTo>
                    <a:pt x="105" y="2341"/>
                  </a:lnTo>
                  <a:lnTo>
                    <a:pt x="81" y="2292"/>
                  </a:lnTo>
                  <a:lnTo>
                    <a:pt x="61" y="2241"/>
                  </a:lnTo>
                  <a:lnTo>
                    <a:pt x="44" y="2190"/>
                  </a:lnTo>
                  <a:lnTo>
                    <a:pt x="29" y="2138"/>
                  </a:lnTo>
                  <a:lnTo>
                    <a:pt x="17" y="2085"/>
                  </a:lnTo>
                  <a:lnTo>
                    <a:pt x="7" y="2033"/>
                  </a:lnTo>
                  <a:lnTo>
                    <a:pt x="3" y="1981"/>
                  </a:lnTo>
                  <a:lnTo>
                    <a:pt x="0" y="1931"/>
                  </a:lnTo>
                  <a:lnTo>
                    <a:pt x="0" y="308"/>
                  </a:lnTo>
                  <a:lnTo>
                    <a:pt x="3" y="260"/>
                  </a:lnTo>
                  <a:lnTo>
                    <a:pt x="7" y="215"/>
                  </a:lnTo>
                  <a:lnTo>
                    <a:pt x="17" y="174"/>
                  </a:lnTo>
                  <a:lnTo>
                    <a:pt x="29" y="137"/>
                  </a:lnTo>
                  <a:lnTo>
                    <a:pt x="44" y="104"/>
                  </a:lnTo>
                  <a:lnTo>
                    <a:pt x="61" y="76"/>
                  </a:lnTo>
                  <a:lnTo>
                    <a:pt x="81" y="51"/>
                  </a:lnTo>
                  <a:lnTo>
                    <a:pt x="105" y="31"/>
                  </a:lnTo>
                  <a:lnTo>
                    <a:pt x="130" y="16"/>
                  </a:lnTo>
                  <a:lnTo>
                    <a:pt x="157" y="5"/>
                  </a:lnTo>
                  <a:lnTo>
                    <a:pt x="187" y="0"/>
                  </a:lnTo>
                  <a:lnTo>
                    <a:pt x="218" y="0"/>
                  </a:lnTo>
                  <a:lnTo>
                    <a:pt x="251" y="3"/>
                  </a:lnTo>
                  <a:lnTo>
                    <a:pt x="285" y="14"/>
                  </a:lnTo>
                  <a:lnTo>
                    <a:pt x="320" y="29"/>
                  </a:lnTo>
                  <a:lnTo>
                    <a:pt x="357" y="49"/>
                  </a:lnTo>
                  <a:close/>
                </a:path>
              </a:pathLst>
            </a:custGeom>
            <a:solidFill>
              <a:srgbClr val="BFBFB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5504" name="Freeform 46"/>
            <p:cNvSpPr>
              <a:spLocks/>
            </p:cNvSpPr>
            <p:nvPr/>
          </p:nvSpPr>
          <p:spPr bwMode="auto">
            <a:xfrm>
              <a:off x="1268" y="1663"/>
              <a:ext cx="393" cy="711"/>
            </a:xfrm>
            <a:custGeom>
              <a:avLst/>
              <a:gdLst>
                <a:gd name="T0" fmla="*/ 3 w 1962"/>
                <a:gd name="T1" fmla="*/ 7 h 3555"/>
                <a:gd name="T2" fmla="*/ 2 w 1962"/>
                <a:gd name="T3" fmla="*/ 7 h 3555"/>
                <a:gd name="T4" fmla="*/ 2 w 1962"/>
                <a:gd name="T5" fmla="*/ 8 h 3555"/>
                <a:gd name="T6" fmla="*/ 1 w 1962"/>
                <a:gd name="T7" fmla="*/ 8 h 3555"/>
                <a:gd name="T8" fmla="*/ 1 w 1962"/>
                <a:gd name="T9" fmla="*/ 9 h 3555"/>
                <a:gd name="T10" fmla="*/ 1 w 1962"/>
                <a:gd name="T11" fmla="*/ 10 h 3555"/>
                <a:gd name="T12" fmla="*/ 0 w 1962"/>
                <a:gd name="T13" fmla="*/ 11 h 3555"/>
                <a:gd name="T14" fmla="*/ 0 w 1962"/>
                <a:gd name="T15" fmla="*/ 12 h 3555"/>
                <a:gd name="T16" fmla="*/ 0 w 1962"/>
                <a:gd name="T17" fmla="*/ 13 h 3555"/>
                <a:gd name="T18" fmla="*/ 0 w 1962"/>
                <a:gd name="T19" fmla="*/ 26 h 3555"/>
                <a:gd name="T20" fmla="*/ 0 w 1962"/>
                <a:gd name="T21" fmla="*/ 27 h 3555"/>
                <a:gd name="T22" fmla="*/ 0 w 1962"/>
                <a:gd name="T23" fmla="*/ 28 h 3555"/>
                <a:gd name="T24" fmla="*/ 1 w 1962"/>
                <a:gd name="T25" fmla="*/ 28 h 3555"/>
                <a:gd name="T26" fmla="*/ 1 w 1962"/>
                <a:gd name="T27" fmla="*/ 28 h 3555"/>
                <a:gd name="T28" fmla="*/ 2 w 1962"/>
                <a:gd name="T29" fmla="*/ 28 h 3555"/>
                <a:gd name="T30" fmla="*/ 2 w 1962"/>
                <a:gd name="T31" fmla="*/ 28 h 3555"/>
                <a:gd name="T32" fmla="*/ 3 w 1962"/>
                <a:gd name="T33" fmla="*/ 28 h 3555"/>
                <a:gd name="T34" fmla="*/ 13 w 1962"/>
                <a:gd name="T35" fmla="*/ 22 h 3555"/>
                <a:gd name="T36" fmla="*/ 13 w 1962"/>
                <a:gd name="T37" fmla="*/ 21 h 3555"/>
                <a:gd name="T38" fmla="*/ 14 w 1962"/>
                <a:gd name="T39" fmla="*/ 21 h 3555"/>
                <a:gd name="T40" fmla="*/ 14 w 1962"/>
                <a:gd name="T41" fmla="*/ 20 h 3555"/>
                <a:gd name="T42" fmla="*/ 15 w 1962"/>
                <a:gd name="T43" fmla="*/ 19 h 3555"/>
                <a:gd name="T44" fmla="*/ 15 w 1962"/>
                <a:gd name="T45" fmla="*/ 18 h 3555"/>
                <a:gd name="T46" fmla="*/ 16 w 1962"/>
                <a:gd name="T47" fmla="*/ 18 h 3555"/>
                <a:gd name="T48" fmla="*/ 16 w 1962"/>
                <a:gd name="T49" fmla="*/ 17 h 3555"/>
                <a:gd name="T50" fmla="*/ 16 w 1962"/>
                <a:gd name="T51" fmla="*/ 16 h 3555"/>
                <a:gd name="T52" fmla="*/ 16 w 1962"/>
                <a:gd name="T53" fmla="*/ 2 h 3555"/>
                <a:gd name="T54" fmla="*/ 16 w 1962"/>
                <a:gd name="T55" fmla="*/ 1 h 3555"/>
                <a:gd name="T56" fmla="*/ 15 w 1962"/>
                <a:gd name="T57" fmla="*/ 1 h 3555"/>
                <a:gd name="T58" fmla="*/ 15 w 1962"/>
                <a:gd name="T59" fmla="*/ 0 h 3555"/>
                <a:gd name="T60" fmla="*/ 15 w 1962"/>
                <a:gd name="T61" fmla="*/ 0 h 3555"/>
                <a:gd name="T62" fmla="*/ 14 w 1962"/>
                <a:gd name="T63" fmla="*/ 0 h 3555"/>
                <a:gd name="T64" fmla="*/ 14 w 1962"/>
                <a:gd name="T65" fmla="*/ 0 h 3555"/>
                <a:gd name="T66" fmla="*/ 13 w 1962"/>
                <a:gd name="T67" fmla="*/ 0 h 3555"/>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962"/>
                <a:gd name="T103" fmla="*/ 0 h 3555"/>
                <a:gd name="T104" fmla="*/ 1962 w 1962"/>
                <a:gd name="T105" fmla="*/ 3555 h 3555"/>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962" h="3555">
                  <a:moveTo>
                    <a:pt x="1594" y="50"/>
                  </a:moveTo>
                  <a:lnTo>
                    <a:pt x="368" y="831"/>
                  </a:lnTo>
                  <a:lnTo>
                    <a:pt x="330" y="858"/>
                  </a:lnTo>
                  <a:lnTo>
                    <a:pt x="294" y="888"/>
                  </a:lnTo>
                  <a:lnTo>
                    <a:pt x="259" y="922"/>
                  </a:lnTo>
                  <a:lnTo>
                    <a:pt x="225" y="961"/>
                  </a:lnTo>
                  <a:lnTo>
                    <a:pt x="193" y="1003"/>
                  </a:lnTo>
                  <a:lnTo>
                    <a:pt x="163" y="1047"/>
                  </a:lnTo>
                  <a:lnTo>
                    <a:pt x="133" y="1094"/>
                  </a:lnTo>
                  <a:lnTo>
                    <a:pt x="108" y="1143"/>
                  </a:lnTo>
                  <a:lnTo>
                    <a:pt x="84" y="1193"/>
                  </a:lnTo>
                  <a:lnTo>
                    <a:pt x="63" y="1246"/>
                  </a:lnTo>
                  <a:lnTo>
                    <a:pt x="44" y="1299"/>
                  </a:lnTo>
                  <a:lnTo>
                    <a:pt x="29" y="1353"/>
                  </a:lnTo>
                  <a:lnTo>
                    <a:pt x="16" y="1405"/>
                  </a:lnTo>
                  <a:lnTo>
                    <a:pt x="7" y="1459"/>
                  </a:lnTo>
                  <a:lnTo>
                    <a:pt x="2" y="1512"/>
                  </a:lnTo>
                  <a:lnTo>
                    <a:pt x="0" y="1565"/>
                  </a:lnTo>
                  <a:lnTo>
                    <a:pt x="0" y="3237"/>
                  </a:lnTo>
                  <a:lnTo>
                    <a:pt x="2" y="3287"/>
                  </a:lnTo>
                  <a:lnTo>
                    <a:pt x="7" y="3333"/>
                  </a:lnTo>
                  <a:lnTo>
                    <a:pt x="16" y="3375"/>
                  </a:lnTo>
                  <a:lnTo>
                    <a:pt x="29" y="3413"/>
                  </a:lnTo>
                  <a:lnTo>
                    <a:pt x="44" y="3447"/>
                  </a:lnTo>
                  <a:lnTo>
                    <a:pt x="63" y="3477"/>
                  </a:lnTo>
                  <a:lnTo>
                    <a:pt x="84" y="3502"/>
                  </a:lnTo>
                  <a:lnTo>
                    <a:pt x="108" y="3522"/>
                  </a:lnTo>
                  <a:lnTo>
                    <a:pt x="133" y="3538"/>
                  </a:lnTo>
                  <a:lnTo>
                    <a:pt x="163" y="3549"/>
                  </a:lnTo>
                  <a:lnTo>
                    <a:pt x="193" y="3555"/>
                  </a:lnTo>
                  <a:lnTo>
                    <a:pt x="225" y="3555"/>
                  </a:lnTo>
                  <a:lnTo>
                    <a:pt x="259" y="3550"/>
                  </a:lnTo>
                  <a:lnTo>
                    <a:pt x="294" y="3541"/>
                  </a:lnTo>
                  <a:lnTo>
                    <a:pt x="330" y="3524"/>
                  </a:lnTo>
                  <a:lnTo>
                    <a:pt x="368" y="3503"/>
                  </a:lnTo>
                  <a:lnTo>
                    <a:pt x="1594" y="2722"/>
                  </a:lnTo>
                  <a:lnTo>
                    <a:pt x="1632" y="2696"/>
                  </a:lnTo>
                  <a:lnTo>
                    <a:pt x="1668" y="2665"/>
                  </a:lnTo>
                  <a:lnTo>
                    <a:pt x="1703" y="2631"/>
                  </a:lnTo>
                  <a:lnTo>
                    <a:pt x="1737" y="2592"/>
                  </a:lnTo>
                  <a:lnTo>
                    <a:pt x="1769" y="2551"/>
                  </a:lnTo>
                  <a:lnTo>
                    <a:pt x="1799" y="2506"/>
                  </a:lnTo>
                  <a:lnTo>
                    <a:pt x="1829" y="2460"/>
                  </a:lnTo>
                  <a:lnTo>
                    <a:pt x="1854" y="2411"/>
                  </a:lnTo>
                  <a:lnTo>
                    <a:pt x="1878" y="2361"/>
                  </a:lnTo>
                  <a:lnTo>
                    <a:pt x="1899" y="2308"/>
                  </a:lnTo>
                  <a:lnTo>
                    <a:pt x="1918" y="2256"/>
                  </a:lnTo>
                  <a:lnTo>
                    <a:pt x="1933" y="2202"/>
                  </a:lnTo>
                  <a:lnTo>
                    <a:pt x="1946" y="2149"/>
                  </a:lnTo>
                  <a:lnTo>
                    <a:pt x="1955" y="2095"/>
                  </a:lnTo>
                  <a:lnTo>
                    <a:pt x="1960" y="2042"/>
                  </a:lnTo>
                  <a:lnTo>
                    <a:pt x="1962" y="1989"/>
                  </a:lnTo>
                  <a:lnTo>
                    <a:pt x="1962" y="319"/>
                  </a:lnTo>
                  <a:lnTo>
                    <a:pt x="1960" y="269"/>
                  </a:lnTo>
                  <a:lnTo>
                    <a:pt x="1955" y="223"/>
                  </a:lnTo>
                  <a:lnTo>
                    <a:pt x="1946" y="180"/>
                  </a:lnTo>
                  <a:lnTo>
                    <a:pt x="1933" y="143"/>
                  </a:lnTo>
                  <a:lnTo>
                    <a:pt x="1918" y="109"/>
                  </a:lnTo>
                  <a:lnTo>
                    <a:pt x="1899" y="79"/>
                  </a:lnTo>
                  <a:lnTo>
                    <a:pt x="1878" y="54"/>
                  </a:lnTo>
                  <a:lnTo>
                    <a:pt x="1854" y="33"/>
                  </a:lnTo>
                  <a:lnTo>
                    <a:pt x="1829" y="17"/>
                  </a:lnTo>
                  <a:lnTo>
                    <a:pt x="1799" y="7"/>
                  </a:lnTo>
                  <a:lnTo>
                    <a:pt x="1769" y="0"/>
                  </a:lnTo>
                  <a:lnTo>
                    <a:pt x="1737" y="0"/>
                  </a:lnTo>
                  <a:lnTo>
                    <a:pt x="1703" y="4"/>
                  </a:lnTo>
                  <a:lnTo>
                    <a:pt x="1668" y="14"/>
                  </a:lnTo>
                  <a:lnTo>
                    <a:pt x="1632" y="29"/>
                  </a:lnTo>
                  <a:lnTo>
                    <a:pt x="1594" y="50"/>
                  </a:lnTo>
                  <a:close/>
                </a:path>
              </a:pathLst>
            </a:custGeom>
            <a:solidFill>
              <a:srgbClr val="E5E5E5"/>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5505" name="Freeform 47"/>
            <p:cNvSpPr>
              <a:spLocks noEditPoints="1"/>
            </p:cNvSpPr>
            <p:nvPr/>
          </p:nvSpPr>
          <p:spPr bwMode="auto">
            <a:xfrm>
              <a:off x="916" y="1589"/>
              <a:ext cx="697" cy="698"/>
            </a:xfrm>
            <a:custGeom>
              <a:avLst/>
              <a:gdLst>
                <a:gd name="T0" fmla="*/ 16 w 3485"/>
                <a:gd name="T1" fmla="*/ 0 h 3490"/>
                <a:gd name="T2" fmla="*/ 17 w 3485"/>
                <a:gd name="T3" fmla="*/ 2 h 3490"/>
                <a:gd name="T4" fmla="*/ 17 w 3485"/>
                <a:gd name="T5" fmla="*/ 3 h 3490"/>
                <a:gd name="T6" fmla="*/ 14 w 3485"/>
                <a:gd name="T7" fmla="*/ 4 h 3490"/>
                <a:gd name="T8" fmla="*/ 12 w 3485"/>
                <a:gd name="T9" fmla="*/ 4 h 3490"/>
                <a:gd name="T10" fmla="*/ 11 w 3485"/>
                <a:gd name="T11" fmla="*/ 2 h 3490"/>
                <a:gd name="T12" fmla="*/ 11 w 3485"/>
                <a:gd name="T13" fmla="*/ 1 h 3490"/>
                <a:gd name="T14" fmla="*/ 14 w 3485"/>
                <a:gd name="T15" fmla="*/ 0 h 3490"/>
                <a:gd name="T16" fmla="*/ 3 w 3485"/>
                <a:gd name="T17" fmla="*/ 7 h 3490"/>
                <a:gd name="T18" fmla="*/ 4 w 3485"/>
                <a:gd name="T19" fmla="*/ 9 h 3490"/>
                <a:gd name="T20" fmla="*/ 3 w 3485"/>
                <a:gd name="T21" fmla="*/ 12 h 3490"/>
                <a:gd name="T22" fmla="*/ 2 w 3485"/>
                <a:gd name="T23" fmla="*/ 13 h 3490"/>
                <a:gd name="T24" fmla="*/ 1 w 3485"/>
                <a:gd name="T25" fmla="*/ 12 h 3490"/>
                <a:gd name="T26" fmla="*/ 0 w 3485"/>
                <a:gd name="T27" fmla="*/ 10 h 3490"/>
                <a:gd name="T28" fmla="*/ 0 w 3485"/>
                <a:gd name="T29" fmla="*/ 8 h 3490"/>
                <a:gd name="T30" fmla="*/ 2 w 3485"/>
                <a:gd name="T31" fmla="*/ 6 h 3490"/>
                <a:gd name="T32" fmla="*/ 10 w 3485"/>
                <a:gd name="T33" fmla="*/ 20 h 3490"/>
                <a:gd name="T34" fmla="*/ 11 w 3485"/>
                <a:gd name="T35" fmla="*/ 22 h 3490"/>
                <a:gd name="T36" fmla="*/ 11 w 3485"/>
                <a:gd name="T37" fmla="*/ 25 h 3490"/>
                <a:gd name="T38" fmla="*/ 10 w 3485"/>
                <a:gd name="T39" fmla="*/ 27 h 3490"/>
                <a:gd name="T40" fmla="*/ 8 w 3485"/>
                <a:gd name="T41" fmla="*/ 26 h 3490"/>
                <a:gd name="T42" fmla="*/ 7 w 3485"/>
                <a:gd name="T43" fmla="*/ 24 h 3490"/>
                <a:gd name="T44" fmla="*/ 7 w 3485"/>
                <a:gd name="T45" fmla="*/ 22 h 3490"/>
                <a:gd name="T46" fmla="*/ 8 w 3485"/>
                <a:gd name="T47" fmla="*/ 20 h 3490"/>
                <a:gd name="T48" fmla="*/ 20 w 3485"/>
                <a:gd name="T49" fmla="*/ 21 h 3490"/>
                <a:gd name="T50" fmla="*/ 21 w 3485"/>
                <a:gd name="T51" fmla="*/ 23 h 3490"/>
                <a:gd name="T52" fmla="*/ 21 w 3485"/>
                <a:gd name="T53" fmla="*/ 26 h 3490"/>
                <a:gd name="T54" fmla="*/ 20 w 3485"/>
                <a:gd name="T55" fmla="*/ 28 h 3490"/>
                <a:gd name="T56" fmla="*/ 18 w 3485"/>
                <a:gd name="T57" fmla="*/ 28 h 3490"/>
                <a:gd name="T58" fmla="*/ 17 w 3485"/>
                <a:gd name="T59" fmla="*/ 26 h 3490"/>
                <a:gd name="T60" fmla="*/ 17 w 3485"/>
                <a:gd name="T61" fmla="*/ 23 h 3490"/>
                <a:gd name="T62" fmla="*/ 18 w 3485"/>
                <a:gd name="T63" fmla="*/ 21 h 3490"/>
                <a:gd name="T64" fmla="*/ 19 w 3485"/>
                <a:gd name="T65" fmla="*/ 11 h 3490"/>
                <a:gd name="T66" fmla="*/ 20 w 3485"/>
                <a:gd name="T67" fmla="*/ 13 h 3490"/>
                <a:gd name="T68" fmla="*/ 21 w 3485"/>
                <a:gd name="T69" fmla="*/ 15 h 3490"/>
                <a:gd name="T70" fmla="*/ 20 w 3485"/>
                <a:gd name="T71" fmla="*/ 17 h 3490"/>
                <a:gd name="T72" fmla="*/ 18 w 3485"/>
                <a:gd name="T73" fmla="*/ 17 h 3490"/>
                <a:gd name="T74" fmla="*/ 17 w 3485"/>
                <a:gd name="T75" fmla="*/ 16 h 3490"/>
                <a:gd name="T76" fmla="*/ 17 w 3485"/>
                <a:gd name="T77" fmla="*/ 13 h 3490"/>
                <a:gd name="T78" fmla="*/ 18 w 3485"/>
                <a:gd name="T79" fmla="*/ 11 h 3490"/>
                <a:gd name="T80" fmla="*/ 26 w 3485"/>
                <a:gd name="T81" fmla="*/ 7 h 3490"/>
                <a:gd name="T82" fmla="*/ 27 w 3485"/>
                <a:gd name="T83" fmla="*/ 8 h 3490"/>
                <a:gd name="T84" fmla="*/ 27 w 3485"/>
                <a:gd name="T85" fmla="*/ 11 h 3490"/>
                <a:gd name="T86" fmla="*/ 26 w 3485"/>
                <a:gd name="T87" fmla="*/ 13 h 3490"/>
                <a:gd name="T88" fmla="*/ 25 w 3485"/>
                <a:gd name="T89" fmla="*/ 13 h 3490"/>
                <a:gd name="T90" fmla="*/ 24 w 3485"/>
                <a:gd name="T91" fmla="*/ 12 h 3490"/>
                <a:gd name="T92" fmla="*/ 24 w 3485"/>
                <a:gd name="T93" fmla="*/ 9 h 3490"/>
                <a:gd name="T94" fmla="*/ 24 w 3485"/>
                <a:gd name="T95" fmla="*/ 7 h 3490"/>
                <a:gd name="T96" fmla="*/ 26 w 3485"/>
                <a:gd name="T97" fmla="*/ 17 h 3490"/>
                <a:gd name="T98" fmla="*/ 27 w 3485"/>
                <a:gd name="T99" fmla="*/ 18 h 3490"/>
                <a:gd name="T100" fmla="*/ 28 w 3485"/>
                <a:gd name="T101" fmla="*/ 21 h 3490"/>
                <a:gd name="T102" fmla="*/ 27 w 3485"/>
                <a:gd name="T103" fmla="*/ 23 h 3490"/>
                <a:gd name="T104" fmla="*/ 26 w 3485"/>
                <a:gd name="T105" fmla="*/ 24 h 3490"/>
                <a:gd name="T106" fmla="*/ 24 w 3485"/>
                <a:gd name="T107" fmla="*/ 23 h 3490"/>
                <a:gd name="T108" fmla="*/ 24 w 3485"/>
                <a:gd name="T109" fmla="*/ 20 h 3490"/>
                <a:gd name="T110" fmla="*/ 25 w 3485"/>
                <a:gd name="T111" fmla="*/ 18 h 3490"/>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w 3485"/>
                <a:gd name="T169" fmla="*/ 0 h 3490"/>
                <a:gd name="T170" fmla="*/ 3485 w 3485"/>
                <a:gd name="T171" fmla="*/ 3490 h 3490"/>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T168" t="T169" r="T170" b="T171"/>
              <a:pathLst>
                <a:path w="3485" h="3490">
                  <a:moveTo>
                    <a:pt x="1754" y="0"/>
                  </a:moveTo>
                  <a:lnTo>
                    <a:pt x="1797" y="2"/>
                  </a:lnTo>
                  <a:lnTo>
                    <a:pt x="1840" y="5"/>
                  </a:lnTo>
                  <a:lnTo>
                    <a:pt x="1881" y="12"/>
                  </a:lnTo>
                  <a:lnTo>
                    <a:pt x="1921" y="20"/>
                  </a:lnTo>
                  <a:lnTo>
                    <a:pt x="1959" y="31"/>
                  </a:lnTo>
                  <a:lnTo>
                    <a:pt x="1994" y="44"/>
                  </a:lnTo>
                  <a:lnTo>
                    <a:pt x="2028" y="59"/>
                  </a:lnTo>
                  <a:lnTo>
                    <a:pt x="2058" y="74"/>
                  </a:lnTo>
                  <a:lnTo>
                    <a:pt x="2086" y="93"/>
                  </a:lnTo>
                  <a:lnTo>
                    <a:pt x="2111" y="113"/>
                  </a:lnTo>
                  <a:lnTo>
                    <a:pt x="2132" y="133"/>
                  </a:lnTo>
                  <a:lnTo>
                    <a:pt x="2151" y="155"/>
                  </a:lnTo>
                  <a:lnTo>
                    <a:pt x="2165" y="179"/>
                  </a:lnTo>
                  <a:lnTo>
                    <a:pt x="2175" y="203"/>
                  </a:lnTo>
                  <a:lnTo>
                    <a:pt x="2182" y="229"/>
                  </a:lnTo>
                  <a:lnTo>
                    <a:pt x="2185" y="255"/>
                  </a:lnTo>
                  <a:lnTo>
                    <a:pt x="2182" y="281"/>
                  </a:lnTo>
                  <a:lnTo>
                    <a:pt x="2175" y="305"/>
                  </a:lnTo>
                  <a:lnTo>
                    <a:pt x="2165" y="330"/>
                  </a:lnTo>
                  <a:lnTo>
                    <a:pt x="2151" y="353"/>
                  </a:lnTo>
                  <a:lnTo>
                    <a:pt x="2132" y="376"/>
                  </a:lnTo>
                  <a:lnTo>
                    <a:pt x="2111" y="397"/>
                  </a:lnTo>
                  <a:lnTo>
                    <a:pt x="2086" y="417"/>
                  </a:lnTo>
                  <a:lnTo>
                    <a:pt x="2058" y="434"/>
                  </a:lnTo>
                  <a:lnTo>
                    <a:pt x="2028" y="451"/>
                  </a:lnTo>
                  <a:lnTo>
                    <a:pt x="1994" y="466"/>
                  </a:lnTo>
                  <a:lnTo>
                    <a:pt x="1959" y="479"/>
                  </a:lnTo>
                  <a:lnTo>
                    <a:pt x="1921" y="489"/>
                  </a:lnTo>
                  <a:lnTo>
                    <a:pt x="1881" y="498"/>
                  </a:lnTo>
                  <a:lnTo>
                    <a:pt x="1840" y="505"/>
                  </a:lnTo>
                  <a:lnTo>
                    <a:pt x="1797" y="508"/>
                  </a:lnTo>
                  <a:lnTo>
                    <a:pt x="1754" y="509"/>
                  </a:lnTo>
                  <a:lnTo>
                    <a:pt x="1710" y="508"/>
                  </a:lnTo>
                  <a:lnTo>
                    <a:pt x="1667" y="505"/>
                  </a:lnTo>
                  <a:lnTo>
                    <a:pt x="1626" y="498"/>
                  </a:lnTo>
                  <a:lnTo>
                    <a:pt x="1586" y="489"/>
                  </a:lnTo>
                  <a:lnTo>
                    <a:pt x="1548" y="479"/>
                  </a:lnTo>
                  <a:lnTo>
                    <a:pt x="1512" y="466"/>
                  </a:lnTo>
                  <a:lnTo>
                    <a:pt x="1479" y="451"/>
                  </a:lnTo>
                  <a:lnTo>
                    <a:pt x="1449" y="434"/>
                  </a:lnTo>
                  <a:lnTo>
                    <a:pt x="1421" y="417"/>
                  </a:lnTo>
                  <a:lnTo>
                    <a:pt x="1395" y="397"/>
                  </a:lnTo>
                  <a:lnTo>
                    <a:pt x="1374" y="376"/>
                  </a:lnTo>
                  <a:lnTo>
                    <a:pt x="1355" y="353"/>
                  </a:lnTo>
                  <a:lnTo>
                    <a:pt x="1341" y="330"/>
                  </a:lnTo>
                  <a:lnTo>
                    <a:pt x="1331" y="305"/>
                  </a:lnTo>
                  <a:lnTo>
                    <a:pt x="1324" y="281"/>
                  </a:lnTo>
                  <a:lnTo>
                    <a:pt x="1321" y="255"/>
                  </a:lnTo>
                  <a:lnTo>
                    <a:pt x="1324" y="229"/>
                  </a:lnTo>
                  <a:lnTo>
                    <a:pt x="1331" y="203"/>
                  </a:lnTo>
                  <a:lnTo>
                    <a:pt x="1341" y="179"/>
                  </a:lnTo>
                  <a:lnTo>
                    <a:pt x="1355" y="155"/>
                  </a:lnTo>
                  <a:lnTo>
                    <a:pt x="1374" y="133"/>
                  </a:lnTo>
                  <a:lnTo>
                    <a:pt x="1395" y="113"/>
                  </a:lnTo>
                  <a:lnTo>
                    <a:pt x="1421" y="93"/>
                  </a:lnTo>
                  <a:lnTo>
                    <a:pt x="1449" y="74"/>
                  </a:lnTo>
                  <a:lnTo>
                    <a:pt x="1479" y="59"/>
                  </a:lnTo>
                  <a:lnTo>
                    <a:pt x="1512" y="44"/>
                  </a:lnTo>
                  <a:lnTo>
                    <a:pt x="1548" y="31"/>
                  </a:lnTo>
                  <a:lnTo>
                    <a:pt x="1586" y="20"/>
                  </a:lnTo>
                  <a:lnTo>
                    <a:pt x="1626" y="12"/>
                  </a:lnTo>
                  <a:lnTo>
                    <a:pt x="1667" y="5"/>
                  </a:lnTo>
                  <a:lnTo>
                    <a:pt x="1710" y="2"/>
                  </a:lnTo>
                  <a:lnTo>
                    <a:pt x="1754" y="0"/>
                  </a:lnTo>
                  <a:close/>
                  <a:moveTo>
                    <a:pt x="239" y="786"/>
                  </a:moveTo>
                  <a:lnTo>
                    <a:pt x="263" y="788"/>
                  </a:lnTo>
                  <a:lnTo>
                    <a:pt x="287" y="794"/>
                  </a:lnTo>
                  <a:lnTo>
                    <a:pt x="309" y="805"/>
                  </a:lnTo>
                  <a:lnTo>
                    <a:pt x="331" y="819"/>
                  </a:lnTo>
                  <a:lnTo>
                    <a:pt x="352" y="836"/>
                  </a:lnTo>
                  <a:lnTo>
                    <a:pt x="372" y="857"/>
                  </a:lnTo>
                  <a:lnTo>
                    <a:pt x="390" y="882"/>
                  </a:lnTo>
                  <a:lnTo>
                    <a:pt x="407" y="909"/>
                  </a:lnTo>
                  <a:lnTo>
                    <a:pt x="423" y="940"/>
                  </a:lnTo>
                  <a:lnTo>
                    <a:pt x="437" y="971"/>
                  </a:lnTo>
                  <a:lnTo>
                    <a:pt x="448" y="1006"/>
                  </a:lnTo>
                  <a:lnTo>
                    <a:pt x="459" y="1043"/>
                  </a:lnTo>
                  <a:lnTo>
                    <a:pt x="467" y="1081"/>
                  </a:lnTo>
                  <a:lnTo>
                    <a:pt x="473" y="1121"/>
                  </a:lnTo>
                  <a:lnTo>
                    <a:pt x="476" y="1163"/>
                  </a:lnTo>
                  <a:lnTo>
                    <a:pt x="478" y="1206"/>
                  </a:lnTo>
                  <a:lnTo>
                    <a:pt x="476" y="1248"/>
                  </a:lnTo>
                  <a:lnTo>
                    <a:pt x="473" y="1290"/>
                  </a:lnTo>
                  <a:lnTo>
                    <a:pt x="467" y="1330"/>
                  </a:lnTo>
                  <a:lnTo>
                    <a:pt x="459" y="1367"/>
                  </a:lnTo>
                  <a:lnTo>
                    <a:pt x="448" y="1405"/>
                  </a:lnTo>
                  <a:lnTo>
                    <a:pt x="437" y="1439"/>
                  </a:lnTo>
                  <a:lnTo>
                    <a:pt x="423" y="1472"/>
                  </a:lnTo>
                  <a:lnTo>
                    <a:pt x="407" y="1501"/>
                  </a:lnTo>
                  <a:lnTo>
                    <a:pt x="390" y="1528"/>
                  </a:lnTo>
                  <a:lnTo>
                    <a:pt x="372" y="1553"/>
                  </a:lnTo>
                  <a:lnTo>
                    <a:pt x="352" y="1574"/>
                  </a:lnTo>
                  <a:lnTo>
                    <a:pt x="331" y="1591"/>
                  </a:lnTo>
                  <a:lnTo>
                    <a:pt x="309" y="1605"/>
                  </a:lnTo>
                  <a:lnTo>
                    <a:pt x="287" y="1616"/>
                  </a:lnTo>
                  <a:lnTo>
                    <a:pt x="263" y="1622"/>
                  </a:lnTo>
                  <a:lnTo>
                    <a:pt x="239" y="1624"/>
                  </a:lnTo>
                  <a:lnTo>
                    <a:pt x="214" y="1622"/>
                  </a:lnTo>
                  <a:lnTo>
                    <a:pt x="191" y="1616"/>
                  </a:lnTo>
                  <a:lnTo>
                    <a:pt x="168" y="1605"/>
                  </a:lnTo>
                  <a:lnTo>
                    <a:pt x="146" y="1591"/>
                  </a:lnTo>
                  <a:lnTo>
                    <a:pt x="125" y="1574"/>
                  </a:lnTo>
                  <a:lnTo>
                    <a:pt x="105" y="1553"/>
                  </a:lnTo>
                  <a:lnTo>
                    <a:pt x="87" y="1528"/>
                  </a:lnTo>
                  <a:lnTo>
                    <a:pt x="70" y="1501"/>
                  </a:lnTo>
                  <a:lnTo>
                    <a:pt x="55" y="1472"/>
                  </a:lnTo>
                  <a:lnTo>
                    <a:pt x="41" y="1439"/>
                  </a:lnTo>
                  <a:lnTo>
                    <a:pt x="29" y="1405"/>
                  </a:lnTo>
                  <a:lnTo>
                    <a:pt x="18" y="1367"/>
                  </a:lnTo>
                  <a:lnTo>
                    <a:pt x="10" y="1330"/>
                  </a:lnTo>
                  <a:lnTo>
                    <a:pt x="4" y="1290"/>
                  </a:lnTo>
                  <a:lnTo>
                    <a:pt x="1" y="1248"/>
                  </a:lnTo>
                  <a:lnTo>
                    <a:pt x="0" y="1206"/>
                  </a:lnTo>
                  <a:lnTo>
                    <a:pt x="1" y="1163"/>
                  </a:lnTo>
                  <a:lnTo>
                    <a:pt x="4" y="1121"/>
                  </a:lnTo>
                  <a:lnTo>
                    <a:pt x="10" y="1081"/>
                  </a:lnTo>
                  <a:lnTo>
                    <a:pt x="18" y="1043"/>
                  </a:lnTo>
                  <a:lnTo>
                    <a:pt x="29" y="1006"/>
                  </a:lnTo>
                  <a:lnTo>
                    <a:pt x="41" y="971"/>
                  </a:lnTo>
                  <a:lnTo>
                    <a:pt x="55" y="940"/>
                  </a:lnTo>
                  <a:lnTo>
                    <a:pt x="70" y="909"/>
                  </a:lnTo>
                  <a:lnTo>
                    <a:pt x="87" y="882"/>
                  </a:lnTo>
                  <a:lnTo>
                    <a:pt x="105" y="857"/>
                  </a:lnTo>
                  <a:lnTo>
                    <a:pt x="125" y="836"/>
                  </a:lnTo>
                  <a:lnTo>
                    <a:pt x="146" y="819"/>
                  </a:lnTo>
                  <a:lnTo>
                    <a:pt x="168" y="805"/>
                  </a:lnTo>
                  <a:lnTo>
                    <a:pt x="191" y="794"/>
                  </a:lnTo>
                  <a:lnTo>
                    <a:pt x="214" y="788"/>
                  </a:lnTo>
                  <a:lnTo>
                    <a:pt x="239" y="786"/>
                  </a:lnTo>
                  <a:close/>
                  <a:moveTo>
                    <a:pt x="1119" y="2495"/>
                  </a:moveTo>
                  <a:lnTo>
                    <a:pt x="1143" y="2498"/>
                  </a:lnTo>
                  <a:lnTo>
                    <a:pt x="1167" y="2504"/>
                  </a:lnTo>
                  <a:lnTo>
                    <a:pt x="1190" y="2514"/>
                  </a:lnTo>
                  <a:lnTo>
                    <a:pt x="1211" y="2528"/>
                  </a:lnTo>
                  <a:lnTo>
                    <a:pt x="1232" y="2546"/>
                  </a:lnTo>
                  <a:lnTo>
                    <a:pt x="1252" y="2567"/>
                  </a:lnTo>
                  <a:lnTo>
                    <a:pt x="1271" y="2592"/>
                  </a:lnTo>
                  <a:lnTo>
                    <a:pt x="1288" y="2618"/>
                  </a:lnTo>
                  <a:lnTo>
                    <a:pt x="1304" y="2648"/>
                  </a:lnTo>
                  <a:lnTo>
                    <a:pt x="1318" y="2681"/>
                  </a:lnTo>
                  <a:lnTo>
                    <a:pt x="1329" y="2715"/>
                  </a:lnTo>
                  <a:lnTo>
                    <a:pt x="1340" y="2752"/>
                  </a:lnTo>
                  <a:lnTo>
                    <a:pt x="1348" y="2790"/>
                  </a:lnTo>
                  <a:lnTo>
                    <a:pt x="1354" y="2830"/>
                  </a:lnTo>
                  <a:lnTo>
                    <a:pt x="1358" y="2872"/>
                  </a:lnTo>
                  <a:lnTo>
                    <a:pt x="1359" y="2914"/>
                  </a:lnTo>
                  <a:lnTo>
                    <a:pt x="1358" y="2956"/>
                  </a:lnTo>
                  <a:lnTo>
                    <a:pt x="1354" y="2998"/>
                  </a:lnTo>
                  <a:lnTo>
                    <a:pt x="1348" y="3038"/>
                  </a:lnTo>
                  <a:lnTo>
                    <a:pt x="1340" y="3077"/>
                  </a:lnTo>
                  <a:lnTo>
                    <a:pt x="1329" y="3113"/>
                  </a:lnTo>
                  <a:lnTo>
                    <a:pt x="1318" y="3147"/>
                  </a:lnTo>
                  <a:lnTo>
                    <a:pt x="1304" y="3180"/>
                  </a:lnTo>
                  <a:lnTo>
                    <a:pt x="1288" y="3209"/>
                  </a:lnTo>
                  <a:lnTo>
                    <a:pt x="1271" y="3238"/>
                  </a:lnTo>
                  <a:lnTo>
                    <a:pt x="1252" y="3261"/>
                  </a:lnTo>
                  <a:lnTo>
                    <a:pt x="1232" y="3282"/>
                  </a:lnTo>
                  <a:lnTo>
                    <a:pt x="1211" y="3301"/>
                  </a:lnTo>
                  <a:lnTo>
                    <a:pt x="1190" y="3315"/>
                  </a:lnTo>
                  <a:lnTo>
                    <a:pt x="1167" y="3325"/>
                  </a:lnTo>
                  <a:lnTo>
                    <a:pt x="1143" y="3331"/>
                  </a:lnTo>
                  <a:lnTo>
                    <a:pt x="1119" y="3334"/>
                  </a:lnTo>
                  <a:lnTo>
                    <a:pt x="1094" y="3331"/>
                  </a:lnTo>
                  <a:lnTo>
                    <a:pt x="1070" y="3325"/>
                  </a:lnTo>
                  <a:lnTo>
                    <a:pt x="1048" y="3315"/>
                  </a:lnTo>
                  <a:lnTo>
                    <a:pt x="1026" y="3301"/>
                  </a:lnTo>
                  <a:lnTo>
                    <a:pt x="1005" y="3282"/>
                  </a:lnTo>
                  <a:lnTo>
                    <a:pt x="985" y="3261"/>
                  </a:lnTo>
                  <a:lnTo>
                    <a:pt x="967" y="3238"/>
                  </a:lnTo>
                  <a:lnTo>
                    <a:pt x="950" y="3209"/>
                  </a:lnTo>
                  <a:lnTo>
                    <a:pt x="935" y="3180"/>
                  </a:lnTo>
                  <a:lnTo>
                    <a:pt x="921" y="3147"/>
                  </a:lnTo>
                  <a:lnTo>
                    <a:pt x="909" y="3113"/>
                  </a:lnTo>
                  <a:lnTo>
                    <a:pt x="898" y="3077"/>
                  </a:lnTo>
                  <a:lnTo>
                    <a:pt x="890" y="3038"/>
                  </a:lnTo>
                  <a:lnTo>
                    <a:pt x="884" y="2998"/>
                  </a:lnTo>
                  <a:lnTo>
                    <a:pt x="881" y="2956"/>
                  </a:lnTo>
                  <a:lnTo>
                    <a:pt x="880" y="2914"/>
                  </a:lnTo>
                  <a:lnTo>
                    <a:pt x="881" y="2872"/>
                  </a:lnTo>
                  <a:lnTo>
                    <a:pt x="884" y="2830"/>
                  </a:lnTo>
                  <a:lnTo>
                    <a:pt x="890" y="2790"/>
                  </a:lnTo>
                  <a:lnTo>
                    <a:pt x="898" y="2752"/>
                  </a:lnTo>
                  <a:lnTo>
                    <a:pt x="909" y="2715"/>
                  </a:lnTo>
                  <a:lnTo>
                    <a:pt x="921" y="2681"/>
                  </a:lnTo>
                  <a:lnTo>
                    <a:pt x="935" y="2648"/>
                  </a:lnTo>
                  <a:lnTo>
                    <a:pt x="950" y="2618"/>
                  </a:lnTo>
                  <a:lnTo>
                    <a:pt x="967" y="2592"/>
                  </a:lnTo>
                  <a:lnTo>
                    <a:pt x="985" y="2567"/>
                  </a:lnTo>
                  <a:lnTo>
                    <a:pt x="1005" y="2546"/>
                  </a:lnTo>
                  <a:lnTo>
                    <a:pt x="1026" y="2528"/>
                  </a:lnTo>
                  <a:lnTo>
                    <a:pt x="1048" y="2514"/>
                  </a:lnTo>
                  <a:lnTo>
                    <a:pt x="1070" y="2504"/>
                  </a:lnTo>
                  <a:lnTo>
                    <a:pt x="1094" y="2498"/>
                  </a:lnTo>
                  <a:lnTo>
                    <a:pt x="1119" y="2495"/>
                  </a:lnTo>
                  <a:close/>
                  <a:moveTo>
                    <a:pt x="2380" y="2651"/>
                  </a:moveTo>
                  <a:lnTo>
                    <a:pt x="2405" y="2654"/>
                  </a:lnTo>
                  <a:lnTo>
                    <a:pt x="2428" y="2660"/>
                  </a:lnTo>
                  <a:lnTo>
                    <a:pt x="2452" y="2670"/>
                  </a:lnTo>
                  <a:lnTo>
                    <a:pt x="2473" y="2684"/>
                  </a:lnTo>
                  <a:lnTo>
                    <a:pt x="2494" y="2703"/>
                  </a:lnTo>
                  <a:lnTo>
                    <a:pt x="2514" y="2724"/>
                  </a:lnTo>
                  <a:lnTo>
                    <a:pt x="2533" y="2747"/>
                  </a:lnTo>
                  <a:lnTo>
                    <a:pt x="2550" y="2774"/>
                  </a:lnTo>
                  <a:lnTo>
                    <a:pt x="2565" y="2805"/>
                  </a:lnTo>
                  <a:lnTo>
                    <a:pt x="2580" y="2838"/>
                  </a:lnTo>
                  <a:lnTo>
                    <a:pt x="2591" y="2872"/>
                  </a:lnTo>
                  <a:lnTo>
                    <a:pt x="2602" y="2908"/>
                  </a:lnTo>
                  <a:lnTo>
                    <a:pt x="2610" y="2947"/>
                  </a:lnTo>
                  <a:lnTo>
                    <a:pt x="2616" y="2987"/>
                  </a:lnTo>
                  <a:lnTo>
                    <a:pt x="2619" y="3029"/>
                  </a:lnTo>
                  <a:lnTo>
                    <a:pt x="2621" y="3071"/>
                  </a:lnTo>
                  <a:lnTo>
                    <a:pt x="2619" y="3113"/>
                  </a:lnTo>
                  <a:lnTo>
                    <a:pt x="2616" y="3155"/>
                  </a:lnTo>
                  <a:lnTo>
                    <a:pt x="2610" y="3195"/>
                  </a:lnTo>
                  <a:lnTo>
                    <a:pt x="2602" y="3233"/>
                  </a:lnTo>
                  <a:lnTo>
                    <a:pt x="2591" y="3270"/>
                  </a:lnTo>
                  <a:lnTo>
                    <a:pt x="2580" y="3304"/>
                  </a:lnTo>
                  <a:lnTo>
                    <a:pt x="2565" y="3337"/>
                  </a:lnTo>
                  <a:lnTo>
                    <a:pt x="2550" y="3367"/>
                  </a:lnTo>
                  <a:lnTo>
                    <a:pt x="2533" y="3393"/>
                  </a:lnTo>
                  <a:lnTo>
                    <a:pt x="2514" y="3418"/>
                  </a:lnTo>
                  <a:lnTo>
                    <a:pt x="2494" y="3439"/>
                  </a:lnTo>
                  <a:lnTo>
                    <a:pt x="2473" y="3457"/>
                  </a:lnTo>
                  <a:lnTo>
                    <a:pt x="2452" y="3471"/>
                  </a:lnTo>
                  <a:lnTo>
                    <a:pt x="2428" y="3481"/>
                  </a:lnTo>
                  <a:lnTo>
                    <a:pt x="2405" y="3487"/>
                  </a:lnTo>
                  <a:lnTo>
                    <a:pt x="2380" y="3490"/>
                  </a:lnTo>
                  <a:lnTo>
                    <a:pt x="2356" y="3487"/>
                  </a:lnTo>
                  <a:lnTo>
                    <a:pt x="2332" y="3481"/>
                  </a:lnTo>
                  <a:lnTo>
                    <a:pt x="2310" y="3471"/>
                  </a:lnTo>
                  <a:lnTo>
                    <a:pt x="2288" y="3457"/>
                  </a:lnTo>
                  <a:lnTo>
                    <a:pt x="2267" y="3439"/>
                  </a:lnTo>
                  <a:lnTo>
                    <a:pt x="2248" y="3418"/>
                  </a:lnTo>
                  <a:lnTo>
                    <a:pt x="2229" y="3393"/>
                  </a:lnTo>
                  <a:lnTo>
                    <a:pt x="2212" y="3367"/>
                  </a:lnTo>
                  <a:lnTo>
                    <a:pt x="2196" y="3337"/>
                  </a:lnTo>
                  <a:lnTo>
                    <a:pt x="2182" y="3304"/>
                  </a:lnTo>
                  <a:lnTo>
                    <a:pt x="2171" y="3270"/>
                  </a:lnTo>
                  <a:lnTo>
                    <a:pt x="2160" y="3233"/>
                  </a:lnTo>
                  <a:lnTo>
                    <a:pt x="2152" y="3195"/>
                  </a:lnTo>
                  <a:lnTo>
                    <a:pt x="2146" y="3155"/>
                  </a:lnTo>
                  <a:lnTo>
                    <a:pt x="2142" y="3113"/>
                  </a:lnTo>
                  <a:lnTo>
                    <a:pt x="2141" y="3071"/>
                  </a:lnTo>
                  <a:lnTo>
                    <a:pt x="2142" y="3029"/>
                  </a:lnTo>
                  <a:lnTo>
                    <a:pt x="2146" y="2987"/>
                  </a:lnTo>
                  <a:lnTo>
                    <a:pt x="2152" y="2947"/>
                  </a:lnTo>
                  <a:lnTo>
                    <a:pt x="2160" y="2908"/>
                  </a:lnTo>
                  <a:lnTo>
                    <a:pt x="2171" y="2872"/>
                  </a:lnTo>
                  <a:lnTo>
                    <a:pt x="2182" y="2838"/>
                  </a:lnTo>
                  <a:lnTo>
                    <a:pt x="2196" y="2805"/>
                  </a:lnTo>
                  <a:lnTo>
                    <a:pt x="2212" y="2774"/>
                  </a:lnTo>
                  <a:lnTo>
                    <a:pt x="2229" y="2747"/>
                  </a:lnTo>
                  <a:lnTo>
                    <a:pt x="2248" y="2724"/>
                  </a:lnTo>
                  <a:lnTo>
                    <a:pt x="2267" y="2703"/>
                  </a:lnTo>
                  <a:lnTo>
                    <a:pt x="2288" y="2684"/>
                  </a:lnTo>
                  <a:lnTo>
                    <a:pt x="2310" y="2670"/>
                  </a:lnTo>
                  <a:lnTo>
                    <a:pt x="2332" y="2660"/>
                  </a:lnTo>
                  <a:lnTo>
                    <a:pt x="2356" y="2654"/>
                  </a:lnTo>
                  <a:lnTo>
                    <a:pt x="2380" y="2651"/>
                  </a:lnTo>
                  <a:close/>
                  <a:moveTo>
                    <a:pt x="2342" y="1355"/>
                  </a:moveTo>
                  <a:lnTo>
                    <a:pt x="2366" y="1357"/>
                  </a:lnTo>
                  <a:lnTo>
                    <a:pt x="2390" y="1363"/>
                  </a:lnTo>
                  <a:lnTo>
                    <a:pt x="2412" y="1373"/>
                  </a:lnTo>
                  <a:lnTo>
                    <a:pt x="2434" y="1387"/>
                  </a:lnTo>
                  <a:lnTo>
                    <a:pt x="2455" y="1405"/>
                  </a:lnTo>
                  <a:lnTo>
                    <a:pt x="2475" y="1426"/>
                  </a:lnTo>
                  <a:lnTo>
                    <a:pt x="2493" y="1451"/>
                  </a:lnTo>
                  <a:lnTo>
                    <a:pt x="2510" y="1478"/>
                  </a:lnTo>
                  <a:lnTo>
                    <a:pt x="2526" y="1507"/>
                  </a:lnTo>
                  <a:lnTo>
                    <a:pt x="2540" y="1540"/>
                  </a:lnTo>
                  <a:lnTo>
                    <a:pt x="2551" y="1574"/>
                  </a:lnTo>
                  <a:lnTo>
                    <a:pt x="2562" y="1611"/>
                  </a:lnTo>
                  <a:lnTo>
                    <a:pt x="2570" y="1649"/>
                  </a:lnTo>
                  <a:lnTo>
                    <a:pt x="2576" y="1689"/>
                  </a:lnTo>
                  <a:lnTo>
                    <a:pt x="2580" y="1731"/>
                  </a:lnTo>
                  <a:lnTo>
                    <a:pt x="2581" y="1773"/>
                  </a:lnTo>
                  <a:lnTo>
                    <a:pt x="2580" y="1815"/>
                  </a:lnTo>
                  <a:lnTo>
                    <a:pt x="2576" y="1858"/>
                  </a:lnTo>
                  <a:lnTo>
                    <a:pt x="2570" y="1897"/>
                  </a:lnTo>
                  <a:lnTo>
                    <a:pt x="2562" y="1936"/>
                  </a:lnTo>
                  <a:lnTo>
                    <a:pt x="2551" y="1972"/>
                  </a:lnTo>
                  <a:lnTo>
                    <a:pt x="2540" y="2008"/>
                  </a:lnTo>
                  <a:lnTo>
                    <a:pt x="2526" y="2039"/>
                  </a:lnTo>
                  <a:lnTo>
                    <a:pt x="2510" y="2070"/>
                  </a:lnTo>
                  <a:lnTo>
                    <a:pt x="2493" y="2097"/>
                  </a:lnTo>
                  <a:lnTo>
                    <a:pt x="2475" y="2121"/>
                  </a:lnTo>
                  <a:lnTo>
                    <a:pt x="2455" y="2142"/>
                  </a:lnTo>
                  <a:lnTo>
                    <a:pt x="2434" y="2160"/>
                  </a:lnTo>
                  <a:lnTo>
                    <a:pt x="2412" y="2174"/>
                  </a:lnTo>
                  <a:lnTo>
                    <a:pt x="2390" y="2185"/>
                  </a:lnTo>
                  <a:lnTo>
                    <a:pt x="2366" y="2191"/>
                  </a:lnTo>
                  <a:lnTo>
                    <a:pt x="2342" y="2193"/>
                  </a:lnTo>
                  <a:lnTo>
                    <a:pt x="2317" y="2191"/>
                  </a:lnTo>
                  <a:lnTo>
                    <a:pt x="2294" y="2185"/>
                  </a:lnTo>
                  <a:lnTo>
                    <a:pt x="2270" y="2174"/>
                  </a:lnTo>
                  <a:lnTo>
                    <a:pt x="2249" y="2160"/>
                  </a:lnTo>
                  <a:lnTo>
                    <a:pt x="2228" y="2142"/>
                  </a:lnTo>
                  <a:lnTo>
                    <a:pt x="2208" y="2121"/>
                  </a:lnTo>
                  <a:lnTo>
                    <a:pt x="2189" y="2097"/>
                  </a:lnTo>
                  <a:lnTo>
                    <a:pt x="2173" y="2070"/>
                  </a:lnTo>
                  <a:lnTo>
                    <a:pt x="2157" y="2039"/>
                  </a:lnTo>
                  <a:lnTo>
                    <a:pt x="2142" y="2008"/>
                  </a:lnTo>
                  <a:lnTo>
                    <a:pt x="2131" y="1972"/>
                  </a:lnTo>
                  <a:lnTo>
                    <a:pt x="2120" y="1936"/>
                  </a:lnTo>
                  <a:lnTo>
                    <a:pt x="2112" y="1897"/>
                  </a:lnTo>
                  <a:lnTo>
                    <a:pt x="2106" y="1858"/>
                  </a:lnTo>
                  <a:lnTo>
                    <a:pt x="2103" y="1815"/>
                  </a:lnTo>
                  <a:lnTo>
                    <a:pt x="2101" y="1773"/>
                  </a:lnTo>
                  <a:lnTo>
                    <a:pt x="2103" y="1731"/>
                  </a:lnTo>
                  <a:lnTo>
                    <a:pt x="2106" y="1689"/>
                  </a:lnTo>
                  <a:lnTo>
                    <a:pt x="2112" y="1649"/>
                  </a:lnTo>
                  <a:lnTo>
                    <a:pt x="2120" y="1611"/>
                  </a:lnTo>
                  <a:lnTo>
                    <a:pt x="2131" y="1574"/>
                  </a:lnTo>
                  <a:lnTo>
                    <a:pt x="2142" y="1540"/>
                  </a:lnTo>
                  <a:lnTo>
                    <a:pt x="2157" y="1507"/>
                  </a:lnTo>
                  <a:lnTo>
                    <a:pt x="2173" y="1478"/>
                  </a:lnTo>
                  <a:lnTo>
                    <a:pt x="2189" y="1451"/>
                  </a:lnTo>
                  <a:lnTo>
                    <a:pt x="2208" y="1426"/>
                  </a:lnTo>
                  <a:lnTo>
                    <a:pt x="2228" y="1405"/>
                  </a:lnTo>
                  <a:lnTo>
                    <a:pt x="2249" y="1387"/>
                  </a:lnTo>
                  <a:lnTo>
                    <a:pt x="2270" y="1373"/>
                  </a:lnTo>
                  <a:lnTo>
                    <a:pt x="2294" y="1363"/>
                  </a:lnTo>
                  <a:lnTo>
                    <a:pt x="2317" y="1357"/>
                  </a:lnTo>
                  <a:lnTo>
                    <a:pt x="2342" y="1355"/>
                  </a:lnTo>
                  <a:close/>
                  <a:moveTo>
                    <a:pt x="3179" y="819"/>
                  </a:moveTo>
                  <a:lnTo>
                    <a:pt x="3204" y="821"/>
                  </a:lnTo>
                  <a:lnTo>
                    <a:pt x="3227" y="827"/>
                  </a:lnTo>
                  <a:lnTo>
                    <a:pt x="3250" y="838"/>
                  </a:lnTo>
                  <a:lnTo>
                    <a:pt x="3272" y="852"/>
                  </a:lnTo>
                  <a:lnTo>
                    <a:pt x="3293" y="869"/>
                  </a:lnTo>
                  <a:lnTo>
                    <a:pt x="3312" y="890"/>
                  </a:lnTo>
                  <a:lnTo>
                    <a:pt x="3331" y="915"/>
                  </a:lnTo>
                  <a:lnTo>
                    <a:pt x="3348" y="942"/>
                  </a:lnTo>
                  <a:lnTo>
                    <a:pt x="3363" y="971"/>
                  </a:lnTo>
                  <a:lnTo>
                    <a:pt x="3377" y="1004"/>
                  </a:lnTo>
                  <a:lnTo>
                    <a:pt x="3389" y="1038"/>
                  </a:lnTo>
                  <a:lnTo>
                    <a:pt x="3400" y="1076"/>
                  </a:lnTo>
                  <a:lnTo>
                    <a:pt x="3408" y="1113"/>
                  </a:lnTo>
                  <a:lnTo>
                    <a:pt x="3414" y="1153"/>
                  </a:lnTo>
                  <a:lnTo>
                    <a:pt x="3417" y="1195"/>
                  </a:lnTo>
                  <a:lnTo>
                    <a:pt x="3418" y="1237"/>
                  </a:lnTo>
                  <a:lnTo>
                    <a:pt x="3417" y="1280"/>
                  </a:lnTo>
                  <a:lnTo>
                    <a:pt x="3414" y="1322"/>
                  </a:lnTo>
                  <a:lnTo>
                    <a:pt x="3408" y="1362"/>
                  </a:lnTo>
                  <a:lnTo>
                    <a:pt x="3400" y="1399"/>
                  </a:lnTo>
                  <a:lnTo>
                    <a:pt x="3389" y="1437"/>
                  </a:lnTo>
                  <a:lnTo>
                    <a:pt x="3377" y="1471"/>
                  </a:lnTo>
                  <a:lnTo>
                    <a:pt x="3363" y="1503"/>
                  </a:lnTo>
                  <a:lnTo>
                    <a:pt x="3348" y="1533"/>
                  </a:lnTo>
                  <a:lnTo>
                    <a:pt x="3331" y="1560"/>
                  </a:lnTo>
                  <a:lnTo>
                    <a:pt x="3312" y="1584"/>
                  </a:lnTo>
                  <a:lnTo>
                    <a:pt x="3293" y="1605"/>
                  </a:lnTo>
                  <a:lnTo>
                    <a:pt x="3272" y="1623"/>
                  </a:lnTo>
                  <a:lnTo>
                    <a:pt x="3250" y="1637"/>
                  </a:lnTo>
                  <a:lnTo>
                    <a:pt x="3227" y="1648"/>
                  </a:lnTo>
                  <a:lnTo>
                    <a:pt x="3204" y="1654"/>
                  </a:lnTo>
                  <a:lnTo>
                    <a:pt x="3179" y="1656"/>
                  </a:lnTo>
                  <a:lnTo>
                    <a:pt x="3155" y="1654"/>
                  </a:lnTo>
                  <a:lnTo>
                    <a:pt x="3131" y="1648"/>
                  </a:lnTo>
                  <a:lnTo>
                    <a:pt x="3108" y="1637"/>
                  </a:lnTo>
                  <a:lnTo>
                    <a:pt x="3087" y="1623"/>
                  </a:lnTo>
                  <a:lnTo>
                    <a:pt x="3066" y="1605"/>
                  </a:lnTo>
                  <a:lnTo>
                    <a:pt x="3046" y="1584"/>
                  </a:lnTo>
                  <a:lnTo>
                    <a:pt x="3027" y="1560"/>
                  </a:lnTo>
                  <a:lnTo>
                    <a:pt x="3011" y="1533"/>
                  </a:lnTo>
                  <a:lnTo>
                    <a:pt x="2994" y="1503"/>
                  </a:lnTo>
                  <a:lnTo>
                    <a:pt x="2980" y="1471"/>
                  </a:lnTo>
                  <a:lnTo>
                    <a:pt x="2968" y="1437"/>
                  </a:lnTo>
                  <a:lnTo>
                    <a:pt x="2958" y="1399"/>
                  </a:lnTo>
                  <a:lnTo>
                    <a:pt x="2950" y="1362"/>
                  </a:lnTo>
                  <a:lnTo>
                    <a:pt x="2944" y="1322"/>
                  </a:lnTo>
                  <a:lnTo>
                    <a:pt x="2940" y="1280"/>
                  </a:lnTo>
                  <a:lnTo>
                    <a:pt x="2939" y="1237"/>
                  </a:lnTo>
                  <a:lnTo>
                    <a:pt x="2940" y="1195"/>
                  </a:lnTo>
                  <a:lnTo>
                    <a:pt x="2944" y="1153"/>
                  </a:lnTo>
                  <a:lnTo>
                    <a:pt x="2950" y="1113"/>
                  </a:lnTo>
                  <a:lnTo>
                    <a:pt x="2958" y="1076"/>
                  </a:lnTo>
                  <a:lnTo>
                    <a:pt x="2968" y="1038"/>
                  </a:lnTo>
                  <a:lnTo>
                    <a:pt x="2980" y="1004"/>
                  </a:lnTo>
                  <a:lnTo>
                    <a:pt x="2994" y="971"/>
                  </a:lnTo>
                  <a:lnTo>
                    <a:pt x="3011" y="942"/>
                  </a:lnTo>
                  <a:lnTo>
                    <a:pt x="3027" y="915"/>
                  </a:lnTo>
                  <a:lnTo>
                    <a:pt x="3046" y="890"/>
                  </a:lnTo>
                  <a:lnTo>
                    <a:pt x="3066" y="869"/>
                  </a:lnTo>
                  <a:lnTo>
                    <a:pt x="3087" y="852"/>
                  </a:lnTo>
                  <a:lnTo>
                    <a:pt x="3108" y="838"/>
                  </a:lnTo>
                  <a:lnTo>
                    <a:pt x="3131" y="827"/>
                  </a:lnTo>
                  <a:lnTo>
                    <a:pt x="3155" y="821"/>
                  </a:lnTo>
                  <a:lnTo>
                    <a:pt x="3179" y="819"/>
                  </a:lnTo>
                  <a:close/>
                  <a:moveTo>
                    <a:pt x="3246" y="2144"/>
                  </a:moveTo>
                  <a:lnTo>
                    <a:pt x="3271" y="2146"/>
                  </a:lnTo>
                  <a:lnTo>
                    <a:pt x="3294" y="2152"/>
                  </a:lnTo>
                  <a:lnTo>
                    <a:pt x="3316" y="2162"/>
                  </a:lnTo>
                  <a:lnTo>
                    <a:pt x="3339" y="2176"/>
                  </a:lnTo>
                  <a:lnTo>
                    <a:pt x="3360" y="2194"/>
                  </a:lnTo>
                  <a:lnTo>
                    <a:pt x="3380" y="2215"/>
                  </a:lnTo>
                  <a:lnTo>
                    <a:pt x="3397" y="2240"/>
                  </a:lnTo>
                  <a:lnTo>
                    <a:pt x="3415" y="2267"/>
                  </a:lnTo>
                  <a:lnTo>
                    <a:pt x="3430" y="2296"/>
                  </a:lnTo>
                  <a:lnTo>
                    <a:pt x="3444" y="2329"/>
                  </a:lnTo>
                  <a:lnTo>
                    <a:pt x="3456" y="2363"/>
                  </a:lnTo>
                  <a:lnTo>
                    <a:pt x="3466" y="2400"/>
                  </a:lnTo>
                  <a:lnTo>
                    <a:pt x="3475" y="2438"/>
                  </a:lnTo>
                  <a:lnTo>
                    <a:pt x="3480" y="2478"/>
                  </a:lnTo>
                  <a:lnTo>
                    <a:pt x="3484" y="2520"/>
                  </a:lnTo>
                  <a:lnTo>
                    <a:pt x="3485" y="2562"/>
                  </a:lnTo>
                  <a:lnTo>
                    <a:pt x="3484" y="2604"/>
                  </a:lnTo>
                  <a:lnTo>
                    <a:pt x="3480" y="2647"/>
                  </a:lnTo>
                  <a:lnTo>
                    <a:pt x="3475" y="2686"/>
                  </a:lnTo>
                  <a:lnTo>
                    <a:pt x="3466" y="2725"/>
                  </a:lnTo>
                  <a:lnTo>
                    <a:pt x="3456" y="2762"/>
                  </a:lnTo>
                  <a:lnTo>
                    <a:pt x="3444" y="2796"/>
                  </a:lnTo>
                  <a:lnTo>
                    <a:pt x="3430" y="2828"/>
                  </a:lnTo>
                  <a:lnTo>
                    <a:pt x="3415" y="2858"/>
                  </a:lnTo>
                  <a:lnTo>
                    <a:pt x="3397" y="2886"/>
                  </a:lnTo>
                  <a:lnTo>
                    <a:pt x="3380" y="2909"/>
                  </a:lnTo>
                  <a:lnTo>
                    <a:pt x="3360" y="2930"/>
                  </a:lnTo>
                  <a:lnTo>
                    <a:pt x="3339" y="2949"/>
                  </a:lnTo>
                  <a:lnTo>
                    <a:pt x="3316" y="2963"/>
                  </a:lnTo>
                  <a:lnTo>
                    <a:pt x="3294" y="2974"/>
                  </a:lnTo>
                  <a:lnTo>
                    <a:pt x="3271" y="2980"/>
                  </a:lnTo>
                  <a:lnTo>
                    <a:pt x="3246" y="2982"/>
                  </a:lnTo>
                  <a:lnTo>
                    <a:pt x="3222" y="2980"/>
                  </a:lnTo>
                  <a:lnTo>
                    <a:pt x="3198" y="2974"/>
                  </a:lnTo>
                  <a:lnTo>
                    <a:pt x="3176" y="2963"/>
                  </a:lnTo>
                  <a:lnTo>
                    <a:pt x="3154" y="2949"/>
                  </a:lnTo>
                  <a:lnTo>
                    <a:pt x="3133" y="2930"/>
                  </a:lnTo>
                  <a:lnTo>
                    <a:pt x="3113" y="2909"/>
                  </a:lnTo>
                  <a:lnTo>
                    <a:pt x="3095" y="2886"/>
                  </a:lnTo>
                  <a:lnTo>
                    <a:pt x="3077" y="2858"/>
                  </a:lnTo>
                  <a:lnTo>
                    <a:pt x="3062" y="2828"/>
                  </a:lnTo>
                  <a:lnTo>
                    <a:pt x="3048" y="2796"/>
                  </a:lnTo>
                  <a:lnTo>
                    <a:pt x="3036" y="2762"/>
                  </a:lnTo>
                  <a:lnTo>
                    <a:pt x="3026" y="2725"/>
                  </a:lnTo>
                  <a:lnTo>
                    <a:pt x="3018" y="2686"/>
                  </a:lnTo>
                  <a:lnTo>
                    <a:pt x="3012" y="2647"/>
                  </a:lnTo>
                  <a:lnTo>
                    <a:pt x="3008" y="2604"/>
                  </a:lnTo>
                  <a:lnTo>
                    <a:pt x="3007" y="2562"/>
                  </a:lnTo>
                  <a:lnTo>
                    <a:pt x="3008" y="2520"/>
                  </a:lnTo>
                  <a:lnTo>
                    <a:pt x="3012" y="2478"/>
                  </a:lnTo>
                  <a:lnTo>
                    <a:pt x="3018" y="2438"/>
                  </a:lnTo>
                  <a:lnTo>
                    <a:pt x="3026" y="2400"/>
                  </a:lnTo>
                  <a:lnTo>
                    <a:pt x="3036" y="2363"/>
                  </a:lnTo>
                  <a:lnTo>
                    <a:pt x="3048" y="2329"/>
                  </a:lnTo>
                  <a:lnTo>
                    <a:pt x="3062" y="2296"/>
                  </a:lnTo>
                  <a:lnTo>
                    <a:pt x="3077" y="2267"/>
                  </a:lnTo>
                  <a:lnTo>
                    <a:pt x="3095" y="2240"/>
                  </a:lnTo>
                  <a:lnTo>
                    <a:pt x="3113" y="2215"/>
                  </a:lnTo>
                  <a:lnTo>
                    <a:pt x="3133" y="2194"/>
                  </a:lnTo>
                  <a:lnTo>
                    <a:pt x="3154" y="2176"/>
                  </a:lnTo>
                  <a:lnTo>
                    <a:pt x="3176" y="2162"/>
                  </a:lnTo>
                  <a:lnTo>
                    <a:pt x="3198" y="2152"/>
                  </a:lnTo>
                  <a:lnTo>
                    <a:pt x="3222" y="2146"/>
                  </a:lnTo>
                  <a:lnTo>
                    <a:pt x="3246" y="214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5506" name="Freeform 48"/>
            <p:cNvSpPr>
              <a:spLocks/>
            </p:cNvSpPr>
            <p:nvPr/>
          </p:nvSpPr>
          <p:spPr bwMode="auto">
            <a:xfrm>
              <a:off x="1267" y="1588"/>
              <a:ext cx="87" cy="52"/>
            </a:xfrm>
            <a:custGeom>
              <a:avLst/>
              <a:gdLst>
                <a:gd name="T0" fmla="*/ 3 w 437"/>
                <a:gd name="T1" fmla="*/ 2 h 260"/>
                <a:gd name="T2" fmla="*/ 3 w 437"/>
                <a:gd name="T3" fmla="*/ 2 h 260"/>
                <a:gd name="T4" fmla="*/ 3 w 437"/>
                <a:gd name="T5" fmla="*/ 2 h 260"/>
                <a:gd name="T6" fmla="*/ 3 w 437"/>
                <a:gd name="T7" fmla="*/ 2 h 260"/>
                <a:gd name="T8" fmla="*/ 3 w 437"/>
                <a:gd name="T9" fmla="*/ 1 h 260"/>
                <a:gd name="T10" fmla="*/ 3 w 437"/>
                <a:gd name="T11" fmla="*/ 1 h 260"/>
                <a:gd name="T12" fmla="*/ 3 w 437"/>
                <a:gd name="T13" fmla="*/ 1 h 260"/>
                <a:gd name="T14" fmla="*/ 3 w 437"/>
                <a:gd name="T15" fmla="*/ 1 h 260"/>
                <a:gd name="T16" fmla="*/ 3 w 437"/>
                <a:gd name="T17" fmla="*/ 1 h 260"/>
                <a:gd name="T18" fmla="*/ 2 w 437"/>
                <a:gd name="T19" fmla="*/ 1 h 260"/>
                <a:gd name="T20" fmla="*/ 2 w 437"/>
                <a:gd name="T21" fmla="*/ 0 h 260"/>
                <a:gd name="T22" fmla="*/ 2 w 437"/>
                <a:gd name="T23" fmla="*/ 0 h 260"/>
                <a:gd name="T24" fmla="*/ 2 w 437"/>
                <a:gd name="T25" fmla="*/ 0 h 260"/>
                <a:gd name="T26" fmla="*/ 1 w 437"/>
                <a:gd name="T27" fmla="*/ 0 h 260"/>
                <a:gd name="T28" fmla="*/ 1 w 437"/>
                <a:gd name="T29" fmla="*/ 0 h 260"/>
                <a:gd name="T30" fmla="*/ 1 w 437"/>
                <a:gd name="T31" fmla="*/ 0 h 260"/>
                <a:gd name="T32" fmla="*/ 0 w 437"/>
                <a:gd name="T33" fmla="*/ 0 h 260"/>
                <a:gd name="T34" fmla="*/ 0 w 437"/>
                <a:gd name="T35" fmla="*/ 0 h 260"/>
                <a:gd name="T36" fmla="*/ 0 w 437"/>
                <a:gd name="T37" fmla="*/ 0 h 260"/>
                <a:gd name="T38" fmla="*/ 0 w 437"/>
                <a:gd name="T39" fmla="*/ 0 h 260"/>
                <a:gd name="T40" fmla="*/ 1 w 437"/>
                <a:gd name="T41" fmla="*/ 0 h 260"/>
                <a:gd name="T42" fmla="*/ 1 w 437"/>
                <a:gd name="T43" fmla="*/ 0 h 260"/>
                <a:gd name="T44" fmla="*/ 1 w 437"/>
                <a:gd name="T45" fmla="*/ 0 h 260"/>
                <a:gd name="T46" fmla="*/ 2 w 437"/>
                <a:gd name="T47" fmla="*/ 0 h 260"/>
                <a:gd name="T48" fmla="*/ 2 w 437"/>
                <a:gd name="T49" fmla="*/ 0 h 260"/>
                <a:gd name="T50" fmla="*/ 2 w 437"/>
                <a:gd name="T51" fmla="*/ 1 h 260"/>
                <a:gd name="T52" fmla="*/ 2 w 437"/>
                <a:gd name="T53" fmla="*/ 1 h 260"/>
                <a:gd name="T54" fmla="*/ 3 w 437"/>
                <a:gd name="T55" fmla="*/ 1 h 260"/>
                <a:gd name="T56" fmla="*/ 3 w 437"/>
                <a:gd name="T57" fmla="*/ 1 h 260"/>
                <a:gd name="T58" fmla="*/ 3 w 437"/>
                <a:gd name="T59" fmla="*/ 1 h 260"/>
                <a:gd name="T60" fmla="*/ 3 w 437"/>
                <a:gd name="T61" fmla="*/ 1 h 260"/>
                <a:gd name="T62" fmla="*/ 3 w 437"/>
                <a:gd name="T63" fmla="*/ 1 h 260"/>
                <a:gd name="T64" fmla="*/ 3 w 437"/>
                <a:gd name="T65" fmla="*/ 2 h 260"/>
                <a:gd name="T66" fmla="*/ 3 w 437"/>
                <a:gd name="T67" fmla="*/ 2 h 260"/>
                <a:gd name="T68" fmla="*/ 3 w 437"/>
                <a:gd name="T69" fmla="*/ 2 h 260"/>
                <a:gd name="T70" fmla="*/ 3 w 437"/>
                <a:gd name="T71" fmla="*/ 2 h 260"/>
                <a:gd name="T72" fmla="*/ 3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437" y="260"/>
                  </a:moveTo>
                  <a:lnTo>
                    <a:pt x="437" y="260"/>
                  </a:lnTo>
                  <a:lnTo>
                    <a:pt x="434" y="233"/>
                  </a:lnTo>
                  <a:lnTo>
                    <a:pt x="427" y="206"/>
                  </a:lnTo>
                  <a:lnTo>
                    <a:pt x="417" y="181"/>
                  </a:lnTo>
                  <a:lnTo>
                    <a:pt x="401" y="157"/>
                  </a:lnTo>
                  <a:lnTo>
                    <a:pt x="383" y="133"/>
                  </a:lnTo>
                  <a:lnTo>
                    <a:pt x="360" y="113"/>
                  </a:lnTo>
                  <a:lnTo>
                    <a:pt x="336" y="93"/>
                  </a:lnTo>
                  <a:lnTo>
                    <a:pt x="308" y="73"/>
                  </a:lnTo>
                  <a:lnTo>
                    <a:pt x="276" y="58"/>
                  </a:lnTo>
                  <a:lnTo>
                    <a:pt x="242" y="43"/>
                  </a:lnTo>
                  <a:lnTo>
                    <a:pt x="207" y="30"/>
                  </a:lnTo>
                  <a:lnTo>
                    <a:pt x="168" y="19"/>
                  </a:lnTo>
                  <a:lnTo>
                    <a:pt x="128" y="11"/>
                  </a:lnTo>
                  <a:lnTo>
                    <a:pt x="87" y="4"/>
                  </a:lnTo>
                  <a:lnTo>
                    <a:pt x="43" y="1"/>
                  </a:lnTo>
                  <a:lnTo>
                    <a:pt x="0" y="0"/>
                  </a:lnTo>
                  <a:lnTo>
                    <a:pt x="0" y="11"/>
                  </a:lnTo>
                  <a:lnTo>
                    <a:pt x="43" y="12"/>
                  </a:lnTo>
                  <a:lnTo>
                    <a:pt x="85" y="16"/>
                  </a:lnTo>
                  <a:lnTo>
                    <a:pt x="126" y="23"/>
                  </a:lnTo>
                  <a:lnTo>
                    <a:pt x="166" y="31"/>
                  </a:lnTo>
                  <a:lnTo>
                    <a:pt x="202" y="42"/>
                  </a:lnTo>
                  <a:lnTo>
                    <a:pt x="237" y="55"/>
                  </a:lnTo>
                  <a:lnTo>
                    <a:pt x="271" y="70"/>
                  </a:lnTo>
                  <a:lnTo>
                    <a:pt x="301" y="85"/>
                  </a:lnTo>
                  <a:lnTo>
                    <a:pt x="329" y="103"/>
                  </a:lnTo>
                  <a:lnTo>
                    <a:pt x="353" y="123"/>
                  </a:lnTo>
                  <a:lnTo>
                    <a:pt x="373" y="143"/>
                  </a:lnTo>
                  <a:lnTo>
                    <a:pt x="392" y="164"/>
                  </a:lnTo>
                  <a:lnTo>
                    <a:pt x="405" y="186"/>
                  </a:lnTo>
                  <a:lnTo>
                    <a:pt x="415" y="211"/>
                  </a:lnTo>
                  <a:lnTo>
                    <a:pt x="422" y="235"/>
                  </a:lnTo>
                  <a:lnTo>
                    <a:pt x="425" y="260"/>
                  </a:lnTo>
                  <a:lnTo>
                    <a:pt x="437"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5507" name="Freeform 49"/>
            <p:cNvSpPr>
              <a:spLocks/>
            </p:cNvSpPr>
            <p:nvPr/>
          </p:nvSpPr>
          <p:spPr bwMode="auto">
            <a:xfrm>
              <a:off x="1267" y="1640"/>
              <a:ext cx="87" cy="52"/>
            </a:xfrm>
            <a:custGeom>
              <a:avLst/>
              <a:gdLst>
                <a:gd name="T0" fmla="*/ 0 w 437"/>
                <a:gd name="T1" fmla="*/ 2 h 260"/>
                <a:gd name="T2" fmla="*/ 0 w 437"/>
                <a:gd name="T3" fmla="*/ 2 h 260"/>
                <a:gd name="T4" fmla="*/ 0 w 437"/>
                <a:gd name="T5" fmla="*/ 2 h 260"/>
                <a:gd name="T6" fmla="*/ 1 w 437"/>
                <a:gd name="T7" fmla="*/ 2 h 260"/>
                <a:gd name="T8" fmla="*/ 1 w 437"/>
                <a:gd name="T9" fmla="*/ 2 h 260"/>
                <a:gd name="T10" fmla="*/ 1 w 437"/>
                <a:gd name="T11" fmla="*/ 2 h 260"/>
                <a:gd name="T12" fmla="*/ 2 w 437"/>
                <a:gd name="T13" fmla="*/ 2 h 260"/>
                <a:gd name="T14" fmla="*/ 2 w 437"/>
                <a:gd name="T15" fmla="*/ 2 h 260"/>
                <a:gd name="T16" fmla="*/ 2 w 437"/>
                <a:gd name="T17" fmla="*/ 2 h 260"/>
                <a:gd name="T18" fmla="*/ 2 w 437"/>
                <a:gd name="T19" fmla="*/ 1 h 260"/>
                <a:gd name="T20" fmla="*/ 3 w 437"/>
                <a:gd name="T21" fmla="*/ 1 h 260"/>
                <a:gd name="T22" fmla="*/ 3 w 437"/>
                <a:gd name="T23" fmla="*/ 1 h 260"/>
                <a:gd name="T24" fmla="*/ 3 w 437"/>
                <a:gd name="T25" fmla="*/ 1 h 260"/>
                <a:gd name="T26" fmla="*/ 3 w 437"/>
                <a:gd name="T27" fmla="*/ 1 h 260"/>
                <a:gd name="T28" fmla="*/ 3 w 437"/>
                <a:gd name="T29" fmla="*/ 1 h 260"/>
                <a:gd name="T30" fmla="*/ 3 w 437"/>
                <a:gd name="T31" fmla="*/ 0 h 260"/>
                <a:gd name="T32" fmla="*/ 3 w 437"/>
                <a:gd name="T33" fmla="*/ 0 h 260"/>
                <a:gd name="T34" fmla="*/ 3 w 437"/>
                <a:gd name="T35" fmla="*/ 0 h 260"/>
                <a:gd name="T36" fmla="*/ 3 w 437"/>
                <a:gd name="T37" fmla="*/ 0 h 260"/>
                <a:gd name="T38" fmla="*/ 3 w 437"/>
                <a:gd name="T39" fmla="*/ 0 h 260"/>
                <a:gd name="T40" fmla="*/ 3 w 437"/>
                <a:gd name="T41" fmla="*/ 0 h 260"/>
                <a:gd name="T42" fmla="*/ 3 w 437"/>
                <a:gd name="T43" fmla="*/ 1 h 260"/>
                <a:gd name="T44" fmla="*/ 3 w 437"/>
                <a:gd name="T45" fmla="*/ 1 h 260"/>
                <a:gd name="T46" fmla="*/ 3 w 437"/>
                <a:gd name="T47" fmla="*/ 1 h 260"/>
                <a:gd name="T48" fmla="*/ 3 w 437"/>
                <a:gd name="T49" fmla="*/ 1 h 260"/>
                <a:gd name="T50" fmla="*/ 3 w 437"/>
                <a:gd name="T51" fmla="*/ 1 h 260"/>
                <a:gd name="T52" fmla="*/ 2 w 437"/>
                <a:gd name="T53" fmla="*/ 1 h 260"/>
                <a:gd name="T54" fmla="*/ 2 w 437"/>
                <a:gd name="T55" fmla="*/ 2 h 260"/>
                <a:gd name="T56" fmla="*/ 2 w 437"/>
                <a:gd name="T57" fmla="*/ 2 h 260"/>
                <a:gd name="T58" fmla="*/ 2 w 437"/>
                <a:gd name="T59" fmla="*/ 2 h 260"/>
                <a:gd name="T60" fmla="*/ 1 w 437"/>
                <a:gd name="T61" fmla="*/ 2 h 260"/>
                <a:gd name="T62" fmla="*/ 1 w 437"/>
                <a:gd name="T63" fmla="*/ 2 h 260"/>
                <a:gd name="T64" fmla="*/ 1 w 437"/>
                <a:gd name="T65" fmla="*/ 2 h 260"/>
                <a:gd name="T66" fmla="*/ 0 w 437"/>
                <a:gd name="T67" fmla="*/ 2 h 260"/>
                <a:gd name="T68" fmla="*/ 0 w 437"/>
                <a:gd name="T69" fmla="*/ 2 h 260"/>
                <a:gd name="T70" fmla="*/ 0 w 437"/>
                <a:gd name="T71" fmla="*/ 2 h 260"/>
                <a:gd name="T72" fmla="*/ 0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0" y="260"/>
                  </a:moveTo>
                  <a:lnTo>
                    <a:pt x="0" y="260"/>
                  </a:lnTo>
                  <a:lnTo>
                    <a:pt x="43" y="259"/>
                  </a:lnTo>
                  <a:lnTo>
                    <a:pt x="87" y="255"/>
                  </a:lnTo>
                  <a:lnTo>
                    <a:pt x="128" y="248"/>
                  </a:lnTo>
                  <a:lnTo>
                    <a:pt x="168" y="240"/>
                  </a:lnTo>
                  <a:lnTo>
                    <a:pt x="207" y="230"/>
                  </a:lnTo>
                  <a:lnTo>
                    <a:pt x="242" y="217"/>
                  </a:lnTo>
                  <a:lnTo>
                    <a:pt x="276" y="202"/>
                  </a:lnTo>
                  <a:lnTo>
                    <a:pt x="308" y="185"/>
                  </a:lnTo>
                  <a:lnTo>
                    <a:pt x="336" y="166"/>
                  </a:lnTo>
                  <a:lnTo>
                    <a:pt x="360" y="146"/>
                  </a:lnTo>
                  <a:lnTo>
                    <a:pt x="383" y="125"/>
                  </a:lnTo>
                  <a:lnTo>
                    <a:pt x="401" y="102"/>
                  </a:lnTo>
                  <a:lnTo>
                    <a:pt x="417" y="77"/>
                  </a:lnTo>
                  <a:lnTo>
                    <a:pt x="427" y="53"/>
                  </a:lnTo>
                  <a:lnTo>
                    <a:pt x="434" y="27"/>
                  </a:lnTo>
                  <a:lnTo>
                    <a:pt x="437" y="0"/>
                  </a:lnTo>
                  <a:lnTo>
                    <a:pt x="425" y="0"/>
                  </a:lnTo>
                  <a:lnTo>
                    <a:pt x="422" y="24"/>
                  </a:lnTo>
                  <a:lnTo>
                    <a:pt x="415" y="48"/>
                  </a:lnTo>
                  <a:lnTo>
                    <a:pt x="405" y="73"/>
                  </a:lnTo>
                  <a:lnTo>
                    <a:pt x="392" y="95"/>
                  </a:lnTo>
                  <a:lnTo>
                    <a:pt x="373" y="116"/>
                  </a:lnTo>
                  <a:lnTo>
                    <a:pt x="353" y="137"/>
                  </a:lnTo>
                  <a:lnTo>
                    <a:pt x="329" y="157"/>
                  </a:lnTo>
                  <a:lnTo>
                    <a:pt x="301" y="173"/>
                  </a:lnTo>
                  <a:lnTo>
                    <a:pt x="271" y="190"/>
                  </a:lnTo>
                  <a:lnTo>
                    <a:pt x="237" y="205"/>
                  </a:lnTo>
                  <a:lnTo>
                    <a:pt x="202" y="218"/>
                  </a:lnTo>
                  <a:lnTo>
                    <a:pt x="166" y="228"/>
                  </a:lnTo>
                  <a:lnTo>
                    <a:pt x="126" y="237"/>
                  </a:lnTo>
                  <a:lnTo>
                    <a:pt x="85" y="244"/>
                  </a:lnTo>
                  <a:lnTo>
                    <a:pt x="43" y="247"/>
                  </a:lnTo>
                  <a:lnTo>
                    <a:pt x="0" y="248"/>
                  </a:lnTo>
                  <a:lnTo>
                    <a:pt x="0"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5508" name="Freeform 50"/>
            <p:cNvSpPr>
              <a:spLocks/>
            </p:cNvSpPr>
            <p:nvPr/>
          </p:nvSpPr>
          <p:spPr bwMode="auto">
            <a:xfrm>
              <a:off x="1179" y="1640"/>
              <a:ext cx="88" cy="52"/>
            </a:xfrm>
            <a:custGeom>
              <a:avLst/>
              <a:gdLst>
                <a:gd name="T0" fmla="*/ 0 w 439"/>
                <a:gd name="T1" fmla="*/ 0 h 260"/>
                <a:gd name="T2" fmla="*/ 0 w 439"/>
                <a:gd name="T3" fmla="*/ 0 h 260"/>
                <a:gd name="T4" fmla="*/ 0 w 439"/>
                <a:gd name="T5" fmla="*/ 0 h 260"/>
                <a:gd name="T6" fmla="*/ 0 w 439"/>
                <a:gd name="T7" fmla="*/ 0 h 260"/>
                <a:gd name="T8" fmla="*/ 0 w 439"/>
                <a:gd name="T9" fmla="*/ 1 h 260"/>
                <a:gd name="T10" fmla="*/ 0 w 439"/>
                <a:gd name="T11" fmla="*/ 1 h 260"/>
                <a:gd name="T12" fmla="*/ 0 w 439"/>
                <a:gd name="T13" fmla="*/ 1 h 260"/>
                <a:gd name="T14" fmla="*/ 1 w 439"/>
                <a:gd name="T15" fmla="*/ 1 h 260"/>
                <a:gd name="T16" fmla="*/ 1 w 439"/>
                <a:gd name="T17" fmla="*/ 1 h 260"/>
                <a:gd name="T18" fmla="*/ 1 w 439"/>
                <a:gd name="T19" fmla="*/ 1 h 260"/>
                <a:gd name="T20" fmla="*/ 1 w 439"/>
                <a:gd name="T21" fmla="*/ 2 h 260"/>
                <a:gd name="T22" fmla="*/ 2 w 439"/>
                <a:gd name="T23" fmla="*/ 2 h 260"/>
                <a:gd name="T24" fmla="*/ 2 w 439"/>
                <a:gd name="T25" fmla="*/ 2 h 260"/>
                <a:gd name="T26" fmla="*/ 2 w 439"/>
                <a:gd name="T27" fmla="*/ 2 h 260"/>
                <a:gd name="T28" fmla="*/ 2 w 439"/>
                <a:gd name="T29" fmla="*/ 2 h 260"/>
                <a:gd name="T30" fmla="*/ 3 w 439"/>
                <a:gd name="T31" fmla="*/ 2 h 260"/>
                <a:gd name="T32" fmla="*/ 3 w 439"/>
                <a:gd name="T33" fmla="*/ 2 h 260"/>
                <a:gd name="T34" fmla="*/ 4 w 439"/>
                <a:gd name="T35" fmla="*/ 2 h 260"/>
                <a:gd name="T36" fmla="*/ 4 w 439"/>
                <a:gd name="T37" fmla="*/ 2 h 260"/>
                <a:gd name="T38" fmla="*/ 3 w 439"/>
                <a:gd name="T39" fmla="*/ 2 h 260"/>
                <a:gd name="T40" fmla="*/ 3 w 439"/>
                <a:gd name="T41" fmla="*/ 2 h 260"/>
                <a:gd name="T42" fmla="*/ 3 w 439"/>
                <a:gd name="T43" fmla="*/ 2 h 260"/>
                <a:gd name="T44" fmla="*/ 2 w 439"/>
                <a:gd name="T45" fmla="*/ 2 h 260"/>
                <a:gd name="T46" fmla="*/ 2 w 439"/>
                <a:gd name="T47" fmla="*/ 2 h 260"/>
                <a:gd name="T48" fmla="*/ 2 w 439"/>
                <a:gd name="T49" fmla="*/ 2 h 260"/>
                <a:gd name="T50" fmla="*/ 1 w 439"/>
                <a:gd name="T51" fmla="*/ 2 h 260"/>
                <a:gd name="T52" fmla="*/ 1 w 439"/>
                <a:gd name="T53" fmla="*/ 1 h 260"/>
                <a:gd name="T54" fmla="*/ 1 w 439"/>
                <a:gd name="T55" fmla="*/ 1 h 260"/>
                <a:gd name="T56" fmla="*/ 1 w 439"/>
                <a:gd name="T57" fmla="*/ 1 h 260"/>
                <a:gd name="T58" fmla="*/ 1 w 439"/>
                <a:gd name="T59" fmla="*/ 1 h 260"/>
                <a:gd name="T60" fmla="*/ 0 w 439"/>
                <a:gd name="T61" fmla="*/ 1 h 260"/>
                <a:gd name="T62" fmla="*/ 0 w 439"/>
                <a:gd name="T63" fmla="*/ 1 h 260"/>
                <a:gd name="T64" fmla="*/ 0 w 439"/>
                <a:gd name="T65" fmla="*/ 0 h 260"/>
                <a:gd name="T66" fmla="*/ 0 w 439"/>
                <a:gd name="T67" fmla="*/ 0 h 260"/>
                <a:gd name="T68" fmla="*/ 0 w 439"/>
                <a:gd name="T69" fmla="*/ 0 h 260"/>
                <a:gd name="T70" fmla="*/ 0 w 439"/>
                <a:gd name="T71" fmla="*/ 0 h 260"/>
                <a:gd name="T72" fmla="*/ 0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0" y="0"/>
                  </a:moveTo>
                  <a:lnTo>
                    <a:pt x="0" y="0"/>
                  </a:lnTo>
                  <a:lnTo>
                    <a:pt x="3" y="27"/>
                  </a:lnTo>
                  <a:lnTo>
                    <a:pt x="10" y="53"/>
                  </a:lnTo>
                  <a:lnTo>
                    <a:pt x="20" y="77"/>
                  </a:lnTo>
                  <a:lnTo>
                    <a:pt x="35" y="102"/>
                  </a:lnTo>
                  <a:lnTo>
                    <a:pt x="54" y="125"/>
                  </a:lnTo>
                  <a:lnTo>
                    <a:pt x="76" y="146"/>
                  </a:lnTo>
                  <a:lnTo>
                    <a:pt x="102" y="166"/>
                  </a:lnTo>
                  <a:lnTo>
                    <a:pt x="130" y="185"/>
                  </a:lnTo>
                  <a:lnTo>
                    <a:pt x="162" y="202"/>
                  </a:lnTo>
                  <a:lnTo>
                    <a:pt x="195" y="217"/>
                  </a:lnTo>
                  <a:lnTo>
                    <a:pt x="231" y="230"/>
                  </a:lnTo>
                  <a:lnTo>
                    <a:pt x="270" y="240"/>
                  </a:lnTo>
                  <a:lnTo>
                    <a:pt x="310" y="248"/>
                  </a:lnTo>
                  <a:lnTo>
                    <a:pt x="351" y="255"/>
                  </a:lnTo>
                  <a:lnTo>
                    <a:pt x="395" y="259"/>
                  </a:lnTo>
                  <a:lnTo>
                    <a:pt x="439" y="260"/>
                  </a:lnTo>
                  <a:lnTo>
                    <a:pt x="439" y="248"/>
                  </a:lnTo>
                  <a:lnTo>
                    <a:pt x="395" y="247"/>
                  </a:lnTo>
                  <a:lnTo>
                    <a:pt x="353" y="244"/>
                  </a:lnTo>
                  <a:lnTo>
                    <a:pt x="312" y="237"/>
                  </a:lnTo>
                  <a:lnTo>
                    <a:pt x="272" y="228"/>
                  </a:lnTo>
                  <a:lnTo>
                    <a:pt x="236" y="218"/>
                  </a:lnTo>
                  <a:lnTo>
                    <a:pt x="200" y="205"/>
                  </a:lnTo>
                  <a:lnTo>
                    <a:pt x="167" y="190"/>
                  </a:lnTo>
                  <a:lnTo>
                    <a:pt x="137" y="173"/>
                  </a:lnTo>
                  <a:lnTo>
                    <a:pt x="109" y="157"/>
                  </a:lnTo>
                  <a:lnTo>
                    <a:pt x="84" y="137"/>
                  </a:lnTo>
                  <a:lnTo>
                    <a:pt x="64" y="116"/>
                  </a:lnTo>
                  <a:lnTo>
                    <a:pt x="45" y="95"/>
                  </a:lnTo>
                  <a:lnTo>
                    <a:pt x="32" y="73"/>
                  </a:lnTo>
                  <a:lnTo>
                    <a:pt x="21" y="48"/>
                  </a:lnTo>
                  <a:lnTo>
                    <a:pt x="14" y="24"/>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5509" name="Freeform 51"/>
            <p:cNvSpPr>
              <a:spLocks/>
            </p:cNvSpPr>
            <p:nvPr/>
          </p:nvSpPr>
          <p:spPr bwMode="auto">
            <a:xfrm>
              <a:off x="1179" y="1588"/>
              <a:ext cx="88" cy="52"/>
            </a:xfrm>
            <a:custGeom>
              <a:avLst/>
              <a:gdLst>
                <a:gd name="T0" fmla="*/ 4 w 439"/>
                <a:gd name="T1" fmla="*/ 0 h 260"/>
                <a:gd name="T2" fmla="*/ 4 w 439"/>
                <a:gd name="T3" fmla="*/ 0 h 260"/>
                <a:gd name="T4" fmla="*/ 3 w 439"/>
                <a:gd name="T5" fmla="*/ 0 h 260"/>
                <a:gd name="T6" fmla="*/ 3 w 439"/>
                <a:gd name="T7" fmla="*/ 0 h 260"/>
                <a:gd name="T8" fmla="*/ 2 w 439"/>
                <a:gd name="T9" fmla="*/ 0 h 260"/>
                <a:gd name="T10" fmla="*/ 2 w 439"/>
                <a:gd name="T11" fmla="*/ 0 h 260"/>
                <a:gd name="T12" fmla="*/ 2 w 439"/>
                <a:gd name="T13" fmla="*/ 0 h 260"/>
                <a:gd name="T14" fmla="*/ 2 w 439"/>
                <a:gd name="T15" fmla="*/ 0 h 260"/>
                <a:gd name="T16" fmla="*/ 1 w 439"/>
                <a:gd name="T17" fmla="*/ 0 h 260"/>
                <a:gd name="T18" fmla="*/ 1 w 439"/>
                <a:gd name="T19" fmla="*/ 1 h 260"/>
                <a:gd name="T20" fmla="*/ 1 w 439"/>
                <a:gd name="T21" fmla="*/ 1 h 260"/>
                <a:gd name="T22" fmla="*/ 1 w 439"/>
                <a:gd name="T23" fmla="*/ 1 h 260"/>
                <a:gd name="T24" fmla="*/ 0 w 439"/>
                <a:gd name="T25" fmla="*/ 1 h 260"/>
                <a:gd name="T26" fmla="*/ 0 w 439"/>
                <a:gd name="T27" fmla="*/ 1 h 260"/>
                <a:gd name="T28" fmla="*/ 0 w 439"/>
                <a:gd name="T29" fmla="*/ 1 h 260"/>
                <a:gd name="T30" fmla="*/ 0 w 439"/>
                <a:gd name="T31" fmla="*/ 2 h 260"/>
                <a:gd name="T32" fmla="*/ 0 w 439"/>
                <a:gd name="T33" fmla="*/ 2 h 260"/>
                <a:gd name="T34" fmla="*/ 0 w 439"/>
                <a:gd name="T35" fmla="*/ 2 h 260"/>
                <a:gd name="T36" fmla="*/ 0 w 439"/>
                <a:gd name="T37" fmla="*/ 2 h 260"/>
                <a:gd name="T38" fmla="*/ 0 w 439"/>
                <a:gd name="T39" fmla="*/ 2 h 260"/>
                <a:gd name="T40" fmla="*/ 0 w 439"/>
                <a:gd name="T41" fmla="*/ 2 h 260"/>
                <a:gd name="T42" fmla="*/ 0 w 439"/>
                <a:gd name="T43" fmla="*/ 1 h 260"/>
                <a:gd name="T44" fmla="*/ 0 w 439"/>
                <a:gd name="T45" fmla="*/ 1 h 260"/>
                <a:gd name="T46" fmla="*/ 1 w 439"/>
                <a:gd name="T47" fmla="*/ 1 h 260"/>
                <a:gd name="T48" fmla="*/ 1 w 439"/>
                <a:gd name="T49" fmla="*/ 1 h 260"/>
                <a:gd name="T50" fmla="*/ 1 w 439"/>
                <a:gd name="T51" fmla="*/ 1 h 260"/>
                <a:gd name="T52" fmla="*/ 1 w 439"/>
                <a:gd name="T53" fmla="*/ 1 h 260"/>
                <a:gd name="T54" fmla="*/ 1 w 439"/>
                <a:gd name="T55" fmla="*/ 1 h 260"/>
                <a:gd name="T56" fmla="*/ 2 w 439"/>
                <a:gd name="T57" fmla="*/ 0 h 260"/>
                <a:gd name="T58" fmla="*/ 2 w 439"/>
                <a:gd name="T59" fmla="*/ 0 h 260"/>
                <a:gd name="T60" fmla="*/ 2 w 439"/>
                <a:gd name="T61" fmla="*/ 0 h 260"/>
                <a:gd name="T62" fmla="*/ 3 w 439"/>
                <a:gd name="T63" fmla="*/ 0 h 260"/>
                <a:gd name="T64" fmla="*/ 3 w 439"/>
                <a:gd name="T65" fmla="*/ 0 h 260"/>
                <a:gd name="T66" fmla="*/ 3 w 439"/>
                <a:gd name="T67" fmla="*/ 0 h 260"/>
                <a:gd name="T68" fmla="*/ 4 w 439"/>
                <a:gd name="T69" fmla="*/ 0 h 260"/>
                <a:gd name="T70" fmla="*/ 4 w 439"/>
                <a:gd name="T71" fmla="*/ 0 h 260"/>
                <a:gd name="T72" fmla="*/ 4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439" y="0"/>
                  </a:moveTo>
                  <a:lnTo>
                    <a:pt x="439" y="0"/>
                  </a:lnTo>
                  <a:lnTo>
                    <a:pt x="395" y="1"/>
                  </a:lnTo>
                  <a:lnTo>
                    <a:pt x="351" y="4"/>
                  </a:lnTo>
                  <a:lnTo>
                    <a:pt x="310" y="11"/>
                  </a:lnTo>
                  <a:lnTo>
                    <a:pt x="270" y="19"/>
                  </a:lnTo>
                  <a:lnTo>
                    <a:pt x="231" y="30"/>
                  </a:lnTo>
                  <a:lnTo>
                    <a:pt x="195" y="43"/>
                  </a:lnTo>
                  <a:lnTo>
                    <a:pt x="162" y="58"/>
                  </a:lnTo>
                  <a:lnTo>
                    <a:pt x="130" y="73"/>
                  </a:lnTo>
                  <a:lnTo>
                    <a:pt x="102" y="93"/>
                  </a:lnTo>
                  <a:lnTo>
                    <a:pt x="76" y="113"/>
                  </a:lnTo>
                  <a:lnTo>
                    <a:pt x="54" y="133"/>
                  </a:lnTo>
                  <a:lnTo>
                    <a:pt x="35" y="157"/>
                  </a:lnTo>
                  <a:lnTo>
                    <a:pt x="20" y="181"/>
                  </a:lnTo>
                  <a:lnTo>
                    <a:pt x="10" y="206"/>
                  </a:lnTo>
                  <a:lnTo>
                    <a:pt x="3" y="233"/>
                  </a:lnTo>
                  <a:lnTo>
                    <a:pt x="0" y="260"/>
                  </a:lnTo>
                  <a:lnTo>
                    <a:pt x="12" y="260"/>
                  </a:lnTo>
                  <a:lnTo>
                    <a:pt x="14" y="235"/>
                  </a:lnTo>
                  <a:lnTo>
                    <a:pt x="21" y="211"/>
                  </a:lnTo>
                  <a:lnTo>
                    <a:pt x="32" y="186"/>
                  </a:lnTo>
                  <a:lnTo>
                    <a:pt x="45" y="164"/>
                  </a:lnTo>
                  <a:lnTo>
                    <a:pt x="64" y="143"/>
                  </a:lnTo>
                  <a:lnTo>
                    <a:pt x="84" y="123"/>
                  </a:lnTo>
                  <a:lnTo>
                    <a:pt x="109" y="103"/>
                  </a:lnTo>
                  <a:lnTo>
                    <a:pt x="137" y="85"/>
                  </a:lnTo>
                  <a:lnTo>
                    <a:pt x="167" y="70"/>
                  </a:lnTo>
                  <a:lnTo>
                    <a:pt x="200" y="55"/>
                  </a:lnTo>
                  <a:lnTo>
                    <a:pt x="236" y="42"/>
                  </a:lnTo>
                  <a:lnTo>
                    <a:pt x="272" y="31"/>
                  </a:lnTo>
                  <a:lnTo>
                    <a:pt x="312" y="23"/>
                  </a:lnTo>
                  <a:lnTo>
                    <a:pt x="353" y="16"/>
                  </a:lnTo>
                  <a:lnTo>
                    <a:pt x="395" y="12"/>
                  </a:lnTo>
                  <a:lnTo>
                    <a:pt x="439" y="11"/>
                  </a:lnTo>
                  <a:lnTo>
                    <a:pt x="439"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5510" name="Freeform 52"/>
            <p:cNvSpPr>
              <a:spLocks/>
            </p:cNvSpPr>
            <p:nvPr/>
          </p:nvSpPr>
          <p:spPr bwMode="auto">
            <a:xfrm>
              <a:off x="964" y="1745"/>
              <a:ext cx="48" cy="85"/>
            </a:xfrm>
            <a:custGeom>
              <a:avLst/>
              <a:gdLst>
                <a:gd name="T0" fmla="*/ 2 w 244"/>
                <a:gd name="T1" fmla="*/ 3 h 426"/>
                <a:gd name="T2" fmla="*/ 2 w 244"/>
                <a:gd name="T3" fmla="*/ 3 h 426"/>
                <a:gd name="T4" fmla="*/ 2 w 244"/>
                <a:gd name="T5" fmla="*/ 3 h 426"/>
                <a:gd name="T6" fmla="*/ 2 w 244"/>
                <a:gd name="T7" fmla="*/ 3 h 426"/>
                <a:gd name="T8" fmla="*/ 2 w 244"/>
                <a:gd name="T9" fmla="*/ 2 h 426"/>
                <a:gd name="T10" fmla="*/ 2 w 244"/>
                <a:gd name="T11" fmla="*/ 2 h 426"/>
                <a:gd name="T12" fmla="*/ 2 w 244"/>
                <a:gd name="T13" fmla="*/ 2 h 426"/>
                <a:gd name="T14" fmla="*/ 2 w 244"/>
                <a:gd name="T15" fmla="*/ 2 h 426"/>
                <a:gd name="T16" fmla="*/ 1 w 244"/>
                <a:gd name="T17" fmla="*/ 1 h 426"/>
                <a:gd name="T18" fmla="*/ 1 w 244"/>
                <a:gd name="T19" fmla="*/ 1 h 426"/>
                <a:gd name="T20" fmla="*/ 1 w 244"/>
                <a:gd name="T21" fmla="*/ 1 h 426"/>
                <a:gd name="T22" fmla="*/ 1 w 244"/>
                <a:gd name="T23" fmla="*/ 1 h 426"/>
                <a:gd name="T24" fmla="*/ 1 w 244"/>
                <a:gd name="T25" fmla="*/ 0 h 426"/>
                <a:gd name="T26" fmla="*/ 1 w 244"/>
                <a:gd name="T27" fmla="*/ 0 h 426"/>
                <a:gd name="T28" fmla="*/ 1 w 244"/>
                <a:gd name="T29" fmla="*/ 0 h 426"/>
                <a:gd name="T30" fmla="*/ 0 w 244"/>
                <a:gd name="T31" fmla="*/ 0 h 426"/>
                <a:gd name="T32" fmla="*/ 0 w 244"/>
                <a:gd name="T33" fmla="*/ 0 h 426"/>
                <a:gd name="T34" fmla="*/ 0 w 244"/>
                <a:gd name="T35" fmla="*/ 0 h 426"/>
                <a:gd name="T36" fmla="*/ 0 w 244"/>
                <a:gd name="T37" fmla="*/ 0 h 426"/>
                <a:gd name="T38" fmla="*/ 0 w 244"/>
                <a:gd name="T39" fmla="*/ 0 h 426"/>
                <a:gd name="T40" fmla="*/ 0 w 244"/>
                <a:gd name="T41" fmla="*/ 0 h 426"/>
                <a:gd name="T42" fmla="*/ 1 w 244"/>
                <a:gd name="T43" fmla="*/ 0 h 426"/>
                <a:gd name="T44" fmla="*/ 1 w 244"/>
                <a:gd name="T45" fmla="*/ 0 h 426"/>
                <a:gd name="T46" fmla="*/ 1 w 244"/>
                <a:gd name="T47" fmla="*/ 0 h 426"/>
                <a:gd name="T48" fmla="*/ 1 w 244"/>
                <a:gd name="T49" fmla="*/ 1 h 426"/>
                <a:gd name="T50" fmla="*/ 1 w 244"/>
                <a:gd name="T51" fmla="*/ 1 h 426"/>
                <a:gd name="T52" fmla="*/ 1 w 244"/>
                <a:gd name="T53" fmla="*/ 1 h 426"/>
                <a:gd name="T54" fmla="*/ 1 w 244"/>
                <a:gd name="T55" fmla="*/ 1 h 426"/>
                <a:gd name="T56" fmla="*/ 1 w 244"/>
                <a:gd name="T57" fmla="*/ 2 h 426"/>
                <a:gd name="T58" fmla="*/ 2 w 244"/>
                <a:gd name="T59" fmla="*/ 2 h 426"/>
                <a:gd name="T60" fmla="*/ 2 w 244"/>
                <a:gd name="T61" fmla="*/ 2 h 426"/>
                <a:gd name="T62" fmla="*/ 2 w 244"/>
                <a:gd name="T63" fmla="*/ 2 h 426"/>
                <a:gd name="T64" fmla="*/ 2 w 244"/>
                <a:gd name="T65" fmla="*/ 3 h 426"/>
                <a:gd name="T66" fmla="*/ 2 w 244"/>
                <a:gd name="T67" fmla="*/ 3 h 426"/>
                <a:gd name="T68" fmla="*/ 2 w 244"/>
                <a:gd name="T69" fmla="*/ 3 h 426"/>
                <a:gd name="T70" fmla="*/ 2 w 244"/>
                <a:gd name="T71" fmla="*/ 3 h 426"/>
                <a:gd name="T72" fmla="*/ 2 w 244"/>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6"/>
                <a:gd name="T113" fmla="*/ 244 w 244"/>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6">
                  <a:moveTo>
                    <a:pt x="244" y="426"/>
                  </a:moveTo>
                  <a:lnTo>
                    <a:pt x="244" y="426"/>
                  </a:lnTo>
                  <a:lnTo>
                    <a:pt x="243" y="383"/>
                  </a:lnTo>
                  <a:lnTo>
                    <a:pt x="240" y="340"/>
                  </a:lnTo>
                  <a:lnTo>
                    <a:pt x="234" y="300"/>
                  </a:lnTo>
                  <a:lnTo>
                    <a:pt x="226" y="262"/>
                  </a:lnTo>
                  <a:lnTo>
                    <a:pt x="215" y="224"/>
                  </a:lnTo>
                  <a:lnTo>
                    <a:pt x="203" y="189"/>
                  </a:lnTo>
                  <a:lnTo>
                    <a:pt x="189" y="157"/>
                  </a:lnTo>
                  <a:lnTo>
                    <a:pt x="174" y="126"/>
                  </a:lnTo>
                  <a:lnTo>
                    <a:pt x="155" y="99"/>
                  </a:lnTo>
                  <a:lnTo>
                    <a:pt x="138" y="74"/>
                  </a:lnTo>
                  <a:lnTo>
                    <a:pt x="118" y="52"/>
                  </a:lnTo>
                  <a:lnTo>
                    <a:pt x="96" y="34"/>
                  </a:lnTo>
                  <a:lnTo>
                    <a:pt x="73" y="19"/>
                  </a:lnTo>
                  <a:lnTo>
                    <a:pt x="50" y="8"/>
                  </a:lnTo>
                  <a:lnTo>
                    <a:pt x="25" y="2"/>
                  </a:lnTo>
                  <a:lnTo>
                    <a:pt x="0" y="0"/>
                  </a:lnTo>
                  <a:lnTo>
                    <a:pt x="0" y="12"/>
                  </a:lnTo>
                  <a:lnTo>
                    <a:pt x="23" y="14"/>
                  </a:lnTo>
                  <a:lnTo>
                    <a:pt x="45" y="20"/>
                  </a:lnTo>
                  <a:lnTo>
                    <a:pt x="66" y="31"/>
                  </a:lnTo>
                  <a:lnTo>
                    <a:pt x="89" y="43"/>
                  </a:lnTo>
                  <a:lnTo>
                    <a:pt x="109" y="61"/>
                  </a:lnTo>
                  <a:lnTo>
                    <a:pt x="129" y="81"/>
                  </a:lnTo>
                  <a:lnTo>
                    <a:pt x="146" y="106"/>
                  </a:lnTo>
                  <a:lnTo>
                    <a:pt x="162" y="133"/>
                  </a:lnTo>
                  <a:lnTo>
                    <a:pt x="178" y="162"/>
                  </a:lnTo>
                  <a:lnTo>
                    <a:pt x="192" y="194"/>
                  </a:lnTo>
                  <a:lnTo>
                    <a:pt x="203" y="229"/>
                  </a:lnTo>
                  <a:lnTo>
                    <a:pt x="214" y="264"/>
                  </a:lnTo>
                  <a:lnTo>
                    <a:pt x="222" y="303"/>
                  </a:lnTo>
                  <a:lnTo>
                    <a:pt x="228" y="342"/>
                  </a:lnTo>
                  <a:lnTo>
                    <a:pt x="232" y="383"/>
                  </a:lnTo>
                  <a:lnTo>
                    <a:pt x="233" y="426"/>
                  </a:lnTo>
                  <a:lnTo>
                    <a:pt x="244"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5511" name="Freeform 53"/>
            <p:cNvSpPr>
              <a:spLocks/>
            </p:cNvSpPr>
            <p:nvPr/>
          </p:nvSpPr>
          <p:spPr bwMode="auto">
            <a:xfrm>
              <a:off x="964" y="1830"/>
              <a:ext cx="48" cy="85"/>
            </a:xfrm>
            <a:custGeom>
              <a:avLst/>
              <a:gdLst>
                <a:gd name="T0" fmla="*/ 0 w 244"/>
                <a:gd name="T1" fmla="*/ 3 h 424"/>
                <a:gd name="T2" fmla="*/ 0 w 244"/>
                <a:gd name="T3" fmla="*/ 3 h 424"/>
                <a:gd name="T4" fmla="*/ 0 w 244"/>
                <a:gd name="T5" fmla="*/ 3 h 424"/>
                <a:gd name="T6" fmla="*/ 0 w 244"/>
                <a:gd name="T7" fmla="*/ 3 h 424"/>
                <a:gd name="T8" fmla="*/ 1 w 244"/>
                <a:gd name="T9" fmla="*/ 3 h 424"/>
                <a:gd name="T10" fmla="*/ 1 w 244"/>
                <a:gd name="T11" fmla="*/ 3 h 424"/>
                <a:gd name="T12" fmla="*/ 1 w 244"/>
                <a:gd name="T13" fmla="*/ 3 h 424"/>
                <a:gd name="T14" fmla="*/ 1 w 244"/>
                <a:gd name="T15" fmla="*/ 3 h 424"/>
                <a:gd name="T16" fmla="*/ 1 w 244"/>
                <a:gd name="T17" fmla="*/ 3 h 424"/>
                <a:gd name="T18" fmla="*/ 1 w 244"/>
                <a:gd name="T19" fmla="*/ 2 h 424"/>
                <a:gd name="T20" fmla="*/ 1 w 244"/>
                <a:gd name="T21" fmla="*/ 2 h 424"/>
                <a:gd name="T22" fmla="*/ 2 w 244"/>
                <a:gd name="T23" fmla="*/ 2 h 424"/>
                <a:gd name="T24" fmla="*/ 2 w 244"/>
                <a:gd name="T25" fmla="*/ 2 h 424"/>
                <a:gd name="T26" fmla="*/ 2 w 244"/>
                <a:gd name="T27" fmla="*/ 1 h 424"/>
                <a:gd name="T28" fmla="*/ 2 w 244"/>
                <a:gd name="T29" fmla="*/ 1 h 424"/>
                <a:gd name="T30" fmla="*/ 2 w 244"/>
                <a:gd name="T31" fmla="*/ 1 h 424"/>
                <a:gd name="T32" fmla="*/ 2 w 244"/>
                <a:gd name="T33" fmla="*/ 0 h 424"/>
                <a:gd name="T34" fmla="*/ 2 w 244"/>
                <a:gd name="T35" fmla="*/ 0 h 424"/>
                <a:gd name="T36" fmla="*/ 2 w 244"/>
                <a:gd name="T37" fmla="*/ 0 h 424"/>
                <a:gd name="T38" fmla="*/ 2 w 244"/>
                <a:gd name="T39" fmla="*/ 0 h 424"/>
                <a:gd name="T40" fmla="*/ 2 w 244"/>
                <a:gd name="T41" fmla="*/ 1 h 424"/>
                <a:gd name="T42" fmla="*/ 2 w 244"/>
                <a:gd name="T43" fmla="*/ 1 h 424"/>
                <a:gd name="T44" fmla="*/ 2 w 244"/>
                <a:gd name="T45" fmla="*/ 1 h 424"/>
                <a:gd name="T46" fmla="*/ 2 w 244"/>
                <a:gd name="T47" fmla="*/ 2 h 424"/>
                <a:gd name="T48" fmla="*/ 1 w 244"/>
                <a:gd name="T49" fmla="*/ 2 h 424"/>
                <a:gd name="T50" fmla="*/ 1 w 244"/>
                <a:gd name="T51" fmla="*/ 2 h 424"/>
                <a:gd name="T52" fmla="*/ 1 w 244"/>
                <a:gd name="T53" fmla="*/ 2 h 424"/>
                <a:gd name="T54" fmla="*/ 1 w 244"/>
                <a:gd name="T55" fmla="*/ 3 h 424"/>
                <a:gd name="T56" fmla="*/ 1 w 244"/>
                <a:gd name="T57" fmla="*/ 3 h 424"/>
                <a:gd name="T58" fmla="*/ 1 w 244"/>
                <a:gd name="T59" fmla="*/ 3 h 424"/>
                <a:gd name="T60" fmla="*/ 1 w 244"/>
                <a:gd name="T61" fmla="*/ 3 h 424"/>
                <a:gd name="T62" fmla="*/ 1 w 244"/>
                <a:gd name="T63" fmla="*/ 3 h 424"/>
                <a:gd name="T64" fmla="*/ 0 w 244"/>
                <a:gd name="T65" fmla="*/ 3 h 424"/>
                <a:gd name="T66" fmla="*/ 0 w 244"/>
                <a:gd name="T67" fmla="*/ 3 h 424"/>
                <a:gd name="T68" fmla="*/ 0 w 244"/>
                <a:gd name="T69" fmla="*/ 3 h 424"/>
                <a:gd name="T70" fmla="*/ 0 w 244"/>
                <a:gd name="T71" fmla="*/ 3 h 424"/>
                <a:gd name="T72" fmla="*/ 0 w 244"/>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4"/>
                <a:gd name="T113" fmla="*/ 244 w 244"/>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4">
                  <a:moveTo>
                    <a:pt x="0" y="424"/>
                  </a:moveTo>
                  <a:lnTo>
                    <a:pt x="0" y="424"/>
                  </a:lnTo>
                  <a:lnTo>
                    <a:pt x="25" y="422"/>
                  </a:lnTo>
                  <a:lnTo>
                    <a:pt x="50" y="416"/>
                  </a:lnTo>
                  <a:lnTo>
                    <a:pt x="73" y="405"/>
                  </a:lnTo>
                  <a:lnTo>
                    <a:pt x="96" y="390"/>
                  </a:lnTo>
                  <a:lnTo>
                    <a:pt x="118" y="373"/>
                  </a:lnTo>
                  <a:lnTo>
                    <a:pt x="138" y="350"/>
                  </a:lnTo>
                  <a:lnTo>
                    <a:pt x="155" y="326"/>
                  </a:lnTo>
                  <a:lnTo>
                    <a:pt x="173" y="299"/>
                  </a:lnTo>
                  <a:lnTo>
                    <a:pt x="189" y="268"/>
                  </a:lnTo>
                  <a:lnTo>
                    <a:pt x="203" y="235"/>
                  </a:lnTo>
                  <a:lnTo>
                    <a:pt x="215" y="201"/>
                  </a:lnTo>
                  <a:lnTo>
                    <a:pt x="226" y="163"/>
                  </a:lnTo>
                  <a:lnTo>
                    <a:pt x="234" y="125"/>
                  </a:lnTo>
                  <a:lnTo>
                    <a:pt x="240" y="85"/>
                  </a:lnTo>
                  <a:lnTo>
                    <a:pt x="243" y="42"/>
                  </a:lnTo>
                  <a:lnTo>
                    <a:pt x="244" y="0"/>
                  </a:lnTo>
                  <a:lnTo>
                    <a:pt x="233" y="0"/>
                  </a:lnTo>
                  <a:lnTo>
                    <a:pt x="232" y="42"/>
                  </a:lnTo>
                  <a:lnTo>
                    <a:pt x="228" y="83"/>
                  </a:lnTo>
                  <a:lnTo>
                    <a:pt x="222" y="123"/>
                  </a:lnTo>
                  <a:lnTo>
                    <a:pt x="214" y="160"/>
                  </a:lnTo>
                  <a:lnTo>
                    <a:pt x="203" y="197"/>
                  </a:lnTo>
                  <a:lnTo>
                    <a:pt x="192" y="231"/>
                  </a:lnTo>
                  <a:lnTo>
                    <a:pt x="178" y="263"/>
                  </a:lnTo>
                  <a:lnTo>
                    <a:pt x="164" y="292"/>
                  </a:lnTo>
                  <a:lnTo>
                    <a:pt x="146" y="319"/>
                  </a:lnTo>
                  <a:lnTo>
                    <a:pt x="129" y="343"/>
                  </a:lnTo>
                  <a:lnTo>
                    <a:pt x="109" y="363"/>
                  </a:lnTo>
                  <a:lnTo>
                    <a:pt x="89" y="381"/>
                  </a:lnTo>
                  <a:lnTo>
                    <a:pt x="66" y="394"/>
                  </a:lnTo>
                  <a:lnTo>
                    <a:pt x="45" y="404"/>
                  </a:lnTo>
                  <a:lnTo>
                    <a:pt x="23" y="410"/>
                  </a:lnTo>
                  <a:lnTo>
                    <a:pt x="0" y="412"/>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5512" name="Freeform 54"/>
            <p:cNvSpPr>
              <a:spLocks/>
            </p:cNvSpPr>
            <p:nvPr/>
          </p:nvSpPr>
          <p:spPr bwMode="auto">
            <a:xfrm>
              <a:off x="915" y="1830"/>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1" y="42"/>
                  </a:lnTo>
                  <a:lnTo>
                    <a:pt x="4" y="85"/>
                  </a:lnTo>
                  <a:lnTo>
                    <a:pt x="10" y="125"/>
                  </a:lnTo>
                  <a:lnTo>
                    <a:pt x="19" y="163"/>
                  </a:lnTo>
                  <a:lnTo>
                    <a:pt x="29" y="201"/>
                  </a:lnTo>
                  <a:lnTo>
                    <a:pt x="41" y="235"/>
                  </a:lnTo>
                  <a:lnTo>
                    <a:pt x="55" y="268"/>
                  </a:lnTo>
                  <a:lnTo>
                    <a:pt x="71" y="299"/>
                  </a:lnTo>
                  <a:lnTo>
                    <a:pt x="89" y="326"/>
                  </a:lnTo>
                  <a:lnTo>
                    <a:pt x="106" y="350"/>
                  </a:lnTo>
                  <a:lnTo>
                    <a:pt x="126" y="373"/>
                  </a:lnTo>
                  <a:lnTo>
                    <a:pt x="149" y="390"/>
                  </a:lnTo>
                  <a:lnTo>
                    <a:pt x="171" y="405"/>
                  </a:lnTo>
                  <a:lnTo>
                    <a:pt x="194" y="416"/>
                  </a:lnTo>
                  <a:lnTo>
                    <a:pt x="219" y="422"/>
                  </a:lnTo>
                  <a:lnTo>
                    <a:pt x="245" y="424"/>
                  </a:lnTo>
                  <a:lnTo>
                    <a:pt x="245" y="412"/>
                  </a:lnTo>
                  <a:lnTo>
                    <a:pt x="221" y="410"/>
                  </a:lnTo>
                  <a:lnTo>
                    <a:pt x="199" y="404"/>
                  </a:lnTo>
                  <a:lnTo>
                    <a:pt x="178" y="394"/>
                  </a:lnTo>
                  <a:lnTo>
                    <a:pt x="156" y="381"/>
                  </a:lnTo>
                  <a:lnTo>
                    <a:pt x="136" y="363"/>
                  </a:lnTo>
                  <a:lnTo>
                    <a:pt x="116" y="343"/>
                  </a:lnTo>
                  <a:lnTo>
                    <a:pt x="98" y="319"/>
                  </a:lnTo>
                  <a:lnTo>
                    <a:pt x="81" y="292"/>
                  </a:lnTo>
                  <a:lnTo>
                    <a:pt x="67" y="263"/>
                  </a:lnTo>
                  <a:lnTo>
                    <a:pt x="52" y="231"/>
                  </a:lnTo>
                  <a:lnTo>
                    <a:pt x="41" y="197"/>
                  </a:lnTo>
                  <a:lnTo>
                    <a:pt x="30" y="160"/>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5513" name="Freeform 55"/>
            <p:cNvSpPr>
              <a:spLocks/>
            </p:cNvSpPr>
            <p:nvPr/>
          </p:nvSpPr>
          <p:spPr bwMode="auto">
            <a:xfrm>
              <a:off x="915" y="1745"/>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0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19" y="2"/>
                  </a:lnTo>
                  <a:lnTo>
                    <a:pt x="194" y="8"/>
                  </a:lnTo>
                  <a:lnTo>
                    <a:pt x="171" y="19"/>
                  </a:lnTo>
                  <a:lnTo>
                    <a:pt x="149" y="34"/>
                  </a:lnTo>
                  <a:lnTo>
                    <a:pt x="126" y="52"/>
                  </a:lnTo>
                  <a:lnTo>
                    <a:pt x="106" y="74"/>
                  </a:lnTo>
                  <a:lnTo>
                    <a:pt x="89" y="99"/>
                  </a:lnTo>
                  <a:lnTo>
                    <a:pt x="70" y="126"/>
                  </a:lnTo>
                  <a:lnTo>
                    <a:pt x="55" y="157"/>
                  </a:lnTo>
                  <a:lnTo>
                    <a:pt x="41" y="189"/>
                  </a:lnTo>
                  <a:lnTo>
                    <a:pt x="29" y="224"/>
                  </a:lnTo>
                  <a:lnTo>
                    <a:pt x="19" y="262"/>
                  </a:lnTo>
                  <a:lnTo>
                    <a:pt x="10" y="300"/>
                  </a:lnTo>
                  <a:lnTo>
                    <a:pt x="4" y="340"/>
                  </a:lnTo>
                  <a:lnTo>
                    <a:pt x="1" y="383"/>
                  </a:lnTo>
                  <a:lnTo>
                    <a:pt x="0" y="426"/>
                  </a:lnTo>
                  <a:lnTo>
                    <a:pt x="11" y="426"/>
                  </a:lnTo>
                  <a:lnTo>
                    <a:pt x="13" y="383"/>
                  </a:lnTo>
                  <a:lnTo>
                    <a:pt x="16" y="342"/>
                  </a:lnTo>
                  <a:lnTo>
                    <a:pt x="22" y="303"/>
                  </a:lnTo>
                  <a:lnTo>
                    <a:pt x="30" y="264"/>
                  </a:lnTo>
                  <a:lnTo>
                    <a:pt x="41" y="229"/>
                  </a:lnTo>
                  <a:lnTo>
                    <a:pt x="52" y="194"/>
                  </a:lnTo>
                  <a:lnTo>
                    <a:pt x="67" y="162"/>
                  </a:lnTo>
                  <a:lnTo>
                    <a:pt x="82" y="133"/>
                  </a:lnTo>
                  <a:lnTo>
                    <a:pt x="98" y="106"/>
                  </a:lnTo>
                  <a:lnTo>
                    <a:pt x="116" y="81"/>
                  </a:lnTo>
                  <a:lnTo>
                    <a:pt x="136" y="61"/>
                  </a:lnTo>
                  <a:lnTo>
                    <a:pt x="156" y="43"/>
                  </a:lnTo>
                  <a:lnTo>
                    <a:pt x="178" y="31"/>
                  </a:lnTo>
                  <a:lnTo>
                    <a:pt x="199" y="20"/>
                  </a:lnTo>
                  <a:lnTo>
                    <a:pt x="221"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5514" name="Freeform 56"/>
            <p:cNvSpPr>
              <a:spLocks/>
            </p:cNvSpPr>
            <p:nvPr/>
          </p:nvSpPr>
          <p:spPr bwMode="auto">
            <a:xfrm>
              <a:off x="1140" y="2087"/>
              <a:ext cx="49" cy="85"/>
            </a:xfrm>
            <a:custGeom>
              <a:avLst/>
              <a:gdLst>
                <a:gd name="T0" fmla="*/ 2 w 246"/>
                <a:gd name="T1" fmla="*/ 3 h 424"/>
                <a:gd name="T2" fmla="*/ 2 w 246"/>
                <a:gd name="T3" fmla="*/ 3 h 424"/>
                <a:gd name="T4" fmla="*/ 2 w 246"/>
                <a:gd name="T5" fmla="*/ 3 h 424"/>
                <a:gd name="T6" fmla="*/ 2 w 246"/>
                <a:gd name="T7" fmla="*/ 3 h 424"/>
                <a:gd name="T8" fmla="*/ 2 w 246"/>
                <a:gd name="T9" fmla="*/ 2 h 424"/>
                <a:gd name="T10" fmla="*/ 2 w 246"/>
                <a:gd name="T11" fmla="*/ 2 h 424"/>
                <a:gd name="T12" fmla="*/ 2 w 246"/>
                <a:gd name="T13" fmla="*/ 2 h 424"/>
                <a:gd name="T14" fmla="*/ 2 w 246"/>
                <a:gd name="T15" fmla="*/ 2 h 424"/>
                <a:gd name="T16" fmla="*/ 2 w 246"/>
                <a:gd name="T17" fmla="*/ 1 h 424"/>
                <a:gd name="T18" fmla="*/ 1 w 246"/>
                <a:gd name="T19" fmla="*/ 1 h 424"/>
                <a:gd name="T20" fmla="*/ 1 w 246"/>
                <a:gd name="T21" fmla="*/ 1 h 424"/>
                <a:gd name="T22" fmla="*/ 1 w 246"/>
                <a:gd name="T23" fmla="*/ 1 h 424"/>
                <a:gd name="T24" fmla="*/ 1 w 246"/>
                <a:gd name="T25" fmla="*/ 0 h 424"/>
                <a:gd name="T26" fmla="*/ 1 w 246"/>
                <a:gd name="T27" fmla="*/ 0 h 424"/>
                <a:gd name="T28" fmla="*/ 1 w 246"/>
                <a:gd name="T29" fmla="*/ 0 h 424"/>
                <a:gd name="T30" fmla="*/ 0 w 246"/>
                <a:gd name="T31" fmla="*/ 0 h 424"/>
                <a:gd name="T32" fmla="*/ 0 w 246"/>
                <a:gd name="T33" fmla="*/ 0 h 424"/>
                <a:gd name="T34" fmla="*/ 0 w 246"/>
                <a:gd name="T35" fmla="*/ 0 h 424"/>
                <a:gd name="T36" fmla="*/ 0 w 246"/>
                <a:gd name="T37" fmla="*/ 0 h 424"/>
                <a:gd name="T38" fmla="*/ 0 w 246"/>
                <a:gd name="T39" fmla="*/ 0 h 424"/>
                <a:gd name="T40" fmla="*/ 0 w 246"/>
                <a:gd name="T41" fmla="*/ 0 h 424"/>
                <a:gd name="T42" fmla="*/ 1 w 246"/>
                <a:gd name="T43" fmla="*/ 0 h 424"/>
                <a:gd name="T44" fmla="*/ 1 w 246"/>
                <a:gd name="T45" fmla="*/ 0 h 424"/>
                <a:gd name="T46" fmla="*/ 1 w 246"/>
                <a:gd name="T47" fmla="*/ 0 h 424"/>
                <a:gd name="T48" fmla="*/ 1 w 246"/>
                <a:gd name="T49" fmla="*/ 1 h 424"/>
                <a:gd name="T50" fmla="*/ 1 w 246"/>
                <a:gd name="T51" fmla="*/ 1 h 424"/>
                <a:gd name="T52" fmla="*/ 1 w 246"/>
                <a:gd name="T53" fmla="*/ 1 h 424"/>
                <a:gd name="T54" fmla="*/ 1 w 246"/>
                <a:gd name="T55" fmla="*/ 1 h 424"/>
                <a:gd name="T56" fmla="*/ 2 w 246"/>
                <a:gd name="T57" fmla="*/ 2 h 424"/>
                <a:gd name="T58" fmla="*/ 2 w 246"/>
                <a:gd name="T59" fmla="*/ 2 h 424"/>
                <a:gd name="T60" fmla="*/ 2 w 246"/>
                <a:gd name="T61" fmla="*/ 2 h 424"/>
                <a:gd name="T62" fmla="*/ 2 w 246"/>
                <a:gd name="T63" fmla="*/ 2 h 424"/>
                <a:gd name="T64" fmla="*/ 2 w 246"/>
                <a:gd name="T65" fmla="*/ 3 h 424"/>
                <a:gd name="T66" fmla="*/ 2 w 246"/>
                <a:gd name="T67" fmla="*/ 3 h 424"/>
                <a:gd name="T68" fmla="*/ 2 w 246"/>
                <a:gd name="T69" fmla="*/ 3 h 424"/>
                <a:gd name="T70" fmla="*/ 2 w 246"/>
                <a:gd name="T71" fmla="*/ 3 h 424"/>
                <a:gd name="T72" fmla="*/ 2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424"/>
                  </a:moveTo>
                  <a:lnTo>
                    <a:pt x="246" y="424"/>
                  </a:lnTo>
                  <a:lnTo>
                    <a:pt x="244" y="382"/>
                  </a:lnTo>
                  <a:lnTo>
                    <a:pt x="241" y="338"/>
                  </a:lnTo>
                  <a:lnTo>
                    <a:pt x="235" y="298"/>
                  </a:lnTo>
                  <a:lnTo>
                    <a:pt x="227" y="261"/>
                  </a:lnTo>
                  <a:lnTo>
                    <a:pt x="216" y="222"/>
                  </a:lnTo>
                  <a:lnTo>
                    <a:pt x="205" y="188"/>
                  </a:lnTo>
                  <a:lnTo>
                    <a:pt x="190" y="155"/>
                  </a:lnTo>
                  <a:lnTo>
                    <a:pt x="174" y="125"/>
                  </a:lnTo>
                  <a:lnTo>
                    <a:pt x="157" y="98"/>
                  </a:lnTo>
                  <a:lnTo>
                    <a:pt x="138" y="73"/>
                  </a:lnTo>
                  <a:lnTo>
                    <a:pt x="118" y="51"/>
                  </a:lnTo>
                  <a:lnTo>
                    <a:pt x="96" y="34"/>
                  </a:lnTo>
                  <a:lnTo>
                    <a:pt x="74" y="18"/>
                  </a:lnTo>
                  <a:lnTo>
                    <a:pt x="50" y="8"/>
                  </a:lnTo>
                  <a:lnTo>
                    <a:pt x="25" y="2"/>
                  </a:lnTo>
                  <a:lnTo>
                    <a:pt x="0" y="0"/>
                  </a:lnTo>
                  <a:lnTo>
                    <a:pt x="0" y="11"/>
                  </a:lnTo>
                  <a:lnTo>
                    <a:pt x="23" y="14"/>
                  </a:lnTo>
                  <a:lnTo>
                    <a:pt x="45" y="19"/>
                  </a:lnTo>
                  <a:lnTo>
                    <a:pt x="67" y="30"/>
                  </a:lnTo>
                  <a:lnTo>
                    <a:pt x="89" y="43"/>
                  </a:lnTo>
                  <a:lnTo>
                    <a:pt x="108" y="60"/>
                  </a:lnTo>
                  <a:lnTo>
                    <a:pt x="128" y="80"/>
                  </a:lnTo>
                  <a:lnTo>
                    <a:pt x="147" y="105"/>
                  </a:lnTo>
                  <a:lnTo>
                    <a:pt x="165" y="132"/>
                  </a:lnTo>
                  <a:lnTo>
                    <a:pt x="179" y="160"/>
                  </a:lnTo>
                  <a:lnTo>
                    <a:pt x="193" y="193"/>
                  </a:lnTo>
                  <a:lnTo>
                    <a:pt x="205" y="227"/>
                  </a:lnTo>
                  <a:lnTo>
                    <a:pt x="215" y="263"/>
                  </a:lnTo>
                  <a:lnTo>
                    <a:pt x="223" y="301"/>
                  </a:lnTo>
                  <a:lnTo>
                    <a:pt x="229" y="341"/>
                  </a:lnTo>
                  <a:lnTo>
                    <a:pt x="233" y="382"/>
                  </a:lnTo>
                  <a:lnTo>
                    <a:pt x="234" y="424"/>
                  </a:lnTo>
                  <a:lnTo>
                    <a:pt x="246"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5515" name="Freeform 57"/>
            <p:cNvSpPr>
              <a:spLocks/>
            </p:cNvSpPr>
            <p:nvPr/>
          </p:nvSpPr>
          <p:spPr bwMode="auto">
            <a:xfrm>
              <a:off x="1140" y="2172"/>
              <a:ext cx="49" cy="85"/>
            </a:xfrm>
            <a:custGeom>
              <a:avLst/>
              <a:gdLst>
                <a:gd name="T0" fmla="*/ 0 w 246"/>
                <a:gd name="T1" fmla="*/ 3 h 426"/>
                <a:gd name="T2" fmla="*/ 0 w 246"/>
                <a:gd name="T3" fmla="*/ 3 h 426"/>
                <a:gd name="T4" fmla="*/ 0 w 246"/>
                <a:gd name="T5" fmla="*/ 3 h 426"/>
                <a:gd name="T6" fmla="*/ 0 w 246"/>
                <a:gd name="T7" fmla="*/ 3 h 426"/>
                <a:gd name="T8" fmla="*/ 1 w 246"/>
                <a:gd name="T9" fmla="*/ 3 h 426"/>
                <a:gd name="T10" fmla="*/ 1 w 246"/>
                <a:gd name="T11" fmla="*/ 3 h 426"/>
                <a:gd name="T12" fmla="*/ 1 w 246"/>
                <a:gd name="T13" fmla="*/ 3 h 426"/>
                <a:gd name="T14" fmla="*/ 1 w 246"/>
                <a:gd name="T15" fmla="*/ 3 h 426"/>
                <a:gd name="T16" fmla="*/ 1 w 246"/>
                <a:gd name="T17" fmla="*/ 3 h 426"/>
                <a:gd name="T18" fmla="*/ 1 w 246"/>
                <a:gd name="T19" fmla="*/ 2 h 426"/>
                <a:gd name="T20" fmla="*/ 2 w 246"/>
                <a:gd name="T21" fmla="*/ 2 h 426"/>
                <a:gd name="T22" fmla="*/ 2 w 246"/>
                <a:gd name="T23" fmla="*/ 2 h 426"/>
                <a:gd name="T24" fmla="*/ 2 w 246"/>
                <a:gd name="T25" fmla="*/ 2 h 426"/>
                <a:gd name="T26" fmla="*/ 2 w 246"/>
                <a:gd name="T27" fmla="*/ 1 h 426"/>
                <a:gd name="T28" fmla="*/ 2 w 246"/>
                <a:gd name="T29" fmla="*/ 1 h 426"/>
                <a:gd name="T30" fmla="*/ 2 w 246"/>
                <a:gd name="T31" fmla="*/ 1 h 426"/>
                <a:gd name="T32" fmla="*/ 2 w 246"/>
                <a:gd name="T33" fmla="*/ 0 h 426"/>
                <a:gd name="T34" fmla="*/ 2 w 246"/>
                <a:gd name="T35" fmla="*/ 0 h 426"/>
                <a:gd name="T36" fmla="*/ 2 w 246"/>
                <a:gd name="T37" fmla="*/ 0 h 426"/>
                <a:gd name="T38" fmla="*/ 2 w 246"/>
                <a:gd name="T39" fmla="*/ 0 h 426"/>
                <a:gd name="T40" fmla="*/ 2 w 246"/>
                <a:gd name="T41" fmla="*/ 1 h 426"/>
                <a:gd name="T42" fmla="*/ 2 w 246"/>
                <a:gd name="T43" fmla="*/ 1 h 426"/>
                <a:gd name="T44" fmla="*/ 2 w 246"/>
                <a:gd name="T45" fmla="*/ 1 h 426"/>
                <a:gd name="T46" fmla="*/ 2 w 246"/>
                <a:gd name="T47" fmla="*/ 2 h 426"/>
                <a:gd name="T48" fmla="*/ 2 w 246"/>
                <a:gd name="T49" fmla="*/ 2 h 426"/>
                <a:gd name="T50" fmla="*/ 1 w 246"/>
                <a:gd name="T51" fmla="*/ 2 h 426"/>
                <a:gd name="T52" fmla="*/ 1 w 246"/>
                <a:gd name="T53" fmla="*/ 2 h 426"/>
                <a:gd name="T54" fmla="*/ 1 w 246"/>
                <a:gd name="T55" fmla="*/ 3 h 426"/>
                <a:gd name="T56" fmla="*/ 1 w 246"/>
                <a:gd name="T57" fmla="*/ 3 h 426"/>
                <a:gd name="T58" fmla="*/ 1 w 246"/>
                <a:gd name="T59" fmla="*/ 3 h 426"/>
                <a:gd name="T60" fmla="*/ 1 w 246"/>
                <a:gd name="T61" fmla="*/ 3 h 426"/>
                <a:gd name="T62" fmla="*/ 1 w 246"/>
                <a:gd name="T63" fmla="*/ 3 h 426"/>
                <a:gd name="T64" fmla="*/ 0 w 246"/>
                <a:gd name="T65" fmla="*/ 3 h 426"/>
                <a:gd name="T66" fmla="*/ 0 w 246"/>
                <a:gd name="T67" fmla="*/ 3 h 426"/>
                <a:gd name="T68" fmla="*/ 0 w 246"/>
                <a:gd name="T69" fmla="*/ 3 h 426"/>
                <a:gd name="T70" fmla="*/ 0 w 246"/>
                <a:gd name="T71" fmla="*/ 3 h 426"/>
                <a:gd name="T72" fmla="*/ 0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426"/>
                  </a:moveTo>
                  <a:lnTo>
                    <a:pt x="0" y="426"/>
                  </a:lnTo>
                  <a:lnTo>
                    <a:pt x="25" y="423"/>
                  </a:lnTo>
                  <a:lnTo>
                    <a:pt x="50" y="417"/>
                  </a:lnTo>
                  <a:lnTo>
                    <a:pt x="74" y="407"/>
                  </a:lnTo>
                  <a:lnTo>
                    <a:pt x="96" y="392"/>
                  </a:lnTo>
                  <a:lnTo>
                    <a:pt x="118" y="373"/>
                  </a:lnTo>
                  <a:lnTo>
                    <a:pt x="138" y="350"/>
                  </a:lnTo>
                  <a:lnTo>
                    <a:pt x="157" y="327"/>
                  </a:lnTo>
                  <a:lnTo>
                    <a:pt x="175" y="299"/>
                  </a:lnTo>
                  <a:lnTo>
                    <a:pt x="190" y="268"/>
                  </a:lnTo>
                  <a:lnTo>
                    <a:pt x="205" y="236"/>
                  </a:lnTo>
                  <a:lnTo>
                    <a:pt x="216" y="202"/>
                  </a:lnTo>
                  <a:lnTo>
                    <a:pt x="227" y="164"/>
                  </a:lnTo>
                  <a:lnTo>
                    <a:pt x="235" y="125"/>
                  </a:lnTo>
                  <a:lnTo>
                    <a:pt x="241" y="86"/>
                  </a:lnTo>
                  <a:lnTo>
                    <a:pt x="244" y="42"/>
                  </a:lnTo>
                  <a:lnTo>
                    <a:pt x="246" y="0"/>
                  </a:lnTo>
                  <a:lnTo>
                    <a:pt x="234" y="0"/>
                  </a:lnTo>
                  <a:lnTo>
                    <a:pt x="233" y="42"/>
                  </a:lnTo>
                  <a:lnTo>
                    <a:pt x="229" y="83"/>
                  </a:lnTo>
                  <a:lnTo>
                    <a:pt x="223" y="123"/>
                  </a:lnTo>
                  <a:lnTo>
                    <a:pt x="215" y="162"/>
                  </a:lnTo>
                  <a:lnTo>
                    <a:pt x="205" y="197"/>
                  </a:lnTo>
                  <a:lnTo>
                    <a:pt x="193" y="231"/>
                  </a:lnTo>
                  <a:lnTo>
                    <a:pt x="179" y="264"/>
                  </a:lnTo>
                  <a:lnTo>
                    <a:pt x="164" y="292"/>
                  </a:lnTo>
                  <a:lnTo>
                    <a:pt x="147" y="320"/>
                  </a:lnTo>
                  <a:lnTo>
                    <a:pt x="128" y="343"/>
                  </a:lnTo>
                  <a:lnTo>
                    <a:pt x="108" y="363"/>
                  </a:lnTo>
                  <a:lnTo>
                    <a:pt x="89" y="382"/>
                  </a:lnTo>
                  <a:lnTo>
                    <a:pt x="67" y="395"/>
                  </a:lnTo>
                  <a:lnTo>
                    <a:pt x="45" y="406"/>
                  </a:lnTo>
                  <a:lnTo>
                    <a:pt x="23" y="411"/>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5516" name="Freeform 58"/>
            <p:cNvSpPr>
              <a:spLocks/>
            </p:cNvSpPr>
            <p:nvPr/>
          </p:nvSpPr>
          <p:spPr bwMode="auto">
            <a:xfrm>
              <a:off x="1091" y="2172"/>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4" y="86"/>
                  </a:lnTo>
                  <a:lnTo>
                    <a:pt x="10" y="125"/>
                  </a:lnTo>
                  <a:lnTo>
                    <a:pt x="18" y="164"/>
                  </a:lnTo>
                  <a:lnTo>
                    <a:pt x="29" y="202"/>
                  </a:lnTo>
                  <a:lnTo>
                    <a:pt x="41" y="236"/>
                  </a:lnTo>
                  <a:lnTo>
                    <a:pt x="55" y="268"/>
                  </a:lnTo>
                  <a:lnTo>
                    <a:pt x="70" y="299"/>
                  </a:lnTo>
                  <a:lnTo>
                    <a:pt x="89" y="327"/>
                  </a:lnTo>
                  <a:lnTo>
                    <a:pt x="106" y="350"/>
                  </a:lnTo>
                  <a:lnTo>
                    <a:pt x="126" y="373"/>
                  </a:lnTo>
                  <a:lnTo>
                    <a:pt x="148" y="392"/>
                  </a:lnTo>
                  <a:lnTo>
                    <a:pt x="171" y="407"/>
                  </a:lnTo>
                  <a:lnTo>
                    <a:pt x="194" y="417"/>
                  </a:lnTo>
                  <a:lnTo>
                    <a:pt x="219" y="423"/>
                  </a:lnTo>
                  <a:lnTo>
                    <a:pt x="245" y="426"/>
                  </a:lnTo>
                  <a:lnTo>
                    <a:pt x="245" y="414"/>
                  </a:lnTo>
                  <a:lnTo>
                    <a:pt x="221" y="411"/>
                  </a:lnTo>
                  <a:lnTo>
                    <a:pt x="199" y="406"/>
                  </a:lnTo>
                  <a:lnTo>
                    <a:pt x="178" y="395"/>
                  </a:lnTo>
                  <a:lnTo>
                    <a:pt x="155" y="382"/>
                  </a:lnTo>
                  <a:lnTo>
                    <a:pt x="136" y="363"/>
                  </a:lnTo>
                  <a:lnTo>
                    <a:pt x="116" y="343"/>
                  </a:lnTo>
                  <a:lnTo>
                    <a:pt x="98" y="320"/>
                  </a:lnTo>
                  <a:lnTo>
                    <a:pt x="82" y="292"/>
                  </a:lnTo>
                  <a:lnTo>
                    <a:pt x="66" y="264"/>
                  </a:lnTo>
                  <a:lnTo>
                    <a:pt x="52" y="231"/>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5517" name="Freeform 59"/>
            <p:cNvSpPr>
              <a:spLocks/>
            </p:cNvSpPr>
            <p:nvPr/>
          </p:nvSpPr>
          <p:spPr bwMode="auto">
            <a:xfrm>
              <a:off x="1091" y="2087"/>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4" y="8"/>
                  </a:lnTo>
                  <a:lnTo>
                    <a:pt x="171" y="18"/>
                  </a:lnTo>
                  <a:lnTo>
                    <a:pt x="148" y="34"/>
                  </a:lnTo>
                  <a:lnTo>
                    <a:pt x="126" y="51"/>
                  </a:lnTo>
                  <a:lnTo>
                    <a:pt x="106" y="73"/>
                  </a:lnTo>
                  <a:lnTo>
                    <a:pt x="89" y="98"/>
                  </a:lnTo>
                  <a:lnTo>
                    <a:pt x="71" y="125"/>
                  </a:lnTo>
                  <a:lnTo>
                    <a:pt x="55" y="155"/>
                  </a:lnTo>
                  <a:lnTo>
                    <a:pt x="41" y="188"/>
                  </a:lnTo>
                  <a:lnTo>
                    <a:pt x="29" y="222"/>
                  </a:lnTo>
                  <a:lnTo>
                    <a:pt x="18" y="261"/>
                  </a:lnTo>
                  <a:lnTo>
                    <a:pt x="10" y="298"/>
                  </a:lnTo>
                  <a:lnTo>
                    <a:pt x="4" y="338"/>
                  </a:lnTo>
                  <a:lnTo>
                    <a:pt x="1" y="382"/>
                  </a:lnTo>
                  <a:lnTo>
                    <a:pt x="0" y="424"/>
                  </a:lnTo>
                  <a:lnTo>
                    <a:pt x="11" y="424"/>
                  </a:lnTo>
                  <a:lnTo>
                    <a:pt x="13" y="382"/>
                  </a:lnTo>
                  <a:lnTo>
                    <a:pt x="16" y="341"/>
                  </a:lnTo>
                  <a:lnTo>
                    <a:pt x="22" y="301"/>
                  </a:lnTo>
                  <a:lnTo>
                    <a:pt x="30" y="263"/>
                  </a:lnTo>
                  <a:lnTo>
                    <a:pt x="41" y="227"/>
                  </a:lnTo>
                  <a:lnTo>
                    <a:pt x="52" y="193"/>
                  </a:lnTo>
                  <a:lnTo>
                    <a:pt x="66" y="160"/>
                  </a:lnTo>
                  <a:lnTo>
                    <a:pt x="80" y="132"/>
                  </a:lnTo>
                  <a:lnTo>
                    <a:pt x="98" y="105"/>
                  </a:lnTo>
                  <a:lnTo>
                    <a:pt x="116" y="80"/>
                  </a:lnTo>
                  <a:lnTo>
                    <a:pt x="136" y="60"/>
                  </a:lnTo>
                  <a:lnTo>
                    <a:pt x="155" y="43"/>
                  </a:lnTo>
                  <a:lnTo>
                    <a:pt x="178" y="30"/>
                  </a:lnTo>
                  <a:lnTo>
                    <a:pt x="199" y="19"/>
                  </a:lnTo>
                  <a:lnTo>
                    <a:pt x="221" y="14"/>
                  </a:lnTo>
                  <a:lnTo>
                    <a:pt x="245" y="11"/>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5518" name="Freeform 60"/>
            <p:cNvSpPr>
              <a:spLocks/>
            </p:cNvSpPr>
            <p:nvPr/>
          </p:nvSpPr>
          <p:spPr bwMode="auto">
            <a:xfrm>
              <a:off x="1392" y="2118"/>
              <a:ext cx="49" cy="85"/>
            </a:xfrm>
            <a:custGeom>
              <a:avLst/>
              <a:gdLst>
                <a:gd name="T0" fmla="*/ 2 w 246"/>
                <a:gd name="T1" fmla="*/ 3 h 426"/>
                <a:gd name="T2" fmla="*/ 2 w 246"/>
                <a:gd name="T3" fmla="*/ 3 h 426"/>
                <a:gd name="T4" fmla="*/ 2 w 246"/>
                <a:gd name="T5" fmla="*/ 3 h 426"/>
                <a:gd name="T6" fmla="*/ 2 w 246"/>
                <a:gd name="T7" fmla="*/ 3 h 426"/>
                <a:gd name="T8" fmla="*/ 2 w 246"/>
                <a:gd name="T9" fmla="*/ 2 h 426"/>
                <a:gd name="T10" fmla="*/ 2 w 246"/>
                <a:gd name="T11" fmla="*/ 2 h 426"/>
                <a:gd name="T12" fmla="*/ 2 w 246"/>
                <a:gd name="T13" fmla="*/ 2 h 426"/>
                <a:gd name="T14" fmla="*/ 2 w 246"/>
                <a:gd name="T15" fmla="*/ 2 h 426"/>
                <a:gd name="T16" fmla="*/ 2 w 246"/>
                <a:gd name="T17" fmla="*/ 1 h 426"/>
                <a:gd name="T18" fmla="*/ 1 w 246"/>
                <a:gd name="T19" fmla="*/ 1 h 426"/>
                <a:gd name="T20" fmla="*/ 1 w 246"/>
                <a:gd name="T21" fmla="*/ 1 h 426"/>
                <a:gd name="T22" fmla="*/ 1 w 246"/>
                <a:gd name="T23" fmla="*/ 1 h 426"/>
                <a:gd name="T24" fmla="*/ 1 w 246"/>
                <a:gd name="T25" fmla="*/ 0 h 426"/>
                <a:gd name="T26" fmla="*/ 1 w 246"/>
                <a:gd name="T27" fmla="*/ 0 h 426"/>
                <a:gd name="T28" fmla="*/ 1 w 246"/>
                <a:gd name="T29" fmla="*/ 0 h 426"/>
                <a:gd name="T30" fmla="*/ 0 w 246"/>
                <a:gd name="T31" fmla="*/ 0 h 426"/>
                <a:gd name="T32" fmla="*/ 0 w 246"/>
                <a:gd name="T33" fmla="*/ 0 h 426"/>
                <a:gd name="T34" fmla="*/ 0 w 246"/>
                <a:gd name="T35" fmla="*/ 0 h 426"/>
                <a:gd name="T36" fmla="*/ 0 w 246"/>
                <a:gd name="T37" fmla="*/ 0 h 426"/>
                <a:gd name="T38" fmla="*/ 0 w 246"/>
                <a:gd name="T39" fmla="*/ 0 h 426"/>
                <a:gd name="T40" fmla="*/ 0 w 246"/>
                <a:gd name="T41" fmla="*/ 0 h 426"/>
                <a:gd name="T42" fmla="*/ 1 w 246"/>
                <a:gd name="T43" fmla="*/ 0 h 426"/>
                <a:gd name="T44" fmla="*/ 1 w 246"/>
                <a:gd name="T45" fmla="*/ 0 h 426"/>
                <a:gd name="T46" fmla="*/ 1 w 246"/>
                <a:gd name="T47" fmla="*/ 1 h 426"/>
                <a:gd name="T48" fmla="*/ 1 w 246"/>
                <a:gd name="T49" fmla="*/ 1 h 426"/>
                <a:gd name="T50" fmla="*/ 1 w 246"/>
                <a:gd name="T51" fmla="*/ 1 h 426"/>
                <a:gd name="T52" fmla="*/ 1 w 246"/>
                <a:gd name="T53" fmla="*/ 1 h 426"/>
                <a:gd name="T54" fmla="*/ 1 w 246"/>
                <a:gd name="T55" fmla="*/ 1 h 426"/>
                <a:gd name="T56" fmla="*/ 2 w 246"/>
                <a:gd name="T57" fmla="*/ 2 h 426"/>
                <a:gd name="T58" fmla="*/ 2 w 246"/>
                <a:gd name="T59" fmla="*/ 2 h 426"/>
                <a:gd name="T60" fmla="*/ 2 w 246"/>
                <a:gd name="T61" fmla="*/ 2 h 426"/>
                <a:gd name="T62" fmla="*/ 2 w 246"/>
                <a:gd name="T63" fmla="*/ 2 h 426"/>
                <a:gd name="T64" fmla="*/ 2 w 246"/>
                <a:gd name="T65" fmla="*/ 3 h 426"/>
                <a:gd name="T66" fmla="*/ 2 w 246"/>
                <a:gd name="T67" fmla="*/ 3 h 426"/>
                <a:gd name="T68" fmla="*/ 2 w 246"/>
                <a:gd name="T69" fmla="*/ 3 h 426"/>
                <a:gd name="T70" fmla="*/ 2 w 246"/>
                <a:gd name="T71" fmla="*/ 3 h 426"/>
                <a:gd name="T72" fmla="*/ 2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246" y="426"/>
                  </a:moveTo>
                  <a:lnTo>
                    <a:pt x="246" y="426"/>
                  </a:lnTo>
                  <a:lnTo>
                    <a:pt x="245" y="384"/>
                  </a:lnTo>
                  <a:lnTo>
                    <a:pt x="242" y="340"/>
                  </a:lnTo>
                  <a:lnTo>
                    <a:pt x="236" y="301"/>
                  </a:lnTo>
                  <a:lnTo>
                    <a:pt x="228" y="262"/>
                  </a:lnTo>
                  <a:lnTo>
                    <a:pt x="217" y="224"/>
                  </a:lnTo>
                  <a:lnTo>
                    <a:pt x="205" y="190"/>
                  </a:lnTo>
                  <a:lnTo>
                    <a:pt x="191" y="158"/>
                  </a:lnTo>
                  <a:lnTo>
                    <a:pt x="176" y="126"/>
                  </a:lnTo>
                  <a:lnTo>
                    <a:pt x="157" y="99"/>
                  </a:lnTo>
                  <a:lnTo>
                    <a:pt x="139" y="75"/>
                  </a:lnTo>
                  <a:lnTo>
                    <a:pt x="119" y="53"/>
                  </a:lnTo>
                  <a:lnTo>
                    <a:pt x="96" y="34"/>
                  </a:lnTo>
                  <a:lnTo>
                    <a:pt x="75" y="19"/>
                  </a:lnTo>
                  <a:lnTo>
                    <a:pt x="51" y="9"/>
                  </a:lnTo>
                  <a:lnTo>
                    <a:pt x="26" y="3"/>
                  </a:lnTo>
                  <a:lnTo>
                    <a:pt x="0" y="0"/>
                  </a:lnTo>
                  <a:lnTo>
                    <a:pt x="0" y="12"/>
                  </a:lnTo>
                  <a:lnTo>
                    <a:pt x="24" y="15"/>
                  </a:lnTo>
                  <a:lnTo>
                    <a:pt x="46" y="20"/>
                  </a:lnTo>
                  <a:lnTo>
                    <a:pt x="68" y="31"/>
                  </a:lnTo>
                  <a:lnTo>
                    <a:pt x="89" y="44"/>
                  </a:lnTo>
                  <a:lnTo>
                    <a:pt x="109" y="63"/>
                  </a:lnTo>
                  <a:lnTo>
                    <a:pt x="129" y="83"/>
                  </a:lnTo>
                  <a:lnTo>
                    <a:pt x="148" y="106"/>
                  </a:lnTo>
                  <a:lnTo>
                    <a:pt x="164" y="133"/>
                  </a:lnTo>
                  <a:lnTo>
                    <a:pt x="180" y="162"/>
                  </a:lnTo>
                  <a:lnTo>
                    <a:pt x="194" y="195"/>
                  </a:lnTo>
                  <a:lnTo>
                    <a:pt x="205" y="229"/>
                  </a:lnTo>
                  <a:lnTo>
                    <a:pt x="216" y="264"/>
                  </a:lnTo>
                  <a:lnTo>
                    <a:pt x="224" y="303"/>
                  </a:lnTo>
                  <a:lnTo>
                    <a:pt x="230" y="343"/>
                  </a:lnTo>
                  <a:lnTo>
                    <a:pt x="233" y="384"/>
                  </a:lnTo>
                  <a:lnTo>
                    <a:pt x="235" y="426"/>
                  </a:lnTo>
                  <a:lnTo>
                    <a:pt x="246"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5519" name="Freeform 61"/>
            <p:cNvSpPr>
              <a:spLocks/>
            </p:cNvSpPr>
            <p:nvPr/>
          </p:nvSpPr>
          <p:spPr bwMode="auto">
            <a:xfrm>
              <a:off x="1392" y="2203"/>
              <a:ext cx="49" cy="85"/>
            </a:xfrm>
            <a:custGeom>
              <a:avLst/>
              <a:gdLst>
                <a:gd name="T0" fmla="*/ 0 w 246"/>
                <a:gd name="T1" fmla="*/ 3 h 424"/>
                <a:gd name="T2" fmla="*/ 0 w 246"/>
                <a:gd name="T3" fmla="*/ 3 h 424"/>
                <a:gd name="T4" fmla="*/ 0 w 246"/>
                <a:gd name="T5" fmla="*/ 3 h 424"/>
                <a:gd name="T6" fmla="*/ 0 w 246"/>
                <a:gd name="T7" fmla="*/ 3 h 424"/>
                <a:gd name="T8" fmla="*/ 1 w 246"/>
                <a:gd name="T9" fmla="*/ 3 h 424"/>
                <a:gd name="T10" fmla="*/ 1 w 246"/>
                <a:gd name="T11" fmla="*/ 3 h 424"/>
                <a:gd name="T12" fmla="*/ 1 w 246"/>
                <a:gd name="T13" fmla="*/ 3 h 424"/>
                <a:gd name="T14" fmla="*/ 1 w 246"/>
                <a:gd name="T15" fmla="*/ 3 h 424"/>
                <a:gd name="T16" fmla="*/ 1 w 246"/>
                <a:gd name="T17" fmla="*/ 3 h 424"/>
                <a:gd name="T18" fmla="*/ 1 w 246"/>
                <a:gd name="T19" fmla="*/ 2 h 424"/>
                <a:gd name="T20" fmla="*/ 2 w 246"/>
                <a:gd name="T21" fmla="*/ 2 h 424"/>
                <a:gd name="T22" fmla="*/ 2 w 246"/>
                <a:gd name="T23" fmla="*/ 2 h 424"/>
                <a:gd name="T24" fmla="*/ 2 w 246"/>
                <a:gd name="T25" fmla="*/ 2 h 424"/>
                <a:gd name="T26" fmla="*/ 2 w 246"/>
                <a:gd name="T27" fmla="*/ 1 h 424"/>
                <a:gd name="T28" fmla="*/ 2 w 246"/>
                <a:gd name="T29" fmla="*/ 1 h 424"/>
                <a:gd name="T30" fmla="*/ 2 w 246"/>
                <a:gd name="T31" fmla="*/ 1 h 424"/>
                <a:gd name="T32" fmla="*/ 2 w 246"/>
                <a:gd name="T33" fmla="*/ 0 h 424"/>
                <a:gd name="T34" fmla="*/ 2 w 246"/>
                <a:gd name="T35" fmla="*/ 0 h 424"/>
                <a:gd name="T36" fmla="*/ 2 w 246"/>
                <a:gd name="T37" fmla="*/ 0 h 424"/>
                <a:gd name="T38" fmla="*/ 2 w 246"/>
                <a:gd name="T39" fmla="*/ 0 h 424"/>
                <a:gd name="T40" fmla="*/ 2 w 246"/>
                <a:gd name="T41" fmla="*/ 1 h 424"/>
                <a:gd name="T42" fmla="*/ 2 w 246"/>
                <a:gd name="T43" fmla="*/ 1 h 424"/>
                <a:gd name="T44" fmla="*/ 2 w 246"/>
                <a:gd name="T45" fmla="*/ 1 h 424"/>
                <a:gd name="T46" fmla="*/ 2 w 246"/>
                <a:gd name="T47" fmla="*/ 2 h 424"/>
                <a:gd name="T48" fmla="*/ 2 w 246"/>
                <a:gd name="T49" fmla="*/ 2 h 424"/>
                <a:gd name="T50" fmla="*/ 1 w 246"/>
                <a:gd name="T51" fmla="*/ 2 h 424"/>
                <a:gd name="T52" fmla="*/ 1 w 246"/>
                <a:gd name="T53" fmla="*/ 2 h 424"/>
                <a:gd name="T54" fmla="*/ 1 w 246"/>
                <a:gd name="T55" fmla="*/ 3 h 424"/>
                <a:gd name="T56" fmla="*/ 1 w 246"/>
                <a:gd name="T57" fmla="*/ 3 h 424"/>
                <a:gd name="T58" fmla="*/ 1 w 246"/>
                <a:gd name="T59" fmla="*/ 3 h 424"/>
                <a:gd name="T60" fmla="*/ 1 w 246"/>
                <a:gd name="T61" fmla="*/ 3 h 424"/>
                <a:gd name="T62" fmla="*/ 1 w 246"/>
                <a:gd name="T63" fmla="*/ 3 h 424"/>
                <a:gd name="T64" fmla="*/ 0 w 246"/>
                <a:gd name="T65" fmla="*/ 3 h 424"/>
                <a:gd name="T66" fmla="*/ 0 w 246"/>
                <a:gd name="T67" fmla="*/ 3 h 424"/>
                <a:gd name="T68" fmla="*/ 0 w 246"/>
                <a:gd name="T69" fmla="*/ 3 h 424"/>
                <a:gd name="T70" fmla="*/ 0 w 246"/>
                <a:gd name="T71" fmla="*/ 3 h 424"/>
                <a:gd name="T72" fmla="*/ 0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0" y="424"/>
                  </a:moveTo>
                  <a:lnTo>
                    <a:pt x="0" y="424"/>
                  </a:lnTo>
                  <a:lnTo>
                    <a:pt x="26" y="422"/>
                  </a:lnTo>
                  <a:lnTo>
                    <a:pt x="51" y="416"/>
                  </a:lnTo>
                  <a:lnTo>
                    <a:pt x="75" y="406"/>
                  </a:lnTo>
                  <a:lnTo>
                    <a:pt x="96" y="390"/>
                  </a:lnTo>
                  <a:lnTo>
                    <a:pt x="119" y="373"/>
                  </a:lnTo>
                  <a:lnTo>
                    <a:pt x="139" y="351"/>
                  </a:lnTo>
                  <a:lnTo>
                    <a:pt x="157" y="326"/>
                  </a:lnTo>
                  <a:lnTo>
                    <a:pt x="175" y="299"/>
                  </a:lnTo>
                  <a:lnTo>
                    <a:pt x="191" y="269"/>
                  </a:lnTo>
                  <a:lnTo>
                    <a:pt x="205" y="236"/>
                  </a:lnTo>
                  <a:lnTo>
                    <a:pt x="217" y="202"/>
                  </a:lnTo>
                  <a:lnTo>
                    <a:pt x="228" y="163"/>
                  </a:lnTo>
                  <a:lnTo>
                    <a:pt x="236" y="125"/>
                  </a:lnTo>
                  <a:lnTo>
                    <a:pt x="242" y="86"/>
                  </a:lnTo>
                  <a:lnTo>
                    <a:pt x="245" y="42"/>
                  </a:lnTo>
                  <a:lnTo>
                    <a:pt x="246" y="0"/>
                  </a:lnTo>
                  <a:lnTo>
                    <a:pt x="235" y="0"/>
                  </a:lnTo>
                  <a:lnTo>
                    <a:pt x="233" y="42"/>
                  </a:lnTo>
                  <a:lnTo>
                    <a:pt x="230" y="83"/>
                  </a:lnTo>
                  <a:lnTo>
                    <a:pt x="224" y="123"/>
                  </a:lnTo>
                  <a:lnTo>
                    <a:pt x="216" y="161"/>
                  </a:lnTo>
                  <a:lnTo>
                    <a:pt x="205" y="197"/>
                  </a:lnTo>
                  <a:lnTo>
                    <a:pt x="194" y="231"/>
                  </a:lnTo>
                  <a:lnTo>
                    <a:pt x="180" y="264"/>
                  </a:lnTo>
                  <a:lnTo>
                    <a:pt x="166" y="292"/>
                  </a:lnTo>
                  <a:lnTo>
                    <a:pt x="148" y="319"/>
                  </a:lnTo>
                  <a:lnTo>
                    <a:pt x="129" y="344"/>
                  </a:lnTo>
                  <a:lnTo>
                    <a:pt x="109" y="364"/>
                  </a:lnTo>
                  <a:lnTo>
                    <a:pt x="89" y="381"/>
                  </a:lnTo>
                  <a:lnTo>
                    <a:pt x="68" y="394"/>
                  </a:lnTo>
                  <a:lnTo>
                    <a:pt x="46" y="405"/>
                  </a:lnTo>
                  <a:lnTo>
                    <a:pt x="24" y="410"/>
                  </a:lnTo>
                  <a:lnTo>
                    <a:pt x="0" y="413"/>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5520" name="Freeform 62"/>
            <p:cNvSpPr>
              <a:spLocks/>
            </p:cNvSpPr>
            <p:nvPr/>
          </p:nvSpPr>
          <p:spPr bwMode="auto">
            <a:xfrm>
              <a:off x="1343" y="2203"/>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2" y="42"/>
                  </a:lnTo>
                  <a:lnTo>
                    <a:pt x="5" y="86"/>
                  </a:lnTo>
                  <a:lnTo>
                    <a:pt x="11" y="125"/>
                  </a:lnTo>
                  <a:lnTo>
                    <a:pt x="19" y="163"/>
                  </a:lnTo>
                  <a:lnTo>
                    <a:pt x="30" y="202"/>
                  </a:lnTo>
                  <a:lnTo>
                    <a:pt x="41" y="236"/>
                  </a:lnTo>
                  <a:lnTo>
                    <a:pt x="56" y="269"/>
                  </a:lnTo>
                  <a:lnTo>
                    <a:pt x="72" y="299"/>
                  </a:lnTo>
                  <a:lnTo>
                    <a:pt x="90" y="326"/>
                  </a:lnTo>
                  <a:lnTo>
                    <a:pt x="108" y="351"/>
                  </a:lnTo>
                  <a:lnTo>
                    <a:pt x="127" y="373"/>
                  </a:lnTo>
                  <a:lnTo>
                    <a:pt x="149" y="390"/>
                  </a:lnTo>
                  <a:lnTo>
                    <a:pt x="172" y="406"/>
                  </a:lnTo>
                  <a:lnTo>
                    <a:pt x="195" y="416"/>
                  </a:lnTo>
                  <a:lnTo>
                    <a:pt x="220" y="422"/>
                  </a:lnTo>
                  <a:lnTo>
                    <a:pt x="245" y="424"/>
                  </a:lnTo>
                  <a:lnTo>
                    <a:pt x="245" y="413"/>
                  </a:lnTo>
                  <a:lnTo>
                    <a:pt x="222" y="410"/>
                  </a:lnTo>
                  <a:lnTo>
                    <a:pt x="200" y="405"/>
                  </a:lnTo>
                  <a:lnTo>
                    <a:pt x="179" y="394"/>
                  </a:lnTo>
                  <a:lnTo>
                    <a:pt x="156" y="381"/>
                  </a:lnTo>
                  <a:lnTo>
                    <a:pt x="136" y="364"/>
                  </a:lnTo>
                  <a:lnTo>
                    <a:pt x="118" y="344"/>
                  </a:lnTo>
                  <a:lnTo>
                    <a:pt x="99" y="319"/>
                  </a:lnTo>
                  <a:lnTo>
                    <a:pt x="81" y="292"/>
                  </a:lnTo>
                  <a:lnTo>
                    <a:pt x="67" y="264"/>
                  </a:lnTo>
                  <a:lnTo>
                    <a:pt x="53" y="231"/>
                  </a:lnTo>
                  <a:lnTo>
                    <a:pt x="41" y="197"/>
                  </a:lnTo>
                  <a:lnTo>
                    <a:pt x="31" y="161"/>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5521" name="Freeform 63"/>
            <p:cNvSpPr>
              <a:spLocks/>
            </p:cNvSpPr>
            <p:nvPr/>
          </p:nvSpPr>
          <p:spPr bwMode="auto">
            <a:xfrm>
              <a:off x="1343" y="2118"/>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1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20" y="3"/>
                  </a:lnTo>
                  <a:lnTo>
                    <a:pt x="195" y="9"/>
                  </a:lnTo>
                  <a:lnTo>
                    <a:pt x="172" y="19"/>
                  </a:lnTo>
                  <a:lnTo>
                    <a:pt x="149" y="34"/>
                  </a:lnTo>
                  <a:lnTo>
                    <a:pt x="127" y="53"/>
                  </a:lnTo>
                  <a:lnTo>
                    <a:pt x="108" y="75"/>
                  </a:lnTo>
                  <a:lnTo>
                    <a:pt x="90" y="99"/>
                  </a:lnTo>
                  <a:lnTo>
                    <a:pt x="71" y="126"/>
                  </a:lnTo>
                  <a:lnTo>
                    <a:pt x="56" y="158"/>
                  </a:lnTo>
                  <a:lnTo>
                    <a:pt x="41" y="190"/>
                  </a:lnTo>
                  <a:lnTo>
                    <a:pt x="30" y="224"/>
                  </a:lnTo>
                  <a:lnTo>
                    <a:pt x="19" y="262"/>
                  </a:lnTo>
                  <a:lnTo>
                    <a:pt x="11" y="301"/>
                  </a:lnTo>
                  <a:lnTo>
                    <a:pt x="5" y="340"/>
                  </a:lnTo>
                  <a:lnTo>
                    <a:pt x="2" y="384"/>
                  </a:lnTo>
                  <a:lnTo>
                    <a:pt x="0" y="426"/>
                  </a:lnTo>
                  <a:lnTo>
                    <a:pt x="12" y="426"/>
                  </a:lnTo>
                  <a:lnTo>
                    <a:pt x="13" y="384"/>
                  </a:lnTo>
                  <a:lnTo>
                    <a:pt x="17" y="343"/>
                  </a:lnTo>
                  <a:lnTo>
                    <a:pt x="23" y="303"/>
                  </a:lnTo>
                  <a:lnTo>
                    <a:pt x="31" y="264"/>
                  </a:lnTo>
                  <a:lnTo>
                    <a:pt x="41" y="229"/>
                  </a:lnTo>
                  <a:lnTo>
                    <a:pt x="53" y="195"/>
                  </a:lnTo>
                  <a:lnTo>
                    <a:pt x="67" y="162"/>
                  </a:lnTo>
                  <a:lnTo>
                    <a:pt x="82" y="133"/>
                  </a:lnTo>
                  <a:lnTo>
                    <a:pt x="99" y="106"/>
                  </a:lnTo>
                  <a:lnTo>
                    <a:pt x="118" y="83"/>
                  </a:lnTo>
                  <a:lnTo>
                    <a:pt x="136" y="63"/>
                  </a:lnTo>
                  <a:lnTo>
                    <a:pt x="156" y="44"/>
                  </a:lnTo>
                  <a:lnTo>
                    <a:pt x="179" y="31"/>
                  </a:lnTo>
                  <a:lnTo>
                    <a:pt x="200" y="20"/>
                  </a:lnTo>
                  <a:lnTo>
                    <a:pt x="222" y="15"/>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5522" name="Freeform 64"/>
            <p:cNvSpPr>
              <a:spLocks/>
            </p:cNvSpPr>
            <p:nvPr/>
          </p:nvSpPr>
          <p:spPr bwMode="auto">
            <a:xfrm>
              <a:off x="1384" y="1859"/>
              <a:ext cx="49" cy="84"/>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1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3" y="382"/>
                  </a:lnTo>
                  <a:lnTo>
                    <a:pt x="240" y="339"/>
                  </a:lnTo>
                  <a:lnTo>
                    <a:pt x="234" y="299"/>
                  </a:lnTo>
                  <a:lnTo>
                    <a:pt x="226" y="261"/>
                  </a:lnTo>
                  <a:lnTo>
                    <a:pt x="215" y="222"/>
                  </a:lnTo>
                  <a:lnTo>
                    <a:pt x="204" y="188"/>
                  </a:lnTo>
                  <a:lnTo>
                    <a:pt x="189" y="156"/>
                  </a:lnTo>
                  <a:lnTo>
                    <a:pt x="173" y="125"/>
                  </a:lnTo>
                  <a:lnTo>
                    <a:pt x="155" y="98"/>
                  </a:lnTo>
                  <a:lnTo>
                    <a:pt x="138" y="74"/>
                  </a:lnTo>
                  <a:lnTo>
                    <a:pt x="118" y="51"/>
                  </a:lnTo>
                  <a:lnTo>
                    <a:pt x="96" y="34"/>
                  </a:lnTo>
                  <a:lnTo>
                    <a:pt x="73" y="18"/>
                  </a:lnTo>
                  <a:lnTo>
                    <a:pt x="50" y="8"/>
                  </a:lnTo>
                  <a:lnTo>
                    <a:pt x="25" y="2"/>
                  </a:lnTo>
                  <a:lnTo>
                    <a:pt x="0" y="0"/>
                  </a:lnTo>
                  <a:lnTo>
                    <a:pt x="0" y="11"/>
                  </a:lnTo>
                  <a:lnTo>
                    <a:pt x="23" y="14"/>
                  </a:lnTo>
                  <a:lnTo>
                    <a:pt x="45" y="20"/>
                  </a:lnTo>
                  <a:lnTo>
                    <a:pt x="66" y="30"/>
                  </a:lnTo>
                  <a:lnTo>
                    <a:pt x="89" y="43"/>
                  </a:lnTo>
                  <a:lnTo>
                    <a:pt x="109" y="61"/>
                  </a:lnTo>
                  <a:lnTo>
                    <a:pt x="129" y="81"/>
                  </a:lnTo>
                  <a:lnTo>
                    <a:pt x="146" y="105"/>
                  </a:lnTo>
                  <a:lnTo>
                    <a:pt x="164" y="132"/>
                  </a:lnTo>
                  <a:lnTo>
                    <a:pt x="178" y="160"/>
                  </a:lnTo>
                  <a:lnTo>
                    <a:pt x="192" y="193"/>
                  </a:lnTo>
                  <a:lnTo>
                    <a:pt x="204" y="227"/>
                  </a:lnTo>
                  <a:lnTo>
                    <a:pt x="214" y="264"/>
                  </a:lnTo>
                  <a:lnTo>
                    <a:pt x="222" y="301"/>
                  </a:lnTo>
                  <a:lnTo>
                    <a:pt x="228"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5523" name="Freeform 65"/>
            <p:cNvSpPr>
              <a:spLocks/>
            </p:cNvSpPr>
            <p:nvPr/>
          </p:nvSpPr>
          <p:spPr bwMode="auto">
            <a:xfrm>
              <a:off x="1384" y="1943"/>
              <a:ext cx="49" cy="86"/>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5" y="423"/>
                  </a:lnTo>
                  <a:lnTo>
                    <a:pt x="50" y="418"/>
                  </a:lnTo>
                  <a:lnTo>
                    <a:pt x="73" y="407"/>
                  </a:lnTo>
                  <a:lnTo>
                    <a:pt x="96" y="392"/>
                  </a:lnTo>
                  <a:lnTo>
                    <a:pt x="118" y="374"/>
                  </a:lnTo>
                  <a:lnTo>
                    <a:pt x="138" y="352"/>
                  </a:lnTo>
                  <a:lnTo>
                    <a:pt x="155" y="327"/>
                  </a:lnTo>
                  <a:lnTo>
                    <a:pt x="174" y="300"/>
                  </a:lnTo>
                  <a:lnTo>
                    <a:pt x="189" y="269"/>
                  </a:lnTo>
                  <a:lnTo>
                    <a:pt x="204" y="237"/>
                  </a:lnTo>
                  <a:lnTo>
                    <a:pt x="215" y="202"/>
                  </a:lnTo>
                  <a:lnTo>
                    <a:pt x="226" y="164"/>
                  </a:lnTo>
                  <a:lnTo>
                    <a:pt x="234" y="126"/>
                  </a:lnTo>
                  <a:lnTo>
                    <a:pt x="240" y="86"/>
                  </a:lnTo>
                  <a:lnTo>
                    <a:pt x="243" y="42"/>
                  </a:lnTo>
                  <a:lnTo>
                    <a:pt x="245" y="0"/>
                  </a:lnTo>
                  <a:lnTo>
                    <a:pt x="233" y="0"/>
                  </a:lnTo>
                  <a:lnTo>
                    <a:pt x="232" y="42"/>
                  </a:lnTo>
                  <a:lnTo>
                    <a:pt x="228" y="83"/>
                  </a:lnTo>
                  <a:lnTo>
                    <a:pt x="222" y="123"/>
                  </a:lnTo>
                  <a:lnTo>
                    <a:pt x="214" y="162"/>
                  </a:lnTo>
                  <a:lnTo>
                    <a:pt x="204" y="197"/>
                  </a:lnTo>
                  <a:lnTo>
                    <a:pt x="192" y="232"/>
                  </a:lnTo>
                  <a:lnTo>
                    <a:pt x="178" y="264"/>
                  </a:lnTo>
                  <a:lnTo>
                    <a:pt x="163" y="293"/>
                  </a:lnTo>
                  <a:lnTo>
                    <a:pt x="146" y="320"/>
                  </a:lnTo>
                  <a:lnTo>
                    <a:pt x="129" y="345"/>
                  </a:lnTo>
                  <a:lnTo>
                    <a:pt x="109" y="365"/>
                  </a:lnTo>
                  <a:lnTo>
                    <a:pt x="89" y="382"/>
                  </a:lnTo>
                  <a:lnTo>
                    <a:pt x="66" y="395"/>
                  </a:lnTo>
                  <a:lnTo>
                    <a:pt x="45" y="406"/>
                  </a:lnTo>
                  <a:lnTo>
                    <a:pt x="23"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5524" name="Freeform 66"/>
            <p:cNvSpPr>
              <a:spLocks/>
            </p:cNvSpPr>
            <p:nvPr/>
          </p:nvSpPr>
          <p:spPr bwMode="auto">
            <a:xfrm>
              <a:off x="1335" y="1943"/>
              <a:ext cx="49" cy="86"/>
            </a:xfrm>
            <a:custGeom>
              <a:avLst/>
              <a:gdLst>
                <a:gd name="T0" fmla="*/ 0 w 246"/>
                <a:gd name="T1" fmla="*/ 0 h 426"/>
                <a:gd name="T2" fmla="*/ 0 w 246"/>
                <a:gd name="T3" fmla="*/ 0 h 426"/>
                <a:gd name="T4" fmla="*/ 0 w 246"/>
                <a:gd name="T5" fmla="*/ 0 h 426"/>
                <a:gd name="T6" fmla="*/ 0 w 246"/>
                <a:gd name="T7" fmla="*/ 1 h 426"/>
                <a:gd name="T8" fmla="*/ 0 w 246"/>
                <a:gd name="T9" fmla="*/ 1 h 426"/>
                <a:gd name="T10" fmla="*/ 0 w 246"/>
                <a:gd name="T11" fmla="*/ 1 h 426"/>
                <a:gd name="T12" fmla="*/ 0 w 246"/>
                <a:gd name="T13" fmla="*/ 2 h 426"/>
                <a:gd name="T14" fmla="*/ 0 w 246"/>
                <a:gd name="T15" fmla="*/ 2 h 426"/>
                <a:gd name="T16" fmla="*/ 0 w 246"/>
                <a:gd name="T17" fmla="*/ 2 h 426"/>
                <a:gd name="T18" fmla="*/ 1 w 246"/>
                <a:gd name="T19" fmla="*/ 2 h 426"/>
                <a:gd name="T20" fmla="*/ 1 w 246"/>
                <a:gd name="T21" fmla="*/ 3 h 426"/>
                <a:gd name="T22" fmla="*/ 1 w 246"/>
                <a:gd name="T23" fmla="*/ 3 h 426"/>
                <a:gd name="T24" fmla="*/ 1 w 246"/>
                <a:gd name="T25" fmla="*/ 3 h 426"/>
                <a:gd name="T26" fmla="*/ 1 w 246"/>
                <a:gd name="T27" fmla="*/ 3 h 426"/>
                <a:gd name="T28" fmla="*/ 1 w 246"/>
                <a:gd name="T29" fmla="*/ 3 h 426"/>
                <a:gd name="T30" fmla="*/ 2 w 246"/>
                <a:gd name="T31" fmla="*/ 3 h 426"/>
                <a:gd name="T32" fmla="*/ 2 w 246"/>
                <a:gd name="T33" fmla="*/ 3 h 426"/>
                <a:gd name="T34" fmla="*/ 2 w 246"/>
                <a:gd name="T35" fmla="*/ 3 h 426"/>
                <a:gd name="T36" fmla="*/ 2 w 246"/>
                <a:gd name="T37" fmla="*/ 3 h 426"/>
                <a:gd name="T38" fmla="*/ 2 w 246"/>
                <a:gd name="T39" fmla="*/ 3 h 426"/>
                <a:gd name="T40" fmla="*/ 2 w 246"/>
                <a:gd name="T41" fmla="*/ 3 h 426"/>
                <a:gd name="T42" fmla="*/ 1 w 246"/>
                <a:gd name="T43" fmla="*/ 3 h 426"/>
                <a:gd name="T44" fmla="*/ 1 w 246"/>
                <a:gd name="T45" fmla="*/ 3 h 426"/>
                <a:gd name="T46" fmla="*/ 1 w 246"/>
                <a:gd name="T47" fmla="*/ 3 h 426"/>
                <a:gd name="T48" fmla="*/ 1 w 246"/>
                <a:gd name="T49" fmla="*/ 3 h 426"/>
                <a:gd name="T50" fmla="*/ 1 w 246"/>
                <a:gd name="T51" fmla="*/ 3 h 426"/>
                <a:gd name="T52" fmla="*/ 1 w 246"/>
                <a:gd name="T53" fmla="*/ 2 h 426"/>
                <a:gd name="T54" fmla="*/ 1 w 246"/>
                <a:gd name="T55" fmla="*/ 2 h 426"/>
                <a:gd name="T56" fmla="*/ 0 w 246"/>
                <a:gd name="T57" fmla="*/ 2 h 426"/>
                <a:gd name="T58" fmla="*/ 0 w 246"/>
                <a:gd name="T59" fmla="*/ 2 h 426"/>
                <a:gd name="T60" fmla="*/ 0 w 246"/>
                <a:gd name="T61" fmla="*/ 1 h 426"/>
                <a:gd name="T62" fmla="*/ 0 w 246"/>
                <a:gd name="T63" fmla="*/ 1 h 426"/>
                <a:gd name="T64" fmla="*/ 0 w 246"/>
                <a:gd name="T65" fmla="*/ 1 h 426"/>
                <a:gd name="T66" fmla="*/ 0 w 246"/>
                <a:gd name="T67" fmla="*/ 0 h 426"/>
                <a:gd name="T68" fmla="*/ 0 w 246"/>
                <a:gd name="T69" fmla="*/ 0 h 426"/>
                <a:gd name="T70" fmla="*/ 0 w 246"/>
                <a:gd name="T71" fmla="*/ 0 h 426"/>
                <a:gd name="T72" fmla="*/ 0 w 246"/>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0"/>
                  </a:moveTo>
                  <a:lnTo>
                    <a:pt x="0" y="0"/>
                  </a:lnTo>
                  <a:lnTo>
                    <a:pt x="1" y="42"/>
                  </a:lnTo>
                  <a:lnTo>
                    <a:pt x="4" y="86"/>
                  </a:lnTo>
                  <a:lnTo>
                    <a:pt x="10" y="126"/>
                  </a:lnTo>
                  <a:lnTo>
                    <a:pt x="18" y="164"/>
                  </a:lnTo>
                  <a:lnTo>
                    <a:pt x="29" y="202"/>
                  </a:lnTo>
                  <a:lnTo>
                    <a:pt x="41" y="237"/>
                  </a:lnTo>
                  <a:lnTo>
                    <a:pt x="55" y="269"/>
                  </a:lnTo>
                  <a:lnTo>
                    <a:pt x="71" y="300"/>
                  </a:lnTo>
                  <a:lnTo>
                    <a:pt x="89" y="327"/>
                  </a:lnTo>
                  <a:lnTo>
                    <a:pt x="107" y="352"/>
                  </a:lnTo>
                  <a:lnTo>
                    <a:pt x="127" y="374"/>
                  </a:lnTo>
                  <a:lnTo>
                    <a:pt x="150" y="392"/>
                  </a:lnTo>
                  <a:lnTo>
                    <a:pt x="171" y="407"/>
                  </a:lnTo>
                  <a:lnTo>
                    <a:pt x="195" y="418"/>
                  </a:lnTo>
                  <a:lnTo>
                    <a:pt x="220" y="423"/>
                  </a:lnTo>
                  <a:lnTo>
                    <a:pt x="246" y="426"/>
                  </a:lnTo>
                  <a:lnTo>
                    <a:pt x="246" y="414"/>
                  </a:lnTo>
                  <a:lnTo>
                    <a:pt x="222" y="412"/>
                  </a:lnTo>
                  <a:lnTo>
                    <a:pt x="200" y="406"/>
                  </a:lnTo>
                  <a:lnTo>
                    <a:pt x="178" y="395"/>
                  </a:lnTo>
                  <a:lnTo>
                    <a:pt x="157" y="382"/>
                  </a:lnTo>
                  <a:lnTo>
                    <a:pt x="137" y="365"/>
                  </a:lnTo>
                  <a:lnTo>
                    <a:pt x="117" y="345"/>
                  </a:lnTo>
                  <a:lnTo>
                    <a:pt x="98" y="320"/>
                  </a:lnTo>
                  <a:lnTo>
                    <a:pt x="83" y="293"/>
                  </a:lnTo>
                  <a:lnTo>
                    <a:pt x="66" y="264"/>
                  </a:lnTo>
                  <a:lnTo>
                    <a:pt x="52" y="232"/>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5525" name="Freeform 67"/>
            <p:cNvSpPr>
              <a:spLocks/>
            </p:cNvSpPr>
            <p:nvPr/>
          </p:nvSpPr>
          <p:spPr bwMode="auto">
            <a:xfrm>
              <a:off x="1335" y="1859"/>
              <a:ext cx="49" cy="84"/>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1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0" y="2"/>
                  </a:lnTo>
                  <a:lnTo>
                    <a:pt x="195" y="8"/>
                  </a:lnTo>
                  <a:lnTo>
                    <a:pt x="171" y="18"/>
                  </a:lnTo>
                  <a:lnTo>
                    <a:pt x="150" y="34"/>
                  </a:lnTo>
                  <a:lnTo>
                    <a:pt x="127" y="51"/>
                  </a:lnTo>
                  <a:lnTo>
                    <a:pt x="107" y="74"/>
                  </a:lnTo>
                  <a:lnTo>
                    <a:pt x="89" y="98"/>
                  </a:lnTo>
                  <a:lnTo>
                    <a:pt x="72" y="125"/>
                  </a:lnTo>
                  <a:lnTo>
                    <a:pt x="55" y="156"/>
                  </a:lnTo>
                  <a:lnTo>
                    <a:pt x="41" y="188"/>
                  </a:lnTo>
                  <a:lnTo>
                    <a:pt x="29" y="222"/>
                  </a:lnTo>
                  <a:lnTo>
                    <a:pt x="18" y="261"/>
                  </a:lnTo>
                  <a:lnTo>
                    <a:pt x="10" y="299"/>
                  </a:lnTo>
                  <a:lnTo>
                    <a:pt x="4" y="339"/>
                  </a:lnTo>
                  <a:lnTo>
                    <a:pt x="1" y="382"/>
                  </a:lnTo>
                  <a:lnTo>
                    <a:pt x="0" y="424"/>
                  </a:lnTo>
                  <a:lnTo>
                    <a:pt x="11" y="424"/>
                  </a:lnTo>
                  <a:lnTo>
                    <a:pt x="13" y="382"/>
                  </a:lnTo>
                  <a:lnTo>
                    <a:pt x="16" y="341"/>
                  </a:lnTo>
                  <a:lnTo>
                    <a:pt x="22" y="301"/>
                  </a:lnTo>
                  <a:lnTo>
                    <a:pt x="30" y="264"/>
                  </a:lnTo>
                  <a:lnTo>
                    <a:pt x="41" y="227"/>
                  </a:lnTo>
                  <a:lnTo>
                    <a:pt x="52" y="193"/>
                  </a:lnTo>
                  <a:lnTo>
                    <a:pt x="66" y="160"/>
                  </a:lnTo>
                  <a:lnTo>
                    <a:pt x="82" y="132"/>
                  </a:lnTo>
                  <a:lnTo>
                    <a:pt x="98" y="105"/>
                  </a:lnTo>
                  <a:lnTo>
                    <a:pt x="117" y="81"/>
                  </a:lnTo>
                  <a:lnTo>
                    <a:pt x="137" y="61"/>
                  </a:lnTo>
                  <a:lnTo>
                    <a:pt x="157" y="43"/>
                  </a:lnTo>
                  <a:lnTo>
                    <a:pt x="178" y="30"/>
                  </a:lnTo>
                  <a:lnTo>
                    <a:pt x="200" y="20"/>
                  </a:lnTo>
                  <a:lnTo>
                    <a:pt x="222" y="14"/>
                  </a:lnTo>
                  <a:lnTo>
                    <a:pt x="246" y="11"/>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5526" name="Freeform 68"/>
            <p:cNvSpPr>
              <a:spLocks/>
            </p:cNvSpPr>
            <p:nvPr/>
          </p:nvSpPr>
          <p:spPr bwMode="auto">
            <a:xfrm>
              <a:off x="1552" y="1751"/>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1" y="339"/>
                  </a:lnTo>
                  <a:lnTo>
                    <a:pt x="235" y="299"/>
                  </a:lnTo>
                  <a:lnTo>
                    <a:pt x="226" y="261"/>
                  </a:lnTo>
                  <a:lnTo>
                    <a:pt x="216" y="223"/>
                  </a:lnTo>
                  <a:lnTo>
                    <a:pt x="204" y="189"/>
                  </a:lnTo>
                  <a:lnTo>
                    <a:pt x="190" y="156"/>
                  </a:lnTo>
                  <a:lnTo>
                    <a:pt x="174" y="125"/>
                  </a:lnTo>
                  <a:lnTo>
                    <a:pt x="156" y="98"/>
                  </a:lnTo>
                  <a:lnTo>
                    <a:pt x="137" y="74"/>
                  </a:lnTo>
                  <a:lnTo>
                    <a:pt x="119" y="52"/>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8" y="81"/>
                  </a:lnTo>
                  <a:lnTo>
                    <a:pt x="147" y="105"/>
                  </a:lnTo>
                  <a:lnTo>
                    <a:pt x="164" y="132"/>
                  </a:lnTo>
                  <a:lnTo>
                    <a:pt x="178" y="161"/>
                  </a:lnTo>
                  <a:lnTo>
                    <a:pt x="193" y="193"/>
                  </a:lnTo>
                  <a:lnTo>
                    <a:pt x="204" y="227"/>
                  </a:lnTo>
                  <a:lnTo>
                    <a:pt x="215" y="264"/>
                  </a:lnTo>
                  <a:lnTo>
                    <a:pt x="223" y="301"/>
                  </a:lnTo>
                  <a:lnTo>
                    <a:pt x="229" y="341"/>
                  </a:lnTo>
                  <a:lnTo>
                    <a:pt x="232" y="382"/>
                  </a:lnTo>
                  <a:lnTo>
                    <a:pt x="234"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5527" name="Freeform 69"/>
            <p:cNvSpPr>
              <a:spLocks/>
            </p:cNvSpPr>
            <p:nvPr/>
          </p:nvSpPr>
          <p:spPr bwMode="auto">
            <a:xfrm>
              <a:off x="1552" y="1836"/>
              <a:ext cx="49" cy="85"/>
            </a:xfrm>
            <a:custGeom>
              <a:avLst/>
              <a:gdLst>
                <a:gd name="T0" fmla="*/ 0 w 245"/>
                <a:gd name="T1" fmla="*/ 3 h 425"/>
                <a:gd name="T2" fmla="*/ 0 w 245"/>
                <a:gd name="T3" fmla="*/ 3 h 425"/>
                <a:gd name="T4" fmla="*/ 0 w 245"/>
                <a:gd name="T5" fmla="*/ 3 h 425"/>
                <a:gd name="T6" fmla="*/ 0 w 245"/>
                <a:gd name="T7" fmla="*/ 3 h 425"/>
                <a:gd name="T8" fmla="*/ 1 w 245"/>
                <a:gd name="T9" fmla="*/ 3 h 425"/>
                <a:gd name="T10" fmla="*/ 1 w 245"/>
                <a:gd name="T11" fmla="*/ 3 h 425"/>
                <a:gd name="T12" fmla="*/ 1 w 245"/>
                <a:gd name="T13" fmla="*/ 3 h 425"/>
                <a:gd name="T14" fmla="*/ 1 w 245"/>
                <a:gd name="T15" fmla="*/ 3 h 425"/>
                <a:gd name="T16" fmla="*/ 1 w 245"/>
                <a:gd name="T17" fmla="*/ 3 h 425"/>
                <a:gd name="T18" fmla="*/ 1 w 245"/>
                <a:gd name="T19" fmla="*/ 2 h 425"/>
                <a:gd name="T20" fmla="*/ 2 w 245"/>
                <a:gd name="T21" fmla="*/ 2 h 425"/>
                <a:gd name="T22" fmla="*/ 2 w 245"/>
                <a:gd name="T23" fmla="*/ 2 h 425"/>
                <a:gd name="T24" fmla="*/ 2 w 245"/>
                <a:gd name="T25" fmla="*/ 2 h 425"/>
                <a:gd name="T26" fmla="*/ 2 w 245"/>
                <a:gd name="T27" fmla="*/ 1 h 425"/>
                <a:gd name="T28" fmla="*/ 2 w 245"/>
                <a:gd name="T29" fmla="*/ 1 h 425"/>
                <a:gd name="T30" fmla="*/ 2 w 245"/>
                <a:gd name="T31" fmla="*/ 1 h 425"/>
                <a:gd name="T32" fmla="*/ 2 w 245"/>
                <a:gd name="T33" fmla="*/ 0 h 425"/>
                <a:gd name="T34" fmla="*/ 2 w 245"/>
                <a:gd name="T35" fmla="*/ 0 h 425"/>
                <a:gd name="T36" fmla="*/ 2 w 245"/>
                <a:gd name="T37" fmla="*/ 0 h 425"/>
                <a:gd name="T38" fmla="*/ 2 w 245"/>
                <a:gd name="T39" fmla="*/ 0 h 425"/>
                <a:gd name="T40" fmla="*/ 2 w 245"/>
                <a:gd name="T41" fmla="*/ 1 h 425"/>
                <a:gd name="T42" fmla="*/ 2 w 245"/>
                <a:gd name="T43" fmla="*/ 1 h 425"/>
                <a:gd name="T44" fmla="*/ 2 w 245"/>
                <a:gd name="T45" fmla="*/ 1 h 425"/>
                <a:gd name="T46" fmla="*/ 2 w 245"/>
                <a:gd name="T47" fmla="*/ 2 h 425"/>
                <a:gd name="T48" fmla="*/ 2 w 245"/>
                <a:gd name="T49" fmla="*/ 2 h 425"/>
                <a:gd name="T50" fmla="*/ 1 w 245"/>
                <a:gd name="T51" fmla="*/ 2 h 425"/>
                <a:gd name="T52" fmla="*/ 1 w 245"/>
                <a:gd name="T53" fmla="*/ 2 h 425"/>
                <a:gd name="T54" fmla="*/ 1 w 245"/>
                <a:gd name="T55" fmla="*/ 3 h 425"/>
                <a:gd name="T56" fmla="*/ 1 w 245"/>
                <a:gd name="T57" fmla="*/ 3 h 425"/>
                <a:gd name="T58" fmla="*/ 1 w 245"/>
                <a:gd name="T59" fmla="*/ 3 h 425"/>
                <a:gd name="T60" fmla="*/ 1 w 245"/>
                <a:gd name="T61" fmla="*/ 3 h 425"/>
                <a:gd name="T62" fmla="*/ 1 w 245"/>
                <a:gd name="T63" fmla="*/ 3 h 425"/>
                <a:gd name="T64" fmla="*/ 0 w 245"/>
                <a:gd name="T65" fmla="*/ 3 h 425"/>
                <a:gd name="T66" fmla="*/ 0 w 245"/>
                <a:gd name="T67" fmla="*/ 3 h 425"/>
                <a:gd name="T68" fmla="*/ 0 w 245"/>
                <a:gd name="T69" fmla="*/ 3 h 425"/>
                <a:gd name="T70" fmla="*/ 0 w 245"/>
                <a:gd name="T71" fmla="*/ 3 h 425"/>
                <a:gd name="T72" fmla="*/ 0 w 245"/>
                <a:gd name="T73" fmla="*/ 3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5"/>
                <a:gd name="T113" fmla="*/ 245 w 245"/>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5">
                  <a:moveTo>
                    <a:pt x="0" y="425"/>
                  </a:moveTo>
                  <a:lnTo>
                    <a:pt x="0" y="425"/>
                  </a:lnTo>
                  <a:lnTo>
                    <a:pt x="26" y="422"/>
                  </a:lnTo>
                  <a:lnTo>
                    <a:pt x="51" y="417"/>
                  </a:lnTo>
                  <a:lnTo>
                    <a:pt x="74" y="406"/>
                  </a:lnTo>
                  <a:lnTo>
                    <a:pt x="96" y="391"/>
                  </a:lnTo>
                  <a:lnTo>
                    <a:pt x="119" y="373"/>
                  </a:lnTo>
                  <a:lnTo>
                    <a:pt x="137" y="351"/>
                  </a:lnTo>
                  <a:lnTo>
                    <a:pt x="156" y="326"/>
                  </a:lnTo>
                  <a:lnTo>
                    <a:pt x="174" y="299"/>
                  </a:lnTo>
                  <a:lnTo>
                    <a:pt x="190" y="269"/>
                  </a:lnTo>
                  <a:lnTo>
                    <a:pt x="204" y="236"/>
                  </a:lnTo>
                  <a:lnTo>
                    <a:pt x="216" y="202"/>
                  </a:lnTo>
                  <a:lnTo>
                    <a:pt x="226" y="163"/>
                  </a:lnTo>
                  <a:lnTo>
                    <a:pt x="235" y="126"/>
                  </a:lnTo>
                  <a:lnTo>
                    <a:pt x="241" y="86"/>
                  </a:lnTo>
                  <a:lnTo>
                    <a:pt x="244" y="43"/>
                  </a:lnTo>
                  <a:lnTo>
                    <a:pt x="245" y="0"/>
                  </a:lnTo>
                  <a:lnTo>
                    <a:pt x="234" y="0"/>
                  </a:lnTo>
                  <a:lnTo>
                    <a:pt x="232" y="43"/>
                  </a:lnTo>
                  <a:lnTo>
                    <a:pt x="229" y="84"/>
                  </a:lnTo>
                  <a:lnTo>
                    <a:pt x="223" y="123"/>
                  </a:lnTo>
                  <a:lnTo>
                    <a:pt x="215" y="161"/>
                  </a:lnTo>
                  <a:lnTo>
                    <a:pt x="204" y="197"/>
                  </a:lnTo>
                  <a:lnTo>
                    <a:pt x="193" y="231"/>
                  </a:lnTo>
                  <a:lnTo>
                    <a:pt x="178" y="264"/>
                  </a:lnTo>
                  <a:lnTo>
                    <a:pt x="164" y="292"/>
                  </a:lnTo>
                  <a:lnTo>
                    <a:pt x="147" y="319"/>
                  </a:lnTo>
                  <a:lnTo>
                    <a:pt x="128" y="344"/>
                  </a:lnTo>
                  <a:lnTo>
                    <a:pt x="109" y="364"/>
                  </a:lnTo>
                  <a:lnTo>
                    <a:pt x="89" y="381"/>
                  </a:lnTo>
                  <a:lnTo>
                    <a:pt x="67" y="394"/>
                  </a:lnTo>
                  <a:lnTo>
                    <a:pt x="46" y="405"/>
                  </a:lnTo>
                  <a:lnTo>
                    <a:pt x="24" y="411"/>
                  </a:lnTo>
                  <a:lnTo>
                    <a:pt x="0" y="413"/>
                  </a:lnTo>
                  <a:lnTo>
                    <a:pt x="0" y="425"/>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5528" name="Freeform 70"/>
            <p:cNvSpPr>
              <a:spLocks/>
            </p:cNvSpPr>
            <p:nvPr/>
          </p:nvSpPr>
          <p:spPr bwMode="auto">
            <a:xfrm>
              <a:off x="1502" y="1836"/>
              <a:ext cx="50" cy="85"/>
            </a:xfrm>
            <a:custGeom>
              <a:avLst/>
              <a:gdLst>
                <a:gd name="T0" fmla="*/ 0 w 246"/>
                <a:gd name="T1" fmla="*/ 0 h 425"/>
                <a:gd name="T2" fmla="*/ 0 w 246"/>
                <a:gd name="T3" fmla="*/ 0 h 425"/>
                <a:gd name="T4" fmla="*/ 0 w 246"/>
                <a:gd name="T5" fmla="*/ 0 h 425"/>
                <a:gd name="T6" fmla="*/ 0 w 246"/>
                <a:gd name="T7" fmla="*/ 1 h 425"/>
                <a:gd name="T8" fmla="*/ 0 w 246"/>
                <a:gd name="T9" fmla="*/ 1 h 425"/>
                <a:gd name="T10" fmla="*/ 0 w 246"/>
                <a:gd name="T11" fmla="*/ 1 h 425"/>
                <a:gd name="T12" fmla="*/ 0 w 246"/>
                <a:gd name="T13" fmla="*/ 2 h 425"/>
                <a:gd name="T14" fmla="*/ 0 w 246"/>
                <a:gd name="T15" fmla="*/ 2 h 425"/>
                <a:gd name="T16" fmla="*/ 0 w 246"/>
                <a:gd name="T17" fmla="*/ 2 h 425"/>
                <a:gd name="T18" fmla="*/ 1 w 246"/>
                <a:gd name="T19" fmla="*/ 2 h 425"/>
                <a:gd name="T20" fmla="*/ 1 w 246"/>
                <a:gd name="T21" fmla="*/ 3 h 425"/>
                <a:gd name="T22" fmla="*/ 1 w 246"/>
                <a:gd name="T23" fmla="*/ 3 h 425"/>
                <a:gd name="T24" fmla="*/ 1 w 246"/>
                <a:gd name="T25" fmla="*/ 3 h 425"/>
                <a:gd name="T26" fmla="*/ 1 w 246"/>
                <a:gd name="T27" fmla="*/ 3 h 425"/>
                <a:gd name="T28" fmla="*/ 1 w 246"/>
                <a:gd name="T29" fmla="*/ 3 h 425"/>
                <a:gd name="T30" fmla="*/ 2 w 246"/>
                <a:gd name="T31" fmla="*/ 3 h 425"/>
                <a:gd name="T32" fmla="*/ 2 w 246"/>
                <a:gd name="T33" fmla="*/ 3 h 425"/>
                <a:gd name="T34" fmla="*/ 2 w 246"/>
                <a:gd name="T35" fmla="*/ 3 h 425"/>
                <a:gd name="T36" fmla="*/ 2 w 246"/>
                <a:gd name="T37" fmla="*/ 3 h 425"/>
                <a:gd name="T38" fmla="*/ 2 w 246"/>
                <a:gd name="T39" fmla="*/ 3 h 425"/>
                <a:gd name="T40" fmla="*/ 2 w 246"/>
                <a:gd name="T41" fmla="*/ 3 h 425"/>
                <a:gd name="T42" fmla="*/ 1 w 246"/>
                <a:gd name="T43" fmla="*/ 3 h 425"/>
                <a:gd name="T44" fmla="*/ 1 w 246"/>
                <a:gd name="T45" fmla="*/ 3 h 425"/>
                <a:gd name="T46" fmla="*/ 1 w 246"/>
                <a:gd name="T47" fmla="*/ 3 h 425"/>
                <a:gd name="T48" fmla="*/ 1 w 246"/>
                <a:gd name="T49" fmla="*/ 3 h 425"/>
                <a:gd name="T50" fmla="*/ 1 w 246"/>
                <a:gd name="T51" fmla="*/ 3 h 425"/>
                <a:gd name="T52" fmla="*/ 1 w 246"/>
                <a:gd name="T53" fmla="*/ 2 h 425"/>
                <a:gd name="T54" fmla="*/ 1 w 246"/>
                <a:gd name="T55" fmla="*/ 2 h 425"/>
                <a:gd name="T56" fmla="*/ 0 w 246"/>
                <a:gd name="T57" fmla="*/ 2 h 425"/>
                <a:gd name="T58" fmla="*/ 0 w 246"/>
                <a:gd name="T59" fmla="*/ 2 h 425"/>
                <a:gd name="T60" fmla="*/ 0 w 246"/>
                <a:gd name="T61" fmla="*/ 1 h 425"/>
                <a:gd name="T62" fmla="*/ 0 w 246"/>
                <a:gd name="T63" fmla="*/ 1 h 425"/>
                <a:gd name="T64" fmla="*/ 0 w 246"/>
                <a:gd name="T65" fmla="*/ 1 h 425"/>
                <a:gd name="T66" fmla="*/ 0 w 246"/>
                <a:gd name="T67" fmla="*/ 0 h 425"/>
                <a:gd name="T68" fmla="*/ 0 w 246"/>
                <a:gd name="T69" fmla="*/ 0 h 425"/>
                <a:gd name="T70" fmla="*/ 0 w 246"/>
                <a:gd name="T71" fmla="*/ 0 h 425"/>
                <a:gd name="T72" fmla="*/ 0 w 246"/>
                <a:gd name="T73" fmla="*/ 0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5"/>
                <a:gd name="T113" fmla="*/ 246 w 246"/>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5">
                  <a:moveTo>
                    <a:pt x="0" y="0"/>
                  </a:moveTo>
                  <a:lnTo>
                    <a:pt x="0" y="0"/>
                  </a:lnTo>
                  <a:lnTo>
                    <a:pt x="2" y="43"/>
                  </a:lnTo>
                  <a:lnTo>
                    <a:pt x="5" y="86"/>
                  </a:lnTo>
                  <a:lnTo>
                    <a:pt x="11" y="126"/>
                  </a:lnTo>
                  <a:lnTo>
                    <a:pt x="19" y="163"/>
                  </a:lnTo>
                  <a:lnTo>
                    <a:pt x="30" y="202"/>
                  </a:lnTo>
                  <a:lnTo>
                    <a:pt x="41" y="236"/>
                  </a:lnTo>
                  <a:lnTo>
                    <a:pt x="55" y="269"/>
                  </a:lnTo>
                  <a:lnTo>
                    <a:pt x="73" y="299"/>
                  </a:lnTo>
                  <a:lnTo>
                    <a:pt x="89" y="326"/>
                  </a:lnTo>
                  <a:lnTo>
                    <a:pt x="108" y="351"/>
                  </a:lnTo>
                  <a:lnTo>
                    <a:pt x="128" y="373"/>
                  </a:lnTo>
                  <a:lnTo>
                    <a:pt x="150" y="391"/>
                  </a:lnTo>
                  <a:lnTo>
                    <a:pt x="171" y="406"/>
                  </a:lnTo>
                  <a:lnTo>
                    <a:pt x="196" y="417"/>
                  </a:lnTo>
                  <a:lnTo>
                    <a:pt x="221" y="422"/>
                  </a:lnTo>
                  <a:lnTo>
                    <a:pt x="246" y="425"/>
                  </a:lnTo>
                  <a:lnTo>
                    <a:pt x="246" y="413"/>
                  </a:lnTo>
                  <a:lnTo>
                    <a:pt x="223" y="411"/>
                  </a:lnTo>
                  <a:lnTo>
                    <a:pt x="201" y="405"/>
                  </a:lnTo>
                  <a:lnTo>
                    <a:pt x="178" y="394"/>
                  </a:lnTo>
                  <a:lnTo>
                    <a:pt x="157" y="381"/>
                  </a:lnTo>
                  <a:lnTo>
                    <a:pt x="137" y="364"/>
                  </a:lnTo>
                  <a:lnTo>
                    <a:pt x="117" y="344"/>
                  </a:lnTo>
                  <a:lnTo>
                    <a:pt x="99" y="319"/>
                  </a:lnTo>
                  <a:lnTo>
                    <a:pt x="82" y="292"/>
                  </a:lnTo>
                  <a:lnTo>
                    <a:pt x="67" y="264"/>
                  </a:lnTo>
                  <a:lnTo>
                    <a:pt x="53" y="231"/>
                  </a:lnTo>
                  <a:lnTo>
                    <a:pt x="41" y="197"/>
                  </a:lnTo>
                  <a:lnTo>
                    <a:pt x="31" y="161"/>
                  </a:lnTo>
                  <a:lnTo>
                    <a:pt x="23" y="123"/>
                  </a:lnTo>
                  <a:lnTo>
                    <a:pt x="17" y="84"/>
                  </a:lnTo>
                  <a:lnTo>
                    <a:pt x="13" y="4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5529" name="Freeform 71"/>
            <p:cNvSpPr>
              <a:spLocks/>
            </p:cNvSpPr>
            <p:nvPr/>
          </p:nvSpPr>
          <p:spPr bwMode="auto">
            <a:xfrm>
              <a:off x="1502" y="1751"/>
              <a:ext cx="50" cy="85"/>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2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1" y="2"/>
                  </a:lnTo>
                  <a:lnTo>
                    <a:pt x="196" y="8"/>
                  </a:lnTo>
                  <a:lnTo>
                    <a:pt x="171" y="19"/>
                  </a:lnTo>
                  <a:lnTo>
                    <a:pt x="150" y="34"/>
                  </a:lnTo>
                  <a:lnTo>
                    <a:pt x="128" y="52"/>
                  </a:lnTo>
                  <a:lnTo>
                    <a:pt x="108" y="74"/>
                  </a:lnTo>
                  <a:lnTo>
                    <a:pt x="89" y="98"/>
                  </a:lnTo>
                  <a:lnTo>
                    <a:pt x="73" y="125"/>
                  </a:lnTo>
                  <a:lnTo>
                    <a:pt x="55" y="156"/>
                  </a:lnTo>
                  <a:lnTo>
                    <a:pt x="41" y="189"/>
                  </a:lnTo>
                  <a:lnTo>
                    <a:pt x="30" y="223"/>
                  </a:lnTo>
                  <a:lnTo>
                    <a:pt x="19" y="261"/>
                  </a:lnTo>
                  <a:lnTo>
                    <a:pt x="11" y="299"/>
                  </a:lnTo>
                  <a:lnTo>
                    <a:pt x="5" y="339"/>
                  </a:lnTo>
                  <a:lnTo>
                    <a:pt x="2" y="382"/>
                  </a:lnTo>
                  <a:lnTo>
                    <a:pt x="0" y="424"/>
                  </a:lnTo>
                  <a:lnTo>
                    <a:pt x="12" y="424"/>
                  </a:lnTo>
                  <a:lnTo>
                    <a:pt x="13" y="382"/>
                  </a:lnTo>
                  <a:lnTo>
                    <a:pt x="17" y="341"/>
                  </a:lnTo>
                  <a:lnTo>
                    <a:pt x="23" y="301"/>
                  </a:lnTo>
                  <a:lnTo>
                    <a:pt x="31" y="264"/>
                  </a:lnTo>
                  <a:lnTo>
                    <a:pt x="41" y="227"/>
                  </a:lnTo>
                  <a:lnTo>
                    <a:pt x="53" y="193"/>
                  </a:lnTo>
                  <a:lnTo>
                    <a:pt x="67" y="161"/>
                  </a:lnTo>
                  <a:lnTo>
                    <a:pt x="82" y="132"/>
                  </a:lnTo>
                  <a:lnTo>
                    <a:pt x="99" y="105"/>
                  </a:lnTo>
                  <a:lnTo>
                    <a:pt x="117" y="81"/>
                  </a:lnTo>
                  <a:lnTo>
                    <a:pt x="137" y="61"/>
                  </a:lnTo>
                  <a:lnTo>
                    <a:pt x="157" y="43"/>
                  </a:lnTo>
                  <a:lnTo>
                    <a:pt x="178" y="30"/>
                  </a:lnTo>
                  <a:lnTo>
                    <a:pt x="201" y="20"/>
                  </a:lnTo>
                  <a:lnTo>
                    <a:pt x="223" y="14"/>
                  </a:lnTo>
                  <a:lnTo>
                    <a:pt x="246" y="12"/>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5530" name="Freeform 72"/>
            <p:cNvSpPr>
              <a:spLocks/>
            </p:cNvSpPr>
            <p:nvPr/>
          </p:nvSpPr>
          <p:spPr bwMode="auto">
            <a:xfrm>
              <a:off x="1565" y="2016"/>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0" y="339"/>
                  </a:lnTo>
                  <a:lnTo>
                    <a:pt x="234" y="299"/>
                  </a:lnTo>
                  <a:lnTo>
                    <a:pt x="226" y="261"/>
                  </a:lnTo>
                  <a:lnTo>
                    <a:pt x="216" y="223"/>
                  </a:lnTo>
                  <a:lnTo>
                    <a:pt x="204" y="189"/>
                  </a:lnTo>
                  <a:lnTo>
                    <a:pt x="190" y="156"/>
                  </a:lnTo>
                  <a:lnTo>
                    <a:pt x="174" y="125"/>
                  </a:lnTo>
                  <a:lnTo>
                    <a:pt x="156" y="98"/>
                  </a:lnTo>
                  <a:lnTo>
                    <a:pt x="138" y="74"/>
                  </a:lnTo>
                  <a:lnTo>
                    <a:pt x="118" y="51"/>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9" y="81"/>
                  </a:lnTo>
                  <a:lnTo>
                    <a:pt x="147" y="105"/>
                  </a:lnTo>
                  <a:lnTo>
                    <a:pt x="164" y="132"/>
                  </a:lnTo>
                  <a:lnTo>
                    <a:pt x="178" y="160"/>
                  </a:lnTo>
                  <a:lnTo>
                    <a:pt x="192" y="193"/>
                  </a:lnTo>
                  <a:lnTo>
                    <a:pt x="204" y="227"/>
                  </a:lnTo>
                  <a:lnTo>
                    <a:pt x="215" y="264"/>
                  </a:lnTo>
                  <a:lnTo>
                    <a:pt x="223" y="301"/>
                  </a:lnTo>
                  <a:lnTo>
                    <a:pt x="229"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5531" name="Freeform 73"/>
            <p:cNvSpPr>
              <a:spLocks/>
            </p:cNvSpPr>
            <p:nvPr/>
          </p:nvSpPr>
          <p:spPr bwMode="auto">
            <a:xfrm>
              <a:off x="1565" y="2101"/>
              <a:ext cx="49" cy="85"/>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6" y="423"/>
                  </a:lnTo>
                  <a:lnTo>
                    <a:pt x="51" y="418"/>
                  </a:lnTo>
                  <a:lnTo>
                    <a:pt x="74" y="407"/>
                  </a:lnTo>
                  <a:lnTo>
                    <a:pt x="96" y="392"/>
                  </a:lnTo>
                  <a:lnTo>
                    <a:pt x="118" y="373"/>
                  </a:lnTo>
                  <a:lnTo>
                    <a:pt x="138" y="351"/>
                  </a:lnTo>
                  <a:lnTo>
                    <a:pt x="156" y="327"/>
                  </a:lnTo>
                  <a:lnTo>
                    <a:pt x="175" y="299"/>
                  </a:lnTo>
                  <a:lnTo>
                    <a:pt x="190" y="269"/>
                  </a:lnTo>
                  <a:lnTo>
                    <a:pt x="204" y="236"/>
                  </a:lnTo>
                  <a:lnTo>
                    <a:pt x="216" y="202"/>
                  </a:lnTo>
                  <a:lnTo>
                    <a:pt x="226" y="164"/>
                  </a:lnTo>
                  <a:lnTo>
                    <a:pt x="234" y="126"/>
                  </a:lnTo>
                  <a:lnTo>
                    <a:pt x="240" y="86"/>
                  </a:lnTo>
                  <a:lnTo>
                    <a:pt x="244" y="42"/>
                  </a:lnTo>
                  <a:lnTo>
                    <a:pt x="245" y="0"/>
                  </a:lnTo>
                  <a:lnTo>
                    <a:pt x="233" y="0"/>
                  </a:lnTo>
                  <a:lnTo>
                    <a:pt x="232" y="42"/>
                  </a:lnTo>
                  <a:lnTo>
                    <a:pt x="229" y="83"/>
                  </a:lnTo>
                  <a:lnTo>
                    <a:pt x="223" y="123"/>
                  </a:lnTo>
                  <a:lnTo>
                    <a:pt x="215" y="162"/>
                  </a:lnTo>
                  <a:lnTo>
                    <a:pt x="204" y="197"/>
                  </a:lnTo>
                  <a:lnTo>
                    <a:pt x="192" y="231"/>
                  </a:lnTo>
                  <a:lnTo>
                    <a:pt x="178" y="264"/>
                  </a:lnTo>
                  <a:lnTo>
                    <a:pt x="163" y="292"/>
                  </a:lnTo>
                  <a:lnTo>
                    <a:pt x="147" y="320"/>
                  </a:lnTo>
                  <a:lnTo>
                    <a:pt x="129" y="344"/>
                  </a:lnTo>
                  <a:lnTo>
                    <a:pt x="109" y="364"/>
                  </a:lnTo>
                  <a:lnTo>
                    <a:pt x="89" y="382"/>
                  </a:lnTo>
                  <a:lnTo>
                    <a:pt x="67" y="395"/>
                  </a:lnTo>
                  <a:lnTo>
                    <a:pt x="46" y="406"/>
                  </a:lnTo>
                  <a:lnTo>
                    <a:pt x="24"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5532" name="Freeform 74"/>
            <p:cNvSpPr>
              <a:spLocks/>
            </p:cNvSpPr>
            <p:nvPr/>
          </p:nvSpPr>
          <p:spPr bwMode="auto">
            <a:xfrm>
              <a:off x="1516" y="2101"/>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5" y="86"/>
                  </a:lnTo>
                  <a:lnTo>
                    <a:pt x="11" y="126"/>
                  </a:lnTo>
                  <a:lnTo>
                    <a:pt x="19" y="164"/>
                  </a:lnTo>
                  <a:lnTo>
                    <a:pt x="30" y="202"/>
                  </a:lnTo>
                  <a:lnTo>
                    <a:pt x="41" y="236"/>
                  </a:lnTo>
                  <a:lnTo>
                    <a:pt x="55" y="269"/>
                  </a:lnTo>
                  <a:lnTo>
                    <a:pt x="71" y="299"/>
                  </a:lnTo>
                  <a:lnTo>
                    <a:pt x="89" y="327"/>
                  </a:lnTo>
                  <a:lnTo>
                    <a:pt x="107" y="351"/>
                  </a:lnTo>
                  <a:lnTo>
                    <a:pt x="127" y="373"/>
                  </a:lnTo>
                  <a:lnTo>
                    <a:pt x="149" y="392"/>
                  </a:lnTo>
                  <a:lnTo>
                    <a:pt x="171" y="407"/>
                  </a:lnTo>
                  <a:lnTo>
                    <a:pt x="195" y="418"/>
                  </a:lnTo>
                  <a:lnTo>
                    <a:pt x="219" y="423"/>
                  </a:lnTo>
                  <a:lnTo>
                    <a:pt x="245" y="426"/>
                  </a:lnTo>
                  <a:lnTo>
                    <a:pt x="245" y="414"/>
                  </a:lnTo>
                  <a:lnTo>
                    <a:pt x="222" y="412"/>
                  </a:lnTo>
                  <a:lnTo>
                    <a:pt x="199" y="406"/>
                  </a:lnTo>
                  <a:lnTo>
                    <a:pt x="178" y="395"/>
                  </a:lnTo>
                  <a:lnTo>
                    <a:pt x="156" y="382"/>
                  </a:lnTo>
                  <a:lnTo>
                    <a:pt x="136" y="364"/>
                  </a:lnTo>
                  <a:lnTo>
                    <a:pt x="116" y="344"/>
                  </a:lnTo>
                  <a:lnTo>
                    <a:pt x="99" y="320"/>
                  </a:lnTo>
                  <a:lnTo>
                    <a:pt x="82" y="292"/>
                  </a:lnTo>
                  <a:lnTo>
                    <a:pt x="67" y="264"/>
                  </a:lnTo>
                  <a:lnTo>
                    <a:pt x="53" y="231"/>
                  </a:lnTo>
                  <a:lnTo>
                    <a:pt x="41" y="197"/>
                  </a:lnTo>
                  <a:lnTo>
                    <a:pt x="31" y="162"/>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5533" name="Freeform 75"/>
            <p:cNvSpPr>
              <a:spLocks/>
            </p:cNvSpPr>
            <p:nvPr/>
          </p:nvSpPr>
          <p:spPr bwMode="auto">
            <a:xfrm>
              <a:off x="1516" y="2016"/>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5" y="8"/>
                  </a:lnTo>
                  <a:lnTo>
                    <a:pt x="171" y="19"/>
                  </a:lnTo>
                  <a:lnTo>
                    <a:pt x="149" y="34"/>
                  </a:lnTo>
                  <a:lnTo>
                    <a:pt x="127" y="51"/>
                  </a:lnTo>
                  <a:lnTo>
                    <a:pt x="107" y="74"/>
                  </a:lnTo>
                  <a:lnTo>
                    <a:pt x="89" y="98"/>
                  </a:lnTo>
                  <a:lnTo>
                    <a:pt x="72" y="125"/>
                  </a:lnTo>
                  <a:lnTo>
                    <a:pt x="55" y="156"/>
                  </a:lnTo>
                  <a:lnTo>
                    <a:pt x="41" y="189"/>
                  </a:lnTo>
                  <a:lnTo>
                    <a:pt x="30" y="223"/>
                  </a:lnTo>
                  <a:lnTo>
                    <a:pt x="19" y="261"/>
                  </a:lnTo>
                  <a:lnTo>
                    <a:pt x="11" y="299"/>
                  </a:lnTo>
                  <a:lnTo>
                    <a:pt x="5" y="339"/>
                  </a:lnTo>
                  <a:lnTo>
                    <a:pt x="1" y="382"/>
                  </a:lnTo>
                  <a:lnTo>
                    <a:pt x="0" y="424"/>
                  </a:lnTo>
                  <a:lnTo>
                    <a:pt x="12" y="424"/>
                  </a:lnTo>
                  <a:lnTo>
                    <a:pt x="13" y="382"/>
                  </a:lnTo>
                  <a:lnTo>
                    <a:pt x="17" y="341"/>
                  </a:lnTo>
                  <a:lnTo>
                    <a:pt x="23" y="301"/>
                  </a:lnTo>
                  <a:lnTo>
                    <a:pt x="31" y="264"/>
                  </a:lnTo>
                  <a:lnTo>
                    <a:pt x="41" y="227"/>
                  </a:lnTo>
                  <a:lnTo>
                    <a:pt x="53" y="193"/>
                  </a:lnTo>
                  <a:lnTo>
                    <a:pt x="67" y="160"/>
                  </a:lnTo>
                  <a:lnTo>
                    <a:pt x="81" y="132"/>
                  </a:lnTo>
                  <a:lnTo>
                    <a:pt x="99" y="105"/>
                  </a:lnTo>
                  <a:lnTo>
                    <a:pt x="116" y="81"/>
                  </a:lnTo>
                  <a:lnTo>
                    <a:pt x="136" y="61"/>
                  </a:lnTo>
                  <a:lnTo>
                    <a:pt x="156" y="43"/>
                  </a:lnTo>
                  <a:lnTo>
                    <a:pt x="178" y="30"/>
                  </a:lnTo>
                  <a:lnTo>
                    <a:pt x="199" y="20"/>
                  </a:lnTo>
                  <a:lnTo>
                    <a:pt x="222"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sp>
        <p:nvSpPr>
          <p:cNvPr id="105480" name="Rectangle 77"/>
          <p:cNvSpPr>
            <a:spLocks noChangeArrowheads="1"/>
          </p:cNvSpPr>
          <p:nvPr/>
        </p:nvSpPr>
        <p:spPr bwMode="auto">
          <a:xfrm>
            <a:off x="611188" y="0"/>
            <a:ext cx="6388100" cy="6477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3000"/>
              <a:t>Sem. 2 - Lundi</a:t>
            </a:r>
          </a:p>
        </p:txBody>
      </p:sp>
      <p:sp>
        <p:nvSpPr>
          <p:cNvPr id="105481" name="Text Box 78"/>
          <p:cNvSpPr txBox="1">
            <a:spLocks noChangeArrowheads="1"/>
          </p:cNvSpPr>
          <p:nvPr/>
        </p:nvSpPr>
        <p:spPr bwMode="auto">
          <a:xfrm>
            <a:off x="566738" y="2697163"/>
            <a:ext cx="3217862"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2. Pas de commandes</a:t>
            </a:r>
          </a:p>
        </p:txBody>
      </p:sp>
      <p:sp>
        <p:nvSpPr>
          <p:cNvPr id="105482" name="Text Box 79"/>
          <p:cNvSpPr txBox="1">
            <a:spLocks noChangeArrowheads="1"/>
          </p:cNvSpPr>
          <p:nvPr/>
        </p:nvSpPr>
        <p:spPr bwMode="auto">
          <a:xfrm>
            <a:off x="566738" y="5211763"/>
            <a:ext cx="6543675" cy="4429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eaLnBrk="1" hangingPunct="1">
              <a:spcBef>
                <a:spcPct val="0"/>
              </a:spcBef>
              <a:buFontTx/>
              <a:buNone/>
            </a:pPr>
            <a:r>
              <a:rPr lang="fr-FR" altLang="fr-FR" sz="2300"/>
              <a:t>4. Pointez la production sur votre feuille de suivi</a:t>
            </a:r>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06498" name="Group 2"/>
          <p:cNvGrpSpPr>
            <a:grpSpLocks/>
          </p:cNvGrpSpPr>
          <p:nvPr/>
        </p:nvGrpSpPr>
        <p:grpSpPr bwMode="auto">
          <a:xfrm>
            <a:off x="7073900" y="215900"/>
            <a:ext cx="1878013" cy="1250950"/>
            <a:chOff x="4456" y="136"/>
            <a:chExt cx="1183" cy="788"/>
          </a:xfrm>
        </p:grpSpPr>
        <p:grpSp>
          <p:nvGrpSpPr>
            <p:cNvPr id="106558" name="Group 3"/>
            <p:cNvGrpSpPr>
              <a:grpSpLocks/>
            </p:cNvGrpSpPr>
            <p:nvPr/>
          </p:nvGrpSpPr>
          <p:grpSpPr bwMode="auto">
            <a:xfrm>
              <a:off x="4766" y="232"/>
              <a:ext cx="873" cy="692"/>
              <a:chOff x="2185" y="310"/>
              <a:chExt cx="873" cy="692"/>
            </a:xfrm>
          </p:grpSpPr>
          <p:sp>
            <p:nvSpPr>
              <p:cNvPr id="106569" name="Freeform 4"/>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accent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6570" name="Freeform 5"/>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6571" name="Freeform 6"/>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6572" name="Freeform 7"/>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6573" name="Freeform 8"/>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6574" name="Freeform 9"/>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6575" name="Freeform 10"/>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grpSp>
          <p:nvGrpSpPr>
            <p:cNvPr id="106559" name="Group 11"/>
            <p:cNvGrpSpPr>
              <a:grpSpLocks/>
            </p:cNvGrpSpPr>
            <p:nvPr/>
          </p:nvGrpSpPr>
          <p:grpSpPr bwMode="auto">
            <a:xfrm>
              <a:off x="4949" y="336"/>
              <a:ext cx="591" cy="468"/>
              <a:chOff x="2185" y="310"/>
              <a:chExt cx="873" cy="692"/>
            </a:xfrm>
          </p:grpSpPr>
          <p:sp>
            <p:nvSpPr>
              <p:cNvPr id="106562" name="Freeform 12"/>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6563" name="Freeform 13"/>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6564" name="Freeform 14"/>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6565" name="Freeform 15"/>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6566" name="Freeform 16"/>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6567" name="Freeform 17"/>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6568" name="Freeform 18"/>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pic>
          <p:nvPicPr>
            <p:cNvPr id="106560" name="Picture 19"/>
            <p:cNvPicPr>
              <a:picLocks noChangeAspect="1" noChangeArrowheads="1"/>
            </p:cNvPicPr>
            <p:nvPr/>
          </p:nvPicPr>
          <p:blipFill>
            <a:blip r:embed="rId3" cstate="print">
              <a:extLst>
                <a:ext uri="{28A0092B-C50C-407E-A947-70E740481C1C}">
                  <a14:useLocalDpi xmlns:a14="http://schemas.microsoft.com/office/drawing/2010/main" val="0"/>
                </a:ext>
              </a:extLst>
            </a:blip>
            <a:srcRect l="-4282" t="-4369" r="-5199" b="-12012"/>
            <a:stretch>
              <a:fillRect/>
            </a:stretch>
          </p:blipFill>
          <p:spPr bwMode="auto">
            <a:xfrm>
              <a:off x="4456" y="136"/>
              <a:ext cx="480" cy="5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06561" name="Text Box 20"/>
            <p:cNvSpPr txBox="1">
              <a:spLocks noChangeArrowheads="1"/>
            </p:cNvSpPr>
            <p:nvPr/>
          </p:nvSpPr>
          <p:spPr bwMode="auto">
            <a:xfrm>
              <a:off x="5066" y="314"/>
              <a:ext cx="356" cy="49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4500" b="1">
                  <a:solidFill>
                    <a:srgbClr val="FF0000"/>
                  </a:solidFill>
                  <a:latin typeface="Arial Black" pitchFamily="34" charset="0"/>
                </a:rPr>
                <a:t>8</a:t>
              </a:r>
              <a:endParaRPr lang="fr-FR" altLang="fr-FR" sz="3200">
                <a:solidFill>
                  <a:schemeClr val="tx1"/>
                </a:solidFill>
                <a:latin typeface="Arial Black" pitchFamily="34" charset="0"/>
              </a:endParaRPr>
            </a:p>
          </p:txBody>
        </p:sp>
      </p:grpSp>
      <p:sp>
        <p:nvSpPr>
          <p:cNvPr id="106500" name="Text Box 22"/>
          <p:cNvSpPr txBox="1">
            <a:spLocks noChangeArrowheads="1"/>
          </p:cNvSpPr>
          <p:nvPr/>
        </p:nvSpPr>
        <p:spPr bwMode="auto">
          <a:xfrm>
            <a:off x="566738" y="1363663"/>
            <a:ext cx="1946275"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1. Tirez le dé</a:t>
            </a:r>
          </a:p>
        </p:txBody>
      </p:sp>
      <p:sp>
        <p:nvSpPr>
          <p:cNvPr id="106501" name="Text Box 23"/>
          <p:cNvSpPr txBox="1">
            <a:spLocks noChangeArrowheads="1"/>
          </p:cNvSpPr>
          <p:nvPr/>
        </p:nvSpPr>
        <p:spPr bwMode="auto">
          <a:xfrm>
            <a:off x="566738" y="3935413"/>
            <a:ext cx="18796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3. Produisez</a:t>
            </a:r>
          </a:p>
        </p:txBody>
      </p:sp>
      <p:grpSp>
        <p:nvGrpSpPr>
          <p:cNvPr id="106502" name="Group 24"/>
          <p:cNvGrpSpPr>
            <a:grpSpLocks/>
          </p:cNvGrpSpPr>
          <p:nvPr/>
        </p:nvGrpSpPr>
        <p:grpSpPr bwMode="auto">
          <a:xfrm>
            <a:off x="2986088" y="1306513"/>
            <a:ext cx="446087" cy="534987"/>
            <a:chOff x="868" y="1439"/>
            <a:chExt cx="811" cy="972"/>
          </a:xfrm>
        </p:grpSpPr>
        <p:sp>
          <p:nvSpPr>
            <p:cNvPr id="106507" name="Freeform 25"/>
            <p:cNvSpPr>
              <a:spLocks/>
            </p:cNvSpPr>
            <p:nvPr/>
          </p:nvSpPr>
          <p:spPr bwMode="auto">
            <a:xfrm>
              <a:off x="1548" y="2014"/>
              <a:ext cx="123" cy="100"/>
            </a:xfrm>
            <a:custGeom>
              <a:avLst/>
              <a:gdLst>
                <a:gd name="T0" fmla="*/ 5 w 618"/>
                <a:gd name="T1" fmla="*/ 0 h 502"/>
                <a:gd name="T2" fmla="*/ 5 w 618"/>
                <a:gd name="T3" fmla="*/ 0 h 502"/>
                <a:gd name="T4" fmla="*/ 0 w 618"/>
                <a:gd name="T5" fmla="*/ 4 h 502"/>
                <a:gd name="T6" fmla="*/ 0 w 618"/>
                <a:gd name="T7" fmla="*/ 4 h 502"/>
                <a:gd name="T8" fmla="*/ 5 w 618"/>
                <a:gd name="T9" fmla="*/ 0 h 502"/>
                <a:gd name="T10" fmla="*/ 5 w 618"/>
                <a:gd name="T11" fmla="*/ 0 h 502"/>
                <a:gd name="T12" fmla="*/ 5 w 618"/>
                <a:gd name="T13" fmla="*/ 0 h 502"/>
                <a:gd name="T14" fmla="*/ 5 w 618"/>
                <a:gd name="T15" fmla="*/ 0 h 502"/>
                <a:gd name="T16" fmla="*/ 5 w 618"/>
                <a:gd name="T17" fmla="*/ 0 h 502"/>
                <a:gd name="T18" fmla="*/ 5 w 618"/>
                <a:gd name="T19" fmla="*/ 0 h 502"/>
                <a:gd name="T20" fmla="*/ 5 w 618"/>
                <a:gd name="T21" fmla="*/ 0 h 502"/>
                <a:gd name="T22" fmla="*/ 5 w 618"/>
                <a:gd name="T23" fmla="*/ 0 h 502"/>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618"/>
                <a:gd name="T37" fmla="*/ 0 h 502"/>
                <a:gd name="T38" fmla="*/ 618 w 618"/>
                <a:gd name="T39" fmla="*/ 502 h 502"/>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618" h="502">
                  <a:moveTo>
                    <a:pt x="611" y="0"/>
                  </a:moveTo>
                  <a:lnTo>
                    <a:pt x="606" y="2"/>
                  </a:lnTo>
                  <a:lnTo>
                    <a:pt x="0" y="490"/>
                  </a:lnTo>
                  <a:lnTo>
                    <a:pt x="10" y="502"/>
                  </a:lnTo>
                  <a:lnTo>
                    <a:pt x="616" y="14"/>
                  </a:lnTo>
                  <a:lnTo>
                    <a:pt x="611" y="16"/>
                  </a:lnTo>
                  <a:lnTo>
                    <a:pt x="616" y="14"/>
                  </a:lnTo>
                  <a:lnTo>
                    <a:pt x="618" y="9"/>
                  </a:lnTo>
                  <a:lnTo>
                    <a:pt x="617" y="3"/>
                  </a:lnTo>
                  <a:lnTo>
                    <a:pt x="612" y="1"/>
                  </a:lnTo>
                  <a:lnTo>
                    <a:pt x="606" y="2"/>
                  </a:lnTo>
                  <a:lnTo>
                    <a:pt x="611"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6508" name="Freeform 26"/>
            <p:cNvSpPr>
              <a:spLocks/>
            </p:cNvSpPr>
            <p:nvPr/>
          </p:nvSpPr>
          <p:spPr bwMode="auto">
            <a:xfrm>
              <a:off x="876" y="1852"/>
              <a:ext cx="82" cy="373"/>
            </a:xfrm>
            <a:custGeom>
              <a:avLst/>
              <a:gdLst>
                <a:gd name="T0" fmla="*/ 3 w 413"/>
                <a:gd name="T1" fmla="*/ 15 h 1865"/>
                <a:gd name="T2" fmla="*/ 3 w 413"/>
                <a:gd name="T3" fmla="*/ 15 h 1865"/>
                <a:gd name="T4" fmla="*/ 0 w 413"/>
                <a:gd name="T5" fmla="*/ 0 h 1865"/>
                <a:gd name="T6" fmla="*/ 0 w 413"/>
                <a:gd name="T7" fmla="*/ 0 h 1865"/>
                <a:gd name="T8" fmla="*/ 3 w 413"/>
                <a:gd name="T9" fmla="*/ 15 h 1865"/>
                <a:gd name="T10" fmla="*/ 3 w 413"/>
                <a:gd name="T11" fmla="*/ 15 h 1865"/>
                <a:gd name="T12" fmla="*/ 3 w 413"/>
                <a:gd name="T13" fmla="*/ 15 h 1865"/>
                <a:gd name="T14" fmla="*/ 3 w 413"/>
                <a:gd name="T15" fmla="*/ 15 h 1865"/>
                <a:gd name="T16" fmla="*/ 3 w 413"/>
                <a:gd name="T17" fmla="*/ 15 h 1865"/>
                <a:gd name="T18" fmla="*/ 3 w 413"/>
                <a:gd name="T19" fmla="*/ 15 h 1865"/>
                <a:gd name="T20" fmla="*/ 3 w 413"/>
                <a:gd name="T21" fmla="*/ 15 h 1865"/>
                <a:gd name="T22" fmla="*/ 3 w 413"/>
                <a:gd name="T23" fmla="*/ 15 h 186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413"/>
                <a:gd name="T37" fmla="*/ 0 h 1865"/>
                <a:gd name="T38" fmla="*/ 413 w 413"/>
                <a:gd name="T39" fmla="*/ 1865 h 1865"/>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413" h="1865">
                  <a:moveTo>
                    <a:pt x="400" y="1864"/>
                  </a:moveTo>
                  <a:lnTo>
                    <a:pt x="413" y="1856"/>
                  </a:lnTo>
                  <a:lnTo>
                    <a:pt x="17" y="0"/>
                  </a:lnTo>
                  <a:lnTo>
                    <a:pt x="0" y="2"/>
                  </a:lnTo>
                  <a:lnTo>
                    <a:pt x="396" y="1858"/>
                  </a:lnTo>
                  <a:lnTo>
                    <a:pt x="409" y="1850"/>
                  </a:lnTo>
                  <a:lnTo>
                    <a:pt x="396" y="1858"/>
                  </a:lnTo>
                  <a:lnTo>
                    <a:pt x="400" y="1864"/>
                  </a:lnTo>
                  <a:lnTo>
                    <a:pt x="406" y="1865"/>
                  </a:lnTo>
                  <a:lnTo>
                    <a:pt x="410" y="1862"/>
                  </a:lnTo>
                  <a:lnTo>
                    <a:pt x="413" y="1856"/>
                  </a:lnTo>
                  <a:lnTo>
                    <a:pt x="400" y="186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6509" name="Freeform 27"/>
            <p:cNvSpPr>
              <a:spLocks/>
            </p:cNvSpPr>
            <p:nvPr/>
          </p:nvSpPr>
          <p:spPr bwMode="auto">
            <a:xfrm>
              <a:off x="1282" y="1533"/>
              <a:ext cx="35" cy="161"/>
            </a:xfrm>
            <a:custGeom>
              <a:avLst/>
              <a:gdLst>
                <a:gd name="T0" fmla="*/ 1 w 175"/>
                <a:gd name="T1" fmla="*/ 6 h 807"/>
                <a:gd name="T2" fmla="*/ 1 w 175"/>
                <a:gd name="T3" fmla="*/ 6 h 807"/>
                <a:gd name="T4" fmla="*/ 1 w 175"/>
                <a:gd name="T5" fmla="*/ 6 h 807"/>
                <a:gd name="T6" fmla="*/ 1 w 175"/>
                <a:gd name="T7" fmla="*/ 5 h 807"/>
                <a:gd name="T8" fmla="*/ 1 w 175"/>
                <a:gd name="T9" fmla="*/ 5 h 807"/>
                <a:gd name="T10" fmla="*/ 1 w 175"/>
                <a:gd name="T11" fmla="*/ 5 h 807"/>
                <a:gd name="T12" fmla="*/ 1 w 175"/>
                <a:gd name="T13" fmla="*/ 4 h 807"/>
                <a:gd name="T14" fmla="*/ 1 w 175"/>
                <a:gd name="T15" fmla="*/ 4 h 807"/>
                <a:gd name="T16" fmla="*/ 1 w 175"/>
                <a:gd name="T17" fmla="*/ 3 h 807"/>
                <a:gd name="T18" fmla="*/ 1 w 175"/>
                <a:gd name="T19" fmla="*/ 3 h 807"/>
                <a:gd name="T20" fmla="*/ 1 w 175"/>
                <a:gd name="T21" fmla="*/ 3 h 807"/>
                <a:gd name="T22" fmla="*/ 1 w 175"/>
                <a:gd name="T23" fmla="*/ 2 h 807"/>
                <a:gd name="T24" fmla="*/ 1 w 175"/>
                <a:gd name="T25" fmla="*/ 2 h 807"/>
                <a:gd name="T26" fmla="*/ 1 w 175"/>
                <a:gd name="T27" fmla="*/ 2 h 807"/>
                <a:gd name="T28" fmla="*/ 1 w 175"/>
                <a:gd name="T29" fmla="*/ 1 h 807"/>
                <a:gd name="T30" fmla="*/ 1 w 175"/>
                <a:gd name="T31" fmla="*/ 1 h 807"/>
                <a:gd name="T32" fmla="*/ 1 w 175"/>
                <a:gd name="T33" fmla="*/ 1 h 807"/>
                <a:gd name="T34" fmla="*/ 1 w 175"/>
                <a:gd name="T35" fmla="*/ 0 h 807"/>
                <a:gd name="T36" fmla="*/ 1 w 175"/>
                <a:gd name="T37" fmla="*/ 0 h 807"/>
                <a:gd name="T38" fmla="*/ 1 w 175"/>
                <a:gd name="T39" fmla="*/ 0 h 807"/>
                <a:gd name="T40" fmla="*/ 0 w 175"/>
                <a:gd name="T41" fmla="*/ 1 h 807"/>
                <a:gd name="T42" fmla="*/ 0 w 175"/>
                <a:gd name="T43" fmla="*/ 1 h 807"/>
                <a:gd name="T44" fmla="*/ 0 w 175"/>
                <a:gd name="T45" fmla="*/ 1 h 807"/>
                <a:gd name="T46" fmla="*/ 0 w 175"/>
                <a:gd name="T47" fmla="*/ 2 h 807"/>
                <a:gd name="T48" fmla="*/ 0 w 175"/>
                <a:gd name="T49" fmla="*/ 2 h 807"/>
                <a:gd name="T50" fmla="*/ 0 w 175"/>
                <a:gd name="T51" fmla="*/ 3 h 807"/>
                <a:gd name="T52" fmla="*/ 0 w 175"/>
                <a:gd name="T53" fmla="*/ 3 h 807"/>
                <a:gd name="T54" fmla="*/ 0 w 175"/>
                <a:gd name="T55" fmla="*/ 3 h 807"/>
                <a:gd name="T56" fmla="*/ 0 w 175"/>
                <a:gd name="T57" fmla="*/ 4 h 807"/>
                <a:gd name="T58" fmla="*/ 0 w 175"/>
                <a:gd name="T59" fmla="*/ 4 h 807"/>
                <a:gd name="T60" fmla="*/ 0 w 175"/>
                <a:gd name="T61" fmla="*/ 5 h 807"/>
                <a:gd name="T62" fmla="*/ 0 w 175"/>
                <a:gd name="T63" fmla="*/ 5 h 807"/>
                <a:gd name="T64" fmla="*/ 0 w 175"/>
                <a:gd name="T65" fmla="*/ 5 h 807"/>
                <a:gd name="T66" fmla="*/ 1 w 175"/>
                <a:gd name="T67" fmla="*/ 6 h 807"/>
                <a:gd name="T68" fmla="*/ 1 w 175"/>
                <a:gd name="T69" fmla="*/ 6 h 807"/>
                <a:gd name="T70" fmla="*/ 1 w 175"/>
                <a:gd name="T71" fmla="*/ 6 h 807"/>
                <a:gd name="T72" fmla="*/ 1 w 175"/>
                <a:gd name="T73" fmla="*/ 6 h 807"/>
                <a:gd name="T74" fmla="*/ 1 w 175"/>
                <a:gd name="T75" fmla="*/ 6 h 807"/>
                <a:gd name="T76" fmla="*/ 1 w 175"/>
                <a:gd name="T77" fmla="*/ 6 h 807"/>
                <a:gd name="T78" fmla="*/ 1 w 175"/>
                <a:gd name="T79" fmla="*/ 6 h 807"/>
                <a:gd name="T80" fmla="*/ 1 w 175"/>
                <a:gd name="T81" fmla="*/ 6 h 807"/>
                <a:gd name="T82" fmla="*/ 1 w 175"/>
                <a:gd name="T83" fmla="*/ 6 h 807"/>
                <a:gd name="T84" fmla="*/ 1 w 175"/>
                <a:gd name="T85" fmla="*/ 6 h 807"/>
                <a:gd name="T86" fmla="*/ 1 w 175"/>
                <a:gd name="T87" fmla="*/ 6 h 807"/>
                <a:gd name="T88" fmla="*/ 1 w 175"/>
                <a:gd name="T89" fmla="*/ 6 h 807"/>
                <a:gd name="T90" fmla="*/ 1 w 175"/>
                <a:gd name="T91" fmla="*/ 6 h 80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175"/>
                <a:gd name="T139" fmla="*/ 0 h 807"/>
                <a:gd name="T140" fmla="*/ 175 w 175"/>
                <a:gd name="T141" fmla="*/ 807 h 80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175" h="807">
                  <a:moveTo>
                    <a:pt x="169" y="740"/>
                  </a:moveTo>
                  <a:lnTo>
                    <a:pt x="169" y="739"/>
                  </a:lnTo>
                  <a:lnTo>
                    <a:pt x="149" y="698"/>
                  </a:lnTo>
                  <a:lnTo>
                    <a:pt x="133" y="656"/>
                  </a:lnTo>
                  <a:lnTo>
                    <a:pt x="120" y="611"/>
                  </a:lnTo>
                  <a:lnTo>
                    <a:pt x="108" y="565"/>
                  </a:lnTo>
                  <a:lnTo>
                    <a:pt x="100" y="520"/>
                  </a:lnTo>
                  <a:lnTo>
                    <a:pt x="96" y="472"/>
                  </a:lnTo>
                  <a:lnTo>
                    <a:pt x="93" y="425"/>
                  </a:lnTo>
                  <a:lnTo>
                    <a:pt x="93" y="377"/>
                  </a:lnTo>
                  <a:lnTo>
                    <a:pt x="96" y="330"/>
                  </a:lnTo>
                  <a:lnTo>
                    <a:pt x="100" y="283"/>
                  </a:lnTo>
                  <a:lnTo>
                    <a:pt x="106" y="238"/>
                  </a:lnTo>
                  <a:lnTo>
                    <a:pt x="115" y="195"/>
                  </a:lnTo>
                  <a:lnTo>
                    <a:pt x="126" y="153"/>
                  </a:lnTo>
                  <a:lnTo>
                    <a:pt x="139" y="114"/>
                  </a:lnTo>
                  <a:lnTo>
                    <a:pt x="153" y="77"/>
                  </a:lnTo>
                  <a:lnTo>
                    <a:pt x="169" y="43"/>
                  </a:lnTo>
                  <a:lnTo>
                    <a:pt x="87" y="0"/>
                  </a:lnTo>
                  <a:lnTo>
                    <a:pt x="69" y="39"/>
                  </a:lnTo>
                  <a:lnTo>
                    <a:pt x="52" y="81"/>
                  </a:lnTo>
                  <a:lnTo>
                    <a:pt x="37" y="127"/>
                  </a:lnTo>
                  <a:lnTo>
                    <a:pt x="24" y="174"/>
                  </a:lnTo>
                  <a:lnTo>
                    <a:pt x="15" y="222"/>
                  </a:lnTo>
                  <a:lnTo>
                    <a:pt x="7" y="271"/>
                  </a:lnTo>
                  <a:lnTo>
                    <a:pt x="2" y="323"/>
                  </a:lnTo>
                  <a:lnTo>
                    <a:pt x="0" y="374"/>
                  </a:lnTo>
                  <a:lnTo>
                    <a:pt x="0" y="427"/>
                  </a:lnTo>
                  <a:lnTo>
                    <a:pt x="2" y="479"/>
                  </a:lnTo>
                  <a:lnTo>
                    <a:pt x="9" y="531"/>
                  </a:lnTo>
                  <a:lnTo>
                    <a:pt x="17" y="584"/>
                  </a:lnTo>
                  <a:lnTo>
                    <a:pt x="29" y="635"/>
                  </a:lnTo>
                  <a:lnTo>
                    <a:pt x="44" y="686"/>
                  </a:lnTo>
                  <a:lnTo>
                    <a:pt x="65" y="736"/>
                  </a:lnTo>
                  <a:lnTo>
                    <a:pt x="87" y="784"/>
                  </a:lnTo>
                  <a:lnTo>
                    <a:pt x="87" y="782"/>
                  </a:lnTo>
                  <a:lnTo>
                    <a:pt x="87" y="784"/>
                  </a:lnTo>
                  <a:lnTo>
                    <a:pt x="100" y="799"/>
                  </a:lnTo>
                  <a:lnTo>
                    <a:pt x="117" y="807"/>
                  </a:lnTo>
                  <a:lnTo>
                    <a:pt x="134" y="807"/>
                  </a:lnTo>
                  <a:lnTo>
                    <a:pt x="151" y="801"/>
                  </a:lnTo>
                  <a:lnTo>
                    <a:pt x="164" y="791"/>
                  </a:lnTo>
                  <a:lnTo>
                    <a:pt x="173" y="777"/>
                  </a:lnTo>
                  <a:lnTo>
                    <a:pt x="175" y="759"/>
                  </a:lnTo>
                  <a:lnTo>
                    <a:pt x="169" y="739"/>
                  </a:lnTo>
                  <a:lnTo>
                    <a:pt x="169" y="74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6510" name="Freeform 28"/>
            <p:cNvSpPr>
              <a:spLocks/>
            </p:cNvSpPr>
            <p:nvPr/>
          </p:nvSpPr>
          <p:spPr bwMode="auto">
            <a:xfrm>
              <a:off x="1299" y="1681"/>
              <a:ext cx="157" cy="281"/>
            </a:xfrm>
            <a:custGeom>
              <a:avLst/>
              <a:gdLst>
                <a:gd name="T0" fmla="*/ 6 w 787"/>
                <a:gd name="T1" fmla="*/ 11 h 1404"/>
                <a:gd name="T2" fmla="*/ 6 w 787"/>
                <a:gd name="T3" fmla="*/ 11 h 1404"/>
                <a:gd name="T4" fmla="*/ 1 w 787"/>
                <a:gd name="T5" fmla="*/ 0 h 1404"/>
                <a:gd name="T6" fmla="*/ 0 w 787"/>
                <a:gd name="T7" fmla="*/ 0 h 1404"/>
                <a:gd name="T8" fmla="*/ 6 w 787"/>
                <a:gd name="T9" fmla="*/ 11 h 1404"/>
                <a:gd name="T10" fmla="*/ 6 w 787"/>
                <a:gd name="T11" fmla="*/ 11 h 1404"/>
                <a:gd name="T12" fmla="*/ 6 w 787"/>
                <a:gd name="T13" fmla="*/ 11 h 1404"/>
                <a:gd name="T14" fmla="*/ 6 w 787"/>
                <a:gd name="T15" fmla="*/ 11 h 1404"/>
                <a:gd name="T16" fmla="*/ 6 w 787"/>
                <a:gd name="T17" fmla="*/ 11 h 1404"/>
                <a:gd name="T18" fmla="*/ 6 w 787"/>
                <a:gd name="T19" fmla="*/ 11 h 1404"/>
                <a:gd name="T20" fmla="*/ 6 w 787"/>
                <a:gd name="T21" fmla="*/ 11 h 1404"/>
                <a:gd name="T22" fmla="*/ 6 w 787"/>
                <a:gd name="T23" fmla="*/ 11 h 1404"/>
                <a:gd name="T24" fmla="*/ 6 w 787"/>
                <a:gd name="T25" fmla="*/ 11 h 1404"/>
                <a:gd name="T26" fmla="*/ 6 w 787"/>
                <a:gd name="T27" fmla="*/ 11 h 1404"/>
                <a:gd name="T28" fmla="*/ 6 w 787"/>
                <a:gd name="T29" fmla="*/ 11 h 1404"/>
                <a:gd name="T30" fmla="*/ 6 w 787"/>
                <a:gd name="T31" fmla="*/ 11 h 1404"/>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787"/>
                <a:gd name="T49" fmla="*/ 0 h 1404"/>
                <a:gd name="T50" fmla="*/ 787 w 787"/>
                <a:gd name="T51" fmla="*/ 1404 h 1404"/>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787" h="1404">
                  <a:moveTo>
                    <a:pt x="781" y="1334"/>
                  </a:moveTo>
                  <a:lnTo>
                    <a:pt x="781" y="1337"/>
                  </a:lnTo>
                  <a:lnTo>
                    <a:pt x="82" y="0"/>
                  </a:lnTo>
                  <a:lnTo>
                    <a:pt x="0" y="42"/>
                  </a:lnTo>
                  <a:lnTo>
                    <a:pt x="699" y="1379"/>
                  </a:lnTo>
                  <a:lnTo>
                    <a:pt x="699" y="1381"/>
                  </a:lnTo>
                  <a:lnTo>
                    <a:pt x="699" y="1379"/>
                  </a:lnTo>
                  <a:lnTo>
                    <a:pt x="712" y="1395"/>
                  </a:lnTo>
                  <a:lnTo>
                    <a:pt x="727" y="1402"/>
                  </a:lnTo>
                  <a:lnTo>
                    <a:pt x="744" y="1404"/>
                  </a:lnTo>
                  <a:lnTo>
                    <a:pt x="761" y="1398"/>
                  </a:lnTo>
                  <a:lnTo>
                    <a:pt x="775" y="1388"/>
                  </a:lnTo>
                  <a:lnTo>
                    <a:pt x="784" y="1373"/>
                  </a:lnTo>
                  <a:lnTo>
                    <a:pt x="787" y="1357"/>
                  </a:lnTo>
                  <a:lnTo>
                    <a:pt x="781" y="1337"/>
                  </a:lnTo>
                  <a:lnTo>
                    <a:pt x="781" y="13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6511" name="Freeform 29"/>
            <p:cNvSpPr>
              <a:spLocks/>
            </p:cNvSpPr>
            <p:nvPr/>
          </p:nvSpPr>
          <p:spPr bwMode="auto">
            <a:xfrm>
              <a:off x="1439" y="1948"/>
              <a:ext cx="125" cy="76"/>
            </a:xfrm>
            <a:custGeom>
              <a:avLst/>
              <a:gdLst>
                <a:gd name="T0" fmla="*/ 5 w 628"/>
                <a:gd name="T1" fmla="*/ 2 h 383"/>
                <a:gd name="T2" fmla="*/ 5 w 628"/>
                <a:gd name="T3" fmla="*/ 2 h 383"/>
                <a:gd name="T4" fmla="*/ 4 w 628"/>
                <a:gd name="T5" fmla="*/ 2 h 383"/>
                <a:gd name="T6" fmla="*/ 4 w 628"/>
                <a:gd name="T7" fmla="*/ 2 h 383"/>
                <a:gd name="T8" fmla="*/ 4 w 628"/>
                <a:gd name="T9" fmla="*/ 2 h 383"/>
                <a:gd name="T10" fmla="*/ 3 w 628"/>
                <a:gd name="T11" fmla="*/ 2 h 383"/>
                <a:gd name="T12" fmla="*/ 3 w 628"/>
                <a:gd name="T13" fmla="*/ 2 h 383"/>
                <a:gd name="T14" fmla="*/ 3 w 628"/>
                <a:gd name="T15" fmla="*/ 2 h 383"/>
                <a:gd name="T16" fmla="*/ 3 w 628"/>
                <a:gd name="T17" fmla="*/ 2 h 383"/>
                <a:gd name="T18" fmla="*/ 2 w 628"/>
                <a:gd name="T19" fmla="*/ 2 h 383"/>
                <a:gd name="T20" fmla="*/ 2 w 628"/>
                <a:gd name="T21" fmla="*/ 2 h 383"/>
                <a:gd name="T22" fmla="*/ 2 w 628"/>
                <a:gd name="T23" fmla="*/ 1 h 383"/>
                <a:gd name="T24" fmla="*/ 2 w 628"/>
                <a:gd name="T25" fmla="*/ 1 h 383"/>
                <a:gd name="T26" fmla="*/ 1 w 628"/>
                <a:gd name="T27" fmla="*/ 1 h 383"/>
                <a:gd name="T28" fmla="*/ 1 w 628"/>
                <a:gd name="T29" fmla="*/ 1 h 383"/>
                <a:gd name="T30" fmla="*/ 1 w 628"/>
                <a:gd name="T31" fmla="*/ 1 h 383"/>
                <a:gd name="T32" fmla="*/ 1 w 628"/>
                <a:gd name="T33" fmla="*/ 0 h 383"/>
                <a:gd name="T34" fmla="*/ 1 w 628"/>
                <a:gd name="T35" fmla="*/ 0 h 383"/>
                <a:gd name="T36" fmla="*/ 0 w 628"/>
                <a:gd name="T37" fmla="*/ 0 h 383"/>
                <a:gd name="T38" fmla="*/ 0 w 628"/>
                <a:gd name="T39" fmla="*/ 1 h 383"/>
                <a:gd name="T40" fmla="*/ 0 w 628"/>
                <a:gd name="T41" fmla="*/ 1 h 383"/>
                <a:gd name="T42" fmla="*/ 1 w 628"/>
                <a:gd name="T43" fmla="*/ 1 h 383"/>
                <a:gd name="T44" fmla="*/ 1 w 628"/>
                <a:gd name="T45" fmla="*/ 1 h 383"/>
                <a:gd name="T46" fmla="*/ 1 w 628"/>
                <a:gd name="T47" fmla="*/ 2 h 383"/>
                <a:gd name="T48" fmla="*/ 1 w 628"/>
                <a:gd name="T49" fmla="*/ 2 h 383"/>
                <a:gd name="T50" fmla="*/ 2 w 628"/>
                <a:gd name="T51" fmla="*/ 2 h 383"/>
                <a:gd name="T52" fmla="*/ 2 w 628"/>
                <a:gd name="T53" fmla="*/ 2 h 383"/>
                <a:gd name="T54" fmla="*/ 2 w 628"/>
                <a:gd name="T55" fmla="*/ 2 h 383"/>
                <a:gd name="T56" fmla="*/ 3 w 628"/>
                <a:gd name="T57" fmla="*/ 3 h 383"/>
                <a:gd name="T58" fmla="*/ 3 w 628"/>
                <a:gd name="T59" fmla="*/ 3 h 383"/>
                <a:gd name="T60" fmla="*/ 3 w 628"/>
                <a:gd name="T61" fmla="*/ 3 h 383"/>
                <a:gd name="T62" fmla="*/ 4 w 628"/>
                <a:gd name="T63" fmla="*/ 3 h 383"/>
                <a:gd name="T64" fmla="*/ 4 w 628"/>
                <a:gd name="T65" fmla="*/ 3 h 383"/>
                <a:gd name="T66" fmla="*/ 4 w 628"/>
                <a:gd name="T67" fmla="*/ 3 h 383"/>
                <a:gd name="T68" fmla="*/ 5 w 628"/>
                <a:gd name="T69" fmla="*/ 3 h 383"/>
                <a:gd name="T70" fmla="*/ 5 w 628"/>
                <a:gd name="T71" fmla="*/ 3 h 383"/>
                <a:gd name="T72" fmla="*/ 5 w 628"/>
                <a:gd name="T73" fmla="*/ 3 h 383"/>
                <a:gd name="T74" fmla="*/ 5 w 628"/>
                <a:gd name="T75" fmla="*/ 3 h 383"/>
                <a:gd name="T76" fmla="*/ 5 w 628"/>
                <a:gd name="T77" fmla="*/ 3 h 383"/>
                <a:gd name="T78" fmla="*/ 5 w 628"/>
                <a:gd name="T79" fmla="*/ 3 h 383"/>
                <a:gd name="T80" fmla="*/ 5 w 628"/>
                <a:gd name="T81" fmla="*/ 3 h 383"/>
                <a:gd name="T82" fmla="*/ 5 w 628"/>
                <a:gd name="T83" fmla="*/ 3 h 383"/>
                <a:gd name="T84" fmla="*/ 5 w 628"/>
                <a:gd name="T85" fmla="*/ 2 h 383"/>
                <a:gd name="T86" fmla="*/ 5 w 628"/>
                <a:gd name="T87" fmla="*/ 2 h 383"/>
                <a:gd name="T88" fmla="*/ 5 w 628"/>
                <a:gd name="T89" fmla="*/ 2 h 383"/>
                <a:gd name="T90" fmla="*/ 5 w 628"/>
                <a:gd name="T91" fmla="*/ 2 h 38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628"/>
                <a:gd name="T139" fmla="*/ 0 h 383"/>
                <a:gd name="T140" fmla="*/ 628 w 628"/>
                <a:gd name="T141" fmla="*/ 383 h 38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628" h="383">
                  <a:moveTo>
                    <a:pt x="581" y="289"/>
                  </a:moveTo>
                  <a:lnTo>
                    <a:pt x="582" y="289"/>
                  </a:lnTo>
                  <a:lnTo>
                    <a:pt x="541" y="287"/>
                  </a:lnTo>
                  <a:lnTo>
                    <a:pt x="500" y="283"/>
                  </a:lnTo>
                  <a:lnTo>
                    <a:pt x="462" y="276"/>
                  </a:lnTo>
                  <a:lnTo>
                    <a:pt x="424" y="268"/>
                  </a:lnTo>
                  <a:lnTo>
                    <a:pt x="389" y="255"/>
                  </a:lnTo>
                  <a:lnTo>
                    <a:pt x="352" y="242"/>
                  </a:lnTo>
                  <a:lnTo>
                    <a:pt x="320" y="227"/>
                  </a:lnTo>
                  <a:lnTo>
                    <a:pt x="287" y="209"/>
                  </a:lnTo>
                  <a:lnTo>
                    <a:pt x="255" y="189"/>
                  </a:lnTo>
                  <a:lnTo>
                    <a:pt x="226" y="168"/>
                  </a:lnTo>
                  <a:lnTo>
                    <a:pt x="198" y="145"/>
                  </a:lnTo>
                  <a:lnTo>
                    <a:pt x="172" y="119"/>
                  </a:lnTo>
                  <a:lnTo>
                    <a:pt x="146" y="92"/>
                  </a:lnTo>
                  <a:lnTo>
                    <a:pt x="122" y="64"/>
                  </a:lnTo>
                  <a:lnTo>
                    <a:pt x="100" y="33"/>
                  </a:lnTo>
                  <a:lnTo>
                    <a:pt x="82" y="0"/>
                  </a:lnTo>
                  <a:lnTo>
                    <a:pt x="0" y="47"/>
                  </a:lnTo>
                  <a:lnTo>
                    <a:pt x="23" y="85"/>
                  </a:lnTo>
                  <a:lnTo>
                    <a:pt x="49" y="120"/>
                  </a:lnTo>
                  <a:lnTo>
                    <a:pt x="76" y="153"/>
                  </a:lnTo>
                  <a:lnTo>
                    <a:pt x="104" y="185"/>
                  </a:lnTo>
                  <a:lnTo>
                    <a:pt x="137" y="215"/>
                  </a:lnTo>
                  <a:lnTo>
                    <a:pt x="170" y="241"/>
                  </a:lnTo>
                  <a:lnTo>
                    <a:pt x="204" y="267"/>
                  </a:lnTo>
                  <a:lnTo>
                    <a:pt x="240" y="289"/>
                  </a:lnTo>
                  <a:lnTo>
                    <a:pt x="277" y="309"/>
                  </a:lnTo>
                  <a:lnTo>
                    <a:pt x="317" y="329"/>
                  </a:lnTo>
                  <a:lnTo>
                    <a:pt x="358" y="344"/>
                  </a:lnTo>
                  <a:lnTo>
                    <a:pt x="400" y="357"/>
                  </a:lnTo>
                  <a:lnTo>
                    <a:pt x="444" y="367"/>
                  </a:lnTo>
                  <a:lnTo>
                    <a:pt x="488" y="374"/>
                  </a:lnTo>
                  <a:lnTo>
                    <a:pt x="534" y="380"/>
                  </a:lnTo>
                  <a:lnTo>
                    <a:pt x="580" y="383"/>
                  </a:lnTo>
                  <a:lnTo>
                    <a:pt x="581" y="383"/>
                  </a:lnTo>
                  <a:lnTo>
                    <a:pt x="580" y="383"/>
                  </a:lnTo>
                  <a:lnTo>
                    <a:pt x="600" y="379"/>
                  </a:lnTo>
                  <a:lnTo>
                    <a:pt x="615" y="369"/>
                  </a:lnTo>
                  <a:lnTo>
                    <a:pt x="624" y="353"/>
                  </a:lnTo>
                  <a:lnTo>
                    <a:pt x="628" y="337"/>
                  </a:lnTo>
                  <a:lnTo>
                    <a:pt x="625" y="319"/>
                  </a:lnTo>
                  <a:lnTo>
                    <a:pt x="617" y="304"/>
                  </a:lnTo>
                  <a:lnTo>
                    <a:pt x="602" y="294"/>
                  </a:lnTo>
                  <a:lnTo>
                    <a:pt x="582" y="289"/>
                  </a:lnTo>
                  <a:lnTo>
                    <a:pt x="581" y="28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6512" name="Freeform 30"/>
            <p:cNvSpPr>
              <a:spLocks/>
            </p:cNvSpPr>
            <p:nvPr/>
          </p:nvSpPr>
          <p:spPr bwMode="auto">
            <a:xfrm>
              <a:off x="1587" y="1880"/>
              <a:ext cx="85" cy="49"/>
            </a:xfrm>
            <a:custGeom>
              <a:avLst/>
              <a:gdLst>
                <a:gd name="T0" fmla="*/ 3 w 426"/>
                <a:gd name="T1" fmla="*/ 0 h 245"/>
                <a:gd name="T2" fmla="*/ 3 w 426"/>
                <a:gd name="T3" fmla="*/ 0 h 245"/>
                <a:gd name="T4" fmla="*/ 3 w 426"/>
                <a:gd name="T5" fmla="*/ 0 h 245"/>
                <a:gd name="T6" fmla="*/ 3 w 426"/>
                <a:gd name="T7" fmla="*/ 0 h 245"/>
                <a:gd name="T8" fmla="*/ 2 w 426"/>
                <a:gd name="T9" fmla="*/ 0 h 245"/>
                <a:gd name="T10" fmla="*/ 2 w 426"/>
                <a:gd name="T11" fmla="*/ 0 h 245"/>
                <a:gd name="T12" fmla="*/ 2 w 426"/>
                <a:gd name="T13" fmla="*/ 0 h 245"/>
                <a:gd name="T14" fmla="*/ 2 w 426"/>
                <a:gd name="T15" fmla="*/ 0 h 245"/>
                <a:gd name="T16" fmla="*/ 1 w 426"/>
                <a:gd name="T17" fmla="*/ 0 h 245"/>
                <a:gd name="T18" fmla="*/ 1 w 426"/>
                <a:gd name="T19" fmla="*/ 1 h 245"/>
                <a:gd name="T20" fmla="*/ 1 w 426"/>
                <a:gd name="T21" fmla="*/ 1 h 245"/>
                <a:gd name="T22" fmla="*/ 1 w 426"/>
                <a:gd name="T23" fmla="*/ 1 h 245"/>
                <a:gd name="T24" fmla="*/ 0 w 426"/>
                <a:gd name="T25" fmla="*/ 1 h 245"/>
                <a:gd name="T26" fmla="*/ 0 w 426"/>
                <a:gd name="T27" fmla="*/ 1 h 245"/>
                <a:gd name="T28" fmla="*/ 0 w 426"/>
                <a:gd name="T29" fmla="*/ 1 h 245"/>
                <a:gd name="T30" fmla="*/ 0 w 426"/>
                <a:gd name="T31" fmla="*/ 2 h 245"/>
                <a:gd name="T32" fmla="*/ 0 w 426"/>
                <a:gd name="T33" fmla="*/ 2 h 245"/>
                <a:gd name="T34" fmla="*/ 0 w 426"/>
                <a:gd name="T35" fmla="*/ 2 h 245"/>
                <a:gd name="T36" fmla="*/ 0 w 426"/>
                <a:gd name="T37" fmla="*/ 2 h 245"/>
                <a:gd name="T38" fmla="*/ 0 w 426"/>
                <a:gd name="T39" fmla="*/ 2 h 245"/>
                <a:gd name="T40" fmla="*/ 0 w 426"/>
                <a:gd name="T41" fmla="*/ 2 h 245"/>
                <a:gd name="T42" fmla="*/ 0 w 426"/>
                <a:gd name="T43" fmla="*/ 1 h 245"/>
                <a:gd name="T44" fmla="*/ 0 w 426"/>
                <a:gd name="T45" fmla="*/ 1 h 245"/>
                <a:gd name="T46" fmla="*/ 0 w 426"/>
                <a:gd name="T47" fmla="*/ 1 h 245"/>
                <a:gd name="T48" fmla="*/ 1 w 426"/>
                <a:gd name="T49" fmla="*/ 1 h 245"/>
                <a:gd name="T50" fmla="*/ 1 w 426"/>
                <a:gd name="T51" fmla="*/ 1 h 245"/>
                <a:gd name="T52" fmla="*/ 1 w 426"/>
                <a:gd name="T53" fmla="*/ 1 h 245"/>
                <a:gd name="T54" fmla="*/ 1 w 426"/>
                <a:gd name="T55" fmla="*/ 1 h 245"/>
                <a:gd name="T56" fmla="*/ 2 w 426"/>
                <a:gd name="T57" fmla="*/ 0 h 245"/>
                <a:gd name="T58" fmla="*/ 2 w 426"/>
                <a:gd name="T59" fmla="*/ 0 h 245"/>
                <a:gd name="T60" fmla="*/ 2 w 426"/>
                <a:gd name="T61" fmla="*/ 0 h 245"/>
                <a:gd name="T62" fmla="*/ 2 w 426"/>
                <a:gd name="T63" fmla="*/ 0 h 245"/>
                <a:gd name="T64" fmla="*/ 3 w 426"/>
                <a:gd name="T65" fmla="*/ 0 h 245"/>
                <a:gd name="T66" fmla="*/ 3 w 426"/>
                <a:gd name="T67" fmla="*/ 0 h 245"/>
                <a:gd name="T68" fmla="*/ 3 w 426"/>
                <a:gd name="T69" fmla="*/ 0 h 245"/>
                <a:gd name="T70" fmla="*/ 3 w 426"/>
                <a:gd name="T71" fmla="*/ 0 h 245"/>
                <a:gd name="T72" fmla="*/ 3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426" y="0"/>
                  </a:moveTo>
                  <a:lnTo>
                    <a:pt x="426" y="0"/>
                  </a:lnTo>
                  <a:lnTo>
                    <a:pt x="384" y="1"/>
                  </a:lnTo>
                  <a:lnTo>
                    <a:pt x="340" y="4"/>
                  </a:lnTo>
                  <a:lnTo>
                    <a:pt x="300" y="10"/>
                  </a:lnTo>
                  <a:lnTo>
                    <a:pt x="262" y="18"/>
                  </a:lnTo>
                  <a:lnTo>
                    <a:pt x="224" y="29"/>
                  </a:lnTo>
                  <a:lnTo>
                    <a:pt x="189" y="41"/>
                  </a:lnTo>
                  <a:lnTo>
                    <a:pt x="157" y="55"/>
                  </a:lnTo>
                  <a:lnTo>
                    <a:pt x="126" y="70"/>
                  </a:lnTo>
                  <a:lnTo>
                    <a:pt x="99" y="89"/>
                  </a:lnTo>
                  <a:lnTo>
                    <a:pt x="74" y="106"/>
                  </a:lnTo>
                  <a:lnTo>
                    <a:pt x="52" y="126"/>
                  </a:lnTo>
                  <a:lnTo>
                    <a:pt x="34" y="148"/>
                  </a:lnTo>
                  <a:lnTo>
                    <a:pt x="19" y="171"/>
                  </a:lnTo>
                  <a:lnTo>
                    <a:pt x="9" y="194"/>
                  </a:lnTo>
                  <a:lnTo>
                    <a:pt x="3" y="219"/>
                  </a:lnTo>
                  <a:lnTo>
                    <a:pt x="0" y="245"/>
                  </a:lnTo>
                  <a:lnTo>
                    <a:pt x="12" y="245"/>
                  </a:lnTo>
                  <a:lnTo>
                    <a:pt x="15" y="221"/>
                  </a:lnTo>
                  <a:lnTo>
                    <a:pt x="20" y="199"/>
                  </a:lnTo>
                  <a:lnTo>
                    <a:pt x="31" y="178"/>
                  </a:lnTo>
                  <a:lnTo>
                    <a:pt x="44" y="156"/>
                  </a:lnTo>
                  <a:lnTo>
                    <a:pt x="61" y="136"/>
                  </a:lnTo>
                  <a:lnTo>
                    <a:pt x="81" y="116"/>
                  </a:lnTo>
                  <a:lnTo>
                    <a:pt x="106" y="98"/>
                  </a:lnTo>
                  <a:lnTo>
                    <a:pt x="133" y="82"/>
                  </a:lnTo>
                  <a:lnTo>
                    <a:pt x="162" y="66"/>
                  </a:lnTo>
                  <a:lnTo>
                    <a:pt x="194" y="52"/>
                  </a:lnTo>
                  <a:lnTo>
                    <a:pt x="229" y="41"/>
                  </a:lnTo>
                  <a:lnTo>
                    <a:pt x="264" y="30"/>
                  </a:lnTo>
                  <a:lnTo>
                    <a:pt x="303" y="22"/>
                  </a:lnTo>
                  <a:lnTo>
                    <a:pt x="343" y="16"/>
                  </a:lnTo>
                  <a:lnTo>
                    <a:pt x="384" y="12"/>
                  </a:lnTo>
                  <a:lnTo>
                    <a:pt x="426" y="11"/>
                  </a:lnTo>
                  <a:lnTo>
                    <a:pt x="42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6513" name="Freeform 31"/>
            <p:cNvSpPr>
              <a:spLocks/>
            </p:cNvSpPr>
            <p:nvPr/>
          </p:nvSpPr>
          <p:spPr bwMode="auto">
            <a:xfrm>
              <a:off x="1587" y="1929"/>
              <a:ext cx="85" cy="49"/>
            </a:xfrm>
            <a:custGeom>
              <a:avLst/>
              <a:gdLst>
                <a:gd name="T0" fmla="*/ 0 w 426"/>
                <a:gd name="T1" fmla="*/ 0 h 245"/>
                <a:gd name="T2" fmla="*/ 0 w 426"/>
                <a:gd name="T3" fmla="*/ 0 h 245"/>
                <a:gd name="T4" fmla="*/ 0 w 426"/>
                <a:gd name="T5" fmla="*/ 0 h 245"/>
                <a:gd name="T6" fmla="*/ 0 w 426"/>
                <a:gd name="T7" fmla="*/ 0 h 245"/>
                <a:gd name="T8" fmla="*/ 0 w 426"/>
                <a:gd name="T9" fmla="*/ 1 h 245"/>
                <a:gd name="T10" fmla="*/ 0 w 426"/>
                <a:gd name="T11" fmla="*/ 1 h 245"/>
                <a:gd name="T12" fmla="*/ 0 w 426"/>
                <a:gd name="T13" fmla="*/ 1 h 245"/>
                <a:gd name="T14" fmla="*/ 1 w 426"/>
                <a:gd name="T15" fmla="*/ 1 h 245"/>
                <a:gd name="T16" fmla="*/ 1 w 426"/>
                <a:gd name="T17" fmla="*/ 1 h 245"/>
                <a:gd name="T18" fmla="*/ 1 w 426"/>
                <a:gd name="T19" fmla="*/ 1 h 245"/>
                <a:gd name="T20" fmla="*/ 1 w 426"/>
                <a:gd name="T21" fmla="*/ 2 h 245"/>
                <a:gd name="T22" fmla="*/ 2 w 426"/>
                <a:gd name="T23" fmla="*/ 2 h 245"/>
                <a:gd name="T24" fmla="*/ 2 w 426"/>
                <a:gd name="T25" fmla="*/ 2 h 245"/>
                <a:gd name="T26" fmla="*/ 2 w 426"/>
                <a:gd name="T27" fmla="*/ 2 h 245"/>
                <a:gd name="T28" fmla="*/ 2 w 426"/>
                <a:gd name="T29" fmla="*/ 2 h 245"/>
                <a:gd name="T30" fmla="*/ 3 w 426"/>
                <a:gd name="T31" fmla="*/ 2 h 245"/>
                <a:gd name="T32" fmla="*/ 3 w 426"/>
                <a:gd name="T33" fmla="*/ 2 h 245"/>
                <a:gd name="T34" fmla="*/ 3 w 426"/>
                <a:gd name="T35" fmla="*/ 2 h 245"/>
                <a:gd name="T36" fmla="*/ 3 w 426"/>
                <a:gd name="T37" fmla="*/ 2 h 245"/>
                <a:gd name="T38" fmla="*/ 3 w 426"/>
                <a:gd name="T39" fmla="*/ 2 h 245"/>
                <a:gd name="T40" fmla="*/ 3 w 426"/>
                <a:gd name="T41" fmla="*/ 2 h 245"/>
                <a:gd name="T42" fmla="*/ 2 w 426"/>
                <a:gd name="T43" fmla="*/ 2 h 245"/>
                <a:gd name="T44" fmla="*/ 2 w 426"/>
                <a:gd name="T45" fmla="*/ 2 h 245"/>
                <a:gd name="T46" fmla="*/ 2 w 426"/>
                <a:gd name="T47" fmla="*/ 2 h 245"/>
                <a:gd name="T48" fmla="*/ 2 w 426"/>
                <a:gd name="T49" fmla="*/ 2 h 245"/>
                <a:gd name="T50" fmla="*/ 1 w 426"/>
                <a:gd name="T51" fmla="*/ 1 h 245"/>
                <a:gd name="T52" fmla="*/ 1 w 426"/>
                <a:gd name="T53" fmla="*/ 1 h 245"/>
                <a:gd name="T54" fmla="*/ 1 w 426"/>
                <a:gd name="T55" fmla="*/ 1 h 245"/>
                <a:gd name="T56" fmla="*/ 1 w 426"/>
                <a:gd name="T57" fmla="*/ 1 h 245"/>
                <a:gd name="T58" fmla="*/ 0 w 426"/>
                <a:gd name="T59" fmla="*/ 1 h 245"/>
                <a:gd name="T60" fmla="*/ 0 w 426"/>
                <a:gd name="T61" fmla="*/ 1 h 245"/>
                <a:gd name="T62" fmla="*/ 0 w 426"/>
                <a:gd name="T63" fmla="*/ 1 h 245"/>
                <a:gd name="T64" fmla="*/ 0 w 426"/>
                <a:gd name="T65" fmla="*/ 0 h 245"/>
                <a:gd name="T66" fmla="*/ 0 w 426"/>
                <a:gd name="T67" fmla="*/ 0 h 245"/>
                <a:gd name="T68" fmla="*/ 0 w 426"/>
                <a:gd name="T69" fmla="*/ 0 h 245"/>
                <a:gd name="T70" fmla="*/ 0 w 426"/>
                <a:gd name="T71" fmla="*/ 0 h 245"/>
                <a:gd name="T72" fmla="*/ 0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0" y="0"/>
                  </a:moveTo>
                  <a:lnTo>
                    <a:pt x="0" y="0"/>
                  </a:lnTo>
                  <a:lnTo>
                    <a:pt x="3" y="25"/>
                  </a:lnTo>
                  <a:lnTo>
                    <a:pt x="9" y="50"/>
                  </a:lnTo>
                  <a:lnTo>
                    <a:pt x="19" y="73"/>
                  </a:lnTo>
                  <a:lnTo>
                    <a:pt x="34" y="96"/>
                  </a:lnTo>
                  <a:lnTo>
                    <a:pt x="52" y="118"/>
                  </a:lnTo>
                  <a:lnTo>
                    <a:pt x="74" y="138"/>
                  </a:lnTo>
                  <a:lnTo>
                    <a:pt x="99" y="156"/>
                  </a:lnTo>
                  <a:lnTo>
                    <a:pt x="126" y="174"/>
                  </a:lnTo>
                  <a:lnTo>
                    <a:pt x="157" y="190"/>
                  </a:lnTo>
                  <a:lnTo>
                    <a:pt x="189" y="204"/>
                  </a:lnTo>
                  <a:lnTo>
                    <a:pt x="224" y="215"/>
                  </a:lnTo>
                  <a:lnTo>
                    <a:pt x="262" y="226"/>
                  </a:lnTo>
                  <a:lnTo>
                    <a:pt x="300" y="234"/>
                  </a:lnTo>
                  <a:lnTo>
                    <a:pt x="340" y="240"/>
                  </a:lnTo>
                  <a:lnTo>
                    <a:pt x="384" y="244"/>
                  </a:lnTo>
                  <a:lnTo>
                    <a:pt x="426" y="245"/>
                  </a:lnTo>
                  <a:lnTo>
                    <a:pt x="426" y="233"/>
                  </a:lnTo>
                  <a:lnTo>
                    <a:pt x="384" y="232"/>
                  </a:lnTo>
                  <a:lnTo>
                    <a:pt x="343" y="228"/>
                  </a:lnTo>
                  <a:lnTo>
                    <a:pt x="303" y="222"/>
                  </a:lnTo>
                  <a:lnTo>
                    <a:pt x="264" y="214"/>
                  </a:lnTo>
                  <a:lnTo>
                    <a:pt x="229" y="204"/>
                  </a:lnTo>
                  <a:lnTo>
                    <a:pt x="194" y="192"/>
                  </a:lnTo>
                  <a:lnTo>
                    <a:pt x="162" y="178"/>
                  </a:lnTo>
                  <a:lnTo>
                    <a:pt x="133" y="163"/>
                  </a:lnTo>
                  <a:lnTo>
                    <a:pt x="106" y="146"/>
                  </a:lnTo>
                  <a:lnTo>
                    <a:pt x="81" y="129"/>
                  </a:lnTo>
                  <a:lnTo>
                    <a:pt x="61" y="109"/>
                  </a:lnTo>
                  <a:lnTo>
                    <a:pt x="44" y="89"/>
                  </a:lnTo>
                  <a:lnTo>
                    <a:pt x="31" y="66"/>
                  </a:lnTo>
                  <a:lnTo>
                    <a:pt x="20" y="45"/>
                  </a:lnTo>
                  <a:lnTo>
                    <a:pt x="15" y="2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6514" name="Freeform 32"/>
            <p:cNvSpPr>
              <a:spLocks/>
            </p:cNvSpPr>
            <p:nvPr/>
          </p:nvSpPr>
          <p:spPr bwMode="auto">
            <a:xfrm>
              <a:off x="878" y="1448"/>
              <a:ext cx="792" cy="954"/>
            </a:xfrm>
            <a:custGeom>
              <a:avLst/>
              <a:gdLst>
                <a:gd name="T0" fmla="*/ 13 w 3960"/>
                <a:gd name="T1" fmla="*/ 38 h 4768"/>
                <a:gd name="T2" fmla="*/ 14 w 3960"/>
                <a:gd name="T3" fmla="*/ 38 h 4768"/>
                <a:gd name="T4" fmla="*/ 15 w 3960"/>
                <a:gd name="T5" fmla="*/ 38 h 4768"/>
                <a:gd name="T6" fmla="*/ 15 w 3960"/>
                <a:gd name="T7" fmla="*/ 38 h 4768"/>
                <a:gd name="T8" fmla="*/ 16 w 3960"/>
                <a:gd name="T9" fmla="*/ 38 h 4768"/>
                <a:gd name="T10" fmla="*/ 17 w 3960"/>
                <a:gd name="T11" fmla="*/ 38 h 4768"/>
                <a:gd name="T12" fmla="*/ 17 w 3960"/>
                <a:gd name="T13" fmla="*/ 38 h 4768"/>
                <a:gd name="T14" fmla="*/ 18 w 3960"/>
                <a:gd name="T15" fmla="*/ 38 h 4768"/>
                <a:gd name="T16" fmla="*/ 18 w 3960"/>
                <a:gd name="T17" fmla="*/ 38 h 4768"/>
                <a:gd name="T18" fmla="*/ 29 w 3960"/>
                <a:gd name="T19" fmla="*/ 30 h 4768"/>
                <a:gd name="T20" fmla="*/ 30 w 3960"/>
                <a:gd name="T21" fmla="*/ 30 h 4768"/>
                <a:gd name="T22" fmla="*/ 30 w 3960"/>
                <a:gd name="T23" fmla="*/ 29 h 4768"/>
                <a:gd name="T24" fmla="*/ 31 w 3960"/>
                <a:gd name="T25" fmla="*/ 28 h 4768"/>
                <a:gd name="T26" fmla="*/ 31 w 3960"/>
                <a:gd name="T27" fmla="*/ 28 h 4768"/>
                <a:gd name="T28" fmla="*/ 31 w 3960"/>
                <a:gd name="T29" fmla="*/ 27 h 4768"/>
                <a:gd name="T30" fmla="*/ 32 w 3960"/>
                <a:gd name="T31" fmla="*/ 26 h 4768"/>
                <a:gd name="T32" fmla="*/ 32 w 3960"/>
                <a:gd name="T33" fmla="*/ 25 h 4768"/>
                <a:gd name="T34" fmla="*/ 32 w 3960"/>
                <a:gd name="T35" fmla="*/ 11 h 4768"/>
                <a:gd name="T36" fmla="*/ 32 w 3960"/>
                <a:gd name="T37" fmla="*/ 10 h 4768"/>
                <a:gd name="T38" fmla="*/ 31 w 3960"/>
                <a:gd name="T39" fmla="*/ 9 h 4768"/>
                <a:gd name="T40" fmla="*/ 31 w 3960"/>
                <a:gd name="T41" fmla="*/ 9 h 4768"/>
                <a:gd name="T42" fmla="*/ 31 w 3960"/>
                <a:gd name="T43" fmla="*/ 8 h 4768"/>
                <a:gd name="T44" fmla="*/ 31 w 3960"/>
                <a:gd name="T45" fmla="*/ 8 h 4768"/>
                <a:gd name="T46" fmla="*/ 30 w 3960"/>
                <a:gd name="T47" fmla="*/ 7 h 4768"/>
                <a:gd name="T48" fmla="*/ 30 w 3960"/>
                <a:gd name="T49" fmla="*/ 7 h 4768"/>
                <a:gd name="T50" fmla="*/ 29 w 3960"/>
                <a:gd name="T51" fmla="*/ 6 h 4768"/>
                <a:gd name="T52" fmla="*/ 19 w 3960"/>
                <a:gd name="T53" fmla="*/ 1 h 4768"/>
                <a:gd name="T54" fmla="*/ 18 w 3960"/>
                <a:gd name="T55" fmla="*/ 0 h 4768"/>
                <a:gd name="T56" fmla="*/ 17 w 3960"/>
                <a:gd name="T57" fmla="*/ 0 h 4768"/>
                <a:gd name="T58" fmla="*/ 17 w 3960"/>
                <a:gd name="T59" fmla="*/ 0 h 4768"/>
                <a:gd name="T60" fmla="*/ 16 w 3960"/>
                <a:gd name="T61" fmla="*/ 0 h 4768"/>
                <a:gd name="T62" fmla="*/ 15 w 3960"/>
                <a:gd name="T63" fmla="*/ 0 h 4768"/>
                <a:gd name="T64" fmla="*/ 14 w 3960"/>
                <a:gd name="T65" fmla="*/ 0 h 4768"/>
                <a:gd name="T66" fmla="*/ 14 w 3960"/>
                <a:gd name="T67" fmla="*/ 0 h 4768"/>
                <a:gd name="T68" fmla="*/ 2 w 3960"/>
                <a:gd name="T69" fmla="*/ 6 h 4768"/>
                <a:gd name="T70" fmla="*/ 2 w 3960"/>
                <a:gd name="T71" fmla="*/ 7 h 4768"/>
                <a:gd name="T72" fmla="*/ 1 w 3960"/>
                <a:gd name="T73" fmla="*/ 7 h 4768"/>
                <a:gd name="T74" fmla="*/ 1 w 3960"/>
                <a:gd name="T75" fmla="*/ 8 h 4768"/>
                <a:gd name="T76" fmla="*/ 1 w 3960"/>
                <a:gd name="T77" fmla="*/ 8 h 4768"/>
                <a:gd name="T78" fmla="*/ 0 w 3960"/>
                <a:gd name="T79" fmla="*/ 9 h 4768"/>
                <a:gd name="T80" fmla="*/ 0 w 3960"/>
                <a:gd name="T81" fmla="*/ 9 h 4768"/>
                <a:gd name="T82" fmla="*/ 0 w 3960"/>
                <a:gd name="T83" fmla="*/ 10 h 4768"/>
                <a:gd name="T84" fmla="*/ 0 w 3960"/>
                <a:gd name="T85" fmla="*/ 11 h 4768"/>
                <a:gd name="T86" fmla="*/ 0 w 3960"/>
                <a:gd name="T87" fmla="*/ 25 h 4768"/>
                <a:gd name="T88" fmla="*/ 0 w 3960"/>
                <a:gd name="T89" fmla="*/ 26 h 4768"/>
                <a:gd name="T90" fmla="*/ 0 w 3960"/>
                <a:gd name="T91" fmla="*/ 27 h 4768"/>
                <a:gd name="T92" fmla="*/ 1 w 3960"/>
                <a:gd name="T93" fmla="*/ 28 h 4768"/>
                <a:gd name="T94" fmla="*/ 1 w 3960"/>
                <a:gd name="T95" fmla="*/ 29 h 4768"/>
                <a:gd name="T96" fmla="*/ 1 w 3960"/>
                <a:gd name="T97" fmla="*/ 29 h 4768"/>
                <a:gd name="T98" fmla="*/ 2 w 3960"/>
                <a:gd name="T99" fmla="*/ 30 h 4768"/>
                <a:gd name="T100" fmla="*/ 3 w 3960"/>
                <a:gd name="T101" fmla="*/ 31 h 4768"/>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w 3960"/>
                <a:gd name="T154" fmla="*/ 0 h 4768"/>
                <a:gd name="T155" fmla="*/ 3960 w 3960"/>
                <a:gd name="T156" fmla="*/ 4768 h 4768"/>
              </a:gdLst>
              <a:ahLst/>
              <a:cxnLst>
                <a:cxn ang="T102">
                  <a:pos x="T0" y="T1"/>
                </a:cxn>
                <a:cxn ang="T103">
                  <a:pos x="T2" y="T3"/>
                </a:cxn>
                <a:cxn ang="T104">
                  <a:pos x="T4" y="T5"/>
                </a:cxn>
                <a:cxn ang="T105">
                  <a:pos x="T6" y="T7"/>
                </a:cxn>
                <a:cxn ang="T106">
                  <a:pos x="T8" y="T9"/>
                </a:cxn>
                <a:cxn ang="T107">
                  <a:pos x="T10" y="T11"/>
                </a:cxn>
                <a:cxn ang="T108">
                  <a:pos x="T12" y="T13"/>
                </a:cxn>
                <a:cxn ang="T109">
                  <a:pos x="T14" y="T15"/>
                </a:cxn>
                <a:cxn ang="T110">
                  <a:pos x="T16" y="T17"/>
                </a:cxn>
                <a:cxn ang="T111">
                  <a:pos x="T18" y="T19"/>
                </a:cxn>
                <a:cxn ang="T112">
                  <a:pos x="T20" y="T21"/>
                </a:cxn>
                <a:cxn ang="T113">
                  <a:pos x="T22" y="T23"/>
                </a:cxn>
                <a:cxn ang="T114">
                  <a:pos x="T24" y="T25"/>
                </a:cxn>
                <a:cxn ang="T115">
                  <a:pos x="T26" y="T27"/>
                </a:cxn>
                <a:cxn ang="T116">
                  <a:pos x="T28" y="T29"/>
                </a:cxn>
                <a:cxn ang="T117">
                  <a:pos x="T30" y="T31"/>
                </a:cxn>
                <a:cxn ang="T118">
                  <a:pos x="T32" y="T33"/>
                </a:cxn>
                <a:cxn ang="T119">
                  <a:pos x="T34" y="T35"/>
                </a:cxn>
                <a:cxn ang="T120">
                  <a:pos x="T36" y="T37"/>
                </a:cxn>
                <a:cxn ang="T121">
                  <a:pos x="T38" y="T39"/>
                </a:cxn>
                <a:cxn ang="T122">
                  <a:pos x="T40" y="T41"/>
                </a:cxn>
                <a:cxn ang="T123">
                  <a:pos x="T42" y="T43"/>
                </a:cxn>
                <a:cxn ang="T124">
                  <a:pos x="T44" y="T45"/>
                </a:cxn>
                <a:cxn ang="T125">
                  <a:pos x="T46" y="T47"/>
                </a:cxn>
                <a:cxn ang="T126">
                  <a:pos x="T48" y="T49"/>
                </a:cxn>
                <a:cxn ang="T127">
                  <a:pos x="T50" y="T51"/>
                </a:cxn>
                <a:cxn ang="T128">
                  <a:pos x="T52" y="T53"/>
                </a:cxn>
                <a:cxn ang="T129">
                  <a:pos x="T54" y="T55"/>
                </a:cxn>
                <a:cxn ang="T130">
                  <a:pos x="T56" y="T57"/>
                </a:cxn>
                <a:cxn ang="T131">
                  <a:pos x="T58" y="T59"/>
                </a:cxn>
                <a:cxn ang="T132">
                  <a:pos x="T60" y="T61"/>
                </a:cxn>
                <a:cxn ang="T133">
                  <a:pos x="T62" y="T63"/>
                </a:cxn>
                <a:cxn ang="T134">
                  <a:pos x="T64" y="T65"/>
                </a:cxn>
                <a:cxn ang="T135">
                  <a:pos x="T66" y="T67"/>
                </a:cxn>
                <a:cxn ang="T136">
                  <a:pos x="T68" y="T69"/>
                </a:cxn>
                <a:cxn ang="T137">
                  <a:pos x="T70" y="T71"/>
                </a:cxn>
                <a:cxn ang="T138">
                  <a:pos x="T72" y="T73"/>
                </a:cxn>
                <a:cxn ang="T139">
                  <a:pos x="T74" y="T75"/>
                </a:cxn>
                <a:cxn ang="T140">
                  <a:pos x="T76" y="T77"/>
                </a:cxn>
                <a:cxn ang="T141">
                  <a:pos x="T78" y="T79"/>
                </a:cxn>
                <a:cxn ang="T142">
                  <a:pos x="T80" y="T81"/>
                </a:cxn>
                <a:cxn ang="T143">
                  <a:pos x="T82" y="T83"/>
                </a:cxn>
                <a:cxn ang="T144">
                  <a:pos x="T84" y="T85"/>
                </a:cxn>
                <a:cxn ang="T145">
                  <a:pos x="T86" y="T87"/>
                </a:cxn>
                <a:cxn ang="T146">
                  <a:pos x="T88" y="T89"/>
                </a:cxn>
                <a:cxn ang="T147">
                  <a:pos x="T90" y="T91"/>
                </a:cxn>
                <a:cxn ang="T148">
                  <a:pos x="T92" y="T93"/>
                </a:cxn>
                <a:cxn ang="T149">
                  <a:pos x="T94" y="T95"/>
                </a:cxn>
                <a:cxn ang="T150">
                  <a:pos x="T96" y="T97"/>
                </a:cxn>
                <a:cxn ang="T151">
                  <a:pos x="T98" y="T99"/>
                </a:cxn>
                <a:cxn ang="T152">
                  <a:pos x="T100" y="T101"/>
                </a:cxn>
              </a:cxnLst>
              <a:rect l="T153" t="T154" r="T155" b="T156"/>
              <a:pathLst>
                <a:path w="3960" h="4768">
                  <a:moveTo>
                    <a:pt x="353" y="3849"/>
                  </a:moveTo>
                  <a:lnTo>
                    <a:pt x="1661" y="4700"/>
                  </a:lnTo>
                  <a:lnTo>
                    <a:pt x="1697" y="4717"/>
                  </a:lnTo>
                  <a:lnTo>
                    <a:pt x="1736" y="4731"/>
                  </a:lnTo>
                  <a:lnTo>
                    <a:pt x="1776" y="4742"/>
                  </a:lnTo>
                  <a:lnTo>
                    <a:pt x="1818" y="4753"/>
                  </a:lnTo>
                  <a:lnTo>
                    <a:pt x="1860" y="4760"/>
                  </a:lnTo>
                  <a:lnTo>
                    <a:pt x="1902" y="4765"/>
                  </a:lnTo>
                  <a:lnTo>
                    <a:pt x="1946" y="4768"/>
                  </a:lnTo>
                  <a:lnTo>
                    <a:pt x="1988" y="4768"/>
                  </a:lnTo>
                  <a:lnTo>
                    <a:pt x="2031" y="4767"/>
                  </a:lnTo>
                  <a:lnTo>
                    <a:pt x="2073" y="4763"/>
                  </a:lnTo>
                  <a:lnTo>
                    <a:pt x="2114" y="4758"/>
                  </a:lnTo>
                  <a:lnTo>
                    <a:pt x="2154" y="4751"/>
                  </a:lnTo>
                  <a:lnTo>
                    <a:pt x="2193" y="4740"/>
                  </a:lnTo>
                  <a:lnTo>
                    <a:pt x="2230" y="4729"/>
                  </a:lnTo>
                  <a:lnTo>
                    <a:pt x="2264" y="4715"/>
                  </a:lnTo>
                  <a:lnTo>
                    <a:pt x="2297" y="4700"/>
                  </a:lnTo>
                  <a:lnTo>
                    <a:pt x="3639" y="3825"/>
                  </a:lnTo>
                  <a:lnTo>
                    <a:pt x="3673" y="3795"/>
                  </a:lnTo>
                  <a:lnTo>
                    <a:pt x="3707" y="3761"/>
                  </a:lnTo>
                  <a:lnTo>
                    <a:pt x="3738" y="3725"/>
                  </a:lnTo>
                  <a:lnTo>
                    <a:pt x="3768" y="3685"/>
                  </a:lnTo>
                  <a:lnTo>
                    <a:pt x="3796" y="3644"/>
                  </a:lnTo>
                  <a:lnTo>
                    <a:pt x="3821" y="3599"/>
                  </a:lnTo>
                  <a:lnTo>
                    <a:pt x="3846" y="3553"/>
                  </a:lnTo>
                  <a:lnTo>
                    <a:pt x="3868" y="3505"/>
                  </a:lnTo>
                  <a:lnTo>
                    <a:pt x="3888" y="3456"/>
                  </a:lnTo>
                  <a:lnTo>
                    <a:pt x="3907" y="3406"/>
                  </a:lnTo>
                  <a:lnTo>
                    <a:pt x="3922" y="3354"/>
                  </a:lnTo>
                  <a:lnTo>
                    <a:pt x="3935" y="3303"/>
                  </a:lnTo>
                  <a:lnTo>
                    <a:pt x="3946" y="3250"/>
                  </a:lnTo>
                  <a:lnTo>
                    <a:pt x="3953" y="3197"/>
                  </a:lnTo>
                  <a:lnTo>
                    <a:pt x="3957" y="3144"/>
                  </a:lnTo>
                  <a:lnTo>
                    <a:pt x="3960" y="3092"/>
                  </a:lnTo>
                  <a:lnTo>
                    <a:pt x="3959" y="1313"/>
                  </a:lnTo>
                  <a:lnTo>
                    <a:pt x="3955" y="1271"/>
                  </a:lnTo>
                  <a:lnTo>
                    <a:pt x="3949" y="1229"/>
                  </a:lnTo>
                  <a:lnTo>
                    <a:pt x="3941" y="1189"/>
                  </a:lnTo>
                  <a:lnTo>
                    <a:pt x="3930" y="1149"/>
                  </a:lnTo>
                  <a:lnTo>
                    <a:pt x="3918" y="1111"/>
                  </a:lnTo>
                  <a:lnTo>
                    <a:pt x="3902" y="1075"/>
                  </a:lnTo>
                  <a:lnTo>
                    <a:pt x="3886" y="1040"/>
                  </a:lnTo>
                  <a:lnTo>
                    <a:pt x="3867" y="1006"/>
                  </a:lnTo>
                  <a:lnTo>
                    <a:pt x="3846" y="973"/>
                  </a:lnTo>
                  <a:lnTo>
                    <a:pt x="3823" y="942"/>
                  </a:lnTo>
                  <a:lnTo>
                    <a:pt x="3798" y="913"/>
                  </a:lnTo>
                  <a:lnTo>
                    <a:pt x="3771" y="886"/>
                  </a:lnTo>
                  <a:lnTo>
                    <a:pt x="3743" y="860"/>
                  </a:lnTo>
                  <a:lnTo>
                    <a:pt x="3714" y="837"/>
                  </a:lnTo>
                  <a:lnTo>
                    <a:pt x="3682" y="816"/>
                  </a:lnTo>
                  <a:lnTo>
                    <a:pt x="3649" y="796"/>
                  </a:lnTo>
                  <a:lnTo>
                    <a:pt x="2386" y="83"/>
                  </a:lnTo>
                  <a:lnTo>
                    <a:pt x="2350" y="65"/>
                  </a:lnTo>
                  <a:lnTo>
                    <a:pt x="2310" y="50"/>
                  </a:lnTo>
                  <a:lnTo>
                    <a:pt x="2268" y="36"/>
                  </a:lnTo>
                  <a:lnTo>
                    <a:pt x="2223" y="24"/>
                  </a:lnTo>
                  <a:lnTo>
                    <a:pt x="2178" y="15"/>
                  </a:lnTo>
                  <a:lnTo>
                    <a:pt x="2131" y="8"/>
                  </a:lnTo>
                  <a:lnTo>
                    <a:pt x="2082" y="3"/>
                  </a:lnTo>
                  <a:lnTo>
                    <a:pt x="2032" y="0"/>
                  </a:lnTo>
                  <a:lnTo>
                    <a:pt x="1982" y="1"/>
                  </a:lnTo>
                  <a:lnTo>
                    <a:pt x="1933" y="3"/>
                  </a:lnTo>
                  <a:lnTo>
                    <a:pt x="1882" y="9"/>
                  </a:lnTo>
                  <a:lnTo>
                    <a:pt x="1833" y="17"/>
                  </a:lnTo>
                  <a:lnTo>
                    <a:pt x="1785" y="29"/>
                  </a:lnTo>
                  <a:lnTo>
                    <a:pt x="1737" y="43"/>
                  </a:lnTo>
                  <a:lnTo>
                    <a:pt x="1691" y="62"/>
                  </a:lnTo>
                  <a:lnTo>
                    <a:pt x="1647" y="83"/>
                  </a:lnTo>
                  <a:lnTo>
                    <a:pt x="311" y="782"/>
                  </a:lnTo>
                  <a:lnTo>
                    <a:pt x="276" y="803"/>
                  </a:lnTo>
                  <a:lnTo>
                    <a:pt x="243" y="826"/>
                  </a:lnTo>
                  <a:lnTo>
                    <a:pt x="213" y="852"/>
                  </a:lnTo>
                  <a:lnTo>
                    <a:pt x="184" y="879"/>
                  </a:lnTo>
                  <a:lnTo>
                    <a:pt x="155" y="908"/>
                  </a:lnTo>
                  <a:lnTo>
                    <a:pt x="131" y="939"/>
                  </a:lnTo>
                  <a:lnTo>
                    <a:pt x="107" y="971"/>
                  </a:lnTo>
                  <a:lnTo>
                    <a:pt x="86" y="1005"/>
                  </a:lnTo>
                  <a:lnTo>
                    <a:pt x="68" y="1040"/>
                  </a:lnTo>
                  <a:lnTo>
                    <a:pt x="50" y="1076"/>
                  </a:lnTo>
                  <a:lnTo>
                    <a:pt x="36" y="1115"/>
                  </a:lnTo>
                  <a:lnTo>
                    <a:pt x="23" y="1153"/>
                  </a:lnTo>
                  <a:lnTo>
                    <a:pt x="14" y="1195"/>
                  </a:lnTo>
                  <a:lnTo>
                    <a:pt x="7" y="1236"/>
                  </a:lnTo>
                  <a:lnTo>
                    <a:pt x="2" y="1279"/>
                  </a:lnTo>
                  <a:lnTo>
                    <a:pt x="0" y="1322"/>
                  </a:lnTo>
                  <a:lnTo>
                    <a:pt x="0" y="3093"/>
                  </a:lnTo>
                  <a:lnTo>
                    <a:pt x="2" y="3147"/>
                  </a:lnTo>
                  <a:lnTo>
                    <a:pt x="7" y="3202"/>
                  </a:lnTo>
                  <a:lnTo>
                    <a:pt x="15" y="3257"/>
                  </a:lnTo>
                  <a:lnTo>
                    <a:pt x="27" y="3312"/>
                  </a:lnTo>
                  <a:lnTo>
                    <a:pt x="42" y="3366"/>
                  </a:lnTo>
                  <a:lnTo>
                    <a:pt x="59" y="3420"/>
                  </a:lnTo>
                  <a:lnTo>
                    <a:pt x="79" y="3474"/>
                  </a:lnTo>
                  <a:lnTo>
                    <a:pt x="102" y="3525"/>
                  </a:lnTo>
                  <a:lnTo>
                    <a:pt x="127" y="3576"/>
                  </a:lnTo>
                  <a:lnTo>
                    <a:pt x="154" y="3624"/>
                  </a:lnTo>
                  <a:lnTo>
                    <a:pt x="184" y="3670"/>
                  </a:lnTo>
                  <a:lnTo>
                    <a:pt x="214" y="3712"/>
                  </a:lnTo>
                  <a:lnTo>
                    <a:pt x="247" y="3752"/>
                  </a:lnTo>
                  <a:lnTo>
                    <a:pt x="281" y="3788"/>
                  </a:lnTo>
                  <a:lnTo>
                    <a:pt x="317" y="3821"/>
                  </a:lnTo>
                  <a:lnTo>
                    <a:pt x="353" y="384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6515" name="Freeform 33"/>
            <p:cNvSpPr>
              <a:spLocks/>
            </p:cNvSpPr>
            <p:nvPr/>
          </p:nvSpPr>
          <p:spPr bwMode="auto">
            <a:xfrm>
              <a:off x="943" y="2210"/>
              <a:ext cx="276" cy="187"/>
            </a:xfrm>
            <a:custGeom>
              <a:avLst/>
              <a:gdLst>
                <a:gd name="T0" fmla="*/ 11 w 1380"/>
                <a:gd name="T1" fmla="*/ 7 h 937"/>
                <a:gd name="T2" fmla="*/ 11 w 1380"/>
                <a:gd name="T3" fmla="*/ 7 h 937"/>
                <a:gd name="T4" fmla="*/ 0 w 1380"/>
                <a:gd name="T5" fmla="*/ 0 h 937"/>
                <a:gd name="T6" fmla="*/ 0 w 1380"/>
                <a:gd name="T7" fmla="*/ 1 h 937"/>
                <a:gd name="T8" fmla="*/ 10 w 1380"/>
                <a:gd name="T9" fmla="*/ 7 h 937"/>
                <a:gd name="T10" fmla="*/ 10 w 1380"/>
                <a:gd name="T11" fmla="*/ 7 h 937"/>
                <a:gd name="T12" fmla="*/ 10 w 1380"/>
                <a:gd name="T13" fmla="*/ 7 h 937"/>
                <a:gd name="T14" fmla="*/ 11 w 1380"/>
                <a:gd name="T15" fmla="*/ 7 h 937"/>
                <a:gd name="T16" fmla="*/ 11 w 1380"/>
                <a:gd name="T17" fmla="*/ 7 h 937"/>
                <a:gd name="T18" fmla="*/ 11 w 1380"/>
                <a:gd name="T19" fmla="*/ 7 h 937"/>
                <a:gd name="T20" fmla="*/ 11 w 1380"/>
                <a:gd name="T21" fmla="*/ 7 h 937"/>
                <a:gd name="T22" fmla="*/ 11 w 1380"/>
                <a:gd name="T23" fmla="*/ 7 h 937"/>
                <a:gd name="T24" fmla="*/ 11 w 1380"/>
                <a:gd name="T25" fmla="*/ 7 h 937"/>
                <a:gd name="T26" fmla="*/ 11 w 1380"/>
                <a:gd name="T27" fmla="*/ 7 h 937"/>
                <a:gd name="T28" fmla="*/ 11 w 1380"/>
                <a:gd name="T29" fmla="*/ 7 h 937"/>
                <a:gd name="T30" fmla="*/ 11 w 1380"/>
                <a:gd name="T31" fmla="*/ 7 h 93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80"/>
                <a:gd name="T49" fmla="*/ 0 h 937"/>
                <a:gd name="T50" fmla="*/ 1380 w 1380"/>
                <a:gd name="T51" fmla="*/ 937 h 93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80" h="937">
                  <a:moveTo>
                    <a:pt x="1354" y="848"/>
                  </a:moveTo>
                  <a:lnTo>
                    <a:pt x="1359" y="851"/>
                  </a:lnTo>
                  <a:lnTo>
                    <a:pt x="51" y="0"/>
                  </a:lnTo>
                  <a:lnTo>
                    <a:pt x="0" y="78"/>
                  </a:lnTo>
                  <a:lnTo>
                    <a:pt x="1307" y="929"/>
                  </a:lnTo>
                  <a:lnTo>
                    <a:pt x="1312" y="932"/>
                  </a:lnTo>
                  <a:lnTo>
                    <a:pt x="1307" y="929"/>
                  </a:lnTo>
                  <a:lnTo>
                    <a:pt x="1326" y="937"/>
                  </a:lnTo>
                  <a:lnTo>
                    <a:pt x="1345" y="936"/>
                  </a:lnTo>
                  <a:lnTo>
                    <a:pt x="1360" y="929"/>
                  </a:lnTo>
                  <a:lnTo>
                    <a:pt x="1372" y="916"/>
                  </a:lnTo>
                  <a:lnTo>
                    <a:pt x="1379" y="899"/>
                  </a:lnTo>
                  <a:lnTo>
                    <a:pt x="1380" y="883"/>
                  </a:lnTo>
                  <a:lnTo>
                    <a:pt x="1374" y="865"/>
                  </a:lnTo>
                  <a:lnTo>
                    <a:pt x="1359" y="851"/>
                  </a:lnTo>
                  <a:lnTo>
                    <a:pt x="1354" y="84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6516" name="Freeform 34"/>
            <p:cNvSpPr>
              <a:spLocks/>
            </p:cNvSpPr>
            <p:nvPr/>
          </p:nvSpPr>
          <p:spPr bwMode="auto">
            <a:xfrm>
              <a:off x="1206" y="2379"/>
              <a:ext cx="140" cy="32"/>
            </a:xfrm>
            <a:custGeom>
              <a:avLst/>
              <a:gdLst>
                <a:gd name="T0" fmla="*/ 5 w 703"/>
                <a:gd name="T1" fmla="*/ 0 h 162"/>
                <a:gd name="T2" fmla="*/ 5 w 703"/>
                <a:gd name="T3" fmla="*/ 0 h 162"/>
                <a:gd name="T4" fmla="*/ 5 w 703"/>
                <a:gd name="T5" fmla="*/ 0 h 162"/>
                <a:gd name="T6" fmla="*/ 5 w 703"/>
                <a:gd name="T7" fmla="*/ 0 h 162"/>
                <a:gd name="T8" fmla="*/ 4 w 703"/>
                <a:gd name="T9" fmla="*/ 0 h 162"/>
                <a:gd name="T10" fmla="*/ 4 w 703"/>
                <a:gd name="T11" fmla="*/ 0 h 162"/>
                <a:gd name="T12" fmla="*/ 4 w 703"/>
                <a:gd name="T13" fmla="*/ 0 h 162"/>
                <a:gd name="T14" fmla="*/ 3 w 703"/>
                <a:gd name="T15" fmla="*/ 1 h 162"/>
                <a:gd name="T16" fmla="*/ 3 w 703"/>
                <a:gd name="T17" fmla="*/ 1 h 162"/>
                <a:gd name="T18" fmla="*/ 3 w 703"/>
                <a:gd name="T19" fmla="*/ 1 h 162"/>
                <a:gd name="T20" fmla="*/ 2 w 703"/>
                <a:gd name="T21" fmla="*/ 1 h 162"/>
                <a:gd name="T22" fmla="*/ 2 w 703"/>
                <a:gd name="T23" fmla="*/ 1 h 162"/>
                <a:gd name="T24" fmla="*/ 2 w 703"/>
                <a:gd name="T25" fmla="*/ 0 h 162"/>
                <a:gd name="T26" fmla="*/ 1 w 703"/>
                <a:gd name="T27" fmla="*/ 0 h 162"/>
                <a:gd name="T28" fmla="*/ 1 w 703"/>
                <a:gd name="T29" fmla="*/ 0 h 162"/>
                <a:gd name="T30" fmla="*/ 1 w 703"/>
                <a:gd name="T31" fmla="*/ 0 h 162"/>
                <a:gd name="T32" fmla="*/ 1 w 703"/>
                <a:gd name="T33" fmla="*/ 0 h 162"/>
                <a:gd name="T34" fmla="*/ 0 w 703"/>
                <a:gd name="T35" fmla="*/ 0 h 162"/>
                <a:gd name="T36" fmla="*/ 0 w 703"/>
                <a:gd name="T37" fmla="*/ 1 h 162"/>
                <a:gd name="T38" fmla="*/ 0 w 703"/>
                <a:gd name="T39" fmla="*/ 1 h 162"/>
                <a:gd name="T40" fmla="*/ 1 w 703"/>
                <a:gd name="T41" fmla="*/ 1 h 162"/>
                <a:gd name="T42" fmla="*/ 1 w 703"/>
                <a:gd name="T43" fmla="*/ 1 h 162"/>
                <a:gd name="T44" fmla="*/ 1 w 703"/>
                <a:gd name="T45" fmla="*/ 1 h 162"/>
                <a:gd name="T46" fmla="*/ 2 w 703"/>
                <a:gd name="T47" fmla="*/ 1 h 162"/>
                <a:gd name="T48" fmla="*/ 2 w 703"/>
                <a:gd name="T49" fmla="*/ 1 h 162"/>
                <a:gd name="T50" fmla="*/ 2 w 703"/>
                <a:gd name="T51" fmla="*/ 1 h 162"/>
                <a:gd name="T52" fmla="*/ 3 w 703"/>
                <a:gd name="T53" fmla="*/ 1 h 162"/>
                <a:gd name="T54" fmla="*/ 3 w 703"/>
                <a:gd name="T55" fmla="*/ 1 h 162"/>
                <a:gd name="T56" fmla="*/ 3 w 703"/>
                <a:gd name="T57" fmla="*/ 1 h 162"/>
                <a:gd name="T58" fmla="*/ 4 w 703"/>
                <a:gd name="T59" fmla="*/ 1 h 162"/>
                <a:gd name="T60" fmla="*/ 4 w 703"/>
                <a:gd name="T61" fmla="*/ 1 h 162"/>
                <a:gd name="T62" fmla="*/ 5 w 703"/>
                <a:gd name="T63" fmla="*/ 1 h 162"/>
                <a:gd name="T64" fmla="*/ 5 w 703"/>
                <a:gd name="T65" fmla="*/ 1 h 162"/>
                <a:gd name="T66" fmla="*/ 5 w 703"/>
                <a:gd name="T67" fmla="*/ 1 h 162"/>
                <a:gd name="T68" fmla="*/ 5 w 703"/>
                <a:gd name="T69" fmla="*/ 1 h 162"/>
                <a:gd name="T70" fmla="*/ 5 w 703"/>
                <a:gd name="T71" fmla="*/ 1 h 162"/>
                <a:gd name="T72" fmla="*/ 5 w 703"/>
                <a:gd name="T73" fmla="*/ 1 h 162"/>
                <a:gd name="T74" fmla="*/ 5 w 703"/>
                <a:gd name="T75" fmla="*/ 1 h 162"/>
                <a:gd name="T76" fmla="*/ 6 w 703"/>
                <a:gd name="T77" fmla="*/ 0 h 162"/>
                <a:gd name="T78" fmla="*/ 6 w 703"/>
                <a:gd name="T79" fmla="*/ 0 h 162"/>
                <a:gd name="T80" fmla="*/ 6 w 703"/>
                <a:gd name="T81" fmla="*/ 0 h 162"/>
                <a:gd name="T82" fmla="*/ 5 w 703"/>
                <a:gd name="T83" fmla="*/ 0 h 162"/>
                <a:gd name="T84" fmla="*/ 5 w 703"/>
                <a:gd name="T85" fmla="*/ 0 h 162"/>
                <a:gd name="T86" fmla="*/ 5 w 703"/>
                <a:gd name="T87" fmla="*/ 0 h 162"/>
                <a:gd name="T88" fmla="*/ 5 w 703"/>
                <a:gd name="T89" fmla="*/ 0 h 162"/>
                <a:gd name="T90" fmla="*/ 5 w 703"/>
                <a:gd name="T91" fmla="*/ 0 h 162"/>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703"/>
                <a:gd name="T139" fmla="*/ 0 h 162"/>
                <a:gd name="T140" fmla="*/ 703 w 703"/>
                <a:gd name="T141" fmla="*/ 162 h 162"/>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703" h="162">
                  <a:moveTo>
                    <a:pt x="631" y="8"/>
                  </a:moveTo>
                  <a:lnTo>
                    <a:pt x="636" y="6"/>
                  </a:lnTo>
                  <a:lnTo>
                    <a:pt x="606" y="20"/>
                  </a:lnTo>
                  <a:lnTo>
                    <a:pt x="575" y="32"/>
                  </a:lnTo>
                  <a:lnTo>
                    <a:pt x="540" y="42"/>
                  </a:lnTo>
                  <a:lnTo>
                    <a:pt x="504" y="52"/>
                  </a:lnTo>
                  <a:lnTo>
                    <a:pt x="467" y="59"/>
                  </a:lnTo>
                  <a:lnTo>
                    <a:pt x="428" y="64"/>
                  </a:lnTo>
                  <a:lnTo>
                    <a:pt x="389" y="67"/>
                  </a:lnTo>
                  <a:lnTo>
                    <a:pt x="348" y="68"/>
                  </a:lnTo>
                  <a:lnTo>
                    <a:pt x="308" y="68"/>
                  </a:lnTo>
                  <a:lnTo>
                    <a:pt x="267" y="65"/>
                  </a:lnTo>
                  <a:lnTo>
                    <a:pt x="226" y="61"/>
                  </a:lnTo>
                  <a:lnTo>
                    <a:pt x="187" y="54"/>
                  </a:lnTo>
                  <a:lnTo>
                    <a:pt x="148" y="44"/>
                  </a:lnTo>
                  <a:lnTo>
                    <a:pt x="110" y="33"/>
                  </a:lnTo>
                  <a:lnTo>
                    <a:pt x="75" y="20"/>
                  </a:lnTo>
                  <a:lnTo>
                    <a:pt x="42" y="5"/>
                  </a:lnTo>
                  <a:lnTo>
                    <a:pt x="0" y="89"/>
                  </a:lnTo>
                  <a:lnTo>
                    <a:pt x="40" y="107"/>
                  </a:lnTo>
                  <a:lnTo>
                    <a:pt x="82" y="122"/>
                  </a:lnTo>
                  <a:lnTo>
                    <a:pt x="124" y="135"/>
                  </a:lnTo>
                  <a:lnTo>
                    <a:pt x="169" y="146"/>
                  </a:lnTo>
                  <a:lnTo>
                    <a:pt x="214" y="153"/>
                  </a:lnTo>
                  <a:lnTo>
                    <a:pt x="258" y="158"/>
                  </a:lnTo>
                  <a:lnTo>
                    <a:pt x="303" y="162"/>
                  </a:lnTo>
                  <a:lnTo>
                    <a:pt x="348" y="162"/>
                  </a:lnTo>
                  <a:lnTo>
                    <a:pt x="394" y="161"/>
                  </a:lnTo>
                  <a:lnTo>
                    <a:pt x="439" y="157"/>
                  </a:lnTo>
                  <a:lnTo>
                    <a:pt x="481" y="150"/>
                  </a:lnTo>
                  <a:lnTo>
                    <a:pt x="525" y="143"/>
                  </a:lnTo>
                  <a:lnTo>
                    <a:pt x="566" y="132"/>
                  </a:lnTo>
                  <a:lnTo>
                    <a:pt x="606" y="121"/>
                  </a:lnTo>
                  <a:lnTo>
                    <a:pt x="643" y="105"/>
                  </a:lnTo>
                  <a:lnTo>
                    <a:pt x="678" y="88"/>
                  </a:lnTo>
                  <a:lnTo>
                    <a:pt x="683" y="86"/>
                  </a:lnTo>
                  <a:lnTo>
                    <a:pt x="678" y="88"/>
                  </a:lnTo>
                  <a:lnTo>
                    <a:pt x="695" y="75"/>
                  </a:lnTo>
                  <a:lnTo>
                    <a:pt x="702" y="60"/>
                  </a:lnTo>
                  <a:lnTo>
                    <a:pt x="703" y="42"/>
                  </a:lnTo>
                  <a:lnTo>
                    <a:pt x="698" y="26"/>
                  </a:lnTo>
                  <a:lnTo>
                    <a:pt x="688" y="12"/>
                  </a:lnTo>
                  <a:lnTo>
                    <a:pt x="674" y="3"/>
                  </a:lnTo>
                  <a:lnTo>
                    <a:pt x="656" y="0"/>
                  </a:lnTo>
                  <a:lnTo>
                    <a:pt x="636" y="6"/>
                  </a:lnTo>
                  <a:lnTo>
                    <a:pt x="631"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6517" name="Freeform 35"/>
            <p:cNvSpPr>
              <a:spLocks/>
            </p:cNvSpPr>
            <p:nvPr/>
          </p:nvSpPr>
          <p:spPr bwMode="auto">
            <a:xfrm>
              <a:off x="1332" y="2204"/>
              <a:ext cx="283" cy="192"/>
            </a:xfrm>
            <a:custGeom>
              <a:avLst/>
              <a:gdLst>
                <a:gd name="T0" fmla="*/ 11 w 1415"/>
                <a:gd name="T1" fmla="*/ 0 h 960"/>
                <a:gd name="T2" fmla="*/ 11 w 1415"/>
                <a:gd name="T3" fmla="*/ 0 h 960"/>
                <a:gd name="T4" fmla="*/ 0 w 1415"/>
                <a:gd name="T5" fmla="*/ 7 h 960"/>
                <a:gd name="T6" fmla="*/ 0 w 1415"/>
                <a:gd name="T7" fmla="*/ 8 h 960"/>
                <a:gd name="T8" fmla="*/ 11 w 1415"/>
                <a:gd name="T9" fmla="*/ 1 h 960"/>
                <a:gd name="T10" fmla="*/ 11 w 1415"/>
                <a:gd name="T11" fmla="*/ 1 h 960"/>
                <a:gd name="T12" fmla="*/ 11 w 1415"/>
                <a:gd name="T13" fmla="*/ 1 h 960"/>
                <a:gd name="T14" fmla="*/ 11 w 1415"/>
                <a:gd name="T15" fmla="*/ 1 h 960"/>
                <a:gd name="T16" fmla="*/ 11 w 1415"/>
                <a:gd name="T17" fmla="*/ 0 h 960"/>
                <a:gd name="T18" fmla="*/ 11 w 1415"/>
                <a:gd name="T19" fmla="*/ 0 h 960"/>
                <a:gd name="T20" fmla="*/ 11 w 1415"/>
                <a:gd name="T21" fmla="*/ 0 h 960"/>
                <a:gd name="T22" fmla="*/ 11 w 1415"/>
                <a:gd name="T23" fmla="*/ 0 h 960"/>
                <a:gd name="T24" fmla="*/ 11 w 1415"/>
                <a:gd name="T25" fmla="*/ 0 h 960"/>
                <a:gd name="T26" fmla="*/ 11 w 1415"/>
                <a:gd name="T27" fmla="*/ 0 h 960"/>
                <a:gd name="T28" fmla="*/ 11 w 1415"/>
                <a:gd name="T29" fmla="*/ 0 h 960"/>
                <a:gd name="T30" fmla="*/ 11 w 1415"/>
                <a:gd name="T31" fmla="*/ 0 h 96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15"/>
                <a:gd name="T49" fmla="*/ 0 h 960"/>
                <a:gd name="T50" fmla="*/ 1415 w 1415"/>
                <a:gd name="T51" fmla="*/ 960 h 96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15" h="960">
                  <a:moveTo>
                    <a:pt x="1338" y="10"/>
                  </a:moveTo>
                  <a:lnTo>
                    <a:pt x="1342" y="8"/>
                  </a:lnTo>
                  <a:lnTo>
                    <a:pt x="0" y="882"/>
                  </a:lnTo>
                  <a:lnTo>
                    <a:pt x="52" y="960"/>
                  </a:lnTo>
                  <a:lnTo>
                    <a:pt x="1393" y="85"/>
                  </a:lnTo>
                  <a:lnTo>
                    <a:pt x="1397" y="83"/>
                  </a:lnTo>
                  <a:lnTo>
                    <a:pt x="1393" y="85"/>
                  </a:lnTo>
                  <a:lnTo>
                    <a:pt x="1409" y="71"/>
                  </a:lnTo>
                  <a:lnTo>
                    <a:pt x="1415" y="53"/>
                  </a:lnTo>
                  <a:lnTo>
                    <a:pt x="1413" y="37"/>
                  </a:lnTo>
                  <a:lnTo>
                    <a:pt x="1406" y="21"/>
                  </a:lnTo>
                  <a:lnTo>
                    <a:pt x="1395" y="8"/>
                  </a:lnTo>
                  <a:lnTo>
                    <a:pt x="1379" y="1"/>
                  </a:lnTo>
                  <a:lnTo>
                    <a:pt x="1361" y="0"/>
                  </a:lnTo>
                  <a:lnTo>
                    <a:pt x="1342" y="8"/>
                  </a:lnTo>
                  <a:lnTo>
                    <a:pt x="1338" y="1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6518" name="Freeform 36"/>
            <p:cNvSpPr>
              <a:spLocks/>
            </p:cNvSpPr>
            <p:nvPr/>
          </p:nvSpPr>
          <p:spPr bwMode="auto">
            <a:xfrm>
              <a:off x="1599" y="2057"/>
              <a:ext cx="80" cy="163"/>
            </a:xfrm>
            <a:custGeom>
              <a:avLst/>
              <a:gdLst>
                <a:gd name="T0" fmla="*/ 2 w 398"/>
                <a:gd name="T1" fmla="*/ 0 h 817"/>
                <a:gd name="T2" fmla="*/ 2 w 398"/>
                <a:gd name="T3" fmla="*/ 0 h 817"/>
                <a:gd name="T4" fmla="*/ 2 w 398"/>
                <a:gd name="T5" fmla="*/ 1 h 817"/>
                <a:gd name="T6" fmla="*/ 2 w 398"/>
                <a:gd name="T7" fmla="*/ 1 h 817"/>
                <a:gd name="T8" fmla="*/ 2 w 398"/>
                <a:gd name="T9" fmla="*/ 2 h 817"/>
                <a:gd name="T10" fmla="*/ 2 w 398"/>
                <a:gd name="T11" fmla="*/ 2 h 817"/>
                <a:gd name="T12" fmla="*/ 2 w 398"/>
                <a:gd name="T13" fmla="*/ 2 h 817"/>
                <a:gd name="T14" fmla="*/ 2 w 398"/>
                <a:gd name="T15" fmla="*/ 3 h 817"/>
                <a:gd name="T16" fmla="*/ 2 w 398"/>
                <a:gd name="T17" fmla="*/ 3 h 817"/>
                <a:gd name="T18" fmla="*/ 2 w 398"/>
                <a:gd name="T19" fmla="*/ 4 h 817"/>
                <a:gd name="T20" fmla="*/ 2 w 398"/>
                <a:gd name="T21" fmla="*/ 4 h 817"/>
                <a:gd name="T22" fmla="*/ 1 w 398"/>
                <a:gd name="T23" fmla="*/ 4 h 817"/>
                <a:gd name="T24" fmla="*/ 1 w 398"/>
                <a:gd name="T25" fmla="*/ 5 h 817"/>
                <a:gd name="T26" fmla="*/ 1 w 398"/>
                <a:gd name="T27" fmla="*/ 5 h 817"/>
                <a:gd name="T28" fmla="*/ 1 w 398"/>
                <a:gd name="T29" fmla="*/ 5 h 817"/>
                <a:gd name="T30" fmla="*/ 1 w 398"/>
                <a:gd name="T31" fmla="*/ 5 h 817"/>
                <a:gd name="T32" fmla="*/ 0 w 398"/>
                <a:gd name="T33" fmla="*/ 6 h 817"/>
                <a:gd name="T34" fmla="*/ 0 w 398"/>
                <a:gd name="T35" fmla="*/ 6 h 817"/>
                <a:gd name="T36" fmla="*/ 0 w 398"/>
                <a:gd name="T37" fmla="*/ 7 h 817"/>
                <a:gd name="T38" fmla="*/ 1 w 398"/>
                <a:gd name="T39" fmla="*/ 6 h 817"/>
                <a:gd name="T40" fmla="*/ 1 w 398"/>
                <a:gd name="T41" fmla="*/ 6 h 817"/>
                <a:gd name="T42" fmla="*/ 1 w 398"/>
                <a:gd name="T43" fmla="*/ 6 h 817"/>
                <a:gd name="T44" fmla="*/ 2 w 398"/>
                <a:gd name="T45" fmla="*/ 5 h 817"/>
                <a:gd name="T46" fmla="*/ 2 w 398"/>
                <a:gd name="T47" fmla="*/ 5 h 817"/>
                <a:gd name="T48" fmla="*/ 2 w 398"/>
                <a:gd name="T49" fmla="*/ 5 h 817"/>
                <a:gd name="T50" fmla="*/ 2 w 398"/>
                <a:gd name="T51" fmla="*/ 4 h 817"/>
                <a:gd name="T52" fmla="*/ 2 w 398"/>
                <a:gd name="T53" fmla="*/ 4 h 817"/>
                <a:gd name="T54" fmla="*/ 3 w 398"/>
                <a:gd name="T55" fmla="*/ 3 h 817"/>
                <a:gd name="T56" fmla="*/ 3 w 398"/>
                <a:gd name="T57" fmla="*/ 3 h 817"/>
                <a:gd name="T58" fmla="*/ 3 w 398"/>
                <a:gd name="T59" fmla="*/ 3 h 817"/>
                <a:gd name="T60" fmla="*/ 3 w 398"/>
                <a:gd name="T61" fmla="*/ 2 h 817"/>
                <a:gd name="T62" fmla="*/ 3 w 398"/>
                <a:gd name="T63" fmla="*/ 2 h 817"/>
                <a:gd name="T64" fmla="*/ 3 w 398"/>
                <a:gd name="T65" fmla="*/ 1 h 817"/>
                <a:gd name="T66" fmla="*/ 3 w 398"/>
                <a:gd name="T67" fmla="*/ 1 h 817"/>
                <a:gd name="T68" fmla="*/ 3 w 398"/>
                <a:gd name="T69" fmla="*/ 0 h 817"/>
                <a:gd name="T70" fmla="*/ 3 w 398"/>
                <a:gd name="T71" fmla="*/ 0 h 817"/>
                <a:gd name="T72" fmla="*/ 3 w 398"/>
                <a:gd name="T73" fmla="*/ 0 h 817"/>
                <a:gd name="T74" fmla="*/ 3 w 398"/>
                <a:gd name="T75" fmla="*/ 0 h 817"/>
                <a:gd name="T76" fmla="*/ 3 w 398"/>
                <a:gd name="T77" fmla="*/ 0 h 817"/>
                <a:gd name="T78" fmla="*/ 3 w 398"/>
                <a:gd name="T79" fmla="*/ 0 h 817"/>
                <a:gd name="T80" fmla="*/ 3 w 398"/>
                <a:gd name="T81" fmla="*/ 0 h 817"/>
                <a:gd name="T82" fmla="*/ 3 w 398"/>
                <a:gd name="T83" fmla="*/ 0 h 817"/>
                <a:gd name="T84" fmla="*/ 3 w 398"/>
                <a:gd name="T85" fmla="*/ 0 h 817"/>
                <a:gd name="T86" fmla="*/ 2 w 398"/>
                <a:gd name="T87" fmla="*/ 0 h 817"/>
                <a:gd name="T88" fmla="*/ 2 w 398"/>
                <a:gd name="T89" fmla="*/ 0 h 817"/>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398"/>
                <a:gd name="T136" fmla="*/ 0 h 817"/>
                <a:gd name="T137" fmla="*/ 398 w 398"/>
                <a:gd name="T138" fmla="*/ 817 h 817"/>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398" h="817">
                  <a:moveTo>
                    <a:pt x="304" y="47"/>
                  </a:moveTo>
                  <a:lnTo>
                    <a:pt x="304" y="47"/>
                  </a:lnTo>
                  <a:lnTo>
                    <a:pt x="301" y="97"/>
                  </a:lnTo>
                  <a:lnTo>
                    <a:pt x="297" y="147"/>
                  </a:lnTo>
                  <a:lnTo>
                    <a:pt x="291" y="198"/>
                  </a:lnTo>
                  <a:lnTo>
                    <a:pt x="280" y="247"/>
                  </a:lnTo>
                  <a:lnTo>
                    <a:pt x="268" y="297"/>
                  </a:lnTo>
                  <a:lnTo>
                    <a:pt x="253" y="347"/>
                  </a:lnTo>
                  <a:lnTo>
                    <a:pt x="236" y="395"/>
                  </a:lnTo>
                  <a:lnTo>
                    <a:pt x="217" y="442"/>
                  </a:lnTo>
                  <a:lnTo>
                    <a:pt x="195" y="487"/>
                  </a:lnTo>
                  <a:lnTo>
                    <a:pt x="171" y="532"/>
                  </a:lnTo>
                  <a:lnTo>
                    <a:pt x="147" y="574"/>
                  </a:lnTo>
                  <a:lnTo>
                    <a:pt x="121" y="613"/>
                  </a:lnTo>
                  <a:lnTo>
                    <a:pt x="93" y="650"/>
                  </a:lnTo>
                  <a:lnTo>
                    <a:pt x="64" y="684"/>
                  </a:lnTo>
                  <a:lnTo>
                    <a:pt x="32" y="716"/>
                  </a:lnTo>
                  <a:lnTo>
                    <a:pt x="0" y="744"/>
                  </a:lnTo>
                  <a:lnTo>
                    <a:pt x="59" y="817"/>
                  </a:lnTo>
                  <a:lnTo>
                    <a:pt x="95" y="784"/>
                  </a:lnTo>
                  <a:lnTo>
                    <a:pt x="132" y="748"/>
                  </a:lnTo>
                  <a:lnTo>
                    <a:pt x="166" y="709"/>
                  </a:lnTo>
                  <a:lnTo>
                    <a:pt x="196" y="667"/>
                  </a:lnTo>
                  <a:lnTo>
                    <a:pt x="227" y="623"/>
                  </a:lnTo>
                  <a:lnTo>
                    <a:pt x="253" y="576"/>
                  </a:lnTo>
                  <a:lnTo>
                    <a:pt x="279" y="530"/>
                  </a:lnTo>
                  <a:lnTo>
                    <a:pt x="301" y="479"/>
                  </a:lnTo>
                  <a:lnTo>
                    <a:pt x="323" y="428"/>
                  </a:lnTo>
                  <a:lnTo>
                    <a:pt x="342" y="375"/>
                  </a:lnTo>
                  <a:lnTo>
                    <a:pt x="359" y="321"/>
                  </a:lnTo>
                  <a:lnTo>
                    <a:pt x="372" y="268"/>
                  </a:lnTo>
                  <a:lnTo>
                    <a:pt x="382" y="212"/>
                  </a:lnTo>
                  <a:lnTo>
                    <a:pt x="391" y="157"/>
                  </a:lnTo>
                  <a:lnTo>
                    <a:pt x="395" y="102"/>
                  </a:lnTo>
                  <a:lnTo>
                    <a:pt x="398" y="47"/>
                  </a:lnTo>
                  <a:lnTo>
                    <a:pt x="394" y="27"/>
                  </a:lnTo>
                  <a:lnTo>
                    <a:pt x="383" y="11"/>
                  </a:lnTo>
                  <a:lnTo>
                    <a:pt x="368" y="3"/>
                  </a:lnTo>
                  <a:lnTo>
                    <a:pt x="351" y="0"/>
                  </a:lnTo>
                  <a:lnTo>
                    <a:pt x="333" y="3"/>
                  </a:lnTo>
                  <a:lnTo>
                    <a:pt x="319" y="11"/>
                  </a:lnTo>
                  <a:lnTo>
                    <a:pt x="307" y="27"/>
                  </a:lnTo>
                  <a:lnTo>
                    <a:pt x="304" y="4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6519" name="Freeform 37"/>
            <p:cNvSpPr>
              <a:spLocks/>
            </p:cNvSpPr>
            <p:nvPr/>
          </p:nvSpPr>
          <p:spPr bwMode="auto">
            <a:xfrm>
              <a:off x="1660" y="1701"/>
              <a:ext cx="19" cy="365"/>
            </a:xfrm>
            <a:custGeom>
              <a:avLst/>
              <a:gdLst>
                <a:gd name="T0" fmla="*/ 0 w 95"/>
                <a:gd name="T1" fmla="*/ 0 h 1826"/>
                <a:gd name="T2" fmla="*/ 0 w 95"/>
                <a:gd name="T3" fmla="*/ 0 h 1826"/>
                <a:gd name="T4" fmla="*/ 0 w 95"/>
                <a:gd name="T5" fmla="*/ 15 h 1826"/>
                <a:gd name="T6" fmla="*/ 1 w 95"/>
                <a:gd name="T7" fmla="*/ 15 h 1826"/>
                <a:gd name="T8" fmla="*/ 1 w 95"/>
                <a:gd name="T9" fmla="*/ 0 h 1826"/>
                <a:gd name="T10" fmla="*/ 1 w 95"/>
                <a:gd name="T11" fmla="*/ 0 h 1826"/>
                <a:gd name="T12" fmla="*/ 1 w 95"/>
                <a:gd name="T13" fmla="*/ 0 h 1826"/>
                <a:gd name="T14" fmla="*/ 1 w 95"/>
                <a:gd name="T15" fmla="*/ 0 h 1826"/>
                <a:gd name="T16" fmla="*/ 1 w 95"/>
                <a:gd name="T17" fmla="*/ 0 h 1826"/>
                <a:gd name="T18" fmla="*/ 1 w 95"/>
                <a:gd name="T19" fmla="*/ 0 h 1826"/>
                <a:gd name="T20" fmla="*/ 0 w 95"/>
                <a:gd name="T21" fmla="*/ 0 h 1826"/>
                <a:gd name="T22" fmla="*/ 0 w 95"/>
                <a:gd name="T23" fmla="*/ 0 h 1826"/>
                <a:gd name="T24" fmla="*/ 0 w 95"/>
                <a:gd name="T25" fmla="*/ 0 h 1826"/>
                <a:gd name="T26" fmla="*/ 0 w 95"/>
                <a:gd name="T27" fmla="*/ 0 h 1826"/>
                <a:gd name="T28" fmla="*/ 0 w 95"/>
                <a:gd name="T29" fmla="*/ 0 h 1826"/>
                <a:gd name="T30" fmla="*/ 0 w 95"/>
                <a:gd name="T31" fmla="*/ 0 h 182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95"/>
                <a:gd name="T49" fmla="*/ 0 h 1826"/>
                <a:gd name="T50" fmla="*/ 95 w 95"/>
                <a:gd name="T51" fmla="*/ 1826 h 182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95" h="1826">
                  <a:moveTo>
                    <a:pt x="0" y="49"/>
                  </a:moveTo>
                  <a:lnTo>
                    <a:pt x="0" y="47"/>
                  </a:lnTo>
                  <a:lnTo>
                    <a:pt x="1" y="1826"/>
                  </a:lnTo>
                  <a:lnTo>
                    <a:pt x="95" y="1826"/>
                  </a:lnTo>
                  <a:lnTo>
                    <a:pt x="93" y="47"/>
                  </a:lnTo>
                  <a:lnTo>
                    <a:pt x="93" y="45"/>
                  </a:lnTo>
                  <a:lnTo>
                    <a:pt x="93" y="47"/>
                  </a:lnTo>
                  <a:lnTo>
                    <a:pt x="90" y="27"/>
                  </a:lnTo>
                  <a:lnTo>
                    <a:pt x="79" y="12"/>
                  </a:lnTo>
                  <a:lnTo>
                    <a:pt x="64" y="4"/>
                  </a:lnTo>
                  <a:lnTo>
                    <a:pt x="47" y="0"/>
                  </a:lnTo>
                  <a:lnTo>
                    <a:pt x="29" y="4"/>
                  </a:lnTo>
                  <a:lnTo>
                    <a:pt x="15" y="12"/>
                  </a:lnTo>
                  <a:lnTo>
                    <a:pt x="3" y="27"/>
                  </a:lnTo>
                  <a:lnTo>
                    <a:pt x="0" y="47"/>
                  </a:lnTo>
                  <a:lnTo>
                    <a:pt x="0" y="4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6520" name="Freeform 38"/>
            <p:cNvSpPr>
              <a:spLocks/>
            </p:cNvSpPr>
            <p:nvPr/>
          </p:nvSpPr>
          <p:spPr bwMode="auto">
            <a:xfrm>
              <a:off x="1598" y="1598"/>
              <a:ext cx="81" cy="113"/>
            </a:xfrm>
            <a:custGeom>
              <a:avLst/>
              <a:gdLst>
                <a:gd name="T0" fmla="*/ 0 w 401"/>
                <a:gd name="T1" fmla="*/ 1 h 566"/>
                <a:gd name="T2" fmla="*/ 0 w 401"/>
                <a:gd name="T3" fmla="*/ 1 h 566"/>
                <a:gd name="T4" fmla="*/ 0 w 401"/>
                <a:gd name="T5" fmla="*/ 1 h 566"/>
                <a:gd name="T6" fmla="*/ 1 w 401"/>
                <a:gd name="T7" fmla="*/ 1 h 566"/>
                <a:gd name="T8" fmla="*/ 1 w 401"/>
                <a:gd name="T9" fmla="*/ 1 h 566"/>
                <a:gd name="T10" fmla="*/ 1 w 401"/>
                <a:gd name="T11" fmla="*/ 1 h 566"/>
                <a:gd name="T12" fmla="*/ 1 w 401"/>
                <a:gd name="T13" fmla="*/ 2 h 566"/>
                <a:gd name="T14" fmla="*/ 1 w 401"/>
                <a:gd name="T15" fmla="*/ 2 h 566"/>
                <a:gd name="T16" fmla="*/ 2 w 401"/>
                <a:gd name="T17" fmla="*/ 2 h 566"/>
                <a:gd name="T18" fmla="*/ 2 w 401"/>
                <a:gd name="T19" fmla="*/ 2 h 566"/>
                <a:gd name="T20" fmla="*/ 2 w 401"/>
                <a:gd name="T21" fmla="*/ 2 h 566"/>
                <a:gd name="T22" fmla="*/ 2 w 401"/>
                <a:gd name="T23" fmla="*/ 3 h 566"/>
                <a:gd name="T24" fmla="*/ 2 w 401"/>
                <a:gd name="T25" fmla="*/ 3 h 566"/>
                <a:gd name="T26" fmla="*/ 2 w 401"/>
                <a:gd name="T27" fmla="*/ 3 h 566"/>
                <a:gd name="T28" fmla="*/ 2 w 401"/>
                <a:gd name="T29" fmla="*/ 4 h 566"/>
                <a:gd name="T30" fmla="*/ 2 w 401"/>
                <a:gd name="T31" fmla="*/ 4 h 566"/>
                <a:gd name="T32" fmla="*/ 2 w 401"/>
                <a:gd name="T33" fmla="*/ 4 h 566"/>
                <a:gd name="T34" fmla="*/ 3 w 401"/>
                <a:gd name="T35" fmla="*/ 5 h 566"/>
                <a:gd name="T36" fmla="*/ 3 w 401"/>
                <a:gd name="T37" fmla="*/ 4 h 566"/>
                <a:gd name="T38" fmla="*/ 3 w 401"/>
                <a:gd name="T39" fmla="*/ 4 h 566"/>
                <a:gd name="T40" fmla="*/ 3 w 401"/>
                <a:gd name="T41" fmla="*/ 4 h 566"/>
                <a:gd name="T42" fmla="*/ 3 w 401"/>
                <a:gd name="T43" fmla="*/ 3 h 566"/>
                <a:gd name="T44" fmla="*/ 3 w 401"/>
                <a:gd name="T45" fmla="*/ 3 h 566"/>
                <a:gd name="T46" fmla="*/ 3 w 401"/>
                <a:gd name="T47" fmla="*/ 3 h 566"/>
                <a:gd name="T48" fmla="*/ 3 w 401"/>
                <a:gd name="T49" fmla="*/ 2 h 566"/>
                <a:gd name="T50" fmla="*/ 3 w 401"/>
                <a:gd name="T51" fmla="*/ 2 h 566"/>
                <a:gd name="T52" fmla="*/ 2 w 401"/>
                <a:gd name="T53" fmla="*/ 2 h 566"/>
                <a:gd name="T54" fmla="*/ 2 w 401"/>
                <a:gd name="T55" fmla="*/ 2 h 566"/>
                <a:gd name="T56" fmla="*/ 2 w 401"/>
                <a:gd name="T57" fmla="*/ 1 h 566"/>
                <a:gd name="T58" fmla="*/ 2 w 401"/>
                <a:gd name="T59" fmla="*/ 1 h 566"/>
                <a:gd name="T60" fmla="*/ 2 w 401"/>
                <a:gd name="T61" fmla="*/ 1 h 566"/>
                <a:gd name="T62" fmla="*/ 1 w 401"/>
                <a:gd name="T63" fmla="*/ 1 h 566"/>
                <a:gd name="T64" fmla="*/ 1 w 401"/>
                <a:gd name="T65" fmla="*/ 0 h 566"/>
                <a:gd name="T66" fmla="*/ 1 w 401"/>
                <a:gd name="T67" fmla="*/ 0 h 566"/>
                <a:gd name="T68" fmla="*/ 1 w 401"/>
                <a:gd name="T69" fmla="*/ 0 h 566"/>
                <a:gd name="T70" fmla="*/ 1 w 401"/>
                <a:gd name="T71" fmla="*/ 0 h 566"/>
                <a:gd name="T72" fmla="*/ 1 w 401"/>
                <a:gd name="T73" fmla="*/ 0 h 566"/>
                <a:gd name="T74" fmla="*/ 0 w 401"/>
                <a:gd name="T75" fmla="*/ 0 h 566"/>
                <a:gd name="T76" fmla="*/ 0 w 401"/>
                <a:gd name="T77" fmla="*/ 0 h 566"/>
                <a:gd name="T78" fmla="*/ 0 w 401"/>
                <a:gd name="T79" fmla="*/ 0 h 566"/>
                <a:gd name="T80" fmla="*/ 0 w 401"/>
                <a:gd name="T81" fmla="*/ 0 h 566"/>
                <a:gd name="T82" fmla="*/ 0 w 401"/>
                <a:gd name="T83" fmla="*/ 0 h 566"/>
                <a:gd name="T84" fmla="*/ 0 w 401"/>
                <a:gd name="T85" fmla="*/ 0 h 566"/>
                <a:gd name="T86" fmla="*/ 0 w 401"/>
                <a:gd name="T87" fmla="*/ 1 h 566"/>
                <a:gd name="T88" fmla="*/ 0 w 401"/>
                <a:gd name="T89" fmla="*/ 1 h 56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401"/>
                <a:gd name="T136" fmla="*/ 0 h 566"/>
                <a:gd name="T137" fmla="*/ 401 w 401"/>
                <a:gd name="T138" fmla="*/ 566 h 566"/>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401" h="566">
                  <a:moveTo>
                    <a:pt x="23" y="88"/>
                  </a:moveTo>
                  <a:lnTo>
                    <a:pt x="23" y="88"/>
                  </a:lnTo>
                  <a:lnTo>
                    <a:pt x="53" y="107"/>
                  </a:lnTo>
                  <a:lnTo>
                    <a:pt x="83" y="125"/>
                  </a:lnTo>
                  <a:lnTo>
                    <a:pt x="108" y="147"/>
                  </a:lnTo>
                  <a:lnTo>
                    <a:pt x="135" y="171"/>
                  </a:lnTo>
                  <a:lnTo>
                    <a:pt x="160" y="196"/>
                  </a:lnTo>
                  <a:lnTo>
                    <a:pt x="182" y="223"/>
                  </a:lnTo>
                  <a:lnTo>
                    <a:pt x="205" y="251"/>
                  </a:lnTo>
                  <a:lnTo>
                    <a:pt x="223" y="281"/>
                  </a:lnTo>
                  <a:lnTo>
                    <a:pt x="240" y="312"/>
                  </a:lnTo>
                  <a:lnTo>
                    <a:pt x="256" y="345"/>
                  </a:lnTo>
                  <a:lnTo>
                    <a:pt x="270" y="379"/>
                  </a:lnTo>
                  <a:lnTo>
                    <a:pt x="282" y="414"/>
                  </a:lnTo>
                  <a:lnTo>
                    <a:pt x="291" y="450"/>
                  </a:lnTo>
                  <a:lnTo>
                    <a:pt x="299" y="488"/>
                  </a:lnTo>
                  <a:lnTo>
                    <a:pt x="304" y="526"/>
                  </a:lnTo>
                  <a:lnTo>
                    <a:pt x="308" y="566"/>
                  </a:lnTo>
                  <a:lnTo>
                    <a:pt x="401" y="562"/>
                  </a:lnTo>
                  <a:lnTo>
                    <a:pt x="398" y="517"/>
                  </a:lnTo>
                  <a:lnTo>
                    <a:pt x="391" y="471"/>
                  </a:lnTo>
                  <a:lnTo>
                    <a:pt x="383" y="429"/>
                  </a:lnTo>
                  <a:lnTo>
                    <a:pt x="371" y="386"/>
                  </a:lnTo>
                  <a:lnTo>
                    <a:pt x="357" y="346"/>
                  </a:lnTo>
                  <a:lnTo>
                    <a:pt x="340" y="307"/>
                  </a:lnTo>
                  <a:lnTo>
                    <a:pt x="324" y="270"/>
                  </a:lnTo>
                  <a:lnTo>
                    <a:pt x="303" y="232"/>
                  </a:lnTo>
                  <a:lnTo>
                    <a:pt x="280" y="197"/>
                  </a:lnTo>
                  <a:lnTo>
                    <a:pt x="255" y="164"/>
                  </a:lnTo>
                  <a:lnTo>
                    <a:pt x="228" y="132"/>
                  </a:lnTo>
                  <a:lnTo>
                    <a:pt x="199" y="103"/>
                  </a:lnTo>
                  <a:lnTo>
                    <a:pt x="169" y="76"/>
                  </a:lnTo>
                  <a:lnTo>
                    <a:pt x="137" y="50"/>
                  </a:lnTo>
                  <a:lnTo>
                    <a:pt x="103" y="27"/>
                  </a:lnTo>
                  <a:lnTo>
                    <a:pt x="67" y="6"/>
                  </a:lnTo>
                  <a:lnTo>
                    <a:pt x="48" y="0"/>
                  </a:lnTo>
                  <a:lnTo>
                    <a:pt x="30" y="2"/>
                  </a:lnTo>
                  <a:lnTo>
                    <a:pt x="16" y="12"/>
                  </a:lnTo>
                  <a:lnTo>
                    <a:pt x="5" y="25"/>
                  </a:lnTo>
                  <a:lnTo>
                    <a:pt x="0" y="41"/>
                  </a:lnTo>
                  <a:lnTo>
                    <a:pt x="0" y="59"/>
                  </a:lnTo>
                  <a:lnTo>
                    <a:pt x="8" y="75"/>
                  </a:lnTo>
                  <a:lnTo>
                    <a:pt x="23"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6521" name="Freeform 39"/>
            <p:cNvSpPr>
              <a:spLocks/>
            </p:cNvSpPr>
            <p:nvPr/>
          </p:nvSpPr>
          <p:spPr bwMode="auto">
            <a:xfrm>
              <a:off x="1346" y="1455"/>
              <a:ext cx="266" cy="160"/>
            </a:xfrm>
            <a:custGeom>
              <a:avLst/>
              <a:gdLst>
                <a:gd name="T0" fmla="*/ 0 w 1330"/>
                <a:gd name="T1" fmla="*/ 1 h 801"/>
                <a:gd name="T2" fmla="*/ 0 w 1330"/>
                <a:gd name="T3" fmla="*/ 1 h 801"/>
                <a:gd name="T4" fmla="*/ 10 w 1330"/>
                <a:gd name="T5" fmla="*/ 6 h 801"/>
                <a:gd name="T6" fmla="*/ 11 w 1330"/>
                <a:gd name="T7" fmla="*/ 6 h 801"/>
                <a:gd name="T8" fmla="*/ 1 w 1330"/>
                <a:gd name="T9" fmla="*/ 0 h 801"/>
                <a:gd name="T10" fmla="*/ 1 w 1330"/>
                <a:gd name="T11" fmla="*/ 0 h 801"/>
                <a:gd name="T12" fmla="*/ 1 w 1330"/>
                <a:gd name="T13" fmla="*/ 0 h 801"/>
                <a:gd name="T14" fmla="*/ 0 w 1330"/>
                <a:gd name="T15" fmla="*/ 0 h 801"/>
                <a:gd name="T16" fmla="*/ 0 w 1330"/>
                <a:gd name="T17" fmla="*/ 0 h 801"/>
                <a:gd name="T18" fmla="*/ 0 w 1330"/>
                <a:gd name="T19" fmla="*/ 0 h 801"/>
                <a:gd name="T20" fmla="*/ 0 w 1330"/>
                <a:gd name="T21" fmla="*/ 0 h 801"/>
                <a:gd name="T22" fmla="*/ 0 w 1330"/>
                <a:gd name="T23" fmla="*/ 0 h 801"/>
                <a:gd name="T24" fmla="*/ 0 w 1330"/>
                <a:gd name="T25" fmla="*/ 0 h 801"/>
                <a:gd name="T26" fmla="*/ 0 w 1330"/>
                <a:gd name="T27" fmla="*/ 1 h 801"/>
                <a:gd name="T28" fmla="*/ 0 w 1330"/>
                <a:gd name="T29" fmla="*/ 1 h 801"/>
                <a:gd name="T30" fmla="*/ 0 w 1330"/>
                <a:gd name="T31" fmla="*/ 1 h 801"/>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30"/>
                <a:gd name="T49" fmla="*/ 0 h 801"/>
                <a:gd name="T50" fmla="*/ 1330 w 1330"/>
                <a:gd name="T51" fmla="*/ 801 h 801"/>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30" h="801">
                  <a:moveTo>
                    <a:pt x="24" y="88"/>
                  </a:moveTo>
                  <a:lnTo>
                    <a:pt x="23" y="88"/>
                  </a:lnTo>
                  <a:lnTo>
                    <a:pt x="1286" y="801"/>
                  </a:lnTo>
                  <a:lnTo>
                    <a:pt x="1330" y="719"/>
                  </a:lnTo>
                  <a:lnTo>
                    <a:pt x="67" y="6"/>
                  </a:lnTo>
                  <a:lnTo>
                    <a:pt x="66" y="6"/>
                  </a:lnTo>
                  <a:lnTo>
                    <a:pt x="67" y="6"/>
                  </a:lnTo>
                  <a:lnTo>
                    <a:pt x="48" y="0"/>
                  </a:lnTo>
                  <a:lnTo>
                    <a:pt x="30" y="2"/>
                  </a:lnTo>
                  <a:lnTo>
                    <a:pt x="16" y="12"/>
                  </a:lnTo>
                  <a:lnTo>
                    <a:pt x="5" y="25"/>
                  </a:lnTo>
                  <a:lnTo>
                    <a:pt x="0" y="41"/>
                  </a:lnTo>
                  <a:lnTo>
                    <a:pt x="0" y="59"/>
                  </a:lnTo>
                  <a:lnTo>
                    <a:pt x="8" y="75"/>
                  </a:lnTo>
                  <a:lnTo>
                    <a:pt x="23" y="88"/>
                  </a:lnTo>
                  <a:lnTo>
                    <a:pt x="24"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6522" name="Freeform 40"/>
            <p:cNvSpPr>
              <a:spLocks/>
            </p:cNvSpPr>
            <p:nvPr/>
          </p:nvSpPr>
          <p:spPr bwMode="auto">
            <a:xfrm>
              <a:off x="1198" y="1439"/>
              <a:ext cx="161" cy="35"/>
            </a:xfrm>
            <a:custGeom>
              <a:avLst/>
              <a:gdLst>
                <a:gd name="T0" fmla="*/ 1 w 806"/>
                <a:gd name="T1" fmla="*/ 1 h 177"/>
                <a:gd name="T2" fmla="*/ 1 w 806"/>
                <a:gd name="T3" fmla="*/ 1 h 177"/>
                <a:gd name="T4" fmla="*/ 1 w 806"/>
                <a:gd name="T5" fmla="*/ 1 h 177"/>
                <a:gd name="T6" fmla="*/ 1 w 806"/>
                <a:gd name="T7" fmla="*/ 1 h 177"/>
                <a:gd name="T8" fmla="*/ 2 w 806"/>
                <a:gd name="T9" fmla="*/ 1 h 177"/>
                <a:gd name="T10" fmla="*/ 2 w 806"/>
                <a:gd name="T11" fmla="*/ 1 h 177"/>
                <a:gd name="T12" fmla="*/ 2 w 806"/>
                <a:gd name="T13" fmla="*/ 1 h 177"/>
                <a:gd name="T14" fmla="*/ 3 w 806"/>
                <a:gd name="T15" fmla="*/ 1 h 177"/>
                <a:gd name="T16" fmla="*/ 3 w 806"/>
                <a:gd name="T17" fmla="*/ 1 h 177"/>
                <a:gd name="T18" fmla="*/ 3 w 806"/>
                <a:gd name="T19" fmla="*/ 1 h 177"/>
                <a:gd name="T20" fmla="*/ 4 w 806"/>
                <a:gd name="T21" fmla="*/ 1 h 177"/>
                <a:gd name="T22" fmla="*/ 4 w 806"/>
                <a:gd name="T23" fmla="*/ 1 h 177"/>
                <a:gd name="T24" fmla="*/ 5 w 806"/>
                <a:gd name="T25" fmla="*/ 1 h 177"/>
                <a:gd name="T26" fmla="*/ 5 w 806"/>
                <a:gd name="T27" fmla="*/ 1 h 177"/>
                <a:gd name="T28" fmla="*/ 5 w 806"/>
                <a:gd name="T29" fmla="*/ 1 h 177"/>
                <a:gd name="T30" fmla="*/ 6 w 806"/>
                <a:gd name="T31" fmla="*/ 1 h 177"/>
                <a:gd name="T32" fmla="*/ 6 w 806"/>
                <a:gd name="T33" fmla="*/ 1 h 177"/>
                <a:gd name="T34" fmla="*/ 6 w 806"/>
                <a:gd name="T35" fmla="*/ 1 h 177"/>
                <a:gd name="T36" fmla="*/ 6 w 806"/>
                <a:gd name="T37" fmla="*/ 1 h 177"/>
                <a:gd name="T38" fmla="*/ 6 w 806"/>
                <a:gd name="T39" fmla="*/ 1 h 177"/>
                <a:gd name="T40" fmla="*/ 6 w 806"/>
                <a:gd name="T41" fmla="*/ 0 h 177"/>
                <a:gd name="T42" fmla="*/ 5 w 806"/>
                <a:gd name="T43" fmla="*/ 0 h 177"/>
                <a:gd name="T44" fmla="*/ 5 w 806"/>
                <a:gd name="T45" fmla="*/ 0 h 177"/>
                <a:gd name="T46" fmla="*/ 5 w 806"/>
                <a:gd name="T47" fmla="*/ 0 h 177"/>
                <a:gd name="T48" fmla="*/ 4 w 806"/>
                <a:gd name="T49" fmla="*/ 0 h 177"/>
                <a:gd name="T50" fmla="*/ 4 w 806"/>
                <a:gd name="T51" fmla="*/ 0 h 177"/>
                <a:gd name="T52" fmla="*/ 3 w 806"/>
                <a:gd name="T53" fmla="*/ 0 h 177"/>
                <a:gd name="T54" fmla="*/ 3 w 806"/>
                <a:gd name="T55" fmla="*/ 0 h 177"/>
                <a:gd name="T56" fmla="*/ 3 w 806"/>
                <a:gd name="T57" fmla="*/ 0 h 177"/>
                <a:gd name="T58" fmla="*/ 2 w 806"/>
                <a:gd name="T59" fmla="*/ 0 h 177"/>
                <a:gd name="T60" fmla="*/ 2 w 806"/>
                <a:gd name="T61" fmla="*/ 0 h 177"/>
                <a:gd name="T62" fmla="*/ 1 w 806"/>
                <a:gd name="T63" fmla="*/ 0 h 177"/>
                <a:gd name="T64" fmla="*/ 1 w 806"/>
                <a:gd name="T65" fmla="*/ 0 h 177"/>
                <a:gd name="T66" fmla="*/ 1 w 806"/>
                <a:gd name="T67" fmla="*/ 1 h 177"/>
                <a:gd name="T68" fmla="*/ 0 w 806"/>
                <a:gd name="T69" fmla="*/ 1 h 177"/>
                <a:gd name="T70" fmla="*/ 0 w 806"/>
                <a:gd name="T71" fmla="*/ 1 h 177"/>
                <a:gd name="T72" fmla="*/ 0 w 806"/>
                <a:gd name="T73" fmla="*/ 1 h 177"/>
                <a:gd name="T74" fmla="*/ 0 w 806"/>
                <a:gd name="T75" fmla="*/ 1 h 177"/>
                <a:gd name="T76" fmla="*/ 0 w 806"/>
                <a:gd name="T77" fmla="*/ 1 h 177"/>
                <a:gd name="T78" fmla="*/ 0 w 806"/>
                <a:gd name="T79" fmla="*/ 1 h 177"/>
                <a:gd name="T80" fmla="*/ 0 w 806"/>
                <a:gd name="T81" fmla="*/ 1 h 177"/>
                <a:gd name="T82" fmla="*/ 0 w 806"/>
                <a:gd name="T83" fmla="*/ 1 h 177"/>
                <a:gd name="T84" fmla="*/ 0 w 806"/>
                <a:gd name="T85" fmla="*/ 1 h 177"/>
                <a:gd name="T86" fmla="*/ 0 w 806"/>
                <a:gd name="T87" fmla="*/ 1 h 177"/>
                <a:gd name="T88" fmla="*/ 1 w 806"/>
                <a:gd name="T89" fmla="*/ 1 h 177"/>
                <a:gd name="T90" fmla="*/ 1 w 806"/>
                <a:gd name="T91" fmla="*/ 1 h 17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806"/>
                <a:gd name="T139" fmla="*/ 0 h 177"/>
                <a:gd name="T140" fmla="*/ 806 w 806"/>
                <a:gd name="T141" fmla="*/ 177 h 17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806" h="177">
                  <a:moveTo>
                    <a:pt x="67" y="171"/>
                  </a:moveTo>
                  <a:lnTo>
                    <a:pt x="68" y="171"/>
                  </a:lnTo>
                  <a:lnTo>
                    <a:pt x="109" y="151"/>
                  </a:lnTo>
                  <a:lnTo>
                    <a:pt x="151" y="135"/>
                  </a:lnTo>
                  <a:lnTo>
                    <a:pt x="196" y="122"/>
                  </a:lnTo>
                  <a:lnTo>
                    <a:pt x="242" y="110"/>
                  </a:lnTo>
                  <a:lnTo>
                    <a:pt x="287" y="102"/>
                  </a:lnTo>
                  <a:lnTo>
                    <a:pt x="335" y="97"/>
                  </a:lnTo>
                  <a:lnTo>
                    <a:pt x="382" y="95"/>
                  </a:lnTo>
                  <a:lnTo>
                    <a:pt x="430" y="94"/>
                  </a:lnTo>
                  <a:lnTo>
                    <a:pt x="477" y="97"/>
                  </a:lnTo>
                  <a:lnTo>
                    <a:pt x="524" y="102"/>
                  </a:lnTo>
                  <a:lnTo>
                    <a:pt x="568" y="108"/>
                  </a:lnTo>
                  <a:lnTo>
                    <a:pt x="612" y="117"/>
                  </a:lnTo>
                  <a:lnTo>
                    <a:pt x="654" y="128"/>
                  </a:lnTo>
                  <a:lnTo>
                    <a:pt x="693" y="141"/>
                  </a:lnTo>
                  <a:lnTo>
                    <a:pt x="730" y="155"/>
                  </a:lnTo>
                  <a:lnTo>
                    <a:pt x="764" y="171"/>
                  </a:lnTo>
                  <a:lnTo>
                    <a:pt x="806" y="89"/>
                  </a:lnTo>
                  <a:lnTo>
                    <a:pt x="768" y="70"/>
                  </a:lnTo>
                  <a:lnTo>
                    <a:pt x="725" y="54"/>
                  </a:lnTo>
                  <a:lnTo>
                    <a:pt x="680" y="39"/>
                  </a:lnTo>
                  <a:lnTo>
                    <a:pt x="633" y="26"/>
                  </a:lnTo>
                  <a:lnTo>
                    <a:pt x="585" y="16"/>
                  </a:lnTo>
                  <a:lnTo>
                    <a:pt x="536" y="8"/>
                  </a:lnTo>
                  <a:lnTo>
                    <a:pt x="484" y="3"/>
                  </a:lnTo>
                  <a:lnTo>
                    <a:pt x="433" y="0"/>
                  </a:lnTo>
                  <a:lnTo>
                    <a:pt x="380" y="1"/>
                  </a:lnTo>
                  <a:lnTo>
                    <a:pt x="328" y="3"/>
                  </a:lnTo>
                  <a:lnTo>
                    <a:pt x="276" y="10"/>
                  </a:lnTo>
                  <a:lnTo>
                    <a:pt x="223" y="19"/>
                  </a:lnTo>
                  <a:lnTo>
                    <a:pt x="172" y="30"/>
                  </a:lnTo>
                  <a:lnTo>
                    <a:pt x="121" y="46"/>
                  </a:lnTo>
                  <a:lnTo>
                    <a:pt x="72" y="67"/>
                  </a:lnTo>
                  <a:lnTo>
                    <a:pt x="24" y="89"/>
                  </a:lnTo>
                  <a:lnTo>
                    <a:pt x="25" y="89"/>
                  </a:lnTo>
                  <a:lnTo>
                    <a:pt x="24" y="89"/>
                  </a:lnTo>
                  <a:lnTo>
                    <a:pt x="8" y="102"/>
                  </a:lnTo>
                  <a:lnTo>
                    <a:pt x="0" y="118"/>
                  </a:lnTo>
                  <a:lnTo>
                    <a:pt x="0" y="136"/>
                  </a:lnTo>
                  <a:lnTo>
                    <a:pt x="6" y="152"/>
                  </a:lnTo>
                  <a:lnTo>
                    <a:pt x="17" y="165"/>
                  </a:lnTo>
                  <a:lnTo>
                    <a:pt x="31" y="175"/>
                  </a:lnTo>
                  <a:lnTo>
                    <a:pt x="48" y="177"/>
                  </a:lnTo>
                  <a:lnTo>
                    <a:pt x="68" y="171"/>
                  </a:lnTo>
                  <a:lnTo>
                    <a:pt x="67" y="1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6523" name="Freeform 41"/>
            <p:cNvSpPr>
              <a:spLocks/>
            </p:cNvSpPr>
            <p:nvPr/>
          </p:nvSpPr>
          <p:spPr bwMode="auto">
            <a:xfrm>
              <a:off x="931" y="1456"/>
              <a:ext cx="280" cy="158"/>
            </a:xfrm>
            <a:custGeom>
              <a:avLst/>
              <a:gdLst>
                <a:gd name="T0" fmla="*/ 1 w 1402"/>
                <a:gd name="T1" fmla="*/ 6 h 787"/>
                <a:gd name="T2" fmla="*/ 1 w 1402"/>
                <a:gd name="T3" fmla="*/ 6 h 787"/>
                <a:gd name="T4" fmla="*/ 11 w 1402"/>
                <a:gd name="T5" fmla="*/ 1 h 787"/>
                <a:gd name="T6" fmla="*/ 11 w 1402"/>
                <a:gd name="T7" fmla="*/ 0 h 787"/>
                <a:gd name="T8" fmla="*/ 0 w 1402"/>
                <a:gd name="T9" fmla="*/ 6 h 787"/>
                <a:gd name="T10" fmla="*/ 0 w 1402"/>
                <a:gd name="T11" fmla="*/ 6 h 787"/>
                <a:gd name="T12" fmla="*/ 0 w 1402"/>
                <a:gd name="T13" fmla="*/ 6 h 787"/>
                <a:gd name="T14" fmla="*/ 0 w 1402"/>
                <a:gd name="T15" fmla="*/ 6 h 787"/>
                <a:gd name="T16" fmla="*/ 0 w 1402"/>
                <a:gd name="T17" fmla="*/ 6 h 787"/>
                <a:gd name="T18" fmla="*/ 0 w 1402"/>
                <a:gd name="T19" fmla="*/ 6 h 787"/>
                <a:gd name="T20" fmla="*/ 0 w 1402"/>
                <a:gd name="T21" fmla="*/ 6 h 787"/>
                <a:gd name="T22" fmla="*/ 0 w 1402"/>
                <a:gd name="T23" fmla="*/ 6 h 787"/>
                <a:gd name="T24" fmla="*/ 0 w 1402"/>
                <a:gd name="T25" fmla="*/ 6 h 787"/>
                <a:gd name="T26" fmla="*/ 0 w 1402"/>
                <a:gd name="T27" fmla="*/ 6 h 787"/>
                <a:gd name="T28" fmla="*/ 1 w 1402"/>
                <a:gd name="T29" fmla="*/ 6 h 787"/>
                <a:gd name="T30" fmla="*/ 1 w 1402"/>
                <a:gd name="T31" fmla="*/ 6 h 78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02"/>
                <a:gd name="T49" fmla="*/ 0 h 787"/>
                <a:gd name="T50" fmla="*/ 1402 w 1402"/>
                <a:gd name="T51" fmla="*/ 787 h 78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02" h="787">
                  <a:moveTo>
                    <a:pt x="69" y="781"/>
                  </a:moveTo>
                  <a:lnTo>
                    <a:pt x="66" y="781"/>
                  </a:lnTo>
                  <a:lnTo>
                    <a:pt x="1402" y="82"/>
                  </a:lnTo>
                  <a:lnTo>
                    <a:pt x="1360" y="0"/>
                  </a:lnTo>
                  <a:lnTo>
                    <a:pt x="24" y="699"/>
                  </a:lnTo>
                  <a:lnTo>
                    <a:pt x="22" y="699"/>
                  </a:lnTo>
                  <a:lnTo>
                    <a:pt x="24" y="699"/>
                  </a:lnTo>
                  <a:lnTo>
                    <a:pt x="8" y="712"/>
                  </a:lnTo>
                  <a:lnTo>
                    <a:pt x="1" y="727"/>
                  </a:lnTo>
                  <a:lnTo>
                    <a:pt x="0" y="744"/>
                  </a:lnTo>
                  <a:lnTo>
                    <a:pt x="5" y="761"/>
                  </a:lnTo>
                  <a:lnTo>
                    <a:pt x="15" y="775"/>
                  </a:lnTo>
                  <a:lnTo>
                    <a:pt x="30" y="784"/>
                  </a:lnTo>
                  <a:lnTo>
                    <a:pt x="46" y="787"/>
                  </a:lnTo>
                  <a:lnTo>
                    <a:pt x="66" y="781"/>
                  </a:lnTo>
                  <a:lnTo>
                    <a:pt x="69" y="7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6524" name="Freeform 42"/>
            <p:cNvSpPr>
              <a:spLocks/>
            </p:cNvSpPr>
            <p:nvPr/>
          </p:nvSpPr>
          <p:spPr bwMode="auto">
            <a:xfrm>
              <a:off x="868" y="1596"/>
              <a:ext cx="77" cy="126"/>
            </a:xfrm>
            <a:custGeom>
              <a:avLst/>
              <a:gdLst>
                <a:gd name="T0" fmla="*/ 1 w 382"/>
                <a:gd name="T1" fmla="*/ 5 h 628"/>
                <a:gd name="T2" fmla="*/ 1 w 382"/>
                <a:gd name="T3" fmla="*/ 5 h 628"/>
                <a:gd name="T4" fmla="*/ 1 w 382"/>
                <a:gd name="T5" fmla="*/ 4 h 628"/>
                <a:gd name="T6" fmla="*/ 1 w 382"/>
                <a:gd name="T7" fmla="*/ 4 h 628"/>
                <a:gd name="T8" fmla="*/ 1 w 382"/>
                <a:gd name="T9" fmla="*/ 4 h 628"/>
                <a:gd name="T10" fmla="*/ 1 w 382"/>
                <a:gd name="T11" fmla="*/ 3 h 628"/>
                <a:gd name="T12" fmla="*/ 1 w 382"/>
                <a:gd name="T13" fmla="*/ 3 h 628"/>
                <a:gd name="T14" fmla="*/ 1 w 382"/>
                <a:gd name="T15" fmla="*/ 3 h 628"/>
                <a:gd name="T16" fmla="*/ 1 w 382"/>
                <a:gd name="T17" fmla="*/ 3 h 628"/>
                <a:gd name="T18" fmla="*/ 1 w 382"/>
                <a:gd name="T19" fmla="*/ 2 h 628"/>
                <a:gd name="T20" fmla="*/ 2 w 382"/>
                <a:gd name="T21" fmla="*/ 2 h 628"/>
                <a:gd name="T22" fmla="*/ 2 w 382"/>
                <a:gd name="T23" fmla="*/ 2 h 628"/>
                <a:gd name="T24" fmla="*/ 2 w 382"/>
                <a:gd name="T25" fmla="*/ 2 h 628"/>
                <a:gd name="T26" fmla="*/ 2 w 382"/>
                <a:gd name="T27" fmla="*/ 1 h 628"/>
                <a:gd name="T28" fmla="*/ 2 w 382"/>
                <a:gd name="T29" fmla="*/ 1 h 628"/>
                <a:gd name="T30" fmla="*/ 3 w 382"/>
                <a:gd name="T31" fmla="*/ 1 h 628"/>
                <a:gd name="T32" fmla="*/ 3 w 382"/>
                <a:gd name="T33" fmla="*/ 1 h 628"/>
                <a:gd name="T34" fmla="*/ 3 w 382"/>
                <a:gd name="T35" fmla="*/ 1 h 628"/>
                <a:gd name="T36" fmla="*/ 3 w 382"/>
                <a:gd name="T37" fmla="*/ 0 h 628"/>
                <a:gd name="T38" fmla="*/ 2 w 382"/>
                <a:gd name="T39" fmla="*/ 0 h 628"/>
                <a:gd name="T40" fmla="*/ 2 w 382"/>
                <a:gd name="T41" fmla="*/ 0 h 628"/>
                <a:gd name="T42" fmla="*/ 2 w 382"/>
                <a:gd name="T43" fmla="*/ 1 h 628"/>
                <a:gd name="T44" fmla="*/ 2 w 382"/>
                <a:gd name="T45" fmla="*/ 1 h 628"/>
                <a:gd name="T46" fmla="*/ 1 w 382"/>
                <a:gd name="T47" fmla="*/ 1 h 628"/>
                <a:gd name="T48" fmla="*/ 1 w 382"/>
                <a:gd name="T49" fmla="*/ 1 h 628"/>
                <a:gd name="T50" fmla="*/ 1 w 382"/>
                <a:gd name="T51" fmla="*/ 2 h 628"/>
                <a:gd name="T52" fmla="*/ 1 w 382"/>
                <a:gd name="T53" fmla="*/ 2 h 628"/>
                <a:gd name="T54" fmla="*/ 1 w 382"/>
                <a:gd name="T55" fmla="*/ 2 h 628"/>
                <a:gd name="T56" fmla="*/ 0 w 382"/>
                <a:gd name="T57" fmla="*/ 3 h 628"/>
                <a:gd name="T58" fmla="*/ 0 w 382"/>
                <a:gd name="T59" fmla="*/ 3 h 628"/>
                <a:gd name="T60" fmla="*/ 0 w 382"/>
                <a:gd name="T61" fmla="*/ 3 h 628"/>
                <a:gd name="T62" fmla="*/ 0 w 382"/>
                <a:gd name="T63" fmla="*/ 4 h 628"/>
                <a:gd name="T64" fmla="*/ 0 w 382"/>
                <a:gd name="T65" fmla="*/ 4 h 628"/>
                <a:gd name="T66" fmla="*/ 0 w 382"/>
                <a:gd name="T67" fmla="*/ 4 h 628"/>
                <a:gd name="T68" fmla="*/ 0 w 382"/>
                <a:gd name="T69" fmla="*/ 5 h 628"/>
                <a:gd name="T70" fmla="*/ 0 w 382"/>
                <a:gd name="T71" fmla="*/ 5 h 628"/>
                <a:gd name="T72" fmla="*/ 0 w 382"/>
                <a:gd name="T73" fmla="*/ 5 h 628"/>
                <a:gd name="T74" fmla="*/ 0 w 382"/>
                <a:gd name="T75" fmla="*/ 5 h 628"/>
                <a:gd name="T76" fmla="*/ 0 w 382"/>
                <a:gd name="T77" fmla="*/ 5 h 628"/>
                <a:gd name="T78" fmla="*/ 0 w 382"/>
                <a:gd name="T79" fmla="*/ 5 h 628"/>
                <a:gd name="T80" fmla="*/ 0 w 382"/>
                <a:gd name="T81" fmla="*/ 5 h 628"/>
                <a:gd name="T82" fmla="*/ 1 w 382"/>
                <a:gd name="T83" fmla="*/ 5 h 628"/>
                <a:gd name="T84" fmla="*/ 1 w 382"/>
                <a:gd name="T85" fmla="*/ 5 h 628"/>
                <a:gd name="T86" fmla="*/ 1 w 382"/>
                <a:gd name="T87" fmla="*/ 5 h 628"/>
                <a:gd name="T88" fmla="*/ 1 w 382"/>
                <a:gd name="T89" fmla="*/ 5 h 628"/>
                <a:gd name="T90" fmla="*/ 1 w 382"/>
                <a:gd name="T91" fmla="*/ 5 h 628"/>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382"/>
                <a:gd name="T139" fmla="*/ 0 h 628"/>
                <a:gd name="T140" fmla="*/ 382 w 382"/>
                <a:gd name="T141" fmla="*/ 628 h 628"/>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382" h="628">
                  <a:moveTo>
                    <a:pt x="94" y="581"/>
                  </a:moveTo>
                  <a:lnTo>
                    <a:pt x="94" y="582"/>
                  </a:lnTo>
                  <a:lnTo>
                    <a:pt x="96" y="541"/>
                  </a:lnTo>
                  <a:lnTo>
                    <a:pt x="99" y="500"/>
                  </a:lnTo>
                  <a:lnTo>
                    <a:pt x="106" y="463"/>
                  </a:lnTo>
                  <a:lnTo>
                    <a:pt x="115" y="424"/>
                  </a:lnTo>
                  <a:lnTo>
                    <a:pt x="127" y="389"/>
                  </a:lnTo>
                  <a:lnTo>
                    <a:pt x="140" y="353"/>
                  </a:lnTo>
                  <a:lnTo>
                    <a:pt x="156" y="320"/>
                  </a:lnTo>
                  <a:lnTo>
                    <a:pt x="173" y="287"/>
                  </a:lnTo>
                  <a:lnTo>
                    <a:pt x="193" y="255"/>
                  </a:lnTo>
                  <a:lnTo>
                    <a:pt x="214" y="226"/>
                  </a:lnTo>
                  <a:lnTo>
                    <a:pt x="238" y="198"/>
                  </a:lnTo>
                  <a:lnTo>
                    <a:pt x="263" y="172"/>
                  </a:lnTo>
                  <a:lnTo>
                    <a:pt x="290" y="146"/>
                  </a:lnTo>
                  <a:lnTo>
                    <a:pt x="318" y="122"/>
                  </a:lnTo>
                  <a:lnTo>
                    <a:pt x="349" y="101"/>
                  </a:lnTo>
                  <a:lnTo>
                    <a:pt x="382" y="82"/>
                  </a:lnTo>
                  <a:lnTo>
                    <a:pt x="335" y="0"/>
                  </a:lnTo>
                  <a:lnTo>
                    <a:pt x="297" y="23"/>
                  </a:lnTo>
                  <a:lnTo>
                    <a:pt x="262" y="49"/>
                  </a:lnTo>
                  <a:lnTo>
                    <a:pt x="229" y="76"/>
                  </a:lnTo>
                  <a:lnTo>
                    <a:pt x="198" y="104"/>
                  </a:lnTo>
                  <a:lnTo>
                    <a:pt x="167" y="137"/>
                  </a:lnTo>
                  <a:lnTo>
                    <a:pt x="142" y="170"/>
                  </a:lnTo>
                  <a:lnTo>
                    <a:pt x="116" y="204"/>
                  </a:lnTo>
                  <a:lnTo>
                    <a:pt x="94" y="240"/>
                  </a:lnTo>
                  <a:lnTo>
                    <a:pt x="74" y="278"/>
                  </a:lnTo>
                  <a:lnTo>
                    <a:pt x="54" y="317"/>
                  </a:lnTo>
                  <a:lnTo>
                    <a:pt x="38" y="359"/>
                  </a:lnTo>
                  <a:lnTo>
                    <a:pt x="26" y="401"/>
                  </a:lnTo>
                  <a:lnTo>
                    <a:pt x="15" y="444"/>
                  </a:lnTo>
                  <a:lnTo>
                    <a:pt x="8" y="489"/>
                  </a:lnTo>
                  <a:lnTo>
                    <a:pt x="2" y="534"/>
                  </a:lnTo>
                  <a:lnTo>
                    <a:pt x="0" y="580"/>
                  </a:lnTo>
                  <a:lnTo>
                    <a:pt x="0" y="581"/>
                  </a:lnTo>
                  <a:lnTo>
                    <a:pt x="0" y="580"/>
                  </a:lnTo>
                  <a:lnTo>
                    <a:pt x="3" y="600"/>
                  </a:lnTo>
                  <a:lnTo>
                    <a:pt x="14" y="615"/>
                  </a:lnTo>
                  <a:lnTo>
                    <a:pt x="29" y="625"/>
                  </a:lnTo>
                  <a:lnTo>
                    <a:pt x="45" y="628"/>
                  </a:lnTo>
                  <a:lnTo>
                    <a:pt x="63" y="626"/>
                  </a:lnTo>
                  <a:lnTo>
                    <a:pt x="78" y="616"/>
                  </a:lnTo>
                  <a:lnTo>
                    <a:pt x="89" y="602"/>
                  </a:lnTo>
                  <a:lnTo>
                    <a:pt x="94" y="582"/>
                  </a:lnTo>
                  <a:lnTo>
                    <a:pt x="94" y="5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6525" name="Freeform 43"/>
            <p:cNvSpPr>
              <a:spLocks/>
            </p:cNvSpPr>
            <p:nvPr/>
          </p:nvSpPr>
          <p:spPr bwMode="auto">
            <a:xfrm>
              <a:off x="868" y="1712"/>
              <a:ext cx="19" cy="364"/>
            </a:xfrm>
            <a:custGeom>
              <a:avLst/>
              <a:gdLst>
                <a:gd name="T0" fmla="*/ 1 w 94"/>
                <a:gd name="T1" fmla="*/ 14 h 1818"/>
                <a:gd name="T2" fmla="*/ 1 w 94"/>
                <a:gd name="T3" fmla="*/ 14 h 1818"/>
                <a:gd name="T4" fmla="*/ 1 w 94"/>
                <a:gd name="T5" fmla="*/ 0 h 1818"/>
                <a:gd name="T6" fmla="*/ 0 w 94"/>
                <a:gd name="T7" fmla="*/ 0 h 1818"/>
                <a:gd name="T8" fmla="*/ 0 w 94"/>
                <a:gd name="T9" fmla="*/ 14 h 1818"/>
                <a:gd name="T10" fmla="*/ 0 w 94"/>
                <a:gd name="T11" fmla="*/ 14 h 1818"/>
                <a:gd name="T12" fmla="*/ 0 w 94"/>
                <a:gd name="T13" fmla="*/ 14 h 1818"/>
                <a:gd name="T14" fmla="*/ 0 w 94"/>
                <a:gd name="T15" fmla="*/ 14 h 1818"/>
                <a:gd name="T16" fmla="*/ 0 w 94"/>
                <a:gd name="T17" fmla="*/ 14 h 1818"/>
                <a:gd name="T18" fmla="*/ 0 w 94"/>
                <a:gd name="T19" fmla="*/ 15 h 1818"/>
                <a:gd name="T20" fmla="*/ 0 w 94"/>
                <a:gd name="T21" fmla="*/ 15 h 1818"/>
                <a:gd name="T22" fmla="*/ 1 w 94"/>
                <a:gd name="T23" fmla="*/ 15 h 1818"/>
                <a:gd name="T24" fmla="*/ 1 w 94"/>
                <a:gd name="T25" fmla="*/ 14 h 1818"/>
                <a:gd name="T26" fmla="*/ 1 w 94"/>
                <a:gd name="T27" fmla="*/ 14 h 1818"/>
                <a:gd name="T28" fmla="*/ 1 w 94"/>
                <a:gd name="T29" fmla="*/ 14 h 1818"/>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94"/>
                <a:gd name="T46" fmla="*/ 0 h 1818"/>
                <a:gd name="T47" fmla="*/ 94 w 94"/>
                <a:gd name="T48" fmla="*/ 1818 h 1818"/>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94" h="1818">
                  <a:moveTo>
                    <a:pt x="94" y="1771"/>
                  </a:moveTo>
                  <a:lnTo>
                    <a:pt x="94" y="1771"/>
                  </a:lnTo>
                  <a:lnTo>
                    <a:pt x="94" y="0"/>
                  </a:lnTo>
                  <a:lnTo>
                    <a:pt x="0" y="0"/>
                  </a:lnTo>
                  <a:lnTo>
                    <a:pt x="0" y="1771"/>
                  </a:lnTo>
                  <a:lnTo>
                    <a:pt x="3" y="1791"/>
                  </a:lnTo>
                  <a:lnTo>
                    <a:pt x="15" y="1806"/>
                  </a:lnTo>
                  <a:lnTo>
                    <a:pt x="29" y="1814"/>
                  </a:lnTo>
                  <a:lnTo>
                    <a:pt x="47" y="1818"/>
                  </a:lnTo>
                  <a:lnTo>
                    <a:pt x="64" y="1814"/>
                  </a:lnTo>
                  <a:lnTo>
                    <a:pt x="79" y="1806"/>
                  </a:lnTo>
                  <a:lnTo>
                    <a:pt x="90" y="1791"/>
                  </a:lnTo>
                  <a:lnTo>
                    <a:pt x="94" y="17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6526" name="Freeform 44"/>
            <p:cNvSpPr>
              <a:spLocks/>
            </p:cNvSpPr>
            <p:nvPr/>
          </p:nvSpPr>
          <p:spPr bwMode="auto">
            <a:xfrm>
              <a:off x="868" y="2067"/>
              <a:ext cx="90" cy="160"/>
            </a:xfrm>
            <a:custGeom>
              <a:avLst/>
              <a:gdLst>
                <a:gd name="T0" fmla="*/ 3 w 449"/>
                <a:gd name="T1" fmla="*/ 6 h 803"/>
                <a:gd name="T2" fmla="*/ 3 w 449"/>
                <a:gd name="T3" fmla="*/ 6 h 803"/>
                <a:gd name="T4" fmla="*/ 3 w 449"/>
                <a:gd name="T5" fmla="*/ 5 h 803"/>
                <a:gd name="T6" fmla="*/ 3 w 449"/>
                <a:gd name="T7" fmla="*/ 5 h 803"/>
                <a:gd name="T8" fmla="*/ 3 w 449"/>
                <a:gd name="T9" fmla="*/ 5 h 803"/>
                <a:gd name="T10" fmla="*/ 2 w 449"/>
                <a:gd name="T11" fmla="*/ 5 h 803"/>
                <a:gd name="T12" fmla="*/ 2 w 449"/>
                <a:gd name="T13" fmla="*/ 4 h 803"/>
                <a:gd name="T14" fmla="*/ 2 w 449"/>
                <a:gd name="T15" fmla="*/ 4 h 803"/>
                <a:gd name="T16" fmla="*/ 2 w 449"/>
                <a:gd name="T17" fmla="*/ 4 h 803"/>
                <a:gd name="T18" fmla="*/ 2 w 449"/>
                <a:gd name="T19" fmla="*/ 3 h 803"/>
                <a:gd name="T20" fmla="*/ 1 w 449"/>
                <a:gd name="T21" fmla="*/ 3 h 803"/>
                <a:gd name="T22" fmla="*/ 1 w 449"/>
                <a:gd name="T23" fmla="*/ 2 h 803"/>
                <a:gd name="T24" fmla="*/ 1 w 449"/>
                <a:gd name="T25" fmla="*/ 2 h 803"/>
                <a:gd name="T26" fmla="*/ 1 w 449"/>
                <a:gd name="T27" fmla="*/ 2 h 803"/>
                <a:gd name="T28" fmla="*/ 1 w 449"/>
                <a:gd name="T29" fmla="*/ 1 h 803"/>
                <a:gd name="T30" fmla="*/ 1 w 449"/>
                <a:gd name="T31" fmla="*/ 1 h 803"/>
                <a:gd name="T32" fmla="*/ 1 w 449"/>
                <a:gd name="T33" fmla="*/ 0 h 803"/>
                <a:gd name="T34" fmla="*/ 1 w 449"/>
                <a:gd name="T35" fmla="*/ 0 h 803"/>
                <a:gd name="T36" fmla="*/ 0 w 449"/>
                <a:gd name="T37" fmla="*/ 0 h 803"/>
                <a:gd name="T38" fmla="*/ 0 w 449"/>
                <a:gd name="T39" fmla="*/ 0 h 803"/>
                <a:gd name="T40" fmla="*/ 0 w 449"/>
                <a:gd name="T41" fmla="*/ 1 h 803"/>
                <a:gd name="T42" fmla="*/ 0 w 449"/>
                <a:gd name="T43" fmla="*/ 1 h 803"/>
                <a:gd name="T44" fmla="*/ 0 w 449"/>
                <a:gd name="T45" fmla="*/ 2 h 803"/>
                <a:gd name="T46" fmla="*/ 0 w 449"/>
                <a:gd name="T47" fmla="*/ 2 h 803"/>
                <a:gd name="T48" fmla="*/ 0 w 449"/>
                <a:gd name="T49" fmla="*/ 3 h 803"/>
                <a:gd name="T50" fmla="*/ 1 w 449"/>
                <a:gd name="T51" fmla="*/ 3 h 803"/>
                <a:gd name="T52" fmla="*/ 1 w 449"/>
                <a:gd name="T53" fmla="*/ 4 h 803"/>
                <a:gd name="T54" fmla="*/ 1 w 449"/>
                <a:gd name="T55" fmla="*/ 4 h 803"/>
                <a:gd name="T56" fmla="*/ 1 w 449"/>
                <a:gd name="T57" fmla="*/ 4 h 803"/>
                <a:gd name="T58" fmla="*/ 2 w 449"/>
                <a:gd name="T59" fmla="*/ 5 h 803"/>
                <a:gd name="T60" fmla="*/ 2 w 449"/>
                <a:gd name="T61" fmla="*/ 5 h 803"/>
                <a:gd name="T62" fmla="*/ 2 w 449"/>
                <a:gd name="T63" fmla="*/ 5 h 803"/>
                <a:gd name="T64" fmla="*/ 2 w 449"/>
                <a:gd name="T65" fmla="*/ 6 h 803"/>
                <a:gd name="T66" fmla="*/ 3 w 449"/>
                <a:gd name="T67" fmla="*/ 6 h 803"/>
                <a:gd name="T68" fmla="*/ 3 w 449"/>
                <a:gd name="T69" fmla="*/ 6 h 803"/>
                <a:gd name="T70" fmla="*/ 3 w 449"/>
                <a:gd name="T71" fmla="*/ 6 h 803"/>
                <a:gd name="T72" fmla="*/ 3 w 449"/>
                <a:gd name="T73" fmla="*/ 6 h 803"/>
                <a:gd name="T74" fmla="*/ 3 w 449"/>
                <a:gd name="T75" fmla="*/ 6 h 803"/>
                <a:gd name="T76" fmla="*/ 3 w 449"/>
                <a:gd name="T77" fmla="*/ 6 h 803"/>
                <a:gd name="T78" fmla="*/ 3 w 449"/>
                <a:gd name="T79" fmla="*/ 6 h 803"/>
                <a:gd name="T80" fmla="*/ 4 w 449"/>
                <a:gd name="T81" fmla="*/ 6 h 803"/>
                <a:gd name="T82" fmla="*/ 4 w 449"/>
                <a:gd name="T83" fmla="*/ 6 h 803"/>
                <a:gd name="T84" fmla="*/ 4 w 449"/>
                <a:gd name="T85" fmla="*/ 6 h 803"/>
                <a:gd name="T86" fmla="*/ 4 w 449"/>
                <a:gd name="T87" fmla="*/ 6 h 803"/>
                <a:gd name="T88" fmla="*/ 3 w 449"/>
                <a:gd name="T89" fmla="*/ 6 h 803"/>
                <a:gd name="T90" fmla="*/ 3 w 449"/>
                <a:gd name="T91" fmla="*/ 6 h 80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449"/>
                <a:gd name="T139" fmla="*/ 0 h 803"/>
                <a:gd name="T140" fmla="*/ 449 w 449"/>
                <a:gd name="T141" fmla="*/ 803 h 80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449" h="803">
                  <a:moveTo>
                    <a:pt x="426" y="717"/>
                  </a:moveTo>
                  <a:lnTo>
                    <a:pt x="427" y="717"/>
                  </a:lnTo>
                  <a:lnTo>
                    <a:pt x="395" y="693"/>
                  </a:lnTo>
                  <a:lnTo>
                    <a:pt x="361" y="662"/>
                  </a:lnTo>
                  <a:lnTo>
                    <a:pt x="329" y="628"/>
                  </a:lnTo>
                  <a:lnTo>
                    <a:pt x="299" y="591"/>
                  </a:lnTo>
                  <a:lnTo>
                    <a:pt x="269" y="551"/>
                  </a:lnTo>
                  <a:lnTo>
                    <a:pt x="241" y="507"/>
                  </a:lnTo>
                  <a:lnTo>
                    <a:pt x="215" y="460"/>
                  </a:lnTo>
                  <a:lnTo>
                    <a:pt x="191" y="412"/>
                  </a:lnTo>
                  <a:lnTo>
                    <a:pt x="170" y="363"/>
                  </a:lnTo>
                  <a:lnTo>
                    <a:pt x="151" y="312"/>
                  </a:lnTo>
                  <a:lnTo>
                    <a:pt x="133" y="259"/>
                  </a:lnTo>
                  <a:lnTo>
                    <a:pt x="119" y="207"/>
                  </a:lnTo>
                  <a:lnTo>
                    <a:pt x="108" y="156"/>
                  </a:lnTo>
                  <a:lnTo>
                    <a:pt x="101" y="103"/>
                  </a:lnTo>
                  <a:lnTo>
                    <a:pt x="96" y="51"/>
                  </a:lnTo>
                  <a:lnTo>
                    <a:pt x="94" y="0"/>
                  </a:lnTo>
                  <a:lnTo>
                    <a:pt x="0" y="0"/>
                  </a:lnTo>
                  <a:lnTo>
                    <a:pt x="2" y="56"/>
                  </a:lnTo>
                  <a:lnTo>
                    <a:pt x="7" y="115"/>
                  </a:lnTo>
                  <a:lnTo>
                    <a:pt x="16" y="172"/>
                  </a:lnTo>
                  <a:lnTo>
                    <a:pt x="28" y="231"/>
                  </a:lnTo>
                  <a:lnTo>
                    <a:pt x="44" y="287"/>
                  </a:lnTo>
                  <a:lnTo>
                    <a:pt x="62" y="342"/>
                  </a:lnTo>
                  <a:lnTo>
                    <a:pt x="83" y="398"/>
                  </a:lnTo>
                  <a:lnTo>
                    <a:pt x="106" y="452"/>
                  </a:lnTo>
                  <a:lnTo>
                    <a:pt x="133" y="505"/>
                  </a:lnTo>
                  <a:lnTo>
                    <a:pt x="161" y="554"/>
                  </a:lnTo>
                  <a:lnTo>
                    <a:pt x="192" y="602"/>
                  </a:lnTo>
                  <a:lnTo>
                    <a:pt x="224" y="647"/>
                  </a:lnTo>
                  <a:lnTo>
                    <a:pt x="259" y="689"/>
                  </a:lnTo>
                  <a:lnTo>
                    <a:pt x="295" y="728"/>
                  </a:lnTo>
                  <a:lnTo>
                    <a:pt x="334" y="763"/>
                  </a:lnTo>
                  <a:lnTo>
                    <a:pt x="374" y="795"/>
                  </a:lnTo>
                  <a:lnTo>
                    <a:pt x="375" y="795"/>
                  </a:lnTo>
                  <a:lnTo>
                    <a:pt x="374" y="795"/>
                  </a:lnTo>
                  <a:lnTo>
                    <a:pt x="392" y="803"/>
                  </a:lnTo>
                  <a:lnTo>
                    <a:pt x="411" y="803"/>
                  </a:lnTo>
                  <a:lnTo>
                    <a:pt x="426" y="795"/>
                  </a:lnTo>
                  <a:lnTo>
                    <a:pt x="439" y="782"/>
                  </a:lnTo>
                  <a:lnTo>
                    <a:pt x="446" y="766"/>
                  </a:lnTo>
                  <a:lnTo>
                    <a:pt x="449" y="749"/>
                  </a:lnTo>
                  <a:lnTo>
                    <a:pt x="441" y="732"/>
                  </a:lnTo>
                  <a:lnTo>
                    <a:pt x="427" y="717"/>
                  </a:lnTo>
                  <a:lnTo>
                    <a:pt x="426" y="71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6527" name="Freeform 45"/>
            <p:cNvSpPr>
              <a:spLocks/>
            </p:cNvSpPr>
            <p:nvPr/>
          </p:nvSpPr>
          <p:spPr bwMode="auto">
            <a:xfrm>
              <a:off x="883" y="1673"/>
              <a:ext cx="379" cy="690"/>
            </a:xfrm>
            <a:custGeom>
              <a:avLst/>
              <a:gdLst>
                <a:gd name="T0" fmla="*/ 12 w 1897"/>
                <a:gd name="T1" fmla="*/ 6 h 3450"/>
                <a:gd name="T2" fmla="*/ 13 w 1897"/>
                <a:gd name="T3" fmla="*/ 7 h 3450"/>
                <a:gd name="T4" fmla="*/ 13 w 1897"/>
                <a:gd name="T5" fmla="*/ 7 h 3450"/>
                <a:gd name="T6" fmla="*/ 14 w 1897"/>
                <a:gd name="T7" fmla="*/ 8 h 3450"/>
                <a:gd name="T8" fmla="*/ 14 w 1897"/>
                <a:gd name="T9" fmla="*/ 9 h 3450"/>
                <a:gd name="T10" fmla="*/ 15 w 1897"/>
                <a:gd name="T11" fmla="*/ 10 h 3450"/>
                <a:gd name="T12" fmla="*/ 15 w 1897"/>
                <a:gd name="T13" fmla="*/ 11 h 3450"/>
                <a:gd name="T14" fmla="*/ 15 w 1897"/>
                <a:gd name="T15" fmla="*/ 11 h 3450"/>
                <a:gd name="T16" fmla="*/ 15 w 1897"/>
                <a:gd name="T17" fmla="*/ 12 h 3450"/>
                <a:gd name="T18" fmla="*/ 15 w 1897"/>
                <a:gd name="T19" fmla="*/ 26 h 3450"/>
                <a:gd name="T20" fmla="*/ 15 w 1897"/>
                <a:gd name="T21" fmla="*/ 26 h 3450"/>
                <a:gd name="T22" fmla="*/ 15 w 1897"/>
                <a:gd name="T23" fmla="*/ 27 h 3450"/>
                <a:gd name="T24" fmla="*/ 15 w 1897"/>
                <a:gd name="T25" fmla="*/ 27 h 3450"/>
                <a:gd name="T26" fmla="*/ 14 w 1897"/>
                <a:gd name="T27" fmla="*/ 27 h 3450"/>
                <a:gd name="T28" fmla="*/ 14 w 1897"/>
                <a:gd name="T29" fmla="*/ 28 h 3450"/>
                <a:gd name="T30" fmla="*/ 13 w 1897"/>
                <a:gd name="T31" fmla="*/ 28 h 3450"/>
                <a:gd name="T32" fmla="*/ 13 w 1897"/>
                <a:gd name="T33" fmla="*/ 27 h 3450"/>
                <a:gd name="T34" fmla="*/ 3 w 1897"/>
                <a:gd name="T35" fmla="*/ 21 h 3450"/>
                <a:gd name="T36" fmla="*/ 2 w 1897"/>
                <a:gd name="T37" fmla="*/ 21 h 3450"/>
                <a:gd name="T38" fmla="*/ 2 w 1897"/>
                <a:gd name="T39" fmla="*/ 20 h 3450"/>
                <a:gd name="T40" fmla="*/ 1 w 1897"/>
                <a:gd name="T41" fmla="*/ 19 h 3450"/>
                <a:gd name="T42" fmla="*/ 1 w 1897"/>
                <a:gd name="T43" fmla="*/ 19 h 3450"/>
                <a:gd name="T44" fmla="*/ 0 w 1897"/>
                <a:gd name="T45" fmla="*/ 18 h 3450"/>
                <a:gd name="T46" fmla="*/ 0 w 1897"/>
                <a:gd name="T47" fmla="*/ 17 h 3450"/>
                <a:gd name="T48" fmla="*/ 0 w 1897"/>
                <a:gd name="T49" fmla="*/ 16 h 3450"/>
                <a:gd name="T50" fmla="*/ 0 w 1897"/>
                <a:gd name="T51" fmla="*/ 15 h 3450"/>
                <a:gd name="T52" fmla="*/ 0 w 1897"/>
                <a:gd name="T53" fmla="*/ 2 h 3450"/>
                <a:gd name="T54" fmla="*/ 0 w 1897"/>
                <a:gd name="T55" fmla="*/ 1 h 3450"/>
                <a:gd name="T56" fmla="*/ 0 w 1897"/>
                <a:gd name="T57" fmla="*/ 1 h 3450"/>
                <a:gd name="T58" fmla="*/ 1 w 1897"/>
                <a:gd name="T59" fmla="*/ 0 h 3450"/>
                <a:gd name="T60" fmla="*/ 1 w 1897"/>
                <a:gd name="T61" fmla="*/ 0 h 3450"/>
                <a:gd name="T62" fmla="*/ 1 w 1897"/>
                <a:gd name="T63" fmla="*/ 0 h 3450"/>
                <a:gd name="T64" fmla="*/ 2 w 1897"/>
                <a:gd name="T65" fmla="*/ 0 h 3450"/>
                <a:gd name="T66" fmla="*/ 3 w 1897"/>
                <a:gd name="T67" fmla="*/ 0 h 3450"/>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897"/>
                <a:gd name="T103" fmla="*/ 0 h 3450"/>
                <a:gd name="T104" fmla="*/ 1897 w 1897"/>
                <a:gd name="T105" fmla="*/ 3450 h 3450"/>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897" h="3450">
                  <a:moveTo>
                    <a:pt x="357" y="49"/>
                  </a:moveTo>
                  <a:lnTo>
                    <a:pt x="1542" y="806"/>
                  </a:lnTo>
                  <a:lnTo>
                    <a:pt x="1579" y="832"/>
                  </a:lnTo>
                  <a:lnTo>
                    <a:pt x="1614" y="861"/>
                  </a:lnTo>
                  <a:lnTo>
                    <a:pt x="1648" y="895"/>
                  </a:lnTo>
                  <a:lnTo>
                    <a:pt x="1681" y="933"/>
                  </a:lnTo>
                  <a:lnTo>
                    <a:pt x="1711" y="973"/>
                  </a:lnTo>
                  <a:lnTo>
                    <a:pt x="1740" y="1016"/>
                  </a:lnTo>
                  <a:lnTo>
                    <a:pt x="1768" y="1062"/>
                  </a:lnTo>
                  <a:lnTo>
                    <a:pt x="1793" y="1109"/>
                  </a:lnTo>
                  <a:lnTo>
                    <a:pt x="1816" y="1158"/>
                  </a:lnTo>
                  <a:lnTo>
                    <a:pt x="1836" y="1208"/>
                  </a:lnTo>
                  <a:lnTo>
                    <a:pt x="1854" y="1260"/>
                  </a:lnTo>
                  <a:lnTo>
                    <a:pt x="1869" y="1313"/>
                  </a:lnTo>
                  <a:lnTo>
                    <a:pt x="1881" y="1364"/>
                  </a:lnTo>
                  <a:lnTo>
                    <a:pt x="1890" y="1417"/>
                  </a:lnTo>
                  <a:lnTo>
                    <a:pt x="1895" y="1469"/>
                  </a:lnTo>
                  <a:lnTo>
                    <a:pt x="1897" y="1519"/>
                  </a:lnTo>
                  <a:lnTo>
                    <a:pt x="1897" y="3142"/>
                  </a:lnTo>
                  <a:lnTo>
                    <a:pt x="1895" y="3190"/>
                  </a:lnTo>
                  <a:lnTo>
                    <a:pt x="1890" y="3235"/>
                  </a:lnTo>
                  <a:lnTo>
                    <a:pt x="1881" y="3276"/>
                  </a:lnTo>
                  <a:lnTo>
                    <a:pt x="1869" y="3313"/>
                  </a:lnTo>
                  <a:lnTo>
                    <a:pt x="1854" y="3346"/>
                  </a:lnTo>
                  <a:lnTo>
                    <a:pt x="1836" y="3375"/>
                  </a:lnTo>
                  <a:lnTo>
                    <a:pt x="1816" y="3398"/>
                  </a:lnTo>
                  <a:lnTo>
                    <a:pt x="1793" y="3418"/>
                  </a:lnTo>
                  <a:lnTo>
                    <a:pt x="1768" y="3434"/>
                  </a:lnTo>
                  <a:lnTo>
                    <a:pt x="1740" y="3444"/>
                  </a:lnTo>
                  <a:lnTo>
                    <a:pt x="1711" y="3450"/>
                  </a:lnTo>
                  <a:lnTo>
                    <a:pt x="1681" y="3450"/>
                  </a:lnTo>
                  <a:lnTo>
                    <a:pt x="1648" y="3445"/>
                  </a:lnTo>
                  <a:lnTo>
                    <a:pt x="1614" y="3436"/>
                  </a:lnTo>
                  <a:lnTo>
                    <a:pt x="1579" y="3421"/>
                  </a:lnTo>
                  <a:lnTo>
                    <a:pt x="1542" y="3400"/>
                  </a:lnTo>
                  <a:lnTo>
                    <a:pt x="357" y="2643"/>
                  </a:lnTo>
                  <a:lnTo>
                    <a:pt x="320" y="2618"/>
                  </a:lnTo>
                  <a:lnTo>
                    <a:pt x="285" y="2588"/>
                  </a:lnTo>
                  <a:lnTo>
                    <a:pt x="251" y="2554"/>
                  </a:lnTo>
                  <a:lnTo>
                    <a:pt x="218" y="2517"/>
                  </a:lnTo>
                  <a:lnTo>
                    <a:pt x="187" y="2477"/>
                  </a:lnTo>
                  <a:lnTo>
                    <a:pt x="157" y="2433"/>
                  </a:lnTo>
                  <a:lnTo>
                    <a:pt x="130" y="2388"/>
                  </a:lnTo>
                  <a:lnTo>
                    <a:pt x="105" y="2341"/>
                  </a:lnTo>
                  <a:lnTo>
                    <a:pt x="81" y="2292"/>
                  </a:lnTo>
                  <a:lnTo>
                    <a:pt x="61" y="2241"/>
                  </a:lnTo>
                  <a:lnTo>
                    <a:pt x="44" y="2190"/>
                  </a:lnTo>
                  <a:lnTo>
                    <a:pt x="29" y="2138"/>
                  </a:lnTo>
                  <a:lnTo>
                    <a:pt x="17" y="2085"/>
                  </a:lnTo>
                  <a:lnTo>
                    <a:pt x="7" y="2033"/>
                  </a:lnTo>
                  <a:lnTo>
                    <a:pt x="3" y="1981"/>
                  </a:lnTo>
                  <a:lnTo>
                    <a:pt x="0" y="1931"/>
                  </a:lnTo>
                  <a:lnTo>
                    <a:pt x="0" y="308"/>
                  </a:lnTo>
                  <a:lnTo>
                    <a:pt x="3" y="260"/>
                  </a:lnTo>
                  <a:lnTo>
                    <a:pt x="7" y="215"/>
                  </a:lnTo>
                  <a:lnTo>
                    <a:pt x="17" y="174"/>
                  </a:lnTo>
                  <a:lnTo>
                    <a:pt x="29" y="137"/>
                  </a:lnTo>
                  <a:lnTo>
                    <a:pt x="44" y="104"/>
                  </a:lnTo>
                  <a:lnTo>
                    <a:pt x="61" y="76"/>
                  </a:lnTo>
                  <a:lnTo>
                    <a:pt x="81" y="51"/>
                  </a:lnTo>
                  <a:lnTo>
                    <a:pt x="105" y="31"/>
                  </a:lnTo>
                  <a:lnTo>
                    <a:pt x="130" y="16"/>
                  </a:lnTo>
                  <a:lnTo>
                    <a:pt x="157" y="5"/>
                  </a:lnTo>
                  <a:lnTo>
                    <a:pt x="187" y="0"/>
                  </a:lnTo>
                  <a:lnTo>
                    <a:pt x="218" y="0"/>
                  </a:lnTo>
                  <a:lnTo>
                    <a:pt x="251" y="3"/>
                  </a:lnTo>
                  <a:lnTo>
                    <a:pt x="285" y="14"/>
                  </a:lnTo>
                  <a:lnTo>
                    <a:pt x="320" y="29"/>
                  </a:lnTo>
                  <a:lnTo>
                    <a:pt x="357" y="49"/>
                  </a:lnTo>
                  <a:close/>
                </a:path>
              </a:pathLst>
            </a:custGeom>
            <a:solidFill>
              <a:srgbClr val="BFBFB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6528" name="Freeform 46"/>
            <p:cNvSpPr>
              <a:spLocks/>
            </p:cNvSpPr>
            <p:nvPr/>
          </p:nvSpPr>
          <p:spPr bwMode="auto">
            <a:xfrm>
              <a:off x="1268" y="1663"/>
              <a:ext cx="393" cy="711"/>
            </a:xfrm>
            <a:custGeom>
              <a:avLst/>
              <a:gdLst>
                <a:gd name="T0" fmla="*/ 3 w 1962"/>
                <a:gd name="T1" fmla="*/ 7 h 3555"/>
                <a:gd name="T2" fmla="*/ 2 w 1962"/>
                <a:gd name="T3" fmla="*/ 7 h 3555"/>
                <a:gd name="T4" fmla="*/ 2 w 1962"/>
                <a:gd name="T5" fmla="*/ 8 h 3555"/>
                <a:gd name="T6" fmla="*/ 1 w 1962"/>
                <a:gd name="T7" fmla="*/ 8 h 3555"/>
                <a:gd name="T8" fmla="*/ 1 w 1962"/>
                <a:gd name="T9" fmla="*/ 9 h 3555"/>
                <a:gd name="T10" fmla="*/ 1 w 1962"/>
                <a:gd name="T11" fmla="*/ 10 h 3555"/>
                <a:gd name="T12" fmla="*/ 0 w 1962"/>
                <a:gd name="T13" fmla="*/ 11 h 3555"/>
                <a:gd name="T14" fmla="*/ 0 w 1962"/>
                <a:gd name="T15" fmla="*/ 12 h 3555"/>
                <a:gd name="T16" fmla="*/ 0 w 1962"/>
                <a:gd name="T17" fmla="*/ 13 h 3555"/>
                <a:gd name="T18" fmla="*/ 0 w 1962"/>
                <a:gd name="T19" fmla="*/ 26 h 3555"/>
                <a:gd name="T20" fmla="*/ 0 w 1962"/>
                <a:gd name="T21" fmla="*/ 27 h 3555"/>
                <a:gd name="T22" fmla="*/ 0 w 1962"/>
                <a:gd name="T23" fmla="*/ 28 h 3555"/>
                <a:gd name="T24" fmla="*/ 1 w 1962"/>
                <a:gd name="T25" fmla="*/ 28 h 3555"/>
                <a:gd name="T26" fmla="*/ 1 w 1962"/>
                <a:gd name="T27" fmla="*/ 28 h 3555"/>
                <a:gd name="T28" fmla="*/ 2 w 1962"/>
                <a:gd name="T29" fmla="*/ 28 h 3555"/>
                <a:gd name="T30" fmla="*/ 2 w 1962"/>
                <a:gd name="T31" fmla="*/ 28 h 3555"/>
                <a:gd name="T32" fmla="*/ 3 w 1962"/>
                <a:gd name="T33" fmla="*/ 28 h 3555"/>
                <a:gd name="T34" fmla="*/ 13 w 1962"/>
                <a:gd name="T35" fmla="*/ 22 h 3555"/>
                <a:gd name="T36" fmla="*/ 13 w 1962"/>
                <a:gd name="T37" fmla="*/ 21 h 3555"/>
                <a:gd name="T38" fmla="*/ 14 w 1962"/>
                <a:gd name="T39" fmla="*/ 21 h 3555"/>
                <a:gd name="T40" fmla="*/ 14 w 1962"/>
                <a:gd name="T41" fmla="*/ 20 h 3555"/>
                <a:gd name="T42" fmla="*/ 15 w 1962"/>
                <a:gd name="T43" fmla="*/ 19 h 3555"/>
                <a:gd name="T44" fmla="*/ 15 w 1962"/>
                <a:gd name="T45" fmla="*/ 18 h 3555"/>
                <a:gd name="T46" fmla="*/ 16 w 1962"/>
                <a:gd name="T47" fmla="*/ 18 h 3555"/>
                <a:gd name="T48" fmla="*/ 16 w 1962"/>
                <a:gd name="T49" fmla="*/ 17 h 3555"/>
                <a:gd name="T50" fmla="*/ 16 w 1962"/>
                <a:gd name="T51" fmla="*/ 16 h 3555"/>
                <a:gd name="T52" fmla="*/ 16 w 1962"/>
                <a:gd name="T53" fmla="*/ 2 h 3555"/>
                <a:gd name="T54" fmla="*/ 16 w 1962"/>
                <a:gd name="T55" fmla="*/ 1 h 3555"/>
                <a:gd name="T56" fmla="*/ 15 w 1962"/>
                <a:gd name="T57" fmla="*/ 1 h 3555"/>
                <a:gd name="T58" fmla="*/ 15 w 1962"/>
                <a:gd name="T59" fmla="*/ 0 h 3555"/>
                <a:gd name="T60" fmla="*/ 15 w 1962"/>
                <a:gd name="T61" fmla="*/ 0 h 3555"/>
                <a:gd name="T62" fmla="*/ 14 w 1962"/>
                <a:gd name="T63" fmla="*/ 0 h 3555"/>
                <a:gd name="T64" fmla="*/ 14 w 1962"/>
                <a:gd name="T65" fmla="*/ 0 h 3555"/>
                <a:gd name="T66" fmla="*/ 13 w 1962"/>
                <a:gd name="T67" fmla="*/ 0 h 3555"/>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962"/>
                <a:gd name="T103" fmla="*/ 0 h 3555"/>
                <a:gd name="T104" fmla="*/ 1962 w 1962"/>
                <a:gd name="T105" fmla="*/ 3555 h 3555"/>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962" h="3555">
                  <a:moveTo>
                    <a:pt x="1594" y="50"/>
                  </a:moveTo>
                  <a:lnTo>
                    <a:pt x="368" y="831"/>
                  </a:lnTo>
                  <a:lnTo>
                    <a:pt x="330" y="858"/>
                  </a:lnTo>
                  <a:lnTo>
                    <a:pt x="294" y="888"/>
                  </a:lnTo>
                  <a:lnTo>
                    <a:pt x="259" y="922"/>
                  </a:lnTo>
                  <a:lnTo>
                    <a:pt x="225" y="961"/>
                  </a:lnTo>
                  <a:lnTo>
                    <a:pt x="193" y="1003"/>
                  </a:lnTo>
                  <a:lnTo>
                    <a:pt x="163" y="1047"/>
                  </a:lnTo>
                  <a:lnTo>
                    <a:pt x="133" y="1094"/>
                  </a:lnTo>
                  <a:lnTo>
                    <a:pt x="108" y="1143"/>
                  </a:lnTo>
                  <a:lnTo>
                    <a:pt x="84" y="1193"/>
                  </a:lnTo>
                  <a:lnTo>
                    <a:pt x="63" y="1246"/>
                  </a:lnTo>
                  <a:lnTo>
                    <a:pt x="44" y="1299"/>
                  </a:lnTo>
                  <a:lnTo>
                    <a:pt x="29" y="1353"/>
                  </a:lnTo>
                  <a:lnTo>
                    <a:pt x="16" y="1405"/>
                  </a:lnTo>
                  <a:lnTo>
                    <a:pt x="7" y="1459"/>
                  </a:lnTo>
                  <a:lnTo>
                    <a:pt x="2" y="1512"/>
                  </a:lnTo>
                  <a:lnTo>
                    <a:pt x="0" y="1565"/>
                  </a:lnTo>
                  <a:lnTo>
                    <a:pt x="0" y="3237"/>
                  </a:lnTo>
                  <a:lnTo>
                    <a:pt x="2" y="3287"/>
                  </a:lnTo>
                  <a:lnTo>
                    <a:pt x="7" y="3333"/>
                  </a:lnTo>
                  <a:lnTo>
                    <a:pt x="16" y="3375"/>
                  </a:lnTo>
                  <a:lnTo>
                    <a:pt x="29" y="3413"/>
                  </a:lnTo>
                  <a:lnTo>
                    <a:pt x="44" y="3447"/>
                  </a:lnTo>
                  <a:lnTo>
                    <a:pt x="63" y="3477"/>
                  </a:lnTo>
                  <a:lnTo>
                    <a:pt x="84" y="3502"/>
                  </a:lnTo>
                  <a:lnTo>
                    <a:pt x="108" y="3522"/>
                  </a:lnTo>
                  <a:lnTo>
                    <a:pt x="133" y="3538"/>
                  </a:lnTo>
                  <a:lnTo>
                    <a:pt x="163" y="3549"/>
                  </a:lnTo>
                  <a:lnTo>
                    <a:pt x="193" y="3555"/>
                  </a:lnTo>
                  <a:lnTo>
                    <a:pt x="225" y="3555"/>
                  </a:lnTo>
                  <a:lnTo>
                    <a:pt x="259" y="3550"/>
                  </a:lnTo>
                  <a:lnTo>
                    <a:pt x="294" y="3541"/>
                  </a:lnTo>
                  <a:lnTo>
                    <a:pt x="330" y="3524"/>
                  </a:lnTo>
                  <a:lnTo>
                    <a:pt x="368" y="3503"/>
                  </a:lnTo>
                  <a:lnTo>
                    <a:pt x="1594" y="2722"/>
                  </a:lnTo>
                  <a:lnTo>
                    <a:pt x="1632" y="2696"/>
                  </a:lnTo>
                  <a:lnTo>
                    <a:pt x="1668" y="2665"/>
                  </a:lnTo>
                  <a:lnTo>
                    <a:pt x="1703" y="2631"/>
                  </a:lnTo>
                  <a:lnTo>
                    <a:pt x="1737" y="2592"/>
                  </a:lnTo>
                  <a:lnTo>
                    <a:pt x="1769" y="2551"/>
                  </a:lnTo>
                  <a:lnTo>
                    <a:pt x="1799" y="2506"/>
                  </a:lnTo>
                  <a:lnTo>
                    <a:pt x="1829" y="2460"/>
                  </a:lnTo>
                  <a:lnTo>
                    <a:pt x="1854" y="2411"/>
                  </a:lnTo>
                  <a:lnTo>
                    <a:pt x="1878" y="2361"/>
                  </a:lnTo>
                  <a:lnTo>
                    <a:pt x="1899" y="2308"/>
                  </a:lnTo>
                  <a:lnTo>
                    <a:pt x="1918" y="2256"/>
                  </a:lnTo>
                  <a:lnTo>
                    <a:pt x="1933" y="2202"/>
                  </a:lnTo>
                  <a:lnTo>
                    <a:pt x="1946" y="2149"/>
                  </a:lnTo>
                  <a:lnTo>
                    <a:pt x="1955" y="2095"/>
                  </a:lnTo>
                  <a:lnTo>
                    <a:pt x="1960" y="2042"/>
                  </a:lnTo>
                  <a:lnTo>
                    <a:pt x="1962" y="1989"/>
                  </a:lnTo>
                  <a:lnTo>
                    <a:pt x="1962" y="319"/>
                  </a:lnTo>
                  <a:lnTo>
                    <a:pt x="1960" y="269"/>
                  </a:lnTo>
                  <a:lnTo>
                    <a:pt x="1955" y="223"/>
                  </a:lnTo>
                  <a:lnTo>
                    <a:pt x="1946" y="180"/>
                  </a:lnTo>
                  <a:lnTo>
                    <a:pt x="1933" y="143"/>
                  </a:lnTo>
                  <a:lnTo>
                    <a:pt x="1918" y="109"/>
                  </a:lnTo>
                  <a:lnTo>
                    <a:pt x="1899" y="79"/>
                  </a:lnTo>
                  <a:lnTo>
                    <a:pt x="1878" y="54"/>
                  </a:lnTo>
                  <a:lnTo>
                    <a:pt x="1854" y="33"/>
                  </a:lnTo>
                  <a:lnTo>
                    <a:pt x="1829" y="17"/>
                  </a:lnTo>
                  <a:lnTo>
                    <a:pt x="1799" y="7"/>
                  </a:lnTo>
                  <a:lnTo>
                    <a:pt x="1769" y="0"/>
                  </a:lnTo>
                  <a:lnTo>
                    <a:pt x="1737" y="0"/>
                  </a:lnTo>
                  <a:lnTo>
                    <a:pt x="1703" y="4"/>
                  </a:lnTo>
                  <a:lnTo>
                    <a:pt x="1668" y="14"/>
                  </a:lnTo>
                  <a:lnTo>
                    <a:pt x="1632" y="29"/>
                  </a:lnTo>
                  <a:lnTo>
                    <a:pt x="1594" y="50"/>
                  </a:lnTo>
                  <a:close/>
                </a:path>
              </a:pathLst>
            </a:custGeom>
            <a:solidFill>
              <a:srgbClr val="E5E5E5"/>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6529" name="Freeform 47"/>
            <p:cNvSpPr>
              <a:spLocks noEditPoints="1"/>
            </p:cNvSpPr>
            <p:nvPr/>
          </p:nvSpPr>
          <p:spPr bwMode="auto">
            <a:xfrm>
              <a:off x="916" y="1589"/>
              <a:ext cx="697" cy="698"/>
            </a:xfrm>
            <a:custGeom>
              <a:avLst/>
              <a:gdLst>
                <a:gd name="T0" fmla="*/ 16 w 3485"/>
                <a:gd name="T1" fmla="*/ 0 h 3490"/>
                <a:gd name="T2" fmla="*/ 17 w 3485"/>
                <a:gd name="T3" fmla="*/ 2 h 3490"/>
                <a:gd name="T4" fmla="*/ 17 w 3485"/>
                <a:gd name="T5" fmla="*/ 3 h 3490"/>
                <a:gd name="T6" fmla="*/ 14 w 3485"/>
                <a:gd name="T7" fmla="*/ 4 h 3490"/>
                <a:gd name="T8" fmla="*/ 12 w 3485"/>
                <a:gd name="T9" fmla="*/ 4 h 3490"/>
                <a:gd name="T10" fmla="*/ 11 w 3485"/>
                <a:gd name="T11" fmla="*/ 2 h 3490"/>
                <a:gd name="T12" fmla="*/ 11 w 3485"/>
                <a:gd name="T13" fmla="*/ 1 h 3490"/>
                <a:gd name="T14" fmla="*/ 14 w 3485"/>
                <a:gd name="T15" fmla="*/ 0 h 3490"/>
                <a:gd name="T16" fmla="*/ 3 w 3485"/>
                <a:gd name="T17" fmla="*/ 7 h 3490"/>
                <a:gd name="T18" fmla="*/ 4 w 3485"/>
                <a:gd name="T19" fmla="*/ 9 h 3490"/>
                <a:gd name="T20" fmla="*/ 3 w 3485"/>
                <a:gd name="T21" fmla="*/ 12 h 3490"/>
                <a:gd name="T22" fmla="*/ 2 w 3485"/>
                <a:gd name="T23" fmla="*/ 13 h 3490"/>
                <a:gd name="T24" fmla="*/ 1 w 3485"/>
                <a:gd name="T25" fmla="*/ 12 h 3490"/>
                <a:gd name="T26" fmla="*/ 0 w 3485"/>
                <a:gd name="T27" fmla="*/ 10 h 3490"/>
                <a:gd name="T28" fmla="*/ 0 w 3485"/>
                <a:gd name="T29" fmla="*/ 8 h 3490"/>
                <a:gd name="T30" fmla="*/ 2 w 3485"/>
                <a:gd name="T31" fmla="*/ 6 h 3490"/>
                <a:gd name="T32" fmla="*/ 10 w 3485"/>
                <a:gd name="T33" fmla="*/ 20 h 3490"/>
                <a:gd name="T34" fmla="*/ 11 w 3485"/>
                <a:gd name="T35" fmla="*/ 22 h 3490"/>
                <a:gd name="T36" fmla="*/ 11 w 3485"/>
                <a:gd name="T37" fmla="*/ 25 h 3490"/>
                <a:gd name="T38" fmla="*/ 10 w 3485"/>
                <a:gd name="T39" fmla="*/ 27 h 3490"/>
                <a:gd name="T40" fmla="*/ 8 w 3485"/>
                <a:gd name="T41" fmla="*/ 26 h 3490"/>
                <a:gd name="T42" fmla="*/ 7 w 3485"/>
                <a:gd name="T43" fmla="*/ 24 h 3490"/>
                <a:gd name="T44" fmla="*/ 7 w 3485"/>
                <a:gd name="T45" fmla="*/ 22 h 3490"/>
                <a:gd name="T46" fmla="*/ 8 w 3485"/>
                <a:gd name="T47" fmla="*/ 20 h 3490"/>
                <a:gd name="T48" fmla="*/ 20 w 3485"/>
                <a:gd name="T49" fmla="*/ 21 h 3490"/>
                <a:gd name="T50" fmla="*/ 21 w 3485"/>
                <a:gd name="T51" fmla="*/ 23 h 3490"/>
                <a:gd name="T52" fmla="*/ 21 w 3485"/>
                <a:gd name="T53" fmla="*/ 26 h 3490"/>
                <a:gd name="T54" fmla="*/ 20 w 3485"/>
                <a:gd name="T55" fmla="*/ 28 h 3490"/>
                <a:gd name="T56" fmla="*/ 18 w 3485"/>
                <a:gd name="T57" fmla="*/ 28 h 3490"/>
                <a:gd name="T58" fmla="*/ 17 w 3485"/>
                <a:gd name="T59" fmla="*/ 26 h 3490"/>
                <a:gd name="T60" fmla="*/ 17 w 3485"/>
                <a:gd name="T61" fmla="*/ 23 h 3490"/>
                <a:gd name="T62" fmla="*/ 18 w 3485"/>
                <a:gd name="T63" fmla="*/ 21 h 3490"/>
                <a:gd name="T64" fmla="*/ 19 w 3485"/>
                <a:gd name="T65" fmla="*/ 11 h 3490"/>
                <a:gd name="T66" fmla="*/ 20 w 3485"/>
                <a:gd name="T67" fmla="*/ 13 h 3490"/>
                <a:gd name="T68" fmla="*/ 21 w 3485"/>
                <a:gd name="T69" fmla="*/ 15 h 3490"/>
                <a:gd name="T70" fmla="*/ 20 w 3485"/>
                <a:gd name="T71" fmla="*/ 17 h 3490"/>
                <a:gd name="T72" fmla="*/ 18 w 3485"/>
                <a:gd name="T73" fmla="*/ 17 h 3490"/>
                <a:gd name="T74" fmla="*/ 17 w 3485"/>
                <a:gd name="T75" fmla="*/ 16 h 3490"/>
                <a:gd name="T76" fmla="*/ 17 w 3485"/>
                <a:gd name="T77" fmla="*/ 13 h 3490"/>
                <a:gd name="T78" fmla="*/ 18 w 3485"/>
                <a:gd name="T79" fmla="*/ 11 h 3490"/>
                <a:gd name="T80" fmla="*/ 26 w 3485"/>
                <a:gd name="T81" fmla="*/ 7 h 3490"/>
                <a:gd name="T82" fmla="*/ 27 w 3485"/>
                <a:gd name="T83" fmla="*/ 8 h 3490"/>
                <a:gd name="T84" fmla="*/ 27 w 3485"/>
                <a:gd name="T85" fmla="*/ 11 h 3490"/>
                <a:gd name="T86" fmla="*/ 26 w 3485"/>
                <a:gd name="T87" fmla="*/ 13 h 3490"/>
                <a:gd name="T88" fmla="*/ 25 w 3485"/>
                <a:gd name="T89" fmla="*/ 13 h 3490"/>
                <a:gd name="T90" fmla="*/ 24 w 3485"/>
                <a:gd name="T91" fmla="*/ 12 h 3490"/>
                <a:gd name="T92" fmla="*/ 24 w 3485"/>
                <a:gd name="T93" fmla="*/ 9 h 3490"/>
                <a:gd name="T94" fmla="*/ 24 w 3485"/>
                <a:gd name="T95" fmla="*/ 7 h 3490"/>
                <a:gd name="T96" fmla="*/ 26 w 3485"/>
                <a:gd name="T97" fmla="*/ 17 h 3490"/>
                <a:gd name="T98" fmla="*/ 27 w 3485"/>
                <a:gd name="T99" fmla="*/ 18 h 3490"/>
                <a:gd name="T100" fmla="*/ 28 w 3485"/>
                <a:gd name="T101" fmla="*/ 21 h 3490"/>
                <a:gd name="T102" fmla="*/ 27 w 3485"/>
                <a:gd name="T103" fmla="*/ 23 h 3490"/>
                <a:gd name="T104" fmla="*/ 26 w 3485"/>
                <a:gd name="T105" fmla="*/ 24 h 3490"/>
                <a:gd name="T106" fmla="*/ 24 w 3485"/>
                <a:gd name="T107" fmla="*/ 23 h 3490"/>
                <a:gd name="T108" fmla="*/ 24 w 3485"/>
                <a:gd name="T109" fmla="*/ 20 h 3490"/>
                <a:gd name="T110" fmla="*/ 25 w 3485"/>
                <a:gd name="T111" fmla="*/ 18 h 3490"/>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w 3485"/>
                <a:gd name="T169" fmla="*/ 0 h 3490"/>
                <a:gd name="T170" fmla="*/ 3485 w 3485"/>
                <a:gd name="T171" fmla="*/ 3490 h 3490"/>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T168" t="T169" r="T170" b="T171"/>
              <a:pathLst>
                <a:path w="3485" h="3490">
                  <a:moveTo>
                    <a:pt x="1754" y="0"/>
                  </a:moveTo>
                  <a:lnTo>
                    <a:pt x="1797" y="2"/>
                  </a:lnTo>
                  <a:lnTo>
                    <a:pt x="1840" y="5"/>
                  </a:lnTo>
                  <a:lnTo>
                    <a:pt x="1881" y="12"/>
                  </a:lnTo>
                  <a:lnTo>
                    <a:pt x="1921" y="20"/>
                  </a:lnTo>
                  <a:lnTo>
                    <a:pt x="1959" y="31"/>
                  </a:lnTo>
                  <a:lnTo>
                    <a:pt x="1994" y="44"/>
                  </a:lnTo>
                  <a:lnTo>
                    <a:pt x="2028" y="59"/>
                  </a:lnTo>
                  <a:lnTo>
                    <a:pt x="2058" y="74"/>
                  </a:lnTo>
                  <a:lnTo>
                    <a:pt x="2086" y="93"/>
                  </a:lnTo>
                  <a:lnTo>
                    <a:pt x="2111" y="113"/>
                  </a:lnTo>
                  <a:lnTo>
                    <a:pt x="2132" y="133"/>
                  </a:lnTo>
                  <a:lnTo>
                    <a:pt x="2151" y="155"/>
                  </a:lnTo>
                  <a:lnTo>
                    <a:pt x="2165" y="179"/>
                  </a:lnTo>
                  <a:lnTo>
                    <a:pt x="2175" y="203"/>
                  </a:lnTo>
                  <a:lnTo>
                    <a:pt x="2182" y="229"/>
                  </a:lnTo>
                  <a:lnTo>
                    <a:pt x="2185" y="255"/>
                  </a:lnTo>
                  <a:lnTo>
                    <a:pt x="2182" y="281"/>
                  </a:lnTo>
                  <a:lnTo>
                    <a:pt x="2175" y="305"/>
                  </a:lnTo>
                  <a:lnTo>
                    <a:pt x="2165" y="330"/>
                  </a:lnTo>
                  <a:lnTo>
                    <a:pt x="2151" y="353"/>
                  </a:lnTo>
                  <a:lnTo>
                    <a:pt x="2132" y="376"/>
                  </a:lnTo>
                  <a:lnTo>
                    <a:pt x="2111" y="397"/>
                  </a:lnTo>
                  <a:lnTo>
                    <a:pt x="2086" y="417"/>
                  </a:lnTo>
                  <a:lnTo>
                    <a:pt x="2058" y="434"/>
                  </a:lnTo>
                  <a:lnTo>
                    <a:pt x="2028" y="451"/>
                  </a:lnTo>
                  <a:lnTo>
                    <a:pt x="1994" y="466"/>
                  </a:lnTo>
                  <a:lnTo>
                    <a:pt x="1959" y="479"/>
                  </a:lnTo>
                  <a:lnTo>
                    <a:pt x="1921" y="489"/>
                  </a:lnTo>
                  <a:lnTo>
                    <a:pt x="1881" y="498"/>
                  </a:lnTo>
                  <a:lnTo>
                    <a:pt x="1840" y="505"/>
                  </a:lnTo>
                  <a:lnTo>
                    <a:pt x="1797" y="508"/>
                  </a:lnTo>
                  <a:lnTo>
                    <a:pt x="1754" y="509"/>
                  </a:lnTo>
                  <a:lnTo>
                    <a:pt x="1710" y="508"/>
                  </a:lnTo>
                  <a:lnTo>
                    <a:pt x="1667" y="505"/>
                  </a:lnTo>
                  <a:lnTo>
                    <a:pt x="1626" y="498"/>
                  </a:lnTo>
                  <a:lnTo>
                    <a:pt x="1586" y="489"/>
                  </a:lnTo>
                  <a:lnTo>
                    <a:pt x="1548" y="479"/>
                  </a:lnTo>
                  <a:lnTo>
                    <a:pt x="1512" y="466"/>
                  </a:lnTo>
                  <a:lnTo>
                    <a:pt x="1479" y="451"/>
                  </a:lnTo>
                  <a:lnTo>
                    <a:pt x="1449" y="434"/>
                  </a:lnTo>
                  <a:lnTo>
                    <a:pt x="1421" y="417"/>
                  </a:lnTo>
                  <a:lnTo>
                    <a:pt x="1395" y="397"/>
                  </a:lnTo>
                  <a:lnTo>
                    <a:pt x="1374" y="376"/>
                  </a:lnTo>
                  <a:lnTo>
                    <a:pt x="1355" y="353"/>
                  </a:lnTo>
                  <a:lnTo>
                    <a:pt x="1341" y="330"/>
                  </a:lnTo>
                  <a:lnTo>
                    <a:pt x="1331" y="305"/>
                  </a:lnTo>
                  <a:lnTo>
                    <a:pt x="1324" y="281"/>
                  </a:lnTo>
                  <a:lnTo>
                    <a:pt x="1321" y="255"/>
                  </a:lnTo>
                  <a:lnTo>
                    <a:pt x="1324" y="229"/>
                  </a:lnTo>
                  <a:lnTo>
                    <a:pt x="1331" y="203"/>
                  </a:lnTo>
                  <a:lnTo>
                    <a:pt x="1341" y="179"/>
                  </a:lnTo>
                  <a:lnTo>
                    <a:pt x="1355" y="155"/>
                  </a:lnTo>
                  <a:lnTo>
                    <a:pt x="1374" y="133"/>
                  </a:lnTo>
                  <a:lnTo>
                    <a:pt x="1395" y="113"/>
                  </a:lnTo>
                  <a:lnTo>
                    <a:pt x="1421" y="93"/>
                  </a:lnTo>
                  <a:lnTo>
                    <a:pt x="1449" y="74"/>
                  </a:lnTo>
                  <a:lnTo>
                    <a:pt x="1479" y="59"/>
                  </a:lnTo>
                  <a:lnTo>
                    <a:pt x="1512" y="44"/>
                  </a:lnTo>
                  <a:lnTo>
                    <a:pt x="1548" y="31"/>
                  </a:lnTo>
                  <a:lnTo>
                    <a:pt x="1586" y="20"/>
                  </a:lnTo>
                  <a:lnTo>
                    <a:pt x="1626" y="12"/>
                  </a:lnTo>
                  <a:lnTo>
                    <a:pt x="1667" y="5"/>
                  </a:lnTo>
                  <a:lnTo>
                    <a:pt x="1710" y="2"/>
                  </a:lnTo>
                  <a:lnTo>
                    <a:pt x="1754" y="0"/>
                  </a:lnTo>
                  <a:close/>
                  <a:moveTo>
                    <a:pt x="239" y="786"/>
                  </a:moveTo>
                  <a:lnTo>
                    <a:pt x="263" y="788"/>
                  </a:lnTo>
                  <a:lnTo>
                    <a:pt x="287" y="794"/>
                  </a:lnTo>
                  <a:lnTo>
                    <a:pt x="309" y="805"/>
                  </a:lnTo>
                  <a:lnTo>
                    <a:pt x="331" y="819"/>
                  </a:lnTo>
                  <a:lnTo>
                    <a:pt x="352" y="836"/>
                  </a:lnTo>
                  <a:lnTo>
                    <a:pt x="372" y="857"/>
                  </a:lnTo>
                  <a:lnTo>
                    <a:pt x="390" y="882"/>
                  </a:lnTo>
                  <a:lnTo>
                    <a:pt x="407" y="909"/>
                  </a:lnTo>
                  <a:lnTo>
                    <a:pt x="423" y="940"/>
                  </a:lnTo>
                  <a:lnTo>
                    <a:pt x="437" y="971"/>
                  </a:lnTo>
                  <a:lnTo>
                    <a:pt x="448" y="1006"/>
                  </a:lnTo>
                  <a:lnTo>
                    <a:pt x="459" y="1043"/>
                  </a:lnTo>
                  <a:lnTo>
                    <a:pt x="467" y="1081"/>
                  </a:lnTo>
                  <a:lnTo>
                    <a:pt x="473" y="1121"/>
                  </a:lnTo>
                  <a:lnTo>
                    <a:pt x="476" y="1163"/>
                  </a:lnTo>
                  <a:lnTo>
                    <a:pt x="478" y="1206"/>
                  </a:lnTo>
                  <a:lnTo>
                    <a:pt x="476" y="1248"/>
                  </a:lnTo>
                  <a:lnTo>
                    <a:pt x="473" y="1290"/>
                  </a:lnTo>
                  <a:lnTo>
                    <a:pt x="467" y="1330"/>
                  </a:lnTo>
                  <a:lnTo>
                    <a:pt x="459" y="1367"/>
                  </a:lnTo>
                  <a:lnTo>
                    <a:pt x="448" y="1405"/>
                  </a:lnTo>
                  <a:lnTo>
                    <a:pt x="437" y="1439"/>
                  </a:lnTo>
                  <a:lnTo>
                    <a:pt x="423" y="1472"/>
                  </a:lnTo>
                  <a:lnTo>
                    <a:pt x="407" y="1501"/>
                  </a:lnTo>
                  <a:lnTo>
                    <a:pt x="390" y="1528"/>
                  </a:lnTo>
                  <a:lnTo>
                    <a:pt x="372" y="1553"/>
                  </a:lnTo>
                  <a:lnTo>
                    <a:pt x="352" y="1574"/>
                  </a:lnTo>
                  <a:lnTo>
                    <a:pt x="331" y="1591"/>
                  </a:lnTo>
                  <a:lnTo>
                    <a:pt x="309" y="1605"/>
                  </a:lnTo>
                  <a:lnTo>
                    <a:pt x="287" y="1616"/>
                  </a:lnTo>
                  <a:lnTo>
                    <a:pt x="263" y="1622"/>
                  </a:lnTo>
                  <a:lnTo>
                    <a:pt x="239" y="1624"/>
                  </a:lnTo>
                  <a:lnTo>
                    <a:pt x="214" y="1622"/>
                  </a:lnTo>
                  <a:lnTo>
                    <a:pt x="191" y="1616"/>
                  </a:lnTo>
                  <a:lnTo>
                    <a:pt x="168" y="1605"/>
                  </a:lnTo>
                  <a:lnTo>
                    <a:pt x="146" y="1591"/>
                  </a:lnTo>
                  <a:lnTo>
                    <a:pt x="125" y="1574"/>
                  </a:lnTo>
                  <a:lnTo>
                    <a:pt x="105" y="1553"/>
                  </a:lnTo>
                  <a:lnTo>
                    <a:pt x="87" y="1528"/>
                  </a:lnTo>
                  <a:lnTo>
                    <a:pt x="70" y="1501"/>
                  </a:lnTo>
                  <a:lnTo>
                    <a:pt x="55" y="1472"/>
                  </a:lnTo>
                  <a:lnTo>
                    <a:pt x="41" y="1439"/>
                  </a:lnTo>
                  <a:lnTo>
                    <a:pt x="29" y="1405"/>
                  </a:lnTo>
                  <a:lnTo>
                    <a:pt x="18" y="1367"/>
                  </a:lnTo>
                  <a:lnTo>
                    <a:pt x="10" y="1330"/>
                  </a:lnTo>
                  <a:lnTo>
                    <a:pt x="4" y="1290"/>
                  </a:lnTo>
                  <a:lnTo>
                    <a:pt x="1" y="1248"/>
                  </a:lnTo>
                  <a:lnTo>
                    <a:pt x="0" y="1206"/>
                  </a:lnTo>
                  <a:lnTo>
                    <a:pt x="1" y="1163"/>
                  </a:lnTo>
                  <a:lnTo>
                    <a:pt x="4" y="1121"/>
                  </a:lnTo>
                  <a:lnTo>
                    <a:pt x="10" y="1081"/>
                  </a:lnTo>
                  <a:lnTo>
                    <a:pt x="18" y="1043"/>
                  </a:lnTo>
                  <a:lnTo>
                    <a:pt x="29" y="1006"/>
                  </a:lnTo>
                  <a:lnTo>
                    <a:pt x="41" y="971"/>
                  </a:lnTo>
                  <a:lnTo>
                    <a:pt x="55" y="940"/>
                  </a:lnTo>
                  <a:lnTo>
                    <a:pt x="70" y="909"/>
                  </a:lnTo>
                  <a:lnTo>
                    <a:pt x="87" y="882"/>
                  </a:lnTo>
                  <a:lnTo>
                    <a:pt x="105" y="857"/>
                  </a:lnTo>
                  <a:lnTo>
                    <a:pt x="125" y="836"/>
                  </a:lnTo>
                  <a:lnTo>
                    <a:pt x="146" y="819"/>
                  </a:lnTo>
                  <a:lnTo>
                    <a:pt x="168" y="805"/>
                  </a:lnTo>
                  <a:lnTo>
                    <a:pt x="191" y="794"/>
                  </a:lnTo>
                  <a:lnTo>
                    <a:pt x="214" y="788"/>
                  </a:lnTo>
                  <a:lnTo>
                    <a:pt x="239" y="786"/>
                  </a:lnTo>
                  <a:close/>
                  <a:moveTo>
                    <a:pt x="1119" y="2495"/>
                  </a:moveTo>
                  <a:lnTo>
                    <a:pt x="1143" y="2498"/>
                  </a:lnTo>
                  <a:lnTo>
                    <a:pt x="1167" y="2504"/>
                  </a:lnTo>
                  <a:lnTo>
                    <a:pt x="1190" y="2514"/>
                  </a:lnTo>
                  <a:lnTo>
                    <a:pt x="1211" y="2528"/>
                  </a:lnTo>
                  <a:lnTo>
                    <a:pt x="1232" y="2546"/>
                  </a:lnTo>
                  <a:lnTo>
                    <a:pt x="1252" y="2567"/>
                  </a:lnTo>
                  <a:lnTo>
                    <a:pt x="1271" y="2592"/>
                  </a:lnTo>
                  <a:lnTo>
                    <a:pt x="1288" y="2618"/>
                  </a:lnTo>
                  <a:lnTo>
                    <a:pt x="1304" y="2648"/>
                  </a:lnTo>
                  <a:lnTo>
                    <a:pt x="1318" y="2681"/>
                  </a:lnTo>
                  <a:lnTo>
                    <a:pt x="1329" y="2715"/>
                  </a:lnTo>
                  <a:lnTo>
                    <a:pt x="1340" y="2752"/>
                  </a:lnTo>
                  <a:lnTo>
                    <a:pt x="1348" y="2790"/>
                  </a:lnTo>
                  <a:lnTo>
                    <a:pt x="1354" y="2830"/>
                  </a:lnTo>
                  <a:lnTo>
                    <a:pt x="1358" y="2872"/>
                  </a:lnTo>
                  <a:lnTo>
                    <a:pt x="1359" y="2914"/>
                  </a:lnTo>
                  <a:lnTo>
                    <a:pt x="1358" y="2956"/>
                  </a:lnTo>
                  <a:lnTo>
                    <a:pt x="1354" y="2998"/>
                  </a:lnTo>
                  <a:lnTo>
                    <a:pt x="1348" y="3038"/>
                  </a:lnTo>
                  <a:lnTo>
                    <a:pt x="1340" y="3077"/>
                  </a:lnTo>
                  <a:lnTo>
                    <a:pt x="1329" y="3113"/>
                  </a:lnTo>
                  <a:lnTo>
                    <a:pt x="1318" y="3147"/>
                  </a:lnTo>
                  <a:lnTo>
                    <a:pt x="1304" y="3180"/>
                  </a:lnTo>
                  <a:lnTo>
                    <a:pt x="1288" y="3209"/>
                  </a:lnTo>
                  <a:lnTo>
                    <a:pt x="1271" y="3238"/>
                  </a:lnTo>
                  <a:lnTo>
                    <a:pt x="1252" y="3261"/>
                  </a:lnTo>
                  <a:lnTo>
                    <a:pt x="1232" y="3282"/>
                  </a:lnTo>
                  <a:lnTo>
                    <a:pt x="1211" y="3301"/>
                  </a:lnTo>
                  <a:lnTo>
                    <a:pt x="1190" y="3315"/>
                  </a:lnTo>
                  <a:lnTo>
                    <a:pt x="1167" y="3325"/>
                  </a:lnTo>
                  <a:lnTo>
                    <a:pt x="1143" y="3331"/>
                  </a:lnTo>
                  <a:lnTo>
                    <a:pt x="1119" y="3334"/>
                  </a:lnTo>
                  <a:lnTo>
                    <a:pt x="1094" y="3331"/>
                  </a:lnTo>
                  <a:lnTo>
                    <a:pt x="1070" y="3325"/>
                  </a:lnTo>
                  <a:lnTo>
                    <a:pt x="1048" y="3315"/>
                  </a:lnTo>
                  <a:lnTo>
                    <a:pt x="1026" y="3301"/>
                  </a:lnTo>
                  <a:lnTo>
                    <a:pt x="1005" y="3282"/>
                  </a:lnTo>
                  <a:lnTo>
                    <a:pt x="985" y="3261"/>
                  </a:lnTo>
                  <a:lnTo>
                    <a:pt x="967" y="3238"/>
                  </a:lnTo>
                  <a:lnTo>
                    <a:pt x="950" y="3209"/>
                  </a:lnTo>
                  <a:lnTo>
                    <a:pt x="935" y="3180"/>
                  </a:lnTo>
                  <a:lnTo>
                    <a:pt x="921" y="3147"/>
                  </a:lnTo>
                  <a:lnTo>
                    <a:pt x="909" y="3113"/>
                  </a:lnTo>
                  <a:lnTo>
                    <a:pt x="898" y="3077"/>
                  </a:lnTo>
                  <a:lnTo>
                    <a:pt x="890" y="3038"/>
                  </a:lnTo>
                  <a:lnTo>
                    <a:pt x="884" y="2998"/>
                  </a:lnTo>
                  <a:lnTo>
                    <a:pt x="881" y="2956"/>
                  </a:lnTo>
                  <a:lnTo>
                    <a:pt x="880" y="2914"/>
                  </a:lnTo>
                  <a:lnTo>
                    <a:pt x="881" y="2872"/>
                  </a:lnTo>
                  <a:lnTo>
                    <a:pt x="884" y="2830"/>
                  </a:lnTo>
                  <a:lnTo>
                    <a:pt x="890" y="2790"/>
                  </a:lnTo>
                  <a:lnTo>
                    <a:pt x="898" y="2752"/>
                  </a:lnTo>
                  <a:lnTo>
                    <a:pt x="909" y="2715"/>
                  </a:lnTo>
                  <a:lnTo>
                    <a:pt x="921" y="2681"/>
                  </a:lnTo>
                  <a:lnTo>
                    <a:pt x="935" y="2648"/>
                  </a:lnTo>
                  <a:lnTo>
                    <a:pt x="950" y="2618"/>
                  </a:lnTo>
                  <a:lnTo>
                    <a:pt x="967" y="2592"/>
                  </a:lnTo>
                  <a:lnTo>
                    <a:pt x="985" y="2567"/>
                  </a:lnTo>
                  <a:lnTo>
                    <a:pt x="1005" y="2546"/>
                  </a:lnTo>
                  <a:lnTo>
                    <a:pt x="1026" y="2528"/>
                  </a:lnTo>
                  <a:lnTo>
                    <a:pt x="1048" y="2514"/>
                  </a:lnTo>
                  <a:lnTo>
                    <a:pt x="1070" y="2504"/>
                  </a:lnTo>
                  <a:lnTo>
                    <a:pt x="1094" y="2498"/>
                  </a:lnTo>
                  <a:lnTo>
                    <a:pt x="1119" y="2495"/>
                  </a:lnTo>
                  <a:close/>
                  <a:moveTo>
                    <a:pt x="2380" y="2651"/>
                  </a:moveTo>
                  <a:lnTo>
                    <a:pt x="2405" y="2654"/>
                  </a:lnTo>
                  <a:lnTo>
                    <a:pt x="2428" y="2660"/>
                  </a:lnTo>
                  <a:lnTo>
                    <a:pt x="2452" y="2670"/>
                  </a:lnTo>
                  <a:lnTo>
                    <a:pt x="2473" y="2684"/>
                  </a:lnTo>
                  <a:lnTo>
                    <a:pt x="2494" y="2703"/>
                  </a:lnTo>
                  <a:lnTo>
                    <a:pt x="2514" y="2724"/>
                  </a:lnTo>
                  <a:lnTo>
                    <a:pt x="2533" y="2747"/>
                  </a:lnTo>
                  <a:lnTo>
                    <a:pt x="2550" y="2774"/>
                  </a:lnTo>
                  <a:lnTo>
                    <a:pt x="2565" y="2805"/>
                  </a:lnTo>
                  <a:lnTo>
                    <a:pt x="2580" y="2838"/>
                  </a:lnTo>
                  <a:lnTo>
                    <a:pt x="2591" y="2872"/>
                  </a:lnTo>
                  <a:lnTo>
                    <a:pt x="2602" y="2908"/>
                  </a:lnTo>
                  <a:lnTo>
                    <a:pt x="2610" y="2947"/>
                  </a:lnTo>
                  <a:lnTo>
                    <a:pt x="2616" y="2987"/>
                  </a:lnTo>
                  <a:lnTo>
                    <a:pt x="2619" y="3029"/>
                  </a:lnTo>
                  <a:lnTo>
                    <a:pt x="2621" y="3071"/>
                  </a:lnTo>
                  <a:lnTo>
                    <a:pt x="2619" y="3113"/>
                  </a:lnTo>
                  <a:lnTo>
                    <a:pt x="2616" y="3155"/>
                  </a:lnTo>
                  <a:lnTo>
                    <a:pt x="2610" y="3195"/>
                  </a:lnTo>
                  <a:lnTo>
                    <a:pt x="2602" y="3233"/>
                  </a:lnTo>
                  <a:lnTo>
                    <a:pt x="2591" y="3270"/>
                  </a:lnTo>
                  <a:lnTo>
                    <a:pt x="2580" y="3304"/>
                  </a:lnTo>
                  <a:lnTo>
                    <a:pt x="2565" y="3337"/>
                  </a:lnTo>
                  <a:lnTo>
                    <a:pt x="2550" y="3367"/>
                  </a:lnTo>
                  <a:lnTo>
                    <a:pt x="2533" y="3393"/>
                  </a:lnTo>
                  <a:lnTo>
                    <a:pt x="2514" y="3418"/>
                  </a:lnTo>
                  <a:lnTo>
                    <a:pt x="2494" y="3439"/>
                  </a:lnTo>
                  <a:lnTo>
                    <a:pt x="2473" y="3457"/>
                  </a:lnTo>
                  <a:lnTo>
                    <a:pt x="2452" y="3471"/>
                  </a:lnTo>
                  <a:lnTo>
                    <a:pt x="2428" y="3481"/>
                  </a:lnTo>
                  <a:lnTo>
                    <a:pt x="2405" y="3487"/>
                  </a:lnTo>
                  <a:lnTo>
                    <a:pt x="2380" y="3490"/>
                  </a:lnTo>
                  <a:lnTo>
                    <a:pt x="2356" y="3487"/>
                  </a:lnTo>
                  <a:lnTo>
                    <a:pt x="2332" y="3481"/>
                  </a:lnTo>
                  <a:lnTo>
                    <a:pt x="2310" y="3471"/>
                  </a:lnTo>
                  <a:lnTo>
                    <a:pt x="2288" y="3457"/>
                  </a:lnTo>
                  <a:lnTo>
                    <a:pt x="2267" y="3439"/>
                  </a:lnTo>
                  <a:lnTo>
                    <a:pt x="2248" y="3418"/>
                  </a:lnTo>
                  <a:lnTo>
                    <a:pt x="2229" y="3393"/>
                  </a:lnTo>
                  <a:lnTo>
                    <a:pt x="2212" y="3367"/>
                  </a:lnTo>
                  <a:lnTo>
                    <a:pt x="2196" y="3337"/>
                  </a:lnTo>
                  <a:lnTo>
                    <a:pt x="2182" y="3304"/>
                  </a:lnTo>
                  <a:lnTo>
                    <a:pt x="2171" y="3270"/>
                  </a:lnTo>
                  <a:lnTo>
                    <a:pt x="2160" y="3233"/>
                  </a:lnTo>
                  <a:lnTo>
                    <a:pt x="2152" y="3195"/>
                  </a:lnTo>
                  <a:lnTo>
                    <a:pt x="2146" y="3155"/>
                  </a:lnTo>
                  <a:lnTo>
                    <a:pt x="2142" y="3113"/>
                  </a:lnTo>
                  <a:lnTo>
                    <a:pt x="2141" y="3071"/>
                  </a:lnTo>
                  <a:lnTo>
                    <a:pt x="2142" y="3029"/>
                  </a:lnTo>
                  <a:lnTo>
                    <a:pt x="2146" y="2987"/>
                  </a:lnTo>
                  <a:lnTo>
                    <a:pt x="2152" y="2947"/>
                  </a:lnTo>
                  <a:lnTo>
                    <a:pt x="2160" y="2908"/>
                  </a:lnTo>
                  <a:lnTo>
                    <a:pt x="2171" y="2872"/>
                  </a:lnTo>
                  <a:lnTo>
                    <a:pt x="2182" y="2838"/>
                  </a:lnTo>
                  <a:lnTo>
                    <a:pt x="2196" y="2805"/>
                  </a:lnTo>
                  <a:lnTo>
                    <a:pt x="2212" y="2774"/>
                  </a:lnTo>
                  <a:lnTo>
                    <a:pt x="2229" y="2747"/>
                  </a:lnTo>
                  <a:lnTo>
                    <a:pt x="2248" y="2724"/>
                  </a:lnTo>
                  <a:lnTo>
                    <a:pt x="2267" y="2703"/>
                  </a:lnTo>
                  <a:lnTo>
                    <a:pt x="2288" y="2684"/>
                  </a:lnTo>
                  <a:lnTo>
                    <a:pt x="2310" y="2670"/>
                  </a:lnTo>
                  <a:lnTo>
                    <a:pt x="2332" y="2660"/>
                  </a:lnTo>
                  <a:lnTo>
                    <a:pt x="2356" y="2654"/>
                  </a:lnTo>
                  <a:lnTo>
                    <a:pt x="2380" y="2651"/>
                  </a:lnTo>
                  <a:close/>
                  <a:moveTo>
                    <a:pt x="2342" y="1355"/>
                  </a:moveTo>
                  <a:lnTo>
                    <a:pt x="2366" y="1357"/>
                  </a:lnTo>
                  <a:lnTo>
                    <a:pt x="2390" y="1363"/>
                  </a:lnTo>
                  <a:lnTo>
                    <a:pt x="2412" y="1373"/>
                  </a:lnTo>
                  <a:lnTo>
                    <a:pt x="2434" y="1387"/>
                  </a:lnTo>
                  <a:lnTo>
                    <a:pt x="2455" y="1405"/>
                  </a:lnTo>
                  <a:lnTo>
                    <a:pt x="2475" y="1426"/>
                  </a:lnTo>
                  <a:lnTo>
                    <a:pt x="2493" y="1451"/>
                  </a:lnTo>
                  <a:lnTo>
                    <a:pt x="2510" y="1478"/>
                  </a:lnTo>
                  <a:lnTo>
                    <a:pt x="2526" y="1507"/>
                  </a:lnTo>
                  <a:lnTo>
                    <a:pt x="2540" y="1540"/>
                  </a:lnTo>
                  <a:lnTo>
                    <a:pt x="2551" y="1574"/>
                  </a:lnTo>
                  <a:lnTo>
                    <a:pt x="2562" y="1611"/>
                  </a:lnTo>
                  <a:lnTo>
                    <a:pt x="2570" y="1649"/>
                  </a:lnTo>
                  <a:lnTo>
                    <a:pt x="2576" y="1689"/>
                  </a:lnTo>
                  <a:lnTo>
                    <a:pt x="2580" y="1731"/>
                  </a:lnTo>
                  <a:lnTo>
                    <a:pt x="2581" y="1773"/>
                  </a:lnTo>
                  <a:lnTo>
                    <a:pt x="2580" y="1815"/>
                  </a:lnTo>
                  <a:lnTo>
                    <a:pt x="2576" y="1858"/>
                  </a:lnTo>
                  <a:lnTo>
                    <a:pt x="2570" y="1897"/>
                  </a:lnTo>
                  <a:lnTo>
                    <a:pt x="2562" y="1936"/>
                  </a:lnTo>
                  <a:lnTo>
                    <a:pt x="2551" y="1972"/>
                  </a:lnTo>
                  <a:lnTo>
                    <a:pt x="2540" y="2008"/>
                  </a:lnTo>
                  <a:lnTo>
                    <a:pt x="2526" y="2039"/>
                  </a:lnTo>
                  <a:lnTo>
                    <a:pt x="2510" y="2070"/>
                  </a:lnTo>
                  <a:lnTo>
                    <a:pt x="2493" y="2097"/>
                  </a:lnTo>
                  <a:lnTo>
                    <a:pt x="2475" y="2121"/>
                  </a:lnTo>
                  <a:lnTo>
                    <a:pt x="2455" y="2142"/>
                  </a:lnTo>
                  <a:lnTo>
                    <a:pt x="2434" y="2160"/>
                  </a:lnTo>
                  <a:lnTo>
                    <a:pt x="2412" y="2174"/>
                  </a:lnTo>
                  <a:lnTo>
                    <a:pt x="2390" y="2185"/>
                  </a:lnTo>
                  <a:lnTo>
                    <a:pt x="2366" y="2191"/>
                  </a:lnTo>
                  <a:lnTo>
                    <a:pt x="2342" y="2193"/>
                  </a:lnTo>
                  <a:lnTo>
                    <a:pt x="2317" y="2191"/>
                  </a:lnTo>
                  <a:lnTo>
                    <a:pt x="2294" y="2185"/>
                  </a:lnTo>
                  <a:lnTo>
                    <a:pt x="2270" y="2174"/>
                  </a:lnTo>
                  <a:lnTo>
                    <a:pt x="2249" y="2160"/>
                  </a:lnTo>
                  <a:lnTo>
                    <a:pt x="2228" y="2142"/>
                  </a:lnTo>
                  <a:lnTo>
                    <a:pt x="2208" y="2121"/>
                  </a:lnTo>
                  <a:lnTo>
                    <a:pt x="2189" y="2097"/>
                  </a:lnTo>
                  <a:lnTo>
                    <a:pt x="2173" y="2070"/>
                  </a:lnTo>
                  <a:lnTo>
                    <a:pt x="2157" y="2039"/>
                  </a:lnTo>
                  <a:lnTo>
                    <a:pt x="2142" y="2008"/>
                  </a:lnTo>
                  <a:lnTo>
                    <a:pt x="2131" y="1972"/>
                  </a:lnTo>
                  <a:lnTo>
                    <a:pt x="2120" y="1936"/>
                  </a:lnTo>
                  <a:lnTo>
                    <a:pt x="2112" y="1897"/>
                  </a:lnTo>
                  <a:lnTo>
                    <a:pt x="2106" y="1858"/>
                  </a:lnTo>
                  <a:lnTo>
                    <a:pt x="2103" y="1815"/>
                  </a:lnTo>
                  <a:lnTo>
                    <a:pt x="2101" y="1773"/>
                  </a:lnTo>
                  <a:lnTo>
                    <a:pt x="2103" y="1731"/>
                  </a:lnTo>
                  <a:lnTo>
                    <a:pt x="2106" y="1689"/>
                  </a:lnTo>
                  <a:lnTo>
                    <a:pt x="2112" y="1649"/>
                  </a:lnTo>
                  <a:lnTo>
                    <a:pt x="2120" y="1611"/>
                  </a:lnTo>
                  <a:lnTo>
                    <a:pt x="2131" y="1574"/>
                  </a:lnTo>
                  <a:lnTo>
                    <a:pt x="2142" y="1540"/>
                  </a:lnTo>
                  <a:lnTo>
                    <a:pt x="2157" y="1507"/>
                  </a:lnTo>
                  <a:lnTo>
                    <a:pt x="2173" y="1478"/>
                  </a:lnTo>
                  <a:lnTo>
                    <a:pt x="2189" y="1451"/>
                  </a:lnTo>
                  <a:lnTo>
                    <a:pt x="2208" y="1426"/>
                  </a:lnTo>
                  <a:lnTo>
                    <a:pt x="2228" y="1405"/>
                  </a:lnTo>
                  <a:lnTo>
                    <a:pt x="2249" y="1387"/>
                  </a:lnTo>
                  <a:lnTo>
                    <a:pt x="2270" y="1373"/>
                  </a:lnTo>
                  <a:lnTo>
                    <a:pt x="2294" y="1363"/>
                  </a:lnTo>
                  <a:lnTo>
                    <a:pt x="2317" y="1357"/>
                  </a:lnTo>
                  <a:lnTo>
                    <a:pt x="2342" y="1355"/>
                  </a:lnTo>
                  <a:close/>
                  <a:moveTo>
                    <a:pt x="3179" y="819"/>
                  </a:moveTo>
                  <a:lnTo>
                    <a:pt x="3204" y="821"/>
                  </a:lnTo>
                  <a:lnTo>
                    <a:pt x="3227" y="827"/>
                  </a:lnTo>
                  <a:lnTo>
                    <a:pt x="3250" y="838"/>
                  </a:lnTo>
                  <a:lnTo>
                    <a:pt x="3272" y="852"/>
                  </a:lnTo>
                  <a:lnTo>
                    <a:pt x="3293" y="869"/>
                  </a:lnTo>
                  <a:lnTo>
                    <a:pt x="3312" y="890"/>
                  </a:lnTo>
                  <a:lnTo>
                    <a:pt x="3331" y="915"/>
                  </a:lnTo>
                  <a:lnTo>
                    <a:pt x="3348" y="942"/>
                  </a:lnTo>
                  <a:lnTo>
                    <a:pt x="3363" y="971"/>
                  </a:lnTo>
                  <a:lnTo>
                    <a:pt x="3377" y="1004"/>
                  </a:lnTo>
                  <a:lnTo>
                    <a:pt x="3389" y="1038"/>
                  </a:lnTo>
                  <a:lnTo>
                    <a:pt x="3400" y="1076"/>
                  </a:lnTo>
                  <a:lnTo>
                    <a:pt x="3408" y="1113"/>
                  </a:lnTo>
                  <a:lnTo>
                    <a:pt x="3414" y="1153"/>
                  </a:lnTo>
                  <a:lnTo>
                    <a:pt x="3417" y="1195"/>
                  </a:lnTo>
                  <a:lnTo>
                    <a:pt x="3418" y="1237"/>
                  </a:lnTo>
                  <a:lnTo>
                    <a:pt x="3417" y="1280"/>
                  </a:lnTo>
                  <a:lnTo>
                    <a:pt x="3414" y="1322"/>
                  </a:lnTo>
                  <a:lnTo>
                    <a:pt x="3408" y="1362"/>
                  </a:lnTo>
                  <a:lnTo>
                    <a:pt x="3400" y="1399"/>
                  </a:lnTo>
                  <a:lnTo>
                    <a:pt x="3389" y="1437"/>
                  </a:lnTo>
                  <a:lnTo>
                    <a:pt x="3377" y="1471"/>
                  </a:lnTo>
                  <a:lnTo>
                    <a:pt x="3363" y="1503"/>
                  </a:lnTo>
                  <a:lnTo>
                    <a:pt x="3348" y="1533"/>
                  </a:lnTo>
                  <a:lnTo>
                    <a:pt x="3331" y="1560"/>
                  </a:lnTo>
                  <a:lnTo>
                    <a:pt x="3312" y="1584"/>
                  </a:lnTo>
                  <a:lnTo>
                    <a:pt x="3293" y="1605"/>
                  </a:lnTo>
                  <a:lnTo>
                    <a:pt x="3272" y="1623"/>
                  </a:lnTo>
                  <a:lnTo>
                    <a:pt x="3250" y="1637"/>
                  </a:lnTo>
                  <a:lnTo>
                    <a:pt x="3227" y="1648"/>
                  </a:lnTo>
                  <a:lnTo>
                    <a:pt x="3204" y="1654"/>
                  </a:lnTo>
                  <a:lnTo>
                    <a:pt x="3179" y="1656"/>
                  </a:lnTo>
                  <a:lnTo>
                    <a:pt x="3155" y="1654"/>
                  </a:lnTo>
                  <a:lnTo>
                    <a:pt x="3131" y="1648"/>
                  </a:lnTo>
                  <a:lnTo>
                    <a:pt x="3108" y="1637"/>
                  </a:lnTo>
                  <a:lnTo>
                    <a:pt x="3087" y="1623"/>
                  </a:lnTo>
                  <a:lnTo>
                    <a:pt x="3066" y="1605"/>
                  </a:lnTo>
                  <a:lnTo>
                    <a:pt x="3046" y="1584"/>
                  </a:lnTo>
                  <a:lnTo>
                    <a:pt x="3027" y="1560"/>
                  </a:lnTo>
                  <a:lnTo>
                    <a:pt x="3011" y="1533"/>
                  </a:lnTo>
                  <a:lnTo>
                    <a:pt x="2994" y="1503"/>
                  </a:lnTo>
                  <a:lnTo>
                    <a:pt x="2980" y="1471"/>
                  </a:lnTo>
                  <a:lnTo>
                    <a:pt x="2968" y="1437"/>
                  </a:lnTo>
                  <a:lnTo>
                    <a:pt x="2958" y="1399"/>
                  </a:lnTo>
                  <a:lnTo>
                    <a:pt x="2950" y="1362"/>
                  </a:lnTo>
                  <a:lnTo>
                    <a:pt x="2944" y="1322"/>
                  </a:lnTo>
                  <a:lnTo>
                    <a:pt x="2940" y="1280"/>
                  </a:lnTo>
                  <a:lnTo>
                    <a:pt x="2939" y="1237"/>
                  </a:lnTo>
                  <a:lnTo>
                    <a:pt x="2940" y="1195"/>
                  </a:lnTo>
                  <a:lnTo>
                    <a:pt x="2944" y="1153"/>
                  </a:lnTo>
                  <a:lnTo>
                    <a:pt x="2950" y="1113"/>
                  </a:lnTo>
                  <a:lnTo>
                    <a:pt x="2958" y="1076"/>
                  </a:lnTo>
                  <a:lnTo>
                    <a:pt x="2968" y="1038"/>
                  </a:lnTo>
                  <a:lnTo>
                    <a:pt x="2980" y="1004"/>
                  </a:lnTo>
                  <a:lnTo>
                    <a:pt x="2994" y="971"/>
                  </a:lnTo>
                  <a:lnTo>
                    <a:pt x="3011" y="942"/>
                  </a:lnTo>
                  <a:lnTo>
                    <a:pt x="3027" y="915"/>
                  </a:lnTo>
                  <a:lnTo>
                    <a:pt x="3046" y="890"/>
                  </a:lnTo>
                  <a:lnTo>
                    <a:pt x="3066" y="869"/>
                  </a:lnTo>
                  <a:lnTo>
                    <a:pt x="3087" y="852"/>
                  </a:lnTo>
                  <a:lnTo>
                    <a:pt x="3108" y="838"/>
                  </a:lnTo>
                  <a:lnTo>
                    <a:pt x="3131" y="827"/>
                  </a:lnTo>
                  <a:lnTo>
                    <a:pt x="3155" y="821"/>
                  </a:lnTo>
                  <a:lnTo>
                    <a:pt x="3179" y="819"/>
                  </a:lnTo>
                  <a:close/>
                  <a:moveTo>
                    <a:pt x="3246" y="2144"/>
                  </a:moveTo>
                  <a:lnTo>
                    <a:pt x="3271" y="2146"/>
                  </a:lnTo>
                  <a:lnTo>
                    <a:pt x="3294" y="2152"/>
                  </a:lnTo>
                  <a:lnTo>
                    <a:pt x="3316" y="2162"/>
                  </a:lnTo>
                  <a:lnTo>
                    <a:pt x="3339" y="2176"/>
                  </a:lnTo>
                  <a:lnTo>
                    <a:pt x="3360" y="2194"/>
                  </a:lnTo>
                  <a:lnTo>
                    <a:pt x="3380" y="2215"/>
                  </a:lnTo>
                  <a:lnTo>
                    <a:pt x="3397" y="2240"/>
                  </a:lnTo>
                  <a:lnTo>
                    <a:pt x="3415" y="2267"/>
                  </a:lnTo>
                  <a:lnTo>
                    <a:pt x="3430" y="2296"/>
                  </a:lnTo>
                  <a:lnTo>
                    <a:pt x="3444" y="2329"/>
                  </a:lnTo>
                  <a:lnTo>
                    <a:pt x="3456" y="2363"/>
                  </a:lnTo>
                  <a:lnTo>
                    <a:pt x="3466" y="2400"/>
                  </a:lnTo>
                  <a:lnTo>
                    <a:pt x="3475" y="2438"/>
                  </a:lnTo>
                  <a:lnTo>
                    <a:pt x="3480" y="2478"/>
                  </a:lnTo>
                  <a:lnTo>
                    <a:pt x="3484" y="2520"/>
                  </a:lnTo>
                  <a:lnTo>
                    <a:pt x="3485" y="2562"/>
                  </a:lnTo>
                  <a:lnTo>
                    <a:pt x="3484" y="2604"/>
                  </a:lnTo>
                  <a:lnTo>
                    <a:pt x="3480" y="2647"/>
                  </a:lnTo>
                  <a:lnTo>
                    <a:pt x="3475" y="2686"/>
                  </a:lnTo>
                  <a:lnTo>
                    <a:pt x="3466" y="2725"/>
                  </a:lnTo>
                  <a:lnTo>
                    <a:pt x="3456" y="2762"/>
                  </a:lnTo>
                  <a:lnTo>
                    <a:pt x="3444" y="2796"/>
                  </a:lnTo>
                  <a:lnTo>
                    <a:pt x="3430" y="2828"/>
                  </a:lnTo>
                  <a:lnTo>
                    <a:pt x="3415" y="2858"/>
                  </a:lnTo>
                  <a:lnTo>
                    <a:pt x="3397" y="2886"/>
                  </a:lnTo>
                  <a:lnTo>
                    <a:pt x="3380" y="2909"/>
                  </a:lnTo>
                  <a:lnTo>
                    <a:pt x="3360" y="2930"/>
                  </a:lnTo>
                  <a:lnTo>
                    <a:pt x="3339" y="2949"/>
                  </a:lnTo>
                  <a:lnTo>
                    <a:pt x="3316" y="2963"/>
                  </a:lnTo>
                  <a:lnTo>
                    <a:pt x="3294" y="2974"/>
                  </a:lnTo>
                  <a:lnTo>
                    <a:pt x="3271" y="2980"/>
                  </a:lnTo>
                  <a:lnTo>
                    <a:pt x="3246" y="2982"/>
                  </a:lnTo>
                  <a:lnTo>
                    <a:pt x="3222" y="2980"/>
                  </a:lnTo>
                  <a:lnTo>
                    <a:pt x="3198" y="2974"/>
                  </a:lnTo>
                  <a:lnTo>
                    <a:pt x="3176" y="2963"/>
                  </a:lnTo>
                  <a:lnTo>
                    <a:pt x="3154" y="2949"/>
                  </a:lnTo>
                  <a:lnTo>
                    <a:pt x="3133" y="2930"/>
                  </a:lnTo>
                  <a:lnTo>
                    <a:pt x="3113" y="2909"/>
                  </a:lnTo>
                  <a:lnTo>
                    <a:pt x="3095" y="2886"/>
                  </a:lnTo>
                  <a:lnTo>
                    <a:pt x="3077" y="2858"/>
                  </a:lnTo>
                  <a:lnTo>
                    <a:pt x="3062" y="2828"/>
                  </a:lnTo>
                  <a:lnTo>
                    <a:pt x="3048" y="2796"/>
                  </a:lnTo>
                  <a:lnTo>
                    <a:pt x="3036" y="2762"/>
                  </a:lnTo>
                  <a:lnTo>
                    <a:pt x="3026" y="2725"/>
                  </a:lnTo>
                  <a:lnTo>
                    <a:pt x="3018" y="2686"/>
                  </a:lnTo>
                  <a:lnTo>
                    <a:pt x="3012" y="2647"/>
                  </a:lnTo>
                  <a:lnTo>
                    <a:pt x="3008" y="2604"/>
                  </a:lnTo>
                  <a:lnTo>
                    <a:pt x="3007" y="2562"/>
                  </a:lnTo>
                  <a:lnTo>
                    <a:pt x="3008" y="2520"/>
                  </a:lnTo>
                  <a:lnTo>
                    <a:pt x="3012" y="2478"/>
                  </a:lnTo>
                  <a:lnTo>
                    <a:pt x="3018" y="2438"/>
                  </a:lnTo>
                  <a:lnTo>
                    <a:pt x="3026" y="2400"/>
                  </a:lnTo>
                  <a:lnTo>
                    <a:pt x="3036" y="2363"/>
                  </a:lnTo>
                  <a:lnTo>
                    <a:pt x="3048" y="2329"/>
                  </a:lnTo>
                  <a:lnTo>
                    <a:pt x="3062" y="2296"/>
                  </a:lnTo>
                  <a:lnTo>
                    <a:pt x="3077" y="2267"/>
                  </a:lnTo>
                  <a:lnTo>
                    <a:pt x="3095" y="2240"/>
                  </a:lnTo>
                  <a:lnTo>
                    <a:pt x="3113" y="2215"/>
                  </a:lnTo>
                  <a:lnTo>
                    <a:pt x="3133" y="2194"/>
                  </a:lnTo>
                  <a:lnTo>
                    <a:pt x="3154" y="2176"/>
                  </a:lnTo>
                  <a:lnTo>
                    <a:pt x="3176" y="2162"/>
                  </a:lnTo>
                  <a:lnTo>
                    <a:pt x="3198" y="2152"/>
                  </a:lnTo>
                  <a:lnTo>
                    <a:pt x="3222" y="2146"/>
                  </a:lnTo>
                  <a:lnTo>
                    <a:pt x="3246" y="214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6530" name="Freeform 48"/>
            <p:cNvSpPr>
              <a:spLocks/>
            </p:cNvSpPr>
            <p:nvPr/>
          </p:nvSpPr>
          <p:spPr bwMode="auto">
            <a:xfrm>
              <a:off x="1267" y="1588"/>
              <a:ext cx="87" cy="52"/>
            </a:xfrm>
            <a:custGeom>
              <a:avLst/>
              <a:gdLst>
                <a:gd name="T0" fmla="*/ 3 w 437"/>
                <a:gd name="T1" fmla="*/ 2 h 260"/>
                <a:gd name="T2" fmla="*/ 3 w 437"/>
                <a:gd name="T3" fmla="*/ 2 h 260"/>
                <a:gd name="T4" fmla="*/ 3 w 437"/>
                <a:gd name="T5" fmla="*/ 2 h 260"/>
                <a:gd name="T6" fmla="*/ 3 w 437"/>
                <a:gd name="T7" fmla="*/ 2 h 260"/>
                <a:gd name="T8" fmla="*/ 3 w 437"/>
                <a:gd name="T9" fmla="*/ 1 h 260"/>
                <a:gd name="T10" fmla="*/ 3 w 437"/>
                <a:gd name="T11" fmla="*/ 1 h 260"/>
                <a:gd name="T12" fmla="*/ 3 w 437"/>
                <a:gd name="T13" fmla="*/ 1 h 260"/>
                <a:gd name="T14" fmla="*/ 3 w 437"/>
                <a:gd name="T15" fmla="*/ 1 h 260"/>
                <a:gd name="T16" fmla="*/ 3 w 437"/>
                <a:gd name="T17" fmla="*/ 1 h 260"/>
                <a:gd name="T18" fmla="*/ 2 w 437"/>
                <a:gd name="T19" fmla="*/ 1 h 260"/>
                <a:gd name="T20" fmla="*/ 2 w 437"/>
                <a:gd name="T21" fmla="*/ 0 h 260"/>
                <a:gd name="T22" fmla="*/ 2 w 437"/>
                <a:gd name="T23" fmla="*/ 0 h 260"/>
                <a:gd name="T24" fmla="*/ 2 w 437"/>
                <a:gd name="T25" fmla="*/ 0 h 260"/>
                <a:gd name="T26" fmla="*/ 1 w 437"/>
                <a:gd name="T27" fmla="*/ 0 h 260"/>
                <a:gd name="T28" fmla="*/ 1 w 437"/>
                <a:gd name="T29" fmla="*/ 0 h 260"/>
                <a:gd name="T30" fmla="*/ 1 w 437"/>
                <a:gd name="T31" fmla="*/ 0 h 260"/>
                <a:gd name="T32" fmla="*/ 0 w 437"/>
                <a:gd name="T33" fmla="*/ 0 h 260"/>
                <a:gd name="T34" fmla="*/ 0 w 437"/>
                <a:gd name="T35" fmla="*/ 0 h 260"/>
                <a:gd name="T36" fmla="*/ 0 w 437"/>
                <a:gd name="T37" fmla="*/ 0 h 260"/>
                <a:gd name="T38" fmla="*/ 0 w 437"/>
                <a:gd name="T39" fmla="*/ 0 h 260"/>
                <a:gd name="T40" fmla="*/ 1 w 437"/>
                <a:gd name="T41" fmla="*/ 0 h 260"/>
                <a:gd name="T42" fmla="*/ 1 w 437"/>
                <a:gd name="T43" fmla="*/ 0 h 260"/>
                <a:gd name="T44" fmla="*/ 1 w 437"/>
                <a:gd name="T45" fmla="*/ 0 h 260"/>
                <a:gd name="T46" fmla="*/ 2 w 437"/>
                <a:gd name="T47" fmla="*/ 0 h 260"/>
                <a:gd name="T48" fmla="*/ 2 w 437"/>
                <a:gd name="T49" fmla="*/ 0 h 260"/>
                <a:gd name="T50" fmla="*/ 2 w 437"/>
                <a:gd name="T51" fmla="*/ 1 h 260"/>
                <a:gd name="T52" fmla="*/ 2 w 437"/>
                <a:gd name="T53" fmla="*/ 1 h 260"/>
                <a:gd name="T54" fmla="*/ 3 w 437"/>
                <a:gd name="T55" fmla="*/ 1 h 260"/>
                <a:gd name="T56" fmla="*/ 3 w 437"/>
                <a:gd name="T57" fmla="*/ 1 h 260"/>
                <a:gd name="T58" fmla="*/ 3 w 437"/>
                <a:gd name="T59" fmla="*/ 1 h 260"/>
                <a:gd name="T60" fmla="*/ 3 w 437"/>
                <a:gd name="T61" fmla="*/ 1 h 260"/>
                <a:gd name="T62" fmla="*/ 3 w 437"/>
                <a:gd name="T63" fmla="*/ 1 h 260"/>
                <a:gd name="T64" fmla="*/ 3 w 437"/>
                <a:gd name="T65" fmla="*/ 2 h 260"/>
                <a:gd name="T66" fmla="*/ 3 w 437"/>
                <a:gd name="T67" fmla="*/ 2 h 260"/>
                <a:gd name="T68" fmla="*/ 3 w 437"/>
                <a:gd name="T69" fmla="*/ 2 h 260"/>
                <a:gd name="T70" fmla="*/ 3 w 437"/>
                <a:gd name="T71" fmla="*/ 2 h 260"/>
                <a:gd name="T72" fmla="*/ 3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437" y="260"/>
                  </a:moveTo>
                  <a:lnTo>
                    <a:pt x="437" y="260"/>
                  </a:lnTo>
                  <a:lnTo>
                    <a:pt x="434" y="233"/>
                  </a:lnTo>
                  <a:lnTo>
                    <a:pt x="427" y="206"/>
                  </a:lnTo>
                  <a:lnTo>
                    <a:pt x="417" y="181"/>
                  </a:lnTo>
                  <a:lnTo>
                    <a:pt x="401" y="157"/>
                  </a:lnTo>
                  <a:lnTo>
                    <a:pt x="383" y="133"/>
                  </a:lnTo>
                  <a:lnTo>
                    <a:pt x="360" y="113"/>
                  </a:lnTo>
                  <a:lnTo>
                    <a:pt x="336" y="93"/>
                  </a:lnTo>
                  <a:lnTo>
                    <a:pt x="308" y="73"/>
                  </a:lnTo>
                  <a:lnTo>
                    <a:pt x="276" y="58"/>
                  </a:lnTo>
                  <a:lnTo>
                    <a:pt x="242" y="43"/>
                  </a:lnTo>
                  <a:lnTo>
                    <a:pt x="207" y="30"/>
                  </a:lnTo>
                  <a:lnTo>
                    <a:pt x="168" y="19"/>
                  </a:lnTo>
                  <a:lnTo>
                    <a:pt x="128" y="11"/>
                  </a:lnTo>
                  <a:lnTo>
                    <a:pt x="87" y="4"/>
                  </a:lnTo>
                  <a:lnTo>
                    <a:pt x="43" y="1"/>
                  </a:lnTo>
                  <a:lnTo>
                    <a:pt x="0" y="0"/>
                  </a:lnTo>
                  <a:lnTo>
                    <a:pt x="0" y="11"/>
                  </a:lnTo>
                  <a:lnTo>
                    <a:pt x="43" y="12"/>
                  </a:lnTo>
                  <a:lnTo>
                    <a:pt x="85" y="16"/>
                  </a:lnTo>
                  <a:lnTo>
                    <a:pt x="126" y="23"/>
                  </a:lnTo>
                  <a:lnTo>
                    <a:pt x="166" y="31"/>
                  </a:lnTo>
                  <a:lnTo>
                    <a:pt x="202" y="42"/>
                  </a:lnTo>
                  <a:lnTo>
                    <a:pt x="237" y="55"/>
                  </a:lnTo>
                  <a:lnTo>
                    <a:pt x="271" y="70"/>
                  </a:lnTo>
                  <a:lnTo>
                    <a:pt x="301" y="85"/>
                  </a:lnTo>
                  <a:lnTo>
                    <a:pt x="329" y="103"/>
                  </a:lnTo>
                  <a:lnTo>
                    <a:pt x="353" y="123"/>
                  </a:lnTo>
                  <a:lnTo>
                    <a:pt x="373" y="143"/>
                  </a:lnTo>
                  <a:lnTo>
                    <a:pt x="392" y="164"/>
                  </a:lnTo>
                  <a:lnTo>
                    <a:pt x="405" y="186"/>
                  </a:lnTo>
                  <a:lnTo>
                    <a:pt x="415" y="211"/>
                  </a:lnTo>
                  <a:lnTo>
                    <a:pt x="422" y="235"/>
                  </a:lnTo>
                  <a:lnTo>
                    <a:pt x="425" y="260"/>
                  </a:lnTo>
                  <a:lnTo>
                    <a:pt x="437"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6531" name="Freeform 49"/>
            <p:cNvSpPr>
              <a:spLocks/>
            </p:cNvSpPr>
            <p:nvPr/>
          </p:nvSpPr>
          <p:spPr bwMode="auto">
            <a:xfrm>
              <a:off x="1267" y="1640"/>
              <a:ext cx="87" cy="52"/>
            </a:xfrm>
            <a:custGeom>
              <a:avLst/>
              <a:gdLst>
                <a:gd name="T0" fmla="*/ 0 w 437"/>
                <a:gd name="T1" fmla="*/ 2 h 260"/>
                <a:gd name="T2" fmla="*/ 0 w 437"/>
                <a:gd name="T3" fmla="*/ 2 h 260"/>
                <a:gd name="T4" fmla="*/ 0 w 437"/>
                <a:gd name="T5" fmla="*/ 2 h 260"/>
                <a:gd name="T6" fmla="*/ 1 w 437"/>
                <a:gd name="T7" fmla="*/ 2 h 260"/>
                <a:gd name="T8" fmla="*/ 1 w 437"/>
                <a:gd name="T9" fmla="*/ 2 h 260"/>
                <a:gd name="T10" fmla="*/ 1 w 437"/>
                <a:gd name="T11" fmla="*/ 2 h 260"/>
                <a:gd name="T12" fmla="*/ 2 w 437"/>
                <a:gd name="T13" fmla="*/ 2 h 260"/>
                <a:gd name="T14" fmla="*/ 2 w 437"/>
                <a:gd name="T15" fmla="*/ 2 h 260"/>
                <a:gd name="T16" fmla="*/ 2 w 437"/>
                <a:gd name="T17" fmla="*/ 2 h 260"/>
                <a:gd name="T18" fmla="*/ 2 w 437"/>
                <a:gd name="T19" fmla="*/ 1 h 260"/>
                <a:gd name="T20" fmla="*/ 3 w 437"/>
                <a:gd name="T21" fmla="*/ 1 h 260"/>
                <a:gd name="T22" fmla="*/ 3 w 437"/>
                <a:gd name="T23" fmla="*/ 1 h 260"/>
                <a:gd name="T24" fmla="*/ 3 w 437"/>
                <a:gd name="T25" fmla="*/ 1 h 260"/>
                <a:gd name="T26" fmla="*/ 3 w 437"/>
                <a:gd name="T27" fmla="*/ 1 h 260"/>
                <a:gd name="T28" fmla="*/ 3 w 437"/>
                <a:gd name="T29" fmla="*/ 1 h 260"/>
                <a:gd name="T30" fmla="*/ 3 w 437"/>
                <a:gd name="T31" fmla="*/ 0 h 260"/>
                <a:gd name="T32" fmla="*/ 3 w 437"/>
                <a:gd name="T33" fmla="*/ 0 h 260"/>
                <a:gd name="T34" fmla="*/ 3 w 437"/>
                <a:gd name="T35" fmla="*/ 0 h 260"/>
                <a:gd name="T36" fmla="*/ 3 w 437"/>
                <a:gd name="T37" fmla="*/ 0 h 260"/>
                <a:gd name="T38" fmla="*/ 3 w 437"/>
                <a:gd name="T39" fmla="*/ 0 h 260"/>
                <a:gd name="T40" fmla="*/ 3 w 437"/>
                <a:gd name="T41" fmla="*/ 0 h 260"/>
                <a:gd name="T42" fmla="*/ 3 w 437"/>
                <a:gd name="T43" fmla="*/ 1 h 260"/>
                <a:gd name="T44" fmla="*/ 3 w 437"/>
                <a:gd name="T45" fmla="*/ 1 h 260"/>
                <a:gd name="T46" fmla="*/ 3 w 437"/>
                <a:gd name="T47" fmla="*/ 1 h 260"/>
                <a:gd name="T48" fmla="*/ 3 w 437"/>
                <a:gd name="T49" fmla="*/ 1 h 260"/>
                <a:gd name="T50" fmla="*/ 3 w 437"/>
                <a:gd name="T51" fmla="*/ 1 h 260"/>
                <a:gd name="T52" fmla="*/ 2 w 437"/>
                <a:gd name="T53" fmla="*/ 1 h 260"/>
                <a:gd name="T54" fmla="*/ 2 w 437"/>
                <a:gd name="T55" fmla="*/ 2 h 260"/>
                <a:gd name="T56" fmla="*/ 2 w 437"/>
                <a:gd name="T57" fmla="*/ 2 h 260"/>
                <a:gd name="T58" fmla="*/ 2 w 437"/>
                <a:gd name="T59" fmla="*/ 2 h 260"/>
                <a:gd name="T60" fmla="*/ 1 w 437"/>
                <a:gd name="T61" fmla="*/ 2 h 260"/>
                <a:gd name="T62" fmla="*/ 1 w 437"/>
                <a:gd name="T63" fmla="*/ 2 h 260"/>
                <a:gd name="T64" fmla="*/ 1 w 437"/>
                <a:gd name="T65" fmla="*/ 2 h 260"/>
                <a:gd name="T66" fmla="*/ 0 w 437"/>
                <a:gd name="T67" fmla="*/ 2 h 260"/>
                <a:gd name="T68" fmla="*/ 0 w 437"/>
                <a:gd name="T69" fmla="*/ 2 h 260"/>
                <a:gd name="T70" fmla="*/ 0 w 437"/>
                <a:gd name="T71" fmla="*/ 2 h 260"/>
                <a:gd name="T72" fmla="*/ 0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0" y="260"/>
                  </a:moveTo>
                  <a:lnTo>
                    <a:pt x="0" y="260"/>
                  </a:lnTo>
                  <a:lnTo>
                    <a:pt x="43" y="259"/>
                  </a:lnTo>
                  <a:lnTo>
                    <a:pt x="87" y="255"/>
                  </a:lnTo>
                  <a:lnTo>
                    <a:pt x="128" y="248"/>
                  </a:lnTo>
                  <a:lnTo>
                    <a:pt x="168" y="240"/>
                  </a:lnTo>
                  <a:lnTo>
                    <a:pt x="207" y="230"/>
                  </a:lnTo>
                  <a:lnTo>
                    <a:pt x="242" y="217"/>
                  </a:lnTo>
                  <a:lnTo>
                    <a:pt x="276" y="202"/>
                  </a:lnTo>
                  <a:lnTo>
                    <a:pt x="308" y="185"/>
                  </a:lnTo>
                  <a:lnTo>
                    <a:pt x="336" y="166"/>
                  </a:lnTo>
                  <a:lnTo>
                    <a:pt x="360" y="146"/>
                  </a:lnTo>
                  <a:lnTo>
                    <a:pt x="383" y="125"/>
                  </a:lnTo>
                  <a:lnTo>
                    <a:pt x="401" y="102"/>
                  </a:lnTo>
                  <a:lnTo>
                    <a:pt x="417" y="77"/>
                  </a:lnTo>
                  <a:lnTo>
                    <a:pt x="427" y="53"/>
                  </a:lnTo>
                  <a:lnTo>
                    <a:pt x="434" y="27"/>
                  </a:lnTo>
                  <a:lnTo>
                    <a:pt x="437" y="0"/>
                  </a:lnTo>
                  <a:lnTo>
                    <a:pt x="425" y="0"/>
                  </a:lnTo>
                  <a:lnTo>
                    <a:pt x="422" y="24"/>
                  </a:lnTo>
                  <a:lnTo>
                    <a:pt x="415" y="48"/>
                  </a:lnTo>
                  <a:lnTo>
                    <a:pt x="405" y="73"/>
                  </a:lnTo>
                  <a:lnTo>
                    <a:pt x="392" y="95"/>
                  </a:lnTo>
                  <a:lnTo>
                    <a:pt x="373" y="116"/>
                  </a:lnTo>
                  <a:lnTo>
                    <a:pt x="353" y="137"/>
                  </a:lnTo>
                  <a:lnTo>
                    <a:pt x="329" y="157"/>
                  </a:lnTo>
                  <a:lnTo>
                    <a:pt x="301" y="173"/>
                  </a:lnTo>
                  <a:lnTo>
                    <a:pt x="271" y="190"/>
                  </a:lnTo>
                  <a:lnTo>
                    <a:pt x="237" y="205"/>
                  </a:lnTo>
                  <a:lnTo>
                    <a:pt x="202" y="218"/>
                  </a:lnTo>
                  <a:lnTo>
                    <a:pt x="166" y="228"/>
                  </a:lnTo>
                  <a:lnTo>
                    <a:pt x="126" y="237"/>
                  </a:lnTo>
                  <a:lnTo>
                    <a:pt x="85" y="244"/>
                  </a:lnTo>
                  <a:lnTo>
                    <a:pt x="43" y="247"/>
                  </a:lnTo>
                  <a:lnTo>
                    <a:pt x="0" y="248"/>
                  </a:lnTo>
                  <a:lnTo>
                    <a:pt x="0"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6532" name="Freeform 50"/>
            <p:cNvSpPr>
              <a:spLocks/>
            </p:cNvSpPr>
            <p:nvPr/>
          </p:nvSpPr>
          <p:spPr bwMode="auto">
            <a:xfrm>
              <a:off x="1179" y="1640"/>
              <a:ext cx="88" cy="52"/>
            </a:xfrm>
            <a:custGeom>
              <a:avLst/>
              <a:gdLst>
                <a:gd name="T0" fmla="*/ 0 w 439"/>
                <a:gd name="T1" fmla="*/ 0 h 260"/>
                <a:gd name="T2" fmla="*/ 0 w 439"/>
                <a:gd name="T3" fmla="*/ 0 h 260"/>
                <a:gd name="T4" fmla="*/ 0 w 439"/>
                <a:gd name="T5" fmla="*/ 0 h 260"/>
                <a:gd name="T6" fmla="*/ 0 w 439"/>
                <a:gd name="T7" fmla="*/ 0 h 260"/>
                <a:gd name="T8" fmla="*/ 0 w 439"/>
                <a:gd name="T9" fmla="*/ 1 h 260"/>
                <a:gd name="T10" fmla="*/ 0 w 439"/>
                <a:gd name="T11" fmla="*/ 1 h 260"/>
                <a:gd name="T12" fmla="*/ 0 w 439"/>
                <a:gd name="T13" fmla="*/ 1 h 260"/>
                <a:gd name="T14" fmla="*/ 1 w 439"/>
                <a:gd name="T15" fmla="*/ 1 h 260"/>
                <a:gd name="T16" fmla="*/ 1 w 439"/>
                <a:gd name="T17" fmla="*/ 1 h 260"/>
                <a:gd name="T18" fmla="*/ 1 w 439"/>
                <a:gd name="T19" fmla="*/ 1 h 260"/>
                <a:gd name="T20" fmla="*/ 1 w 439"/>
                <a:gd name="T21" fmla="*/ 2 h 260"/>
                <a:gd name="T22" fmla="*/ 2 w 439"/>
                <a:gd name="T23" fmla="*/ 2 h 260"/>
                <a:gd name="T24" fmla="*/ 2 w 439"/>
                <a:gd name="T25" fmla="*/ 2 h 260"/>
                <a:gd name="T26" fmla="*/ 2 w 439"/>
                <a:gd name="T27" fmla="*/ 2 h 260"/>
                <a:gd name="T28" fmla="*/ 2 w 439"/>
                <a:gd name="T29" fmla="*/ 2 h 260"/>
                <a:gd name="T30" fmla="*/ 3 w 439"/>
                <a:gd name="T31" fmla="*/ 2 h 260"/>
                <a:gd name="T32" fmla="*/ 3 w 439"/>
                <a:gd name="T33" fmla="*/ 2 h 260"/>
                <a:gd name="T34" fmla="*/ 4 w 439"/>
                <a:gd name="T35" fmla="*/ 2 h 260"/>
                <a:gd name="T36" fmla="*/ 4 w 439"/>
                <a:gd name="T37" fmla="*/ 2 h 260"/>
                <a:gd name="T38" fmla="*/ 3 w 439"/>
                <a:gd name="T39" fmla="*/ 2 h 260"/>
                <a:gd name="T40" fmla="*/ 3 w 439"/>
                <a:gd name="T41" fmla="*/ 2 h 260"/>
                <a:gd name="T42" fmla="*/ 3 w 439"/>
                <a:gd name="T43" fmla="*/ 2 h 260"/>
                <a:gd name="T44" fmla="*/ 2 w 439"/>
                <a:gd name="T45" fmla="*/ 2 h 260"/>
                <a:gd name="T46" fmla="*/ 2 w 439"/>
                <a:gd name="T47" fmla="*/ 2 h 260"/>
                <a:gd name="T48" fmla="*/ 2 w 439"/>
                <a:gd name="T49" fmla="*/ 2 h 260"/>
                <a:gd name="T50" fmla="*/ 1 w 439"/>
                <a:gd name="T51" fmla="*/ 2 h 260"/>
                <a:gd name="T52" fmla="*/ 1 w 439"/>
                <a:gd name="T53" fmla="*/ 1 h 260"/>
                <a:gd name="T54" fmla="*/ 1 w 439"/>
                <a:gd name="T55" fmla="*/ 1 h 260"/>
                <a:gd name="T56" fmla="*/ 1 w 439"/>
                <a:gd name="T57" fmla="*/ 1 h 260"/>
                <a:gd name="T58" fmla="*/ 1 w 439"/>
                <a:gd name="T59" fmla="*/ 1 h 260"/>
                <a:gd name="T60" fmla="*/ 0 w 439"/>
                <a:gd name="T61" fmla="*/ 1 h 260"/>
                <a:gd name="T62" fmla="*/ 0 w 439"/>
                <a:gd name="T63" fmla="*/ 1 h 260"/>
                <a:gd name="T64" fmla="*/ 0 w 439"/>
                <a:gd name="T65" fmla="*/ 0 h 260"/>
                <a:gd name="T66" fmla="*/ 0 w 439"/>
                <a:gd name="T67" fmla="*/ 0 h 260"/>
                <a:gd name="T68" fmla="*/ 0 w 439"/>
                <a:gd name="T69" fmla="*/ 0 h 260"/>
                <a:gd name="T70" fmla="*/ 0 w 439"/>
                <a:gd name="T71" fmla="*/ 0 h 260"/>
                <a:gd name="T72" fmla="*/ 0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0" y="0"/>
                  </a:moveTo>
                  <a:lnTo>
                    <a:pt x="0" y="0"/>
                  </a:lnTo>
                  <a:lnTo>
                    <a:pt x="3" y="27"/>
                  </a:lnTo>
                  <a:lnTo>
                    <a:pt x="10" y="53"/>
                  </a:lnTo>
                  <a:lnTo>
                    <a:pt x="20" y="77"/>
                  </a:lnTo>
                  <a:lnTo>
                    <a:pt x="35" y="102"/>
                  </a:lnTo>
                  <a:lnTo>
                    <a:pt x="54" y="125"/>
                  </a:lnTo>
                  <a:lnTo>
                    <a:pt x="76" y="146"/>
                  </a:lnTo>
                  <a:lnTo>
                    <a:pt x="102" y="166"/>
                  </a:lnTo>
                  <a:lnTo>
                    <a:pt x="130" y="185"/>
                  </a:lnTo>
                  <a:lnTo>
                    <a:pt x="162" y="202"/>
                  </a:lnTo>
                  <a:lnTo>
                    <a:pt x="195" y="217"/>
                  </a:lnTo>
                  <a:lnTo>
                    <a:pt x="231" y="230"/>
                  </a:lnTo>
                  <a:lnTo>
                    <a:pt x="270" y="240"/>
                  </a:lnTo>
                  <a:lnTo>
                    <a:pt x="310" y="248"/>
                  </a:lnTo>
                  <a:lnTo>
                    <a:pt x="351" y="255"/>
                  </a:lnTo>
                  <a:lnTo>
                    <a:pt x="395" y="259"/>
                  </a:lnTo>
                  <a:lnTo>
                    <a:pt x="439" y="260"/>
                  </a:lnTo>
                  <a:lnTo>
                    <a:pt x="439" y="248"/>
                  </a:lnTo>
                  <a:lnTo>
                    <a:pt x="395" y="247"/>
                  </a:lnTo>
                  <a:lnTo>
                    <a:pt x="353" y="244"/>
                  </a:lnTo>
                  <a:lnTo>
                    <a:pt x="312" y="237"/>
                  </a:lnTo>
                  <a:lnTo>
                    <a:pt x="272" y="228"/>
                  </a:lnTo>
                  <a:lnTo>
                    <a:pt x="236" y="218"/>
                  </a:lnTo>
                  <a:lnTo>
                    <a:pt x="200" y="205"/>
                  </a:lnTo>
                  <a:lnTo>
                    <a:pt x="167" y="190"/>
                  </a:lnTo>
                  <a:lnTo>
                    <a:pt x="137" y="173"/>
                  </a:lnTo>
                  <a:lnTo>
                    <a:pt x="109" y="157"/>
                  </a:lnTo>
                  <a:lnTo>
                    <a:pt x="84" y="137"/>
                  </a:lnTo>
                  <a:lnTo>
                    <a:pt x="64" y="116"/>
                  </a:lnTo>
                  <a:lnTo>
                    <a:pt x="45" y="95"/>
                  </a:lnTo>
                  <a:lnTo>
                    <a:pt x="32" y="73"/>
                  </a:lnTo>
                  <a:lnTo>
                    <a:pt x="21" y="48"/>
                  </a:lnTo>
                  <a:lnTo>
                    <a:pt x="14" y="24"/>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6533" name="Freeform 51"/>
            <p:cNvSpPr>
              <a:spLocks/>
            </p:cNvSpPr>
            <p:nvPr/>
          </p:nvSpPr>
          <p:spPr bwMode="auto">
            <a:xfrm>
              <a:off x="1179" y="1588"/>
              <a:ext cx="88" cy="52"/>
            </a:xfrm>
            <a:custGeom>
              <a:avLst/>
              <a:gdLst>
                <a:gd name="T0" fmla="*/ 4 w 439"/>
                <a:gd name="T1" fmla="*/ 0 h 260"/>
                <a:gd name="T2" fmla="*/ 4 w 439"/>
                <a:gd name="T3" fmla="*/ 0 h 260"/>
                <a:gd name="T4" fmla="*/ 3 w 439"/>
                <a:gd name="T5" fmla="*/ 0 h 260"/>
                <a:gd name="T6" fmla="*/ 3 w 439"/>
                <a:gd name="T7" fmla="*/ 0 h 260"/>
                <a:gd name="T8" fmla="*/ 2 w 439"/>
                <a:gd name="T9" fmla="*/ 0 h 260"/>
                <a:gd name="T10" fmla="*/ 2 w 439"/>
                <a:gd name="T11" fmla="*/ 0 h 260"/>
                <a:gd name="T12" fmla="*/ 2 w 439"/>
                <a:gd name="T13" fmla="*/ 0 h 260"/>
                <a:gd name="T14" fmla="*/ 2 w 439"/>
                <a:gd name="T15" fmla="*/ 0 h 260"/>
                <a:gd name="T16" fmla="*/ 1 w 439"/>
                <a:gd name="T17" fmla="*/ 0 h 260"/>
                <a:gd name="T18" fmla="*/ 1 w 439"/>
                <a:gd name="T19" fmla="*/ 1 h 260"/>
                <a:gd name="T20" fmla="*/ 1 w 439"/>
                <a:gd name="T21" fmla="*/ 1 h 260"/>
                <a:gd name="T22" fmla="*/ 1 w 439"/>
                <a:gd name="T23" fmla="*/ 1 h 260"/>
                <a:gd name="T24" fmla="*/ 0 w 439"/>
                <a:gd name="T25" fmla="*/ 1 h 260"/>
                <a:gd name="T26" fmla="*/ 0 w 439"/>
                <a:gd name="T27" fmla="*/ 1 h 260"/>
                <a:gd name="T28" fmla="*/ 0 w 439"/>
                <a:gd name="T29" fmla="*/ 1 h 260"/>
                <a:gd name="T30" fmla="*/ 0 w 439"/>
                <a:gd name="T31" fmla="*/ 2 h 260"/>
                <a:gd name="T32" fmla="*/ 0 w 439"/>
                <a:gd name="T33" fmla="*/ 2 h 260"/>
                <a:gd name="T34" fmla="*/ 0 w 439"/>
                <a:gd name="T35" fmla="*/ 2 h 260"/>
                <a:gd name="T36" fmla="*/ 0 w 439"/>
                <a:gd name="T37" fmla="*/ 2 h 260"/>
                <a:gd name="T38" fmla="*/ 0 w 439"/>
                <a:gd name="T39" fmla="*/ 2 h 260"/>
                <a:gd name="T40" fmla="*/ 0 w 439"/>
                <a:gd name="T41" fmla="*/ 2 h 260"/>
                <a:gd name="T42" fmla="*/ 0 w 439"/>
                <a:gd name="T43" fmla="*/ 1 h 260"/>
                <a:gd name="T44" fmla="*/ 0 w 439"/>
                <a:gd name="T45" fmla="*/ 1 h 260"/>
                <a:gd name="T46" fmla="*/ 1 w 439"/>
                <a:gd name="T47" fmla="*/ 1 h 260"/>
                <a:gd name="T48" fmla="*/ 1 w 439"/>
                <a:gd name="T49" fmla="*/ 1 h 260"/>
                <a:gd name="T50" fmla="*/ 1 w 439"/>
                <a:gd name="T51" fmla="*/ 1 h 260"/>
                <a:gd name="T52" fmla="*/ 1 w 439"/>
                <a:gd name="T53" fmla="*/ 1 h 260"/>
                <a:gd name="T54" fmla="*/ 1 w 439"/>
                <a:gd name="T55" fmla="*/ 1 h 260"/>
                <a:gd name="T56" fmla="*/ 2 w 439"/>
                <a:gd name="T57" fmla="*/ 0 h 260"/>
                <a:gd name="T58" fmla="*/ 2 w 439"/>
                <a:gd name="T59" fmla="*/ 0 h 260"/>
                <a:gd name="T60" fmla="*/ 2 w 439"/>
                <a:gd name="T61" fmla="*/ 0 h 260"/>
                <a:gd name="T62" fmla="*/ 3 w 439"/>
                <a:gd name="T63" fmla="*/ 0 h 260"/>
                <a:gd name="T64" fmla="*/ 3 w 439"/>
                <a:gd name="T65" fmla="*/ 0 h 260"/>
                <a:gd name="T66" fmla="*/ 3 w 439"/>
                <a:gd name="T67" fmla="*/ 0 h 260"/>
                <a:gd name="T68" fmla="*/ 4 w 439"/>
                <a:gd name="T69" fmla="*/ 0 h 260"/>
                <a:gd name="T70" fmla="*/ 4 w 439"/>
                <a:gd name="T71" fmla="*/ 0 h 260"/>
                <a:gd name="T72" fmla="*/ 4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439" y="0"/>
                  </a:moveTo>
                  <a:lnTo>
                    <a:pt x="439" y="0"/>
                  </a:lnTo>
                  <a:lnTo>
                    <a:pt x="395" y="1"/>
                  </a:lnTo>
                  <a:lnTo>
                    <a:pt x="351" y="4"/>
                  </a:lnTo>
                  <a:lnTo>
                    <a:pt x="310" y="11"/>
                  </a:lnTo>
                  <a:lnTo>
                    <a:pt x="270" y="19"/>
                  </a:lnTo>
                  <a:lnTo>
                    <a:pt x="231" y="30"/>
                  </a:lnTo>
                  <a:lnTo>
                    <a:pt x="195" y="43"/>
                  </a:lnTo>
                  <a:lnTo>
                    <a:pt x="162" y="58"/>
                  </a:lnTo>
                  <a:lnTo>
                    <a:pt x="130" y="73"/>
                  </a:lnTo>
                  <a:lnTo>
                    <a:pt x="102" y="93"/>
                  </a:lnTo>
                  <a:lnTo>
                    <a:pt x="76" y="113"/>
                  </a:lnTo>
                  <a:lnTo>
                    <a:pt x="54" y="133"/>
                  </a:lnTo>
                  <a:lnTo>
                    <a:pt x="35" y="157"/>
                  </a:lnTo>
                  <a:lnTo>
                    <a:pt x="20" y="181"/>
                  </a:lnTo>
                  <a:lnTo>
                    <a:pt x="10" y="206"/>
                  </a:lnTo>
                  <a:lnTo>
                    <a:pt x="3" y="233"/>
                  </a:lnTo>
                  <a:lnTo>
                    <a:pt x="0" y="260"/>
                  </a:lnTo>
                  <a:lnTo>
                    <a:pt x="12" y="260"/>
                  </a:lnTo>
                  <a:lnTo>
                    <a:pt x="14" y="235"/>
                  </a:lnTo>
                  <a:lnTo>
                    <a:pt x="21" y="211"/>
                  </a:lnTo>
                  <a:lnTo>
                    <a:pt x="32" y="186"/>
                  </a:lnTo>
                  <a:lnTo>
                    <a:pt x="45" y="164"/>
                  </a:lnTo>
                  <a:lnTo>
                    <a:pt x="64" y="143"/>
                  </a:lnTo>
                  <a:lnTo>
                    <a:pt x="84" y="123"/>
                  </a:lnTo>
                  <a:lnTo>
                    <a:pt x="109" y="103"/>
                  </a:lnTo>
                  <a:lnTo>
                    <a:pt x="137" y="85"/>
                  </a:lnTo>
                  <a:lnTo>
                    <a:pt x="167" y="70"/>
                  </a:lnTo>
                  <a:lnTo>
                    <a:pt x="200" y="55"/>
                  </a:lnTo>
                  <a:lnTo>
                    <a:pt x="236" y="42"/>
                  </a:lnTo>
                  <a:lnTo>
                    <a:pt x="272" y="31"/>
                  </a:lnTo>
                  <a:lnTo>
                    <a:pt x="312" y="23"/>
                  </a:lnTo>
                  <a:lnTo>
                    <a:pt x="353" y="16"/>
                  </a:lnTo>
                  <a:lnTo>
                    <a:pt x="395" y="12"/>
                  </a:lnTo>
                  <a:lnTo>
                    <a:pt x="439" y="11"/>
                  </a:lnTo>
                  <a:lnTo>
                    <a:pt x="439"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6534" name="Freeform 52"/>
            <p:cNvSpPr>
              <a:spLocks/>
            </p:cNvSpPr>
            <p:nvPr/>
          </p:nvSpPr>
          <p:spPr bwMode="auto">
            <a:xfrm>
              <a:off x="964" y="1745"/>
              <a:ext cx="48" cy="85"/>
            </a:xfrm>
            <a:custGeom>
              <a:avLst/>
              <a:gdLst>
                <a:gd name="T0" fmla="*/ 2 w 244"/>
                <a:gd name="T1" fmla="*/ 3 h 426"/>
                <a:gd name="T2" fmla="*/ 2 w 244"/>
                <a:gd name="T3" fmla="*/ 3 h 426"/>
                <a:gd name="T4" fmla="*/ 2 w 244"/>
                <a:gd name="T5" fmla="*/ 3 h 426"/>
                <a:gd name="T6" fmla="*/ 2 w 244"/>
                <a:gd name="T7" fmla="*/ 3 h 426"/>
                <a:gd name="T8" fmla="*/ 2 w 244"/>
                <a:gd name="T9" fmla="*/ 2 h 426"/>
                <a:gd name="T10" fmla="*/ 2 w 244"/>
                <a:gd name="T11" fmla="*/ 2 h 426"/>
                <a:gd name="T12" fmla="*/ 2 w 244"/>
                <a:gd name="T13" fmla="*/ 2 h 426"/>
                <a:gd name="T14" fmla="*/ 2 w 244"/>
                <a:gd name="T15" fmla="*/ 2 h 426"/>
                <a:gd name="T16" fmla="*/ 1 w 244"/>
                <a:gd name="T17" fmla="*/ 1 h 426"/>
                <a:gd name="T18" fmla="*/ 1 w 244"/>
                <a:gd name="T19" fmla="*/ 1 h 426"/>
                <a:gd name="T20" fmla="*/ 1 w 244"/>
                <a:gd name="T21" fmla="*/ 1 h 426"/>
                <a:gd name="T22" fmla="*/ 1 w 244"/>
                <a:gd name="T23" fmla="*/ 1 h 426"/>
                <a:gd name="T24" fmla="*/ 1 w 244"/>
                <a:gd name="T25" fmla="*/ 0 h 426"/>
                <a:gd name="T26" fmla="*/ 1 w 244"/>
                <a:gd name="T27" fmla="*/ 0 h 426"/>
                <a:gd name="T28" fmla="*/ 1 w 244"/>
                <a:gd name="T29" fmla="*/ 0 h 426"/>
                <a:gd name="T30" fmla="*/ 0 w 244"/>
                <a:gd name="T31" fmla="*/ 0 h 426"/>
                <a:gd name="T32" fmla="*/ 0 w 244"/>
                <a:gd name="T33" fmla="*/ 0 h 426"/>
                <a:gd name="T34" fmla="*/ 0 w 244"/>
                <a:gd name="T35" fmla="*/ 0 h 426"/>
                <a:gd name="T36" fmla="*/ 0 w 244"/>
                <a:gd name="T37" fmla="*/ 0 h 426"/>
                <a:gd name="T38" fmla="*/ 0 w 244"/>
                <a:gd name="T39" fmla="*/ 0 h 426"/>
                <a:gd name="T40" fmla="*/ 0 w 244"/>
                <a:gd name="T41" fmla="*/ 0 h 426"/>
                <a:gd name="T42" fmla="*/ 1 w 244"/>
                <a:gd name="T43" fmla="*/ 0 h 426"/>
                <a:gd name="T44" fmla="*/ 1 w 244"/>
                <a:gd name="T45" fmla="*/ 0 h 426"/>
                <a:gd name="T46" fmla="*/ 1 w 244"/>
                <a:gd name="T47" fmla="*/ 0 h 426"/>
                <a:gd name="T48" fmla="*/ 1 w 244"/>
                <a:gd name="T49" fmla="*/ 1 h 426"/>
                <a:gd name="T50" fmla="*/ 1 w 244"/>
                <a:gd name="T51" fmla="*/ 1 h 426"/>
                <a:gd name="T52" fmla="*/ 1 w 244"/>
                <a:gd name="T53" fmla="*/ 1 h 426"/>
                <a:gd name="T54" fmla="*/ 1 w 244"/>
                <a:gd name="T55" fmla="*/ 1 h 426"/>
                <a:gd name="T56" fmla="*/ 1 w 244"/>
                <a:gd name="T57" fmla="*/ 2 h 426"/>
                <a:gd name="T58" fmla="*/ 2 w 244"/>
                <a:gd name="T59" fmla="*/ 2 h 426"/>
                <a:gd name="T60" fmla="*/ 2 w 244"/>
                <a:gd name="T61" fmla="*/ 2 h 426"/>
                <a:gd name="T62" fmla="*/ 2 w 244"/>
                <a:gd name="T63" fmla="*/ 2 h 426"/>
                <a:gd name="T64" fmla="*/ 2 w 244"/>
                <a:gd name="T65" fmla="*/ 3 h 426"/>
                <a:gd name="T66" fmla="*/ 2 w 244"/>
                <a:gd name="T67" fmla="*/ 3 h 426"/>
                <a:gd name="T68" fmla="*/ 2 w 244"/>
                <a:gd name="T69" fmla="*/ 3 h 426"/>
                <a:gd name="T70" fmla="*/ 2 w 244"/>
                <a:gd name="T71" fmla="*/ 3 h 426"/>
                <a:gd name="T72" fmla="*/ 2 w 244"/>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6"/>
                <a:gd name="T113" fmla="*/ 244 w 244"/>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6">
                  <a:moveTo>
                    <a:pt x="244" y="426"/>
                  </a:moveTo>
                  <a:lnTo>
                    <a:pt x="244" y="426"/>
                  </a:lnTo>
                  <a:lnTo>
                    <a:pt x="243" y="383"/>
                  </a:lnTo>
                  <a:lnTo>
                    <a:pt x="240" y="340"/>
                  </a:lnTo>
                  <a:lnTo>
                    <a:pt x="234" y="300"/>
                  </a:lnTo>
                  <a:lnTo>
                    <a:pt x="226" y="262"/>
                  </a:lnTo>
                  <a:lnTo>
                    <a:pt x="215" y="224"/>
                  </a:lnTo>
                  <a:lnTo>
                    <a:pt x="203" y="189"/>
                  </a:lnTo>
                  <a:lnTo>
                    <a:pt x="189" y="157"/>
                  </a:lnTo>
                  <a:lnTo>
                    <a:pt x="174" y="126"/>
                  </a:lnTo>
                  <a:lnTo>
                    <a:pt x="155" y="99"/>
                  </a:lnTo>
                  <a:lnTo>
                    <a:pt x="138" y="74"/>
                  </a:lnTo>
                  <a:lnTo>
                    <a:pt x="118" y="52"/>
                  </a:lnTo>
                  <a:lnTo>
                    <a:pt x="96" y="34"/>
                  </a:lnTo>
                  <a:lnTo>
                    <a:pt x="73" y="19"/>
                  </a:lnTo>
                  <a:lnTo>
                    <a:pt x="50" y="8"/>
                  </a:lnTo>
                  <a:lnTo>
                    <a:pt x="25" y="2"/>
                  </a:lnTo>
                  <a:lnTo>
                    <a:pt x="0" y="0"/>
                  </a:lnTo>
                  <a:lnTo>
                    <a:pt x="0" y="12"/>
                  </a:lnTo>
                  <a:lnTo>
                    <a:pt x="23" y="14"/>
                  </a:lnTo>
                  <a:lnTo>
                    <a:pt x="45" y="20"/>
                  </a:lnTo>
                  <a:lnTo>
                    <a:pt x="66" y="31"/>
                  </a:lnTo>
                  <a:lnTo>
                    <a:pt x="89" y="43"/>
                  </a:lnTo>
                  <a:lnTo>
                    <a:pt x="109" y="61"/>
                  </a:lnTo>
                  <a:lnTo>
                    <a:pt x="129" y="81"/>
                  </a:lnTo>
                  <a:lnTo>
                    <a:pt x="146" y="106"/>
                  </a:lnTo>
                  <a:lnTo>
                    <a:pt x="162" y="133"/>
                  </a:lnTo>
                  <a:lnTo>
                    <a:pt x="178" y="162"/>
                  </a:lnTo>
                  <a:lnTo>
                    <a:pt x="192" y="194"/>
                  </a:lnTo>
                  <a:lnTo>
                    <a:pt x="203" y="229"/>
                  </a:lnTo>
                  <a:lnTo>
                    <a:pt x="214" y="264"/>
                  </a:lnTo>
                  <a:lnTo>
                    <a:pt x="222" y="303"/>
                  </a:lnTo>
                  <a:lnTo>
                    <a:pt x="228" y="342"/>
                  </a:lnTo>
                  <a:lnTo>
                    <a:pt x="232" y="383"/>
                  </a:lnTo>
                  <a:lnTo>
                    <a:pt x="233" y="426"/>
                  </a:lnTo>
                  <a:lnTo>
                    <a:pt x="244"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6535" name="Freeform 53"/>
            <p:cNvSpPr>
              <a:spLocks/>
            </p:cNvSpPr>
            <p:nvPr/>
          </p:nvSpPr>
          <p:spPr bwMode="auto">
            <a:xfrm>
              <a:off x="964" y="1830"/>
              <a:ext cx="48" cy="85"/>
            </a:xfrm>
            <a:custGeom>
              <a:avLst/>
              <a:gdLst>
                <a:gd name="T0" fmla="*/ 0 w 244"/>
                <a:gd name="T1" fmla="*/ 3 h 424"/>
                <a:gd name="T2" fmla="*/ 0 w 244"/>
                <a:gd name="T3" fmla="*/ 3 h 424"/>
                <a:gd name="T4" fmla="*/ 0 w 244"/>
                <a:gd name="T5" fmla="*/ 3 h 424"/>
                <a:gd name="T6" fmla="*/ 0 w 244"/>
                <a:gd name="T7" fmla="*/ 3 h 424"/>
                <a:gd name="T8" fmla="*/ 1 w 244"/>
                <a:gd name="T9" fmla="*/ 3 h 424"/>
                <a:gd name="T10" fmla="*/ 1 w 244"/>
                <a:gd name="T11" fmla="*/ 3 h 424"/>
                <a:gd name="T12" fmla="*/ 1 w 244"/>
                <a:gd name="T13" fmla="*/ 3 h 424"/>
                <a:gd name="T14" fmla="*/ 1 w 244"/>
                <a:gd name="T15" fmla="*/ 3 h 424"/>
                <a:gd name="T16" fmla="*/ 1 w 244"/>
                <a:gd name="T17" fmla="*/ 3 h 424"/>
                <a:gd name="T18" fmla="*/ 1 w 244"/>
                <a:gd name="T19" fmla="*/ 2 h 424"/>
                <a:gd name="T20" fmla="*/ 1 w 244"/>
                <a:gd name="T21" fmla="*/ 2 h 424"/>
                <a:gd name="T22" fmla="*/ 2 w 244"/>
                <a:gd name="T23" fmla="*/ 2 h 424"/>
                <a:gd name="T24" fmla="*/ 2 w 244"/>
                <a:gd name="T25" fmla="*/ 2 h 424"/>
                <a:gd name="T26" fmla="*/ 2 w 244"/>
                <a:gd name="T27" fmla="*/ 1 h 424"/>
                <a:gd name="T28" fmla="*/ 2 w 244"/>
                <a:gd name="T29" fmla="*/ 1 h 424"/>
                <a:gd name="T30" fmla="*/ 2 w 244"/>
                <a:gd name="T31" fmla="*/ 1 h 424"/>
                <a:gd name="T32" fmla="*/ 2 w 244"/>
                <a:gd name="T33" fmla="*/ 0 h 424"/>
                <a:gd name="T34" fmla="*/ 2 w 244"/>
                <a:gd name="T35" fmla="*/ 0 h 424"/>
                <a:gd name="T36" fmla="*/ 2 w 244"/>
                <a:gd name="T37" fmla="*/ 0 h 424"/>
                <a:gd name="T38" fmla="*/ 2 w 244"/>
                <a:gd name="T39" fmla="*/ 0 h 424"/>
                <a:gd name="T40" fmla="*/ 2 w 244"/>
                <a:gd name="T41" fmla="*/ 1 h 424"/>
                <a:gd name="T42" fmla="*/ 2 w 244"/>
                <a:gd name="T43" fmla="*/ 1 h 424"/>
                <a:gd name="T44" fmla="*/ 2 w 244"/>
                <a:gd name="T45" fmla="*/ 1 h 424"/>
                <a:gd name="T46" fmla="*/ 2 w 244"/>
                <a:gd name="T47" fmla="*/ 2 h 424"/>
                <a:gd name="T48" fmla="*/ 1 w 244"/>
                <a:gd name="T49" fmla="*/ 2 h 424"/>
                <a:gd name="T50" fmla="*/ 1 w 244"/>
                <a:gd name="T51" fmla="*/ 2 h 424"/>
                <a:gd name="T52" fmla="*/ 1 w 244"/>
                <a:gd name="T53" fmla="*/ 2 h 424"/>
                <a:gd name="T54" fmla="*/ 1 w 244"/>
                <a:gd name="T55" fmla="*/ 3 h 424"/>
                <a:gd name="T56" fmla="*/ 1 w 244"/>
                <a:gd name="T57" fmla="*/ 3 h 424"/>
                <a:gd name="T58" fmla="*/ 1 w 244"/>
                <a:gd name="T59" fmla="*/ 3 h 424"/>
                <a:gd name="T60" fmla="*/ 1 w 244"/>
                <a:gd name="T61" fmla="*/ 3 h 424"/>
                <a:gd name="T62" fmla="*/ 1 w 244"/>
                <a:gd name="T63" fmla="*/ 3 h 424"/>
                <a:gd name="T64" fmla="*/ 0 w 244"/>
                <a:gd name="T65" fmla="*/ 3 h 424"/>
                <a:gd name="T66" fmla="*/ 0 w 244"/>
                <a:gd name="T67" fmla="*/ 3 h 424"/>
                <a:gd name="T68" fmla="*/ 0 w 244"/>
                <a:gd name="T69" fmla="*/ 3 h 424"/>
                <a:gd name="T70" fmla="*/ 0 w 244"/>
                <a:gd name="T71" fmla="*/ 3 h 424"/>
                <a:gd name="T72" fmla="*/ 0 w 244"/>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4"/>
                <a:gd name="T113" fmla="*/ 244 w 244"/>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4">
                  <a:moveTo>
                    <a:pt x="0" y="424"/>
                  </a:moveTo>
                  <a:lnTo>
                    <a:pt x="0" y="424"/>
                  </a:lnTo>
                  <a:lnTo>
                    <a:pt x="25" y="422"/>
                  </a:lnTo>
                  <a:lnTo>
                    <a:pt x="50" y="416"/>
                  </a:lnTo>
                  <a:lnTo>
                    <a:pt x="73" y="405"/>
                  </a:lnTo>
                  <a:lnTo>
                    <a:pt x="96" y="390"/>
                  </a:lnTo>
                  <a:lnTo>
                    <a:pt x="118" y="373"/>
                  </a:lnTo>
                  <a:lnTo>
                    <a:pt x="138" y="350"/>
                  </a:lnTo>
                  <a:lnTo>
                    <a:pt x="155" y="326"/>
                  </a:lnTo>
                  <a:lnTo>
                    <a:pt x="173" y="299"/>
                  </a:lnTo>
                  <a:lnTo>
                    <a:pt x="189" y="268"/>
                  </a:lnTo>
                  <a:lnTo>
                    <a:pt x="203" y="235"/>
                  </a:lnTo>
                  <a:lnTo>
                    <a:pt x="215" y="201"/>
                  </a:lnTo>
                  <a:lnTo>
                    <a:pt x="226" y="163"/>
                  </a:lnTo>
                  <a:lnTo>
                    <a:pt x="234" y="125"/>
                  </a:lnTo>
                  <a:lnTo>
                    <a:pt x="240" y="85"/>
                  </a:lnTo>
                  <a:lnTo>
                    <a:pt x="243" y="42"/>
                  </a:lnTo>
                  <a:lnTo>
                    <a:pt x="244" y="0"/>
                  </a:lnTo>
                  <a:lnTo>
                    <a:pt x="233" y="0"/>
                  </a:lnTo>
                  <a:lnTo>
                    <a:pt x="232" y="42"/>
                  </a:lnTo>
                  <a:lnTo>
                    <a:pt x="228" y="83"/>
                  </a:lnTo>
                  <a:lnTo>
                    <a:pt x="222" y="123"/>
                  </a:lnTo>
                  <a:lnTo>
                    <a:pt x="214" y="160"/>
                  </a:lnTo>
                  <a:lnTo>
                    <a:pt x="203" y="197"/>
                  </a:lnTo>
                  <a:lnTo>
                    <a:pt x="192" y="231"/>
                  </a:lnTo>
                  <a:lnTo>
                    <a:pt x="178" y="263"/>
                  </a:lnTo>
                  <a:lnTo>
                    <a:pt x="164" y="292"/>
                  </a:lnTo>
                  <a:lnTo>
                    <a:pt x="146" y="319"/>
                  </a:lnTo>
                  <a:lnTo>
                    <a:pt x="129" y="343"/>
                  </a:lnTo>
                  <a:lnTo>
                    <a:pt x="109" y="363"/>
                  </a:lnTo>
                  <a:lnTo>
                    <a:pt x="89" y="381"/>
                  </a:lnTo>
                  <a:lnTo>
                    <a:pt x="66" y="394"/>
                  </a:lnTo>
                  <a:lnTo>
                    <a:pt x="45" y="404"/>
                  </a:lnTo>
                  <a:lnTo>
                    <a:pt x="23" y="410"/>
                  </a:lnTo>
                  <a:lnTo>
                    <a:pt x="0" y="412"/>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6536" name="Freeform 54"/>
            <p:cNvSpPr>
              <a:spLocks/>
            </p:cNvSpPr>
            <p:nvPr/>
          </p:nvSpPr>
          <p:spPr bwMode="auto">
            <a:xfrm>
              <a:off x="915" y="1830"/>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1" y="42"/>
                  </a:lnTo>
                  <a:lnTo>
                    <a:pt x="4" y="85"/>
                  </a:lnTo>
                  <a:lnTo>
                    <a:pt x="10" y="125"/>
                  </a:lnTo>
                  <a:lnTo>
                    <a:pt x="19" y="163"/>
                  </a:lnTo>
                  <a:lnTo>
                    <a:pt x="29" y="201"/>
                  </a:lnTo>
                  <a:lnTo>
                    <a:pt x="41" y="235"/>
                  </a:lnTo>
                  <a:lnTo>
                    <a:pt x="55" y="268"/>
                  </a:lnTo>
                  <a:lnTo>
                    <a:pt x="71" y="299"/>
                  </a:lnTo>
                  <a:lnTo>
                    <a:pt x="89" y="326"/>
                  </a:lnTo>
                  <a:lnTo>
                    <a:pt x="106" y="350"/>
                  </a:lnTo>
                  <a:lnTo>
                    <a:pt x="126" y="373"/>
                  </a:lnTo>
                  <a:lnTo>
                    <a:pt x="149" y="390"/>
                  </a:lnTo>
                  <a:lnTo>
                    <a:pt x="171" y="405"/>
                  </a:lnTo>
                  <a:lnTo>
                    <a:pt x="194" y="416"/>
                  </a:lnTo>
                  <a:lnTo>
                    <a:pt x="219" y="422"/>
                  </a:lnTo>
                  <a:lnTo>
                    <a:pt x="245" y="424"/>
                  </a:lnTo>
                  <a:lnTo>
                    <a:pt x="245" y="412"/>
                  </a:lnTo>
                  <a:lnTo>
                    <a:pt x="221" y="410"/>
                  </a:lnTo>
                  <a:lnTo>
                    <a:pt x="199" y="404"/>
                  </a:lnTo>
                  <a:lnTo>
                    <a:pt x="178" y="394"/>
                  </a:lnTo>
                  <a:lnTo>
                    <a:pt x="156" y="381"/>
                  </a:lnTo>
                  <a:lnTo>
                    <a:pt x="136" y="363"/>
                  </a:lnTo>
                  <a:lnTo>
                    <a:pt x="116" y="343"/>
                  </a:lnTo>
                  <a:lnTo>
                    <a:pt x="98" y="319"/>
                  </a:lnTo>
                  <a:lnTo>
                    <a:pt x="81" y="292"/>
                  </a:lnTo>
                  <a:lnTo>
                    <a:pt x="67" y="263"/>
                  </a:lnTo>
                  <a:lnTo>
                    <a:pt x="52" y="231"/>
                  </a:lnTo>
                  <a:lnTo>
                    <a:pt x="41" y="197"/>
                  </a:lnTo>
                  <a:lnTo>
                    <a:pt x="30" y="160"/>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6537" name="Freeform 55"/>
            <p:cNvSpPr>
              <a:spLocks/>
            </p:cNvSpPr>
            <p:nvPr/>
          </p:nvSpPr>
          <p:spPr bwMode="auto">
            <a:xfrm>
              <a:off x="915" y="1745"/>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0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19" y="2"/>
                  </a:lnTo>
                  <a:lnTo>
                    <a:pt x="194" y="8"/>
                  </a:lnTo>
                  <a:lnTo>
                    <a:pt x="171" y="19"/>
                  </a:lnTo>
                  <a:lnTo>
                    <a:pt x="149" y="34"/>
                  </a:lnTo>
                  <a:lnTo>
                    <a:pt x="126" y="52"/>
                  </a:lnTo>
                  <a:lnTo>
                    <a:pt x="106" y="74"/>
                  </a:lnTo>
                  <a:lnTo>
                    <a:pt x="89" y="99"/>
                  </a:lnTo>
                  <a:lnTo>
                    <a:pt x="70" y="126"/>
                  </a:lnTo>
                  <a:lnTo>
                    <a:pt x="55" y="157"/>
                  </a:lnTo>
                  <a:lnTo>
                    <a:pt x="41" y="189"/>
                  </a:lnTo>
                  <a:lnTo>
                    <a:pt x="29" y="224"/>
                  </a:lnTo>
                  <a:lnTo>
                    <a:pt x="19" y="262"/>
                  </a:lnTo>
                  <a:lnTo>
                    <a:pt x="10" y="300"/>
                  </a:lnTo>
                  <a:lnTo>
                    <a:pt x="4" y="340"/>
                  </a:lnTo>
                  <a:lnTo>
                    <a:pt x="1" y="383"/>
                  </a:lnTo>
                  <a:lnTo>
                    <a:pt x="0" y="426"/>
                  </a:lnTo>
                  <a:lnTo>
                    <a:pt x="11" y="426"/>
                  </a:lnTo>
                  <a:lnTo>
                    <a:pt x="13" y="383"/>
                  </a:lnTo>
                  <a:lnTo>
                    <a:pt x="16" y="342"/>
                  </a:lnTo>
                  <a:lnTo>
                    <a:pt x="22" y="303"/>
                  </a:lnTo>
                  <a:lnTo>
                    <a:pt x="30" y="264"/>
                  </a:lnTo>
                  <a:lnTo>
                    <a:pt x="41" y="229"/>
                  </a:lnTo>
                  <a:lnTo>
                    <a:pt x="52" y="194"/>
                  </a:lnTo>
                  <a:lnTo>
                    <a:pt x="67" y="162"/>
                  </a:lnTo>
                  <a:lnTo>
                    <a:pt x="82" y="133"/>
                  </a:lnTo>
                  <a:lnTo>
                    <a:pt x="98" y="106"/>
                  </a:lnTo>
                  <a:lnTo>
                    <a:pt x="116" y="81"/>
                  </a:lnTo>
                  <a:lnTo>
                    <a:pt x="136" y="61"/>
                  </a:lnTo>
                  <a:lnTo>
                    <a:pt x="156" y="43"/>
                  </a:lnTo>
                  <a:lnTo>
                    <a:pt x="178" y="31"/>
                  </a:lnTo>
                  <a:lnTo>
                    <a:pt x="199" y="20"/>
                  </a:lnTo>
                  <a:lnTo>
                    <a:pt x="221"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6538" name="Freeform 56"/>
            <p:cNvSpPr>
              <a:spLocks/>
            </p:cNvSpPr>
            <p:nvPr/>
          </p:nvSpPr>
          <p:spPr bwMode="auto">
            <a:xfrm>
              <a:off x="1140" y="2087"/>
              <a:ext cx="49" cy="85"/>
            </a:xfrm>
            <a:custGeom>
              <a:avLst/>
              <a:gdLst>
                <a:gd name="T0" fmla="*/ 2 w 246"/>
                <a:gd name="T1" fmla="*/ 3 h 424"/>
                <a:gd name="T2" fmla="*/ 2 w 246"/>
                <a:gd name="T3" fmla="*/ 3 h 424"/>
                <a:gd name="T4" fmla="*/ 2 w 246"/>
                <a:gd name="T5" fmla="*/ 3 h 424"/>
                <a:gd name="T6" fmla="*/ 2 w 246"/>
                <a:gd name="T7" fmla="*/ 3 h 424"/>
                <a:gd name="T8" fmla="*/ 2 w 246"/>
                <a:gd name="T9" fmla="*/ 2 h 424"/>
                <a:gd name="T10" fmla="*/ 2 w 246"/>
                <a:gd name="T11" fmla="*/ 2 h 424"/>
                <a:gd name="T12" fmla="*/ 2 w 246"/>
                <a:gd name="T13" fmla="*/ 2 h 424"/>
                <a:gd name="T14" fmla="*/ 2 w 246"/>
                <a:gd name="T15" fmla="*/ 2 h 424"/>
                <a:gd name="T16" fmla="*/ 2 w 246"/>
                <a:gd name="T17" fmla="*/ 1 h 424"/>
                <a:gd name="T18" fmla="*/ 1 w 246"/>
                <a:gd name="T19" fmla="*/ 1 h 424"/>
                <a:gd name="T20" fmla="*/ 1 w 246"/>
                <a:gd name="T21" fmla="*/ 1 h 424"/>
                <a:gd name="T22" fmla="*/ 1 w 246"/>
                <a:gd name="T23" fmla="*/ 1 h 424"/>
                <a:gd name="T24" fmla="*/ 1 w 246"/>
                <a:gd name="T25" fmla="*/ 0 h 424"/>
                <a:gd name="T26" fmla="*/ 1 w 246"/>
                <a:gd name="T27" fmla="*/ 0 h 424"/>
                <a:gd name="T28" fmla="*/ 1 w 246"/>
                <a:gd name="T29" fmla="*/ 0 h 424"/>
                <a:gd name="T30" fmla="*/ 0 w 246"/>
                <a:gd name="T31" fmla="*/ 0 h 424"/>
                <a:gd name="T32" fmla="*/ 0 w 246"/>
                <a:gd name="T33" fmla="*/ 0 h 424"/>
                <a:gd name="T34" fmla="*/ 0 w 246"/>
                <a:gd name="T35" fmla="*/ 0 h 424"/>
                <a:gd name="T36" fmla="*/ 0 w 246"/>
                <a:gd name="T37" fmla="*/ 0 h 424"/>
                <a:gd name="T38" fmla="*/ 0 w 246"/>
                <a:gd name="T39" fmla="*/ 0 h 424"/>
                <a:gd name="T40" fmla="*/ 0 w 246"/>
                <a:gd name="T41" fmla="*/ 0 h 424"/>
                <a:gd name="T42" fmla="*/ 1 w 246"/>
                <a:gd name="T43" fmla="*/ 0 h 424"/>
                <a:gd name="T44" fmla="*/ 1 w 246"/>
                <a:gd name="T45" fmla="*/ 0 h 424"/>
                <a:gd name="T46" fmla="*/ 1 w 246"/>
                <a:gd name="T47" fmla="*/ 0 h 424"/>
                <a:gd name="T48" fmla="*/ 1 w 246"/>
                <a:gd name="T49" fmla="*/ 1 h 424"/>
                <a:gd name="T50" fmla="*/ 1 w 246"/>
                <a:gd name="T51" fmla="*/ 1 h 424"/>
                <a:gd name="T52" fmla="*/ 1 w 246"/>
                <a:gd name="T53" fmla="*/ 1 h 424"/>
                <a:gd name="T54" fmla="*/ 1 w 246"/>
                <a:gd name="T55" fmla="*/ 1 h 424"/>
                <a:gd name="T56" fmla="*/ 2 w 246"/>
                <a:gd name="T57" fmla="*/ 2 h 424"/>
                <a:gd name="T58" fmla="*/ 2 w 246"/>
                <a:gd name="T59" fmla="*/ 2 h 424"/>
                <a:gd name="T60" fmla="*/ 2 w 246"/>
                <a:gd name="T61" fmla="*/ 2 h 424"/>
                <a:gd name="T62" fmla="*/ 2 w 246"/>
                <a:gd name="T63" fmla="*/ 2 h 424"/>
                <a:gd name="T64" fmla="*/ 2 w 246"/>
                <a:gd name="T65" fmla="*/ 3 h 424"/>
                <a:gd name="T66" fmla="*/ 2 w 246"/>
                <a:gd name="T67" fmla="*/ 3 h 424"/>
                <a:gd name="T68" fmla="*/ 2 w 246"/>
                <a:gd name="T69" fmla="*/ 3 h 424"/>
                <a:gd name="T70" fmla="*/ 2 w 246"/>
                <a:gd name="T71" fmla="*/ 3 h 424"/>
                <a:gd name="T72" fmla="*/ 2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424"/>
                  </a:moveTo>
                  <a:lnTo>
                    <a:pt x="246" y="424"/>
                  </a:lnTo>
                  <a:lnTo>
                    <a:pt x="244" y="382"/>
                  </a:lnTo>
                  <a:lnTo>
                    <a:pt x="241" y="338"/>
                  </a:lnTo>
                  <a:lnTo>
                    <a:pt x="235" y="298"/>
                  </a:lnTo>
                  <a:lnTo>
                    <a:pt x="227" y="261"/>
                  </a:lnTo>
                  <a:lnTo>
                    <a:pt x="216" y="222"/>
                  </a:lnTo>
                  <a:lnTo>
                    <a:pt x="205" y="188"/>
                  </a:lnTo>
                  <a:lnTo>
                    <a:pt x="190" y="155"/>
                  </a:lnTo>
                  <a:lnTo>
                    <a:pt x="174" y="125"/>
                  </a:lnTo>
                  <a:lnTo>
                    <a:pt x="157" y="98"/>
                  </a:lnTo>
                  <a:lnTo>
                    <a:pt x="138" y="73"/>
                  </a:lnTo>
                  <a:lnTo>
                    <a:pt x="118" y="51"/>
                  </a:lnTo>
                  <a:lnTo>
                    <a:pt x="96" y="34"/>
                  </a:lnTo>
                  <a:lnTo>
                    <a:pt x="74" y="18"/>
                  </a:lnTo>
                  <a:lnTo>
                    <a:pt x="50" y="8"/>
                  </a:lnTo>
                  <a:lnTo>
                    <a:pt x="25" y="2"/>
                  </a:lnTo>
                  <a:lnTo>
                    <a:pt x="0" y="0"/>
                  </a:lnTo>
                  <a:lnTo>
                    <a:pt x="0" y="11"/>
                  </a:lnTo>
                  <a:lnTo>
                    <a:pt x="23" y="14"/>
                  </a:lnTo>
                  <a:lnTo>
                    <a:pt x="45" y="19"/>
                  </a:lnTo>
                  <a:lnTo>
                    <a:pt x="67" y="30"/>
                  </a:lnTo>
                  <a:lnTo>
                    <a:pt x="89" y="43"/>
                  </a:lnTo>
                  <a:lnTo>
                    <a:pt x="108" y="60"/>
                  </a:lnTo>
                  <a:lnTo>
                    <a:pt x="128" y="80"/>
                  </a:lnTo>
                  <a:lnTo>
                    <a:pt x="147" y="105"/>
                  </a:lnTo>
                  <a:lnTo>
                    <a:pt x="165" y="132"/>
                  </a:lnTo>
                  <a:lnTo>
                    <a:pt x="179" y="160"/>
                  </a:lnTo>
                  <a:lnTo>
                    <a:pt x="193" y="193"/>
                  </a:lnTo>
                  <a:lnTo>
                    <a:pt x="205" y="227"/>
                  </a:lnTo>
                  <a:lnTo>
                    <a:pt x="215" y="263"/>
                  </a:lnTo>
                  <a:lnTo>
                    <a:pt x="223" y="301"/>
                  </a:lnTo>
                  <a:lnTo>
                    <a:pt x="229" y="341"/>
                  </a:lnTo>
                  <a:lnTo>
                    <a:pt x="233" y="382"/>
                  </a:lnTo>
                  <a:lnTo>
                    <a:pt x="234" y="424"/>
                  </a:lnTo>
                  <a:lnTo>
                    <a:pt x="246"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6539" name="Freeform 57"/>
            <p:cNvSpPr>
              <a:spLocks/>
            </p:cNvSpPr>
            <p:nvPr/>
          </p:nvSpPr>
          <p:spPr bwMode="auto">
            <a:xfrm>
              <a:off x="1140" y="2172"/>
              <a:ext cx="49" cy="85"/>
            </a:xfrm>
            <a:custGeom>
              <a:avLst/>
              <a:gdLst>
                <a:gd name="T0" fmla="*/ 0 w 246"/>
                <a:gd name="T1" fmla="*/ 3 h 426"/>
                <a:gd name="T2" fmla="*/ 0 w 246"/>
                <a:gd name="T3" fmla="*/ 3 h 426"/>
                <a:gd name="T4" fmla="*/ 0 w 246"/>
                <a:gd name="T5" fmla="*/ 3 h 426"/>
                <a:gd name="T6" fmla="*/ 0 w 246"/>
                <a:gd name="T7" fmla="*/ 3 h 426"/>
                <a:gd name="T8" fmla="*/ 1 w 246"/>
                <a:gd name="T9" fmla="*/ 3 h 426"/>
                <a:gd name="T10" fmla="*/ 1 w 246"/>
                <a:gd name="T11" fmla="*/ 3 h 426"/>
                <a:gd name="T12" fmla="*/ 1 w 246"/>
                <a:gd name="T13" fmla="*/ 3 h 426"/>
                <a:gd name="T14" fmla="*/ 1 w 246"/>
                <a:gd name="T15" fmla="*/ 3 h 426"/>
                <a:gd name="T16" fmla="*/ 1 w 246"/>
                <a:gd name="T17" fmla="*/ 3 h 426"/>
                <a:gd name="T18" fmla="*/ 1 w 246"/>
                <a:gd name="T19" fmla="*/ 2 h 426"/>
                <a:gd name="T20" fmla="*/ 2 w 246"/>
                <a:gd name="T21" fmla="*/ 2 h 426"/>
                <a:gd name="T22" fmla="*/ 2 w 246"/>
                <a:gd name="T23" fmla="*/ 2 h 426"/>
                <a:gd name="T24" fmla="*/ 2 w 246"/>
                <a:gd name="T25" fmla="*/ 2 h 426"/>
                <a:gd name="T26" fmla="*/ 2 w 246"/>
                <a:gd name="T27" fmla="*/ 1 h 426"/>
                <a:gd name="T28" fmla="*/ 2 w 246"/>
                <a:gd name="T29" fmla="*/ 1 h 426"/>
                <a:gd name="T30" fmla="*/ 2 w 246"/>
                <a:gd name="T31" fmla="*/ 1 h 426"/>
                <a:gd name="T32" fmla="*/ 2 w 246"/>
                <a:gd name="T33" fmla="*/ 0 h 426"/>
                <a:gd name="T34" fmla="*/ 2 w 246"/>
                <a:gd name="T35" fmla="*/ 0 h 426"/>
                <a:gd name="T36" fmla="*/ 2 w 246"/>
                <a:gd name="T37" fmla="*/ 0 h 426"/>
                <a:gd name="T38" fmla="*/ 2 w 246"/>
                <a:gd name="T39" fmla="*/ 0 h 426"/>
                <a:gd name="T40" fmla="*/ 2 w 246"/>
                <a:gd name="T41" fmla="*/ 1 h 426"/>
                <a:gd name="T42" fmla="*/ 2 w 246"/>
                <a:gd name="T43" fmla="*/ 1 h 426"/>
                <a:gd name="T44" fmla="*/ 2 w 246"/>
                <a:gd name="T45" fmla="*/ 1 h 426"/>
                <a:gd name="T46" fmla="*/ 2 w 246"/>
                <a:gd name="T47" fmla="*/ 2 h 426"/>
                <a:gd name="T48" fmla="*/ 2 w 246"/>
                <a:gd name="T49" fmla="*/ 2 h 426"/>
                <a:gd name="T50" fmla="*/ 1 w 246"/>
                <a:gd name="T51" fmla="*/ 2 h 426"/>
                <a:gd name="T52" fmla="*/ 1 w 246"/>
                <a:gd name="T53" fmla="*/ 2 h 426"/>
                <a:gd name="T54" fmla="*/ 1 w 246"/>
                <a:gd name="T55" fmla="*/ 3 h 426"/>
                <a:gd name="T56" fmla="*/ 1 w 246"/>
                <a:gd name="T57" fmla="*/ 3 h 426"/>
                <a:gd name="T58" fmla="*/ 1 w 246"/>
                <a:gd name="T59" fmla="*/ 3 h 426"/>
                <a:gd name="T60" fmla="*/ 1 w 246"/>
                <a:gd name="T61" fmla="*/ 3 h 426"/>
                <a:gd name="T62" fmla="*/ 1 w 246"/>
                <a:gd name="T63" fmla="*/ 3 h 426"/>
                <a:gd name="T64" fmla="*/ 0 w 246"/>
                <a:gd name="T65" fmla="*/ 3 h 426"/>
                <a:gd name="T66" fmla="*/ 0 w 246"/>
                <a:gd name="T67" fmla="*/ 3 h 426"/>
                <a:gd name="T68" fmla="*/ 0 w 246"/>
                <a:gd name="T69" fmla="*/ 3 h 426"/>
                <a:gd name="T70" fmla="*/ 0 w 246"/>
                <a:gd name="T71" fmla="*/ 3 h 426"/>
                <a:gd name="T72" fmla="*/ 0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426"/>
                  </a:moveTo>
                  <a:lnTo>
                    <a:pt x="0" y="426"/>
                  </a:lnTo>
                  <a:lnTo>
                    <a:pt x="25" y="423"/>
                  </a:lnTo>
                  <a:lnTo>
                    <a:pt x="50" y="417"/>
                  </a:lnTo>
                  <a:lnTo>
                    <a:pt x="74" y="407"/>
                  </a:lnTo>
                  <a:lnTo>
                    <a:pt x="96" y="392"/>
                  </a:lnTo>
                  <a:lnTo>
                    <a:pt x="118" y="373"/>
                  </a:lnTo>
                  <a:lnTo>
                    <a:pt x="138" y="350"/>
                  </a:lnTo>
                  <a:lnTo>
                    <a:pt x="157" y="327"/>
                  </a:lnTo>
                  <a:lnTo>
                    <a:pt x="175" y="299"/>
                  </a:lnTo>
                  <a:lnTo>
                    <a:pt x="190" y="268"/>
                  </a:lnTo>
                  <a:lnTo>
                    <a:pt x="205" y="236"/>
                  </a:lnTo>
                  <a:lnTo>
                    <a:pt x="216" y="202"/>
                  </a:lnTo>
                  <a:lnTo>
                    <a:pt x="227" y="164"/>
                  </a:lnTo>
                  <a:lnTo>
                    <a:pt x="235" y="125"/>
                  </a:lnTo>
                  <a:lnTo>
                    <a:pt x="241" y="86"/>
                  </a:lnTo>
                  <a:lnTo>
                    <a:pt x="244" y="42"/>
                  </a:lnTo>
                  <a:lnTo>
                    <a:pt x="246" y="0"/>
                  </a:lnTo>
                  <a:lnTo>
                    <a:pt x="234" y="0"/>
                  </a:lnTo>
                  <a:lnTo>
                    <a:pt x="233" y="42"/>
                  </a:lnTo>
                  <a:lnTo>
                    <a:pt x="229" y="83"/>
                  </a:lnTo>
                  <a:lnTo>
                    <a:pt x="223" y="123"/>
                  </a:lnTo>
                  <a:lnTo>
                    <a:pt x="215" y="162"/>
                  </a:lnTo>
                  <a:lnTo>
                    <a:pt x="205" y="197"/>
                  </a:lnTo>
                  <a:lnTo>
                    <a:pt x="193" y="231"/>
                  </a:lnTo>
                  <a:lnTo>
                    <a:pt x="179" y="264"/>
                  </a:lnTo>
                  <a:lnTo>
                    <a:pt x="164" y="292"/>
                  </a:lnTo>
                  <a:lnTo>
                    <a:pt x="147" y="320"/>
                  </a:lnTo>
                  <a:lnTo>
                    <a:pt x="128" y="343"/>
                  </a:lnTo>
                  <a:lnTo>
                    <a:pt x="108" y="363"/>
                  </a:lnTo>
                  <a:lnTo>
                    <a:pt x="89" y="382"/>
                  </a:lnTo>
                  <a:lnTo>
                    <a:pt x="67" y="395"/>
                  </a:lnTo>
                  <a:lnTo>
                    <a:pt x="45" y="406"/>
                  </a:lnTo>
                  <a:lnTo>
                    <a:pt x="23" y="411"/>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6540" name="Freeform 58"/>
            <p:cNvSpPr>
              <a:spLocks/>
            </p:cNvSpPr>
            <p:nvPr/>
          </p:nvSpPr>
          <p:spPr bwMode="auto">
            <a:xfrm>
              <a:off x="1091" y="2172"/>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4" y="86"/>
                  </a:lnTo>
                  <a:lnTo>
                    <a:pt x="10" y="125"/>
                  </a:lnTo>
                  <a:lnTo>
                    <a:pt x="18" y="164"/>
                  </a:lnTo>
                  <a:lnTo>
                    <a:pt x="29" y="202"/>
                  </a:lnTo>
                  <a:lnTo>
                    <a:pt x="41" y="236"/>
                  </a:lnTo>
                  <a:lnTo>
                    <a:pt x="55" y="268"/>
                  </a:lnTo>
                  <a:lnTo>
                    <a:pt x="70" y="299"/>
                  </a:lnTo>
                  <a:lnTo>
                    <a:pt x="89" y="327"/>
                  </a:lnTo>
                  <a:lnTo>
                    <a:pt x="106" y="350"/>
                  </a:lnTo>
                  <a:lnTo>
                    <a:pt x="126" y="373"/>
                  </a:lnTo>
                  <a:lnTo>
                    <a:pt x="148" y="392"/>
                  </a:lnTo>
                  <a:lnTo>
                    <a:pt x="171" y="407"/>
                  </a:lnTo>
                  <a:lnTo>
                    <a:pt x="194" y="417"/>
                  </a:lnTo>
                  <a:lnTo>
                    <a:pt x="219" y="423"/>
                  </a:lnTo>
                  <a:lnTo>
                    <a:pt x="245" y="426"/>
                  </a:lnTo>
                  <a:lnTo>
                    <a:pt x="245" y="414"/>
                  </a:lnTo>
                  <a:lnTo>
                    <a:pt x="221" y="411"/>
                  </a:lnTo>
                  <a:lnTo>
                    <a:pt x="199" y="406"/>
                  </a:lnTo>
                  <a:lnTo>
                    <a:pt x="178" y="395"/>
                  </a:lnTo>
                  <a:lnTo>
                    <a:pt x="155" y="382"/>
                  </a:lnTo>
                  <a:lnTo>
                    <a:pt x="136" y="363"/>
                  </a:lnTo>
                  <a:lnTo>
                    <a:pt x="116" y="343"/>
                  </a:lnTo>
                  <a:lnTo>
                    <a:pt x="98" y="320"/>
                  </a:lnTo>
                  <a:lnTo>
                    <a:pt x="82" y="292"/>
                  </a:lnTo>
                  <a:lnTo>
                    <a:pt x="66" y="264"/>
                  </a:lnTo>
                  <a:lnTo>
                    <a:pt x="52" y="231"/>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6541" name="Freeform 59"/>
            <p:cNvSpPr>
              <a:spLocks/>
            </p:cNvSpPr>
            <p:nvPr/>
          </p:nvSpPr>
          <p:spPr bwMode="auto">
            <a:xfrm>
              <a:off x="1091" y="2087"/>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4" y="8"/>
                  </a:lnTo>
                  <a:lnTo>
                    <a:pt x="171" y="18"/>
                  </a:lnTo>
                  <a:lnTo>
                    <a:pt x="148" y="34"/>
                  </a:lnTo>
                  <a:lnTo>
                    <a:pt x="126" y="51"/>
                  </a:lnTo>
                  <a:lnTo>
                    <a:pt x="106" y="73"/>
                  </a:lnTo>
                  <a:lnTo>
                    <a:pt x="89" y="98"/>
                  </a:lnTo>
                  <a:lnTo>
                    <a:pt x="71" y="125"/>
                  </a:lnTo>
                  <a:lnTo>
                    <a:pt x="55" y="155"/>
                  </a:lnTo>
                  <a:lnTo>
                    <a:pt x="41" y="188"/>
                  </a:lnTo>
                  <a:lnTo>
                    <a:pt x="29" y="222"/>
                  </a:lnTo>
                  <a:lnTo>
                    <a:pt x="18" y="261"/>
                  </a:lnTo>
                  <a:lnTo>
                    <a:pt x="10" y="298"/>
                  </a:lnTo>
                  <a:lnTo>
                    <a:pt x="4" y="338"/>
                  </a:lnTo>
                  <a:lnTo>
                    <a:pt x="1" y="382"/>
                  </a:lnTo>
                  <a:lnTo>
                    <a:pt x="0" y="424"/>
                  </a:lnTo>
                  <a:lnTo>
                    <a:pt x="11" y="424"/>
                  </a:lnTo>
                  <a:lnTo>
                    <a:pt x="13" y="382"/>
                  </a:lnTo>
                  <a:lnTo>
                    <a:pt x="16" y="341"/>
                  </a:lnTo>
                  <a:lnTo>
                    <a:pt x="22" y="301"/>
                  </a:lnTo>
                  <a:lnTo>
                    <a:pt x="30" y="263"/>
                  </a:lnTo>
                  <a:lnTo>
                    <a:pt x="41" y="227"/>
                  </a:lnTo>
                  <a:lnTo>
                    <a:pt x="52" y="193"/>
                  </a:lnTo>
                  <a:lnTo>
                    <a:pt x="66" y="160"/>
                  </a:lnTo>
                  <a:lnTo>
                    <a:pt x="80" y="132"/>
                  </a:lnTo>
                  <a:lnTo>
                    <a:pt x="98" y="105"/>
                  </a:lnTo>
                  <a:lnTo>
                    <a:pt x="116" y="80"/>
                  </a:lnTo>
                  <a:lnTo>
                    <a:pt x="136" y="60"/>
                  </a:lnTo>
                  <a:lnTo>
                    <a:pt x="155" y="43"/>
                  </a:lnTo>
                  <a:lnTo>
                    <a:pt x="178" y="30"/>
                  </a:lnTo>
                  <a:lnTo>
                    <a:pt x="199" y="19"/>
                  </a:lnTo>
                  <a:lnTo>
                    <a:pt x="221" y="14"/>
                  </a:lnTo>
                  <a:lnTo>
                    <a:pt x="245" y="11"/>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6542" name="Freeform 60"/>
            <p:cNvSpPr>
              <a:spLocks/>
            </p:cNvSpPr>
            <p:nvPr/>
          </p:nvSpPr>
          <p:spPr bwMode="auto">
            <a:xfrm>
              <a:off x="1392" y="2118"/>
              <a:ext cx="49" cy="85"/>
            </a:xfrm>
            <a:custGeom>
              <a:avLst/>
              <a:gdLst>
                <a:gd name="T0" fmla="*/ 2 w 246"/>
                <a:gd name="T1" fmla="*/ 3 h 426"/>
                <a:gd name="T2" fmla="*/ 2 w 246"/>
                <a:gd name="T3" fmla="*/ 3 h 426"/>
                <a:gd name="T4" fmla="*/ 2 w 246"/>
                <a:gd name="T5" fmla="*/ 3 h 426"/>
                <a:gd name="T6" fmla="*/ 2 w 246"/>
                <a:gd name="T7" fmla="*/ 3 h 426"/>
                <a:gd name="T8" fmla="*/ 2 w 246"/>
                <a:gd name="T9" fmla="*/ 2 h 426"/>
                <a:gd name="T10" fmla="*/ 2 w 246"/>
                <a:gd name="T11" fmla="*/ 2 h 426"/>
                <a:gd name="T12" fmla="*/ 2 w 246"/>
                <a:gd name="T13" fmla="*/ 2 h 426"/>
                <a:gd name="T14" fmla="*/ 2 w 246"/>
                <a:gd name="T15" fmla="*/ 2 h 426"/>
                <a:gd name="T16" fmla="*/ 2 w 246"/>
                <a:gd name="T17" fmla="*/ 1 h 426"/>
                <a:gd name="T18" fmla="*/ 1 w 246"/>
                <a:gd name="T19" fmla="*/ 1 h 426"/>
                <a:gd name="T20" fmla="*/ 1 w 246"/>
                <a:gd name="T21" fmla="*/ 1 h 426"/>
                <a:gd name="T22" fmla="*/ 1 w 246"/>
                <a:gd name="T23" fmla="*/ 1 h 426"/>
                <a:gd name="T24" fmla="*/ 1 w 246"/>
                <a:gd name="T25" fmla="*/ 0 h 426"/>
                <a:gd name="T26" fmla="*/ 1 w 246"/>
                <a:gd name="T27" fmla="*/ 0 h 426"/>
                <a:gd name="T28" fmla="*/ 1 w 246"/>
                <a:gd name="T29" fmla="*/ 0 h 426"/>
                <a:gd name="T30" fmla="*/ 0 w 246"/>
                <a:gd name="T31" fmla="*/ 0 h 426"/>
                <a:gd name="T32" fmla="*/ 0 w 246"/>
                <a:gd name="T33" fmla="*/ 0 h 426"/>
                <a:gd name="T34" fmla="*/ 0 w 246"/>
                <a:gd name="T35" fmla="*/ 0 h 426"/>
                <a:gd name="T36" fmla="*/ 0 w 246"/>
                <a:gd name="T37" fmla="*/ 0 h 426"/>
                <a:gd name="T38" fmla="*/ 0 w 246"/>
                <a:gd name="T39" fmla="*/ 0 h 426"/>
                <a:gd name="T40" fmla="*/ 0 w 246"/>
                <a:gd name="T41" fmla="*/ 0 h 426"/>
                <a:gd name="T42" fmla="*/ 1 w 246"/>
                <a:gd name="T43" fmla="*/ 0 h 426"/>
                <a:gd name="T44" fmla="*/ 1 w 246"/>
                <a:gd name="T45" fmla="*/ 0 h 426"/>
                <a:gd name="T46" fmla="*/ 1 w 246"/>
                <a:gd name="T47" fmla="*/ 1 h 426"/>
                <a:gd name="T48" fmla="*/ 1 w 246"/>
                <a:gd name="T49" fmla="*/ 1 h 426"/>
                <a:gd name="T50" fmla="*/ 1 w 246"/>
                <a:gd name="T51" fmla="*/ 1 h 426"/>
                <a:gd name="T52" fmla="*/ 1 w 246"/>
                <a:gd name="T53" fmla="*/ 1 h 426"/>
                <a:gd name="T54" fmla="*/ 1 w 246"/>
                <a:gd name="T55" fmla="*/ 1 h 426"/>
                <a:gd name="T56" fmla="*/ 2 w 246"/>
                <a:gd name="T57" fmla="*/ 2 h 426"/>
                <a:gd name="T58" fmla="*/ 2 w 246"/>
                <a:gd name="T59" fmla="*/ 2 h 426"/>
                <a:gd name="T60" fmla="*/ 2 w 246"/>
                <a:gd name="T61" fmla="*/ 2 h 426"/>
                <a:gd name="T62" fmla="*/ 2 w 246"/>
                <a:gd name="T63" fmla="*/ 2 h 426"/>
                <a:gd name="T64" fmla="*/ 2 w 246"/>
                <a:gd name="T65" fmla="*/ 3 h 426"/>
                <a:gd name="T66" fmla="*/ 2 w 246"/>
                <a:gd name="T67" fmla="*/ 3 h 426"/>
                <a:gd name="T68" fmla="*/ 2 w 246"/>
                <a:gd name="T69" fmla="*/ 3 h 426"/>
                <a:gd name="T70" fmla="*/ 2 w 246"/>
                <a:gd name="T71" fmla="*/ 3 h 426"/>
                <a:gd name="T72" fmla="*/ 2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246" y="426"/>
                  </a:moveTo>
                  <a:lnTo>
                    <a:pt x="246" y="426"/>
                  </a:lnTo>
                  <a:lnTo>
                    <a:pt x="245" y="384"/>
                  </a:lnTo>
                  <a:lnTo>
                    <a:pt x="242" y="340"/>
                  </a:lnTo>
                  <a:lnTo>
                    <a:pt x="236" y="301"/>
                  </a:lnTo>
                  <a:lnTo>
                    <a:pt x="228" y="262"/>
                  </a:lnTo>
                  <a:lnTo>
                    <a:pt x="217" y="224"/>
                  </a:lnTo>
                  <a:lnTo>
                    <a:pt x="205" y="190"/>
                  </a:lnTo>
                  <a:lnTo>
                    <a:pt x="191" y="158"/>
                  </a:lnTo>
                  <a:lnTo>
                    <a:pt x="176" y="126"/>
                  </a:lnTo>
                  <a:lnTo>
                    <a:pt x="157" y="99"/>
                  </a:lnTo>
                  <a:lnTo>
                    <a:pt x="139" y="75"/>
                  </a:lnTo>
                  <a:lnTo>
                    <a:pt x="119" y="53"/>
                  </a:lnTo>
                  <a:lnTo>
                    <a:pt x="96" y="34"/>
                  </a:lnTo>
                  <a:lnTo>
                    <a:pt x="75" y="19"/>
                  </a:lnTo>
                  <a:lnTo>
                    <a:pt x="51" y="9"/>
                  </a:lnTo>
                  <a:lnTo>
                    <a:pt x="26" y="3"/>
                  </a:lnTo>
                  <a:lnTo>
                    <a:pt x="0" y="0"/>
                  </a:lnTo>
                  <a:lnTo>
                    <a:pt x="0" y="12"/>
                  </a:lnTo>
                  <a:lnTo>
                    <a:pt x="24" y="15"/>
                  </a:lnTo>
                  <a:lnTo>
                    <a:pt x="46" y="20"/>
                  </a:lnTo>
                  <a:lnTo>
                    <a:pt x="68" y="31"/>
                  </a:lnTo>
                  <a:lnTo>
                    <a:pt x="89" y="44"/>
                  </a:lnTo>
                  <a:lnTo>
                    <a:pt x="109" y="63"/>
                  </a:lnTo>
                  <a:lnTo>
                    <a:pt x="129" y="83"/>
                  </a:lnTo>
                  <a:lnTo>
                    <a:pt x="148" y="106"/>
                  </a:lnTo>
                  <a:lnTo>
                    <a:pt x="164" y="133"/>
                  </a:lnTo>
                  <a:lnTo>
                    <a:pt x="180" y="162"/>
                  </a:lnTo>
                  <a:lnTo>
                    <a:pt x="194" y="195"/>
                  </a:lnTo>
                  <a:lnTo>
                    <a:pt x="205" y="229"/>
                  </a:lnTo>
                  <a:lnTo>
                    <a:pt x="216" y="264"/>
                  </a:lnTo>
                  <a:lnTo>
                    <a:pt x="224" y="303"/>
                  </a:lnTo>
                  <a:lnTo>
                    <a:pt x="230" y="343"/>
                  </a:lnTo>
                  <a:lnTo>
                    <a:pt x="233" y="384"/>
                  </a:lnTo>
                  <a:lnTo>
                    <a:pt x="235" y="426"/>
                  </a:lnTo>
                  <a:lnTo>
                    <a:pt x="246"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6543" name="Freeform 61"/>
            <p:cNvSpPr>
              <a:spLocks/>
            </p:cNvSpPr>
            <p:nvPr/>
          </p:nvSpPr>
          <p:spPr bwMode="auto">
            <a:xfrm>
              <a:off x="1392" y="2203"/>
              <a:ext cx="49" cy="85"/>
            </a:xfrm>
            <a:custGeom>
              <a:avLst/>
              <a:gdLst>
                <a:gd name="T0" fmla="*/ 0 w 246"/>
                <a:gd name="T1" fmla="*/ 3 h 424"/>
                <a:gd name="T2" fmla="*/ 0 w 246"/>
                <a:gd name="T3" fmla="*/ 3 h 424"/>
                <a:gd name="T4" fmla="*/ 0 w 246"/>
                <a:gd name="T5" fmla="*/ 3 h 424"/>
                <a:gd name="T6" fmla="*/ 0 w 246"/>
                <a:gd name="T7" fmla="*/ 3 h 424"/>
                <a:gd name="T8" fmla="*/ 1 w 246"/>
                <a:gd name="T9" fmla="*/ 3 h 424"/>
                <a:gd name="T10" fmla="*/ 1 w 246"/>
                <a:gd name="T11" fmla="*/ 3 h 424"/>
                <a:gd name="T12" fmla="*/ 1 w 246"/>
                <a:gd name="T13" fmla="*/ 3 h 424"/>
                <a:gd name="T14" fmla="*/ 1 w 246"/>
                <a:gd name="T15" fmla="*/ 3 h 424"/>
                <a:gd name="T16" fmla="*/ 1 w 246"/>
                <a:gd name="T17" fmla="*/ 3 h 424"/>
                <a:gd name="T18" fmla="*/ 1 w 246"/>
                <a:gd name="T19" fmla="*/ 2 h 424"/>
                <a:gd name="T20" fmla="*/ 2 w 246"/>
                <a:gd name="T21" fmla="*/ 2 h 424"/>
                <a:gd name="T22" fmla="*/ 2 w 246"/>
                <a:gd name="T23" fmla="*/ 2 h 424"/>
                <a:gd name="T24" fmla="*/ 2 w 246"/>
                <a:gd name="T25" fmla="*/ 2 h 424"/>
                <a:gd name="T26" fmla="*/ 2 w 246"/>
                <a:gd name="T27" fmla="*/ 1 h 424"/>
                <a:gd name="T28" fmla="*/ 2 w 246"/>
                <a:gd name="T29" fmla="*/ 1 h 424"/>
                <a:gd name="T30" fmla="*/ 2 w 246"/>
                <a:gd name="T31" fmla="*/ 1 h 424"/>
                <a:gd name="T32" fmla="*/ 2 w 246"/>
                <a:gd name="T33" fmla="*/ 0 h 424"/>
                <a:gd name="T34" fmla="*/ 2 w 246"/>
                <a:gd name="T35" fmla="*/ 0 h 424"/>
                <a:gd name="T36" fmla="*/ 2 w 246"/>
                <a:gd name="T37" fmla="*/ 0 h 424"/>
                <a:gd name="T38" fmla="*/ 2 w 246"/>
                <a:gd name="T39" fmla="*/ 0 h 424"/>
                <a:gd name="T40" fmla="*/ 2 w 246"/>
                <a:gd name="T41" fmla="*/ 1 h 424"/>
                <a:gd name="T42" fmla="*/ 2 w 246"/>
                <a:gd name="T43" fmla="*/ 1 h 424"/>
                <a:gd name="T44" fmla="*/ 2 w 246"/>
                <a:gd name="T45" fmla="*/ 1 h 424"/>
                <a:gd name="T46" fmla="*/ 2 w 246"/>
                <a:gd name="T47" fmla="*/ 2 h 424"/>
                <a:gd name="T48" fmla="*/ 2 w 246"/>
                <a:gd name="T49" fmla="*/ 2 h 424"/>
                <a:gd name="T50" fmla="*/ 1 w 246"/>
                <a:gd name="T51" fmla="*/ 2 h 424"/>
                <a:gd name="T52" fmla="*/ 1 w 246"/>
                <a:gd name="T53" fmla="*/ 2 h 424"/>
                <a:gd name="T54" fmla="*/ 1 w 246"/>
                <a:gd name="T55" fmla="*/ 3 h 424"/>
                <a:gd name="T56" fmla="*/ 1 w 246"/>
                <a:gd name="T57" fmla="*/ 3 h 424"/>
                <a:gd name="T58" fmla="*/ 1 w 246"/>
                <a:gd name="T59" fmla="*/ 3 h 424"/>
                <a:gd name="T60" fmla="*/ 1 w 246"/>
                <a:gd name="T61" fmla="*/ 3 h 424"/>
                <a:gd name="T62" fmla="*/ 1 w 246"/>
                <a:gd name="T63" fmla="*/ 3 h 424"/>
                <a:gd name="T64" fmla="*/ 0 w 246"/>
                <a:gd name="T65" fmla="*/ 3 h 424"/>
                <a:gd name="T66" fmla="*/ 0 w 246"/>
                <a:gd name="T67" fmla="*/ 3 h 424"/>
                <a:gd name="T68" fmla="*/ 0 w 246"/>
                <a:gd name="T69" fmla="*/ 3 h 424"/>
                <a:gd name="T70" fmla="*/ 0 w 246"/>
                <a:gd name="T71" fmla="*/ 3 h 424"/>
                <a:gd name="T72" fmla="*/ 0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0" y="424"/>
                  </a:moveTo>
                  <a:lnTo>
                    <a:pt x="0" y="424"/>
                  </a:lnTo>
                  <a:lnTo>
                    <a:pt x="26" y="422"/>
                  </a:lnTo>
                  <a:lnTo>
                    <a:pt x="51" y="416"/>
                  </a:lnTo>
                  <a:lnTo>
                    <a:pt x="75" y="406"/>
                  </a:lnTo>
                  <a:lnTo>
                    <a:pt x="96" y="390"/>
                  </a:lnTo>
                  <a:lnTo>
                    <a:pt x="119" y="373"/>
                  </a:lnTo>
                  <a:lnTo>
                    <a:pt x="139" y="351"/>
                  </a:lnTo>
                  <a:lnTo>
                    <a:pt x="157" y="326"/>
                  </a:lnTo>
                  <a:lnTo>
                    <a:pt x="175" y="299"/>
                  </a:lnTo>
                  <a:lnTo>
                    <a:pt x="191" y="269"/>
                  </a:lnTo>
                  <a:lnTo>
                    <a:pt x="205" y="236"/>
                  </a:lnTo>
                  <a:lnTo>
                    <a:pt x="217" y="202"/>
                  </a:lnTo>
                  <a:lnTo>
                    <a:pt x="228" y="163"/>
                  </a:lnTo>
                  <a:lnTo>
                    <a:pt x="236" y="125"/>
                  </a:lnTo>
                  <a:lnTo>
                    <a:pt x="242" y="86"/>
                  </a:lnTo>
                  <a:lnTo>
                    <a:pt x="245" y="42"/>
                  </a:lnTo>
                  <a:lnTo>
                    <a:pt x="246" y="0"/>
                  </a:lnTo>
                  <a:lnTo>
                    <a:pt x="235" y="0"/>
                  </a:lnTo>
                  <a:lnTo>
                    <a:pt x="233" y="42"/>
                  </a:lnTo>
                  <a:lnTo>
                    <a:pt x="230" y="83"/>
                  </a:lnTo>
                  <a:lnTo>
                    <a:pt x="224" y="123"/>
                  </a:lnTo>
                  <a:lnTo>
                    <a:pt x="216" y="161"/>
                  </a:lnTo>
                  <a:lnTo>
                    <a:pt x="205" y="197"/>
                  </a:lnTo>
                  <a:lnTo>
                    <a:pt x="194" y="231"/>
                  </a:lnTo>
                  <a:lnTo>
                    <a:pt x="180" y="264"/>
                  </a:lnTo>
                  <a:lnTo>
                    <a:pt x="166" y="292"/>
                  </a:lnTo>
                  <a:lnTo>
                    <a:pt x="148" y="319"/>
                  </a:lnTo>
                  <a:lnTo>
                    <a:pt x="129" y="344"/>
                  </a:lnTo>
                  <a:lnTo>
                    <a:pt x="109" y="364"/>
                  </a:lnTo>
                  <a:lnTo>
                    <a:pt x="89" y="381"/>
                  </a:lnTo>
                  <a:lnTo>
                    <a:pt x="68" y="394"/>
                  </a:lnTo>
                  <a:lnTo>
                    <a:pt x="46" y="405"/>
                  </a:lnTo>
                  <a:lnTo>
                    <a:pt x="24" y="410"/>
                  </a:lnTo>
                  <a:lnTo>
                    <a:pt x="0" y="413"/>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6544" name="Freeform 62"/>
            <p:cNvSpPr>
              <a:spLocks/>
            </p:cNvSpPr>
            <p:nvPr/>
          </p:nvSpPr>
          <p:spPr bwMode="auto">
            <a:xfrm>
              <a:off x="1343" y="2203"/>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2" y="42"/>
                  </a:lnTo>
                  <a:lnTo>
                    <a:pt x="5" y="86"/>
                  </a:lnTo>
                  <a:lnTo>
                    <a:pt x="11" y="125"/>
                  </a:lnTo>
                  <a:lnTo>
                    <a:pt x="19" y="163"/>
                  </a:lnTo>
                  <a:lnTo>
                    <a:pt x="30" y="202"/>
                  </a:lnTo>
                  <a:lnTo>
                    <a:pt x="41" y="236"/>
                  </a:lnTo>
                  <a:lnTo>
                    <a:pt x="56" y="269"/>
                  </a:lnTo>
                  <a:lnTo>
                    <a:pt x="72" y="299"/>
                  </a:lnTo>
                  <a:lnTo>
                    <a:pt x="90" y="326"/>
                  </a:lnTo>
                  <a:lnTo>
                    <a:pt x="108" y="351"/>
                  </a:lnTo>
                  <a:lnTo>
                    <a:pt x="127" y="373"/>
                  </a:lnTo>
                  <a:lnTo>
                    <a:pt x="149" y="390"/>
                  </a:lnTo>
                  <a:lnTo>
                    <a:pt x="172" y="406"/>
                  </a:lnTo>
                  <a:lnTo>
                    <a:pt x="195" y="416"/>
                  </a:lnTo>
                  <a:lnTo>
                    <a:pt x="220" y="422"/>
                  </a:lnTo>
                  <a:lnTo>
                    <a:pt x="245" y="424"/>
                  </a:lnTo>
                  <a:lnTo>
                    <a:pt x="245" y="413"/>
                  </a:lnTo>
                  <a:lnTo>
                    <a:pt x="222" y="410"/>
                  </a:lnTo>
                  <a:lnTo>
                    <a:pt x="200" y="405"/>
                  </a:lnTo>
                  <a:lnTo>
                    <a:pt x="179" y="394"/>
                  </a:lnTo>
                  <a:lnTo>
                    <a:pt x="156" y="381"/>
                  </a:lnTo>
                  <a:lnTo>
                    <a:pt x="136" y="364"/>
                  </a:lnTo>
                  <a:lnTo>
                    <a:pt x="118" y="344"/>
                  </a:lnTo>
                  <a:lnTo>
                    <a:pt x="99" y="319"/>
                  </a:lnTo>
                  <a:lnTo>
                    <a:pt x="81" y="292"/>
                  </a:lnTo>
                  <a:lnTo>
                    <a:pt x="67" y="264"/>
                  </a:lnTo>
                  <a:lnTo>
                    <a:pt x="53" y="231"/>
                  </a:lnTo>
                  <a:lnTo>
                    <a:pt x="41" y="197"/>
                  </a:lnTo>
                  <a:lnTo>
                    <a:pt x="31" y="161"/>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6545" name="Freeform 63"/>
            <p:cNvSpPr>
              <a:spLocks/>
            </p:cNvSpPr>
            <p:nvPr/>
          </p:nvSpPr>
          <p:spPr bwMode="auto">
            <a:xfrm>
              <a:off x="1343" y="2118"/>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1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20" y="3"/>
                  </a:lnTo>
                  <a:lnTo>
                    <a:pt x="195" y="9"/>
                  </a:lnTo>
                  <a:lnTo>
                    <a:pt x="172" y="19"/>
                  </a:lnTo>
                  <a:lnTo>
                    <a:pt x="149" y="34"/>
                  </a:lnTo>
                  <a:lnTo>
                    <a:pt x="127" y="53"/>
                  </a:lnTo>
                  <a:lnTo>
                    <a:pt x="108" y="75"/>
                  </a:lnTo>
                  <a:lnTo>
                    <a:pt x="90" y="99"/>
                  </a:lnTo>
                  <a:lnTo>
                    <a:pt x="71" y="126"/>
                  </a:lnTo>
                  <a:lnTo>
                    <a:pt x="56" y="158"/>
                  </a:lnTo>
                  <a:lnTo>
                    <a:pt x="41" y="190"/>
                  </a:lnTo>
                  <a:lnTo>
                    <a:pt x="30" y="224"/>
                  </a:lnTo>
                  <a:lnTo>
                    <a:pt x="19" y="262"/>
                  </a:lnTo>
                  <a:lnTo>
                    <a:pt x="11" y="301"/>
                  </a:lnTo>
                  <a:lnTo>
                    <a:pt x="5" y="340"/>
                  </a:lnTo>
                  <a:lnTo>
                    <a:pt x="2" y="384"/>
                  </a:lnTo>
                  <a:lnTo>
                    <a:pt x="0" y="426"/>
                  </a:lnTo>
                  <a:lnTo>
                    <a:pt x="12" y="426"/>
                  </a:lnTo>
                  <a:lnTo>
                    <a:pt x="13" y="384"/>
                  </a:lnTo>
                  <a:lnTo>
                    <a:pt x="17" y="343"/>
                  </a:lnTo>
                  <a:lnTo>
                    <a:pt x="23" y="303"/>
                  </a:lnTo>
                  <a:lnTo>
                    <a:pt x="31" y="264"/>
                  </a:lnTo>
                  <a:lnTo>
                    <a:pt x="41" y="229"/>
                  </a:lnTo>
                  <a:lnTo>
                    <a:pt x="53" y="195"/>
                  </a:lnTo>
                  <a:lnTo>
                    <a:pt x="67" y="162"/>
                  </a:lnTo>
                  <a:lnTo>
                    <a:pt x="82" y="133"/>
                  </a:lnTo>
                  <a:lnTo>
                    <a:pt x="99" y="106"/>
                  </a:lnTo>
                  <a:lnTo>
                    <a:pt x="118" y="83"/>
                  </a:lnTo>
                  <a:lnTo>
                    <a:pt x="136" y="63"/>
                  </a:lnTo>
                  <a:lnTo>
                    <a:pt x="156" y="44"/>
                  </a:lnTo>
                  <a:lnTo>
                    <a:pt x="179" y="31"/>
                  </a:lnTo>
                  <a:lnTo>
                    <a:pt x="200" y="20"/>
                  </a:lnTo>
                  <a:lnTo>
                    <a:pt x="222" y="15"/>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6546" name="Freeform 64"/>
            <p:cNvSpPr>
              <a:spLocks/>
            </p:cNvSpPr>
            <p:nvPr/>
          </p:nvSpPr>
          <p:spPr bwMode="auto">
            <a:xfrm>
              <a:off x="1384" y="1859"/>
              <a:ext cx="49" cy="84"/>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1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3" y="382"/>
                  </a:lnTo>
                  <a:lnTo>
                    <a:pt x="240" y="339"/>
                  </a:lnTo>
                  <a:lnTo>
                    <a:pt x="234" y="299"/>
                  </a:lnTo>
                  <a:lnTo>
                    <a:pt x="226" y="261"/>
                  </a:lnTo>
                  <a:lnTo>
                    <a:pt x="215" y="222"/>
                  </a:lnTo>
                  <a:lnTo>
                    <a:pt x="204" y="188"/>
                  </a:lnTo>
                  <a:lnTo>
                    <a:pt x="189" y="156"/>
                  </a:lnTo>
                  <a:lnTo>
                    <a:pt x="173" y="125"/>
                  </a:lnTo>
                  <a:lnTo>
                    <a:pt x="155" y="98"/>
                  </a:lnTo>
                  <a:lnTo>
                    <a:pt x="138" y="74"/>
                  </a:lnTo>
                  <a:lnTo>
                    <a:pt x="118" y="51"/>
                  </a:lnTo>
                  <a:lnTo>
                    <a:pt x="96" y="34"/>
                  </a:lnTo>
                  <a:lnTo>
                    <a:pt x="73" y="18"/>
                  </a:lnTo>
                  <a:lnTo>
                    <a:pt x="50" y="8"/>
                  </a:lnTo>
                  <a:lnTo>
                    <a:pt x="25" y="2"/>
                  </a:lnTo>
                  <a:lnTo>
                    <a:pt x="0" y="0"/>
                  </a:lnTo>
                  <a:lnTo>
                    <a:pt x="0" y="11"/>
                  </a:lnTo>
                  <a:lnTo>
                    <a:pt x="23" y="14"/>
                  </a:lnTo>
                  <a:lnTo>
                    <a:pt x="45" y="20"/>
                  </a:lnTo>
                  <a:lnTo>
                    <a:pt x="66" y="30"/>
                  </a:lnTo>
                  <a:lnTo>
                    <a:pt x="89" y="43"/>
                  </a:lnTo>
                  <a:lnTo>
                    <a:pt x="109" y="61"/>
                  </a:lnTo>
                  <a:lnTo>
                    <a:pt x="129" y="81"/>
                  </a:lnTo>
                  <a:lnTo>
                    <a:pt x="146" y="105"/>
                  </a:lnTo>
                  <a:lnTo>
                    <a:pt x="164" y="132"/>
                  </a:lnTo>
                  <a:lnTo>
                    <a:pt x="178" y="160"/>
                  </a:lnTo>
                  <a:lnTo>
                    <a:pt x="192" y="193"/>
                  </a:lnTo>
                  <a:lnTo>
                    <a:pt x="204" y="227"/>
                  </a:lnTo>
                  <a:lnTo>
                    <a:pt x="214" y="264"/>
                  </a:lnTo>
                  <a:lnTo>
                    <a:pt x="222" y="301"/>
                  </a:lnTo>
                  <a:lnTo>
                    <a:pt x="228"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6547" name="Freeform 65"/>
            <p:cNvSpPr>
              <a:spLocks/>
            </p:cNvSpPr>
            <p:nvPr/>
          </p:nvSpPr>
          <p:spPr bwMode="auto">
            <a:xfrm>
              <a:off x="1384" y="1943"/>
              <a:ext cx="49" cy="86"/>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5" y="423"/>
                  </a:lnTo>
                  <a:lnTo>
                    <a:pt x="50" y="418"/>
                  </a:lnTo>
                  <a:lnTo>
                    <a:pt x="73" y="407"/>
                  </a:lnTo>
                  <a:lnTo>
                    <a:pt x="96" y="392"/>
                  </a:lnTo>
                  <a:lnTo>
                    <a:pt x="118" y="374"/>
                  </a:lnTo>
                  <a:lnTo>
                    <a:pt x="138" y="352"/>
                  </a:lnTo>
                  <a:lnTo>
                    <a:pt x="155" y="327"/>
                  </a:lnTo>
                  <a:lnTo>
                    <a:pt x="174" y="300"/>
                  </a:lnTo>
                  <a:lnTo>
                    <a:pt x="189" y="269"/>
                  </a:lnTo>
                  <a:lnTo>
                    <a:pt x="204" y="237"/>
                  </a:lnTo>
                  <a:lnTo>
                    <a:pt x="215" y="202"/>
                  </a:lnTo>
                  <a:lnTo>
                    <a:pt x="226" y="164"/>
                  </a:lnTo>
                  <a:lnTo>
                    <a:pt x="234" y="126"/>
                  </a:lnTo>
                  <a:lnTo>
                    <a:pt x="240" y="86"/>
                  </a:lnTo>
                  <a:lnTo>
                    <a:pt x="243" y="42"/>
                  </a:lnTo>
                  <a:lnTo>
                    <a:pt x="245" y="0"/>
                  </a:lnTo>
                  <a:lnTo>
                    <a:pt x="233" y="0"/>
                  </a:lnTo>
                  <a:lnTo>
                    <a:pt x="232" y="42"/>
                  </a:lnTo>
                  <a:lnTo>
                    <a:pt x="228" y="83"/>
                  </a:lnTo>
                  <a:lnTo>
                    <a:pt x="222" y="123"/>
                  </a:lnTo>
                  <a:lnTo>
                    <a:pt x="214" y="162"/>
                  </a:lnTo>
                  <a:lnTo>
                    <a:pt x="204" y="197"/>
                  </a:lnTo>
                  <a:lnTo>
                    <a:pt x="192" y="232"/>
                  </a:lnTo>
                  <a:lnTo>
                    <a:pt x="178" y="264"/>
                  </a:lnTo>
                  <a:lnTo>
                    <a:pt x="163" y="293"/>
                  </a:lnTo>
                  <a:lnTo>
                    <a:pt x="146" y="320"/>
                  </a:lnTo>
                  <a:lnTo>
                    <a:pt x="129" y="345"/>
                  </a:lnTo>
                  <a:lnTo>
                    <a:pt x="109" y="365"/>
                  </a:lnTo>
                  <a:lnTo>
                    <a:pt x="89" y="382"/>
                  </a:lnTo>
                  <a:lnTo>
                    <a:pt x="66" y="395"/>
                  </a:lnTo>
                  <a:lnTo>
                    <a:pt x="45" y="406"/>
                  </a:lnTo>
                  <a:lnTo>
                    <a:pt x="23"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6548" name="Freeform 66"/>
            <p:cNvSpPr>
              <a:spLocks/>
            </p:cNvSpPr>
            <p:nvPr/>
          </p:nvSpPr>
          <p:spPr bwMode="auto">
            <a:xfrm>
              <a:off x="1335" y="1943"/>
              <a:ext cx="49" cy="86"/>
            </a:xfrm>
            <a:custGeom>
              <a:avLst/>
              <a:gdLst>
                <a:gd name="T0" fmla="*/ 0 w 246"/>
                <a:gd name="T1" fmla="*/ 0 h 426"/>
                <a:gd name="T2" fmla="*/ 0 w 246"/>
                <a:gd name="T3" fmla="*/ 0 h 426"/>
                <a:gd name="T4" fmla="*/ 0 w 246"/>
                <a:gd name="T5" fmla="*/ 0 h 426"/>
                <a:gd name="T6" fmla="*/ 0 w 246"/>
                <a:gd name="T7" fmla="*/ 1 h 426"/>
                <a:gd name="T8" fmla="*/ 0 w 246"/>
                <a:gd name="T9" fmla="*/ 1 h 426"/>
                <a:gd name="T10" fmla="*/ 0 w 246"/>
                <a:gd name="T11" fmla="*/ 1 h 426"/>
                <a:gd name="T12" fmla="*/ 0 w 246"/>
                <a:gd name="T13" fmla="*/ 2 h 426"/>
                <a:gd name="T14" fmla="*/ 0 w 246"/>
                <a:gd name="T15" fmla="*/ 2 h 426"/>
                <a:gd name="T16" fmla="*/ 0 w 246"/>
                <a:gd name="T17" fmla="*/ 2 h 426"/>
                <a:gd name="T18" fmla="*/ 1 w 246"/>
                <a:gd name="T19" fmla="*/ 2 h 426"/>
                <a:gd name="T20" fmla="*/ 1 w 246"/>
                <a:gd name="T21" fmla="*/ 3 h 426"/>
                <a:gd name="T22" fmla="*/ 1 w 246"/>
                <a:gd name="T23" fmla="*/ 3 h 426"/>
                <a:gd name="T24" fmla="*/ 1 w 246"/>
                <a:gd name="T25" fmla="*/ 3 h 426"/>
                <a:gd name="T26" fmla="*/ 1 w 246"/>
                <a:gd name="T27" fmla="*/ 3 h 426"/>
                <a:gd name="T28" fmla="*/ 1 w 246"/>
                <a:gd name="T29" fmla="*/ 3 h 426"/>
                <a:gd name="T30" fmla="*/ 2 w 246"/>
                <a:gd name="T31" fmla="*/ 3 h 426"/>
                <a:gd name="T32" fmla="*/ 2 w 246"/>
                <a:gd name="T33" fmla="*/ 3 h 426"/>
                <a:gd name="T34" fmla="*/ 2 w 246"/>
                <a:gd name="T35" fmla="*/ 3 h 426"/>
                <a:gd name="T36" fmla="*/ 2 w 246"/>
                <a:gd name="T37" fmla="*/ 3 h 426"/>
                <a:gd name="T38" fmla="*/ 2 w 246"/>
                <a:gd name="T39" fmla="*/ 3 h 426"/>
                <a:gd name="T40" fmla="*/ 2 w 246"/>
                <a:gd name="T41" fmla="*/ 3 h 426"/>
                <a:gd name="T42" fmla="*/ 1 w 246"/>
                <a:gd name="T43" fmla="*/ 3 h 426"/>
                <a:gd name="T44" fmla="*/ 1 w 246"/>
                <a:gd name="T45" fmla="*/ 3 h 426"/>
                <a:gd name="T46" fmla="*/ 1 w 246"/>
                <a:gd name="T47" fmla="*/ 3 h 426"/>
                <a:gd name="T48" fmla="*/ 1 w 246"/>
                <a:gd name="T49" fmla="*/ 3 h 426"/>
                <a:gd name="T50" fmla="*/ 1 w 246"/>
                <a:gd name="T51" fmla="*/ 3 h 426"/>
                <a:gd name="T52" fmla="*/ 1 w 246"/>
                <a:gd name="T53" fmla="*/ 2 h 426"/>
                <a:gd name="T54" fmla="*/ 1 w 246"/>
                <a:gd name="T55" fmla="*/ 2 h 426"/>
                <a:gd name="T56" fmla="*/ 0 w 246"/>
                <a:gd name="T57" fmla="*/ 2 h 426"/>
                <a:gd name="T58" fmla="*/ 0 w 246"/>
                <a:gd name="T59" fmla="*/ 2 h 426"/>
                <a:gd name="T60" fmla="*/ 0 w 246"/>
                <a:gd name="T61" fmla="*/ 1 h 426"/>
                <a:gd name="T62" fmla="*/ 0 w 246"/>
                <a:gd name="T63" fmla="*/ 1 h 426"/>
                <a:gd name="T64" fmla="*/ 0 w 246"/>
                <a:gd name="T65" fmla="*/ 1 h 426"/>
                <a:gd name="T66" fmla="*/ 0 w 246"/>
                <a:gd name="T67" fmla="*/ 0 h 426"/>
                <a:gd name="T68" fmla="*/ 0 w 246"/>
                <a:gd name="T69" fmla="*/ 0 h 426"/>
                <a:gd name="T70" fmla="*/ 0 w 246"/>
                <a:gd name="T71" fmla="*/ 0 h 426"/>
                <a:gd name="T72" fmla="*/ 0 w 246"/>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0"/>
                  </a:moveTo>
                  <a:lnTo>
                    <a:pt x="0" y="0"/>
                  </a:lnTo>
                  <a:lnTo>
                    <a:pt x="1" y="42"/>
                  </a:lnTo>
                  <a:lnTo>
                    <a:pt x="4" y="86"/>
                  </a:lnTo>
                  <a:lnTo>
                    <a:pt x="10" y="126"/>
                  </a:lnTo>
                  <a:lnTo>
                    <a:pt x="18" y="164"/>
                  </a:lnTo>
                  <a:lnTo>
                    <a:pt x="29" y="202"/>
                  </a:lnTo>
                  <a:lnTo>
                    <a:pt x="41" y="237"/>
                  </a:lnTo>
                  <a:lnTo>
                    <a:pt x="55" y="269"/>
                  </a:lnTo>
                  <a:lnTo>
                    <a:pt x="71" y="300"/>
                  </a:lnTo>
                  <a:lnTo>
                    <a:pt x="89" y="327"/>
                  </a:lnTo>
                  <a:lnTo>
                    <a:pt x="107" y="352"/>
                  </a:lnTo>
                  <a:lnTo>
                    <a:pt x="127" y="374"/>
                  </a:lnTo>
                  <a:lnTo>
                    <a:pt x="150" y="392"/>
                  </a:lnTo>
                  <a:lnTo>
                    <a:pt x="171" y="407"/>
                  </a:lnTo>
                  <a:lnTo>
                    <a:pt x="195" y="418"/>
                  </a:lnTo>
                  <a:lnTo>
                    <a:pt x="220" y="423"/>
                  </a:lnTo>
                  <a:lnTo>
                    <a:pt x="246" y="426"/>
                  </a:lnTo>
                  <a:lnTo>
                    <a:pt x="246" y="414"/>
                  </a:lnTo>
                  <a:lnTo>
                    <a:pt x="222" y="412"/>
                  </a:lnTo>
                  <a:lnTo>
                    <a:pt x="200" y="406"/>
                  </a:lnTo>
                  <a:lnTo>
                    <a:pt x="178" y="395"/>
                  </a:lnTo>
                  <a:lnTo>
                    <a:pt x="157" y="382"/>
                  </a:lnTo>
                  <a:lnTo>
                    <a:pt x="137" y="365"/>
                  </a:lnTo>
                  <a:lnTo>
                    <a:pt x="117" y="345"/>
                  </a:lnTo>
                  <a:lnTo>
                    <a:pt x="98" y="320"/>
                  </a:lnTo>
                  <a:lnTo>
                    <a:pt x="83" y="293"/>
                  </a:lnTo>
                  <a:lnTo>
                    <a:pt x="66" y="264"/>
                  </a:lnTo>
                  <a:lnTo>
                    <a:pt x="52" y="232"/>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6549" name="Freeform 67"/>
            <p:cNvSpPr>
              <a:spLocks/>
            </p:cNvSpPr>
            <p:nvPr/>
          </p:nvSpPr>
          <p:spPr bwMode="auto">
            <a:xfrm>
              <a:off x="1335" y="1859"/>
              <a:ext cx="49" cy="84"/>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1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0" y="2"/>
                  </a:lnTo>
                  <a:lnTo>
                    <a:pt x="195" y="8"/>
                  </a:lnTo>
                  <a:lnTo>
                    <a:pt x="171" y="18"/>
                  </a:lnTo>
                  <a:lnTo>
                    <a:pt x="150" y="34"/>
                  </a:lnTo>
                  <a:lnTo>
                    <a:pt x="127" y="51"/>
                  </a:lnTo>
                  <a:lnTo>
                    <a:pt x="107" y="74"/>
                  </a:lnTo>
                  <a:lnTo>
                    <a:pt x="89" y="98"/>
                  </a:lnTo>
                  <a:lnTo>
                    <a:pt x="72" y="125"/>
                  </a:lnTo>
                  <a:lnTo>
                    <a:pt x="55" y="156"/>
                  </a:lnTo>
                  <a:lnTo>
                    <a:pt x="41" y="188"/>
                  </a:lnTo>
                  <a:lnTo>
                    <a:pt x="29" y="222"/>
                  </a:lnTo>
                  <a:lnTo>
                    <a:pt x="18" y="261"/>
                  </a:lnTo>
                  <a:lnTo>
                    <a:pt x="10" y="299"/>
                  </a:lnTo>
                  <a:lnTo>
                    <a:pt x="4" y="339"/>
                  </a:lnTo>
                  <a:lnTo>
                    <a:pt x="1" y="382"/>
                  </a:lnTo>
                  <a:lnTo>
                    <a:pt x="0" y="424"/>
                  </a:lnTo>
                  <a:lnTo>
                    <a:pt x="11" y="424"/>
                  </a:lnTo>
                  <a:lnTo>
                    <a:pt x="13" y="382"/>
                  </a:lnTo>
                  <a:lnTo>
                    <a:pt x="16" y="341"/>
                  </a:lnTo>
                  <a:lnTo>
                    <a:pt x="22" y="301"/>
                  </a:lnTo>
                  <a:lnTo>
                    <a:pt x="30" y="264"/>
                  </a:lnTo>
                  <a:lnTo>
                    <a:pt x="41" y="227"/>
                  </a:lnTo>
                  <a:lnTo>
                    <a:pt x="52" y="193"/>
                  </a:lnTo>
                  <a:lnTo>
                    <a:pt x="66" y="160"/>
                  </a:lnTo>
                  <a:lnTo>
                    <a:pt x="82" y="132"/>
                  </a:lnTo>
                  <a:lnTo>
                    <a:pt x="98" y="105"/>
                  </a:lnTo>
                  <a:lnTo>
                    <a:pt x="117" y="81"/>
                  </a:lnTo>
                  <a:lnTo>
                    <a:pt x="137" y="61"/>
                  </a:lnTo>
                  <a:lnTo>
                    <a:pt x="157" y="43"/>
                  </a:lnTo>
                  <a:lnTo>
                    <a:pt x="178" y="30"/>
                  </a:lnTo>
                  <a:lnTo>
                    <a:pt x="200" y="20"/>
                  </a:lnTo>
                  <a:lnTo>
                    <a:pt x="222" y="14"/>
                  </a:lnTo>
                  <a:lnTo>
                    <a:pt x="246" y="11"/>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6550" name="Freeform 68"/>
            <p:cNvSpPr>
              <a:spLocks/>
            </p:cNvSpPr>
            <p:nvPr/>
          </p:nvSpPr>
          <p:spPr bwMode="auto">
            <a:xfrm>
              <a:off x="1552" y="1751"/>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1" y="339"/>
                  </a:lnTo>
                  <a:lnTo>
                    <a:pt x="235" y="299"/>
                  </a:lnTo>
                  <a:lnTo>
                    <a:pt x="226" y="261"/>
                  </a:lnTo>
                  <a:lnTo>
                    <a:pt x="216" y="223"/>
                  </a:lnTo>
                  <a:lnTo>
                    <a:pt x="204" y="189"/>
                  </a:lnTo>
                  <a:lnTo>
                    <a:pt x="190" y="156"/>
                  </a:lnTo>
                  <a:lnTo>
                    <a:pt x="174" y="125"/>
                  </a:lnTo>
                  <a:lnTo>
                    <a:pt x="156" y="98"/>
                  </a:lnTo>
                  <a:lnTo>
                    <a:pt x="137" y="74"/>
                  </a:lnTo>
                  <a:lnTo>
                    <a:pt x="119" y="52"/>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8" y="81"/>
                  </a:lnTo>
                  <a:lnTo>
                    <a:pt x="147" y="105"/>
                  </a:lnTo>
                  <a:lnTo>
                    <a:pt x="164" y="132"/>
                  </a:lnTo>
                  <a:lnTo>
                    <a:pt x="178" y="161"/>
                  </a:lnTo>
                  <a:lnTo>
                    <a:pt x="193" y="193"/>
                  </a:lnTo>
                  <a:lnTo>
                    <a:pt x="204" y="227"/>
                  </a:lnTo>
                  <a:lnTo>
                    <a:pt x="215" y="264"/>
                  </a:lnTo>
                  <a:lnTo>
                    <a:pt x="223" y="301"/>
                  </a:lnTo>
                  <a:lnTo>
                    <a:pt x="229" y="341"/>
                  </a:lnTo>
                  <a:lnTo>
                    <a:pt x="232" y="382"/>
                  </a:lnTo>
                  <a:lnTo>
                    <a:pt x="234"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6551" name="Freeform 69"/>
            <p:cNvSpPr>
              <a:spLocks/>
            </p:cNvSpPr>
            <p:nvPr/>
          </p:nvSpPr>
          <p:spPr bwMode="auto">
            <a:xfrm>
              <a:off x="1552" y="1836"/>
              <a:ext cx="49" cy="85"/>
            </a:xfrm>
            <a:custGeom>
              <a:avLst/>
              <a:gdLst>
                <a:gd name="T0" fmla="*/ 0 w 245"/>
                <a:gd name="T1" fmla="*/ 3 h 425"/>
                <a:gd name="T2" fmla="*/ 0 w 245"/>
                <a:gd name="T3" fmla="*/ 3 h 425"/>
                <a:gd name="T4" fmla="*/ 0 w 245"/>
                <a:gd name="T5" fmla="*/ 3 h 425"/>
                <a:gd name="T6" fmla="*/ 0 w 245"/>
                <a:gd name="T7" fmla="*/ 3 h 425"/>
                <a:gd name="T8" fmla="*/ 1 w 245"/>
                <a:gd name="T9" fmla="*/ 3 h 425"/>
                <a:gd name="T10" fmla="*/ 1 w 245"/>
                <a:gd name="T11" fmla="*/ 3 h 425"/>
                <a:gd name="T12" fmla="*/ 1 w 245"/>
                <a:gd name="T13" fmla="*/ 3 h 425"/>
                <a:gd name="T14" fmla="*/ 1 w 245"/>
                <a:gd name="T15" fmla="*/ 3 h 425"/>
                <a:gd name="T16" fmla="*/ 1 w 245"/>
                <a:gd name="T17" fmla="*/ 3 h 425"/>
                <a:gd name="T18" fmla="*/ 1 w 245"/>
                <a:gd name="T19" fmla="*/ 2 h 425"/>
                <a:gd name="T20" fmla="*/ 2 w 245"/>
                <a:gd name="T21" fmla="*/ 2 h 425"/>
                <a:gd name="T22" fmla="*/ 2 w 245"/>
                <a:gd name="T23" fmla="*/ 2 h 425"/>
                <a:gd name="T24" fmla="*/ 2 w 245"/>
                <a:gd name="T25" fmla="*/ 2 h 425"/>
                <a:gd name="T26" fmla="*/ 2 w 245"/>
                <a:gd name="T27" fmla="*/ 1 h 425"/>
                <a:gd name="T28" fmla="*/ 2 w 245"/>
                <a:gd name="T29" fmla="*/ 1 h 425"/>
                <a:gd name="T30" fmla="*/ 2 w 245"/>
                <a:gd name="T31" fmla="*/ 1 h 425"/>
                <a:gd name="T32" fmla="*/ 2 w 245"/>
                <a:gd name="T33" fmla="*/ 0 h 425"/>
                <a:gd name="T34" fmla="*/ 2 w 245"/>
                <a:gd name="T35" fmla="*/ 0 h 425"/>
                <a:gd name="T36" fmla="*/ 2 w 245"/>
                <a:gd name="T37" fmla="*/ 0 h 425"/>
                <a:gd name="T38" fmla="*/ 2 w 245"/>
                <a:gd name="T39" fmla="*/ 0 h 425"/>
                <a:gd name="T40" fmla="*/ 2 w 245"/>
                <a:gd name="T41" fmla="*/ 1 h 425"/>
                <a:gd name="T42" fmla="*/ 2 w 245"/>
                <a:gd name="T43" fmla="*/ 1 h 425"/>
                <a:gd name="T44" fmla="*/ 2 w 245"/>
                <a:gd name="T45" fmla="*/ 1 h 425"/>
                <a:gd name="T46" fmla="*/ 2 w 245"/>
                <a:gd name="T47" fmla="*/ 2 h 425"/>
                <a:gd name="T48" fmla="*/ 2 w 245"/>
                <a:gd name="T49" fmla="*/ 2 h 425"/>
                <a:gd name="T50" fmla="*/ 1 w 245"/>
                <a:gd name="T51" fmla="*/ 2 h 425"/>
                <a:gd name="T52" fmla="*/ 1 w 245"/>
                <a:gd name="T53" fmla="*/ 2 h 425"/>
                <a:gd name="T54" fmla="*/ 1 w 245"/>
                <a:gd name="T55" fmla="*/ 3 h 425"/>
                <a:gd name="T56" fmla="*/ 1 w 245"/>
                <a:gd name="T57" fmla="*/ 3 h 425"/>
                <a:gd name="T58" fmla="*/ 1 w 245"/>
                <a:gd name="T59" fmla="*/ 3 h 425"/>
                <a:gd name="T60" fmla="*/ 1 w 245"/>
                <a:gd name="T61" fmla="*/ 3 h 425"/>
                <a:gd name="T62" fmla="*/ 1 w 245"/>
                <a:gd name="T63" fmla="*/ 3 h 425"/>
                <a:gd name="T64" fmla="*/ 0 w 245"/>
                <a:gd name="T65" fmla="*/ 3 h 425"/>
                <a:gd name="T66" fmla="*/ 0 w 245"/>
                <a:gd name="T67" fmla="*/ 3 h 425"/>
                <a:gd name="T68" fmla="*/ 0 w 245"/>
                <a:gd name="T69" fmla="*/ 3 h 425"/>
                <a:gd name="T70" fmla="*/ 0 w 245"/>
                <a:gd name="T71" fmla="*/ 3 h 425"/>
                <a:gd name="T72" fmla="*/ 0 w 245"/>
                <a:gd name="T73" fmla="*/ 3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5"/>
                <a:gd name="T113" fmla="*/ 245 w 245"/>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5">
                  <a:moveTo>
                    <a:pt x="0" y="425"/>
                  </a:moveTo>
                  <a:lnTo>
                    <a:pt x="0" y="425"/>
                  </a:lnTo>
                  <a:lnTo>
                    <a:pt x="26" y="422"/>
                  </a:lnTo>
                  <a:lnTo>
                    <a:pt x="51" y="417"/>
                  </a:lnTo>
                  <a:lnTo>
                    <a:pt x="74" y="406"/>
                  </a:lnTo>
                  <a:lnTo>
                    <a:pt x="96" y="391"/>
                  </a:lnTo>
                  <a:lnTo>
                    <a:pt x="119" y="373"/>
                  </a:lnTo>
                  <a:lnTo>
                    <a:pt x="137" y="351"/>
                  </a:lnTo>
                  <a:lnTo>
                    <a:pt x="156" y="326"/>
                  </a:lnTo>
                  <a:lnTo>
                    <a:pt x="174" y="299"/>
                  </a:lnTo>
                  <a:lnTo>
                    <a:pt x="190" y="269"/>
                  </a:lnTo>
                  <a:lnTo>
                    <a:pt x="204" y="236"/>
                  </a:lnTo>
                  <a:lnTo>
                    <a:pt x="216" y="202"/>
                  </a:lnTo>
                  <a:lnTo>
                    <a:pt x="226" y="163"/>
                  </a:lnTo>
                  <a:lnTo>
                    <a:pt x="235" y="126"/>
                  </a:lnTo>
                  <a:lnTo>
                    <a:pt x="241" y="86"/>
                  </a:lnTo>
                  <a:lnTo>
                    <a:pt x="244" y="43"/>
                  </a:lnTo>
                  <a:lnTo>
                    <a:pt x="245" y="0"/>
                  </a:lnTo>
                  <a:lnTo>
                    <a:pt x="234" y="0"/>
                  </a:lnTo>
                  <a:lnTo>
                    <a:pt x="232" y="43"/>
                  </a:lnTo>
                  <a:lnTo>
                    <a:pt x="229" y="84"/>
                  </a:lnTo>
                  <a:lnTo>
                    <a:pt x="223" y="123"/>
                  </a:lnTo>
                  <a:lnTo>
                    <a:pt x="215" y="161"/>
                  </a:lnTo>
                  <a:lnTo>
                    <a:pt x="204" y="197"/>
                  </a:lnTo>
                  <a:lnTo>
                    <a:pt x="193" y="231"/>
                  </a:lnTo>
                  <a:lnTo>
                    <a:pt x="178" y="264"/>
                  </a:lnTo>
                  <a:lnTo>
                    <a:pt x="164" y="292"/>
                  </a:lnTo>
                  <a:lnTo>
                    <a:pt x="147" y="319"/>
                  </a:lnTo>
                  <a:lnTo>
                    <a:pt x="128" y="344"/>
                  </a:lnTo>
                  <a:lnTo>
                    <a:pt x="109" y="364"/>
                  </a:lnTo>
                  <a:lnTo>
                    <a:pt x="89" y="381"/>
                  </a:lnTo>
                  <a:lnTo>
                    <a:pt x="67" y="394"/>
                  </a:lnTo>
                  <a:lnTo>
                    <a:pt x="46" y="405"/>
                  </a:lnTo>
                  <a:lnTo>
                    <a:pt x="24" y="411"/>
                  </a:lnTo>
                  <a:lnTo>
                    <a:pt x="0" y="413"/>
                  </a:lnTo>
                  <a:lnTo>
                    <a:pt x="0" y="425"/>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6552" name="Freeform 70"/>
            <p:cNvSpPr>
              <a:spLocks/>
            </p:cNvSpPr>
            <p:nvPr/>
          </p:nvSpPr>
          <p:spPr bwMode="auto">
            <a:xfrm>
              <a:off x="1502" y="1836"/>
              <a:ext cx="50" cy="85"/>
            </a:xfrm>
            <a:custGeom>
              <a:avLst/>
              <a:gdLst>
                <a:gd name="T0" fmla="*/ 0 w 246"/>
                <a:gd name="T1" fmla="*/ 0 h 425"/>
                <a:gd name="T2" fmla="*/ 0 w 246"/>
                <a:gd name="T3" fmla="*/ 0 h 425"/>
                <a:gd name="T4" fmla="*/ 0 w 246"/>
                <a:gd name="T5" fmla="*/ 0 h 425"/>
                <a:gd name="T6" fmla="*/ 0 w 246"/>
                <a:gd name="T7" fmla="*/ 1 h 425"/>
                <a:gd name="T8" fmla="*/ 0 w 246"/>
                <a:gd name="T9" fmla="*/ 1 h 425"/>
                <a:gd name="T10" fmla="*/ 0 w 246"/>
                <a:gd name="T11" fmla="*/ 1 h 425"/>
                <a:gd name="T12" fmla="*/ 0 w 246"/>
                <a:gd name="T13" fmla="*/ 2 h 425"/>
                <a:gd name="T14" fmla="*/ 0 w 246"/>
                <a:gd name="T15" fmla="*/ 2 h 425"/>
                <a:gd name="T16" fmla="*/ 0 w 246"/>
                <a:gd name="T17" fmla="*/ 2 h 425"/>
                <a:gd name="T18" fmla="*/ 1 w 246"/>
                <a:gd name="T19" fmla="*/ 2 h 425"/>
                <a:gd name="T20" fmla="*/ 1 w 246"/>
                <a:gd name="T21" fmla="*/ 3 h 425"/>
                <a:gd name="T22" fmla="*/ 1 w 246"/>
                <a:gd name="T23" fmla="*/ 3 h 425"/>
                <a:gd name="T24" fmla="*/ 1 w 246"/>
                <a:gd name="T25" fmla="*/ 3 h 425"/>
                <a:gd name="T26" fmla="*/ 1 w 246"/>
                <a:gd name="T27" fmla="*/ 3 h 425"/>
                <a:gd name="T28" fmla="*/ 1 w 246"/>
                <a:gd name="T29" fmla="*/ 3 h 425"/>
                <a:gd name="T30" fmla="*/ 2 w 246"/>
                <a:gd name="T31" fmla="*/ 3 h 425"/>
                <a:gd name="T32" fmla="*/ 2 w 246"/>
                <a:gd name="T33" fmla="*/ 3 h 425"/>
                <a:gd name="T34" fmla="*/ 2 w 246"/>
                <a:gd name="T35" fmla="*/ 3 h 425"/>
                <a:gd name="T36" fmla="*/ 2 w 246"/>
                <a:gd name="T37" fmla="*/ 3 h 425"/>
                <a:gd name="T38" fmla="*/ 2 w 246"/>
                <a:gd name="T39" fmla="*/ 3 h 425"/>
                <a:gd name="T40" fmla="*/ 2 w 246"/>
                <a:gd name="T41" fmla="*/ 3 h 425"/>
                <a:gd name="T42" fmla="*/ 1 w 246"/>
                <a:gd name="T43" fmla="*/ 3 h 425"/>
                <a:gd name="T44" fmla="*/ 1 w 246"/>
                <a:gd name="T45" fmla="*/ 3 h 425"/>
                <a:gd name="T46" fmla="*/ 1 w 246"/>
                <a:gd name="T47" fmla="*/ 3 h 425"/>
                <a:gd name="T48" fmla="*/ 1 w 246"/>
                <a:gd name="T49" fmla="*/ 3 h 425"/>
                <a:gd name="T50" fmla="*/ 1 w 246"/>
                <a:gd name="T51" fmla="*/ 3 h 425"/>
                <a:gd name="T52" fmla="*/ 1 w 246"/>
                <a:gd name="T53" fmla="*/ 2 h 425"/>
                <a:gd name="T54" fmla="*/ 1 w 246"/>
                <a:gd name="T55" fmla="*/ 2 h 425"/>
                <a:gd name="T56" fmla="*/ 0 w 246"/>
                <a:gd name="T57" fmla="*/ 2 h 425"/>
                <a:gd name="T58" fmla="*/ 0 w 246"/>
                <a:gd name="T59" fmla="*/ 2 h 425"/>
                <a:gd name="T60" fmla="*/ 0 w 246"/>
                <a:gd name="T61" fmla="*/ 1 h 425"/>
                <a:gd name="T62" fmla="*/ 0 w 246"/>
                <a:gd name="T63" fmla="*/ 1 h 425"/>
                <a:gd name="T64" fmla="*/ 0 w 246"/>
                <a:gd name="T65" fmla="*/ 1 h 425"/>
                <a:gd name="T66" fmla="*/ 0 w 246"/>
                <a:gd name="T67" fmla="*/ 0 h 425"/>
                <a:gd name="T68" fmla="*/ 0 w 246"/>
                <a:gd name="T69" fmla="*/ 0 h 425"/>
                <a:gd name="T70" fmla="*/ 0 w 246"/>
                <a:gd name="T71" fmla="*/ 0 h 425"/>
                <a:gd name="T72" fmla="*/ 0 w 246"/>
                <a:gd name="T73" fmla="*/ 0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5"/>
                <a:gd name="T113" fmla="*/ 246 w 246"/>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5">
                  <a:moveTo>
                    <a:pt x="0" y="0"/>
                  </a:moveTo>
                  <a:lnTo>
                    <a:pt x="0" y="0"/>
                  </a:lnTo>
                  <a:lnTo>
                    <a:pt x="2" y="43"/>
                  </a:lnTo>
                  <a:lnTo>
                    <a:pt x="5" y="86"/>
                  </a:lnTo>
                  <a:lnTo>
                    <a:pt x="11" y="126"/>
                  </a:lnTo>
                  <a:lnTo>
                    <a:pt x="19" y="163"/>
                  </a:lnTo>
                  <a:lnTo>
                    <a:pt x="30" y="202"/>
                  </a:lnTo>
                  <a:lnTo>
                    <a:pt x="41" y="236"/>
                  </a:lnTo>
                  <a:lnTo>
                    <a:pt x="55" y="269"/>
                  </a:lnTo>
                  <a:lnTo>
                    <a:pt x="73" y="299"/>
                  </a:lnTo>
                  <a:lnTo>
                    <a:pt x="89" y="326"/>
                  </a:lnTo>
                  <a:lnTo>
                    <a:pt x="108" y="351"/>
                  </a:lnTo>
                  <a:lnTo>
                    <a:pt x="128" y="373"/>
                  </a:lnTo>
                  <a:lnTo>
                    <a:pt x="150" y="391"/>
                  </a:lnTo>
                  <a:lnTo>
                    <a:pt x="171" y="406"/>
                  </a:lnTo>
                  <a:lnTo>
                    <a:pt x="196" y="417"/>
                  </a:lnTo>
                  <a:lnTo>
                    <a:pt x="221" y="422"/>
                  </a:lnTo>
                  <a:lnTo>
                    <a:pt x="246" y="425"/>
                  </a:lnTo>
                  <a:lnTo>
                    <a:pt x="246" y="413"/>
                  </a:lnTo>
                  <a:lnTo>
                    <a:pt x="223" y="411"/>
                  </a:lnTo>
                  <a:lnTo>
                    <a:pt x="201" y="405"/>
                  </a:lnTo>
                  <a:lnTo>
                    <a:pt x="178" y="394"/>
                  </a:lnTo>
                  <a:lnTo>
                    <a:pt x="157" y="381"/>
                  </a:lnTo>
                  <a:lnTo>
                    <a:pt x="137" y="364"/>
                  </a:lnTo>
                  <a:lnTo>
                    <a:pt x="117" y="344"/>
                  </a:lnTo>
                  <a:lnTo>
                    <a:pt x="99" y="319"/>
                  </a:lnTo>
                  <a:lnTo>
                    <a:pt x="82" y="292"/>
                  </a:lnTo>
                  <a:lnTo>
                    <a:pt x="67" y="264"/>
                  </a:lnTo>
                  <a:lnTo>
                    <a:pt x="53" y="231"/>
                  </a:lnTo>
                  <a:lnTo>
                    <a:pt x="41" y="197"/>
                  </a:lnTo>
                  <a:lnTo>
                    <a:pt x="31" y="161"/>
                  </a:lnTo>
                  <a:lnTo>
                    <a:pt x="23" y="123"/>
                  </a:lnTo>
                  <a:lnTo>
                    <a:pt x="17" y="84"/>
                  </a:lnTo>
                  <a:lnTo>
                    <a:pt x="13" y="4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6553" name="Freeform 71"/>
            <p:cNvSpPr>
              <a:spLocks/>
            </p:cNvSpPr>
            <p:nvPr/>
          </p:nvSpPr>
          <p:spPr bwMode="auto">
            <a:xfrm>
              <a:off x="1502" y="1751"/>
              <a:ext cx="50" cy="85"/>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2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1" y="2"/>
                  </a:lnTo>
                  <a:lnTo>
                    <a:pt x="196" y="8"/>
                  </a:lnTo>
                  <a:lnTo>
                    <a:pt x="171" y="19"/>
                  </a:lnTo>
                  <a:lnTo>
                    <a:pt x="150" y="34"/>
                  </a:lnTo>
                  <a:lnTo>
                    <a:pt x="128" y="52"/>
                  </a:lnTo>
                  <a:lnTo>
                    <a:pt x="108" y="74"/>
                  </a:lnTo>
                  <a:lnTo>
                    <a:pt x="89" y="98"/>
                  </a:lnTo>
                  <a:lnTo>
                    <a:pt x="73" y="125"/>
                  </a:lnTo>
                  <a:lnTo>
                    <a:pt x="55" y="156"/>
                  </a:lnTo>
                  <a:lnTo>
                    <a:pt x="41" y="189"/>
                  </a:lnTo>
                  <a:lnTo>
                    <a:pt x="30" y="223"/>
                  </a:lnTo>
                  <a:lnTo>
                    <a:pt x="19" y="261"/>
                  </a:lnTo>
                  <a:lnTo>
                    <a:pt x="11" y="299"/>
                  </a:lnTo>
                  <a:lnTo>
                    <a:pt x="5" y="339"/>
                  </a:lnTo>
                  <a:lnTo>
                    <a:pt x="2" y="382"/>
                  </a:lnTo>
                  <a:lnTo>
                    <a:pt x="0" y="424"/>
                  </a:lnTo>
                  <a:lnTo>
                    <a:pt x="12" y="424"/>
                  </a:lnTo>
                  <a:lnTo>
                    <a:pt x="13" y="382"/>
                  </a:lnTo>
                  <a:lnTo>
                    <a:pt x="17" y="341"/>
                  </a:lnTo>
                  <a:lnTo>
                    <a:pt x="23" y="301"/>
                  </a:lnTo>
                  <a:lnTo>
                    <a:pt x="31" y="264"/>
                  </a:lnTo>
                  <a:lnTo>
                    <a:pt x="41" y="227"/>
                  </a:lnTo>
                  <a:lnTo>
                    <a:pt x="53" y="193"/>
                  </a:lnTo>
                  <a:lnTo>
                    <a:pt x="67" y="161"/>
                  </a:lnTo>
                  <a:lnTo>
                    <a:pt x="82" y="132"/>
                  </a:lnTo>
                  <a:lnTo>
                    <a:pt x="99" y="105"/>
                  </a:lnTo>
                  <a:lnTo>
                    <a:pt x="117" y="81"/>
                  </a:lnTo>
                  <a:lnTo>
                    <a:pt x="137" y="61"/>
                  </a:lnTo>
                  <a:lnTo>
                    <a:pt x="157" y="43"/>
                  </a:lnTo>
                  <a:lnTo>
                    <a:pt x="178" y="30"/>
                  </a:lnTo>
                  <a:lnTo>
                    <a:pt x="201" y="20"/>
                  </a:lnTo>
                  <a:lnTo>
                    <a:pt x="223" y="14"/>
                  </a:lnTo>
                  <a:lnTo>
                    <a:pt x="246" y="12"/>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6554" name="Freeform 72"/>
            <p:cNvSpPr>
              <a:spLocks/>
            </p:cNvSpPr>
            <p:nvPr/>
          </p:nvSpPr>
          <p:spPr bwMode="auto">
            <a:xfrm>
              <a:off x="1565" y="2016"/>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0" y="339"/>
                  </a:lnTo>
                  <a:lnTo>
                    <a:pt x="234" y="299"/>
                  </a:lnTo>
                  <a:lnTo>
                    <a:pt x="226" y="261"/>
                  </a:lnTo>
                  <a:lnTo>
                    <a:pt x="216" y="223"/>
                  </a:lnTo>
                  <a:lnTo>
                    <a:pt x="204" y="189"/>
                  </a:lnTo>
                  <a:lnTo>
                    <a:pt x="190" y="156"/>
                  </a:lnTo>
                  <a:lnTo>
                    <a:pt x="174" y="125"/>
                  </a:lnTo>
                  <a:lnTo>
                    <a:pt x="156" y="98"/>
                  </a:lnTo>
                  <a:lnTo>
                    <a:pt x="138" y="74"/>
                  </a:lnTo>
                  <a:lnTo>
                    <a:pt x="118" y="51"/>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9" y="81"/>
                  </a:lnTo>
                  <a:lnTo>
                    <a:pt x="147" y="105"/>
                  </a:lnTo>
                  <a:lnTo>
                    <a:pt x="164" y="132"/>
                  </a:lnTo>
                  <a:lnTo>
                    <a:pt x="178" y="160"/>
                  </a:lnTo>
                  <a:lnTo>
                    <a:pt x="192" y="193"/>
                  </a:lnTo>
                  <a:lnTo>
                    <a:pt x="204" y="227"/>
                  </a:lnTo>
                  <a:lnTo>
                    <a:pt x="215" y="264"/>
                  </a:lnTo>
                  <a:lnTo>
                    <a:pt x="223" y="301"/>
                  </a:lnTo>
                  <a:lnTo>
                    <a:pt x="229"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6555" name="Freeform 73"/>
            <p:cNvSpPr>
              <a:spLocks/>
            </p:cNvSpPr>
            <p:nvPr/>
          </p:nvSpPr>
          <p:spPr bwMode="auto">
            <a:xfrm>
              <a:off x="1565" y="2101"/>
              <a:ext cx="49" cy="85"/>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6" y="423"/>
                  </a:lnTo>
                  <a:lnTo>
                    <a:pt x="51" y="418"/>
                  </a:lnTo>
                  <a:lnTo>
                    <a:pt x="74" y="407"/>
                  </a:lnTo>
                  <a:lnTo>
                    <a:pt x="96" y="392"/>
                  </a:lnTo>
                  <a:lnTo>
                    <a:pt x="118" y="373"/>
                  </a:lnTo>
                  <a:lnTo>
                    <a:pt x="138" y="351"/>
                  </a:lnTo>
                  <a:lnTo>
                    <a:pt x="156" y="327"/>
                  </a:lnTo>
                  <a:lnTo>
                    <a:pt x="175" y="299"/>
                  </a:lnTo>
                  <a:lnTo>
                    <a:pt x="190" y="269"/>
                  </a:lnTo>
                  <a:lnTo>
                    <a:pt x="204" y="236"/>
                  </a:lnTo>
                  <a:lnTo>
                    <a:pt x="216" y="202"/>
                  </a:lnTo>
                  <a:lnTo>
                    <a:pt x="226" y="164"/>
                  </a:lnTo>
                  <a:lnTo>
                    <a:pt x="234" y="126"/>
                  </a:lnTo>
                  <a:lnTo>
                    <a:pt x="240" y="86"/>
                  </a:lnTo>
                  <a:lnTo>
                    <a:pt x="244" y="42"/>
                  </a:lnTo>
                  <a:lnTo>
                    <a:pt x="245" y="0"/>
                  </a:lnTo>
                  <a:lnTo>
                    <a:pt x="233" y="0"/>
                  </a:lnTo>
                  <a:lnTo>
                    <a:pt x="232" y="42"/>
                  </a:lnTo>
                  <a:lnTo>
                    <a:pt x="229" y="83"/>
                  </a:lnTo>
                  <a:lnTo>
                    <a:pt x="223" y="123"/>
                  </a:lnTo>
                  <a:lnTo>
                    <a:pt x="215" y="162"/>
                  </a:lnTo>
                  <a:lnTo>
                    <a:pt x="204" y="197"/>
                  </a:lnTo>
                  <a:lnTo>
                    <a:pt x="192" y="231"/>
                  </a:lnTo>
                  <a:lnTo>
                    <a:pt x="178" y="264"/>
                  </a:lnTo>
                  <a:lnTo>
                    <a:pt x="163" y="292"/>
                  </a:lnTo>
                  <a:lnTo>
                    <a:pt x="147" y="320"/>
                  </a:lnTo>
                  <a:lnTo>
                    <a:pt x="129" y="344"/>
                  </a:lnTo>
                  <a:lnTo>
                    <a:pt x="109" y="364"/>
                  </a:lnTo>
                  <a:lnTo>
                    <a:pt x="89" y="382"/>
                  </a:lnTo>
                  <a:lnTo>
                    <a:pt x="67" y="395"/>
                  </a:lnTo>
                  <a:lnTo>
                    <a:pt x="46" y="406"/>
                  </a:lnTo>
                  <a:lnTo>
                    <a:pt x="24"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6556" name="Freeform 74"/>
            <p:cNvSpPr>
              <a:spLocks/>
            </p:cNvSpPr>
            <p:nvPr/>
          </p:nvSpPr>
          <p:spPr bwMode="auto">
            <a:xfrm>
              <a:off x="1516" y="2101"/>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5" y="86"/>
                  </a:lnTo>
                  <a:lnTo>
                    <a:pt x="11" y="126"/>
                  </a:lnTo>
                  <a:lnTo>
                    <a:pt x="19" y="164"/>
                  </a:lnTo>
                  <a:lnTo>
                    <a:pt x="30" y="202"/>
                  </a:lnTo>
                  <a:lnTo>
                    <a:pt x="41" y="236"/>
                  </a:lnTo>
                  <a:lnTo>
                    <a:pt x="55" y="269"/>
                  </a:lnTo>
                  <a:lnTo>
                    <a:pt x="71" y="299"/>
                  </a:lnTo>
                  <a:lnTo>
                    <a:pt x="89" y="327"/>
                  </a:lnTo>
                  <a:lnTo>
                    <a:pt x="107" y="351"/>
                  </a:lnTo>
                  <a:lnTo>
                    <a:pt x="127" y="373"/>
                  </a:lnTo>
                  <a:lnTo>
                    <a:pt x="149" y="392"/>
                  </a:lnTo>
                  <a:lnTo>
                    <a:pt x="171" y="407"/>
                  </a:lnTo>
                  <a:lnTo>
                    <a:pt x="195" y="418"/>
                  </a:lnTo>
                  <a:lnTo>
                    <a:pt x="219" y="423"/>
                  </a:lnTo>
                  <a:lnTo>
                    <a:pt x="245" y="426"/>
                  </a:lnTo>
                  <a:lnTo>
                    <a:pt x="245" y="414"/>
                  </a:lnTo>
                  <a:lnTo>
                    <a:pt x="222" y="412"/>
                  </a:lnTo>
                  <a:lnTo>
                    <a:pt x="199" y="406"/>
                  </a:lnTo>
                  <a:lnTo>
                    <a:pt x="178" y="395"/>
                  </a:lnTo>
                  <a:lnTo>
                    <a:pt x="156" y="382"/>
                  </a:lnTo>
                  <a:lnTo>
                    <a:pt x="136" y="364"/>
                  </a:lnTo>
                  <a:lnTo>
                    <a:pt x="116" y="344"/>
                  </a:lnTo>
                  <a:lnTo>
                    <a:pt x="99" y="320"/>
                  </a:lnTo>
                  <a:lnTo>
                    <a:pt x="82" y="292"/>
                  </a:lnTo>
                  <a:lnTo>
                    <a:pt x="67" y="264"/>
                  </a:lnTo>
                  <a:lnTo>
                    <a:pt x="53" y="231"/>
                  </a:lnTo>
                  <a:lnTo>
                    <a:pt x="41" y="197"/>
                  </a:lnTo>
                  <a:lnTo>
                    <a:pt x="31" y="162"/>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6557" name="Freeform 75"/>
            <p:cNvSpPr>
              <a:spLocks/>
            </p:cNvSpPr>
            <p:nvPr/>
          </p:nvSpPr>
          <p:spPr bwMode="auto">
            <a:xfrm>
              <a:off x="1516" y="2016"/>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5" y="8"/>
                  </a:lnTo>
                  <a:lnTo>
                    <a:pt x="171" y="19"/>
                  </a:lnTo>
                  <a:lnTo>
                    <a:pt x="149" y="34"/>
                  </a:lnTo>
                  <a:lnTo>
                    <a:pt x="127" y="51"/>
                  </a:lnTo>
                  <a:lnTo>
                    <a:pt x="107" y="74"/>
                  </a:lnTo>
                  <a:lnTo>
                    <a:pt x="89" y="98"/>
                  </a:lnTo>
                  <a:lnTo>
                    <a:pt x="72" y="125"/>
                  </a:lnTo>
                  <a:lnTo>
                    <a:pt x="55" y="156"/>
                  </a:lnTo>
                  <a:lnTo>
                    <a:pt x="41" y="189"/>
                  </a:lnTo>
                  <a:lnTo>
                    <a:pt x="30" y="223"/>
                  </a:lnTo>
                  <a:lnTo>
                    <a:pt x="19" y="261"/>
                  </a:lnTo>
                  <a:lnTo>
                    <a:pt x="11" y="299"/>
                  </a:lnTo>
                  <a:lnTo>
                    <a:pt x="5" y="339"/>
                  </a:lnTo>
                  <a:lnTo>
                    <a:pt x="1" y="382"/>
                  </a:lnTo>
                  <a:lnTo>
                    <a:pt x="0" y="424"/>
                  </a:lnTo>
                  <a:lnTo>
                    <a:pt x="12" y="424"/>
                  </a:lnTo>
                  <a:lnTo>
                    <a:pt x="13" y="382"/>
                  </a:lnTo>
                  <a:lnTo>
                    <a:pt x="17" y="341"/>
                  </a:lnTo>
                  <a:lnTo>
                    <a:pt x="23" y="301"/>
                  </a:lnTo>
                  <a:lnTo>
                    <a:pt x="31" y="264"/>
                  </a:lnTo>
                  <a:lnTo>
                    <a:pt x="41" y="227"/>
                  </a:lnTo>
                  <a:lnTo>
                    <a:pt x="53" y="193"/>
                  </a:lnTo>
                  <a:lnTo>
                    <a:pt x="67" y="160"/>
                  </a:lnTo>
                  <a:lnTo>
                    <a:pt x="81" y="132"/>
                  </a:lnTo>
                  <a:lnTo>
                    <a:pt x="99" y="105"/>
                  </a:lnTo>
                  <a:lnTo>
                    <a:pt x="116" y="81"/>
                  </a:lnTo>
                  <a:lnTo>
                    <a:pt x="136" y="61"/>
                  </a:lnTo>
                  <a:lnTo>
                    <a:pt x="156" y="43"/>
                  </a:lnTo>
                  <a:lnTo>
                    <a:pt x="178" y="30"/>
                  </a:lnTo>
                  <a:lnTo>
                    <a:pt x="199" y="20"/>
                  </a:lnTo>
                  <a:lnTo>
                    <a:pt x="222"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sp>
        <p:nvSpPr>
          <p:cNvPr id="106504" name="Rectangle 77"/>
          <p:cNvSpPr>
            <a:spLocks noChangeArrowheads="1"/>
          </p:cNvSpPr>
          <p:nvPr/>
        </p:nvSpPr>
        <p:spPr bwMode="auto">
          <a:xfrm>
            <a:off x="611188" y="0"/>
            <a:ext cx="6388100" cy="6477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3000"/>
              <a:t>Sem. 2 - Lundi</a:t>
            </a:r>
          </a:p>
        </p:txBody>
      </p:sp>
      <p:sp>
        <p:nvSpPr>
          <p:cNvPr id="106505" name="Text Box 78"/>
          <p:cNvSpPr txBox="1">
            <a:spLocks noChangeArrowheads="1"/>
          </p:cNvSpPr>
          <p:nvPr/>
        </p:nvSpPr>
        <p:spPr bwMode="auto">
          <a:xfrm>
            <a:off x="566738" y="2697163"/>
            <a:ext cx="3217862"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2. Pas de commandes</a:t>
            </a:r>
          </a:p>
        </p:txBody>
      </p:sp>
      <p:sp>
        <p:nvSpPr>
          <p:cNvPr id="106506" name="Text Box 79"/>
          <p:cNvSpPr txBox="1">
            <a:spLocks noChangeArrowheads="1"/>
          </p:cNvSpPr>
          <p:nvPr/>
        </p:nvSpPr>
        <p:spPr bwMode="auto">
          <a:xfrm>
            <a:off x="566738" y="5211763"/>
            <a:ext cx="6543675" cy="4429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eaLnBrk="1" hangingPunct="1">
              <a:spcBef>
                <a:spcPct val="0"/>
              </a:spcBef>
              <a:buFontTx/>
              <a:buNone/>
            </a:pPr>
            <a:r>
              <a:rPr lang="fr-FR" altLang="fr-FR" sz="2300"/>
              <a:t>4. Pointez la production sur votre feuille de suivi</a:t>
            </a:r>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07523" name="Group 3"/>
          <p:cNvGrpSpPr>
            <a:grpSpLocks/>
          </p:cNvGrpSpPr>
          <p:nvPr/>
        </p:nvGrpSpPr>
        <p:grpSpPr bwMode="auto">
          <a:xfrm>
            <a:off x="7073900" y="215900"/>
            <a:ext cx="1878013" cy="1250950"/>
            <a:chOff x="4456" y="136"/>
            <a:chExt cx="1183" cy="788"/>
          </a:xfrm>
        </p:grpSpPr>
        <p:grpSp>
          <p:nvGrpSpPr>
            <p:cNvPr id="107643" name="Group 4"/>
            <p:cNvGrpSpPr>
              <a:grpSpLocks/>
            </p:cNvGrpSpPr>
            <p:nvPr/>
          </p:nvGrpSpPr>
          <p:grpSpPr bwMode="auto">
            <a:xfrm>
              <a:off x="4766" y="232"/>
              <a:ext cx="873" cy="692"/>
              <a:chOff x="2185" y="310"/>
              <a:chExt cx="873" cy="692"/>
            </a:xfrm>
          </p:grpSpPr>
          <p:sp>
            <p:nvSpPr>
              <p:cNvPr id="107654" name="Freeform 5"/>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accent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7655" name="Freeform 6"/>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7656" name="Freeform 7"/>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7657" name="Freeform 8"/>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7658" name="Freeform 9"/>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7659" name="Freeform 10"/>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7660" name="Freeform 11"/>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grpSp>
          <p:nvGrpSpPr>
            <p:cNvPr id="107644" name="Group 12"/>
            <p:cNvGrpSpPr>
              <a:grpSpLocks/>
            </p:cNvGrpSpPr>
            <p:nvPr/>
          </p:nvGrpSpPr>
          <p:grpSpPr bwMode="auto">
            <a:xfrm>
              <a:off x="4949" y="336"/>
              <a:ext cx="591" cy="468"/>
              <a:chOff x="2185" y="310"/>
              <a:chExt cx="873" cy="692"/>
            </a:xfrm>
          </p:grpSpPr>
          <p:sp>
            <p:nvSpPr>
              <p:cNvPr id="107647" name="Freeform 13"/>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7648" name="Freeform 14"/>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7649" name="Freeform 15"/>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7650" name="Freeform 16"/>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7651" name="Freeform 17"/>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7652" name="Freeform 18"/>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7653" name="Freeform 19"/>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pic>
          <p:nvPicPr>
            <p:cNvPr id="107645" name="Picture 20"/>
            <p:cNvPicPr>
              <a:picLocks noChangeAspect="1" noChangeArrowheads="1"/>
            </p:cNvPicPr>
            <p:nvPr/>
          </p:nvPicPr>
          <p:blipFill>
            <a:blip r:embed="rId3" cstate="print">
              <a:extLst>
                <a:ext uri="{28A0092B-C50C-407E-A947-70E740481C1C}">
                  <a14:useLocalDpi xmlns:a14="http://schemas.microsoft.com/office/drawing/2010/main" val="0"/>
                </a:ext>
              </a:extLst>
            </a:blip>
            <a:srcRect l="-4282" t="-4369" r="-5199" b="-12012"/>
            <a:stretch>
              <a:fillRect/>
            </a:stretch>
          </p:blipFill>
          <p:spPr bwMode="auto">
            <a:xfrm>
              <a:off x="4456" y="136"/>
              <a:ext cx="480" cy="5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07646" name="Text Box 21"/>
            <p:cNvSpPr txBox="1">
              <a:spLocks noChangeArrowheads="1"/>
            </p:cNvSpPr>
            <p:nvPr/>
          </p:nvSpPr>
          <p:spPr bwMode="auto">
            <a:xfrm>
              <a:off x="5066" y="314"/>
              <a:ext cx="356" cy="49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4500" b="1">
                  <a:solidFill>
                    <a:srgbClr val="FF0000"/>
                  </a:solidFill>
                  <a:latin typeface="Arial Black" pitchFamily="34" charset="0"/>
                </a:rPr>
                <a:t>9</a:t>
              </a:r>
              <a:endParaRPr lang="fr-FR" altLang="fr-FR" sz="3200">
                <a:solidFill>
                  <a:schemeClr val="tx1"/>
                </a:solidFill>
                <a:latin typeface="Arial Black" pitchFamily="34" charset="0"/>
              </a:endParaRPr>
            </a:p>
          </p:txBody>
        </p:sp>
      </p:grpSp>
      <p:sp>
        <p:nvSpPr>
          <p:cNvPr id="107524" name="Text Box 22"/>
          <p:cNvSpPr txBox="1">
            <a:spLocks noChangeArrowheads="1"/>
          </p:cNvSpPr>
          <p:nvPr/>
        </p:nvSpPr>
        <p:spPr bwMode="auto">
          <a:xfrm>
            <a:off x="696913" y="3859213"/>
            <a:ext cx="828675"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a:spcBef>
                <a:spcPct val="0"/>
              </a:spcBef>
              <a:buFontTx/>
              <a:buNone/>
            </a:pPr>
            <a:r>
              <a:rPr lang="fr-FR" altLang="fr-FR" sz="2400">
                <a:solidFill>
                  <a:srgbClr val="FC2C1C"/>
                </a:solidFill>
              </a:rPr>
              <a:t>3 R1</a:t>
            </a:r>
          </a:p>
        </p:txBody>
      </p:sp>
      <p:sp>
        <p:nvSpPr>
          <p:cNvPr id="107525" name="Text Box 23"/>
          <p:cNvSpPr txBox="1">
            <a:spLocks noChangeArrowheads="1"/>
          </p:cNvSpPr>
          <p:nvPr/>
        </p:nvSpPr>
        <p:spPr bwMode="auto">
          <a:xfrm>
            <a:off x="3271838" y="3859213"/>
            <a:ext cx="828675"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a:spcBef>
                <a:spcPct val="0"/>
              </a:spcBef>
              <a:buFontTx/>
              <a:buNone/>
            </a:pPr>
            <a:r>
              <a:rPr lang="fr-FR" altLang="fr-FR" sz="2400">
                <a:solidFill>
                  <a:srgbClr val="FC2C1C"/>
                </a:solidFill>
              </a:rPr>
              <a:t>1 R3</a:t>
            </a:r>
          </a:p>
        </p:txBody>
      </p:sp>
      <p:sp>
        <p:nvSpPr>
          <p:cNvPr id="107526" name="Text Box 24"/>
          <p:cNvSpPr txBox="1">
            <a:spLocks noChangeArrowheads="1"/>
          </p:cNvSpPr>
          <p:nvPr/>
        </p:nvSpPr>
        <p:spPr bwMode="auto">
          <a:xfrm>
            <a:off x="4779963" y="3859213"/>
            <a:ext cx="828675"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a:spcBef>
                <a:spcPct val="0"/>
              </a:spcBef>
              <a:buFontTx/>
              <a:buNone/>
            </a:pPr>
            <a:r>
              <a:rPr lang="fr-FR" altLang="fr-FR" sz="2400">
                <a:solidFill>
                  <a:srgbClr val="FC2C1C"/>
                </a:solidFill>
              </a:rPr>
              <a:t>1 R4</a:t>
            </a:r>
          </a:p>
        </p:txBody>
      </p:sp>
      <p:sp>
        <p:nvSpPr>
          <p:cNvPr id="107527" name="Rectangle 27"/>
          <p:cNvSpPr>
            <a:spLocks noGrp="1" noChangeArrowheads="1"/>
          </p:cNvSpPr>
          <p:nvPr>
            <p:ph type="title"/>
          </p:nvPr>
        </p:nvSpPr>
        <p:spPr>
          <a:xfrm>
            <a:off x="1525588" y="0"/>
            <a:ext cx="5372100" cy="647700"/>
          </a:xfrm>
        </p:spPr>
        <p:txBody>
          <a:bodyPr/>
          <a:lstStyle/>
          <a:p>
            <a:pPr eaLnBrk="1" hangingPunct="1"/>
            <a:r>
              <a:rPr lang="fr-FR" altLang="fr-FR"/>
              <a:t>Sem. 2 - Mardi (Ste Sidoine)</a:t>
            </a:r>
          </a:p>
        </p:txBody>
      </p:sp>
      <p:sp>
        <p:nvSpPr>
          <p:cNvPr id="107528" name="Text Box 28"/>
          <p:cNvSpPr txBox="1">
            <a:spLocks noChangeArrowheads="1"/>
          </p:cNvSpPr>
          <p:nvPr/>
        </p:nvSpPr>
        <p:spPr bwMode="auto">
          <a:xfrm>
            <a:off x="574675" y="1868488"/>
            <a:ext cx="3557588"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2. Livrez les commandes</a:t>
            </a:r>
          </a:p>
        </p:txBody>
      </p:sp>
      <p:sp>
        <p:nvSpPr>
          <p:cNvPr id="107529" name="Text Box 29"/>
          <p:cNvSpPr txBox="1">
            <a:spLocks noChangeArrowheads="1"/>
          </p:cNvSpPr>
          <p:nvPr/>
        </p:nvSpPr>
        <p:spPr bwMode="auto">
          <a:xfrm>
            <a:off x="566738" y="1154113"/>
            <a:ext cx="1946275"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1. Tirez le dé</a:t>
            </a:r>
          </a:p>
        </p:txBody>
      </p:sp>
      <p:sp>
        <p:nvSpPr>
          <p:cNvPr id="107530" name="Text Box 30"/>
          <p:cNvSpPr txBox="1">
            <a:spLocks noChangeArrowheads="1"/>
          </p:cNvSpPr>
          <p:nvPr/>
        </p:nvSpPr>
        <p:spPr bwMode="auto">
          <a:xfrm>
            <a:off x="579438" y="4449763"/>
            <a:ext cx="18796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3. Produisez</a:t>
            </a:r>
          </a:p>
        </p:txBody>
      </p:sp>
      <p:grpSp>
        <p:nvGrpSpPr>
          <p:cNvPr id="107531" name="Group 32"/>
          <p:cNvGrpSpPr>
            <a:grpSpLocks/>
          </p:cNvGrpSpPr>
          <p:nvPr/>
        </p:nvGrpSpPr>
        <p:grpSpPr bwMode="auto">
          <a:xfrm>
            <a:off x="2843213" y="1106488"/>
            <a:ext cx="446087" cy="534987"/>
            <a:chOff x="868" y="1439"/>
            <a:chExt cx="811" cy="972"/>
          </a:xfrm>
        </p:grpSpPr>
        <p:sp>
          <p:nvSpPr>
            <p:cNvPr id="107592" name="Freeform 33"/>
            <p:cNvSpPr>
              <a:spLocks/>
            </p:cNvSpPr>
            <p:nvPr/>
          </p:nvSpPr>
          <p:spPr bwMode="auto">
            <a:xfrm>
              <a:off x="1548" y="2014"/>
              <a:ext cx="123" cy="100"/>
            </a:xfrm>
            <a:custGeom>
              <a:avLst/>
              <a:gdLst>
                <a:gd name="T0" fmla="*/ 5 w 618"/>
                <a:gd name="T1" fmla="*/ 0 h 502"/>
                <a:gd name="T2" fmla="*/ 5 w 618"/>
                <a:gd name="T3" fmla="*/ 0 h 502"/>
                <a:gd name="T4" fmla="*/ 0 w 618"/>
                <a:gd name="T5" fmla="*/ 4 h 502"/>
                <a:gd name="T6" fmla="*/ 0 w 618"/>
                <a:gd name="T7" fmla="*/ 4 h 502"/>
                <a:gd name="T8" fmla="*/ 5 w 618"/>
                <a:gd name="T9" fmla="*/ 0 h 502"/>
                <a:gd name="T10" fmla="*/ 5 w 618"/>
                <a:gd name="T11" fmla="*/ 0 h 502"/>
                <a:gd name="T12" fmla="*/ 5 w 618"/>
                <a:gd name="T13" fmla="*/ 0 h 502"/>
                <a:gd name="T14" fmla="*/ 5 w 618"/>
                <a:gd name="T15" fmla="*/ 0 h 502"/>
                <a:gd name="T16" fmla="*/ 5 w 618"/>
                <a:gd name="T17" fmla="*/ 0 h 502"/>
                <a:gd name="T18" fmla="*/ 5 w 618"/>
                <a:gd name="T19" fmla="*/ 0 h 502"/>
                <a:gd name="T20" fmla="*/ 5 w 618"/>
                <a:gd name="T21" fmla="*/ 0 h 502"/>
                <a:gd name="T22" fmla="*/ 5 w 618"/>
                <a:gd name="T23" fmla="*/ 0 h 502"/>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618"/>
                <a:gd name="T37" fmla="*/ 0 h 502"/>
                <a:gd name="T38" fmla="*/ 618 w 618"/>
                <a:gd name="T39" fmla="*/ 502 h 502"/>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618" h="502">
                  <a:moveTo>
                    <a:pt x="611" y="0"/>
                  </a:moveTo>
                  <a:lnTo>
                    <a:pt x="606" y="2"/>
                  </a:lnTo>
                  <a:lnTo>
                    <a:pt x="0" y="490"/>
                  </a:lnTo>
                  <a:lnTo>
                    <a:pt x="10" y="502"/>
                  </a:lnTo>
                  <a:lnTo>
                    <a:pt x="616" y="14"/>
                  </a:lnTo>
                  <a:lnTo>
                    <a:pt x="611" y="16"/>
                  </a:lnTo>
                  <a:lnTo>
                    <a:pt x="616" y="14"/>
                  </a:lnTo>
                  <a:lnTo>
                    <a:pt x="618" y="9"/>
                  </a:lnTo>
                  <a:lnTo>
                    <a:pt x="617" y="3"/>
                  </a:lnTo>
                  <a:lnTo>
                    <a:pt x="612" y="1"/>
                  </a:lnTo>
                  <a:lnTo>
                    <a:pt x="606" y="2"/>
                  </a:lnTo>
                  <a:lnTo>
                    <a:pt x="611"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7593" name="Freeform 34"/>
            <p:cNvSpPr>
              <a:spLocks/>
            </p:cNvSpPr>
            <p:nvPr/>
          </p:nvSpPr>
          <p:spPr bwMode="auto">
            <a:xfrm>
              <a:off x="876" y="1852"/>
              <a:ext cx="82" cy="373"/>
            </a:xfrm>
            <a:custGeom>
              <a:avLst/>
              <a:gdLst>
                <a:gd name="T0" fmla="*/ 3 w 413"/>
                <a:gd name="T1" fmla="*/ 15 h 1865"/>
                <a:gd name="T2" fmla="*/ 3 w 413"/>
                <a:gd name="T3" fmla="*/ 15 h 1865"/>
                <a:gd name="T4" fmla="*/ 0 w 413"/>
                <a:gd name="T5" fmla="*/ 0 h 1865"/>
                <a:gd name="T6" fmla="*/ 0 w 413"/>
                <a:gd name="T7" fmla="*/ 0 h 1865"/>
                <a:gd name="T8" fmla="*/ 3 w 413"/>
                <a:gd name="T9" fmla="*/ 15 h 1865"/>
                <a:gd name="T10" fmla="*/ 3 w 413"/>
                <a:gd name="T11" fmla="*/ 15 h 1865"/>
                <a:gd name="T12" fmla="*/ 3 w 413"/>
                <a:gd name="T13" fmla="*/ 15 h 1865"/>
                <a:gd name="T14" fmla="*/ 3 w 413"/>
                <a:gd name="T15" fmla="*/ 15 h 1865"/>
                <a:gd name="T16" fmla="*/ 3 w 413"/>
                <a:gd name="T17" fmla="*/ 15 h 1865"/>
                <a:gd name="T18" fmla="*/ 3 w 413"/>
                <a:gd name="T19" fmla="*/ 15 h 1865"/>
                <a:gd name="T20" fmla="*/ 3 w 413"/>
                <a:gd name="T21" fmla="*/ 15 h 1865"/>
                <a:gd name="T22" fmla="*/ 3 w 413"/>
                <a:gd name="T23" fmla="*/ 15 h 186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413"/>
                <a:gd name="T37" fmla="*/ 0 h 1865"/>
                <a:gd name="T38" fmla="*/ 413 w 413"/>
                <a:gd name="T39" fmla="*/ 1865 h 1865"/>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413" h="1865">
                  <a:moveTo>
                    <a:pt x="400" y="1864"/>
                  </a:moveTo>
                  <a:lnTo>
                    <a:pt x="413" y="1856"/>
                  </a:lnTo>
                  <a:lnTo>
                    <a:pt x="17" y="0"/>
                  </a:lnTo>
                  <a:lnTo>
                    <a:pt x="0" y="2"/>
                  </a:lnTo>
                  <a:lnTo>
                    <a:pt x="396" y="1858"/>
                  </a:lnTo>
                  <a:lnTo>
                    <a:pt x="409" y="1850"/>
                  </a:lnTo>
                  <a:lnTo>
                    <a:pt x="396" y="1858"/>
                  </a:lnTo>
                  <a:lnTo>
                    <a:pt x="400" y="1864"/>
                  </a:lnTo>
                  <a:lnTo>
                    <a:pt x="406" y="1865"/>
                  </a:lnTo>
                  <a:lnTo>
                    <a:pt x="410" y="1862"/>
                  </a:lnTo>
                  <a:lnTo>
                    <a:pt x="413" y="1856"/>
                  </a:lnTo>
                  <a:lnTo>
                    <a:pt x="400" y="186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7594" name="Freeform 35"/>
            <p:cNvSpPr>
              <a:spLocks/>
            </p:cNvSpPr>
            <p:nvPr/>
          </p:nvSpPr>
          <p:spPr bwMode="auto">
            <a:xfrm>
              <a:off x="1282" y="1533"/>
              <a:ext cx="35" cy="161"/>
            </a:xfrm>
            <a:custGeom>
              <a:avLst/>
              <a:gdLst>
                <a:gd name="T0" fmla="*/ 1 w 175"/>
                <a:gd name="T1" fmla="*/ 6 h 807"/>
                <a:gd name="T2" fmla="*/ 1 w 175"/>
                <a:gd name="T3" fmla="*/ 6 h 807"/>
                <a:gd name="T4" fmla="*/ 1 w 175"/>
                <a:gd name="T5" fmla="*/ 6 h 807"/>
                <a:gd name="T6" fmla="*/ 1 w 175"/>
                <a:gd name="T7" fmla="*/ 5 h 807"/>
                <a:gd name="T8" fmla="*/ 1 w 175"/>
                <a:gd name="T9" fmla="*/ 5 h 807"/>
                <a:gd name="T10" fmla="*/ 1 w 175"/>
                <a:gd name="T11" fmla="*/ 5 h 807"/>
                <a:gd name="T12" fmla="*/ 1 w 175"/>
                <a:gd name="T13" fmla="*/ 4 h 807"/>
                <a:gd name="T14" fmla="*/ 1 w 175"/>
                <a:gd name="T15" fmla="*/ 4 h 807"/>
                <a:gd name="T16" fmla="*/ 1 w 175"/>
                <a:gd name="T17" fmla="*/ 3 h 807"/>
                <a:gd name="T18" fmla="*/ 1 w 175"/>
                <a:gd name="T19" fmla="*/ 3 h 807"/>
                <a:gd name="T20" fmla="*/ 1 w 175"/>
                <a:gd name="T21" fmla="*/ 3 h 807"/>
                <a:gd name="T22" fmla="*/ 1 w 175"/>
                <a:gd name="T23" fmla="*/ 2 h 807"/>
                <a:gd name="T24" fmla="*/ 1 w 175"/>
                <a:gd name="T25" fmla="*/ 2 h 807"/>
                <a:gd name="T26" fmla="*/ 1 w 175"/>
                <a:gd name="T27" fmla="*/ 2 h 807"/>
                <a:gd name="T28" fmla="*/ 1 w 175"/>
                <a:gd name="T29" fmla="*/ 1 h 807"/>
                <a:gd name="T30" fmla="*/ 1 w 175"/>
                <a:gd name="T31" fmla="*/ 1 h 807"/>
                <a:gd name="T32" fmla="*/ 1 w 175"/>
                <a:gd name="T33" fmla="*/ 1 h 807"/>
                <a:gd name="T34" fmla="*/ 1 w 175"/>
                <a:gd name="T35" fmla="*/ 0 h 807"/>
                <a:gd name="T36" fmla="*/ 1 w 175"/>
                <a:gd name="T37" fmla="*/ 0 h 807"/>
                <a:gd name="T38" fmla="*/ 1 w 175"/>
                <a:gd name="T39" fmla="*/ 0 h 807"/>
                <a:gd name="T40" fmla="*/ 0 w 175"/>
                <a:gd name="T41" fmla="*/ 1 h 807"/>
                <a:gd name="T42" fmla="*/ 0 w 175"/>
                <a:gd name="T43" fmla="*/ 1 h 807"/>
                <a:gd name="T44" fmla="*/ 0 w 175"/>
                <a:gd name="T45" fmla="*/ 1 h 807"/>
                <a:gd name="T46" fmla="*/ 0 w 175"/>
                <a:gd name="T47" fmla="*/ 2 h 807"/>
                <a:gd name="T48" fmla="*/ 0 w 175"/>
                <a:gd name="T49" fmla="*/ 2 h 807"/>
                <a:gd name="T50" fmla="*/ 0 w 175"/>
                <a:gd name="T51" fmla="*/ 3 h 807"/>
                <a:gd name="T52" fmla="*/ 0 w 175"/>
                <a:gd name="T53" fmla="*/ 3 h 807"/>
                <a:gd name="T54" fmla="*/ 0 w 175"/>
                <a:gd name="T55" fmla="*/ 3 h 807"/>
                <a:gd name="T56" fmla="*/ 0 w 175"/>
                <a:gd name="T57" fmla="*/ 4 h 807"/>
                <a:gd name="T58" fmla="*/ 0 w 175"/>
                <a:gd name="T59" fmla="*/ 4 h 807"/>
                <a:gd name="T60" fmla="*/ 0 w 175"/>
                <a:gd name="T61" fmla="*/ 5 h 807"/>
                <a:gd name="T62" fmla="*/ 0 w 175"/>
                <a:gd name="T63" fmla="*/ 5 h 807"/>
                <a:gd name="T64" fmla="*/ 0 w 175"/>
                <a:gd name="T65" fmla="*/ 5 h 807"/>
                <a:gd name="T66" fmla="*/ 1 w 175"/>
                <a:gd name="T67" fmla="*/ 6 h 807"/>
                <a:gd name="T68" fmla="*/ 1 w 175"/>
                <a:gd name="T69" fmla="*/ 6 h 807"/>
                <a:gd name="T70" fmla="*/ 1 w 175"/>
                <a:gd name="T71" fmla="*/ 6 h 807"/>
                <a:gd name="T72" fmla="*/ 1 w 175"/>
                <a:gd name="T73" fmla="*/ 6 h 807"/>
                <a:gd name="T74" fmla="*/ 1 w 175"/>
                <a:gd name="T75" fmla="*/ 6 h 807"/>
                <a:gd name="T76" fmla="*/ 1 w 175"/>
                <a:gd name="T77" fmla="*/ 6 h 807"/>
                <a:gd name="T78" fmla="*/ 1 w 175"/>
                <a:gd name="T79" fmla="*/ 6 h 807"/>
                <a:gd name="T80" fmla="*/ 1 w 175"/>
                <a:gd name="T81" fmla="*/ 6 h 807"/>
                <a:gd name="T82" fmla="*/ 1 w 175"/>
                <a:gd name="T83" fmla="*/ 6 h 807"/>
                <a:gd name="T84" fmla="*/ 1 w 175"/>
                <a:gd name="T85" fmla="*/ 6 h 807"/>
                <a:gd name="T86" fmla="*/ 1 w 175"/>
                <a:gd name="T87" fmla="*/ 6 h 807"/>
                <a:gd name="T88" fmla="*/ 1 w 175"/>
                <a:gd name="T89" fmla="*/ 6 h 807"/>
                <a:gd name="T90" fmla="*/ 1 w 175"/>
                <a:gd name="T91" fmla="*/ 6 h 80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175"/>
                <a:gd name="T139" fmla="*/ 0 h 807"/>
                <a:gd name="T140" fmla="*/ 175 w 175"/>
                <a:gd name="T141" fmla="*/ 807 h 80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175" h="807">
                  <a:moveTo>
                    <a:pt x="169" y="740"/>
                  </a:moveTo>
                  <a:lnTo>
                    <a:pt x="169" y="739"/>
                  </a:lnTo>
                  <a:lnTo>
                    <a:pt x="149" y="698"/>
                  </a:lnTo>
                  <a:lnTo>
                    <a:pt x="133" y="656"/>
                  </a:lnTo>
                  <a:lnTo>
                    <a:pt x="120" y="611"/>
                  </a:lnTo>
                  <a:lnTo>
                    <a:pt x="108" y="565"/>
                  </a:lnTo>
                  <a:lnTo>
                    <a:pt x="100" y="520"/>
                  </a:lnTo>
                  <a:lnTo>
                    <a:pt x="96" y="472"/>
                  </a:lnTo>
                  <a:lnTo>
                    <a:pt x="93" y="425"/>
                  </a:lnTo>
                  <a:lnTo>
                    <a:pt x="93" y="377"/>
                  </a:lnTo>
                  <a:lnTo>
                    <a:pt x="96" y="330"/>
                  </a:lnTo>
                  <a:lnTo>
                    <a:pt x="100" y="283"/>
                  </a:lnTo>
                  <a:lnTo>
                    <a:pt x="106" y="238"/>
                  </a:lnTo>
                  <a:lnTo>
                    <a:pt x="115" y="195"/>
                  </a:lnTo>
                  <a:lnTo>
                    <a:pt x="126" y="153"/>
                  </a:lnTo>
                  <a:lnTo>
                    <a:pt x="139" y="114"/>
                  </a:lnTo>
                  <a:lnTo>
                    <a:pt x="153" y="77"/>
                  </a:lnTo>
                  <a:lnTo>
                    <a:pt x="169" y="43"/>
                  </a:lnTo>
                  <a:lnTo>
                    <a:pt x="87" y="0"/>
                  </a:lnTo>
                  <a:lnTo>
                    <a:pt x="69" y="39"/>
                  </a:lnTo>
                  <a:lnTo>
                    <a:pt x="52" y="81"/>
                  </a:lnTo>
                  <a:lnTo>
                    <a:pt x="37" y="127"/>
                  </a:lnTo>
                  <a:lnTo>
                    <a:pt x="24" y="174"/>
                  </a:lnTo>
                  <a:lnTo>
                    <a:pt x="15" y="222"/>
                  </a:lnTo>
                  <a:lnTo>
                    <a:pt x="7" y="271"/>
                  </a:lnTo>
                  <a:lnTo>
                    <a:pt x="2" y="323"/>
                  </a:lnTo>
                  <a:lnTo>
                    <a:pt x="0" y="374"/>
                  </a:lnTo>
                  <a:lnTo>
                    <a:pt x="0" y="427"/>
                  </a:lnTo>
                  <a:lnTo>
                    <a:pt x="2" y="479"/>
                  </a:lnTo>
                  <a:lnTo>
                    <a:pt x="9" y="531"/>
                  </a:lnTo>
                  <a:lnTo>
                    <a:pt x="17" y="584"/>
                  </a:lnTo>
                  <a:lnTo>
                    <a:pt x="29" y="635"/>
                  </a:lnTo>
                  <a:lnTo>
                    <a:pt x="44" y="686"/>
                  </a:lnTo>
                  <a:lnTo>
                    <a:pt x="65" y="736"/>
                  </a:lnTo>
                  <a:lnTo>
                    <a:pt x="87" y="784"/>
                  </a:lnTo>
                  <a:lnTo>
                    <a:pt x="87" y="782"/>
                  </a:lnTo>
                  <a:lnTo>
                    <a:pt x="87" y="784"/>
                  </a:lnTo>
                  <a:lnTo>
                    <a:pt x="100" y="799"/>
                  </a:lnTo>
                  <a:lnTo>
                    <a:pt x="117" y="807"/>
                  </a:lnTo>
                  <a:lnTo>
                    <a:pt x="134" y="807"/>
                  </a:lnTo>
                  <a:lnTo>
                    <a:pt x="151" y="801"/>
                  </a:lnTo>
                  <a:lnTo>
                    <a:pt x="164" y="791"/>
                  </a:lnTo>
                  <a:lnTo>
                    <a:pt x="173" y="777"/>
                  </a:lnTo>
                  <a:lnTo>
                    <a:pt x="175" y="759"/>
                  </a:lnTo>
                  <a:lnTo>
                    <a:pt x="169" y="739"/>
                  </a:lnTo>
                  <a:lnTo>
                    <a:pt x="169" y="74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7595" name="Freeform 36"/>
            <p:cNvSpPr>
              <a:spLocks/>
            </p:cNvSpPr>
            <p:nvPr/>
          </p:nvSpPr>
          <p:spPr bwMode="auto">
            <a:xfrm>
              <a:off x="1299" y="1681"/>
              <a:ext cx="157" cy="281"/>
            </a:xfrm>
            <a:custGeom>
              <a:avLst/>
              <a:gdLst>
                <a:gd name="T0" fmla="*/ 6 w 787"/>
                <a:gd name="T1" fmla="*/ 11 h 1404"/>
                <a:gd name="T2" fmla="*/ 6 w 787"/>
                <a:gd name="T3" fmla="*/ 11 h 1404"/>
                <a:gd name="T4" fmla="*/ 1 w 787"/>
                <a:gd name="T5" fmla="*/ 0 h 1404"/>
                <a:gd name="T6" fmla="*/ 0 w 787"/>
                <a:gd name="T7" fmla="*/ 0 h 1404"/>
                <a:gd name="T8" fmla="*/ 6 w 787"/>
                <a:gd name="T9" fmla="*/ 11 h 1404"/>
                <a:gd name="T10" fmla="*/ 6 w 787"/>
                <a:gd name="T11" fmla="*/ 11 h 1404"/>
                <a:gd name="T12" fmla="*/ 6 w 787"/>
                <a:gd name="T13" fmla="*/ 11 h 1404"/>
                <a:gd name="T14" fmla="*/ 6 w 787"/>
                <a:gd name="T15" fmla="*/ 11 h 1404"/>
                <a:gd name="T16" fmla="*/ 6 w 787"/>
                <a:gd name="T17" fmla="*/ 11 h 1404"/>
                <a:gd name="T18" fmla="*/ 6 w 787"/>
                <a:gd name="T19" fmla="*/ 11 h 1404"/>
                <a:gd name="T20" fmla="*/ 6 w 787"/>
                <a:gd name="T21" fmla="*/ 11 h 1404"/>
                <a:gd name="T22" fmla="*/ 6 w 787"/>
                <a:gd name="T23" fmla="*/ 11 h 1404"/>
                <a:gd name="T24" fmla="*/ 6 w 787"/>
                <a:gd name="T25" fmla="*/ 11 h 1404"/>
                <a:gd name="T26" fmla="*/ 6 w 787"/>
                <a:gd name="T27" fmla="*/ 11 h 1404"/>
                <a:gd name="T28" fmla="*/ 6 w 787"/>
                <a:gd name="T29" fmla="*/ 11 h 1404"/>
                <a:gd name="T30" fmla="*/ 6 w 787"/>
                <a:gd name="T31" fmla="*/ 11 h 1404"/>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787"/>
                <a:gd name="T49" fmla="*/ 0 h 1404"/>
                <a:gd name="T50" fmla="*/ 787 w 787"/>
                <a:gd name="T51" fmla="*/ 1404 h 1404"/>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787" h="1404">
                  <a:moveTo>
                    <a:pt x="781" y="1334"/>
                  </a:moveTo>
                  <a:lnTo>
                    <a:pt x="781" y="1337"/>
                  </a:lnTo>
                  <a:lnTo>
                    <a:pt x="82" y="0"/>
                  </a:lnTo>
                  <a:lnTo>
                    <a:pt x="0" y="42"/>
                  </a:lnTo>
                  <a:lnTo>
                    <a:pt x="699" y="1379"/>
                  </a:lnTo>
                  <a:lnTo>
                    <a:pt x="699" y="1381"/>
                  </a:lnTo>
                  <a:lnTo>
                    <a:pt x="699" y="1379"/>
                  </a:lnTo>
                  <a:lnTo>
                    <a:pt x="712" y="1395"/>
                  </a:lnTo>
                  <a:lnTo>
                    <a:pt x="727" y="1402"/>
                  </a:lnTo>
                  <a:lnTo>
                    <a:pt x="744" y="1404"/>
                  </a:lnTo>
                  <a:lnTo>
                    <a:pt x="761" y="1398"/>
                  </a:lnTo>
                  <a:lnTo>
                    <a:pt x="775" y="1388"/>
                  </a:lnTo>
                  <a:lnTo>
                    <a:pt x="784" y="1373"/>
                  </a:lnTo>
                  <a:lnTo>
                    <a:pt x="787" y="1357"/>
                  </a:lnTo>
                  <a:lnTo>
                    <a:pt x="781" y="1337"/>
                  </a:lnTo>
                  <a:lnTo>
                    <a:pt x="781" y="13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7596" name="Freeform 37"/>
            <p:cNvSpPr>
              <a:spLocks/>
            </p:cNvSpPr>
            <p:nvPr/>
          </p:nvSpPr>
          <p:spPr bwMode="auto">
            <a:xfrm>
              <a:off x="1439" y="1948"/>
              <a:ext cx="125" cy="76"/>
            </a:xfrm>
            <a:custGeom>
              <a:avLst/>
              <a:gdLst>
                <a:gd name="T0" fmla="*/ 5 w 628"/>
                <a:gd name="T1" fmla="*/ 2 h 383"/>
                <a:gd name="T2" fmla="*/ 5 w 628"/>
                <a:gd name="T3" fmla="*/ 2 h 383"/>
                <a:gd name="T4" fmla="*/ 4 w 628"/>
                <a:gd name="T5" fmla="*/ 2 h 383"/>
                <a:gd name="T6" fmla="*/ 4 w 628"/>
                <a:gd name="T7" fmla="*/ 2 h 383"/>
                <a:gd name="T8" fmla="*/ 4 w 628"/>
                <a:gd name="T9" fmla="*/ 2 h 383"/>
                <a:gd name="T10" fmla="*/ 3 w 628"/>
                <a:gd name="T11" fmla="*/ 2 h 383"/>
                <a:gd name="T12" fmla="*/ 3 w 628"/>
                <a:gd name="T13" fmla="*/ 2 h 383"/>
                <a:gd name="T14" fmla="*/ 3 w 628"/>
                <a:gd name="T15" fmla="*/ 2 h 383"/>
                <a:gd name="T16" fmla="*/ 3 w 628"/>
                <a:gd name="T17" fmla="*/ 2 h 383"/>
                <a:gd name="T18" fmla="*/ 2 w 628"/>
                <a:gd name="T19" fmla="*/ 2 h 383"/>
                <a:gd name="T20" fmla="*/ 2 w 628"/>
                <a:gd name="T21" fmla="*/ 2 h 383"/>
                <a:gd name="T22" fmla="*/ 2 w 628"/>
                <a:gd name="T23" fmla="*/ 1 h 383"/>
                <a:gd name="T24" fmla="*/ 2 w 628"/>
                <a:gd name="T25" fmla="*/ 1 h 383"/>
                <a:gd name="T26" fmla="*/ 1 w 628"/>
                <a:gd name="T27" fmla="*/ 1 h 383"/>
                <a:gd name="T28" fmla="*/ 1 w 628"/>
                <a:gd name="T29" fmla="*/ 1 h 383"/>
                <a:gd name="T30" fmla="*/ 1 w 628"/>
                <a:gd name="T31" fmla="*/ 1 h 383"/>
                <a:gd name="T32" fmla="*/ 1 w 628"/>
                <a:gd name="T33" fmla="*/ 0 h 383"/>
                <a:gd name="T34" fmla="*/ 1 w 628"/>
                <a:gd name="T35" fmla="*/ 0 h 383"/>
                <a:gd name="T36" fmla="*/ 0 w 628"/>
                <a:gd name="T37" fmla="*/ 0 h 383"/>
                <a:gd name="T38" fmla="*/ 0 w 628"/>
                <a:gd name="T39" fmla="*/ 1 h 383"/>
                <a:gd name="T40" fmla="*/ 0 w 628"/>
                <a:gd name="T41" fmla="*/ 1 h 383"/>
                <a:gd name="T42" fmla="*/ 1 w 628"/>
                <a:gd name="T43" fmla="*/ 1 h 383"/>
                <a:gd name="T44" fmla="*/ 1 w 628"/>
                <a:gd name="T45" fmla="*/ 1 h 383"/>
                <a:gd name="T46" fmla="*/ 1 w 628"/>
                <a:gd name="T47" fmla="*/ 2 h 383"/>
                <a:gd name="T48" fmla="*/ 1 w 628"/>
                <a:gd name="T49" fmla="*/ 2 h 383"/>
                <a:gd name="T50" fmla="*/ 2 w 628"/>
                <a:gd name="T51" fmla="*/ 2 h 383"/>
                <a:gd name="T52" fmla="*/ 2 w 628"/>
                <a:gd name="T53" fmla="*/ 2 h 383"/>
                <a:gd name="T54" fmla="*/ 2 w 628"/>
                <a:gd name="T55" fmla="*/ 2 h 383"/>
                <a:gd name="T56" fmla="*/ 3 w 628"/>
                <a:gd name="T57" fmla="*/ 3 h 383"/>
                <a:gd name="T58" fmla="*/ 3 w 628"/>
                <a:gd name="T59" fmla="*/ 3 h 383"/>
                <a:gd name="T60" fmla="*/ 3 w 628"/>
                <a:gd name="T61" fmla="*/ 3 h 383"/>
                <a:gd name="T62" fmla="*/ 4 w 628"/>
                <a:gd name="T63" fmla="*/ 3 h 383"/>
                <a:gd name="T64" fmla="*/ 4 w 628"/>
                <a:gd name="T65" fmla="*/ 3 h 383"/>
                <a:gd name="T66" fmla="*/ 4 w 628"/>
                <a:gd name="T67" fmla="*/ 3 h 383"/>
                <a:gd name="T68" fmla="*/ 5 w 628"/>
                <a:gd name="T69" fmla="*/ 3 h 383"/>
                <a:gd name="T70" fmla="*/ 5 w 628"/>
                <a:gd name="T71" fmla="*/ 3 h 383"/>
                <a:gd name="T72" fmla="*/ 5 w 628"/>
                <a:gd name="T73" fmla="*/ 3 h 383"/>
                <a:gd name="T74" fmla="*/ 5 w 628"/>
                <a:gd name="T75" fmla="*/ 3 h 383"/>
                <a:gd name="T76" fmla="*/ 5 w 628"/>
                <a:gd name="T77" fmla="*/ 3 h 383"/>
                <a:gd name="T78" fmla="*/ 5 w 628"/>
                <a:gd name="T79" fmla="*/ 3 h 383"/>
                <a:gd name="T80" fmla="*/ 5 w 628"/>
                <a:gd name="T81" fmla="*/ 3 h 383"/>
                <a:gd name="T82" fmla="*/ 5 w 628"/>
                <a:gd name="T83" fmla="*/ 3 h 383"/>
                <a:gd name="T84" fmla="*/ 5 w 628"/>
                <a:gd name="T85" fmla="*/ 2 h 383"/>
                <a:gd name="T86" fmla="*/ 5 w 628"/>
                <a:gd name="T87" fmla="*/ 2 h 383"/>
                <a:gd name="T88" fmla="*/ 5 w 628"/>
                <a:gd name="T89" fmla="*/ 2 h 383"/>
                <a:gd name="T90" fmla="*/ 5 w 628"/>
                <a:gd name="T91" fmla="*/ 2 h 38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628"/>
                <a:gd name="T139" fmla="*/ 0 h 383"/>
                <a:gd name="T140" fmla="*/ 628 w 628"/>
                <a:gd name="T141" fmla="*/ 383 h 38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628" h="383">
                  <a:moveTo>
                    <a:pt x="581" y="289"/>
                  </a:moveTo>
                  <a:lnTo>
                    <a:pt x="582" y="289"/>
                  </a:lnTo>
                  <a:lnTo>
                    <a:pt x="541" y="287"/>
                  </a:lnTo>
                  <a:lnTo>
                    <a:pt x="500" y="283"/>
                  </a:lnTo>
                  <a:lnTo>
                    <a:pt x="462" y="276"/>
                  </a:lnTo>
                  <a:lnTo>
                    <a:pt x="424" y="268"/>
                  </a:lnTo>
                  <a:lnTo>
                    <a:pt x="389" y="255"/>
                  </a:lnTo>
                  <a:lnTo>
                    <a:pt x="352" y="242"/>
                  </a:lnTo>
                  <a:lnTo>
                    <a:pt x="320" y="227"/>
                  </a:lnTo>
                  <a:lnTo>
                    <a:pt x="287" y="209"/>
                  </a:lnTo>
                  <a:lnTo>
                    <a:pt x="255" y="189"/>
                  </a:lnTo>
                  <a:lnTo>
                    <a:pt x="226" y="168"/>
                  </a:lnTo>
                  <a:lnTo>
                    <a:pt x="198" y="145"/>
                  </a:lnTo>
                  <a:lnTo>
                    <a:pt x="172" y="119"/>
                  </a:lnTo>
                  <a:lnTo>
                    <a:pt x="146" y="92"/>
                  </a:lnTo>
                  <a:lnTo>
                    <a:pt x="122" y="64"/>
                  </a:lnTo>
                  <a:lnTo>
                    <a:pt x="100" y="33"/>
                  </a:lnTo>
                  <a:lnTo>
                    <a:pt x="82" y="0"/>
                  </a:lnTo>
                  <a:lnTo>
                    <a:pt x="0" y="47"/>
                  </a:lnTo>
                  <a:lnTo>
                    <a:pt x="23" y="85"/>
                  </a:lnTo>
                  <a:lnTo>
                    <a:pt x="49" y="120"/>
                  </a:lnTo>
                  <a:lnTo>
                    <a:pt x="76" y="153"/>
                  </a:lnTo>
                  <a:lnTo>
                    <a:pt x="104" y="185"/>
                  </a:lnTo>
                  <a:lnTo>
                    <a:pt x="137" y="215"/>
                  </a:lnTo>
                  <a:lnTo>
                    <a:pt x="170" y="241"/>
                  </a:lnTo>
                  <a:lnTo>
                    <a:pt x="204" y="267"/>
                  </a:lnTo>
                  <a:lnTo>
                    <a:pt x="240" y="289"/>
                  </a:lnTo>
                  <a:lnTo>
                    <a:pt x="277" y="309"/>
                  </a:lnTo>
                  <a:lnTo>
                    <a:pt x="317" y="329"/>
                  </a:lnTo>
                  <a:lnTo>
                    <a:pt x="358" y="344"/>
                  </a:lnTo>
                  <a:lnTo>
                    <a:pt x="400" y="357"/>
                  </a:lnTo>
                  <a:lnTo>
                    <a:pt x="444" y="367"/>
                  </a:lnTo>
                  <a:lnTo>
                    <a:pt x="488" y="374"/>
                  </a:lnTo>
                  <a:lnTo>
                    <a:pt x="534" y="380"/>
                  </a:lnTo>
                  <a:lnTo>
                    <a:pt x="580" y="383"/>
                  </a:lnTo>
                  <a:lnTo>
                    <a:pt x="581" y="383"/>
                  </a:lnTo>
                  <a:lnTo>
                    <a:pt x="580" y="383"/>
                  </a:lnTo>
                  <a:lnTo>
                    <a:pt x="600" y="379"/>
                  </a:lnTo>
                  <a:lnTo>
                    <a:pt x="615" y="369"/>
                  </a:lnTo>
                  <a:lnTo>
                    <a:pt x="624" y="353"/>
                  </a:lnTo>
                  <a:lnTo>
                    <a:pt x="628" y="337"/>
                  </a:lnTo>
                  <a:lnTo>
                    <a:pt x="625" y="319"/>
                  </a:lnTo>
                  <a:lnTo>
                    <a:pt x="617" y="304"/>
                  </a:lnTo>
                  <a:lnTo>
                    <a:pt x="602" y="294"/>
                  </a:lnTo>
                  <a:lnTo>
                    <a:pt x="582" y="289"/>
                  </a:lnTo>
                  <a:lnTo>
                    <a:pt x="581" y="28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7597" name="Freeform 38"/>
            <p:cNvSpPr>
              <a:spLocks/>
            </p:cNvSpPr>
            <p:nvPr/>
          </p:nvSpPr>
          <p:spPr bwMode="auto">
            <a:xfrm>
              <a:off x="1587" y="1880"/>
              <a:ext cx="85" cy="49"/>
            </a:xfrm>
            <a:custGeom>
              <a:avLst/>
              <a:gdLst>
                <a:gd name="T0" fmla="*/ 3 w 426"/>
                <a:gd name="T1" fmla="*/ 0 h 245"/>
                <a:gd name="T2" fmla="*/ 3 w 426"/>
                <a:gd name="T3" fmla="*/ 0 h 245"/>
                <a:gd name="T4" fmla="*/ 3 w 426"/>
                <a:gd name="T5" fmla="*/ 0 h 245"/>
                <a:gd name="T6" fmla="*/ 3 w 426"/>
                <a:gd name="T7" fmla="*/ 0 h 245"/>
                <a:gd name="T8" fmla="*/ 2 w 426"/>
                <a:gd name="T9" fmla="*/ 0 h 245"/>
                <a:gd name="T10" fmla="*/ 2 w 426"/>
                <a:gd name="T11" fmla="*/ 0 h 245"/>
                <a:gd name="T12" fmla="*/ 2 w 426"/>
                <a:gd name="T13" fmla="*/ 0 h 245"/>
                <a:gd name="T14" fmla="*/ 2 w 426"/>
                <a:gd name="T15" fmla="*/ 0 h 245"/>
                <a:gd name="T16" fmla="*/ 1 w 426"/>
                <a:gd name="T17" fmla="*/ 0 h 245"/>
                <a:gd name="T18" fmla="*/ 1 w 426"/>
                <a:gd name="T19" fmla="*/ 1 h 245"/>
                <a:gd name="T20" fmla="*/ 1 w 426"/>
                <a:gd name="T21" fmla="*/ 1 h 245"/>
                <a:gd name="T22" fmla="*/ 1 w 426"/>
                <a:gd name="T23" fmla="*/ 1 h 245"/>
                <a:gd name="T24" fmla="*/ 0 w 426"/>
                <a:gd name="T25" fmla="*/ 1 h 245"/>
                <a:gd name="T26" fmla="*/ 0 w 426"/>
                <a:gd name="T27" fmla="*/ 1 h 245"/>
                <a:gd name="T28" fmla="*/ 0 w 426"/>
                <a:gd name="T29" fmla="*/ 1 h 245"/>
                <a:gd name="T30" fmla="*/ 0 w 426"/>
                <a:gd name="T31" fmla="*/ 2 h 245"/>
                <a:gd name="T32" fmla="*/ 0 w 426"/>
                <a:gd name="T33" fmla="*/ 2 h 245"/>
                <a:gd name="T34" fmla="*/ 0 w 426"/>
                <a:gd name="T35" fmla="*/ 2 h 245"/>
                <a:gd name="T36" fmla="*/ 0 w 426"/>
                <a:gd name="T37" fmla="*/ 2 h 245"/>
                <a:gd name="T38" fmla="*/ 0 w 426"/>
                <a:gd name="T39" fmla="*/ 2 h 245"/>
                <a:gd name="T40" fmla="*/ 0 w 426"/>
                <a:gd name="T41" fmla="*/ 2 h 245"/>
                <a:gd name="T42" fmla="*/ 0 w 426"/>
                <a:gd name="T43" fmla="*/ 1 h 245"/>
                <a:gd name="T44" fmla="*/ 0 w 426"/>
                <a:gd name="T45" fmla="*/ 1 h 245"/>
                <a:gd name="T46" fmla="*/ 0 w 426"/>
                <a:gd name="T47" fmla="*/ 1 h 245"/>
                <a:gd name="T48" fmla="*/ 1 w 426"/>
                <a:gd name="T49" fmla="*/ 1 h 245"/>
                <a:gd name="T50" fmla="*/ 1 w 426"/>
                <a:gd name="T51" fmla="*/ 1 h 245"/>
                <a:gd name="T52" fmla="*/ 1 w 426"/>
                <a:gd name="T53" fmla="*/ 1 h 245"/>
                <a:gd name="T54" fmla="*/ 1 w 426"/>
                <a:gd name="T55" fmla="*/ 1 h 245"/>
                <a:gd name="T56" fmla="*/ 2 w 426"/>
                <a:gd name="T57" fmla="*/ 0 h 245"/>
                <a:gd name="T58" fmla="*/ 2 w 426"/>
                <a:gd name="T59" fmla="*/ 0 h 245"/>
                <a:gd name="T60" fmla="*/ 2 w 426"/>
                <a:gd name="T61" fmla="*/ 0 h 245"/>
                <a:gd name="T62" fmla="*/ 2 w 426"/>
                <a:gd name="T63" fmla="*/ 0 h 245"/>
                <a:gd name="T64" fmla="*/ 3 w 426"/>
                <a:gd name="T65" fmla="*/ 0 h 245"/>
                <a:gd name="T66" fmla="*/ 3 w 426"/>
                <a:gd name="T67" fmla="*/ 0 h 245"/>
                <a:gd name="T68" fmla="*/ 3 w 426"/>
                <a:gd name="T69" fmla="*/ 0 h 245"/>
                <a:gd name="T70" fmla="*/ 3 w 426"/>
                <a:gd name="T71" fmla="*/ 0 h 245"/>
                <a:gd name="T72" fmla="*/ 3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426" y="0"/>
                  </a:moveTo>
                  <a:lnTo>
                    <a:pt x="426" y="0"/>
                  </a:lnTo>
                  <a:lnTo>
                    <a:pt x="384" y="1"/>
                  </a:lnTo>
                  <a:lnTo>
                    <a:pt x="340" y="4"/>
                  </a:lnTo>
                  <a:lnTo>
                    <a:pt x="300" y="10"/>
                  </a:lnTo>
                  <a:lnTo>
                    <a:pt x="262" y="18"/>
                  </a:lnTo>
                  <a:lnTo>
                    <a:pt x="224" y="29"/>
                  </a:lnTo>
                  <a:lnTo>
                    <a:pt x="189" y="41"/>
                  </a:lnTo>
                  <a:lnTo>
                    <a:pt x="157" y="55"/>
                  </a:lnTo>
                  <a:lnTo>
                    <a:pt x="126" y="70"/>
                  </a:lnTo>
                  <a:lnTo>
                    <a:pt x="99" y="89"/>
                  </a:lnTo>
                  <a:lnTo>
                    <a:pt x="74" y="106"/>
                  </a:lnTo>
                  <a:lnTo>
                    <a:pt x="52" y="126"/>
                  </a:lnTo>
                  <a:lnTo>
                    <a:pt x="34" y="148"/>
                  </a:lnTo>
                  <a:lnTo>
                    <a:pt x="19" y="171"/>
                  </a:lnTo>
                  <a:lnTo>
                    <a:pt x="9" y="194"/>
                  </a:lnTo>
                  <a:lnTo>
                    <a:pt x="3" y="219"/>
                  </a:lnTo>
                  <a:lnTo>
                    <a:pt x="0" y="245"/>
                  </a:lnTo>
                  <a:lnTo>
                    <a:pt x="12" y="245"/>
                  </a:lnTo>
                  <a:lnTo>
                    <a:pt x="15" y="221"/>
                  </a:lnTo>
                  <a:lnTo>
                    <a:pt x="20" y="199"/>
                  </a:lnTo>
                  <a:lnTo>
                    <a:pt x="31" y="178"/>
                  </a:lnTo>
                  <a:lnTo>
                    <a:pt x="44" y="156"/>
                  </a:lnTo>
                  <a:lnTo>
                    <a:pt x="61" y="136"/>
                  </a:lnTo>
                  <a:lnTo>
                    <a:pt x="81" y="116"/>
                  </a:lnTo>
                  <a:lnTo>
                    <a:pt x="106" y="98"/>
                  </a:lnTo>
                  <a:lnTo>
                    <a:pt x="133" y="82"/>
                  </a:lnTo>
                  <a:lnTo>
                    <a:pt x="162" y="66"/>
                  </a:lnTo>
                  <a:lnTo>
                    <a:pt x="194" y="52"/>
                  </a:lnTo>
                  <a:lnTo>
                    <a:pt x="229" y="41"/>
                  </a:lnTo>
                  <a:lnTo>
                    <a:pt x="264" y="30"/>
                  </a:lnTo>
                  <a:lnTo>
                    <a:pt x="303" y="22"/>
                  </a:lnTo>
                  <a:lnTo>
                    <a:pt x="343" y="16"/>
                  </a:lnTo>
                  <a:lnTo>
                    <a:pt x="384" y="12"/>
                  </a:lnTo>
                  <a:lnTo>
                    <a:pt x="426" y="11"/>
                  </a:lnTo>
                  <a:lnTo>
                    <a:pt x="42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7598" name="Freeform 39"/>
            <p:cNvSpPr>
              <a:spLocks/>
            </p:cNvSpPr>
            <p:nvPr/>
          </p:nvSpPr>
          <p:spPr bwMode="auto">
            <a:xfrm>
              <a:off x="1587" y="1929"/>
              <a:ext cx="85" cy="49"/>
            </a:xfrm>
            <a:custGeom>
              <a:avLst/>
              <a:gdLst>
                <a:gd name="T0" fmla="*/ 0 w 426"/>
                <a:gd name="T1" fmla="*/ 0 h 245"/>
                <a:gd name="T2" fmla="*/ 0 w 426"/>
                <a:gd name="T3" fmla="*/ 0 h 245"/>
                <a:gd name="T4" fmla="*/ 0 w 426"/>
                <a:gd name="T5" fmla="*/ 0 h 245"/>
                <a:gd name="T6" fmla="*/ 0 w 426"/>
                <a:gd name="T7" fmla="*/ 0 h 245"/>
                <a:gd name="T8" fmla="*/ 0 w 426"/>
                <a:gd name="T9" fmla="*/ 1 h 245"/>
                <a:gd name="T10" fmla="*/ 0 w 426"/>
                <a:gd name="T11" fmla="*/ 1 h 245"/>
                <a:gd name="T12" fmla="*/ 0 w 426"/>
                <a:gd name="T13" fmla="*/ 1 h 245"/>
                <a:gd name="T14" fmla="*/ 1 w 426"/>
                <a:gd name="T15" fmla="*/ 1 h 245"/>
                <a:gd name="T16" fmla="*/ 1 w 426"/>
                <a:gd name="T17" fmla="*/ 1 h 245"/>
                <a:gd name="T18" fmla="*/ 1 w 426"/>
                <a:gd name="T19" fmla="*/ 1 h 245"/>
                <a:gd name="T20" fmla="*/ 1 w 426"/>
                <a:gd name="T21" fmla="*/ 2 h 245"/>
                <a:gd name="T22" fmla="*/ 2 w 426"/>
                <a:gd name="T23" fmla="*/ 2 h 245"/>
                <a:gd name="T24" fmla="*/ 2 w 426"/>
                <a:gd name="T25" fmla="*/ 2 h 245"/>
                <a:gd name="T26" fmla="*/ 2 w 426"/>
                <a:gd name="T27" fmla="*/ 2 h 245"/>
                <a:gd name="T28" fmla="*/ 2 w 426"/>
                <a:gd name="T29" fmla="*/ 2 h 245"/>
                <a:gd name="T30" fmla="*/ 3 w 426"/>
                <a:gd name="T31" fmla="*/ 2 h 245"/>
                <a:gd name="T32" fmla="*/ 3 w 426"/>
                <a:gd name="T33" fmla="*/ 2 h 245"/>
                <a:gd name="T34" fmla="*/ 3 w 426"/>
                <a:gd name="T35" fmla="*/ 2 h 245"/>
                <a:gd name="T36" fmla="*/ 3 w 426"/>
                <a:gd name="T37" fmla="*/ 2 h 245"/>
                <a:gd name="T38" fmla="*/ 3 w 426"/>
                <a:gd name="T39" fmla="*/ 2 h 245"/>
                <a:gd name="T40" fmla="*/ 3 w 426"/>
                <a:gd name="T41" fmla="*/ 2 h 245"/>
                <a:gd name="T42" fmla="*/ 2 w 426"/>
                <a:gd name="T43" fmla="*/ 2 h 245"/>
                <a:gd name="T44" fmla="*/ 2 w 426"/>
                <a:gd name="T45" fmla="*/ 2 h 245"/>
                <a:gd name="T46" fmla="*/ 2 w 426"/>
                <a:gd name="T47" fmla="*/ 2 h 245"/>
                <a:gd name="T48" fmla="*/ 2 w 426"/>
                <a:gd name="T49" fmla="*/ 2 h 245"/>
                <a:gd name="T50" fmla="*/ 1 w 426"/>
                <a:gd name="T51" fmla="*/ 1 h 245"/>
                <a:gd name="T52" fmla="*/ 1 w 426"/>
                <a:gd name="T53" fmla="*/ 1 h 245"/>
                <a:gd name="T54" fmla="*/ 1 w 426"/>
                <a:gd name="T55" fmla="*/ 1 h 245"/>
                <a:gd name="T56" fmla="*/ 1 w 426"/>
                <a:gd name="T57" fmla="*/ 1 h 245"/>
                <a:gd name="T58" fmla="*/ 0 w 426"/>
                <a:gd name="T59" fmla="*/ 1 h 245"/>
                <a:gd name="T60" fmla="*/ 0 w 426"/>
                <a:gd name="T61" fmla="*/ 1 h 245"/>
                <a:gd name="T62" fmla="*/ 0 w 426"/>
                <a:gd name="T63" fmla="*/ 1 h 245"/>
                <a:gd name="T64" fmla="*/ 0 w 426"/>
                <a:gd name="T65" fmla="*/ 0 h 245"/>
                <a:gd name="T66" fmla="*/ 0 w 426"/>
                <a:gd name="T67" fmla="*/ 0 h 245"/>
                <a:gd name="T68" fmla="*/ 0 w 426"/>
                <a:gd name="T69" fmla="*/ 0 h 245"/>
                <a:gd name="T70" fmla="*/ 0 w 426"/>
                <a:gd name="T71" fmla="*/ 0 h 245"/>
                <a:gd name="T72" fmla="*/ 0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0" y="0"/>
                  </a:moveTo>
                  <a:lnTo>
                    <a:pt x="0" y="0"/>
                  </a:lnTo>
                  <a:lnTo>
                    <a:pt x="3" y="25"/>
                  </a:lnTo>
                  <a:lnTo>
                    <a:pt x="9" y="50"/>
                  </a:lnTo>
                  <a:lnTo>
                    <a:pt x="19" y="73"/>
                  </a:lnTo>
                  <a:lnTo>
                    <a:pt x="34" y="96"/>
                  </a:lnTo>
                  <a:lnTo>
                    <a:pt x="52" y="118"/>
                  </a:lnTo>
                  <a:lnTo>
                    <a:pt x="74" y="138"/>
                  </a:lnTo>
                  <a:lnTo>
                    <a:pt x="99" y="156"/>
                  </a:lnTo>
                  <a:lnTo>
                    <a:pt x="126" y="174"/>
                  </a:lnTo>
                  <a:lnTo>
                    <a:pt x="157" y="190"/>
                  </a:lnTo>
                  <a:lnTo>
                    <a:pt x="189" y="204"/>
                  </a:lnTo>
                  <a:lnTo>
                    <a:pt x="224" y="215"/>
                  </a:lnTo>
                  <a:lnTo>
                    <a:pt x="262" y="226"/>
                  </a:lnTo>
                  <a:lnTo>
                    <a:pt x="300" y="234"/>
                  </a:lnTo>
                  <a:lnTo>
                    <a:pt x="340" y="240"/>
                  </a:lnTo>
                  <a:lnTo>
                    <a:pt x="384" y="244"/>
                  </a:lnTo>
                  <a:lnTo>
                    <a:pt x="426" y="245"/>
                  </a:lnTo>
                  <a:lnTo>
                    <a:pt x="426" y="233"/>
                  </a:lnTo>
                  <a:lnTo>
                    <a:pt x="384" y="232"/>
                  </a:lnTo>
                  <a:lnTo>
                    <a:pt x="343" y="228"/>
                  </a:lnTo>
                  <a:lnTo>
                    <a:pt x="303" y="222"/>
                  </a:lnTo>
                  <a:lnTo>
                    <a:pt x="264" y="214"/>
                  </a:lnTo>
                  <a:lnTo>
                    <a:pt x="229" y="204"/>
                  </a:lnTo>
                  <a:lnTo>
                    <a:pt x="194" y="192"/>
                  </a:lnTo>
                  <a:lnTo>
                    <a:pt x="162" y="178"/>
                  </a:lnTo>
                  <a:lnTo>
                    <a:pt x="133" y="163"/>
                  </a:lnTo>
                  <a:lnTo>
                    <a:pt x="106" y="146"/>
                  </a:lnTo>
                  <a:lnTo>
                    <a:pt x="81" y="129"/>
                  </a:lnTo>
                  <a:lnTo>
                    <a:pt x="61" y="109"/>
                  </a:lnTo>
                  <a:lnTo>
                    <a:pt x="44" y="89"/>
                  </a:lnTo>
                  <a:lnTo>
                    <a:pt x="31" y="66"/>
                  </a:lnTo>
                  <a:lnTo>
                    <a:pt x="20" y="45"/>
                  </a:lnTo>
                  <a:lnTo>
                    <a:pt x="15" y="2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7599" name="Freeform 40"/>
            <p:cNvSpPr>
              <a:spLocks/>
            </p:cNvSpPr>
            <p:nvPr/>
          </p:nvSpPr>
          <p:spPr bwMode="auto">
            <a:xfrm>
              <a:off x="878" y="1448"/>
              <a:ext cx="792" cy="954"/>
            </a:xfrm>
            <a:custGeom>
              <a:avLst/>
              <a:gdLst>
                <a:gd name="T0" fmla="*/ 13 w 3960"/>
                <a:gd name="T1" fmla="*/ 38 h 4768"/>
                <a:gd name="T2" fmla="*/ 14 w 3960"/>
                <a:gd name="T3" fmla="*/ 38 h 4768"/>
                <a:gd name="T4" fmla="*/ 15 w 3960"/>
                <a:gd name="T5" fmla="*/ 38 h 4768"/>
                <a:gd name="T6" fmla="*/ 15 w 3960"/>
                <a:gd name="T7" fmla="*/ 38 h 4768"/>
                <a:gd name="T8" fmla="*/ 16 w 3960"/>
                <a:gd name="T9" fmla="*/ 38 h 4768"/>
                <a:gd name="T10" fmla="*/ 17 w 3960"/>
                <a:gd name="T11" fmla="*/ 38 h 4768"/>
                <a:gd name="T12" fmla="*/ 17 w 3960"/>
                <a:gd name="T13" fmla="*/ 38 h 4768"/>
                <a:gd name="T14" fmla="*/ 18 w 3960"/>
                <a:gd name="T15" fmla="*/ 38 h 4768"/>
                <a:gd name="T16" fmla="*/ 18 w 3960"/>
                <a:gd name="T17" fmla="*/ 38 h 4768"/>
                <a:gd name="T18" fmla="*/ 29 w 3960"/>
                <a:gd name="T19" fmla="*/ 30 h 4768"/>
                <a:gd name="T20" fmla="*/ 30 w 3960"/>
                <a:gd name="T21" fmla="*/ 30 h 4768"/>
                <a:gd name="T22" fmla="*/ 30 w 3960"/>
                <a:gd name="T23" fmla="*/ 29 h 4768"/>
                <a:gd name="T24" fmla="*/ 31 w 3960"/>
                <a:gd name="T25" fmla="*/ 28 h 4768"/>
                <a:gd name="T26" fmla="*/ 31 w 3960"/>
                <a:gd name="T27" fmla="*/ 28 h 4768"/>
                <a:gd name="T28" fmla="*/ 31 w 3960"/>
                <a:gd name="T29" fmla="*/ 27 h 4768"/>
                <a:gd name="T30" fmla="*/ 32 w 3960"/>
                <a:gd name="T31" fmla="*/ 26 h 4768"/>
                <a:gd name="T32" fmla="*/ 32 w 3960"/>
                <a:gd name="T33" fmla="*/ 25 h 4768"/>
                <a:gd name="T34" fmla="*/ 32 w 3960"/>
                <a:gd name="T35" fmla="*/ 11 h 4768"/>
                <a:gd name="T36" fmla="*/ 32 w 3960"/>
                <a:gd name="T37" fmla="*/ 10 h 4768"/>
                <a:gd name="T38" fmla="*/ 31 w 3960"/>
                <a:gd name="T39" fmla="*/ 9 h 4768"/>
                <a:gd name="T40" fmla="*/ 31 w 3960"/>
                <a:gd name="T41" fmla="*/ 9 h 4768"/>
                <a:gd name="T42" fmla="*/ 31 w 3960"/>
                <a:gd name="T43" fmla="*/ 8 h 4768"/>
                <a:gd name="T44" fmla="*/ 31 w 3960"/>
                <a:gd name="T45" fmla="*/ 8 h 4768"/>
                <a:gd name="T46" fmla="*/ 30 w 3960"/>
                <a:gd name="T47" fmla="*/ 7 h 4768"/>
                <a:gd name="T48" fmla="*/ 30 w 3960"/>
                <a:gd name="T49" fmla="*/ 7 h 4768"/>
                <a:gd name="T50" fmla="*/ 29 w 3960"/>
                <a:gd name="T51" fmla="*/ 6 h 4768"/>
                <a:gd name="T52" fmla="*/ 19 w 3960"/>
                <a:gd name="T53" fmla="*/ 1 h 4768"/>
                <a:gd name="T54" fmla="*/ 18 w 3960"/>
                <a:gd name="T55" fmla="*/ 0 h 4768"/>
                <a:gd name="T56" fmla="*/ 17 w 3960"/>
                <a:gd name="T57" fmla="*/ 0 h 4768"/>
                <a:gd name="T58" fmla="*/ 17 w 3960"/>
                <a:gd name="T59" fmla="*/ 0 h 4768"/>
                <a:gd name="T60" fmla="*/ 16 w 3960"/>
                <a:gd name="T61" fmla="*/ 0 h 4768"/>
                <a:gd name="T62" fmla="*/ 15 w 3960"/>
                <a:gd name="T63" fmla="*/ 0 h 4768"/>
                <a:gd name="T64" fmla="*/ 14 w 3960"/>
                <a:gd name="T65" fmla="*/ 0 h 4768"/>
                <a:gd name="T66" fmla="*/ 14 w 3960"/>
                <a:gd name="T67" fmla="*/ 0 h 4768"/>
                <a:gd name="T68" fmla="*/ 2 w 3960"/>
                <a:gd name="T69" fmla="*/ 6 h 4768"/>
                <a:gd name="T70" fmla="*/ 2 w 3960"/>
                <a:gd name="T71" fmla="*/ 7 h 4768"/>
                <a:gd name="T72" fmla="*/ 1 w 3960"/>
                <a:gd name="T73" fmla="*/ 7 h 4768"/>
                <a:gd name="T74" fmla="*/ 1 w 3960"/>
                <a:gd name="T75" fmla="*/ 8 h 4768"/>
                <a:gd name="T76" fmla="*/ 1 w 3960"/>
                <a:gd name="T77" fmla="*/ 8 h 4768"/>
                <a:gd name="T78" fmla="*/ 0 w 3960"/>
                <a:gd name="T79" fmla="*/ 9 h 4768"/>
                <a:gd name="T80" fmla="*/ 0 w 3960"/>
                <a:gd name="T81" fmla="*/ 9 h 4768"/>
                <a:gd name="T82" fmla="*/ 0 w 3960"/>
                <a:gd name="T83" fmla="*/ 10 h 4768"/>
                <a:gd name="T84" fmla="*/ 0 w 3960"/>
                <a:gd name="T85" fmla="*/ 11 h 4768"/>
                <a:gd name="T86" fmla="*/ 0 w 3960"/>
                <a:gd name="T87" fmla="*/ 25 h 4768"/>
                <a:gd name="T88" fmla="*/ 0 w 3960"/>
                <a:gd name="T89" fmla="*/ 26 h 4768"/>
                <a:gd name="T90" fmla="*/ 0 w 3960"/>
                <a:gd name="T91" fmla="*/ 27 h 4768"/>
                <a:gd name="T92" fmla="*/ 1 w 3960"/>
                <a:gd name="T93" fmla="*/ 28 h 4768"/>
                <a:gd name="T94" fmla="*/ 1 w 3960"/>
                <a:gd name="T95" fmla="*/ 29 h 4768"/>
                <a:gd name="T96" fmla="*/ 1 w 3960"/>
                <a:gd name="T97" fmla="*/ 29 h 4768"/>
                <a:gd name="T98" fmla="*/ 2 w 3960"/>
                <a:gd name="T99" fmla="*/ 30 h 4768"/>
                <a:gd name="T100" fmla="*/ 3 w 3960"/>
                <a:gd name="T101" fmla="*/ 31 h 4768"/>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w 3960"/>
                <a:gd name="T154" fmla="*/ 0 h 4768"/>
                <a:gd name="T155" fmla="*/ 3960 w 3960"/>
                <a:gd name="T156" fmla="*/ 4768 h 4768"/>
              </a:gdLst>
              <a:ahLst/>
              <a:cxnLst>
                <a:cxn ang="T102">
                  <a:pos x="T0" y="T1"/>
                </a:cxn>
                <a:cxn ang="T103">
                  <a:pos x="T2" y="T3"/>
                </a:cxn>
                <a:cxn ang="T104">
                  <a:pos x="T4" y="T5"/>
                </a:cxn>
                <a:cxn ang="T105">
                  <a:pos x="T6" y="T7"/>
                </a:cxn>
                <a:cxn ang="T106">
                  <a:pos x="T8" y="T9"/>
                </a:cxn>
                <a:cxn ang="T107">
                  <a:pos x="T10" y="T11"/>
                </a:cxn>
                <a:cxn ang="T108">
                  <a:pos x="T12" y="T13"/>
                </a:cxn>
                <a:cxn ang="T109">
                  <a:pos x="T14" y="T15"/>
                </a:cxn>
                <a:cxn ang="T110">
                  <a:pos x="T16" y="T17"/>
                </a:cxn>
                <a:cxn ang="T111">
                  <a:pos x="T18" y="T19"/>
                </a:cxn>
                <a:cxn ang="T112">
                  <a:pos x="T20" y="T21"/>
                </a:cxn>
                <a:cxn ang="T113">
                  <a:pos x="T22" y="T23"/>
                </a:cxn>
                <a:cxn ang="T114">
                  <a:pos x="T24" y="T25"/>
                </a:cxn>
                <a:cxn ang="T115">
                  <a:pos x="T26" y="T27"/>
                </a:cxn>
                <a:cxn ang="T116">
                  <a:pos x="T28" y="T29"/>
                </a:cxn>
                <a:cxn ang="T117">
                  <a:pos x="T30" y="T31"/>
                </a:cxn>
                <a:cxn ang="T118">
                  <a:pos x="T32" y="T33"/>
                </a:cxn>
                <a:cxn ang="T119">
                  <a:pos x="T34" y="T35"/>
                </a:cxn>
                <a:cxn ang="T120">
                  <a:pos x="T36" y="T37"/>
                </a:cxn>
                <a:cxn ang="T121">
                  <a:pos x="T38" y="T39"/>
                </a:cxn>
                <a:cxn ang="T122">
                  <a:pos x="T40" y="T41"/>
                </a:cxn>
                <a:cxn ang="T123">
                  <a:pos x="T42" y="T43"/>
                </a:cxn>
                <a:cxn ang="T124">
                  <a:pos x="T44" y="T45"/>
                </a:cxn>
                <a:cxn ang="T125">
                  <a:pos x="T46" y="T47"/>
                </a:cxn>
                <a:cxn ang="T126">
                  <a:pos x="T48" y="T49"/>
                </a:cxn>
                <a:cxn ang="T127">
                  <a:pos x="T50" y="T51"/>
                </a:cxn>
                <a:cxn ang="T128">
                  <a:pos x="T52" y="T53"/>
                </a:cxn>
                <a:cxn ang="T129">
                  <a:pos x="T54" y="T55"/>
                </a:cxn>
                <a:cxn ang="T130">
                  <a:pos x="T56" y="T57"/>
                </a:cxn>
                <a:cxn ang="T131">
                  <a:pos x="T58" y="T59"/>
                </a:cxn>
                <a:cxn ang="T132">
                  <a:pos x="T60" y="T61"/>
                </a:cxn>
                <a:cxn ang="T133">
                  <a:pos x="T62" y="T63"/>
                </a:cxn>
                <a:cxn ang="T134">
                  <a:pos x="T64" y="T65"/>
                </a:cxn>
                <a:cxn ang="T135">
                  <a:pos x="T66" y="T67"/>
                </a:cxn>
                <a:cxn ang="T136">
                  <a:pos x="T68" y="T69"/>
                </a:cxn>
                <a:cxn ang="T137">
                  <a:pos x="T70" y="T71"/>
                </a:cxn>
                <a:cxn ang="T138">
                  <a:pos x="T72" y="T73"/>
                </a:cxn>
                <a:cxn ang="T139">
                  <a:pos x="T74" y="T75"/>
                </a:cxn>
                <a:cxn ang="T140">
                  <a:pos x="T76" y="T77"/>
                </a:cxn>
                <a:cxn ang="T141">
                  <a:pos x="T78" y="T79"/>
                </a:cxn>
                <a:cxn ang="T142">
                  <a:pos x="T80" y="T81"/>
                </a:cxn>
                <a:cxn ang="T143">
                  <a:pos x="T82" y="T83"/>
                </a:cxn>
                <a:cxn ang="T144">
                  <a:pos x="T84" y="T85"/>
                </a:cxn>
                <a:cxn ang="T145">
                  <a:pos x="T86" y="T87"/>
                </a:cxn>
                <a:cxn ang="T146">
                  <a:pos x="T88" y="T89"/>
                </a:cxn>
                <a:cxn ang="T147">
                  <a:pos x="T90" y="T91"/>
                </a:cxn>
                <a:cxn ang="T148">
                  <a:pos x="T92" y="T93"/>
                </a:cxn>
                <a:cxn ang="T149">
                  <a:pos x="T94" y="T95"/>
                </a:cxn>
                <a:cxn ang="T150">
                  <a:pos x="T96" y="T97"/>
                </a:cxn>
                <a:cxn ang="T151">
                  <a:pos x="T98" y="T99"/>
                </a:cxn>
                <a:cxn ang="T152">
                  <a:pos x="T100" y="T101"/>
                </a:cxn>
              </a:cxnLst>
              <a:rect l="T153" t="T154" r="T155" b="T156"/>
              <a:pathLst>
                <a:path w="3960" h="4768">
                  <a:moveTo>
                    <a:pt x="353" y="3849"/>
                  </a:moveTo>
                  <a:lnTo>
                    <a:pt x="1661" y="4700"/>
                  </a:lnTo>
                  <a:lnTo>
                    <a:pt x="1697" y="4717"/>
                  </a:lnTo>
                  <a:lnTo>
                    <a:pt x="1736" y="4731"/>
                  </a:lnTo>
                  <a:lnTo>
                    <a:pt x="1776" y="4742"/>
                  </a:lnTo>
                  <a:lnTo>
                    <a:pt x="1818" y="4753"/>
                  </a:lnTo>
                  <a:lnTo>
                    <a:pt x="1860" y="4760"/>
                  </a:lnTo>
                  <a:lnTo>
                    <a:pt x="1902" y="4765"/>
                  </a:lnTo>
                  <a:lnTo>
                    <a:pt x="1946" y="4768"/>
                  </a:lnTo>
                  <a:lnTo>
                    <a:pt x="1988" y="4768"/>
                  </a:lnTo>
                  <a:lnTo>
                    <a:pt x="2031" y="4767"/>
                  </a:lnTo>
                  <a:lnTo>
                    <a:pt x="2073" y="4763"/>
                  </a:lnTo>
                  <a:lnTo>
                    <a:pt x="2114" y="4758"/>
                  </a:lnTo>
                  <a:lnTo>
                    <a:pt x="2154" y="4751"/>
                  </a:lnTo>
                  <a:lnTo>
                    <a:pt x="2193" y="4740"/>
                  </a:lnTo>
                  <a:lnTo>
                    <a:pt x="2230" y="4729"/>
                  </a:lnTo>
                  <a:lnTo>
                    <a:pt x="2264" y="4715"/>
                  </a:lnTo>
                  <a:lnTo>
                    <a:pt x="2297" y="4700"/>
                  </a:lnTo>
                  <a:lnTo>
                    <a:pt x="3639" y="3825"/>
                  </a:lnTo>
                  <a:lnTo>
                    <a:pt x="3673" y="3795"/>
                  </a:lnTo>
                  <a:lnTo>
                    <a:pt x="3707" y="3761"/>
                  </a:lnTo>
                  <a:lnTo>
                    <a:pt x="3738" y="3725"/>
                  </a:lnTo>
                  <a:lnTo>
                    <a:pt x="3768" y="3685"/>
                  </a:lnTo>
                  <a:lnTo>
                    <a:pt x="3796" y="3644"/>
                  </a:lnTo>
                  <a:lnTo>
                    <a:pt x="3821" y="3599"/>
                  </a:lnTo>
                  <a:lnTo>
                    <a:pt x="3846" y="3553"/>
                  </a:lnTo>
                  <a:lnTo>
                    <a:pt x="3868" y="3505"/>
                  </a:lnTo>
                  <a:lnTo>
                    <a:pt x="3888" y="3456"/>
                  </a:lnTo>
                  <a:lnTo>
                    <a:pt x="3907" y="3406"/>
                  </a:lnTo>
                  <a:lnTo>
                    <a:pt x="3922" y="3354"/>
                  </a:lnTo>
                  <a:lnTo>
                    <a:pt x="3935" y="3303"/>
                  </a:lnTo>
                  <a:lnTo>
                    <a:pt x="3946" y="3250"/>
                  </a:lnTo>
                  <a:lnTo>
                    <a:pt x="3953" y="3197"/>
                  </a:lnTo>
                  <a:lnTo>
                    <a:pt x="3957" y="3144"/>
                  </a:lnTo>
                  <a:lnTo>
                    <a:pt x="3960" y="3092"/>
                  </a:lnTo>
                  <a:lnTo>
                    <a:pt x="3959" y="1313"/>
                  </a:lnTo>
                  <a:lnTo>
                    <a:pt x="3955" y="1271"/>
                  </a:lnTo>
                  <a:lnTo>
                    <a:pt x="3949" y="1229"/>
                  </a:lnTo>
                  <a:lnTo>
                    <a:pt x="3941" y="1189"/>
                  </a:lnTo>
                  <a:lnTo>
                    <a:pt x="3930" y="1149"/>
                  </a:lnTo>
                  <a:lnTo>
                    <a:pt x="3918" y="1111"/>
                  </a:lnTo>
                  <a:lnTo>
                    <a:pt x="3902" y="1075"/>
                  </a:lnTo>
                  <a:lnTo>
                    <a:pt x="3886" y="1040"/>
                  </a:lnTo>
                  <a:lnTo>
                    <a:pt x="3867" y="1006"/>
                  </a:lnTo>
                  <a:lnTo>
                    <a:pt x="3846" y="973"/>
                  </a:lnTo>
                  <a:lnTo>
                    <a:pt x="3823" y="942"/>
                  </a:lnTo>
                  <a:lnTo>
                    <a:pt x="3798" y="913"/>
                  </a:lnTo>
                  <a:lnTo>
                    <a:pt x="3771" y="886"/>
                  </a:lnTo>
                  <a:lnTo>
                    <a:pt x="3743" y="860"/>
                  </a:lnTo>
                  <a:lnTo>
                    <a:pt x="3714" y="837"/>
                  </a:lnTo>
                  <a:lnTo>
                    <a:pt x="3682" y="816"/>
                  </a:lnTo>
                  <a:lnTo>
                    <a:pt x="3649" y="796"/>
                  </a:lnTo>
                  <a:lnTo>
                    <a:pt x="2386" y="83"/>
                  </a:lnTo>
                  <a:lnTo>
                    <a:pt x="2350" y="65"/>
                  </a:lnTo>
                  <a:lnTo>
                    <a:pt x="2310" y="50"/>
                  </a:lnTo>
                  <a:lnTo>
                    <a:pt x="2268" y="36"/>
                  </a:lnTo>
                  <a:lnTo>
                    <a:pt x="2223" y="24"/>
                  </a:lnTo>
                  <a:lnTo>
                    <a:pt x="2178" y="15"/>
                  </a:lnTo>
                  <a:lnTo>
                    <a:pt x="2131" y="8"/>
                  </a:lnTo>
                  <a:lnTo>
                    <a:pt x="2082" y="3"/>
                  </a:lnTo>
                  <a:lnTo>
                    <a:pt x="2032" y="0"/>
                  </a:lnTo>
                  <a:lnTo>
                    <a:pt x="1982" y="1"/>
                  </a:lnTo>
                  <a:lnTo>
                    <a:pt x="1933" y="3"/>
                  </a:lnTo>
                  <a:lnTo>
                    <a:pt x="1882" y="9"/>
                  </a:lnTo>
                  <a:lnTo>
                    <a:pt x="1833" y="17"/>
                  </a:lnTo>
                  <a:lnTo>
                    <a:pt x="1785" y="29"/>
                  </a:lnTo>
                  <a:lnTo>
                    <a:pt x="1737" y="43"/>
                  </a:lnTo>
                  <a:lnTo>
                    <a:pt x="1691" y="62"/>
                  </a:lnTo>
                  <a:lnTo>
                    <a:pt x="1647" y="83"/>
                  </a:lnTo>
                  <a:lnTo>
                    <a:pt x="311" y="782"/>
                  </a:lnTo>
                  <a:lnTo>
                    <a:pt x="276" y="803"/>
                  </a:lnTo>
                  <a:lnTo>
                    <a:pt x="243" y="826"/>
                  </a:lnTo>
                  <a:lnTo>
                    <a:pt x="213" y="852"/>
                  </a:lnTo>
                  <a:lnTo>
                    <a:pt x="184" y="879"/>
                  </a:lnTo>
                  <a:lnTo>
                    <a:pt x="155" y="908"/>
                  </a:lnTo>
                  <a:lnTo>
                    <a:pt x="131" y="939"/>
                  </a:lnTo>
                  <a:lnTo>
                    <a:pt x="107" y="971"/>
                  </a:lnTo>
                  <a:lnTo>
                    <a:pt x="86" y="1005"/>
                  </a:lnTo>
                  <a:lnTo>
                    <a:pt x="68" y="1040"/>
                  </a:lnTo>
                  <a:lnTo>
                    <a:pt x="50" y="1076"/>
                  </a:lnTo>
                  <a:lnTo>
                    <a:pt x="36" y="1115"/>
                  </a:lnTo>
                  <a:lnTo>
                    <a:pt x="23" y="1153"/>
                  </a:lnTo>
                  <a:lnTo>
                    <a:pt x="14" y="1195"/>
                  </a:lnTo>
                  <a:lnTo>
                    <a:pt x="7" y="1236"/>
                  </a:lnTo>
                  <a:lnTo>
                    <a:pt x="2" y="1279"/>
                  </a:lnTo>
                  <a:lnTo>
                    <a:pt x="0" y="1322"/>
                  </a:lnTo>
                  <a:lnTo>
                    <a:pt x="0" y="3093"/>
                  </a:lnTo>
                  <a:lnTo>
                    <a:pt x="2" y="3147"/>
                  </a:lnTo>
                  <a:lnTo>
                    <a:pt x="7" y="3202"/>
                  </a:lnTo>
                  <a:lnTo>
                    <a:pt x="15" y="3257"/>
                  </a:lnTo>
                  <a:lnTo>
                    <a:pt x="27" y="3312"/>
                  </a:lnTo>
                  <a:lnTo>
                    <a:pt x="42" y="3366"/>
                  </a:lnTo>
                  <a:lnTo>
                    <a:pt x="59" y="3420"/>
                  </a:lnTo>
                  <a:lnTo>
                    <a:pt x="79" y="3474"/>
                  </a:lnTo>
                  <a:lnTo>
                    <a:pt x="102" y="3525"/>
                  </a:lnTo>
                  <a:lnTo>
                    <a:pt x="127" y="3576"/>
                  </a:lnTo>
                  <a:lnTo>
                    <a:pt x="154" y="3624"/>
                  </a:lnTo>
                  <a:lnTo>
                    <a:pt x="184" y="3670"/>
                  </a:lnTo>
                  <a:lnTo>
                    <a:pt x="214" y="3712"/>
                  </a:lnTo>
                  <a:lnTo>
                    <a:pt x="247" y="3752"/>
                  </a:lnTo>
                  <a:lnTo>
                    <a:pt x="281" y="3788"/>
                  </a:lnTo>
                  <a:lnTo>
                    <a:pt x="317" y="3821"/>
                  </a:lnTo>
                  <a:lnTo>
                    <a:pt x="353" y="384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7600" name="Freeform 41"/>
            <p:cNvSpPr>
              <a:spLocks/>
            </p:cNvSpPr>
            <p:nvPr/>
          </p:nvSpPr>
          <p:spPr bwMode="auto">
            <a:xfrm>
              <a:off x="943" y="2210"/>
              <a:ext cx="276" cy="187"/>
            </a:xfrm>
            <a:custGeom>
              <a:avLst/>
              <a:gdLst>
                <a:gd name="T0" fmla="*/ 11 w 1380"/>
                <a:gd name="T1" fmla="*/ 7 h 937"/>
                <a:gd name="T2" fmla="*/ 11 w 1380"/>
                <a:gd name="T3" fmla="*/ 7 h 937"/>
                <a:gd name="T4" fmla="*/ 0 w 1380"/>
                <a:gd name="T5" fmla="*/ 0 h 937"/>
                <a:gd name="T6" fmla="*/ 0 w 1380"/>
                <a:gd name="T7" fmla="*/ 1 h 937"/>
                <a:gd name="T8" fmla="*/ 10 w 1380"/>
                <a:gd name="T9" fmla="*/ 7 h 937"/>
                <a:gd name="T10" fmla="*/ 10 w 1380"/>
                <a:gd name="T11" fmla="*/ 7 h 937"/>
                <a:gd name="T12" fmla="*/ 10 w 1380"/>
                <a:gd name="T13" fmla="*/ 7 h 937"/>
                <a:gd name="T14" fmla="*/ 11 w 1380"/>
                <a:gd name="T15" fmla="*/ 7 h 937"/>
                <a:gd name="T16" fmla="*/ 11 w 1380"/>
                <a:gd name="T17" fmla="*/ 7 h 937"/>
                <a:gd name="T18" fmla="*/ 11 w 1380"/>
                <a:gd name="T19" fmla="*/ 7 h 937"/>
                <a:gd name="T20" fmla="*/ 11 w 1380"/>
                <a:gd name="T21" fmla="*/ 7 h 937"/>
                <a:gd name="T22" fmla="*/ 11 w 1380"/>
                <a:gd name="T23" fmla="*/ 7 h 937"/>
                <a:gd name="T24" fmla="*/ 11 w 1380"/>
                <a:gd name="T25" fmla="*/ 7 h 937"/>
                <a:gd name="T26" fmla="*/ 11 w 1380"/>
                <a:gd name="T27" fmla="*/ 7 h 937"/>
                <a:gd name="T28" fmla="*/ 11 w 1380"/>
                <a:gd name="T29" fmla="*/ 7 h 937"/>
                <a:gd name="T30" fmla="*/ 11 w 1380"/>
                <a:gd name="T31" fmla="*/ 7 h 93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80"/>
                <a:gd name="T49" fmla="*/ 0 h 937"/>
                <a:gd name="T50" fmla="*/ 1380 w 1380"/>
                <a:gd name="T51" fmla="*/ 937 h 93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80" h="937">
                  <a:moveTo>
                    <a:pt x="1354" y="848"/>
                  </a:moveTo>
                  <a:lnTo>
                    <a:pt x="1359" y="851"/>
                  </a:lnTo>
                  <a:lnTo>
                    <a:pt x="51" y="0"/>
                  </a:lnTo>
                  <a:lnTo>
                    <a:pt x="0" y="78"/>
                  </a:lnTo>
                  <a:lnTo>
                    <a:pt x="1307" y="929"/>
                  </a:lnTo>
                  <a:lnTo>
                    <a:pt x="1312" y="932"/>
                  </a:lnTo>
                  <a:lnTo>
                    <a:pt x="1307" y="929"/>
                  </a:lnTo>
                  <a:lnTo>
                    <a:pt x="1326" y="937"/>
                  </a:lnTo>
                  <a:lnTo>
                    <a:pt x="1345" y="936"/>
                  </a:lnTo>
                  <a:lnTo>
                    <a:pt x="1360" y="929"/>
                  </a:lnTo>
                  <a:lnTo>
                    <a:pt x="1372" y="916"/>
                  </a:lnTo>
                  <a:lnTo>
                    <a:pt x="1379" y="899"/>
                  </a:lnTo>
                  <a:lnTo>
                    <a:pt x="1380" y="883"/>
                  </a:lnTo>
                  <a:lnTo>
                    <a:pt x="1374" y="865"/>
                  </a:lnTo>
                  <a:lnTo>
                    <a:pt x="1359" y="851"/>
                  </a:lnTo>
                  <a:lnTo>
                    <a:pt x="1354" y="84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7601" name="Freeform 42"/>
            <p:cNvSpPr>
              <a:spLocks/>
            </p:cNvSpPr>
            <p:nvPr/>
          </p:nvSpPr>
          <p:spPr bwMode="auto">
            <a:xfrm>
              <a:off x="1206" y="2379"/>
              <a:ext cx="140" cy="32"/>
            </a:xfrm>
            <a:custGeom>
              <a:avLst/>
              <a:gdLst>
                <a:gd name="T0" fmla="*/ 5 w 703"/>
                <a:gd name="T1" fmla="*/ 0 h 162"/>
                <a:gd name="T2" fmla="*/ 5 w 703"/>
                <a:gd name="T3" fmla="*/ 0 h 162"/>
                <a:gd name="T4" fmla="*/ 5 w 703"/>
                <a:gd name="T5" fmla="*/ 0 h 162"/>
                <a:gd name="T6" fmla="*/ 5 w 703"/>
                <a:gd name="T7" fmla="*/ 0 h 162"/>
                <a:gd name="T8" fmla="*/ 4 w 703"/>
                <a:gd name="T9" fmla="*/ 0 h 162"/>
                <a:gd name="T10" fmla="*/ 4 w 703"/>
                <a:gd name="T11" fmla="*/ 0 h 162"/>
                <a:gd name="T12" fmla="*/ 4 w 703"/>
                <a:gd name="T13" fmla="*/ 0 h 162"/>
                <a:gd name="T14" fmla="*/ 3 w 703"/>
                <a:gd name="T15" fmla="*/ 1 h 162"/>
                <a:gd name="T16" fmla="*/ 3 w 703"/>
                <a:gd name="T17" fmla="*/ 1 h 162"/>
                <a:gd name="T18" fmla="*/ 3 w 703"/>
                <a:gd name="T19" fmla="*/ 1 h 162"/>
                <a:gd name="T20" fmla="*/ 2 w 703"/>
                <a:gd name="T21" fmla="*/ 1 h 162"/>
                <a:gd name="T22" fmla="*/ 2 w 703"/>
                <a:gd name="T23" fmla="*/ 1 h 162"/>
                <a:gd name="T24" fmla="*/ 2 w 703"/>
                <a:gd name="T25" fmla="*/ 0 h 162"/>
                <a:gd name="T26" fmla="*/ 1 w 703"/>
                <a:gd name="T27" fmla="*/ 0 h 162"/>
                <a:gd name="T28" fmla="*/ 1 w 703"/>
                <a:gd name="T29" fmla="*/ 0 h 162"/>
                <a:gd name="T30" fmla="*/ 1 w 703"/>
                <a:gd name="T31" fmla="*/ 0 h 162"/>
                <a:gd name="T32" fmla="*/ 1 w 703"/>
                <a:gd name="T33" fmla="*/ 0 h 162"/>
                <a:gd name="T34" fmla="*/ 0 w 703"/>
                <a:gd name="T35" fmla="*/ 0 h 162"/>
                <a:gd name="T36" fmla="*/ 0 w 703"/>
                <a:gd name="T37" fmla="*/ 1 h 162"/>
                <a:gd name="T38" fmla="*/ 0 w 703"/>
                <a:gd name="T39" fmla="*/ 1 h 162"/>
                <a:gd name="T40" fmla="*/ 1 w 703"/>
                <a:gd name="T41" fmla="*/ 1 h 162"/>
                <a:gd name="T42" fmla="*/ 1 w 703"/>
                <a:gd name="T43" fmla="*/ 1 h 162"/>
                <a:gd name="T44" fmla="*/ 1 w 703"/>
                <a:gd name="T45" fmla="*/ 1 h 162"/>
                <a:gd name="T46" fmla="*/ 2 w 703"/>
                <a:gd name="T47" fmla="*/ 1 h 162"/>
                <a:gd name="T48" fmla="*/ 2 w 703"/>
                <a:gd name="T49" fmla="*/ 1 h 162"/>
                <a:gd name="T50" fmla="*/ 2 w 703"/>
                <a:gd name="T51" fmla="*/ 1 h 162"/>
                <a:gd name="T52" fmla="*/ 3 w 703"/>
                <a:gd name="T53" fmla="*/ 1 h 162"/>
                <a:gd name="T54" fmla="*/ 3 w 703"/>
                <a:gd name="T55" fmla="*/ 1 h 162"/>
                <a:gd name="T56" fmla="*/ 3 w 703"/>
                <a:gd name="T57" fmla="*/ 1 h 162"/>
                <a:gd name="T58" fmla="*/ 4 w 703"/>
                <a:gd name="T59" fmla="*/ 1 h 162"/>
                <a:gd name="T60" fmla="*/ 4 w 703"/>
                <a:gd name="T61" fmla="*/ 1 h 162"/>
                <a:gd name="T62" fmla="*/ 5 w 703"/>
                <a:gd name="T63" fmla="*/ 1 h 162"/>
                <a:gd name="T64" fmla="*/ 5 w 703"/>
                <a:gd name="T65" fmla="*/ 1 h 162"/>
                <a:gd name="T66" fmla="*/ 5 w 703"/>
                <a:gd name="T67" fmla="*/ 1 h 162"/>
                <a:gd name="T68" fmla="*/ 5 w 703"/>
                <a:gd name="T69" fmla="*/ 1 h 162"/>
                <a:gd name="T70" fmla="*/ 5 w 703"/>
                <a:gd name="T71" fmla="*/ 1 h 162"/>
                <a:gd name="T72" fmla="*/ 5 w 703"/>
                <a:gd name="T73" fmla="*/ 1 h 162"/>
                <a:gd name="T74" fmla="*/ 5 w 703"/>
                <a:gd name="T75" fmla="*/ 1 h 162"/>
                <a:gd name="T76" fmla="*/ 6 w 703"/>
                <a:gd name="T77" fmla="*/ 0 h 162"/>
                <a:gd name="T78" fmla="*/ 6 w 703"/>
                <a:gd name="T79" fmla="*/ 0 h 162"/>
                <a:gd name="T80" fmla="*/ 6 w 703"/>
                <a:gd name="T81" fmla="*/ 0 h 162"/>
                <a:gd name="T82" fmla="*/ 5 w 703"/>
                <a:gd name="T83" fmla="*/ 0 h 162"/>
                <a:gd name="T84" fmla="*/ 5 w 703"/>
                <a:gd name="T85" fmla="*/ 0 h 162"/>
                <a:gd name="T86" fmla="*/ 5 w 703"/>
                <a:gd name="T87" fmla="*/ 0 h 162"/>
                <a:gd name="T88" fmla="*/ 5 w 703"/>
                <a:gd name="T89" fmla="*/ 0 h 162"/>
                <a:gd name="T90" fmla="*/ 5 w 703"/>
                <a:gd name="T91" fmla="*/ 0 h 162"/>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703"/>
                <a:gd name="T139" fmla="*/ 0 h 162"/>
                <a:gd name="T140" fmla="*/ 703 w 703"/>
                <a:gd name="T141" fmla="*/ 162 h 162"/>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703" h="162">
                  <a:moveTo>
                    <a:pt x="631" y="8"/>
                  </a:moveTo>
                  <a:lnTo>
                    <a:pt x="636" y="6"/>
                  </a:lnTo>
                  <a:lnTo>
                    <a:pt x="606" y="20"/>
                  </a:lnTo>
                  <a:lnTo>
                    <a:pt x="575" y="32"/>
                  </a:lnTo>
                  <a:lnTo>
                    <a:pt x="540" y="42"/>
                  </a:lnTo>
                  <a:lnTo>
                    <a:pt x="504" y="52"/>
                  </a:lnTo>
                  <a:lnTo>
                    <a:pt x="467" y="59"/>
                  </a:lnTo>
                  <a:lnTo>
                    <a:pt x="428" y="64"/>
                  </a:lnTo>
                  <a:lnTo>
                    <a:pt x="389" y="67"/>
                  </a:lnTo>
                  <a:lnTo>
                    <a:pt x="348" y="68"/>
                  </a:lnTo>
                  <a:lnTo>
                    <a:pt x="308" y="68"/>
                  </a:lnTo>
                  <a:lnTo>
                    <a:pt x="267" y="65"/>
                  </a:lnTo>
                  <a:lnTo>
                    <a:pt x="226" y="61"/>
                  </a:lnTo>
                  <a:lnTo>
                    <a:pt x="187" y="54"/>
                  </a:lnTo>
                  <a:lnTo>
                    <a:pt x="148" y="44"/>
                  </a:lnTo>
                  <a:lnTo>
                    <a:pt x="110" y="33"/>
                  </a:lnTo>
                  <a:lnTo>
                    <a:pt x="75" y="20"/>
                  </a:lnTo>
                  <a:lnTo>
                    <a:pt x="42" y="5"/>
                  </a:lnTo>
                  <a:lnTo>
                    <a:pt x="0" y="89"/>
                  </a:lnTo>
                  <a:lnTo>
                    <a:pt x="40" y="107"/>
                  </a:lnTo>
                  <a:lnTo>
                    <a:pt x="82" y="122"/>
                  </a:lnTo>
                  <a:lnTo>
                    <a:pt x="124" y="135"/>
                  </a:lnTo>
                  <a:lnTo>
                    <a:pt x="169" y="146"/>
                  </a:lnTo>
                  <a:lnTo>
                    <a:pt x="214" y="153"/>
                  </a:lnTo>
                  <a:lnTo>
                    <a:pt x="258" y="158"/>
                  </a:lnTo>
                  <a:lnTo>
                    <a:pt x="303" y="162"/>
                  </a:lnTo>
                  <a:lnTo>
                    <a:pt x="348" y="162"/>
                  </a:lnTo>
                  <a:lnTo>
                    <a:pt x="394" y="161"/>
                  </a:lnTo>
                  <a:lnTo>
                    <a:pt x="439" y="157"/>
                  </a:lnTo>
                  <a:lnTo>
                    <a:pt x="481" y="150"/>
                  </a:lnTo>
                  <a:lnTo>
                    <a:pt x="525" y="143"/>
                  </a:lnTo>
                  <a:lnTo>
                    <a:pt x="566" y="132"/>
                  </a:lnTo>
                  <a:lnTo>
                    <a:pt x="606" y="121"/>
                  </a:lnTo>
                  <a:lnTo>
                    <a:pt x="643" y="105"/>
                  </a:lnTo>
                  <a:lnTo>
                    <a:pt x="678" y="88"/>
                  </a:lnTo>
                  <a:lnTo>
                    <a:pt x="683" y="86"/>
                  </a:lnTo>
                  <a:lnTo>
                    <a:pt x="678" y="88"/>
                  </a:lnTo>
                  <a:lnTo>
                    <a:pt x="695" y="75"/>
                  </a:lnTo>
                  <a:lnTo>
                    <a:pt x="702" y="60"/>
                  </a:lnTo>
                  <a:lnTo>
                    <a:pt x="703" y="42"/>
                  </a:lnTo>
                  <a:lnTo>
                    <a:pt x="698" y="26"/>
                  </a:lnTo>
                  <a:lnTo>
                    <a:pt x="688" y="12"/>
                  </a:lnTo>
                  <a:lnTo>
                    <a:pt x="674" y="3"/>
                  </a:lnTo>
                  <a:lnTo>
                    <a:pt x="656" y="0"/>
                  </a:lnTo>
                  <a:lnTo>
                    <a:pt x="636" y="6"/>
                  </a:lnTo>
                  <a:lnTo>
                    <a:pt x="631"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7602" name="Freeform 43"/>
            <p:cNvSpPr>
              <a:spLocks/>
            </p:cNvSpPr>
            <p:nvPr/>
          </p:nvSpPr>
          <p:spPr bwMode="auto">
            <a:xfrm>
              <a:off x="1332" y="2204"/>
              <a:ext cx="283" cy="192"/>
            </a:xfrm>
            <a:custGeom>
              <a:avLst/>
              <a:gdLst>
                <a:gd name="T0" fmla="*/ 11 w 1415"/>
                <a:gd name="T1" fmla="*/ 0 h 960"/>
                <a:gd name="T2" fmla="*/ 11 w 1415"/>
                <a:gd name="T3" fmla="*/ 0 h 960"/>
                <a:gd name="T4" fmla="*/ 0 w 1415"/>
                <a:gd name="T5" fmla="*/ 7 h 960"/>
                <a:gd name="T6" fmla="*/ 0 w 1415"/>
                <a:gd name="T7" fmla="*/ 8 h 960"/>
                <a:gd name="T8" fmla="*/ 11 w 1415"/>
                <a:gd name="T9" fmla="*/ 1 h 960"/>
                <a:gd name="T10" fmla="*/ 11 w 1415"/>
                <a:gd name="T11" fmla="*/ 1 h 960"/>
                <a:gd name="T12" fmla="*/ 11 w 1415"/>
                <a:gd name="T13" fmla="*/ 1 h 960"/>
                <a:gd name="T14" fmla="*/ 11 w 1415"/>
                <a:gd name="T15" fmla="*/ 1 h 960"/>
                <a:gd name="T16" fmla="*/ 11 w 1415"/>
                <a:gd name="T17" fmla="*/ 0 h 960"/>
                <a:gd name="T18" fmla="*/ 11 w 1415"/>
                <a:gd name="T19" fmla="*/ 0 h 960"/>
                <a:gd name="T20" fmla="*/ 11 w 1415"/>
                <a:gd name="T21" fmla="*/ 0 h 960"/>
                <a:gd name="T22" fmla="*/ 11 w 1415"/>
                <a:gd name="T23" fmla="*/ 0 h 960"/>
                <a:gd name="T24" fmla="*/ 11 w 1415"/>
                <a:gd name="T25" fmla="*/ 0 h 960"/>
                <a:gd name="T26" fmla="*/ 11 w 1415"/>
                <a:gd name="T27" fmla="*/ 0 h 960"/>
                <a:gd name="T28" fmla="*/ 11 w 1415"/>
                <a:gd name="T29" fmla="*/ 0 h 960"/>
                <a:gd name="T30" fmla="*/ 11 w 1415"/>
                <a:gd name="T31" fmla="*/ 0 h 96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15"/>
                <a:gd name="T49" fmla="*/ 0 h 960"/>
                <a:gd name="T50" fmla="*/ 1415 w 1415"/>
                <a:gd name="T51" fmla="*/ 960 h 96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15" h="960">
                  <a:moveTo>
                    <a:pt x="1338" y="10"/>
                  </a:moveTo>
                  <a:lnTo>
                    <a:pt x="1342" y="8"/>
                  </a:lnTo>
                  <a:lnTo>
                    <a:pt x="0" y="882"/>
                  </a:lnTo>
                  <a:lnTo>
                    <a:pt x="52" y="960"/>
                  </a:lnTo>
                  <a:lnTo>
                    <a:pt x="1393" y="85"/>
                  </a:lnTo>
                  <a:lnTo>
                    <a:pt x="1397" y="83"/>
                  </a:lnTo>
                  <a:lnTo>
                    <a:pt x="1393" y="85"/>
                  </a:lnTo>
                  <a:lnTo>
                    <a:pt x="1409" y="71"/>
                  </a:lnTo>
                  <a:lnTo>
                    <a:pt x="1415" y="53"/>
                  </a:lnTo>
                  <a:lnTo>
                    <a:pt x="1413" y="37"/>
                  </a:lnTo>
                  <a:lnTo>
                    <a:pt x="1406" y="21"/>
                  </a:lnTo>
                  <a:lnTo>
                    <a:pt x="1395" y="8"/>
                  </a:lnTo>
                  <a:lnTo>
                    <a:pt x="1379" y="1"/>
                  </a:lnTo>
                  <a:lnTo>
                    <a:pt x="1361" y="0"/>
                  </a:lnTo>
                  <a:lnTo>
                    <a:pt x="1342" y="8"/>
                  </a:lnTo>
                  <a:lnTo>
                    <a:pt x="1338" y="1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7603" name="Freeform 44"/>
            <p:cNvSpPr>
              <a:spLocks/>
            </p:cNvSpPr>
            <p:nvPr/>
          </p:nvSpPr>
          <p:spPr bwMode="auto">
            <a:xfrm>
              <a:off x="1599" y="2057"/>
              <a:ext cx="80" cy="163"/>
            </a:xfrm>
            <a:custGeom>
              <a:avLst/>
              <a:gdLst>
                <a:gd name="T0" fmla="*/ 2 w 398"/>
                <a:gd name="T1" fmla="*/ 0 h 817"/>
                <a:gd name="T2" fmla="*/ 2 w 398"/>
                <a:gd name="T3" fmla="*/ 0 h 817"/>
                <a:gd name="T4" fmla="*/ 2 w 398"/>
                <a:gd name="T5" fmla="*/ 1 h 817"/>
                <a:gd name="T6" fmla="*/ 2 w 398"/>
                <a:gd name="T7" fmla="*/ 1 h 817"/>
                <a:gd name="T8" fmla="*/ 2 w 398"/>
                <a:gd name="T9" fmla="*/ 2 h 817"/>
                <a:gd name="T10" fmla="*/ 2 w 398"/>
                <a:gd name="T11" fmla="*/ 2 h 817"/>
                <a:gd name="T12" fmla="*/ 2 w 398"/>
                <a:gd name="T13" fmla="*/ 2 h 817"/>
                <a:gd name="T14" fmla="*/ 2 w 398"/>
                <a:gd name="T15" fmla="*/ 3 h 817"/>
                <a:gd name="T16" fmla="*/ 2 w 398"/>
                <a:gd name="T17" fmla="*/ 3 h 817"/>
                <a:gd name="T18" fmla="*/ 2 w 398"/>
                <a:gd name="T19" fmla="*/ 4 h 817"/>
                <a:gd name="T20" fmla="*/ 2 w 398"/>
                <a:gd name="T21" fmla="*/ 4 h 817"/>
                <a:gd name="T22" fmla="*/ 1 w 398"/>
                <a:gd name="T23" fmla="*/ 4 h 817"/>
                <a:gd name="T24" fmla="*/ 1 w 398"/>
                <a:gd name="T25" fmla="*/ 5 h 817"/>
                <a:gd name="T26" fmla="*/ 1 w 398"/>
                <a:gd name="T27" fmla="*/ 5 h 817"/>
                <a:gd name="T28" fmla="*/ 1 w 398"/>
                <a:gd name="T29" fmla="*/ 5 h 817"/>
                <a:gd name="T30" fmla="*/ 1 w 398"/>
                <a:gd name="T31" fmla="*/ 5 h 817"/>
                <a:gd name="T32" fmla="*/ 0 w 398"/>
                <a:gd name="T33" fmla="*/ 6 h 817"/>
                <a:gd name="T34" fmla="*/ 0 w 398"/>
                <a:gd name="T35" fmla="*/ 6 h 817"/>
                <a:gd name="T36" fmla="*/ 0 w 398"/>
                <a:gd name="T37" fmla="*/ 7 h 817"/>
                <a:gd name="T38" fmla="*/ 1 w 398"/>
                <a:gd name="T39" fmla="*/ 6 h 817"/>
                <a:gd name="T40" fmla="*/ 1 w 398"/>
                <a:gd name="T41" fmla="*/ 6 h 817"/>
                <a:gd name="T42" fmla="*/ 1 w 398"/>
                <a:gd name="T43" fmla="*/ 6 h 817"/>
                <a:gd name="T44" fmla="*/ 2 w 398"/>
                <a:gd name="T45" fmla="*/ 5 h 817"/>
                <a:gd name="T46" fmla="*/ 2 w 398"/>
                <a:gd name="T47" fmla="*/ 5 h 817"/>
                <a:gd name="T48" fmla="*/ 2 w 398"/>
                <a:gd name="T49" fmla="*/ 5 h 817"/>
                <a:gd name="T50" fmla="*/ 2 w 398"/>
                <a:gd name="T51" fmla="*/ 4 h 817"/>
                <a:gd name="T52" fmla="*/ 2 w 398"/>
                <a:gd name="T53" fmla="*/ 4 h 817"/>
                <a:gd name="T54" fmla="*/ 3 w 398"/>
                <a:gd name="T55" fmla="*/ 3 h 817"/>
                <a:gd name="T56" fmla="*/ 3 w 398"/>
                <a:gd name="T57" fmla="*/ 3 h 817"/>
                <a:gd name="T58" fmla="*/ 3 w 398"/>
                <a:gd name="T59" fmla="*/ 3 h 817"/>
                <a:gd name="T60" fmla="*/ 3 w 398"/>
                <a:gd name="T61" fmla="*/ 2 h 817"/>
                <a:gd name="T62" fmla="*/ 3 w 398"/>
                <a:gd name="T63" fmla="*/ 2 h 817"/>
                <a:gd name="T64" fmla="*/ 3 w 398"/>
                <a:gd name="T65" fmla="*/ 1 h 817"/>
                <a:gd name="T66" fmla="*/ 3 w 398"/>
                <a:gd name="T67" fmla="*/ 1 h 817"/>
                <a:gd name="T68" fmla="*/ 3 w 398"/>
                <a:gd name="T69" fmla="*/ 0 h 817"/>
                <a:gd name="T70" fmla="*/ 3 w 398"/>
                <a:gd name="T71" fmla="*/ 0 h 817"/>
                <a:gd name="T72" fmla="*/ 3 w 398"/>
                <a:gd name="T73" fmla="*/ 0 h 817"/>
                <a:gd name="T74" fmla="*/ 3 w 398"/>
                <a:gd name="T75" fmla="*/ 0 h 817"/>
                <a:gd name="T76" fmla="*/ 3 w 398"/>
                <a:gd name="T77" fmla="*/ 0 h 817"/>
                <a:gd name="T78" fmla="*/ 3 w 398"/>
                <a:gd name="T79" fmla="*/ 0 h 817"/>
                <a:gd name="T80" fmla="*/ 3 w 398"/>
                <a:gd name="T81" fmla="*/ 0 h 817"/>
                <a:gd name="T82" fmla="*/ 3 w 398"/>
                <a:gd name="T83" fmla="*/ 0 h 817"/>
                <a:gd name="T84" fmla="*/ 3 w 398"/>
                <a:gd name="T85" fmla="*/ 0 h 817"/>
                <a:gd name="T86" fmla="*/ 2 w 398"/>
                <a:gd name="T87" fmla="*/ 0 h 817"/>
                <a:gd name="T88" fmla="*/ 2 w 398"/>
                <a:gd name="T89" fmla="*/ 0 h 817"/>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398"/>
                <a:gd name="T136" fmla="*/ 0 h 817"/>
                <a:gd name="T137" fmla="*/ 398 w 398"/>
                <a:gd name="T138" fmla="*/ 817 h 817"/>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398" h="817">
                  <a:moveTo>
                    <a:pt x="304" y="47"/>
                  </a:moveTo>
                  <a:lnTo>
                    <a:pt x="304" y="47"/>
                  </a:lnTo>
                  <a:lnTo>
                    <a:pt x="301" y="97"/>
                  </a:lnTo>
                  <a:lnTo>
                    <a:pt x="297" y="147"/>
                  </a:lnTo>
                  <a:lnTo>
                    <a:pt x="291" y="198"/>
                  </a:lnTo>
                  <a:lnTo>
                    <a:pt x="280" y="247"/>
                  </a:lnTo>
                  <a:lnTo>
                    <a:pt x="268" y="297"/>
                  </a:lnTo>
                  <a:lnTo>
                    <a:pt x="253" y="347"/>
                  </a:lnTo>
                  <a:lnTo>
                    <a:pt x="236" y="395"/>
                  </a:lnTo>
                  <a:lnTo>
                    <a:pt x="217" y="442"/>
                  </a:lnTo>
                  <a:lnTo>
                    <a:pt x="195" y="487"/>
                  </a:lnTo>
                  <a:lnTo>
                    <a:pt x="171" y="532"/>
                  </a:lnTo>
                  <a:lnTo>
                    <a:pt x="147" y="574"/>
                  </a:lnTo>
                  <a:lnTo>
                    <a:pt x="121" y="613"/>
                  </a:lnTo>
                  <a:lnTo>
                    <a:pt x="93" y="650"/>
                  </a:lnTo>
                  <a:lnTo>
                    <a:pt x="64" y="684"/>
                  </a:lnTo>
                  <a:lnTo>
                    <a:pt x="32" y="716"/>
                  </a:lnTo>
                  <a:lnTo>
                    <a:pt x="0" y="744"/>
                  </a:lnTo>
                  <a:lnTo>
                    <a:pt x="59" y="817"/>
                  </a:lnTo>
                  <a:lnTo>
                    <a:pt x="95" y="784"/>
                  </a:lnTo>
                  <a:lnTo>
                    <a:pt x="132" y="748"/>
                  </a:lnTo>
                  <a:lnTo>
                    <a:pt x="166" y="709"/>
                  </a:lnTo>
                  <a:lnTo>
                    <a:pt x="196" y="667"/>
                  </a:lnTo>
                  <a:lnTo>
                    <a:pt x="227" y="623"/>
                  </a:lnTo>
                  <a:lnTo>
                    <a:pt x="253" y="576"/>
                  </a:lnTo>
                  <a:lnTo>
                    <a:pt x="279" y="530"/>
                  </a:lnTo>
                  <a:lnTo>
                    <a:pt x="301" y="479"/>
                  </a:lnTo>
                  <a:lnTo>
                    <a:pt x="323" y="428"/>
                  </a:lnTo>
                  <a:lnTo>
                    <a:pt x="342" y="375"/>
                  </a:lnTo>
                  <a:lnTo>
                    <a:pt x="359" y="321"/>
                  </a:lnTo>
                  <a:lnTo>
                    <a:pt x="372" y="268"/>
                  </a:lnTo>
                  <a:lnTo>
                    <a:pt x="382" y="212"/>
                  </a:lnTo>
                  <a:lnTo>
                    <a:pt x="391" y="157"/>
                  </a:lnTo>
                  <a:lnTo>
                    <a:pt x="395" y="102"/>
                  </a:lnTo>
                  <a:lnTo>
                    <a:pt x="398" y="47"/>
                  </a:lnTo>
                  <a:lnTo>
                    <a:pt x="394" y="27"/>
                  </a:lnTo>
                  <a:lnTo>
                    <a:pt x="383" y="11"/>
                  </a:lnTo>
                  <a:lnTo>
                    <a:pt x="368" y="3"/>
                  </a:lnTo>
                  <a:lnTo>
                    <a:pt x="351" y="0"/>
                  </a:lnTo>
                  <a:lnTo>
                    <a:pt x="333" y="3"/>
                  </a:lnTo>
                  <a:lnTo>
                    <a:pt x="319" y="11"/>
                  </a:lnTo>
                  <a:lnTo>
                    <a:pt x="307" y="27"/>
                  </a:lnTo>
                  <a:lnTo>
                    <a:pt x="304" y="4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7604" name="Freeform 45"/>
            <p:cNvSpPr>
              <a:spLocks/>
            </p:cNvSpPr>
            <p:nvPr/>
          </p:nvSpPr>
          <p:spPr bwMode="auto">
            <a:xfrm>
              <a:off x="1660" y="1701"/>
              <a:ext cx="19" cy="365"/>
            </a:xfrm>
            <a:custGeom>
              <a:avLst/>
              <a:gdLst>
                <a:gd name="T0" fmla="*/ 0 w 95"/>
                <a:gd name="T1" fmla="*/ 0 h 1826"/>
                <a:gd name="T2" fmla="*/ 0 w 95"/>
                <a:gd name="T3" fmla="*/ 0 h 1826"/>
                <a:gd name="T4" fmla="*/ 0 w 95"/>
                <a:gd name="T5" fmla="*/ 15 h 1826"/>
                <a:gd name="T6" fmla="*/ 1 w 95"/>
                <a:gd name="T7" fmla="*/ 15 h 1826"/>
                <a:gd name="T8" fmla="*/ 1 w 95"/>
                <a:gd name="T9" fmla="*/ 0 h 1826"/>
                <a:gd name="T10" fmla="*/ 1 w 95"/>
                <a:gd name="T11" fmla="*/ 0 h 1826"/>
                <a:gd name="T12" fmla="*/ 1 w 95"/>
                <a:gd name="T13" fmla="*/ 0 h 1826"/>
                <a:gd name="T14" fmla="*/ 1 w 95"/>
                <a:gd name="T15" fmla="*/ 0 h 1826"/>
                <a:gd name="T16" fmla="*/ 1 w 95"/>
                <a:gd name="T17" fmla="*/ 0 h 1826"/>
                <a:gd name="T18" fmla="*/ 1 w 95"/>
                <a:gd name="T19" fmla="*/ 0 h 1826"/>
                <a:gd name="T20" fmla="*/ 0 w 95"/>
                <a:gd name="T21" fmla="*/ 0 h 1826"/>
                <a:gd name="T22" fmla="*/ 0 w 95"/>
                <a:gd name="T23" fmla="*/ 0 h 1826"/>
                <a:gd name="T24" fmla="*/ 0 w 95"/>
                <a:gd name="T25" fmla="*/ 0 h 1826"/>
                <a:gd name="T26" fmla="*/ 0 w 95"/>
                <a:gd name="T27" fmla="*/ 0 h 1826"/>
                <a:gd name="T28" fmla="*/ 0 w 95"/>
                <a:gd name="T29" fmla="*/ 0 h 1826"/>
                <a:gd name="T30" fmla="*/ 0 w 95"/>
                <a:gd name="T31" fmla="*/ 0 h 182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95"/>
                <a:gd name="T49" fmla="*/ 0 h 1826"/>
                <a:gd name="T50" fmla="*/ 95 w 95"/>
                <a:gd name="T51" fmla="*/ 1826 h 182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95" h="1826">
                  <a:moveTo>
                    <a:pt x="0" y="49"/>
                  </a:moveTo>
                  <a:lnTo>
                    <a:pt x="0" y="47"/>
                  </a:lnTo>
                  <a:lnTo>
                    <a:pt x="1" y="1826"/>
                  </a:lnTo>
                  <a:lnTo>
                    <a:pt x="95" y="1826"/>
                  </a:lnTo>
                  <a:lnTo>
                    <a:pt x="93" y="47"/>
                  </a:lnTo>
                  <a:lnTo>
                    <a:pt x="93" y="45"/>
                  </a:lnTo>
                  <a:lnTo>
                    <a:pt x="93" y="47"/>
                  </a:lnTo>
                  <a:lnTo>
                    <a:pt x="90" y="27"/>
                  </a:lnTo>
                  <a:lnTo>
                    <a:pt x="79" y="12"/>
                  </a:lnTo>
                  <a:lnTo>
                    <a:pt x="64" y="4"/>
                  </a:lnTo>
                  <a:lnTo>
                    <a:pt x="47" y="0"/>
                  </a:lnTo>
                  <a:lnTo>
                    <a:pt x="29" y="4"/>
                  </a:lnTo>
                  <a:lnTo>
                    <a:pt x="15" y="12"/>
                  </a:lnTo>
                  <a:lnTo>
                    <a:pt x="3" y="27"/>
                  </a:lnTo>
                  <a:lnTo>
                    <a:pt x="0" y="47"/>
                  </a:lnTo>
                  <a:lnTo>
                    <a:pt x="0" y="4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7605" name="Freeform 46"/>
            <p:cNvSpPr>
              <a:spLocks/>
            </p:cNvSpPr>
            <p:nvPr/>
          </p:nvSpPr>
          <p:spPr bwMode="auto">
            <a:xfrm>
              <a:off x="1598" y="1598"/>
              <a:ext cx="81" cy="113"/>
            </a:xfrm>
            <a:custGeom>
              <a:avLst/>
              <a:gdLst>
                <a:gd name="T0" fmla="*/ 0 w 401"/>
                <a:gd name="T1" fmla="*/ 1 h 566"/>
                <a:gd name="T2" fmla="*/ 0 w 401"/>
                <a:gd name="T3" fmla="*/ 1 h 566"/>
                <a:gd name="T4" fmla="*/ 0 w 401"/>
                <a:gd name="T5" fmla="*/ 1 h 566"/>
                <a:gd name="T6" fmla="*/ 1 w 401"/>
                <a:gd name="T7" fmla="*/ 1 h 566"/>
                <a:gd name="T8" fmla="*/ 1 w 401"/>
                <a:gd name="T9" fmla="*/ 1 h 566"/>
                <a:gd name="T10" fmla="*/ 1 w 401"/>
                <a:gd name="T11" fmla="*/ 1 h 566"/>
                <a:gd name="T12" fmla="*/ 1 w 401"/>
                <a:gd name="T13" fmla="*/ 2 h 566"/>
                <a:gd name="T14" fmla="*/ 1 w 401"/>
                <a:gd name="T15" fmla="*/ 2 h 566"/>
                <a:gd name="T16" fmla="*/ 2 w 401"/>
                <a:gd name="T17" fmla="*/ 2 h 566"/>
                <a:gd name="T18" fmla="*/ 2 w 401"/>
                <a:gd name="T19" fmla="*/ 2 h 566"/>
                <a:gd name="T20" fmla="*/ 2 w 401"/>
                <a:gd name="T21" fmla="*/ 2 h 566"/>
                <a:gd name="T22" fmla="*/ 2 w 401"/>
                <a:gd name="T23" fmla="*/ 3 h 566"/>
                <a:gd name="T24" fmla="*/ 2 w 401"/>
                <a:gd name="T25" fmla="*/ 3 h 566"/>
                <a:gd name="T26" fmla="*/ 2 w 401"/>
                <a:gd name="T27" fmla="*/ 3 h 566"/>
                <a:gd name="T28" fmla="*/ 2 w 401"/>
                <a:gd name="T29" fmla="*/ 4 h 566"/>
                <a:gd name="T30" fmla="*/ 2 w 401"/>
                <a:gd name="T31" fmla="*/ 4 h 566"/>
                <a:gd name="T32" fmla="*/ 2 w 401"/>
                <a:gd name="T33" fmla="*/ 4 h 566"/>
                <a:gd name="T34" fmla="*/ 3 w 401"/>
                <a:gd name="T35" fmla="*/ 5 h 566"/>
                <a:gd name="T36" fmla="*/ 3 w 401"/>
                <a:gd name="T37" fmla="*/ 4 h 566"/>
                <a:gd name="T38" fmla="*/ 3 w 401"/>
                <a:gd name="T39" fmla="*/ 4 h 566"/>
                <a:gd name="T40" fmla="*/ 3 w 401"/>
                <a:gd name="T41" fmla="*/ 4 h 566"/>
                <a:gd name="T42" fmla="*/ 3 w 401"/>
                <a:gd name="T43" fmla="*/ 3 h 566"/>
                <a:gd name="T44" fmla="*/ 3 w 401"/>
                <a:gd name="T45" fmla="*/ 3 h 566"/>
                <a:gd name="T46" fmla="*/ 3 w 401"/>
                <a:gd name="T47" fmla="*/ 3 h 566"/>
                <a:gd name="T48" fmla="*/ 3 w 401"/>
                <a:gd name="T49" fmla="*/ 2 h 566"/>
                <a:gd name="T50" fmla="*/ 3 w 401"/>
                <a:gd name="T51" fmla="*/ 2 h 566"/>
                <a:gd name="T52" fmla="*/ 2 w 401"/>
                <a:gd name="T53" fmla="*/ 2 h 566"/>
                <a:gd name="T54" fmla="*/ 2 w 401"/>
                <a:gd name="T55" fmla="*/ 2 h 566"/>
                <a:gd name="T56" fmla="*/ 2 w 401"/>
                <a:gd name="T57" fmla="*/ 1 h 566"/>
                <a:gd name="T58" fmla="*/ 2 w 401"/>
                <a:gd name="T59" fmla="*/ 1 h 566"/>
                <a:gd name="T60" fmla="*/ 2 w 401"/>
                <a:gd name="T61" fmla="*/ 1 h 566"/>
                <a:gd name="T62" fmla="*/ 1 w 401"/>
                <a:gd name="T63" fmla="*/ 1 h 566"/>
                <a:gd name="T64" fmla="*/ 1 w 401"/>
                <a:gd name="T65" fmla="*/ 0 h 566"/>
                <a:gd name="T66" fmla="*/ 1 w 401"/>
                <a:gd name="T67" fmla="*/ 0 h 566"/>
                <a:gd name="T68" fmla="*/ 1 w 401"/>
                <a:gd name="T69" fmla="*/ 0 h 566"/>
                <a:gd name="T70" fmla="*/ 1 w 401"/>
                <a:gd name="T71" fmla="*/ 0 h 566"/>
                <a:gd name="T72" fmla="*/ 1 w 401"/>
                <a:gd name="T73" fmla="*/ 0 h 566"/>
                <a:gd name="T74" fmla="*/ 0 w 401"/>
                <a:gd name="T75" fmla="*/ 0 h 566"/>
                <a:gd name="T76" fmla="*/ 0 w 401"/>
                <a:gd name="T77" fmla="*/ 0 h 566"/>
                <a:gd name="T78" fmla="*/ 0 w 401"/>
                <a:gd name="T79" fmla="*/ 0 h 566"/>
                <a:gd name="T80" fmla="*/ 0 w 401"/>
                <a:gd name="T81" fmla="*/ 0 h 566"/>
                <a:gd name="T82" fmla="*/ 0 w 401"/>
                <a:gd name="T83" fmla="*/ 0 h 566"/>
                <a:gd name="T84" fmla="*/ 0 w 401"/>
                <a:gd name="T85" fmla="*/ 0 h 566"/>
                <a:gd name="T86" fmla="*/ 0 w 401"/>
                <a:gd name="T87" fmla="*/ 1 h 566"/>
                <a:gd name="T88" fmla="*/ 0 w 401"/>
                <a:gd name="T89" fmla="*/ 1 h 56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401"/>
                <a:gd name="T136" fmla="*/ 0 h 566"/>
                <a:gd name="T137" fmla="*/ 401 w 401"/>
                <a:gd name="T138" fmla="*/ 566 h 566"/>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401" h="566">
                  <a:moveTo>
                    <a:pt x="23" y="88"/>
                  </a:moveTo>
                  <a:lnTo>
                    <a:pt x="23" y="88"/>
                  </a:lnTo>
                  <a:lnTo>
                    <a:pt x="53" y="107"/>
                  </a:lnTo>
                  <a:lnTo>
                    <a:pt x="83" y="125"/>
                  </a:lnTo>
                  <a:lnTo>
                    <a:pt x="108" y="147"/>
                  </a:lnTo>
                  <a:lnTo>
                    <a:pt x="135" y="171"/>
                  </a:lnTo>
                  <a:lnTo>
                    <a:pt x="160" y="196"/>
                  </a:lnTo>
                  <a:lnTo>
                    <a:pt x="182" y="223"/>
                  </a:lnTo>
                  <a:lnTo>
                    <a:pt x="205" y="251"/>
                  </a:lnTo>
                  <a:lnTo>
                    <a:pt x="223" y="281"/>
                  </a:lnTo>
                  <a:lnTo>
                    <a:pt x="240" y="312"/>
                  </a:lnTo>
                  <a:lnTo>
                    <a:pt x="256" y="345"/>
                  </a:lnTo>
                  <a:lnTo>
                    <a:pt x="270" y="379"/>
                  </a:lnTo>
                  <a:lnTo>
                    <a:pt x="282" y="414"/>
                  </a:lnTo>
                  <a:lnTo>
                    <a:pt x="291" y="450"/>
                  </a:lnTo>
                  <a:lnTo>
                    <a:pt x="299" y="488"/>
                  </a:lnTo>
                  <a:lnTo>
                    <a:pt x="304" y="526"/>
                  </a:lnTo>
                  <a:lnTo>
                    <a:pt x="308" y="566"/>
                  </a:lnTo>
                  <a:lnTo>
                    <a:pt x="401" y="562"/>
                  </a:lnTo>
                  <a:lnTo>
                    <a:pt x="398" y="517"/>
                  </a:lnTo>
                  <a:lnTo>
                    <a:pt x="391" y="471"/>
                  </a:lnTo>
                  <a:lnTo>
                    <a:pt x="383" y="429"/>
                  </a:lnTo>
                  <a:lnTo>
                    <a:pt x="371" y="386"/>
                  </a:lnTo>
                  <a:lnTo>
                    <a:pt x="357" y="346"/>
                  </a:lnTo>
                  <a:lnTo>
                    <a:pt x="340" y="307"/>
                  </a:lnTo>
                  <a:lnTo>
                    <a:pt x="324" y="270"/>
                  </a:lnTo>
                  <a:lnTo>
                    <a:pt x="303" y="232"/>
                  </a:lnTo>
                  <a:lnTo>
                    <a:pt x="280" y="197"/>
                  </a:lnTo>
                  <a:lnTo>
                    <a:pt x="255" y="164"/>
                  </a:lnTo>
                  <a:lnTo>
                    <a:pt x="228" y="132"/>
                  </a:lnTo>
                  <a:lnTo>
                    <a:pt x="199" y="103"/>
                  </a:lnTo>
                  <a:lnTo>
                    <a:pt x="169" y="76"/>
                  </a:lnTo>
                  <a:lnTo>
                    <a:pt x="137" y="50"/>
                  </a:lnTo>
                  <a:lnTo>
                    <a:pt x="103" y="27"/>
                  </a:lnTo>
                  <a:lnTo>
                    <a:pt x="67" y="6"/>
                  </a:lnTo>
                  <a:lnTo>
                    <a:pt x="48" y="0"/>
                  </a:lnTo>
                  <a:lnTo>
                    <a:pt x="30" y="2"/>
                  </a:lnTo>
                  <a:lnTo>
                    <a:pt x="16" y="12"/>
                  </a:lnTo>
                  <a:lnTo>
                    <a:pt x="5" y="25"/>
                  </a:lnTo>
                  <a:lnTo>
                    <a:pt x="0" y="41"/>
                  </a:lnTo>
                  <a:lnTo>
                    <a:pt x="0" y="59"/>
                  </a:lnTo>
                  <a:lnTo>
                    <a:pt x="8" y="75"/>
                  </a:lnTo>
                  <a:lnTo>
                    <a:pt x="23"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7606" name="Freeform 47"/>
            <p:cNvSpPr>
              <a:spLocks/>
            </p:cNvSpPr>
            <p:nvPr/>
          </p:nvSpPr>
          <p:spPr bwMode="auto">
            <a:xfrm>
              <a:off x="1346" y="1455"/>
              <a:ext cx="266" cy="160"/>
            </a:xfrm>
            <a:custGeom>
              <a:avLst/>
              <a:gdLst>
                <a:gd name="T0" fmla="*/ 0 w 1330"/>
                <a:gd name="T1" fmla="*/ 1 h 801"/>
                <a:gd name="T2" fmla="*/ 0 w 1330"/>
                <a:gd name="T3" fmla="*/ 1 h 801"/>
                <a:gd name="T4" fmla="*/ 10 w 1330"/>
                <a:gd name="T5" fmla="*/ 6 h 801"/>
                <a:gd name="T6" fmla="*/ 11 w 1330"/>
                <a:gd name="T7" fmla="*/ 6 h 801"/>
                <a:gd name="T8" fmla="*/ 1 w 1330"/>
                <a:gd name="T9" fmla="*/ 0 h 801"/>
                <a:gd name="T10" fmla="*/ 1 w 1330"/>
                <a:gd name="T11" fmla="*/ 0 h 801"/>
                <a:gd name="T12" fmla="*/ 1 w 1330"/>
                <a:gd name="T13" fmla="*/ 0 h 801"/>
                <a:gd name="T14" fmla="*/ 0 w 1330"/>
                <a:gd name="T15" fmla="*/ 0 h 801"/>
                <a:gd name="T16" fmla="*/ 0 w 1330"/>
                <a:gd name="T17" fmla="*/ 0 h 801"/>
                <a:gd name="T18" fmla="*/ 0 w 1330"/>
                <a:gd name="T19" fmla="*/ 0 h 801"/>
                <a:gd name="T20" fmla="*/ 0 w 1330"/>
                <a:gd name="T21" fmla="*/ 0 h 801"/>
                <a:gd name="T22" fmla="*/ 0 w 1330"/>
                <a:gd name="T23" fmla="*/ 0 h 801"/>
                <a:gd name="T24" fmla="*/ 0 w 1330"/>
                <a:gd name="T25" fmla="*/ 0 h 801"/>
                <a:gd name="T26" fmla="*/ 0 w 1330"/>
                <a:gd name="T27" fmla="*/ 1 h 801"/>
                <a:gd name="T28" fmla="*/ 0 w 1330"/>
                <a:gd name="T29" fmla="*/ 1 h 801"/>
                <a:gd name="T30" fmla="*/ 0 w 1330"/>
                <a:gd name="T31" fmla="*/ 1 h 801"/>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30"/>
                <a:gd name="T49" fmla="*/ 0 h 801"/>
                <a:gd name="T50" fmla="*/ 1330 w 1330"/>
                <a:gd name="T51" fmla="*/ 801 h 801"/>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30" h="801">
                  <a:moveTo>
                    <a:pt x="24" y="88"/>
                  </a:moveTo>
                  <a:lnTo>
                    <a:pt x="23" y="88"/>
                  </a:lnTo>
                  <a:lnTo>
                    <a:pt x="1286" y="801"/>
                  </a:lnTo>
                  <a:lnTo>
                    <a:pt x="1330" y="719"/>
                  </a:lnTo>
                  <a:lnTo>
                    <a:pt x="67" y="6"/>
                  </a:lnTo>
                  <a:lnTo>
                    <a:pt x="66" y="6"/>
                  </a:lnTo>
                  <a:lnTo>
                    <a:pt x="67" y="6"/>
                  </a:lnTo>
                  <a:lnTo>
                    <a:pt x="48" y="0"/>
                  </a:lnTo>
                  <a:lnTo>
                    <a:pt x="30" y="2"/>
                  </a:lnTo>
                  <a:lnTo>
                    <a:pt x="16" y="12"/>
                  </a:lnTo>
                  <a:lnTo>
                    <a:pt x="5" y="25"/>
                  </a:lnTo>
                  <a:lnTo>
                    <a:pt x="0" y="41"/>
                  </a:lnTo>
                  <a:lnTo>
                    <a:pt x="0" y="59"/>
                  </a:lnTo>
                  <a:lnTo>
                    <a:pt x="8" y="75"/>
                  </a:lnTo>
                  <a:lnTo>
                    <a:pt x="23" y="88"/>
                  </a:lnTo>
                  <a:lnTo>
                    <a:pt x="24"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7607" name="Freeform 48"/>
            <p:cNvSpPr>
              <a:spLocks/>
            </p:cNvSpPr>
            <p:nvPr/>
          </p:nvSpPr>
          <p:spPr bwMode="auto">
            <a:xfrm>
              <a:off x="1198" y="1439"/>
              <a:ext cx="161" cy="35"/>
            </a:xfrm>
            <a:custGeom>
              <a:avLst/>
              <a:gdLst>
                <a:gd name="T0" fmla="*/ 1 w 806"/>
                <a:gd name="T1" fmla="*/ 1 h 177"/>
                <a:gd name="T2" fmla="*/ 1 w 806"/>
                <a:gd name="T3" fmla="*/ 1 h 177"/>
                <a:gd name="T4" fmla="*/ 1 w 806"/>
                <a:gd name="T5" fmla="*/ 1 h 177"/>
                <a:gd name="T6" fmla="*/ 1 w 806"/>
                <a:gd name="T7" fmla="*/ 1 h 177"/>
                <a:gd name="T8" fmla="*/ 2 w 806"/>
                <a:gd name="T9" fmla="*/ 1 h 177"/>
                <a:gd name="T10" fmla="*/ 2 w 806"/>
                <a:gd name="T11" fmla="*/ 1 h 177"/>
                <a:gd name="T12" fmla="*/ 2 w 806"/>
                <a:gd name="T13" fmla="*/ 1 h 177"/>
                <a:gd name="T14" fmla="*/ 3 w 806"/>
                <a:gd name="T15" fmla="*/ 1 h 177"/>
                <a:gd name="T16" fmla="*/ 3 w 806"/>
                <a:gd name="T17" fmla="*/ 1 h 177"/>
                <a:gd name="T18" fmla="*/ 3 w 806"/>
                <a:gd name="T19" fmla="*/ 1 h 177"/>
                <a:gd name="T20" fmla="*/ 4 w 806"/>
                <a:gd name="T21" fmla="*/ 1 h 177"/>
                <a:gd name="T22" fmla="*/ 4 w 806"/>
                <a:gd name="T23" fmla="*/ 1 h 177"/>
                <a:gd name="T24" fmla="*/ 5 w 806"/>
                <a:gd name="T25" fmla="*/ 1 h 177"/>
                <a:gd name="T26" fmla="*/ 5 w 806"/>
                <a:gd name="T27" fmla="*/ 1 h 177"/>
                <a:gd name="T28" fmla="*/ 5 w 806"/>
                <a:gd name="T29" fmla="*/ 1 h 177"/>
                <a:gd name="T30" fmla="*/ 6 w 806"/>
                <a:gd name="T31" fmla="*/ 1 h 177"/>
                <a:gd name="T32" fmla="*/ 6 w 806"/>
                <a:gd name="T33" fmla="*/ 1 h 177"/>
                <a:gd name="T34" fmla="*/ 6 w 806"/>
                <a:gd name="T35" fmla="*/ 1 h 177"/>
                <a:gd name="T36" fmla="*/ 6 w 806"/>
                <a:gd name="T37" fmla="*/ 1 h 177"/>
                <a:gd name="T38" fmla="*/ 6 w 806"/>
                <a:gd name="T39" fmla="*/ 1 h 177"/>
                <a:gd name="T40" fmla="*/ 6 w 806"/>
                <a:gd name="T41" fmla="*/ 0 h 177"/>
                <a:gd name="T42" fmla="*/ 5 w 806"/>
                <a:gd name="T43" fmla="*/ 0 h 177"/>
                <a:gd name="T44" fmla="*/ 5 w 806"/>
                <a:gd name="T45" fmla="*/ 0 h 177"/>
                <a:gd name="T46" fmla="*/ 5 w 806"/>
                <a:gd name="T47" fmla="*/ 0 h 177"/>
                <a:gd name="T48" fmla="*/ 4 w 806"/>
                <a:gd name="T49" fmla="*/ 0 h 177"/>
                <a:gd name="T50" fmla="*/ 4 w 806"/>
                <a:gd name="T51" fmla="*/ 0 h 177"/>
                <a:gd name="T52" fmla="*/ 3 w 806"/>
                <a:gd name="T53" fmla="*/ 0 h 177"/>
                <a:gd name="T54" fmla="*/ 3 w 806"/>
                <a:gd name="T55" fmla="*/ 0 h 177"/>
                <a:gd name="T56" fmla="*/ 3 w 806"/>
                <a:gd name="T57" fmla="*/ 0 h 177"/>
                <a:gd name="T58" fmla="*/ 2 w 806"/>
                <a:gd name="T59" fmla="*/ 0 h 177"/>
                <a:gd name="T60" fmla="*/ 2 w 806"/>
                <a:gd name="T61" fmla="*/ 0 h 177"/>
                <a:gd name="T62" fmla="*/ 1 w 806"/>
                <a:gd name="T63" fmla="*/ 0 h 177"/>
                <a:gd name="T64" fmla="*/ 1 w 806"/>
                <a:gd name="T65" fmla="*/ 0 h 177"/>
                <a:gd name="T66" fmla="*/ 1 w 806"/>
                <a:gd name="T67" fmla="*/ 1 h 177"/>
                <a:gd name="T68" fmla="*/ 0 w 806"/>
                <a:gd name="T69" fmla="*/ 1 h 177"/>
                <a:gd name="T70" fmla="*/ 0 w 806"/>
                <a:gd name="T71" fmla="*/ 1 h 177"/>
                <a:gd name="T72" fmla="*/ 0 w 806"/>
                <a:gd name="T73" fmla="*/ 1 h 177"/>
                <a:gd name="T74" fmla="*/ 0 w 806"/>
                <a:gd name="T75" fmla="*/ 1 h 177"/>
                <a:gd name="T76" fmla="*/ 0 w 806"/>
                <a:gd name="T77" fmla="*/ 1 h 177"/>
                <a:gd name="T78" fmla="*/ 0 w 806"/>
                <a:gd name="T79" fmla="*/ 1 h 177"/>
                <a:gd name="T80" fmla="*/ 0 w 806"/>
                <a:gd name="T81" fmla="*/ 1 h 177"/>
                <a:gd name="T82" fmla="*/ 0 w 806"/>
                <a:gd name="T83" fmla="*/ 1 h 177"/>
                <a:gd name="T84" fmla="*/ 0 w 806"/>
                <a:gd name="T85" fmla="*/ 1 h 177"/>
                <a:gd name="T86" fmla="*/ 0 w 806"/>
                <a:gd name="T87" fmla="*/ 1 h 177"/>
                <a:gd name="T88" fmla="*/ 1 w 806"/>
                <a:gd name="T89" fmla="*/ 1 h 177"/>
                <a:gd name="T90" fmla="*/ 1 w 806"/>
                <a:gd name="T91" fmla="*/ 1 h 17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806"/>
                <a:gd name="T139" fmla="*/ 0 h 177"/>
                <a:gd name="T140" fmla="*/ 806 w 806"/>
                <a:gd name="T141" fmla="*/ 177 h 17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806" h="177">
                  <a:moveTo>
                    <a:pt x="67" y="171"/>
                  </a:moveTo>
                  <a:lnTo>
                    <a:pt x="68" y="171"/>
                  </a:lnTo>
                  <a:lnTo>
                    <a:pt x="109" y="151"/>
                  </a:lnTo>
                  <a:lnTo>
                    <a:pt x="151" y="135"/>
                  </a:lnTo>
                  <a:lnTo>
                    <a:pt x="196" y="122"/>
                  </a:lnTo>
                  <a:lnTo>
                    <a:pt x="242" y="110"/>
                  </a:lnTo>
                  <a:lnTo>
                    <a:pt x="287" y="102"/>
                  </a:lnTo>
                  <a:lnTo>
                    <a:pt x="335" y="97"/>
                  </a:lnTo>
                  <a:lnTo>
                    <a:pt x="382" y="95"/>
                  </a:lnTo>
                  <a:lnTo>
                    <a:pt x="430" y="94"/>
                  </a:lnTo>
                  <a:lnTo>
                    <a:pt x="477" y="97"/>
                  </a:lnTo>
                  <a:lnTo>
                    <a:pt x="524" y="102"/>
                  </a:lnTo>
                  <a:lnTo>
                    <a:pt x="568" y="108"/>
                  </a:lnTo>
                  <a:lnTo>
                    <a:pt x="612" y="117"/>
                  </a:lnTo>
                  <a:lnTo>
                    <a:pt x="654" y="128"/>
                  </a:lnTo>
                  <a:lnTo>
                    <a:pt x="693" y="141"/>
                  </a:lnTo>
                  <a:lnTo>
                    <a:pt x="730" y="155"/>
                  </a:lnTo>
                  <a:lnTo>
                    <a:pt x="764" y="171"/>
                  </a:lnTo>
                  <a:lnTo>
                    <a:pt x="806" y="89"/>
                  </a:lnTo>
                  <a:lnTo>
                    <a:pt x="768" y="70"/>
                  </a:lnTo>
                  <a:lnTo>
                    <a:pt x="725" y="54"/>
                  </a:lnTo>
                  <a:lnTo>
                    <a:pt x="680" y="39"/>
                  </a:lnTo>
                  <a:lnTo>
                    <a:pt x="633" y="26"/>
                  </a:lnTo>
                  <a:lnTo>
                    <a:pt x="585" y="16"/>
                  </a:lnTo>
                  <a:lnTo>
                    <a:pt x="536" y="8"/>
                  </a:lnTo>
                  <a:lnTo>
                    <a:pt x="484" y="3"/>
                  </a:lnTo>
                  <a:lnTo>
                    <a:pt x="433" y="0"/>
                  </a:lnTo>
                  <a:lnTo>
                    <a:pt x="380" y="1"/>
                  </a:lnTo>
                  <a:lnTo>
                    <a:pt x="328" y="3"/>
                  </a:lnTo>
                  <a:lnTo>
                    <a:pt x="276" y="10"/>
                  </a:lnTo>
                  <a:lnTo>
                    <a:pt x="223" y="19"/>
                  </a:lnTo>
                  <a:lnTo>
                    <a:pt x="172" y="30"/>
                  </a:lnTo>
                  <a:lnTo>
                    <a:pt x="121" y="46"/>
                  </a:lnTo>
                  <a:lnTo>
                    <a:pt x="72" y="67"/>
                  </a:lnTo>
                  <a:lnTo>
                    <a:pt x="24" y="89"/>
                  </a:lnTo>
                  <a:lnTo>
                    <a:pt x="25" y="89"/>
                  </a:lnTo>
                  <a:lnTo>
                    <a:pt x="24" y="89"/>
                  </a:lnTo>
                  <a:lnTo>
                    <a:pt x="8" y="102"/>
                  </a:lnTo>
                  <a:lnTo>
                    <a:pt x="0" y="118"/>
                  </a:lnTo>
                  <a:lnTo>
                    <a:pt x="0" y="136"/>
                  </a:lnTo>
                  <a:lnTo>
                    <a:pt x="6" y="152"/>
                  </a:lnTo>
                  <a:lnTo>
                    <a:pt x="17" y="165"/>
                  </a:lnTo>
                  <a:lnTo>
                    <a:pt x="31" y="175"/>
                  </a:lnTo>
                  <a:lnTo>
                    <a:pt x="48" y="177"/>
                  </a:lnTo>
                  <a:lnTo>
                    <a:pt x="68" y="171"/>
                  </a:lnTo>
                  <a:lnTo>
                    <a:pt x="67" y="1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7608" name="Freeform 49"/>
            <p:cNvSpPr>
              <a:spLocks/>
            </p:cNvSpPr>
            <p:nvPr/>
          </p:nvSpPr>
          <p:spPr bwMode="auto">
            <a:xfrm>
              <a:off x="931" y="1456"/>
              <a:ext cx="280" cy="158"/>
            </a:xfrm>
            <a:custGeom>
              <a:avLst/>
              <a:gdLst>
                <a:gd name="T0" fmla="*/ 1 w 1402"/>
                <a:gd name="T1" fmla="*/ 6 h 787"/>
                <a:gd name="T2" fmla="*/ 1 w 1402"/>
                <a:gd name="T3" fmla="*/ 6 h 787"/>
                <a:gd name="T4" fmla="*/ 11 w 1402"/>
                <a:gd name="T5" fmla="*/ 1 h 787"/>
                <a:gd name="T6" fmla="*/ 11 w 1402"/>
                <a:gd name="T7" fmla="*/ 0 h 787"/>
                <a:gd name="T8" fmla="*/ 0 w 1402"/>
                <a:gd name="T9" fmla="*/ 6 h 787"/>
                <a:gd name="T10" fmla="*/ 0 w 1402"/>
                <a:gd name="T11" fmla="*/ 6 h 787"/>
                <a:gd name="T12" fmla="*/ 0 w 1402"/>
                <a:gd name="T13" fmla="*/ 6 h 787"/>
                <a:gd name="T14" fmla="*/ 0 w 1402"/>
                <a:gd name="T15" fmla="*/ 6 h 787"/>
                <a:gd name="T16" fmla="*/ 0 w 1402"/>
                <a:gd name="T17" fmla="*/ 6 h 787"/>
                <a:gd name="T18" fmla="*/ 0 w 1402"/>
                <a:gd name="T19" fmla="*/ 6 h 787"/>
                <a:gd name="T20" fmla="*/ 0 w 1402"/>
                <a:gd name="T21" fmla="*/ 6 h 787"/>
                <a:gd name="T22" fmla="*/ 0 w 1402"/>
                <a:gd name="T23" fmla="*/ 6 h 787"/>
                <a:gd name="T24" fmla="*/ 0 w 1402"/>
                <a:gd name="T25" fmla="*/ 6 h 787"/>
                <a:gd name="T26" fmla="*/ 0 w 1402"/>
                <a:gd name="T27" fmla="*/ 6 h 787"/>
                <a:gd name="T28" fmla="*/ 1 w 1402"/>
                <a:gd name="T29" fmla="*/ 6 h 787"/>
                <a:gd name="T30" fmla="*/ 1 w 1402"/>
                <a:gd name="T31" fmla="*/ 6 h 78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02"/>
                <a:gd name="T49" fmla="*/ 0 h 787"/>
                <a:gd name="T50" fmla="*/ 1402 w 1402"/>
                <a:gd name="T51" fmla="*/ 787 h 78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02" h="787">
                  <a:moveTo>
                    <a:pt x="69" y="781"/>
                  </a:moveTo>
                  <a:lnTo>
                    <a:pt x="66" y="781"/>
                  </a:lnTo>
                  <a:lnTo>
                    <a:pt x="1402" y="82"/>
                  </a:lnTo>
                  <a:lnTo>
                    <a:pt x="1360" y="0"/>
                  </a:lnTo>
                  <a:lnTo>
                    <a:pt x="24" y="699"/>
                  </a:lnTo>
                  <a:lnTo>
                    <a:pt x="22" y="699"/>
                  </a:lnTo>
                  <a:lnTo>
                    <a:pt x="24" y="699"/>
                  </a:lnTo>
                  <a:lnTo>
                    <a:pt x="8" y="712"/>
                  </a:lnTo>
                  <a:lnTo>
                    <a:pt x="1" y="727"/>
                  </a:lnTo>
                  <a:lnTo>
                    <a:pt x="0" y="744"/>
                  </a:lnTo>
                  <a:lnTo>
                    <a:pt x="5" y="761"/>
                  </a:lnTo>
                  <a:lnTo>
                    <a:pt x="15" y="775"/>
                  </a:lnTo>
                  <a:lnTo>
                    <a:pt x="30" y="784"/>
                  </a:lnTo>
                  <a:lnTo>
                    <a:pt x="46" y="787"/>
                  </a:lnTo>
                  <a:lnTo>
                    <a:pt x="66" y="781"/>
                  </a:lnTo>
                  <a:lnTo>
                    <a:pt x="69" y="7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7609" name="Freeform 50"/>
            <p:cNvSpPr>
              <a:spLocks/>
            </p:cNvSpPr>
            <p:nvPr/>
          </p:nvSpPr>
          <p:spPr bwMode="auto">
            <a:xfrm>
              <a:off x="868" y="1596"/>
              <a:ext cx="77" cy="126"/>
            </a:xfrm>
            <a:custGeom>
              <a:avLst/>
              <a:gdLst>
                <a:gd name="T0" fmla="*/ 1 w 382"/>
                <a:gd name="T1" fmla="*/ 5 h 628"/>
                <a:gd name="T2" fmla="*/ 1 w 382"/>
                <a:gd name="T3" fmla="*/ 5 h 628"/>
                <a:gd name="T4" fmla="*/ 1 w 382"/>
                <a:gd name="T5" fmla="*/ 4 h 628"/>
                <a:gd name="T6" fmla="*/ 1 w 382"/>
                <a:gd name="T7" fmla="*/ 4 h 628"/>
                <a:gd name="T8" fmla="*/ 1 w 382"/>
                <a:gd name="T9" fmla="*/ 4 h 628"/>
                <a:gd name="T10" fmla="*/ 1 w 382"/>
                <a:gd name="T11" fmla="*/ 3 h 628"/>
                <a:gd name="T12" fmla="*/ 1 w 382"/>
                <a:gd name="T13" fmla="*/ 3 h 628"/>
                <a:gd name="T14" fmla="*/ 1 w 382"/>
                <a:gd name="T15" fmla="*/ 3 h 628"/>
                <a:gd name="T16" fmla="*/ 1 w 382"/>
                <a:gd name="T17" fmla="*/ 3 h 628"/>
                <a:gd name="T18" fmla="*/ 1 w 382"/>
                <a:gd name="T19" fmla="*/ 2 h 628"/>
                <a:gd name="T20" fmla="*/ 2 w 382"/>
                <a:gd name="T21" fmla="*/ 2 h 628"/>
                <a:gd name="T22" fmla="*/ 2 w 382"/>
                <a:gd name="T23" fmla="*/ 2 h 628"/>
                <a:gd name="T24" fmla="*/ 2 w 382"/>
                <a:gd name="T25" fmla="*/ 2 h 628"/>
                <a:gd name="T26" fmla="*/ 2 w 382"/>
                <a:gd name="T27" fmla="*/ 1 h 628"/>
                <a:gd name="T28" fmla="*/ 2 w 382"/>
                <a:gd name="T29" fmla="*/ 1 h 628"/>
                <a:gd name="T30" fmla="*/ 3 w 382"/>
                <a:gd name="T31" fmla="*/ 1 h 628"/>
                <a:gd name="T32" fmla="*/ 3 w 382"/>
                <a:gd name="T33" fmla="*/ 1 h 628"/>
                <a:gd name="T34" fmla="*/ 3 w 382"/>
                <a:gd name="T35" fmla="*/ 1 h 628"/>
                <a:gd name="T36" fmla="*/ 3 w 382"/>
                <a:gd name="T37" fmla="*/ 0 h 628"/>
                <a:gd name="T38" fmla="*/ 2 w 382"/>
                <a:gd name="T39" fmla="*/ 0 h 628"/>
                <a:gd name="T40" fmla="*/ 2 w 382"/>
                <a:gd name="T41" fmla="*/ 0 h 628"/>
                <a:gd name="T42" fmla="*/ 2 w 382"/>
                <a:gd name="T43" fmla="*/ 1 h 628"/>
                <a:gd name="T44" fmla="*/ 2 w 382"/>
                <a:gd name="T45" fmla="*/ 1 h 628"/>
                <a:gd name="T46" fmla="*/ 1 w 382"/>
                <a:gd name="T47" fmla="*/ 1 h 628"/>
                <a:gd name="T48" fmla="*/ 1 w 382"/>
                <a:gd name="T49" fmla="*/ 1 h 628"/>
                <a:gd name="T50" fmla="*/ 1 w 382"/>
                <a:gd name="T51" fmla="*/ 2 h 628"/>
                <a:gd name="T52" fmla="*/ 1 w 382"/>
                <a:gd name="T53" fmla="*/ 2 h 628"/>
                <a:gd name="T54" fmla="*/ 1 w 382"/>
                <a:gd name="T55" fmla="*/ 2 h 628"/>
                <a:gd name="T56" fmla="*/ 0 w 382"/>
                <a:gd name="T57" fmla="*/ 3 h 628"/>
                <a:gd name="T58" fmla="*/ 0 w 382"/>
                <a:gd name="T59" fmla="*/ 3 h 628"/>
                <a:gd name="T60" fmla="*/ 0 w 382"/>
                <a:gd name="T61" fmla="*/ 3 h 628"/>
                <a:gd name="T62" fmla="*/ 0 w 382"/>
                <a:gd name="T63" fmla="*/ 4 h 628"/>
                <a:gd name="T64" fmla="*/ 0 w 382"/>
                <a:gd name="T65" fmla="*/ 4 h 628"/>
                <a:gd name="T66" fmla="*/ 0 w 382"/>
                <a:gd name="T67" fmla="*/ 4 h 628"/>
                <a:gd name="T68" fmla="*/ 0 w 382"/>
                <a:gd name="T69" fmla="*/ 5 h 628"/>
                <a:gd name="T70" fmla="*/ 0 w 382"/>
                <a:gd name="T71" fmla="*/ 5 h 628"/>
                <a:gd name="T72" fmla="*/ 0 w 382"/>
                <a:gd name="T73" fmla="*/ 5 h 628"/>
                <a:gd name="T74" fmla="*/ 0 w 382"/>
                <a:gd name="T75" fmla="*/ 5 h 628"/>
                <a:gd name="T76" fmla="*/ 0 w 382"/>
                <a:gd name="T77" fmla="*/ 5 h 628"/>
                <a:gd name="T78" fmla="*/ 0 w 382"/>
                <a:gd name="T79" fmla="*/ 5 h 628"/>
                <a:gd name="T80" fmla="*/ 0 w 382"/>
                <a:gd name="T81" fmla="*/ 5 h 628"/>
                <a:gd name="T82" fmla="*/ 1 w 382"/>
                <a:gd name="T83" fmla="*/ 5 h 628"/>
                <a:gd name="T84" fmla="*/ 1 w 382"/>
                <a:gd name="T85" fmla="*/ 5 h 628"/>
                <a:gd name="T86" fmla="*/ 1 w 382"/>
                <a:gd name="T87" fmla="*/ 5 h 628"/>
                <a:gd name="T88" fmla="*/ 1 w 382"/>
                <a:gd name="T89" fmla="*/ 5 h 628"/>
                <a:gd name="T90" fmla="*/ 1 w 382"/>
                <a:gd name="T91" fmla="*/ 5 h 628"/>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382"/>
                <a:gd name="T139" fmla="*/ 0 h 628"/>
                <a:gd name="T140" fmla="*/ 382 w 382"/>
                <a:gd name="T141" fmla="*/ 628 h 628"/>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382" h="628">
                  <a:moveTo>
                    <a:pt x="94" y="581"/>
                  </a:moveTo>
                  <a:lnTo>
                    <a:pt x="94" y="582"/>
                  </a:lnTo>
                  <a:lnTo>
                    <a:pt x="96" y="541"/>
                  </a:lnTo>
                  <a:lnTo>
                    <a:pt x="99" y="500"/>
                  </a:lnTo>
                  <a:lnTo>
                    <a:pt x="106" y="463"/>
                  </a:lnTo>
                  <a:lnTo>
                    <a:pt x="115" y="424"/>
                  </a:lnTo>
                  <a:lnTo>
                    <a:pt x="127" y="389"/>
                  </a:lnTo>
                  <a:lnTo>
                    <a:pt x="140" y="353"/>
                  </a:lnTo>
                  <a:lnTo>
                    <a:pt x="156" y="320"/>
                  </a:lnTo>
                  <a:lnTo>
                    <a:pt x="173" y="287"/>
                  </a:lnTo>
                  <a:lnTo>
                    <a:pt x="193" y="255"/>
                  </a:lnTo>
                  <a:lnTo>
                    <a:pt x="214" y="226"/>
                  </a:lnTo>
                  <a:lnTo>
                    <a:pt x="238" y="198"/>
                  </a:lnTo>
                  <a:lnTo>
                    <a:pt x="263" y="172"/>
                  </a:lnTo>
                  <a:lnTo>
                    <a:pt x="290" y="146"/>
                  </a:lnTo>
                  <a:lnTo>
                    <a:pt x="318" y="122"/>
                  </a:lnTo>
                  <a:lnTo>
                    <a:pt x="349" y="101"/>
                  </a:lnTo>
                  <a:lnTo>
                    <a:pt x="382" y="82"/>
                  </a:lnTo>
                  <a:lnTo>
                    <a:pt x="335" y="0"/>
                  </a:lnTo>
                  <a:lnTo>
                    <a:pt x="297" y="23"/>
                  </a:lnTo>
                  <a:lnTo>
                    <a:pt x="262" y="49"/>
                  </a:lnTo>
                  <a:lnTo>
                    <a:pt x="229" y="76"/>
                  </a:lnTo>
                  <a:lnTo>
                    <a:pt x="198" y="104"/>
                  </a:lnTo>
                  <a:lnTo>
                    <a:pt x="167" y="137"/>
                  </a:lnTo>
                  <a:lnTo>
                    <a:pt x="142" y="170"/>
                  </a:lnTo>
                  <a:lnTo>
                    <a:pt x="116" y="204"/>
                  </a:lnTo>
                  <a:lnTo>
                    <a:pt x="94" y="240"/>
                  </a:lnTo>
                  <a:lnTo>
                    <a:pt x="74" y="278"/>
                  </a:lnTo>
                  <a:lnTo>
                    <a:pt x="54" y="317"/>
                  </a:lnTo>
                  <a:lnTo>
                    <a:pt x="38" y="359"/>
                  </a:lnTo>
                  <a:lnTo>
                    <a:pt x="26" y="401"/>
                  </a:lnTo>
                  <a:lnTo>
                    <a:pt x="15" y="444"/>
                  </a:lnTo>
                  <a:lnTo>
                    <a:pt x="8" y="489"/>
                  </a:lnTo>
                  <a:lnTo>
                    <a:pt x="2" y="534"/>
                  </a:lnTo>
                  <a:lnTo>
                    <a:pt x="0" y="580"/>
                  </a:lnTo>
                  <a:lnTo>
                    <a:pt x="0" y="581"/>
                  </a:lnTo>
                  <a:lnTo>
                    <a:pt x="0" y="580"/>
                  </a:lnTo>
                  <a:lnTo>
                    <a:pt x="3" y="600"/>
                  </a:lnTo>
                  <a:lnTo>
                    <a:pt x="14" y="615"/>
                  </a:lnTo>
                  <a:lnTo>
                    <a:pt x="29" y="625"/>
                  </a:lnTo>
                  <a:lnTo>
                    <a:pt x="45" y="628"/>
                  </a:lnTo>
                  <a:lnTo>
                    <a:pt x="63" y="626"/>
                  </a:lnTo>
                  <a:lnTo>
                    <a:pt x="78" y="616"/>
                  </a:lnTo>
                  <a:lnTo>
                    <a:pt x="89" y="602"/>
                  </a:lnTo>
                  <a:lnTo>
                    <a:pt x="94" y="582"/>
                  </a:lnTo>
                  <a:lnTo>
                    <a:pt x="94" y="5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7610" name="Freeform 51"/>
            <p:cNvSpPr>
              <a:spLocks/>
            </p:cNvSpPr>
            <p:nvPr/>
          </p:nvSpPr>
          <p:spPr bwMode="auto">
            <a:xfrm>
              <a:off x="868" y="1712"/>
              <a:ext cx="19" cy="364"/>
            </a:xfrm>
            <a:custGeom>
              <a:avLst/>
              <a:gdLst>
                <a:gd name="T0" fmla="*/ 1 w 94"/>
                <a:gd name="T1" fmla="*/ 14 h 1818"/>
                <a:gd name="T2" fmla="*/ 1 w 94"/>
                <a:gd name="T3" fmla="*/ 14 h 1818"/>
                <a:gd name="T4" fmla="*/ 1 w 94"/>
                <a:gd name="T5" fmla="*/ 0 h 1818"/>
                <a:gd name="T6" fmla="*/ 0 w 94"/>
                <a:gd name="T7" fmla="*/ 0 h 1818"/>
                <a:gd name="T8" fmla="*/ 0 w 94"/>
                <a:gd name="T9" fmla="*/ 14 h 1818"/>
                <a:gd name="T10" fmla="*/ 0 w 94"/>
                <a:gd name="T11" fmla="*/ 14 h 1818"/>
                <a:gd name="T12" fmla="*/ 0 w 94"/>
                <a:gd name="T13" fmla="*/ 14 h 1818"/>
                <a:gd name="T14" fmla="*/ 0 w 94"/>
                <a:gd name="T15" fmla="*/ 14 h 1818"/>
                <a:gd name="T16" fmla="*/ 0 w 94"/>
                <a:gd name="T17" fmla="*/ 14 h 1818"/>
                <a:gd name="T18" fmla="*/ 0 w 94"/>
                <a:gd name="T19" fmla="*/ 15 h 1818"/>
                <a:gd name="T20" fmla="*/ 0 w 94"/>
                <a:gd name="T21" fmla="*/ 15 h 1818"/>
                <a:gd name="T22" fmla="*/ 1 w 94"/>
                <a:gd name="T23" fmla="*/ 15 h 1818"/>
                <a:gd name="T24" fmla="*/ 1 w 94"/>
                <a:gd name="T25" fmla="*/ 14 h 1818"/>
                <a:gd name="T26" fmla="*/ 1 w 94"/>
                <a:gd name="T27" fmla="*/ 14 h 1818"/>
                <a:gd name="T28" fmla="*/ 1 w 94"/>
                <a:gd name="T29" fmla="*/ 14 h 1818"/>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94"/>
                <a:gd name="T46" fmla="*/ 0 h 1818"/>
                <a:gd name="T47" fmla="*/ 94 w 94"/>
                <a:gd name="T48" fmla="*/ 1818 h 1818"/>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94" h="1818">
                  <a:moveTo>
                    <a:pt x="94" y="1771"/>
                  </a:moveTo>
                  <a:lnTo>
                    <a:pt x="94" y="1771"/>
                  </a:lnTo>
                  <a:lnTo>
                    <a:pt x="94" y="0"/>
                  </a:lnTo>
                  <a:lnTo>
                    <a:pt x="0" y="0"/>
                  </a:lnTo>
                  <a:lnTo>
                    <a:pt x="0" y="1771"/>
                  </a:lnTo>
                  <a:lnTo>
                    <a:pt x="3" y="1791"/>
                  </a:lnTo>
                  <a:lnTo>
                    <a:pt x="15" y="1806"/>
                  </a:lnTo>
                  <a:lnTo>
                    <a:pt x="29" y="1814"/>
                  </a:lnTo>
                  <a:lnTo>
                    <a:pt x="47" y="1818"/>
                  </a:lnTo>
                  <a:lnTo>
                    <a:pt x="64" y="1814"/>
                  </a:lnTo>
                  <a:lnTo>
                    <a:pt x="79" y="1806"/>
                  </a:lnTo>
                  <a:lnTo>
                    <a:pt x="90" y="1791"/>
                  </a:lnTo>
                  <a:lnTo>
                    <a:pt x="94" y="17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7611" name="Freeform 52"/>
            <p:cNvSpPr>
              <a:spLocks/>
            </p:cNvSpPr>
            <p:nvPr/>
          </p:nvSpPr>
          <p:spPr bwMode="auto">
            <a:xfrm>
              <a:off x="868" y="2067"/>
              <a:ext cx="90" cy="160"/>
            </a:xfrm>
            <a:custGeom>
              <a:avLst/>
              <a:gdLst>
                <a:gd name="T0" fmla="*/ 3 w 449"/>
                <a:gd name="T1" fmla="*/ 6 h 803"/>
                <a:gd name="T2" fmla="*/ 3 w 449"/>
                <a:gd name="T3" fmla="*/ 6 h 803"/>
                <a:gd name="T4" fmla="*/ 3 w 449"/>
                <a:gd name="T5" fmla="*/ 5 h 803"/>
                <a:gd name="T6" fmla="*/ 3 w 449"/>
                <a:gd name="T7" fmla="*/ 5 h 803"/>
                <a:gd name="T8" fmla="*/ 3 w 449"/>
                <a:gd name="T9" fmla="*/ 5 h 803"/>
                <a:gd name="T10" fmla="*/ 2 w 449"/>
                <a:gd name="T11" fmla="*/ 5 h 803"/>
                <a:gd name="T12" fmla="*/ 2 w 449"/>
                <a:gd name="T13" fmla="*/ 4 h 803"/>
                <a:gd name="T14" fmla="*/ 2 w 449"/>
                <a:gd name="T15" fmla="*/ 4 h 803"/>
                <a:gd name="T16" fmla="*/ 2 w 449"/>
                <a:gd name="T17" fmla="*/ 4 h 803"/>
                <a:gd name="T18" fmla="*/ 2 w 449"/>
                <a:gd name="T19" fmla="*/ 3 h 803"/>
                <a:gd name="T20" fmla="*/ 1 w 449"/>
                <a:gd name="T21" fmla="*/ 3 h 803"/>
                <a:gd name="T22" fmla="*/ 1 w 449"/>
                <a:gd name="T23" fmla="*/ 2 h 803"/>
                <a:gd name="T24" fmla="*/ 1 w 449"/>
                <a:gd name="T25" fmla="*/ 2 h 803"/>
                <a:gd name="T26" fmla="*/ 1 w 449"/>
                <a:gd name="T27" fmla="*/ 2 h 803"/>
                <a:gd name="T28" fmla="*/ 1 w 449"/>
                <a:gd name="T29" fmla="*/ 1 h 803"/>
                <a:gd name="T30" fmla="*/ 1 w 449"/>
                <a:gd name="T31" fmla="*/ 1 h 803"/>
                <a:gd name="T32" fmla="*/ 1 w 449"/>
                <a:gd name="T33" fmla="*/ 0 h 803"/>
                <a:gd name="T34" fmla="*/ 1 w 449"/>
                <a:gd name="T35" fmla="*/ 0 h 803"/>
                <a:gd name="T36" fmla="*/ 0 w 449"/>
                <a:gd name="T37" fmla="*/ 0 h 803"/>
                <a:gd name="T38" fmla="*/ 0 w 449"/>
                <a:gd name="T39" fmla="*/ 0 h 803"/>
                <a:gd name="T40" fmla="*/ 0 w 449"/>
                <a:gd name="T41" fmla="*/ 1 h 803"/>
                <a:gd name="T42" fmla="*/ 0 w 449"/>
                <a:gd name="T43" fmla="*/ 1 h 803"/>
                <a:gd name="T44" fmla="*/ 0 w 449"/>
                <a:gd name="T45" fmla="*/ 2 h 803"/>
                <a:gd name="T46" fmla="*/ 0 w 449"/>
                <a:gd name="T47" fmla="*/ 2 h 803"/>
                <a:gd name="T48" fmla="*/ 0 w 449"/>
                <a:gd name="T49" fmla="*/ 3 h 803"/>
                <a:gd name="T50" fmla="*/ 1 w 449"/>
                <a:gd name="T51" fmla="*/ 3 h 803"/>
                <a:gd name="T52" fmla="*/ 1 w 449"/>
                <a:gd name="T53" fmla="*/ 4 h 803"/>
                <a:gd name="T54" fmla="*/ 1 w 449"/>
                <a:gd name="T55" fmla="*/ 4 h 803"/>
                <a:gd name="T56" fmla="*/ 1 w 449"/>
                <a:gd name="T57" fmla="*/ 4 h 803"/>
                <a:gd name="T58" fmla="*/ 2 w 449"/>
                <a:gd name="T59" fmla="*/ 5 h 803"/>
                <a:gd name="T60" fmla="*/ 2 w 449"/>
                <a:gd name="T61" fmla="*/ 5 h 803"/>
                <a:gd name="T62" fmla="*/ 2 w 449"/>
                <a:gd name="T63" fmla="*/ 5 h 803"/>
                <a:gd name="T64" fmla="*/ 2 w 449"/>
                <a:gd name="T65" fmla="*/ 6 h 803"/>
                <a:gd name="T66" fmla="*/ 3 w 449"/>
                <a:gd name="T67" fmla="*/ 6 h 803"/>
                <a:gd name="T68" fmla="*/ 3 w 449"/>
                <a:gd name="T69" fmla="*/ 6 h 803"/>
                <a:gd name="T70" fmla="*/ 3 w 449"/>
                <a:gd name="T71" fmla="*/ 6 h 803"/>
                <a:gd name="T72" fmla="*/ 3 w 449"/>
                <a:gd name="T73" fmla="*/ 6 h 803"/>
                <a:gd name="T74" fmla="*/ 3 w 449"/>
                <a:gd name="T75" fmla="*/ 6 h 803"/>
                <a:gd name="T76" fmla="*/ 3 w 449"/>
                <a:gd name="T77" fmla="*/ 6 h 803"/>
                <a:gd name="T78" fmla="*/ 3 w 449"/>
                <a:gd name="T79" fmla="*/ 6 h 803"/>
                <a:gd name="T80" fmla="*/ 4 w 449"/>
                <a:gd name="T81" fmla="*/ 6 h 803"/>
                <a:gd name="T82" fmla="*/ 4 w 449"/>
                <a:gd name="T83" fmla="*/ 6 h 803"/>
                <a:gd name="T84" fmla="*/ 4 w 449"/>
                <a:gd name="T85" fmla="*/ 6 h 803"/>
                <a:gd name="T86" fmla="*/ 4 w 449"/>
                <a:gd name="T87" fmla="*/ 6 h 803"/>
                <a:gd name="T88" fmla="*/ 3 w 449"/>
                <a:gd name="T89" fmla="*/ 6 h 803"/>
                <a:gd name="T90" fmla="*/ 3 w 449"/>
                <a:gd name="T91" fmla="*/ 6 h 80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449"/>
                <a:gd name="T139" fmla="*/ 0 h 803"/>
                <a:gd name="T140" fmla="*/ 449 w 449"/>
                <a:gd name="T141" fmla="*/ 803 h 80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449" h="803">
                  <a:moveTo>
                    <a:pt x="426" y="717"/>
                  </a:moveTo>
                  <a:lnTo>
                    <a:pt x="427" y="717"/>
                  </a:lnTo>
                  <a:lnTo>
                    <a:pt x="395" y="693"/>
                  </a:lnTo>
                  <a:lnTo>
                    <a:pt x="361" y="662"/>
                  </a:lnTo>
                  <a:lnTo>
                    <a:pt x="329" y="628"/>
                  </a:lnTo>
                  <a:lnTo>
                    <a:pt x="299" y="591"/>
                  </a:lnTo>
                  <a:lnTo>
                    <a:pt x="269" y="551"/>
                  </a:lnTo>
                  <a:lnTo>
                    <a:pt x="241" y="507"/>
                  </a:lnTo>
                  <a:lnTo>
                    <a:pt x="215" y="460"/>
                  </a:lnTo>
                  <a:lnTo>
                    <a:pt x="191" y="412"/>
                  </a:lnTo>
                  <a:lnTo>
                    <a:pt x="170" y="363"/>
                  </a:lnTo>
                  <a:lnTo>
                    <a:pt x="151" y="312"/>
                  </a:lnTo>
                  <a:lnTo>
                    <a:pt x="133" y="259"/>
                  </a:lnTo>
                  <a:lnTo>
                    <a:pt x="119" y="207"/>
                  </a:lnTo>
                  <a:lnTo>
                    <a:pt x="108" y="156"/>
                  </a:lnTo>
                  <a:lnTo>
                    <a:pt x="101" y="103"/>
                  </a:lnTo>
                  <a:lnTo>
                    <a:pt x="96" y="51"/>
                  </a:lnTo>
                  <a:lnTo>
                    <a:pt x="94" y="0"/>
                  </a:lnTo>
                  <a:lnTo>
                    <a:pt x="0" y="0"/>
                  </a:lnTo>
                  <a:lnTo>
                    <a:pt x="2" y="56"/>
                  </a:lnTo>
                  <a:lnTo>
                    <a:pt x="7" y="115"/>
                  </a:lnTo>
                  <a:lnTo>
                    <a:pt x="16" y="172"/>
                  </a:lnTo>
                  <a:lnTo>
                    <a:pt x="28" y="231"/>
                  </a:lnTo>
                  <a:lnTo>
                    <a:pt x="44" y="287"/>
                  </a:lnTo>
                  <a:lnTo>
                    <a:pt x="62" y="342"/>
                  </a:lnTo>
                  <a:lnTo>
                    <a:pt x="83" y="398"/>
                  </a:lnTo>
                  <a:lnTo>
                    <a:pt x="106" y="452"/>
                  </a:lnTo>
                  <a:lnTo>
                    <a:pt x="133" y="505"/>
                  </a:lnTo>
                  <a:lnTo>
                    <a:pt x="161" y="554"/>
                  </a:lnTo>
                  <a:lnTo>
                    <a:pt x="192" y="602"/>
                  </a:lnTo>
                  <a:lnTo>
                    <a:pt x="224" y="647"/>
                  </a:lnTo>
                  <a:lnTo>
                    <a:pt x="259" y="689"/>
                  </a:lnTo>
                  <a:lnTo>
                    <a:pt x="295" y="728"/>
                  </a:lnTo>
                  <a:lnTo>
                    <a:pt x="334" y="763"/>
                  </a:lnTo>
                  <a:lnTo>
                    <a:pt x="374" y="795"/>
                  </a:lnTo>
                  <a:lnTo>
                    <a:pt x="375" y="795"/>
                  </a:lnTo>
                  <a:lnTo>
                    <a:pt x="374" y="795"/>
                  </a:lnTo>
                  <a:lnTo>
                    <a:pt x="392" y="803"/>
                  </a:lnTo>
                  <a:lnTo>
                    <a:pt x="411" y="803"/>
                  </a:lnTo>
                  <a:lnTo>
                    <a:pt x="426" y="795"/>
                  </a:lnTo>
                  <a:lnTo>
                    <a:pt x="439" y="782"/>
                  </a:lnTo>
                  <a:lnTo>
                    <a:pt x="446" y="766"/>
                  </a:lnTo>
                  <a:lnTo>
                    <a:pt x="449" y="749"/>
                  </a:lnTo>
                  <a:lnTo>
                    <a:pt x="441" y="732"/>
                  </a:lnTo>
                  <a:lnTo>
                    <a:pt x="427" y="717"/>
                  </a:lnTo>
                  <a:lnTo>
                    <a:pt x="426" y="71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7612" name="Freeform 53"/>
            <p:cNvSpPr>
              <a:spLocks/>
            </p:cNvSpPr>
            <p:nvPr/>
          </p:nvSpPr>
          <p:spPr bwMode="auto">
            <a:xfrm>
              <a:off x="883" y="1673"/>
              <a:ext cx="379" cy="690"/>
            </a:xfrm>
            <a:custGeom>
              <a:avLst/>
              <a:gdLst>
                <a:gd name="T0" fmla="*/ 12 w 1897"/>
                <a:gd name="T1" fmla="*/ 6 h 3450"/>
                <a:gd name="T2" fmla="*/ 13 w 1897"/>
                <a:gd name="T3" fmla="*/ 7 h 3450"/>
                <a:gd name="T4" fmla="*/ 13 w 1897"/>
                <a:gd name="T5" fmla="*/ 7 h 3450"/>
                <a:gd name="T6" fmla="*/ 14 w 1897"/>
                <a:gd name="T7" fmla="*/ 8 h 3450"/>
                <a:gd name="T8" fmla="*/ 14 w 1897"/>
                <a:gd name="T9" fmla="*/ 9 h 3450"/>
                <a:gd name="T10" fmla="*/ 15 w 1897"/>
                <a:gd name="T11" fmla="*/ 10 h 3450"/>
                <a:gd name="T12" fmla="*/ 15 w 1897"/>
                <a:gd name="T13" fmla="*/ 11 h 3450"/>
                <a:gd name="T14" fmla="*/ 15 w 1897"/>
                <a:gd name="T15" fmla="*/ 11 h 3450"/>
                <a:gd name="T16" fmla="*/ 15 w 1897"/>
                <a:gd name="T17" fmla="*/ 12 h 3450"/>
                <a:gd name="T18" fmla="*/ 15 w 1897"/>
                <a:gd name="T19" fmla="*/ 26 h 3450"/>
                <a:gd name="T20" fmla="*/ 15 w 1897"/>
                <a:gd name="T21" fmla="*/ 26 h 3450"/>
                <a:gd name="T22" fmla="*/ 15 w 1897"/>
                <a:gd name="T23" fmla="*/ 27 h 3450"/>
                <a:gd name="T24" fmla="*/ 15 w 1897"/>
                <a:gd name="T25" fmla="*/ 27 h 3450"/>
                <a:gd name="T26" fmla="*/ 14 w 1897"/>
                <a:gd name="T27" fmla="*/ 27 h 3450"/>
                <a:gd name="T28" fmla="*/ 14 w 1897"/>
                <a:gd name="T29" fmla="*/ 28 h 3450"/>
                <a:gd name="T30" fmla="*/ 13 w 1897"/>
                <a:gd name="T31" fmla="*/ 28 h 3450"/>
                <a:gd name="T32" fmla="*/ 13 w 1897"/>
                <a:gd name="T33" fmla="*/ 27 h 3450"/>
                <a:gd name="T34" fmla="*/ 3 w 1897"/>
                <a:gd name="T35" fmla="*/ 21 h 3450"/>
                <a:gd name="T36" fmla="*/ 2 w 1897"/>
                <a:gd name="T37" fmla="*/ 21 h 3450"/>
                <a:gd name="T38" fmla="*/ 2 w 1897"/>
                <a:gd name="T39" fmla="*/ 20 h 3450"/>
                <a:gd name="T40" fmla="*/ 1 w 1897"/>
                <a:gd name="T41" fmla="*/ 19 h 3450"/>
                <a:gd name="T42" fmla="*/ 1 w 1897"/>
                <a:gd name="T43" fmla="*/ 19 h 3450"/>
                <a:gd name="T44" fmla="*/ 0 w 1897"/>
                <a:gd name="T45" fmla="*/ 18 h 3450"/>
                <a:gd name="T46" fmla="*/ 0 w 1897"/>
                <a:gd name="T47" fmla="*/ 17 h 3450"/>
                <a:gd name="T48" fmla="*/ 0 w 1897"/>
                <a:gd name="T49" fmla="*/ 16 h 3450"/>
                <a:gd name="T50" fmla="*/ 0 w 1897"/>
                <a:gd name="T51" fmla="*/ 15 h 3450"/>
                <a:gd name="T52" fmla="*/ 0 w 1897"/>
                <a:gd name="T53" fmla="*/ 2 h 3450"/>
                <a:gd name="T54" fmla="*/ 0 w 1897"/>
                <a:gd name="T55" fmla="*/ 1 h 3450"/>
                <a:gd name="T56" fmla="*/ 0 w 1897"/>
                <a:gd name="T57" fmla="*/ 1 h 3450"/>
                <a:gd name="T58" fmla="*/ 1 w 1897"/>
                <a:gd name="T59" fmla="*/ 0 h 3450"/>
                <a:gd name="T60" fmla="*/ 1 w 1897"/>
                <a:gd name="T61" fmla="*/ 0 h 3450"/>
                <a:gd name="T62" fmla="*/ 1 w 1897"/>
                <a:gd name="T63" fmla="*/ 0 h 3450"/>
                <a:gd name="T64" fmla="*/ 2 w 1897"/>
                <a:gd name="T65" fmla="*/ 0 h 3450"/>
                <a:gd name="T66" fmla="*/ 3 w 1897"/>
                <a:gd name="T67" fmla="*/ 0 h 3450"/>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897"/>
                <a:gd name="T103" fmla="*/ 0 h 3450"/>
                <a:gd name="T104" fmla="*/ 1897 w 1897"/>
                <a:gd name="T105" fmla="*/ 3450 h 3450"/>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897" h="3450">
                  <a:moveTo>
                    <a:pt x="357" y="49"/>
                  </a:moveTo>
                  <a:lnTo>
                    <a:pt x="1542" y="806"/>
                  </a:lnTo>
                  <a:lnTo>
                    <a:pt x="1579" y="832"/>
                  </a:lnTo>
                  <a:lnTo>
                    <a:pt x="1614" y="861"/>
                  </a:lnTo>
                  <a:lnTo>
                    <a:pt x="1648" y="895"/>
                  </a:lnTo>
                  <a:lnTo>
                    <a:pt x="1681" y="933"/>
                  </a:lnTo>
                  <a:lnTo>
                    <a:pt x="1711" y="973"/>
                  </a:lnTo>
                  <a:lnTo>
                    <a:pt x="1740" y="1016"/>
                  </a:lnTo>
                  <a:lnTo>
                    <a:pt x="1768" y="1062"/>
                  </a:lnTo>
                  <a:lnTo>
                    <a:pt x="1793" y="1109"/>
                  </a:lnTo>
                  <a:lnTo>
                    <a:pt x="1816" y="1158"/>
                  </a:lnTo>
                  <a:lnTo>
                    <a:pt x="1836" y="1208"/>
                  </a:lnTo>
                  <a:lnTo>
                    <a:pt x="1854" y="1260"/>
                  </a:lnTo>
                  <a:lnTo>
                    <a:pt x="1869" y="1313"/>
                  </a:lnTo>
                  <a:lnTo>
                    <a:pt x="1881" y="1364"/>
                  </a:lnTo>
                  <a:lnTo>
                    <a:pt x="1890" y="1417"/>
                  </a:lnTo>
                  <a:lnTo>
                    <a:pt x="1895" y="1469"/>
                  </a:lnTo>
                  <a:lnTo>
                    <a:pt x="1897" y="1519"/>
                  </a:lnTo>
                  <a:lnTo>
                    <a:pt x="1897" y="3142"/>
                  </a:lnTo>
                  <a:lnTo>
                    <a:pt x="1895" y="3190"/>
                  </a:lnTo>
                  <a:lnTo>
                    <a:pt x="1890" y="3235"/>
                  </a:lnTo>
                  <a:lnTo>
                    <a:pt x="1881" y="3276"/>
                  </a:lnTo>
                  <a:lnTo>
                    <a:pt x="1869" y="3313"/>
                  </a:lnTo>
                  <a:lnTo>
                    <a:pt x="1854" y="3346"/>
                  </a:lnTo>
                  <a:lnTo>
                    <a:pt x="1836" y="3375"/>
                  </a:lnTo>
                  <a:lnTo>
                    <a:pt x="1816" y="3398"/>
                  </a:lnTo>
                  <a:lnTo>
                    <a:pt x="1793" y="3418"/>
                  </a:lnTo>
                  <a:lnTo>
                    <a:pt x="1768" y="3434"/>
                  </a:lnTo>
                  <a:lnTo>
                    <a:pt x="1740" y="3444"/>
                  </a:lnTo>
                  <a:lnTo>
                    <a:pt x="1711" y="3450"/>
                  </a:lnTo>
                  <a:lnTo>
                    <a:pt x="1681" y="3450"/>
                  </a:lnTo>
                  <a:lnTo>
                    <a:pt x="1648" y="3445"/>
                  </a:lnTo>
                  <a:lnTo>
                    <a:pt x="1614" y="3436"/>
                  </a:lnTo>
                  <a:lnTo>
                    <a:pt x="1579" y="3421"/>
                  </a:lnTo>
                  <a:lnTo>
                    <a:pt x="1542" y="3400"/>
                  </a:lnTo>
                  <a:lnTo>
                    <a:pt x="357" y="2643"/>
                  </a:lnTo>
                  <a:lnTo>
                    <a:pt x="320" y="2618"/>
                  </a:lnTo>
                  <a:lnTo>
                    <a:pt x="285" y="2588"/>
                  </a:lnTo>
                  <a:lnTo>
                    <a:pt x="251" y="2554"/>
                  </a:lnTo>
                  <a:lnTo>
                    <a:pt x="218" y="2517"/>
                  </a:lnTo>
                  <a:lnTo>
                    <a:pt x="187" y="2477"/>
                  </a:lnTo>
                  <a:lnTo>
                    <a:pt x="157" y="2433"/>
                  </a:lnTo>
                  <a:lnTo>
                    <a:pt x="130" y="2388"/>
                  </a:lnTo>
                  <a:lnTo>
                    <a:pt x="105" y="2341"/>
                  </a:lnTo>
                  <a:lnTo>
                    <a:pt x="81" y="2292"/>
                  </a:lnTo>
                  <a:lnTo>
                    <a:pt x="61" y="2241"/>
                  </a:lnTo>
                  <a:lnTo>
                    <a:pt x="44" y="2190"/>
                  </a:lnTo>
                  <a:lnTo>
                    <a:pt x="29" y="2138"/>
                  </a:lnTo>
                  <a:lnTo>
                    <a:pt x="17" y="2085"/>
                  </a:lnTo>
                  <a:lnTo>
                    <a:pt x="7" y="2033"/>
                  </a:lnTo>
                  <a:lnTo>
                    <a:pt x="3" y="1981"/>
                  </a:lnTo>
                  <a:lnTo>
                    <a:pt x="0" y="1931"/>
                  </a:lnTo>
                  <a:lnTo>
                    <a:pt x="0" y="308"/>
                  </a:lnTo>
                  <a:lnTo>
                    <a:pt x="3" y="260"/>
                  </a:lnTo>
                  <a:lnTo>
                    <a:pt x="7" y="215"/>
                  </a:lnTo>
                  <a:lnTo>
                    <a:pt x="17" y="174"/>
                  </a:lnTo>
                  <a:lnTo>
                    <a:pt x="29" y="137"/>
                  </a:lnTo>
                  <a:lnTo>
                    <a:pt x="44" y="104"/>
                  </a:lnTo>
                  <a:lnTo>
                    <a:pt x="61" y="76"/>
                  </a:lnTo>
                  <a:lnTo>
                    <a:pt x="81" y="51"/>
                  </a:lnTo>
                  <a:lnTo>
                    <a:pt x="105" y="31"/>
                  </a:lnTo>
                  <a:lnTo>
                    <a:pt x="130" y="16"/>
                  </a:lnTo>
                  <a:lnTo>
                    <a:pt x="157" y="5"/>
                  </a:lnTo>
                  <a:lnTo>
                    <a:pt x="187" y="0"/>
                  </a:lnTo>
                  <a:lnTo>
                    <a:pt x="218" y="0"/>
                  </a:lnTo>
                  <a:lnTo>
                    <a:pt x="251" y="3"/>
                  </a:lnTo>
                  <a:lnTo>
                    <a:pt x="285" y="14"/>
                  </a:lnTo>
                  <a:lnTo>
                    <a:pt x="320" y="29"/>
                  </a:lnTo>
                  <a:lnTo>
                    <a:pt x="357" y="49"/>
                  </a:lnTo>
                  <a:close/>
                </a:path>
              </a:pathLst>
            </a:custGeom>
            <a:solidFill>
              <a:srgbClr val="BFBFB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7613" name="Freeform 54"/>
            <p:cNvSpPr>
              <a:spLocks/>
            </p:cNvSpPr>
            <p:nvPr/>
          </p:nvSpPr>
          <p:spPr bwMode="auto">
            <a:xfrm>
              <a:off x="1268" y="1663"/>
              <a:ext cx="393" cy="711"/>
            </a:xfrm>
            <a:custGeom>
              <a:avLst/>
              <a:gdLst>
                <a:gd name="T0" fmla="*/ 3 w 1962"/>
                <a:gd name="T1" fmla="*/ 7 h 3555"/>
                <a:gd name="T2" fmla="*/ 2 w 1962"/>
                <a:gd name="T3" fmla="*/ 7 h 3555"/>
                <a:gd name="T4" fmla="*/ 2 w 1962"/>
                <a:gd name="T5" fmla="*/ 8 h 3555"/>
                <a:gd name="T6" fmla="*/ 1 w 1962"/>
                <a:gd name="T7" fmla="*/ 8 h 3555"/>
                <a:gd name="T8" fmla="*/ 1 w 1962"/>
                <a:gd name="T9" fmla="*/ 9 h 3555"/>
                <a:gd name="T10" fmla="*/ 1 w 1962"/>
                <a:gd name="T11" fmla="*/ 10 h 3555"/>
                <a:gd name="T12" fmla="*/ 0 w 1962"/>
                <a:gd name="T13" fmla="*/ 11 h 3555"/>
                <a:gd name="T14" fmla="*/ 0 w 1962"/>
                <a:gd name="T15" fmla="*/ 12 h 3555"/>
                <a:gd name="T16" fmla="*/ 0 w 1962"/>
                <a:gd name="T17" fmla="*/ 13 h 3555"/>
                <a:gd name="T18" fmla="*/ 0 w 1962"/>
                <a:gd name="T19" fmla="*/ 26 h 3555"/>
                <a:gd name="T20" fmla="*/ 0 w 1962"/>
                <a:gd name="T21" fmla="*/ 27 h 3555"/>
                <a:gd name="T22" fmla="*/ 0 w 1962"/>
                <a:gd name="T23" fmla="*/ 28 h 3555"/>
                <a:gd name="T24" fmla="*/ 1 w 1962"/>
                <a:gd name="T25" fmla="*/ 28 h 3555"/>
                <a:gd name="T26" fmla="*/ 1 w 1962"/>
                <a:gd name="T27" fmla="*/ 28 h 3555"/>
                <a:gd name="T28" fmla="*/ 2 w 1962"/>
                <a:gd name="T29" fmla="*/ 28 h 3555"/>
                <a:gd name="T30" fmla="*/ 2 w 1962"/>
                <a:gd name="T31" fmla="*/ 28 h 3555"/>
                <a:gd name="T32" fmla="*/ 3 w 1962"/>
                <a:gd name="T33" fmla="*/ 28 h 3555"/>
                <a:gd name="T34" fmla="*/ 13 w 1962"/>
                <a:gd name="T35" fmla="*/ 22 h 3555"/>
                <a:gd name="T36" fmla="*/ 13 w 1962"/>
                <a:gd name="T37" fmla="*/ 21 h 3555"/>
                <a:gd name="T38" fmla="*/ 14 w 1962"/>
                <a:gd name="T39" fmla="*/ 21 h 3555"/>
                <a:gd name="T40" fmla="*/ 14 w 1962"/>
                <a:gd name="T41" fmla="*/ 20 h 3555"/>
                <a:gd name="T42" fmla="*/ 15 w 1962"/>
                <a:gd name="T43" fmla="*/ 19 h 3555"/>
                <a:gd name="T44" fmla="*/ 15 w 1962"/>
                <a:gd name="T45" fmla="*/ 18 h 3555"/>
                <a:gd name="T46" fmla="*/ 16 w 1962"/>
                <a:gd name="T47" fmla="*/ 18 h 3555"/>
                <a:gd name="T48" fmla="*/ 16 w 1962"/>
                <a:gd name="T49" fmla="*/ 17 h 3555"/>
                <a:gd name="T50" fmla="*/ 16 w 1962"/>
                <a:gd name="T51" fmla="*/ 16 h 3555"/>
                <a:gd name="T52" fmla="*/ 16 w 1962"/>
                <a:gd name="T53" fmla="*/ 2 h 3555"/>
                <a:gd name="T54" fmla="*/ 16 w 1962"/>
                <a:gd name="T55" fmla="*/ 1 h 3555"/>
                <a:gd name="T56" fmla="*/ 15 w 1962"/>
                <a:gd name="T57" fmla="*/ 1 h 3555"/>
                <a:gd name="T58" fmla="*/ 15 w 1962"/>
                <a:gd name="T59" fmla="*/ 0 h 3555"/>
                <a:gd name="T60" fmla="*/ 15 w 1962"/>
                <a:gd name="T61" fmla="*/ 0 h 3555"/>
                <a:gd name="T62" fmla="*/ 14 w 1962"/>
                <a:gd name="T63" fmla="*/ 0 h 3555"/>
                <a:gd name="T64" fmla="*/ 14 w 1962"/>
                <a:gd name="T65" fmla="*/ 0 h 3555"/>
                <a:gd name="T66" fmla="*/ 13 w 1962"/>
                <a:gd name="T67" fmla="*/ 0 h 3555"/>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962"/>
                <a:gd name="T103" fmla="*/ 0 h 3555"/>
                <a:gd name="T104" fmla="*/ 1962 w 1962"/>
                <a:gd name="T105" fmla="*/ 3555 h 3555"/>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962" h="3555">
                  <a:moveTo>
                    <a:pt x="1594" y="50"/>
                  </a:moveTo>
                  <a:lnTo>
                    <a:pt x="368" y="831"/>
                  </a:lnTo>
                  <a:lnTo>
                    <a:pt x="330" y="858"/>
                  </a:lnTo>
                  <a:lnTo>
                    <a:pt x="294" y="888"/>
                  </a:lnTo>
                  <a:lnTo>
                    <a:pt x="259" y="922"/>
                  </a:lnTo>
                  <a:lnTo>
                    <a:pt x="225" y="961"/>
                  </a:lnTo>
                  <a:lnTo>
                    <a:pt x="193" y="1003"/>
                  </a:lnTo>
                  <a:lnTo>
                    <a:pt x="163" y="1047"/>
                  </a:lnTo>
                  <a:lnTo>
                    <a:pt x="133" y="1094"/>
                  </a:lnTo>
                  <a:lnTo>
                    <a:pt x="108" y="1143"/>
                  </a:lnTo>
                  <a:lnTo>
                    <a:pt x="84" y="1193"/>
                  </a:lnTo>
                  <a:lnTo>
                    <a:pt x="63" y="1246"/>
                  </a:lnTo>
                  <a:lnTo>
                    <a:pt x="44" y="1299"/>
                  </a:lnTo>
                  <a:lnTo>
                    <a:pt x="29" y="1353"/>
                  </a:lnTo>
                  <a:lnTo>
                    <a:pt x="16" y="1405"/>
                  </a:lnTo>
                  <a:lnTo>
                    <a:pt x="7" y="1459"/>
                  </a:lnTo>
                  <a:lnTo>
                    <a:pt x="2" y="1512"/>
                  </a:lnTo>
                  <a:lnTo>
                    <a:pt x="0" y="1565"/>
                  </a:lnTo>
                  <a:lnTo>
                    <a:pt x="0" y="3237"/>
                  </a:lnTo>
                  <a:lnTo>
                    <a:pt x="2" y="3287"/>
                  </a:lnTo>
                  <a:lnTo>
                    <a:pt x="7" y="3333"/>
                  </a:lnTo>
                  <a:lnTo>
                    <a:pt x="16" y="3375"/>
                  </a:lnTo>
                  <a:lnTo>
                    <a:pt x="29" y="3413"/>
                  </a:lnTo>
                  <a:lnTo>
                    <a:pt x="44" y="3447"/>
                  </a:lnTo>
                  <a:lnTo>
                    <a:pt x="63" y="3477"/>
                  </a:lnTo>
                  <a:lnTo>
                    <a:pt x="84" y="3502"/>
                  </a:lnTo>
                  <a:lnTo>
                    <a:pt x="108" y="3522"/>
                  </a:lnTo>
                  <a:lnTo>
                    <a:pt x="133" y="3538"/>
                  </a:lnTo>
                  <a:lnTo>
                    <a:pt x="163" y="3549"/>
                  </a:lnTo>
                  <a:lnTo>
                    <a:pt x="193" y="3555"/>
                  </a:lnTo>
                  <a:lnTo>
                    <a:pt x="225" y="3555"/>
                  </a:lnTo>
                  <a:lnTo>
                    <a:pt x="259" y="3550"/>
                  </a:lnTo>
                  <a:lnTo>
                    <a:pt x="294" y="3541"/>
                  </a:lnTo>
                  <a:lnTo>
                    <a:pt x="330" y="3524"/>
                  </a:lnTo>
                  <a:lnTo>
                    <a:pt x="368" y="3503"/>
                  </a:lnTo>
                  <a:lnTo>
                    <a:pt x="1594" y="2722"/>
                  </a:lnTo>
                  <a:lnTo>
                    <a:pt x="1632" y="2696"/>
                  </a:lnTo>
                  <a:lnTo>
                    <a:pt x="1668" y="2665"/>
                  </a:lnTo>
                  <a:lnTo>
                    <a:pt x="1703" y="2631"/>
                  </a:lnTo>
                  <a:lnTo>
                    <a:pt x="1737" y="2592"/>
                  </a:lnTo>
                  <a:lnTo>
                    <a:pt x="1769" y="2551"/>
                  </a:lnTo>
                  <a:lnTo>
                    <a:pt x="1799" y="2506"/>
                  </a:lnTo>
                  <a:lnTo>
                    <a:pt x="1829" y="2460"/>
                  </a:lnTo>
                  <a:lnTo>
                    <a:pt x="1854" y="2411"/>
                  </a:lnTo>
                  <a:lnTo>
                    <a:pt x="1878" y="2361"/>
                  </a:lnTo>
                  <a:lnTo>
                    <a:pt x="1899" y="2308"/>
                  </a:lnTo>
                  <a:lnTo>
                    <a:pt x="1918" y="2256"/>
                  </a:lnTo>
                  <a:lnTo>
                    <a:pt x="1933" y="2202"/>
                  </a:lnTo>
                  <a:lnTo>
                    <a:pt x="1946" y="2149"/>
                  </a:lnTo>
                  <a:lnTo>
                    <a:pt x="1955" y="2095"/>
                  </a:lnTo>
                  <a:lnTo>
                    <a:pt x="1960" y="2042"/>
                  </a:lnTo>
                  <a:lnTo>
                    <a:pt x="1962" y="1989"/>
                  </a:lnTo>
                  <a:lnTo>
                    <a:pt x="1962" y="319"/>
                  </a:lnTo>
                  <a:lnTo>
                    <a:pt x="1960" y="269"/>
                  </a:lnTo>
                  <a:lnTo>
                    <a:pt x="1955" y="223"/>
                  </a:lnTo>
                  <a:lnTo>
                    <a:pt x="1946" y="180"/>
                  </a:lnTo>
                  <a:lnTo>
                    <a:pt x="1933" y="143"/>
                  </a:lnTo>
                  <a:lnTo>
                    <a:pt x="1918" y="109"/>
                  </a:lnTo>
                  <a:lnTo>
                    <a:pt x="1899" y="79"/>
                  </a:lnTo>
                  <a:lnTo>
                    <a:pt x="1878" y="54"/>
                  </a:lnTo>
                  <a:lnTo>
                    <a:pt x="1854" y="33"/>
                  </a:lnTo>
                  <a:lnTo>
                    <a:pt x="1829" y="17"/>
                  </a:lnTo>
                  <a:lnTo>
                    <a:pt x="1799" y="7"/>
                  </a:lnTo>
                  <a:lnTo>
                    <a:pt x="1769" y="0"/>
                  </a:lnTo>
                  <a:lnTo>
                    <a:pt x="1737" y="0"/>
                  </a:lnTo>
                  <a:lnTo>
                    <a:pt x="1703" y="4"/>
                  </a:lnTo>
                  <a:lnTo>
                    <a:pt x="1668" y="14"/>
                  </a:lnTo>
                  <a:lnTo>
                    <a:pt x="1632" y="29"/>
                  </a:lnTo>
                  <a:lnTo>
                    <a:pt x="1594" y="50"/>
                  </a:lnTo>
                  <a:close/>
                </a:path>
              </a:pathLst>
            </a:custGeom>
            <a:solidFill>
              <a:srgbClr val="E5E5E5"/>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7614" name="Freeform 55"/>
            <p:cNvSpPr>
              <a:spLocks noEditPoints="1"/>
            </p:cNvSpPr>
            <p:nvPr/>
          </p:nvSpPr>
          <p:spPr bwMode="auto">
            <a:xfrm>
              <a:off x="916" y="1589"/>
              <a:ext cx="697" cy="698"/>
            </a:xfrm>
            <a:custGeom>
              <a:avLst/>
              <a:gdLst>
                <a:gd name="T0" fmla="*/ 16 w 3485"/>
                <a:gd name="T1" fmla="*/ 0 h 3490"/>
                <a:gd name="T2" fmla="*/ 17 w 3485"/>
                <a:gd name="T3" fmla="*/ 2 h 3490"/>
                <a:gd name="T4" fmla="*/ 17 w 3485"/>
                <a:gd name="T5" fmla="*/ 3 h 3490"/>
                <a:gd name="T6" fmla="*/ 14 w 3485"/>
                <a:gd name="T7" fmla="*/ 4 h 3490"/>
                <a:gd name="T8" fmla="*/ 12 w 3485"/>
                <a:gd name="T9" fmla="*/ 4 h 3490"/>
                <a:gd name="T10" fmla="*/ 11 w 3485"/>
                <a:gd name="T11" fmla="*/ 2 h 3490"/>
                <a:gd name="T12" fmla="*/ 11 w 3485"/>
                <a:gd name="T13" fmla="*/ 1 h 3490"/>
                <a:gd name="T14" fmla="*/ 14 w 3485"/>
                <a:gd name="T15" fmla="*/ 0 h 3490"/>
                <a:gd name="T16" fmla="*/ 3 w 3485"/>
                <a:gd name="T17" fmla="*/ 7 h 3490"/>
                <a:gd name="T18" fmla="*/ 4 w 3485"/>
                <a:gd name="T19" fmla="*/ 9 h 3490"/>
                <a:gd name="T20" fmla="*/ 3 w 3485"/>
                <a:gd name="T21" fmla="*/ 12 h 3490"/>
                <a:gd name="T22" fmla="*/ 2 w 3485"/>
                <a:gd name="T23" fmla="*/ 13 h 3490"/>
                <a:gd name="T24" fmla="*/ 1 w 3485"/>
                <a:gd name="T25" fmla="*/ 12 h 3490"/>
                <a:gd name="T26" fmla="*/ 0 w 3485"/>
                <a:gd name="T27" fmla="*/ 10 h 3490"/>
                <a:gd name="T28" fmla="*/ 0 w 3485"/>
                <a:gd name="T29" fmla="*/ 8 h 3490"/>
                <a:gd name="T30" fmla="*/ 2 w 3485"/>
                <a:gd name="T31" fmla="*/ 6 h 3490"/>
                <a:gd name="T32" fmla="*/ 10 w 3485"/>
                <a:gd name="T33" fmla="*/ 20 h 3490"/>
                <a:gd name="T34" fmla="*/ 11 w 3485"/>
                <a:gd name="T35" fmla="*/ 22 h 3490"/>
                <a:gd name="T36" fmla="*/ 11 w 3485"/>
                <a:gd name="T37" fmla="*/ 25 h 3490"/>
                <a:gd name="T38" fmla="*/ 10 w 3485"/>
                <a:gd name="T39" fmla="*/ 27 h 3490"/>
                <a:gd name="T40" fmla="*/ 8 w 3485"/>
                <a:gd name="T41" fmla="*/ 26 h 3490"/>
                <a:gd name="T42" fmla="*/ 7 w 3485"/>
                <a:gd name="T43" fmla="*/ 24 h 3490"/>
                <a:gd name="T44" fmla="*/ 7 w 3485"/>
                <a:gd name="T45" fmla="*/ 22 h 3490"/>
                <a:gd name="T46" fmla="*/ 8 w 3485"/>
                <a:gd name="T47" fmla="*/ 20 h 3490"/>
                <a:gd name="T48" fmla="*/ 20 w 3485"/>
                <a:gd name="T49" fmla="*/ 21 h 3490"/>
                <a:gd name="T50" fmla="*/ 21 w 3485"/>
                <a:gd name="T51" fmla="*/ 23 h 3490"/>
                <a:gd name="T52" fmla="*/ 21 w 3485"/>
                <a:gd name="T53" fmla="*/ 26 h 3490"/>
                <a:gd name="T54" fmla="*/ 20 w 3485"/>
                <a:gd name="T55" fmla="*/ 28 h 3490"/>
                <a:gd name="T56" fmla="*/ 18 w 3485"/>
                <a:gd name="T57" fmla="*/ 28 h 3490"/>
                <a:gd name="T58" fmla="*/ 17 w 3485"/>
                <a:gd name="T59" fmla="*/ 26 h 3490"/>
                <a:gd name="T60" fmla="*/ 17 w 3485"/>
                <a:gd name="T61" fmla="*/ 23 h 3490"/>
                <a:gd name="T62" fmla="*/ 18 w 3485"/>
                <a:gd name="T63" fmla="*/ 21 h 3490"/>
                <a:gd name="T64" fmla="*/ 19 w 3485"/>
                <a:gd name="T65" fmla="*/ 11 h 3490"/>
                <a:gd name="T66" fmla="*/ 20 w 3485"/>
                <a:gd name="T67" fmla="*/ 13 h 3490"/>
                <a:gd name="T68" fmla="*/ 21 w 3485"/>
                <a:gd name="T69" fmla="*/ 15 h 3490"/>
                <a:gd name="T70" fmla="*/ 20 w 3485"/>
                <a:gd name="T71" fmla="*/ 17 h 3490"/>
                <a:gd name="T72" fmla="*/ 18 w 3485"/>
                <a:gd name="T73" fmla="*/ 17 h 3490"/>
                <a:gd name="T74" fmla="*/ 17 w 3485"/>
                <a:gd name="T75" fmla="*/ 16 h 3490"/>
                <a:gd name="T76" fmla="*/ 17 w 3485"/>
                <a:gd name="T77" fmla="*/ 13 h 3490"/>
                <a:gd name="T78" fmla="*/ 18 w 3485"/>
                <a:gd name="T79" fmla="*/ 11 h 3490"/>
                <a:gd name="T80" fmla="*/ 26 w 3485"/>
                <a:gd name="T81" fmla="*/ 7 h 3490"/>
                <a:gd name="T82" fmla="*/ 27 w 3485"/>
                <a:gd name="T83" fmla="*/ 8 h 3490"/>
                <a:gd name="T84" fmla="*/ 27 w 3485"/>
                <a:gd name="T85" fmla="*/ 11 h 3490"/>
                <a:gd name="T86" fmla="*/ 26 w 3485"/>
                <a:gd name="T87" fmla="*/ 13 h 3490"/>
                <a:gd name="T88" fmla="*/ 25 w 3485"/>
                <a:gd name="T89" fmla="*/ 13 h 3490"/>
                <a:gd name="T90" fmla="*/ 24 w 3485"/>
                <a:gd name="T91" fmla="*/ 12 h 3490"/>
                <a:gd name="T92" fmla="*/ 24 w 3485"/>
                <a:gd name="T93" fmla="*/ 9 h 3490"/>
                <a:gd name="T94" fmla="*/ 24 w 3485"/>
                <a:gd name="T95" fmla="*/ 7 h 3490"/>
                <a:gd name="T96" fmla="*/ 26 w 3485"/>
                <a:gd name="T97" fmla="*/ 17 h 3490"/>
                <a:gd name="T98" fmla="*/ 27 w 3485"/>
                <a:gd name="T99" fmla="*/ 18 h 3490"/>
                <a:gd name="T100" fmla="*/ 28 w 3485"/>
                <a:gd name="T101" fmla="*/ 21 h 3490"/>
                <a:gd name="T102" fmla="*/ 27 w 3485"/>
                <a:gd name="T103" fmla="*/ 23 h 3490"/>
                <a:gd name="T104" fmla="*/ 26 w 3485"/>
                <a:gd name="T105" fmla="*/ 24 h 3490"/>
                <a:gd name="T106" fmla="*/ 24 w 3485"/>
                <a:gd name="T107" fmla="*/ 23 h 3490"/>
                <a:gd name="T108" fmla="*/ 24 w 3485"/>
                <a:gd name="T109" fmla="*/ 20 h 3490"/>
                <a:gd name="T110" fmla="*/ 25 w 3485"/>
                <a:gd name="T111" fmla="*/ 18 h 3490"/>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w 3485"/>
                <a:gd name="T169" fmla="*/ 0 h 3490"/>
                <a:gd name="T170" fmla="*/ 3485 w 3485"/>
                <a:gd name="T171" fmla="*/ 3490 h 3490"/>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T168" t="T169" r="T170" b="T171"/>
              <a:pathLst>
                <a:path w="3485" h="3490">
                  <a:moveTo>
                    <a:pt x="1754" y="0"/>
                  </a:moveTo>
                  <a:lnTo>
                    <a:pt x="1797" y="2"/>
                  </a:lnTo>
                  <a:lnTo>
                    <a:pt x="1840" y="5"/>
                  </a:lnTo>
                  <a:lnTo>
                    <a:pt x="1881" y="12"/>
                  </a:lnTo>
                  <a:lnTo>
                    <a:pt x="1921" y="20"/>
                  </a:lnTo>
                  <a:lnTo>
                    <a:pt x="1959" y="31"/>
                  </a:lnTo>
                  <a:lnTo>
                    <a:pt x="1994" y="44"/>
                  </a:lnTo>
                  <a:lnTo>
                    <a:pt x="2028" y="59"/>
                  </a:lnTo>
                  <a:lnTo>
                    <a:pt x="2058" y="74"/>
                  </a:lnTo>
                  <a:lnTo>
                    <a:pt x="2086" y="93"/>
                  </a:lnTo>
                  <a:lnTo>
                    <a:pt x="2111" y="113"/>
                  </a:lnTo>
                  <a:lnTo>
                    <a:pt x="2132" y="133"/>
                  </a:lnTo>
                  <a:lnTo>
                    <a:pt x="2151" y="155"/>
                  </a:lnTo>
                  <a:lnTo>
                    <a:pt x="2165" y="179"/>
                  </a:lnTo>
                  <a:lnTo>
                    <a:pt x="2175" y="203"/>
                  </a:lnTo>
                  <a:lnTo>
                    <a:pt x="2182" y="229"/>
                  </a:lnTo>
                  <a:lnTo>
                    <a:pt x="2185" y="255"/>
                  </a:lnTo>
                  <a:lnTo>
                    <a:pt x="2182" y="281"/>
                  </a:lnTo>
                  <a:lnTo>
                    <a:pt x="2175" y="305"/>
                  </a:lnTo>
                  <a:lnTo>
                    <a:pt x="2165" y="330"/>
                  </a:lnTo>
                  <a:lnTo>
                    <a:pt x="2151" y="353"/>
                  </a:lnTo>
                  <a:lnTo>
                    <a:pt x="2132" y="376"/>
                  </a:lnTo>
                  <a:lnTo>
                    <a:pt x="2111" y="397"/>
                  </a:lnTo>
                  <a:lnTo>
                    <a:pt x="2086" y="417"/>
                  </a:lnTo>
                  <a:lnTo>
                    <a:pt x="2058" y="434"/>
                  </a:lnTo>
                  <a:lnTo>
                    <a:pt x="2028" y="451"/>
                  </a:lnTo>
                  <a:lnTo>
                    <a:pt x="1994" y="466"/>
                  </a:lnTo>
                  <a:lnTo>
                    <a:pt x="1959" y="479"/>
                  </a:lnTo>
                  <a:lnTo>
                    <a:pt x="1921" y="489"/>
                  </a:lnTo>
                  <a:lnTo>
                    <a:pt x="1881" y="498"/>
                  </a:lnTo>
                  <a:lnTo>
                    <a:pt x="1840" y="505"/>
                  </a:lnTo>
                  <a:lnTo>
                    <a:pt x="1797" y="508"/>
                  </a:lnTo>
                  <a:lnTo>
                    <a:pt x="1754" y="509"/>
                  </a:lnTo>
                  <a:lnTo>
                    <a:pt x="1710" y="508"/>
                  </a:lnTo>
                  <a:lnTo>
                    <a:pt x="1667" y="505"/>
                  </a:lnTo>
                  <a:lnTo>
                    <a:pt x="1626" y="498"/>
                  </a:lnTo>
                  <a:lnTo>
                    <a:pt x="1586" y="489"/>
                  </a:lnTo>
                  <a:lnTo>
                    <a:pt x="1548" y="479"/>
                  </a:lnTo>
                  <a:lnTo>
                    <a:pt x="1512" y="466"/>
                  </a:lnTo>
                  <a:lnTo>
                    <a:pt x="1479" y="451"/>
                  </a:lnTo>
                  <a:lnTo>
                    <a:pt x="1449" y="434"/>
                  </a:lnTo>
                  <a:lnTo>
                    <a:pt x="1421" y="417"/>
                  </a:lnTo>
                  <a:lnTo>
                    <a:pt x="1395" y="397"/>
                  </a:lnTo>
                  <a:lnTo>
                    <a:pt x="1374" y="376"/>
                  </a:lnTo>
                  <a:lnTo>
                    <a:pt x="1355" y="353"/>
                  </a:lnTo>
                  <a:lnTo>
                    <a:pt x="1341" y="330"/>
                  </a:lnTo>
                  <a:lnTo>
                    <a:pt x="1331" y="305"/>
                  </a:lnTo>
                  <a:lnTo>
                    <a:pt x="1324" y="281"/>
                  </a:lnTo>
                  <a:lnTo>
                    <a:pt x="1321" y="255"/>
                  </a:lnTo>
                  <a:lnTo>
                    <a:pt x="1324" y="229"/>
                  </a:lnTo>
                  <a:lnTo>
                    <a:pt x="1331" y="203"/>
                  </a:lnTo>
                  <a:lnTo>
                    <a:pt x="1341" y="179"/>
                  </a:lnTo>
                  <a:lnTo>
                    <a:pt x="1355" y="155"/>
                  </a:lnTo>
                  <a:lnTo>
                    <a:pt x="1374" y="133"/>
                  </a:lnTo>
                  <a:lnTo>
                    <a:pt x="1395" y="113"/>
                  </a:lnTo>
                  <a:lnTo>
                    <a:pt x="1421" y="93"/>
                  </a:lnTo>
                  <a:lnTo>
                    <a:pt x="1449" y="74"/>
                  </a:lnTo>
                  <a:lnTo>
                    <a:pt x="1479" y="59"/>
                  </a:lnTo>
                  <a:lnTo>
                    <a:pt x="1512" y="44"/>
                  </a:lnTo>
                  <a:lnTo>
                    <a:pt x="1548" y="31"/>
                  </a:lnTo>
                  <a:lnTo>
                    <a:pt x="1586" y="20"/>
                  </a:lnTo>
                  <a:lnTo>
                    <a:pt x="1626" y="12"/>
                  </a:lnTo>
                  <a:lnTo>
                    <a:pt x="1667" y="5"/>
                  </a:lnTo>
                  <a:lnTo>
                    <a:pt x="1710" y="2"/>
                  </a:lnTo>
                  <a:lnTo>
                    <a:pt x="1754" y="0"/>
                  </a:lnTo>
                  <a:close/>
                  <a:moveTo>
                    <a:pt x="239" y="786"/>
                  </a:moveTo>
                  <a:lnTo>
                    <a:pt x="263" y="788"/>
                  </a:lnTo>
                  <a:lnTo>
                    <a:pt x="287" y="794"/>
                  </a:lnTo>
                  <a:lnTo>
                    <a:pt x="309" y="805"/>
                  </a:lnTo>
                  <a:lnTo>
                    <a:pt x="331" y="819"/>
                  </a:lnTo>
                  <a:lnTo>
                    <a:pt x="352" y="836"/>
                  </a:lnTo>
                  <a:lnTo>
                    <a:pt x="372" y="857"/>
                  </a:lnTo>
                  <a:lnTo>
                    <a:pt x="390" y="882"/>
                  </a:lnTo>
                  <a:lnTo>
                    <a:pt x="407" y="909"/>
                  </a:lnTo>
                  <a:lnTo>
                    <a:pt x="423" y="940"/>
                  </a:lnTo>
                  <a:lnTo>
                    <a:pt x="437" y="971"/>
                  </a:lnTo>
                  <a:lnTo>
                    <a:pt x="448" y="1006"/>
                  </a:lnTo>
                  <a:lnTo>
                    <a:pt x="459" y="1043"/>
                  </a:lnTo>
                  <a:lnTo>
                    <a:pt x="467" y="1081"/>
                  </a:lnTo>
                  <a:lnTo>
                    <a:pt x="473" y="1121"/>
                  </a:lnTo>
                  <a:lnTo>
                    <a:pt x="476" y="1163"/>
                  </a:lnTo>
                  <a:lnTo>
                    <a:pt x="478" y="1206"/>
                  </a:lnTo>
                  <a:lnTo>
                    <a:pt x="476" y="1248"/>
                  </a:lnTo>
                  <a:lnTo>
                    <a:pt x="473" y="1290"/>
                  </a:lnTo>
                  <a:lnTo>
                    <a:pt x="467" y="1330"/>
                  </a:lnTo>
                  <a:lnTo>
                    <a:pt x="459" y="1367"/>
                  </a:lnTo>
                  <a:lnTo>
                    <a:pt x="448" y="1405"/>
                  </a:lnTo>
                  <a:lnTo>
                    <a:pt x="437" y="1439"/>
                  </a:lnTo>
                  <a:lnTo>
                    <a:pt x="423" y="1472"/>
                  </a:lnTo>
                  <a:lnTo>
                    <a:pt x="407" y="1501"/>
                  </a:lnTo>
                  <a:lnTo>
                    <a:pt x="390" y="1528"/>
                  </a:lnTo>
                  <a:lnTo>
                    <a:pt x="372" y="1553"/>
                  </a:lnTo>
                  <a:lnTo>
                    <a:pt x="352" y="1574"/>
                  </a:lnTo>
                  <a:lnTo>
                    <a:pt x="331" y="1591"/>
                  </a:lnTo>
                  <a:lnTo>
                    <a:pt x="309" y="1605"/>
                  </a:lnTo>
                  <a:lnTo>
                    <a:pt x="287" y="1616"/>
                  </a:lnTo>
                  <a:lnTo>
                    <a:pt x="263" y="1622"/>
                  </a:lnTo>
                  <a:lnTo>
                    <a:pt x="239" y="1624"/>
                  </a:lnTo>
                  <a:lnTo>
                    <a:pt x="214" y="1622"/>
                  </a:lnTo>
                  <a:lnTo>
                    <a:pt x="191" y="1616"/>
                  </a:lnTo>
                  <a:lnTo>
                    <a:pt x="168" y="1605"/>
                  </a:lnTo>
                  <a:lnTo>
                    <a:pt x="146" y="1591"/>
                  </a:lnTo>
                  <a:lnTo>
                    <a:pt x="125" y="1574"/>
                  </a:lnTo>
                  <a:lnTo>
                    <a:pt x="105" y="1553"/>
                  </a:lnTo>
                  <a:lnTo>
                    <a:pt x="87" y="1528"/>
                  </a:lnTo>
                  <a:lnTo>
                    <a:pt x="70" y="1501"/>
                  </a:lnTo>
                  <a:lnTo>
                    <a:pt x="55" y="1472"/>
                  </a:lnTo>
                  <a:lnTo>
                    <a:pt x="41" y="1439"/>
                  </a:lnTo>
                  <a:lnTo>
                    <a:pt x="29" y="1405"/>
                  </a:lnTo>
                  <a:lnTo>
                    <a:pt x="18" y="1367"/>
                  </a:lnTo>
                  <a:lnTo>
                    <a:pt x="10" y="1330"/>
                  </a:lnTo>
                  <a:lnTo>
                    <a:pt x="4" y="1290"/>
                  </a:lnTo>
                  <a:lnTo>
                    <a:pt x="1" y="1248"/>
                  </a:lnTo>
                  <a:lnTo>
                    <a:pt x="0" y="1206"/>
                  </a:lnTo>
                  <a:lnTo>
                    <a:pt x="1" y="1163"/>
                  </a:lnTo>
                  <a:lnTo>
                    <a:pt x="4" y="1121"/>
                  </a:lnTo>
                  <a:lnTo>
                    <a:pt x="10" y="1081"/>
                  </a:lnTo>
                  <a:lnTo>
                    <a:pt x="18" y="1043"/>
                  </a:lnTo>
                  <a:lnTo>
                    <a:pt x="29" y="1006"/>
                  </a:lnTo>
                  <a:lnTo>
                    <a:pt x="41" y="971"/>
                  </a:lnTo>
                  <a:lnTo>
                    <a:pt x="55" y="940"/>
                  </a:lnTo>
                  <a:lnTo>
                    <a:pt x="70" y="909"/>
                  </a:lnTo>
                  <a:lnTo>
                    <a:pt x="87" y="882"/>
                  </a:lnTo>
                  <a:lnTo>
                    <a:pt x="105" y="857"/>
                  </a:lnTo>
                  <a:lnTo>
                    <a:pt x="125" y="836"/>
                  </a:lnTo>
                  <a:lnTo>
                    <a:pt x="146" y="819"/>
                  </a:lnTo>
                  <a:lnTo>
                    <a:pt x="168" y="805"/>
                  </a:lnTo>
                  <a:lnTo>
                    <a:pt x="191" y="794"/>
                  </a:lnTo>
                  <a:lnTo>
                    <a:pt x="214" y="788"/>
                  </a:lnTo>
                  <a:lnTo>
                    <a:pt x="239" y="786"/>
                  </a:lnTo>
                  <a:close/>
                  <a:moveTo>
                    <a:pt x="1119" y="2495"/>
                  </a:moveTo>
                  <a:lnTo>
                    <a:pt x="1143" y="2498"/>
                  </a:lnTo>
                  <a:lnTo>
                    <a:pt x="1167" y="2504"/>
                  </a:lnTo>
                  <a:lnTo>
                    <a:pt x="1190" y="2514"/>
                  </a:lnTo>
                  <a:lnTo>
                    <a:pt x="1211" y="2528"/>
                  </a:lnTo>
                  <a:lnTo>
                    <a:pt x="1232" y="2546"/>
                  </a:lnTo>
                  <a:lnTo>
                    <a:pt x="1252" y="2567"/>
                  </a:lnTo>
                  <a:lnTo>
                    <a:pt x="1271" y="2592"/>
                  </a:lnTo>
                  <a:lnTo>
                    <a:pt x="1288" y="2618"/>
                  </a:lnTo>
                  <a:lnTo>
                    <a:pt x="1304" y="2648"/>
                  </a:lnTo>
                  <a:lnTo>
                    <a:pt x="1318" y="2681"/>
                  </a:lnTo>
                  <a:lnTo>
                    <a:pt x="1329" y="2715"/>
                  </a:lnTo>
                  <a:lnTo>
                    <a:pt x="1340" y="2752"/>
                  </a:lnTo>
                  <a:lnTo>
                    <a:pt x="1348" y="2790"/>
                  </a:lnTo>
                  <a:lnTo>
                    <a:pt x="1354" y="2830"/>
                  </a:lnTo>
                  <a:lnTo>
                    <a:pt x="1358" y="2872"/>
                  </a:lnTo>
                  <a:lnTo>
                    <a:pt x="1359" y="2914"/>
                  </a:lnTo>
                  <a:lnTo>
                    <a:pt x="1358" y="2956"/>
                  </a:lnTo>
                  <a:lnTo>
                    <a:pt x="1354" y="2998"/>
                  </a:lnTo>
                  <a:lnTo>
                    <a:pt x="1348" y="3038"/>
                  </a:lnTo>
                  <a:lnTo>
                    <a:pt x="1340" y="3077"/>
                  </a:lnTo>
                  <a:lnTo>
                    <a:pt x="1329" y="3113"/>
                  </a:lnTo>
                  <a:lnTo>
                    <a:pt x="1318" y="3147"/>
                  </a:lnTo>
                  <a:lnTo>
                    <a:pt x="1304" y="3180"/>
                  </a:lnTo>
                  <a:lnTo>
                    <a:pt x="1288" y="3209"/>
                  </a:lnTo>
                  <a:lnTo>
                    <a:pt x="1271" y="3238"/>
                  </a:lnTo>
                  <a:lnTo>
                    <a:pt x="1252" y="3261"/>
                  </a:lnTo>
                  <a:lnTo>
                    <a:pt x="1232" y="3282"/>
                  </a:lnTo>
                  <a:lnTo>
                    <a:pt x="1211" y="3301"/>
                  </a:lnTo>
                  <a:lnTo>
                    <a:pt x="1190" y="3315"/>
                  </a:lnTo>
                  <a:lnTo>
                    <a:pt x="1167" y="3325"/>
                  </a:lnTo>
                  <a:lnTo>
                    <a:pt x="1143" y="3331"/>
                  </a:lnTo>
                  <a:lnTo>
                    <a:pt x="1119" y="3334"/>
                  </a:lnTo>
                  <a:lnTo>
                    <a:pt x="1094" y="3331"/>
                  </a:lnTo>
                  <a:lnTo>
                    <a:pt x="1070" y="3325"/>
                  </a:lnTo>
                  <a:lnTo>
                    <a:pt x="1048" y="3315"/>
                  </a:lnTo>
                  <a:lnTo>
                    <a:pt x="1026" y="3301"/>
                  </a:lnTo>
                  <a:lnTo>
                    <a:pt x="1005" y="3282"/>
                  </a:lnTo>
                  <a:lnTo>
                    <a:pt x="985" y="3261"/>
                  </a:lnTo>
                  <a:lnTo>
                    <a:pt x="967" y="3238"/>
                  </a:lnTo>
                  <a:lnTo>
                    <a:pt x="950" y="3209"/>
                  </a:lnTo>
                  <a:lnTo>
                    <a:pt x="935" y="3180"/>
                  </a:lnTo>
                  <a:lnTo>
                    <a:pt x="921" y="3147"/>
                  </a:lnTo>
                  <a:lnTo>
                    <a:pt x="909" y="3113"/>
                  </a:lnTo>
                  <a:lnTo>
                    <a:pt x="898" y="3077"/>
                  </a:lnTo>
                  <a:lnTo>
                    <a:pt x="890" y="3038"/>
                  </a:lnTo>
                  <a:lnTo>
                    <a:pt x="884" y="2998"/>
                  </a:lnTo>
                  <a:lnTo>
                    <a:pt x="881" y="2956"/>
                  </a:lnTo>
                  <a:lnTo>
                    <a:pt x="880" y="2914"/>
                  </a:lnTo>
                  <a:lnTo>
                    <a:pt x="881" y="2872"/>
                  </a:lnTo>
                  <a:lnTo>
                    <a:pt x="884" y="2830"/>
                  </a:lnTo>
                  <a:lnTo>
                    <a:pt x="890" y="2790"/>
                  </a:lnTo>
                  <a:lnTo>
                    <a:pt x="898" y="2752"/>
                  </a:lnTo>
                  <a:lnTo>
                    <a:pt x="909" y="2715"/>
                  </a:lnTo>
                  <a:lnTo>
                    <a:pt x="921" y="2681"/>
                  </a:lnTo>
                  <a:lnTo>
                    <a:pt x="935" y="2648"/>
                  </a:lnTo>
                  <a:lnTo>
                    <a:pt x="950" y="2618"/>
                  </a:lnTo>
                  <a:lnTo>
                    <a:pt x="967" y="2592"/>
                  </a:lnTo>
                  <a:lnTo>
                    <a:pt x="985" y="2567"/>
                  </a:lnTo>
                  <a:lnTo>
                    <a:pt x="1005" y="2546"/>
                  </a:lnTo>
                  <a:lnTo>
                    <a:pt x="1026" y="2528"/>
                  </a:lnTo>
                  <a:lnTo>
                    <a:pt x="1048" y="2514"/>
                  </a:lnTo>
                  <a:lnTo>
                    <a:pt x="1070" y="2504"/>
                  </a:lnTo>
                  <a:lnTo>
                    <a:pt x="1094" y="2498"/>
                  </a:lnTo>
                  <a:lnTo>
                    <a:pt x="1119" y="2495"/>
                  </a:lnTo>
                  <a:close/>
                  <a:moveTo>
                    <a:pt x="2380" y="2651"/>
                  </a:moveTo>
                  <a:lnTo>
                    <a:pt x="2405" y="2654"/>
                  </a:lnTo>
                  <a:lnTo>
                    <a:pt x="2428" y="2660"/>
                  </a:lnTo>
                  <a:lnTo>
                    <a:pt x="2452" y="2670"/>
                  </a:lnTo>
                  <a:lnTo>
                    <a:pt x="2473" y="2684"/>
                  </a:lnTo>
                  <a:lnTo>
                    <a:pt x="2494" y="2703"/>
                  </a:lnTo>
                  <a:lnTo>
                    <a:pt x="2514" y="2724"/>
                  </a:lnTo>
                  <a:lnTo>
                    <a:pt x="2533" y="2747"/>
                  </a:lnTo>
                  <a:lnTo>
                    <a:pt x="2550" y="2774"/>
                  </a:lnTo>
                  <a:lnTo>
                    <a:pt x="2565" y="2805"/>
                  </a:lnTo>
                  <a:lnTo>
                    <a:pt x="2580" y="2838"/>
                  </a:lnTo>
                  <a:lnTo>
                    <a:pt x="2591" y="2872"/>
                  </a:lnTo>
                  <a:lnTo>
                    <a:pt x="2602" y="2908"/>
                  </a:lnTo>
                  <a:lnTo>
                    <a:pt x="2610" y="2947"/>
                  </a:lnTo>
                  <a:lnTo>
                    <a:pt x="2616" y="2987"/>
                  </a:lnTo>
                  <a:lnTo>
                    <a:pt x="2619" y="3029"/>
                  </a:lnTo>
                  <a:lnTo>
                    <a:pt x="2621" y="3071"/>
                  </a:lnTo>
                  <a:lnTo>
                    <a:pt x="2619" y="3113"/>
                  </a:lnTo>
                  <a:lnTo>
                    <a:pt x="2616" y="3155"/>
                  </a:lnTo>
                  <a:lnTo>
                    <a:pt x="2610" y="3195"/>
                  </a:lnTo>
                  <a:lnTo>
                    <a:pt x="2602" y="3233"/>
                  </a:lnTo>
                  <a:lnTo>
                    <a:pt x="2591" y="3270"/>
                  </a:lnTo>
                  <a:lnTo>
                    <a:pt x="2580" y="3304"/>
                  </a:lnTo>
                  <a:lnTo>
                    <a:pt x="2565" y="3337"/>
                  </a:lnTo>
                  <a:lnTo>
                    <a:pt x="2550" y="3367"/>
                  </a:lnTo>
                  <a:lnTo>
                    <a:pt x="2533" y="3393"/>
                  </a:lnTo>
                  <a:lnTo>
                    <a:pt x="2514" y="3418"/>
                  </a:lnTo>
                  <a:lnTo>
                    <a:pt x="2494" y="3439"/>
                  </a:lnTo>
                  <a:lnTo>
                    <a:pt x="2473" y="3457"/>
                  </a:lnTo>
                  <a:lnTo>
                    <a:pt x="2452" y="3471"/>
                  </a:lnTo>
                  <a:lnTo>
                    <a:pt x="2428" y="3481"/>
                  </a:lnTo>
                  <a:lnTo>
                    <a:pt x="2405" y="3487"/>
                  </a:lnTo>
                  <a:lnTo>
                    <a:pt x="2380" y="3490"/>
                  </a:lnTo>
                  <a:lnTo>
                    <a:pt x="2356" y="3487"/>
                  </a:lnTo>
                  <a:lnTo>
                    <a:pt x="2332" y="3481"/>
                  </a:lnTo>
                  <a:lnTo>
                    <a:pt x="2310" y="3471"/>
                  </a:lnTo>
                  <a:lnTo>
                    <a:pt x="2288" y="3457"/>
                  </a:lnTo>
                  <a:lnTo>
                    <a:pt x="2267" y="3439"/>
                  </a:lnTo>
                  <a:lnTo>
                    <a:pt x="2248" y="3418"/>
                  </a:lnTo>
                  <a:lnTo>
                    <a:pt x="2229" y="3393"/>
                  </a:lnTo>
                  <a:lnTo>
                    <a:pt x="2212" y="3367"/>
                  </a:lnTo>
                  <a:lnTo>
                    <a:pt x="2196" y="3337"/>
                  </a:lnTo>
                  <a:lnTo>
                    <a:pt x="2182" y="3304"/>
                  </a:lnTo>
                  <a:lnTo>
                    <a:pt x="2171" y="3270"/>
                  </a:lnTo>
                  <a:lnTo>
                    <a:pt x="2160" y="3233"/>
                  </a:lnTo>
                  <a:lnTo>
                    <a:pt x="2152" y="3195"/>
                  </a:lnTo>
                  <a:lnTo>
                    <a:pt x="2146" y="3155"/>
                  </a:lnTo>
                  <a:lnTo>
                    <a:pt x="2142" y="3113"/>
                  </a:lnTo>
                  <a:lnTo>
                    <a:pt x="2141" y="3071"/>
                  </a:lnTo>
                  <a:lnTo>
                    <a:pt x="2142" y="3029"/>
                  </a:lnTo>
                  <a:lnTo>
                    <a:pt x="2146" y="2987"/>
                  </a:lnTo>
                  <a:lnTo>
                    <a:pt x="2152" y="2947"/>
                  </a:lnTo>
                  <a:lnTo>
                    <a:pt x="2160" y="2908"/>
                  </a:lnTo>
                  <a:lnTo>
                    <a:pt x="2171" y="2872"/>
                  </a:lnTo>
                  <a:lnTo>
                    <a:pt x="2182" y="2838"/>
                  </a:lnTo>
                  <a:lnTo>
                    <a:pt x="2196" y="2805"/>
                  </a:lnTo>
                  <a:lnTo>
                    <a:pt x="2212" y="2774"/>
                  </a:lnTo>
                  <a:lnTo>
                    <a:pt x="2229" y="2747"/>
                  </a:lnTo>
                  <a:lnTo>
                    <a:pt x="2248" y="2724"/>
                  </a:lnTo>
                  <a:lnTo>
                    <a:pt x="2267" y="2703"/>
                  </a:lnTo>
                  <a:lnTo>
                    <a:pt x="2288" y="2684"/>
                  </a:lnTo>
                  <a:lnTo>
                    <a:pt x="2310" y="2670"/>
                  </a:lnTo>
                  <a:lnTo>
                    <a:pt x="2332" y="2660"/>
                  </a:lnTo>
                  <a:lnTo>
                    <a:pt x="2356" y="2654"/>
                  </a:lnTo>
                  <a:lnTo>
                    <a:pt x="2380" y="2651"/>
                  </a:lnTo>
                  <a:close/>
                  <a:moveTo>
                    <a:pt x="2342" y="1355"/>
                  </a:moveTo>
                  <a:lnTo>
                    <a:pt x="2366" y="1357"/>
                  </a:lnTo>
                  <a:lnTo>
                    <a:pt x="2390" y="1363"/>
                  </a:lnTo>
                  <a:lnTo>
                    <a:pt x="2412" y="1373"/>
                  </a:lnTo>
                  <a:lnTo>
                    <a:pt x="2434" y="1387"/>
                  </a:lnTo>
                  <a:lnTo>
                    <a:pt x="2455" y="1405"/>
                  </a:lnTo>
                  <a:lnTo>
                    <a:pt x="2475" y="1426"/>
                  </a:lnTo>
                  <a:lnTo>
                    <a:pt x="2493" y="1451"/>
                  </a:lnTo>
                  <a:lnTo>
                    <a:pt x="2510" y="1478"/>
                  </a:lnTo>
                  <a:lnTo>
                    <a:pt x="2526" y="1507"/>
                  </a:lnTo>
                  <a:lnTo>
                    <a:pt x="2540" y="1540"/>
                  </a:lnTo>
                  <a:lnTo>
                    <a:pt x="2551" y="1574"/>
                  </a:lnTo>
                  <a:lnTo>
                    <a:pt x="2562" y="1611"/>
                  </a:lnTo>
                  <a:lnTo>
                    <a:pt x="2570" y="1649"/>
                  </a:lnTo>
                  <a:lnTo>
                    <a:pt x="2576" y="1689"/>
                  </a:lnTo>
                  <a:lnTo>
                    <a:pt x="2580" y="1731"/>
                  </a:lnTo>
                  <a:lnTo>
                    <a:pt x="2581" y="1773"/>
                  </a:lnTo>
                  <a:lnTo>
                    <a:pt x="2580" y="1815"/>
                  </a:lnTo>
                  <a:lnTo>
                    <a:pt x="2576" y="1858"/>
                  </a:lnTo>
                  <a:lnTo>
                    <a:pt x="2570" y="1897"/>
                  </a:lnTo>
                  <a:lnTo>
                    <a:pt x="2562" y="1936"/>
                  </a:lnTo>
                  <a:lnTo>
                    <a:pt x="2551" y="1972"/>
                  </a:lnTo>
                  <a:lnTo>
                    <a:pt x="2540" y="2008"/>
                  </a:lnTo>
                  <a:lnTo>
                    <a:pt x="2526" y="2039"/>
                  </a:lnTo>
                  <a:lnTo>
                    <a:pt x="2510" y="2070"/>
                  </a:lnTo>
                  <a:lnTo>
                    <a:pt x="2493" y="2097"/>
                  </a:lnTo>
                  <a:lnTo>
                    <a:pt x="2475" y="2121"/>
                  </a:lnTo>
                  <a:lnTo>
                    <a:pt x="2455" y="2142"/>
                  </a:lnTo>
                  <a:lnTo>
                    <a:pt x="2434" y="2160"/>
                  </a:lnTo>
                  <a:lnTo>
                    <a:pt x="2412" y="2174"/>
                  </a:lnTo>
                  <a:lnTo>
                    <a:pt x="2390" y="2185"/>
                  </a:lnTo>
                  <a:lnTo>
                    <a:pt x="2366" y="2191"/>
                  </a:lnTo>
                  <a:lnTo>
                    <a:pt x="2342" y="2193"/>
                  </a:lnTo>
                  <a:lnTo>
                    <a:pt x="2317" y="2191"/>
                  </a:lnTo>
                  <a:lnTo>
                    <a:pt x="2294" y="2185"/>
                  </a:lnTo>
                  <a:lnTo>
                    <a:pt x="2270" y="2174"/>
                  </a:lnTo>
                  <a:lnTo>
                    <a:pt x="2249" y="2160"/>
                  </a:lnTo>
                  <a:lnTo>
                    <a:pt x="2228" y="2142"/>
                  </a:lnTo>
                  <a:lnTo>
                    <a:pt x="2208" y="2121"/>
                  </a:lnTo>
                  <a:lnTo>
                    <a:pt x="2189" y="2097"/>
                  </a:lnTo>
                  <a:lnTo>
                    <a:pt x="2173" y="2070"/>
                  </a:lnTo>
                  <a:lnTo>
                    <a:pt x="2157" y="2039"/>
                  </a:lnTo>
                  <a:lnTo>
                    <a:pt x="2142" y="2008"/>
                  </a:lnTo>
                  <a:lnTo>
                    <a:pt x="2131" y="1972"/>
                  </a:lnTo>
                  <a:lnTo>
                    <a:pt x="2120" y="1936"/>
                  </a:lnTo>
                  <a:lnTo>
                    <a:pt x="2112" y="1897"/>
                  </a:lnTo>
                  <a:lnTo>
                    <a:pt x="2106" y="1858"/>
                  </a:lnTo>
                  <a:lnTo>
                    <a:pt x="2103" y="1815"/>
                  </a:lnTo>
                  <a:lnTo>
                    <a:pt x="2101" y="1773"/>
                  </a:lnTo>
                  <a:lnTo>
                    <a:pt x="2103" y="1731"/>
                  </a:lnTo>
                  <a:lnTo>
                    <a:pt x="2106" y="1689"/>
                  </a:lnTo>
                  <a:lnTo>
                    <a:pt x="2112" y="1649"/>
                  </a:lnTo>
                  <a:lnTo>
                    <a:pt x="2120" y="1611"/>
                  </a:lnTo>
                  <a:lnTo>
                    <a:pt x="2131" y="1574"/>
                  </a:lnTo>
                  <a:lnTo>
                    <a:pt x="2142" y="1540"/>
                  </a:lnTo>
                  <a:lnTo>
                    <a:pt x="2157" y="1507"/>
                  </a:lnTo>
                  <a:lnTo>
                    <a:pt x="2173" y="1478"/>
                  </a:lnTo>
                  <a:lnTo>
                    <a:pt x="2189" y="1451"/>
                  </a:lnTo>
                  <a:lnTo>
                    <a:pt x="2208" y="1426"/>
                  </a:lnTo>
                  <a:lnTo>
                    <a:pt x="2228" y="1405"/>
                  </a:lnTo>
                  <a:lnTo>
                    <a:pt x="2249" y="1387"/>
                  </a:lnTo>
                  <a:lnTo>
                    <a:pt x="2270" y="1373"/>
                  </a:lnTo>
                  <a:lnTo>
                    <a:pt x="2294" y="1363"/>
                  </a:lnTo>
                  <a:lnTo>
                    <a:pt x="2317" y="1357"/>
                  </a:lnTo>
                  <a:lnTo>
                    <a:pt x="2342" y="1355"/>
                  </a:lnTo>
                  <a:close/>
                  <a:moveTo>
                    <a:pt x="3179" y="819"/>
                  </a:moveTo>
                  <a:lnTo>
                    <a:pt x="3204" y="821"/>
                  </a:lnTo>
                  <a:lnTo>
                    <a:pt x="3227" y="827"/>
                  </a:lnTo>
                  <a:lnTo>
                    <a:pt x="3250" y="838"/>
                  </a:lnTo>
                  <a:lnTo>
                    <a:pt x="3272" y="852"/>
                  </a:lnTo>
                  <a:lnTo>
                    <a:pt x="3293" y="869"/>
                  </a:lnTo>
                  <a:lnTo>
                    <a:pt x="3312" y="890"/>
                  </a:lnTo>
                  <a:lnTo>
                    <a:pt x="3331" y="915"/>
                  </a:lnTo>
                  <a:lnTo>
                    <a:pt x="3348" y="942"/>
                  </a:lnTo>
                  <a:lnTo>
                    <a:pt x="3363" y="971"/>
                  </a:lnTo>
                  <a:lnTo>
                    <a:pt x="3377" y="1004"/>
                  </a:lnTo>
                  <a:lnTo>
                    <a:pt x="3389" y="1038"/>
                  </a:lnTo>
                  <a:lnTo>
                    <a:pt x="3400" y="1076"/>
                  </a:lnTo>
                  <a:lnTo>
                    <a:pt x="3408" y="1113"/>
                  </a:lnTo>
                  <a:lnTo>
                    <a:pt x="3414" y="1153"/>
                  </a:lnTo>
                  <a:lnTo>
                    <a:pt x="3417" y="1195"/>
                  </a:lnTo>
                  <a:lnTo>
                    <a:pt x="3418" y="1237"/>
                  </a:lnTo>
                  <a:lnTo>
                    <a:pt x="3417" y="1280"/>
                  </a:lnTo>
                  <a:lnTo>
                    <a:pt x="3414" y="1322"/>
                  </a:lnTo>
                  <a:lnTo>
                    <a:pt x="3408" y="1362"/>
                  </a:lnTo>
                  <a:lnTo>
                    <a:pt x="3400" y="1399"/>
                  </a:lnTo>
                  <a:lnTo>
                    <a:pt x="3389" y="1437"/>
                  </a:lnTo>
                  <a:lnTo>
                    <a:pt x="3377" y="1471"/>
                  </a:lnTo>
                  <a:lnTo>
                    <a:pt x="3363" y="1503"/>
                  </a:lnTo>
                  <a:lnTo>
                    <a:pt x="3348" y="1533"/>
                  </a:lnTo>
                  <a:lnTo>
                    <a:pt x="3331" y="1560"/>
                  </a:lnTo>
                  <a:lnTo>
                    <a:pt x="3312" y="1584"/>
                  </a:lnTo>
                  <a:lnTo>
                    <a:pt x="3293" y="1605"/>
                  </a:lnTo>
                  <a:lnTo>
                    <a:pt x="3272" y="1623"/>
                  </a:lnTo>
                  <a:lnTo>
                    <a:pt x="3250" y="1637"/>
                  </a:lnTo>
                  <a:lnTo>
                    <a:pt x="3227" y="1648"/>
                  </a:lnTo>
                  <a:lnTo>
                    <a:pt x="3204" y="1654"/>
                  </a:lnTo>
                  <a:lnTo>
                    <a:pt x="3179" y="1656"/>
                  </a:lnTo>
                  <a:lnTo>
                    <a:pt x="3155" y="1654"/>
                  </a:lnTo>
                  <a:lnTo>
                    <a:pt x="3131" y="1648"/>
                  </a:lnTo>
                  <a:lnTo>
                    <a:pt x="3108" y="1637"/>
                  </a:lnTo>
                  <a:lnTo>
                    <a:pt x="3087" y="1623"/>
                  </a:lnTo>
                  <a:lnTo>
                    <a:pt x="3066" y="1605"/>
                  </a:lnTo>
                  <a:lnTo>
                    <a:pt x="3046" y="1584"/>
                  </a:lnTo>
                  <a:lnTo>
                    <a:pt x="3027" y="1560"/>
                  </a:lnTo>
                  <a:lnTo>
                    <a:pt x="3011" y="1533"/>
                  </a:lnTo>
                  <a:lnTo>
                    <a:pt x="2994" y="1503"/>
                  </a:lnTo>
                  <a:lnTo>
                    <a:pt x="2980" y="1471"/>
                  </a:lnTo>
                  <a:lnTo>
                    <a:pt x="2968" y="1437"/>
                  </a:lnTo>
                  <a:lnTo>
                    <a:pt x="2958" y="1399"/>
                  </a:lnTo>
                  <a:lnTo>
                    <a:pt x="2950" y="1362"/>
                  </a:lnTo>
                  <a:lnTo>
                    <a:pt x="2944" y="1322"/>
                  </a:lnTo>
                  <a:lnTo>
                    <a:pt x="2940" y="1280"/>
                  </a:lnTo>
                  <a:lnTo>
                    <a:pt x="2939" y="1237"/>
                  </a:lnTo>
                  <a:lnTo>
                    <a:pt x="2940" y="1195"/>
                  </a:lnTo>
                  <a:lnTo>
                    <a:pt x="2944" y="1153"/>
                  </a:lnTo>
                  <a:lnTo>
                    <a:pt x="2950" y="1113"/>
                  </a:lnTo>
                  <a:lnTo>
                    <a:pt x="2958" y="1076"/>
                  </a:lnTo>
                  <a:lnTo>
                    <a:pt x="2968" y="1038"/>
                  </a:lnTo>
                  <a:lnTo>
                    <a:pt x="2980" y="1004"/>
                  </a:lnTo>
                  <a:lnTo>
                    <a:pt x="2994" y="971"/>
                  </a:lnTo>
                  <a:lnTo>
                    <a:pt x="3011" y="942"/>
                  </a:lnTo>
                  <a:lnTo>
                    <a:pt x="3027" y="915"/>
                  </a:lnTo>
                  <a:lnTo>
                    <a:pt x="3046" y="890"/>
                  </a:lnTo>
                  <a:lnTo>
                    <a:pt x="3066" y="869"/>
                  </a:lnTo>
                  <a:lnTo>
                    <a:pt x="3087" y="852"/>
                  </a:lnTo>
                  <a:lnTo>
                    <a:pt x="3108" y="838"/>
                  </a:lnTo>
                  <a:lnTo>
                    <a:pt x="3131" y="827"/>
                  </a:lnTo>
                  <a:lnTo>
                    <a:pt x="3155" y="821"/>
                  </a:lnTo>
                  <a:lnTo>
                    <a:pt x="3179" y="819"/>
                  </a:lnTo>
                  <a:close/>
                  <a:moveTo>
                    <a:pt x="3246" y="2144"/>
                  </a:moveTo>
                  <a:lnTo>
                    <a:pt x="3271" y="2146"/>
                  </a:lnTo>
                  <a:lnTo>
                    <a:pt x="3294" y="2152"/>
                  </a:lnTo>
                  <a:lnTo>
                    <a:pt x="3316" y="2162"/>
                  </a:lnTo>
                  <a:lnTo>
                    <a:pt x="3339" y="2176"/>
                  </a:lnTo>
                  <a:lnTo>
                    <a:pt x="3360" y="2194"/>
                  </a:lnTo>
                  <a:lnTo>
                    <a:pt x="3380" y="2215"/>
                  </a:lnTo>
                  <a:lnTo>
                    <a:pt x="3397" y="2240"/>
                  </a:lnTo>
                  <a:lnTo>
                    <a:pt x="3415" y="2267"/>
                  </a:lnTo>
                  <a:lnTo>
                    <a:pt x="3430" y="2296"/>
                  </a:lnTo>
                  <a:lnTo>
                    <a:pt x="3444" y="2329"/>
                  </a:lnTo>
                  <a:lnTo>
                    <a:pt x="3456" y="2363"/>
                  </a:lnTo>
                  <a:lnTo>
                    <a:pt x="3466" y="2400"/>
                  </a:lnTo>
                  <a:lnTo>
                    <a:pt x="3475" y="2438"/>
                  </a:lnTo>
                  <a:lnTo>
                    <a:pt x="3480" y="2478"/>
                  </a:lnTo>
                  <a:lnTo>
                    <a:pt x="3484" y="2520"/>
                  </a:lnTo>
                  <a:lnTo>
                    <a:pt x="3485" y="2562"/>
                  </a:lnTo>
                  <a:lnTo>
                    <a:pt x="3484" y="2604"/>
                  </a:lnTo>
                  <a:lnTo>
                    <a:pt x="3480" y="2647"/>
                  </a:lnTo>
                  <a:lnTo>
                    <a:pt x="3475" y="2686"/>
                  </a:lnTo>
                  <a:lnTo>
                    <a:pt x="3466" y="2725"/>
                  </a:lnTo>
                  <a:lnTo>
                    <a:pt x="3456" y="2762"/>
                  </a:lnTo>
                  <a:lnTo>
                    <a:pt x="3444" y="2796"/>
                  </a:lnTo>
                  <a:lnTo>
                    <a:pt x="3430" y="2828"/>
                  </a:lnTo>
                  <a:lnTo>
                    <a:pt x="3415" y="2858"/>
                  </a:lnTo>
                  <a:lnTo>
                    <a:pt x="3397" y="2886"/>
                  </a:lnTo>
                  <a:lnTo>
                    <a:pt x="3380" y="2909"/>
                  </a:lnTo>
                  <a:lnTo>
                    <a:pt x="3360" y="2930"/>
                  </a:lnTo>
                  <a:lnTo>
                    <a:pt x="3339" y="2949"/>
                  </a:lnTo>
                  <a:lnTo>
                    <a:pt x="3316" y="2963"/>
                  </a:lnTo>
                  <a:lnTo>
                    <a:pt x="3294" y="2974"/>
                  </a:lnTo>
                  <a:lnTo>
                    <a:pt x="3271" y="2980"/>
                  </a:lnTo>
                  <a:lnTo>
                    <a:pt x="3246" y="2982"/>
                  </a:lnTo>
                  <a:lnTo>
                    <a:pt x="3222" y="2980"/>
                  </a:lnTo>
                  <a:lnTo>
                    <a:pt x="3198" y="2974"/>
                  </a:lnTo>
                  <a:lnTo>
                    <a:pt x="3176" y="2963"/>
                  </a:lnTo>
                  <a:lnTo>
                    <a:pt x="3154" y="2949"/>
                  </a:lnTo>
                  <a:lnTo>
                    <a:pt x="3133" y="2930"/>
                  </a:lnTo>
                  <a:lnTo>
                    <a:pt x="3113" y="2909"/>
                  </a:lnTo>
                  <a:lnTo>
                    <a:pt x="3095" y="2886"/>
                  </a:lnTo>
                  <a:lnTo>
                    <a:pt x="3077" y="2858"/>
                  </a:lnTo>
                  <a:lnTo>
                    <a:pt x="3062" y="2828"/>
                  </a:lnTo>
                  <a:lnTo>
                    <a:pt x="3048" y="2796"/>
                  </a:lnTo>
                  <a:lnTo>
                    <a:pt x="3036" y="2762"/>
                  </a:lnTo>
                  <a:lnTo>
                    <a:pt x="3026" y="2725"/>
                  </a:lnTo>
                  <a:lnTo>
                    <a:pt x="3018" y="2686"/>
                  </a:lnTo>
                  <a:lnTo>
                    <a:pt x="3012" y="2647"/>
                  </a:lnTo>
                  <a:lnTo>
                    <a:pt x="3008" y="2604"/>
                  </a:lnTo>
                  <a:lnTo>
                    <a:pt x="3007" y="2562"/>
                  </a:lnTo>
                  <a:lnTo>
                    <a:pt x="3008" y="2520"/>
                  </a:lnTo>
                  <a:lnTo>
                    <a:pt x="3012" y="2478"/>
                  </a:lnTo>
                  <a:lnTo>
                    <a:pt x="3018" y="2438"/>
                  </a:lnTo>
                  <a:lnTo>
                    <a:pt x="3026" y="2400"/>
                  </a:lnTo>
                  <a:lnTo>
                    <a:pt x="3036" y="2363"/>
                  </a:lnTo>
                  <a:lnTo>
                    <a:pt x="3048" y="2329"/>
                  </a:lnTo>
                  <a:lnTo>
                    <a:pt x="3062" y="2296"/>
                  </a:lnTo>
                  <a:lnTo>
                    <a:pt x="3077" y="2267"/>
                  </a:lnTo>
                  <a:lnTo>
                    <a:pt x="3095" y="2240"/>
                  </a:lnTo>
                  <a:lnTo>
                    <a:pt x="3113" y="2215"/>
                  </a:lnTo>
                  <a:lnTo>
                    <a:pt x="3133" y="2194"/>
                  </a:lnTo>
                  <a:lnTo>
                    <a:pt x="3154" y="2176"/>
                  </a:lnTo>
                  <a:lnTo>
                    <a:pt x="3176" y="2162"/>
                  </a:lnTo>
                  <a:lnTo>
                    <a:pt x="3198" y="2152"/>
                  </a:lnTo>
                  <a:lnTo>
                    <a:pt x="3222" y="2146"/>
                  </a:lnTo>
                  <a:lnTo>
                    <a:pt x="3246" y="214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7615" name="Freeform 56"/>
            <p:cNvSpPr>
              <a:spLocks/>
            </p:cNvSpPr>
            <p:nvPr/>
          </p:nvSpPr>
          <p:spPr bwMode="auto">
            <a:xfrm>
              <a:off x="1267" y="1588"/>
              <a:ext cx="87" cy="52"/>
            </a:xfrm>
            <a:custGeom>
              <a:avLst/>
              <a:gdLst>
                <a:gd name="T0" fmla="*/ 3 w 437"/>
                <a:gd name="T1" fmla="*/ 2 h 260"/>
                <a:gd name="T2" fmla="*/ 3 w 437"/>
                <a:gd name="T3" fmla="*/ 2 h 260"/>
                <a:gd name="T4" fmla="*/ 3 w 437"/>
                <a:gd name="T5" fmla="*/ 2 h 260"/>
                <a:gd name="T6" fmla="*/ 3 w 437"/>
                <a:gd name="T7" fmla="*/ 2 h 260"/>
                <a:gd name="T8" fmla="*/ 3 w 437"/>
                <a:gd name="T9" fmla="*/ 1 h 260"/>
                <a:gd name="T10" fmla="*/ 3 w 437"/>
                <a:gd name="T11" fmla="*/ 1 h 260"/>
                <a:gd name="T12" fmla="*/ 3 w 437"/>
                <a:gd name="T13" fmla="*/ 1 h 260"/>
                <a:gd name="T14" fmla="*/ 3 w 437"/>
                <a:gd name="T15" fmla="*/ 1 h 260"/>
                <a:gd name="T16" fmla="*/ 3 w 437"/>
                <a:gd name="T17" fmla="*/ 1 h 260"/>
                <a:gd name="T18" fmla="*/ 2 w 437"/>
                <a:gd name="T19" fmla="*/ 1 h 260"/>
                <a:gd name="T20" fmla="*/ 2 w 437"/>
                <a:gd name="T21" fmla="*/ 0 h 260"/>
                <a:gd name="T22" fmla="*/ 2 w 437"/>
                <a:gd name="T23" fmla="*/ 0 h 260"/>
                <a:gd name="T24" fmla="*/ 2 w 437"/>
                <a:gd name="T25" fmla="*/ 0 h 260"/>
                <a:gd name="T26" fmla="*/ 1 w 437"/>
                <a:gd name="T27" fmla="*/ 0 h 260"/>
                <a:gd name="T28" fmla="*/ 1 w 437"/>
                <a:gd name="T29" fmla="*/ 0 h 260"/>
                <a:gd name="T30" fmla="*/ 1 w 437"/>
                <a:gd name="T31" fmla="*/ 0 h 260"/>
                <a:gd name="T32" fmla="*/ 0 w 437"/>
                <a:gd name="T33" fmla="*/ 0 h 260"/>
                <a:gd name="T34" fmla="*/ 0 w 437"/>
                <a:gd name="T35" fmla="*/ 0 h 260"/>
                <a:gd name="T36" fmla="*/ 0 w 437"/>
                <a:gd name="T37" fmla="*/ 0 h 260"/>
                <a:gd name="T38" fmla="*/ 0 w 437"/>
                <a:gd name="T39" fmla="*/ 0 h 260"/>
                <a:gd name="T40" fmla="*/ 1 w 437"/>
                <a:gd name="T41" fmla="*/ 0 h 260"/>
                <a:gd name="T42" fmla="*/ 1 w 437"/>
                <a:gd name="T43" fmla="*/ 0 h 260"/>
                <a:gd name="T44" fmla="*/ 1 w 437"/>
                <a:gd name="T45" fmla="*/ 0 h 260"/>
                <a:gd name="T46" fmla="*/ 2 w 437"/>
                <a:gd name="T47" fmla="*/ 0 h 260"/>
                <a:gd name="T48" fmla="*/ 2 w 437"/>
                <a:gd name="T49" fmla="*/ 0 h 260"/>
                <a:gd name="T50" fmla="*/ 2 w 437"/>
                <a:gd name="T51" fmla="*/ 1 h 260"/>
                <a:gd name="T52" fmla="*/ 2 w 437"/>
                <a:gd name="T53" fmla="*/ 1 h 260"/>
                <a:gd name="T54" fmla="*/ 3 w 437"/>
                <a:gd name="T55" fmla="*/ 1 h 260"/>
                <a:gd name="T56" fmla="*/ 3 w 437"/>
                <a:gd name="T57" fmla="*/ 1 h 260"/>
                <a:gd name="T58" fmla="*/ 3 w 437"/>
                <a:gd name="T59" fmla="*/ 1 h 260"/>
                <a:gd name="T60" fmla="*/ 3 w 437"/>
                <a:gd name="T61" fmla="*/ 1 h 260"/>
                <a:gd name="T62" fmla="*/ 3 w 437"/>
                <a:gd name="T63" fmla="*/ 1 h 260"/>
                <a:gd name="T64" fmla="*/ 3 w 437"/>
                <a:gd name="T65" fmla="*/ 2 h 260"/>
                <a:gd name="T66" fmla="*/ 3 w 437"/>
                <a:gd name="T67" fmla="*/ 2 h 260"/>
                <a:gd name="T68" fmla="*/ 3 w 437"/>
                <a:gd name="T69" fmla="*/ 2 h 260"/>
                <a:gd name="T70" fmla="*/ 3 w 437"/>
                <a:gd name="T71" fmla="*/ 2 h 260"/>
                <a:gd name="T72" fmla="*/ 3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437" y="260"/>
                  </a:moveTo>
                  <a:lnTo>
                    <a:pt x="437" y="260"/>
                  </a:lnTo>
                  <a:lnTo>
                    <a:pt x="434" y="233"/>
                  </a:lnTo>
                  <a:lnTo>
                    <a:pt x="427" y="206"/>
                  </a:lnTo>
                  <a:lnTo>
                    <a:pt x="417" y="181"/>
                  </a:lnTo>
                  <a:lnTo>
                    <a:pt x="401" y="157"/>
                  </a:lnTo>
                  <a:lnTo>
                    <a:pt x="383" y="133"/>
                  </a:lnTo>
                  <a:lnTo>
                    <a:pt x="360" y="113"/>
                  </a:lnTo>
                  <a:lnTo>
                    <a:pt x="336" y="93"/>
                  </a:lnTo>
                  <a:lnTo>
                    <a:pt x="308" y="73"/>
                  </a:lnTo>
                  <a:lnTo>
                    <a:pt x="276" y="58"/>
                  </a:lnTo>
                  <a:lnTo>
                    <a:pt x="242" y="43"/>
                  </a:lnTo>
                  <a:lnTo>
                    <a:pt x="207" y="30"/>
                  </a:lnTo>
                  <a:lnTo>
                    <a:pt x="168" y="19"/>
                  </a:lnTo>
                  <a:lnTo>
                    <a:pt x="128" y="11"/>
                  </a:lnTo>
                  <a:lnTo>
                    <a:pt x="87" y="4"/>
                  </a:lnTo>
                  <a:lnTo>
                    <a:pt x="43" y="1"/>
                  </a:lnTo>
                  <a:lnTo>
                    <a:pt x="0" y="0"/>
                  </a:lnTo>
                  <a:lnTo>
                    <a:pt x="0" y="11"/>
                  </a:lnTo>
                  <a:lnTo>
                    <a:pt x="43" y="12"/>
                  </a:lnTo>
                  <a:lnTo>
                    <a:pt x="85" y="16"/>
                  </a:lnTo>
                  <a:lnTo>
                    <a:pt x="126" y="23"/>
                  </a:lnTo>
                  <a:lnTo>
                    <a:pt x="166" y="31"/>
                  </a:lnTo>
                  <a:lnTo>
                    <a:pt x="202" y="42"/>
                  </a:lnTo>
                  <a:lnTo>
                    <a:pt x="237" y="55"/>
                  </a:lnTo>
                  <a:lnTo>
                    <a:pt x="271" y="70"/>
                  </a:lnTo>
                  <a:lnTo>
                    <a:pt x="301" y="85"/>
                  </a:lnTo>
                  <a:lnTo>
                    <a:pt x="329" y="103"/>
                  </a:lnTo>
                  <a:lnTo>
                    <a:pt x="353" y="123"/>
                  </a:lnTo>
                  <a:lnTo>
                    <a:pt x="373" y="143"/>
                  </a:lnTo>
                  <a:lnTo>
                    <a:pt x="392" y="164"/>
                  </a:lnTo>
                  <a:lnTo>
                    <a:pt x="405" y="186"/>
                  </a:lnTo>
                  <a:lnTo>
                    <a:pt x="415" y="211"/>
                  </a:lnTo>
                  <a:lnTo>
                    <a:pt x="422" y="235"/>
                  </a:lnTo>
                  <a:lnTo>
                    <a:pt x="425" y="260"/>
                  </a:lnTo>
                  <a:lnTo>
                    <a:pt x="437"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7616" name="Freeform 57"/>
            <p:cNvSpPr>
              <a:spLocks/>
            </p:cNvSpPr>
            <p:nvPr/>
          </p:nvSpPr>
          <p:spPr bwMode="auto">
            <a:xfrm>
              <a:off x="1267" y="1640"/>
              <a:ext cx="87" cy="52"/>
            </a:xfrm>
            <a:custGeom>
              <a:avLst/>
              <a:gdLst>
                <a:gd name="T0" fmla="*/ 0 w 437"/>
                <a:gd name="T1" fmla="*/ 2 h 260"/>
                <a:gd name="T2" fmla="*/ 0 w 437"/>
                <a:gd name="T3" fmla="*/ 2 h 260"/>
                <a:gd name="T4" fmla="*/ 0 w 437"/>
                <a:gd name="T5" fmla="*/ 2 h 260"/>
                <a:gd name="T6" fmla="*/ 1 w 437"/>
                <a:gd name="T7" fmla="*/ 2 h 260"/>
                <a:gd name="T8" fmla="*/ 1 w 437"/>
                <a:gd name="T9" fmla="*/ 2 h 260"/>
                <a:gd name="T10" fmla="*/ 1 w 437"/>
                <a:gd name="T11" fmla="*/ 2 h 260"/>
                <a:gd name="T12" fmla="*/ 2 w 437"/>
                <a:gd name="T13" fmla="*/ 2 h 260"/>
                <a:gd name="T14" fmla="*/ 2 w 437"/>
                <a:gd name="T15" fmla="*/ 2 h 260"/>
                <a:gd name="T16" fmla="*/ 2 w 437"/>
                <a:gd name="T17" fmla="*/ 2 h 260"/>
                <a:gd name="T18" fmla="*/ 2 w 437"/>
                <a:gd name="T19" fmla="*/ 1 h 260"/>
                <a:gd name="T20" fmla="*/ 3 w 437"/>
                <a:gd name="T21" fmla="*/ 1 h 260"/>
                <a:gd name="T22" fmla="*/ 3 w 437"/>
                <a:gd name="T23" fmla="*/ 1 h 260"/>
                <a:gd name="T24" fmla="*/ 3 w 437"/>
                <a:gd name="T25" fmla="*/ 1 h 260"/>
                <a:gd name="T26" fmla="*/ 3 w 437"/>
                <a:gd name="T27" fmla="*/ 1 h 260"/>
                <a:gd name="T28" fmla="*/ 3 w 437"/>
                <a:gd name="T29" fmla="*/ 1 h 260"/>
                <a:gd name="T30" fmla="*/ 3 w 437"/>
                <a:gd name="T31" fmla="*/ 0 h 260"/>
                <a:gd name="T32" fmla="*/ 3 w 437"/>
                <a:gd name="T33" fmla="*/ 0 h 260"/>
                <a:gd name="T34" fmla="*/ 3 w 437"/>
                <a:gd name="T35" fmla="*/ 0 h 260"/>
                <a:gd name="T36" fmla="*/ 3 w 437"/>
                <a:gd name="T37" fmla="*/ 0 h 260"/>
                <a:gd name="T38" fmla="*/ 3 w 437"/>
                <a:gd name="T39" fmla="*/ 0 h 260"/>
                <a:gd name="T40" fmla="*/ 3 w 437"/>
                <a:gd name="T41" fmla="*/ 0 h 260"/>
                <a:gd name="T42" fmla="*/ 3 w 437"/>
                <a:gd name="T43" fmla="*/ 1 h 260"/>
                <a:gd name="T44" fmla="*/ 3 w 437"/>
                <a:gd name="T45" fmla="*/ 1 h 260"/>
                <a:gd name="T46" fmla="*/ 3 w 437"/>
                <a:gd name="T47" fmla="*/ 1 h 260"/>
                <a:gd name="T48" fmla="*/ 3 w 437"/>
                <a:gd name="T49" fmla="*/ 1 h 260"/>
                <a:gd name="T50" fmla="*/ 3 w 437"/>
                <a:gd name="T51" fmla="*/ 1 h 260"/>
                <a:gd name="T52" fmla="*/ 2 w 437"/>
                <a:gd name="T53" fmla="*/ 1 h 260"/>
                <a:gd name="T54" fmla="*/ 2 w 437"/>
                <a:gd name="T55" fmla="*/ 2 h 260"/>
                <a:gd name="T56" fmla="*/ 2 w 437"/>
                <a:gd name="T57" fmla="*/ 2 h 260"/>
                <a:gd name="T58" fmla="*/ 2 w 437"/>
                <a:gd name="T59" fmla="*/ 2 h 260"/>
                <a:gd name="T60" fmla="*/ 1 w 437"/>
                <a:gd name="T61" fmla="*/ 2 h 260"/>
                <a:gd name="T62" fmla="*/ 1 w 437"/>
                <a:gd name="T63" fmla="*/ 2 h 260"/>
                <a:gd name="T64" fmla="*/ 1 w 437"/>
                <a:gd name="T65" fmla="*/ 2 h 260"/>
                <a:gd name="T66" fmla="*/ 0 w 437"/>
                <a:gd name="T67" fmla="*/ 2 h 260"/>
                <a:gd name="T68" fmla="*/ 0 w 437"/>
                <a:gd name="T69" fmla="*/ 2 h 260"/>
                <a:gd name="T70" fmla="*/ 0 w 437"/>
                <a:gd name="T71" fmla="*/ 2 h 260"/>
                <a:gd name="T72" fmla="*/ 0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0" y="260"/>
                  </a:moveTo>
                  <a:lnTo>
                    <a:pt x="0" y="260"/>
                  </a:lnTo>
                  <a:lnTo>
                    <a:pt x="43" y="259"/>
                  </a:lnTo>
                  <a:lnTo>
                    <a:pt x="87" y="255"/>
                  </a:lnTo>
                  <a:lnTo>
                    <a:pt x="128" y="248"/>
                  </a:lnTo>
                  <a:lnTo>
                    <a:pt x="168" y="240"/>
                  </a:lnTo>
                  <a:lnTo>
                    <a:pt x="207" y="230"/>
                  </a:lnTo>
                  <a:lnTo>
                    <a:pt x="242" y="217"/>
                  </a:lnTo>
                  <a:lnTo>
                    <a:pt x="276" y="202"/>
                  </a:lnTo>
                  <a:lnTo>
                    <a:pt x="308" y="185"/>
                  </a:lnTo>
                  <a:lnTo>
                    <a:pt x="336" y="166"/>
                  </a:lnTo>
                  <a:lnTo>
                    <a:pt x="360" y="146"/>
                  </a:lnTo>
                  <a:lnTo>
                    <a:pt x="383" y="125"/>
                  </a:lnTo>
                  <a:lnTo>
                    <a:pt x="401" y="102"/>
                  </a:lnTo>
                  <a:lnTo>
                    <a:pt x="417" y="77"/>
                  </a:lnTo>
                  <a:lnTo>
                    <a:pt x="427" y="53"/>
                  </a:lnTo>
                  <a:lnTo>
                    <a:pt x="434" y="27"/>
                  </a:lnTo>
                  <a:lnTo>
                    <a:pt x="437" y="0"/>
                  </a:lnTo>
                  <a:lnTo>
                    <a:pt x="425" y="0"/>
                  </a:lnTo>
                  <a:lnTo>
                    <a:pt x="422" y="24"/>
                  </a:lnTo>
                  <a:lnTo>
                    <a:pt x="415" y="48"/>
                  </a:lnTo>
                  <a:lnTo>
                    <a:pt x="405" y="73"/>
                  </a:lnTo>
                  <a:lnTo>
                    <a:pt x="392" y="95"/>
                  </a:lnTo>
                  <a:lnTo>
                    <a:pt x="373" y="116"/>
                  </a:lnTo>
                  <a:lnTo>
                    <a:pt x="353" y="137"/>
                  </a:lnTo>
                  <a:lnTo>
                    <a:pt x="329" y="157"/>
                  </a:lnTo>
                  <a:lnTo>
                    <a:pt x="301" y="173"/>
                  </a:lnTo>
                  <a:lnTo>
                    <a:pt x="271" y="190"/>
                  </a:lnTo>
                  <a:lnTo>
                    <a:pt x="237" y="205"/>
                  </a:lnTo>
                  <a:lnTo>
                    <a:pt x="202" y="218"/>
                  </a:lnTo>
                  <a:lnTo>
                    <a:pt x="166" y="228"/>
                  </a:lnTo>
                  <a:lnTo>
                    <a:pt x="126" y="237"/>
                  </a:lnTo>
                  <a:lnTo>
                    <a:pt x="85" y="244"/>
                  </a:lnTo>
                  <a:lnTo>
                    <a:pt x="43" y="247"/>
                  </a:lnTo>
                  <a:lnTo>
                    <a:pt x="0" y="248"/>
                  </a:lnTo>
                  <a:lnTo>
                    <a:pt x="0"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7617" name="Freeform 58"/>
            <p:cNvSpPr>
              <a:spLocks/>
            </p:cNvSpPr>
            <p:nvPr/>
          </p:nvSpPr>
          <p:spPr bwMode="auto">
            <a:xfrm>
              <a:off x="1179" y="1640"/>
              <a:ext cx="88" cy="52"/>
            </a:xfrm>
            <a:custGeom>
              <a:avLst/>
              <a:gdLst>
                <a:gd name="T0" fmla="*/ 0 w 439"/>
                <a:gd name="T1" fmla="*/ 0 h 260"/>
                <a:gd name="T2" fmla="*/ 0 w 439"/>
                <a:gd name="T3" fmla="*/ 0 h 260"/>
                <a:gd name="T4" fmla="*/ 0 w 439"/>
                <a:gd name="T5" fmla="*/ 0 h 260"/>
                <a:gd name="T6" fmla="*/ 0 w 439"/>
                <a:gd name="T7" fmla="*/ 0 h 260"/>
                <a:gd name="T8" fmla="*/ 0 w 439"/>
                <a:gd name="T9" fmla="*/ 1 h 260"/>
                <a:gd name="T10" fmla="*/ 0 w 439"/>
                <a:gd name="T11" fmla="*/ 1 h 260"/>
                <a:gd name="T12" fmla="*/ 0 w 439"/>
                <a:gd name="T13" fmla="*/ 1 h 260"/>
                <a:gd name="T14" fmla="*/ 1 w 439"/>
                <a:gd name="T15" fmla="*/ 1 h 260"/>
                <a:gd name="T16" fmla="*/ 1 w 439"/>
                <a:gd name="T17" fmla="*/ 1 h 260"/>
                <a:gd name="T18" fmla="*/ 1 w 439"/>
                <a:gd name="T19" fmla="*/ 1 h 260"/>
                <a:gd name="T20" fmla="*/ 1 w 439"/>
                <a:gd name="T21" fmla="*/ 2 h 260"/>
                <a:gd name="T22" fmla="*/ 2 w 439"/>
                <a:gd name="T23" fmla="*/ 2 h 260"/>
                <a:gd name="T24" fmla="*/ 2 w 439"/>
                <a:gd name="T25" fmla="*/ 2 h 260"/>
                <a:gd name="T26" fmla="*/ 2 w 439"/>
                <a:gd name="T27" fmla="*/ 2 h 260"/>
                <a:gd name="T28" fmla="*/ 2 w 439"/>
                <a:gd name="T29" fmla="*/ 2 h 260"/>
                <a:gd name="T30" fmla="*/ 3 w 439"/>
                <a:gd name="T31" fmla="*/ 2 h 260"/>
                <a:gd name="T32" fmla="*/ 3 w 439"/>
                <a:gd name="T33" fmla="*/ 2 h 260"/>
                <a:gd name="T34" fmla="*/ 4 w 439"/>
                <a:gd name="T35" fmla="*/ 2 h 260"/>
                <a:gd name="T36" fmla="*/ 4 w 439"/>
                <a:gd name="T37" fmla="*/ 2 h 260"/>
                <a:gd name="T38" fmla="*/ 3 w 439"/>
                <a:gd name="T39" fmla="*/ 2 h 260"/>
                <a:gd name="T40" fmla="*/ 3 w 439"/>
                <a:gd name="T41" fmla="*/ 2 h 260"/>
                <a:gd name="T42" fmla="*/ 3 w 439"/>
                <a:gd name="T43" fmla="*/ 2 h 260"/>
                <a:gd name="T44" fmla="*/ 2 w 439"/>
                <a:gd name="T45" fmla="*/ 2 h 260"/>
                <a:gd name="T46" fmla="*/ 2 w 439"/>
                <a:gd name="T47" fmla="*/ 2 h 260"/>
                <a:gd name="T48" fmla="*/ 2 w 439"/>
                <a:gd name="T49" fmla="*/ 2 h 260"/>
                <a:gd name="T50" fmla="*/ 1 w 439"/>
                <a:gd name="T51" fmla="*/ 2 h 260"/>
                <a:gd name="T52" fmla="*/ 1 w 439"/>
                <a:gd name="T53" fmla="*/ 1 h 260"/>
                <a:gd name="T54" fmla="*/ 1 w 439"/>
                <a:gd name="T55" fmla="*/ 1 h 260"/>
                <a:gd name="T56" fmla="*/ 1 w 439"/>
                <a:gd name="T57" fmla="*/ 1 h 260"/>
                <a:gd name="T58" fmla="*/ 1 w 439"/>
                <a:gd name="T59" fmla="*/ 1 h 260"/>
                <a:gd name="T60" fmla="*/ 0 w 439"/>
                <a:gd name="T61" fmla="*/ 1 h 260"/>
                <a:gd name="T62" fmla="*/ 0 w 439"/>
                <a:gd name="T63" fmla="*/ 1 h 260"/>
                <a:gd name="T64" fmla="*/ 0 w 439"/>
                <a:gd name="T65" fmla="*/ 0 h 260"/>
                <a:gd name="T66" fmla="*/ 0 w 439"/>
                <a:gd name="T67" fmla="*/ 0 h 260"/>
                <a:gd name="T68" fmla="*/ 0 w 439"/>
                <a:gd name="T69" fmla="*/ 0 h 260"/>
                <a:gd name="T70" fmla="*/ 0 w 439"/>
                <a:gd name="T71" fmla="*/ 0 h 260"/>
                <a:gd name="T72" fmla="*/ 0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0" y="0"/>
                  </a:moveTo>
                  <a:lnTo>
                    <a:pt x="0" y="0"/>
                  </a:lnTo>
                  <a:lnTo>
                    <a:pt x="3" y="27"/>
                  </a:lnTo>
                  <a:lnTo>
                    <a:pt x="10" y="53"/>
                  </a:lnTo>
                  <a:lnTo>
                    <a:pt x="20" y="77"/>
                  </a:lnTo>
                  <a:lnTo>
                    <a:pt x="35" y="102"/>
                  </a:lnTo>
                  <a:lnTo>
                    <a:pt x="54" y="125"/>
                  </a:lnTo>
                  <a:lnTo>
                    <a:pt x="76" y="146"/>
                  </a:lnTo>
                  <a:lnTo>
                    <a:pt x="102" y="166"/>
                  </a:lnTo>
                  <a:lnTo>
                    <a:pt x="130" y="185"/>
                  </a:lnTo>
                  <a:lnTo>
                    <a:pt x="162" y="202"/>
                  </a:lnTo>
                  <a:lnTo>
                    <a:pt x="195" y="217"/>
                  </a:lnTo>
                  <a:lnTo>
                    <a:pt x="231" y="230"/>
                  </a:lnTo>
                  <a:lnTo>
                    <a:pt x="270" y="240"/>
                  </a:lnTo>
                  <a:lnTo>
                    <a:pt x="310" y="248"/>
                  </a:lnTo>
                  <a:lnTo>
                    <a:pt x="351" y="255"/>
                  </a:lnTo>
                  <a:lnTo>
                    <a:pt x="395" y="259"/>
                  </a:lnTo>
                  <a:lnTo>
                    <a:pt x="439" y="260"/>
                  </a:lnTo>
                  <a:lnTo>
                    <a:pt x="439" y="248"/>
                  </a:lnTo>
                  <a:lnTo>
                    <a:pt x="395" y="247"/>
                  </a:lnTo>
                  <a:lnTo>
                    <a:pt x="353" y="244"/>
                  </a:lnTo>
                  <a:lnTo>
                    <a:pt x="312" y="237"/>
                  </a:lnTo>
                  <a:lnTo>
                    <a:pt x="272" y="228"/>
                  </a:lnTo>
                  <a:lnTo>
                    <a:pt x="236" y="218"/>
                  </a:lnTo>
                  <a:lnTo>
                    <a:pt x="200" y="205"/>
                  </a:lnTo>
                  <a:lnTo>
                    <a:pt x="167" y="190"/>
                  </a:lnTo>
                  <a:lnTo>
                    <a:pt x="137" y="173"/>
                  </a:lnTo>
                  <a:lnTo>
                    <a:pt x="109" y="157"/>
                  </a:lnTo>
                  <a:lnTo>
                    <a:pt x="84" y="137"/>
                  </a:lnTo>
                  <a:lnTo>
                    <a:pt x="64" y="116"/>
                  </a:lnTo>
                  <a:lnTo>
                    <a:pt x="45" y="95"/>
                  </a:lnTo>
                  <a:lnTo>
                    <a:pt x="32" y="73"/>
                  </a:lnTo>
                  <a:lnTo>
                    <a:pt x="21" y="48"/>
                  </a:lnTo>
                  <a:lnTo>
                    <a:pt x="14" y="24"/>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7618" name="Freeform 59"/>
            <p:cNvSpPr>
              <a:spLocks/>
            </p:cNvSpPr>
            <p:nvPr/>
          </p:nvSpPr>
          <p:spPr bwMode="auto">
            <a:xfrm>
              <a:off x="1179" y="1588"/>
              <a:ext cx="88" cy="52"/>
            </a:xfrm>
            <a:custGeom>
              <a:avLst/>
              <a:gdLst>
                <a:gd name="T0" fmla="*/ 4 w 439"/>
                <a:gd name="T1" fmla="*/ 0 h 260"/>
                <a:gd name="T2" fmla="*/ 4 w 439"/>
                <a:gd name="T3" fmla="*/ 0 h 260"/>
                <a:gd name="T4" fmla="*/ 3 w 439"/>
                <a:gd name="T5" fmla="*/ 0 h 260"/>
                <a:gd name="T6" fmla="*/ 3 w 439"/>
                <a:gd name="T7" fmla="*/ 0 h 260"/>
                <a:gd name="T8" fmla="*/ 2 w 439"/>
                <a:gd name="T9" fmla="*/ 0 h 260"/>
                <a:gd name="T10" fmla="*/ 2 w 439"/>
                <a:gd name="T11" fmla="*/ 0 h 260"/>
                <a:gd name="T12" fmla="*/ 2 w 439"/>
                <a:gd name="T13" fmla="*/ 0 h 260"/>
                <a:gd name="T14" fmla="*/ 2 w 439"/>
                <a:gd name="T15" fmla="*/ 0 h 260"/>
                <a:gd name="T16" fmla="*/ 1 w 439"/>
                <a:gd name="T17" fmla="*/ 0 h 260"/>
                <a:gd name="T18" fmla="*/ 1 w 439"/>
                <a:gd name="T19" fmla="*/ 1 h 260"/>
                <a:gd name="T20" fmla="*/ 1 w 439"/>
                <a:gd name="T21" fmla="*/ 1 h 260"/>
                <a:gd name="T22" fmla="*/ 1 w 439"/>
                <a:gd name="T23" fmla="*/ 1 h 260"/>
                <a:gd name="T24" fmla="*/ 0 w 439"/>
                <a:gd name="T25" fmla="*/ 1 h 260"/>
                <a:gd name="T26" fmla="*/ 0 w 439"/>
                <a:gd name="T27" fmla="*/ 1 h 260"/>
                <a:gd name="T28" fmla="*/ 0 w 439"/>
                <a:gd name="T29" fmla="*/ 1 h 260"/>
                <a:gd name="T30" fmla="*/ 0 w 439"/>
                <a:gd name="T31" fmla="*/ 2 h 260"/>
                <a:gd name="T32" fmla="*/ 0 w 439"/>
                <a:gd name="T33" fmla="*/ 2 h 260"/>
                <a:gd name="T34" fmla="*/ 0 w 439"/>
                <a:gd name="T35" fmla="*/ 2 h 260"/>
                <a:gd name="T36" fmla="*/ 0 w 439"/>
                <a:gd name="T37" fmla="*/ 2 h 260"/>
                <a:gd name="T38" fmla="*/ 0 w 439"/>
                <a:gd name="T39" fmla="*/ 2 h 260"/>
                <a:gd name="T40" fmla="*/ 0 w 439"/>
                <a:gd name="T41" fmla="*/ 2 h 260"/>
                <a:gd name="T42" fmla="*/ 0 w 439"/>
                <a:gd name="T43" fmla="*/ 1 h 260"/>
                <a:gd name="T44" fmla="*/ 0 w 439"/>
                <a:gd name="T45" fmla="*/ 1 h 260"/>
                <a:gd name="T46" fmla="*/ 1 w 439"/>
                <a:gd name="T47" fmla="*/ 1 h 260"/>
                <a:gd name="T48" fmla="*/ 1 w 439"/>
                <a:gd name="T49" fmla="*/ 1 h 260"/>
                <a:gd name="T50" fmla="*/ 1 w 439"/>
                <a:gd name="T51" fmla="*/ 1 h 260"/>
                <a:gd name="T52" fmla="*/ 1 w 439"/>
                <a:gd name="T53" fmla="*/ 1 h 260"/>
                <a:gd name="T54" fmla="*/ 1 w 439"/>
                <a:gd name="T55" fmla="*/ 1 h 260"/>
                <a:gd name="T56" fmla="*/ 2 w 439"/>
                <a:gd name="T57" fmla="*/ 0 h 260"/>
                <a:gd name="T58" fmla="*/ 2 w 439"/>
                <a:gd name="T59" fmla="*/ 0 h 260"/>
                <a:gd name="T60" fmla="*/ 2 w 439"/>
                <a:gd name="T61" fmla="*/ 0 h 260"/>
                <a:gd name="T62" fmla="*/ 3 w 439"/>
                <a:gd name="T63" fmla="*/ 0 h 260"/>
                <a:gd name="T64" fmla="*/ 3 w 439"/>
                <a:gd name="T65" fmla="*/ 0 h 260"/>
                <a:gd name="T66" fmla="*/ 3 w 439"/>
                <a:gd name="T67" fmla="*/ 0 h 260"/>
                <a:gd name="T68" fmla="*/ 4 w 439"/>
                <a:gd name="T69" fmla="*/ 0 h 260"/>
                <a:gd name="T70" fmla="*/ 4 w 439"/>
                <a:gd name="T71" fmla="*/ 0 h 260"/>
                <a:gd name="T72" fmla="*/ 4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439" y="0"/>
                  </a:moveTo>
                  <a:lnTo>
                    <a:pt x="439" y="0"/>
                  </a:lnTo>
                  <a:lnTo>
                    <a:pt x="395" y="1"/>
                  </a:lnTo>
                  <a:lnTo>
                    <a:pt x="351" y="4"/>
                  </a:lnTo>
                  <a:lnTo>
                    <a:pt x="310" y="11"/>
                  </a:lnTo>
                  <a:lnTo>
                    <a:pt x="270" y="19"/>
                  </a:lnTo>
                  <a:lnTo>
                    <a:pt x="231" y="30"/>
                  </a:lnTo>
                  <a:lnTo>
                    <a:pt x="195" y="43"/>
                  </a:lnTo>
                  <a:lnTo>
                    <a:pt x="162" y="58"/>
                  </a:lnTo>
                  <a:lnTo>
                    <a:pt x="130" y="73"/>
                  </a:lnTo>
                  <a:lnTo>
                    <a:pt x="102" y="93"/>
                  </a:lnTo>
                  <a:lnTo>
                    <a:pt x="76" y="113"/>
                  </a:lnTo>
                  <a:lnTo>
                    <a:pt x="54" y="133"/>
                  </a:lnTo>
                  <a:lnTo>
                    <a:pt x="35" y="157"/>
                  </a:lnTo>
                  <a:lnTo>
                    <a:pt x="20" y="181"/>
                  </a:lnTo>
                  <a:lnTo>
                    <a:pt x="10" y="206"/>
                  </a:lnTo>
                  <a:lnTo>
                    <a:pt x="3" y="233"/>
                  </a:lnTo>
                  <a:lnTo>
                    <a:pt x="0" y="260"/>
                  </a:lnTo>
                  <a:lnTo>
                    <a:pt x="12" y="260"/>
                  </a:lnTo>
                  <a:lnTo>
                    <a:pt x="14" y="235"/>
                  </a:lnTo>
                  <a:lnTo>
                    <a:pt x="21" y="211"/>
                  </a:lnTo>
                  <a:lnTo>
                    <a:pt x="32" y="186"/>
                  </a:lnTo>
                  <a:lnTo>
                    <a:pt x="45" y="164"/>
                  </a:lnTo>
                  <a:lnTo>
                    <a:pt x="64" y="143"/>
                  </a:lnTo>
                  <a:lnTo>
                    <a:pt x="84" y="123"/>
                  </a:lnTo>
                  <a:lnTo>
                    <a:pt x="109" y="103"/>
                  </a:lnTo>
                  <a:lnTo>
                    <a:pt x="137" y="85"/>
                  </a:lnTo>
                  <a:lnTo>
                    <a:pt x="167" y="70"/>
                  </a:lnTo>
                  <a:lnTo>
                    <a:pt x="200" y="55"/>
                  </a:lnTo>
                  <a:lnTo>
                    <a:pt x="236" y="42"/>
                  </a:lnTo>
                  <a:lnTo>
                    <a:pt x="272" y="31"/>
                  </a:lnTo>
                  <a:lnTo>
                    <a:pt x="312" y="23"/>
                  </a:lnTo>
                  <a:lnTo>
                    <a:pt x="353" y="16"/>
                  </a:lnTo>
                  <a:lnTo>
                    <a:pt x="395" y="12"/>
                  </a:lnTo>
                  <a:lnTo>
                    <a:pt x="439" y="11"/>
                  </a:lnTo>
                  <a:lnTo>
                    <a:pt x="439"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7619" name="Freeform 60"/>
            <p:cNvSpPr>
              <a:spLocks/>
            </p:cNvSpPr>
            <p:nvPr/>
          </p:nvSpPr>
          <p:spPr bwMode="auto">
            <a:xfrm>
              <a:off x="964" y="1745"/>
              <a:ext cx="48" cy="85"/>
            </a:xfrm>
            <a:custGeom>
              <a:avLst/>
              <a:gdLst>
                <a:gd name="T0" fmla="*/ 2 w 244"/>
                <a:gd name="T1" fmla="*/ 3 h 426"/>
                <a:gd name="T2" fmla="*/ 2 w 244"/>
                <a:gd name="T3" fmla="*/ 3 h 426"/>
                <a:gd name="T4" fmla="*/ 2 w 244"/>
                <a:gd name="T5" fmla="*/ 3 h 426"/>
                <a:gd name="T6" fmla="*/ 2 w 244"/>
                <a:gd name="T7" fmla="*/ 3 h 426"/>
                <a:gd name="T8" fmla="*/ 2 w 244"/>
                <a:gd name="T9" fmla="*/ 2 h 426"/>
                <a:gd name="T10" fmla="*/ 2 w 244"/>
                <a:gd name="T11" fmla="*/ 2 h 426"/>
                <a:gd name="T12" fmla="*/ 2 w 244"/>
                <a:gd name="T13" fmla="*/ 2 h 426"/>
                <a:gd name="T14" fmla="*/ 2 w 244"/>
                <a:gd name="T15" fmla="*/ 2 h 426"/>
                <a:gd name="T16" fmla="*/ 1 w 244"/>
                <a:gd name="T17" fmla="*/ 1 h 426"/>
                <a:gd name="T18" fmla="*/ 1 w 244"/>
                <a:gd name="T19" fmla="*/ 1 h 426"/>
                <a:gd name="T20" fmla="*/ 1 w 244"/>
                <a:gd name="T21" fmla="*/ 1 h 426"/>
                <a:gd name="T22" fmla="*/ 1 w 244"/>
                <a:gd name="T23" fmla="*/ 1 h 426"/>
                <a:gd name="T24" fmla="*/ 1 w 244"/>
                <a:gd name="T25" fmla="*/ 0 h 426"/>
                <a:gd name="T26" fmla="*/ 1 w 244"/>
                <a:gd name="T27" fmla="*/ 0 h 426"/>
                <a:gd name="T28" fmla="*/ 1 w 244"/>
                <a:gd name="T29" fmla="*/ 0 h 426"/>
                <a:gd name="T30" fmla="*/ 0 w 244"/>
                <a:gd name="T31" fmla="*/ 0 h 426"/>
                <a:gd name="T32" fmla="*/ 0 w 244"/>
                <a:gd name="T33" fmla="*/ 0 h 426"/>
                <a:gd name="T34" fmla="*/ 0 w 244"/>
                <a:gd name="T35" fmla="*/ 0 h 426"/>
                <a:gd name="T36" fmla="*/ 0 w 244"/>
                <a:gd name="T37" fmla="*/ 0 h 426"/>
                <a:gd name="T38" fmla="*/ 0 w 244"/>
                <a:gd name="T39" fmla="*/ 0 h 426"/>
                <a:gd name="T40" fmla="*/ 0 w 244"/>
                <a:gd name="T41" fmla="*/ 0 h 426"/>
                <a:gd name="T42" fmla="*/ 1 w 244"/>
                <a:gd name="T43" fmla="*/ 0 h 426"/>
                <a:gd name="T44" fmla="*/ 1 w 244"/>
                <a:gd name="T45" fmla="*/ 0 h 426"/>
                <a:gd name="T46" fmla="*/ 1 w 244"/>
                <a:gd name="T47" fmla="*/ 0 h 426"/>
                <a:gd name="T48" fmla="*/ 1 w 244"/>
                <a:gd name="T49" fmla="*/ 1 h 426"/>
                <a:gd name="T50" fmla="*/ 1 w 244"/>
                <a:gd name="T51" fmla="*/ 1 h 426"/>
                <a:gd name="T52" fmla="*/ 1 w 244"/>
                <a:gd name="T53" fmla="*/ 1 h 426"/>
                <a:gd name="T54" fmla="*/ 1 w 244"/>
                <a:gd name="T55" fmla="*/ 1 h 426"/>
                <a:gd name="T56" fmla="*/ 1 w 244"/>
                <a:gd name="T57" fmla="*/ 2 h 426"/>
                <a:gd name="T58" fmla="*/ 2 w 244"/>
                <a:gd name="T59" fmla="*/ 2 h 426"/>
                <a:gd name="T60" fmla="*/ 2 w 244"/>
                <a:gd name="T61" fmla="*/ 2 h 426"/>
                <a:gd name="T62" fmla="*/ 2 w 244"/>
                <a:gd name="T63" fmla="*/ 2 h 426"/>
                <a:gd name="T64" fmla="*/ 2 w 244"/>
                <a:gd name="T65" fmla="*/ 3 h 426"/>
                <a:gd name="T66" fmla="*/ 2 w 244"/>
                <a:gd name="T67" fmla="*/ 3 h 426"/>
                <a:gd name="T68" fmla="*/ 2 w 244"/>
                <a:gd name="T69" fmla="*/ 3 h 426"/>
                <a:gd name="T70" fmla="*/ 2 w 244"/>
                <a:gd name="T71" fmla="*/ 3 h 426"/>
                <a:gd name="T72" fmla="*/ 2 w 244"/>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6"/>
                <a:gd name="T113" fmla="*/ 244 w 244"/>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6">
                  <a:moveTo>
                    <a:pt x="244" y="426"/>
                  </a:moveTo>
                  <a:lnTo>
                    <a:pt x="244" y="426"/>
                  </a:lnTo>
                  <a:lnTo>
                    <a:pt x="243" y="383"/>
                  </a:lnTo>
                  <a:lnTo>
                    <a:pt x="240" y="340"/>
                  </a:lnTo>
                  <a:lnTo>
                    <a:pt x="234" y="300"/>
                  </a:lnTo>
                  <a:lnTo>
                    <a:pt x="226" y="262"/>
                  </a:lnTo>
                  <a:lnTo>
                    <a:pt x="215" y="224"/>
                  </a:lnTo>
                  <a:lnTo>
                    <a:pt x="203" y="189"/>
                  </a:lnTo>
                  <a:lnTo>
                    <a:pt x="189" y="157"/>
                  </a:lnTo>
                  <a:lnTo>
                    <a:pt x="174" y="126"/>
                  </a:lnTo>
                  <a:lnTo>
                    <a:pt x="155" y="99"/>
                  </a:lnTo>
                  <a:lnTo>
                    <a:pt x="138" y="74"/>
                  </a:lnTo>
                  <a:lnTo>
                    <a:pt x="118" y="52"/>
                  </a:lnTo>
                  <a:lnTo>
                    <a:pt x="96" y="34"/>
                  </a:lnTo>
                  <a:lnTo>
                    <a:pt x="73" y="19"/>
                  </a:lnTo>
                  <a:lnTo>
                    <a:pt x="50" y="8"/>
                  </a:lnTo>
                  <a:lnTo>
                    <a:pt x="25" y="2"/>
                  </a:lnTo>
                  <a:lnTo>
                    <a:pt x="0" y="0"/>
                  </a:lnTo>
                  <a:lnTo>
                    <a:pt x="0" y="12"/>
                  </a:lnTo>
                  <a:lnTo>
                    <a:pt x="23" y="14"/>
                  </a:lnTo>
                  <a:lnTo>
                    <a:pt x="45" y="20"/>
                  </a:lnTo>
                  <a:lnTo>
                    <a:pt x="66" y="31"/>
                  </a:lnTo>
                  <a:lnTo>
                    <a:pt x="89" y="43"/>
                  </a:lnTo>
                  <a:lnTo>
                    <a:pt x="109" y="61"/>
                  </a:lnTo>
                  <a:lnTo>
                    <a:pt x="129" y="81"/>
                  </a:lnTo>
                  <a:lnTo>
                    <a:pt x="146" y="106"/>
                  </a:lnTo>
                  <a:lnTo>
                    <a:pt x="162" y="133"/>
                  </a:lnTo>
                  <a:lnTo>
                    <a:pt x="178" y="162"/>
                  </a:lnTo>
                  <a:lnTo>
                    <a:pt x="192" y="194"/>
                  </a:lnTo>
                  <a:lnTo>
                    <a:pt x="203" y="229"/>
                  </a:lnTo>
                  <a:lnTo>
                    <a:pt x="214" y="264"/>
                  </a:lnTo>
                  <a:lnTo>
                    <a:pt x="222" y="303"/>
                  </a:lnTo>
                  <a:lnTo>
                    <a:pt x="228" y="342"/>
                  </a:lnTo>
                  <a:lnTo>
                    <a:pt x="232" y="383"/>
                  </a:lnTo>
                  <a:lnTo>
                    <a:pt x="233" y="426"/>
                  </a:lnTo>
                  <a:lnTo>
                    <a:pt x="244"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7620" name="Freeform 61"/>
            <p:cNvSpPr>
              <a:spLocks/>
            </p:cNvSpPr>
            <p:nvPr/>
          </p:nvSpPr>
          <p:spPr bwMode="auto">
            <a:xfrm>
              <a:off x="964" y="1830"/>
              <a:ext cx="48" cy="85"/>
            </a:xfrm>
            <a:custGeom>
              <a:avLst/>
              <a:gdLst>
                <a:gd name="T0" fmla="*/ 0 w 244"/>
                <a:gd name="T1" fmla="*/ 3 h 424"/>
                <a:gd name="T2" fmla="*/ 0 w 244"/>
                <a:gd name="T3" fmla="*/ 3 h 424"/>
                <a:gd name="T4" fmla="*/ 0 w 244"/>
                <a:gd name="T5" fmla="*/ 3 h 424"/>
                <a:gd name="T6" fmla="*/ 0 w 244"/>
                <a:gd name="T7" fmla="*/ 3 h 424"/>
                <a:gd name="T8" fmla="*/ 1 w 244"/>
                <a:gd name="T9" fmla="*/ 3 h 424"/>
                <a:gd name="T10" fmla="*/ 1 w 244"/>
                <a:gd name="T11" fmla="*/ 3 h 424"/>
                <a:gd name="T12" fmla="*/ 1 w 244"/>
                <a:gd name="T13" fmla="*/ 3 h 424"/>
                <a:gd name="T14" fmla="*/ 1 w 244"/>
                <a:gd name="T15" fmla="*/ 3 h 424"/>
                <a:gd name="T16" fmla="*/ 1 w 244"/>
                <a:gd name="T17" fmla="*/ 3 h 424"/>
                <a:gd name="T18" fmla="*/ 1 w 244"/>
                <a:gd name="T19" fmla="*/ 2 h 424"/>
                <a:gd name="T20" fmla="*/ 1 w 244"/>
                <a:gd name="T21" fmla="*/ 2 h 424"/>
                <a:gd name="T22" fmla="*/ 2 w 244"/>
                <a:gd name="T23" fmla="*/ 2 h 424"/>
                <a:gd name="T24" fmla="*/ 2 w 244"/>
                <a:gd name="T25" fmla="*/ 2 h 424"/>
                <a:gd name="T26" fmla="*/ 2 w 244"/>
                <a:gd name="T27" fmla="*/ 1 h 424"/>
                <a:gd name="T28" fmla="*/ 2 w 244"/>
                <a:gd name="T29" fmla="*/ 1 h 424"/>
                <a:gd name="T30" fmla="*/ 2 w 244"/>
                <a:gd name="T31" fmla="*/ 1 h 424"/>
                <a:gd name="T32" fmla="*/ 2 w 244"/>
                <a:gd name="T33" fmla="*/ 0 h 424"/>
                <a:gd name="T34" fmla="*/ 2 w 244"/>
                <a:gd name="T35" fmla="*/ 0 h 424"/>
                <a:gd name="T36" fmla="*/ 2 w 244"/>
                <a:gd name="T37" fmla="*/ 0 h 424"/>
                <a:gd name="T38" fmla="*/ 2 w 244"/>
                <a:gd name="T39" fmla="*/ 0 h 424"/>
                <a:gd name="T40" fmla="*/ 2 w 244"/>
                <a:gd name="T41" fmla="*/ 1 h 424"/>
                <a:gd name="T42" fmla="*/ 2 w 244"/>
                <a:gd name="T43" fmla="*/ 1 h 424"/>
                <a:gd name="T44" fmla="*/ 2 w 244"/>
                <a:gd name="T45" fmla="*/ 1 h 424"/>
                <a:gd name="T46" fmla="*/ 2 w 244"/>
                <a:gd name="T47" fmla="*/ 2 h 424"/>
                <a:gd name="T48" fmla="*/ 1 w 244"/>
                <a:gd name="T49" fmla="*/ 2 h 424"/>
                <a:gd name="T50" fmla="*/ 1 w 244"/>
                <a:gd name="T51" fmla="*/ 2 h 424"/>
                <a:gd name="T52" fmla="*/ 1 w 244"/>
                <a:gd name="T53" fmla="*/ 2 h 424"/>
                <a:gd name="T54" fmla="*/ 1 w 244"/>
                <a:gd name="T55" fmla="*/ 3 h 424"/>
                <a:gd name="T56" fmla="*/ 1 w 244"/>
                <a:gd name="T57" fmla="*/ 3 h 424"/>
                <a:gd name="T58" fmla="*/ 1 w 244"/>
                <a:gd name="T59" fmla="*/ 3 h 424"/>
                <a:gd name="T60" fmla="*/ 1 w 244"/>
                <a:gd name="T61" fmla="*/ 3 h 424"/>
                <a:gd name="T62" fmla="*/ 1 w 244"/>
                <a:gd name="T63" fmla="*/ 3 h 424"/>
                <a:gd name="T64" fmla="*/ 0 w 244"/>
                <a:gd name="T65" fmla="*/ 3 h 424"/>
                <a:gd name="T66" fmla="*/ 0 w 244"/>
                <a:gd name="T67" fmla="*/ 3 h 424"/>
                <a:gd name="T68" fmla="*/ 0 w 244"/>
                <a:gd name="T69" fmla="*/ 3 h 424"/>
                <a:gd name="T70" fmla="*/ 0 w 244"/>
                <a:gd name="T71" fmla="*/ 3 h 424"/>
                <a:gd name="T72" fmla="*/ 0 w 244"/>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4"/>
                <a:gd name="T113" fmla="*/ 244 w 244"/>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4">
                  <a:moveTo>
                    <a:pt x="0" y="424"/>
                  </a:moveTo>
                  <a:lnTo>
                    <a:pt x="0" y="424"/>
                  </a:lnTo>
                  <a:lnTo>
                    <a:pt x="25" y="422"/>
                  </a:lnTo>
                  <a:lnTo>
                    <a:pt x="50" y="416"/>
                  </a:lnTo>
                  <a:lnTo>
                    <a:pt x="73" y="405"/>
                  </a:lnTo>
                  <a:lnTo>
                    <a:pt x="96" y="390"/>
                  </a:lnTo>
                  <a:lnTo>
                    <a:pt x="118" y="373"/>
                  </a:lnTo>
                  <a:lnTo>
                    <a:pt x="138" y="350"/>
                  </a:lnTo>
                  <a:lnTo>
                    <a:pt x="155" y="326"/>
                  </a:lnTo>
                  <a:lnTo>
                    <a:pt x="173" y="299"/>
                  </a:lnTo>
                  <a:lnTo>
                    <a:pt x="189" y="268"/>
                  </a:lnTo>
                  <a:lnTo>
                    <a:pt x="203" y="235"/>
                  </a:lnTo>
                  <a:lnTo>
                    <a:pt x="215" y="201"/>
                  </a:lnTo>
                  <a:lnTo>
                    <a:pt x="226" y="163"/>
                  </a:lnTo>
                  <a:lnTo>
                    <a:pt x="234" y="125"/>
                  </a:lnTo>
                  <a:lnTo>
                    <a:pt x="240" y="85"/>
                  </a:lnTo>
                  <a:lnTo>
                    <a:pt x="243" y="42"/>
                  </a:lnTo>
                  <a:lnTo>
                    <a:pt x="244" y="0"/>
                  </a:lnTo>
                  <a:lnTo>
                    <a:pt x="233" y="0"/>
                  </a:lnTo>
                  <a:lnTo>
                    <a:pt x="232" y="42"/>
                  </a:lnTo>
                  <a:lnTo>
                    <a:pt x="228" y="83"/>
                  </a:lnTo>
                  <a:lnTo>
                    <a:pt x="222" y="123"/>
                  </a:lnTo>
                  <a:lnTo>
                    <a:pt x="214" y="160"/>
                  </a:lnTo>
                  <a:lnTo>
                    <a:pt x="203" y="197"/>
                  </a:lnTo>
                  <a:lnTo>
                    <a:pt x="192" y="231"/>
                  </a:lnTo>
                  <a:lnTo>
                    <a:pt x="178" y="263"/>
                  </a:lnTo>
                  <a:lnTo>
                    <a:pt x="164" y="292"/>
                  </a:lnTo>
                  <a:lnTo>
                    <a:pt x="146" y="319"/>
                  </a:lnTo>
                  <a:lnTo>
                    <a:pt x="129" y="343"/>
                  </a:lnTo>
                  <a:lnTo>
                    <a:pt x="109" y="363"/>
                  </a:lnTo>
                  <a:lnTo>
                    <a:pt x="89" y="381"/>
                  </a:lnTo>
                  <a:lnTo>
                    <a:pt x="66" y="394"/>
                  </a:lnTo>
                  <a:lnTo>
                    <a:pt x="45" y="404"/>
                  </a:lnTo>
                  <a:lnTo>
                    <a:pt x="23" y="410"/>
                  </a:lnTo>
                  <a:lnTo>
                    <a:pt x="0" y="412"/>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7621" name="Freeform 62"/>
            <p:cNvSpPr>
              <a:spLocks/>
            </p:cNvSpPr>
            <p:nvPr/>
          </p:nvSpPr>
          <p:spPr bwMode="auto">
            <a:xfrm>
              <a:off x="915" y="1830"/>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1" y="42"/>
                  </a:lnTo>
                  <a:lnTo>
                    <a:pt x="4" y="85"/>
                  </a:lnTo>
                  <a:lnTo>
                    <a:pt x="10" y="125"/>
                  </a:lnTo>
                  <a:lnTo>
                    <a:pt x="19" y="163"/>
                  </a:lnTo>
                  <a:lnTo>
                    <a:pt x="29" y="201"/>
                  </a:lnTo>
                  <a:lnTo>
                    <a:pt x="41" y="235"/>
                  </a:lnTo>
                  <a:lnTo>
                    <a:pt x="55" y="268"/>
                  </a:lnTo>
                  <a:lnTo>
                    <a:pt x="71" y="299"/>
                  </a:lnTo>
                  <a:lnTo>
                    <a:pt x="89" y="326"/>
                  </a:lnTo>
                  <a:lnTo>
                    <a:pt x="106" y="350"/>
                  </a:lnTo>
                  <a:lnTo>
                    <a:pt x="126" y="373"/>
                  </a:lnTo>
                  <a:lnTo>
                    <a:pt x="149" y="390"/>
                  </a:lnTo>
                  <a:lnTo>
                    <a:pt x="171" y="405"/>
                  </a:lnTo>
                  <a:lnTo>
                    <a:pt x="194" y="416"/>
                  </a:lnTo>
                  <a:lnTo>
                    <a:pt x="219" y="422"/>
                  </a:lnTo>
                  <a:lnTo>
                    <a:pt x="245" y="424"/>
                  </a:lnTo>
                  <a:lnTo>
                    <a:pt x="245" y="412"/>
                  </a:lnTo>
                  <a:lnTo>
                    <a:pt x="221" y="410"/>
                  </a:lnTo>
                  <a:lnTo>
                    <a:pt x="199" y="404"/>
                  </a:lnTo>
                  <a:lnTo>
                    <a:pt x="178" y="394"/>
                  </a:lnTo>
                  <a:lnTo>
                    <a:pt x="156" y="381"/>
                  </a:lnTo>
                  <a:lnTo>
                    <a:pt x="136" y="363"/>
                  </a:lnTo>
                  <a:lnTo>
                    <a:pt x="116" y="343"/>
                  </a:lnTo>
                  <a:lnTo>
                    <a:pt x="98" y="319"/>
                  </a:lnTo>
                  <a:lnTo>
                    <a:pt x="81" y="292"/>
                  </a:lnTo>
                  <a:lnTo>
                    <a:pt x="67" y="263"/>
                  </a:lnTo>
                  <a:lnTo>
                    <a:pt x="52" y="231"/>
                  </a:lnTo>
                  <a:lnTo>
                    <a:pt x="41" y="197"/>
                  </a:lnTo>
                  <a:lnTo>
                    <a:pt x="30" y="160"/>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7622" name="Freeform 63"/>
            <p:cNvSpPr>
              <a:spLocks/>
            </p:cNvSpPr>
            <p:nvPr/>
          </p:nvSpPr>
          <p:spPr bwMode="auto">
            <a:xfrm>
              <a:off x="915" y="1745"/>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0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19" y="2"/>
                  </a:lnTo>
                  <a:lnTo>
                    <a:pt x="194" y="8"/>
                  </a:lnTo>
                  <a:lnTo>
                    <a:pt x="171" y="19"/>
                  </a:lnTo>
                  <a:lnTo>
                    <a:pt x="149" y="34"/>
                  </a:lnTo>
                  <a:lnTo>
                    <a:pt x="126" y="52"/>
                  </a:lnTo>
                  <a:lnTo>
                    <a:pt x="106" y="74"/>
                  </a:lnTo>
                  <a:lnTo>
                    <a:pt x="89" y="99"/>
                  </a:lnTo>
                  <a:lnTo>
                    <a:pt x="70" y="126"/>
                  </a:lnTo>
                  <a:lnTo>
                    <a:pt x="55" y="157"/>
                  </a:lnTo>
                  <a:lnTo>
                    <a:pt x="41" y="189"/>
                  </a:lnTo>
                  <a:lnTo>
                    <a:pt x="29" y="224"/>
                  </a:lnTo>
                  <a:lnTo>
                    <a:pt x="19" y="262"/>
                  </a:lnTo>
                  <a:lnTo>
                    <a:pt x="10" y="300"/>
                  </a:lnTo>
                  <a:lnTo>
                    <a:pt x="4" y="340"/>
                  </a:lnTo>
                  <a:lnTo>
                    <a:pt x="1" y="383"/>
                  </a:lnTo>
                  <a:lnTo>
                    <a:pt x="0" y="426"/>
                  </a:lnTo>
                  <a:lnTo>
                    <a:pt x="11" y="426"/>
                  </a:lnTo>
                  <a:lnTo>
                    <a:pt x="13" y="383"/>
                  </a:lnTo>
                  <a:lnTo>
                    <a:pt x="16" y="342"/>
                  </a:lnTo>
                  <a:lnTo>
                    <a:pt x="22" y="303"/>
                  </a:lnTo>
                  <a:lnTo>
                    <a:pt x="30" y="264"/>
                  </a:lnTo>
                  <a:lnTo>
                    <a:pt x="41" y="229"/>
                  </a:lnTo>
                  <a:lnTo>
                    <a:pt x="52" y="194"/>
                  </a:lnTo>
                  <a:lnTo>
                    <a:pt x="67" y="162"/>
                  </a:lnTo>
                  <a:lnTo>
                    <a:pt x="82" y="133"/>
                  </a:lnTo>
                  <a:lnTo>
                    <a:pt x="98" y="106"/>
                  </a:lnTo>
                  <a:lnTo>
                    <a:pt x="116" y="81"/>
                  </a:lnTo>
                  <a:lnTo>
                    <a:pt x="136" y="61"/>
                  </a:lnTo>
                  <a:lnTo>
                    <a:pt x="156" y="43"/>
                  </a:lnTo>
                  <a:lnTo>
                    <a:pt x="178" y="31"/>
                  </a:lnTo>
                  <a:lnTo>
                    <a:pt x="199" y="20"/>
                  </a:lnTo>
                  <a:lnTo>
                    <a:pt x="221"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7623" name="Freeform 64"/>
            <p:cNvSpPr>
              <a:spLocks/>
            </p:cNvSpPr>
            <p:nvPr/>
          </p:nvSpPr>
          <p:spPr bwMode="auto">
            <a:xfrm>
              <a:off x="1140" y="2087"/>
              <a:ext cx="49" cy="85"/>
            </a:xfrm>
            <a:custGeom>
              <a:avLst/>
              <a:gdLst>
                <a:gd name="T0" fmla="*/ 2 w 246"/>
                <a:gd name="T1" fmla="*/ 3 h 424"/>
                <a:gd name="T2" fmla="*/ 2 w 246"/>
                <a:gd name="T3" fmla="*/ 3 h 424"/>
                <a:gd name="T4" fmla="*/ 2 w 246"/>
                <a:gd name="T5" fmla="*/ 3 h 424"/>
                <a:gd name="T6" fmla="*/ 2 w 246"/>
                <a:gd name="T7" fmla="*/ 3 h 424"/>
                <a:gd name="T8" fmla="*/ 2 w 246"/>
                <a:gd name="T9" fmla="*/ 2 h 424"/>
                <a:gd name="T10" fmla="*/ 2 w 246"/>
                <a:gd name="T11" fmla="*/ 2 h 424"/>
                <a:gd name="T12" fmla="*/ 2 w 246"/>
                <a:gd name="T13" fmla="*/ 2 h 424"/>
                <a:gd name="T14" fmla="*/ 2 w 246"/>
                <a:gd name="T15" fmla="*/ 2 h 424"/>
                <a:gd name="T16" fmla="*/ 2 w 246"/>
                <a:gd name="T17" fmla="*/ 1 h 424"/>
                <a:gd name="T18" fmla="*/ 1 w 246"/>
                <a:gd name="T19" fmla="*/ 1 h 424"/>
                <a:gd name="T20" fmla="*/ 1 w 246"/>
                <a:gd name="T21" fmla="*/ 1 h 424"/>
                <a:gd name="T22" fmla="*/ 1 w 246"/>
                <a:gd name="T23" fmla="*/ 1 h 424"/>
                <a:gd name="T24" fmla="*/ 1 w 246"/>
                <a:gd name="T25" fmla="*/ 0 h 424"/>
                <a:gd name="T26" fmla="*/ 1 w 246"/>
                <a:gd name="T27" fmla="*/ 0 h 424"/>
                <a:gd name="T28" fmla="*/ 1 w 246"/>
                <a:gd name="T29" fmla="*/ 0 h 424"/>
                <a:gd name="T30" fmla="*/ 0 w 246"/>
                <a:gd name="T31" fmla="*/ 0 h 424"/>
                <a:gd name="T32" fmla="*/ 0 w 246"/>
                <a:gd name="T33" fmla="*/ 0 h 424"/>
                <a:gd name="T34" fmla="*/ 0 w 246"/>
                <a:gd name="T35" fmla="*/ 0 h 424"/>
                <a:gd name="T36" fmla="*/ 0 w 246"/>
                <a:gd name="T37" fmla="*/ 0 h 424"/>
                <a:gd name="T38" fmla="*/ 0 w 246"/>
                <a:gd name="T39" fmla="*/ 0 h 424"/>
                <a:gd name="T40" fmla="*/ 0 w 246"/>
                <a:gd name="T41" fmla="*/ 0 h 424"/>
                <a:gd name="T42" fmla="*/ 1 w 246"/>
                <a:gd name="T43" fmla="*/ 0 h 424"/>
                <a:gd name="T44" fmla="*/ 1 w 246"/>
                <a:gd name="T45" fmla="*/ 0 h 424"/>
                <a:gd name="T46" fmla="*/ 1 w 246"/>
                <a:gd name="T47" fmla="*/ 0 h 424"/>
                <a:gd name="T48" fmla="*/ 1 w 246"/>
                <a:gd name="T49" fmla="*/ 1 h 424"/>
                <a:gd name="T50" fmla="*/ 1 w 246"/>
                <a:gd name="T51" fmla="*/ 1 h 424"/>
                <a:gd name="T52" fmla="*/ 1 w 246"/>
                <a:gd name="T53" fmla="*/ 1 h 424"/>
                <a:gd name="T54" fmla="*/ 1 w 246"/>
                <a:gd name="T55" fmla="*/ 1 h 424"/>
                <a:gd name="T56" fmla="*/ 2 w 246"/>
                <a:gd name="T57" fmla="*/ 2 h 424"/>
                <a:gd name="T58" fmla="*/ 2 w 246"/>
                <a:gd name="T59" fmla="*/ 2 h 424"/>
                <a:gd name="T60" fmla="*/ 2 w 246"/>
                <a:gd name="T61" fmla="*/ 2 h 424"/>
                <a:gd name="T62" fmla="*/ 2 w 246"/>
                <a:gd name="T63" fmla="*/ 2 h 424"/>
                <a:gd name="T64" fmla="*/ 2 w 246"/>
                <a:gd name="T65" fmla="*/ 3 h 424"/>
                <a:gd name="T66" fmla="*/ 2 w 246"/>
                <a:gd name="T67" fmla="*/ 3 h 424"/>
                <a:gd name="T68" fmla="*/ 2 w 246"/>
                <a:gd name="T69" fmla="*/ 3 h 424"/>
                <a:gd name="T70" fmla="*/ 2 w 246"/>
                <a:gd name="T71" fmla="*/ 3 h 424"/>
                <a:gd name="T72" fmla="*/ 2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424"/>
                  </a:moveTo>
                  <a:lnTo>
                    <a:pt x="246" y="424"/>
                  </a:lnTo>
                  <a:lnTo>
                    <a:pt x="244" y="382"/>
                  </a:lnTo>
                  <a:lnTo>
                    <a:pt x="241" y="338"/>
                  </a:lnTo>
                  <a:lnTo>
                    <a:pt x="235" y="298"/>
                  </a:lnTo>
                  <a:lnTo>
                    <a:pt x="227" y="261"/>
                  </a:lnTo>
                  <a:lnTo>
                    <a:pt x="216" y="222"/>
                  </a:lnTo>
                  <a:lnTo>
                    <a:pt x="205" y="188"/>
                  </a:lnTo>
                  <a:lnTo>
                    <a:pt x="190" y="155"/>
                  </a:lnTo>
                  <a:lnTo>
                    <a:pt x="174" y="125"/>
                  </a:lnTo>
                  <a:lnTo>
                    <a:pt x="157" y="98"/>
                  </a:lnTo>
                  <a:lnTo>
                    <a:pt x="138" y="73"/>
                  </a:lnTo>
                  <a:lnTo>
                    <a:pt x="118" y="51"/>
                  </a:lnTo>
                  <a:lnTo>
                    <a:pt x="96" y="34"/>
                  </a:lnTo>
                  <a:lnTo>
                    <a:pt x="74" y="18"/>
                  </a:lnTo>
                  <a:lnTo>
                    <a:pt x="50" y="8"/>
                  </a:lnTo>
                  <a:lnTo>
                    <a:pt x="25" y="2"/>
                  </a:lnTo>
                  <a:lnTo>
                    <a:pt x="0" y="0"/>
                  </a:lnTo>
                  <a:lnTo>
                    <a:pt x="0" y="11"/>
                  </a:lnTo>
                  <a:lnTo>
                    <a:pt x="23" y="14"/>
                  </a:lnTo>
                  <a:lnTo>
                    <a:pt x="45" y="19"/>
                  </a:lnTo>
                  <a:lnTo>
                    <a:pt x="67" y="30"/>
                  </a:lnTo>
                  <a:lnTo>
                    <a:pt x="89" y="43"/>
                  </a:lnTo>
                  <a:lnTo>
                    <a:pt x="108" y="60"/>
                  </a:lnTo>
                  <a:lnTo>
                    <a:pt x="128" y="80"/>
                  </a:lnTo>
                  <a:lnTo>
                    <a:pt x="147" y="105"/>
                  </a:lnTo>
                  <a:lnTo>
                    <a:pt x="165" y="132"/>
                  </a:lnTo>
                  <a:lnTo>
                    <a:pt x="179" y="160"/>
                  </a:lnTo>
                  <a:lnTo>
                    <a:pt x="193" y="193"/>
                  </a:lnTo>
                  <a:lnTo>
                    <a:pt x="205" y="227"/>
                  </a:lnTo>
                  <a:lnTo>
                    <a:pt x="215" y="263"/>
                  </a:lnTo>
                  <a:lnTo>
                    <a:pt x="223" y="301"/>
                  </a:lnTo>
                  <a:lnTo>
                    <a:pt x="229" y="341"/>
                  </a:lnTo>
                  <a:lnTo>
                    <a:pt x="233" y="382"/>
                  </a:lnTo>
                  <a:lnTo>
                    <a:pt x="234" y="424"/>
                  </a:lnTo>
                  <a:lnTo>
                    <a:pt x="246"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7624" name="Freeform 65"/>
            <p:cNvSpPr>
              <a:spLocks/>
            </p:cNvSpPr>
            <p:nvPr/>
          </p:nvSpPr>
          <p:spPr bwMode="auto">
            <a:xfrm>
              <a:off x="1140" y="2172"/>
              <a:ext cx="49" cy="85"/>
            </a:xfrm>
            <a:custGeom>
              <a:avLst/>
              <a:gdLst>
                <a:gd name="T0" fmla="*/ 0 w 246"/>
                <a:gd name="T1" fmla="*/ 3 h 426"/>
                <a:gd name="T2" fmla="*/ 0 w 246"/>
                <a:gd name="T3" fmla="*/ 3 h 426"/>
                <a:gd name="T4" fmla="*/ 0 w 246"/>
                <a:gd name="T5" fmla="*/ 3 h 426"/>
                <a:gd name="T6" fmla="*/ 0 w 246"/>
                <a:gd name="T7" fmla="*/ 3 h 426"/>
                <a:gd name="T8" fmla="*/ 1 w 246"/>
                <a:gd name="T9" fmla="*/ 3 h 426"/>
                <a:gd name="T10" fmla="*/ 1 w 246"/>
                <a:gd name="T11" fmla="*/ 3 h 426"/>
                <a:gd name="T12" fmla="*/ 1 w 246"/>
                <a:gd name="T13" fmla="*/ 3 h 426"/>
                <a:gd name="T14" fmla="*/ 1 w 246"/>
                <a:gd name="T15" fmla="*/ 3 h 426"/>
                <a:gd name="T16" fmla="*/ 1 w 246"/>
                <a:gd name="T17" fmla="*/ 3 h 426"/>
                <a:gd name="T18" fmla="*/ 1 w 246"/>
                <a:gd name="T19" fmla="*/ 2 h 426"/>
                <a:gd name="T20" fmla="*/ 2 w 246"/>
                <a:gd name="T21" fmla="*/ 2 h 426"/>
                <a:gd name="T22" fmla="*/ 2 w 246"/>
                <a:gd name="T23" fmla="*/ 2 h 426"/>
                <a:gd name="T24" fmla="*/ 2 w 246"/>
                <a:gd name="T25" fmla="*/ 2 h 426"/>
                <a:gd name="T26" fmla="*/ 2 w 246"/>
                <a:gd name="T27" fmla="*/ 1 h 426"/>
                <a:gd name="T28" fmla="*/ 2 w 246"/>
                <a:gd name="T29" fmla="*/ 1 h 426"/>
                <a:gd name="T30" fmla="*/ 2 w 246"/>
                <a:gd name="T31" fmla="*/ 1 h 426"/>
                <a:gd name="T32" fmla="*/ 2 w 246"/>
                <a:gd name="T33" fmla="*/ 0 h 426"/>
                <a:gd name="T34" fmla="*/ 2 w 246"/>
                <a:gd name="T35" fmla="*/ 0 h 426"/>
                <a:gd name="T36" fmla="*/ 2 w 246"/>
                <a:gd name="T37" fmla="*/ 0 h 426"/>
                <a:gd name="T38" fmla="*/ 2 w 246"/>
                <a:gd name="T39" fmla="*/ 0 h 426"/>
                <a:gd name="T40" fmla="*/ 2 w 246"/>
                <a:gd name="T41" fmla="*/ 1 h 426"/>
                <a:gd name="T42" fmla="*/ 2 w 246"/>
                <a:gd name="T43" fmla="*/ 1 h 426"/>
                <a:gd name="T44" fmla="*/ 2 w 246"/>
                <a:gd name="T45" fmla="*/ 1 h 426"/>
                <a:gd name="T46" fmla="*/ 2 w 246"/>
                <a:gd name="T47" fmla="*/ 2 h 426"/>
                <a:gd name="T48" fmla="*/ 2 w 246"/>
                <a:gd name="T49" fmla="*/ 2 h 426"/>
                <a:gd name="T50" fmla="*/ 1 w 246"/>
                <a:gd name="T51" fmla="*/ 2 h 426"/>
                <a:gd name="T52" fmla="*/ 1 w 246"/>
                <a:gd name="T53" fmla="*/ 2 h 426"/>
                <a:gd name="T54" fmla="*/ 1 w 246"/>
                <a:gd name="T55" fmla="*/ 3 h 426"/>
                <a:gd name="T56" fmla="*/ 1 w 246"/>
                <a:gd name="T57" fmla="*/ 3 h 426"/>
                <a:gd name="T58" fmla="*/ 1 w 246"/>
                <a:gd name="T59" fmla="*/ 3 h 426"/>
                <a:gd name="T60" fmla="*/ 1 w 246"/>
                <a:gd name="T61" fmla="*/ 3 h 426"/>
                <a:gd name="T62" fmla="*/ 1 w 246"/>
                <a:gd name="T63" fmla="*/ 3 h 426"/>
                <a:gd name="T64" fmla="*/ 0 w 246"/>
                <a:gd name="T65" fmla="*/ 3 h 426"/>
                <a:gd name="T66" fmla="*/ 0 w 246"/>
                <a:gd name="T67" fmla="*/ 3 h 426"/>
                <a:gd name="T68" fmla="*/ 0 w 246"/>
                <a:gd name="T69" fmla="*/ 3 h 426"/>
                <a:gd name="T70" fmla="*/ 0 w 246"/>
                <a:gd name="T71" fmla="*/ 3 h 426"/>
                <a:gd name="T72" fmla="*/ 0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426"/>
                  </a:moveTo>
                  <a:lnTo>
                    <a:pt x="0" y="426"/>
                  </a:lnTo>
                  <a:lnTo>
                    <a:pt x="25" y="423"/>
                  </a:lnTo>
                  <a:lnTo>
                    <a:pt x="50" y="417"/>
                  </a:lnTo>
                  <a:lnTo>
                    <a:pt x="74" y="407"/>
                  </a:lnTo>
                  <a:lnTo>
                    <a:pt x="96" y="392"/>
                  </a:lnTo>
                  <a:lnTo>
                    <a:pt x="118" y="373"/>
                  </a:lnTo>
                  <a:lnTo>
                    <a:pt x="138" y="350"/>
                  </a:lnTo>
                  <a:lnTo>
                    <a:pt x="157" y="327"/>
                  </a:lnTo>
                  <a:lnTo>
                    <a:pt x="175" y="299"/>
                  </a:lnTo>
                  <a:lnTo>
                    <a:pt x="190" y="268"/>
                  </a:lnTo>
                  <a:lnTo>
                    <a:pt x="205" y="236"/>
                  </a:lnTo>
                  <a:lnTo>
                    <a:pt x="216" y="202"/>
                  </a:lnTo>
                  <a:lnTo>
                    <a:pt x="227" y="164"/>
                  </a:lnTo>
                  <a:lnTo>
                    <a:pt x="235" y="125"/>
                  </a:lnTo>
                  <a:lnTo>
                    <a:pt x="241" y="86"/>
                  </a:lnTo>
                  <a:lnTo>
                    <a:pt x="244" y="42"/>
                  </a:lnTo>
                  <a:lnTo>
                    <a:pt x="246" y="0"/>
                  </a:lnTo>
                  <a:lnTo>
                    <a:pt x="234" y="0"/>
                  </a:lnTo>
                  <a:lnTo>
                    <a:pt x="233" y="42"/>
                  </a:lnTo>
                  <a:lnTo>
                    <a:pt x="229" y="83"/>
                  </a:lnTo>
                  <a:lnTo>
                    <a:pt x="223" y="123"/>
                  </a:lnTo>
                  <a:lnTo>
                    <a:pt x="215" y="162"/>
                  </a:lnTo>
                  <a:lnTo>
                    <a:pt x="205" y="197"/>
                  </a:lnTo>
                  <a:lnTo>
                    <a:pt x="193" y="231"/>
                  </a:lnTo>
                  <a:lnTo>
                    <a:pt x="179" y="264"/>
                  </a:lnTo>
                  <a:lnTo>
                    <a:pt x="164" y="292"/>
                  </a:lnTo>
                  <a:lnTo>
                    <a:pt x="147" y="320"/>
                  </a:lnTo>
                  <a:lnTo>
                    <a:pt x="128" y="343"/>
                  </a:lnTo>
                  <a:lnTo>
                    <a:pt x="108" y="363"/>
                  </a:lnTo>
                  <a:lnTo>
                    <a:pt x="89" y="382"/>
                  </a:lnTo>
                  <a:lnTo>
                    <a:pt x="67" y="395"/>
                  </a:lnTo>
                  <a:lnTo>
                    <a:pt x="45" y="406"/>
                  </a:lnTo>
                  <a:lnTo>
                    <a:pt x="23" y="411"/>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7625" name="Freeform 66"/>
            <p:cNvSpPr>
              <a:spLocks/>
            </p:cNvSpPr>
            <p:nvPr/>
          </p:nvSpPr>
          <p:spPr bwMode="auto">
            <a:xfrm>
              <a:off x="1091" y="2172"/>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4" y="86"/>
                  </a:lnTo>
                  <a:lnTo>
                    <a:pt x="10" y="125"/>
                  </a:lnTo>
                  <a:lnTo>
                    <a:pt x="18" y="164"/>
                  </a:lnTo>
                  <a:lnTo>
                    <a:pt x="29" y="202"/>
                  </a:lnTo>
                  <a:lnTo>
                    <a:pt x="41" y="236"/>
                  </a:lnTo>
                  <a:lnTo>
                    <a:pt x="55" y="268"/>
                  </a:lnTo>
                  <a:lnTo>
                    <a:pt x="70" y="299"/>
                  </a:lnTo>
                  <a:lnTo>
                    <a:pt x="89" y="327"/>
                  </a:lnTo>
                  <a:lnTo>
                    <a:pt x="106" y="350"/>
                  </a:lnTo>
                  <a:lnTo>
                    <a:pt x="126" y="373"/>
                  </a:lnTo>
                  <a:lnTo>
                    <a:pt x="148" y="392"/>
                  </a:lnTo>
                  <a:lnTo>
                    <a:pt x="171" y="407"/>
                  </a:lnTo>
                  <a:lnTo>
                    <a:pt x="194" y="417"/>
                  </a:lnTo>
                  <a:lnTo>
                    <a:pt x="219" y="423"/>
                  </a:lnTo>
                  <a:lnTo>
                    <a:pt x="245" y="426"/>
                  </a:lnTo>
                  <a:lnTo>
                    <a:pt x="245" y="414"/>
                  </a:lnTo>
                  <a:lnTo>
                    <a:pt x="221" y="411"/>
                  </a:lnTo>
                  <a:lnTo>
                    <a:pt x="199" y="406"/>
                  </a:lnTo>
                  <a:lnTo>
                    <a:pt x="178" y="395"/>
                  </a:lnTo>
                  <a:lnTo>
                    <a:pt x="155" y="382"/>
                  </a:lnTo>
                  <a:lnTo>
                    <a:pt x="136" y="363"/>
                  </a:lnTo>
                  <a:lnTo>
                    <a:pt x="116" y="343"/>
                  </a:lnTo>
                  <a:lnTo>
                    <a:pt x="98" y="320"/>
                  </a:lnTo>
                  <a:lnTo>
                    <a:pt x="82" y="292"/>
                  </a:lnTo>
                  <a:lnTo>
                    <a:pt x="66" y="264"/>
                  </a:lnTo>
                  <a:lnTo>
                    <a:pt x="52" y="231"/>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7626" name="Freeform 67"/>
            <p:cNvSpPr>
              <a:spLocks/>
            </p:cNvSpPr>
            <p:nvPr/>
          </p:nvSpPr>
          <p:spPr bwMode="auto">
            <a:xfrm>
              <a:off x="1091" y="2087"/>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4" y="8"/>
                  </a:lnTo>
                  <a:lnTo>
                    <a:pt x="171" y="18"/>
                  </a:lnTo>
                  <a:lnTo>
                    <a:pt x="148" y="34"/>
                  </a:lnTo>
                  <a:lnTo>
                    <a:pt x="126" y="51"/>
                  </a:lnTo>
                  <a:lnTo>
                    <a:pt x="106" y="73"/>
                  </a:lnTo>
                  <a:lnTo>
                    <a:pt x="89" y="98"/>
                  </a:lnTo>
                  <a:lnTo>
                    <a:pt x="71" y="125"/>
                  </a:lnTo>
                  <a:lnTo>
                    <a:pt x="55" y="155"/>
                  </a:lnTo>
                  <a:lnTo>
                    <a:pt x="41" y="188"/>
                  </a:lnTo>
                  <a:lnTo>
                    <a:pt x="29" y="222"/>
                  </a:lnTo>
                  <a:lnTo>
                    <a:pt x="18" y="261"/>
                  </a:lnTo>
                  <a:lnTo>
                    <a:pt x="10" y="298"/>
                  </a:lnTo>
                  <a:lnTo>
                    <a:pt x="4" y="338"/>
                  </a:lnTo>
                  <a:lnTo>
                    <a:pt x="1" y="382"/>
                  </a:lnTo>
                  <a:lnTo>
                    <a:pt x="0" y="424"/>
                  </a:lnTo>
                  <a:lnTo>
                    <a:pt x="11" y="424"/>
                  </a:lnTo>
                  <a:lnTo>
                    <a:pt x="13" y="382"/>
                  </a:lnTo>
                  <a:lnTo>
                    <a:pt x="16" y="341"/>
                  </a:lnTo>
                  <a:lnTo>
                    <a:pt x="22" y="301"/>
                  </a:lnTo>
                  <a:lnTo>
                    <a:pt x="30" y="263"/>
                  </a:lnTo>
                  <a:lnTo>
                    <a:pt x="41" y="227"/>
                  </a:lnTo>
                  <a:lnTo>
                    <a:pt x="52" y="193"/>
                  </a:lnTo>
                  <a:lnTo>
                    <a:pt x="66" y="160"/>
                  </a:lnTo>
                  <a:lnTo>
                    <a:pt x="80" y="132"/>
                  </a:lnTo>
                  <a:lnTo>
                    <a:pt x="98" y="105"/>
                  </a:lnTo>
                  <a:lnTo>
                    <a:pt x="116" y="80"/>
                  </a:lnTo>
                  <a:lnTo>
                    <a:pt x="136" y="60"/>
                  </a:lnTo>
                  <a:lnTo>
                    <a:pt x="155" y="43"/>
                  </a:lnTo>
                  <a:lnTo>
                    <a:pt x="178" y="30"/>
                  </a:lnTo>
                  <a:lnTo>
                    <a:pt x="199" y="19"/>
                  </a:lnTo>
                  <a:lnTo>
                    <a:pt x="221" y="14"/>
                  </a:lnTo>
                  <a:lnTo>
                    <a:pt x="245" y="11"/>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7627" name="Freeform 68"/>
            <p:cNvSpPr>
              <a:spLocks/>
            </p:cNvSpPr>
            <p:nvPr/>
          </p:nvSpPr>
          <p:spPr bwMode="auto">
            <a:xfrm>
              <a:off x="1392" y="2118"/>
              <a:ext cx="49" cy="85"/>
            </a:xfrm>
            <a:custGeom>
              <a:avLst/>
              <a:gdLst>
                <a:gd name="T0" fmla="*/ 2 w 246"/>
                <a:gd name="T1" fmla="*/ 3 h 426"/>
                <a:gd name="T2" fmla="*/ 2 w 246"/>
                <a:gd name="T3" fmla="*/ 3 h 426"/>
                <a:gd name="T4" fmla="*/ 2 w 246"/>
                <a:gd name="T5" fmla="*/ 3 h 426"/>
                <a:gd name="T6" fmla="*/ 2 w 246"/>
                <a:gd name="T7" fmla="*/ 3 h 426"/>
                <a:gd name="T8" fmla="*/ 2 w 246"/>
                <a:gd name="T9" fmla="*/ 2 h 426"/>
                <a:gd name="T10" fmla="*/ 2 w 246"/>
                <a:gd name="T11" fmla="*/ 2 h 426"/>
                <a:gd name="T12" fmla="*/ 2 w 246"/>
                <a:gd name="T13" fmla="*/ 2 h 426"/>
                <a:gd name="T14" fmla="*/ 2 w 246"/>
                <a:gd name="T15" fmla="*/ 2 h 426"/>
                <a:gd name="T16" fmla="*/ 2 w 246"/>
                <a:gd name="T17" fmla="*/ 1 h 426"/>
                <a:gd name="T18" fmla="*/ 1 w 246"/>
                <a:gd name="T19" fmla="*/ 1 h 426"/>
                <a:gd name="T20" fmla="*/ 1 w 246"/>
                <a:gd name="T21" fmla="*/ 1 h 426"/>
                <a:gd name="T22" fmla="*/ 1 w 246"/>
                <a:gd name="T23" fmla="*/ 1 h 426"/>
                <a:gd name="T24" fmla="*/ 1 w 246"/>
                <a:gd name="T25" fmla="*/ 0 h 426"/>
                <a:gd name="T26" fmla="*/ 1 w 246"/>
                <a:gd name="T27" fmla="*/ 0 h 426"/>
                <a:gd name="T28" fmla="*/ 1 w 246"/>
                <a:gd name="T29" fmla="*/ 0 h 426"/>
                <a:gd name="T30" fmla="*/ 0 w 246"/>
                <a:gd name="T31" fmla="*/ 0 h 426"/>
                <a:gd name="T32" fmla="*/ 0 w 246"/>
                <a:gd name="T33" fmla="*/ 0 h 426"/>
                <a:gd name="T34" fmla="*/ 0 w 246"/>
                <a:gd name="T35" fmla="*/ 0 h 426"/>
                <a:gd name="T36" fmla="*/ 0 w 246"/>
                <a:gd name="T37" fmla="*/ 0 h 426"/>
                <a:gd name="T38" fmla="*/ 0 w 246"/>
                <a:gd name="T39" fmla="*/ 0 h 426"/>
                <a:gd name="T40" fmla="*/ 0 w 246"/>
                <a:gd name="T41" fmla="*/ 0 h 426"/>
                <a:gd name="T42" fmla="*/ 1 w 246"/>
                <a:gd name="T43" fmla="*/ 0 h 426"/>
                <a:gd name="T44" fmla="*/ 1 w 246"/>
                <a:gd name="T45" fmla="*/ 0 h 426"/>
                <a:gd name="T46" fmla="*/ 1 w 246"/>
                <a:gd name="T47" fmla="*/ 1 h 426"/>
                <a:gd name="T48" fmla="*/ 1 w 246"/>
                <a:gd name="T49" fmla="*/ 1 h 426"/>
                <a:gd name="T50" fmla="*/ 1 w 246"/>
                <a:gd name="T51" fmla="*/ 1 h 426"/>
                <a:gd name="T52" fmla="*/ 1 w 246"/>
                <a:gd name="T53" fmla="*/ 1 h 426"/>
                <a:gd name="T54" fmla="*/ 1 w 246"/>
                <a:gd name="T55" fmla="*/ 1 h 426"/>
                <a:gd name="T56" fmla="*/ 2 w 246"/>
                <a:gd name="T57" fmla="*/ 2 h 426"/>
                <a:gd name="T58" fmla="*/ 2 w 246"/>
                <a:gd name="T59" fmla="*/ 2 h 426"/>
                <a:gd name="T60" fmla="*/ 2 w 246"/>
                <a:gd name="T61" fmla="*/ 2 h 426"/>
                <a:gd name="T62" fmla="*/ 2 w 246"/>
                <a:gd name="T63" fmla="*/ 2 h 426"/>
                <a:gd name="T64" fmla="*/ 2 w 246"/>
                <a:gd name="T65" fmla="*/ 3 h 426"/>
                <a:gd name="T66" fmla="*/ 2 w 246"/>
                <a:gd name="T67" fmla="*/ 3 h 426"/>
                <a:gd name="T68" fmla="*/ 2 w 246"/>
                <a:gd name="T69" fmla="*/ 3 h 426"/>
                <a:gd name="T70" fmla="*/ 2 w 246"/>
                <a:gd name="T71" fmla="*/ 3 h 426"/>
                <a:gd name="T72" fmla="*/ 2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246" y="426"/>
                  </a:moveTo>
                  <a:lnTo>
                    <a:pt x="246" y="426"/>
                  </a:lnTo>
                  <a:lnTo>
                    <a:pt x="245" y="384"/>
                  </a:lnTo>
                  <a:lnTo>
                    <a:pt x="242" y="340"/>
                  </a:lnTo>
                  <a:lnTo>
                    <a:pt x="236" y="301"/>
                  </a:lnTo>
                  <a:lnTo>
                    <a:pt x="228" y="262"/>
                  </a:lnTo>
                  <a:lnTo>
                    <a:pt x="217" y="224"/>
                  </a:lnTo>
                  <a:lnTo>
                    <a:pt x="205" y="190"/>
                  </a:lnTo>
                  <a:lnTo>
                    <a:pt x="191" y="158"/>
                  </a:lnTo>
                  <a:lnTo>
                    <a:pt x="176" y="126"/>
                  </a:lnTo>
                  <a:lnTo>
                    <a:pt x="157" y="99"/>
                  </a:lnTo>
                  <a:lnTo>
                    <a:pt x="139" y="75"/>
                  </a:lnTo>
                  <a:lnTo>
                    <a:pt x="119" y="53"/>
                  </a:lnTo>
                  <a:lnTo>
                    <a:pt x="96" y="34"/>
                  </a:lnTo>
                  <a:lnTo>
                    <a:pt x="75" y="19"/>
                  </a:lnTo>
                  <a:lnTo>
                    <a:pt x="51" y="9"/>
                  </a:lnTo>
                  <a:lnTo>
                    <a:pt x="26" y="3"/>
                  </a:lnTo>
                  <a:lnTo>
                    <a:pt x="0" y="0"/>
                  </a:lnTo>
                  <a:lnTo>
                    <a:pt x="0" y="12"/>
                  </a:lnTo>
                  <a:lnTo>
                    <a:pt x="24" y="15"/>
                  </a:lnTo>
                  <a:lnTo>
                    <a:pt x="46" y="20"/>
                  </a:lnTo>
                  <a:lnTo>
                    <a:pt x="68" y="31"/>
                  </a:lnTo>
                  <a:lnTo>
                    <a:pt x="89" y="44"/>
                  </a:lnTo>
                  <a:lnTo>
                    <a:pt x="109" y="63"/>
                  </a:lnTo>
                  <a:lnTo>
                    <a:pt x="129" y="83"/>
                  </a:lnTo>
                  <a:lnTo>
                    <a:pt x="148" y="106"/>
                  </a:lnTo>
                  <a:lnTo>
                    <a:pt x="164" y="133"/>
                  </a:lnTo>
                  <a:lnTo>
                    <a:pt x="180" y="162"/>
                  </a:lnTo>
                  <a:lnTo>
                    <a:pt x="194" y="195"/>
                  </a:lnTo>
                  <a:lnTo>
                    <a:pt x="205" y="229"/>
                  </a:lnTo>
                  <a:lnTo>
                    <a:pt x="216" y="264"/>
                  </a:lnTo>
                  <a:lnTo>
                    <a:pt x="224" y="303"/>
                  </a:lnTo>
                  <a:lnTo>
                    <a:pt x="230" y="343"/>
                  </a:lnTo>
                  <a:lnTo>
                    <a:pt x="233" y="384"/>
                  </a:lnTo>
                  <a:lnTo>
                    <a:pt x="235" y="426"/>
                  </a:lnTo>
                  <a:lnTo>
                    <a:pt x="246"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7628" name="Freeform 69"/>
            <p:cNvSpPr>
              <a:spLocks/>
            </p:cNvSpPr>
            <p:nvPr/>
          </p:nvSpPr>
          <p:spPr bwMode="auto">
            <a:xfrm>
              <a:off x="1392" y="2203"/>
              <a:ext cx="49" cy="85"/>
            </a:xfrm>
            <a:custGeom>
              <a:avLst/>
              <a:gdLst>
                <a:gd name="T0" fmla="*/ 0 w 246"/>
                <a:gd name="T1" fmla="*/ 3 h 424"/>
                <a:gd name="T2" fmla="*/ 0 w 246"/>
                <a:gd name="T3" fmla="*/ 3 h 424"/>
                <a:gd name="T4" fmla="*/ 0 w 246"/>
                <a:gd name="T5" fmla="*/ 3 h 424"/>
                <a:gd name="T6" fmla="*/ 0 w 246"/>
                <a:gd name="T7" fmla="*/ 3 h 424"/>
                <a:gd name="T8" fmla="*/ 1 w 246"/>
                <a:gd name="T9" fmla="*/ 3 h 424"/>
                <a:gd name="T10" fmla="*/ 1 w 246"/>
                <a:gd name="T11" fmla="*/ 3 h 424"/>
                <a:gd name="T12" fmla="*/ 1 w 246"/>
                <a:gd name="T13" fmla="*/ 3 h 424"/>
                <a:gd name="T14" fmla="*/ 1 w 246"/>
                <a:gd name="T15" fmla="*/ 3 h 424"/>
                <a:gd name="T16" fmla="*/ 1 w 246"/>
                <a:gd name="T17" fmla="*/ 3 h 424"/>
                <a:gd name="T18" fmla="*/ 1 w 246"/>
                <a:gd name="T19" fmla="*/ 2 h 424"/>
                <a:gd name="T20" fmla="*/ 2 w 246"/>
                <a:gd name="T21" fmla="*/ 2 h 424"/>
                <a:gd name="T22" fmla="*/ 2 w 246"/>
                <a:gd name="T23" fmla="*/ 2 h 424"/>
                <a:gd name="T24" fmla="*/ 2 w 246"/>
                <a:gd name="T25" fmla="*/ 2 h 424"/>
                <a:gd name="T26" fmla="*/ 2 w 246"/>
                <a:gd name="T27" fmla="*/ 1 h 424"/>
                <a:gd name="T28" fmla="*/ 2 w 246"/>
                <a:gd name="T29" fmla="*/ 1 h 424"/>
                <a:gd name="T30" fmla="*/ 2 w 246"/>
                <a:gd name="T31" fmla="*/ 1 h 424"/>
                <a:gd name="T32" fmla="*/ 2 w 246"/>
                <a:gd name="T33" fmla="*/ 0 h 424"/>
                <a:gd name="T34" fmla="*/ 2 w 246"/>
                <a:gd name="T35" fmla="*/ 0 h 424"/>
                <a:gd name="T36" fmla="*/ 2 w 246"/>
                <a:gd name="T37" fmla="*/ 0 h 424"/>
                <a:gd name="T38" fmla="*/ 2 w 246"/>
                <a:gd name="T39" fmla="*/ 0 h 424"/>
                <a:gd name="T40" fmla="*/ 2 w 246"/>
                <a:gd name="T41" fmla="*/ 1 h 424"/>
                <a:gd name="T42" fmla="*/ 2 w 246"/>
                <a:gd name="T43" fmla="*/ 1 h 424"/>
                <a:gd name="T44" fmla="*/ 2 w 246"/>
                <a:gd name="T45" fmla="*/ 1 h 424"/>
                <a:gd name="T46" fmla="*/ 2 w 246"/>
                <a:gd name="T47" fmla="*/ 2 h 424"/>
                <a:gd name="T48" fmla="*/ 2 w 246"/>
                <a:gd name="T49" fmla="*/ 2 h 424"/>
                <a:gd name="T50" fmla="*/ 1 w 246"/>
                <a:gd name="T51" fmla="*/ 2 h 424"/>
                <a:gd name="T52" fmla="*/ 1 w 246"/>
                <a:gd name="T53" fmla="*/ 2 h 424"/>
                <a:gd name="T54" fmla="*/ 1 w 246"/>
                <a:gd name="T55" fmla="*/ 3 h 424"/>
                <a:gd name="T56" fmla="*/ 1 w 246"/>
                <a:gd name="T57" fmla="*/ 3 h 424"/>
                <a:gd name="T58" fmla="*/ 1 w 246"/>
                <a:gd name="T59" fmla="*/ 3 h 424"/>
                <a:gd name="T60" fmla="*/ 1 w 246"/>
                <a:gd name="T61" fmla="*/ 3 h 424"/>
                <a:gd name="T62" fmla="*/ 1 w 246"/>
                <a:gd name="T63" fmla="*/ 3 h 424"/>
                <a:gd name="T64" fmla="*/ 0 w 246"/>
                <a:gd name="T65" fmla="*/ 3 h 424"/>
                <a:gd name="T66" fmla="*/ 0 w 246"/>
                <a:gd name="T67" fmla="*/ 3 h 424"/>
                <a:gd name="T68" fmla="*/ 0 w 246"/>
                <a:gd name="T69" fmla="*/ 3 h 424"/>
                <a:gd name="T70" fmla="*/ 0 w 246"/>
                <a:gd name="T71" fmla="*/ 3 h 424"/>
                <a:gd name="T72" fmla="*/ 0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0" y="424"/>
                  </a:moveTo>
                  <a:lnTo>
                    <a:pt x="0" y="424"/>
                  </a:lnTo>
                  <a:lnTo>
                    <a:pt x="26" y="422"/>
                  </a:lnTo>
                  <a:lnTo>
                    <a:pt x="51" y="416"/>
                  </a:lnTo>
                  <a:lnTo>
                    <a:pt x="75" y="406"/>
                  </a:lnTo>
                  <a:lnTo>
                    <a:pt x="96" y="390"/>
                  </a:lnTo>
                  <a:lnTo>
                    <a:pt x="119" y="373"/>
                  </a:lnTo>
                  <a:lnTo>
                    <a:pt x="139" y="351"/>
                  </a:lnTo>
                  <a:lnTo>
                    <a:pt x="157" y="326"/>
                  </a:lnTo>
                  <a:lnTo>
                    <a:pt x="175" y="299"/>
                  </a:lnTo>
                  <a:lnTo>
                    <a:pt x="191" y="269"/>
                  </a:lnTo>
                  <a:lnTo>
                    <a:pt x="205" y="236"/>
                  </a:lnTo>
                  <a:lnTo>
                    <a:pt x="217" y="202"/>
                  </a:lnTo>
                  <a:lnTo>
                    <a:pt x="228" y="163"/>
                  </a:lnTo>
                  <a:lnTo>
                    <a:pt x="236" y="125"/>
                  </a:lnTo>
                  <a:lnTo>
                    <a:pt x="242" y="86"/>
                  </a:lnTo>
                  <a:lnTo>
                    <a:pt x="245" y="42"/>
                  </a:lnTo>
                  <a:lnTo>
                    <a:pt x="246" y="0"/>
                  </a:lnTo>
                  <a:lnTo>
                    <a:pt x="235" y="0"/>
                  </a:lnTo>
                  <a:lnTo>
                    <a:pt x="233" y="42"/>
                  </a:lnTo>
                  <a:lnTo>
                    <a:pt x="230" y="83"/>
                  </a:lnTo>
                  <a:lnTo>
                    <a:pt x="224" y="123"/>
                  </a:lnTo>
                  <a:lnTo>
                    <a:pt x="216" y="161"/>
                  </a:lnTo>
                  <a:lnTo>
                    <a:pt x="205" y="197"/>
                  </a:lnTo>
                  <a:lnTo>
                    <a:pt x="194" y="231"/>
                  </a:lnTo>
                  <a:lnTo>
                    <a:pt x="180" y="264"/>
                  </a:lnTo>
                  <a:lnTo>
                    <a:pt x="166" y="292"/>
                  </a:lnTo>
                  <a:lnTo>
                    <a:pt x="148" y="319"/>
                  </a:lnTo>
                  <a:lnTo>
                    <a:pt x="129" y="344"/>
                  </a:lnTo>
                  <a:lnTo>
                    <a:pt x="109" y="364"/>
                  </a:lnTo>
                  <a:lnTo>
                    <a:pt x="89" y="381"/>
                  </a:lnTo>
                  <a:lnTo>
                    <a:pt x="68" y="394"/>
                  </a:lnTo>
                  <a:lnTo>
                    <a:pt x="46" y="405"/>
                  </a:lnTo>
                  <a:lnTo>
                    <a:pt x="24" y="410"/>
                  </a:lnTo>
                  <a:lnTo>
                    <a:pt x="0" y="413"/>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7629" name="Freeform 70"/>
            <p:cNvSpPr>
              <a:spLocks/>
            </p:cNvSpPr>
            <p:nvPr/>
          </p:nvSpPr>
          <p:spPr bwMode="auto">
            <a:xfrm>
              <a:off x="1343" y="2203"/>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2" y="42"/>
                  </a:lnTo>
                  <a:lnTo>
                    <a:pt x="5" y="86"/>
                  </a:lnTo>
                  <a:lnTo>
                    <a:pt x="11" y="125"/>
                  </a:lnTo>
                  <a:lnTo>
                    <a:pt x="19" y="163"/>
                  </a:lnTo>
                  <a:lnTo>
                    <a:pt x="30" y="202"/>
                  </a:lnTo>
                  <a:lnTo>
                    <a:pt x="41" y="236"/>
                  </a:lnTo>
                  <a:lnTo>
                    <a:pt x="56" y="269"/>
                  </a:lnTo>
                  <a:lnTo>
                    <a:pt x="72" y="299"/>
                  </a:lnTo>
                  <a:lnTo>
                    <a:pt x="90" y="326"/>
                  </a:lnTo>
                  <a:lnTo>
                    <a:pt x="108" y="351"/>
                  </a:lnTo>
                  <a:lnTo>
                    <a:pt x="127" y="373"/>
                  </a:lnTo>
                  <a:lnTo>
                    <a:pt x="149" y="390"/>
                  </a:lnTo>
                  <a:lnTo>
                    <a:pt x="172" y="406"/>
                  </a:lnTo>
                  <a:lnTo>
                    <a:pt x="195" y="416"/>
                  </a:lnTo>
                  <a:lnTo>
                    <a:pt x="220" y="422"/>
                  </a:lnTo>
                  <a:lnTo>
                    <a:pt x="245" y="424"/>
                  </a:lnTo>
                  <a:lnTo>
                    <a:pt x="245" y="413"/>
                  </a:lnTo>
                  <a:lnTo>
                    <a:pt x="222" y="410"/>
                  </a:lnTo>
                  <a:lnTo>
                    <a:pt x="200" y="405"/>
                  </a:lnTo>
                  <a:lnTo>
                    <a:pt x="179" y="394"/>
                  </a:lnTo>
                  <a:lnTo>
                    <a:pt x="156" y="381"/>
                  </a:lnTo>
                  <a:lnTo>
                    <a:pt x="136" y="364"/>
                  </a:lnTo>
                  <a:lnTo>
                    <a:pt x="118" y="344"/>
                  </a:lnTo>
                  <a:lnTo>
                    <a:pt x="99" y="319"/>
                  </a:lnTo>
                  <a:lnTo>
                    <a:pt x="81" y="292"/>
                  </a:lnTo>
                  <a:lnTo>
                    <a:pt x="67" y="264"/>
                  </a:lnTo>
                  <a:lnTo>
                    <a:pt x="53" y="231"/>
                  </a:lnTo>
                  <a:lnTo>
                    <a:pt x="41" y="197"/>
                  </a:lnTo>
                  <a:lnTo>
                    <a:pt x="31" y="161"/>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7630" name="Freeform 71"/>
            <p:cNvSpPr>
              <a:spLocks/>
            </p:cNvSpPr>
            <p:nvPr/>
          </p:nvSpPr>
          <p:spPr bwMode="auto">
            <a:xfrm>
              <a:off x="1343" y="2118"/>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1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20" y="3"/>
                  </a:lnTo>
                  <a:lnTo>
                    <a:pt x="195" y="9"/>
                  </a:lnTo>
                  <a:lnTo>
                    <a:pt x="172" y="19"/>
                  </a:lnTo>
                  <a:lnTo>
                    <a:pt x="149" y="34"/>
                  </a:lnTo>
                  <a:lnTo>
                    <a:pt x="127" y="53"/>
                  </a:lnTo>
                  <a:lnTo>
                    <a:pt x="108" y="75"/>
                  </a:lnTo>
                  <a:lnTo>
                    <a:pt x="90" y="99"/>
                  </a:lnTo>
                  <a:lnTo>
                    <a:pt x="71" y="126"/>
                  </a:lnTo>
                  <a:lnTo>
                    <a:pt x="56" y="158"/>
                  </a:lnTo>
                  <a:lnTo>
                    <a:pt x="41" y="190"/>
                  </a:lnTo>
                  <a:lnTo>
                    <a:pt x="30" y="224"/>
                  </a:lnTo>
                  <a:lnTo>
                    <a:pt x="19" y="262"/>
                  </a:lnTo>
                  <a:lnTo>
                    <a:pt x="11" y="301"/>
                  </a:lnTo>
                  <a:lnTo>
                    <a:pt x="5" y="340"/>
                  </a:lnTo>
                  <a:lnTo>
                    <a:pt x="2" y="384"/>
                  </a:lnTo>
                  <a:lnTo>
                    <a:pt x="0" y="426"/>
                  </a:lnTo>
                  <a:lnTo>
                    <a:pt x="12" y="426"/>
                  </a:lnTo>
                  <a:lnTo>
                    <a:pt x="13" y="384"/>
                  </a:lnTo>
                  <a:lnTo>
                    <a:pt x="17" y="343"/>
                  </a:lnTo>
                  <a:lnTo>
                    <a:pt x="23" y="303"/>
                  </a:lnTo>
                  <a:lnTo>
                    <a:pt x="31" y="264"/>
                  </a:lnTo>
                  <a:lnTo>
                    <a:pt x="41" y="229"/>
                  </a:lnTo>
                  <a:lnTo>
                    <a:pt x="53" y="195"/>
                  </a:lnTo>
                  <a:lnTo>
                    <a:pt x="67" y="162"/>
                  </a:lnTo>
                  <a:lnTo>
                    <a:pt x="82" y="133"/>
                  </a:lnTo>
                  <a:lnTo>
                    <a:pt x="99" y="106"/>
                  </a:lnTo>
                  <a:lnTo>
                    <a:pt x="118" y="83"/>
                  </a:lnTo>
                  <a:lnTo>
                    <a:pt x="136" y="63"/>
                  </a:lnTo>
                  <a:lnTo>
                    <a:pt x="156" y="44"/>
                  </a:lnTo>
                  <a:lnTo>
                    <a:pt x="179" y="31"/>
                  </a:lnTo>
                  <a:lnTo>
                    <a:pt x="200" y="20"/>
                  </a:lnTo>
                  <a:lnTo>
                    <a:pt x="222" y="15"/>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7631" name="Freeform 72"/>
            <p:cNvSpPr>
              <a:spLocks/>
            </p:cNvSpPr>
            <p:nvPr/>
          </p:nvSpPr>
          <p:spPr bwMode="auto">
            <a:xfrm>
              <a:off x="1384" y="1859"/>
              <a:ext cx="49" cy="84"/>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1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3" y="382"/>
                  </a:lnTo>
                  <a:lnTo>
                    <a:pt x="240" y="339"/>
                  </a:lnTo>
                  <a:lnTo>
                    <a:pt x="234" y="299"/>
                  </a:lnTo>
                  <a:lnTo>
                    <a:pt x="226" y="261"/>
                  </a:lnTo>
                  <a:lnTo>
                    <a:pt x="215" y="222"/>
                  </a:lnTo>
                  <a:lnTo>
                    <a:pt x="204" y="188"/>
                  </a:lnTo>
                  <a:lnTo>
                    <a:pt x="189" y="156"/>
                  </a:lnTo>
                  <a:lnTo>
                    <a:pt x="173" y="125"/>
                  </a:lnTo>
                  <a:lnTo>
                    <a:pt x="155" y="98"/>
                  </a:lnTo>
                  <a:lnTo>
                    <a:pt x="138" y="74"/>
                  </a:lnTo>
                  <a:lnTo>
                    <a:pt x="118" y="51"/>
                  </a:lnTo>
                  <a:lnTo>
                    <a:pt x="96" y="34"/>
                  </a:lnTo>
                  <a:lnTo>
                    <a:pt x="73" y="18"/>
                  </a:lnTo>
                  <a:lnTo>
                    <a:pt x="50" y="8"/>
                  </a:lnTo>
                  <a:lnTo>
                    <a:pt x="25" y="2"/>
                  </a:lnTo>
                  <a:lnTo>
                    <a:pt x="0" y="0"/>
                  </a:lnTo>
                  <a:lnTo>
                    <a:pt x="0" y="11"/>
                  </a:lnTo>
                  <a:lnTo>
                    <a:pt x="23" y="14"/>
                  </a:lnTo>
                  <a:lnTo>
                    <a:pt x="45" y="20"/>
                  </a:lnTo>
                  <a:lnTo>
                    <a:pt x="66" y="30"/>
                  </a:lnTo>
                  <a:lnTo>
                    <a:pt x="89" y="43"/>
                  </a:lnTo>
                  <a:lnTo>
                    <a:pt x="109" y="61"/>
                  </a:lnTo>
                  <a:lnTo>
                    <a:pt x="129" y="81"/>
                  </a:lnTo>
                  <a:lnTo>
                    <a:pt x="146" y="105"/>
                  </a:lnTo>
                  <a:lnTo>
                    <a:pt x="164" y="132"/>
                  </a:lnTo>
                  <a:lnTo>
                    <a:pt x="178" y="160"/>
                  </a:lnTo>
                  <a:lnTo>
                    <a:pt x="192" y="193"/>
                  </a:lnTo>
                  <a:lnTo>
                    <a:pt x="204" y="227"/>
                  </a:lnTo>
                  <a:lnTo>
                    <a:pt x="214" y="264"/>
                  </a:lnTo>
                  <a:lnTo>
                    <a:pt x="222" y="301"/>
                  </a:lnTo>
                  <a:lnTo>
                    <a:pt x="228"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7632" name="Freeform 73"/>
            <p:cNvSpPr>
              <a:spLocks/>
            </p:cNvSpPr>
            <p:nvPr/>
          </p:nvSpPr>
          <p:spPr bwMode="auto">
            <a:xfrm>
              <a:off x="1384" y="1943"/>
              <a:ext cx="49" cy="86"/>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5" y="423"/>
                  </a:lnTo>
                  <a:lnTo>
                    <a:pt x="50" y="418"/>
                  </a:lnTo>
                  <a:lnTo>
                    <a:pt x="73" y="407"/>
                  </a:lnTo>
                  <a:lnTo>
                    <a:pt x="96" y="392"/>
                  </a:lnTo>
                  <a:lnTo>
                    <a:pt x="118" y="374"/>
                  </a:lnTo>
                  <a:lnTo>
                    <a:pt x="138" y="352"/>
                  </a:lnTo>
                  <a:lnTo>
                    <a:pt x="155" y="327"/>
                  </a:lnTo>
                  <a:lnTo>
                    <a:pt x="174" y="300"/>
                  </a:lnTo>
                  <a:lnTo>
                    <a:pt x="189" y="269"/>
                  </a:lnTo>
                  <a:lnTo>
                    <a:pt x="204" y="237"/>
                  </a:lnTo>
                  <a:lnTo>
                    <a:pt x="215" y="202"/>
                  </a:lnTo>
                  <a:lnTo>
                    <a:pt x="226" y="164"/>
                  </a:lnTo>
                  <a:lnTo>
                    <a:pt x="234" y="126"/>
                  </a:lnTo>
                  <a:lnTo>
                    <a:pt x="240" y="86"/>
                  </a:lnTo>
                  <a:lnTo>
                    <a:pt x="243" y="42"/>
                  </a:lnTo>
                  <a:lnTo>
                    <a:pt x="245" y="0"/>
                  </a:lnTo>
                  <a:lnTo>
                    <a:pt x="233" y="0"/>
                  </a:lnTo>
                  <a:lnTo>
                    <a:pt x="232" y="42"/>
                  </a:lnTo>
                  <a:lnTo>
                    <a:pt x="228" y="83"/>
                  </a:lnTo>
                  <a:lnTo>
                    <a:pt x="222" y="123"/>
                  </a:lnTo>
                  <a:lnTo>
                    <a:pt x="214" y="162"/>
                  </a:lnTo>
                  <a:lnTo>
                    <a:pt x="204" y="197"/>
                  </a:lnTo>
                  <a:lnTo>
                    <a:pt x="192" y="232"/>
                  </a:lnTo>
                  <a:lnTo>
                    <a:pt x="178" y="264"/>
                  </a:lnTo>
                  <a:lnTo>
                    <a:pt x="163" y="293"/>
                  </a:lnTo>
                  <a:lnTo>
                    <a:pt x="146" y="320"/>
                  </a:lnTo>
                  <a:lnTo>
                    <a:pt x="129" y="345"/>
                  </a:lnTo>
                  <a:lnTo>
                    <a:pt x="109" y="365"/>
                  </a:lnTo>
                  <a:lnTo>
                    <a:pt x="89" y="382"/>
                  </a:lnTo>
                  <a:lnTo>
                    <a:pt x="66" y="395"/>
                  </a:lnTo>
                  <a:lnTo>
                    <a:pt x="45" y="406"/>
                  </a:lnTo>
                  <a:lnTo>
                    <a:pt x="23"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7633" name="Freeform 74"/>
            <p:cNvSpPr>
              <a:spLocks/>
            </p:cNvSpPr>
            <p:nvPr/>
          </p:nvSpPr>
          <p:spPr bwMode="auto">
            <a:xfrm>
              <a:off x="1335" y="1943"/>
              <a:ext cx="49" cy="86"/>
            </a:xfrm>
            <a:custGeom>
              <a:avLst/>
              <a:gdLst>
                <a:gd name="T0" fmla="*/ 0 w 246"/>
                <a:gd name="T1" fmla="*/ 0 h 426"/>
                <a:gd name="T2" fmla="*/ 0 w 246"/>
                <a:gd name="T3" fmla="*/ 0 h 426"/>
                <a:gd name="T4" fmla="*/ 0 w 246"/>
                <a:gd name="T5" fmla="*/ 0 h 426"/>
                <a:gd name="T6" fmla="*/ 0 w 246"/>
                <a:gd name="T7" fmla="*/ 1 h 426"/>
                <a:gd name="T8" fmla="*/ 0 w 246"/>
                <a:gd name="T9" fmla="*/ 1 h 426"/>
                <a:gd name="T10" fmla="*/ 0 w 246"/>
                <a:gd name="T11" fmla="*/ 1 h 426"/>
                <a:gd name="T12" fmla="*/ 0 w 246"/>
                <a:gd name="T13" fmla="*/ 2 h 426"/>
                <a:gd name="T14" fmla="*/ 0 w 246"/>
                <a:gd name="T15" fmla="*/ 2 h 426"/>
                <a:gd name="T16" fmla="*/ 0 w 246"/>
                <a:gd name="T17" fmla="*/ 2 h 426"/>
                <a:gd name="T18" fmla="*/ 1 w 246"/>
                <a:gd name="T19" fmla="*/ 2 h 426"/>
                <a:gd name="T20" fmla="*/ 1 w 246"/>
                <a:gd name="T21" fmla="*/ 3 h 426"/>
                <a:gd name="T22" fmla="*/ 1 w 246"/>
                <a:gd name="T23" fmla="*/ 3 h 426"/>
                <a:gd name="T24" fmla="*/ 1 w 246"/>
                <a:gd name="T25" fmla="*/ 3 h 426"/>
                <a:gd name="T26" fmla="*/ 1 w 246"/>
                <a:gd name="T27" fmla="*/ 3 h 426"/>
                <a:gd name="T28" fmla="*/ 1 w 246"/>
                <a:gd name="T29" fmla="*/ 3 h 426"/>
                <a:gd name="T30" fmla="*/ 2 w 246"/>
                <a:gd name="T31" fmla="*/ 3 h 426"/>
                <a:gd name="T32" fmla="*/ 2 w 246"/>
                <a:gd name="T33" fmla="*/ 3 h 426"/>
                <a:gd name="T34" fmla="*/ 2 w 246"/>
                <a:gd name="T35" fmla="*/ 3 h 426"/>
                <a:gd name="T36" fmla="*/ 2 w 246"/>
                <a:gd name="T37" fmla="*/ 3 h 426"/>
                <a:gd name="T38" fmla="*/ 2 w 246"/>
                <a:gd name="T39" fmla="*/ 3 h 426"/>
                <a:gd name="T40" fmla="*/ 2 w 246"/>
                <a:gd name="T41" fmla="*/ 3 h 426"/>
                <a:gd name="T42" fmla="*/ 1 w 246"/>
                <a:gd name="T43" fmla="*/ 3 h 426"/>
                <a:gd name="T44" fmla="*/ 1 w 246"/>
                <a:gd name="T45" fmla="*/ 3 h 426"/>
                <a:gd name="T46" fmla="*/ 1 w 246"/>
                <a:gd name="T47" fmla="*/ 3 h 426"/>
                <a:gd name="T48" fmla="*/ 1 w 246"/>
                <a:gd name="T49" fmla="*/ 3 h 426"/>
                <a:gd name="T50" fmla="*/ 1 w 246"/>
                <a:gd name="T51" fmla="*/ 3 h 426"/>
                <a:gd name="T52" fmla="*/ 1 w 246"/>
                <a:gd name="T53" fmla="*/ 2 h 426"/>
                <a:gd name="T54" fmla="*/ 1 w 246"/>
                <a:gd name="T55" fmla="*/ 2 h 426"/>
                <a:gd name="T56" fmla="*/ 0 w 246"/>
                <a:gd name="T57" fmla="*/ 2 h 426"/>
                <a:gd name="T58" fmla="*/ 0 w 246"/>
                <a:gd name="T59" fmla="*/ 2 h 426"/>
                <a:gd name="T60" fmla="*/ 0 w 246"/>
                <a:gd name="T61" fmla="*/ 1 h 426"/>
                <a:gd name="T62" fmla="*/ 0 w 246"/>
                <a:gd name="T63" fmla="*/ 1 h 426"/>
                <a:gd name="T64" fmla="*/ 0 w 246"/>
                <a:gd name="T65" fmla="*/ 1 h 426"/>
                <a:gd name="T66" fmla="*/ 0 w 246"/>
                <a:gd name="T67" fmla="*/ 0 h 426"/>
                <a:gd name="T68" fmla="*/ 0 w 246"/>
                <a:gd name="T69" fmla="*/ 0 h 426"/>
                <a:gd name="T70" fmla="*/ 0 w 246"/>
                <a:gd name="T71" fmla="*/ 0 h 426"/>
                <a:gd name="T72" fmla="*/ 0 w 246"/>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0"/>
                  </a:moveTo>
                  <a:lnTo>
                    <a:pt x="0" y="0"/>
                  </a:lnTo>
                  <a:lnTo>
                    <a:pt x="1" y="42"/>
                  </a:lnTo>
                  <a:lnTo>
                    <a:pt x="4" y="86"/>
                  </a:lnTo>
                  <a:lnTo>
                    <a:pt x="10" y="126"/>
                  </a:lnTo>
                  <a:lnTo>
                    <a:pt x="18" y="164"/>
                  </a:lnTo>
                  <a:lnTo>
                    <a:pt x="29" y="202"/>
                  </a:lnTo>
                  <a:lnTo>
                    <a:pt x="41" y="237"/>
                  </a:lnTo>
                  <a:lnTo>
                    <a:pt x="55" y="269"/>
                  </a:lnTo>
                  <a:lnTo>
                    <a:pt x="71" y="300"/>
                  </a:lnTo>
                  <a:lnTo>
                    <a:pt x="89" y="327"/>
                  </a:lnTo>
                  <a:lnTo>
                    <a:pt x="107" y="352"/>
                  </a:lnTo>
                  <a:lnTo>
                    <a:pt x="127" y="374"/>
                  </a:lnTo>
                  <a:lnTo>
                    <a:pt x="150" y="392"/>
                  </a:lnTo>
                  <a:lnTo>
                    <a:pt x="171" y="407"/>
                  </a:lnTo>
                  <a:lnTo>
                    <a:pt x="195" y="418"/>
                  </a:lnTo>
                  <a:lnTo>
                    <a:pt x="220" y="423"/>
                  </a:lnTo>
                  <a:lnTo>
                    <a:pt x="246" y="426"/>
                  </a:lnTo>
                  <a:lnTo>
                    <a:pt x="246" y="414"/>
                  </a:lnTo>
                  <a:lnTo>
                    <a:pt x="222" y="412"/>
                  </a:lnTo>
                  <a:lnTo>
                    <a:pt x="200" y="406"/>
                  </a:lnTo>
                  <a:lnTo>
                    <a:pt x="178" y="395"/>
                  </a:lnTo>
                  <a:lnTo>
                    <a:pt x="157" y="382"/>
                  </a:lnTo>
                  <a:lnTo>
                    <a:pt x="137" y="365"/>
                  </a:lnTo>
                  <a:lnTo>
                    <a:pt x="117" y="345"/>
                  </a:lnTo>
                  <a:lnTo>
                    <a:pt x="98" y="320"/>
                  </a:lnTo>
                  <a:lnTo>
                    <a:pt x="83" y="293"/>
                  </a:lnTo>
                  <a:lnTo>
                    <a:pt x="66" y="264"/>
                  </a:lnTo>
                  <a:lnTo>
                    <a:pt x="52" y="232"/>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7634" name="Freeform 75"/>
            <p:cNvSpPr>
              <a:spLocks/>
            </p:cNvSpPr>
            <p:nvPr/>
          </p:nvSpPr>
          <p:spPr bwMode="auto">
            <a:xfrm>
              <a:off x="1335" y="1859"/>
              <a:ext cx="49" cy="84"/>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1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0" y="2"/>
                  </a:lnTo>
                  <a:lnTo>
                    <a:pt x="195" y="8"/>
                  </a:lnTo>
                  <a:lnTo>
                    <a:pt x="171" y="18"/>
                  </a:lnTo>
                  <a:lnTo>
                    <a:pt x="150" y="34"/>
                  </a:lnTo>
                  <a:lnTo>
                    <a:pt x="127" y="51"/>
                  </a:lnTo>
                  <a:lnTo>
                    <a:pt x="107" y="74"/>
                  </a:lnTo>
                  <a:lnTo>
                    <a:pt x="89" y="98"/>
                  </a:lnTo>
                  <a:lnTo>
                    <a:pt x="72" y="125"/>
                  </a:lnTo>
                  <a:lnTo>
                    <a:pt x="55" y="156"/>
                  </a:lnTo>
                  <a:lnTo>
                    <a:pt x="41" y="188"/>
                  </a:lnTo>
                  <a:lnTo>
                    <a:pt x="29" y="222"/>
                  </a:lnTo>
                  <a:lnTo>
                    <a:pt x="18" y="261"/>
                  </a:lnTo>
                  <a:lnTo>
                    <a:pt x="10" y="299"/>
                  </a:lnTo>
                  <a:lnTo>
                    <a:pt x="4" y="339"/>
                  </a:lnTo>
                  <a:lnTo>
                    <a:pt x="1" y="382"/>
                  </a:lnTo>
                  <a:lnTo>
                    <a:pt x="0" y="424"/>
                  </a:lnTo>
                  <a:lnTo>
                    <a:pt x="11" y="424"/>
                  </a:lnTo>
                  <a:lnTo>
                    <a:pt x="13" y="382"/>
                  </a:lnTo>
                  <a:lnTo>
                    <a:pt x="16" y="341"/>
                  </a:lnTo>
                  <a:lnTo>
                    <a:pt x="22" y="301"/>
                  </a:lnTo>
                  <a:lnTo>
                    <a:pt x="30" y="264"/>
                  </a:lnTo>
                  <a:lnTo>
                    <a:pt x="41" y="227"/>
                  </a:lnTo>
                  <a:lnTo>
                    <a:pt x="52" y="193"/>
                  </a:lnTo>
                  <a:lnTo>
                    <a:pt x="66" y="160"/>
                  </a:lnTo>
                  <a:lnTo>
                    <a:pt x="82" y="132"/>
                  </a:lnTo>
                  <a:lnTo>
                    <a:pt x="98" y="105"/>
                  </a:lnTo>
                  <a:lnTo>
                    <a:pt x="117" y="81"/>
                  </a:lnTo>
                  <a:lnTo>
                    <a:pt x="137" y="61"/>
                  </a:lnTo>
                  <a:lnTo>
                    <a:pt x="157" y="43"/>
                  </a:lnTo>
                  <a:lnTo>
                    <a:pt x="178" y="30"/>
                  </a:lnTo>
                  <a:lnTo>
                    <a:pt x="200" y="20"/>
                  </a:lnTo>
                  <a:lnTo>
                    <a:pt x="222" y="14"/>
                  </a:lnTo>
                  <a:lnTo>
                    <a:pt x="246" y="11"/>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7635" name="Freeform 76"/>
            <p:cNvSpPr>
              <a:spLocks/>
            </p:cNvSpPr>
            <p:nvPr/>
          </p:nvSpPr>
          <p:spPr bwMode="auto">
            <a:xfrm>
              <a:off x="1552" y="1751"/>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1" y="339"/>
                  </a:lnTo>
                  <a:lnTo>
                    <a:pt x="235" y="299"/>
                  </a:lnTo>
                  <a:lnTo>
                    <a:pt x="226" y="261"/>
                  </a:lnTo>
                  <a:lnTo>
                    <a:pt x="216" y="223"/>
                  </a:lnTo>
                  <a:lnTo>
                    <a:pt x="204" y="189"/>
                  </a:lnTo>
                  <a:lnTo>
                    <a:pt x="190" y="156"/>
                  </a:lnTo>
                  <a:lnTo>
                    <a:pt x="174" y="125"/>
                  </a:lnTo>
                  <a:lnTo>
                    <a:pt x="156" y="98"/>
                  </a:lnTo>
                  <a:lnTo>
                    <a:pt x="137" y="74"/>
                  </a:lnTo>
                  <a:lnTo>
                    <a:pt x="119" y="52"/>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8" y="81"/>
                  </a:lnTo>
                  <a:lnTo>
                    <a:pt x="147" y="105"/>
                  </a:lnTo>
                  <a:lnTo>
                    <a:pt x="164" y="132"/>
                  </a:lnTo>
                  <a:lnTo>
                    <a:pt x="178" y="161"/>
                  </a:lnTo>
                  <a:lnTo>
                    <a:pt x="193" y="193"/>
                  </a:lnTo>
                  <a:lnTo>
                    <a:pt x="204" y="227"/>
                  </a:lnTo>
                  <a:lnTo>
                    <a:pt x="215" y="264"/>
                  </a:lnTo>
                  <a:lnTo>
                    <a:pt x="223" y="301"/>
                  </a:lnTo>
                  <a:lnTo>
                    <a:pt x="229" y="341"/>
                  </a:lnTo>
                  <a:lnTo>
                    <a:pt x="232" y="382"/>
                  </a:lnTo>
                  <a:lnTo>
                    <a:pt x="234"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7636" name="Freeform 77"/>
            <p:cNvSpPr>
              <a:spLocks/>
            </p:cNvSpPr>
            <p:nvPr/>
          </p:nvSpPr>
          <p:spPr bwMode="auto">
            <a:xfrm>
              <a:off x="1552" y="1836"/>
              <a:ext cx="49" cy="85"/>
            </a:xfrm>
            <a:custGeom>
              <a:avLst/>
              <a:gdLst>
                <a:gd name="T0" fmla="*/ 0 w 245"/>
                <a:gd name="T1" fmla="*/ 3 h 425"/>
                <a:gd name="T2" fmla="*/ 0 w 245"/>
                <a:gd name="T3" fmla="*/ 3 h 425"/>
                <a:gd name="T4" fmla="*/ 0 w 245"/>
                <a:gd name="T5" fmla="*/ 3 h 425"/>
                <a:gd name="T6" fmla="*/ 0 w 245"/>
                <a:gd name="T7" fmla="*/ 3 h 425"/>
                <a:gd name="T8" fmla="*/ 1 w 245"/>
                <a:gd name="T9" fmla="*/ 3 h 425"/>
                <a:gd name="T10" fmla="*/ 1 w 245"/>
                <a:gd name="T11" fmla="*/ 3 h 425"/>
                <a:gd name="T12" fmla="*/ 1 w 245"/>
                <a:gd name="T13" fmla="*/ 3 h 425"/>
                <a:gd name="T14" fmla="*/ 1 w 245"/>
                <a:gd name="T15" fmla="*/ 3 h 425"/>
                <a:gd name="T16" fmla="*/ 1 w 245"/>
                <a:gd name="T17" fmla="*/ 3 h 425"/>
                <a:gd name="T18" fmla="*/ 1 w 245"/>
                <a:gd name="T19" fmla="*/ 2 h 425"/>
                <a:gd name="T20" fmla="*/ 2 w 245"/>
                <a:gd name="T21" fmla="*/ 2 h 425"/>
                <a:gd name="T22" fmla="*/ 2 w 245"/>
                <a:gd name="T23" fmla="*/ 2 h 425"/>
                <a:gd name="T24" fmla="*/ 2 w 245"/>
                <a:gd name="T25" fmla="*/ 2 h 425"/>
                <a:gd name="T26" fmla="*/ 2 w 245"/>
                <a:gd name="T27" fmla="*/ 1 h 425"/>
                <a:gd name="T28" fmla="*/ 2 w 245"/>
                <a:gd name="T29" fmla="*/ 1 h 425"/>
                <a:gd name="T30" fmla="*/ 2 w 245"/>
                <a:gd name="T31" fmla="*/ 1 h 425"/>
                <a:gd name="T32" fmla="*/ 2 w 245"/>
                <a:gd name="T33" fmla="*/ 0 h 425"/>
                <a:gd name="T34" fmla="*/ 2 w 245"/>
                <a:gd name="T35" fmla="*/ 0 h 425"/>
                <a:gd name="T36" fmla="*/ 2 w 245"/>
                <a:gd name="T37" fmla="*/ 0 h 425"/>
                <a:gd name="T38" fmla="*/ 2 w 245"/>
                <a:gd name="T39" fmla="*/ 0 h 425"/>
                <a:gd name="T40" fmla="*/ 2 w 245"/>
                <a:gd name="T41" fmla="*/ 1 h 425"/>
                <a:gd name="T42" fmla="*/ 2 w 245"/>
                <a:gd name="T43" fmla="*/ 1 h 425"/>
                <a:gd name="T44" fmla="*/ 2 w 245"/>
                <a:gd name="T45" fmla="*/ 1 h 425"/>
                <a:gd name="T46" fmla="*/ 2 w 245"/>
                <a:gd name="T47" fmla="*/ 2 h 425"/>
                <a:gd name="T48" fmla="*/ 2 w 245"/>
                <a:gd name="T49" fmla="*/ 2 h 425"/>
                <a:gd name="T50" fmla="*/ 1 w 245"/>
                <a:gd name="T51" fmla="*/ 2 h 425"/>
                <a:gd name="T52" fmla="*/ 1 w 245"/>
                <a:gd name="T53" fmla="*/ 2 h 425"/>
                <a:gd name="T54" fmla="*/ 1 w 245"/>
                <a:gd name="T55" fmla="*/ 3 h 425"/>
                <a:gd name="T56" fmla="*/ 1 w 245"/>
                <a:gd name="T57" fmla="*/ 3 h 425"/>
                <a:gd name="T58" fmla="*/ 1 w 245"/>
                <a:gd name="T59" fmla="*/ 3 h 425"/>
                <a:gd name="T60" fmla="*/ 1 w 245"/>
                <a:gd name="T61" fmla="*/ 3 h 425"/>
                <a:gd name="T62" fmla="*/ 1 w 245"/>
                <a:gd name="T63" fmla="*/ 3 h 425"/>
                <a:gd name="T64" fmla="*/ 0 w 245"/>
                <a:gd name="T65" fmla="*/ 3 h 425"/>
                <a:gd name="T66" fmla="*/ 0 w 245"/>
                <a:gd name="T67" fmla="*/ 3 h 425"/>
                <a:gd name="T68" fmla="*/ 0 w 245"/>
                <a:gd name="T69" fmla="*/ 3 h 425"/>
                <a:gd name="T70" fmla="*/ 0 w 245"/>
                <a:gd name="T71" fmla="*/ 3 h 425"/>
                <a:gd name="T72" fmla="*/ 0 w 245"/>
                <a:gd name="T73" fmla="*/ 3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5"/>
                <a:gd name="T113" fmla="*/ 245 w 245"/>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5">
                  <a:moveTo>
                    <a:pt x="0" y="425"/>
                  </a:moveTo>
                  <a:lnTo>
                    <a:pt x="0" y="425"/>
                  </a:lnTo>
                  <a:lnTo>
                    <a:pt x="26" y="422"/>
                  </a:lnTo>
                  <a:lnTo>
                    <a:pt x="51" y="417"/>
                  </a:lnTo>
                  <a:lnTo>
                    <a:pt x="74" y="406"/>
                  </a:lnTo>
                  <a:lnTo>
                    <a:pt x="96" y="391"/>
                  </a:lnTo>
                  <a:lnTo>
                    <a:pt x="119" y="373"/>
                  </a:lnTo>
                  <a:lnTo>
                    <a:pt x="137" y="351"/>
                  </a:lnTo>
                  <a:lnTo>
                    <a:pt x="156" y="326"/>
                  </a:lnTo>
                  <a:lnTo>
                    <a:pt x="174" y="299"/>
                  </a:lnTo>
                  <a:lnTo>
                    <a:pt x="190" y="269"/>
                  </a:lnTo>
                  <a:lnTo>
                    <a:pt x="204" y="236"/>
                  </a:lnTo>
                  <a:lnTo>
                    <a:pt x="216" y="202"/>
                  </a:lnTo>
                  <a:lnTo>
                    <a:pt x="226" y="163"/>
                  </a:lnTo>
                  <a:lnTo>
                    <a:pt x="235" y="126"/>
                  </a:lnTo>
                  <a:lnTo>
                    <a:pt x="241" y="86"/>
                  </a:lnTo>
                  <a:lnTo>
                    <a:pt x="244" y="43"/>
                  </a:lnTo>
                  <a:lnTo>
                    <a:pt x="245" y="0"/>
                  </a:lnTo>
                  <a:lnTo>
                    <a:pt x="234" y="0"/>
                  </a:lnTo>
                  <a:lnTo>
                    <a:pt x="232" y="43"/>
                  </a:lnTo>
                  <a:lnTo>
                    <a:pt x="229" y="84"/>
                  </a:lnTo>
                  <a:lnTo>
                    <a:pt x="223" y="123"/>
                  </a:lnTo>
                  <a:lnTo>
                    <a:pt x="215" y="161"/>
                  </a:lnTo>
                  <a:lnTo>
                    <a:pt x="204" y="197"/>
                  </a:lnTo>
                  <a:lnTo>
                    <a:pt x="193" y="231"/>
                  </a:lnTo>
                  <a:lnTo>
                    <a:pt x="178" y="264"/>
                  </a:lnTo>
                  <a:lnTo>
                    <a:pt x="164" y="292"/>
                  </a:lnTo>
                  <a:lnTo>
                    <a:pt x="147" y="319"/>
                  </a:lnTo>
                  <a:lnTo>
                    <a:pt x="128" y="344"/>
                  </a:lnTo>
                  <a:lnTo>
                    <a:pt x="109" y="364"/>
                  </a:lnTo>
                  <a:lnTo>
                    <a:pt x="89" y="381"/>
                  </a:lnTo>
                  <a:lnTo>
                    <a:pt x="67" y="394"/>
                  </a:lnTo>
                  <a:lnTo>
                    <a:pt x="46" y="405"/>
                  </a:lnTo>
                  <a:lnTo>
                    <a:pt x="24" y="411"/>
                  </a:lnTo>
                  <a:lnTo>
                    <a:pt x="0" y="413"/>
                  </a:lnTo>
                  <a:lnTo>
                    <a:pt x="0" y="425"/>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7637" name="Freeform 78"/>
            <p:cNvSpPr>
              <a:spLocks/>
            </p:cNvSpPr>
            <p:nvPr/>
          </p:nvSpPr>
          <p:spPr bwMode="auto">
            <a:xfrm>
              <a:off x="1502" y="1836"/>
              <a:ext cx="50" cy="85"/>
            </a:xfrm>
            <a:custGeom>
              <a:avLst/>
              <a:gdLst>
                <a:gd name="T0" fmla="*/ 0 w 246"/>
                <a:gd name="T1" fmla="*/ 0 h 425"/>
                <a:gd name="T2" fmla="*/ 0 w 246"/>
                <a:gd name="T3" fmla="*/ 0 h 425"/>
                <a:gd name="T4" fmla="*/ 0 w 246"/>
                <a:gd name="T5" fmla="*/ 0 h 425"/>
                <a:gd name="T6" fmla="*/ 0 w 246"/>
                <a:gd name="T7" fmla="*/ 1 h 425"/>
                <a:gd name="T8" fmla="*/ 0 w 246"/>
                <a:gd name="T9" fmla="*/ 1 h 425"/>
                <a:gd name="T10" fmla="*/ 0 w 246"/>
                <a:gd name="T11" fmla="*/ 1 h 425"/>
                <a:gd name="T12" fmla="*/ 0 w 246"/>
                <a:gd name="T13" fmla="*/ 2 h 425"/>
                <a:gd name="T14" fmla="*/ 0 w 246"/>
                <a:gd name="T15" fmla="*/ 2 h 425"/>
                <a:gd name="T16" fmla="*/ 0 w 246"/>
                <a:gd name="T17" fmla="*/ 2 h 425"/>
                <a:gd name="T18" fmla="*/ 1 w 246"/>
                <a:gd name="T19" fmla="*/ 2 h 425"/>
                <a:gd name="T20" fmla="*/ 1 w 246"/>
                <a:gd name="T21" fmla="*/ 3 h 425"/>
                <a:gd name="T22" fmla="*/ 1 w 246"/>
                <a:gd name="T23" fmla="*/ 3 h 425"/>
                <a:gd name="T24" fmla="*/ 1 w 246"/>
                <a:gd name="T25" fmla="*/ 3 h 425"/>
                <a:gd name="T26" fmla="*/ 1 w 246"/>
                <a:gd name="T27" fmla="*/ 3 h 425"/>
                <a:gd name="T28" fmla="*/ 1 w 246"/>
                <a:gd name="T29" fmla="*/ 3 h 425"/>
                <a:gd name="T30" fmla="*/ 2 w 246"/>
                <a:gd name="T31" fmla="*/ 3 h 425"/>
                <a:gd name="T32" fmla="*/ 2 w 246"/>
                <a:gd name="T33" fmla="*/ 3 h 425"/>
                <a:gd name="T34" fmla="*/ 2 w 246"/>
                <a:gd name="T35" fmla="*/ 3 h 425"/>
                <a:gd name="T36" fmla="*/ 2 w 246"/>
                <a:gd name="T37" fmla="*/ 3 h 425"/>
                <a:gd name="T38" fmla="*/ 2 w 246"/>
                <a:gd name="T39" fmla="*/ 3 h 425"/>
                <a:gd name="T40" fmla="*/ 2 w 246"/>
                <a:gd name="T41" fmla="*/ 3 h 425"/>
                <a:gd name="T42" fmla="*/ 1 w 246"/>
                <a:gd name="T43" fmla="*/ 3 h 425"/>
                <a:gd name="T44" fmla="*/ 1 w 246"/>
                <a:gd name="T45" fmla="*/ 3 h 425"/>
                <a:gd name="T46" fmla="*/ 1 w 246"/>
                <a:gd name="T47" fmla="*/ 3 h 425"/>
                <a:gd name="T48" fmla="*/ 1 w 246"/>
                <a:gd name="T49" fmla="*/ 3 h 425"/>
                <a:gd name="T50" fmla="*/ 1 w 246"/>
                <a:gd name="T51" fmla="*/ 3 h 425"/>
                <a:gd name="T52" fmla="*/ 1 w 246"/>
                <a:gd name="T53" fmla="*/ 2 h 425"/>
                <a:gd name="T54" fmla="*/ 1 w 246"/>
                <a:gd name="T55" fmla="*/ 2 h 425"/>
                <a:gd name="T56" fmla="*/ 0 w 246"/>
                <a:gd name="T57" fmla="*/ 2 h 425"/>
                <a:gd name="T58" fmla="*/ 0 w 246"/>
                <a:gd name="T59" fmla="*/ 2 h 425"/>
                <a:gd name="T60" fmla="*/ 0 w 246"/>
                <a:gd name="T61" fmla="*/ 1 h 425"/>
                <a:gd name="T62" fmla="*/ 0 w 246"/>
                <a:gd name="T63" fmla="*/ 1 h 425"/>
                <a:gd name="T64" fmla="*/ 0 w 246"/>
                <a:gd name="T65" fmla="*/ 1 h 425"/>
                <a:gd name="T66" fmla="*/ 0 w 246"/>
                <a:gd name="T67" fmla="*/ 0 h 425"/>
                <a:gd name="T68" fmla="*/ 0 w 246"/>
                <a:gd name="T69" fmla="*/ 0 h 425"/>
                <a:gd name="T70" fmla="*/ 0 w 246"/>
                <a:gd name="T71" fmla="*/ 0 h 425"/>
                <a:gd name="T72" fmla="*/ 0 w 246"/>
                <a:gd name="T73" fmla="*/ 0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5"/>
                <a:gd name="T113" fmla="*/ 246 w 246"/>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5">
                  <a:moveTo>
                    <a:pt x="0" y="0"/>
                  </a:moveTo>
                  <a:lnTo>
                    <a:pt x="0" y="0"/>
                  </a:lnTo>
                  <a:lnTo>
                    <a:pt x="2" y="43"/>
                  </a:lnTo>
                  <a:lnTo>
                    <a:pt x="5" y="86"/>
                  </a:lnTo>
                  <a:lnTo>
                    <a:pt x="11" y="126"/>
                  </a:lnTo>
                  <a:lnTo>
                    <a:pt x="19" y="163"/>
                  </a:lnTo>
                  <a:lnTo>
                    <a:pt x="30" y="202"/>
                  </a:lnTo>
                  <a:lnTo>
                    <a:pt x="41" y="236"/>
                  </a:lnTo>
                  <a:lnTo>
                    <a:pt x="55" y="269"/>
                  </a:lnTo>
                  <a:lnTo>
                    <a:pt x="73" y="299"/>
                  </a:lnTo>
                  <a:lnTo>
                    <a:pt x="89" y="326"/>
                  </a:lnTo>
                  <a:lnTo>
                    <a:pt x="108" y="351"/>
                  </a:lnTo>
                  <a:lnTo>
                    <a:pt x="128" y="373"/>
                  </a:lnTo>
                  <a:lnTo>
                    <a:pt x="150" y="391"/>
                  </a:lnTo>
                  <a:lnTo>
                    <a:pt x="171" y="406"/>
                  </a:lnTo>
                  <a:lnTo>
                    <a:pt x="196" y="417"/>
                  </a:lnTo>
                  <a:lnTo>
                    <a:pt x="221" y="422"/>
                  </a:lnTo>
                  <a:lnTo>
                    <a:pt x="246" y="425"/>
                  </a:lnTo>
                  <a:lnTo>
                    <a:pt x="246" y="413"/>
                  </a:lnTo>
                  <a:lnTo>
                    <a:pt x="223" y="411"/>
                  </a:lnTo>
                  <a:lnTo>
                    <a:pt x="201" y="405"/>
                  </a:lnTo>
                  <a:lnTo>
                    <a:pt x="178" y="394"/>
                  </a:lnTo>
                  <a:lnTo>
                    <a:pt x="157" y="381"/>
                  </a:lnTo>
                  <a:lnTo>
                    <a:pt x="137" y="364"/>
                  </a:lnTo>
                  <a:lnTo>
                    <a:pt x="117" y="344"/>
                  </a:lnTo>
                  <a:lnTo>
                    <a:pt x="99" y="319"/>
                  </a:lnTo>
                  <a:lnTo>
                    <a:pt x="82" y="292"/>
                  </a:lnTo>
                  <a:lnTo>
                    <a:pt x="67" y="264"/>
                  </a:lnTo>
                  <a:lnTo>
                    <a:pt x="53" y="231"/>
                  </a:lnTo>
                  <a:lnTo>
                    <a:pt x="41" y="197"/>
                  </a:lnTo>
                  <a:lnTo>
                    <a:pt x="31" y="161"/>
                  </a:lnTo>
                  <a:lnTo>
                    <a:pt x="23" y="123"/>
                  </a:lnTo>
                  <a:lnTo>
                    <a:pt x="17" y="84"/>
                  </a:lnTo>
                  <a:lnTo>
                    <a:pt x="13" y="4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7638" name="Freeform 79"/>
            <p:cNvSpPr>
              <a:spLocks/>
            </p:cNvSpPr>
            <p:nvPr/>
          </p:nvSpPr>
          <p:spPr bwMode="auto">
            <a:xfrm>
              <a:off x="1502" y="1751"/>
              <a:ext cx="50" cy="85"/>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2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1" y="2"/>
                  </a:lnTo>
                  <a:lnTo>
                    <a:pt x="196" y="8"/>
                  </a:lnTo>
                  <a:lnTo>
                    <a:pt x="171" y="19"/>
                  </a:lnTo>
                  <a:lnTo>
                    <a:pt x="150" y="34"/>
                  </a:lnTo>
                  <a:lnTo>
                    <a:pt x="128" y="52"/>
                  </a:lnTo>
                  <a:lnTo>
                    <a:pt x="108" y="74"/>
                  </a:lnTo>
                  <a:lnTo>
                    <a:pt x="89" y="98"/>
                  </a:lnTo>
                  <a:lnTo>
                    <a:pt x="73" y="125"/>
                  </a:lnTo>
                  <a:lnTo>
                    <a:pt x="55" y="156"/>
                  </a:lnTo>
                  <a:lnTo>
                    <a:pt x="41" y="189"/>
                  </a:lnTo>
                  <a:lnTo>
                    <a:pt x="30" y="223"/>
                  </a:lnTo>
                  <a:lnTo>
                    <a:pt x="19" y="261"/>
                  </a:lnTo>
                  <a:lnTo>
                    <a:pt x="11" y="299"/>
                  </a:lnTo>
                  <a:lnTo>
                    <a:pt x="5" y="339"/>
                  </a:lnTo>
                  <a:lnTo>
                    <a:pt x="2" y="382"/>
                  </a:lnTo>
                  <a:lnTo>
                    <a:pt x="0" y="424"/>
                  </a:lnTo>
                  <a:lnTo>
                    <a:pt x="12" y="424"/>
                  </a:lnTo>
                  <a:lnTo>
                    <a:pt x="13" y="382"/>
                  </a:lnTo>
                  <a:lnTo>
                    <a:pt x="17" y="341"/>
                  </a:lnTo>
                  <a:lnTo>
                    <a:pt x="23" y="301"/>
                  </a:lnTo>
                  <a:lnTo>
                    <a:pt x="31" y="264"/>
                  </a:lnTo>
                  <a:lnTo>
                    <a:pt x="41" y="227"/>
                  </a:lnTo>
                  <a:lnTo>
                    <a:pt x="53" y="193"/>
                  </a:lnTo>
                  <a:lnTo>
                    <a:pt x="67" y="161"/>
                  </a:lnTo>
                  <a:lnTo>
                    <a:pt x="82" y="132"/>
                  </a:lnTo>
                  <a:lnTo>
                    <a:pt x="99" y="105"/>
                  </a:lnTo>
                  <a:lnTo>
                    <a:pt x="117" y="81"/>
                  </a:lnTo>
                  <a:lnTo>
                    <a:pt x="137" y="61"/>
                  </a:lnTo>
                  <a:lnTo>
                    <a:pt x="157" y="43"/>
                  </a:lnTo>
                  <a:lnTo>
                    <a:pt x="178" y="30"/>
                  </a:lnTo>
                  <a:lnTo>
                    <a:pt x="201" y="20"/>
                  </a:lnTo>
                  <a:lnTo>
                    <a:pt x="223" y="14"/>
                  </a:lnTo>
                  <a:lnTo>
                    <a:pt x="246" y="12"/>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7639" name="Freeform 80"/>
            <p:cNvSpPr>
              <a:spLocks/>
            </p:cNvSpPr>
            <p:nvPr/>
          </p:nvSpPr>
          <p:spPr bwMode="auto">
            <a:xfrm>
              <a:off x="1565" y="2016"/>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0" y="339"/>
                  </a:lnTo>
                  <a:lnTo>
                    <a:pt x="234" y="299"/>
                  </a:lnTo>
                  <a:lnTo>
                    <a:pt x="226" y="261"/>
                  </a:lnTo>
                  <a:lnTo>
                    <a:pt x="216" y="223"/>
                  </a:lnTo>
                  <a:lnTo>
                    <a:pt x="204" y="189"/>
                  </a:lnTo>
                  <a:lnTo>
                    <a:pt x="190" y="156"/>
                  </a:lnTo>
                  <a:lnTo>
                    <a:pt x="174" y="125"/>
                  </a:lnTo>
                  <a:lnTo>
                    <a:pt x="156" y="98"/>
                  </a:lnTo>
                  <a:lnTo>
                    <a:pt x="138" y="74"/>
                  </a:lnTo>
                  <a:lnTo>
                    <a:pt x="118" y="51"/>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9" y="81"/>
                  </a:lnTo>
                  <a:lnTo>
                    <a:pt x="147" y="105"/>
                  </a:lnTo>
                  <a:lnTo>
                    <a:pt x="164" y="132"/>
                  </a:lnTo>
                  <a:lnTo>
                    <a:pt x="178" y="160"/>
                  </a:lnTo>
                  <a:lnTo>
                    <a:pt x="192" y="193"/>
                  </a:lnTo>
                  <a:lnTo>
                    <a:pt x="204" y="227"/>
                  </a:lnTo>
                  <a:lnTo>
                    <a:pt x="215" y="264"/>
                  </a:lnTo>
                  <a:lnTo>
                    <a:pt x="223" y="301"/>
                  </a:lnTo>
                  <a:lnTo>
                    <a:pt x="229"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7640" name="Freeform 81"/>
            <p:cNvSpPr>
              <a:spLocks/>
            </p:cNvSpPr>
            <p:nvPr/>
          </p:nvSpPr>
          <p:spPr bwMode="auto">
            <a:xfrm>
              <a:off x="1565" y="2101"/>
              <a:ext cx="49" cy="85"/>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6" y="423"/>
                  </a:lnTo>
                  <a:lnTo>
                    <a:pt x="51" y="418"/>
                  </a:lnTo>
                  <a:lnTo>
                    <a:pt x="74" y="407"/>
                  </a:lnTo>
                  <a:lnTo>
                    <a:pt x="96" y="392"/>
                  </a:lnTo>
                  <a:lnTo>
                    <a:pt x="118" y="373"/>
                  </a:lnTo>
                  <a:lnTo>
                    <a:pt x="138" y="351"/>
                  </a:lnTo>
                  <a:lnTo>
                    <a:pt x="156" y="327"/>
                  </a:lnTo>
                  <a:lnTo>
                    <a:pt x="175" y="299"/>
                  </a:lnTo>
                  <a:lnTo>
                    <a:pt x="190" y="269"/>
                  </a:lnTo>
                  <a:lnTo>
                    <a:pt x="204" y="236"/>
                  </a:lnTo>
                  <a:lnTo>
                    <a:pt x="216" y="202"/>
                  </a:lnTo>
                  <a:lnTo>
                    <a:pt x="226" y="164"/>
                  </a:lnTo>
                  <a:lnTo>
                    <a:pt x="234" y="126"/>
                  </a:lnTo>
                  <a:lnTo>
                    <a:pt x="240" y="86"/>
                  </a:lnTo>
                  <a:lnTo>
                    <a:pt x="244" y="42"/>
                  </a:lnTo>
                  <a:lnTo>
                    <a:pt x="245" y="0"/>
                  </a:lnTo>
                  <a:lnTo>
                    <a:pt x="233" y="0"/>
                  </a:lnTo>
                  <a:lnTo>
                    <a:pt x="232" y="42"/>
                  </a:lnTo>
                  <a:lnTo>
                    <a:pt x="229" y="83"/>
                  </a:lnTo>
                  <a:lnTo>
                    <a:pt x="223" y="123"/>
                  </a:lnTo>
                  <a:lnTo>
                    <a:pt x="215" y="162"/>
                  </a:lnTo>
                  <a:lnTo>
                    <a:pt x="204" y="197"/>
                  </a:lnTo>
                  <a:lnTo>
                    <a:pt x="192" y="231"/>
                  </a:lnTo>
                  <a:lnTo>
                    <a:pt x="178" y="264"/>
                  </a:lnTo>
                  <a:lnTo>
                    <a:pt x="163" y="292"/>
                  </a:lnTo>
                  <a:lnTo>
                    <a:pt x="147" y="320"/>
                  </a:lnTo>
                  <a:lnTo>
                    <a:pt x="129" y="344"/>
                  </a:lnTo>
                  <a:lnTo>
                    <a:pt x="109" y="364"/>
                  </a:lnTo>
                  <a:lnTo>
                    <a:pt x="89" y="382"/>
                  </a:lnTo>
                  <a:lnTo>
                    <a:pt x="67" y="395"/>
                  </a:lnTo>
                  <a:lnTo>
                    <a:pt x="46" y="406"/>
                  </a:lnTo>
                  <a:lnTo>
                    <a:pt x="24"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7641" name="Freeform 82"/>
            <p:cNvSpPr>
              <a:spLocks/>
            </p:cNvSpPr>
            <p:nvPr/>
          </p:nvSpPr>
          <p:spPr bwMode="auto">
            <a:xfrm>
              <a:off x="1516" y="2101"/>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5" y="86"/>
                  </a:lnTo>
                  <a:lnTo>
                    <a:pt x="11" y="126"/>
                  </a:lnTo>
                  <a:lnTo>
                    <a:pt x="19" y="164"/>
                  </a:lnTo>
                  <a:lnTo>
                    <a:pt x="30" y="202"/>
                  </a:lnTo>
                  <a:lnTo>
                    <a:pt x="41" y="236"/>
                  </a:lnTo>
                  <a:lnTo>
                    <a:pt x="55" y="269"/>
                  </a:lnTo>
                  <a:lnTo>
                    <a:pt x="71" y="299"/>
                  </a:lnTo>
                  <a:lnTo>
                    <a:pt x="89" y="327"/>
                  </a:lnTo>
                  <a:lnTo>
                    <a:pt x="107" y="351"/>
                  </a:lnTo>
                  <a:lnTo>
                    <a:pt x="127" y="373"/>
                  </a:lnTo>
                  <a:lnTo>
                    <a:pt x="149" y="392"/>
                  </a:lnTo>
                  <a:lnTo>
                    <a:pt x="171" y="407"/>
                  </a:lnTo>
                  <a:lnTo>
                    <a:pt x="195" y="418"/>
                  </a:lnTo>
                  <a:lnTo>
                    <a:pt x="219" y="423"/>
                  </a:lnTo>
                  <a:lnTo>
                    <a:pt x="245" y="426"/>
                  </a:lnTo>
                  <a:lnTo>
                    <a:pt x="245" y="414"/>
                  </a:lnTo>
                  <a:lnTo>
                    <a:pt x="222" y="412"/>
                  </a:lnTo>
                  <a:lnTo>
                    <a:pt x="199" y="406"/>
                  </a:lnTo>
                  <a:lnTo>
                    <a:pt x="178" y="395"/>
                  </a:lnTo>
                  <a:lnTo>
                    <a:pt x="156" y="382"/>
                  </a:lnTo>
                  <a:lnTo>
                    <a:pt x="136" y="364"/>
                  </a:lnTo>
                  <a:lnTo>
                    <a:pt x="116" y="344"/>
                  </a:lnTo>
                  <a:lnTo>
                    <a:pt x="99" y="320"/>
                  </a:lnTo>
                  <a:lnTo>
                    <a:pt x="82" y="292"/>
                  </a:lnTo>
                  <a:lnTo>
                    <a:pt x="67" y="264"/>
                  </a:lnTo>
                  <a:lnTo>
                    <a:pt x="53" y="231"/>
                  </a:lnTo>
                  <a:lnTo>
                    <a:pt x="41" y="197"/>
                  </a:lnTo>
                  <a:lnTo>
                    <a:pt x="31" y="162"/>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7642" name="Freeform 83"/>
            <p:cNvSpPr>
              <a:spLocks/>
            </p:cNvSpPr>
            <p:nvPr/>
          </p:nvSpPr>
          <p:spPr bwMode="auto">
            <a:xfrm>
              <a:off x="1516" y="2016"/>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5" y="8"/>
                  </a:lnTo>
                  <a:lnTo>
                    <a:pt x="171" y="19"/>
                  </a:lnTo>
                  <a:lnTo>
                    <a:pt x="149" y="34"/>
                  </a:lnTo>
                  <a:lnTo>
                    <a:pt x="127" y="51"/>
                  </a:lnTo>
                  <a:lnTo>
                    <a:pt x="107" y="74"/>
                  </a:lnTo>
                  <a:lnTo>
                    <a:pt x="89" y="98"/>
                  </a:lnTo>
                  <a:lnTo>
                    <a:pt x="72" y="125"/>
                  </a:lnTo>
                  <a:lnTo>
                    <a:pt x="55" y="156"/>
                  </a:lnTo>
                  <a:lnTo>
                    <a:pt x="41" y="189"/>
                  </a:lnTo>
                  <a:lnTo>
                    <a:pt x="30" y="223"/>
                  </a:lnTo>
                  <a:lnTo>
                    <a:pt x="19" y="261"/>
                  </a:lnTo>
                  <a:lnTo>
                    <a:pt x="11" y="299"/>
                  </a:lnTo>
                  <a:lnTo>
                    <a:pt x="5" y="339"/>
                  </a:lnTo>
                  <a:lnTo>
                    <a:pt x="1" y="382"/>
                  </a:lnTo>
                  <a:lnTo>
                    <a:pt x="0" y="424"/>
                  </a:lnTo>
                  <a:lnTo>
                    <a:pt x="12" y="424"/>
                  </a:lnTo>
                  <a:lnTo>
                    <a:pt x="13" y="382"/>
                  </a:lnTo>
                  <a:lnTo>
                    <a:pt x="17" y="341"/>
                  </a:lnTo>
                  <a:lnTo>
                    <a:pt x="23" y="301"/>
                  </a:lnTo>
                  <a:lnTo>
                    <a:pt x="31" y="264"/>
                  </a:lnTo>
                  <a:lnTo>
                    <a:pt x="41" y="227"/>
                  </a:lnTo>
                  <a:lnTo>
                    <a:pt x="53" y="193"/>
                  </a:lnTo>
                  <a:lnTo>
                    <a:pt x="67" y="160"/>
                  </a:lnTo>
                  <a:lnTo>
                    <a:pt x="81" y="132"/>
                  </a:lnTo>
                  <a:lnTo>
                    <a:pt x="99" y="105"/>
                  </a:lnTo>
                  <a:lnTo>
                    <a:pt x="116" y="81"/>
                  </a:lnTo>
                  <a:lnTo>
                    <a:pt x="136" y="61"/>
                  </a:lnTo>
                  <a:lnTo>
                    <a:pt x="156" y="43"/>
                  </a:lnTo>
                  <a:lnTo>
                    <a:pt x="178" y="30"/>
                  </a:lnTo>
                  <a:lnTo>
                    <a:pt x="199" y="20"/>
                  </a:lnTo>
                  <a:lnTo>
                    <a:pt x="222"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grpSp>
        <p:nvGrpSpPr>
          <p:cNvPr id="107532" name="Group 84"/>
          <p:cNvGrpSpPr>
            <a:grpSpLocks/>
          </p:cNvGrpSpPr>
          <p:nvPr/>
        </p:nvGrpSpPr>
        <p:grpSpPr bwMode="auto">
          <a:xfrm rot="-223274">
            <a:off x="735013" y="3030538"/>
            <a:ext cx="744537" cy="733425"/>
            <a:chOff x="2757" y="1666"/>
            <a:chExt cx="812" cy="800"/>
          </a:xfrm>
        </p:grpSpPr>
        <p:sp>
          <p:nvSpPr>
            <p:cNvPr id="107586" name="Freeform 85"/>
            <p:cNvSpPr>
              <a:spLocks/>
            </p:cNvSpPr>
            <p:nvPr/>
          </p:nvSpPr>
          <p:spPr bwMode="auto">
            <a:xfrm>
              <a:off x="2762" y="1667"/>
              <a:ext cx="807" cy="584"/>
            </a:xfrm>
            <a:custGeom>
              <a:avLst/>
              <a:gdLst>
                <a:gd name="T0" fmla="*/ 497 w 807"/>
                <a:gd name="T1" fmla="*/ 583 h 584"/>
                <a:gd name="T2" fmla="*/ 0 w 807"/>
                <a:gd name="T3" fmla="*/ 452 h 584"/>
                <a:gd name="T4" fmla="*/ 337 w 807"/>
                <a:gd name="T5" fmla="*/ 0 h 584"/>
                <a:gd name="T6" fmla="*/ 806 w 807"/>
                <a:gd name="T7" fmla="*/ 98 h 584"/>
                <a:gd name="T8" fmla="*/ 497 w 807"/>
                <a:gd name="T9" fmla="*/ 583 h 584"/>
                <a:gd name="T10" fmla="*/ 0 60000 65536"/>
                <a:gd name="T11" fmla="*/ 0 60000 65536"/>
                <a:gd name="T12" fmla="*/ 0 60000 65536"/>
                <a:gd name="T13" fmla="*/ 0 60000 65536"/>
                <a:gd name="T14" fmla="*/ 0 60000 65536"/>
                <a:gd name="T15" fmla="*/ 0 w 807"/>
                <a:gd name="T16" fmla="*/ 0 h 584"/>
                <a:gd name="T17" fmla="*/ 807 w 807"/>
                <a:gd name="T18" fmla="*/ 584 h 584"/>
              </a:gdLst>
              <a:ahLst/>
              <a:cxnLst>
                <a:cxn ang="T10">
                  <a:pos x="T0" y="T1"/>
                </a:cxn>
                <a:cxn ang="T11">
                  <a:pos x="T2" y="T3"/>
                </a:cxn>
                <a:cxn ang="T12">
                  <a:pos x="T4" y="T5"/>
                </a:cxn>
                <a:cxn ang="T13">
                  <a:pos x="T6" y="T7"/>
                </a:cxn>
                <a:cxn ang="T14">
                  <a:pos x="T8" y="T9"/>
                </a:cxn>
              </a:cxnLst>
              <a:rect l="T15" t="T16" r="T17" b="T18"/>
              <a:pathLst>
                <a:path w="807" h="584">
                  <a:moveTo>
                    <a:pt x="497" y="583"/>
                  </a:moveTo>
                  <a:lnTo>
                    <a:pt x="0" y="452"/>
                  </a:lnTo>
                  <a:lnTo>
                    <a:pt x="337" y="0"/>
                  </a:lnTo>
                  <a:lnTo>
                    <a:pt x="806" y="98"/>
                  </a:lnTo>
                  <a:lnTo>
                    <a:pt x="497" y="583"/>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107587" name="Freeform 86"/>
            <p:cNvSpPr>
              <a:spLocks/>
            </p:cNvSpPr>
            <p:nvPr/>
          </p:nvSpPr>
          <p:spPr bwMode="auto">
            <a:xfrm>
              <a:off x="2882" y="1861"/>
              <a:ext cx="578" cy="384"/>
            </a:xfrm>
            <a:custGeom>
              <a:avLst/>
              <a:gdLst>
                <a:gd name="T0" fmla="*/ 377 w 578"/>
                <a:gd name="T1" fmla="*/ 383 h 384"/>
                <a:gd name="T2" fmla="*/ 0 w 578"/>
                <a:gd name="T3" fmla="*/ 291 h 384"/>
                <a:gd name="T4" fmla="*/ 217 w 578"/>
                <a:gd name="T5" fmla="*/ 0 h 384"/>
                <a:gd name="T6" fmla="*/ 577 w 578"/>
                <a:gd name="T7" fmla="*/ 74 h 384"/>
                <a:gd name="T8" fmla="*/ 377 w 578"/>
                <a:gd name="T9" fmla="*/ 383 h 384"/>
                <a:gd name="T10" fmla="*/ 0 60000 65536"/>
                <a:gd name="T11" fmla="*/ 0 60000 65536"/>
                <a:gd name="T12" fmla="*/ 0 60000 65536"/>
                <a:gd name="T13" fmla="*/ 0 60000 65536"/>
                <a:gd name="T14" fmla="*/ 0 60000 65536"/>
                <a:gd name="T15" fmla="*/ 0 w 578"/>
                <a:gd name="T16" fmla="*/ 0 h 384"/>
                <a:gd name="T17" fmla="*/ 578 w 578"/>
                <a:gd name="T18" fmla="*/ 384 h 384"/>
              </a:gdLst>
              <a:ahLst/>
              <a:cxnLst>
                <a:cxn ang="T10">
                  <a:pos x="T0" y="T1"/>
                </a:cxn>
                <a:cxn ang="T11">
                  <a:pos x="T2" y="T3"/>
                </a:cxn>
                <a:cxn ang="T12">
                  <a:pos x="T4" y="T5"/>
                </a:cxn>
                <a:cxn ang="T13">
                  <a:pos x="T6" y="T7"/>
                </a:cxn>
                <a:cxn ang="T14">
                  <a:pos x="T8" y="T9"/>
                </a:cxn>
              </a:cxnLst>
              <a:rect l="T15" t="T16" r="T17" b="T18"/>
              <a:pathLst>
                <a:path w="578" h="384">
                  <a:moveTo>
                    <a:pt x="377" y="383"/>
                  </a:moveTo>
                  <a:lnTo>
                    <a:pt x="0" y="291"/>
                  </a:lnTo>
                  <a:lnTo>
                    <a:pt x="217" y="0"/>
                  </a:lnTo>
                  <a:lnTo>
                    <a:pt x="577" y="74"/>
                  </a:lnTo>
                  <a:lnTo>
                    <a:pt x="377" y="383"/>
                  </a:lnTo>
                </a:path>
              </a:pathLst>
            </a:custGeom>
            <a:solidFill>
              <a:srgbClr val="E22B00"/>
            </a:solidFill>
            <a:ln>
              <a:noFill/>
            </a:ln>
            <a:extLst>
              <a:ext uri="{91240B29-F687-4F45-9708-019B960494DF}">
                <a14:hiddenLine xmlns:a14="http://schemas.microsoft.com/office/drawing/2010/main" w="12700" cap="rnd" cmpd="sng">
                  <a:solidFill>
                    <a:srgbClr val="000000"/>
                  </a:solidFill>
                  <a:prstDash val="solid"/>
                  <a:round/>
                  <a:headEnd type="none" w="med" len="med"/>
                  <a:tailEnd type="none" w="med" len="med"/>
                </a14:hiddenLine>
              </a:ext>
            </a:extLst>
          </p:spPr>
          <p:txBody>
            <a:bodyPr/>
            <a:lstStyle/>
            <a:p>
              <a:endParaRPr lang="fr-FR"/>
            </a:p>
          </p:txBody>
        </p:sp>
        <p:sp>
          <p:nvSpPr>
            <p:cNvPr id="107588" name="Line 87"/>
            <p:cNvSpPr>
              <a:spLocks noChangeShapeType="1"/>
            </p:cNvSpPr>
            <p:nvPr/>
          </p:nvSpPr>
          <p:spPr bwMode="auto">
            <a:xfrm>
              <a:off x="3102" y="1862"/>
              <a:ext cx="352" cy="7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fr-FR"/>
            </a:p>
          </p:txBody>
        </p:sp>
        <p:sp>
          <p:nvSpPr>
            <p:cNvPr id="107589" name="Freeform 88"/>
            <p:cNvSpPr>
              <a:spLocks/>
            </p:cNvSpPr>
            <p:nvPr/>
          </p:nvSpPr>
          <p:spPr bwMode="auto">
            <a:xfrm>
              <a:off x="2762" y="1666"/>
              <a:ext cx="337" cy="485"/>
            </a:xfrm>
            <a:custGeom>
              <a:avLst/>
              <a:gdLst>
                <a:gd name="T0" fmla="*/ 336 w 337"/>
                <a:gd name="T1" fmla="*/ 194 h 485"/>
                <a:gd name="T2" fmla="*/ 118 w 337"/>
                <a:gd name="T3" fmla="*/ 484 h 485"/>
                <a:gd name="T4" fmla="*/ 0 w 337"/>
                <a:gd name="T5" fmla="*/ 452 h 485"/>
                <a:gd name="T6" fmla="*/ 336 w 337"/>
                <a:gd name="T7" fmla="*/ 0 h 485"/>
                <a:gd name="T8" fmla="*/ 336 w 337"/>
                <a:gd name="T9" fmla="*/ 152 h 485"/>
                <a:gd name="T10" fmla="*/ 336 w 337"/>
                <a:gd name="T11" fmla="*/ 194 h 485"/>
                <a:gd name="T12" fmla="*/ 0 60000 65536"/>
                <a:gd name="T13" fmla="*/ 0 60000 65536"/>
                <a:gd name="T14" fmla="*/ 0 60000 65536"/>
                <a:gd name="T15" fmla="*/ 0 60000 65536"/>
                <a:gd name="T16" fmla="*/ 0 60000 65536"/>
                <a:gd name="T17" fmla="*/ 0 60000 65536"/>
                <a:gd name="T18" fmla="*/ 0 w 337"/>
                <a:gd name="T19" fmla="*/ 0 h 485"/>
                <a:gd name="T20" fmla="*/ 337 w 337"/>
                <a:gd name="T21" fmla="*/ 485 h 485"/>
              </a:gdLst>
              <a:ahLst/>
              <a:cxnLst>
                <a:cxn ang="T12">
                  <a:pos x="T0" y="T1"/>
                </a:cxn>
                <a:cxn ang="T13">
                  <a:pos x="T2" y="T3"/>
                </a:cxn>
                <a:cxn ang="T14">
                  <a:pos x="T4" y="T5"/>
                </a:cxn>
                <a:cxn ang="T15">
                  <a:pos x="T6" y="T7"/>
                </a:cxn>
                <a:cxn ang="T16">
                  <a:pos x="T8" y="T9"/>
                </a:cxn>
                <a:cxn ang="T17">
                  <a:pos x="T10" y="T11"/>
                </a:cxn>
              </a:cxnLst>
              <a:rect l="T18" t="T19" r="T20" b="T21"/>
              <a:pathLst>
                <a:path w="337" h="485">
                  <a:moveTo>
                    <a:pt x="336" y="194"/>
                  </a:moveTo>
                  <a:lnTo>
                    <a:pt x="118" y="484"/>
                  </a:lnTo>
                  <a:lnTo>
                    <a:pt x="0" y="452"/>
                  </a:lnTo>
                  <a:lnTo>
                    <a:pt x="336" y="0"/>
                  </a:lnTo>
                  <a:lnTo>
                    <a:pt x="336" y="152"/>
                  </a:lnTo>
                  <a:lnTo>
                    <a:pt x="336" y="194"/>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107590" name="Freeform 89"/>
            <p:cNvSpPr>
              <a:spLocks/>
            </p:cNvSpPr>
            <p:nvPr/>
          </p:nvSpPr>
          <p:spPr bwMode="auto">
            <a:xfrm>
              <a:off x="2757" y="2124"/>
              <a:ext cx="509" cy="339"/>
            </a:xfrm>
            <a:custGeom>
              <a:avLst/>
              <a:gdLst>
                <a:gd name="T0" fmla="*/ 0 w 506"/>
                <a:gd name="T1" fmla="*/ 0 h 345"/>
                <a:gd name="T2" fmla="*/ 1 w 506"/>
                <a:gd name="T3" fmla="*/ 198 h 345"/>
                <a:gd name="T4" fmla="*/ 514 w 506"/>
                <a:gd name="T5" fmla="*/ 326 h 345"/>
                <a:gd name="T6" fmla="*/ 513 w 506"/>
                <a:gd name="T7" fmla="*/ 124 h 345"/>
                <a:gd name="T8" fmla="*/ 0 60000 65536"/>
                <a:gd name="T9" fmla="*/ 0 60000 65536"/>
                <a:gd name="T10" fmla="*/ 0 60000 65536"/>
                <a:gd name="T11" fmla="*/ 0 60000 65536"/>
                <a:gd name="T12" fmla="*/ 0 w 506"/>
                <a:gd name="T13" fmla="*/ 0 h 345"/>
                <a:gd name="T14" fmla="*/ 506 w 506"/>
                <a:gd name="T15" fmla="*/ 345 h 345"/>
              </a:gdLst>
              <a:ahLst/>
              <a:cxnLst>
                <a:cxn ang="T8">
                  <a:pos x="T0" y="T1"/>
                </a:cxn>
                <a:cxn ang="T9">
                  <a:pos x="T2" y="T3"/>
                </a:cxn>
                <a:cxn ang="T10">
                  <a:pos x="T4" y="T5"/>
                </a:cxn>
                <a:cxn ang="T11">
                  <a:pos x="T6" y="T7"/>
                </a:cxn>
              </a:cxnLst>
              <a:rect l="T12" t="T13" r="T14" b="T15"/>
              <a:pathLst>
                <a:path w="506" h="345">
                  <a:moveTo>
                    <a:pt x="0" y="0"/>
                  </a:moveTo>
                  <a:lnTo>
                    <a:pt x="1" y="209"/>
                  </a:lnTo>
                  <a:lnTo>
                    <a:pt x="505" y="344"/>
                  </a:lnTo>
                  <a:lnTo>
                    <a:pt x="504" y="130"/>
                  </a:lnTo>
                </a:path>
              </a:pathLst>
            </a:custGeom>
            <a:solidFill>
              <a:srgbClr val="FC2C1C"/>
            </a:solidFill>
            <a:ln w="12700" cap="rnd" cmpd="sng">
              <a:solidFill>
                <a:schemeClr val="bg2"/>
              </a:solidFill>
              <a:prstDash val="solid"/>
              <a:round/>
              <a:headEnd type="none" w="med" len="med"/>
              <a:tailEnd type="none" w="med" len="med"/>
            </a:ln>
          </p:spPr>
          <p:txBody>
            <a:bodyPr/>
            <a:lstStyle/>
            <a:p>
              <a:endParaRPr lang="fr-FR"/>
            </a:p>
          </p:txBody>
        </p:sp>
        <p:sp>
          <p:nvSpPr>
            <p:cNvPr id="107591" name="AutoShape 90"/>
            <p:cNvSpPr>
              <a:spLocks noChangeArrowheads="1"/>
            </p:cNvSpPr>
            <p:nvPr/>
          </p:nvSpPr>
          <p:spPr bwMode="auto">
            <a:xfrm rot="16200000" flipH="1">
              <a:off x="3067" y="1967"/>
              <a:ext cx="693" cy="306"/>
            </a:xfrm>
            <a:prstGeom prst="parallelogram">
              <a:avLst>
                <a:gd name="adj" fmla="val 156202"/>
              </a:avLst>
            </a:prstGeom>
            <a:solidFill>
              <a:srgbClr val="FC2C1C"/>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grpSp>
        <p:nvGrpSpPr>
          <p:cNvPr id="107533" name="Group 91"/>
          <p:cNvGrpSpPr>
            <a:grpSpLocks/>
          </p:cNvGrpSpPr>
          <p:nvPr/>
        </p:nvGrpSpPr>
        <p:grpSpPr bwMode="auto">
          <a:xfrm rot="-223274">
            <a:off x="3397250" y="3028950"/>
            <a:ext cx="744538" cy="733425"/>
            <a:chOff x="2757" y="1666"/>
            <a:chExt cx="812" cy="800"/>
          </a:xfrm>
        </p:grpSpPr>
        <p:sp>
          <p:nvSpPr>
            <p:cNvPr id="107580" name="Freeform 92"/>
            <p:cNvSpPr>
              <a:spLocks/>
            </p:cNvSpPr>
            <p:nvPr/>
          </p:nvSpPr>
          <p:spPr bwMode="auto">
            <a:xfrm>
              <a:off x="2762" y="1667"/>
              <a:ext cx="807" cy="584"/>
            </a:xfrm>
            <a:custGeom>
              <a:avLst/>
              <a:gdLst>
                <a:gd name="T0" fmla="*/ 497 w 807"/>
                <a:gd name="T1" fmla="*/ 583 h 584"/>
                <a:gd name="T2" fmla="*/ 0 w 807"/>
                <a:gd name="T3" fmla="*/ 452 h 584"/>
                <a:gd name="T4" fmla="*/ 337 w 807"/>
                <a:gd name="T5" fmla="*/ 0 h 584"/>
                <a:gd name="T6" fmla="*/ 806 w 807"/>
                <a:gd name="T7" fmla="*/ 98 h 584"/>
                <a:gd name="T8" fmla="*/ 497 w 807"/>
                <a:gd name="T9" fmla="*/ 583 h 584"/>
                <a:gd name="T10" fmla="*/ 0 60000 65536"/>
                <a:gd name="T11" fmla="*/ 0 60000 65536"/>
                <a:gd name="T12" fmla="*/ 0 60000 65536"/>
                <a:gd name="T13" fmla="*/ 0 60000 65536"/>
                <a:gd name="T14" fmla="*/ 0 60000 65536"/>
                <a:gd name="T15" fmla="*/ 0 w 807"/>
                <a:gd name="T16" fmla="*/ 0 h 584"/>
                <a:gd name="T17" fmla="*/ 807 w 807"/>
                <a:gd name="T18" fmla="*/ 584 h 584"/>
              </a:gdLst>
              <a:ahLst/>
              <a:cxnLst>
                <a:cxn ang="T10">
                  <a:pos x="T0" y="T1"/>
                </a:cxn>
                <a:cxn ang="T11">
                  <a:pos x="T2" y="T3"/>
                </a:cxn>
                <a:cxn ang="T12">
                  <a:pos x="T4" y="T5"/>
                </a:cxn>
                <a:cxn ang="T13">
                  <a:pos x="T6" y="T7"/>
                </a:cxn>
                <a:cxn ang="T14">
                  <a:pos x="T8" y="T9"/>
                </a:cxn>
              </a:cxnLst>
              <a:rect l="T15" t="T16" r="T17" b="T18"/>
              <a:pathLst>
                <a:path w="807" h="584">
                  <a:moveTo>
                    <a:pt x="497" y="583"/>
                  </a:moveTo>
                  <a:lnTo>
                    <a:pt x="0" y="452"/>
                  </a:lnTo>
                  <a:lnTo>
                    <a:pt x="337" y="0"/>
                  </a:lnTo>
                  <a:lnTo>
                    <a:pt x="806" y="98"/>
                  </a:lnTo>
                  <a:lnTo>
                    <a:pt x="497" y="583"/>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107581" name="Freeform 93"/>
            <p:cNvSpPr>
              <a:spLocks/>
            </p:cNvSpPr>
            <p:nvPr/>
          </p:nvSpPr>
          <p:spPr bwMode="auto">
            <a:xfrm>
              <a:off x="2882" y="1861"/>
              <a:ext cx="578" cy="384"/>
            </a:xfrm>
            <a:custGeom>
              <a:avLst/>
              <a:gdLst>
                <a:gd name="T0" fmla="*/ 377 w 578"/>
                <a:gd name="T1" fmla="*/ 383 h 384"/>
                <a:gd name="T2" fmla="*/ 0 w 578"/>
                <a:gd name="T3" fmla="*/ 291 h 384"/>
                <a:gd name="T4" fmla="*/ 217 w 578"/>
                <a:gd name="T5" fmla="*/ 0 h 384"/>
                <a:gd name="T6" fmla="*/ 577 w 578"/>
                <a:gd name="T7" fmla="*/ 74 h 384"/>
                <a:gd name="T8" fmla="*/ 377 w 578"/>
                <a:gd name="T9" fmla="*/ 383 h 384"/>
                <a:gd name="T10" fmla="*/ 0 60000 65536"/>
                <a:gd name="T11" fmla="*/ 0 60000 65536"/>
                <a:gd name="T12" fmla="*/ 0 60000 65536"/>
                <a:gd name="T13" fmla="*/ 0 60000 65536"/>
                <a:gd name="T14" fmla="*/ 0 60000 65536"/>
                <a:gd name="T15" fmla="*/ 0 w 578"/>
                <a:gd name="T16" fmla="*/ 0 h 384"/>
                <a:gd name="T17" fmla="*/ 578 w 578"/>
                <a:gd name="T18" fmla="*/ 384 h 384"/>
              </a:gdLst>
              <a:ahLst/>
              <a:cxnLst>
                <a:cxn ang="T10">
                  <a:pos x="T0" y="T1"/>
                </a:cxn>
                <a:cxn ang="T11">
                  <a:pos x="T2" y="T3"/>
                </a:cxn>
                <a:cxn ang="T12">
                  <a:pos x="T4" y="T5"/>
                </a:cxn>
                <a:cxn ang="T13">
                  <a:pos x="T6" y="T7"/>
                </a:cxn>
                <a:cxn ang="T14">
                  <a:pos x="T8" y="T9"/>
                </a:cxn>
              </a:cxnLst>
              <a:rect l="T15" t="T16" r="T17" b="T18"/>
              <a:pathLst>
                <a:path w="578" h="384">
                  <a:moveTo>
                    <a:pt x="377" y="383"/>
                  </a:moveTo>
                  <a:lnTo>
                    <a:pt x="0" y="291"/>
                  </a:lnTo>
                  <a:lnTo>
                    <a:pt x="217" y="0"/>
                  </a:lnTo>
                  <a:lnTo>
                    <a:pt x="577" y="74"/>
                  </a:lnTo>
                  <a:lnTo>
                    <a:pt x="377" y="383"/>
                  </a:lnTo>
                </a:path>
              </a:pathLst>
            </a:custGeom>
            <a:solidFill>
              <a:srgbClr val="E22B00"/>
            </a:solidFill>
            <a:ln>
              <a:noFill/>
            </a:ln>
            <a:extLst>
              <a:ext uri="{91240B29-F687-4F45-9708-019B960494DF}">
                <a14:hiddenLine xmlns:a14="http://schemas.microsoft.com/office/drawing/2010/main" w="12700" cap="rnd" cmpd="sng">
                  <a:solidFill>
                    <a:srgbClr val="000000"/>
                  </a:solidFill>
                  <a:prstDash val="solid"/>
                  <a:round/>
                  <a:headEnd type="none" w="med" len="med"/>
                  <a:tailEnd type="none" w="med" len="med"/>
                </a14:hiddenLine>
              </a:ext>
            </a:extLst>
          </p:spPr>
          <p:txBody>
            <a:bodyPr/>
            <a:lstStyle/>
            <a:p>
              <a:endParaRPr lang="fr-FR"/>
            </a:p>
          </p:txBody>
        </p:sp>
        <p:sp>
          <p:nvSpPr>
            <p:cNvPr id="107582" name="Line 94"/>
            <p:cNvSpPr>
              <a:spLocks noChangeShapeType="1"/>
            </p:cNvSpPr>
            <p:nvPr/>
          </p:nvSpPr>
          <p:spPr bwMode="auto">
            <a:xfrm>
              <a:off x="3102" y="1862"/>
              <a:ext cx="352" cy="7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fr-FR"/>
            </a:p>
          </p:txBody>
        </p:sp>
        <p:sp>
          <p:nvSpPr>
            <p:cNvPr id="107583" name="Freeform 95"/>
            <p:cNvSpPr>
              <a:spLocks/>
            </p:cNvSpPr>
            <p:nvPr/>
          </p:nvSpPr>
          <p:spPr bwMode="auto">
            <a:xfrm>
              <a:off x="2762" y="1666"/>
              <a:ext cx="337" cy="485"/>
            </a:xfrm>
            <a:custGeom>
              <a:avLst/>
              <a:gdLst>
                <a:gd name="T0" fmla="*/ 336 w 337"/>
                <a:gd name="T1" fmla="*/ 194 h 485"/>
                <a:gd name="T2" fmla="*/ 118 w 337"/>
                <a:gd name="T3" fmla="*/ 484 h 485"/>
                <a:gd name="T4" fmla="*/ 0 w 337"/>
                <a:gd name="T5" fmla="*/ 452 h 485"/>
                <a:gd name="T6" fmla="*/ 336 w 337"/>
                <a:gd name="T7" fmla="*/ 0 h 485"/>
                <a:gd name="T8" fmla="*/ 336 w 337"/>
                <a:gd name="T9" fmla="*/ 152 h 485"/>
                <a:gd name="T10" fmla="*/ 336 w 337"/>
                <a:gd name="T11" fmla="*/ 194 h 485"/>
                <a:gd name="T12" fmla="*/ 0 60000 65536"/>
                <a:gd name="T13" fmla="*/ 0 60000 65536"/>
                <a:gd name="T14" fmla="*/ 0 60000 65536"/>
                <a:gd name="T15" fmla="*/ 0 60000 65536"/>
                <a:gd name="T16" fmla="*/ 0 60000 65536"/>
                <a:gd name="T17" fmla="*/ 0 60000 65536"/>
                <a:gd name="T18" fmla="*/ 0 w 337"/>
                <a:gd name="T19" fmla="*/ 0 h 485"/>
                <a:gd name="T20" fmla="*/ 337 w 337"/>
                <a:gd name="T21" fmla="*/ 485 h 485"/>
              </a:gdLst>
              <a:ahLst/>
              <a:cxnLst>
                <a:cxn ang="T12">
                  <a:pos x="T0" y="T1"/>
                </a:cxn>
                <a:cxn ang="T13">
                  <a:pos x="T2" y="T3"/>
                </a:cxn>
                <a:cxn ang="T14">
                  <a:pos x="T4" y="T5"/>
                </a:cxn>
                <a:cxn ang="T15">
                  <a:pos x="T6" y="T7"/>
                </a:cxn>
                <a:cxn ang="T16">
                  <a:pos x="T8" y="T9"/>
                </a:cxn>
                <a:cxn ang="T17">
                  <a:pos x="T10" y="T11"/>
                </a:cxn>
              </a:cxnLst>
              <a:rect l="T18" t="T19" r="T20" b="T21"/>
              <a:pathLst>
                <a:path w="337" h="485">
                  <a:moveTo>
                    <a:pt x="336" y="194"/>
                  </a:moveTo>
                  <a:lnTo>
                    <a:pt x="118" y="484"/>
                  </a:lnTo>
                  <a:lnTo>
                    <a:pt x="0" y="452"/>
                  </a:lnTo>
                  <a:lnTo>
                    <a:pt x="336" y="0"/>
                  </a:lnTo>
                  <a:lnTo>
                    <a:pt x="336" y="152"/>
                  </a:lnTo>
                  <a:lnTo>
                    <a:pt x="336" y="194"/>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107584" name="Freeform 96"/>
            <p:cNvSpPr>
              <a:spLocks/>
            </p:cNvSpPr>
            <p:nvPr/>
          </p:nvSpPr>
          <p:spPr bwMode="auto">
            <a:xfrm>
              <a:off x="2757" y="2124"/>
              <a:ext cx="509" cy="339"/>
            </a:xfrm>
            <a:custGeom>
              <a:avLst/>
              <a:gdLst>
                <a:gd name="T0" fmla="*/ 0 w 506"/>
                <a:gd name="T1" fmla="*/ 0 h 345"/>
                <a:gd name="T2" fmla="*/ 1 w 506"/>
                <a:gd name="T3" fmla="*/ 198 h 345"/>
                <a:gd name="T4" fmla="*/ 514 w 506"/>
                <a:gd name="T5" fmla="*/ 326 h 345"/>
                <a:gd name="T6" fmla="*/ 513 w 506"/>
                <a:gd name="T7" fmla="*/ 124 h 345"/>
                <a:gd name="T8" fmla="*/ 0 60000 65536"/>
                <a:gd name="T9" fmla="*/ 0 60000 65536"/>
                <a:gd name="T10" fmla="*/ 0 60000 65536"/>
                <a:gd name="T11" fmla="*/ 0 60000 65536"/>
                <a:gd name="T12" fmla="*/ 0 w 506"/>
                <a:gd name="T13" fmla="*/ 0 h 345"/>
                <a:gd name="T14" fmla="*/ 506 w 506"/>
                <a:gd name="T15" fmla="*/ 345 h 345"/>
              </a:gdLst>
              <a:ahLst/>
              <a:cxnLst>
                <a:cxn ang="T8">
                  <a:pos x="T0" y="T1"/>
                </a:cxn>
                <a:cxn ang="T9">
                  <a:pos x="T2" y="T3"/>
                </a:cxn>
                <a:cxn ang="T10">
                  <a:pos x="T4" y="T5"/>
                </a:cxn>
                <a:cxn ang="T11">
                  <a:pos x="T6" y="T7"/>
                </a:cxn>
              </a:cxnLst>
              <a:rect l="T12" t="T13" r="T14" b="T15"/>
              <a:pathLst>
                <a:path w="506" h="345">
                  <a:moveTo>
                    <a:pt x="0" y="0"/>
                  </a:moveTo>
                  <a:lnTo>
                    <a:pt x="1" y="209"/>
                  </a:lnTo>
                  <a:lnTo>
                    <a:pt x="505" y="344"/>
                  </a:lnTo>
                  <a:lnTo>
                    <a:pt x="504" y="130"/>
                  </a:lnTo>
                </a:path>
              </a:pathLst>
            </a:custGeom>
            <a:solidFill>
              <a:srgbClr val="FC2C1C"/>
            </a:solidFill>
            <a:ln w="12700" cap="rnd" cmpd="sng">
              <a:solidFill>
                <a:schemeClr val="bg2"/>
              </a:solidFill>
              <a:prstDash val="solid"/>
              <a:round/>
              <a:headEnd type="none" w="med" len="med"/>
              <a:tailEnd type="none" w="med" len="med"/>
            </a:ln>
          </p:spPr>
          <p:txBody>
            <a:bodyPr/>
            <a:lstStyle/>
            <a:p>
              <a:endParaRPr lang="fr-FR"/>
            </a:p>
          </p:txBody>
        </p:sp>
        <p:sp>
          <p:nvSpPr>
            <p:cNvPr id="107585" name="AutoShape 97"/>
            <p:cNvSpPr>
              <a:spLocks noChangeArrowheads="1"/>
            </p:cNvSpPr>
            <p:nvPr/>
          </p:nvSpPr>
          <p:spPr bwMode="auto">
            <a:xfrm rot="16200000" flipH="1">
              <a:off x="3067" y="1967"/>
              <a:ext cx="693" cy="306"/>
            </a:xfrm>
            <a:prstGeom prst="parallelogram">
              <a:avLst>
                <a:gd name="adj" fmla="val 156202"/>
              </a:avLst>
            </a:prstGeom>
            <a:solidFill>
              <a:srgbClr val="FC2C1C"/>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grpSp>
        <p:nvGrpSpPr>
          <p:cNvPr id="107534" name="Group 123"/>
          <p:cNvGrpSpPr>
            <a:grpSpLocks/>
          </p:cNvGrpSpPr>
          <p:nvPr/>
        </p:nvGrpSpPr>
        <p:grpSpPr bwMode="auto">
          <a:xfrm rot="-223274">
            <a:off x="6348413" y="3027363"/>
            <a:ext cx="744537" cy="733425"/>
            <a:chOff x="2757" y="1666"/>
            <a:chExt cx="812" cy="800"/>
          </a:xfrm>
        </p:grpSpPr>
        <p:sp>
          <p:nvSpPr>
            <p:cNvPr id="107574" name="Freeform 124"/>
            <p:cNvSpPr>
              <a:spLocks/>
            </p:cNvSpPr>
            <p:nvPr/>
          </p:nvSpPr>
          <p:spPr bwMode="auto">
            <a:xfrm>
              <a:off x="2762" y="1667"/>
              <a:ext cx="807" cy="584"/>
            </a:xfrm>
            <a:custGeom>
              <a:avLst/>
              <a:gdLst>
                <a:gd name="T0" fmla="*/ 497 w 807"/>
                <a:gd name="T1" fmla="*/ 583 h 584"/>
                <a:gd name="T2" fmla="*/ 0 w 807"/>
                <a:gd name="T3" fmla="*/ 452 h 584"/>
                <a:gd name="T4" fmla="*/ 337 w 807"/>
                <a:gd name="T5" fmla="*/ 0 h 584"/>
                <a:gd name="T6" fmla="*/ 806 w 807"/>
                <a:gd name="T7" fmla="*/ 98 h 584"/>
                <a:gd name="T8" fmla="*/ 497 w 807"/>
                <a:gd name="T9" fmla="*/ 583 h 584"/>
                <a:gd name="T10" fmla="*/ 0 60000 65536"/>
                <a:gd name="T11" fmla="*/ 0 60000 65536"/>
                <a:gd name="T12" fmla="*/ 0 60000 65536"/>
                <a:gd name="T13" fmla="*/ 0 60000 65536"/>
                <a:gd name="T14" fmla="*/ 0 60000 65536"/>
                <a:gd name="T15" fmla="*/ 0 w 807"/>
                <a:gd name="T16" fmla="*/ 0 h 584"/>
                <a:gd name="T17" fmla="*/ 807 w 807"/>
                <a:gd name="T18" fmla="*/ 584 h 584"/>
              </a:gdLst>
              <a:ahLst/>
              <a:cxnLst>
                <a:cxn ang="T10">
                  <a:pos x="T0" y="T1"/>
                </a:cxn>
                <a:cxn ang="T11">
                  <a:pos x="T2" y="T3"/>
                </a:cxn>
                <a:cxn ang="T12">
                  <a:pos x="T4" y="T5"/>
                </a:cxn>
                <a:cxn ang="T13">
                  <a:pos x="T6" y="T7"/>
                </a:cxn>
                <a:cxn ang="T14">
                  <a:pos x="T8" y="T9"/>
                </a:cxn>
              </a:cxnLst>
              <a:rect l="T15" t="T16" r="T17" b="T18"/>
              <a:pathLst>
                <a:path w="807" h="584">
                  <a:moveTo>
                    <a:pt x="497" y="583"/>
                  </a:moveTo>
                  <a:lnTo>
                    <a:pt x="0" y="452"/>
                  </a:lnTo>
                  <a:lnTo>
                    <a:pt x="337" y="0"/>
                  </a:lnTo>
                  <a:lnTo>
                    <a:pt x="806" y="98"/>
                  </a:lnTo>
                  <a:lnTo>
                    <a:pt x="497" y="583"/>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107575" name="Freeform 125"/>
            <p:cNvSpPr>
              <a:spLocks/>
            </p:cNvSpPr>
            <p:nvPr/>
          </p:nvSpPr>
          <p:spPr bwMode="auto">
            <a:xfrm>
              <a:off x="2882" y="1861"/>
              <a:ext cx="578" cy="384"/>
            </a:xfrm>
            <a:custGeom>
              <a:avLst/>
              <a:gdLst>
                <a:gd name="T0" fmla="*/ 377 w 578"/>
                <a:gd name="T1" fmla="*/ 383 h 384"/>
                <a:gd name="T2" fmla="*/ 0 w 578"/>
                <a:gd name="T3" fmla="*/ 291 h 384"/>
                <a:gd name="T4" fmla="*/ 217 w 578"/>
                <a:gd name="T5" fmla="*/ 0 h 384"/>
                <a:gd name="T6" fmla="*/ 577 w 578"/>
                <a:gd name="T7" fmla="*/ 74 h 384"/>
                <a:gd name="T8" fmla="*/ 377 w 578"/>
                <a:gd name="T9" fmla="*/ 383 h 384"/>
                <a:gd name="T10" fmla="*/ 0 60000 65536"/>
                <a:gd name="T11" fmla="*/ 0 60000 65536"/>
                <a:gd name="T12" fmla="*/ 0 60000 65536"/>
                <a:gd name="T13" fmla="*/ 0 60000 65536"/>
                <a:gd name="T14" fmla="*/ 0 60000 65536"/>
                <a:gd name="T15" fmla="*/ 0 w 578"/>
                <a:gd name="T16" fmla="*/ 0 h 384"/>
                <a:gd name="T17" fmla="*/ 578 w 578"/>
                <a:gd name="T18" fmla="*/ 384 h 384"/>
              </a:gdLst>
              <a:ahLst/>
              <a:cxnLst>
                <a:cxn ang="T10">
                  <a:pos x="T0" y="T1"/>
                </a:cxn>
                <a:cxn ang="T11">
                  <a:pos x="T2" y="T3"/>
                </a:cxn>
                <a:cxn ang="T12">
                  <a:pos x="T4" y="T5"/>
                </a:cxn>
                <a:cxn ang="T13">
                  <a:pos x="T6" y="T7"/>
                </a:cxn>
                <a:cxn ang="T14">
                  <a:pos x="T8" y="T9"/>
                </a:cxn>
              </a:cxnLst>
              <a:rect l="T15" t="T16" r="T17" b="T18"/>
              <a:pathLst>
                <a:path w="578" h="384">
                  <a:moveTo>
                    <a:pt x="377" y="383"/>
                  </a:moveTo>
                  <a:lnTo>
                    <a:pt x="0" y="291"/>
                  </a:lnTo>
                  <a:lnTo>
                    <a:pt x="217" y="0"/>
                  </a:lnTo>
                  <a:lnTo>
                    <a:pt x="577" y="74"/>
                  </a:lnTo>
                  <a:lnTo>
                    <a:pt x="377" y="383"/>
                  </a:lnTo>
                </a:path>
              </a:pathLst>
            </a:custGeom>
            <a:solidFill>
              <a:srgbClr val="E22B00"/>
            </a:solidFill>
            <a:ln>
              <a:noFill/>
            </a:ln>
            <a:extLst>
              <a:ext uri="{91240B29-F687-4F45-9708-019B960494DF}">
                <a14:hiddenLine xmlns:a14="http://schemas.microsoft.com/office/drawing/2010/main" w="12700" cap="rnd" cmpd="sng">
                  <a:solidFill>
                    <a:srgbClr val="000000"/>
                  </a:solidFill>
                  <a:prstDash val="solid"/>
                  <a:round/>
                  <a:headEnd type="none" w="med" len="med"/>
                  <a:tailEnd type="none" w="med" len="med"/>
                </a14:hiddenLine>
              </a:ext>
            </a:extLst>
          </p:spPr>
          <p:txBody>
            <a:bodyPr/>
            <a:lstStyle/>
            <a:p>
              <a:endParaRPr lang="fr-FR"/>
            </a:p>
          </p:txBody>
        </p:sp>
        <p:sp>
          <p:nvSpPr>
            <p:cNvPr id="107576" name="Line 126"/>
            <p:cNvSpPr>
              <a:spLocks noChangeShapeType="1"/>
            </p:cNvSpPr>
            <p:nvPr/>
          </p:nvSpPr>
          <p:spPr bwMode="auto">
            <a:xfrm>
              <a:off x="3102" y="1862"/>
              <a:ext cx="352" cy="7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fr-FR"/>
            </a:p>
          </p:txBody>
        </p:sp>
        <p:sp>
          <p:nvSpPr>
            <p:cNvPr id="107577" name="Freeform 127"/>
            <p:cNvSpPr>
              <a:spLocks/>
            </p:cNvSpPr>
            <p:nvPr/>
          </p:nvSpPr>
          <p:spPr bwMode="auto">
            <a:xfrm>
              <a:off x="2762" y="1666"/>
              <a:ext cx="337" cy="485"/>
            </a:xfrm>
            <a:custGeom>
              <a:avLst/>
              <a:gdLst>
                <a:gd name="T0" fmla="*/ 336 w 337"/>
                <a:gd name="T1" fmla="*/ 194 h 485"/>
                <a:gd name="T2" fmla="*/ 118 w 337"/>
                <a:gd name="T3" fmla="*/ 484 h 485"/>
                <a:gd name="T4" fmla="*/ 0 w 337"/>
                <a:gd name="T5" fmla="*/ 452 h 485"/>
                <a:gd name="T6" fmla="*/ 336 w 337"/>
                <a:gd name="T7" fmla="*/ 0 h 485"/>
                <a:gd name="T8" fmla="*/ 336 w 337"/>
                <a:gd name="T9" fmla="*/ 152 h 485"/>
                <a:gd name="T10" fmla="*/ 336 w 337"/>
                <a:gd name="T11" fmla="*/ 194 h 485"/>
                <a:gd name="T12" fmla="*/ 0 60000 65536"/>
                <a:gd name="T13" fmla="*/ 0 60000 65536"/>
                <a:gd name="T14" fmla="*/ 0 60000 65536"/>
                <a:gd name="T15" fmla="*/ 0 60000 65536"/>
                <a:gd name="T16" fmla="*/ 0 60000 65536"/>
                <a:gd name="T17" fmla="*/ 0 60000 65536"/>
                <a:gd name="T18" fmla="*/ 0 w 337"/>
                <a:gd name="T19" fmla="*/ 0 h 485"/>
                <a:gd name="T20" fmla="*/ 337 w 337"/>
                <a:gd name="T21" fmla="*/ 485 h 485"/>
              </a:gdLst>
              <a:ahLst/>
              <a:cxnLst>
                <a:cxn ang="T12">
                  <a:pos x="T0" y="T1"/>
                </a:cxn>
                <a:cxn ang="T13">
                  <a:pos x="T2" y="T3"/>
                </a:cxn>
                <a:cxn ang="T14">
                  <a:pos x="T4" y="T5"/>
                </a:cxn>
                <a:cxn ang="T15">
                  <a:pos x="T6" y="T7"/>
                </a:cxn>
                <a:cxn ang="T16">
                  <a:pos x="T8" y="T9"/>
                </a:cxn>
                <a:cxn ang="T17">
                  <a:pos x="T10" y="T11"/>
                </a:cxn>
              </a:cxnLst>
              <a:rect l="T18" t="T19" r="T20" b="T21"/>
              <a:pathLst>
                <a:path w="337" h="485">
                  <a:moveTo>
                    <a:pt x="336" y="194"/>
                  </a:moveTo>
                  <a:lnTo>
                    <a:pt x="118" y="484"/>
                  </a:lnTo>
                  <a:lnTo>
                    <a:pt x="0" y="452"/>
                  </a:lnTo>
                  <a:lnTo>
                    <a:pt x="336" y="0"/>
                  </a:lnTo>
                  <a:lnTo>
                    <a:pt x="336" y="152"/>
                  </a:lnTo>
                  <a:lnTo>
                    <a:pt x="336" y="194"/>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107578" name="Freeform 128"/>
            <p:cNvSpPr>
              <a:spLocks/>
            </p:cNvSpPr>
            <p:nvPr/>
          </p:nvSpPr>
          <p:spPr bwMode="auto">
            <a:xfrm>
              <a:off x="2757" y="2124"/>
              <a:ext cx="509" cy="339"/>
            </a:xfrm>
            <a:custGeom>
              <a:avLst/>
              <a:gdLst>
                <a:gd name="T0" fmla="*/ 0 w 506"/>
                <a:gd name="T1" fmla="*/ 0 h 345"/>
                <a:gd name="T2" fmla="*/ 1 w 506"/>
                <a:gd name="T3" fmla="*/ 198 h 345"/>
                <a:gd name="T4" fmla="*/ 514 w 506"/>
                <a:gd name="T5" fmla="*/ 326 h 345"/>
                <a:gd name="T6" fmla="*/ 513 w 506"/>
                <a:gd name="T7" fmla="*/ 124 h 345"/>
                <a:gd name="T8" fmla="*/ 0 60000 65536"/>
                <a:gd name="T9" fmla="*/ 0 60000 65536"/>
                <a:gd name="T10" fmla="*/ 0 60000 65536"/>
                <a:gd name="T11" fmla="*/ 0 60000 65536"/>
                <a:gd name="T12" fmla="*/ 0 w 506"/>
                <a:gd name="T13" fmla="*/ 0 h 345"/>
                <a:gd name="T14" fmla="*/ 506 w 506"/>
                <a:gd name="T15" fmla="*/ 345 h 345"/>
              </a:gdLst>
              <a:ahLst/>
              <a:cxnLst>
                <a:cxn ang="T8">
                  <a:pos x="T0" y="T1"/>
                </a:cxn>
                <a:cxn ang="T9">
                  <a:pos x="T2" y="T3"/>
                </a:cxn>
                <a:cxn ang="T10">
                  <a:pos x="T4" y="T5"/>
                </a:cxn>
                <a:cxn ang="T11">
                  <a:pos x="T6" y="T7"/>
                </a:cxn>
              </a:cxnLst>
              <a:rect l="T12" t="T13" r="T14" b="T15"/>
              <a:pathLst>
                <a:path w="506" h="345">
                  <a:moveTo>
                    <a:pt x="0" y="0"/>
                  </a:moveTo>
                  <a:lnTo>
                    <a:pt x="1" y="209"/>
                  </a:lnTo>
                  <a:lnTo>
                    <a:pt x="505" y="344"/>
                  </a:lnTo>
                  <a:lnTo>
                    <a:pt x="504" y="130"/>
                  </a:lnTo>
                </a:path>
              </a:pathLst>
            </a:custGeom>
            <a:solidFill>
              <a:srgbClr val="FC2C1C"/>
            </a:solidFill>
            <a:ln w="12700" cap="rnd" cmpd="sng">
              <a:solidFill>
                <a:schemeClr val="bg2"/>
              </a:solidFill>
              <a:prstDash val="solid"/>
              <a:round/>
              <a:headEnd type="none" w="med" len="med"/>
              <a:tailEnd type="none" w="med" len="med"/>
            </a:ln>
          </p:spPr>
          <p:txBody>
            <a:bodyPr/>
            <a:lstStyle/>
            <a:p>
              <a:endParaRPr lang="fr-FR"/>
            </a:p>
          </p:txBody>
        </p:sp>
        <p:sp>
          <p:nvSpPr>
            <p:cNvPr id="107579" name="AutoShape 129"/>
            <p:cNvSpPr>
              <a:spLocks noChangeArrowheads="1"/>
            </p:cNvSpPr>
            <p:nvPr/>
          </p:nvSpPr>
          <p:spPr bwMode="auto">
            <a:xfrm rot="16200000" flipH="1">
              <a:off x="3067" y="1967"/>
              <a:ext cx="693" cy="306"/>
            </a:xfrm>
            <a:prstGeom prst="parallelogram">
              <a:avLst>
                <a:gd name="adj" fmla="val 156202"/>
              </a:avLst>
            </a:prstGeom>
            <a:solidFill>
              <a:srgbClr val="FC2C1C"/>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sp>
        <p:nvSpPr>
          <p:cNvPr id="107535" name="Text Box 130"/>
          <p:cNvSpPr txBox="1">
            <a:spLocks noChangeArrowheads="1"/>
          </p:cNvSpPr>
          <p:nvPr/>
        </p:nvSpPr>
        <p:spPr bwMode="auto">
          <a:xfrm>
            <a:off x="6192838" y="3859213"/>
            <a:ext cx="828675"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a:spcBef>
                <a:spcPct val="0"/>
              </a:spcBef>
              <a:buFontTx/>
              <a:buNone/>
            </a:pPr>
            <a:r>
              <a:rPr lang="fr-FR" altLang="fr-FR" sz="2400" dirty="0">
                <a:solidFill>
                  <a:srgbClr val="FC2C1C"/>
                </a:solidFill>
              </a:rPr>
              <a:t>2 R5</a:t>
            </a:r>
          </a:p>
        </p:txBody>
      </p:sp>
      <p:grpSp>
        <p:nvGrpSpPr>
          <p:cNvPr id="107536" name="Group 131"/>
          <p:cNvGrpSpPr>
            <a:grpSpLocks/>
          </p:cNvGrpSpPr>
          <p:nvPr/>
        </p:nvGrpSpPr>
        <p:grpSpPr bwMode="auto">
          <a:xfrm rot="-223274">
            <a:off x="4837113" y="3028950"/>
            <a:ext cx="744537" cy="733425"/>
            <a:chOff x="2757" y="1666"/>
            <a:chExt cx="812" cy="800"/>
          </a:xfrm>
        </p:grpSpPr>
        <p:sp>
          <p:nvSpPr>
            <p:cNvPr id="107568" name="Freeform 132"/>
            <p:cNvSpPr>
              <a:spLocks/>
            </p:cNvSpPr>
            <p:nvPr/>
          </p:nvSpPr>
          <p:spPr bwMode="auto">
            <a:xfrm>
              <a:off x="2762" y="1667"/>
              <a:ext cx="807" cy="584"/>
            </a:xfrm>
            <a:custGeom>
              <a:avLst/>
              <a:gdLst>
                <a:gd name="T0" fmla="*/ 497 w 807"/>
                <a:gd name="T1" fmla="*/ 583 h 584"/>
                <a:gd name="T2" fmla="*/ 0 w 807"/>
                <a:gd name="T3" fmla="*/ 452 h 584"/>
                <a:gd name="T4" fmla="*/ 337 w 807"/>
                <a:gd name="T5" fmla="*/ 0 h 584"/>
                <a:gd name="T6" fmla="*/ 806 w 807"/>
                <a:gd name="T7" fmla="*/ 98 h 584"/>
                <a:gd name="T8" fmla="*/ 497 w 807"/>
                <a:gd name="T9" fmla="*/ 583 h 584"/>
                <a:gd name="T10" fmla="*/ 0 60000 65536"/>
                <a:gd name="T11" fmla="*/ 0 60000 65536"/>
                <a:gd name="T12" fmla="*/ 0 60000 65536"/>
                <a:gd name="T13" fmla="*/ 0 60000 65536"/>
                <a:gd name="T14" fmla="*/ 0 60000 65536"/>
                <a:gd name="T15" fmla="*/ 0 w 807"/>
                <a:gd name="T16" fmla="*/ 0 h 584"/>
                <a:gd name="T17" fmla="*/ 807 w 807"/>
                <a:gd name="T18" fmla="*/ 584 h 584"/>
              </a:gdLst>
              <a:ahLst/>
              <a:cxnLst>
                <a:cxn ang="T10">
                  <a:pos x="T0" y="T1"/>
                </a:cxn>
                <a:cxn ang="T11">
                  <a:pos x="T2" y="T3"/>
                </a:cxn>
                <a:cxn ang="T12">
                  <a:pos x="T4" y="T5"/>
                </a:cxn>
                <a:cxn ang="T13">
                  <a:pos x="T6" y="T7"/>
                </a:cxn>
                <a:cxn ang="T14">
                  <a:pos x="T8" y="T9"/>
                </a:cxn>
              </a:cxnLst>
              <a:rect l="T15" t="T16" r="T17" b="T18"/>
              <a:pathLst>
                <a:path w="807" h="584">
                  <a:moveTo>
                    <a:pt x="497" y="583"/>
                  </a:moveTo>
                  <a:lnTo>
                    <a:pt x="0" y="452"/>
                  </a:lnTo>
                  <a:lnTo>
                    <a:pt x="337" y="0"/>
                  </a:lnTo>
                  <a:lnTo>
                    <a:pt x="806" y="98"/>
                  </a:lnTo>
                  <a:lnTo>
                    <a:pt x="497" y="583"/>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107569" name="Freeform 133"/>
            <p:cNvSpPr>
              <a:spLocks/>
            </p:cNvSpPr>
            <p:nvPr/>
          </p:nvSpPr>
          <p:spPr bwMode="auto">
            <a:xfrm>
              <a:off x="2882" y="1861"/>
              <a:ext cx="578" cy="384"/>
            </a:xfrm>
            <a:custGeom>
              <a:avLst/>
              <a:gdLst>
                <a:gd name="T0" fmla="*/ 377 w 578"/>
                <a:gd name="T1" fmla="*/ 383 h 384"/>
                <a:gd name="T2" fmla="*/ 0 w 578"/>
                <a:gd name="T3" fmla="*/ 291 h 384"/>
                <a:gd name="T4" fmla="*/ 217 w 578"/>
                <a:gd name="T5" fmla="*/ 0 h 384"/>
                <a:gd name="T6" fmla="*/ 577 w 578"/>
                <a:gd name="T7" fmla="*/ 74 h 384"/>
                <a:gd name="T8" fmla="*/ 377 w 578"/>
                <a:gd name="T9" fmla="*/ 383 h 384"/>
                <a:gd name="T10" fmla="*/ 0 60000 65536"/>
                <a:gd name="T11" fmla="*/ 0 60000 65536"/>
                <a:gd name="T12" fmla="*/ 0 60000 65536"/>
                <a:gd name="T13" fmla="*/ 0 60000 65536"/>
                <a:gd name="T14" fmla="*/ 0 60000 65536"/>
                <a:gd name="T15" fmla="*/ 0 w 578"/>
                <a:gd name="T16" fmla="*/ 0 h 384"/>
                <a:gd name="T17" fmla="*/ 578 w 578"/>
                <a:gd name="T18" fmla="*/ 384 h 384"/>
              </a:gdLst>
              <a:ahLst/>
              <a:cxnLst>
                <a:cxn ang="T10">
                  <a:pos x="T0" y="T1"/>
                </a:cxn>
                <a:cxn ang="T11">
                  <a:pos x="T2" y="T3"/>
                </a:cxn>
                <a:cxn ang="T12">
                  <a:pos x="T4" y="T5"/>
                </a:cxn>
                <a:cxn ang="T13">
                  <a:pos x="T6" y="T7"/>
                </a:cxn>
                <a:cxn ang="T14">
                  <a:pos x="T8" y="T9"/>
                </a:cxn>
              </a:cxnLst>
              <a:rect l="T15" t="T16" r="T17" b="T18"/>
              <a:pathLst>
                <a:path w="578" h="384">
                  <a:moveTo>
                    <a:pt x="377" y="383"/>
                  </a:moveTo>
                  <a:lnTo>
                    <a:pt x="0" y="291"/>
                  </a:lnTo>
                  <a:lnTo>
                    <a:pt x="217" y="0"/>
                  </a:lnTo>
                  <a:lnTo>
                    <a:pt x="577" y="74"/>
                  </a:lnTo>
                  <a:lnTo>
                    <a:pt x="377" y="383"/>
                  </a:lnTo>
                </a:path>
              </a:pathLst>
            </a:custGeom>
            <a:solidFill>
              <a:srgbClr val="E22B00"/>
            </a:solidFill>
            <a:ln>
              <a:noFill/>
            </a:ln>
            <a:extLst>
              <a:ext uri="{91240B29-F687-4F45-9708-019B960494DF}">
                <a14:hiddenLine xmlns:a14="http://schemas.microsoft.com/office/drawing/2010/main" w="12700" cap="rnd" cmpd="sng">
                  <a:solidFill>
                    <a:srgbClr val="000000"/>
                  </a:solidFill>
                  <a:prstDash val="solid"/>
                  <a:round/>
                  <a:headEnd type="none" w="med" len="med"/>
                  <a:tailEnd type="none" w="med" len="med"/>
                </a14:hiddenLine>
              </a:ext>
            </a:extLst>
          </p:spPr>
          <p:txBody>
            <a:bodyPr/>
            <a:lstStyle/>
            <a:p>
              <a:endParaRPr lang="fr-FR"/>
            </a:p>
          </p:txBody>
        </p:sp>
        <p:sp>
          <p:nvSpPr>
            <p:cNvPr id="107570" name="Line 134"/>
            <p:cNvSpPr>
              <a:spLocks noChangeShapeType="1"/>
            </p:cNvSpPr>
            <p:nvPr/>
          </p:nvSpPr>
          <p:spPr bwMode="auto">
            <a:xfrm>
              <a:off x="3102" y="1862"/>
              <a:ext cx="352" cy="7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fr-FR"/>
            </a:p>
          </p:txBody>
        </p:sp>
        <p:sp>
          <p:nvSpPr>
            <p:cNvPr id="107571" name="Freeform 135"/>
            <p:cNvSpPr>
              <a:spLocks/>
            </p:cNvSpPr>
            <p:nvPr/>
          </p:nvSpPr>
          <p:spPr bwMode="auto">
            <a:xfrm>
              <a:off x="2762" y="1666"/>
              <a:ext cx="337" cy="485"/>
            </a:xfrm>
            <a:custGeom>
              <a:avLst/>
              <a:gdLst>
                <a:gd name="T0" fmla="*/ 336 w 337"/>
                <a:gd name="T1" fmla="*/ 194 h 485"/>
                <a:gd name="T2" fmla="*/ 118 w 337"/>
                <a:gd name="T3" fmla="*/ 484 h 485"/>
                <a:gd name="T4" fmla="*/ 0 w 337"/>
                <a:gd name="T5" fmla="*/ 452 h 485"/>
                <a:gd name="T6" fmla="*/ 336 w 337"/>
                <a:gd name="T7" fmla="*/ 0 h 485"/>
                <a:gd name="T8" fmla="*/ 336 w 337"/>
                <a:gd name="T9" fmla="*/ 152 h 485"/>
                <a:gd name="T10" fmla="*/ 336 w 337"/>
                <a:gd name="T11" fmla="*/ 194 h 485"/>
                <a:gd name="T12" fmla="*/ 0 60000 65536"/>
                <a:gd name="T13" fmla="*/ 0 60000 65536"/>
                <a:gd name="T14" fmla="*/ 0 60000 65536"/>
                <a:gd name="T15" fmla="*/ 0 60000 65536"/>
                <a:gd name="T16" fmla="*/ 0 60000 65536"/>
                <a:gd name="T17" fmla="*/ 0 60000 65536"/>
                <a:gd name="T18" fmla="*/ 0 w 337"/>
                <a:gd name="T19" fmla="*/ 0 h 485"/>
                <a:gd name="T20" fmla="*/ 337 w 337"/>
                <a:gd name="T21" fmla="*/ 485 h 485"/>
              </a:gdLst>
              <a:ahLst/>
              <a:cxnLst>
                <a:cxn ang="T12">
                  <a:pos x="T0" y="T1"/>
                </a:cxn>
                <a:cxn ang="T13">
                  <a:pos x="T2" y="T3"/>
                </a:cxn>
                <a:cxn ang="T14">
                  <a:pos x="T4" y="T5"/>
                </a:cxn>
                <a:cxn ang="T15">
                  <a:pos x="T6" y="T7"/>
                </a:cxn>
                <a:cxn ang="T16">
                  <a:pos x="T8" y="T9"/>
                </a:cxn>
                <a:cxn ang="T17">
                  <a:pos x="T10" y="T11"/>
                </a:cxn>
              </a:cxnLst>
              <a:rect l="T18" t="T19" r="T20" b="T21"/>
              <a:pathLst>
                <a:path w="337" h="485">
                  <a:moveTo>
                    <a:pt x="336" y="194"/>
                  </a:moveTo>
                  <a:lnTo>
                    <a:pt x="118" y="484"/>
                  </a:lnTo>
                  <a:lnTo>
                    <a:pt x="0" y="452"/>
                  </a:lnTo>
                  <a:lnTo>
                    <a:pt x="336" y="0"/>
                  </a:lnTo>
                  <a:lnTo>
                    <a:pt x="336" y="152"/>
                  </a:lnTo>
                  <a:lnTo>
                    <a:pt x="336" y="194"/>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107572" name="Freeform 136"/>
            <p:cNvSpPr>
              <a:spLocks/>
            </p:cNvSpPr>
            <p:nvPr/>
          </p:nvSpPr>
          <p:spPr bwMode="auto">
            <a:xfrm>
              <a:off x="2757" y="2124"/>
              <a:ext cx="509" cy="339"/>
            </a:xfrm>
            <a:custGeom>
              <a:avLst/>
              <a:gdLst>
                <a:gd name="T0" fmla="*/ 0 w 506"/>
                <a:gd name="T1" fmla="*/ 0 h 345"/>
                <a:gd name="T2" fmla="*/ 1 w 506"/>
                <a:gd name="T3" fmla="*/ 198 h 345"/>
                <a:gd name="T4" fmla="*/ 514 w 506"/>
                <a:gd name="T5" fmla="*/ 326 h 345"/>
                <a:gd name="T6" fmla="*/ 513 w 506"/>
                <a:gd name="T7" fmla="*/ 124 h 345"/>
                <a:gd name="T8" fmla="*/ 0 60000 65536"/>
                <a:gd name="T9" fmla="*/ 0 60000 65536"/>
                <a:gd name="T10" fmla="*/ 0 60000 65536"/>
                <a:gd name="T11" fmla="*/ 0 60000 65536"/>
                <a:gd name="T12" fmla="*/ 0 w 506"/>
                <a:gd name="T13" fmla="*/ 0 h 345"/>
                <a:gd name="T14" fmla="*/ 506 w 506"/>
                <a:gd name="T15" fmla="*/ 345 h 345"/>
              </a:gdLst>
              <a:ahLst/>
              <a:cxnLst>
                <a:cxn ang="T8">
                  <a:pos x="T0" y="T1"/>
                </a:cxn>
                <a:cxn ang="T9">
                  <a:pos x="T2" y="T3"/>
                </a:cxn>
                <a:cxn ang="T10">
                  <a:pos x="T4" y="T5"/>
                </a:cxn>
                <a:cxn ang="T11">
                  <a:pos x="T6" y="T7"/>
                </a:cxn>
              </a:cxnLst>
              <a:rect l="T12" t="T13" r="T14" b="T15"/>
              <a:pathLst>
                <a:path w="506" h="345">
                  <a:moveTo>
                    <a:pt x="0" y="0"/>
                  </a:moveTo>
                  <a:lnTo>
                    <a:pt x="1" y="209"/>
                  </a:lnTo>
                  <a:lnTo>
                    <a:pt x="505" y="344"/>
                  </a:lnTo>
                  <a:lnTo>
                    <a:pt x="504" y="130"/>
                  </a:lnTo>
                </a:path>
              </a:pathLst>
            </a:custGeom>
            <a:solidFill>
              <a:srgbClr val="FC2C1C"/>
            </a:solidFill>
            <a:ln w="12700" cap="rnd" cmpd="sng">
              <a:solidFill>
                <a:schemeClr val="bg2"/>
              </a:solidFill>
              <a:prstDash val="solid"/>
              <a:round/>
              <a:headEnd type="none" w="med" len="med"/>
              <a:tailEnd type="none" w="med" len="med"/>
            </a:ln>
          </p:spPr>
          <p:txBody>
            <a:bodyPr/>
            <a:lstStyle/>
            <a:p>
              <a:endParaRPr lang="fr-FR"/>
            </a:p>
          </p:txBody>
        </p:sp>
        <p:sp>
          <p:nvSpPr>
            <p:cNvPr id="107573" name="AutoShape 137"/>
            <p:cNvSpPr>
              <a:spLocks noChangeArrowheads="1"/>
            </p:cNvSpPr>
            <p:nvPr/>
          </p:nvSpPr>
          <p:spPr bwMode="auto">
            <a:xfrm rot="16200000" flipH="1">
              <a:off x="3067" y="1967"/>
              <a:ext cx="693" cy="306"/>
            </a:xfrm>
            <a:prstGeom prst="parallelogram">
              <a:avLst>
                <a:gd name="adj" fmla="val 156202"/>
              </a:avLst>
            </a:prstGeom>
            <a:solidFill>
              <a:srgbClr val="FC2C1C"/>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sp>
        <p:nvSpPr>
          <p:cNvPr id="107537" name="Text Box 159"/>
          <p:cNvSpPr txBox="1">
            <a:spLocks noChangeArrowheads="1"/>
          </p:cNvSpPr>
          <p:nvPr/>
        </p:nvSpPr>
        <p:spPr bwMode="auto">
          <a:xfrm>
            <a:off x="604838" y="5364163"/>
            <a:ext cx="6543675" cy="4429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eaLnBrk="1" hangingPunct="1">
              <a:spcBef>
                <a:spcPct val="0"/>
              </a:spcBef>
              <a:buFontTx/>
              <a:buNone/>
            </a:pPr>
            <a:r>
              <a:rPr lang="fr-FR" altLang="fr-FR" sz="2300"/>
              <a:t>4. Pointez la production sur votre feuille de suivi</a:t>
            </a:r>
          </a:p>
        </p:txBody>
      </p:sp>
      <p:grpSp>
        <p:nvGrpSpPr>
          <p:cNvPr id="107538" name="Group 160"/>
          <p:cNvGrpSpPr>
            <a:grpSpLocks/>
          </p:cNvGrpSpPr>
          <p:nvPr/>
        </p:nvGrpSpPr>
        <p:grpSpPr bwMode="auto">
          <a:xfrm rot="-223274">
            <a:off x="715963" y="2801938"/>
            <a:ext cx="744537" cy="733425"/>
            <a:chOff x="2757" y="1666"/>
            <a:chExt cx="812" cy="800"/>
          </a:xfrm>
        </p:grpSpPr>
        <p:sp>
          <p:nvSpPr>
            <p:cNvPr id="107562" name="Freeform 161"/>
            <p:cNvSpPr>
              <a:spLocks/>
            </p:cNvSpPr>
            <p:nvPr/>
          </p:nvSpPr>
          <p:spPr bwMode="auto">
            <a:xfrm>
              <a:off x="2762" y="1667"/>
              <a:ext cx="807" cy="584"/>
            </a:xfrm>
            <a:custGeom>
              <a:avLst/>
              <a:gdLst>
                <a:gd name="T0" fmla="*/ 497 w 807"/>
                <a:gd name="T1" fmla="*/ 583 h 584"/>
                <a:gd name="T2" fmla="*/ 0 w 807"/>
                <a:gd name="T3" fmla="*/ 452 h 584"/>
                <a:gd name="T4" fmla="*/ 337 w 807"/>
                <a:gd name="T5" fmla="*/ 0 h 584"/>
                <a:gd name="T6" fmla="*/ 806 w 807"/>
                <a:gd name="T7" fmla="*/ 98 h 584"/>
                <a:gd name="T8" fmla="*/ 497 w 807"/>
                <a:gd name="T9" fmla="*/ 583 h 584"/>
                <a:gd name="T10" fmla="*/ 0 60000 65536"/>
                <a:gd name="T11" fmla="*/ 0 60000 65536"/>
                <a:gd name="T12" fmla="*/ 0 60000 65536"/>
                <a:gd name="T13" fmla="*/ 0 60000 65536"/>
                <a:gd name="T14" fmla="*/ 0 60000 65536"/>
                <a:gd name="T15" fmla="*/ 0 w 807"/>
                <a:gd name="T16" fmla="*/ 0 h 584"/>
                <a:gd name="T17" fmla="*/ 807 w 807"/>
                <a:gd name="T18" fmla="*/ 584 h 584"/>
              </a:gdLst>
              <a:ahLst/>
              <a:cxnLst>
                <a:cxn ang="T10">
                  <a:pos x="T0" y="T1"/>
                </a:cxn>
                <a:cxn ang="T11">
                  <a:pos x="T2" y="T3"/>
                </a:cxn>
                <a:cxn ang="T12">
                  <a:pos x="T4" y="T5"/>
                </a:cxn>
                <a:cxn ang="T13">
                  <a:pos x="T6" y="T7"/>
                </a:cxn>
                <a:cxn ang="T14">
                  <a:pos x="T8" y="T9"/>
                </a:cxn>
              </a:cxnLst>
              <a:rect l="T15" t="T16" r="T17" b="T18"/>
              <a:pathLst>
                <a:path w="807" h="584">
                  <a:moveTo>
                    <a:pt x="497" y="583"/>
                  </a:moveTo>
                  <a:lnTo>
                    <a:pt x="0" y="452"/>
                  </a:lnTo>
                  <a:lnTo>
                    <a:pt x="337" y="0"/>
                  </a:lnTo>
                  <a:lnTo>
                    <a:pt x="806" y="98"/>
                  </a:lnTo>
                  <a:lnTo>
                    <a:pt x="497" y="583"/>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107563" name="Freeform 162"/>
            <p:cNvSpPr>
              <a:spLocks/>
            </p:cNvSpPr>
            <p:nvPr/>
          </p:nvSpPr>
          <p:spPr bwMode="auto">
            <a:xfrm>
              <a:off x="2882" y="1861"/>
              <a:ext cx="578" cy="384"/>
            </a:xfrm>
            <a:custGeom>
              <a:avLst/>
              <a:gdLst>
                <a:gd name="T0" fmla="*/ 377 w 578"/>
                <a:gd name="T1" fmla="*/ 383 h 384"/>
                <a:gd name="T2" fmla="*/ 0 w 578"/>
                <a:gd name="T3" fmla="*/ 291 h 384"/>
                <a:gd name="T4" fmla="*/ 217 w 578"/>
                <a:gd name="T5" fmla="*/ 0 h 384"/>
                <a:gd name="T6" fmla="*/ 577 w 578"/>
                <a:gd name="T7" fmla="*/ 74 h 384"/>
                <a:gd name="T8" fmla="*/ 377 w 578"/>
                <a:gd name="T9" fmla="*/ 383 h 384"/>
                <a:gd name="T10" fmla="*/ 0 60000 65536"/>
                <a:gd name="T11" fmla="*/ 0 60000 65536"/>
                <a:gd name="T12" fmla="*/ 0 60000 65536"/>
                <a:gd name="T13" fmla="*/ 0 60000 65536"/>
                <a:gd name="T14" fmla="*/ 0 60000 65536"/>
                <a:gd name="T15" fmla="*/ 0 w 578"/>
                <a:gd name="T16" fmla="*/ 0 h 384"/>
                <a:gd name="T17" fmla="*/ 578 w 578"/>
                <a:gd name="T18" fmla="*/ 384 h 384"/>
              </a:gdLst>
              <a:ahLst/>
              <a:cxnLst>
                <a:cxn ang="T10">
                  <a:pos x="T0" y="T1"/>
                </a:cxn>
                <a:cxn ang="T11">
                  <a:pos x="T2" y="T3"/>
                </a:cxn>
                <a:cxn ang="T12">
                  <a:pos x="T4" y="T5"/>
                </a:cxn>
                <a:cxn ang="T13">
                  <a:pos x="T6" y="T7"/>
                </a:cxn>
                <a:cxn ang="T14">
                  <a:pos x="T8" y="T9"/>
                </a:cxn>
              </a:cxnLst>
              <a:rect l="T15" t="T16" r="T17" b="T18"/>
              <a:pathLst>
                <a:path w="578" h="384">
                  <a:moveTo>
                    <a:pt x="377" y="383"/>
                  </a:moveTo>
                  <a:lnTo>
                    <a:pt x="0" y="291"/>
                  </a:lnTo>
                  <a:lnTo>
                    <a:pt x="217" y="0"/>
                  </a:lnTo>
                  <a:lnTo>
                    <a:pt x="577" y="74"/>
                  </a:lnTo>
                  <a:lnTo>
                    <a:pt x="377" y="383"/>
                  </a:lnTo>
                </a:path>
              </a:pathLst>
            </a:custGeom>
            <a:solidFill>
              <a:srgbClr val="E22B00"/>
            </a:solidFill>
            <a:ln>
              <a:noFill/>
            </a:ln>
            <a:extLst>
              <a:ext uri="{91240B29-F687-4F45-9708-019B960494DF}">
                <a14:hiddenLine xmlns:a14="http://schemas.microsoft.com/office/drawing/2010/main" w="12700" cap="rnd" cmpd="sng">
                  <a:solidFill>
                    <a:srgbClr val="000000"/>
                  </a:solidFill>
                  <a:prstDash val="solid"/>
                  <a:round/>
                  <a:headEnd type="none" w="med" len="med"/>
                  <a:tailEnd type="none" w="med" len="med"/>
                </a14:hiddenLine>
              </a:ext>
            </a:extLst>
          </p:spPr>
          <p:txBody>
            <a:bodyPr/>
            <a:lstStyle/>
            <a:p>
              <a:endParaRPr lang="fr-FR"/>
            </a:p>
          </p:txBody>
        </p:sp>
        <p:sp>
          <p:nvSpPr>
            <p:cNvPr id="107564" name="Line 163"/>
            <p:cNvSpPr>
              <a:spLocks noChangeShapeType="1"/>
            </p:cNvSpPr>
            <p:nvPr/>
          </p:nvSpPr>
          <p:spPr bwMode="auto">
            <a:xfrm>
              <a:off x="3102" y="1862"/>
              <a:ext cx="352" cy="7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fr-FR"/>
            </a:p>
          </p:txBody>
        </p:sp>
        <p:sp>
          <p:nvSpPr>
            <p:cNvPr id="107565" name="Freeform 164"/>
            <p:cNvSpPr>
              <a:spLocks/>
            </p:cNvSpPr>
            <p:nvPr/>
          </p:nvSpPr>
          <p:spPr bwMode="auto">
            <a:xfrm>
              <a:off x="2762" y="1666"/>
              <a:ext cx="337" cy="485"/>
            </a:xfrm>
            <a:custGeom>
              <a:avLst/>
              <a:gdLst>
                <a:gd name="T0" fmla="*/ 336 w 337"/>
                <a:gd name="T1" fmla="*/ 194 h 485"/>
                <a:gd name="T2" fmla="*/ 118 w 337"/>
                <a:gd name="T3" fmla="*/ 484 h 485"/>
                <a:gd name="T4" fmla="*/ 0 w 337"/>
                <a:gd name="T5" fmla="*/ 452 h 485"/>
                <a:gd name="T6" fmla="*/ 336 w 337"/>
                <a:gd name="T7" fmla="*/ 0 h 485"/>
                <a:gd name="T8" fmla="*/ 336 w 337"/>
                <a:gd name="T9" fmla="*/ 152 h 485"/>
                <a:gd name="T10" fmla="*/ 336 w 337"/>
                <a:gd name="T11" fmla="*/ 194 h 485"/>
                <a:gd name="T12" fmla="*/ 0 60000 65536"/>
                <a:gd name="T13" fmla="*/ 0 60000 65536"/>
                <a:gd name="T14" fmla="*/ 0 60000 65536"/>
                <a:gd name="T15" fmla="*/ 0 60000 65536"/>
                <a:gd name="T16" fmla="*/ 0 60000 65536"/>
                <a:gd name="T17" fmla="*/ 0 60000 65536"/>
                <a:gd name="T18" fmla="*/ 0 w 337"/>
                <a:gd name="T19" fmla="*/ 0 h 485"/>
                <a:gd name="T20" fmla="*/ 337 w 337"/>
                <a:gd name="T21" fmla="*/ 485 h 485"/>
              </a:gdLst>
              <a:ahLst/>
              <a:cxnLst>
                <a:cxn ang="T12">
                  <a:pos x="T0" y="T1"/>
                </a:cxn>
                <a:cxn ang="T13">
                  <a:pos x="T2" y="T3"/>
                </a:cxn>
                <a:cxn ang="T14">
                  <a:pos x="T4" y="T5"/>
                </a:cxn>
                <a:cxn ang="T15">
                  <a:pos x="T6" y="T7"/>
                </a:cxn>
                <a:cxn ang="T16">
                  <a:pos x="T8" y="T9"/>
                </a:cxn>
                <a:cxn ang="T17">
                  <a:pos x="T10" y="T11"/>
                </a:cxn>
              </a:cxnLst>
              <a:rect l="T18" t="T19" r="T20" b="T21"/>
              <a:pathLst>
                <a:path w="337" h="485">
                  <a:moveTo>
                    <a:pt x="336" y="194"/>
                  </a:moveTo>
                  <a:lnTo>
                    <a:pt x="118" y="484"/>
                  </a:lnTo>
                  <a:lnTo>
                    <a:pt x="0" y="452"/>
                  </a:lnTo>
                  <a:lnTo>
                    <a:pt x="336" y="0"/>
                  </a:lnTo>
                  <a:lnTo>
                    <a:pt x="336" y="152"/>
                  </a:lnTo>
                  <a:lnTo>
                    <a:pt x="336" y="194"/>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107566" name="Freeform 165"/>
            <p:cNvSpPr>
              <a:spLocks/>
            </p:cNvSpPr>
            <p:nvPr/>
          </p:nvSpPr>
          <p:spPr bwMode="auto">
            <a:xfrm>
              <a:off x="2757" y="2124"/>
              <a:ext cx="509" cy="339"/>
            </a:xfrm>
            <a:custGeom>
              <a:avLst/>
              <a:gdLst>
                <a:gd name="T0" fmla="*/ 0 w 506"/>
                <a:gd name="T1" fmla="*/ 0 h 345"/>
                <a:gd name="T2" fmla="*/ 1 w 506"/>
                <a:gd name="T3" fmla="*/ 198 h 345"/>
                <a:gd name="T4" fmla="*/ 514 w 506"/>
                <a:gd name="T5" fmla="*/ 326 h 345"/>
                <a:gd name="T6" fmla="*/ 513 w 506"/>
                <a:gd name="T7" fmla="*/ 124 h 345"/>
                <a:gd name="T8" fmla="*/ 0 60000 65536"/>
                <a:gd name="T9" fmla="*/ 0 60000 65536"/>
                <a:gd name="T10" fmla="*/ 0 60000 65536"/>
                <a:gd name="T11" fmla="*/ 0 60000 65536"/>
                <a:gd name="T12" fmla="*/ 0 w 506"/>
                <a:gd name="T13" fmla="*/ 0 h 345"/>
                <a:gd name="T14" fmla="*/ 506 w 506"/>
                <a:gd name="T15" fmla="*/ 345 h 345"/>
              </a:gdLst>
              <a:ahLst/>
              <a:cxnLst>
                <a:cxn ang="T8">
                  <a:pos x="T0" y="T1"/>
                </a:cxn>
                <a:cxn ang="T9">
                  <a:pos x="T2" y="T3"/>
                </a:cxn>
                <a:cxn ang="T10">
                  <a:pos x="T4" y="T5"/>
                </a:cxn>
                <a:cxn ang="T11">
                  <a:pos x="T6" y="T7"/>
                </a:cxn>
              </a:cxnLst>
              <a:rect l="T12" t="T13" r="T14" b="T15"/>
              <a:pathLst>
                <a:path w="506" h="345">
                  <a:moveTo>
                    <a:pt x="0" y="0"/>
                  </a:moveTo>
                  <a:lnTo>
                    <a:pt x="1" y="209"/>
                  </a:lnTo>
                  <a:lnTo>
                    <a:pt x="505" y="344"/>
                  </a:lnTo>
                  <a:lnTo>
                    <a:pt x="504" y="130"/>
                  </a:lnTo>
                </a:path>
              </a:pathLst>
            </a:custGeom>
            <a:solidFill>
              <a:srgbClr val="FC2C1C"/>
            </a:solidFill>
            <a:ln w="12700" cap="rnd" cmpd="sng">
              <a:solidFill>
                <a:schemeClr val="bg2"/>
              </a:solidFill>
              <a:prstDash val="solid"/>
              <a:round/>
              <a:headEnd type="none" w="med" len="med"/>
              <a:tailEnd type="none" w="med" len="med"/>
            </a:ln>
          </p:spPr>
          <p:txBody>
            <a:bodyPr/>
            <a:lstStyle/>
            <a:p>
              <a:endParaRPr lang="fr-FR"/>
            </a:p>
          </p:txBody>
        </p:sp>
        <p:sp>
          <p:nvSpPr>
            <p:cNvPr id="107567" name="AutoShape 166"/>
            <p:cNvSpPr>
              <a:spLocks noChangeArrowheads="1"/>
            </p:cNvSpPr>
            <p:nvPr/>
          </p:nvSpPr>
          <p:spPr bwMode="auto">
            <a:xfrm rot="16200000" flipH="1">
              <a:off x="3067" y="1967"/>
              <a:ext cx="693" cy="306"/>
            </a:xfrm>
            <a:prstGeom prst="parallelogram">
              <a:avLst>
                <a:gd name="adj" fmla="val 156202"/>
              </a:avLst>
            </a:prstGeom>
            <a:solidFill>
              <a:srgbClr val="FC2C1C"/>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grpSp>
        <p:nvGrpSpPr>
          <p:cNvPr id="107539" name="Group 167"/>
          <p:cNvGrpSpPr>
            <a:grpSpLocks/>
          </p:cNvGrpSpPr>
          <p:nvPr/>
        </p:nvGrpSpPr>
        <p:grpSpPr bwMode="auto">
          <a:xfrm rot="-223274">
            <a:off x="715963" y="2573338"/>
            <a:ext cx="744537" cy="733425"/>
            <a:chOff x="2757" y="1666"/>
            <a:chExt cx="812" cy="800"/>
          </a:xfrm>
        </p:grpSpPr>
        <p:sp>
          <p:nvSpPr>
            <p:cNvPr id="107556" name="Freeform 168"/>
            <p:cNvSpPr>
              <a:spLocks/>
            </p:cNvSpPr>
            <p:nvPr/>
          </p:nvSpPr>
          <p:spPr bwMode="auto">
            <a:xfrm>
              <a:off x="2762" y="1667"/>
              <a:ext cx="807" cy="584"/>
            </a:xfrm>
            <a:custGeom>
              <a:avLst/>
              <a:gdLst>
                <a:gd name="T0" fmla="*/ 497 w 807"/>
                <a:gd name="T1" fmla="*/ 583 h 584"/>
                <a:gd name="T2" fmla="*/ 0 w 807"/>
                <a:gd name="T3" fmla="*/ 452 h 584"/>
                <a:gd name="T4" fmla="*/ 337 w 807"/>
                <a:gd name="T5" fmla="*/ 0 h 584"/>
                <a:gd name="T6" fmla="*/ 806 w 807"/>
                <a:gd name="T7" fmla="*/ 98 h 584"/>
                <a:gd name="T8" fmla="*/ 497 w 807"/>
                <a:gd name="T9" fmla="*/ 583 h 584"/>
                <a:gd name="T10" fmla="*/ 0 60000 65536"/>
                <a:gd name="T11" fmla="*/ 0 60000 65536"/>
                <a:gd name="T12" fmla="*/ 0 60000 65536"/>
                <a:gd name="T13" fmla="*/ 0 60000 65536"/>
                <a:gd name="T14" fmla="*/ 0 60000 65536"/>
                <a:gd name="T15" fmla="*/ 0 w 807"/>
                <a:gd name="T16" fmla="*/ 0 h 584"/>
                <a:gd name="T17" fmla="*/ 807 w 807"/>
                <a:gd name="T18" fmla="*/ 584 h 584"/>
              </a:gdLst>
              <a:ahLst/>
              <a:cxnLst>
                <a:cxn ang="T10">
                  <a:pos x="T0" y="T1"/>
                </a:cxn>
                <a:cxn ang="T11">
                  <a:pos x="T2" y="T3"/>
                </a:cxn>
                <a:cxn ang="T12">
                  <a:pos x="T4" y="T5"/>
                </a:cxn>
                <a:cxn ang="T13">
                  <a:pos x="T6" y="T7"/>
                </a:cxn>
                <a:cxn ang="T14">
                  <a:pos x="T8" y="T9"/>
                </a:cxn>
              </a:cxnLst>
              <a:rect l="T15" t="T16" r="T17" b="T18"/>
              <a:pathLst>
                <a:path w="807" h="584">
                  <a:moveTo>
                    <a:pt x="497" y="583"/>
                  </a:moveTo>
                  <a:lnTo>
                    <a:pt x="0" y="452"/>
                  </a:lnTo>
                  <a:lnTo>
                    <a:pt x="337" y="0"/>
                  </a:lnTo>
                  <a:lnTo>
                    <a:pt x="806" y="98"/>
                  </a:lnTo>
                  <a:lnTo>
                    <a:pt x="497" y="583"/>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107557" name="Freeform 169"/>
            <p:cNvSpPr>
              <a:spLocks/>
            </p:cNvSpPr>
            <p:nvPr/>
          </p:nvSpPr>
          <p:spPr bwMode="auto">
            <a:xfrm>
              <a:off x="2882" y="1861"/>
              <a:ext cx="578" cy="384"/>
            </a:xfrm>
            <a:custGeom>
              <a:avLst/>
              <a:gdLst>
                <a:gd name="T0" fmla="*/ 377 w 578"/>
                <a:gd name="T1" fmla="*/ 383 h 384"/>
                <a:gd name="T2" fmla="*/ 0 w 578"/>
                <a:gd name="T3" fmla="*/ 291 h 384"/>
                <a:gd name="T4" fmla="*/ 217 w 578"/>
                <a:gd name="T5" fmla="*/ 0 h 384"/>
                <a:gd name="T6" fmla="*/ 577 w 578"/>
                <a:gd name="T7" fmla="*/ 74 h 384"/>
                <a:gd name="T8" fmla="*/ 377 w 578"/>
                <a:gd name="T9" fmla="*/ 383 h 384"/>
                <a:gd name="T10" fmla="*/ 0 60000 65536"/>
                <a:gd name="T11" fmla="*/ 0 60000 65536"/>
                <a:gd name="T12" fmla="*/ 0 60000 65536"/>
                <a:gd name="T13" fmla="*/ 0 60000 65536"/>
                <a:gd name="T14" fmla="*/ 0 60000 65536"/>
                <a:gd name="T15" fmla="*/ 0 w 578"/>
                <a:gd name="T16" fmla="*/ 0 h 384"/>
                <a:gd name="T17" fmla="*/ 578 w 578"/>
                <a:gd name="T18" fmla="*/ 384 h 384"/>
              </a:gdLst>
              <a:ahLst/>
              <a:cxnLst>
                <a:cxn ang="T10">
                  <a:pos x="T0" y="T1"/>
                </a:cxn>
                <a:cxn ang="T11">
                  <a:pos x="T2" y="T3"/>
                </a:cxn>
                <a:cxn ang="T12">
                  <a:pos x="T4" y="T5"/>
                </a:cxn>
                <a:cxn ang="T13">
                  <a:pos x="T6" y="T7"/>
                </a:cxn>
                <a:cxn ang="T14">
                  <a:pos x="T8" y="T9"/>
                </a:cxn>
              </a:cxnLst>
              <a:rect l="T15" t="T16" r="T17" b="T18"/>
              <a:pathLst>
                <a:path w="578" h="384">
                  <a:moveTo>
                    <a:pt x="377" y="383"/>
                  </a:moveTo>
                  <a:lnTo>
                    <a:pt x="0" y="291"/>
                  </a:lnTo>
                  <a:lnTo>
                    <a:pt x="217" y="0"/>
                  </a:lnTo>
                  <a:lnTo>
                    <a:pt x="577" y="74"/>
                  </a:lnTo>
                  <a:lnTo>
                    <a:pt x="377" y="383"/>
                  </a:lnTo>
                </a:path>
              </a:pathLst>
            </a:custGeom>
            <a:solidFill>
              <a:srgbClr val="E22B00"/>
            </a:solidFill>
            <a:ln>
              <a:noFill/>
            </a:ln>
            <a:extLst>
              <a:ext uri="{91240B29-F687-4F45-9708-019B960494DF}">
                <a14:hiddenLine xmlns:a14="http://schemas.microsoft.com/office/drawing/2010/main" w="12700" cap="rnd" cmpd="sng">
                  <a:solidFill>
                    <a:srgbClr val="000000"/>
                  </a:solidFill>
                  <a:prstDash val="solid"/>
                  <a:round/>
                  <a:headEnd type="none" w="med" len="med"/>
                  <a:tailEnd type="none" w="med" len="med"/>
                </a14:hiddenLine>
              </a:ext>
            </a:extLst>
          </p:spPr>
          <p:txBody>
            <a:bodyPr/>
            <a:lstStyle/>
            <a:p>
              <a:endParaRPr lang="fr-FR"/>
            </a:p>
          </p:txBody>
        </p:sp>
        <p:sp>
          <p:nvSpPr>
            <p:cNvPr id="107558" name="Line 170"/>
            <p:cNvSpPr>
              <a:spLocks noChangeShapeType="1"/>
            </p:cNvSpPr>
            <p:nvPr/>
          </p:nvSpPr>
          <p:spPr bwMode="auto">
            <a:xfrm>
              <a:off x="3102" y="1862"/>
              <a:ext cx="352" cy="7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fr-FR"/>
            </a:p>
          </p:txBody>
        </p:sp>
        <p:sp>
          <p:nvSpPr>
            <p:cNvPr id="107559" name="Freeform 171"/>
            <p:cNvSpPr>
              <a:spLocks/>
            </p:cNvSpPr>
            <p:nvPr/>
          </p:nvSpPr>
          <p:spPr bwMode="auto">
            <a:xfrm>
              <a:off x="2762" y="1666"/>
              <a:ext cx="337" cy="485"/>
            </a:xfrm>
            <a:custGeom>
              <a:avLst/>
              <a:gdLst>
                <a:gd name="T0" fmla="*/ 336 w 337"/>
                <a:gd name="T1" fmla="*/ 194 h 485"/>
                <a:gd name="T2" fmla="*/ 118 w 337"/>
                <a:gd name="T3" fmla="*/ 484 h 485"/>
                <a:gd name="T4" fmla="*/ 0 w 337"/>
                <a:gd name="T5" fmla="*/ 452 h 485"/>
                <a:gd name="T6" fmla="*/ 336 w 337"/>
                <a:gd name="T7" fmla="*/ 0 h 485"/>
                <a:gd name="T8" fmla="*/ 336 w 337"/>
                <a:gd name="T9" fmla="*/ 152 h 485"/>
                <a:gd name="T10" fmla="*/ 336 w 337"/>
                <a:gd name="T11" fmla="*/ 194 h 485"/>
                <a:gd name="T12" fmla="*/ 0 60000 65536"/>
                <a:gd name="T13" fmla="*/ 0 60000 65536"/>
                <a:gd name="T14" fmla="*/ 0 60000 65536"/>
                <a:gd name="T15" fmla="*/ 0 60000 65536"/>
                <a:gd name="T16" fmla="*/ 0 60000 65536"/>
                <a:gd name="T17" fmla="*/ 0 60000 65536"/>
                <a:gd name="T18" fmla="*/ 0 w 337"/>
                <a:gd name="T19" fmla="*/ 0 h 485"/>
                <a:gd name="T20" fmla="*/ 337 w 337"/>
                <a:gd name="T21" fmla="*/ 485 h 485"/>
              </a:gdLst>
              <a:ahLst/>
              <a:cxnLst>
                <a:cxn ang="T12">
                  <a:pos x="T0" y="T1"/>
                </a:cxn>
                <a:cxn ang="T13">
                  <a:pos x="T2" y="T3"/>
                </a:cxn>
                <a:cxn ang="T14">
                  <a:pos x="T4" y="T5"/>
                </a:cxn>
                <a:cxn ang="T15">
                  <a:pos x="T6" y="T7"/>
                </a:cxn>
                <a:cxn ang="T16">
                  <a:pos x="T8" y="T9"/>
                </a:cxn>
                <a:cxn ang="T17">
                  <a:pos x="T10" y="T11"/>
                </a:cxn>
              </a:cxnLst>
              <a:rect l="T18" t="T19" r="T20" b="T21"/>
              <a:pathLst>
                <a:path w="337" h="485">
                  <a:moveTo>
                    <a:pt x="336" y="194"/>
                  </a:moveTo>
                  <a:lnTo>
                    <a:pt x="118" y="484"/>
                  </a:lnTo>
                  <a:lnTo>
                    <a:pt x="0" y="452"/>
                  </a:lnTo>
                  <a:lnTo>
                    <a:pt x="336" y="0"/>
                  </a:lnTo>
                  <a:lnTo>
                    <a:pt x="336" y="152"/>
                  </a:lnTo>
                  <a:lnTo>
                    <a:pt x="336" y="194"/>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107560" name="Freeform 172"/>
            <p:cNvSpPr>
              <a:spLocks/>
            </p:cNvSpPr>
            <p:nvPr/>
          </p:nvSpPr>
          <p:spPr bwMode="auto">
            <a:xfrm>
              <a:off x="2757" y="2124"/>
              <a:ext cx="509" cy="339"/>
            </a:xfrm>
            <a:custGeom>
              <a:avLst/>
              <a:gdLst>
                <a:gd name="T0" fmla="*/ 0 w 506"/>
                <a:gd name="T1" fmla="*/ 0 h 345"/>
                <a:gd name="T2" fmla="*/ 1 w 506"/>
                <a:gd name="T3" fmla="*/ 198 h 345"/>
                <a:gd name="T4" fmla="*/ 514 w 506"/>
                <a:gd name="T5" fmla="*/ 326 h 345"/>
                <a:gd name="T6" fmla="*/ 513 w 506"/>
                <a:gd name="T7" fmla="*/ 124 h 345"/>
                <a:gd name="T8" fmla="*/ 0 60000 65536"/>
                <a:gd name="T9" fmla="*/ 0 60000 65536"/>
                <a:gd name="T10" fmla="*/ 0 60000 65536"/>
                <a:gd name="T11" fmla="*/ 0 60000 65536"/>
                <a:gd name="T12" fmla="*/ 0 w 506"/>
                <a:gd name="T13" fmla="*/ 0 h 345"/>
                <a:gd name="T14" fmla="*/ 506 w 506"/>
                <a:gd name="T15" fmla="*/ 345 h 345"/>
              </a:gdLst>
              <a:ahLst/>
              <a:cxnLst>
                <a:cxn ang="T8">
                  <a:pos x="T0" y="T1"/>
                </a:cxn>
                <a:cxn ang="T9">
                  <a:pos x="T2" y="T3"/>
                </a:cxn>
                <a:cxn ang="T10">
                  <a:pos x="T4" y="T5"/>
                </a:cxn>
                <a:cxn ang="T11">
                  <a:pos x="T6" y="T7"/>
                </a:cxn>
              </a:cxnLst>
              <a:rect l="T12" t="T13" r="T14" b="T15"/>
              <a:pathLst>
                <a:path w="506" h="345">
                  <a:moveTo>
                    <a:pt x="0" y="0"/>
                  </a:moveTo>
                  <a:lnTo>
                    <a:pt x="1" y="209"/>
                  </a:lnTo>
                  <a:lnTo>
                    <a:pt x="505" y="344"/>
                  </a:lnTo>
                  <a:lnTo>
                    <a:pt x="504" y="130"/>
                  </a:lnTo>
                </a:path>
              </a:pathLst>
            </a:custGeom>
            <a:solidFill>
              <a:srgbClr val="FC2C1C"/>
            </a:solidFill>
            <a:ln w="12700" cap="rnd" cmpd="sng">
              <a:solidFill>
                <a:schemeClr val="bg2"/>
              </a:solidFill>
              <a:prstDash val="solid"/>
              <a:round/>
              <a:headEnd type="none" w="med" len="med"/>
              <a:tailEnd type="none" w="med" len="med"/>
            </a:ln>
          </p:spPr>
          <p:txBody>
            <a:bodyPr/>
            <a:lstStyle/>
            <a:p>
              <a:endParaRPr lang="fr-FR"/>
            </a:p>
          </p:txBody>
        </p:sp>
        <p:sp>
          <p:nvSpPr>
            <p:cNvPr id="107561" name="AutoShape 173"/>
            <p:cNvSpPr>
              <a:spLocks noChangeArrowheads="1"/>
            </p:cNvSpPr>
            <p:nvPr/>
          </p:nvSpPr>
          <p:spPr bwMode="auto">
            <a:xfrm rot="16200000" flipH="1">
              <a:off x="3067" y="1967"/>
              <a:ext cx="693" cy="306"/>
            </a:xfrm>
            <a:prstGeom prst="parallelogram">
              <a:avLst>
                <a:gd name="adj" fmla="val 156202"/>
              </a:avLst>
            </a:prstGeom>
            <a:solidFill>
              <a:srgbClr val="FC2C1C"/>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grpSp>
        <p:nvGrpSpPr>
          <p:cNvPr id="107540" name="Group 174"/>
          <p:cNvGrpSpPr>
            <a:grpSpLocks/>
          </p:cNvGrpSpPr>
          <p:nvPr/>
        </p:nvGrpSpPr>
        <p:grpSpPr bwMode="auto">
          <a:xfrm rot="-223274">
            <a:off x="2119313" y="3027363"/>
            <a:ext cx="744537" cy="733425"/>
            <a:chOff x="2757" y="1666"/>
            <a:chExt cx="812" cy="800"/>
          </a:xfrm>
        </p:grpSpPr>
        <p:sp>
          <p:nvSpPr>
            <p:cNvPr id="107550" name="Freeform 175"/>
            <p:cNvSpPr>
              <a:spLocks/>
            </p:cNvSpPr>
            <p:nvPr/>
          </p:nvSpPr>
          <p:spPr bwMode="auto">
            <a:xfrm>
              <a:off x="2762" y="1667"/>
              <a:ext cx="807" cy="584"/>
            </a:xfrm>
            <a:custGeom>
              <a:avLst/>
              <a:gdLst>
                <a:gd name="T0" fmla="*/ 497 w 807"/>
                <a:gd name="T1" fmla="*/ 583 h 584"/>
                <a:gd name="T2" fmla="*/ 0 w 807"/>
                <a:gd name="T3" fmla="*/ 452 h 584"/>
                <a:gd name="T4" fmla="*/ 337 w 807"/>
                <a:gd name="T5" fmla="*/ 0 h 584"/>
                <a:gd name="T6" fmla="*/ 806 w 807"/>
                <a:gd name="T7" fmla="*/ 98 h 584"/>
                <a:gd name="T8" fmla="*/ 497 w 807"/>
                <a:gd name="T9" fmla="*/ 583 h 584"/>
                <a:gd name="T10" fmla="*/ 0 60000 65536"/>
                <a:gd name="T11" fmla="*/ 0 60000 65536"/>
                <a:gd name="T12" fmla="*/ 0 60000 65536"/>
                <a:gd name="T13" fmla="*/ 0 60000 65536"/>
                <a:gd name="T14" fmla="*/ 0 60000 65536"/>
                <a:gd name="T15" fmla="*/ 0 w 807"/>
                <a:gd name="T16" fmla="*/ 0 h 584"/>
                <a:gd name="T17" fmla="*/ 807 w 807"/>
                <a:gd name="T18" fmla="*/ 584 h 584"/>
              </a:gdLst>
              <a:ahLst/>
              <a:cxnLst>
                <a:cxn ang="T10">
                  <a:pos x="T0" y="T1"/>
                </a:cxn>
                <a:cxn ang="T11">
                  <a:pos x="T2" y="T3"/>
                </a:cxn>
                <a:cxn ang="T12">
                  <a:pos x="T4" y="T5"/>
                </a:cxn>
                <a:cxn ang="T13">
                  <a:pos x="T6" y="T7"/>
                </a:cxn>
                <a:cxn ang="T14">
                  <a:pos x="T8" y="T9"/>
                </a:cxn>
              </a:cxnLst>
              <a:rect l="T15" t="T16" r="T17" b="T18"/>
              <a:pathLst>
                <a:path w="807" h="584">
                  <a:moveTo>
                    <a:pt x="497" y="583"/>
                  </a:moveTo>
                  <a:lnTo>
                    <a:pt x="0" y="452"/>
                  </a:lnTo>
                  <a:lnTo>
                    <a:pt x="337" y="0"/>
                  </a:lnTo>
                  <a:lnTo>
                    <a:pt x="806" y="98"/>
                  </a:lnTo>
                  <a:lnTo>
                    <a:pt x="497" y="583"/>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107551" name="Freeform 176"/>
            <p:cNvSpPr>
              <a:spLocks/>
            </p:cNvSpPr>
            <p:nvPr/>
          </p:nvSpPr>
          <p:spPr bwMode="auto">
            <a:xfrm>
              <a:off x="2882" y="1861"/>
              <a:ext cx="578" cy="384"/>
            </a:xfrm>
            <a:custGeom>
              <a:avLst/>
              <a:gdLst>
                <a:gd name="T0" fmla="*/ 377 w 578"/>
                <a:gd name="T1" fmla="*/ 383 h 384"/>
                <a:gd name="T2" fmla="*/ 0 w 578"/>
                <a:gd name="T3" fmla="*/ 291 h 384"/>
                <a:gd name="T4" fmla="*/ 217 w 578"/>
                <a:gd name="T5" fmla="*/ 0 h 384"/>
                <a:gd name="T6" fmla="*/ 577 w 578"/>
                <a:gd name="T7" fmla="*/ 74 h 384"/>
                <a:gd name="T8" fmla="*/ 377 w 578"/>
                <a:gd name="T9" fmla="*/ 383 h 384"/>
                <a:gd name="T10" fmla="*/ 0 60000 65536"/>
                <a:gd name="T11" fmla="*/ 0 60000 65536"/>
                <a:gd name="T12" fmla="*/ 0 60000 65536"/>
                <a:gd name="T13" fmla="*/ 0 60000 65536"/>
                <a:gd name="T14" fmla="*/ 0 60000 65536"/>
                <a:gd name="T15" fmla="*/ 0 w 578"/>
                <a:gd name="T16" fmla="*/ 0 h 384"/>
                <a:gd name="T17" fmla="*/ 578 w 578"/>
                <a:gd name="T18" fmla="*/ 384 h 384"/>
              </a:gdLst>
              <a:ahLst/>
              <a:cxnLst>
                <a:cxn ang="T10">
                  <a:pos x="T0" y="T1"/>
                </a:cxn>
                <a:cxn ang="T11">
                  <a:pos x="T2" y="T3"/>
                </a:cxn>
                <a:cxn ang="T12">
                  <a:pos x="T4" y="T5"/>
                </a:cxn>
                <a:cxn ang="T13">
                  <a:pos x="T6" y="T7"/>
                </a:cxn>
                <a:cxn ang="T14">
                  <a:pos x="T8" y="T9"/>
                </a:cxn>
              </a:cxnLst>
              <a:rect l="T15" t="T16" r="T17" b="T18"/>
              <a:pathLst>
                <a:path w="578" h="384">
                  <a:moveTo>
                    <a:pt x="377" y="383"/>
                  </a:moveTo>
                  <a:lnTo>
                    <a:pt x="0" y="291"/>
                  </a:lnTo>
                  <a:lnTo>
                    <a:pt x="217" y="0"/>
                  </a:lnTo>
                  <a:lnTo>
                    <a:pt x="577" y="74"/>
                  </a:lnTo>
                  <a:lnTo>
                    <a:pt x="377" y="383"/>
                  </a:lnTo>
                </a:path>
              </a:pathLst>
            </a:custGeom>
            <a:solidFill>
              <a:srgbClr val="E22B00"/>
            </a:solidFill>
            <a:ln>
              <a:noFill/>
            </a:ln>
            <a:extLst>
              <a:ext uri="{91240B29-F687-4F45-9708-019B960494DF}">
                <a14:hiddenLine xmlns:a14="http://schemas.microsoft.com/office/drawing/2010/main" w="12700" cap="rnd" cmpd="sng">
                  <a:solidFill>
                    <a:srgbClr val="000000"/>
                  </a:solidFill>
                  <a:prstDash val="solid"/>
                  <a:round/>
                  <a:headEnd type="none" w="med" len="med"/>
                  <a:tailEnd type="none" w="med" len="med"/>
                </a14:hiddenLine>
              </a:ext>
            </a:extLst>
          </p:spPr>
          <p:txBody>
            <a:bodyPr/>
            <a:lstStyle/>
            <a:p>
              <a:endParaRPr lang="fr-FR"/>
            </a:p>
          </p:txBody>
        </p:sp>
        <p:sp>
          <p:nvSpPr>
            <p:cNvPr id="107552" name="Line 177"/>
            <p:cNvSpPr>
              <a:spLocks noChangeShapeType="1"/>
            </p:cNvSpPr>
            <p:nvPr/>
          </p:nvSpPr>
          <p:spPr bwMode="auto">
            <a:xfrm>
              <a:off x="3102" y="1862"/>
              <a:ext cx="352" cy="7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fr-FR"/>
            </a:p>
          </p:txBody>
        </p:sp>
        <p:sp>
          <p:nvSpPr>
            <p:cNvPr id="107553" name="Freeform 178"/>
            <p:cNvSpPr>
              <a:spLocks/>
            </p:cNvSpPr>
            <p:nvPr/>
          </p:nvSpPr>
          <p:spPr bwMode="auto">
            <a:xfrm>
              <a:off x="2762" y="1666"/>
              <a:ext cx="337" cy="485"/>
            </a:xfrm>
            <a:custGeom>
              <a:avLst/>
              <a:gdLst>
                <a:gd name="T0" fmla="*/ 336 w 337"/>
                <a:gd name="T1" fmla="*/ 194 h 485"/>
                <a:gd name="T2" fmla="*/ 118 w 337"/>
                <a:gd name="T3" fmla="*/ 484 h 485"/>
                <a:gd name="T4" fmla="*/ 0 w 337"/>
                <a:gd name="T5" fmla="*/ 452 h 485"/>
                <a:gd name="T6" fmla="*/ 336 w 337"/>
                <a:gd name="T7" fmla="*/ 0 h 485"/>
                <a:gd name="T8" fmla="*/ 336 w 337"/>
                <a:gd name="T9" fmla="*/ 152 h 485"/>
                <a:gd name="T10" fmla="*/ 336 w 337"/>
                <a:gd name="T11" fmla="*/ 194 h 485"/>
                <a:gd name="T12" fmla="*/ 0 60000 65536"/>
                <a:gd name="T13" fmla="*/ 0 60000 65536"/>
                <a:gd name="T14" fmla="*/ 0 60000 65536"/>
                <a:gd name="T15" fmla="*/ 0 60000 65536"/>
                <a:gd name="T16" fmla="*/ 0 60000 65536"/>
                <a:gd name="T17" fmla="*/ 0 60000 65536"/>
                <a:gd name="T18" fmla="*/ 0 w 337"/>
                <a:gd name="T19" fmla="*/ 0 h 485"/>
                <a:gd name="T20" fmla="*/ 337 w 337"/>
                <a:gd name="T21" fmla="*/ 485 h 485"/>
              </a:gdLst>
              <a:ahLst/>
              <a:cxnLst>
                <a:cxn ang="T12">
                  <a:pos x="T0" y="T1"/>
                </a:cxn>
                <a:cxn ang="T13">
                  <a:pos x="T2" y="T3"/>
                </a:cxn>
                <a:cxn ang="T14">
                  <a:pos x="T4" y="T5"/>
                </a:cxn>
                <a:cxn ang="T15">
                  <a:pos x="T6" y="T7"/>
                </a:cxn>
                <a:cxn ang="T16">
                  <a:pos x="T8" y="T9"/>
                </a:cxn>
                <a:cxn ang="T17">
                  <a:pos x="T10" y="T11"/>
                </a:cxn>
              </a:cxnLst>
              <a:rect l="T18" t="T19" r="T20" b="T21"/>
              <a:pathLst>
                <a:path w="337" h="485">
                  <a:moveTo>
                    <a:pt x="336" y="194"/>
                  </a:moveTo>
                  <a:lnTo>
                    <a:pt x="118" y="484"/>
                  </a:lnTo>
                  <a:lnTo>
                    <a:pt x="0" y="452"/>
                  </a:lnTo>
                  <a:lnTo>
                    <a:pt x="336" y="0"/>
                  </a:lnTo>
                  <a:lnTo>
                    <a:pt x="336" y="152"/>
                  </a:lnTo>
                  <a:lnTo>
                    <a:pt x="336" y="194"/>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107554" name="Freeform 179"/>
            <p:cNvSpPr>
              <a:spLocks/>
            </p:cNvSpPr>
            <p:nvPr/>
          </p:nvSpPr>
          <p:spPr bwMode="auto">
            <a:xfrm>
              <a:off x="2757" y="2124"/>
              <a:ext cx="509" cy="339"/>
            </a:xfrm>
            <a:custGeom>
              <a:avLst/>
              <a:gdLst>
                <a:gd name="T0" fmla="*/ 0 w 506"/>
                <a:gd name="T1" fmla="*/ 0 h 345"/>
                <a:gd name="T2" fmla="*/ 1 w 506"/>
                <a:gd name="T3" fmla="*/ 198 h 345"/>
                <a:gd name="T4" fmla="*/ 514 w 506"/>
                <a:gd name="T5" fmla="*/ 326 h 345"/>
                <a:gd name="T6" fmla="*/ 513 w 506"/>
                <a:gd name="T7" fmla="*/ 124 h 345"/>
                <a:gd name="T8" fmla="*/ 0 60000 65536"/>
                <a:gd name="T9" fmla="*/ 0 60000 65536"/>
                <a:gd name="T10" fmla="*/ 0 60000 65536"/>
                <a:gd name="T11" fmla="*/ 0 60000 65536"/>
                <a:gd name="T12" fmla="*/ 0 w 506"/>
                <a:gd name="T13" fmla="*/ 0 h 345"/>
                <a:gd name="T14" fmla="*/ 506 w 506"/>
                <a:gd name="T15" fmla="*/ 345 h 345"/>
              </a:gdLst>
              <a:ahLst/>
              <a:cxnLst>
                <a:cxn ang="T8">
                  <a:pos x="T0" y="T1"/>
                </a:cxn>
                <a:cxn ang="T9">
                  <a:pos x="T2" y="T3"/>
                </a:cxn>
                <a:cxn ang="T10">
                  <a:pos x="T4" y="T5"/>
                </a:cxn>
                <a:cxn ang="T11">
                  <a:pos x="T6" y="T7"/>
                </a:cxn>
              </a:cxnLst>
              <a:rect l="T12" t="T13" r="T14" b="T15"/>
              <a:pathLst>
                <a:path w="506" h="345">
                  <a:moveTo>
                    <a:pt x="0" y="0"/>
                  </a:moveTo>
                  <a:lnTo>
                    <a:pt x="1" y="209"/>
                  </a:lnTo>
                  <a:lnTo>
                    <a:pt x="505" y="344"/>
                  </a:lnTo>
                  <a:lnTo>
                    <a:pt x="504" y="130"/>
                  </a:lnTo>
                </a:path>
              </a:pathLst>
            </a:custGeom>
            <a:solidFill>
              <a:srgbClr val="FC2C1C"/>
            </a:solidFill>
            <a:ln w="12700" cap="rnd" cmpd="sng">
              <a:solidFill>
                <a:schemeClr val="bg2"/>
              </a:solidFill>
              <a:prstDash val="solid"/>
              <a:round/>
              <a:headEnd type="none" w="med" len="med"/>
              <a:tailEnd type="none" w="med" len="med"/>
            </a:ln>
          </p:spPr>
          <p:txBody>
            <a:bodyPr/>
            <a:lstStyle/>
            <a:p>
              <a:endParaRPr lang="fr-FR"/>
            </a:p>
          </p:txBody>
        </p:sp>
        <p:sp>
          <p:nvSpPr>
            <p:cNvPr id="107555" name="AutoShape 180"/>
            <p:cNvSpPr>
              <a:spLocks noChangeArrowheads="1"/>
            </p:cNvSpPr>
            <p:nvPr/>
          </p:nvSpPr>
          <p:spPr bwMode="auto">
            <a:xfrm rot="16200000" flipH="1">
              <a:off x="3067" y="1967"/>
              <a:ext cx="693" cy="306"/>
            </a:xfrm>
            <a:prstGeom prst="parallelogram">
              <a:avLst>
                <a:gd name="adj" fmla="val 156202"/>
              </a:avLst>
            </a:prstGeom>
            <a:solidFill>
              <a:srgbClr val="FC2C1C"/>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sp>
        <p:nvSpPr>
          <p:cNvPr id="107541" name="Text Box 181"/>
          <p:cNvSpPr txBox="1">
            <a:spLocks noChangeArrowheads="1"/>
          </p:cNvSpPr>
          <p:nvPr/>
        </p:nvSpPr>
        <p:spPr bwMode="auto">
          <a:xfrm>
            <a:off x="1963738" y="3859213"/>
            <a:ext cx="828675"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a:spcBef>
                <a:spcPct val="0"/>
              </a:spcBef>
              <a:buFontTx/>
              <a:buNone/>
            </a:pPr>
            <a:r>
              <a:rPr lang="fr-FR" altLang="fr-FR" sz="2400">
                <a:solidFill>
                  <a:srgbClr val="FC2C1C"/>
                </a:solidFill>
              </a:rPr>
              <a:t>1 R2</a:t>
            </a:r>
          </a:p>
        </p:txBody>
      </p:sp>
      <p:grpSp>
        <p:nvGrpSpPr>
          <p:cNvPr id="107542" name="Group 182"/>
          <p:cNvGrpSpPr>
            <a:grpSpLocks/>
          </p:cNvGrpSpPr>
          <p:nvPr/>
        </p:nvGrpSpPr>
        <p:grpSpPr bwMode="auto">
          <a:xfrm rot="-223274">
            <a:off x="7681913" y="3027363"/>
            <a:ext cx="744537" cy="733425"/>
            <a:chOff x="2757" y="1666"/>
            <a:chExt cx="812" cy="800"/>
          </a:xfrm>
        </p:grpSpPr>
        <p:sp>
          <p:nvSpPr>
            <p:cNvPr id="107544" name="Freeform 183"/>
            <p:cNvSpPr>
              <a:spLocks/>
            </p:cNvSpPr>
            <p:nvPr/>
          </p:nvSpPr>
          <p:spPr bwMode="auto">
            <a:xfrm>
              <a:off x="2762" y="1667"/>
              <a:ext cx="807" cy="584"/>
            </a:xfrm>
            <a:custGeom>
              <a:avLst/>
              <a:gdLst>
                <a:gd name="T0" fmla="*/ 497 w 807"/>
                <a:gd name="T1" fmla="*/ 583 h 584"/>
                <a:gd name="T2" fmla="*/ 0 w 807"/>
                <a:gd name="T3" fmla="*/ 452 h 584"/>
                <a:gd name="T4" fmla="*/ 337 w 807"/>
                <a:gd name="T5" fmla="*/ 0 h 584"/>
                <a:gd name="T6" fmla="*/ 806 w 807"/>
                <a:gd name="T7" fmla="*/ 98 h 584"/>
                <a:gd name="T8" fmla="*/ 497 w 807"/>
                <a:gd name="T9" fmla="*/ 583 h 584"/>
                <a:gd name="T10" fmla="*/ 0 60000 65536"/>
                <a:gd name="T11" fmla="*/ 0 60000 65536"/>
                <a:gd name="T12" fmla="*/ 0 60000 65536"/>
                <a:gd name="T13" fmla="*/ 0 60000 65536"/>
                <a:gd name="T14" fmla="*/ 0 60000 65536"/>
                <a:gd name="T15" fmla="*/ 0 w 807"/>
                <a:gd name="T16" fmla="*/ 0 h 584"/>
                <a:gd name="T17" fmla="*/ 807 w 807"/>
                <a:gd name="T18" fmla="*/ 584 h 584"/>
              </a:gdLst>
              <a:ahLst/>
              <a:cxnLst>
                <a:cxn ang="T10">
                  <a:pos x="T0" y="T1"/>
                </a:cxn>
                <a:cxn ang="T11">
                  <a:pos x="T2" y="T3"/>
                </a:cxn>
                <a:cxn ang="T12">
                  <a:pos x="T4" y="T5"/>
                </a:cxn>
                <a:cxn ang="T13">
                  <a:pos x="T6" y="T7"/>
                </a:cxn>
                <a:cxn ang="T14">
                  <a:pos x="T8" y="T9"/>
                </a:cxn>
              </a:cxnLst>
              <a:rect l="T15" t="T16" r="T17" b="T18"/>
              <a:pathLst>
                <a:path w="807" h="584">
                  <a:moveTo>
                    <a:pt x="497" y="583"/>
                  </a:moveTo>
                  <a:lnTo>
                    <a:pt x="0" y="452"/>
                  </a:lnTo>
                  <a:lnTo>
                    <a:pt x="337" y="0"/>
                  </a:lnTo>
                  <a:lnTo>
                    <a:pt x="806" y="98"/>
                  </a:lnTo>
                  <a:lnTo>
                    <a:pt x="497" y="583"/>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107545" name="Freeform 184"/>
            <p:cNvSpPr>
              <a:spLocks/>
            </p:cNvSpPr>
            <p:nvPr/>
          </p:nvSpPr>
          <p:spPr bwMode="auto">
            <a:xfrm>
              <a:off x="2882" y="1861"/>
              <a:ext cx="578" cy="384"/>
            </a:xfrm>
            <a:custGeom>
              <a:avLst/>
              <a:gdLst>
                <a:gd name="T0" fmla="*/ 377 w 578"/>
                <a:gd name="T1" fmla="*/ 383 h 384"/>
                <a:gd name="T2" fmla="*/ 0 w 578"/>
                <a:gd name="T3" fmla="*/ 291 h 384"/>
                <a:gd name="T4" fmla="*/ 217 w 578"/>
                <a:gd name="T5" fmla="*/ 0 h 384"/>
                <a:gd name="T6" fmla="*/ 577 w 578"/>
                <a:gd name="T7" fmla="*/ 74 h 384"/>
                <a:gd name="T8" fmla="*/ 377 w 578"/>
                <a:gd name="T9" fmla="*/ 383 h 384"/>
                <a:gd name="T10" fmla="*/ 0 60000 65536"/>
                <a:gd name="T11" fmla="*/ 0 60000 65536"/>
                <a:gd name="T12" fmla="*/ 0 60000 65536"/>
                <a:gd name="T13" fmla="*/ 0 60000 65536"/>
                <a:gd name="T14" fmla="*/ 0 60000 65536"/>
                <a:gd name="T15" fmla="*/ 0 w 578"/>
                <a:gd name="T16" fmla="*/ 0 h 384"/>
                <a:gd name="T17" fmla="*/ 578 w 578"/>
                <a:gd name="T18" fmla="*/ 384 h 384"/>
              </a:gdLst>
              <a:ahLst/>
              <a:cxnLst>
                <a:cxn ang="T10">
                  <a:pos x="T0" y="T1"/>
                </a:cxn>
                <a:cxn ang="T11">
                  <a:pos x="T2" y="T3"/>
                </a:cxn>
                <a:cxn ang="T12">
                  <a:pos x="T4" y="T5"/>
                </a:cxn>
                <a:cxn ang="T13">
                  <a:pos x="T6" y="T7"/>
                </a:cxn>
                <a:cxn ang="T14">
                  <a:pos x="T8" y="T9"/>
                </a:cxn>
              </a:cxnLst>
              <a:rect l="T15" t="T16" r="T17" b="T18"/>
              <a:pathLst>
                <a:path w="578" h="384">
                  <a:moveTo>
                    <a:pt x="377" y="383"/>
                  </a:moveTo>
                  <a:lnTo>
                    <a:pt x="0" y="291"/>
                  </a:lnTo>
                  <a:lnTo>
                    <a:pt x="217" y="0"/>
                  </a:lnTo>
                  <a:lnTo>
                    <a:pt x="577" y="74"/>
                  </a:lnTo>
                  <a:lnTo>
                    <a:pt x="377" y="383"/>
                  </a:lnTo>
                </a:path>
              </a:pathLst>
            </a:custGeom>
            <a:solidFill>
              <a:srgbClr val="E22B00"/>
            </a:solidFill>
            <a:ln>
              <a:noFill/>
            </a:ln>
            <a:extLst>
              <a:ext uri="{91240B29-F687-4F45-9708-019B960494DF}">
                <a14:hiddenLine xmlns:a14="http://schemas.microsoft.com/office/drawing/2010/main" w="12700" cap="rnd" cmpd="sng">
                  <a:solidFill>
                    <a:srgbClr val="000000"/>
                  </a:solidFill>
                  <a:prstDash val="solid"/>
                  <a:round/>
                  <a:headEnd type="none" w="med" len="med"/>
                  <a:tailEnd type="none" w="med" len="med"/>
                </a14:hiddenLine>
              </a:ext>
            </a:extLst>
          </p:spPr>
          <p:txBody>
            <a:bodyPr/>
            <a:lstStyle/>
            <a:p>
              <a:endParaRPr lang="fr-FR"/>
            </a:p>
          </p:txBody>
        </p:sp>
        <p:sp>
          <p:nvSpPr>
            <p:cNvPr id="107546" name="Line 185"/>
            <p:cNvSpPr>
              <a:spLocks noChangeShapeType="1"/>
            </p:cNvSpPr>
            <p:nvPr/>
          </p:nvSpPr>
          <p:spPr bwMode="auto">
            <a:xfrm>
              <a:off x="3102" y="1862"/>
              <a:ext cx="352" cy="7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fr-FR"/>
            </a:p>
          </p:txBody>
        </p:sp>
        <p:sp>
          <p:nvSpPr>
            <p:cNvPr id="107547" name="Freeform 186"/>
            <p:cNvSpPr>
              <a:spLocks/>
            </p:cNvSpPr>
            <p:nvPr/>
          </p:nvSpPr>
          <p:spPr bwMode="auto">
            <a:xfrm>
              <a:off x="2762" y="1666"/>
              <a:ext cx="337" cy="485"/>
            </a:xfrm>
            <a:custGeom>
              <a:avLst/>
              <a:gdLst>
                <a:gd name="T0" fmla="*/ 336 w 337"/>
                <a:gd name="T1" fmla="*/ 194 h 485"/>
                <a:gd name="T2" fmla="*/ 118 w 337"/>
                <a:gd name="T3" fmla="*/ 484 h 485"/>
                <a:gd name="T4" fmla="*/ 0 w 337"/>
                <a:gd name="T5" fmla="*/ 452 h 485"/>
                <a:gd name="T6" fmla="*/ 336 w 337"/>
                <a:gd name="T7" fmla="*/ 0 h 485"/>
                <a:gd name="T8" fmla="*/ 336 w 337"/>
                <a:gd name="T9" fmla="*/ 152 h 485"/>
                <a:gd name="T10" fmla="*/ 336 w 337"/>
                <a:gd name="T11" fmla="*/ 194 h 485"/>
                <a:gd name="T12" fmla="*/ 0 60000 65536"/>
                <a:gd name="T13" fmla="*/ 0 60000 65536"/>
                <a:gd name="T14" fmla="*/ 0 60000 65536"/>
                <a:gd name="T15" fmla="*/ 0 60000 65536"/>
                <a:gd name="T16" fmla="*/ 0 60000 65536"/>
                <a:gd name="T17" fmla="*/ 0 60000 65536"/>
                <a:gd name="T18" fmla="*/ 0 w 337"/>
                <a:gd name="T19" fmla="*/ 0 h 485"/>
                <a:gd name="T20" fmla="*/ 337 w 337"/>
                <a:gd name="T21" fmla="*/ 485 h 485"/>
              </a:gdLst>
              <a:ahLst/>
              <a:cxnLst>
                <a:cxn ang="T12">
                  <a:pos x="T0" y="T1"/>
                </a:cxn>
                <a:cxn ang="T13">
                  <a:pos x="T2" y="T3"/>
                </a:cxn>
                <a:cxn ang="T14">
                  <a:pos x="T4" y="T5"/>
                </a:cxn>
                <a:cxn ang="T15">
                  <a:pos x="T6" y="T7"/>
                </a:cxn>
                <a:cxn ang="T16">
                  <a:pos x="T8" y="T9"/>
                </a:cxn>
                <a:cxn ang="T17">
                  <a:pos x="T10" y="T11"/>
                </a:cxn>
              </a:cxnLst>
              <a:rect l="T18" t="T19" r="T20" b="T21"/>
              <a:pathLst>
                <a:path w="337" h="485">
                  <a:moveTo>
                    <a:pt x="336" y="194"/>
                  </a:moveTo>
                  <a:lnTo>
                    <a:pt x="118" y="484"/>
                  </a:lnTo>
                  <a:lnTo>
                    <a:pt x="0" y="452"/>
                  </a:lnTo>
                  <a:lnTo>
                    <a:pt x="336" y="0"/>
                  </a:lnTo>
                  <a:lnTo>
                    <a:pt x="336" y="152"/>
                  </a:lnTo>
                  <a:lnTo>
                    <a:pt x="336" y="194"/>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107548" name="Freeform 187"/>
            <p:cNvSpPr>
              <a:spLocks/>
            </p:cNvSpPr>
            <p:nvPr/>
          </p:nvSpPr>
          <p:spPr bwMode="auto">
            <a:xfrm>
              <a:off x="2757" y="2124"/>
              <a:ext cx="509" cy="339"/>
            </a:xfrm>
            <a:custGeom>
              <a:avLst/>
              <a:gdLst>
                <a:gd name="T0" fmla="*/ 0 w 506"/>
                <a:gd name="T1" fmla="*/ 0 h 345"/>
                <a:gd name="T2" fmla="*/ 1 w 506"/>
                <a:gd name="T3" fmla="*/ 198 h 345"/>
                <a:gd name="T4" fmla="*/ 514 w 506"/>
                <a:gd name="T5" fmla="*/ 326 h 345"/>
                <a:gd name="T6" fmla="*/ 513 w 506"/>
                <a:gd name="T7" fmla="*/ 124 h 345"/>
                <a:gd name="T8" fmla="*/ 0 60000 65536"/>
                <a:gd name="T9" fmla="*/ 0 60000 65536"/>
                <a:gd name="T10" fmla="*/ 0 60000 65536"/>
                <a:gd name="T11" fmla="*/ 0 60000 65536"/>
                <a:gd name="T12" fmla="*/ 0 w 506"/>
                <a:gd name="T13" fmla="*/ 0 h 345"/>
                <a:gd name="T14" fmla="*/ 506 w 506"/>
                <a:gd name="T15" fmla="*/ 345 h 345"/>
              </a:gdLst>
              <a:ahLst/>
              <a:cxnLst>
                <a:cxn ang="T8">
                  <a:pos x="T0" y="T1"/>
                </a:cxn>
                <a:cxn ang="T9">
                  <a:pos x="T2" y="T3"/>
                </a:cxn>
                <a:cxn ang="T10">
                  <a:pos x="T4" y="T5"/>
                </a:cxn>
                <a:cxn ang="T11">
                  <a:pos x="T6" y="T7"/>
                </a:cxn>
              </a:cxnLst>
              <a:rect l="T12" t="T13" r="T14" b="T15"/>
              <a:pathLst>
                <a:path w="506" h="345">
                  <a:moveTo>
                    <a:pt x="0" y="0"/>
                  </a:moveTo>
                  <a:lnTo>
                    <a:pt x="1" y="209"/>
                  </a:lnTo>
                  <a:lnTo>
                    <a:pt x="505" y="344"/>
                  </a:lnTo>
                  <a:lnTo>
                    <a:pt x="504" y="130"/>
                  </a:lnTo>
                </a:path>
              </a:pathLst>
            </a:custGeom>
            <a:solidFill>
              <a:srgbClr val="FC2C1C"/>
            </a:solidFill>
            <a:ln w="12700" cap="rnd" cmpd="sng">
              <a:solidFill>
                <a:schemeClr val="bg2"/>
              </a:solidFill>
              <a:prstDash val="solid"/>
              <a:round/>
              <a:headEnd type="none" w="med" len="med"/>
              <a:tailEnd type="none" w="med" len="med"/>
            </a:ln>
          </p:spPr>
          <p:txBody>
            <a:bodyPr/>
            <a:lstStyle/>
            <a:p>
              <a:endParaRPr lang="fr-FR"/>
            </a:p>
          </p:txBody>
        </p:sp>
        <p:sp>
          <p:nvSpPr>
            <p:cNvPr id="107549" name="AutoShape 188"/>
            <p:cNvSpPr>
              <a:spLocks noChangeArrowheads="1"/>
            </p:cNvSpPr>
            <p:nvPr/>
          </p:nvSpPr>
          <p:spPr bwMode="auto">
            <a:xfrm rot="16200000" flipH="1">
              <a:off x="3067" y="1967"/>
              <a:ext cx="693" cy="306"/>
            </a:xfrm>
            <a:prstGeom prst="parallelogram">
              <a:avLst>
                <a:gd name="adj" fmla="val 156202"/>
              </a:avLst>
            </a:prstGeom>
            <a:solidFill>
              <a:srgbClr val="FC2C1C"/>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sp>
        <p:nvSpPr>
          <p:cNvPr id="107543" name="Text Box 189"/>
          <p:cNvSpPr txBox="1">
            <a:spLocks noChangeArrowheads="1"/>
          </p:cNvSpPr>
          <p:nvPr/>
        </p:nvSpPr>
        <p:spPr bwMode="auto">
          <a:xfrm>
            <a:off x="7526338" y="3859213"/>
            <a:ext cx="828675"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a:spcBef>
                <a:spcPct val="0"/>
              </a:spcBef>
              <a:buFontTx/>
              <a:buNone/>
            </a:pPr>
            <a:r>
              <a:rPr lang="fr-FR" altLang="fr-FR" sz="2400">
                <a:solidFill>
                  <a:srgbClr val="FC2C1C"/>
                </a:solidFill>
              </a:rPr>
              <a:t>1 R6</a:t>
            </a:r>
          </a:p>
        </p:txBody>
      </p:sp>
      <p:grpSp>
        <p:nvGrpSpPr>
          <p:cNvPr id="2" name="Group 123">
            <a:extLst>
              <a:ext uri="{FF2B5EF4-FFF2-40B4-BE49-F238E27FC236}">
                <a16:creationId xmlns:a16="http://schemas.microsoft.com/office/drawing/2014/main" id="{4FE21549-07D6-5432-7610-37B333523635}"/>
              </a:ext>
            </a:extLst>
          </p:cNvPr>
          <p:cNvGrpSpPr>
            <a:grpSpLocks/>
          </p:cNvGrpSpPr>
          <p:nvPr/>
        </p:nvGrpSpPr>
        <p:grpSpPr bwMode="auto">
          <a:xfrm rot="-223274">
            <a:off x="6380961" y="2806274"/>
            <a:ext cx="744537" cy="733425"/>
            <a:chOff x="2757" y="1666"/>
            <a:chExt cx="812" cy="800"/>
          </a:xfrm>
        </p:grpSpPr>
        <p:sp>
          <p:nvSpPr>
            <p:cNvPr id="3" name="Freeform 124">
              <a:extLst>
                <a:ext uri="{FF2B5EF4-FFF2-40B4-BE49-F238E27FC236}">
                  <a16:creationId xmlns:a16="http://schemas.microsoft.com/office/drawing/2014/main" id="{43BC040A-4BB6-E13A-277B-5F1951284555}"/>
                </a:ext>
              </a:extLst>
            </p:cNvPr>
            <p:cNvSpPr>
              <a:spLocks/>
            </p:cNvSpPr>
            <p:nvPr/>
          </p:nvSpPr>
          <p:spPr bwMode="auto">
            <a:xfrm>
              <a:off x="2762" y="1667"/>
              <a:ext cx="807" cy="584"/>
            </a:xfrm>
            <a:custGeom>
              <a:avLst/>
              <a:gdLst>
                <a:gd name="T0" fmla="*/ 497 w 807"/>
                <a:gd name="T1" fmla="*/ 583 h 584"/>
                <a:gd name="T2" fmla="*/ 0 w 807"/>
                <a:gd name="T3" fmla="*/ 452 h 584"/>
                <a:gd name="T4" fmla="*/ 337 w 807"/>
                <a:gd name="T5" fmla="*/ 0 h 584"/>
                <a:gd name="T6" fmla="*/ 806 w 807"/>
                <a:gd name="T7" fmla="*/ 98 h 584"/>
                <a:gd name="T8" fmla="*/ 497 w 807"/>
                <a:gd name="T9" fmla="*/ 583 h 584"/>
                <a:gd name="T10" fmla="*/ 0 60000 65536"/>
                <a:gd name="T11" fmla="*/ 0 60000 65536"/>
                <a:gd name="T12" fmla="*/ 0 60000 65536"/>
                <a:gd name="T13" fmla="*/ 0 60000 65536"/>
                <a:gd name="T14" fmla="*/ 0 60000 65536"/>
                <a:gd name="T15" fmla="*/ 0 w 807"/>
                <a:gd name="T16" fmla="*/ 0 h 584"/>
                <a:gd name="T17" fmla="*/ 807 w 807"/>
                <a:gd name="T18" fmla="*/ 584 h 584"/>
              </a:gdLst>
              <a:ahLst/>
              <a:cxnLst>
                <a:cxn ang="T10">
                  <a:pos x="T0" y="T1"/>
                </a:cxn>
                <a:cxn ang="T11">
                  <a:pos x="T2" y="T3"/>
                </a:cxn>
                <a:cxn ang="T12">
                  <a:pos x="T4" y="T5"/>
                </a:cxn>
                <a:cxn ang="T13">
                  <a:pos x="T6" y="T7"/>
                </a:cxn>
                <a:cxn ang="T14">
                  <a:pos x="T8" y="T9"/>
                </a:cxn>
              </a:cxnLst>
              <a:rect l="T15" t="T16" r="T17" b="T18"/>
              <a:pathLst>
                <a:path w="807" h="584">
                  <a:moveTo>
                    <a:pt x="497" y="583"/>
                  </a:moveTo>
                  <a:lnTo>
                    <a:pt x="0" y="452"/>
                  </a:lnTo>
                  <a:lnTo>
                    <a:pt x="337" y="0"/>
                  </a:lnTo>
                  <a:lnTo>
                    <a:pt x="806" y="98"/>
                  </a:lnTo>
                  <a:lnTo>
                    <a:pt x="497" y="583"/>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4" name="Freeform 125">
              <a:extLst>
                <a:ext uri="{FF2B5EF4-FFF2-40B4-BE49-F238E27FC236}">
                  <a16:creationId xmlns:a16="http://schemas.microsoft.com/office/drawing/2014/main" id="{18A0A4C6-D101-DCB0-2379-C83CEB417476}"/>
                </a:ext>
              </a:extLst>
            </p:cNvPr>
            <p:cNvSpPr>
              <a:spLocks/>
            </p:cNvSpPr>
            <p:nvPr/>
          </p:nvSpPr>
          <p:spPr bwMode="auto">
            <a:xfrm>
              <a:off x="2882" y="1861"/>
              <a:ext cx="578" cy="384"/>
            </a:xfrm>
            <a:custGeom>
              <a:avLst/>
              <a:gdLst>
                <a:gd name="T0" fmla="*/ 377 w 578"/>
                <a:gd name="T1" fmla="*/ 383 h 384"/>
                <a:gd name="T2" fmla="*/ 0 w 578"/>
                <a:gd name="T3" fmla="*/ 291 h 384"/>
                <a:gd name="T4" fmla="*/ 217 w 578"/>
                <a:gd name="T5" fmla="*/ 0 h 384"/>
                <a:gd name="T6" fmla="*/ 577 w 578"/>
                <a:gd name="T7" fmla="*/ 74 h 384"/>
                <a:gd name="T8" fmla="*/ 377 w 578"/>
                <a:gd name="T9" fmla="*/ 383 h 384"/>
                <a:gd name="T10" fmla="*/ 0 60000 65536"/>
                <a:gd name="T11" fmla="*/ 0 60000 65536"/>
                <a:gd name="T12" fmla="*/ 0 60000 65536"/>
                <a:gd name="T13" fmla="*/ 0 60000 65536"/>
                <a:gd name="T14" fmla="*/ 0 60000 65536"/>
                <a:gd name="T15" fmla="*/ 0 w 578"/>
                <a:gd name="T16" fmla="*/ 0 h 384"/>
                <a:gd name="T17" fmla="*/ 578 w 578"/>
                <a:gd name="T18" fmla="*/ 384 h 384"/>
              </a:gdLst>
              <a:ahLst/>
              <a:cxnLst>
                <a:cxn ang="T10">
                  <a:pos x="T0" y="T1"/>
                </a:cxn>
                <a:cxn ang="T11">
                  <a:pos x="T2" y="T3"/>
                </a:cxn>
                <a:cxn ang="T12">
                  <a:pos x="T4" y="T5"/>
                </a:cxn>
                <a:cxn ang="T13">
                  <a:pos x="T6" y="T7"/>
                </a:cxn>
                <a:cxn ang="T14">
                  <a:pos x="T8" y="T9"/>
                </a:cxn>
              </a:cxnLst>
              <a:rect l="T15" t="T16" r="T17" b="T18"/>
              <a:pathLst>
                <a:path w="578" h="384">
                  <a:moveTo>
                    <a:pt x="377" y="383"/>
                  </a:moveTo>
                  <a:lnTo>
                    <a:pt x="0" y="291"/>
                  </a:lnTo>
                  <a:lnTo>
                    <a:pt x="217" y="0"/>
                  </a:lnTo>
                  <a:lnTo>
                    <a:pt x="577" y="74"/>
                  </a:lnTo>
                  <a:lnTo>
                    <a:pt x="377" y="383"/>
                  </a:lnTo>
                </a:path>
              </a:pathLst>
            </a:custGeom>
            <a:solidFill>
              <a:srgbClr val="E22B00"/>
            </a:solidFill>
            <a:ln>
              <a:noFill/>
            </a:ln>
            <a:extLst>
              <a:ext uri="{91240B29-F687-4F45-9708-019B960494DF}">
                <a14:hiddenLine xmlns:a14="http://schemas.microsoft.com/office/drawing/2010/main" w="12700" cap="rnd" cmpd="sng">
                  <a:solidFill>
                    <a:srgbClr val="000000"/>
                  </a:solidFill>
                  <a:prstDash val="solid"/>
                  <a:round/>
                  <a:headEnd type="none" w="med" len="med"/>
                  <a:tailEnd type="none" w="med" len="med"/>
                </a14:hiddenLine>
              </a:ext>
            </a:extLst>
          </p:spPr>
          <p:txBody>
            <a:bodyPr/>
            <a:lstStyle/>
            <a:p>
              <a:endParaRPr lang="fr-FR"/>
            </a:p>
          </p:txBody>
        </p:sp>
        <p:sp>
          <p:nvSpPr>
            <p:cNvPr id="5" name="Line 126">
              <a:extLst>
                <a:ext uri="{FF2B5EF4-FFF2-40B4-BE49-F238E27FC236}">
                  <a16:creationId xmlns:a16="http://schemas.microsoft.com/office/drawing/2014/main" id="{7E4D3B79-D476-970D-743D-BBF8A88449FF}"/>
                </a:ext>
              </a:extLst>
            </p:cNvPr>
            <p:cNvSpPr>
              <a:spLocks noChangeShapeType="1"/>
            </p:cNvSpPr>
            <p:nvPr/>
          </p:nvSpPr>
          <p:spPr bwMode="auto">
            <a:xfrm>
              <a:off x="3102" y="1862"/>
              <a:ext cx="352" cy="7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fr-FR"/>
            </a:p>
          </p:txBody>
        </p:sp>
        <p:sp>
          <p:nvSpPr>
            <p:cNvPr id="6" name="Freeform 127">
              <a:extLst>
                <a:ext uri="{FF2B5EF4-FFF2-40B4-BE49-F238E27FC236}">
                  <a16:creationId xmlns:a16="http://schemas.microsoft.com/office/drawing/2014/main" id="{51CA8A10-FEB3-279A-25AE-EB3AA4319B76}"/>
                </a:ext>
              </a:extLst>
            </p:cNvPr>
            <p:cNvSpPr>
              <a:spLocks/>
            </p:cNvSpPr>
            <p:nvPr/>
          </p:nvSpPr>
          <p:spPr bwMode="auto">
            <a:xfrm>
              <a:off x="2762" y="1666"/>
              <a:ext cx="337" cy="485"/>
            </a:xfrm>
            <a:custGeom>
              <a:avLst/>
              <a:gdLst>
                <a:gd name="T0" fmla="*/ 336 w 337"/>
                <a:gd name="T1" fmla="*/ 194 h 485"/>
                <a:gd name="T2" fmla="*/ 118 w 337"/>
                <a:gd name="T3" fmla="*/ 484 h 485"/>
                <a:gd name="T4" fmla="*/ 0 w 337"/>
                <a:gd name="T5" fmla="*/ 452 h 485"/>
                <a:gd name="T6" fmla="*/ 336 w 337"/>
                <a:gd name="T7" fmla="*/ 0 h 485"/>
                <a:gd name="T8" fmla="*/ 336 w 337"/>
                <a:gd name="T9" fmla="*/ 152 h 485"/>
                <a:gd name="T10" fmla="*/ 336 w 337"/>
                <a:gd name="T11" fmla="*/ 194 h 485"/>
                <a:gd name="T12" fmla="*/ 0 60000 65536"/>
                <a:gd name="T13" fmla="*/ 0 60000 65536"/>
                <a:gd name="T14" fmla="*/ 0 60000 65536"/>
                <a:gd name="T15" fmla="*/ 0 60000 65536"/>
                <a:gd name="T16" fmla="*/ 0 60000 65536"/>
                <a:gd name="T17" fmla="*/ 0 60000 65536"/>
                <a:gd name="T18" fmla="*/ 0 w 337"/>
                <a:gd name="T19" fmla="*/ 0 h 485"/>
                <a:gd name="T20" fmla="*/ 337 w 337"/>
                <a:gd name="T21" fmla="*/ 485 h 485"/>
              </a:gdLst>
              <a:ahLst/>
              <a:cxnLst>
                <a:cxn ang="T12">
                  <a:pos x="T0" y="T1"/>
                </a:cxn>
                <a:cxn ang="T13">
                  <a:pos x="T2" y="T3"/>
                </a:cxn>
                <a:cxn ang="T14">
                  <a:pos x="T4" y="T5"/>
                </a:cxn>
                <a:cxn ang="T15">
                  <a:pos x="T6" y="T7"/>
                </a:cxn>
                <a:cxn ang="T16">
                  <a:pos x="T8" y="T9"/>
                </a:cxn>
                <a:cxn ang="T17">
                  <a:pos x="T10" y="T11"/>
                </a:cxn>
              </a:cxnLst>
              <a:rect l="T18" t="T19" r="T20" b="T21"/>
              <a:pathLst>
                <a:path w="337" h="485">
                  <a:moveTo>
                    <a:pt x="336" y="194"/>
                  </a:moveTo>
                  <a:lnTo>
                    <a:pt x="118" y="484"/>
                  </a:lnTo>
                  <a:lnTo>
                    <a:pt x="0" y="452"/>
                  </a:lnTo>
                  <a:lnTo>
                    <a:pt x="336" y="0"/>
                  </a:lnTo>
                  <a:lnTo>
                    <a:pt x="336" y="152"/>
                  </a:lnTo>
                  <a:lnTo>
                    <a:pt x="336" y="194"/>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7" name="Freeform 128">
              <a:extLst>
                <a:ext uri="{FF2B5EF4-FFF2-40B4-BE49-F238E27FC236}">
                  <a16:creationId xmlns:a16="http://schemas.microsoft.com/office/drawing/2014/main" id="{41A9D885-53FA-0730-C150-890EF589D334}"/>
                </a:ext>
              </a:extLst>
            </p:cNvPr>
            <p:cNvSpPr>
              <a:spLocks/>
            </p:cNvSpPr>
            <p:nvPr/>
          </p:nvSpPr>
          <p:spPr bwMode="auto">
            <a:xfrm>
              <a:off x="2757" y="2124"/>
              <a:ext cx="509" cy="339"/>
            </a:xfrm>
            <a:custGeom>
              <a:avLst/>
              <a:gdLst>
                <a:gd name="T0" fmla="*/ 0 w 506"/>
                <a:gd name="T1" fmla="*/ 0 h 345"/>
                <a:gd name="T2" fmla="*/ 1 w 506"/>
                <a:gd name="T3" fmla="*/ 198 h 345"/>
                <a:gd name="T4" fmla="*/ 514 w 506"/>
                <a:gd name="T5" fmla="*/ 326 h 345"/>
                <a:gd name="T6" fmla="*/ 513 w 506"/>
                <a:gd name="T7" fmla="*/ 124 h 345"/>
                <a:gd name="T8" fmla="*/ 0 60000 65536"/>
                <a:gd name="T9" fmla="*/ 0 60000 65536"/>
                <a:gd name="T10" fmla="*/ 0 60000 65536"/>
                <a:gd name="T11" fmla="*/ 0 60000 65536"/>
                <a:gd name="T12" fmla="*/ 0 w 506"/>
                <a:gd name="T13" fmla="*/ 0 h 345"/>
                <a:gd name="T14" fmla="*/ 506 w 506"/>
                <a:gd name="T15" fmla="*/ 345 h 345"/>
              </a:gdLst>
              <a:ahLst/>
              <a:cxnLst>
                <a:cxn ang="T8">
                  <a:pos x="T0" y="T1"/>
                </a:cxn>
                <a:cxn ang="T9">
                  <a:pos x="T2" y="T3"/>
                </a:cxn>
                <a:cxn ang="T10">
                  <a:pos x="T4" y="T5"/>
                </a:cxn>
                <a:cxn ang="T11">
                  <a:pos x="T6" y="T7"/>
                </a:cxn>
              </a:cxnLst>
              <a:rect l="T12" t="T13" r="T14" b="T15"/>
              <a:pathLst>
                <a:path w="506" h="345">
                  <a:moveTo>
                    <a:pt x="0" y="0"/>
                  </a:moveTo>
                  <a:lnTo>
                    <a:pt x="1" y="209"/>
                  </a:lnTo>
                  <a:lnTo>
                    <a:pt x="505" y="344"/>
                  </a:lnTo>
                  <a:lnTo>
                    <a:pt x="504" y="130"/>
                  </a:lnTo>
                </a:path>
              </a:pathLst>
            </a:custGeom>
            <a:solidFill>
              <a:srgbClr val="FC2C1C"/>
            </a:solidFill>
            <a:ln w="12700" cap="rnd" cmpd="sng">
              <a:solidFill>
                <a:schemeClr val="bg2"/>
              </a:solidFill>
              <a:prstDash val="solid"/>
              <a:round/>
              <a:headEnd type="none" w="med" len="med"/>
              <a:tailEnd type="none" w="med" len="med"/>
            </a:ln>
          </p:spPr>
          <p:txBody>
            <a:bodyPr/>
            <a:lstStyle/>
            <a:p>
              <a:endParaRPr lang="fr-FR"/>
            </a:p>
          </p:txBody>
        </p:sp>
        <p:sp>
          <p:nvSpPr>
            <p:cNvPr id="8" name="AutoShape 129">
              <a:extLst>
                <a:ext uri="{FF2B5EF4-FFF2-40B4-BE49-F238E27FC236}">
                  <a16:creationId xmlns:a16="http://schemas.microsoft.com/office/drawing/2014/main" id="{A34AA3BA-08FF-BAEE-B0E4-E3AA77BEFC1C}"/>
                </a:ext>
              </a:extLst>
            </p:cNvPr>
            <p:cNvSpPr>
              <a:spLocks noChangeArrowheads="1"/>
            </p:cNvSpPr>
            <p:nvPr/>
          </p:nvSpPr>
          <p:spPr bwMode="auto">
            <a:xfrm rot="16200000" flipH="1">
              <a:off x="3067" y="1967"/>
              <a:ext cx="693" cy="306"/>
            </a:xfrm>
            <a:prstGeom prst="parallelogram">
              <a:avLst>
                <a:gd name="adj" fmla="val 156202"/>
              </a:avLst>
            </a:prstGeom>
            <a:solidFill>
              <a:srgbClr val="FC2C1C"/>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08546" name="Group 2"/>
          <p:cNvGrpSpPr>
            <a:grpSpLocks/>
          </p:cNvGrpSpPr>
          <p:nvPr/>
        </p:nvGrpSpPr>
        <p:grpSpPr bwMode="auto">
          <a:xfrm>
            <a:off x="7073900" y="215900"/>
            <a:ext cx="1878013" cy="1250950"/>
            <a:chOff x="4456" y="136"/>
            <a:chExt cx="1183" cy="788"/>
          </a:xfrm>
        </p:grpSpPr>
        <p:grpSp>
          <p:nvGrpSpPr>
            <p:cNvPr id="108606" name="Group 3"/>
            <p:cNvGrpSpPr>
              <a:grpSpLocks/>
            </p:cNvGrpSpPr>
            <p:nvPr/>
          </p:nvGrpSpPr>
          <p:grpSpPr bwMode="auto">
            <a:xfrm>
              <a:off x="4766" y="232"/>
              <a:ext cx="873" cy="692"/>
              <a:chOff x="2185" y="310"/>
              <a:chExt cx="873" cy="692"/>
            </a:xfrm>
          </p:grpSpPr>
          <p:sp>
            <p:nvSpPr>
              <p:cNvPr id="108617" name="Freeform 4"/>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accent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8618" name="Freeform 5"/>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8619" name="Freeform 6"/>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8620" name="Freeform 7"/>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8621" name="Freeform 8"/>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8622" name="Freeform 9"/>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8623" name="Freeform 10"/>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grpSp>
          <p:nvGrpSpPr>
            <p:cNvPr id="108607" name="Group 11"/>
            <p:cNvGrpSpPr>
              <a:grpSpLocks/>
            </p:cNvGrpSpPr>
            <p:nvPr/>
          </p:nvGrpSpPr>
          <p:grpSpPr bwMode="auto">
            <a:xfrm>
              <a:off x="4949" y="336"/>
              <a:ext cx="591" cy="468"/>
              <a:chOff x="2185" y="310"/>
              <a:chExt cx="873" cy="692"/>
            </a:xfrm>
          </p:grpSpPr>
          <p:sp>
            <p:nvSpPr>
              <p:cNvPr id="108610" name="Freeform 12"/>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8611" name="Freeform 13"/>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8612" name="Freeform 14"/>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8613" name="Freeform 15"/>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8614" name="Freeform 16"/>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8615" name="Freeform 17"/>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8616" name="Freeform 18"/>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pic>
          <p:nvPicPr>
            <p:cNvPr id="108608" name="Picture 19"/>
            <p:cNvPicPr>
              <a:picLocks noChangeAspect="1" noChangeArrowheads="1"/>
            </p:cNvPicPr>
            <p:nvPr/>
          </p:nvPicPr>
          <p:blipFill>
            <a:blip r:embed="rId3" cstate="print">
              <a:extLst>
                <a:ext uri="{28A0092B-C50C-407E-A947-70E740481C1C}">
                  <a14:useLocalDpi xmlns:a14="http://schemas.microsoft.com/office/drawing/2010/main" val="0"/>
                </a:ext>
              </a:extLst>
            </a:blip>
            <a:srcRect l="-4282" t="-4369" r="-5199" b="-12012"/>
            <a:stretch>
              <a:fillRect/>
            </a:stretch>
          </p:blipFill>
          <p:spPr bwMode="auto">
            <a:xfrm>
              <a:off x="4456" y="136"/>
              <a:ext cx="480" cy="5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08609" name="Text Box 20"/>
            <p:cNvSpPr txBox="1">
              <a:spLocks noChangeArrowheads="1"/>
            </p:cNvSpPr>
            <p:nvPr/>
          </p:nvSpPr>
          <p:spPr bwMode="auto">
            <a:xfrm>
              <a:off x="4946" y="314"/>
              <a:ext cx="596" cy="49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4500" b="1">
                  <a:solidFill>
                    <a:srgbClr val="FF0000"/>
                  </a:solidFill>
                  <a:latin typeface="Arial Black" pitchFamily="34" charset="0"/>
                </a:rPr>
                <a:t>10</a:t>
              </a:r>
              <a:endParaRPr lang="fr-FR" altLang="fr-FR" sz="3200">
                <a:solidFill>
                  <a:schemeClr val="tx1"/>
                </a:solidFill>
                <a:latin typeface="Arial Black" pitchFamily="34" charset="0"/>
              </a:endParaRPr>
            </a:p>
          </p:txBody>
        </p:sp>
      </p:grpSp>
      <p:sp>
        <p:nvSpPr>
          <p:cNvPr id="108548" name="Text Box 22"/>
          <p:cNvSpPr txBox="1">
            <a:spLocks noChangeArrowheads="1"/>
          </p:cNvSpPr>
          <p:nvPr/>
        </p:nvSpPr>
        <p:spPr bwMode="auto">
          <a:xfrm>
            <a:off x="566738" y="1363663"/>
            <a:ext cx="1946275"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1. Tirez le dé</a:t>
            </a:r>
          </a:p>
        </p:txBody>
      </p:sp>
      <p:sp>
        <p:nvSpPr>
          <p:cNvPr id="108549" name="Text Box 23"/>
          <p:cNvSpPr txBox="1">
            <a:spLocks noChangeArrowheads="1"/>
          </p:cNvSpPr>
          <p:nvPr/>
        </p:nvSpPr>
        <p:spPr bwMode="auto">
          <a:xfrm>
            <a:off x="566738" y="3935413"/>
            <a:ext cx="18796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3. Produisez</a:t>
            </a:r>
          </a:p>
        </p:txBody>
      </p:sp>
      <p:grpSp>
        <p:nvGrpSpPr>
          <p:cNvPr id="108550" name="Group 24"/>
          <p:cNvGrpSpPr>
            <a:grpSpLocks/>
          </p:cNvGrpSpPr>
          <p:nvPr/>
        </p:nvGrpSpPr>
        <p:grpSpPr bwMode="auto">
          <a:xfrm>
            <a:off x="2986088" y="1306513"/>
            <a:ext cx="446087" cy="534987"/>
            <a:chOff x="868" y="1439"/>
            <a:chExt cx="811" cy="972"/>
          </a:xfrm>
        </p:grpSpPr>
        <p:sp>
          <p:nvSpPr>
            <p:cNvPr id="108555" name="Freeform 25"/>
            <p:cNvSpPr>
              <a:spLocks/>
            </p:cNvSpPr>
            <p:nvPr/>
          </p:nvSpPr>
          <p:spPr bwMode="auto">
            <a:xfrm>
              <a:off x="1548" y="2014"/>
              <a:ext cx="123" cy="100"/>
            </a:xfrm>
            <a:custGeom>
              <a:avLst/>
              <a:gdLst>
                <a:gd name="T0" fmla="*/ 5 w 618"/>
                <a:gd name="T1" fmla="*/ 0 h 502"/>
                <a:gd name="T2" fmla="*/ 5 w 618"/>
                <a:gd name="T3" fmla="*/ 0 h 502"/>
                <a:gd name="T4" fmla="*/ 0 w 618"/>
                <a:gd name="T5" fmla="*/ 4 h 502"/>
                <a:gd name="T6" fmla="*/ 0 w 618"/>
                <a:gd name="T7" fmla="*/ 4 h 502"/>
                <a:gd name="T8" fmla="*/ 5 w 618"/>
                <a:gd name="T9" fmla="*/ 0 h 502"/>
                <a:gd name="T10" fmla="*/ 5 w 618"/>
                <a:gd name="T11" fmla="*/ 0 h 502"/>
                <a:gd name="T12" fmla="*/ 5 w 618"/>
                <a:gd name="T13" fmla="*/ 0 h 502"/>
                <a:gd name="T14" fmla="*/ 5 w 618"/>
                <a:gd name="T15" fmla="*/ 0 h 502"/>
                <a:gd name="T16" fmla="*/ 5 w 618"/>
                <a:gd name="T17" fmla="*/ 0 h 502"/>
                <a:gd name="T18" fmla="*/ 5 w 618"/>
                <a:gd name="T19" fmla="*/ 0 h 502"/>
                <a:gd name="T20" fmla="*/ 5 w 618"/>
                <a:gd name="T21" fmla="*/ 0 h 502"/>
                <a:gd name="T22" fmla="*/ 5 w 618"/>
                <a:gd name="T23" fmla="*/ 0 h 502"/>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618"/>
                <a:gd name="T37" fmla="*/ 0 h 502"/>
                <a:gd name="T38" fmla="*/ 618 w 618"/>
                <a:gd name="T39" fmla="*/ 502 h 502"/>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618" h="502">
                  <a:moveTo>
                    <a:pt x="611" y="0"/>
                  </a:moveTo>
                  <a:lnTo>
                    <a:pt x="606" y="2"/>
                  </a:lnTo>
                  <a:lnTo>
                    <a:pt x="0" y="490"/>
                  </a:lnTo>
                  <a:lnTo>
                    <a:pt x="10" y="502"/>
                  </a:lnTo>
                  <a:lnTo>
                    <a:pt x="616" y="14"/>
                  </a:lnTo>
                  <a:lnTo>
                    <a:pt x="611" y="16"/>
                  </a:lnTo>
                  <a:lnTo>
                    <a:pt x="616" y="14"/>
                  </a:lnTo>
                  <a:lnTo>
                    <a:pt x="618" y="9"/>
                  </a:lnTo>
                  <a:lnTo>
                    <a:pt x="617" y="3"/>
                  </a:lnTo>
                  <a:lnTo>
                    <a:pt x="612" y="1"/>
                  </a:lnTo>
                  <a:lnTo>
                    <a:pt x="606" y="2"/>
                  </a:lnTo>
                  <a:lnTo>
                    <a:pt x="611"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8556" name="Freeform 26"/>
            <p:cNvSpPr>
              <a:spLocks/>
            </p:cNvSpPr>
            <p:nvPr/>
          </p:nvSpPr>
          <p:spPr bwMode="auto">
            <a:xfrm>
              <a:off x="876" y="1852"/>
              <a:ext cx="82" cy="373"/>
            </a:xfrm>
            <a:custGeom>
              <a:avLst/>
              <a:gdLst>
                <a:gd name="T0" fmla="*/ 3 w 413"/>
                <a:gd name="T1" fmla="*/ 15 h 1865"/>
                <a:gd name="T2" fmla="*/ 3 w 413"/>
                <a:gd name="T3" fmla="*/ 15 h 1865"/>
                <a:gd name="T4" fmla="*/ 0 w 413"/>
                <a:gd name="T5" fmla="*/ 0 h 1865"/>
                <a:gd name="T6" fmla="*/ 0 w 413"/>
                <a:gd name="T7" fmla="*/ 0 h 1865"/>
                <a:gd name="T8" fmla="*/ 3 w 413"/>
                <a:gd name="T9" fmla="*/ 15 h 1865"/>
                <a:gd name="T10" fmla="*/ 3 w 413"/>
                <a:gd name="T11" fmla="*/ 15 h 1865"/>
                <a:gd name="T12" fmla="*/ 3 w 413"/>
                <a:gd name="T13" fmla="*/ 15 h 1865"/>
                <a:gd name="T14" fmla="*/ 3 w 413"/>
                <a:gd name="T15" fmla="*/ 15 h 1865"/>
                <a:gd name="T16" fmla="*/ 3 w 413"/>
                <a:gd name="T17" fmla="*/ 15 h 1865"/>
                <a:gd name="T18" fmla="*/ 3 w 413"/>
                <a:gd name="T19" fmla="*/ 15 h 1865"/>
                <a:gd name="T20" fmla="*/ 3 w 413"/>
                <a:gd name="T21" fmla="*/ 15 h 1865"/>
                <a:gd name="T22" fmla="*/ 3 w 413"/>
                <a:gd name="T23" fmla="*/ 15 h 186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413"/>
                <a:gd name="T37" fmla="*/ 0 h 1865"/>
                <a:gd name="T38" fmla="*/ 413 w 413"/>
                <a:gd name="T39" fmla="*/ 1865 h 1865"/>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413" h="1865">
                  <a:moveTo>
                    <a:pt x="400" y="1864"/>
                  </a:moveTo>
                  <a:lnTo>
                    <a:pt x="413" y="1856"/>
                  </a:lnTo>
                  <a:lnTo>
                    <a:pt x="17" y="0"/>
                  </a:lnTo>
                  <a:lnTo>
                    <a:pt x="0" y="2"/>
                  </a:lnTo>
                  <a:lnTo>
                    <a:pt x="396" y="1858"/>
                  </a:lnTo>
                  <a:lnTo>
                    <a:pt x="409" y="1850"/>
                  </a:lnTo>
                  <a:lnTo>
                    <a:pt x="396" y="1858"/>
                  </a:lnTo>
                  <a:lnTo>
                    <a:pt x="400" y="1864"/>
                  </a:lnTo>
                  <a:lnTo>
                    <a:pt x="406" y="1865"/>
                  </a:lnTo>
                  <a:lnTo>
                    <a:pt x="410" y="1862"/>
                  </a:lnTo>
                  <a:lnTo>
                    <a:pt x="413" y="1856"/>
                  </a:lnTo>
                  <a:lnTo>
                    <a:pt x="400" y="186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8557" name="Freeform 27"/>
            <p:cNvSpPr>
              <a:spLocks/>
            </p:cNvSpPr>
            <p:nvPr/>
          </p:nvSpPr>
          <p:spPr bwMode="auto">
            <a:xfrm>
              <a:off x="1282" y="1533"/>
              <a:ext cx="35" cy="161"/>
            </a:xfrm>
            <a:custGeom>
              <a:avLst/>
              <a:gdLst>
                <a:gd name="T0" fmla="*/ 1 w 175"/>
                <a:gd name="T1" fmla="*/ 6 h 807"/>
                <a:gd name="T2" fmla="*/ 1 w 175"/>
                <a:gd name="T3" fmla="*/ 6 h 807"/>
                <a:gd name="T4" fmla="*/ 1 w 175"/>
                <a:gd name="T5" fmla="*/ 6 h 807"/>
                <a:gd name="T6" fmla="*/ 1 w 175"/>
                <a:gd name="T7" fmla="*/ 5 h 807"/>
                <a:gd name="T8" fmla="*/ 1 w 175"/>
                <a:gd name="T9" fmla="*/ 5 h 807"/>
                <a:gd name="T10" fmla="*/ 1 w 175"/>
                <a:gd name="T11" fmla="*/ 5 h 807"/>
                <a:gd name="T12" fmla="*/ 1 w 175"/>
                <a:gd name="T13" fmla="*/ 4 h 807"/>
                <a:gd name="T14" fmla="*/ 1 w 175"/>
                <a:gd name="T15" fmla="*/ 4 h 807"/>
                <a:gd name="T16" fmla="*/ 1 w 175"/>
                <a:gd name="T17" fmla="*/ 3 h 807"/>
                <a:gd name="T18" fmla="*/ 1 w 175"/>
                <a:gd name="T19" fmla="*/ 3 h 807"/>
                <a:gd name="T20" fmla="*/ 1 w 175"/>
                <a:gd name="T21" fmla="*/ 3 h 807"/>
                <a:gd name="T22" fmla="*/ 1 w 175"/>
                <a:gd name="T23" fmla="*/ 2 h 807"/>
                <a:gd name="T24" fmla="*/ 1 w 175"/>
                <a:gd name="T25" fmla="*/ 2 h 807"/>
                <a:gd name="T26" fmla="*/ 1 w 175"/>
                <a:gd name="T27" fmla="*/ 2 h 807"/>
                <a:gd name="T28" fmla="*/ 1 w 175"/>
                <a:gd name="T29" fmla="*/ 1 h 807"/>
                <a:gd name="T30" fmla="*/ 1 w 175"/>
                <a:gd name="T31" fmla="*/ 1 h 807"/>
                <a:gd name="T32" fmla="*/ 1 w 175"/>
                <a:gd name="T33" fmla="*/ 1 h 807"/>
                <a:gd name="T34" fmla="*/ 1 w 175"/>
                <a:gd name="T35" fmla="*/ 0 h 807"/>
                <a:gd name="T36" fmla="*/ 1 w 175"/>
                <a:gd name="T37" fmla="*/ 0 h 807"/>
                <a:gd name="T38" fmla="*/ 1 w 175"/>
                <a:gd name="T39" fmla="*/ 0 h 807"/>
                <a:gd name="T40" fmla="*/ 0 w 175"/>
                <a:gd name="T41" fmla="*/ 1 h 807"/>
                <a:gd name="T42" fmla="*/ 0 w 175"/>
                <a:gd name="T43" fmla="*/ 1 h 807"/>
                <a:gd name="T44" fmla="*/ 0 w 175"/>
                <a:gd name="T45" fmla="*/ 1 h 807"/>
                <a:gd name="T46" fmla="*/ 0 w 175"/>
                <a:gd name="T47" fmla="*/ 2 h 807"/>
                <a:gd name="T48" fmla="*/ 0 w 175"/>
                <a:gd name="T49" fmla="*/ 2 h 807"/>
                <a:gd name="T50" fmla="*/ 0 w 175"/>
                <a:gd name="T51" fmla="*/ 3 h 807"/>
                <a:gd name="T52" fmla="*/ 0 w 175"/>
                <a:gd name="T53" fmla="*/ 3 h 807"/>
                <a:gd name="T54" fmla="*/ 0 w 175"/>
                <a:gd name="T55" fmla="*/ 3 h 807"/>
                <a:gd name="T56" fmla="*/ 0 w 175"/>
                <a:gd name="T57" fmla="*/ 4 h 807"/>
                <a:gd name="T58" fmla="*/ 0 w 175"/>
                <a:gd name="T59" fmla="*/ 4 h 807"/>
                <a:gd name="T60" fmla="*/ 0 w 175"/>
                <a:gd name="T61" fmla="*/ 5 h 807"/>
                <a:gd name="T62" fmla="*/ 0 w 175"/>
                <a:gd name="T63" fmla="*/ 5 h 807"/>
                <a:gd name="T64" fmla="*/ 0 w 175"/>
                <a:gd name="T65" fmla="*/ 5 h 807"/>
                <a:gd name="T66" fmla="*/ 1 w 175"/>
                <a:gd name="T67" fmla="*/ 6 h 807"/>
                <a:gd name="T68" fmla="*/ 1 w 175"/>
                <a:gd name="T69" fmla="*/ 6 h 807"/>
                <a:gd name="T70" fmla="*/ 1 w 175"/>
                <a:gd name="T71" fmla="*/ 6 h 807"/>
                <a:gd name="T72" fmla="*/ 1 w 175"/>
                <a:gd name="T73" fmla="*/ 6 h 807"/>
                <a:gd name="T74" fmla="*/ 1 w 175"/>
                <a:gd name="T75" fmla="*/ 6 h 807"/>
                <a:gd name="T76" fmla="*/ 1 w 175"/>
                <a:gd name="T77" fmla="*/ 6 h 807"/>
                <a:gd name="T78" fmla="*/ 1 w 175"/>
                <a:gd name="T79" fmla="*/ 6 h 807"/>
                <a:gd name="T80" fmla="*/ 1 w 175"/>
                <a:gd name="T81" fmla="*/ 6 h 807"/>
                <a:gd name="T82" fmla="*/ 1 w 175"/>
                <a:gd name="T83" fmla="*/ 6 h 807"/>
                <a:gd name="T84" fmla="*/ 1 w 175"/>
                <a:gd name="T85" fmla="*/ 6 h 807"/>
                <a:gd name="T86" fmla="*/ 1 w 175"/>
                <a:gd name="T87" fmla="*/ 6 h 807"/>
                <a:gd name="T88" fmla="*/ 1 w 175"/>
                <a:gd name="T89" fmla="*/ 6 h 807"/>
                <a:gd name="T90" fmla="*/ 1 w 175"/>
                <a:gd name="T91" fmla="*/ 6 h 80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175"/>
                <a:gd name="T139" fmla="*/ 0 h 807"/>
                <a:gd name="T140" fmla="*/ 175 w 175"/>
                <a:gd name="T141" fmla="*/ 807 h 80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175" h="807">
                  <a:moveTo>
                    <a:pt x="169" y="740"/>
                  </a:moveTo>
                  <a:lnTo>
                    <a:pt x="169" y="739"/>
                  </a:lnTo>
                  <a:lnTo>
                    <a:pt x="149" y="698"/>
                  </a:lnTo>
                  <a:lnTo>
                    <a:pt x="133" y="656"/>
                  </a:lnTo>
                  <a:lnTo>
                    <a:pt x="120" y="611"/>
                  </a:lnTo>
                  <a:lnTo>
                    <a:pt x="108" y="565"/>
                  </a:lnTo>
                  <a:lnTo>
                    <a:pt x="100" y="520"/>
                  </a:lnTo>
                  <a:lnTo>
                    <a:pt x="96" y="472"/>
                  </a:lnTo>
                  <a:lnTo>
                    <a:pt x="93" y="425"/>
                  </a:lnTo>
                  <a:lnTo>
                    <a:pt x="93" y="377"/>
                  </a:lnTo>
                  <a:lnTo>
                    <a:pt x="96" y="330"/>
                  </a:lnTo>
                  <a:lnTo>
                    <a:pt x="100" y="283"/>
                  </a:lnTo>
                  <a:lnTo>
                    <a:pt x="106" y="238"/>
                  </a:lnTo>
                  <a:lnTo>
                    <a:pt x="115" y="195"/>
                  </a:lnTo>
                  <a:lnTo>
                    <a:pt x="126" y="153"/>
                  </a:lnTo>
                  <a:lnTo>
                    <a:pt x="139" y="114"/>
                  </a:lnTo>
                  <a:lnTo>
                    <a:pt x="153" y="77"/>
                  </a:lnTo>
                  <a:lnTo>
                    <a:pt x="169" y="43"/>
                  </a:lnTo>
                  <a:lnTo>
                    <a:pt x="87" y="0"/>
                  </a:lnTo>
                  <a:lnTo>
                    <a:pt x="69" y="39"/>
                  </a:lnTo>
                  <a:lnTo>
                    <a:pt x="52" y="81"/>
                  </a:lnTo>
                  <a:lnTo>
                    <a:pt x="37" y="127"/>
                  </a:lnTo>
                  <a:lnTo>
                    <a:pt x="24" y="174"/>
                  </a:lnTo>
                  <a:lnTo>
                    <a:pt x="15" y="222"/>
                  </a:lnTo>
                  <a:lnTo>
                    <a:pt x="7" y="271"/>
                  </a:lnTo>
                  <a:lnTo>
                    <a:pt x="2" y="323"/>
                  </a:lnTo>
                  <a:lnTo>
                    <a:pt x="0" y="374"/>
                  </a:lnTo>
                  <a:lnTo>
                    <a:pt x="0" y="427"/>
                  </a:lnTo>
                  <a:lnTo>
                    <a:pt x="2" y="479"/>
                  </a:lnTo>
                  <a:lnTo>
                    <a:pt x="9" y="531"/>
                  </a:lnTo>
                  <a:lnTo>
                    <a:pt x="17" y="584"/>
                  </a:lnTo>
                  <a:lnTo>
                    <a:pt x="29" y="635"/>
                  </a:lnTo>
                  <a:lnTo>
                    <a:pt x="44" y="686"/>
                  </a:lnTo>
                  <a:lnTo>
                    <a:pt x="65" y="736"/>
                  </a:lnTo>
                  <a:lnTo>
                    <a:pt x="87" y="784"/>
                  </a:lnTo>
                  <a:lnTo>
                    <a:pt x="87" y="782"/>
                  </a:lnTo>
                  <a:lnTo>
                    <a:pt x="87" y="784"/>
                  </a:lnTo>
                  <a:lnTo>
                    <a:pt x="100" y="799"/>
                  </a:lnTo>
                  <a:lnTo>
                    <a:pt x="117" y="807"/>
                  </a:lnTo>
                  <a:lnTo>
                    <a:pt x="134" y="807"/>
                  </a:lnTo>
                  <a:lnTo>
                    <a:pt x="151" y="801"/>
                  </a:lnTo>
                  <a:lnTo>
                    <a:pt x="164" y="791"/>
                  </a:lnTo>
                  <a:lnTo>
                    <a:pt x="173" y="777"/>
                  </a:lnTo>
                  <a:lnTo>
                    <a:pt x="175" y="759"/>
                  </a:lnTo>
                  <a:lnTo>
                    <a:pt x="169" y="739"/>
                  </a:lnTo>
                  <a:lnTo>
                    <a:pt x="169" y="74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8558" name="Freeform 28"/>
            <p:cNvSpPr>
              <a:spLocks/>
            </p:cNvSpPr>
            <p:nvPr/>
          </p:nvSpPr>
          <p:spPr bwMode="auto">
            <a:xfrm>
              <a:off x="1299" y="1681"/>
              <a:ext cx="157" cy="281"/>
            </a:xfrm>
            <a:custGeom>
              <a:avLst/>
              <a:gdLst>
                <a:gd name="T0" fmla="*/ 6 w 787"/>
                <a:gd name="T1" fmla="*/ 11 h 1404"/>
                <a:gd name="T2" fmla="*/ 6 w 787"/>
                <a:gd name="T3" fmla="*/ 11 h 1404"/>
                <a:gd name="T4" fmla="*/ 1 w 787"/>
                <a:gd name="T5" fmla="*/ 0 h 1404"/>
                <a:gd name="T6" fmla="*/ 0 w 787"/>
                <a:gd name="T7" fmla="*/ 0 h 1404"/>
                <a:gd name="T8" fmla="*/ 6 w 787"/>
                <a:gd name="T9" fmla="*/ 11 h 1404"/>
                <a:gd name="T10" fmla="*/ 6 w 787"/>
                <a:gd name="T11" fmla="*/ 11 h 1404"/>
                <a:gd name="T12" fmla="*/ 6 w 787"/>
                <a:gd name="T13" fmla="*/ 11 h 1404"/>
                <a:gd name="T14" fmla="*/ 6 w 787"/>
                <a:gd name="T15" fmla="*/ 11 h 1404"/>
                <a:gd name="T16" fmla="*/ 6 w 787"/>
                <a:gd name="T17" fmla="*/ 11 h 1404"/>
                <a:gd name="T18" fmla="*/ 6 w 787"/>
                <a:gd name="T19" fmla="*/ 11 h 1404"/>
                <a:gd name="T20" fmla="*/ 6 w 787"/>
                <a:gd name="T21" fmla="*/ 11 h 1404"/>
                <a:gd name="T22" fmla="*/ 6 w 787"/>
                <a:gd name="T23" fmla="*/ 11 h 1404"/>
                <a:gd name="T24" fmla="*/ 6 w 787"/>
                <a:gd name="T25" fmla="*/ 11 h 1404"/>
                <a:gd name="T26" fmla="*/ 6 w 787"/>
                <a:gd name="T27" fmla="*/ 11 h 1404"/>
                <a:gd name="T28" fmla="*/ 6 w 787"/>
                <a:gd name="T29" fmla="*/ 11 h 1404"/>
                <a:gd name="T30" fmla="*/ 6 w 787"/>
                <a:gd name="T31" fmla="*/ 11 h 1404"/>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787"/>
                <a:gd name="T49" fmla="*/ 0 h 1404"/>
                <a:gd name="T50" fmla="*/ 787 w 787"/>
                <a:gd name="T51" fmla="*/ 1404 h 1404"/>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787" h="1404">
                  <a:moveTo>
                    <a:pt x="781" y="1334"/>
                  </a:moveTo>
                  <a:lnTo>
                    <a:pt x="781" y="1337"/>
                  </a:lnTo>
                  <a:lnTo>
                    <a:pt x="82" y="0"/>
                  </a:lnTo>
                  <a:lnTo>
                    <a:pt x="0" y="42"/>
                  </a:lnTo>
                  <a:lnTo>
                    <a:pt x="699" y="1379"/>
                  </a:lnTo>
                  <a:lnTo>
                    <a:pt x="699" y="1381"/>
                  </a:lnTo>
                  <a:lnTo>
                    <a:pt x="699" y="1379"/>
                  </a:lnTo>
                  <a:lnTo>
                    <a:pt x="712" y="1395"/>
                  </a:lnTo>
                  <a:lnTo>
                    <a:pt x="727" y="1402"/>
                  </a:lnTo>
                  <a:lnTo>
                    <a:pt x="744" y="1404"/>
                  </a:lnTo>
                  <a:lnTo>
                    <a:pt x="761" y="1398"/>
                  </a:lnTo>
                  <a:lnTo>
                    <a:pt x="775" y="1388"/>
                  </a:lnTo>
                  <a:lnTo>
                    <a:pt x="784" y="1373"/>
                  </a:lnTo>
                  <a:lnTo>
                    <a:pt x="787" y="1357"/>
                  </a:lnTo>
                  <a:lnTo>
                    <a:pt x="781" y="1337"/>
                  </a:lnTo>
                  <a:lnTo>
                    <a:pt x="781" y="13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8559" name="Freeform 29"/>
            <p:cNvSpPr>
              <a:spLocks/>
            </p:cNvSpPr>
            <p:nvPr/>
          </p:nvSpPr>
          <p:spPr bwMode="auto">
            <a:xfrm>
              <a:off x="1439" y="1948"/>
              <a:ext cx="125" cy="76"/>
            </a:xfrm>
            <a:custGeom>
              <a:avLst/>
              <a:gdLst>
                <a:gd name="T0" fmla="*/ 5 w 628"/>
                <a:gd name="T1" fmla="*/ 2 h 383"/>
                <a:gd name="T2" fmla="*/ 5 w 628"/>
                <a:gd name="T3" fmla="*/ 2 h 383"/>
                <a:gd name="T4" fmla="*/ 4 w 628"/>
                <a:gd name="T5" fmla="*/ 2 h 383"/>
                <a:gd name="T6" fmla="*/ 4 w 628"/>
                <a:gd name="T7" fmla="*/ 2 h 383"/>
                <a:gd name="T8" fmla="*/ 4 w 628"/>
                <a:gd name="T9" fmla="*/ 2 h 383"/>
                <a:gd name="T10" fmla="*/ 3 w 628"/>
                <a:gd name="T11" fmla="*/ 2 h 383"/>
                <a:gd name="T12" fmla="*/ 3 w 628"/>
                <a:gd name="T13" fmla="*/ 2 h 383"/>
                <a:gd name="T14" fmla="*/ 3 w 628"/>
                <a:gd name="T15" fmla="*/ 2 h 383"/>
                <a:gd name="T16" fmla="*/ 3 w 628"/>
                <a:gd name="T17" fmla="*/ 2 h 383"/>
                <a:gd name="T18" fmla="*/ 2 w 628"/>
                <a:gd name="T19" fmla="*/ 2 h 383"/>
                <a:gd name="T20" fmla="*/ 2 w 628"/>
                <a:gd name="T21" fmla="*/ 2 h 383"/>
                <a:gd name="T22" fmla="*/ 2 w 628"/>
                <a:gd name="T23" fmla="*/ 1 h 383"/>
                <a:gd name="T24" fmla="*/ 2 w 628"/>
                <a:gd name="T25" fmla="*/ 1 h 383"/>
                <a:gd name="T26" fmla="*/ 1 w 628"/>
                <a:gd name="T27" fmla="*/ 1 h 383"/>
                <a:gd name="T28" fmla="*/ 1 w 628"/>
                <a:gd name="T29" fmla="*/ 1 h 383"/>
                <a:gd name="T30" fmla="*/ 1 w 628"/>
                <a:gd name="T31" fmla="*/ 1 h 383"/>
                <a:gd name="T32" fmla="*/ 1 w 628"/>
                <a:gd name="T33" fmla="*/ 0 h 383"/>
                <a:gd name="T34" fmla="*/ 1 w 628"/>
                <a:gd name="T35" fmla="*/ 0 h 383"/>
                <a:gd name="T36" fmla="*/ 0 w 628"/>
                <a:gd name="T37" fmla="*/ 0 h 383"/>
                <a:gd name="T38" fmla="*/ 0 w 628"/>
                <a:gd name="T39" fmla="*/ 1 h 383"/>
                <a:gd name="T40" fmla="*/ 0 w 628"/>
                <a:gd name="T41" fmla="*/ 1 h 383"/>
                <a:gd name="T42" fmla="*/ 1 w 628"/>
                <a:gd name="T43" fmla="*/ 1 h 383"/>
                <a:gd name="T44" fmla="*/ 1 w 628"/>
                <a:gd name="T45" fmla="*/ 1 h 383"/>
                <a:gd name="T46" fmla="*/ 1 w 628"/>
                <a:gd name="T47" fmla="*/ 2 h 383"/>
                <a:gd name="T48" fmla="*/ 1 w 628"/>
                <a:gd name="T49" fmla="*/ 2 h 383"/>
                <a:gd name="T50" fmla="*/ 2 w 628"/>
                <a:gd name="T51" fmla="*/ 2 h 383"/>
                <a:gd name="T52" fmla="*/ 2 w 628"/>
                <a:gd name="T53" fmla="*/ 2 h 383"/>
                <a:gd name="T54" fmla="*/ 2 w 628"/>
                <a:gd name="T55" fmla="*/ 2 h 383"/>
                <a:gd name="T56" fmla="*/ 3 w 628"/>
                <a:gd name="T57" fmla="*/ 3 h 383"/>
                <a:gd name="T58" fmla="*/ 3 w 628"/>
                <a:gd name="T59" fmla="*/ 3 h 383"/>
                <a:gd name="T60" fmla="*/ 3 w 628"/>
                <a:gd name="T61" fmla="*/ 3 h 383"/>
                <a:gd name="T62" fmla="*/ 4 w 628"/>
                <a:gd name="T63" fmla="*/ 3 h 383"/>
                <a:gd name="T64" fmla="*/ 4 w 628"/>
                <a:gd name="T65" fmla="*/ 3 h 383"/>
                <a:gd name="T66" fmla="*/ 4 w 628"/>
                <a:gd name="T67" fmla="*/ 3 h 383"/>
                <a:gd name="T68" fmla="*/ 5 w 628"/>
                <a:gd name="T69" fmla="*/ 3 h 383"/>
                <a:gd name="T70" fmla="*/ 5 w 628"/>
                <a:gd name="T71" fmla="*/ 3 h 383"/>
                <a:gd name="T72" fmla="*/ 5 w 628"/>
                <a:gd name="T73" fmla="*/ 3 h 383"/>
                <a:gd name="T74" fmla="*/ 5 w 628"/>
                <a:gd name="T75" fmla="*/ 3 h 383"/>
                <a:gd name="T76" fmla="*/ 5 w 628"/>
                <a:gd name="T77" fmla="*/ 3 h 383"/>
                <a:gd name="T78" fmla="*/ 5 w 628"/>
                <a:gd name="T79" fmla="*/ 3 h 383"/>
                <a:gd name="T80" fmla="*/ 5 w 628"/>
                <a:gd name="T81" fmla="*/ 3 h 383"/>
                <a:gd name="T82" fmla="*/ 5 w 628"/>
                <a:gd name="T83" fmla="*/ 3 h 383"/>
                <a:gd name="T84" fmla="*/ 5 w 628"/>
                <a:gd name="T85" fmla="*/ 2 h 383"/>
                <a:gd name="T86" fmla="*/ 5 w 628"/>
                <a:gd name="T87" fmla="*/ 2 h 383"/>
                <a:gd name="T88" fmla="*/ 5 w 628"/>
                <a:gd name="T89" fmla="*/ 2 h 383"/>
                <a:gd name="T90" fmla="*/ 5 w 628"/>
                <a:gd name="T91" fmla="*/ 2 h 38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628"/>
                <a:gd name="T139" fmla="*/ 0 h 383"/>
                <a:gd name="T140" fmla="*/ 628 w 628"/>
                <a:gd name="T141" fmla="*/ 383 h 38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628" h="383">
                  <a:moveTo>
                    <a:pt x="581" y="289"/>
                  </a:moveTo>
                  <a:lnTo>
                    <a:pt x="582" y="289"/>
                  </a:lnTo>
                  <a:lnTo>
                    <a:pt x="541" y="287"/>
                  </a:lnTo>
                  <a:lnTo>
                    <a:pt x="500" y="283"/>
                  </a:lnTo>
                  <a:lnTo>
                    <a:pt x="462" y="276"/>
                  </a:lnTo>
                  <a:lnTo>
                    <a:pt x="424" y="268"/>
                  </a:lnTo>
                  <a:lnTo>
                    <a:pt x="389" y="255"/>
                  </a:lnTo>
                  <a:lnTo>
                    <a:pt x="352" y="242"/>
                  </a:lnTo>
                  <a:lnTo>
                    <a:pt x="320" y="227"/>
                  </a:lnTo>
                  <a:lnTo>
                    <a:pt x="287" y="209"/>
                  </a:lnTo>
                  <a:lnTo>
                    <a:pt x="255" y="189"/>
                  </a:lnTo>
                  <a:lnTo>
                    <a:pt x="226" y="168"/>
                  </a:lnTo>
                  <a:lnTo>
                    <a:pt x="198" y="145"/>
                  </a:lnTo>
                  <a:lnTo>
                    <a:pt x="172" y="119"/>
                  </a:lnTo>
                  <a:lnTo>
                    <a:pt x="146" y="92"/>
                  </a:lnTo>
                  <a:lnTo>
                    <a:pt x="122" y="64"/>
                  </a:lnTo>
                  <a:lnTo>
                    <a:pt x="100" y="33"/>
                  </a:lnTo>
                  <a:lnTo>
                    <a:pt x="82" y="0"/>
                  </a:lnTo>
                  <a:lnTo>
                    <a:pt x="0" y="47"/>
                  </a:lnTo>
                  <a:lnTo>
                    <a:pt x="23" y="85"/>
                  </a:lnTo>
                  <a:lnTo>
                    <a:pt x="49" y="120"/>
                  </a:lnTo>
                  <a:lnTo>
                    <a:pt x="76" y="153"/>
                  </a:lnTo>
                  <a:lnTo>
                    <a:pt x="104" y="185"/>
                  </a:lnTo>
                  <a:lnTo>
                    <a:pt x="137" y="215"/>
                  </a:lnTo>
                  <a:lnTo>
                    <a:pt x="170" y="241"/>
                  </a:lnTo>
                  <a:lnTo>
                    <a:pt x="204" y="267"/>
                  </a:lnTo>
                  <a:lnTo>
                    <a:pt x="240" y="289"/>
                  </a:lnTo>
                  <a:lnTo>
                    <a:pt x="277" y="309"/>
                  </a:lnTo>
                  <a:lnTo>
                    <a:pt x="317" y="329"/>
                  </a:lnTo>
                  <a:lnTo>
                    <a:pt x="358" y="344"/>
                  </a:lnTo>
                  <a:lnTo>
                    <a:pt x="400" y="357"/>
                  </a:lnTo>
                  <a:lnTo>
                    <a:pt x="444" y="367"/>
                  </a:lnTo>
                  <a:lnTo>
                    <a:pt x="488" y="374"/>
                  </a:lnTo>
                  <a:lnTo>
                    <a:pt x="534" y="380"/>
                  </a:lnTo>
                  <a:lnTo>
                    <a:pt x="580" y="383"/>
                  </a:lnTo>
                  <a:lnTo>
                    <a:pt x="581" y="383"/>
                  </a:lnTo>
                  <a:lnTo>
                    <a:pt x="580" y="383"/>
                  </a:lnTo>
                  <a:lnTo>
                    <a:pt x="600" y="379"/>
                  </a:lnTo>
                  <a:lnTo>
                    <a:pt x="615" y="369"/>
                  </a:lnTo>
                  <a:lnTo>
                    <a:pt x="624" y="353"/>
                  </a:lnTo>
                  <a:lnTo>
                    <a:pt x="628" y="337"/>
                  </a:lnTo>
                  <a:lnTo>
                    <a:pt x="625" y="319"/>
                  </a:lnTo>
                  <a:lnTo>
                    <a:pt x="617" y="304"/>
                  </a:lnTo>
                  <a:lnTo>
                    <a:pt x="602" y="294"/>
                  </a:lnTo>
                  <a:lnTo>
                    <a:pt x="582" y="289"/>
                  </a:lnTo>
                  <a:lnTo>
                    <a:pt x="581" y="28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8560" name="Freeform 30"/>
            <p:cNvSpPr>
              <a:spLocks/>
            </p:cNvSpPr>
            <p:nvPr/>
          </p:nvSpPr>
          <p:spPr bwMode="auto">
            <a:xfrm>
              <a:off x="1587" y="1880"/>
              <a:ext cx="85" cy="49"/>
            </a:xfrm>
            <a:custGeom>
              <a:avLst/>
              <a:gdLst>
                <a:gd name="T0" fmla="*/ 3 w 426"/>
                <a:gd name="T1" fmla="*/ 0 h 245"/>
                <a:gd name="T2" fmla="*/ 3 w 426"/>
                <a:gd name="T3" fmla="*/ 0 h 245"/>
                <a:gd name="T4" fmla="*/ 3 w 426"/>
                <a:gd name="T5" fmla="*/ 0 h 245"/>
                <a:gd name="T6" fmla="*/ 3 w 426"/>
                <a:gd name="T7" fmla="*/ 0 h 245"/>
                <a:gd name="T8" fmla="*/ 2 w 426"/>
                <a:gd name="T9" fmla="*/ 0 h 245"/>
                <a:gd name="T10" fmla="*/ 2 w 426"/>
                <a:gd name="T11" fmla="*/ 0 h 245"/>
                <a:gd name="T12" fmla="*/ 2 w 426"/>
                <a:gd name="T13" fmla="*/ 0 h 245"/>
                <a:gd name="T14" fmla="*/ 2 w 426"/>
                <a:gd name="T15" fmla="*/ 0 h 245"/>
                <a:gd name="T16" fmla="*/ 1 w 426"/>
                <a:gd name="T17" fmla="*/ 0 h 245"/>
                <a:gd name="T18" fmla="*/ 1 w 426"/>
                <a:gd name="T19" fmla="*/ 1 h 245"/>
                <a:gd name="T20" fmla="*/ 1 w 426"/>
                <a:gd name="T21" fmla="*/ 1 h 245"/>
                <a:gd name="T22" fmla="*/ 1 w 426"/>
                <a:gd name="T23" fmla="*/ 1 h 245"/>
                <a:gd name="T24" fmla="*/ 0 w 426"/>
                <a:gd name="T25" fmla="*/ 1 h 245"/>
                <a:gd name="T26" fmla="*/ 0 w 426"/>
                <a:gd name="T27" fmla="*/ 1 h 245"/>
                <a:gd name="T28" fmla="*/ 0 w 426"/>
                <a:gd name="T29" fmla="*/ 1 h 245"/>
                <a:gd name="T30" fmla="*/ 0 w 426"/>
                <a:gd name="T31" fmla="*/ 2 h 245"/>
                <a:gd name="T32" fmla="*/ 0 w 426"/>
                <a:gd name="T33" fmla="*/ 2 h 245"/>
                <a:gd name="T34" fmla="*/ 0 w 426"/>
                <a:gd name="T35" fmla="*/ 2 h 245"/>
                <a:gd name="T36" fmla="*/ 0 w 426"/>
                <a:gd name="T37" fmla="*/ 2 h 245"/>
                <a:gd name="T38" fmla="*/ 0 w 426"/>
                <a:gd name="T39" fmla="*/ 2 h 245"/>
                <a:gd name="T40" fmla="*/ 0 w 426"/>
                <a:gd name="T41" fmla="*/ 2 h 245"/>
                <a:gd name="T42" fmla="*/ 0 w 426"/>
                <a:gd name="T43" fmla="*/ 1 h 245"/>
                <a:gd name="T44" fmla="*/ 0 w 426"/>
                <a:gd name="T45" fmla="*/ 1 h 245"/>
                <a:gd name="T46" fmla="*/ 0 w 426"/>
                <a:gd name="T47" fmla="*/ 1 h 245"/>
                <a:gd name="T48" fmla="*/ 1 w 426"/>
                <a:gd name="T49" fmla="*/ 1 h 245"/>
                <a:gd name="T50" fmla="*/ 1 w 426"/>
                <a:gd name="T51" fmla="*/ 1 h 245"/>
                <a:gd name="T52" fmla="*/ 1 w 426"/>
                <a:gd name="T53" fmla="*/ 1 h 245"/>
                <a:gd name="T54" fmla="*/ 1 w 426"/>
                <a:gd name="T55" fmla="*/ 1 h 245"/>
                <a:gd name="T56" fmla="*/ 2 w 426"/>
                <a:gd name="T57" fmla="*/ 0 h 245"/>
                <a:gd name="T58" fmla="*/ 2 w 426"/>
                <a:gd name="T59" fmla="*/ 0 h 245"/>
                <a:gd name="T60" fmla="*/ 2 w 426"/>
                <a:gd name="T61" fmla="*/ 0 h 245"/>
                <a:gd name="T62" fmla="*/ 2 w 426"/>
                <a:gd name="T63" fmla="*/ 0 h 245"/>
                <a:gd name="T64" fmla="*/ 3 w 426"/>
                <a:gd name="T65" fmla="*/ 0 h 245"/>
                <a:gd name="T66" fmla="*/ 3 w 426"/>
                <a:gd name="T67" fmla="*/ 0 h 245"/>
                <a:gd name="T68" fmla="*/ 3 w 426"/>
                <a:gd name="T69" fmla="*/ 0 h 245"/>
                <a:gd name="T70" fmla="*/ 3 w 426"/>
                <a:gd name="T71" fmla="*/ 0 h 245"/>
                <a:gd name="T72" fmla="*/ 3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426" y="0"/>
                  </a:moveTo>
                  <a:lnTo>
                    <a:pt x="426" y="0"/>
                  </a:lnTo>
                  <a:lnTo>
                    <a:pt x="384" y="1"/>
                  </a:lnTo>
                  <a:lnTo>
                    <a:pt x="340" y="4"/>
                  </a:lnTo>
                  <a:lnTo>
                    <a:pt x="300" y="10"/>
                  </a:lnTo>
                  <a:lnTo>
                    <a:pt x="262" y="18"/>
                  </a:lnTo>
                  <a:lnTo>
                    <a:pt x="224" y="29"/>
                  </a:lnTo>
                  <a:lnTo>
                    <a:pt x="189" y="41"/>
                  </a:lnTo>
                  <a:lnTo>
                    <a:pt x="157" y="55"/>
                  </a:lnTo>
                  <a:lnTo>
                    <a:pt x="126" y="70"/>
                  </a:lnTo>
                  <a:lnTo>
                    <a:pt x="99" y="89"/>
                  </a:lnTo>
                  <a:lnTo>
                    <a:pt x="74" y="106"/>
                  </a:lnTo>
                  <a:lnTo>
                    <a:pt x="52" y="126"/>
                  </a:lnTo>
                  <a:lnTo>
                    <a:pt x="34" y="148"/>
                  </a:lnTo>
                  <a:lnTo>
                    <a:pt x="19" y="171"/>
                  </a:lnTo>
                  <a:lnTo>
                    <a:pt x="9" y="194"/>
                  </a:lnTo>
                  <a:lnTo>
                    <a:pt x="3" y="219"/>
                  </a:lnTo>
                  <a:lnTo>
                    <a:pt x="0" y="245"/>
                  </a:lnTo>
                  <a:lnTo>
                    <a:pt x="12" y="245"/>
                  </a:lnTo>
                  <a:lnTo>
                    <a:pt x="15" y="221"/>
                  </a:lnTo>
                  <a:lnTo>
                    <a:pt x="20" y="199"/>
                  </a:lnTo>
                  <a:lnTo>
                    <a:pt x="31" y="178"/>
                  </a:lnTo>
                  <a:lnTo>
                    <a:pt x="44" y="156"/>
                  </a:lnTo>
                  <a:lnTo>
                    <a:pt x="61" y="136"/>
                  </a:lnTo>
                  <a:lnTo>
                    <a:pt x="81" y="116"/>
                  </a:lnTo>
                  <a:lnTo>
                    <a:pt x="106" y="98"/>
                  </a:lnTo>
                  <a:lnTo>
                    <a:pt x="133" y="82"/>
                  </a:lnTo>
                  <a:lnTo>
                    <a:pt x="162" y="66"/>
                  </a:lnTo>
                  <a:lnTo>
                    <a:pt x="194" y="52"/>
                  </a:lnTo>
                  <a:lnTo>
                    <a:pt x="229" y="41"/>
                  </a:lnTo>
                  <a:lnTo>
                    <a:pt x="264" y="30"/>
                  </a:lnTo>
                  <a:lnTo>
                    <a:pt x="303" y="22"/>
                  </a:lnTo>
                  <a:lnTo>
                    <a:pt x="343" y="16"/>
                  </a:lnTo>
                  <a:lnTo>
                    <a:pt x="384" y="12"/>
                  </a:lnTo>
                  <a:lnTo>
                    <a:pt x="426" y="11"/>
                  </a:lnTo>
                  <a:lnTo>
                    <a:pt x="42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8561" name="Freeform 31"/>
            <p:cNvSpPr>
              <a:spLocks/>
            </p:cNvSpPr>
            <p:nvPr/>
          </p:nvSpPr>
          <p:spPr bwMode="auto">
            <a:xfrm>
              <a:off x="1587" y="1929"/>
              <a:ext cx="85" cy="49"/>
            </a:xfrm>
            <a:custGeom>
              <a:avLst/>
              <a:gdLst>
                <a:gd name="T0" fmla="*/ 0 w 426"/>
                <a:gd name="T1" fmla="*/ 0 h 245"/>
                <a:gd name="T2" fmla="*/ 0 w 426"/>
                <a:gd name="T3" fmla="*/ 0 h 245"/>
                <a:gd name="T4" fmla="*/ 0 w 426"/>
                <a:gd name="T5" fmla="*/ 0 h 245"/>
                <a:gd name="T6" fmla="*/ 0 w 426"/>
                <a:gd name="T7" fmla="*/ 0 h 245"/>
                <a:gd name="T8" fmla="*/ 0 w 426"/>
                <a:gd name="T9" fmla="*/ 1 h 245"/>
                <a:gd name="T10" fmla="*/ 0 w 426"/>
                <a:gd name="T11" fmla="*/ 1 h 245"/>
                <a:gd name="T12" fmla="*/ 0 w 426"/>
                <a:gd name="T13" fmla="*/ 1 h 245"/>
                <a:gd name="T14" fmla="*/ 1 w 426"/>
                <a:gd name="T15" fmla="*/ 1 h 245"/>
                <a:gd name="T16" fmla="*/ 1 w 426"/>
                <a:gd name="T17" fmla="*/ 1 h 245"/>
                <a:gd name="T18" fmla="*/ 1 w 426"/>
                <a:gd name="T19" fmla="*/ 1 h 245"/>
                <a:gd name="T20" fmla="*/ 1 w 426"/>
                <a:gd name="T21" fmla="*/ 2 h 245"/>
                <a:gd name="T22" fmla="*/ 2 w 426"/>
                <a:gd name="T23" fmla="*/ 2 h 245"/>
                <a:gd name="T24" fmla="*/ 2 w 426"/>
                <a:gd name="T25" fmla="*/ 2 h 245"/>
                <a:gd name="T26" fmla="*/ 2 w 426"/>
                <a:gd name="T27" fmla="*/ 2 h 245"/>
                <a:gd name="T28" fmla="*/ 2 w 426"/>
                <a:gd name="T29" fmla="*/ 2 h 245"/>
                <a:gd name="T30" fmla="*/ 3 w 426"/>
                <a:gd name="T31" fmla="*/ 2 h 245"/>
                <a:gd name="T32" fmla="*/ 3 w 426"/>
                <a:gd name="T33" fmla="*/ 2 h 245"/>
                <a:gd name="T34" fmla="*/ 3 w 426"/>
                <a:gd name="T35" fmla="*/ 2 h 245"/>
                <a:gd name="T36" fmla="*/ 3 w 426"/>
                <a:gd name="T37" fmla="*/ 2 h 245"/>
                <a:gd name="T38" fmla="*/ 3 w 426"/>
                <a:gd name="T39" fmla="*/ 2 h 245"/>
                <a:gd name="T40" fmla="*/ 3 w 426"/>
                <a:gd name="T41" fmla="*/ 2 h 245"/>
                <a:gd name="T42" fmla="*/ 2 w 426"/>
                <a:gd name="T43" fmla="*/ 2 h 245"/>
                <a:gd name="T44" fmla="*/ 2 w 426"/>
                <a:gd name="T45" fmla="*/ 2 h 245"/>
                <a:gd name="T46" fmla="*/ 2 w 426"/>
                <a:gd name="T47" fmla="*/ 2 h 245"/>
                <a:gd name="T48" fmla="*/ 2 w 426"/>
                <a:gd name="T49" fmla="*/ 2 h 245"/>
                <a:gd name="T50" fmla="*/ 1 w 426"/>
                <a:gd name="T51" fmla="*/ 1 h 245"/>
                <a:gd name="T52" fmla="*/ 1 w 426"/>
                <a:gd name="T53" fmla="*/ 1 h 245"/>
                <a:gd name="T54" fmla="*/ 1 w 426"/>
                <a:gd name="T55" fmla="*/ 1 h 245"/>
                <a:gd name="T56" fmla="*/ 1 w 426"/>
                <a:gd name="T57" fmla="*/ 1 h 245"/>
                <a:gd name="T58" fmla="*/ 0 w 426"/>
                <a:gd name="T59" fmla="*/ 1 h 245"/>
                <a:gd name="T60" fmla="*/ 0 w 426"/>
                <a:gd name="T61" fmla="*/ 1 h 245"/>
                <a:gd name="T62" fmla="*/ 0 w 426"/>
                <a:gd name="T63" fmla="*/ 1 h 245"/>
                <a:gd name="T64" fmla="*/ 0 w 426"/>
                <a:gd name="T65" fmla="*/ 0 h 245"/>
                <a:gd name="T66" fmla="*/ 0 w 426"/>
                <a:gd name="T67" fmla="*/ 0 h 245"/>
                <a:gd name="T68" fmla="*/ 0 w 426"/>
                <a:gd name="T69" fmla="*/ 0 h 245"/>
                <a:gd name="T70" fmla="*/ 0 w 426"/>
                <a:gd name="T71" fmla="*/ 0 h 245"/>
                <a:gd name="T72" fmla="*/ 0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0" y="0"/>
                  </a:moveTo>
                  <a:lnTo>
                    <a:pt x="0" y="0"/>
                  </a:lnTo>
                  <a:lnTo>
                    <a:pt x="3" y="25"/>
                  </a:lnTo>
                  <a:lnTo>
                    <a:pt x="9" y="50"/>
                  </a:lnTo>
                  <a:lnTo>
                    <a:pt x="19" y="73"/>
                  </a:lnTo>
                  <a:lnTo>
                    <a:pt x="34" y="96"/>
                  </a:lnTo>
                  <a:lnTo>
                    <a:pt x="52" y="118"/>
                  </a:lnTo>
                  <a:lnTo>
                    <a:pt x="74" y="138"/>
                  </a:lnTo>
                  <a:lnTo>
                    <a:pt x="99" y="156"/>
                  </a:lnTo>
                  <a:lnTo>
                    <a:pt x="126" y="174"/>
                  </a:lnTo>
                  <a:lnTo>
                    <a:pt x="157" y="190"/>
                  </a:lnTo>
                  <a:lnTo>
                    <a:pt x="189" y="204"/>
                  </a:lnTo>
                  <a:lnTo>
                    <a:pt x="224" y="215"/>
                  </a:lnTo>
                  <a:lnTo>
                    <a:pt x="262" y="226"/>
                  </a:lnTo>
                  <a:lnTo>
                    <a:pt x="300" y="234"/>
                  </a:lnTo>
                  <a:lnTo>
                    <a:pt x="340" y="240"/>
                  </a:lnTo>
                  <a:lnTo>
                    <a:pt x="384" y="244"/>
                  </a:lnTo>
                  <a:lnTo>
                    <a:pt x="426" y="245"/>
                  </a:lnTo>
                  <a:lnTo>
                    <a:pt x="426" y="233"/>
                  </a:lnTo>
                  <a:lnTo>
                    <a:pt x="384" y="232"/>
                  </a:lnTo>
                  <a:lnTo>
                    <a:pt x="343" y="228"/>
                  </a:lnTo>
                  <a:lnTo>
                    <a:pt x="303" y="222"/>
                  </a:lnTo>
                  <a:lnTo>
                    <a:pt x="264" y="214"/>
                  </a:lnTo>
                  <a:lnTo>
                    <a:pt x="229" y="204"/>
                  </a:lnTo>
                  <a:lnTo>
                    <a:pt x="194" y="192"/>
                  </a:lnTo>
                  <a:lnTo>
                    <a:pt x="162" y="178"/>
                  </a:lnTo>
                  <a:lnTo>
                    <a:pt x="133" y="163"/>
                  </a:lnTo>
                  <a:lnTo>
                    <a:pt x="106" y="146"/>
                  </a:lnTo>
                  <a:lnTo>
                    <a:pt x="81" y="129"/>
                  </a:lnTo>
                  <a:lnTo>
                    <a:pt x="61" y="109"/>
                  </a:lnTo>
                  <a:lnTo>
                    <a:pt x="44" y="89"/>
                  </a:lnTo>
                  <a:lnTo>
                    <a:pt x="31" y="66"/>
                  </a:lnTo>
                  <a:lnTo>
                    <a:pt x="20" y="45"/>
                  </a:lnTo>
                  <a:lnTo>
                    <a:pt x="15" y="2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8562" name="Freeform 32"/>
            <p:cNvSpPr>
              <a:spLocks/>
            </p:cNvSpPr>
            <p:nvPr/>
          </p:nvSpPr>
          <p:spPr bwMode="auto">
            <a:xfrm>
              <a:off x="878" y="1448"/>
              <a:ext cx="792" cy="954"/>
            </a:xfrm>
            <a:custGeom>
              <a:avLst/>
              <a:gdLst>
                <a:gd name="T0" fmla="*/ 13 w 3960"/>
                <a:gd name="T1" fmla="*/ 38 h 4768"/>
                <a:gd name="T2" fmla="*/ 14 w 3960"/>
                <a:gd name="T3" fmla="*/ 38 h 4768"/>
                <a:gd name="T4" fmla="*/ 15 w 3960"/>
                <a:gd name="T5" fmla="*/ 38 h 4768"/>
                <a:gd name="T6" fmla="*/ 15 w 3960"/>
                <a:gd name="T7" fmla="*/ 38 h 4768"/>
                <a:gd name="T8" fmla="*/ 16 w 3960"/>
                <a:gd name="T9" fmla="*/ 38 h 4768"/>
                <a:gd name="T10" fmla="*/ 17 w 3960"/>
                <a:gd name="T11" fmla="*/ 38 h 4768"/>
                <a:gd name="T12" fmla="*/ 17 w 3960"/>
                <a:gd name="T13" fmla="*/ 38 h 4768"/>
                <a:gd name="T14" fmla="*/ 18 w 3960"/>
                <a:gd name="T15" fmla="*/ 38 h 4768"/>
                <a:gd name="T16" fmla="*/ 18 w 3960"/>
                <a:gd name="T17" fmla="*/ 38 h 4768"/>
                <a:gd name="T18" fmla="*/ 29 w 3960"/>
                <a:gd name="T19" fmla="*/ 30 h 4768"/>
                <a:gd name="T20" fmla="*/ 30 w 3960"/>
                <a:gd name="T21" fmla="*/ 30 h 4768"/>
                <a:gd name="T22" fmla="*/ 30 w 3960"/>
                <a:gd name="T23" fmla="*/ 29 h 4768"/>
                <a:gd name="T24" fmla="*/ 31 w 3960"/>
                <a:gd name="T25" fmla="*/ 28 h 4768"/>
                <a:gd name="T26" fmla="*/ 31 w 3960"/>
                <a:gd name="T27" fmla="*/ 28 h 4768"/>
                <a:gd name="T28" fmla="*/ 31 w 3960"/>
                <a:gd name="T29" fmla="*/ 27 h 4768"/>
                <a:gd name="T30" fmla="*/ 32 w 3960"/>
                <a:gd name="T31" fmla="*/ 26 h 4768"/>
                <a:gd name="T32" fmla="*/ 32 w 3960"/>
                <a:gd name="T33" fmla="*/ 25 h 4768"/>
                <a:gd name="T34" fmla="*/ 32 w 3960"/>
                <a:gd name="T35" fmla="*/ 11 h 4768"/>
                <a:gd name="T36" fmla="*/ 32 w 3960"/>
                <a:gd name="T37" fmla="*/ 10 h 4768"/>
                <a:gd name="T38" fmla="*/ 31 w 3960"/>
                <a:gd name="T39" fmla="*/ 9 h 4768"/>
                <a:gd name="T40" fmla="*/ 31 w 3960"/>
                <a:gd name="T41" fmla="*/ 9 h 4768"/>
                <a:gd name="T42" fmla="*/ 31 w 3960"/>
                <a:gd name="T43" fmla="*/ 8 h 4768"/>
                <a:gd name="T44" fmla="*/ 31 w 3960"/>
                <a:gd name="T45" fmla="*/ 8 h 4768"/>
                <a:gd name="T46" fmla="*/ 30 w 3960"/>
                <a:gd name="T47" fmla="*/ 7 h 4768"/>
                <a:gd name="T48" fmla="*/ 30 w 3960"/>
                <a:gd name="T49" fmla="*/ 7 h 4768"/>
                <a:gd name="T50" fmla="*/ 29 w 3960"/>
                <a:gd name="T51" fmla="*/ 6 h 4768"/>
                <a:gd name="T52" fmla="*/ 19 w 3960"/>
                <a:gd name="T53" fmla="*/ 1 h 4768"/>
                <a:gd name="T54" fmla="*/ 18 w 3960"/>
                <a:gd name="T55" fmla="*/ 0 h 4768"/>
                <a:gd name="T56" fmla="*/ 17 w 3960"/>
                <a:gd name="T57" fmla="*/ 0 h 4768"/>
                <a:gd name="T58" fmla="*/ 17 w 3960"/>
                <a:gd name="T59" fmla="*/ 0 h 4768"/>
                <a:gd name="T60" fmla="*/ 16 w 3960"/>
                <a:gd name="T61" fmla="*/ 0 h 4768"/>
                <a:gd name="T62" fmla="*/ 15 w 3960"/>
                <a:gd name="T63" fmla="*/ 0 h 4768"/>
                <a:gd name="T64" fmla="*/ 14 w 3960"/>
                <a:gd name="T65" fmla="*/ 0 h 4768"/>
                <a:gd name="T66" fmla="*/ 14 w 3960"/>
                <a:gd name="T67" fmla="*/ 0 h 4768"/>
                <a:gd name="T68" fmla="*/ 2 w 3960"/>
                <a:gd name="T69" fmla="*/ 6 h 4768"/>
                <a:gd name="T70" fmla="*/ 2 w 3960"/>
                <a:gd name="T71" fmla="*/ 7 h 4768"/>
                <a:gd name="T72" fmla="*/ 1 w 3960"/>
                <a:gd name="T73" fmla="*/ 7 h 4768"/>
                <a:gd name="T74" fmla="*/ 1 w 3960"/>
                <a:gd name="T75" fmla="*/ 8 h 4768"/>
                <a:gd name="T76" fmla="*/ 1 w 3960"/>
                <a:gd name="T77" fmla="*/ 8 h 4768"/>
                <a:gd name="T78" fmla="*/ 0 w 3960"/>
                <a:gd name="T79" fmla="*/ 9 h 4768"/>
                <a:gd name="T80" fmla="*/ 0 w 3960"/>
                <a:gd name="T81" fmla="*/ 9 h 4768"/>
                <a:gd name="T82" fmla="*/ 0 w 3960"/>
                <a:gd name="T83" fmla="*/ 10 h 4768"/>
                <a:gd name="T84" fmla="*/ 0 w 3960"/>
                <a:gd name="T85" fmla="*/ 11 h 4768"/>
                <a:gd name="T86" fmla="*/ 0 w 3960"/>
                <a:gd name="T87" fmla="*/ 25 h 4768"/>
                <a:gd name="T88" fmla="*/ 0 w 3960"/>
                <a:gd name="T89" fmla="*/ 26 h 4768"/>
                <a:gd name="T90" fmla="*/ 0 w 3960"/>
                <a:gd name="T91" fmla="*/ 27 h 4768"/>
                <a:gd name="T92" fmla="*/ 1 w 3960"/>
                <a:gd name="T93" fmla="*/ 28 h 4768"/>
                <a:gd name="T94" fmla="*/ 1 w 3960"/>
                <a:gd name="T95" fmla="*/ 29 h 4768"/>
                <a:gd name="T96" fmla="*/ 1 w 3960"/>
                <a:gd name="T97" fmla="*/ 29 h 4768"/>
                <a:gd name="T98" fmla="*/ 2 w 3960"/>
                <a:gd name="T99" fmla="*/ 30 h 4768"/>
                <a:gd name="T100" fmla="*/ 3 w 3960"/>
                <a:gd name="T101" fmla="*/ 31 h 4768"/>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w 3960"/>
                <a:gd name="T154" fmla="*/ 0 h 4768"/>
                <a:gd name="T155" fmla="*/ 3960 w 3960"/>
                <a:gd name="T156" fmla="*/ 4768 h 4768"/>
              </a:gdLst>
              <a:ahLst/>
              <a:cxnLst>
                <a:cxn ang="T102">
                  <a:pos x="T0" y="T1"/>
                </a:cxn>
                <a:cxn ang="T103">
                  <a:pos x="T2" y="T3"/>
                </a:cxn>
                <a:cxn ang="T104">
                  <a:pos x="T4" y="T5"/>
                </a:cxn>
                <a:cxn ang="T105">
                  <a:pos x="T6" y="T7"/>
                </a:cxn>
                <a:cxn ang="T106">
                  <a:pos x="T8" y="T9"/>
                </a:cxn>
                <a:cxn ang="T107">
                  <a:pos x="T10" y="T11"/>
                </a:cxn>
                <a:cxn ang="T108">
                  <a:pos x="T12" y="T13"/>
                </a:cxn>
                <a:cxn ang="T109">
                  <a:pos x="T14" y="T15"/>
                </a:cxn>
                <a:cxn ang="T110">
                  <a:pos x="T16" y="T17"/>
                </a:cxn>
                <a:cxn ang="T111">
                  <a:pos x="T18" y="T19"/>
                </a:cxn>
                <a:cxn ang="T112">
                  <a:pos x="T20" y="T21"/>
                </a:cxn>
                <a:cxn ang="T113">
                  <a:pos x="T22" y="T23"/>
                </a:cxn>
                <a:cxn ang="T114">
                  <a:pos x="T24" y="T25"/>
                </a:cxn>
                <a:cxn ang="T115">
                  <a:pos x="T26" y="T27"/>
                </a:cxn>
                <a:cxn ang="T116">
                  <a:pos x="T28" y="T29"/>
                </a:cxn>
                <a:cxn ang="T117">
                  <a:pos x="T30" y="T31"/>
                </a:cxn>
                <a:cxn ang="T118">
                  <a:pos x="T32" y="T33"/>
                </a:cxn>
                <a:cxn ang="T119">
                  <a:pos x="T34" y="T35"/>
                </a:cxn>
                <a:cxn ang="T120">
                  <a:pos x="T36" y="T37"/>
                </a:cxn>
                <a:cxn ang="T121">
                  <a:pos x="T38" y="T39"/>
                </a:cxn>
                <a:cxn ang="T122">
                  <a:pos x="T40" y="T41"/>
                </a:cxn>
                <a:cxn ang="T123">
                  <a:pos x="T42" y="T43"/>
                </a:cxn>
                <a:cxn ang="T124">
                  <a:pos x="T44" y="T45"/>
                </a:cxn>
                <a:cxn ang="T125">
                  <a:pos x="T46" y="T47"/>
                </a:cxn>
                <a:cxn ang="T126">
                  <a:pos x="T48" y="T49"/>
                </a:cxn>
                <a:cxn ang="T127">
                  <a:pos x="T50" y="T51"/>
                </a:cxn>
                <a:cxn ang="T128">
                  <a:pos x="T52" y="T53"/>
                </a:cxn>
                <a:cxn ang="T129">
                  <a:pos x="T54" y="T55"/>
                </a:cxn>
                <a:cxn ang="T130">
                  <a:pos x="T56" y="T57"/>
                </a:cxn>
                <a:cxn ang="T131">
                  <a:pos x="T58" y="T59"/>
                </a:cxn>
                <a:cxn ang="T132">
                  <a:pos x="T60" y="T61"/>
                </a:cxn>
                <a:cxn ang="T133">
                  <a:pos x="T62" y="T63"/>
                </a:cxn>
                <a:cxn ang="T134">
                  <a:pos x="T64" y="T65"/>
                </a:cxn>
                <a:cxn ang="T135">
                  <a:pos x="T66" y="T67"/>
                </a:cxn>
                <a:cxn ang="T136">
                  <a:pos x="T68" y="T69"/>
                </a:cxn>
                <a:cxn ang="T137">
                  <a:pos x="T70" y="T71"/>
                </a:cxn>
                <a:cxn ang="T138">
                  <a:pos x="T72" y="T73"/>
                </a:cxn>
                <a:cxn ang="T139">
                  <a:pos x="T74" y="T75"/>
                </a:cxn>
                <a:cxn ang="T140">
                  <a:pos x="T76" y="T77"/>
                </a:cxn>
                <a:cxn ang="T141">
                  <a:pos x="T78" y="T79"/>
                </a:cxn>
                <a:cxn ang="T142">
                  <a:pos x="T80" y="T81"/>
                </a:cxn>
                <a:cxn ang="T143">
                  <a:pos x="T82" y="T83"/>
                </a:cxn>
                <a:cxn ang="T144">
                  <a:pos x="T84" y="T85"/>
                </a:cxn>
                <a:cxn ang="T145">
                  <a:pos x="T86" y="T87"/>
                </a:cxn>
                <a:cxn ang="T146">
                  <a:pos x="T88" y="T89"/>
                </a:cxn>
                <a:cxn ang="T147">
                  <a:pos x="T90" y="T91"/>
                </a:cxn>
                <a:cxn ang="T148">
                  <a:pos x="T92" y="T93"/>
                </a:cxn>
                <a:cxn ang="T149">
                  <a:pos x="T94" y="T95"/>
                </a:cxn>
                <a:cxn ang="T150">
                  <a:pos x="T96" y="T97"/>
                </a:cxn>
                <a:cxn ang="T151">
                  <a:pos x="T98" y="T99"/>
                </a:cxn>
                <a:cxn ang="T152">
                  <a:pos x="T100" y="T101"/>
                </a:cxn>
              </a:cxnLst>
              <a:rect l="T153" t="T154" r="T155" b="T156"/>
              <a:pathLst>
                <a:path w="3960" h="4768">
                  <a:moveTo>
                    <a:pt x="353" y="3849"/>
                  </a:moveTo>
                  <a:lnTo>
                    <a:pt x="1661" y="4700"/>
                  </a:lnTo>
                  <a:lnTo>
                    <a:pt x="1697" y="4717"/>
                  </a:lnTo>
                  <a:lnTo>
                    <a:pt x="1736" y="4731"/>
                  </a:lnTo>
                  <a:lnTo>
                    <a:pt x="1776" y="4742"/>
                  </a:lnTo>
                  <a:lnTo>
                    <a:pt x="1818" y="4753"/>
                  </a:lnTo>
                  <a:lnTo>
                    <a:pt x="1860" y="4760"/>
                  </a:lnTo>
                  <a:lnTo>
                    <a:pt x="1902" y="4765"/>
                  </a:lnTo>
                  <a:lnTo>
                    <a:pt x="1946" y="4768"/>
                  </a:lnTo>
                  <a:lnTo>
                    <a:pt x="1988" y="4768"/>
                  </a:lnTo>
                  <a:lnTo>
                    <a:pt x="2031" y="4767"/>
                  </a:lnTo>
                  <a:lnTo>
                    <a:pt x="2073" y="4763"/>
                  </a:lnTo>
                  <a:lnTo>
                    <a:pt x="2114" y="4758"/>
                  </a:lnTo>
                  <a:lnTo>
                    <a:pt x="2154" y="4751"/>
                  </a:lnTo>
                  <a:lnTo>
                    <a:pt x="2193" y="4740"/>
                  </a:lnTo>
                  <a:lnTo>
                    <a:pt x="2230" y="4729"/>
                  </a:lnTo>
                  <a:lnTo>
                    <a:pt x="2264" y="4715"/>
                  </a:lnTo>
                  <a:lnTo>
                    <a:pt x="2297" y="4700"/>
                  </a:lnTo>
                  <a:lnTo>
                    <a:pt x="3639" y="3825"/>
                  </a:lnTo>
                  <a:lnTo>
                    <a:pt x="3673" y="3795"/>
                  </a:lnTo>
                  <a:lnTo>
                    <a:pt x="3707" y="3761"/>
                  </a:lnTo>
                  <a:lnTo>
                    <a:pt x="3738" y="3725"/>
                  </a:lnTo>
                  <a:lnTo>
                    <a:pt x="3768" y="3685"/>
                  </a:lnTo>
                  <a:lnTo>
                    <a:pt x="3796" y="3644"/>
                  </a:lnTo>
                  <a:lnTo>
                    <a:pt x="3821" y="3599"/>
                  </a:lnTo>
                  <a:lnTo>
                    <a:pt x="3846" y="3553"/>
                  </a:lnTo>
                  <a:lnTo>
                    <a:pt x="3868" y="3505"/>
                  </a:lnTo>
                  <a:lnTo>
                    <a:pt x="3888" y="3456"/>
                  </a:lnTo>
                  <a:lnTo>
                    <a:pt x="3907" y="3406"/>
                  </a:lnTo>
                  <a:lnTo>
                    <a:pt x="3922" y="3354"/>
                  </a:lnTo>
                  <a:lnTo>
                    <a:pt x="3935" y="3303"/>
                  </a:lnTo>
                  <a:lnTo>
                    <a:pt x="3946" y="3250"/>
                  </a:lnTo>
                  <a:lnTo>
                    <a:pt x="3953" y="3197"/>
                  </a:lnTo>
                  <a:lnTo>
                    <a:pt x="3957" y="3144"/>
                  </a:lnTo>
                  <a:lnTo>
                    <a:pt x="3960" y="3092"/>
                  </a:lnTo>
                  <a:lnTo>
                    <a:pt x="3959" y="1313"/>
                  </a:lnTo>
                  <a:lnTo>
                    <a:pt x="3955" y="1271"/>
                  </a:lnTo>
                  <a:lnTo>
                    <a:pt x="3949" y="1229"/>
                  </a:lnTo>
                  <a:lnTo>
                    <a:pt x="3941" y="1189"/>
                  </a:lnTo>
                  <a:lnTo>
                    <a:pt x="3930" y="1149"/>
                  </a:lnTo>
                  <a:lnTo>
                    <a:pt x="3918" y="1111"/>
                  </a:lnTo>
                  <a:lnTo>
                    <a:pt x="3902" y="1075"/>
                  </a:lnTo>
                  <a:lnTo>
                    <a:pt x="3886" y="1040"/>
                  </a:lnTo>
                  <a:lnTo>
                    <a:pt x="3867" y="1006"/>
                  </a:lnTo>
                  <a:lnTo>
                    <a:pt x="3846" y="973"/>
                  </a:lnTo>
                  <a:lnTo>
                    <a:pt x="3823" y="942"/>
                  </a:lnTo>
                  <a:lnTo>
                    <a:pt x="3798" y="913"/>
                  </a:lnTo>
                  <a:lnTo>
                    <a:pt x="3771" y="886"/>
                  </a:lnTo>
                  <a:lnTo>
                    <a:pt x="3743" y="860"/>
                  </a:lnTo>
                  <a:lnTo>
                    <a:pt x="3714" y="837"/>
                  </a:lnTo>
                  <a:lnTo>
                    <a:pt x="3682" y="816"/>
                  </a:lnTo>
                  <a:lnTo>
                    <a:pt x="3649" y="796"/>
                  </a:lnTo>
                  <a:lnTo>
                    <a:pt x="2386" y="83"/>
                  </a:lnTo>
                  <a:lnTo>
                    <a:pt x="2350" y="65"/>
                  </a:lnTo>
                  <a:lnTo>
                    <a:pt x="2310" y="50"/>
                  </a:lnTo>
                  <a:lnTo>
                    <a:pt x="2268" y="36"/>
                  </a:lnTo>
                  <a:lnTo>
                    <a:pt x="2223" y="24"/>
                  </a:lnTo>
                  <a:lnTo>
                    <a:pt x="2178" y="15"/>
                  </a:lnTo>
                  <a:lnTo>
                    <a:pt x="2131" y="8"/>
                  </a:lnTo>
                  <a:lnTo>
                    <a:pt x="2082" y="3"/>
                  </a:lnTo>
                  <a:lnTo>
                    <a:pt x="2032" y="0"/>
                  </a:lnTo>
                  <a:lnTo>
                    <a:pt x="1982" y="1"/>
                  </a:lnTo>
                  <a:lnTo>
                    <a:pt x="1933" y="3"/>
                  </a:lnTo>
                  <a:lnTo>
                    <a:pt x="1882" y="9"/>
                  </a:lnTo>
                  <a:lnTo>
                    <a:pt x="1833" y="17"/>
                  </a:lnTo>
                  <a:lnTo>
                    <a:pt x="1785" y="29"/>
                  </a:lnTo>
                  <a:lnTo>
                    <a:pt x="1737" y="43"/>
                  </a:lnTo>
                  <a:lnTo>
                    <a:pt x="1691" y="62"/>
                  </a:lnTo>
                  <a:lnTo>
                    <a:pt x="1647" y="83"/>
                  </a:lnTo>
                  <a:lnTo>
                    <a:pt x="311" y="782"/>
                  </a:lnTo>
                  <a:lnTo>
                    <a:pt x="276" y="803"/>
                  </a:lnTo>
                  <a:lnTo>
                    <a:pt x="243" y="826"/>
                  </a:lnTo>
                  <a:lnTo>
                    <a:pt x="213" y="852"/>
                  </a:lnTo>
                  <a:lnTo>
                    <a:pt x="184" y="879"/>
                  </a:lnTo>
                  <a:lnTo>
                    <a:pt x="155" y="908"/>
                  </a:lnTo>
                  <a:lnTo>
                    <a:pt x="131" y="939"/>
                  </a:lnTo>
                  <a:lnTo>
                    <a:pt x="107" y="971"/>
                  </a:lnTo>
                  <a:lnTo>
                    <a:pt x="86" y="1005"/>
                  </a:lnTo>
                  <a:lnTo>
                    <a:pt x="68" y="1040"/>
                  </a:lnTo>
                  <a:lnTo>
                    <a:pt x="50" y="1076"/>
                  </a:lnTo>
                  <a:lnTo>
                    <a:pt x="36" y="1115"/>
                  </a:lnTo>
                  <a:lnTo>
                    <a:pt x="23" y="1153"/>
                  </a:lnTo>
                  <a:lnTo>
                    <a:pt x="14" y="1195"/>
                  </a:lnTo>
                  <a:lnTo>
                    <a:pt x="7" y="1236"/>
                  </a:lnTo>
                  <a:lnTo>
                    <a:pt x="2" y="1279"/>
                  </a:lnTo>
                  <a:lnTo>
                    <a:pt x="0" y="1322"/>
                  </a:lnTo>
                  <a:lnTo>
                    <a:pt x="0" y="3093"/>
                  </a:lnTo>
                  <a:lnTo>
                    <a:pt x="2" y="3147"/>
                  </a:lnTo>
                  <a:lnTo>
                    <a:pt x="7" y="3202"/>
                  </a:lnTo>
                  <a:lnTo>
                    <a:pt x="15" y="3257"/>
                  </a:lnTo>
                  <a:lnTo>
                    <a:pt x="27" y="3312"/>
                  </a:lnTo>
                  <a:lnTo>
                    <a:pt x="42" y="3366"/>
                  </a:lnTo>
                  <a:lnTo>
                    <a:pt x="59" y="3420"/>
                  </a:lnTo>
                  <a:lnTo>
                    <a:pt x="79" y="3474"/>
                  </a:lnTo>
                  <a:lnTo>
                    <a:pt x="102" y="3525"/>
                  </a:lnTo>
                  <a:lnTo>
                    <a:pt x="127" y="3576"/>
                  </a:lnTo>
                  <a:lnTo>
                    <a:pt x="154" y="3624"/>
                  </a:lnTo>
                  <a:lnTo>
                    <a:pt x="184" y="3670"/>
                  </a:lnTo>
                  <a:lnTo>
                    <a:pt x="214" y="3712"/>
                  </a:lnTo>
                  <a:lnTo>
                    <a:pt x="247" y="3752"/>
                  </a:lnTo>
                  <a:lnTo>
                    <a:pt x="281" y="3788"/>
                  </a:lnTo>
                  <a:lnTo>
                    <a:pt x="317" y="3821"/>
                  </a:lnTo>
                  <a:lnTo>
                    <a:pt x="353" y="384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8563" name="Freeform 33"/>
            <p:cNvSpPr>
              <a:spLocks/>
            </p:cNvSpPr>
            <p:nvPr/>
          </p:nvSpPr>
          <p:spPr bwMode="auto">
            <a:xfrm>
              <a:off x="943" y="2210"/>
              <a:ext cx="276" cy="187"/>
            </a:xfrm>
            <a:custGeom>
              <a:avLst/>
              <a:gdLst>
                <a:gd name="T0" fmla="*/ 11 w 1380"/>
                <a:gd name="T1" fmla="*/ 7 h 937"/>
                <a:gd name="T2" fmla="*/ 11 w 1380"/>
                <a:gd name="T3" fmla="*/ 7 h 937"/>
                <a:gd name="T4" fmla="*/ 0 w 1380"/>
                <a:gd name="T5" fmla="*/ 0 h 937"/>
                <a:gd name="T6" fmla="*/ 0 w 1380"/>
                <a:gd name="T7" fmla="*/ 1 h 937"/>
                <a:gd name="T8" fmla="*/ 10 w 1380"/>
                <a:gd name="T9" fmla="*/ 7 h 937"/>
                <a:gd name="T10" fmla="*/ 10 w 1380"/>
                <a:gd name="T11" fmla="*/ 7 h 937"/>
                <a:gd name="T12" fmla="*/ 10 w 1380"/>
                <a:gd name="T13" fmla="*/ 7 h 937"/>
                <a:gd name="T14" fmla="*/ 11 w 1380"/>
                <a:gd name="T15" fmla="*/ 7 h 937"/>
                <a:gd name="T16" fmla="*/ 11 w 1380"/>
                <a:gd name="T17" fmla="*/ 7 h 937"/>
                <a:gd name="T18" fmla="*/ 11 w 1380"/>
                <a:gd name="T19" fmla="*/ 7 h 937"/>
                <a:gd name="T20" fmla="*/ 11 w 1380"/>
                <a:gd name="T21" fmla="*/ 7 h 937"/>
                <a:gd name="T22" fmla="*/ 11 w 1380"/>
                <a:gd name="T23" fmla="*/ 7 h 937"/>
                <a:gd name="T24" fmla="*/ 11 w 1380"/>
                <a:gd name="T25" fmla="*/ 7 h 937"/>
                <a:gd name="T26" fmla="*/ 11 w 1380"/>
                <a:gd name="T27" fmla="*/ 7 h 937"/>
                <a:gd name="T28" fmla="*/ 11 w 1380"/>
                <a:gd name="T29" fmla="*/ 7 h 937"/>
                <a:gd name="T30" fmla="*/ 11 w 1380"/>
                <a:gd name="T31" fmla="*/ 7 h 93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80"/>
                <a:gd name="T49" fmla="*/ 0 h 937"/>
                <a:gd name="T50" fmla="*/ 1380 w 1380"/>
                <a:gd name="T51" fmla="*/ 937 h 93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80" h="937">
                  <a:moveTo>
                    <a:pt x="1354" y="848"/>
                  </a:moveTo>
                  <a:lnTo>
                    <a:pt x="1359" y="851"/>
                  </a:lnTo>
                  <a:lnTo>
                    <a:pt x="51" y="0"/>
                  </a:lnTo>
                  <a:lnTo>
                    <a:pt x="0" y="78"/>
                  </a:lnTo>
                  <a:lnTo>
                    <a:pt x="1307" y="929"/>
                  </a:lnTo>
                  <a:lnTo>
                    <a:pt x="1312" y="932"/>
                  </a:lnTo>
                  <a:lnTo>
                    <a:pt x="1307" y="929"/>
                  </a:lnTo>
                  <a:lnTo>
                    <a:pt x="1326" y="937"/>
                  </a:lnTo>
                  <a:lnTo>
                    <a:pt x="1345" y="936"/>
                  </a:lnTo>
                  <a:lnTo>
                    <a:pt x="1360" y="929"/>
                  </a:lnTo>
                  <a:lnTo>
                    <a:pt x="1372" y="916"/>
                  </a:lnTo>
                  <a:lnTo>
                    <a:pt x="1379" y="899"/>
                  </a:lnTo>
                  <a:lnTo>
                    <a:pt x="1380" y="883"/>
                  </a:lnTo>
                  <a:lnTo>
                    <a:pt x="1374" y="865"/>
                  </a:lnTo>
                  <a:lnTo>
                    <a:pt x="1359" y="851"/>
                  </a:lnTo>
                  <a:lnTo>
                    <a:pt x="1354" y="84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8564" name="Freeform 34"/>
            <p:cNvSpPr>
              <a:spLocks/>
            </p:cNvSpPr>
            <p:nvPr/>
          </p:nvSpPr>
          <p:spPr bwMode="auto">
            <a:xfrm>
              <a:off x="1206" y="2379"/>
              <a:ext cx="140" cy="32"/>
            </a:xfrm>
            <a:custGeom>
              <a:avLst/>
              <a:gdLst>
                <a:gd name="T0" fmla="*/ 5 w 703"/>
                <a:gd name="T1" fmla="*/ 0 h 162"/>
                <a:gd name="T2" fmla="*/ 5 w 703"/>
                <a:gd name="T3" fmla="*/ 0 h 162"/>
                <a:gd name="T4" fmla="*/ 5 w 703"/>
                <a:gd name="T5" fmla="*/ 0 h 162"/>
                <a:gd name="T6" fmla="*/ 5 w 703"/>
                <a:gd name="T7" fmla="*/ 0 h 162"/>
                <a:gd name="T8" fmla="*/ 4 w 703"/>
                <a:gd name="T9" fmla="*/ 0 h 162"/>
                <a:gd name="T10" fmla="*/ 4 w 703"/>
                <a:gd name="T11" fmla="*/ 0 h 162"/>
                <a:gd name="T12" fmla="*/ 4 w 703"/>
                <a:gd name="T13" fmla="*/ 0 h 162"/>
                <a:gd name="T14" fmla="*/ 3 w 703"/>
                <a:gd name="T15" fmla="*/ 1 h 162"/>
                <a:gd name="T16" fmla="*/ 3 w 703"/>
                <a:gd name="T17" fmla="*/ 1 h 162"/>
                <a:gd name="T18" fmla="*/ 3 w 703"/>
                <a:gd name="T19" fmla="*/ 1 h 162"/>
                <a:gd name="T20" fmla="*/ 2 w 703"/>
                <a:gd name="T21" fmla="*/ 1 h 162"/>
                <a:gd name="T22" fmla="*/ 2 w 703"/>
                <a:gd name="T23" fmla="*/ 1 h 162"/>
                <a:gd name="T24" fmla="*/ 2 w 703"/>
                <a:gd name="T25" fmla="*/ 0 h 162"/>
                <a:gd name="T26" fmla="*/ 1 w 703"/>
                <a:gd name="T27" fmla="*/ 0 h 162"/>
                <a:gd name="T28" fmla="*/ 1 w 703"/>
                <a:gd name="T29" fmla="*/ 0 h 162"/>
                <a:gd name="T30" fmla="*/ 1 w 703"/>
                <a:gd name="T31" fmla="*/ 0 h 162"/>
                <a:gd name="T32" fmla="*/ 1 w 703"/>
                <a:gd name="T33" fmla="*/ 0 h 162"/>
                <a:gd name="T34" fmla="*/ 0 w 703"/>
                <a:gd name="T35" fmla="*/ 0 h 162"/>
                <a:gd name="T36" fmla="*/ 0 w 703"/>
                <a:gd name="T37" fmla="*/ 1 h 162"/>
                <a:gd name="T38" fmla="*/ 0 w 703"/>
                <a:gd name="T39" fmla="*/ 1 h 162"/>
                <a:gd name="T40" fmla="*/ 1 w 703"/>
                <a:gd name="T41" fmla="*/ 1 h 162"/>
                <a:gd name="T42" fmla="*/ 1 w 703"/>
                <a:gd name="T43" fmla="*/ 1 h 162"/>
                <a:gd name="T44" fmla="*/ 1 w 703"/>
                <a:gd name="T45" fmla="*/ 1 h 162"/>
                <a:gd name="T46" fmla="*/ 2 w 703"/>
                <a:gd name="T47" fmla="*/ 1 h 162"/>
                <a:gd name="T48" fmla="*/ 2 w 703"/>
                <a:gd name="T49" fmla="*/ 1 h 162"/>
                <a:gd name="T50" fmla="*/ 2 w 703"/>
                <a:gd name="T51" fmla="*/ 1 h 162"/>
                <a:gd name="T52" fmla="*/ 3 w 703"/>
                <a:gd name="T53" fmla="*/ 1 h 162"/>
                <a:gd name="T54" fmla="*/ 3 w 703"/>
                <a:gd name="T55" fmla="*/ 1 h 162"/>
                <a:gd name="T56" fmla="*/ 3 w 703"/>
                <a:gd name="T57" fmla="*/ 1 h 162"/>
                <a:gd name="T58" fmla="*/ 4 w 703"/>
                <a:gd name="T59" fmla="*/ 1 h 162"/>
                <a:gd name="T60" fmla="*/ 4 w 703"/>
                <a:gd name="T61" fmla="*/ 1 h 162"/>
                <a:gd name="T62" fmla="*/ 5 w 703"/>
                <a:gd name="T63" fmla="*/ 1 h 162"/>
                <a:gd name="T64" fmla="*/ 5 w 703"/>
                <a:gd name="T65" fmla="*/ 1 h 162"/>
                <a:gd name="T66" fmla="*/ 5 w 703"/>
                <a:gd name="T67" fmla="*/ 1 h 162"/>
                <a:gd name="T68" fmla="*/ 5 w 703"/>
                <a:gd name="T69" fmla="*/ 1 h 162"/>
                <a:gd name="T70" fmla="*/ 5 w 703"/>
                <a:gd name="T71" fmla="*/ 1 h 162"/>
                <a:gd name="T72" fmla="*/ 5 w 703"/>
                <a:gd name="T73" fmla="*/ 1 h 162"/>
                <a:gd name="T74" fmla="*/ 5 w 703"/>
                <a:gd name="T75" fmla="*/ 1 h 162"/>
                <a:gd name="T76" fmla="*/ 6 w 703"/>
                <a:gd name="T77" fmla="*/ 0 h 162"/>
                <a:gd name="T78" fmla="*/ 6 w 703"/>
                <a:gd name="T79" fmla="*/ 0 h 162"/>
                <a:gd name="T80" fmla="*/ 6 w 703"/>
                <a:gd name="T81" fmla="*/ 0 h 162"/>
                <a:gd name="T82" fmla="*/ 5 w 703"/>
                <a:gd name="T83" fmla="*/ 0 h 162"/>
                <a:gd name="T84" fmla="*/ 5 w 703"/>
                <a:gd name="T85" fmla="*/ 0 h 162"/>
                <a:gd name="T86" fmla="*/ 5 w 703"/>
                <a:gd name="T87" fmla="*/ 0 h 162"/>
                <a:gd name="T88" fmla="*/ 5 w 703"/>
                <a:gd name="T89" fmla="*/ 0 h 162"/>
                <a:gd name="T90" fmla="*/ 5 w 703"/>
                <a:gd name="T91" fmla="*/ 0 h 162"/>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703"/>
                <a:gd name="T139" fmla="*/ 0 h 162"/>
                <a:gd name="T140" fmla="*/ 703 w 703"/>
                <a:gd name="T141" fmla="*/ 162 h 162"/>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703" h="162">
                  <a:moveTo>
                    <a:pt x="631" y="8"/>
                  </a:moveTo>
                  <a:lnTo>
                    <a:pt x="636" y="6"/>
                  </a:lnTo>
                  <a:lnTo>
                    <a:pt x="606" y="20"/>
                  </a:lnTo>
                  <a:lnTo>
                    <a:pt x="575" y="32"/>
                  </a:lnTo>
                  <a:lnTo>
                    <a:pt x="540" y="42"/>
                  </a:lnTo>
                  <a:lnTo>
                    <a:pt x="504" y="52"/>
                  </a:lnTo>
                  <a:lnTo>
                    <a:pt x="467" y="59"/>
                  </a:lnTo>
                  <a:lnTo>
                    <a:pt x="428" y="64"/>
                  </a:lnTo>
                  <a:lnTo>
                    <a:pt x="389" y="67"/>
                  </a:lnTo>
                  <a:lnTo>
                    <a:pt x="348" y="68"/>
                  </a:lnTo>
                  <a:lnTo>
                    <a:pt x="308" y="68"/>
                  </a:lnTo>
                  <a:lnTo>
                    <a:pt x="267" y="65"/>
                  </a:lnTo>
                  <a:lnTo>
                    <a:pt x="226" y="61"/>
                  </a:lnTo>
                  <a:lnTo>
                    <a:pt x="187" y="54"/>
                  </a:lnTo>
                  <a:lnTo>
                    <a:pt x="148" y="44"/>
                  </a:lnTo>
                  <a:lnTo>
                    <a:pt x="110" y="33"/>
                  </a:lnTo>
                  <a:lnTo>
                    <a:pt x="75" y="20"/>
                  </a:lnTo>
                  <a:lnTo>
                    <a:pt x="42" y="5"/>
                  </a:lnTo>
                  <a:lnTo>
                    <a:pt x="0" y="89"/>
                  </a:lnTo>
                  <a:lnTo>
                    <a:pt x="40" y="107"/>
                  </a:lnTo>
                  <a:lnTo>
                    <a:pt x="82" y="122"/>
                  </a:lnTo>
                  <a:lnTo>
                    <a:pt x="124" y="135"/>
                  </a:lnTo>
                  <a:lnTo>
                    <a:pt x="169" y="146"/>
                  </a:lnTo>
                  <a:lnTo>
                    <a:pt x="214" y="153"/>
                  </a:lnTo>
                  <a:lnTo>
                    <a:pt x="258" y="158"/>
                  </a:lnTo>
                  <a:lnTo>
                    <a:pt x="303" y="162"/>
                  </a:lnTo>
                  <a:lnTo>
                    <a:pt x="348" y="162"/>
                  </a:lnTo>
                  <a:lnTo>
                    <a:pt x="394" y="161"/>
                  </a:lnTo>
                  <a:lnTo>
                    <a:pt x="439" y="157"/>
                  </a:lnTo>
                  <a:lnTo>
                    <a:pt x="481" y="150"/>
                  </a:lnTo>
                  <a:lnTo>
                    <a:pt x="525" y="143"/>
                  </a:lnTo>
                  <a:lnTo>
                    <a:pt x="566" y="132"/>
                  </a:lnTo>
                  <a:lnTo>
                    <a:pt x="606" y="121"/>
                  </a:lnTo>
                  <a:lnTo>
                    <a:pt x="643" y="105"/>
                  </a:lnTo>
                  <a:lnTo>
                    <a:pt x="678" y="88"/>
                  </a:lnTo>
                  <a:lnTo>
                    <a:pt x="683" y="86"/>
                  </a:lnTo>
                  <a:lnTo>
                    <a:pt x="678" y="88"/>
                  </a:lnTo>
                  <a:lnTo>
                    <a:pt x="695" y="75"/>
                  </a:lnTo>
                  <a:lnTo>
                    <a:pt x="702" y="60"/>
                  </a:lnTo>
                  <a:lnTo>
                    <a:pt x="703" y="42"/>
                  </a:lnTo>
                  <a:lnTo>
                    <a:pt x="698" y="26"/>
                  </a:lnTo>
                  <a:lnTo>
                    <a:pt x="688" y="12"/>
                  </a:lnTo>
                  <a:lnTo>
                    <a:pt x="674" y="3"/>
                  </a:lnTo>
                  <a:lnTo>
                    <a:pt x="656" y="0"/>
                  </a:lnTo>
                  <a:lnTo>
                    <a:pt x="636" y="6"/>
                  </a:lnTo>
                  <a:lnTo>
                    <a:pt x="631"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8565" name="Freeform 35"/>
            <p:cNvSpPr>
              <a:spLocks/>
            </p:cNvSpPr>
            <p:nvPr/>
          </p:nvSpPr>
          <p:spPr bwMode="auto">
            <a:xfrm>
              <a:off x="1332" y="2204"/>
              <a:ext cx="283" cy="192"/>
            </a:xfrm>
            <a:custGeom>
              <a:avLst/>
              <a:gdLst>
                <a:gd name="T0" fmla="*/ 11 w 1415"/>
                <a:gd name="T1" fmla="*/ 0 h 960"/>
                <a:gd name="T2" fmla="*/ 11 w 1415"/>
                <a:gd name="T3" fmla="*/ 0 h 960"/>
                <a:gd name="T4" fmla="*/ 0 w 1415"/>
                <a:gd name="T5" fmla="*/ 7 h 960"/>
                <a:gd name="T6" fmla="*/ 0 w 1415"/>
                <a:gd name="T7" fmla="*/ 8 h 960"/>
                <a:gd name="T8" fmla="*/ 11 w 1415"/>
                <a:gd name="T9" fmla="*/ 1 h 960"/>
                <a:gd name="T10" fmla="*/ 11 w 1415"/>
                <a:gd name="T11" fmla="*/ 1 h 960"/>
                <a:gd name="T12" fmla="*/ 11 w 1415"/>
                <a:gd name="T13" fmla="*/ 1 h 960"/>
                <a:gd name="T14" fmla="*/ 11 w 1415"/>
                <a:gd name="T15" fmla="*/ 1 h 960"/>
                <a:gd name="T16" fmla="*/ 11 w 1415"/>
                <a:gd name="T17" fmla="*/ 0 h 960"/>
                <a:gd name="T18" fmla="*/ 11 w 1415"/>
                <a:gd name="T19" fmla="*/ 0 h 960"/>
                <a:gd name="T20" fmla="*/ 11 w 1415"/>
                <a:gd name="T21" fmla="*/ 0 h 960"/>
                <a:gd name="T22" fmla="*/ 11 w 1415"/>
                <a:gd name="T23" fmla="*/ 0 h 960"/>
                <a:gd name="T24" fmla="*/ 11 w 1415"/>
                <a:gd name="T25" fmla="*/ 0 h 960"/>
                <a:gd name="T26" fmla="*/ 11 w 1415"/>
                <a:gd name="T27" fmla="*/ 0 h 960"/>
                <a:gd name="T28" fmla="*/ 11 w 1415"/>
                <a:gd name="T29" fmla="*/ 0 h 960"/>
                <a:gd name="T30" fmla="*/ 11 w 1415"/>
                <a:gd name="T31" fmla="*/ 0 h 96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15"/>
                <a:gd name="T49" fmla="*/ 0 h 960"/>
                <a:gd name="T50" fmla="*/ 1415 w 1415"/>
                <a:gd name="T51" fmla="*/ 960 h 96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15" h="960">
                  <a:moveTo>
                    <a:pt x="1338" y="10"/>
                  </a:moveTo>
                  <a:lnTo>
                    <a:pt x="1342" y="8"/>
                  </a:lnTo>
                  <a:lnTo>
                    <a:pt x="0" y="882"/>
                  </a:lnTo>
                  <a:lnTo>
                    <a:pt x="52" y="960"/>
                  </a:lnTo>
                  <a:lnTo>
                    <a:pt x="1393" y="85"/>
                  </a:lnTo>
                  <a:lnTo>
                    <a:pt x="1397" y="83"/>
                  </a:lnTo>
                  <a:lnTo>
                    <a:pt x="1393" y="85"/>
                  </a:lnTo>
                  <a:lnTo>
                    <a:pt x="1409" y="71"/>
                  </a:lnTo>
                  <a:lnTo>
                    <a:pt x="1415" y="53"/>
                  </a:lnTo>
                  <a:lnTo>
                    <a:pt x="1413" y="37"/>
                  </a:lnTo>
                  <a:lnTo>
                    <a:pt x="1406" y="21"/>
                  </a:lnTo>
                  <a:lnTo>
                    <a:pt x="1395" y="8"/>
                  </a:lnTo>
                  <a:lnTo>
                    <a:pt x="1379" y="1"/>
                  </a:lnTo>
                  <a:lnTo>
                    <a:pt x="1361" y="0"/>
                  </a:lnTo>
                  <a:lnTo>
                    <a:pt x="1342" y="8"/>
                  </a:lnTo>
                  <a:lnTo>
                    <a:pt x="1338" y="1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8566" name="Freeform 36"/>
            <p:cNvSpPr>
              <a:spLocks/>
            </p:cNvSpPr>
            <p:nvPr/>
          </p:nvSpPr>
          <p:spPr bwMode="auto">
            <a:xfrm>
              <a:off x="1599" y="2057"/>
              <a:ext cx="80" cy="163"/>
            </a:xfrm>
            <a:custGeom>
              <a:avLst/>
              <a:gdLst>
                <a:gd name="T0" fmla="*/ 2 w 398"/>
                <a:gd name="T1" fmla="*/ 0 h 817"/>
                <a:gd name="T2" fmla="*/ 2 w 398"/>
                <a:gd name="T3" fmla="*/ 0 h 817"/>
                <a:gd name="T4" fmla="*/ 2 w 398"/>
                <a:gd name="T5" fmla="*/ 1 h 817"/>
                <a:gd name="T6" fmla="*/ 2 w 398"/>
                <a:gd name="T7" fmla="*/ 1 h 817"/>
                <a:gd name="T8" fmla="*/ 2 w 398"/>
                <a:gd name="T9" fmla="*/ 2 h 817"/>
                <a:gd name="T10" fmla="*/ 2 w 398"/>
                <a:gd name="T11" fmla="*/ 2 h 817"/>
                <a:gd name="T12" fmla="*/ 2 w 398"/>
                <a:gd name="T13" fmla="*/ 2 h 817"/>
                <a:gd name="T14" fmla="*/ 2 w 398"/>
                <a:gd name="T15" fmla="*/ 3 h 817"/>
                <a:gd name="T16" fmla="*/ 2 w 398"/>
                <a:gd name="T17" fmla="*/ 3 h 817"/>
                <a:gd name="T18" fmla="*/ 2 w 398"/>
                <a:gd name="T19" fmla="*/ 4 h 817"/>
                <a:gd name="T20" fmla="*/ 2 w 398"/>
                <a:gd name="T21" fmla="*/ 4 h 817"/>
                <a:gd name="T22" fmla="*/ 1 w 398"/>
                <a:gd name="T23" fmla="*/ 4 h 817"/>
                <a:gd name="T24" fmla="*/ 1 w 398"/>
                <a:gd name="T25" fmla="*/ 5 h 817"/>
                <a:gd name="T26" fmla="*/ 1 w 398"/>
                <a:gd name="T27" fmla="*/ 5 h 817"/>
                <a:gd name="T28" fmla="*/ 1 w 398"/>
                <a:gd name="T29" fmla="*/ 5 h 817"/>
                <a:gd name="T30" fmla="*/ 1 w 398"/>
                <a:gd name="T31" fmla="*/ 5 h 817"/>
                <a:gd name="T32" fmla="*/ 0 w 398"/>
                <a:gd name="T33" fmla="*/ 6 h 817"/>
                <a:gd name="T34" fmla="*/ 0 w 398"/>
                <a:gd name="T35" fmla="*/ 6 h 817"/>
                <a:gd name="T36" fmla="*/ 0 w 398"/>
                <a:gd name="T37" fmla="*/ 7 h 817"/>
                <a:gd name="T38" fmla="*/ 1 w 398"/>
                <a:gd name="T39" fmla="*/ 6 h 817"/>
                <a:gd name="T40" fmla="*/ 1 w 398"/>
                <a:gd name="T41" fmla="*/ 6 h 817"/>
                <a:gd name="T42" fmla="*/ 1 w 398"/>
                <a:gd name="T43" fmla="*/ 6 h 817"/>
                <a:gd name="T44" fmla="*/ 2 w 398"/>
                <a:gd name="T45" fmla="*/ 5 h 817"/>
                <a:gd name="T46" fmla="*/ 2 w 398"/>
                <a:gd name="T47" fmla="*/ 5 h 817"/>
                <a:gd name="T48" fmla="*/ 2 w 398"/>
                <a:gd name="T49" fmla="*/ 5 h 817"/>
                <a:gd name="T50" fmla="*/ 2 w 398"/>
                <a:gd name="T51" fmla="*/ 4 h 817"/>
                <a:gd name="T52" fmla="*/ 2 w 398"/>
                <a:gd name="T53" fmla="*/ 4 h 817"/>
                <a:gd name="T54" fmla="*/ 3 w 398"/>
                <a:gd name="T55" fmla="*/ 3 h 817"/>
                <a:gd name="T56" fmla="*/ 3 w 398"/>
                <a:gd name="T57" fmla="*/ 3 h 817"/>
                <a:gd name="T58" fmla="*/ 3 w 398"/>
                <a:gd name="T59" fmla="*/ 3 h 817"/>
                <a:gd name="T60" fmla="*/ 3 w 398"/>
                <a:gd name="T61" fmla="*/ 2 h 817"/>
                <a:gd name="T62" fmla="*/ 3 w 398"/>
                <a:gd name="T63" fmla="*/ 2 h 817"/>
                <a:gd name="T64" fmla="*/ 3 w 398"/>
                <a:gd name="T65" fmla="*/ 1 h 817"/>
                <a:gd name="T66" fmla="*/ 3 w 398"/>
                <a:gd name="T67" fmla="*/ 1 h 817"/>
                <a:gd name="T68" fmla="*/ 3 w 398"/>
                <a:gd name="T69" fmla="*/ 0 h 817"/>
                <a:gd name="T70" fmla="*/ 3 w 398"/>
                <a:gd name="T71" fmla="*/ 0 h 817"/>
                <a:gd name="T72" fmla="*/ 3 w 398"/>
                <a:gd name="T73" fmla="*/ 0 h 817"/>
                <a:gd name="T74" fmla="*/ 3 w 398"/>
                <a:gd name="T75" fmla="*/ 0 h 817"/>
                <a:gd name="T76" fmla="*/ 3 w 398"/>
                <a:gd name="T77" fmla="*/ 0 h 817"/>
                <a:gd name="T78" fmla="*/ 3 w 398"/>
                <a:gd name="T79" fmla="*/ 0 h 817"/>
                <a:gd name="T80" fmla="*/ 3 w 398"/>
                <a:gd name="T81" fmla="*/ 0 h 817"/>
                <a:gd name="T82" fmla="*/ 3 w 398"/>
                <a:gd name="T83" fmla="*/ 0 h 817"/>
                <a:gd name="T84" fmla="*/ 3 w 398"/>
                <a:gd name="T85" fmla="*/ 0 h 817"/>
                <a:gd name="T86" fmla="*/ 2 w 398"/>
                <a:gd name="T87" fmla="*/ 0 h 817"/>
                <a:gd name="T88" fmla="*/ 2 w 398"/>
                <a:gd name="T89" fmla="*/ 0 h 817"/>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398"/>
                <a:gd name="T136" fmla="*/ 0 h 817"/>
                <a:gd name="T137" fmla="*/ 398 w 398"/>
                <a:gd name="T138" fmla="*/ 817 h 817"/>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398" h="817">
                  <a:moveTo>
                    <a:pt x="304" y="47"/>
                  </a:moveTo>
                  <a:lnTo>
                    <a:pt x="304" y="47"/>
                  </a:lnTo>
                  <a:lnTo>
                    <a:pt x="301" y="97"/>
                  </a:lnTo>
                  <a:lnTo>
                    <a:pt x="297" y="147"/>
                  </a:lnTo>
                  <a:lnTo>
                    <a:pt x="291" y="198"/>
                  </a:lnTo>
                  <a:lnTo>
                    <a:pt x="280" y="247"/>
                  </a:lnTo>
                  <a:lnTo>
                    <a:pt x="268" y="297"/>
                  </a:lnTo>
                  <a:lnTo>
                    <a:pt x="253" y="347"/>
                  </a:lnTo>
                  <a:lnTo>
                    <a:pt x="236" y="395"/>
                  </a:lnTo>
                  <a:lnTo>
                    <a:pt x="217" y="442"/>
                  </a:lnTo>
                  <a:lnTo>
                    <a:pt x="195" y="487"/>
                  </a:lnTo>
                  <a:lnTo>
                    <a:pt x="171" y="532"/>
                  </a:lnTo>
                  <a:lnTo>
                    <a:pt x="147" y="574"/>
                  </a:lnTo>
                  <a:lnTo>
                    <a:pt x="121" y="613"/>
                  </a:lnTo>
                  <a:lnTo>
                    <a:pt x="93" y="650"/>
                  </a:lnTo>
                  <a:lnTo>
                    <a:pt x="64" y="684"/>
                  </a:lnTo>
                  <a:lnTo>
                    <a:pt x="32" y="716"/>
                  </a:lnTo>
                  <a:lnTo>
                    <a:pt x="0" y="744"/>
                  </a:lnTo>
                  <a:lnTo>
                    <a:pt x="59" y="817"/>
                  </a:lnTo>
                  <a:lnTo>
                    <a:pt x="95" y="784"/>
                  </a:lnTo>
                  <a:lnTo>
                    <a:pt x="132" y="748"/>
                  </a:lnTo>
                  <a:lnTo>
                    <a:pt x="166" y="709"/>
                  </a:lnTo>
                  <a:lnTo>
                    <a:pt x="196" y="667"/>
                  </a:lnTo>
                  <a:lnTo>
                    <a:pt x="227" y="623"/>
                  </a:lnTo>
                  <a:lnTo>
                    <a:pt x="253" y="576"/>
                  </a:lnTo>
                  <a:lnTo>
                    <a:pt x="279" y="530"/>
                  </a:lnTo>
                  <a:lnTo>
                    <a:pt x="301" y="479"/>
                  </a:lnTo>
                  <a:lnTo>
                    <a:pt x="323" y="428"/>
                  </a:lnTo>
                  <a:lnTo>
                    <a:pt x="342" y="375"/>
                  </a:lnTo>
                  <a:lnTo>
                    <a:pt x="359" y="321"/>
                  </a:lnTo>
                  <a:lnTo>
                    <a:pt x="372" y="268"/>
                  </a:lnTo>
                  <a:lnTo>
                    <a:pt x="382" y="212"/>
                  </a:lnTo>
                  <a:lnTo>
                    <a:pt x="391" y="157"/>
                  </a:lnTo>
                  <a:lnTo>
                    <a:pt x="395" y="102"/>
                  </a:lnTo>
                  <a:lnTo>
                    <a:pt x="398" y="47"/>
                  </a:lnTo>
                  <a:lnTo>
                    <a:pt x="394" y="27"/>
                  </a:lnTo>
                  <a:lnTo>
                    <a:pt x="383" y="11"/>
                  </a:lnTo>
                  <a:lnTo>
                    <a:pt x="368" y="3"/>
                  </a:lnTo>
                  <a:lnTo>
                    <a:pt x="351" y="0"/>
                  </a:lnTo>
                  <a:lnTo>
                    <a:pt x="333" y="3"/>
                  </a:lnTo>
                  <a:lnTo>
                    <a:pt x="319" y="11"/>
                  </a:lnTo>
                  <a:lnTo>
                    <a:pt x="307" y="27"/>
                  </a:lnTo>
                  <a:lnTo>
                    <a:pt x="304" y="4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8567" name="Freeform 37"/>
            <p:cNvSpPr>
              <a:spLocks/>
            </p:cNvSpPr>
            <p:nvPr/>
          </p:nvSpPr>
          <p:spPr bwMode="auto">
            <a:xfrm>
              <a:off x="1660" y="1701"/>
              <a:ext cx="19" cy="365"/>
            </a:xfrm>
            <a:custGeom>
              <a:avLst/>
              <a:gdLst>
                <a:gd name="T0" fmla="*/ 0 w 95"/>
                <a:gd name="T1" fmla="*/ 0 h 1826"/>
                <a:gd name="T2" fmla="*/ 0 w 95"/>
                <a:gd name="T3" fmla="*/ 0 h 1826"/>
                <a:gd name="T4" fmla="*/ 0 w 95"/>
                <a:gd name="T5" fmla="*/ 15 h 1826"/>
                <a:gd name="T6" fmla="*/ 1 w 95"/>
                <a:gd name="T7" fmla="*/ 15 h 1826"/>
                <a:gd name="T8" fmla="*/ 1 w 95"/>
                <a:gd name="T9" fmla="*/ 0 h 1826"/>
                <a:gd name="T10" fmla="*/ 1 w 95"/>
                <a:gd name="T11" fmla="*/ 0 h 1826"/>
                <a:gd name="T12" fmla="*/ 1 w 95"/>
                <a:gd name="T13" fmla="*/ 0 h 1826"/>
                <a:gd name="T14" fmla="*/ 1 w 95"/>
                <a:gd name="T15" fmla="*/ 0 h 1826"/>
                <a:gd name="T16" fmla="*/ 1 w 95"/>
                <a:gd name="T17" fmla="*/ 0 h 1826"/>
                <a:gd name="T18" fmla="*/ 1 w 95"/>
                <a:gd name="T19" fmla="*/ 0 h 1826"/>
                <a:gd name="T20" fmla="*/ 0 w 95"/>
                <a:gd name="T21" fmla="*/ 0 h 1826"/>
                <a:gd name="T22" fmla="*/ 0 w 95"/>
                <a:gd name="T23" fmla="*/ 0 h 1826"/>
                <a:gd name="T24" fmla="*/ 0 w 95"/>
                <a:gd name="T25" fmla="*/ 0 h 1826"/>
                <a:gd name="T26" fmla="*/ 0 w 95"/>
                <a:gd name="T27" fmla="*/ 0 h 1826"/>
                <a:gd name="T28" fmla="*/ 0 w 95"/>
                <a:gd name="T29" fmla="*/ 0 h 1826"/>
                <a:gd name="T30" fmla="*/ 0 w 95"/>
                <a:gd name="T31" fmla="*/ 0 h 182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95"/>
                <a:gd name="T49" fmla="*/ 0 h 1826"/>
                <a:gd name="T50" fmla="*/ 95 w 95"/>
                <a:gd name="T51" fmla="*/ 1826 h 182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95" h="1826">
                  <a:moveTo>
                    <a:pt x="0" y="49"/>
                  </a:moveTo>
                  <a:lnTo>
                    <a:pt x="0" y="47"/>
                  </a:lnTo>
                  <a:lnTo>
                    <a:pt x="1" y="1826"/>
                  </a:lnTo>
                  <a:lnTo>
                    <a:pt x="95" y="1826"/>
                  </a:lnTo>
                  <a:lnTo>
                    <a:pt x="93" y="47"/>
                  </a:lnTo>
                  <a:lnTo>
                    <a:pt x="93" y="45"/>
                  </a:lnTo>
                  <a:lnTo>
                    <a:pt x="93" y="47"/>
                  </a:lnTo>
                  <a:lnTo>
                    <a:pt x="90" y="27"/>
                  </a:lnTo>
                  <a:lnTo>
                    <a:pt x="79" y="12"/>
                  </a:lnTo>
                  <a:lnTo>
                    <a:pt x="64" y="4"/>
                  </a:lnTo>
                  <a:lnTo>
                    <a:pt x="47" y="0"/>
                  </a:lnTo>
                  <a:lnTo>
                    <a:pt x="29" y="4"/>
                  </a:lnTo>
                  <a:lnTo>
                    <a:pt x="15" y="12"/>
                  </a:lnTo>
                  <a:lnTo>
                    <a:pt x="3" y="27"/>
                  </a:lnTo>
                  <a:lnTo>
                    <a:pt x="0" y="47"/>
                  </a:lnTo>
                  <a:lnTo>
                    <a:pt x="0" y="4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8568" name="Freeform 38"/>
            <p:cNvSpPr>
              <a:spLocks/>
            </p:cNvSpPr>
            <p:nvPr/>
          </p:nvSpPr>
          <p:spPr bwMode="auto">
            <a:xfrm>
              <a:off x="1598" y="1598"/>
              <a:ext cx="81" cy="113"/>
            </a:xfrm>
            <a:custGeom>
              <a:avLst/>
              <a:gdLst>
                <a:gd name="T0" fmla="*/ 0 w 401"/>
                <a:gd name="T1" fmla="*/ 1 h 566"/>
                <a:gd name="T2" fmla="*/ 0 w 401"/>
                <a:gd name="T3" fmla="*/ 1 h 566"/>
                <a:gd name="T4" fmla="*/ 0 w 401"/>
                <a:gd name="T5" fmla="*/ 1 h 566"/>
                <a:gd name="T6" fmla="*/ 1 w 401"/>
                <a:gd name="T7" fmla="*/ 1 h 566"/>
                <a:gd name="T8" fmla="*/ 1 w 401"/>
                <a:gd name="T9" fmla="*/ 1 h 566"/>
                <a:gd name="T10" fmla="*/ 1 w 401"/>
                <a:gd name="T11" fmla="*/ 1 h 566"/>
                <a:gd name="T12" fmla="*/ 1 w 401"/>
                <a:gd name="T13" fmla="*/ 2 h 566"/>
                <a:gd name="T14" fmla="*/ 1 w 401"/>
                <a:gd name="T15" fmla="*/ 2 h 566"/>
                <a:gd name="T16" fmla="*/ 2 w 401"/>
                <a:gd name="T17" fmla="*/ 2 h 566"/>
                <a:gd name="T18" fmla="*/ 2 w 401"/>
                <a:gd name="T19" fmla="*/ 2 h 566"/>
                <a:gd name="T20" fmla="*/ 2 w 401"/>
                <a:gd name="T21" fmla="*/ 2 h 566"/>
                <a:gd name="T22" fmla="*/ 2 w 401"/>
                <a:gd name="T23" fmla="*/ 3 h 566"/>
                <a:gd name="T24" fmla="*/ 2 w 401"/>
                <a:gd name="T25" fmla="*/ 3 h 566"/>
                <a:gd name="T26" fmla="*/ 2 w 401"/>
                <a:gd name="T27" fmla="*/ 3 h 566"/>
                <a:gd name="T28" fmla="*/ 2 w 401"/>
                <a:gd name="T29" fmla="*/ 4 h 566"/>
                <a:gd name="T30" fmla="*/ 2 w 401"/>
                <a:gd name="T31" fmla="*/ 4 h 566"/>
                <a:gd name="T32" fmla="*/ 2 w 401"/>
                <a:gd name="T33" fmla="*/ 4 h 566"/>
                <a:gd name="T34" fmla="*/ 3 w 401"/>
                <a:gd name="T35" fmla="*/ 5 h 566"/>
                <a:gd name="T36" fmla="*/ 3 w 401"/>
                <a:gd name="T37" fmla="*/ 4 h 566"/>
                <a:gd name="T38" fmla="*/ 3 w 401"/>
                <a:gd name="T39" fmla="*/ 4 h 566"/>
                <a:gd name="T40" fmla="*/ 3 w 401"/>
                <a:gd name="T41" fmla="*/ 4 h 566"/>
                <a:gd name="T42" fmla="*/ 3 w 401"/>
                <a:gd name="T43" fmla="*/ 3 h 566"/>
                <a:gd name="T44" fmla="*/ 3 w 401"/>
                <a:gd name="T45" fmla="*/ 3 h 566"/>
                <a:gd name="T46" fmla="*/ 3 w 401"/>
                <a:gd name="T47" fmla="*/ 3 h 566"/>
                <a:gd name="T48" fmla="*/ 3 w 401"/>
                <a:gd name="T49" fmla="*/ 2 h 566"/>
                <a:gd name="T50" fmla="*/ 3 w 401"/>
                <a:gd name="T51" fmla="*/ 2 h 566"/>
                <a:gd name="T52" fmla="*/ 2 w 401"/>
                <a:gd name="T53" fmla="*/ 2 h 566"/>
                <a:gd name="T54" fmla="*/ 2 w 401"/>
                <a:gd name="T55" fmla="*/ 2 h 566"/>
                <a:gd name="T56" fmla="*/ 2 w 401"/>
                <a:gd name="T57" fmla="*/ 1 h 566"/>
                <a:gd name="T58" fmla="*/ 2 w 401"/>
                <a:gd name="T59" fmla="*/ 1 h 566"/>
                <a:gd name="T60" fmla="*/ 2 w 401"/>
                <a:gd name="T61" fmla="*/ 1 h 566"/>
                <a:gd name="T62" fmla="*/ 1 w 401"/>
                <a:gd name="T63" fmla="*/ 1 h 566"/>
                <a:gd name="T64" fmla="*/ 1 w 401"/>
                <a:gd name="T65" fmla="*/ 0 h 566"/>
                <a:gd name="T66" fmla="*/ 1 w 401"/>
                <a:gd name="T67" fmla="*/ 0 h 566"/>
                <a:gd name="T68" fmla="*/ 1 w 401"/>
                <a:gd name="T69" fmla="*/ 0 h 566"/>
                <a:gd name="T70" fmla="*/ 1 w 401"/>
                <a:gd name="T71" fmla="*/ 0 h 566"/>
                <a:gd name="T72" fmla="*/ 1 w 401"/>
                <a:gd name="T73" fmla="*/ 0 h 566"/>
                <a:gd name="T74" fmla="*/ 0 w 401"/>
                <a:gd name="T75" fmla="*/ 0 h 566"/>
                <a:gd name="T76" fmla="*/ 0 w 401"/>
                <a:gd name="T77" fmla="*/ 0 h 566"/>
                <a:gd name="T78" fmla="*/ 0 w 401"/>
                <a:gd name="T79" fmla="*/ 0 h 566"/>
                <a:gd name="T80" fmla="*/ 0 w 401"/>
                <a:gd name="T81" fmla="*/ 0 h 566"/>
                <a:gd name="T82" fmla="*/ 0 w 401"/>
                <a:gd name="T83" fmla="*/ 0 h 566"/>
                <a:gd name="T84" fmla="*/ 0 w 401"/>
                <a:gd name="T85" fmla="*/ 0 h 566"/>
                <a:gd name="T86" fmla="*/ 0 w 401"/>
                <a:gd name="T87" fmla="*/ 1 h 566"/>
                <a:gd name="T88" fmla="*/ 0 w 401"/>
                <a:gd name="T89" fmla="*/ 1 h 56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401"/>
                <a:gd name="T136" fmla="*/ 0 h 566"/>
                <a:gd name="T137" fmla="*/ 401 w 401"/>
                <a:gd name="T138" fmla="*/ 566 h 566"/>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401" h="566">
                  <a:moveTo>
                    <a:pt x="23" y="88"/>
                  </a:moveTo>
                  <a:lnTo>
                    <a:pt x="23" y="88"/>
                  </a:lnTo>
                  <a:lnTo>
                    <a:pt x="53" y="107"/>
                  </a:lnTo>
                  <a:lnTo>
                    <a:pt x="83" y="125"/>
                  </a:lnTo>
                  <a:lnTo>
                    <a:pt x="108" y="147"/>
                  </a:lnTo>
                  <a:lnTo>
                    <a:pt x="135" y="171"/>
                  </a:lnTo>
                  <a:lnTo>
                    <a:pt x="160" y="196"/>
                  </a:lnTo>
                  <a:lnTo>
                    <a:pt x="182" y="223"/>
                  </a:lnTo>
                  <a:lnTo>
                    <a:pt x="205" y="251"/>
                  </a:lnTo>
                  <a:lnTo>
                    <a:pt x="223" y="281"/>
                  </a:lnTo>
                  <a:lnTo>
                    <a:pt x="240" y="312"/>
                  </a:lnTo>
                  <a:lnTo>
                    <a:pt x="256" y="345"/>
                  </a:lnTo>
                  <a:lnTo>
                    <a:pt x="270" y="379"/>
                  </a:lnTo>
                  <a:lnTo>
                    <a:pt x="282" y="414"/>
                  </a:lnTo>
                  <a:lnTo>
                    <a:pt x="291" y="450"/>
                  </a:lnTo>
                  <a:lnTo>
                    <a:pt x="299" y="488"/>
                  </a:lnTo>
                  <a:lnTo>
                    <a:pt x="304" y="526"/>
                  </a:lnTo>
                  <a:lnTo>
                    <a:pt x="308" y="566"/>
                  </a:lnTo>
                  <a:lnTo>
                    <a:pt x="401" y="562"/>
                  </a:lnTo>
                  <a:lnTo>
                    <a:pt x="398" y="517"/>
                  </a:lnTo>
                  <a:lnTo>
                    <a:pt x="391" y="471"/>
                  </a:lnTo>
                  <a:lnTo>
                    <a:pt x="383" y="429"/>
                  </a:lnTo>
                  <a:lnTo>
                    <a:pt x="371" y="386"/>
                  </a:lnTo>
                  <a:lnTo>
                    <a:pt x="357" y="346"/>
                  </a:lnTo>
                  <a:lnTo>
                    <a:pt x="340" y="307"/>
                  </a:lnTo>
                  <a:lnTo>
                    <a:pt x="324" y="270"/>
                  </a:lnTo>
                  <a:lnTo>
                    <a:pt x="303" y="232"/>
                  </a:lnTo>
                  <a:lnTo>
                    <a:pt x="280" y="197"/>
                  </a:lnTo>
                  <a:lnTo>
                    <a:pt x="255" y="164"/>
                  </a:lnTo>
                  <a:lnTo>
                    <a:pt x="228" y="132"/>
                  </a:lnTo>
                  <a:lnTo>
                    <a:pt x="199" y="103"/>
                  </a:lnTo>
                  <a:lnTo>
                    <a:pt x="169" y="76"/>
                  </a:lnTo>
                  <a:lnTo>
                    <a:pt x="137" y="50"/>
                  </a:lnTo>
                  <a:lnTo>
                    <a:pt x="103" y="27"/>
                  </a:lnTo>
                  <a:lnTo>
                    <a:pt x="67" y="6"/>
                  </a:lnTo>
                  <a:lnTo>
                    <a:pt x="48" y="0"/>
                  </a:lnTo>
                  <a:lnTo>
                    <a:pt x="30" y="2"/>
                  </a:lnTo>
                  <a:lnTo>
                    <a:pt x="16" y="12"/>
                  </a:lnTo>
                  <a:lnTo>
                    <a:pt x="5" y="25"/>
                  </a:lnTo>
                  <a:lnTo>
                    <a:pt x="0" y="41"/>
                  </a:lnTo>
                  <a:lnTo>
                    <a:pt x="0" y="59"/>
                  </a:lnTo>
                  <a:lnTo>
                    <a:pt x="8" y="75"/>
                  </a:lnTo>
                  <a:lnTo>
                    <a:pt x="23"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8569" name="Freeform 39"/>
            <p:cNvSpPr>
              <a:spLocks/>
            </p:cNvSpPr>
            <p:nvPr/>
          </p:nvSpPr>
          <p:spPr bwMode="auto">
            <a:xfrm>
              <a:off x="1346" y="1455"/>
              <a:ext cx="266" cy="160"/>
            </a:xfrm>
            <a:custGeom>
              <a:avLst/>
              <a:gdLst>
                <a:gd name="T0" fmla="*/ 0 w 1330"/>
                <a:gd name="T1" fmla="*/ 1 h 801"/>
                <a:gd name="T2" fmla="*/ 0 w 1330"/>
                <a:gd name="T3" fmla="*/ 1 h 801"/>
                <a:gd name="T4" fmla="*/ 10 w 1330"/>
                <a:gd name="T5" fmla="*/ 6 h 801"/>
                <a:gd name="T6" fmla="*/ 11 w 1330"/>
                <a:gd name="T7" fmla="*/ 6 h 801"/>
                <a:gd name="T8" fmla="*/ 1 w 1330"/>
                <a:gd name="T9" fmla="*/ 0 h 801"/>
                <a:gd name="T10" fmla="*/ 1 w 1330"/>
                <a:gd name="T11" fmla="*/ 0 h 801"/>
                <a:gd name="T12" fmla="*/ 1 w 1330"/>
                <a:gd name="T13" fmla="*/ 0 h 801"/>
                <a:gd name="T14" fmla="*/ 0 w 1330"/>
                <a:gd name="T15" fmla="*/ 0 h 801"/>
                <a:gd name="T16" fmla="*/ 0 w 1330"/>
                <a:gd name="T17" fmla="*/ 0 h 801"/>
                <a:gd name="T18" fmla="*/ 0 w 1330"/>
                <a:gd name="T19" fmla="*/ 0 h 801"/>
                <a:gd name="T20" fmla="*/ 0 w 1330"/>
                <a:gd name="T21" fmla="*/ 0 h 801"/>
                <a:gd name="T22" fmla="*/ 0 w 1330"/>
                <a:gd name="T23" fmla="*/ 0 h 801"/>
                <a:gd name="T24" fmla="*/ 0 w 1330"/>
                <a:gd name="T25" fmla="*/ 0 h 801"/>
                <a:gd name="T26" fmla="*/ 0 w 1330"/>
                <a:gd name="T27" fmla="*/ 1 h 801"/>
                <a:gd name="T28" fmla="*/ 0 w 1330"/>
                <a:gd name="T29" fmla="*/ 1 h 801"/>
                <a:gd name="T30" fmla="*/ 0 w 1330"/>
                <a:gd name="T31" fmla="*/ 1 h 801"/>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30"/>
                <a:gd name="T49" fmla="*/ 0 h 801"/>
                <a:gd name="T50" fmla="*/ 1330 w 1330"/>
                <a:gd name="T51" fmla="*/ 801 h 801"/>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30" h="801">
                  <a:moveTo>
                    <a:pt x="24" y="88"/>
                  </a:moveTo>
                  <a:lnTo>
                    <a:pt x="23" y="88"/>
                  </a:lnTo>
                  <a:lnTo>
                    <a:pt x="1286" y="801"/>
                  </a:lnTo>
                  <a:lnTo>
                    <a:pt x="1330" y="719"/>
                  </a:lnTo>
                  <a:lnTo>
                    <a:pt x="67" y="6"/>
                  </a:lnTo>
                  <a:lnTo>
                    <a:pt x="66" y="6"/>
                  </a:lnTo>
                  <a:lnTo>
                    <a:pt x="67" y="6"/>
                  </a:lnTo>
                  <a:lnTo>
                    <a:pt x="48" y="0"/>
                  </a:lnTo>
                  <a:lnTo>
                    <a:pt x="30" y="2"/>
                  </a:lnTo>
                  <a:lnTo>
                    <a:pt x="16" y="12"/>
                  </a:lnTo>
                  <a:lnTo>
                    <a:pt x="5" y="25"/>
                  </a:lnTo>
                  <a:lnTo>
                    <a:pt x="0" y="41"/>
                  </a:lnTo>
                  <a:lnTo>
                    <a:pt x="0" y="59"/>
                  </a:lnTo>
                  <a:lnTo>
                    <a:pt x="8" y="75"/>
                  </a:lnTo>
                  <a:lnTo>
                    <a:pt x="23" y="88"/>
                  </a:lnTo>
                  <a:lnTo>
                    <a:pt x="24"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8570" name="Freeform 40"/>
            <p:cNvSpPr>
              <a:spLocks/>
            </p:cNvSpPr>
            <p:nvPr/>
          </p:nvSpPr>
          <p:spPr bwMode="auto">
            <a:xfrm>
              <a:off x="1198" y="1439"/>
              <a:ext cx="161" cy="35"/>
            </a:xfrm>
            <a:custGeom>
              <a:avLst/>
              <a:gdLst>
                <a:gd name="T0" fmla="*/ 1 w 806"/>
                <a:gd name="T1" fmla="*/ 1 h 177"/>
                <a:gd name="T2" fmla="*/ 1 w 806"/>
                <a:gd name="T3" fmla="*/ 1 h 177"/>
                <a:gd name="T4" fmla="*/ 1 w 806"/>
                <a:gd name="T5" fmla="*/ 1 h 177"/>
                <a:gd name="T6" fmla="*/ 1 w 806"/>
                <a:gd name="T7" fmla="*/ 1 h 177"/>
                <a:gd name="T8" fmla="*/ 2 w 806"/>
                <a:gd name="T9" fmla="*/ 1 h 177"/>
                <a:gd name="T10" fmla="*/ 2 w 806"/>
                <a:gd name="T11" fmla="*/ 1 h 177"/>
                <a:gd name="T12" fmla="*/ 2 w 806"/>
                <a:gd name="T13" fmla="*/ 1 h 177"/>
                <a:gd name="T14" fmla="*/ 3 w 806"/>
                <a:gd name="T15" fmla="*/ 1 h 177"/>
                <a:gd name="T16" fmla="*/ 3 w 806"/>
                <a:gd name="T17" fmla="*/ 1 h 177"/>
                <a:gd name="T18" fmla="*/ 3 w 806"/>
                <a:gd name="T19" fmla="*/ 1 h 177"/>
                <a:gd name="T20" fmla="*/ 4 w 806"/>
                <a:gd name="T21" fmla="*/ 1 h 177"/>
                <a:gd name="T22" fmla="*/ 4 w 806"/>
                <a:gd name="T23" fmla="*/ 1 h 177"/>
                <a:gd name="T24" fmla="*/ 5 w 806"/>
                <a:gd name="T25" fmla="*/ 1 h 177"/>
                <a:gd name="T26" fmla="*/ 5 w 806"/>
                <a:gd name="T27" fmla="*/ 1 h 177"/>
                <a:gd name="T28" fmla="*/ 5 w 806"/>
                <a:gd name="T29" fmla="*/ 1 h 177"/>
                <a:gd name="T30" fmla="*/ 6 w 806"/>
                <a:gd name="T31" fmla="*/ 1 h 177"/>
                <a:gd name="T32" fmla="*/ 6 w 806"/>
                <a:gd name="T33" fmla="*/ 1 h 177"/>
                <a:gd name="T34" fmla="*/ 6 w 806"/>
                <a:gd name="T35" fmla="*/ 1 h 177"/>
                <a:gd name="T36" fmla="*/ 6 w 806"/>
                <a:gd name="T37" fmla="*/ 1 h 177"/>
                <a:gd name="T38" fmla="*/ 6 w 806"/>
                <a:gd name="T39" fmla="*/ 1 h 177"/>
                <a:gd name="T40" fmla="*/ 6 w 806"/>
                <a:gd name="T41" fmla="*/ 0 h 177"/>
                <a:gd name="T42" fmla="*/ 5 w 806"/>
                <a:gd name="T43" fmla="*/ 0 h 177"/>
                <a:gd name="T44" fmla="*/ 5 w 806"/>
                <a:gd name="T45" fmla="*/ 0 h 177"/>
                <a:gd name="T46" fmla="*/ 5 w 806"/>
                <a:gd name="T47" fmla="*/ 0 h 177"/>
                <a:gd name="T48" fmla="*/ 4 w 806"/>
                <a:gd name="T49" fmla="*/ 0 h 177"/>
                <a:gd name="T50" fmla="*/ 4 w 806"/>
                <a:gd name="T51" fmla="*/ 0 h 177"/>
                <a:gd name="T52" fmla="*/ 3 w 806"/>
                <a:gd name="T53" fmla="*/ 0 h 177"/>
                <a:gd name="T54" fmla="*/ 3 w 806"/>
                <a:gd name="T55" fmla="*/ 0 h 177"/>
                <a:gd name="T56" fmla="*/ 3 w 806"/>
                <a:gd name="T57" fmla="*/ 0 h 177"/>
                <a:gd name="T58" fmla="*/ 2 w 806"/>
                <a:gd name="T59" fmla="*/ 0 h 177"/>
                <a:gd name="T60" fmla="*/ 2 w 806"/>
                <a:gd name="T61" fmla="*/ 0 h 177"/>
                <a:gd name="T62" fmla="*/ 1 w 806"/>
                <a:gd name="T63" fmla="*/ 0 h 177"/>
                <a:gd name="T64" fmla="*/ 1 w 806"/>
                <a:gd name="T65" fmla="*/ 0 h 177"/>
                <a:gd name="T66" fmla="*/ 1 w 806"/>
                <a:gd name="T67" fmla="*/ 1 h 177"/>
                <a:gd name="T68" fmla="*/ 0 w 806"/>
                <a:gd name="T69" fmla="*/ 1 h 177"/>
                <a:gd name="T70" fmla="*/ 0 w 806"/>
                <a:gd name="T71" fmla="*/ 1 h 177"/>
                <a:gd name="T72" fmla="*/ 0 w 806"/>
                <a:gd name="T73" fmla="*/ 1 h 177"/>
                <a:gd name="T74" fmla="*/ 0 w 806"/>
                <a:gd name="T75" fmla="*/ 1 h 177"/>
                <a:gd name="T76" fmla="*/ 0 w 806"/>
                <a:gd name="T77" fmla="*/ 1 h 177"/>
                <a:gd name="T78" fmla="*/ 0 w 806"/>
                <a:gd name="T79" fmla="*/ 1 h 177"/>
                <a:gd name="T80" fmla="*/ 0 w 806"/>
                <a:gd name="T81" fmla="*/ 1 h 177"/>
                <a:gd name="T82" fmla="*/ 0 w 806"/>
                <a:gd name="T83" fmla="*/ 1 h 177"/>
                <a:gd name="T84" fmla="*/ 0 w 806"/>
                <a:gd name="T85" fmla="*/ 1 h 177"/>
                <a:gd name="T86" fmla="*/ 0 w 806"/>
                <a:gd name="T87" fmla="*/ 1 h 177"/>
                <a:gd name="T88" fmla="*/ 1 w 806"/>
                <a:gd name="T89" fmla="*/ 1 h 177"/>
                <a:gd name="T90" fmla="*/ 1 w 806"/>
                <a:gd name="T91" fmla="*/ 1 h 17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806"/>
                <a:gd name="T139" fmla="*/ 0 h 177"/>
                <a:gd name="T140" fmla="*/ 806 w 806"/>
                <a:gd name="T141" fmla="*/ 177 h 17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806" h="177">
                  <a:moveTo>
                    <a:pt x="67" y="171"/>
                  </a:moveTo>
                  <a:lnTo>
                    <a:pt x="68" y="171"/>
                  </a:lnTo>
                  <a:lnTo>
                    <a:pt x="109" y="151"/>
                  </a:lnTo>
                  <a:lnTo>
                    <a:pt x="151" y="135"/>
                  </a:lnTo>
                  <a:lnTo>
                    <a:pt x="196" y="122"/>
                  </a:lnTo>
                  <a:lnTo>
                    <a:pt x="242" y="110"/>
                  </a:lnTo>
                  <a:lnTo>
                    <a:pt x="287" y="102"/>
                  </a:lnTo>
                  <a:lnTo>
                    <a:pt x="335" y="97"/>
                  </a:lnTo>
                  <a:lnTo>
                    <a:pt x="382" y="95"/>
                  </a:lnTo>
                  <a:lnTo>
                    <a:pt x="430" y="94"/>
                  </a:lnTo>
                  <a:lnTo>
                    <a:pt x="477" y="97"/>
                  </a:lnTo>
                  <a:lnTo>
                    <a:pt x="524" y="102"/>
                  </a:lnTo>
                  <a:lnTo>
                    <a:pt x="568" y="108"/>
                  </a:lnTo>
                  <a:lnTo>
                    <a:pt x="612" y="117"/>
                  </a:lnTo>
                  <a:lnTo>
                    <a:pt x="654" y="128"/>
                  </a:lnTo>
                  <a:lnTo>
                    <a:pt x="693" y="141"/>
                  </a:lnTo>
                  <a:lnTo>
                    <a:pt x="730" y="155"/>
                  </a:lnTo>
                  <a:lnTo>
                    <a:pt x="764" y="171"/>
                  </a:lnTo>
                  <a:lnTo>
                    <a:pt x="806" y="89"/>
                  </a:lnTo>
                  <a:lnTo>
                    <a:pt x="768" y="70"/>
                  </a:lnTo>
                  <a:lnTo>
                    <a:pt x="725" y="54"/>
                  </a:lnTo>
                  <a:lnTo>
                    <a:pt x="680" y="39"/>
                  </a:lnTo>
                  <a:lnTo>
                    <a:pt x="633" y="26"/>
                  </a:lnTo>
                  <a:lnTo>
                    <a:pt x="585" y="16"/>
                  </a:lnTo>
                  <a:lnTo>
                    <a:pt x="536" y="8"/>
                  </a:lnTo>
                  <a:lnTo>
                    <a:pt x="484" y="3"/>
                  </a:lnTo>
                  <a:lnTo>
                    <a:pt x="433" y="0"/>
                  </a:lnTo>
                  <a:lnTo>
                    <a:pt x="380" y="1"/>
                  </a:lnTo>
                  <a:lnTo>
                    <a:pt x="328" y="3"/>
                  </a:lnTo>
                  <a:lnTo>
                    <a:pt x="276" y="10"/>
                  </a:lnTo>
                  <a:lnTo>
                    <a:pt x="223" y="19"/>
                  </a:lnTo>
                  <a:lnTo>
                    <a:pt x="172" y="30"/>
                  </a:lnTo>
                  <a:lnTo>
                    <a:pt x="121" y="46"/>
                  </a:lnTo>
                  <a:lnTo>
                    <a:pt x="72" y="67"/>
                  </a:lnTo>
                  <a:lnTo>
                    <a:pt x="24" y="89"/>
                  </a:lnTo>
                  <a:lnTo>
                    <a:pt x="25" y="89"/>
                  </a:lnTo>
                  <a:lnTo>
                    <a:pt x="24" y="89"/>
                  </a:lnTo>
                  <a:lnTo>
                    <a:pt x="8" y="102"/>
                  </a:lnTo>
                  <a:lnTo>
                    <a:pt x="0" y="118"/>
                  </a:lnTo>
                  <a:lnTo>
                    <a:pt x="0" y="136"/>
                  </a:lnTo>
                  <a:lnTo>
                    <a:pt x="6" y="152"/>
                  </a:lnTo>
                  <a:lnTo>
                    <a:pt x="17" y="165"/>
                  </a:lnTo>
                  <a:lnTo>
                    <a:pt x="31" y="175"/>
                  </a:lnTo>
                  <a:lnTo>
                    <a:pt x="48" y="177"/>
                  </a:lnTo>
                  <a:lnTo>
                    <a:pt x="68" y="171"/>
                  </a:lnTo>
                  <a:lnTo>
                    <a:pt x="67" y="1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8571" name="Freeform 41"/>
            <p:cNvSpPr>
              <a:spLocks/>
            </p:cNvSpPr>
            <p:nvPr/>
          </p:nvSpPr>
          <p:spPr bwMode="auto">
            <a:xfrm>
              <a:off x="931" y="1456"/>
              <a:ext cx="280" cy="158"/>
            </a:xfrm>
            <a:custGeom>
              <a:avLst/>
              <a:gdLst>
                <a:gd name="T0" fmla="*/ 1 w 1402"/>
                <a:gd name="T1" fmla="*/ 6 h 787"/>
                <a:gd name="T2" fmla="*/ 1 w 1402"/>
                <a:gd name="T3" fmla="*/ 6 h 787"/>
                <a:gd name="T4" fmla="*/ 11 w 1402"/>
                <a:gd name="T5" fmla="*/ 1 h 787"/>
                <a:gd name="T6" fmla="*/ 11 w 1402"/>
                <a:gd name="T7" fmla="*/ 0 h 787"/>
                <a:gd name="T8" fmla="*/ 0 w 1402"/>
                <a:gd name="T9" fmla="*/ 6 h 787"/>
                <a:gd name="T10" fmla="*/ 0 w 1402"/>
                <a:gd name="T11" fmla="*/ 6 h 787"/>
                <a:gd name="T12" fmla="*/ 0 w 1402"/>
                <a:gd name="T13" fmla="*/ 6 h 787"/>
                <a:gd name="T14" fmla="*/ 0 w 1402"/>
                <a:gd name="T15" fmla="*/ 6 h 787"/>
                <a:gd name="T16" fmla="*/ 0 w 1402"/>
                <a:gd name="T17" fmla="*/ 6 h 787"/>
                <a:gd name="T18" fmla="*/ 0 w 1402"/>
                <a:gd name="T19" fmla="*/ 6 h 787"/>
                <a:gd name="T20" fmla="*/ 0 w 1402"/>
                <a:gd name="T21" fmla="*/ 6 h 787"/>
                <a:gd name="T22" fmla="*/ 0 w 1402"/>
                <a:gd name="T23" fmla="*/ 6 h 787"/>
                <a:gd name="T24" fmla="*/ 0 w 1402"/>
                <a:gd name="T25" fmla="*/ 6 h 787"/>
                <a:gd name="T26" fmla="*/ 0 w 1402"/>
                <a:gd name="T27" fmla="*/ 6 h 787"/>
                <a:gd name="T28" fmla="*/ 1 w 1402"/>
                <a:gd name="T29" fmla="*/ 6 h 787"/>
                <a:gd name="T30" fmla="*/ 1 w 1402"/>
                <a:gd name="T31" fmla="*/ 6 h 78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02"/>
                <a:gd name="T49" fmla="*/ 0 h 787"/>
                <a:gd name="T50" fmla="*/ 1402 w 1402"/>
                <a:gd name="T51" fmla="*/ 787 h 78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02" h="787">
                  <a:moveTo>
                    <a:pt x="69" y="781"/>
                  </a:moveTo>
                  <a:lnTo>
                    <a:pt x="66" y="781"/>
                  </a:lnTo>
                  <a:lnTo>
                    <a:pt x="1402" y="82"/>
                  </a:lnTo>
                  <a:lnTo>
                    <a:pt x="1360" y="0"/>
                  </a:lnTo>
                  <a:lnTo>
                    <a:pt x="24" y="699"/>
                  </a:lnTo>
                  <a:lnTo>
                    <a:pt x="22" y="699"/>
                  </a:lnTo>
                  <a:lnTo>
                    <a:pt x="24" y="699"/>
                  </a:lnTo>
                  <a:lnTo>
                    <a:pt x="8" y="712"/>
                  </a:lnTo>
                  <a:lnTo>
                    <a:pt x="1" y="727"/>
                  </a:lnTo>
                  <a:lnTo>
                    <a:pt x="0" y="744"/>
                  </a:lnTo>
                  <a:lnTo>
                    <a:pt x="5" y="761"/>
                  </a:lnTo>
                  <a:lnTo>
                    <a:pt x="15" y="775"/>
                  </a:lnTo>
                  <a:lnTo>
                    <a:pt x="30" y="784"/>
                  </a:lnTo>
                  <a:lnTo>
                    <a:pt x="46" y="787"/>
                  </a:lnTo>
                  <a:lnTo>
                    <a:pt x="66" y="781"/>
                  </a:lnTo>
                  <a:lnTo>
                    <a:pt x="69" y="7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8572" name="Freeform 42"/>
            <p:cNvSpPr>
              <a:spLocks/>
            </p:cNvSpPr>
            <p:nvPr/>
          </p:nvSpPr>
          <p:spPr bwMode="auto">
            <a:xfrm>
              <a:off x="868" y="1596"/>
              <a:ext cx="77" cy="126"/>
            </a:xfrm>
            <a:custGeom>
              <a:avLst/>
              <a:gdLst>
                <a:gd name="T0" fmla="*/ 1 w 382"/>
                <a:gd name="T1" fmla="*/ 5 h 628"/>
                <a:gd name="T2" fmla="*/ 1 w 382"/>
                <a:gd name="T3" fmla="*/ 5 h 628"/>
                <a:gd name="T4" fmla="*/ 1 w 382"/>
                <a:gd name="T5" fmla="*/ 4 h 628"/>
                <a:gd name="T6" fmla="*/ 1 w 382"/>
                <a:gd name="T7" fmla="*/ 4 h 628"/>
                <a:gd name="T8" fmla="*/ 1 w 382"/>
                <a:gd name="T9" fmla="*/ 4 h 628"/>
                <a:gd name="T10" fmla="*/ 1 w 382"/>
                <a:gd name="T11" fmla="*/ 3 h 628"/>
                <a:gd name="T12" fmla="*/ 1 w 382"/>
                <a:gd name="T13" fmla="*/ 3 h 628"/>
                <a:gd name="T14" fmla="*/ 1 w 382"/>
                <a:gd name="T15" fmla="*/ 3 h 628"/>
                <a:gd name="T16" fmla="*/ 1 w 382"/>
                <a:gd name="T17" fmla="*/ 3 h 628"/>
                <a:gd name="T18" fmla="*/ 1 w 382"/>
                <a:gd name="T19" fmla="*/ 2 h 628"/>
                <a:gd name="T20" fmla="*/ 2 w 382"/>
                <a:gd name="T21" fmla="*/ 2 h 628"/>
                <a:gd name="T22" fmla="*/ 2 w 382"/>
                <a:gd name="T23" fmla="*/ 2 h 628"/>
                <a:gd name="T24" fmla="*/ 2 w 382"/>
                <a:gd name="T25" fmla="*/ 2 h 628"/>
                <a:gd name="T26" fmla="*/ 2 w 382"/>
                <a:gd name="T27" fmla="*/ 1 h 628"/>
                <a:gd name="T28" fmla="*/ 2 w 382"/>
                <a:gd name="T29" fmla="*/ 1 h 628"/>
                <a:gd name="T30" fmla="*/ 3 w 382"/>
                <a:gd name="T31" fmla="*/ 1 h 628"/>
                <a:gd name="T32" fmla="*/ 3 w 382"/>
                <a:gd name="T33" fmla="*/ 1 h 628"/>
                <a:gd name="T34" fmla="*/ 3 w 382"/>
                <a:gd name="T35" fmla="*/ 1 h 628"/>
                <a:gd name="T36" fmla="*/ 3 w 382"/>
                <a:gd name="T37" fmla="*/ 0 h 628"/>
                <a:gd name="T38" fmla="*/ 2 w 382"/>
                <a:gd name="T39" fmla="*/ 0 h 628"/>
                <a:gd name="T40" fmla="*/ 2 w 382"/>
                <a:gd name="T41" fmla="*/ 0 h 628"/>
                <a:gd name="T42" fmla="*/ 2 w 382"/>
                <a:gd name="T43" fmla="*/ 1 h 628"/>
                <a:gd name="T44" fmla="*/ 2 w 382"/>
                <a:gd name="T45" fmla="*/ 1 h 628"/>
                <a:gd name="T46" fmla="*/ 1 w 382"/>
                <a:gd name="T47" fmla="*/ 1 h 628"/>
                <a:gd name="T48" fmla="*/ 1 w 382"/>
                <a:gd name="T49" fmla="*/ 1 h 628"/>
                <a:gd name="T50" fmla="*/ 1 w 382"/>
                <a:gd name="T51" fmla="*/ 2 h 628"/>
                <a:gd name="T52" fmla="*/ 1 w 382"/>
                <a:gd name="T53" fmla="*/ 2 h 628"/>
                <a:gd name="T54" fmla="*/ 1 w 382"/>
                <a:gd name="T55" fmla="*/ 2 h 628"/>
                <a:gd name="T56" fmla="*/ 0 w 382"/>
                <a:gd name="T57" fmla="*/ 3 h 628"/>
                <a:gd name="T58" fmla="*/ 0 w 382"/>
                <a:gd name="T59" fmla="*/ 3 h 628"/>
                <a:gd name="T60" fmla="*/ 0 w 382"/>
                <a:gd name="T61" fmla="*/ 3 h 628"/>
                <a:gd name="T62" fmla="*/ 0 w 382"/>
                <a:gd name="T63" fmla="*/ 4 h 628"/>
                <a:gd name="T64" fmla="*/ 0 w 382"/>
                <a:gd name="T65" fmla="*/ 4 h 628"/>
                <a:gd name="T66" fmla="*/ 0 w 382"/>
                <a:gd name="T67" fmla="*/ 4 h 628"/>
                <a:gd name="T68" fmla="*/ 0 w 382"/>
                <a:gd name="T69" fmla="*/ 5 h 628"/>
                <a:gd name="T70" fmla="*/ 0 w 382"/>
                <a:gd name="T71" fmla="*/ 5 h 628"/>
                <a:gd name="T72" fmla="*/ 0 w 382"/>
                <a:gd name="T73" fmla="*/ 5 h 628"/>
                <a:gd name="T74" fmla="*/ 0 w 382"/>
                <a:gd name="T75" fmla="*/ 5 h 628"/>
                <a:gd name="T76" fmla="*/ 0 w 382"/>
                <a:gd name="T77" fmla="*/ 5 h 628"/>
                <a:gd name="T78" fmla="*/ 0 w 382"/>
                <a:gd name="T79" fmla="*/ 5 h 628"/>
                <a:gd name="T80" fmla="*/ 0 w 382"/>
                <a:gd name="T81" fmla="*/ 5 h 628"/>
                <a:gd name="T82" fmla="*/ 1 w 382"/>
                <a:gd name="T83" fmla="*/ 5 h 628"/>
                <a:gd name="T84" fmla="*/ 1 w 382"/>
                <a:gd name="T85" fmla="*/ 5 h 628"/>
                <a:gd name="T86" fmla="*/ 1 w 382"/>
                <a:gd name="T87" fmla="*/ 5 h 628"/>
                <a:gd name="T88" fmla="*/ 1 w 382"/>
                <a:gd name="T89" fmla="*/ 5 h 628"/>
                <a:gd name="T90" fmla="*/ 1 w 382"/>
                <a:gd name="T91" fmla="*/ 5 h 628"/>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382"/>
                <a:gd name="T139" fmla="*/ 0 h 628"/>
                <a:gd name="T140" fmla="*/ 382 w 382"/>
                <a:gd name="T141" fmla="*/ 628 h 628"/>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382" h="628">
                  <a:moveTo>
                    <a:pt x="94" y="581"/>
                  </a:moveTo>
                  <a:lnTo>
                    <a:pt x="94" y="582"/>
                  </a:lnTo>
                  <a:lnTo>
                    <a:pt x="96" y="541"/>
                  </a:lnTo>
                  <a:lnTo>
                    <a:pt x="99" y="500"/>
                  </a:lnTo>
                  <a:lnTo>
                    <a:pt x="106" y="463"/>
                  </a:lnTo>
                  <a:lnTo>
                    <a:pt x="115" y="424"/>
                  </a:lnTo>
                  <a:lnTo>
                    <a:pt x="127" y="389"/>
                  </a:lnTo>
                  <a:lnTo>
                    <a:pt x="140" y="353"/>
                  </a:lnTo>
                  <a:lnTo>
                    <a:pt x="156" y="320"/>
                  </a:lnTo>
                  <a:lnTo>
                    <a:pt x="173" y="287"/>
                  </a:lnTo>
                  <a:lnTo>
                    <a:pt x="193" y="255"/>
                  </a:lnTo>
                  <a:lnTo>
                    <a:pt x="214" y="226"/>
                  </a:lnTo>
                  <a:lnTo>
                    <a:pt x="238" y="198"/>
                  </a:lnTo>
                  <a:lnTo>
                    <a:pt x="263" y="172"/>
                  </a:lnTo>
                  <a:lnTo>
                    <a:pt x="290" y="146"/>
                  </a:lnTo>
                  <a:lnTo>
                    <a:pt x="318" y="122"/>
                  </a:lnTo>
                  <a:lnTo>
                    <a:pt x="349" y="101"/>
                  </a:lnTo>
                  <a:lnTo>
                    <a:pt x="382" y="82"/>
                  </a:lnTo>
                  <a:lnTo>
                    <a:pt x="335" y="0"/>
                  </a:lnTo>
                  <a:lnTo>
                    <a:pt x="297" y="23"/>
                  </a:lnTo>
                  <a:lnTo>
                    <a:pt x="262" y="49"/>
                  </a:lnTo>
                  <a:lnTo>
                    <a:pt x="229" y="76"/>
                  </a:lnTo>
                  <a:lnTo>
                    <a:pt x="198" y="104"/>
                  </a:lnTo>
                  <a:lnTo>
                    <a:pt x="167" y="137"/>
                  </a:lnTo>
                  <a:lnTo>
                    <a:pt x="142" y="170"/>
                  </a:lnTo>
                  <a:lnTo>
                    <a:pt x="116" y="204"/>
                  </a:lnTo>
                  <a:lnTo>
                    <a:pt x="94" y="240"/>
                  </a:lnTo>
                  <a:lnTo>
                    <a:pt x="74" y="278"/>
                  </a:lnTo>
                  <a:lnTo>
                    <a:pt x="54" y="317"/>
                  </a:lnTo>
                  <a:lnTo>
                    <a:pt x="38" y="359"/>
                  </a:lnTo>
                  <a:lnTo>
                    <a:pt x="26" y="401"/>
                  </a:lnTo>
                  <a:lnTo>
                    <a:pt x="15" y="444"/>
                  </a:lnTo>
                  <a:lnTo>
                    <a:pt x="8" y="489"/>
                  </a:lnTo>
                  <a:lnTo>
                    <a:pt x="2" y="534"/>
                  </a:lnTo>
                  <a:lnTo>
                    <a:pt x="0" y="580"/>
                  </a:lnTo>
                  <a:lnTo>
                    <a:pt x="0" y="581"/>
                  </a:lnTo>
                  <a:lnTo>
                    <a:pt x="0" y="580"/>
                  </a:lnTo>
                  <a:lnTo>
                    <a:pt x="3" y="600"/>
                  </a:lnTo>
                  <a:lnTo>
                    <a:pt x="14" y="615"/>
                  </a:lnTo>
                  <a:lnTo>
                    <a:pt x="29" y="625"/>
                  </a:lnTo>
                  <a:lnTo>
                    <a:pt x="45" y="628"/>
                  </a:lnTo>
                  <a:lnTo>
                    <a:pt x="63" y="626"/>
                  </a:lnTo>
                  <a:lnTo>
                    <a:pt x="78" y="616"/>
                  </a:lnTo>
                  <a:lnTo>
                    <a:pt x="89" y="602"/>
                  </a:lnTo>
                  <a:lnTo>
                    <a:pt x="94" y="582"/>
                  </a:lnTo>
                  <a:lnTo>
                    <a:pt x="94" y="5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8573" name="Freeform 43"/>
            <p:cNvSpPr>
              <a:spLocks/>
            </p:cNvSpPr>
            <p:nvPr/>
          </p:nvSpPr>
          <p:spPr bwMode="auto">
            <a:xfrm>
              <a:off x="868" y="1712"/>
              <a:ext cx="19" cy="364"/>
            </a:xfrm>
            <a:custGeom>
              <a:avLst/>
              <a:gdLst>
                <a:gd name="T0" fmla="*/ 1 w 94"/>
                <a:gd name="T1" fmla="*/ 14 h 1818"/>
                <a:gd name="T2" fmla="*/ 1 w 94"/>
                <a:gd name="T3" fmla="*/ 14 h 1818"/>
                <a:gd name="T4" fmla="*/ 1 w 94"/>
                <a:gd name="T5" fmla="*/ 0 h 1818"/>
                <a:gd name="T6" fmla="*/ 0 w 94"/>
                <a:gd name="T7" fmla="*/ 0 h 1818"/>
                <a:gd name="T8" fmla="*/ 0 w 94"/>
                <a:gd name="T9" fmla="*/ 14 h 1818"/>
                <a:gd name="T10" fmla="*/ 0 w 94"/>
                <a:gd name="T11" fmla="*/ 14 h 1818"/>
                <a:gd name="T12" fmla="*/ 0 w 94"/>
                <a:gd name="T13" fmla="*/ 14 h 1818"/>
                <a:gd name="T14" fmla="*/ 0 w 94"/>
                <a:gd name="T15" fmla="*/ 14 h 1818"/>
                <a:gd name="T16" fmla="*/ 0 w 94"/>
                <a:gd name="T17" fmla="*/ 14 h 1818"/>
                <a:gd name="T18" fmla="*/ 0 w 94"/>
                <a:gd name="T19" fmla="*/ 15 h 1818"/>
                <a:gd name="T20" fmla="*/ 0 w 94"/>
                <a:gd name="T21" fmla="*/ 15 h 1818"/>
                <a:gd name="T22" fmla="*/ 1 w 94"/>
                <a:gd name="T23" fmla="*/ 15 h 1818"/>
                <a:gd name="T24" fmla="*/ 1 w 94"/>
                <a:gd name="T25" fmla="*/ 14 h 1818"/>
                <a:gd name="T26" fmla="*/ 1 w 94"/>
                <a:gd name="T27" fmla="*/ 14 h 1818"/>
                <a:gd name="T28" fmla="*/ 1 w 94"/>
                <a:gd name="T29" fmla="*/ 14 h 1818"/>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94"/>
                <a:gd name="T46" fmla="*/ 0 h 1818"/>
                <a:gd name="T47" fmla="*/ 94 w 94"/>
                <a:gd name="T48" fmla="*/ 1818 h 1818"/>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94" h="1818">
                  <a:moveTo>
                    <a:pt x="94" y="1771"/>
                  </a:moveTo>
                  <a:lnTo>
                    <a:pt x="94" y="1771"/>
                  </a:lnTo>
                  <a:lnTo>
                    <a:pt x="94" y="0"/>
                  </a:lnTo>
                  <a:lnTo>
                    <a:pt x="0" y="0"/>
                  </a:lnTo>
                  <a:lnTo>
                    <a:pt x="0" y="1771"/>
                  </a:lnTo>
                  <a:lnTo>
                    <a:pt x="3" y="1791"/>
                  </a:lnTo>
                  <a:lnTo>
                    <a:pt x="15" y="1806"/>
                  </a:lnTo>
                  <a:lnTo>
                    <a:pt x="29" y="1814"/>
                  </a:lnTo>
                  <a:lnTo>
                    <a:pt x="47" y="1818"/>
                  </a:lnTo>
                  <a:lnTo>
                    <a:pt x="64" y="1814"/>
                  </a:lnTo>
                  <a:lnTo>
                    <a:pt x="79" y="1806"/>
                  </a:lnTo>
                  <a:lnTo>
                    <a:pt x="90" y="1791"/>
                  </a:lnTo>
                  <a:lnTo>
                    <a:pt x="94" y="17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8574" name="Freeform 44"/>
            <p:cNvSpPr>
              <a:spLocks/>
            </p:cNvSpPr>
            <p:nvPr/>
          </p:nvSpPr>
          <p:spPr bwMode="auto">
            <a:xfrm>
              <a:off x="868" y="2067"/>
              <a:ext cx="90" cy="160"/>
            </a:xfrm>
            <a:custGeom>
              <a:avLst/>
              <a:gdLst>
                <a:gd name="T0" fmla="*/ 3 w 449"/>
                <a:gd name="T1" fmla="*/ 6 h 803"/>
                <a:gd name="T2" fmla="*/ 3 w 449"/>
                <a:gd name="T3" fmla="*/ 6 h 803"/>
                <a:gd name="T4" fmla="*/ 3 w 449"/>
                <a:gd name="T5" fmla="*/ 5 h 803"/>
                <a:gd name="T6" fmla="*/ 3 w 449"/>
                <a:gd name="T7" fmla="*/ 5 h 803"/>
                <a:gd name="T8" fmla="*/ 3 w 449"/>
                <a:gd name="T9" fmla="*/ 5 h 803"/>
                <a:gd name="T10" fmla="*/ 2 w 449"/>
                <a:gd name="T11" fmla="*/ 5 h 803"/>
                <a:gd name="T12" fmla="*/ 2 w 449"/>
                <a:gd name="T13" fmla="*/ 4 h 803"/>
                <a:gd name="T14" fmla="*/ 2 w 449"/>
                <a:gd name="T15" fmla="*/ 4 h 803"/>
                <a:gd name="T16" fmla="*/ 2 w 449"/>
                <a:gd name="T17" fmla="*/ 4 h 803"/>
                <a:gd name="T18" fmla="*/ 2 w 449"/>
                <a:gd name="T19" fmla="*/ 3 h 803"/>
                <a:gd name="T20" fmla="*/ 1 w 449"/>
                <a:gd name="T21" fmla="*/ 3 h 803"/>
                <a:gd name="T22" fmla="*/ 1 w 449"/>
                <a:gd name="T23" fmla="*/ 2 h 803"/>
                <a:gd name="T24" fmla="*/ 1 w 449"/>
                <a:gd name="T25" fmla="*/ 2 h 803"/>
                <a:gd name="T26" fmla="*/ 1 w 449"/>
                <a:gd name="T27" fmla="*/ 2 h 803"/>
                <a:gd name="T28" fmla="*/ 1 w 449"/>
                <a:gd name="T29" fmla="*/ 1 h 803"/>
                <a:gd name="T30" fmla="*/ 1 w 449"/>
                <a:gd name="T31" fmla="*/ 1 h 803"/>
                <a:gd name="T32" fmla="*/ 1 w 449"/>
                <a:gd name="T33" fmla="*/ 0 h 803"/>
                <a:gd name="T34" fmla="*/ 1 w 449"/>
                <a:gd name="T35" fmla="*/ 0 h 803"/>
                <a:gd name="T36" fmla="*/ 0 w 449"/>
                <a:gd name="T37" fmla="*/ 0 h 803"/>
                <a:gd name="T38" fmla="*/ 0 w 449"/>
                <a:gd name="T39" fmla="*/ 0 h 803"/>
                <a:gd name="T40" fmla="*/ 0 w 449"/>
                <a:gd name="T41" fmla="*/ 1 h 803"/>
                <a:gd name="T42" fmla="*/ 0 w 449"/>
                <a:gd name="T43" fmla="*/ 1 h 803"/>
                <a:gd name="T44" fmla="*/ 0 w 449"/>
                <a:gd name="T45" fmla="*/ 2 h 803"/>
                <a:gd name="T46" fmla="*/ 0 w 449"/>
                <a:gd name="T47" fmla="*/ 2 h 803"/>
                <a:gd name="T48" fmla="*/ 0 w 449"/>
                <a:gd name="T49" fmla="*/ 3 h 803"/>
                <a:gd name="T50" fmla="*/ 1 w 449"/>
                <a:gd name="T51" fmla="*/ 3 h 803"/>
                <a:gd name="T52" fmla="*/ 1 w 449"/>
                <a:gd name="T53" fmla="*/ 4 h 803"/>
                <a:gd name="T54" fmla="*/ 1 w 449"/>
                <a:gd name="T55" fmla="*/ 4 h 803"/>
                <a:gd name="T56" fmla="*/ 1 w 449"/>
                <a:gd name="T57" fmla="*/ 4 h 803"/>
                <a:gd name="T58" fmla="*/ 2 w 449"/>
                <a:gd name="T59" fmla="*/ 5 h 803"/>
                <a:gd name="T60" fmla="*/ 2 w 449"/>
                <a:gd name="T61" fmla="*/ 5 h 803"/>
                <a:gd name="T62" fmla="*/ 2 w 449"/>
                <a:gd name="T63" fmla="*/ 5 h 803"/>
                <a:gd name="T64" fmla="*/ 2 w 449"/>
                <a:gd name="T65" fmla="*/ 6 h 803"/>
                <a:gd name="T66" fmla="*/ 3 w 449"/>
                <a:gd name="T67" fmla="*/ 6 h 803"/>
                <a:gd name="T68" fmla="*/ 3 w 449"/>
                <a:gd name="T69" fmla="*/ 6 h 803"/>
                <a:gd name="T70" fmla="*/ 3 w 449"/>
                <a:gd name="T71" fmla="*/ 6 h 803"/>
                <a:gd name="T72" fmla="*/ 3 w 449"/>
                <a:gd name="T73" fmla="*/ 6 h 803"/>
                <a:gd name="T74" fmla="*/ 3 w 449"/>
                <a:gd name="T75" fmla="*/ 6 h 803"/>
                <a:gd name="T76" fmla="*/ 3 w 449"/>
                <a:gd name="T77" fmla="*/ 6 h 803"/>
                <a:gd name="T78" fmla="*/ 3 w 449"/>
                <a:gd name="T79" fmla="*/ 6 h 803"/>
                <a:gd name="T80" fmla="*/ 4 w 449"/>
                <a:gd name="T81" fmla="*/ 6 h 803"/>
                <a:gd name="T82" fmla="*/ 4 w 449"/>
                <a:gd name="T83" fmla="*/ 6 h 803"/>
                <a:gd name="T84" fmla="*/ 4 w 449"/>
                <a:gd name="T85" fmla="*/ 6 h 803"/>
                <a:gd name="T86" fmla="*/ 4 w 449"/>
                <a:gd name="T87" fmla="*/ 6 h 803"/>
                <a:gd name="T88" fmla="*/ 3 w 449"/>
                <a:gd name="T89" fmla="*/ 6 h 803"/>
                <a:gd name="T90" fmla="*/ 3 w 449"/>
                <a:gd name="T91" fmla="*/ 6 h 80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449"/>
                <a:gd name="T139" fmla="*/ 0 h 803"/>
                <a:gd name="T140" fmla="*/ 449 w 449"/>
                <a:gd name="T141" fmla="*/ 803 h 80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449" h="803">
                  <a:moveTo>
                    <a:pt x="426" y="717"/>
                  </a:moveTo>
                  <a:lnTo>
                    <a:pt x="427" y="717"/>
                  </a:lnTo>
                  <a:lnTo>
                    <a:pt x="395" y="693"/>
                  </a:lnTo>
                  <a:lnTo>
                    <a:pt x="361" y="662"/>
                  </a:lnTo>
                  <a:lnTo>
                    <a:pt x="329" y="628"/>
                  </a:lnTo>
                  <a:lnTo>
                    <a:pt x="299" y="591"/>
                  </a:lnTo>
                  <a:lnTo>
                    <a:pt x="269" y="551"/>
                  </a:lnTo>
                  <a:lnTo>
                    <a:pt x="241" y="507"/>
                  </a:lnTo>
                  <a:lnTo>
                    <a:pt x="215" y="460"/>
                  </a:lnTo>
                  <a:lnTo>
                    <a:pt x="191" y="412"/>
                  </a:lnTo>
                  <a:lnTo>
                    <a:pt x="170" y="363"/>
                  </a:lnTo>
                  <a:lnTo>
                    <a:pt x="151" y="312"/>
                  </a:lnTo>
                  <a:lnTo>
                    <a:pt x="133" y="259"/>
                  </a:lnTo>
                  <a:lnTo>
                    <a:pt x="119" y="207"/>
                  </a:lnTo>
                  <a:lnTo>
                    <a:pt x="108" y="156"/>
                  </a:lnTo>
                  <a:lnTo>
                    <a:pt x="101" y="103"/>
                  </a:lnTo>
                  <a:lnTo>
                    <a:pt x="96" y="51"/>
                  </a:lnTo>
                  <a:lnTo>
                    <a:pt x="94" y="0"/>
                  </a:lnTo>
                  <a:lnTo>
                    <a:pt x="0" y="0"/>
                  </a:lnTo>
                  <a:lnTo>
                    <a:pt x="2" y="56"/>
                  </a:lnTo>
                  <a:lnTo>
                    <a:pt x="7" y="115"/>
                  </a:lnTo>
                  <a:lnTo>
                    <a:pt x="16" y="172"/>
                  </a:lnTo>
                  <a:lnTo>
                    <a:pt x="28" y="231"/>
                  </a:lnTo>
                  <a:lnTo>
                    <a:pt x="44" y="287"/>
                  </a:lnTo>
                  <a:lnTo>
                    <a:pt x="62" y="342"/>
                  </a:lnTo>
                  <a:lnTo>
                    <a:pt x="83" y="398"/>
                  </a:lnTo>
                  <a:lnTo>
                    <a:pt x="106" y="452"/>
                  </a:lnTo>
                  <a:lnTo>
                    <a:pt x="133" y="505"/>
                  </a:lnTo>
                  <a:lnTo>
                    <a:pt x="161" y="554"/>
                  </a:lnTo>
                  <a:lnTo>
                    <a:pt x="192" y="602"/>
                  </a:lnTo>
                  <a:lnTo>
                    <a:pt x="224" y="647"/>
                  </a:lnTo>
                  <a:lnTo>
                    <a:pt x="259" y="689"/>
                  </a:lnTo>
                  <a:lnTo>
                    <a:pt x="295" y="728"/>
                  </a:lnTo>
                  <a:lnTo>
                    <a:pt x="334" y="763"/>
                  </a:lnTo>
                  <a:lnTo>
                    <a:pt x="374" y="795"/>
                  </a:lnTo>
                  <a:lnTo>
                    <a:pt x="375" y="795"/>
                  </a:lnTo>
                  <a:lnTo>
                    <a:pt x="374" y="795"/>
                  </a:lnTo>
                  <a:lnTo>
                    <a:pt x="392" y="803"/>
                  </a:lnTo>
                  <a:lnTo>
                    <a:pt x="411" y="803"/>
                  </a:lnTo>
                  <a:lnTo>
                    <a:pt x="426" y="795"/>
                  </a:lnTo>
                  <a:lnTo>
                    <a:pt x="439" y="782"/>
                  </a:lnTo>
                  <a:lnTo>
                    <a:pt x="446" y="766"/>
                  </a:lnTo>
                  <a:lnTo>
                    <a:pt x="449" y="749"/>
                  </a:lnTo>
                  <a:lnTo>
                    <a:pt x="441" y="732"/>
                  </a:lnTo>
                  <a:lnTo>
                    <a:pt x="427" y="717"/>
                  </a:lnTo>
                  <a:lnTo>
                    <a:pt x="426" y="71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8575" name="Freeform 45"/>
            <p:cNvSpPr>
              <a:spLocks/>
            </p:cNvSpPr>
            <p:nvPr/>
          </p:nvSpPr>
          <p:spPr bwMode="auto">
            <a:xfrm>
              <a:off x="883" y="1673"/>
              <a:ext cx="379" cy="690"/>
            </a:xfrm>
            <a:custGeom>
              <a:avLst/>
              <a:gdLst>
                <a:gd name="T0" fmla="*/ 12 w 1897"/>
                <a:gd name="T1" fmla="*/ 6 h 3450"/>
                <a:gd name="T2" fmla="*/ 13 w 1897"/>
                <a:gd name="T3" fmla="*/ 7 h 3450"/>
                <a:gd name="T4" fmla="*/ 13 w 1897"/>
                <a:gd name="T5" fmla="*/ 7 h 3450"/>
                <a:gd name="T6" fmla="*/ 14 w 1897"/>
                <a:gd name="T7" fmla="*/ 8 h 3450"/>
                <a:gd name="T8" fmla="*/ 14 w 1897"/>
                <a:gd name="T9" fmla="*/ 9 h 3450"/>
                <a:gd name="T10" fmla="*/ 15 w 1897"/>
                <a:gd name="T11" fmla="*/ 10 h 3450"/>
                <a:gd name="T12" fmla="*/ 15 w 1897"/>
                <a:gd name="T13" fmla="*/ 11 h 3450"/>
                <a:gd name="T14" fmla="*/ 15 w 1897"/>
                <a:gd name="T15" fmla="*/ 11 h 3450"/>
                <a:gd name="T16" fmla="*/ 15 w 1897"/>
                <a:gd name="T17" fmla="*/ 12 h 3450"/>
                <a:gd name="T18" fmla="*/ 15 w 1897"/>
                <a:gd name="T19" fmla="*/ 26 h 3450"/>
                <a:gd name="T20" fmla="*/ 15 w 1897"/>
                <a:gd name="T21" fmla="*/ 26 h 3450"/>
                <a:gd name="T22" fmla="*/ 15 w 1897"/>
                <a:gd name="T23" fmla="*/ 27 h 3450"/>
                <a:gd name="T24" fmla="*/ 15 w 1897"/>
                <a:gd name="T25" fmla="*/ 27 h 3450"/>
                <a:gd name="T26" fmla="*/ 14 w 1897"/>
                <a:gd name="T27" fmla="*/ 27 h 3450"/>
                <a:gd name="T28" fmla="*/ 14 w 1897"/>
                <a:gd name="T29" fmla="*/ 28 h 3450"/>
                <a:gd name="T30" fmla="*/ 13 w 1897"/>
                <a:gd name="T31" fmla="*/ 28 h 3450"/>
                <a:gd name="T32" fmla="*/ 13 w 1897"/>
                <a:gd name="T33" fmla="*/ 27 h 3450"/>
                <a:gd name="T34" fmla="*/ 3 w 1897"/>
                <a:gd name="T35" fmla="*/ 21 h 3450"/>
                <a:gd name="T36" fmla="*/ 2 w 1897"/>
                <a:gd name="T37" fmla="*/ 21 h 3450"/>
                <a:gd name="T38" fmla="*/ 2 w 1897"/>
                <a:gd name="T39" fmla="*/ 20 h 3450"/>
                <a:gd name="T40" fmla="*/ 1 w 1897"/>
                <a:gd name="T41" fmla="*/ 19 h 3450"/>
                <a:gd name="T42" fmla="*/ 1 w 1897"/>
                <a:gd name="T43" fmla="*/ 19 h 3450"/>
                <a:gd name="T44" fmla="*/ 0 w 1897"/>
                <a:gd name="T45" fmla="*/ 18 h 3450"/>
                <a:gd name="T46" fmla="*/ 0 w 1897"/>
                <a:gd name="T47" fmla="*/ 17 h 3450"/>
                <a:gd name="T48" fmla="*/ 0 w 1897"/>
                <a:gd name="T49" fmla="*/ 16 h 3450"/>
                <a:gd name="T50" fmla="*/ 0 w 1897"/>
                <a:gd name="T51" fmla="*/ 15 h 3450"/>
                <a:gd name="T52" fmla="*/ 0 w 1897"/>
                <a:gd name="T53" fmla="*/ 2 h 3450"/>
                <a:gd name="T54" fmla="*/ 0 w 1897"/>
                <a:gd name="T55" fmla="*/ 1 h 3450"/>
                <a:gd name="T56" fmla="*/ 0 w 1897"/>
                <a:gd name="T57" fmla="*/ 1 h 3450"/>
                <a:gd name="T58" fmla="*/ 1 w 1897"/>
                <a:gd name="T59" fmla="*/ 0 h 3450"/>
                <a:gd name="T60" fmla="*/ 1 w 1897"/>
                <a:gd name="T61" fmla="*/ 0 h 3450"/>
                <a:gd name="T62" fmla="*/ 1 w 1897"/>
                <a:gd name="T63" fmla="*/ 0 h 3450"/>
                <a:gd name="T64" fmla="*/ 2 w 1897"/>
                <a:gd name="T65" fmla="*/ 0 h 3450"/>
                <a:gd name="T66" fmla="*/ 3 w 1897"/>
                <a:gd name="T67" fmla="*/ 0 h 3450"/>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897"/>
                <a:gd name="T103" fmla="*/ 0 h 3450"/>
                <a:gd name="T104" fmla="*/ 1897 w 1897"/>
                <a:gd name="T105" fmla="*/ 3450 h 3450"/>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897" h="3450">
                  <a:moveTo>
                    <a:pt x="357" y="49"/>
                  </a:moveTo>
                  <a:lnTo>
                    <a:pt x="1542" y="806"/>
                  </a:lnTo>
                  <a:lnTo>
                    <a:pt x="1579" y="832"/>
                  </a:lnTo>
                  <a:lnTo>
                    <a:pt x="1614" y="861"/>
                  </a:lnTo>
                  <a:lnTo>
                    <a:pt x="1648" y="895"/>
                  </a:lnTo>
                  <a:lnTo>
                    <a:pt x="1681" y="933"/>
                  </a:lnTo>
                  <a:lnTo>
                    <a:pt x="1711" y="973"/>
                  </a:lnTo>
                  <a:lnTo>
                    <a:pt x="1740" y="1016"/>
                  </a:lnTo>
                  <a:lnTo>
                    <a:pt x="1768" y="1062"/>
                  </a:lnTo>
                  <a:lnTo>
                    <a:pt x="1793" y="1109"/>
                  </a:lnTo>
                  <a:lnTo>
                    <a:pt x="1816" y="1158"/>
                  </a:lnTo>
                  <a:lnTo>
                    <a:pt x="1836" y="1208"/>
                  </a:lnTo>
                  <a:lnTo>
                    <a:pt x="1854" y="1260"/>
                  </a:lnTo>
                  <a:lnTo>
                    <a:pt x="1869" y="1313"/>
                  </a:lnTo>
                  <a:lnTo>
                    <a:pt x="1881" y="1364"/>
                  </a:lnTo>
                  <a:lnTo>
                    <a:pt x="1890" y="1417"/>
                  </a:lnTo>
                  <a:lnTo>
                    <a:pt x="1895" y="1469"/>
                  </a:lnTo>
                  <a:lnTo>
                    <a:pt x="1897" y="1519"/>
                  </a:lnTo>
                  <a:lnTo>
                    <a:pt x="1897" y="3142"/>
                  </a:lnTo>
                  <a:lnTo>
                    <a:pt x="1895" y="3190"/>
                  </a:lnTo>
                  <a:lnTo>
                    <a:pt x="1890" y="3235"/>
                  </a:lnTo>
                  <a:lnTo>
                    <a:pt x="1881" y="3276"/>
                  </a:lnTo>
                  <a:lnTo>
                    <a:pt x="1869" y="3313"/>
                  </a:lnTo>
                  <a:lnTo>
                    <a:pt x="1854" y="3346"/>
                  </a:lnTo>
                  <a:lnTo>
                    <a:pt x="1836" y="3375"/>
                  </a:lnTo>
                  <a:lnTo>
                    <a:pt x="1816" y="3398"/>
                  </a:lnTo>
                  <a:lnTo>
                    <a:pt x="1793" y="3418"/>
                  </a:lnTo>
                  <a:lnTo>
                    <a:pt x="1768" y="3434"/>
                  </a:lnTo>
                  <a:lnTo>
                    <a:pt x="1740" y="3444"/>
                  </a:lnTo>
                  <a:lnTo>
                    <a:pt x="1711" y="3450"/>
                  </a:lnTo>
                  <a:lnTo>
                    <a:pt x="1681" y="3450"/>
                  </a:lnTo>
                  <a:lnTo>
                    <a:pt x="1648" y="3445"/>
                  </a:lnTo>
                  <a:lnTo>
                    <a:pt x="1614" y="3436"/>
                  </a:lnTo>
                  <a:lnTo>
                    <a:pt x="1579" y="3421"/>
                  </a:lnTo>
                  <a:lnTo>
                    <a:pt x="1542" y="3400"/>
                  </a:lnTo>
                  <a:lnTo>
                    <a:pt x="357" y="2643"/>
                  </a:lnTo>
                  <a:lnTo>
                    <a:pt x="320" y="2618"/>
                  </a:lnTo>
                  <a:lnTo>
                    <a:pt x="285" y="2588"/>
                  </a:lnTo>
                  <a:lnTo>
                    <a:pt x="251" y="2554"/>
                  </a:lnTo>
                  <a:lnTo>
                    <a:pt x="218" y="2517"/>
                  </a:lnTo>
                  <a:lnTo>
                    <a:pt x="187" y="2477"/>
                  </a:lnTo>
                  <a:lnTo>
                    <a:pt x="157" y="2433"/>
                  </a:lnTo>
                  <a:lnTo>
                    <a:pt x="130" y="2388"/>
                  </a:lnTo>
                  <a:lnTo>
                    <a:pt x="105" y="2341"/>
                  </a:lnTo>
                  <a:lnTo>
                    <a:pt x="81" y="2292"/>
                  </a:lnTo>
                  <a:lnTo>
                    <a:pt x="61" y="2241"/>
                  </a:lnTo>
                  <a:lnTo>
                    <a:pt x="44" y="2190"/>
                  </a:lnTo>
                  <a:lnTo>
                    <a:pt x="29" y="2138"/>
                  </a:lnTo>
                  <a:lnTo>
                    <a:pt x="17" y="2085"/>
                  </a:lnTo>
                  <a:lnTo>
                    <a:pt x="7" y="2033"/>
                  </a:lnTo>
                  <a:lnTo>
                    <a:pt x="3" y="1981"/>
                  </a:lnTo>
                  <a:lnTo>
                    <a:pt x="0" y="1931"/>
                  </a:lnTo>
                  <a:lnTo>
                    <a:pt x="0" y="308"/>
                  </a:lnTo>
                  <a:lnTo>
                    <a:pt x="3" y="260"/>
                  </a:lnTo>
                  <a:lnTo>
                    <a:pt x="7" y="215"/>
                  </a:lnTo>
                  <a:lnTo>
                    <a:pt x="17" y="174"/>
                  </a:lnTo>
                  <a:lnTo>
                    <a:pt x="29" y="137"/>
                  </a:lnTo>
                  <a:lnTo>
                    <a:pt x="44" y="104"/>
                  </a:lnTo>
                  <a:lnTo>
                    <a:pt x="61" y="76"/>
                  </a:lnTo>
                  <a:lnTo>
                    <a:pt x="81" y="51"/>
                  </a:lnTo>
                  <a:lnTo>
                    <a:pt x="105" y="31"/>
                  </a:lnTo>
                  <a:lnTo>
                    <a:pt x="130" y="16"/>
                  </a:lnTo>
                  <a:lnTo>
                    <a:pt x="157" y="5"/>
                  </a:lnTo>
                  <a:lnTo>
                    <a:pt x="187" y="0"/>
                  </a:lnTo>
                  <a:lnTo>
                    <a:pt x="218" y="0"/>
                  </a:lnTo>
                  <a:lnTo>
                    <a:pt x="251" y="3"/>
                  </a:lnTo>
                  <a:lnTo>
                    <a:pt x="285" y="14"/>
                  </a:lnTo>
                  <a:lnTo>
                    <a:pt x="320" y="29"/>
                  </a:lnTo>
                  <a:lnTo>
                    <a:pt x="357" y="49"/>
                  </a:lnTo>
                  <a:close/>
                </a:path>
              </a:pathLst>
            </a:custGeom>
            <a:solidFill>
              <a:srgbClr val="BFBFB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8576" name="Freeform 46"/>
            <p:cNvSpPr>
              <a:spLocks/>
            </p:cNvSpPr>
            <p:nvPr/>
          </p:nvSpPr>
          <p:spPr bwMode="auto">
            <a:xfrm>
              <a:off x="1268" y="1663"/>
              <a:ext cx="393" cy="711"/>
            </a:xfrm>
            <a:custGeom>
              <a:avLst/>
              <a:gdLst>
                <a:gd name="T0" fmla="*/ 3 w 1962"/>
                <a:gd name="T1" fmla="*/ 7 h 3555"/>
                <a:gd name="T2" fmla="*/ 2 w 1962"/>
                <a:gd name="T3" fmla="*/ 7 h 3555"/>
                <a:gd name="T4" fmla="*/ 2 w 1962"/>
                <a:gd name="T5" fmla="*/ 8 h 3555"/>
                <a:gd name="T6" fmla="*/ 1 w 1962"/>
                <a:gd name="T7" fmla="*/ 8 h 3555"/>
                <a:gd name="T8" fmla="*/ 1 w 1962"/>
                <a:gd name="T9" fmla="*/ 9 h 3555"/>
                <a:gd name="T10" fmla="*/ 1 w 1962"/>
                <a:gd name="T11" fmla="*/ 10 h 3555"/>
                <a:gd name="T12" fmla="*/ 0 w 1962"/>
                <a:gd name="T13" fmla="*/ 11 h 3555"/>
                <a:gd name="T14" fmla="*/ 0 w 1962"/>
                <a:gd name="T15" fmla="*/ 12 h 3555"/>
                <a:gd name="T16" fmla="*/ 0 w 1962"/>
                <a:gd name="T17" fmla="*/ 13 h 3555"/>
                <a:gd name="T18" fmla="*/ 0 w 1962"/>
                <a:gd name="T19" fmla="*/ 26 h 3555"/>
                <a:gd name="T20" fmla="*/ 0 w 1962"/>
                <a:gd name="T21" fmla="*/ 27 h 3555"/>
                <a:gd name="T22" fmla="*/ 0 w 1962"/>
                <a:gd name="T23" fmla="*/ 28 h 3555"/>
                <a:gd name="T24" fmla="*/ 1 w 1962"/>
                <a:gd name="T25" fmla="*/ 28 h 3555"/>
                <a:gd name="T26" fmla="*/ 1 w 1962"/>
                <a:gd name="T27" fmla="*/ 28 h 3555"/>
                <a:gd name="T28" fmla="*/ 2 w 1962"/>
                <a:gd name="T29" fmla="*/ 28 h 3555"/>
                <a:gd name="T30" fmla="*/ 2 w 1962"/>
                <a:gd name="T31" fmla="*/ 28 h 3555"/>
                <a:gd name="T32" fmla="*/ 3 w 1962"/>
                <a:gd name="T33" fmla="*/ 28 h 3555"/>
                <a:gd name="T34" fmla="*/ 13 w 1962"/>
                <a:gd name="T35" fmla="*/ 22 h 3555"/>
                <a:gd name="T36" fmla="*/ 13 w 1962"/>
                <a:gd name="T37" fmla="*/ 21 h 3555"/>
                <a:gd name="T38" fmla="*/ 14 w 1962"/>
                <a:gd name="T39" fmla="*/ 21 h 3555"/>
                <a:gd name="T40" fmla="*/ 14 w 1962"/>
                <a:gd name="T41" fmla="*/ 20 h 3555"/>
                <a:gd name="T42" fmla="*/ 15 w 1962"/>
                <a:gd name="T43" fmla="*/ 19 h 3555"/>
                <a:gd name="T44" fmla="*/ 15 w 1962"/>
                <a:gd name="T45" fmla="*/ 18 h 3555"/>
                <a:gd name="T46" fmla="*/ 16 w 1962"/>
                <a:gd name="T47" fmla="*/ 18 h 3555"/>
                <a:gd name="T48" fmla="*/ 16 w 1962"/>
                <a:gd name="T49" fmla="*/ 17 h 3555"/>
                <a:gd name="T50" fmla="*/ 16 w 1962"/>
                <a:gd name="T51" fmla="*/ 16 h 3555"/>
                <a:gd name="T52" fmla="*/ 16 w 1962"/>
                <a:gd name="T53" fmla="*/ 2 h 3555"/>
                <a:gd name="T54" fmla="*/ 16 w 1962"/>
                <a:gd name="T55" fmla="*/ 1 h 3555"/>
                <a:gd name="T56" fmla="*/ 15 w 1962"/>
                <a:gd name="T57" fmla="*/ 1 h 3555"/>
                <a:gd name="T58" fmla="*/ 15 w 1962"/>
                <a:gd name="T59" fmla="*/ 0 h 3555"/>
                <a:gd name="T60" fmla="*/ 15 w 1962"/>
                <a:gd name="T61" fmla="*/ 0 h 3555"/>
                <a:gd name="T62" fmla="*/ 14 w 1962"/>
                <a:gd name="T63" fmla="*/ 0 h 3555"/>
                <a:gd name="T64" fmla="*/ 14 w 1962"/>
                <a:gd name="T65" fmla="*/ 0 h 3555"/>
                <a:gd name="T66" fmla="*/ 13 w 1962"/>
                <a:gd name="T67" fmla="*/ 0 h 3555"/>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962"/>
                <a:gd name="T103" fmla="*/ 0 h 3555"/>
                <a:gd name="T104" fmla="*/ 1962 w 1962"/>
                <a:gd name="T105" fmla="*/ 3555 h 3555"/>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962" h="3555">
                  <a:moveTo>
                    <a:pt x="1594" y="50"/>
                  </a:moveTo>
                  <a:lnTo>
                    <a:pt x="368" y="831"/>
                  </a:lnTo>
                  <a:lnTo>
                    <a:pt x="330" y="858"/>
                  </a:lnTo>
                  <a:lnTo>
                    <a:pt x="294" y="888"/>
                  </a:lnTo>
                  <a:lnTo>
                    <a:pt x="259" y="922"/>
                  </a:lnTo>
                  <a:lnTo>
                    <a:pt x="225" y="961"/>
                  </a:lnTo>
                  <a:lnTo>
                    <a:pt x="193" y="1003"/>
                  </a:lnTo>
                  <a:lnTo>
                    <a:pt x="163" y="1047"/>
                  </a:lnTo>
                  <a:lnTo>
                    <a:pt x="133" y="1094"/>
                  </a:lnTo>
                  <a:lnTo>
                    <a:pt x="108" y="1143"/>
                  </a:lnTo>
                  <a:lnTo>
                    <a:pt x="84" y="1193"/>
                  </a:lnTo>
                  <a:lnTo>
                    <a:pt x="63" y="1246"/>
                  </a:lnTo>
                  <a:lnTo>
                    <a:pt x="44" y="1299"/>
                  </a:lnTo>
                  <a:lnTo>
                    <a:pt x="29" y="1353"/>
                  </a:lnTo>
                  <a:lnTo>
                    <a:pt x="16" y="1405"/>
                  </a:lnTo>
                  <a:lnTo>
                    <a:pt x="7" y="1459"/>
                  </a:lnTo>
                  <a:lnTo>
                    <a:pt x="2" y="1512"/>
                  </a:lnTo>
                  <a:lnTo>
                    <a:pt x="0" y="1565"/>
                  </a:lnTo>
                  <a:lnTo>
                    <a:pt x="0" y="3237"/>
                  </a:lnTo>
                  <a:lnTo>
                    <a:pt x="2" y="3287"/>
                  </a:lnTo>
                  <a:lnTo>
                    <a:pt x="7" y="3333"/>
                  </a:lnTo>
                  <a:lnTo>
                    <a:pt x="16" y="3375"/>
                  </a:lnTo>
                  <a:lnTo>
                    <a:pt x="29" y="3413"/>
                  </a:lnTo>
                  <a:lnTo>
                    <a:pt x="44" y="3447"/>
                  </a:lnTo>
                  <a:lnTo>
                    <a:pt x="63" y="3477"/>
                  </a:lnTo>
                  <a:lnTo>
                    <a:pt x="84" y="3502"/>
                  </a:lnTo>
                  <a:lnTo>
                    <a:pt x="108" y="3522"/>
                  </a:lnTo>
                  <a:lnTo>
                    <a:pt x="133" y="3538"/>
                  </a:lnTo>
                  <a:lnTo>
                    <a:pt x="163" y="3549"/>
                  </a:lnTo>
                  <a:lnTo>
                    <a:pt x="193" y="3555"/>
                  </a:lnTo>
                  <a:lnTo>
                    <a:pt x="225" y="3555"/>
                  </a:lnTo>
                  <a:lnTo>
                    <a:pt x="259" y="3550"/>
                  </a:lnTo>
                  <a:lnTo>
                    <a:pt x="294" y="3541"/>
                  </a:lnTo>
                  <a:lnTo>
                    <a:pt x="330" y="3524"/>
                  </a:lnTo>
                  <a:lnTo>
                    <a:pt x="368" y="3503"/>
                  </a:lnTo>
                  <a:lnTo>
                    <a:pt x="1594" y="2722"/>
                  </a:lnTo>
                  <a:lnTo>
                    <a:pt x="1632" y="2696"/>
                  </a:lnTo>
                  <a:lnTo>
                    <a:pt x="1668" y="2665"/>
                  </a:lnTo>
                  <a:lnTo>
                    <a:pt x="1703" y="2631"/>
                  </a:lnTo>
                  <a:lnTo>
                    <a:pt x="1737" y="2592"/>
                  </a:lnTo>
                  <a:lnTo>
                    <a:pt x="1769" y="2551"/>
                  </a:lnTo>
                  <a:lnTo>
                    <a:pt x="1799" y="2506"/>
                  </a:lnTo>
                  <a:lnTo>
                    <a:pt x="1829" y="2460"/>
                  </a:lnTo>
                  <a:lnTo>
                    <a:pt x="1854" y="2411"/>
                  </a:lnTo>
                  <a:lnTo>
                    <a:pt x="1878" y="2361"/>
                  </a:lnTo>
                  <a:lnTo>
                    <a:pt x="1899" y="2308"/>
                  </a:lnTo>
                  <a:lnTo>
                    <a:pt x="1918" y="2256"/>
                  </a:lnTo>
                  <a:lnTo>
                    <a:pt x="1933" y="2202"/>
                  </a:lnTo>
                  <a:lnTo>
                    <a:pt x="1946" y="2149"/>
                  </a:lnTo>
                  <a:lnTo>
                    <a:pt x="1955" y="2095"/>
                  </a:lnTo>
                  <a:lnTo>
                    <a:pt x="1960" y="2042"/>
                  </a:lnTo>
                  <a:lnTo>
                    <a:pt x="1962" y="1989"/>
                  </a:lnTo>
                  <a:lnTo>
                    <a:pt x="1962" y="319"/>
                  </a:lnTo>
                  <a:lnTo>
                    <a:pt x="1960" y="269"/>
                  </a:lnTo>
                  <a:lnTo>
                    <a:pt x="1955" y="223"/>
                  </a:lnTo>
                  <a:lnTo>
                    <a:pt x="1946" y="180"/>
                  </a:lnTo>
                  <a:lnTo>
                    <a:pt x="1933" y="143"/>
                  </a:lnTo>
                  <a:lnTo>
                    <a:pt x="1918" y="109"/>
                  </a:lnTo>
                  <a:lnTo>
                    <a:pt x="1899" y="79"/>
                  </a:lnTo>
                  <a:lnTo>
                    <a:pt x="1878" y="54"/>
                  </a:lnTo>
                  <a:lnTo>
                    <a:pt x="1854" y="33"/>
                  </a:lnTo>
                  <a:lnTo>
                    <a:pt x="1829" y="17"/>
                  </a:lnTo>
                  <a:lnTo>
                    <a:pt x="1799" y="7"/>
                  </a:lnTo>
                  <a:lnTo>
                    <a:pt x="1769" y="0"/>
                  </a:lnTo>
                  <a:lnTo>
                    <a:pt x="1737" y="0"/>
                  </a:lnTo>
                  <a:lnTo>
                    <a:pt x="1703" y="4"/>
                  </a:lnTo>
                  <a:lnTo>
                    <a:pt x="1668" y="14"/>
                  </a:lnTo>
                  <a:lnTo>
                    <a:pt x="1632" y="29"/>
                  </a:lnTo>
                  <a:lnTo>
                    <a:pt x="1594" y="50"/>
                  </a:lnTo>
                  <a:close/>
                </a:path>
              </a:pathLst>
            </a:custGeom>
            <a:solidFill>
              <a:srgbClr val="E5E5E5"/>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8577" name="Freeform 47"/>
            <p:cNvSpPr>
              <a:spLocks noEditPoints="1"/>
            </p:cNvSpPr>
            <p:nvPr/>
          </p:nvSpPr>
          <p:spPr bwMode="auto">
            <a:xfrm>
              <a:off x="916" y="1589"/>
              <a:ext cx="697" cy="698"/>
            </a:xfrm>
            <a:custGeom>
              <a:avLst/>
              <a:gdLst>
                <a:gd name="T0" fmla="*/ 16 w 3485"/>
                <a:gd name="T1" fmla="*/ 0 h 3490"/>
                <a:gd name="T2" fmla="*/ 17 w 3485"/>
                <a:gd name="T3" fmla="*/ 2 h 3490"/>
                <a:gd name="T4" fmla="*/ 17 w 3485"/>
                <a:gd name="T5" fmla="*/ 3 h 3490"/>
                <a:gd name="T6" fmla="*/ 14 w 3485"/>
                <a:gd name="T7" fmla="*/ 4 h 3490"/>
                <a:gd name="T8" fmla="*/ 12 w 3485"/>
                <a:gd name="T9" fmla="*/ 4 h 3490"/>
                <a:gd name="T10" fmla="*/ 11 w 3485"/>
                <a:gd name="T11" fmla="*/ 2 h 3490"/>
                <a:gd name="T12" fmla="*/ 11 w 3485"/>
                <a:gd name="T13" fmla="*/ 1 h 3490"/>
                <a:gd name="T14" fmla="*/ 14 w 3485"/>
                <a:gd name="T15" fmla="*/ 0 h 3490"/>
                <a:gd name="T16" fmla="*/ 3 w 3485"/>
                <a:gd name="T17" fmla="*/ 7 h 3490"/>
                <a:gd name="T18" fmla="*/ 4 w 3485"/>
                <a:gd name="T19" fmla="*/ 9 h 3490"/>
                <a:gd name="T20" fmla="*/ 3 w 3485"/>
                <a:gd name="T21" fmla="*/ 12 h 3490"/>
                <a:gd name="T22" fmla="*/ 2 w 3485"/>
                <a:gd name="T23" fmla="*/ 13 h 3490"/>
                <a:gd name="T24" fmla="*/ 1 w 3485"/>
                <a:gd name="T25" fmla="*/ 12 h 3490"/>
                <a:gd name="T26" fmla="*/ 0 w 3485"/>
                <a:gd name="T27" fmla="*/ 10 h 3490"/>
                <a:gd name="T28" fmla="*/ 0 w 3485"/>
                <a:gd name="T29" fmla="*/ 8 h 3490"/>
                <a:gd name="T30" fmla="*/ 2 w 3485"/>
                <a:gd name="T31" fmla="*/ 6 h 3490"/>
                <a:gd name="T32" fmla="*/ 10 w 3485"/>
                <a:gd name="T33" fmla="*/ 20 h 3490"/>
                <a:gd name="T34" fmla="*/ 11 w 3485"/>
                <a:gd name="T35" fmla="*/ 22 h 3490"/>
                <a:gd name="T36" fmla="*/ 11 w 3485"/>
                <a:gd name="T37" fmla="*/ 25 h 3490"/>
                <a:gd name="T38" fmla="*/ 10 w 3485"/>
                <a:gd name="T39" fmla="*/ 27 h 3490"/>
                <a:gd name="T40" fmla="*/ 8 w 3485"/>
                <a:gd name="T41" fmla="*/ 26 h 3490"/>
                <a:gd name="T42" fmla="*/ 7 w 3485"/>
                <a:gd name="T43" fmla="*/ 24 h 3490"/>
                <a:gd name="T44" fmla="*/ 7 w 3485"/>
                <a:gd name="T45" fmla="*/ 22 h 3490"/>
                <a:gd name="T46" fmla="*/ 8 w 3485"/>
                <a:gd name="T47" fmla="*/ 20 h 3490"/>
                <a:gd name="T48" fmla="*/ 20 w 3485"/>
                <a:gd name="T49" fmla="*/ 21 h 3490"/>
                <a:gd name="T50" fmla="*/ 21 w 3485"/>
                <a:gd name="T51" fmla="*/ 23 h 3490"/>
                <a:gd name="T52" fmla="*/ 21 w 3485"/>
                <a:gd name="T53" fmla="*/ 26 h 3490"/>
                <a:gd name="T54" fmla="*/ 20 w 3485"/>
                <a:gd name="T55" fmla="*/ 28 h 3490"/>
                <a:gd name="T56" fmla="*/ 18 w 3485"/>
                <a:gd name="T57" fmla="*/ 28 h 3490"/>
                <a:gd name="T58" fmla="*/ 17 w 3485"/>
                <a:gd name="T59" fmla="*/ 26 h 3490"/>
                <a:gd name="T60" fmla="*/ 17 w 3485"/>
                <a:gd name="T61" fmla="*/ 23 h 3490"/>
                <a:gd name="T62" fmla="*/ 18 w 3485"/>
                <a:gd name="T63" fmla="*/ 21 h 3490"/>
                <a:gd name="T64" fmla="*/ 19 w 3485"/>
                <a:gd name="T65" fmla="*/ 11 h 3490"/>
                <a:gd name="T66" fmla="*/ 20 w 3485"/>
                <a:gd name="T67" fmla="*/ 13 h 3490"/>
                <a:gd name="T68" fmla="*/ 21 w 3485"/>
                <a:gd name="T69" fmla="*/ 15 h 3490"/>
                <a:gd name="T70" fmla="*/ 20 w 3485"/>
                <a:gd name="T71" fmla="*/ 17 h 3490"/>
                <a:gd name="T72" fmla="*/ 18 w 3485"/>
                <a:gd name="T73" fmla="*/ 17 h 3490"/>
                <a:gd name="T74" fmla="*/ 17 w 3485"/>
                <a:gd name="T75" fmla="*/ 16 h 3490"/>
                <a:gd name="T76" fmla="*/ 17 w 3485"/>
                <a:gd name="T77" fmla="*/ 13 h 3490"/>
                <a:gd name="T78" fmla="*/ 18 w 3485"/>
                <a:gd name="T79" fmla="*/ 11 h 3490"/>
                <a:gd name="T80" fmla="*/ 26 w 3485"/>
                <a:gd name="T81" fmla="*/ 7 h 3490"/>
                <a:gd name="T82" fmla="*/ 27 w 3485"/>
                <a:gd name="T83" fmla="*/ 8 h 3490"/>
                <a:gd name="T84" fmla="*/ 27 w 3485"/>
                <a:gd name="T85" fmla="*/ 11 h 3490"/>
                <a:gd name="T86" fmla="*/ 26 w 3485"/>
                <a:gd name="T87" fmla="*/ 13 h 3490"/>
                <a:gd name="T88" fmla="*/ 25 w 3485"/>
                <a:gd name="T89" fmla="*/ 13 h 3490"/>
                <a:gd name="T90" fmla="*/ 24 w 3485"/>
                <a:gd name="T91" fmla="*/ 12 h 3490"/>
                <a:gd name="T92" fmla="*/ 24 w 3485"/>
                <a:gd name="T93" fmla="*/ 9 h 3490"/>
                <a:gd name="T94" fmla="*/ 24 w 3485"/>
                <a:gd name="T95" fmla="*/ 7 h 3490"/>
                <a:gd name="T96" fmla="*/ 26 w 3485"/>
                <a:gd name="T97" fmla="*/ 17 h 3490"/>
                <a:gd name="T98" fmla="*/ 27 w 3485"/>
                <a:gd name="T99" fmla="*/ 18 h 3490"/>
                <a:gd name="T100" fmla="*/ 28 w 3485"/>
                <a:gd name="T101" fmla="*/ 21 h 3490"/>
                <a:gd name="T102" fmla="*/ 27 w 3485"/>
                <a:gd name="T103" fmla="*/ 23 h 3490"/>
                <a:gd name="T104" fmla="*/ 26 w 3485"/>
                <a:gd name="T105" fmla="*/ 24 h 3490"/>
                <a:gd name="T106" fmla="*/ 24 w 3485"/>
                <a:gd name="T107" fmla="*/ 23 h 3490"/>
                <a:gd name="T108" fmla="*/ 24 w 3485"/>
                <a:gd name="T109" fmla="*/ 20 h 3490"/>
                <a:gd name="T110" fmla="*/ 25 w 3485"/>
                <a:gd name="T111" fmla="*/ 18 h 3490"/>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w 3485"/>
                <a:gd name="T169" fmla="*/ 0 h 3490"/>
                <a:gd name="T170" fmla="*/ 3485 w 3485"/>
                <a:gd name="T171" fmla="*/ 3490 h 3490"/>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T168" t="T169" r="T170" b="T171"/>
              <a:pathLst>
                <a:path w="3485" h="3490">
                  <a:moveTo>
                    <a:pt x="1754" y="0"/>
                  </a:moveTo>
                  <a:lnTo>
                    <a:pt x="1797" y="2"/>
                  </a:lnTo>
                  <a:lnTo>
                    <a:pt x="1840" y="5"/>
                  </a:lnTo>
                  <a:lnTo>
                    <a:pt x="1881" y="12"/>
                  </a:lnTo>
                  <a:lnTo>
                    <a:pt x="1921" y="20"/>
                  </a:lnTo>
                  <a:lnTo>
                    <a:pt x="1959" y="31"/>
                  </a:lnTo>
                  <a:lnTo>
                    <a:pt x="1994" y="44"/>
                  </a:lnTo>
                  <a:lnTo>
                    <a:pt x="2028" y="59"/>
                  </a:lnTo>
                  <a:lnTo>
                    <a:pt x="2058" y="74"/>
                  </a:lnTo>
                  <a:lnTo>
                    <a:pt x="2086" y="93"/>
                  </a:lnTo>
                  <a:lnTo>
                    <a:pt x="2111" y="113"/>
                  </a:lnTo>
                  <a:lnTo>
                    <a:pt x="2132" y="133"/>
                  </a:lnTo>
                  <a:lnTo>
                    <a:pt x="2151" y="155"/>
                  </a:lnTo>
                  <a:lnTo>
                    <a:pt x="2165" y="179"/>
                  </a:lnTo>
                  <a:lnTo>
                    <a:pt x="2175" y="203"/>
                  </a:lnTo>
                  <a:lnTo>
                    <a:pt x="2182" y="229"/>
                  </a:lnTo>
                  <a:lnTo>
                    <a:pt x="2185" y="255"/>
                  </a:lnTo>
                  <a:lnTo>
                    <a:pt x="2182" y="281"/>
                  </a:lnTo>
                  <a:lnTo>
                    <a:pt x="2175" y="305"/>
                  </a:lnTo>
                  <a:lnTo>
                    <a:pt x="2165" y="330"/>
                  </a:lnTo>
                  <a:lnTo>
                    <a:pt x="2151" y="353"/>
                  </a:lnTo>
                  <a:lnTo>
                    <a:pt x="2132" y="376"/>
                  </a:lnTo>
                  <a:lnTo>
                    <a:pt x="2111" y="397"/>
                  </a:lnTo>
                  <a:lnTo>
                    <a:pt x="2086" y="417"/>
                  </a:lnTo>
                  <a:lnTo>
                    <a:pt x="2058" y="434"/>
                  </a:lnTo>
                  <a:lnTo>
                    <a:pt x="2028" y="451"/>
                  </a:lnTo>
                  <a:lnTo>
                    <a:pt x="1994" y="466"/>
                  </a:lnTo>
                  <a:lnTo>
                    <a:pt x="1959" y="479"/>
                  </a:lnTo>
                  <a:lnTo>
                    <a:pt x="1921" y="489"/>
                  </a:lnTo>
                  <a:lnTo>
                    <a:pt x="1881" y="498"/>
                  </a:lnTo>
                  <a:lnTo>
                    <a:pt x="1840" y="505"/>
                  </a:lnTo>
                  <a:lnTo>
                    <a:pt x="1797" y="508"/>
                  </a:lnTo>
                  <a:lnTo>
                    <a:pt x="1754" y="509"/>
                  </a:lnTo>
                  <a:lnTo>
                    <a:pt x="1710" y="508"/>
                  </a:lnTo>
                  <a:lnTo>
                    <a:pt x="1667" y="505"/>
                  </a:lnTo>
                  <a:lnTo>
                    <a:pt x="1626" y="498"/>
                  </a:lnTo>
                  <a:lnTo>
                    <a:pt x="1586" y="489"/>
                  </a:lnTo>
                  <a:lnTo>
                    <a:pt x="1548" y="479"/>
                  </a:lnTo>
                  <a:lnTo>
                    <a:pt x="1512" y="466"/>
                  </a:lnTo>
                  <a:lnTo>
                    <a:pt x="1479" y="451"/>
                  </a:lnTo>
                  <a:lnTo>
                    <a:pt x="1449" y="434"/>
                  </a:lnTo>
                  <a:lnTo>
                    <a:pt x="1421" y="417"/>
                  </a:lnTo>
                  <a:lnTo>
                    <a:pt x="1395" y="397"/>
                  </a:lnTo>
                  <a:lnTo>
                    <a:pt x="1374" y="376"/>
                  </a:lnTo>
                  <a:lnTo>
                    <a:pt x="1355" y="353"/>
                  </a:lnTo>
                  <a:lnTo>
                    <a:pt x="1341" y="330"/>
                  </a:lnTo>
                  <a:lnTo>
                    <a:pt x="1331" y="305"/>
                  </a:lnTo>
                  <a:lnTo>
                    <a:pt x="1324" y="281"/>
                  </a:lnTo>
                  <a:lnTo>
                    <a:pt x="1321" y="255"/>
                  </a:lnTo>
                  <a:lnTo>
                    <a:pt x="1324" y="229"/>
                  </a:lnTo>
                  <a:lnTo>
                    <a:pt x="1331" y="203"/>
                  </a:lnTo>
                  <a:lnTo>
                    <a:pt x="1341" y="179"/>
                  </a:lnTo>
                  <a:lnTo>
                    <a:pt x="1355" y="155"/>
                  </a:lnTo>
                  <a:lnTo>
                    <a:pt x="1374" y="133"/>
                  </a:lnTo>
                  <a:lnTo>
                    <a:pt x="1395" y="113"/>
                  </a:lnTo>
                  <a:lnTo>
                    <a:pt x="1421" y="93"/>
                  </a:lnTo>
                  <a:lnTo>
                    <a:pt x="1449" y="74"/>
                  </a:lnTo>
                  <a:lnTo>
                    <a:pt x="1479" y="59"/>
                  </a:lnTo>
                  <a:lnTo>
                    <a:pt x="1512" y="44"/>
                  </a:lnTo>
                  <a:lnTo>
                    <a:pt x="1548" y="31"/>
                  </a:lnTo>
                  <a:lnTo>
                    <a:pt x="1586" y="20"/>
                  </a:lnTo>
                  <a:lnTo>
                    <a:pt x="1626" y="12"/>
                  </a:lnTo>
                  <a:lnTo>
                    <a:pt x="1667" y="5"/>
                  </a:lnTo>
                  <a:lnTo>
                    <a:pt x="1710" y="2"/>
                  </a:lnTo>
                  <a:lnTo>
                    <a:pt x="1754" y="0"/>
                  </a:lnTo>
                  <a:close/>
                  <a:moveTo>
                    <a:pt x="239" y="786"/>
                  </a:moveTo>
                  <a:lnTo>
                    <a:pt x="263" y="788"/>
                  </a:lnTo>
                  <a:lnTo>
                    <a:pt x="287" y="794"/>
                  </a:lnTo>
                  <a:lnTo>
                    <a:pt x="309" y="805"/>
                  </a:lnTo>
                  <a:lnTo>
                    <a:pt x="331" y="819"/>
                  </a:lnTo>
                  <a:lnTo>
                    <a:pt x="352" y="836"/>
                  </a:lnTo>
                  <a:lnTo>
                    <a:pt x="372" y="857"/>
                  </a:lnTo>
                  <a:lnTo>
                    <a:pt x="390" y="882"/>
                  </a:lnTo>
                  <a:lnTo>
                    <a:pt x="407" y="909"/>
                  </a:lnTo>
                  <a:lnTo>
                    <a:pt x="423" y="940"/>
                  </a:lnTo>
                  <a:lnTo>
                    <a:pt x="437" y="971"/>
                  </a:lnTo>
                  <a:lnTo>
                    <a:pt x="448" y="1006"/>
                  </a:lnTo>
                  <a:lnTo>
                    <a:pt x="459" y="1043"/>
                  </a:lnTo>
                  <a:lnTo>
                    <a:pt x="467" y="1081"/>
                  </a:lnTo>
                  <a:lnTo>
                    <a:pt x="473" y="1121"/>
                  </a:lnTo>
                  <a:lnTo>
                    <a:pt x="476" y="1163"/>
                  </a:lnTo>
                  <a:lnTo>
                    <a:pt x="478" y="1206"/>
                  </a:lnTo>
                  <a:lnTo>
                    <a:pt x="476" y="1248"/>
                  </a:lnTo>
                  <a:lnTo>
                    <a:pt x="473" y="1290"/>
                  </a:lnTo>
                  <a:lnTo>
                    <a:pt x="467" y="1330"/>
                  </a:lnTo>
                  <a:lnTo>
                    <a:pt x="459" y="1367"/>
                  </a:lnTo>
                  <a:lnTo>
                    <a:pt x="448" y="1405"/>
                  </a:lnTo>
                  <a:lnTo>
                    <a:pt x="437" y="1439"/>
                  </a:lnTo>
                  <a:lnTo>
                    <a:pt x="423" y="1472"/>
                  </a:lnTo>
                  <a:lnTo>
                    <a:pt x="407" y="1501"/>
                  </a:lnTo>
                  <a:lnTo>
                    <a:pt x="390" y="1528"/>
                  </a:lnTo>
                  <a:lnTo>
                    <a:pt x="372" y="1553"/>
                  </a:lnTo>
                  <a:lnTo>
                    <a:pt x="352" y="1574"/>
                  </a:lnTo>
                  <a:lnTo>
                    <a:pt x="331" y="1591"/>
                  </a:lnTo>
                  <a:lnTo>
                    <a:pt x="309" y="1605"/>
                  </a:lnTo>
                  <a:lnTo>
                    <a:pt x="287" y="1616"/>
                  </a:lnTo>
                  <a:lnTo>
                    <a:pt x="263" y="1622"/>
                  </a:lnTo>
                  <a:lnTo>
                    <a:pt x="239" y="1624"/>
                  </a:lnTo>
                  <a:lnTo>
                    <a:pt x="214" y="1622"/>
                  </a:lnTo>
                  <a:lnTo>
                    <a:pt x="191" y="1616"/>
                  </a:lnTo>
                  <a:lnTo>
                    <a:pt x="168" y="1605"/>
                  </a:lnTo>
                  <a:lnTo>
                    <a:pt x="146" y="1591"/>
                  </a:lnTo>
                  <a:lnTo>
                    <a:pt x="125" y="1574"/>
                  </a:lnTo>
                  <a:lnTo>
                    <a:pt x="105" y="1553"/>
                  </a:lnTo>
                  <a:lnTo>
                    <a:pt x="87" y="1528"/>
                  </a:lnTo>
                  <a:lnTo>
                    <a:pt x="70" y="1501"/>
                  </a:lnTo>
                  <a:lnTo>
                    <a:pt x="55" y="1472"/>
                  </a:lnTo>
                  <a:lnTo>
                    <a:pt x="41" y="1439"/>
                  </a:lnTo>
                  <a:lnTo>
                    <a:pt x="29" y="1405"/>
                  </a:lnTo>
                  <a:lnTo>
                    <a:pt x="18" y="1367"/>
                  </a:lnTo>
                  <a:lnTo>
                    <a:pt x="10" y="1330"/>
                  </a:lnTo>
                  <a:lnTo>
                    <a:pt x="4" y="1290"/>
                  </a:lnTo>
                  <a:lnTo>
                    <a:pt x="1" y="1248"/>
                  </a:lnTo>
                  <a:lnTo>
                    <a:pt x="0" y="1206"/>
                  </a:lnTo>
                  <a:lnTo>
                    <a:pt x="1" y="1163"/>
                  </a:lnTo>
                  <a:lnTo>
                    <a:pt x="4" y="1121"/>
                  </a:lnTo>
                  <a:lnTo>
                    <a:pt x="10" y="1081"/>
                  </a:lnTo>
                  <a:lnTo>
                    <a:pt x="18" y="1043"/>
                  </a:lnTo>
                  <a:lnTo>
                    <a:pt x="29" y="1006"/>
                  </a:lnTo>
                  <a:lnTo>
                    <a:pt x="41" y="971"/>
                  </a:lnTo>
                  <a:lnTo>
                    <a:pt x="55" y="940"/>
                  </a:lnTo>
                  <a:lnTo>
                    <a:pt x="70" y="909"/>
                  </a:lnTo>
                  <a:lnTo>
                    <a:pt x="87" y="882"/>
                  </a:lnTo>
                  <a:lnTo>
                    <a:pt x="105" y="857"/>
                  </a:lnTo>
                  <a:lnTo>
                    <a:pt x="125" y="836"/>
                  </a:lnTo>
                  <a:lnTo>
                    <a:pt x="146" y="819"/>
                  </a:lnTo>
                  <a:lnTo>
                    <a:pt x="168" y="805"/>
                  </a:lnTo>
                  <a:lnTo>
                    <a:pt x="191" y="794"/>
                  </a:lnTo>
                  <a:lnTo>
                    <a:pt x="214" y="788"/>
                  </a:lnTo>
                  <a:lnTo>
                    <a:pt x="239" y="786"/>
                  </a:lnTo>
                  <a:close/>
                  <a:moveTo>
                    <a:pt x="1119" y="2495"/>
                  </a:moveTo>
                  <a:lnTo>
                    <a:pt x="1143" y="2498"/>
                  </a:lnTo>
                  <a:lnTo>
                    <a:pt x="1167" y="2504"/>
                  </a:lnTo>
                  <a:lnTo>
                    <a:pt x="1190" y="2514"/>
                  </a:lnTo>
                  <a:lnTo>
                    <a:pt x="1211" y="2528"/>
                  </a:lnTo>
                  <a:lnTo>
                    <a:pt x="1232" y="2546"/>
                  </a:lnTo>
                  <a:lnTo>
                    <a:pt x="1252" y="2567"/>
                  </a:lnTo>
                  <a:lnTo>
                    <a:pt x="1271" y="2592"/>
                  </a:lnTo>
                  <a:lnTo>
                    <a:pt x="1288" y="2618"/>
                  </a:lnTo>
                  <a:lnTo>
                    <a:pt x="1304" y="2648"/>
                  </a:lnTo>
                  <a:lnTo>
                    <a:pt x="1318" y="2681"/>
                  </a:lnTo>
                  <a:lnTo>
                    <a:pt x="1329" y="2715"/>
                  </a:lnTo>
                  <a:lnTo>
                    <a:pt x="1340" y="2752"/>
                  </a:lnTo>
                  <a:lnTo>
                    <a:pt x="1348" y="2790"/>
                  </a:lnTo>
                  <a:lnTo>
                    <a:pt x="1354" y="2830"/>
                  </a:lnTo>
                  <a:lnTo>
                    <a:pt x="1358" y="2872"/>
                  </a:lnTo>
                  <a:lnTo>
                    <a:pt x="1359" y="2914"/>
                  </a:lnTo>
                  <a:lnTo>
                    <a:pt x="1358" y="2956"/>
                  </a:lnTo>
                  <a:lnTo>
                    <a:pt x="1354" y="2998"/>
                  </a:lnTo>
                  <a:lnTo>
                    <a:pt x="1348" y="3038"/>
                  </a:lnTo>
                  <a:lnTo>
                    <a:pt x="1340" y="3077"/>
                  </a:lnTo>
                  <a:lnTo>
                    <a:pt x="1329" y="3113"/>
                  </a:lnTo>
                  <a:lnTo>
                    <a:pt x="1318" y="3147"/>
                  </a:lnTo>
                  <a:lnTo>
                    <a:pt x="1304" y="3180"/>
                  </a:lnTo>
                  <a:lnTo>
                    <a:pt x="1288" y="3209"/>
                  </a:lnTo>
                  <a:lnTo>
                    <a:pt x="1271" y="3238"/>
                  </a:lnTo>
                  <a:lnTo>
                    <a:pt x="1252" y="3261"/>
                  </a:lnTo>
                  <a:lnTo>
                    <a:pt x="1232" y="3282"/>
                  </a:lnTo>
                  <a:lnTo>
                    <a:pt x="1211" y="3301"/>
                  </a:lnTo>
                  <a:lnTo>
                    <a:pt x="1190" y="3315"/>
                  </a:lnTo>
                  <a:lnTo>
                    <a:pt x="1167" y="3325"/>
                  </a:lnTo>
                  <a:lnTo>
                    <a:pt x="1143" y="3331"/>
                  </a:lnTo>
                  <a:lnTo>
                    <a:pt x="1119" y="3334"/>
                  </a:lnTo>
                  <a:lnTo>
                    <a:pt x="1094" y="3331"/>
                  </a:lnTo>
                  <a:lnTo>
                    <a:pt x="1070" y="3325"/>
                  </a:lnTo>
                  <a:lnTo>
                    <a:pt x="1048" y="3315"/>
                  </a:lnTo>
                  <a:lnTo>
                    <a:pt x="1026" y="3301"/>
                  </a:lnTo>
                  <a:lnTo>
                    <a:pt x="1005" y="3282"/>
                  </a:lnTo>
                  <a:lnTo>
                    <a:pt x="985" y="3261"/>
                  </a:lnTo>
                  <a:lnTo>
                    <a:pt x="967" y="3238"/>
                  </a:lnTo>
                  <a:lnTo>
                    <a:pt x="950" y="3209"/>
                  </a:lnTo>
                  <a:lnTo>
                    <a:pt x="935" y="3180"/>
                  </a:lnTo>
                  <a:lnTo>
                    <a:pt x="921" y="3147"/>
                  </a:lnTo>
                  <a:lnTo>
                    <a:pt x="909" y="3113"/>
                  </a:lnTo>
                  <a:lnTo>
                    <a:pt x="898" y="3077"/>
                  </a:lnTo>
                  <a:lnTo>
                    <a:pt x="890" y="3038"/>
                  </a:lnTo>
                  <a:lnTo>
                    <a:pt x="884" y="2998"/>
                  </a:lnTo>
                  <a:lnTo>
                    <a:pt x="881" y="2956"/>
                  </a:lnTo>
                  <a:lnTo>
                    <a:pt x="880" y="2914"/>
                  </a:lnTo>
                  <a:lnTo>
                    <a:pt x="881" y="2872"/>
                  </a:lnTo>
                  <a:lnTo>
                    <a:pt x="884" y="2830"/>
                  </a:lnTo>
                  <a:lnTo>
                    <a:pt x="890" y="2790"/>
                  </a:lnTo>
                  <a:lnTo>
                    <a:pt x="898" y="2752"/>
                  </a:lnTo>
                  <a:lnTo>
                    <a:pt x="909" y="2715"/>
                  </a:lnTo>
                  <a:lnTo>
                    <a:pt x="921" y="2681"/>
                  </a:lnTo>
                  <a:lnTo>
                    <a:pt x="935" y="2648"/>
                  </a:lnTo>
                  <a:lnTo>
                    <a:pt x="950" y="2618"/>
                  </a:lnTo>
                  <a:lnTo>
                    <a:pt x="967" y="2592"/>
                  </a:lnTo>
                  <a:lnTo>
                    <a:pt x="985" y="2567"/>
                  </a:lnTo>
                  <a:lnTo>
                    <a:pt x="1005" y="2546"/>
                  </a:lnTo>
                  <a:lnTo>
                    <a:pt x="1026" y="2528"/>
                  </a:lnTo>
                  <a:lnTo>
                    <a:pt x="1048" y="2514"/>
                  </a:lnTo>
                  <a:lnTo>
                    <a:pt x="1070" y="2504"/>
                  </a:lnTo>
                  <a:lnTo>
                    <a:pt x="1094" y="2498"/>
                  </a:lnTo>
                  <a:lnTo>
                    <a:pt x="1119" y="2495"/>
                  </a:lnTo>
                  <a:close/>
                  <a:moveTo>
                    <a:pt x="2380" y="2651"/>
                  </a:moveTo>
                  <a:lnTo>
                    <a:pt x="2405" y="2654"/>
                  </a:lnTo>
                  <a:lnTo>
                    <a:pt x="2428" y="2660"/>
                  </a:lnTo>
                  <a:lnTo>
                    <a:pt x="2452" y="2670"/>
                  </a:lnTo>
                  <a:lnTo>
                    <a:pt x="2473" y="2684"/>
                  </a:lnTo>
                  <a:lnTo>
                    <a:pt x="2494" y="2703"/>
                  </a:lnTo>
                  <a:lnTo>
                    <a:pt x="2514" y="2724"/>
                  </a:lnTo>
                  <a:lnTo>
                    <a:pt x="2533" y="2747"/>
                  </a:lnTo>
                  <a:lnTo>
                    <a:pt x="2550" y="2774"/>
                  </a:lnTo>
                  <a:lnTo>
                    <a:pt x="2565" y="2805"/>
                  </a:lnTo>
                  <a:lnTo>
                    <a:pt x="2580" y="2838"/>
                  </a:lnTo>
                  <a:lnTo>
                    <a:pt x="2591" y="2872"/>
                  </a:lnTo>
                  <a:lnTo>
                    <a:pt x="2602" y="2908"/>
                  </a:lnTo>
                  <a:lnTo>
                    <a:pt x="2610" y="2947"/>
                  </a:lnTo>
                  <a:lnTo>
                    <a:pt x="2616" y="2987"/>
                  </a:lnTo>
                  <a:lnTo>
                    <a:pt x="2619" y="3029"/>
                  </a:lnTo>
                  <a:lnTo>
                    <a:pt x="2621" y="3071"/>
                  </a:lnTo>
                  <a:lnTo>
                    <a:pt x="2619" y="3113"/>
                  </a:lnTo>
                  <a:lnTo>
                    <a:pt x="2616" y="3155"/>
                  </a:lnTo>
                  <a:lnTo>
                    <a:pt x="2610" y="3195"/>
                  </a:lnTo>
                  <a:lnTo>
                    <a:pt x="2602" y="3233"/>
                  </a:lnTo>
                  <a:lnTo>
                    <a:pt x="2591" y="3270"/>
                  </a:lnTo>
                  <a:lnTo>
                    <a:pt x="2580" y="3304"/>
                  </a:lnTo>
                  <a:lnTo>
                    <a:pt x="2565" y="3337"/>
                  </a:lnTo>
                  <a:lnTo>
                    <a:pt x="2550" y="3367"/>
                  </a:lnTo>
                  <a:lnTo>
                    <a:pt x="2533" y="3393"/>
                  </a:lnTo>
                  <a:lnTo>
                    <a:pt x="2514" y="3418"/>
                  </a:lnTo>
                  <a:lnTo>
                    <a:pt x="2494" y="3439"/>
                  </a:lnTo>
                  <a:lnTo>
                    <a:pt x="2473" y="3457"/>
                  </a:lnTo>
                  <a:lnTo>
                    <a:pt x="2452" y="3471"/>
                  </a:lnTo>
                  <a:lnTo>
                    <a:pt x="2428" y="3481"/>
                  </a:lnTo>
                  <a:lnTo>
                    <a:pt x="2405" y="3487"/>
                  </a:lnTo>
                  <a:lnTo>
                    <a:pt x="2380" y="3490"/>
                  </a:lnTo>
                  <a:lnTo>
                    <a:pt x="2356" y="3487"/>
                  </a:lnTo>
                  <a:lnTo>
                    <a:pt x="2332" y="3481"/>
                  </a:lnTo>
                  <a:lnTo>
                    <a:pt x="2310" y="3471"/>
                  </a:lnTo>
                  <a:lnTo>
                    <a:pt x="2288" y="3457"/>
                  </a:lnTo>
                  <a:lnTo>
                    <a:pt x="2267" y="3439"/>
                  </a:lnTo>
                  <a:lnTo>
                    <a:pt x="2248" y="3418"/>
                  </a:lnTo>
                  <a:lnTo>
                    <a:pt x="2229" y="3393"/>
                  </a:lnTo>
                  <a:lnTo>
                    <a:pt x="2212" y="3367"/>
                  </a:lnTo>
                  <a:lnTo>
                    <a:pt x="2196" y="3337"/>
                  </a:lnTo>
                  <a:lnTo>
                    <a:pt x="2182" y="3304"/>
                  </a:lnTo>
                  <a:lnTo>
                    <a:pt x="2171" y="3270"/>
                  </a:lnTo>
                  <a:lnTo>
                    <a:pt x="2160" y="3233"/>
                  </a:lnTo>
                  <a:lnTo>
                    <a:pt x="2152" y="3195"/>
                  </a:lnTo>
                  <a:lnTo>
                    <a:pt x="2146" y="3155"/>
                  </a:lnTo>
                  <a:lnTo>
                    <a:pt x="2142" y="3113"/>
                  </a:lnTo>
                  <a:lnTo>
                    <a:pt x="2141" y="3071"/>
                  </a:lnTo>
                  <a:lnTo>
                    <a:pt x="2142" y="3029"/>
                  </a:lnTo>
                  <a:lnTo>
                    <a:pt x="2146" y="2987"/>
                  </a:lnTo>
                  <a:lnTo>
                    <a:pt x="2152" y="2947"/>
                  </a:lnTo>
                  <a:lnTo>
                    <a:pt x="2160" y="2908"/>
                  </a:lnTo>
                  <a:lnTo>
                    <a:pt x="2171" y="2872"/>
                  </a:lnTo>
                  <a:lnTo>
                    <a:pt x="2182" y="2838"/>
                  </a:lnTo>
                  <a:lnTo>
                    <a:pt x="2196" y="2805"/>
                  </a:lnTo>
                  <a:lnTo>
                    <a:pt x="2212" y="2774"/>
                  </a:lnTo>
                  <a:lnTo>
                    <a:pt x="2229" y="2747"/>
                  </a:lnTo>
                  <a:lnTo>
                    <a:pt x="2248" y="2724"/>
                  </a:lnTo>
                  <a:lnTo>
                    <a:pt x="2267" y="2703"/>
                  </a:lnTo>
                  <a:lnTo>
                    <a:pt x="2288" y="2684"/>
                  </a:lnTo>
                  <a:lnTo>
                    <a:pt x="2310" y="2670"/>
                  </a:lnTo>
                  <a:lnTo>
                    <a:pt x="2332" y="2660"/>
                  </a:lnTo>
                  <a:lnTo>
                    <a:pt x="2356" y="2654"/>
                  </a:lnTo>
                  <a:lnTo>
                    <a:pt x="2380" y="2651"/>
                  </a:lnTo>
                  <a:close/>
                  <a:moveTo>
                    <a:pt x="2342" y="1355"/>
                  </a:moveTo>
                  <a:lnTo>
                    <a:pt x="2366" y="1357"/>
                  </a:lnTo>
                  <a:lnTo>
                    <a:pt x="2390" y="1363"/>
                  </a:lnTo>
                  <a:lnTo>
                    <a:pt x="2412" y="1373"/>
                  </a:lnTo>
                  <a:lnTo>
                    <a:pt x="2434" y="1387"/>
                  </a:lnTo>
                  <a:lnTo>
                    <a:pt x="2455" y="1405"/>
                  </a:lnTo>
                  <a:lnTo>
                    <a:pt x="2475" y="1426"/>
                  </a:lnTo>
                  <a:lnTo>
                    <a:pt x="2493" y="1451"/>
                  </a:lnTo>
                  <a:lnTo>
                    <a:pt x="2510" y="1478"/>
                  </a:lnTo>
                  <a:lnTo>
                    <a:pt x="2526" y="1507"/>
                  </a:lnTo>
                  <a:lnTo>
                    <a:pt x="2540" y="1540"/>
                  </a:lnTo>
                  <a:lnTo>
                    <a:pt x="2551" y="1574"/>
                  </a:lnTo>
                  <a:lnTo>
                    <a:pt x="2562" y="1611"/>
                  </a:lnTo>
                  <a:lnTo>
                    <a:pt x="2570" y="1649"/>
                  </a:lnTo>
                  <a:lnTo>
                    <a:pt x="2576" y="1689"/>
                  </a:lnTo>
                  <a:lnTo>
                    <a:pt x="2580" y="1731"/>
                  </a:lnTo>
                  <a:lnTo>
                    <a:pt x="2581" y="1773"/>
                  </a:lnTo>
                  <a:lnTo>
                    <a:pt x="2580" y="1815"/>
                  </a:lnTo>
                  <a:lnTo>
                    <a:pt x="2576" y="1858"/>
                  </a:lnTo>
                  <a:lnTo>
                    <a:pt x="2570" y="1897"/>
                  </a:lnTo>
                  <a:lnTo>
                    <a:pt x="2562" y="1936"/>
                  </a:lnTo>
                  <a:lnTo>
                    <a:pt x="2551" y="1972"/>
                  </a:lnTo>
                  <a:lnTo>
                    <a:pt x="2540" y="2008"/>
                  </a:lnTo>
                  <a:lnTo>
                    <a:pt x="2526" y="2039"/>
                  </a:lnTo>
                  <a:lnTo>
                    <a:pt x="2510" y="2070"/>
                  </a:lnTo>
                  <a:lnTo>
                    <a:pt x="2493" y="2097"/>
                  </a:lnTo>
                  <a:lnTo>
                    <a:pt x="2475" y="2121"/>
                  </a:lnTo>
                  <a:lnTo>
                    <a:pt x="2455" y="2142"/>
                  </a:lnTo>
                  <a:lnTo>
                    <a:pt x="2434" y="2160"/>
                  </a:lnTo>
                  <a:lnTo>
                    <a:pt x="2412" y="2174"/>
                  </a:lnTo>
                  <a:lnTo>
                    <a:pt x="2390" y="2185"/>
                  </a:lnTo>
                  <a:lnTo>
                    <a:pt x="2366" y="2191"/>
                  </a:lnTo>
                  <a:lnTo>
                    <a:pt x="2342" y="2193"/>
                  </a:lnTo>
                  <a:lnTo>
                    <a:pt x="2317" y="2191"/>
                  </a:lnTo>
                  <a:lnTo>
                    <a:pt x="2294" y="2185"/>
                  </a:lnTo>
                  <a:lnTo>
                    <a:pt x="2270" y="2174"/>
                  </a:lnTo>
                  <a:lnTo>
                    <a:pt x="2249" y="2160"/>
                  </a:lnTo>
                  <a:lnTo>
                    <a:pt x="2228" y="2142"/>
                  </a:lnTo>
                  <a:lnTo>
                    <a:pt x="2208" y="2121"/>
                  </a:lnTo>
                  <a:lnTo>
                    <a:pt x="2189" y="2097"/>
                  </a:lnTo>
                  <a:lnTo>
                    <a:pt x="2173" y="2070"/>
                  </a:lnTo>
                  <a:lnTo>
                    <a:pt x="2157" y="2039"/>
                  </a:lnTo>
                  <a:lnTo>
                    <a:pt x="2142" y="2008"/>
                  </a:lnTo>
                  <a:lnTo>
                    <a:pt x="2131" y="1972"/>
                  </a:lnTo>
                  <a:lnTo>
                    <a:pt x="2120" y="1936"/>
                  </a:lnTo>
                  <a:lnTo>
                    <a:pt x="2112" y="1897"/>
                  </a:lnTo>
                  <a:lnTo>
                    <a:pt x="2106" y="1858"/>
                  </a:lnTo>
                  <a:lnTo>
                    <a:pt x="2103" y="1815"/>
                  </a:lnTo>
                  <a:lnTo>
                    <a:pt x="2101" y="1773"/>
                  </a:lnTo>
                  <a:lnTo>
                    <a:pt x="2103" y="1731"/>
                  </a:lnTo>
                  <a:lnTo>
                    <a:pt x="2106" y="1689"/>
                  </a:lnTo>
                  <a:lnTo>
                    <a:pt x="2112" y="1649"/>
                  </a:lnTo>
                  <a:lnTo>
                    <a:pt x="2120" y="1611"/>
                  </a:lnTo>
                  <a:lnTo>
                    <a:pt x="2131" y="1574"/>
                  </a:lnTo>
                  <a:lnTo>
                    <a:pt x="2142" y="1540"/>
                  </a:lnTo>
                  <a:lnTo>
                    <a:pt x="2157" y="1507"/>
                  </a:lnTo>
                  <a:lnTo>
                    <a:pt x="2173" y="1478"/>
                  </a:lnTo>
                  <a:lnTo>
                    <a:pt x="2189" y="1451"/>
                  </a:lnTo>
                  <a:lnTo>
                    <a:pt x="2208" y="1426"/>
                  </a:lnTo>
                  <a:lnTo>
                    <a:pt x="2228" y="1405"/>
                  </a:lnTo>
                  <a:lnTo>
                    <a:pt x="2249" y="1387"/>
                  </a:lnTo>
                  <a:lnTo>
                    <a:pt x="2270" y="1373"/>
                  </a:lnTo>
                  <a:lnTo>
                    <a:pt x="2294" y="1363"/>
                  </a:lnTo>
                  <a:lnTo>
                    <a:pt x="2317" y="1357"/>
                  </a:lnTo>
                  <a:lnTo>
                    <a:pt x="2342" y="1355"/>
                  </a:lnTo>
                  <a:close/>
                  <a:moveTo>
                    <a:pt x="3179" y="819"/>
                  </a:moveTo>
                  <a:lnTo>
                    <a:pt x="3204" y="821"/>
                  </a:lnTo>
                  <a:lnTo>
                    <a:pt x="3227" y="827"/>
                  </a:lnTo>
                  <a:lnTo>
                    <a:pt x="3250" y="838"/>
                  </a:lnTo>
                  <a:lnTo>
                    <a:pt x="3272" y="852"/>
                  </a:lnTo>
                  <a:lnTo>
                    <a:pt x="3293" y="869"/>
                  </a:lnTo>
                  <a:lnTo>
                    <a:pt x="3312" y="890"/>
                  </a:lnTo>
                  <a:lnTo>
                    <a:pt x="3331" y="915"/>
                  </a:lnTo>
                  <a:lnTo>
                    <a:pt x="3348" y="942"/>
                  </a:lnTo>
                  <a:lnTo>
                    <a:pt x="3363" y="971"/>
                  </a:lnTo>
                  <a:lnTo>
                    <a:pt x="3377" y="1004"/>
                  </a:lnTo>
                  <a:lnTo>
                    <a:pt x="3389" y="1038"/>
                  </a:lnTo>
                  <a:lnTo>
                    <a:pt x="3400" y="1076"/>
                  </a:lnTo>
                  <a:lnTo>
                    <a:pt x="3408" y="1113"/>
                  </a:lnTo>
                  <a:lnTo>
                    <a:pt x="3414" y="1153"/>
                  </a:lnTo>
                  <a:lnTo>
                    <a:pt x="3417" y="1195"/>
                  </a:lnTo>
                  <a:lnTo>
                    <a:pt x="3418" y="1237"/>
                  </a:lnTo>
                  <a:lnTo>
                    <a:pt x="3417" y="1280"/>
                  </a:lnTo>
                  <a:lnTo>
                    <a:pt x="3414" y="1322"/>
                  </a:lnTo>
                  <a:lnTo>
                    <a:pt x="3408" y="1362"/>
                  </a:lnTo>
                  <a:lnTo>
                    <a:pt x="3400" y="1399"/>
                  </a:lnTo>
                  <a:lnTo>
                    <a:pt x="3389" y="1437"/>
                  </a:lnTo>
                  <a:lnTo>
                    <a:pt x="3377" y="1471"/>
                  </a:lnTo>
                  <a:lnTo>
                    <a:pt x="3363" y="1503"/>
                  </a:lnTo>
                  <a:lnTo>
                    <a:pt x="3348" y="1533"/>
                  </a:lnTo>
                  <a:lnTo>
                    <a:pt x="3331" y="1560"/>
                  </a:lnTo>
                  <a:lnTo>
                    <a:pt x="3312" y="1584"/>
                  </a:lnTo>
                  <a:lnTo>
                    <a:pt x="3293" y="1605"/>
                  </a:lnTo>
                  <a:lnTo>
                    <a:pt x="3272" y="1623"/>
                  </a:lnTo>
                  <a:lnTo>
                    <a:pt x="3250" y="1637"/>
                  </a:lnTo>
                  <a:lnTo>
                    <a:pt x="3227" y="1648"/>
                  </a:lnTo>
                  <a:lnTo>
                    <a:pt x="3204" y="1654"/>
                  </a:lnTo>
                  <a:lnTo>
                    <a:pt x="3179" y="1656"/>
                  </a:lnTo>
                  <a:lnTo>
                    <a:pt x="3155" y="1654"/>
                  </a:lnTo>
                  <a:lnTo>
                    <a:pt x="3131" y="1648"/>
                  </a:lnTo>
                  <a:lnTo>
                    <a:pt x="3108" y="1637"/>
                  </a:lnTo>
                  <a:lnTo>
                    <a:pt x="3087" y="1623"/>
                  </a:lnTo>
                  <a:lnTo>
                    <a:pt x="3066" y="1605"/>
                  </a:lnTo>
                  <a:lnTo>
                    <a:pt x="3046" y="1584"/>
                  </a:lnTo>
                  <a:lnTo>
                    <a:pt x="3027" y="1560"/>
                  </a:lnTo>
                  <a:lnTo>
                    <a:pt x="3011" y="1533"/>
                  </a:lnTo>
                  <a:lnTo>
                    <a:pt x="2994" y="1503"/>
                  </a:lnTo>
                  <a:lnTo>
                    <a:pt x="2980" y="1471"/>
                  </a:lnTo>
                  <a:lnTo>
                    <a:pt x="2968" y="1437"/>
                  </a:lnTo>
                  <a:lnTo>
                    <a:pt x="2958" y="1399"/>
                  </a:lnTo>
                  <a:lnTo>
                    <a:pt x="2950" y="1362"/>
                  </a:lnTo>
                  <a:lnTo>
                    <a:pt x="2944" y="1322"/>
                  </a:lnTo>
                  <a:lnTo>
                    <a:pt x="2940" y="1280"/>
                  </a:lnTo>
                  <a:lnTo>
                    <a:pt x="2939" y="1237"/>
                  </a:lnTo>
                  <a:lnTo>
                    <a:pt x="2940" y="1195"/>
                  </a:lnTo>
                  <a:lnTo>
                    <a:pt x="2944" y="1153"/>
                  </a:lnTo>
                  <a:lnTo>
                    <a:pt x="2950" y="1113"/>
                  </a:lnTo>
                  <a:lnTo>
                    <a:pt x="2958" y="1076"/>
                  </a:lnTo>
                  <a:lnTo>
                    <a:pt x="2968" y="1038"/>
                  </a:lnTo>
                  <a:lnTo>
                    <a:pt x="2980" y="1004"/>
                  </a:lnTo>
                  <a:lnTo>
                    <a:pt x="2994" y="971"/>
                  </a:lnTo>
                  <a:lnTo>
                    <a:pt x="3011" y="942"/>
                  </a:lnTo>
                  <a:lnTo>
                    <a:pt x="3027" y="915"/>
                  </a:lnTo>
                  <a:lnTo>
                    <a:pt x="3046" y="890"/>
                  </a:lnTo>
                  <a:lnTo>
                    <a:pt x="3066" y="869"/>
                  </a:lnTo>
                  <a:lnTo>
                    <a:pt x="3087" y="852"/>
                  </a:lnTo>
                  <a:lnTo>
                    <a:pt x="3108" y="838"/>
                  </a:lnTo>
                  <a:lnTo>
                    <a:pt x="3131" y="827"/>
                  </a:lnTo>
                  <a:lnTo>
                    <a:pt x="3155" y="821"/>
                  </a:lnTo>
                  <a:lnTo>
                    <a:pt x="3179" y="819"/>
                  </a:lnTo>
                  <a:close/>
                  <a:moveTo>
                    <a:pt x="3246" y="2144"/>
                  </a:moveTo>
                  <a:lnTo>
                    <a:pt x="3271" y="2146"/>
                  </a:lnTo>
                  <a:lnTo>
                    <a:pt x="3294" y="2152"/>
                  </a:lnTo>
                  <a:lnTo>
                    <a:pt x="3316" y="2162"/>
                  </a:lnTo>
                  <a:lnTo>
                    <a:pt x="3339" y="2176"/>
                  </a:lnTo>
                  <a:lnTo>
                    <a:pt x="3360" y="2194"/>
                  </a:lnTo>
                  <a:lnTo>
                    <a:pt x="3380" y="2215"/>
                  </a:lnTo>
                  <a:lnTo>
                    <a:pt x="3397" y="2240"/>
                  </a:lnTo>
                  <a:lnTo>
                    <a:pt x="3415" y="2267"/>
                  </a:lnTo>
                  <a:lnTo>
                    <a:pt x="3430" y="2296"/>
                  </a:lnTo>
                  <a:lnTo>
                    <a:pt x="3444" y="2329"/>
                  </a:lnTo>
                  <a:lnTo>
                    <a:pt x="3456" y="2363"/>
                  </a:lnTo>
                  <a:lnTo>
                    <a:pt x="3466" y="2400"/>
                  </a:lnTo>
                  <a:lnTo>
                    <a:pt x="3475" y="2438"/>
                  </a:lnTo>
                  <a:lnTo>
                    <a:pt x="3480" y="2478"/>
                  </a:lnTo>
                  <a:lnTo>
                    <a:pt x="3484" y="2520"/>
                  </a:lnTo>
                  <a:lnTo>
                    <a:pt x="3485" y="2562"/>
                  </a:lnTo>
                  <a:lnTo>
                    <a:pt x="3484" y="2604"/>
                  </a:lnTo>
                  <a:lnTo>
                    <a:pt x="3480" y="2647"/>
                  </a:lnTo>
                  <a:lnTo>
                    <a:pt x="3475" y="2686"/>
                  </a:lnTo>
                  <a:lnTo>
                    <a:pt x="3466" y="2725"/>
                  </a:lnTo>
                  <a:lnTo>
                    <a:pt x="3456" y="2762"/>
                  </a:lnTo>
                  <a:lnTo>
                    <a:pt x="3444" y="2796"/>
                  </a:lnTo>
                  <a:lnTo>
                    <a:pt x="3430" y="2828"/>
                  </a:lnTo>
                  <a:lnTo>
                    <a:pt x="3415" y="2858"/>
                  </a:lnTo>
                  <a:lnTo>
                    <a:pt x="3397" y="2886"/>
                  </a:lnTo>
                  <a:lnTo>
                    <a:pt x="3380" y="2909"/>
                  </a:lnTo>
                  <a:lnTo>
                    <a:pt x="3360" y="2930"/>
                  </a:lnTo>
                  <a:lnTo>
                    <a:pt x="3339" y="2949"/>
                  </a:lnTo>
                  <a:lnTo>
                    <a:pt x="3316" y="2963"/>
                  </a:lnTo>
                  <a:lnTo>
                    <a:pt x="3294" y="2974"/>
                  </a:lnTo>
                  <a:lnTo>
                    <a:pt x="3271" y="2980"/>
                  </a:lnTo>
                  <a:lnTo>
                    <a:pt x="3246" y="2982"/>
                  </a:lnTo>
                  <a:lnTo>
                    <a:pt x="3222" y="2980"/>
                  </a:lnTo>
                  <a:lnTo>
                    <a:pt x="3198" y="2974"/>
                  </a:lnTo>
                  <a:lnTo>
                    <a:pt x="3176" y="2963"/>
                  </a:lnTo>
                  <a:lnTo>
                    <a:pt x="3154" y="2949"/>
                  </a:lnTo>
                  <a:lnTo>
                    <a:pt x="3133" y="2930"/>
                  </a:lnTo>
                  <a:lnTo>
                    <a:pt x="3113" y="2909"/>
                  </a:lnTo>
                  <a:lnTo>
                    <a:pt x="3095" y="2886"/>
                  </a:lnTo>
                  <a:lnTo>
                    <a:pt x="3077" y="2858"/>
                  </a:lnTo>
                  <a:lnTo>
                    <a:pt x="3062" y="2828"/>
                  </a:lnTo>
                  <a:lnTo>
                    <a:pt x="3048" y="2796"/>
                  </a:lnTo>
                  <a:lnTo>
                    <a:pt x="3036" y="2762"/>
                  </a:lnTo>
                  <a:lnTo>
                    <a:pt x="3026" y="2725"/>
                  </a:lnTo>
                  <a:lnTo>
                    <a:pt x="3018" y="2686"/>
                  </a:lnTo>
                  <a:lnTo>
                    <a:pt x="3012" y="2647"/>
                  </a:lnTo>
                  <a:lnTo>
                    <a:pt x="3008" y="2604"/>
                  </a:lnTo>
                  <a:lnTo>
                    <a:pt x="3007" y="2562"/>
                  </a:lnTo>
                  <a:lnTo>
                    <a:pt x="3008" y="2520"/>
                  </a:lnTo>
                  <a:lnTo>
                    <a:pt x="3012" y="2478"/>
                  </a:lnTo>
                  <a:lnTo>
                    <a:pt x="3018" y="2438"/>
                  </a:lnTo>
                  <a:lnTo>
                    <a:pt x="3026" y="2400"/>
                  </a:lnTo>
                  <a:lnTo>
                    <a:pt x="3036" y="2363"/>
                  </a:lnTo>
                  <a:lnTo>
                    <a:pt x="3048" y="2329"/>
                  </a:lnTo>
                  <a:lnTo>
                    <a:pt x="3062" y="2296"/>
                  </a:lnTo>
                  <a:lnTo>
                    <a:pt x="3077" y="2267"/>
                  </a:lnTo>
                  <a:lnTo>
                    <a:pt x="3095" y="2240"/>
                  </a:lnTo>
                  <a:lnTo>
                    <a:pt x="3113" y="2215"/>
                  </a:lnTo>
                  <a:lnTo>
                    <a:pt x="3133" y="2194"/>
                  </a:lnTo>
                  <a:lnTo>
                    <a:pt x="3154" y="2176"/>
                  </a:lnTo>
                  <a:lnTo>
                    <a:pt x="3176" y="2162"/>
                  </a:lnTo>
                  <a:lnTo>
                    <a:pt x="3198" y="2152"/>
                  </a:lnTo>
                  <a:lnTo>
                    <a:pt x="3222" y="2146"/>
                  </a:lnTo>
                  <a:lnTo>
                    <a:pt x="3246" y="214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8578" name="Freeform 48"/>
            <p:cNvSpPr>
              <a:spLocks/>
            </p:cNvSpPr>
            <p:nvPr/>
          </p:nvSpPr>
          <p:spPr bwMode="auto">
            <a:xfrm>
              <a:off x="1267" y="1588"/>
              <a:ext cx="87" cy="52"/>
            </a:xfrm>
            <a:custGeom>
              <a:avLst/>
              <a:gdLst>
                <a:gd name="T0" fmla="*/ 3 w 437"/>
                <a:gd name="T1" fmla="*/ 2 h 260"/>
                <a:gd name="T2" fmla="*/ 3 w 437"/>
                <a:gd name="T3" fmla="*/ 2 h 260"/>
                <a:gd name="T4" fmla="*/ 3 w 437"/>
                <a:gd name="T5" fmla="*/ 2 h 260"/>
                <a:gd name="T6" fmla="*/ 3 w 437"/>
                <a:gd name="T7" fmla="*/ 2 h 260"/>
                <a:gd name="T8" fmla="*/ 3 w 437"/>
                <a:gd name="T9" fmla="*/ 1 h 260"/>
                <a:gd name="T10" fmla="*/ 3 w 437"/>
                <a:gd name="T11" fmla="*/ 1 h 260"/>
                <a:gd name="T12" fmla="*/ 3 w 437"/>
                <a:gd name="T13" fmla="*/ 1 h 260"/>
                <a:gd name="T14" fmla="*/ 3 w 437"/>
                <a:gd name="T15" fmla="*/ 1 h 260"/>
                <a:gd name="T16" fmla="*/ 3 w 437"/>
                <a:gd name="T17" fmla="*/ 1 h 260"/>
                <a:gd name="T18" fmla="*/ 2 w 437"/>
                <a:gd name="T19" fmla="*/ 1 h 260"/>
                <a:gd name="T20" fmla="*/ 2 w 437"/>
                <a:gd name="T21" fmla="*/ 0 h 260"/>
                <a:gd name="T22" fmla="*/ 2 w 437"/>
                <a:gd name="T23" fmla="*/ 0 h 260"/>
                <a:gd name="T24" fmla="*/ 2 w 437"/>
                <a:gd name="T25" fmla="*/ 0 h 260"/>
                <a:gd name="T26" fmla="*/ 1 w 437"/>
                <a:gd name="T27" fmla="*/ 0 h 260"/>
                <a:gd name="T28" fmla="*/ 1 w 437"/>
                <a:gd name="T29" fmla="*/ 0 h 260"/>
                <a:gd name="T30" fmla="*/ 1 w 437"/>
                <a:gd name="T31" fmla="*/ 0 h 260"/>
                <a:gd name="T32" fmla="*/ 0 w 437"/>
                <a:gd name="T33" fmla="*/ 0 h 260"/>
                <a:gd name="T34" fmla="*/ 0 w 437"/>
                <a:gd name="T35" fmla="*/ 0 h 260"/>
                <a:gd name="T36" fmla="*/ 0 w 437"/>
                <a:gd name="T37" fmla="*/ 0 h 260"/>
                <a:gd name="T38" fmla="*/ 0 w 437"/>
                <a:gd name="T39" fmla="*/ 0 h 260"/>
                <a:gd name="T40" fmla="*/ 1 w 437"/>
                <a:gd name="T41" fmla="*/ 0 h 260"/>
                <a:gd name="T42" fmla="*/ 1 w 437"/>
                <a:gd name="T43" fmla="*/ 0 h 260"/>
                <a:gd name="T44" fmla="*/ 1 w 437"/>
                <a:gd name="T45" fmla="*/ 0 h 260"/>
                <a:gd name="T46" fmla="*/ 2 w 437"/>
                <a:gd name="T47" fmla="*/ 0 h 260"/>
                <a:gd name="T48" fmla="*/ 2 w 437"/>
                <a:gd name="T49" fmla="*/ 0 h 260"/>
                <a:gd name="T50" fmla="*/ 2 w 437"/>
                <a:gd name="T51" fmla="*/ 1 h 260"/>
                <a:gd name="T52" fmla="*/ 2 w 437"/>
                <a:gd name="T53" fmla="*/ 1 h 260"/>
                <a:gd name="T54" fmla="*/ 3 w 437"/>
                <a:gd name="T55" fmla="*/ 1 h 260"/>
                <a:gd name="T56" fmla="*/ 3 w 437"/>
                <a:gd name="T57" fmla="*/ 1 h 260"/>
                <a:gd name="T58" fmla="*/ 3 w 437"/>
                <a:gd name="T59" fmla="*/ 1 h 260"/>
                <a:gd name="T60" fmla="*/ 3 w 437"/>
                <a:gd name="T61" fmla="*/ 1 h 260"/>
                <a:gd name="T62" fmla="*/ 3 w 437"/>
                <a:gd name="T63" fmla="*/ 1 h 260"/>
                <a:gd name="T64" fmla="*/ 3 w 437"/>
                <a:gd name="T65" fmla="*/ 2 h 260"/>
                <a:gd name="T66" fmla="*/ 3 w 437"/>
                <a:gd name="T67" fmla="*/ 2 h 260"/>
                <a:gd name="T68" fmla="*/ 3 w 437"/>
                <a:gd name="T69" fmla="*/ 2 h 260"/>
                <a:gd name="T70" fmla="*/ 3 w 437"/>
                <a:gd name="T71" fmla="*/ 2 h 260"/>
                <a:gd name="T72" fmla="*/ 3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437" y="260"/>
                  </a:moveTo>
                  <a:lnTo>
                    <a:pt x="437" y="260"/>
                  </a:lnTo>
                  <a:lnTo>
                    <a:pt x="434" y="233"/>
                  </a:lnTo>
                  <a:lnTo>
                    <a:pt x="427" y="206"/>
                  </a:lnTo>
                  <a:lnTo>
                    <a:pt x="417" y="181"/>
                  </a:lnTo>
                  <a:lnTo>
                    <a:pt x="401" y="157"/>
                  </a:lnTo>
                  <a:lnTo>
                    <a:pt x="383" y="133"/>
                  </a:lnTo>
                  <a:lnTo>
                    <a:pt x="360" y="113"/>
                  </a:lnTo>
                  <a:lnTo>
                    <a:pt x="336" y="93"/>
                  </a:lnTo>
                  <a:lnTo>
                    <a:pt x="308" y="73"/>
                  </a:lnTo>
                  <a:lnTo>
                    <a:pt x="276" y="58"/>
                  </a:lnTo>
                  <a:lnTo>
                    <a:pt x="242" y="43"/>
                  </a:lnTo>
                  <a:lnTo>
                    <a:pt x="207" y="30"/>
                  </a:lnTo>
                  <a:lnTo>
                    <a:pt x="168" y="19"/>
                  </a:lnTo>
                  <a:lnTo>
                    <a:pt x="128" y="11"/>
                  </a:lnTo>
                  <a:lnTo>
                    <a:pt x="87" y="4"/>
                  </a:lnTo>
                  <a:lnTo>
                    <a:pt x="43" y="1"/>
                  </a:lnTo>
                  <a:lnTo>
                    <a:pt x="0" y="0"/>
                  </a:lnTo>
                  <a:lnTo>
                    <a:pt x="0" y="11"/>
                  </a:lnTo>
                  <a:lnTo>
                    <a:pt x="43" y="12"/>
                  </a:lnTo>
                  <a:lnTo>
                    <a:pt x="85" y="16"/>
                  </a:lnTo>
                  <a:lnTo>
                    <a:pt x="126" y="23"/>
                  </a:lnTo>
                  <a:lnTo>
                    <a:pt x="166" y="31"/>
                  </a:lnTo>
                  <a:lnTo>
                    <a:pt x="202" y="42"/>
                  </a:lnTo>
                  <a:lnTo>
                    <a:pt x="237" y="55"/>
                  </a:lnTo>
                  <a:lnTo>
                    <a:pt x="271" y="70"/>
                  </a:lnTo>
                  <a:lnTo>
                    <a:pt x="301" y="85"/>
                  </a:lnTo>
                  <a:lnTo>
                    <a:pt x="329" y="103"/>
                  </a:lnTo>
                  <a:lnTo>
                    <a:pt x="353" y="123"/>
                  </a:lnTo>
                  <a:lnTo>
                    <a:pt x="373" y="143"/>
                  </a:lnTo>
                  <a:lnTo>
                    <a:pt x="392" y="164"/>
                  </a:lnTo>
                  <a:lnTo>
                    <a:pt x="405" y="186"/>
                  </a:lnTo>
                  <a:lnTo>
                    <a:pt x="415" y="211"/>
                  </a:lnTo>
                  <a:lnTo>
                    <a:pt x="422" y="235"/>
                  </a:lnTo>
                  <a:lnTo>
                    <a:pt x="425" y="260"/>
                  </a:lnTo>
                  <a:lnTo>
                    <a:pt x="437"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8579" name="Freeform 49"/>
            <p:cNvSpPr>
              <a:spLocks/>
            </p:cNvSpPr>
            <p:nvPr/>
          </p:nvSpPr>
          <p:spPr bwMode="auto">
            <a:xfrm>
              <a:off x="1267" y="1640"/>
              <a:ext cx="87" cy="52"/>
            </a:xfrm>
            <a:custGeom>
              <a:avLst/>
              <a:gdLst>
                <a:gd name="T0" fmla="*/ 0 w 437"/>
                <a:gd name="T1" fmla="*/ 2 h 260"/>
                <a:gd name="T2" fmla="*/ 0 w 437"/>
                <a:gd name="T3" fmla="*/ 2 h 260"/>
                <a:gd name="T4" fmla="*/ 0 w 437"/>
                <a:gd name="T5" fmla="*/ 2 h 260"/>
                <a:gd name="T6" fmla="*/ 1 w 437"/>
                <a:gd name="T7" fmla="*/ 2 h 260"/>
                <a:gd name="T8" fmla="*/ 1 w 437"/>
                <a:gd name="T9" fmla="*/ 2 h 260"/>
                <a:gd name="T10" fmla="*/ 1 w 437"/>
                <a:gd name="T11" fmla="*/ 2 h 260"/>
                <a:gd name="T12" fmla="*/ 2 w 437"/>
                <a:gd name="T13" fmla="*/ 2 h 260"/>
                <a:gd name="T14" fmla="*/ 2 w 437"/>
                <a:gd name="T15" fmla="*/ 2 h 260"/>
                <a:gd name="T16" fmla="*/ 2 w 437"/>
                <a:gd name="T17" fmla="*/ 2 h 260"/>
                <a:gd name="T18" fmla="*/ 2 w 437"/>
                <a:gd name="T19" fmla="*/ 1 h 260"/>
                <a:gd name="T20" fmla="*/ 3 w 437"/>
                <a:gd name="T21" fmla="*/ 1 h 260"/>
                <a:gd name="T22" fmla="*/ 3 w 437"/>
                <a:gd name="T23" fmla="*/ 1 h 260"/>
                <a:gd name="T24" fmla="*/ 3 w 437"/>
                <a:gd name="T25" fmla="*/ 1 h 260"/>
                <a:gd name="T26" fmla="*/ 3 w 437"/>
                <a:gd name="T27" fmla="*/ 1 h 260"/>
                <a:gd name="T28" fmla="*/ 3 w 437"/>
                <a:gd name="T29" fmla="*/ 1 h 260"/>
                <a:gd name="T30" fmla="*/ 3 w 437"/>
                <a:gd name="T31" fmla="*/ 0 h 260"/>
                <a:gd name="T32" fmla="*/ 3 w 437"/>
                <a:gd name="T33" fmla="*/ 0 h 260"/>
                <a:gd name="T34" fmla="*/ 3 w 437"/>
                <a:gd name="T35" fmla="*/ 0 h 260"/>
                <a:gd name="T36" fmla="*/ 3 w 437"/>
                <a:gd name="T37" fmla="*/ 0 h 260"/>
                <a:gd name="T38" fmla="*/ 3 w 437"/>
                <a:gd name="T39" fmla="*/ 0 h 260"/>
                <a:gd name="T40" fmla="*/ 3 w 437"/>
                <a:gd name="T41" fmla="*/ 0 h 260"/>
                <a:gd name="T42" fmla="*/ 3 w 437"/>
                <a:gd name="T43" fmla="*/ 1 h 260"/>
                <a:gd name="T44" fmla="*/ 3 w 437"/>
                <a:gd name="T45" fmla="*/ 1 h 260"/>
                <a:gd name="T46" fmla="*/ 3 w 437"/>
                <a:gd name="T47" fmla="*/ 1 h 260"/>
                <a:gd name="T48" fmla="*/ 3 w 437"/>
                <a:gd name="T49" fmla="*/ 1 h 260"/>
                <a:gd name="T50" fmla="*/ 3 w 437"/>
                <a:gd name="T51" fmla="*/ 1 h 260"/>
                <a:gd name="T52" fmla="*/ 2 w 437"/>
                <a:gd name="T53" fmla="*/ 1 h 260"/>
                <a:gd name="T54" fmla="*/ 2 w 437"/>
                <a:gd name="T55" fmla="*/ 2 h 260"/>
                <a:gd name="T56" fmla="*/ 2 w 437"/>
                <a:gd name="T57" fmla="*/ 2 h 260"/>
                <a:gd name="T58" fmla="*/ 2 w 437"/>
                <a:gd name="T59" fmla="*/ 2 h 260"/>
                <a:gd name="T60" fmla="*/ 1 w 437"/>
                <a:gd name="T61" fmla="*/ 2 h 260"/>
                <a:gd name="T62" fmla="*/ 1 w 437"/>
                <a:gd name="T63" fmla="*/ 2 h 260"/>
                <a:gd name="T64" fmla="*/ 1 w 437"/>
                <a:gd name="T65" fmla="*/ 2 h 260"/>
                <a:gd name="T66" fmla="*/ 0 w 437"/>
                <a:gd name="T67" fmla="*/ 2 h 260"/>
                <a:gd name="T68" fmla="*/ 0 w 437"/>
                <a:gd name="T69" fmla="*/ 2 h 260"/>
                <a:gd name="T70" fmla="*/ 0 w 437"/>
                <a:gd name="T71" fmla="*/ 2 h 260"/>
                <a:gd name="T72" fmla="*/ 0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0" y="260"/>
                  </a:moveTo>
                  <a:lnTo>
                    <a:pt x="0" y="260"/>
                  </a:lnTo>
                  <a:lnTo>
                    <a:pt x="43" y="259"/>
                  </a:lnTo>
                  <a:lnTo>
                    <a:pt x="87" y="255"/>
                  </a:lnTo>
                  <a:lnTo>
                    <a:pt x="128" y="248"/>
                  </a:lnTo>
                  <a:lnTo>
                    <a:pt x="168" y="240"/>
                  </a:lnTo>
                  <a:lnTo>
                    <a:pt x="207" y="230"/>
                  </a:lnTo>
                  <a:lnTo>
                    <a:pt x="242" y="217"/>
                  </a:lnTo>
                  <a:lnTo>
                    <a:pt x="276" y="202"/>
                  </a:lnTo>
                  <a:lnTo>
                    <a:pt x="308" y="185"/>
                  </a:lnTo>
                  <a:lnTo>
                    <a:pt x="336" y="166"/>
                  </a:lnTo>
                  <a:lnTo>
                    <a:pt x="360" y="146"/>
                  </a:lnTo>
                  <a:lnTo>
                    <a:pt x="383" y="125"/>
                  </a:lnTo>
                  <a:lnTo>
                    <a:pt x="401" y="102"/>
                  </a:lnTo>
                  <a:lnTo>
                    <a:pt x="417" y="77"/>
                  </a:lnTo>
                  <a:lnTo>
                    <a:pt x="427" y="53"/>
                  </a:lnTo>
                  <a:lnTo>
                    <a:pt x="434" y="27"/>
                  </a:lnTo>
                  <a:lnTo>
                    <a:pt x="437" y="0"/>
                  </a:lnTo>
                  <a:lnTo>
                    <a:pt x="425" y="0"/>
                  </a:lnTo>
                  <a:lnTo>
                    <a:pt x="422" y="24"/>
                  </a:lnTo>
                  <a:lnTo>
                    <a:pt x="415" y="48"/>
                  </a:lnTo>
                  <a:lnTo>
                    <a:pt x="405" y="73"/>
                  </a:lnTo>
                  <a:lnTo>
                    <a:pt x="392" y="95"/>
                  </a:lnTo>
                  <a:lnTo>
                    <a:pt x="373" y="116"/>
                  </a:lnTo>
                  <a:lnTo>
                    <a:pt x="353" y="137"/>
                  </a:lnTo>
                  <a:lnTo>
                    <a:pt x="329" y="157"/>
                  </a:lnTo>
                  <a:lnTo>
                    <a:pt x="301" y="173"/>
                  </a:lnTo>
                  <a:lnTo>
                    <a:pt x="271" y="190"/>
                  </a:lnTo>
                  <a:lnTo>
                    <a:pt x="237" y="205"/>
                  </a:lnTo>
                  <a:lnTo>
                    <a:pt x="202" y="218"/>
                  </a:lnTo>
                  <a:lnTo>
                    <a:pt x="166" y="228"/>
                  </a:lnTo>
                  <a:lnTo>
                    <a:pt x="126" y="237"/>
                  </a:lnTo>
                  <a:lnTo>
                    <a:pt x="85" y="244"/>
                  </a:lnTo>
                  <a:lnTo>
                    <a:pt x="43" y="247"/>
                  </a:lnTo>
                  <a:lnTo>
                    <a:pt x="0" y="248"/>
                  </a:lnTo>
                  <a:lnTo>
                    <a:pt x="0"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8580" name="Freeform 50"/>
            <p:cNvSpPr>
              <a:spLocks/>
            </p:cNvSpPr>
            <p:nvPr/>
          </p:nvSpPr>
          <p:spPr bwMode="auto">
            <a:xfrm>
              <a:off x="1179" y="1640"/>
              <a:ext cx="88" cy="52"/>
            </a:xfrm>
            <a:custGeom>
              <a:avLst/>
              <a:gdLst>
                <a:gd name="T0" fmla="*/ 0 w 439"/>
                <a:gd name="T1" fmla="*/ 0 h 260"/>
                <a:gd name="T2" fmla="*/ 0 w 439"/>
                <a:gd name="T3" fmla="*/ 0 h 260"/>
                <a:gd name="T4" fmla="*/ 0 w 439"/>
                <a:gd name="T5" fmla="*/ 0 h 260"/>
                <a:gd name="T6" fmla="*/ 0 w 439"/>
                <a:gd name="T7" fmla="*/ 0 h 260"/>
                <a:gd name="T8" fmla="*/ 0 w 439"/>
                <a:gd name="T9" fmla="*/ 1 h 260"/>
                <a:gd name="T10" fmla="*/ 0 w 439"/>
                <a:gd name="T11" fmla="*/ 1 h 260"/>
                <a:gd name="T12" fmla="*/ 0 w 439"/>
                <a:gd name="T13" fmla="*/ 1 h 260"/>
                <a:gd name="T14" fmla="*/ 1 w 439"/>
                <a:gd name="T15" fmla="*/ 1 h 260"/>
                <a:gd name="T16" fmla="*/ 1 w 439"/>
                <a:gd name="T17" fmla="*/ 1 h 260"/>
                <a:gd name="T18" fmla="*/ 1 w 439"/>
                <a:gd name="T19" fmla="*/ 1 h 260"/>
                <a:gd name="T20" fmla="*/ 1 w 439"/>
                <a:gd name="T21" fmla="*/ 2 h 260"/>
                <a:gd name="T22" fmla="*/ 2 w 439"/>
                <a:gd name="T23" fmla="*/ 2 h 260"/>
                <a:gd name="T24" fmla="*/ 2 w 439"/>
                <a:gd name="T25" fmla="*/ 2 h 260"/>
                <a:gd name="T26" fmla="*/ 2 w 439"/>
                <a:gd name="T27" fmla="*/ 2 h 260"/>
                <a:gd name="T28" fmla="*/ 2 w 439"/>
                <a:gd name="T29" fmla="*/ 2 h 260"/>
                <a:gd name="T30" fmla="*/ 3 w 439"/>
                <a:gd name="T31" fmla="*/ 2 h 260"/>
                <a:gd name="T32" fmla="*/ 3 w 439"/>
                <a:gd name="T33" fmla="*/ 2 h 260"/>
                <a:gd name="T34" fmla="*/ 4 w 439"/>
                <a:gd name="T35" fmla="*/ 2 h 260"/>
                <a:gd name="T36" fmla="*/ 4 w 439"/>
                <a:gd name="T37" fmla="*/ 2 h 260"/>
                <a:gd name="T38" fmla="*/ 3 w 439"/>
                <a:gd name="T39" fmla="*/ 2 h 260"/>
                <a:gd name="T40" fmla="*/ 3 w 439"/>
                <a:gd name="T41" fmla="*/ 2 h 260"/>
                <a:gd name="T42" fmla="*/ 3 w 439"/>
                <a:gd name="T43" fmla="*/ 2 h 260"/>
                <a:gd name="T44" fmla="*/ 2 w 439"/>
                <a:gd name="T45" fmla="*/ 2 h 260"/>
                <a:gd name="T46" fmla="*/ 2 w 439"/>
                <a:gd name="T47" fmla="*/ 2 h 260"/>
                <a:gd name="T48" fmla="*/ 2 w 439"/>
                <a:gd name="T49" fmla="*/ 2 h 260"/>
                <a:gd name="T50" fmla="*/ 1 w 439"/>
                <a:gd name="T51" fmla="*/ 2 h 260"/>
                <a:gd name="T52" fmla="*/ 1 w 439"/>
                <a:gd name="T53" fmla="*/ 1 h 260"/>
                <a:gd name="T54" fmla="*/ 1 w 439"/>
                <a:gd name="T55" fmla="*/ 1 h 260"/>
                <a:gd name="T56" fmla="*/ 1 w 439"/>
                <a:gd name="T57" fmla="*/ 1 h 260"/>
                <a:gd name="T58" fmla="*/ 1 w 439"/>
                <a:gd name="T59" fmla="*/ 1 h 260"/>
                <a:gd name="T60" fmla="*/ 0 w 439"/>
                <a:gd name="T61" fmla="*/ 1 h 260"/>
                <a:gd name="T62" fmla="*/ 0 w 439"/>
                <a:gd name="T63" fmla="*/ 1 h 260"/>
                <a:gd name="T64" fmla="*/ 0 w 439"/>
                <a:gd name="T65" fmla="*/ 0 h 260"/>
                <a:gd name="T66" fmla="*/ 0 w 439"/>
                <a:gd name="T67" fmla="*/ 0 h 260"/>
                <a:gd name="T68" fmla="*/ 0 w 439"/>
                <a:gd name="T69" fmla="*/ 0 h 260"/>
                <a:gd name="T70" fmla="*/ 0 w 439"/>
                <a:gd name="T71" fmla="*/ 0 h 260"/>
                <a:gd name="T72" fmla="*/ 0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0" y="0"/>
                  </a:moveTo>
                  <a:lnTo>
                    <a:pt x="0" y="0"/>
                  </a:lnTo>
                  <a:lnTo>
                    <a:pt x="3" y="27"/>
                  </a:lnTo>
                  <a:lnTo>
                    <a:pt x="10" y="53"/>
                  </a:lnTo>
                  <a:lnTo>
                    <a:pt x="20" y="77"/>
                  </a:lnTo>
                  <a:lnTo>
                    <a:pt x="35" y="102"/>
                  </a:lnTo>
                  <a:lnTo>
                    <a:pt x="54" y="125"/>
                  </a:lnTo>
                  <a:lnTo>
                    <a:pt x="76" y="146"/>
                  </a:lnTo>
                  <a:lnTo>
                    <a:pt x="102" y="166"/>
                  </a:lnTo>
                  <a:lnTo>
                    <a:pt x="130" y="185"/>
                  </a:lnTo>
                  <a:lnTo>
                    <a:pt x="162" y="202"/>
                  </a:lnTo>
                  <a:lnTo>
                    <a:pt x="195" y="217"/>
                  </a:lnTo>
                  <a:lnTo>
                    <a:pt x="231" y="230"/>
                  </a:lnTo>
                  <a:lnTo>
                    <a:pt x="270" y="240"/>
                  </a:lnTo>
                  <a:lnTo>
                    <a:pt x="310" y="248"/>
                  </a:lnTo>
                  <a:lnTo>
                    <a:pt x="351" y="255"/>
                  </a:lnTo>
                  <a:lnTo>
                    <a:pt x="395" y="259"/>
                  </a:lnTo>
                  <a:lnTo>
                    <a:pt x="439" y="260"/>
                  </a:lnTo>
                  <a:lnTo>
                    <a:pt x="439" y="248"/>
                  </a:lnTo>
                  <a:lnTo>
                    <a:pt x="395" y="247"/>
                  </a:lnTo>
                  <a:lnTo>
                    <a:pt x="353" y="244"/>
                  </a:lnTo>
                  <a:lnTo>
                    <a:pt x="312" y="237"/>
                  </a:lnTo>
                  <a:lnTo>
                    <a:pt x="272" y="228"/>
                  </a:lnTo>
                  <a:lnTo>
                    <a:pt x="236" y="218"/>
                  </a:lnTo>
                  <a:lnTo>
                    <a:pt x="200" y="205"/>
                  </a:lnTo>
                  <a:lnTo>
                    <a:pt x="167" y="190"/>
                  </a:lnTo>
                  <a:lnTo>
                    <a:pt x="137" y="173"/>
                  </a:lnTo>
                  <a:lnTo>
                    <a:pt x="109" y="157"/>
                  </a:lnTo>
                  <a:lnTo>
                    <a:pt x="84" y="137"/>
                  </a:lnTo>
                  <a:lnTo>
                    <a:pt x="64" y="116"/>
                  </a:lnTo>
                  <a:lnTo>
                    <a:pt x="45" y="95"/>
                  </a:lnTo>
                  <a:lnTo>
                    <a:pt x="32" y="73"/>
                  </a:lnTo>
                  <a:lnTo>
                    <a:pt x="21" y="48"/>
                  </a:lnTo>
                  <a:lnTo>
                    <a:pt x="14" y="24"/>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8581" name="Freeform 51"/>
            <p:cNvSpPr>
              <a:spLocks/>
            </p:cNvSpPr>
            <p:nvPr/>
          </p:nvSpPr>
          <p:spPr bwMode="auto">
            <a:xfrm>
              <a:off x="1179" y="1588"/>
              <a:ext cx="88" cy="52"/>
            </a:xfrm>
            <a:custGeom>
              <a:avLst/>
              <a:gdLst>
                <a:gd name="T0" fmla="*/ 4 w 439"/>
                <a:gd name="T1" fmla="*/ 0 h 260"/>
                <a:gd name="T2" fmla="*/ 4 w 439"/>
                <a:gd name="T3" fmla="*/ 0 h 260"/>
                <a:gd name="T4" fmla="*/ 3 w 439"/>
                <a:gd name="T5" fmla="*/ 0 h 260"/>
                <a:gd name="T6" fmla="*/ 3 w 439"/>
                <a:gd name="T7" fmla="*/ 0 h 260"/>
                <a:gd name="T8" fmla="*/ 2 w 439"/>
                <a:gd name="T9" fmla="*/ 0 h 260"/>
                <a:gd name="T10" fmla="*/ 2 w 439"/>
                <a:gd name="T11" fmla="*/ 0 h 260"/>
                <a:gd name="T12" fmla="*/ 2 w 439"/>
                <a:gd name="T13" fmla="*/ 0 h 260"/>
                <a:gd name="T14" fmla="*/ 2 w 439"/>
                <a:gd name="T15" fmla="*/ 0 h 260"/>
                <a:gd name="T16" fmla="*/ 1 w 439"/>
                <a:gd name="T17" fmla="*/ 0 h 260"/>
                <a:gd name="T18" fmla="*/ 1 w 439"/>
                <a:gd name="T19" fmla="*/ 1 h 260"/>
                <a:gd name="T20" fmla="*/ 1 w 439"/>
                <a:gd name="T21" fmla="*/ 1 h 260"/>
                <a:gd name="T22" fmla="*/ 1 w 439"/>
                <a:gd name="T23" fmla="*/ 1 h 260"/>
                <a:gd name="T24" fmla="*/ 0 w 439"/>
                <a:gd name="T25" fmla="*/ 1 h 260"/>
                <a:gd name="T26" fmla="*/ 0 w 439"/>
                <a:gd name="T27" fmla="*/ 1 h 260"/>
                <a:gd name="T28" fmla="*/ 0 w 439"/>
                <a:gd name="T29" fmla="*/ 1 h 260"/>
                <a:gd name="T30" fmla="*/ 0 w 439"/>
                <a:gd name="T31" fmla="*/ 2 h 260"/>
                <a:gd name="T32" fmla="*/ 0 w 439"/>
                <a:gd name="T33" fmla="*/ 2 h 260"/>
                <a:gd name="T34" fmla="*/ 0 w 439"/>
                <a:gd name="T35" fmla="*/ 2 h 260"/>
                <a:gd name="T36" fmla="*/ 0 w 439"/>
                <a:gd name="T37" fmla="*/ 2 h 260"/>
                <a:gd name="T38" fmla="*/ 0 w 439"/>
                <a:gd name="T39" fmla="*/ 2 h 260"/>
                <a:gd name="T40" fmla="*/ 0 w 439"/>
                <a:gd name="T41" fmla="*/ 2 h 260"/>
                <a:gd name="T42" fmla="*/ 0 w 439"/>
                <a:gd name="T43" fmla="*/ 1 h 260"/>
                <a:gd name="T44" fmla="*/ 0 w 439"/>
                <a:gd name="T45" fmla="*/ 1 h 260"/>
                <a:gd name="T46" fmla="*/ 1 w 439"/>
                <a:gd name="T47" fmla="*/ 1 h 260"/>
                <a:gd name="T48" fmla="*/ 1 w 439"/>
                <a:gd name="T49" fmla="*/ 1 h 260"/>
                <a:gd name="T50" fmla="*/ 1 w 439"/>
                <a:gd name="T51" fmla="*/ 1 h 260"/>
                <a:gd name="T52" fmla="*/ 1 w 439"/>
                <a:gd name="T53" fmla="*/ 1 h 260"/>
                <a:gd name="T54" fmla="*/ 1 w 439"/>
                <a:gd name="T55" fmla="*/ 1 h 260"/>
                <a:gd name="T56" fmla="*/ 2 w 439"/>
                <a:gd name="T57" fmla="*/ 0 h 260"/>
                <a:gd name="T58" fmla="*/ 2 w 439"/>
                <a:gd name="T59" fmla="*/ 0 h 260"/>
                <a:gd name="T60" fmla="*/ 2 w 439"/>
                <a:gd name="T61" fmla="*/ 0 h 260"/>
                <a:gd name="T62" fmla="*/ 3 w 439"/>
                <a:gd name="T63" fmla="*/ 0 h 260"/>
                <a:gd name="T64" fmla="*/ 3 w 439"/>
                <a:gd name="T65" fmla="*/ 0 h 260"/>
                <a:gd name="T66" fmla="*/ 3 w 439"/>
                <a:gd name="T67" fmla="*/ 0 h 260"/>
                <a:gd name="T68" fmla="*/ 4 w 439"/>
                <a:gd name="T69" fmla="*/ 0 h 260"/>
                <a:gd name="T70" fmla="*/ 4 w 439"/>
                <a:gd name="T71" fmla="*/ 0 h 260"/>
                <a:gd name="T72" fmla="*/ 4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439" y="0"/>
                  </a:moveTo>
                  <a:lnTo>
                    <a:pt x="439" y="0"/>
                  </a:lnTo>
                  <a:lnTo>
                    <a:pt x="395" y="1"/>
                  </a:lnTo>
                  <a:lnTo>
                    <a:pt x="351" y="4"/>
                  </a:lnTo>
                  <a:lnTo>
                    <a:pt x="310" y="11"/>
                  </a:lnTo>
                  <a:lnTo>
                    <a:pt x="270" y="19"/>
                  </a:lnTo>
                  <a:lnTo>
                    <a:pt x="231" y="30"/>
                  </a:lnTo>
                  <a:lnTo>
                    <a:pt x="195" y="43"/>
                  </a:lnTo>
                  <a:lnTo>
                    <a:pt x="162" y="58"/>
                  </a:lnTo>
                  <a:lnTo>
                    <a:pt x="130" y="73"/>
                  </a:lnTo>
                  <a:lnTo>
                    <a:pt x="102" y="93"/>
                  </a:lnTo>
                  <a:lnTo>
                    <a:pt x="76" y="113"/>
                  </a:lnTo>
                  <a:lnTo>
                    <a:pt x="54" y="133"/>
                  </a:lnTo>
                  <a:lnTo>
                    <a:pt x="35" y="157"/>
                  </a:lnTo>
                  <a:lnTo>
                    <a:pt x="20" y="181"/>
                  </a:lnTo>
                  <a:lnTo>
                    <a:pt x="10" y="206"/>
                  </a:lnTo>
                  <a:lnTo>
                    <a:pt x="3" y="233"/>
                  </a:lnTo>
                  <a:lnTo>
                    <a:pt x="0" y="260"/>
                  </a:lnTo>
                  <a:lnTo>
                    <a:pt x="12" y="260"/>
                  </a:lnTo>
                  <a:lnTo>
                    <a:pt x="14" y="235"/>
                  </a:lnTo>
                  <a:lnTo>
                    <a:pt x="21" y="211"/>
                  </a:lnTo>
                  <a:lnTo>
                    <a:pt x="32" y="186"/>
                  </a:lnTo>
                  <a:lnTo>
                    <a:pt x="45" y="164"/>
                  </a:lnTo>
                  <a:lnTo>
                    <a:pt x="64" y="143"/>
                  </a:lnTo>
                  <a:lnTo>
                    <a:pt x="84" y="123"/>
                  </a:lnTo>
                  <a:lnTo>
                    <a:pt x="109" y="103"/>
                  </a:lnTo>
                  <a:lnTo>
                    <a:pt x="137" y="85"/>
                  </a:lnTo>
                  <a:lnTo>
                    <a:pt x="167" y="70"/>
                  </a:lnTo>
                  <a:lnTo>
                    <a:pt x="200" y="55"/>
                  </a:lnTo>
                  <a:lnTo>
                    <a:pt x="236" y="42"/>
                  </a:lnTo>
                  <a:lnTo>
                    <a:pt x="272" y="31"/>
                  </a:lnTo>
                  <a:lnTo>
                    <a:pt x="312" y="23"/>
                  </a:lnTo>
                  <a:lnTo>
                    <a:pt x="353" y="16"/>
                  </a:lnTo>
                  <a:lnTo>
                    <a:pt x="395" y="12"/>
                  </a:lnTo>
                  <a:lnTo>
                    <a:pt x="439" y="11"/>
                  </a:lnTo>
                  <a:lnTo>
                    <a:pt x="439"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8582" name="Freeform 52"/>
            <p:cNvSpPr>
              <a:spLocks/>
            </p:cNvSpPr>
            <p:nvPr/>
          </p:nvSpPr>
          <p:spPr bwMode="auto">
            <a:xfrm>
              <a:off x="964" y="1745"/>
              <a:ext cx="48" cy="85"/>
            </a:xfrm>
            <a:custGeom>
              <a:avLst/>
              <a:gdLst>
                <a:gd name="T0" fmla="*/ 2 w 244"/>
                <a:gd name="T1" fmla="*/ 3 h 426"/>
                <a:gd name="T2" fmla="*/ 2 w 244"/>
                <a:gd name="T3" fmla="*/ 3 h 426"/>
                <a:gd name="T4" fmla="*/ 2 w 244"/>
                <a:gd name="T5" fmla="*/ 3 h 426"/>
                <a:gd name="T6" fmla="*/ 2 w 244"/>
                <a:gd name="T7" fmla="*/ 3 h 426"/>
                <a:gd name="T8" fmla="*/ 2 w 244"/>
                <a:gd name="T9" fmla="*/ 2 h 426"/>
                <a:gd name="T10" fmla="*/ 2 w 244"/>
                <a:gd name="T11" fmla="*/ 2 h 426"/>
                <a:gd name="T12" fmla="*/ 2 w 244"/>
                <a:gd name="T13" fmla="*/ 2 h 426"/>
                <a:gd name="T14" fmla="*/ 2 w 244"/>
                <a:gd name="T15" fmla="*/ 2 h 426"/>
                <a:gd name="T16" fmla="*/ 1 w 244"/>
                <a:gd name="T17" fmla="*/ 1 h 426"/>
                <a:gd name="T18" fmla="*/ 1 w 244"/>
                <a:gd name="T19" fmla="*/ 1 h 426"/>
                <a:gd name="T20" fmla="*/ 1 w 244"/>
                <a:gd name="T21" fmla="*/ 1 h 426"/>
                <a:gd name="T22" fmla="*/ 1 w 244"/>
                <a:gd name="T23" fmla="*/ 1 h 426"/>
                <a:gd name="T24" fmla="*/ 1 w 244"/>
                <a:gd name="T25" fmla="*/ 0 h 426"/>
                <a:gd name="T26" fmla="*/ 1 w 244"/>
                <a:gd name="T27" fmla="*/ 0 h 426"/>
                <a:gd name="T28" fmla="*/ 1 w 244"/>
                <a:gd name="T29" fmla="*/ 0 h 426"/>
                <a:gd name="T30" fmla="*/ 0 w 244"/>
                <a:gd name="T31" fmla="*/ 0 h 426"/>
                <a:gd name="T32" fmla="*/ 0 w 244"/>
                <a:gd name="T33" fmla="*/ 0 h 426"/>
                <a:gd name="T34" fmla="*/ 0 w 244"/>
                <a:gd name="T35" fmla="*/ 0 h 426"/>
                <a:gd name="T36" fmla="*/ 0 w 244"/>
                <a:gd name="T37" fmla="*/ 0 h 426"/>
                <a:gd name="T38" fmla="*/ 0 w 244"/>
                <a:gd name="T39" fmla="*/ 0 h 426"/>
                <a:gd name="T40" fmla="*/ 0 w 244"/>
                <a:gd name="T41" fmla="*/ 0 h 426"/>
                <a:gd name="T42" fmla="*/ 1 w 244"/>
                <a:gd name="T43" fmla="*/ 0 h 426"/>
                <a:gd name="T44" fmla="*/ 1 w 244"/>
                <a:gd name="T45" fmla="*/ 0 h 426"/>
                <a:gd name="T46" fmla="*/ 1 w 244"/>
                <a:gd name="T47" fmla="*/ 0 h 426"/>
                <a:gd name="T48" fmla="*/ 1 w 244"/>
                <a:gd name="T49" fmla="*/ 1 h 426"/>
                <a:gd name="T50" fmla="*/ 1 w 244"/>
                <a:gd name="T51" fmla="*/ 1 h 426"/>
                <a:gd name="T52" fmla="*/ 1 w 244"/>
                <a:gd name="T53" fmla="*/ 1 h 426"/>
                <a:gd name="T54" fmla="*/ 1 w 244"/>
                <a:gd name="T55" fmla="*/ 1 h 426"/>
                <a:gd name="T56" fmla="*/ 1 w 244"/>
                <a:gd name="T57" fmla="*/ 2 h 426"/>
                <a:gd name="T58" fmla="*/ 2 w 244"/>
                <a:gd name="T59" fmla="*/ 2 h 426"/>
                <a:gd name="T60" fmla="*/ 2 w 244"/>
                <a:gd name="T61" fmla="*/ 2 h 426"/>
                <a:gd name="T62" fmla="*/ 2 w 244"/>
                <a:gd name="T63" fmla="*/ 2 h 426"/>
                <a:gd name="T64" fmla="*/ 2 w 244"/>
                <a:gd name="T65" fmla="*/ 3 h 426"/>
                <a:gd name="T66" fmla="*/ 2 w 244"/>
                <a:gd name="T67" fmla="*/ 3 h 426"/>
                <a:gd name="T68" fmla="*/ 2 w 244"/>
                <a:gd name="T69" fmla="*/ 3 h 426"/>
                <a:gd name="T70" fmla="*/ 2 w 244"/>
                <a:gd name="T71" fmla="*/ 3 h 426"/>
                <a:gd name="T72" fmla="*/ 2 w 244"/>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6"/>
                <a:gd name="T113" fmla="*/ 244 w 244"/>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6">
                  <a:moveTo>
                    <a:pt x="244" y="426"/>
                  </a:moveTo>
                  <a:lnTo>
                    <a:pt x="244" y="426"/>
                  </a:lnTo>
                  <a:lnTo>
                    <a:pt x="243" y="383"/>
                  </a:lnTo>
                  <a:lnTo>
                    <a:pt x="240" y="340"/>
                  </a:lnTo>
                  <a:lnTo>
                    <a:pt x="234" y="300"/>
                  </a:lnTo>
                  <a:lnTo>
                    <a:pt x="226" y="262"/>
                  </a:lnTo>
                  <a:lnTo>
                    <a:pt x="215" y="224"/>
                  </a:lnTo>
                  <a:lnTo>
                    <a:pt x="203" y="189"/>
                  </a:lnTo>
                  <a:lnTo>
                    <a:pt x="189" y="157"/>
                  </a:lnTo>
                  <a:lnTo>
                    <a:pt x="174" y="126"/>
                  </a:lnTo>
                  <a:lnTo>
                    <a:pt x="155" y="99"/>
                  </a:lnTo>
                  <a:lnTo>
                    <a:pt x="138" y="74"/>
                  </a:lnTo>
                  <a:lnTo>
                    <a:pt x="118" y="52"/>
                  </a:lnTo>
                  <a:lnTo>
                    <a:pt x="96" y="34"/>
                  </a:lnTo>
                  <a:lnTo>
                    <a:pt x="73" y="19"/>
                  </a:lnTo>
                  <a:lnTo>
                    <a:pt x="50" y="8"/>
                  </a:lnTo>
                  <a:lnTo>
                    <a:pt x="25" y="2"/>
                  </a:lnTo>
                  <a:lnTo>
                    <a:pt x="0" y="0"/>
                  </a:lnTo>
                  <a:lnTo>
                    <a:pt x="0" y="12"/>
                  </a:lnTo>
                  <a:lnTo>
                    <a:pt x="23" y="14"/>
                  </a:lnTo>
                  <a:lnTo>
                    <a:pt x="45" y="20"/>
                  </a:lnTo>
                  <a:lnTo>
                    <a:pt x="66" y="31"/>
                  </a:lnTo>
                  <a:lnTo>
                    <a:pt x="89" y="43"/>
                  </a:lnTo>
                  <a:lnTo>
                    <a:pt x="109" y="61"/>
                  </a:lnTo>
                  <a:lnTo>
                    <a:pt x="129" y="81"/>
                  </a:lnTo>
                  <a:lnTo>
                    <a:pt x="146" y="106"/>
                  </a:lnTo>
                  <a:lnTo>
                    <a:pt x="162" y="133"/>
                  </a:lnTo>
                  <a:lnTo>
                    <a:pt x="178" y="162"/>
                  </a:lnTo>
                  <a:lnTo>
                    <a:pt x="192" y="194"/>
                  </a:lnTo>
                  <a:lnTo>
                    <a:pt x="203" y="229"/>
                  </a:lnTo>
                  <a:lnTo>
                    <a:pt x="214" y="264"/>
                  </a:lnTo>
                  <a:lnTo>
                    <a:pt x="222" y="303"/>
                  </a:lnTo>
                  <a:lnTo>
                    <a:pt x="228" y="342"/>
                  </a:lnTo>
                  <a:lnTo>
                    <a:pt x="232" y="383"/>
                  </a:lnTo>
                  <a:lnTo>
                    <a:pt x="233" y="426"/>
                  </a:lnTo>
                  <a:lnTo>
                    <a:pt x="244"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8583" name="Freeform 53"/>
            <p:cNvSpPr>
              <a:spLocks/>
            </p:cNvSpPr>
            <p:nvPr/>
          </p:nvSpPr>
          <p:spPr bwMode="auto">
            <a:xfrm>
              <a:off x="964" y="1830"/>
              <a:ext cx="48" cy="85"/>
            </a:xfrm>
            <a:custGeom>
              <a:avLst/>
              <a:gdLst>
                <a:gd name="T0" fmla="*/ 0 w 244"/>
                <a:gd name="T1" fmla="*/ 3 h 424"/>
                <a:gd name="T2" fmla="*/ 0 w 244"/>
                <a:gd name="T3" fmla="*/ 3 h 424"/>
                <a:gd name="T4" fmla="*/ 0 w 244"/>
                <a:gd name="T5" fmla="*/ 3 h 424"/>
                <a:gd name="T6" fmla="*/ 0 w 244"/>
                <a:gd name="T7" fmla="*/ 3 h 424"/>
                <a:gd name="T8" fmla="*/ 1 w 244"/>
                <a:gd name="T9" fmla="*/ 3 h 424"/>
                <a:gd name="T10" fmla="*/ 1 w 244"/>
                <a:gd name="T11" fmla="*/ 3 h 424"/>
                <a:gd name="T12" fmla="*/ 1 w 244"/>
                <a:gd name="T13" fmla="*/ 3 h 424"/>
                <a:gd name="T14" fmla="*/ 1 w 244"/>
                <a:gd name="T15" fmla="*/ 3 h 424"/>
                <a:gd name="T16" fmla="*/ 1 w 244"/>
                <a:gd name="T17" fmla="*/ 3 h 424"/>
                <a:gd name="T18" fmla="*/ 1 w 244"/>
                <a:gd name="T19" fmla="*/ 2 h 424"/>
                <a:gd name="T20" fmla="*/ 1 w 244"/>
                <a:gd name="T21" fmla="*/ 2 h 424"/>
                <a:gd name="T22" fmla="*/ 2 w 244"/>
                <a:gd name="T23" fmla="*/ 2 h 424"/>
                <a:gd name="T24" fmla="*/ 2 w 244"/>
                <a:gd name="T25" fmla="*/ 2 h 424"/>
                <a:gd name="T26" fmla="*/ 2 w 244"/>
                <a:gd name="T27" fmla="*/ 1 h 424"/>
                <a:gd name="T28" fmla="*/ 2 w 244"/>
                <a:gd name="T29" fmla="*/ 1 h 424"/>
                <a:gd name="T30" fmla="*/ 2 w 244"/>
                <a:gd name="T31" fmla="*/ 1 h 424"/>
                <a:gd name="T32" fmla="*/ 2 w 244"/>
                <a:gd name="T33" fmla="*/ 0 h 424"/>
                <a:gd name="T34" fmla="*/ 2 w 244"/>
                <a:gd name="T35" fmla="*/ 0 h 424"/>
                <a:gd name="T36" fmla="*/ 2 w 244"/>
                <a:gd name="T37" fmla="*/ 0 h 424"/>
                <a:gd name="T38" fmla="*/ 2 w 244"/>
                <a:gd name="T39" fmla="*/ 0 h 424"/>
                <a:gd name="T40" fmla="*/ 2 w 244"/>
                <a:gd name="T41" fmla="*/ 1 h 424"/>
                <a:gd name="T42" fmla="*/ 2 w 244"/>
                <a:gd name="T43" fmla="*/ 1 h 424"/>
                <a:gd name="T44" fmla="*/ 2 w 244"/>
                <a:gd name="T45" fmla="*/ 1 h 424"/>
                <a:gd name="T46" fmla="*/ 2 w 244"/>
                <a:gd name="T47" fmla="*/ 2 h 424"/>
                <a:gd name="T48" fmla="*/ 1 w 244"/>
                <a:gd name="T49" fmla="*/ 2 h 424"/>
                <a:gd name="T50" fmla="*/ 1 w 244"/>
                <a:gd name="T51" fmla="*/ 2 h 424"/>
                <a:gd name="T52" fmla="*/ 1 w 244"/>
                <a:gd name="T53" fmla="*/ 2 h 424"/>
                <a:gd name="T54" fmla="*/ 1 w 244"/>
                <a:gd name="T55" fmla="*/ 3 h 424"/>
                <a:gd name="T56" fmla="*/ 1 w 244"/>
                <a:gd name="T57" fmla="*/ 3 h 424"/>
                <a:gd name="T58" fmla="*/ 1 w 244"/>
                <a:gd name="T59" fmla="*/ 3 h 424"/>
                <a:gd name="T60" fmla="*/ 1 w 244"/>
                <a:gd name="T61" fmla="*/ 3 h 424"/>
                <a:gd name="T62" fmla="*/ 1 w 244"/>
                <a:gd name="T63" fmla="*/ 3 h 424"/>
                <a:gd name="T64" fmla="*/ 0 w 244"/>
                <a:gd name="T65" fmla="*/ 3 h 424"/>
                <a:gd name="T66" fmla="*/ 0 w 244"/>
                <a:gd name="T67" fmla="*/ 3 h 424"/>
                <a:gd name="T68" fmla="*/ 0 w 244"/>
                <a:gd name="T69" fmla="*/ 3 h 424"/>
                <a:gd name="T70" fmla="*/ 0 w 244"/>
                <a:gd name="T71" fmla="*/ 3 h 424"/>
                <a:gd name="T72" fmla="*/ 0 w 244"/>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4"/>
                <a:gd name="T113" fmla="*/ 244 w 244"/>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4">
                  <a:moveTo>
                    <a:pt x="0" y="424"/>
                  </a:moveTo>
                  <a:lnTo>
                    <a:pt x="0" y="424"/>
                  </a:lnTo>
                  <a:lnTo>
                    <a:pt x="25" y="422"/>
                  </a:lnTo>
                  <a:lnTo>
                    <a:pt x="50" y="416"/>
                  </a:lnTo>
                  <a:lnTo>
                    <a:pt x="73" y="405"/>
                  </a:lnTo>
                  <a:lnTo>
                    <a:pt x="96" y="390"/>
                  </a:lnTo>
                  <a:lnTo>
                    <a:pt x="118" y="373"/>
                  </a:lnTo>
                  <a:lnTo>
                    <a:pt x="138" y="350"/>
                  </a:lnTo>
                  <a:lnTo>
                    <a:pt x="155" y="326"/>
                  </a:lnTo>
                  <a:lnTo>
                    <a:pt x="173" y="299"/>
                  </a:lnTo>
                  <a:lnTo>
                    <a:pt x="189" y="268"/>
                  </a:lnTo>
                  <a:lnTo>
                    <a:pt x="203" y="235"/>
                  </a:lnTo>
                  <a:lnTo>
                    <a:pt x="215" y="201"/>
                  </a:lnTo>
                  <a:lnTo>
                    <a:pt x="226" y="163"/>
                  </a:lnTo>
                  <a:lnTo>
                    <a:pt x="234" y="125"/>
                  </a:lnTo>
                  <a:lnTo>
                    <a:pt x="240" y="85"/>
                  </a:lnTo>
                  <a:lnTo>
                    <a:pt x="243" y="42"/>
                  </a:lnTo>
                  <a:lnTo>
                    <a:pt x="244" y="0"/>
                  </a:lnTo>
                  <a:lnTo>
                    <a:pt x="233" y="0"/>
                  </a:lnTo>
                  <a:lnTo>
                    <a:pt x="232" y="42"/>
                  </a:lnTo>
                  <a:lnTo>
                    <a:pt x="228" y="83"/>
                  </a:lnTo>
                  <a:lnTo>
                    <a:pt x="222" y="123"/>
                  </a:lnTo>
                  <a:lnTo>
                    <a:pt x="214" y="160"/>
                  </a:lnTo>
                  <a:lnTo>
                    <a:pt x="203" y="197"/>
                  </a:lnTo>
                  <a:lnTo>
                    <a:pt x="192" y="231"/>
                  </a:lnTo>
                  <a:lnTo>
                    <a:pt x="178" y="263"/>
                  </a:lnTo>
                  <a:lnTo>
                    <a:pt x="164" y="292"/>
                  </a:lnTo>
                  <a:lnTo>
                    <a:pt x="146" y="319"/>
                  </a:lnTo>
                  <a:lnTo>
                    <a:pt x="129" y="343"/>
                  </a:lnTo>
                  <a:lnTo>
                    <a:pt x="109" y="363"/>
                  </a:lnTo>
                  <a:lnTo>
                    <a:pt x="89" y="381"/>
                  </a:lnTo>
                  <a:lnTo>
                    <a:pt x="66" y="394"/>
                  </a:lnTo>
                  <a:lnTo>
                    <a:pt x="45" y="404"/>
                  </a:lnTo>
                  <a:lnTo>
                    <a:pt x="23" y="410"/>
                  </a:lnTo>
                  <a:lnTo>
                    <a:pt x="0" y="412"/>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8584" name="Freeform 54"/>
            <p:cNvSpPr>
              <a:spLocks/>
            </p:cNvSpPr>
            <p:nvPr/>
          </p:nvSpPr>
          <p:spPr bwMode="auto">
            <a:xfrm>
              <a:off x="915" y="1830"/>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1" y="42"/>
                  </a:lnTo>
                  <a:lnTo>
                    <a:pt x="4" y="85"/>
                  </a:lnTo>
                  <a:lnTo>
                    <a:pt x="10" y="125"/>
                  </a:lnTo>
                  <a:lnTo>
                    <a:pt x="19" y="163"/>
                  </a:lnTo>
                  <a:lnTo>
                    <a:pt x="29" y="201"/>
                  </a:lnTo>
                  <a:lnTo>
                    <a:pt x="41" y="235"/>
                  </a:lnTo>
                  <a:lnTo>
                    <a:pt x="55" y="268"/>
                  </a:lnTo>
                  <a:lnTo>
                    <a:pt x="71" y="299"/>
                  </a:lnTo>
                  <a:lnTo>
                    <a:pt x="89" y="326"/>
                  </a:lnTo>
                  <a:lnTo>
                    <a:pt x="106" y="350"/>
                  </a:lnTo>
                  <a:lnTo>
                    <a:pt x="126" y="373"/>
                  </a:lnTo>
                  <a:lnTo>
                    <a:pt x="149" y="390"/>
                  </a:lnTo>
                  <a:lnTo>
                    <a:pt x="171" y="405"/>
                  </a:lnTo>
                  <a:lnTo>
                    <a:pt x="194" y="416"/>
                  </a:lnTo>
                  <a:lnTo>
                    <a:pt x="219" y="422"/>
                  </a:lnTo>
                  <a:lnTo>
                    <a:pt x="245" y="424"/>
                  </a:lnTo>
                  <a:lnTo>
                    <a:pt x="245" y="412"/>
                  </a:lnTo>
                  <a:lnTo>
                    <a:pt x="221" y="410"/>
                  </a:lnTo>
                  <a:lnTo>
                    <a:pt x="199" y="404"/>
                  </a:lnTo>
                  <a:lnTo>
                    <a:pt x="178" y="394"/>
                  </a:lnTo>
                  <a:lnTo>
                    <a:pt x="156" y="381"/>
                  </a:lnTo>
                  <a:lnTo>
                    <a:pt x="136" y="363"/>
                  </a:lnTo>
                  <a:lnTo>
                    <a:pt x="116" y="343"/>
                  </a:lnTo>
                  <a:lnTo>
                    <a:pt x="98" y="319"/>
                  </a:lnTo>
                  <a:lnTo>
                    <a:pt x="81" y="292"/>
                  </a:lnTo>
                  <a:lnTo>
                    <a:pt x="67" y="263"/>
                  </a:lnTo>
                  <a:lnTo>
                    <a:pt x="52" y="231"/>
                  </a:lnTo>
                  <a:lnTo>
                    <a:pt x="41" y="197"/>
                  </a:lnTo>
                  <a:lnTo>
                    <a:pt x="30" y="160"/>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8585" name="Freeform 55"/>
            <p:cNvSpPr>
              <a:spLocks/>
            </p:cNvSpPr>
            <p:nvPr/>
          </p:nvSpPr>
          <p:spPr bwMode="auto">
            <a:xfrm>
              <a:off x="915" y="1745"/>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0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19" y="2"/>
                  </a:lnTo>
                  <a:lnTo>
                    <a:pt x="194" y="8"/>
                  </a:lnTo>
                  <a:lnTo>
                    <a:pt x="171" y="19"/>
                  </a:lnTo>
                  <a:lnTo>
                    <a:pt x="149" y="34"/>
                  </a:lnTo>
                  <a:lnTo>
                    <a:pt x="126" y="52"/>
                  </a:lnTo>
                  <a:lnTo>
                    <a:pt x="106" y="74"/>
                  </a:lnTo>
                  <a:lnTo>
                    <a:pt x="89" y="99"/>
                  </a:lnTo>
                  <a:lnTo>
                    <a:pt x="70" y="126"/>
                  </a:lnTo>
                  <a:lnTo>
                    <a:pt x="55" y="157"/>
                  </a:lnTo>
                  <a:lnTo>
                    <a:pt x="41" y="189"/>
                  </a:lnTo>
                  <a:lnTo>
                    <a:pt x="29" y="224"/>
                  </a:lnTo>
                  <a:lnTo>
                    <a:pt x="19" y="262"/>
                  </a:lnTo>
                  <a:lnTo>
                    <a:pt x="10" y="300"/>
                  </a:lnTo>
                  <a:lnTo>
                    <a:pt x="4" y="340"/>
                  </a:lnTo>
                  <a:lnTo>
                    <a:pt x="1" y="383"/>
                  </a:lnTo>
                  <a:lnTo>
                    <a:pt x="0" y="426"/>
                  </a:lnTo>
                  <a:lnTo>
                    <a:pt x="11" y="426"/>
                  </a:lnTo>
                  <a:lnTo>
                    <a:pt x="13" y="383"/>
                  </a:lnTo>
                  <a:lnTo>
                    <a:pt x="16" y="342"/>
                  </a:lnTo>
                  <a:lnTo>
                    <a:pt x="22" y="303"/>
                  </a:lnTo>
                  <a:lnTo>
                    <a:pt x="30" y="264"/>
                  </a:lnTo>
                  <a:lnTo>
                    <a:pt x="41" y="229"/>
                  </a:lnTo>
                  <a:lnTo>
                    <a:pt x="52" y="194"/>
                  </a:lnTo>
                  <a:lnTo>
                    <a:pt x="67" y="162"/>
                  </a:lnTo>
                  <a:lnTo>
                    <a:pt x="82" y="133"/>
                  </a:lnTo>
                  <a:lnTo>
                    <a:pt x="98" y="106"/>
                  </a:lnTo>
                  <a:lnTo>
                    <a:pt x="116" y="81"/>
                  </a:lnTo>
                  <a:lnTo>
                    <a:pt x="136" y="61"/>
                  </a:lnTo>
                  <a:lnTo>
                    <a:pt x="156" y="43"/>
                  </a:lnTo>
                  <a:lnTo>
                    <a:pt x="178" y="31"/>
                  </a:lnTo>
                  <a:lnTo>
                    <a:pt x="199" y="20"/>
                  </a:lnTo>
                  <a:lnTo>
                    <a:pt x="221"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8586" name="Freeform 56"/>
            <p:cNvSpPr>
              <a:spLocks/>
            </p:cNvSpPr>
            <p:nvPr/>
          </p:nvSpPr>
          <p:spPr bwMode="auto">
            <a:xfrm>
              <a:off x="1140" y="2087"/>
              <a:ext cx="49" cy="85"/>
            </a:xfrm>
            <a:custGeom>
              <a:avLst/>
              <a:gdLst>
                <a:gd name="T0" fmla="*/ 2 w 246"/>
                <a:gd name="T1" fmla="*/ 3 h 424"/>
                <a:gd name="T2" fmla="*/ 2 w 246"/>
                <a:gd name="T3" fmla="*/ 3 h 424"/>
                <a:gd name="T4" fmla="*/ 2 w 246"/>
                <a:gd name="T5" fmla="*/ 3 h 424"/>
                <a:gd name="T6" fmla="*/ 2 w 246"/>
                <a:gd name="T7" fmla="*/ 3 h 424"/>
                <a:gd name="T8" fmla="*/ 2 w 246"/>
                <a:gd name="T9" fmla="*/ 2 h 424"/>
                <a:gd name="T10" fmla="*/ 2 w 246"/>
                <a:gd name="T11" fmla="*/ 2 h 424"/>
                <a:gd name="T12" fmla="*/ 2 w 246"/>
                <a:gd name="T13" fmla="*/ 2 h 424"/>
                <a:gd name="T14" fmla="*/ 2 w 246"/>
                <a:gd name="T15" fmla="*/ 2 h 424"/>
                <a:gd name="T16" fmla="*/ 2 w 246"/>
                <a:gd name="T17" fmla="*/ 1 h 424"/>
                <a:gd name="T18" fmla="*/ 1 w 246"/>
                <a:gd name="T19" fmla="*/ 1 h 424"/>
                <a:gd name="T20" fmla="*/ 1 w 246"/>
                <a:gd name="T21" fmla="*/ 1 h 424"/>
                <a:gd name="T22" fmla="*/ 1 w 246"/>
                <a:gd name="T23" fmla="*/ 1 h 424"/>
                <a:gd name="T24" fmla="*/ 1 w 246"/>
                <a:gd name="T25" fmla="*/ 0 h 424"/>
                <a:gd name="T26" fmla="*/ 1 w 246"/>
                <a:gd name="T27" fmla="*/ 0 h 424"/>
                <a:gd name="T28" fmla="*/ 1 w 246"/>
                <a:gd name="T29" fmla="*/ 0 h 424"/>
                <a:gd name="T30" fmla="*/ 0 w 246"/>
                <a:gd name="T31" fmla="*/ 0 h 424"/>
                <a:gd name="T32" fmla="*/ 0 w 246"/>
                <a:gd name="T33" fmla="*/ 0 h 424"/>
                <a:gd name="T34" fmla="*/ 0 w 246"/>
                <a:gd name="T35" fmla="*/ 0 h 424"/>
                <a:gd name="T36" fmla="*/ 0 w 246"/>
                <a:gd name="T37" fmla="*/ 0 h 424"/>
                <a:gd name="T38" fmla="*/ 0 w 246"/>
                <a:gd name="T39" fmla="*/ 0 h 424"/>
                <a:gd name="T40" fmla="*/ 0 w 246"/>
                <a:gd name="T41" fmla="*/ 0 h 424"/>
                <a:gd name="T42" fmla="*/ 1 w 246"/>
                <a:gd name="T43" fmla="*/ 0 h 424"/>
                <a:gd name="T44" fmla="*/ 1 w 246"/>
                <a:gd name="T45" fmla="*/ 0 h 424"/>
                <a:gd name="T46" fmla="*/ 1 w 246"/>
                <a:gd name="T47" fmla="*/ 0 h 424"/>
                <a:gd name="T48" fmla="*/ 1 w 246"/>
                <a:gd name="T49" fmla="*/ 1 h 424"/>
                <a:gd name="T50" fmla="*/ 1 w 246"/>
                <a:gd name="T51" fmla="*/ 1 h 424"/>
                <a:gd name="T52" fmla="*/ 1 w 246"/>
                <a:gd name="T53" fmla="*/ 1 h 424"/>
                <a:gd name="T54" fmla="*/ 1 w 246"/>
                <a:gd name="T55" fmla="*/ 1 h 424"/>
                <a:gd name="T56" fmla="*/ 2 w 246"/>
                <a:gd name="T57" fmla="*/ 2 h 424"/>
                <a:gd name="T58" fmla="*/ 2 w 246"/>
                <a:gd name="T59" fmla="*/ 2 h 424"/>
                <a:gd name="T60" fmla="*/ 2 w 246"/>
                <a:gd name="T61" fmla="*/ 2 h 424"/>
                <a:gd name="T62" fmla="*/ 2 w 246"/>
                <a:gd name="T63" fmla="*/ 2 h 424"/>
                <a:gd name="T64" fmla="*/ 2 w 246"/>
                <a:gd name="T65" fmla="*/ 3 h 424"/>
                <a:gd name="T66" fmla="*/ 2 w 246"/>
                <a:gd name="T67" fmla="*/ 3 h 424"/>
                <a:gd name="T68" fmla="*/ 2 w 246"/>
                <a:gd name="T69" fmla="*/ 3 h 424"/>
                <a:gd name="T70" fmla="*/ 2 w 246"/>
                <a:gd name="T71" fmla="*/ 3 h 424"/>
                <a:gd name="T72" fmla="*/ 2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424"/>
                  </a:moveTo>
                  <a:lnTo>
                    <a:pt x="246" y="424"/>
                  </a:lnTo>
                  <a:lnTo>
                    <a:pt x="244" y="382"/>
                  </a:lnTo>
                  <a:lnTo>
                    <a:pt x="241" y="338"/>
                  </a:lnTo>
                  <a:lnTo>
                    <a:pt x="235" y="298"/>
                  </a:lnTo>
                  <a:lnTo>
                    <a:pt x="227" y="261"/>
                  </a:lnTo>
                  <a:lnTo>
                    <a:pt x="216" y="222"/>
                  </a:lnTo>
                  <a:lnTo>
                    <a:pt x="205" y="188"/>
                  </a:lnTo>
                  <a:lnTo>
                    <a:pt x="190" y="155"/>
                  </a:lnTo>
                  <a:lnTo>
                    <a:pt x="174" y="125"/>
                  </a:lnTo>
                  <a:lnTo>
                    <a:pt x="157" y="98"/>
                  </a:lnTo>
                  <a:lnTo>
                    <a:pt x="138" y="73"/>
                  </a:lnTo>
                  <a:lnTo>
                    <a:pt x="118" y="51"/>
                  </a:lnTo>
                  <a:lnTo>
                    <a:pt x="96" y="34"/>
                  </a:lnTo>
                  <a:lnTo>
                    <a:pt x="74" y="18"/>
                  </a:lnTo>
                  <a:lnTo>
                    <a:pt x="50" y="8"/>
                  </a:lnTo>
                  <a:lnTo>
                    <a:pt x="25" y="2"/>
                  </a:lnTo>
                  <a:lnTo>
                    <a:pt x="0" y="0"/>
                  </a:lnTo>
                  <a:lnTo>
                    <a:pt x="0" y="11"/>
                  </a:lnTo>
                  <a:lnTo>
                    <a:pt x="23" y="14"/>
                  </a:lnTo>
                  <a:lnTo>
                    <a:pt x="45" y="19"/>
                  </a:lnTo>
                  <a:lnTo>
                    <a:pt x="67" y="30"/>
                  </a:lnTo>
                  <a:lnTo>
                    <a:pt x="89" y="43"/>
                  </a:lnTo>
                  <a:lnTo>
                    <a:pt x="108" y="60"/>
                  </a:lnTo>
                  <a:lnTo>
                    <a:pt x="128" y="80"/>
                  </a:lnTo>
                  <a:lnTo>
                    <a:pt x="147" y="105"/>
                  </a:lnTo>
                  <a:lnTo>
                    <a:pt x="165" y="132"/>
                  </a:lnTo>
                  <a:lnTo>
                    <a:pt x="179" y="160"/>
                  </a:lnTo>
                  <a:lnTo>
                    <a:pt x="193" y="193"/>
                  </a:lnTo>
                  <a:lnTo>
                    <a:pt x="205" y="227"/>
                  </a:lnTo>
                  <a:lnTo>
                    <a:pt x="215" y="263"/>
                  </a:lnTo>
                  <a:lnTo>
                    <a:pt x="223" y="301"/>
                  </a:lnTo>
                  <a:lnTo>
                    <a:pt x="229" y="341"/>
                  </a:lnTo>
                  <a:lnTo>
                    <a:pt x="233" y="382"/>
                  </a:lnTo>
                  <a:lnTo>
                    <a:pt x="234" y="424"/>
                  </a:lnTo>
                  <a:lnTo>
                    <a:pt x="246"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8587" name="Freeform 57"/>
            <p:cNvSpPr>
              <a:spLocks/>
            </p:cNvSpPr>
            <p:nvPr/>
          </p:nvSpPr>
          <p:spPr bwMode="auto">
            <a:xfrm>
              <a:off x="1140" y="2172"/>
              <a:ext cx="49" cy="85"/>
            </a:xfrm>
            <a:custGeom>
              <a:avLst/>
              <a:gdLst>
                <a:gd name="T0" fmla="*/ 0 w 246"/>
                <a:gd name="T1" fmla="*/ 3 h 426"/>
                <a:gd name="T2" fmla="*/ 0 w 246"/>
                <a:gd name="T3" fmla="*/ 3 h 426"/>
                <a:gd name="T4" fmla="*/ 0 w 246"/>
                <a:gd name="T5" fmla="*/ 3 h 426"/>
                <a:gd name="T6" fmla="*/ 0 w 246"/>
                <a:gd name="T7" fmla="*/ 3 h 426"/>
                <a:gd name="T8" fmla="*/ 1 w 246"/>
                <a:gd name="T9" fmla="*/ 3 h 426"/>
                <a:gd name="T10" fmla="*/ 1 w 246"/>
                <a:gd name="T11" fmla="*/ 3 h 426"/>
                <a:gd name="T12" fmla="*/ 1 w 246"/>
                <a:gd name="T13" fmla="*/ 3 h 426"/>
                <a:gd name="T14" fmla="*/ 1 w 246"/>
                <a:gd name="T15" fmla="*/ 3 h 426"/>
                <a:gd name="T16" fmla="*/ 1 w 246"/>
                <a:gd name="T17" fmla="*/ 3 h 426"/>
                <a:gd name="T18" fmla="*/ 1 w 246"/>
                <a:gd name="T19" fmla="*/ 2 h 426"/>
                <a:gd name="T20" fmla="*/ 2 w 246"/>
                <a:gd name="T21" fmla="*/ 2 h 426"/>
                <a:gd name="T22" fmla="*/ 2 w 246"/>
                <a:gd name="T23" fmla="*/ 2 h 426"/>
                <a:gd name="T24" fmla="*/ 2 w 246"/>
                <a:gd name="T25" fmla="*/ 2 h 426"/>
                <a:gd name="T26" fmla="*/ 2 w 246"/>
                <a:gd name="T27" fmla="*/ 1 h 426"/>
                <a:gd name="T28" fmla="*/ 2 w 246"/>
                <a:gd name="T29" fmla="*/ 1 h 426"/>
                <a:gd name="T30" fmla="*/ 2 w 246"/>
                <a:gd name="T31" fmla="*/ 1 h 426"/>
                <a:gd name="T32" fmla="*/ 2 w 246"/>
                <a:gd name="T33" fmla="*/ 0 h 426"/>
                <a:gd name="T34" fmla="*/ 2 w 246"/>
                <a:gd name="T35" fmla="*/ 0 h 426"/>
                <a:gd name="T36" fmla="*/ 2 w 246"/>
                <a:gd name="T37" fmla="*/ 0 h 426"/>
                <a:gd name="T38" fmla="*/ 2 w 246"/>
                <a:gd name="T39" fmla="*/ 0 h 426"/>
                <a:gd name="T40" fmla="*/ 2 w 246"/>
                <a:gd name="T41" fmla="*/ 1 h 426"/>
                <a:gd name="T42" fmla="*/ 2 w 246"/>
                <a:gd name="T43" fmla="*/ 1 h 426"/>
                <a:gd name="T44" fmla="*/ 2 w 246"/>
                <a:gd name="T45" fmla="*/ 1 h 426"/>
                <a:gd name="T46" fmla="*/ 2 w 246"/>
                <a:gd name="T47" fmla="*/ 2 h 426"/>
                <a:gd name="T48" fmla="*/ 2 w 246"/>
                <a:gd name="T49" fmla="*/ 2 h 426"/>
                <a:gd name="T50" fmla="*/ 1 w 246"/>
                <a:gd name="T51" fmla="*/ 2 h 426"/>
                <a:gd name="T52" fmla="*/ 1 w 246"/>
                <a:gd name="T53" fmla="*/ 2 h 426"/>
                <a:gd name="T54" fmla="*/ 1 w 246"/>
                <a:gd name="T55" fmla="*/ 3 h 426"/>
                <a:gd name="T56" fmla="*/ 1 w 246"/>
                <a:gd name="T57" fmla="*/ 3 h 426"/>
                <a:gd name="T58" fmla="*/ 1 w 246"/>
                <a:gd name="T59" fmla="*/ 3 h 426"/>
                <a:gd name="T60" fmla="*/ 1 w 246"/>
                <a:gd name="T61" fmla="*/ 3 h 426"/>
                <a:gd name="T62" fmla="*/ 1 w 246"/>
                <a:gd name="T63" fmla="*/ 3 h 426"/>
                <a:gd name="T64" fmla="*/ 0 w 246"/>
                <a:gd name="T65" fmla="*/ 3 h 426"/>
                <a:gd name="T66" fmla="*/ 0 w 246"/>
                <a:gd name="T67" fmla="*/ 3 h 426"/>
                <a:gd name="T68" fmla="*/ 0 w 246"/>
                <a:gd name="T69" fmla="*/ 3 h 426"/>
                <a:gd name="T70" fmla="*/ 0 w 246"/>
                <a:gd name="T71" fmla="*/ 3 h 426"/>
                <a:gd name="T72" fmla="*/ 0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426"/>
                  </a:moveTo>
                  <a:lnTo>
                    <a:pt x="0" y="426"/>
                  </a:lnTo>
                  <a:lnTo>
                    <a:pt x="25" y="423"/>
                  </a:lnTo>
                  <a:lnTo>
                    <a:pt x="50" y="417"/>
                  </a:lnTo>
                  <a:lnTo>
                    <a:pt x="74" y="407"/>
                  </a:lnTo>
                  <a:lnTo>
                    <a:pt x="96" y="392"/>
                  </a:lnTo>
                  <a:lnTo>
                    <a:pt x="118" y="373"/>
                  </a:lnTo>
                  <a:lnTo>
                    <a:pt x="138" y="350"/>
                  </a:lnTo>
                  <a:lnTo>
                    <a:pt x="157" y="327"/>
                  </a:lnTo>
                  <a:lnTo>
                    <a:pt x="175" y="299"/>
                  </a:lnTo>
                  <a:lnTo>
                    <a:pt x="190" y="268"/>
                  </a:lnTo>
                  <a:lnTo>
                    <a:pt x="205" y="236"/>
                  </a:lnTo>
                  <a:lnTo>
                    <a:pt x="216" y="202"/>
                  </a:lnTo>
                  <a:lnTo>
                    <a:pt x="227" y="164"/>
                  </a:lnTo>
                  <a:lnTo>
                    <a:pt x="235" y="125"/>
                  </a:lnTo>
                  <a:lnTo>
                    <a:pt x="241" y="86"/>
                  </a:lnTo>
                  <a:lnTo>
                    <a:pt x="244" y="42"/>
                  </a:lnTo>
                  <a:lnTo>
                    <a:pt x="246" y="0"/>
                  </a:lnTo>
                  <a:lnTo>
                    <a:pt x="234" y="0"/>
                  </a:lnTo>
                  <a:lnTo>
                    <a:pt x="233" y="42"/>
                  </a:lnTo>
                  <a:lnTo>
                    <a:pt x="229" y="83"/>
                  </a:lnTo>
                  <a:lnTo>
                    <a:pt x="223" y="123"/>
                  </a:lnTo>
                  <a:lnTo>
                    <a:pt x="215" y="162"/>
                  </a:lnTo>
                  <a:lnTo>
                    <a:pt x="205" y="197"/>
                  </a:lnTo>
                  <a:lnTo>
                    <a:pt x="193" y="231"/>
                  </a:lnTo>
                  <a:lnTo>
                    <a:pt x="179" y="264"/>
                  </a:lnTo>
                  <a:lnTo>
                    <a:pt x="164" y="292"/>
                  </a:lnTo>
                  <a:lnTo>
                    <a:pt x="147" y="320"/>
                  </a:lnTo>
                  <a:lnTo>
                    <a:pt x="128" y="343"/>
                  </a:lnTo>
                  <a:lnTo>
                    <a:pt x="108" y="363"/>
                  </a:lnTo>
                  <a:lnTo>
                    <a:pt x="89" y="382"/>
                  </a:lnTo>
                  <a:lnTo>
                    <a:pt x="67" y="395"/>
                  </a:lnTo>
                  <a:lnTo>
                    <a:pt x="45" y="406"/>
                  </a:lnTo>
                  <a:lnTo>
                    <a:pt x="23" y="411"/>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8588" name="Freeform 58"/>
            <p:cNvSpPr>
              <a:spLocks/>
            </p:cNvSpPr>
            <p:nvPr/>
          </p:nvSpPr>
          <p:spPr bwMode="auto">
            <a:xfrm>
              <a:off x="1091" y="2172"/>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4" y="86"/>
                  </a:lnTo>
                  <a:lnTo>
                    <a:pt x="10" y="125"/>
                  </a:lnTo>
                  <a:lnTo>
                    <a:pt x="18" y="164"/>
                  </a:lnTo>
                  <a:lnTo>
                    <a:pt x="29" y="202"/>
                  </a:lnTo>
                  <a:lnTo>
                    <a:pt x="41" y="236"/>
                  </a:lnTo>
                  <a:lnTo>
                    <a:pt x="55" y="268"/>
                  </a:lnTo>
                  <a:lnTo>
                    <a:pt x="70" y="299"/>
                  </a:lnTo>
                  <a:lnTo>
                    <a:pt x="89" y="327"/>
                  </a:lnTo>
                  <a:lnTo>
                    <a:pt x="106" y="350"/>
                  </a:lnTo>
                  <a:lnTo>
                    <a:pt x="126" y="373"/>
                  </a:lnTo>
                  <a:lnTo>
                    <a:pt x="148" y="392"/>
                  </a:lnTo>
                  <a:lnTo>
                    <a:pt x="171" y="407"/>
                  </a:lnTo>
                  <a:lnTo>
                    <a:pt x="194" y="417"/>
                  </a:lnTo>
                  <a:lnTo>
                    <a:pt x="219" y="423"/>
                  </a:lnTo>
                  <a:lnTo>
                    <a:pt x="245" y="426"/>
                  </a:lnTo>
                  <a:lnTo>
                    <a:pt x="245" y="414"/>
                  </a:lnTo>
                  <a:lnTo>
                    <a:pt x="221" y="411"/>
                  </a:lnTo>
                  <a:lnTo>
                    <a:pt x="199" y="406"/>
                  </a:lnTo>
                  <a:lnTo>
                    <a:pt x="178" y="395"/>
                  </a:lnTo>
                  <a:lnTo>
                    <a:pt x="155" y="382"/>
                  </a:lnTo>
                  <a:lnTo>
                    <a:pt x="136" y="363"/>
                  </a:lnTo>
                  <a:lnTo>
                    <a:pt x="116" y="343"/>
                  </a:lnTo>
                  <a:lnTo>
                    <a:pt x="98" y="320"/>
                  </a:lnTo>
                  <a:lnTo>
                    <a:pt x="82" y="292"/>
                  </a:lnTo>
                  <a:lnTo>
                    <a:pt x="66" y="264"/>
                  </a:lnTo>
                  <a:lnTo>
                    <a:pt x="52" y="231"/>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8589" name="Freeform 59"/>
            <p:cNvSpPr>
              <a:spLocks/>
            </p:cNvSpPr>
            <p:nvPr/>
          </p:nvSpPr>
          <p:spPr bwMode="auto">
            <a:xfrm>
              <a:off x="1091" y="2087"/>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4" y="8"/>
                  </a:lnTo>
                  <a:lnTo>
                    <a:pt x="171" y="18"/>
                  </a:lnTo>
                  <a:lnTo>
                    <a:pt x="148" y="34"/>
                  </a:lnTo>
                  <a:lnTo>
                    <a:pt x="126" y="51"/>
                  </a:lnTo>
                  <a:lnTo>
                    <a:pt x="106" y="73"/>
                  </a:lnTo>
                  <a:lnTo>
                    <a:pt x="89" y="98"/>
                  </a:lnTo>
                  <a:lnTo>
                    <a:pt x="71" y="125"/>
                  </a:lnTo>
                  <a:lnTo>
                    <a:pt x="55" y="155"/>
                  </a:lnTo>
                  <a:lnTo>
                    <a:pt x="41" y="188"/>
                  </a:lnTo>
                  <a:lnTo>
                    <a:pt x="29" y="222"/>
                  </a:lnTo>
                  <a:lnTo>
                    <a:pt x="18" y="261"/>
                  </a:lnTo>
                  <a:lnTo>
                    <a:pt x="10" y="298"/>
                  </a:lnTo>
                  <a:lnTo>
                    <a:pt x="4" y="338"/>
                  </a:lnTo>
                  <a:lnTo>
                    <a:pt x="1" y="382"/>
                  </a:lnTo>
                  <a:lnTo>
                    <a:pt x="0" y="424"/>
                  </a:lnTo>
                  <a:lnTo>
                    <a:pt x="11" y="424"/>
                  </a:lnTo>
                  <a:lnTo>
                    <a:pt x="13" y="382"/>
                  </a:lnTo>
                  <a:lnTo>
                    <a:pt x="16" y="341"/>
                  </a:lnTo>
                  <a:lnTo>
                    <a:pt x="22" y="301"/>
                  </a:lnTo>
                  <a:lnTo>
                    <a:pt x="30" y="263"/>
                  </a:lnTo>
                  <a:lnTo>
                    <a:pt x="41" y="227"/>
                  </a:lnTo>
                  <a:lnTo>
                    <a:pt x="52" y="193"/>
                  </a:lnTo>
                  <a:lnTo>
                    <a:pt x="66" y="160"/>
                  </a:lnTo>
                  <a:lnTo>
                    <a:pt x="80" y="132"/>
                  </a:lnTo>
                  <a:lnTo>
                    <a:pt x="98" y="105"/>
                  </a:lnTo>
                  <a:lnTo>
                    <a:pt x="116" y="80"/>
                  </a:lnTo>
                  <a:lnTo>
                    <a:pt x="136" y="60"/>
                  </a:lnTo>
                  <a:lnTo>
                    <a:pt x="155" y="43"/>
                  </a:lnTo>
                  <a:lnTo>
                    <a:pt x="178" y="30"/>
                  </a:lnTo>
                  <a:lnTo>
                    <a:pt x="199" y="19"/>
                  </a:lnTo>
                  <a:lnTo>
                    <a:pt x="221" y="14"/>
                  </a:lnTo>
                  <a:lnTo>
                    <a:pt x="245" y="11"/>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8590" name="Freeform 60"/>
            <p:cNvSpPr>
              <a:spLocks/>
            </p:cNvSpPr>
            <p:nvPr/>
          </p:nvSpPr>
          <p:spPr bwMode="auto">
            <a:xfrm>
              <a:off x="1392" y="2118"/>
              <a:ext cx="49" cy="85"/>
            </a:xfrm>
            <a:custGeom>
              <a:avLst/>
              <a:gdLst>
                <a:gd name="T0" fmla="*/ 2 w 246"/>
                <a:gd name="T1" fmla="*/ 3 h 426"/>
                <a:gd name="T2" fmla="*/ 2 w 246"/>
                <a:gd name="T3" fmla="*/ 3 h 426"/>
                <a:gd name="T4" fmla="*/ 2 w 246"/>
                <a:gd name="T5" fmla="*/ 3 h 426"/>
                <a:gd name="T6" fmla="*/ 2 w 246"/>
                <a:gd name="T7" fmla="*/ 3 h 426"/>
                <a:gd name="T8" fmla="*/ 2 w 246"/>
                <a:gd name="T9" fmla="*/ 2 h 426"/>
                <a:gd name="T10" fmla="*/ 2 w 246"/>
                <a:gd name="T11" fmla="*/ 2 h 426"/>
                <a:gd name="T12" fmla="*/ 2 w 246"/>
                <a:gd name="T13" fmla="*/ 2 h 426"/>
                <a:gd name="T14" fmla="*/ 2 w 246"/>
                <a:gd name="T15" fmla="*/ 2 h 426"/>
                <a:gd name="T16" fmla="*/ 2 w 246"/>
                <a:gd name="T17" fmla="*/ 1 h 426"/>
                <a:gd name="T18" fmla="*/ 1 w 246"/>
                <a:gd name="T19" fmla="*/ 1 h 426"/>
                <a:gd name="T20" fmla="*/ 1 w 246"/>
                <a:gd name="T21" fmla="*/ 1 h 426"/>
                <a:gd name="T22" fmla="*/ 1 w 246"/>
                <a:gd name="T23" fmla="*/ 1 h 426"/>
                <a:gd name="T24" fmla="*/ 1 w 246"/>
                <a:gd name="T25" fmla="*/ 0 h 426"/>
                <a:gd name="T26" fmla="*/ 1 w 246"/>
                <a:gd name="T27" fmla="*/ 0 h 426"/>
                <a:gd name="T28" fmla="*/ 1 w 246"/>
                <a:gd name="T29" fmla="*/ 0 h 426"/>
                <a:gd name="T30" fmla="*/ 0 w 246"/>
                <a:gd name="T31" fmla="*/ 0 h 426"/>
                <a:gd name="T32" fmla="*/ 0 w 246"/>
                <a:gd name="T33" fmla="*/ 0 h 426"/>
                <a:gd name="T34" fmla="*/ 0 w 246"/>
                <a:gd name="T35" fmla="*/ 0 h 426"/>
                <a:gd name="T36" fmla="*/ 0 w 246"/>
                <a:gd name="T37" fmla="*/ 0 h 426"/>
                <a:gd name="T38" fmla="*/ 0 w 246"/>
                <a:gd name="T39" fmla="*/ 0 h 426"/>
                <a:gd name="T40" fmla="*/ 0 w 246"/>
                <a:gd name="T41" fmla="*/ 0 h 426"/>
                <a:gd name="T42" fmla="*/ 1 w 246"/>
                <a:gd name="T43" fmla="*/ 0 h 426"/>
                <a:gd name="T44" fmla="*/ 1 w 246"/>
                <a:gd name="T45" fmla="*/ 0 h 426"/>
                <a:gd name="T46" fmla="*/ 1 w 246"/>
                <a:gd name="T47" fmla="*/ 1 h 426"/>
                <a:gd name="T48" fmla="*/ 1 w 246"/>
                <a:gd name="T49" fmla="*/ 1 h 426"/>
                <a:gd name="T50" fmla="*/ 1 w 246"/>
                <a:gd name="T51" fmla="*/ 1 h 426"/>
                <a:gd name="T52" fmla="*/ 1 w 246"/>
                <a:gd name="T53" fmla="*/ 1 h 426"/>
                <a:gd name="T54" fmla="*/ 1 w 246"/>
                <a:gd name="T55" fmla="*/ 1 h 426"/>
                <a:gd name="T56" fmla="*/ 2 w 246"/>
                <a:gd name="T57" fmla="*/ 2 h 426"/>
                <a:gd name="T58" fmla="*/ 2 w 246"/>
                <a:gd name="T59" fmla="*/ 2 h 426"/>
                <a:gd name="T60" fmla="*/ 2 w 246"/>
                <a:gd name="T61" fmla="*/ 2 h 426"/>
                <a:gd name="T62" fmla="*/ 2 w 246"/>
                <a:gd name="T63" fmla="*/ 2 h 426"/>
                <a:gd name="T64" fmla="*/ 2 w 246"/>
                <a:gd name="T65" fmla="*/ 3 h 426"/>
                <a:gd name="T66" fmla="*/ 2 w 246"/>
                <a:gd name="T67" fmla="*/ 3 h 426"/>
                <a:gd name="T68" fmla="*/ 2 w 246"/>
                <a:gd name="T69" fmla="*/ 3 h 426"/>
                <a:gd name="T70" fmla="*/ 2 w 246"/>
                <a:gd name="T71" fmla="*/ 3 h 426"/>
                <a:gd name="T72" fmla="*/ 2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246" y="426"/>
                  </a:moveTo>
                  <a:lnTo>
                    <a:pt x="246" y="426"/>
                  </a:lnTo>
                  <a:lnTo>
                    <a:pt x="245" y="384"/>
                  </a:lnTo>
                  <a:lnTo>
                    <a:pt x="242" y="340"/>
                  </a:lnTo>
                  <a:lnTo>
                    <a:pt x="236" y="301"/>
                  </a:lnTo>
                  <a:lnTo>
                    <a:pt x="228" y="262"/>
                  </a:lnTo>
                  <a:lnTo>
                    <a:pt x="217" y="224"/>
                  </a:lnTo>
                  <a:lnTo>
                    <a:pt x="205" y="190"/>
                  </a:lnTo>
                  <a:lnTo>
                    <a:pt x="191" y="158"/>
                  </a:lnTo>
                  <a:lnTo>
                    <a:pt x="176" y="126"/>
                  </a:lnTo>
                  <a:lnTo>
                    <a:pt x="157" y="99"/>
                  </a:lnTo>
                  <a:lnTo>
                    <a:pt x="139" y="75"/>
                  </a:lnTo>
                  <a:lnTo>
                    <a:pt x="119" y="53"/>
                  </a:lnTo>
                  <a:lnTo>
                    <a:pt x="96" y="34"/>
                  </a:lnTo>
                  <a:lnTo>
                    <a:pt x="75" y="19"/>
                  </a:lnTo>
                  <a:lnTo>
                    <a:pt x="51" y="9"/>
                  </a:lnTo>
                  <a:lnTo>
                    <a:pt x="26" y="3"/>
                  </a:lnTo>
                  <a:lnTo>
                    <a:pt x="0" y="0"/>
                  </a:lnTo>
                  <a:lnTo>
                    <a:pt x="0" y="12"/>
                  </a:lnTo>
                  <a:lnTo>
                    <a:pt x="24" y="15"/>
                  </a:lnTo>
                  <a:lnTo>
                    <a:pt x="46" y="20"/>
                  </a:lnTo>
                  <a:lnTo>
                    <a:pt x="68" y="31"/>
                  </a:lnTo>
                  <a:lnTo>
                    <a:pt x="89" y="44"/>
                  </a:lnTo>
                  <a:lnTo>
                    <a:pt x="109" y="63"/>
                  </a:lnTo>
                  <a:lnTo>
                    <a:pt x="129" y="83"/>
                  </a:lnTo>
                  <a:lnTo>
                    <a:pt x="148" y="106"/>
                  </a:lnTo>
                  <a:lnTo>
                    <a:pt x="164" y="133"/>
                  </a:lnTo>
                  <a:lnTo>
                    <a:pt x="180" y="162"/>
                  </a:lnTo>
                  <a:lnTo>
                    <a:pt x="194" y="195"/>
                  </a:lnTo>
                  <a:lnTo>
                    <a:pt x="205" y="229"/>
                  </a:lnTo>
                  <a:lnTo>
                    <a:pt x="216" y="264"/>
                  </a:lnTo>
                  <a:lnTo>
                    <a:pt x="224" y="303"/>
                  </a:lnTo>
                  <a:lnTo>
                    <a:pt x="230" y="343"/>
                  </a:lnTo>
                  <a:lnTo>
                    <a:pt x="233" y="384"/>
                  </a:lnTo>
                  <a:lnTo>
                    <a:pt x="235" y="426"/>
                  </a:lnTo>
                  <a:lnTo>
                    <a:pt x="246"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8591" name="Freeform 61"/>
            <p:cNvSpPr>
              <a:spLocks/>
            </p:cNvSpPr>
            <p:nvPr/>
          </p:nvSpPr>
          <p:spPr bwMode="auto">
            <a:xfrm>
              <a:off x="1392" y="2203"/>
              <a:ext cx="49" cy="85"/>
            </a:xfrm>
            <a:custGeom>
              <a:avLst/>
              <a:gdLst>
                <a:gd name="T0" fmla="*/ 0 w 246"/>
                <a:gd name="T1" fmla="*/ 3 h 424"/>
                <a:gd name="T2" fmla="*/ 0 w 246"/>
                <a:gd name="T3" fmla="*/ 3 h 424"/>
                <a:gd name="T4" fmla="*/ 0 w 246"/>
                <a:gd name="T5" fmla="*/ 3 h 424"/>
                <a:gd name="T6" fmla="*/ 0 w 246"/>
                <a:gd name="T7" fmla="*/ 3 h 424"/>
                <a:gd name="T8" fmla="*/ 1 w 246"/>
                <a:gd name="T9" fmla="*/ 3 h 424"/>
                <a:gd name="T10" fmla="*/ 1 w 246"/>
                <a:gd name="T11" fmla="*/ 3 h 424"/>
                <a:gd name="T12" fmla="*/ 1 w 246"/>
                <a:gd name="T13" fmla="*/ 3 h 424"/>
                <a:gd name="T14" fmla="*/ 1 w 246"/>
                <a:gd name="T15" fmla="*/ 3 h 424"/>
                <a:gd name="T16" fmla="*/ 1 w 246"/>
                <a:gd name="T17" fmla="*/ 3 h 424"/>
                <a:gd name="T18" fmla="*/ 1 w 246"/>
                <a:gd name="T19" fmla="*/ 2 h 424"/>
                <a:gd name="T20" fmla="*/ 2 w 246"/>
                <a:gd name="T21" fmla="*/ 2 h 424"/>
                <a:gd name="T22" fmla="*/ 2 w 246"/>
                <a:gd name="T23" fmla="*/ 2 h 424"/>
                <a:gd name="T24" fmla="*/ 2 w 246"/>
                <a:gd name="T25" fmla="*/ 2 h 424"/>
                <a:gd name="T26" fmla="*/ 2 w 246"/>
                <a:gd name="T27" fmla="*/ 1 h 424"/>
                <a:gd name="T28" fmla="*/ 2 w 246"/>
                <a:gd name="T29" fmla="*/ 1 h 424"/>
                <a:gd name="T30" fmla="*/ 2 w 246"/>
                <a:gd name="T31" fmla="*/ 1 h 424"/>
                <a:gd name="T32" fmla="*/ 2 w 246"/>
                <a:gd name="T33" fmla="*/ 0 h 424"/>
                <a:gd name="T34" fmla="*/ 2 w 246"/>
                <a:gd name="T35" fmla="*/ 0 h 424"/>
                <a:gd name="T36" fmla="*/ 2 w 246"/>
                <a:gd name="T37" fmla="*/ 0 h 424"/>
                <a:gd name="T38" fmla="*/ 2 w 246"/>
                <a:gd name="T39" fmla="*/ 0 h 424"/>
                <a:gd name="T40" fmla="*/ 2 w 246"/>
                <a:gd name="T41" fmla="*/ 1 h 424"/>
                <a:gd name="T42" fmla="*/ 2 w 246"/>
                <a:gd name="T43" fmla="*/ 1 h 424"/>
                <a:gd name="T44" fmla="*/ 2 w 246"/>
                <a:gd name="T45" fmla="*/ 1 h 424"/>
                <a:gd name="T46" fmla="*/ 2 w 246"/>
                <a:gd name="T47" fmla="*/ 2 h 424"/>
                <a:gd name="T48" fmla="*/ 2 w 246"/>
                <a:gd name="T49" fmla="*/ 2 h 424"/>
                <a:gd name="T50" fmla="*/ 1 w 246"/>
                <a:gd name="T51" fmla="*/ 2 h 424"/>
                <a:gd name="T52" fmla="*/ 1 w 246"/>
                <a:gd name="T53" fmla="*/ 2 h 424"/>
                <a:gd name="T54" fmla="*/ 1 w 246"/>
                <a:gd name="T55" fmla="*/ 3 h 424"/>
                <a:gd name="T56" fmla="*/ 1 w 246"/>
                <a:gd name="T57" fmla="*/ 3 h 424"/>
                <a:gd name="T58" fmla="*/ 1 w 246"/>
                <a:gd name="T59" fmla="*/ 3 h 424"/>
                <a:gd name="T60" fmla="*/ 1 w 246"/>
                <a:gd name="T61" fmla="*/ 3 h 424"/>
                <a:gd name="T62" fmla="*/ 1 w 246"/>
                <a:gd name="T63" fmla="*/ 3 h 424"/>
                <a:gd name="T64" fmla="*/ 0 w 246"/>
                <a:gd name="T65" fmla="*/ 3 h 424"/>
                <a:gd name="T66" fmla="*/ 0 w 246"/>
                <a:gd name="T67" fmla="*/ 3 h 424"/>
                <a:gd name="T68" fmla="*/ 0 w 246"/>
                <a:gd name="T69" fmla="*/ 3 h 424"/>
                <a:gd name="T70" fmla="*/ 0 w 246"/>
                <a:gd name="T71" fmla="*/ 3 h 424"/>
                <a:gd name="T72" fmla="*/ 0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0" y="424"/>
                  </a:moveTo>
                  <a:lnTo>
                    <a:pt x="0" y="424"/>
                  </a:lnTo>
                  <a:lnTo>
                    <a:pt x="26" y="422"/>
                  </a:lnTo>
                  <a:lnTo>
                    <a:pt x="51" y="416"/>
                  </a:lnTo>
                  <a:lnTo>
                    <a:pt x="75" y="406"/>
                  </a:lnTo>
                  <a:lnTo>
                    <a:pt x="96" y="390"/>
                  </a:lnTo>
                  <a:lnTo>
                    <a:pt x="119" y="373"/>
                  </a:lnTo>
                  <a:lnTo>
                    <a:pt x="139" y="351"/>
                  </a:lnTo>
                  <a:lnTo>
                    <a:pt x="157" y="326"/>
                  </a:lnTo>
                  <a:lnTo>
                    <a:pt x="175" y="299"/>
                  </a:lnTo>
                  <a:lnTo>
                    <a:pt x="191" y="269"/>
                  </a:lnTo>
                  <a:lnTo>
                    <a:pt x="205" y="236"/>
                  </a:lnTo>
                  <a:lnTo>
                    <a:pt x="217" y="202"/>
                  </a:lnTo>
                  <a:lnTo>
                    <a:pt x="228" y="163"/>
                  </a:lnTo>
                  <a:lnTo>
                    <a:pt x="236" y="125"/>
                  </a:lnTo>
                  <a:lnTo>
                    <a:pt x="242" y="86"/>
                  </a:lnTo>
                  <a:lnTo>
                    <a:pt x="245" y="42"/>
                  </a:lnTo>
                  <a:lnTo>
                    <a:pt x="246" y="0"/>
                  </a:lnTo>
                  <a:lnTo>
                    <a:pt x="235" y="0"/>
                  </a:lnTo>
                  <a:lnTo>
                    <a:pt x="233" y="42"/>
                  </a:lnTo>
                  <a:lnTo>
                    <a:pt x="230" y="83"/>
                  </a:lnTo>
                  <a:lnTo>
                    <a:pt x="224" y="123"/>
                  </a:lnTo>
                  <a:lnTo>
                    <a:pt x="216" y="161"/>
                  </a:lnTo>
                  <a:lnTo>
                    <a:pt x="205" y="197"/>
                  </a:lnTo>
                  <a:lnTo>
                    <a:pt x="194" y="231"/>
                  </a:lnTo>
                  <a:lnTo>
                    <a:pt x="180" y="264"/>
                  </a:lnTo>
                  <a:lnTo>
                    <a:pt x="166" y="292"/>
                  </a:lnTo>
                  <a:lnTo>
                    <a:pt x="148" y="319"/>
                  </a:lnTo>
                  <a:lnTo>
                    <a:pt x="129" y="344"/>
                  </a:lnTo>
                  <a:lnTo>
                    <a:pt x="109" y="364"/>
                  </a:lnTo>
                  <a:lnTo>
                    <a:pt x="89" y="381"/>
                  </a:lnTo>
                  <a:lnTo>
                    <a:pt x="68" y="394"/>
                  </a:lnTo>
                  <a:lnTo>
                    <a:pt x="46" y="405"/>
                  </a:lnTo>
                  <a:lnTo>
                    <a:pt x="24" y="410"/>
                  </a:lnTo>
                  <a:lnTo>
                    <a:pt x="0" y="413"/>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8592" name="Freeform 62"/>
            <p:cNvSpPr>
              <a:spLocks/>
            </p:cNvSpPr>
            <p:nvPr/>
          </p:nvSpPr>
          <p:spPr bwMode="auto">
            <a:xfrm>
              <a:off x="1343" y="2203"/>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2" y="42"/>
                  </a:lnTo>
                  <a:lnTo>
                    <a:pt x="5" y="86"/>
                  </a:lnTo>
                  <a:lnTo>
                    <a:pt x="11" y="125"/>
                  </a:lnTo>
                  <a:lnTo>
                    <a:pt x="19" y="163"/>
                  </a:lnTo>
                  <a:lnTo>
                    <a:pt x="30" y="202"/>
                  </a:lnTo>
                  <a:lnTo>
                    <a:pt x="41" y="236"/>
                  </a:lnTo>
                  <a:lnTo>
                    <a:pt x="56" y="269"/>
                  </a:lnTo>
                  <a:lnTo>
                    <a:pt x="72" y="299"/>
                  </a:lnTo>
                  <a:lnTo>
                    <a:pt x="90" y="326"/>
                  </a:lnTo>
                  <a:lnTo>
                    <a:pt x="108" y="351"/>
                  </a:lnTo>
                  <a:lnTo>
                    <a:pt x="127" y="373"/>
                  </a:lnTo>
                  <a:lnTo>
                    <a:pt x="149" y="390"/>
                  </a:lnTo>
                  <a:lnTo>
                    <a:pt x="172" y="406"/>
                  </a:lnTo>
                  <a:lnTo>
                    <a:pt x="195" y="416"/>
                  </a:lnTo>
                  <a:lnTo>
                    <a:pt x="220" y="422"/>
                  </a:lnTo>
                  <a:lnTo>
                    <a:pt x="245" y="424"/>
                  </a:lnTo>
                  <a:lnTo>
                    <a:pt x="245" y="413"/>
                  </a:lnTo>
                  <a:lnTo>
                    <a:pt x="222" y="410"/>
                  </a:lnTo>
                  <a:lnTo>
                    <a:pt x="200" y="405"/>
                  </a:lnTo>
                  <a:lnTo>
                    <a:pt x="179" y="394"/>
                  </a:lnTo>
                  <a:lnTo>
                    <a:pt x="156" y="381"/>
                  </a:lnTo>
                  <a:lnTo>
                    <a:pt x="136" y="364"/>
                  </a:lnTo>
                  <a:lnTo>
                    <a:pt x="118" y="344"/>
                  </a:lnTo>
                  <a:lnTo>
                    <a:pt x="99" y="319"/>
                  </a:lnTo>
                  <a:lnTo>
                    <a:pt x="81" y="292"/>
                  </a:lnTo>
                  <a:lnTo>
                    <a:pt x="67" y="264"/>
                  </a:lnTo>
                  <a:lnTo>
                    <a:pt x="53" y="231"/>
                  </a:lnTo>
                  <a:lnTo>
                    <a:pt x="41" y="197"/>
                  </a:lnTo>
                  <a:lnTo>
                    <a:pt x="31" y="161"/>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8593" name="Freeform 63"/>
            <p:cNvSpPr>
              <a:spLocks/>
            </p:cNvSpPr>
            <p:nvPr/>
          </p:nvSpPr>
          <p:spPr bwMode="auto">
            <a:xfrm>
              <a:off x="1343" y="2118"/>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1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20" y="3"/>
                  </a:lnTo>
                  <a:lnTo>
                    <a:pt x="195" y="9"/>
                  </a:lnTo>
                  <a:lnTo>
                    <a:pt x="172" y="19"/>
                  </a:lnTo>
                  <a:lnTo>
                    <a:pt x="149" y="34"/>
                  </a:lnTo>
                  <a:lnTo>
                    <a:pt x="127" y="53"/>
                  </a:lnTo>
                  <a:lnTo>
                    <a:pt x="108" y="75"/>
                  </a:lnTo>
                  <a:lnTo>
                    <a:pt x="90" y="99"/>
                  </a:lnTo>
                  <a:lnTo>
                    <a:pt x="71" y="126"/>
                  </a:lnTo>
                  <a:lnTo>
                    <a:pt x="56" y="158"/>
                  </a:lnTo>
                  <a:lnTo>
                    <a:pt x="41" y="190"/>
                  </a:lnTo>
                  <a:lnTo>
                    <a:pt x="30" y="224"/>
                  </a:lnTo>
                  <a:lnTo>
                    <a:pt x="19" y="262"/>
                  </a:lnTo>
                  <a:lnTo>
                    <a:pt x="11" y="301"/>
                  </a:lnTo>
                  <a:lnTo>
                    <a:pt x="5" y="340"/>
                  </a:lnTo>
                  <a:lnTo>
                    <a:pt x="2" y="384"/>
                  </a:lnTo>
                  <a:lnTo>
                    <a:pt x="0" y="426"/>
                  </a:lnTo>
                  <a:lnTo>
                    <a:pt x="12" y="426"/>
                  </a:lnTo>
                  <a:lnTo>
                    <a:pt x="13" y="384"/>
                  </a:lnTo>
                  <a:lnTo>
                    <a:pt x="17" y="343"/>
                  </a:lnTo>
                  <a:lnTo>
                    <a:pt x="23" y="303"/>
                  </a:lnTo>
                  <a:lnTo>
                    <a:pt x="31" y="264"/>
                  </a:lnTo>
                  <a:lnTo>
                    <a:pt x="41" y="229"/>
                  </a:lnTo>
                  <a:lnTo>
                    <a:pt x="53" y="195"/>
                  </a:lnTo>
                  <a:lnTo>
                    <a:pt x="67" y="162"/>
                  </a:lnTo>
                  <a:lnTo>
                    <a:pt x="82" y="133"/>
                  </a:lnTo>
                  <a:lnTo>
                    <a:pt x="99" y="106"/>
                  </a:lnTo>
                  <a:lnTo>
                    <a:pt x="118" y="83"/>
                  </a:lnTo>
                  <a:lnTo>
                    <a:pt x="136" y="63"/>
                  </a:lnTo>
                  <a:lnTo>
                    <a:pt x="156" y="44"/>
                  </a:lnTo>
                  <a:lnTo>
                    <a:pt x="179" y="31"/>
                  </a:lnTo>
                  <a:lnTo>
                    <a:pt x="200" y="20"/>
                  </a:lnTo>
                  <a:lnTo>
                    <a:pt x="222" y="15"/>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8594" name="Freeform 64"/>
            <p:cNvSpPr>
              <a:spLocks/>
            </p:cNvSpPr>
            <p:nvPr/>
          </p:nvSpPr>
          <p:spPr bwMode="auto">
            <a:xfrm>
              <a:off x="1384" y="1859"/>
              <a:ext cx="49" cy="84"/>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1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3" y="382"/>
                  </a:lnTo>
                  <a:lnTo>
                    <a:pt x="240" y="339"/>
                  </a:lnTo>
                  <a:lnTo>
                    <a:pt x="234" y="299"/>
                  </a:lnTo>
                  <a:lnTo>
                    <a:pt x="226" y="261"/>
                  </a:lnTo>
                  <a:lnTo>
                    <a:pt x="215" y="222"/>
                  </a:lnTo>
                  <a:lnTo>
                    <a:pt x="204" y="188"/>
                  </a:lnTo>
                  <a:lnTo>
                    <a:pt x="189" y="156"/>
                  </a:lnTo>
                  <a:lnTo>
                    <a:pt x="173" y="125"/>
                  </a:lnTo>
                  <a:lnTo>
                    <a:pt x="155" y="98"/>
                  </a:lnTo>
                  <a:lnTo>
                    <a:pt x="138" y="74"/>
                  </a:lnTo>
                  <a:lnTo>
                    <a:pt x="118" y="51"/>
                  </a:lnTo>
                  <a:lnTo>
                    <a:pt x="96" y="34"/>
                  </a:lnTo>
                  <a:lnTo>
                    <a:pt x="73" y="18"/>
                  </a:lnTo>
                  <a:lnTo>
                    <a:pt x="50" y="8"/>
                  </a:lnTo>
                  <a:lnTo>
                    <a:pt x="25" y="2"/>
                  </a:lnTo>
                  <a:lnTo>
                    <a:pt x="0" y="0"/>
                  </a:lnTo>
                  <a:lnTo>
                    <a:pt x="0" y="11"/>
                  </a:lnTo>
                  <a:lnTo>
                    <a:pt x="23" y="14"/>
                  </a:lnTo>
                  <a:lnTo>
                    <a:pt x="45" y="20"/>
                  </a:lnTo>
                  <a:lnTo>
                    <a:pt x="66" y="30"/>
                  </a:lnTo>
                  <a:lnTo>
                    <a:pt x="89" y="43"/>
                  </a:lnTo>
                  <a:lnTo>
                    <a:pt x="109" y="61"/>
                  </a:lnTo>
                  <a:lnTo>
                    <a:pt x="129" y="81"/>
                  </a:lnTo>
                  <a:lnTo>
                    <a:pt x="146" y="105"/>
                  </a:lnTo>
                  <a:lnTo>
                    <a:pt x="164" y="132"/>
                  </a:lnTo>
                  <a:lnTo>
                    <a:pt x="178" y="160"/>
                  </a:lnTo>
                  <a:lnTo>
                    <a:pt x="192" y="193"/>
                  </a:lnTo>
                  <a:lnTo>
                    <a:pt x="204" y="227"/>
                  </a:lnTo>
                  <a:lnTo>
                    <a:pt x="214" y="264"/>
                  </a:lnTo>
                  <a:lnTo>
                    <a:pt x="222" y="301"/>
                  </a:lnTo>
                  <a:lnTo>
                    <a:pt x="228"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8595" name="Freeform 65"/>
            <p:cNvSpPr>
              <a:spLocks/>
            </p:cNvSpPr>
            <p:nvPr/>
          </p:nvSpPr>
          <p:spPr bwMode="auto">
            <a:xfrm>
              <a:off x="1384" y="1943"/>
              <a:ext cx="49" cy="86"/>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5" y="423"/>
                  </a:lnTo>
                  <a:lnTo>
                    <a:pt x="50" y="418"/>
                  </a:lnTo>
                  <a:lnTo>
                    <a:pt x="73" y="407"/>
                  </a:lnTo>
                  <a:lnTo>
                    <a:pt x="96" y="392"/>
                  </a:lnTo>
                  <a:lnTo>
                    <a:pt x="118" y="374"/>
                  </a:lnTo>
                  <a:lnTo>
                    <a:pt x="138" y="352"/>
                  </a:lnTo>
                  <a:lnTo>
                    <a:pt x="155" y="327"/>
                  </a:lnTo>
                  <a:lnTo>
                    <a:pt x="174" y="300"/>
                  </a:lnTo>
                  <a:lnTo>
                    <a:pt x="189" y="269"/>
                  </a:lnTo>
                  <a:lnTo>
                    <a:pt x="204" y="237"/>
                  </a:lnTo>
                  <a:lnTo>
                    <a:pt x="215" y="202"/>
                  </a:lnTo>
                  <a:lnTo>
                    <a:pt x="226" y="164"/>
                  </a:lnTo>
                  <a:lnTo>
                    <a:pt x="234" y="126"/>
                  </a:lnTo>
                  <a:lnTo>
                    <a:pt x="240" y="86"/>
                  </a:lnTo>
                  <a:lnTo>
                    <a:pt x="243" y="42"/>
                  </a:lnTo>
                  <a:lnTo>
                    <a:pt x="245" y="0"/>
                  </a:lnTo>
                  <a:lnTo>
                    <a:pt x="233" y="0"/>
                  </a:lnTo>
                  <a:lnTo>
                    <a:pt x="232" y="42"/>
                  </a:lnTo>
                  <a:lnTo>
                    <a:pt x="228" y="83"/>
                  </a:lnTo>
                  <a:lnTo>
                    <a:pt x="222" y="123"/>
                  </a:lnTo>
                  <a:lnTo>
                    <a:pt x="214" y="162"/>
                  </a:lnTo>
                  <a:lnTo>
                    <a:pt x="204" y="197"/>
                  </a:lnTo>
                  <a:lnTo>
                    <a:pt x="192" y="232"/>
                  </a:lnTo>
                  <a:lnTo>
                    <a:pt x="178" y="264"/>
                  </a:lnTo>
                  <a:lnTo>
                    <a:pt x="163" y="293"/>
                  </a:lnTo>
                  <a:lnTo>
                    <a:pt x="146" y="320"/>
                  </a:lnTo>
                  <a:lnTo>
                    <a:pt x="129" y="345"/>
                  </a:lnTo>
                  <a:lnTo>
                    <a:pt x="109" y="365"/>
                  </a:lnTo>
                  <a:lnTo>
                    <a:pt x="89" y="382"/>
                  </a:lnTo>
                  <a:lnTo>
                    <a:pt x="66" y="395"/>
                  </a:lnTo>
                  <a:lnTo>
                    <a:pt x="45" y="406"/>
                  </a:lnTo>
                  <a:lnTo>
                    <a:pt x="23"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8596" name="Freeform 66"/>
            <p:cNvSpPr>
              <a:spLocks/>
            </p:cNvSpPr>
            <p:nvPr/>
          </p:nvSpPr>
          <p:spPr bwMode="auto">
            <a:xfrm>
              <a:off x="1335" y="1943"/>
              <a:ext cx="49" cy="86"/>
            </a:xfrm>
            <a:custGeom>
              <a:avLst/>
              <a:gdLst>
                <a:gd name="T0" fmla="*/ 0 w 246"/>
                <a:gd name="T1" fmla="*/ 0 h 426"/>
                <a:gd name="T2" fmla="*/ 0 w 246"/>
                <a:gd name="T3" fmla="*/ 0 h 426"/>
                <a:gd name="T4" fmla="*/ 0 w 246"/>
                <a:gd name="T5" fmla="*/ 0 h 426"/>
                <a:gd name="T6" fmla="*/ 0 w 246"/>
                <a:gd name="T7" fmla="*/ 1 h 426"/>
                <a:gd name="T8" fmla="*/ 0 w 246"/>
                <a:gd name="T9" fmla="*/ 1 h 426"/>
                <a:gd name="T10" fmla="*/ 0 w 246"/>
                <a:gd name="T11" fmla="*/ 1 h 426"/>
                <a:gd name="T12" fmla="*/ 0 w 246"/>
                <a:gd name="T13" fmla="*/ 2 h 426"/>
                <a:gd name="T14" fmla="*/ 0 w 246"/>
                <a:gd name="T15" fmla="*/ 2 h 426"/>
                <a:gd name="T16" fmla="*/ 0 w 246"/>
                <a:gd name="T17" fmla="*/ 2 h 426"/>
                <a:gd name="T18" fmla="*/ 1 w 246"/>
                <a:gd name="T19" fmla="*/ 2 h 426"/>
                <a:gd name="T20" fmla="*/ 1 w 246"/>
                <a:gd name="T21" fmla="*/ 3 h 426"/>
                <a:gd name="T22" fmla="*/ 1 w 246"/>
                <a:gd name="T23" fmla="*/ 3 h 426"/>
                <a:gd name="T24" fmla="*/ 1 w 246"/>
                <a:gd name="T25" fmla="*/ 3 h 426"/>
                <a:gd name="T26" fmla="*/ 1 w 246"/>
                <a:gd name="T27" fmla="*/ 3 h 426"/>
                <a:gd name="T28" fmla="*/ 1 w 246"/>
                <a:gd name="T29" fmla="*/ 3 h 426"/>
                <a:gd name="T30" fmla="*/ 2 w 246"/>
                <a:gd name="T31" fmla="*/ 3 h 426"/>
                <a:gd name="T32" fmla="*/ 2 w 246"/>
                <a:gd name="T33" fmla="*/ 3 h 426"/>
                <a:gd name="T34" fmla="*/ 2 w 246"/>
                <a:gd name="T35" fmla="*/ 3 h 426"/>
                <a:gd name="T36" fmla="*/ 2 w 246"/>
                <a:gd name="T37" fmla="*/ 3 h 426"/>
                <a:gd name="T38" fmla="*/ 2 w 246"/>
                <a:gd name="T39" fmla="*/ 3 h 426"/>
                <a:gd name="T40" fmla="*/ 2 w 246"/>
                <a:gd name="T41" fmla="*/ 3 h 426"/>
                <a:gd name="T42" fmla="*/ 1 w 246"/>
                <a:gd name="T43" fmla="*/ 3 h 426"/>
                <a:gd name="T44" fmla="*/ 1 w 246"/>
                <a:gd name="T45" fmla="*/ 3 h 426"/>
                <a:gd name="T46" fmla="*/ 1 w 246"/>
                <a:gd name="T47" fmla="*/ 3 h 426"/>
                <a:gd name="T48" fmla="*/ 1 w 246"/>
                <a:gd name="T49" fmla="*/ 3 h 426"/>
                <a:gd name="T50" fmla="*/ 1 w 246"/>
                <a:gd name="T51" fmla="*/ 3 h 426"/>
                <a:gd name="T52" fmla="*/ 1 w 246"/>
                <a:gd name="T53" fmla="*/ 2 h 426"/>
                <a:gd name="T54" fmla="*/ 1 w 246"/>
                <a:gd name="T55" fmla="*/ 2 h 426"/>
                <a:gd name="T56" fmla="*/ 0 w 246"/>
                <a:gd name="T57" fmla="*/ 2 h 426"/>
                <a:gd name="T58" fmla="*/ 0 w 246"/>
                <a:gd name="T59" fmla="*/ 2 h 426"/>
                <a:gd name="T60" fmla="*/ 0 w 246"/>
                <a:gd name="T61" fmla="*/ 1 h 426"/>
                <a:gd name="T62" fmla="*/ 0 w 246"/>
                <a:gd name="T63" fmla="*/ 1 h 426"/>
                <a:gd name="T64" fmla="*/ 0 w 246"/>
                <a:gd name="T65" fmla="*/ 1 h 426"/>
                <a:gd name="T66" fmla="*/ 0 w 246"/>
                <a:gd name="T67" fmla="*/ 0 h 426"/>
                <a:gd name="T68" fmla="*/ 0 w 246"/>
                <a:gd name="T69" fmla="*/ 0 h 426"/>
                <a:gd name="T70" fmla="*/ 0 w 246"/>
                <a:gd name="T71" fmla="*/ 0 h 426"/>
                <a:gd name="T72" fmla="*/ 0 w 246"/>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0"/>
                  </a:moveTo>
                  <a:lnTo>
                    <a:pt x="0" y="0"/>
                  </a:lnTo>
                  <a:lnTo>
                    <a:pt x="1" y="42"/>
                  </a:lnTo>
                  <a:lnTo>
                    <a:pt x="4" y="86"/>
                  </a:lnTo>
                  <a:lnTo>
                    <a:pt x="10" y="126"/>
                  </a:lnTo>
                  <a:lnTo>
                    <a:pt x="18" y="164"/>
                  </a:lnTo>
                  <a:lnTo>
                    <a:pt x="29" y="202"/>
                  </a:lnTo>
                  <a:lnTo>
                    <a:pt x="41" y="237"/>
                  </a:lnTo>
                  <a:lnTo>
                    <a:pt x="55" y="269"/>
                  </a:lnTo>
                  <a:lnTo>
                    <a:pt x="71" y="300"/>
                  </a:lnTo>
                  <a:lnTo>
                    <a:pt x="89" y="327"/>
                  </a:lnTo>
                  <a:lnTo>
                    <a:pt x="107" y="352"/>
                  </a:lnTo>
                  <a:lnTo>
                    <a:pt x="127" y="374"/>
                  </a:lnTo>
                  <a:lnTo>
                    <a:pt x="150" y="392"/>
                  </a:lnTo>
                  <a:lnTo>
                    <a:pt x="171" y="407"/>
                  </a:lnTo>
                  <a:lnTo>
                    <a:pt x="195" y="418"/>
                  </a:lnTo>
                  <a:lnTo>
                    <a:pt x="220" y="423"/>
                  </a:lnTo>
                  <a:lnTo>
                    <a:pt x="246" y="426"/>
                  </a:lnTo>
                  <a:lnTo>
                    <a:pt x="246" y="414"/>
                  </a:lnTo>
                  <a:lnTo>
                    <a:pt x="222" y="412"/>
                  </a:lnTo>
                  <a:lnTo>
                    <a:pt x="200" y="406"/>
                  </a:lnTo>
                  <a:lnTo>
                    <a:pt x="178" y="395"/>
                  </a:lnTo>
                  <a:lnTo>
                    <a:pt x="157" y="382"/>
                  </a:lnTo>
                  <a:lnTo>
                    <a:pt x="137" y="365"/>
                  </a:lnTo>
                  <a:lnTo>
                    <a:pt x="117" y="345"/>
                  </a:lnTo>
                  <a:lnTo>
                    <a:pt x="98" y="320"/>
                  </a:lnTo>
                  <a:lnTo>
                    <a:pt x="83" y="293"/>
                  </a:lnTo>
                  <a:lnTo>
                    <a:pt x="66" y="264"/>
                  </a:lnTo>
                  <a:lnTo>
                    <a:pt x="52" y="232"/>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8597" name="Freeform 67"/>
            <p:cNvSpPr>
              <a:spLocks/>
            </p:cNvSpPr>
            <p:nvPr/>
          </p:nvSpPr>
          <p:spPr bwMode="auto">
            <a:xfrm>
              <a:off x="1335" y="1859"/>
              <a:ext cx="49" cy="84"/>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1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0" y="2"/>
                  </a:lnTo>
                  <a:lnTo>
                    <a:pt x="195" y="8"/>
                  </a:lnTo>
                  <a:lnTo>
                    <a:pt x="171" y="18"/>
                  </a:lnTo>
                  <a:lnTo>
                    <a:pt x="150" y="34"/>
                  </a:lnTo>
                  <a:lnTo>
                    <a:pt x="127" y="51"/>
                  </a:lnTo>
                  <a:lnTo>
                    <a:pt x="107" y="74"/>
                  </a:lnTo>
                  <a:lnTo>
                    <a:pt x="89" y="98"/>
                  </a:lnTo>
                  <a:lnTo>
                    <a:pt x="72" y="125"/>
                  </a:lnTo>
                  <a:lnTo>
                    <a:pt x="55" y="156"/>
                  </a:lnTo>
                  <a:lnTo>
                    <a:pt x="41" y="188"/>
                  </a:lnTo>
                  <a:lnTo>
                    <a:pt x="29" y="222"/>
                  </a:lnTo>
                  <a:lnTo>
                    <a:pt x="18" y="261"/>
                  </a:lnTo>
                  <a:lnTo>
                    <a:pt x="10" y="299"/>
                  </a:lnTo>
                  <a:lnTo>
                    <a:pt x="4" y="339"/>
                  </a:lnTo>
                  <a:lnTo>
                    <a:pt x="1" y="382"/>
                  </a:lnTo>
                  <a:lnTo>
                    <a:pt x="0" y="424"/>
                  </a:lnTo>
                  <a:lnTo>
                    <a:pt x="11" y="424"/>
                  </a:lnTo>
                  <a:lnTo>
                    <a:pt x="13" y="382"/>
                  </a:lnTo>
                  <a:lnTo>
                    <a:pt x="16" y="341"/>
                  </a:lnTo>
                  <a:lnTo>
                    <a:pt x="22" y="301"/>
                  </a:lnTo>
                  <a:lnTo>
                    <a:pt x="30" y="264"/>
                  </a:lnTo>
                  <a:lnTo>
                    <a:pt x="41" y="227"/>
                  </a:lnTo>
                  <a:lnTo>
                    <a:pt x="52" y="193"/>
                  </a:lnTo>
                  <a:lnTo>
                    <a:pt x="66" y="160"/>
                  </a:lnTo>
                  <a:lnTo>
                    <a:pt x="82" y="132"/>
                  </a:lnTo>
                  <a:lnTo>
                    <a:pt x="98" y="105"/>
                  </a:lnTo>
                  <a:lnTo>
                    <a:pt x="117" y="81"/>
                  </a:lnTo>
                  <a:lnTo>
                    <a:pt x="137" y="61"/>
                  </a:lnTo>
                  <a:lnTo>
                    <a:pt x="157" y="43"/>
                  </a:lnTo>
                  <a:lnTo>
                    <a:pt x="178" y="30"/>
                  </a:lnTo>
                  <a:lnTo>
                    <a:pt x="200" y="20"/>
                  </a:lnTo>
                  <a:lnTo>
                    <a:pt x="222" y="14"/>
                  </a:lnTo>
                  <a:lnTo>
                    <a:pt x="246" y="11"/>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8598" name="Freeform 68"/>
            <p:cNvSpPr>
              <a:spLocks/>
            </p:cNvSpPr>
            <p:nvPr/>
          </p:nvSpPr>
          <p:spPr bwMode="auto">
            <a:xfrm>
              <a:off x="1552" y="1751"/>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1" y="339"/>
                  </a:lnTo>
                  <a:lnTo>
                    <a:pt x="235" y="299"/>
                  </a:lnTo>
                  <a:lnTo>
                    <a:pt x="226" y="261"/>
                  </a:lnTo>
                  <a:lnTo>
                    <a:pt x="216" y="223"/>
                  </a:lnTo>
                  <a:lnTo>
                    <a:pt x="204" y="189"/>
                  </a:lnTo>
                  <a:lnTo>
                    <a:pt x="190" y="156"/>
                  </a:lnTo>
                  <a:lnTo>
                    <a:pt x="174" y="125"/>
                  </a:lnTo>
                  <a:lnTo>
                    <a:pt x="156" y="98"/>
                  </a:lnTo>
                  <a:lnTo>
                    <a:pt x="137" y="74"/>
                  </a:lnTo>
                  <a:lnTo>
                    <a:pt x="119" y="52"/>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8" y="81"/>
                  </a:lnTo>
                  <a:lnTo>
                    <a:pt x="147" y="105"/>
                  </a:lnTo>
                  <a:lnTo>
                    <a:pt x="164" y="132"/>
                  </a:lnTo>
                  <a:lnTo>
                    <a:pt x="178" y="161"/>
                  </a:lnTo>
                  <a:lnTo>
                    <a:pt x="193" y="193"/>
                  </a:lnTo>
                  <a:lnTo>
                    <a:pt x="204" y="227"/>
                  </a:lnTo>
                  <a:lnTo>
                    <a:pt x="215" y="264"/>
                  </a:lnTo>
                  <a:lnTo>
                    <a:pt x="223" y="301"/>
                  </a:lnTo>
                  <a:lnTo>
                    <a:pt x="229" y="341"/>
                  </a:lnTo>
                  <a:lnTo>
                    <a:pt x="232" y="382"/>
                  </a:lnTo>
                  <a:lnTo>
                    <a:pt x="234"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8599" name="Freeform 69"/>
            <p:cNvSpPr>
              <a:spLocks/>
            </p:cNvSpPr>
            <p:nvPr/>
          </p:nvSpPr>
          <p:spPr bwMode="auto">
            <a:xfrm>
              <a:off x="1552" y="1836"/>
              <a:ext cx="49" cy="85"/>
            </a:xfrm>
            <a:custGeom>
              <a:avLst/>
              <a:gdLst>
                <a:gd name="T0" fmla="*/ 0 w 245"/>
                <a:gd name="T1" fmla="*/ 3 h 425"/>
                <a:gd name="T2" fmla="*/ 0 w 245"/>
                <a:gd name="T3" fmla="*/ 3 h 425"/>
                <a:gd name="T4" fmla="*/ 0 w 245"/>
                <a:gd name="T5" fmla="*/ 3 h 425"/>
                <a:gd name="T6" fmla="*/ 0 w 245"/>
                <a:gd name="T7" fmla="*/ 3 h 425"/>
                <a:gd name="T8" fmla="*/ 1 w 245"/>
                <a:gd name="T9" fmla="*/ 3 h 425"/>
                <a:gd name="T10" fmla="*/ 1 w 245"/>
                <a:gd name="T11" fmla="*/ 3 h 425"/>
                <a:gd name="T12" fmla="*/ 1 w 245"/>
                <a:gd name="T13" fmla="*/ 3 h 425"/>
                <a:gd name="T14" fmla="*/ 1 w 245"/>
                <a:gd name="T15" fmla="*/ 3 h 425"/>
                <a:gd name="T16" fmla="*/ 1 w 245"/>
                <a:gd name="T17" fmla="*/ 3 h 425"/>
                <a:gd name="T18" fmla="*/ 1 w 245"/>
                <a:gd name="T19" fmla="*/ 2 h 425"/>
                <a:gd name="T20" fmla="*/ 2 w 245"/>
                <a:gd name="T21" fmla="*/ 2 h 425"/>
                <a:gd name="T22" fmla="*/ 2 w 245"/>
                <a:gd name="T23" fmla="*/ 2 h 425"/>
                <a:gd name="T24" fmla="*/ 2 w 245"/>
                <a:gd name="T25" fmla="*/ 2 h 425"/>
                <a:gd name="T26" fmla="*/ 2 w 245"/>
                <a:gd name="T27" fmla="*/ 1 h 425"/>
                <a:gd name="T28" fmla="*/ 2 w 245"/>
                <a:gd name="T29" fmla="*/ 1 h 425"/>
                <a:gd name="T30" fmla="*/ 2 w 245"/>
                <a:gd name="T31" fmla="*/ 1 h 425"/>
                <a:gd name="T32" fmla="*/ 2 w 245"/>
                <a:gd name="T33" fmla="*/ 0 h 425"/>
                <a:gd name="T34" fmla="*/ 2 w 245"/>
                <a:gd name="T35" fmla="*/ 0 h 425"/>
                <a:gd name="T36" fmla="*/ 2 w 245"/>
                <a:gd name="T37" fmla="*/ 0 h 425"/>
                <a:gd name="T38" fmla="*/ 2 w 245"/>
                <a:gd name="T39" fmla="*/ 0 h 425"/>
                <a:gd name="T40" fmla="*/ 2 w 245"/>
                <a:gd name="T41" fmla="*/ 1 h 425"/>
                <a:gd name="T42" fmla="*/ 2 w 245"/>
                <a:gd name="T43" fmla="*/ 1 h 425"/>
                <a:gd name="T44" fmla="*/ 2 w 245"/>
                <a:gd name="T45" fmla="*/ 1 h 425"/>
                <a:gd name="T46" fmla="*/ 2 w 245"/>
                <a:gd name="T47" fmla="*/ 2 h 425"/>
                <a:gd name="T48" fmla="*/ 2 w 245"/>
                <a:gd name="T49" fmla="*/ 2 h 425"/>
                <a:gd name="T50" fmla="*/ 1 w 245"/>
                <a:gd name="T51" fmla="*/ 2 h 425"/>
                <a:gd name="T52" fmla="*/ 1 w 245"/>
                <a:gd name="T53" fmla="*/ 2 h 425"/>
                <a:gd name="T54" fmla="*/ 1 w 245"/>
                <a:gd name="T55" fmla="*/ 3 h 425"/>
                <a:gd name="T56" fmla="*/ 1 w 245"/>
                <a:gd name="T57" fmla="*/ 3 h 425"/>
                <a:gd name="T58" fmla="*/ 1 w 245"/>
                <a:gd name="T59" fmla="*/ 3 h 425"/>
                <a:gd name="T60" fmla="*/ 1 w 245"/>
                <a:gd name="T61" fmla="*/ 3 h 425"/>
                <a:gd name="T62" fmla="*/ 1 w 245"/>
                <a:gd name="T63" fmla="*/ 3 h 425"/>
                <a:gd name="T64" fmla="*/ 0 w 245"/>
                <a:gd name="T65" fmla="*/ 3 h 425"/>
                <a:gd name="T66" fmla="*/ 0 w 245"/>
                <a:gd name="T67" fmla="*/ 3 h 425"/>
                <a:gd name="T68" fmla="*/ 0 w 245"/>
                <a:gd name="T69" fmla="*/ 3 h 425"/>
                <a:gd name="T70" fmla="*/ 0 w 245"/>
                <a:gd name="T71" fmla="*/ 3 h 425"/>
                <a:gd name="T72" fmla="*/ 0 w 245"/>
                <a:gd name="T73" fmla="*/ 3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5"/>
                <a:gd name="T113" fmla="*/ 245 w 245"/>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5">
                  <a:moveTo>
                    <a:pt x="0" y="425"/>
                  </a:moveTo>
                  <a:lnTo>
                    <a:pt x="0" y="425"/>
                  </a:lnTo>
                  <a:lnTo>
                    <a:pt x="26" y="422"/>
                  </a:lnTo>
                  <a:lnTo>
                    <a:pt x="51" y="417"/>
                  </a:lnTo>
                  <a:lnTo>
                    <a:pt x="74" y="406"/>
                  </a:lnTo>
                  <a:lnTo>
                    <a:pt x="96" y="391"/>
                  </a:lnTo>
                  <a:lnTo>
                    <a:pt x="119" y="373"/>
                  </a:lnTo>
                  <a:lnTo>
                    <a:pt x="137" y="351"/>
                  </a:lnTo>
                  <a:lnTo>
                    <a:pt x="156" y="326"/>
                  </a:lnTo>
                  <a:lnTo>
                    <a:pt x="174" y="299"/>
                  </a:lnTo>
                  <a:lnTo>
                    <a:pt x="190" y="269"/>
                  </a:lnTo>
                  <a:lnTo>
                    <a:pt x="204" y="236"/>
                  </a:lnTo>
                  <a:lnTo>
                    <a:pt x="216" y="202"/>
                  </a:lnTo>
                  <a:lnTo>
                    <a:pt x="226" y="163"/>
                  </a:lnTo>
                  <a:lnTo>
                    <a:pt x="235" y="126"/>
                  </a:lnTo>
                  <a:lnTo>
                    <a:pt x="241" y="86"/>
                  </a:lnTo>
                  <a:lnTo>
                    <a:pt x="244" y="43"/>
                  </a:lnTo>
                  <a:lnTo>
                    <a:pt x="245" y="0"/>
                  </a:lnTo>
                  <a:lnTo>
                    <a:pt x="234" y="0"/>
                  </a:lnTo>
                  <a:lnTo>
                    <a:pt x="232" y="43"/>
                  </a:lnTo>
                  <a:lnTo>
                    <a:pt x="229" y="84"/>
                  </a:lnTo>
                  <a:lnTo>
                    <a:pt x="223" y="123"/>
                  </a:lnTo>
                  <a:lnTo>
                    <a:pt x="215" y="161"/>
                  </a:lnTo>
                  <a:lnTo>
                    <a:pt x="204" y="197"/>
                  </a:lnTo>
                  <a:lnTo>
                    <a:pt x="193" y="231"/>
                  </a:lnTo>
                  <a:lnTo>
                    <a:pt x="178" y="264"/>
                  </a:lnTo>
                  <a:lnTo>
                    <a:pt x="164" y="292"/>
                  </a:lnTo>
                  <a:lnTo>
                    <a:pt x="147" y="319"/>
                  </a:lnTo>
                  <a:lnTo>
                    <a:pt x="128" y="344"/>
                  </a:lnTo>
                  <a:lnTo>
                    <a:pt x="109" y="364"/>
                  </a:lnTo>
                  <a:lnTo>
                    <a:pt x="89" y="381"/>
                  </a:lnTo>
                  <a:lnTo>
                    <a:pt x="67" y="394"/>
                  </a:lnTo>
                  <a:lnTo>
                    <a:pt x="46" y="405"/>
                  </a:lnTo>
                  <a:lnTo>
                    <a:pt x="24" y="411"/>
                  </a:lnTo>
                  <a:lnTo>
                    <a:pt x="0" y="413"/>
                  </a:lnTo>
                  <a:lnTo>
                    <a:pt x="0" y="425"/>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8600" name="Freeform 70"/>
            <p:cNvSpPr>
              <a:spLocks/>
            </p:cNvSpPr>
            <p:nvPr/>
          </p:nvSpPr>
          <p:spPr bwMode="auto">
            <a:xfrm>
              <a:off x="1502" y="1836"/>
              <a:ext cx="50" cy="85"/>
            </a:xfrm>
            <a:custGeom>
              <a:avLst/>
              <a:gdLst>
                <a:gd name="T0" fmla="*/ 0 w 246"/>
                <a:gd name="T1" fmla="*/ 0 h 425"/>
                <a:gd name="T2" fmla="*/ 0 w 246"/>
                <a:gd name="T3" fmla="*/ 0 h 425"/>
                <a:gd name="T4" fmla="*/ 0 w 246"/>
                <a:gd name="T5" fmla="*/ 0 h 425"/>
                <a:gd name="T6" fmla="*/ 0 w 246"/>
                <a:gd name="T7" fmla="*/ 1 h 425"/>
                <a:gd name="T8" fmla="*/ 0 w 246"/>
                <a:gd name="T9" fmla="*/ 1 h 425"/>
                <a:gd name="T10" fmla="*/ 0 w 246"/>
                <a:gd name="T11" fmla="*/ 1 h 425"/>
                <a:gd name="T12" fmla="*/ 0 w 246"/>
                <a:gd name="T13" fmla="*/ 2 h 425"/>
                <a:gd name="T14" fmla="*/ 0 w 246"/>
                <a:gd name="T15" fmla="*/ 2 h 425"/>
                <a:gd name="T16" fmla="*/ 0 w 246"/>
                <a:gd name="T17" fmla="*/ 2 h 425"/>
                <a:gd name="T18" fmla="*/ 1 w 246"/>
                <a:gd name="T19" fmla="*/ 2 h 425"/>
                <a:gd name="T20" fmla="*/ 1 w 246"/>
                <a:gd name="T21" fmla="*/ 3 h 425"/>
                <a:gd name="T22" fmla="*/ 1 w 246"/>
                <a:gd name="T23" fmla="*/ 3 h 425"/>
                <a:gd name="T24" fmla="*/ 1 w 246"/>
                <a:gd name="T25" fmla="*/ 3 h 425"/>
                <a:gd name="T26" fmla="*/ 1 w 246"/>
                <a:gd name="T27" fmla="*/ 3 h 425"/>
                <a:gd name="T28" fmla="*/ 1 w 246"/>
                <a:gd name="T29" fmla="*/ 3 h 425"/>
                <a:gd name="T30" fmla="*/ 2 w 246"/>
                <a:gd name="T31" fmla="*/ 3 h 425"/>
                <a:gd name="T32" fmla="*/ 2 w 246"/>
                <a:gd name="T33" fmla="*/ 3 h 425"/>
                <a:gd name="T34" fmla="*/ 2 w 246"/>
                <a:gd name="T35" fmla="*/ 3 h 425"/>
                <a:gd name="T36" fmla="*/ 2 w 246"/>
                <a:gd name="T37" fmla="*/ 3 h 425"/>
                <a:gd name="T38" fmla="*/ 2 w 246"/>
                <a:gd name="T39" fmla="*/ 3 h 425"/>
                <a:gd name="T40" fmla="*/ 2 w 246"/>
                <a:gd name="T41" fmla="*/ 3 h 425"/>
                <a:gd name="T42" fmla="*/ 1 w 246"/>
                <a:gd name="T43" fmla="*/ 3 h 425"/>
                <a:gd name="T44" fmla="*/ 1 w 246"/>
                <a:gd name="T45" fmla="*/ 3 h 425"/>
                <a:gd name="T46" fmla="*/ 1 w 246"/>
                <a:gd name="T47" fmla="*/ 3 h 425"/>
                <a:gd name="T48" fmla="*/ 1 w 246"/>
                <a:gd name="T49" fmla="*/ 3 h 425"/>
                <a:gd name="T50" fmla="*/ 1 w 246"/>
                <a:gd name="T51" fmla="*/ 3 h 425"/>
                <a:gd name="T52" fmla="*/ 1 w 246"/>
                <a:gd name="T53" fmla="*/ 2 h 425"/>
                <a:gd name="T54" fmla="*/ 1 w 246"/>
                <a:gd name="T55" fmla="*/ 2 h 425"/>
                <a:gd name="T56" fmla="*/ 0 w 246"/>
                <a:gd name="T57" fmla="*/ 2 h 425"/>
                <a:gd name="T58" fmla="*/ 0 w 246"/>
                <a:gd name="T59" fmla="*/ 2 h 425"/>
                <a:gd name="T60" fmla="*/ 0 w 246"/>
                <a:gd name="T61" fmla="*/ 1 h 425"/>
                <a:gd name="T62" fmla="*/ 0 w 246"/>
                <a:gd name="T63" fmla="*/ 1 h 425"/>
                <a:gd name="T64" fmla="*/ 0 w 246"/>
                <a:gd name="T65" fmla="*/ 1 h 425"/>
                <a:gd name="T66" fmla="*/ 0 w 246"/>
                <a:gd name="T67" fmla="*/ 0 h 425"/>
                <a:gd name="T68" fmla="*/ 0 w 246"/>
                <a:gd name="T69" fmla="*/ 0 h 425"/>
                <a:gd name="T70" fmla="*/ 0 w 246"/>
                <a:gd name="T71" fmla="*/ 0 h 425"/>
                <a:gd name="T72" fmla="*/ 0 w 246"/>
                <a:gd name="T73" fmla="*/ 0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5"/>
                <a:gd name="T113" fmla="*/ 246 w 246"/>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5">
                  <a:moveTo>
                    <a:pt x="0" y="0"/>
                  </a:moveTo>
                  <a:lnTo>
                    <a:pt x="0" y="0"/>
                  </a:lnTo>
                  <a:lnTo>
                    <a:pt x="2" y="43"/>
                  </a:lnTo>
                  <a:lnTo>
                    <a:pt x="5" y="86"/>
                  </a:lnTo>
                  <a:lnTo>
                    <a:pt x="11" y="126"/>
                  </a:lnTo>
                  <a:lnTo>
                    <a:pt x="19" y="163"/>
                  </a:lnTo>
                  <a:lnTo>
                    <a:pt x="30" y="202"/>
                  </a:lnTo>
                  <a:lnTo>
                    <a:pt x="41" y="236"/>
                  </a:lnTo>
                  <a:lnTo>
                    <a:pt x="55" y="269"/>
                  </a:lnTo>
                  <a:lnTo>
                    <a:pt x="73" y="299"/>
                  </a:lnTo>
                  <a:lnTo>
                    <a:pt x="89" y="326"/>
                  </a:lnTo>
                  <a:lnTo>
                    <a:pt x="108" y="351"/>
                  </a:lnTo>
                  <a:lnTo>
                    <a:pt x="128" y="373"/>
                  </a:lnTo>
                  <a:lnTo>
                    <a:pt x="150" y="391"/>
                  </a:lnTo>
                  <a:lnTo>
                    <a:pt x="171" y="406"/>
                  </a:lnTo>
                  <a:lnTo>
                    <a:pt x="196" y="417"/>
                  </a:lnTo>
                  <a:lnTo>
                    <a:pt x="221" y="422"/>
                  </a:lnTo>
                  <a:lnTo>
                    <a:pt x="246" y="425"/>
                  </a:lnTo>
                  <a:lnTo>
                    <a:pt x="246" y="413"/>
                  </a:lnTo>
                  <a:lnTo>
                    <a:pt x="223" y="411"/>
                  </a:lnTo>
                  <a:lnTo>
                    <a:pt x="201" y="405"/>
                  </a:lnTo>
                  <a:lnTo>
                    <a:pt x="178" y="394"/>
                  </a:lnTo>
                  <a:lnTo>
                    <a:pt x="157" y="381"/>
                  </a:lnTo>
                  <a:lnTo>
                    <a:pt x="137" y="364"/>
                  </a:lnTo>
                  <a:lnTo>
                    <a:pt x="117" y="344"/>
                  </a:lnTo>
                  <a:lnTo>
                    <a:pt x="99" y="319"/>
                  </a:lnTo>
                  <a:lnTo>
                    <a:pt x="82" y="292"/>
                  </a:lnTo>
                  <a:lnTo>
                    <a:pt x="67" y="264"/>
                  </a:lnTo>
                  <a:lnTo>
                    <a:pt x="53" y="231"/>
                  </a:lnTo>
                  <a:lnTo>
                    <a:pt x="41" y="197"/>
                  </a:lnTo>
                  <a:lnTo>
                    <a:pt x="31" y="161"/>
                  </a:lnTo>
                  <a:lnTo>
                    <a:pt x="23" y="123"/>
                  </a:lnTo>
                  <a:lnTo>
                    <a:pt x="17" y="84"/>
                  </a:lnTo>
                  <a:lnTo>
                    <a:pt x="13" y="4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8601" name="Freeform 71"/>
            <p:cNvSpPr>
              <a:spLocks/>
            </p:cNvSpPr>
            <p:nvPr/>
          </p:nvSpPr>
          <p:spPr bwMode="auto">
            <a:xfrm>
              <a:off x="1502" y="1751"/>
              <a:ext cx="50" cy="85"/>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2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1" y="2"/>
                  </a:lnTo>
                  <a:lnTo>
                    <a:pt x="196" y="8"/>
                  </a:lnTo>
                  <a:lnTo>
                    <a:pt x="171" y="19"/>
                  </a:lnTo>
                  <a:lnTo>
                    <a:pt x="150" y="34"/>
                  </a:lnTo>
                  <a:lnTo>
                    <a:pt x="128" y="52"/>
                  </a:lnTo>
                  <a:lnTo>
                    <a:pt x="108" y="74"/>
                  </a:lnTo>
                  <a:lnTo>
                    <a:pt x="89" y="98"/>
                  </a:lnTo>
                  <a:lnTo>
                    <a:pt x="73" y="125"/>
                  </a:lnTo>
                  <a:lnTo>
                    <a:pt x="55" y="156"/>
                  </a:lnTo>
                  <a:lnTo>
                    <a:pt x="41" y="189"/>
                  </a:lnTo>
                  <a:lnTo>
                    <a:pt x="30" y="223"/>
                  </a:lnTo>
                  <a:lnTo>
                    <a:pt x="19" y="261"/>
                  </a:lnTo>
                  <a:lnTo>
                    <a:pt x="11" y="299"/>
                  </a:lnTo>
                  <a:lnTo>
                    <a:pt x="5" y="339"/>
                  </a:lnTo>
                  <a:lnTo>
                    <a:pt x="2" y="382"/>
                  </a:lnTo>
                  <a:lnTo>
                    <a:pt x="0" y="424"/>
                  </a:lnTo>
                  <a:lnTo>
                    <a:pt x="12" y="424"/>
                  </a:lnTo>
                  <a:lnTo>
                    <a:pt x="13" y="382"/>
                  </a:lnTo>
                  <a:lnTo>
                    <a:pt x="17" y="341"/>
                  </a:lnTo>
                  <a:lnTo>
                    <a:pt x="23" y="301"/>
                  </a:lnTo>
                  <a:lnTo>
                    <a:pt x="31" y="264"/>
                  </a:lnTo>
                  <a:lnTo>
                    <a:pt x="41" y="227"/>
                  </a:lnTo>
                  <a:lnTo>
                    <a:pt x="53" y="193"/>
                  </a:lnTo>
                  <a:lnTo>
                    <a:pt x="67" y="161"/>
                  </a:lnTo>
                  <a:lnTo>
                    <a:pt x="82" y="132"/>
                  </a:lnTo>
                  <a:lnTo>
                    <a:pt x="99" y="105"/>
                  </a:lnTo>
                  <a:lnTo>
                    <a:pt x="117" y="81"/>
                  </a:lnTo>
                  <a:lnTo>
                    <a:pt x="137" y="61"/>
                  </a:lnTo>
                  <a:lnTo>
                    <a:pt x="157" y="43"/>
                  </a:lnTo>
                  <a:lnTo>
                    <a:pt x="178" y="30"/>
                  </a:lnTo>
                  <a:lnTo>
                    <a:pt x="201" y="20"/>
                  </a:lnTo>
                  <a:lnTo>
                    <a:pt x="223" y="14"/>
                  </a:lnTo>
                  <a:lnTo>
                    <a:pt x="246" y="12"/>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8602" name="Freeform 72"/>
            <p:cNvSpPr>
              <a:spLocks/>
            </p:cNvSpPr>
            <p:nvPr/>
          </p:nvSpPr>
          <p:spPr bwMode="auto">
            <a:xfrm>
              <a:off x="1565" y="2016"/>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0" y="339"/>
                  </a:lnTo>
                  <a:lnTo>
                    <a:pt x="234" y="299"/>
                  </a:lnTo>
                  <a:lnTo>
                    <a:pt x="226" y="261"/>
                  </a:lnTo>
                  <a:lnTo>
                    <a:pt x="216" y="223"/>
                  </a:lnTo>
                  <a:lnTo>
                    <a:pt x="204" y="189"/>
                  </a:lnTo>
                  <a:lnTo>
                    <a:pt x="190" y="156"/>
                  </a:lnTo>
                  <a:lnTo>
                    <a:pt x="174" y="125"/>
                  </a:lnTo>
                  <a:lnTo>
                    <a:pt x="156" y="98"/>
                  </a:lnTo>
                  <a:lnTo>
                    <a:pt x="138" y="74"/>
                  </a:lnTo>
                  <a:lnTo>
                    <a:pt x="118" y="51"/>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9" y="81"/>
                  </a:lnTo>
                  <a:lnTo>
                    <a:pt x="147" y="105"/>
                  </a:lnTo>
                  <a:lnTo>
                    <a:pt x="164" y="132"/>
                  </a:lnTo>
                  <a:lnTo>
                    <a:pt x="178" y="160"/>
                  </a:lnTo>
                  <a:lnTo>
                    <a:pt x="192" y="193"/>
                  </a:lnTo>
                  <a:lnTo>
                    <a:pt x="204" y="227"/>
                  </a:lnTo>
                  <a:lnTo>
                    <a:pt x="215" y="264"/>
                  </a:lnTo>
                  <a:lnTo>
                    <a:pt x="223" y="301"/>
                  </a:lnTo>
                  <a:lnTo>
                    <a:pt x="229"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8603" name="Freeform 73"/>
            <p:cNvSpPr>
              <a:spLocks/>
            </p:cNvSpPr>
            <p:nvPr/>
          </p:nvSpPr>
          <p:spPr bwMode="auto">
            <a:xfrm>
              <a:off x="1565" y="2101"/>
              <a:ext cx="49" cy="85"/>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6" y="423"/>
                  </a:lnTo>
                  <a:lnTo>
                    <a:pt x="51" y="418"/>
                  </a:lnTo>
                  <a:lnTo>
                    <a:pt x="74" y="407"/>
                  </a:lnTo>
                  <a:lnTo>
                    <a:pt x="96" y="392"/>
                  </a:lnTo>
                  <a:lnTo>
                    <a:pt x="118" y="373"/>
                  </a:lnTo>
                  <a:lnTo>
                    <a:pt x="138" y="351"/>
                  </a:lnTo>
                  <a:lnTo>
                    <a:pt x="156" y="327"/>
                  </a:lnTo>
                  <a:lnTo>
                    <a:pt x="175" y="299"/>
                  </a:lnTo>
                  <a:lnTo>
                    <a:pt x="190" y="269"/>
                  </a:lnTo>
                  <a:lnTo>
                    <a:pt x="204" y="236"/>
                  </a:lnTo>
                  <a:lnTo>
                    <a:pt x="216" y="202"/>
                  </a:lnTo>
                  <a:lnTo>
                    <a:pt x="226" y="164"/>
                  </a:lnTo>
                  <a:lnTo>
                    <a:pt x="234" y="126"/>
                  </a:lnTo>
                  <a:lnTo>
                    <a:pt x="240" y="86"/>
                  </a:lnTo>
                  <a:lnTo>
                    <a:pt x="244" y="42"/>
                  </a:lnTo>
                  <a:lnTo>
                    <a:pt x="245" y="0"/>
                  </a:lnTo>
                  <a:lnTo>
                    <a:pt x="233" y="0"/>
                  </a:lnTo>
                  <a:lnTo>
                    <a:pt x="232" y="42"/>
                  </a:lnTo>
                  <a:lnTo>
                    <a:pt x="229" y="83"/>
                  </a:lnTo>
                  <a:lnTo>
                    <a:pt x="223" y="123"/>
                  </a:lnTo>
                  <a:lnTo>
                    <a:pt x="215" y="162"/>
                  </a:lnTo>
                  <a:lnTo>
                    <a:pt x="204" y="197"/>
                  </a:lnTo>
                  <a:lnTo>
                    <a:pt x="192" y="231"/>
                  </a:lnTo>
                  <a:lnTo>
                    <a:pt x="178" y="264"/>
                  </a:lnTo>
                  <a:lnTo>
                    <a:pt x="163" y="292"/>
                  </a:lnTo>
                  <a:lnTo>
                    <a:pt x="147" y="320"/>
                  </a:lnTo>
                  <a:lnTo>
                    <a:pt x="129" y="344"/>
                  </a:lnTo>
                  <a:lnTo>
                    <a:pt x="109" y="364"/>
                  </a:lnTo>
                  <a:lnTo>
                    <a:pt x="89" y="382"/>
                  </a:lnTo>
                  <a:lnTo>
                    <a:pt x="67" y="395"/>
                  </a:lnTo>
                  <a:lnTo>
                    <a:pt x="46" y="406"/>
                  </a:lnTo>
                  <a:lnTo>
                    <a:pt x="24"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8604" name="Freeform 74"/>
            <p:cNvSpPr>
              <a:spLocks/>
            </p:cNvSpPr>
            <p:nvPr/>
          </p:nvSpPr>
          <p:spPr bwMode="auto">
            <a:xfrm>
              <a:off x="1516" y="2101"/>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5" y="86"/>
                  </a:lnTo>
                  <a:lnTo>
                    <a:pt x="11" y="126"/>
                  </a:lnTo>
                  <a:lnTo>
                    <a:pt x="19" y="164"/>
                  </a:lnTo>
                  <a:lnTo>
                    <a:pt x="30" y="202"/>
                  </a:lnTo>
                  <a:lnTo>
                    <a:pt x="41" y="236"/>
                  </a:lnTo>
                  <a:lnTo>
                    <a:pt x="55" y="269"/>
                  </a:lnTo>
                  <a:lnTo>
                    <a:pt x="71" y="299"/>
                  </a:lnTo>
                  <a:lnTo>
                    <a:pt x="89" y="327"/>
                  </a:lnTo>
                  <a:lnTo>
                    <a:pt x="107" y="351"/>
                  </a:lnTo>
                  <a:lnTo>
                    <a:pt x="127" y="373"/>
                  </a:lnTo>
                  <a:lnTo>
                    <a:pt x="149" y="392"/>
                  </a:lnTo>
                  <a:lnTo>
                    <a:pt x="171" y="407"/>
                  </a:lnTo>
                  <a:lnTo>
                    <a:pt x="195" y="418"/>
                  </a:lnTo>
                  <a:lnTo>
                    <a:pt x="219" y="423"/>
                  </a:lnTo>
                  <a:lnTo>
                    <a:pt x="245" y="426"/>
                  </a:lnTo>
                  <a:lnTo>
                    <a:pt x="245" y="414"/>
                  </a:lnTo>
                  <a:lnTo>
                    <a:pt x="222" y="412"/>
                  </a:lnTo>
                  <a:lnTo>
                    <a:pt x="199" y="406"/>
                  </a:lnTo>
                  <a:lnTo>
                    <a:pt x="178" y="395"/>
                  </a:lnTo>
                  <a:lnTo>
                    <a:pt x="156" y="382"/>
                  </a:lnTo>
                  <a:lnTo>
                    <a:pt x="136" y="364"/>
                  </a:lnTo>
                  <a:lnTo>
                    <a:pt x="116" y="344"/>
                  </a:lnTo>
                  <a:lnTo>
                    <a:pt x="99" y="320"/>
                  </a:lnTo>
                  <a:lnTo>
                    <a:pt x="82" y="292"/>
                  </a:lnTo>
                  <a:lnTo>
                    <a:pt x="67" y="264"/>
                  </a:lnTo>
                  <a:lnTo>
                    <a:pt x="53" y="231"/>
                  </a:lnTo>
                  <a:lnTo>
                    <a:pt x="41" y="197"/>
                  </a:lnTo>
                  <a:lnTo>
                    <a:pt x="31" y="162"/>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8605" name="Freeform 75"/>
            <p:cNvSpPr>
              <a:spLocks/>
            </p:cNvSpPr>
            <p:nvPr/>
          </p:nvSpPr>
          <p:spPr bwMode="auto">
            <a:xfrm>
              <a:off x="1516" y="2016"/>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5" y="8"/>
                  </a:lnTo>
                  <a:lnTo>
                    <a:pt x="171" y="19"/>
                  </a:lnTo>
                  <a:lnTo>
                    <a:pt x="149" y="34"/>
                  </a:lnTo>
                  <a:lnTo>
                    <a:pt x="127" y="51"/>
                  </a:lnTo>
                  <a:lnTo>
                    <a:pt x="107" y="74"/>
                  </a:lnTo>
                  <a:lnTo>
                    <a:pt x="89" y="98"/>
                  </a:lnTo>
                  <a:lnTo>
                    <a:pt x="72" y="125"/>
                  </a:lnTo>
                  <a:lnTo>
                    <a:pt x="55" y="156"/>
                  </a:lnTo>
                  <a:lnTo>
                    <a:pt x="41" y="189"/>
                  </a:lnTo>
                  <a:lnTo>
                    <a:pt x="30" y="223"/>
                  </a:lnTo>
                  <a:lnTo>
                    <a:pt x="19" y="261"/>
                  </a:lnTo>
                  <a:lnTo>
                    <a:pt x="11" y="299"/>
                  </a:lnTo>
                  <a:lnTo>
                    <a:pt x="5" y="339"/>
                  </a:lnTo>
                  <a:lnTo>
                    <a:pt x="1" y="382"/>
                  </a:lnTo>
                  <a:lnTo>
                    <a:pt x="0" y="424"/>
                  </a:lnTo>
                  <a:lnTo>
                    <a:pt x="12" y="424"/>
                  </a:lnTo>
                  <a:lnTo>
                    <a:pt x="13" y="382"/>
                  </a:lnTo>
                  <a:lnTo>
                    <a:pt x="17" y="341"/>
                  </a:lnTo>
                  <a:lnTo>
                    <a:pt x="23" y="301"/>
                  </a:lnTo>
                  <a:lnTo>
                    <a:pt x="31" y="264"/>
                  </a:lnTo>
                  <a:lnTo>
                    <a:pt x="41" y="227"/>
                  </a:lnTo>
                  <a:lnTo>
                    <a:pt x="53" y="193"/>
                  </a:lnTo>
                  <a:lnTo>
                    <a:pt x="67" y="160"/>
                  </a:lnTo>
                  <a:lnTo>
                    <a:pt x="81" y="132"/>
                  </a:lnTo>
                  <a:lnTo>
                    <a:pt x="99" y="105"/>
                  </a:lnTo>
                  <a:lnTo>
                    <a:pt x="116" y="81"/>
                  </a:lnTo>
                  <a:lnTo>
                    <a:pt x="136" y="61"/>
                  </a:lnTo>
                  <a:lnTo>
                    <a:pt x="156" y="43"/>
                  </a:lnTo>
                  <a:lnTo>
                    <a:pt x="178" y="30"/>
                  </a:lnTo>
                  <a:lnTo>
                    <a:pt x="199" y="20"/>
                  </a:lnTo>
                  <a:lnTo>
                    <a:pt x="222"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sp>
        <p:nvSpPr>
          <p:cNvPr id="108552" name="Rectangle 77"/>
          <p:cNvSpPr>
            <a:spLocks noChangeArrowheads="1"/>
          </p:cNvSpPr>
          <p:nvPr/>
        </p:nvSpPr>
        <p:spPr bwMode="auto">
          <a:xfrm>
            <a:off x="611188" y="0"/>
            <a:ext cx="6388100" cy="6477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3000"/>
              <a:t>Sem. 2 - Mardi</a:t>
            </a:r>
          </a:p>
        </p:txBody>
      </p:sp>
      <p:sp>
        <p:nvSpPr>
          <p:cNvPr id="108553" name="Text Box 78"/>
          <p:cNvSpPr txBox="1">
            <a:spLocks noChangeArrowheads="1"/>
          </p:cNvSpPr>
          <p:nvPr/>
        </p:nvSpPr>
        <p:spPr bwMode="auto">
          <a:xfrm>
            <a:off x="566738" y="2697163"/>
            <a:ext cx="3217862"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2. Pas de commandes</a:t>
            </a:r>
          </a:p>
        </p:txBody>
      </p:sp>
      <p:sp>
        <p:nvSpPr>
          <p:cNvPr id="108554" name="Text Box 79"/>
          <p:cNvSpPr txBox="1">
            <a:spLocks noChangeArrowheads="1"/>
          </p:cNvSpPr>
          <p:nvPr/>
        </p:nvSpPr>
        <p:spPr bwMode="auto">
          <a:xfrm>
            <a:off x="566738" y="5211763"/>
            <a:ext cx="6543675" cy="4429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eaLnBrk="1" hangingPunct="1">
              <a:spcBef>
                <a:spcPct val="0"/>
              </a:spcBef>
              <a:buFontTx/>
              <a:buNone/>
            </a:pPr>
            <a:r>
              <a:rPr lang="fr-FR" altLang="fr-FR" sz="2300"/>
              <a:t>4. Pointez la production sur votre feuille de suivi</a:t>
            </a:r>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09570" name="Group 2"/>
          <p:cNvGrpSpPr>
            <a:grpSpLocks/>
          </p:cNvGrpSpPr>
          <p:nvPr/>
        </p:nvGrpSpPr>
        <p:grpSpPr bwMode="auto">
          <a:xfrm>
            <a:off x="7073900" y="215900"/>
            <a:ext cx="1878013" cy="1250950"/>
            <a:chOff x="4456" y="136"/>
            <a:chExt cx="1183" cy="788"/>
          </a:xfrm>
        </p:grpSpPr>
        <p:grpSp>
          <p:nvGrpSpPr>
            <p:cNvPr id="109630" name="Group 3"/>
            <p:cNvGrpSpPr>
              <a:grpSpLocks/>
            </p:cNvGrpSpPr>
            <p:nvPr/>
          </p:nvGrpSpPr>
          <p:grpSpPr bwMode="auto">
            <a:xfrm>
              <a:off x="4766" y="232"/>
              <a:ext cx="873" cy="692"/>
              <a:chOff x="2185" y="310"/>
              <a:chExt cx="873" cy="692"/>
            </a:xfrm>
          </p:grpSpPr>
          <p:sp>
            <p:nvSpPr>
              <p:cNvPr id="109641" name="Freeform 4"/>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accent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9642" name="Freeform 5"/>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9643" name="Freeform 6"/>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9644" name="Freeform 7"/>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9645" name="Freeform 8"/>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9646" name="Freeform 9"/>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9647" name="Freeform 10"/>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grpSp>
          <p:nvGrpSpPr>
            <p:cNvPr id="109631" name="Group 11"/>
            <p:cNvGrpSpPr>
              <a:grpSpLocks/>
            </p:cNvGrpSpPr>
            <p:nvPr/>
          </p:nvGrpSpPr>
          <p:grpSpPr bwMode="auto">
            <a:xfrm>
              <a:off x="4949" y="336"/>
              <a:ext cx="591" cy="468"/>
              <a:chOff x="2185" y="310"/>
              <a:chExt cx="873" cy="692"/>
            </a:xfrm>
          </p:grpSpPr>
          <p:sp>
            <p:nvSpPr>
              <p:cNvPr id="109634" name="Freeform 12"/>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9635" name="Freeform 13"/>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9636" name="Freeform 14"/>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9637" name="Freeform 15"/>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9638" name="Freeform 16"/>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9639" name="Freeform 17"/>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9640" name="Freeform 18"/>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pic>
          <p:nvPicPr>
            <p:cNvPr id="109632" name="Picture 19"/>
            <p:cNvPicPr>
              <a:picLocks noChangeAspect="1" noChangeArrowheads="1"/>
            </p:cNvPicPr>
            <p:nvPr/>
          </p:nvPicPr>
          <p:blipFill>
            <a:blip r:embed="rId3" cstate="print">
              <a:extLst>
                <a:ext uri="{28A0092B-C50C-407E-A947-70E740481C1C}">
                  <a14:useLocalDpi xmlns:a14="http://schemas.microsoft.com/office/drawing/2010/main" val="0"/>
                </a:ext>
              </a:extLst>
            </a:blip>
            <a:srcRect l="-4282" t="-4369" r="-5199" b="-12012"/>
            <a:stretch>
              <a:fillRect/>
            </a:stretch>
          </p:blipFill>
          <p:spPr bwMode="auto">
            <a:xfrm>
              <a:off x="4456" y="136"/>
              <a:ext cx="480" cy="5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09633" name="Text Box 20"/>
            <p:cNvSpPr txBox="1">
              <a:spLocks noChangeArrowheads="1"/>
            </p:cNvSpPr>
            <p:nvPr/>
          </p:nvSpPr>
          <p:spPr bwMode="auto">
            <a:xfrm>
              <a:off x="4946" y="314"/>
              <a:ext cx="596" cy="49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4500" b="1">
                  <a:solidFill>
                    <a:srgbClr val="FF0000"/>
                  </a:solidFill>
                  <a:latin typeface="Arial Black" pitchFamily="34" charset="0"/>
                </a:rPr>
                <a:t>11</a:t>
              </a:r>
              <a:endParaRPr lang="fr-FR" altLang="fr-FR" sz="3200">
                <a:solidFill>
                  <a:schemeClr val="tx1"/>
                </a:solidFill>
                <a:latin typeface="Arial Black" pitchFamily="34" charset="0"/>
              </a:endParaRPr>
            </a:p>
          </p:txBody>
        </p:sp>
      </p:grpSp>
      <p:sp>
        <p:nvSpPr>
          <p:cNvPr id="109572" name="Text Box 22"/>
          <p:cNvSpPr txBox="1">
            <a:spLocks noChangeArrowheads="1"/>
          </p:cNvSpPr>
          <p:nvPr/>
        </p:nvSpPr>
        <p:spPr bwMode="auto">
          <a:xfrm>
            <a:off x="566738" y="1363663"/>
            <a:ext cx="1946275"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1. Tirez le dé</a:t>
            </a:r>
          </a:p>
        </p:txBody>
      </p:sp>
      <p:sp>
        <p:nvSpPr>
          <p:cNvPr id="109573" name="Text Box 23"/>
          <p:cNvSpPr txBox="1">
            <a:spLocks noChangeArrowheads="1"/>
          </p:cNvSpPr>
          <p:nvPr/>
        </p:nvSpPr>
        <p:spPr bwMode="auto">
          <a:xfrm>
            <a:off x="566738" y="3935413"/>
            <a:ext cx="18796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3. Produisez</a:t>
            </a:r>
          </a:p>
        </p:txBody>
      </p:sp>
      <p:grpSp>
        <p:nvGrpSpPr>
          <p:cNvPr id="109574" name="Group 24"/>
          <p:cNvGrpSpPr>
            <a:grpSpLocks/>
          </p:cNvGrpSpPr>
          <p:nvPr/>
        </p:nvGrpSpPr>
        <p:grpSpPr bwMode="auto">
          <a:xfrm>
            <a:off x="2986088" y="1306513"/>
            <a:ext cx="446087" cy="534987"/>
            <a:chOff x="868" y="1439"/>
            <a:chExt cx="811" cy="972"/>
          </a:xfrm>
        </p:grpSpPr>
        <p:sp>
          <p:nvSpPr>
            <p:cNvPr id="109579" name="Freeform 25"/>
            <p:cNvSpPr>
              <a:spLocks/>
            </p:cNvSpPr>
            <p:nvPr/>
          </p:nvSpPr>
          <p:spPr bwMode="auto">
            <a:xfrm>
              <a:off x="1548" y="2014"/>
              <a:ext cx="123" cy="100"/>
            </a:xfrm>
            <a:custGeom>
              <a:avLst/>
              <a:gdLst>
                <a:gd name="T0" fmla="*/ 5 w 618"/>
                <a:gd name="T1" fmla="*/ 0 h 502"/>
                <a:gd name="T2" fmla="*/ 5 w 618"/>
                <a:gd name="T3" fmla="*/ 0 h 502"/>
                <a:gd name="T4" fmla="*/ 0 w 618"/>
                <a:gd name="T5" fmla="*/ 4 h 502"/>
                <a:gd name="T6" fmla="*/ 0 w 618"/>
                <a:gd name="T7" fmla="*/ 4 h 502"/>
                <a:gd name="T8" fmla="*/ 5 w 618"/>
                <a:gd name="T9" fmla="*/ 0 h 502"/>
                <a:gd name="T10" fmla="*/ 5 w 618"/>
                <a:gd name="T11" fmla="*/ 0 h 502"/>
                <a:gd name="T12" fmla="*/ 5 w 618"/>
                <a:gd name="T13" fmla="*/ 0 h 502"/>
                <a:gd name="T14" fmla="*/ 5 w 618"/>
                <a:gd name="T15" fmla="*/ 0 h 502"/>
                <a:gd name="T16" fmla="*/ 5 w 618"/>
                <a:gd name="T17" fmla="*/ 0 h 502"/>
                <a:gd name="T18" fmla="*/ 5 w 618"/>
                <a:gd name="T19" fmla="*/ 0 h 502"/>
                <a:gd name="T20" fmla="*/ 5 w 618"/>
                <a:gd name="T21" fmla="*/ 0 h 502"/>
                <a:gd name="T22" fmla="*/ 5 w 618"/>
                <a:gd name="T23" fmla="*/ 0 h 502"/>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618"/>
                <a:gd name="T37" fmla="*/ 0 h 502"/>
                <a:gd name="T38" fmla="*/ 618 w 618"/>
                <a:gd name="T39" fmla="*/ 502 h 502"/>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618" h="502">
                  <a:moveTo>
                    <a:pt x="611" y="0"/>
                  </a:moveTo>
                  <a:lnTo>
                    <a:pt x="606" y="2"/>
                  </a:lnTo>
                  <a:lnTo>
                    <a:pt x="0" y="490"/>
                  </a:lnTo>
                  <a:lnTo>
                    <a:pt x="10" y="502"/>
                  </a:lnTo>
                  <a:lnTo>
                    <a:pt x="616" y="14"/>
                  </a:lnTo>
                  <a:lnTo>
                    <a:pt x="611" y="16"/>
                  </a:lnTo>
                  <a:lnTo>
                    <a:pt x="616" y="14"/>
                  </a:lnTo>
                  <a:lnTo>
                    <a:pt x="618" y="9"/>
                  </a:lnTo>
                  <a:lnTo>
                    <a:pt x="617" y="3"/>
                  </a:lnTo>
                  <a:lnTo>
                    <a:pt x="612" y="1"/>
                  </a:lnTo>
                  <a:lnTo>
                    <a:pt x="606" y="2"/>
                  </a:lnTo>
                  <a:lnTo>
                    <a:pt x="611"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9580" name="Freeform 26"/>
            <p:cNvSpPr>
              <a:spLocks/>
            </p:cNvSpPr>
            <p:nvPr/>
          </p:nvSpPr>
          <p:spPr bwMode="auto">
            <a:xfrm>
              <a:off x="876" y="1852"/>
              <a:ext cx="82" cy="373"/>
            </a:xfrm>
            <a:custGeom>
              <a:avLst/>
              <a:gdLst>
                <a:gd name="T0" fmla="*/ 3 w 413"/>
                <a:gd name="T1" fmla="*/ 15 h 1865"/>
                <a:gd name="T2" fmla="*/ 3 w 413"/>
                <a:gd name="T3" fmla="*/ 15 h 1865"/>
                <a:gd name="T4" fmla="*/ 0 w 413"/>
                <a:gd name="T5" fmla="*/ 0 h 1865"/>
                <a:gd name="T6" fmla="*/ 0 w 413"/>
                <a:gd name="T7" fmla="*/ 0 h 1865"/>
                <a:gd name="T8" fmla="*/ 3 w 413"/>
                <a:gd name="T9" fmla="*/ 15 h 1865"/>
                <a:gd name="T10" fmla="*/ 3 w 413"/>
                <a:gd name="T11" fmla="*/ 15 h 1865"/>
                <a:gd name="T12" fmla="*/ 3 w 413"/>
                <a:gd name="T13" fmla="*/ 15 h 1865"/>
                <a:gd name="T14" fmla="*/ 3 w 413"/>
                <a:gd name="T15" fmla="*/ 15 h 1865"/>
                <a:gd name="T16" fmla="*/ 3 w 413"/>
                <a:gd name="T17" fmla="*/ 15 h 1865"/>
                <a:gd name="T18" fmla="*/ 3 w 413"/>
                <a:gd name="T19" fmla="*/ 15 h 1865"/>
                <a:gd name="T20" fmla="*/ 3 w 413"/>
                <a:gd name="T21" fmla="*/ 15 h 1865"/>
                <a:gd name="T22" fmla="*/ 3 w 413"/>
                <a:gd name="T23" fmla="*/ 15 h 186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413"/>
                <a:gd name="T37" fmla="*/ 0 h 1865"/>
                <a:gd name="T38" fmla="*/ 413 w 413"/>
                <a:gd name="T39" fmla="*/ 1865 h 1865"/>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413" h="1865">
                  <a:moveTo>
                    <a:pt x="400" y="1864"/>
                  </a:moveTo>
                  <a:lnTo>
                    <a:pt x="413" y="1856"/>
                  </a:lnTo>
                  <a:lnTo>
                    <a:pt x="17" y="0"/>
                  </a:lnTo>
                  <a:lnTo>
                    <a:pt x="0" y="2"/>
                  </a:lnTo>
                  <a:lnTo>
                    <a:pt x="396" y="1858"/>
                  </a:lnTo>
                  <a:lnTo>
                    <a:pt x="409" y="1850"/>
                  </a:lnTo>
                  <a:lnTo>
                    <a:pt x="396" y="1858"/>
                  </a:lnTo>
                  <a:lnTo>
                    <a:pt x="400" y="1864"/>
                  </a:lnTo>
                  <a:lnTo>
                    <a:pt x="406" y="1865"/>
                  </a:lnTo>
                  <a:lnTo>
                    <a:pt x="410" y="1862"/>
                  </a:lnTo>
                  <a:lnTo>
                    <a:pt x="413" y="1856"/>
                  </a:lnTo>
                  <a:lnTo>
                    <a:pt x="400" y="186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9581" name="Freeform 27"/>
            <p:cNvSpPr>
              <a:spLocks/>
            </p:cNvSpPr>
            <p:nvPr/>
          </p:nvSpPr>
          <p:spPr bwMode="auto">
            <a:xfrm>
              <a:off x="1282" y="1533"/>
              <a:ext cx="35" cy="161"/>
            </a:xfrm>
            <a:custGeom>
              <a:avLst/>
              <a:gdLst>
                <a:gd name="T0" fmla="*/ 1 w 175"/>
                <a:gd name="T1" fmla="*/ 6 h 807"/>
                <a:gd name="T2" fmla="*/ 1 w 175"/>
                <a:gd name="T3" fmla="*/ 6 h 807"/>
                <a:gd name="T4" fmla="*/ 1 w 175"/>
                <a:gd name="T5" fmla="*/ 6 h 807"/>
                <a:gd name="T6" fmla="*/ 1 w 175"/>
                <a:gd name="T7" fmla="*/ 5 h 807"/>
                <a:gd name="T8" fmla="*/ 1 w 175"/>
                <a:gd name="T9" fmla="*/ 5 h 807"/>
                <a:gd name="T10" fmla="*/ 1 w 175"/>
                <a:gd name="T11" fmla="*/ 5 h 807"/>
                <a:gd name="T12" fmla="*/ 1 w 175"/>
                <a:gd name="T13" fmla="*/ 4 h 807"/>
                <a:gd name="T14" fmla="*/ 1 w 175"/>
                <a:gd name="T15" fmla="*/ 4 h 807"/>
                <a:gd name="T16" fmla="*/ 1 w 175"/>
                <a:gd name="T17" fmla="*/ 3 h 807"/>
                <a:gd name="T18" fmla="*/ 1 w 175"/>
                <a:gd name="T19" fmla="*/ 3 h 807"/>
                <a:gd name="T20" fmla="*/ 1 w 175"/>
                <a:gd name="T21" fmla="*/ 3 h 807"/>
                <a:gd name="T22" fmla="*/ 1 w 175"/>
                <a:gd name="T23" fmla="*/ 2 h 807"/>
                <a:gd name="T24" fmla="*/ 1 w 175"/>
                <a:gd name="T25" fmla="*/ 2 h 807"/>
                <a:gd name="T26" fmla="*/ 1 w 175"/>
                <a:gd name="T27" fmla="*/ 2 h 807"/>
                <a:gd name="T28" fmla="*/ 1 w 175"/>
                <a:gd name="T29" fmla="*/ 1 h 807"/>
                <a:gd name="T30" fmla="*/ 1 w 175"/>
                <a:gd name="T31" fmla="*/ 1 h 807"/>
                <a:gd name="T32" fmla="*/ 1 w 175"/>
                <a:gd name="T33" fmla="*/ 1 h 807"/>
                <a:gd name="T34" fmla="*/ 1 w 175"/>
                <a:gd name="T35" fmla="*/ 0 h 807"/>
                <a:gd name="T36" fmla="*/ 1 w 175"/>
                <a:gd name="T37" fmla="*/ 0 h 807"/>
                <a:gd name="T38" fmla="*/ 1 w 175"/>
                <a:gd name="T39" fmla="*/ 0 h 807"/>
                <a:gd name="T40" fmla="*/ 0 w 175"/>
                <a:gd name="T41" fmla="*/ 1 h 807"/>
                <a:gd name="T42" fmla="*/ 0 w 175"/>
                <a:gd name="T43" fmla="*/ 1 h 807"/>
                <a:gd name="T44" fmla="*/ 0 w 175"/>
                <a:gd name="T45" fmla="*/ 1 h 807"/>
                <a:gd name="T46" fmla="*/ 0 w 175"/>
                <a:gd name="T47" fmla="*/ 2 h 807"/>
                <a:gd name="T48" fmla="*/ 0 w 175"/>
                <a:gd name="T49" fmla="*/ 2 h 807"/>
                <a:gd name="T50" fmla="*/ 0 w 175"/>
                <a:gd name="T51" fmla="*/ 3 h 807"/>
                <a:gd name="T52" fmla="*/ 0 w 175"/>
                <a:gd name="T53" fmla="*/ 3 h 807"/>
                <a:gd name="T54" fmla="*/ 0 w 175"/>
                <a:gd name="T55" fmla="*/ 3 h 807"/>
                <a:gd name="T56" fmla="*/ 0 w 175"/>
                <a:gd name="T57" fmla="*/ 4 h 807"/>
                <a:gd name="T58" fmla="*/ 0 w 175"/>
                <a:gd name="T59" fmla="*/ 4 h 807"/>
                <a:gd name="T60" fmla="*/ 0 w 175"/>
                <a:gd name="T61" fmla="*/ 5 h 807"/>
                <a:gd name="T62" fmla="*/ 0 w 175"/>
                <a:gd name="T63" fmla="*/ 5 h 807"/>
                <a:gd name="T64" fmla="*/ 0 w 175"/>
                <a:gd name="T65" fmla="*/ 5 h 807"/>
                <a:gd name="T66" fmla="*/ 1 w 175"/>
                <a:gd name="T67" fmla="*/ 6 h 807"/>
                <a:gd name="T68" fmla="*/ 1 w 175"/>
                <a:gd name="T69" fmla="*/ 6 h 807"/>
                <a:gd name="T70" fmla="*/ 1 w 175"/>
                <a:gd name="T71" fmla="*/ 6 h 807"/>
                <a:gd name="T72" fmla="*/ 1 w 175"/>
                <a:gd name="T73" fmla="*/ 6 h 807"/>
                <a:gd name="T74" fmla="*/ 1 w 175"/>
                <a:gd name="T75" fmla="*/ 6 h 807"/>
                <a:gd name="T76" fmla="*/ 1 w 175"/>
                <a:gd name="T77" fmla="*/ 6 h 807"/>
                <a:gd name="T78" fmla="*/ 1 w 175"/>
                <a:gd name="T79" fmla="*/ 6 h 807"/>
                <a:gd name="T80" fmla="*/ 1 w 175"/>
                <a:gd name="T81" fmla="*/ 6 h 807"/>
                <a:gd name="T82" fmla="*/ 1 w 175"/>
                <a:gd name="T83" fmla="*/ 6 h 807"/>
                <a:gd name="T84" fmla="*/ 1 w 175"/>
                <a:gd name="T85" fmla="*/ 6 h 807"/>
                <a:gd name="T86" fmla="*/ 1 w 175"/>
                <a:gd name="T87" fmla="*/ 6 h 807"/>
                <a:gd name="T88" fmla="*/ 1 w 175"/>
                <a:gd name="T89" fmla="*/ 6 h 807"/>
                <a:gd name="T90" fmla="*/ 1 w 175"/>
                <a:gd name="T91" fmla="*/ 6 h 80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175"/>
                <a:gd name="T139" fmla="*/ 0 h 807"/>
                <a:gd name="T140" fmla="*/ 175 w 175"/>
                <a:gd name="T141" fmla="*/ 807 h 80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175" h="807">
                  <a:moveTo>
                    <a:pt x="169" y="740"/>
                  </a:moveTo>
                  <a:lnTo>
                    <a:pt x="169" y="739"/>
                  </a:lnTo>
                  <a:lnTo>
                    <a:pt x="149" y="698"/>
                  </a:lnTo>
                  <a:lnTo>
                    <a:pt x="133" y="656"/>
                  </a:lnTo>
                  <a:lnTo>
                    <a:pt x="120" y="611"/>
                  </a:lnTo>
                  <a:lnTo>
                    <a:pt x="108" y="565"/>
                  </a:lnTo>
                  <a:lnTo>
                    <a:pt x="100" y="520"/>
                  </a:lnTo>
                  <a:lnTo>
                    <a:pt x="96" y="472"/>
                  </a:lnTo>
                  <a:lnTo>
                    <a:pt x="93" y="425"/>
                  </a:lnTo>
                  <a:lnTo>
                    <a:pt x="93" y="377"/>
                  </a:lnTo>
                  <a:lnTo>
                    <a:pt x="96" y="330"/>
                  </a:lnTo>
                  <a:lnTo>
                    <a:pt x="100" y="283"/>
                  </a:lnTo>
                  <a:lnTo>
                    <a:pt x="106" y="238"/>
                  </a:lnTo>
                  <a:lnTo>
                    <a:pt x="115" y="195"/>
                  </a:lnTo>
                  <a:lnTo>
                    <a:pt x="126" y="153"/>
                  </a:lnTo>
                  <a:lnTo>
                    <a:pt x="139" y="114"/>
                  </a:lnTo>
                  <a:lnTo>
                    <a:pt x="153" y="77"/>
                  </a:lnTo>
                  <a:lnTo>
                    <a:pt x="169" y="43"/>
                  </a:lnTo>
                  <a:lnTo>
                    <a:pt x="87" y="0"/>
                  </a:lnTo>
                  <a:lnTo>
                    <a:pt x="69" y="39"/>
                  </a:lnTo>
                  <a:lnTo>
                    <a:pt x="52" y="81"/>
                  </a:lnTo>
                  <a:lnTo>
                    <a:pt x="37" y="127"/>
                  </a:lnTo>
                  <a:lnTo>
                    <a:pt x="24" y="174"/>
                  </a:lnTo>
                  <a:lnTo>
                    <a:pt x="15" y="222"/>
                  </a:lnTo>
                  <a:lnTo>
                    <a:pt x="7" y="271"/>
                  </a:lnTo>
                  <a:lnTo>
                    <a:pt x="2" y="323"/>
                  </a:lnTo>
                  <a:lnTo>
                    <a:pt x="0" y="374"/>
                  </a:lnTo>
                  <a:lnTo>
                    <a:pt x="0" y="427"/>
                  </a:lnTo>
                  <a:lnTo>
                    <a:pt x="2" y="479"/>
                  </a:lnTo>
                  <a:lnTo>
                    <a:pt x="9" y="531"/>
                  </a:lnTo>
                  <a:lnTo>
                    <a:pt x="17" y="584"/>
                  </a:lnTo>
                  <a:lnTo>
                    <a:pt x="29" y="635"/>
                  </a:lnTo>
                  <a:lnTo>
                    <a:pt x="44" y="686"/>
                  </a:lnTo>
                  <a:lnTo>
                    <a:pt x="65" y="736"/>
                  </a:lnTo>
                  <a:lnTo>
                    <a:pt x="87" y="784"/>
                  </a:lnTo>
                  <a:lnTo>
                    <a:pt x="87" y="782"/>
                  </a:lnTo>
                  <a:lnTo>
                    <a:pt x="87" y="784"/>
                  </a:lnTo>
                  <a:lnTo>
                    <a:pt x="100" y="799"/>
                  </a:lnTo>
                  <a:lnTo>
                    <a:pt x="117" y="807"/>
                  </a:lnTo>
                  <a:lnTo>
                    <a:pt x="134" y="807"/>
                  </a:lnTo>
                  <a:lnTo>
                    <a:pt x="151" y="801"/>
                  </a:lnTo>
                  <a:lnTo>
                    <a:pt x="164" y="791"/>
                  </a:lnTo>
                  <a:lnTo>
                    <a:pt x="173" y="777"/>
                  </a:lnTo>
                  <a:lnTo>
                    <a:pt x="175" y="759"/>
                  </a:lnTo>
                  <a:lnTo>
                    <a:pt x="169" y="739"/>
                  </a:lnTo>
                  <a:lnTo>
                    <a:pt x="169" y="74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9582" name="Freeform 28"/>
            <p:cNvSpPr>
              <a:spLocks/>
            </p:cNvSpPr>
            <p:nvPr/>
          </p:nvSpPr>
          <p:spPr bwMode="auto">
            <a:xfrm>
              <a:off x="1299" y="1681"/>
              <a:ext cx="157" cy="281"/>
            </a:xfrm>
            <a:custGeom>
              <a:avLst/>
              <a:gdLst>
                <a:gd name="T0" fmla="*/ 6 w 787"/>
                <a:gd name="T1" fmla="*/ 11 h 1404"/>
                <a:gd name="T2" fmla="*/ 6 w 787"/>
                <a:gd name="T3" fmla="*/ 11 h 1404"/>
                <a:gd name="T4" fmla="*/ 1 w 787"/>
                <a:gd name="T5" fmla="*/ 0 h 1404"/>
                <a:gd name="T6" fmla="*/ 0 w 787"/>
                <a:gd name="T7" fmla="*/ 0 h 1404"/>
                <a:gd name="T8" fmla="*/ 6 w 787"/>
                <a:gd name="T9" fmla="*/ 11 h 1404"/>
                <a:gd name="T10" fmla="*/ 6 w 787"/>
                <a:gd name="T11" fmla="*/ 11 h 1404"/>
                <a:gd name="T12" fmla="*/ 6 w 787"/>
                <a:gd name="T13" fmla="*/ 11 h 1404"/>
                <a:gd name="T14" fmla="*/ 6 w 787"/>
                <a:gd name="T15" fmla="*/ 11 h 1404"/>
                <a:gd name="T16" fmla="*/ 6 w 787"/>
                <a:gd name="T17" fmla="*/ 11 h 1404"/>
                <a:gd name="T18" fmla="*/ 6 w 787"/>
                <a:gd name="T19" fmla="*/ 11 h 1404"/>
                <a:gd name="T20" fmla="*/ 6 w 787"/>
                <a:gd name="T21" fmla="*/ 11 h 1404"/>
                <a:gd name="T22" fmla="*/ 6 w 787"/>
                <a:gd name="T23" fmla="*/ 11 h 1404"/>
                <a:gd name="T24" fmla="*/ 6 w 787"/>
                <a:gd name="T25" fmla="*/ 11 h 1404"/>
                <a:gd name="T26" fmla="*/ 6 w 787"/>
                <a:gd name="T27" fmla="*/ 11 h 1404"/>
                <a:gd name="T28" fmla="*/ 6 w 787"/>
                <a:gd name="T29" fmla="*/ 11 h 1404"/>
                <a:gd name="T30" fmla="*/ 6 w 787"/>
                <a:gd name="T31" fmla="*/ 11 h 1404"/>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787"/>
                <a:gd name="T49" fmla="*/ 0 h 1404"/>
                <a:gd name="T50" fmla="*/ 787 w 787"/>
                <a:gd name="T51" fmla="*/ 1404 h 1404"/>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787" h="1404">
                  <a:moveTo>
                    <a:pt x="781" y="1334"/>
                  </a:moveTo>
                  <a:lnTo>
                    <a:pt x="781" y="1337"/>
                  </a:lnTo>
                  <a:lnTo>
                    <a:pt x="82" y="0"/>
                  </a:lnTo>
                  <a:lnTo>
                    <a:pt x="0" y="42"/>
                  </a:lnTo>
                  <a:lnTo>
                    <a:pt x="699" y="1379"/>
                  </a:lnTo>
                  <a:lnTo>
                    <a:pt x="699" y="1381"/>
                  </a:lnTo>
                  <a:lnTo>
                    <a:pt x="699" y="1379"/>
                  </a:lnTo>
                  <a:lnTo>
                    <a:pt x="712" y="1395"/>
                  </a:lnTo>
                  <a:lnTo>
                    <a:pt x="727" y="1402"/>
                  </a:lnTo>
                  <a:lnTo>
                    <a:pt x="744" y="1404"/>
                  </a:lnTo>
                  <a:lnTo>
                    <a:pt x="761" y="1398"/>
                  </a:lnTo>
                  <a:lnTo>
                    <a:pt x="775" y="1388"/>
                  </a:lnTo>
                  <a:lnTo>
                    <a:pt x="784" y="1373"/>
                  </a:lnTo>
                  <a:lnTo>
                    <a:pt x="787" y="1357"/>
                  </a:lnTo>
                  <a:lnTo>
                    <a:pt x="781" y="1337"/>
                  </a:lnTo>
                  <a:lnTo>
                    <a:pt x="781" y="13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9583" name="Freeform 29"/>
            <p:cNvSpPr>
              <a:spLocks/>
            </p:cNvSpPr>
            <p:nvPr/>
          </p:nvSpPr>
          <p:spPr bwMode="auto">
            <a:xfrm>
              <a:off x="1439" y="1948"/>
              <a:ext cx="125" cy="76"/>
            </a:xfrm>
            <a:custGeom>
              <a:avLst/>
              <a:gdLst>
                <a:gd name="T0" fmla="*/ 5 w 628"/>
                <a:gd name="T1" fmla="*/ 2 h 383"/>
                <a:gd name="T2" fmla="*/ 5 w 628"/>
                <a:gd name="T3" fmla="*/ 2 h 383"/>
                <a:gd name="T4" fmla="*/ 4 w 628"/>
                <a:gd name="T5" fmla="*/ 2 h 383"/>
                <a:gd name="T6" fmla="*/ 4 w 628"/>
                <a:gd name="T7" fmla="*/ 2 h 383"/>
                <a:gd name="T8" fmla="*/ 4 w 628"/>
                <a:gd name="T9" fmla="*/ 2 h 383"/>
                <a:gd name="T10" fmla="*/ 3 w 628"/>
                <a:gd name="T11" fmla="*/ 2 h 383"/>
                <a:gd name="T12" fmla="*/ 3 w 628"/>
                <a:gd name="T13" fmla="*/ 2 h 383"/>
                <a:gd name="T14" fmla="*/ 3 w 628"/>
                <a:gd name="T15" fmla="*/ 2 h 383"/>
                <a:gd name="T16" fmla="*/ 3 w 628"/>
                <a:gd name="T17" fmla="*/ 2 h 383"/>
                <a:gd name="T18" fmla="*/ 2 w 628"/>
                <a:gd name="T19" fmla="*/ 2 h 383"/>
                <a:gd name="T20" fmla="*/ 2 w 628"/>
                <a:gd name="T21" fmla="*/ 2 h 383"/>
                <a:gd name="T22" fmla="*/ 2 w 628"/>
                <a:gd name="T23" fmla="*/ 1 h 383"/>
                <a:gd name="T24" fmla="*/ 2 w 628"/>
                <a:gd name="T25" fmla="*/ 1 h 383"/>
                <a:gd name="T26" fmla="*/ 1 w 628"/>
                <a:gd name="T27" fmla="*/ 1 h 383"/>
                <a:gd name="T28" fmla="*/ 1 w 628"/>
                <a:gd name="T29" fmla="*/ 1 h 383"/>
                <a:gd name="T30" fmla="*/ 1 w 628"/>
                <a:gd name="T31" fmla="*/ 1 h 383"/>
                <a:gd name="T32" fmla="*/ 1 w 628"/>
                <a:gd name="T33" fmla="*/ 0 h 383"/>
                <a:gd name="T34" fmla="*/ 1 w 628"/>
                <a:gd name="T35" fmla="*/ 0 h 383"/>
                <a:gd name="T36" fmla="*/ 0 w 628"/>
                <a:gd name="T37" fmla="*/ 0 h 383"/>
                <a:gd name="T38" fmla="*/ 0 w 628"/>
                <a:gd name="T39" fmla="*/ 1 h 383"/>
                <a:gd name="T40" fmla="*/ 0 w 628"/>
                <a:gd name="T41" fmla="*/ 1 h 383"/>
                <a:gd name="T42" fmla="*/ 1 w 628"/>
                <a:gd name="T43" fmla="*/ 1 h 383"/>
                <a:gd name="T44" fmla="*/ 1 w 628"/>
                <a:gd name="T45" fmla="*/ 1 h 383"/>
                <a:gd name="T46" fmla="*/ 1 w 628"/>
                <a:gd name="T47" fmla="*/ 2 h 383"/>
                <a:gd name="T48" fmla="*/ 1 w 628"/>
                <a:gd name="T49" fmla="*/ 2 h 383"/>
                <a:gd name="T50" fmla="*/ 2 w 628"/>
                <a:gd name="T51" fmla="*/ 2 h 383"/>
                <a:gd name="T52" fmla="*/ 2 w 628"/>
                <a:gd name="T53" fmla="*/ 2 h 383"/>
                <a:gd name="T54" fmla="*/ 2 w 628"/>
                <a:gd name="T55" fmla="*/ 2 h 383"/>
                <a:gd name="T56" fmla="*/ 3 w 628"/>
                <a:gd name="T57" fmla="*/ 3 h 383"/>
                <a:gd name="T58" fmla="*/ 3 w 628"/>
                <a:gd name="T59" fmla="*/ 3 h 383"/>
                <a:gd name="T60" fmla="*/ 3 w 628"/>
                <a:gd name="T61" fmla="*/ 3 h 383"/>
                <a:gd name="T62" fmla="*/ 4 w 628"/>
                <a:gd name="T63" fmla="*/ 3 h 383"/>
                <a:gd name="T64" fmla="*/ 4 w 628"/>
                <a:gd name="T65" fmla="*/ 3 h 383"/>
                <a:gd name="T66" fmla="*/ 4 w 628"/>
                <a:gd name="T67" fmla="*/ 3 h 383"/>
                <a:gd name="T68" fmla="*/ 5 w 628"/>
                <a:gd name="T69" fmla="*/ 3 h 383"/>
                <a:gd name="T70" fmla="*/ 5 w 628"/>
                <a:gd name="T71" fmla="*/ 3 h 383"/>
                <a:gd name="T72" fmla="*/ 5 w 628"/>
                <a:gd name="T73" fmla="*/ 3 h 383"/>
                <a:gd name="T74" fmla="*/ 5 w 628"/>
                <a:gd name="T75" fmla="*/ 3 h 383"/>
                <a:gd name="T76" fmla="*/ 5 w 628"/>
                <a:gd name="T77" fmla="*/ 3 h 383"/>
                <a:gd name="T78" fmla="*/ 5 w 628"/>
                <a:gd name="T79" fmla="*/ 3 h 383"/>
                <a:gd name="T80" fmla="*/ 5 w 628"/>
                <a:gd name="T81" fmla="*/ 3 h 383"/>
                <a:gd name="T82" fmla="*/ 5 w 628"/>
                <a:gd name="T83" fmla="*/ 3 h 383"/>
                <a:gd name="T84" fmla="*/ 5 w 628"/>
                <a:gd name="T85" fmla="*/ 2 h 383"/>
                <a:gd name="T86" fmla="*/ 5 w 628"/>
                <a:gd name="T87" fmla="*/ 2 h 383"/>
                <a:gd name="T88" fmla="*/ 5 w 628"/>
                <a:gd name="T89" fmla="*/ 2 h 383"/>
                <a:gd name="T90" fmla="*/ 5 w 628"/>
                <a:gd name="T91" fmla="*/ 2 h 38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628"/>
                <a:gd name="T139" fmla="*/ 0 h 383"/>
                <a:gd name="T140" fmla="*/ 628 w 628"/>
                <a:gd name="T141" fmla="*/ 383 h 38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628" h="383">
                  <a:moveTo>
                    <a:pt x="581" y="289"/>
                  </a:moveTo>
                  <a:lnTo>
                    <a:pt x="582" y="289"/>
                  </a:lnTo>
                  <a:lnTo>
                    <a:pt x="541" y="287"/>
                  </a:lnTo>
                  <a:lnTo>
                    <a:pt x="500" y="283"/>
                  </a:lnTo>
                  <a:lnTo>
                    <a:pt x="462" y="276"/>
                  </a:lnTo>
                  <a:lnTo>
                    <a:pt x="424" y="268"/>
                  </a:lnTo>
                  <a:lnTo>
                    <a:pt x="389" y="255"/>
                  </a:lnTo>
                  <a:lnTo>
                    <a:pt x="352" y="242"/>
                  </a:lnTo>
                  <a:lnTo>
                    <a:pt x="320" y="227"/>
                  </a:lnTo>
                  <a:lnTo>
                    <a:pt x="287" y="209"/>
                  </a:lnTo>
                  <a:lnTo>
                    <a:pt x="255" y="189"/>
                  </a:lnTo>
                  <a:lnTo>
                    <a:pt x="226" y="168"/>
                  </a:lnTo>
                  <a:lnTo>
                    <a:pt x="198" y="145"/>
                  </a:lnTo>
                  <a:lnTo>
                    <a:pt x="172" y="119"/>
                  </a:lnTo>
                  <a:lnTo>
                    <a:pt x="146" y="92"/>
                  </a:lnTo>
                  <a:lnTo>
                    <a:pt x="122" y="64"/>
                  </a:lnTo>
                  <a:lnTo>
                    <a:pt x="100" y="33"/>
                  </a:lnTo>
                  <a:lnTo>
                    <a:pt x="82" y="0"/>
                  </a:lnTo>
                  <a:lnTo>
                    <a:pt x="0" y="47"/>
                  </a:lnTo>
                  <a:lnTo>
                    <a:pt x="23" y="85"/>
                  </a:lnTo>
                  <a:lnTo>
                    <a:pt x="49" y="120"/>
                  </a:lnTo>
                  <a:lnTo>
                    <a:pt x="76" y="153"/>
                  </a:lnTo>
                  <a:lnTo>
                    <a:pt x="104" y="185"/>
                  </a:lnTo>
                  <a:lnTo>
                    <a:pt x="137" y="215"/>
                  </a:lnTo>
                  <a:lnTo>
                    <a:pt x="170" y="241"/>
                  </a:lnTo>
                  <a:lnTo>
                    <a:pt x="204" y="267"/>
                  </a:lnTo>
                  <a:lnTo>
                    <a:pt x="240" y="289"/>
                  </a:lnTo>
                  <a:lnTo>
                    <a:pt x="277" y="309"/>
                  </a:lnTo>
                  <a:lnTo>
                    <a:pt x="317" y="329"/>
                  </a:lnTo>
                  <a:lnTo>
                    <a:pt x="358" y="344"/>
                  </a:lnTo>
                  <a:lnTo>
                    <a:pt x="400" y="357"/>
                  </a:lnTo>
                  <a:lnTo>
                    <a:pt x="444" y="367"/>
                  </a:lnTo>
                  <a:lnTo>
                    <a:pt x="488" y="374"/>
                  </a:lnTo>
                  <a:lnTo>
                    <a:pt x="534" y="380"/>
                  </a:lnTo>
                  <a:lnTo>
                    <a:pt x="580" y="383"/>
                  </a:lnTo>
                  <a:lnTo>
                    <a:pt x="581" y="383"/>
                  </a:lnTo>
                  <a:lnTo>
                    <a:pt x="580" y="383"/>
                  </a:lnTo>
                  <a:lnTo>
                    <a:pt x="600" y="379"/>
                  </a:lnTo>
                  <a:lnTo>
                    <a:pt x="615" y="369"/>
                  </a:lnTo>
                  <a:lnTo>
                    <a:pt x="624" y="353"/>
                  </a:lnTo>
                  <a:lnTo>
                    <a:pt x="628" y="337"/>
                  </a:lnTo>
                  <a:lnTo>
                    <a:pt x="625" y="319"/>
                  </a:lnTo>
                  <a:lnTo>
                    <a:pt x="617" y="304"/>
                  </a:lnTo>
                  <a:lnTo>
                    <a:pt x="602" y="294"/>
                  </a:lnTo>
                  <a:lnTo>
                    <a:pt x="582" y="289"/>
                  </a:lnTo>
                  <a:lnTo>
                    <a:pt x="581" y="28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9584" name="Freeform 30"/>
            <p:cNvSpPr>
              <a:spLocks/>
            </p:cNvSpPr>
            <p:nvPr/>
          </p:nvSpPr>
          <p:spPr bwMode="auto">
            <a:xfrm>
              <a:off x="1587" y="1880"/>
              <a:ext cx="85" cy="49"/>
            </a:xfrm>
            <a:custGeom>
              <a:avLst/>
              <a:gdLst>
                <a:gd name="T0" fmla="*/ 3 w 426"/>
                <a:gd name="T1" fmla="*/ 0 h 245"/>
                <a:gd name="T2" fmla="*/ 3 w 426"/>
                <a:gd name="T3" fmla="*/ 0 h 245"/>
                <a:gd name="T4" fmla="*/ 3 w 426"/>
                <a:gd name="T5" fmla="*/ 0 h 245"/>
                <a:gd name="T6" fmla="*/ 3 w 426"/>
                <a:gd name="T7" fmla="*/ 0 h 245"/>
                <a:gd name="T8" fmla="*/ 2 w 426"/>
                <a:gd name="T9" fmla="*/ 0 h 245"/>
                <a:gd name="T10" fmla="*/ 2 w 426"/>
                <a:gd name="T11" fmla="*/ 0 h 245"/>
                <a:gd name="T12" fmla="*/ 2 w 426"/>
                <a:gd name="T13" fmla="*/ 0 h 245"/>
                <a:gd name="T14" fmla="*/ 2 w 426"/>
                <a:gd name="T15" fmla="*/ 0 h 245"/>
                <a:gd name="T16" fmla="*/ 1 w 426"/>
                <a:gd name="T17" fmla="*/ 0 h 245"/>
                <a:gd name="T18" fmla="*/ 1 w 426"/>
                <a:gd name="T19" fmla="*/ 1 h 245"/>
                <a:gd name="T20" fmla="*/ 1 w 426"/>
                <a:gd name="T21" fmla="*/ 1 h 245"/>
                <a:gd name="T22" fmla="*/ 1 w 426"/>
                <a:gd name="T23" fmla="*/ 1 h 245"/>
                <a:gd name="T24" fmla="*/ 0 w 426"/>
                <a:gd name="T25" fmla="*/ 1 h 245"/>
                <a:gd name="T26" fmla="*/ 0 w 426"/>
                <a:gd name="T27" fmla="*/ 1 h 245"/>
                <a:gd name="T28" fmla="*/ 0 w 426"/>
                <a:gd name="T29" fmla="*/ 1 h 245"/>
                <a:gd name="T30" fmla="*/ 0 w 426"/>
                <a:gd name="T31" fmla="*/ 2 h 245"/>
                <a:gd name="T32" fmla="*/ 0 w 426"/>
                <a:gd name="T33" fmla="*/ 2 h 245"/>
                <a:gd name="T34" fmla="*/ 0 w 426"/>
                <a:gd name="T35" fmla="*/ 2 h 245"/>
                <a:gd name="T36" fmla="*/ 0 w 426"/>
                <a:gd name="T37" fmla="*/ 2 h 245"/>
                <a:gd name="T38" fmla="*/ 0 w 426"/>
                <a:gd name="T39" fmla="*/ 2 h 245"/>
                <a:gd name="T40" fmla="*/ 0 w 426"/>
                <a:gd name="T41" fmla="*/ 2 h 245"/>
                <a:gd name="T42" fmla="*/ 0 w 426"/>
                <a:gd name="T43" fmla="*/ 1 h 245"/>
                <a:gd name="T44" fmla="*/ 0 w 426"/>
                <a:gd name="T45" fmla="*/ 1 h 245"/>
                <a:gd name="T46" fmla="*/ 0 w 426"/>
                <a:gd name="T47" fmla="*/ 1 h 245"/>
                <a:gd name="T48" fmla="*/ 1 w 426"/>
                <a:gd name="T49" fmla="*/ 1 h 245"/>
                <a:gd name="T50" fmla="*/ 1 w 426"/>
                <a:gd name="T51" fmla="*/ 1 h 245"/>
                <a:gd name="T52" fmla="*/ 1 w 426"/>
                <a:gd name="T53" fmla="*/ 1 h 245"/>
                <a:gd name="T54" fmla="*/ 1 w 426"/>
                <a:gd name="T55" fmla="*/ 1 h 245"/>
                <a:gd name="T56" fmla="*/ 2 w 426"/>
                <a:gd name="T57" fmla="*/ 0 h 245"/>
                <a:gd name="T58" fmla="*/ 2 w 426"/>
                <a:gd name="T59" fmla="*/ 0 h 245"/>
                <a:gd name="T60" fmla="*/ 2 w 426"/>
                <a:gd name="T61" fmla="*/ 0 h 245"/>
                <a:gd name="T62" fmla="*/ 2 w 426"/>
                <a:gd name="T63" fmla="*/ 0 h 245"/>
                <a:gd name="T64" fmla="*/ 3 w 426"/>
                <a:gd name="T65" fmla="*/ 0 h 245"/>
                <a:gd name="T66" fmla="*/ 3 w 426"/>
                <a:gd name="T67" fmla="*/ 0 h 245"/>
                <a:gd name="T68" fmla="*/ 3 w 426"/>
                <a:gd name="T69" fmla="*/ 0 h 245"/>
                <a:gd name="T70" fmla="*/ 3 w 426"/>
                <a:gd name="T71" fmla="*/ 0 h 245"/>
                <a:gd name="T72" fmla="*/ 3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426" y="0"/>
                  </a:moveTo>
                  <a:lnTo>
                    <a:pt x="426" y="0"/>
                  </a:lnTo>
                  <a:lnTo>
                    <a:pt x="384" y="1"/>
                  </a:lnTo>
                  <a:lnTo>
                    <a:pt x="340" y="4"/>
                  </a:lnTo>
                  <a:lnTo>
                    <a:pt x="300" y="10"/>
                  </a:lnTo>
                  <a:lnTo>
                    <a:pt x="262" y="18"/>
                  </a:lnTo>
                  <a:lnTo>
                    <a:pt x="224" y="29"/>
                  </a:lnTo>
                  <a:lnTo>
                    <a:pt x="189" y="41"/>
                  </a:lnTo>
                  <a:lnTo>
                    <a:pt x="157" y="55"/>
                  </a:lnTo>
                  <a:lnTo>
                    <a:pt x="126" y="70"/>
                  </a:lnTo>
                  <a:lnTo>
                    <a:pt x="99" y="89"/>
                  </a:lnTo>
                  <a:lnTo>
                    <a:pt x="74" y="106"/>
                  </a:lnTo>
                  <a:lnTo>
                    <a:pt x="52" y="126"/>
                  </a:lnTo>
                  <a:lnTo>
                    <a:pt x="34" y="148"/>
                  </a:lnTo>
                  <a:lnTo>
                    <a:pt x="19" y="171"/>
                  </a:lnTo>
                  <a:lnTo>
                    <a:pt x="9" y="194"/>
                  </a:lnTo>
                  <a:lnTo>
                    <a:pt x="3" y="219"/>
                  </a:lnTo>
                  <a:lnTo>
                    <a:pt x="0" y="245"/>
                  </a:lnTo>
                  <a:lnTo>
                    <a:pt x="12" y="245"/>
                  </a:lnTo>
                  <a:lnTo>
                    <a:pt x="15" y="221"/>
                  </a:lnTo>
                  <a:lnTo>
                    <a:pt x="20" y="199"/>
                  </a:lnTo>
                  <a:lnTo>
                    <a:pt x="31" y="178"/>
                  </a:lnTo>
                  <a:lnTo>
                    <a:pt x="44" y="156"/>
                  </a:lnTo>
                  <a:lnTo>
                    <a:pt x="61" y="136"/>
                  </a:lnTo>
                  <a:lnTo>
                    <a:pt x="81" y="116"/>
                  </a:lnTo>
                  <a:lnTo>
                    <a:pt x="106" y="98"/>
                  </a:lnTo>
                  <a:lnTo>
                    <a:pt x="133" y="82"/>
                  </a:lnTo>
                  <a:lnTo>
                    <a:pt x="162" y="66"/>
                  </a:lnTo>
                  <a:lnTo>
                    <a:pt x="194" y="52"/>
                  </a:lnTo>
                  <a:lnTo>
                    <a:pt x="229" y="41"/>
                  </a:lnTo>
                  <a:lnTo>
                    <a:pt x="264" y="30"/>
                  </a:lnTo>
                  <a:lnTo>
                    <a:pt x="303" y="22"/>
                  </a:lnTo>
                  <a:lnTo>
                    <a:pt x="343" y="16"/>
                  </a:lnTo>
                  <a:lnTo>
                    <a:pt x="384" y="12"/>
                  </a:lnTo>
                  <a:lnTo>
                    <a:pt x="426" y="11"/>
                  </a:lnTo>
                  <a:lnTo>
                    <a:pt x="42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9585" name="Freeform 31"/>
            <p:cNvSpPr>
              <a:spLocks/>
            </p:cNvSpPr>
            <p:nvPr/>
          </p:nvSpPr>
          <p:spPr bwMode="auto">
            <a:xfrm>
              <a:off x="1587" y="1929"/>
              <a:ext cx="85" cy="49"/>
            </a:xfrm>
            <a:custGeom>
              <a:avLst/>
              <a:gdLst>
                <a:gd name="T0" fmla="*/ 0 w 426"/>
                <a:gd name="T1" fmla="*/ 0 h 245"/>
                <a:gd name="T2" fmla="*/ 0 w 426"/>
                <a:gd name="T3" fmla="*/ 0 h 245"/>
                <a:gd name="T4" fmla="*/ 0 w 426"/>
                <a:gd name="T5" fmla="*/ 0 h 245"/>
                <a:gd name="T6" fmla="*/ 0 w 426"/>
                <a:gd name="T7" fmla="*/ 0 h 245"/>
                <a:gd name="T8" fmla="*/ 0 w 426"/>
                <a:gd name="T9" fmla="*/ 1 h 245"/>
                <a:gd name="T10" fmla="*/ 0 w 426"/>
                <a:gd name="T11" fmla="*/ 1 h 245"/>
                <a:gd name="T12" fmla="*/ 0 w 426"/>
                <a:gd name="T13" fmla="*/ 1 h 245"/>
                <a:gd name="T14" fmla="*/ 1 w 426"/>
                <a:gd name="T15" fmla="*/ 1 h 245"/>
                <a:gd name="T16" fmla="*/ 1 w 426"/>
                <a:gd name="T17" fmla="*/ 1 h 245"/>
                <a:gd name="T18" fmla="*/ 1 w 426"/>
                <a:gd name="T19" fmla="*/ 1 h 245"/>
                <a:gd name="T20" fmla="*/ 1 w 426"/>
                <a:gd name="T21" fmla="*/ 2 h 245"/>
                <a:gd name="T22" fmla="*/ 2 w 426"/>
                <a:gd name="T23" fmla="*/ 2 h 245"/>
                <a:gd name="T24" fmla="*/ 2 w 426"/>
                <a:gd name="T25" fmla="*/ 2 h 245"/>
                <a:gd name="T26" fmla="*/ 2 w 426"/>
                <a:gd name="T27" fmla="*/ 2 h 245"/>
                <a:gd name="T28" fmla="*/ 2 w 426"/>
                <a:gd name="T29" fmla="*/ 2 h 245"/>
                <a:gd name="T30" fmla="*/ 3 w 426"/>
                <a:gd name="T31" fmla="*/ 2 h 245"/>
                <a:gd name="T32" fmla="*/ 3 w 426"/>
                <a:gd name="T33" fmla="*/ 2 h 245"/>
                <a:gd name="T34" fmla="*/ 3 w 426"/>
                <a:gd name="T35" fmla="*/ 2 h 245"/>
                <a:gd name="T36" fmla="*/ 3 w 426"/>
                <a:gd name="T37" fmla="*/ 2 h 245"/>
                <a:gd name="T38" fmla="*/ 3 w 426"/>
                <a:gd name="T39" fmla="*/ 2 h 245"/>
                <a:gd name="T40" fmla="*/ 3 w 426"/>
                <a:gd name="T41" fmla="*/ 2 h 245"/>
                <a:gd name="T42" fmla="*/ 2 w 426"/>
                <a:gd name="T43" fmla="*/ 2 h 245"/>
                <a:gd name="T44" fmla="*/ 2 w 426"/>
                <a:gd name="T45" fmla="*/ 2 h 245"/>
                <a:gd name="T46" fmla="*/ 2 w 426"/>
                <a:gd name="T47" fmla="*/ 2 h 245"/>
                <a:gd name="T48" fmla="*/ 2 w 426"/>
                <a:gd name="T49" fmla="*/ 2 h 245"/>
                <a:gd name="T50" fmla="*/ 1 w 426"/>
                <a:gd name="T51" fmla="*/ 1 h 245"/>
                <a:gd name="T52" fmla="*/ 1 w 426"/>
                <a:gd name="T53" fmla="*/ 1 h 245"/>
                <a:gd name="T54" fmla="*/ 1 w 426"/>
                <a:gd name="T55" fmla="*/ 1 h 245"/>
                <a:gd name="T56" fmla="*/ 1 w 426"/>
                <a:gd name="T57" fmla="*/ 1 h 245"/>
                <a:gd name="T58" fmla="*/ 0 w 426"/>
                <a:gd name="T59" fmla="*/ 1 h 245"/>
                <a:gd name="T60" fmla="*/ 0 w 426"/>
                <a:gd name="T61" fmla="*/ 1 h 245"/>
                <a:gd name="T62" fmla="*/ 0 w 426"/>
                <a:gd name="T63" fmla="*/ 1 h 245"/>
                <a:gd name="T64" fmla="*/ 0 w 426"/>
                <a:gd name="T65" fmla="*/ 0 h 245"/>
                <a:gd name="T66" fmla="*/ 0 w 426"/>
                <a:gd name="T67" fmla="*/ 0 h 245"/>
                <a:gd name="T68" fmla="*/ 0 w 426"/>
                <a:gd name="T69" fmla="*/ 0 h 245"/>
                <a:gd name="T70" fmla="*/ 0 w 426"/>
                <a:gd name="T71" fmla="*/ 0 h 245"/>
                <a:gd name="T72" fmla="*/ 0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0" y="0"/>
                  </a:moveTo>
                  <a:lnTo>
                    <a:pt x="0" y="0"/>
                  </a:lnTo>
                  <a:lnTo>
                    <a:pt x="3" y="25"/>
                  </a:lnTo>
                  <a:lnTo>
                    <a:pt x="9" y="50"/>
                  </a:lnTo>
                  <a:lnTo>
                    <a:pt x="19" y="73"/>
                  </a:lnTo>
                  <a:lnTo>
                    <a:pt x="34" y="96"/>
                  </a:lnTo>
                  <a:lnTo>
                    <a:pt x="52" y="118"/>
                  </a:lnTo>
                  <a:lnTo>
                    <a:pt x="74" y="138"/>
                  </a:lnTo>
                  <a:lnTo>
                    <a:pt x="99" y="156"/>
                  </a:lnTo>
                  <a:lnTo>
                    <a:pt x="126" y="174"/>
                  </a:lnTo>
                  <a:lnTo>
                    <a:pt x="157" y="190"/>
                  </a:lnTo>
                  <a:lnTo>
                    <a:pt x="189" y="204"/>
                  </a:lnTo>
                  <a:lnTo>
                    <a:pt x="224" y="215"/>
                  </a:lnTo>
                  <a:lnTo>
                    <a:pt x="262" y="226"/>
                  </a:lnTo>
                  <a:lnTo>
                    <a:pt x="300" y="234"/>
                  </a:lnTo>
                  <a:lnTo>
                    <a:pt x="340" y="240"/>
                  </a:lnTo>
                  <a:lnTo>
                    <a:pt x="384" y="244"/>
                  </a:lnTo>
                  <a:lnTo>
                    <a:pt x="426" y="245"/>
                  </a:lnTo>
                  <a:lnTo>
                    <a:pt x="426" y="233"/>
                  </a:lnTo>
                  <a:lnTo>
                    <a:pt x="384" y="232"/>
                  </a:lnTo>
                  <a:lnTo>
                    <a:pt x="343" y="228"/>
                  </a:lnTo>
                  <a:lnTo>
                    <a:pt x="303" y="222"/>
                  </a:lnTo>
                  <a:lnTo>
                    <a:pt x="264" y="214"/>
                  </a:lnTo>
                  <a:lnTo>
                    <a:pt x="229" y="204"/>
                  </a:lnTo>
                  <a:lnTo>
                    <a:pt x="194" y="192"/>
                  </a:lnTo>
                  <a:lnTo>
                    <a:pt x="162" y="178"/>
                  </a:lnTo>
                  <a:lnTo>
                    <a:pt x="133" y="163"/>
                  </a:lnTo>
                  <a:lnTo>
                    <a:pt x="106" y="146"/>
                  </a:lnTo>
                  <a:lnTo>
                    <a:pt x="81" y="129"/>
                  </a:lnTo>
                  <a:lnTo>
                    <a:pt x="61" y="109"/>
                  </a:lnTo>
                  <a:lnTo>
                    <a:pt x="44" y="89"/>
                  </a:lnTo>
                  <a:lnTo>
                    <a:pt x="31" y="66"/>
                  </a:lnTo>
                  <a:lnTo>
                    <a:pt x="20" y="45"/>
                  </a:lnTo>
                  <a:lnTo>
                    <a:pt x="15" y="2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9586" name="Freeform 32"/>
            <p:cNvSpPr>
              <a:spLocks/>
            </p:cNvSpPr>
            <p:nvPr/>
          </p:nvSpPr>
          <p:spPr bwMode="auto">
            <a:xfrm>
              <a:off x="878" y="1448"/>
              <a:ext cx="792" cy="954"/>
            </a:xfrm>
            <a:custGeom>
              <a:avLst/>
              <a:gdLst>
                <a:gd name="T0" fmla="*/ 13 w 3960"/>
                <a:gd name="T1" fmla="*/ 38 h 4768"/>
                <a:gd name="T2" fmla="*/ 14 w 3960"/>
                <a:gd name="T3" fmla="*/ 38 h 4768"/>
                <a:gd name="T4" fmla="*/ 15 w 3960"/>
                <a:gd name="T5" fmla="*/ 38 h 4768"/>
                <a:gd name="T6" fmla="*/ 15 w 3960"/>
                <a:gd name="T7" fmla="*/ 38 h 4768"/>
                <a:gd name="T8" fmla="*/ 16 w 3960"/>
                <a:gd name="T9" fmla="*/ 38 h 4768"/>
                <a:gd name="T10" fmla="*/ 17 w 3960"/>
                <a:gd name="T11" fmla="*/ 38 h 4768"/>
                <a:gd name="T12" fmla="*/ 17 w 3960"/>
                <a:gd name="T13" fmla="*/ 38 h 4768"/>
                <a:gd name="T14" fmla="*/ 18 w 3960"/>
                <a:gd name="T15" fmla="*/ 38 h 4768"/>
                <a:gd name="T16" fmla="*/ 18 w 3960"/>
                <a:gd name="T17" fmla="*/ 38 h 4768"/>
                <a:gd name="T18" fmla="*/ 29 w 3960"/>
                <a:gd name="T19" fmla="*/ 30 h 4768"/>
                <a:gd name="T20" fmla="*/ 30 w 3960"/>
                <a:gd name="T21" fmla="*/ 30 h 4768"/>
                <a:gd name="T22" fmla="*/ 30 w 3960"/>
                <a:gd name="T23" fmla="*/ 29 h 4768"/>
                <a:gd name="T24" fmla="*/ 31 w 3960"/>
                <a:gd name="T25" fmla="*/ 28 h 4768"/>
                <a:gd name="T26" fmla="*/ 31 w 3960"/>
                <a:gd name="T27" fmla="*/ 28 h 4768"/>
                <a:gd name="T28" fmla="*/ 31 w 3960"/>
                <a:gd name="T29" fmla="*/ 27 h 4768"/>
                <a:gd name="T30" fmla="*/ 32 w 3960"/>
                <a:gd name="T31" fmla="*/ 26 h 4768"/>
                <a:gd name="T32" fmla="*/ 32 w 3960"/>
                <a:gd name="T33" fmla="*/ 25 h 4768"/>
                <a:gd name="T34" fmla="*/ 32 w 3960"/>
                <a:gd name="T35" fmla="*/ 11 h 4768"/>
                <a:gd name="T36" fmla="*/ 32 w 3960"/>
                <a:gd name="T37" fmla="*/ 10 h 4768"/>
                <a:gd name="T38" fmla="*/ 31 w 3960"/>
                <a:gd name="T39" fmla="*/ 9 h 4768"/>
                <a:gd name="T40" fmla="*/ 31 w 3960"/>
                <a:gd name="T41" fmla="*/ 9 h 4768"/>
                <a:gd name="T42" fmla="*/ 31 w 3960"/>
                <a:gd name="T43" fmla="*/ 8 h 4768"/>
                <a:gd name="T44" fmla="*/ 31 w 3960"/>
                <a:gd name="T45" fmla="*/ 8 h 4768"/>
                <a:gd name="T46" fmla="*/ 30 w 3960"/>
                <a:gd name="T47" fmla="*/ 7 h 4768"/>
                <a:gd name="T48" fmla="*/ 30 w 3960"/>
                <a:gd name="T49" fmla="*/ 7 h 4768"/>
                <a:gd name="T50" fmla="*/ 29 w 3960"/>
                <a:gd name="T51" fmla="*/ 6 h 4768"/>
                <a:gd name="T52" fmla="*/ 19 w 3960"/>
                <a:gd name="T53" fmla="*/ 1 h 4768"/>
                <a:gd name="T54" fmla="*/ 18 w 3960"/>
                <a:gd name="T55" fmla="*/ 0 h 4768"/>
                <a:gd name="T56" fmla="*/ 17 w 3960"/>
                <a:gd name="T57" fmla="*/ 0 h 4768"/>
                <a:gd name="T58" fmla="*/ 17 w 3960"/>
                <a:gd name="T59" fmla="*/ 0 h 4768"/>
                <a:gd name="T60" fmla="*/ 16 w 3960"/>
                <a:gd name="T61" fmla="*/ 0 h 4768"/>
                <a:gd name="T62" fmla="*/ 15 w 3960"/>
                <a:gd name="T63" fmla="*/ 0 h 4768"/>
                <a:gd name="T64" fmla="*/ 14 w 3960"/>
                <a:gd name="T65" fmla="*/ 0 h 4768"/>
                <a:gd name="T66" fmla="*/ 14 w 3960"/>
                <a:gd name="T67" fmla="*/ 0 h 4768"/>
                <a:gd name="T68" fmla="*/ 2 w 3960"/>
                <a:gd name="T69" fmla="*/ 6 h 4768"/>
                <a:gd name="T70" fmla="*/ 2 w 3960"/>
                <a:gd name="T71" fmla="*/ 7 h 4768"/>
                <a:gd name="T72" fmla="*/ 1 w 3960"/>
                <a:gd name="T73" fmla="*/ 7 h 4768"/>
                <a:gd name="T74" fmla="*/ 1 w 3960"/>
                <a:gd name="T75" fmla="*/ 8 h 4768"/>
                <a:gd name="T76" fmla="*/ 1 w 3960"/>
                <a:gd name="T77" fmla="*/ 8 h 4768"/>
                <a:gd name="T78" fmla="*/ 0 w 3960"/>
                <a:gd name="T79" fmla="*/ 9 h 4768"/>
                <a:gd name="T80" fmla="*/ 0 w 3960"/>
                <a:gd name="T81" fmla="*/ 9 h 4768"/>
                <a:gd name="T82" fmla="*/ 0 w 3960"/>
                <a:gd name="T83" fmla="*/ 10 h 4768"/>
                <a:gd name="T84" fmla="*/ 0 w 3960"/>
                <a:gd name="T85" fmla="*/ 11 h 4768"/>
                <a:gd name="T86" fmla="*/ 0 w 3960"/>
                <a:gd name="T87" fmla="*/ 25 h 4768"/>
                <a:gd name="T88" fmla="*/ 0 w 3960"/>
                <a:gd name="T89" fmla="*/ 26 h 4768"/>
                <a:gd name="T90" fmla="*/ 0 w 3960"/>
                <a:gd name="T91" fmla="*/ 27 h 4768"/>
                <a:gd name="T92" fmla="*/ 1 w 3960"/>
                <a:gd name="T93" fmla="*/ 28 h 4768"/>
                <a:gd name="T94" fmla="*/ 1 w 3960"/>
                <a:gd name="T95" fmla="*/ 29 h 4768"/>
                <a:gd name="T96" fmla="*/ 1 w 3960"/>
                <a:gd name="T97" fmla="*/ 29 h 4768"/>
                <a:gd name="T98" fmla="*/ 2 w 3960"/>
                <a:gd name="T99" fmla="*/ 30 h 4768"/>
                <a:gd name="T100" fmla="*/ 3 w 3960"/>
                <a:gd name="T101" fmla="*/ 31 h 4768"/>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w 3960"/>
                <a:gd name="T154" fmla="*/ 0 h 4768"/>
                <a:gd name="T155" fmla="*/ 3960 w 3960"/>
                <a:gd name="T156" fmla="*/ 4768 h 4768"/>
              </a:gdLst>
              <a:ahLst/>
              <a:cxnLst>
                <a:cxn ang="T102">
                  <a:pos x="T0" y="T1"/>
                </a:cxn>
                <a:cxn ang="T103">
                  <a:pos x="T2" y="T3"/>
                </a:cxn>
                <a:cxn ang="T104">
                  <a:pos x="T4" y="T5"/>
                </a:cxn>
                <a:cxn ang="T105">
                  <a:pos x="T6" y="T7"/>
                </a:cxn>
                <a:cxn ang="T106">
                  <a:pos x="T8" y="T9"/>
                </a:cxn>
                <a:cxn ang="T107">
                  <a:pos x="T10" y="T11"/>
                </a:cxn>
                <a:cxn ang="T108">
                  <a:pos x="T12" y="T13"/>
                </a:cxn>
                <a:cxn ang="T109">
                  <a:pos x="T14" y="T15"/>
                </a:cxn>
                <a:cxn ang="T110">
                  <a:pos x="T16" y="T17"/>
                </a:cxn>
                <a:cxn ang="T111">
                  <a:pos x="T18" y="T19"/>
                </a:cxn>
                <a:cxn ang="T112">
                  <a:pos x="T20" y="T21"/>
                </a:cxn>
                <a:cxn ang="T113">
                  <a:pos x="T22" y="T23"/>
                </a:cxn>
                <a:cxn ang="T114">
                  <a:pos x="T24" y="T25"/>
                </a:cxn>
                <a:cxn ang="T115">
                  <a:pos x="T26" y="T27"/>
                </a:cxn>
                <a:cxn ang="T116">
                  <a:pos x="T28" y="T29"/>
                </a:cxn>
                <a:cxn ang="T117">
                  <a:pos x="T30" y="T31"/>
                </a:cxn>
                <a:cxn ang="T118">
                  <a:pos x="T32" y="T33"/>
                </a:cxn>
                <a:cxn ang="T119">
                  <a:pos x="T34" y="T35"/>
                </a:cxn>
                <a:cxn ang="T120">
                  <a:pos x="T36" y="T37"/>
                </a:cxn>
                <a:cxn ang="T121">
                  <a:pos x="T38" y="T39"/>
                </a:cxn>
                <a:cxn ang="T122">
                  <a:pos x="T40" y="T41"/>
                </a:cxn>
                <a:cxn ang="T123">
                  <a:pos x="T42" y="T43"/>
                </a:cxn>
                <a:cxn ang="T124">
                  <a:pos x="T44" y="T45"/>
                </a:cxn>
                <a:cxn ang="T125">
                  <a:pos x="T46" y="T47"/>
                </a:cxn>
                <a:cxn ang="T126">
                  <a:pos x="T48" y="T49"/>
                </a:cxn>
                <a:cxn ang="T127">
                  <a:pos x="T50" y="T51"/>
                </a:cxn>
                <a:cxn ang="T128">
                  <a:pos x="T52" y="T53"/>
                </a:cxn>
                <a:cxn ang="T129">
                  <a:pos x="T54" y="T55"/>
                </a:cxn>
                <a:cxn ang="T130">
                  <a:pos x="T56" y="T57"/>
                </a:cxn>
                <a:cxn ang="T131">
                  <a:pos x="T58" y="T59"/>
                </a:cxn>
                <a:cxn ang="T132">
                  <a:pos x="T60" y="T61"/>
                </a:cxn>
                <a:cxn ang="T133">
                  <a:pos x="T62" y="T63"/>
                </a:cxn>
                <a:cxn ang="T134">
                  <a:pos x="T64" y="T65"/>
                </a:cxn>
                <a:cxn ang="T135">
                  <a:pos x="T66" y="T67"/>
                </a:cxn>
                <a:cxn ang="T136">
                  <a:pos x="T68" y="T69"/>
                </a:cxn>
                <a:cxn ang="T137">
                  <a:pos x="T70" y="T71"/>
                </a:cxn>
                <a:cxn ang="T138">
                  <a:pos x="T72" y="T73"/>
                </a:cxn>
                <a:cxn ang="T139">
                  <a:pos x="T74" y="T75"/>
                </a:cxn>
                <a:cxn ang="T140">
                  <a:pos x="T76" y="T77"/>
                </a:cxn>
                <a:cxn ang="T141">
                  <a:pos x="T78" y="T79"/>
                </a:cxn>
                <a:cxn ang="T142">
                  <a:pos x="T80" y="T81"/>
                </a:cxn>
                <a:cxn ang="T143">
                  <a:pos x="T82" y="T83"/>
                </a:cxn>
                <a:cxn ang="T144">
                  <a:pos x="T84" y="T85"/>
                </a:cxn>
                <a:cxn ang="T145">
                  <a:pos x="T86" y="T87"/>
                </a:cxn>
                <a:cxn ang="T146">
                  <a:pos x="T88" y="T89"/>
                </a:cxn>
                <a:cxn ang="T147">
                  <a:pos x="T90" y="T91"/>
                </a:cxn>
                <a:cxn ang="T148">
                  <a:pos x="T92" y="T93"/>
                </a:cxn>
                <a:cxn ang="T149">
                  <a:pos x="T94" y="T95"/>
                </a:cxn>
                <a:cxn ang="T150">
                  <a:pos x="T96" y="T97"/>
                </a:cxn>
                <a:cxn ang="T151">
                  <a:pos x="T98" y="T99"/>
                </a:cxn>
                <a:cxn ang="T152">
                  <a:pos x="T100" y="T101"/>
                </a:cxn>
              </a:cxnLst>
              <a:rect l="T153" t="T154" r="T155" b="T156"/>
              <a:pathLst>
                <a:path w="3960" h="4768">
                  <a:moveTo>
                    <a:pt x="353" y="3849"/>
                  </a:moveTo>
                  <a:lnTo>
                    <a:pt x="1661" y="4700"/>
                  </a:lnTo>
                  <a:lnTo>
                    <a:pt x="1697" y="4717"/>
                  </a:lnTo>
                  <a:lnTo>
                    <a:pt x="1736" y="4731"/>
                  </a:lnTo>
                  <a:lnTo>
                    <a:pt x="1776" y="4742"/>
                  </a:lnTo>
                  <a:lnTo>
                    <a:pt x="1818" y="4753"/>
                  </a:lnTo>
                  <a:lnTo>
                    <a:pt x="1860" y="4760"/>
                  </a:lnTo>
                  <a:lnTo>
                    <a:pt x="1902" y="4765"/>
                  </a:lnTo>
                  <a:lnTo>
                    <a:pt x="1946" y="4768"/>
                  </a:lnTo>
                  <a:lnTo>
                    <a:pt x="1988" y="4768"/>
                  </a:lnTo>
                  <a:lnTo>
                    <a:pt x="2031" y="4767"/>
                  </a:lnTo>
                  <a:lnTo>
                    <a:pt x="2073" y="4763"/>
                  </a:lnTo>
                  <a:lnTo>
                    <a:pt x="2114" y="4758"/>
                  </a:lnTo>
                  <a:lnTo>
                    <a:pt x="2154" y="4751"/>
                  </a:lnTo>
                  <a:lnTo>
                    <a:pt x="2193" y="4740"/>
                  </a:lnTo>
                  <a:lnTo>
                    <a:pt x="2230" y="4729"/>
                  </a:lnTo>
                  <a:lnTo>
                    <a:pt x="2264" y="4715"/>
                  </a:lnTo>
                  <a:lnTo>
                    <a:pt x="2297" y="4700"/>
                  </a:lnTo>
                  <a:lnTo>
                    <a:pt x="3639" y="3825"/>
                  </a:lnTo>
                  <a:lnTo>
                    <a:pt x="3673" y="3795"/>
                  </a:lnTo>
                  <a:lnTo>
                    <a:pt x="3707" y="3761"/>
                  </a:lnTo>
                  <a:lnTo>
                    <a:pt x="3738" y="3725"/>
                  </a:lnTo>
                  <a:lnTo>
                    <a:pt x="3768" y="3685"/>
                  </a:lnTo>
                  <a:lnTo>
                    <a:pt x="3796" y="3644"/>
                  </a:lnTo>
                  <a:lnTo>
                    <a:pt x="3821" y="3599"/>
                  </a:lnTo>
                  <a:lnTo>
                    <a:pt x="3846" y="3553"/>
                  </a:lnTo>
                  <a:lnTo>
                    <a:pt x="3868" y="3505"/>
                  </a:lnTo>
                  <a:lnTo>
                    <a:pt x="3888" y="3456"/>
                  </a:lnTo>
                  <a:lnTo>
                    <a:pt x="3907" y="3406"/>
                  </a:lnTo>
                  <a:lnTo>
                    <a:pt x="3922" y="3354"/>
                  </a:lnTo>
                  <a:lnTo>
                    <a:pt x="3935" y="3303"/>
                  </a:lnTo>
                  <a:lnTo>
                    <a:pt x="3946" y="3250"/>
                  </a:lnTo>
                  <a:lnTo>
                    <a:pt x="3953" y="3197"/>
                  </a:lnTo>
                  <a:lnTo>
                    <a:pt x="3957" y="3144"/>
                  </a:lnTo>
                  <a:lnTo>
                    <a:pt x="3960" y="3092"/>
                  </a:lnTo>
                  <a:lnTo>
                    <a:pt x="3959" y="1313"/>
                  </a:lnTo>
                  <a:lnTo>
                    <a:pt x="3955" y="1271"/>
                  </a:lnTo>
                  <a:lnTo>
                    <a:pt x="3949" y="1229"/>
                  </a:lnTo>
                  <a:lnTo>
                    <a:pt x="3941" y="1189"/>
                  </a:lnTo>
                  <a:lnTo>
                    <a:pt x="3930" y="1149"/>
                  </a:lnTo>
                  <a:lnTo>
                    <a:pt x="3918" y="1111"/>
                  </a:lnTo>
                  <a:lnTo>
                    <a:pt x="3902" y="1075"/>
                  </a:lnTo>
                  <a:lnTo>
                    <a:pt x="3886" y="1040"/>
                  </a:lnTo>
                  <a:lnTo>
                    <a:pt x="3867" y="1006"/>
                  </a:lnTo>
                  <a:lnTo>
                    <a:pt x="3846" y="973"/>
                  </a:lnTo>
                  <a:lnTo>
                    <a:pt x="3823" y="942"/>
                  </a:lnTo>
                  <a:lnTo>
                    <a:pt x="3798" y="913"/>
                  </a:lnTo>
                  <a:lnTo>
                    <a:pt x="3771" y="886"/>
                  </a:lnTo>
                  <a:lnTo>
                    <a:pt x="3743" y="860"/>
                  </a:lnTo>
                  <a:lnTo>
                    <a:pt x="3714" y="837"/>
                  </a:lnTo>
                  <a:lnTo>
                    <a:pt x="3682" y="816"/>
                  </a:lnTo>
                  <a:lnTo>
                    <a:pt x="3649" y="796"/>
                  </a:lnTo>
                  <a:lnTo>
                    <a:pt x="2386" y="83"/>
                  </a:lnTo>
                  <a:lnTo>
                    <a:pt x="2350" y="65"/>
                  </a:lnTo>
                  <a:lnTo>
                    <a:pt x="2310" y="50"/>
                  </a:lnTo>
                  <a:lnTo>
                    <a:pt x="2268" y="36"/>
                  </a:lnTo>
                  <a:lnTo>
                    <a:pt x="2223" y="24"/>
                  </a:lnTo>
                  <a:lnTo>
                    <a:pt x="2178" y="15"/>
                  </a:lnTo>
                  <a:lnTo>
                    <a:pt x="2131" y="8"/>
                  </a:lnTo>
                  <a:lnTo>
                    <a:pt x="2082" y="3"/>
                  </a:lnTo>
                  <a:lnTo>
                    <a:pt x="2032" y="0"/>
                  </a:lnTo>
                  <a:lnTo>
                    <a:pt x="1982" y="1"/>
                  </a:lnTo>
                  <a:lnTo>
                    <a:pt x="1933" y="3"/>
                  </a:lnTo>
                  <a:lnTo>
                    <a:pt x="1882" y="9"/>
                  </a:lnTo>
                  <a:lnTo>
                    <a:pt x="1833" y="17"/>
                  </a:lnTo>
                  <a:lnTo>
                    <a:pt x="1785" y="29"/>
                  </a:lnTo>
                  <a:lnTo>
                    <a:pt x="1737" y="43"/>
                  </a:lnTo>
                  <a:lnTo>
                    <a:pt x="1691" y="62"/>
                  </a:lnTo>
                  <a:lnTo>
                    <a:pt x="1647" y="83"/>
                  </a:lnTo>
                  <a:lnTo>
                    <a:pt x="311" y="782"/>
                  </a:lnTo>
                  <a:lnTo>
                    <a:pt x="276" y="803"/>
                  </a:lnTo>
                  <a:lnTo>
                    <a:pt x="243" y="826"/>
                  </a:lnTo>
                  <a:lnTo>
                    <a:pt x="213" y="852"/>
                  </a:lnTo>
                  <a:lnTo>
                    <a:pt x="184" y="879"/>
                  </a:lnTo>
                  <a:lnTo>
                    <a:pt x="155" y="908"/>
                  </a:lnTo>
                  <a:lnTo>
                    <a:pt x="131" y="939"/>
                  </a:lnTo>
                  <a:lnTo>
                    <a:pt x="107" y="971"/>
                  </a:lnTo>
                  <a:lnTo>
                    <a:pt x="86" y="1005"/>
                  </a:lnTo>
                  <a:lnTo>
                    <a:pt x="68" y="1040"/>
                  </a:lnTo>
                  <a:lnTo>
                    <a:pt x="50" y="1076"/>
                  </a:lnTo>
                  <a:lnTo>
                    <a:pt x="36" y="1115"/>
                  </a:lnTo>
                  <a:lnTo>
                    <a:pt x="23" y="1153"/>
                  </a:lnTo>
                  <a:lnTo>
                    <a:pt x="14" y="1195"/>
                  </a:lnTo>
                  <a:lnTo>
                    <a:pt x="7" y="1236"/>
                  </a:lnTo>
                  <a:lnTo>
                    <a:pt x="2" y="1279"/>
                  </a:lnTo>
                  <a:lnTo>
                    <a:pt x="0" y="1322"/>
                  </a:lnTo>
                  <a:lnTo>
                    <a:pt x="0" y="3093"/>
                  </a:lnTo>
                  <a:lnTo>
                    <a:pt x="2" y="3147"/>
                  </a:lnTo>
                  <a:lnTo>
                    <a:pt x="7" y="3202"/>
                  </a:lnTo>
                  <a:lnTo>
                    <a:pt x="15" y="3257"/>
                  </a:lnTo>
                  <a:lnTo>
                    <a:pt x="27" y="3312"/>
                  </a:lnTo>
                  <a:lnTo>
                    <a:pt x="42" y="3366"/>
                  </a:lnTo>
                  <a:lnTo>
                    <a:pt x="59" y="3420"/>
                  </a:lnTo>
                  <a:lnTo>
                    <a:pt x="79" y="3474"/>
                  </a:lnTo>
                  <a:lnTo>
                    <a:pt x="102" y="3525"/>
                  </a:lnTo>
                  <a:lnTo>
                    <a:pt x="127" y="3576"/>
                  </a:lnTo>
                  <a:lnTo>
                    <a:pt x="154" y="3624"/>
                  </a:lnTo>
                  <a:lnTo>
                    <a:pt x="184" y="3670"/>
                  </a:lnTo>
                  <a:lnTo>
                    <a:pt x="214" y="3712"/>
                  </a:lnTo>
                  <a:lnTo>
                    <a:pt x="247" y="3752"/>
                  </a:lnTo>
                  <a:lnTo>
                    <a:pt x="281" y="3788"/>
                  </a:lnTo>
                  <a:lnTo>
                    <a:pt x="317" y="3821"/>
                  </a:lnTo>
                  <a:lnTo>
                    <a:pt x="353" y="384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9587" name="Freeform 33"/>
            <p:cNvSpPr>
              <a:spLocks/>
            </p:cNvSpPr>
            <p:nvPr/>
          </p:nvSpPr>
          <p:spPr bwMode="auto">
            <a:xfrm>
              <a:off x="943" y="2210"/>
              <a:ext cx="276" cy="187"/>
            </a:xfrm>
            <a:custGeom>
              <a:avLst/>
              <a:gdLst>
                <a:gd name="T0" fmla="*/ 11 w 1380"/>
                <a:gd name="T1" fmla="*/ 7 h 937"/>
                <a:gd name="T2" fmla="*/ 11 w 1380"/>
                <a:gd name="T3" fmla="*/ 7 h 937"/>
                <a:gd name="T4" fmla="*/ 0 w 1380"/>
                <a:gd name="T5" fmla="*/ 0 h 937"/>
                <a:gd name="T6" fmla="*/ 0 w 1380"/>
                <a:gd name="T7" fmla="*/ 1 h 937"/>
                <a:gd name="T8" fmla="*/ 10 w 1380"/>
                <a:gd name="T9" fmla="*/ 7 h 937"/>
                <a:gd name="T10" fmla="*/ 10 w 1380"/>
                <a:gd name="T11" fmla="*/ 7 h 937"/>
                <a:gd name="T12" fmla="*/ 10 w 1380"/>
                <a:gd name="T13" fmla="*/ 7 h 937"/>
                <a:gd name="T14" fmla="*/ 11 w 1380"/>
                <a:gd name="T15" fmla="*/ 7 h 937"/>
                <a:gd name="T16" fmla="*/ 11 w 1380"/>
                <a:gd name="T17" fmla="*/ 7 h 937"/>
                <a:gd name="T18" fmla="*/ 11 w 1380"/>
                <a:gd name="T19" fmla="*/ 7 h 937"/>
                <a:gd name="T20" fmla="*/ 11 w 1380"/>
                <a:gd name="T21" fmla="*/ 7 h 937"/>
                <a:gd name="T22" fmla="*/ 11 w 1380"/>
                <a:gd name="T23" fmla="*/ 7 h 937"/>
                <a:gd name="T24" fmla="*/ 11 w 1380"/>
                <a:gd name="T25" fmla="*/ 7 h 937"/>
                <a:gd name="T26" fmla="*/ 11 w 1380"/>
                <a:gd name="T27" fmla="*/ 7 h 937"/>
                <a:gd name="T28" fmla="*/ 11 w 1380"/>
                <a:gd name="T29" fmla="*/ 7 h 937"/>
                <a:gd name="T30" fmla="*/ 11 w 1380"/>
                <a:gd name="T31" fmla="*/ 7 h 93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80"/>
                <a:gd name="T49" fmla="*/ 0 h 937"/>
                <a:gd name="T50" fmla="*/ 1380 w 1380"/>
                <a:gd name="T51" fmla="*/ 937 h 93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80" h="937">
                  <a:moveTo>
                    <a:pt x="1354" y="848"/>
                  </a:moveTo>
                  <a:lnTo>
                    <a:pt x="1359" y="851"/>
                  </a:lnTo>
                  <a:lnTo>
                    <a:pt x="51" y="0"/>
                  </a:lnTo>
                  <a:lnTo>
                    <a:pt x="0" y="78"/>
                  </a:lnTo>
                  <a:lnTo>
                    <a:pt x="1307" y="929"/>
                  </a:lnTo>
                  <a:lnTo>
                    <a:pt x="1312" y="932"/>
                  </a:lnTo>
                  <a:lnTo>
                    <a:pt x="1307" y="929"/>
                  </a:lnTo>
                  <a:lnTo>
                    <a:pt x="1326" y="937"/>
                  </a:lnTo>
                  <a:lnTo>
                    <a:pt x="1345" y="936"/>
                  </a:lnTo>
                  <a:lnTo>
                    <a:pt x="1360" y="929"/>
                  </a:lnTo>
                  <a:lnTo>
                    <a:pt x="1372" y="916"/>
                  </a:lnTo>
                  <a:lnTo>
                    <a:pt x="1379" y="899"/>
                  </a:lnTo>
                  <a:lnTo>
                    <a:pt x="1380" y="883"/>
                  </a:lnTo>
                  <a:lnTo>
                    <a:pt x="1374" y="865"/>
                  </a:lnTo>
                  <a:lnTo>
                    <a:pt x="1359" y="851"/>
                  </a:lnTo>
                  <a:lnTo>
                    <a:pt x="1354" y="84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9588" name="Freeform 34"/>
            <p:cNvSpPr>
              <a:spLocks/>
            </p:cNvSpPr>
            <p:nvPr/>
          </p:nvSpPr>
          <p:spPr bwMode="auto">
            <a:xfrm>
              <a:off x="1206" y="2379"/>
              <a:ext cx="140" cy="32"/>
            </a:xfrm>
            <a:custGeom>
              <a:avLst/>
              <a:gdLst>
                <a:gd name="T0" fmla="*/ 5 w 703"/>
                <a:gd name="T1" fmla="*/ 0 h 162"/>
                <a:gd name="T2" fmla="*/ 5 w 703"/>
                <a:gd name="T3" fmla="*/ 0 h 162"/>
                <a:gd name="T4" fmla="*/ 5 w 703"/>
                <a:gd name="T5" fmla="*/ 0 h 162"/>
                <a:gd name="T6" fmla="*/ 5 w 703"/>
                <a:gd name="T7" fmla="*/ 0 h 162"/>
                <a:gd name="T8" fmla="*/ 4 w 703"/>
                <a:gd name="T9" fmla="*/ 0 h 162"/>
                <a:gd name="T10" fmla="*/ 4 w 703"/>
                <a:gd name="T11" fmla="*/ 0 h 162"/>
                <a:gd name="T12" fmla="*/ 4 w 703"/>
                <a:gd name="T13" fmla="*/ 0 h 162"/>
                <a:gd name="T14" fmla="*/ 3 w 703"/>
                <a:gd name="T15" fmla="*/ 1 h 162"/>
                <a:gd name="T16" fmla="*/ 3 w 703"/>
                <a:gd name="T17" fmla="*/ 1 h 162"/>
                <a:gd name="T18" fmla="*/ 3 w 703"/>
                <a:gd name="T19" fmla="*/ 1 h 162"/>
                <a:gd name="T20" fmla="*/ 2 w 703"/>
                <a:gd name="T21" fmla="*/ 1 h 162"/>
                <a:gd name="T22" fmla="*/ 2 w 703"/>
                <a:gd name="T23" fmla="*/ 1 h 162"/>
                <a:gd name="T24" fmla="*/ 2 w 703"/>
                <a:gd name="T25" fmla="*/ 0 h 162"/>
                <a:gd name="T26" fmla="*/ 1 w 703"/>
                <a:gd name="T27" fmla="*/ 0 h 162"/>
                <a:gd name="T28" fmla="*/ 1 w 703"/>
                <a:gd name="T29" fmla="*/ 0 h 162"/>
                <a:gd name="T30" fmla="*/ 1 w 703"/>
                <a:gd name="T31" fmla="*/ 0 h 162"/>
                <a:gd name="T32" fmla="*/ 1 w 703"/>
                <a:gd name="T33" fmla="*/ 0 h 162"/>
                <a:gd name="T34" fmla="*/ 0 w 703"/>
                <a:gd name="T35" fmla="*/ 0 h 162"/>
                <a:gd name="T36" fmla="*/ 0 w 703"/>
                <a:gd name="T37" fmla="*/ 1 h 162"/>
                <a:gd name="T38" fmla="*/ 0 w 703"/>
                <a:gd name="T39" fmla="*/ 1 h 162"/>
                <a:gd name="T40" fmla="*/ 1 w 703"/>
                <a:gd name="T41" fmla="*/ 1 h 162"/>
                <a:gd name="T42" fmla="*/ 1 w 703"/>
                <a:gd name="T43" fmla="*/ 1 h 162"/>
                <a:gd name="T44" fmla="*/ 1 w 703"/>
                <a:gd name="T45" fmla="*/ 1 h 162"/>
                <a:gd name="T46" fmla="*/ 2 w 703"/>
                <a:gd name="T47" fmla="*/ 1 h 162"/>
                <a:gd name="T48" fmla="*/ 2 w 703"/>
                <a:gd name="T49" fmla="*/ 1 h 162"/>
                <a:gd name="T50" fmla="*/ 2 w 703"/>
                <a:gd name="T51" fmla="*/ 1 h 162"/>
                <a:gd name="T52" fmla="*/ 3 w 703"/>
                <a:gd name="T53" fmla="*/ 1 h 162"/>
                <a:gd name="T54" fmla="*/ 3 w 703"/>
                <a:gd name="T55" fmla="*/ 1 h 162"/>
                <a:gd name="T56" fmla="*/ 3 w 703"/>
                <a:gd name="T57" fmla="*/ 1 h 162"/>
                <a:gd name="T58" fmla="*/ 4 w 703"/>
                <a:gd name="T59" fmla="*/ 1 h 162"/>
                <a:gd name="T60" fmla="*/ 4 w 703"/>
                <a:gd name="T61" fmla="*/ 1 h 162"/>
                <a:gd name="T62" fmla="*/ 5 w 703"/>
                <a:gd name="T63" fmla="*/ 1 h 162"/>
                <a:gd name="T64" fmla="*/ 5 w 703"/>
                <a:gd name="T65" fmla="*/ 1 h 162"/>
                <a:gd name="T66" fmla="*/ 5 w 703"/>
                <a:gd name="T67" fmla="*/ 1 h 162"/>
                <a:gd name="T68" fmla="*/ 5 w 703"/>
                <a:gd name="T69" fmla="*/ 1 h 162"/>
                <a:gd name="T70" fmla="*/ 5 w 703"/>
                <a:gd name="T71" fmla="*/ 1 h 162"/>
                <a:gd name="T72" fmla="*/ 5 w 703"/>
                <a:gd name="T73" fmla="*/ 1 h 162"/>
                <a:gd name="T74" fmla="*/ 5 w 703"/>
                <a:gd name="T75" fmla="*/ 1 h 162"/>
                <a:gd name="T76" fmla="*/ 6 w 703"/>
                <a:gd name="T77" fmla="*/ 0 h 162"/>
                <a:gd name="T78" fmla="*/ 6 w 703"/>
                <a:gd name="T79" fmla="*/ 0 h 162"/>
                <a:gd name="T80" fmla="*/ 6 w 703"/>
                <a:gd name="T81" fmla="*/ 0 h 162"/>
                <a:gd name="T82" fmla="*/ 5 w 703"/>
                <a:gd name="T83" fmla="*/ 0 h 162"/>
                <a:gd name="T84" fmla="*/ 5 w 703"/>
                <a:gd name="T85" fmla="*/ 0 h 162"/>
                <a:gd name="T86" fmla="*/ 5 w 703"/>
                <a:gd name="T87" fmla="*/ 0 h 162"/>
                <a:gd name="T88" fmla="*/ 5 w 703"/>
                <a:gd name="T89" fmla="*/ 0 h 162"/>
                <a:gd name="T90" fmla="*/ 5 w 703"/>
                <a:gd name="T91" fmla="*/ 0 h 162"/>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703"/>
                <a:gd name="T139" fmla="*/ 0 h 162"/>
                <a:gd name="T140" fmla="*/ 703 w 703"/>
                <a:gd name="T141" fmla="*/ 162 h 162"/>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703" h="162">
                  <a:moveTo>
                    <a:pt x="631" y="8"/>
                  </a:moveTo>
                  <a:lnTo>
                    <a:pt x="636" y="6"/>
                  </a:lnTo>
                  <a:lnTo>
                    <a:pt x="606" y="20"/>
                  </a:lnTo>
                  <a:lnTo>
                    <a:pt x="575" y="32"/>
                  </a:lnTo>
                  <a:lnTo>
                    <a:pt x="540" y="42"/>
                  </a:lnTo>
                  <a:lnTo>
                    <a:pt x="504" y="52"/>
                  </a:lnTo>
                  <a:lnTo>
                    <a:pt x="467" y="59"/>
                  </a:lnTo>
                  <a:lnTo>
                    <a:pt x="428" y="64"/>
                  </a:lnTo>
                  <a:lnTo>
                    <a:pt x="389" y="67"/>
                  </a:lnTo>
                  <a:lnTo>
                    <a:pt x="348" y="68"/>
                  </a:lnTo>
                  <a:lnTo>
                    <a:pt x="308" y="68"/>
                  </a:lnTo>
                  <a:lnTo>
                    <a:pt x="267" y="65"/>
                  </a:lnTo>
                  <a:lnTo>
                    <a:pt x="226" y="61"/>
                  </a:lnTo>
                  <a:lnTo>
                    <a:pt x="187" y="54"/>
                  </a:lnTo>
                  <a:lnTo>
                    <a:pt x="148" y="44"/>
                  </a:lnTo>
                  <a:lnTo>
                    <a:pt x="110" y="33"/>
                  </a:lnTo>
                  <a:lnTo>
                    <a:pt x="75" y="20"/>
                  </a:lnTo>
                  <a:lnTo>
                    <a:pt x="42" y="5"/>
                  </a:lnTo>
                  <a:lnTo>
                    <a:pt x="0" y="89"/>
                  </a:lnTo>
                  <a:lnTo>
                    <a:pt x="40" y="107"/>
                  </a:lnTo>
                  <a:lnTo>
                    <a:pt x="82" y="122"/>
                  </a:lnTo>
                  <a:lnTo>
                    <a:pt x="124" y="135"/>
                  </a:lnTo>
                  <a:lnTo>
                    <a:pt x="169" y="146"/>
                  </a:lnTo>
                  <a:lnTo>
                    <a:pt x="214" y="153"/>
                  </a:lnTo>
                  <a:lnTo>
                    <a:pt x="258" y="158"/>
                  </a:lnTo>
                  <a:lnTo>
                    <a:pt x="303" y="162"/>
                  </a:lnTo>
                  <a:lnTo>
                    <a:pt x="348" y="162"/>
                  </a:lnTo>
                  <a:lnTo>
                    <a:pt x="394" y="161"/>
                  </a:lnTo>
                  <a:lnTo>
                    <a:pt x="439" y="157"/>
                  </a:lnTo>
                  <a:lnTo>
                    <a:pt x="481" y="150"/>
                  </a:lnTo>
                  <a:lnTo>
                    <a:pt x="525" y="143"/>
                  </a:lnTo>
                  <a:lnTo>
                    <a:pt x="566" y="132"/>
                  </a:lnTo>
                  <a:lnTo>
                    <a:pt x="606" y="121"/>
                  </a:lnTo>
                  <a:lnTo>
                    <a:pt x="643" y="105"/>
                  </a:lnTo>
                  <a:lnTo>
                    <a:pt x="678" y="88"/>
                  </a:lnTo>
                  <a:lnTo>
                    <a:pt x="683" y="86"/>
                  </a:lnTo>
                  <a:lnTo>
                    <a:pt x="678" y="88"/>
                  </a:lnTo>
                  <a:lnTo>
                    <a:pt x="695" y="75"/>
                  </a:lnTo>
                  <a:lnTo>
                    <a:pt x="702" y="60"/>
                  </a:lnTo>
                  <a:lnTo>
                    <a:pt x="703" y="42"/>
                  </a:lnTo>
                  <a:lnTo>
                    <a:pt x="698" y="26"/>
                  </a:lnTo>
                  <a:lnTo>
                    <a:pt x="688" y="12"/>
                  </a:lnTo>
                  <a:lnTo>
                    <a:pt x="674" y="3"/>
                  </a:lnTo>
                  <a:lnTo>
                    <a:pt x="656" y="0"/>
                  </a:lnTo>
                  <a:lnTo>
                    <a:pt x="636" y="6"/>
                  </a:lnTo>
                  <a:lnTo>
                    <a:pt x="631"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9589" name="Freeform 35"/>
            <p:cNvSpPr>
              <a:spLocks/>
            </p:cNvSpPr>
            <p:nvPr/>
          </p:nvSpPr>
          <p:spPr bwMode="auto">
            <a:xfrm>
              <a:off x="1332" y="2204"/>
              <a:ext cx="283" cy="192"/>
            </a:xfrm>
            <a:custGeom>
              <a:avLst/>
              <a:gdLst>
                <a:gd name="T0" fmla="*/ 11 w 1415"/>
                <a:gd name="T1" fmla="*/ 0 h 960"/>
                <a:gd name="T2" fmla="*/ 11 w 1415"/>
                <a:gd name="T3" fmla="*/ 0 h 960"/>
                <a:gd name="T4" fmla="*/ 0 w 1415"/>
                <a:gd name="T5" fmla="*/ 7 h 960"/>
                <a:gd name="T6" fmla="*/ 0 w 1415"/>
                <a:gd name="T7" fmla="*/ 8 h 960"/>
                <a:gd name="T8" fmla="*/ 11 w 1415"/>
                <a:gd name="T9" fmla="*/ 1 h 960"/>
                <a:gd name="T10" fmla="*/ 11 w 1415"/>
                <a:gd name="T11" fmla="*/ 1 h 960"/>
                <a:gd name="T12" fmla="*/ 11 w 1415"/>
                <a:gd name="T13" fmla="*/ 1 h 960"/>
                <a:gd name="T14" fmla="*/ 11 w 1415"/>
                <a:gd name="T15" fmla="*/ 1 h 960"/>
                <a:gd name="T16" fmla="*/ 11 w 1415"/>
                <a:gd name="T17" fmla="*/ 0 h 960"/>
                <a:gd name="T18" fmla="*/ 11 w 1415"/>
                <a:gd name="T19" fmla="*/ 0 h 960"/>
                <a:gd name="T20" fmla="*/ 11 w 1415"/>
                <a:gd name="T21" fmla="*/ 0 h 960"/>
                <a:gd name="T22" fmla="*/ 11 w 1415"/>
                <a:gd name="T23" fmla="*/ 0 h 960"/>
                <a:gd name="T24" fmla="*/ 11 w 1415"/>
                <a:gd name="T25" fmla="*/ 0 h 960"/>
                <a:gd name="T26" fmla="*/ 11 w 1415"/>
                <a:gd name="T27" fmla="*/ 0 h 960"/>
                <a:gd name="T28" fmla="*/ 11 w 1415"/>
                <a:gd name="T29" fmla="*/ 0 h 960"/>
                <a:gd name="T30" fmla="*/ 11 w 1415"/>
                <a:gd name="T31" fmla="*/ 0 h 96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15"/>
                <a:gd name="T49" fmla="*/ 0 h 960"/>
                <a:gd name="T50" fmla="*/ 1415 w 1415"/>
                <a:gd name="T51" fmla="*/ 960 h 96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15" h="960">
                  <a:moveTo>
                    <a:pt x="1338" y="10"/>
                  </a:moveTo>
                  <a:lnTo>
                    <a:pt x="1342" y="8"/>
                  </a:lnTo>
                  <a:lnTo>
                    <a:pt x="0" y="882"/>
                  </a:lnTo>
                  <a:lnTo>
                    <a:pt x="52" y="960"/>
                  </a:lnTo>
                  <a:lnTo>
                    <a:pt x="1393" y="85"/>
                  </a:lnTo>
                  <a:lnTo>
                    <a:pt x="1397" y="83"/>
                  </a:lnTo>
                  <a:lnTo>
                    <a:pt x="1393" y="85"/>
                  </a:lnTo>
                  <a:lnTo>
                    <a:pt x="1409" y="71"/>
                  </a:lnTo>
                  <a:lnTo>
                    <a:pt x="1415" y="53"/>
                  </a:lnTo>
                  <a:lnTo>
                    <a:pt x="1413" y="37"/>
                  </a:lnTo>
                  <a:lnTo>
                    <a:pt x="1406" y="21"/>
                  </a:lnTo>
                  <a:lnTo>
                    <a:pt x="1395" y="8"/>
                  </a:lnTo>
                  <a:lnTo>
                    <a:pt x="1379" y="1"/>
                  </a:lnTo>
                  <a:lnTo>
                    <a:pt x="1361" y="0"/>
                  </a:lnTo>
                  <a:lnTo>
                    <a:pt x="1342" y="8"/>
                  </a:lnTo>
                  <a:lnTo>
                    <a:pt x="1338" y="1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9590" name="Freeform 36"/>
            <p:cNvSpPr>
              <a:spLocks/>
            </p:cNvSpPr>
            <p:nvPr/>
          </p:nvSpPr>
          <p:spPr bwMode="auto">
            <a:xfrm>
              <a:off x="1599" y="2057"/>
              <a:ext cx="80" cy="163"/>
            </a:xfrm>
            <a:custGeom>
              <a:avLst/>
              <a:gdLst>
                <a:gd name="T0" fmla="*/ 2 w 398"/>
                <a:gd name="T1" fmla="*/ 0 h 817"/>
                <a:gd name="T2" fmla="*/ 2 w 398"/>
                <a:gd name="T3" fmla="*/ 0 h 817"/>
                <a:gd name="T4" fmla="*/ 2 w 398"/>
                <a:gd name="T5" fmla="*/ 1 h 817"/>
                <a:gd name="T6" fmla="*/ 2 w 398"/>
                <a:gd name="T7" fmla="*/ 1 h 817"/>
                <a:gd name="T8" fmla="*/ 2 w 398"/>
                <a:gd name="T9" fmla="*/ 2 h 817"/>
                <a:gd name="T10" fmla="*/ 2 w 398"/>
                <a:gd name="T11" fmla="*/ 2 h 817"/>
                <a:gd name="T12" fmla="*/ 2 w 398"/>
                <a:gd name="T13" fmla="*/ 2 h 817"/>
                <a:gd name="T14" fmla="*/ 2 w 398"/>
                <a:gd name="T15" fmla="*/ 3 h 817"/>
                <a:gd name="T16" fmla="*/ 2 w 398"/>
                <a:gd name="T17" fmla="*/ 3 h 817"/>
                <a:gd name="T18" fmla="*/ 2 w 398"/>
                <a:gd name="T19" fmla="*/ 4 h 817"/>
                <a:gd name="T20" fmla="*/ 2 w 398"/>
                <a:gd name="T21" fmla="*/ 4 h 817"/>
                <a:gd name="T22" fmla="*/ 1 w 398"/>
                <a:gd name="T23" fmla="*/ 4 h 817"/>
                <a:gd name="T24" fmla="*/ 1 w 398"/>
                <a:gd name="T25" fmla="*/ 5 h 817"/>
                <a:gd name="T26" fmla="*/ 1 w 398"/>
                <a:gd name="T27" fmla="*/ 5 h 817"/>
                <a:gd name="T28" fmla="*/ 1 w 398"/>
                <a:gd name="T29" fmla="*/ 5 h 817"/>
                <a:gd name="T30" fmla="*/ 1 w 398"/>
                <a:gd name="T31" fmla="*/ 5 h 817"/>
                <a:gd name="T32" fmla="*/ 0 w 398"/>
                <a:gd name="T33" fmla="*/ 6 h 817"/>
                <a:gd name="T34" fmla="*/ 0 w 398"/>
                <a:gd name="T35" fmla="*/ 6 h 817"/>
                <a:gd name="T36" fmla="*/ 0 w 398"/>
                <a:gd name="T37" fmla="*/ 7 h 817"/>
                <a:gd name="T38" fmla="*/ 1 w 398"/>
                <a:gd name="T39" fmla="*/ 6 h 817"/>
                <a:gd name="T40" fmla="*/ 1 w 398"/>
                <a:gd name="T41" fmla="*/ 6 h 817"/>
                <a:gd name="T42" fmla="*/ 1 w 398"/>
                <a:gd name="T43" fmla="*/ 6 h 817"/>
                <a:gd name="T44" fmla="*/ 2 w 398"/>
                <a:gd name="T45" fmla="*/ 5 h 817"/>
                <a:gd name="T46" fmla="*/ 2 w 398"/>
                <a:gd name="T47" fmla="*/ 5 h 817"/>
                <a:gd name="T48" fmla="*/ 2 w 398"/>
                <a:gd name="T49" fmla="*/ 5 h 817"/>
                <a:gd name="T50" fmla="*/ 2 w 398"/>
                <a:gd name="T51" fmla="*/ 4 h 817"/>
                <a:gd name="T52" fmla="*/ 2 w 398"/>
                <a:gd name="T53" fmla="*/ 4 h 817"/>
                <a:gd name="T54" fmla="*/ 3 w 398"/>
                <a:gd name="T55" fmla="*/ 3 h 817"/>
                <a:gd name="T56" fmla="*/ 3 w 398"/>
                <a:gd name="T57" fmla="*/ 3 h 817"/>
                <a:gd name="T58" fmla="*/ 3 w 398"/>
                <a:gd name="T59" fmla="*/ 3 h 817"/>
                <a:gd name="T60" fmla="*/ 3 w 398"/>
                <a:gd name="T61" fmla="*/ 2 h 817"/>
                <a:gd name="T62" fmla="*/ 3 w 398"/>
                <a:gd name="T63" fmla="*/ 2 h 817"/>
                <a:gd name="T64" fmla="*/ 3 w 398"/>
                <a:gd name="T65" fmla="*/ 1 h 817"/>
                <a:gd name="T66" fmla="*/ 3 w 398"/>
                <a:gd name="T67" fmla="*/ 1 h 817"/>
                <a:gd name="T68" fmla="*/ 3 w 398"/>
                <a:gd name="T69" fmla="*/ 0 h 817"/>
                <a:gd name="T70" fmla="*/ 3 w 398"/>
                <a:gd name="T71" fmla="*/ 0 h 817"/>
                <a:gd name="T72" fmla="*/ 3 w 398"/>
                <a:gd name="T73" fmla="*/ 0 h 817"/>
                <a:gd name="T74" fmla="*/ 3 w 398"/>
                <a:gd name="T75" fmla="*/ 0 h 817"/>
                <a:gd name="T76" fmla="*/ 3 w 398"/>
                <a:gd name="T77" fmla="*/ 0 h 817"/>
                <a:gd name="T78" fmla="*/ 3 w 398"/>
                <a:gd name="T79" fmla="*/ 0 h 817"/>
                <a:gd name="T80" fmla="*/ 3 w 398"/>
                <a:gd name="T81" fmla="*/ 0 h 817"/>
                <a:gd name="T82" fmla="*/ 3 w 398"/>
                <a:gd name="T83" fmla="*/ 0 h 817"/>
                <a:gd name="T84" fmla="*/ 3 w 398"/>
                <a:gd name="T85" fmla="*/ 0 h 817"/>
                <a:gd name="T86" fmla="*/ 2 w 398"/>
                <a:gd name="T87" fmla="*/ 0 h 817"/>
                <a:gd name="T88" fmla="*/ 2 w 398"/>
                <a:gd name="T89" fmla="*/ 0 h 817"/>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398"/>
                <a:gd name="T136" fmla="*/ 0 h 817"/>
                <a:gd name="T137" fmla="*/ 398 w 398"/>
                <a:gd name="T138" fmla="*/ 817 h 817"/>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398" h="817">
                  <a:moveTo>
                    <a:pt x="304" y="47"/>
                  </a:moveTo>
                  <a:lnTo>
                    <a:pt x="304" y="47"/>
                  </a:lnTo>
                  <a:lnTo>
                    <a:pt x="301" y="97"/>
                  </a:lnTo>
                  <a:lnTo>
                    <a:pt x="297" y="147"/>
                  </a:lnTo>
                  <a:lnTo>
                    <a:pt x="291" y="198"/>
                  </a:lnTo>
                  <a:lnTo>
                    <a:pt x="280" y="247"/>
                  </a:lnTo>
                  <a:lnTo>
                    <a:pt x="268" y="297"/>
                  </a:lnTo>
                  <a:lnTo>
                    <a:pt x="253" y="347"/>
                  </a:lnTo>
                  <a:lnTo>
                    <a:pt x="236" y="395"/>
                  </a:lnTo>
                  <a:lnTo>
                    <a:pt x="217" y="442"/>
                  </a:lnTo>
                  <a:lnTo>
                    <a:pt x="195" y="487"/>
                  </a:lnTo>
                  <a:lnTo>
                    <a:pt x="171" y="532"/>
                  </a:lnTo>
                  <a:lnTo>
                    <a:pt x="147" y="574"/>
                  </a:lnTo>
                  <a:lnTo>
                    <a:pt x="121" y="613"/>
                  </a:lnTo>
                  <a:lnTo>
                    <a:pt x="93" y="650"/>
                  </a:lnTo>
                  <a:lnTo>
                    <a:pt x="64" y="684"/>
                  </a:lnTo>
                  <a:lnTo>
                    <a:pt x="32" y="716"/>
                  </a:lnTo>
                  <a:lnTo>
                    <a:pt x="0" y="744"/>
                  </a:lnTo>
                  <a:lnTo>
                    <a:pt x="59" y="817"/>
                  </a:lnTo>
                  <a:lnTo>
                    <a:pt x="95" y="784"/>
                  </a:lnTo>
                  <a:lnTo>
                    <a:pt x="132" y="748"/>
                  </a:lnTo>
                  <a:lnTo>
                    <a:pt x="166" y="709"/>
                  </a:lnTo>
                  <a:lnTo>
                    <a:pt x="196" y="667"/>
                  </a:lnTo>
                  <a:lnTo>
                    <a:pt x="227" y="623"/>
                  </a:lnTo>
                  <a:lnTo>
                    <a:pt x="253" y="576"/>
                  </a:lnTo>
                  <a:lnTo>
                    <a:pt x="279" y="530"/>
                  </a:lnTo>
                  <a:lnTo>
                    <a:pt x="301" y="479"/>
                  </a:lnTo>
                  <a:lnTo>
                    <a:pt x="323" y="428"/>
                  </a:lnTo>
                  <a:lnTo>
                    <a:pt x="342" y="375"/>
                  </a:lnTo>
                  <a:lnTo>
                    <a:pt x="359" y="321"/>
                  </a:lnTo>
                  <a:lnTo>
                    <a:pt x="372" y="268"/>
                  </a:lnTo>
                  <a:lnTo>
                    <a:pt x="382" y="212"/>
                  </a:lnTo>
                  <a:lnTo>
                    <a:pt x="391" y="157"/>
                  </a:lnTo>
                  <a:lnTo>
                    <a:pt x="395" y="102"/>
                  </a:lnTo>
                  <a:lnTo>
                    <a:pt x="398" y="47"/>
                  </a:lnTo>
                  <a:lnTo>
                    <a:pt x="394" y="27"/>
                  </a:lnTo>
                  <a:lnTo>
                    <a:pt x="383" y="11"/>
                  </a:lnTo>
                  <a:lnTo>
                    <a:pt x="368" y="3"/>
                  </a:lnTo>
                  <a:lnTo>
                    <a:pt x="351" y="0"/>
                  </a:lnTo>
                  <a:lnTo>
                    <a:pt x="333" y="3"/>
                  </a:lnTo>
                  <a:lnTo>
                    <a:pt x="319" y="11"/>
                  </a:lnTo>
                  <a:lnTo>
                    <a:pt x="307" y="27"/>
                  </a:lnTo>
                  <a:lnTo>
                    <a:pt x="304" y="4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9591" name="Freeform 37"/>
            <p:cNvSpPr>
              <a:spLocks/>
            </p:cNvSpPr>
            <p:nvPr/>
          </p:nvSpPr>
          <p:spPr bwMode="auto">
            <a:xfrm>
              <a:off x="1660" y="1701"/>
              <a:ext cx="19" cy="365"/>
            </a:xfrm>
            <a:custGeom>
              <a:avLst/>
              <a:gdLst>
                <a:gd name="T0" fmla="*/ 0 w 95"/>
                <a:gd name="T1" fmla="*/ 0 h 1826"/>
                <a:gd name="T2" fmla="*/ 0 w 95"/>
                <a:gd name="T3" fmla="*/ 0 h 1826"/>
                <a:gd name="T4" fmla="*/ 0 w 95"/>
                <a:gd name="T5" fmla="*/ 15 h 1826"/>
                <a:gd name="T6" fmla="*/ 1 w 95"/>
                <a:gd name="T7" fmla="*/ 15 h 1826"/>
                <a:gd name="T8" fmla="*/ 1 w 95"/>
                <a:gd name="T9" fmla="*/ 0 h 1826"/>
                <a:gd name="T10" fmla="*/ 1 w 95"/>
                <a:gd name="T11" fmla="*/ 0 h 1826"/>
                <a:gd name="T12" fmla="*/ 1 w 95"/>
                <a:gd name="T13" fmla="*/ 0 h 1826"/>
                <a:gd name="T14" fmla="*/ 1 w 95"/>
                <a:gd name="T15" fmla="*/ 0 h 1826"/>
                <a:gd name="T16" fmla="*/ 1 w 95"/>
                <a:gd name="T17" fmla="*/ 0 h 1826"/>
                <a:gd name="T18" fmla="*/ 1 w 95"/>
                <a:gd name="T19" fmla="*/ 0 h 1826"/>
                <a:gd name="T20" fmla="*/ 0 w 95"/>
                <a:gd name="T21" fmla="*/ 0 h 1826"/>
                <a:gd name="T22" fmla="*/ 0 w 95"/>
                <a:gd name="T23" fmla="*/ 0 h 1826"/>
                <a:gd name="T24" fmla="*/ 0 w 95"/>
                <a:gd name="T25" fmla="*/ 0 h 1826"/>
                <a:gd name="T26" fmla="*/ 0 w 95"/>
                <a:gd name="T27" fmla="*/ 0 h 1826"/>
                <a:gd name="T28" fmla="*/ 0 w 95"/>
                <a:gd name="T29" fmla="*/ 0 h 1826"/>
                <a:gd name="T30" fmla="*/ 0 w 95"/>
                <a:gd name="T31" fmla="*/ 0 h 182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95"/>
                <a:gd name="T49" fmla="*/ 0 h 1826"/>
                <a:gd name="T50" fmla="*/ 95 w 95"/>
                <a:gd name="T51" fmla="*/ 1826 h 182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95" h="1826">
                  <a:moveTo>
                    <a:pt x="0" y="49"/>
                  </a:moveTo>
                  <a:lnTo>
                    <a:pt x="0" y="47"/>
                  </a:lnTo>
                  <a:lnTo>
                    <a:pt x="1" y="1826"/>
                  </a:lnTo>
                  <a:lnTo>
                    <a:pt x="95" y="1826"/>
                  </a:lnTo>
                  <a:lnTo>
                    <a:pt x="93" y="47"/>
                  </a:lnTo>
                  <a:lnTo>
                    <a:pt x="93" y="45"/>
                  </a:lnTo>
                  <a:lnTo>
                    <a:pt x="93" y="47"/>
                  </a:lnTo>
                  <a:lnTo>
                    <a:pt x="90" y="27"/>
                  </a:lnTo>
                  <a:lnTo>
                    <a:pt x="79" y="12"/>
                  </a:lnTo>
                  <a:lnTo>
                    <a:pt x="64" y="4"/>
                  </a:lnTo>
                  <a:lnTo>
                    <a:pt x="47" y="0"/>
                  </a:lnTo>
                  <a:lnTo>
                    <a:pt x="29" y="4"/>
                  </a:lnTo>
                  <a:lnTo>
                    <a:pt x="15" y="12"/>
                  </a:lnTo>
                  <a:lnTo>
                    <a:pt x="3" y="27"/>
                  </a:lnTo>
                  <a:lnTo>
                    <a:pt x="0" y="47"/>
                  </a:lnTo>
                  <a:lnTo>
                    <a:pt x="0" y="4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9592" name="Freeform 38"/>
            <p:cNvSpPr>
              <a:spLocks/>
            </p:cNvSpPr>
            <p:nvPr/>
          </p:nvSpPr>
          <p:spPr bwMode="auto">
            <a:xfrm>
              <a:off x="1598" y="1598"/>
              <a:ext cx="81" cy="113"/>
            </a:xfrm>
            <a:custGeom>
              <a:avLst/>
              <a:gdLst>
                <a:gd name="T0" fmla="*/ 0 w 401"/>
                <a:gd name="T1" fmla="*/ 1 h 566"/>
                <a:gd name="T2" fmla="*/ 0 w 401"/>
                <a:gd name="T3" fmla="*/ 1 h 566"/>
                <a:gd name="T4" fmla="*/ 0 w 401"/>
                <a:gd name="T5" fmla="*/ 1 h 566"/>
                <a:gd name="T6" fmla="*/ 1 w 401"/>
                <a:gd name="T7" fmla="*/ 1 h 566"/>
                <a:gd name="T8" fmla="*/ 1 w 401"/>
                <a:gd name="T9" fmla="*/ 1 h 566"/>
                <a:gd name="T10" fmla="*/ 1 w 401"/>
                <a:gd name="T11" fmla="*/ 1 h 566"/>
                <a:gd name="T12" fmla="*/ 1 w 401"/>
                <a:gd name="T13" fmla="*/ 2 h 566"/>
                <a:gd name="T14" fmla="*/ 1 w 401"/>
                <a:gd name="T15" fmla="*/ 2 h 566"/>
                <a:gd name="T16" fmla="*/ 2 w 401"/>
                <a:gd name="T17" fmla="*/ 2 h 566"/>
                <a:gd name="T18" fmla="*/ 2 w 401"/>
                <a:gd name="T19" fmla="*/ 2 h 566"/>
                <a:gd name="T20" fmla="*/ 2 w 401"/>
                <a:gd name="T21" fmla="*/ 2 h 566"/>
                <a:gd name="T22" fmla="*/ 2 w 401"/>
                <a:gd name="T23" fmla="*/ 3 h 566"/>
                <a:gd name="T24" fmla="*/ 2 w 401"/>
                <a:gd name="T25" fmla="*/ 3 h 566"/>
                <a:gd name="T26" fmla="*/ 2 w 401"/>
                <a:gd name="T27" fmla="*/ 3 h 566"/>
                <a:gd name="T28" fmla="*/ 2 w 401"/>
                <a:gd name="T29" fmla="*/ 4 h 566"/>
                <a:gd name="T30" fmla="*/ 2 w 401"/>
                <a:gd name="T31" fmla="*/ 4 h 566"/>
                <a:gd name="T32" fmla="*/ 2 w 401"/>
                <a:gd name="T33" fmla="*/ 4 h 566"/>
                <a:gd name="T34" fmla="*/ 3 w 401"/>
                <a:gd name="T35" fmla="*/ 5 h 566"/>
                <a:gd name="T36" fmla="*/ 3 w 401"/>
                <a:gd name="T37" fmla="*/ 4 h 566"/>
                <a:gd name="T38" fmla="*/ 3 w 401"/>
                <a:gd name="T39" fmla="*/ 4 h 566"/>
                <a:gd name="T40" fmla="*/ 3 w 401"/>
                <a:gd name="T41" fmla="*/ 4 h 566"/>
                <a:gd name="T42" fmla="*/ 3 w 401"/>
                <a:gd name="T43" fmla="*/ 3 h 566"/>
                <a:gd name="T44" fmla="*/ 3 w 401"/>
                <a:gd name="T45" fmla="*/ 3 h 566"/>
                <a:gd name="T46" fmla="*/ 3 w 401"/>
                <a:gd name="T47" fmla="*/ 3 h 566"/>
                <a:gd name="T48" fmla="*/ 3 w 401"/>
                <a:gd name="T49" fmla="*/ 2 h 566"/>
                <a:gd name="T50" fmla="*/ 3 w 401"/>
                <a:gd name="T51" fmla="*/ 2 h 566"/>
                <a:gd name="T52" fmla="*/ 2 w 401"/>
                <a:gd name="T53" fmla="*/ 2 h 566"/>
                <a:gd name="T54" fmla="*/ 2 w 401"/>
                <a:gd name="T55" fmla="*/ 2 h 566"/>
                <a:gd name="T56" fmla="*/ 2 w 401"/>
                <a:gd name="T57" fmla="*/ 1 h 566"/>
                <a:gd name="T58" fmla="*/ 2 w 401"/>
                <a:gd name="T59" fmla="*/ 1 h 566"/>
                <a:gd name="T60" fmla="*/ 2 w 401"/>
                <a:gd name="T61" fmla="*/ 1 h 566"/>
                <a:gd name="T62" fmla="*/ 1 w 401"/>
                <a:gd name="T63" fmla="*/ 1 h 566"/>
                <a:gd name="T64" fmla="*/ 1 w 401"/>
                <a:gd name="T65" fmla="*/ 0 h 566"/>
                <a:gd name="T66" fmla="*/ 1 w 401"/>
                <a:gd name="T67" fmla="*/ 0 h 566"/>
                <a:gd name="T68" fmla="*/ 1 w 401"/>
                <a:gd name="T69" fmla="*/ 0 h 566"/>
                <a:gd name="T70" fmla="*/ 1 w 401"/>
                <a:gd name="T71" fmla="*/ 0 h 566"/>
                <a:gd name="T72" fmla="*/ 1 w 401"/>
                <a:gd name="T73" fmla="*/ 0 h 566"/>
                <a:gd name="T74" fmla="*/ 0 w 401"/>
                <a:gd name="T75" fmla="*/ 0 h 566"/>
                <a:gd name="T76" fmla="*/ 0 w 401"/>
                <a:gd name="T77" fmla="*/ 0 h 566"/>
                <a:gd name="T78" fmla="*/ 0 w 401"/>
                <a:gd name="T79" fmla="*/ 0 h 566"/>
                <a:gd name="T80" fmla="*/ 0 w 401"/>
                <a:gd name="T81" fmla="*/ 0 h 566"/>
                <a:gd name="T82" fmla="*/ 0 w 401"/>
                <a:gd name="T83" fmla="*/ 0 h 566"/>
                <a:gd name="T84" fmla="*/ 0 w 401"/>
                <a:gd name="T85" fmla="*/ 0 h 566"/>
                <a:gd name="T86" fmla="*/ 0 w 401"/>
                <a:gd name="T87" fmla="*/ 1 h 566"/>
                <a:gd name="T88" fmla="*/ 0 w 401"/>
                <a:gd name="T89" fmla="*/ 1 h 56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401"/>
                <a:gd name="T136" fmla="*/ 0 h 566"/>
                <a:gd name="T137" fmla="*/ 401 w 401"/>
                <a:gd name="T138" fmla="*/ 566 h 566"/>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401" h="566">
                  <a:moveTo>
                    <a:pt x="23" y="88"/>
                  </a:moveTo>
                  <a:lnTo>
                    <a:pt x="23" y="88"/>
                  </a:lnTo>
                  <a:lnTo>
                    <a:pt x="53" y="107"/>
                  </a:lnTo>
                  <a:lnTo>
                    <a:pt x="83" y="125"/>
                  </a:lnTo>
                  <a:lnTo>
                    <a:pt x="108" y="147"/>
                  </a:lnTo>
                  <a:lnTo>
                    <a:pt x="135" y="171"/>
                  </a:lnTo>
                  <a:lnTo>
                    <a:pt x="160" y="196"/>
                  </a:lnTo>
                  <a:lnTo>
                    <a:pt x="182" y="223"/>
                  </a:lnTo>
                  <a:lnTo>
                    <a:pt x="205" y="251"/>
                  </a:lnTo>
                  <a:lnTo>
                    <a:pt x="223" y="281"/>
                  </a:lnTo>
                  <a:lnTo>
                    <a:pt x="240" y="312"/>
                  </a:lnTo>
                  <a:lnTo>
                    <a:pt x="256" y="345"/>
                  </a:lnTo>
                  <a:lnTo>
                    <a:pt x="270" y="379"/>
                  </a:lnTo>
                  <a:lnTo>
                    <a:pt x="282" y="414"/>
                  </a:lnTo>
                  <a:lnTo>
                    <a:pt x="291" y="450"/>
                  </a:lnTo>
                  <a:lnTo>
                    <a:pt x="299" y="488"/>
                  </a:lnTo>
                  <a:lnTo>
                    <a:pt x="304" y="526"/>
                  </a:lnTo>
                  <a:lnTo>
                    <a:pt x="308" y="566"/>
                  </a:lnTo>
                  <a:lnTo>
                    <a:pt x="401" y="562"/>
                  </a:lnTo>
                  <a:lnTo>
                    <a:pt x="398" y="517"/>
                  </a:lnTo>
                  <a:lnTo>
                    <a:pt x="391" y="471"/>
                  </a:lnTo>
                  <a:lnTo>
                    <a:pt x="383" y="429"/>
                  </a:lnTo>
                  <a:lnTo>
                    <a:pt x="371" y="386"/>
                  </a:lnTo>
                  <a:lnTo>
                    <a:pt x="357" y="346"/>
                  </a:lnTo>
                  <a:lnTo>
                    <a:pt x="340" y="307"/>
                  </a:lnTo>
                  <a:lnTo>
                    <a:pt x="324" y="270"/>
                  </a:lnTo>
                  <a:lnTo>
                    <a:pt x="303" y="232"/>
                  </a:lnTo>
                  <a:lnTo>
                    <a:pt x="280" y="197"/>
                  </a:lnTo>
                  <a:lnTo>
                    <a:pt x="255" y="164"/>
                  </a:lnTo>
                  <a:lnTo>
                    <a:pt x="228" y="132"/>
                  </a:lnTo>
                  <a:lnTo>
                    <a:pt x="199" y="103"/>
                  </a:lnTo>
                  <a:lnTo>
                    <a:pt x="169" y="76"/>
                  </a:lnTo>
                  <a:lnTo>
                    <a:pt x="137" y="50"/>
                  </a:lnTo>
                  <a:lnTo>
                    <a:pt x="103" y="27"/>
                  </a:lnTo>
                  <a:lnTo>
                    <a:pt x="67" y="6"/>
                  </a:lnTo>
                  <a:lnTo>
                    <a:pt x="48" y="0"/>
                  </a:lnTo>
                  <a:lnTo>
                    <a:pt x="30" y="2"/>
                  </a:lnTo>
                  <a:lnTo>
                    <a:pt x="16" y="12"/>
                  </a:lnTo>
                  <a:lnTo>
                    <a:pt x="5" y="25"/>
                  </a:lnTo>
                  <a:lnTo>
                    <a:pt x="0" y="41"/>
                  </a:lnTo>
                  <a:lnTo>
                    <a:pt x="0" y="59"/>
                  </a:lnTo>
                  <a:lnTo>
                    <a:pt x="8" y="75"/>
                  </a:lnTo>
                  <a:lnTo>
                    <a:pt x="23"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9593" name="Freeform 39"/>
            <p:cNvSpPr>
              <a:spLocks/>
            </p:cNvSpPr>
            <p:nvPr/>
          </p:nvSpPr>
          <p:spPr bwMode="auto">
            <a:xfrm>
              <a:off x="1346" y="1455"/>
              <a:ext cx="266" cy="160"/>
            </a:xfrm>
            <a:custGeom>
              <a:avLst/>
              <a:gdLst>
                <a:gd name="T0" fmla="*/ 0 w 1330"/>
                <a:gd name="T1" fmla="*/ 1 h 801"/>
                <a:gd name="T2" fmla="*/ 0 w 1330"/>
                <a:gd name="T3" fmla="*/ 1 h 801"/>
                <a:gd name="T4" fmla="*/ 10 w 1330"/>
                <a:gd name="T5" fmla="*/ 6 h 801"/>
                <a:gd name="T6" fmla="*/ 11 w 1330"/>
                <a:gd name="T7" fmla="*/ 6 h 801"/>
                <a:gd name="T8" fmla="*/ 1 w 1330"/>
                <a:gd name="T9" fmla="*/ 0 h 801"/>
                <a:gd name="T10" fmla="*/ 1 w 1330"/>
                <a:gd name="T11" fmla="*/ 0 h 801"/>
                <a:gd name="T12" fmla="*/ 1 w 1330"/>
                <a:gd name="T13" fmla="*/ 0 h 801"/>
                <a:gd name="T14" fmla="*/ 0 w 1330"/>
                <a:gd name="T15" fmla="*/ 0 h 801"/>
                <a:gd name="T16" fmla="*/ 0 w 1330"/>
                <a:gd name="T17" fmla="*/ 0 h 801"/>
                <a:gd name="T18" fmla="*/ 0 w 1330"/>
                <a:gd name="T19" fmla="*/ 0 h 801"/>
                <a:gd name="T20" fmla="*/ 0 w 1330"/>
                <a:gd name="T21" fmla="*/ 0 h 801"/>
                <a:gd name="T22" fmla="*/ 0 w 1330"/>
                <a:gd name="T23" fmla="*/ 0 h 801"/>
                <a:gd name="T24" fmla="*/ 0 w 1330"/>
                <a:gd name="T25" fmla="*/ 0 h 801"/>
                <a:gd name="T26" fmla="*/ 0 w 1330"/>
                <a:gd name="T27" fmla="*/ 1 h 801"/>
                <a:gd name="T28" fmla="*/ 0 w 1330"/>
                <a:gd name="T29" fmla="*/ 1 h 801"/>
                <a:gd name="T30" fmla="*/ 0 w 1330"/>
                <a:gd name="T31" fmla="*/ 1 h 801"/>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30"/>
                <a:gd name="T49" fmla="*/ 0 h 801"/>
                <a:gd name="T50" fmla="*/ 1330 w 1330"/>
                <a:gd name="T51" fmla="*/ 801 h 801"/>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30" h="801">
                  <a:moveTo>
                    <a:pt x="24" y="88"/>
                  </a:moveTo>
                  <a:lnTo>
                    <a:pt x="23" y="88"/>
                  </a:lnTo>
                  <a:lnTo>
                    <a:pt x="1286" y="801"/>
                  </a:lnTo>
                  <a:lnTo>
                    <a:pt x="1330" y="719"/>
                  </a:lnTo>
                  <a:lnTo>
                    <a:pt x="67" y="6"/>
                  </a:lnTo>
                  <a:lnTo>
                    <a:pt x="66" y="6"/>
                  </a:lnTo>
                  <a:lnTo>
                    <a:pt x="67" y="6"/>
                  </a:lnTo>
                  <a:lnTo>
                    <a:pt x="48" y="0"/>
                  </a:lnTo>
                  <a:lnTo>
                    <a:pt x="30" y="2"/>
                  </a:lnTo>
                  <a:lnTo>
                    <a:pt x="16" y="12"/>
                  </a:lnTo>
                  <a:lnTo>
                    <a:pt x="5" y="25"/>
                  </a:lnTo>
                  <a:lnTo>
                    <a:pt x="0" y="41"/>
                  </a:lnTo>
                  <a:lnTo>
                    <a:pt x="0" y="59"/>
                  </a:lnTo>
                  <a:lnTo>
                    <a:pt x="8" y="75"/>
                  </a:lnTo>
                  <a:lnTo>
                    <a:pt x="23" y="88"/>
                  </a:lnTo>
                  <a:lnTo>
                    <a:pt x="24"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9594" name="Freeform 40"/>
            <p:cNvSpPr>
              <a:spLocks/>
            </p:cNvSpPr>
            <p:nvPr/>
          </p:nvSpPr>
          <p:spPr bwMode="auto">
            <a:xfrm>
              <a:off x="1198" y="1439"/>
              <a:ext cx="161" cy="35"/>
            </a:xfrm>
            <a:custGeom>
              <a:avLst/>
              <a:gdLst>
                <a:gd name="T0" fmla="*/ 1 w 806"/>
                <a:gd name="T1" fmla="*/ 1 h 177"/>
                <a:gd name="T2" fmla="*/ 1 w 806"/>
                <a:gd name="T3" fmla="*/ 1 h 177"/>
                <a:gd name="T4" fmla="*/ 1 w 806"/>
                <a:gd name="T5" fmla="*/ 1 h 177"/>
                <a:gd name="T6" fmla="*/ 1 w 806"/>
                <a:gd name="T7" fmla="*/ 1 h 177"/>
                <a:gd name="T8" fmla="*/ 2 w 806"/>
                <a:gd name="T9" fmla="*/ 1 h 177"/>
                <a:gd name="T10" fmla="*/ 2 w 806"/>
                <a:gd name="T11" fmla="*/ 1 h 177"/>
                <a:gd name="T12" fmla="*/ 2 w 806"/>
                <a:gd name="T13" fmla="*/ 1 h 177"/>
                <a:gd name="T14" fmla="*/ 3 w 806"/>
                <a:gd name="T15" fmla="*/ 1 h 177"/>
                <a:gd name="T16" fmla="*/ 3 w 806"/>
                <a:gd name="T17" fmla="*/ 1 h 177"/>
                <a:gd name="T18" fmla="*/ 3 w 806"/>
                <a:gd name="T19" fmla="*/ 1 h 177"/>
                <a:gd name="T20" fmla="*/ 4 w 806"/>
                <a:gd name="T21" fmla="*/ 1 h 177"/>
                <a:gd name="T22" fmla="*/ 4 w 806"/>
                <a:gd name="T23" fmla="*/ 1 h 177"/>
                <a:gd name="T24" fmla="*/ 5 w 806"/>
                <a:gd name="T25" fmla="*/ 1 h 177"/>
                <a:gd name="T26" fmla="*/ 5 w 806"/>
                <a:gd name="T27" fmla="*/ 1 h 177"/>
                <a:gd name="T28" fmla="*/ 5 w 806"/>
                <a:gd name="T29" fmla="*/ 1 h 177"/>
                <a:gd name="T30" fmla="*/ 6 w 806"/>
                <a:gd name="T31" fmla="*/ 1 h 177"/>
                <a:gd name="T32" fmla="*/ 6 w 806"/>
                <a:gd name="T33" fmla="*/ 1 h 177"/>
                <a:gd name="T34" fmla="*/ 6 w 806"/>
                <a:gd name="T35" fmla="*/ 1 h 177"/>
                <a:gd name="T36" fmla="*/ 6 w 806"/>
                <a:gd name="T37" fmla="*/ 1 h 177"/>
                <a:gd name="T38" fmla="*/ 6 w 806"/>
                <a:gd name="T39" fmla="*/ 1 h 177"/>
                <a:gd name="T40" fmla="*/ 6 w 806"/>
                <a:gd name="T41" fmla="*/ 0 h 177"/>
                <a:gd name="T42" fmla="*/ 5 w 806"/>
                <a:gd name="T43" fmla="*/ 0 h 177"/>
                <a:gd name="T44" fmla="*/ 5 w 806"/>
                <a:gd name="T45" fmla="*/ 0 h 177"/>
                <a:gd name="T46" fmla="*/ 5 w 806"/>
                <a:gd name="T47" fmla="*/ 0 h 177"/>
                <a:gd name="T48" fmla="*/ 4 w 806"/>
                <a:gd name="T49" fmla="*/ 0 h 177"/>
                <a:gd name="T50" fmla="*/ 4 w 806"/>
                <a:gd name="T51" fmla="*/ 0 h 177"/>
                <a:gd name="T52" fmla="*/ 3 w 806"/>
                <a:gd name="T53" fmla="*/ 0 h 177"/>
                <a:gd name="T54" fmla="*/ 3 w 806"/>
                <a:gd name="T55" fmla="*/ 0 h 177"/>
                <a:gd name="T56" fmla="*/ 3 w 806"/>
                <a:gd name="T57" fmla="*/ 0 h 177"/>
                <a:gd name="T58" fmla="*/ 2 w 806"/>
                <a:gd name="T59" fmla="*/ 0 h 177"/>
                <a:gd name="T60" fmla="*/ 2 w 806"/>
                <a:gd name="T61" fmla="*/ 0 h 177"/>
                <a:gd name="T62" fmla="*/ 1 w 806"/>
                <a:gd name="T63" fmla="*/ 0 h 177"/>
                <a:gd name="T64" fmla="*/ 1 w 806"/>
                <a:gd name="T65" fmla="*/ 0 h 177"/>
                <a:gd name="T66" fmla="*/ 1 w 806"/>
                <a:gd name="T67" fmla="*/ 1 h 177"/>
                <a:gd name="T68" fmla="*/ 0 w 806"/>
                <a:gd name="T69" fmla="*/ 1 h 177"/>
                <a:gd name="T70" fmla="*/ 0 w 806"/>
                <a:gd name="T71" fmla="*/ 1 h 177"/>
                <a:gd name="T72" fmla="*/ 0 w 806"/>
                <a:gd name="T73" fmla="*/ 1 h 177"/>
                <a:gd name="T74" fmla="*/ 0 w 806"/>
                <a:gd name="T75" fmla="*/ 1 h 177"/>
                <a:gd name="T76" fmla="*/ 0 w 806"/>
                <a:gd name="T77" fmla="*/ 1 h 177"/>
                <a:gd name="T78" fmla="*/ 0 w 806"/>
                <a:gd name="T79" fmla="*/ 1 h 177"/>
                <a:gd name="T80" fmla="*/ 0 w 806"/>
                <a:gd name="T81" fmla="*/ 1 h 177"/>
                <a:gd name="T82" fmla="*/ 0 w 806"/>
                <a:gd name="T83" fmla="*/ 1 h 177"/>
                <a:gd name="T84" fmla="*/ 0 w 806"/>
                <a:gd name="T85" fmla="*/ 1 h 177"/>
                <a:gd name="T86" fmla="*/ 0 w 806"/>
                <a:gd name="T87" fmla="*/ 1 h 177"/>
                <a:gd name="T88" fmla="*/ 1 w 806"/>
                <a:gd name="T89" fmla="*/ 1 h 177"/>
                <a:gd name="T90" fmla="*/ 1 w 806"/>
                <a:gd name="T91" fmla="*/ 1 h 17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806"/>
                <a:gd name="T139" fmla="*/ 0 h 177"/>
                <a:gd name="T140" fmla="*/ 806 w 806"/>
                <a:gd name="T141" fmla="*/ 177 h 17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806" h="177">
                  <a:moveTo>
                    <a:pt x="67" y="171"/>
                  </a:moveTo>
                  <a:lnTo>
                    <a:pt x="68" y="171"/>
                  </a:lnTo>
                  <a:lnTo>
                    <a:pt x="109" y="151"/>
                  </a:lnTo>
                  <a:lnTo>
                    <a:pt x="151" y="135"/>
                  </a:lnTo>
                  <a:lnTo>
                    <a:pt x="196" y="122"/>
                  </a:lnTo>
                  <a:lnTo>
                    <a:pt x="242" y="110"/>
                  </a:lnTo>
                  <a:lnTo>
                    <a:pt x="287" y="102"/>
                  </a:lnTo>
                  <a:lnTo>
                    <a:pt x="335" y="97"/>
                  </a:lnTo>
                  <a:lnTo>
                    <a:pt x="382" y="95"/>
                  </a:lnTo>
                  <a:lnTo>
                    <a:pt x="430" y="94"/>
                  </a:lnTo>
                  <a:lnTo>
                    <a:pt x="477" y="97"/>
                  </a:lnTo>
                  <a:lnTo>
                    <a:pt x="524" y="102"/>
                  </a:lnTo>
                  <a:lnTo>
                    <a:pt x="568" y="108"/>
                  </a:lnTo>
                  <a:lnTo>
                    <a:pt x="612" y="117"/>
                  </a:lnTo>
                  <a:lnTo>
                    <a:pt x="654" y="128"/>
                  </a:lnTo>
                  <a:lnTo>
                    <a:pt x="693" y="141"/>
                  </a:lnTo>
                  <a:lnTo>
                    <a:pt x="730" y="155"/>
                  </a:lnTo>
                  <a:lnTo>
                    <a:pt x="764" y="171"/>
                  </a:lnTo>
                  <a:lnTo>
                    <a:pt x="806" y="89"/>
                  </a:lnTo>
                  <a:lnTo>
                    <a:pt x="768" y="70"/>
                  </a:lnTo>
                  <a:lnTo>
                    <a:pt x="725" y="54"/>
                  </a:lnTo>
                  <a:lnTo>
                    <a:pt x="680" y="39"/>
                  </a:lnTo>
                  <a:lnTo>
                    <a:pt x="633" y="26"/>
                  </a:lnTo>
                  <a:lnTo>
                    <a:pt x="585" y="16"/>
                  </a:lnTo>
                  <a:lnTo>
                    <a:pt x="536" y="8"/>
                  </a:lnTo>
                  <a:lnTo>
                    <a:pt x="484" y="3"/>
                  </a:lnTo>
                  <a:lnTo>
                    <a:pt x="433" y="0"/>
                  </a:lnTo>
                  <a:lnTo>
                    <a:pt x="380" y="1"/>
                  </a:lnTo>
                  <a:lnTo>
                    <a:pt x="328" y="3"/>
                  </a:lnTo>
                  <a:lnTo>
                    <a:pt x="276" y="10"/>
                  </a:lnTo>
                  <a:lnTo>
                    <a:pt x="223" y="19"/>
                  </a:lnTo>
                  <a:lnTo>
                    <a:pt x="172" y="30"/>
                  </a:lnTo>
                  <a:lnTo>
                    <a:pt x="121" y="46"/>
                  </a:lnTo>
                  <a:lnTo>
                    <a:pt x="72" y="67"/>
                  </a:lnTo>
                  <a:lnTo>
                    <a:pt x="24" y="89"/>
                  </a:lnTo>
                  <a:lnTo>
                    <a:pt x="25" y="89"/>
                  </a:lnTo>
                  <a:lnTo>
                    <a:pt x="24" y="89"/>
                  </a:lnTo>
                  <a:lnTo>
                    <a:pt x="8" y="102"/>
                  </a:lnTo>
                  <a:lnTo>
                    <a:pt x="0" y="118"/>
                  </a:lnTo>
                  <a:lnTo>
                    <a:pt x="0" y="136"/>
                  </a:lnTo>
                  <a:lnTo>
                    <a:pt x="6" y="152"/>
                  </a:lnTo>
                  <a:lnTo>
                    <a:pt x="17" y="165"/>
                  </a:lnTo>
                  <a:lnTo>
                    <a:pt x="31" y="175"/>
                  </a:lnTo>
                  <a:lnTo>
                    <a:pt x="48" y="177"/>
                  </a:lnTo>
                  <a:lnTo>
                    <a:pt x="68" y="171"/>
                  </a:lnTo>
                  <a:lnTo>
                    <a:pt x="67" y="1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9595" name="Freeform 41"/>
            <p:cNvSpPr>
              <a:spLocks/>
            </p:cNvSpPr>
            <p:nvPr/>
          </p:nvSpPr>
          <p:spPr bwMode="auto">
            <a:xfrm>
              <a:off x="931" y="1456"/>
              <a:ext cx="280" cy="158"/>
            </a:xfrm>
            <a:custGeom>
              <a:avLst/>
              <a:gdLst>
                <a:gd name="T0" fmla="*/ 1 w 1402"/>
                <a:gd name="T1" fmla="*/ 6 h 787"/>
                <a:gd name="T2" fmla="*/ 1 w 1402"/>
                <a:gd name="T3" fmla="*/ 6 h 787"/>
                <a:gd name="T4" fmla="*/ 11 w 1402"/>
                <a:gd name="T5" fmla="*/ 1 h 787"/>
                <a:gd name="T6" fmla="*/ 11 w 1402"/>
                <a:gd name="T7" fmla="*/ 0 h 787"/>
                <a:gd name="T8" fmla="*/ 0 w 1402"/>
                <a:gd name="T9" fmla="*/ 6 h 787"/>
                <a:gd name="T10" fmla="*/ 0 w 1402"/>
                <a:gd name="T11" fmla="*/ 6 h 787"/>
                <a:gd name="T12" fmla="*/ 0 w 1402"/>
                <a:gd name="T13" fmla="*/ 6 h 787"/>
                <a:gd name="T14" fmla="*/ 0 w 1402"/>
                <a:gd name="T15" fmla="*/ 6 h 787"/>
                <a:gd name="T16" fmla="*/ 0 w 1402"/>
                <a:gd name="T17" fmla="*/ 6 h 787"/>
                <a:gd name="T18" fmla="*/ 0 w 1402"/>
                <a:gd name="T19" fmla="*/ 6 h 787"/>
                <a:gd name="T20" fmla="*/ 0 w 1402"/>
                <a:gd name="T21" fmla="*/ 6 h 787"/>
                <a:gd name="T22" fmla="*/ 0 w 1402"/>
                <a:gd name="T23" fmla="*/ 6 h 787"/>
                <a:gd name="T24" fmla="*/ 0 w 1402"/>
                <a:gd name="T25" fmla="*/ 6 h 787"/>
                <a:gd name="T26" fmla="*/ 0 w 1402"/>
                <a:gd name="T27" fmla="*/ 6 h 787"/>
                <a:gd name="T28" fmla="*/ 1 w 1402"/>
                <a:gd name="T29" fmla="*/ 6 h 787"/>
                <a:gd name="T30" fmla="*/ 1 w 1402"/>
                <a:gd name="T31" fmla="*/ 6 h 78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02"/>
                <a:gd name="T49" fmla="*/ 0 h 787"/>
                <a:gd name="T50" fmla="*/ 1402 w 1402"/>
                <a:gd name="T51" fmla="*/ 787 h 78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02" h="787">
                  <a:moveTo>
                    <a:pt x="69" y="781"/>
                  </a:moveTo>
                  <a:lnTo>
                    <a:pt x="66" y="781"/>
                  </a:lnTo>
                  <a:lnTo>
                    <a:pt x="1402" y="82"/>
                  </a:lnTo>
                  <a:lnTo>
                    <a:pt x="1360" y="0"/>
                  </a:lnTo>
                  <a:lnTo>
                    <a:pt x="24" y="699"/>
                  </a:lnTo>
                  <a:lnTo>
                    <a:pt x="22" y="699"/>
                  </a:lnTo>
                  <a:lnTo>
                    <a:pt x="24" y="699"/>
                  </a:lnTo>
                  <a:lnTo>
                    <a:pt x="8" y="712"/>
                  </a:lnTo>
                  <a:lnTo>
                    <a:pt x="1" y="727"/>
                  </a:lnTo>
                  <a:lnTo>
                    <a:pt x="0" y="744"/>
                  </a:lnTo>
                  <a:lnTo>
                    <a:pt x="5" y="761"/>
                  </a:lnTo>
                  <a:lnTo>
                    <a:pt x="15" y="775"/>
                  </a:lnTo>
                  <a:lnTo>
                    <a:pt x="30" y="784"/>
                  </a:lnTo>
                  <a:lnTo>
                    <a:pt x="46" y="787"/>
                  </a:lnTo>
                  <a:lnTo>
                    <a:pt x="66" y="781"/>
                  </a:lnTo>
                  <a:lnTo>
                    <a:pt x="69" y="7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9596" name="Freeform 42"/>
            <p:cNvSpPr>
              <a:spLocks/>
            </p:cNvSpPr>
            <p:nvPr/>
          </p:nvSpPr>
          <p:spPr bwMode="auto">
            <a:xfrm>
              <a:off x="868" y="1596"/>
              <a:ext cx="77" cy="126"/>
            </a:xfrm>
            <a:custGeom>
              <a:avLst/>
              <a:gdLst>
                <a:gd name="T0" fmla="*/ 1 w 382"/>
                <a:gd name="T1" fmla="*/ 5 h 628"/>
                <a:gd name="T2" fmla="*/ 1 w 382"/>
                <a:gd name="T3" fmla="*/ 5 h 628"/>
                <a:gd name="T4" fmla="*/ 1 w 382"/>
                <a:gd name="T5" fmla="*/ 4 h 628"/>
                <a:gd name="T6" fmla="*/ 1 w 382"/>
                <a:gd name="T7" fmla="*/ 4 h 628"/>
                <a:gd name="T8" fmla="*/ 1 w 382"/>
                <a:gd name="T9" fmla="*/ 4 h 628"/>
                <a:gd name="T10" fmla="*/ 1 w 382"/>
                <a:gd name="T11" fmla="*/ 3 h 628"/>
                <a:gd name="T12" fmla="*/ 1 w 382"/>
                <a:gd name="T13" fmla="*/ 3 h 628"/>
                <a:gd name="T14" fmla="*/ 1 w 382"/>
                <a:gd name="T15" fmla="*/ 3 h 628"/>
                <a:gd name="T16" fmla="*/ 1 w 382"/>
                <a:gd name="T17" fmla="*/ 3 h 628"/>
                <a:gd name="T18" fmla="*/ 1 w 382"/>
                <a:gd name="T19" fmla="*/ 2 h 628"/>
                <a:gd name="T20" fmla="*/ 2 w 382"/>
                <a:gd name="T21" fmla="*/ 2 h 628"/>
                <a:gd name="T22" fmla="*/ 2 w 382"/>
                <a:gd name="T23" fmla="*/ 2 h 628"/>
                <a:gd name="T24" fmla="*/ 2 w 382"/>
                <a:gd name="T25" fmla="*/ 2 h 628"/>
                <a:gd name="T26" fmla="*/ 2 w 382"/>
                <a:gd name="T27" fmla="*/ 1 h 628"/>
                <a:gd name="T28" fmla="*/ 2 w 382"/>
                <a:gd name="T29" fmla="*/ 1 h 628"/>
                <a:gd name="T30" fmla="*/ 3 w 382"/>
                <a:gd name="T31" fmla="*/ 1 h 628"/>
                <a:gd name="T32" fmla="*/ 3 w 382"/>
                <a:gd name="T33" fmla="*/ 1 h 628"/>
                <a:gd name="T34" fmla="*/ 3 w 382"/>
                <a:gd name="T35" fmla="*/ 1 h 628"/>
                <a:gd name="T36" fmla="*/ 3 w 382"/>
                <a:gd name="T37" fmla="*/ 0 h 628"/>
                <a:gd name="T38" fmla="*/ 2 w 382"/>
                <a:gd name="T39" fmla="*/ 0 h 628"/>
                <a:gd name="T40" fmla="*/ 2 w 382"/>
                <a:gd name="T41" fmla="*/ 0 h 628"/>
                <a:gd name="T42" fmla="*/ 2 w 382"/>
                <a:gd name="T43" fmla="*/ 1 h 628"/>
                <a:gd name="T44" fmla="*/ 2 w 382"/>
                <a:gd name="T45" fmla="*/ 1 h 628"/>
                <a:gd name="T46" fmla="*/ 1 w 382"/>
                <a:gd name="T47" fmla="*/ 1 h 628"/>
                <a:gd name="T48" fmla="*/ 1 w 382"/>
                <a:gd name="T49" fmla="*/ 1 h 628"/>
                <a:gd name="T50" fmla="*/ 1 w 382"/>
                <a:gd name="T51" fmla="*/ 2 h 628"/>
                <a:gd name="T52" fmla="*/ 1 w 382"/>
                <a:gd name="T53" fmla="*/ 2 h 628"/>
                <a:gd name="T54" fmla="*/ 1 w 382"/>
                <a:gd name="T55" fmla="*/ 2 h 628"/>
                <a:gd name="T56" fmla="*/ 0 w 382"/>
                <a:gd name="T57" fmla="*/ 3 h 628"/>
                <a:gd name="T58" fmla="*/ 0 w 382"/>
                <a:gd name="T59" fmla="*/ 3 h 628"/>
                <a:gd name="T60" fmla="*/ 0 w 382"/>
                <a:gd name="T61" fmla="*/ 3 h 628"/>
                <a:gd name="T62" fmla="*/ 0 w 382"/>
                <a:gd name="T63" fmla="*/ 4 h 628"/>
                <a:gd name="T64" fmla="*/ 0 w 382"/>
                <a:gd name="T65" fmla="*/ 4 h 628"/>
                <a:gd name="T66" fmla="*/ 0 w 382"/>
                <a:gd name="T67" fmla="*/ 4 h 628"/>
                <a:gd name="T68" fmla="*/ 0 w 382"/>
                <a:gd name="T69" fmla="*/ 5 h 628"/>
                <a:gd name="T70" fmla="*/ 0 w 382"/>
                <a:gd name="T71" fmla="*/ 5 h 628"/>
                <a:gd name="T72" fmla="*/ 0 w 382"/>
                <a:gd name="T73" fmla="*/ 5 h 628"/>
                <a:gd name="T74" fmla="*/ 0 w 382"/>
                <a:gd name="T75" fmla="*/ 5 h 628"/>
                <a:gd name="T76" fmla="*/ 0 w 382"/>
                <a:gd name="T77" fmla="*/ 5 h 628"/>
                <a:gd name="T78" fmla="*/ 0 w 382"/>
                <a:gd name="T79" fmla="*/ 5 h 628"/>
                <a:gd name="T80" fmla="*/ 0 w 382"/>
                <a:gd name="T81" fmla="*/ 5 h 628"/>
                <a:gd name="T82" fmla="*/ 1 w 382"/>
                <a:gd name="T83" fmla="*/ 5 h 628"/>
                <a:gd name="T84" fmla="*/ 1 w 382"/>
                <a:gd name="T85" fmla="*/ 5 h 628"/>
                <a:gd name="T86" fmla="*/ 1 w 382"/>
                <a:gd name="T87" fmla="*/ 5 h 628"/>
                <a:gd name="T88" fmla="*/ 1 w 382"/>
                <a:gd name="T89" fmla="*/ 5 h 628"/>
                <a:gd name="T90" fmla="*/ 1 w 382"/>
                <a:gd name="T91" fmla="*/ 5 h 628"/>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382"/>
                <a:gd name="T139" fmla="*/ 0 h 628"/>
                <a:gd name="T140" fmla="*/ 382 w 382"/>
                <a:gd name="T141" fmla="*/ 628 h 628"/>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382" h="628">
                  <a:moveTo>
                    <a:pt x="94" y="581"/>
                  </a:moveTo>
                  <a:lnTo>
                    <a:pt x="94" y="582"/>
                  </a:lnTo>
                  <a:lnTo>
                    <a:pt x="96" y="541"/>
                  </a:lnTo>
                  <a:lnTo>
                    <a:pt x="99" y="500"/>
                  </a:lnTo>
                  <a:lnTo>
                    <a:pt x="106" y="463"/>
                  </a:lnTo>
                  <a:lnTo>
                    <a:pt x="115" y="424"/>
                  </a:lnTo>
                  <a:lnTo>
                    <a:pt x="127" y="389"/>
                  </a:lnTo>
                  <a:lnTo>
                    <a:pt x="140" y="353"/>
                  </a:lnTo>
                  <a:lnTo>
                    <a:pt x="156" y="320"/>
                  </a:lnTo>
                  <a:lnTo>
                    <a:pt x="173" y="287"/>
                  </a:lnTo>
                  <a:lnTo>
                    <a:pt x="193" y="255"/>
                  </a:lnTo>
                  <a:lnTo>
                    <a:pt x="214" y="226"/>
                  </a:lnTo>
                  <a:lnTo>
                    <a:pt x="238" y="198"/>
                  </a:lnTo>
                  <a:lnTo>
                    <a:pt x="263" y="172"/>
                  </a:lnTo>
                  <a:lnTo>
                    <a:pt x="290" y="146"/>
                  </a:lnTo>
                  <a:lnTo>
                    <a:pt x="318" y="122"/>
                  </a:lnTo>
                  <a:lnTo>
                    <a:pt x="349" y="101"/>
                  </a:lnTo>
                  <a:lnTo>
                    <a:pt x="382" y="82"/>
                  </a:lnTo>
                  <a:lnTo>
                    <a:pt x="335" y="0"/>
                  </a:lnTo>
                  <a:lnTo>
                    <a:pt x="297" y="23"/>
                  </a:lnTo>
                  <a:lnTo>
                    <a:pt x="262" y="49"/>
                  </a:lnTo>
                  <a:lnTo>
                    <a:pt x="229" y="76"/>
                  </a:lnTo>
                  <a:lnTo>
                    <a:pt x="198" y="104"/>
                  </a:lnTo>
                  <a:lnTo>
                    <a:pt x="167" y="137"/>
                  </a:lnTo>
                  <a:lnTo>
                    <a:pt x="142" y="170"/>
                  </a:lnTo>
                  <a:lnTo>
                    <a:pt x="116" y="204"/>
                  </a:lnTo>
                  <a:lnTo>
                    <a:pt x="94" y="240"/>
                  </a:lnTo>
                  <a:lnTo>
                    <a:pt x="74" y="278"/>
                  </a:lnTo>
                  <a:lnTo>
                    <a:pt x="54" y="317"/>
                  </a:lnTo>
                  <a:lnTo>
                    <a:pt x="38" y="359"/>
                  </a:lnTo>
                  <a:lnTo>
                    <a:pt x="26" y="401"/>
                  </a:lnTo>
                  <a:lnTo>
                    <a:pt x="15" y="444"/>
                  </a:lnTo>
                  <a:lnTo>
                    <a:pt x="8" y="489"/>
                  </a:lnTo>
                  <a:lnTo>
                    <a:pt x="2" y="534"/>
                  </a:lnTo>
                  <a:lnTo>
                    <a:pt x="0" y="580"/>
                  </a:lnTo>
                  <a:lnTo>
                    <a:pt x="0" y="581"/>
                  </a:lnTo>
                  <a:lnTo>
                    <a:pt x="0" y="580"/>
                  </a:lnTo>
                  <a:lnTo>
                    <a:pt x="3" y="600"/>
                  </a:lnTo>
                  <a:lnTo>
                    <a:pt x="14" y="615"/>
                  </a:lnTo>
                  <a:lnTo>
                    <a:pt x="29" y="625"/>
                  </a:lnTo>
                  <a:lnTo>
                    <a:pt x="45" y="628"/>
                  </a:lnTo>
                  <a:lnTo>
                    <a:pt x="63" y="626"/>
                  </a:lnTo>
                  <a:lnTo>
                    <a:pt x="78" y="616"/>
                  </a:lnTo>
                  <a:lnTo>
                    <a:pt x="89" y="602"/>
                  </a:lnTo>
                  <a:lnTo>
                    <a:pt x="94" y="582"/>
                  </a:lnTo>
                  <a:lnTo>
                    <a:pt x="94" y="5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9597" name="Freeform 43"/>
            <p:cNvSpPr>
              <a:spLocks/>
            </p:cNvSpPr>
            <p:nvPr/>
          </p:nvSpPr>
          <p:spPr bwMode="auto">
            <a:xfrm>
              <a:off x="868" y="1712"/>
              <a:ext cx="19" cy="364"/>
            </a:xfrm>
            <a:custGeom>
              <a:avLst/>
              <a:gdLst>
                <a:gd name="T0" fmla="*/ 1 w 94"/>
                <a:gd name="T1" fmla="*/ 14 h 1818"/>
                <a:gd name="T2" fmla="*/ 1 w 94"/>
                <a:gd name="T3" fmla="*/ 14 h 1818"/>
                <a:gd name="T4" fmla="*/ 1 w 94"/>
                <a:gd name="T5" fmla="*/ 0 h 1818"/>
                <a:gd name="T6" fmla="*/ 0 w 94"/>
                <a:gd name="T7" fmla="*/ 0 h 1818"/>
                <a:gd name="T8" fmla="*/ 0 w 94"/>
                <a:gd name="T9" fmla="*/ 14 h 1818"/>
                <a:gd name="T10" fmla="*/ 0 w 94"/>
                <a:gd name="T11" fmla="*/ 14 h 1818"/>
                <a:gd name="T12" fmla="*/ 0 w 94"/>
                <a:gd name="T13" fmla="*/ 14 h 1818"/>
                <a:gd name="T14" fmla="*/ 0 w 94"/>
                <a:gd name="T15" fmla="*/ 14 h 1818"/>
                <a:gd name="T16" fmla="*/ 0 w 94"/>
                <a:gd name="T17" fmla="*/ 14 h 1818"/>
                <a:gd name="T18" fmla="*/ 0 w 94"/>
                <a:gd name="T19" fmla="*/ 15 h 1818"/>
                <a:gd name="T20" fmla="*/ 0 w 94"/>
                <a:gd name="T21" fmla="*/ 15 h 1818"/>
                <a:gd name="T22" fmla="*/ 1 w 94"/>
                <a:gd name="T23" fmla="*/ 15 h 1818"/>
                <a:gd name="T24" fmla="*/ 1 w 94"/>
                <a:gd name="T25" fmla="*/ 14 h 1818"/>
                <a:gd name="T26" fmla="*/ 1 w 94"/>
                <a:gd name="T27" fmla="*/ 14 h 1818"/>
                <a:gd name="T28" fmla="*/ 1 w 94"/>
                <a:gd name="T29" fmla="*/ 14 h 1818"/>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94"/>
                <a:gd name="T46" fmla="*/ 0 h 1818"/>
                <a:gd name="T47" fmla="*/ 94 w 94"/>
                <a:gd name="T48" fmla="*/ 1818 h 1818"/>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94" h="1818">
                  <a:moveTo>
                    <a:pt x="94" y="1771"/>
                  </a:moveTo>
                  <a:lnTo>
                    <a:pt x="94" y="1771"/>
                  </a:lnTo>
                  <a:lnTo>
                    <a:pt x="94" y="0"/>
                  </a:lnTo>
                  <a:lnTo>
                    <a:pt x="0" y="0"/>
                  </a:lnTo>
                  <a:lnTo>
                    <a:pt x="0" y="1771"/>
                  </a:lnTo>
                  <a:lnTo>
                    <a:pt x="3" y="1791"/>
                  </a:lnTo>
                  <a:lnTo>
                    <a:pt x="15" y="1806"/>
                  </a:lnTo>
                  <a:lnTo>
                    <a:pt x="29" y="1814"/>
                  </a:lnTo>
                  <a:lnTo>
                    <a:pt x="47" y="1818"/>
                  </a:lnTo>
                  <a:lnTo>
                    <a:pt x="64" y="1814"/>
                  </a:lnTo>
                  <a:lnTo>
                    <a:pt x="79" y="1806"/>
                  </a:lnTo>
                  <a:lnTo>
                    <a:pt x="90" y="1791"/>
                  </a:lnTo>
                  <a:lnTo>
                    <a:pt x="94" y="17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9598" name="Freeform 44"/>
            <p:cNvSpPr>
              <a:spLocks/>
            </p:cNvSpPr>
            <p:nvPr/>
          </p:nvSpPr>
          <p:spPr bwMode="auto">
            <a:xfrm>
              <a:off x="868" y="2067"/>
              <a:ext cx="90" cy="160"/>
            </a:xfrm>
            <a:custGeom>
              <a:avLst/>
              <a:gdLst>
                <a:gd name="T0" fmla="*/ 3 w 449"/>
                <a:gd name="T1" fmla="*/ 6 h 803"/>
                <a:gd name="T2" fmla="*/ 3 w 449"/>
                <a:gd name="T3" fmla="*/ 6 h 803"/>
                <a:gd name="T4" fmla="*/ 3 w 449"/>
                <a:gd name="T5" fmla="*/ 5 h 803"/>
                <a:gd name="T6" fmla="*/ 3 w 449"/>
                <a:gd name="T7" fmla="*/ 5 h 803"/>
                <a:gd name="T8" fmla="*/ 3 w 449"/>
                <a:gd name="T9" fmla="*/ 5 h 803"/>
                <a:gd name="T10" fmla="*/ 2 w 449"/>
                <a:gd name="T11" fmla="*/ 5 h 803"/>
                <a:gd name="T12" fmla="*/ 2 w 449"/>
                <a:gd name="T13" fmla="*/ 4 h 803"/>
                <a:gd name="T14" fmla="*/ 2 w 449"/>
                <a:gd name="T15" fmla="*/ 4 h 803"/>
                <a:gd name="T16" fmla="*/ 2 w 449"/>
                <a:gd name="T17" fmla="*/ 4 h 803"/>
                <a:gd name="T18" fmla="*/ 2 w 449"/>
                <a:gd name="T19" fmla="*/ 3 h 803"/>
                <a:gd name="T20" fmla="*/ 1 w 449"/>
                <a:gd name="T21" fmla="*/ 3 h 803"/>
                <a:gd name="T22" fmla="*/ 1 w 449"/>
                <a:gd name="T23" fmla="*/ 2 h 803"/>
                <a:gd name="T24" fmla="*/ 1 w 449"/>
                <a:gd name="T25" fmla="*/ 2 h 803"/>
                <a:gd name="T26" fmla="*/ 1 w 449"/>
                <a:gd name="T27" fmla="*/ 2 h 803"/>
                <a:gd name="T28" fmla="*/ 1 w 449"/>
                <a:gd name="T29" fmla="*/ 1 h 803"/>
                <a:gd name="T30" fmla="*/ 1 w 449"/>
                <a:gd name="T31" fmla="*/ 1 h 803"/>
                <a:gd name="T32" fmla="*/ 1 w 449"/>
                <a:gd name="T33" fmla="*/ 0 h 803"/>
                <a:gd name="T34" fmla="*/ 1 w 449"/>
                <a:gd name="T35" fmla="*/ 0 h 803"/>
                <a:gd name="T36" fmla="*/ 0 w 449"/>
                <a:gd name="T37" fmla="*/ 0 h 803"/>
                <a:gd name="T38" fmla="*/ 0 w 449"/>
                <a:gd name="T39" fmla="*/ 0 h 803"/>
                <a:gd name="T40" fmla="*/ 0 w 449"/>
                <a:gd name="T41" fmla="*/ 1 h 803"/>
                <a:gd name="T42" fmla="*/ 0 w 449"/>
                <a:gd name="T43" fmla="*/ 1 h 803"/>
                <a:gd name="T44" fmla="*/ 0 w 449"/>
                <a:gd name="T45" fmla="*/ 2 h 803"/>
                <a:gd name="T46" fmla="*/ 0 w 449"/>
                <a:gd name="T47" fmla="*/ 2 h 803"/>
                <a:gd name="T48" fmla="*/ 0 w 449"/>
                <a:gd name="T49" fmla="*/ 3 h 803"/>
                <a:gd name="T50" fmla="*/ 1 w 449"/>
                <a:gd name="T51" fmla="*/ 3 h 803"/>
                <a:gd name="T52" fmla="*/ 1 w 449"/>
                <a:gd name="T53" fmla="*/ 4 h 803"/>
                <a:gd name="T54" fmla="*/ 1 w 449"/>
                <a:gd name="T55" fmla="*/ 4 h 803"/>
                <a:gd name="T56" fmla="*/ 1 w 449"/>
                <a:gd name="T57" fmla="*/ 4 h 803"/>
                <a:gd name="T58" fmla="*/ 2 w 449"/>
                <a:gd name="T59" fmla="*/ 5 h 803"/>
                <a:gd name="T60" fmla="*/ 2 w 449"/>
                <a:gd name="T61" fmla="*/ 5 h 803"/>
                <a:gd name="T62" fmla="*/ 2 w 449"/>
                <a:gd name="T63" fmla="*/ 5 h 803"/>
                <a:gd name="T64" fmla="*/ 2 w 449"/>
                <a:gd name="T65" fmla="*/ 6 h 803"/>
                <a:gd name="T66" fmla="*/ 3 w 449"/>
                <a:gd name="T67" fmla="*/ 6 h 803"/>
                <a:gd name="T68" fmla="*/ 3 w 449"/>
                <a:gd name="T69" fmla="*/ 6 h 803"/>
                <a:gd name="T70" fmla="*/ 3 w 449"/>
                <a:gd name="T71" fmla="*/ 6 h 803"/>
                <a:gd name="T72" fmla="*/ 3 w 449"/>
                <a:gd name="T73" fmla="*/ 6 h 803"/>
                <a:gd name="T74" fmla="*/ 3 w 449"/>
                <a:gd name="T75" fmla="*/ 6 h 803"/>
                <a:gd name="T76" fmla="*/ 3 w 449"/>
                <a:gd name="T77" fmla="*/ 6 h 803"/>
                <a:gd name="T78" fmla="*/ 3 w 449"/>
                <a:gd name="T79" fmla="*/ 6 h 803"/>
                <a:gd name="T80" fmla="*/ 4 w 449"/>
                <a:gd name="T81" fmla="*/ 6 h 803"/>
                <a:gd name="T82" fmla="*/ 4 w 449"/>
                <a:gd name="T83" fmla="*/ 6 h 803"/>
                <a:gd name="T84" fmla="*/ 4 w 449"/>
                <a:gd name="T85" fmla="*/ 6 h 803"/>
                <a:gd name="T86" fmla="*/ 4 w 449"/>
                <a:gd name="T87" fmla="*/ 6 h 803"/>
                <a:gd name="T88" fmla="*/ 3 w 449"/>
                <a:gd name="T89" fmla="*/ 6 h 803"/>
                <a:gd name="T90" fmla="*/ 3 w 449"/>
                <a:gd name="T91" fmla="*/ 6 h 80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449"/>
                <a:gd name="T139" fmla="*/ 0 h 803"/>
                <a:gd name="T140" fmla="*/ 449 w 449"/>
                <a:gd name="T141" fmla="*/ 803 h 80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449" h="803">
                  <a:moveTo>
                    <a:pt x="426" y="717"/>
                  </a:moveTo>
                  <a:lnTo>
                    <a:pt x="427" y="717"/>
                  </a:lnTo>
                  <a:lnTo>
                    <a:pt x="395" y="693"/>
                  </a:lnTo>
                  <a:lnTo>
                    <a:pt x="361" y="662"/>
                  </a:lnTo>
                  <a:lnTo>
                    <a:pt x="329" y="628"/>
                  </a:lnTo>
                  <a:lnTo>
                    <a:pt x="299" y="591"/>
                  </a:lnTo>
                  <a:lnTo>
                    <a:pt x="269" y="551"/>
                  </a:lnTo>
                  <a:lnTo>
                    <a:pt x="241" y="507"/>
                  </a:lnTo>
                  <a:lnTo>
                    <a:pt x="215" y="460"/>
                  </a:lnTo>
                  <a:lnTo>
                    <a:pt x="191" y="412"/>
                  </a:lnTo>
                  <a:lnTo>
                    <a:pt x="170" y="363"/>
                  </a:lnTo>
                  <a:lnTo>
                    <a:pt x="151" y="312"/>
                  </a:lnTo>
                  <a:lnTo>
                    <a:pt x="133" y="259"/>
                  </a:lnTo>
                  <a:lnTo>
                    <a:pt x="119" y="207"/>
                  </a:lnTo>
                  <a:lnTo>
                    <a:pt x="108" y="156"/>
                  </a:lnTo>
                  <a:lnTo>
                    <a:pt x="101" y="103"/>
                  </a:lnTo>
                  <a:lnTo>
                    <a:pt x="96" y="51"/>
                  </a:lnTo>
                  <a:lnTo>
                    <a:pt x="94" y="0"/>
                  </a:lnTo>
                  <a:lnTo>
                    <a:pt x="0" y="0"/>
                  </a:lnTo>
                  <a:lnTo>
                    <a:pt x="2" y="56"/>
                  </a:lnTo>
                  <a:lnTo>
                    <a:pt x="7" y="115"/>
                  </a:lnTo>
                  <a:lnTo>
                    <a:pt x="16" y="172"/>
                  </a:lnTo>
                  <a:lnTo>
                    <a:pt x="28" y="231"/>
                  </a:lnTo>
                  <a:lnTo>
                    <a:pt x="44" y="287"/>
                  </a:lnTo>
                  <a:lnTo>
                    <a:pt x="62" y="342"/>
                  </a:lnTo>
                  <a:lnTo>
                    <a:pt x="83" y="398"/>
                  </a:lnTo>
                  <a:lnTo>
                    <a:pt x="106" y="452"/>
                  </a:lnTo>
                  <a:lnTo>
                    <a:pt x="133" y="505"/>
                  </a:lnTo>
                  <a:lnTo>
                    <a:pt x="161" y="554"/>
                  </a:lnTo>
                  <a:lnTo>
                    <a:pt x="192" y="602"/>
                  </a:lnTo>
                  <a:lnTo>
                    <a:pt x="224" y="647"/>
                  </a:lnTo>
                  <a:lnTo>
                    <a:pt x="259" y="689"/>
                  </a:lnTo>
                  <a:lnTo>
                    <a:pt x="295" y="728"/>
                  </a:lnTo>
                  <a:lnTo>
                    <a:pt x="334" y="763"/>
                  </a:lnTo>
                  <a:lnTo>
                    <a:pt x="374" y="795"/>
                  </a:lnTo>
                  <a:lnTo>
                    <a:pt x="375" y="795"/>
                  </a:lnTo>
                  <a:lnTo>
                    <a:pt x="374" y="795"/>
                  </a:lnTo>
                  <a:lnTo>
                    <a:pt x="392" y="803"/>
                  </a:lnTo>
                  <a:lnTo>
                    <a:pt x="411" y="803"/>
                  </a:lnTo>
                  <a:lnTo>
                    <a:pt x="426" y="795"/>
                  </a:lnTo>
                  <a:lnTo>
                    <a:pt x="439" y="782"/>
                  </a:lnTo>
                  <a:lnTo>
                    <a:pt x="446" y="766"/>
                  </a:lnTo>
                  <a:lnTo>
                    <a:pt x="449" y="749"/>
                  </a:lnTo>
                  <a:lnTo>
                    <a:pt x="441" y="732"/>
                  </a:lnTo>
                  <a:lnTo>
                    <a:pt x="427" y="717"/>
                  </a:lnTo>
                  <a:lnTo>
                    <a:pt x="426" y="71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9599" name="Freeform 45"/>
            <p:cNvSpPr>
              <a:spLocks/>
            </p:cNvSpPr>
            <p:nvPr/>
          </p:nvSpPr>
          <p:spPr bwMode="auto">
            <a:xfrm>
              <a:off x="883" y="1673"/>
              <a:ext cx="379" cy="690"/>
            </a:xfrm>
            <a:custGeom>
              <a:avLst/>
              <a:gdLst>
                <a:gd name="T0" fmla="*/ 12 w 1897"/>
                <a:gd name="T1" fmla="*/ 6 h 3450"/>
                <a:gd name="T2" fmla="*/ 13 w 1897"/>
                <a:gd name="T3" fmla="*/ 7 h 3450"/>
                <a:gd name="T4" fmla="*/ 13 w 1897"/>
                <a:gd name="T5" fmla="*/ 7 h 3450"/>
                <a:gd name="T6" fmla="*/ 14 w 1897"/>
                <a:gd name="T7" fmla="*/ 8 h 3450"/>
                <a:gd name="T8" fmla="*/ 14 w 1897"/>
                <a:gd name="T9" fmla="*/ 9 h 3450"/>
                <a:gd name="T10" fmla="*/ 15 w 1897"/>
                <a:gd name="T11" fmla="*/ 10 h 3450"/>
                <a:gd name="T12" fmla="*/ 15 w 1897"/>
                <a:gd name="T13" fmla="*/ 11 h 3450"/>
                <a:gd name="T14" fmla="*/ 15 w 1897"/>
                <a:gd name="T15" fmla="*/ 11 h 3450"/>
                <a:gd name="T16" fmla="*/ 15 w 1897"/>
                <a:gd name="T17" fmla="*/ 12 h 3450"/>
                <a:gd name="T18" fmla="*/ 15 w 1897"/>
                <a:gd name="T19" fmla="*/ 26 h 3450"/>
                <a:gd name="T20" fmla="*/ 15 w 1897"/>
                <a:gd name="T21" fmla="*/ 26 h 3450"/>
                <a:gd name="T22" fmla="*/ 15 w 1897"/>
                <a:gd name="T23" fmla="*/ 27 h 3450"/>
                <a:gd name="T24" fmla="*/ 15 w 1897"/>
                <a:gd name="T25" fmla="*/ 27 h 3450"/>
                <a:gd name="T26" fmla="*/ 14 w 1897"/>
                <a:gd name="T27" fmla="*/ 27 h 3450"/>
                <a:gd name="T28" fmla="*/ 14 w 1897"/>
                <a:gd name="T29" fmla="*/ 28 h 3450"/>
                <a:gd name="T30" fmla="*/ 13 w 1897"/>
                <a:gd name="T31" fmla="*/ 28 h 3450"/>
                <a:gd name="T32" fmla="*/ 13 w 1897"/>
                <a:gd name="T33" fmla="*/ 27 h 3450"/>
                <a:gd name="T34" fmla="*/ 3 w 1897"/>
                <a:gd name="T35" fmla="*/ 21 h 3450"/>
                <a:gd name="T36" fmla="*/ 2 w 1897"/>
                <a:gd name="T37" fmla="*/ 21 h 3450"/>
                <a:gd name="T38" fmla="*/ 2 w 1897"/>
                <a:gd name="T39" fmla="*/ 20 h 3450"/>
                <a:gd name="T40" fmla="*/ 1 w 1897"/>
                <a:gd name="T41" fmla="*/ 19 h 3450"/>
                <a:gd name="T42" fmla="*/ 1 w 1897"/>
                <a:gd name="T43" fmla="*/ 19 h 3450"/>
                <a:gd name="T44" fmla="*/ 0 w 1897"/>
                <a:gd name="T45" fmla="*/ 18 h 3450"/>
                <a:gd name="T46" fmla="*/ 0 w 1897"/>
                <a:gd name="T47" fmla="*/ 17 h 3450"/>
                <a:gd name="T48" fmla="*/ 0 w 1897"/>
                <a:gd name="T49" fmla="*/ 16 h 3450"/>
                <a:gd name="T50" fmla="*/ 0 w 1897"/>
                <a:gd name="T51" fmla="*/ 15 h 3450"/>
                <a:gd name="T52" fmla="*/ 0 w 1897"/>
                <a:gd name="T53" fmla="*/ 2 h 3450"/>
                <a:gd name="T54" fmla="*/ 0 w 1897"/>
                <a:gd name="T55" fmla="*/ 1 h 3450"/>
                <a:gd name="T56" fmla="*/ 0 w 1897"/>
                <a:gd name="T57" fmla="*/ 1 h 3450"/>
                <a:gd name="T58" fmla="*/ 1 w 1897"/>
                <a:gd name="T59" fmla="*/ 0 h 3450"/>
                <a:gd name="T60" fmla="*/ 1 w 1897"/>
                <a:gd name="T61" fmla="*/ 0 h 3450"/>
                <a:gd name="T62" fmla="*/ 1 w 1897"/>
                <a:gd name="T63" fmla="*/ 0 h 3450"/>
                <a:gd name="T64" fmla="*/ 2 w 1897"/>
                <a:gd name="T65" fmla="*/ 0 h 3450"/>
                <a:gd name="T66" fmla="*/ 3 w 1897"/>
                <a:gd name="T67" fmla="*/ 0 h 3450"/>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897"/>
                <a:gd name="T103" fmla="*/ 0 h 3450"/>
                <a:gd name="T104" fmla="*/ 1897 w 1897"/>
                <a:gd name="T105" fmla="*/ 3450 h 3450"/>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897" h="3450">
                  <a:moveTo>
                    <a:pt x="357" y="49"/>
                  </a:moveTo>
                  <a:lnTo>
                    <a:pt x="1542" y="806"/>
                  </a:lnTo>
                  <a:lnTo>
                    <a:pt x="1579" y="832"/>
                  </a:lnTo>
                  <a:lnTo>
                    <a:pt x="1614" y="861"/>
                  </a:lnTo>
                  <a:lnTo>
                    <a:pt x="1648" y="895"/>
                  </a:lnTo>
                  <a:lnTo>
                    <a:pt x="1681" y="933"/>
                  </a:lnTo>
                  <a:lnTo>
                    <a:pt x="1711" y="973"/>
                  </a:lnTo>
                  <a:lnTo>
                    <a:pt x="1740" y="1016"/>
                  </a:lnTo>
                  <a:lnTo>
                    <a:pt x="1768" y="1062"/>
                  </a:lnTo>
                  <a:lnTo>
                    <a:pt x="1793" y="1109"/>
                  </a:lnTo>
                  <a:lnTo>
                    <a:pt x="1816" y="1158"/>
                  </a:lnTo>
                  <a:lnTo>
                    <a:pt x="1836" y="1208"/>
                  </a:lnTo>
                  <a:lnTo>
                    <a:pt x="1854" y="1260"/>
                  </a:lnTo>
                  <a:lnTo>
                    <a:pt x="1869" y="1313"/>
                  </a:lnTo>
                  <a:lnTo>
                    <a:pt x="1881" y="1364"/>
                  </a:lnTo>
                  <a:lnTo>
                    <a:pt x="1890" y="1417"/>
                  </a:lnTo>
                  <a:lnTo>
                    <a:pt x="1895" y="1469"/>
                  </a:lnTo>
                  <a:lnTo>
                    <a:pt x="1897" y="1519"/>
                  </a:lnTo>
                  <a:lnTo>
                    <a:pt x="1897" y="3142"/>
                  </a:lnTo>
                  <a:lnTo>
                    <a:pt x="1895" y="3190"/>
                  </a:lnTo>
                  <a:lnTo>
                    <a:pt x="1890" y="3235"/>
                  </a:lnTo>
                  <a:lnTo>
                    <a:pt x="1881" y="3276"/>
                  </a:lnTo>
                  <a:lnTo>
                    <a:pt x="1869" y="3313"/>
                  </a:lnTo>
                  <a:lnTo>
                    <a:pt x="1854" y="3346"/>
                  </a:lnTo>
                  <a:lnTo>
                    <a:pt x="1836" y="3375"/>
                  </a:lnTo>
                  <a:lnTo>
                    <a:pt x="1816" y="3398"/>
                  </a:lnTo>
                  <a:lnTo>
                    <a:pt x="1793" y="3418"/>
                  </a:lnTo>
                  <a:lnTo>
                    <a:pt x="1768" y="3434"/>
                  </a:lnTo>
                  <a:lnTo>
                    <a:pt x="1740" y="3444"/>
                  </a:lnTo>
                  <a:lnTo>
                    <a:pt x="1711" y="3450"/>
                  </a:lnTo>
                  <a:lnTo>
                    <a:pt x="1681" y="3450"/>
                  </a:lnTo>
                  <a:lnTo>
                    <a:pt x="1648" y="3445"/>
                  </a:lnTo>
                  <a:lnTo>
                    <a:pt x="1614" y="3436"/>
                  </a:lnTo>
                  <a:lnTo>
                    <a:pt x="1579" y="3421"/>
                  </a:lnTo>
                  <a:lnTo>
                    <a:pt x="1542" y="3400"/>
                  </a:lnTo>
                  <a:lnTo>
                    <a:pt x="357" y="2643"/>
                  </a:lnTo>
                  <a:lnTo>
                    <a:pt x="320" y="2618"/>
                  </a:lnTo>
                  <a:lnTo>
                    <a:pt x="285" y="2588"/>
                  </a:lnTo>
                  <a:lnTo>
                    <a:pt x="251" y="2554"/>
                  </a:lnTo>
                  <a:lnTo>
                    <a:pt x="218" y="2517"/>
                  </a:lnTo>
                  <a:lnTo>
                    <a:pt x="187" y="2477"/>
                  </a:lnTo>
                  <a:lnTo>
                    <a:pt x="157" y="2433"/>
                  </a:lnTo>
                  <a:lnTo>
                    <a:pt x="130" y="2388"/>
                  </a:lnTo>
                  <a:lnTo>
                    <a:pt x="105" y="2341"/>
                  </a:lnTo>
                  <a:lnTo>
                    <a:pt x="81" y="2292"/>
                  </a:lnTo>
                  <a:lnTo>
                    <a:pt x="61" y="2241"/>
                  </a:lnTo>
                  <a:lnTo>
                    <a:pt x="44" y="2190"/>
                  </a:lnTo>
                  <a:lnTo>
                    <a:pt x="29" y="2138"/>
                  </a:lnTo>
                  <a:lnTo>
                    <a:pt x="17" y="2085"/>
                  </a:lnTo>
                  <a:lnTo>
                    <a:pt x="7" y="2033"/>
                  </a:lnTo>
                  <a:lnTo>
                    <a:pt x="3" y="1981"/>
                  </a:lnTo>
                  <a:lnTo>
                    <a:pt x="0" y="1931"/>
                  </a:lnTo>
                  <a:lnTo>
                    <a:pt x="0" y="308"/>
                  </a:lnTo>
                  <a:lnTo>
                    <a:pt x="3" y="260"/>
                  </a:lnTo>
                  <a:lnTo>
                    <a:pt x="7" y="215"/>
                  </a:lnTo>
                  <a:lnTo>
                    <a:pt x="17" y="174"/>
                  </a:lnTo>
                  <a:lnTo>
                    <a:pt x="29" y="137"/>
                  </a:lnTo>
                  <a:lnTo>
                    <a:pt x="44" y="104"/>
                  </a:lnTo>
                  <a:lnTo>
                    <a:pt x="61" y="76"/>
                  </a:lnTo>
                  <a:lnTo>
                    <a:pt x="81" y="51"/>
                  </a:lnTo>
                  <a:lnTo>
                    <a:pt x="105" y="31"/>
                  </a:lnTo>
                  <a:lnTo>
                    <a:pt x="130" y="16"/>
                  </a:lnTo>
                  <a:lnTo>
                    <a:pt x="157" y="5"/>
                  </a:lnTo>
                  <a:lnTo>
                    <a:pt x="187" y="0"/>
                  </a:lnTo>
                  <a:lnTo>
                    <a:pt x="218" y="0"/>
                  </a:lnTo>
                  <a:lnTo>
                    <a:pt x="251" y="3"/>
                  </a:lnTo>
                  <a:lnTo>
                    <a:pt x="285" y="14"/>
                  </a:lnTo>
                  <a:lnTo>
                    <a:pt x="320" y="29"/>
                  </a:lnTo>
                  <a:lnTo>
                    <a:pt x="357" y="49"/>
                  </a:lnTo>
                  <a:close/>
                </a:path>
              </a:pathLst>
            </a:custGeom>
            <a:solidFill>
              <a:srgbClr val="BFBFB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9600" name="Freeform 46"/>
            <p:cNvSpPr>
              <a:spLocks/>
            </p:cNvSpPr>
            <p:nvPr/>
          </p:nvSpPr>
          <p:spPr bwMode="auto">
            <a:xfrm>
              <a:off x="1268" y="1663"/>
              <a:ext cx="393" cy="711"/>
            </a:xfrm>
            <a:custGeom>
              <a:avLst/>
              <a:gdLst>
                <a:gd name="T0" fmla="*/ 3 w 1962"/>
                <a:gd name="T1" fmla="*/ 7 h 3555"/>
                <a:gd name="T2" fmla="*/ 2 w 1962"/>
                <a:gd name="T3" fmla="*/ 7 h 3555"/>
                <a:gd name="T4" fmla="*/ 2 w 1962"/>
                <a:gd name="T5" fmla="*/ 8 h 3555"/>
                <a:gd name="T6" fmla="*/ 1 w 1962"/>
                <a:gd name="T7" fmla="*/ 8 h 3555"/>
                <a:gd name="T8" fmla="*/ 1 w 1962"/>
                <a:gd name="T9" fmla="*/ 9 h 3555"/>
                <a:gd name="T10" fmla="*/ 1 w 1962"/>
                <a:gd name="T11" fmla="*/ 10 h 3555"/>
                <a:gd name="T12" fmla="*/ 0 w 1962"/>
                <a:gd name="T13" fmla="*/ 11 h 3555"/>
                <a:gd name="T14" fmla="*/ 0 w 1962"/>
                <a:gd name="T15" fmla="*/ 12 h 3555"/>
                <a:gd name="T16" fmla="*/ 0 w 1962"/>
                <a:gd name="T17" fmla="*/ 13 h 3555"/>
                <a:gd name="T18" fmla="*/ 0 w 1962"/>
                <a:gd name="T19" fmla="*/ 26 h 3555"/>
                <a:gd name="T20" fmla="*/ 0 w 1962"/>
                <a:gd name="T21" fmla="*/ 27 h 3555"/>
                <a:gd name="T22" fmla="*/ 0 w 1962"/>
                <a:gd name="T23" fmla="*/ 28 h 3555"/>
                <a:gd name="T24" fmla="*/ 1 w 1962"/>
                <a:gd name="T25" fmla="*/ 28 h 3555"/>
                <a:gd name="T26" fmla="*/ 1 w 1962"/>
                <a:gd name="T27" fmla="*/ 28 h 3555"/>
                <a:gd name="T28" fmla="*/ 2 w 1962"/>
                <a:gd name="T29" fmla="*/ 28 h 3555"/>
                <a:gd name="T30" fmla="*/ 2 w 1962"/>
                <a:gd name="T31" fmla="*/ 28 h 3555"/>
                <a:gd name="T32" fmla="*/ 3 w 1962"/>
                <a:gd name="T33" fmla="*/ 28 h 3555"/>
                <a:gd name="T34" fmla="*/ 13 w 1962"/>
                <a:gd name="T35" fmla="*/ 22 h 3555"/>
                <a:gd name="T36" fmla="*/ 13 w 1962"/>
                <a:gd name="T37" fmla="*/ 21 h 3555"/>
                <a:gd name="T38" fmla="*/ 14 w 1962"/>
                <a:gd name="T39" fmla="*/ 21 h 3555"/>
                <a:gd name="T40" fmla="*/ 14 w 1962"/>
                <a:gd name="T41" fmla="*/ 20 h 3555"/>
                <a:gd name="T42" fmla="*/ 15 w 1962"/>
                <a:gd name="T43" fmla="*/ 19 h 3555"/>
                <a:gd name="T44" fmla="*/ 15 w 1962"/>
                <a:gd name="T45" fmla="*/ 18 h 3555"/>
                <a:gd name="T46" fmla="*/ 16 w 1962"/>
                <a:gd name="T47" fmla="*/ 18 h 3555"/>
                <a:gd name="T48" fmla="*/ 16 w 1962"/>
                <a:gd name="T49" fmla="*/ 17 h 3555"/>
                <a:gd name="T50" fmla="*/ 16 w 1962"/>
                <a:gd name="T51" fmla="*/ 16 h 3555"/>
                <a:gd name="T52" fmla="*/ 16 w 1962"/>
                <a:gd name="T53" fmla="*/ 2 h 3555"/>
                <a:gd name="T54" fmla="*/ 16 w 1962"/>
                <a:gd name="T55" fmla="*/ 1 h 3555"/>
                <a:gd name="T56" fmla="*/ 15 w 1962"/>
                <a:gd name="T57" fmla="*/ 1 h 3555"/>
                <a:gd name="T58" fmla="*/ 15 w 1962"/>
                <a:gd name="T59" fmla="*/ 0 h 3555"/>
                <a:gd name="T60" fmla="*/ 15 w 1962"/>
                <a:gd name="T61" fmla="*/ 0 h 3555"/>
                <a:gd name="T62" fmla="*/ 14 w 1962"/>
                <a:gd name="T63" fmla="*/ 0 h 3555"/>
                <a:gd name="T64" fmla="*/ 14 w 1962"/>
                <a:gd name="T65" fmla="*/ 0 h 3555"/>
                <a:gd name="T66" fmla="*/ 13 w 1962"/>
                <a:gd name="T67" fmla="*/ 0 h 3555"/>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962"/>
                <a:gd name="T103" fmla="*/ 0 h 3555"/>
                <a:gd name="T104" fmla="*/ 1962 w 1962"/>
                <a:gd name="T105" fmla="*/ 3555 h 3555"/>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962" h="3555">
                  <a:moveTo>
                    <a:pt x="1594" y="50"/>
                  </a:moveTo>
                  <a:lnTo>
                    <a:pt x="368" y="831"/>
                  </a:lnTo>
                  <a:lnTo>
                    <a:pt x="330" y="858"/>
                  </a:lnTo>
                  <a:lnTo>
                    <a:pt x="294" y="888"/>
                  </a:lnTo>
                  <a:lnTo>
                    <a:pt x="259" y="922"/>
                  </a:lnTo>
                  <a:lnTo>
                    <a:pt x="225" y="961"/>
                  </a:lnTo>
                  <a:lnTo>
                    <a:pt x="193" y="1003"/>
                  </a:lnTo>
                  <a:lnTo>
                    <a:pt x="163" y="1047"/>
                  </a:lnTo>
                  <a:lnTo>
                    <a:pt x="133" y="1094"/>
                  </a:lnTo>
                  <a:lnTo>
                    <a:pt x="108" y="1143"/>
                  </a:lnTo>
                  <a:lnTo>
                    <a:pt x="84" y="1193"/>
                  </a:lnTo>
                  <a:lnTo>
                    <a:pt x="63" y="1246"/>
                  </a:lnTo>
                  <a:lnTo>
                    <a:pt x="44" y="1299"/>
                  </a:lnTo>
                  <a:lnTo>
                    <a:pt x="29" y="1353"/>
                  </a:lnTo>
                  <a:lnTo>
                    <a:pt x="16" y="1405"/>
                  </a:lnTo>
                  <a:lnTo>
                    <a:pt x="7" y="1459"/>
                  </a:lnTo>
                  <a:lnTo>
                    <a:pt x="2" y="1512"/>
                  </a:lnTo>
                  <a:lnTo>
                    <a:pt x="0" y="1565"/>
                  </a:lnTo>
                  <a:lnTo>
                    <a:pt x="0" y="3237"/>
                  </a:lnTo>
                  <a:lnTo>
                    <a:pt x="2" y="3287"/>
                  </a:lnTo>
                  <a:lnTo>
                    <a:pt x="7" y="3333"/>
                  </a:lnTo>
                  <a:lnTo>
                    <a:pt x="16" y="3375"/>
                  </a:lnTo>
                  <a:lnTo>
                    <a:pt x="29" y="3413"/>
                  </a:lnTo>
                  <a:lnTo>
                    <a:pt x="44" y="3447"/>
                  </a:lnTo>
                  <a:lnTo>
                    <a:pt x="63" y="3477"/>
                  </a:lnTo>
                  <a:lnTo>
                    <a:pt x="84" y="3502"/>
                  </a:lnTo>
                  <a:lnTo>
                    <a:pt x="108" y="3522"/>
                  </a:lnTo>
                  <a:lnTo>
                    <a:pt x="133" y="3538"/>
                  </a:lnTo>
                  <a:lnTo>
                    <a:pt x="163" y="3549"/>
                  </a:lnTo>
                  <a:lnTo>
                    <a:pt x="193" y="3555"/>
                  </a:lnTo>
                  <a:lnTo>
                    <a:pt x="225" y="3555"/>
                  </a:lnTo>
                  <a:lnTo>
                    <a:pt x="259" y="3550"/>
                  </a:lnTo>
                  <a:lnTo>
                    <a:pt x="294" y="3541"/>
                  </a:lnTo>
                  <a:lnTo>
                    <a:pt x="330" y="3524"/>
                  </a:lnTo>
                  <a:lnTo>
                    <a:pt x="368" y="3503"/>
                  </a:lnTo>
                  <a:lnTo>
                    <a:pt x="1594" y="2722"/>
                  </a:lnTo>
                  <a:lnTo>
                    <a:pt x="1632" y="2696"/>
                  </a:lnTo>
                  <a:lnTo>
                    <a:pt x="1668" y="2665"/>
                  </a:lnTo>
                  <a:lnTo>
                    <a:pt x="1703" y="2631"/>
                  </a:lnTo>
                  <a:lnTo>
                    <a:pt x="1737" y="2592"/>
                  </a:lnTo>
                  <a:lnTo>
                    <a:pt x="1769" y="2551"/>
                  </a:lnTo>
                  <a:lnTo>
                    <a:pt x="1799" y="2506"/>
                  </a:lnTo>
                  <a:lnTo>
                    <a:pt x="1829" y="2460"/>
                  </a:lnTo>
                  <a:lnTo>
                    <a:pt x="1854" y="2411"/>
                  </a:lnTo>
                  <a:lnTo>
                    <a:pt x="1878" y="2361"/>
                  </a:lnTo>
                  <a:lnTo>
                    <a:pt x="1899" y="2308"/>
                  </a:lnTo>
                  <a:lnTo>
                    <a:pt x="1918" y="2256"/>
                  </a:lnTo>
                  <a:lnTo>
                    <a:pt x="1933" y="2202"/>
                  </a:lnTo>
                  <a:lnTo>
                    <a:pt x="1946" y="2149"/>
                  </a:lnTo>
                  <a:lnTo>
                    <a:pt x="1955" y="2095"/>
                  </a:lnTo>
                  <a:lnTo>
                    <a:pt x="1960" y="2042"/>
                  </a:lnTo>
                  <a:lnTo>
                    <a:pt x="1962" y="1989"/>
                  </a:lnTo>
                  <a:lnTo>
                    <a:pt x="1962" y="319"/>
                  </a:lnTo>
                  <a:lnTo>
                    <a:pt x="1960" y="269"/>
                  </a:lnTo>
                  <a:lnTo>
                    <a:pt x="1955" y="223"/>
                  </a:lnTo>
                  <a:lnTo>
                    <a:pt x="1946" y="180"/>
                  </a:lnTo>
                  <a:lnTo>
                    <a:pt x="1933" y="143"/>
                  </a:lnTo>
                  <a:lnTo>
                    <a:pt x="1918" y="109"/>
                  </a:lnTo>
                  <a:lnTo>
                    <a:pt x="1899" y="79"/>
                  </a:lnTo>
                  <a:lnTo>
                    <a:pt x="1878" y="54"/>
                  </a:lnTo>
                  <a:lnTo>
                    <a:pt x="1854" y="33"/>
                  </a:lnTo>
                  <a:lnTo>
                    <a:pt x="1829" y="17"/>
                  </a:lnTo>
                  <a:lnTo>
                    <a:pt x="1799" y="7"/>
                  </a:lnTo>
                  <a:lnTo>
                    <a:pt x="1769" y="0"/>
                  </a:lnTo>
                  <a:lnTo>
                    <a:pt x="1737" y="0"/>
                  </a:lnTo>
                  <a:lnTo>
                    <a:pt x="1703" y="4"/>
                  </a:lnTo>
                  <a:lnTo>
                    <a:pt x="1668" y="14"/>
                  </a:lnTo>
                  <a:lnTo>
                    <a:pt x="1632" y="29"/>
                  </a:lnTo>
                  <a:lnTo>
                    <a:pt x="1594" y="50"/>
                  </a:lnTo>
                  <a:close/>
                </a:path>
              </a:pathLst>
            </a:custGeom>
            <a:solidFill>
              <a:srgbClr val="E5E5E5"/>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9601" name="Freeform 47"/>
            <p:cNvSpPr>
              <a:spLocks noEditPoints="1"/>
            </p:cNvSpPr>
            <p:nvPr/>
          </p:nvSpPr>
          <p:spPr bwMode="auto">
            <a:xfrm>
              <a:off x="916" y="1589"/>
              <a:ext cx="697" cy="698"/>
            </a:xfrm>
            <a:custGeom>
              <a:avLst/>
              <a:gdLst>
                <a:gd name="T0" fmla="*/ 16 w 3485"/>
                <a:gd name="T1" fmla="*/ 0 h 3490"/>
                <a:gd name="T2" fmla="*/ 17 w 3485"/>
                <a:gd name="T3" fmla="*/ 2 h 3490"/>
                <a:gd name="T4" fmla="*/ 17 w 3485"/>
                <a:gd name="T5" fmla="*/ 3 h 3490"/>
                <a:gd name="T6" fmla="*/ 14 w 3485"/>
                <a:gd name="T7" fmla="*/ 4 h 3490"/>
                <a:gd name="T8" fmla="*/ 12 w 3485"/>
                <a:gd name="T9" fmla="*/ 4 h 3490"/>
                <a:gd name="T10" fmla="*/ 11 w 3485"/>
                <a:gd name="T11" fmla="*/ 2 h 3490"/>
                <a:gd name="T12" fmla="*/ 11 w 3485"/>
                <a:gd name="T13" fmla="*/ 1 h 3490"/>
                <a:gd name="T14" fmla="*/ 14 w 3485"/>
                <a:gd name="T15" fmla="*/ 0 h 3490"/>
                <a:gd name="T16" fmla="*/ 3 w 3485"/>
                <a:gd name="T17" fmla="*/ 7 h 3490"/>
                <a:gd name="T18" fmla="*/ 4 w 3485"/>
                <a:gd name="T19" fmla="*/ 9 h 3490"/>
                <a:gd name="T20" fmla="*/ 3 w 3485"/>
                <a:gd name="T21" fmla="*/ 12 h 3490"/>
                <a:gd name="T22" fmla="*/ 2 w 3485"/>
                <a:gd name="T23" fmla="*/ 13 h 3490"/>
                <a:gd name="T24" fmla="*/ 1 w 3485"/>
                <a:gd name="T25" fmla="*/ 12 h 3490"/>
                <a:gd name="T26" fmla="*/ 0 w 3485"/>
                <a:gd name="T27" fmla="*/ 10 h 3490"/>
                <a:gd name="T28" fmla="*/ 0 w 3485"/>
                <a:gd name="T29" fmla="*/ 8 h 3490"/>
                <a:gd name="T30" fmla="*/ 2 w 3485"/>
                <a:gd name="T31" fmla="*/ 6 h 3490"/>
                <a:gd name="T32" fmla="*/ 10 w 3485"/>
                <a:gd name="T33" fmla="*/ 20 h 3490"/>
                <a:gd name="T34" fmla="*/ 11 w 3485"/>
                <a:gd name="T35" fmla="*/ 22 h 3490"/>
                <a:gd name="T36" fmla="*/ 11 w 3485"/>
                <a:gd name="T37" fmla="*/ 25 h 3490"/>
                <a:gd name="T38" fmla="*/ 10 w 3485"/>
                <a:gd name="T39" fmla="*/ 27 h 3490"/>
                <a:gd name="T40" fmla="*/ 8 w 3485"/>
                <a:gd name="T41" fmla="*/ 26 h 3490"/>
                <a:gd name="T42" fmla="*/ 7 w 3485"/>
                <a:gd name="T43" fmla="*/ 24 h 3490"/>
                <a:gd name="T44" fmla="*/ 7 w 3485"/>
                <a:gd name="T45" fmla="*/ 22 h 3490"/>
                <a:gd name="T46" fmla="*/ 8 w 3485"/>
                <a:gd name="T47" fmla="*/ 20 h 3490"/>
                <a:gd name="T48" fmla="*/ 20 w 3485"/>
                <a:gd name="T49" fmla="*/ 21 h 3490"/>
                <a:gd name="T50" fmla="*/ 21 w 3485"/>
                <a:gd name="T51" fmla="*/ 23 h 3490"/>
                <a:gd name="T52" fmla="*/ 21 w 3485"/>
                <a:gd name="T53" fmla="*/ 26 h 3490"/>
                <a:gd name="T54" fmla="*/ 20 w 3485"/>
                <a:gd name="T55" fmla="*/ 28 h 3490"/>
                <a:gd name="T56" fmla="*/ 18 w 3485"/>
                <a:gd name="T57" fmla="*/ 28 h 3490"/>
                <a:gd name="T58" fmla="*/ 17 w 3485"/>
                <a:gd name="T59" fmla="*/ 26 h 3490"/>
                <a:gd name="T60" fmla="*/ 17 w 3485"/>
                <a:gd name="T61" fmla="*/ 23 h 3490"/>
                <a:gd name="T62" fmla="*/ 18 w 3485"/>
                <a:gd name="T63" fmla="*/ 21 h 3490"/>
                <a:gd name="T64" fmla="*/ 19 w 3485"/>
                <a:gd name="T65" fmla="*/ 11 h 3490"/>
                <a:gd name="T66" fmla="*/ 20 w 3485"/>
                <a:gd name="T67" fmla="*/ 13 h 3490"/>
                <a:gd name="T68" fmla="*/ 21 w 3485"/>
                <a:gd name="T69" fmla="*/ 15 h 3490"/>
                <a:gd name="T70" fmla="*/ 20 w 3485"/>
                <a:gd name="T71" fmla="*/ 17 h 3490"/>
                <a:gd name="T72" fmla="*/ 18 w 3485"/>
                <a:gd name="T73" fmla="*/ 17 h 3490"/>
                <a:gd name="T74" fmla="*/ 17 w 3485"/>
                <a:gd name="T75" fmla="*/ 16 h 3490"/>
                <a:gd name="T76" fmla="*/ 17 w 3485"/>
                <a:gd name="T77" fmla="*/ 13 h 3490"/>
                <a:gd name="T78" fmla="*/ 18 w 3485"/>
                <a:gd name="T79" fmla="*/ 11 h 3490"/>
                <a:gd name="T80" fmla="*/ 26 w 3485"/>
                <a:gd name="T81" fmla="*/ 7 h 3490"/>
                <a:gd name="T82" fmla="*/ 27 w 3485"/>
                <a:gd name="T83" fmla="*/ 8 h 3490"/>
                <a:gd name="T84" fmla="*/ 27 w 3485"/>
                <a:gd name="T85" fmla="*/ 11 h 3490"/>
                <a:gd name="T86" fmla="*/ 26 w 3485"/>
                <a:gd name="T87" fmla="*/ 13 h 3490"/>
                <a:gd name="T88" fmla="*/ 25 w 3485"/>
                <a:gd name="T89" fmla="*/ 13 h 3490"/>
                <a:gd name="T90" fmla="*/ 24 w 3485"/>
                <a:gd name="T91" fmla="*/ 12 h 3490"/>
                <a:gd name="T92" fmla="*/ 24 w 3485"/>
                <a:gd name="T93" fmla="*/ 9 h 3490"/>
                <a:gd name="T94" fmla="*/ 24 w 3485"/>
                <a:gd name="T95" fmla="*/ 7 h 3490"/>
                <a:gd name="T96" fmla="*/ 26 w 3485"/>
                <a:gd name="T97" fmla="*/ 17 h 3490"/>
                <a:gd name="T98" fmla="*/ 27 w 3485"/>
                <a:gd name="T99" fmla="*/ 18 h 3490"/>
                <a:gd name="T100" fmla="*/ 28 w 3485"/>
                <a:gd name="T101" fmla="*/ 21 h 3490"/>
                <a:gd name="T102" fmla="*/ 27 w 3485"/>
                <a:gd name="T103" fmla="*/ 23 h 3490"/>
                <a:gd name="T104" fmla="*/ 26 w 3485"/>
                <a:gd name="T105" fmla="*/ 24 h 3490"/>
                <a:gd name="T106" fmla="*/ 24 w 3485"/>
                <a:gd name="T107" fmla="*/ 23 h 3490"/>
                <a:gd name="T108" fmla="*/ 24 w 3485"/>
                <a:gd name="T109" fmla="*/ 20 h 3490"/>
                <a:gd name="T110" fmla="*/ 25 w 3485"/>
                <a:gd name="T111" fmla="*/ 18 h 3490"/>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w 3485"/>
                <a:gd name="T169" fmla="*/ 0 h 3490"/>
                <a:gd name="T170" fmla="*/ 3485 w 3485"/>
                <a:gd name="T171" fmla="*/ 3490 h 3490"/>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T168" t="T169" r="T170" b="T171"/>
              <a:pathLst>
                <a:path w="3485" h="3490">
                  <a:moveTo>
                    <a:pt x="1754" y="0"/>
                  </a:moveTo>
                  <a:lnTo>
                    <a:pt x="1797" y="2"/>
                  </a:lnTo>
                  <a:lnTo>
                    <a:pt x="1840" y="5"/>
                  </a:lnTo>
                  <a:lnTo>
                    <a:pt x="1881" y="12"/>
                  </a:lnTo>
                  <a:lnTo>
                    <a:pt x="1921" y="20"/>
                  </a:lnTo>
                  <a:lnTo>
                    <a:pt x="1959" y="31"/>
                  </a:lnTo>
                  <a:lnTo>
                    <a:pt x="1994" y="44"/>
                  </a:lnTo>
                  <a:lnTo>
                    <a:pt x="2028" y="59"/>
                  </a:lnTo>
                  <a:lnTo>
                    <a:pt x="2058" y="74"/>
                  </a:lnTo>
                  <a:lnTo>
                    <a:pt x="2086" y="93"/>
                  </a:lnTo>
                  <a:lnTo>
                    <a:pt x="2111" y="113"/>
                  </a:lnTo>
                  <a:lnTo>
                    <a:pt x="2132" y="133"/>
                  </a:lnTo>
                  <a:lnTo>
                    <a:pt x="2151" y="155"/>
                  </a:lnTo>
                  <a:lnTo>
                    <a:pt x="2165" y="179"/>
                  </a:lnTo>
                  <a:lnTo>
                    <a:pt x="2175" y="203"/>
                  </a:lnTo>
                  <a:lnTo>
                    <a:pt x="2182" y="229"/>
                  </a:lnTo>
                  <a:lnTo>
                    <a:pt x="2185" y="255"/>
                  </a:lnTo>
                  <a:lnTo>
                    <a:pt x="2182" y="281"/>
                  </a:lnTo>
                  <a:lnTo>
                    <a:pt x="2175" y="305"/>
                  </a:lnTo>
                  <a:lnTo>
                    <a:pt x="2165" y="330"/>
                  </a:lnTo>
                  <a:lnTo>
                    <a:pt x="2151" y="353"/>
                  </a:lnTo>
                  <a:lnTo>
                    <a:pt x="2132" y="376"/>
                  </a:lnTo>
                  <a:lnTo>
                    <a:pt x="2111" y="397"/>
                  </a:lnTo>
                  <a:lnTo>
                    <a:pt x="2086" y="417"/>
                  </a:lnTo>
                  <a:lnTo>
                    <a:pt x="2058" y="434"/>
                  </a:lnTo>
                  <a:lnTo>
                    <a:pt x="2028" y="451"/>
                  </a:lnTo>
                  <a:lnTo>
                    <a:pt x="1994" y="466"/>
                  </a:lnTo>
                  <a:lnTo>
                    <a:pt x="1959" y="479"/>
                  </a:lnTo>
                  <a:lnTo>
                    <a:pt x="1921" y="489"/>
                  </a:lnTo>
                  <a:lnTo>
                    <a:pt x="1881" y="498"/>
                  </a:lnTo>
                  <a:lnTo>
                    <a:pt x="1840" y="505"/>
                  </a:lnTo>
                  <a:lnTo>
                    <a:pt x="1797" y="508"/>
                  </a:lnTo>
                  <a:lnTo>
                    <a:pt x="1754" y="509"/>
                  </a:lnTo>
                  <a:lnTo>
                    <a:pt x="1710" y="508"/>
                  </a:lnTo>
                  <a:lnTo>
                    <a:pt x="1667" y="505"/>
                  </a:lnTo>
                  <a:lnTo>
                    <a:pt x="1626" y="498"/>
                  </a:lnTo>
                  <a:lnTo>
                    <a:pt x="1586" y="489"/>
                  </a:lnTo>
                  <a:lnTo>
                    <a:pt x="1548" y="479"/>
                  </a:lnTo>
                  <a:lnTo>
                    <a:pt x="1512" y="466"/>
                  </a:lnTo>
                  <a:lnTo>
                    <a:pt x="1479" y="451"/>
                  </a:lnTo>
                  <a:lnTo>
                    <a:pt x="1449" y="434"/>
                  </a:lnTo>
                  <a:lnTo>
                    <a:pt x="1421" y="417"/>
                  </a:lnTo>
                  <a:lnTo>
                    <a:pt x="1395" y="397"/>
                  </a:lnTo>
                  <a:lnTo>
                    <a:pt x="1374" y="376"/>
                  </a:lnTo>
                  <a:lnTo>
                    <a:pt x="1355" y="353"/>
                  </a:lnTo>
                  <a:lnTo>
                    <a:pt x="1341" y="330"/>
                  </a:lnTo>
                  <a:lnTo>
                    <a:pt x="1331" y="305"/>
                  </a:lnTo>
                  <a:lnTo>
                    <a:pt x="1324" y="281"/>
                  </a:lnTo>
                  <a:lnTo>
                    <a:pt x="1321" y="255"/>
                  </a:lnTo>
                  <a:lnTo>
                    <a:pt x="1324" y="229"/>
                  </a:lnTo>
                  <a:lnTo>
                    <a:pt x="1331" y="203"/>
                  </a:lnTo>
                  <a:lnTo>
                    <a:pt x="1341" y="179"/>
                  </a:lnTo>
                  <a:lnTo>
                    <a:pt x="1355" y="155"/>
                  </a:lnTo>
                  <a:lnTo>
                    <a:pt x="1374" y="133"/>
                  </a:lnTo>
                  <a:lnTo>
                    <a:pt x="1395" y="113"/>
                  </a:lnTo>
                  <a:lnTo>
                    <a:pt x="1421" y="93"/>
                  </a:lnTo>
                  <a:lnTo>
                    <a:pt x="1449" y="74"/>
                  </a:lnTo>
                  <a:lnTo>
                    <a:pt x="1479" y="59"/>
                  </a:lnTo>
                  <a:lnTo>
                    <a:pt x="1512" y="44"/>
                  </a:lnTo>
                  <a:lnTo>
                    <a:pt x="1548" y="31"/>
                  </a:lnTo>
                  <a:lnTo>
                    <a:pt x="1586" y="20"/>
                  </a:lnTo>
                  <a:lnTo>
                    <a:pt x="1626" y="12"/>
                  </a:lnTo>
                  <a:lnTo>
                    <a:pt x="1667" y="5"/>
                  </a:lnTo>
                  <a:lnTo>
                    <a:pt x="1710" y="2"/>
                  </a:lnTo>
                  <a:lnTo>
                    <a:pt x="1754" y="0"/>
                  </a:lnTo>
                  <a:close/>
                  <a:moveTo>
                    <a:pt x="239" y="786"/>
                  </a:moveTo>
                  <a:lnTo>
                    <a:pt x="263" y="788"/>
                  </a:lnTo>
                  <a:lnTo>
                    <a:pt x="287" y="794"/>
                  </a:lnTo>
                  <a:lnTo>
                    <a:pt x="309" y="805"/>
                  </a:lnTo>
                  <a:lnTo>
                    <a:pt x="331" y="819"/>
                  </a:lnTo>
                  <a:lnTo>
                    <a:pt x="352" y="836"/>
                  </a:lnTo>
                  <a:lnTo>
                    <a:pt x="372" y="857"/>
                  </a:lnTo>
                  <a:lnTo>
                    <a:pt x="390" y="882"/>
                  </a:lnTo>
                  <a:lnTo>
                    <a:pt x="407" y="909"/>
                  </a:lnTo>
                  <a:lnTo>
                    <a:pt x="423" y="940"/>
                  </a:lnTo>
                  <a:lnTo>
                    <a:pt x="437" y="971"/>
                  </a:lnTo>
                  <a:lnTo>
                    <a:pt x="448" y="1006"/>
                  </a:lnTo>
                  <a:lnTo>
                    <a:pt x="459" y="1043"/>
                  </a:lnTo>
                  <a:lnTo>
                    <a:pt x="467" y="1081"/>
                  </a:lnTo>
                  <a:lnTo>
                    <a:pt x="473" y="1121"/>
                  </a:lnTo>
                  <a:lnTo>
                    <a:pt x="476" y="1163"/>
                  </a:lnTo>
                  <a:lnTo>
                    <a:pt x="478" y="1206"/>
                  </a:lnTo>
                  <a:lnTo>
                    <a:pt x="476" y="1248"/>
                  </a:lnTo>
                  <a:lnTo>
                    <a:pt x="473" y="1290"/>
                  </a:lnTo>
                  <a:lnTo>
                    <a:pt x="467" y="1330"/>
                  </a:lnTo>
                  <a:lnTo>
                    <a:pt x="459" y="1367"/>
                  </a:lnTo>
                  <a:lnTo>
                    <a:pt x="448" y="1405"/>
                  </a:lnTo>
                  <a:lnTo>
                    <a:pt x="437" y="1439"/>
                  </a:lnTo>
                  <a:lnTo>
                    <a:pt x="423" y="1472"/>
                  </a:lnTo>
                  <a:lnTo>
                    <a:pt x="407" y="1501"/>
                  </a:lnTo>
                  <a:lnTo>
                    <a:pt x="390" y="1528"/>
                  </a:lnTo>
                  <a:lnTo>
                    <a:pt x="372" y="1553"/>
                  </a:lnTo>
                  <a:lnTo>
                    <a:pt x="352" y="1574"/>
                  </a:lnTo>
                  <a:lnTo>
                    <a:pt x="331" y="1591"/>
                  </a:lnTo>
                  <a:lnTo>
                    <a:pt x="309" y="1605"/>
                  </a:lnTo>
                  <a:lnTo>
                    <a:pt x="287" y="1616"/>
                  </a:lnTo>
                  <a:lnTo>
                    <a:pt x="263" y="1622"/>
                  </a:lnTo>
                  <a:lnTo>
                    <a:pt x="239" y="1624"/>
                  </a:lnTo>
                  <a:lnTo>
                    <a:pt x="214" y="1622"/>
                  </a:lnTo>
                  <a:lnTo>
                    <a:pt x="191" y="1616"/>
                  </a:lnTo>
                  <a:lnTo>
                    <a:pt x="168" y="1605"/>
                  </a:lnTo>
                  <a:lnTo>
                    <a:pt x="146" y="1591"/>
                  </a:lnTo>
                  <a:lnTo>
                    <a:pt x="125" y="1574"/>
                  </a:lnTo>
                  <a:lnTo>
                    <a:pt x="105" y="1553"/>
                  </a:lnTo>
                  <a:lnTo>
                    <a:pt x="87" y="1528"/>
                  </a:lnTo>
                  <a:lnTo>
                    <a:pt x="70" y="1501"/>
                  </a:lnTo>
                  <a:lnTo>
                    <a:pt x="55" y="1472"/>
                  </a:lnTo>
                  <a:lnTo>
                    <a:pt x="41" y="1439"/>
                  </a:lnTo>
                  <a:lnTo>
                    <a:pt x="29" y="1405"/>
                  </a:lnTo>
                  <a:lnTo>
                    <a:pt x="18" y="1367"/>
                  </a:lnTo>
                  <a:lnTo>
                    <a:pt x="10" y="1330"/>
                  </a:lnTo>
                  <a:lnTo>
                    <a:pt x="4" y="1290"/>
                  </a:lnTo>
                  <a:lnTo>
                    <a:pt x="1" y="1248"/>
                  </a:lnTo>
                  <a:lnTo>
                    <a:pt x="0" y="1206"/>
                  </a:lnTo>
                  <a:lnTo>
                    <a:pt x="1" y="1163"/>
                  </a:lnTo>
                  <a:lnTo>
                    <a:pt x="4" y="1121"/>
                  </a:lnTo>
                  <a:lnTo>
                    <a:pt x="10" y="1081"/>
                  </a:lnTo>
                  <a:lnTo>
                    <a:pt x="18" y="1043"/>
                  </a:lnTo>
                  <a:lnTo>
                    <a:pt x="29" y="1006"/>
                  </a:lnTo>
                  <a:lnTo>
                    <a:pt x="41" y="971"/>
                  </a:lnTo>
                  <a:lnTo>
                    <a:pt x="55" y="940"/>
                  </a:lnTo>
                  <a:lnTo>
                    <a:pt x="70" y="909"/>
                  </a:lnTo>
                  <a:lnTo>
                    <a:pt x="87" y="882"/>
                  </a:lnTo>
                  <a:lnTo>
                    <a:pt x="105" y="857"/>
                  </a:lnTo>
                  <a:lnTo>
                    <a:pt x="125" y="836"/>
                  </a:lnTo>
                  <a:lnTo>
                    <a:pt x="146" y="819"/>
                  </a:lnTo>
                  <a:lnTo>
                    <a:pt x="168" y="805"/>
                  </a:lnTo>
                  <a:lnTo>
                    <a:pt x="191" y="794"/>
                  </a:lnTo>
                  <a:lnTo>
                    <a:pt x="214" y="788"/>
                  </a:lnTo>
                  <a:lnTo>
                    <a:pt x="239" y="786"/>
                  </a:lnTo>
                  <a:close/>
                  <a:moveTo>
                    <a:pt x="1119" y="2495"/>
                  </a:moveTo>
                  <a:lnTo>
                    <a:pt x="1143" y="2498"/>
                  </a:lnTo>
                  <a:lnTo>
                    <a:pt x="1167" y="2504"/>
                  </a:lnTo>
                  <a:lnTo>
                    <a:pt x="1190" y="2514"/>
                  </a:lnTo>
                  <a:lnTo>
                    <a:pt x="1211" y="2528"/>
                  </a:lnTo>
                  <a:lnTo>
                    <a:pt x="1232" y="2546"/>
                  </a:lnTo>
                  <a:lnTo>
                    <a:pt x="1252" y="2567"/>
                  </a:lnTo>
                  <a:lnTo>
                    <a:pt x="1271" y="2592"/>
                  </a:lnTo>
                  <a:lnTo>
                    <a:pt x="1288" y="2618"/>
                  </a:lnTo>
                  <a:lnTo>
                    <a:pt x="1304" y="2648"/>
                  </a:lnTo>
                  <a:lnTo>
                    <a:pt x="1318" y="2681"/>
                  </a:lnTo>
                  <a:lnTo>
                    <a:pt x="1329" y="2715"/>
                  </a:lnTo>
                  <a:lnTo>
                    <a:pt x="1340" y="2752"/>
                  </a:lnTo>
                  <a:lnTo>
                    <a:pt x="1348" y="2790"/>
                  </a:lnTo>
                  <a:lnTo>
                    <a:pt x="1354" y="2830"/>
                  </a:lnTo>
                  <a:lnTo>
                    <a:pt x="1358" y="2872"/>
                  </a:lnTo>
                  <a:lnTo>
                    <a:pt x="1359" y="2914"/>
                  </a:lnTo>
                  <a:lnTo>
                    <a:pt x="1358" y="2956"/>
                  </a:lnTo>
                  <a:lnTo>
                    <a:pt x="1354" y="2998"/>
                  </a:lnTo>
                  <a:lnTo>
                    <a:pt x="1348" y="3038"/>
                  </a:lnTo>
                  <a:lnTo>
                    <a:pt x="1340" y="3077"/>
                  </a:lnTo>
                  <a:lnTo>
                    <a:pt x="1329" y="3113"/>
                  </a:lnTo>
                  <a:lnTo>
                    <a:pt x="1318" y="3147"/>
                  </a:lnTo>
                  <a:lnTo>
                    <a:pt x="1304" y="3180"/>
                  </a:lnTo>
                  <a:lnTo>
                    <a:pt x="1288" y="3209"/>
                  </a:lnTo>
                  <a:lnTo>
                    <a:pt x="1271" y="3238"/>
                  </a:lnTo>
                  <a:lnTo>
                    <a:pt x="1252" y="3261"/>
                  </a:lnTo>
                  <a:lnTo>
                    <a:pt x="1232" y="3282"/>
                  </a:lnTo>
                  <a:lnTo>
                    <a:pt x="1211" y="3301"/>
                  </a:lnTo>
                  <a:lnTo>
                    <a:pt x="1190" y="3315"/>
                  </a:lnTo>
                  <a:lnTo>
                    <a:pt x="1167" y="3325"/>
                  </a:lnTo>
                  <a:lnTo>
                    <a:pt x="1143" y="3331"/>
                  </a:lnTo>
                  <a:lnTo>
                    <a:pt x="1119" y="3334"/>
                  </a:lnTo>
                  <a:lnTo>
                    <a:pt x="1094" y="3331"/>
                  </a:lnTo>
                  <a:lnTo>
                    <a:pt x="1070" y="3325"/>
                  </a:lnTo>
                  <a:lnTo>
                    <a:pt x="1048" y="3315"/>
                  </a:lnTo>
                  <a:lnTo>
                    <a:pt x="1026" y="3301"/>
                  </a:lnTo>
                  <a:lnTo>
                    <a:pt x="1005" y="3282"/>
                  </a:lnTo>
                  <a:lnTo>
                    <a:pt x="985" y="3261"/>
                  </a:lnTo>
                  <a:lnTo>
                    <a:pt x="967" y="3238"/>
                  </a:lnTo>
                  <a:lnTo>
                    <a:pt x="950" y="3209"/>
                  </a:lnTo>
                  <a:lnTo>
                    <a:pt x="935" y="3180"/>
                  </a:lnTo>
                  <a:lnTo>
                    <a:pt x="921" y="3147"/>
                  </a:lnTo>
                  <a:lnTo>
                    <a:pt x="909" y="3113"/>
                  </a:lnTo>
                  <a:lnTo>
                    <a:pt x="898" y="3077"/>
                  </a:lnTo>
                  <a:lnTo>
                    <a:pt x="890" y="3038"/>
                  </a:lnTo>
                  <a:lnTo>
                    <a:pt x="884" y="2998"/>
                  </a:lnTo>
                  <a:lnTo>
                    <a:pt x="881" y="2956"/>
                  </a:lnTo>
                  <a:lnTo>
                    <a:pt x="880" y="2914"/>
                  </a:lnTo>
                  <a:lnTo>
                    <a:pt x="881" y="2872"/>
                  </a:lnTo>
                  <a:lnTo>
                    <a:pt x="884" y="2830"/>
                  </a:lnTo>
                  <a:lnTo>
                    <a:pt x="890" y="2790"/>
                  </a:lnTo>
                  <a:lnTo>
                    <a:pt x="898" y="2752"/>
                  </a:lnTo>
                  <a:lnTo>
                    <a:pt x="909" y="2715"/>
                  </a:lnTo>
                  <a:lnTo>
                    <a:pt x="921" y="2681"/>
                  </a:lnTo>
                  <a:lnTo>
                    <a:pt x="935" y="2648"/>
                  </a:lnTo>
                  <a:lnTo>
                    <a:pt x="950" y="2618"/>
                  </a:lnTo>
                  <a:lnTo>
                    <a:pt x="967" y="2592"/>
                  </a:lnTo>
                  <a:lnTo>
                    <a:pt x="985" y="2567"/>
                  </a:lnTo>
                  <a:lnTo>
                    <a:pt x="1005" y="2546"/>
                  </a:lnTo>
                  <a:lnTo>
                    <a:pt x="1026" y="2528"/>
                  </a:lnTo>
                  <a:lnTo>
                    <a:pt x="1048" y="2514"/>
                  </a:lnTo>
                  <a:lnTo>
                    <a:pt x="1070" y="2504"/>
                  </a:lnTo>
                  <a:lnTo>
                    <a:pt x="1094" y="2498"/>
                  </a:lnTo>
                  <a:lnTo>
                    <a:pt x="1119" y="2495"/>
                  </a:lnTo>
                  <a:close/>
                  <a:moveTo>
                    <a:pt x="2380" y="2651"/>
                  </a:moveTo>
                  <a:lnTo>
                    <a:pt x="2405" y="2654"/>
                  </a:lnTo>
                  <a:lnTo>
                    <a:pt x="2428" y="2660"/>
                  </a:lnTo>
                  <a:lnTo>
                    <a:pt x="2452" y="2670"/>
                  </a:lnTo>
                  <a:lnTo>
                    <a:pt x="2473" y="2684"/>
                  </a:lnTo>
                  <a:lnTo>
                    <a:pt x="2494" y="2703"/>
                  </a:lnTo>
                  <a:lnTo>
                    <a:pt x="2514" y="2724"/>
                  </a:lnTo>
                  <a:lnTo>
                    <a:pt x="2533" y="2747"/>
                  </a:lnTo>
                  <a:lnTo>
                    <a:pt x="2550" y="2774"/>
                  </a:lnTo>
                  <a:lnTo>
                    <a:pt x="2565" y="2805"/>
                  </a:lnTo>
                  <a:lnTo>
                    <a:pt x="2580" y="2838"/>
                  </a:lnTo>
                  <a:lnTo>
                    <a:pt x="2591" y="2872"/>
                  </a:lnTo>
                  <a:lnTo>
                    <a:pt x="2602" y="2908"/>
                  </a:lnTo>
                  <a:lnTo>
                    <a:pt x="2610" y="2947"/>
                  </a:lnTo>
                  <a:lnTo>
                    <a:pt x="2616" y="2987"/>
                  </a:lnTo>
                  <a:lnTo>
                    <a:pt x="2619" y="3029"/>
                  </a:lnTo>
                  <a:lnTo>
                    <a:pt x="2621" y="3071"/>
                  </a:lnTo>
                  <a:lnTo>
                    <a:pt x="2619" y="3113"/>
                  </a:lnTo>
                  <a:lnTo>
                    <a:pt x="2616" y="3155"/>
                  </a:lnTo>
                  <a:lnTo>
                    <a:pt x="2610" y="3195"/>
                  </a:lnTo>
                  <a:lnTo>
                    <a:pt x="2602" y="3233"/>
                  </a:lnTo>
                  <a:lnTo>
                    <a:pt x="2591" y="3270"/>
                  </a:lnTo>
                  <a:lnTo>
                    <a:pt x="2580" y="3304"/>
                  </a:lnTo>
                  <a:lnTo>
                    <a:pt x="2565" y="3337"/>
                  </a:lnTo>
                  <a:lnTo>
                    <a:pt x="2550" y="3367"/>
                  </a:lnTo>
                  <a:lnTo>
                    <a:pt x="2533" y="3393"/>
                  </a:lnTo>
                  <a:lnTo>
                    <a:pt x="2514" y="3418"/>
                  </a:lnTo>
                  <a:lnTo>
                    <a:pt x="2494" y="3439"/>
                  </a:lnTo>
                  <a:lnTo>
                    <a:pt x="2473" y="3457"/>
                  </a:lnTo>
                  <a:lnTo>
                    <a:pt x="2452" y="3471"/>
                  </a:lnTo>
                  <a:lnTo>
                    <a:pt x="2428" y="3481"/>
                  </a:lnTo>
                  <a:lnTo>
                    <a:pt x="2405" y="3487"/>
                  </a:lnTo>
                  <a:lnTo>
                    <a:pt x="2380" y="3490"/>
                  </a:lnTo>
                  <a:lnTo>
                    <a:pt x="2356" y="3487"/>
                  </a:lnTo>
                  <a:lnTo>
                    <a:pt x="2332" y="3481"/>
                  </a:lnTo>
                  <a:lnTo>
                    <a:pt x="2310" y="3471"/>
                  </a:lnTo>
                  <a:lnTo>
                    <a:pt x="2288" y="3457"/>
                  </a:lnTo>
                  <a:lnTo>
                    <a:pt x="2267" y="3439"/>
                  </a:lnTo>
                  <a:lnTo>
                    <a:pt x="2248" y="3418"/>
                  </a:lnTo>
                  <a:lnTo>
                    <a:pt x="2229" y="3393"/>
                  </a:lnTo>
                  <a:lnTo>
                    <a:pt x="2212" y="3367"/>
                  </a:lnTo>
                  <a:lnTo>
                    <a:pt x="2196" y="3337"/>
                  </a:lnTo>
                  <a:lnTo>
                    <a:pt x="2182" y="3304"/>
                  </a:lnTo>
                  <a:lnTo>
                    <a:pt x="2171" y="3270"/>
                  </a:lnTo>
                  <a:lnTo>
                    <a:pt x="2160" y="3233"/>
                  </a:lnTo>
                  <a:lnTo>
                    <a:pt x="2152" y="3195"/>
                  </a:lnTo>
                  <a:lnTo>
                    <a:pt x="2146" y="3155"/>
                  </a:lnTo>
                  <a:lnTo>
                    <a:pt x="2142" y="3113"/>
                  </a:lnTo>
                  <a:lnTo>
                    <a:pt x="2141" y="3071"/>
                  </a:lnTo>
                  <a:lnTo>
                    <a:pt x="2142" y="3029"/>
                  </a:lnTo>
                  <a:lnTo>
                    <a:pt x="2146" y="2987"/>
                  </a:lnTo>
                  <a:lnTo>
                    <a:pt x="2152" y="2947"/>
                  </a:lnTo>
                  <a:lnTo>
                    <a:pt x="2160" y="2908"/>
                  </a:lnTo>
                  <a:lnTo>
                    <a:pt x="2171" y="2872"/>
                  </a:lnTo>
                  <a:lnTo>
                    <a:pt x="2182" y="2838"/>
                  </a:lnTo>
                  <a:lnTo>
                    <a:pt x="2196" y="2805"/>
                  </a:lnTo>
                  <a:lnTo>
                    <a:pt x="2212" y="2774"/>
                  </a:lnTo>
                  <a:lnTo>
                    <a:pt x="2229" y="2747"/>
                  </a:lnTo>
                  <a:lnTo>
                    <a:pt x="2248" y="2724"/>
                  </a:lnTo>
                  <a:lnTo>
                    <a:pt x="2267" y="2703"/>
                  </a:lnTo>
                  <a:lnTo>
                    <a:pt x="2288" y="2684"/>
                  </a:lnTo>
                  <a:lnTo>
                    <a:pt x="2310" y="2670"/>
                  </a:lnTo>
                  <a:lnTo>
                    <a:pt x="2332" y="2660"/>
                  </a:lnTo>
                  <a:lnTo>
                    <a:pt x="2356" y="2654"/>
                  </a:lnTo>
                  <a:lnTo>
                    <a:pt x="2380" y="2651"/>
                  </a:lnTo>
                  <a:close/>
                  <a:moveTo>
                    <a:pt x="2342" y="1355"/>
                  </a:moveTo>
                  <a:lnTo>
                    <a:pt x="2366" y="1357"/>
                  </a:lnTo>
                  <a:lnTo>
                    <a:pt x="2390" y="1363"/>
                  </a:lnTo>
                  <a:lnTo>
                    <a:pt x="2412" y="1373"/>
                  </a:lnTo>
                  <a:lnTo>
                    <a:pt x="2434" y="1387"/>
                  </a:lnTo>
                  <a:lnTo>
                    <a:pt x="2455" y="1405"/>
                  </a:lnTo>
                  <a:lnTo>
                    <a:pt x="2475" y="1426"/>
                  </a:lnTo>
                  <a:lnTo>
                    <a:pt x="2493" y="1451"/>
                  </a:lnTo>
                  <a:lnTo>
                    <a:pt x="2510" y="1478"/>
                  </a:lnTo>
                  <a:lnTo>
                    <a:pt x="2526" y="1507"/>
                  </a:lnTo>
                  <a:lnTo>
                    <a:pt x="2540" y="1540"/>
                  </a:lnTo>
                  <a:lnTo>
                    <a:pt x="2551" y="1574"/>
                  </a:lnTo>
                  <a:lnTo>
                    <a:pt x="2562" y="1611"/>
                  </a:lnTo>
                  <a:lnTo>
                    <a:pt x="2570" y="1649"/>
                  </a:lnTo>
                  <a:lnTo>
                    <a:pt x="2576" y="1689"/>
                  </a:lnTo>
                  <a:lnTo>
                    <a:pt x="2580" y="1731"/>
                  </a:lnTo>
                  <a:lnTo>
                    <a:pt x="2581" y="1773"/>
                  </a:lnTo>
                  <a:lnTo>
                    <a:pt x="2580" y="1815"/>
                  </a:lnTo>
                  <a:lnTo>
                    <a:pt x="2576" y="1858"/>
                  </a:lnTo>
                  <a:lnTo>
                    <a:pt x="2570" y="1897"/>
                  </a:lnTo>
                  <a:lnTo>
                    <a:pt x="2562" y="1936"/>
                  </a:lnTo>
                  <a:lnTo>
                    <a:pt x="2551" y="1972"/>
                  </a:lnTo>
                  <a:lnTo>
                    <a:pt x="2540" y="2008"/>
                  </a:lnTo>
                  <a:lnTo>
                    <a:pt x="2526" y="2039"/>
                  </a:lnTo>
                  <a:lnTo>
                    <a:pt x="2510" y="2070"/>
                  </a:lnTo>
                  <a:lnTo>
                    <a:pt x="2493" y="2097"/>
                  </a:lnTo>
                  <a:lnTo>
                    <a:pt x="2475" y="2121"/>
                  </a:lnTo>
                  <a:lnTo>
                    <a:pt x="2455" y="2142"/>
                  </a:lnTo>
                  <a:lnTo>
                    <a:pt x="2434" y="2160"/>
                  </a:lnTo>
                  <a:lnTo>
                    <a:pt x="2412" y="2174"/>
                  </a:lnTo>
                  <a:lnTo>
                    <a:pt x="2390" y="2185"/>
                  </a:lnTo>
                  <a:lnTo>
                    <a:pt x="2366" y="2191"/>
                  </a:lnTo>
                  <a:lnTo>
                    <a:pt x="2342" y="2193"/>
                  </a:lnTo>
                  <a:lnTo>
                    <a:pt x="2317" y="2191"/>
                  </a:lnTo>
                  <a:lnTo>
                    <a:pt x="2294" y="2185"/>
                  </a:lnTo>
                  <a:lnTo>
                    <a:pt x="2270" y="2174"/>
                  </a:lnTo>
                  <a:lnTo>
                    <a:pt x="2249" y="2160"/>
                  </a:lnTo>
                  <a:lnTo>
                    <a:pt x="2228" y="2142"/>
                  </a:lnTo>
                  <a:lnTo>
                    <a:pt x="2208" y="2121"/>
                  </a:lnTo>
                  <a:lnTo>
                    <a:pt x="2189" y="2097"/>
                  </a:lnTo>
                  <a:lnTo>
                    <a:pt x="2173" y="2070"/>
                  </a:lnTo>
                  <a:lnTo>
                    <a:pt x="2157" y="2039"/>
                  </a:lnTo>
                  <a:lnTo>
                    <a:pt x="2142" y="2008"/>
                  </a:lnTo>
                  <a:lnTo>
                    <a:pt x="2131" y="1972"/>
                  </a:lnTo>
                  <a:lnTo>
                    <a:pt x="2120" y="1936"/>
                  </a:lnTo>
                  <a:lnTo>
                    <a:pt x="2112" y="1897"/>
                  </a:lnTo>
                  <a:lnTo>
                    <a:pt x="2106" y="1858"/>
                  </a:lnTo>
                  <a:lnTo>
                    <a:pt x="2103" y="1815"/>
                  </a:lnTo>
                  <a:lnTo>
                    <a:pt x="2101" y="1773"/>
                  </a:lnTo>
                  <a:lnTo>
                    <a:pt x="2103" y="1731"/>
                  </a:lnTo>
                  <a:lnTo>
                    <a:pt x="2106" y="1689"/>
                  </a:lnTo>
                  <a:lnTo>
                    <a:pt x="2112" y="1649"/>
                  </a:lnTo>
                  <a:lnTo>
                    <a:pt x="2120" y="1611"/>
                  </a:lnTo>
                  <a:lnTo>
                    <a:pt x="2131" y="1574"/>
                  </a:lnTo>
                  <a:lnTo>
                    <a:pt x="2142" y="1540"/>
                  </a:lnTo>
                  <a:lnTo>
                    <a:pt x="2157" y="1507"/>
                  </a:lnTo>
                  <a:lnTo>
                    <a:pt x="2173" y="1478"/>
                  </a:lnTo>
                  <a:lnTo>
                    <a:pt x="2189" y="1451"/>
                  </a:lnTo>
                  <a:lnTo>
                    <a:pt x="2208" y="1426"/>
                  </a:lnTo>
                  <a:lnTo>
                    <a:pt x="2228" y="1405"/>
                  </a:lnTo>
                  <a:lnTo>
                    <a:pt x="2249" y="1387"/>
                  </a:lnTo>
                  <a:lnTo>
                    <a:pt x="2270" y="1373"/>
                  </a:lnTo>
                  <a:lnTo>
                    <a:pt x="2294" y="1363"/>
                  </a:lnTo>
                  <a:lnTo>
                    <a:pt x="2317" y="1357"/>
                  </a:lnTo>
                  <a:lnTo>
                    <a:pt x="2342" y="1355"/>
                  </a:lnTo>
                  <a:close/>
                  <a:moveTo>
                    <a:pt x="3179" y="819"/>
                  </a:moveTo>
                  <a:lnTo>
                    <a:pt x="3204" y="821"/>
                  </a:lnTo>
                  <a:lnTo>
                    <a:pt x="3227" y="827"/>
                  </a:lnTo>
                  <a:lnTo>
                    <a:pt x="3250" y="838"/>
                  </a:lnTo>
                  <a:lnTo>
                    <a:pt x="3272" y="852"/>
                  </a:lnTo>
                  <a:lnTo>
                    <a:pt x="3293" y="869"/>
                  </a:lnTo>
                  <a:lnTo>
                    <a:pt x="3312" y="890"/>
                  </a:lnTo>
                  <a:lnTo>
                    <a:pt x="3331" y="915"/>
                  </a:lnTo>
                  <a:lnTo>
                    <a:pt x="3348" y="942"/>
                  </a:lnTo>
                  <a:lnTo>
                    <a:pt x="3363" y="971"/>
                  </a:lnTo>
                  <a:lnTo>
                    <a:pt x="3377" y="1004"/>
                  </a:lnTo>
                  <a:lnTo>
                    <a:pt x="3389" y="1038"/>
                  </a:lnTo>
                  <a:lnTo>
                    <a:pt x="3400" y="1076"/>
                  </a:lnTo>
                  <a:lnTo>
                    <a:pt x="3408" y="1113"/>
                  </a:lnTo>
                  <a:lnTo>
                    <a:pt x="3414" y="1153"/>
                  </a:lnTo>
                  <a:lnTo>
                    <a:pt x="3417" y="1195"/>
                  </a:lnTo>
                  <a:lnTo>
                    <a:pt x="3418" y="1237"/>
                  </a:lnTo>
                  <a:lnTo>
                    <a:pt x="3417" y="1280"/>
                  </a:lnTo>
                  <a:lnTo>
                    <a:pt x="3414" y="1322"/>
                  </a:lnTo>
                  <a:lnTo>
                    <a:pt x="3408" y="1362"/>
                  </a:lnTo>
                  <a:lnTo>
                    <a:pt x="3400" y="1399"/>
                  </a:lnTo>
                  <a:lnTo>
                    <a:pt x="3389" y="1437"/>
                  </a:lnTo>
                  <a:lnTo>
                    <a:pt x="3377" y="1471"/>
                  </a:lnTo>
                  <a:lnTo>
                    <a:pt x="3363" y="1503"/>
                  </a:lnTo>
                  <a:lnTo>
                    <a:pt x="3348" y="1533"/>
                  </a:lnTo>
                  <a:lnTo>
                    <a:pt x="3331" y="1560"/>
                  </a:lnTo>
                  <a:lnTo>
                    <a:pt x="3312" y="1584"/>
                  </a:lnTo>
                  <a:lnTo>
                    <a:pt x="3293" y="1605"/>
                  </a:lnTo>
                  <a:lnTo>
                    <a:pt x="3272" y="1623"/>
                  </a:lnTo>
                  <a:lnTo>
                    <a:pt x="3250" y="1637"/>
                  </a:lnTo>
                  <a:lnTo>
                    <a:pt x="3227" y="1648"/>
                  </a:lnTo>
                  <a:lnTo>
                    <a:pt x="3204" y="1654"/>
                  </a:lnTo>
                  <a:lnTo>
                    <a:pt x="3179" y="1656"/>
                  </a:lnTo>
                  <a:lnTo>
                    <a:pt x="3155" y="1654"/>
                  </a:lnTo>
                  <a:lnTo>
                    <a:pt x="3131" y="1648"/>
                  </a:lnTo>
                  <a:lnTo>
                    <a:pt x="3108" y="1637"/>
                  </a:lnTo>
                  <a:lnTo>
                    <a:pt x="3087" y="1623"/>
                  </a:lnTo>
                  <a:lnTo>
                    <a:pt x="3066" y="1605"/>
                  </a:lnTo>
                  <a:lnTo>
                    <a:pt x="3046" y="1584"/>
                  </a:lnTo>
                  <a:lnTo>
                    <a:pt x="3027" y="1560"/>
                  </a:lnTo>
                  <a:lnTo>
                    <a:pt x="3011" y="1533"/>
                  </a:lnTo>
                  <a:lnTo>
                    <a:pt x="2994" y="1503"/>
                  </a:lnTo>
                  <a:lnTo>
                    <a:pt x="2980" y="1471"/>
                  </a:lnTo>
                  <a:lnTo>
                    <a:pt x="2968" y="1437"/>
                  </a:lnTo>
                  <a:lnTo>
                    <a:pt x="2958" y="1399"/>
                  </a:lnTo>
                  <a:lnTo>
                    <a:pt x="2950" y="1362"/>
                  </a:lnTo>
                  <a:lnTo>
                    <a:pt x="2944" y="1322"/>
                  </a:lnTo>
                  <a:lnTo>
                    <a:pt x="2940" y="1280"/>
                  </a:lnTo>
                  <a:lnTo>
                    <a:pt x="2939" y="1237"/>
                  </a:lnTo>
                  <a:lnTo>
                    <a:pt x="2940" y="1195"/>
                  </a:lnTo>
                  <a:lnTo>
                    <a:pt x="2944" y="1153"/>
                  </a:lnTo>
                  <a:lnTo>
                    <a:pt x="2950" y="1113"/>
                  </a:lnTo>
                  <a:lnTo>
                    <a:pt x="2958" y="1076"/>
                  </a:lnTo>
                  <a:lnTo>
                    <a:pt x="2968" y="1038"/>
                  </a:lnTo>
                  <a:lnTo>
                    <a:pt x="2980" y="1004"/>
                  </a:lnTo>
                  <a:lnTo>
                    <a:pt x="2994" y="971"/>
                  </a:lnTo>
                  <a:lnTo>
                    <a:pt x="3011" y="942"/>
                  </a:lnTo>
                  <a:lnTo>
                    <a:pt x="3027" y="915"/>
                  </a:lnTo>
                  <a:lnTo>
                    <a:pt x="3046" y="890"/>
                  </a:lnTo>
                  <a:lnTo>
                    <a:pt x="3066" y="869"/>
                  </a:lnTo>
                  <a:lnTo>
                    <a:pt x="3087" y="852"/>
                  </a:lnTo>
                  <a:lnTo>
                    <a:pt x="3108" y="838"/>
                  </a:lnTo>
                  <a:lnTo>
                    <a:pt x="3131" y="827"/>
                  </a:lnTo>
                  <a:lnTo>
                    <a:pt x="3155" y="821"/>
                  </a:lnTo>
                  <a:lnTo>
                    <a:pt x="3179" y="819"/>
                  </a:lnTo>
                  <a:close/>
                  <a:moveTo>
                    <a:pt x="3246" y="2144"/>
                  </a:moveTo>
                  <a:lnTo>
                    <a:pt x="3271" y="2146"/>
                  </a:lnTo>
                  <a:lnTo>
                    <a:pt x="3294" y="2152"/>
                  </a:lnTo>
                  <a:lnTo>
                    <a:pt x="3316" y="2162"/>
                  </a:lnTo>
                  <a:lnTo>
                    <a:pt x="3339" y="2176"/>
                  </a:lnTo>
                  <a:lnTo>
                    <a:pt x="3360" y="2194"/>
                  </a:lnTo>
                  <a:lnTo>
                    <a:pt x="3380" y="2215"/>
                  </a:lnTo>
                  <a:lnTo>
                    <a:pt x="3397" y="2240"/>
                  </a:lnTo>
                  <a:lnTo>
                    <a:pt x="3415" y="2267"/>
                  </a:lnTo>
                  <a:lnTo>
                    <a:pt x="3430" y="2296"/>
                  </a:lnTo>
                  <a:lnTo>
                    <a:pt x="3444" y="2329"/>
                  </a:lnTo>
                  <a:lnTo>
                    <a:pt x="3456" y="2363"/>
                  </a:lnTo>
                  <a:lnTo>
                    <a:pt x="3466" y="2400"/>
                  </a:lnTo>
                  <a:lnTo>
                    <a:pt x="3475" y="2438"/>
                  </a:lnTo>
                  <a:lnTo>
                    <a:pt x="3480" y="2478"/>
                  </a:lnTo>
                  <a:lnTo>
                    <a:pt x="3484" y="2520"/>
                  </a:lnTo>
                  <a:lnTo>
                    <a:pt x="3485" y="2562"/>
                  </a:lnTo>
                  <a:lnTo>
                    <a:pt x="3484" y="2604"/>
                  </a:lnTo>
                  <a:lnTo>
                    <a:pt x="3480" y="2647"/>
                  </a:lnTo>
                  <a:lnTo>
                    <a:pt x="3475" y="2686"/>
                  </a:lnTo>
                  <a:lnTo>
                    <a:pt x="3466" y="2725"/>
                  </a:lnTo>
                  <a:lnTo>
                    <a:pt x="3456" y="2762"/>
                  </a:lnTo>
                  <a:lnTo>
                    <a:pt x="3444" y="2796"/>
                  </a:lnTo>
                  <a:lnTo>
                    <a:pt x="3430" y="2828"/>
                  </a:lnTo>
                  <a:lnTo>
                    <a:pt x="3415" y="2858"/>
                  </a:lnTo>
                  <a:lnTo>
                    <a:pt x="3397" y="2886"/>
                  </a:lnTo>
                  <a:lnTo>
                    <a:pt x="3380" y="2909"/>
                  </a:lnTo>
                  <a:lnTo>
                    <a:pt x="3360" y="2930"/>
                  </a:lnTo>
                  <a:lnTo>
                    <a:pt x="3339" y="2949"/>
                  </a:lnTo>
                  <a:lnTo>
                    <a:pt x="3316" y="2963"/>
                  </a:lnTo>
                  <a:lnTo>
                    <a:pt x="3294" y="2974"/>
                  </a:lnTo>
                  <a:lnTo>
                    <a:pt x="3271" y="2980"/>
                  </a:lnTo>
                  <a:lnTo>
                    <a:pt x="3246" y="2982"/>
                  </a:lnTo>
                  <a:lnTo>
                    <a:pt x="3222" y="2980"/>
                  </a:lnTo>
                  <a:lnTo>
                    <a:pt x="3198" y="2974"/>
                  </a:lnTo>
                  <a:lnTo>
                    <a:pt x="3176" y="2963"/>
                  </a:lnTo>
                  <a:lnTo>
                    <a:pt x="3154" y="2949"/>
                  </a:lnTo>
                  <a:lnTo>
                    <a:pt x="3133" y="2930"/>
                  </a:lnTo>
                  <a:lnTo>
                    <a:pt x="3113" y="2909"/>
                  </a:lnTo>
                  <a:lnTo>
                    <a:pt x="3095" y="2886"/>
                  </a:lnTo>
                  <a:lnTo>
                    <a:pt x="3077" y="2858"/>
                  </a:lnTo>
                  <a:lnTo>
                    <a:pt x="3062" y="2828"/>
                  </a:lnTo>
                  <a:lnTo>
                    <a:pt x="3048" y="2796"/>
                  </a:lnTo>
                  <a:lnTo>
                    <a:pt x="3036" y="2762"/>
                  </a:lnTo>
                  <a:lnTo>
                    <a:pt x="3026" y="2725"/>
                  </a:lnTo>
                  <a:lnTo>
                    <a:pt x="3018" y="2686"/>
                  </a:lnTo>
                  <a:lnTo>
                    <a:pt x="3012" y="2647"/>
                  </a:lnTo>
                  <a:lnTo>
                    <a:pt x="3008" y="2604"/>
                  </a:lnTo>
                  <a:lnTo>
                    <a:pt x="3007" y="2562"/>
                  </a:lnTo>
                  <a:lnTo>
                    <a:pt x="3008" y="2520"/>
                  </a:lnTo>
                  <a:lnTo>
                    <a:pt x="3012" y="2478"/>
                  </a:lnTo>
                  <a:lnTo>
                    <a:pt x="3018" y="2438"/>
                  </a:lnTo>
                  <a:lnTo>
                    <a:pt x="3026" y="2400"/>
                  </a:lnTo>
                  <a:lnTo>
                    <a:pt x="3036" y="2363"/>
                  </a:lnTo>
                  <a:lnTo>
                    <a:pt x="3048" y="2329"/>
                  </a:lnTo>
                  <a:lnTo>
                    <a:pt x="3062" y="2296"/>
                  </a:lnTo>
                  <a:lnTo>
                    <a:pt x="3077" y="2267"/>
                  </a:lnTo>
                  <a:lnTo>
                    <a:pt x="3095" y="2240"/>
                  </a:lnTo>
                  <a:lnTo>
                    <a:pt x="3113" y="2215"/>
                  </a:lnTo>
                  <a:lnTo>
                    <a:pt x="3133" y="2194"/>
                  </a:lnTo>
                  <a:lnTo>
                    <a:pt x="3154" y="2176"/>
                  </a:lnTo>
                  <a:lnTo>
                    <a:pt x="3176" y="2162"/>
                  </a:lnTo>
                  <a:lnTo>
                    <a:pt x="3198" y="2152"/>
                  </a:lnTo>
                  <a:lnTo>
                    <a:pt x="3222" y="2146"/>
                  </a:lnTo>
                  <a:lnTo>
                    <a:pt x="3246" y="214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9602" name="Freeform 48"/>
            <p:cNvSpPr>
              <a:spLocks/>
            </p:cNvSpPr>
            <p:nvPr/>
          </p:nvSpPr>
          <p:spPr bwMode="auto">
            <a:xfrm>
              <a:off x="1267" y="1588"/>
              <a:ext cx="87" cy="52"/>
            </a:xfrm>
            <a:custGeom>
              <a:avLst/>
              <a:gdLst>
                <a:gd name="T0" fmla="*/ 3 w 437"/>
                <a:gd name="T1" fmla="*/ 2 h 260"/>
                <a:gd name="T2" fmla="*/ 3 w 437"/>
                <a:gd name="T3" fmla="*/ 2 h 260"/>
                <a:gd name="T4" fmla="*/ 3 w 437"/>
                <a:gd name="T5" fmla="*/ 2 h 260"/>
                <a:gd name="T6" fmla="*/ 3 w 437"/>
                <a:gd name="T7" fmla="*/ 2 h 260"/>
                <a:gd name="T8" fmla="*/ 3 w 437"/>
                <a:gd name="T9" fmla="*/ 1 h 260"/>
                <a:gd name="T10" fmla="*/ 3 w 437"/>
                <a:gd name="T11" fmla="*/ 1 h 260"/>
                <a:gd name="T12" fmla="*/ 3 w 437"/>
                <a:gd name="T13" fmla="*/ 1 h 260"/>
                <a:gd name="T14" fmla="*/ 3 w 437"/>
                <a:gd name="T15" fmla="*/ 1 h 260"/>
                <a:gd name="T16" fmla="*/ 3 w 437"/>
                <a:gd name="T17" fmla="*/ 1 h 260"/>
                <a:gd name="T18" fmla="*/ 2 w 437"/>
                <a:gd name="T19" fmla="*/ 1 h 260"/>
                <a:gd name="T20" fmla="*/ 2 w 437"/>
                <a:gd name="T21" fmla="*/ 0 h 260"/>
                <a:gd name="T22" fmla="*/ 2 w 437"/>
                <a:gd name="T23" fmla="*/ 0 h 260"/>
                <a:gd name="T24" fmla="*/ 2 w 437"/>
                <a:gd name="T25" fmla="*/ 0 h 260"/>
                <a:gd name="T26" fmla="*/ 1 w 437"/>
                <a:gd name="T27" fmla="*/ 0 h 260"/>
                <a:gd name="T28" fmla="*/ 1 w 437"/>
                <a:gd name="T29" fmla="*/ 0 h 260"/>
                <a:gd name="T30" fmla="*/ 1 w 437"/>
                <a:gd name="T31" fmla="*/ 0 h 260"/>
                <a:gd name="T32" fmla="*/ 0 w 437"/>
                <a:gd name="T33" fmla="*/ 0 h 260"/>
                <a:gd name="T34" fmla="*/ 0 w 437"/>
                <a:gd name="T35" fmla="*/ 0 h 260"/>
                <a:gd name="T36" fmla="*/ 0 w 437"/>
                <a:gd name="T37" fmla="*/ 0 h 260"/>
                <a:gd name="T38" fmla="*/ 0 w 437"/>
                <a:gd name="T39" fmla="*/ 0 h 260"/>
                <a:gd name="T40" fmla="*/ 1 w 437"/>
                <a:gd name="T41" fmla="*/ 0 h 260"/>
                <a:gd name="T42" fmla="*/ 1 w 437"/>
                <a:gd name="T43" fmla="*/ 0 h 260"/>
                <a:gd name="T44" fmla="*/ 1 w 437"/>
                <a:gd name="T45" fmla="*/ 0 h 260"/>
                <a:gd name="T46" fmla="*/ 2 w 437"/>
                <a:gd name="T47" fmla="*/ 0 h 260"/>
                <a:gd name="T48" fmla="*/ 2 w 437"/>
                <a:gd name="T49" fmla="*/ 0 h 260"/>
                <a:gd name="T50" fmla="*/ 2 w 437"/>
                <a:gd name="T51" fmla="*/ 1 h 260"/>
                <a:gd name="T52" fmla="*/ 2 w 437"/>
                <a:gd name="T53" fmla="*/ 1 h 260"/>
                <a:gd name="T54" fmla="*/ 3 w 437"/>
                <a:gd name="T55" fmla="*/ 1 h 260"/>
                <a:gd name="T56" fmla="*/ 3 w 437"/>
                <a:gd name="T57" fmla="*/ 1 h 260"/>
                <a:gd name="T58" fmla="*/ 3 w 437"/>
                <a:gd name="T59" fmla="*/ 1 h 260"/>
                <a:gd name="T60" fmla="*/ 3 w 437"/>
                <a:gd name="T61" fmla="*/ 1 h 260"/>
                <a:gd name="T62" fmla="*/ 3 w 437"/>
                <a:gd name="T63" fmla="*/ 1 h 260"/>
                <a:gd name="T64" fmla="*/ 3 w 437"/>
                <a:gd name="T65" fmla="*/ 2 h 260"/>
                <a:gd name="T66" fmla="*/ 3 w 437"/>
                <a:gd name="T67" fmla="*/ 2 h 260"/>
                <a:gd name="T68" fmla="*/ 3 w 437"/>
                <a:gd name="T69" fmla="*/ 2 h 260"/>
                <a:gd name="T70" fmla="*/ 3 w 437"/>
                <a:gd name="T71" fmla="*/ 2 h 260"/>
                <a:gd name="T72" fmla="*/ 3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437" y="260"/>
                  </a:moveTo>
                  <a:lnTo>
                    <a:pt x="437" y="260"/>
                  </a:lnTo>
                  <a:lnTo>
                    <a:pt x="434" y="233"/>
                  </a:lnTo>
                  <a:lnTo>
                    <a:pt x="427" y="206"/>
                  </a:lnTo>
                  <a:lnTo>
                    <a:pt x="417" y="181"/>
                  </a:lnTo>
                  <a:lnTo>
                    <a:pt x="401" y="157"/>
                  </a:lnTo>
                  <a:lnTo>
                    <a:pt x="383" y="133"/>
                  </a:lnTo>
                  <a:lnTo>
                    <a:pt x="360" y="113"/>
                  </a:lnTo>
                  <a:lnTo>
                    <a:pt x="336" y="93"/>
                  </a:lnTo>
                  <a:lnTo>
                    <a:pt x="308" y="73"/>
                  </a:lnTo>
                  <a:lnTo>
                    <a:pt x="276" y="58"/>
                  </a:lnTo>
                  <a:lnTo>
                    <a:pt x="242" y="43"/>
                  </a:lnTo>
                  <a:lnTo>
                    <a:pt x="207" y="30"/>
                  </a:lnTo>
                  <a:lnTo>
                    <a:pt x="168" y="19"/>
                  </a:lnTo>
                  <a:lnTo>
                    <a:pt x="128" y="11"/>
                  </a:lnTo>
                  <a:lnTo>
                    <a:pt x="87" y="4"/>
                  </a:lnTo>
                  <a:lnTo>
                    <a:pt x="43" y="1"/>
                  </a:lnTo>
                  <a:lnTo>
                    <a:pt x="0" y="0"/>
                  </a:lnTo>
                  <a:lnTo>
                    <a:pt x="0" y="11"/>
                  </a:lnTo>
                  <a:lnTo>
                    <a:pt x="43" y="12"/>
                  </a:lnTo>
                  <a:lnTo>
                    <a:pt x="85" y="16"/>
                  </a:lnTo>
                  <a:lnTo>
                    <a:pt x="126" y="23"/>
                  </a:lnTo>
                  <a:lnTo>
                    <a:pt x="166" y="31"/>
                  </a:lnTo>
                  <a:lnTo>
                    <a:pt x="202" y="42"/>
                  </a:lnTo>
                  <a:lnTo>
                    <a:pt x="237" y="55"/>
                  </a:lnTo>
                  <a:lnTo>
                    <a:pt x="271" y="70"/>
                  </a:lnTo>
                  <a:lnTo>
                    <a:pt x="301" y="85"/>
                  </a:lnTo>
                  <a:lnTo>
                    <a:pt x="329" y="103"/>
                  </a:lnTo>
                  <a:lnTo>
                    <a:pt x="353" y="123"/>
                  </a:lnTo>
                  <a:lnTo>
                    <a:pt x="373" y="143"/>
                  </a:lnTo>
                  <a:lnTo>
                    <a:pt x="392" y="164"/>
                  </a:lnTo>
                  <a:lnTo>
                    <a:pt x="405" y="186"/>
                  </a:lnTo>
                  <a:lnTo>
                    <a:pt x="415" y="211"/>
                  </a:lnTo>
                  <a:lnTo>
                    <a:pt x="422" y="235"/>
                  </a:lnTo>
                  <a:lnTo>
                    <a:pt x="425" y="260"/>
                  </a:lnTo>
                  <a:lnTo>
                    <a:pt x="437"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9603" name="Freeform 49"/>
            <p:cNvSpPr>
              <a:spLocks/>
            </p:cNvSpPr>
            <p:nvPr/>
          </p:nvSpPr>
          <p:spPr bwMode="auto">
            <a:xfrm>
              <a:off x="1267" y="1640"/>
              <a:ext cx="87" cy="52"/>
            </a:xfrm>
            <a:custGeom>
              <a:avLst/>
              <a:gdLst>
                <a:gd name="T0" fmla="*/ 0 w 437"/>
                <a:gd name="T1" fmla="*/ 2 h 260"/>
                <a:gd name="T2" fmla="*/ 0 w 437"/>
                <a:gd name="T3" fmla="*/ 2 h 260"/>
                <a:gd name="T4" fmla="*/ 0 w 437"/>
                <a:gd name="T5" fmla="*/ 2 h 260"/>
                <a:gd name="T6" fmla="*/ 1 w 437"/>
                <a:gd name="T7" fmla="*/ 2 h 260"/>
                <a:gd name="T8" fmla="*/ 1 w 437"/>
                <a:gd name="T9" fmla="*/ 2 h 260"/>
                <a:gd name="T10" fmla="*/ 1 w 437"/>
                <a:gd name="T11" fmla="*/ 2 h 260"/>
                <a:gd name="T12" fmla="*/ 2 w 437"/>
                <a:gd name="T13" fmla="*/ 2 h 260"/>
                <a:gd name="T14" fmla="*/ 2 w 437"/>
                <a:gd name="T15" fmla="*/ 2 h 260"/>
                <a:gd name="T16" fmla="*/ 2 w 437"/>
                <a:gd name="T17" fmla="*/ 2 h 260"/>
                <a:gd name="T18" fmla="*/ 2 w 437"/>
                <a:gd name="T19" fmla="*/ 1 h 260"/>
                <a:gd name="T20" fmla="*/ 3 w 437"/>
                <a:gd name="T21" fmla="*/ 1 h 260"/>
                <a:gd name="T22" fmla="*/ 3 w 437"/>
                <a:gd name="T23" fmla="*/ 1 h 260"/>
                <a:gd name="T24" fmla="*/ 3 w 437"/>
                <a:gd name="T25" fmla="*/ 1 h 260"/>
                <a:gd name="T26" fmla="*/ 3 w 437"/>
                <a:gd name="T27" fmla="*/ 1 h 260"/>
                <a:gd name="T28" fmla="*/ 3 w 437"/>
                <a:gd name="T29" fmla="*/ 1 h 260"/>
                <a:gd name="T30" fmla="*/ 3 w 437"/>
                <a:gd name="T31" fmla="*/ 0 h 260"/>
                <a:gd name="T32" fmla="*/ 3 w 437"/>
                <a:gd name="T33" fmla="*/ 0 h 260"/>
                <a:gd name="T34" fmla="*/ 3 w 437"/>
                <a:gd name="T35" fmla="*/ 0 h 260"/>
                <a:gd name="T36" fmla="*/ 3 w 437"/>
                <a:gd name="T37" fmla="*/ 0 h 260"/>
                <a:gd name="T38" fmla="*/ 3 w 437"/>
                <a:gd name="T39" fmla="*/ 0 h 260"/>
                <a:gd name="T40" fmla="*/ 3 w 437"/>
                <a:gd name="T41" fmla="*/ 0 h 260"/>
                <a:gd name="T42" fmla="*/ 3 w 437"/>
                <a:gd name="T43" fmla="*/ 1 h 260"/>
                <a:gd name="T44" fmla="*/ 3 w 437"/>
                <a:gd name="T45" fmla="*/ 1 h 260"/>
                <a:gd name="T46" fmla="*/ 3 w 437"/>
                <a:gd name="T47" fmla="*/ 1 h 260"/>
                <a:gd name="T48" fmla="*/ 3 w 437"/>
                <a:gd name="T49" fmla="*/ 1 h 260"/>
                <a:gd name="T50" fmla="*/ 3 w 437"/>
                <a:gd name="T51" fmla="*/ 1 h 260"/>
                <a:gd name="T52" fmla="*/ 2 w 437"/>
                <a:gd name="T53" fmla="*/ 1 h 260"/>
                <a:gd name="T54" fmla="*/ 2 w 437"/>
                <a:gd name="T55" fmla="*/ 2 h 260"/>
                <a:gd name="T56" fmla="*/ 2 w 437"/>
                <a:gd name="T57" fmla="*/ 2 h 260"/>
                <a:gd name="T58" fmla="*/ 2 w 437"/>
                <a:gd name="T59" fmla="*/ 2 h 260"/>
                <a:gd name="T60" fmla="*/ 1 w 437"/>
                <a:gd name="T61" fmla="*/ 2 h 260"/>
                <a:gd name="T62" fmla="*/ 1 w 437"/>
                <a:gd name="T63" fmla="*/ 2 h 260"/>
                <a:gd name="T64" fmla="*/ 1 w 437"/>
                <a:gd name="T65" fmla="*/ 2 h 260"/>
                <a:gd name="T66" fmla="*/ 0 w 437"/>
                <a:gd name="T67" fmla="*/ 2 h 260"/>
                <a:gd name="T68" fmla="*/ 0 w 437"/>
                <a:gd name="T69" fmla="*/ 2 h 260"/>
                <a:gd name="T70" fmla="*/ 0 w 437"/>
                <a:gd name="T71" fmla="*/ 2 h 260"/>
                <a:gd name="T72" fmla="*/ 0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0" y="260"/>
                  </a:moveTo>
                  <a:lnTo>
                    <a:pt x="0" y="260"/>
                  </a:lnTo>
                  <a:lnTo>
                    <a:pt x="43" y="259"/>
                  </a:lnTo>
                  <a:lnTo>
                    <a:pt x="87" y="255"/>
                  </a:lnTo>
                  <a:lnTo>
                    <a:pt x="128" y="248"/>
                  </a:lnTo>
                  <a:lnTo>
                    <a:pt x="168" y="240"/>
                  </a:lnTo>
                  <a:lnTo>
                    <a:pt x="207" y="230"/>
                  </a:lnTo>
                  <a:lnTo>
                    <a:pt x="242" y="217"/>
                  </a:lnTo>
                  <a:lnTo>
                    <a:pt x="276" y="202"/>
                  </a:lnTo>
                  <a:lnTo>
                    <a:pt x="308" y="185"/>
                  </a:lnTo>
                  <a:lnTo>
                    <a:pt x="336" y="166"/>
                  </a:lnTo>
                  <a:lnTo>
                    <a:pt x="360" y="146"/>
                  </a:lnTo>
                  <a:lnTo>
                    <a:pt x="383" y="125"/>
                  </a:lnTo>
                  <a:lnTo>
                    <a:pt x="401" y="102"/>
                  </a:lnTo>
                  <a:lnTo>
                    <a:pt x="417" y="77"/>
                  </a:lnTo>
                  <a:lnTo>
                    <a:pt x="427" y="53"/>
                  </a:lnTo>
                  <a:lnTo>
                    <a:pt x="434" y="27"/>
                  </a:lnTo>
                  <a:lnTo>
                    <a:pt x="437" y="0"/>
                  </a:lnTo>
                  <a:lnTo>
                    <a:pt x="425" y="0"/>
                  </a:lnTo>
                  <a:lnTo>
                    <a:pt x="422" y="24"/>
                  </a:lnTo>
                  <a:lnTo>
                    <a:pt x="415" y="48"/>
                  </a:lnTo>
                  <a:lnTo>
                    <a:pt x="405" y="73"/>
                  </a:lnTo>
                  <a:lnTo>
                    <a:pt x="392" y="95"/>
                  </a:lnTo>
                  <a:lnTo>
                    <a:pt x="373" y="116"/>
                  </a:lnTo>
                  <a:lnTo>
                    <a:pt x="353" y="137"/>
                  </a:lnTo>
                  <a:lnTo>
                    <a:pt x="329" y="157"/>
                  </a:lnTo>
                  <a:lnTo>
                    <a:pt x="301" y="173"/>
                  </a:lnTo>
                  <a:lnTo>
                    <a:pt x="271" y="190"/>
                  </a:lnTo>
                  <a:lnTo>
                    <a:pt x="237" y="205"/>
                  </a:lnTo>
                  <a:lnTo>
                    <a:pt x="202" y="218"/>
                  </a:lnTo>
                  <a:lnTo>
                    <a:pt x="166" y="228"/>
                  </a:lnTo>
                  <a:lnTo>
                    <a:pt x="126" y="237"/>
                  </a:lnTo>
                  <a:lnTo>
                    <a:pt x="85" y="244"/>
                  </a:lnTo>
                  <a:lnTo>
                    <a:pt x="43" y="247"/>
                  </a:lnTo>
                  <a:lnTo>
                    <a:pt x="0" y="248"/>
                  </a:lnTo>
                  <a:lnTo>
                    <a:pt x="0"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9604" name="Freeform 50"/>
            <p:cNvSpPr>
              <a:spLocks/>
            </p:cNvSpPr>
            <p:nvPr/>
          </p:nvSpPr>
          <p:spPr bwMode="auto">
            <a:xfrm>
              <a:off x="1179" y="1640"/>
              <a:ext cx="88" cy="52"/>
            </a:xfrm>
            <a:custGeom>
              <a:avLst/>
              <a:gdLst>
                <a:gd name="T0" fmla="*/ 0 w 439"/>
                <a:gd name="T1" fmla="*/ 0 h 260"/>
                <a:gd name="T2" fmla="*/ 0 w 439"/>
                <a:gd name="T3" fmla="*/ 0 h 260"/>
                <a:gd name="T4" fmla="*/ 0 w 439"/>
                <a:gd name="T5" fmla="*/ 0 h 260"/>
                <a:gd name="T6" fmla="*/ 0 w 439"/>
                <a:gd name="T7" fmla="*/ 0 h 260"/>
                <a:gd name="T8" fmla="*/ 0 w 439"/>
                <a:gd name="T9" fmla="*/ 1 h 260"/>
                <a:gd name="T10" fmla="*/ 0 w 439"/>
                <a:gd name="T11" fmla="*/ 1 h 260"/>
                <a:gd name="T12" fmla="*/ 0 w 439"/>
                <a:gd name="T13" fmla="*/ 1 h 260"/>
                <a:gd name="T14" fmla="*/ 1 w 439"/>
                <a:gd name="T15" fmla="*/ 1 h 260"/>
                <a:gd name="T16" fmla="*/ 1 w 439"/>
                <a:gd name="T17" fmla="*/ 1 h 260"/>
                <a:gd name="T18" fmla="*/ 1 w 439"/>
                <a:gd name="T19" fmla="*/ 1 h 260"/>
                <a:gd name="T20" fmla="*/ 1 w 439"/>
                <a:gd name="T21" fmla="*/ 2 h 260"/>
                <a:gd name="T22" fmla="*/ 2 w 439"/>
                <a:gd name="T23" fmla="*/ 2 h 260"/>
                <a:gd name="T24" fmla="*/ 2 w 439"/>
                <a:gd name="T25" fmla="*/ 2 h 260"/>
                <a:gd name="T26" fmla="*/ 2 w 439"/>
                <a:gd name="T27" fmla="*/ 2 h 260"/>
                <a:gd name="T28" fmla="*/ 2 w 439"/>
                <a:gd name="T29" fmla="*/ 2 h 260"/>
                <a:gd name="T30" fmla="*/ 3 w 439"/>
                <a:gd name="T31" fmla="*/ 2 h 260"/>
                <a:gd name="T32" fmla="*/ 3 w 439"/>
                <a:gd name="T33" fmla="*/ 2 h 260"/>
                <a:gd name="T34" fmla="*/ 4 w 439"/>
                <a:gd name="T35" fmla="*/ 2 h 260"/>
                <a:gd name="T36" fmla="*/ 4 w 439"/>
                <a:gd name="T37" fmla="*/ 2 h 260"/>
                <a:gd name="T38" fmla="*/ 3 w 439"/>
                <a:gd name="T39" fmla="*/ 2 h 260"/>
                <a:gd name="T40" fmla="*/ 3 w 439"/>
                <a:gd name="T41" fmla="*/ 2 h 260"/>
                <a:gd name="T42" fmla="*/ 3 w 439"/>
                <a:gd name="T43" fmla="*/ 2 h 260"/>
                <a:gd name="T44" fmla="*/ 2 w 439"/>
                <a:gd name="T45" fmla="*/ 2 h 260"/>
                <a:gd name="T46" fmla="*/ 2 w 439"/>
                <a:gd name="T47" fmla="*/ 2 h 260"/>
                <a:gd name="T48" fmla="*/ 2 w 439"/>
                <a:gd name="T49" fmla="*/ 2 h 260"/>
                <a:gd name="T50" fmla="*/ 1 w 439"/>
                <a:gd name="T51" fmla="*/ 2 h 260"/>
                <a:gd name="T52" fmla="*/ 1 w 439"/>
                <a:gd name="T53" fmla="*/ 1 h 260"/>
                <a:gd name="T54" fmla="*/ 1 w 439"/>
                <a:gd name="T55" fmla="*/ 1 h 260"/>
                <a:gd name="T56" fmla="*/ 1 w 439"/>
                <a:gd name="T57" fmla="*/ 1 h 260"/>
                <a:gd name="T58" fmla="*/ 1 w 439"/>
                <a:gd name="T59" fmla="*/ 1 h 260"/>
                <a:gd name="T60" fmla="*/ 0 w 439"/>
                <a:gd name="T61" fmla="*/ 1 h 260"/>
                <a:gd name="T62" fmla="*/ 0 w 439"/>
                <a:gd name="T63" fmla="*/ 1 h 260"/>
                <a:gd name="T64" fmla="*/ 0 w 439"/>
                <a:gd name="T65" fmla="*/ 0 h 260"/>
                <a:gd name="T66" fmla="*/ 0 w 439"/>
                <a:gd name="T67" fmla="*/ 0 h 260"/>
                <a:gd name="T68" fmla="*/ 0 w 439"/>
                <a:gd name="T69" fmla="*/ 0 h 260"/>
                <a:gd name="T70" fmla="*/ 0 w 439"/>
                <a:gd name="T71" fmla="*/ 0 h 260"/>
                <a:gd name="T72" fmla="*/ 0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0" y="0"/>
                  </a:moveTo>
                  <a:lnTo>
                    <a:pt x="0" y="0"/>
                  </a:lnTo>
                  <a:lnTo>
                    <a:pt x="3" y="27"/>
                  </a:lnTo>
                  <a:lnTo>
                    <a:pt x="10" y="53"/>
                  </a:lnTo>
                  <a:lnTo>
                    <a:pt x="20" y="77"/>
                  </a:lnTo>
                  <a:lnTo>
                    <a:pt x="35" y="102"/>
                  </a:lnTo>
                  <a:lnTo>
                    <a:pt x="54" y="125"/>
                  </a:lnTo>
                  <a:lnTo>
                    <a:pt x="76" y="146"/>
                  </a:lnTo>
                  <a:lnTo>
                    <a:pt x="102" y="166"/>
                  </a:lnTo>
                  <a:lnTo>
                    <a:pt x="130" y="185"/>
                  </a:lnTo>
                  <a:lnTo>
                    <a:pt x="162" y="202"/>
                  </a:lnTo>
                  <a:lnTo>
                    <a:pt x="195" y="217"/>
                  </a:lnTo>
                  <a:lnTo>
                    <a:pt x="231" y="230"/>
                  </a:lnTo>
                  <a:lnTo>
                    <a:pt x="270" y="240"/>
                  </a:lnTo>
                  <a:lnTo>
                    <a:pt x="310" y="248"/>
                  </a:lnTo>
                  <a:lnTo>
                    <a:pt x="351" y="255"/>
                  </a:lnTo>
                  <a:lnTo>
                    <a:pt x="395" y="259"/>
                  </a:lnTo>
                  <a:lnTo>
                    <a:pt x="439" y="260"/>
                  </a:lnTo>
                  <a:lnTo>
                    <a:pt x="439" y="248"/>
                  </a:lnTo>
                  <a:lnTo>
                    <a:pt x="395" y="247"/>
                  </a:lnTo>
                  <a:lnTo>
                    <a:pt x="353" y="244"/>
                  </a:lnTo>
                  <a:lnTo>
                    <a:pt x="312" y="237"/>
                  </a:lnTo>
                  <a:lnTo>
                    <a:pt x="272" y="228"/>
                  </a:lnTo>
                  <a:lnTo>
                    <a:pt x="236" y="218"/>
                  </a:lnTo>
                  <a:lnTo>
                    <a:pt x="200" y="205"/>
                  </a:lnTo>
                  <a:lnTo>
                    <a:pt x="167" y="190"/>
                  </a:lnTo>
                  <a:lnTo>
                    <a:pt x="137" y="173"/>
                  </a:lnTo>
                  <a:lnTo>
                    <a:pt x="109" y="157"/>
                  </a:lnTo>
                  <a:lnTo>
                    <a:pt x="84" y="137"/>
                  </a:lnTo>
                  <a:lnTo>
                    <a:pt x="64" y="116"/>
                  </a:lnTo>
                  <a:lnTo>
                    <a:pt x="45" y="95"/>
                  </a:lnTo>
                  <a:lnTo>
                    <a:pt x="32" y="73"/>
                  </a:lnTo>
                  <a:lnTo>
                    <a:pt x="21" y="48"/>
                  </a:lnTo>
                  <a:lnTo>
                    <a:pt x="14" y="24"/>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9605" name="Freeform 51"/>
            <p:cNvSpPr>
              <a:spLocks/>
            </p:cNvSpPr>
            <p:nvPr/>
          </p:nvSpPr>
          <p:spPr bwMode="auto">
            <a:xfrm>
              <a:off x="1179" y="1588"/>
              <a:ext cx="88" cy="52"/>
            </a:xfrm>
            <a:custGeom>
              <a:avLst/>
              <a:gdLst>
                <a:gd name="T0" fmla="*/ 4 w 439"/>
                <a:gd name="T1" fmla="*/ 0 h 260"/>
                <a:gd name="T2" fmla="*/ 4 w 439"/>
                <a:gd name="T3" fmla="*/ 0 h 260"/>
                <a:gd name="T4" fmla="*/ 3 w 439"/>
                <a:gd name="T5" fmla="*/ 0 h 260"/>
                <a:gd name="T6" fmla="*/ 3 w 439"/>
                <a:gd name="T7" fmla="*/ 0 h 260"/>
                <a:gd name="T8" fmla="*/ 2 w 439"/>
                <a:gd name="T9" fmla="*/ 0 h 260"/>
                <a:gd name="T10" fmla="*/ 2 w 439"/>
                <a:gd name="T11" fmla="*/ 0 h 260"/>
                <a:gd name="T12" fmla="*/ 2 w 439"/>
                <a:gd name="T13" fmla="*/ 0 h 260"/>
                <a:gd name="T14" fmla="*/ 2 w 439"/>
                <a:gd name="T15" fmla="*/ 0 h 260"/>
                <a:gd name="T16" fmla="*/ 1 w 439"/>
                <a:gd name="T17" fmla="*/ 0 h 260"/>
                <a:gd name="T18" fmla="*/ 1 w 439"/>
                <a:gd name="T19" fmla="*/ 1 h 260"/>
                <a:gd name="T20" fmla="*/ 1 w 439"/>
                <a:gd name="T21" fmla="*/ 1 h 260"/>
                <a:gd name="T22" fmla="*/ 1 w 439"/>
                <a:gd name="T23" fmla="*/ 1 h 260"/>
                <a:gd name="T24" fmla="*/ 0 w 439"/>
                <a:gd name="T25" fmla="*/ 1 h 260"/>
                <a:gd name="T26" fmla="*/ 0 w 439"/>
                <a:gd name="T27" fmla="*/ 1 h 260"/>
                <a:gd name="T28" fmla="*/ 0 w 439"/>
                <a:gd name="T29" fmla="*/ 1 h 260"/>
                <a:gd name="T30" fmla="*/ 0 w 439"/>
                <a:gd name="T31" fmla="*/ 2 h 260"/>
                <a:gd name="T32" fmla="*/ 0 w 439"/>
                <a:gd name="T33" fmla="*/ 2 h 260"/>
                <a:gd name="T34" fmla="*/ 0 w 439"/>
                <a:gd name="T35" fmla="*/ 2 h 260"/>
                <a:gd name="T36" fmla="*/ 0 w 439"/>
                <a:gd name="T37" fmla="*/ 2 h 260"/>
                <a:gd name="T38" fmla="*/ 0 w 439"/>
                <a:gd name="T39" fmla="*/ 2 h 260"/>
                <a:gd name="T40" fmla="*/ 0 w 439"/>
                <a:gd name="T41" fmla="*/ 2 h 260"/>
                <a:gd name="T42" fmla="*/ 0 w 439"/>
                <a:gd name="T43" fmla="*/ 1 h 260"/>
                <a:gd name="T44" fmla="*/ 0 w 439"/>
                <a:gd name="T45" fmla="*/ 1 h 260"/>
                <a:gd name="T46" fmla="*/ 1 w 439"/>
                <a:gd name="T47" fmla="*/ 1 h 260"/>
                <a:gd name="T48" fmla="*/ 1 w 439"/>
                <a:gd name="T49" fmla="*/ 1 h 260"/>
                <a:gd name="T50" fmla="*/ 1 w 439"/>
                <a:gd name="T51" fmla="*/ 1 h 260"/>
                <a:gd name="T52" fmla="*/ 1 w 439"/>
                <a:gd name="T53" fmla="*/ 1 h 260"/>
                <a:gd name="T54" fmla="*/ 1 w 439"/>
                <a:gd name="T55" fmla="*/ 1 h 260"/>
                <a:gd name="T56" fmla="*/ 2 w 439"/>
                <a:gd name="T57" fmla="*/ 0 h 260"/>
                <a:gd name="T58" fmla="*/ 2 w 439"/>
                <a:gd name="T59" fmla="*/ 0 h 260"/>
                <a:gd name="T60" fmla="*/ 2 w 439"/>
                <a:gd name="T61" fmla="*/ 0 h 260"/>
                <a:gd name="T62" fmla="*/ 3 w 439"/>
                <a:gd name="T63" fmla="*/ 0 h 260"/>
                <a:gd name="T64" fmla="*/ 3 w 439"/>
                <a:gd name="T65" fmla="*/ 0 h 260"/>
                <a:gd name="T66" fmla="*/ 3 w 439"/>
                <a:gd name="T67" fmla="*/ 0 h 260"/>
                <a:gd name="T68" fmla="*/ 4 w 439"/>
                <a:gd name="T69" fmla="*/ 0 h 260"/>
                <a:gd name="T70" fmla="*/ 4 w 439"/>
                <a:gd name="T71" fmla="*/ 0 h 260"/>
                <a:gd name="T72" fmla="*/ 4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439" y="0"/>
                  </a:moveTo>
                  <a:lnTo>
                    <a:pt x="439" y="0"/>
                  </a:lnTo>
                  <a:lnTo>
                    <a:pt x="395" y="1"/>
                  </a:lnTo>
                  <a:lnTo>
                    <a:pt x="351" y="4"/>
                  </a:lnTo>
                  <a:lnTo>
                    <a:pt x="310" y="11"/>
                  </a:lnTo>
                  <a:lnTo>
                    <a:pt x="270" y="19"/>
                  </a:lnTo>
                  <a:lnTo>
                    <a:pt x="231" y="30"/>
                  </a:lnTo>
                  <a:lnTo>
                    <a:pt x="195" y="43"/>
                  </a:lnTo>
                  <a:lnTo>
                    <a:pt x="162" y="58"/>
                  </a:lnTo>
                  <a:lnTo>
                    <a:pt x="130" y="73"/>
                  </a:lnTo>
                  <a:lnTo>
                    <a:pt x="102" y="93"/>
                  </a:lnTo>
                  <a:lnTo>
                    <a:pt x="76" y="113"/>
                  </a:lnTo>
                  <a:lnTo>
                    <a:pt x="54" y="133"/>
                  </a:lnTo>
                  <a:lnTo>
                    <a:pt x="35" y="157"/>
                  </a:lnTo>
                  <a:lnTo>
                    <a:pt x="20" y="181"/>
                  </a:lnTo>
                  <a:lnTo>
                    <a:pt x="10" y="206"/>
                  </a:lnTo>
                  <a:lnTo>
                    <a:pt x="3" y="233"/>
                  </a:lnTo>
                  <a:lnTo>
                    <a:pt x="0" y="260"/>
                  </a:lnTo>
                  <a:lnTo>
                    <a:pt x="12" y="260"/>
                  </a:lnTo>
                  <a:lnTo>
                    <a:pt x="14" y="235"/>
                  </a:lnTo>
                  <a:lnTo>
                    <a:pt x="21" y="211"/>
                  </a:lnTo>
                  <a:lnTo>
                    <a:pt x="32" y="186"/>
                  </a:lnTo>
                  <a:lnTo>
                    <a:pt x="45" y="164"/>
                  </a:lnTo>
                  <a:lnTo>
                    <a:pt x="64" y="143"/>
                  </a:lnTo>
                  <a:lnTo>
                    <a:pt x="84" y="123"/>
                  </a:lnTo>
                  <a:lnTo>
                    <a:pt x="109" y="103"/>
                  </a:lnTo>
                  <a:lnTo>
                    <a:pt x="137" y="85"/>
                  </a:lnTo>
                  <a:lnTo>
                    <a:pt x="167" y="70"/>
                  </a:lnTo>
                  <a:lnTo>
                    <a:pt x="200" y="55"/>
                  </a:lnTo>
                  <a:lnTo>
                    <a:pt x="236" y="42"/>
                  </a:lnTo>
                  <a:lnTo>
                    <a:pt x="272" y="31"/>
                  </a:lnTo>
                  <a:lnTo>
                    <a:pt x="312" y="23"/>
                  </a:lnTo>
                  <a:lnTo>
                    <a:pt x="353" y="16"/>
                  </a:lnTo>
                  <a:lnTo>
                    <a:pt x="395" y="12"/>
                  </a:lnTo>
                  <a:lnTo>
                    <a:pt x="439" y="11"/>
                  </a:lnTo>
                  <a:lnTo>
                    <a:pt x="439"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9606" name="Freeform 52"/>
            <p:cNvSpPr>
              <a:spLocks/>
            </p:cNvSpPr>
            <p:nvPr/>
          </p:nvSpPr>
          <p:spPr bwMode="auto">
            <a:xfrm>
              <a:off x="964" y="1745"/>
              <a:ext cx="48" cy="85"/>
            </a:xfrm>
            <a:custGeom>
              <a:avLst/>
              <a:gdLst>
                <a:gd name="T0" fmla="*/ 2 w 244"/>
                <a:gd name="T1" fmla="*/ 3 h 426"/>
                <a:gd name="T2" fmla="*/ 2 w 244"/>
                <a:gd name="T3" fmla="*/ 3 h 426"/>
                <a:gd name="T4" fmla="*/ 2 w 244"/>
                <a:gd name="T5" fmla="*/ 3 h 426"/>
                <a:gd name="T6" fmla="*/ 2 w 244"/>
                <a:gd name="T7" fmla="*/ 3 h 426"/>
                <a:gd name="T8" fmla="*/ 2 w 244"/>
                <a:gd name="T9" fmla="*/ 2 h 426"/>
                <a:gd name="T10" fmla="*/ 2 w 244"/>
                <a:gd name="T11" fmla="*/ 2 h 426"/>
                <a:gd name="T12" fmla="*/ 2 w 244"/>
                <a:gd name="T13" fmla="*/ 2 h 426"/>
                <a:gd name="T14" fmla="*/ 2 w 244"/>
                <a:gd name="T15" fmla="*/ 2 h 426"/>
                <a:gd name="T16" fmla="*/ 1 w 244"/>
                <a:gd name="T17" fmla="*/ 1 h 426"/>
                <a:gd name="T18" fmla="*/ 1 w 244"/>
                <a:gd name="T19" fmla="*/ 1 h 426"/>
                <a:gd name="T20" fmla="*/ 1 w 244"/>
                <a:gd name="T21" fmla="*/ 1 h 426"/>
                <a:gd name="T22" fmla="*/ 1 w 244"/>
                <a:gd name="T23" fmla="*/ 1 h 426"/>
                <a:gd name="T24" fmla="*/ 1 w 244"/>
                <a:gd name="T25" fmla="*/ 0 h 426"/>
                <a:gd name="T26" fmla="*/ 1 w 244"/>
                <a:gd name="T27" fmla="*/ 0 h 426"/>
                <a:gd name="T28" fmla="*/ 1 w 244"/>
                <a:gd name="T29" fmla="*/ 0 h 426"/>
                <a:gd name="T30" fmla="*/ 0 w 244"/>
                <a:gd name="T31" fmla="*/ 0 h 426"/>
                <a:gd name="T32" fmla="*/ 0 w 244"/>
                <a:gd name="T33" fmla="*/ 0 h 426"/>
                <a:gd name="T34" fmla="*/ 0 w 244"/>
                <a:gd name="T35" fmla="*/ 0 h 426"/>
                <a:gd name="T36" fmla="*/ 0 w 244"/>
                <a:gd name="T37" fmla="*/ 0 h 426"/>
                <a:gd name="T38" fmla="*/ 0 w 244"/>
                <a:gd name="T39" fmla="*/ 0 h 426"/>
                <a:gd name="T40" fmla="*/ 0 w 244"/>
                <a:gd name="T41" fmla="*/ 0 h 426"/>
                <a:gd name="T42" fmla="*/ 1 w 244"/>
                <a:gd name="T43" fmla="*/ 0 h 426"/>
                <a:gd name="T44" fmla="*/ 1 w 244"/>
                <a:gd name="T45" fmla="*/ 0 h 426"/>
                <a:gd name="T46" fmla="*/ 1 w 244"/>
                <a:gd name="T47" fmla="*/ 0 h 426"/>
                <a:gd name="T48" fmla="*/ 1 w 244"/>
                <a:gd name="T49" fmla="*/ 1 h 426"/>
                <a:gd name="T50" fmla="*/ 1 w 244"/>
                <a:gd name="T51" fmla="*/ 1 h 426"/>
                <a:gd name="T52" fmla="*/ 1 w 244"/>
                <a:gd name="T53" fmla="*/ 1 h 426"/>
                <a:gd name="T54" fmla="*/ 1 w 244"/>
                <a:gd name="T55" fmla="*/ 1 h 426"/>
                <a:gd name="T56" fmla="*/ 1 w 244"/>
                <a:gd name="T57" fmla="*/ 2 h 426"/>
                <a:gd name="T58" fmla="*/ 2 w 244"/>
                <a:gd name="T59" fmla="*/ 2 h 426"/>
                <a:gd name="T60" fmla="*/ 2 w 244"/>
                <a:gd name="T61" fmla="*/ 2 h 426"/>
                <a:gd name="T62" fmla="*/ 2 w 244"/>
                <a:gd name="T63" fmla="*/ 2 h 426"/>
                <a:gd name="T64" fmla="*/ 2 w 244"/>
                <a:gd name="T65" fmla="*/ 3 h 426"/>
                <a:gd name="T66" fmla="*/ 2 w 244"/>
                <a:gd name="T67" fmla="*/ 3 h 426"/>
                <a:gd name="T68" fmla="*/ 2 w 244"/>
                <a:gd name="T69" fmla="*/ 3 h 426"/>
                <a:gd name="T70" fmla="*/ 2 w 244"/>
                <a:gd name="T71" fmla="*/ 3 h 426"/>
                <a:gd name="T72" fmla="*/ 2 w 244"/>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6"/>
                <a:gd name="T113" fmla="*/ 244 w 244"/>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6">
                  <a:moveTo>
                    <a:pt x="244" y="426"/>
                  </a:moveTo>
                  <a:lnTo>
                    <a:pt x="244" y="426"/>
                  </a:lnTo>
                  <a:lnTo>
                    <a:pt x="243" y="383"/>
                  </a:lnTo>
                  <a:lnTo>
                    <a:pt x="240" y="340"/>
                  </a:lnTo>
                  <a:lnTo>
                    <a:pt x="234" y="300"/>
                  </a:lnTo>
                  <a:lnTo>
                    <a:pt x="226" y="262"/>
                  </a:lnTo>
                  <a:lnTo>
                    <a:pt x="215" y="224"/>
                  </a:lnTo>
                  <a:lnTo>
                    <a:pt x="203" y="189"/>
                  </a:lnTo>
                  <a:lnTo>
                    <a:pt x="189" y="157"/>
                  </a:lnTo>
                  <a:lnTo>
                    <a:pt x="174" y="126"/>
                  </a:lnTo>
                  <a:lnTo>
                    <a:pt x="155" y="99"/>
                  </a:lnTo>
                  <a:lnTo>
                    <a:pt x="138" y="74"/>
                  </a:lnTo>
                  <a:lnTo>
                    <a:pt x="118" y="52"/>
                  </a:lnTo>
                  <a:lnTo>
                    <a:pt x="96" y="34"/>
                  </a:lnTo>
                  <a:lnTo>
                    <a:pt x="73" y="19"/>
                  </a:lnTo>
                  <a:lnTo>
                    <a:pt x="50" y="8"/>
                  </a:lnTo>
                  <a:lnTo>
                    <a:pt x="25" y="2"/>
                  </a:lnTo>
                  <a:lnTo>
                    <a:pt x="0" y="0"/>
                  </a:lnTo>
                  <a:lnTo>
                    <a:pt x="0" y="12"/>
                  </a:lnTo>
                  <a:lnTo>
                    <a:pt x="23" y="14"/>
                  </a:lnTo>
                  <a:lnTo>
                    <a:pt x="45" y="20"/>
                  </a:lnTo>
                  <a:lnTo>
                    <a:pt x="66" y="31"/>
                  </a:lnTo>
                  <a:lnTo>
                    <a:pt x="89" y="43"/>
                  </a:lnTo>
                  <a:lnTo>
                    <a:pt x="109" y="61"/>
                  </a:lnTo>
                  <a:lnTo>
                    <a:pt x="129" y="81"/>
                  </a:lnTo>
                  <a:lnTo>
                    <a:pt x="146" y="106"/>
                  </a:lnTo>
                  <a:lnTo>
                    <a:pt x="162" y="133"/>
                  </a:lnTo>
                  <a:lnTo>
                    <a:pt x="178" y="162"/>
                  </a:lnTo>
                  <a:lnTo>
                    <a:pt x="192" y="194"/>
                  </a:lnTo>
                  <a:lnTo>
                    <a:pt x="203" y="229"/>
                  </a:lnTo>
                  <a:lnTo>
                    <a:pt x="214" y="264"/>
                  </a:lnTo>
                  <a:lnTo>
                    <a:pt x="222" y="303"/>
                  </a:lnTo>
                  <a:lnTo>
                    <a:pt x="228" y="342"/>
                  </a:lnTo>
                  <a:lnTo>
                    <a:pt x="232" y="383"/>
                  </a:lnTo>
                  <a:lnTo>
                    <a:pt x="233" y="426"/>
                  </a:lnTo>
                  <a:lnTo>
                    <a:pt x="244"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9607" name="Freeform 53"/>
            <p:cNvSpPr>
              <a:spLocks/>
            </p:cNvSpPr>
            <p:nvPr/>
          </p:nvSpPr>
          <p:spPr bwMode="auto">
            <a:xfrm>
              <a:off x="964" y="1830"/>
              <a:ext cx="48" cy="85"/>
            </a:xfrm>
            <a:custGeom>
              <a:avLst/>
              <a:gdLst>
                <a:gd name="T0" fmla="*/ 0 w 244"/>
                <a:gd name="T1" fmla="*/ 3 h 424"/>
                <a:gd name="T2" fmla="*/ 0 w 244"/>
                <a:gd name="T3" fmla="*/ 3 h 424"/>
                <a:gd name="T4" fmla="*/ 0 w 244"/>
                <a:gd name="T5" fmla="*/ 3 h 424"/>
                <a:gd name="T6" fmla="*/ 0 w 244"/>
                <a:gd name="T7" fmla="*/ 3 h 424"/>
                <a:gd name="T8" fmla="*/ 1 w 244"/>
                <a:gd name="T9" fmla="*/ 3 h 424"/>
                <a:gd name="T10" fmla="*/ 1 w 244"/>
                <a:gd name="T11" fmla="*/ 3 h 424"/>
                <a:gd name="T12" fmla="*/ 1 w 244"/>
                <a:gd name="T13" fmla="*/ 3 h 424"/>
                <a:gd name="T14" fmla="*/ 1 w 244"/>
                <a:gd name="T15" fmla="*/ 3 h 424"/>
                <a:gd name="T16" fmla="*/ 1 w 244"/>
                <a:gd name="T17" fmla="*/ 3 h 424"/>
                <a:gd name="T18" fmla="*/ 1 w 244"/>
                <a:gd name="T19" fmla="*/ 2 h 424"/>
                <a:gd name="T20" fmla="*/ 1 w 244"/>
                <a:gd name="T21" fmla="*/ 2 h 424"/>
                <a:gd name="T22" fmla="*/ 2 w 244"/>
                <a:gd name="T23" fmla="*/ 2 h 424"/>
                <a:gd name="T24" fmla="*/ 2 w 244"/>
                <a:gd name="T25" fmla="*/ 2 h 424"/>
                <a:gd name="T26" fmla="*/ 2 w 244"/>
                <a:gd name="T27" fmla="*/ 1 h 424"/>
                <a:gd name="T28" fmla="*/ 2 w 244"/>
                <a:gd name="T29" fmla="*/ 1 h 424"/>
                <a:gd name="T30" fmla="*/ 2 w 244"/>
                <a:gd name="T31" fmla="*/ 1 h 424"/>
                <a:gd name="T32" fmla="*/ 2 w 244"/>
                <a:gd name="T33" fmla="*/ 0 h 424"/>
                <a:gd name="T34" fmla="*/ 2 w 244"/>
                <a:gd name="T35" fmla="*/ 0 h 424"/>
                <a:gd name="T36" fmla="*/ 2 w 244"/>
                <a:gd name="T37" fmla="*/ 0 h 424"/>
                <a:gd name="T38" fmla="*/ 2 w 244"/>
                <a:gd name="T39" fmla="*/ 0 h 424"/>
                <a:gd name="T40" fmla="*/ 2 w 244"/>
                <a:gd name="T41" fmla="*/ 1 h 424"/>
                <a:gd name="T42" fmla="*/ 2 w 244"/>
                <a:gd name="T43" fmla="*/ 1 h 424"/>
                <a:gd name="T44" fmla="*/ 2 w 244"/>
                <a:gd name="T45" fmla="*/ 1 h 424"/>
                <a:gd name="T46" fmla="*/ 2 w 244"/>
                <a:gd name="T47" fmla="*/ 2 h 424"/>
                <a:gd name="T48" fmla="*/ 1 w 244"/>
                <a:gd name="T49" fmla="*/ 2 h 424"/>
                <a:gd name="T50" fmla="*/ 1 w 244"/>
                <a:gd name="T51" fmla="*/ 2 h 424"/>
                <a:gd name="T52" fmla="*/ 1 w 244"/>
                <a:gd name="T53" fmla="*/ 2 h 424"/>
                <a:gd name="T54" fmla="*/ 1 w 244"/>
                <a:gd name="T55" fmla="*/ 3 h 424"/>
                <a:gd name="T56" fmla="*/ 1 w 244"/>
                <a:gd name="T57" fmla="*/ 3 h 424"/>
                <a:gd name="T58" fmla="*/ 1 w 244"/>
                <a:gd name="T59" fmla="*/ 3 h 424"/>
                <a:gd name="T60" fmla="*/ 1 w 244"/>
                <a:gd name="T61" fmla="*/ 3 h 424"/>
                <a:gd name="T62" fmla="*/ 1 w 244"/>
                <a:gd name="T63" fmla="*/ 3 h 424"/>
                <a:gd name="T64" fmla="*/ 0 w 244"/>
                <a:gd name="T65" fmla="*/ 3 h 424"/>
                <a:gd name="T66" fmla="*/ 0 w 244"/>
                <a:gd name="T67" fmla="*/ 3 h 424"/>
                <a:gd name="T68" fmla="*/ 0 w 244"/>
                <a:gd name="T69" fmla="*/ 3 h 424"/>
                <a:gd name="T70" fmla="*/ 0 w 244"/>
                <a:gd name="T71" fmla="*/ 3 h 424"/>
                <a:gd name="T72" fmla="*/ 0 w 244"/>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4"/>
                <a:gd name="T113" fmla="*/ 244 w 244"/>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4">
                  <a:moveTo>
                    <a:pt x="0" y="424"/>
                  </a:moveTo>
                  <a:lnTo>
                    <a:pt x="0" y="424"/>
                  </a:lnTo>
                  <a:lnTo>
                    <a:pt x="25" y="422"/>
                  </a:lnTo>
                  <a:lnTo>
                    <a:pt x="50" y="416"/>
                  </a:lnTo>
                  <a:lnTo>
                    <a:pt x="73" y="405"/>
                  </a:lnTo>
                  <a:lnTo>
                    <a:pt x="96" y="390"/>
                  </a:lnTo>
                  <a:lnTo>
                    <a:pt x="118" y="373"/>
                  </a:lnTo>
                  <a:lnTo>
                    <a:pt x="138" y="350"/>
                  </a:lnTo>
                  <a:lnTo>
                    <a:pt x="155" y="326"/>
                  </a:lnTo>
                  <a:lnTo>
                    <a:pt x="173" y="299"/>
                  </a:lnTo>
                  <a:lnTo>
                    <a:pt x="189" y="268"/>
                  </a:lnTo>
                  <a:lnTo>
                    <a:pt x="203" y="235"/>
                  </a:lnTo>
                  <a:lnTo>
                    <a:pt x="215" y="201"/>
                  </a:lnTo>
                  <a:lnTo>
                    <a:pt x="226" y="163"/>
                  </a:lnTo>
                  <a:lnTo>
                    <a:pt x="234" y="125"/>
                  </a:lnTo>
                  <a:lnTo>
                    <a:pt x="240" y="85"/>
                  </a:lnTo>
                  <a:lnTo>
                    <a:pt x="243" y="42"/>
                  </a:lnTo>
                  <a:lnTo>
                    <a:pt x="244" y="0"/>
                  </a:lnTo>
                  <a:lnTo>
                    <a:pt x="233" y="0"/>
                  </a:lnTo>
                  <a:lnTo>
                    <a:pt x="232" y="42"/>
                  </a:lnTo>
                  <a:lnTo>
                    <a:pt x="228" y="83"/>
                  </a:lnTo>
                  <a:lnTo>
                    <a:pt x="222" y="123"/>
                  </a:lnTo>
                  <a:lnTo>
                    <a:pt x="214" y="160"/>
                  </a:lnTo>
                  <a:lnTo>
                    <a:pt x="203" y="197"/>
                  </a:lnTo>
                  <a:lnTo>
                    <a:pt x="192" y="231"/>
                  </a:lnTo>
                  <a:lnTo>
                    <a:pt x="178" y="263"/>
                  </a:lnTo>
                  <a:lnTo>
                    <a:pt x="164" y="292"/>
                  </a:lnTo>
                  <a:lnTo>
                    <a:pt x="146" y="319"/>
                  </a:lnTo>
                  <a:lnTo>
                    <a:pt x="129" y="343"/>
                  </a:lnTo>
                  <a:lnTo>
                    <a:pt x="109" y="363"/>
                  </a:lnTo>
                  <a:lnTo>
                    <a:pt x="89" y="381"/>
                  </a:lnTo>
                  <a:lnTo>
                    <a:pt x="66" y="394"/>
                  </a:lnTo>
                  <a:lnTo>
                    <a:pt x="45" y="404"/>
                  </a:lnTo>
                  <a:lnTo>
                    <a:pt x="23" y="410"/>
                  </a:lnTo>
                  <a:lnTo>
                    <a:pt x="0" y="412"/>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9608" name="Freeform 54"/>
            <p:cNvSpPr>
              <a:spLocks/>
            </p:cNvSpPr>
            <p:nvPr/>
          </p:nvSpPr>
          <p:spPr bwMode="auto">
            <a:xfrm>
              <a:off x="915" y="1830"/>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1" y="42"/>
                  </a:lnTo>
                  <a:lnTo>
                    <a:pt x="4" y="85"/>
                  </a:lnTo>
                  <a:lnTo>
                    <a:pt x="10" y="125"/>
                  </a:lnTo>
                  <a:lnTo>
                    <a:pt x="19" y="163"/>
                  </a:lnTo>
                  <a:lnTo>
                    <a:pt x="29" y="201"/>
                  </a:lnTo>
                  <a:lnTo>
                    <a:pt x="41" y="235"/>
                  </a:lnTo>
                  <a:lnTo>
                    <a:pt x="55" y="268"/>
                  </a:lnTo>
                  <a:lnTo>
                    <a:pt x="71" y="299"/>
                  </a:lnTo>
                  <a:lnTo>
                    <a:pt x="89" y="326"/>
                  </a:lnTo>
                  <a:lnTo>
                    <a:pt x="106" y="350"/>
                  </a:lnTo>
                  <a:lnTo>
                    <a:pt x="126" y="373"/>
                  </a:lnTo>
                  <a:lnTo>
                    <a:pt x="149" y="390"/>
                  </a:lnTo>
                  <a:lnTo>
                    <a:pt x="171" y="405"/>
                  </a:lnTo>
                  <a:lnTo>
                    <a:pt x="194" y="416"/>
                  </a:lnTo>
                  <a:lnTo>
                    <a:pt x="219" y="422"/>
                  </a:lnTo>
                  <a:lnTo>
                    <a:pt x="245" y="424"/>
                  </a:lnTo>
                  <a:lnTo>
                    <a:pt x="245" y="412"/>
                  </a:lnTo>
                  <a:lnTo>
                    <a:pt x="221" y="410"/>
                  </a:lnTo>
                  <a:lnTo>
                    <a:pt x="199" y="404"/>
                  </a:lnTo>
                  <a:lnTo>
                    <a:pt x="178" y="394"/>
                  </a:lnTo>
                  <a:lnTo>
                    <a:pt x="156" y="381"/>
                  </a:lnTo>
                  <a:lnTo>
                    <a:pt x="136" y="363"/>
                  </a:lnTo>
                  <a:lnTo>
                    <a:pt x="116" y="343"/>
                  </a:lnTo>
                  <a:lnTo>
                    <a:pt x="98" y="319"/>
                  </a:lnTo>
                  <a:lnTo>
                    <a:pt x="81" y="292"/>
                  </a:lnTo>
                  <a:lnTo>
                    <a:pt x="67" y="263"/>
                  </a:lnTo>
                  <a:lnTo>
                    <a:pt x="52" y="231"/>
                  </a:lnTo>
                  <a:lnTo>
                    <a:pt x="41" y="197"/>
                  </a:lnTo>
                  <a:lnTo>
                    <a:pt x="30" y="160"/>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9609" name="Freeform 55"/>
            <p:cNvSpPr>
              <a:spLocks/>
            </p:cNvSpPr>
            <p:nvPr/>
          </p:nvSpPr>
          <p:spPr bwMode="auto">
            <a:xfrm>
              <a:off x="915" y="1745"/>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0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19" y="2"/>
                  </a:lnTo>
                  <a:lnTo>
                    <a:pt x="194" y="8"/>
                  </a:lnTo>
                  <a:lnTo>
                    <a:pt x="171" y="19"/>
                  </a:lnTo>
                  <a:lnTo>
                    <a:pt x="149" y="34"/>
                  </a:lnTo>
                  <a:lnTo>
                    <a:pt x="126" y="52"/>
                  </a:lnTo>
                  <a:lnTo>
                    <a:pt x="106" y="74"/>
                  </a:lnTo>
                  <a:lnTo>
                    <a:pt x="89" y="99"/>
                  </a:lnTo>
                  <a:lnTo>
                    <a:pt x="70" y="126"/>
                  </a:lnTo>
                  <a:lnTo>
                    <a:pt x="55" y="157"/>
                  </a:lnTo>
                  <a:lnTo>
                    <a:pt x="41" y="189"/>
                  </a:lnTo>
                  <a:lnTo>
                    <a:pt x="29" y="224"/>
                  </a:lnTo>
                  <a:lnTo>
                    <a:pt x="19" y="262"/>
                  </a:lnTo>
                  <a:lnTo>
                    <a:pt x="10" y="300"/>
                  </a:lnTo>
                  <a:lnTo>
                    <a:pt x="4" y="340"/>
                  </a:lnTo>
                  <a:lnTo>
                    <a:pt x="1" y="383"/>
                  </a:lnTo>
                  <a:lnTo>
                    <a:pt x="0" y="426"/>
                  </a:lnTo>
                  <a:lnTo>
                    <a:pt x="11" y="426"/>
                  </a:lnTo>
                  <a:lnTo>
                    <a:pt x="13" y="383"/>
                  </a:lnTo>
                  <a:lnTo>
                    <a:pt x="16" y="342"/>
                  </a:lnTo>
                  <a:lnTo>
                    <a:pt x="22" y="303"/>
                  </a:lnTo>
                  <a:lnTo>
                    <a:pt x="30" y="264"/>
                  </a:lnTo>
                  <a:lnTo>
                    <a:pt x="41" y="229"/>
                  </a:lnTo>
                  <a:lnTo>
                    <a:pt x="52" y="194"/>
                  </a:lnTo>
                  <a:lnTo>
                    <a:pt x="67" y="162"/>
                  </a:lnTo>
                  <a:lnTo>
                    <a:pt x="82" y="133"/>
                  </a:lnTo>
                  <a:lnTo>
                    <a:pt x="98" y="106"/>
                  </a:lnTo>
                  <a:lnTo>
                    <a:pt x="116" y="81"/>
                  </a:lnTo>
                  <a:lnTo>
                    <a:pt x="136" y="61"/>
                  </a:lnTo>
                  <a:lnTo>
                    <a:pt x="156" y="43"/>
                  </a:lnTo>
                  <a:lnTo>
                    <a:pt x="178" y="31"/>
                  </a:lnTo>
                  <a:lnTo>
                    <a:pt x="199" y="20"/>
                  </a:lnTo>
                  <a:lnTo>
                    <a:pt x="221"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9610" name="Freeform 56"/>
            <p:cNvSpPr>
              <a:spLocks/>
            </p:cNvSpPr>
            <p:nvPr/>
          </p:nvSpPr>
          <p:spPr bwMode="auto">
            <a:xfrm>
              <a:off x="1140" y="2087"/>
              <a:ext cx="49" cy="85"/>
            </a:xfrm>
            <a:custGeom>
              <a:avLst/>
              <a:gdLst>
                <a:gd name="T0" fmla="*/ 2 w 246"/>
                <a:gd name="T1" fmla="*/ 3 h 424"/>
                <a:gd name="T2" fmla="*/ 2 w 246"/>
                <a:gd name="T3" fmla="*/ 3 h 424"/>
                <a:gd name="T4" fmla="*/ 2 w 246"/>
                <a:gd name="T5" fmla="*/ 3 h 424"/>
                <a:gd name="T6" fmla="*/ 2 w 246"/>
                <a:gd name="T7" fmla="*/ 3 h 424"/>
                <a:gd name="T8" fmla="*/ 2 w 246"/>
                <a:gd name="T9" fmla="*/ 2 h 424"/>
                <a:gd name="T10" fmla="*/ 2 w 246"/>
                <a:gd name="T11" fmla="*/ 2 h 424"/>
                <a:gd name="T12" fmla="*/ 2 w 246"/>
                <a:gd name="T13" fmla="*/ 2 h 424"/>
                <a:gd name="T14" fmla="*/ 2 w 246"/>
                <a:gd name="T15" fmla="*/ 2 h 424"/>
                <a:gd name="T16" fmla="*/ 2 w 246"/>
                <a:gd name="T17" fmla="*/ 1 h 424"/>
                <a:gd name="T18" fmla="*/ 1 w 246"/>
                <a:gd name="T19" fmla="*/ 1 h 424"/>
                <a:gd name="T20" fmla="*/ 1 w 246"/>
                <a:gd name="T21" fmla="*/ 1 h 424"/>
                <a:gd name="T22" fmla="*/ 1 w 246"/>
                <a:gd name="T23" fmla="*/ 1 h 424"/>
                <a:gd name="T24" fmla="*/ 1 w 246"/>
                <a:gd name="T25" fmla="*/ 0 h 424"/>
                <a:gd name="T26" fmla="*/ 1 w 246"/>
                <a:gd name="T27" fmla="*/ 0 h 424"/>
                <a:gd name="T28" fmla="*/ 1 w 246"/>
                <a:gd name="T29" fmla="*/ 0 h 424"/>
                <a:gd name="T30" fmla="*/ 0 w 246"/>
                <a:gd name="T31" fmla="*/ 0 h 424"/>
                <a:gd name="T32" fmla="*/ 0 w 246"/>
                <a:gd name="T33" fmla="*/ 0 h 424"/>
                <a:gd name="T34" fmla="*/ 0 w 246"/>
                <a:gd name="T35" fmla="*/ 0 h 424"/>
                <a:gd name="T36" fmla="*/ 0 w 246"/>
                <a:gd name="T37" fmla="*/ 0 h 424"/>
                <a:gd name="T38" fmla="*/ 0 w 246"/>
                <a:gd name="T39" fmla="*/ 0 h 424"/>
                <a:gd name="T40" fmla="*/ 0 w 246"/>
                <a:gd name="T41" fmla="*/ 0 h 424"/>
                <a:gd name="T42" fmla="*/ 1 w 246"/>
                <a:gd name="T43" fmla="*/ 0 h 424"/>
                <a:gd name="T44" fmla="*/ 1 w 246"/>
                <a:gd name="T45" fmla="*/ 0 h 424"/>
                <a:gd name="T46" fmla="*/ 1 w 246"/>
                <a:gd name="T47" fmla="*/ 0 h 424"/>
                <a:gd name="T48" fmla="*/ 1 w 246"/>
                <a:gd name="T49" fmla="*/ 1 h 424"/>
                <a:gd name="T50" fmla="*/ 1 w 246"/>
                <a:gd name="T51" fmla="*/ 1 h 424"/>
                <a:gd name="T52" fmla="*/ 1 w 246"/>
                <a:gd name="T53" fmla="*/ 1 h 424"/>
                <a:gd name="T54" fmla="*/ 1 w 246"/>
                <a:gd name="T55" fmla="*/ 1 h 424"/>
                <a:gd name="T56" fmla="*/ 2 w 246"/>
                <a:gd name="T57" fmla="*/ 2 h 424"/>
                <a:gd name="T58" fmla="*/ 2 w 246"/>
                <a:gd name="T59" fmla="*/ 2 h 424"/>
                <a:gd name="T60" fmla="*/ 2 w 246"/>
                <a:gd name="T61" fmla="*/ 2 h 424"/>
                <a:gd name="T62" fmla="*/ 2 w 246"/>
                <a:gd name="T63" fmla="*/ 2 h 424"/>
                <a:gd name="T64" fmla="*/ 2 w 246"/>
                <a:gd name="T65" fmla="*/ 3 h 424"/>
                <a:gd name="T66" fmla="*/ 2 w 246"/>
                <a:gd name="T67" fmla="*/ 3 h 424"/>
                <a:gd name="T68" fmla="*/ 2 w 246"/>
                <a:gd name="T69" fmla="*/ 3 h 424"/>
                <a:gd name="T70" fmla="*/ 2 w 246"/>
                <a:gd name="T71" fmla="*/ 3 h 424"/>
                <a:gd name="T72" fmla="*/ 2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424"/>
                  </a:moveTo>
                  <a:lnTo>
                    <a:pt x="246" y="424"/>
                  </a:lnTo>
                  <a:lnTo>
                    <a:pt x="244" y="382"/>
                  </a:lnTo>
                  <a:lnTo>
                    <a:pt x="241" y="338"/>
                  </a:lnTo>
                  <a:lnTo>
                    <a:pt x="235" y="298"/>
                  </a:lnTo>
                  <a:lnTo>
                    <a:pt x="227" y="261"/>
                  </a:lnTo>
                  <a:lnTo>
                    <a:pt x="216" y="222"/>
                  </a:lnTo>
                  <a:lnTo>
                    <a:pt x="205" y="188"/>
                  </a:lnTo>
                  <a:lnTo>
                    <a:pt x="190" y="155"/>
                  </a:lnTo>
                  <a:lnTo>
                    <a:pt x="174" y="125"/>
                  </a:lnTo>
                  <a:lnTo>
                    <a:pt x="157" y="98"/>
                  </a:lnTo>
                  <a:lnTo>
                    <a:pt x="138" y="73"/>
                  </a:lnTo>
                  <a:lnTo>
                    <a:pt x="118" y="51"/>
                  </a:lnTo>
                  <a:lnTo>
                    <a:pt x="96" y="34"/>
                  </a:lnTo>
                  <a:lnTo>
                    <a:pt x="74" y="18"/>
                  </a:lnTo>
                  <a:lnTo>
                    <a:pt x="50" y="8"/>
                  </a:lnTo>
                  <a:lnTo>
                    <a:pt x="25" y="2"/>
                  </a:lnTo>
                  <a:lnTo>
                    <a:pt x="0" y="0"/>
                  </a:lnTo>
                  <a:lnTo>
                    <a:pt x="0" y="11"/>
                  </a:lnTo>
                  <a:lnTo>
                    <a:pt x="23" y="14"/>
                  </a:lnTo>
                  <a:lnTo>
                    <a:pt x="45" y="19"/>
                  </a:lnTo>
                  <a:lnTo>
                    <a:pt x="67" y="30"/>
                  </a:lnTo>
                  <a:lnTo>
                    <a:pt x="89" y="43"/>
                  </a:lnTo>
                  <a:lnTo>
                    <a:pt x="108" y="60"/>
                  </a:lnTo>
                  <a:lnTo>
                    <a:pt x="128" y="80"/>
                  </a:lnTo>
                  <a:lnTo>
                    <a:pt x="147" y="105"/>
                  </a:lnTo>
                  <a:lnTo>
                    <a:pt x="165" y="132"/>
                  </a:lnTo>
                  <a:lnTo>
                    <a:pt x="179" y="160"/>
                  </a:lnTo>
                  <a:lnTo>
                    <a:pt x="193" y="193"/>
                  </a:lnTo>
                  <a:lnTo>
                    <a:pt x="205" y="227"/>
                  </a:lnTo>
                  <a:lnTo>
                    <a:pt x="215" y="263"/>
                  </a:lnTo>
                  <a:lnTo>
                    <a:pt x="223" y="301"/>
                  </a:lnTo>
                  <a:lnTo>
                    <a:pt x="229" y="341"/>
                  </a:lnTo>
                  <a:lnTo>
                    <a:pt x="233" y="382"/>
                  </a:lnTo>
                  <a:lnTo>
                    <a:pt x="234" y="424"/>
                  </a:lnTo>
                  <a:lnTo>
                    <a:pt x="246"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9611" name="Freeform 57"/>
            <p:cNvSpPr>
              <a:spLocks/>
            </p:cNvSpPr>
            <p:nvPr/>
          </p:nvSpPr>
          <p:spPr bwMode="auto">
            <a:xfrm>
              <a:off x="1140" y="2172"/>
              <a:ext cx="49" cy="85"/>
            </a:xfrm>
            <a:custGeom>
              <a:avLst/>
              <a:gdLst>
                <a:gd name="T0" fmla="*/ 0 w 246"/>
                <a:gd name="T1" fmla="*/ 3 h 426"/>
                <a:gd name="T2" fmla="*/ 0 w 246"/>
                <a:gd name="T3" fmla="*/ 3 h 426"/>
                <a:gd name="T4" fmla="*/ 0 w 246"/>
                <a:gd name="T5" fmla="*/ 3 h 426"/>
                <a:gd name="T6" fmla="*/ 0 w 246"/>
                <a:gd name="T7" fmla="*/ 3 h 426"/>
                <a:gd name="T8" fmla="*/ 1 w 246"/>
                <a:gd name="T9" fmla="*/ 3 h 426"/>
                <a:gd name="T10" fmla="*/ 1 w 246"/>
                <a:gd name="T11" fmla="*/ 3 h 426"/>
                <a:gd name="T12" fmla="*/ 1 w 246"/>
                <a:gd name="T13" fmla="*/ 3 h 426"/>
                <a:gd name="T14" fmla="*/ 1 w 246"/>
                <a:gd name="T15" fmla="*/ 3 h 426"/>
                <a:gd name="T16" fmla="*/ 1 w 246"/>
                <a:gd name="T17" fmla="*/ 3 h 426"/>
                <a:gd name="T18" fmla="*/ 1 w 246"/>
                <a:gd name="T19" fmla="*/ 2 h 426"/>
                <a:gd name="T20" fmla="*/ 2 w 246"/>
                <a:gd name="T21" fmla="*/ 2 h 426"/>
                <a:gd name="T22" fmla="*/ 2 w 246"/>
                <a:gd name="T23" fmla="*/ 2 h 426"/>
                <a:gd name="T24" fmla="*/ 2 w 246"/>
                <a:gd name="T25" fmla="*/ 2 h 426"/>
                <a:gd name="T26" fmla="*/ 2 w 246"/>
                <a:gd name="T27" fmla="*/ 1 h 426"/>
                <a:gd name="T28" fmla="*/ 2 w 246"/>
                <a:gd name="T29" fmla="*/ 1 h 426"/>
                <a:gd name="T30" fmla="*/ 2 w 246"/>
                <a:gd name="T31" fmla="*/ 1 h 426"/>
                <a:gd name="T32" fmla="*/ 2 w 246"/>
                <a:gd name="T33" fmla="*/ 0 h 426"/>
                <a:gd name="T34" fmla="*/ 2 w 246"/>
                <a:gd name="T35" fmla="*/ 0 h 426"/>
                <a:gd name="T36" fmla="*/ 2 w 246"/>
                <a:gd name="T37" fmla="*/ 0 h 426"/>
                <a:gd name="T38" fmla="*/ 2 w 246"/>
                <a:gd name="T39" fmla="*/ 0 h 426"/>
                <a:gd name="T40" fmla="*/ 2 w 246"/>
                <a:gd name="T41" fmla="*/ 1 h 426"/>
                <a:gd name="T42" fmla="*/ 2 w 246"/>
                <a:gd name="T43" fmla="*/ 1 h 426"/>
                <a:gd name="T44" fmla="*/ 2 w 246"/>
                <a:gd name="T45" fmla="*/ 1 h 426"/>
                <a:gd name="T46" fmla="*/ 2 w 246"/>
                <a:gd name="T47" fmla="*/ 2 h 426"/>
                <a:gd name="T48" fmla="*/ 2 w 246"/>
                <a:gd name="T49" fmla="*/ 2 h 426"/>
                <a:gd name="T50" fmla="*/ 1 w 246"/>
                <a:gd name="T51" fmla="*/ 2 h 426"/>
                <a:gd name="T52" fmla="*/ 1 w 246"/>
                <a:gd name="T53" fmla="*/ 2 h 426"/>
                <a:gd name="T54" fmla="*/ 1 w 246"/>
                <a:gd name="T55" fmla="*/ 3 h 426"/>
                <a:gd name="T56" fmla="*/ 1 w 246"/>
                <a:gd name="T57" fmla="*/ 3 h 426"/>
                <a:gd name="T58" fmla="*/ 1 w 246"/>
                <a:gd name="T59" fmla="*/ 3 h 426"/>
                <a:gd name="T60" fmla="*/ 1 w 246"/>
                <a:gd name="T61" fmla="*/ 3 h 426"/>
                <a:gd name="T62" fmla="*/ 1 w 246"/>
                <a:gd name="T63" fmla="*/ 3 h 426"/>
                <a:gd name="T64" fmla="*/ 0 w 246"/>
                <a:gd name="T65" fmla="*/ 3 h 426"/>
                <a:gd name="T66" fmla="*/ 0 w 246"/>
                <a:gd name="T67" fmla="*/ 3 h 426"/>
                <a:gd name="T68" fmla="*/ 0 w 246"/>
                <a:gd name="T69" fmla="*/ 3 h 426"/>
                <a:gd name="T70" fmla="*/ 0 w 246"/>
                <a:gd name="T71" fmla="*/ 3 h 426"/>
                <a:gd name="T72" fmla="*/ 0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426"/>
                  </a:moveTo>
                  <a:lnTo>
                    <a:pt x="0" y="426"/>
                  </a:lnTo>
                  <a:lnTo>
                    <a:pt x="25" y="423"/>
                  </a:lnTo>
                  <a:lnTo>
                    <a:pt x="50" y="417"/>
                  </a:lnTo>
                  <a:lnTo>
                    <a:pt x="74" y="407"/>
                  </a:lnTo>
                  <a:lnTo>
                    <a:pt x="96" y="392"/>
                  </a:lnTo>
                  <a:lnTo>
                    <a:pt x="118" y="373"/>
                  </a:lnTo>
                  <a:lnTo>
                    <a:pt x="138" y="350"/>
                  </a:lnTo>
                  <a:lnTo>
                    <a:pt x="157" y="327"/>
                  </a:lnTo>
                  <a:lnTo>
                    <a:pt x="175" y="299"/>
                  </a:lnTo>
                  <a:lnTo>
                    <a:pt x="190" y="268"/>
                  </a:lnTo>
                  <a:lnTo>
                    <a:pt x="205" y="236"/>
                  </a:lnTo>
                  <a:lnTo>
                    <a:pt x="216" y="202"/>
                  </a:lnTo>
                  <a:lnTo>
                    <a:pt x="227" y="164"/>
                  </a:lnTo>
                  <a:lnTo>
                    <a:pt x="235" y="125"/>
                  </a:lnTo>
                  <a:lnTo>
                    <a:pt x="241" y="86"/>
                  </a:lnTo>
                  <a:lnTo>
                    <a:pt x="244" y="42"/>
                  </a:lnTo>
                  <a:lnTo>
                    <a:pt x="246" y="0"/>
                  </a:lnTo>
                  <a:lnTo>
                    <a:pt x="234" y="0"/>
                  </a:lnTo>
                  <a:lnTo>
                    <a:pt x="233" y="42"/>
                  </a:lnTo>
                  <a:lnTo>
                    <a:pt x="229" y="83"/>
                  </a:lnTo>
                  <a:lnTo>
                    <a:pt x="223" y="123"/>
                  </a:lnTo>
                  <a:lnTo>
                    <a:pt x="215" y="162"/>
                  </a:lnTo>
                  <a:lnTo>
                    <a:pt x="205" y="197"/>
                  </a:lnTo>
                  <a:lnTo>
                    <a:pt x="193" y="231"/>
                  </a:lnTo>
                  <a:lnTo>
                    <a:pt x="179" y="264"/>
                  </a:lnTo>
                  <a:lnTo>
                    <a:pt x="164" y="292"/>
                  </a:lnTo>
                  <a:lnTo>
                    <a:pt x="147" y="320"/>
                  </a:lnTo>
                  <a:lnTo>
                    <a:pt x="128" y="343"/>
                  </a:lnTo>
                  <a:lnTo>
                    <a:pt x="108" y="363"/>
                  </a:lnTo>
                  <a:lnTo>
                    <a:pt x="89" y="382"/>
                  </a:lnTo>
                  <a:lnTo>
                    <a:pt x="67" y="395"/>
                  </a:lnTo>
                  <a:lnTo>
                    <a:pt x="45" y="406"/>
                  </a:lnTo>
                  <a:lnTo>
                    <a:pt x="23" y="411"/>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9612" name="Freeform 58"/>
            <p:cNvSpPr>
              <a:spLocks/>
            </p:cNvSpPr>
            <p:nvPr/>
          </p:nvSpPr>
          <p:spPr bwMode="auto">
            <a:xfrm>
              <a:off x="1091" y="2172"/>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4" y="86"/>
                  </a:lnTo>
                  <a:lnTo>
                    <a:pt x="10" y="125"/>
                  </a:lnTo>
                  <a:lnTo>
                    <a:pt x="18" y="164"/>
                  </a:lnTo>
                  <a:lnTo>
                    <a:pt x="29" y="202"/>
                  </a:lnTo>
                  <a:lnTo>
                    <a:pt x="41" y="236"/>
                  </a:lnTo>
                  <a:lnTo>
                    <a:pt x="55" y="268"/>
                  </a:lnTo>
                  <a:lnTo>
                    <a:pt x="70" y="299"/>
                  </a:lnTo>
                  <a:lnTo>
                    <a:pt x="89" y="327"/>
                  </a:lnTo>
                  <a:lnTo>
                    <a:pt x="106" y="350"/>
                  </a:lnTo>
                  <a:lnTo>
                    <a:pt x="126" y="373"/>
                  </a:lnTo>
                  <a:lnTo>
                    <a:pt x="148" y="392"/>
                  </a:lnTo>
                  <a:lnTo>
                    <a:pt x="171" y="407"/>
                  </a:lnTo>
                  <a:lnTo>
                    <a:pt x="194" y="417"/>
                  </a:lnTo>
                  <a:lnTo>
                    <a:pt x="219" y="423"/>
                  </a:lnTo>
                  <a:lnTo>
                    <a:pt x="245" y="426"/>
                  </a:lnTo>
                  <a:lnTo>
                    <a:pt x="245" y="414"/>
                  </a:lnTo>
                  <a:lnTo>
                    <a:pt x="221" y="411"/>
                  </a:lnTo>
                  <a:lnTo>
                    <a:pt x="199" y="406"/>
                  </a:lnTo>
                  <a:lnTo>
                    <a:pt x="178" y="395"/>
                  </a:lnTo>
                  <a:lnTo>
                    <a:pt x="155" y="382"/>
                  </a:lnTo>
                  <a:lnTo>
                    <a:pt x="136" y="363"/>
                  </a:lnTo>
                  <a:lnTo>
                    <a:pt x="116" y="343"/>
                  </a:lnTo>
                  <a:lnTo>
                    <a:pt x="98" y="320"/>
                  </a:lnTo>
                  <a:lnTo>
                    <a:pt x="82" y="292"/>
                  </a:lnTo>
                  <a:lnTo>
                    <a:pt x="66" y="264"/>
                  </a:lnTo>
                  <a:lnTo>
                    <a:pt x="52" y="231"/>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9613" name="Freeform 59"/>
            <p:cNvSpPr>
              <a:spLocks/>
            </p:cNvSpPr>
            <p:nvPr/>
          </p:nvSpPr>
          <p:spPr bwMode="auto">
            <a:xfrm>
              <a:off x="1091" y="2087"/>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4" y="8"/>
                  </a:lnTo>
                  <a:lnTo>
                    <a:pt x="171" y="18"/>
                  </a:lnTo>
                  <a:lnTo>
                    <a:pt x="148" y="34"/>
                  </a:lnTo>
                  <a:lnTo>
                    <a:pt x="126" y="51"/>
                  </a:lnTo>
                  <a:lnTo>
                    <a:pt x="106" y="73"/>
                  </a:lnTo>
                  <a:lnTo>
                    <a:pt x="89" y="98"/>
                  </a:lnTo>
                  <a:lnTo>
                    <a:pt x="71" y="125"/>
                  </a:lnTo>
                  <a:lnTo>
                    <a:pt x="55" y="155"/>
                  </a:lnTo>
                  <a:lnTo>
                    <a:pt x="41" y="188"/>
                  </a:lnTo>
                  <a:lnTo>
                    <a:pt x="29" y="222"/>
                  </a:lnTo>
                  <a:lnTo>
                    <a:pt x="18" y="261"/>
                  </a:lnTo>
                  <a:lnTo>
                    <a:pt x="10" y="298"/>
                  </a:lnTo>
                  <a:lnTo>
                    <a:pt x="4" y="338"/>
                  </a:lnTo>
                  <a:lnTo>
                    <a:pt x="1" y="382"/>
                  </a:lnTo>
                  <a:lnTo>
                    <a:pt x="0" y="424"/>
                  </a:lnTo>
                  <a:lnTo>
                    <a:pt x="11" y="424"/>
                  </a:lnTo>
                  <a:lnTo>
                    <a:pt x="13" y="382"/>
                  </a:lnTo>
                  <a:lnTo>
                    <a:pt x="16" y="341"/>
                  </a:lnTo>
                  <a:lnTo>
                    <a:pt x="22" y="301"/>
                  </a:lnTo>
                  <a:lnTo>
                    <a:pt x="30" y="263"/>
                  </a:lnTo>
                  <a:lnTo>
                    <a:pt x="41" y="227"/>
                  </a:lnTo>
                  <a:lnTo>
                    <a:pt x="52" y="193"/>
                  </a:lnTo>
                  <a:lnTo>
                    <a:pt x="66" y="160"/>
                  </a:lnTo>
                  <a:lnTo>
                    <a:pt x="80" y="132"/>
                  </a:lnTo>
                  <a:lnTo>
                    <a:pt x="98" y="105"/>
                  </a:lnTo>
                  <a:lnTo>
                    <a:pt x="116" y="80"/>
                  </a:lnTo>
                  <a:lnTo>
                    <a:pt x="136" y="60"/>
                  </a:lnTo>
                  <a:lnTo>
                    <a:pt x="155" y="43"/>
                  </a:lnTo>
                  <a:lnTo>
                    <a:pt x="178" y="30"/>
                  </a:lnTo>
                  <a:lnTo>
                    <a:pt x="199" y="19"/>
                  </a:lnTo>
                  <a:lnTo>
                    <a:pt x="221" y="14"/>
                  </a:lnTo>
                  <a:lnTo>
                    <a:pt x="245" y="11"/>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9614" name="Freeform 60"/>
            <p:cNvSpPr>
              <a:spLocks/>
            </p:cNvSpPr>
            <p:nvPr/>
          </p:nvSpPr>
          <p:spPr bwMode="auto">
            <a:xfrm>
              <a:off x="1392" y="2118"/>
              <a:ext cx="49" cy="85"/>
            </a:xfrm>
            <a:custGeom>
              <a:avLst/>
              <a:gdLst>
                <a:gd name="T0" fmla="*/ 2 w 246"/>
                <a:gd name="T1" fmla="*/ 3 h 426"/>
                <a:gd name="T2" fmla="*/ 2 w 246"/>
                <a:gd name="T3" fmla="*/ 3 h 426"/>
                <a:gd name="T4" fmla="*/ 2 w 246"/>
                <a:gd name="T5" fmla="*/ 3 h 426"/>
                <a:gd name="T6" fmla="*/ 2 w 246"/>
                <a:gd name="T7" fmla="*/ 3 h 426"/>
                <a:gd name="T8" fmla="*/ 2 w 246"/>
                <a:gd name="T9" fmla="*/ 2 h 426"/>
                <a:gd name="T10" fmla="*/ 2 w 246"/>
                <a:gd name="T11" fmla="*/ 2 h 426"/>
                <a:gd name="T12" fmla="*/ 2 w 246"/>
                <a:gd name="T13" fmla="*/ 2 h 426"/>
                <a:gd name="T14" fmla="*/ 2 w 246"/>
                <a:gd name="T15" fmla="*/ 2 h 426"/>
                <a:gd name="T16" fmla="*/ 2 w 246"/>
                <a:gd name="T17" fmla="*/ 1 h 426"/>
                <a:gd name="T18" fmla="*/ 1 w 246"/>
                <a:gd name="T19" fmla="*/ 1 h 426"/>
                <a:gd name="T20" fmla="*/ 1 w 246"/>
                <a:gd name="T21" fmla="*/ 1 h 426"/>
                <a:gd name="T22" fmla="*/ 1 w 246"/>
                <a:gd name="T23" fmla="*/ 1 h 426"/>
                <a:gd name="T24" fmla="*/ 1 w 246"/>
                <a:gd name="T25" fmla="*/ 0 h 426"/>
                <a:gd name="T26" fmla="*/ 1 w 246"/>
                <a:gd name="T27" fmla="*/ 0 h 426"/>
                <a:gd name="T28" fmla="*/ 1 w 246"/>
                <a:gd name="T29" fmla="*/ 0 h 426"/>
                <a:gd name="T30" fmla="*/ 0 w 246"/>
                <a:gd name="T31" fmla="*/ 0 h 426"/>
                <a:gd name="T32" fmla="*/ 0 w 246"/>
                <a:gd name="T33" fmla="*/ 0 h 426"/>
                <a:gd name="T34" fmla="*/ 0 w 246"/>
                <a:gd name="T35" fmla="*/ 0 h 426"/>
                <a:gd name="T36" fmla="*/ 0 w 246"/>
                <a:gd name="T37" fmla="*/ 0 h 426"/>
                <a:gd name="T38" fmla="*/ 0 w 246"/>
                <a:gd name="T39" fmla="*/ 0 h 426"/>
                <a:gd name="T40" fmla="*/ 0 w 246"/>
                <a:gd name="T41" fmla="*/ 0 h 426"/>
                <a:gd name="T42" fmla="*/ 1 w 246"/>
                <a:gd name="T43" fmla="*/ 0 h 426"/>
                <a:gd name="T44" fmla="*/ 1 w 246"/>
                <a:gd name="T45" fmla="*/ 0 h 426"/>
                <a:gd name="T46" fmla="*/ 1 w 246"/>
                <a:gd name="T47" fmla="*/ 1 h 426"/>
                <a:gd name="T48" fmla="*/ 1 w 246"/>
                <a:gd name="T49" fmla="*/ 1 h 426"/>
                <a:gd name="T50" fmla="*/ 1 w 246"/>
                <a:gd name="T51" fmla="*/ 1 h 426"/>
                <a:gd name="T52" fmla="*/ 1 w 246"/>
                <a:gd name="T53" fmla="*/ 1 h 426"/>
                <a:gd name="T54" fmla="*/ 1 w 246"/>
                <a:gd name="T55" fmla="*/ 1 h 426"/>
                <a:gd name="T56" fmla="*/ 2 w 246"/>
                <a:gd name="T57" fmla="*/ 2 h 426"/>
                <a:gd name="T58" fmla="*/ 2 w 246"/>
                <a:gd name="T59" fmla="*/ 2 h 426"/>
                <a:gd name="T60" fmla="*/ 2 w 246"/>
                <a:gd name="T61" fmla="*/ 2 h 426"/>
                <a:gd name="T62" fmla="*/ 2 w 246"/>
                <a:gd name="T63" fmla="*/ 2 h 426"/>
                <a:gd name="T64" fmla="*/ 2 w 246"/>
                <a:gd name="T65" fmla="*/ 3 h 426"/>
                <a:gd name="T66" fmla="*/ 2 w 246"/>
                <a:gd name="T67" fmla="*/ 3 h 426"/>
                <a:gd name="T68" fmla="*/ 2 w 246"/>
                <a:gd name="T69" fmla="*/ 3 h 426"/>
                <a:gd name="T70" fmla="*/ 2 w 246"/>
                <a:gd name="T71" fmla="*/ 3 h 426"/>
                <a:gd name="T72" fmla="*/ 2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246" y="426"/>
                  </a:moveTo>
                  <a:lnTo>
                    <a:pt x="246" y="426"/>
                  </a:lnTo>
                  <a:lnTo>
                    <a:pt x="245" y="384"/>
                  </a:lnTo>
                  <a:lnTo>
                    <a:pt x="242" y="340"/>
                  </a:lnTo>
                  <a:lnTo>
                    <a:pt x="236" y="301"/>
                  </a:lnTo>
                  <a:lnTo>
                    <a:pt x="228" y="262"/>
                  </a:lnTo>
                  <a:lnTo>
                    <a:pt x="217" y="224"/>
                  </a:lnTo>
                  <a:lnTo>
                    <a:pt x="205" y="190"/>
                  </a:lnTo>
                  <a:lnTo>
                    <a:pt x="191" y="158"/>
                  </a:lnTo>
                  <a:lnTo>
                    <a:pt x="176" y="126"/>
                  </a:lnTo>
                  <a:lnTo>
                    <a:pt x="157" y="99"/>
                  </a:lnTo>
                  <a:lnTo>
                    <a:pt x="139" y="75"/>
                  </a:lnTo>
                  <a:lnTo>
                    <a:pt x="119" y="53"/>
                  </a:lnTo>
                  <a:lnTo>
                    <a:pt x="96" y="34"/>
                  </a:lnTo>
                  <a:lnTo>
                    <a:pt x="75" y="19"/>
                  </a:lnTo>
                  <a:lnTo>
                    <a:pt x="51" y="9"/>
                  </a:lnTo>
                  <a:lnTo>
                    <a:pt x="26" y="3"/>
                  </a:lnTo>
                  <a:lnTo>
                    <a:pt x="0" y="0"/>
                  </a:lnTo>
                  <a:lnTo>
                    <a:pt x="0" y="12"/>
                  </a:lnTo>
                  <a:lnTo>
                    <a:pt x="24" y="15"/>
                  </a:lnTo>
                  <a:lnTo>
                    <a:pt x="46" y="20"/>
                  </a:lnTo>
                  <a:lnTo>
                    <a:pt x="68" y="31"/>
                  </a:lnTo>
                  <a:lnTo>
                    <a:pt x="89" y="44"/>
                  </a:lnTo>
                  <a:lnTo>
                    <a:pt x="109" y="63"/>
                  </a:lnTo>
                  <a:lnTo>
                    <a:pt x="129" y="83"/>
                  </a:lnTo>
                  <a:lnTo>
                    <a:pt x="148" y="106"/>
                  </a:lnTo>
                  <a:lnTo>
                    <a:pt x="164" y="133"/>
                  </a:lnTo>
                  <a:lnTo>
                    <a:pt x="180" y="162"/>
                  </a:lnTo>
                  <a:lnTo>
                    <a:pt x="194" y="195"/>
                  </a:lnTo>
                  <a:lnTo>
                    <a:pt x="205" y="229"/>
                  </a:lnTo>
                  <a:lnTo>
                    <a:pt x="216" y="264"/>
                  </a:lnTo>
                  <a:lnTo>
                    <a:pt x="224" y="303"/>
                  </a:lnTo>
                  <a:lnTo>
                    <a:pt x="230" y="343"/>
                  </a:lnTo>
                  <a:lnTo>
                    <a:pt x="233" y="384"/>
                  </a:lnTo>
                  <a:lnTo>
                    <a:pt x="235" y="426"/>
                  </a:lnTo>
                  <a:lnTo>
                    <a:pt x="246"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9615" name="Freeform 61"/>
            <p:cNvSpPr>
              <a:spLocks/>
            </p:cNvSpPr>
            <p:nvPr/>
          </p:nvSpPr>
          <p:spPr bwMode="auto">
            <a:xfrm>
              <a:off x="1392" y="2203"/>
              <a:ext cx="49" cy="85"/>
            </a:xfrm>
            <a:custGeom>
              <a:avLst/>
              <a:gdLst>
                <a:gd name="T0" fmla="*/ 0 w 246"/>
                <a:gd name="T1" fmla="*/ 3 h 424"/>
                <a:gd name="T2" fmla="*/ 0 w 246"/>
                <a:gd name="T3" fmla="*/ 3 h 424"/>
                <a:gd name="T4" fmla="*/ 0 w 246"/>
                <a:gd name="T5" fmla="*/ 3 h 424"/>
                <a:gd name="T6" fmla="*/ 0 w 246"/>
                <a:gd name="T7" fmla="*/ 3 h 424"/>
                <a:gd name="T8" fmla="*/ 1 w 246"/>
                <a:gd name="T9" fmla="*/ 3 h 424"/>
                <a:gd name="T10" fmla="*/ 1 w 246"/>
                <a:gd name="T11" fmla="*/ 3 h 424"/>
                <a:gd name="T12" fmla="*/ 1 w 246"/>
                <a:gd name="T13" fmla="*/ 3 h 424"/>
                <a:gd name="T14" fmla="*/ 1 w 246"/>
                <a:gd name="T15" fmla="*/ 3 h 424"/>
                <a:gd name="T16" fmla="*/ 1 w 246"/>
                <a:gd name="T17" fmla="*/ 3 h 424"/>
                <a:gd name="T18" fmla="*/ 1 w 246"/>
                <a:gd name="T19" fmla="*/ 2 h 424"/>
                <a:gd name="T20" fmla="*/ 2 w 246"/>
                <a:gd name="T21" fmla="*/ 2 h 424"/>
                <a:gd name="T22" fmla="*/ 2 w 246"/>
                <a:gd name="T23" fmla="*/ 2 h 424"/>
                <a:gd name="T24" fmla="*/ 2 w 246"/>
                <a:gd name="T25" fmla="*/ 2 h 424"/>
                <a:gd name="T26" fmla="*/ 2 w 246"/>
                <a:gd name="T27" fmla="*/ 1 h 424"/>
                <a:gd name="T28" fmla="*/ 2 w 246"/>
                <a:gd name="T29" fmla="*/ 1 h 424"/>
                <a:gd name="T30" fmla="*/ 2 w 246"/>
                <a:gd name="T31" fmla="*/ 1 h 424"/>
                <a:gd name="T32" fmla="*/ 2 w 246"/>
                <a:gd name="T33" fmla="*/ 0 h 424"/>
                <a:gd name="T34" fmla="*/ 2 w 246"/>
                <a:gd name="T35" fmla="*/ 0 h 424"/>
                <a:gd name="T36" fmla="*/ 2 w 246"/>
                <a:gd name="T37" fmla="*/ 0 h 424"/>
                <a:gd name="T38" fmla="*/ 2 w 246"/>
                <a:gd name="T39" fmla="*/ 0 h 424"/>
                <a:gd name="T40" fmla="*/ 2 w 246"/>
                <a:gd name="T41" fmla="*/ 1 h 424"/>
                <a:gd name="T42" fmla="*/ 2 w 246"/>
                <a:gd name="T43" fmla="*/ 1 h 424"/>
                <a:gd name="T44" fmla="*/ 2 w 246"/>
                <a:gd name="T45" fmla="*/ 1 h 424"/>
                <a:gd name="T46" fmla="*/ 2 w 246"/>
                <a:gd name="T47" fmla="*/ 2 h 424"/>
                <a:gd name="T48" fmla="*/ 2 w 246"/>
                <a:gd name="T49" fmla="*/ 2 h 424"/>
                <a:gd name="T50" fmla="*/ 1 w 246"/>
                <a:gd name="T51" fmla="*/ 2 h 424"/>
                <a:gd name="T52" fmla="*/ 1 w 246"/>
                <a:gd name="T53" fmla="*/ 2 h 424"/>
                <a:gd name="T54" fmla="*/ 1 w 246"/>
                <a:gd name="T55" fmla="*/ 3 h 424"/>
                <a:gd name="T56" fmla="*/ 1 w 246"/>
                <a:gd name="T57" fmla="*/ 3 h 424"/>
                <a:gd name="T58" fmla="*/ 1 w 246"/>
                <a:gd name="T59" fmla="*/ 3 h 424"/>
                <a:gd name="T60" fmla="*/ 1 w 246"/>
                <a:gd name="T61" fmla="*/ 3 h 424"/>
                <a:gd name="T62" fmla="*/ 1 w 246"/>
                <a:gd name="T63" fmla="*/ 3 h 424"/>
                <a:gd name="T64" fmla="*/ 0 w 246"/>
                <a:gd name="T65" fmla="*/ 3 h 424"/>
                <a:gd name="T66" fmla="*/ 0 w 246"/>
                <a:gd name="T67" fmla="*/ 3 h 424"/>
                <a:gd name="T68" fmla="*/ 0 w 246"/>
                <a:gd name="T69" fmla="*/ 3 h 424"/>
                <a:gd name="T70" fmla="*/ 0 w 246"/>
                <a:gd name="T71" fmla="*/ 3 h 424"/>
                <a:gd name="T72" fmla="*/ 0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0" y="424"/>
                  </a:moveTo>
                  <a:lnTo>
                    <a:pt x="0" y="424"/>
                  </a:lnTo>
                  <a:lnTo>
                    <a:pt x="26" y="422"/>
                  </a:lnTo>
                  <a:lnTo>
                    <a:pt x="51" y="416"/>
                  </a:lnTo>
                  <a:lnTo>
                    <a:pt x="75" y="406"/>
                  </a:lnTo>
                  <a:lnTo>
                    <a:pt x="96" y="390"/>
                  </a:lnTo>
                  <a:lnTo>
                    <a:pt x="119" y="373"/>
                  </a:lnTo>
                  <a:lnTo>
                    <a:pt x="139" y="351"/>
                  </a:lnTo>
                  <a:lnTo>
                    <a:pt x="157" y="326"/>
                  </a:lnTo>
                  <a:lnTo>
                    <a:pt x="175" y="299"/>
                  </a:lnTo>
                  <a:lnTo>
                    <a:pt x="191" y="269"/>
                  </a:lnTo>
                  <a:lnTo>
                    <a:pt x="205" y="236"/>
                  </a:lnTo>
                  <a:lnTo>
                    <a:pt x="217" y="202"/>
                  </a:lnTo>
                  <a:lnTo>
                    <a:pt x="228" y="163"/>
                  </a:lnTo>
                  <a:lnTo>
                    <a:pt x="236" y="125"/>
                  </a:lnTo>
                  <a:lnTo>
                    <a:pt x="242" y="86"/>
                  </a:lnTo>
                  <a:lnTo>
                    <a:pt x="245" y="42"/>
                  </a:lnTo>
                  <a:lnTo>
                    <a:pt x="246" y="0"/>
                  </a:lnTo>
                  <a:lnTo>
                    <a:pt x="235" y="0"/>
                  </a:lnTo>
                  <a:lnTo>
                    <a:pt x="233" y="42"/>
                  </a:lnTo>
                  <a:lnTo>
                    <a:pt x="230" y="83"/>
                  </a:lnTo>
                  <a:lnTo>
                    <a:pt x="224" y="123"/>
                  </a:lnTo>
                  <a:lnTo>
                    <a:pt x="216" y="161"/>
                  </a:lnTo>
                  <a:lnTo>
                    <a:pt x="205" y="197"/>
                  </a:lnTo>
                  <a:lnTo>
                    <a:pt x="194" y="231"/>
                  </a:lnTo>
                  <a:lnTo>
                    <a:pt x="180" y="264"/>
                  </a:lnTo>
                  <a:lnTo>
                    <a:pt x="166" y="292"/>
                  </a:lnTo>
                  <a:lnTo>
                    <a:pt x="148" y="319"/>
                  </a:lnTo>
                  <a:lnTo>
                    <a:pt x="129" y="344"/>
                  </a:lnTo>
                  <a:lnTo>
                    <a:pt x="109" y="364"/>
                  </a:lnTo>
                  <a:lnTo>
                    <a:pt x="89" y="381"/>
                  </a:lnTo>
                  <a:lnTo>
                    <a:pt x="68" y="394"/>
                  </a:lnTo>
                  <a:lnTo>
                    <a:pt x="46" y="405"/>
                  </a:lnTo>
                  <a:lnTo>
                    <a:pt x="24" y="410"/>
                  </a:lnTo>
                  <a:lnTo>
                    <a:pt x="0" y="413"/>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9616" name="Freeform 62"/>
            <p:cNvSpPr>
              <a:spLocks/>
            </p:cNvSpPr>
            <p:nvPr/>
          </p:nvSpPr>
          <p:spPr bwMode="auto">
            <a:xfrm>
              <a:off x="1343" y="2203"/>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2" y="42"/>
                  </a:lnTo>
                  <a:lnTo>
                    <a:pt x="5" y="86"/>
                  </a:lnTo>
                  <a:lnTo>
                    <a:pt x="11" y="125"/>
                  </a:lnTo>
                  <a:lnTo>
                    <a:pt x="19" y="163"/>
                  </a:lnTo>
                  <a:lnTo>
                    <a:pt x="30" y="202"/>
                  </a:lnTo>
                  <a:lnTo>
                    <a:pt x="41" y="236"/>
                  </a:lnTo>
                  <a:lnTo>
                    <a:pt x="56" y="269"/>
                  </a:lnTo>
                  <a:lnTo>
                    <a:pt x="72" y="299"/>
                  </a:lnTo>
                  <a:lnTo>
                    <a:pt x="90" y="326"/>
                  </a:lnTo>
                  <a:lnTo>
                    <a:pt x="108" y="351"/>
                  </a:lnTo>
                  <a:lnTo>
                    <a:pt x="127" y="373"/>
                  </a:lnTo>
                  <a:lnTo>
                    <a:pt x="149" y="390"/>
                  </a:lnTo>
                  <a:lnTo>
                    <a:pt x="172" y="406"/>
                  </a:lnTo>
                  <a:lnTo>
                    <a:pt x="195" y="416"/>
                  </a:lnTo>
                  <a:lnTo>
                    <a:pt x="220" y="422"/>
                  </a:lnTo>
                  <a:lnTo>
                    <a:pt x="245" y="424"/>
                  </a:lnTo>
                  <a:lnTo>
                    <a:pt x="245" y="413"/>
                  </a:lnTo>
                  <a:lnTo>
                    <a:pt x="222" y="410"/>
                  </a:lnTo>
                  <a:lnTo>
                    <a:pt x="200" y="405"/>
                  </a:lnTo>
                  <a:lnTo>
                    <a:pt x="179" y="394"/>
                  </a:lnTo>
                  <a:lnTo>
                    <a:pt x="156" y="381"/>
                  </a:lnTo>
                  <a:lnTo>
                    <a:pt x="136" y="364"/>
                  </a:lnTo>
                  <a:lnTo>
                    <a:pt x="118" y="344"/>
                  </a:lnTo>
                  <a:lnTo>
                    <a:pt x="99" y="319"/>
                  </a:lnTo>
                  <a:lnTo>
                    <a:pt x="81" y="292"/>
                  </a:lnTo>
                  <a:lnTo>
                    <a:pt x="67" y="264"/>
                  </a:lnTo>
                  <a:lnTo>
                    <a:pt x="53" y="231"/>
                  </a:lnTo>
                  <a:lnTo>
                    <a:pt x="41" y="197"/>
                  </a:lnTo>
                  <a:lnTo>
                    <a:pt x="31" y="161"/>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9617" name="Freeform 63"/>
            <p:cNvSpPr>
              <a:spLocks/>
            </p:cNvSpPr>
            <p:nvPr/>
          </p:nvSpPr>
          <p:spPr bwMode="auto">
            <a:xfrm>
              <a:off x="1343" y="2118"/>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1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20" y="3"/>
                  </a:lnTo>
                  <a:lnTo>
                    <a:pt x="195" y="9"/>
                  </a:lnTo>
                  <a:lnTo>
                    <a:pt x="172" y="19"/>
                  </a:lnTo>
                  <a:lnTo>
                    <a:pt x="149" y="34"/>
                  </a:lnTo>
                  <a:lnTo>
                    <a:pt x="127" y="53"/>
                  </a:lnTo>
                  <a:lnTo>
                    <a:pt x="108" y="75"/>
                  </a:lnTo>
                  <a:lnTo>
                    <a:pt x="90" y="99"/>
                  </a:lnTo>
                  <a:lnTo>
                    <a:pt x="71" y="126"/>
                  </a:lnTo>
                  <a:lnTo>
                    <a:pt x="56" y="158"/>
                  </a:lnTo>
                  <a:lnTo>
                    <a:pt x="41" y="190"/>
                  </a:lnTo>
                  <a:lnTo>
                    <a:pt x="30" y="224"/>
                  </a:lnTo>
                  <a:lnTo>
                    <a:pt x="19" y="262"/>
                  </a:lnTo>
                  <a:lnTo>
                    <a:pt x="11" y="301"/>
                  </a:lnTo>
                  <a:lnTo>
                    <a:pt x="5" y="340"/>
                  </a:lnTo>
                  <a:lnTo>
                    <a:pt x="2" y="384"/>
                  </a:lnTo>
                  <a:lnTo>
                    <a:pt x="0" y="426"/>
                  </a:lnTo>
                  <a:lnTo>
                    <a:pt x="12" y="426"/>
                  </a:lnTo>
                  <a:lnTo>
                    <a:pt x="13" y="384"/>
                  </a:lnTo>
                  <a:lnTo>
                    <a:pt x="17" y="343"/>
                  </a:lnTo>
                  <a:lnTo>
                    <a:pt x="23" y="303"/>
                  </a:lnTo>
                  <a:lnTo>
                    <a:pt x="31" y="264"/>
                  </a:lnTo>
                  <a:lnTo>
                    <a:pt x="41" y="229"/>
                  </a:lnTo>
                  <a:lnTo>
                    <a:pt x="53" y="195"/>
                  </a:lnTo>
                  <a:lnTo>
                    <a:pt x="67" y="162"/>
                  </a:lnTo>
                  <a:lnTo>
                    <a:pt x="82" y="133"/>
                  </a:lnTo>
                  <a:lnTo>
                    <a:pt x="99" y="106"/>
                  </a:lnTo>
                  <a:lnTo>
                    <a:pt x="118" y="83"/>
                  </a:lnTo>
                  <a:lnTo>
                    <a:pt x="136" y="63"/>
                  </a:lnTo>
                  <a:lnTo>
                    <a:pt x="156" y="44"/>
                  </a:lnTo>
                  <a:lnTo>
                    <a:pt x="179" y="31"/>
                  </a:lnTo>
                  <a:lnTo>
                    <a:pt x="200" y="20"/>
                  </a:lnTo>
                  <a:lnTo>
                    <a:pt x="222" y="15"/>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9618" name="Freeform 64"/>
            <p:cNvSpPr>
              <a:spLocks/>
            </p:cNvSpPr>
            <p:nvPr/>
          </p:nvSpPr>
          <p:spPr bwMode="auto">
            <a:xfrm>
              <a:off x="1384" y="1859"/>
              <a:ext cx="49" cy="84"/>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1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3" y="382"/>
                  </a:lnTo>
                  <a:lnTo>
                    <a:pt x="240" y="339"/>
                  </a:lnTo>
                  <a:lnTo>
                    <a:pt x="234" y="299"/>
                  </a:lnTo>
                  <a:lnTo>
                    <a:pt x="226" y="261"/>
                  </a:lnTo>
                  <a:lnTo>
                    <a:pt x="215" y="222"/>
                  </a:lnTo>
                  <a:lnTo>
                    <a:pt x="204" y="188"/>
                  </a:lnTo>
                  <a:lnTo>
                    <a:pt x="189" y="156"/>
                  </a:lnTo>
                  <a:lnTo>
                    <a:pt x="173" y="125"/>
                  </a:lnTo>
                  <a:lnTo>
                    <a:pt x="155" y="98"/>
                  </a:lnTo>
                  <a:lnTo>
                    <a:pt x="138" y="74"/>
                  </a:lnTo>
                  <a:lnTo>
                    <a:pt x="118" y="51"/>
                  </a:lnTo>
                  <a:lnTo>
                    <a:pt x="96" y="34"/>
                  </a:lnTo>
                  <a:lnTo>
                    <a:pt x="73" y="18"/>
                  </a:lnTo>
                  <a:lnTo>
                    <a:pt x="50" y="8"/>
                  </a:lnTo>
                  <a:lnTo>
                    <a:pt x="25" y="2"/>
                  </a:lnTo>
                  <a:lnTo>
                    <a:pt x="0" y="0"/>
                  </a:lnTo>
                  <a:lnTo>
                    <a:pt x="0" y="11"/>
                  </a:lnTo>
                  <a:lnTo>
                    <a:pt x="23" y="14"/>
                  </a:lnTo>
                  <a:lnTo>
                    <a:pt x="45" y="20"/>
                  </a:lnTo>
                  <a:lnTo>
                    <a:pt x="66" y="30"/>
                  </a:lnTo>
                  <a:lnTo>
                    <a:pt x="89" y="43"/>
                  </a:lnTo>
                  <a:lnTo>
                    <a:pt x="109" y="61"/>
                  </a:lnTo>
                  <a:lnTo>
                    <a:pt x="129" y="81"/>
                  </a:lnTo>
                  <a:lnTo>
                    <a:pt x="146" y="105"/>
                  </a:lnTo>
                  <a:lnTo>
                    <a:pt x="164" y="132"/>
                  </a:lnTo>
                  <a:lnTo>
                    <a:pt x="178" y="160"/>
                  </a:lnTo>
                  <a:lnTo>
                    <a:pt x="192" y="193"/>
                  </a:lnTo>
                  <a:lnTo>
                    <a:pt x="204" y="227"/>
                  </a:lnTo>
                  <a:lnTo>
                    <a:pt x="214" y="264"/>
                  </a:lnTo>
                  <a:lnTo>
                    <a:pt x="222" y="301"/>
                  </a:lnTo>
                  <a:lnTo>
                    <a:pt x="228"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9619" name="Freeform 65"/>
            <p:cNvSpPr>
              <a:spLocks/>
            </p:cNvSpPr>
            <p:nvPr/>
          </p:nvSpPr>
          <p:spPr bwMode="auto">
            <a:xfrm>
              <a:off x="1384" y="1943"/>
              <a:ext cx="49" cy="86"/>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5" y="423"/>
                  </a:lnTo>
                  <a:lnTo>
                    <a:pt x="50" y="418"/>
                  </a:lnTo>
                  <a:lnTo>
                    <a:pt x="73" y="407"/>
                  </a:lnTo>
                  <a:lnTo>
                    <a:pt x="96" y="392"/>
                  </a:lnTo>
                  <a:lnTo>
                    <a:pt x="118" y="374"/>
                  </a:lnTo>
                  <a:lnTo>
                    <a:pt x="138" y="352"/>
                  </a:lnTo>
                  <a:lnTo>
                    <a:pt x="155" y="327"/>
                  </a:lnTo>
                  <a:lnTo>
                    <a:pt x="174" y="300"/>
                  </a:lnTo>
                  <a:lnTo>
                    <a:pt x="189" y="269"/>
                  </a:lnTo>
                  <a:lnTo>
                    <a:pt x="204" y="237"/>
                  </a:lnTo>
                  <a:lnTo>
                    <a:pt x="215" y="202"/>
                  </a:lnTo>
                  <a:lnTo>
                    <a:pt x="226" y="164"/>
                  </a:lnTo>
                  <a:lnTo>
                    <a:pt x="234" y="126"/>
                  </a:lnTo>
                  <a:lnTo>
                    <a:pt x="240" y="86"/>
                  </a:lnTo>
                  <a:lnTo>
                    <a:pt x="243" y="42"/>
                  </a:lnTo>
                  <a:lnTo>
                    <a:pt x="245" y="0"/>
                  </a:lnTo>
                  <a:lnTo>
                    <a:pt x="233" y="0"/>
                  </a:lnTo>
                  <a:lnTo>
                    <a:pt x="232" y="42"/>
                  </a:lnTo>
                  <a:lnTo>
                    <a:pt x="228" y="83"/>
                  </a:lnTo>
                  <a:lnTo>
                    <a:pt x="222" y="123"/>
                  </a:lnTo>
                  <a:lnTo>
                    <a:pt x="214" y="162"/>
                  </a:lnTo>
                  <a:lnTo>
                    <a:pt x="204" y="197"/>
                  </a:lnTo>
                  <a:lnTo>
                    <a:pt x="192" y="232"/>
                  </a:lnTo>
                  <a:lnTo>
                    <a:pt x="178" y="264"/>
                  </a:lnTo>
                  <a:lnTo>
                    <a:pt x="163" y="293"/>
                  </a:lnTo>
                  <a:lnTo>
                    <a:pt x="146" y="320"/>
                  </a:lnTo>
                  <a:lnTo>
                    <a:pt x="129" y="345"/>
                  </a:lnTo>
                  <a:lnTo>
                    <a:pt x="109" y="365"/>
                  </a:lnTo>
                  <a:lnTo>
                    <a:pt x="89" y="382"/>
                  </a:lnTo>
                  <a:lnTo>
                    <a:pt x="66" y="395"/>
                  </a:lnTo>
                  <a:lnTo>
                    <a:pt x="45" y="406"/>
                  </a:lnTo>
                  <a:lnTo>
                    <a:pt x="23"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9620" name="Freeform 66"/>
            <p:cNvSpPr>
              <a:spLocks/>
            </p:cNvSpPr>
            <p:nvPr/>
          </p:nvSpPr>
          <p:spPr bwMode="auto">
            <a:xfrm>
              <a:off x="1335" y="1943"/>
              <a:ext cx="49" cy="86"/>
            </a:xfrm>
            <a:custGeom>
              <a:avLst/>
              <a:gdLst>
                <a:gd name="T0" fmla="*/ 0 w 246"/>
                <a:gd name="T1" fmla="*/ 0 h 426"/>
                <a:gd name="T2" fmla="*/ 0 w 246"/>
                <a:gd name="T3" fmla="*/ 0 h 426"/>
                <a:gd name="T4" fmla="*/ 0 w 246"/>
                <a:gd name="T5" fmla="*/ 0 h 426"/>
                <a:gd name="T6" fmla="*/ 0 w 246"/>
                <a:gd name="T7" fmla="*/ 1 h 426"/>
                <a:gd name="T8" fmla="*/ 0 w 246"/>
                <a:gd name="T9" fmla="*/ 1 h 426"/>
                <a:gd name="T10" fmla="*/ 0 w 246"/>
                <a:gd name="T11" fmla="*/ 1 h 426"/>
                <a:gd name="T12" fmla="*/ 0 w 246"/>
                <a:gd name="T13" fmla="*/ 2 h 426"/>
                <a:gd name="T14" fmla="*/ 0 w 246"/>
                <a:gd name="T15" fmla="*/ 2 h 426"/>
                <a:gd name="T16" fmla="*/ 0 w 246"/>
                <a:gd name="T17" fmla="*/ 2 h 426"/>
                <a:gd name="T18" fmla="*/ 1 w 246"/>
                <a:gd name="T19" fmla="*/ 2 h 426"/>
                <a:gd name="T20" fmla="*/ 1 w 246"/>
                <a:gd name="T21" fmla="*/ 3 h 426"/>
                <a:gd name="T22" fmla="*/ 1 w 246"/>
                <a:gd name="T23" fmla="*/ 3 h 426"/>
                <a:gd name="T24" fmla="*/ 1 w 246"/>
                <a:gd name="T25" fmla="*/ 3 h 426"/>
                <a:gd name="T26" fmla="*/ 1 w 246"/>
                <a:gd name="T27" fmla="*/ 3 h 426"/>
                <a:gd name="T28" fmla="*/ 1 w 246"/>
                <a:gd name="T29" fmla="*/ 3 h 426"/>
                <a:gd name="T30" fmla="*/ 2 w 246"/>
                <a:gd name="T31" fmla="*/ 3 h 426"/>
                <a:gd name="T32" fmla="*/ 2 w 246"/>
                <a:gd name="T33" fmla="*/ 3 h 426"/>
                <a:gd name="T34" fmla="*/ 2 w 246"/>
                <a:gd name="T35" fmla="*/ 3 h 426"/>
                <a:gd name="T36" fmla="*/ 2 w 246"/>
                <a:gd name="T37" fmla="*/ 3 h 426"/>
                <a:gd name="T38" fmla="*/ 2 w 246"/>
                <a:gd name="T39" fmla="*/ 3 h 426"/>
                <a:gd name="T40" fmla="*/ 2 w 246"/>
                <a:gd name="T41" fmla="*/ 3 h 426"/>
                <a:gd name="T42" fmla="*/ 1 w 246"/>
                <a:gd name="T43" fmla="*/ 3 h 426"/>
                <a:gd name="T44" fmla="*/ 1 w 246"/>
                <a:gd name="T45" fmla="*/ 3 h 426"/>
                <a:gd name="T46" fmla="*/ 1 w 246"/>
                <a:gd name="T47" fmla="*/ 3 h 426"/>
                <a:gd name="T48" fmla="*/ 1 w 246"/>
                <a:gd name="T49" fmla="*/ 3 h 426"/>
                <a:gd name="T50" fmla="*/ 1 w 246"/>
                <a:gd name="T51" fmla="*/ 3 h 426"/>
                <a:gd name="T52" fmla="*/ 1 w 246"/>
                <a:gd name="T53" fmla="*/ 2 h 426"/>
                <a:gd name="T54" fmla="*/ 1 w 246"/>
                <a:gd name="T55" fmla="*/ 2 h 426"/>
                <a:gd name="T56" fmla="*/ 0 w 246"/>
                <a:gd name="T57" fmla="*/ 2 h 426"/>
                <a:gd name="T58" fmla="*/ 0 w 246"/>
                <a:gd name="T59" fmla="*/ 2 h 426"/>
                <a:gd name="T60" fmla="*/ 0 w 246"/>
                <a:gd name="T61" fmla="*/ 1 h 426"/>
                <a:gd name="T62" fmla="*/ 0 w 246"/>
                <a:gd name="T63" fmla="*/ 1 h 426"/>
                <a:gd name="T64" fmla="*/ 0 w 246"/>
                <a:gd name="T65" fmla="*/ 1 h 426"/>
                <a:gd name="T66" fmla="*/ 0 w 246"/>
                <a:gd name="T67" fmla="*/ 0 h 426"/>
                <a:gd name="T68" fmla="*/ 0 w 246"/>
                <a:gd name="T69" fmla="*/ 0 h 426"/>
                <a:gd name="T70" fmla="*/ 0 w 246"/>
                <a:gd name="T71" fmla="*/ 0 h 426"/>
                <a:gd name="T72" fmla="*/ 0 w 246"/>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0"/>
                  </a:moveTo>
                  <a:lnTo>
                    <a:pt x="0" y="0"/>
                  </a:lnTo>
                  <a:lnTo>
                    <a:pt x="1" y="42"/>
                  </a:lnTo>
                  <a:lnTo>
                    <a:pt x="4" y="86"/>
                  </a:lnTo>
                  <a:lnTo>
                    <a:pt x="10" y="126"/>
                  </a:lnTo>
                  <a:lnTo>
                    <a:pt x="18" y="164"/>
                  </a:lnTo>
                  <a:lnTo>
                    <a:pt x="29" y="202"/>
                  </a:lnTo>
                  <a:lnTo>
                    <a:pt x="41" y="237"/>
                  </a:lnTo>
                  <a:lnTo>
                    <a:pt x="55" y="269"/>
                  </a:lnTo>
                  <a:lnTo>
                    <a:pt x="71" y="300"/>
                  </a:lnTo>
                  <a:lnTo>
                    <a:pt x="89" y="327"/>
                  </a:lnTo>
                  <a:lnTo>
                    <a:pt x="107" y="352"/>
                  </a:lnTo>
                  <a:lnTo>
                    <a:pt x="127" y="374"/>
                  </a:lnTo>
                  <a:lnTo>
                    <a:pt x="150" y="392"/>
                  </a:lnTo>
                  <a:lnTo>
                    <a:pt x="171" y="407"/>
                  </a:lnTo>
                  <a:lnTo>
                    <a:pt x="195" y="418"/>
                  </a:lnTo>
                  <a:lnTo>
                    <a:pt x="220" y="423"/>
                  </a:lnTo>
                  <a:lnTo>
                    <a:pt x="246" y="426"/>
                  </a:lnTo>
                  <a:lnTo>
                    <a:pt x="246" y="414"/>
                  </a:lnTo>
                  <a:lnTo>
                    <a:pt x="222" y="412"/>
                  </a:lnTo>
                  <a:lnTo>
                    <a:pt x="200" y="406"/>
                  </a:lnTo>
                  <a:lnTo>
                    <a:pt x="178" y="395"/>
                  </a:lnTo>
                  <a:lnTo>
                    <a:pt x="157" y="382"/>
                  </a:lnTo>
                  <a:lnTo>
                    <a:pt x="137" y="365"/>
                  </a:lnTo>
                  <a:lnTo>
                    <a:pt x="117" y="345"/>
                  </a:lnTo>
                  <a:lnTo>
                    <a:pt x="98" y="320"/>
                  </a:lnTo>
                  <a:lnTo>
                    <a:pt x="83" y="293"/>
                  </a:lnTo>
                  <a:lnTo>
                    <a:pt x="66" y="264"/>
                  </a:lnTo>
                  <a:lnTo>
                    <a:pt x="52" y="232"/>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9621" name="Freeform 67"/>
            <p:cNvSpPr>
              <a:spLocks/>
            </p:cNvSpPr>
            <p:nvPr/>
          </p:nvSpPr>
          <p:spPr bwMode="auto">
            <a:xfrm>
              <a:off x="1335" y="1859"/>
              <a:ext cx="49" cy="84"/>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1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0" y="2"/>
                  </a:lnTo>
                  <a:lnTo>
                    <a:pt x="195" y="8"/>
                  </a:lnTo>
                  <a:lnTo>
                    <a:pt x="171" y="18"/>
                  </a:lnTo>
                  <a:lnTo>
                    <a:pt x="150" y="34"/>
                  </a:lnTo>
                  <a:lnTo>
                    <a:pt x="127" y="51"/>
                  </a:lnTo>
                  <a:lnTo>
                    <a:pt x="107" y="74"/>
                  </a:lnTo>
                  <a:lnTo>
                    <a:pt x="89" y="98"/>
                  </a:lnTo>
                  <a:lnTo>
                    <a:pt x="72" y="125"/>
                  </a:lnTo>
                  <a:lnTo>
                    <a:pt x="55" y="156"/>
                  </a:lnTo>
                  <a:lnTo>
                    <a:pt x="41" y="188"/>
                  </a:lnTo>
                  <a:lnTo>
                    <a:pt x="29" y="222"/>
                  </a:lnTo>
                  <a:lnTo>
                    <a:pt x="18" y="261"/>
                  </a:lnTo>
                  <a:lnTo>
                    <a:pt x="10" y="299"/>
                  </a:lnTo>
                  <a:lnTo>
                    <a:pt x="4" y="339"/>
                  </a:lnTo>
                  <a:lnTo>
                    <a:pt x="1" y="382"/>
                  </a:lnTo>
                  <a:lnTo>
                    <a:pt x="0" y="424"/>
                  </a:lnTo>
                  <a:lnTo>
                    <a:pt x="11" y="424"/>
                  </a:lnTo>
                  <a:lnTo>
                    <a:pt x="13" y="382"/>
                  </a:lnTo>
                  <a:lnTo>
                    <a:pt x="16" y="341"/>
                  </a:lnTo>
                  <a:lnTo>
                    <a:pt x="22" y="301"/>
                  </a:lnTo>
                  <a:lnTo>
                    <a:pt x="30" y="264"/>
                  </a:lnTo>
                  <a:lnTo>
                    <a:pt x="41" y="227"/>
                  </a:lnTo>
                  <a:lnTo>
                    <a:pt x="52" y="193"/>
                  </a:lnTo>
                  <a:lnTo>
                    <a:pt x="66" y="160"/>
                  </a:lnTo>
                  <a:lnTo>
                    <a:pt x="82" y="132"/>
                  </a:lnTo>
                  <a:lnTo>
                    <a:pt x="98" y="105"/>
                  </a:lnTo>
                  <a:lnTo>
                    <a:pt x="117" y="81"/>
                  </a:lnTo>
                  <a:lnTo>
                    <a:pt x="137" y="61"/>
                  </a:lnTo>
                  <a:lnTo>
                    <a:pt x="157" y="43"/>
                  </a:lnTo>
                  <a:lnTo>
                    <a:pt x="178" y="30"/>
                  </a:lnTo>
                  <a:lnTo>
                    <a:pt x="200" y="20"/>
                  </a:lnTo>
                  <a:lnTo>
                    <a:pt x="222" y="14"/>
                  </a:lnTo>
                  <a:lnTo>
                    <a:pt x="246" y="11"/>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9622" name="Freeform 68"/>
            <p:cNvSpPr>
              <a:spLocks/>
            </p:cNvSpPr>
            <p:nvPr/>
          </p:nvSpPr>
          <p:spPr bwMode="auto">
            <a:xfrm>
              <a:off x="1552" y="1751"/>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1" y="339"/>
                  </a:lnTo>
                  <a:lnTo>
                    <a:pt x="235" y="299"/>
                  </a:lnTo>
                  <a:lnTo>
                    <a:pt x="226" y="261"/>
                  </a:lnTo>
                  <a:lnTo>
                    <a:pt x="216" y="223"/>
                  </a:lnTo>
                  <a:lnTo>
                    <a:pt x="204" y="189"/>
                  </a:lnTo>
                  <a:lnTo>
                    <a:pt x="190" y="156"/>
                  </a:lnTo>
                  <a:lnTo>
                    <a:pt x="174" y="125"/>
                  </a:lnTo>
                  <a:lnTo>
                    <a:pt x="156" y="98"/>
                  </a:lnTo>
                  <a:lnTo>
                    <a:pt x="137" y="74"/>
                  </a:lnTo>
                  <a:lnTo>
                    <a:pt x="119" y="52"/>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8" y="81"/>
                  </a:lnTo>
                  <a:lnTo>
                    <a:pt x="147" y="105"/>
                  </a:lnTo>
                  <a:lnTo>
                    <a:pt x="164" y="132"/>
                  </a:lnTo>
                  <a:lnTo>
                    <a:pt x="178" y="161"/>
                  </a:lnTo>
                  <a:lnTo>
                    <a:pt x="193" y="193"/>
                  </a:lnTo>
                  <a:lnTo>
                    <a:pt x="204" y="227"/>
                  </a:lnTo>
                  <a:lnTo>
                    <a:pt x="215" y="264"/>
                  </a:lnTo>
                  <a:lnTo>
                    <a:pt x="223" y="301"/>
                  </a:lnTo>
                  <a:lnTo>
                    <a:pt x="229" y="341"/>
                  </a:lnTo>
                  <a:lnTo>
                    <a:pt x="232" y="382"/>
                  </a:lnTo>
                  <a:lnTo>
                    <a:pt x="234"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9623" name="Freeform 69"/>
            <p:cNvSpPr>
              <a:spLocks/>
            </p:cNvSpPr>
            <p:nvPr/>
          </p:nvSpPr>
          <p:spPr bwMode="auto">
            <a:xfrm>
              <a:off x="1552" y="1836"/>
              <a:ext cx="49" cy="85"/>
            </a:xfrm>
            <a:custGeom>
              <a:avLst/>
              <a:gdLst>
                <a:gd name="T0" fmla="*/ 0 w 245"/>
                <a:gd name="T1" fmla="*/ 3 h 425"/>
                <a:gd name="T2" fmla="*/ 0 w 245"/>
                <a:gd name="T3" fmla="*/ 3 h 425"/>
                <a:gd name="T4" fmla="*/ 0 w 245"/>
                <a:gd name="T5" fmla="*/ 3 h 425"/>
                <a:gd name="T6" fmla="*/ 0 w 245"/>
                <a:gd name="T7" fmla="*/ 3 h 425"/>
                <a:gd name="T8" fmla="*/ 1 w 245"/>
                <a:gd name="T9" fmla="*/ 3 h 425"/>
                <a:gd name="T10" fmla="*/ 1 w 245"/>
                <a:gd name="T11" fmla="*/ 3 h 425"/>
                <a:gd name="T12" fmla="*/ 1 w 245"/>
                <a:gd name="T13" fmla="*/ 3 h 425"/>
                <a:gd name="T14" fmla="*/ 1 w 245"/>
                <a:gd name="T15" fmla="*/ 3 h 425"/>
                <a:gd name="T16" fmla="*/ 1 w 245"/>
                <a:gd name="T17" fmla="*/ 3 h 425"/>
                <a:gd name="T18" fmla="*/ 1 w 245"/>
                <a:gd name="T19" fmla="*/ 2 h 425"/>
                <a:gd name="T20" fmla="*/ 2 w 245"/>
                <a:gd name="T21" fmla="*/ 2 h 425"/>
                <a:gd name="T22" fmla="*/ 2 w 245"/>
                <a:gd name="T23" fmla="*/ 2 h 425"/>
                <a:gd name="T24" fmla="*/ 2 w 245"/>
                <a:gd name="T25" fmla="*/ 2 h 425"/>
                <a:gd name="T26" fmla="*/ 2 w 245"/>
                <a:gd name="T27" fmla="*/ 1 h 425"/>
                <a:gd name="T28" fmla="*/ 2 w 245"/>
                <a:gd name="T29" fmla="*/ 1 h 425"/>
                <a:gd name="T30" fmla="*/ 2 w 245"/>
                <a:gd name="T31" fmla="*/ 1 h 425"/>
                <a:gd name="T32" fmla="*/ 2 w 245"/>
                <a:gd name="T33" fmla="*/ 0 h 425"/>
                <a:gd name="T34" fmla="*/ 2 w 245"/>
                <a:gd name="T35" fmla="*/ 0 h 425"/>
                <a:gd name="T36" fmla="*/ 2 w 245"/>
                <a:gd name="T37" fmla="*/ 0 h 425"/>
                <a:gd name="T38" fmla="*/ 2 w 245"/>
                <a:gd name="T39" fmla="*/ 0 h 425"/>
                <a:gd name="T40" fmla="*/ 2 w 245"/>
                <a:gd name="T41" fmla="*/ 1 h 425"/>
                <a:gd name="T42" fmla="*/ 2 w 245"/>
                <a:gd name="T43" fmla="*/ 1 h 425"/>
                <a:gd name="T44" fmla="*/ 2 w 245"/>
                <a:gd name="T45" fmla="*/ 1 h 425"/>
                <a:gd name="T46" fmla="*/ 2 w 245"/>
                <a:gd name="T47" fmla="*/ 2 h 425"/>
                <a:gd name="T48" fmla="*/ 2 w 245"/>
                <a:gd name="T49" fmla="*/ 2 h 425"/>
                <a:gd name="T50" fmla="*/ 1 w 245"/>
                <a:gd name="T51" fmla="*/ 2 h 425"/>
                <a:gd name="T52" fmla="*/ 1 w 245"/>
                <a:gd name="T53" fmla="*/ 2 h 425"/>
                <a:gd name="T54" fmla="*/ 1 w 245"/>
                <a:gd name="T55" fmla="*/ 3 h 425"/>
                <a:gd name="T56" fmla="*/ 1 w 245"/>
                <a:gd name="T57" fmla="*/ 3 h 425"/>
                <a:gd name="T58" fmla="*/ 1 w 245"/>
                <a:gd name="T59" fmla="*/ 3 h 425"/>
                <a:gd name="T60" fmla="*/ 1 w 245"/>
                <a:gd name="T61" fmla="*/ 3 h 425"/>
                <a:gd name="T62" fmla="*/ 1 w 245"/>
                <a:gd name="T63" fmla="*/ 3 h 425"/>
                <a:gd name="T64" fmla="*/ 0 w 245"/>
                <a:gd name="T65" fmla="*/ 3 h 425"/>
                <a:gd name="T66" fmla="*/ 0 w 245"/>
                <a:gd name="T67" fmla="*/ 3 h 425"/>
                <a:gd name="T68" fmla="*/ 0 w 245"/>
                <a:gd name="T69" fmla="*/ 3 h 425"/>
                <a:gd name="T70" fmla="*/ 0 w 245"/>
                <a:gd name="T71" fmla="*/ 3 h 425"/>
                <a:gd name="T72" fmla="*/ 0 w 245"/>
                <a:gd name="T73" fmla="*/ 3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5"/>
                <a:gd name="T113" fmla="*/ 245 w 245"/>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5">
                  <a:moveTo>
                    <a:pt x="0" y="425"/>
                  </a:moveTo>
                  <a:lnTo>
                    <a:pt x="0" y="425"/>
                  </a:lnTo>
                  <a:lnTo>
                    <a:pt x="26" y="422"/>
                  </a:lnTo>
                  <a:lnTo>
                    <a:pt x="51" y="417"/>
                  </a:lnTo>
                  <a:lnTo>
                    <a:pt x="74" y="406"/>
                  </a:lnTo>
                  <a:lnTo>
                    <a:pt x="96" y="391"/>
                  </a:lnTo>
                  <a:lnTo>
                    <a:pt x="119" y="373"/>
                  </a:lnTo>
                  <a:lnTo>
                    <a:pt x="137" y="351"/>
                  </a:lnTo>
                  <a:lnTo>
                    <a:pt x="156" y="326"/>
                  </a:lnTo>
                  <a:lnTo>
                    <a:pt x="174" y="299"/>
                  </a:lnTo>
                  <a:lnTo>
                    <a:pt x="190" y="269"/>
                  </a:lnTo>
                  <a:lnTo>
                    <a:pt x="204" y="236"/>
                  </a:lnTo>
                  <a:lnTo>
                    <a:pt x="216" y="202"/>
                  </a:lnTo>
                  <a:lnTo>
                    <a:pt x="226" y="163"/>
                  </a:lnTo>
                  <a:lnTo>
                    <a:pt x="235" y="126"/>
                  </a:lnTo>
                  <a:lnTo>
                    <a:pt x="241" y="86"/>
                  </a:lnTo>
                  <a:lnTo>
                    <a:pt x="244" y="43"/>
                  </a:lnTo>
                  <a:lnTo>
                    <a:pt x="245" y="0"/>
                  </a:lnTo>
                  <a:lnTo>
                    <a:pt x="234" y="0"/>
                  </a:lnTo>
                  <a:lnTo>
                    <a:pt x="232" y="43"/>
                  </a:lnTo>
                  <a:lnTo>
                    <a:pt x="229" y="84"/>
                  </a:lnTo>
                  <a:lnTo>
                    <a:pt x="223" y="123"/>
                  </a:lnTo>
                  <a:lnTo>
                    <a:pt x="215" y="161"/>
                  </a:lnTo>
                  <a:lnTo>
                    <a:pt x="204" y="197"/>
                  </a:lnTo>
                  <a:lnTo>
                    <a:pt x="193" y="231"/>
                  </a:lnTo>
                  <a:lnTo>
                    <a:pt x="178" y="264"/>
                  </a:lnTo>
                  <a:lnTo>
                    <a:pt x="164" y="292"/>
                  </a:lnTo>
                  <a:lnTo>
                    <a:pt x="147" y="319"/>
                  </a:lnTo>
                  <a:lnTo>
                    <a:pt x="128" y="344"/>
                  </a:lnTo>
                  <a:lnTo>
                    <a:pt x="109" y="364"/>
                  </a:lnTo>
                  <a:lnTo>
                    <a:pt x="89" y="381"/>
                  </a:lnTo>
                  <a:lnTo>
                    <a:pt x="67" y="394"/>
                  </a:lnTo>
                  <a:lnTo>
                    <a:pt x="46" y="405"/>
                  </a:lnTo>
                  <a:lnTo>
                    <a:pt x="24" y="411"/>
                  </a:lnTo>
                  <a:lnTo>
                    <a:pt x="0" y="413"/>
                  </a:lnTo>
                  <a:lnTo>
                    <a:pt x="0" y="425"/>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9624" name="Freeform 70"/>
            <p:cNvSpPr>
              <a:spLocks/>
            </p:cNvSpPr>
            <p:nvPr/>
          </p:nvSpPr>
          <p:spPr bwMode="auto">
            <a:xfrm>
              <a:off x="1502" y="1836"/>
              <a:ext cx="50" cy="85"/>
            </a:xfrm>
            <a:custGeom>
              <a:avLst/>
              <a:gdLst>
                <a:gd name="T0" fmla="*/ 0 w 246"/>
                <a:gd name="T1" fmla="*/ 0 h 425"/>
                <a:gd name="T2" fmla="*/ 0 w 246"/>
                <a:gd name="T3" fmla="*/ 0 h 425"/>
                <a:gd name="T4" fmla="*/ 0 w 246"/>
                <a:gd name="T5" fmla="*/ 0 h 425"/>
                <a:gd name="T6" fmla="*/ 0 w 246"/>
                <a:gd name="T7" fmla="*/ 1 h 425"/>
                <a:gd name="T8" fmla="*/ 0 w 246"/>
                <a:gd name="T9" fmla="*/ 1 h 425"/>
                <a:gd name="T10" fmla="*/ 0 w 246"/>
                <a:gd name="T11" fmla="*/ 1 h 425"/>
                <a:gd name="T12" fmla="*/ 0 w 246"/>
                <a:gd name="T13" fmla="*/ 2 h 425"/>
                <a:gd name="T14" fmla="*/ 0 w 246"/>
                <a:gd name="T15" fmla="*/ 2 h 425"/>
                <a:gd name="T16" fmla="*/ 0 w 246"/>
                <a:gd name="T17" fmla="*/ 2 h 425"/>
                <a:gd name="T18" fmla="*/ 1 w 246"/>
                <a:gd name="T19" fmla="*/ 2 h 425"/>
                <a:gd name="T20" fmla="*/ 1 w 246"/>
                <a:gd name="T21" fmla="*/ 3 h 425"/>
                <a:gd name="T22" fmla="*/ 1 w 246"/>
                <a:gd name="T23" fmla="*/ 3 h 425"/>
                <a:gd name="T24" fmla="*/ 1 w 246"/>
                <a:gd name="T25" fmla="*/ 3 h 425"/>
                <a:gd name="T26" fmla="*/ 1 w 246"/>
                <a:gd name="T27" fmla="*/ 3 h 425"/>
                <a:gd name="T28" fmla="*/ 1 w 246"/>
                <a:gd name="T29" fmla="*/ 3 h 425"/>
                <a:gd name="T30" fmla="*/ 2 w 246"/>
                <a:gd name="T31" fmla="*/ 3 h 425"/>
                <a:gd name="T32" fmla="*/ 2 w 246"/>
                <a:gd name="T33" fmla="*/ 3 h 425"/>
                <a:gd name="T34" fmla="*/ 2 w 246"/>
                <a:gd name="T35" fmla="*/ 3 h 425"/>
                <a:gd name="T36" fmla="*/ 2 w 246"/>
                <a:gd name="T37" fmla="*/ 3 h 425"/>
                <a:gd name="T38" fmla="*/ 2 w 246"/>
                <a:gd name="T39" fmla="*/ 3 h 425"/>
                <a:gd name="T40" fmla="*/ 2 w 246"/>
                <a:gd name="T41" fmla="*/ 3 h 425"/>
                <a:gd name="T42" fmla="*/ 1 w 246"/>
                <a:gd name="T43" fmla="*/ 3 h 425"/>
                <a:gd name="T44" fmla="*/ 1 w 246"/>
                <a:gd name="T45" fmla="*/ 3 h 425"/>
                <a:gd name="T46" fmla="*/ 1 w 246"/>
                <a:gd name="T47" fmla="*/ 3 h 425"/>
                <a:gd name="T48" fmla="*/ 1 w 246"/>
                <a:gd name="T49" fmla="*/ 3 h 425"/>
                <a:gd name="T50" fmla="*/ 1 w 246"/>
                <a:gd name="T51" fmla="*/ 3 h 425"/>
                <a:gd name="T52" fmla="*/ 1 w 246"/>
                <a:gd name="T53" fmla="*/ 2 h 425"/>
                <a:gd name="T54" fmla="*/ 1 w 246"/>
                <a:gd name="T55" fmla="*/ 2 h 425"/>
                <a:gd name="T56" fmla="*/ 0 w 246"/>
                <a:gd name="T57" fmla="*/ 2 h 425"/>
                <a:gd name="T58" fmla="*/ 0 w 246"/>
                <a:gd name="T59" fmla="*/ 2 h 425"/>
                <a:gd name="T60" fmla="*/ 0 w 246"/>
                <a:gd name="T61" fmla="*/ 1 h 425"/>
                <a:gd name="T62" fmla="*/ 0 w 246"/>
                <a:gd name="T63" fmla="*/ 1 h 425"/>
                <a:gd name="T64" fmla="*/ 0 w 246"/>
                <a:gd name="T65" fmla="*/ 1 h 425"/>
                <a:gd name="T66" fmla="*/ 0 w 246"/>
                <a:gd name="T67" fmla="*/ 0 h 425"/>
                <a:gd name="T68" fmla="*/ 0 w 246"/>
                <a:gd name="T69" fmla="*/ 0 h 425"/>
                <a:gd name="T70" fmla="*/ 0 w 246"/>
                <a:gd name="T71" fmla="*/ 0 h 425"/>
                <a:gd name="T72" fmla="*/ 0 w 246"/>
                <a:gd name="T73" fmla="*/ 0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5"/>
                <a:gd name="T113" fmla="*/ 246 w 246"/>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5">
                  <a:moveTo>
                    <a:pt x="0" y="0"/>
                  </a:moveTo>
                  <a:lnTo>
                    <a:pt x="0" y="0"/>
                  </a:lnTo>
                  <a:lnTo>
                    <a:pt x="2" y="43"/>
                  </a:lnTo>
                  <a:lnTo>
                    <a:pt x="5" y="86"/>
                  </a:lnTo>
                  <a:lnTo>
                    <a:pt x="11" y="126"/>
                  </a:lnTo>
                  <a:lnTo>
                    <a:pt x="19" y="163"/>
                  </a:lnTo>
                  <a:lnTo>
                    <a:pt x="30" y="202"/>
                  </a:lnTo>
                  <a:lnTo>
                    <a:pt x="41" y="236"/>
                  </a:lnTo>
                  <a:lnTo>
                    <a:pt x="55" y="269"/>
                  </a:lnTo>
                  <a:lnTo>
                    <a:pt x="73" y="299"/>
                  </a:lnTo>
                  <a:lnTo>
                    <a:pt x="89" y="326"/>
                  </a:lnTo>
                  <a:lnTo>
                    <a:pt x="108" y="351"/>
                  </a:lnTo>
                  <a:lnTo>
                    <a:pt x="128" y="373"/>
                  </a:lnTo>
                  <a:lnTo>
                    <a:pt x="150" y="391"/>
                  </a:lnTo>
                  <a:lnTo>
                    <a:pt x="171" y="406"/>
                  </a:lnTo>
                  <a:lnTo>
                    <a:pt x="196" y="417"/>
                  </a:lnTo>
                  <a:lnTo>
                    <a:pt x="221" y="422"/>
                  </a:lnTo>
                  <a:lnTo>
                    <a:pt x="246" y="425"/>
                  </a:lnTo>
                  <a:lnTo>
                    <a:pt x="246" y="413"/>
                  </a:lnTo>
                  <a:lnTo>
                    <a:pt x="223" y="411"/>
                  </a:lnTo>
                  <a:lnTo>
                    <a:pt x="201" y="405"/>
                  </a:lnTo>
                  <a:lnTo>
                    <a:pt x="178" y="394"/>
                  </a:lnTo>
                  <a:lnTo>
                    <a:pt x="157" y="381"/>
                  </a:lnTo>
                  <a:lnTo>
                    <a:pt x="137" y="364"/>
                  </a:lnTo>
                  <a:lnTo>
                    <a:pt x="117" y="344"/>
                  </a:lnTo>
                  <a:lnTo>
                    <a:pt x="99" y="319"/>
                  </a:lnTo>
                  <a:lnTo>
                    <a:pt x="82" y="292"/>
                  </a:lnTo>
                  <a:lnTo>
                    <a:pt x="67" y="264"/>
                  </a:lnTo>
                  <a:lnTo>
                    <a:pt x="53" y="231"/>
                  </a:lnTo>
                  <a:lnTo>
                    <a:pt x="41" y="197"/>
                  </a:lnTo>
                  <a:lnTo>
                    <a:pt x="31" y="161"/>
                  </a:lnTo>
                  <a:lnTo>
                    <a:pt x="23" y="123"/>
                  </a:lnTo>
                  <a:lnTo>
                    <a:pt x="17" y="84"/>
                  </a:lnTo>
                  <a:lnTo>
                    <a:pt x="13" y="4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9625" name="Freeform 71"/>
            <p:cNvSpPr>
              <a:spLocks/>
            </p:cNvSpPr>
            <p:nvPr/>
          </p:nvSpPr>
          <p:spPr bwMode="auto">
            <a:xfrm>
              <a:off x="1502" y="1751"/>
              <a:ext cx="50" cy="85"/>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2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1" y="2"/>
                  </a:lnTo>
                  <a:lnTo>
                    <a:pt x="196" y="8"/>
                  </a:lnTo>
                  <a:lnTo>
                    <a:pt x="171" y="19"/>
                  </a:lnTo>
                  <a:lnTo>
                    <a:pt x="150" y="34"/>
                  </a:lnTo>
                  <a:lnTo>
                    <a:pt x="128" y="52"/>
                  </a:lnTo>
                  <a:lnTo>
                    <a:pt x="108" y="74"/>
                  </a:lnTo>
                  <a:lnTo>
                    <a:pt x="89" y="98"/>
                  </a:lnTo>
                  <a:lnTo>
                    <a:pt x="73" y="125"/>
                  </a:lnTo>
                  <a:lnTo>
                    <a:pt x="55" y="156"/>
                  </a:lnTo>
                  <a:lnTo>
                    <a:pt x="41" y="189"/>
                  </a:lnTo>
                  <a:lnTo>
                    <a:pt x="30" y="223"/>
                  </a:lnTo>
                  <a:lnTo>
                    <a:pt x="19" y="261"/>
                  </a:lnTo>
                  <a:lnTo>
                    <a:pt x="11" y="299"/>
                  </a:lnTo>
                  <a:lnTo>
                    <a:pt x="5" y="339"/>
                  </a:lnTo>
                  <a:lnTo>
                    <a:pt x="2" y="382"/>
                  </a:lnTo>
                  <a:lnTo>
                    <a:pt x="0" y="424"/>
                  </a:lnTo>
                  <a:lnTo>
                    <a:pt x="12" y="424"/>
                  </a:lnTo>
                  <a:lnTo>
                    <a:pt x="13" y="382"/>
                  </a:lnTo>
                  <a:lnTo>
                    <a:pt x="17" y="341"/>
                  </a:lnTo>
                  <a:lnTo>
                    <a:pt x="23" y="301"/>
                  </a:lnTo>
                  <a:lnTo>
                    <a:pt x="31" y="264"/>
                  </a:lnTo>
                  <a:lnTo>
                    <a:pt x="41" y="227"/>
                  </a:lnTo>
                  <a:lnTo>
                    <a:pt x="53" y="193"/>
                  </a:lnTo>
                  <a:lnTo>
                    <a:pt x="67" y="161"/>
                  </a:lnTo>
                  <a:lnTo>
                    <a:pt x="82" y="132"/>
                  </a:lnTo>
                  <a:lnTo>
                    <a:pt x="99" y="105"/>
                  </a:lnTo>
                  <a:lnTo>
                    <a:pt x="117" y="81"/>
                  </a:lnTo>
                  <a:lnTo>
                    <a:pt x="137" y="61"/>
                  </a:lnTo>
                  <a:lnTo>
                    <a:pt x="157" y="43"/>
                  </a:lnTo>
                  <a:lnTo>
                    <a:pt x="178" y="30"/>
                  </a:lnTo>
                  <a:lnTo>
                    <a:pt x="201" y="20"/>
                  </a:lnTo>
                  <a:lnTo>
                    <a:pt x="223" y="14"/>
                  </a:lnTo>
                  <a:lnTo>
                    <a:pt x="246" y="12"/>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9626" name="Freeform 72"/>
            <p:cNvSpPr>
              <a:spLocks/>
            </p:cNvSpPr>
            <p:nvPr/>
          </p:nvSpPr>
          <p:spPr bwMode="auto">
            <a:xfrm>
              <a:off x="1565" y="2016"/>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0" y="339"/>
                  </a:lnTo>
                  <a:lnTo>
                    <a:pt x="234" y="299"/>
                  </a:lnTo>
                  <a:lnTo>
                    <a:pt x="226" y="261"/>
                  </a:lnTo>
                  <a:lnTo>
                    <a:pt x="216" y="223"/>
                  </a:lnTo>
                  <a:lnTo>
                    <a:pt x="204" y="189"/>
                  </a:lnTo>
                  <a:lnTo>
                    <a:pt x="190" y="156"/>
                  </a:lnTo>
                  <a:lnTo>
                    <a:pt x="174" y="125"/>
                  </a:lnTo>
                  <a:lnTo>
                    <a:pt x="156" y="98"/>
                  </a:lnTo>
                  <a:lnTo>
                    <a:pt x="138" y="74"/>
                  </a:lnTo>
                  <a:lnTo>
                    <a:pt x="118" y="51"/>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9" y="81"/>
                  </a:lnTo>
                  <a:lnTo>
                    <a:pt x="147" y="105"/>
                  </a:lnTo>
                  <a:lnTo>
                    <a:pt x="164" y="132"/>
                  </a:lnTo>
                  <a:lnTo>
                    <a:pt x="178" y="160"/>
                  </a:lnTo>
                  <a:lnTo>
                    <a:pt x="192" y="193"/>
                  </a:lnTo>
                  <a:lnTo>
                    <a:pt x="204" y="227"/>
                  </a:lnTo>
                  <a:lnTo>
                    <a:pt x="215" y="264"/>
                  </a:lnTo>
                  <a:lnTo>
                    <a:pt x="223" y="301"/>
                  </a:lnTo>
                  <a:lnTo>
                    <a:pt x="229"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9627" name="Freeform 73"/>
            <p:cNvSpPr>
              <a:spLocks/>
            </p:cNvSpPr>
            <p:nvPr/>
          </p:nvSpPr>
          <p:spPr bwMode="auto">
            <a:xfrm>
              <a:off x="1565" y="2101"/>
              <a:ext cx="49" cy="85"/>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6" y="423"/>
                  </a:lnTo>
                  <a:lnTo>
                    <a:pt x="51" y="418"/>
                  </a:lnTo>
                  <a:lnTo>
                    <a:pt x="74" y="407"/>
                  </a:lnTo>
                  <a:lnTo>
                    <a:pt x="96" y="392"/>
                  </a:lnTo>
                  <a:lnTo>
                    <a:pt x="118" y="373"/>
                  </a:lnTo>
                  <a:lnTo>
                    <a:pt x="138" y="351"/>
                  </a:lnTo>
                  <a:lnTo>
                    <a:pt x="156" y="327"/>
                  </a:lnTo>
                  <a:lnTo>
                    <a:pt x="175" y="299"/>
                  </a:lnTo>
                  <a:lnTo>
                    <a:pt x="190" y="269"/>
                  </a:lnTo>
                  <a:lnTo>
                    <a:pt x="204" y="236"/>
                  </a:lnTo>
                  <a:lnTo>
                    <a:pt x="216" y="202"/>
                  </a:lnTo>
                  <a:lnTo>
                    <a:pt x="226" y="164"/>
                  </a:lnTo>
                  <a:lnTo>
                    <a:pt x="234" y="126"/>
                  </a:lnTo>
                  <a:lnTo>
                    <a:pt x="240" y="86"/>
                  </a:lnTo>
                  <a:lnTo>
                    <a:pt x="244" y="42"/>
                  </a:lnTo>
                  <a:lnTo>
                    <a:pt x="245" y="0"/>
                  </a:lnTo>
                  <a:lnTo>
                    <a:pt x="233" y="0"/>
                  </a:lnTo>
                  <a:lnTo>
                    <a:pt x="232" y="42"/>
                  </a:lnTo>
                  <a:lnTo>
                    <a:pt x="229" y="83"/>
                  </a:lnTo>
                  <a:lnTo>
                    <a:pt x="223" y="123"/>
                  </a:lnTo>
                  <a:lnTo>
                    <a:pt x="215" y="162"/>
                  </a:lnTo>
                  <a:lnTo>
                    <a:pt x="204" y="197"/>
                  </a:lnTo>
                  <a:lnTo>
                    <a:pt x="192" y="231"/>
                  </a:lnTo>
                  <a:lnTo>
                    <a:pt x="178" y="264"/>
                  </a:lnTo>
                  <a:lnTo>
                    <a:pt x="163" y="292"/>
                  </a:lnTo>
                  <a:lnTo>
                    <a:pt x="147" y="320"/>
                  </a:lnTo>
                  <a:lnTo>
                    <a:pt x="129" y="344"/>
                  </a:lnTo>
                  <a:lnTo>
                    <a:pt x="109" y="364"/>
                  </a:lnTo>
                  <a:lnTo>
                    <a:pt x="89" y="382"/>
                  </a:lnTo>
                  <a:lnTo>
                    <a:pt x="67" y="395"/>
                  </a:lnTo>
                  <a:lnTo>
                    <a:pt x="46" y="406"/>
                  </a:lnTo>
                  <a:lnTo>
                    <a:pt x="24"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9628" name="Freeform 74"/>
            <p:cNvSpPr>
              <a:spLocks/>
            </p:cNvSpPr>
            <p:nvPr/>
          </p:nvSpPr>
          <p:spPr bwMode="auto">
            <a:xfrm>
              <a:off x="1516" y="2101"/>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5" y="86"/>
                  </a:lnTo>
                  <a:lnTo>
                    <a:pt x="11" y="126"/>
                  </a:lnTo>
                  <a:lnTo>
                    <a:pt x="19" y="164"/>
                  </a:lnTo>
                  <a:lnTo>
                    <a:pt x="30" y="202"/>
                  </a:lnTo>
                  <a:lnTo>
                    <a:pt x="41" y="236"/>
                  </a:lnTo>
                  <a:lnTo>
                    <a:pt x="55" y="269"/>
                  </a:lnTo>
                  <a:lnTo>
                    <a:pt x="71" y="299"/>
                  </a:lnTo>
                  <a:lnTo>
                    <a:pt x="89" y="327"/>
                  </a:lnTo>
                  <a:lnTo>
                    <a:pt x="107" y="351"/>
                  </a:lnTo>
                  <a:lnTo>
                    <a:pt x="127" y="373"/>
                  </a:lnTo>
                  <a:lnTo>
                    <a:pt x="149" y="392"/>
                  </a:lnTo>
                  <a:lnTo>
                    <a:pt x="171" y="407"/>
                  </a:lnTo>
                  <a:lnTo>
                    <a:pt x="195" y="418"/>
                  </a:lnTo>
                  <a:lnTo>
                    <a:pt x="219" y="423"/>
                  </a:lnTo>
                  <a:lnTo>
                    <a:pt x="245" y="426"/>
                  </a:lnTo>
                  <a:lnTo>
                    <a:pt x="245" y="414"/>
                  </a:lnTo>
                  <a:lnTo>
                    <a:pt x="222" y="412"/>
                  </a:lnTo>
                  <a:lnTo>
                    <a:pt x="199" y="406"/>
                  </a:lnTo>
                  <a:lnTo>
                    <a:pt x="178" y="395"/>
                  </a:lnTo>
                  <a:lnTo>
                    <a:pt x="156" y="382"/>
                  </a:lnTo>
                  <a:lnTo>
                    <a:pt x="136" y="364"/>
                  </a:lnTo>
                  <a:lnTo>
                    <a:pt x="116" y="344"/>
                  </a:lnTo>
                  <a:lnTo>
                    <a:pt x="99" y="320"/>
                  </a:lnTo>
                  <a:lnTo>
                    <a:pt x="82" y="292"/>
                  </a:lnTo>
                  <a:lnTo>
                    <a:pt x="67" y="264"/>
                  </a:lnTo>
                  <a:lnTo>
                    <a:pt x="53" y="231"/>
                  </a:lnTo>
                  <a:lnTo>
                    <a:pt x="41" y="197"/>
                  </a:lnTo>
                  <a:lnTo>
                    <a:pt x="31" y="162"/>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09629" name="Freeform 75"/>
            <p:cNvSpPr>
              <a:spLocks/>
            </p:cNvSpPr>
            <p:nvPr/>
          </p:nvSpPr>
          <p:spPr bwMode="auto">
            <a:xfrm>
              <a:off x="1516" y="2016"/>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5" y="8"/>
                  </a:lnTo>
                  <a:lnTo>
                    <a:pt x="171" y="19"/>
                  </a:lnTo>
                  <a:lnTo>
                    <a:pt x="149" y="34"/>
                  </a:lnTo>
                  <a:lnTo>
                    <a:pt x="127" y="51"/>
                  </a:lnTo>
                  <a:lnTo>
                    <a:pt x="107" y="74"/>
                  </a:lnTo>
                  <a:lnTo>
                    <a:pt x="89" y="98"/>
                  </a:lnTo>
                  <a:lnTo>
                    <a:pt x="72" y="125"/>
                  </a:lnTo>
                  <a:lnTo>
                    <a:pt x="55" y="156"/>
                  </a:lnTo>
                  <a:lnTo>
                    <a:pt x="41" y="189"/>
                  </a:lnTo>
                  <a:lnTo>
                    <a:pt x="30" y="223"/>
                  </a:lnTo>
                  <a:lnTo>
                    <a:pt x="19" y="261"/>
                  </a:lnTo>
                  <a:lnTo>
                    <a:pt x="11" y="299"/>
                  </a:lnTo>
                  <a:lnTo>
                    <a:pt x="5" y="339"/>
                  </a:lnTo>
                  <a:lnTo>
                    <a:pt x="1" y="382"/>
                  </a:lnTo>
                  <a:lnTo>
                    <a:pt x="0" y="424"/>
                  </a:lnTo>
                  <a:lnTo>
                    <a:pt x="12" y="424"/>
                  </a:lnTo>
                  <a:lnTo>
                    <a:pt x="13" y="382"/>
                  </a:lnTo>
                  <a:lnTo>
                    <a:pt x="17" y="341"/>
                  </a:lnTo>
                  <a:lnTo>
                    <a:pt x="23" y="301"/>
                  </a:lnTo>
                  <a:lnTo>
                    <a:pt x="31" y="264"/>
                  </a:lnTo>
                  <a:lnTo>
                    <a:pt x="41" y="227"/>
                  </a:lnTo>
                  <a:lnTo>
                    <a:pt x="53" y="193"/>
                  </a:lnTo>
                  <a:lnTo>
                    <a:pt x="67" y="160"/>
                  </a:lnTo>
                  <a:lnTo>
                    <a:pt x="81" y="132"/>
                  </a:lnTo>
                  <a:lnTo>
                    <a:pt x="99" y="105"/>
                  </a:lnTo>
                  <a:lnTo>
                    <a:pt x="116" y="81"/>
                  </a:lnTo>
                  <a:lnTo>
                    <a:pt x="136" y="61"/>
                  </a:lnTo>
                  <a:lnTo>
                    <a:pt x="156" y="43"/>
                  </a:lnTo>
                  <a:lnTo>
                    <a:pt x="178" y="30"/>
                  </a:lnTo>
                  <a:lnTo>
                    <a:pt x="199" y="20"/>
                  </a:lnTo>
                  <a:lnTo>
                    <a:pt x="222"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sp>
        <p:nvSpPr>
          <p:cNvPr id="109576" name="Rectangle 77"/>
          <p:cNvSpPr>
            <a:spLocks noChangeArrowheads="1"/>
          </p:cNvSpPr>
          <p:nvPr/>
        </p:nvSpPr>
        <p:spPr bwMode="auto">
          <a:xfrm>
            <a:off x="611188" y="0"/>
            <a:ext cx="6388100" cy="6477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3000"/>
              <a:t>Sem. 2 - Mardi</a:t>
            </a:r>
          </a:p>
        </p:txBody>
      </p:sp>
      <p:sp>
        <p:nvSpPr>
          <p:cNvPr id="109577" name="Text Box 78"/>
          <p:cNvSpPr txBox="1">
            <a:spLocks noChangeArrowheads="1"/>
          </p:cNvSpPr>
          <p:nvPr/>
        </p:nvSpPr>
        <p:spPr bwMode="auto">
          <a:xfrm>
            <a:off x="566738" y="2697163"/>
            <a:ext cx="3217862"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2. Pas de commandes</a:t>
            </a:r>
          </a:p>
        </p:txBody>
      </p:sp>
      <p:sp>
        <p:nvSpPr>
          <p:cNvPr id="109578" name="Text Box 79"/>
          <p:cNvSpPr txBox="1">
            <a:spLocks noChangeArrowheads="1"/>
          </p:cNvSpPr>
          <p:nvPr/>
        </p:nvSpPr>
        <p:spPr bwMode="auto">
          <a:xfrm>
            <a:off x="566738" y="5211763"/>
            <a:ext cx="6543675" cy="4429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eaLnBrk="1" hangingPunct="1">
              <a:spcBef>
                <a:spcPct val="0"/>
              </a:spcBef>
              <a:buFontTx/>
              <a:buNone/>
            </a:pPr>
            <a:r>
              <a:rPr lang="fr-FR" altLang="fr-FR" sz="2300"/>
              <a:t>4. Pointez la production sur votre feuille de suivi</a:t>
            </a:r>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10594" name="Group 2"/>
          <p:cNvGrpSpPr>
            <a:grpSpLocks/>
          </p:cNvGrpSpPr>
          <p:nvPr/>
        </p:nvGrpSpPr>
        <p:grpSpPr bwMode="auto">
          <a:xfrm>
            <a:off x="7073900" y="215900"/>
            <a:ext cx="1878013" cy="1250950"/>
            <a:chOff x="4456" y="136"/>
            <a:chExt cx="1183" cy="788"/>
          </a:xfrm>
        </p:grpSpPr>
        <p:grpSp>
          <p:nvGrpSpPr>
            <p:cNvPr id="110654" name="Group 3"/>
            <p:cNvGrpSpPr>
              <a:grpSpLocks/>
            </p:cNvGrpSpPr>
            <p:nvPr/>
          </p:nvGrpSpPr>
          <p:grpSpPr bwMode="auto">
            <a:xfrm>
              <a:off x="4766" y="232"/>
              <a:ext cx="873" cy="692"/>
              <a:chOff x="2185" y="310"/>
              <a:chExt cx="873" cy="692"/>
            </a:xfrm>
          </p:grpSpPr>
          <p:sp>
            <p:nvSpPr>
              <p:cNvPr id="110665" name="Freeform 4"/>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accent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0666" name="Freeform 5"/>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0667" name="Freeform 6"/>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0668" name="Freeform 7"/>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0669" name="Freeform 8"/>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0670" name="Freeform 9"/>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0671" name="Freeform 10"/>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grpSp>
          <p:nvGrpSpPr>
            <p:cNvPr id="110655" name="Group 11"/>
            <p:cNvGrpSpPr>
              <a:grpSpLocks/>
            </p:cNvGrpSpPr>
            <p:nvPr/>
          </p:nvGrpSpPr>
          <p:grpSpPr bwMode="auto">
            <a:xfrm>
              <a:off x="4949" y="336"/>
              <a:ext cx="591" cy="468"/>
              <a:chOff x="2185" y="310"/>
              <a:chExt cx="873" cy="692"/>
            </a:xfrm>
          </p:grpSpPr>
          <p:sp>
            <p:nvSpPr>
              <p:cNvPr id="110658" name="Freeform 12"/>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0659" name="Freeform 13"/>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0660" name="Freeform 14"/>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0661" name="Freeform 15"/>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0662" name="Freeform 16"/>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0663" name="Freeform 17"/>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0664" name="Freeform 18"/>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pic>
          <p:nvPicPr>
            <p:cNvPr id="110656" name="Picture 19"/>
            <p:cNvPicPr>
              <a:picLocks noChangeAspect="1" noChangeArrowheads="1"/>
            </p:cNvPicPr>
            <p:nvPr/>
          </p:nvPicPr>
          <p:blipFill>
            <a:blip r:embed="rId3" cstate="print">
              <a:extLst>
                <a:ext uri="{28A0092B-C50C-407E-A947-70E740481C1C}">
                  <a14:useLocalDpi xmlns:a14="http://schemas.microsoft.com/office/drawing/2010/main" val="0"/>
                </a:ext>
              </a:extLst>
            </a:blip>
            <a:srcRect l="-4282" t="-4369" r="-5199" b="-12012"/>
            <a:stretch>
              <a:fillRect/>
            </a:stretch>
          </p:blipFill>
          <p:spPr bwMode="auto">
            <a:xfrm>
              <a:off x="4456" y="136"/>
              <a:ext cx="480" cy="5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10657" name="Text Box 20"/>
            <p:cNvSpPr txBox="1">
              <a:spLocks noChangeArrowheads="1"/>
            </p:cNvSpPr>
            <p:nvPr/>
          </p:nvSpPr>
          <p:spPr bwMode="auto">
            <a:xfrm>
              <a:off x="4946" y="314"/>
              <a:ext cx="596" cy="49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4500" b="1">
                  <a:solidFill>
                    <a:srgbClr val="FF0000"/>
                  </a:solidFill>
                  <a:latin typeface="Arial Black" pitchFamily="34" charset="0"/>
                </a:rPr>
                <a:t>12</a:t>
              </a:r>
              <a:endParaRPr lang="fr-FR" altLang="fr-FR" sz="3200">
                <a:solidFill>
                  <a:schemeClr val="tx1"/>
                </a:solidFill>
                <a:latin typeface="Arial Black" pitchFamily="34" charset="0"/>
              </a:endParaRPr>
            </a:p>
          </p:txBody>
        </p:sp>
      </p:grpSp>
      <p:sp>
        <p:nvSpPr>
          <p:cNvPr id="110596" name="Text Box 22"/>
          <p:cNvSpPr txBox="1">
            <a:spLocks noChangeArrowheads="1"/>
          </p:cNvSpPr>
          <p:nvPr/>
        </p:nvSpPr>
        <p:spPr bwMode="auto">
          <a:xfrm>
            <a:off x="566738" y="1363663"/>
            <a:ext cx="1946275"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1. Tirez le dé</a:t>
            </a:r>
          </a:p>
        </p:txBody>
      </p:sp>
      <p:sp>
        <p:nvSpPr>
          <p:cNvPr id="110597" name="Text Box 23"/>
          <p:cNvSpPr txBox="1">
            <a:spLocks noChangeArrowheads="1"/>
          </p:cNvSpPr>
          <p:nvPr/>
        </p:nvSpPr>
        <p:spPr bwMode="auto">
          <a:xfrm>
            <a:off x="566738" y="3935413"/>
            <a:ext cx="18796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3. Produisez</a:t>
            </a:r>
          </a:p>
        </p:txBody>
      </p:sp>
      <p:grpSp>
        <p:nvGrpSpPr>
          <p:cNvPr id="110598" name="Group 24"/>
          <p:cNvGrpSpPr>
            <a:grpSpLocks/>
          </p:cNvGrpSpPr>
          <p:nvPr/>
        </p:nvGrpSpPr>
        <p:grpSpPr bwMode="auto">
          <a:xfrm>
            <a:off x="2986088" y="1306513"/>
            <a:ext cx="446087" cy="534987"/>
            <a:chOff x="868" y="1439"/>
            <a:chExt cx="811" cy="972"/>
          </a:xfrm>
        </p:grpSpPr>
        <p:sp>
          <p:nvSpPr>
            <p:cNvPr id="110603" name="Freeform 25"/>
            <p:cNvSpPr>
              <a:spLocks/>
            </p:cNvSpPr>
            <p:nvPr/>
          </p:nvSpPr>
          <p:spPr bwMode="auto">
            <a:xfrm>
              <a:off x="1548" y="2014"/>
              <a:ext cx="123" cy="100"/>
            </a:xfrm>
            <a:custGeom>
              <a:avLst/>
              <a:gdLst>
                <a:gd name="T0" fmla="*/ 5 w 618"/>
                <a:gd name="T1" fmla="*/ 0 h 502"/>
                <a:gd name="T2" fmla="*/ 5 w 618"/>
                <a:gd name="T3" fmla="*/ 0 h 502"/>
                <a:gd name="T4" fmla="*/ 0 w 618"/>
                <a:gd name="T5" fmla="*/ 4 h 502"/>
                <a:gd name="T6" fmla="*/ 0 w 618"/>
                <a:gd name="T7" fmla="*/ 4 h 502"/>
                <a:gd name="T8" fmla="*/ 5 w 618"/>
                <a:gd name="T9" fmla="*/ 0 h 502"/>
                <a:gd name="T10" fmla="*/ 5 w 618"/>
                <a:gd name="T11" fmla="*/ 0 h 502"/>
                <a:gd name="T12" fmla="*/ 5 w 618"/>
                <a:gd name="T13" fmla="*/ 0 h 502"/>
                <a:gd name="T14" fmla="*/ 5 w 618"/>
                <a:gd name="T15" fmla="*/ 0 h 502"/>
                <a:gd name="T16" fmla="*/ 5 w 618"/>
                <a:gd name="T17" fmla="*/ 0 h 502"/>
                <a:gd name="T18" fmla="*/ 5 w 618"/>
                <a:gd name="T19" fmla="*/ 0 h 502"/>
                <a:gd name="T20" fmla="*/ 5 w 618"/>
                <a:gd name="T21" fmla="*/ 0 h 502"/>
                <a:gd name="T22" fmla="*/ 5 w 618"/>
                <a:gd name="T23" fmla="*/ 0 h 502"/>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618"/>
                <a:gd name="T37" fmla="*/ 0 h 502"/>
                <a:gd name="T38" fmla="*/ 618 w 618"/>
                <a:gd name="T39" fmla="*/ 502 h 502"/>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618" h="502">
                  <a:moveTo>
                    <a:pt x="611" y="0"/>
                  </a:moveTo>
                  <a:lnTo>
                    <a:pt x="606" y="2"/>
                  </a:lnTo>
                  <a:lnTo>
                    <a:pt x="0" y="490"/>
                  </a:lnTo>
                  <a:lnTo>
                    <a:pt x="10" y="502"/>
                  </a:lnTo>
                  <a:lnTo>
                    <a:pt x="616" y="14"/>
                  </a:lnTo>
                  <a:lnTo>
                    <a:pt x="611" y="16"/>
                  </a:lnTo>
                  <a:lnTo>
                    <a:pt x="616" y="14"/>
                  </a:lnTo>
                  <a:lnTo>
                    <a:pt x="618" y="9"/>
                  </a:lnTo>
                  <a:lnTo>
                    <a:pt x="617" y="3"/>
                  </a:lnTo>
                  <a:lnTo>
                    <a:pt x="612" y="1"/>
                  </a:lnTo>
                  <a:lnTo>
                    <a:pt x="606" y="2"/>
                  </a:lnTo>
                  <a:lnTo>
                    <a:pt x="611"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0604" name="Freeform 26"/>
            <p:cNvSpPr>
              <a:spLocks/>
            </p:cNvSpPr>
            <p:nvPr/>
          </p:nvSpPr>
          <p:spPr bwMode="auto">
            <a:xfrm>
              <a:off x="876" y="1852"/>
              <a:ext cx="82" cy="373"/>
            </a:xfrm>
            <a:custGeom>
              <a:avLst/>
              <a:gdLst>
                <a:gd name="T0" fmla="*/ 3 w 413"/>
                <a:gd name="T1" fmla="*/ 15 h 1865"/>
                <a:gd name="T2" fmla="*/ 3 w 413"/>
                <a:gd name="T3" fmla="*/ 15 h 1865"/>
                <a:gd name="T4" fmla="*/ 0 w 413"/>
                <a:gd name="T5" fmla="*/ 0 h 1865"/>
                <a:gd name="T6" fmla="*/ 0 w 413"/>
                <a:gd name="T7" fmla="*/ 0 h 1865"/>
                <a:gd name="T8" fmla="*/ 3 w 413"/>
                <a:gd name="T9" fmla="*/ 15 h 1865"/>
                <a:gd name="T10" fmla="*/ 3 w 413"/>
                <a:gd name="T11" fmla="*/ 15 h 1865"/>
                <a:gd name="T12" fmla="*/ 3 w 413"/>
                <a:gd name="T13" fmla="*/ 15 h 1865"/>
                <a:gd name="T14" fmla="*/ 3 w 413"/>
                <a:gd name="T15" fmla="*/ 15 h 1865"/>
                <a:gd name="T16" fmla="*/ 3 w 413"/>
                <a:gd name="T17" fmla="*/ 15 h 1865"/>
                <a:gd name="T18" fmla="*/ 3 w 413"/>
                <a:gd name="T19" fmla="*/ 15 h 1865"/>
                <a:gd name="T20" fmla="*/ 3 w 413"/>
                <a:gd name="T21" fmla="*/ 15 h 1865"/>
                <a:gd name="T22" fmla="*/ 3 w 413"/>
                <a:gd name="T23" fmla="*/ 15 h 186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413"/>
                <a:gd name="T37" fmla="*/ 0 h 1865"/>
                <a:gd name="T38" fmla="*/ 413 w 413"/>
                <a:gd name="T39" fmla="*/ 1865 h 1865"/>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413" h="1865">
                  <a:moveTo>
                    <a:pt x="400" y="1864"/>
                  </a:moveTo>
                  <a:lnTo>
                    <a:pt x="413" y="1856"/>
                  </a:lnTo>
                  <a:lnTo>
                    <a:pt x="17" y="0"/>
                  </a:lnTo>
                  <a:lnTo>
                    <a:pt x="0" y="2"/>
                  </a:lnTo>
                  <a:lnTo>
                    <a:pt x="396" y="1858"/>
                  </a:lnTo>
                  <a:lnTo>
                    <a:pt x="409" y="1850"/>
                  </a:lnTo>
                  <a:lnTo>
                    <a:pt x="396" y="1858"/>
                  </a:lnTo>
                  <a:lnTo>
                    <a:pt x="400" y="1864"/>
                  </a:lnTo>
                  <a:lnTo>
                    <a:pt x="406" y="1865"/>
                  </a:lnTo>
                  <a:lnTo>
                    <a:pt x="410" y="1862"/>
                  </a:lnTo>
                  <a:lnTo>
                    <a:pt x="413" y="1856"/>
                  </a:lnTo>
                  <a:lnTo>
                    <a:pt x="400" y="186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0605" name="Freeform 27"/>
            <p:cNvSpPr>
              <a:spLocks/>
            </p:cNvSpPr>
            <p:nvPr/>
          </p:nvSpPr>
          <p:spPr bwMode="auto">
            <a:xfrm>
              <a:off x="1282" y="1533"/>
              <a:ext cx="35" cy="161"/>
            </a:xfrm>
            <a:custGeom>
              <a:avLst/>
              <a:gdLst>
                <a:gd name="T0" fmla="*/ 1 w 175"/>
                <a:gd name="T1" fmla="*/ 6 h 807"/>
                <a:gd name="T2" fmla="*/ 1 w 175"/>
                <a:gd name="T3" fmla="*/ 6 h 807"/>
                <a:gd name="T4" fmla="*/ 1 w 175"/>
                <a:gd name="T5" fmla="*/ 6 h 807"/>
                <a:gd name="T6" fmla="*/ 1 w 175"/>
                <a:gd name="T7" fmla="*/ 5 h 807"/>
                <a:gd name="T8" fmla="*/ 1 w 175"/>
                <a:gd name="T9" fmla="*/ 5 h 807"/>
                <a:gd name="T10" fmla="*/ 1 w 175"/>
                <a:gd name="T11" fmla="*/ 5 h 807"/>
                <a:gd name="T12" fmla="*/ 1 w 175"/>
                <a:gd name="T13" fmla="*/ 4 h 807"/>
                <a:gd name="T14" fmla="*/ 1 w 175"/>
                <a:gd name="T15" fmla="*/ 4 h 807"/>
                <a:gd name="T16" fmla="*/ 1 w 175"/>
                <a:gd name="T17" fmla="*/ 3 h 807"/>
                <a:gd name="T18" fmla="*/ 1 w 175"/>
                <a:gd name="T19" fmla="*/ 3 h 807"/>
                <a:gd name="T20" fmla="*/ 1 w 175"/>
                <a:gd name="T21" fmla="*/ 3 h 807"/>
                <a:gd name="T22" fmla="*/ 1 w 175"/>
                <a:gd name="T23" fmla="*/ 2 h 807"/>
                <a:gd name="T24" fmla="*/ 1 w 175"/>
                <a:gd name="T25" fmla="*/ 2 h 807"/>
                <a:gd name="T26" fmla="*/ 1 w 175"/>
                <a:gd name="T27" fmla="*/ 2 h 807"/>
                <a:gd name="T28" fmla="*/ 1 w 175"/>
                <a:gd name="T29" fmla="*/ 1 h 807"/>
                <a:gd name="T30" fmla="*/ 1 w 175"/>
                <a:gd name="T31" fmla="*/ 1 h 807"/>
                <a:gd name="T32" fmla="*/ 1 w 175"/>
                <a:gd name="T33" fmla="*/ 1 h 807"/>
                <a:gd name="T34" fmla="*/ 1 w 175"/>
                <a:gd name="T35" fmla="*/ 0 h 807"/>
                <a:gd name="T36" fmla="*/ 1 w 175"/>
                <a:gd name="T37" fmla="*/ 0 h 807"/>
                <a:gd name="T38" fmla="*/ 1 w 175"/>
                <a:gd name="T39" fmla="*/ 0 h 807"/>
                <a:gd name="T40" fmla="*/ 0 w 175"/>
                <a:gd name="T41" fmla="*/ 1 h 807"/>
                <a:gd name="T42" fmla="*/ 0 w 175"/>
                <a:gd name="T43" fmla="*/ 1 h 807"/>
                <a:gd name="T44" fmla="*/ 0 w 175"/>
                <a:gd name="T45" fmla="*/ 1 h 807"/>
                <a:gd name="T46" fmla="*/ 0 w 175"/>
                <a:gd name="T47" fmla="*/ 2 h 807"/>
                <a:gd name="T48" fmla="*/ 0 w 175"/>
                <a:gd name="T49" fmla="*/ 2 h 807"/>
                <a:gd name="T50" fmla="*/ 0 w 175"/>
                <a:gd name="T51" fmla="*/ 3 h 807"/>
                <a:gd name="T52" fmla="*/ 0 w 175"/>
                <a:gd name="T53" fmla="*/ 3 h 807"/>
                <a:gd name="T54" fmla="*/ 0 w 175"/>
                <a:gd name="T55" fmla="*/ 3 h 807"/>
                <a:gd name="T56" fmla="*/ 0 w 175"/>
                <a:gd name="T57" fmla="*/ 4 h 807"/>
                <a:gd name="T58" fmla="*/ 0 w 175"/>
                <a:gd name="T59" fmla="*/ 4 h 807"/>
                <a:gd name="T60" fmla="*/ 0 w 175"/>
                <a:gd name="T61" fmla="*/ 5 h 807"/>
                <a:gd name="T62" fmla="*/ 0 w 175"/>
                <a:gd name="T63" fmla="*/ 5 h 807"/>
                <a:gd name="T64" fmla="*/ 0 w 175"/>
                <a:gd name="T65" fmla="*/ 5 h 807"/>
                <a:gd name="T66" fmla="*/ 1 w 175"/>
                <a:gd name="T67" fmla="*/ 6 h 807"/>
                <a:gd name="T68" fmla="*/ 1 w 175"/>
                <a:gd name="T69" fmla="*/ 6 h 807"/>
                <a:gd name="T70" fmla="*/ 1 w 175"/>
                <a:gd name="T71" fmla="*/ 6 h 807"/>
                <a:gd name="T72" fmla="*/ 1 w 175"/>
                <a:gd name="T73" fmla="*/ 6 h 807"/>
                <a:gd name="T74" fmla="*/ 1 w 175"/>
                <a:gd name="T75" fmla="*/ 6 h 807"/>
                <a:gd name="T76" fmla="*/ 1 w 175"/>
                <a:gd name="T77" fmla="*/ 6 h 807"/>
                <a:gd name="T78" fmla="*/ 1 w 175"/>
                <a:gd name="T79" fmla="*/ 6 h 807"/>
                <a:gd name="T80" fmla="*/ 1 w 175"/>
                <a:gd name="T81" fmla="*/ 6 h 807"/>
                <a:gd name="T82" fmla="*/ 1 w 175"/>
                <a:gd name="T83" fmla="*/ 6 h 807"/>
                <a:gd name="T84" fmla="*/ 1 w 175"/>
                <a:gd name="T85" fmla="*/ 6 h 807"/>
                <a:gd name="T86" fmla="*/ 1 w 175"/>
                <a:gd name="T87" fmla="*/ 6 h 807"/>
                <a:gd name="T88" fmla="*/ 1 w 175"/>
                <a:gd name="T89" fmla="*/ 6 h 807"/>
                <a:gd name="T90" fmla="*/ 1 w 175"/>
                <a:gd name="T91" fmla="*/ 6 h 80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175"/>
                <a:gd name="T139" fmla="*/ 0 h 807"/>
                <a:gd name="T140" fmla="*/ 175 w 175"/>
                <a:gd name="T141" fmla="*/ 807 h 80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175" h="807">
                  <a:moveTo>
                    <a:pt x="169" y="740"/>
                  </a:moveTo>
                  <a:lnTo>
                    <a:pt x="169" y="739"/>
                  </a:lnTo>
                  <a:lnTo>
                    <a:pt x="149" y="698"/>
                  </a:lnTo>
                  <a:lnTo>
                    <a:pt x="133" y="656"/>
                  </a:lnTo>
                  <a:lnTo>
                    <a:pt x="120" y="611"/>
                  </a:lnTo>
                  <a:lnTo>
                    <a:pt x="108" y="565"/>
                  </a:lnTo>
                  <a:lnTo>
                    <a:pt x="100" y="520"/>
                  </a:lnTo>
                  <a:lnTo>
                    <a:pt x="96" y="472"/>
                  </a:lnTo>
                  <a:lnTo>
                    <a:pt x="93" y="425"/>
                  </a:lnTo>
                  <a:lnTo>
                    <a:pt x="93" y="377"/>
                  </a:lnTo>
                  <a:lnTo>
                    <a:pt x="96" y="330"/>
                  </a:lnTo>
                  <a:lnTo>
                    <a:pt x="100" y="283"/>
                  </a:lnTo>
                  <a:lnTo>
                    <a:pt x="106" y="238"/>
                  </a:lnTo>
                  <a:lnTo>
                    <a:pt x="115" y="195"/>
                  </a:lnTo>
                  <a:lnTo>
                    <a:pt x="126" y="153"/>
                  </a:lnTo>
                  <a:lnTo>
                    <a:pt x="139" y="114"/>
                  </a:lnTo>
                  <a:lnTo>
                    <a:pt x="153" y="77"/>
                  </a:lnTo>
                  <a:lnTo>
                    <a:pt x="169" y="43"/>
                  </a:lnTo>
                  <a:lnTo>
                    <a:pt x="87" y="0"/>
                  </a:lnTo>
                  <a:lnTo>
                    <a:pt x="69" y="39"/>
                  </a:lnTo>
                  <a:lnTo>
                    <a:pt x="52" y="81"/>
                  </a:lnTo>
                  <a:lnTo>
                    <a:pt x="37" y="127"/>
                  </a:lnTo>
                  <a:lnTo>
                    <a:pt x="24" y="174"/>
                  </a:lnTo>
                  <a:lnTo>
                    <a:pt x="15" y="222"/>
                  </a:lnTo>
                  <a:lnTo>
                    <a:pt x="7" y="271"/>
                  </a:lnTo>
                  <a:lnTo>
                    <a:pt x="2" y="323"/>
                  </a:lnTo>
                  <a:lnTo>
                    <a:pt x="0" y="374"/>
                  </a:lnTo>
                  <a:lnTo>
                    <a:pt x="0" y="427"/>
                  </a:lnTo>
                  <a:lnTo>
                    <a:pt x="2" y="479"/>
                  </a:lnTo>
                  <a:lnTo>
                    <a:pt x="9" y="531"/>
                  </a:lnTo>
                  <a:lnTo>
                    <a:pt x="17" y="584"/>
                  </a:lnTo>
                  <a:lnTo>
                    <a:pt x="29" y="635"/>
                  </a:lnTo>
                  <a:lnTo>
                    <a:pt x="44" y="686"/>
                  </a:lnTo>
                  <a:lnTo>
                    <a:pt x="65" y="736"/>
                  </a:lnTo>
                  <a:lnTo>
                    <a:pt x="87" y="784"/>
                  </a:lnTo>
                  <a:lnTo>
                    <a:pt x="87" y="782"/>
                  </a:lnTo>
                  <a:lnTo>
                    <a:pt x="87" y="784"/>
                  </a:lnTo>
                  <a:lnTo>
                    <a:pt x="100" y="799"/>
                  </a:lnTo>
                  <a:lnTo>
                    <a:pt x="117" y="807"/>
                  </a:lnTo>
                  <a:lnTo>
                    <a:pt x="134" y="807"/>
                  </a:lnTo>
                  <a:lnTo>
                    <a:pt x="151" y="801"/>
                  </a:lnTo>
                  <a:lnTo>
                    <a:pt x="164" y="791"/>
                  </a:lnTo>
                  <a:lnTo>
                    <a:pt x="173" y="777"/>
                  </a:lnTo>
                  <a:lnTo>
                    <a:pt x="175" y="759"/>
                  </a:lnTo>
                  <a:lnTo>
                    <a:pt x="169" y="739"/>
                  </a:lnTo>
                  <a:lnTo>
                    <a:pt x="169" y="74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0606" name="Freeform 28"/>
            <p:cNvSpPr>
              <a:spLocks/>
            </p:cNvSpPr>
            <p:nvPr/>
          </p:nvSpPr>
          <p:spPr bwMode="auto">
            <a:xfrm>
              <a:off x="1299" y="1681"/>
              <a:ext cx="157" cy="281"/>
            </a:xfrm>
            <a:custGeom>
              <a:avLst/>
              <a:gdLst>
                <a:gd name="T0" fmla="*/ 6 w 787"/>
                <a:gd name="T1" fmla="*/ 11 h 1404"/>
                <a:gd name="T2" fmla="*/ 6 w 787"/>
                <a:gd name="T3" fmla="*/ 11 h 1404"/>
                <a:gd name="T4" fmla="*/ 1 w 787"/>
                <a:gd name="T5" fmla="*/ 0 h 1404"/>
                <a:gd name="T6" fmla="*/ 0 w 787"/>
                <a:gd name="T7" fmla="*/ 0 h 1404"/>
                <a:gd name="T8" fmla="*/ 6 w 787"/>
                <a:gd name="T9" fmla="*/ 11 h 1404"/>
                <a:gd name="T10" fmla="*/ 6 w 787"/>
                <a:gd name="T11" fmla="*/ 11 h 1404"/>
                <a:gd name="T12" fmla="*/ 6 w 787"/>
                <a:gd name="T13" fmla="*/ 11 h 1404"/>
                <a:gd name="T14" fmla="*/ 6 w 787"/>
                <a:gd name="T15" fmla="*/ 11 h 1404"/>
                <a:gd name="T16" fmla="*/ 6 w 787"/>
                <a:gd name="T17" fmla="*/ 11 h 1404"/>
                <a:gd name="T18" fmla="*/ 6 w 787"/>
                <a:gd name="T19" fmla="*/ 11 h 1404"/>
                <a:gd name="T20" fmla="*/ 6 w 787"/>
                <a:gd name="T21" fmla="*/ 11 h 1404"/>
                <a:gd name="T22" fmla="*/ 6 w 787"/>
                <a:gd name="T23" fmla="*/ 11 h 1404"/>
                <a:gd name="T24" fmla="*/ 6 w 787"/>
                <a:gd name="T25" fmla="*/ 11 h 1404"/>
                <a:gd name="T26" fmla="*/ 6 w 787"/>
                <a:gd name="T27" fmla="*/ 11 h 1404"/>
                <a:gd name="T28" fmla="*/ 6 w 787"/>
                <a:gd name="T29" fmla="*/ 11 h 1404"/>
                <a:gd name="T30" fmla="*/ 6 w 787"/>
                <a:gd name="T31" fmla="*/ 11 h 1404"/>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787"/>
                <a:gd name="T49" fmla="*/ 0 h 1404"/>
                <a:gd name="T50" fmla="*/ 787 w 787"/>
                <a:gd name="T51" fmla="*/ 1404 h 1404"/>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787" h="1404">
                  <a:moveTo>
                    <a:pt x="781" y="1334"/>
                  </a:moveTo>
                  <a:lnTo>
                    <a:pt x="781" y="1337"/>
                  </a:lnTo>
                  <a:lnTo>
                    <a:pt x="82" y="0"/>
                  </a:lnTo>
                  <a:lnTo>
                    <a:pt x="0" y="42"/>
                  </a:lnTo>
                  <a:lnTo>
                    <a:pt x="699" y="1379"/>
                  </a:lnTo>
                  <a:lnTo>
                    <a:pt x="699" y="1381"/>
                  </a:lnTo>
                  <a:lnTo>
                    <a:pt x="699" y="1379"/>
                  </a:lnTo>
                  <a:lnTo>
                    <a:pt x="712" y="1395"/>
                  </a:lnTo>
                  <a:lnTo>
                    <a:pt x="727" y="1402"/>
                  </a:lnTo>
                  <a:lnTo>
                    <a:pt x="744" y="1404"/>
                  </a:lnTo>
                  <a:lnTo>
                    <a:pt x="761" y="1398"/>
                  </a:lnTo>
                  <a:lnTo>
                    <a:pt x="775" y="1388"/>
                  </a:lnTo>
                  <a:lnTo>
                    <a:pt x="784" y="1373"/>
                  </a:lnTo>
                  <a:lnTo>
                    <a:pt x="787" y="1357"/>
                  </a:lnTo>
                  <a:lnTo>
                    <a:pt x="781" y="1337"/>
                  </a:lnTo>
                  <a:lnTo>
                    <a:pt x="781" y="13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0607" name="Freeform 29"/>
            <p:cNvSpPr>
              <a:spLocks/>
            </p:cNvSpPr>
            <p:nvPr/>
          </p:nvSpPr>
          <p:spPr bwMode="auto">
            <a:xfrm>
              <a:off x="1439" y="1948"/>
              <a:ext cx="125" cy="76"/>
            </a:xfrm>
            <a:custGeom>
              <a:avLst/>
              <a:gdLst>
                <a:gd name="T0" fmla="*/ 5 w 628"/>
                <a:gd name="T1" fmla="*/ 2 h 383"/>
                <a:gd name="T2" fmla="*/ 5 w 628"/>
                <a:gd name="T3" fmla="*/ 2 h 383"/>
                <a:gd name="T4" fmla="*/ 4 w 628"/>
                <a:gd name="T5" fmla="*/ 2 h 383"/>
                <a:gd name="T6" fmla="*/ 4 w 628"/>
                <a:gd name="T7" fmla="*/ 2 h 383"/>
                <a:gd name="T8" fmla="*/ 4 w 628"/>
                <a:gd name="T9" fmla="*/ 2 h 383"/>
                <a:gd name="T10" fmla="*/ 3 w 628"/>
                <a:gd name="T11" fmla="*/ 2 h 383"/>
                <a:gd name="T12" fmla="*/ 3 w 628"/>
                <a:gd name="T13" fmla="*/ 2 h 383"/>
                <a:gd name="T14" fmla="*/ 3 w 628"/>
                <a:gd name="T15" fmla="*/ 2 h 383"/>
                <a:gd name="T16" fmla="*/ 3 w 628"/>
                <a:gd name="T17" fmla="*/ 2 h 383"/>
                <a:gd name="T18" fmla="*/ 2 w 628"/>
                <a:gd name="T19" fmla="*/ 2 h 383"/>
                <a:gd name="T20" fmla="*/ 2 w 628"/>
                <a:gd name="T21" fmla="*/ 2 h 383"/>
                <a:gd name="T22" fmla="*/ 2 w 628"/>
                <a:gd name="T23" fmla="*/ 1 h 383"/>
                <a:gd name="T24" fmla="*/ 2 w 628"/>
                <a:gd name="T25" fmla="*/ 1 h 383"/>
                <a:gd name="T26" fmla="*/ 1 w 628"/>
                <a:gd name="T27" fmla="*/ 1 h 383"/>
                <a:gd name="T28" fmla="*/ 1 w 628"/>
                <a:gd name="T29" fmla="*/ 1 h 383"/>
                <a:gd name="T30" fmla="*/ 1 w 628"/>
                <a:gd name="T31" fmla="*/ 1 h 383"/>
                <a:gd name="T32" fmla="*/ 1 w 628"/>
                <a:gd name="T33" fmla="*/ 0 h 383"/>
                <a:gd name="T34" fmla="*/ 1 w 628"/>
                <a:gd name="T35" fmla="*/ 0 h 383"/>
                <a:gd name="T36" fmla="*/ 0 w 628"/>
                <a:gd name="T37" fmla="*/ 0 h 383"/>
                <a:gd name="T38" fmla="*/ 0 w 628"/>
                <a:gd name="T39" fmla="*/ 1 h 383"/>
                <a:gd name="T40" fmla="*/ 0 w 628"/>
                <a:gd name="T41" fmla="*/ 1 h 383"/>
                <a:gd name="T42" fmla="*/ 1 w 628"/>
                <a:gd name="T43" fmla="*/ 1 h 383"/>
                <a:gd name="T44" fmla="*/ 1 w 628"/>
                <a:gd name="T45" fmla="*/ 1 h 383"/>
                <a:gd name="T46" fmla="*/ 1 w 628"/>
                <a:gd name="T47" fmla="*/ 2 h 383"/>
                <a:gd name="T48" fmla="*/ 1 w 628"/>
                <a:gd name="T49" fmla="*/ 2 h 383"/>
                <a:gd name="T50" fmla="*/ 2 w 628"/>
                <a:gd name="T51" fmla="*/ 2 h 383"/>
                <a:gd name="T52" fmla="*/ 2 w 628"/>
                <a:gd name="T53" fmla="*/ 2 h 383"/>
                <a:gd name="T54" fmla="*/ 2 w 628"/>
                <a:gd name="T55" fmla="*/ 2 h 383"/>
                <a:gd name="T56" fmla="*/ 3 w 628"/>
                <a:gd name="T57" fmla="*/ 3 h 383"/>
                <a:gd name="T58" fmla="*/ 3 w 628"/>
                <a:gd name="T59" fmla="*/ 3 h 383"/>
                <a:gd name="T60" fmla="*/ 3 w 628"/>
                <a:gd name="T61" fmla="*/ 3 h 383"/>
                <a:gd name="T62" fmla="*/ 4 w 628"/>
                <a:gd name="T63" fmla="*/ 3 h 383"/>
                <a:gd name="T64" fmla="*/ 4 w 628"/>
                <a:gd name="T65" fmla="*/ 3 h 383"/>
                <a:gd name="T66" fmla="*/ 4 w 628"/>
                <a:gd name="T67" fmla="*/ 3 h 383"/>
                <a:gd name="T68" fmla="*/ 5 w 628"/>
                <a:gd name="T69" fmla="*/ 3 h 383"/>
                <a:gd name="T70" fmla="*/ 5 w 628"/>
                <a:gd name="T71" fmla="*/ 3 h 383"/>
                <a:gd name="T72" fmla="*/ 5 w 628"/>
                <a:gd name="T73" fmla="*/ 3 h 383"/>
                <a:gd name="T74" fmla="*/ 5 w 628"/>
                <a:gd name="T75" fmla="*/ 3 h 383"/>
                <a:gd name="T76" fmla="*/ 5 w 628"/>
                <a:gd name="T77" fmla="*/ 3 h 383"/>
                <a:gd name="T78" fmla="*/ 5 w 628"/>
                <a:gd name="T79" fmla="*/ 3 h 383"/>
                <a:gd name="T80" fmla="*/ 5 w 628"/>
                <a:gd name="T81" fmla="*/ 3 h 383"/>
                <a:gd name="T82" fmla="*/ 5 w 628"/>
                <a:gd name="T83" fmla="*/ 3 h 383"/>
                <a:gd name="T84" fmla="*/ 5 w 628"/>
                <a:gd name="T85" fmla="*/ 2 h 383"/>
                <a:gd name="T86" fmla="*/ 5 w 628"/>
                <a:gd name="T87" fmla="*/ 2 h 383"/>
                <a:gd name="T88" fmla="*/ 5 w 628"/>
                <a:gd name="T89" fmla="*/ 2 h 383"/>
                <a:gd name="T90" fmla="*/ 5 w 628"/>
                <a:gd name="T91" fmla="*/ 2 h 38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628"/>
                <a:gd name="T139" fmla="*/ 0 h 383"/>
                <a:gd name="T140" fmla="*/ 628 w 628"/>
                <a:gd name="T141" fmla="*/ 383 h 38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628" h="383">
                  <a:moveTo>
                    <a:pt x="581" y="289"/>
                  </a:moveTo>
                  <a:lnTo>
                    <a:pt x="582" y="289"/>
                  </a:lnTo>
                  <a:lnTo>
                    <a:pt x="541" y="287"/>
                  </a:lnTo>
                  <a:lnTo>
                    <a:pt x="500" y="283"/>
                  </a:lnTo>
                  <a:lnTo>
                    <a:pt x="462" y="276"/>
                  </a:lnTo>
                  <a:lnTo>
                    <a:pt x="424" y="268"/>
                  </a:lnTo>
                  <a:lnTo>
                    <a:pt x="389" y="255"/>
                  </a:lnTo>
                  <a:lnTo>
                    <a:pt x="352" y="242"/>
                  </a:lnTo>
                  <a:lnTo>
                    <a:pt x="320" y="227"/>
                  </a:lnTo>
                  <a:lnTo>
                    <a:pt x="287" y="209"/>
                  </a:lnTo>
                  <a:lnTo>
                    <a:pt x="255" y="189"/>
                  </a:lnTo>
                  <a:lnTo>
                    <a:pt x="226" y="168"/>
                  </a:lnTo>
                  <a:lnTo>
                    <a:pt x="198" y="145"/>
                  </a:lnTo>
                  <a:lnTo>
                    <a:pt x="172" y="119"/>
                  </a:lnTo>
                  <a:lnTo>
                    <a:pt x="146" y="92"/>
                  </a:lnTo>
                  <a:lnTo>
                    <a:pt x="122" y="64"/>
                  </a:lnTo>
                  <a:lnTo>
                    <a:pt x="100" y="33"/>
                  </a:lnTo>
                  <a:lnTo>
                    <a:pt x="82" y="0"/>
                  </a:lnTo>
                  <a:lnTo>
                    <a:pt x="0" y="47"/>
                  </a:lnTo>
                  <a:lnTo>
                    <a:pt x="23" y="85"/>
                  </a:lnTo>
                  <a:lnTo>
                    <a:pt x="49" y="120"/>
                  </a:lnTo>
                  <a:lnTo>
                    <a:pt x="76" y="153"/>
                  </a:lnTo>
                  <a:lnTo>
                    <a:pt x="104" y="185"/>
                  </a:lnTo>
                  <a:lnTo>
                    <a:pt x="137" y="215"/>
                  </a:lnTo>
                  <a:lnTo>
                    <a:pt x="170" y="241"/>
                  </a:lnTo>
                  <a:lnTo>
                    <a:pt x="204" y="267"/>
                  </a:lnTo>
                  <a:lnTo>
                    <a:pt x="240" y="289"/>
                  </a:lnTo>
                  <a:lnTo>
                    <a:pt x="277" y="309"/>
                  </a:lnTo>
                  <a:lnTo>
                    <a:pt x="317" y="329"/>
                  </a:lnTo>
                  <a:lnTo>
                    <a:pt x="358" y="344"/>
                  </a:lnTo>
                  <a:lnTo>
                    <a:pt x="400" y="357"/>
                  </a:lnTo>
                  <a:lnTo>
                    <a:pt x="444" y="367"/>
                  </a:lnTo>
                  <a:lnTo>
                    <a:pt x="488" y="374"/>
                  </a:lnTo>
                  <a:lnTo>
                    <a:pt x="534" y="380"/>
                  </a:lnTo>
                  <a:lnTo>
                    <a:pt x="580" y="383"/>
                  </a:lnTo>
                  <a:lnTo>
                    <a:pt x="581" y="383"/>
                  </a:lnTo>
                  <a:lnTo>
                    <a:pt x="580" y="383"/>
                  </a:lnTo>
                  <a:lnTo>
                    <a:pt x="600" y="379"/>
                  </a:lnTo>
                  <a:lnTo>
                    <a:pt x="615" y="369"/>
                  </a:lnTo>
                  <a:lnTo>
                    <a:pt x="624" y="353"/>
                  </a:lnTo>
                  <a:lnTo>
                    <a:pt x="628" y="337"/>
                  </a:lnTo>
                  <a:lnTo>
                    <a:pt x="625" y="319"/>
                  </a:lnTo>
                  <a:lnTo>
                    <a:pt x="617" y="304"/>
                  </a:lnTo>
                  <a:lnTo>
                    <a:pt x="602" y="294"/>
                  </a:lnTo>
                  <a:lnTo>
                    <a:pt x="582" y="289"/>
                  </a:lnTo>
                  <a:lnTo>
                    <a:pt x="581" y="28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0608" name="Freeform 30"/>
            <p:cNvSpPr>
              <a:spLocks/>
            </p:cNvSpPr>
            <p:nvPr/>
          </p:nvSpPr>
          <p:spPr bwMode="auto">
            <a:xfrm>
              <a:off x="1587" y="1880"/>
              <a:ext cx="85" cy="49"/>
            </a:xfrm>
            <a:custGeom>
              <a:avLst/>
              <a:gdLst>
                <a:gd name="T0" fmla="*/ 3 w 426"/>
                <a:gd name="T1" fmla="*/ 0 h 245"/>
                <a:gd name="T2" fmla="*/ 3 w 426"/>
                <a:gd name="T3" fmla="*/ 0 h 245"/>
                <a:gd name="T4" fmla="*/ 3 w 426"/>
                <a:gd name="T5" fmla="*/ 0 h 245"/>
                <a:gd name="T6" fmla="*/ 3 w 426"/>
                <a:gd name="T7" fmla="*/ 0 h 245"/>
                <a:gd name="T8" fmla="*/ 2 w 426"/>
                <a:gd name="T9" fmla="*/ 0 h 245"/>
                <a:gd name="T10" fmla="*/ 2 w 426"/>
                <a:gd name="T11" fmla="*/ 0 h 245"/>
                <a:gd name="T12" fmla="*/ 2 w 426"/>
                <a:gd name="T13" fmla="*/ 0 h 245"/>
                <a:gd name="T14" fmla="*/ 2 w 426"/>
                <a:gd name="T15" fmla="*/ 0 h 245"/>
                <a:gd name="T16" fmla="*/ 1 w 426"/>
                <a:gd name="T17" fmla="*/ 0 h 245"/>
                <a:gd name="T18" fmla="*/ 1 w 426"/>
                <a:gd name="T19" fmla="*/ 1 h 245"/>
                <a:gd name="T20" fmla="*/ 1 w 426"/>
                <a:gd name="T21" fmla="*/ 1 h 245"/>
                <a:gd name="T22" fmla="*/ 1 w 426"/>
                <a:gd name="T23" fmla="*/ 1 h 245"/>
                <a:gd name="T24" fmla="*/ 0 w 426"/>
                <a:gd name="T25" fmla="*/ 1 h 245"/>
                <a:gd name="T26" fmla="*/ 0 w 426"/>
                <a:gd name="T27" fmla="*/ 1 h 245"/>
                <a:gd name="T28" fmla="*/ 0 w 426"/>
                <a:gd name="T29" fmla="*/ 1 h 245"/>
                <a:gd name="T30" fmla="*/ 0 w 426"/>
                <a:gd name="T31" fmla="*/ 2 h 245"/>
                <a:gd name="T32" fmla="*/ 0 w 426"/>
                <a:gd name="T33" fmla="*/ 2 h 245"/>
                <a:gd name="T34" fmla="*/ 0 w 426"/>
                <a:gd name="T35" fmla="*/ 2 h 245"/>
                <a:gd name="T36" fmla="*/ 0 w 426"/>
                <a:gd name="T37" fmla="*/ 2 h 245"/>
                <a:gd name="T38" fmla="*/ 0 w 426"/>
                <a:gd name="T39" fmla="*/ 2 h 245"/>
                <a:gd name="T40" fmla="*/ 0 w 426"/>
                <a:gd name="T41" fmla="*/ 2 h 245"/>
                <a:gd name="T42" fmla="*/ 0 w 426"/>
                <a:gd name="T43" fmla="*/ 1 h 245"/>
                <a:gd name="T44" fmla="*/ 0 w 426"/>
                <a:gd name="T45" fmla="*/ 1 h 245"/>
                <a:gd name="T46" fmla="*/ 0 w 426"/>
                <a:gd name="T47" fmla="*/ 1 h 245"/>
                <a:gd name="T48" fmla="*/ 1 w 426"/>
                <a:gd name="T49" fmla="*/ 1 h 245"/>
                <a:gd name="T50" fmla="*/ 1 w 426"/>
                <a:gd name="T51" fmla="*/ 1 h 245"/>
                <a:gd name="T52" fmla="*/ 1 w 426"/>
                <a:gd name="T53" fmla="*/ 1 h 245"/>
                <a:gd name="T54" fmla="*/ 1 w 426"/>
                <a:gd name="T55" fmla="*/ 1 h 245"/>
                <a:gd name="T56" fmla="*/ 2 w 426"/>
                <a:gd name="T57" fmla="*/ 0 h 245"/>
                <a:gd name="T58" fmla="*/ 2 w 426"/>
                <a:gd name="T59" fmla="*/ 0 h 245"/>
                <a:gd name="T60" fmla="*/ 2 w 426"/>
                <a:gd name="T61" fmla="*/ 0 h 245"/>
                <a:gd name="T62" fmla="*/ 2 w 426"/>
                <a:gd name="T63" fmla="*/ 0 h 245"/>
                <a:gd name="T64" fmla="*/ 3 w 426"/>
                <a:gd name="T65" fmla="*/ 0 h 245"/>
                <a:gd name="T66" fmla="*/ 3 w 426"/>
                <a:gd name="T67" fmla="*/ 0 h 245"/>
                <a:gd name="T68" fmla="*/ 3 w 426"/>
                <a:gd name="T69" fmla="*/ 0 h 245"/>
                <a:gd name="T70" fmla="*/ 3 w 426"/>
                <a:gd name="T71" fmla="*/ 0 h 245"/>
                <a:gd name="T72" fmla="*/ 3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426" y="0"/>
                  </a:moveTo>
                  <a:lnTo>
                    <a:pt x="426" y="0"/>
                  </a:lnTo>
                  <a:lnTo>
                    <a:pt x="384" y="1"/>
                  </a:lnTo>
                  <a:lnTo>
                    <a:pt x="340" y="4"/>
                  </a:lnTo>
                  <a:lnTo>
                    <a:pt x="300" y="10"/>
                  </a:lnTo>
                  <a:lnTo>
                    <a:pt x="262" y="18"/>
                  </a:lnTo>
                  <a:lnTo>
                    <a:pt x="224" y="29"/>
                  </a:lnTo>
                  <a:lnTo>
                    <a:pt x="189" y="41"/>
                  </a:lnTo>
                  <a:lnTo>
                    <a:pt x="157" y="55"/>
                  </a:lnTo>
                  <a:lnTo>
                    <a:pt x="126" y="70"/>
                  </a:lnTo>
                  <a:lnTo>
                    <a:pt x="99" y="89"/>
                  </a:lnTo>
                  <a:lnTo>
                    <a:pt x="74" y="106"/>
                  </a:lnTo>
                  <a:lnTo>
                    <a:pt x="52" y="126"/>
                  </a:lnTo>
                  <a:lnTo>
                    <a:pt x="34" y="148"/>
                  </a:lnTo>
                  <a:lnTo>
                    <a:pt x="19" y="171"/>
                  </a:lnTo>
                  <a:lnTo>
                    <a:pt x="9" y="194"/>
                  </a:lnTo>
                  <a:lnTo>
                    <a:pt x="3" y="219"/>
                  </a:lnTo>
                  <a:lnTo>
                    <a:pt x="0" y="245"/>
                  </a:lnTo>
                  <a:lnTo>
                    <a:pt x="12" y="245"/>
                  </a:lnTo>
                  <a:lnTo>
                    <a:pt x="15" y="221"/>
                  </a:lnTo>
                  <a:lnTo>
                    <a:pt x="20" y="199"/>
                  </a:lnTo>
                  <a:lnTo>
                    <a:pt x="31" y="178"/>
                  </a:lnTo>
                  <a:lnTo>
                    <a:pt x="44" y="156"/>
                  </a:lnTo>
                  <a:lnTo>
                    <a:pt x="61" y="136"/>
                  </a:lnTo>
                  <a:lnTo>
                    <a:pt x="81" y="116"/>
                  </a:lnTo>
                  <a:lnTo>
                    <a:pt x="106" y="98"/>
                  </a:lnTo>
                  <a:lnTo>
                    <a:pt x="133" y="82"/>
                  </a:lnTo>
                  <a:lnTo>
                    <a:pt x="162" y="66"/>
                  </a:lnTo>
                  <a:lnTo>
                    <a:pt x="194" y="52"/>
                  </a:lnTo>
                  <a:lnTo>
                    <a:pt x="229" y="41"/>
                  </a:lnTo>
                  <a:lnTo>
                    <a:pt x="264" y="30"/>
                  </a:lnTo>
                  <a:lnTo>
                    <a:pt x="303" y="22"/>
                  </a:lnTo>
                  <a:lnTo>
                    <a:pt x="343" y="16"/>
                  </a:lnTo>
                  <a:lnTo>
                    <a:pt x="384" y="12"/>
                  </a:lnTo>
                  <a:lnTo>
                    <a:pt x="426" y="11"/>
                  </a:lnTo>
                  <a:lnTo>
                    <a:pt x="42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0609" name="Freeform 31"/>
            <p:cNvSpPr>
              <a:spLocks/>
            </p:cNvSpPr>
            <p:nvPr/>
          </p:nvSpPr>
          <p:spPr bwMode="auto">
            <a:xfrm>
              <a:off x="1587" y="1929"/>
              <a:ext cx="85" cy="49"/>
            </a:xfrm>
            <a:custGeom>
              <a:avLst/>
              <a:gdLst>
                <a:gd name="T0" fmla="*/ 0 w 426"/>
                <a:gd name="T1" fmla="*/ 0 h 245"/>
                <a:gd name="T2" fmla="*/ 0 w 426"/>
                <a:gd name="T3" fmla="*/ 0 h 245"/>
                <a:gd name="T4" fmla="*/ 0 w 426"/>
                <a:gd name="T5" fmla="*/ 0 h 245"/>
                <a:gd name="T6" fmla="*/ 0 w 426"/>
                <a:gd name="T7" fmla="*/ 0 h 245"/>
                <a:gd name="T8" fmla="*/ 0 w 426"/>
                <a:gd name="T9" fmla="*/ 1 h 245"/>
                <a:gd name="T10" fmla="*/ 0 w 426"/>
                <a:gd name="T11" fmla="*/ 1 h 245"/>
                <a:gd name="T12" fmla="*/ 0 w 426"/>
                <a:gd name="T13" fmla="*/ 1 h 245"/>
                <a:gd name="T14" fmla="*/ 1 w 426"/>
                <a:gd name="T15" fmla="*/ 1 h 245"/>
                <a:gd name="T16" fmla="*/ 1 w 426"/>
                <a:gd name="T17" fmla="*/ 1 h 245"/>
                <a:gd name="T18" fmla="*/ 1 w 426"/>
                <a:gd name="T19" fmla="*/ 1 h 245"/>
                <a:gd name="T20" fmla="*/ 1 w 426"/>
                <a:gd name="T21" fmla="*/ 2 h 245"/>
                <a:gd name="T22" fmla="*/ 2 w 426"/>
                <a:gd name="T23" fmla="*/ 2 h 245"/>
                <a:gd name="T24" fmla="*/ 2 w 426"/>
                <a:gd name="T25" fmla="*/ 2 h 245"/>
                <a:gd name="T26" fmla="*/ 2 w 426"/>
                <a:gd name="T27" fmla="*/ 2 h 245"/>
                <a:gd name="T28" fmla="*/ 2 w 426"/>
                <a:gd name="T29" fmla="*/ 2 h 245"/>
                <a:gd name="T30" fmla="*/ 3 w 426"/>
                <a:gd name="T31" fmla="*/ 2 h 245"/>
                <a:gd name="T32" fmla="*/ 3 w 426"/>
                <a:gd name="T33" fmla="*/ 2 h 245"/>
                <a:gd name="T34" fmla="*/ 3 w 426"/>
                <a:gd name="T35" fmla="*/ 2 h 245"/>
                <a:gd name="T36" fmla="*/ 3 w 426"/>
                <a:gd name="T37" fmla="*/ 2 h 245"/>
                <a:gd name="T38" fmla="*/ 3 w 426"/>
                <a:gd name="T39" fmla="*/ 2 h 245"/>
                <a:gd name="T40" fmla="*/ 3 w 426"/>
                <a:gd name="T41" fmla="*/ 2 h 245"/>
                <a:gd name="T42" fmla="*/ 2 w 426"/>
                <a:gd name="T43" fmla="*/ 2 h 245"/>
                <a:gd name="T44" fmla="*/ 2 w 426"/>
                <a:gd name="T45" fmla="*/ 2 h 245"/>
                <a:gd name="T46" fmla="*/ 2 w 426"/>
                <a:gd name="T47" fmla="*/ 2 h 245"/>
                <a:gd name="T48" fmla="*/ 2 w 426"/>
                <a:gd name="T49" fmla="*/ 2 h 245"/>
                <a:gd name="T50" fmla="*/ 1 w 426"/>
                <a:gd name="T51" fmla="*/ 1 h 245"/>
                <a:gd name="T52" fmla="*/ 1 w 426"/>
                <a:gd name="T53" fmla="*/ 1 h 245"/>
                <a:gd name="T54" fmla="*/ 1 w 426"/>
                <a:gd name="T55" fmla="*/ 1 h 245"/>
                <a:gd name="T56" fmla="*/ 1 w 426"/>
                <a:gd name="T57" fmla="*/ 1 h 245"/>
                <a:gd name="T58" fmla="*/ 0 w 426"/>
                <a:gd name="T59" fmla="*/ 1 h 245"/>
                <a:gd name="T60" fmla="*/ 0 w 426"/>
                <a:gd name="T61" fmla="*/ 1 h 245"/>
                <a:gd name="T62" fmla="*/ 0 w 426"/>
                <a:gd name="T63" fmla="*/ 1 h 245"/>
                <a:gd name="T64" fmla="*/ 0 w 426"/>
                <a:gd name="T65" fmla="*/ 0 h 245"/>
                <a:gd name="T66" fmla="*/ 0 w 426"/>
                <a:gd name="T67" fmla="*/ 0 h 245"/>
                <a:gd name="T68" fmla="*/ 0 w 426"/>
                <a:gd name="T69" fmla="*/ 0 h 245"/>
                <a:gd name="T70" fmla="*/ 0 w 426"/>
                <a:gd name="T71" fmla="*/ 0 h 245"/>
                <a:gd name="T72" fmla="*/ 0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0" y="0"/>
                  </a:moveTo>
                  <a:lnTo>
                    <a:pt x="0" y="0"/>
                  </a:lnTo>
                  <a:lnTo>
                    <a:pt x="3" y="25"/>
                  </a:lnTo>
                  <a:lnTo>
                    <a:pt x="9" y="50"/>
                  </a:lnTo>
                  <a:lnTo>
                    <a:pt x="19" y="73"/>
                  </a:lnTo>
                  <a:lnTo>
                    <a:pt x="34" y="96"/>
                  </a:lnTo>
                  <a:lnTo>
                    <a:pt x="52" y="118"/>
                  </a:lnTo>
                  <a:lnTo>
                    <a:pt x="74" y="138"/>
                  </a:lnTo>
                  <a:lnTo>
                    <a:pt x="99" y="156"/>
                  </a:lnTo>
                  <a:lnTo>
                    <a:pt x="126" y="174"/>
                  </a:lnTo>
                  <a:lnTo>
                    <a:pt x="157" y="190"/>
                  </a:lnTo>
                  <a:lnTo>
                    <a:pt x="189" y="204"/>
                  </a:lnTo>
                  <a:lnTo>
                    <a:pt x="224" y="215"/>
                  </a:lnTo>
                  <a:lnTo>
                    <a:pt x="262" y="226"/>
                  </a:lnTo>
                  <a:lnTo>
                    <a:pt x="300" y="234"/>
                  </a:lnTo>
                  <a:lnTo>
                    <a:pt x="340" y="240"/>
                  </a:lnTo>
                  <a:lnTo>
                    <a:pt x="384" y="244"/>
                  </a:lnTo>
                  <a:lnTo>
                    <a:pt x="426" y="245"/>
                  </a:lnTo>
                  <a:lnTo>
                    <a:pt x="426" y="233"/>
                  </a:lnTo>
                  <a:lnTo>
                    <a:pt x="384" y="232"/>
                  </a:lnTo>
                  <a:lnTo>
                    <a:pt x="343" y="228"/>
                  </a:lnTo>
                  <a:lnTo>
                    <a:pt x="303" y="222"/>
                  </a:lnTo>
                  <a:lnTo>
                    <a:pt x="264" y="214"/>
                  </a:lnTo>
                  <a:lnTo>
                    <a:pt x="229" y="204"/>
                  </a:lnTo>
                  <a:lnTo>
                    <a:pt x="194" y="192"/>
                  </a:lnTo>
                  <a:lnTo>
                    <a:pt x="162" y="178"/>
                  </a:lnTo>
                  <a:lnTo>
                    <a:pt x="133" y="163"/>
                  </a:lnTo>
                  <a:lnTo>
                    <a:pt x="106" y="146"/>
                  </a:lnTo>
                  <a:lnTo>
                    <a:pt x="81" y="129"/>
                  </a:lnTo>
                  <a:lnTo>
                    <a:pt x="61" y="109"/>
                  </a:lnTo>
                  <a:lnTo>
                    <a:pt x="44" y="89"/>
                  </a:lnTo>
                  <a:lnTo>
                    <a:pt x="31" y="66"/>
                  </a:lnTo>
                  <a:lnTo>
                    <a:pt x="20" y="45"/>
                  </a:lnTo>
                  <a:lnTo>
                    <a:pt x="15" y="2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0610" name="Freeform 32"/>
            <p:cNvSpPr>
              <a:spLocks/>
            </p:cNvSpPr>
            <p:nvPr/>
          </p:nvSpPr>
          <p:spPr bwMode="auto">
            <a:xfrm>
              <a:off x="878" y="1448"/>
              <a:ext cx="792" cy="954"/>
            </a:xfrm>
            <a:custGeom>
              <a:avLst/>
              <a:gdLst>
                <a:gd name="T0" fmla="*/ 13 w 3960"/>
                <a:gd name="T1" fmla="*/ 38 h 4768"/>
                <a:gd name="T2" fmla="*/ 14 w 3960"/>
                <a:gd name="T3" fmla="*/ 38 h 4768"/>
                <a:gd name="T4" fmla="*/ 15 w 3960"/>
                <a:gd name="T5" fmla="*/ 38 h 4768"/>
                <a:gd name="T6" fmla="*/ 15 w 3960"/>
                <a:gd name="T7" fmla="*/ 38 h 4768"/>
                <a:gd name="T8" fmla="*/ 16 w 3960"/>
                <a:gd name="T9" fmla="*/ 38 h 4768"/>
                <a:gd name="T10" fmla="*/ 17 w 3960"/>
                <a:gd name="T11" fmla="*/ 38 h 4768"/>
                <a:gd name="T12" fmla="*/ 17 w 3960"/>
                <a:gd name="T13" fmla="*/ 38 h 4768"/>
                <a:gd name="T14" fmla="*/ 18 w 3960"/>
                <a:gd name="T15" fmla="*/ 38 h 4768"/>
                <a:gd name="T16" fmla="*/ 18 w 3960"/>
                <a:gd name="T17" fmla="*/ 38 h 4768"/>
                <a:gd name="T18" fmla="*/ 29 w 3960"/>
                <a:gd name="T19" fmla="*/ 30 h 4768"/>
                <a:gd name="T20" fmla="*/ 30 w 3960"/>
                <a:gd name="T21" fmla="*/ 30 h 4768"/>
                <a:gd name="T22" fmla="*/ 30 w 3960"/>
                <a:gd name="T23" fmla="*/ 29 h 4768"/>
                <a:gd name="T24" fmla="*/ 31 w 3960"/>
                <a:gd name="T25" fmla="*/ 28 h 4768"/>
                <a:gd name="T26" fmla="*/ 31 w 3960"/>
                <a:gd name="T27" fmla="*/ 28 h 4768"/>
                <a:gd name="T28" fmla="*/ 31 w 3960"/>
                <a:gd name="T29" fmla="*/ 27 h 4768"/>
                <a:gd name="T30" fmla="*/ 32 w 3960"/>
                <a:gd name="T31" fmla="*/ 26 h 4768"/>
                <a:gd name="T32" fmla="*/ 32 w 3960"/>
                <a:gd name="T33" fmla="*/ 25 h 4768"/>
                <a:gd name="T34" fmla="*/ 32 w 3960"/>
                <a:gd name="T35" fmla="*/ 11 h 4768"/>
                <a:gd name="T36" fmla="*/ 32 w 3960"/>
                <a:gd name="T37" fmla="*/ 10 h 4768"/>
                <a:gd name="T38" fmla="*/ 31 w 3960"/>
                <a:gd name="T39" fmla="*/ 9 h 4768"/>
                <a:gd name="T40" fmla="*/ 31 w 3960"/>
                <a:gd name="T41" fmla="*/ 9 h 4768"/>
                <a:gd name="T42" fmla="*/ 31 w 3960"/>
                <a:gd name="T43" fmla="*/ 8 h 4768"/>
                <a:gd name="T44" fmla="*/ 31 w 3960"/>
                <a:gd name="T45" fmla="*/ 8 h 4768"/>
                <a:gd name="T46" fmla="*/ 30 w 3960"/>
                <a:gd name="T47" fmla="*/ 7 h 4768"/>
                <a:gd name="T48" fmla="*/ 30 w 3960"/>
                <a:gd name="T49" fmla="*/ 7 h 4768"/>
                <a:gd name="T50" fmla="*/ 29 w 3960"/>
                <a:gd name="T51" fmla="*/ 6 h 4768"/>
                <a:gd name="T52" fmla="*/ 19 w 3960"/>
                <a:gd name="T53" fmla="*/ 1 h 4768"/>
                <a:gd name="T54" fmla="*/ 18 w 3960"/>
                <a:gd name="T55" fmla="*/ 0 h 4768"/>
                <a:gd name="T56" fmla="*/ 17 w 3960"/>
                <a:gd name="T57" fmla="*/ 0 h 4768"/>
                <a:gd name="T58" fmla="*/ 17 w 3960"/>
                <a:gd name="T59" fmla="*/ 0 h 4768"/>
                <a:gd name="T60" fmla="*/ 16 w 3960"/>
                <a:gd name="T61" fmla="*/ 0 h 4768"/>
                <a:gd name="T62" fmla="*/ 15 w 3960"/>
                <a:gd name="T63" fmla="*/ 0 h 4768"/>
                <a:gd name="T64" fmla="*/ 14 w 3960"/>
                <a:gd name="T65" fmla="*/ 0 h 4768"/>
                <a:gd name="T66" fmla="*/ 14 w 3960"/>
                <a:gd name="T67" fmla="*/ 0 h 4768"/>
                <a:gd name="T68" fmla="*/ 2 w 3960"/>
                <a:gd name="T69" fmla="*/ 6 h 4768"/>
                <a:gd name="T70" fmla="*/ 2 w 3960"/>
                <a:gd name="T71" fmla="*/ 7 h 4768"/>
                <a:gd name="T72" fmla="*/ 1 w 3960"/>
                <a:gd name="T73" fmla="*/ 7 h 4768"/>
                <a:gd name="T74" fmla="*/ 1 w 3960"/>
                <a:gd name="T75" fmla="*/ 8 h 4768"/>
                <a:gd name="T76" fmla="*/ 1 w 3960"/>
                <a:gd name="T77" fmla="*/ 8 h 4768"/>
                <a:gd name="T78" fmla="*/ 0 w 3960"/>
                <a:gd name="T79" fmla="*/ 9 h 4768"/>
                <a:gd name="T80" fmla="*/ 0 w 3960"/>
                <a:gd name="T81" fmla="*/ 9 h 4768"/>
                <a:gd name="T82" fmla="*/ 0 w 3960"/>
                <a:gd name="T83" fmla="*/ 10 h 4768"/>
                <a:gd name="T84" fmla="*/ 0 w 3960"/>
                <a:gd name="T85" fmla="*/ 11 h 4768"/>
                <a:gd name="T86" fmla="*/ 0 w 3960"/>
                <a:gd name="T87" fmla="*/ 25 h 4768"/>
                <a:gd name="T88" fmla="*/ 0 w 3960"/>
                <a:gd name="T89" fmla="*/ 26 h 4768"/>
                <a:gd name="T90" fmla="*/ 0 w 3960"/>
                <a:gd name="T91" fmla="*/ 27 h 4768"/>
                <a:gd name="T92" fmla="*/ 1 w 3960"/>
                <a:gd name="T93" fmla="*/ 28 h 4768"/>
                <a:gd name="T94" fmla="*/ 1 w 3960"/>
                <a:gd name="T95" fmla="*/ 29 h 4768"/>
                <a:gd name="T96" fmla="*/ 1 w 3960"/>
                <a:gd name="T97" fmla="*/ 29 h 4768"/>
                <a:gd name="T98" fmla="*/ 2 w 3960"/>
                <a:gd name="T99" fmla="*/ 30 h 4768"/>
                <a:gd name="T100" fmla="*/ 3 w 3960"/>
                <a:gd name="T101" fmla="*/ 31 h 4768"/>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w 3960"/>
                <a:gd name="T154" fmla="*/ 0 h 4768"/>
                <a:gd name="T155" fmla="*/ 3960 w 3960"/>
                <a:gd name="T156" fmla="*/ 4768 h 4768"/>
              </a:gdLst>
              <a:ahLst/>
              <a:cxnLst>
                <a:cxn ang="T102">
                  <a:pos x="T0" y="T1"/>
                </a:cxn>
                <a:cxn ang="T103">
                  <a:pos x="T2" y="T3"/>
                </a:cxn>
                <a:cxn ang="T104">
                  <a:pos x="T4" y="T5"/>
                </a:cxn>
                <a:cxn ang="T105">
                  <a:pos x="T6" y="T7"/>
                </a:cxn>
                <a:cxn ang="T106">
                  <a:pos x="T8" y="T9"/>
                </a:cxn>
                <a:cxn ang="T107">
                  <a:pos x="T10" y="T11"/>
                </a:cxn>
                <a:cxn ang="T108">
                  <a:pos x="T12" y="T13"/>
                </a:cxn>
                <a:cxn ang="T109">
                  <a:pos x="T14" y="T15"/>
                </a:cxn>
                <a:cxn ang="T110">
                  <a:pos x="T16" y="T17"/>
                </a:cxn>
                <a:cxn ang="T111">
                  <a:pos x="T18" y="T19"/>
                </a:cxn>
                <a:cxn ang="T112">
                  <a:pos x="T20" y="T21"/>
                </a:cxn>
                <a:cxn ang="T113">
                  <a:pos x="T22" y="T23"/>
                </a:cxn>
                <a:cxn ang="T114">
                  <a:pos x="T24" y="T25"/>
                </a:cxn>
                <a:cxn ang="T115">
                  <a:pos x="T26" y="T27"/>
                </a:cxn>
                <a:cxn ang="T116">
                  <a:pos x="T28" y="T29"/>
                </a:cxn>
                <a:cxn ang="T117">
                  <a:pos x="T30" y="T31"/>
                </a:cxn>
                <a:cxn ang="T118">
                  <a:pos x="T32" y="T33"/>
                </a:cxn>
                <a:cxn ang="T119">
                  <a:pos x="T34" y="T35"/>
                </a:cxn>
                <a:cxn ang="T120">
                  <a:pos x="T36" y="T37"/>
                </a:cxn>
                <a:cxn ang="T121">
                  <a:pos x="T38" y="T39"/>
                </a:cxn>
                <a:cxn ang="T122">
                  <a:pos x="T40" y="T41"/>
                </a:cxn>
                <a:cxn ang="T123">
                  <a:pos x="T42" y="T43"/>
                </a:cxn>
                <a:cxn ang="T124">
                  <a:pos x="T44" y="T45"/>
                </a:cxn>
                <a:cxn ang="T125">
                  <a:pos x="T46" y="T47"/>
                </a:cxn>
                <a:cxn ang="T126">
                  <a:pos x="T48" y="T49"/>
                </a:cxn>
                <a:cxn ang="T127">
                  <a:pos x="T50" y="T51"/>
                </a:cxn>
                <a:cxn ang="T128">
                  <a:pos x="T52" y="T53"/>
                </a:cxn>
                <a:cxn ang="T129">
                  <a:pos x="T54" y="T55"/>
                </a:cxn>
                <a:cxn ang="T130">
                  <a:pos x="T56" y="T57"/>
                </a:cxn>
                <a:cxn ang="T131">
                  <a:pos x="T58" y="T59"/>
                </a:cxn>
                <a:cxn ang="T132">
                  <a:pos x="T60" y="T61"/>
                </a:cxn>
                <a:cxn ang="T133">
                  <a:pos x="T62" y="T63"/>
                </a:cxn>
                <a:cxn ang="T134">
                  <a:pos x="T64" y="T65"/>
                </a:cxn>
                <a:cxn ang="T135">
                  <a:pos x="T66" y="T67"/>
                </a:cxn>
                <a:cxn ang="T136">
                  <a:pos x="T68" y="T69"/>
                </a:cxn>
                <a:cxn ang="T137">
                  <a:pos x="T70" y="T71"/>
                </a:cxn>
                <a:cxn ang="T138">
                  <a:pos x="T72" y="T73"/>
                </a:cxn>
                <a:cxn ang="T139">
                  <a:pos x="T74" y="T75"/>
                </a:cxn>
                <a:cxn ang="T140">
                  <a:pos x="T76" y="T77"/>
                </a:cxn>
                <a:cxn ang="T141">
                  <a:pos x="T78" y="T79"/>
                </a:cxn>
                <a:cxn ang="T142">
                  <a:pos x="T80" y="T81"/>
                </a:cxn>
                <a:cxn ang="T143">
                  <a:pos x="T82" y="T83"/>
                </a:cxn>
                <a:cxn ang="T144">
                  <a:pos x="T84" y="T85"/>
                </a:cxn>
                <a:cxn ang="T145">
                  <a:pos x="T86" y="T87"/>
                </a:cxn>
                <a:cxn ang="T146">
                  <a:pos x="T88" y="T89"/>
                </a:cxn>
                <a:cxn ang="T147">
                  <a:pos x="T90" y="T91"/>
                </a:cxn>
                <a:cxn ang="T148">
                  <a:pos x="T92" y="T93"/>
                </a:cxn>
                <a:cxn ang="T149">
                  <a:pos x="T94" y="T95"/>
                </a:cxn>
                <a:cxn ang="T150">
                  <a:pos x="T96" y="T97"/>
                </a:cxn>
                <a:cxn ang="T151">
                  <a:pos x="T98" y="T99"/>
                </a:cxn>
                <a:cxn ang="T152">
                  <a:pos x="T100" y="T101"/>
                </a:cxn>
              </a:cxnLst>
              <a:rect l="T153" t="T154" r="T155" b="T156"/>
              <a:pathLst>
                <a:path w="3960" h="4768">
                  <a:moveTo>
                    <a:pt x="353" y="3849"/>
                  </a:moveTo>
                  <a:lnTo>
                    <a:pt x="1661" y="4700"/>
                  </a:lnTo>
                  <a:lnTo>
                    <a:pt x="1697" y="4717"/>
                  </a:lnTo>
                  <a:lnTo>
                    <a:pt x="1736" y="4731"/>
                  </a:lnTo>
                  <a:lnTo>
                    <a:pt x="1776" y="4742"/>
                  </a:lnTo>
                  <a:lnTo>
                    <a:pt x="1818" y="4753"/>
                  </a:lnTo>
                  <a:lnTo>
                    <a:pt x="1860" y="4760"/>
                  </a:lnTo>
                  <a:lnTo>
                    <a:pt x="1902" y="4765"/>
                  </a:lnTo>
                  <a:lnTo>
                    <a:pt x="1946" y="4768"/>
                  </a:lnTo>
                  <a:lnTo>
                    <a:pt x="1988" y="4768"/>
                  </a:lnTo>
                  <a:lnTo>
                    <a:pt x="2031" y="4767"/>
                  </a:lnTo>
                  <a:lnTo>
                    <a:pt x="2073" y="4763"/>
                  </a:lnTo>
                  <a:lnTo>
                    <a:pt x="2114" y="4758"/>
                  </a:lnTo>
                  <a:lnTo>
                    <a:pt x="2154" y="4751"/>
                  </a:lnTo>
                  <a:lnTo>
                    <a:pt x="2193" y="4740"/>
                  </a:lnTo>
                  <a:lnTo>
                    <a:pt x="2230" y="4729"/>
                  </a:lnTo>
                  <a:lnTo>
                    <a:pt x="2264" y="4715"/>
                  </a:lnTo>
                  <a:lnTo>
                    <a:pt x="2297" y="4700"/>
                  </a:lnTo>
                  <a:lnTo>
                    <a:pt x="3639" y="3825"/>
                  </a:lnTo>
                  <a:lnTo>
                    <a:pt x="3673" y="3795"/>
                  </a:lnTo>
                  <a:lnTo>
                    <a:pt x="3707" y="3761"/>
                  </a:lnTo>
                  <a:lnTo>
                    <a:pt x="3738" y="3725"/>
                  </a:lnTo>
                  <a:lnTo>
                    <a:pt x="3768" y="3685"/>
                  </a:lnTo>
                  <a:lnTo>
                    <a:pt x="3796" y="3644"/>
                  </a:lnTo>
                  <a:lnTo>
                    <a:pt x="3821" y="3599"/>
                  </a:lnTo>
                  <a:lnTo>
                    <a:pt x="3846" y="3553"/>
                  </a:lnTo>
                  <a:lnTo>
                    <a:pt x="3868" y="3505"/>
                  </a:lnTo>
                  <a:lnTo>
                    <a:pt x="3888" y="3456"/>
                  </a:lnTo>
                  <a:lnTo>
                    <a:pt x="3907" y="3406"/>
                  </a:lnTo>
                  <a:lnTo>
                    <a:pt x="3922" y="3354"/>
                  </a:lnTo>
                  <a:lnTo>
                    <a:pt x="3935" y="3303"/>
                  </a:lnTo>
                  <a:lnTo>
                    <a:pt x="3946" y="3250"/>
                  </a:lnTo>
                  <a:lnTo>
                    <a:pt x="3953" y="3197"/>
                  </a:lnTo>
                  <a:lnTo>
                    <a:pt x="3957" y="3144"/>
                  </a:lnTo>
                  <a:lnTo>
                    <a:pt x="3960" y="3092"/>
                  </a:lnTo>
                  <a:lnTo>
                    <a:pt x="3959" y="1313"/>
                  </a:lnTo>
                  <a:lnTo>
                    <a:pt x="3955" y="1271"/>
                  </a:lnTo>
                  <a:lnTo>
                    <a:pt x="3949" y="1229"/>
                  </a:lnTo>
                  <a:lnTo>
                    <a:pt x="3941" y="1189"/>
                  </a:lnTo>
                  <a:lnTo>
                    <a:pt x="3930" y="1149"/>
                  </a:lnTo>
                  <a:lnTo>
                    <a:pt x="3918" y="1111"/>
                  </a:lnTo>
                  <a:lnTo>
                    <a:pt x="3902" y="1075"/>
                  </a:lnTo>
                  <a:lnTo>
                    <a:pt x="3886" y="1040"/>
                  </a:lnTo>
                  <a:lnTo>
                    <a:pt x="3867" y="1006"/>
                  </a:lnTo>
                  <a:lnTo>
                    <a:pt x="3846" y="973"/>
                  </a:lnTo>
                  <a:lnTo>
                    <a:pt x="3823" y="942"/>
                  </a:lnTo>
                  <a:lnTo>
                    <a:pt x="3798" y="913"/>
                  </a:lnTo>
                  <a:lnTo>
                    <a:pt x="3771" y="886"/>
                  </a:lnTo>
                  <a:lnTo>
                    <a:pt x="3743" y="860"/>
                  </a:lnTo>
                  <a:lnTo>
                    <a:pt x="3714" y="837"/>
                  </a:lnTo>
                  <a:lnTo>
                    <a:pt x="3682" y="816"/>
                  </a:lnTo>
                  <a:lnTo>
                    <a:pt x="3649" y="796"/>
                  </a:lnTo>
                  <a:lnTo>
                    <a:pt x="2386" y="83"/>
                  </a:lnTo>
                  <a:lnTo>
                    <a:pt x="2350" y="65"/>
                  </a:lnTo>
                  <a:lnTo>
                    <a:pt x="2310" y="50"/>
                  </a:lnTo>
                  <a:lnTo>
                    <a:pt x="2268" y="36"/>
                  </a:lnTo>
                  <a:lnTo>
                    <a:pt x="2223" y="24"/>
                  </a:lnTo>
                  <a:lnTo>
                    <a:pt x="2178" y="15"/>
                  </a:lnTo>
                  <a:lnTo>
                    <a:pt x="2131" y="8"/>
                  </a:lnTo>
                  <a:lnTo>
                    <a:pt x="2082" y="3"/>
                  </a:lnTo>
                  <a:lnTo>
                    <a:pt x="2032" y="0"/>
                  </a:lnTo>
                  <a:lnTo>
                    <a:pt x="1982" y="1"/>
                  </a:lnTo>
                  <a:lnTo>
                    <a:pt x="1933" y="3"/>
                  </a:lnTo>
                  <a:lnTo>
                    <a:pt x="1882" y="9"/>
                  </a:lnTo>
                  <a:lnTo>
                    <a:pt x="1833" y="17"/>
                  </a:lnTo>
                  <a:lnTo>
                    <a:pt x="1785" y="29"/>
                  </a:lnTo>
                  <a:lnTo>
                    <a:pt x="1737" y="43"/>
                  </a:lnTo>
                  <a:lnTo>
                    <a:pt x="1691" y="62"/>
                  </a:lnTo>
                  <a:lnTo>
                    <a:pt x="1647" y="83"/>
                  </a:lnTo>
                  <a:lnTo>
                    <a:pt x="311" y="782"/>
                  </a:lnTo>
                  <a:lnTo>
                    <a:pt x="276" y="803"/>
                  </a:lnTo>
                  <a:lnTo>
                    <a:pt x="243" y="826"/>
                  </a:lnTo>
                  <a:lnTo>
                    <a:pt x="213" y="852"/>
                  </a:lnTo>
                  <a:lnTo>
                    <a:pt x="184" y="879"/>
                  </a:lnTo>
                  <a:lnTo>
                    <a:pt x="155" y="908"/>
                  </a:lnTo>
                  <a:lnTo>
                    <a:pt x="131" y="939"/>
                  </a:lnTo>
                  <a:lnTo>
                    <a:pt x="107" y="971"/>
                  </a:lnTo>
                  <a:lnTo>
                    <a:pt x="86" y="1005"/>
                  </a:lnTo>
                  <a:lnTo>
                    <a:pt x="68" y="1040"/>
                  </a:lnTo>
                  <a:lnTo>
                    <a:pt x="50" y="1076"/>
                  </a:lnTo>
                  <a:lnTo>
                    <a:pt x="36" y="1115"/>
                  </a:lnTo>
                  <a:lnTo>
                    <a:pt x="23" y="1153"/>
                  </a:lnTo>
                  <a:lnTo>
                    <a:pt x="14" y="1195"/>
                  </a:lnTo>
                  <a:lnTo>
                    <a:pt x="7" y="1236"/>
                  </a:lnTo>
                  <a:lnTo>
                    <a:pt x="2" y="1279"/>
                  </a:lnTo>
                  <a:lnTo>
                    <a:pt x="0" y="1322"/>
                  </a:lnTo>
                  <a:lnTo>
                    <a:pt x="0" y="3093"/>
                  </a:lnTo>
                  <a:lnTo>
                    <a:pt x="2" y="3147"/>
                  </a:lnTo>
                  <a:lnTo>
                    <a:pt x="7" y="3202"/>
                  </a:lnTo>
                  <a:lnTo>
                    <a:pt x="15" y="3257"/>
                  </a:lnTo>
                  <a:lnTo>
                    <a:pt x="27" y="3312"/>
                  </a:lnTo>
                  <a:lnTo>
                    <a:pt x="42" y="3366"/>
                  </a:lnTo>
                  <a:lnTo>
                    <a:pt x="59" y="3420"/>
                  </a:lnTo>
                  <a:lnTo>
                    <a:pt x="79" y="3474"/>
                  </a:lnTo>
                  <a:lnTo>
                    <a:pt x="102" y="3525"/>
                  </a:lnTo>
                  <a:lnTo>
                    <a:pt x="127" y="3576"/>
                  </a:lnTo>
                  <a:lnTo>
                    <a:pt x="154" y="3624"/>
                  </a:lnTo>
                  <a:lnTo>
                    <a:pt x="184" y="3670"/>
                  </a:lnTo>
                  <a:lnTo>
                    <a:pt x="214" y="3712"/>
                  </a:lnTo>
                  <a:lnTo>
                    <a:pt x="247" y="3752"/>
                  </a:lnTo>
                  <a:lnTo>
                    <a:pt x="281" y="3788"/>
                  </a:lnTo>
                  <a:lnTo>
                    <a:pt x="317" y="3821"/>
                  </a:lnTo>
                  <a:lnTo>
                    <a:pt x="353" y="384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0611" name="Freeform 33"/>
            <p:cNvSpPr>
              <a:spLocks/>
            </p:cNvSpPr>
            <p:nvPr/>
          </p:nvSpPr>
          <p:spPr bwMode="auto">
            <a:xfrm>
              <a:off x="943" y="2210"/>
              <a:ext cx="276" cy="187"/>
            </a:xfrm>
            <a:custGeom>
              <a:avLst/>
              <a:gdLst>
                <a:gd name="T0" fmla="*/ 11 w 1380"/>
                <a:gd name="T1" fmla="*/ 7 h 937"/>
                <a:gd name="T2" fmla="*/ 11 w 1380"/>
                <a:gd name="T3" fmla="*/ 7 h 937"/>
                <a:gd name="T4" fmla="*/ 0 w 1380"/>
                <a:gd name="T5" fmla="*/ 0 h 937"/>
                <a:gd name="T6" fmla="*/ 0 w 1380"/>
                <a:gd name="T7" fmla="*/ 1 h 937"/>
                <a:gd name="T8" fmla="*/ 10 w 1380"/>
                <a:gd name="T9" fmla="*/ 7 h 937"/>
                <a:gd name="T10" fmla="*/ 10 w 1380"/>
                <a:gd name="T11" fmla="*/ 7 h 937"/>
                <a:gd name="T12" fmla="*/ 10 w 1380"/>
                <a:gd name="T13" fmla="*/ 7 h 937"/>
                <a:gd name="T14" fmla="*/ 11 w 1380"/>
                <a:gd name="T15" fmla="*/ 7 h 937"/>
                <a:gd name="T16" fmla="*/ 11 w 1380"/>
                <a:gd name="T17" fmla="*/ 7 h 937"/>
                <a:gd name="T18" fmla="*/ 11 w 1380"/>
                <a:gd name="T19" fmla="*/ 7 h 937"/>
                <a:gd name="T20" fmla="*/ 11 w 1380"/>
                <a:gd name="T21" fmla="*/ 7 h 937"/>
                <a:gd name="T22" fmla="*/ 11 w 1380"/>
                <a:gd name="T23" fmla="*/ 7 h 937"/>
                <a:gd name="T24" fmla="*/ 11 w 1380"/>
                <a:gd name="T25" fmla="*/ 7 h 937"/>
                <a:gd name="T26" fmla="*/ 11 w 1380"/>
                <a:gd name="T27" fmla="*/ 7 h 937"/>
                <a:gd name="T28" fmla="*/ 11 w 1380"/>
                <a:gd name="T29" fmla="*/ 7 h 937"/>
                <a:gd name="T30" fmla="*/ 11 w 1380"/>
                <a:gd name="T31" fmla="*/ 7 h 93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80"/>
                <a:gd name="T49" fmla="*/ 0 h 937"/>
                <a:gd name="T50" fmla="*/ 1380 w 1380"/>
                <a:gd name="T51" fmla="*/ 937 h 93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80" h="937">
                  <a:moveTo>
                    <a:pt x="1354" y="848"/>
                  </a:moveTo>
                  <a:lnTo>
                    <a:pt x="1359" y="851"/>
                  </a:lnTo>
                  <a:lnTo>
                    <a:pt x="51" y="0"/>
                  </a:lnTo>
                  <a:lnTo>
                    <a:pt x="0" y="78"/>
                  </a:lnTo>
                  <a:lnTo>
                    <a:pt x="1307" y="929"/>
                  </a:lnTo>
                  <a:lnTo>
                    <a:pt x="1312" y="932"/>
                  </a:lnTo>
                  <a:lnTo>
                    <a:pt x="1307" y="929"/>
                  </a:lnTo>
                  <a:lnTo>
                    <a:pt x="1326" y="937"/>
                  </a:lnTo>
                  <a:lnTo>
                    <a:pt x="1345" y="936"/>
                  </a:lnTo>
                  <a:lnTo>
                    <a:pt x="1360" y="929"/>
                  </a:lnTo>
                  <a:lnTo>
                    <a:pt x="1372" y="916"/>
                  </a:lnTo>
                  <a:lnTo>
                    <a:pt x="1379" y="899"/>
                  </a:lnTo>
                  <a:lnTo>
                    <a:pt x="1380" y="883"/>
                  </a:lnTo>
                  <a:lnTo>
                    <a:pt x="1374" y="865"/>
                  </a:lnTo>
                  <a:lnTo>
                    <a:pt x="1359" y="851"/>
                  </a:lnTo>
                  <a:lnTo>
                    <a:pt x="1354" y="84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0612" name="Freeform 34"/>
            <p:cNvSpPr>
              <a:spLocks/>
            </p:cNvSpPr>
            <p:nvPr/>
          </p:nvSpPr>
          <p:spPr bwMode="auto">
            <a:xfrm>
              <a:off x="1206" y="2379"/>
              <a:ext cx="140" cy="32"/>
            </a:xfrm>
            <a:custGeom>
              <a:avLst/>
              <a:gdLst>
                <a:gd name="T0" fmla="*/ 5 w 703"/>
                <a:gd name="T1" fmla="*/ 0 h 162"/>
                <a:gd name="T2" fmla="*/ 5 w 703"/>
                <a:gd name="T3" fmla="*/ 0 h 162"/>
                <a:gd name="T4" fmla="*/ 5 w 703"/>
                <a:gd name="T5" fmla="*/ 0 h 162"/>
                <a:gd name="T6" fmla="*/ 5 w 703"/>
                <a:gd name="T7" fmla="*/ 0 h 162"/>
                <a:gd name="T8" fmla="*/ 4 w 703"/>
                <a:gd name="T9" fmla="*/ 0 h 162"/>
                <a:gd name="T10" fmla="*/ 4 w 703"/>
                <a:gd name="T11" fmla="*/ 0 h 162"/>
                <a:gd name="T12" fmla="*/ 4 w 703"/>
                <a:gd name="T13" fmla="*/ 0 h 162"/>
                <a:gd name="T14" fmla="*/ 3 w 703"/>
                <a:gd name="T15" fmla="*/ 1 h 162"/>
                <a:gd name="T16" fmla="*/ 3 w 703"/>
                <a:gd name="T17" fmla="*/ 1 h 162"/>
                <a:gd name="T18" fmla="*/ 3 w 703"/>
                <a:gd name="T19" fmla="*/ 1 h 162"/>
                <a:gd name="T20" fmla="*/ 2 w 703"/>
                <a:gd name="T21" fmla="*/ 1 h 162"/>
                <a:gd name="T22" fmla="*/ 2 w 703"/>
                <a:gd name="T23" fmla="*/ 1 h 162"/>
                <a:gd name="T24" fmla="*/ 2 w 703"/>
                <a:gd name="T25" fmla="*/ 0 h 162"/>
                <a:gd name="T26" fmla="*/ 1 w 703"/>
                <a:gd name="T27" fmla="*/ 0 h 162"/>
                <a:gd name="T28" fmla="*/ 1 w 703"/>
                <a:gd name="T29" fmla="*/ 0 h 162"/>
                <a:gd name="T30" fmla="*/ 1 w 703"/>
                <a:gd name="T31" fmla="*/ 0 h 162"/>
                <a:gd name="T32" fmla="*/ 1 w 703"/>
                <a:gd name="T33" fmla="*/ 0 h 162"/>
                <a:gd name="T34" fmla="*/ 0 w 703"/>
                <a:gd name="T35" fmla="*/ 0 h 162"/>
                <a:gd name="T36" fmla="*/ 0 w 703"/>
                <a:gd name="T37" fmla="*/ 1 h 162"/>
                <a:gd name="T38" fmla="*/ 0 w 703"/>
                <a:gd name="T39" fmla="*/ 1 h 162"/>
                <a:gd name="T40" fmla="*/ 1 w 703"/>
                <a:gd name="T41" fmla="*/ 1 h 162"/>
                <a:gd name="T42" fmla="*/ 1 w 703"/>
                <a:gd name="T43" fmla="*/ 1 h 162"/>
                <a:gd name="T44" fmla="*/ 1 w 703"/>
                <a:gd name="T45" fmla="*/ 1 h 162"/>
                <a:gd name="T46" fmla="*/ 2 w 703"/>
                <a:gd name="T47" fmla="*/ 1 h 162"/>
                <a:gd name="T48" fmla="*/ 2 w 703"/>
                <a:gd name="T49" fmla="*/ 1 h 162"/>
                <a:gd name="T50" fmla="*/ 2 w 703"/>
                <a:gd name="T51" fmla="*/ 1 h 162"/>
                <a:gd name="T52" fmla="*/ 3 w 703"/>
                <a:gd name="T53" fmla="*/ 1 h 162"/>
                <a:gd name="T54" fmla="*/ 3 w 703"/>
                <a:gd name="T55" fmla="*/ 1 h 162"/>
                <a:gd name="T56" fmla="*/ 3 w 703"/>
                <a:gd name="T57" fmla="*/ 1 h 162"/>
                <a:gd name="T58" fmla="*/ 4 w 703"/>
                <a:gd name="T59" fmla="*/ 1 h 162"/>
                <a:gd name="T60" fmla="*/ 4 w 703"/>
                <a:gd name="T61" fmla="*/ 1 h 162"/>
                <a:gd name="T62" fmla="*/ 5 w 703"/>
                <a:gd name="T63" fmla="*/ 1 h 162"/>
                <a:gd name="T64" fmla="*/ 5 w 703"/>
                <a:gd name="T65" fmla="*/ 1 h 162"/>
                <a:gd name="T66" fmla="*/ 5 w 703"/>
                <a:gd name="T67" fmla="*/ 1 h 162"/>
                <a:gd name="T68" fmla="*/ 5 w 703"/>
                <a:gd name="T69" fmla="*/ 1 h 162"/>
                <a:gd name="T70" fmla="*/ 5 w 703"/>
                <a:gd name="T71" fmla="*/ 1 h 162"/>
                <a:gd name="T72" fmla="*/ 5 w 703"/>
                <a:gd name="T73" fmla="*/ 1 h 162"/>
                <a:gd name="T74" fmla="*/ 5 w 703"/>
                <a:gd name="T75" fmla="*/ 1 h 162"/>
                <a:gd name="T76" fmla="*/ 6 w 703"/>
                <a:gd name="T77" fmla="*/ 0 h 162"/>
                <a:gd name="T78" fmla="*/ 6 w 703"/>
                <a:gd name="T79" fmla="*/ 0 h 162"/>
                <a:gd name="T80" fmla="*/ 6 w 703"/>
                <a:gd name="T81" fmla="*/ 0 h 162"/>
                <a:gd name="T82" fmla="*/ 5 w 703"/>
                <a:gd name="T83" fmla="*/ 0 h 162"/>
                <a:gd name="T84" fmla="*/ 5 w 703"/>
                <a:gd name="T85" fmla="*/ 0 h 162"/>
                <a:gd name="T86" fmla="*/ 5 w 703"/>
                <a:gd name="T87" fmla="*/ 0 h 162"/>
                <a:gd name="T88" fmla="*/ 5 w 703"/>
                <a:gd name="T89" fmla="*/ 0 h 162"/>
                <a:gd name="T90" fmla="*/ 5 w 703"/>
                <a:gd name="T91" fmla="*/ 0 h 162"/>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703"/>
                <a:gd name="T139" fmla="*/ 0 h 162"/>
                <a:gd name="T140" fmla="*/ 703 w 703"/>
                <a:gd name="T141" fmla="*/ 162 h 162"/>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703" h="162">
                  <a:moveTo>
                    <a:pt x="631" y="8"/>
                  </a:moveTo>
                  <a:lnTo>
                    <a:pt x="636" y="6"/>
                  </a:lnTo>
                  <a:lnTo>
                    <a:pt x="606" y="20"/>
                  </a:lnTo>
                  <a:lnTo>
                    <a:pt x="575" y="32"/>
                  </a:lnTo>
                  <a:lnTo>
                    <a:pt x="540" y="42"/>
                  </a:lnTo>
                  <a:lnTo>
                    <a:pt x="504" y="52"/>
                  </a:lnTo>
                  <a:lnTo>
                    <a:pt x="467" y="59"/>
                  </a:lnTo>
                  <a:lnTo>
                    <a:pt x="428" y="64"/>
                  </a:lnTo>
                  <a:lnTo>
                    <a:pt x="389" y="67"/>
                  </a:lnTo>
                  <a:lnTo>
                    <a:pt x="348" y="68"/>
                  </a:lnTo>
                  <a:lnTo>
                    <a:pt x="308" y="68"/>
                  </a:lnTo>
                  <a:lnTo>
                    <a:pt x="267" y="65"/>
                  </a:lnTo>
                  <a:lnTo>
                    <a:pt x="226" y="61"/>
                  </a:lnTo>
                  <a:lnTo>
                    <a:pt x="187" y="54"/>
                  </a:lnTo>
                  <a:lnTo>
                    <a:pt x="148" y="44"/>
                  </a:lnTo>
                  <a:lnTo>
                    <a:pt x="110" y="33"/>
                  </a:lnTo>
                  <a:lnTo>
                    <a:pt x="75" y="20"/>
                  </a:lnTo>
                  <a:lnTo>
                    <a:pt x="42" y="5"/>
                  </a:lnTo>
                  <a:lnTo>
                    <a:pt x="0" y="89"/>
                  </a:lnTo>
                  <a:lnTo>
                    <a:pt x="40" y="107"/>
                  </a:lnTo>
                  <a:lnTo>
                    <a:pt x="82" y="122"/>
                  </a:lnTo>
                  <a:lnTo>
                    <a:pt x="124" y="135"/>
                  </a:lnTo>
                  <a:lnTo>
                    <a:pt x="169" y="146"/>
                  </a:lnTo>
                  <a:lnTo>
                    <a:pt x="214" y="153"/>
                  </a:lnTo>
                  <a:lnTo>
                    <a:pt x="258" y="158"/>
                  </a:lnTo>
                  <a:lnTo>
                    <a:pt x="303" y="162"/>
                  </a:lnTo>
                  <a:lnTo>
                    <a:pt x="348" y="162"/>
                  </a:lnTo>
                  <a:lnTo>
                    <a:pt x="394" y="161"/>
                  </a:lnTo>
                  <a:lnTo>
                    <a:pt x="439" y="157"/>
                  </a:lnTo>
                  <a:lnTo>
                    <a:pt x="481" y="150"/>
                  </a:lnTo>
                  <a:lnTo>
                    <a:pt x="525" y="143"/>
                  </a:lnTo>
                  <a:lnTo>
                    <a:pt x="566" y="132"/>
                  </a:lnTo>
                  <a:lnTo>
                    <a:pt x="606" y="121"/>
                  </a:lnTo>
                  <a:lnTo>
                    <a:pt x="643" y="105"/>
                  </a:lnTo>
                  <a:lnTo>
                    <a:pt x="678" y="88"/>
                  </a:lnTo>
                  <a:lnTo>
                    <a:pt x="683" y="86"/>
                  </a:lnTo>
                  <a:lnTo>
                    <a:pt x="678" y="88"/>
                  </a:lnTo>
                  <a:lnTo>
                    <a:pt x="695" y="75"/>
                  </a:lnTo>
                  <a:lnTo>
                    <a:pt x="702" y="60"/>
                  </a:lnTo>
                  <a:lnTo>
                    <a:pt x="703" y="42"/>
                  </a:lnTo>
                  <a:lnTo>
                    <a:pt x="698" y="26"/>
                  </a:lnTo>
                  <a:lnTo>
                    <a:pt x="688" y="12"/>
                  </a:lnTo>
                  <a:lnTo>
                    <a:pt x="674" y="3"/>
                  </a:lnTo>
                  <a:lnTo>
                    <a:pt x="656" y="0"/>
                  </a:lnTo>
                  <a:lnTo>
                    <a:pt x="636" y="6"/>
                  </a:lnTo>
                  <a:lnTo>
                    <a:pt x="631"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0613" name="Freeform 35"/>
            <p:cNvSpPr>
              <a:spLocks/>
            </p:cNvSpPr>
            <p:nvPr/>
          </p:nvSpPr>
          <p:spPr bwMode="auto">
            <a:xfrm>
              <a:off x="1332" y="2204"/>
              <a:ext cx="283" cy="192"/>
            </a:xfrm>
            <a:custGeom>
              <a:avLst/>
              <a:gdLst>
                <a:gd name="T0" fmla="*/ 11 w 1415"/>
                <a:gd name="T1" fmla="*/ 0 h 960"/>
                <a:gd name="T2" fmla="*/ 11 w 1415"/>
                <a:gd name="T3" fmla="*/ 0 h 960"/>
                <a:gd name="T4" fmla="*/ 0 w 1415"/>
                <a:gd name="T5" fmla="*/ 7 h 960"/>
                <a:gd name="T6" fmla="*/ 0 w 1415"/>
                <a:gd name="T7" fmla="*/ 8 h 960"/>
                <a:gd name="T8" fmla="*/ 11 w 1415"/>
                <a:gd name="T9" fmla="*/ 1 h 960"/>
                <a:gd name="T10" fmla="*/ 11 w 1415"/>
                <a:gd name="T11" fmla="*/ 1 h 960"/>
                <a:gd name="T12" fmla="*/ 11 w 1415"/>
                <a:gd name="T13" fmla="*/ 1 h 960"/>
                <a:gd name="T14" fmla="*/ 11 w 1415"/>
                <a:gd name="T15" fmla="*/ 1 h 960"/>
                <a:gd name="T16" fmla="*/ 11 w 1415"/>
                <a:gd name="T17" fmla="*/ 0 h 960"/>
                <a:gd name="T18" fmla="*/ 11 w 1415"/>
                <a:gd name="T19" fmla="*/ 0 h 960"/>
                <a:gd name="T20" fmla="*/ 11 w 1415"/>
                <a:gd name="T21" fmla="*/ 0 h 960"/>
                <a:gd name="T22" fmla="*/ 11 w 1415"/>
                <a:gd name="T23" fmla="*/ 0 h 960"/>
                <a:gd name="T24" fmla="*/ 11 w 1415"/>
                <a:gd name="T25" fmla="*/ 0 h 960"/>
                <a:gd name="T26" fmla="*/ 11 w 1415"/>
                <a:gd name="T27" fmla="*/ 0 h 960"/>
                <a:gd name="T28" fmla="*/ 11 w 1415"/>
                <a:gd name="T29" fmla="*/ 0 h 960"/>
                <a:gd name="T30" fmla="*/ 11 w 1415"/>
                <a:gd name="T31" fmla="*/ 0 h 96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15"/>
                <a:gd name="T49" fmla="*/ 0 h 960"/>
                <a:gd name="T50" fmla="*/ 1415 w 1415"/>
                <a:gd name="T51" fmla="*/ 960 h 96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15" h="960">
                  <a:moveTo>
                    <a:pt x="1338" y="10"/>
                  </a:moveTo>
                  <a:lnTo>
                    <a:pt x="1342" y="8"/>
                  </a:lnTo>
                  <a:lnTo>
                    <a:pt x="0" y="882"/>
                  </a:lnTo>
                  <a:lnTo>
                    <a:pt x="52" y="960"/>
                  </a:lnTo>
                  <a:lnTo>
                    <a:pt x="1393" y="85"/>
                  </a:lnTo>
                  <a:lnTo>
                    <a:pt x="1397" y="83"/>
                  </a:lnTo>
                  <a:lnTo>
                    <a:pt x="1393" y="85"/>
                  </a:lnTo>
                  <a:lnTo>
                    <a:pt x="1409" y="71"/>
                  </a:lnTo>
                  <a:lnTo>
                    <a:pt x="1415" y="53"/>
                  </a:lnTo>
                  <a:lnTo>
                    <a:pt x="1413" y="37"/>
                  </a:lnTo>
                  <a:lnTo>
                    <a:pt x="1406" y="21"/>
                  </a:lnTo>
                  <a:lnTo>
                    <a:pt x="1395" y="8"/>
                  </a:lnTo>
                  <a:lnTo>
                    <a:pt x="1379" y="1"/>
                  </a:lnTo>
                  <a:lnTo>
                    <a:pt x="1361" y="0"/>
                  </a:lnTo>
                  <a:lnTo>
                    <a:pt x="1342" y="8"/>
                  </a:lnTo>
                  <a:lnTo>
                    <a:pt x="1338" y="1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0614" name="Freeform 36"/>
            <p:cNvSpPr>
              <a:spLocks/>
            </p:cNvSpPr>
            <p:nvPr/>
          </p:nvSpPr>
          <p:spPr bwMode="auto">
            <a:xfrm>
              <a:off x="1599" y="2057"/>
              <a:ext cx="80" cy="163"/>
            </a:xfrm>
            <a:custGeom>
              <a:avLst/>
              <a:gdLst>
                <a:gd name="T0" fmla="*/ 2 w 398"/>
                <a:gd name="T1" fmla="*/ 0 h 817"/>
                <a:gd name="T2" fmla="*/ 2 w 398"/>
                <a:gd name="T3" fmla="*/ 0 h 817"/>
                <a:gd name="T4" fmla="*/ 2 w 398"/>
                <a:gd name="T5" fmla="*/ 1 h 817"/>
                <a:gd name="T6" fmla="*/ 2 w 398"/>
                <a:gd name="T7" fmla="*/ 1 h 817"/>
                <a:gd name="T8" fmla="*/ 2 w 398"/>
                <a:gd name="T9" fmla="*/ 2 h 817"/>
                <a:gd name="T10" fmla="*/ 2 w 398"/>
                <a:gd name="T11" fmla="*/ 2 h 817"/>
                <a:gd name="T12" fmla="*/ 2 w 398"/>
                <a:gd name="T13" fmla="*/ 2 h 817"/>
                <a:gd name="T14" fmla="*/ 2 w 398"/>
                <a:gd name="T15" fmla="*/ 3 h 817"/>
                <a:gd name="T16" fmla="*/ 2 w 398"/>
                <a:gd name="T17" fmla="*/ 3 h 817"/>
                <a:gd name="T18" fmla="*/ 2 w 398"/>
                <a:gd name="T19" fmla="*/ 4 h 817"/>
                <a:gd name="T20" fmla="*/ 2 w 398"/>
                <a:gd name="T21" fmla="*/ 4 h 817"/>
                <a:gd name="T22" fmla="*/ 1 w 398"/>
                <a:gd name="T23" fmla="*/ 4 h 817"/>
                <a:gd name="T24" fmla="*/ 1 w 398"/>
                <a:gd name="T25" fmla="*/ 5 h 817"/>
                <a:gd name="T26" fmla="*/ 1 w 398"/>
                <a:gd name="T27" fmla="*/ 5 h 817"/>
                <a:gd name="T28" fmla="*/ 1 w 398"/>
                <a:gd name="T29" fmla="*/ 5 h 817"/>
                <a:gd name="T30" fmla="*/ 1 w 398"/>
                <a:gd name="T31" fmla="*/ 5 h 817"/>
                <a:gd name="T32" fmla="*/ 0 w 398"/>
                <a:gd name="T33" fmla="*/ 6 h 817"/>
                <a:gd name="T34" fmla="*/ 0 w 398"/>
                <a:gd name="T35" fmla="*/ 6 h 817"/>
                <a:gd name="T36" fmla="*/ 0 w 398"/>
                <a:gd name="T37" fmla="*/ 7 h 817"/>
                <a:gd name="T38" fmla="*/ 1 w 398"/>
                <a:gd name="T39" fmla="*/ 6 h 817"/>
                <a:gd name="T40" fmla="*/ 1 w 398"/>
                <a:gd name="T41" fmla="*/ 6 h 817"/>
                <a:gd name="T42" fmla="*/ 1 w 398"/>
                <a:gd name="T43" fmla="*/ 6 h 817"/>
                <a:gd name="T44" fmla="*/ 2 w 398"/>
                <a:gd name="T45" fmla="*/ 5 h 817"/>
                <a:gd name="T46" fmla="*/ 2 w 398"/>
                <a:gd name="T47" fmla="*/ 5 h 817"/>
                <a:gd name="T48" fmla="*/ 2 w 398"/>
                <a:gd name="T49" fmla="*/ 5 h 817"/>
                <a:gd name="T50" fmla="*/ 2 w 398"/>
                <a:gd name="T51" fmla="*/ 4 h 817"/>
                <a:gd name="T52" fmla="*/ 2 w 398"/>
                <a:gd name="T53" fmla="*/ 4 h 817"/>
                <a:gd name="T54" fmla="*/ 3 w 398"/>
                <a:gd name="T55" fmla="*/ 3 h 817"/>
                <a:gd name="T56" fmla="*/ 3 w 398"/>
                <a:gd name="T57" fmla="*/ 3 h 817"/>
                <a:gd name="T58" fmla="*/ 3 w 398"/>
                <a:gd name="T59" fmla="*/ 3 h 817"/>
                <a:gd name="T60" fmla="*/ 3 w 398"/>
                <a:gd name="T61" fmla="*/ 2 h 817"/>
                <a:gd name="T62" fmla="*/ 3 w 398"/>
                <a:gd name="T63" fmla="*/ 2 h 817"/>
                <a:gd name="T64" fmla="*/ 3 w 398"/>
                <a:gd name="T65" fmla="*/ 1 h 817"/>
                <a:gd name="T66" fmla="*/ 3 w 398"/>
                <a:gd name="T67" fmla="*/ 1 h 817"/>
                <a:gd name="T68" fmla="*/ 3 w 398"/>
                <a:gd name="T69" fmla="*/ 0 h 817"/>
                <a:gd name="T70" fmla="*/ 3 w 398"/>
                <a:gd name="T71" fmla="*/ 0 h 817"/>
                <a:gd name="T72" fmla="*/ 3 w 398"/>
                <a:gd name="T73" fmla="*/ 0 h 817"/>
                <a:gd name="T74" fmla="*/ 3 w 398"/>
                <a:gd name="T75" fmla="*/ 0 h 817"/>
                <a:gd name="T76" fmla="*/ 3 w 398"/>
                <a:gd name="T77" fmla="*/ 0 h 817"/>
                <a:gd name="T78" fmla="*/ 3 w 398"/>
                <a:gd name="T79" fmla="*/ 0 h 817"/>
                <a:gd name="T80" fmla="*/ 3 w 398"/>
                <a:gd name="T81" fmla="*/ 0 h 817"/>
                <a:gd name="T82" fmla="*/ 3 w 398"/>
                <a:gd name="T83" fmla="*/ 0 h 817"/>
                <a:gd name="T84" fmla="*/ 3 w 398"/>
                <a:gd name="T85" fmla="*/ 0 h 817"/>
                <a:gd name="T86" fmla="*/ 2 w 398"/>
                <a:gd name="T87" fmla="*/ 0 h 817"/>
                <a:gd name="T88" fmla="*/ 2 w 398"/>
                <a:gd name="T89" fmla="*/ 0 h 817"/>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398"/>
                <a:gd name="T136" fmla="*/ 0 h 817"/>
                <a:gd name="T137" fmla="*/ 398 w 398"/>
                <a:gd name="T138" fmla="*/ 817 h 817"/>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398" h="817">
                  <a:moveTo>
                    <a:pt x="304" y="47"/>
                  </a:moveTo>
                  <a:lnTo>
                    <a:pt x="304" y="47"/>
                  </a:lnTo>
                  <a:lnTo>
                    <a:pt x="301" y="97"/>
                  </a:lnTo>
                  <a:lnTo>
                    <a:pt x="297" y="147"/>
                  </a:lnTo>
                  <a:lnTo>
                    <a:pt x="291" y="198"/>
                  </a:lnTo>
                  <a:lnTo>
                    <a:pt x="280" y="247"/>
                  </a:lnTo>
                  <a:lnTo>
                    <a:pt x="268" y="297"/>
                  </a:lnTo>
                  <a:lnTo>
                    <a:pt x="253" y="347"/>
                  </a:lnTo>
                  <a:lnTo>
                    <a:pt x="236" y="395"/>
                  </a:lnTo>
                  <a:lnTo>
                    <a:pt x="217" y="442"/>
                  </a:lnTo>
                  <a:lnTo>
                    <a:pt x="195" y="487"/>
                  </a:lnTo>
                  <a:lnTo>
                    <a:pt x="171" y="532"/>
                  </a:lnTo>
                  <a:lnTo>
                    <a:pt x="147" y="574"/>
                  </a:lnTo>
                  <a:lnTo>
                    <a:pt x="121" y="613"/>
                  </a:lnTo>
                  <a:lnTo>
                    <a:pt x="93" y="650"/>
                  </a:lnTo>
                  <a:lnTo>
                    <a:pt x="64" y="684"/>
                  </a:lnTo>
                  <a:lnTo>
                    <a:pt x="32" y="716"/>
                  </a:lnTo>
                  <a:lnTo>
                    <a:pt x="0" y="744"/>
                  </a:lnTo>
                  <a:lnTo>
                    <a:pt x="59" y="817"/>
                  </a:lnTo>
                  <a:lnTo>
                    <a:pt x="95" y="784"/>
                  </a:lnTo>
                  <a:lnTo>
                    <a:pt x="132" y="748"/>
                  </a:lnTo>
                  <a:lnTo>
                    <a:pt x="166" y="709"/>
                  </a:lnTo>
                  <a:lnTo>
                    <a:pt x="196" y="667"/>
                  </a:lnTo>
                  <a:lnTo>
                    <a:pt x="227" y="623"/>
                  </a:lnTo>
                  <a:lnTo>
                    <a:pt x="253" y="576"/>
                  </a:lnTo>
                  <a:lnTo>
                    <a:pt x="279" y="530"/>
                  </a:lnTo>
                  <a:lnTo>
                    <a:pt x="301" y="479"/>
                  </a:lnTo>
                  <a:lnTo>
                    <a:pt x="323" y="428"/>
                  </a:lnTo>
                  <a:lnTo>
                    <a:pt x="342" y="375"/>
                  </a:lnTo>
                  <a:lnTo>
                    <a:pt x="359" y="321"/>
                  </a:lnTo>
                  <a:lnTo>
                    <a:pt x="372" y="268"/>
                  </a:lnTo>
                  <a:lnTo>
                    <a:pt x="382" y="212"/>
                  </a:lnTo>
                  <a:lnTo>
                    <a:pt x="391" y="157"/>
                  </a:lnTo>
                  <a:lnTo>
                    <a:pt x="395" y="102"/>
                  </a:lnTo>
                  <a:lnTo>
                    <a:pt x="398" y="47"/>
                  </a:lnTo>
                  <a:lnTo>
                    <a:pt x="394" y="27"/>
                  </a:lnTo>
                  <a:lnTo>
                    <a:pt x="383" y="11"/>
                  </a:lnTo>
                  <a:lnTo>
                    <a:pt x="368" y="3"/>
                  </a:lnTo>
                  <a:lnTo>
                    <a:pt x="351" y="0"/>
                  </a:lnTo>
                  <a:lnTo>
                    <a:pt x="333" y="3"/>
                  </a:lnTo>
                  <a:lnTo>
                    <a:pt x="319" y="11"/>
                  </a:lnTo>
                  <a:lnTo>
                    <a:pt x="307" y="27"/>
                  </a:lnTo>
                  <a:lnTo>
                    <a:pt x="304" y="4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0615" name="Freeform 37"/>
            <p:cNvSpPr>
              <a:spLocks/>
            </p:cNvSpPr>
            <p:nvPr/>
          </p:nvSpPr>
          <p:spPr bwMode="auto">
            <a:xfrm>
              <a:off x="1660" y="1701"/>
              <a:ext cx="19" cy="365"/>
            </a:xfrm>
            <a:custGeom>
              <a:avLst/>
              <a:gdLst>
                <a:gd name="T0" fmla="*/ 0 w 95"/>
                <a:gd name="T1" fmla="*/ 0 h 1826"/>
                <a:gd name="T2" fmla="*/ 0 w 95"/>
                <a:gd name="T3" fmla="*/ 0 h 1826"/>
                <a:gd name="T4" fmla="*/ 0 w 95"/>
                <a:gd name="T5" fmla="*/ 15 h 1826"/>
                <a:gd name="T6" fmla="*/ 1 w 95"/>
                <a:gd name="T7" fmla="*/ 15 h 1826"/>
                <a:gd name="T8" fmla="*/ 1 w 95"/>
                <a:gd name="T9" fmla="*/ 0 h 1826"/>
                <a:gd name="T10" fmla="*/ 1 w 95"/>
                <a:gd name="T11" fmla="*/ 0 h 1826"/>
                <a:gd name="T12" fmla="*/ 1 w 95"/>
                <a:gd name="T13" fmla="*/ 0 h 1826"/>
                <a:gd name="T14" fmla="*/ 1 w 95"/>
                <a:gd name="T15" fmla="*/ 0 h 1826"/>
                <a:gd name="T16" fmla="*/ 1 w 95"/>
                <a:gd name="T17" fmla="*/ 0 h 1826"/>
                <a:gd name="T18" fmla="*/ 1 w 95"/>
                <a:gd name="T19" fmla="*/ 0 h 1826"/>
                <a:gd name="T20" fmla="*/ 0 w 95"/>
                <a:gd name="T21" fmla="*/ 0 h 1826"/>
                <a:gd name="T22" fmla="*/ 0 w 95"/>
                <a:gd name="T23" fmla="*/ 0 h 1826"/>
                <a:gd name="T24" fmla="*/ 0 w 95"/>
                <a:gd name="T25" fmla="*/ 0 h 1826"/>
                <a:gd name="T26" fmla="*/ 0 w 95"/>
                <a:gd name="T27" fmla="*/ 0 h 1826"/>
                <a:gd name="T28" fmla="*/ 0 w 95"/>
                <a:gd name="T29" fmla="*/ 0 h 1826"/>
                <a:gd name="T30" fmla="*/ 0 w 95"/>
                <a:gd name="T31" fmla="*/ 0 h 182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95"/>
                <a:gd name="T49" fmla="*/ 0 h 1826"/>
                <a:gd name="T50" fmla="*/ 95 w 95"/>
                <a:gd name="T51" fmla="*/ 1826 h 182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95" h="1826">
                  <a:moveTo>
                    <a:pt x="0" y="49"/>
                  </a:moveTo>
                  <a:lnTo>
                    <a:pt x="0" y="47"/>
                  </a:lnTo>
                  <a:lnTo>
                    <a:pt x="1" y="1826"/>
                  </a:lnTo>
                  <a:lnTo>
                    <a:pt x="95" y="1826"/>
                  </a:lnTo>
                  <a:lnTo>
                    <a:pt x="93" y="47"/>
                  </a:lnTo>
                  <a:lnTo>
                    <a:pt x="93" y="45"/>
                  </a:lnTo>
                  <a:lnTo>
                    <a:pt x="93" y="47"/>
                  </a:lnTo>
                  <a:lnTo>
                    <a:pt x="90" y="27"/>
                  </a:lnTo>
                  <a:lnTo>
                    <a:pt x="79" y="12"/>
                  </a:lnTo>
                  <a:lnTo>
                    <a:pt x="64" y="4"/>
                  </a:lnTo>
                  <a:lnTo>
                    <a:pt x="47" y="0"/>
                  </a:lnTo>
                  <a:lnTo>
                    <a:pt x="29" y="4"/>
                  </a:lnTo>
                  <a:lnTo>
                    <a:pt x="15" y="12"/>
                  </a:lnTo>
                  <a:lnTo>
                    <a:pt x="3" y="27"/>
                  </a:lnTo>
                  <a:lnTo>
                    <a:pt x="0" y="47"/>
                  </a:lnTo>
                  <a:lnTo>
                    <a:pt x="0" y="4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0616" name="Freeform 38"/>
            <p:cNvSpPr>
              <a:spLocks/>
            </p:cNvSpPr>
            <p:nvPr/>
          </p:nvSpPr>
          <p:spPr bwMode="auto">
            <a:xfrm>
              <a:off x="1598" y="1598"/>
              <a:ext cx="81" cy="113"/>
            </a:xfrm>
            <a:custGeom>
              <a:avLst/>
              <a:gdLst>
                <a:gd name="T0" fmla="*/ 0 w 401"/>
                <a:gd name="T1" fmla="*/ 1 h 566"/>
                <a:gd name="T2" fmla="*/ 0 w 401"/>
                <a:gd name="T3" fmla="*/ 1 h 566"/>
                <a:gd name="T4" fmla="*/ 0 w 401"/>
                <a:gd name="T5" fmla="*/ 1 h 566"/>
                <a:gd name="T6" fmla="*/ 1 w 401"/>
                <a:gd name="T7" fmla="*/ 1 h 566"/>
                <a:gd name="T8" fmla="*/ 1 w 401"/>
                <a:gd name="T9" fmla="*/ 1 h 566"/>
                <a:gd name="T10" fmla="*/ 1 w 401"/>
                <a:gd name="T11" fmla="*/ 1 h 566"/>
                <a:gd name="T12" fmla="*/ 1 w 401"/>
                <a:gd name="T13" fmla="*/ 2 h 566"/>
                <a:gd name="T14" fmla="*/ 1 w 401"/>
                <a:gd name="T15" fmla="*/ 2 h 566"/>
                <a:gd name="T16" fmla="*/ 2 w 401"/>
                <a:gd name="T17" fmla="*/ 2 h 566"/>
                <a:gd name="T18" fmla="*/ 2 w 401"/>
                <a:gd name="T19" fmla="*/ 2 h 566"/>
                <a:gd name="T20" fmla="*/ 2 w 401"/>
                <a:gd name="T21" fmla="*/ 2 h 566"/>
                <a:gd name="T22" fmla="*/ 2 w 401"/>
                <a:gd name="T23" fmla="*/ 3 h 566"/>
                <a:gd name="T24" fmla="*/ 2 w 401"/>
                <a:gd name="T25" fmla="*/ 3 h 566"/>
                <a:gd name="T26" fmla="*/ 2 w 401"/>
                <a:gd name="T27" fmla="*/ 3 h 566"/>
                <a:gd name="T28" fmla="*/ 2 w 401"/>
                <a:gd name="T29" fmla="*/ 4 h 566"/>
                <a:gd name="T30" fmla="*/ 2 w 401"/>
                <a:gd name="T31" fmla="*/ 4 h 566"/>
                <a:gd name="T32" fmla="*/ 2 w 401"/>
                <a:gd name="T33" fmla="*/ 4 h 566"/>
                <a:gd name="T34" fmla="*/ 3 w 401"/>
                <a:gd name="T35" fmla="*/ 5 h 566"/>
                <a:gd name="T36" fmla="*/ 3 w 401"/>
                <a:gd name="T37" fmla="*/ 4 h 566"/>
                <a:gd name="T38" fmla="*/ 3 w 401"/>
                <a:gd name="T39" fmla="*/ 4 h 566"/>
                <a:gd name="T40" fmla="*/ 3 w 401"/>
                <a:gd name="T41" fmla="*/ 4 h 566"/>
                <a:gd name="T42" fmla="*/ 3 w 401"/>
                <a:gd name="T43" fmla="*/ 3 h 566"/>
                <a:gd name="T44" fmla="*/ 3 w 401"/>
                <a:gd name="T45" fmla="*/ 3 h 566"/>
                <a:gd name="T46" fmla="*/ 3 w 401"/>
                <a:gd name="T47" fmla="*/ 3 h 566"/>
                <a:gd name="T48" fmla="*/ 3 w 401"/>
                <a:gd name="T49" fmla="*/ 2 h 566"/>
                <a:gd name="T50" fmla="*/ 3 w 401"/>
                <a:gd name="T51" fmla="*/ 2 h 566"/>
                <a:gd name="T52" fmla="*/ 2 w 401"/>
                <a:gd name="T53" fmla="*/ 2 h 566"/>
                <a:gd name="T54" fmla="*/ 2 w 401"/>
                <a:gd name="T55" fmla="*/ 2 h 566"/>
                <a:gd name="T56" fmla="*/ 2 w 401"/>
                <a:gd name="T57" fmla="*/ 1 h 566"/>
                <a:gd name="T58" fmla="*/ 2 w 401"/>
                <a:gd name="T59" fmla="*/ 1 h 566"/>
                <a:gd name="T60" fmla="*/ 2 w 401"/>
                <a:gd name="T61" fmla="*/ 1 h 566"/>
                <a:gd name="T62" fmla="*/ 1 w 401"/>
                <a:gd name="T63" fmla="*/ 1 h 566"/>
                <a:gd name="T64" fmla="*/ 1 w 401"/>
                <a:gd name="T65" fmla="*/ 0 h 566"/>
                <a:gd name="T66" fmla="*/ 1 w 401"/>
                <a:gd name="T67" fmla="*/ 0 h 566"/>
                <a:gd name="T68" fmla="*/ 1 w 401"/>
                <a:gd name="T69" fmla="*/ 0 h 566"/>
                <a:gd name="T70" fmla="*/ 1 w 401"/>
                <a:gd name="T71" fmla="*/ 0 h 566"/>
                <a:gd name="T72" fmla="*/ 1 w 401"/>
                <a:gd name="T73" fmla="*/ 0 h 566"/>
                <a:gd name="T74" fmla="*/ 0 w 401"/>
                <a:gd name="T75" fmla="*/ 0 h 566"/>
                <a:gd name="T76" fmla="*/ 0 w 401"/>
                <a:gd name="T77" fmla="*/ 0 h 566"/>
                <a:gd name="T78" fmla="*/ 0 w 401"/>
                <a:gd name="T79" fmla="*/ 0 h 566"/>
                <a:gd name="T80" fmla="*/ 0 w 401"/>
                <a:gd name="T81" fmla="*/ 0 h 566"/>
                <a:gd name="T82" fmla="*/ 0 w 401"/>
                <a:gd name="T83" fmla="*/ 0 h 566"/>
                <a:gd name="T84" fmla="*/ 0 w 401"/>
                <a:gd name="T85" fmla="*/ 0 h 566"/>
                <a:gd name="T86" fmla="*/ 0 w 401"/>
                <a:gd name="T87" fmla="*/ 1 h 566"/>
                <a:gd name="T88" fmla="*/ 0 w 401"/>
                <a:gd name="T89" fmla="*/ 1 h 56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401"/>
                <a:gd name="T136" fmla="*/ 0 h 566"/>
                <a:gd name="T137" fmla="*/ 401 w 401"/>
                <a:gd name="T138" fmla="*/ 566 h 566"/>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401" h="566">
                  <a:moveTo>
                    <a:pt x="23" y="88"/>
                  </a:moveTo>
                  <a:lnTo>
                    <a:pt x="23" y="88"/>
                  </a:lnTo>
                  <a:lnTo>
                    <a:pt x="53" y="107"/>
                  </a:lnTo>
                  <a:lnTo>
                    <a:pt x="83" y="125"/>
                  </a:lnTo>
                  <a:lnTo>
                    <a:pt x="108" y="147"/>
                  </a:lnTo>
                  <a:lnTo>
                    <a:pt x="135" y="171"/>
                  </a:lnTo>
                  <a:lnTo>
                    <a:pt x="160" y="196"/>
                  </a:lnTo>
                  <a:lnTo>
                    <a:pt x="182" y="223"/>
                  </a:lnTo>
                  <a:lnTo>
                    <a:pt x="205" y="251"/>
                  </a:lnTo>
                  <a:lnTo>
                    <a:pt x="223" y="281"/>
                  </a:lnTo>
                  <a:lnTo>
                    <a:pt x="240" y="312"/>
                  </a:lnTo>
                  <a:lnTo>
                    <a:pt x="256" y="345"/>
                  </a:lnTo>
                  <a:lnTo>
                    <a:pt x="270" y="379"/>
                  </a:lnTo>
                  <a:lnTo>
                    <a:pt x="282" y="414"/>
                  </a:lnTo>
                  <a:lnTo>
                    <a:pt x="291" y="450"/>
                  </a:lnTo>
                  <a:lnTo>
                    <a:pt x="299" y="488"/>
                  </a:lnTo>
                  <a:lnTo>
                    <a:pt x="304" y="526"/>
                  </a:lnTo>
                  <a:lnTo>
                    <a:pt x="308" y="566"/>
                  </a:lnTo>
                  <a:lnTo>
                    <a:pt x="401" y="562"/>
                  </a:lnTo>
                  <a:lnTo>
                    <a:pt x="398" y="517"/>
                  </a:lnTo>
                  <a:lnTo>
                    <a:pt x="391" y="471"/>
                  </a:lnTo>
                  <a:lnTo>
                    <a:pt x="383" y="429"/>
                  </a:lnTo>
                  <a:lnTo>
                    <a:pt x="371" y="386"/>
                  </a:lnTo>
                  <a:lnTo>
                    <a:pt x="357" y="346"/>
                  </a:lnTo>
                  <a:lnTo>
                    <a:pt x="340" y="307"/>
                  </a:lnTo>
                  <a:lnTo>
                    <a:pt x="324" y="270"/>
                  </a:lnTo>
                  <a:lnTo>
                    <a:pt x="303" y="232"/>
                  </a:lnTo>
                  <a:lnTo>
                    <a:pt x="280" y="197"/>
                  </a:lnTo>
                  <a:lnTo>
                    <a:pt x="255" y="164"/>
                  </a:lnTo>
                  <a:lnTo>
                    <a:pt x="228" y="132"/>
                  </a:lnTo>
                  <a:lnTo>
                    <a:pt x="199" y="103"/>
                  </a:lnTo>
                  <a:lnTo>
                    <a:pt x="169" y="76"/>
                  </a:lnTo>
                  <a:lnTo>
                    <a:pt x="137" y="50"/>
                  </a:lnTo>
                  <a:lnTo>
                    <a:pt x="103" y="27"/>
                  </a:lnTo>
                  <a:lnTo>
                    <a:pt x="67" y="6"/>
                  </a:lnTo>
                  <a:lnTo>
                    <a:pt x="48" y="0"/>
                  </a:lnTo>
                  <a:lnTo>
                    <a:pt x="30" y="2"/>
                  </a:lnTo>
                  <a:lnTo>
                    <a:pt x="16" y="12"/>
                  </a:lnTo>
                  <a:lnTo>
                    <a:pt x="5" y="25"/>
                  </a:lnTo>
                  <a:lnTo>
                    <a:pt x="0" y="41"/>
                  </a:lnTo>
                  <a:lnTo>
                    <a:pt x="0" y="59"/>
                  </a:lnTo>
                  <a:lnTo>
                    <a:pt x="8" y="75"/>
                  </a:lnTo>
                  <a:lnTo>
                    <a:pt x="23"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0617" name="Freeform 39"/>
            <p:cNvSpPr>
              <a:spLocks/>
            </p:cNvSpPr>
            <p:nvPr/>
          </p:nvSpPr>
          <p:spPr bwMode="auto">
            <a:xfrm>
              <a:off x="1346" y="1455"/>
              <a:ext cx="266" cy="160"/>
            </a:xfrm>
            <a:custGeom>
              <a:avLst/>
              <a:gdLst>
                <a:gd name="T0" fmla="*/ 0 w 1330"/>
                <a:gd name="T1" fmla="*/ 1 h 801"/>
                <a:gd name="T2" fmla="*/ 0 w 1330"/>
                <a:gd name="T3" fmla="*/ 1 h 801"/>
                <a:gd name="T4" fmla="*/ 10 w 1330"/>
                <a:gd name="T5" fmla="*/ 6 h 801"/>
                <a:gd name="T6" fmla="*/ 11 w 1330"/>
                <a:gd name="T7" fmla="*/ 6 h 801"/>
                <a:gd name="T8" fmla="*/ 1 w 1330"/>
                <a:gd name="T9" fmla="*/ 0 h 801"/>
                <a:gd name="T10" fmla="*/ 1 w 1330"/>
                <a:gd name="T11" fmla="*/ 0 h 801"/>
                <a:gd name="T12" fmla="*/ 1 w 1330"/>
                <a:gd name="T13" fmla="*/ 0 h 801"/>
                <a:gd name="T14" fmla="*/ 0 w 1330"/>
                <a:gd name="T15" fmla="*/ 0 h 801"/>
                <a:gd name="T16" fmla="*/ 0 w 1330"/>
                <a:gd name="T17" fmla="*/ 0 h 801"/>
                <a:gd name="T18" fmla="*/ 0 w 1330"/>
                <a:gd name="T19" fmla="*/ 0 h 801"/>
                <a:gd name="T20" fmla="*/ 0 w 1330"/>
                <a:gd name="T21" fmla="*/ 0 h 801"/>
                <a:gd name="T22" fmla="*/ 0 w 1330"/>
                <a:gd name="T23" fmla="*/ 0 h 801"/>
                <a:gd name="T24" fmla="*/ 0 w 1330"/>
                <a:gd name="T25" fmla="*/ 0 h 801"/>
                <a:gd name="T26" fmla="*/ 0 w 1330"/>
                <a:gd name="T27" fmla="*/ 1 h 801"/>
                <a:gd name="T28" fmla="*/ 0 w 1330"/>
                <a:gd name="T29" fmla="*/ 1 h 801"/>
                <a:gd name="T30" fmla="*/ 0 w 1330"/>
                <a:gd name="T31" fmla="*/ 1 h 801"/>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30"/>
                <a:gd name="T49" fmla="*/ 0 h 801"/>
                <a:gd name="T50" fmla="*/ 1330 w 1330"/>
                <a:gd name="T51" fmla="*/ 801 h 801"/>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30" h="801">
                  <a:moveTo>
                    <a:pt x="24" y="88"/>
                  </a:moveTo>
                  <a:lnTo>
                    <a:pt x="23" y="88"/>
                  </a:lnTo>
                  <a:lnTo>
                    <a:pt x="1286" y="801"/>
                  </a:lnTo>
                  <a:lnTo>
                    <a:pt x="1330" y="719"/>
                  </a:lnTo>
                  <a:lnTo>
                    <a:pt x="67" y="6"/>
                  </a:lnTo>
                  <a:lnTo>
                    <a:pt x="66" y="6"/>
                  </a:lnTo>
                  <a:lnTo>
                    <a:pt x="67" y="6"/>
                  </a:lnTo>
                  <a:lnTo>
                    <a:pt x="48" y="0"/>
                  </a:lnTo>
                  <a:lnTo>
                    <a:pt x="30" y="2"/>
                  </a:lnTo>
                  <a:lnTo>
                    <a:pt x="16" y="12"/>
                  </a:lnTo>
                  <a:lnTo>
                    <a:pt x="5" y="25"/>
                  </a:lnTo>
                  <a:lnTo>
                    <a:pt x="0" y="41"/>
                  </a:lnTo>
                  <a:lnTo>
                    <a:pt x="0" y="59"/>
                  </a:lnTo>
                  <a:lnTo>
                    <a:pt x="8" y="75"/>
                  </a:lnTo>
                  <a:lnTo>
                    <a:pt x="23" y="88"/>
                  </a:lnTo>
                  <a:lnTo>
                    <a:pt x="24"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0618" name="Freeform 40"/>
            <p:cNvSpPr>
              <a:spLocks/>
            </p:cNvSpPr>
            <p:nvPr/>
          </p:nvSpPr>
          <p:spPr bwMode="auto">
            <a:xfrm>
              <a:off x="1198" y="1439"/>
              <a:ext cx="161" cy="35"/>
            </a:xfrm>
            <a:custGeom>
              <a:avLst/>
              <a:gdLst>
                <a:gd name="T0" fmla="*/ 1 w 806"/>
                <a:gd name="T1" fmla="*/ 1 h 177"/>
                <a:gd name="T2" fmla="*/ 1 w 806"/>
                <a:gd name="T3" fmla="*/ 1 h 177"/>
                <a:gd name="T4" fmla="*/ 1 w 806"/>
                <a:gd name="T5" fmla="*/ 1 h 177"/>
                <a:gd name="T6" fmla="*/ 1 w 806"/>
                <a:gd name="T7" fmla="*/ 1 h 177"/>
                <a:gd name="T8" fmla="*/ 2 w 806"/>
                <a:gd name="T9" fmla="*/ 1 h 177"/>
                <a:gd name="T10" fmla="*/ 2 w 806"/>
                <a:gd name="T11" fmla="*/ 1 h 177"/>
                <a:gd name="T12" fmla="*/ 2 w 806"/>
                <a:gd name="T13" fmla="*/ 1 h 177"/>
                <a:gd name="T14" fmla="*/ 3 w 806"/>
                <a:gd name="T15" fmla="*/ 1 h 177"/>
                <a:gd name="T16" fmla="*/ 3 w 806"/>
                <a:gd name="T17" fmla="*/ 1 h 177"/>
                <a:gd name="T18" fmla="*/ 3 w 806"/>
                <a:gd name="T19" fmla="*/ 1 h 177"/>
                <a:gd name="T20" fmla="*/ 4 w 806"/>
                <a:gd name="T21" fmla="*/ 1 h 177"/>
                <a:gd name="T22" fmla="*/ 4 w 806"/>
                <a:gd name="T23" fmla="*/ 1 h 177"/>
                <a:gd name="T24" fmla="*/ 5 w 806"/>
                <a:gd name="T25" fmla="*/ 1 h 177"/>
                <a:gd name="T26" fmla="*/ 5 w 806"/>
                <a:gd name="T27" fmla="*/ 1 h 177"/>
                <a:gd name="T28" fmla="*/ 5 w 806"/>
                <a:gd name="T29" fmla="*/ 1 h 177"/>
                <a:gd name="T30" fmla="*/ 6 w 806"/>
                <a:gd name="T31" fmla="*/ 1 h 177"/>
                <a:gd name="T32" fmla="*/ 6 w 806"/>
                <a:gd name="T33" fmla="*/ 1 h 177"/>
                <a:gd name="T34" fmla="*/ 6 w 806"/>
                <a:gd name="T35" fmla="*/ 1 h 177"/>
                <a:gd name="T36" fmla="*/ 6 w 806"/>
                <a:gd name="T37" fmla="*/ 1 h 177"/>
                <a:gd name="T38" fmla="*/ 6 w 806"/>
                <a:gd name="T39" fmla="*/ 1 h 177"/>
                <a:gd name="T40" fmla="*/ 6 w 806"/>
                <a:gd name="T41" fmla="*/ 0 h 177"/>
                <a:gd name="T42" fmla="*/ 5 w 806"/>
                <a:gd name="T43" fmla="*/ 0 h 177"/>
                <a:gd name="T44" fmla="*/ 5 w 806"/>
                <a:gd name="T45" fmla="*/ 0 h 177"/>
                <a:gd name="T46" fmla="*/ 5 w 806"/>
                <a:gd name="T47" fmla="*/ 0 h 177"/>
                <a:gd name="T48" fmla="*/ 4 w 806"/>
                <a:gd name="T49" fmla="*/ 0 h 177"/>
                <a:gd name="T50" fmla="*/ 4 w 806"/>
                <a:gd name="T51" fmla="*/ 0 h 177"/>
                <a:gd name="T52" fmla="*/ 3 w 806"/>
                <a:gd name="T53" fmla="*/ 0 h 177"/>
                <a:gd name="T54" fmla="*/ 3 w 806"/>
                <a:gd name="T55" fmla="*/ 0 h 177"/>
                <a:gd name="T56" fmla="*/ 3 w 806"/>
                <a:gd name="T57" fmla="*/ 0 h 177"/>
                <a:gd name="T58" fmla="*/ 2 w 806"/>
                <a:gd name="T59" fmla="*/ 0 h 177"/>
                <a:gd name="T60" fmla="*/ 2 w 806"/>
                <a:gd name="T61" fmla="*/ 0 h 177"/>
                <a:gd name="T62" fmla="*/ 1 w 806"/>
                <a:gd name="T63" fmla="*/ 0 h 177"/>
                <a:gd name="T64" fmla="*/ 1 w 806"/>
                <a:gd name="T65" fmla="*/ 0 h 177"/>
                <a:gd name="T66" fmla="*/ 1 w 806"/>
                <a:gd name="T67" fmla="*/ 1 h 177"/>
                <a:gd name="T68" fmla="*/ 0 w 806"/>
                <a:gd name="T69" fmla="*/ 1 h 177"/>
                <a:gd name="T70" fmla="*/ 0 w 806"/>
                <a:gd name="T71" fmla="*/ 1 h 177"/>
                <a:gd name="T72" fmla="*/ 0 w 806"/>
                <a:gd name="T73" fmla="*/ 1 h 177"/>
                <a:gd name="T74" fmla="*/ 0 w 806"/>
                <a:gd name="T75" fmla="*/ 1 h 177"/>
                <a:gd name="T76" fmla="*/ 0 w 806"/>
                <a:gd name="T77" fmla="*/ 1 h 177"/>
                <a:gd name="T78" fmla="*/ 0 w 806"/>
                <a:gd name="T79" fmla="*/ 1 h 177"/>
                <a:gd name="T80" fmla="*/ 0 w 806"/>
                <a:gd name="T81" fmla="*/ 1 h 177"/>
                <a:gd name="T82" fmla="*/ 0 w 806"/>
                <a:gd name="T83" fmla="*/ 1 h 177"/>
                <a:gd name="T84" fmla="*/ 0 w 806"/>
                <a:gd name="T85" fmla="*/ 1 h 177"/>
                <a:gd name="T86" fmla="*/ 0 w 806"/>
                <a:gd name="T87" fmla="*/ 1 h 177"/>
                <a:gd name="T88" fmla="*/ 1 w 806"/>
                <a:gd name="T89" fmla="*/ 1 h 177"/>
                <a:gd name="T90" fmla="*/ 1 w 806"/>
                <a:gd name="T91" fmla="*/ 1 h 17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806"/>
                <a:gd name="T139" fmla="*/ 0 h 177"/>
                <a:gd name="T140" fmla="*/ 806 w 806"/>
                <a:gd name="T141" fmla="*/ 177 h 17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806" h="177">
                  <a:moveTo>
                    <a:pt x="67" y="171"/>
                  </a:moveTo>
                  <a:lnTo>
                    <a:pt x="68" y="171"/>
                  </a:lnTo>
                  <a:lnTo>
                    <a:pt x="109" y="151"/>
                  </a:lnTo>
                  <a:lnTo>
                    <a:pt x="151" y="135"/>
                  </a:lnTo>
                  <a:lnTo>
                    <a:pt x="196" y="122"/>
                  </a:lnTo>
                  <a:lnTo>
                    <a:pt x="242" y="110"/>
                  </a:lnTo>
                  <a:lnTo>
                    <a:pt x="287" y="102"/>
                  </a:lnTo>
                  <a:lnTo>
                    <a:pt x="335" y="97"/>
                  </a:lnTo>
                  <a:lnTo>
                    <a:pt x="382" y="95"/>
                  </a:lnTo>
                  <a:lnTo>
                    <a:pt x="430" y="94"/>
                  </a:lnTo>
                  <a:lnTo>
                    <a:pt x="477" y="97"/>
                  </a:lnTo>
                  <a:lnTo>
                    <a:pt x="524" y="102"/>
                  </a:lnTo>
                  <a:lnTo>
                    <a:pt x="568" y="108"/>
                  </a:lnTo>
                  <a:lnTo>
                    <a:pt x="612" y="117"/>
                  </a:lnTo>
                  <a:lnTo>
                    <a:pt x="654" y="128"/>
                  </a:lnTo>
                  <a:lnTo>
                    <a:pt x="693" y="141"/>
                  </a:lnTo>
                  <a:lnTo>
                    <a:pt x="730" y="155"/>
                  </a:lnTo>
                  <a:lnTo>
                    <a:pt x="764" y="171"/>
                  </a:lnTo>
                  <a:lnTo>
                    <a:pt x="806" y="89"/>
                  </a:lnTo>
                  <a:lnTo>
                    <a:pt x="768" y="70"/>
                  </a:lnTo>
                  <a:lnTo>
                    <a:pt x="725" y="54"/>
                  </a:lnTo>
                  <a:lnTo>
                    <a:pt x="680" y="39"/>
                  </a:lnTo>
                  <a:lnTo>
                    <a:pt x="633" y="26"/>
                  </a:lnTo>
                  <a:lnTo>
                    <a:pt x="585" y="16"/>
                  </a:lnTo>
                  <a:lnTo>
                    <a:pt x="536" y="8"/>
                  </a:lnTo>
                  <a:lnTo>
                    <a:pt x="484" y="3"/>
                  </a:lnTo>
                  <a:lnTo>
                    <a:pt x="433" y="0"/>
                  </a:lnTo>
                  <a:lnTo>
                    <a:pt x="380" y="1"/>
                  </a:lnTo>
                  <a:lnTo>
                    <a:pt x="328" y="3"/>
                  </a:lnTo>
                  <a:lnTo>
                    <a:pt x="276" y="10"/>
                  </a:lnTo>
                  <a:lnTo>
                    <a:pt x="223" y="19"/>
                  </a:lnTo>
                  <a:lnTo>
                    <a:pt x="172" y="30"/>
                  </a:lnTo>
                  <a:lnTo>
                    <a:pt x="121" y="46"/>
                  </a:lnTo>
                  <a:lnTo>
                    <a:pt x="72" y="67"/>
                  </a:lnTo>
                  <a:lnTo>
                    <a:pt x="24" y="89"/>
                  </a:lnTo>
                  <a:lnTo>
                    <a:pt x="25" y="89"/>
                  </a:lnTo>
                  <a:lnTo>
                    <a:pt x="24" y="89"/>
                  </a:lnTo>
                  <a:lnTo>
                    <a:pt x="8" y="102"/>
                  </a:lnTo>
                  <a:lnTo>
                    <a:pt x="0" y="118"/>
                  </a:lnTo>
                  <a:lnTo>
                    <a:pt x="0" y="136"/>
                  </a:lnTo>
                  <a:lnTo>
                    <a:pt x="6" y="152"/>
                  </a:lnTo>
                  <a:lnTo>
                    <a:pt x="17" y="165"/>
                  </a:lnTo>
                  <a:lnTo>
                    <a:pt x="31" y="175"/>
                  </a:lnTo>
                  <a:lnTo>
                    <a:pt x="48" y="177"/>
                  </a:lnTo>
                  <a:lnTo>
                    <a:pt x="68" y="171"/>
                  </a:lnTo>
                  <a:lnTo>
                    <a:pt x="67" y="1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0619" name="Freeform 41"/>
            <p:cNvSpPr>
              <a:spLocks/>
            </p:cNvSpPr>
            <p:nvPr/>
          </p:nvSpPr>
          <p:spPr bwMode="auto">
            <a:xfrm>
              <a:off x="931" y="1456"/>
              <a:ext cx="280" cy="158"/>
            </a:xfrm>
            <a:custGeom>
              <a:avLst/>
              <a:gdLst>
                <a:gd name="T0" fmla="*/ 1 w 1402"/>
                <a:gd name="T1" fmla="*/ 6 h 787"/>
                <a:gd name="T2" fmla="*/ 1 w 1402"/>
                <a:gd name="T3" fmla="*/ 6 h 787"/>
                <a:gd name="T4" fmla="*/ 11 w 1402"/>
                <a:gd name="T5" fmla="*/ 1 h 787"/>
                <a:gd name="T6" fmla="*/ 11 w 1402"/>
                <a:gd name="T7" fmla="*/ 0 h 787"/>
                <a:gd name="T8" fmla="*/ 0 w 1402"/>
                <a:gd name="T9" fmla="*/ 6 h 787"/>
                <a:gd name="T10" fmla="*/ 0 w 1402"/>
                <a:gd name="T11" fmla="*/ 6 h 787"/>
                <a:gd name="T12" fmla="*/ 0 w 1402"/>
                <a:gd name="T13" fmla="*/ 6 h 787"/>
                <a:gd name="T14" fmla="*/ 0 w 1402"/>
                <a:gd name="T15" fmla="*/ 6 h 787"/>
                <a:gd name="T16" fmla="*/ 0 w 1402"/>
                <a:gd name="T17" fmla="*/ 6 h 787"/>
                <a:gd name="T18" fmla="*/ 0 w 1402"/>
                <a:gd name="T19" fmla="*/ 6 h 787"/>
                <a:gd name="T20" fmla="*/ 0 w 1402"/>
                <a:gd name="T21" fmla="*/ 6 h 787"/>
                <a:gd name="T22" fmla="*/ 0 w 1402"/>
                <a:gd name="T23" fmla="*/ 6 h 787"/>
                <a:gd name="T24" fmla="*/ 0 w 1402"/>
                <a:gd name="T25" fmla="*/ 6 h 787"/>
                <a:gd name="T26" fmla="*/ 0 w 1402"/>
                <a:gd name="T27" fmla="*/ 6 h 787"/>
                <a:gd name="T28" fmla="*/ 1 w 1402"/>
                <a:gd name="T29" fmla="*/ 6 h 787"/>
                <a:gd name="T30" fmla="*/ 1 w 1402"/>
                <a:gd name="T31" fmla="*/ 6 h 78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02"/>
                <a:gd name="T49" fmla="*/ 0 h 787"/>
                <a:gd name="T50" fmla="*/ 1402 w 1402"/>
                <a:gd name="T51" fmla="*/ 787 h 78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02" h="787">
                  <a:moveTo>
                    <a:pt x="69" y="781"/>
                  </a:moveTo>
                  <a:lnTo>
                    <a:pt x="66" y="781"/>
                  </a:lnTo>
                  <a:lnTo>
                    <a:pt x="1402" y="82"/>
                  </a:lnTo>
                  <a:lnTo>
                    <a:pt x="1360" y="0"/>
                  </a:lnTo>
                  <a:lnTo>
                    <a:pt x="24" y="699"/>
                  </a:lnTo>
                  <a:lnTo>
                    <a:pt x="22" y="699"/>
                  </a:lnTo>
                  <a:lnTo>
                    <a:pt x="24" y="699"/>
                  </a:lnTo>
                  <a:lnTo>
                    <a:pt x="8" y="712"/>
                  </a:lnTo>
                  <a:lnTo>
                    <a:pt x="1" y="727"/>
                  </a:lnTo>
                  <a:lnTo>
                    <a:pt x="0" y="744"/>
                  </a:lnTo>
                  <a:lnTo>
                    <a:pt x="5" y="761"/>
                  </a:lnTo>
                  <a:lnTo>
                    <a:pt x="15" y="775"/>
                  </a:lnTo>
                  <a:lnTo>
                    <a:pt x="30" y="784"/>
                  </a:lnTo>
                  <a:lnTo>
                    <a:pt x="46" y="787"/>
                  </a:lnTo>
                  <a:lnTo>
                    <a:pt x="66" y="781"/>
                  </a:lnTo>
                  <a:lnTo>
                    <a:pt x="69" y="7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0620" name="Freeform 42"/>
            <p:cNvSpPr>
              <a:spLocks/>
            </p:cNvSpPr>
            <p:nvPr/>
          </p:nvSpPr>
          <p:spPr bwMode="auto">
            <a:xfrm>
              <a:off x="868" y="1596"/>
              <a:ext cx="77" cy="126"/>
            </a:xfrm>
            <a:custGeom>
              <a:avLst/>
              <a:gdLst>
                <a:gd name="T0" fmla="*/ 1 w 382"/>
                <a:gd name="T1" fmla="*/ 5 h 628"/>
                <a:gd name="T2" fmla="*/ 1 w 382"/>
                <a:gd name="T3" fmla="*/ 5 h 628"/>
                <a:gd name="T4" fmla="*/ 1 w 382"/>
                <a:gd name="T5" fmla="*/ 4 h 628"/>
                <a:gd name="T6" fmla="*/ 1 w 382"/>
                <a:gd name="T7" fmla="*/ 4 h 628"/>
                <a:gd name="T8" fmla="*/ 1 w 382"/>
                <a:gd name="T9" fmla="*/ 4 h 628"/>
                <a:gd name="T10" fmla="*/ 1 w 382"/>
                <a:gd name="T11" fmla="*/ 3 h 628"/>
                <a:gd name="T12" fmla="*/ 1 w 382"/>
                <a:gd name="T13" fmla="*/ 3 h 628"/>
                <a:gd name="T14" fmla="*/ 1 w 382"/>
                <a:gd name="T15" fmla="*/ 3 h 628"/>
                <a:gd name="T16" fmla="*/ 1 w 382"/>
                <a:gd name="T17" fmla="*/ 3 h 628"/>
                <a:gd name="T18" fmla="*/ 1 w 382"/>
                <a:gd name="T19" fmla="*/ 2 h 628"/>
                <a:gd name="T20" fmla="*/ 2 w 382"/>
                <a:gd name="T21" fmla="*/ 2 h 628"/>
                <a:gd name="T22" fmla="*/ 2 w 382"/>
                <a:gd name="T23" fmla="*/ 2 h 628"/>
                <a:gd name="T24" fmla="*/ 2 w 382"/>
                <a:gd name="T25" fmla="*/ 2 h 628"/>
                <a:gd name="T26" fmla="*/ 2 w 382"/>
                <a:gd name="T27" fmla="*/ 1 h 628"/>
                <a:gd name="T28" fmla="*/ 2 w 382"/>
                <a:gd name="T29" fmla="*/ 1 h 628"/>
                <a:gd name="T30" fmla="*/ 3 w 382"/>
                <a:gd name="T31" fmla="*/ 1 h 628"/>
                <a:gd name="T32" fmla="*/ 3 w 382"/>
                <a:gd name="T33" fmla="*/ 1 h 628"/>
                <a:gd name="T34" fmla="*/ 3 w 382"/>
                <a:gd name="T35" fmla="*/ 1 h 628"/>
                <a:gd name="T36" fmla="*/ 3 w 382"/>
                <a:gd name="T37" fmla="*/ 0 h 628"/>
                <a:gd name="T38" fmla="*/ 2 w 382"/>
                <a:gd name="T39" fmla="*/ 0 h 628"/>
                <a:gd name="T40" fmla="*/ 2 w 382"/>
                <a:gd name="T41" fmla="*/ 0 h 628"/>
                <a:gd name="T42" fmla="*/ 2 w 382"/>
                <a:gd name="T43" fmla="*/ 1 h 628"/>
                <a:gd name="T44" fmla="*/ 2 w 382"/>
                <a:gd name="T45" fmla="*/ 1 h 628"/>
                <a:gd name="T46" fmla="*/ 1 w 382"/>
                <a:gd name="T47" fmla="*/ 1 h 628"/>
                <a:gd name="T48" fmla="*/ 1 w 382"/>
                <a:gd name="T49" fmla="*/ 1 h 628"/>
                <a:gd name="T50" fmla="*/ 1 w 382"/>
                <a:gd name="T51" fmla="*/ 2 h 628"/>
                <a:gd name="T52" fmla="*/ 1 w 382"/>
                <a:gd name="T53" fmla="*/ 2 h 628"/>
                <a:gd name="T54" fmla="*/ 1 w 382"/>
                <a:gd name="T55" fmla="*/ 2 h 628"/>
                <a:gd name="T56" fmla="*/ 0 w 382"/>
                <a:gd name="T57" fmla="*/ 3 h 628"/>
                <a:gd name="T58" fmla="*/ 0 w 382"/>
                <a:gd name="T59" fmla="*/ 3 h 628"/>
                <a:gd name="T60" fmla="*/ 0 w 382"/>
                <a:gd name="T61" fmla="*/ 3 h 628"/>
                <a:gd name="T62" fmla="*/ 0 w 382"/>
                <a:gd name="T63" fmla="*/ 4 h 628"/>
                <a:gd name="T64" fmla="*/ 0 w 382"/>
                <a:gd name="T65" fmla="*/ 4 h 628"/>
                <a:gd name="T66" fmla="*/ 0 w 382"/>
                <a:gd name="T67" fmla="*/ 4 h 628"/>
                <a:gd name="T68" fmla="*/ 0 w 382"/>
                <a:gd name="T69" fmla="*/ 5 h 628"/>
                <a:gd name="T70" fmla="*/ 0 w 382"/>
                <a:gd name="T71" fmla="*/ 5 h 628"/>
                <a:gd name="T72" fmla="*/ 0 w 382"/>
                <a:gd name="T73" fmla="*/ 5 h 628"/>
                <a:gd name="T74" fmla="*/ 0 w 382"/>
                <a:gd name="T75" fmla="*/ 5 h 628"/>
                <a:gd name="T76" fmla="*/ 0 w 382"/>
                <a:gd name="T77" fmla="*/ 5 h 628"/>
                <a:gd name="T78" fmla="*/ 0 w 382"/>
                <a:gd name="T79" fmla="*/ 5 h 628"/>
                <a:gd name="T80" fmla="*/ 0 w 382"/>
                <a:gd name="T81" fmla="*/ 5 h 628"/>
                <a:gd name="T82" fmla="*/ 1 w 382"/>
                <a:gd name="T83" fmla="*/ 5 h 628"/>
                <a:gd name="T84" fmla="*/ 1 w 382"/>
                <a:gd name="T85" fmla="*/ 5 h 628"/>
                <a:gd name="T86" fmla="*/ 1 w 382"/>
                <a:gd name="T87" fmla="*/ 5 h 628"/>
                <a:gd name="T88" fmla="*/ 1 w 382"/>
                <a:gd name="T89" fmla="*/ 5 h 628"/>
                <a:gd name="T90" fmla="*/ 1 w 382"/>
                <a:gd name="T91" fmla="*/ 5 h 628"/>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382"/>
                <a:gd name="T139" fmla="*/ 0 h 628"/>
                <a:gd name="T140" fmla="*/ 382 w 382"/>
                <a:gd name="T141" fmla="*/ 628 h 628"/>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382" h="628">
                  <a:moveTo>
                    <a:pt x="94" y="581"/>
                  </a:moveTo>
                  <a:lnTo>
                    <a:pt x="94" y="582"/>
                  </a:lnTo>
                  <a:lnTo>
                    <a:pt x="96" y="541"/>
                  </a:lnTo>
                  <a:lnTo>
                    <a:pt x="99" y="500"/>
                  </a:lnTo>
                  <a:lnTo>
                    <a:pt x="106" y="463"/>
                  </a:lnTo>
                  <a:lnTo>
                    <a:pt x="115" y="424"/>
                  </a:lnTo>
                  <a:lnTo>
                    <a:pt x="127" y="389"/>
                  </a:lnTo>
                  <a:lnTo>
                    <a:pt x="140" y="353"/>
                  </a:lnTo>
                  <a:lnTo>
                    <a:pt x="156" y="320"/>
                  </a:lnTo>
                  <a:lnTo>
                    <a:pt x="173" y="287"/>
                  </a:lnTo>
                  <a:lnTo>
                    <a:pt x="193" y="255"/>
                  </a:lnTo>
                  <a:lnTo>
                    <a:pt x="214" y="226"/>
                  </a:lnTo>
                  <a:lnTo>
                    <a:pt x="238" y="198"/>
                  </a:lnTo>
                  <a:lnTo>
                    <a:pt x="263" y="172"/>
                  </a:lnTo>
                  <a:lnTo>
                    <a:pt x="290" y="146"/>
                  </a:lnTo>
                  <a:lnTo>
                    <a:pt x="318" y="122"/>
                  </a:lnTo>
                  <a:lnTo>
                    <a:pt x="349" y="101"/>
                  </a:lnTo>
                  <a:lnTo>
                    <a:pt x="382" y="82"/>
                  </a:lnTo>
                  <a:lnTo>
                    <a:pt x="335" y="0"/>
                  </a:lnTo>
                  <a:lnTo>
                    <a:pt x="297" y="23"/>
                  </a:lnTo>
                  <a:lnTo>
                    <a:pt x="262" y="49"/>
                  </a:lnTo>
                  <a:lnTo>
                    <a:pt x="229" y="76"/>
                  </a:lnTo>
                  <a:lnTo>
                    <a:pt x="198" y="104"/>
                  </a:lnTo>
                  <a:lnTo>
                    <a:pt x="167" y="137"/>
                  </a:lnTo>
                  <a:lnTo>
                    <a:pt x="142" y="170"/>
                  </a:lnTo>
                  <a:lnTo>
                    <a:pt x="116" y="204"/>
                  </a:lnTo>
                  <a:lnTo>
                    <a:pt x="94" y="240"/>
                  </a:lnTo>
                  <a:lnTo>
                    <a:pt x="74" y="278"/>
                  </a:lnTo>
                  <a:lnTo>
                    <a:pt x="54" y="317"/>
                  </a:lnTo>
                  <a:lnTo>
                    <a:pt x="38" y="359"/>
                  </a:lnTo>
                  <a:lnTo>
                    <a:pt x="26" y="401"/>
                  </a:lnTo>
                  <a:lnTo>
                    <a:pt x="15" y="444"/>
                  </a:lnTo>
                  <a:lnTo>
                    <a:pt x="8" y="489"/>
                  </a:lnTo>
                  <a:lnTo>
                    <a:pt x="2" y="534"/>
                  </a:lnTo>
                  <a:lnTo>
                    <a:pt x="0" y="580"/>
                  </a:lnTo>
                  <a:lnTo>
                    <a:pt x="0" y="581"/>
                  </a:lnTo>
                  <a:lnTo>
                    <a:pt x="0" y="580"/>
                  </a:lnTo>
                  <a:lnTo>
                    <a:pt x="3" y="600"/>
                  </a:lnTo>
                  <a:lnTo>
                    <a:pt x="14" y="615"/>
                  </a:lnTo>
                  <a:lnTo>
                    <a:pt x="29" y="625"/>
                  </a:lnTo>
                  <a:lnTo>
                    <a:pt x="45" y="628"/>
                  </a:lnTo>
                  <a:lnTo>
                    <a:pt x="63" y="626"/>
                  </a:lnTo>
                  <a:lnTo>
                    <a:pt x="78" y="616"/>
                  </a:lnTo>
                  <a:lnTo>
                    <a:pt x="89" y="602"/>
                  </a:lnTo>
                  <a:lnTo>
                    <a:pt x="94" y="582"/>
                  </a:lnTo>
                  <a:lnTo>
                    <a:pt x="94" y="5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0621" name="Freeform 43"/>
            <p:cNvSpPr>
              <a:spLocks/>
            </p:cNvSpPr>
            <p:nvPr/>
          </p:nvSpPr>
          <p:spPr bwMode="auto">
            <a:xfrm>
              <a:off x="868" y="1712"/>
              <a:ext cx="19" cy="364"/>
            </a:xfrm>
            <a:custGeom>
              <a:avLst/>
              <a:gdLst>
                <a:gd name="T0" fmla="*/ 1 w 94"/>
                <a:gd name="T1" fmla="*/ 14 h 1818"/>
                <a:gd name="T2" fmla="*/ 1 w 94"/>
                <a:gd name="T3" fmla="*/ 14 h 1818"/>
                <a:gd name="T4" fmla="*/ 1 w 94"/>
                <a:gd name="T5" fmla="*/ 0 h 1818"/>
                <a:gd name="T6" fmla="*/ 0 w 94"/>
                <a:gd name="T7" fmla="*/ 0 h 1818"/>
                <a:gd name="T8" fmla="*/ 0 w 94"/>
                <a:gd name="T9" fmla="*/ 14 h 1818"/>
                <a:gd name="T10" fmla="*/ 0 w 94"/>
                <a:gd name="T11" fmla="*/ 14 h 1818"/>
                <a:gd name="T12" fmla="*/ 0 w 94"/>
                <a:gd name="T13" fmla="*/ 14 h 1818"/>
                <a:gd name="T14" fmla="*/ 0 w 94"/>
                <a:gd name="T15" fmla="*/ 14 h 1818"/>
                <a:gd name="T16" fmla="*/ 0 w 94"/>
                <a:gd name="T17" fmla="*/ 14 h 1818"/>
                <a:gd name="T18" fmla="*/ 0 w 94"/>
                <a:gd name="T19" fmla="*/ 15 h 1818"/>
                <a:gd name="T20" fmla="*/ 0 w 94"/>
                <a:gd name="T21" fmla="*/ 15 h 1818"/>
                <a:gd name="T22" fmla="*/ 1 w 94"/>
                <a:gd name="T23" fmla="*/ 15 h 1818"/>
                <a:gd name="T24" fmla="*/ 1 w 94"/>
                <a:gd name="T25" fmla="*/ 14 h 1818"/>
                <a:gd name="T26" fmla="*/ 1 w 94"/>
                <a:gd name="T27" fmla="*/ 14 h 1818"/>
                <a:gd name="T28" fmla="*/ 1 w 94"/>
                <a:gd name="T29" fmla="*/ 14 h 1818"/>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94"/>
                <a:gd name="T46" fmla="*/ 0 h 1818"/>
                <a:gd name="T47" fmla="*/ 94 w 94"/>
                <a:gd name="T48" fmla="*/ 1818 h 1818"/>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94" h="1818">
                  <a:moveTo>
                    <a:pt x="94" y="1771"/>
                  </a:moveTo>
                  <a:lnTo>
                    <a:pt x="94" y="1771"/>
                  </a:lnTo>
                  <a:lnTo>
                    <a:pt x="94" y="0"/>
                  </a:lnTo>
                  <a:lnTo>
                    <a:pt x="0" y="0"/>
                  </a:lnTo>
                  <a:lnTo>
                    <a:pt x="0" y="1771"/>
                  </a:lnTo>
                  <a:lnTo>
                    <a:pt x="3" y="1791"/>
                  </a:lnTo>
                  <a:lnTo>
                    <a:pt x="15" y="1806"/>
                  </a:lnTo>
                  <a:lnTo>
                    <a:pt x="29" y="1814"/>
                  </a:lnTo>
                  <a:lnTo>
                    <a:pt x="47" y="1818"/>
                  </a:lnTo>
                  <a:lnTo>
                    <a:pt x="64" y="1814"/>
                  </a:lnTo>
                  <a:lnTo>
                    <a:pt x="79" y="1806"/>
                  </a:lnTo>
                  <a:lnTo>
                    <a:pt x="90" y="1791"/>
                  </a:lnTo>
                  <a:lnTo>
                    <a:pt x="94" y="17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0622" name="Freeform 44"/>
            <p:cNvSpPr>
              <a:spLocks/>
            </p:cNvSpPr>
            <p:nvPr/>
          </p:nvSpPr>
          <p:spPr bwMode="auto">
            <a:xfrm>
              <a:off x="868" y="2067"/>
              <a:ext cx="90" cy="160"/>
            </a:xfrm>
            <a:custGeom>
              <a:avLst/>
              <a:gdLst>
                <a:gd name="T0" fmla="*/ 3 w 449"/>
                <a:gd name="T1" fmla="*/ 6 h 803"/>
                <a:gd name="T2" fmla="*/ 3 w 449"/>
                <a:gd name="T3" fmla="*/ 6 h 803"/>
                <a:gd name="T4" fmla="*/ 3 w 449"/>
                <a:gd name="T5" fmla="*/ 5 h 803"/>
                <a:gd name="T6" fmla="*/ 3 w 449"/>
                <a:gd name="T7" fmla="*/ 5 h 803"/>
                <a:gd name="T8" fmla="*/ 3 w 449"/>
                <a:gd name="T9" fmla="*/ 5 h 803"/>
                <a:gd name="T10" fmla="*/ 2 w 449"/>
                <a:gd name="T11" fmla="*/ 5 h 803"/>
                <a:gd name="T12" fmla="*/ 2 w 449"/>
                <a:gd name="T13" fmla="*/ 4 h 803"/>
                <a:gd name="T14" fmla="*/ 2 w 449"/>
                <a:gd name="T15" fmla="*/ 4 h 803"/>
                <a:gd name="T16" fmla="*/ 2 w 449"/>
                <a:gd name="T17" fmla="*/ 4 h 803"/>
                <a:gd name="T18" fmla="*/ 2 w 449"/>
                <a:gd name="T19" fmla="*/ 3 h 803"/>
                <a:gd name="T20" fmla="*/ 1 w 449"/>
                <a:gd name="T21" fmla="*/ 3 h 803"/>
                <a:gd name="T22" fmla="*/ 1 w 449"/>
                <a:gd name="T23" fmla="*/ 2 h 803"/>
                <a:gd name="T24" fmla="*/ 1 w 449"/>
                <a:gd name="T25" fmla="*/ 2 h 803"/>
                <a:gd name="T26" fmla="*/ 1 w 449"/>
                <a:gd name="T27" fmla="*/ 2 h 803"/>
                <a:gd name="T28" fmla="*/ 1 w 449"/>
                <a:gd name="T29" fmla="*/ 1 h 803"/>
                <a:gd name="T30" fmla="*/ 1 w 449"/>
                <a:gd name="T31" fmla="*/ 1 h 803"/>
                <a:gd name="T32" fmla="*/ 1 w 449"/>
                <a:gd name="T33" fmla="*/ 0 h 803"/>
                <a:gd name="T34" fmla="*/ 1 w 449"/>
                <a:gd name="T35" fmla="*/ 0 h 803"/>
                <a:gd name="T36" fmla="*/ 0 w 449"/>
                <a:gd name="T37" fmla="*/ 0 h 803"/>
                <a:gd name="T38" fmla="*/ 0 w 449"/>
                <a:gd name="T39" fmla="*/ 0 h 803"/>
                <a:gd name="T40" fmla="*/ 0 w 449"/>
                <a:gd name="T41" fmla="*/ 1 h 803"/>
                <a:gd name="T42" fmla="*/ 0 w 449"/>
                <a:gd name="T43" fmla="*/ 1 h 803"/>
                <a:gd name="T44" fmla="*/ 0 w 449"/>
                <a:gd name="T45" fmla="*/ 2 h 803"/>
                <a:gd name="T46" fmla="*/ 0 w 449"/>
                <a:gd name="T47" fmla="*/ 2 h 803"/>
                <a:gd name="T48" fmla="*/ 0 w 449"/>
                <a:gd name="T49" fmla="*/ 3 h 803"/>
                <a:gd name="T50" fmla="*/ 1 w 449"/>
                <a:gd name="T51" fmla="*/ 3 h 803"/>
                <a:gd name="T52" fmla="*/ 1 w 449"/>
                <a:gd name="T53" fmla="*/ 4 h 803"/>
                <a:gd name="T54" fmla="*/ 1 w 449"/>
                <a:gd name="T55" fmla="*/ 4 h 803"/>
                <a:gd name="T56" fmla="*/ 1 w 449"/>
                <a:gd name="T57" fmla="*/ 4 h 803"/>
                <a:gd name="T58" fmla="*/ 2 w 449"/>
                <a:gd name="T59" fmla="*/ 5 h 803"/>
                <a:gd name="T60" fmla="*/ 2 w 449"/>
                <a:gd name="T61" fmla="*/ 5 h 803"/>
                <a:gd name="T62" fmla="*/ 2 w 449"/>
                <a:gd name="T63" fmla="*/ 5 h 803"/>
                <a:gd name="T64" fmla="*/ 2 w 449"/>
                <a:gd name="T65" fmla="*/ 6 h 803"/>
                <a:gd name="T66" fmla="*/ 3 w 449"/>
                <a:gd name="T67" fmla="*/ 6 h 803"/>
                <a:gd name="T68" fmla="*/ 3 w 449"/>
                <a:gd name="T69" fmla="*/ 6 h 803"/>
                <a:gd name="T70" fmla="*/ 3 w 449"/>
                <a:gd name="T71" fmla="*/ 6 h 803"/>
                <a:gd name="T72" fmla="*/ 3 w 449"/>
                <a:gd name="T73" fmla="*/ 6 h 803"/>
                <a:gd name="T74" fmla="*/ 3 w 449"/>
                <a:gd name="T75" fmla="*/ 6 h 803"/>
                <a:gd name="T76" fmla="*/ 3 w 449"/>
                <a:gd name="T77" fmla="*/ 6 h 803"/>
                <a:gd name="T78" fmla="*/ 3 w 449"/>
                <a:gd name="T79" fmla="*/ 6 h 803"/>
                <a:gd name="T80" fmla="*/ 4 w 449"/>
                <a:gd name="T81" fmla="*/ 6 h 803"/>
                <a:gd name="T82" fmla="*/ 4 w 449"/>
                <a:gd name="T83" fmla="*/ 6 h 803"/>
                <a:gd name="T84" fmla="*/ 4 w 449"/>
                <a:gd name="T85" fmla="*/ 6 h 803"/>
                <a:gd name="T86" fmla="*/ 4 w 449"/>
                <a:gd name="T87" fmla="*/ 6 h 803"/>
                <a:gd name="T88" fmla="*/ 3 w 449"/>
                <a:gd name="T89" fmla="*/ 6 h 803"/>
                <a:gd name="T90" fmla="*/ 3 w 449"/>
                <a:gd name="T91" fmla="*/ 6 h 80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449"/>
                <a:gd name="T139" fmla="*/ 0 h 803"/>
                <a:gd name="T140" fmla="*/ 449 w 449"/>
                <a:gd name="T141" fmla="*/ 803 h 80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449" h="803">
                  <a:moveTo>
                    <a:pt x="426" y="717"/>
                  </a:moveTo>
                  <a:lnTo>
                    <a:pt x="427" y="717"/>
                  </a:lnTo>
                  <a:lnTo>
                    <a:pt x="395" y="693"/>
                  </a:lnTo>
                  <a:lnTo>
                    <a:pt x="361" y="662"/>
                  </a:lnTo>
                  <a:lnTo>
                    <a:pt x="329" y="628"/>
                  </a:lnTo>
                  <a:lnTo>
                    <a:pt x="299" y="591"/>
                  </a:lnTo>
                  <a:lnTo>
                    <a:pt x="269" y="551"/>
                  </a:lnTo>
                  <a:lnTo>
                    <a:pt x="241" y="507"/>
                  </a:lnTo>
                  <a:lnTo>
                    <a:pt x="215" y="460"/>
                  </a:lnTo>
                  <a:lnTo>
                    <a:pt x="191" y="412"/>
                  </a:lnTo>
                  <a:lnTo>
                    <a:pt x="170" y="363"/>
                  </a:lnTo>
                  <a:lnTo>
                    <a:pt x="151" y="312"/>
                  </a:lnTo>
                  <a:lnTo>
                    <a:pt x="133" y="259"/>
                  </a:lnTo>
                  <a:lnTo>
                    <a:pt x="119" y="207"/>
                  </a:lnTo>
                  <a:lnTo>
                    <a:pt x="108" y="156"/>
                  </a:lnTo>
                  <a:lnTo>
                    <a:pt x="101" y="103"/>
                  </a:lnTo>
                  <a:lnTo>
                    <a:pt x="96" y="51"/>
                  </a:lnTo>
                  <a:lnTo>
                    <a:pt x="94" y="0"/>
                  </a:lnTo>
                  <a:lnTo>
                    <a:pt x="0" y="0"/>
                  </a:lnTo>
                  <a:lnTo>
                    <a:pt x="2" y="56"/>
                  </a:lnTo>
                  <a:lnTo>
                    <a:pt x="7" y="115"/>
                  </a:lnTo>
                  <a:lnTo>
                    <a:pt x="16" y="172"/>
                  </a:lnTo>
                  <a:lnTo>
                    <a:pt x="28" y="231"/>
                  </a:lnTo>
                  <a:lnTo>
                    <a:pt x="44" y="287"/>
                  </a:lnTo>
                  <a:lnTo>
                    <a:pt x="62" y="342"/>
                  </a:lnTo>
                  <a:lnTo>
                    <a:pt x="83" y="398"/>
                  </a:lnTo>
                  <a:lnTo>
                    <a:pt x="106" y="452"/>
                  </a:lnTo>
                  <a:lnTo>
                    <a:pt x="133" y="505"/>
                  </a:lnTo>
                  <a:lnTo>
                    <a:pt x="161" y="554"/>
                  </a:lnTo>
                  <a:lnTo>
                    <a:pt x="192" y="602"/>
                  </a:lnTo>
                  <a:lnTo>
                    <a:pt x="224" y="647"/>
                  </a:lnTo>
                  <a:lnTo>
                    <a:pt x="259" y="689"/>
                  </a:lnTo>
                  <a:lnTo>
                    <a:pt x="295" y="728"/>
                  </a:lnTo>
                  <a:lnTo>
                    <a:pt x="334" y="763"/>
                  </a:lnTo>
                  <a:lnTo>
                    <a:pt x="374" y="795"/>
                  </a:lnTo>
                  <a:lnTo>
                    <a:pt x="375" y="795"/>
                  </a:lnTo>
                  <a:lnTo>
                    <a:pt x="374" y="795"/>
                  </a:lnTo>
                  <a:lnTo>
                    <a:pt x="392" y="803"/>
                  </a:lnTo>
                  <a:lnTo>
                    <a:pt x="411" y="803"/>
                  </a:lnTo>
                  <a:lnTo>
                    <a:pt x="426" y="795"/>
                  </a:lnTo>
                  <a:lnTo>
                    <a:pt x="439" y="782"/>
                  </a:lnTo>
                  <a:lnTo>
                    <a:pt x="446" y="766"/>
                  </a:lnTo>
                  <a:lnTo>
                    <a:pt x="449" y="749"/>
                  </a:lnTo>
                  <a:lnTo>
                    <a:pt x="441" y="732"/>
                  </a:lnTo>
                  <a:lnTo>
                    <a:pt x="427" y="717"/>
                  </a:lnTo>
                  <a:lnTo>
                    <a:pt x="426" y="71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0623" name="Freeform 45"/>
            <p:cNvSpPr>
              <a:spLocks/>
            </p:cNvSpPr>
            <p:nvPr/>
          </p:nvSpPr>
          <p:spPr bwMode="auto">
            <a:xfrm>
              <a:off x="883" y="1673"/>
              <a:ext cx="379" cy="690"/>
            </a:xfrm>
            <a:custGeom>
              <a:avLst/>
              <a:gdLst>
                <a:gd name="T0" fmla="*/ 12 w 1897"/>
                <a:gd name="T1" fmla="*/ 6 h 3450"/>
                <a:gd name="T2" fmla="*/ 13 w 1897"/>
                <a:gd name="T3" fmla="*/ 7 h 3450"/>
                <a:gd name="T4" fmla="*/ 13 w 1897"/>
                <a:gd name="T5" fmla="*/ 7 h 3450"/>
                <a:gd name="T6" fmla="*/ 14 w 1897"/>
                <a:gd name="T7" fmla="*/ 8 h 3450"/>
                <a:gd name="T8" fmla="*/ 14 w 1897"/>
                <a:gd name="T9" fmla="*/ 9 h 3450"/>
                <a:gd name="T10" fmla="*/ 15 w 1897"/>
                <a:gd name="T11" fmla="*/ 10 h 3450"/>
                <a:gd name="T12" fmla="*/ 15 w 1897"/>
                <a:gd name="T13" fmla="*/ 11 h 3450"/>
                <a:gd name="T14" fmla="*/ 15 w 1897"/>
                <a:gd name="T15" fmla="*/ 11 h 3450"/>
                <a:gd name="T16" fmla="*/ 15 w 1897"/>
                <a:gd name="T17" fmla="*/ 12 h 3450"/>
                <a:gd name="T18" fmla="*/ 15 w 1897"/>
                <a:gd name="T19" fmla="*/ 26 h 3450"/>
                <a:gd name="T20" fmla="*/ 15 w 1897"/>
                <a:gd name="T21" fmla="*/ 26 h 3450"/>
                <a:gd name="T22" fmla="*/ 15 w 1897"/>
                <a:gd name="T23" fmla="*/ 27 h 3450"/>
                <a:gd name="T24" fmla="*/ 15 w 1897"/>
                <a:gd name="T25" fmla="*/ 27 h 3450"/>
                <a:gd name="T26" fmla="*/ 14 w 1897"/>
                <a:gd name="T27" fmla="*/ 27 h 3450"/>
                <a:gd name="T28" fmla="*/ 14 w 1897"/>
                <a:gd name="T29" fmla="*/ 28 h 3450"/>
                <a:gd name="T30" fmla="*/ 13 w 1897"/>
                <a:gd name="T31" fmla="*/ 28 h 3450"/>
                <a:gd name="T32" fmla="*/ 13 w 1897"/>
                <a:gd name="T33" fmla="*/ 27 h 3450"/>
                <a:gd name="T34" fmla="*/ 3 w 1897"/>
                <a:gd name="T35" fmla="*/ 21 h 3450"/>
                <a:gd name="T36" fmla="*/ 2 w 1897"/>
                <a:gd name="T37" fmla="*/ 21 h 3450"/>
                <a:gd name="T38" fmla="*/ 2 w 1897"/>
                <a:gd name="T39" fmla="*/ 20 h 3450"/>
                <a:gd name="T40" fmla="*/ 1 w 1897"/>
                <a:gd name="T41" fmla="*/ 19 h 3450"/>
                <a:gd name="T42" fmla="*/ 1 w 1897"/>
                <a:gd name="T43" fmla="*/ 19 h 3450"/>
                <a:gd name="T44" fmla="*/ 0 w 1897"/>
                <a:gd name="T45" fmla="*/ 18 h 3450"/>
                <a:gd name="T46" fmla="*/ 0 w 1897"/>
                <a:gd name="T47" fmla="*/ 17 h 3450"/>
                <a:gd name="T48" fmla="*/ 0 w 1897"/>
                <a:gd name="T49" fmla="*/ 16 h 3450"/>
                <a:gd name="T50" fmla="*/ 0 w 1897"/>
                <a:gd name="T51" fmla="*/ 15 h 3450"/>
                <a:gd name="T52" fmla="*/ 0 w 1897"/>
                <a:gd name="T53" fmla="*/ 2 h 3450"/>
                <a:gd name="T54" fmla="*/ 0 w 1897"/>
                <a:gd name="T55" fmla="*/ 1 h 3450"/>
                <a:gd name="T56" fmla="*/ 0 w 1897"/>
                <a:gd name="T57" fmla="*/ 1 h 3450"/>
                <a:gd name="T58" fmla="*/ 1 w 1897"/>
                <a:gd name="T59" fmla="*/ 0 h 3450"/>
                <a:gd name="T60" fmla="*/ 1 w 1897"/>
                <a:gd name="T61" fmla="*/ 0 h 3450"/>
                <a:gd name="T62" fmla="*/ 1 w 1897"/>
                <a:gd name="T63" fmla="*/ 0 h 3450"/>
                <a:gd name="T64" fmla="*/ 2 w 1897"/>
                <a:gd name="T65" fmla="*/ 0 h 3450"/>
                <a:gd name="T66" fmla="*/ 3 w 1897"/>
                <a:gd name="T67" fmla="*/ 0 h 3450"/>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897"/>
                <a:gd name="T103" fmla="*/ 0 h 3450"/>
                <a:gd name="T104" fmla="*/ 1897 w 1897"/>
                <a:gd name="T105" fmla="*/ 3450 h 3450"/>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897" h="3450">
                  <a:moveTo>
                    <a:pt x="357" y="49"/>
                  </a:moveTo>
                  <a:lnTo>
                    <a:pt x="1542" y="806"/>
                  </a:lnTo>
                  <a:lnTo>
                    <a:pt x="1579" y="832"/>
                  </a:lnTo>
                  <a:lnTo>
                    <a:pt x="1614" y="861"/>
                  </a:lnTo>
                  <a:lnTo>
                    <a:pt x="1648" y="895"/>
                  </a:lnTo>
                  <a:lnTo>
                    <a:pt x="1681" y="933"/>
                  </a:lnTo>
                  <a:lnTo>
                    <a:pt x="1711" y="973"/>
                  </a:lnTo>
                  <a:lnTo>
                    <a:pt x="1740" y="1016"/>
                  </a:lnTo>
                  <a:lnTo>
                    <a:pt x="1768" y="1062"/>
                  </a:lnTo>
                  <a:lnTo>
                    <a:pt x="1793" y="1109"/>
                  </a:lnTo>
                  <a:lnTo>
                    <a:pt x="1816" y="1158"/>
                  </a:lnTo>
                  <a:lnTo>
                    <a:pt x="1836" y="1208"/>
                  </a:lnTo>
                  <a:lnTo>
                    <a:pt x="1854" y="1260"/>
                  </a:lnTo>
                  <a:lnTo>
                    <a:pt x="1869" y="1313"/>
                  </a:lnTo>
                  <a:lnTo>
                    <a:pt x="1881" y="1364"/>
                  </a:lnTo>
                  <a:lnTo>
                    <a:pt x="1890" y="1417"/>
                  </a:lnTo>
                  <a:lnTo>
                    <a:pt x="1895" y="1469"/>
                  </a:lnTo>
                  <a:lnTo>
                    <a:pt x="1897" y="1519"/>
                  </a:lnTo>
                  <a:lnTo>
                    <a:pt x="1897" y="3142"/>
                  </a:lnTo>
                  <a:lnTo>
                    <a:pt x="1895" y="3190"/>
                  </a:lnTo>
                  <a:lnTo>
                    <a:pt x="1890" y="3235"/>
                  </a:lnTo>
                  <a:lnTo>
                    <a:pt x="1881" y="3276"/>
                  </a:lnTo>
                  <a:lnTo>
                    <a:pt x="1869" y="3313"/>
                  </a:lnTo>
                  <a:lnTo>
                    <a:pt x="1854" y="3346"/>
                  </a:lnTo>
                  <a:lnTo>
                    <a:pt x="1836" y="3375"/>
                  </a:lnTo>
                  <a:lnTo>
                    <a:pt x="1816" y="3398"/>
                  </a:lnTo>
                  <a:lnTo>
                    <a:pt x="1793" y="3418"/>
                  </a:lnTo>
                  <a:lnTo>
                    <a:pt x="1768" y="3434"/>
                  </a:lnTo>
                  <a:lnTo>
                    <a:pt x="1740" y="3444"/>
                  </a:lnTo>
                  <a:lnTo>
                    <a:pt x="1711" y="3450"/>
                  </a:lnTo>
                  <a:lnTo>
                    <a:pt x="1681" y="3450"/>
                  </a:lnTo>
                  <a:lnTo>
                    <a:pt x="1648" y="3445"/>
                  </a:lnTo>
                  <a:lnTo>
                    <a:pt x="1614" y="3436"/>
                  </a:lnTo>
                  <a:lnTo>
                    <a:pt x="1579" y="3421"/>
                  </a:lnTo>
                  <a:lnTo>
                    <a:pt x="1542" y="3400"/>
                  </a:lnTo>
                  <a:lnTo>
                    <a:pt x="357" y="2643"/>
                  </a:lnTo>
                  <a:lnTo>
                    <a:pt x="320" y="2618"/>
                  </a:lnTo>
                  <a:lnTo>
                    <a:pt x="285" y="2588"/>
                  </a:lnTo>
                  <a:lnTo>
                    <a:pt x="251" y="2554"/>
                  </a:lnTo>
                  <a:lnTo>
                    <a:pt x="218" y="2517"/>
                  </a:lnTo>
                  <a:lnTo>
                    <a:pt x="187" y="2477"/>
                  </a:lnTo>
                  <a:lnTo>
                    <a:pt x="157" y="2433"/>
                  </a:lnTo>
                  <a:lnTo>
                    <a:pt x="130" y="2388"/>
                  </a:lnTo>
                  <a:lnTo>
                    <a:pt x="105" y="2341"/>
                  </a:lnTo>
                  <a:lnTo>
                    <a:pt x="81" y="2292"/>
                  </a:lnTo>
                  <a:lnTo>
                    <a:pt x="61" y="2241"/>
                  </a:lnTo>
                  <a:lnTo>
                    <a:pt x="44" y="2190"/>
                  </a:lnTo>
                  <a:lnTo>
                    <a:pt x="29" y="2138"/>
                  </a:lnTo>
                  <a:lnTo>
                    <a:pt x="17" y="2085"/>
                  </a:lnTo>
                  <a:lnTo>
                    <a:pt x="7" y="2033"/>
                  </a:lnTo>
                  <a:lnTo>
                    <a:pt x="3" y="1981"/>
                  </a:lnTo>
                  <a:lnTo>
                    <a:pt x="0" y="1931"/>
                  </a:lnTo>
                  <a:lnTo>
                    <a:pt x="0" y="308"/>
                  </a:lnTo>
                  <a:lnTo>
                    <a:pt x="3" y="260"/>
                  </a:lnTo>
                  <a:lnTo>
                    <a:pt x="7" y="215"/>
                  </a:lnTo>
                  <a:lnTo>
                    <a:pt x="17" y="174"/>
                  </a:lnTo>
                  <a:lnTo>
                    <a:pt x="29" y="137"/>
                  </a:lnTo>
                  <a:lnTo>
                    <a:pt x="44" y="104"/>
                  </a:lnTo>
                  <a:lnTo>
                    <a:pt x="61" y="76"/>
                  </a:lnTo>
                  <a:lnTo>
                    <a:pt x="81" y="51"/>
                  </a:lnTo>
                  <a:lnTo>
                    <a:pt x="105" y="31"/>
                  </a:lnTo>
                  <a:lnTo>
                    <a:pt x="130" y="16"/>
                  </a:lnTo>
                  <a:lnTo>
                    <a:pt x="157" y="5"/>
                  </a:lnTo>
                  <a:lnTo>
                    <a:pt x="187" y="0"/>
                  </a:lnTo>
                  <a:lnTo>
                    <a:pt x="218" y="0"/>
                  </a:lnTo>
                  <a:lnTo>
                    <a:pt x="251" y="3"/>
                  </a:lnTo>
                  <a:lnTo>
                    <a:pt x="285" y="14"/>
                  </a:lnTo>
                  <a:lnTo>
                    <a:pt x="320" y="29"/>
                  </a:lnTo>
                  <a:lnTo>
                    <a:pt x="357" y="49"/>
                  </a:lnTo>
                  <a:close/>
                </a:path>
              </a:pathLst>
            </a:custGeom>
            <a:solidFill>
              <a:srgbClr val="BFBFB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0624" name="Freeform 46"/>
            <p:cNvSpPr>
              <a:spLocks/>
            </p:cNvSpPr>
            <p:nvPr/>
          </p:nvSpPr>
          <p:spPr bwMode="auto">
            <a:xfrm>
              <a:off x="1268" y="1663"/>
              <a:ext cx="393" cy="711"/>
            </a:xfrm>
            <a:custGeom>
              <a:avLst/>
              <a:gdLst>
                <a:gd name="T0" fmla="*/ 3 w 1962"/>
                <a:gd name="T1" fmla="*/ 7 h 3555"/>
                <a:gd name="T2" fmla="*/ 2 w 1962"/>
                <a:gd name="T3" fmla="*/ 7 h 3555"/>
                <a:gd name="T4" fmla="*/ 2 w 1962"/>
                <a:gd name="T5" fmla="*/ 8 h 3555"/>
                <a:gd name="T6" fmla="*/ 1 w 1962"/>
                <a:gd name="T7" fmla="*/ 8 h 3555"/>
                <a:gd name="T8" fmla="*/ 1 w 1962"/>
                <a:gd name="T9" fmla="*/ 9 h 3555"/>
                <a:gd name="T10" fmla="*/ 1 w 1962"/>
                <a:gd name="T11" fmla="*/ 10 h 3555"/>
                <a:gd name="T12" fmla="*/ 0 w 1962"/>
                <a:gd name="T13" fmla="*/ 11 h 3555"/>
                <a:gd name="T14" fmla="*/ 0 w 1962"/>
                <a:gd name="T15" fmla="*/ 12 h 3555"/>
                <a:gd name="T16" fmla="*/ 0 w 1962"/>
                <a:gd name="T17" fmla="*/ 13 h 3555"/>
                <a:gd name="T18" fmla="*/ 0 w 1962"/>
                <a:gd name="T19" fmla="*/ 26 h 3555"/>
                <a:gd name="T20" fmla="*/ 0 w 1962"/>
                <a:gd name="T21" fmla="*/ 27 h 3555"/>
                <a:gd name="T22" fmla="*/ 0 w 1962"/>
                <a:gd name="T23" fmla="*/ 28 h 3555"/>
                <a:gd name="T24" fmla="*/ 1 w 1962"/>
                <a:gd name="T25" fmla="*/ 28 h 3555"/>
                <a:gd name="T26" fmla="*/ 1 w 1962"/>
                <a:gd name="T27" fmla="*/ 28 h 3555"/>
                <a:gd name="T28" fmla="*/ 2 w 1962"/>
                <a:gd name="T29" fmla="*/ 28 h 3555"/>
                <a:gd name="T30" fmla="*/ 2 w 1962"/>
                <a:gd name="T31" fmla="*/ 28 h 3555"/>
                <a:gd name="T32" fmla="*/ 3 w 1962"/>
                <a:gd name="T33" fmla="*/ 28 h 3555"/>
                <a:gd name="T34" fmla="*/ 13 w 1962"/>
                <a:gd name="T35" fmla="*/ 22 h 3555"/>
                <a:gd name="T36" fmla="*/ 13 w 1962"/>
                <a:gd name="T37" fmla="*/ 21 h 3555"/>
                <a:gd name="T38" fmla="*/ 14 w 1962"/>
                <a:gd name="T39" fmla="*/ 21 h 3555"/>
                <a:gd name="T40" fmla="*/ 14 w 1962"/>
                <a:gd name="T41" fmla="*/ 20 h 3555"/>
                <a:gd name="T42" fmla="*/ 15 w 1962"/>
                <a:gd name="T43" fmla="*/ 19 h 3555"/>
                <a:gd name="T44" fmla="*/ 15 w 1962"/>
                <a:gd name="T45" fmla="*/ 18 h 3555"/>
                <a:gd name="T46" fmla="*/ 16 w 1962"/>
                <a:gd name="T47" fmla="*/ 18 h 3555"/>
                <a:gd name="T48" fmla="*/ 16 w 1962"/>
                <a:gd name="T49" fmla="*/ 17 h 3555"/>
                <a:gd name="T50" fmla="*/ 16 w 1962"/>
                <a:gd name="T51" fmla="*/ 16 h 3555"/>
                <a:gd name="T52" fmla="*/ 16 w 1962"/>
                <a:gd name="T53" fmla="*/ 2 h 3555"/>
                <a:gd name="T54" fmla="*/ 16 w 1962"/>
                <a:gd name="T55" fmla="*/ 1 h 3555"/>
                <a:gd name="T56" fmla="*/ 15 w 1962"/>
                <a:gd name="T57" fmla="*/ 1 h 3555"/>
                <a:gd name="T58" fmla="*/ 15 w 1962"/>
                <a:gd name="T59" fmla="*/ 0 h 3555"/>
                <a:gd name="T60" fmla="*/ 15 w 1962"/>
                <a:gd name="T61" fmla="*/ 0 h 3555"/>
                <a:gd name="T62" fmla="*/ 14 w 1962"/>
                <a:gd name="T63" fmla="*/ 0 h 3555"/>
                <a:gd name="T64" fmla="*/ 14 w 1962"/>
                <a:gd name="T65" fmla="*/ 0 h 3555"/>
                <a:gd name="T66" fmla="*/ 13 w 1962"/>
                <a:gd name="T67" fmla="*/ 0 h 3555"/>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962"/>
                <a:gd name="T103" fmla="*/ 0 h 3555"/>
                <a:gd name="T104" fmla="*/ 1962 w 1962"/>
                <a:gd name="T105" fmla="*/ 3555 h 3555"/>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962" h="3555">
                  <a:moveTo>
                    <a:pt x="1594" y="50"/>
                  </a:moveTo>
                  <a:lnTo>
                    <a:pt x="368" y="831"/>
                  </a:lnTo>
                  <a:lnTo>
                    <a:pt x="330" y="858"/>
                  </a:lnTo>
                  <a:lnTo>
                    <a:pt x="294" y="888"/>
                  </a:lnTo>
                  <a:lnTo>
                    <a:pt x="259" y="922"/>
                  </a:lnTo>
                  <a:lnTo>
                    <a:pt x="225" y="961"/>
                  </a:lnTo>
                  <a:lnTo>
                    <a:pt x="193" y="1003"/>
                  </a:lnTo>
                  <a:lnTo>
                    <a:pt x="163" y="1047"/>
                  </a:lnTo>
                  <a:lnTo>
                    <a:pt x="133" y="1094"/>
                  </a:lnTo>
                  <a:lnTo>
                    <a:pt x="108" y="1143"/>
                  </a:lnTo>
                  <a:lnTo>
                    <a:pt x="84" y="1193"/>
                  </a:lnTo>
                  <a:lnTo>
                    <a:pt x="63" y="1246"/>
                  </a:lnTo>
                  <a:lnTo>
                    <a:pt x="44" y="1299"/>
                  </a:lnTo>
                  <a:lnTo>
                    <a:pt x="29" y="1353"/>
                  </a:lnTo>
                  <a:lnTo>
                    <a:pt x="16" y="1405"/>
                  </a:lnTo>
                  <a:lnTo>
                    <a:pt x="7" y="1459"/>
                  </a:lnTo>
                  <a:lnTo>
                    <a:pt x="2" y="1512"/>
                  </a:lnTo>
                  <a:lnTo>
                    <a:pt x="0" y="1565"/>
                  </a:lnTo>
                  <a:lnTo>
                    <a:pt x="0" y="3237"/>
                  </a:lnTo>
                  <a:lnTo>
                    <a:pt x="2" y="3287"/>
                  </a:lnTo>
                  <a:lnTo>
                    <a:pt x="7" y="3333"/>
                  </a:lnTo>
                  <a:lnTo>
                    <a:pt x="16" y="3375"/>
                  </a:lnTo>
                  <a:lnTo>
                    <a:pt x="29" y="3413"/>
                  </a:lnTo>
                  <a:lnTo>
                    <a:pt x="44" y="3447"/>
                  </a:lnTo>
                  <a:lnTo>
                    <a:pt x="63" y="3477"/>
                  </a:lnTo>
                  <a:lnTo>
                    <a:pt x="84" y="3502"/>
                  </a:lnTo>
                  <a:lnTo>
                    <a:pt x="108" y="3522"/>
                  </a:lnTo>
                  <a:lnTo>
                    <a:pt x="133" y="3538"/>
                  </a:lnTo>
                  <a:lnTo>
                    <a:pt x="163" y="3549"/>
                  </a:lnTo>
                  <a:lnTo>
                    <a:pt x="193" y="3555"/>
                  </a:lnTo>
                  <a:lnTo>
                    <a:pt x="225" y="3555"/>
                  </a:lnTo>
                  <a:lnTo>
                    <a:pt x="259" y="3550"/>
                  </a:lnTo>
                  <a:lnTo>
                    <a:pt x="294" y="3541"/>
                  </a:lnTo>
                  <a:lnTo>
                    <a:pt x="330" y="3524"/>
                  </a:lnTo>
                  <a:lnTo>
                    <a:pt x="368" y="3503"/>
                  </a:lnTo>
                  <a:lnTo>
                    <a:pt x="1594" y="2722"/>
                  </a:lnTo>
                  <a:lnTo>
                    <a:pt x="1632" y="2696"/>
                  </a:lnTo>
                  <a:lnTo>
                    <a:pt x="1668" y="2665"/>
                  </a:lnTo>
                  <a:lnTo>
                    <a:pt x="1703" y="2631"/>
                  </a:lnTo>
                  <a:lnTo>
                    <a:pt x="1737" y="2592"/>
                  </a:lnTo>
                  <a:lnTo>
                    <a:pt x="1769" y="2551"/>
                  </a:lnTo>
                  <a:lnTo>
                    <a:pt x="1799" y="2506"/>
                  </a:lnTo>
                  <a:lnTo>
                    <a:pt x="1829" y="2460"/>
                  </a:lnTo>
                  <a:lnTo>
                    <a:pt x="1854" y="2411"/>
                  </a:lnTo>
                  <a:lnTo>
                    <a:pt x="1878" y="2361"/>
                  </a:lnTo>
                  <a:lnTo>
                    <a:pt x="1899" y="2308"/>
                  </a:lnTo>
                  <a:lnTo>
                    <a:pt x="1918" y="2256"/>
                  </a:lnTo>
                  <a:lnTo>
                    <a:pt x="1933" y="2202"/>
                  </a:lnTo>
                  <a:lnTo>
                    <a:pt x="1946" y="2149"/>
                  </a:lnTo>
                  <a:lnTo>
                    <a:pt x="1955" y="2095"/>
                  </a:lnTo>
                  <a:lnTo>
                    <a:pt x="1960" y="2042"/>
                  </a:lnTo>
                  <a:lnTo>
                    <a:pt x="1962" y="1989"/>
                  </a:lnTo>
                  <a:lnTo>
                    <a:pt x="1962" y="319"/>
                  </a:lnTo>
                  <a:lnTo>
                    <a:pt x="1960" y="269"/>
                  </a:lnTo>
                  <a:lnTo>
                    <a:pt x="1955" y="223"/>
                  </a:lnTo>
                  <a:lnTo>
                    <a:pt x="1946" y="180"/>
                  </a:lnTo>
                  <a:lnTo>
                    <a:pt x="1933" y="143"/>
                  </a:lnTo>
                  <a:lnTo>
                    <a:pt x="1918" y="109"/>
                  </a:lnTo>
                  <a:lnTo>
                    <a:pt x="1899" y="79"/>
                  </a:lnTo>
                  <a:lnTo>
                    <a:pt x="1878" y="54"/>
                  </a:lnTo>
                  <a:lnTo>
                    <a:pt x="1854" y="33"/>
                  </a:lnTo>
                  <a:lnTo>
                    <a:pt x="1829" y="17"/>
                  </a:lnTo>
                  <a:lnTo>
                    <a:pt x="1799" y="7"/>
                  </a:lnTo>
                  <a:lnTo>
                    <a:pt x="1769" y="0"/>
                  </a:lnTo>
                  <a:lnTo>
                    <a:pt x="1737" y="0"/>
                  </a:lnTo>
                  <a:lnTo>
                    <a:pt x="1703" y="4"/>
                  </a:lnTo>
                  <a:lnTo>
                    <a:pt x="1668" y="14"/>
                  </a:lnTo>
                  <a:lnTo>
                    <a:pt x="1632" y="29"/>
                  </a:lnTo>
                  <a:lnTo>
                    <a:pt x="1594" y="50"/>
                  </a:lnTo>
                  <a:close/>
                </a:path>
              </a:pathLst>
            </a:custGeom>
            <a:solidFill>
              <a:srgbClr val="E5E5E5"/>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0625" name="Freeform 47"/>
            <p:cNvSpPr>
              <a:spLocks noEditPoints="1"/>
            </p:cNvSpPr>
            <p:nvPr/>
          </p:nvSpPr>
          <p:spPr bwMode="auto">
            <a:xfrm>
              <a:off x="916" y="1589"/>
              <a:ext cx="697" cy="698"/>
            </a:xfrm>
            <a:custGeom>
              <a:avLst/>
              <a:gdLst>
                <a:gd name="T0" fmla="*/ 16 w 3485"/>
                <a:gd name="T1" fmla="*/ 0 h 3490"/>
                <a:gd name="T2" fmla="*/ 17 w 3485"/>
                <a:gd name="T3" fmla="*/ 2 h 3490"/>
                <a:gd name="T4" fmla="*/ 17 w 3485"/>
                <a:gd name="T5" fmla="*/ 3 h 3490"/>
                <a:gd name="T6" fmla="*/ 14 w 3485"/>
                <a:gd name="T7" fmla="*/ 4 h 3490"/>
                <a:gd name="T8" fmla="*/ 12 w 3485"/>
                <a:gd name="T9" fmla="*/ 4 h 3490"/>
                <a:gd name="T10" fmla="*/ 11 w 3485"/>
                <a:gd name="T11" fmla="*/ 2 h 3490"/>
                <a:gd name="T12" fmla="*/ 11 w 3485"/>
                <a:gd name="T13" fmla="*/ 1 h 3490"/>
                <a:gd name="T14" fmla="*/ 14 w 3485"/>
                <a:gd name="T15" fmla="*/ 0 h 3490"/>
                <a:gd name="T16" fmla="*/ 3 w 3485"/>
                <a:gd name="T17" fmla="*/ 7 h 3490"/>
                <a:gd name="T18" fmla="*/ 4 w 3485"/>
                <a:gd name="T19" fmla="*/ 9 h 3490"/>
                <a:gd name="T20" fmla="*/ 3 w 3485"/>
                <a:gd name="T21" fmla="*/ 12 h 3490"/>
                <a:gd name="T22" fmla="*/ 2 w 3485"/>
                <a:gd name="T23" fmla="*/ 13 h 3490"/>
                <a:gd name="T24" fmla="*/ 1 w 3485"/>
                <a:gd name="T25" fmla="*/ 12 h 3490"/>
                <a:gd name="T26" fmla="*/ 0 w 3485"/>
                <a:gd name="T27" fmla="*/ 10 h 3490"/>
                <a:gd name="T28" fmla="*/ 0 w 3485"/>
                <a:gd name="T29" fmla="*/ 8 h 3490"/>
                <a:gd name="T30" fmla="*/ 2 w 3485"/>
                <a:gd name="T31" fmla="*/ 6 h 3490"/>
                <a:gd name="T32" fmla="*/ 10 w 3485"/>
                <a:gd name="T33" fmla="*/ 20 h 3490"/>
                <a:gd name="T34" fmla="*/ 11 w 3485"/>
                <a:gd name="T35" fmla="*/ 22 h 3490"/>
                <a:gd name="T36" fmla="*/ 11 w 3485"/>
                <a:gd name="T37" fmla="*/ 25 h 3490"/>
                <a:gd name="T38" fmla="*/ 10 w 3485"/>
                <a:gd name="T39" fmla="*/ 27 h 3490"/>
                <a:gd name="T40" fmla="*/ 8 w 3485"/>
                <a:gd name="T41" fmla="*/ 26 h 3490"/>
                <a:gd name="T42" fmla="*/ 7 w 3485"/>
                <a:gd name="T43" fmla="*/ 24 h 3490"/>
                <a:gd name="T44" fmla="*/ 7 w 3485"/>
                <a:gd name="T45" fmla="*/ 22 h 3490"/>
                <a:gd name="T46" fmla="*/ 8 w 3485"/>
                <a:gd name="T47" fmla="*/ 20 h 3490"/>
                <a:gd name="T48" fmla="*/ 20 w 3485"/>
                <a:gd name="T49" fmla="*/ 21 h 3490"/>
                <a:gd name="T50" fmla="*/ 21 w 3485"/>
                <a:gd name="T51" fmla="*/ 23 h 3490"/>
                <a:gd name="T52" fmla="*/ 21 w 3485"/>
                <a:gd name="T53" fmla="*/ 26 h 3490"/>
                <a:gd name="T54" fmla="*/ 20 w 3485"/>
                <a:gd name="T55" fmla="*/ 28 h 3490"/>
                <a:gd name="T56" fmla="*/ 18 w 3485"/>
                <a:gd name="T57" fmla="*/ 28 h 3490"/>
                <a:gd name="T58" fmla="*/ 17 w 3485"/>
                <a:gd name="T59" fmla="*/ 26 h 3490"/>
                <a:gd name="T60" fmla="*/ 17 w 3485"/>
                <a:gd name="T61" fmla="*/ 23 h 3490"/>
                <a:gd name="T62" fmla="*/ 18 w 3485"/>
                <a:gd name="T63" fmla="*/ 21 h 3490"/>
                <a:gd name="T64" fmla="*/ 19 w 3485"/>
                <a:gd name="T65" fmla="*/ 11 h 3490"/>
                <a:gd name="T66" fmla="*/ 20 w 3485"/>
                <a:gd name="T67" fmla="*/ 13 h 3490"/>
                <a:gd name="T68" fmla="*/ 21 w 3485"/>
                <a:gd name="T69" fmla="*/ 15 h 3490"/>
                <a:gd name="T70" fmla="*/ 20 w 3485"/>
                <a:gd name="T71" fmla="*/ 17 h 3490"/>
                <a:gd name="T72" fmla="*/ 18 w 3485"/>
                <a:gd name="T73" fmla="*/ 17 h 3490"/>
                <a:gd name="T74" fmla="*/ 17 w 3485"/>
                <a:gd name="T75" fmla="*/ 16 h 3490"/>
                <a:gd name="T76" fmla="*/ 17 w 3485"/>
                <a:gd name="T77" fmla="*/ 13 h 3490"/>
                <a:gd name="T78" fmla="*/ 18 w 3485"/>
                <a:gd name="T79" fmla="*/ 11 h 3490"/>
                <a:gd name="T80" fmla="*/ 26 w 3485"/>
                <a:gd name="T81" fmla="*/ 7 h 3490"/>
                <a:gd name="T82" fmla="*/ 27 w 3485"/>
                <a:gd name="T83" fmla="*/ 8 h 3490"/>
                <a:gd name="T84" fmla="*/ 27 w 3485"/>
                <a:gd name="T85" fmla="*/ 11 h 3490"/>
                <a:gd name="T86" fmla="*/ 26 w 3485"/>
                <a:gd name="T87" fmla="*/ 13 h 3490"/>
                <a:gd name="T88" fmla="*/ 25 w 3485"/>
                <a:gd name="T89" fmla="*/ 13 h 3490"/>
                <a:gd name="T90" fmla="*/ 24 w 3485"/>
                <a:gd name="T91" fmla="*/ 12 h 3490"/>
                <a:gd name="T92" fmla="*/ 24 w 3485"/>
                <a:gd name="T93" fmla="*/ 9 h 3490"/>
                <a:gd name="T94" fmla="*/ 24 w 3485"/>
                <a:gd name="T95" fmla="*/ 7 h 3490"/>
                <a:gd name="T96" fmla="*/ 26 w 3485"/>
                <a:gd name="T97" fmla="*/ 17 h 3490"/>
                <a:gd name="T98" fmla="*/ 27 w 3485"/>
                <a:gd name="T99" fmla="*/ 18 h 3490"/>
                <a:gd name="T100" fmla="*/ 28 w 3485"/>
                <a:gd name="T101" fmla="*/ 21 h 3490"/>
                <a:gd name="T102" fmla="*/ 27 w 3485"/>
                <a:gd name="T103" fmla="*/ 23 h 3490"/>
                <a:gd name="T104" fmla="*/ 26 w 3485"/>
                <a:gd name="T105" fmla="*/ 24 h 3490"/>
                <a:gd name="T106" fmla="*/ 24 w 3485"/>
                <a:gd name="T107" fmla="*/ 23 h 3490"/>
                <a:gd name="T108" fmla="*/ 24 w 3485"/>
                <a:gd name="T109" fmla="*/ 20 h 3490"/>
                <a:gd name="T110" fmla="*/ 25 w 3485"/>
                <a:gd name="T111" fmla="*/ 18 h 3490"/>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w 3485"/>
                <a:gd name="T169" fmla="*/ 0 h 3490"/>
                <a:gd name="T170" fmla="*/ 3485 w 3485"/>
                <a:gd name="T171" fmla="*/ 3490 h 3490"/>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T168" t="T169" r="T170" b="T171"/>
              <a:pathLst>
                <a:path w="3485" h="3490">
                  <a:moveTo>
                    <a:pt x="1754" y="0"/>
                  </a:moveTo>
                  <a:lnTo>
                    <a:pt x="1797" y="2"/>
                  </a:lnTo>
                  <a:lnTo>
                    <a:pt x="1840" y="5"/>
                  </a:lnTo>
                  <a:lnTo>
                    <a:pt x="1881" y="12"/>
                  </a:lnTo>
                  <a:lnTo>
                    <a:pt x="1921" y="20"/>
                  </a:lnTo>
                  <a:lnTo>
                    <a:pt x="1959" y="31"/>
                  </a:lnTo>
                  <a:lnTo>
                    <a:pt x="1994" y="44"/>
                  </a:lnTo>
                  <a:lnTo>
                    <a:pt x="2028" y="59"/>
                  </a:lnTo>
                  <a:lnTo>
                    <a:pt x="2058" y="74"/>
                  </a:lnTo>
                  <a:lnTo>
                    <a:pt x="2086" y="93"/>
                  </a:lnTo>
                  <a:lnTo>
                    <a:pt x="2111" y="113"/>
                  </a:lnTo>
                  <a:lnTo>
                    <a:pt x="2132" y="133"/>
                  </a:lnTo>
                  <a:lnTo>
                    <a:pt x="2151" y="155"/>
                  </a:lnTo>
                  <a:lnTo>
                    <a:pt x="2165" y="179"/>
                  </a:lnTo>
                  <a:lnTo>
                    <a:pt x="2175" y="203"/>
                  </a:lnTo>
                  <a:lnTo>
                    <a:pt x="2182" y="229"/>
                  </a:lnTo>
                  <a:lnTo>
                    <a:pt x="2185" y="255"/>
                  </a:lnTo>
                  <a:lnTo>
                    <a:pt x="2182" y="281"/>
                  </a:lnTo>
                  <a:lnTo>
                    <a:pt x="2175" y="305"/>
                  </a:lnTo>
                  <a:lnTo>
                    <a:pt x="2165" y="330"/>
                  </a:lnTo>
                  <a:lnTo>
                    <a:pt x="2151" y="353"/>
                  </a:lnTo>
                  <a:lnTo>
                    <a:pt x="2132" y="376"/>
                  </a:lnTo>
                  <a:lnTo>
                    <a:pt x="2111" y="397"/>
                  </a:lnTo>
                  <a:lnTo>
                    <a:pt x="2086" y="417"/>
                  </a:lnTo>
                  <a:lnTo>
                    <a:pt x="2058" y="434"/>
                  </a:lnTo>
                  <a:lnTo>
                    <a:pt x="2028" y="451"/>
                  </a:lnTo>
                  <a:lnTo>
                    <a:pt x="1994" y="466"/>
                  </a:lnTo>
                  <a:lnTo>
                    <a:pt x="1959" y="479"/>
                  </a:lnTo>
                  <a:lnTo>
                    <a:pt x="1921" y="489"/>
                  </a:lnTo>
                  <a:lnTo>
                    <a:pt x="1881" y="498"/>
                  </a:lnTo>
                  <a:lnTo>
                    <a:pt x="1840" y="505"/>
                  </a:lnTo>
                  <a:lnTo>
                    <a:pt x="1797" y="508"/>
                  </a:lnTo>
                  <a:lnTo>
                    <a:pt x="1754" y="509"/>
                  </a:lnTo>
                  <a:lnTo>
                    <a:pt x="1710" y="508"/>
                  </a:lnTo>
                  <a:lnTo>
                    <a:pt x="1667" y="505"/>
                  </a:lnTo>
                  <a:lnTo>
                    <a:pt x="1626" y="498"/>
                  </a:lnTo>
                  <a:lnTo>
                    <a:pt x="1586" y="489"/>
                  </a:lnTo>
                  <a:lnTo>
                    <a:pt x="1548" y="479"/>
                  </a:lnTo>
                  <a:lnTo>
                    <a:pt x="1512" y="466"/>
                  </a:lnTo>
                  <a:lnTo>
                    <a:pt x="1479" y="451"/>
                  </a:lnTo>
                  <a:lnTo>
                    <a:pt x="1449" y="434"/>
                  </a:lnTo>
                  <a:lnTo>
                    <a:pt x="1421" y="417"/>
                  </a:lnTo>
                  <a:lnTo>
                    <a:pt x="1395" y="397"/>
                  </a:lnTo>
                  <a:lnTo>
                    <a:pt x="1374" y="376"/>
                  </a:lnTo>
                  <a:lnTo>
                    <a:pt x="1355" y="353"/>
                  </a:lnTo>
                  <a:lnTo>
                    <a:pt x="1341" y="330"/>
                  </a:lnTo>
                  <a:lnTo>
                    <a:pt x="1331" y="305"/>
                  </a:lnTo>
                  <a:lnTo>
                    <a:pt x="1324" y="281"/>
                  </a:lnTo>
                  <a:lnTo>
                    <a:pt x="1321" y="255"/>
                  </a:lnTo>
                  <a:lnTo>
                    <a:pt x="1324" y="229"/>
                  </a:lnTo>
                  <a:lnTo>
                    <a:pt x="1331" y="203"/>
                  </a:lnTo>
                  <a:lnTo>
                    <a:pt x="1341" y="179"/>
                  </a:lnTo>
                  <a:lnTo>
                    <a:pt x="1355" y="155"/>
                  </a:lnTo>
                  <a:lnTo>
                    <a:pt x="1374" y="133"/>
                  </a:lnTo>
                  <a:lnTo>
                    <a:pt x="1395" y="113"/>
                  </a:lnTo>
                  <a:lnTo>
                    <a:pt x="1421" y="93"/>
                  </a:lnTo>
                  <a:lnTo>
                    <a:pt x="1449" y="74"/>
                  </a:lnTo>
                  <a:lnTo>
                    <a:pt x="1479" y="59"/>
                  </a:lnTo>
                  <a:lnTo>
                    <a:pt x="1512" y="44"/>
                  </a:lnTo>
                  <a:lnTo>
                    <a:pt x="1548" y="31"/>
                  </a:lnTo>
                  <a:lnTo>
                    <a:pt x="1586" y="20"/>
                  </a:lnTo>
                  <a:lnTo>
                    <a:pt x="1626" y="12"/>
                  </a:lnTo>
                  <a:lnTo>
                    <a:pt x="1667" y="5"/>
                  </a:lnTo>
                  <a:lnTo>
                    <a:pt x="1710" y="2"/>
                  </a:lnTo>
                  <a:lnTo>
                    <a:pt x="1754" y="0"/>
                  </a:lnTo>
                  <a:close/>
                  <a:moveTo>
                    <a:pt x="239" y="786"/>
                  </a:moveTo>
                  <a:lnTo>
                    <a:pt x="263" y="788"/>
                  </a:lnTo>
                  <a:lnTo>
                    <a:pt x="287" y="794"/>
                  </a:lnTo>
                  <a:lnTo>
                    <a:pt x="309" y="805"/>
                  </a:lnTo>
                  <a:lnTo>
                    <a:pt x="331" y="819"/>
                  </a:lnTo>
                  <a:lnTo>
                    <a:pt x="352" y="836"/>
                  </a:lnTo>
                  <a:lnTo>
                    <a:pt x="372" y="857"/>
                  </a:lnTo>
                  <a:lnTo>
                    <a:pt x="390" y="882"/>
                  </a:lnTo>
                  <a:lnTo>
                    <a:pt x="407" y="909"/>
                  </a:lnTo>
                  <a:lnTo>
                    <a:pt x="423" y="940"/>
                  </a:lnTo>
                  <a:lnTo>
                    <a:pt x="437" y="971"/>
                  </a:lnTo>
                  <a:lnTo>
                    <a:pt x="448" y="1006"/>
                  </a:lnTo>
                  <a:lnTo>
                    <a:pt x="459" y="1043"/>
                  </a:lnTo>
                  <a:lnTo>
                    <a:pt x="467" y="1081"/>
                  </a:lnTo>
                  <a:lnTo>
                    <a:pt x="473" y="1121"/>
                  </a:lnTo>
                  <a:lnTo>
                    <a:pt x="476" y="1163"/>
                  </a:lnTo>
                  <a:lnTo>
                    <a:pt x="478" y="1206"/>
                  </a:lnTo>
                  <a:lnTo>
                    <a:pt x="476" y="1248"/>
                  </a:lnTo>
                  <a:lnTo>
                    <a:pt x="473" y="1290"/>
                  </a:lnTo>
                  <a:lnTo>
                    <a:pt x="467" y="1330"/>
                  </a:lnTo>
                  <a:lnTo>
                    <a:pt x="459" y="1367"/>
                  </a:lnTo>
                  <a:lnTo>
                    <a:pt x="448" y="1405"/>
                  </a:lnTo>
                  <a:lnTo>
                    <a:pt x="437" y="1439"/>
                  </a:lnTo>
                  <a:lnTo>
                    <a:pt x="423" y="1472"/>
                  </a:lnTo>
                  <a:lnTo>
                    <a:pt x="407" y="1501"/>
                  </a:lnTo>
                  <a:lnTo>
                    <a:pt x="390" y="1528"/>
                  </a:lnTo>
                  <a:lnTo>
                    <a:pt x="372" y="1553"/>
                  </a:lnTo>
                  <a:lnTo>
                    <a:pt x="352" y="1574"/>
                  </a:lnTo>
                  <a:lnTo>
                    <a:pt x="331" y="1591"/>
                  </a:lnTo>
                  <a:lnTo>
                    <a:pt x="309" y="1605"/>
                  </a:lnTo>
                  <a:lnTo>
                    <a:pt x="287" y="1616"/>
                  </a:lnTo>
                  <a:lnTo>
                    <a:pt x="263" y="1622"/>
                  </a:lnTo>
                  <a:lnTo>
                    <a:pt x="239" y="1624"/>
                  </a:lnTo>
                  <a:lnTo>
                    <a:pt x="214" y="1622"/>
                  </a:lnTo>
                  <a:lnTo>
                    <a:pt x="191" y="1616"/>
                  </a:lnTo>
                  <a:lnTo>
                    <a:pt x="168" y="1605"/>
                  </a:lnTo>
                  <a:lnTo>
                    <a:pt x="146" y="1591"/>
                  </a:lnTo>
                  <a:lnTo>
                    <a:pt x="125" y="1574"/>
                  </a:lnTo>
                  <a:lnTo>
                    <a:pt x="105" y="1553"/>
                  </a:lnTo>
                  <a:lnTo>
                    <a:pt x="87" y="1528"/>
                  </a:lnTo>
                  <a:lnTo>
                    <a:pt x="70" y="1501"/>
                  </a:lnTo>
                  <a:lnTo>
                    <a:pt x="55" y="1472"/>
                  </a:lnTo>
                  <a:lnTo>
                    <a:pt x="41" y="1439"/>
                  </a:lnTo>
                  <a:lnTo>
                    <a:pt x="29" y="1405"/>
                  </a:lnTo>
                  <a:lnTo>
                    <a:pt x="18" y="1367"/>
                  </a:lnTo>
                  <a:lnTo>
                    <a:pt x="10" y="1330"/>
                  </a:lnTo>
                  <a:lnTo>
                    <a:pt x="4" y="1290"/>
                  </a:lnTo>
                  <a:lnTo>
                    <a:pt x="1" y="1248"/>
                  </a:lnTo>
                  <a:lnTo>
                    <a:pt x="0" y="1206"/>
                  </a:lnTo>
                  <a:lnTo>
                    <a:pt x="1" y="1163"/>
                  </a:lnTo>
                  <a:lnTo>
                    <a:pt x="4" y="1121"/>
                  </a:lnTo>
                  <a:lnTo>
                    <a:pt x="10" y="1081"/>
                  </a:lnTo>
                  <a:lnTo>
                    <a:pt x="18" y="1043"/>
                  </a:lnTo>
                  <a:lnTo>
                    <a:pt x="29" y="1006"/>
                  </a:lnTo>
                  <a:lnTo>
                    <a:pt x="41" y="971"/>
                  </a:lnTo>
                  <a:lnTo>
                    <a:pt x="55" y="940"/>
                  </a:lnTo>
                  <a:lnTo>
                    <a:pt x="70" y="909"/>
                  </a:lnTo>
                  <a:lnTo>
                    <a:pt x="87" y="882"/>
                  </a:lnTo>
                  <a:lnTo>
                    <a:pt x="105" y="857"/>
                  </a:lnTo>
                  <a:lnTo>
                    <a:pt x="125" y="836"/>
                  </a:lnTo>
                  <a:lnTo>
                    <a:pt x="146" y="819"/>
                  </a:lnTo>
                  <a:lnTo>
                    <a:pt x="168" y="805"/>
                  </a:lnTo>
                  <a:lnTo>
                    <a:pt x="191" y="794"/>
                  </a:lnTo>
                  <a:lnTo>
                    <a:pt x="214" y="788"/>
                  </a:lnTo>
                  <a:lnTo>
                    <a:pt x="239" y="786"/>
                  </a:lnTo>
                  <a:close/>
                  <a:moveTo>
                    <a:pt x="1119" y="2495"/>
                  </a:moveTo>
                  <a:lnTo>
                    <a:pt x="1143" y="2498"/>
                  </a:lnTo>
                  <a:lnTo>
                    <a:pt x="1167" y="2504"/>
                  </a:lnTo>
                  <a:lnTo>
                    <a:pt x="1190" y="2514"/>
                  </a:lnTo>
                  <a:lnTo>
                    <a:pt x="1211" y="2528"/>
                  </a:lnTo>
                  <a:lnTo>
                    <a:pt x="1232" y="2546"/>
                  </a:lnTo>
                  <a:lnTo>
                    <a:pt x="1252" y="2567"/>
                  </a:lnTo>
                  <a:lnTo>
                    <a:pt x="1271" y="2592"/>
                  </a:lnTo>
                  <a:lnTo>
                    <a:pt x="1288" y="2618"/>
                  </a:lnTo>
                  <a:lnTo>
                    <a:pt x="1304" y="2648"/>
                  </a:lnTo>
                  <a:lnTo>
                    <a:pt x="1318" y="2681"/>
                  </a:lnTo>
                  <a:lnTo>
                    <a:pt x="1329" y="2715"/>
                  </a:lnTo>
                  <a:lnTo>
                    <a:pt x="1340" y="2752"/>
                  </a:lnTo>
                  <a:lnTo>
                    <a:pt x="1348" y="2790"/>
                  </a:lnTo>
                  <a:lnTo>
                    <a:pt x="1354" y="2830"/>
                  </a:lnTo>
                  <a:lnTo>
                    <a:pt x="1358" y="2872"/>
                  </a:lnTo>
                  <a:lnTo>
                    <a:pt x="1359" y="2914"/>
                  </a:lnTo>
                  <a:lnTo>
                    <a:pt x="1358" y="2956"/>
                  </a:lnTo>
                  <a:lnTo>
                    <a:pt x="1354" y="2998"/>
                  </a:lnTo>
                  <a:lnTo>
                    <a:pt x="1348" y="3038"/>
                  </a:lnTo>
                  <a:lnTo>
                    <a:pt x="1340" y="3077"/>
                  </a:lnTo>
                  <a:lnTo>
                    <a:pt x="1329" y="3113"/>
                  </a:lnTo>
                  <a:lnTo>
                    <a:pt x="1318" y="3147"/>
                  </a:lnTo>
                  <a:lnTo>
                    <a:pt x="1304" y="3180"/>
                  </a:lnTo>
                  <a:lnTo>
                    <a:pt x="1288" y="3209"/>
                  </a:lnTo>
                  <a:lnTo>
                    <a:pt x="1271" y="3238"/>
                  </a:lnTo>
                  <a:lnTo>
                    <a:pt x="1252" y="3261"/>
                  </a:lnTo>
                  <a:lnTo>
                    <a:pt x="1232" y="3282"/>
                  </a:lnTo>
                  <a:lnTo>
                    <a:pt x="1211" y="3301"/>
                  </a:lnTo>
                  <a:lnTo>
                    <a:pt x="1190" y="3315"/>
                  </a:lnTo>
                  <a:lnTo>
                    <a:pt x="1167" y="3325"/>
                  </a:lnTo>
                  <a:lnTo>
                    <a:pt x="1143" y="3331"/>
                  </a:lnTo>
                  <a:lnTo>
                    <a:pt x="1119" y="3334"/>
                  </a:lnTo>
                  <a:lnTo>
                    <a:pt x="1094" y="3331"/>
                  </a:lnTo>
                  <a:lnTo>
                    <a:pt x="1070" y="3325"/>
                  </a:lnTo>
                  <a:lnTo>
                    <a:pt x="1048" y="3315"/>
                  </a:lnTo>
                  <a:lnTo>
                    <a:pt x="1026" y="3301"/>
                  </a:lnTo>
                  <a:lnTo>
                    <a:pt x="1005" y="3282"/>
                  </a:lnTo>
                  <a:lnTo>
                    <a:pt x="985" y="3261"/>
                  </a:lnTo>
                  <a:lnTo>
                    <a:pt x="967" y="3238"/>
                  </a:lnTo>
                  <a:lnTo>
                    <a:pt x="950" y="3209"/>
                  </a:lnTo>
                  <a:lnTo>
                    <a:pt x="935" y="3180"/>
                  </a:lnTo>
                  <a:lnTo>
                    <a:pt x="921" y="3147"/>
                  </a:lnTo>
                  <a:lnTo>
                    <a:pt x="909" y="3113"/>
                  </a:lnTo>
                  <a:lnTo>
                    <a:pt x="898" y="3077"/>
                  </a:lnTo>
                  <a:lnTo>
                    <a:pt x="890" y="3038"/>
                  </a:lnTo>
                  <a:lnTo>
                    <a:pt x="884" y="2998"/>
                  </a:lnTo>
                  <a:lnTo>
                    <a:pt x="881" y="2956"/>
                  </a:lnTo>
                  <a:lnTo>
                    <a:pt x="880" y="2914"/>
                  </a:lnTo>
                  <a:lnTo>
                    <a:pt x="881" y="2872"/>
                  </a:lnTo>
                  <a:lnTo>
                    <a:pt x="884" y="2830"/>
                  </a:lnTo>
                  <a:lnTo>
                    <a:pt x="890" y="2790"/>
                  </a:lnTo>
                  <a:lnTo>
                    <a:pt x="898" y="2752"/>
                  </a:lnTo>
                  <a:lnTo>
                    <a:pt x="909" y="2715"/>
                  </a:lnTo>
                  <a:lnTo>
                    <a:pt x="921" y="2681"/>
                  </a:lnTo>
                  <a:lnTo>
                    <a:pt x="935" y="2648"/>
                  </a:lnTo>
                  <a:lnTo>
                    <a:pt x="950" y="2618"/>
                  </a:lnTo>
                  <a:lnTo>
                    <a:pt x="967" y="2592"/>
                  </a:lnTo>
                  <a:lnTo>
                    <a:pt x="985" y="2567"/>
                  </a:lnTo>
                  <a:lnTo>
                    <a:pt x="1005" y="2546"/>
                  </a:lnTo>
                  <a:lnTo>
                    <a:pt x="1026" y="2528"/>
                  </a:lnTo>
                  <a:lnTo>
                    <a:pt x="1048" y="2514"/>
                  </a:lnTo>
                  <a:lnTo>
                    <a:pt x="1070" y="2504"/>
                  </a:lnTo>
                  <a:lnTo>
                    <a:pt x="1094" y="2498"/>
                  </a:lnTo>
                  <a:lnTo>
                    <a:pt x="1119" y="2495"/>
                  </a:lnTo>
                  <a:close/>
                  <a:moveTo>
                    <a:pt x="2380" y="2651"/>
                  </a:moveTo>
                  <a:lnTo>
                    <a:pt x="2405" y="2654"/>
                  </a:lnTo>
                  <a:lnTo>
                    <a:pt x="2428" y="2660"/>
                  </a:lnTo>
                  <a:lnTo>
                    <a:pt x="2452" y="2670"/>
                  </a:lnTo>
                  <a:lnTo>
                    <a:pt x="2473" y="2684"/>
                  </a:lnTo>
                  <a:lnTo>
                    <a:pt x="2494" y="2703"/>
                  </a:lnTo>
                  <a:lnTo>
                    <a:pt x="2514" y="2724"/>
                  </a:lnTo>
                  <a:lnTo>
                    <a:pt x="2533" y="2747"/>
                  </a:lnTo>
                  <a:lnTo>
                    <a:pt x="2550" y="2774"/>
                  </a:lnTo>
                  <a:lnTo>
                    <a:pt x="2565" y="2805"/>
                  </a:lnTo>
                  <a:lnTo>
                    <a:pt x="2580" y="2838"/>
                  </a:lnTo>
                  <a:lnTo>
                    <a:pt x="2591" y="2872"/>
                  </a:lnTo>
                  <a:lnTo>
                    <a:pt x="2602" y="2908"/>
                  </a:lnTo>
                  <a:lnTo>
                    <a:pt x="2610" y="2947"/>
                  </a:lnTo>
                  <a:lnTo>
                    <a:pt x="2616" y="2987"/>
                  </a:lnTo>
                  <a:lnTo>
                    <a:pt x="2619" y="3029"/>
                  </a:lnTo>
                  <a:lnTo>
                    <a:pt x="2621" y="3071"/>
                  </a:lnTo>
                  <a:lnTo>
                    <a:pt x="2619" y="3113"/>
                  </a:lnTo>
                  <a:lnTo>
                    <a:pt x="2616" y="3155"/>
                  </a:lnTo>
                  <a:lnTo>
                    <a:pt x="2610" y="3195"/>
                  </a:lnTo>
                  <a:lnTo>
                    <a:pt x="2602" y="3233"/>
                  </a:lnTo>
                  <a:lnTo>
                    <a:pt x="2591" y="3270"/>
                  </a:lnTo>
                  <a:lnTo>
                    <a:pt x="2580" y="3304"/>
                  </a:lnTo>
                  <a:lnTo>
                    <a:pt x="2565" y="3337"/>
                  </a:lnTo>
                  <a:lnTo>
                    <a:pt x="2550" y="3367"/>
                  </a:lnTo>
                  <a:lnTo>
                    <a:pt x="2533" y="3393"/>
                  </a:lnTo>
                  <a:lnTo>
                    <a:pt x="2514" y="3418"/>
                  </a:lnTo>
                  <a:lnTo>
                    <a:pt x="2494" y="3439"/>
                  </a:lnTo>
                  <a:lnTo>
                    <a:pt x="2473" y="3457"/>
                  </a:lnTo>
                  <a:lnTo>
                    <a:pt x="2452" y="3471"/>
                  </a:lnTo>
                  <a:lnTo>
                    <a:pt x="2428" y="3481"/>
                  </a:lnTo>
                  <a:lnTo>
                    <a:pt x="2405" y="3487"/>
                  </a:lnTo>
                  <a:lnTo>
                    <a:pt x="2380" y="3490"/>
                  </a:lnTo>
                  <a:lnTo>
                    <a:pt x="2356" y="3487"/>
                  </a:lnTo>
                  <a:lnTo>
                    <a:pt x="2332" y="3481"/>
                  </a:lnTo>
                  <a:lnTo>
                    <a:pt x="2310" y="3471"/>
                  </a:lnTo>
                  <a:lnTo>
                    <a:pt x="2288" y="3457"/>
                  </a:lnTo>
                  <a:lnTo>
                    <a:pt x="2267" y="3439"/>
                  </a:lnTo>
                  <a:lnTo>
                    <a:pt x="2248" y="3418"/>
                  </a:lnTo>
                  <a:lnTo>
                    <a:pt x="2229" y="3393"/>
                  </a:lnTo>
                  <a:lnTo>
                    <a:pt x="2212" y="3367"/>
                  </a:lnTo>
                  <a:lnTo>
                    <a:pt x="2196" y="3337"/>
                  </a:lnTo>
                  <a:lnTo>
                    <a:pt x="2182" y="3304"/>
                  </a:lnTo>
                  <a:lnTo>
                    <a:pt x="2171" y="3270"/>
                  </a:lnTo>
                  <a:lnTo>
                    <a:pt x="2160" y="3233"/>
                  </a:lnTo>
                  <a:lnTo>
                    <a:pt x="2152" y="3195"/>
                  </a:lnTo>
                  <a:lnTo>
                    <a:pt x="2146" y="3155"/>
                  </a:lnTo>
                  <a:lnTo>
                    <a:pt x="2142" y="3113"/>
                  </a:lnTo>
                  <a:lnTo>
                    <a:pt x="2141" y="3071"/>
                  </a:lnTo>
                  <a:lnTo>
                    <a:pt x="2142" y="3029"/>
                  </a:lnTo>
                  <a:lnTo>
                    <a:pt x="2146" y="2987"/>
                  </a:lnTo>
                  <a:lnTo>
                    <a:pt x="2152" y="2947"/>
                  </a:lnTo>
                  <a:lnTo>
                    <a:pt x="2160" y="2908"/>
                  </a:lnTo>
                  <a:lnTo>
                    <a:pt x="2171" y="2872"/>
                  </a:lnTo>
                  <a:lnTo>
                    <a:pt x="2182" y="2838"/>
                  </a:lnTo>
                  <a:lnTo>
                    <a:pt x="2196" y="2805"/>
                  </a:lnTo>
                  <a:lnTo>
                    <a:pt x="2212" y="2774"/>
                  </a:lnTo>
                  <a:lnTo>
                    <a:pt x="2229" y="2747"/>
                  </a:lnTo>
                  <a:lnTo>
                    <a:pt x="2248" y="2724"/>
                  </a:lnTo>
                  <a:lnTo>
                    <a:pt x="2267" y="2703"/>
                  </a:lnTo>
                  <a:lnTo>
                    <a:pt x="2288" y="2684"/>
                  </a:lnTo>
                  <a:lnTo>
                    <a:pt x="2310" y="2670"/>
                  </a:lnTo>
                  <a:lnTo>
                    <a:pt x="2332" y="2660"/>
                  </a:lnTo>
                  <a:lnTo>
                    <a:pt x="2356" y="2654"/>
                  </a:lnTo>
                  <a:lnTo>
                    <a:pt x="2380" y="2651"/>
                  </a:lnTo>
                  <a:close/>
                  <a:moveTo>
                    <a:pt x="2342" y="1355"/>
                  </a:moveTo>
                  <a:lnTo>
                    <a:pt x="2366" y="1357"/>
                  </a:lnTo>
                  <a:lnTo>
                    <a:pt x="2390" y="1363"/>
                  </a:lnTo>
                  <a:lnTo>
                    <a:pt x="2412" y="1373"/>
                  </a:lnTo>
                  <a:lnTo>
                    <a:pt x="2434" y="1387"/>
                  </a:lnTo>
                  <a:lnTo>
                    <a:pt x="2455" y="1405"/>
                  </a:lnTo>
                  <a:lnTo>
                    <a:pt x="2475" y="1426"/>
                  </a:lnTo>
                  <a:lnTo>
                    <a:pt x="2493" y="1451"/>
                  </a:lnTo>
                  <a:lnTo>
                    <a:pt x="2510" y="1478"/>
                  </a:lnTo>
                  <a:lnTo>
                    <a:pt x="2526" y="1507"/>
                  </a:lnTo>
                  <a:lnTo>
                    <a:pt x="2540" y="1540"/>
                  </a:lnTo>
                  <a:lnTo>
                    <a:pt x="2551" y="1574"/>
                  </a:lnTo>
                  <a:lnTo>
                    <a:pt x="2562" y="1611"/>
                  </a:lnTo>
                  <a:lnTo>
                    <a:pt x="2570" y="1649"/>
                  </a:lnTo>
                  <a:lnTo>
                    <a:pt x="2576" y="1689"/>
                  </a:lnTo>
                  <a:lnTo>
                    <a:pt x="2580" y="1731"/>
                  </a:lnTo>
                  <a:lnTo>
                    <a:pt x="2581" y="1773"/>
                  </a:lnTo>
                  <a:lnTo>
                    <a:pt x="2580" y="1815"/>
                  </a:lnTo>
                  <a:lnTo>
                    <a:pt x="2576" y="1858"/>
                  </a:lnTo>
                  <a:lnTo>
                    <a:pt x="2570" y="1897"/>
                  </a:lnTo>
                  <a:lnTo>
                    <a:pt x="2562" y="1936"/>
                  </a:lnTo>
                  <a:lnTo>
                    <a:pt x="2551" y="1972"/>
                  </a:lnTo>
                  <a:lnTo>
                    <a:pt x="2540" y="2008"/>
                  </a:lnTo>
                  <a:lnTo>
                    <a:pt x="2526" y="2039"/>
                  </a:lnTo>
                  <a:lnTo>
                    <a:pt x="2510" y="2070"/>
                  </a:lnTo>
                  <a:lnTo>
                    <a:pt x="2493" y="2097"/>
                  </a:lnTo>
                  <a:lnTo>
                    <a:pt x="2475" y="2121"/>
                  </a:lnTo>
                  <a:lnTo>
                    <a:pt x="2455" y="2142"/>
                  </a:lnTo>
                  <a:lnTo>
                    <a:pt x="2434" y="2160"/>
                  </a:lnTo>
                  <a:lnTo>
                    <a:pt x="2412" y="2174"/>
                  </a:lnTo>
                  <a:lnTo>
                    <a:pt x="2390" y="2185"/>
                  </a:lnTo>
                  <a:lnTo>
                    <a:pt x="2366" y="2191"/>
                  </a:lnTo>
                  <a:lnTo>
                    <a:pt x="2342" y="2193"/>
                  </a:lnTo>
                  <a:lnTo>
                    <a:pt x="2317" y="2191"/>
                  </a:lnTo>
                  <a:lnTo>
                    <a:pt x="2294" y="2185"/>
                  </a:lnTo>
                  <a:lnTo>
                    <a:pt x="2270" y="2174"/>
                  </a:lnTo>
                  <a:lnTo>
                    <a:pt x="2249" y="2160"/>
                  </a:lnTo>
                  <a:lnTo>
                    <a:pt x="2228" y="2142"/>
                  </a:lnTo>
                  <a:lnTo>
                    <a:pt x="2208" y="2121"/>
                  </a:lnTo>
                  <a:lnTo>
                    <a:pt x="2189" y="2097"/>
                  </a:lnTo>
                  <a:lnTo>
                    <a:pt x="2173" y="2070"/>
                  </a:lnTo>
                  <a:lnTo>
                    <a:pt x="2157" y="2039"/>
                  </a:lnTo>
                  <a:lnTo>
                    <a:pt x="2142" y="2008"/>
                  </a:lnTo>
                  <a:lnTo>
                    <a:pt x="2131" y="1972"/>
                  </a:lnTo>
                  <a:lnTo>
                    <a:pt x="2120" y="1936"/>
                  </a:lnTo>
                  <a:lnTo>
                    <a:pt x="2112" y="1897"/>
                  </a:lnTo>
                  <a:lnTo>
                    <a:pt x="2106" y="1858"/>
                  </a:lnTo>
                  <a:lnTo>
                    <a:pt x="2103" y="1815"/>
                  </a:lnTo>
                  <a:lnTo>
                    <a:pt x="2101" y="1773"/>
                  </a:lnTo>
                  <a:lnTo>
                    <a:pt x="2103" y="1731"/>
                  </a:lnTo>
                  <a:lnTo>
                    <a:pt x="2106" y="1689"/>
                  </a:lnTo>
                  <a:lnTo>
                    <a:pt x="2112" y="1649"/>
                  </a:lnTo>
                  <a:lnTo>
                    <a:pt x="2120" y="1611"/>
                  </a:lnTo>
                  <a:lnTo>
                    <a:pt x="2131" y="1574"/>
                  </a:lnTo>
                  <a:lnTo>
                    <a:pt x="2142" y="1540"/>
                  </a:lnTo>
                  <a:lnTo>
                    <a:pt x="2157" y="1507"/>
                  </a:lnTo>
                  <a:lnTo>
                    <a:pt x="2173" y="1478"/>
                  </a:lnTo>
                  <a:lnTo>
                    <a:pt x="2189" y="1451"/>
                  </a:lnTo>
                  <a:lnTo>
                    <a:pt x="2208" y="1426"/>
                  </a:lnTo>
                  <a:lnTo>
                    <a:pt x="2228" y="1405"/>
                  </a:lnTo>
                  <a:lnTo>
                    <a:pt x="2249" y="1387"/>
                  </a:lnTo>
                  <a:lnTo>
                    <a:pt x="2270" y="1373"/>
                  </a:lnTo>
                  <a:lnTo>
                    <a:pt x="2294" y="1363"/>
                  </a:lnTo>
                  <a:lnTo>
                    <a:pt x="2317" y="1357"/>
                  </a:lnTo>
                  <a:lnTo>
                    <a:pt x="2342" y="1355"/>
                  </a:lnTo>
                  <a:close/>
                  <a:moveTo>
                    <a:pt x="3179" y="819"/>
                  </a:moveTo>
                  <a:lnTo>
                    <a:pt x="3204" y="821"/>
                  </a:lnTo>
                  <a:lnTo>
                    <a:pt x="3227" y="827"/>
                  </a:lnTo>
                  <a:lnTo>
                    <a:pt x="3250" y="838"/>
                  </a:lnTo>
                  <a:lnTo>
                    <a:pt x="3272" y="852"/>
                  </a:lnTo>
                  <a:lnTo>
                    <a:pt x="3293" y="869"/>
                  </a:lnTo>
                  <a:lnTo>
                    <a:pt x="3312" y="890"/>
                  </a:lnTo>
                  <a:lnTo>
                    <a:pt x="3331" y="915"/>
                  </a:lnTo>
                  <a:lnTo>
                    <a:pt x="3348" y="942"/>
                  </a:lnTo>
                  <a:lnTo>
                    <a:pt x="3363" y="971"/>
                  </a:lnTo>
                  <a:lnTo>
                    <a:pt x="3377" y="1004"/>
                  </a:lnTo>
                  <a:lnTo>
                    <a:pt x="3389" y="1038"/>
                  </a:lnTo>
                  <a:lnTo>
                    <a:pt x="3400" y="1076"/>
                  </a:lnTo>
                  <a:lnTo>
                    <a:pt x="3408" y="1113"/>
                  </a:lnTo>
                  <a:lnTo>
                    <a:pt x="3414" y="1153"/>
                  </a:lnTo>
                  <a:lnTo>
                    <a:pt x="3417" y="1195"/>
                  </a:lnTo>
                  <a:lnTo>
                    <a:pt x="3418" y="1237"/>
                  </a:lnTo>
                  <a:lnTo>
                    <a:pt x="3417" y="1280"/>
                  </a:lnTo>
                  <a:lnTo>
                    <a:pt x="3414" y="1322"/>
                  </a:lnTo>
                  <a:lnTo>
                    <a:pt x="3408" y="1362"/>
                  </a:lnTo>
                  <a:lnTo>
                    <a:pt x="3400" y="1399"/>
                  </a:lnTo>
                  <a:lnTo>
                    <a:pt x="3389" y="1437"/>
                  </a:lnTo>
                  <a:lnTo>
                    <a:pt x="3377" y="1471"/>
                  </a:lnTo>
                  <a:lnTo>
                    <a:pt x="3363" y="1503"/>
                  </a:lnTo>
                  <a:lnTo>
                    <a:pt x="3348" y="1533"/>
                  </a:lnTo>
                  <a:lnTo>
                    <a:pt x="3331" y="1560"/>
                  </a:lnTo>
                  <a:lnTo>
                    <a:pt x="3312" y="1584"/>
                  </a:lnTo>
                  <a:lnTo>
                    <a:pt x="3293" y="1605"/>
                  </a:lnTo>
                  <a:lnTo>
                    <a:pt x="3272" y="1623"/>
                  </a:lnTo>
                  <a:lnTo>
                    <a:pt x="3250" y="1637"/>
                  </a:lnTo>
                  <a:lnTo>
                    <a:pt x="3227" y="1648"/>
                  </a:lnTo>
                  <a:lnTo>
                    <a:pt x="3204" y="1654"/>
                  </a:lnTo>
                  <a:lnTo>
                    <a:pt x="3179" y="1656"/>
                  </a:lnTo>
                  <a:lnTo>
                    <a:pt x="3155" y="1654"/>
                  </a:lnTo>
                  <a:lnTo>
                    <a:pt x="3131" y="1648"/>
                  </a:lnTo>
                  <a:lnTo>
                    <a:pt x="3108" y="1637"/>
                  </a:lnTo>
                  <a:lnTo>
                    <a:pt x="3087" y="1623"/>
                  </a:lnTo>
                  <a:lnTo>
                    <a:pt x="3066" y="1605"/>
                  </a:lnTo>
                  <a:lnTo>
                    <a:pt x="3046" y="1584"/>
                  </a:lnTo>
                  <a:lnTo>
                    <a:pt x="3027" y="1560"/>
                  </a:lnTo>
                  <a:lnTo>
                    <a:pt x="3011" y="1533"/>
                  </a:lnTo>
                  <a:lnTo>
                    <a:pt x="2994" y="1503"/>
                  </a:lnTo>
                  <a:lnTo>
                    <a:pt x="2980" y="1471"/>
                  </a:lnTo>
                  <a:lnTo>
                    <a:pt x="2968" y="1437"/>
                  </a:lnTo>
                  <a:lnTo>
                    <a:pt x="2958" y="1399"/>
                  </a:lnTo>
                  <a:lnTo>
                    <a:pt x="2950" y="1362"/>
                  </a:lnTo>
                  <a:lnTo>
                    <a:pt x="2944" y="1322"/>
                  </a:lnTo>
                  <a:lnTo>
                    <a:pt x="2940" y="1280"/>
                  </a:lnTo>
                  <a:lnTo>
                    <a:pt x="2939" y="1237"/>
                  </a:lnTo>
                  <a:lnTo>
                    <a:pt x="2940" y="1195"/>
                  </a:lnTo>
                  <a:lnTo>
                    <a:pt x="2944" y="1153"/>
                  </a:lnTo>
                  <a:lnTo>
                    <a:pt x="2950" y="1113"/>
                  </a:lnTo>
                  <a:lnTo>
                    <a:pt x="2958" y="1076"/>
                  </a:lnTo>
                  <a:lnTo>
                    <a:pt x="2968" y="1038"/>
                  </a:lnTo>
                  <a:lnTo>
                    <a:pt x="2980" y="1004"/>
                  </a:lnTo>
                  <a:lnTo>
                    <a:pt x="2994" y="971"/>
                  </a:lnTo>
                  <a:lnTo>
                    <a:pt x="3011" y="942"/>
                  </a:lnTo>
                  <a:lnTo>
                    <a:pt x="3027" y="915"/>
                  </a:lnTo>
                  <a:lnTo>
                    <a:pt x="3046" y="890"/>
                  </a:lnTo>
                  <a:lnTo>
                    <a:pt x="3066" y="869"/>
                  </a:lnTo>
                  <a:lnTo>
                    <a:pt x="3087" y="852"/>
                  </a:lnTo>
                  <a:lnTo>
                    <a:pt x="3108" y="838"/>
                  </a:lnTo>
                  <a:lnTo>
                    <a:pt x="3131" y="827"/>
                  </a:lnTo>
                  <a:lnTo>
                    <a:pt x="3155" y="821"/>
                  </a:lnTo>
                  <a:lnTo>
                    <a:pt x="3179" y="819"/>
                  </a:lnTo>
                  <a:close/>
                  <a:moveTo>
                    <a:pt x="3246" y="2144"/>
                  </a:moveTo>
                  <a:lnTo>
                    <a:pt x="3271" y="2146"/>
                  </a:lnTo>
                  <a:lnTo>
                    <a:pt x="3294" y="2152"/>
                  </a:lnTo>
                  <a:lnTo>
                    <a:pt x="3316" y="2162"/>
                  </a:lnTo>
                  <a:lnTo>
                    <a:pt x="3339" y="2176"/>
                  </a:lnTo>
                  <a:lnTo>
                    <a:pt x="3360" y="2194"/>
                  </a:lnTo>
                  <a:lnTo>
                    <a:pt x="3380" y="2215"/>
                  </a:lnTo>
                  <a:lnTo>
                    <a:pt x="3397" y="2240"/>
                  </a:lnTo>
                  <a:lnTo>
                    <a:pt x="3415" y="2267"/>
                  </a:lnTo>
                  <a:lnTo>
                    <a:pt x="3430" y="2296"/>
                  </a:lnTo>
                  <a:lnTo>
                    <a:pt x="3444" y="2329"/>
                  </a:lnTo>
                  <a:lnTo>
                    <a:pt x="3456" y="2363"/>
                  </a:lnTo>
                  <a:lnTo>
                    <a:pt x="3466" y="2400"/>
                  </a:lnTo>
                  <a:lnTo>
                    <a:pt x="3475" y="2438"/>
                  </a:lnTo>
                  <a:lnTo>
                    <a:pt x="3480" y="2478"/>
                  </a:lnTo>
                  <a:lnTo>
                    <a:pt x="3484" y="2520"/>
                  </a:lnTo>
                  <a:lnTo>
                    <a:pt x="3485" y="2562"/>
                  </a:lnTo>
                  <a:lnTo>
                    <a:pt x="3484" y="2604"/>
                  </a:lnTo>
                  <a:lnTo>
                    <a:pt x="3480" y="2647"/>
                  </a:lnTo>
                  <a:lnTo>
                    <a:pt x="3475" y="2686"/>
                  </a:lnTo>
                  <a:lnTo>
                    <a:pt x="3466" y="2725"/>
                  </a:lnTo>
                  <a:lnTo>
                    <a:pt x="3456" y="2762"/>
                  </a:lnTo>
                  <a:lnTo>
                    <a:pt x="3444" y="2796"/>
                  </a:lnTo>
                  <a:lnTo>
                    <a:pt x="3430" y="2828"/>
                  </a:lnTo>
                  <a:lnTo>
                    <a:pt x="3415" y="2858"/>
                  </a:lnTo>
                  <a:lnTo>
                    <a:pt x="3397" y="2886"/>
                  </a:lnTo>
                  <a:lnTo>
                    <a:pt x="3380" y="2909"/>
                  </a:lnTo>
                  <a:lnTo>
                    <a:pt x="3360" y="2930"/>
                  </a:lnTo>
                  <a:lnTo>
                    <a:pt x="3339" y="2949"/>
                  </a:lnTo>
                  <a:lnTo>
                    <a:pt x="3316" y="2963"/>
                  </a:lnTo>
                  <a:lnTo>
                    <a:pt x="3294" y="2974"/>
                  </a:lnTo>
                  <a:lnTo>
                    <a:pt x="3271" y="2980"/>
                  </a:lnTo>
                  <a:lnTo>
                    <a:pt x="3246" y="2982"/>
                  </a:lnTo>
                  <a:lnTo>
                    <a:pt x="3222" y="2980"/>
                  </a:lnTo>
                  <a:lnTo>
                    <a:pt x="3198" y="2974"/>
                  </a:lnTo>
                  <a:lnTo>
                    <a:pt x="3176" y="2963"/>
                  </a:lnTo>
                  <a:lnTo>
                    <a:pt x="3154" y="2949"/>
                  </a:lnTo>
                  <a:lnTo>
                    <a:pt x="3133" y="2930"/>
                  </a:lnTo>
                  <a:lnTo>
                    <a:pt x="3113" y="2909"/>
                  </a:lnTo>
                  <a:lnTo>
                    <a:pt x="3095" y="2886"/>
                  </a:lnTo>
                  <a:lnTo>
                    <a:pt x="3077" y="2858"/>
                  </a:lnTo>
                  <a:lnTo>
                    <a:pt x="3062" y="2828"/>
                  </a:lnTo>
                  <a:lnTo>
                    <a:pt x="3048" y="2796"/>
                  </a:lnTo>
                  <a:lnTo>
                    <a:pt x="3036" y="2762"/>
                  </a:lnTo>
                  <a:lnTo>
                    <a:pt x="3026" y="2725"/>
                  </a:lnTo>
                  <a:lnTo>
                    <a:pt x="3018" y="2686"/>
                  </a:lnTo>
                  <a:lnTo>
                    <a:pt x="3012" y="2647"/>
                  </a:lnTo>
                  <a:lnTo>
                    <a:pt x="3008" y="2604"/>
                  </a:lnTo>
                  <a:lnTo>
                    <a:pt x="3007" y="2562"/>
                  </a:lnTo>
                  <a:lnTo>
                    <a:pt x="3008" y="2520"/>
                  </a:lnTo>
                  <a:lnTo>
                    <a:pt x="3012" y="2478"/>
                  </a:lnTo>
                  <a:lnTo>
                    <a:pt x="3018" y="2438"/>
                  </a:lnTo>
                  <a:lnTo>
                    <a:pt x="3026" y="2400"/>
                  </a:lnTo>
                  <a:lnTo>
                    <a:pt x="3036" y="2363"/>
                  </a:lnTo>
                  <a:lnTo>
                    <a:pt x="3048" y="2329"/>
                  </a:lnTo>
                  <a:lnTo>
                    <a:pt x="3062" y="2296"/>
                  </a:lnTo>
                  <a:lnTo>
                    <a:pt x="3077" y="2267"/>
                  </a:lnTo>
                  <a:lnTo>
                    <a:pt x="3095" y="2240"/>
                  </a:lnTo>
                  <a:lnTo>
                    <a:pt x="3113" y="2215"/>
                  </a:lnTo>
                  <a:lnTo>
                    <a:pt x="3133" y="2194"/>
                  </a:lnTo>
                  <a:lnTo>
                    <a:pt x="3154" y="2176"/>
                  </a:lnTo>
                  <a:lnTo>
                    <a:pt x="3176" y="2162"/>
                  </a:lnTo>
                  <a:lnTo>
                    <a:pt x="3198" y="2152"/>
                  </a:lnTo>
                  <a:lnTo>
                    <a:pt x="3222" y="2146"/>
                  </a:lnTo>
                  <a:lnTo>
                    <a:pt x="3246" y="214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0626" name="Freeform 48"/>
            <p:cNvSpPr>
              <a:spLocks/>
            </p:cNvSpPr>
            <p:nvPr/>
          </p:nvSpPr>
          <p:spPr bwMode="auto">
            <a:xfrm>
              <a:off x="1267" y="1588"/>
              <a:ext cx="87" cy="52"/>
            </a:xfrm>
            <a:custGeom>
              <a:avLst/>
              <a:gdLst>
                <a:gd name="T0" fmla="*/ 3 w 437"/>
                <a:gd name="T1" fmla="*/ 2 h 260"/>
                <a:gd name="T2" fmla="*/ 3 w 437"/>
                <a:gd name="T3" fmla="*/ 2 h 260"/>
                <a:gd name="T4" fmla="*/ 3 w 437"/>
                <a:gd name="T5" fmla="*/ 2 h 260"/>
                <a:gd name="T6" fmla="*/ 3 w 437"/>
                <a:gd name="T7" fmla="*/ 2 h 260"/>
                <a:gd name="T8" fmla="*/ 3 w 437"/>
                <a:gd name="T9" fmla="*/ 1 h 260"/>
                <a:gd name="T10" fmla="*/ 3 w 437"/>
                <a:gd name="T11" fmla="*/ 1 h 260"/>
                <a:gd name="T12" fmla="*/ 3 w 437"/>
                <a:gd name="T13" fmla="*/ 1 h 260"/>
                <a:gd name="T14" fmla="*/ 3 w 437"/>
                <a:gd name="T15" fmla="*/ 1 h 260"/>
                <a:gd name="T16" fmla="*/ 3 w 437"/>
                <a:gd name="T17" fmla="*/ 1 h 260"/>
                <a:gd name="T18" fmla="*/ 2 w 437"/>
                <a:gd name="T19" fmla="*/ 1 h 260"/>
                <a:gd name="T20" fmla="*/ 2 w 437"/>
                <a:gd name="T21" fmla="*/ 0 h 260"/>
                <a:gd name="T22" fmla="*/ 2 w 437"/>
                <a:gd name="T23" fmla="*/ 0 h 260"/>
                <a:gd name="T24" fmla="*/ 2 w 437"/>
                <a:gd name="T25" fmla="*/ 0 h 260"/>
                <a:gd name="T26" fmla="*/ 1 w 437"/>
                <a:gd name="T27" fmla="*/ 0 h 260"/>
                <a:gd name="T28" fmla="*/ 1 w 437"/>
                <a:gd name="T29" fmla="*/ 0 h 260"/>
                <a:gd name="T30" fmla="*/ 1 w 437"/>
                <a:gd name="T31" fmla="*/ 0 h 260"/>
                <a:gd name="T32" fmla="*/ 0 w 437"/>
                <a:gd name="T33" fmla="*/ 0 h 260"/>
                <a:gd name="T34" fmla="*/ 0 w 437"/>
                <a:gd name="T35" fmla="*/ 0 h 260"/>
                <a:gd name="T36" fmla="*/ 0 w 437"/>
                <a:gd name="T37" fmla="*/ 0 h 260"/>
                <a:gd name="T38" fmla="*/ 0 w 437"/>
                <a:gd name="T39" fmla="*/ 0 h 260"/>
                <a:gd name="T40" fmla="*/ 1 w 437"/>
                <a:gd name="T41" fmla="*/ 0 h 260"/>
                <a:gd name="T42" fmla="*/ 1 w 437"/>
                <a:gd name="T43" fmla="*/ 0 h 260"/>
                <a:gd name="T44" fmla="*/ 1 w 437"/>
                <a:gd name="T45" fmla="*/ 0 h 260"/>
                <a:gd name="T46" fmla="*/ 2 w 437"/>
                <a:gd name="T47" fmla="*/ 0 h 260"/>
                <a:gd name="T48" fmla="*/ 2 w 437"/>
                <a:gd name="T49" fmla="*/ 0 h 260"/>
                <a:gd name="T50" fmla="*/ 2 w 437"/>
                <a:gd name="T51" fmla="*/ 1 h 260"/>
                <a:gd name="T52" fmla="*/ 2 w 437"/>
                <a:gd name="T53" fmla="*/ 1 h 260"/>
                <a:gd name="T54" fmla="*/ 3 w 437"/>
                <a:gd name="T55" fmla="*/ 1 h 260"/>
                <a:gd name="T56" fmla="*/ 3 w 437"/>
                <a:gd name="T57" fmla="*/ 1 h 260"/>
                <a:gd name="T58" fmla="*/ 3 w 437"/>
                <a:gd name="T59" fmla="*/ 1 h 260"/>
                <a:gd name="T60" fmla="*/ 3 w 437"/>
                <a:gd name="T61" fmla="*/ 1 h 260"/>
                <a:gd name="T62" fmla="*/ 3 w 437"/>
                <a:gd name="T63" fmla="*/ 1 h 260"/>
                <a:gd name="T64" fmla="*/ 3 w 437"/>
                <a:gd name="T65" fmla="*/ 2 h 260"/>
                <a:gd name="T66" fmla="*/ 3 w 437"/>
                <a:gd name="T67" fmla="*/ 2 h 260"/>
                <a:gd name="T68" fmla="*/ 3 w 437"/>
                <a:gd name="T69" fmla="*/ 2 h 260"/>
                <a:gd name="T70" fmla="*/ 3 w 437"/>
                <a:gd name="T71" fmla="*/ 2 h 260"/>
                <a:gd name="T72" fmla="*/ 3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437" y="260"/>
                  </a:moveTo>
                  <a:lnTo>
                    <a:pt x="437" y="260"/>
                  </a:lnTo>
                  <a:lnTo>
                    <a:pt x="434" y="233"/>
                  </a:lnTo>
                  <a:lnTo>
                    <a:pt x="427" y="206"/>
                  </a:lnTo>
                  <a:lnTo>
                    <a:pt x="417" y="181"/>
                  </a:lnTo>
                  <a:lnTo>
                    <a:pt x="401" y="157"/>
                  </a:lnTo>
                  <a:lnTo>
                    <a:pt x="383" y="133"/>
                  </a:lnTo>
                  <a:lnTo>
                    <a:pt x="360" y="113"/>
                  </a:lnTo>
                  <a:lnTo>
                    <a:pt x="336" y="93"/>
                  </a:lnTo>
                  <a:lnTo>
                    <a:pt x="308" y="73"/>
                  </a:lnTo>
                  <a:lnTo>
                    <a:pt x="276" y="58"/>
                  </a:lnTo>
                  <a:lnTo>
                    <a:pt x="242" y="43"/>
                  </a:lnTo>
                  <a:lnTo>
                    <a:pt x="207" y="30"/>
                  </a:lnTo>
                  <a:lnTo>
                    <a:pt x="168" y="19"/>
                  </a:lnTo>
                  <a:lnTo>
                    <a:pt x="128" y="11"/>
                  </a:lnTo>
                  <a:lnTo>
                    <a:pt x="87" y="4"/>
                  </a:lnTo>
                  <a:lnTo>
                    <a:pt x="43" y="1"/>
                  </a:lnTo>
                  <a:lnTo>
                    <a:pt x="0" y="0"/>
                  </a:lnTo>
                  <a:lnTo>
                    <a:pt x="0" y="11"/>
                  </a:lnTo>
                  <a:lnTo>
                    <a:pt x="43" y="12"/>
                  </a:lnTo>
                  <a:lnTo>
                    <a:pt x="85" y="16"/>
                  </a:lnTo>
                  <a:lnTo>
                    <a:pt x="126" y="23"/>
                  </a:lnTo>
                  <a:lnTo>
                    <a:pt x="166" y="31"/>
                  </a:lnTo>
                  <a:lnTo>
                    <a:pt x="202" y="42"/>
                  </a:lnTo>
                  <a:lnTo>
                    <a:pt x="237" y="55"/>
                  </a:lnTo>
                  <a:lnTo>
                    <a:pt x="271" y="70"/>
                  </a:lnTo>
                  <a:lnTo>
                    <a:pt x="301" y="85"/>
                  </a:lnTo>
                  <a:lnTo>
                    <a:pt x="329" y="103"/>
                  </a:lnTo>
                  <a:lnTo>
                    <a:pt x="353" y="123"/>
                  </a:lnTo>
                  <a:lnTo>
                    <a:pt x="373" y="143"/>
                  </a:lnTo>
                  <a:lnTo>
                    <a:pt x="392" y="164"/>
                  </a:lnTo>
                  <a:lnTo>
                    <a:pt x="405" y="186"/>
                  </a:lnTo>
                  <a:lnTo>
                    <a:pt x="415" y="211"/>
                  </a:lnTo>
                  <a:lnTo>
                    <a:pt x="422" y="235"/>
                  </a:lnTo>
                  <a:lnTo>
                    <a:pt x="425" y="260"/>
                  </a:lnTo>
                  <a:lnTo>
                    <a:pt x="437"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0627" name="Freeform 49"/>
            <p:cNvSpPr>
              <a:spLocks/>
            </p:cNvSpPr>
            <p:nvPr/>
          </p:nvSpPr>
          <p:spPr bwMode="auto">
            <a:xfrm>
              <a:off x="1267" y="1640"/>
              <a:ext cx="87" cy="52"/>
            </a:xfrm>
            <a:custGeom>
              <a:avLst/>
              <a:gdLst>
                <a:gd name="T0" fmla="*/ 0 w 437"/>
                <a:gd name="T1" fmla="*/ 2 h 260"/>
                <a:gd name="T2" fmla="*/ 0 w 437"/>
                <a:gd name="T3" fmla="*/ 2 h 260"/>
                <a:gd name="T4" fmla="*/ 0 w 437"/>
                <a:gd name="T5" fmla="*/ 2 h 260"/>
                <a:gd name="T6" fmla="*/ 1 w 437"/>
                <a:gd name="T7" fmla="*/ 2 h 260"/>
                <a:gd name="T8" fmla="*/ 1 w 437"/>
                <a:gd name="T9" fmla="*/ 2 h 260"/>
                <a:gd name="T10" fmla="*/ 1 w 437"/>
                <a:gd name="T11" fmla="*/ 2 h 260"/>
                <a:gd name="T12" fmla="*/ 2 w 437"/>
                <a:gd name="T13" fmla="*/ 2 h 260"/>
                <a:gd name="T14" fmla="*/ 2 w 437"/>
                <a:gd name="T15" fmla="*/ 2 h 260"/>
                <a:gd name="T16" fmla="*/ 2 w 437"/>
                <a:gd name="T17" fmla="*/ 2 h 260"/>
                <a:gd name="T18" fmla="*/ 2 w 437"/>
                <a:gd name="T19" fmla="*/ 1 h 260"/>
                <a:gd name="T20" fmla="*/ 3 w 437"/>
                <a:gd name="T21" fmla="*/ 1 h 260"/>
                <a:gd name="T22" fmla="*/ 3 w 437"/>
                <a:gd name="T23" fmla="*/ 1 h 260"/>
                <a:gd name="T24" fmla="*/ 3 w 437"/>
                <a:gd name="T25" fmla="*/ 1 h 260"/>
                <a:gd name="T26" fmla="*/ 3 w 437"/>
                <a:gd name="T27" fmla="*/ 1 h 260"/>
                <a:gd name="T28" fmla="*/ 3 w 437"/>
                <a:gd name="T29" fmla="*/ 1 h 260"/>
                <a:gd name="T30" fmla="*/ 3 w 437"/>
                <a:gd name="T31" fmla="*/ 0 h 260"/>
                <a:gd name="T32" fmla="*/ 3 w 437"/>
                <a:gd name="T33" fmla="*/ 0 h 260"/>
                <a:gd name="T34" fmla="*/ 3 w 437"/>
                <a:gd name="T35" fmla="*/ 0 h 260"/>
                <a:gd name="T36" fmla="*/ 3 w 437"/>
                <a:gd name="T37" fmla="*/ 0 h 260"/>
                <a:gd name="T38" fmla="*/ 3 w 437"/>
                <a:gd name="T39" fmla="*/ 0 h 260"/>
                <a:gd name="T40" fmla="*/ 3 w 437"/>
                <a:gd name="T41" fmla="*/ 0 h 260"/>
                <a:gd name="T42" fmla="*/ 3 w 437"/>
                <a:gd name="T43" fmla="*/ 1 h 260"/>
                <a:gd name="T44" fmla="*/ 3 w 437"/>
                <a:gd name="T45" fmla="*/ 1 h 260"/>
                <a:gd name="T46" fmla="*/ 3 w 437"/>
                <a:gd name="T47" fmla="*/ 1 h 260"/>
                <a:gd name="T48" fmla="*/ 3 w 437"/>
                <a:gd name="T49" fmla="*/ 1 h 260"/>
                <a:gd name="T50" fmla="*/ 3 w 437"/>
                <a:gd name="T51" fmla="*/ 1 h 260"/>
                <a:gd name="T52" fmla="*/ 2 w 437"/>
                <a:gd name="T53" fmla="*/ 1 h 260"/>
                <a:gd name="T54" fmla="*/ 2 w 437"/>
                <a:gd name="T55" fmla="*/ 2 h 260"/>
                <a:gd name="T56" fmla="*/ 2 w 437"/>
                <a:gd name="T57" fmla="*/ 2 h 260"/>
                <a:gd name="T58" fmla="*/ 2 w 437"/>
                <a:gd name="T59" fmla="*/ 2 h 260"/>
                <a:gd name="T60" fmla="*/ 1 w 437"/>
                <a:gd name="T61" fmla="*/ 2 h 260"/>
                <a:gd name="T62" fmla="*/ 1 w 437"/>
                <a:gd name="T63" fmla="*/ 2 h 260"/>
                <a:gd name="T64" fmla="*/ 1 w 437"/>
                <a:gd name="T65" fmla="*/ 2 h 260"/>
                <a:gd name="T66" fmla="*/ 0 w 437"/>
                <a:gd name="T67" fmla="*/ 2 h 260"/>
                <a:gd name="T68" fmla="*/ 0 w 437"/>
                <a:gd name="T69" fmla="*/ 2 h 260"/>
                <a:gd name="T70" fmla="*/ 0 w 437"/>
                <a:gd name="T71" fmla="*/ 2 h 260"/>
                <a:gd name="T72" fmla="*/ 0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0" y="260"/>
                  </a:moveTo>
                  <a:lnTo>
                    <a:pt x="0" y="260"/>
                  </a:lnTo>
                  <a:lnTo>
                    <a:pt x="43" y="259"/>
                  </a:lnTo>
                  <a:lnTo>
                    <a:pt x="87" y="255"/>
                  </a:lnTo>
                  <a:lnTo>
                    <a:pt x="128" y="248"/>
                  </a:lnTo>
                  <a:lnTo>
                    <a:pt x="168" y="240"/>
                  </a:lnTo>
                  <a:lnTo>
                    <a:pt x="207" y="230"/>
                  </a:lnTo>
                  <a:lnTo>
                    <a:pt x="242" y="217"/>
                  </a:lnTo>
                  <a:lnTo>
                    <a:pt x="276" y="202"/>
                  </a:lnTo>
                  <a:lnTo>
                    <a:pt x="308" y="185"/>
                  </a:lnTo>
                  <a:lnTo>
                    <a:pt x="336" y="166"/>
                  </a:lnTo>
                  <a:lnTo>
                    <a:pt x="360" y="146"/>
                  </a:lnTo>
                  <a:lnTo>
                    <a:pt x="383" y="125"/>
                  </a:lnTo>
                  <a:lnTo>
                    <a:pt x="401" y="102"/>
                  </a:lnTo>
                  <a:lnTo>
                    <a:pt x="417" y="77"/>
                  </a:lnTo>
                  <a:lnTo>
                    <a:pt x="427" y="53"/>
                  </a:lnTo>
                  <a:lnTo>
                    <a:pt x="434" y="27"/>
                  </a:lnTo>
                  <a:lnTo>
                    <a:pt x="437" y="0"/>
                  </a:lnTo>
                  <a:lnTo>
                    <a:pt x="425" y="0"/>
                  </a:lnTo>
                  <a:lnTo>
                    <a:pt x="422" y="24"/>
                  </a:lnTo>
                  <a:lnTo>
                    <a:pt x="415" y="48"/>
                  </a:lnTo>
                  <a:lnTo>
                    <a:pt x="405" y="73"/>
                  </a:lnTo>
                  <a:lnTo>
                    <a:pt x="392" y="95"/>
                  </a:lnTo>
                  <a:lnTo>
                    <a:pt x="373" y="116"/>
                  </a:lnTo>
                  <a:lnTo>
                    <a:pt x="353" y="137"/>
                  </a:lnTo>
                  <a:lnTo>
                    <a:pt x="329" y="157"/>
                  </a:lnTo>
                  <a:lnTo>
                    <a:pt x="301" y="173"/>
                  </a:lnTo>
                  <a:lnTo>
                    <a:pt x="271" y="190"/>
                  </a:lnTo>
                  <a:lnTo>
                    <a:pt x="237" y="205"/>
                  </a:lnTo>
                  <a:lnTo>
                    <a:pt x="202" y="218"/>
                  </a:lnTo>
                  <a:lnTo>
                    <a:pt x="166" y="228"/>
                  </a:lnTo>
                  <a:lnTo>
                    <a:pt x="126" y="237"/>
                  </a:lnTo>
                  <a:lnTo>
                    <a:pt x="85" y="244"/>
                  </a:lnTo>
                  <a:lnTo>
                    <a:pt x="43" y="247"/>
                  </a:lnTo>
                  <a:lnTo>
                    <a:pt x="0" y="248"/>
                  </a:lnTo>
                  <a:lnTo>
                    <a:pt x="0"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0628" name="Freeform 50"/>
            <p:cNvSpPr>
              <a:spLocks/>
            </p:cNvSpPr>
            <p:nvPr/>
          </p:nvSpPr>
          <p:spPr bwMode="auto">
            <a:xfrm>
              <a:off x="1179" y="1640"/>
              <a:ext cx="88" cy="52"/>
            </a:xfrm>
            <a:custGeom>
              <a:avLst/>
              <a:gdLst>
                <a:gd name="T0" fmla="*/ 0 w 439"/>
                <a:gd name="T1" fmla="*/ 0 h 260"/>
                <a:gd name="T2" fmla="*/ 0 w 439"/>
                <a:gd name="T3" fmla="*/ 0 h 260"/>
                <a:gd name="T4" fmla="*/ 0 w 439"/>
                <a:gd name="T5" fmla="*/ 0 h 260"/>
                <a:gd name="T6" fmla="*/ 0 w 439"/>
                <a:gd name="T7" fmla="*/ 0 h 260"/>
                <a:gd name="T8" fmla="*/ 0 w 439"/>
                <a:gd name="T9" fmla="*/ 1 h 260"/>
                <a:gd name="T10" fmla="*/ 0 w 439"/>
                <a:gd name="T11" fmla="*/ 1 h 260"/>
                <a:gd name="T12" fmla="*/ 0 w 439"/>
                <a:gd name="T13" fmla="*/ 1 h 260"/>
                <a:gd name="T14" fmla="*/ 1 w 439"/>
                <a:gd name="T15" fmla="*/ 1 h 260"/>
                <a:gd name="T16" fmla="*/ 1 w 439"/>
                <a:gd name="T17" fmla="*/ 1 h 260"/>
                <a:gd name="T18" fmla="*/ 1 w 439"/>
                <a:gd name="T19" fmla="*/ 1 h 260"/>
                <a:gd name="T20" fmla="*/ 1 w 439"/>
                <a:gd name="T21" fmla="*/ 2 h 260"/>
                <a:gd name="T22" fmla="*/ 2 w 439"/>
                <a:gd name="T23" fmla="*/ 2 h 260"/>
                <a:gd name="T24" fmla="*/ 2 w 439"/>
                <a:gd name="T25" fmla="*/ 2 h 260"/>
                <a:gd name="T26" fmla="*/ 2 w 439"/>
                <a:gd name="T27" fmla="*/ 2 h 260"/>
                <a:gd name="T28" fmla="*/ 2 w 439"/>
                <a:gd name="T29" fmla="*/ 2 h 260"/>
                <a:gd name="T30" fmla="*/ 3 w 439"/>
                <a:gd name="T31" fmla="*/ 2 h 260"/>
                <a:gd name="T32" fmla="*/ 3 w 439"/>
                <a:gd name="T33" fmla="*/ 2 h 260"/>
                <a:gd name="T34" fmla="*/ 4 w 439"/>
                <a:gd name="T35" fmla="*/ 2 h 260"/>
                <a:gd name="T36" fmla="*/ 4 w 439"/>
                <a:gd name="T37" fmla="*/ 2 h 260"/>
                <a:gd name="T38" fmla="*/ 3 w 439"/>
                <a:gd name="T39" fmla="*/ 2 h 260"/>
                <a:gd name="T40" fmla="*/ 3 w 439"/>
                <a:gd name="T41" fmla="*/ 2 h 260"/>
                <a:gd name="T42" fmla="*/ 3 w 439"/>
                <a:gd name="T43" fmla="*/ 2 h 260"/>
                <a:gd name="T44" fmla="*/ 2 w 439"/>
                <a:gd name="T45" fmla="*/ 2 h 260"/>
                <a:gd name="T46" fmla="*/ 2 w 439"/>
                <a:gd name="T47" fmla="*/ 2 h 260"/>
                <a:gd name="T48" fmla="*/ 2 w 439"/>
                <a:gd name="T49" fmla="*/ 2 h 260"/>
                <a:gd name="T50" fmla="*/ 1 w 439"/>
                <a:gd name="T51" fmla="*/ 2 h 260"/>
                <a:gd name="T52" fmla="*/ 1 w 439"/>
                <a:gd name="T53" fmla="*/ 1 h 260"/>
                <a:gd name="T54" fmla="*/ 1 w 439"/>
                <a:gd name="T55" fmla="*/ 1 h 260"/>
                <a:gd name="T56" fmla="*/ 1 w 439"/>
                <a:gd name="T57" fmla="*/ 1 h 260"/>
                <a:gd name="T58" fmla="*/ 1 w 439"/>
                <a:gd name="T59" fmla="*/ 1 h 260"/>
                <a:gd name="T60" fmla="*/ 0 w 439"/>
                <a:gd name="T61" fmla="*/ 1 h 260"/>
                <a:gd name="T62" fmla="*/ 0 w 439"/>
                <a:gd name="T63" fmla="*/ 1 h 260"/>
                <a:gd name="T64" fmla="*/ 0 w 439"/>
                <a:gd name="T65" fmla="*/ 0 h 260"/>
                <a:gd name="T66" fmla="*/ 0 w 439"/>
                <a:gd name="T67" fmla="*/ 0 h 260"/>
                <a:gd name="T68" fmla="*/ 0 w 439"/>
                <a:gd name="T69" fmla="*/ 0 h 260"/>
                <a:gd name="T70" fmla="*/ 0 w 439"/>
                <a:gd name="T71" fmla="*/ 0 h 260"/>
                <a:gd name="T72" fmla="*/ 0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0" y="0"/>
                  </a:moveTo>
                  <a:lnTo>
                    <a:pt x="0" y="0"/>
                  </a:lnTo>
                  <a:lnTo>
                    <a:pt x="3" y="27"/>
                  </a:lnTo>
                  <a:lnTo>
                    <a:pt x="10" y="53"/>
                  </a:lnTo>
                  <a:lnTo>
                    <a:pt x="20" y="77"/>
                  </a:lnTo>
                  <a:lnTo>
                    <a:pt x="35" y="102"/>
                  </a:lnTo>
                  <a:lnTo>
                    <a:pt x="54" y="125"/>
                  </a:lnTo>
                  <a:lnTo>
                    <a:pt x="76" y="146"/>
                  </a:lnTo>
                  <a:lnTo>
                    <a:pt x="102" y="166"/>
                  </a:lnTo>
                  <a:lnTo>
                    <a:pt x="130" y="185"/>
                  </a:lnTo>
                  <a:lnTo>
                    <a:pt x="162" y="202"/>
                  </a:lnTo>
                  <a:lnTo>
                    <a:pt x="195" y="217"/>
                  </a:lnTo>
                  <a:lnTo>
                    <a:pt x="231" y="230"/>
                  </a:lnTo>
                  <a:lnTo>
                    <a:pt x="270" y="240"/>
                  </a:lnTo>
                  <a:lnTo>
                    <a:pt x="310" y="248"/>
                  </a:lnTo>
                  <a:lnTo>
                    <a:pt x="351" y="255"/>
                  </a:lnTo>
                  <a:lnTo>
                    <a:pt x="395" y="259"/>
                  </a:lnTo>
                  <a:lnTo>
                    <a:pt x="439" y="260"/>
                  </a:lnTo>
                  <a:lnTo>
                    <a:pt x="439" y="248"/>
                  </a:lnTo>
                  <a:lnTo>
                    <a:pt x="395" y="247"/>
                  </a:lnTo>
                  <a:lnTo>
                    <a:pt x="353" y="244"/>
                  </a:lnTo>
                  <a:lnTo>
                    <a:pt x="312" y="237"/>
                  </a:lnTo>
                  <a:lnTo>
                    <a:pt x="272" y="228"/>
                  </a:lnTo>
                  <a:lnTo>
                    <a:pt x="236" y="218"/>
                  </a:lnTo>
                  <a:lnTo>
                    <a:pt x="200" y="205"/>
                  </a:lnTo>
                  <a:lnTo>
                    <a:pt x="167" y="190"/>
                  </a:lnTo>
                  <a:lnTo>
                    <a:pt x="137" y="173"/>
                  </a:lnTo>
                  <a:lnTo>
                    <a:pt x="109" y="157"/>
                  </a:lnTo>
                  <a:lnTo>
                    <a:pt x="84" y="137"/>
                  </a:lnTo>
                  <a:lnTo>
                    <a:pt x="64" y="116"/>
                  </a:lnTo>
                  <a:lnTo>
                    <a:pt x="45" y="95"/>
                  </a:lnTo>
                  <a:lnTo>
                    <a:pt x="32" y="73"/>
                  </a:lnTo>
                  <a:lnTo>
                    <a:pt x="21" y="48"/>
                  </a:lnTo>
                  <a:lnTo>
                    <a:pt x="14" y="24"/>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0629" name="Freeform 51"/>
            <p:cNvSpPr>
              <a:spLocks/>
            </p:cNvSpPr>
            <p:nvPr/>
          </p:nvSpPr>
          <p:spPr bwMode="auto">
            <a:xfrm>
              <a:off x="1179" y="1588"/>
              <a:ext cx="88" cy="52"/>
            </a:xfrm>
            <a:custGeom>
              <a:avLst/>
              <a:gdLst>
                <a:gd name="T0" fmla="*/ 4 w 439"/>
                <a:gd name="T1" fmla="*/ 0 h 260"/>
                <a:gd name="T2" fmla="*/ 4 w 439"/>
                <a:gd name="T3" fmla="*/ 0 h 260"/>
                <a:gd name="T4" fmla="*/ 3 w 439"/>
                <a:gd name="T5" fmla="*/ 0 h 260"/>
                <a:gd name="T6" fmla="*/ 3 w 439"/>
                <a:gd name="T7" fmla="*/ 0 h 260"/>
                <a:gd name="T8" fmla="*/ 2 w 439"/>
                <a:gd name="T9" fmla="*/ 0 h 260"/>
                <a:gd name="T10" fmla="*/ 2 w 439"/>
                <a:gd name="T11" fmla="*/ 0 h 260"/>
                <a:gd name="T12" fmla="*/ 2 w 439"/>
                <a:gd name="T13" fmla="*/ 0 h 260"/>
                <a:gd name="T14" fmla="*/ 2 w 439"/>
                <a:gd name="T15" fmla="*/ 0 h 260"/>
                <a:gd name="T16" fmla="*/ 1 w 439"/>
                <a:gd name="T17" fmla="*/ 0 h 260"/>
                <a:gd name="T18" fmla="*/ 1 w 439"/>
                <a:gd name="T19" fmla="*/ 1 h 260"/>
                <a:gd name="T20" fmla="*/ 1 w 439"/>
                <a:gd name="T21" fmla="*/ 1 h 260"/>
                <a:gd name="T22" fmla="*/ 1 w 439"/>
                <a:gd name="T23" fmla="*/ 1 h 260"/>
                <a:gd name="T24" fmla="*/ 0 w 439"/>
                <a:gd name="T25" fmla="*/ 1 h 260"/>
                <a:gd name="T26" fmla="*/ 0 w 439"/>
                <a:gd name="T27" fmla="*/ 1 h 260"/>
                <a:gd name="T28" fmla="*/ 0 w 439"/>
                <a:gd name="T29" fmla="*/ 1 h 260"/>
                <a:gd name="T30" fmla="*/ 0 w 439"/>
                <a:gd name="T31" fmla="*/ 2 h 260"/>
                <a:gd name="T32" fmla="*/ 0 w 439"/>
                <a:gd name="T33" fmla="*/ 2 h 260"/>
                <a:gd name="T34" fmla="*/ 0 w 439"/>
                <a:gd name="T35" fmla="*/ 2 h 260"/>
                <a:gd name="T36" fmla="*/ 0 w 439"/>
                <a:gd name="T37" fmla="*/ 2 h 260"/>
                <a:gd name="T38" fmla="*/ 0 w 439"/>
                <a:gd name="T39" fmla="*/ 2 h 260"/>
                <a:gd name="T40" fmla="*/ 0 w 439"/>
                <a:gd name="T41" fmla="*/ 2 h 260"/>
                <a:gd name="T42" fmla="*/ 0 w 439"/>
                <a:gd name="T43" fmla="*/ 1 h 260"/>
                <a:gd name="T44" fmla="*/ 0 w 439"/>
                <a:gd name="T45" fmla="*/ 1 h 260"/>
                <a:gd name="T46" fmla="*/ 1 w 439"/>
                <a:gd name="T47" fmla="*/ 1 h 260"/>
                <a:gd name="T48" fmla="*/ 1 w 439"/>
                <a:gd name="T49" fmla="*/ 1 h 260"/>
                <a:gd name="T50" fmla="*/ 1 w 439"/>
                <a:gd name="T51" fmla="*/ 1 h 260"/>
                <a:gd name="T52" fmla="*/ 1 w 439"/>
                <a:gd name="T53" fmla="*/ 1 h 260"/>
                <a:gd name="T54" fmla="*/ 1 w 439"/>
                <a:gd name="T55" fmla="*/ 1 h 260"/>
                <a:gd name="T56" fmla="*/ 2 w 439"/>
                <a:gd name="T57" fmla="*/ 0 h 260"/>
                <a:gd name="T58" fmla="*/ 2 w 439"/>
                <a:gd name="T59" fmla="*/ 0 h 260"/>
                <a:gd name="T60" fmla="*/ 2 w 439"/>
                <a:gd name="T61" fmla="*/ 0 h 260"/>
                <a:gd name="T62" fmla="*/ 3 w 439"/>
                <a:gd name="T63" fmla="*/ 0 h 260"/>
                <a:gd name="T64" fmla="*/ 3 w 439"/>
                <a:gd name="T65" fmla="*/ 0 h 260"/>
                <a:gd name="T66" fmla="*/ 3 w 439"/>
                <a:gd name="T67" fmla="*/ 0 h 260"/>
                <a:gd name="T68" fmla="*/ 4 w 439"/>
                <a:gd name="T69" fmla="*/ 0 h 260"/>
                <a:gd name="T70" fmla="*/ 4 w 439"/>
                <a:gd name="T71" fmla="*/ 0 h 260"/>
                <a:gd name="T72" fmla="*/ 4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439" y="0"/>
                  </a:moveTo>
                  <a:lnTo>
                    <a:pt x="439" y="0"/>
                  </a:lnTo>
                  <a:lnTo>
                    <a:pt x="395" y="1"/>
                  </a:lnTo>
                  <a:lnTo>
                    <a:pt x="351" y="4"/>
                  </a:lnTo>
                  <a:lnTo>
                    <a:pt x="310" y="11"/>
                  </a:lnTo>
                  <a:lnTo>
                    <a:pt x="270" y="19"/>
                  </a:lnTo>
                  <a:lnTo>
                    <a:pt x="231" y="30"/>
                  </a:lnTo>
                  <a:lnTo>
                    <a:pt x="195" y="43"/>
                  </a:lnTo>
                  <a:lnTo>
                    <a:pt x="162" y="58"/>
                  </a:lnTo>
                  <a:lnTo>
                    <a:pt x="130" y="73"/>
                  </a:lnTo>
                  <a:lnTo>
                    <a:pt x="102" y="93"/>
                  </a:lnTo>
                  <a:lnTo>
                    <a:pt x="76" y="113"/>
                  </a:lnTo>
                  <a:lnTo>
                    <a:pt x="54" y="133"/>
                  </a:lnTo>
                  <a:lnTo>
                    <a:pt x="35" y="157"/>
                  </a:lnTo>
                  <a:lnTo>
                    <a:pt x="20" y="181"/>
                  </a:lnTo>
                  <a:lnTo>
                    <a:pt x="10" y="206"/>
                  </a:lnTo>
                  <a:lnTo>
                    <a:pt x="3" y="233"/>
                  </a:lnTo>
                  <a:lnTo>
                    <a:pt x="0" y="260"/>
                  </a:lnTo>
                  <a:lnTo>
                    <a:pt x="12" y="260"/>
                  </a:lnTo>
                  <a:lnTo>
                    <a:pt x="14" y="235"/>
                  </a:lnTo>
                  <a:lnTo>
                    <a:pt x="21" y="211"/>
                  </a:lnTo>
                  <a:lnTo>
                    <a:pt x="32" y="186"/>
                  </a:lnTo>
                  <a:lnTo>
                    <a:pt x="45" y="164"/>
                  </a:lnTo>
                  <a:lnTo>
                    <a:pt x="64" y="143"/>
                  </a:lnTo>
                  <a:lnTo>
                    <a:pt x="84" y="123"/>
                  </a:lnTo>
                  <a:lnTo>
                    <a:pt x="109" y="103"/>
                  </a:lnTo>
                  <a:lnTo>
                    <a:pt x="137" y="85"/>
                  </a:lnTo>
                  <a:lnTo>
                    <a:pt x="167" y="70"/>
                  </a:lnTo>
                  <a:lnTo>
                    <a:pt x="200" y="55"/>
                  </a:lnTo>
                  <a:lnTo>
                    <a:pt x="236" y="42"/>
                  </a:lnTo>
                  <a:lnTo>
                    <a:pt x="272" y="31"/>
                  </a:lnTo>
                  <a:lnTo>
                    <a:pt x="312" y="23"/>
                  </a:lnTo>
                  <a:lnTo>
                    <a:pt x="353" y="16"/>
                  </a:lnTo>
                  <a:lnTo>
                    <a:pt x="395" y="12"/>
                  </a:lnTo>
                  <a:lnTo>
                    <a:pt x="439" y="11"/>
                  </a:lnTo>
                  <a:lnTo>
                    <a:pt x="439"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0630" name="Freeform 52"/>
            <p:cNvSpPr>
              <a:spLocks/>
            </p:cNvSpPr>
            <p:nvPr/>
          </p:nvSpPr>
          <p:spPr bwMode="auto">
            <a:xfrm>
              <a:off x="964" y="1745"/>
              <a:ext cx="48" cy="85"/>
            </a:xfrm>
            <a:custGeom>
              <a:avLst/>
              <a:gdLst>
                <a:gd name="T0" fmla="*/ 2 w 244"/>
                <a:gd name="T1" fmla="*/ 3 h 426"/>
                <a:gd name="T2" fmla="*/ 2 w 244"/>
                <a:gd name="T3" fmla="*/ 3 h 426"/>
                <a:gd name="T4" fmla="*/ 2 w 244"/>
                <a:gd name="T5" fmla="*/ 3 h 426"/>
                <a:gd name="T6" fmla="*/ 2 w 244"/>
                <a:gd name="T7" fmla="*/ 3 h 426"/>
                <a:gd name="T8" fmla="*/ 2 w 244"/>
                <a:gd name="T9" fmla="*/ 2 h 426"/>
                <a:gd name="T10" fmla="*/ 2 w 244"/>
                <a:gd name="T11" fmla="*/ 2 h 426"/>
                <a:gd name="T12" fmla="*/ 2 w 244"/>
                <a:gd name="T13" fmla="*/ 2 h 426"/>
                <a:gd name="T14" fmla="*/ 2 w 244"/>
                <a:gd name="T15" fmla="*/ 2 h 426"/>
                <a:gd name="T16" fmla="*/ 1 w 244"/>
                <a:gd name="T17" fmla="*/ 1 h 426"/>
                <a:gd name="T18" fmla="*/ 1 w 244"/>
                <a:gd name="T19" fmla="*/ 1 h 426"/>
                <a:gd name="T20" fmla="*/ 1 w 244"/>
                <a:gd name="T21" fmla="*/ 1 h 426"/>
                <a:gd name="T22" fmla="*/ 1 w 244"/>
                <a:gd name="T23" fmla="*/ 1 h 426"/>
                <a:gd name="T24" fmla="*/ 1 w 244"/>
                <a:gd name="T25" fmla="*/ 0 h 426"/>
                <a:gd name="T26" fmla="*/ 1 w 244"/>
                <a:gd name="T27" fmla="*/ 0 h 426"/>
                <a:gd name="T28" fmla="*/ 1 w 244"/>
                <a:gd name="T29" fmla="*/ 0 h 426"/>
                <a:gd name="T30" fmla="*/ 0 w 244"/>
                <a:gd name="T31" fmla="*/ 0 h 426"/>
                <a:gd name="T32" fmla="*/ 0 w 244"/>
                <a:gd name="T33" fmla="*/ 0 h 426"/>
                <a:gd name="T34" fmla="*/ 0 w 244"/>
                <a:gd name="T35" fmla="*/ 0 h 426"/>
                <a:gd name="T36" fmla="*/ 0 w 244"/>
                <a:gd name="T37" fmla="*/ 0 h 426"/>
                <a:gd name="T38" fmla="*/ 0 w 244"/>
                <a:gd name="T39" fmla="*/ 0 h 426"/>
                <a:gd name="T40" fmla="*/ 0 w 244"/>
                <a:gd name="T41" fmla="*/ 0 h 426"/>
                <a:gd name="T42" fmla="*/ 1 w 244"/>
                <a:gd name="T43" fmla="*/ 0 h 426"/>
                <a:gd name="T44" fmla="*/ 1 w 244"/>
                <a:gd name="T45" fmla="*/ 0 h 426"/>
                <a:gd name="T46" fmla="*/ 1 w 244"/>
                <a:gd name="T47" fmla="*/ 0 h 426"/>
                <a:gd name="T48" fmla="*/ 1 w 244"/>
                <a:gd name="T49" fmla="*/ 1 h 426"/>
                <a:gd name="T50" fmla="*/ 1 w 244"/>
                <a:gd name="T51" fmla="*/ 1 h 426"/>
                <a:gd name="T52" fmla="*/ 1 w 244"/>
                <a:gd name="T53" fmla="*/ 1 h 426"/>
                <a:gd name="T54" fmla="*/ 1 w 244"/>
                <a:gd name="T55" fmla="*/ 1 h 426"/>
                <a:gd name="T56" fmla="*/ 1 w 244"/>
                <a:gd name="T57" fmla="*/ 2 h 426"/>
                <a:gd name="T58" fmla="*/ 2 w 244"/>
                <a:gd name="T59" fmla="*/ 2 h 426"/>
                <a:gd name="T60" fmla="*/ 2 w 244"/>
                <a:gd name="T61" fmla="*/ 2 h 426"/>
                <a:gd name="T62" fmla="*/ 2 w 244"/>
                <a:gd name="T63" fmla="*/ 2 h 426"/>
                <a:gd name="T64" fmla="*/ 2 w 244"/>
                <a:gd name="T65" fmla="*/ 3 h 426"/>
                <a:gd name="T66" fmla="*/ 2 w 244"/>
                <a:gd name="T67" fmla="*/ 3 h 426"/>
                <a:gd name="T68" fmla="*/ 2 w 244"/>
                <a:gd name="T69" fmla="*/ 3 h 426"/>
                <a:gd name="T70" fmla="*/ 2 w 244"/>
                <a:gd name="T71" fmla="*/ 3 h 426"/>
                <a:gd name="T72" fmla="*/ 2 w 244"/>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6"/>
                <a:gd name="T113" fmla="*/ 244 w 244"/>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6">
                  <a:moveTo>
                    <a:pt x="244" y="426"/>
                  </a:moveTo>
                  <a:lnTo>
                    <a:pt x="244" y="426"/>
                  </a:lnTo>
                  <a:lnTo>
                    <a:pt x="243" y="383"/>
                  </a:lnTo>
                  <a:lnTo>
                    <a:pt x="240" y="340"/>
                  </a:lnTo>
                  <a:lnTo>
                    <a:pt x="234" y="300"/>
                  </a:lnTo>
                  <a:lnTo>
                    <a:pt x="226" y="262"/>
                  </a:lnTo>
                  <a:lnTo>
                    <a:pt x="215" y="224"/>
                  </a:lnTo>
                  <a:lnTo>
                    <a:pt x="203" y="189"/>
                  </a:lnTo>
                  <a:lnTo>
                    <a:pt x="189" y="157"/>
                  </a:lnTo>
                  <a:lnTo>
                    <a:pt x="174" y="126"/>
                  </a:lnTo>
                  <a:lnTo>
                    <a:pt x="155" y="99"/>
                  </a:lnTo>
                  <a:lnTo>
                    <a:pt x="138" y="74"/>
                  </a:lnTo>
                  <a:lnTo>
                    <a:pt x="118" y="52"/>
                  </a:lnTo>
                  <a:lnTo>
                    <a:pt x="96" y="34"/>
                  </a:lnTo>
                  <a:lnTo>
                    <a:pt x="73" y="19"/>
                  </a:lnTo>
                  <a:lnTo>
                    <a:pt x="50" y="8"/>
                  </a:lnTo>
                  <a:lnTo>
                    <a:pt x="25" y="2"/>
                  </a:lnTo>
                  <a:lnTo>
                    <a:pt x="0" y="0"/>
                  </a:lnTo>
                  <a:lnTo>
                    <a:pt x="0" y="12"/>
                  </a:lnTo>
                  <a:lnTo>
                    <a:pt x="23" y="14"/>
                  </a:lnTo>
                  <a:lnTo>
                    <a:pt x="45" y="20"/>
                  </a:lnTo>
                  <a:lnTo>
                    <a:pt x="66" y="31"/>
                  </a:lnTo>
                  <a:lnTo>
                    <a:pt x="89" y="43"/>
                  </a:lnTo>
                  <a:lnTo>
                    <a:pt x="109" y="61"/>
                  </a:lnTo>
                  <a:lnTo>
                    <a:pt x="129" y="81"/>
                  </a:lnTo>
                  <a:lnTo>
                    <a:pt x="146" y="106"/>
                  </a:lnTo>
                  <a:lnTo>
                    <a:pt x="162" y="133"/>
                  </a:lnTo>
                  <a:lnTo>
                    <a:pt x="178" y="162"/>
                  </a:lnTo>
                  <a:lnTo>
                    <a:pt x="192" y="194"/>
                  </a:lnTo>
                  <a:lnTo>
                    <a:pt x="203" y="229"/>
                  </a:lnTo>
                  <a:lnTo>
                    <a:pt x="214" y="264"/>
                  </a:lnTo>
                  <a:lnTo>
                    <a:pt x="222" y="303"/>
                  </a:lnTo>
                  <a:lnTo>
                    <a:pt x="228" y="342"/>
                  </a:lnTo>
                  <a:lnTo>
                    <a:pt x="232" y="383"/>
                  </a:lnTo>
                  <a:lnTo>
                    <a:pt x="233" y="426"/>
                  </a:lnTo>
                  <a:lnTo>
                    <a:pt x="244"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0631" name="Freeform 53"/>
            <p:cNvSpPr>
              <a:spLocks/>
            </p:cNvSpPr>
            <p:nvPr/>
          </p:nvSpPr>
          <p:spPr bwMode="auto">
            <a:xfrm>
              <a:off x="964" y="1830"/>
              <a:ext cx="48" cy="85"/>
            </a:xfrm>
            <a:custGeom>
              <a:avLst/>
              <a:gdLst>
                <a:gd name="T0" fmla="*/ 0 w 244"/>
                <a:gd name="T1" fmla="*/ 3 h 424"/>
                <a:gd name="T2" fmla="*/ 0 w 244"/>
                <a:gd name="T3" fmla="*/ 3 h 424"/>
                <a:gd name="T4" fmla="*/ 0 w 244"/>
                <a:gd name="T5" fmla="*/ 3 h 424"/>
                <a:gd name="T6" fmla="*/ 0 w 244"/>
                <a:gd name="T7" fmla="*/ 3 h 424"/>
                <a:gd name="T8" fmla="*/ 1 w 244"/>
                <a:gd name="T9" fmla="*/ 3 h 424"/>
                <a:gd name="T10" fmla="*/ 1 w 244"/>
                <a:gd name="T11" fmla="*/ 3 h 424"/>
                <a:gd name="T12" fmla="*/ 1 w 244"/>
                <a:gd name="T13" fmla="*/ 3 h 424"/>
                <a:gd name="T14" fmla="*/ 1 w 244"/>
                <a:gd name="T15" fmla="*/ 3 h 424"/>
                <a:gd name="T16" fmla="*/ 1 w 244"/>
                <a:gd name="T17" fmla="*/ 3 h 424"/>
                <a:gd name="T18" fmla="*/ 1 w 244"/>
                <a:gd name="T19" fmla="*/ 2 h 424"/>
                <a:gd name="T20" fmla="*/ 1 w 244"/>
                <a:gd name="T21" fmla="*/ 2 h 424"/>
                <a:gd name="T22" fmla="*/ 2 w 244"/>
                <a:gd name="T23" fmla="*/ 2 h 424"/>
                <a:gd name="T24" fmla="*/ 2 w 244"/>
                <a:gd name="T25" fmla="*/ 2 h 424"/>
                <a:gd name="T26" fmla="*/ 2 w 244"/>
                <a:gd name="T27" fmla="*/ 1 h 424"/>
                <a:gd name="T28" fmla="*/ 2 w 244"/>
                <a:gd name="T29" fmla="*/ 1 h 424"/>
                <a:gd name="T30" fmla="*/ 2 w 244"/>
                <a:gd name="T31" fmla="*/ 1 h 424"/>
                <a:gd name="T32" fmla="*/ 2 w 244"/>
                <a:gd name="T33" fmla="*/ 0 h 424"/>
                <a:gd name="T34" fmla="*/ 2 w 244"/>
                <a:gd name="T35" fmla="*/ 0 h 424"/>
                <a:gd name="T36" fmla="*/ 2 w 244"/>
                <a:gd name="T37" fmla="*/ 0 h 424"/>
                <a:gd name="T38" fmla="*/ 2 w 244"/>
                <a:gd name="T39" fmla="*/ 0 h 424"/>
                <a:gd name="T40" fmla="*/ 2 w 244"/>
                <a:gd name="T41" fmla="*/ 1 h 424"/>
                <a:gd name="T42" fmla="*/ 2 w 244"/>
                <a:gd name="T43" fmla="*/ 1 h 424"/>
                <a:gd name="T44" fmla="*/ 2 w 244"/>
                <a:gd name="T45" fmla="*/ 1 h 424"/>
                <a:gd name="T46" fmla="*/ 2 w 244"/>
                <a:gd name="T47" fmla="*/ 2 h 424"/>
                <a:gd name="T48" fmla="*/ 1 w 244"/>
                <a:gd name="T49" fmla="*/ 2 h 424"/>
                <a:gd name="T50" fmla="*/ 1 w 244"/>
                <a:gd name="T51" fmla="*/ 2 h 424"/>
                <a:gd name="T52" fmla="*/ 1 w 244"/>
                <a:gd name="T53" fmla="*/ 2 h 424"/>
                <a:gd name="T54" fmla="*/ 1 w 244"/>
                <a:gd name="T55" fmla="*/ 3 h 424"/>
                <a:gd name="T56" fmla="*/ 1 w 244"/>
                <a:gd name="T57" fmla="*/ 3 h 424"/>
                <a:gd name="T58" fmla="*/ 1 w 244"/>
                <a:gd name="T59" fmla="*/ 3 h 424"/>
                <a:gd name="T60" fmla="*/ 1 w 244"/>
                <a:gd name="T61" fmla="*/ 3 h 424"/>
                <a:gd name="T62" fmla="*/ 1 w 244"/>
                <a:gd name="T63" fmla="*/ 3 h 424"/>
                <a:gd name="T64" fmla="*/ 0 w 244"/>
                <a:gd name="T65" fmla="*/ 3 h 424"/>
                <a:gd name="T66" fmla="*/ 0 w 244"/>
                <a:gd name="T67" fmla="*/ 3 h 424"/>
                <a:gd name="T68" fmla="*/ 0 w 244"/>
                <a:gd name="T69" fmla="*/ 3 h 424"/>
                <a:gd name="T70" fmla="*/ 0 w 244"/>
                <a:gd name="T71" fmla="*/ 3 h 424"/>
                <a:gd name="T72" fmla="*/ 0 w 244"/>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4"/>
                <a:gd name="T113" fmla="*/ 244 w 244"/>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4">
                  <a:moveTo>
                    <a:pt x="0" y="424"/>
                  </a:moveTo>
                  <a:lnTo>
                    <a:pt x="0" y="424"/>
                  </a:lnTo>
                  <a:lnTo>
                    <a:pt x="25" y="422"/>
                  </a:lnTo>
                  <a:lnTo>
                    <a:pt x="50" y="416"/>
                  </a:lnTo>
                  <a:lnTo>
                    <a:pt x="73" y="405"/>
                  </a:lnTo>
                  <a:lnTo>
                    <a:pt x="96" y="390"/>
                  </a:lnTo>
                  <a:lnTo>
                    <a:pt x="118" y="373"/>
                  </a:lnTo>
                  <a:lnTo>
                    <a:pt x="138" y="350"/>
                  </a:lnTo>
                  <a:lnTo>
                    <a:pt x="155" y="326"/>
                  </a:lnTo>
                  <a:lnTo>
                    <a:pt x="173" y="299"/>
                  </a:lnTo>
                  <a:lnTo>
                    <a:pt x="189" y="268"/>
                  </a:lnTo>
                  <a:lnTo>
                    <a:pt x="203" y="235"/>
                  </a:lnTo>
                  <a:lnTo>
                    <a:pt x="215" y="201"/>
                  </a:lnTo>
                  <a:lnTo>
                    <a:pt x="226" y="163"/>
                  </a:lnTo>
                  <a:lnTo>
                    <a:pt x="234" y="125"/>
                  </a:lnTo>
                  <a:lnTo>
                    <a:pt x="240" y="85"/>
                  </a:lnTo>
                  <a:lnTo>
                    <a:pt x="243" y="42"/>
                  </a:lnTo>
                  <a:lnTo>
                    <a:pt x="244" y="0"/>
                  </a:lnTo>
                  <a:lnTo>
                    <a:pt x="233" y="0"/>
                  </a:lnTo>
                  <a:lnTo>
                    <a:pt x="232" y="42"/>
                  </a:lnTo>
                  <a:lnTo>
                    <a:pt x="228" y="83"/>
                  </a:lnTo>
                  <a:lnTo>
                    <a:pt x="222" y="123"/>
                  </a:lnTo>
                  <a:lnTo>
                    <a:pt x="214" y="160"/>
                  </a:lnTo>
                  <a:lnTo>
                    <a:pt x="203" y="197"/>
                  </a:lnTo>
                  <a:lnTo>
                    <a:pt x="192" y="231"/>
                  </a:lnTo>
                  <a:lnTo>
                    <a:pt x="178" y="263"/>
                  </a:lnTo>
                  <a:lnTo>
                    <a:pt x="164" y="292"/>
                  </a:lnTo>
                  <a:lnTo>
                    <a:pt x="146" y="319"/>
                  </a:lnTo>
                  <a:lnTo>
                    <a:pt x="129" y="343"/>
                  </a:lnTo>
                  <a:lnTo>
                    <a:pt x="109" y="363"/>
                  </a:lnTo>
                  <a:lnTo>
                    <a:pt x="89" y="381"/>
                  </a:lnTo>
                  <a:lnTo>
                    <a:pt x="66" y="394"/>
                  </a:lnTo>
                  <a:lnTo>
                    <a:pt x="45" y="404"/>
                  </a:lnTo>
                  <a:lnTo>
                    <a:pt x="23" y="410"/>
                  </a:lnTo>
                  <a:lnTo>
                    <a:pt x="0" y="412"/>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0632" name="Freeform 54"/>
            <p:cNvSpPr>
              <a:spLocks/>
            </p:cNvSpPr>
            <p:nvPr/>
          </p:nvSpPr>
          <p:spPr bwMode="auto">
            <a:xfrm>
              <a:off x="915" y="1830"/>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1" y="42"/>
                  </a:lnTo>
                  <a:lnTo>
                    <a:pt x="4" y="85"/>
                  </a:lnTo>
                  <a:lnTo>
                    <a:pt x="10" y="125"/>
                  </a:lnTo>
                  <a:lnTo>
                    <a:pt x="19" y="163"/>
                  </a:lnTo>
                  <a:lnTo>
                    <a:pt x="29" y="201"/>
                  </a:lnTo>
                  <a:lnTo>
                    <a:pt x="41" y="235"/>
                  </a:lnTo>
                  <a:lnTo>
                    <a:pt x="55" y="268"/>
                  </a:lnTo>
                  <a:lnTo>
                    <a:pt x="71" y="299"/>
                  </a:lnTo>
                  <a:lnTo>
                    <a:pt x="89" y="326"/>
                  </a:lnTo>
                  <a:lnTo>
                    <a:pt x="106" y="350"/>
                  </a:lnTo>
                  <a:lnTo>
                    <a:pt x="126" y="373"/>
                  </a:lnTo>
                  <a:lnTo>
                    <a:pt x="149" y="390"/>
                  </a:lnTo>
                  <a:lnTo>
                    <a:pt x="171" y="405"/>
                  </a:lnTo>
                  <a:lnTo>
                    <a:pt x="194" y="416"/>
                  </a:lnTo>
                  <a:lnTo>
                    <a:pt x="219" y="422"/>
                  </a:lnTo>
                  <a:lnTo>
                    <a:pt x="245" y="424"/>
                  </a:lnTo>
                  <a:lnTo>
                    <a:pt x="245" y="412"/>
                  </a:lnTo>
                  <a:lnTo>
                    <a:pt x="221" y="410"/>
                  </a:lnTo>
                  <a:lnTo>
                    <a:pt x="199" y="404"/>
                  </a:lnTo>
                  <a:lnTo>
                    <a:pt x="178" y="394"/>
                  </a:lnTo>
                  <a:lnTo>
                    <a:pt x="156" y="381"/>
                  </a:lnTo>
                  <a:lnTo>
                    <a:pt x="136" y="363"/>
                  </a:lnTo>
                  <a:lnTo>
                    <a:pt x="116" y="343"/>
                  </a:lnTo>
                  <a:lnTo>
                    <a:pt x="98" y="319"/>
                  </a:lnTo>
                  <a:lnTo>
                    <a:pt x="81" y="292"/>
                  </a:lnTo>
                  <a:lnTo>
                    <a:pt x="67" y="263"/>
                  </a:lnTo>
                  <a:lnTo>
                    <a:pt x="52" y="231"/>
                  </a:lnTo>
                  <a:lnTo>
                    <a:pt x="41" y="197"/>
                  </a:lnTo>
                  <a:lnTo>
                    <a:pt x="30" y="160"/>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0633" name="Freeform 55"/>
            <p:cNvSpPr>
              <a:spLocks/>
            </p:cNvSpPr>
            <p:nvPr/>
          </p:nvSpPr>
          <p:spPr bwMode="auto">
            <a:xfrm>
              <a:off x="915" y="1745"/>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0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19" y="2"/>
                  </a:lnTo>
                  <a:lnTo>
                    <a:pt x="194" y="8"/>
                  </a:lnTo>
                  <a:lnTo>
                    <a:pt x="171" y="19"/>
                  </a:lnTo>
                  <a:lnTo>
                    <a:pt x="149" y="34"/>
                  </a:lnTo>
                  <a:lnTo>
                    <a:pt x="126" y="52"/>
                  </a:lnTo>
                  <a:lnTo>
                    <a:pt x="106" y="74"/>
                  </a:lnTo>
                  <a:lnTo>
                    <a:pt x="89" y="99"/>
                  </a:lnTo>
                  <a:lnTo>
                    <a:pt x="70" y="126"/>
                  </a:lnTo>
                  <a:lnTo>
                    <a:pt x="55" y="157"/>
                  </a:lnTo>
                  <a:lnTo>
                    <a:pt x="41" y="189"/>
                  </a:lnTo>
                  <a:lnTo>
                    <a:pt x="29" y="224"/>
                  </a:lnTo>
                  <a:lnTo>
                    <a:pt x="19" y="262"/>
                  </a:lnTo>
                  <a:lnTo>
                    <a:pt x="10" y="300"/>
                  </a:lnTo>
                  <a:lnTo>
                    <a:pt x="4" y="340"/>
                  </a:lnTo>
                  <a:lnTo>
                    <a:pt x="1" y="383"/>
                  </a:lnTo>
                  <a:lnTo>
                    <a:pt x="0" y="426"/>
                  </a:lnTo>
                  <a:lnTo>
                    <a:pt x="11" y="426"/>
                  </a:lnTo>
                  <a:lnTo>
                    <a:pt x="13" y="383"/>
                  </a:lnTo>
                  <a:lnTo>
                    <a:pt x="16" y="342"/>
                  </a:lnTo>
                  <a:lnTo>
                    <a:pt x="22" y="303"/>
                  </a:lnTo>
                  <a:lnTo>
                    <a:pt x="30" y="264"/>
                  </a:lnTo>
                  <a:lnTo>
                    <a:pt x="41" y="229"/>
                  </a:lnTo>
                  <a:lnTo>
                    <a:pt x="52" y="194"/>
                  </a:lnTo>
                  <a:lnTo>
                    <a:pt x="67" y="162"/>
                  </a:lnTo>
                  <a:lnTo>
                    <a:pt x="82" y="133"/>
                  </a:lnTo>
                  <a:lnTo>
                    <a:pt x="98" y="106"/>
                  </a:lnTo>
                  <a:lnTo>
                    <a:pt x="116" y="81"/>
                  </a:lnTo>
                  <a:lnTo>
                    <a:pt x="136" y="61"/>
                  </a:lnTo>
                  <a:lnTo>
                    <a:pt x="156" y="43"/>
                  </a:lnTo>
                  <a:lnTo>
                    <a:pt x="178" y="31"/>
                  </a:lnTo>
                  <a:lnTo>
                    <a:pt x="199" y="20"/>
                  </a:lnTo>
                  <a:lnTo>
                    <a:pt x="221"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0634" name="Freeform 56"/>
            <p:cNvSpPr>
              <a:spLocks/>
            </p:cNvSpPr>
            <p:nvPr/>
          </p:nvSpPr>
          <p:spPr bwMode="auto">
            <a:xfrm>
              <a:off x="1140" y="2087"/>
              <a:ext cx="49" cy="85"/>
            </a:xfrm>
            <a:custGeom>
              <a:avLst/>
              <a:gdLst>
                <a:gd name="T0" fmla="*/ 2 w 246"/>
                <a:gd name="T1" fmla="*/ 3 h 424"/>
                <a:gd name="T2" fmla="*/ 2 w 246"/>
                <a:gd name="T3" fmla="*/ 3 h 424"/>
                <a:gd name="T4" fmla="*/ 2 w 246"/>
                <a:gd name="T5" fmla="*/ 3 h 424"/>
                <a:gd name="T6" fmla="*/ 2 w 246"/>
                <a:gd name="T7" fmla="*/ 3 h 424"/>
                <a:gd name="T8" fmla="*/ 2 w 246"/>
                <a:gd name="T9" fmla="*/ 2 h 424"/>
                <a:gd name="T10" fmla="*/ 2 w 246"/>
                <a:gd name="T11" fmla="*/ 2 h 424"/>
                <a:gd name="T12" fmla="*/ 2 w 246"/>
                <a:gd name="T13" fmla="*/ 2 h 424"/>
                <a:gd name="T14" fmla="*/ 2 w 246"/>
                <a:gd name="T15" fmla="*/ 2 h 424"/>
                <a:gd name="T16" fmla="*/ 2 w 246"/>
                <a:gd name="T17" fmla="*/ 1 h 424"/>
                <a:gd name="T18" fmla="*/ 1 w 246"/>
                <a:gd name="T19" fmla="*/ 1 h 424"/>
                <a:gd name="T20" fmla="*/ 1 w 246"/>
                <a:gd name="T21" fmla="*/ 1 h 424"/>
                <a:gd name="T22" fmla="*/ 1 w 246"/>
                <a:gd name="T23" fmla="*/ 1 h 424"/>
                <a:gd name="T24" fmla="*/ 1 w 246"/>
                <a:gd name="T25" fmla="*/ 0 h 424"/>
                <a:gd name="T26" fmla="*/ 1 w 246"/>
                <a:gd name="T27" fmla="*/ 0 h 424"/>
                <a:gd name="T28" fmla="*/ 1 w 246"/>
                <a:gd name="T29" fmla="*/ 0 h 424"/>
                <a:gd name="T30" fmla="*/ 0 w 246"/>
                <a:gd name="T31" fmla="*/ 0 h 424"/>
                <a:gd name="T32" fmla="*/ 0 w 246"/>
                <a:gd name="T33" fmla="*/ 0 h 424"/>
                <a:gd name="T34" fmla="*/ 0 w 246"/>
                <a:gd name="T35" fmla="*/ 0 h 424"/>
                <a:gd name="T36" fmla="*/ 0 w 246"/>
                <a:gd name="T37" fmla="*/ 0 h 424"/>
                <a:gd name="T38" fmla="*/ 0 w 246"/>
                <a:gd name="T39" fmla="*/ 0 h 424"/>
                <a:gd name="T40" fmla="*/ 0 w 246"/>
                <a:gd name="T41" fmla="*/ 0 h 424"/>
                <a:gd name="T42" fmla="*/ 1 w 246"/>
                <a:gd name="T43" fmla="*/ 0 h 424"/>
                <a:gd name="T44" fmla="*/ 1 w 246"/>
                <a:gd name="T45" fmla="*/ 0 h 424"/>
                <a:gd name="T46" fmla="*/ 1 w 246"/>
                <a:gd name="T47" fmla="*/ 0 h 424"/>
                <a:gd name="T48" fmla="*/ 1 w 246"/>
                <a:gd name="T49" fmla="*/ 1 h 424"/>
                <a:gd name="T50" fmla="*/ 1 w 246"/>
                <a:gd name="T51" fmla="*/ 1 h 424"/>
                <a:gd name="T52" fmla="*/ 1 w 246"/>
                <a:gd name="T53" fmla="*/ 1 h 424"/>
                <a:gd name="T54" fmla="*/ 1 w 246"/>
                <a:gd name="T55" fmla="*/ 1 h 424"/>
                <a:gd name="T56" fmla="*/ 2 w 246"/>
                <a:gd name="T57" fmla="*/ 2 h 424"/>
                <a:gd name="T58" fmla="*/ 2 w 246"/>
                <a:gd name="T59" fmla="*/ 2 h 424"/>
                <a:gd name="T60" fmla="*/ 2 w 246"/>
                <a:gd name="T61" fmla="*/ 2 h 424"/>
                <a:gd name="T62" fmla="*/ 2 w 246"/>
                <a:gd name="T63" fmla="*/ 2 h 424"/>
                <a:gd name="T64" fmla="*/ 2 w 246"/>
                <a:gd name="T65" fmla="*/ 3 h 424"/>
                <a:gd name="T66" fmla="*/ 2 w 246"/>
                <a:gd name="T67" fmla="*/ 3 h 424"/>
                <a:gd name="T68" fmla="*/ 2 w 246"/>
                <a:gd name="T69" fmla="*/ 3 h 424"/>
                <a:gd name="T70" fmla="*/ 2 w 246"/>
                <a:gd name="T71" fmla="*/ 3 h 424"/>
                <a:gd name="T72" fmla="*/ 2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424"/>
                  </a:moveTo>
                  <a:lnTo>
                    <a:pt x="246" y="424"/>
                  </a:lnTo>
                  <a:lnTo>
                    <a:pt x="244" y="382"/>
                  </a:lnTo>
                  <a:lnTo>
                    <a:pt x="241" y="338"/>
                  </a:lnTo>
                  <a:lnTo>
                    <a:pt x="235" y="298"/>
                  </a:lnTo>
                  <a:lnTo>
                    <a:pt x="227" y="261"/>
                  </a:lnTo>
                  <a:lnTo>
                    <a:pt x="216" y="222"/>
                  </a:lnTo>
                  <a:lnTo>
                    <a:pt x="205" y="188"/>
                  </a:lnTo>
                  <a:lnTo>
                    <a:pt x="190" y="155"/>
                  </a:lnTo>
                  <a:lnTo>
                    <a:pt x="174" y="125"/>
                  </a:lnTo>
                  <a:lnTo>
                    <a:pt x="157" y="98"/>
                  </a:lnTo>
                  <a:lnTo>
                    <a:pt x="138" y="73"/>
                  </a:lnTo>
                  <a:lnTo>
                    <a:pt x="118" y="51"/>
                  </a:lnTo>
                  <a:lnTo>
                    <a:pt x="96" y="34"/>
                  </a:lnTo>
                  <a:lnTo>
                    <a:pt x="74" y="18"/>
                  </a:lnTo>
                  <a:lnTo>
                    <a:pt x="50" y="8"/>
                  </a:lnTo>
                  <a:lnTo>
                    <a:pt x="25" y="2"/>
                  </a:lnTo>
                  <a:lnTo>
                    <a:pt x="0" y="0"/>
                  </a:lnTo>
                  <a:lnTo>
                    <a:pt x="0" y="11"/>
                  </a:lnTo>
                  <a:lnTo>
                    <a:pt x="23" y="14"/>
                  </a:lnTo>
                  <a:lnTo>
                    <a:pt x="45" y="19"/>
                  </a:lnTo>
                  <a:lnTo>
                    <a:pt x="67" y="30"/>
                  </a:lnTo>
                  <a:lnTo>
                    <a:pt x="89" y="43"/>
                  </a:lnTo>
                  <a:lnTo>
                    <a:pt x="108" y="60"/>
                  </a:lnTo>
                  <a:lnTo>
                    <a:pt x="128" y="80"/>
                  </a:lnTo>
                  <a:lnTo>
                    <a:pt x="147" y="105"/>
                  </a:lnTo>
                  <a:lnTo>
                    <a:pt x="165" y="132"/>
                  </a:lnTo>
                  <a:lnTo>
                    <a:pt x="179" y="160"/>
                  </a:lnTo>
                  <a:lnTo>
                    <a:pt x="193" y="193"/>
                  </a:lnTo>
                  <a:lnTo>
                    <a:pt x="205" y="227"/>
                  </a:lnTo>
                  <a:lnTo>
                    <a:pt x="215" y="263"/>
                  </a:lnTo>
                  <a:lnTo>
                    <a:pt x="223" y="301"/>
                  </a:lnTo>
                  <a:lnTo>
                    <a:pt x="229" y="341"/>
                  </a:lnTo>
                  <a:lnTo>
                    <a:pt x="233" y="382"/>
                  </a:lnTo>
                  <a:lnTo>
                    <a:pt x="234" y="424"/>
                  </a:lnTo>
                  <a:lnTo>
                    <a:pt x="246"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0635" name="Freeform 57"/>
            <p:cNvSpPr>
              <a:spLocks/>
            </p:cNvSpPr>
            <p:nvPr/>
          </p:nvSpPr>
          <p:spPr bwMode="auto">
            <a:xfrm>
              <a:off x="1140" y="2172"/>
              <a:ext cx="49" cy="85"/>
            </a:xfrm>
            <a:custGeom>
              <a:avLst/>
              <a:gdLst>
                <a:gd name="T0" fmla="*/ 0 w 246"/>
                <a:gd name="T1" fmla="*/ 3 h 426"/>
                <a:gd name="T2" fmla="*/ 0 w 246"/>
                <a:gd name="T3" fmla="*/ 3 h 426"/>
                <a:gd name="T4" fmla="*/ 0 w 246"/>
                <a:gd name="T5" fmla="*/ 3 h 426"/>
                <a:gd name="T6" fmla="*/ 0 w 246"/>
                <a:gd name="T7" fmla="*/ 3 h 426"/>
                <a:gd name="T8" fmla="*/ 1 w 246"/>
                <a:gd name="T9" fmla="*/ 3 h 426"/>
                <a:gd name="T10" fmla="*/ 1 w 246"/>
                <a:gd name="T11" fmla="*/ 3 h 426"/>
                <a:gd name="T12" fmla="*/ 1 w 246"/>
                <a:gd name="T13" fmla="*/ 3 h 426"/>
                <a:gd name="T14" fmla="*/ 1 w 246"/>
                <a:gd name="T15" fmla="*/ 3 h 426"/>
                <a:gd name="T16" fmla="*/ 1 w 246"/>
                <a:gd name="T17" fmla="*/ 3 h 426"/>
                <a:gd name="T18" fmla="*/ 1 w 246"/>
                <a:gd name="T19" fmla="*/ 2 h 426"/>
                <a:gd name="T20" fmla="*/ 2 w 246"/>
                <a:gd name="T21" fmla="*/ 2 h 426"/>
                <a:gd name="T22" fmla="*/ 2 w 246"/>
                <a:gd name="T23" fmla="*/ 2 h 426"/>
                <a:gd name="T24" fmla="*/ 2 w 246"/>
                <a:gd name="T25" fmla="*/ 2 h 426"/>
                <a:gd name="T26" fmla="*/ 2 w 246"/>
                <a:gd name="T27" fmla="*/ 1 h 426"/>
                <a:gd name="T28" fmla="*/ 2 w 246"/>
                <a:gd name="T29" fmla="*/ 1 h 426"/>
                <a:gd name="T30" fmla="*/ 2 w 246"/>
                <a:gd name="T31" fmla="*/ 1 h 426"/>
                <a:gd name="T32" fmla="*/ 2 w 246"/>
                <a:gd name="T33" fmla="*/ 0 h 426"/>
                <a:gd name="T34" fmla="*/ 2 w 246"/>
                <a:gd name="T35" fmla="*/ 0 h 426"/>
                <a:gd name="T36" fmla="*/ 2 w 246"/>
                <a:gd name="T37" fmla="*/ 0 h 426"/>
                <a:gd name="T38" fmla="*/ 2 w 246"/>
                <a:gd name="T39" fmla="*/ 0 h 426"/>
                <a:gd name="T40" fmla="*/ 2 w 246"/>
                <a:gd name="T41" fmla="*/ 1 h 426"/>
                <a:gd name="T42" fmla="*/ 2 w 246"/>
                <a:gd name="T43" fmla="*/ 1 h 426"/>
                <a:gd name="T44" fmla="*/ 2 w 246"/>
                <a:gd name="T45" fmla="*/ 1 h 426"/>
                <a:gd name="T46" fmla="*/ 2 w 246"/>
                <a:gd name="T47" fmla="*/ 2 h 426"/>
                <a:gd name="T48" fmla="*/ 2 w 246"/>
                <a:gd name="T49" fmla="*/ 2 h 426"/>
                <a:gd name="T50" fmla="*/ 1 w 246"/>
                <a:gd name="T51" fmla="*/ 2 h 426"/>
                <a:gd name="T52" fmla="*/ 1 w 246"/>
                <a:gd name="T53" fmla="*/ 2 h 426"/>
                <a:gd name="T54" fmla="*/ 1 w 246"/>
                <a:gd name="T55" fmla="*/ 3 h 426"/>
                <a:gd name="T56" fmla="*/ 1 w 246"/>
                <a:gd name="T57" fmla="*/ 3 h 426"/>
                <a:gd name="T58" fmla="*/ 1 w 246"/>
                <a:gd name="T59" fmla="*/ 3 h 426"/>
                <a:gd name="T60" fmla="*/ 1 w 246"/>
                <a:gd name="T61" fmla="*/ 3 h 426"/>
                <a:gd name="T62" fmla="*/ 1 w 246"/>
                <a:gd name="T63" fmla="*/ 3 h 426"/>
                <a:gd name="T64" fmla="*/ 0 w 246"/>
                <a:gd name="T65" fmla="*/ 3 h 426"/>
                <a:gd name="T66" fmla="*/ 0 w 246"/>
                <a:gd name="T67" fmla="*/ 3 h 426"/>
                <a:gd name="T68" fmla="*/ 0 w 246"/>
                <a:gd name="T69" fmla="*/ 3 h 426"/>
                <a:gd name="T70" fmla="*/ 0 w 246"/>
                <a:gd name="T71" fmla="*/ 3 h 426"/>
                <a:gd name="T72" fmla="*/ 0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426"/>
                  </a:moveTo>
                  <a:lnTo>
                    <a:pt x="0" y="426"/>
                  </a:lnTo>
                  <a:lnTo>
                    <a:pt x="25" y="423"/>
                  </a:lnTo>
                  <a:lnTo>
                    <a:pt x="50" y="417"/>
                  </a:lnTo>
                  <a:lnTo>
                    <a:pt x="74" y="407"/>
                  </a:lnTo>
                  <a:lnTo>
                    <a:pt x="96" y="392"/>
                  </a:lnTo>
                  <a:lnTo>
                    <a:pt x="118" y="373"/>
                  </a:lnTo>
                  <a:lnTo>
                    <a:pt x="138" y="350"/>
                  </a:lnTo>
                  <a:lnTo>
                    <a:pt x="157" y="327"/>
                  </a:lnTo>
                  <a:lnTo>
                    <a:pt x="175" y="299"/>
                  </a:lnTo>
                  <a:lnTo>
                    <a:pt x="190" y="268"/>
                  </a:lnTo>
                  <a:lnTo>
                    <a:pt x="205" y="236"/>
                  </a:lnTo>
                  <a:lnTo>
                    <a:pt x="216" y="202"/>
                  </a:lnTo>
                  <a:lnTo>
                    <a:pt x="227" y="164"/>
                  </a:lnTo>
                  <a:lnTo>
                    <a:pt x="235" y="125"/>
                  </a:lnTo>
                  <a:lnTo>
                    <a:pt x="241" y="86"/>
                  </a:lnTo>
                  <a:lnTo>
                    <a:pt x="244" y="42"/>
                  </a:lnTo>
                  <a:lnTo>
                    <a:pt x="246" y="0"/>
                  </a:lnTo>
                  <a:lnTo>
                    <a:pt x="234" y="0"/>
                  </a:lnTo>
                  <a:lnTo>
                    <a:pt x="233" y="42"/>
                  </a:lnTo>
                  <a:lnTo>
                    <a:pt x="229" y="83"/>
                  </a:lnTo>
                  <a:lnTo>
                    <a:pt x="223" y="123"/>
                  </a:lnTo>
                  <a:lnTo>
                    <a:pt x="215" y="162"/>
                  </a:lnTo>
                  <a:lnTo>
                    <a:pt x="205" y="197"/>
                  </a:lnTo>
                  <a:lnTo>
                    <a:pt x="193" y="231"/>
                  </a:lnTo>
                  <a:lnTo>
                    <a:pt x="179" y="264"/>
                  </a:lnTo>
                  <a:lnTo>
                    <a:pt x="164" y="292"/>
                  </a:lnTo>
                  <a:lnTo>
                    <a:pt x="147" y="320"/>
                  </a:lnTo>
                  <a:lnTo>
                    <a:pt x="128" y="343"/>
                  </a:lnTo>
                  <a:lnTo>
                    <a:pt x="108" y="363"/>
                  </a:lnTo>
                  <a:lnTo>
                    <a:pt x="89" y="382"/>
                  </a:lnTo>
                  <a:lnTo>
                    <a:pt x="67" y="395"/>
                  </a:lnTo>
                  <a:lnTo>
                    <a:pt x="45" y="406"/>
                  </a:lnTo>
                  <a:lnTo>
                    <a:pt x="23" y="411"/>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0636" name="Freeform 58"/>
            <p:cNvSpPr>
              <a:spLocks/>
            </p:cNvSpPr>
            <p:nvPr/>
          </p:nvSpPr>
          <p:spPr bwMode="auto">
            <a:xfrm>
              <a:off x="1091" y="2172"/>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4" y="86"/>
                  </a:lnTo>
                  <a:lnTo>
                    <a:pt x="10" y="125"/>
                  </a:lnTo>
                  <a:lnTo>
                    <a:pt x="18" y="164"/>
                  </a:lnTo>
                  <a:lnTo>
                    <a:pt x="29" y="202"/>
                  </a:lnTo>
                  <a:lnTo>
                    <a:pt x="41" y="236"/>
                  </a:lnTo>
                  <a:lnTo>
                    <a:pt x="55" y="268"/>
                  </a:lnTo>
                  <a:lnTo>
                    <a:pt x="70" y="299"/>
                  </a:lnTo>
                  <a:lnTo>
                    <a:pt x="89" y="327"/>
                  </a:lnTo>
                  <a:lnTo>
                    <a:pt x="106" y="350"/>
                  </a:lnTo>
                  <a:lnTo>
                    <a:pt x="126" y="373"/>
                  </a:lnTo>
                  <a:lnTo>
                    <a:pt x="148" y="392"/>
                  </a:lnTo>
                  <a:lnTo>
                    <a:pt x="171" y="407"/>
                  </a:lnTo>
                  <a:lnTo>
                    <a:pt x="194" y="417"/>
                  </a:lnTo>
                  <a:lnTo>
                    <a:pt x="219" y="423"/>
                  </a:lnTo>
                  <a:lnTo>
                    <a:pt x="245" y="426"/>
                  </a:lnTo>
                  <a:lnTo>
                    <a:pt x="245" y="414"/>
                  </a:lnTo>
                  <a:lnTo>
                    <a:pt x="221" y="411"/>
                  </a:lnTo>
                  <a:lnTo>
                    <a:pt x="199" y="406"/>
                  </a:lnTo>
                  <a:lnTo>
                    <a:pt x="178" y="395"/>
                  </a:lnTo>
                  <a:lnTo>
                    <a:pt x="155" y="382"/>
                  </a:lnTo>
                  <a:lnTo>
                    <a:pt x="136" y="363"/>
                  </a:lnTo>
                  <a:lnTo>
                    <a:pt x="116" y="343"/>
                  </a:lnTo>
                  <a:lnTo>
                    <a:pt x="98" y="320"/>
                  </a:lnTo>
                  <a:lnTo>
                    <a:pt x="82" y="292"/>
                  </a:lnTo>
                  <a:lnTo>
                    <a:pt x="66" y="264"/>
                  </a:lnTo>
                  <a:lnTo>
                    <a:pt x="52" y="231"/>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0637" name="Freeform 59"/>
            <p:cNvSpPr>
              <a:spLocks/>
            </p:cNvSpPr>
            <p:nvPr/>
          </p:nvSpPr>
          <p:spPr bwMode="auto">
            <a:xfrm>
              <a:off x="1091" y="2087"/>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4" y="8"/>
                  </a:lnTo>
                  <a:lnTo>
                    <a:pt x="171" y="18"/>
                  </a:lnTo>
                  <a:lnTo>
                    <a:pt x="148" y="34"/>
                  </a:lnTo>
                  <a:lnTo>
                    <a:pt x="126" y="51"/>
                  </a:lnTo>
                  <a:lnTo>
                    <a:pt x="106" y="73"/>
                  </a:lnTo>
                  <a:lnTo>
                    <a:pt x="89" y="98"/>
                  </a:lnTo>
                  <a:lnTo>
                    <a:pt x="71" y="125"/>
                  </a:lnTo>
                  <a:lnTo>
                    <a:pt x="55" y="155"/>
                  </a:lnTo>
                  <a:lnTo>
                    <a:pt x="41" y="188"/>
                  </a:lnTo>
                  <a:lnTo>
                    <a:pt x="29" y="222"/>
                  </a:lnTo>
                  <a:lnTo>
                    <a:pt x="18" y="261"/>
                  </a:lnTo>
                  <a:lnTo>
                    <a:pt x="10" y="298"/>
                  </a:lnTo>
                  <a:lnTo>
                    <a:pt x="4" y="338"/>
                  </a:lnTo>
                  <a:lnTo>
                    <a:pt x="1" y="382"/>
                  </a:lnTo>
                  <a:lnTo>
                    <a:pt x="0" y="424"/>
                  </a:lnTo>
                  <a:lnTo>
                    <a:pt x="11" y="424"/>
                  </a:lnTo>
                  <a:lnTo>
                    <a:pt x="13" y="382"/>
                  </a:lnTo>
                  <a:lnTo>
                    <a:pt x="16" y="341"/>
                  </a:lnTo>
                  <a:lnTo>
                    <a:pt x="22" y="301"/>
                  </a:lnTo>
                  <a:lnTo>
                    <a:pt x="30" y="263"/>
                  </a:lnTo>
                  <a:lnTo>
                    <a:pt x="41" y="227"/>
                  </a:lnTo>
                  <a:lnTo>
                    <a:pt x="52" y="193"/>
                  </a:lnTo>
                  <a:lnTo>
                    <a:pt x="66" y="160"/>
                  </a:lnTo>
                  <a:lnTo>
                    <a:pt x="80" y="132"/>
                  </a:lnTo>
                  <a:lnTo>
                    <a:pt x="98" y="105"/>
                  </a:lnTo>
                  <a:lnTo>
                    <a:pt x="116" y="80"/>
                  </a:lnTo>
                  <a:lnTo>
                    <a:pt x="136" y="60"/>
                  </a:lnTo>
                  <a:lnTo>
                    <a:pt x="155" y="43"/>
                  </a:lnTo>
                  <a:lnTo>
                    <a:pt x="178" y="30"/>
                  </a:lnTo>
                  <a:lnTo>
                    <a:pt x="199" y="19"/>
                  </a:lnTo>
                  <a:lnTo>
                    <a:pt x="221" y="14"/>
                  </a:lnTo>
                  <a:lnTo>
                    <a:pt x="245" y="11"/>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0638" name="Freeform 60"/>
            <p:cNvSpPr>
              <a:spLocks/>
            </p:cNvSpPr>
            <p:nvPr/>
          </p:nvSpPr>
          <p:spPr bwMode="auto">
            <a:xfrm>
              <a:off x="1392" y="2118"/>
              <a:ext cx="49" cy="85"/>
            </a:xfrm>
            <a:custGeom>
              <a:avLst/>
              <a:gdLst>
                <a:gd name="T0" fmla="*/ 2 w 246"/>
                <a:gd name="T1" fmla="*/ 3 h 426"/>
                <a:gd name="T2" fmla="*/ 2 w 246"/>
                <a:gd name="T3" fmla="*/ 3 h 426"/>
                <a:gd name="T4" fmla="*/ 2 w 246"/>
                <a:gd name="T5" fmla="*/ 3 h 426"/>
                <a:gd name="T6" fmla="*/ 2 w 246"/>
                <a:gd name="T7" fmla="*/ 3 h 426"/>
                <a:gd name="T8" fmla="*/ 2 w 246"/>
                <a:gd name="T9" fmla="*/ 2 h 426"/>
                <a:gd name="T10" fmla="*/ 2 w 246"/>
                <a:gd name="T11" fmla="*/ 2 h 426"/>
                <a:gd name="T12" fmla="*/ 2 w 246"/>
                <a:gd name="T13" fmla="*/ 2 h 426"/>
                <a:gd name="T14" fmla="*/ 2 w 246"/>
                <a:gd name="T15" fmla="*/ 2 h 426"/>
                <a:gd name="T16" fmla="*/ 2 w 246"/>
                <a:gd name="T17" fmla="*/ 1 h 426"/>
                <a:gd name="T18" fmla="*/ 1 w 246"/>
                <a:gd name="T19" fmla="*/ 1 h 426"/>
                <a:gd name="T20" fmla="*/ 1 w 246"/>
                <a:gd name="T21" fmla="*/ 1 h 426"/>
                <a:gd name="T22" fmla="*/ 1 w 246"/>
                <a:gd name="T23" fmla="*/ 1 h 426"/>
                <a:gd name="T24" fmla="*/ 1 w 246"/>
                <a:gd name="T25" fmla="*/ 0 h 426"/>
                <a:gd name="T26" fmla="*/ 1 w 246"/>
                <a:gd name="T27" fmla="*/ 0 h 426"/>
                <a:gd name="T28" fmla="*/ 1 w 246"/>
                <a:gd name="T29" fmla="*/ 0 h 426"/>
                <a:gd name="T30" fmla="*/ 0 w 246"/>
                <a:gd name="T31" fmla="*/ 0 h 426"/>
                <a:gd name="T32" fmla="*/ 0 w 246"/>
                <a:gd name="T33" fmla="*/ 0 h 426"/>
                <a:gd name="T34" fmla="*/ 0 w 246"/>
                <a:gd name="T35" fmla="*/ 0 h 426"/>
                <a:gd name="T36" fmla="*/ 0 w 246"/>
                <a:gd name="T37" fmla="*/ 0 h 426"/>
                <a:gd name="T38" fmla="*/ 0 w 246"/>
                <a:gd name="T39" fmla="*/ 0 h 426"/>
                <a:gd name="T40" fmla="*/ 0 w 246"/>
                <a:gd name="T41" fmla="*/ 0 h 426"/>
                <a:gd name="T42" fmla="*/ 1 w 246"/>
                <a:gd name="T43" fmla="*/ 0 h 426"/>
                <a:gd name="T44" fmla="*/ 1 w 246"/>
                <a:gd name="T45" fmla="*/ 0 h 426"/>
                <a:gd name="T46" fmla="*/ 1 w 246"/>
                <a:gd name="T47" fmla="*/ 1 h 426"/>
                <a:gd name="T48" fmla="*/ 1 w 246"/>
                <a:gd name="T49" fmla="*/ 1 h 426"/>
                <a:gd name="T50" fmla="*/ 1 w 246"/>
                <a:gd name="T51" fmla="*/ 1 h 426"/>
                <a:gd name="T52" fmla="*/ 1 w 246"/>
                <a:gd name="T53" fmla="*/ 1 h 426"/>
                <a:gd name="T54" fmla="*/ 1 w 246"/>
                <a:gd name="T55" fmla="*/ 1 h 426"/>
                <a:gd name="T56" fmla="*/ 2 w 246"/>
                <a:gd name="T57" fmla="*/ 2 h 426"/>
                <a:gd name="T58" fmla="*/ 2 w 246"/>
                <a:gd name="T59" fmla="*/ 2 h 426"/>
                <a:gd name="T60" fmla="*/ 2 w 246"/>
                <a:gd name="T61" fmla="*/ 2 h 426"/>
                <a:gd name="T62" fmla="*/ 2 w 246"/>
                <a:gd name="T63" fmla="*/ 2 h 426"/>
                <a:gd name="T64" fmla="*/ 2 w 246"/>
                <a:gd name="T65" fmla="*/ 3 h 426"/>
                <a:gd name="T66" fmla="*/ 2 w 246"/>
                <a:gd name="T67" fmla="*/ 3 h 426"/>
                <a:gd name="T68" fmla="*/ 2 w 246"/>
                <a:gd name="T69" fmla="*/ 3 h 426"/>
                <a:gd name="T70" fmla="*/ 2 w 246"/>
                <a:gd name="T71" fmla="*/ 3 h 426"/>
                <a:gd name="T72" fmla="*/ 2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246" y="426"/>
                  </a:moveTo>
                  <a:lnTo>
                    <a:pt x="246" y="426"/>
                  </a:lnTo>
                  <a:lnTo>
                    <a:pt x="245" y="384"/>
                  </a:lnTo>
                  <a:lnTo>
                    <a:pt x="242" y="340"/>
                  </a:lnTo>
                  <a:lnTo>
                    <a:pt x="236" y="301"/>
                  </a:lnTo>
                  <a:lnTo>
                    <a:pt x="228" y="262"/>
                  </a:lnTo>
                  <a:lnTo>
                    <a:pt x="217" y="224"/>
                  </a:lnTo>
                  <a:lnTo>
                    <a:pt x="205" y="190"/>
                  </a:lnTo>
                  <a:lnTo>
                    <a:pt x="191" y="158"/>
                  </a:lnTo>
                  <a:lnTo>
                    <a:pt x="176" y="126"/>
                  </a:lnTo>
                  <a:lnTo>
                    <a:pt x="157" y="99"/>
                  </a:lnTo>
                  <a:lnTo>
                    <a:pt x="139" y="75"/>
                  </a:lnTo>
                  <a:lnTo>
                    <a:pt x="119" y="53"/>
                  </a:lnTo>
                  <a:lnTo>
                    <a:pt x="96" y="34"/>
                  </a:lnTo>
                  <a:lnTo>
                    <a:pt x="75" y="19"/>
                  </a:lnTo>
                  <a:lnTo>
                    <a:pt x="51" y="9"/>
                  </a:lnTo>
                  <a:lnTo>
                    <a:pt x="26" y="3"/>
                  </a:lnTo>
                  <a:lnTo>
                    <a:pt x="0" y="0"/>
                  </a:lnTo>
                  <a:lnTo>
                    <a:pt x="0" y="12"/>
                  </a:lnTo>
                  <a:lnTo>
                    <a:pt x="24" y="15"/>
                  </a:lnTo>
                  <a:lnTo>
                    <a:pt x="46" y="20"/>
                  </a:lnTo>
                  <a:lnTo>
                    <a:pt x="68" y="31"/>
                  </a:lnTo>
                  <a:lnTo>
                    <a:pt x="89" y="44"/>
                  </a:lnTo>
                  <a:lnTo>
                    <a:pt x="109" y="63"/>
                  </a:lnTo>
                  <a:lnTo>
                    <a:pt x="129" y="83"/>
                  </a:lnTo>
                  <a:lnTo>
                    <a:pt x="148" y="106"/>
                  </a:lnTo>
                  <a:lnTo>
                    <a:pt x="164" y="133"/>
                  </a:lnTo>
                  <a:lnTo>
                    <a:pt x="180" y="162"/>
                  </a:lnTo>
                  <a:lnTo>
                    <a:pt x="194" y="195"/>
                  </a:lnTo>
                  <a:lnTo>
                    <a:pt x="205" y="229"/>
                  </a:lnTo>
                  <a:lnTo>
                    <a:pt x="216" y="264"/>
                  </a:lnTo>
                  <a:lnTo>
                    <a:pt x="224" y="303"/>
                  </a:lnTo>
                  <a:lnTo>
                    <a:pt x="230" y="343"/>
                  </a:lnTo>
                  <a:lnTo>
                    <a:pt x="233" y="384"/>
                  </a:lnTo>
                  <a:lnTo>
                    <a:pt x="235" y="426"/>
                  </a:lnTo>
                  <a:lnTo>
                    <a:pt x="246"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0639" name="Freeform 61"/>
            <p:cNvSpPr>
              <a:spLocks/>
            </p:cNvSpPr>
            <p:nvPr/>
          </p:nvSpPr>
          <p:spPr bwMode="auto">
            <a:xfrm>
              <a:off x="1392" y="2203"/>
              <a:ext cx="49" cy="85"/>
            </a:xfrm>
            <a:custGeom>
              <a:avLst/>
              <a:gdLst>
                <a:gd name="T0" fmla="*/ 0 w 246"/>
                <a:gd name="T1" fmla="*/ 3 h 424"/>
                <a:gd name="T2" fmla="*/ 0 w 246"/>
                <a:gd name="T3" fmla="*/ 3 h 424"/>
                <a:gd name="T4" fmla="*/ 0 w 246"/>
                <a:gd name="T5" fmla="*/ 3 h 424"/>
                <a:gd name="T6" fmla="*/ 0 w 246"/>
                <a:gd name="T7" fmla="*/ 3 h 424"/>
                <a:gd name="T8" fmla="*/ 1 w 246"/>
                <a:gd name="T9" fmla="*/ 3 h 424"/>
                <a:gd name="T10" fmla="*/ 1 w 246"/>
                <a:gd name="T11" fmla="*/ 3 h 424"/>
                <a:gd name="T12" fmla="*/ 1 w 246"/>
                <a:gd name="T13" fmla="*/ 3 h 424"/>
                <a:gd name="T14" fmla="*/ 1 w 246"/>
                <a:gd name="T15" fmla="*/ 3 h 424"/>
                <a:gd name="T16" fmla="*/ 1 w 246"/>
                <a:gd name="T17" fmla="*/ 3 h 424"/>
                <a:gd name="T18" fmla="*/ 1 w 246"/>
                <a:gd name="T19" fmla="*/ 2 h 424"/>
                <a:gd name="T20" fmla="*/ 2 w 246"/>
                <a:gd name="T21" fmla="*/ 2 h 424"/>
                <a:gd name="T22" fmla="*/ 2 w 246"/>
                <a:gd name="T23" fmla="*/ 2 h 424"/>
                <a:gd name="T24" fmla="*/ 2 w 246"/>
                <a:gd name="T25" fmla="*/ 2 h 424"/>
                <a:gd name="T26" fmla="*/ 2 w 246"/>
                <a:gd name="T27" fmla="*/ 1 h 424"/>
                <a:gd name="T28" fmla="*/ 2 w 246"/>
                <a:gd name="T29" fmla="*/ 1 h 424"/>
                <a:gd name="T30" fmla="*/ 2 w 246"/>
                <a:gd name="T31" fmla="*/ 1 h 424"/>
                <a:gd name="T32" fmla="*/ 2 w 246"/>
                <a:gd name="T33" fmla="*/ 0 h 424"/>
                <a:gd name="T34" fmla="*/ 2 w 246"/>
                <a:gd name="T35" fmla="*/ 0 h 424"/>
                <a:gd name="T36" fmla="*/ 2 w 246"/>
                <a:gd name="T37" fmla="*/ 0 h 424"/>
                <a:gd name="T38" fmla="*/ 2 w 246"/>
                <a:gd name="T39" fmla="*/ 0 h 424"/>
                <a:gd name="T40" fmla="*/ 2 w 246"/>
                <a:gd name="T41" fmla="*/ 1 h 424"/>
                <a:gd name="T42" fmla="*/ 2 w 246"/>
                <a:gd name="T43" fmla="*/ 1 h 424"/>
                <a:gd name="T44" fmla="*/ 2 w 246"/>
                <a:gd name="T45" fmla="*/ 1 h 424"/>
                <a:gd name="T46" fmla="*/ 2 w 246"/>
                <a:gd name="T47" fmla="*/ 2 h 424"/>
                <a:gd name="T48" fmla="*/ 2 w 246"/>
                <a:gd name="T49" fmla="*/ 2 h 424"/>
                <a:gd name="T50" fmla="*/ 1 w 246"/>
                <a:gd name="T51" fmla="*/ 2 h 424"/>
                <a:gd name="T52" fmla="*/ 1 w 246"/>
                <a:gd name="T53" fmla="*/ 2 h 424"/>
                <a:gd name="T54" fmla="*/ 1 w 246"/>
                <a:gd name="T55" fmla="*/ 3 h 424"/>
                <a:gd name="T56" fmla="*/ 1 w 246"/>
                <a:gd name="T57" fmla="*/ 3 h 424"/>
                <a:gd name="T58" fmla="*/ 1 w 246"/>
                <a:gd name="T59" fmla="*/ 3 h 424"/>
                <a:gd name="T60" fmla="*/ 1 w 246"/>
                <a:gd name="T61" fmla="*/ 3 h 424"/>
                <a:gd name="T62" fmla="*/ 1 w 246"/>
                <a:gd name="T63" fmla="*/ 3 h 424"/>
                <a:gd name="T64" fmla="*/ 0 w 246"/>
                <a:gd name="T65" fmla="*/ 3 h 424"/>
                <a:gd name="T66" fmla="*/ 0 w 246"/>
                <a:gd name="T67" fmla="*/ 3 h 424"/>
                <a:gd name="T68" fmla="*/ 0 w 246"/>
                <a:gd name="T69" fmla="*/ 3 h 424"/>
                <a:gd name="T70" fmla="*/ 0 w 246"/>
                <a:gd name="T71" fmla="*/ 3 h 424"/>
                <a:gd name="T72" fmla="*/ 0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0" y="424"/>
                  </a:moveTo>
                  <a:lnTo>
                    <a:pt x="0" y="424"/>
                  </a:lnTo>
                  <a:lnTo>
                    <a:pt x="26" y="422"/>
                  </a:lnTo>
                  <a:lnTo>
                    <a:pt x="51" y="416"/>
                  </a:lnTo>
                  <a:lnTo>
                    <a:pt x="75" y="406"/>
                  </a:lnTo>
                  <a:lnTo>
                    <a:pt x="96" y="390"/>
                  </a:lnTo>
                  <a:lnTo>
                    <a:pt x="119" y="373"/>
                  </a:lnTo>
                  <a:lnTo>
                    <a:pt x="139" y="351"/>
                  </a:lnTo>
                  <a:lnTo>
                    <a:pt x="157" y="326"/>
                  </a:lnTo>
                  <a:lnTo>
                    <a:pt x="175" y="299"/>
                  </a:lnTo>
                  <a:lnTo>
                    <a:pt x="191" y="269"/>
                  </a:lnTo>
                  <a:lnTo>
                    <a:pt x="205" y="236"/>
                  </a:lnTo>
                  <a:lnTo>
                    <a:pt x="217" y="202"/>
                  </a:lnTo>
                  <a:lnTo>
                    <a:pt x="228" y="163"/>
                  </a:lnTo>
                  <a:lnTo>
                    <a:pt x="236" y="125"/>
                  </a:lnTo>
                  <a:lnTo>
                    <a:pt x="242" y="86"/>
                  </a:lnTo>
                  <a:lnTo>
                    <a:pt x="245" y="42"/>
                  </a:lnTo>
                  <a:lnTo>
                    <a:pt x="246" y="0"/>
                  </a:lnTo>
                  <a:lnTo>
                    <a:pt x="235" y="0"/>
                  </a:lnTo>
                  <a:lnTo>
                    <a:pt x="233" y="42"/>
                  </a:lnTo>
                  <a:lnTo>
                    <a:pt x="230" y="83"/>
                  </a:lnTo>
                  <a:lnTo>
                    <a:pt x="224" y="123"/>
                  </a:lnTo>
                  <a:lnTo>
                    <a:pt x="216" y="161"/>
                  </a:lnTo>
                  <a:lnTo>
                    <a:pt x="205" y="197"/>
                  </a:lnTo>
                  <a:lnTo>
                    <a:pt x="194" y="231"/>
                  </a:lnTo>
                  <a:lnTo>
                    <a:pt x="180" y="264"/>
                  </a:lnTo>
                  <a:lnTo>
                    <a:pt x="166" y="292"/>
                  </a:lnTo>
                  <a:lnTo>
                    <a:pt x="148" y="319"/>
                  </a:lnTo>
                  <a:lnTo>
                    <a:pt x="129" y="344"/>
                  </a:lnTo>
                  <a:lnTo>
                    <a:pt x="109" y="364"/>
                  </a:lnTo>
                  <a:lnTo>
                    <a:pt x="89" y="381"/>
                  </a:lnTo>
                  <a:lnTo>
                    <a:pt x="68" y="394"/>
                  </a:lnTo>
                  <a:lnTo>
                    <a:pt x="46" y="405"/>
                  </a:lnTo>
                  <a:lnTo>
                    <a:pt x="24" y="410"/>
                  </a:lnTo>
                  <a:lnTo>
                    <a:pt x="0" y="413"/>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0640" name="Freeform 62"/>
            <p:cNvSpPr>
              <a:spLocks/>
            </p:cNvSpPr>
            <p:nvPr/>
          </p:nvSpPr>
          <p:spPr bwMode="auto">
            <a:xfrm>
              <a:off x="1343" y="2203"/>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2" y="42"/>
                  </a:lnTo>
                  <a:lnTo>
                    <a:pt x="5" y="86"/>
                  </a:lnTo>
                  <a:lnTo>
                    <a:pt x="11" y="125"/>
                  </a:lnTo>
                  <a:lnTo>
                    <a:pt x="19" y="163"/>
                  </a:lnTo>
                  <a:lnTo>
                    <a:pt x="30" y="202"/>
                  </a:lnTo>
                  <a:lnTo>
                    <a:pt x="41" y="236"/>
                  </a:lnTo>
                  <a:lnTo>
                    <a:pt x="56" y="269"/>
                  </a:lnTo>
                  <a:lnTo>
                    <a:pt x="72" y="299"/>
                  </a:lnTo>
                  <a:lnTo>
                    <a:pt x="90" y="326"/>
                  </a:lnTo>
                  <a:lnTo>
                    <a:pt x="108" y="351"/>
                  </a:lnTo>
                  <a:lnTo>
                    <a:pt x="127" y="373"/>
                  </a:lnTo>
                  <a:lnTo>
                    <a:pt x="149" y="390"/>
                  </a:lnTo>
                  <a:lnTo>
                    <a:pt x="172" y="406"/>
                  </a:lnTo>
                  <a:lnTo>
                    <a:pt x="195" y="416"/>
                  </a:lnTo>
                  <a:lnTo>
                    <a:pt x="220" y="422"/>
                  </a:lnTo>
                  <a:lnTo>
                    <a:pt x="245" y="424"/>
                  </a:lnTo>
                  <a:lnTo>
                    <a:pt x="245" y="413"/>
                  </a:lnTo>
                  <a:lnTo>
                    <a:pt x="222" y="410"/>
                  </a:lnTo>
                  <a:lnTo>
                    <a:pt x="200" y="405"/>
                  </a:lnTo>
                  <a:lnTo>
                    <a:pt x="179" y="394"/>
                  </a:lnTo>
                  <a:lnTo>
                    <a:pt x="156" y="381"/>
                  </a:lnTo>
                  <a:lnTo>
                    <a:pt x="136" y="364"/>
                  </a:lnTo>
                  <a:lnTo>
                    <a:pt x="118" y="344"/>
                  </a:lnTo>
                  <a:lnTo>
                    <a:pt x="99" y="319"/>
                  </a:lnTo>
                  <a:lnTo>
                    <a:pt x="81" y="292"/>
                  </a:lnTo>
                  <a:lnTo>
                    <a:pt x="67" y="264"/>
                  </a:lnTo>
                  <a:lnTo>
                    <a:pt x="53" y="231"/>
                  </a:lnTo>
                  <a:lnTo>
                    <a:pt x="41" y="197"/>
                  </a:lnTo>
                  <a:lnTo>
                    <a:pt x="31" y="161"/>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0641" name="Freeform 63"/>
            <p:cNvSpPr>
              <a:spLocks/>
            </p:cNvSpPr>
            <p:nvPr/>
          </p:nvSpPr>
          <p:spPr bwMode="auto">
            <a:xfrm>
              <a:off x="1343" y="2118"/>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1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20" y="3"/>
                  </a:lnTo>
                  <a:lnTo>
                    <a:pt x="195" y="9"/>
                  </a:lnTo>
                  <a:lnTo>
                    <a:pt x="172" y="19"/>
                  </a:lnTo>
                  <a:lnTo>
                    <a:pt x="149" y="34"/>
                  </a:lnTo>
                  <a:lnTo>
                    <a:pt x="127" y="53"/>
                  </a:lnTo>
                  <a:lnTo>
                    <a:pt x="108" y="75"/>
                  </a:lnTo>
                  <a:lnTo>
                    <a:pt x="90" y="99"/>
                  </a:lnTo>
                  <a:lnTo>
                    <a:pt x="71" y="126"/>
                  </a:lnTo>
                  <a:lnTo>
                    <a:pt x="56" y="158"/>
                  </a:lnTo>
                  <a:lnTo>
                    <a:pt x="41" y="190"/>
                  </a:lnTo>
                  <a:lnTo>
                    <a:pt x="30" y="224"/>
                  </a:lnTo>
                  <a:lnTo>
                    <a:pt x="19" y="262"/>
                  </a:lnTo>
                  <a:lnTo>
                    <a:pt x="11" y="301"/>
                  </a:lnTo>
                  <a:lnTo>
                    <a:pt x="5" y="340"/>
                  </a:lnTo>
                  <a:lnTo>
                    <a:pt x="2" y="384"/>
                  </a:lnTo>
                  <a:lnTo>
                    <a:pt x="0" y="426"/>
                  </a:lnTo>
                  <a:lnTo>
                    <a:pt x="12" y="426"/>
                  </a:lnTo>
                  <a:lnTo>
                    <a:pt x="13" y="384"/>
                  </a:lnTo>
                  <a:lnTo>
                    <a:pt x="17" y="343"/>
                  </a:lnTo>
                  <a:lnTo>
                    <a:pt x="23" y="303"/>
                  </a:lnTo>
                  <a:lnTo>
                    <a:pt x="31" y="264"/>
                  </a:lnTo>
                  <a:lnTo>
                    <a:pt x="41" y="229"/>
                  </a:lnTo>
                  <a:lnTo>
                    <a:pt x="53" y="195"/>
                  </a:lnTo>
                  <a:lnTo>
                    <a:pt x="67" y="162"/>
                  </a:lnTo>
                  <a:lnTo>
                    <a:pt x="82" y="133"/>
                  </a:lnTo>
                  <a:lnTo>
                    <a:pt x="99" y="106"/>
                  </a:lnTo>
                  <a:lnTo>
                    <a:pt x="118" y="83"/>
                  </a:lnTo>
                  <a:lnTo>
                    <a:pt x="136" y="63"/>
                  </a:lnTo>
                  <a:lnTo>
                    <a:pt x="156" y="44"/>
                  </a:lnTo>
                  <a:lnTo>
                    <a:pt x="179" y="31"/>
                  </a:lnTo>
                  <a:lnTo>
                    <a:pt x="200" y="20"/>
                  </a:lnTo>
                  <a:lnTo>
                    <a:pt x="222" y="15"/>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0642" name="Freeform 64"/>
            <p:cNvSpPr>
              <a:spLocks/>
            </p:cNvSpPr>
            <p:nvPr/>
          </p:nvSpPr>
          <p:spPr bwMode="auto">
            <a:xfrm>
              <a:off x="1384" y="1859"/>
              <a:ext cx="49" cy="84"/>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1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3" y="382"/>
                  </a:lnTo>
                  <a:lnTo>
                    <a:pt x="240" y="339"/>
                  </a:lnTo>
                  <a:lnTo>
                    <a:pt x="234" y="299"/>
                  </a:lnTo>
                  <a:lnTo>
                    <a:pt x="226" y="261"/>
                  </a:lnTo>
                  <a:lnTo>
                    <a:pt x="215" y="222"/>
                  </a:lnTo>
                  <a:lnTo>
                    <a:pt x="204" y="188"/>
                  </a:lnTo>
                  <a:lnTo>
                    <a:pt x="189" y="156"/>
                  </a:lnTo>
                  <a:lnTo>
                    <a:pt x="173" y="125"/>
                  </a:lnTo>
                  <a:lnTo>
                    <a:pt x="155" y="98"/>
                  </a:lnTo>
                  <a:lnTo>
                    <a:pt x="138" y="74"/>
                  </a:lnTo>
                  <a:lnTo>
                    <a:pt x="118" y="51"/>
                  </a:lnTo>
                  <a:lnTo>
                    <a:pt x="96" y="34"/>
                  </a:lnTo>
                  <a:lnTo>
                    <a:pt x="73" y="18"/>
                  </a:lnTo>
                  <a:lnTo>
                    <a:pt x="50" y="8"/>
                  </a:lnTo>
                  <a:lnTo>
                    <a:pt x="25" y="2"/>
                  </a:lnTo>
                  <a:lnTo>
                    <a:pt x="0" y="0"/>
                  </a:lnTo>
                  <a:lnTo>
                    <a:pt x="0" y="11"/>
                  </a:lnTo>
                  <a:lnTo>
                    <a:pt x="23" y="14"/>
                  </a:lnTo>
                  <a:lnTo>
                    <a:pt x="45" y="20"/>
                  </a:lnTo>
                  <a:lnTo>
                    <a:pt x="66" y="30"/>
                  </a:lnTo>
                  <a:lnTo>
                    <a:pt x="89" y="43"/>
                  </a:lnTo>
                  <a:lnTo>
                    <a:pt x="109" y="61"/>
                  </a:lnTo>
                  <a:lnTo>
                    <a:pt x="129" y="81"/>
                  </a:lnTo>
                  <a:lnTo>
                    <a:pt x="146" y="105"/>
                  </a:lnTo>
                  <a:lnTo>
                    <a:pt x="164" y="132"/>
                  </a:lnTo>
                  <a:lnTo>
                    <a:pt x="178" y="160"/>
                  </a:lnTo>
                  <a:lnTo>
                    <a:pt x="192" y="193"/>
                  </a:lnTo>
                  <a:lnTo>
                    <a:pt x="204" y="227"/>
                  </a:lnTo>
                  <a:lnTo>
                    <a:pt x="214" y="264"/>
                  </a:lnTo>
                  <a:lnTo>
                    <a:pt x="222" y="301"/>
                  </a:lnTo>
                  <a:lnTo>
                    <a:pt x="228"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0643" name="Freeform 65"/>
            <p:cNvSpPr>
              <a:spLocks/>
            </p:cNvSpPr>
            <p:nvPr/>
          </p:nvSpPr>
          <p:spPr bwMode="auto">
            <a:xfrm>
              <a:off x="1384" y="1943"/>
              <a:ext cx="49" cy="86"/>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5" y="423"/>
                  </a:lnTo>
                  <a:lnTo>
                    <a:pt x="50" y="418"/>
                  </a:lnTo>
                  <a:lnTo>
                    <a:pt x="73" y="407"/>
                  </a:lnTo>
                  <a:lnTo>
                    <a:pt x="96" y="392"/>
                  </a:lnTo>
                  <a:lnTo>
                    <a:pt x="118" y="374"/>
                  </a:lnTo>
                  <a:lnTo>
                    <a:pt x="138" y="352"/>
                  </a:lnTo>
                  <a:lnTo>
                    <a:pt x="155" y="327"/>
                  </a:lnTo>
                  <a:lnTo>
                    <a:pt x="174" y="300"/>
                  </a:lnTo>
                  <a:lnTo>
                    <a:pt x="189" y="269"/>
                  </a:lnTo>
                  <a:lnTo>
                    <a:pt x="204" y="237"/>
                  </a:lnTo>
                  <a:lnTo>
                    <a:pt x="215" y="202"/>
                  </a:lnTo>
                  <a:lnTo>
                    <a:pt x="226" y="164"/>
                  </a:lnTo>
                  <a:lnTo>
                    <a:pt x="234" y="126"/>
                  </a:lnTo>
                  <a:lnTo>
                    <a:pt x="240" y="86"/>
                  </a:lnTo>
                  <a:lnTo>
                    <a:pt x="243" y="42"/>
                  </a:lnTo>
                  <a:lnTo>
                    <a:pt x="245" y="0"/>
                  </a:lnTo>
                  <a:lnTo>
                    <a:pt x="233" y="0"/>
                  </a:lnTo>
                  <a:lnTo>
                    <a:pt x="232" y="42"/>
                  </a:lnTo>
                  <a:lnTo>
                    <a:pt x="228" y="83"/>
                  </a:lnTo>
                  <a:lnTo>
                    <a:pt x="222" y="123"/>
                  </a:lnTo>
                  <a:lnTo>
                    <a:pt x="214" y="162"/>
                  </a:lnTo>
                  <a:lnTo>
                    <a:pt x="204" y="197"/>
                  </a:lnTo>
                  <a:lnTo>
                    <a:pt x="192" y="232"/>
                  </a:lnTo>
                  <a:lnTo>
                    <a:pt x="178" y="264"/>
                  </a:lnTo>
                  <a:lnTo>
                    <a:pt x="163" y="293"/>
                  </a:lnTo>
                  <a:lnTo>
                    <a:pt x="146" y="320"/>
                  </a:lnTo>
                  <a:lnTo>
                    <a:pt x="129" y="345"/>
                  </a:lnTo>
                  <a:lnTo>
                    <a:pt x="109" y="365"/>
                  </a:lnTo>
                  <a:lnTo>
                    <a:pt x="89" y="382"/>
                  </a:lnTo>
                  <a:lnTo>
                    <a:pt x="66" y="395"/>
                  </a:lnTo>
                  <a:lnTo>
                    <a:pt x="45" y="406"/>
                  </a:lnTo>
                  <a:lnTo>
                    <a:pt x="23"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0644" name="Freeform 66"/>
            <p:cNvSpPr>
              <a:spLocks/>
            </p:cNvSpPr>
            <p:nvPr/>
          </p:nvSpPr>
          <p:spPr bwMode="auto">
            <a:xfrm>
              <a:off x="1335" y="1943"/>
              <a:ext cx="49" cy="86"/>
            </a:xfrm>
            <a:custGeom>
              <a:avLst/>
              <a:gdLst>
                <a:gd name="T0" fmla="*/ 0 w 246"/>
                <a:gd name="T1" fmla="*/ 0 h 426"/>
                <a:gd name="T2" fmla="*/ 0 w 246"/>
                <a:gd name="T3" fmla="*/ 0 h 426"/>
                <a:gd name="T4" fmla="*/ 0 w 246"/>
                <a:gd name="T5" fmla="*/ 0 h 426"/>
                <a:gd name="T6" fmla="*/ 0 w 246"/>
                <a:gd name="T7" fmla="*/ 1 h 426"/>
                <a:gd name="T8" fmla="*/ 0 w 246"/>
                <a:gd name="T9" fmla="*/ 1 h 426"/>
                <a:gd name="T10" fmla="*/ 0 w 246"/>
                <a:gd name="T11" fmla="*/ 1 h 426"/>
                <a:gd name="T12" fmla="*/ 0 w 246"/>
                <a:gd name="T13" fmla="*/ 2 h 426"/>
                <a:gd name="T14" fmla="*/ 0 w 246"/>
                <a:gd name="T15" fmla="*/ 2 h 426"/>
                <a:gd name="T16" fmla="*/ 0 w 246"/>
                <a:gd name="T17" fmla="*/ 2 h 426"/>
                <a:gd name="T18" fmla="*/ 1 w 246"/>
                <a:gd name="T19" fmla="*/ 2 h 426"/>
                <a:gd name="T20" fmla="*/ 1 w 246"/>
                <a:gd name="T21" fmla="*/ 3 h 426"/>
                <a:gd name="T22" fmla="*/ 1 w 246"/>
                <a:gd name="T23" fmla="*/ 3 h 426"/>
                <a:gd name="T24" fmla="*/ 1 w 246"/>
                <a:gd name="T25" fmla="*/ 3 h 426"/>
                <a:gd name="T26" fmla="*/ 1 w 246"/>
                <a:gd name="T27" fmla="*/ 3 h 426"/>
                <a:gd name="T28" fmla="*/ 1 w 246"/>
                <a:gd name="T29" fmla="*/ 3 h 426"/>
                <a:gd name="T30" fmla="*/ 2 w 246"/>
                <a:gd name="T31" fmla="*/ 3 h 426"/>
                <a:gd name="T32" fmla="*/ 2 w 246"/>
                <a:gd name="T33" fmla="*/ 3 h 426"/>
                <a:gd name="T34" fmla="*/ 2 w 246"/>
                <a:gd name="T35" fmla="*/ 3 h 426"/>
                <a:gd name="T36" fmla="*/ 2 w 246"/>
                <a:gd name="T37" fmla="*/ 3 h 426"/>
                <a:gd name="T38" fmla="*/ 2 w 246"/>
                <a:gd name="T39" fmla="*/ 3 h 426"/>
                <a:gd name="T40" fmla="*/ 2 w 246"/>
                <a:gd name="T41" fmla="*/ 3 h 426"/>
                <a:gd name="T42" fmla="*/ 1 w 246"/>
                <a:gd name="T43" fmla="*/ 3 h 426"/>
                <a:gd name="T44" fmla="*/ 1 w 246"/>
                <a:gd name="T45" fmla="*/ 3 h 426"/>
                <a:gd name="T46" fmla="*/ 1 w 246"/>
                <a:gd name="T47" fmla="*/ 3 h 426"/>
                <a:gd name="T48" fmla="*/ 1 w 246"/>
                <a:gd name="T49" fmla="*/ 3 h 426"/>
                <a:gd name="T50" fmla="*/ 1 w 246"/>
                <a:gd name="T51" fmla="*/ 3 h 426"/>
                <a:gd name="T52" fmla="*/ 1 w 246"/>
                <a:gd name="T53" fmla="*/ 2 h 426"/>
                <a:gd name="T54" fmla="*/ 1 w 246"/>
                <a:gd name="T55" fmla="*/ 2 h 426"/>
                <a:gd name="T56" fmla="*/ 0 w 246"/>
                <a:gd name="T57" fmla="*/ 2 h 426"/>
                <a:gd name="T58" fmla="*/ 0 w 246"/>
                <a:gd name="T59" fmla="*/ 2 h 426"/>
                <a:gd name="T60" fmla="*/ 0 w 246"/>
                <a:gd name="T61" fmla="*/ 1 h 426"/>
                <a:gd name="T62" fmla="*/ 0 w 246"/>
                <a:gd name="T63" fmla="*/ 1 h 426"/>
                <a:gd name="T64" fmla="*/ 0 w 246"/>
                <a:gd name="T65" fmla="*/ 1 h 426"/>
                <a:gd name="T66" fmla="*/ 0 w 246"/>
                <a:gd name="T67" fmla="*/ 0 h 426"/>
                <a:gd name="T68" fmla="*/ 0 w 246"/>
                <a:gd name="T69" fmla="*/ 0 h 426"/>
                <a:gd name="T70" fmla="*/ 0 w 246"/>
                <a:gd name="T71" fmla="*/ 0 h 426"/>
                <a:gd name="T72" fmla="*/ 0 w 246"/>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0"/>
                  </a:moveTo>
                  <a:lnTo>
                    <a:pt x="0" y="0"/>
                  </a:lnTo>
                  <a:lnTo>
                    <a:pt x="1" y="42"/>
                  </a:lnTo>
                  <a:lnTo>
                    <a:pt x="4" y="86"/>
                  </a:lnTo>
                  <a:lnTo>
                    <a:pt x="10" y="126"/>
                  </a:lnTo>
                  <a:lnTo>
                    <a:pt x="18" y="164"/>
                  </a:lnTo>
                  <a:lnTo>
                    <a:pt x="29" y="202"/>
                  </a:lnTo>
                  <a:lnTo>
                    <a:pt x="41" y="237"/>
                  </a:lnTo>
                  <a:lnTo>
                    <a:pt x="55" y="269"/>
                  </a:lnTo>
                  <a:lnTo>
                    <a:pt x="71" y="300"/>
                  </a:lnTo>
                  <a:lnTo>
                    <a:pt x="89" y="327"/>
                  </a:lnTo>
                  <a:lnTo>
                    <a:pt x="107" y="352"/>
                  </a:lnTo>
                  <a:lnTo>
                    <a:pt x="127" y="374"/>
                  </a:lnTo>
                  <a:lnTo>
                    <a:pt x="150" y="392"/>
                  </a:lnTo>
                  <a:lnTo>
                    <a:pt x="171" y="407"/>
                  </a:lnTo>
                  <a:lnTo>
                    <a:pt x="195" y="418"/>
                  </a:lnTo>
                  <a:lnTo>
                    <a:pt x="220" y="423"/>
                  </a:lnTo>
                  <a:lnTo>
                    <a:pt x="246" y="426"/>
                  </a:lnTo>
                  <a:lnTo>
                    <a:pt x="246" y="414"/>
                  </a:lnTo>
                  <a:lnTo>
                    <a:pt x="222" y="412"/>
                  </a:lnTo>
                  <a:lnTo>
                    <a:pt x="200" y="406"/>
                  </a:lnTo>
                  <a:lnTo>
                    <a:pt x="178" y="395"/>
                  </a:lnTo>
                  <a:lnTo>
                    <a:pt x="157" y="382"/>
                  </a:lnTo>
                  <a:lnTo>
                    <a:pt x="137" y="365"/>
                  </a:lnTo>
                  <a:lnTo>
                    <a:pt x="117" y="345"/>
                  </a:lnTo>
                  <a:lnTo>
                    <a:pt x="98" y="320"/>
                  </a:lnTo>
                  <a:lnTo>
                    <a:pt x="83" y="293"/>
                  </a:lnTo>
                  <a:lnTo>
                    <a:pt x="66" y="264"/>
                  </a:lnTo>
                  <a:lnTo>
                    <a:pt x="52" y="232"/>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0645" name="Freeform 67"/>
            <p:cNvSpPr>
              <a:spLocks/>
            </p:cNvSpPr>
            <p:nvPr/>
          </p:nvSpPr>
          <p:spPr bwMode="auto">
            <a:xfrm>
              <a:off x="1335" y="1859"/>
              <a:ext cx="49" cy="84"/>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1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0" y="2"/>
                  </a:lnTo>
                  <a:lnTo>
                    <a:pt x="195" y="8"/>
                  </a:lnTo>
                  <a:lnTo>
                    <a:pt x="171" y="18"/>
                  </a:lnTo>
                  <a:lnTo>
                    <a:pt x="150" y="34"/>
                  </a:lnTo>
                  <a:lnTo>
                    <a:pt x="127" y="51"/>
                  </a:lnTo>
                  <a:lnTo>
                    <a:pt x="107" y="74"/>
                  </a:lnTo>
                  <a:lnTo>
                    <a:pt x="89" y="98"/>
                  </a:lnTo>
                  <a:lnTo>
                    <a:pt x="72" y="125"/>
                  </a:lnTo>
                  <a:lnTo>
                    <a:pt x="55" y="156"/>
                  </a:lnTo>
                  <a:lnTo>
                    <a:pt x="41" y="188"/>
                  </a:lnTo>
                  <a:lnTo>
                    <a:pt x="29" y="222"/>
                  </a:lnTo>
                  <a:lnTo>
                    <a:pt x="18" y="261"/>
                  </a:lnTo>
                  <a:lnTo>
                    <a:pt x="10" y="299"/>
                  </a:lnTo>
                  <a:lnTo>
                    <a:pt x="4" y="339"/>
                  </a:lnTo>
                  <a:lnTo>
                    <a:pt x="1" y="382"/>
                  </a:lnTo>
                  <a:lnTo>
                    <a:pt x="0" y="424"/>
                  </a:lnTo>
                  <a:lnTo>
                    <a:pt x="11" y="424"/>
                  </a:lnTo>
                  <a:lnTo>
                    <a:pt x="13" y="382"/>
                  </a:lnTo>
                  <a:lnTo>
                    <a:pt x="16" y="341"/>
                  </a:lnTo>
                  <a:lnTo>
                    <a:pt x="22" y="301"/>
                  </a:lnTo>
                  <a:lnTo>
                    <a:pt x="30" y="264"/>
                  </a:lnTo>
                  <a:lnTo>
                    <a:pt x="41" y="227"/>
                  </a:lnTo>
                  <a:lnTo>
                    <a:pt x="52" y="193"/>
                  </a:lnTo>
                  <a:lnTo>
                    <a:pt x="66" y="160"/>
                  </a:lnTo>
                  <a:lnTo>
                    <a:pt x="82" y="132"/>
                  </a:lnTo>
                  <a:lnTo>
                    <a:pt x="98" y="105"/>
                  </a:lnTo>
                  <a:lnTo>
                    <a:pt x="117" y="81"/>
                  </a:lnTo>
                  <a:lnTo>
                    <a:pt x="137" y="61"/>
                  </a:lnTo>
                  <a:lnTo>
                    <a:pt x="157" y="43"/>
                  </a:lnTo>
                  <a:lnTo>
                    <a:pt x="178" y="30"/>
                  </a:lnTo>
                  <a:lnTo>
                    <a:pt x="200" y="20"/>
                  </a:lnTo>
                  <a:lnTo>
                    <a:pt x="222" y="14"/>
                  </a:lnTo>
                  <a:lnTo>
                    <a:pt x="246" y="11"/>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0646" name="Freeform 68"/>
            <p:cNvSpPr>
              <a:spLocks/>
            </p:cNvSpPr>
            <p:nvPr/>
          </p:nvSpPr>
          <p:spPr bwMode="auto">
            <a:xfrm>
              <a:off x="1552" y="1751"/>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1" y="339"/>
                  </a:lnTo>
                  <a:lnTo>
                    <a:pt x="235" y="299"/>
                  </a:lnTo>
                  <a:lnTo>
                    <a:pt x="226" y="261"/>
                  </a:lnTo>
                  <a:lnTo>
                    <a:pt x="216" y="223"/>
                  </a:lnTo>
                  <a:lnTo>
                    <a:pt x="204" y="189"/>
                  </a:lnTo>
                  <a:lnTo>
                    <a:pt x="190" y="156"/>
                  </a:lnTo>
                  <a:lnTo>
                    <a:pt x="174" y="125"/>
                  </a:lnTo>
                  <a:lnTo>
                    <a:pt x="156" y="98"/>
                  </a:lnTo>
                  <a:lnTo>
                    <a:pt x="137" y="74"/>
                  </a:lnTo>
                  <a:lnTo>
                    <a:pt x="119" y="52"/>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8" y="81"/>
                  </a:lnTo>
                  <a:lnTo>
                    <a:pt x="147" y="105"/>
                  </a:lnTo>
                  <a:lnTo>
                    <a:pt x="164" y="132"/>
                  </a:lnTo>
                  <a:lnTo>
                    <a:pt x="178" y="161"/>
                  </a:lnTo>
                  <a:lnTo>
                    <a:pt x="193" y="193"/>
                  </a:lnTo>
                  <a:lnTo>
                    <a:pt x="204" y="227"/>
                  </a:lnTo>
                  <a:lnTo>
                    <a:pt x="215" y="264"/>
                  </a:lnTo>
                  <a:lnTo>
                    <a:pt x="223" y="301"/>
                  </a:lnTo>
                  <a:lnTo>
                    <a:pt x="229" y="341"/>
                  </a:lnTo>
                  <a:lnTo>
                    <a:pt x="232" y="382"/>
                  </a:lnTo>
                  <a:lnTo>
                    <a:pt x="234"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0647" name="Freeform 69"/>
            <p:cNvSpPr>
              <a:spLocks/>
            </p:cNvSpPr>
            <p:nvPr/>
          </p:nvSpPr>
          <p:spPr bwMode="auto">
            <a:xfrm>
              <a:off x="1552" y="1836"/>
              <a:ext cx="49" cy="85"/>
            </a:xfrm>
            <a:custGeom>
              <a:avLst/>
              <a:gdLst>
                <a:gd name="T0" fmla="*/ 0 w 245"/>
                <a:gd name="T1" fmla="*/ 3 h 425"/>
                <a:gd name="T2" fmla="*/ 0 w 245"/>
                <a:gd name="T3" fmla="*/ 3 h 425"/>
                <a:gd name="T4" fmla="*/ 0 w 245"/>
                <a:gd name="T5" fmla="*/ 3 h 425"/>
                <a:gd name="T6" fmla="*/ 0 w 245"/>
                <a:gd name="T7" fmla="*/ 3 h 425"/>
                <a:gd name="T8" fmla="*/ 1 w 245"/>
                <a:gd name="T9" fmla="*/ 3 h 425"/>
                <a:gd name="T10" fmla="*/ 1 w 245"/>
                <a:gd name="T11" fmla="*/ 3 h 425"/>
                <a:gd name="T12" fmla="*/ 1 w 245"/>
                <a:gd name="T13" fmla="*/ 3 h 425"/>
                <a:gd name="T14" fmla="*/ 1 w 245"/>
                <a:gd name="T15" fmla="*/ 3 h 425"/>
                <a:gd name="T16" fmla="*/ 1 w 245"/>
                <a:gd name="T17" fmla="*/ 3 h 425"/>
                <a:gd name="T18" fmla="*/ 1 w 245"/>
                <a:gd name="T19" fmla="*/ 2 h 425"/>
                <a:gd name="T20" fmla="*/ 2 w 245"/>
                <a:gd name="T21" fmla="*/ 2 h 425"/>
                <a:gd name="T22" fmla="*/ 2 w 245"/>
                <a:gd name="T23" fmla="*/ 2 h 425"/>
                <a:gd name="T24" fmla="*/ 2 w 245"/>
                <a:gd name="T25" fmla="*/ 2 h 425"/>
                <a:gd name="T26" fmla="*/ 2 w 245"/>
                <a:gd name="T27" fmla="*/ 1 h 425"/>
                <a:gd name="T28" fmla="*/ 2 w 245"/>
                <a:gd name="T29" fmla="*/ 1 h 425"/>
                <a:gd name="T30" fmla="*/ 2 w 245"/>
                <a:gd name="T31" fmla="*/ 1 h 425"/>
                <a:gd name="T32" fmla="*/ 2 w 245"/>
                <a:gd name="T33" fmla="*/ 0 h 425"/>
                <a:gd name="T34" fmla="*/ 2 w 245"/>
                <a:gd name="T35" fmla="*/ 0 h 425"/>
                <a:gd name="T36" fmla="*/ 2 w 245"/>
                <a:gd name="T37" fmla="*/ 0 h 425"/>
                <a:gd name="T38" fmla="*/ 2 w 245"/>
                <a:gd name="T39" fmla="*/ 0 h 425"/>
                <a:gd name="T40" fmla="*/ 2 w 245"/>
                <a:gd name="T41" fmla="*/ 1 h 425"/>
                <a:gd name="T42" fmla="*/ 2 w 245"/>
                <a:gd name="T43" fmla="*/ 1 h 425"/>
                <a:gd name="T44" fmla="*/ 2 w 245"/>
                <a:gd name="T45" fmla="*/ 1 h 425"/>
                <a:gd name="T46" fmla="*/ 2 w 245"/>
                <a:gd name="T47" fmla="*/ 2 h 425"/>
                <a:gd name="T48" fmla="*/ 2 w 245"/>
                <a:gd name="T49" fmla="*/ 2 h 425"/>
                <a:gd name="T50" fmla="*/ 1 w 245"/>
                <a:gd name="T51" fmla="*/ 2 h 425"/>
                <a:gd name="T52" fmla="*/ 1 w 245"/>
                <a:gd name="T53" fmla="*/ 2 h 425"/>
                <a:gd name="T54" fmla="*/ 1 w 245"/>
                <a:gd name="T55" fmla="*/ 3 h 425"/>
                <a:gd name="T56" fmla="*/ 1 w 245"/>
                <a:gd name="T57" fmla="*/ 3 h 425"/>
                <a:gd name="T58" fmla="*/ 1 w 245"/>
                <a:gd name="T59" fmla="*/ 3 h 425"/>
                <a:gd name="T60" fmla="*/ 1 w 245"/>
                <a:gd name="T61" fmla="*/ 3 h 425"/>
                <a:gd name="T62" fmla="*/ 1 w 245"/>
                <a:gd name="T63" fmla="*/ 3 h 425"/>
                <a:gd name="T64" fmla="*/ 0 w 245"/>
                <a:gd name="T65" fmla="*/ 3 h 425"/>
                <a:gd name="T66" fmla="*/ 0 w 245"/>
                <a:gd name="T67" fmla="*/ 3 h 425"/>
                <a:gd name="T68" fmla="*/ 0 w 245"/>
                <a:gd name="T69" fmla="*/ 3 h 425"/>
                <a:gd name="T70" fmla="*/ 0 w 245"/>
                <a:gd name="T71" fmla="*/ 3 h 425"/>
                <a:gd name="T72" fmla="*/ 0 w 245"/>
                <a:gd name="T73" fmla="*/ 3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5"/>
                <a:gd name="T113" fmla="*/ 245 w 245"/>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5">
                  <a:moveTo>
                    <a:pt x="0" y="425"/>
                  </a:moveTo>
                  <a:lnTo>
                    <a:pt x="0" y="425"/>
                  </a:lnTo>
                  <a:lnTo>
                    <a:pt x="26" y="422"/>
                  </a:lnTo>
                  <a:lnTo>
                    <a:pt x="51" y="417"/>
                  </a:lnTo>
                  <a:lnTo>
                    <a:pt x="74" y="406"/>
                  </a:lnTo>
                  <a:lnTo>
                    <a:pt x="96" y="391"/>
                  </a:lnTo>
                  <a:lnTo>
                    <a:pt x="119" y="373"/>
                  </a:lnTo>
                  <a:lnTo>
                    <a:pt x="137" y="351"/>
                  </a:lnTo>
                  <a:lnTo>
                    <a:pt x="156" y="326"/>
                  </a:lnTo>
                  <a:lnTo>
                    <a:pt x="174" y="299"/>
                  </a:lnTo>
                  <a:lnTo>
                    <a:pt x="190" y="269"/>
                  </a:lnTo>
                  <a:lnTo>
                    <a:pt x="204" y="236"/>
                  </a:lnTo>
                  <a:lnTo>
                    <a:pt x="216" y="202"/>
                  </a:lnTo>
                  <a:lnTo>
                    <a:pt x="226" y="163"/>
                  </a:lnTo>
                  <a:lnTo>
                    <a:pt x="235" y="126"/>
                  </a:lnTo>
                  <a:lnTo>
                    <a:pt x="241" y="86"/>
                  </a:lnTo>
                  <a:lnTo>
                    <a:pt x="244" y="43"/>
                  </a:lnTo>
                  <a:lnTo>
                    <a:pt x="245" y="0"/>
                  </a:lnTo>
                  <a:lnTo>
                    <a:pt x="234" y="0"/>
                  </a:lnTo>
                  <a:lnTo>
                    <a:pt x="232" y="43"/>
                  </a:lnTo>
                  <a:lnTo>
                    <a:pt x="229" y="84"/>
                  </a:lnTo>
                  <a:lnTo>
                    <a:pt x="223" y="123"/>
                  </a:lnTo>
                  <a:lnTo>
                    <a:pt x="215" y="161"/>
                  </a:lnTo>
                  <a:lnTo>
                    <a:pt x="204" y="197"/>
                  </a:lnTo>
                  <a:lnTo>
                    <a:pt x="193" y="231"/>
                  </a:lnTo>
                  <a:lnTo>
                    <a:pt x="178" y="264"/>
                  </a:lnTo>
                  <a:lnTo>
                    <a:pt x="164" y="292"/>
                  </a:lnTo>
                  <a:lnTo>
                    <a:pt x="147" y="319"/>
                  </a:lnTo>
                  <a:lnTo>
                    <a:pt x="128" y="344"/>
                  </a:lnTo>
                  <a:lnTo>
                    <a:pt x="109" y="364"/>
                  </a:lnTo>
                  <a:lnTo>
                    <a:pt x="89" y="381"/>
                  </a:lnTo>
                  <a:lnTo>
                    <a:pt x="67" y="394"/>
                  </a:lnTo>
                  <a:lnTo>
                    <a:pt x="46" y="405"/>
                  </a:lnTo>
                  <a:lnTo>
                    <a:pt x="24" y="411"/>
                  </a:lnTo>
                  <a:lnTo>
                    <a:pt x="0" y="413"/>
                  </a:lnTo>
                  <a:lnTo>
                    <a:pt x="0" y="425"/>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0648" name="Freeform 70"/>
            <p:cNvSpPr>
              <a:spLocks/>
            </p:cNvSpPr>
            <p:nvPr/>
          </p:nvSpPr>
          <p:spPr bwMode="auto">
            <a:xfrm>
              <a:off x="1502" y="1836"/>
              <a:ext cx="50" cy="85"/>
            </a:xfrm>
            <a:custGeom>
              <a:avLst/>
              <a:gdLst>
                <a:gd name="T0" fmla="*/ 0 w 246"/>
                <a:gd name="T1" fmla="*/ 0 h 425"/>
                <a:gd name="T2" fmla="*/ 0 w 246"/>
                <a:gd name="T3" fmla="*/ 0 h 425"/>
                <a:gd name="T4" fmla="*/ 0 w 246"/>
                <a:gd name="T5" fmla="*/ 0 h 425"/>
                <a:gd name="T6" fmla="*/ 0 w 246"/>
                <a:gd name="T7" fmla="*/ 1 h 425"/>
                <a:gd name="T8" fmla="*/ 0 w 246"/>
                <a:gd name="T9" fmla="*/ 1 h 425"/>
                <a:gd name="T10" fmla="*/ 0 w 246"/>
                <a:gd name="T11" fmla="*/ 1 h 425"/>
                <a:gd name="T12" fmla="*/ 0 w 246"/>
                <a:gd name="T13" fmla="*/ 2 h 425"/>
                <a:gd name="T14" fmla="*/ 0 w 246"/>
                <a:gd name="T15" fmla="*/ 2 h 425"/>
                <a:gd name="T16" fmla="*/ 0 w 246"/>
                <a:gd name="T17" fmla="*/ 2 h 425"/>
                <a:gd name="T18" fmla="*/ 1 w 246"/>
                <a:gd name="T19" fmla="*/ 2 h 425"/>
                <a:gd name="T20" fmla="*/ 1 w 246"/>
                <a:gd name="T21" fmla="*/ 3 h 425"/>
                <a:gd name="T22" fmla="*/ 1 w 246"/>
                <a:gd name="T23" fmla="*/ 3 h 425"/>
                <a:gd name="T24" fmla="*/ 1 w 246"/>
                <a:gd name="T25" fmla="*/ 3 h 425"/>
                <a:gd name="T26" fmla="*/ 1 w 246"/>
                <a:gd name="T27" fmla="*/ 3 h 425"/>
                <a:gd name="T28" fmla="*/ 1 w 246"/>
                <a:gd name="T29" fmla="*/ 3 h 425"/>
                <a:gd name="T30" fmla="*/ 2 w 246"/>
                <a:gd name="T31" fmla="*/ 3 h 425"/>
                <a:gd name="T32" fmla="*/ 2 w 246"/>
                <a:gd name="T33" fmla="*/ 3 h 425"/>
                <a:gd name="T34" fmla="*/ 2 w 246"/>
                <a:gd name="T35" fmla="*/ 3 h 425"/>
                <a:gd name="T36" fmla="*/ 2 w 246"/>
                <a:gd name="T37" fmla="*/ 3 h 425"/>
                <a:gd name="T38" fmla="*/ 2 w 246"/>
                <a:gd name="T39" fmla="*/ 3 h 425"/>
                <a:gd name="T40" fmla="*/ 2 w 246"/>
                <a:gd name="T41" fmla="*/ 3 h 425"/>
                <a:gd name="T42" fmla="*/ 1 w 246"/>
                <a:gd name="T43" fmla="*/ 3 h 425"/>
                <a:gd name="T44" fmla="*/ 1 w 246"/>
                <a:gd name="T45" fmla="*/ 3 h 425"/>
                <a:gd name="T46" fmla="*/ 1 w 246"/>
                <a:gd name="T47" fmla="*/ 3 h 425"/>
                <a:gd name="T48" fmla="*/ 1 w 246"/>
                <a:gd name="T49" fmla="*/ 3 h 425"/>
                <a:gd name="T50" fmla="*/ 1 w 246"/>
                <a:gd name="T51" fmla="*/ 3 h 425"/>
                <a:gd name="T52" fmla="*/ 1 w 246"/>
                <a:gd name="T53" fmla="*/ 2 h 425"/>
                <a:gd name="T54" fmla="*/ 1 w 246"/>
                <a:gd name="T55" fmla="*/ 2 h 425"/>
                <a:gd name="T56" fmla="*/ 0 w 246"/>
                <a:gd name="T57" fmla="*/ 2 h 425"/>
                <a:gd name="T58" fmla="*/ 0 w 246"/>
                <a:gd name="T59" fmla="*/ 2 h 425"/>
                <a:gd name="T60" fmla="*/ 0 w 246"/>
                <a:gd name="T61" fmla="*/ 1 h 425"/>
                <a:gd name="T62" fmla="*/ 0 w 246"/>
                <a:gd name="T63" fmla="*/ 1 h 425"/>
                <a:gd name="T64" fmla="*/ 0 w 246"/>
                <a:gd name="T65" fmla="*/ 1 h 425"/>
                <a:gd name="T66" fmla="*/ 0 w 246"/>
                <a:gd name="T67" fmla="*/ 0 h 425"/>
                <a:gd name="T68" fmla="*/ 0 w 246"/>
                <a:gd name="T69" fmla="*/ 0 h 425"/>
                <a:gd name="T70" fmla="*/ 0 w 246"/>
                <a:gd name="T71" fmla="*/ 0 h 425"/>
                <a:gd name="T72" fmla="*/ 0 w 246"/>
                <a:gd name="T73" fmla="*/ 0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5"/>
                <a:gd name="T113" fmla="*/ 246 w 246"/>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5">
                  <a:moveTo>
                    <a:pt x="0" y="0"/>
                  </a:moveTo>
                  <a:lnTo>
                    <a:pt x="0" y="0"/>
                  </a:lnTo>
                  <a:lnTo>
                    <a:pt x="2" y="43"/>
                  </a:lnTo>
                  <a:lnTo>
                    <a:pt x="5" y="86"/>
                  </a:lnTo>
                  <a:lnTo>
                    <a:pt x="11" y="126"/>
                  </a:lnTo>
                  <a:lnTo>
                    <a:pt x="19" y="163"/>
                  </a:lnTo>
                  <a:lnTo>
                    <a:pt x="30" y="202"/>
                  </a:lnTo>
                  <a:lnTo>
                    <a:pt x="41" y="236"/>
                  </a:lnTo>
                  <a:lnTo>
                    <a:pt x="55" y="269"/>
                  </a:lnTo>
                  <a:lnTo>
                    <a:pt x="73" y="299"/>
                  </a:lnTo>
                  <a:lnTo>
                    <a:pt x="89" y="326"/>
                  </a:lnTo>
                  <a:lnTo>
                    <a:pt x="108" y="351"/>
                  </a:lnTo>
                  <a:lnTo>
                    <a:pt x="128" y="373"/>
                  </a:lnTo>
                  <a:lnTo>
                    <a:pt x="150" y="391"/>
                  </a:lnTo>
                  <a:lnTo>
                    <a:pt x="171" y="406"/>
                  </a:lnTo>
                  <a:lnTo>
                    <a:pt x="196" y="417"/>
                  </a:lnTo>
                  <a:lnTo>
                    <a:pt x="221" y="422"/>
                  </a:lnTo>
                  <a:lnTo>
                    <a:pt x="246" y="425"/>
                  </a:lnTo>
                  <a:lnTo>
                    <a:pt x="246" y="413"/>
                  </a:lnTo>
                  <a:lnTo>
                    <a:pt x="223" y="411"/>
                  </a:lnTo>
                  <a:lnTo>
                    <a:pt x="201" y="405"/>
                  </a:lnTo>
                  <a:lnTo>
                    <a:pt x="178" y="394"/>
                  </a:lnTo>
                  <a:lnTo>
                    <a:pt x="157" y="381"/>
                  </a:lnTo>
                  <a:lnTo>
                    <a:pt x="137" y="364"/>
                  </a:lnTo>
                  <a:lnTo>
                    <a:pt x="117" y="344"/>
                  </a:lnTo>
                  <a:lnTo>
                    <a:pt x="99" y="319"/>
                  </a:lnTo>
                  <a:lnTo>
                    <a:pt x="82" y="292"/>
                  </a:lnTo>
                  <a:lnTo>
                    <a:pt x="67" y="264"/>
                  </a:lnTo>
                  <a:lnTo>
                    <a:pt x="53" y="231"/>
                  </a:lnTo>
                  <a:lnTo>
                    <a:pt x="41" y="197"/>
                  </a:lnTo>
                  <a:lnTo>
                    <a:pt x="31" y="161"/>
                  </a:lnTo>
                  <a:lnTo>
                    <a:pt x="23" y="123"/>
                  </a:lnTo>
                  <a:lnTo>
                    <a:pt x="17" y="84"/>
                  </a:lnTo>
                  <a:lnTo>
                    <a:pt x="13" y="4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0649" name="Freeform 71"/>
            <p:cNvSpPr>
              <a:spLocks/>
            </p:cNvSpPr>
            <p:nvPr/>
          </p:nvSpPr>
          <p:spPr bwMode="auto">
            <a:xfrm>
              <a:off x="1502" y="1751"/>
              <a:ext cx="50" cy="85"/>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2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1" y="2"/>
                  </a:lnTo>
                  <a:lnTo>
                    <a:pt x="196" y="8"/>
                  </a:lnTo>
                  <a:lnTo>
                    <a:pt x="171" y="19"/>
                  </a:lnTo>
                  <a:lnTo>
                    <a:pt x="150" y="34"/>
                  </a:lnTo>
                  <a:lnTo>
                    <a:pt x="128" y="52"/>
                  </a:lnTo>
                  <a:lnTo>
                    <a:pt x="108" y="74"/>
                  </a:lnTo>
                  <a:lnTo>
                    <a:pt x="89" y="98"/>
                  </a:lnTo>
                  <a:lnTo>
                    <a:pt x="73" y="125"/>
                  </a:lnTo>
                  <a:lnTo>
                    <a:pt x="55" y="156"/>
                  </a:lnTo>
                  <a:lnTo>
                    <a:pt x="41" y="189"/>
                  </a:lnTo>
                  <a:lnTo>
                    <a:pt x="30" y="223"/>
                  </a:lnTo>
                  <a:lnTo>
                    <a:pt x="19" y="261"/>
                  </a:lnTo>
                  <a:lnTo>
                    <a:pt x="11" y="299"/>
                  </a:lnTo>
                  <a:lnTo>
                    <a:pt x="5" y="339"/>
                  </a:lnTo>
                  <a:lnTo>
                    <a:pt x="2" y="382"/>
                  </a:lnTo>
                  <a:lnTo>
                    <a:pt x="0" y="424"/>
                  </a:lnTo>
                  <a:lnTo>
                    <a:pt x="12" y="424"/>
                  </a:lnTo>
                  <a:lnTo>
                    <a:pt x="13" y="382"/>
                  </a:lnTo>
                  <a:lnTo>
                    <a:pt x="17" y="341"/>
                  </a:lnTo>
                  <a:lnTo>
                    <a:pt x="23" y="301"/>
                  </a:lnTo>
                  <a:lnTo>
                    <a:pt x="31" y="264"/>
                  </a:lnTo>
                  <a:lnTo>
                    <a:pt x="41" y="227"/>
                  </a:lnTo>
                  <a:lnTo>
                    <a:pt x="53" y="193"/>
                  </a:lnTo>
                  <a:lnTo>
                    <a:pt x="67" y="161"/>
                  </a:lnTo>
                  <a:lnTo>
                    <a:pt x="82" y="132"/>
                  </a:lnTo>
                  <a:lnTo>
                    <a:pt x="99" y="105"/>
                  </a:lnTo>
                  <a:lnTo>
                    <a:pt x="117" y="81"/>
                  </a:lnTo>
                  <a:lnTo>
                    <a:pt x="137" y="61"/>
                  </a:lnTo>
                  <a:lnTo>
                    <a:pt x="157" y="43"/>
                  </a:lnTo>
                  <a:lnTo>
                    <a:pt x="178" y="30"/>
                  </a:lnTo>
                  <a:lnTo>
                    <a:pt x="201" y="20"/>
                  </a:lnTo>
                  <a:lnTo>
                    <a:pt x="223" y="14"/>
                  </a:lnTo>
                  <a:lnTo>
                    <a:pt x="246" y="12"/>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0650" name="Freeform 72"/>
            <p:cNvSpPr>
              <a:spLocks/>
            </p:cNvSpPr>
            <p:nvPr/>
          </p:nvSpPr>
          <p:spPr bwMode="auto">
            <a:xfrm>
              <a:off x="1565" y="2016"/>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0" y="339"/>
                  </a:lnTo>
                  <a:lnTo>
                    <a:pt x="234" y="299"/>
                  </a:lnTo>
                  <a:lnTo>
                    <a:pt x="226" y="261"/>
                  </a:lnTo>
                  <a:lnTo>
                    <a:pt x="216" y="223"/>
                  </a:lnTo>
                  <a:lnTo>
                    <a:pt x="204" y="189"/>
                  </a:lnTo>
                  <a:lnTo>
                    <a:pt x="190" y="156"/>
                  </a:lnTo>
                  <a:lnTo>
                    <a:pt x="174" y="125"/>
                  </a:lnTo>
                  <a:lnTo>
                    <a:pt x="156" y="98"/>
                  </a:lnTo>
                  <a:lnTo>
                    <a:pt x="138" y="74"/>
                  </a:lnTo>
                  <a:lnTo>
                    <a:pt x="118" y="51"/>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9" y="81"/>
                  </a:lnTo>
                  <a:lnTo>
                    <a:pt x="147" y="105"/>
                  </a:lnTo>
                  <a:lnTo>
                    <a:pt x="164" y="132"/>
                  </a:lnTo>
                  <a:lnTo>
                    <a:pt x="178" y="160"/>
                  </a:lnTo>
                  <a:lnTo>
                    <a:pt x="192" y="193"/>
                  </a:lnTo>
                  <a:lnTo>
                    <a:pt x="204" y="227"/>
                  </a:lnTo>
                  <a:lnTo>
                    <a:pt x="215" y="264"/>
                  </a:lnTo>
                  <a:lnTo>
                    <a:pt x="223" y="301"/>
                  </a:lnTo>
                  <a:lnTo>
                    <a:pt x="229"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0651" name="Freeform 73"/>
            <p:cNvSpPr>
              <a:spLocks/>
            </p:cNvSpPr>
            <p:nvPr/>
          </p:nvSpPr>
          <p:spPr bwMode="auto">
            <a:xfrm>
              <a:off x="1565" y="2101"/>
              <a:ext cx="49" cy="85"/>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6" y="423"/>
                  </a:lnTo>
                  <a:lnTo>
                    <a:pt x="51" y="418"/>
                  </a:lnTo>
                  <a:lnTo>
                    <a:pt x="74" y="407"/>
                  </a:lnTo>
                  <a:lnTo>
                    <a:pt x="96" y="392"/>
                  </a:lnTo>
                  <a:lnTo>
                    <a:pt x="118" y="373"/>
                  </a:lnTo>
                  <a:lnTo>
                    <a:pt x="138" y="351"/>
                  </a:lnTo>
                  <a:lnTo>
                    <a:pt x="156" y="327"/>
                  </a:lnTo>
                  <a:lnTo>
                    <a:pt x="175" y="299"/>
                  </a:lnTo>
                  <a:lnTo>
                    <a:pt x="190" y="269"/>
                  </a:lnTo>
                  <a:lnTo>
                    <a:pt x="204" y="236"/>
                  </a:lnTo>
                  <a:lnTo>
                    <a:pt x="216" y="202"/>
                  </a:lnTo>
                  <a:lnTo>
                    <a:pt x="226" y="164"/>
                  </a:lnTo>
                  <a:lnTo>
                    <a:pt x="234" y="126"/>
                  </a:lnTo>
                  <a:lnTo>
                    <a:pt x="240" y="86"/>
                  </a:lnTo>
                  <a:lnTo>
                    <a:pt x="244" y="42"/>
                  </a:lnTo>
                  <a:lnTo>
                    <a:pt x="245" y="0"/>
                  </a:lnTo>
                  <a:lnTo>
                    <a:pt x="233" y="0"/>
                  </a:lnTo>
                  <a:lnTo>
                    <a:pt x="232" y="42"/>
                  </a:lnTo>
                  <a:lnTo>
                    <a:pt x="229" y="83"/>
                  </a:lnTo>
                  <a:lnTo>
                    <a:pt x="223" y="123"/>
                  </a:lnTo>
                  <a:lnTo>
                    <a:pt x="215" y="162"/>
                  </a:lnTo>
                  <a:lnTo>
                    <a:pt x="204" y="197"/>
                  </a:lnTo>
                  <a:lnTo>
                    <a:pt x="192" y="231"/>
                  </a:lnTo>
                  <a:lnTo>
                    <a:pt x="178" y="264"/>
                  </a:lnTo>
                  <a:lnTo>
                    <a:pt x="163" y="292"/>
                  </a:lnTo>
                  <a:lnTo>
                    <a:pt x="147" y="320"/>
                  </a:lnTo>
                  <a:lnTo>
                    <a:pt x="129" y="344"/>
                  </a:lnTo>
                  <a:lnTo>
                    <a:pt x="109" y="364"/>
                  </a:lnTo>
                  <a:lnTo>
                    <a:pt x="89" y="382"/>
                  </a:lnTo>
                  <a:lnTo>
                    <a:pt x="67" y="395"/>
                  </a:lnTo>
                  <a:lnTo>
                    <a:pt x="46" y="406"/>
                  </a:lnTo>
                  <a:lnTo>
                    <a:pt x="24"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0652" name="Freeform 74"/>
            <p:cNvSpPr>
              <a:spLocks/>
            </p:cNvSpPr>
            <p:nvPr/>
          </p:nvSpPr>
          <p:spPr bwMode="auto">
            <a:xfrm>
              <a:off x="1516" y="2101"/>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5" y="86"/>
                  </a:lnTo>
                  <a:lnTo>
                    <a:pt x="11" y="126"/>
                  </a:lnTo>
                  <a:lnTo>
                    <a:pt x="19" y="164"/>
                  </a:lnTo>
                  <a:lnTo>
                    <a:pt x="30" y="202"/>
                  </a:lnTo>
                  <a:lnTo>
                    <a:pt x="41" y="236"/>
                  </a:lnTo>
                  <a:lnTo>
                    <a:pt x="55" y="269"/>
                  </a:lnTo>
                  <a:lnTo>
                    <a:pt x="71" y="299"/>
                  </a:lnTo>
                  <a:lnTo>
                    <a:pt x="89" y="327"/>
                  </a:lnTo>
                  <a:lnTo>
                    <a:pt x="107" y="351"/>
                  </a:lnTo>
                  <a:lnTo>
                    <a:pt x="127" y="373"/>
                  </a:lnTo>
                  <a:lnTo>
                    <a:pt x="149" y="392"/>
                  </a:lnTo>
                  <a:lnTo>
                    <a:pt x="171" y="407"/>
                  </a:lnTo>
                  <a:lnTo>
                    <a:pt x="195" y="418"/>
                  </a:lnTo>
                  <a:lnTo>
                    <a:pt x="219" y="423"/>
                  </a:lnTo>
                  <a:lnTo>
                    <a:pt x="245" y="426"/>
                  </a:lnTo>
                  <a:lnTo>
                    <a:pt x="245" y="414"/>
                  </a:lnTo>
                  <a:lnTo>
                    <a:pt x="222" y="412"/>
                  </a:lnTo>
                  <a:lnTo>
                    <a:pt x="199" y="406"/>
                  </a:lnTo>
                  <a:lnTo>
                    <a:pt x="178" y="395"/>
                  </a:lnTo>
                  <a:lnTo>
                    <a:pt x="156" y="382"/>
                  </a:lnTo>
                  <a:lnTo>
                    <a:pt x="136" y="364"/>
                  </a:lnTo>
                  <a:lnTo>
                    <a:pt x="116" y="344"/>
                  </a:lnTo>
                  <a:lnTo>
                    <a:pt x="99" y="320"/>
                  </a:lnTo>
                  <a:lnTo>
                    <a:pt x="82" y="292"/>
                  </a:lnTo>
                  <a:lnTo>
                    <a:pt x="67" y="264"/>
                  </a:lnTo>
                  <a:lnTo>
                    <a:pt x="53" y="231"/>
                  </a:lnTo>
                  <a:lnTo>
                    <a:pt x="41" y="197"/>
                  </a:lnTo>
                  <a:lnTo>
                    <a:pt x="31" y="162"/>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0653" name="Freeform 75"/>
            <p:cNvSpPr>
              <a:spLocks/>
            </p:cNvSpPr>
            <p:nvPr/>
          </p:nvSpPr>
          <p:spPr bwMode="auto">
            <a:xfrm>
              <a:off x="1516" y="2016"/>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5" y="8"/>
                  </a:lnTo>
                  <a:lnTo>
                    <a:pt x="171" y="19"/>
                  </a:lnTo>
                  <a:lnTo>
                    <a:pt x="149" y="34"/>
                  </a:lnTo>
                  <a:lnTo>
                    <a:pt x="127" y="51"/>
                  </a:lnTo>
                  <a:lnTo>
                    <a:pt x="107" y="74"/>
                  </a:lnTo>
                  <a:lnTo>
                    <a:pt x="89" y="98"/>
                  </a:lnTo>
                  <a:lnTo>
                    <a:pt x="72" y="125"/>
                  </a:lnTo>
                  <a:lnTo>
                    <a:pt x="55" y="156"/>
                  </a:lnTo>
                  <a:lnTo>
                    <a:pt x="41" y="189"/>
                  </a:lnTo>
                  <a:lnTo>
                    <a:pt x="30" y="223"/>
                  </a:lnTo>
                  <a:lnTo>
                    <a:pt x="19" y="261"/>
                  </a:lnTo>
                  <a:lnTo>
                    <a:pt x="11" y="299"/>
                  </a:lnTo>
                  <a:lnTo>
                    <a:pt x="5" y="339"/>
                  </a:lnTo>
                  <a:lnTo>
                    <a:pt x="1" y="382"/>
                  </a:lnTo>
                  <a:lnTo>
                    <a:pt x="0" y="424"/>
                  </a:lnTo>
                  <a:lnTo>
                    <a:pt x="12" y="424"/>
                  </a:lnTo>
                  <a:lnTo>
                    <a:pt x="13" y="382"/>
                  </a:lnTo>
                  <a:lnTo>
                    <a:pt x="17" y="341"/>
                  </a:lnTo>
                  <a:lnTo>
                    <a:pt x="23" y="301"/>
                  </a:lnTo>
                  <a:lnTo>
                    <a:pt x="31" y="264"/>
                  </a:lnTo>
                  <a:lnTo>
                    <a:pt x="41" y="227"/>
                  </a:lnTo>
                  <a:lnTo>
                    <a:pt x="53" y="193"/>
                  </a:lnTo>
                  <a:lnTo>
                    <a:pt x="67" y="160"/>
                  </a:lnTo>
                  <a:lnTo>
                    <a:pt x="81" y="132"/>
                  </a:lnTo>
                  <a:lnTo>
                    <a:pt x="99" y="105"/>
                  </a:lnTo>
                  <a:lnTo>
                    <a:pt x="116" y="81"/>
                  </a:lnTo>
                  <a:lnTo>
                    <a:pt x="136" y="61"/>
                  </a:lnTo>
                  <a:lnTo>
                    <a:pt x="156" y="43"/>
                  </a:lnTo>
                  <a:lnTo>
                    <a:pt x="178" y="30"/>
                  </a:lnTo>
                  <a:lnTo>
                    <a:pt x="199" y="20"/>
                  </a:lnTo>
                  <a:lnTo>
                    <a:pt x="222"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sp>
        <p:nvSpPr>
          <p:cNvPr id="110600" name="Rectangle 77"/>
          <p:cNvSpPr>
            <a:spLocks noChangeArrowheads="1"/>
          </p:cNvSpPr>
          <p:nvPr/>
        </p:nvSpPr>
        <p:spPr bwMode="auto">
          <a:xfrm>
            <a:off x="611188" y="0"/>
            <a:ext cx="6388100" cy="6477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3000"/>
              <a:t>Sem. 2 - Mardi</a:t>
            </a:r>
          </a:p>
        </p:txBody>
      </p:sp>
      <p:sp>
        <p:nvSpPr>
          <p:cNvPr id="110601" name="Text Box 78"/>
          <p:cNvSpPr txBox="1">
            <a:spLocks noChangeArrowheads="1"/>
          </p:cNvSpPr>
          <p:nvPr/>
        </p:nvSpPr>
        <p:spPr bwMode="auto">
          <a:xfrm>
            <a:off x="566738" y="2697163"/>
            <a:ext cx="3217862"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2. Pas de commandes</a:t>
            </a:r>
          </a:p>
        </p:txBody>
      </p:sp>
      <p:sp>
        <p:nvSpPr>
          <p:cNvPr id="110602" name="Text Box 79"/>
          <p:cNvSpPr txBox="1">
            <a:spLocks noChangeArrowheads="1"/>
          </p:cNvSpPr>
          <p:nvPr/>
        </p:nvSpPr>
        <p:spPr bwMode="auto">
          <a:xfrm>
            <a:off x="566738" y="5211763"/>
            <a:ext cx="6543675" cy="4429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eaLnBrk="1" hangingPunct="1">
              <a:spcBef>
                <a:spcPct val="0"/>
              </a:spcBef>
              <a:buFontTx/>
              <a:buNone/>
            </a:pPr>
            <a:r>
              <a:rPr lang="fr-FR" altLang="fr-FR" sz="2300"/>
              <a:t>4. Pointez la production sur votre feuille de suivi</a:t>
            </a:r>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11618" name="Group 2"/>
          <p:cNvGrpSpPr>
            <a:grpSpLocks/>
          </p:cNvGrpSpPr>
          <p:nvPr/>
        </p:nvGrpSpPr>
        <p:grpSpPr bwMode="auto">
          <a:xfrm>
            <a:off x="7073900" y="215900"/>
            <a:ext cx="1878013" cy="1250950"/>
            <a:chOff x="4456" y="136"/>
            <a:chExt cx="1183" cy="788"/>
          </a:xfrm>
        </p:grpSpPr>
        <p:grpSp>
          <p:nvGrpSpPr>
            <p:cNvPr id="111678" name="Group 3"/>
            <p:cNvGrpSpPr>
              <a:grpSpLocks/>
            </p:cNvGrpSpPr>
            <p:nvPr/>
          </p:nvGrpSpPr>
          <p:grpSpPr bwMode="auto">
            <a:xfrm>
              <a:off x="4766" y="232"/>
              <a:ext cx="873" cy="692"/>
              <a:chOff x="2185" y="310"/>
              <a:chExt cx="873" cy="692"/>
            </a:xfrm>
          </p:grpSpPr>
          <p:sp>
            <p:nvSpPr>
              <p:cNvPr id="111689" name="Freeform 4"/>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accent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1690" name="Freeform 5"/>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1691" name="Freeform 6"/>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1692" name="Freeform 7"/>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1693" name="Freeform 8"/>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1694" name="Freeform 9"/>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1695" name="Freeform 10"/>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grpSp>
          <p:nvGrpSpPr>
            <p:cNvPr id="111679" name="Group 11"/>
            <p:cNvGrpSpPr>
              <a:grpSpLocks/>
            </p:cNvGrpSpPr>
            <p:nvPr/>
          </p:nvGrpSpPr>
          <p:grpSpPr bwMode="auto">
            <a:xfrm>
              <a:off x="4949" y="336"/>
              <a:ext cx="591" cy="468"/>
              <a:chOff x="2185" y="310"/>
              <a:chExt cx="873" cy="692"/>
            </a:xfrm>
          </p:grpSpPr>
          <p:sp>
            <p:nvSpPr>
              <p:cNvPr id="111682" name="Freeform 12"/>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1683" name="Freeform 13"/>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1684" name="Freeform 14"/>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1685" name="Freeform 15"/>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1686" name="Freeform 16"/>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1687" name="Freeform 17"/>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1688" name="Freeform 18"/>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pic>
          <p:nvPicPr>
            <p:cNvPr id="111680" name="Picture 19"/>
            <p:cNvPicPr>
              <a:picLocks noChangeAspect="1" noChangeArrowheads="1"/>
            </p:cNvPicPr>
            <p:nvPr/>
          </p:nvPicPr>
          <p:blipFill>
            <a:blip r:embed="rId3" cstate="print">
              <a:extLst>
                <a:ext uri="{28A0092B-C50C-407E-A947-70E740481C1C}">
                  <a14:useLocalDpi xmlns:a14="http://schemas.microsoft.com/office/drawing/2010/main" val="0"/>
                </a:ext>
              </a:extLst>
            </a:blip>
            <a:srcRect l="-4282" t="-4369" r="-5199" b="-12012"/>
            <a:stretch>
              <a:fillRect/>
            </a:stretch>
          </p:blipFill>
          <p:spPr bwMode="auto">
            <a:xfrm>
              <a:off x="4456" y="136"/>
              <a:ext cx="480" cy="5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11681" name="Text Box 20"/>
            <p:cNvSpPr txBox="1">
              <a:spLocks noChangeArrowheads="1"/>
            </p:cNvSpPr>
            <p:nvPr/>
          </p:nvSpPr>
          <p:spPr bwMode="auto">
            <a:xfrm>
              <a:off x="4946" y="314"/>
              <a:ext cx="596" cy="49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4500" b="1">
                  <a:solidFill>
                    <a:srgbClr val="FF0000"/>
                  </a:solidFill>
                  <a:latin typeface="Arial Black" pitchFamily="34" charset="0"/>
                </a:rPr>
                <a:t>13</a:t>
              </a:r>
              <a:endParaRPr lang="fr-FR" altLang="fr-FR" sz="3200">
                <a:solidFill>
                  <a:schemeClr val="tx1"/>
                </a:solidFill>
                <a:latin typeface="Arial Black" pitchFamily="34" charset="0"/>
              </a:endParaRPr>
            </a:p>
          </p:txBody>
        </p:sp>
      </p:grpSp>
      <p:sp>
        <p:nvSpPr>
          <p:cNvPr id="111620" name="Text Box 22"/>
          <p:cNvSpPr txBox="1">
            <a:spLocks noChangeArrowheads="1"/>
          </p:cNvSpPr>
          <p:nvPr/>
        </p:nvSpPr>
        <p:spPr bwMode="auto">
          <a:xfrm>
            <a:off x="566738" y="1363663"/>
            <a:ext cx="1946275"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1. Tirez le dé</a:t>
            </a:r>
          </a:p>
        </p:txBody>
      </p:sp>
      <p:sp>
        <p:nvSpPr>
          <p:cNvPr id="111621" name="Text Box 23"/>
          <p:cNvSpPr txBox="1">
            <a:spLocks noChangeArrowheads="1"/>
          </p:cNvSpPr>
          <p:nvPr/>
        </p:nvSpPr>
        <p:spPr bwMode="auto">
          <a:xfrm>
            <a:off x="566738" y="3935413"/>
            <a:ext cx="18796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3. Produisez</a:t>
            </a:r>
          </a:p>
        </p:txBody>
      </p:sp>
      <p:grpSp>
        <p:nvGrpSpPr>
          <p:cNvPr id="111622" name="Group 24"/>
          <p:cNvGrpSpPr>
            <a:grpSpLocks/>
          </p:cNvGrpSpPr>
          <p:nvPr/>
        </p:nvGrpSpPr>
        <p:grpSpPr bwMode="auto">
          <a:xfrm>
            <a:off x="2986088" y="1306513"/>
            <a:ext cx="446087" cy="534987"/>
            <a:chOff x="868" y="1439"/>
            <a:chExt cx="811" cy="972"/>
          </a:xfrm>
        </p:grpSpPr>
        <p:sp>
          <p:nvSpPr>
            <p:cNvPr id="111627" name="Freeform 25"/>
            <p:cNvSpPr>
              <a:spLocks/>
            </p:cNvSpPr>
            <p:nvPr/>
          </p:nvSpPr>
          <p:spPr bwMode="auto">
            <a:xfrm>
              <a:off x="1548" y="2014"/>
              <a:ext cx="123" cy="100"/>
            </a:xfrm>
            <a:custGeom>
              <a:avLst/>
              <a:gdLst>
                <a:gd name="T0" fmla="*/ 5 w 618"/>
                <a:gd name="T1" fmla="*/ 0 h 502"/>
                <a:gd name="T2" fmla="*/ 5 w 618"/>
                <a:gd name="T3" fmla="*/ 0 h 502"/>
                <a:gd name="T4" fmla="*/ 0 w 618"/>
                <a:gd name="T5" fmla="*/ 4 h 502"/>
                <a:gd name="T6" fmla="*/ 0 w 618"/>
                <a:gd name="T7" fmla="*/ 4 h 502"/>
                <a:gd name="T8" fmla="*/ 5 w 618"/>
                <a:gd name="T9" fmla="*/ 0 h 502"/>
                <a:gd name="T10" fmla="*/ 5 w 618"/>
                <a:gd name="T11" fmla="*/ 0 h 502"/>
                <a:gd name="T12" fmla="*/ 5 w 618"/>
                <a:gd name="T13" fmla="*/ 0 h 502"/>
                <a:gd name="T14" fmla="*/ 5 w 618"/>
                <a:gd name="T15" fmla="*/ 0 h 502"/>
                <a:gd name="T16" fmla="*/ 5 w 618"/>
                <a:gd name="T17" fmla="*/ 0 h 502"/>
                <a:gd name="T18" fmla="*/ 5 w 618"/>
                <a:gd name="T19" fmla="*/ 0 h 502"/>
                <a:gd name="T20" fmla="*/ 5 w 618"/>
                <a:gd name="T21" fmla="*/ 0 h 502"/>
                <a:gd name="T22" fmla="*/ 5 w 618"/>
                <a:gd name="T23" fmla="*/ 0 h 502"/>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618"/>
                <a:gd name="T37" fmla="*/ 0 h 502"/>
                <a:gd name="T38" fmla="*/ 618 w 618"/>
                <a:gd name="T39" fmla="*/ 502 h 502"/>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618" h="502">
                  <a:moveTo>
                    <a:pt x="611" y="0"/>
                  </a:moveTo>
                  <a:lnTo>
                    <a:pt x="606" y="2"/>
                  </a:lnTo>
                  <a:lnTo>
                    <a:pt x="0" y="490"/>
                  </a:lnTo>
                  <a:lnTo>
                    <a:pt x="10" y="502"/>
                  </a:lnTo>
                  <a:lnTo>
                    <a:pt x="616" y="14"/>
                  </a:lnTo>
                  <a:lnTo>
                    <a:pt x="611" y="16"/>
                  </a:lnTo>
                  <a:lnTo>
                    <a:pt x="616" y="14"/>
                  </a:lnTo>
                  <a:lnTo>
                    <a:pt x="618" y="9"/>
                  </a:lnTo>
                  <a:lnTo>
                    <a:pt x="617" y="3"/>
                  </a:lnTo>
                  <a:lnTo>
                    <a:pt x="612" y="1"/>
                  </a:lnTo>
                  <a:lnTo>
                    <a:pt x="606" y="2"/>
                  </a:lnTo>
                  <a:lnTo>
                    <a:pt x="611"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1628" name="Freeform 26"/>
            <p:cNvSpPr>
              <a:spLocks/>
            </p:cNvSpPr>
            <p:nvPr/>
          </p:nvSpPr>
          <p:spPr bwMode="auto">
            <a:xfrm>
              <a:off x="876" y="1852"/>
              <a:ext cx="82" cy="373"/>
            </a:xfrm>
            <a:custGeom>
              <a:avLst/>
              <a:gdLst>
                <a:gd name="T0" fmla="*/ 3 w 413"/>
                <a:gd name="T1" fmla="*/ 15 h 1865"/>
                <a:gd name="T2" fmla="*/ 3 w 413"/>
                <a:gd name="T3" fmla="*/ 15 h 1865"/>
                <a:gd name="T4" fmla="*/ 0 w 413"/>
                <a:gd name="T5" fmla="*/ 0 h 1865"/>
                <a:gd name="T6" fmla="*/ 0 w 413"/>
                <a:gd name="T7" fmla="*/ 0 h 1865"/>
                <a:gd name="T8" fmla="*/ 3 w 413"/>
                <a:gd name="T9" fmla="*/ 15 h 1865"/>
                <a:gd name="T10" fmla="*/ 3 w 413"/>
                <a:gd name="T11" fmla="*/ 15 h 1865"/>
                <a:gd name="T12" fmla="*/ 3 w 413"/>
                <a:gd name="T13" fmla="*/ 15 h 1865"/>
                <a:gd name="T14" fmla="*/ 3 w 413"/>
                <a:gd name="T15" fmla="*/ 15 h 1865"/>
                <a:gd name="T16" fmla="*/ 3 w 413"/>
                <a:gd name="T17" fmla="*/ 15 h 1865"/>
                <a:gd name="T18" fmla="*/ 3 w 413"/>
                <a:gd name="T19" fmla="*/ 15 h 1865"/>
                <a:gd name="T20" fmla="*/ 3 w 413"/>
                <a:gd name="T21" fmla="*/ 15 h 1865"/>
                <a:gd name="T22" fmla="*/ 3 w 413"/>
                <a:gd name="T23" fmla="*/ 15 h 186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413"/>
                <a:gd name="T37" fmla="*/ 0 h 1865"/>
                <a:gd name="T38" fmla="*/ 413 w 413"/>
                <a:gd name="T39" fmla="*/ 1865 h 1865"/>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413" h="1865">
                  <a:moveTo>
                    <a:pt x="400" y="1864"/>
                  </a:moveTo>
                  <a:lnTo>
                    <a:pt x="413" y="1856"/>
                  </a:lnTo>
                  <a:lnTo>
                    <a:pt x="17" y="0"/>
                  </a:lnTo>
                  <a:lnTo>
                    <a:pt x="0" y="2"/>
                  </a:lnTo>
                  <a:lnTo>
                    <a:pt x="396" y="1858"/>
                  </a:lnTo>
                  <a:lnTo>
                    <a:pt x="409" y="1850"/>
                  </a:lnTo>
                  <a:lnTo>
                    <a:pt x="396" y="1858"/>
                  </a:lnTo>
                  <a:lnTo>
                    <a:pt x="400" y="1864"/>
                  </a:lnTo>
                  <a:lnTo>
                    <a:pt x="406" y="1865"/>
                  </a:lnTo>
                  <a:lnTo>
                    <a:pt x="410" y="1862"/>
                  </a:lnTo>
                  <a:lnTo>
                    <a:pt x="413" y="1856"/>
                  </a:lnTo>
                  <a:lnTo>
                    <a:pt x="400" y="186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1629" name="Freeform 27"/>
            <p:cNvSpPr>
              <a:spLocks/>
            </p:cNvSpPr>
            <p:nvPr/>
          </p:nvSpPr>
          <p:spPr bwMode="auto">
            <a:xfrm>
              <a:off x="1282" y="1533"/>
              <a:ext cx="35" cy="161"/>
            </a:xfrm>
            <a:custGeom>
              <a:avLst/>
              <a:gdLst>
                <a:gd name="T0" fmla="*/ 1 w 175"/>
                <a:gd name="T1" fmla="*/ 6 h 807"/>
                <a:gd name="T2" fmla="*/ 1 w 175"/>
                <a:gd name="T3" fmla="*/ 6 h 807"/>
                <a:gd name="T4" fmla="*/ 1 w 175"/>
                <a:gd name="T5" fmla="*/ 6 h 807"/>
                <a:gd name="T6" fmla="*/ 1 w 175"/>
                <a:gd name="T7" fmla="*/ 5 h 807"/>
                <a:gd name="T8" fmla="*/ 1 w 175"/>
                <a:gd name="T9" fmla="*/ 5 h 807"/>
                <a:gd name="T10" fmla="*/ 1 w 175"/>
                <a:gd name="T11" fmla="*/ 5 h 807"/>
                <a:gd name="T12" fmla="*/ 1 w 175"/>
                <a:gd name="T13" fmla="*/ 4 h 807"/>
                <a:gd name="T14" fmla="*/ 1 w 175"/>
                <a:gd name="T15" fmla="*/ 4 h 807"/>
                <a:gd name="T16" fmla="*/ 1 w 175"/>
                <a:gd name="T17" fmla="*/ 3 h 807"/>
                <a:gd name="T18" fmla="*/ 1 w 175"/>
                <a:gd name="T19" fmla="*/ 3 h 807"/>
                <a:gd name="T20" fmla="*/ 1 w 175"/>
                <a:gd name="T21" fmla="*/ 3 h 807"/>
                <a:gd name="T22" fmla="*/ 1 w 175"/>
                <a:gd name="T23" fmla="*/ 2 h 807"/>
                <a:gd name="T24" fmla="*/ 1 w 175"/>
                <a:gd name="T25" fmla="*/ 2 h 807"/>
                <a:gd name="T26" fmla="*/ 1 w 175"/>
                <a:gd name="T27" fmla="*/ 2 h 807"/>
                <a:gd name="T28" fmla="*/ 1 w 175"/>
                <a:gd name="T29" fmla="*/ 1 h 807"/>
                <a:gd name="T30" fmla="*/ 1 w 175"/>
                <a:gd name="T31" fmla="*/ 1 h 807"/>
                <a:gd name="T32" fmla="*/ 1 w 175"/>
                <a:gd name="T33" fmla="*/ 1 h 807"/>
                <a:gd name="T34" fmla="*/ 1 w 175"/>
                <a:gd name="T35" fmla="*/ 0 h 807"/>
                <a:gd name="T36" fmla="*/ 1 w 175"/>
                <a:gd name="T37" fmla="*/ 0 h 807"/>
                <a:gd name="T38" fmla="*/ 1 w 175"/>
                <a:gd name="T39" fmla="*/ 0 h 807"/>
                <a:gd name="T40" fmla="*/ 0 w 175"/>
                <a:gd name="T41" fmla="*/ 1 h 807"/>
                <a:gd name="T42" fmla="*/ 0 w 175"/>
                <a:gd name="T43" fmla="*/ 1 h 807"/>
                <a:gd name="T44" fmla="*/ 0 w 175"/>
                <a:gd name="T45" fmla="*/ 1 h 807"/>
                <a:gd name="T46" fmla="*/ 0 w 175"/>
                <a:gd name="T47" fmla="*/ 2 h 807"/>
                <a:gd name="T48" fmla="*/ 0 w 175"/>
                <a:gd name="T49" fmla="*/ 2 h 807"/>
                <a:gd name="T50" fmla="*/ 0 w 175"/>
                <a:gd name="T51" fmla="*/ 3 h 807"/>
                <a:gd name="T52" fmla="*/ 0 w 175"/>
                <a:gd name="T53" fmla="*/ 3 h 807"/>
                <a:gd name="T54" fmla="*/ 0 w 175"/>
                <a:gd name="T55" fmla="*/ 3 h 807"/>
                <a:gd name="T56" fmla="*/ 0 w 175"/>
                <a:gd name="T57" fmla="*/ 4 h 807"/>
                <a:gd name="T58" fmla="*/ 0 w 175"/>
                <a:gd name="T59" fmla="*/ 4 h 807"/>
                <a:gd name="T60" fmla="*/ 0 w 175"/>
                <a:gd name="T61" fmla="*/ 5 h 807"/>
                <a:gd name="T62" fmla="*/ 0 w 175"/>
                <a:gd name="T63" fmla="*/ 5 h 807"/>
                <a:gd name="T64" fmla="*/ 0 w 175"/>
                <a:gd name="T65" fmla="*/ 5 h 807"/>
                <a:gd name="T66" fmla="*/ 1 w 175"/>
                <a:gd name="T67" fmla="*/ 6 h 807"/>
                <a:gd name="T68" fmla="*/ 1 w 175"/>
                <a:gd name="T69" fmla="*/ 6 h 807"/>
                <a:gd name="T70" fmla="*/ 1 w 175"/>
                <a:gd name="T71" fmla="*/ 6 h 807"/>
                <a:gd name="T72" fmla="*/ 1 w 175"/>
                <a:gd name="T73" fmla="*/ 6 h 807"/>
                <a:gd name="T74" fmla="*/ 1 w 175"/>
                <a:gd name="T75" fmla="*/ 6 h 807"/>
                <a:gd name="T76" fmla="*/ 1 w 175"/>
                <a:gd name="T77" fmla="*/ 6 h 807"/>
                <a:gd name="T78" fmla="*/ 1 w 175"/>
                <a:gd name="T79" fmla="*/ 6 h 807"/>
                <a:gd name="T80" fmla="*/ 1 w 175"/>
                <a:gd name="T81" fmla="*/ 6 h 807"/>
                <a:gd name="T82" fmla="*/ 1 w 175"/>
                <a:gd name="T83" fmla="*/ 6 h 807"/>
                <a:gd name="T84" fmla="*/ 1 w 175"/>
                <a:gd name="T85" fmla="*/ 6 h 807"/>
                <a:gd name="T86" fmla="*/ 1 w 175"/>
                <a:gd name="T87" fmla="*/ 6 h 807"/>
                <a:gd name="T88" fmla="*/ 1 w 175"/>
                <a:gd name="T89" fmla="*/ 6 h 807"/>
                <a:gd name="T90" fmla="*/ 1 w 175"/>
                <a:gd name="T91" fmla="*/ 6 h 80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175"/>
                <a:gd name="T139" fmla="*/ 0 h 807"/>
                <a:gd name="T140" fmla="*/ 175 w 175"/>
                <a:gd name="T141" fmla="*/ 807 h 80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175" h="807">
                  <a:moveTo>
                    <a:pt x="169" y="740"/>
                  </a:moveTo>
                  <a:lnTo>
                    <a:pt x="169" y="739"/>
                  </a:lnTo>
                  <a:lnTo>
                    <a:pt x="149" y="698"/>
                  </a:lnTo>
                  <a:lnTo>
                    <a:pt x="133" y="656"/>
                  </a:lnTo>
                  <a:lnTo>
                    <a:pt x="120" y="611"/>
                  </a:lnTo>
                  <a:lnTo>
                    <a:pt x="108" y="565"/>
                  </a:lnTo>
                  <a:lnTo>
                    <a:pt x="100" y="520"/>
                  </a:lnTo>
                  <a:lnTo>
                    <a:pt x="96" y="472"/>
                  </a:lnTo>
                  <a:lnTo>
                    <a:pt x="93" y="425"/>
                  </a:lnTo>
                  <a:lnTo>
                    <a:pt x="93" y="377"/>
                  </a:lnTo>
                  <a:lnTo>
                    <a:pt x="96" y="330"/>
                  </a:lnTo>
                  <a:lnTo>
                    <a:pt x="100" y="283"/>
                  </a:lnTo>
                  <a:lnTo>
                    <a:pt x="106" y="238"/>
                  </a:lnTo>
                  <a:lnTo>
                    <a:pt x="115" y="195"/>
                  </a:lnTo>
                  <a:lnTo>
                    <a:pt x="126" y="153"/>
                  </a:lnTo>
                  <a:lnTo>
                    <a:pt x="139" y="114"/>
                  </a:lnTo>
                  <a:lnTo>
                    <a:pt x="153" y="77"/>
                  </a:lnTo>
                  <a:lnTo>
                    <a:pt x="169" y="43"/>
                  </a:lnTo>
                  <a:lnTo>
                    <a:pt x="87" y="0"/>
                  </a:lnTo>
                  <a:lnTo>
                    <a:pt x="69" y="39"/>
                  </a:lnTo>
                  <a:lnTo>
                    <a:pt x="52" y="81"/>
                  </a:lnTo>
                  <a:lnTo>
                    <a:pt x="37" y="127"/>
                  </a:lnTo>
                  <a:lnTo>
                    <a:pt x="24" y="174"/>
                  </a:lnTo>
                  <a:lnTo>
                    <a:pt x="15" y="222"/>
                  </a:lnTo>
                  <a:lnTo>
                    <a:pt x="7" y="271"/>
                  </a:lnTo>
                  <a:lnTo>
                    <a:pt x="2" y="323"/>
                  </a:lnTo>
                  <a:lnTo>
                    <a:pt x="0" y="374"/>
                  </a:lnTo>
                  <a:lnTo>
                    <a:pt x="0" y="427"/>
                  </a:lnTo>
                  <a:lnTo>
                    <a:pt x="2" y="479"/>
                  </a:lnTo>
                  <a:lnTo>
                    <a:pt x="9" y="531"/>
                  </a:lnTo>
                  <a:lnTo>
                    <a:pt x="17" y="584"/>
                  </a:lnTo>
                  <a:lnTo>
                    <a:pt x="29" y="635"/>
                  </a:lnTo>
                  <a:lnTo>
                    <a:pt x="44" y="686"/>
                  </a:lnTo>
                  <a:lnTo>
                    <a:pt x="65" y="736"/>
                  </a:lnTo>
                  <a:lnTo>
                    <a:pt x="87" y="784"/>
                  </a:lnTo>
                  <a:lnTo>
                    <a:pt x="87" y="782"/>
                  </a:lnTo>
                  <a:lnTo>
                    <a:pt x="87" y="784"/>
                  </a:lnTo>
                  <a:lnTo>
                    <a:pt x="100" y="799"/>
                  </a:lnTo>
                  <a:lnTo>
                    <a:pt x="117" y="807"/>
                  </a:lnTo>
                  <a:lnTo>
                    <a:pt x="134" y="807"/>
                  </a:lnTo>
                  <a:lnTo>
                    <a:pt x="151" y="801"/>
                  </a:lnTo>
                  <a:lnTo>
                    <a:pt x="164" y="791"/>
                  </a:lnTo>
                  <a:lnTo>
                    <a:pt x="173" y="777"/>
                  </a:lnTo>
                  <a:lnTo>
                    <a:pt x="175" y="759"/>
                  </a:lnTo>
                  <a:lnTo>
                    <a:pt x="169" y="739"/>
                  </a:lnTo>
                  <a:lnTo>
                    <a:pt x="169" y="74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1630" name="Freeform 28"/>
            <p:cNvSpPr>
              <a:spLocks/>
            </p:cNvSpPr>
            <p:nvPr/>
          </p:nvSpPr>
          <p:spPr bwMode="auto">
            <a:xfrm>
              <a:off x="1299" y="1681"/>
              <a:ext cx="157" cy="281"/>
            </a:xfrm>
            <a:custGeom>
              <a:avLst/>
              <a:gdLst>
                <a:gd name="T0" fmla="*/ 6 w 787"/>
                <a:gd name="T1" fmla="*/ 11 h 1404"/>
                <a:gd name="T2" fmla="*/ 6 w 787"/>
                <a:gd name="T3" fmla="*/ 11 h 1404"/>
                <a:gd name="T4" fmla="*/ 1 w 787"/>
                <a:gd name="T5" fmla="*/ 0 h 1404"/>
                <a:gd name="T6" fmla="*/ 0 w 787"/>
                <a:gd name="T7" fmla="*/ 0 h 1404"/>
                <a:gd name="T8" fmla="*/ 6 w 787"/>
                <a:gd name="T9" fmla="*/ 11 h 1404"/>
                <a:gd name="T10" fmla="*/ 6 w 787"/>
                <a:gd name="T11" fmla="*/ 11 h 1404"/>
                <a:gd name="T12" fmla="*/ 6 w 787"/>
                <a:gd name="T13" fmla="*/ 11 h 1404"/>
                <a:gd name="T14" fmla="*/ 6 w 787"/>
                <a:gd name="T15" fmla="*/ 11 h 1404"/>
                <a:gd name="T16" fmla="*/ 6 w 787"/>
                <a:gd name="T17" fmla="*/ 11 h 1404"/>
                <a:gd name="T18" fmla="*/ 6 w 787"/>
                <a:gd name="T19" fmla="*/ 11 h 1404"/>
                <a:gd name="T20" fmla="*/ 6 w 787"/>
                <a:gd name="T21" fmla="*/ 11 h 1404"/>
                <a:gd name="T22" fmla="*/ 6 w 787"/>
                <a:gd name="T23" fmla="*/ 11 h 1404"/>
                <a:gd name="T24" fmla="*/ 6 w 787"/>
                <a:gd name="T25" fmla="*/ 11 h 1404"/>
                <a:gd name="T26" fmla="*/ 6 w 787"/>
                <a:gd name="T27" fmla="*/ 11 h 1404"/>
                <a:gd name="T28" fmla="*/ 6 w 787"/>
                <a:gd name="T29" fmla="*/ 11 h 1404"/>
                <a:gd name="T30" fmla="*/ 6 w 787"/>
                <a:gd name="T31" fmla="*/ 11 h 1404"/>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787"/>
                <a:gd name="T49" fmla="*/ 0 h 1404"/>
                <a:gd name="T50" fmla="*/ 787 w 787"/>
                <a:gd name="T51" fmla="*/ 1404 h 1404"/>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787" h="1404">
                  <a:moveTo>
                    <a:pt x="781" y="1334"/>
                  </a:moveTo>
                  <a:lnTo>
                    <a:pt x="781" y="1337"/>
                  </a:lnTo>
                  <a:lnTo>
                    <a:pt x="82" y="0"/>
                  </a:lnTo>
                  <a:lnTo>
                    <a:pt x="0" y="42"/>
                  </a:lnTo>
                  <a:lnTo>
                    <a:pt x="699" y="1379"/>
                  </a:lnTo>
                  <a:lnTo>
                    <a:pt x="699" y="1381"/>
                  </a:lnTo>
                  <a:lnTo>
                    <a:pt x="699" y="1379"/>
                  </a:lnTo>
                  <a:lnTo>
                    <a:pt x="712" y="1395"/>
                  </a:lnTo>
                  <a:lnTo>
                    <a:pt x="727" y="1402"/>
                  </a:lnTo>
                  <a:lnTo>
                    <a:pt x="744" y="1404"/>
                  </a:lnTo>
                  <a:lnTo>
                    <a:pt x="761" y="1398"/>
                  </a:lnTo>
                  <a:lnTo>
                    <a:pt x="775" y="1388"/>
                  </a:lnTo>
                  <a:lnTo>
                    <a:pt x="784" y="1373"/>
                  </a:lnTo>
                  <a:lnTo>
                    <a:pt x="787" y="1357"/>
                  </a:lnTo>
                  <a:lnTo>
                    <a:pt x="781" y="1337"/>
                  </a:lnTo>
                  <a:lnTo>
                    <a:pt x="781" y="13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1631" name="Freeform 29"/>
            <p:cNvSpPr>
              <a:spLocks/>
            </p:cNvSpPr>
            <p:nvPr/>
          </p:nvSpPr>
          <p:spPr bwMode="auto">
            <a:xfrm>
              <a:off x="1439" y="1948"/>
              <a:ext cx="125" cy="76"/>
            </a:xfrm>
            <a:custGeom>
              <a:avLst/>
              <a:gdLst>
                <a:gd name="T0" fmla="*/ 5 w 628"/>
                <a:gd name="T1" fmla="*/ 2 h 383"/>
                <a:gd name="T2" fmla="*/ 5 w 628"/>
                <a:gd name="T3" fmla="*/ 2 h 383"/>
                <a:gd name="T4" fmla="*/ 4 w 628"/>
                <a:gd name="T5" fmla="*/ 2 h 383"/>
                <a:gd name="T6" fmla="*/ 4 w 628"/>
                <a:gd name="T7" fmla="*/ 2 h 383"/>
                <a:gd name="T8" fmla="*/ 4 w 628"/>
                <a:gd name="T9" fmla="*/ 2 h 383"/>
                <a:gd name="T10" fmla="*/ 3 w 628"/>
                <a:gd name="T11" fmla="*/ 2 h 383"/>
                <a:gd name="T12" fmla="*/ 3 w 628"/>
                <a:gd name="T13" fmla="*/ 2 h 383"/>
                <a:gd name="T14" fmla="*/ 3 w 628"/>
                <a:gd name="T15" fmla="*/ 2 h 383"/>
                <a:gd name="T16" fmla="*/ 3 w 628"/>
                <a:gd name="T17" fmla="*/ 2 h 383"/>
                <a:gd name="T18" fmla="*/ 2 w 628"/>
                <a:gd name="T19" fmla="*/ 2 h 383"/>
                <a:gd name="T20" fmla="*/ 2 w 628"/>
                <a:gd name="T21" fmla="*/ 2 h 383"/>
                <a:gd name="T22" fmla="*/ 2 w 628"/>
                <a:gd name="T23" fmla="*/ 1 h 383"/>
                <a:gd name="T24" fmla="*/ 2 w 628"/>
                <a:gd name="T25" fmla="*/ 1 h 383"/>
                <a:gd name="T26" fmla="*/ 1 w 628"/>
                <a:gd name="T27" fmla="*/ 1 h 383"/>
                <a:gd name="T28" fmla="*/ 1 w 628"/>
                <a:gd name="T29" fmla="*/ 1 h 383"/>
                <a:gd name="T30" fmla="*/ 1 w 628"/>
                <a:gd name="T31" fmla="*/ 1 h 383"/>
                <a:gd name="T32" fmla="*/ 1 w 628"/>
                <a:gd name="T33" fmla="*/ 0 h 383"/>
                <a:gd name="T34" fmla="*/ 1 w 628"/>
                <a:gd name="T35" fmla="*/ 0 h 383"/>
                <a:gd name="T36" fmla="*/ 0 w 628"/>
                <a:gd name="T37" fmla="*/ 0 h 383"/>
                <a:gd name="T38" fmla="*/ 0 w 628"/>
                <a:gd name="T39" fmla="*/ 1 h 383"/>
                <a:gd name="T40" fmla="*/ 0 w 628"/>
                <a:gd name="T41" fmla="*/ 1 h 383"/>
                <a:gd name="T42" fmla="*/ 1 w 628"/>
                <a:gd name="T43" fmla="*/ 1 h 383"/>
                <a:gd name="T44" fmla="*/ 1 w 628"/>
                <a:gd name="T45" fmla="*/ 1 h 383"/>
                <a:gd name="T46" fmla="*/ 1 w 628"/>
                <a:gd name="T47" fmla="*/ 2 h 383"/>
                <a:gd name="T48" fmla="*/ 1 w 628"/>
                <a:gd name="T49" fmla="*/ 2 h 383"/>
                <a:gd name="T50" fmla="*/ 2 w 628"/>
                <a:gd name="T51" fmla="*/ 2 h 383"/>
                <a:gd name="T52" fmla="*/ 2 w 628"/>
                <a:gd name="T53" fmla="*/ 2 h 383"/>
                <a:gd name="T54" fmla="*/ 2 w 628"/>
                <a:gd name="T55" fmla="*/ 2 h 383"/>
                <a:gd name="T56" fmla="*/ 3 w 628"/>
                <a:gd name="T57" fmla="*/ 3 h 383"/>
                <a:gd name="T58" fmla="*/ 3 w 628"/>
                <a:gd name="T59" fmla="*/ 3 h 383"/>
                <a:gd name="T60" fmla="*/ 3 w 628"/>
                <a:gd name="T61" fmla="*/ 3 h 383"/>
                <a:gd name="T62" fmla="*/ 4 w 628"/>
                <a:gd name="T63" fmla="*/ 3 h 383"/>
                <a:gd name="T64" fmla="*/ 4 w 628"/>
                <a:gd name="T65" fmla="*/ 3 h 383"/>
                <a:gd name="T66" fmla="*/ 4 w 628"/>
                <a:gd name="T67" fmla="*/ 3 h 383"/>
                <a:gd name="T68" fmla="*/ 5 w 628"/>
                <a:gd name="T69" fmla="*/ 3 h 383"/>
                <a:gd name="T70" fmla="*/ 5 w 628"/>
                <a:gd name="T71" fmla="*/ 3 h 383"/>
                <a:gd name="T72" fmla="*/ 5 w 628"/>
                <a:gd name="T73" fmla="*/ 3 h 383"/>
                <a:gd name="T74" fmla="*/ 5 w 628"/>
                <a:gd name="T75" fmla="*/ 3 h 383"/>
                <a:gd name="T76" fmla="*/ 5 w 628"/>
                <a:gd name="T77" fmla="*/ 3 h 383"/>
                <a:gd name="T78" fmla="*/ 5 w 628"/>
                <a:gd name="T79" fmla="*/ 3 h 383"/>
                <a:gd name="T80" fmla="*/ 5 w 628"/>
                <a:gd name="T81" fmla="*/ 3 h 383"/>
                <a:gd name="T82" fmla="*/ 5 w 628"/>
                <a:gd name="T83" fmla="*/ 3 h 383"/>
                <a:gd name="T84" fmla="*/ 5 w 628"/>
                <a:gd name="T85" fmla="*/ 2 h 383"/>
                <a:gd name="T86" fmla="*/ 5 w 628"/>
                <a:gd name="T87" fmla="*/ 2 h 383"/>
                <a:gd name="T88" fmla="*/ 5 w 628"/>
                <a:gd name="T89" fmla="*/ 2 h 383"/>
                <a:gd name="T90" fmla="*/ 5 w 628"/>
                <a:gd name="T91" fmla="*/ 2 h 38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628"/>
                <a:gd name="T139" fmla="*/ 0 h 383"/>
                <a:gd name="T140" fmla="*/ 628 w 628"/>
                <a:gd name="T141" fmla="*/ 383 h 38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628" h="383">
                  <a:moveTo>
                    <a:pt x="581" y="289"/>
                  </a:moveTo>
                  <a:lnTo>
                    <a:pt x="582" y="289"/>
                  </a:lnTo>
                  <a:lnTo>
                    <a:pt x="541" y="287"/>
                  </a:lnTo>
                  <a:lnTo>
                    <a:pt x="500" y="283"/>
                  </a:lnTo>
                  <a:lnTo>
                    <a:pt x="462" y="276"/>
                  </a:lnTo>
                  <a:lnTo>
                    <a:pt x="424" y="268"/>
                  </a:lnTo>
                  <a:lnTo>
                    <a:pt x="389" y="255"/>
                  </a:lnTo>
                  <a:lnTo>
                    <a:pt x="352" y="242"/>
                  </a:lnTo>
                  <a:lnTo>
                    <a:pt x="320" y="227"/>
                  </a:lnTo>
                  <a:lnTo>
                    <a:pt x="287" y="209"/>
                  </a:lnTo>
                  <a:lnTo>
                    <a:pt x="255" y="189"/>
                  </a:lnTo>
                  <a:lnTo>
                    <a:pt x="226" y="168"/>
                  </a:lnTo>
                  <a:lnTo>
                    <a:pt x="198" y="145"/>
                  </a:lnTo>
                  <a:lnTo>
                    <a:pt x="172" y="119"/>
                  </a:lnTo>
                  <a:lnTo>
                    <a:pt x="146" y="92"/>
                  </a:lnTo>
                  <a:lnTo>
                    <a:pt x="122" y="64"/>
                  </a:lnTo>
                  <a:lnTo>
                    <a:pt x="100" y="33"/>
                  </a:lnTo>
                  <a:lnTo>
                    <a:pt x="82" y="0"/>
                  </a:lnTo>
                  <a:lnTo>
                    <a:pt x="0" y="47"/>
                  </a:lnTo>
                  <a:lnTo>
                    <a:pt x="23" y="85"/>
                  </a:lnTo>
                  <a:lnTo>
                    <a:pt x="49" y="120"/>
                  </a:lnTo>
                  <a:lnTo>
                    <a:pt x="76" y="153"/>
                  </a:lnTo>
                  <a:lnTo>
                    <a:pt x="104" y="185"/>
                  </a:lnTo>
                  <a:lnTo>
                    <a:pt x="137" y="215"/>
                  </a:lnTo>
                  <a:lnTo>
                    <a:pt x="170" y="241"/>
                  </a:lnTo>
                  <a:lnTo>
                    <a:pt x="204" y="267"/>
                  </a:lnTo>
                  <a:lnTo>
                    <a:pt x="240" y="289"/>
                  </a:lnTo>
                  <a:lnTo>
                    <a:pt x="277" y="309"/>
                  </a:lnTo>
                  <a:lnTo>
                    <a:pt x="317" y="329"/>
                  </a:lnTo>
                  <a:lnTo>
                    <a:pt x="358" y="344"/>
                  </a:lnTo>
                  <a:lnTo>
                    <a:pt x="400" y="357"/>
                  </a:lnTo>
                  <a:lnTo>
                    <a:pt x="444" y="367"/>
                  </a:lnTo>
                  <a:lnTo>
                    <a:pt x="488" y="374"/>
                  </a:lnTo>
                  <a:lnTo>
                    <a:pt x="534" y="380"/>
                  </a:lnTo>
                  <a:lnTo>
                    <a:pt x="580" y="383"/>
                  </a:lnTo>
                  <a:lnTo>
                    <a:pt x="581" y="383"/>
                  </a:lnTo>
                  <a:lnTo>
                    <a:pt x="580" y="383"/>
                  </a:lnTo>
                  <a:lnTo>
                    <a:pt x="600" y="379"/>
                  </a:lnTo>
                  <a:lnTo>
                    <a:pt x="615" y="369"/>
                  </a:lnTo>
                  <a:lnTo>
                    <a:pt x="624" y="353"/>
                  </a:lnTo>
                  <a:lnTo>
                    <a:pt x="628" y="337"/>
                  </a:lnTo>
                  <a:lnTo>
                    <a:pt x="625" y="319"/>
                  </a:lnTo>
                  <a:lnTo>
                    <a:pt x="617" y="304"/>
                  </a:lnTo>
                  <a:lnTo>
                    <a:pt x="602" y="294"/>
                  </a:lnTo>
                  <a:lnTo>
                    <a:pt x="582" y="289"/>
                  </a:lnTo>
                  <a:lnTo>
                    <a:pt x="581" y="28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1632" name="Freeform 30"/>
            <p:cNvSpPr>
              <a:spLocks/>
            </p:cNvSpPr>
            <p:nvPr/>
          </p:nvSpPr>
          <p:spPr bwMode="auto">
            <a:xfrm>
              <a:off x="1587" y="1880"/>
              <a:ext cx="85" cy="49"/>
            </a:xfrm>
            <a:custGeom>
              <a:avLst/>
              <a:gdLst>
                <a:gd name="T0" fmla="*/ 3 w 426"/>
                <a:gd name="T1" fmla="*/ 0 h 245"/>
                <a:gd name="T2" fmla="*/ 3 w 426"/>
                <a:gd name="T3" fmla="*/ 0 h 245"/>
                <a:gd name="T4" fmla="*/ 3 w 426"/>
                <a:gd name="T5" fmla="*/ 0 h 245"/>
                <a:gd name="T6" fmla="*/ 3 w 426"/>
                <a:gd name="T7" fmla="*/ 0 h 245"/>
                <a:gd name="T8" fmla="*/ 2 w 426"/>
                <a:gd name="T9" fmla="*/ 0 h 245"/>
                <a:gd name="T10" fmla="*/ 2 w 426"/>
                <a:gd name="T11" fmla="*/ 0 h 245"/>
                <a:gd name="T12" fmla="*/ 2 w 426"/>
                <a:gd name="T13" fmla="*/ 0 h 245"/>
                <a:gd name="T14" fmla="*/ 2 w 426"/>
                <a:gd name="T15" fmla="*/ 0 h 245"/>
                <a:gd name="T16" fmla="*/ 1 w 426"/>
                <a:gd name="T17" fmla="*/ 0 h 245"/>
                <a:gd name="T18" fmla="*/ 1 w 426"/>
                <a:gd name="T19" fmla="*/ 1 h 245"/>
                <a:gd name="T20" fmla="*/ 1 w 426"/>
                <a:gd name="T21" fmla="*/ 1 h 245"/>
                <a:gd name="T22" fmla="*/ 1 w 426"/>
                <a:gd name="T23" fmla="*/ 1 h 245"/>
                <a:gd name="T24" fmla="*/ 0 w 426"/>
                <a:gd name="T25" fmla="*/ 1 h 245"/>
                <a:gd name="T26" fmla="*/ 0 w 426"/>
                <a:gd name="T27" fmla="*/ 1 h 245"/>
                <a:gd name="T28" fmla="*/ 0 w 426"/>
                <a:gd name="T29" fmla="*/ 1 h 245"/>
                <a:gd name="T30" fmla="*/ 0 w 426"/>
                <a:gd name="T31" fmla="*/ 2 h 245"/>
                <a:gd name="T32" fmla="*/ 0 w 426"/>
                <a:gd name="T33" fmla="*/ 2 h 245"/>
                <a:gd name="T34" fmla="*/ 0 w 426"/>
                <a:gd name="T35" fmla="*/ 2 h 245"/>
                <a:gd name="T36" fmla="*/ 0 w 426"/>
                <a:gd name="T37" fmla="*/ 2 h 245"/>
                <a:gd name="T38" fmla="*/ 0 w 426"/>
                <a:gd name="T39" fmla="*/ 2 h 245"/>
                <a:gd name="T40" fmla="*/ 0 w 426"/>
                <a:gd name="T41" fmla="*/ 2 h 245"/>
                <a:gd name="T42" fmla="*/ 0 w 426"/>
                <a:gd name="T43" fmla="*/ 1 h 245"/>
                <a:gd name="T44" fmla="*/ 0 w 426"/>
                <a:gd name="T45" fmla="*/ 1 h 245"/>
                <a:gd name="T46" fmla="*/ 0 w 426"/>
                <a:gd name="T47" fmla="*/ 1 h 245"/>
                <a:gd name="T48" fmla="*/ 1 w 426"/>
                <a:gd name="T49" fmla="*/ 1 h 245"/>
                <a:gd name="T50" fmla="*/ 1 w 426"/>
                <a:gd name="T51" fmla="*/ 1 h 245"/>
                <a:gd name="T52" fmla="*/ 1 w 426"/>
                <a:gd name="T53" fmla="*/ 1 h 245"/>
                <a:gd name="T54" fmla="*/ 1 w 426"/>
                <a:gd name="T55" fmla="*/ 1 h 245"/>
                <a:gd name="T56" fmla="*/ 2 w 426"/>
                <a:gd name="T57" fmla="*/ 0 h 245"/>
                <a:gd name="T58" fmla="*/ 2 w 426"/>
                <a:gd name="T59" fmla="*/ 0 h 245"/>
                <a:gd name="T60" fmla="*/ 2 w 426"/>
                <a:gd name="T61" fmla="*/ 0 h 245"/>
                <a:gd name="T62" fmla="*/ 2 w 426"/>
                <a:gd name="T63" fmla="*/ 0 h 245"/>
                <a:gd name="T64" fmla="*/ 3 w 426"/>
                <a:gd name="T65" fmla="*/ 0 h 245"/>
                <a:gd name="T66" fmla="*/ 3 w 426"/>
                <a:gd name="T67" fmla="*/ 0 h 245"/>
                <a:gd name="T68" fmla="*/ 3 w 426"/>
                <a:gd name="T69" fmla="*/ 0 h 245"/>
                <a:gd name="T70" fmla="*/ 3 w 426"/>
                <a:gd name="T71" fmla="*/ 0 h 245"/>
                <a:gd name="T72" fmla="*/ 3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426" y="0"/>
                  </a:moveTo>
                  <a:lnTo>
                    <a:pt x="426" y="0"/>
                  </a:lnTo>
                  <a:lnTo>
                    <a:pt x="384" y="1"/>
                  </a:lnTo>
                  <a:lnTo>
                    <a:pt x="340" y="4"/>
                  </a:lnTo>
                  <a:lnTo>
                    <a:pt x="300" y="10"/>
                  </a:lnTo>
                  <a:lnTo>
                    <a:pt x="262" y="18"/>
                  </a:lnTo>
                  <a:lnTo>
                    <a:pt x="224" y="29"/>
                  </a:lnTo>
                  <a:lnTo>
                    <a:pt x="189" y="41"/>
                  </a:lnTo>
                  <a:lnTo>
                    <a:pt x="157" y="55"/>
                  </a:lnTo>
                  <a:lnTo>
                    <a:pt x="126" y="70"/>
                  </a:lnTo>
                  <a:lnTo>
                    <a:pt x="99" y="89"/>
                  </a:lnTo>
                  <a:lnTo>
                    <a:pt x="74" y="106"/>
                  </a:lnTo>
                  <a:lnTo>
                    <a:pt x="52" y="126"/>
                  </a:lnTo>
                  <a:lnTo>
                    <a:pt x="34" y="148"/>
                  </a:lnTo>
                  <a:lnTo>
                    <a:pt x="19" y="171"/>
                  </a:lnTo>
                  <a:lnTo>
                    <a:pt x="9" y="194"/>
                  </a:lnTo>
                  <a:lnTo>
                    <a:pt x="3" y="219"/>
                  </a:lnTo>
                  <a:lnTo>
                    <a:pt x="0" y="245"/>
                  </a:lnTo>
                  <a:lnTo>
                    <a:pt x="12" y="245"/>
                  </a:lnTo>
                  <a:lnTo>
                    <a:pt x="15" y="221"/>
                  </a:lnTo>
                  <a:lnTo>
                    <a:pt x="20" y="199"/>
                  </a:lnTo>
                  <a:lnTo>
                    <a:pt x="31" y="178"/>
                  </a:lnTo>
                  <a:lnTo>
                    <a:pt x="44" y="156"/>
                  </a:lnTo>
                  <a:lnTo>
                    <a:pt x="61" y="136"/>
                  </a:lnTo>
                  <a:lnTo>
                    <a:pt x="81" y="116"/>
                  </a:lnTo>
                  <a:lnTo>
                    <a:pt x="106" y="98"/>
                  </a:lnTo>
                  <a:lnTo>
                    <a:pt x="133" y="82"/>
                  </a:lnTo>
                  <a:lnTo>
                    <a:pt x="162" y="66"/>
                  </a:lnTo>
                  <a:lnTo>
                    <a:pt x="194" y="52"/>
                  </a:lnTo>
                  <a:lnTo>
                    <a:pt x="229" y="41"/>
                  </a:lnTo>
                  <a:lnTo>
                    <a:pt x="264" y="30"/>
                  </a:lnTo>
                  <a:lnTo>
                    <a:pt x="303" y="22"/>
                  </a:lnTo>
                  <a:lnTo>
                    <a:pt x="343" y="16"/>
                  </a:lnTo>
                  <a:lnTo>
                    <a:pt x="384" y="12"/>
                  </a:lnTo>
                  <a:lnTo>
                    <a:pt x="426" y="11"/>
                  </a:lnTo>
                  <a:lnTo>
                    <a:pt x="42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1633" name="Freeform 31"/>
            <p:cNvSpPr>
              <a:spLocks/>
            </p:cNvSpPr>
            <p:nvPr/>
          </p:nvSpPr>
          <p:spPr bwMode="auto">
            <a:xfrm>
              <a:off x="1587" y="1929"/>
              <a:ext cx="85" cy="49"/>
            </a:xfrm>
            <a:custGeom>
              <a:avLst/>
              <a:gdLst>
                <a:gd name="T0" fmla="*/ 0 w 426"/>
                <a:gd name="T1" fmla="*/ 0 h 245"/>
                <a:gd name="T2" fmla="*/ 0 w 426"/>
                <a:gd name="T3" fmla="*/ 0 h 245"/>
                <a:gd name="T4" fmla="*/ 0 w 426"/>
                <a:gd name="T5" fmla="*/ 0 h 245"/>
                <a:gd name="T6" fmla="*/ 0 w 426"/>
                <a:gd name="T7" fmla="*/ 0 h 245"/>
                <a:gd name="T8" fmla="*/ 0 w 426"/>
                <a:gd name="T9" fmla="*/ 1 h 245"/>
                <a:gd name="T10" fmla="*/ 0 w 426"/>
                <a:gd name="T11" fmla="*/ 1 h 245"/>
                <a:gd name="T12" fmla="*/ 0 w 426"/>
                <a:gd name="T13" fmla="*/ 1 h 245"/>
                <a:gd name="T14" fmla="*/ 1 w 426"/>
                <a:gd name="T15" fmla="*/ 1 h 245"/>
                <a:gd name="T16" fmla="*/ 1 w 426"/>
                <a:gd name="T17" fmla="*/ 1 h 245"/>
                <a:gd name="T18" fmla="*/ 1 w 426"/>
                <a:gd name="T19" fmla="*/ 1 h 245"/>
                <a:gd name="T20" fmla="*/ 1 w 426"/>
                <a:gd name="T21" fmla="*/ 2 h 245"/>
                <a:gd name="T22" fmla="*/ 2 w 426"/>
                <a:gd name="T23" fmla="*/ 2 h 245"/>
                <a:gd name="T24" fmla="*/ 2 w 426"/>
                <a:gd name="T25" fmla="*/ 2 h 245"/>
                <a:gd name="T26" fmla="*/ 2 w 426"/>
                <a:gd name="T27" fmla="*/ 2 h 245"/>
                <a:gd name="T28" fmla="*/ 2 w 426"/>
                <a:gd name="T29" fmla="*/ 2 h 245"/>
                <a:gd name="T30" fmla="*/ 3 w 426"/>
                <a:gd name="T31" fmla="*/ 2 h 245"/>
                <a:gd name="T32" fmla="*/ 3 w 426"/>
                <a:gd name="T33" fmla="*/ 2 h 245"/>
                <a:gd name="T34" fmla="*/ 3 w 426"/>
                <a:gd name="T35" fmla="*/ 2 h 245"/>
                <a:gd name="T36" fmla="*/ 3 w 426"/>
                <a:gd name="T37" fmla="*/ 2 h 245"/>
                <a:gd name="T38" fmla="*/ 3 w 426"/>
                <a:gd name="T39" fmla="*/ 2 h 245"/>
                <a:gd name="T40" fmla="*/ 3 w 426"/>
                <a:gd name="T41" fmla="*/ 2 h 245"/>
                <a:gd name="T42" fmla="*/ 2 w 426"/>
                <a:gd name="T43" fmla="*/ 2 h 245"/>
                <a:gd name="T44" fmla="*/ 2 w 426"/>
                <a:gd name="T45" fmla="*/ 2 h 245"/>
                <a:gd name="T46" fmla="*/ 2 w 426"/>
                <a:gd name="T47" fmla="*/ 2 h 245"/>
                <a:gd name="T48" fmla="*/ 2 w 426"/>
                <a:gd name="T49" fmla="*/ 2 h 245"/>
                <a:gd name="T50" fmla="*/ 1 w 426"/>
                <a:gd name="T51" fmla="*/ 1 h 245"/>
                <a:gd name="T52" fmla="*/ 1 w 426"/>
                <a:gd name="T53" fmla="*/ 1 h 245"/>
                <a:gd name="T54" fmla="*/ 1 w 426"/>
                <a:gd name="T55" fmla="*/ 1 h 245"/>
                <a:gd name="T56" fmla="*/ 1 w 426"/>
                <a:gd name="T57" fmla="*/ 1 h 245"/>
                <a:gd name="T58" fmla="*/ 0 w 426"/>
                <a:gd name="T59" fmla="*/ 1 h 245"/>
                <a:gd name="T60" fmla="*/ 0 w 426"/>
                <a:gd name="T61" fmla="*/ 1 h 245"/>
                <a:gd name="T62" fmla="*/ 0 w 426"/>
                <a:gd name="T63" fmla="*/ 1 h 245"/>
                <a:gd name="T64" fmla="*/ 0 w 426"/>
                <a:gd name="T65" fmla="*/ 0 h 245"/>
                <a:gd name="T66" fmla="*/ 0 w 426"/>
                <a:gd name="T67" fmla="*/ 0 h 245"/>
                <a:gd name="T68" fmla="*/ 0 w 426"/>
                <a:gd name="T69" fmla="*/ 0 h 245"/>
                <a:gd name="T70" fmla="*/ 0 w 426"/>
                <a:gd name="T71" fmla="*/ 0 h 245"/>
                <a:gd name="T72" fmla="*/ 0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0" y="0"/>
                  </a:moveTo>
                  <a:lnTo>
                    <a:pt x="0" y="0"/>
                  </a:lnTo>
                  <a:lnTo>
                    <a:pt x="3" y="25"/>
                  </a:lnTo>
                  <a:lnTo>
                    <a:pt x="9" y="50"/>
                  </a:lnTo>
                  <a:lnTo>
                    <a:pt x="19" y="73"/>
                  </a:lnTo>
                  <a:lnTo>
                    <a:pt x="34" y="96"/>
                  </a:lnTo>
                  <a:lnTo>
                    <a:pt x="52" y="118"/>
                  </a:lnTo>
                  <a:lnTo>
                    <a:pt x="74" y="138"/>
                  </a:lnTo>
                  <a:lnTo>
                    <a:pt x="99" y="156"/>
                  </a:lnTo>
                  <a:lnTo>
                    <a:pt x="126" y="174"/>
                  </a:lnTo>
                  <a:lnTo>
                    <a:pt x="157" y="190"/>
                  </a:lnTo>
                  <a:lnTo>
                    <a:pt x="189" y="204"/>
                  </a:lnTo>
                  <a:lnTo>
                    <a:pt x="224" y="215"/>
                  </a:lnTo>
                  <a:lnTo>
                    <a:pt x="262" y="226"/>
                  </a:lnTo>
                  <a:lnTo>
                    <a:pt x="300" y="234"/>
                  </a:lnTo>
                  <a:lnTo>
                    <a:pt x="340" y="240"/>
                  </a:lnTo>
                  <a:lnTo>
                    <a:pt x="384" y="244"/>
                  </a:lnTo>
                  <a:lnTo>
                    <a:pt x="426" y="245"/>
                  </a:lnTo>
                  <a:lnTo>
                    <a:pt x="426" y="233"/>
                  </a:lnTo>
                  <a:lnTo>
                    <a:pt x="384" y="232"/>
                  </a:lnTo>
                  <a:lnTo>
                    <a:pt x="343" y="228"/>
                  </a:lnTo>
                  <a:lnTo>
                    <a:pt x="303" y="222"/>
                  </a:lnTo>
                  <a:lnTo>
                    <a:pt x="264" y="214"/>
                  </a:lnTo>
                  <a:lnTo>
                    <a:pt x="229" y="204"/>
                  </a:lnTo>
                  <a:lnTo>
                    <a:pt x="194" y="192"/>
                  </a:lnTo>
                  <a:lnTo>
                    <a:pt x="162" y="178"/>
                  </a:lnTo>
                  <a:lnTo>
                    <a:pt x="133" y="163"/>
                  </a:lnTo>
                  <a:lnTo>
                    <a:pt x="106" y="146"/>
                  </a:lnTo>
                  <a:lnTo>
                    <a:pt x="81" y="129"/>
                  </a:lnTo>
                  <a:lnTo>
                    <a:pt x="61" y="109"/>
                  </a:lnTo>
                  <a:lnTo>
                    <a:pt x="44" y="89"/>
                  </a:lnTo>
                  <a:lnTo>
                    <a:pt x="31" y="66"/>
                  </a:lnTo>
                  <a:lnTo>
                    <a:pt x="20" y="45"/>
                  </a:lnTo>
                  <a:lnTo>
                    <a:pt x="15" y="2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1634" name="Freeform 32"/>
            <p:cNvSpPr>
              <a:spLocks/>
            </p:cNvSpPr>
            <p:nvPr/>
          </p:nvSpPr>
          <p:spPr bwMode="auto">
            <a:xfrm>
              <a:off x="878" y="1448"/>
              <a:ext cx="792" cy="954"/>
            </a:xfrm>
            <a:custGeom>
              <a:avLst/>
              <a:gdLst>
                <a:gd name="T0" fmla="*/ 13 w 3960"/>
                <a:gd name="T1" fmla="*/ 38 h 4768"/>
                <a:gd name="T2" fmla="*/ 14 w 3960"/>
                <a:gd name="T3" fmla="*/ 38 h 4768"/>
                <a:gd name="T4" fmla="*/ 15 w 3960"/>
                <a:gd name="T5" fmla="*/ 38 h 4768"/>
                <a:gd name="T6" fmla="*/ 15 w 3960"/>
                <a:gd name="T7" fmla="*/ 38 h 4768"/>
                <a:gd name="T8" fmla="*/ 16 w 3960"/>
                <a:gd name="T9" fmla="*/ 38 h 4768"/>
                <a:gd name="T10" fmla="*/ 17 w 3960"/>
                <a:gd name="T11" fmla="*/ 38 h 4768"/>
                <a:gd name="T12" fmla="*/ 17 w 3960"/>
                <a:gd name="T13" fmla="*/ 38 h 4768"/>
                <a:gd name="T14" fmla="*/ 18 w 3960"/>
                <a:gd name="T15" fmla="*/ 38 h 4768"/>
                <a:gd name="T16" fmla="*/ 18 w 3960"/>
                <a:gd name="T17" fmla="*/ 38 h 4768"/>
                <a:gd name="T18" fmla="*/ 29 w 3960"/>
                <a:gd name="T19" fmla="*/ 30 h 4768"/>
                <a:gd name="T20" fmla="*/ 30 w 3960"/>
                <a:gd name="T21" fmla="*/ 30 h 4768"/>
                <a:gd name="T22" fmla="*/ 30 w 3960"/>
                <a:gd name="T23" fmla="*/ 29 h 4768"/>
                <a:gd name="T24" fmla="*/ 31 w 3960"/>
                <a:gd name="T25" fmla="*/ 28 h 4768"/>
                <a:gd name="T26" fmla="*/ 31 w 3960"/>
                <a:gd name="T27" fmla="*/ 28 h 4768"/>
                <a:gd name="T28" fmla="*/ 31 w 3960"/>
                <a:gd name="T29" fmla="*/ 27 h 4768"/>
                <a:gd name="T30" fmla="*/ 32 w 3960"/>
                <a:gd name="T31" fmla="*/ 26 h 4768"/>
                <a:gd name="T32" fmla="*/ 32 w 3960"/>
                <a:gd name="T33" fmla="*/ 25 h 4768"/>
                <a:gd name="T34" fmla="*/ 32 w 3960"/>
                <a:gd name="T35" fmla="*/ 11 h 4768"/>
                <a:gd name="T36" fmla="*/ 32 w 3960"/>
                <a:gd name="T37" fmla="*/ 10 h 4768"/>
                <a:gd name="T38" fmla="*/ 31 w 3960"/>
                <a:gd name="T39" fmla="*/ 9 h 4768"/>
                <a:gd name="T40" fmla="*/ 31 w 3960"/>
                <a:gd name="T41" fmla="*/ 9 h 4768"/>
                <a:gd name="T42" fmla="*/ 31 w 3960"/>
                <a:gd name="T43" fmla="*/ 8 h 4768"/>
                <a:gd name="T44" fmla="*/ 31 w 3960"/>
                <a:gd name="T45" fmla="*/ 8 h 4768"/>
                <a:gd name="T46" fmla="*/ 30 w 3960"/>
                <a:gd name="T47" fmla="*/ 7 h 4768"/>
                <a:gd name="T48" fmla="*/ 30 w 3960"/>
                <a:gd name="T49" fmla="*/ 7 h 4768"/>
                <a:gd name="T50" fmla="*/ 29 w 3960"/>
                <a:gd name="T51" fmla="*/ 6 h 4768"/>
                <a:gd name="T52" fmla="*/ 19 w 3960"/>
                <a:gd name="T53" fmla="*/ 1 h 4768"/>
                <a:gd name="T54" fmla="*/ 18 w 3960"/>
                <a:gd name="T55" fmla="*/ 0 h 4768"/>
                <a:gd name="T56" fmla="*/ 17 w 3960"/>
                <a:gd name="T57" fmla="*/ 0 h 4768"/>
                <a:gd name="T58" fmla="*/ 17 w 3960"/>
                <a:gd name="T59" fmla="*/ 0 h 4768"/>
                <a:gd name="T60" fmla="*/ 16 w 3960"/>
                <a:gd name="T61" fmla="*/ 0 h 4768"/>
                <a:gd name="T62" fmla="*/ 15 w 3960"/>
                <a:gd name="T63" fmla="*/ 0 h 4768"/>
                <a:gd name="T64" fmla="*/ 14 w 3960"/>
                <a:gd name="T65" fmla="*/ 0 h 4768"/>
                <a:gd name="T66" fmla="*/ 14 w 3960"/>
                <a:gd name="T67" fmla="*/ 0 h 4768"/>
                <a:gd name="T68" fmla="*/ 2 w 3960"/>
                <a:gd name="T69" fmla="*/ 6 h 4768"/>
                <a:gd name="T70" fmla="*/ 2 w 3960"/>
                <a:gd name="T71" fmla="*/ 7 h 4768"/>
                <a:gd name="T72" fmla="*/ 1 w 3960"/>
                <a:gd name="T73" fmla="*/ 7 h 4768"/>
                <a:gd name="T74" fmla="*/ 1 w 3960"/>
                <a:gd name="T75" fmla="*/ 8 h 4768"/>
                <a:gd name="T76" fmla="*/ 1 w 3960"/>
                <a:gd name="T77" fmla="*/ 8 h 4768"/>
                <a:gd name="T78" fmla="*/ 0 w 3960"/>
                <a:gd name="T79" fmla="*/ 9 h 4768"/>
                <a:gd name="T80" fmla="*/ 0 w 3960"/>
                <a:gd name="T81" fmla="*/ 9 h 4768"/>
                <a:gd name="T82" fmla="*/ 0 w 3960"/>
                <a:gd name="T83" fmla="*/ 10 h 4768"/>
                <a:gd name="T84" fmla="*/ 0 w 3960"/>
                <a:gd name="T85" fmla="*/ 11 h 4768"/>
                <a:gd name="T86" fmla="*/ 0 w 3960"/>
                <a:gd name="T87" fmla="*/ 25 h 4768"/>
                <a:gd name="T88" fmla="*/ 0 w 3960"/>
                <a:gd name="T89" fmla="*/ 26 h 4768"/>
                <a:gd name="T90" fmla="*/ 0 w 3960"/>
                <a:gd name="T91" fmla="*/ 27 h 4768"/>
                <a:gd name="T92" fmla="*/ 1 w 3960"/>
                <a:gd name="T93" fmla="*/ 28 h 4768"/>
                <a:gd name="T94" fmla="*/ 1 w 3960"/>
                <a:gd name="T95" fmla="*/ 29 h 4768"/>
                <a:gd name="T96" fmla="*/ 1 w 3960"/>
                <a:gd name="T97" fmla="*/ 29 h 4768"/>
                <a:gd name="T98" fmla="*/ 2 w 3960"/>
                <a:gd name="T99" fmla="*/ 30 h 4768"/>
                <a:gd name="T100" fmla="*/ 3 w 3960"/>
                <a:gd name="T101" fmla="*/ 31 h 4768"/>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w 3960"/>
                <a:gd name="T154" fmla="*/ 0 h 4768"/>
                <a:gd name="T155" fmla="*/ 3960 w 3960"/>
                <a:gd name="T156" fmla="*/ 4768 h 4768"/>
              </a:gdLst>
              <a:ahLst/>
              <a:cxnLst>
                <a:cxn ang="T102">
                  <a:pos x="T0" y="T1"/>
                </a:cxn>
                <a:cxn ang="T103">
                  <a:pos x="T2" y="T3"/>
                </a:cxn>
                <a:cxn ang="T104">
                  <a:pos x="T4" y="T5"/>
                </a:cxn>
                <a:cxn ang="T105">
                  <a:pos x="T6" y="T7"/>
                </a:cxn>
                <a:cxn ang="T106">
                  <a:pos x="T8" y="T9"/>
                </a:cxn>
                <a:cxn ang="T107">
                  <a:pos x="T10" y="T11"/>
                </a:cxn>
                <a:cxn ang="T108">
                  <a:pos x="T12" y="T13"/>
                </a:cxn>
                <a:cxn ang="T109">
                  <a:pos x="T14" y="T15"/>
                </a:cxn>
                <a:cxn ang="T110">
                  <a:pos x="T16" y="T17"/>
                </a:cxn>
                <a:cxn ang="T111">
                  <a:pos x="T18" y="T19"/>
                </a:cxn>
                <a:cxn ang="T112">
                  <a:pos x="T20" y="T21"/>
                </a:cxn>
                <a:cxn ang="T113">
                  <a:pos x="T22" y="T23"/>
                </a:cxn>
                <a:cxn ang="T114">
                  <a:pos x="T24" y="T25"/>
                </a:cxn>
                <a:cxn ang="T115">
                  <a:pos x="T26" y="T27"/>
                </a:cxn>
                <a:cxn ang="T116">
                  <a:pos x="T28" y="T29"/>
                </a:cxn>
                <a:cxn ang="T117">
                  <a:pos x="T30" y="T31"/>
                </a:cxn>
                <a:cxn ang="T118">
                  <a:pos x="T32" y="T33"/>
                </a:cxn>
                <a:cxn ang="T119">
                  <a:pos x="T34" y="T35"/>
                </a:cxn>
                <a:cxn ang="T120">
                  <a:pos x="T36" y="T37"/>
                </a:cxn>
                <a:cxn ang="T121">
                  <a:pos x="T38" y="T39"/>
                </a:cxn>
                <a:cxn ang="T122">
                  <a:pos x="T40" y="T41"/>
                </a:cxn>
                <a:cxn ang="T123">
                  <a:pos x="T42" y="T43"/>
                </a:cxn>
                <a:cxn ang="T124">
                  <a:pos x="T44" y="T45"/>
                </a:cxn>
                <a:cxn ang="T125">
                  <a:pos x="T46" y="T47"/>
                </a:cxn>
                <a:cxn ang="T126">
                  <a:pos x="T48" y="T49"/>
                </a:cxn>
                <a:cxn ang="T127">
                  <a:pos x="T50" y="T51"/>
                </a:cxn>
                <a:cxn ang="T128">
                  <a:pos x="T52" y="T53"/>
                </a:cxn>
                <a:cxn ang="T129">
                  <a:pos x="T54" y="T55"/>
                </a:cxn>
                <a:cxn ang="T130">
                  <a:pos x="T56" y="T57"/>
                </a:cxn>
                <a:cxn ang="T131">
                  <a:pos x="T58" y="T59"/>
                </a:cxn>
                <a:cxn ang="T132">
                  <a:pos x="T60" y="T61"/>
                </a:cxn>
                <a:cxn ang="T133">
                  <a:pos x="T62" y="T63"/>
                </a:cxn>
                <a:cxn ang="T134">
                  <a:pos x="T64" y="T65"/>
                </a:cxn>
                <a:cxn ang="T135">
                  <a:pos x="T66" y="T67"/>
                </a:cxn>
                <a:cxn ang="T136">
                  <a:pos x="T68" y="T69"/>
                </a:cxn>
                <a:cxn ang="T137">
                  <a:pos x="T70" y="T71"/>
                </a:cxn>
                <a:cxn ang="T138">
                  <a:pos x="T72" y="T73"/>
                </a:cxn>
                <a:cxn ang="T139">
                  <a:pos x="T74" y="T75"/>
                </a:cxn>
                <a:cxn ang="T140">
                  <a:pos x="T76" y="T77"/>
                </a:cxn>
                <a:cxn ang="T141">
                  <a:pos x="T78" y="T79"/>
                </a:cxn>
                <a:cxn ang="T142">
                  <a:pos x="T80" y="T81"/>
                </a:cxn>
                <a:cxn ang="T143">
                  <a:pos x="T82" y="T83"/>
                </a:cxn>
                <a:cxn ang="T144">
                  <a:pos x="T84" y="T85"/>
                </a:cxn>
                <a:cxn ang="T145">
                  <a:pos x="T86" y="T87"/>
                </a:cxn>
                <a:cxn ang="T146">
                  <a:pos x="T88" y="T89"/>
                </a:cxn>
                <a:cxn ang="T147">
                  <a:pos x="T90" y="T91"/>
                </a:cxn>
                <a:cxn ang="T148">
                  <a:pos x="T92" y="T93"/>
                </a:cxn>
                <a:cxn ang="T149">
                  <a:pos x="T94" y="T95"/>
                </a:cxn>
                <a:cxn ang="T150">
                  <a:pos x="T96" y="T97"/>
                </a:cxn>
                <a:cxn ang="T151">
                  <a:pos x="T98" y="T99"/>
                </a:cxn>
                <a:cxn ang="T152">
                  <a:pos x="T100" y="T101"/>
                </a:cxn>
              </a:cxnLst>
              <a:rect l="T153" t="T154" r="T155" b="T156"/>
              <a:pathLst>
                <a:path w="3960" h="4768">
                  <a:moveTo>
                    <a:pt x="353" y="3849"/>
                  </a:moveTo>
                  <a:lnTo>
                    <a:pt x="1661" y="4700"/>
                  </a:lnTo>
                  <a:lnTo>
                    <a:pt x="1697" y="4717"/>
                  </a:lnTo>
                  <a:lnTo>
                    <a:pt x="1736" y="4731"/>
                  </a:lnTo>
                  <a:lnTo>
                    <a:pt x="1776" y="4742"/>
                  </a:lnTo>
                  <a:lnTo>
                    <a:pt x="1818" y="4753"/>
                  </a:lnTo>
                  <a:lnTo>
                    <a:pt x="1860" y="4760"/>
                  </a:lnTo>
                  <a:lnTo>
                    <a:pt x="1902" y="4765"/>
                  </a:lnTo>
                  <a:lnTo>
                    <a:pt x="1946" y="4768"/>
                  </a:lnTo>
                  <a:lnTo>
                    <a:pt x="1988" y="4768"/>
                  </a:lnTo>
                  <a:lnTo>
                    <a:pt x="2031" y="4767"/>
                  </a:lnTo>
                  <a:lnTo>
                    <a:pt x="2073" y="4763"/>
                  </a:lnTo>
                  <a:lnTo>
                    <a:pt x="2114" y="4758"/>
                  </a:lnTo>
                  <a:lnTo>
                    <a:pt x="2154" y="4751"/>
                  </a:lnTo>
                  <a:lnTo>
                    <a:pt x="2193" y="4740"/>
                  </a:lnTo>
                  <a:lnTo>
                    <a:pt x="2230" y="4729"/>
                  </a:lnTo>
                  <a:lnTo>
                    <a:pt x="2264" y="4715"/>
                  </a:lnTo>
                  <a:lnTo>
                    <a:pt x="2297" y="4700"/>
                  </a:lnTo>
                  <a:lnTo>
                    <a:pt x="3639" y="3825"/>
                  </a:lnTo>
                  <a:lnTo>
                    <a:pt x="3673" y="3795"/>
                  </a:lnTo>
                  <a:lnTo>
                    <a:pt x="3707" y="3761"/>
                  </a:lnTo>
                  <a:lnTo>
                    <a:pt x="3738" y="3725"/>
                  </a:lnTo>
                  <a:lnTo>
                    <a:pt x="3768" y="3685"/>
                  </a:lnTo>
                  <a:lnTo>
                    <a:pt x="3796" y="3644"/>
                  </a:lnTo>
                  <a:lnTo>
                    <a:pt x="3821" y="3599"/>
                  </a:lnTo>
                  <a:lnTo>
                    <a:pt x="3846" y="3553"/>
                  </a:lnTo>
                  <a:lnTo>
                    <a:pt x="3868" y="3505"/>
                  </a:lnTo>
                  <a:lnTo>
                    <a:pt x="3888" y="3456"/>
                  </a:lnTo>
                  <a:lnTo>
                    <a:pt x="3907" y="3406"/>
                  </a:lnTo>
                  <a:lnTo>
                    <a:pt x="3922" y="3354"/>
                  </a:lnTo>
                  <a:lnTo>
                    <a:pt x="3935" y="3303"/>
                  </a:lnTo>
                  <a:lnTo>
                    <a:pt x="3946" y="3250"/>
                  </a:lnTo>
                  <a:lnTo>
                    <a:pt x="3953" y="3197"/>
                  </a:lnTo>
                  <a:lnTo>
                    <a:pt x="3957" y="3144"/>
                  </a:lnTo>
                  <a:lnTo>
                    <a:pt x="3960" y="3092"/>
                  </a:lnTo>
                  <a:lnTo>
                    <a:pt x="3959" y="1313"/>
                  </a:lnTo>
                  <a:lnTo>
                    <a:pt x="3955" y="1271"/>
                  </a:lnTo>
                  <a:lnTo>
                    <a:pt x="3949" y="1229"/>
                  </a:lnTo>
                  <a:lnTo>
                    <a:pt x="3941" y="1189"/>
                  </a:lnTo>
                  <a:lnTo>
                    <a:pt x="3930" y="1149"/>
                  </a:lnTo>
                  <a:lnTo>
                    <a:pt x="3918" y="1111"/>
                  </a:lnTo>
                  <a:lnTo>
                    <a:pt x="3902" y="1075"/>
                  </a:lnTo>
                  <a:lnTo>
                    <a:pt x="3886" y="1040"/>
                  </a:lnTo>
                  <a:lnTo>
                    <a:pt x="3867" y="1006"/>
                  </a:lnTo>
                  <a:lnTo>
                    <a:pt x="3846" y="973"/>
                  </a:lnTo>
                  <a:lnTo>
                    <a:pt x="3823" y="942"/>
                  </a:lnTo>
                  <a:lnTo>
                    <a:pt x="3798" y="913"/>
                  </a:lnTo>
                  <a:lnTo>
                    <a:pt x="3771" y="886"/>
                  </a:lnTo>
                  <a:lnTo>
                    <a:pt x="3743" y="860"/>
                  </a:lnTo>
                  <a:lnTo>
                    <a:pt x="3714" y="837"/>
                  </a:lnTo>
                  <a:lnTo>
                    <a:pt x="3682" y="816"/>
                  </a:lnTo>
                  <a:lnTo>
                    <a:pt x="3649" y="796"/>
                  </a:lnTo>
                  <a:lnTo>
                    <a:pt x="2386" y="83"/>
                  </a:lnTo>
                  <a:lnTo>
                    <a:pt x="2350" y="65"/>
                  </a:lnTo>
                  <a:lnTo>
                    <a:pt x="2310" y="50"/>
                  </a:lnTo>
                  <a:lnTo>
                    <a:pt x="2268" y="36"/>
                  </a:lnTo>
                  <a:lnTo>
                    <a:pt x="2223" y="24"/>
                  </a:lnTo>
                  <a:lnTo>
                    <a:pt x="2178" y="15"/>
                  </a:lnTo>
                  <a:lnTo>
                    <a:pt x="2131" y="8"/>
                  </a:lnTo>
                  <a:lnTo>
                    <a:pt x="2082" y="3"/>
                  </a:lnTo>
                  <a:lnTo>
                    <a:pt x="2032" y="0"/>
                  </a:lnTo>
                  <a:lnTo>
                    <a:pt x="1982" y="1"/>
                  </a:lnTo>
                  <a:lnTo>
                    <a:pt x="1933" y="3"/>
                  </a:lnTo>
                  <a:lnTo>
                    <a:pt x="1882" y="9"/>
                  </a:lnTo>
                  <a:lnTo>
                    <a:pt x="1833" y="17"/>
                  </a:lnTo>
                  <a:lnTo>
                    <a:pt x="1785" y="29"/>
                  </a:lnTo>
                  <a:lnTo>
                    <a:pt x="1737" y="43"/>
                  </a:lnTo>
                  <a:lnTo>
                    <a:pt x="1691" y="62"/>
                  </a:lnTo>
                  <a:lnTo>
                    <a:pt x="1647" y="83"/>
                  </a:lnTo>
                  <a:lnTo>
                    <a:pt x="311" y="782"/>
                  </a:lnTo>
                  <a:lnTo>
                    <a:pt x="276" y="803"/>
                  </a:lnTo>
                  <a:lnTo>
                    <a:pt x="243" y="826"/>
                  </a:lnTo>
                  <a:lnTo>
                    <a:pt x="213" y="852"/>
                  </a:lnTo>
                  <a:lnTo>
                    <a:pt x="184" y="879"/>
                  </a:lnTo>
                  <a:lnTo>
                    <a:pt x="155" y="908"/>
                  </a:lnTo>
                  <a:lnTo>
                    <a:pt x="131" y="939"/>
                  </a:lnTo>
                  <a:lnTo>
                    <a:pt x="107" y="971"/>
                  </a:lnTo>
                  <a:lnTo>
                    <a:pt x="86" y="1005"/>
                  </a:lnTo>
                  <a:lnTo>
                    <a:pt x="68" y="1040"/>
                  </a:lnTo>
                  <a:lnTo>
                    <a:pt x="50" y="1076"/>
                  </a:lnTo>
                  <a:lnTo>
                    <a:pt x="36" y="1115"/>
                  </a:lnTo>
                  <a:lnTo>
                    <a:pt x="23" y="1153"/>
                  </a:lnTo>
                  <a:lnTo>
                    <a:pt x="14" y="1195"/>
                  </a:lnTo>
                  <a:lnTo>
                    <a:pt x="7" y="1236"/>
                  </a:lnTo>
                  <a:lnTo>
                    <a:pt x="2" y="1279"/>
                  </a:lnTo>
                  <a:lnTo>
                    <a:pt x="0" y="1322"/>
                  </a:lnTo>
                  <a:lnTo>
                    <a:pt x="0" y="3093"/>
                  </a:lnTo>
                  <a:lnTo>
                    <a:pt x="2" y="3147"/>
                  </a:lnTo>
                  <a:lnTo>
                    <a:pt x="7" y="3202"/>
                  </a:lnTo>
                  <a:lnTo>
                    <a:pt x="15" y="3257"/>
                  </a:lnTo>
                  <a:lnTo>
                    <a:pt x="27" y="3312"/>
                  </a:lnTo>
                  <a:lnTo>
                    <a:pt x="42" y="3366"/>
                  </a:lnTo>
                  <a:lnTo>
                    <a:pt x="59" y="3420"/>
                  </a:lnTo>
                  <a:lnTo>
                    <a:pt x="79" y="3474"/>
                  </a:lnTo>
                  <a:lnTo>
                    <a:pt x="102" y="3525"/>
                  </a:lnTo>
                  <a:lnTo>
                    <a:pt x="127" y="3576"/>
                  </a:lnTo>
                  <a:lnTo>
                    <a:pt x="154" y="3624"/>
                  </a:lnTo>
                  <a:lnTo>
                    <a:pt x="184" y="3670"/>
                  </a:lnTo>
                  <a:lnTo>
                    <a:pt x="214" y="3712"/>
                  </a:lnTo>
                  <a:lnTo>
                    <a:pt x="247" y="3752"/>
                  </a:lnTo>
                  <a:lnTo>
                    <a:pt x="281" y="3788"/>
                  </a:lnTo>
                  <a:lnTo>
                    <a:pt x="317" y="3821"/>
                  </a:lnTo>
                  <a:lnTo>
                    <a:pt x="353" y="384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1635" name="Freeform 33"/>
            <p:cNvSpPr>
              <a:spLocks/>
            </p:cNvSpPr>
            <p:nvPr/>
          </p:nvSpPr>
          <p:spPr bwMode="auto">
            <a:xfrm>
              <a:off x="943" y="2210"/>
              <a:ext cx="276" cy="187"/>
            </a:xfrm>
            <a:custGeom>
              <a:avLst/>
              <a:gdLst>
                <a:gd name="T0" fmla="*/ 11 w 1380"/>
                <a:gd name="T1" fmla="*/ 7 h 937"/>
                <a:gd name="T2" fmla="*/ 11 w 1380"/>
                <a:gd name="T3" fmla="*/ 7 h 937"/>
                <a:gd name="T4" fmla="*/ 0 w 1380"/>
                <a:gd name="T5" fmla="*/ 0 h 937"/>
                <a:gd name="T6" fmla="*/ 0 w 1380"/>
                <a:gd name="T7" fmla="*/ 1 h 937"/>
                <a:gd name="T8" fmla="*/ 10 w 1380"/>
                <a:gd name="T9" fmla="*/ 7 h 937"/>
                <a:gd name="T10" fmla="*/ 10 w 1380"/>
                <a:gd name="T11" fmla="*/ 7 h 937"/>
                <a:gd name="T12" fmla="*/ 10 w 1380"/>
                <a:gd name="T13" fmla="*/ 7 h 937"/>
                <a:gd name="T14" fmla="*/ 11 w 1380"/>
                <a:gd name="T15" fmla="*/ 7 h 937"/>
                <a:gd name="T16" fmla="*/ 11 w 1380"/>
                <a:gd name="T17" fmla="*/ 7 h 937"/>
                <a:gd name="T18" fmla="*/ 11 w 1380"/>
                <a:gd name="T19" fmla="*/ 7 h 937"/>
                <a:gd name="T20" fmla="*/ 11 w 1380"/>
                <a:gd name="T21" fmla="*/ 7 h 937"/>
                <a:gd name="T22" fmla="*/ 11 w 1380"/>
                <a:gd name="T23" fmla="*/ 7 h 937"/>
                <a:gd name="T24" fmla="*/ 11 w 1380"/>
                <a:gd name="T25" fmla="*/ 7 h 937"/>
                <a:gd name="T26" fmla="*/ 11 w 1380"/>
                <a:gd name="T27" fmla="*/ 7 h 937"/>
                <a:gd name="T28" fmla="*/ 11 w 1380"/>
                <a:gd name="T29" fmla="*/ 7 h 937"/>
                <a:gd name="T30" fmla="*/ 11 w 1380"/>
                <a:gd name="T31" fmla="*/ 7 h 93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80"/>
                <a:gd name="T49" fmla="*/ 0 h 937"/>
                <a:gd name="T50" fmla="*/ 1380 w 1380"/>
                <a:gd name="T51" fmla="*/ 937 h 93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80" h="937">
                  <a:moveTo>
                    <a:pt x="1354" y="848"/>
                  </a:moveTo>
                  <a:lnTo>
                    <a:pt x="1359" y="851"/>
                  </a:lnTo>
                  <a:lnTo>
                    <a:pt x="51" y="0"/>
                  </a:lnTo>
                  <a:lnTo>
                    <a:pt x="0" y="78"/>
                  </a:lnTo>
                  <a:lnTo>
                    <a:pt x="1307" y="929"/>
                  </a:lnTo>
                  <a:lnTo>
                    <a:pt x="1312" y="932"/>
                  </a:lnTo>
                  <a:lnTo>
                    <a:pt x="1307" y="929"/>
                  </a:lnTo>
                  <a:lnTo>
                    <a:pt x="1326" y="937"/>
                  </a:lnTo>
                  <a:lnTo>
                    <a:pt x="1345" y="936"/>
                  </a:lnTo>
                  <a:lnTo>
                    <a:pt x="1360" y="929"/>
                  </a:lnTo>
                  <a:lnTo>
                    <a:pt x="1372" y="916"/>
                  </a:lnTo>
                  <a:lnTo>
                    <a:pt x="1379" y="899"/>
                  </a:lnTo>
                  <a:lnTo>
                    <a:pt x="1380" y="883"/>
                  </a:lnTo>
                  <a:lnTo>
                    <a:pt x="1374" y="865"/>
                  </a:lnTo>
                  <a:lnTo>
                    <a:pt x="1359" y="851"/>
                  </a:lnTo>
                  <a:lnTo>
                    <a:pt x="1354" y="84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1636" name="Freeform 34"/>
            <p:cNvSpPr>
              <a:spLocks/>
            </p:cNvSpPr>
            <p:nvPr/>
          </p:nvSpPr>
          <p:spPr bwMode="auto">
            <a:xfrm>
              <a:off x="1206" y="2379"/>
              <a:ext cx="140" cy="32"/>
            </a:xfrm>
            <a:custGeom>
              <a:avLst/>
              <a:gdLst>
                <a:gd name="T0" fmla="*/ 5 w 703"/>
                <a:gd name="T1" fmla="*/ 0 h 162"/>
                <a:gd name="T2" fmla="*/ 5 w 703"/>
                <a:gd name="T3" fmla="*/ 0 h 162"/>
                <a:gd name="T4" fmla="*/ 5 w 703"/>
                <a:gd name="T5" fmla="*/ 0 h 162"/>
                <a:gd name="T6" fmla="*/ 5 w 703"/>
                <a:gd name="T7" fmla="*/ 0 h 162"/>
                <a:gd name="T8" fmla="*/ 4 w 703"/>
                <a:gd name="T9" fmla="*/ 0 h 162"/>
                <a:gd name="T10" fmla="*/ 4 w 703"/>
                <a:gd name="T11" fmla="*/ 0 h 162"/>
                <a:gd name="T12" fmla="*/ 4 w 703"/>
                <a:gd name="T13" fmla="*/ 0 h 162"/>
                <a:gd name="T14" fmla="*/ 3 w 703"/>
                <a:gd name="T15" fmla="*/ 1 h 162"/>
                <a:gd name="T16" fmla="*/ 3 w 703"/>
                <a:gd name="T17" fmla="*/ 1 h 162"/>
                <a:gd name="T18" fmla="*/ 3 w 703"/>
                <a:gd name="T19" fmla="*/ 1 h 162"/>
                <a:gd name="T20" fmla="*/ 2 w 703"/>
                <a:gd name="T21" fmla="*/ 1 h 162"/>
                <a:gd name="T22" fmla="*/ 2 w 703"/>
                <a:gd name="T23" fmla="*/ 1 h 162"/>
                <a:gd name="T24" fmla="*/ 2 w 703"/>
                <a:gd name="T25" fmla="*/ 0 h 162"/>
                <a:gd name="T26" fmla="*/ 1 w 703"/>
                <a:gd name="T27" fmla="*/ 0 h 162"/>
                <a:gd name="T28" fmla="*/ 1 w 703"/>
                <a:gd name="T29" fmla="*/ 0 h 162"/>
                <a:gd name="T30" fmla="*/ 1 w 703"/>
                <a:gd name="T31" fmla="*/ 0 h 162"/>
                <a:gd name="T32" fmla="*/ 1 w 703"/>
                <a:gd name="T33" fmla="*/ 0 h 162"/>
                <a:gd name="T34" fmla="*/ 0 w 703"/>
                <a:gd name="T35" fmla="*/ 0 h 162"/>
                <a:gd name="T36" fmla="*/ 0 w 703"/>
                <a:gd name="T37" fmla="*/ 1 h 162"/>
                <a:gd name="T38" fmla="*/ 0 w 703"/>
                <a:gd name="T39" fmla="*/ 1 h 162"/>
                <a:gd name="T40" fmla="*/ 1 w 703"/>
                <a:gd name="T41" fmla="*/ 1 h 162"/>
                <a:gd name="T42" fmla="*/ 1 w 703"/>
                <a:gd name="T43" fmla="*/ 1 h 162"/>
                <a:gd name="T44" fmla="*/ 1 w 703"/>
                <a:gd name="T45" fmla="*/ 1 h 162"/>
                <a:gd name="T46" fmla="*/ 2 w 703"/>
                <a:gd name="T47" fmla="*/ 1 h 162"/>
                <a:gd name="T48" fmla="*/ 2 w 703"/>
                <a:gd name="T49" fmla="*/ 1 h 162"/>
                <a:gd name="T50" fmla="*/ 2 w 703"/>
                <a:gd name="T51" fmla="*/ 1 h 162"/>
                <a:gd name="T52" fmla="*/ 3 w 703"/>
                <a:gd name="T53" fmla="*/ 1 h 162"/>
                <a:gd name="T54" fmla="*/ 3 w 703"/>
                <a:gd name="T55" fmla="*/ 1 h 162"/>
                <a:gd name="T56" fmla="*/ 3 w 703"/>
                <a:gd name="T57" fmla="*/ 1 h 162"/>
                <a:gd name="T58" fmla="*/ 4 w 703"/>
                <a:gd name="T59" fmla="*/ 1 h 162"/>
                <a:gd name="T60" fmla="*/ 4 w 703"/>
                <a:gd name="T61" fmla="*/ 1 h 162"/>
                <a:gd name="T62" fmla="*/ 5 w 703"/>
                <a:gd name="T63" fmla="*/ 1 h 162"/>
                <a:gd name="T64" fmla="*/ 5 w 703"/>
                <a:gd name="T65" fmla="*/ 1 h 162"/>
                <a:gd name="T66" fmla="*/ 5 w 703"/>
                <a:gd name="T67" fmla="*/ 1 h 162"/>
                <a:gd name="T68" fmla="*/ 5 w 703"/>
                <a:gd name="T69" fmla="*/ 1 h 162"/>
                <a:gd name="T70" fmla="*/ 5 w 703"/>
                <a:gd name="T71" fmla="*/ 1 h 162"/>
                <a:gd name="T72" fmla="*/ 5 w 703"/>
                <a:gd name="T73" fmla="*/ 1 h 162"/>
                <a:gd name="T74" fmla="*/ 5 w 703"/>
                <a:gd name="T75" fmla="*/ 1 h 162"/>
                <a:gd name="T76" fmla="*/ 6 w 703"/>
                <a:gd name="T77" fmla="*/ 0 h 162"/>
                <a:gd name="T78" fmla="*/ 6 w 703"/>
                <a:gd name="T79" fmla="*/ 0 h 162"/>
                <a:gd name="T80" fmla="*/ 6 w 703"/>
                <a:gd name="T81" fmla="*/ 0 h 162"/>
                <a:gd name="T82" fmla="*/ 5 w 703"/>
                <a:gd name="T83" fmla="*/ 0 h 162"/>
                <a:gd name="T84" fmla="*/ 5 w 703"/>
                <a:gd name="T85" fmla="*/ 0 h 162"/>
                <a:gd name="T86" fmla="*/ 5 w 703"/>
                <a:gd name="T87" fmla="*/ 0 h 162"/>
                <a:gd name="T88" fmla="*/ 5 w 703"/>
                <a:gd name="T89" fmla="*/ 0 h 162"/>
                <a:gd name="T90" fmla="*/ 5 w 703"/>
                <a:gd name="T91" fmla="*/ 0 h 162"/>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703"/>
                <a:gd name="T139" fmla="*/ 0 h 162"/>
                <a:gd name="T140" fmla="*/ 703 w 703"/>
                <a:gd name="T141" fmla="*/ 162 h 162"/>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703" h="162">
                  <a:moveTo>
                    <a:pt x="631" y="8"/>
                  </a:moveTo>
                  <a:lnTo>
                    <a:pt x="636" y="6"/>
                  </a:lnTo>
                  <a:lnTo>
                    <a:pt x="606" y="20"/>
                  </a:lnTo>
                  <a:lnTo>
                    <a:pt x="575" y="32"/>
                  </a:lnTo>
                  <a:lnTo>
                    <a:pt x="540" y="42"/>
                  </a:lnTo>
                  <a:lnTo>
                    <a:pt x="504" y="52"/>
                  </a:lnTo>
                  <a:lnTo>
                    <a:pt x="467" y="59"/>
                  </a:lnTo>
                  <a:lnTo>
                    <a:pt x="428" y="64"/>
                  </a:lnTo>
                  <a:lnTo>
                    <a:pt x="389" y="67"/>
                  </a:lnTo>
                  <a:lnTo>
                    <a:pt x="348" y="68"/>
                  </a:lnTo>
                  <a:lnTo>
                    <a:pt x="308" y="68"/>
                  </a:lnTo>
                  <a:lnTo>
                    <a:pt x="267" y="65"/>
                  </a:lnTo>
                  <a:lnTo>
                    <a:pt x="226" y="61"/>
                  </a:lnTo>
                  <a:lnTo>
                    <a:pt x="187" y="54"/>
                  </a:lnTo>
                  <a:lnTo>
                    <a:pt x="148" y="44"/>
                  </a:lnTo>
                  <a:lnTo>
                    <a:pt x="110" y="33"/>
                  </a:lnTo>
                  <a:lnTo>
                    <a:pt x="75" y="20"/>
                  </a:lnTo>
                  <a:lnTo>
                    <a:pt x="42" y="5"/>
                  </a:lnTo>
                  <a:lnTo>
                    <a:pt x="0" y="89"/>
                  </a:lnTo>
                  <a:lnTo>
                    <a:pt x="40" y="107"/>
                  </a:lnTo>
                  <a:lnTo>
                    <a:pt x="82" y="122"/>
                  </a:lnTo>
                  <a:lnTo>
                    <a:pt x="124" y="135"/>
                  </a:lnTo>
                  <a:lnTo>
                    <a:pt x="169" y="146"/>
                  </a:lnTo>
                  <a:lnTo>
                    <a:pt x="214" y="153"/>
                  </a:lnTo>
                  <a:lnTo>
                    <a:pt x="258" y="158"/>
                  </a:lnTo>
                  <a:lnTo>
                    <a:pt x="303" y="162"/>
                  </a:lnTo>
                  <a:lnTo>
                    <a:pt x="348" y="162"/>
                  </a:lnTo>
                  <a:lnTo>
                    <a:pt x="394" y="161"/>
                  </a:lnTo>
                  <a:lnTo>
                    <a:pt x="439" y="157"/>
                  </a:lnTo>
                  <a:lnTo>
                    <a:pt x="481" y="150"/>
                  </a:lnTo>
                  <a:lnTo>
                    <a:pt x="525" y="143"/>
                  </a:lnTo>
                  <a:lnTo>
                    <a:pt x="566" y="132"/>
                  </a:lnTo>
                  <a:lnTo>
                    <a:pt x="606" y="121"/>
                  </a:lnTo>
                  <a:lnTo>
                    <a:pt x="643" y="105"/>
                  </a:lnTo>
                  <a:lnTo>
                    <a:pt x="678" y="88"/>
                  </a:lnTo>
                  <a:lnTo>
                    <a:pt x="683" y="86"/>
                  </a:lnTo>
                  <a:lnTo>
                    <a:pt x="678" y="88"/>
                  </a:lnTo>
                  <a:lnTo>
                    <a:pt x="695" y="75"/>
                  </a:lnTo>
                  <a:lnTo>
                    <a:pt x="702" y="60"/>
                  </a:lnTo>
                  <a:lnTo>
                    <a:pt x="703" y="42"/>
                  </a:lnTo>
                  <a:lnTo>
                    <a:pt x="698" y="26"/>
                  </a:lnTo>
                  <a:lnTo>
                    <a:pt x="688" y="12"/>
                  </a:lnTo>
                  <a:lnTo>
                    <a:pt x="674" y="3"/>
                  </a:lnTo>
                  <a:lnTo>
                    <a:pt x="656" y="0"/>
                  </a:lnTo>
                  <a:lnTo>
                    <a:pt x="636" y="6"/>
                  </a:lnTo>
                  <a:lnTo>
                    <a:pt x="631"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1637" name="Freeform 35"/>
            <p:cNvSpPr>
              <a:spLocks/>
            </p:cNvSpPr>
            <p:nvPr/>
          </p:nvSpPr>
          <p:spPr bwMode="auto">
            <a:xfrm>
              <a:off x="1332" y="2204"/>
              <a:ext cx="283" cy="192"/>
            </a:xfrm>
            <a:custGeom>
              <a:avLst/>
              <a:gdLst>
                <a:gd name="T0" fmla="*/ 11 w 1415"/>
                <a:gd name="T1" fmla="*/ 0 h 960"/>
                <a:gd name="T2" fmla="*/ 11 w 1415"/>
                <a:gd name="T3" fmla="*/ 0 h 960"/>
                <a:gd name="T4" fmla="*/ 0 w 1415"/>
                <a:gd name="T5" fmla="*/ 7 h 960"/>
                <a:gd name="T6" fmla="*/ 0 w 1415"/>
                <a:gd name="T7" fmla="*/ 8 h 960"/>
                <a:gd name="T8" fmla="*/ 11 w 1415"/>
                <a:gd name="T9" fmla="*/ 1 h 960"/>
                <a:gd name="T10" fmla="*/ 11 w 1415"/>
                <a:gd name="T11" fmla="*/ 1 h 960"/>
                <a:gd name="T12" fmla="*/ 11 w 1415"/>
                <a:gd name="T13" fmla="*/ 1 h 960"/>
                <a:gd name="T14" fmla="*/ 11 w 1415"/>
                <a:gd name="T15" fmla="*/ 1 h 960"/>
                <a:gd name="T16" fmla="*/ 11 w 1415"/>
                <a:gd name="T17" fmla="*/ 0 h 960"/>
                <a:gd name="T18" fmla="*/ 11 w 1415"/>
                <a:gd name="T19" fmla="*/ 0 h 960"/>
                <a:gd name="T20" fmla="*/ 11 w 1415"/>
                <a:gd name="T21" fmla="*/ 0 h 960"/>
                <a:gd name="T22" fmla="*/ 11 w 1415"/>
                <a:gd name="T23" fmla="*/ 0 h 960"/>
                <a:gd name="T24" fmla="*/ 11 w 1415"/>
                <a:gd name="T25" fmla="*/ 0 h 960"/>
                <a:gd name="T26" fmla="*/ 11 w 1415"/>
                <a:gd name="T27" fmla="*/ 0 h 960"/>
                <a:gd name="T28" fmla="*/ 11 w 1415"/>
                <a:gd name="T29" fmla="*/ 0 h 960"/>
                <a:gd name="T30" fmla="*/ 11 w 1415"/>
                <a:gd name="T31" fmla="*/ 0 h 96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15"/>
                <a:gd name="T49" fmla="*/ 0 h 960"/>
                <a:gd name="T50" fmla="*/ 1415 w 1415"/>
                <a:gd name="T51" fmla="*/ 960 h 96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15" h="960">
                  <a:moveTo>
                    <a:pt x="1338" y="10"/>
                  </a:moveTo>
                  <a:lnTo>
                    <a:pt x="1342" y="8"/>
                  </a:lnTo>
                  <a:lnTo>
                    <a:pt x="0" y="882"/>
                  </a:lnTo>
                  <a:lnTo>
                    <a:pt x="52" y="960"/>
                  </a:lnTo>
                  <a:lnTo>
                    <a:pt x="1393" y="85"/>
                  </a:lnTo>
                  <a:lnTo>
                    <a:pt x="1397" y="83"/>
                  </a:lnTo>
                  <a:lnTo>
                    <a:pt x="1393" y="85"/>
                  </a:lnTo>
                  <a:lnTo>
                    <a:pt x="1409" y="71"/>
                  </a:lnTo>
                  <a:lnTo>
                    <a:pt x="1415" y="53"/>
                  </a:lnTo>
                  <a:lnTo>
                    <a:pt x="1413" y="37"/>
                  </a:lnTo>
                  <a:lnTo>
                    <a:pt x="1406" y="21"/>
                  </a:lnTo>
                  <a:lnTo>
                    <a:pt x="1395" y="8"/>
                  </a:lnTo>
                  <a:lnTo>
                    <a:pt x="1379" y="1"/>
                  </a:lnTo>
                  <a:lnTo>
                    <a:pt x="1361" y="0"/>
                  </a:lnTo>
                  <a:lnTo>
                    <a:pt x="1342" y="8"/>
                  </a:lnTo>
                  <a:lnTo>
                    <a:pt x="1338" y="1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1638" name="Freeform 36"/>
            <p:cNvSpPr>
              <a:spLocks/>
            </p:cNvSpPr>
            <p:nvPr/>
          </p:nvSpPr>
          <p:spPr bwMode="auto">
            <a:xfrm>
              <a:off x="1599" y="2057"/>
              <a:ext cx="80" cy="163"/>
            </a:xfrm>
            <a:custGeom>
              <a:avLst/>
              <a:gdLst>
                <a:gd name="T0" fmla="*/ 2 w 398"/>
                <a:gd name="T1" fmla="*/ 0 h 817"/>
                <a:gd name="T2" fmla="*/ 2 w 398"/>
                <a:gd name="T3" fmla="*/ 0 h 817"/>
                <a:gd name="T4" fmla="*/ 2 w 398"/>
                <a:gd name="T5" fmla="*/ 1 h 817"/>
                <a:gd name="T6" fmla="*/ 2 w 398"/>
                <a:gd name="T7" fmla="*/ 1 h 817"/>
                <a:gd name="T8" fmla="*/ 2 w 398"/>
                <a:gd name="T9" fmla="*/ 2 h 817"/>
                <a:gd name="T10" fmla="*/ 2 w 398"/>
                <a:gd name="T11" fmla="*/ 2 h 817"/>
                <a:gd name="T12" fmla="*/ 2 w 398"/>
                <a:gd name="T13" fmla="*/ 2 h 817"/>
                <a:gd name="T14" fmla="*/ 2 w 398"/>
                <a:gd name="T15" fmla="*/ 3 h 817"/>
                <a:gd name="T16" fmla="*/ 2 w 398"/>
                <a:gd name="T17" fmla="*/ 3 h 817"/>
                <a:gd name="T18" fmla="*/ 2 w 398"/>
                <a:gd name="T19" fmla="*/ 4 h 817"/>
                <a:gd name="T20" fmla="*/ 2 w 398"/>
                <a:gd name="T21" fmla="*/ 4 h 817"/>
                <a:gd name="T22" fmla="*/ 1 w 398"/>
                <a:gd name="T23" fmla="*/ 4 h 817"/>
                <a:gd name="T24" fmla="*/ 1 w 398"/>
                <a:gd name="T25" fmla="*/ 5 h 817"/>
                <a:gd name="T26" fmla="*/ 1 w 398"/>
                <a:gd name="T27" fmla="*/ 5 h 817"/>
                <a:gd name="T28" fmla="*/ 1 w 398"/>
                <a:gd name="T29" fmla="*/ 5 h 817"/>
                <a:gd name="T30" fmla="*/ 1 w 398"/>
                <a:gd name="T31" fmla="*/ 5 h 817"/>
                <a:gd name="T32" fmla="*/ 0 w 398"/>
                <a:gd name="T33" fmla="*/ 6 h 817"/>
                <a:gd name="T34" fmla="*/ 0 w 398"/>
                <a:gd name="T35" fmla="*/ 6 h 817"/>
                <a:gd name="T36" fmla="*/ 0 w 398"/>
                <a:gd name="T37" fmla="*/ 7 h 817"/>
                <a:gd name="T38" fmla="*/ 1 w 398"/>
                <a:gd name="T39" fmla="*/ 6 h 817"/>
                <a:gd name="T40" fmla="*/ 1 w 398"/>
                <a:gd name="T41" fmla="*/ 6 h 817"/>
                <a:gd name="T42" fmla="*/ 1 w 398"/>
                <a:gd name="T43" fmla="*/ 6 h 817"/>
                <a:gd name="T44" fmla="*/ 2 w 398"/>
                <a:gd name="T45" fmla="*/ 5 h 817"/>
                <a:gd name="T46" fmla="*/ 2 w 398"/>
                <a:gd name="T47" fmla="*/ 5 h 817"/>
                <a:gd name="T48" fmla="*/ 2 w 398"/>
                <a:gd name="T49" fmla="*/ 5 h 817"/>
                <a:gd name="T50" fmla="*/ 2 w 398"/>
                <a:gd name="T51" fmla="*/ 4 h 817"/>
                <a:gd name="T52" fmla="*/ 2 w 398"/>
                <a:gd name="T53" fmla="*/ 4 h 817"/>
                <a:gd name="T54" fmla="*/ 3 w 398"/>
                <a:gd name="T55" fmla="*/ 3 h 817"/>
                <a:gd name="T56" fmla="*/ 3 w 398"/>
                <a:gd name="T57" fmla="*/ 3 h 817"/>
                <a:gd name="T58" fmla="*/ 3 w 398"/>
                <a:gd name="T59" fmla="*/ 3 h 817"/>
                <a:gd name="T60" fmla="*/ 3 w 398"/>
                <a:gd name="T61" fmla="*/ 2 h 817"/>
                <a:gd name="T62" fmla="*/ 3 w 398"/>
                <a:gd name="T63" fmla="*/ 2 h 817"/>
                <a:gd name="T64" fmla="*/ 3 w 398"/>
                <a:gd name="T65" fmla="*/ 1 h 817"/>
                <a:gd name="T66" fmla="*/ 3 w 398"/>
                <a:gd name="T67" fmla="*/ 1 h 817"/>
                <a:gd name="T68" fmla="*/ 3 w 398"/>
                <a:gd name="T69" fmla="*/ 0 h 817"/>
                <a:gd name="T70" fmla="*/ 3 w 398"/>
                <a:gd name="T71" fmla="*/ 0 h 817"/>
                <a:gd name="T72" fmla="*/ 3 w 398"/>
                <a:gd name="T73" fmla="*/ 0 h 817"/>
                <a:gd name="T74" fmla="*/ 3 w 398"/>
                <a:gd name="T75" fmla="*/ 0 h 817"/>
                <a:gd name="T76" fmla="*/ 3 w 398"/>
                <a:gd name="T77" fmla="*/ 0 h 817"/>
                <a:gd name="T78" fmla="*/ 3 w 398"/>
                <a:gd name="T79" fmla="*/ 0 h 817"/>
                <a:gd name="T80" fmla="*/ 3 w 398"/>
                <a:gd name="T81" fmla="*/ 0 h 817"/>
                <a:gd name="T82" fmla="*/ 3 w 398"/>
                <a:gd name="T83" fmla="*/ 0 h 817"/>
                <a:gd name="T84" fmla="*/ 3 w 398"/>
                <a:gd name="T85" fmla="*/ 0 h 817"/>
                <a:gd name="T86" fmla="*/ 2 w 398"/>
                <a:gd name="T87" fmla="*/ 0 h 817"/>
                <a:gd name="T88" fmla="*/ 2 w 398"/>
                <a:gd name="T89" fmla="*/ 0 h 817"/>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398"/>
                <a:gd name="T136" fmla="*/ 0 h 817"/>
                <a:gd name="T137" fmla="*/ 398 w 398"/>
                <a:gd name="T138" fmla="*/ 817 h 817"/>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398" h="817">
                  <a:moveTo>
                    <a:pt x="304" y="47"/>
                  </a:moveTo>
                  <a:lnTo>
                    <a:pt x="304" y="47"/>
                  </a:lnTo>
                  <a:lnTo>
                    <a:pt x="301" y="97"/>
                  </a:lnTo>
                  <a:lnTo>
                    <a:pt x="297" y="147"/>
                  </a:lnTo>
                  <a:lnTo>
                    <a:pt x="291" y="198"/>
                  </a:lnTo>
                  <a:lnTo>
                    <a:pt x="280" y="247"/>
                  </a:lnTo>
                  <a:lnTo>
                    <a:pt x="268" y="297"/>
                  </a:lnTo>
                  <a:lnTo>
                    <a:pt x="253" y="347"/>
                  </a:lnTo>
                  <a:lnTo>
                    <a:pt x="236" y="395"/>
                  </a:lnTo>
                  <a:lnTo>
                    <a:pt x="217" y="442"/>
                  </a:lnTo>
                  <a:lnTo>
                    <a:pt x="195" y="487"/>
                  </a:lnTo>
                  <a:lnTo>
                    <a:pt x="171" y="532"/>
                  </a:lnTo>
                  <a:lnTo>
                    <a:pt x="147" y="574"/>
                  </a:lnTo>
                  <a:lnTo>
                    <a:pt x="121" y="613"/>
                  </a:lnTo>
                  <a:lnTo>
                    <a:pt x="93" y="650"/>
                  </a:lnTo>
                  <a:lnTo>
                    <a:pt x="64" y="684"/>
                  </a:lnTo>
                  <a:lnTo>
                    <a:pt x="32" y="716"/>
                  </a:lnTo>
                  <a:lnTo>
                    <a:pt x="0" y="744"/>
                  </a:lnTo>
                  <a:lnTo>
                    <a:pt x="59" y="817"/>
                  </a:lnTo>
                  <a:lnTo>
                    <a:pt x="95" y="784"/>
                  </a:lnTo>
                  <a:lnTo>
                    <a:pt x="132" y="748"/>
                  </a:lnTo>
                  <a:lnTo>
                    <a:pt x="166" y="709"/>
                  </a:lnTo>
                  <a:lnTo>
                    <a:pt x="196" y="667"/>
                  </a:lnTo>
                  <a:lnTo>
                    <a:pt x="227" y="623"/>
                  </a:lnTo>
                  <a:lnTo>
                    <a:pt x="253" y="576"/>
                  </a:lnTo>
                  <a:lnTo>
                    <a:pt x="279" y="530"/>
                  </a:lnTo>
                  <a:lnTo>
                    <a:pt x="301" y="479"/>
                  </a:lnTo>
                  <a:lnTo>
                    <a:pt x="323" y="428"/>
                  </a:lnTo>
                  <a:lnTo>
                    <a:pt x="342" y="375"/>
                  </a:lnTo>
                  <a:lnTo>
                    <a:pt x="359" y="321"/>
                  </a:lnTo>
                  <a:lnTo>
                    <a:pt x="372" y="268"/>
                  </a:lnTo>
                  <a:lnTo>
                    <a:pt x="382" y="212"/>
                  </a:lnTo>
                  <a:lnTo>
                    <a:pt x="391" y="157"/>
                  </a:lnTo>
                  <a:lnTo>
                    <a:pt x="395" y="102"/>
                  </a:lnTo>
                  <a:lnTo>
                    <a:pt x="398" y="47"/>
                  </a:lnTo>
                  <a:lnTo>
                    <a:pt x="394" y="27"/>
                  </a:lnTo>
                  <a:lnTo>
                    <a:pt x="383" y="11"/>
                  </a:lnTo>
                  <a:lnTo>
                    <a:pt x="368" y="3"/>
                  </a:lnTo>
                  <a:lnTo>
                    <a:pt x="351" y="0"/>
                  </a:lnTo>
                  <a:lnTo>
                    <a:pt x="333" y="3"/>
                  </a:lnTo>
                  <a:lnTo>
                    <a:pt x="319" y="11"/>
                  </a:lnTo>
                  <a:lnTo>
                    <a:pt x="307" y="27"/>
                  </a:lnTo>
                  <a:lnTo>
                    <a:pt x="304" y="4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1639" name="Freeform 37"/>
            <p:cNvSpPr>
              <a:spLocks/>
            </p:cNvSpPr>
            <p:nvPr/>
          </p:nvSpPr>
          <p:spPr bwMode="auto">
            <a:xfrm>
              <a:off x="1660" y="1701"/>
              <a:ext cx="19" cy="365"/>
            </a:xfrm>
            <a:custGeom>
              <a:avLst/>
              <a:gdLst>
                <a:gd name="T0" fmla="*/ 0 w 95"/>
                <a:gd name="T1" fmla="*/ 0 h 1826"/>
                <a:gd name="T2" fmla="*/ 0 w 95"/>
                <a:gd name="T3" fmla="*/ 0 h 1826"/>
                <a:gd name="T4" fmla="*/ 0 w 95"/>
                <a:gd name="T5" fmla="*/ 15 h 1826"/>
                <a:gd name="T6" fmla="*/ 1 w 95"/>
                <a:gd name="T7" fmla="*/ 15 h 1826"/>
                <a:gd name="T8" fmla="*/ 1 w 95"/>
                <a:gd name="T9" fmla="*/ 0 h 1826"/>
                <a:gd name="T10" fmla="*/ 1 w 95"/>
                <a:gd name="T11" fmla="*/ 0 h 1826"/>
                <a:gd name="T12" fmla="*/ 1 w 95"/>
                <a:gd name="T13" fmla="*/ 0 h 1826"/>
                <a:gd name="T14" fmla="*/ 1 w 95"/>
                <a:gd name="T15" fmla="*/ 0 h 1826"/>
                <a:gd name="T16" fmla="*/ 1 w 95"/>
                <a:gd name="T17" fmla="*/ 0 h 1826"/>
                <a:gd name="T18" fmla="*/ 1 w 95"/>
                <a:gd name="T19" fmla="*/ 0 h 1826"/>
                <a:gd name="T20" fmla="*/ 0 w 95"/>
                <a:gd name="T21" fmla="*/ 0 h 1826"/>
                <a:gd name="T22" fmla="*/ 0 w 95"/>
                <a:gd name="T23" fmla="*/ 0 h 1826"/>
                <a:gd name="T24" fmla="*/ 0 w 95"/>
                <a:gd name="T25" fmla="*/ 0 h 1826"/>
                <a:gd name="T26" fmla="*/ 0 w 95"/>
                <a:gd name="T27" fmla="*/ 0 h 1826"/>
                <a:gd name="T28" fmla="*/ 0 w 95"/>
                <a:gd name="T29" fmla="*/ 0 h 1826"/>
                <a:gd name="T30" fmla="*/ 0 w 95"/>
                <a:gd name="T31" fmla="*/ 0 h 182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95"/>
                <a:gd name="T49" fmla="*/ 0 h 1826"/>
                <a:gd name="T50" fmla="*/ 95 w 95"/>
                <a:gd name="T51" fmla="*/ 1826 h 182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95" h="1826">
                  <a:moveTo>
                    <a:pt x="0" y="49"/>
                  </a:moveTo>
                  <a:lnTo>
                    <a:pt x="0" y="47"/>
                  </a:lnTo>
                  <a:lnTo>
                    <a:pt x="1" y="1826"/>
                  </a:lnTo>
                  <a:lnTo>
                    <a:pt x="95" y="1826"/>
                  </a:lnTo>
                  <a:lnTo>
                    <a:pt x="93" y="47"/>
                  </a:lnTo>
                  <a:lnTo>
                    <a:pt x="93" y="45"/>
                  </a:lnTo>
                  <a:lnTo>
                    <a:pt x="93" y="47"/>
                  </a:lnTo>
                  <a:lnTo>
                    <a:pt x="90" y="27"/>
                  </a:lnTo>
                  <a:lnTo>
                    <a:pt x="79" y="12"/>
                  </a:lnTo>
                  <a:lnTo>
                    <a:pt x="64" y="4"/>
                  </a:lnTo>
                  <a:lnTo>
                    <a:pt x="47" y="0"/>
                  </a:lnTo>
                  <a:lnTo>
                    <a:pt x="29" y="4"/>
                  </a:lnTo>
                  <a:lnTo>
                    <a:pt x="15" y="12"/>
                  </a:lnTo>
                  <a:lnTo>
                    <a:pt x="3" y="27"/>
                  </a:lnTo>
                  <a:lnTo>
                    <a:pt x="0" y="47"/>
                  </a:lnTo>
                  <a:lnTo>
                    <a:pt x="0" y="4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1640" name="Freeform 38"/>
            <p:cNvSpPr>
              <a:spLocks/>
            </p:cNvSpPr>
            <p:nvPr/>
          </p:nvSpPr>
          <p:spPr bwMode="auto">
            <a:xfrm>
              <a:off x="1598" y="1598"/>
              <a:ext cx="81" cy="113"/>
            </a:xfrm>
            <a:custGeom>
              <a:avLst/>
              <a:gdLst>
                <a:gd name="T0" fmla="*/ 0 w 401"/>
                <a:gd name="T1" fmla="*/ 1 h 566"/>
                <a:gd name="T2" fmla="*/ 0 w 401"/>
                <a:gd name="T3" fmla="*/ 1 h 566"/>
                <a:gd name="T4" fmla="*/ 0 w 401"/>
                <a:gd name="T5" fmla="*/ 1 h 566"/>
                <a:gd name="T6" fmla="*/ 1 w 401"/>
                <a:gd name="T7" fmla="*/ 1 h 566"/>
                <a:gd name="T8" fmla="*/ 1 w 401"/>
                <a:gd name="T9" fmla="*/ 1 h 566"/>
                <a:gd name="T10" fmla="*/ 1 w 401"/>
                <a:gd name="T11" fmla="*/ 1 h 566"/>
                <a:gd name="T12" fmla="*/ 1 w 401"/>
                <a:gd name="T13" fmla="*/ 2 h 566"/>
                <a:gd name="T14" fmla="*/ 1 w 401"/>
                <a:gd name="T15" fmla="*/ 2 h 566"/>
                <a:gd name="T16" fmla="*/ 2 w 401"/>
                <a:gd name="T17" fmla="*/ 2 h 566"/>
                <a:gd name="T18" fmla="*/ 2 w 401"/>
                <a:gd name="T19" fmla="*/ 2 h 566"/>
                <a:gd name="T20" fmla="*/ 2 w 401"/>
                <a:gd name="T21" fmla="*/ 2 h 566"/>
                <a:gd name="T22" fmla="*/ 2 w 401"/>
                <a:gd name="T23" fmla="*/ 3 h 566"/>
                <a:gd name="T24" fmla="*/ 2 w 401"/>
                <a:gd name="T25" fmla="*/ 3 h 566"/>
                <a:gd name="T26" fmla="*/ 2 w 401"/>
                <a:gd name="T27" fmla="*/ 3 h 566"/>
                <a:gd name="T28" fmla="*/ 2 w 401"/>
                <a:gd name="T29" fmla="*/ 4 h 566"/>
                <a:gd name="T30" fmla="*/ 2 w 401"/>
                <a:gd name="T31" fmla="*/ 4 h 566"/>
                <a:gd name="T32" fmla="*/ 2 w 401"/>
                <a:gd name="T33" fmla="*/ 4 h 566"/>
                <a:gd name="T34" fmla="*/ 3 w 401"/>
                <a:gd name="T35" fmla="*/ 5 h 566"/>
                <a:gd name="T36" fmla="*/ 3 w 401"/>
                <a:gd name="T37" fmla="*/ 4 h 566"/>
                <a:gd name="T38" fmla="*/ 3 w 401"/>
                <a:gd name="T39" fmla="*/ 4 h 566"/>
                <a:gd name="T40" fmla="*/ 3 w 401"/>
                <a:gd name="T41" fmla="*/ 4 h 566"/>
                <a:gd name="T42" fmla="*/ 3 w 401"/>
                <a:gd name="T43" fmla="*/ 3 h 566"/>
                <a:gd name="T44" fmla="*/ 3 w 401"/>
                <a:gd name="T45" fmla="*/ 3 h 566"/>
                <a:gd name="T46" fmla="*/ 3 w 401"/>
                <a:gd name="T47" fmla="*/ 3 h 566"/>
                <a:gd name="T48" fmla="*/ 3 w 401"/>
                <a:gd name="T49" fmla="*/ 2 h 566"/>
                <a:gd name="T50" fmla="*/ 3 w 401"/>
                <a:gd name="T51" fmla="*/ 2 h 566"/>
                <a:gd name="T52" fmla="*/ 2 w 401"/>
                <a:gd name="T53" fmla="*/ 2 h 566"/>
                <a:gd name="T54" fmla="*/ 2 w 401"/>
                <a:gd name="T55" fmla="*/ 2 h 566"/>
                <a:gd name="T56" fmla="*/ 2 w 401"/>
                <a:gd name="T57" fmla="*/ 1 h 566"/>
                <a:gd name="T58" fmla="*/ 2 w 401"/>
                <a:gd name="T59" fmla="*/ 1 h 566"/>
                <a:gd name="T60" fmla="*/ 2 w 401"/>
                <a:gd name="T61" fmla="*/ 1 h 566"/>
                <a:gd name="T62" fmla="*/ 1 w 401"/>
                <a:gd name="T63" fmla="*/ 1 h 566"/>
                <a:gd name="T64" fmla="*/ 1 w 401"/>
                <a:gd name="T65" fmla="*/ 0 h 566"/>
                <a:gd name="T66" fmla="*/ 1 w 401"/>
                <a:gd name="T67" fmla="*/ 0 h 566"/>
                <a:gd name="T68" fmla="*/ 1 w 401"/>
                <a:gd name="T69" fmla="*/ 0 h 566"/>
                <a:gd name="T70" fmla="*/ 1 w 401"/>
                <a:gd name="T71" fmla="*/ 0 h 566"/>
                <a:gd name="T72" fmla="*/ 1 w 401"/>
                <a:gd name="T73" fmla="*/ 0 h 566"/>
                <a:gd name="T74" fmla="*/ 0 w 401"/>
                <a:gd name="T75" fmla="*/ 0 h 566"/>
                <a:gd name="T76" fmla="*/ 0 w 401"/>
                <a:gd name="T77" fmla="*/ 0 h 566"/>
                <a:gd name="T78" fmla="*/ 0 w 401"/>
                <a:gd name="T79" fmla="*/ 0 h 566"/>
                <a:gd name="T80" fmla="*/ 0 w 401"/>
                <a:gd name="T81" fmla="*/ 0 h 566"/>
                <a:gd name="T82" fmla="*/ 0 w 401"/>
                <a:gd name="T83" fmla="*/ 0 h 566"/>
                <a:gd name="T84" fmla="*/ 0 w 401"/>
                <a:gd name="T85" fmla="*/ 0 h 566"/>
                <a:gd name="T86" fmla="*/ 0 w 401"/>
                <a:gd name="T87" fmla="*/ 1 h 566"/>
                <a:gd name="T88" fmla="*/ 0 w 401"/>
                <a:gd name="T89" fmla="*/ 1 h 56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401"/>
                <a:gd name="T136" fmla="*/ 0 h 566"/>
                <a:gd name="T137" fmla="*/ 401 w 401"/>
                <a:gd name="T138" fmla="*/ 566 h 566"/>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401" h="566">
                  <a:moveTo>
                    <a:pt x="23" y="88"/>
                  </a:moveTo>
                  <a:lnTo>
                    <a:pt x="23" y="88"/>
                  </a:lnTo>
                  <a:lnTo>
                    <a:pt x="53" y="107"/>
                  </a:lnTo>
                  <a:lnTo>
                    <a:pt x="83" y="125"/>
                  </a:lnTo>
                  <a:lnTo>
                    <a:pt x="108" y="147"/>
                  </a:lnTo>
                  <a:lnTo>
                    <a:pt x="135" y="171"/>
                  </a:lnTo>
                  <a:lnTo>
                    <a:pt x="160" y="196"/>
                  </a:lnTo>
                  <a:lnTo>
                    <a:pt x="182" y="223"/>
                  </a:lnTo>
                  <a:lnTo>
                    <a:pt x="205" y="251"/>
                  </a:lnTo>
                  <a:lnTo>
                    <a:pt x="223" y="281"/>
                  </a:lnTo>
                  <a:lnTo>
                    <a:pt x="240" y="312"/>
                  </a:lnTo>
                  <a:lnTo>
                    <a:pt x="256" y="345"/>
                  </a:lnTo>
                  <a:lnTo>
                    <a:pt x="270" y="379"/>
                  </a:lnTo>
                  <a:lnTo>
                    <a:pt x="282" y="414"/>
                  </a:lnTo>
                  <a:lnTo>
                    <a:pt x="291" y="450"/>
                  </a:lnTo>
                  <a:lnTo>
                    <a:pt x="299" y="488"/>
                  </a:lnTo>
                  <a:lnTo>
                    <a:pt x="304" y="526"/>
                  </a:lnTo>
                  <a:lnTo>
                    <a:pt x="308" y="566"/>
                  </a:lnTo>
                  <a:lnTo>
                    <a:pt x="401" y="562"/>
                  </a:lnTo>
                  <a:lnTo>
                    <a:pt x="398" y="517"/>
                  </a:lnTo>
                  <a:lnTo>
                    <a:pt x="391" y="471"/>
                  </a:lnTo>
                  <a:lnTo>
                    <a:pt x="383" y="429"/>
                  </a:lnTo>
                  <a:lnTo>
                    <a:pt x="371" y="386"/>
                  </a:lnTo>
                  <a:lnTo>
                    <a:pt x="357" y="346"/>
                  </a:lnTo>
                  <a:lnTo>
                    <a:pt x="340" y="307"/>
                  </a:lnTo>
                  <a:lnTo>
                    <a:pt x="324" y="270"/>
                  </a:lnTo>
                  <a:lnTo>
                    <a:pt x="303" y="232"/>
                  </a:lnTo>
                  <a:lnTo>
                    <a:pt x="280" y="197"/>
                  </a:lnTo>
                  <a:lnTo>
                    <a:pt x="255" y="164"/>
                  </a:lnTo>
                  <a:lnTo>
                    <a:pt x="228" y="132"/>
                  </a:lnTo>
                  <a:lnTo>
                    <a:pt x="199" y="103"/>
                  </a:lnTo>
                  <a:lnTo>
                    <a:pt x="169" y="76"/>
                  </a:lnTo>
                  <a:lnTo>
                    <a:pt x="137" y="50"/>
                  </a:lnTo>
                  <a:lnTo>
                    <a:pt x="103" y="27"/>
                  </a:lnTo>
                  <a:lnTo>
                    <a:pt x="67" y="6"/>
                  </a:lnTo>
                  <a:lnTo>
                    <a:pt x="48" y="0"/>
                  </a:lnTo>
                  <a:lnTo>
                    <a:pt x="30" y="2"/>
                  </a:lnTo>
                  <a:lnTo>
                    <a:pt x="16" y="12"/>
                  </a:lnTo>
                  <a:lnTo>
                    <a:pt x="5" y="25"/>
                  </a:lnTo>
                  <a:lnTo>
                    <a:pt x="0" y="41"/>
                  </a:lnTo>
                  <a:lnTo>
                    <a:pt x="0" y="59"/>
                  </a:lnTo>
                  <a:lnTo>
                    <a:pt x="8" y="75"/>
                  </a:lnTo>
                  <a:lnTo>
                    <a:pt x="23"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1641" name="Freeform 39"/>
            <p:cNvSpPr>
              <a:spLocks/>
            </p:cNvSpPr>
            <p:nvPr/>
          </p:nvSpPr>
          <p:spPr bwMode="auto">
            <a:xfrm>
              <a:off x="1346" y="1455"/>
              <a:ext cx="266" cy="160"/>
            </a:xfrm>
            <a:custGeom>
              <a:avLst/>
              <a:gdLst>
                <a:gd name="T0" fmla="*/ 0 w 1330"/>
                <a:gd name="T1" fmla="*/ 1 h 801"/>
                <a:gd name="T2" fmla="*/ 0 w 1330"/>
                <a:gd name="T3" fmla="*/ 1 h 801"/>
                <a:gd name="T4" fmla="*/ 10 w 1330"/>
                <a:gd name="T5" fmla="*/ 6 h 801"/>
                <a:gd name="T6" fmla="*/ 11 w 1330"/>
                <a:gd name="T7" fmla="*/ 6 h 801"/>
                <a:gd name="T8" fmla="*/ 1 w 1330"/>
                <a:gd name="T9" fmla="*/ 0 h 801"/>
                <a:gd name="T10" fmla="*/ 1 w 1330"/>
                <a:gd name="T11" fmla="*/ 0 h 801"/>
                <a:gd name="T12" fmla="*/ 1 w 1330"/>
                <a:gd name="T13" fmla="*/ 0 h 801"/>
                <a:gd name="T14" fmla="*/ 0 w 1330"/>
                <a:gd name="T15" fmla="*/ 0 h 801"/>
                <a:gd name="T16" fmla="*/ 0 w 1330"/>
                <a:gd name="T17" fmla="*/ 0 h 801"/>
                <a:gd name="T18" fmla="*/ 0 w 1330"/>
                <a:gd name="T19" fmla="*/ 0 h 801"/>
                <a:gd name="T20" fmla="*/ 0 w 1330"/>
                <a:gd name="T21" fmla="*/ 0 h 801"/>
                <a:gd name="T22" fmla="*/ 0 w 1330"/>
                <a:gd name="T23" fmla="*/ 0 h 801"/>
                <a:gd name="T24" fmla="*/ 0 w 1330"/>
                <a:gd name="T25" fmla="*/ 0 h 801"/>
                <a:gd name="T26" fmla="*/ 0 w 1330"/>
                <a:gd name="T27" fmla="*/ 1 h 801"/>
                <a:gd name="T28" fmla="*/ 0 w 1330"/>
                <a:gd name="T29" fmla="*/ 1 h 801"/>
                <a:gd name="T30" fmla="*/ 0 w 1330"/>
                <a:gd name="T31" fmla="*/ 1 h 801"/>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30"/>
                <a:gd name="T49" fmla="*/ 0 h 801"/>
                <a:gd name="T50" fmla="*/ 1330 w 1330"/>
                <a:gd name="T51" fmla="*/ 801 h 801"/>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30" h="801">
                  <a:moveTo>
                    <a:pt x="24" y="88"/>
                  </a:moveTo>
                  <a:lnTo>
                    <a:pt x="23" y="88"/>
                  </a:lnTo>
                  <a:lnTo>
                    <a:pt x="1286" y="801"/>
                  </a:lnTo>
                  <a:lnTo>
                    <a:pt x="1330" y="719"/>
                  </a:lnTo>
                  <a:lnTo>
                    <a:pt x="67" y="6"/>
                  </a:lnTo>
                  <a:lnTo>
                    <a:pt x="66" y="6"/>
                  </a:lnTo>
                  <a:lnTo>
                    <a:pt x="67" y="6"/>
                  </a:lnTo>
                  <a:lnTo>
                    <a:pt x="48" y="0"/>
                  </a:lnTo>
                  <a:lnTo>
                    <a:pt x="30" y="2"/>
                  </a:lnTo>
                  <a:lnTo>
                    <a:pt x="16" y="12"/>
                  </a:lnTo>
                  <a:lnTo>
                    <a:pt x="5" y="25"/>
                  </a:lnTo>
                  <a:lnTo>
                    <a:pt x="0" y="41"/>
                  </a:lnTo>
                  <a:lnTo>
                    <a:pt x="0" y="59"/>
                  </a:lnTo>
                  <a:lnTo>
                    <a:pt x="8" y="75"/>
                  </a:lnTo>
                  <a:lnTo>
                    <a:pt x="23" y="88"/>
                  </a:lnTo>
                  <a:lnTo>
                    <a:pt x="24"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1642" name="Freeform 40"/>
            <p:cNvSpPr>
              <a:spLocks/>
            </p:cNvSpPr>
            <p:nvPr/>
          </p:nvSpPr>
          <p:spPr bwMode="auto">
            <a:xfrm>
              <a:off x="1198" y="1439"/>
              <a:ext cx="161" cy="35"/>
            </a:xfrm>
            <a:custGeom>
              <a:avLst/>
              <a:gdLst>
                <a:gd name="T0" fmla="*/ 1 w 806"/>
                <a:gd name="T1" fmla="*/ 1 h 177"/>
                <a:gd name="T2" fmla="*/ 1 w 806"/>
                <a:gd name="T3" fmla="*/ 1 h 177"/>
                <a:gd name="T4" fmla="*/ 1 w 806"/>
                <a:gd name="T5" fmla="*/ 1 h 177"/>
                <a:gd name="T6" fmla="*/ 1 w 806"/>
                <a:gd name="T7" fmla="*/ 1 h 177"/>
                <a:gd name="T8" fmla="*/ 2 w 806"/>
                <a:gd name="T9" fmla="*/ 1 h 177"/>
                <a:gd name="T10" fmla="*/ 2 w 806"/>
                <a:gd name="T11" fmla="*/ 1 h 177"/>
                <a:gd name="T12" fmla="*/ 2 w 806"/>
                <a:gd name="T13" fmla="*/ 1 h 177"/>
                <a:gd name="T14" fmla="*/ 3 w 806"/>
                <a:gd name="T15" fmla="*/ 1 h 177"/>
                <a:gd name="T16" fmla="*/ 3 w 806"/>
                <a:gd name="T17" fmla="*/ 1 h 177"/>
                <a:gd name="T18" fmla="*/ 3 w 806"/>
                <a:gd name="T19" fmla="*/ 1 h 177"/>
                <a:gd name="T20" fmla="*/ 4 w 806"/>
                <a:gd name="T21" fmla="*/ 1 h 177"/>
                <a:gd name="T22" fmla="*/ 4 w 806"/>
                <a:gd name="T23" fmla="*/ 1 h 177"/>
                <a:gd name="T24" fmla="*/ 5 w 806"/>
                <a:gd name="T25" fmla="*/ 1 h 177"/>
                <a:gd name="T26" fmla="*/ 5 w 806"/>
                <a:gd name="T27" fmla="*/ 1 h 177"/>
                <a:gd name="T28" fmla="*/ 5 w 806"/>
                <a:gd name="T29" fmla="*/ 1 h 177"/>
                <a:gd name="T30" fmla="*/ 6 w 806"/>
                <a:gd name="T31" fmla="*/ 1 h 177"/>
                <a:gd name="T32" fmla="*/ 6 w 806"/>
                <a:gd name="T33" fmla="*/ 1 h 177"/>
                <a:gd name="T34" fmla="*/ 6 w 806"/>
                <a:gd name="T35" fmla="*/ 1 h 177"/>
                <a:gd name="T36" fmla="*/ 6 w 806"/>
                <a:gd name="T37" fmla="*/ 1 h 177"/>
                <a:gd name="T38" fmla="*/ 6 w 806"/>
                <a:gd name="T39" fmla="*/ 1 h 177"/>
                <a:gd name="T40" fmla="*/ 6 w 806"/>
                <a:gd name="T41" fmla="*/ 0 h 177"/>
                <a:gd name="T42" fmla="*/ 5 w 806"/>
                <a:gd name="T43" fmla="*/ 0 h 177"/>
                <a:gd name="T44" fmla="*/ 5 w 806"/>
                <a:gd name="T45" fmla="*/ 0 h 177"/>
                <a:gd name="T46" fmla="*/ 5 w 806"/>
                <a:gd name="T47" fmla="*/ 0 h 177"/>
                <a:gd name="T48" fmla="*/ 4 w 806"/>
                <a:gd name="T49" fmla="*/ 0 h 177"/>
                <a:gd name="T50" fmla="*/ 4 w 806"/>
                <a:gd name="T51" fmla="*/ 0 h 177"/>
                <a:gd name="T52" fmla="*/ 3 w 806"/>
                <a:gd name="T53" fmla="*/ 0 h 177"/>
                <a:gd name="T54" fmla="*/ 3 w 806"/>
                <a:gd name="T55" fmla="*/ 0 h 177"/>
                <a:gd name="T56" fmla="*/ 3 w 806"/>
                <a:gd name="T57" fmla="*/ 0 h 177"/>
                <a:gd name="T58" fmla="*/ 2 w 806"/>
                <a:gd name="T59" fmla="*/ 0 h 177"/>
                <a:gd name="T60" fmla="*/ 2 w 806"/>
                <a:gd name="T61" fmla="*/ 0 h 177"/>
                <a:gd name="T62" fmla="*/ 1 w 806"/>
                <a:gd name="T63" fmla="*/ 0 h 177"/>
                <a:gd name="T64" fmla="*/ 1 w 806"/>
                <a:gd name="T65" fmla="*/ 0 h 177"/>
                <a:gd name="T66" fmla="*/ 1 w 806"/>
                <a:gd name="T67" fmla="*/ 1 h 177"/>
                <a:gd name="T68" fmla="*/ 0 w 806"/>
                <a:gd name="T69" fmla="*/ 1 h 177"/>
                <a:gd name="T70" fmla="*/ 0 w 806"/>
                <a:gd name="T71" fmla="*/ 1 h 177"/>
                <a:gd name="T72" fmla="*/ 0 w 806"/>
                <a:gd name="T73" fmla="*/ 1 h 177"/>
                <a:gd name="T74" fmla="*/ 0 w 806"/>
                <a:gd name="T75" fmla="*/ 1 h 177"/>
                <a:gd name="T76" fmla="*/ 0 w 806"/>
                <a:gd name="T77" fmla="*/ 1 h 177"/>
                <a:gd name="T78" fmla="*/ 0 w 806"/>
                <a:gd name="T79" fmla="*/ 1 h 177"/>
                <a:gd name="T80" fmla="*/ 0 w 806"/>
                <a:gd name="T81" fmla="*/ 1 h 177"/>
                <a:gd name="T82" fmla="*/ 0 w 806"/>
                <a:gd name="T83" fmla="*/ 1 h 177"/>
                <a:gd name="T84" fmla="*/ 0 w 806"/>
                <a:gd name="T85" fmla="*/ 1 h 177"/>
                <a:gd name="T86" fmla="*/ 0 w 806"/>
                <a:gd name="T87" fmla="*/ 1 h 177"/>
                <a:gd name="T88" fmla="*/ 1 w 806"/>
                <a:gd name="T89" fmla="*/ 1 h 177"/>
                <a:gd name="T90" fmla="*/ 1 w 806"/>
                <a:gd name="T91" fmla="*/ 1 h 17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806"/>
                <a:gd name="T139" fmla="*/ 0 h 177"/>
                <a:gd name="T140" fmla="*/ 806 w 806"/>
                <a:gd name="T141" fmla="*/ 177 h 17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806" h="177">
                  <a:moveTo>
                    <a:pt x="67" y="171"/>
                  </a:moveTo>
                  <a:lnTo>
                    <a:pt x="68" y="171"/>
                  </a:lnTo>
                  <a:lnTo>
                    <a:pt x="109" y="151"/>
                  </a:lnTo>
                  <a:lnTo>
                    <a:pt x="151" y="135"/>
                  </a:lnTo>
                  <a:lnTo>
                    <a:pt x="196" y="122"/>
                  </a:lnTo>
                  <a:lnTo>
                    <a:pt x="242" y="110"/>
                  </a:lnTo>
                  <a:lnTo>
                    <a:pt x="287" y="102"/>
                  </a:lnTo>
                  <a:lnTo>
                    <a:pt x="335" y="97"/>
                  </a:lnTo>
                  <a:lnTo>
                    <a:pt x="382" y="95"/>
                  </a:lnTo>
                  <a:lnTo>
                    <a:pt x="430" y="94"/>
                  </a:lnTo>
                  <a:lnTo>
                    <a:pt x="477" y="97"/>
                  </a:lnTo>
                  <a:lnTo>
                    <a:pt x="524" y="102"/>
                  </a:lnTo>
                  <a:lnTo>
                    <a:pt x="568" y="108"/>
                  </a:lnTo>
                  <a:lnTo>
                    <a:pt x="612" y="117"/>
                  </a:lnTo>
                  <a:lnTo>
                    <a:pt x="654" y="128"/>
                  </a:lnTo>
                  <a:lnTo>
                    <a:pt x="693" y="141"/>
                  </a:lnTo>
                  <a:lnTo>
                    <a:pt x="730" y="155"/>
                  </a:lnTo>
                  <a:lnTo>
                    <a:pt x="764" y="171"/>
                  </a:lnTo>
                  <a:lnTo>
                    <a:pt x="806" y="89"/>
                  </a:lnTo>
                  <a:lnTo>
                    <a:pt x="768" y="70"/>
                  </a:lnTo>
                  <a:lnTo>
                    <a:pt x="725" y="54"/>
                  </a:lnTo>
                  <a:lnTo>
                    <a:pt x="680" y="39"/>
                  </a:lnTo>
                  <a:lnTo>
                    <a:pt x="633" y="26"/>
                  </a:lnTo>
                  <a:lnTo>
                    <a:pt x="585" y="16"/>
                  </a:lnTo>
                  <a:lnTo>
                    <a:pt x="536" y="8"/>
                  </a:lnTo>
                  <a:lnTo>
                    <a:pt x="484" y="3"/>
                  </a:lnTo>
                  <a:lnTo>
                    <a:pt x="433" y="0"/>
                  </a:lnTo>
                  <a:lnTo>
                    <a:pt x="380" y="1"/>
                  </a:lnTo>
                  <a:lnTo>
                    <a:pt x="328" y="3"/>
                  </a:lnTo>
                  <a:lnTo>
                    <a:pt x="276" y="10"/>
                  </a:lnTo>
                  <a:lnTo>
                    <a:pt x="223" y="19"/>
                  </a:lnTo>
                  <a:lnTo>
                    <a:pt x="172" y="30"/>
                  </a:lnTo>
                  <a:lnTo>
                    <a:pt x="121" y="46"/>
                  </a:lnTo>
                  <a:lnTo>
                    <a:pt x="72" y="67"/>
                  </a:lnTo>
                  <a:lnTo>
                    <a:pt x="24" y="89"/>
                  </a:lnTo>
                  <a:lnTo>
                    <a:pt x="25" y="89"/>
                  </a:lnTo>
                  <a:lnTo>
                    <a:pt x="24" y="89"/>
                  </a:lnTo>
                  <a:lnTo>
                    <a:pt x="8" y="102"/>
                  </a:lnTo>
                  <a:lnTo>
                    <a:pt x="0" y="118"/>
                  </a:lnTo>
                  <a:lnTo>
                    <a:pt x="0" y="136"/>
                  </a:lnTo>
                  <a:lnTo>
                    <a:pt x="6" y="152"/>
                  </a:lnTo>
                  <a:lnTo>
                    <a:pt x="17" y="165"/>
                  </a:lnTo>
                  <a:lnTo>
                    <a:pt x="31" y="175"/>
                  </a:lnTo>
                  <a:lnTo>
                    <a:pt x="48" y="177"/>
                  </a:lnTo>
                  <a:lnTo>
                    <a:pt x="68" y="171"/>
                  </a:lnTo>
                  <a:lnTo>
                    <a:pt x="67" y="1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1643" name="Freeform 41"/>
            <p:cNvSpPr>
              <a:spLocks/>
            </p:cNvSpPr>
            <p:nvPr/>
          </p:nvSpPr>
          <p:spPr bwMode="auto">
            <a:xfrm>
              <a:off x="931" y="1456"/>
              <a:ext cx="280" cy="158"/>
            </a:xfrm>
            <a:custGeom>
              <a:avLst/>
              <a:gdLst>
                <a:gd name="T0" fmla="*/ 1 w 1402"/>
                <a:gd name="T1" fmla="*/ 6 h 787"/>
                <a:gd name="T2" fmla="*/ 1 w 1402"/>
                <a:gd name="T3" fmla="*/ 6 h 787"/>
                <a:gd name="T4" fmla="*/ 11 w 1402"/>
                <a:gd name="T5" fmla="*/ 1 h 787"/>
                <a:gd name="T6" fmla="*/ 11 w 1402"/>
                <a:gd name="T7" fmla="*/ 0 h 787"/>
                <a:gd name="T8" fmla="*/ 0 w 1402"/>
                <a:gd name="T9" fmla="*/ 6 h 787"/>
                <a:gd name="T10" fmla="*/ 0 w 1402"/>
                <a:gd name="T11" fmla="*/ 6 h 787"/>
                <a:gd name="T12" fmla="*/ 0 w 1402"/>
                <a:gd name="T13" fmla="*/ 6 h 787"/>
                <a:gd name="T14" fmla="*/ 0 w 1402"/>
                <a:gd name="T15" fmla="*/ 6 h 787"/>
                <a:gd name="T16" fmla="*/ 0 w 1402"/>
                <a:gd name="T17" fmla="*/ 6 h 787"/>
                <a:gd name="T18" fmla="*/ 0 w 1402"/>
                <a:gd name="T19" fmla="*/ 6 h 787"/>
                <a:gd name="T20" fmla="*/ 0 w 1402"/>
                <a:gd name="T21" fmla="*/ 6 h 787"/>
                <a:gd name="T22" fmla="*/ 0 w 1402"/>
                <a:gd name="T23" fmla="*/ 6 h 787"/>
                <a:gd name="T24" fmla="*/ 0 w 1402"/>
                <a:gd name="T25" fmla="*/ 6 h 787"/>
                <a:gd name="T26" fmla="*/ 0 w 1402"/>
                <a:gd name="T27" fmla="*/ 6 h 787"/>
                <a:gd name="T28" fmla="*/ 1 w 1402"/>
                <a:gd name="T29" fmla="*/ 6 h 787"/>
                <a:gd name="T30" fmla="*/ 1 w 1402"/>
                <a:gd name="T31" fmla="*/ 6 h 78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02"/>
                <a:gd name="T49" fmla="*/ 0 h 787"/>
                <a:gd name="T50" fmla="*/ 1402 w 1402"/>
                <a:gd name="T51" fmla="*/ 787 h 78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02" h="787">
                  <a:moveTo>
                    <a:pt x="69" y="781"/>
                  </a:moveTo>
                  <a:lnTo>
                    <a:pt x="66" y="781"/>
                  </a:lnTo>
                  <a:lnTo>
                    <a:pt x="1402" y="82"/>
                  </a:lnTo>
                  <a:lnTo>
                    <a:pt x="1360" y="0"/>
                  </a:lnTo>
                  <a:lnTo>
                    <a:pt x="24" y="699"/>
                  </a:lnTo>
                  <a:lnTo>
                    <a:pt x="22" y="699"/>
                  </a:lnTo>
                  <a:lnTo>
                    <a:pt x="24" y="699"/>
                  </a:lnTo>
                  <a:lnTo>
                    <a:pt x="8" y="712"/>
                  </a:lnTo>
                  <a:lnTo>
                    <a:pt x="1" y="727"/>
                  </a:lnTo>
                  <a:lnTo>
                    <a:pt x="0" y="744"/>
                  </a:lnTo>
                  <a:lnTo>
                    <a:pt x="5" y="761"/>
                  </a:lnTo>
                  <a:lnTo>
                    <a:pt x="15" y="775"/>
                  </a:lnTo>
                  <a:lnTo>
                    <a:pt x="30" y="784"/>
                  </a:lnTo>
                  <a:lnTo>
                    <a:pt x="46" y="787"/>
                  </a:lnTo>
                  <a:lnTo>
                    <a:pt x="66" y="781"/>
                  </a:lnTo>
                  <a:lnTo>
                    <a:pt x="69" y="7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1644" name="Freeform 42"/>
            <p:cNvSpPr>
              <a:spLocks/>
            </p:cNvSpPr>
            <p:nvPr/>
          </p:nvSpPr>
          <p:spPr bwMode="auto">
            <a:xfrm>
              <a:off x="868" y="1596"/>
              <a:ext cx="77" cy="126"/>
            </a:xfrm>
            <a:custGeom>
              <a:avLst/>
              <a:gdLst>
                <a:gd name="T0" fmla="*/ 1 w 382"/>
                <a:gd name="T1" fmla="*/ 5 h 628"/>
                <a:gd name="T2" fmla="*/ 1 w 382"/>
                <a:gd name="T3" fmla="*/ 5 h 628"/>
                <a:gd name="T4" fmla="*/ 1 w 382"/>
                <a:gd name="T5" fmla="*/ 4 h 628"/>
                <a:gd name="T6" fmla="*/ 1 w 382"/>
                <a:gd name="T7" fmla="*/ 4 h 628"/>
                <a:gd name="T8" fmla="*/ 1 w 382"/>
                <a:gd name="T9" fmla="*/ 4 h 628"/>
                <a:gd name="T10" fmla="*/ 1 w 382"/>
                <a:gd name="T11" fmla="*/ 3 h 628"/>
                <a:gd name="T12" fmla="*/ 1 w 382"/>
                <a:gd name="T13" fmla="*/ 3 h 628"/>
                <a:gd name="T14" fmla="*/ 1 w 382"/>
                <a:gd name="T15" fmla="*/ 3 h 628"/>
                <a:gd name="T16" fmla="*/ 1 w 382"/>
                <a:gd name="T17" fmla="*/ 3 h 628"/>
                <a:gd name="T18" fmla="*/ 1 w 382"/>
                <a:gd name="T19" fmla="*/ 2 h 628"/>
                <a:gd name="T20" fmla="*/ 2 w 382"/>
                <a:gd name="T21" fmla="*/ 2 h 628"/>
                <a:gd name="T22" fmla="*/ 2 w 382"/>
                <a:gd name="T23" fmla="*/ 2 h 628"/>
                <a:gd name="T24" fmla="*/ 2 w 382"/>
                <a:gd name="T25" fmla="*/ 2 h 628"/>
                <a:gd name="T26" fmla="*/ 2 w 382"/>
                <a:gd name="T27" fmla="*/ 1 h 628"/>
                <a:gd name="T28" fmla="*/ 2 w 382"/>
                <a:gd name="T29" fmla="*/ 1 h 628"/>
                <a:gd name="T30" fmla="*/ 3 w 382"/>
                <a:gd name="T31" fmla="*/ 1 h 628"/>
                <a:gd name="T32" fmla="*/ 3 w 382"/>
                <a:gd name="T33" fmla="*/ 1 h 628"/>
                <a:gd name="T34" fmla="*/ 3 w 382"/>
                <a:gd name="T35" fmla="*/ 1 h 628"/>
                <a:gd name="T36" fmla="*/ 3 w 382"/>
                <a:gd name="T37" fmla="*/ 0 h 628"/>
                <a:gd name="T38" fmla="*/ 2 w 382"/>
                <a:gd name="T39" fmla="*/ 0 h 628"/>
                <a:gd name="T40" fmla="*/ 2 w 382"/>
                <a:gd name="T41" fmla="*/ 0 h 628"/>
                <a:gd name="T42" fmla="*/ 2 w 382"/>
                <a:gd name="T43" fmla="*/ 1 h 628"/>
                <a:gd name="T44" fmla="*/ 2 w 382"/>
                <a:gd name="T45" fmla="*/ 1 h 628"/>
                <a:gd name="T46" fmla="*/ 1 w 382"/>
                <a:gd name="T47" fmla="*/ 1 h 628"/>
                <a:gd name="T48" fmla="*/ 1 w 382"/>
                <a:gd name="T49" fmla="*/ 1 h 628"/>
                <a:gd name="T50" fmla="*/ 1 w 382"/>
                <a:gd name="T51" fmla="*/ 2 h 628"/>
                <a:gd name="T52" fmla="*/ 1 w 382"/>
                <a:gd name="T53" fmla="*/ 2 h 628"/>
                <a:gd name="T54" fmla="*/ 1 w 382"/>
                <a:gd name="T55" fmla="*/ 2 h 628"/>
                <a:gd name="T56" fmla="*/ 0 w 382"/>
                <a:gd name="T57" fmla="*/ 3 h 628"/>
                <a:gd name="T58" fmla="*/ 0 w 382"/>
                <a:gd name="T59" fmla="*/ 3 h 628"/>
                <a:gd name="T60" fmla="*/ 0 w 382"/>
                <a:gd name="T61" fmla="*/ 3 h 628"/>
                <a:gd name="T62" fmla="*/ 0 w 382"/>
                <a:gd name="T63" fmla="*/ 4 h 628"/>
                <a:gd name="T64" fmla="*/ 0 w 382"/>
                <a:gd name="T65" fmla="*/ 4 h 628"/>
                <a:gd name="T66" fmla="*/ 0 w 382"/>
                <a:gd name="T67" fmla="*/ 4 h 628"/>
                <a:gd name="T68" fmla="*/ 0 w 382"/>
                <a:gd name="T69" fmla="*/ 5 h 628"/>
                <a:gd name="T70" fmla="*/ 0 w 382"/>
                <a:gd name="T71" fmla="*/ 5 h 628"/>
                <a:gd name="T72" fmla="*/ 0 w 382"/>
                <a:gd name="T73" fmla="*/ 5 h 628"/>
                <a:gd name="T74" fmla="*/ 0 w 382"/>
                <a:gd name="T75" fmla="*/ 5 h 628"/>
                <a:gd name="T76" fmla="*/ 0 w 382"/>
                <a:gd name="T77" fmla="*/ 5 h 628"/>
                <a:gd name="T78" fmla="*/ 0 w 382"/>
                <a:gd name="T79" fmla="*/ 5 h 628"/>
                <a:gd name="T80" fmla="*/ 0 w 382"/>
                <a:gd name="T81" fmla="*/ 5 h 628"/>
                <a:gd name="T82" fmla="*/ 1 w 382"/>
                <a:gd name="T83" fmla="*/ 5 h 628"/>
                <a:gd name="T84" fmla="*/ 1 w 382"/>
                <a:gd name="T85" fmla="*/ 5 h 628"/>
                <a:gd name="T86" fmla="*/ 1 w 382"/>
                <a:gd name="T87" fmla="*/ 5 h 628"/>
                <a:gd name="T88" fmla="*/ 1 w 382"/>
                <a:gd name="T89" fmla="*/ 5 h 628"/>
                <a:gd name="T90" fmla="*/ 1 w 382"/>
                <a:gd name="T91" fmla="*/ 5 h 628"/>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382"/>
                <a:gd name="T139" fmla="*/ 0 h 628"/>
                <a:gd name="T140" fmla="*/ 382 w 382"/>
                <a:gd name="T141" fmla="*/ 628 h 628"/>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382" h="628">
                  <a:moveTo>
                    <a:pt x="94" y="581"/>
                  </a:moveTo>
                  <a:lnTo>
                    <a:pt x="94" y="582"/>
                  </a:lnTo>
                  <a:lnTo>
                    <a:pt x="96" y="541"/>
                  </a:lnTo>
                  <a:lnTo>
                    <a:pt x="99" y="500"/>
                  </a:lnTo>
                  <a:lnTo>
                    <a:pt x="106" y="463"/>
                  </a:lnTo>
                  <a:lnTo>
                    <a:pt x="115" y="424"/>
                  </a:lnTo>
                  <a:lnTo>
                    <a:pt x="127" y="389"/>
                  </a:lnTo>
                  <a:lnTo>
                    <a:pt x="140" y="353"/>
                  </a:lnTo>
                  <a:lnTo>
                    <a:pt x="156" y="320"/>
                  </a:lnTo>
                  <a:lnTo>
                    <a:pt x="173" y="287"/>
                  </a:lnTo>
                  <a:lnTo>
                    <a:pt x="193" y="255"/>
                  </a:lnTo>
                  <a:lnTo>
                    <a:pt x="214" y="226"/>
                  </a:lnTo>
                  <a:lnTo>
                    <a:pt x="238" y="198"/>
                  </a:lnTo>
                  <a:lnTo>
                    <a:pt x="263" y="172"/>
                  </a:lnTo>
                  <a:lnTo>
                    <a:pt x="290" y="146"/>
                  </a:lnTo>
                  <a:lnTo>
                    <a:pt x="318" y="122"/>
                  </a:lnTo>
                  <a:lnTo>
                    <a:pt x="349" y="101"/>
                  </a:lnTo>
                  <a:lnTo>
                    <a:pt x="382" y="82"/>
                  </a:lnTo>
                  <a:lnTo>
                    <a:pt x="335" y="0"/>
                  </a:lnTo>
                  <a:lnTo>
                    <a:pt x="297" y="23"/>
                  </a:lnTo>
                  <a:lnTo>
                    <a:pt x="262" y="49"/>
                  </a:lnTo>
                  <a:lnTo>
                    <a:pt x="229" y="76"/>
                  </a:lnTo>
                  <a:lnTo>
                    <a:pt x="198" y="104"/>
                  </a:lnTo>
                  <a:lnTo>
                    <a:pt x="167" y="137"/>
                  </a:lnTo>
                  <a:lnTo>
                    <a:pt x="142" y="170"/>
                  </a:lnTo>
                  <a:lnTo>
                    <a:pt x="116" y="204"/>
                  </a:lnTo>
                  <a:lnTo>
                    <a:pt x="94" y="240"/>
                  </a:lnTo>
                  <a:lnTo>
                    <a:pt x="74" y="278"/>
                  </a:lnTo>
                  <a:lnTo>
                    <a:pt x="54" y="317"/>
                  </a:lnTo>
                  <a:lnTo>
                    <a:pt x="38" y="359"/>
                  </a:lnTo>
                  <a:lnTo>
                    <a:pt x="26" y="401"/>
                  </a:lnTo>
                  <a:lnTo>
                    <a:pt x="15" y="444"/>
                  </a:lnTo>
                  <a:lnTo>
                    <a:pt x="8" y="489"/>
                  </a:lnTo>
                  <a:lnTo>
                    <a:pt x="2" y="534"/>
                  </a:lnTo>
                  <a:lnTo>
                    <a:pt x="0" y="580"/>
                  </a:lnTo>
                  <a:lnTo>
                    <a:pt x="0" y="581"/>
                  </a:lnTo>
                  <a:lnTo>
                    <a:pt x="0" y="580"/>
                  </a:lnTo>
                  <a:lnTo>
                    <a:pt x="3" y="600"/>
                  </a:lnTo>
                  <a:lnTo>
                    <a:pt x="14" y="615"/>
                  </a:lnTo>
                  <a:lnTo>
                    <a:pt x="29" y="625"/>
                  </a:lnTo>
                  <a:lnTo>
                    <a:pt x="45" y="628"/>
                  </a:lnTo>
                  <a:lnTo>
                    <a:pt x="63" y="626"/>
                  </a:lnTo>
                  <a:lnTo>
                    <a:pt x="78" y="616"/>
                  </a:lnTo>
                  <a:lnTo>
                    <a:pt x="89" y="602"/>
                  </a:lnTo>
                  <a:lnTo>
                    <a:pt x="94" y="582"/>
                  </a:lnTo>
                  <a:lnTo>
                    <a:pt x="94" y="5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1645" name="Freeform 43"/>
            <p:cNvSpPr>
              <a:spLocks/>
            </p:cNvSpPr>
            <p:nvPr/>
          </p:nvSpPr>
          <p:spPr bwMode="auto">
            <a:xfrm>
              <a:off x="868" y="1712"/>
              <a:ext cx="19" cy="364"/>
            </a:xfrm>
            <a:custGeom>
              <a:avLst/>
              <a:gdLst>
                <a:gd name="T0" fmla="*/ 1 w 94"/>
                <a:gd name="T1" fmla="*/ 14 h 1818"/>
                <a:gd name="T2" fmla="*/ 1 w 94"/>
                <a:gd name="T3" fmla="*/ 14 h 1818"/>
                <a:gd name="T4" fmla="*/ 1 w 94"/>
                <a:gd name="T5" fmla="*/ 0 h 1818"/>
                <a:gd name="T6" fmla="*/ 0 w 94"/>
                <a:gd name="T7" fmla="*/ 0 h 1818"/>
                <a:gd name="T8" fmla="*/ 0 w 94"/>
                <a:gd name="T9" fmla="*/ 14 h 1818"/>
                <a:gd name="T10" fmla="*/ 0 w 94"/>
                <a:gd name="T11" fmla="*/ 14 h 1818"/>
                <a:gd name="T12" fmla="*/ 0 w 94"/>
                <a:gd name="T13" fmla="*/ 14 h 1818"/>
                <a:gd name="T14" fmla="*/ 0 w 94"/>
                <a:gd name="T15" fmla="*/ 14 h 1818"/>
                <a:gd name="T16" fmla="*/ 0 w 94"/>
                <a:gd name="T17" fmla="*/ 14 h 1818"/>
                <a:gd name="T18" fmla="*/ 0 w 94"/>
                <a:gd name="T19" fmla="*/ 15 h 1818"/>
                <a:gd name="T20" fmla="*/ 0 w 94"/>
                <a:gd name="T21" fmla="*/ 15 h 1818"/>
                <a:gd name="T22" fmla="*/ 1 w 94"/>
                <a:gd name="T23" fmla="*/ 15 h 1818"/>
                <a:gd name="T24" fmla="*/ 1 w 94"/>
                <a:gd name="T25" fmla="*/ 14 h 1818"/>
                <a:gd name="T26" fmla="*/ 1 w 94"/>
                <a:gd name="T27" fmla="*/ 14 h 1818"/>
                <a:gd name="T28" fmla="*/ 1 w 94"/>
                <a:gd name="T29" fmla="*/ 14 h 1818"/>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94"/>
                <a:gd name="T46" fmla="*/ 0 h 1818"/>
                <a:gd name="T47" fmla="*/ 94 w 94"/>
                <a:gd name="T48" fmla="*/ 1818 h 1818"/>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94" h="1818">
                  <a:moveTo>
                    <a:pt x="94" y="1771"/>
                  </a:moveTo>
                  <a:lnTo>
                    <a:pt x="94" y="1771"/>
                  </a:lnTo>
                  <a:lnTo>
                    <a:pt x="94" y="0"/>
                  </a:lnTo>
                  <a:lnTo>
                    <a:pt x="0" y="0"/>
                  </a:lnTo>
                  <a:lnTo>
                    <a:pt x="0" y="1771"/>
                  </a:lnTo>
                  <a:lnTo>
                    <a:pt x="3" y="1791"/>
                  </a:lnTo>
                  <a:lnTo>
                    <a:pt x="15" y="1806"/>
                  </a:lnTo>
                  <a:lnTo>
                    <a:pt x="29" y="1814"/>
                  </a:lnTo>
                  <a:lnTo>
                    <a:pt x="47" y="1818"/>
                  </a:lnTo>
                  <a:lnTo>
                    <a:pt x="64" y="1814"/>
                  </a:lnTo>
                  <a:lnTo>
                    <a:pt x="79" y="1806"/>
                  </a:lnTo>
                  <a:lnTo>
                    <a:pt x="90" y="1791"/>
                  </a:lnTo>
                  <a:lnTo>
                    <a:pt x="94" y="17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1646" name="Freeform 44"/>
            <p:cNvSpPr>
              <a:spLocks/>
            </p:cNvSpPr>
            <p:nvPr/>
          </p:nvSpPr>
          <p:spPr bwMode="auto">
            <a:xfrm>
              <a:off x="868" y="2067"/>
              <a:ext cx="90" cy="160"/>
            </a:xfrm>
            <a:custGeom>
              <a:avLst/>
              <a:gdLst>
                <a:gd name="T0" fmla="*/ 3 w 449"/>
                <a:gd name="T1" fmla="*/ 6 h 803"/>
                <a:gd name="T2" fmla="*/ 3 w 449"/>
                <a:gd name="T3" fmla="*/ 6 h 803"/>
                <a:gd name="T4" fmla="*/ 3 w 449"/>
                <a:gd name="T5" fmla="*/ 5 h 803"/>
                <a:gd name="T6" fmla="*/ 3 w 449"/>
                <a:gd name="T7" fmla="*/ 5 h 803"/>
                <a:gd name="T8" fmla="*/ 3 w 449"/>
                <a:gd name="T9" fmla="*/ 5 h 803"/>
                <a:gd name="T10" fmla="*/ 2 w 449"/>
                <a:gd name="T11" fmla="*/ 5 h 803"/>
                <a:gd name="T12" fmla="*/ 2 w 449"/>
                <a:gd name="T13" fmla="*/ 4 h 803"/>
                <a:gd name="T14" fmla="*/ 2 w 449"/>
                <a:gd name="T15" fmla="*/ 4 h 803"/>
                <a:gd name="T16" fmla="*/ 2 w 449"/>
                <a:gd name="T17" fmla="*/ 4 h 803"/>
                <a:gd name="T18" fmla="*/ 2 w 449"/>
                <a:gd name="T19" fmla="*/ 3 h 803"/>
                <a:gd name="T20" fmla="*/ 1 w 449"/>
                <a:gd name="T21" fmla="*/ 3 h 803"/>
                <a:gd name="T22" fmla="*/ 1 w 449"/>
                <a:gd name="T23" fmla="*/ 2 h 803"/>
                <a:gd name="T24" fmla="*/ 1 w 449"/>
                <a:gd name="T25" fmla="*/ 2 h 803"/>
                <a:gd name="T26" fmla="*/ 1 w 449"/>
                <a:gd name="T27" fmla="*/ 2 h 803"/>
                <a:gd name="T28" fmla="*/ 1 w 449"/>
                <a:gd name="T29" fmla="*/ 1 h 803"/>
                <a:gd name="T30" fmla="*/ 1 w 449"/>
                <a:gd name="T31" fmla="*/ 1 h 803"/>
                <a:gd name="T32" fmla="*/ 1 w 449"/>
                <a:gd name="T33" fmla="*/ 0 h 803"/>
                <a:gd name="T34" fmla="*/ 1 w 449"/>
                <a:gd name="T35" fmla="*/ 0 h 803"/>
                <a:gd name="T36" fmla="*/ 0 w 449"/>
                <a:gd name="T37" fmla="*/ 0 h 803"/>
                <a:gd name="T38" fmla="*/ 0 w 449"/>
                <a:gd name="T39" fmla="*/ 0 h 803"/>
                <a:gd name="T40" fmla="*/ 0 w 449"/>
                <a:gd name="T41" fmla="*/ 1 h 803"/>
                <a:gd name="T42" fmla="*/ 0 w 449"/>
                <a:gd name="T43" fmla="*/ 1 h 803"/>
                <a:gd name="T44" fmla="*/ 0 w 449"/>
                <a:gd name="T45" fmla="*/ 2 h 803"/>
                <a:gd name="T46" fmla="*/ 0 w 449"/>
                <a:gd name="T47" fmla="*/ 2 h 803"/>
                <a:gd name="T48" fmla="*/ 0 w 449"/>
                <a:gd name="T49" fmla="*/ 3 h 803"/>
                <a:gd name="T50" fmla="*/ 1 w 449"/>
                <a:gd name="T51" fmla="*/ 3 h 803"/>
                <a:gd name="T52" fmla="*/ 1 w 449"/>
                <a:gd name="T53" fmla="*/ 4 h 803"/>
                <a:gd name="T54" fmla="*/ 1 w 449"/>
                <a:gd name="T55" fmla="*/ 4 h 803"/>
                <a:gd name="T56" fmla="*/ 1 w 449"/>
                <a:gd name="T57" fmla="*/ 4 h 803"/>
                <a:gd name="T58" fmla="*/ 2 w 449"/>
                <a:gd name="T59" fmla="*/ 5 h 803"/>
                <a:gd name="T60" fmla="*/ 2 w 449"/>
                <a:gd name="T61" fmla="*/ 5 h 803"/>
                <a:gd name="T62" fmla="*/ 2 w 449"/>
                <a:gd name="T63" fmla="*/ 5 h 803"/>
                <a:gd name="T64" fmla="*/ 2 w 449"/>
                <a:gd name="T65" fmla="*/ 6 h 803"/>
                <a:gd name="T66" fmla="*/ 3 w 449"/>
                <a:gd name="T67" fmla="*/ 6 h 803"/>
                <a:gd name="T68" fmla="*/ 3 w 449"/>
                <a:gd name="T69" fmla="*/ 6 h 803"/>
                <a:gd name="T70" fmla="*/ 3 w 449"/>
                <a:gd name="T71" fmla="*/ 6 h 803"/>
                <a:gd name="T72" fmla="*/ 3 w 449"/>
                <a:gd name="T73" fmla="*/ 6 h 803"/>
                <a:gd name="T74" fmla="*/ 3 w 449"/>
                <a:gd name="T75" fmla="*/ 6 h 803"/>
                <a:gd name="T76" fmla="*/ 3 w 449"/>
                <a:gd name="T77" fmla="*/ 6 h 803"/>
                <a:gd name="T78" fmla="*/ 3 w 449"/>
                <a:gd name="T79" fmla="*/ 6 h 803"/>
                <a:gd name="T80" fmla="*/ 4 w 449"/>
                <a:gd name="T81" fmla="*/ 6 h 803"/>
                <a:gd name="T82" fmla="*/ 4 w 449"/>
                <a:gd name="T83" fmla="*/ 6 h 803"/>
                <a:gd name="T84" fmla="*/ 4 w 449"/>
                <a:gd name="T85" fmla="*/ 6 h 803"/>
                <a:gd name="T86" fmla="*/ 4 w 449"/>
                <a:gd name="T87" fmla="*/ 6 h 803"/>
                <a:gd name="T88" fmla="*/ 3 w 449"/>
                <a:gd name="T89" fmla="*/ 6 h 803"/>
                <a:gd name="T90" fmla="*/ 3 w 449"/>
                <a:gd name="T91" fmla="*/ 6 h 80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449"/>
                <a:gd name="T139" fmla="*/ 0 h 803"/>
                <a:gd name="T140" fmla="*/ 449 w 449"/>
                <a:gd name="T141" fmla="*/ 803 h 80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449" h="803">
                  <a:moveTo>
                    <a:pt x="426" y="717"/>
                  </a:moveTo>
                  <a:lnTo>
                    <a:pt x="427" y="717"/>
                  </a:lnTo>
                  <a:lnTo>
                    <a:pt x="395" y="693"/>
                  </a:lnTo>
                  <a:lnTo>
                    <a:pt x="361" y="662"/>
                  </a:lnTo>
                  <a:lnTo>
                    <a:pt x="329" y="628"/>
                  </a:lnTo>
                  <a:lnTo>
                    <a:pt x="299" y="591"/>
                  </a:lnTo>
                  <a:lnTo>
                    <a:pt x="269" y="551"/>
                  </a:lnTo>
                  <a:lnTo>
                    <a:pt x="241" y="507"/>
                  </a:lnTo>
                  <a:lnTo>
                    <a:pt x="215" y="460"/>
                  </a:lnTo>
                  <a:lnTo>
                    <a:pt x="191" y="412"/>
                  </a:lnTo>
                  <a:lnTo>
                    <a:pt x="170" y="363"/>
                  </a:lnTo>
                  <a:lnTo>
                    <a:pt x="151" y="312"/>
                  </a:lnTo>
                  <a:lnTo>
                    <a:pt x="133" y="259"/>
                  </a:lnTo>
                  <a:lnTo>
                    <a:pt x="119" y="207"/>
                  </a:lnTo>
                  <a:lnTo>
                    <a:pt x="108" y="156"/>
                  </a:lnTo>
                  <a:lnTo>
                    <a:pt x="101" y="103"/>
                  </a:lnTo>
                  <a:lnTo>
                    <a:pt x="96" y="51"/>
                  </a:lnTo>
                  <a:lnTo>
                    <a:pt x="94" y="0"/>
                  </a:lnTo>
                  <a:lnTo>
                    <a:pt x="0" y="0"/>
                  </a:lnTo>
                  <a:lnTo>
                    <a:pt x="2" y="56"/>
                  </a:lnTo>
                  <a:lnTo>
                    <a:pt x="7" y="115"/>
                  </a:lnTo>
                  <a:lnTo>
                    <a:pt x="16" y="172"/>
                  </a:lnTo>
                  <a:lnTo>
                    <a:pt x="28" y="231"/>
                  </a:lnTo>
                  <a:lnTo>
                    <a:pt x="44" y="287"/>
                  </a:lnTo>
                  <a:lnTo>
                    <a:pt x="62" y="342"/>
                  </a:lnTo>
                  <a:lnTo>
                    <a:pt x="83" y="398"/>
                  </a:lnTo>
                  <a:lnTo>
                    <a:pt x="106" y="452"/>
                  </a:lnTo>
                  <a:lnTo>
                    <a:pt x="133" y="505"/>
                  </a:lnTo>
                  <a:lnTo>
                    <a:pt x="161" y="554"/>
                  </a:lnTo>
                  <a:lnTo>
                    <a:pt x="192" y="602"/>
                  </a:lnTo>
                  <a:lnTo>
                    <a:pt x="224" y="647"/>
                  </a:lnTo>
                  <a:lnTo>
                    <a:pt x="259" y="689"/>
                  </a:lnTo>
                  <a:lnTo>
                    <a:pt x="295" y="728"/>
                  </a:lnTo>
                  <a:lnTo>
                    <a:pt x="334" y="763"/>
                  </a:lnTo>
                  <a:lnTo>
                    <a:pt x="374" y="795"/>
                  </a:lnTo>
                  <a:lnTo>
                    <a:pt x="375" y="795"/>
                  </a:lnTo>
                  <a:lnTo>
                    <a:pt x="374" y="795"/>
                  </a:lnTo>
                  <a:lnTo>
                    <a:pt x="392" y="803"/>
                  </a:lnTo>
                  <a:lnTo>
                    <a:pt x="411" y="803"/>
                  </a:lnTo>
                  <a:lnTo>
                    <a:pt x="426" y="795"/>
                  </a:lnTo>
                  <a:lnTo>
                    <a:pt x="439" y="782"/>
                  </a:lnTo>
                  <a:lnTo>
                    <a:pt x="446" y="766"/>
                  </a:lnTo>
                  <a:lnTo>
                    <a:pt x="449" y="749"/>
                  </a:lnTo>
                  <a:lnTo>
                    <a:pt x="441" y="732"/>
                  </a:lnTo>
                  <a:lnTo>
                    <a:pt x="427" y="717"/>
                  </a:lnTo>
                  <a:lnTo>
                    <a:pt x="426" y="71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1647" name="Freeform 45"/>
            <p:cNvSpPr>
              <a:spLocks/>
            </p:cNvSpPr>
            <p:nvPr/>
          </p:nvSpPr>
          <p:spPr bwMode="auto">
            <a:xfrm>
              <a:off x="883" y="1673"/>
              <a:ext cx="379" cy="690"/>
            </a:xfrm>
            <a:custGeom>
              <a:avLst/>
              <a:gdLst>
                <a:gd name="T0" fmla="*/ 12 w 1897"/>
                <a:gd name="T1" fmla="*/ 6 h 3450"/>
                <a:gd name="T2" fmla="*/ 13 w 1897"/>
                <a:gd name="T3" fmla="*/ 7 h 3450"/>
                <a:gd name="T4" fmla="*/ 13 w 1897"/>
                <a:gd name="T5" fmla="*/ 7 h 3450"/>
                <a:gd name="T6" fmla="*/ 14 w 1897"/>
                <a:gd name="T7" fmla="*/ 8 h 3450"/>
                <a:gd name="T8" fmla="*/ 14 w 1897"/>
                <a:gd name="T9" fmla="*/ 9 h 3450"/>
                <a:gd name="T10" fmla="*/ 15 w 1897"/>
                <a:gd name="T11" fmla="*/ 10 h 3450"/>
                <a:gd name="T12" fmla="*/ 15 w 1897"/>
                <a:gd name="T13" fmla="*/ 11 h 3450"/>
                <a:gd name="T14" fmla="*/ 15 w 1897"/>
                <a:gd name="T15" fmla="*/ 11 h 3450"/>
                <a:gd name="T16" fmla="*/ 15 w 1897"/>
                <a:gd name="T17" fmla="*/ 12 h 3450"/>
                <a:gd name="T18" fmla="*/ 15 w 1897"/>
                <a:gd name="T19" fmla="*/ 26 h 3450"/>
                <a:gd name="T20" fmla="*/ 15 w 1897"/>
                <a:gd name="T21" fmla="*/ 26 h 3450"/>
                <a:gd name="T22" fmla="*/ 15 w 1897"/>
                <a:gd name="T23" fmla="*/ 27 h 3450"/>
                <a:gd name="T24" fmla="*/ 15 w 1897"/>
                <a:gd name="T25" fmla="*/ 27 h 3450"/>
                <a:gd name="T26" fmla="*/ 14 w 1897"/>
                <a:gd name="T27" fmla="*/ 27 h 3450"/>
                <a:gd name="T28" fmla="*/ 14 w 1897"/>
                <a:gd name="T29" fmla="*/ 28 h 3450"/>
                <a:gd name="T30" fmla="*/ 13 w 1897"/>
                <a:gd name="T31" fmla="*/ 28 h 3450"/>
                <a:gd name="T32" fmla="*/ 13 w 1897"/>
                <a:gd name="T33" fmla="*/ 27 h 3450"/>
                <a:gd name="T34" fmla="*/ 3 w 1897"/>
                <a:gd name="T35" fmla="*/ 21 h 3450"/>
                <a:gd name="T36" fmla="*/ 2 w 1897"/>
                <a:gd name="T37" fmla="*/ 21 h 3450"/>
                <a:gd name="T38" fmla="*/ 2 w 1897"/>
                <a:gd name="T39" fmla="*/ 20 h 3450"/>
                <a:gd name="T40" fmla="*/ 1 w 1897"/>
                <a:gd name="T41" fmla="*/ 19 h 3450"/>
                <a:gd name="T42" fmla="*/ 1 w 1897"/>
                <a:gd name="T43" fmla="*/ 19 h 3450"/>
                <a:gd name="T44" fmla="*/ 0 w 1897"/>
                <a:gd name="T45" fmla="*/ 18 h 3450"/>
                <a:gd name="T46" fmla="*/ 0 w 1897"/>
                <a:gd name="T47" fmla="*/ 17 h 3450"/>
                <a:gd name="T48" fmla="*/ 0 w 1897"/>
                <a:gd name="T49" fmla="*/ 16 h 3450"/>
                <a:gd name="T50" fmla="*/ 0 w 1897"/>
                <a:gd name="T51" fmla="*/ 15 h 3450"/>
                <a:gd name="T52" fmla="*/ 0 w 1897"/>
                <a:gd name="T53" fmla="*/ 2 h 3450"/>
                <a:gd name="T54" fmla="*/ 0 w 1897"/>
                <a:gd name="T55" fmla="*/ 1 h 3450"/>
                <a:gd name="T56" fmla="*/ 0 w 1897"/>
                <a:gd name="T57" fmla="*/ 1 h 3450"/>
                <a:gd name="T58" fmla="*/ 1 w 1897"/>
                <a:gd name="T59" fmla="*/ 0 h 3450"/>
                <a:gd name="T60" fmla="*/ 1 w 1897"/>
                <a:gd name="T61" fmla="*/ 0 h 3450"/>
                <a:gd name="T62" fmla="*/ 1 w 1897"/>
                <a:gd name="T63" fmla="*/ 0 h 3450"/>
                <a:gd name="T64" fmla="*/ 2 w 1897"/>
                <a:gd name="T65" fmla="*/ 0 h 3450"/>
                <a:gd name="T66" fmla="*/ 3 w 1897"/>
                <a:gd name="T67" fmla="*/ 0 h 3450"/>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897"/>
                <a:gd name="T103" fmla="*/ 0 h 3450"/>
                <a:gd name="T104" fmla="*/ 1897 w 1897"/>
                <a:gd name="T105" fmla="*/ 3450 h 3450"/>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897" h="3450">
                  <a:moveTo>
                    <a:pt x="357" y="49"/>
                  </a:moveTo>
                  <a:lnTo>
                    <a:pt x="1542" y="806"/>
                  </a:lnTo>
                  <a:lnTo>
                    <a:pt x="1579" y="832"/>
                  </a:lnTo>
                  <a:lnTo>
                    <a:pt x="1614" y="861"/>
                  </a:lnTo>
                  <a:lnTo>
                    <a:pt x="1648" y="895"/>
                  </a:lnTo>
                  <a:lnTo>
                    <a:pt x="1681" y="933"/>
                  </a:lnTo>
                  <a:lnTo>
                    <a:pt x="1711" y="973"/>
                  </a:lnTo>
                  <a:lnTo>
                    <a:pt x="1740" y="1016"/>
                  </a:lnTo>
                  <a:lnTo>
                    <a:pt x="1768" y="1062"/>
                  </a:lnTo>
                  <a:lnTo>
                    <a:pt x="1793" y="1109"/>
                  </a:lnTo>
                  <a:lnTo>
                    <a:pt x="1816" y="1158"/>
                  </a:lnTo>
                  <a:lnTo>
                    <a:pt x="1836" y="1208"/>
                  </a:lnTo>
                  <a:lnTo>
                    <a:pt x="1854" y="1260"/>
                  </a:lnTo>
                  <a:lnTo>
                    <a:pt x="1869" y="1313"/>
                  </a:lnTo>
                  <a:lnTo>
                    <a:pt x="1881" y="1364"/>
                  </a:lnTo>
                  <a:lnTo>
                    <a:pt x="1890" y="1417"/>
                  </a:lnTo>
                  <a:lnTo>
                    <a:pt x="1895" y="1469"/>
                  </a:lnTo>
                  <a:lnTo>
                    <a:pt x="1897" y="1519"/>
                  </a:lnTo>
                  <a:lnTo>
                    <a:pt x="1897" y="3142"/>
                  </a:lnTo>
                  <a:lnTo>
                    <a:pt x="1895" y="3190"/>
                  </a:lnTo>
                  <a:lnTo>
                    <a:pt x="1890" y="3235"/>
                  </a:lnTo>
                  <a:lnTo>
                    <a:pt x="1881" y="3276"/>
                  </a:lnTo>
                  <a:lnTo>
                    <a:pt x="1869" y="3313"/>
                  </a:lnTo>
                  <a:lnTo>
                    <a:pt x="1854" y="3346"/>
                  </a:lnTo>
                  <a:lnTo>
                    <a:pt x="1836" y="3375"/>
                  </a:lnTo>
                  <a:lnTo>
                    <a:pt x="1816" y="3398"/>
                  </a:lnTo>
                  <a:lnTo>
                    <a:pt x="1793" y="3418"/>
                  </a:lnTo>
                  <a:lnTo>
                    <a:pt x="1768" y="3434"/>
                  </a:lnTo>
                  <a:lnTo>
                    <a:pt x="1740" y="3444"/>
                  </a:lnTo>
                  <a:lnTo>
                    <a:pt x="1711" y="3450"/>
                  </a:lnTo>
                  <a:lnTo>
                    <a:pt x="1681" y="3450"/>
                  </a:lnTo>
                  <a:lnTo>
                    <a:pt x="1648" y="3445"/>
                  </a:lnTo>
                  <a:lnTo>
                    <a:pt x="1614" y="3436"/>
                  </a:lnTo>
                  <a:lnTo>
                    <a:pt x="1579" y="3421"/>
                  </a:lnTo>
                  <a:lnTo>
                    <a:pt x="1542" y="3400"/>
                  </a:lnTo>
                  <a:lnTo>
                    <a:pt x="357" y="2643"/>
                  </a:lnTo>
                  <a:lnTo>
                    <a:pt x="320" y="2618"/>
                  </a:lnTo>
                  <a:lnTo>
                    <a:pt x="285" y="2588"/>
                  </a:lnTo>
                  <a:lnTo>
                    <a:pt x="251" y="2554"/>
                  </a:lnTo>
                  <a:lnTo>
                    <a:pt x="218" y="2517"/>
                  </a:lnTo>
                  <a:lnTo>
                    <a:pt x="187" y="2477"/>
                  </a:lnTo>
                  <a:lnTo>
                    <a:pt x="157" y="2433"/>
                  </a:lnTo>
                  <a:lnTo>
                    <a:pt x="130" y="2388"/>
                  </a:lnTo>
                  <a:lnTo>
                    <a:pt x="105" y="2341"/>
                  </a:lnTo>
                  <a:lnTo>
                    <a:pt x="81" y="2292"/>
                  </a:lnTo>
                  <a:lnTo>
                    <a:pt x="61" y="2241"/>
                  </a:lnTo>
                  <a:lnTo>
                    <a:pt x="44" y="2190"/>
                  </a:lnTo>
                  <a:lnTo>
                    <a:pt x="29" y="2138"/>
                  </a:lnTo>
                  <a:lnTo>
                    <a:pt x="17" y="2085"/>
                  </a:lnTo>
                  <a:lnTo>
                    <a:pt x="7" y="2033"/>
                  </a:lnTo>
                  <a:lnTo>
                    <a:pt x="3" y="1981"/>
                  </a:lnTo>
                  <a:lnTo>
                    <a:pt x="0" y="1931"/>
                  </a:lnTo>
                  <a:lnTo>
                    <a:pt x="0" y="308"/>
                  </a:lnTo>
                  <a:lnTo>
                    <a:pt x="3" y="260"/>
                  </a:lnTo>
                  <a:lnTo>
                    <a:pt x="7" y="215"/>
                  </a:lnTo>
                  <a:lnTo>
                    <a:pt x="17" y="174"/>
                  </a:lnTo>
                  <a:lnTo>
                    <a:pt x="29" y="137"/>
                  </a:lnTo>
                  <a:lnTo>
                    <a:pt x="44" y="104"/>
                  </a:lnTo>
                  <a:lnTo>
                    <a:pt x="61" y="76"/>
                  </a:lnTo>
                  <a:lnTo>
                    <a:pt x="81" y="51"/>
                  </a:lnTo>
                  <a:lnTo>
                    <a:pt x="105" y="31"/>
                  </a:lnTo>
                  <a:lnTo>
                    <a:pt x="130" y="16"/>
                  </a:lnTo>
                  <a:lnTo>
                    <a:pt x="157" y="5"/>
                  </a:lnTo>
                  <a:lnTo>
                    <a:pt x="187" y="0"/>
                  </a:lnTo>
                  <a:lnTo>
                    <a:pt x="218" y="0"/>
                  </a:lnTo>
                  <a:lnTo>
                    <a:pt x="251" y="3"/>
                  </a:lnTo>
                  <a:lnTo>
                    <a:pt x="285" y="14"/>
                  </a:lnTo>
                  <a:lnTo>
                    <a:pt x="320" y="29"/>
                  </a:lnTo>
                  <a:lnTo>
                    <a:pt x="357" y="49"/>
                  </a:lnTo>
                  <a:close/>
                </a:path>
              </a:pathLst>
            </a:custGeom>
            <a:solidFill>
              <a:srgbClr val="BFBFB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1648" name="Freeform 46"/>
            <p:cNvSpPr>
              <a:spLocks/>
            </p:cNvSpPr>
            <p:nvPr/>
          </p:nvSpPr>
          <p:spPr bwMode="auto">
            <a:xfrm>
              <a:off x="1268" y="1663"/>
              <a:ext cx="393" cy="711"/>
            </a:xfrm>
            <a:custGeom>
              <a:avLst/>
              <a:gdLst>
                <a:gd name="T0" fmla="*/ 3 w 1962"/>
                <a:gd name="T1" fmla="*/ 7 h 3555"/>
                <a:gd name="T2" fmla="*/ 2 w 1962"/>
                <a:gd name="T3" fmla="*/ 7 h 3555"/>
                <a:gd name="T4" fmla="*/ 2 w 1962"/>
                <a:gd name="T5" fmla="*/ 8 h 3555"/>
                <a:gd name="T6" fmla="*/ 1 w 1962"/>
                <a:gd name="T7" fmla="*/ 8 h 3555"/>
                <a:gd name="T8" fmla="*/ 1 w 1962"/>
                <a:gd name="T9" fmla="*/ 9 h 3555"/>
                <a:gd name="T10" fmla="*/ 1 w 1962"/>
                <a:gd name="T11" fmla="*/ 10 h 3555"/>
                <a:gd name="T12" fmla="*/ 0 w 1962"/>
                <a:gd name="T13" fmla="*/ 11 h 3555"/>
                <a:gd name="T14" fmla="*/ 0 w 1962"/>
                <a:gd name="T15" fmla="*/ 12 h 3555"/>
                <a:gd name="T16" fmla="*/ 0 w 1962"/>
                <a:gd name="T17" fmla="*/ 13 h 3555"/>
                <a:gd name="T18" fmla="*/ 0 w 1962"/>
                <a:gd name="T19" fmla="*/ 26 h 3555"/>
                <a:gd name="T20" fmla="*/ 0 w 1962"/>
                <a:gd name="T21" fmla="*/ 27 h 3555"/>
                <a:gd name="T22" fmla="*/ 0 w 1962"/>
                <a:gd name="T23" fmla="*/ 28 h 3555"/>
                <a:gd name="T24" fmla="*/ 1 w 1962"/>
                <a:gd name="T25" fmla="*/ 28 h 3555"/>
                <a:gd name="T26" fmla="*/ 1 w 1962"/>
                <a:gd name="T27" fmla="*/ 28 h 3555"/>
                <a:gd name="T28" fmla="*/ 2 w 1962"/>
                <a:gd name="T29" fmla="*/ 28 h 3555"/>
                <a:gd name="T30" fmla="*/ 2 w 1962"/>
                <a:gd name="T31" fmla="*/ 28 h 3555"/>
                <a:gd name="T32" fmla="*/ 3 w 1962"/>
                <a:gd name="T33" fmla="*/ 28 h 3555"/>
                <a:gd name="T34" fmla="*/ 13 w 1962"/>
                <a:gd name="T35" fmla="*/ 22 h 3555"/>
                <a:gd name="T36" fmla="*/ 13 w 1962"/>
                <a:gd name="T37" fmla="*/ 21 h 3555"/>
                <a:gd name="T38" fmla="*/ 14 w 1962"/>
                <a:gd name="T39" fmla="*/ 21 h 3555"/>
                <a:gd name="T40" fmla="*/ 14 w 1962"/>
                <a:gd name="T41" fmla="*/ 20 h 3555"/>
                <a:gd name="T42" fmla="*/ 15 w 1962"/>
                <a:gd name="T43" fmla="*/ 19 h 3555"/>
                <a:gd name="T44" fmla="*/ 15 w 1962"/>
                <a:gd name="T45" fmla="*/ 18 h 3555"/>
                <a:gd name="T46" fmla="*/ 16 w 1962"/>
                <a:gd name="T47" fmla="*/ 18 h 3555"/>
                <a:gd name="T48" fmla="*/ 16 w 1962"/>
                <a:gd name="T49" fmla="*/ 17 h 3555"/>
                <a:gd name="T50" fmla="*/ 16 w 1962"/>
                <a:gd name="T51" fmla="*/ 16 h 3555"/>
                <a:gd name="T52" fmla="*/ 16 w 1962"/>
                <a:gd name="T53" fmla="*/ 2 h 3555"/>
                <a:gd name="T54" fmla="*/ 16 w 1962"/>
                <a:gd name="T55" fmla="*/ 1 h 3555"/>
                <a:gd name="T56" fmla="*/ 15 w 1962"/>
                <a:gd name="T57" fmla="*/ 1 h 3555"/>
                <a:gd name="T58" fmla="*/ 15 w 1962"/>
                <a:gd name="T59" fmla="*/ 0 h 3555"/>
                <a:gd name="T60" fmla="*/ 15 w 1962"/>
                <a:gd name="T61" fmla="*/ 0 h 3555"/>
                <a:gd name="T62" fmla="*/ 14 w 1962"/>
                <a:gd name="T63" fmla="*/ 0 h 3555"/>
                <a:gd name="T64" fmla="*/ 14 w 1962"/>
                <a:gd name="T65" fmla="*/ 0 h 3555"/>
                <a:gd name="T66" fmla="*/ 13 w 1962"/>
                <a:gd name="T67" fmla="*/ 0 h 3555"/>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962"/>
                <a:gd name="T103" fmla="*/ 0 h 3555"/>
                <a:gd name="T104" fmla="*/ 1962 w 1962"/>
                <a:gd name="T105" fmla="*/ 3555 h 3555"/>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962" h="3555">
                  <a:moveTo>
                    <a:pt x="1594" y="50"/>
                  </a:moveTo>
                  <a:lnTo>
                    <a:pt x="368" y="831"/>
                  </a:lnTo>
                  <a:lnTo>
                    <a:pt x="330" y="858"/>
                  </a:lnTo>
                  <a:lnTo>
                    <a:pt x="294" y="888"/>
                  </a:lnTo>
                  <a:lnTo>
                    <a:pt x="259" y="922"/>
                  </a:lnTo>
                  <a:lnTo>
                    <a:pt x="225" y="961"/>
                  </a:lnTo>
                  <a:lnTo>
                    <a:pt x="193" y="1003"/>
                  </a:lnTo>
                  <a:lnTo>
                    <a:pt x="163" y="1047"/>
                  </a:lnTo>
                  <a:lnTo>
                    <a:pt x="133" y="1094"/>
                  </a:lnTo>
                  <a:lnTo>
                    <a:pt x="108" y="1143"/>
                  </a:lnTo>
                  <a:lnTo>
                    <a:pt x="84" y="1193"/>
                  </a:lnTo>
                  <a:lnTo>
                    <a:pt x="63" y="1246"/>
                  </a:lnTo>
                  <a:lnTo>
                    <a:pt x="44" y="1299"/>
                  </a:lnTo>
                  <a:lnTo>
                    <a:pt x="29" y="1353"/>
                  </a:lnTo>
                  <a:lnTo>
                    <a:pt x="16" y="1405"/>
                  </a:lnTo>
                  <a:lnTo>
                    <a:pt x="7" y="1459"/>
                  </a:lnTo>
                  <a:lnTo>
                    <a:pt x="2" y="1512"/>
                  </a:lnTo>
                  <a:lnTo>
                    <a:pt x="0" y="1565"/>
                  </a:lnTo>
                  <a:lnTo>
                    <a:pt x="0" y="3237"/>
                  </a:lnTo>
                  <a:lnTo>
                    <a:pt x="2" y="3287"/>
                  </a:lnTo>
                  <a:lnTo>
                    <a:pt x="7" y="3333"/>
                  </a:lnTo>
                  <a:lnTo>
                    <a:pt x="16" y="3375"/>
                  </a:lnTo>
                  <a:lnTo>
                    <a:pt x="29" y="3413"/>
                  </a:lnTo>
                  <a:lnTo>
                    <a:pt x="44" y="3447"/>
                  </a:lnTo>
                  <a:lnTo>
                    <a:pt x="63" y="3477"/>
                  </a:lnTo>
                  <a:lnTo>
                    <a:pt x="84" y="3502"/>
                  </a:lnTo>
                  <a:lnTo>
                    <a:pt x="108" y="3522"/>
                  </a:lnTo>
                  <a:lnTo>
                    <a:pt x="133" y="3538"/>
                  </a:lnTo>
                  <a:lnTo>
                    <a:pt x="163" y="3549"/>
                  </a:lnTo>
                  <a:lnTo>
                    <a:pt x="193" y="3555"/>
                  </a:lnTo>
                  <a:lnTo>
                    <a:pt x="225" y="3555"/>
                  </a:lnTo>
                  <a:lnTo>
                    <a:pt x="259" y="3550"/>
                  </a:lnTo>
                  <a:lnTo>
                    <a:pt x="294" y="3541"/>
                  </a:lnTo>
                  <a:lnTo>
                    <a:pt x="330" y="3524"/>
                  </a:lnTo>
                  <a:lnTo>
                    <a:pt x="368" y="3503"/>
                  </a:lnTo>
                  <a:lnTo>
                    <a:pt x="1594" y="2722"/>
                  </a:lnTo>
                  <a:lnTo>
                    <a:pt x="1632" y="2696"/>
                  </a:lnTo>
                  <a:lnTo>
                    <a:pt x="1668" y="2665"/>
                  </a:lnTo>
                  <a:lnTo>
                    <a:pt x="1703" y="2631"/>
                  </a:lnTo>
                  <a:lnTo>
                    <a:pt x="1737" y="2592"/>
                  </a:lnTo>
                  <a:lnTo>
                    <a:pt x="1769" y="2551"/>
                  </a:lnTo>
                  <a:lnTo>
                    <a:pt x="1799" y="2506"/>
                  </a:lnTo>
                  <a:lnTo>
                    <a:pt x="1829" y="2460"/>
                  </a:lnTo>
                  <a:lnTo>
                    <a:pt x="1854" y="2411"/>
                  </a:lnTo>
                  <a:lnTo>
                    <a:pt x="1878" y="2361"/>
                  </a:lnTo>
                  <a:lnTo>
                    <a:pt x="1899" y="2308"/>
                  </a:lnTo>
                  <a:lnTo>
                    <a:pt x="1918" y="2256"/>
                  </a:lnTo>
                  <a:lnTo>
                    <a:pt x="1933" y="2202"/>
                  </a:lnTo>
                  <a:lnTo>
                    <a:pt x="1946" y="2149"/>
                  </a:lnTo>
                  <a:lnTo>
                    <a:pt x="1955" y="2095"/>
                  </a:lnTo>
                  <a:lnTo>
                    <a:pt x="1960" y="2042"/>
                  </a:lnTo>
                  <a:lnTo>
                    <a:pt x="1962" y="1989"/>
                  </a:lnTo>
                  <a:lnTo>
                    <a:pt x="1962" y="319"/>
                  </a:lnTo>
                  <a:lnTo>
                    <a:pt x="1960" y="269"/>
                  </a:lnTo>
                  <a:lnTo>
                    <a:pt x="1955" y="223"/>
                  </a:lnTo>
                  <a:lnTo>
                    <a:pt x="1946" y="180"/>
                  </a:lnTo>
                  <a:lnTo>
                    <a:pt x="1933" y="143"/>
                  </a:lnTo>
                  <a:lnTo>
                    <a:pt x="1918" y="109"/>
                  </a:lnTo>
                  <a:lnTo>
                    <a:pt x="1899" y="79"/>
                  </a:lnTo>
                  <a:lnTo>
                    <a:pt x="1878" y="54"/>
                  </a:lnTo>
                  <a:lnTo>
                    <a:pt x="1854" y="33"/>
                  </a:lnTo>
                  <a:lnTo>
                    <a:pt x="1829" y="17"/>
                  </a:lnTo>
                  <a:lnTo>
                    <a:pt x="1799" y="7"/>
                  </a:lnTo>
                  <a:lnTo>
                    <a:pt x="1769" y="0"/>
                  </a:lnTo>
                  <a:lnTo>
                    <a:pt x="1737" y="0"/>
                  </a:lnTo>
                  <a:lnTo>
                    <a:pt x="1703" y="4"/>
                  </a:lnTo>
                  <a:lnTo>
                    <a:pt x="1668" y="14"/>
                  </a:lnTo>
                  <a:lnTo>
                    <a:pt x="1632" y="29"/>
                  </a:lnTo>
                  <a:lnTo>
                    <a:pt x="1594" y="50"/>
                  </a:lnTo>
                  <a:close/>
                </a:path>
              </a:pathLst>
            </a:custGeom>
            <a:solidFill>
              <a:srgbClr val="E5E5E5"/>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1649" name="Freeform 47"/>
            <p:cNvSpPr>
              <a:spLocks noEditPoints="1"/>
            </p:cNvSpPr>
            <p:nvPr/>
          </p:nvSpPr>
          <p:spPr bwMode="auto">
            <a:xfrm>
              <a:off x="916" y="1589"/>
              <a:ext cx="697" cy="698"/>
            </a:xfrm>
            <a:custGeom>
              <a:avLst/>
              <a:gdLst>
                <a:gd name="T0" fmla="*/ 16 w 3485"/>
                <a:gd name="T1" fmla="*/ 0 h 3490"/>
                <a:gd name="T2" fmla="*/ 17 w 3485"/>
                <a:gd name="T3" fmla="*/ 2 h 3490"/>
                <a:gd name="T4" fmla="*/ 17 w 3485"/>
                <a:gd name="T5" fmla="*/ 3 h 3490"/>
                <a:gd name="T6" fmla="*/ 14 w 3485"/>
                <a:gd name="T7" fmla="*/ 4 h 3490"/>
                <a:gd name="T8" fmla="*/ 12 w 3485"/>
                <a:gd name="T9" fmla="*/ 4 h 3490"/>
                <a:gd name="T10" fmla="*/ 11 w 3485"/>
                <a:gd name="T11" fmla="*/ 2 h 3490"/>
                <a:gd name="T12" fmla="*/ 11 w 3485"/>
                <a:gd name="T13" fmla="*/ 1 h 3490"/>
                <a:gd name="T14" fmla="*/ 14 w 3485"/>
                <a:gd name="T15" fmla="*/ 0 h 3490"/>
                <a:gd name="T16" fmla="*/ 3 w 3485"/>
                <a:gd name="T17" fmla="*/ 7 h 3490"/>
                <a:gd name="T18" fmla="*/ 4 w 3485"/>
                <a:gd name="T19" fmla="*/ 9 h 3490"/>
                <a:gd name="T20" fmla="*/ 3 w 3485"/>
                <a:gd name="T21" fmla="*/ 12 h 3490"/>
                <a:gd name="T22" fmla="*/ 2 w 3485"/>
                <a:gd name="T23" fmla="*/ 13 h 3490"/>
                <a:gd name="T24" fmla="*/ 1 w 3485"/>
                <a:gd name="T25" fmla="*/ 12 h 3490"/>
                <a:gd name="T26" fmla="*/ 0 w 3485"/>
                <a:gd name="T27" fmla="*/ 10 h 3490"/>
                <a:gd name="T28" fmla="*/ 0 w 3485"/>
                <a:gd name="T29" fmla="*/ 8 h 3490"/>
                <a:gd name="T30" fmla="*/ 2 w 3485"/>
                <a:gd name="T31" fmla="*/ 6 h 3490"/>
                <a:gd name="T32" fmla="*/ 10 w 3485"/>
                <a:gd name="T33" fmla="*/ 20 h 3490"/>
                <a:gd name="T34" fmla="*/ 11 w 3485"/>
                <a:gd name="T35" fmla="*/ 22 h 3490"/>
                <a:gd name="T36" fmla="*/ 11 w 3485"/>
                <a:gd name="T37" fmla="*/ 25 h 3490"/>
                <a:gd name="T38" fmla="*/ 10 w 3485"/>
                <a:gd name="T39" fmla="*/ 27 h 3490"/>
                <a:gd name="T40" fmla="*/ 8 w 3485"/>
                <a:gd name="T41" fmla="*/ 26 h 3490"/>
                <a:gd name="T42" fmla="*/ 7 w 3485"/>
                <a:gd name="T43" fmla="*/ 24 h 3490"/>
                <a:gd name="T44" fmla="*/ 7 w 3485"/>
                <a:gd name="T45" fmla="*/ 22 h 3490"/>
                <a:gd name="T46" fmla="*/ 8 w 3485"/>
                <a:gd name="T47" fmla="*/ 20 h 3490"/>
                <a:gd name="T48" fmla="*/ 20 w 3485"/>
                <a:gd name="T49" fmla="*/ 21 h 3490"/>
                <a:gd name="T50" fmla="*/ 21 w 3485"/>
                <a:gd name="T51" fmla="*/ 23 h 3490"/>
                <a:gd name="T52" fmla="*/ 21 w 3485"/>
                <a:gd name="T53" fmla="*/ 26 h 3490"/>
                <a:gd name="T54" fmla="*/ 20 w 3485"/>
                <a:gd name="T55" fmla="*/ 28 h 3490"/>
                <a:gd name="T56" fmla="*/ 18 w 3485"/>
                <a:gd name="T57" fmla="*/ 28 h 3490"/>
                <a:gd name="T58" fmla="*/ 17 w 3485"/>
                <a:gd name="T59" fmla="*/ 26 h 3490"/>
                <a:gd name="T60" fmla="*/ 17 w 3485"/>
                <a:gd name="T61" fmla="*/ 23 h 3490"/>
                <a:gd name="T62" fmla="*/ 18 w 3485"/>
                <a:gd name="T63" fmla="*/ 21 h 3490"/>
                <a:gd name="T64" fmla="*/ 19 w 3485"/>
                <a:gd name="T65" fmla="*/ 11 h 3490"/>
                <a:gd name="T66" fmla="*/ 20 w 3485"/>
                <a:gd name="T67" fmla="*/ 13 h 3490"/>
                <a:gd name="T68" fmla="*/ 21 w 3485"/>
                <a:gd name="T69" fmla="*/ 15 h 3490"/>
                <a:gd name="T70" fmla="*/ 20 w 3485"/>
                <a:gd name="T71" fmla="*/ 17 h 3490"/>
                <a:gd name="T72" fmla="*/ 18 w 3485"/>
                <a:gd name="T73" fmla="*/ 17 h 3490"/>
                <a:gd name="T74" fmla="*/ 17 w 3485"/>
                <a:gd name="T75" fmla="*/ 16 h 3490"/>
                <a:gd name="T76" fmla="*/ 17 w 3485"/>
                <a:gd name="T77" fmla="*/ 13 h 3490"/>
                <a:gd name="T78" fmla="*/ 18 w 3485"/>
                <a:gd name="T79" fmla="*/ 11 h 3490"/>
                <a:gd name="T80" fmla="*/ 26 w 3485"/>
                <a:gd name="T81" fmla="*/ 7 h 3490"/>
                <a:gd name="T82" fmla="*/ 27 w 3485"/>
                <a:gd name="T83" fmla="*/ 8 h 3490"/>
                <a:gd name="T84" fmla="*/ 27 w 3485"/>
                <a:gd name="T85" fmla="*/ 11 h 3490"/>
                <a:gd name="T86" fmla="*/ 26 w 3485"/>
                <a:gd name="T87" fmla="*/ 13 h 3490"/>
                <a:gd name="T88" fmla="*/ 25 w 3485"/>
                <a:gd name="T89" fmla="*/ 13 h 3490"/>
                <a:gd name="T90" fmla="*/ 24 w 3485"/>
                <a:gd name="T91" fmla="*/ 12 h 3490"/>
                <a:gd name="T92" fmla="*/ 24 w 3485"/>
                <a:gd name="T93" fmla="*/ 9 h 3490"/>
                <a:gd name="T94" fmla="*/ 24 w 3485"/>
                <a:gd name="T95" fmla="*/ 7 h 3490"/>
                <a:gd name="T96" fmla="*/ 26 w 3485"/>
                <a:gd name="T97" fmla="*/ 17 h 3490"/>
                <a:gd name="T98" fmla="*/ 27 w 3485"/>
                <a:gd name="T99" fmla="*/ 18 h 3490"/>
                <a:gd name="T100" fmla="*/ 28 w 3485"/>
                <a:gd name="T101" fmla="*/ 21 h 3490"/>
                <a:gd name="T102" fmla="*/ 27 w 3485"/>
                <a:gd name="T103" fmla="*/ 23 h 3490"/>
                <a:gd name="T104" fmla="*/ 26 w 3485"/>
                <a:gd name="T105" fmla="*/ 24 h 3490"/>
                <a:gd name="T106" fmla="*/ 24 w 3485"/>
                <a:gd name="T107" fmla="*/ 23 h 3490"/>
                <a:gd name="T108" fmla="*/ 24 w 3485"/>
                <a:gd name="T109" fmla="*/ 20 h 3490"/>
                <a:gd name="T110" fmla="*/ 25 w 3485"/>
                <a:gd name="T111" fmla="*/ 18 h 3490"/>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w 3485"/>
                <a:gd name="T169" fmla="*/ 0 h 3490"/>
                <a:gd name="T170" fmla="*/ 3485 w 3485"/>
                <a:gd name="T171" fmla="*/ 3490 h 3490"/>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T168" t="T169" r="T170" b="T171"/>
              <a:pathLst>
                <a:path w="3485" h="3490">
                  <a:moveTo>
                    <a:pt x="1754" y="0"/>
                  </a:moveTo>
                  <a:lnTo>
                    <a:pt x="1797" y="2"/>
                  </a:lnTo>
                  <a:lnTo>
                    <a:pt x="1840" y="5"/>
                  </a:lnTo>
                  <a:lnTo>
                    <a:pt x="1881" y="12"/>
                  </a:lnTo>
                  <a:lnTo>
                    <a:pt x="1921" y="20"/>
                  </a:lnTo>
                  <a:lnTo>
                    <a:pt x="1959" y="31"/>
                  </a:lnTo>
                  <a:lnTo>
                    <a:pt x="1994" y="44"/>
                  </a:lnTo>
                  <a:lnTo>
                    <a:pt x="2028" y="59"/>
                  </a:lnTo>
                  <a:lnTo>
                    <a:pt x="2058" y="74"/>
                  </a:lnTo>
                  <a:lnTo>
                    <a:pt x="2086" y="93"/>
                  </a:lnTo>
                  <a:lnTo>
                    <a:pt x="2111" y="113"/>
                  </a:lnTo>
                  <a:lnTo>
                    <a:pt x="2132" y="133"/>
                  </a:lnTo>
                  <a:lnTo>
                    <a:pt x="2151" y="155"/>
                  </a:lnTo>
                  <a:lnTo>
                    <a:pt x="2165" y="179"/>
                  </a:lnTo>
                  <a:lnTo>
                    <a:pt x="2175" y="203"/>
                  </a:lnTo>
                  <a:lnTo>
                    <a:pt x="2182" y="229"/>
                  </a:lnTo>
                  <a:lnTo>
                    <a:pt x="2185" y="255"/>
                  </a:lnTo>
                  <a:lnTo>
                    <a:pt x="2182" y="281"/>
                  </a:lnTo>
                  <a:lnTo>
                    <a:pt x="2175" y="305"/>
                  </a:lnTo>
                  <a:lnTo>
                    <a:pt x="2165" y="330"/>
                  </a:lnTo>
                  <a:lnTo>
                    <a:pt x="2151" y="353"/>
                  </a:lnTo>
                  <a:lnTo>
                    <a:pt x="2132" y="376"/>
                  </a:lnTo>
                  <a:lnTo>
                    <a:pt x="2111" y="397"/>
                  </a:lnTo>
                  <a:lnTo>
                    <a:pt x="2086" y="417"/>
                  </a:lnTo>
                  <a:lnTo>
                    <a:pt x="2058" y="434"/>
                  </a:lnTo>
                  <a:lnTo>
                    <a:pt x="2028" y="451"/>
                  </a:lnTo>
                  <a:lnTo>
                    <a:pt x="1994" y="466"/>
                  </a:lnTo>
                  <a:lnTo>
                    <a:pt x="1959" y="479"/>
                  </a:lnTo>
                  <a:lnTo>
                    <a:pt x="1921" y="489"/>
                  </a:lnTo>
                  <a:lnTo>
                    <a:pt x="1881" y="498"/>
                  </a:lnTo>
                  <a:lnTo>
                    <a:pt x="1840" y="505"/>
                  </a:lnTo>
                  <a:lnTo>
                    <a:pt x="1797" y="508"/>
                  </a:lnTo>
                  <a:lnTo>
                    <a:pt x="1754" y="509"/>
                  </a:lnTo>
                  <a:lnTo>
                    <a:pt x="1710" y="508"/>
                  </a:lnTo>
                  <a:lnTo>
                    <a:pt x="1667" y="505"/>
                  </a:lnTo>
                  <a:lnTo>
                    <a:pt x="1626" y="498"/>
                  </a:lnTo>
                  <a:lnTo>
                    <a:pt x="1586" y="489"/>
                  </a:lnTo>
                  <a:lnTo>
                    <a:pt x="1548" y="479"/>
                  </a:lnTo>
                  <a:lnTo>
                    <a:pt x="1512" y="466"/>
                  </a:lnTo>
                  <a:lnTo>
                    <a:pt x="1479" y="451"/>
                  </a:lnTo>
                  <a:lnTo>
                    <a:pt x="1449" y="434"/>
                  </a:lnTo>
                  <a:lnTo>
                    <a:pt x="1421" y="417"/>
                  </a:lnTo>
                  <a:lnTo>
                    <a:pt x="1395" y="397"/>
                  </a:lnTo>
                  <a:lnTo>
                    <a:pt x="1374" y="376"/>
                  </a:lnTo>
                  <a:lnTo>
                    <a:pt x="1355" y="353"/>
                  </a:lnTo>
                  <a:lnTo>
                    <a:pt x="1341" y="330"/>
                  </a:lnTo>
                  <a:lnTo>
                    <a:pt x="1331" y="305"/>
                  </a:lnTo>
                  <a:lnTo>
                    <a:pt x="1324" y="281"/>
                  </a:lnTo>
                  <a:lnTo>
                    <a:pt x="1321" y="255"/>
                  </a:lnTo>
                  <a:lnTo>
                    <a:pt x="1324" y="229"/>
                  </a:lnTo>
                  <a:lnTo>
                    <a:pt x="1331" y="203"/>
                  </a:lnTo>
                  <a:lnTo>
                    <a:pt x="1341" y="179"/>
                  </a:lnTo>
                  <a:lnTo>
                    <a:pt x="1355" y="155"/>
                  </a:lnTo>
                  <a:lnTo>
                    <a:pt x="1374" y="133"/>
                  </a:lnTo>
                  <a:lnTo>
                    <a:pt x="1395" y="113"/>
                  </a:lnTo>
                  <a:lnTo>
                    <a:pt x="1421" y="93"/>
                  </a:lnTo>
                  <a:lnTo>
                    <a:pt x="1449" y="74"/>
                  </a:lnTo>
                  <a:lnTo>
                    <a:pt x="1479" y="59"/>
                  </a:lnTo>
                  <a:lnTo>
                    <a:pt x="1512" y="44"/>
                  </a:lnTo>
                  <a:lnTo>
                    <a:pt x="1548" y="31"/>
                  </a:lnTo>
                  <a:lnTo>
                    <a:pt x="1586" y="20"/>
                  </a:lnTo>
                  <a:lnTo>
                    <a:pt x="1626" y="12"/>
                  </a:lnTo>
                  <a:lnTo>
                    <a:pt x="1667" y="5"/>
                  </a:lnTo>
                  <a:lnTo>
                    <a:pt x="1710" y="2"/>
                  </a:lnTo>
                  <a:lnTo>
                    <a:pt x="1754" y="0"/>
                  </a:lnTo>
                  <a:close/>
                  <a:moveTo>
                    <a:pt x="239" y="786"/>
                  </a:moveTo>
                  <a:lnTo>
                    <a:pt x="263" y="788"/>
                  </a:lnTo>
                  <a:lnTo>
                    <a:pt x="287" y="794"/>
                  </a:lnTo>
                  <a:lnTo>
                    <a:pt x="309" y="805"/>
                  </a:lnTo>
                  <a:lnTo>
                    <a:pt x="331" y="819"/>
                  </a:lnTo>
                  <a:lnTo>
                    <a:pt x="352" y="836"/>
                  </a:lnTo>
                  <a:lnTo>
                    <a:pt x="372" y="857"/>
                  </a:lnTo>
                  <a:lnTo>
                    <a:pt x="390" y="882"/>
                  </a:lnTo>
                  <a:lnTo>
                    <a:pt x="407" y="909"/>
                  </a:lnTo>
                  <a:lnTo>
                    <a:pt x="423" y="940"/>
                  </a:lnTo>
                  <a:lnTo>
                    <a:pt x="437" y="971"/>
                  </a:lnTo>
                  <a:lnTo>
                    <a:pt x="448" y="1006"/>
                  </a:lnTo>
                  <a:lnTo>
                    <a:pt x="459" y="1043"/>
                  </a:lnTo>
                  <a:lnTo>
                    <a:pt x="467" y="1081"/>
                  </a:lnTo>
                  <a:lnTo>
                    <a:pt x="473" y="1121"/>
                  </a:lnTo>
                  <a:lnTo>
                    <a:pt x="476" y="1163"/>
                  </a:lnTo>
                  <a:lnTo>
                    <a:pt x="478" y="1206"/>
                  </a:lnTo>
                  <a:lnTo>
                    <a:pt x="476" y="1248"/>
                  </a:lnTo>
                  <a:lnTo>
                    <a:pt x="473" y="1290"/>
                  </a:lnTo>
                  <a:lnTo>
                    <a:pt x="467" y="1330"/>
                  </a:lnTo>
                  <a:lnTo>
                    <a:pt x="459" y="1367"/>
                  </a:lnTo>
                  <a:lnTo>
                    <a:pt x="448" y="1405"/>
                  </a:lnTo>
                  <a:lnTo>
                    <a:pt x="437" y="1439"/>
                  </a:lnTo>
                  <a:lnTo>
                    <a:pt x="423" y="1472"/>
                  </a:lnTo>
                  <a:lnTo>
                    <a:pt x="407" y="1501"/>
                  </a:lnTo>
                  <a:lnTo>
                    <a:pt x="390" y="1528"/>
                  </a:lnTo>
                  <a:lnTo>
                    <a:pt x="372" y="1553"/>
                  </a:lnTo>
                  <a:lnTo>
                    <a:pt x="352" y="1574"/>
                  </a:lnTo>
                  <a:lnTo>
                    <a:pt x="331" y="1591"/>
                  </a:lnTo>
                  <a:lnTo>
                    <a:pt x="309" y="1605"/>
                  </a:lnTo>
                  <a:lnTo>
                    <a:pt x="287" y="1616"/>
                  </a:lnTo>
                  <a:lnTo>
                    <a:pt x="263" y="1622"/>
                  </a:lnTo>
                  <a:lnTo>
                    <a:pt x="239" y="1624"/>
                  </a:lnTo>
                  <a:lnTo>
                    <a:pt x="214" y="1622"/>
                  </a:lnTo>
                  <a:lnTo>
                    <a:pt x="191" y="1616"/>
                  </a:lnTo>
                  <a:lnTo>
                    <a:pt x="168" y="1605"/>
                  </a:lnTo>
                  <a:lnTo>
                    <a:pt x="146" y="1591"/>
                  </a:lnTo>
                  <a:lnTo>
                    <a:pt x="125" y="1574"/>
                  </a:lnTo>
                  <a:lnTo>
                    <a:pt x="105" y="1553"/>
                  </a:lnTo>
                  <a:lnTo>
                    <a:pt x="87" y="1528"/>
                  </a:lnTo>
                  <a:lnTo>
                    <a:pt x="70" y="1501"/>
                  </a:lnTo>
                  <a:lnTo>
                    <a:pt x="55" y="1472"/>
                  </a:lnTo>
                  <a:lnTo>
                    <a:pt x="41" y="1439"/>
                  </a:lnTo>
                  <a:lnTo>
                    <a:pt x="29" y="1405"/>
                  </a:lnTo>
                  <a:lnTo>
                    <a:pt x="18" y="1367"/>
                  </a:lnTo>
                  <a:lnTo>
                    <a:pt x="10" y="1330"/>
                  </a:lnTo>
                  <a:lnTo>
                    <a:pt x="4" y="1290"/>
                  </a:lnTo>
                  <a:lnTo>
                    <a:pt x="1" y="1248"/>
                  </a:lnTo>
                  <a:lnTo>
                    <a:pt x="0" y="1206"/>
                  </a:lnTo>
                  <a:lnTo>
                    <a:pt x="1" y="1163"/>
                  </a:lnTo>
                  <a:lnTo>
                    <a:pt x="4" y="1121"/>
                  </a:lnTo>
                  <a:lnTo>
                    <a:pt x="10" y="1081"/>
                  </a:lnTo>
                  <a:lnTo>
                    <a:pt x="18" y="1043"/>
                  </a:lnTo>
                  <a:lnTo>
                    <a:pt x="29" y="1006"/>
                  </a:lnTo>
                  <a:lnTo>
                    <a:pt x="41" y="971"/>
                  </a:lnTo>
                  <a:lnTo>
                    <a:pt x="55" y="940"/>
                  </a:lnTo>
                  <a:lnTo>
                    <a:pt x="70" y="909"/>
                  </a:lnTo>
                  <a:lnTo>
                    <a:pt x="87" y="882"/>
                  </a:lnTo>
                  <a:lnTo>
                    <a:pt x="105" y="857"/>
                  </a:lnTo>
                  <a:lnTo>
                    <a:pt x="125" y="836"/>
                  </a:lnTo>
                  <a:lnTo>
                    <a:pt x="146" y="819"/>
                  </a:lnTo>
                  <a:lnTo>
                    <a:pt x="168" y="805"/>
                  </a:lnTo>
                  <a:lnTo>
                    <a:pt x="191" y="794"/>
                  </a:lnTo>
                  <a:lnTo>
                    <a:pt x="214" y="788"/>
                  </a:lnTo>
                  <a:lnTo>
                    <a:pt x="239" y="786"/>
                  </a:lnTo>
                  <a:close/>
                  <a:moveTo>
                    <a:pt x="1119" y="2495"/>
                  </a:moveTo>
                  <a:lnTo>
                    <a:pt x="1143" y="2498"/>
                  </a:lnTo>
                  <a:lnTo>
                    <a:pt x="1167" y="2504"/>
                  </a:lnTo>
                  <a:lnTo>
                    <a:pt x="1190" y="2514"/>
                  </a:lnTo>
                  <a:lnTo>
                    <a:pt x="1211" y="2528"/>
                  </a:lnTo>
                  <a:lnTo>
                    <a:pt x="1232" y="2546"/>
                  </a:lnTo>
                  <a:lnTo>
                    <a:pt x="1252" y="2567"/>
                  </a:lnTo>
                  <a:lnTo>
                    <a:pt x="1271" y="2592"/>
                  </a:lnTo>
                  <a:lnTo>
                    <a:pt x="1288" y="2618"/>
                  </a:lnTo>
                  <a:lnTo>
                    <a:pt x="1304" y="2648"/>
                  </a:lnTo>
                  <a:lnTo>
                    <a:pt x="1318" y="2681"/>
                  </a:lnTo>
                  <a:lnTo>
                    <a:pt x="1329" y="2715"/>
                  </a:lnTo>
                  <a:lnTo>
                    <a:pt x="1340" y="2752"/>
                  </a:lnTo>
                  <a:lnTo>
                    <a:pt x="1348" y="2790"/>
                  </a:lnTo>
                  <a:lnTo>
                    <a:pt x="1354" y="2830"/>
                  </a:lnTo>
                  <a:lnTo>
                    <a:pt x="1358" y="2872"/>
                  </a:lnTo>
                  <a:lnTo>
                    <a:pt x="1359" y="2914"/>
                  </a:lnTo>
                  <a:lnTo>
                    <a:pt x="1358" y="2956"/>
                  </a:lnTo>
                  <a:lnTo>
                    <a:pt x="1354" y="2998"/>
                  </a:lnTo>
                  <a:lnTo>
                    <a:pt x="1348" y="3038"/>
                  </a:lnTo>
                  <a:lnTo>
                    <a:pt x="1340" y="3077"/>
                  </a:lnTo>
                  <a:lnTo>
                    <a:pt x="1329" y="3113"/>
                  </a:lnTo>
                  <a:lnTo>
                    <a:pt x="1318" y="3147"/>
                  </a:lnTo>
                  <a:lnTo>
                    <a:pt x="1304" y="3180"/>
                  </a:lnTo>
                  <a:lnTo>
                    <a:pt x="1288" y="3209"/>
                  </a:lnTo>
                  <a:lnTo>
                    <a:pt x="1271" y="3238"/>
                  </a:lnTo>
                  <a:lnTo>
                    <a:pt x="1252" y="3261"/>
                  </a:lnTo>
                  <a:lnTo>
                    <a:pt x="1232" y="3282"/>
                  </a:lnTo>
                  <a:lnTo>
                    <a:pt x="1211" y="3301"/>
                  </a:lnTo>
                  <a:lnTo>
                    <a:pt x="1190" y="3315"/>
                  </a:lnTo>
                  <a:lnTo>
                    <a:pt x="1167" y="3325"/>
                  </a:lnTo>
                  <a:lnTo>
                    <a:pt x="1143" y="3331"/>
                  </a:lnTo>
                  <a:lnTo>
                    <a:pt x="1119" y="3334"/>
                  </a:lnTo>
                  <a:lnTo>
                    <a:pt x="1094" y="3331"/>
                  </a:lnTo>
                  <a:lnTo>
                    <a:pt x="1070" y="3325"/>
                  </a:lnTo>
                  <a:lnTo>
                    <a:pt x="1048" y="3315"/>
                  </a:lnTo>
                  <a:lnTo>
                    <a:pt x="1026" y="3301"/>
                  </a:lnTo>
                  <a:lnTo>
                    <a:pt x="1005" y="3282"/>
                  </a:lnTo>
                  <a:lnTo>
                    <a:pt x="985" y="3261"/>
                  </a:lnTo>
                  <a:lnTo>
                    <a:pt x="967" y="3238"/>
                  </a:lnTo>
                  <a:lnTo>
                    <a:pt x="950" y="3209"/>
                  </a:lnTo>
                  <a:lnTo>
                    <a:pt x="935" y="3180"/>
                  </a:lnTo>
                  <a:lnTo>
                    <a:pt x="921" y="3147"/>
                  </a:lnTo>
                  <a:lnTo>
                    <a:pt x="909" y="3113"/>
                  </a:lnTo>
                  <a:lnTo>
                    <a:pt x="898" y="3077"/>
                  </a:lnTo>
                  <a:lnTo>
                    <a:pt x="890" y="3038"/>
                  </a:lnTo>
                  <a:lnTo>
                    <a:pt x="884" y="2998"/>
                  </a:lnTo>
                  <a:lnTo>
                    <a:pt x="881" y="2956"/>
                  </a:lnTo>
                  <a:lnTo>
                    <a:pt x="880" y="2914"/>
                  </a:lnTo>
                  <a:lnTo>
                    <a:pt x="881" y="2872"/>
                  </a:lnTo>
                  <a:lnTo>
                    <a:pt x="884" y="2830"/>
                  </a:lnTo>
                  <a:lnTo>
                    <a:pt x="890" y="2790"/>
                  </a:lnTo>
                  <a:lnTo>
                    <a:pt x="898" y="2752"/>
                  </a:lnTo>
                  <a:lnTo>
                    <a:pt x="909" y="2715"/>
                  </a:lnTo>
                  <a:lnTo>
                    <a:pt x="921" y="2681"/>
                  </a:lnTo>
                  <a:lnTo>
                    <a:pt x="935" y="2648"/>
                  </a:lnTo>
                  <a:lnTo>
                    <a:pt x="950" y="2618"/>
                  </a:lnTo>
                  <a:lnTo>
                    <a:pt x="967" y="2592"/>
                  </a:lnTo>
                  <a:lnTo>
                    <a:pt x="985" y="2567"/>
                  </a:lnTo>
                  <a:lnTo>
                    <a:pt x="1005" y="2546"/>
                  </a:lnTo>
                  <a:lnTo>
                    <a:pt x="1026" y="2528"/>
                  </a:lnTo>
                  <a:lnTo>
                    <a:pt x="1048" y="2514"/>
                  </a:lnTo>
                  <a:lnTo>
                    <a:pt x="1070" y="2504"/>
                  </a:lnTo>
                  <a:lnTo>
                    <a:pt x="1094" y="2498"/>
                  </a:lnTo>
                  <a:lnTo>
                    <a:pt x="1119" y="2495"/>
                  </a:lnTo>
                  <a:close/>
                  <a:moveTo>
                    <a:pt x="2380" y="2651"/>
                  </a:moveTo>
                  <a:lnTo>
                    <a:pt x="2405" y="2654"/>
                  </a:lnTo>
                  <a:lnTo>
                    <a:pt x="2428" y="2660"/>
                  </a:lnTo>
                  <a:lnTo>
                    <a:pt x="2452" y="2670"/>
                  </a:lnTo>
                  <a:lnTo>
                    <a:pt x="2473" y="2684"/>
                  </a:lnTo>
                  <a:lnTo>
                    <a:pt x="2494" y="2703"/>
                  </a:lnTo>
                  <a:lnTo>
                    <a:pt x="2514" y="2724"/>
                  </a:lnTo>
                  <a:lnTo>
                    <a:pt x="2533" y="2747"/>
                  </a:lnTo>
                  <a:lnTo>
                    <a:pt x="2550" y="2774"/>
                  </a:lnTo>
                  <a:lnTo>
                    <a:pt x="2565" y="2805"/>
                  </a:lnTo>
                  <a:lnTo>
                    <a:pt x="2580" y="2838"/>
                  </a:lnTo>
                  <a:lnTo>
                    <a:pt x="2591" y="2872"/>
                  </a:lnTo>
                  <a:lnTo>
                    <a:pt x="2602" y="2908"/>
                  </a:lnTo>
                  <a:lnTo>
                    <a:pt x="2610" y="2947"/>
                  </a:lnTo>
                  <a:lnTo>
                    <a:pt x="2616" y="2987"/>
                  </a:lnTo>
                  <a:lnTo>
                    <a:pt x="2619" y="3029"/>
                  </a:lnTo>
                  <a:lnTo>
                    <a:pt x="2621" y="3071"/>
                  </a:lnTo>
                  <a:lnTo>
                    <a:pt x="2619" y="3113"/>
                  </a:lnTo>
                  <a:lnTo>
                    <a:pt x="2616" y="3155"/>
                  </a:lnTo>
                  <a:lnTo>
                    <a:pt x="2610" y="3195"/>
                  </a:lnTo>
                  <a:lnTo>
                    <a:pt x="2602" y="3233"/>
                  </a:lnTo>
                  <a:lnTo>
                    <a:pt x="2591" y="3270"/>
                  </a:lnTo>
                  <a:lnTo>
                    <a:pt x="2580" y="3304"/>
                  </a:lnTo>
                  <a:lnTo>
                    <a:pt x="2565" y="3337"/>
                  </a:lnTo>
                  <a:lnTo>
                    <a:pt x="2550" y="3367"/>
                  </a:lnTo>
                  <a:lnTo>
                    <a:pt x="2533" y="3393"/>
                  </a:lnTo>
                  <a:lnTo>
                    <a:pt x="2514" y="3418"/>
                  </a:lnTo>
                  <a:lnTo>
                    <a:pt x="2494" y="3439"/>
                  </a:lnTo>
                  <a:lnTo>
                    <a:pt x="2473" y="3457"/>
                  </a:lnTo>
                  <a:lnTo>
                    <a:pt x="2452" y="3471"/>
                  </a:lnTo>
                  <a:lnTo>
                    <a:pt x="2428" y="3481"/>
                  </a:lnTo>
                  <a:lnTo>
                    <a:pt x="2405" y="3487"/>
                  </a:lnTo>
                  <a:lnTo>
                    <a:pt x="2380" y="3490"/>
                  </a:lnTo>
                  <a:lnTo>
                    <a:pt x="2356" y="3487"/>
                  </a:lnTo>
                  <a:lnTo>
                    <a:pt x="2332" y="3481"/>
                  </a:lnTo>
                  <a:lnTo>
                    <a:pt x="2310" y="3471"/>
                  </a:lnTo>
                  <a:lnTo>
                    <a:pt x="2288" y="3457"/>
                  </a:lnTo>
                  <a:lnTo>
                    <a:pt x="2267" y="3439"/>
                  </a:lnTo>
                  <a:lnTo>
                    <a:pt x="2248" y="3418"/>
                  </a:lnTo>
                  <a:lnTo>
                    <a:pt x="2229" y="3393"/>
                  </a:lnTo>
                  <a:lnTo>
                    <a:pt x="2212" y="3367"/>
                  </a:lnTo>
                  <a:lnTo>
                    <a:pt x="2196" y="3337"/>
                  </a:lnTo>
                  <a:lnTo>
                    <a:pt x="2182" y="3304"/>
                  </a:lnTo>
                  <a:lnTo>
                    <a:pt x="2171" y="3270"/>
                  </a:lnTo>
                  <a:lnTo>
                    <a:pt x="2160" y="3233"/>
                  </a:lnTo>
                  <a:lnTo>
                    <a:pt x="2152" y="3195"/>
                  </a:lnTo>
                  <a:lnTo>
                    <a:pt x="2146" y="3155"/>
                  </a:lnTo>
                  <a:lnTo>
                    <a:pt x="2142" y="3113"/>
                  </a:lnTo>
                  <a:lnTo>
                    <a:pt x="2141" y="3071"/>
                  </a:lnTo>
                  <a:lnTo>
                    <a:pt x="2142" y="3029"/>
                  </a:lnTo>
                  <a:lnTo>
                    <a:pt x="2146" y="2987"/>
                  </a:lnTo>
                  <a:lnTo>
                    <a:pt x="2152" y="2947"/>
                  </a:lnTo>
                  <a:lnTo>
                    <a:pt x="2160" y="2908"/>
                  </a:lnTo>
                  <a:lnTo>
                    <a:pt x="2171" y="2872"/>
                  </a:lnTo>
                  <a:lnTo>
                    <a:pt x="2182" y="2838"/>
                  </a:lnTo>
                  <a:lnTo>
                    <a:pt x="2196" y="2805"/>
                  </a:lnTo>
                  <a:lnTo>
                    <a:pt x="2212" y="2774"/>
                  </a:lnTo>
                  <a:lnTo>
                    <a:pt x="2229" y="2747"/>
                  </a:lnTo>
                  <a:lnTo>
                    <a:pt x="2248" y="2724"/>
                  </a:lnTo>
                  <a:lnTo>
                    <a:pt x="2267" y="2703"/>
                  </a:lnTo>
                  <a:lnTo>
                    <a:pt x="2288" y="2684"/>
                  </a:lnTo>
                  <a:lnTo>
                    <a:pt x="2310" y="2670"/>
                  </a:lnTo>
                  <a:lnTo>
                    <a:pt x="2332" y="2660"/>
                  </a:lnTo>
                  <a:lnTo>
                    <a:pt x="2356" y="2654"/>
                  </a:lnTo>
                  <a:lnTo>
                    <a:pt x="2380" y="2651"/>
                  </a:lnTo>
                  <a:close/>
                  <a:moveTo>
                    <a:pt x="2342" y="1355"/>
                  </a:moveTo>
                  <a:lnTo>
                    <a:pt x="2366" y="1357"/>
                  </a:lnTo>
                  <a:lnTo>
                    <a:pt x="2390" y="1363"/>
                  </a:lnTo>
                  <a:lnTo>
                    <a:pt x="2412" y="1373"/>
                  </a:lnTo>
                  <a:lnTo>
                    <a:pt x="2434" y="1387"/>
                  </a:lnTo>
                  <a:lnTo>
                    <a:pt x="2455" y="1405"/>
                  </a:lnTo>
                  <a:lnTo>
                    <a:pt x="2475" y="1426"/>
                  </a:lnTo>
                  <a:lnTo>
                    <a:pt x="2493" y="1451"/>
                  </a:lnTo>
                  <a:lnTo>
                    <a:pt x="2510" y="1478"/>
                  </a:lnTo>
                  <a:lnTo>
                    <a:pt x="2526" y="1507"/>
                  </a:lnTo>
                  <a:lnTo>
                    <a:pt x="2540" y="1540"/>
                  </a:lnTo>
                  <a:lnTo>
                    <a:pt x="2551" y="1574"/>
                  </a:lnTo>
                  <a:lnTo>
                    <a:pt x="2562" y="1611"/>
                  </a:lnTo>
                  <a:lnTo>
                    <a:pt x="2570" y="1649"/>
                  </a:lnTo>
                  <a:lnTo>
                    <a:pt x="2576" y="1689"/>
                  </a:lnTo>
                  <a:lnTo>
                    <a:pt x="2580" y="1731"/>
                  </a:lnTo>
                  <a:lnTo>
                    <a:pt x="2581" y="1773"/>
                  </a:lnTo>
                  <a:lnTo>
                    <a:pt x="2580" y="1815"/>
                  </a:lnTo>
                  <a:lnTo>
                    <a:pt x="2576" y="1858"/>
                  </a:lnTo>
                  <a:lnTo>
                    <a:pt x="2570" y="1897"/>
                  </a:lnTo>
                  <a:lnTo>
                    <a:pt x="2562" y="1936"/>
                  </a:lnTo>
                  <a:lnTo>
                    <a:pt x="2551" y="1972"/>
                  </a:lnTo>
                  <a:lnTo>
                    <a:pt x="2540" y="2008"/>
                  </a:lnTo>
                  <a:lnTo>
                    <a:pt x="2526" y="2039"/>
                  </a:lnTo>
                  <a:lnTo>
                    <a:pt x="2510" y="2070"/>
                  </a:lnTo>
                  <a:lnTo>
                    <a:pt x="2493" y="2097"/>
                  </a:lnTo>
                  <a:lnTo>
                    <a:pt x="2475" y="2121"/>
                  </a:lnTo>
                  <a:lnTo>
                    <a:pt x="2455" y="2142"/>
                  </a:lnTo>
                  <a:lnTo>
                    <a:pt x="2434" y="2160"/>
                  </a:lnTo>
                  <a:lnTo>
                    <a:pt x="2412" y="2174"/>
                  </a:lnTo>
                  <a:lnTo>
                    <a:pt x="2390" y="2185"/>
                  </a:lnTo>
                  <a:lnTo>
                    <a:pt x="2366" y="2191"/>
                  </a:lnTo>
                  <a:lnTo>
                    <a:pt x="2342" y="2193"/>
                  </a:lnTo>
                  <a:lnTo>
                    <a:pt x="2317" y="2191"/>
                  </a:lnTo>
                  <a:lnTo>
                    <a:pt x="2294" y="2185"/>
                  </a:lnTo>
                  <a:lnTo>
                    <a:pt x="2270" y="2174"/>
                  </a:lnTo>
                  <a:lnTo>
                    <a:pt x="2249" y="2160"/>
                  </a:lnTo>
                  <a:lnTo>
                    <a:pt x="2228" y="2142"/>
                  </a:lnTo>
                  <a:lnTo>
                    <a:pt x="2208" y="2121"/>
                  </a:lnTo>
                  <a:lnTo>
                    <a:pt x="2189" y="2097"/>
                  </a:lnTo>
                  <a:lnTo>
                    <a:pt x="2173" y="2070"/>
                  </a:lnTo>
                  <a:lnTo>
                    <a:pt x="2157" y="2039"/>
                  </a:lnTo>
                  <a:lnTo>
                    <a:pt x="2142" y="2008"/>
                  </a:lnTo>
                  <a:lnTo>
                    <a:pt x="2131" y="1972"/>
                  </a:lnTo>
                  <a:lnTo>
                    <a:pt x="2120" y="1936"/>
                  </a:lnTo>
                  <a:lnTo>
                    <a:pt x="2112" y="1897"/>
                  </a:lnTo>
                  <a:lnTo>
                    <a:pt x="2106" y="1858"/>
                  </a:lnTo>
                  <a:lnTo>
                    <a:pt x="2103" y="1815"/>
                  </a:lnTo>
                  <a:lnTo>
                    <a:pt x="2101" y="1773"/>
                  </a:lnTo>
                  <a:lnTo>
                    <a:pt x="2103" y="1731"/>
                  </a:lnTo>
                  <a:lnTo>
                    <a:pt x="2106" y="1689"/>
                  </a:lnTo>
                  <a:lnTo>
                    <a:pt x="2112" y="1649"/>
                  </a:lnTo>
                  <a:lnTo>
                    <a:pt x="2120" y="1611"/>
                  </a:lnTo>
                  <a:lnTo>
                    <a:pt x="2131" y="1574"/>
                  </a:lnTo>
                  <a:lnTo>
                    <a:pt x="2142" y="1540"/>
                  </a:lnTo>
                  <a:lnTo>
                    <a:pt x="2157" y="1507"/>
                  </a:lnTo>
                  <a:lnTo>
                    <a:pt x="2173" y="1478"/>
                  </a:lnTo>
                  <a:lnTo>
                    <a:pt x="2189" y="1451"/>
                  </a:lnTo>
                  <a:lnTo>
                    <a:pt x="2208" y="1426"/>
                  </a:lnTo>
                  <a:lnTo>
                    <a:pt x="2228" y="1405"/>
                  </a:lnTo>
                  <a:lnTo>
                    <a:pt x="2249" y="1387"/>
                  </a:lnTo>
                  <a:lnTo>
                    <a:pt x="2270" y="1373"/>
                  </a:lnTo>
                  <a:lnTo>
                    <a:pt x="2294" y="1363"/>
                  </a:lnTo>
                  <a:lnTo>
                    <a:pt x="2317" y="1357"/>
                  </a:lnTo>
                  <a:lnTo>
                    <a:pt x="2342" y="1355"/>
                  </a:lnTo>
                  <a:close/>
                  <a:moveTo>
                    <a:pt x="3179" y="819"/>
                  </a:moveTo>
                  <a:lnTo>
                    <a:pt x="3204" y="821"/>
                  </a:lnTo>
                  <a:lnTo>
                    <a:pt x="3227" y="827"/>
                  </a:lnTo>
                  <a:lnTo>
                    <a:pt x="3250" y="838"/>
                  </a:lnTo>
                  <a:lnTo>
                    <a:pt x="3272" y="852"/>
                  </a:lnTo>
                  <a:lnTo>
                    <a:pt x="3293" y="869"/>
                  </a:lnTo>
                  <a:lnTo>
                    <a:pt x="3312" y="890"/>
                  </a:lnTo>
                  <a:lnTo>
                    <a:pt x="3331" y="915"/>
                  </a:lnTo>
                  <a:lnTo>
                    <a:pt x="3348" y="942"/>
                  </a:lnTo>
                  <a:lnTo>
                    <a:pt x="3363" y="971"/>
                  </a:lnTo>
                  <a:lnTo>
                    <a:pt x="3377" y="1004"/>
                  </a:lnTo>
                  <a:lnTo>
                    <a:pt x="3389" y="1038"/>
                  </a:lnTo>
                  <a:lnTo>
                    <a:pt x="3400" y="1076"/>
                  </a:lnTo>
                  <a:lnTo>
                    <a:pt x="3408" y="1113"/>
                  </a:lnTo>
                  <a:lnTo>
                    <a:pt x="3414" y="1153"/>
                  </a:lnTo>
                  <a:lnTo>
                    <a:pt x="3417" y="1195"/>
                  </a:lnTo>
                  <a:lnTo>
                    <a:pt x="3418" y="1237"/>
                  </a:lnTo>
                  <a:lnTo>
                    <a:pt x="3417" y="1280"/>
                  </a:lnTo>
                  <a:lnTo>
                    <a:pt x="3414" y="1322"/>
                  </a:lnTo>
                  <a:lnTo>
                    <a:pt x="3408" y="1362"/>
                  </a:lnTo>
                  <a:lnTo>
                    <a:pt x="3400" y="1399"/>
                  </a:lnTo>
                  <a:lnTo>
                    <a:pt x="3389" y="1437"/>
                  </a:lnTo>
                  <a:lnTo>
                    <a:pt x="3377" y="1471"/>
                  </a:lnTo>
                  <a:lnTo>
                    <a:pt x="3363" y="1503"/>
                  </a:lnTo>
                  <a:lnTo>
                    <a:pt x="3348" y="1533"/>
                  </a:lnTo>
                  <a:lnTo>
                    <a:pt x="3331" y="1560"/>
                  </a:lnTo>
                  <a:lnTo>
                    <a:pt x="3312" y="1584"/>
                  </a:lnTo>
                  <a:lnTo>
                    <a:pt x="3293" y="1605"/>
                  </a:lnTo>
                  <a:lnTo>
                    <a:pt x="3272" y="1623"/>
                  </a:lnTo>
                  <a:lnTo>
                    <a:pt x="3250" y="1637"/>
                  </a:lnTo>
                  <a:lnTo>
                    <a:pt x="3227" y="1648"/>
                  </a:lnTo>
                  <a:lnTo>
                    <a:pt x="3204" y="1654"/>
                  </a:lnTo>
                  <a:lnTo>
                    <a:pt x="3179" y="1656"/>
                  </a:lnTo>
                  <a:lnTo>
                    <a:pt x="3155" y="1654"/>
                  </a:lnTo>
                  <a:lnTo>
                    <a:pt x="3131" y="1648"/>
                  </a:lnTo>
                  <a:lnTo>
                    <a:pt x="3108" y="1637"/>
                  </a:lnTo>
                  <a:lnTo>
                    <a:pt x="3087" y="1623"/>
                  </a:lnTo>
                  <a:lnTo>
                    <a:pt x="3066" y="1605"/>
                  </a:lnTo>
                  <a:lnTo>
                    <a:pt x="3046" y="1584"/>
                  </a:lnTo>
                  <a:lnTo>
                    <a:pt x="3027" y="1560"/>
                  </a:lnTo>
                  <a:lnTo>
                    <a:pt x="3011" y="1533"/>
                  </a:lnTo>
                  <a:lnTo>
                    <a:pt x="2994" y="1503"/>
                  </a:lnTo>
                  <a:lnTo>
                    <a:pt x="2980" y="1471"/>
                  </a:lnTo>
                  <a:lnTo>
                    <a:pt x="2968" y="1437"/>
                  </a:lnTo>
                  <a:lnTo>
                    <a:pt x="2958" y="1399"/>
                  </a:lnTo>
                  <a:lnTo>
                    <a:pt x="2950" y="1362"/>
                  </a:lnTo>
                  <a:lnTo>
                    <a:pt x="2944" y="1322"/>
                  </a:lnTo>
                  <a:lnTo>
                    <a:pt x="2940" y="1280"/>
                  </a:lnTo>
                  <a:lnTo>
                    <a:pt x="2939" y="1237"/>
                  </a:lnTo>
                  <a:lnTo>
                    <a:pt x="2940" y="1195"/>
                  </a:lnTo>
                  <a:lnTo>
                    <a:pt x="2944" y="1153"/>
                  </a:lnTo>
                  <a:lnTo>
                    <a:pt x="2950" y="1113"/>
                  </a:lnTo>
                  <a:lnTo>
                    <a:pt x="2958" y="1076"/>
                  </a:lnTo>
                  <a:lnTo>
                    <a:pt x="2968" y="1038"/>
                  </a:lnTo>
                  <a:lnTo>
                    <a:pt x="2980" y="1004"/>
                  </a:lnTo>
                  <a:lnTo>
                    <a:pt x="2994" y="971"/>
                  </a:lnTo>
                  <a:lnTo>
                    <a:pt x="3011" y="942"/>
                  </a:lnTo>
                  <a:lnTo>
                    <a:pt x="3027" y="915"/>
                  </a:lnTo>
                  <a:lnTo>
                    <a:pt x="3046" y="890"/>
                  </a:lnTo>
                  <a:lnTo>
                    <a:pt x="3066" y="869"/>
                  </a:lnTo>
                  <a:lnTo>
                    <a:pt x="3087" y="852"/>
                  </a:lnTo>
                  <a:lnTo>
                    <a:pt x="3108" y="838"/>
                  </a:lnTo>
                  <a:lnTo>
                    <a:pt x="3131" y="827"/>
                  </a:lnTo>
                  <a:lnTo>
                    <a:pt x="3155" y="821"/>
                  </a:lnTo>
                  <a:lnTo>
                    <a:pt x="3179" y="819"/>
                  </a:lnTo>
                  <a:close/>
                  <a:moveTo>
                    <a:pt x="3246" y="2144"/>
                  </a:moveTo>
                  <a:lnTo>
                    <a:pt x="3271" y="2146"/>
                  </a:lnTo>
                  <a:lnTo>
                    <a:pt x="3294" y="2152"/>
                  </a:lnTo>
                  <a:lnTo>
                    <a:pt x="3316" y="2162"/>
                  </a:lnTo>
                  <a:lnTo>
                    <a:pt x="3339" y="2176"/>
                  </a:lnTo>
                  <a:lnTo>
                    <a:pt x="3360" y="2194"/>
                  </a:lnTo>
                  <a:lnTo>
                    <a:pt x="3380" y="2215"/>
                  </a:lnTo>
                  <a:lnTo>
                    <a:pt x="3397" y="2240"/>
                  </a:lnTo>
                  <a:lnTo>
                    <a:pt x="3415" y="2267"/>
                  </a:lnTo>
                  <a:lnTo>
                    <a:pt x="3430" y="2296"/>
                  </a:lnTo>
                  <a:lnTo>
                    <a:pt x="3444" y="2329"/>
                  </a:lnTo>
                  <a:lnTo>
                    <a:pt x="3456" y="2363"/>
                  </a:lnTo>
                  <a:lnTo>
                    <a:pt x="3466" y="2400"/>
                  </a:lnTo>
                  <a:lnTo>
                    <a:pt x="3475" y="2438"/>
                  </a:lnTo>
                  <a:lnTo>
                    <a:pt x="3480" y="2478"/>
                  </a:lnTo>
                  <a:lnTo>
                    <a:pt x="3484" y="2520"/>
                  </a:lnTo>
                  <a:lnTo>
                    <a:pt x="3485" y="2562"/>
                  </a:lnTo>
                  <a:lnTo>
                    <a:pt x="3484" y="2604"/>
                  </a:lnTo>
                  <a:lnTo>
                    <a:pt x="3480" y="2647"/>
                  </a:lnTo>
                  <a:lnTo>
                    <a:pt x="3475" y="2686"/>
                  </a:lnTo>
                  <a:lnTo>
                    <a:pt x="3466" y="2725"/>
                  </a:lnTo>
                  <a:lnTo>
                    <a:pt x="3456" y="2762"/>
                  </a:lnTo>
                  <a:lnTo>
                    <a:pt x="3444" y="2796"/>
                  </a:lnTo>
                  <a:lnTo>
                    <a:pt x="3430" y="2828"/>
                  </a:lnTo>
                  <a:lnTo>
                    <a:pt x="3415" y="2858"/>
                  </a:lnTo>
                  <a:lnTo>
                    <a:pt x="3397" y="2886"/>
                  </a:lnTo>
                  <a:lnTo>
                    <a:pt x="3380" y="2909"/>
                  </a:lnTo>
                  <a:lnTo>
                    <a:pt x="3360" y="2930"/>
                  </a:lnTo>
                  <a:lnTo>
                    <a:pt x="3339" y="2949"/>
                  </a:lnTo>
                  <a:lnTo>
                    <a:pt x="3316" y="2963"/>
                  </a:lnTo>
                  <a:lnTo>
                    <a:pt x="3294" y="2974"/>
                  </a:lnTo>
                  <a:lnTo>
                    <a:pt x="3271" y="2980"/>
                  </a:lnTo>
                  <a:lnTo>
                    <a:pt x="3246" y="2982"/>
                  </a:lnTo>
                  <a:lnTo>
                    <a:pt x="3222" y="2980"/>
                  </a:lnTo>
                  <a:lnTo>
                    <a:pt x="3198" y="2974"/>
                  </a:lnTo>
                  <a:lnTo>
                    <a:pt x="3176" y="2963"/>
                  </a:lnTo>
                  <a:lnTo>
                    <a:pt x="3154" y="2949"/>
                  </a:lnTo>
                  <a:lnTo>
                    <a:pt x="3133" y="2930"/>
                  </a:lnTo>
                  <a:lnTo>
                    <a:pt x="3113" y="2909"/>
                  </a:lnTo>
                  <a:lnTo>
                    <a:pt x="3095" y="2886"/>
                  </a:lnTo>
                  <a:lnTo>
                    <a:pt x="3077" y="2858"/>
                  </a:lnTo>
                  <a:lnTo>
                    <a:pt x="3062" y="2828"/>
                  </a:lnTo>
                  <a:lnTo>
                    <a:pt x="3048" y="2796"/>
                  </a:lnTo>
                  <a:lnTo>
                    <a:pt x="3036" y="2762"/>
                  </a:lnTo>
                  <a:lnTo>
                    <a:pt x="3026" y="2725"/>
                  </a:lnTo>
                  <a:lnTo>
                    <a:pt x="3018" y="2686"/>
                  </a:lnTo>
                  <a:lnTo>
                    <a:pt x="3012" y="2647"/>
                  </a:lnTo>
                  <a:lnTo>
                    <a:pt x="3008" y="2604"/>
                  </a:lnTo>
                  <a:lnTo>
                    <a:pt x="3007" y="2562"/>
                  </a:lnTo>
                  <a:lnTo>
                    <a:pt x="3008" y="2520"/>
                  </a:lnTo>
                  <a:lnTo>
                    <a:pt x="3012" y="2478"/>
                  </a:lnTo>
                  <a:lnTo>
                    <a:pt x="3018" y="2438"/>
                  </a:lnTo>
                  <a:lnTo>
                    <a:pt x="3026" y="2400"/>
                  </a:lnTo>
                  <a:lnTo>
                    <a:pt x="3036" y="2363"/>
                  </a:lnTo>
                  <a:lnTo>
                    <a:pt x="3048" y="2329"/>
                  </a:lnTo>
                  <a:lnTo>
                    <a:pt x="3062" y="2296"/>
                  </a:lnTo>
                  <a:lnTo>
                    <a:pt x="3077" y="2267"/>
                  </a:lnTo>
                  <a:lnTo>
                    <a:pt x="3095" y="2240"/>
                  </a:lnTo>
                  <a:lnTo>
                    <a:pt x="3113" y="2215"/>
                  </a:lnTo>
                  <a:lnTo>
                    <a:pt x="3133" y="2194"/>
                  </a:lnTo>
                  <a:lnTo>
                    <a:pt x="3154" y="2176"/>
                  </a:lnTo>
                  <a:lnTo>
                    <a:pt x="3176" y="2162"/>
                  </a:lnTo>
                  <a:lnTo>
                    <a:pt x="3198" y="2152"/>
                  </a:lnTo>
                  <a:lnTo>
                    <a:pt x="3222" y="2146"/>
                  </a:lnTo>
                  <a:lnTo>
                    <a:pt x="3246" y="214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1650" name="Freeform 48"/>
            <p:cNvSpPr>
              <a:spLocks/>
            </p:cNvSpPr>
            <p:nvPr/>
          </p:nvSpPr>
          <p:spPr bwMode="auto">
            <a:xfrm>
              <a:off x="1267" y="1588"/>
              <a:ext cx="87" cy="52"/>
            </a:xfrm>
            <a:custGeom>
              <a:avLst/>
              <a:gdLst>
                <a:gd name="T0" fmla="*/ 3 w 437"/>
                <a:gd name="T1" fmla="*/ 2 h 260"/>
                <a:gd name="T2" fmla="*/ 3 w 437"/>
                <a:gd name="T3" fmla="*/ 2 h 260"/>
                <a:gd name="T4" fmla="*/ 3 w 437"/>
                <a:gd name="T5" fmla="*/ 2 h 260"/>
                <a:gd name="T6" fmla="*/ 3 w 437"/>
                <a:gd name="T7" fmla="*/ 2 h 260"/>
                <a:gd name="T8" fmla="*/ 3 w 437"/>
                <a:gd name="T9" fmla="*/ 1 h 260"/>
                <a:gd name="T10" fmla="*/ 3 w 437"/>
                <a:gd name="T11" fmla="*/ 1 h 260"/>
                <a:gd name="T12" fmla="*/ 3 w 437"/>
                <a:gd name="T13" fmla="*/ 1 h 260"/>
                <a:gd name="T14" fmla="*/ 3 w 437"/>
                <a:gd name="T15" fmla="*/ 1 h 260"/>
                <a:gd name="T16" fmla="*/ 3 w 437"/>
                <a:gd name="T17" fmla="*/ 1 h 260"/>
                <a:gd name="T18" fmla="*/ 2 w 437"/>
                <a:gd name="T19" fmla="*/ 1 h 260"/>
                <a:gd name="T20" fmla="*/ 2 w 437"/>
                <a:gd name="T21" fmla="*/ 0 h 260"/>
                <a:gd name="T22" fmla="*/ 2 w 437"/>
                <a:gd name="T23" fmla="*/ 0 h 260"/>
                <a:gd name="T24" fmla="*/ 2 w 437"/>
                <a:gd name="T25" fmla="*/ 0 h 260"/>
                <a:gd name="T26" fmla="*/ 1 w 437"/>
                <a:gd name="T27" fmla="*/ 0 h 260"/>
                <a:gd name="T28" fmla="*/ 1 w 437"/>
                <a:gd name="T29" fmla="*/ 0 h 260"/>
                <a:gd name="T30" fmla="*/ 1 w 437"/>
                <a:gd name="T31" fmla="*/ 0 h 260"/>
                <a:gd name="T32" fmla="*/ 0 w 437"/>
                <a:gd name="T33" fmla="*/ 0 h 260"/>
                <a:gd name="T34" fmla="*/ 0 w 437"/>
                <a:gd name="T35" fmla="*/ 0 h 260"/>
                <a:gd name="T36" fmla="*/ 0 w 437"/>
                <a:gd name="T37" fmla="*/ 0 h 260"/>
                <a:gd name="T38" fmla="*/ 0 w 437"/>
                <a:gd name="T39" fmla="*/ 0 h 260"/>
                <a:gd name="T40" fmla="*/ 1 w 437"/>
                <a:gd name="T41" fmla="*/ 0 h 260"/>
                <a:gd name="T42" fmla="*/ 1 w 437"/>
                <a:gd name="T43" fmla="*/ 0 h 260"/>
                <a:gd name="T44" fmla="*/ 1 w 437"/>
                <a:gd name="T45" fmla="*/ 0 h 260"/>
                <a:gd name="T46" fmla="*/ 2 w 437"/>
                <a:gd name="T47" fmla="*/ 0 h 260"/>
                <a:gd name="T48" fmla="*/ 2 w 437"/>
                <a:gd name="T49" fmla="*/ 0 h 260"/>
                <a:gd name="T50" fmla="*/ 2 w 437"/>
                <a:gd name="T51" fmla="*/ 1 h 260"/>
                <a:gd name="T52" fmla="*/ 2 w 437"/>
                <a:gd name="T53" fmla="*/ 1 h 260"/>
                <a:gd name="T54" fmla="*/ 3 w 437"/>
                <a:gd name="T55" fmla="*/ 1 h 260"/>
                <a:gd name="T56" fmla="*/ 3 w 437"/>
                <a:gd name="T57" fmla="*/ 1 h 260"/>
                <a:gd name="T58" fmla="*/ 3 w 437"/>
                <a:gd name="T59" fmla="*/ 1 h 260"/>
                <a:gd name="T60" fmla="*/ 3 w 437"/>
                <a:gd name="T61" fmla="*/ 1 h 260"/>
                <a:gd name="T62" fmla="*/ 3 w 437"/>
                <a:gd name="T63" fmla="*/ 1 h 260"/>
                <a:gd name="T64" fmla="*/ 3 w 437"/>
                <a:gd name="T65" fmla="*/ 2 h 260"/>
                <a:gd name="T66" fmla="*/ 3 w 437"/>
                <a:gd name="T67" fmla="*/ 2 h 260"/>
                <a:gd name="T68" fmla="*/ 3 w 437"/>
                <a:gd name="T69" fmla="*/ 2 h 260"/>
                <a:gd name="T70" fmla="*/ 3 w 437"/>
                <a:gd name="T71" fmla="*/ 2 h 260"/>
                <a:gd name="T72" fmla="*/ 3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437" y="260"/>
                  </a:moveTo>
                  <a:lnTo>
                    <a:pt x="437" y="260"/>
                  </a:lnTo>
                  <a:lnTo>
                    <a:pt x="434" y="233"/>
                  </a:lnTo>
                  <a:lnTo>
                    <a:pt x="427" y="206"/>
                  </a:lnTo>
                  <a:lnTo>
                    <a:pt x="417" y="181"/>
                  </a:lnTo>
                  <a:lnTo>
                    <a:pt x="401" y="157"/>
                  </a:lnTo>
                  <a:lnTo>
                    <a:pt x="383" y="133"/>
                  </a:lnTo>
                  <a:lnTo>
                    <a:pt x="360" y="113"/>
                  </a:lnTo>
                  <a:lnTo>
                    <a:pt x="336" y="93"/>
                  </a:lnTo>
                  <a:lnTo>
                    <a:pt x="308" y="73"/>
                  </a:lnTo>
                  <a:lnTo>
                    <a:pt x="276" y="58"/>
                  </a:lnTo>
                  <a:lnTo>
                    <a:pt x="242" y="43"/>
                  </a:lnTo>
                  <a:lnTo>
                    <a:pt x="207" y="30"/>
                  </a:lnTo>
                  <a:lnTo>
                    <a:pt x="168" y="19"/>
                  </a:lnTo>
                  <a:lnTo>
                    <a:pt x="128" y="11"/>
                  </a:lnTo>
                  <a:lnTo>
                    <a:pt x="87" y="4"/>
                  </a:lnTo>
                  <a:lnTo>
                    <a:pt x="43" y="1"/>
                  </a:lnTo>
                  <a:lnTo>
                    <a:pt x="0" y="0"/>
                  </a:lnTo>
                  <a:lnTo>
                    <a:pt x="0" y="11"/>
                  </a:lnTo>
                  <a:lnTo>
                    <a:pt x="43" y="12"/>
                  </a:lnTo>
                  <a:lnTo>
                    <a:pt x="85" y="16"/>
                  </a:lnTo>
                  <a:lnTo>
                    <a:pt x="126" y="23"/>
                  </a:lnTo>
                  <a:lnTo>
                    <a:pt x="166" y="31"/>
                  </a:lnTo>
                  <a:lnTo>
                    <a:pt x="202" y="42"/>
                  </a:lnTo>
                  <a:lnTo>
                    <a:pt x="237" y="55"/>
                  </a:lnTo>
                  <a:lnTo>
                    <a:pt x="271" y="70"/>
                  </a:lnTo>
                  <a:lnTo>
                    <a:pt x="301" y="85"/>
                  </a:lnTo>
                  <a:lnTo>
                    <a:pt x="329" y="103"/>
                  </a:lnTo>
                  <a:lnTo>
                    <a:pt x="353" y="123"/>
                  </a:lnTo>
                  <a:lnTo>
                    <a:pt x="373" y="143"/>
                  </a:lnTo>
                  <a:lnTo>
                    <a:pt x="392" y="164"/>
                  </a:lnTo>
                  <a:lnTo>
                    <a:pt x="405" y="186"/>
                  </a:lnTo>
                  <a:lnTo>
                    <a:pt x="415" y="211"/>
                  </a:lnTo>
                  <a:lnTo>
                    <a:pt x="422" y="235"/>
                  </a:lnTo>
                  <a:lnTo>
                    <a:pt x="425" y="260"/>
                  </a:lnTo>
                  <a:lnTo>
                    <a:pt x="437"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1651" name="Freeform 49"/>
            <p:cNvSpPr>
              <a:spLocks/>
            </p:cNvSpPr>
            <p:nvPr/>
          </p:nvSpPr>
          <p:spPr bwMode="auto">
            <a:xfrm>
              <a:off x="1267" y="1640"/>
              <a:ext cx="87" cy="52"/>
            </a:xfrm>
            <a:custGeom>
              <a:avLst/>
              <a:gdLst>
                <a:gd name="T0" fmla="*/ 0 w 437"/>
                <a:gd name="T1" fmla="*/ 2 h 260"/>
                <a:gd name="T2" fmla="*/ 0 w 437"/>
                <a:gd name="T3" fmla="*/ 2 h 260"/>
                <a:gd name="T4" fmla="*/ 0 w 437"/>
                <a:gd name="T5" fmla="*/ 2 h 260"/>
                <a:gd name="T6" fmla="*/ 1 w 437"/>
                <a:gd name="T7" fmla="*/ 2 h 260"/>
                <a:gd name="T8" fmla="*/ 1 w 437"/>
                <a:gd name="T9" fmla="*/ 2 h 260"/>
                <a:gd name="T10" fmla="*/ 1 w 437"/>
                <a:gd name="T11" fmla="*/ 2 h 260"/>
                <a:gd name="T12" fmla="*/ 2 w 437"/>
                <a:gd name="T13" fmla="*/ 2 h 260"/>
                <a:gd name="T14" fmla="*/ 2 w 437"/>
                <a:gd name="T15" fmla="*/ 2 h 260"/>
                <a:gd name="T16" fmla="*/ 2 w 437"/>
                <a:gd name="T17" fmla="*/ 2 h 260"/>
                <a:gd name="T18" fmla="*/ 2 w 437"/>
                <a:gd name="T19" fmla="*/ 1 h 260"/>
                <a:gd name="T20" fmla="*/ 3 w 437"/>
                <a:gd name="T21" fmla="*/ 1 h 260"/>
                <a:gd name="T22" fmla="*/ 3 w 437"/>
                <a:gd name="T23" fmla="*/ 1 h 260"/>
                <a:gd name="T24" fmla="*/ 3 w 437"/>
                <a:gd name="T25" fmla="*/ 1 h 260"/>
                <a:gd name="T26" fmla="*/ 3 w 437"/>
                <a:gd name="T27" fmla="*/ 1 h 260"/>
                <a:gd name="T28" fmla="*/ 3 w 437"/>
                <a:gd name="T29" fmla="*/ 1 h 260"/>
                <a:gd name="T30" fmla="*/ 3 w 437"/>
                <a:gd name="T31" fmla="*/ 0 h 260"/>
                <a:gd name="T32" fmla="*/ 3 w 437"/>
                <a:gd name="T33" fmla="*/ 0 h 260"/>
                <a:gd name="T34" fmla="*/ 3 w 437"/>
                <a:gd name="T35" fmla="*/ 0 h 260"/>
                <a:gd name="T36" fmla="*/ 3 w 437"/>
                <a:gd name="T37" fmla="*/ 0 h 260"/>
                <a:gd name="T38" fmla="*/ 3 w 437"/>
                <a:gd name="T39" fmla="*/ 0 h 260"/>
                <a:gd name="T40" fmla="*/ 3 w 437"/>
                <a:gd name="T41" fmla="*/ 0 h 260"/>
                <a:gd name="T42" fmla="*/ 3 w 437"/>
                <a:gd name="T43" fmla="*/ 1 h 260"/>
                <a:gd name="T44" fmla="*/ 3 w 437"/>
                <a:gd name="T45" fmla="*/ 1 h 260"/>
                <a:gd name="T46" fmla="*/ 3 w 437"/>
                <a:gd name="T47" fmla="*/ 1 h 260"/>
                <a:gd name="T48" fmla="*/ 3 w 437"/>
                <a:gd name="T49" fmla="*/ 1 h 260"/>
                <a:gd name="T50" fmla="*/ 3 w 437"/>
                <a:gd name="T51" fmla="*/ 1 h 260"/>
                <a:gd name="T52" fmla="*/ 2 w 437"/>
                <a:gd name="T53" fmla="*/ 1 h 260"/>
                <a:gd name="T54" fmla="*/ 2 w 437"/>
                <a:gd name="T55" fmla="*/ 2 h 260"/>
                <a:gd name="T56" fmla="*/ 2 w 437"/>
                <a:gd name="T57" fmla="*/ 2 h 260"/>
                <a:gd name="T58" fmla="*/ 2 w 437"/>
                <a:gd name="T59" fmla="*/ 2 h 260"/>
                <a:gd name="T60" fmla="*/ 1 w 437"/>
                <a:gd name="T61" fmla="*/ 2 h 260"/>
                <a:gd name="T62" fmla="*/ 1 w 437"/>
                <a:gd name="T63" fmla="*/ 2 h 260"/>
                <a:gd name="T64" fmla="*/ 1 w 437"/>
                <a:gd name="T65" fmla="*/ 2 h 260"/>
                <a:gd name="T66" fmla="*/ 0 w 437"/>
                <a:gd name="T67" fmla="*/ 2 h 260"/>
                <a:gd name="T68" fmla="*/ 0 w 437"/>
                <a:gd name="T69" fmla="*/ 2 h 260"/>
                <a:gd name="T70" fmla="*/ 0 w 437"/>
                <a:gd name="T71" fmla="*/ 2 h 260"/>
                <a:gd name="T72" fmla="*/ 0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0" y="260"/>
                  </a:moveTo>
                  <a:lnTo>
                    <a:pt x="0" y="260"/>
                  </a:lnTo>
                  <a:lnTo>
                    <a:pt x="43" y="259"/>
                  </a:lnTo>
                  <a:lnTo>
                    <a:pt x="87" y="255"/>
                  </a:lnTo>
                  <a:lnTo>
                    <a:pt x="128" y="248"/>
                  </a:lnTo>
                  <a:lnTo>
                    <a:pt x="168" y="240"/>
                  </a:lnTo>
                  <a:lnTo>
                    <a:pt x="207" y="230"/>
                  </a:lnTo>
                  <a:lnTo>
                    <a:pt x="242" y="217"/>
                  </a:lnTo>
                  <a:lnTo>
                    <a:pt x="276" y="202"/>
                  </a:lnTo>
                  <a:lnTo>
                    <a:pt x="308" y="185"/>
                  </a:lnTo>
                  <a:lnTo>
                    <a:pt x="336" y="166"/>
                  </a:lnTo>
                  <a:lnTo>
                    <a:pt x="360" y="146"/>
                  </a:lnTo>
                  <a:lnTo>
                    <a:pt x="383" y="125"/>
                  </a:lnTo>
                  <a:lnTo>
                    <a:pt x="401" y="102"/>
                  </a:lnTo>
                  <a:lnTo>
                    <a:pt x="417" y="77"/>
                  </a:lnTo>
                  <a:lnTo>
                    <a:pt x="427" y="53"/>
                  </a:lnTo>
                  <a:lnTo>
                    <a:pt x="434" y="27"/>
                  </a:lnTo>
                  <a:lnTo>
                    <a:pt x="437" y="0"/>
                  </a:lnTo>
                  <a:lnTo>
                    <a:pt x="425" y="0"/>
                  </a:lnTo>
                  <a:lnTo>
                    <a:pt x="422" y="24"/>
                  </a:lnTo>
                  <a:lnTo>
                    <a:pt x="415" y="48"/>
                  </a:lnTo>
                  <a:lnTo>
                    <a:pt x="405" y="73"/>
                  </a:lnTo>
                  <a:lnTo>
                    <a:pt x="392" y="95"/>
                  </a:lnTo>
                  <a:lnTo>
                    <a:pt x="373" y="116"/>
                  </a:lnTo>
                  <a:lnTo>
                    <a:pt x="353" y="137"/>
                  </a:lnTo>
                  <a:lnTo>
                    <a:pt x="329" y="157"/>
                  </a:lnTo>
                  <a:lnTo>
                    <a:pt x="301" y="173"/>
                  </a:lnTo>
                  <a:lnTo>
                    <a:pt x="271" y="190"/>
                  </a:lnTo>
                  <a:lnTo>
                    <a:pt x="237" y="205"/>
                  </a:lnTo>
                  <a:lnTo>
                    <a:pt x="202" y="218"/>
                  </a:lnTo>
                  <a:lnTo>
                    <a:pt x="166" y="228"/>
                  </a:lnTo>
                  <a:lnTo>
                    <a:pt x="126" y="237"/>
                  </a:lnTo>
                  <a:lnTo>
                    <a:pt x="85" y="244"/>
                  </a:lnTo>
                  <a:lnTo>
                    <a:pt x="43" y="247"/>
                  </a:lnTo>
                  <a:lnTo>
                    <a:pt x="0" y="248"/>
                  </a:lnTo>
                  <a:lnTo>
                    <a:pt x="0"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1652" name="Freeform 50"/>
            <p:cNvSpPr>
              <a:spLocks/>
            </p:cNvSpPr>
            <p:nvPr/>
          </p:nvSpPr>
          <p:spPr bwMode="auto">
            <a:xfrm>
              <a:off x="1179" y="1640"/>
              <a:ext cx="88" cy="52"/>
            </a:xfrm>
            <a:custGeom>
              <a:avLst/>
              <a:gdLst>
                <a:gd name="T0" fmla="*/ 0 w 439"/>
                <a:gd name="T1" fmla="*/ 0 h 260"/>
                <a:gd name="T2" fmla="*/ 0 w 439"/>
                <a:gd name="T3" fmla="*/ 0 h 260"/>
                <a:gd name="T4" fmla="*/ 0 w 439"/>
                <a:gd name="T5" fmla="*/ 0 h 260"/>
                <a:gd name="T6" fmla="*/ 0 w 439"/>
                <a:gd name="T7" fmla="*/ 0 h 260"/>
                <a:gd name="T8" fmla="*/ 0 w 439"/>
                <a:gd name="T9" fmla="*/ 1 h 260"/>
                <a:gd name="T10" fmla="*/ 0 w 439"/>
                <a:gd name="T11" fmla="*/ 1 h 260"/>
                <a:gd name="T12" fmla="*/ 0 w 439"/>
                <a:gd name="T13" fmla="*/ 1 h 260"/>
                <a:gd name="T14" fmla="*/ 1 w 439"/>
                <a:gd name="T15" fmla="*/ 1 h 260"/>
                <a:gd name="T16" fmla="*/ 1 w 439"/>
                <a:gd name="T17" fmla="*/ 1 h 260"/>
                <a:gd name="T18" fmla="*/ 1 w 439"/>
                <a:gd name="T19" fmla="*/ 1 h 260"/>
                <a:gd name="T20" fmla="*/ 1 w 439"/>
                <a:gd name="T21" fmla="*/ 2 h 260"/>
                <a:gd name="T22" fmla="*/ 2 w 439"/>
                <a:gd name="T23" fmla="*/ 2 h 260"/>
                <a:gd name="T24" fmla="*/ 2 w 439"/>
                <a:gd name="T25" fmla="*/ 2 h 260"/>
                <a:gd name="T26" fmla="*/ 2 w 439"/>
                <a:gd name="T27" fmla="*/ 2 h 260"/>
                <a:gd name="T28" fmla="*/ 2 w 439"/>
                <a:gd name="T29" fmla="*/ 2 h 260"/>
                <a:gd name="T30" fmla="*/ 3 w 439"/>
                <a:gd name="T31" fmla="*/ 2 h 260"/>
                <a:gd name="T32" fmla="*/ 3 w 439"/>
                <a:gd name="T33" fmla="*/ 2 h 260"/>
                <a:gd name="T34" fmla="*/ 4 w 439"/>
                <a:gd name="T35" fmla="*/ 2 h 260"/>
                <a:gd name="T36" fmla="*/ 4 w 439"/>
                <a:gd name="T37" fmla="*/ 2 h 260"/>
                <a:gd name="T38" fmla="*/ 3 w 439"/>
                <a:gd name="T39" fmla="*/ 2 h 260"/>
                <a:gd name="T40" fmla="*/ 3 w 439"/>
                <a:gd name="T41" fmla="*/ 2 h 260"/>
                <a:gd name="T42" fmla="*/ 3 w 439"/>
                <a:gd name="T43" fmla="*/ 2 h 260"/>
                <a:gd name="T44" fmla="*/ 2 w 439"/>
                <a:gd name="T45" fmla="*/ 2 h 260"/>
                <a:gd name="T46" fmla="*/ 2 w 439"/>
                <a:gd name="T47" fmla="*/ 2 h 260"/>
                <a:gd name="T48" fmla="*/ 2 w 439"/>
                <a:gd name="T49" fmla="*/ 2 h 260"/>
                <a:gd name="T50" fmla="*/ 1 w 439"/>
                <a:gd name="T51" fmla="*/ 2 h 260"/>
                <a:gd name="T52" fmla="*/ 1 w 439"/>
                <a:gd name="T53" fmla="*/ 1 h 260"/>
                <a:gd name="T54" fmla="*/ 1 w 439"/>
                <a:gd name="T55" fmla="*/ 1 h 260"/>
                <a:gd name="T56" fmla="*/ 1 w 439"/>
                <a:gd name="T57" fmla="*/ 1 h 260"/>
                <a:gd name="T58" fmla="*/ 1 w 439"/>
                <a:gd name="T59" fmla="*/ 1 h 260"/>
                <a:gd name="T60" fmla="*/ 0 w 439"/>
                <a:gd name="T61" fmla="*/ 1 h 260"/>
                <a:gd name="T62" fmla="*/ 0 w 439"/>
                <a:gd name="T63" fmla="*/ 1 h 260"/>
                <a:gd name="T64" fmla="*/ 0 w 439"/>
                <a:gd name="T65" fmla="*/ 0 h 260"/>
                <a:gd name="T66" fmla="*/ 0 w 439"/>
                <a:gd name="T67" fmla="*/ 0 h 260"/>
                <a:gd name="T68" fmla="*/ 0 w 439"/>
                <a:gd name="T69" fmla="*/ 0 h 260"/>
                <a:gd name="T70" fmla="*/ 0 w 439"/>
                <a:gd name="T71" fmla="*/ 0 h 260"/>
                <a:gd name="T72" fmla="*/ 0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0" y="0"/>
                  </a:moveTo>
                  <a:lnTo>
                    <a:pt x="0" y="0"/>
                  </a:lnTo>
                  <a:lnTo>
                    <a:pt x="3" y="27"/>
                  </a:lnTo>
                  <a:lnTo>
                    <a:pt x="10" y="53"/>
                  </a:lnTo>
                  <a:lnTo>
                    <a:pt x="20" y="77"/>
                  </a:lnTo>
                  <a:lnTo>
                    <a:pt x="35" y="102"/>
                  </a:lnTo>
                  <a:lnTo>
                    <a:pt x="54" y="125"/>
                  </a:lnTo>
                  <a:lnTo>
                    <a:pt x="76" y="146"/>
                  </a:lnTo>
                  <a:lnTo>
                    <a:pt x="102" y="166"/>
                  </a:lnTo>
                  <a:lnTo>
                    <a:pt x="130" y="185"/>
                  </a:lnTo>
                  <a:lnTo>
                    <a:pt x="162" y="202"/>
                  </a:lnTo>
                  <a:lnTo>
                    <a:pt x="195" y="217"/>
                  </a:lnTo>
                  <a:lnTo>
                    <a:pt x="231" y="230"/>
                  </a:lnTo>
                  <a:lnTo>
                    <a:pt x="270" y="240"/>
                  </a:lnTo>
                  <a:lnTo>
                    <a:pt x="310" y="248"/>
                  </a:lnTo>
                  <a:lnTo>
                    <a:pt x="351" y="255"/>
                  </a:lnTo>
                  <a:lnTo>
                    <a:pt x="395" y="259"/>
                  </a:lnTo>
                  <a:lnTo>
                    <a:pt x="439" y="260"/>
                  </a:lnTo>
                  <a:lnTo>
                    <a:pt x="439" y="248"/>
                  </a:lnTo>
                  <a:lnTo>
                    <a:pt x="395" y="247"/>
                  </a:lnTo>
                  <a:lnTo>
                    <a:pt x="353" y="244"/>
                  </a:lnTo>
                  <a:lnTo>
                    <a:pt x="312" y="237"/>
                  </a:lnTo>
                  <a:lnTo>
                    <a:pt x="272" y="228"/>
                  </a:lnTo>
                  <a:lnTo>
                    <a:pt x="236" y="218"/>
                  </a:lnTo>
                  <a:lnTo>
                    <a:pt x="200" y="205"/>
                  </a:lnTo>
                  <a:lnTo>
                    <a:pt x="167" y="190"/>
                  </a:lnTo>
                  <a:lnTo>
                    <a:pt x="137" y="173"/>
                  </a:lnTo>
                  <a:lnTo>
                    <a:pt x="109" y="157"/>
                  </a:lnTo>
                  <a:lnTo>
                    <a:pt x="84" y="137"/>
                  </a:lnTo>
                  <a:lnTo>
                    <a:pt x="64" y="116"/>
                  </a:lnTo>
                  <a:lnTo>
                    <a:pt x="45" y="95"/>
                  </a:lnTo>
                  <a:lnTo>
                    <a:pt x="32" y="73"/>
                  </a:lnTo>
                  <a:lnTo>
                    <a:pt x="21" y="48"/>
                  </a:lnTo>
                  <a:lnTo>
                    <a:pt x="14" y="24"/>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1653" name="Freeform 51"/>
            <p:cNvSpPr>
              <a:spLocks/>
            </p:cNvSpPr>
            <p:nvPr/>
          </p:nvSpPr>
          <p:spPr bwMode="auto">
            <a:xfrm>
              <a:off x="1179" y="1588"/>
              <a:ext cx="88" cy="52"/>
            </a:xfrm>
            <a:custGeom>
              <a:avLst/>
              <a:gdLst>
                <a:gd name="T0" fmla="*/ 4 w 439"/>
                <a:gd name="T1" fmla="*/ 0 h 260"/>
                <a:gd name="T2" fmla="*/ 4 w 439"/>
                <a:gd name="T3" fmla="*/ 0 h 260"/>
                <a:gd name="T4" fmla="*/ 3 w 439"/>
                <a:gd name="T5" fmla="*/ 0 h 260"/>
                <a:gd name="T6" fmla="*/ 3 w 439"/>
                <a:gd name="T7" fmla="*/ 0 h 260"/>
                <a:gd name="T8" fmla="*/ 2 w 439"/>
                <a:gd name="T9" fmla="*/ 0 h 260"/>
                <a:gd name="T10" fmla="*/ 2 w 439"/>
                <a:gd name="T11" fmla="*/ 0 h 260"/>
                <a:gd name="T12" fmla="*/ 2 w 439"/>
                <a:gd name="T13" fmla="*/ 0 h 260"/>
                <a:gd name="T14" fmla="*/ 2 w 439"/>
                <a:gd name="T15" fmla="*/ 0 h 260"/>
                <a:gd name="T16" fmla="*/ 1 w 439"/>
                <a:gd name="T17" fmla="*/ 0 h 260"/>
                <a:gd name="T18" fmla="*/ 1 w 439"/>
                <a:gd name="T19" fmla="*/ 1 h 260"/>
                <a:gd name="T20" fmla="*/ 1 w 439"/>
                <a:gd name="T21" fmla="*/ 1 h 260"/>
                <a:gd name="T22" fmla="*/ 1 w 439"/>
                <a:gd name="T23" fmla="*/ 1 h 260"/>
                <a:gd name="T24" fmla="*/ 0 w 439"/>
                <a:gd name="T25" fmla="*/ 1 h 260"/>
                <a:gd name="T26" fmla="*/ 0 w 439"/>
                <a:gd name="T27" fmla="*/ 1 h 260"/>
                <a:gd name="T28" fmla="*/ 0 w 439"/>
                <a:gd name="T29" fmla="*/ 1 h 260"/>
                <a:gd name="T30" fmla="*/ 0 w 439"/>
                <a:gd name="T31" fmla="*/ 2 h 260"/>
                <a:gd name="T32" fmla="*/ 0 w 439"/>
                <a:gd name="T33" fmla="*/ 2 h 260"/>
                <a:gd name="T34" fmla="*/ 0 w 439"/>
                <a:gd name="T35" fmla="*/ 2 h 260"/>
                <a:gd name="T36" fmla="*/ 0 w 439"/>
                <a:gd name="T37" fmla="*/ 2 h 260"/>
                <a:gd name="T38" fmla="*/ 0 w 439"/>
                <a:gd name="T39" fmla="*/ 2 h 260"/>
                <a:gd name="T40" fmla="*/ 0 w 439"/>
                <a:gd name="T41" fmla="*/ 2 h 260"/>
                <a:gd name="T42" fmla="*/ 0 w 439"/>
                <a:gd name="T43" fmla="*/ 1 h 260"/>
                <a:gd name="T44" fmla="*/ 0 w 439"/>
                <a:gd name="T45" fmla="*/ 1 h 260"/>
                <a:gd name="T46" fmla="*/ 1 w 439"/>
                <a:gd name="T47" fmla="*/ 1 h 260"/>
                <a:gd name="T48" fmla="*/ 1 w 439"/>
                <a:gd name="T49" fmla="*/ 1 h 260"/>
                <a:gd name="T50" fmla="*/ 1 w 439"/>
                <a:gd name="T51" fmla="*/ 1 h 260"/>
                <a:gd name="T52" fmla="*/ 1 w 439"/>
                <a:gd name="T53" fmla="*/ 1 h 260"/>
                <a:gd name="T54" fmla="*/ 1 w 439"/>
                <a:gd name="T55" fmla="*/ 1 h 260"/>
                <a:gd name="T56" fmla="*/ 2 w 439"/>
                <a:gd name="T57" fmla="*/ 0 h 260"/>
                <a:gd name="T58" fmla="*/ 2 w 439"/>
                <a:gd name="T59" fmla="*/ 0 h 260"/>
                <a:gd name="T60" fmla="*/ 2 w 439"/>
                <a:gd name="T61" fmla="*/ 0 h 260"/>
                <a:gd name="T62" fmla="*/ 3 w 439"/>
                <a:gd name="T63" fmla="*/ 0 h 260"/>
                <a:gd name="T64" fmla="*/ 3 w 439"/>
                <a:gd name="T65" fmla="*/ 0 h 260"/>
                <a:gd name="T66" fmla="*/ 3 w 439"/>
                <a:gd name="T67" fmla="*/ 0 h 260"/>
                <a:gd name="T68" fmla="*/ 4 w 439"/>
                <a:gd name="T69" fmla="*/ 0 h 260"/>
                <a:gd name="T70" fmla="*/ 4 w 439"/>
                <a:gd name="T71" fmla="*/ 0 h 260"/>
                <a:gd name="T72" fmla="*/ 4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439" y="0"/>
                  </a:moveTo>
                  <a:lnTo>
                    <a:pt x="439" y="0"/>
                  </a:lnTo>
                  <a:lnTo>
                    <a:pt x="395" y="1"/>
                  </a:lnTo>
                  <a:lnTo>
                    <a:pt x="351" y="4"/>
                  </a:lnTo>
                  <a:lnTo>
                    <a:pt x="310" y="11"/>
                  </a:lnTo>
                  <a:lnTo>
                    <a:pt x="270" y="19"/>
                  </a:lnTo>
                  <a:lnTo>
                    <a:pt x="231" y="30"/>
                  </a:lnTo>
                  <a:lnTo>
                    <a:pt x="195" y="43"/>
                  </a:lnTo>
                  <a:lnTo>
                    <a:pt x="162" y="58"/>
                  </a:lnTo>
                  <a:lnTo>
                    <a:pt x="130" y="73"/>
                  </a:lnTo>
                  <a:lnTo>
                    <a:pt x="102" y="93"/>
                  </a:lnTo>
                  <a:lnTo>
                    <a:pt x="76" y="113"/>
                  </a:lnTo>
                  <a:lnTo>
                    <a:pt x="54" y="133"/>
                  </a:lnTo>
                  <a:lnTo>
                    <a:pt x="35" y="157"/>
                  </a:lnTo>
                  <a:lnTo>
                    <a:pt x="20" y="181"/>
                  </a:lnTo>
                  <a:lnTo>
                    <a:pt x="10" y="206"/>
                  </a:lnTo>
                  <a:lnTo>
                    <a:pt x="3" y="233"/>
                  </a:lnTo>
                  <a:lnTo>
                    <a:pt x="0" y="260"/>
                  </a:lnTo>
                  <a:lnTo>
                    <a:pt x="12" y="260"/>
                  </a:lnTo>
                  <a:lnTo>
                    <a:pt x="14" y="235"/>
                  </a:lnTo>
                  <a:lnTo>
                    <a:pt x="21" y="211"/>
                  </a:lnTo>
                  <a:lnTo>
                    <a:pt x="32" y="186"/>
                  </a:lnTo>
                  <a:lnTo>
                    <a:pt x="45" y="164"/>
                  </a:lnTo>
                  <a:lnTo>
                    <a:pt x="64" y="143"/>
                  </a:lnTo>
                  <a:lnTo>
                    <a:pt x="84" y="123"/>
                  </a:lnTo>
                  <a:lnTo>
                    <a:pt x="109" y="103"/>
                  </a:lnTo>
                  <a:lnTo>
                    <a:pt x="137" y="85"/>
                  </a:lnTo>
                  <a:lnTo>
                    <a:pt x="167" y="70"/>
                  </a:lnTo>
                  <a:lnTo>
                    <a:pt x="200" y="55"/>
                  </a:lnTo>
                  <a:lnTo>
                    <a:pt x="236" y="42"/>
                  </a:lnTo>
                  <a:lnTo>
                    <a:pt x="272" y="31"/>
                  </a:lnTo>
                  <a:lnTo>
                    <a:pt x="312" y="23"/>
                  </a:lnTo>
                  <a:lnTo>
                    <a:pt x="353" y="16"/>
                  </a:lnTo>
                  <a:lnTo>
                    <a:pt x="395" y="12"/>
                  </a:lnTo>
                  <a:lnTo>
                    <a:pt x="439" y="11"/>
                  </a:lnTo>
                  <a:lnTo>
                    <a:pt x="439"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1654" name="Freeform 52"/>
            <p:cNvSpPr>
              <a:spLocks/>
            </p:cNvSpPr>
            <p:nvPr/>
          </p:nvSpPr>
          <p:spPr bwMode="auto">
            <a:xfrm>
              <a:off x="964" y="1745"/>
              <a:ext cx="48" cy="85"/>
            </a:xfrm>
            <a:custGeom>
              <a:avLst/>
              <a:gdLst>
                <a:gd name="T0" fmla="*/ 2 w 244"/>
                <a:gd name="T1" fmla="*/ 3 h 426"/>
                <a:gd name="T2" fmla="*/ 2 w 244"/>
                <a:gd name="T3" fmla="*/ 3 h 426"/>
                <a:gd name="T4" fmla="*/ 2 w 244"/>
                <a:gd name="T5" fmla="*/ 3 h 426"/>
                <a:gd name="T6" fmla="*/ 2 w 244"/>
                <a:gd name="T7" fmla="*/ 3 h 426"/>
                <a:gd name="T8" fmla="*/ 2 w 244"/>
                <a:gd name="T9" fmla="*/ 2 h 426"/>
                <a:gd name="T10" fmla="*/ 2 w 244"/>
                <a:gd name="T11" fmla="*/ 2 h 426"/>
                <a:gd name="T12" fmla="*/ 2 w 244"/>
                <a:gd name="T13" fmla="*/ 2 h 426"/>
                <a:gd name="T14" fmla="*/ 2 w 244"/>
                <a:gd name="T15" fmla="*/ 2 h 426"/>
                <a:gd name="T16" fmla="*/ 1 w 244"/>
                <a:gd name="T17" fmla="*/ 1 h 426"/>
                <a:gd name="T18" fmla="*/ 1 w 244"/>
                <a:gd name="T19" fmla="*/ 1 h 426"/>
                <a:gd name="T20" fmla="*/ 1 w 244"/>
                <a:gd name="T21" fmla="*/ 1 h 426"/>
                <a:gd name="T22" fmla="*/ 1 w 244"/>
                <a:gd name="T23" fmla="*/ 1 h 426"/>
                <a:gd name="T24" fmla="*/ 1 w 244"/>
                <a:gd name="T25" fmla="*/ 0 h 426"/>
                <a:gd name="T26" fmla="*/ 1 w 244"/>
                <a:gd name="T27" fmla="*/ 0 h 426"/>
                <a:gd name="T28" fmla="*/ 1 w 244"/>
                <a:gd name="T29" fmla="*/ 0 h 426"/>
                <a:gd name="T30" fmla="*/ 0 w 244"/>
                <a:gd name="T31" fmla="*/ 0 h 426"/>
                <a:gd name="T32" fmla="*/ 0 w 244"/>
                <a:gd name="T33" fmla="*/ 0 h 426"/>
                <a:gd name="T34" fmla="*/ 0 w 244"/>
                <a:gd name="T35" fmla="*/ 0 h 426"/>
                <a:gd name="T36" fmla="*/ 0 w 244"/>
                <a:gd name="T37" fmla="*/ 0 h 426"/>
                <a:gd name="T38" fmla="*/ 0 w 244"/>
                <a:gd name="T39" fmla="*/ 0 h 426"/>
                <a:gd name="T40" fmla="*/ 0 w 244"/>
                <a:gd name="T41" fmla="*/ 0 h 426"/>
                <a:gd name="T42" fmla="*/ 1 w 244"/>
                <a:gd name="T43" fmla="*/ 0 h 426"/>
                <a:gd name="T44" fmla="*/ 1 w 244"/>
                <a:gd name="T45" fmla="*/ 0 h 426"/>
                <a:gd name="T46" fmla="*/ 1 w 244"/>
                <a:gd name="T47" fmla="*/ 0 h 426"/>
                <a:gd name="T48" fmla="*/ 1 w 244"/>
                <a:gd name="T49" fmla="*/ 1 h 426"/>
                <a:gd name="T50" fmla="*/ 1 w 244"/>
                <a:gd name="T51" fmla="*/ 1 h 426"/>
                <a:gd name="T52" fmla="*/ 1 w 244"/>
                <a:gd name="T53" fmla="*/ 1 h 426"/>
                <a:gd name="T54" fmla="*/ 1 w 244"/>
                <a:gd name="T55" fmla="*/ 1 h 426"/>
                <a:gd name="T56" fmla="*/ 1 w 244"/>
                <a:gd name="T57" fmla="*/ 2 h 426"/>
                <a:gd name="T58" fmla="*/ 2 w 244"/>
                <a:gd name="T59" fmla="*/ 2 h 426"/>
                <a:gd name="T60" fmla="*/ 2 w 244"/>
                <a:gd name="T61" fmla="*/ 2 h 426"/>
                <a:gd name="T62" fmla="*/ 2 w 244"/>
                <a:gd name="T63" fmla="*/ 2 h 426"/>
                <a:gd name="T64" fmla="*/ 2 w 244"/>
                <a:gd name="T65" fmla="*/ 3 h 426"/>
                <a:gd name="T66" fmla="*/ 2 w 244"/>
                <a:gd name="T67" fmla="*/ 3 h 426"/>
                <a:gd name="T68" fmla="*/ 2 w 244"/>
                <a:gd name="T69" fmla="*/ 3 h 426"/>
                <a:gd name="T70" fmla="*/ 2 w 244"/>
                <a:gd name="T71" fmla="*/ 3 h 426"/>
                <a:gd name="T72" fmla="*/ 2 w 244"/>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6"/>
                <a:gd name="T113" fmla="*/ 244 w 244"/>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6">
                  <a:moveTo>
                    <a:pt x="244" y="426"/>
                  </a:moveTo>
                  <a:lnTo>
                    <a:pt x="244" y="426"/>
                  </a:lnTo>
                  <a:lnTo>
                    <a:pt x="243" y="383"/>
                  </a:lnTo>
                  <a:lnTo>
                    <a:pt x="240" y="340"/>
                  </a:lnTo>
                  <a:lnTo>
                    <a:pt x="234" y="300"/>
                  </a:lnTo>
                  <a:lnTo>
                    <a:pt x="226" y="262"/>
                  </a:lnTo>
                  <a:lnTo>
                    <a:pt x="215" y="224"/>
                  </a:lnTo>
                  <a:lnTo>
                    <a:pt x="203" y="189"/>
                  </a:lnTo>
                  <a:lnTo>
                    <a:pt x="189" y="157"/>
                  </a:lnTo>
                  <a:lnTo>
                    <a:pt x="174" y="126"/>
                  </a:lnTo>
                  <a:lnTo>
                    <a:pt x="155" y="99"/>
                  </a:lnTo>
                  <a:lnTo>
                    <a:pt x="138" y="74"/>
                  </a:lnTo>
                  <a:lnTo>
                    <a:pt x="118" y="52"/>
                  </a:lnTo>
                  <a:lnTo>
                    <a:pt x="96" y="34"/>
                  </a:lnTo>
                  <a:lnTo>
                    <a:pt x="73" y="19"/>
                  </a:lnTo>
                  <a:lnTo>
                    <a:pt x="50" y="8"/>
                  </a:lnTo>
                  <a:lnTo>
                    <a:pt x="25" y="2"/>
                  </a:lnTo>
                  <a:lnTo>
                    <a:pt x="0" y="0"/>
                  </a:lnTo>
                  <a:lnTo>
                    <a:pt x="0" y="12"/>
                  </a:lnTo>
                  <a:lnTo>
                    <a:pt x="23" y="14"/>
                  </a:lnTo>
                  <a:lnTo>
                    <a:pt x="45" y="20"/>
                  </a:lnTo>
                  <a:lnTo>
                    <a:pt x="66" y="31"/>
                  </a:lnTo>
                  <a:lnTo>
                    <a:pt x="89" y="43"/>
                  </a:lnTo>
                  <a:lnTo>
                    <a:pt x="109" y="61"/>
                  </a:lnTo>
                  <a:lnTo>
                    <a:pt x="129" y="81"/>
                  </a:lnTo>
                  <a:lnTo>
                    <a:pt x="146" y="106"/>
                  </a:lnTo>
                  <a:lnTo>
                    <a:pt x="162" y="133"/>
                  </a:lnTo>
                  <a:lnTo>
                    <a:pt x="178" y="162"/>
                  </a:lnTo>
                  <a:lnTo>
                    <a:pt x="192" y="194"/>
                  </a:lnTo>
                  <a:lnTo>
                    <a:pt x="203" y="229"/>
                  </a:lnTo>
                  <a:lnTo>
                    <a:pt x="214" y="264"/>
                  </a:lnTo>
                  <a:lnTo>
                    <a:pt x="222" y="303"/>
                  </a:lnTo>
                  <a:lnTo>
                    <a:pt x="228" y="342"/>
                  </a:lnTo>
                  <a:lnTo>
                    <a:pt x="232" y="383"/>
                  </a:lnTo>
                  <a:lnTo>
                    <a:pt x="233" y="426"/>
                  </a:lnTo>
                  <a:lnTo>
                    <a:pt x="244"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1655" name="Freeform 53"/>
            <p:cNvSpPr>
              <a:spLocks/>
            </p:cNvSpPr>
            <p:nvPr/>
          </p:nvSpPr>
          <p:spPr bwMode="auto">
            <a:xfrm>
              <a:off x="964" y="1830"/>
              <a:ext cx="48" cy="85"/>
            </a:xfrm>
            <a:custGeom>
              <a:avLst/>
              <a:gdLst>
                <a:gd name="T0" fmla="*/ 0 w 244"/>
                <a:gd name="T1" fmla="*/ 3 h 424"/>
                <a:gd name="T2" fmla="*/ 0 w 244"/>
                <a:gd name="T3" fmla="*/ 3 h 424"/>
                <a:gd name="T4" fmla="*/ 0 w 244"/>
                <a:gd name="T5" fmla="*/ 3 h 424"/>
                <a:gd name="T6" fmla="*/ 0 w 244"/>
                <a:gd name="T7" fmla="*/ 3 h 424"/>
                <a:gd name="T8" fmla="*/ 1 w 244"/>
                <a:gd name="T9" fmla="*/ 3 h 424"/>
                <a:gd name="T10" fmla="*/ 1 w 244"/>
                <a:gd name="T11" fmla="*/ 3 h 424"/>
                <a:gd name="T12" fmla="*/ 1 w 244"/>
                <a:gd name="T13" fmla="*/ 3 h 424"/>
                <a:gd name="T14" fmla="*/ 1 w 244"/>
                <a:gd name="T15" fmla="*/ 3 h 424"/>
                <a:gd name="T16" fmla="*/ 1 w 244"/>
                <a:gd name="T17" fmla="*/ 3 h 424"/>
                <a:gd name="T18" fmla="*/ 1 w 244"/>
                <a:gd name="T19" fmla="*/ 2 h 424"/>
                <a:gd name="T20" fmla="*/ 1 w 244"/>
                <a:gd name="T21" fmla="*/ 2 h 424"/>
                <a:gd name="T22" fmla="*/ 2 w 244"/>
                <a:gd name="T23" fmla="*/ 2 h 424"/>
                <a:gd name="T24" fmla="*/ 2 w 244"/>
                <a:gd name="T25" fmla="*/ 2 h 424"/>
                <a:gd name="T26" fmla="*/ 2 w 244"/>
                <a:gd name="T27" fmla="*/ 1 h 424"/>
                <a:gd name="T28" fmla="*/ 2 w 244"/>
                <a:gd name="T29" fmla="*/ 1 h 424"/>
                <a:gd name="T30" fmla="*/ 2 w 244"/>
                <a:gd name="T31" fmla="*/ 1 h 424"/>
                <a:gd name="T32" fmla="*/ 2 w 244"/>
                <a:gd name="T33" fmla="*/ 0 h 424"/>
                <a:gd name="T34" fmla="*/ 2 w 244"/>
                <a:gd name="T35" fmla="*/ 0 h 424"/>
                <a:gd name="T36" fmla="*/ 2 w 244"/>
                <a:gd name="T37" fmla="*/ 0 h 424"/>
                <a:gd name="T38" fmla="*/ 2 w 244"/>
                <a:gd name="T39" fmla="*/ 0 h 424"/>
                <a:gd name="T40" fmla="*/ 2 w 244"/>
                <a:gd name="T41" fmla="*/ 1 h 424"/>
                <a:gd name="T42" fmla="*/ 2 w 244"/>
                <a:gd name="T43" fmla="*/ 1 h 424"/>
                <a:gd name="T44" fmla="*/ 2 w 244"/>
                <a:gd name="T45" fmla="*/ 1 h 424"/>
                <a:gd name="T46" fmla="*/ 2 w 244"/>
                <a:gd name="T47" fmla="*/ 2 h 424"/>
                <a:gd name="T48" fmla="*/ 1 w 244"/>
                <a:gd name="T49" fmla="*/ 2 h 424"/>
                <a:gd name="T50" fmla="*/ 1 w 244"/>
                <a:gd name="T51" fmla="*/ 2 h 424"/>
                <a:gd name="T52" fmla="*/ 1 w 244"/>
                <a:gd name="T53" fmla="*/ 2 h 424"/>
                <a:gd name="T54" fmla="*/ 1 w 244"/>
                <a:gd name="T55" fmla="*/ 3 h 424"/>
                <a:gd name="T56" fmla="*/ 1 w 244"/>
                <a:gd name="T57" fmla="*/ 3 h 424"/>
                <a:gd name="T58" fmla="*/ 1 w 244"/>
                <a:gd name="T59" fmla="*/ 3 h 424"/>
                <a:gd name="T60" fmla="*/ 1 w 244"/>
                <a:gd name="T61" fmla="*/ 3 h 424"/>
                <a:gd name="T62" fmla="*/ 1 w 244"/>
                <a:gd name="T63" fmla="*/ 3 h 424"/>
                <a:gd name="T64" fmla="*/ 0 w 244"/>
                <a:gd name="T65" fmla="*/ 3 h 424"/>
                <a:gd name="T66" fmla="*/ 0 w 244"/>
                <a:gd name="T67" fmla="*/ 3 h 424"/>
                <a:gd name="T68" fmla="*/ 0 w 244"/>
                <a:gd name="T69" fmla="*/ 3 h 424"/>
                <a:gd name="T70" fmla="*/ 0 w 244"/>
                <a:gd name="T71" fmla="*/ 3 h 424"/>
                <a:gd name="T72" fmla="*/ 0 w 244"/>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4"/>
                <a:gd name="T113" fmla="*/ 244 w 244"/>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4">
                  <a:moveTo>
                    <a:pt x="0" y="424"/>
                  </a:moveTo>
                  <a:lnTo>
                    <a:pt x="0" y="424"/>
                  </a:lnTo>
                  <a:lnTo>
                    <a:pt x="25" y="422"/>
                  </a:lnTo>
                  <a:lnTo>
                    <a:pt x="50" y="416"/>
                  </a:lnTo>
                  <a:lnTo>
                    <a:pt x="73" y="405"/>
                  </a:lnTo>
                  <a:lnTo>
                    <a:pt x="96" y="390"/>
                  </a:lnTo>
                  <a:lnTo>
                    <a:pt x="118" y="373"/>
                  </a:lnTo>
                  <a:lnTo>
                    <a:pt x="138" y="350"/>
                  </a:lnTo>
                  <a:lnTo>
                    <a:pt x="155" y="326"/>
                  </a:lnTo>
                  <a:lnTo>
                    <a:pt x="173" y="299"/>
                  </a:lnTo>
                  <a:lnTo>
                    <a:pt x="189" y="268"/>
                  </a:lnTo>
                  <a:lnTo>
                    <a:pt x="203" y="235"/>
                  </a:lnTo>
                  <a:lnTo>
                    <a:pt x="215" y="201"/>
                  </a:lnTo>
                  <a:lnTo>
                    <a:pt x="226" y="163"/>
                  </a:lnTo>
                  <a:lnTo>
                    <a:pt x="234" y="125"/>
                  </a:lnTo>
                  <a:lnTo>
                    <a:pt x="240" y="85"/>
                  </a:lnTo>
                  <a:lnTo>
                    <a:pt x="243" y="42"/>
                  </a:lnTo>
                  <a:lnTo>
                    <a:pt x="244" y="0"/>
                  </a:lnTo>
                  <a:lnTo>
                    <a:pt x="233" y="0"/>
                  </a:lnTo>
                  <a:lnTo>
                    <a:pt x="232" y="42"/>
                  </a:lnTo>
                  <a:lnTo>
                    <a:pt x="228" y="83"/>
                  </a:lnTo>
                  <a:lnTo>
                    <a:pt x="222" y="123"/>
                  </a:lnTo>
                  <a:lnTo>
                    <a:pt x="214" y="160"/>
                  </a:lnTo>
                  <a:lnTo>
                    <a:pt x="203" y="197"/>
                  </a:lnTo>
                  <a:lnTo>
                    <a:pt x="192" y="231"/>
                  </a:lnTo>
                  <a:lnTo>
                    <a:pt x="178" y="263"/>
                  </a:lnTo>
                  <a:lnTo>
                    <a:pt x="164" y="292"/>
                  </a:lnTo>
                  <a:lnTo>
                    <a:pt x="146" y="319"/>
                  </a:lnTo>
                  <a:lnTo>
                    <a:pt x="129" y="343"/>
                  </a:lnTo>
                  <a:lnTo>
                    <a:pt x="109" y="363"/>
                  </a:lnTo>
                  <a:lnTo>
                    <a:pt x="89" y="381"/>
                  </a:lnTo>
                  <a:lnTo>
                    <a:pt x="66" y="394"/>
                  </a:lnTo>
                  <a:lnTo>
                    <a:pt x="45" y="404"/>
                  </a:lnTo>
                  <a:lnTo>
                    <a:pt x="23" y="410"/>
                  </a:lnTo>
                  <a:lnTo>
                    <a:pt x="0" y="412"/>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1656" name="Freeform 54"/>
            <p:cNvSpPr>
              <a:spLocks/>
            </p:cNvSpPr>
            <p:nvPr/>
          </p:nvSpPr>
          <p:spPr bwMode="auto">
            <a:xfrm>
              <a:off x="915" y="1830"/>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1" y="42"/>
                  </a:lnTo>
                  <a:lnTo>
                    <a:pt x="4" y="85"/>
                  </a:lnTo>
                  <a:lnTo>
                    <a:pt x="10" y="125"/>
                  </a:lnTo>
                  <a:lnTo>
                    <a:pt x="19" y="163"/>
                  </a:lnTo>
                  <a:lnTo>
                    <a:pt x="29" y="201"/>
                  </a:lnTo>
                  <a:lnTo>
                    <a:pt x="41" y="235"/>
                  </a:lnTo>
                  <a:lnTo>
                    <a:pt x="55" y="268"/>
                  </a:lnTo>
                  <a:lnTo>
                    <a:pt x="71" y="299"/>
                  </a:lnTo>
                  <a:lnTo>
                    <a:pt x="89" y="326"/>
                  </a:lnTo>
                  <a:lnTo>
                    <a:pt x="106" y="350"/>
                  </a:lnTo>
                  <a:lnTo>
                    <a:pt x="126" y="373"/>
                  </a:lnTo>
                  <a:lnTo>
                    <a:pt x="149" y="390"/>
                  </a:lnTo>
                  <a:lnTo>
                    <a:pt x="171" y="405"/>
                  </a:lnTo>
                  <a:lnTo>
                    <a:pt x="194" y="416"/>
                  </a:lnTo>
                  <a:lnTo>
                    <a:pt x="219" y="422"/>
                  </a:lnTo>
                  <a:lnTo>
                    <a:pt x="245" y="424"/>
                  </a:lnTo>
                  <a:lnTo>
                    <a:pt x="245" y="412"/>
                  </a:lnTo>
                  <a:lnTo>
                    <a:pt x="221" y="410"/>
                  </a:lnTo>
                  <a:lnTo>
                    <a:pt x="199" y="404"/>
                  </a:lnTo>
                  <a:lnTo>
                    <a:pt x="178" y="394"/>
                  </a:lnTo>
                  <a:lnTo>
                    <a:pt x="156" y="381"/>
                  </a:lnTo>
                  <a:lnTo>
                    <a:pt x="136" y="363"/>
                  </a:lnTo>
                  <a:lnTo>
                    <a:pt x="116" y="343"/>
                  </a:lnTo>
                  <a:lnTo>
                    <a:pt x="98" y="319"/>
                  </a:lnTo>
                  <a:lnTo>
                    <a:pt x="81" y="292"/>
                  </a:lnTo>
                  <a:lnTo>
                    <a:pt x="67" y="263"/>
                  </a:lnTo>
                  <a:lnTo>
                    <a:pt x="52" y="231"/>
                  </a:lnTo>
                  <a:lnTo>
                    <a:pt x="41" y="197"/>
                  </a:lnTo>
                  <a:lnTo>
                    <a:pt x="30" y="160"/>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1657" name="Freeform 55"/>
            <p:cNvSpPr>
              <a:spLocks/>
            </p:cNvSpPr>
            <p:nvPr/>
          </p:nvSpPr>
          <p:spPr bwMode="auto">
            <a:xfrm>
              <a:off x="915" y="1745"/>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0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19" y="2"/>
                  </a:lnTo>
                  <a:lnTo>
                    <a:pt x="194" y="8"/>
                  </a:lnTo>
                  <a:lnTo>
                    <a:pt x="171" y="19"/>
                  </a:lnTo>
                  <a:lnTo>
                    <a:pt x="149" y="34"/>
                  </a:lnTo>
                  <a:lnTo>
                    <a:pt x="126" y="52"/>
                  </a:lnTo>
                  <a:lnTo>
                    <a:pt x="106" y="74"/>
                  </a:lnTo>
                  <a:lnTo>
                    <a:pt x="89" y="99"/>
                  </a:lnTo>
                  <a:lnTo>
                    <a:pt x="70" y="126"/>
                  </a:lnTo>
                  <a:lnTo>
                    <a:pt x="55" y="157"/>
                  </a:lnTo>
                  <a:lnTo>
                    <a:pt x="41" y="189"/>
                  </a:lnTo>
                  <a:lnTo>
                    <a:pt x="29" y="224"/>
                  </a:lnTo>
                  <a:lnTo>
                    <a:pt x="19" y="262"/>
                  </a:lnTo>
                  <a:lnTo>
                    <a:pt x="10" y="300"/>
                  </a:lnTo>
                  <a:lnTo>
                    <a:pt x="4" y="340"/>
                  </a:lnTo>
                  <a:lnTo>
                    <a:pt x="1" y="383"/>
                  </a:lnTo>
                  <a:lnTo>
                    <a:pt x="0" y="426"/>
                  </a:lnTo>
                  <a:lnTo>
                    <a:pt x="11" y="426"/>
                  </a:lnTo>
                  <a:lnTo>
                    <a:pt x="13" y="383"/>
                  </a:lnTo>
                  <a:lnTo>
                    <a:pt x="16" y="342"/>
                  </a:lnTo>
                  <a:lnTo>
                    <a:pt x="22" y="303"/>
                  </a:lnTo>
                  <a:lnTo>
                    <a:pt x="30" y="264"/>
                  </a:lnTo>
                  <a:lnTo>
                    <a:pt x="41" y="229"/>
                  </a:lnTo>
                  <a:lnTo>
                    <a:pt x="52" y="194"/>
                  </a:lnTo>
                  <a:lnTo>
                    <a:pt x="67" y="162"/>
                  </a:lnTo>
                  <a:lnTo>
                    <a:pt x="82" y="133"/>
                  </a:lnTo>
                  <a:lnTo>
                    <a:pt x="98" y="106"/>
                  </a:lnTo>
                  <a:lnTo>
                    <a:pt x="116" y="81"/>
                  </a:lnTo>
                  <a:lnTo>
                    <a:pt x="136" y="61"/>
                  </a:lnTo>
                  <a:lnTo>
                    <a:pt x="156" y="43"/>
                  </a:lnTo>
                  <a:lnTo>
                    <a:pt x="178" y="31"/>
                  </a:lnTo>
                  <a:lnTo>
                    <a:pt x="199" y="20"/>
                  </a:lnTo>
                  <a:lnTo>
                    <a:pt x="221"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1658" name="Freeform 56"/>
            <p:cNvSpPr>
              <a:spLocks/>
            </p:cNvSpPr>
            <p:nvPr/>
          </p:nvSpPr>
          <p:spPr bwMode="auto">
            <a:xfrm>
              <a:off x="1140" y="2087"/>
              <a:ext cx="49" cy="85"/>
            </a:xfrm>
            <a:custGeom>
              <a:avLst/>
              <a:gdLst>
                <a:gd name="T0" fmla="*/ 2 w 246"/>
                <a:gd name="T1" fmla="*/ 3 h 424"/>
                <a:gd name="T2" fmla="*/ 2 w 246"/>
                <a:gd name="T3" fmla="*/ 3 h 424"/>
                <a:gd name="T4" fmla="*/ 2 w 246"/>
                <a:gd name="T5" fmla="*/ 3 h 424"/>
                <a:gd name="T6" fmla="*/ 2 w 246"/>
                <a:gd name="T7" fmla="*/ 3 h 424"/>
                <a:gd name="T8" fmla="*/ 2 w 246"/>
                <a:gd name="T9" fmla="*/ 2 h 424"/>
                <a:gd name="T10" fmla="*/ 2 w 246"/>
                <a:gd name="T11" fmla="*/ 2 h 424"/>
                <a:gd name="T12" fmla="*/ 2 w 246"/>
                <a:gd name="T13" fmla="*/ 2 h 424"/>
                <a:gd name="T14" fmla="*/ 2 w 246"/>
                <a:gd name="T15" fmla="*/ 2 h 424"/>
                <a:gd name="T16" fmla="*/ 2 w 246"/>
                <a:gd name="T17" fmla="*/ 1 h 424"/>
                <a:gd name="T18" fmla="*/ 1 w 246"/>
                <a:gd name="T19" fmla="*/ 1 h 424"/>
                <a:gd name="T20" fmla="*/ 1 w 246"/>
                <a:gd name="T21" fmla="*/ 1 h 424"/>
                <a:gd name="T22" fmla="*/ 1 w 246"/>
                <a:gd name="T23" fmla="*/ 1 h 424"/>
                <a:gd name="T24" fmla="*/ 1 w 246"/>
                <a:gd name="T25" fmla="*/ 0 h 424"/>
                <a:gd name="T26" fmla="*/ 1 w 246"/>
                <a:gd name="T27" fmla="*/ 0 h 424"/>
                <a:gd name="T28" fmla="*/ 1 w 246"/>
                <a:gd name="T29" fmla="*/ 0 h 424"/>
                <a:gd name="T30" fmla="*/ 0 w 246"/>
                <a:gd name="T31" fmla="*/ 0 h 424"/>
                <a:gd name="T32" fmla="*/ 0 w 246"/>
                <a:gd name="T33" fmla="*/ 0 h 424"/>
                <a:gd name="T34" fmla="*/ 0 w 246"/>
                <a:gd name="T35" fmla="*/ 0 h 424"/>
                <a:gd name="T36" fmla="*/ 0 w 246"/>
                <a:gd name="T37" fmla="*/ 0 h 424"/>
                <a:gd name="T38" fmla="*/ 0 w 246"/>
                <a:gd name="T39" fmla="*/ 0 h 424"/>
                <a:gd name="T40" fmla="*/ 0 w 246"/>
                <a:gd name="T41" fmla="*/ 0 h 424"/>
                <a:gd name="T42" fmla="*/ 1 w 246"/>
                <a:gd name="T43" fmla="*/ 0 h 424"/>
                <a:gd name="T44" fmla="*/ 1 w 246"/>
                <a:gd name="T45" fmla="*/ 0 h 424"/>
                <a:gd name="T46" fmla="*/ 1 w 246"/>
                <a:gd name="T47" fmla="*/ 0 h 424"/>
                <a:gd name="T48" fmla="*/ 1 w 246"/>
                <a:gd name="T49" fmla="*/ 1 h 424"/>
                <a:gd name="T50" fmla="*/ 1 w 246"/>
                <a:gd name="T51" fmla="*/ 1 h 424"/>
                <a:gd name="T52" fmla="*/ 1 w 246"/>
                <a:gd name="T53" fmla="*/ 1 h 424"/>
                <a:gd name="T54" fmla="*/ 1 w 246"/>
                <a:gd name="T55" fmla="*/ 1 h 424"/>
                <a:gd name="T56" fmla="*/ 2 w 246"/>
                <a:gd name="T57" fmla="*/ 2 h 424"/>
                <a:gd name="T58" fmla="*/ 2 w 246"/>
                <a:gd name="T59" fmla="*/ 2 h 424"/>
                <a:gd name="T60" fmla="*/ 2 w 246"/>
                <a:gd name="T61" fmla="*/ 2 h 424"/>
                <a:gd name="T62" fmla="*/ 2 w 246"/>
                <a:gd name="T63" fmla="*/ 2 h 424"/>
                <a:gd name="T64" fmla="*/ 2 w 246"/>
                <a:gd name="T65" fmla="*/ 3 h 424"/>
                <a:gd name="T66" fmla="*/ 2 w 246"/>
                <a:gd name="T67" fmla="*/ 3 h 424"/>
                <a:gd name="T68" fmla="*/ 2 w 246"/>
                <a:gd name="T69" fmla="*/ 3 h 424"/>
                <a:gd name="T70" fmla="*/ 2 w 246"/>
                <a:gd name="T71" fmla="*/ 3 h 424"/>
                <a:gd name="T72" fmla="*/ 2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424"/>
                  </a:moveTo>
                  <a:lnTo>
                    <a:pt x="246" y="424"/>
                  </a:lnTo>
                  <a:lnTo>
                    <a:pt x="244" y="382"/>
                  </a:lnTo>
                  <a:lnTo>
                    <a:pt x="241" y="338"/>
                  </a:lnTo>
                  <a:lnTo>
                    <a:pt x="235" y="298"/>
                  </a:lnTo>
                  <a:lnTo>
                    <a:pt x="227" y="261"/>
                  </a:lnTo>
                  <a:lnTo>
                    <a:pt x="216" y="222"/>
                  </a:lnTo>
                  <a:lnTo>
                    <a:pt x="205" y="188"/>
                  </a:lnTo>
                  <a:lnTo>
                    <a:pt x="190" y="155"/>
                  </a:lnTo>
                  <a:lnTo>
                    <a:pt x="174" y="125"/>
                  </a:lnTo>
                  <a:lnTo>
                    <a:pt x="157" y="98"/>
                  </a:lnTo>
                  <a:lnTo>
                    <a:pt x="138" y="73"/>
                  </a:lnTo>
                  <a:lnTo>
                    <a:pt x="118" y="51"/>
                  </a:lnTo>
                  <a:lnTo>
                    <a:pt x="96" y="34"/>
                  </a:lnTo>
                  <a:lnTo>
                    <a:pt x="74" y="18"/>
                  </a:lnTo>
                  <a:lnTo>
                    <a:pt x="50" y="8"/>
                  </a:lnTo>
                  <a:lnTo>
                    <a:pt x="25" y="2"/>
                  </a:lnTo>
                  <a:lnTo>
                    <a:pt x="0" y="0"/>
                  </a:lnTo>
                  <a:lnTo>
                    <a:pt x="0" y="11"/>
                  </a:lnTo>
                  <a:lnTo>
                    <a:pt x="23" y="14"/>
                  </a:lnTo>
                  <a:lnTo>
                    <a:pt x="45" y="19"/>
                  </a:lnTo>
                  <a:lnTo>
                    <a:pt x="67" y="30"/>
                  </a:lnTo>
                  <a:lnTo>
                    <a:pt x="89" y="43"/>
                  </a:lnTo>
                  <a:lnTo>
                    <a:pt x="108" y="60"/>
                  </a:lnTo>
                  <a:lnTo>
                    <a:pt x="128" y="80"/>
                  </a:lnTo>
                  <a:lnTo>
                    <a:pt x="147" y="105"/>
                  </a:lnTo>
                  <a:lnTo>
                    <a:pt x="165" y="132"/>
                  </a:lnTo>
                  <a:lnTo>
                    <a:pt x="179" y="160"/>
                  </a:lnTo>
                  <a:lnTo>
                    <a:pt x="193" y="193"/>
                  </a:lnTo>
                  <a:lnTo>
                    <a:pt x="205" y="227"/>
                  </a:lnTo>
                  <a:lnTo>
                    <a:pt x="215" y="263"/>
                  </a:lnTo>
                  <a:lnTo>
                    <a:pt x="223" y="301"/>
                  </a:lnTo>
                  <a:lnTo>
                    <a:pt x="229" y="341"/>
                  </a:lnTo>
                  <a:lnTo>
                    <a:pt x="233" y="382"/>
                  </a:lnTo>
                  <a:lnTo>
                    <a:pt x="234" y="424"/>
                  </a:lnTo>
                  <a:lnTo>
                    <a:pt x="246"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1659" name="Freeform 57"/>
            <p:cNvSpPr>
              <a:spLocks/>
            </p:cNvSpPr>
            <p:nvPr/>
          </p:nvSpPr>
          <p:spPr bwMode="auto">
            <a:xfrm>
              <a:off x="1140" y="2172"/>
              <a:ext cx="49" cy="85"/>
            </a:xfrm>
            <a:custGeom>
              <a:avLst/>
              <a:gdLst>
                <a:gd name="T0" fmla="*/ 0 w 246"/>
                <a:gd name="T1" fmla="*/ 3 h 426"/>
                <a:gd name="T2" fmla="*/ 0 w 246"/>
                <a:gd name="T3" fmla="*/ 3 h 426"/>
                <a:gd name="T4" fmla="*/ 0 w 246"/>
                <a:gd name="T5" fmla="*/ 3 h 426"/>
                <a:gd name="T6" fmla="*/ 0 w 246"/>
                <a:gd name="T7" fmla="*/ 3 h 426"/>
                <a:gd name="T8" fmla="*/ 1 w 246"/>
                <a:gd name="T9" fmla="*/ 3 h 426"/>
                <a:gd name="T10" fmla="*/ 1 w 246"/>
                <a:gd name="T11" fmla="*/ 3 h 426"/>
                <a:gd name="T12" fmla="*/ 1 w 246"/>
                <a:gd name="T13" fmla="*/ 3 h 426"/>
                <a:gd name="T14" fmla="*/ 1 w 246"/>
                <a:gd name="T15" fmla="*/ 3 h 426"/>
                <a:gd name="T16" fmla="*/ 1 w 246"/>
                <a:gd name="T17" fmla="*/ 3 h 426"/>
                <a:gd name="T18" fmla="*/ 1 w 246"/>
                <a:gd name="T19" fmla="*/ 2 h 426"/>
                <a:gd name="T20" fmla="*/ 2 w 246"/>
                <a:gd name="T21" fmla="*/ 2 h 426"/>
                <a:gd name="T22" fmla="*/ 2 w 246"/>
                <a:gd name="T23" fmla="*/ 2 h 426"/>
                <a:gd name="T24" fmla="*/ 2 w 246"/>
                <a:gd name="T25" fmla="*/ 2 h 426"/>
                <a:gd name="T26" fmla="*/ 2 w 246"/>
                <a:gd name="T27" fmla="*/ 1 h 426"/>
                <a:gd name="T28" fmla="*/ 2 w 246"/>
                <a:gd name="T29" fmla="*/ 1 h 426"/>
                <a:gd name="T30" fmla="*/ 2 w 246"/>
                <a:gd name="T31" fmla="*/ 1 h 426"/>
                <a:gd name="T32" fmla="*/ 2 w 246"/>
                <a:gd name="T33" fmla="*/ 0 h 426"/>
                <a:gd name="T34" fmla="*/ 2 w 246"/>
                <a:gd name="T35" fmla="*/ 0 h 426"/>
                <a:gd name="T36" fmla="*/ 2 w 246"/>
                <a:gd name="T37" fmla="*/ 0 h 426"/>
                <a:gd name="T38" fmla="*/ 2 w 246"/>
                <a:gd name="T39" fmla="*/ 0 h 426"/>
                <a:gd name="T40" fmla="*/ 2 w 246"/>
                <a:gd name="T41" fmla="*/ 1 h 426"/>
                <a:gd name="T42" fmla="*/ 2 w 246"/>
                <a:gd name="T43" fmla="*/ 1 h 426"/>
                <a:gd name="T44" fmla="*/ 2 w 246"/>
                <a:gd name="T45" fmla="*/ 1 h 426"/>
                <a:gd name="T46" fmla="*/ 2 w 246"/>
                <a:gd name="T47" fmla="*/ 2 h 426"/>
                <a:gd name="T48" fmla="*/ 2 w 246"/>
                <a:gd name="T49" fmla="*/ 2 h 426"/>
                <a:gd name="T50" fmla="*/ 1 w 246"/>
                <a:gd name="T51" fmla="*/ 2 h 426"/>
                <a:gd name="T52" fmla="*/ 1 w 246"/>
                <a:gd name="T53" fmla="*/ 2 h 426"/>
                <a:gd name="T54" fmla="*/ 1 w 246"/>
                <a:gd name="T55" fmla="*/ 3 h 426"/>
                <a:gd name="T56" fmla="*/ 1 w 246"/>
                <a:gd name="T57" fmla="*/ 3 h 426"/>
                <a:gd name="T58" fmla="*/ 1 w 246"/>
                <a:gd name="T59" fmla="*/ 3 h 426"/>
                <a:gd name="T60" fmla="*/ 1 w 246"/>
                <a:gd name="T61" fmla="*/ 3 h 426"/>
                <a:gd name="T62" fmla="*/ 1 w 246"/>
                <a:gd name="T63" fmla="*/ 3 h 426"/>
                <a:gd name="T64" fmla="*/ 0 w 246"/>
                <a:gd name="T65" fmla="*/ 3 h 426"/>
                <a:gd name="T66" fmla="*/ 0 w 246"/>
                <a:gd name="T67" fmla="*/ 3 h 426"/>
                <a:gd name="T68" fmla="*/ 0 w 246"/>
                <a:gd name="T69" fmla="*/ 3 h 426"/>
                <a:gd name="T70" fmla="*/ 0 w 246"/>
                <a:gd name="T71" fmla="*/ 3 h 426"/>
                <a:gd name="T72" fmla="*/ 0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426"/>
                  </a:moveTo>
                  <a:lnTo>
                    <a:pt x="0" y="426"/>
                  </a:lnTo>
                  <a:lnTo>
                    <a:pt x="25" y="423"/>
                  </a:lnTo>
                  <a:lnTo>
                    <a:pt x="50" y="417"/>
                  </a:lnTo>
                  <a:lnTo>
                    <a:pt x="74" y="407"/>
                  </a:lnTo>
                  <a:lnTo>
                    <a:pt x="96" y="392"/>
                  </a:lnTo>
                  <a:lnTo>
                    <a:pt x="118" y="373"/>
                  </a:lnTo>
                  <a:lnTo>
                    <a:pt x="138" y="350"/>
                  </a:lnTo>
                  <a:lnTo>
                    <a:pt x="157" y="327"/>
                  </a:lnTo>
                  <a:lnTo>
                    <a:pt x="175" y="299"/>
                  </a:lnTo>
                  <a:lnTo>
                    <a:pt x="190" y="268"/>
                  </a:lnTo>
                  <a:lnTo>
                    <a:pt x="205" y="236"/>
                  </a:lnTo>
                  <a:lnTo>
                    <a:pt x="216" y="202"/>
                  </a:lnTo>
                  <a:lnTo>
                    <a:pt x="227" y="164"/>
                  </a:lnTo>
                  <a:lnTo>
                    <a:pt x="235" y="125"/>
                  </a:lnTo>
                  <a:lnTo>
                    <a:pt x="241" y="86"/>
                  </a:lnTo>
                  <a:lnTo>
                    <a:pt x="244" y="42"/>
                  </a:lnTo>
                  <a:lnTo>
                    <a:pt x="246" y="0"/>
                  </a:lnTo>
                  <a:lnTo>
                    <a:pt x="234" y="0"/>
                  </a:lnTo>
                  <a:lnTo>
                    <a:pt x="233" y="42"/>
                  </a:lnTo>
                  <a:lnTo>
                    <a:pt x="229" y="83"/>
                  </a:lnTo>
                  <a:lnTo>
                    <a:pt x="223" y="123"/>
                  </a:lnTo>
                  <a:lnTo>
                    <a:pt x="215" y="162"/>
                  </a:lnTo>
                  <a:lnTo>
                    <a:pt x="205" y="197"/>
                  </a:lnTo>
                  <a:lnTo>
                    <a:pt x="193" y="231"/>
                  </a:lnTo>
                  <a:lnTo>
                    <a:pt x="179" y="264"/>
                  </a:lnTo>
                  <a:lnTo>
                    <a:pt x="164" y="292"/>
                  </a:lnTo>
                  <a:lnTo>
                    <a:pt x="147" y="320"/>
                  </a:lnTo>
                  <a:lnTo>
                    <a:pt x="128" y="343"/>
                  </a:lnTo>
                  <a:lnTo>
                    <a:pt x="108" y="363"/>
                  </a:lnTo>
                  <a:lnTo>
                    <a:pt x="89" y="382"/>
                  </a:lnTo>
                  <a:lnTo>
                    <a:pt x="67" y="395"/>
                  </a:lnTo>
                  <a:lnTo>
                    <a:pt x="45" y="406"/>
                  </a:lnTo>
                  <a:lnTo>
                    <a:pt x="23" y="411"/>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1660" name="Freeform 58"/>
            <p:cNvSpPr>
              <a:spLocks/>
            </p:cNvSpPr>
            <p:nvPr/>
          </p:nvSpPr>
          <p:spPr bwMode="auto">
            <a:xfrm>
              <a:off x="1091" y="2172"/>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4" y="86"/>
                  </a:lnTo>
                  <a:lnTo>
                    <a:pt x="10" y="125"/>
                  </a:lnTo>
                  <a:lnTo>
                    <a:pt x="18" y="164"/>
                  </a:lnTo>
                  <a:lnTo>
                    <a:pt x="29" y="202"/>
                  </a:lnTo>
                  <a:lnTo>
                    <a:pt x="41" y="236"/>
                  </a:lnTo>
                  <a:lnTo>
                    <a:pt x="55" y="268"/>
                  </a:lnTo>
                  <a:lnTo>
                    <a:pt x="70" y="299"/>
                  </a:lnTo>
                  <a:lnTo>
                    <a:pt x="89" y="327"/>
                  </a:lnTo>
                  <a:lnTo>
                    <a:pt x="106" y="350"/>
                  </a:lnTo>
                  <a:lnTo>
                    <a:pt x="126" y="373"/>
                  </a:lnTo>
                  <a:lnTo>
                    <a:pt x="148" y="392"/>
                  </a:lnTo>
                  <a:lnTo>
                    <a:pt x="171" y="407"/>
                  </a:lnTo>
                  <a:lnTo>
                    <a:pt x="194" y="417"/>
                  </a:lnTo>
                  <a:lnTo>
                    <a:pt x="219" y="423"/>
                  </a:lnTo>
                  <a:lnTo>
                    <a:pt x="245" y="426"/>
                  </a:lnTo>
                  <a:lnTo>
                    <a:pt x="245" y="414"/>
                  </a:lnTo>
                  <a:lnTo>
                    <a:pt x="221" y="411"/>
                  </a:lnTo>
                  <a:lnTo>
                    <a:pt x="199" y="406"/>
                  </a:lnTo>
                  <a:lnTo>
                    <a:pt x="178" y="395"/>
                  </a:lnTo>
                  <a:lnTo>
                    <a:pt x="155" y="382"/>
                  </a:lnTo>
                  <a:lnTo>
                    <a:pt x="136" y="363"/>
                  </a:lnTo>
                  <a:lnTo>
                    <a:pt x="116" y="343"/>
                  </a:lnTo>
                  <a:lnTo>
                    <a:pt x="98" y="320"/>
                  </a:lnTo>
                  <a:lnTo>
                    <a:pt x="82" y="292"/>
                  </a:lnTo>
                  <a:lnTo>
                    <a:pt x="66" y="264"/>
                  </a:lnTo>
                  <a:lnTo>
                    <a:pt x="52" y="231"/>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1661" name="Freeform 59"/>
            <p:cNvSpPr>
              <a:spLocks/>
            </p:cNvSpPr>
            <p:nvPr/>
          </p:nvSpPr>
          <p:spPr bwMode="auto">
            <a:xfrm>
              <a:off x="1091" y="2087"/>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4" y="8"/>
                  </a:lnTo>
                  <a:lnTo>
                    <a:pt x="171" y="18"/>
                  </a:lnTo>
                  <a:lnTo>
                    <a:pt x="148" y="34"/>
                  </a:lnTo>
                  <a:lnTo>
                    <a:pt x="126" y="51"/>
                  </a:lnTo>
                  <a:lnTo>
                    <a:pt x="106" y="73"/>
                  </a:lnTo>
                  <a:lnTo>
                    <a:pt x="89" y="98"/>
                  </a:lnTo>
                  <a:lnTo>
                    <a:pt x="71" y="125"/>
                  </a:lnTo>
                  <a:lnTo>
                    <a:pt x="55" y="155"/>
                  </a:lnTo>
                  <a:lnTo>
                    <a:pt x="41" y="188"/>
                  </a:lnTo>
                  <a:lnTo>
                    <a:pt x="29" y="222"/>
                  </a:lnTo>
                  <a:lnTo>
                    <a:pt x="18" y="261"/>
                  </a:lnTo>
                  <a:lnTo>
                    <a:pt x="10" y="298"/>
                  </a:lnTo>
                  <a:lnTo>
                    <a:pt x="4" y="338"/>
                  </a:lnTo>
                  <a:lnTo>
                    <a:pt x="1" y="382"/>
                  </a:lnTo>
                  <a:lnTo>
                    <a:pt x="0" y="424"/>
                  </a:lnTo>
                  <a:lnTo>
                    <a:pt x="11" y="424"/>
                  </a:lnTo>
                  <a:lnTo>
                    <a:pt x="13" y="382"/>
                  </a:lnTo>
                  <a:lnTo>
                    <a:pt x="16" y="341"/>
                  </a:lnTo>
                  <a:lnTo>
                    <a:pt x="22" y="301"/>
                  </a:lnTo>
                  <a:lnTo>
                    <a:pt x="30" y="263"/>
                  </a:lnTo>
                  <a:lnTo>
                    <a:pt x="41" y="227"/>
                  </a:lnTo>
                  <a:lnTo>
                    <a:pt x="52" y="193"/>
                  </a:lnTo>
                  <a:lnTo>
                    <a:pt x="66" y="160"/>
                  </a:lnTo>
                  <a:lnTo>
                    <a:pt x="80" y="132"/>
                  </a:lnTo>
                  <a:lnTo>
                    <a:pt x="98" y="105"/>
                  </a:lnTo>
                  <a:lnTo>
                    <a:pt x="116" y="80"/>
                  </a:lnTo>
                  <a:lnTo>
                    <a:pt x="136" y="60"/>
                  </a:lnTo>
                  <a:lnTo>
                    <a:pt x="155" y="43"/>
                  </a:lnTo>
                  <a:lnTo>
                    <a:pt x="178" y="30"/>
                  </a:lnTo>
                  <a:lnTo>
                    <a:pt x="199" y="19"/>
                  </a:lnTo>
                  <a:lnTo>
                    <a:pt x="221" y="14"/>
                  </a:lnTo>
                  <a:lnTo>
                    <a:pt x="245" y="11"/>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1662" name="Freeform 60"/>
            <p:cNvSpPr>
              <a:spLocks/>
            </p:cNvSpPr>
            <p:nvPr/>
          </p:nvSpPr>
          <p:spPr bwMode="auto">
            <a:xfrm>
              <a:off x="1392" y="2118"/>
              <a:ext cx="49" cy="85"/>
            </a:xfrm>
            <a:custGeom>
              <a:avLst/>
              <a:gdLst>
                <a:gd name="T0" fmla="*/ 2 w 246"/>
                <a:gd name="T1" fmla="*/ 3 h 426"/>
                <a:gd name="T2" fmla="*/ 2 w 246"/>
                <a:gd name="T3" fmla="*/ 3 h 426"/>
                <a:gd name="T4" fmla="*/ 2 w 246"/>
                <a:gd name="T5" fmla="*/ 3 h 426"/>
                <a:gd name="T6" fmla="*/ 2 w 246"/>
                <a:gd name="T7" fmla="*/ 3 h 426"/>
                <a:gd name="T8" fmla="*/ 2 w 246"/>
                <a:gd name="T9" fmla="*/ 2 h 426"/>
                <a:gd name="T10" fmla="*/ 2 w 246"/>
                <a:gd name="T11" fmla="*/ 2 h 426"/>
                <a:gd name="T12" fmla="*/ 2 w 246"/>
                <a:gd name="T13" fmla="*/ 2 h 426"/>
                <a:gd name="T14" fmla="*/ 2 w 246"/>
                <a:gd name="T15" fmla="*/ 2 h 426"/>
                <a:gd name="T16" fmla="*/ 2 w 246"/>
                <a:gd name="T17" fmla="*/ 1 h 426"/>
                <a:gd name="T18" fmla="*/ 1 w 246"/>
                <a:gd name="T19" fmla="*/ 1 h 426"/>
                <a:gd name="T20" fmla="*/ 1 w 246"/>
                <a:gd name="T21" fmla="*/ 1 h 426"/>
                <a:gd name="T22" fmla="*/ 1 w 246"/>
                <a:gd name="T23" fmla="*/ 1 h 426"/>
                <a:gd name="T24" fmla="*/ 1 w 246"/>
                <a:gd name="T25" fmla="*/ 0 h 426"/>
                <a:gd name="T26" fmla="*/ 1 w 246"/>
                <a:gd name="T27" fmla="*/ 0 h 426"/>
                <a:gd name="T28" fmla="*/ 1 w 246"/>
                <a:gd name="T29" fmla="*/ 0 h 426"/>
                <a:gd name="T30" fmla="*/ 0 w 246"/>
                <a:gd name="T31" fmla="*/ 0 h 426"/>
                <a:gd name="T32" fmla="*/ 0 w 246"/>
                <a:gd name="T33" fmla="*/ 0 h 426"/>
                <a:gd name="T34" fmla="*/ 0 w 246"/>
                <a:gd name="T35" fmla="*/ 0 h 426"/>
                <a:gd name="T36" fmla="*/ 0 w 246"/>
                <a:gd name="T37" fmla="*/ 0 h 426"/>
                <a:gd name="T38" fmla="*/ 0 w 246"/>
                <a:gd name="T39" fmla="*/ 0 h 426"/>
                <a:gd name="T40" fmla="*/ 0 w 246"/>
                <a:gd name="T41" fmla="*/ 0 h 426"/>
                <a:gd name="T42" fmla="*/ 1 w 246"/>
                <a:gd name="T43" fmla="*/ 0 h 426"/>
                <a:gd name="T44" fmla="*/ 1 w 246"/>
                <a:gd name="T45" fmla="*/ 0 h 426"/>
                <a:gd name="T46" fmla="*/ 1 w 246"/>
                <a:gd name="T47" fmla="*/ 1 h 426"/>
                <a:gd name="T48" fmla="*/ 1 w 246"/>
                <a:gd name="T49" fmla="*/ 1 h 426"/>
                <a:gd name="T50" fmla="*/ 1 w 246"/>
                <a:gd name="T51" fmla="*/ 1 h 426"/>
                <a:gd name="T52" fmla="*/ 1 w 246"/>
                <a:gd name="T53" fmla="*/ 1 h 426"/>
                <a:gd name="T54" fmla="*/ 1 w 246"/>
                <a:gd name="T55" fmla="*/ 1 h 426"/>
                <a:gd name="T56" fmla="*/ 2 w 246"/>
                <a:gd name="T57" fmla="*/ 2 h 426"/>
                <a:gd name="T58" fmla="*/ 2 w 246"/>
                <a:gd name="T59" fmla="*/ 2 h 426"/>
                <a:gd name="T60" fmla="*/ 2 w 246"/>
                <a:gd name="T61" fmla="*/ 2 h 426"/>
                <a:gd name="T62" fmla="*/ 2 w 246"/>
                <a:gd name="T63" fmla="*/ 2 h 426"/>
                <a:gd name="T64" fmla="*/ 2 w 246"/>
                <a:gd name="T65" fmla="*/ 3 h 426"/>
                <a:gd name="T66" fmla="*/ 2 w 246"/>
                <a:gd name="T67" fmla="*/ 3 h 426"/>
                <a:gd name="T68" fmla="*/ 2 w 246"/>
                <a:gd name="T69" fmla="*/ 3 h 426"/>
                <a:gd name="T70" fmla="*/ 2 w 246"/>
                <a:gd name="T71" fmla="*/ 3 h 426"/>
                <a:gd name="T72" fmla="*/ 2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246" y="426"/>
                  </a:moveTo>
                  <a:lnTo>
                    <a:pt x="246" y="426"/>
                  </a:lnTo>
                  <a:lnTo>
                    <a:pt x="245" y="384"/>
                  </a:lnTo>
                  <a:lnTo>
                    <a:pt x="242" y="340"/>
                  </a:lnTo>
                  <a:lnTo>
                    <a:pt x="236" y="301"/>
                  </a:lnTo>
                  <a:lnTo>
                    <a:pt x="228" y="262"/>
                  </a:lnTo>
                  <a:lnTo>
                    <a:pt x="217" y="224"/>
                  </a:lnTo>
                  <a:lnTo>
                    <a:pt x="205" y="190"/>
                  </a:lnTo>
                  <a:lnTo>
                    <a:pt x="191" y="158"/>
                  </a:lnTo>
                  <a:lnTo>
                    <a:pt x="176" y="126"/>
                  </a:lnTo>
                  <a:lnTo>
                    <a:pt x="157" y="99"/>
                  </a:lnTo>
                  <a:lnTo>
                    <a:pt x="139" y="75"/>
                  </a:lnTo>
                  <a:lnTo>
                    <a:pt x="119" y="53"/>
                  </a:lnTo>
                  <a:lnTo>
                    <a:pt x="96" y="34"/>
                  </a:lnTo>
                  <a:lnTo>
                    <a:pt x="75" y="19"/>
                  </a:lnTo>
                  <a:lnTo>
                    <a:pt x="51" y="9"/>
                  </a:lnTo>
                  <a:lnTo>
                    <a:pt x="26" y="3"/>
                  </a:lnTo>
                  <a:lnTo>
                    <a:pt x="0" y="0"/>
                  </a:lnTo>
                  <a:lnTo>
                    <a:pt x="0" y="12"/>
                  </a:lnTo>
                  <a:lnTo>
                    <a:pt x="24" y="15"/>
                  </a:lnTo>
                  <a:lnTo>
                    <a:pt x="46" y="20"/>
                  </a:lnTo>
                  <a:lnTo>
                    <a:pt x="68" y="31"/>
                  </a:lnTo>
                  <a:lnTo>
                    <a:pt x="89" y="44"/>
                  </a:lnTo>
                  <a:lnTo>
                    <a:pt x="109" y="63"/>
                  </a:lnTo>
                  <a:lnTo>
                    <a:pt x="129" y="83"/>
                  </a:lnTo>
                  <a:lnTo>
                    <a:pt x="148" y="106"/>
                  </a:lnTo>
                  <a:lnTo>
                    <a:pt x="164" y="133"/>
                  </a:lnTo>
                  <a:lnTo>
                    <a:pt x="180" y="162"/>
                  </a:lnTo>
                  <a:lnTo>
                    <a:pt x="194" y="195"/>
                  </a:lnTo>
                  <a:lnTo>
                    <a:pt x="205" y="229"/>
                  </a:lnTo>
                  <a:lnTo>
                    <a:pt x="216" y="264"/>
                  </a:lnTo>
                  <a:lnTo>
                    <a:pt x="224" y="303"/>
                  </a:lnTo>
                  <a:lnTo>
                    <a:pt x="230" y="343"/>
                  </a:lnTo>
                  <a:lnTo>
                    <a:pt x="233" y="384"/>
                  </a:lnTo>
                  <a:lnTo>
                    <a:pt x="235" y="426"/>
                  </a:lnTo>
                  <a:lnTo>
                    <a:pt x="246"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1663" name="Freeform 61"/>
            <p:cNvSpPr>
              <a:spLocks/>
            </p:cNvSpPr>
            <p:nvPr/>
          </p:nvSpPr>
          <p:spPr bwMode="auto">
            <a:xfrm>
              <a:off x="1392" y="2203"/>
              <a:ext cx="49" cy="85"/>
            </a:xfrm>
            <a:custGeom>
              <a:avLst/>
              <a:gdLst>
                <a:gd name="T0" fmla="*/ 0 w 246"/>
                <a:gd name="T1" fmla="*/ 3 h 424"/>
                <a:gd name="T2" fmla="*/ 0 w 246"/>
                <a:gd name="T3" fmla="*/ 3 h 424"/>
                <a:gd name="T4" fmla="*/ 0 w 246"/>
                <a:gd name="T5" fmla="*/ 3 h 424"/>
                <a:gd name="T6" fmla="*/ 0 w 246"/>
                <a:gd name="T7" fmla="*/ 3 h 424"/>
                <a:gd name="T8" fmla="*/ 1 w 246"/>
                <a:gd name="T9" fmla="*/ 3 h 424"/>
                <a:gd name="T10" fmla="*/ 1 w 246"/>
                <a:gd name="T11" fmla="*/ 3 h 424"/>
                <a:gd name="T12" fmla="*/ 1 w 246"/>
                <a:gd name="T13" fmla="*/ 3 h 424"/>
                <a:gd name="T14" fmla="*/ 1 w 246"/>
                <a:gd name="T15" fmla="*/ 3 h 424"/>
                <a:gd name="T16" fmla="*/ 1 w 246"/>
                <a:gd name="T17" fmla="*/ 3 h 424"/>
                <a:gd name="T18" fmla="*/ 1 w 246"/>
                <a:gd name="T19" fmla="*/ 2 h 424"/>
                <a:gd name="T20" fmla="*/ 2 w 246"/>
                <a:gd name="T21" fmla="*/ 2 h 424"/>
                <a:gd name="T22" fmla="*/ 2 w 246"/>
                <a:gd name="T23" fmla="*/ 2 h 424"/>
                <a:gd name="T24" fmla="*/ 2 w 246"/>
                <a:gd name="T25" fmla="*/ 2 h 424"/>
                <a:gd name="T26" fmla="*/ 2 w 246"/>
                <a:gd name="T27" fmla="*/ 1 h 424"/>
                <a:gd name="T28" fmla="*/ 2 w 246"/>
                <a:gd name="T29" fmla="*/ 1 h 424"/>
                <a:gd name="T30" fmla="*/ 2 w 246"/>
                <a:gd name="T31" fmla="*/ 1 h 424"/>
                <a:gd name="T32" fmla="*/ 2 w 246"/>
                <a:gd name="T33" fmla="*/ 0 h 424"/>
                <a:gd name="T34" fmla="*/ 2 w 246"/>
                <a:gd name="T35" fmla="*/ 0 h 424"/>
                <a:gd name="T36" fmla="*/ 2 w 246"/>
                <a:gd name="T37" fmla="*/ 0 h 424"/>
                <a:gd name="T38" fmla="*/ 2 w 246"/>
                <a:gd name="T39" fmla="*/ 0 h 424"/>
                <a:gd name="T40" fmla="*/ 2 w 246"/>
                <a:gd name="T41" fmla="*/ 1 h 424"/>
                <a:gd name="T42" fmla="*/ 2 w 246"/>
                <a:gd name="T43" fmla="*/ 1 h 424"/>
                <a:gd name="T44" fmla="*/ 2 w 246"/>
                <a:gd name="T45" fmla="*/ 1 h 424"/>
                <a:gd name="T46" fmla="*/ 2 w 246"/>
                <a:gd name="T47" fmla="*/ 2 h 424"/>
                <a:gd name="T48" fmla="*/ 2 w 246"/>
                <a:gd name="T49" fmla="*/ 2 h 424"/>
                <a:gd name="T50" fmla="*/ 1 w 246"/>
                <a:gd name="T51" fmla="*/ 2 h 424"/>
                <a:gd name="T52" fmla="*/ 1 w 246"/>
                <a:gd name="T53" fmla="*/ 2 h 424"/>
                <a:gd name="T54" fmla="*/ 1 w 246"/>
                <a:gd name="T55" fmla="*/ 3 h 424"/>
                <a:gd name="T56" fmla="*/ 1 w 246"/>
                <a:gd name="T57" fmla="*/ 3 h 424"/>
                <a:gd name="T58" fmla="*/ 1 w 246"/>
                <a:gd name="T59" fmla="*/ 3 h 424"/>
                <a:gd name="T60" fmla="*/ 1 w 246"/>
                <a:gd name="T61" fmla="*/ 3 h 424"/>
                <a:gd name="T62" fmla="*/ 1 w 246"/>
                <a:gd name="T63" fmla="*/ 3 h 424"/>
                <a:gd name="T64" fmla="*/ 0 w 246"/>
                <a:gd name="T65" fmla="*/ 3 h 424"/>
                <a:gd name="T66" fmla="*/ 0 w 246"/>
                <a:gd name="T67" fmla="*/ 3 h 424"/>
                <a:gd name="T68" fmla="*/ 0 w 246"/>
                <a:gd name="T69" fmla="*/ 3 h 424"/>
                <a:gd name="T70" fmla="*/ 0 w 246"/>
                <a:gd name="T71" fmla="*/ 3 h 424"/>
                <a:gd name="T72" fmla="*/ 0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0" y="424"/>
                  </a:moveTo>
                  <a:lnTo>
                    <a:pt x="0" y="424"/>
                  </a:lnTo>
                  <a:lnTo>
                    <a:pt x="26" y="422"/>
                  </a:lnTo>
                  <a:lnTo>
                    <a:pt x="51" y="416"/>
                  </a:lnTo>
                  <a:lnTo>
                    <a:pt x="75" y="406"/>
                  </a:lnTo>
                  <a:lnTo>
                    <a:pt x="96" y="390"/>
                  </a:lnTo>
                  <a:lnTo>
                    <a:pt x="119" y="373"/>
                  </a:lnTo>
                  <a:lnTo>
                    <a:pt x="139" y="351"/>
                  </a:lnTo>
                  <a:lnTo>
                    <a:pt x="157" y="326"/>
                  </a:lnTo>
                  <a:lnTo>
                    <a:pt x="175" y="299"/>
                  </a:lnTo>
                  <a:lnTo>
                    <a:pt x="191" y="269"/>
                  </a:lnTo>
                  <a:lnTo>
                    <a:pt x="205" y="236"/>
                  </a:lnTo>
                  <a:lnTo>
                    <a:pt x="217" y="202"/>
                  </a:lnTo>
                  <a:lnTo>
                    <a:pt x="228" y="163"/>
                  </a:lnTo>
                  <a:lnTo>
                    <a:pt x="236" y="125"/>
                  </a:lnTo>
                  <a:lnTo>
                    <a:pt x="242" y="86"/>
                  </a:lnTo>
                  <a:lnTo>
                    <a:pt x="245" y="42"/>
                  </a:lnTo>
                  <a:lnTo>
                    <a:pt x="246" y="0"/>
                  </a:lnTo>
                  <a:lnTo>
                    <a:pt x="235" y="0"/>
                  </a:lnTo>
                  <a:lnTo>
                    <a:pt x="233" y="42"/>
                  </a:lnTo>
                  <a:lnTo>
                    <a:pt x="230" y="83"/>
                  </a:lnTo>
                  <a:lnTo>
                    <a:pt x="224" y="123"/>
                  </a:lnTo>
                  <a:lnTo>
                    <a:pt x="216" y="161"/>
                  </a:lnTo>
                  <a:lnTo>
                    <a:pt x="205" y="197"/>
                  </a:lnTo>
                  <a:lnTo>
                    <a:pt x="194" y="231"/>
                  </a:lnTo>
                  <a:lnTo>
                    <a:pt x="180" y="264"/>
                  </a:lnTo>
                  <a:lnTo>
                    <a:pt x="166" y="292"/>
                  </a:lnTo>
                  <a:lnTo>
                    <a:pt x="148" y="319"/>
                  </a:lnTo>
                  <a:lnTo>
                    <a:pt x="129" y="344"/>
                  </a:lnTo>
                  <a:lnTo>
                    <a:pt x="109" y="364"/>
                  </a:lnTo>
                  <a:lnTo>
                    <a:pt x="89" y="381"/>
                  </a:lnTo>
                  <a:lnTo>
                    <a:pt x="68" y="394"/>
                  </a:lnTo>
                  <a:lnTo>
                    <a:pt x="46" y="405"/>
                  </a:lnTo>
                  <a:lnTo>
                    <a:pt x="24" y="410"/>
                  </a:lnTo>
                  <a:lnTo>
                    <a:pt x="0" y="413"/>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1664" name="Freeform 62"/>
            <p:cNvSpPr>
              <a:spLocks/>
            </p:cNvSpPr>
            <p:nvPr/>
          </p:nvSpPr>
          <p:spPr bwMode="auto">
            <a:xfrm>
              <a:off x="1343" y="2203"/>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2" y="42"/>
                  </a:lnTo>
                  <a:lnTo>
                    <a:pt x="5" y="86"/>
                  </a:lnTo>
                  <a:lnTo>
                    <a:pt x="11" y="125"/>
                  </a:lnTo>
                  <a:lnTo>
                    <a:pt x="19" y="163"/>
                  </a:lnTo>
                  <a:lnTo>
                    <a:pt x="30" y="202"/>
                  </a:lnTo>
                  <a:lnTo>
                    <a:pt x="41" y="236"/>
                  </a:lnTo>
                  <a:lnTo>
                    <a:pt x="56" y="269"/>
                  </a:lnTo>
                  <a:lnTo>
                    <a:pt x="72" y="299"/>
                  </a:lnTo>
                  <a:lnTo>
                    <a:pt x="90" y="326"/>
                  </a:lnTo>
                  <a:lnTo>
                    <a:pt x="108" y="351"/>
                  </a:lnTo>
                  <a:lnTo>
                    <a:pt x="127" y="373"/>
                  </a:lnTo>
                  <a:lnTo>
                    <a:pt x="149" y="390"/>
                  </a:lnTo>
                  <a:lnTo>
                    <a:pt x="172" y="406"/>
                  </a:lnTo>
                  <a:lnTo>
                    <a:pt x="195" y="416"/>
                  </a:lnTo>
                  <a:lnTo>
                    <a:pt x="220" y="422"/>
                  </a:lnTo>
                  <a:lnTo>
                    <a:pt x="245" y="424"/>
                  </a:lnTo>
                  <a:lnTo>
                    <a:pt x="245" y="413"/>
                  </a:lnTo>
                  <a:lnTo>
                    <a:pt x="222" y="410"/>
                  </a:lnTo>
                  <a:lnTo>
                    <a:pt x="200" y="405"/>
                  </a:lnTo>
                  <a:lnTo>
                    <a:pt x="179" y="394"/>
                  </a:lnTo>
                  <a:lnTo>
                    <a:pt x="156" y="381"/>
                  </a:lnTo>
                  <a:lnTo>
                    <a:pt x="136" y="364"/>
                  </a:lnTo>
                  <a:lnTo>
                    <a:pt x="118" y="344"/>
                  </a:lnTo>
                  <a:lnTo>
                    <a:pt x="99" y="319"/>
                  </a:lnTo>
                  <a:lnTo>
                    <a:pt x="81" y="292"/>
                  </a:lnTo>
                  <a:lnTo>
                    <a:pt x="67" y="264"/>
                  </a:lnTo>
                  <a:lnTo>
                    <a:pt x="53" y="231"/>
                  </a:lnTo>
                  <a:lnTo>
                    <a:pt x="41" y="197"/>
                  </a:lnTo>
                  <a:lnTo>
                    <a:pt x="31" y="161"/>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1665" name="Freeform 63"/>
            <p:cNvSpPr>
              <a:spLocks/>
            </p:cNvSpPr>
            <p:nvPr/>
          </p:nvSpPr>
          <p:spPr bwMode="auto">
            <a:xfrm>
              <a:off x="1343" y="2118"/>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1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20" y="3"/>
                  </a:lnTo>
                  <a:lnTo>
                    <a:pt x="195" y="9"/>
                  </a:lnTo>
                  <a:lnTo>
                    <a:pt x="172" y="19"/>
                  </a:lnTo>
                  <a:lnTo>
                    <a:pt x="149" y="34"/>
                  </a:lnTo>
                  <a:lnTo>
                    <a:pt x="127" y="53"/>
                  </a:lnTo>
                  <a:lnTo>
                    <a:pt x="108" y="75"/>
                  </a:lnTo>
                  <a:lnTo>
                    <a:pt x="90" y="99"/>
                  </a:lnTo>
                  <a:lnTo>
                    <a:pt x="71" y="126"/>
                  </a:lnTo>
                  <a:lnTo>
                    <a:pt x="56" y="158"/>
                  </a:lnTo>
                  <a:lnTo>
                    <a:pt x="41" y="190"/>
                  </a:lnTo>
                  <a:lnTo>
                    <a:pt x="30" y="224"/>
                  </a:lnTo>
                  <a:lnTo>
                    <a:pt x="19" y="262"/>
                  </a:lnTo>
                  <a:lnTo>
                    <a:pt x="11" y="301"/>
                  </a:lnTo>
                  <a:lnTo>
                    <a:pt x="5" y="340"/>
                  </a:lnTo>
                  <a:lnTo>
                    <a:pt x="2" y="384"/>
                  </a:lnTo>
                  <a:lnTo>
                    <a:pt x="0" y="426"/>
                  </a:lnTo>
                  <a:lnTo>
                    <a:pt x="12" y="426"/>
                  </a:lnTo>
                  <a:lnTo>
                    <a:pt x="13" y="384"/>
                  </a:lnTo>
                  <a:lnTo>
                    <a:pt x="17" y="343"/>
                  </a:lnTo>
                  <a:lnTo>
                    <a:pt x="23" y="303"/>
                  </a:lnTo>
                  <a:lnTo>
                    <a:pt x="31" y="264"/>
                  </a:lnTo>
                  <a:lnTo>
                    <a:pt x="41" y="229"/>
                  </a:lnTo>
                  <a:lnTo>
                    <a:pt x="53" y="195"/>
                  </a:lnTo>
                  <a:lnTo>
                    <a:pt x="67" y="162"/>
                  </a:lnTo>
                  <a:lnTo>
                    <a:pt x="82" y="133"/>
                  </a:lnTo>
                  <a:lnTo>
                    <a:pt x="99" y="106"/>
                  </a:lnTo>
                  <a:lnTo>
                    <a:pt x="118" y="83"/>
                  </a:lnTo>
                  <a:lnTo>
                    <a:pt x="136" y="63"/>
                  </a:lnTo>
                  <a:lnTo>
                    <a:pt x="156" y="44"/>
                  </a:lnTo>
                  <a:lnTo>
                    <a:pt x="179" y="31"/>
                  </a:lnTo>
                  <a:lnTo>
                    <a:pt x="200" y="20"/>
                  </a:lnTo>
                  <a:lnTo>
                    <a:pt x="222" y="15"/>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1666" name="Freeform 64"/>
            <p:cNvSpPr>
              <a:spLocks/>
            </p:cNvSpPr>
            <p:nvPr/>
          </p:nvSpPr>
          <p:spPr bwMode="auto">
            <a:xfrm>
              <a:off x="1384" y="1859"/>
              <a:ext cx="49" cy="84"/>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1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3" y="382"/>
                  </a:lnTo>
                  <a:lnTo>
                    <a:pt x="240" y="339"/>
                  </a:lnTo>
                  <a:lnTo>
                    <a:pt x="234" y="299"/>
                  </a:lnTo>
                  <a:lnTo>
                    <a:pt x="226" y="261"/>
                  </a:lnTo>
                  <a:lnTo>
                    <a:pt x="215" y="222"/>
                  </a:lnTo>
                  <a:lnTo>
                    <a:pt x="204" y="188"/>
                  </a:lnTo>
                  <a:lnTo>
                    <a:pt x="189" y="156"/>
                  </a:lnTo>
                  <a:lnTo>
                    <a:pt x="173" y="125"/>
                  </a:lnTo>
                  <a:lnTo>
                    <a:pt x="155" y="98"/>
                  </a:lnTo>
                  <a:lnTo>
                    <a:pt x="138" y="74"/>
                  </a:lnTo>
                  <a:lnTo>
                    <a:pt x="118" y="51"/>
                  </a:lnTo>
                  <a:lnTo>
                    <a:pt x="96" y="34"/>
                  </a:lnTo>
                  <a:lnTo>
                    <a:pt x="73" y="18"/>
                  </a:lnTo>
                  <a:lnTo>
                    <a:pt x="50" y="8"/>
                  </a:lnTo>
                  <a:lnTo>
                    <a:pt x="25" y="2"/>
                  </a:lnTo>
                  <a:lnTo>
                    <a:pt x="0" y="0"/>
                  </a:lnTo>
                  <a:lnTo>
                    <a:pt x="0" y="11"/>
                  </a:lnTo>
                  <a:lnTo>
                    <a:pt x="23" y="14"/>
                  </a:lnTo>
                  <a:lnTo>
                    <a:pt x="45" y="20"/>
                  </a:lnTo>
                  <a:lnTo>
                    <a:pt x="66" y="30"/>
                  </a:lnTo>
                  <a:lnTo>
                    <a:pt x="89" y="43"/>
                  </a:lnTo>
                  <a:lnTo>
                    <a:pt x="109" y="61"/>
                  </a:lnTo>
                  <a:lnTo>
                    <a:pt x="129" y="81"/>
                  </a:lnTo>
                  <a:lnTo>
                    <a:pt x="146" y="105"/>
                  </a:lnTo>
                  <a:lnTo>
                    <a:pt x="164" y="132"/>
                  </a:lnTo>
                  <a:lnTo>
                    <a:pt x="178" y="160"/>
                  </a:lnTo>
                  <a:lnTo>
                    <a:pt x="192" y="193"/>
                  </a:lnTo>
                  <a:lnTo>
                    <a:pt x="204" y="227"/>
                  </a:lnTo>
                  <a:lnTo>
                    <a:pt x="214" y="264"/>
                  </a:lnTo>
                  <a:lnTo>
                    <a:pt x="222" y="301"/>
                  </a:lnTo>
                  <a:lnTo>
                    <a:pt x="228"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1667" name="Freeform 65"/>
            <p:cNvSpPr>
              <a:spLocks/>
            </p:cNvSpPr>
            <p:nvPr/>
          </p:nvSpPr>
          <p:spPr bwMode="auto">
            <a:xfrm>
              <a:off x="1384" y="1943"/>
              <a:ext cx="49" cy="86"/>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5" y="423"/>
                  </a:lnTo>
                  <a:lnTo>
                    <a:pt x="50" y="418"/>
                  </a:lnTo>
                  <a:lnTo>
                    <a:pt x="73" y="407"/>
                  </a:lnTo>
                  <a:lnTo>
                    <a:pt x="96" y="392"/>
                  </a:lnTo>
                  <a:lnTo>
                    <a:pt x="118" y="374"/>
                  </a:lnTo>
                  <a:lnTo>
                    <a:pt x="138" y="352"/>
                  </a:lnTo>
                  <a:lnTo>
                    <a:pt x="155" y="327"/>
                  </a:lnTo>
                  <a:lnTo>
                    <a:pt x="174" y="300"/>
                  </a:lnTo>
                  <a:lnTo>
                    <a:pt x="189" y="269"/>
                  </a:lnTo>
                  <a:lnTo>
                    <a:pt x="204" y="237"/>
                  </a:lnTo>
                  <a:lnTo>
                    <a:pt x="215" y="202"/>
                  </a:lnTo>
                  <a:lnTo>
                    <a:pt x="226" y="164"/>
                  </a:lnTo>
                  <a:lnTo>
                    <a:pt x="234" y="126"/>
                  </a:lnTo>
                  <a:lnTo>
                    <a:pt x="240" y="86"/>
                  </a:lnTo>
                  <a:lnTo>
                    <a:pt x="243" y="42"/>
                  </a:lnTo>
                  <a:lnTo>
                    <a:pt x="245" y="0"/>
                  </a:lnTo>
                  <a:lnTo>
                    <a:pt x="233" y="0"/>
                  </a:lnTo>
                  <a:lnTo>
                    <a:pt x="232" y="42"/>
                  </a:lnTo>
                  <a:lnTo>
                    <a:pt x="228" y="83"/>
                  </a:lnTo>
                  <a:lnTo>
                    <a:pt x="222" y="123"/>
                  </a:lnTo>
                  <a:lnTo>
                    <a:pt x="214" y="162"/>
                  </a:lnTo>
                  <a:lnTo>
                    <a:pt x="204" y="197"/>
                  </a:lnTo>
                  <a:lnTo>
                    <a:pt x="192" y="232"/>
                  </a:lnTo>
                  <a:lnTo>
                    <a:pt x="178" y="264"/>
                  </a:lnTo>
                  <a:lnTo>
                    <a:pt x="163" y="293"/>
                  </a:lnTo>
                  <a:lnTo>
                    <a:pt x="146" y="320"/>
                  </a:lnTo>
                  <a:lnTo>
                    <a:pt x="129" y="345"/>
                  </a:lnTo>
                  <a:lnTo>
                    <a:pt x="109" y="365"/>
                  </a:lnTo>
                  <a:lnTo>
                    <a:pt x="89" y="382"/>
                  </a:lnTo>
                  <a:lnTo>
                    <a:pt x="66" y="395"/>
                  </a:lnTo>
                  <a:lnTo>
                    <a:pt x="45" y="406"/>
                  </a:lnTo>
                  <a:lnTo>
                    <a:pt x="23"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1668" name="Freeform 66"/>
            <p:cNvSpPr>
              <a:spLocks/>
            </p:cNvSpPr>
            <p:nvPr/>
          </p:nvSpPr>
          <p:spPr bwMode="auto">
            <a:xfrm>
              <a:off x="1335" y="1943"/>
              <a:ext cx="49" cy="86"/>
            </a:xfrm>
            <a:custGeom>
              <a:avLst/>
              <a:gdLst>
                <a:gd name="T0" fmla="*/ 0 w 246"/>
                <a:gd name="T1" fmla="*/ 0 h 426"/>
                <a:gd name="T2" fmla="*/ 0 w 246"/>
                <a:gd name="T3" fmla="*/ 0 h 426"/>
                <a:gd name="T4" fmla="*/ 0 w 246"/>
                <a:gd name="T5" fmla="*/ 0 h 426"/>
                <a:gd name="T6" fmla="*/ 0 w 246"/>
                <a:gd name="T7" fmla="*/ 1 h 426"/>
                <a:gd name="T8" fmla="*/ 0 w 246"/>
                <a:gd name="T9" fmla="*/ 1 h 426"/>
                <a:gd name="T10" fmla="*/ 0 w 246"/>
                <a:gd name="T11" fmla="*/ 1 h 426"/>
                <a:gd name="T12" fmla="*/ 0 w 246"/>
                <a:gd name="T13" fmla="*/ 2 h 426"/>
                <a:gd name="T14" fmla="*/ 0 w 246"/>
                <a:gd name="T15" fmla="*/ 2 h 426"/>
                <a:gd name="T16" fmla="*/ 0 w 246"/>
                <a:gd name="T17" fmla="*/ 2 h 426"/>
                <a:gd name="T18" fmla="*/ 1 w 246"/>
                <a:gd name="T19" fmla="*/ 2 h 426"/>
                <a:gd name="T20" fmla="*/ 1 w 246"/>
                <a:gd name="T21" fmla="*/ 3 h 426"/>
                <a:gd name="T22" fmla="*/ 1 w 246"/>
                <a:gd name="T23" fmla="*/ 3 h 426"/>
                <a:gd name="T24" fmla="*/ 1 w 246"/>
                <a:gd name="T25" fmla="*/ 3 h 426"/>
                <a:gd name="T26" fmla="*/ 1 w 246"/>
                <a:gd name="T27" fmla="*/ 3 h 426"/>
                <a:gd name="T28" fmla="*/ 1 w 246"/>
                <a:gd name="T29" fmla="*/ 3 h 426"/>
                <a:gd name="T30" fmla="*/ 2 w 246"/>
                <a:gd name="T31" fmla="*/ 3 h 426"/>
                <a:gd name="T32" fmla="*/ 2 w 246"/>
                <a:gd name="T33" fmla="*/ 3 h 426"/>
                <a:gd name="T34" fmla="*/ 2 w 246"/>
                <a:gd name="T35" fmla="*/ 3 h 426"/>
                <a:gd name="T36" fmla="*/ 2 w 246"/>
                <a:gd name="T37" fmla="*/ 3 h 426"/>
                <a:gd name="T38" fmla="*/ 2 w 246"/>
                <a:gd name="T39" fmla="*/ 3 h 426"/>
                <a:gd name="T40" fmla="*/ 2 w 246"/>
                <a:gd name="T41" fmla="*/ 3 h 426"/>
                <a:gd name="T42" fmla="*/ 1 w 246"/>
                <a:gd name="T43" fmla="*/ 3 h 426"/>
                <a:gd name="T44" fmla="*/ 1 w 246"/>
                <a:gd name="T45" fmla="*/ 3 h 426"/>
                <a:gd name="T46" fmla="*/ 1 w 246"/>
                <a:gd name="T47" fmla="*/ 3 h 426"/>
                <a:gd name="T48" fmla="*/ 1 w 246"/>
                <a:gd name="T49" fmla="*/ 3 h 426"/>
                <a:gd name="T50" fmla="*/ 1 w 246"/>
                <a:gd name="T51" fmla="*/ 3 h 426"/>
                <a:gd name="T52" fmla="*/ 1 w 246"/>
                <a:gd name="T53" fmla="*/ 2 h 426"/>
                <a:gd name="T54" fmla="*/ 1 w 246"/>
                <a:gd name="T55" fmla="*/ 2 h 426"/>
                <a:gd name="T56" fmla="*/ 0 w 246"/>
                <a:gd name="T57" fmla="*/ 2 h 426"/>
                <a:gd name="T58" fmla="*/ 0 w 246"/>
                <a:gd name="T59" fmla="*/ 2 h 426"/>
                <a:gd name="T60" fmla="*/ 0 w 246"/>
                <a:gd name="T61" fmla="*/ 1 h 426"/>
                <a:gd name="T62" fmla="*/ 0 w 246"/>
                <a:gd name="T63" fmla="*/ 1 h 426"/>
                <a:gd name="T64" fmla="*/ 0 w 246"/>
                <a:gd name="T65" fmla="*/ 1 h 426"/>
                <a:gd name="T66" fmla="*/ 0 w 246"/>
                <a:gd name="T67" fmla="*/ 0 h 426"/>
                <a:gd name="T68" fmla="*/ 0 w 246"/>
                <a:gd name="T69" fmla="*/ 0 h 426"/>
                <a:gd name="T70" fmla="*/ 0 w 246"/>
                <a:gd name="T71" fmla="*/ 0 h 426"/>
                <a:gd name="T72" fmla="*/ 0 w 246"/>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0"/>
                  </a:moveTo>
                  <a:lnTo>
                    <a:pt x="0" y="0"/>
                  </a:lnTo>
                  <a:lnTo>
                    <a:pt x="1" y="42"/>
                  </a:lnTo>
                  <a:lnTo>
                    <a:pt x="4" y="86"/>
                  </a:lnTo>
                  <a:lnTo>
                    <a:pt x="10" y="126"/>
                  </a:lnTo>
                  <a:lnTo>
                    <a:pt x="18" y="164"/>
                  </a:lnTo>
                  <a:lnTo>
                    <a:pt x="29" y="202"/>
                  </a:lnTo>
                  <a:lnTo>
                    <a:pt x="41" y="237"/>
                  </a:lnTo>
                  <a:lnTo>
                    <a:pt x="55" y="269"/>
                  </a:lnTo>
                  <a:lnTo>
                    <a:pt x="71" y="300"/>
                  </a:lnTo>
                  <a:lnTo>
                    <a:pt x="89" y="327"/>
                  </a:lnTo>
                  <a:lnTo>
                    <a:pt x="107" y="352"/>
                  </a:lnTo>
                  <a:lnTo>
                    <a:pt x="127" y="374"/>
                  </a:lnTo>
                  <a:lnTo>
                    <a:pt x="150" y="392"/>
                  </a:lnTo>
                  <a:lnTo>
                    <a:pt x="171" y="407"/>
                  </a:lnTo>
                  <a:lnTo>
                    <a:pt x="195" y="418"/>
                  </a:lnTo>
                  <a:lnTo>
                    <a:pt x="220" y="423"/>
                  </a:lnTo>
                  <a:lnTo>
                    <a:pt x="246" y="426"/>
                  </a:lnTo>
                  <a:lnTo>
                    <a:pt x="246" y="414"/>
                  </a:lnTo>
                  <a:lnTo>
                    <a:pt x="222" y="412"/>
                  </a:lnTo>
                  <a:lnTo>
                    <a:pt x="200" y="406"/>
                  </a:lnTo>
                  <a:lnTo>
                    <a:pt x="178" y="395"/>
                  </a:lnTo>
                  <a:lnTo>
                    <a:pt x="157" y="382"/>
                  </a:lnTo>
                  <a:lnTo>
                    <a:pt x="137" y="365"/>
                  </a:lnTo>
                  <a:lnTo>
                    <a:pt x="117" y="345"/>
                  </a:lnTo>
                  <a:lnTo>
                    <a:pt x="98" y="320"/>
                  </a:lnTo>
                  <a:lnTo>
                    <a:pt x="83" y="293"/>
                  </a:lnTo>
                  <a:lnTo>
                    <a:pt x="66" y="264"/>
                  </a:lnTo>
                  <a:lnTo>
                    <a:pt x="52" y="232"/>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1669" name="Freeform 67"/>
            <p:cNvSpPr>
              <a:spLocks/>
            </p:cNvSpPr>
            <p:nvPr/>
          </p:nvSpPr>
          <p:spPr bwMode="auto">
            <a:xfrm>
              <a:off x="1335" y="1859"/>
              <a:ext cx="49" cy="84"/>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1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0" y="2"/>
                  </a:lnTo>
                  <a:lnTo>
                    <a:pt x="195" y="8"/>
                  </a:lnTo>
                  <a:lnTo>
                    <a:pt x="171" y="18"/>
                  </a:lnTo>
                  <a:lnTo>
                    <a:pt x="150" y="34"/>
                  </a:lnTo>
                  <a:lnTo>
                    <a:pt x="127" y="51"/>
                  </a:lnTo>
                  <a:lnTo>
                    <a:pt x="107" y="74"/>
                  </a:lnTo>
                  <a:lnTo>
                    <a:pt x="89" y="98"/>
                  </a:lnTo>
                  <a:lnTo>
                    <a:pt x="72" y="125"/>
                  </a:lnTo>
                  <a:lnTo>
                    <a:pt x="55" y="156"/>
                  </a:lnTo>
                  <a:lnTo>
                    <a:pt x="41" y="188"/>
                  </a:lnTo>
                  <a:lnTo>
                    <a:pt x="29" y="222"/>
                  </a:lnTo>
                  <a:lnTo>
                    <a:pt x="18" y="261"/>
                  </a:lnTo>
                  <a:lnTo>
                    <a:pt x="10" y="299"/>
                  </a:lnTo>
                  <a:lnTo>
                    <a:pt x="4" y="339"/>
                  </a:lnTo>
                  <a:lnTo>
                    <a:pt x="1" y="382"/>
                  </a:lnTo>
                  <a:lnTo>
                    <a:pt x="0" y="424"/>
                  </a:lnTo>
                  <a:lnTo>
                    <a:pt x="11" y="424"/>
                  </a:lnTo>
                  <a:lnTo>
                    <a:pt x="13" y="382"/>
                  </a:lnTo>
                  <a:lnTo>
                    <a:pt x="16" y="341"/>
                  </a:lnTo>
                  <a:lnTo>
                    <a:pt x="22" y="301"/>
                  </a:lnTo>
                  <a:lnTo>
                    <a:pt x="30" y="264"/>
                  </a:lnTo>
                  <a:lnTo>
                    <a:pt x="41" y="227"/>
                  </a:lnTo>
                  <a:lnTo>
                    <a:pt x="52" y="193"/>
                  </a:lnTo>
                  <a:lnTo>
                    <a:pt x="66" y="160"/>
                  </a:lnTo>
                  <a:lnTo>
                    <a:pt x="82" y="132"/>
                  </a:lnTo>
                  <a:lnTo>
                    <a:pt x="98" y="105"/>
                  </a:lnTo>
                  <a:lnTo>
                    <a:pt x="117" y="81"/>
                  </a:lnTo>
                  <a:lnTo>
                    <a:pt x="137" y="61"/>
                  </a:lnTo>
                  <a:lnTo>
                    <a:pt x="157" y="43"/>
                  </a:lnTo>
                  <a:lnTo>
                    <a:pt x="178" y="30"/>
                  </a:lnTo>
                  <a:lnTo>
                    <a:pt x="200" y="20"/>
                  </a:lnTo>
                  <a:lnTo>
                    <a:pt x="222" y="14"/>
                  </a:lnTo>
                  <a:lnTo>
                    <a:pt x="246" y="11"/>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1670" name="Freeform 68"/>
            <p:cNvSpPr>
              <a:spLocks/>
            </p:cNvSpPr>
            <p:nvPr/>
          </p:nvSpPr>
          <p:spPr bwMode="auto">
            <a:xfrm>
              <a:off x="1552" y="1751"/>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1" y="339"/>
                  </a:lnTo>
                  <a:lnTo>
                    <a:pt x="235" y="299"/>
                  </a:lnTo>
                  <a:lnTo>
                    <a:pt x="226" y="261"/>
                  </a:lnTo>
                  <a:lnTo>
                    <a:pt x="216" y="223"/>
                  </a:lnTo>
                  <a:lnTo>
                    <a:pt x="204" y="189"/>
                  </a:lnTo>
                  <a:lnTo>
                    <a:pt x="190" y="156"/>
                  </a:lnTo>
                  <a:lnTo>
                    <a:pt x="174" y="125"/>
                  </a:lnTo>
                  <a:lnTo>
                    <a:pt x="156" y="98"/>
                  </a:lnTo>
                  <a:lnTo>
                    <a:pt x="137" y="74"/>
                  </a:lnTo>
                  <a:lnTo>
                    <a:pt x="119" y="52"/>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8" y="81"/>
                  </a:lnTo>
                  <a:lnTo>
                    <a:pt x="147" y="105"/>
                  </a:lnTo>
                  <a:lnTo>
                    <a:pt x="164" y="132"/>
                  </a:lnTo>
                  <a:lnTo>
                    <a:pt x="178" y="161"/>
                  </a:lnTo>
                  <a:lnTo>
                    <a:pt x="193" y="193"/>
                  </a:lnTo>
                  <a:lnTo>
                    <a:pt x="204" y="227"/>
                  </a:lnTo>
                  <a:lnTo>
                    <a:pt x="215" y="264"/>
                  </a:lnTo>
                  <a:lnTo>
                    <a:pt x="223" y="301"/>
                  </a:lnTo>
                  <a:lnTo>
                    <a:pt x="229" y="341"/>
                  </a:lnTo>
                  <a:lnTo>
                    <a:pt x="232" y="382"/>
                  </a:lnTo>
                  <a:lnTo>
                    <a:pt x="234"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1671" name="Freeform 69"/>
            <p:cNvSpPr>
              <a:spLocks/>
            </p:cNvSpPr>
            <p:nvPr/>
          </p:nvSpPr>
          <p:spPr bwMode="auto">
            <a:xfrm>
              <a:off x="1552" y="1836"/>
              <a:ext cx="49" cy="85"/>
            </a:xfrm>
            <a:custGeom>
              <a:avLst/>
              <a:gdLst>
                <a:gd name="T0" fmla="*/ 0 w 245"/>
                <a:gd name="T1" fmla="*/ 3 h 425"/>
                <a:gd name="T2" fmla="*/ 0 w 245"/>
                <a:gd name="T3" fmla="*/ 3 h 425"/>
                <a:gd name="T4" fmla="*/ 0 w 245"/>
                <a:gd name="T5" fmla="*/ 3 h 425"/>
                <a:gd name="T6" fmla="*/ 0 w 245"/>
                <a:gd name="T7" fmla="*/ 3 h 425"/>
                <a:gd name="T8" fmla="*/ 1 w 245"/>
                <a:gd name="T9" fmla="*/ 3 h 425"/>
                <a:gd name="T10" fmla="*/ 1 w 245"/>
                <a:gd name="T11" fmla="*/ 3 h 425"/>
                <a:gd name="T12" fmla="*/ 1 w 245"/>
                <a:gd name="T13" fmla="*/ 3 h 425"/>
                <a:gd name="T14" fmla="*/ 1 w 245"/>
                <a:gd name="T15" fmla="*/ 3 h 425"/>
                <a:gd name="T16" fmla="*/ 1 w 245"/>
                <a:gd name="T17" fmla="*/ 3 h 425"/>
                <a:gd name="T18" fmla="*/ 1 w 245"/>
                <a:gd name="T19" fmla="*/ 2 h 425"/>
                <a:gd name="T20" fmla="*/ 2 w 245"/>
                <a:gd name="T21" fmla="*/ 2 h 425"/>
                <a:gd name="T22" fmla="*/ 2 w 245"/>
                <a:gd name="T23" fmla="*/ 2 h 425"/>
                <a:gd name="T24" fmla="*/ 2 w 245"/>
                <a:gd name="T25" fmla="*/ 2 h 425"/>
                <a:gd name="T26" fmla="*/ 2 w 245"/>
                <a:gd name="T27" fmla="*/ 1 h 425"/>
                <a:gd name="T28" fmla="*/ 2 w 245"/>
                <a:gd name="T29" fmla="*/ 1 h 425"/>
                <a:gd name="T30" fmla="*/ 2 w 245"/>
                <a:gd name="T31" fmla="*/ 1 h 425"/>
                <a:gd name="T32" fmla="*/ 2 w 245"/>
                <a:gd name="T33" fmla="*/ 0 h 425"/>
                <a:gd name="T34" fmla="*/ 2 w 245"/>
                <a:gd name="T35" fmla="*/ 0 h 425"/>
                <a:gd name="T36" fmla="*/ 2 w 245"/>
                <a:gd name="T37" fmla="*/ 0 h 425"/>
                <a:gd name="T38" fmla="*/ 2 w 245"/>
                <a:gd name="T39" fmla="*/ 0 h 425"/>
                <a:gd name="T40" fmla="*/ 2 w 245"/>
                <a:gd name="T41" fmla="*/ 1 h 425"/>
                <a:gd name="T42" fmla="*/ 2 w 245"/>
                <a:gd name="T43" fmla="*/ 1 h 425"/>
                <a:gd name="T44" fmla="*/ 2 w 245"/>
                <a:gd name="T45" fmla="*/ 1 h 425"/>
                <a:gd name="T46" fmla="*/ 2 w 245"/>
                <a:gd name="T47" fmla="*/ 2 h 425"/>
                <a:gd name="T48" fmla="*/ 2 w 245"/>
                <a:gd name="T49" fmla="*/ 2 h 425"/>
                <a:gd name="T50" fmla="*/ 1 w 245"/>
                <a:gd name="T51" fmla="*/ 2 h 425"/>
                <a:gd name="T52" fmla="*/ 1 w 245"/>
                <a:gd name="T53" fmla="*/ 2 h 425"/>
                <a:gd name="T54" fmla="*/ 1 w 245"/>
                <a:gd name="T55" fmla="*/ 3 h 425"/>
                <a:gd name="T56" fmla="*/ 1 w 245"/>
                <a:gd name="T57" fmla="*/ 3 h 425"/>
                <a:gd name="T58" fmla="*/ 1 w 245"/>
                <a:gd name="T59" fmla="*/ 3 h 425"/>
                <a:gd name="T60" fmla="*/ 1 w 245"/>
                <a:gd name="T61" fmla="*/ 3 h 425"/>
                <a:gd name="T62" fmla="*/ 1 w 245"/>
                <a:gd name="T63" fmla="*/ 3 h 425"/>
                <a:gd name="T64" fmla="*/ 0 w 245"/>
                <a:gd name="T65" fmla="*/ 3 h 425"/>
                <a:gd name="T66" fmla="*/ 0 w 245"/>
                <a:gd name="T67" fmla="*/ 3 h 425"/>
                <a:gd name="T68" fmla="*/ 0 w 245"/>
                <a:gd name="T69" fmla="*/ 3 h 425"/>
                <a:gd name="T70" fmla="*/ 0 w 245"/>
                <a:gd name="T71" fmla="*/ 3 h 425"/>
                <a:gd name="T72" fmla="*/ 0 w 245"/>
                <a:gd name="T73" fmla="*/ 3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5"/>
                <a:gd name="T113" fmla="*/ 245 w 245"/>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5">
                  <a:moveTo>
                    <a:pt x="0" y="425"/>
                  </a:moveTo>
                  <a:lnTo>
                    <a:pt x="0" y="425"/>
                  </a:lnTo>
                  <a:lnTo>
                    <a:pt x="26" y="422"/>
                  </a:lnTo>
                  <a:lnTo>
                    <a:pt x="51" y="417"/>
                  </a:lnTo>
                  <a:lnTo>
                    <a:pt x="74" y="406"/>
                  </a:lnTo>
                  <a:lnTo>
                    <a:pt x="96" y="391"/>
                  </a:lnTo>
                  <a:lnTo>
                    <a:pt x="119" y="373"/>
                  </a:lnTo>
                  <a:lnTo>
                    <a:pt x="137" y="351"/>
                  </a:lnTo>
                  <a:lnTo>
                    <a:pt x="156" y="326"/>
                  </a:lnTo>
                  <a:lnTo>
                    <a:pt x="174" y="299"/>
                  </a:lnTo>
                  <a:lnTo>
                    <a:pt x="190" y="269"/>
                  </a:lnTo>
                  <a:lnTo>
                    <a:pt x="204" y="236"/>
                  </a:lnTo>
                  <a:lnTo>
                    <a:pt x="216" y="202"/>
                  </a:lnTo>
                  <a:lnTo>
                    <a:pt x="226" y="163"/>
                  </a:lnTo>
                  <a:lnTo>
                    <a:pt x="235" y="126"/>
                  </a:lnTo>
                  <a:lnTo>
                    <a:pt x="241" y="86"/>
                  </a:lnTo>
                  <a:lnTo>
                    <a:pt x="244" y="43"/>
                  </a:lnTo>
                  <a:lnTo>
                    <a:pt x="245" y="0"/>
                  </a:lnTo>
                  <a:lnTo>
                    <a:pt x="234" y="0"/>
                  </a:lnTo>
                  <a:lnTo>
                    <a:pt x="232" y="43"/>
                  </a:lnTo>
                  <a:lnTo>
                    <a:pt x="229" y="84"/>
                  </a:lnTo>
                  <a:lnTo>
                    <a:pt x="223" y="123"/>
                  </a:lnTo>
                  <a:lnTo>
                    <a:pt x="215" y="161"/>
                  </a:lnTo>
                  <a:lnTo>
                    <a:pt x="204" y="197"/>
                  </a:lnTo>
                  <a:lnTo>
                    <a:pt x="193" y="231"/>
                  </a:lnTo>
                  <a:lnTo>
                    <a:pt x="178" y="264"/>
                  </a:lnTo>
                  <a:lnTo>
                    <a:pt x="164" y="292"/>
                  </a:lnTo>
                  <a:lnTo>
                    <a:pt x="147" y="319"/>
                  </a:lnTo>
                  <a:lnTo>
                    <a:pt x="128" y="344"/>
                  </a:lnTo>
                  <a:lnTo>
                    <a:pt x="109" y="364"/>
                  </a:lnTo>
                  <a:lnTo>
                    <a:pt x="89" y="381"/>
                  </a:lnTo>
                  <a:lnTo>
                    <a:pt x="67" y="394"/>
                  </a:lnTo>
                  <a:lnTo>
                    <a:pt x="46" y="405"/>
                  </a:lnTo>
                  <a:lnTo>
                    <a:pt x="24" y="411"/>
                  </a:lnTo>
                  <a:lnTo>
                    <a:pt x="0" y="413"/>
                  </a:lnTo>
                  <a:lnTo>
                    <a:pt x="0" y="425"/>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1672" name="Freeform 70"/>
            <p:cNvSpPr>
              <a:spLocks/>
            </p:cNvSpPr>
            <p:nvPr/>
          </p:nvSpPr>
          <p:spPr bwMode="auto">
            <a:xfrm>
              <a:off x="1502" y="1836"/>
              <a:ext cx="50" cy="85"/>
            </a:xfrm>
            <a:custGeom>
              <a:avLst/>
              <a:gdLst>
                <a:gd name="T0" fmla="*/ 0 w 246"/>
                <a:gd name="T1" fmla="*/ 0 h 425"/>
                <a:gd name="T2" fmla="*/ 0 w 246"/>
                <a:gd name="T3" fmla="*/ 0 h 425"/>
                <a:gd name="T4" fmla="*/ 0 w 246"/>
                <a:gd name="T5" fmla="*/ 0 h 425"/>
                <a:gd name="T6" fmla="*/ 0 w 246"/>
                <a:gd name="T7" fmla="*/ 1 h 425"/>
                <a:gd name="T8" fmla="*/ 0 w 246"/>
                <a:gd name="T9" fmla="*/ 1 h 425"/>
                <a:gd name="T10" fmla="*/ 0 w 246"/>
                <a:gd name="T11" fmla="*/ 1 h 425"/>
                <a:gd name="T12" fmla="*/ 0 w 246"/>
                <a:gd name="T13" fmla="*/ 2 h 425"/>
                <a:gd name="T14" fmla="*/ 0 w 246"/>
                <a:gd name="T15" fmla="*/ 2 h 425"/>
                <a:gd name="T16" fmla="*/ 0 w 246"/>
                <a:gd name="T17" fmla="*/ 2 h 425"/>
                <a:gd name="T18" fmla="*/ 1 w 246"/>
                <a:gd name="T19" fmla="*/ 2 h 425"/>
                <a:gd name="T20" fmla="*/ 1 w 246"/>
                <a:gd name="T21" fmla="*/ 3 h 425"/>
                <a:gd name="T22" fmla="*/ 1 w 246"/>
                <a:gd name="T23" fmla="*/ 3 h 425"/>
                <a:gd name="T24" fmla="*/ 1 w 246"/>
                <a:gd name="T25" fmla="*/ 3 h 425"/>
                <a:gd name="T26" fmla="*/ 1 w 246"/>
                <a:gd name="T27" fmla="*/ 3 h 425"/>
                <a:gd name="T28" fmla="*/ 1 w 246"/>
                <a:gd name="T29" fmla="*/ 3 h 425"/>
                <a:gd name="T30" fmla="*/ 2 w 246"/>
                <a:gd name="T31" fmla="*/ 3 h 425"/>
                <a:gd name="T32" fmla="*/ 2 w 246"/>
                <a:gd name="T33" fmla="*/ 3 h 425"/>
                <a:gd name="T34" fmla="*/ 2 w 246"/>
                <a:gd name="T35" fmla="*/ 3 h 425"/>
                <a:gd name="T36" fmla="*/ 2 w 246"/>
                <a:gd name="T37" fmla="*/ 3 h 425"/>
                <a:gd name="T38" fmla="*/ 2 w 246"/>
                <a:gd name="T39" fmla="*/ 3 h 425"/>
                <a:gd name="T40" fmla="*/ 2 w 246"/>
                <a:gd name="T41" fmla="*/ 3 h 425"/>
                <a:gd name="T42" fmla="*/ 1 w 246"/>
                <a:gd name="T43" fmla="*/ 3 h 425"/>
                <a:gd name="T44" fmla="*/ 1 w 246"/>
                <a:gd name="T45" fmla="*/ 3 h 425"/>
                <a:gd name="T46" fmla="*/ 1 w 246"/>
                <a:gd name="T47" fmla="*/ 3 h 425"/>
                <a:gd name="T48" fmla="*/ 1 w 246"/>
                <a:gd name="T49" fmla="*/ 3 h 425"/>
                <a:gd name="T50" fmla="*/ 1 w 246"/>
                <a:gd name="T51" fmla="*/ 3 h 425"/>
                <a:gd name="T52" fmla="*/ 1 w 246"/>
                <a:gd name="T53" fmla="*/ 2 h 425"/>
                <a:gd name="T54" fmla="*/ 1 w 246"/>
                <a:gd name="T55" fmla="*/ 2 h 425"/>
                <a:gd name="T56" fmla="*/ 0 w 246"/>
                <a:gd name="T57" fmla="*/ 2 h 425"/>
                <a:gd name="T58" fmla="*/ 0 w 246"/>
                <a:gd name="T59" fmla="*/ 2 h 425"/>
                <a:gd name="T60" fmla="*/ 0 w 246"/>
                <a:gd name="T61" fmla="*/ 1 h 425"/>
                <a:gd name="T62" fmla="*/ 0 w 246"/>
                <a:gd name="T63" fmla="*/ 1 h 425"/>
                <a:gd name="T64" fmla="*/ 0 w 246"/>
                <a:gd name="T65" fmla="*/ 1 h 425"/>
                <a:gd name="T66" fmla="*/ 0 w 246"/>
                <a:gd name="T67" fmla="*/ 0 h 425"/>
                <a:gd name="T68" fmla="*/ 0 w 246"/>
                <a:gd name="T69" fmla="*/ 0 h 425"/>
                <a:gd name="T70" fmla="*/ 0 w 246"/>
                <a:gd name="T71" fmla="*/ 0 h 425"/>
                <a:gd name="T72" fmla="*/ 0 w 246"/>
                <a:gd name="T73" fmla="*/ 0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5"/>
                <a:gd name="T113" fmla="*/ 246 w 246"/>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5">
                  <a:moveTo>
                    <a:pt x="0" y="0"/>
                  </a:moveTo>
                  <a:lnTo>
                    <a:pt x="0" y="0"/>
                  </a:lnTo>
                  <a:lnTo>
                    <a:pt x="2" y="43"/>
                  </a:lnTo>
                  <a:lnTo>
                    <a:pt x="5" y="86"/>
                  </a:lnTo>
                  <a:lnTo>
                    <a:pt x="11" y="126"/>
                  </a:lnTo>
                  <a:lnTo>
                    <a:pt x="19" y="163"/>
                  </a:lnTo>
                  <a:lnTo>
                    <a:pt x="30" y="202"/>
                  </a:lnTo>
                  <a:lnTo>
                    <a:pt x="41" y="236"/>
                  </a:lnTo>
                  <a:lnTo>
                    <a:pt x="55" y="269"/>
                  </a:lnTo>
                  <a:lnTo>
                    <a:pt x="73" y="299"/>
                  </a:lnTo>
                  <a:lnTo>
                    <a:pt x="89" y="326"/>
                  </a:lnTo>
                  <a:lnTo>
                    <a:pt x="108" y="351"/>
                  </a:lnTo>
                  <a:lnTo>
                    <a:pt x="128" y="373"/>
                  </a:lnTo>
                  <a:lnTo>
                    <a:pt x="150" y="391"/>
                  </a:lnTo>
                  <a:lnTo>
                    <a:pt x="171" y="406"/>
                  </a:lnTo>
                  <a:lnTo>
                    <a:pt x="196" y="417"/>
                  </a:lnTo>
                  <a:lnTo>
                    <a:pt x="221" y="422"/>
                  </a:lnTo>
                  <a:lnTo>
                    <a:pt x="246" y="425"/>
                  </a:lnTo>
                  <a:lnTo>
                    <a:pt x="246" y="413"/>
                  </a:lnTo>
                  <a:lnTo>
                    <a:pt x="223" y="411"/>
                  </a:lnTo>
                  <a:lnTo>
                    <a:pt x="201" y="405"/>
                  </a:lnTo>
                  <a:lnTo>
                    <a:pt x="178" y="394"/>
                  </a:lnTo>
                  <a:lnTo>
                    <a:pt x="157" y="381"/>
                  </a:lnTo>
                  <a:lnTo>
                    <a:pt x="137" y="364"/>
                  </a:lnTo>
                  <a:lnTo>
                    <a:pt x="117" y="344"/>
                  </a:lnTo>
                  <a:lnTo>
                    <a:pt x="99" y="319"/>
                  </a:lnTo>
                  <a:lnTo>
                    <a:pt x="82" y="292"/>
                  </a:lnTo>
                  <a:lnTo>
                    <a:pt x="67" y="264"/>
                  </a:lnTo>
                  <a:lnTo>
                    <a:pt x="53" y="231"/>
                  </a:lnTo>
                  <a:lnTo>
                    <a:pt x="41" y="197"/>
                  </a:lnTo>
                  <a:lnTo>
                    <a:pt x="31" y="161"/>
                  </a:lnTo>
                  <a:lnTo>
                    <a:pt x="23" y="123"/>
                  </a:lnTo>
                  <a:lnTo>
                    <a:pt x="17" y="84"/>
                  </a:lnTo>
                  <a:lnTo>
                    <a:pt x="13" y="4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1673" name="Freeform 71"/>
            <p:cNvSpPr>
              <a:spLocks/>
            </p:cNvSpPr>
            <p:nvPr/>
          </p:nvSpPr>
          <p:spPr bwMode="auto">
            <a:xfrm>
              <a:off x="1502" y="1751"/>
              <a:ext cx="50" cy="85"/>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2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1" y="2"/>
                  </a:lnTo>
                  <a:lnTo>
                    <a:pt x="196" y="8"/>
                  </a:lnTo>
                  <a:lnTo>
                    <a:pt x="171" y="19"/>
                  </a:lnTo>
                  <a:lnTo>
                    <a:pt x="150" y="34"/>
                  </a:lnTo>
                  <a:lnTo>
                    <a:pt x="128" y="52"/>
                  </a:lnTo>
                  <a:lnTo>
                    <a:pt x="108" y="74"/>
                  </a:lnTo>
                  <a:lnTo>
                    <a:pt x="89" y="98"/>
                  </a:lnTo>
                  <a:lnTo>
                    <a:pt x="73" y="125"/>
                  </a:lnTo>
                  <a:lnTo>
                    <a:pt x="55" y="156"/>
                  </a:lnTo>
                  <a:lnTo>
                    <a:pt x="41" y="189"/>
                  </a:lnTo>
                  <a:lnTo>
                    <a:pt x="30" y="223"/>
                  </a:lnTo>
                  <a:lnTo>
                    <a:pt x="19" y="261"/>
                  </a:lnTo>
                  <a:lnTo>
                    <a:pt x="11" y="299"/>
                  </a:lnTo>
                  <a:lnTo>
                    <a:pt x="5" y="339"/>
                  </a:lnTo>
                  <a:lnTo>
                    <a:pt x="2" y="382"/>
                  </a:lnTo>
                  <a:lnTo>
                    <a:pt x="0" y="424"/>
                  </a:lnTo>
                  <a:lnTo>
                    <a:pt x="12" y="424"/>
                  </a:lnTo>
                  <a:lnTo>
                    <a:pt x="13" y="382"/>
                  </a:lnTo>
                  <a:lnTo>
                    <a:pt x="17" y="341"/>
                  </a:lnTo>
                  <a:lnTo>
                    <a:pt x="23" y="301"/>
                  </a:lnTo>
                  <a:lnTo>
                    <a:pt x="31" y="264"/>
                  </a:lnTo>
                  <a:lnTo>
                    <a:pt x="41" y="227"/>
                  </a:lnTo>
                  <a:lnTo>
                    <a:pt x="53" y="193"/>
                  </a:lnTo>
                  <a:lnTo>
                    <a:pt x="67" y="161"/>
                  </a:lnTo>
                  <a:lnTo>
                    <a:pt x="82" y="132"/>
                  </a:lnTo>
                  <a:lnTo>
                    <a:pt x="99" y="105"/>
                  </a:lnTo>
                  <a:lnTo>
                    <a:pt x="117" y="81"/>
                  </a:lnTo>
                  <a:lnTo>
                    <a:pt x="137" y="61"/>
                  </a:lnTo>
                  <a:lnTo>
                    <a:pt x="157" y="43"/>
                  </a:lnTo>
                  <a:lnTo>
                    <a:pt x="178" y="30"/>
                  </a:lnTo>
                  <a:lnTo>
                    <a:pt x="201" y="20"/>
                  </a:lnTo>
                  <a:lnTo>
                    <a:pt x="223" y="14"/>
                  </a:lnTo>
                  <a:lnTo>
                    <a:pt x="246" y="12"/>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1674" name="Freeform 72"/>
            <p:cNvSpPr>
              <a:spLocks/>
            </p:cNvSpPr>
            <p:nvPr/>
          </p:nvSpPr>
          <p:spPr bwMode="auto">
            <a:xfrm>
              <a:off x="1565" y="2016"/>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0" y="339"/>
                  </a:lnTo>
                  <a:lnTo>
                    <a:pt x="234" y="299"/>
                  </a:lnTo>
                  <a:lnTo>
                    <a:pt x="226" y="261"/>
                  </a:lnTo>
                  <a:lnTo>
                    <a:pt x="216" y="223"/>
                  </a:lnTo>
                  <a:lnTo>
                    <a:pt x="204" y="189"/>
                  </a:lnTo>
                  <a:lnTo>
                    <a:pt x="190" y="156"/>
                  </a:lnTo>
                  <a:lnTo>
                    <a:pt x="174" y="125"/>
                  </a:lnTo>
                  <a:lnTo>
                    <a:pt x="156" y="98"/>
                  </a:lnTo>
                  <a:lnTo>
                    <a:pt x="138" y="74"/>
                  </a:lnTo>
                  <a:lnTo>
                    <a:pt x="118" y="51"/>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9" y="81"/>
                  </a:lnTo>
                  <a:lnTo>
                    <a:pt x="147" y="105"/>
                  </a:lnTo>
                  <a:lnTo>
                    <a:pt x="164" y="132"/>
                  </a:lnTo>
                  <a:lnTo>
                    <a:pt x="178" y="160"/>
                  </a:lnTo>
                  <a:lnTo>
                    <a:pt x="192" y="193"/>
                  </a:lnTo>
                  <a:lnTo>
                    <a:pt x="204" y="227"/>
                  </a:lnTo>
                  <a:lnTo>
                    <a:pt x="215" y="264"/>
                  </a:lnTo>
                  <a:lnTo>
                    <a:pt x="223" y="301"/>
                  </a:lnTo>
                  <a:lnTo>
                    <a:pt x="229"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1675" name="Freeform 73"/>
            <p:cNvSpPr>
              <a:spLocks/>
            </p:cNvSpPr>
            <p:nvPr/>
          </p:nvSpPr>
          <p:spPr bwMode="auto">
            <a:xfrm>
              <a:off x="1565" y="2101"/>
              <a:ext cx="49" cy="85"/>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6" y="423"/>
                  </a:lnTo>
                  <a:lnTo>
                    <a:pt x="51" y="418"/>
                  </a:lnTo>
                  <a:lnTo>
                    <a:pt x="74" y="407"/>
                  </a:lnTo>
                  <a:lnTo>
                    <a:pt x="96" y="392"/>
                  </a:lnTo>
                  <a:lnTo>
                    <a:pt x="118" y="373"/>
                  </a:lnTo>
                  <a:lnTo>
                    <a:pt x="138" y="351"/>
                  </a:lnTo>
                  <a:lnTo>
                    <a:pt x="156" y="327"/>
                  </a:lnTo>
                  <a:lnTo>
                    <a:pt x="175" y="299"/>
                  </a:lnTo>
                  <a:lnTo>
                    <a:pt x="190" y="269"/>
                  </a:lnTo>
                  <a:lnTo>
                    <a:pt x="204" y="236"/>
                  </a:lnTo>
                  <a:lnTo>
                    <a:pt x="216" y="202"/>
                  </a:lnTo>
                  <a:lnTo>
                    <a:pt x="226" y="164"/>
                  </a:lnTo>
                  <a:lnTo>
                    <a:pt x="234" y="126"/>
                  </a:lnTo>
                  <a:lnTo>
                    <a:pt x="240" y="86"/>
                  </a:lnTo>
                  <a:lnTo>
                    <a:pt x="244" y="42"/>
                  </a:lnTo>
                  <a:lnTo>
                    <a:pt x="245" y="0"/>
                  </a:lnTo>
                  <a:lnTo>
                    <a:pt x="233" y="0"/>
                  </a:lnTo>
                  <a:lnTo>
                    <a:pt x="232" y="42"/>
                  </a:lnTo>
                  <a:lnTo>
                    <a:pt x="229" y="83"/>
                  </a:lnTo>
                  <a:lnTo>
                    <a:pt x="223" y="123"/>
                  </a:lnTo>
                  <a:lnTo>
                    <a:pt x="215" y="162"/>
                  </a:lnTo>
                  <a:lnTo>
                    <a:pt x="204" y="197"/>
                  </a:lnTo>
                  <a:lnTo>
                    <a:pt x="192" y="231"/>
                  </a:lnTo>
                  <a:lnTo>
                    <a:pt x="178" y="264"/>
                  </a:lnTo>
                  <a:lnTo>
                    <a:pt x="163" y="292"/>
                  </a:lnTo>
                  <a:lnTo>
                    <a:pt x="147" y="320"/>
                  </a:lnTo>
                  <a:lnTo>
                    <a:pt x="129" y="344"/>
                  </a:lnTo>
                  <a:lnTo>
                    <a:pt x="109" y="364"/>
                  </a:lnTo>
                  <a:lnTo>
                    <a:pt x="89" y="382"/>
                  </a:lnTo>
                  <a:lnTo>
                    <a:pt x="67" y="395"/>
                  </a:lnTo>
                  <a:lnTo>
                    <a:pt x="46" y="406"/>
                  </a:lnTo>
                  <a:lnTo>
                    <a:pt x="24"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1676" name="Freeform 74"/>
            <p:cNvSpPr>
              <a:spLocks/>
            </p:cNvSpPr>
            <p:nvPr/>
          </p:nvSpPr>
          <p:spPr bwMode="auto">
            <a:xfrm>
              <a:off x="1516" y="2101"/>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5" y="86"/>
                  </a:lnTo>
                  <a:lnTo>
                    <a:pt x="11" y="126"/>
                  </a:lnTo>
                  <a:lnTo>
                    <a:pt x="19" y="164"/>
                  </a:lnTo>
                  <a:lnTo>
                    <a:pt x="30" y="202"/>
                  </a:lnTo>
                  <a:lnTo>
                    <a:pt x="41" y="236"/>
                  </a:lnTo>
                  <a:lnTo>
                    <a:pt x="55" y="269"/>
                  </a:lnTo>
                  <a:lnTo>
                    <a:pt x="71" y="299"/>
                  </a:lnTo>
                  <a:lnTo>
                    <a:pt x="89" y="327"/>
                  </a:lnTo>
                  <a:lnTo>
                    <a:pt x="107" y="351"/>
                  </a:lnTo>
                  <a:lnTo>
                    <a:pt x="127" y="373"/>
                  </a:lnTo>
                  <a:lnTo>
                    <a:pt x="149" y="392"/>
                  </a:lnTo>
                  <a:lnTo>
                    <a:pt x="171" y="407"/>
                  </a:lnTo>
                  <a:lnTo>
                    <a:pt x="195" y="418"/>
                  </a:lnTo>
                  <a:lnTo>
                    <a:pt x="219" y="423"/>
                  </a:lnTo>
                  <a:lnTo>
                    <a:pt x="245" y="426"/>
                  </a:lnTo>
                  <a:lnTo>
                    <a:pt x="245" y="414"/>
                  </a:lnTo>
                  <a:lnTo>
                    <a:pt x="222" y="412"/>
                  </a:lnTo>
                  <a:lnTo>
                    <a:pt x="199" y="406"/>
                  </a:lnTo>
                  <a:lnTo>
                    <a:pt x="178" y="395"/>
                  </a:lnTo>
                  <a:lnTo>
                    <a:pt x="156" y="382"/>
                  </a:lnTo>
                  <a:lnTo>
                    <a:pt x="136" y="364"/>
                  </a:lnTo>
                  <a:lnTo>
                    <a:pt x="116" y="344"/>
                  </a:lnTo>
                  <a:lnTo>
                    <a:pt x="99" y="320"/>
                  </a:lnTo>
                  <a:lnTo>
                    <a:pt x="82" y="292"/>
                  </a:lnTo>
                  <a:lnTo>
                    <a:pt x="67" y="264"/>
                  </a:lnTo>
                  <a:lnTo>
                    <a:pt x="53" y="231"/>
                  </a:lnTo>
                  <a:lnTo>
                    <a:pt x="41" y="197"/>
                  </a:lnTo>
                  <a:lnTo>
                    <a:pt x="31" y="162"/>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1677" name="Freeform 75"/>
            <p:cNvSpPr>
              <a:spLocks/>
            </p:cNvSpPr>
            <p:nvPr/>
          </p:nvSpPr>
          <p:spPr bwMode="auto">
            <a:xfrm>
              <a:off x="1516" y="2016"/>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5" y="8"/>
                  </a:lnTo>
                  <a:lnTo>
                    <a:pt x="171" y="19"/>
                  </a:lnTo>
                  <a:lnTo>
                    <a:pt x="149" y="34"/>
                  </a:lnTo>
                  <a:lnTo>
                    <a:pt x="127" y="51"/>
                  </a:lnTo>
                  <a:lnTo>
                    <a:pt x="107" y="74"/>
                  </a:lnTo>
                  <a:lnTo>
                    <a:pt x="89" y="98"/>
                  </a:lnTo>
                  <a:lnTo>
                    <a:pt x="72" y="125"/>
                  </a:lnTo>
                  <a:lnTo>
                    <a:pt x="55" y="156"/>
                  </a:lnTo>
                  <a:lnTo>
                    <a:pt x="41" y="189"/>
                  </a:lnTo>
                  <a:lnTo>
                    <a:pt x="30" y="223"/>
                  </a:lnTo>
                  <a:lnTo>
                    <a:pt x="19" y="261"/>
                  </a:lnTo>
                  <a:lnTo>
                    <a:pt x="11" y="299"/>
                  </a:lnTo>
                  <a:lnTo>
                    <a:pt x="5" y="339"/>
                  </a:lnTo>
                  <a:lnTo>
                    <a:pt x="1" y="382"/>
                  </a:lnTo>
                  <a:lnTo>
                    <a:pt x="0" y="424"/>
                  </a:lnTo>
                  <a:lnTo>
                    <a:pt x="12" y="424"/>
                  </a:lnTo>
                  <a:lnTo>
                    <a:pt x="13" y="382"/>
                  </a:lnTo>
                  <a:lnTo>
                    <a:pt x="17" y="341"/>
                  </a:lnTo>
                  <a:lnTo>
                    <a:pt x="23" y="301"/>
                  </a:lnTo>
                  <a:lnTo>
                    <a:pt x="31" y="264"/>
                  </a:lnTo>
                  <a:lnTo>
                    <a:pt x="41" y="227"/>
                  </a:lnTo>
                  <a:lnTo>
                    <a:pt x="53" y="193"/>
                  </a:lnTo>
                  <a:lnTo>
                    <a:pt x="67" y="160"/>
                  </a:lnTo>
                  <a:lnTo>
                    <a:pt x="81" y="132"/>
                  </a:lnTo>
                  <a:lnTo>
                    <a:pt x="99" y="105"/>
                  </a:lnTo>
                  <a:lnTo>
                    <a:pt x="116" y="81"/>
                  </a:lnTo>
                  <a:lnTo>
                    <a:pt x="136" y="61"/>
                  </a:lnTo>
                  <a:lnTo>
                    <a:pt x="156" y="43"/>
                  </a:lnTo>
                  <a:lnTo>
                    <a:pt x="178" y="30"/>
                  </a:lnTo>
                  <a:lnTo>
                    <a:pt x="199" y="20"/>
                  </a:lnTo>
                  <a:lnTo>
                    <a:pt x="222"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sp>
        <p:nvSpPr>
          <p:cNvPr id="111624" name="Rectangle 77"/>
          <p:cNvSpPr>
            <a:spLocks noChangeArrowheads="1"/>
          </p:cNvSpPr>
          <p:nvPr/>
        </p:nvSpPr>
        <p:spPr bwMode="auto">
          <a:xfrm>
            <a:off x="611188" y="0"/>
            <a:ext cx="6388100" cy="6477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3000"/>
              <a:t>Sem. 2 - Mardi</a:t>
            </a:r>
          </a:p>
        </p:txBody>
      </p:sp>
      <p:sp>
        <p:nvSpPr>
          <p:cNvPr id="111625" name="Text Box 78"/>
          <p:cNvSpPr txBox="1">
            <a:spLocks noChangeArrowheads="1"/>
          </p:cNvSpPr>
          <p:nvPr/>
        </p:nvSpPr>
        <p:spPr bwMode="auto">
          <a:xfrm>
            <a:off x="566738" y="2697163"/>
            <a:ext cx="3217862"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2. Pas de commandes</a:t>
            </a:r>
          </a:p>
        </p:txBody>
      </p:sp>
      <p:sp>
        <p:nvSpPr>
          <p:cNvPr id="111626" name="Text Box 79"/>
          <p:cNvSpPr txBox="1">
            <a:spLocks noChangeArrowheads="1"/>
          </p:cNvSpPr>
          <p:nvPr/>
        </p:nvSpPr>
        <p:spPr bwMode="auto">
          <a:xfrm>
            <a:off x="566738" y="5211763"/>
            <a:ext cx="6543675" cy="4429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eaLnBrk="1" hangingPunct="1">
              <a:spcBef>
                <a:spcPct val="0"/>
              </a:spcBef>
              <a:buFontTx/>
              <a:buNone/>
            </a:pPr>
            <a:r>
              <a:rPr lang="fr-FR" altLang="fr-FR" sz="2300"/>
              <a:t>4. Pointez la production sur votre feuille de suivi</a:t>
            </a:r>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12642" name="Group 2"/>
          <p:cNvGrpSpPr>
            <a:grpSpLocks/>
          </p:cNvGrpSpPr>
          <p:nvPr/>
        </p:nvGrpSpPr>
        <p:grpSpPr bwMode="auto">
          <a:xfrm>
            <a:off x="7073900" y="215900"/>
            <a:ext cx="1878013" cy="1250950"/>
            <a:chOff x="4456" y="136"/>
            <a:chExt cx="1183" cy="788"/>
          </a:xfrm>
        </p:grpSpPr>
        <p:grpSp>
          <p:nvGrpSpPr>
            <p:cNvPr id="112702" name="Group 3"/>
            <p:cNvGrpSpPr>
              <a:grpSpLocks/>
            </p:cNvGrpSpPr>
            <p:nvPr/>
          </p:nvGrpSpPr>
          <p:grpSpPr bwMode="auto">
            <a:xfrm>
              <a:off x="4766" y="232"/>
              <a:ext cx="873" cy="692"/>
              <a:chOff x="2185" y="310"/>
              <a:chExt cx="873" cy="692"/>
            </a:xfrm>
          </p:grpSpPr>
          <p:sp>
            <p:nvSpPr>
              <p:cNvPr id="112713" name="Freeform 4"/>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accent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2714" name="Freeform 5"/>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2715" name="Freeform 6"/>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2716" name="Freeform 7"/>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2717" name="Freeform 8"/>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2718" name="Freeform 9"/>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2719" name="Freeform 10"/>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grpSp>
          <p:nvGrpSpPr>
            <p:cNvPr id="112703" name="Group 11"/>
            <p:cNvGrpSpPr>
              <a:grpSpLocks/>
            </p:cNvGrpSpPr>
            <p:nvPr/>
          </p:nvGrpSpPr>
          <p:grpSpPr bwMode="auto">
            <a:xfrm>
              <a:off x="4949" y="336"/>
              <a:ext cx="591" cy="468"/>
              <a:chOff x="2185" y="310"/>
              <a:chExt cx="873" cy="692"/>
            </a:xfrm>
          </p:grpSpPr>
          <p:sp>
            <p:nvSpPr>
              <p:cNvPr id="112706" name="Freeform 12"/>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2707" name="Freeform 13"/>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2708" name="Freeform 14"/>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2709" name="Freeform 15"/>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2710" name="Freeform 16"/>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2711" name="Freeform 17"/>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2712" name="Freeform 18"/>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pic>
          <p:nvPicPr>
            <p:cNvPr id="112704" name="Picture 19"/>
            <p:cNvPicPr>
              <a:picLocks noChangeAspect="1" noChangeArrowheads="1"/>
            </p:cNvPicPr>
            <p:nvPr/>
          </p:nvPicPr>
          <p:blipFill>
            <a:blip r:embed="rId3" cstate="print">
              <a:extLst>
                <a:ext uri="{28A0092B-C50C-407E-A947-70E740481C1C}">
                  <a14:useLocalDpi xmlns:a14="http://schemas.microsoft.com/office/drawing/2010/main" val="0"/>
                </a:ext>
              </a:extLst>
            </a:blip>
            <a:srcRect l="-4282" t="-4369" r="-5199" b="-12012"/>
            <a:stretch>
              <a:fillRect/>
            </a:stretch>
          </p:blipFill>
          <p:spPr bwMode="auto">
            <a:xfrm>
              <a:off x="4456" y="136"/>
              <a:ext cx="480" cy="5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12705" name="Text Box 20"/>
            <p:cNvSpPr txBox="1">
              <a:spLocks noChangeArrowheads="1"/>
            </p:cNvSpPr>
            <p:nvPr/>
          </p:nvSpPr>
          <p:spPr bwMode="auto">
            <a:xfrm>
              <a:off x="4946" y="314"/>
              <a:ext cx="596" cy="49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4500" b="1">
                  <a:solidFill>
                    <a:srgbClr val="FF0000"/>
                  </a:solidFill>
                  <a:latin typeface="Arial Black" pitchFamily="34" charset="0"/>
                </a:rPr>
                <a:t>14</a:t>
              </a:r>
              <a:endParaRPr lang="fr-FR" altLang="fr-FR" sz="3200">
                <a:solidFill>
                  <a:schemeClr val="tx1"/>
                </a:solidFill>
                <a:latin typeface="Arial Black" pitchFamily="34" charset="0"/>
              </a:endParaRPr>
            </a:p>
          </p:txBody>
        </p:sp>
      </p:grpSp>
      <p:sp>
        <p:nvSpPr>
          <p:cNvPr id="112644" name="Text Box 22"/>
          <p:cNvSpPr txBox="1">
            <a:spLocks noChangeArrowheads="1"/>
          </p:cNvSpPr>
          <p:nvPr/>
        </p:nvSpPr>
        <p:spPr bwMode="auto">
          <a:xfrm>
            <a:off x="566738" y="1363663"/>
            <a:ext cx="1946275"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1. Tirez le dé</a:t>
            </a:r>
          </a:p>
        </p:txBody>
      </p:sp>
      <p:sp>
        <p:nvSpPr>
          <p:cNvPr id="112645" name="Text Box 23"/>
          <p:cNvSpPr txBox="1">
            <a:spLocks noChangeArrowheads="1"/>
          </p:cNvSpPr>
          <p:nvPr/>
        </p:nvSpPr>
        <p:spPr bwMode="auto">
          <a:xfrm>
            <a:off x="566738" y="3935413"/>
            <a:ext cx="18796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3. Produisez</a:t>
            </a:r>
          </a:p>
        </p:txBody>
      </p:sp>
      <p:grpSp>
        <p:nvGrpSpPr>
          <p:cNvPr id="112646" name="Group 24"/>
          <p:cNvGrpSpPr>
            <a:grpSpLocks/>
          </p:cNvGrpSpPr>
          <p:nvPr/>
        </p:nvGrpSpPr>
        <p:grpSpPr bwMode="auto">
          <a:xfrm>
            <a:off x="2986088" y="1306513"/>
            <a:ext cx="446087" cy="534987"/>
            <a:chOff x="868" y="1439"/>
            <a:chExt cx="811" cy="972"/>
          </a:xfrm>
        </p:grpSpPr>
        <p:sp>
          <p:nvSpPr>
            <p:cNvPr id="112651" name="Freeform 25"/>
            <p:cNvSpPr>
              <a:spLocks/>
            </p:cNvSpPr>
            <p:nvPr/>
          </p:nvSpPr>
          <p:spPr bwMode="auto">
            <a:xfrm>
              <a:off x="1548" y="2014"/>
              <a:ext cx="123" cy="100"/>
            </a:xfrm>
            <a:custGeom>
              <a:avLst/>
              <a:gdLst>
                <a:gd name="T0" fmla="*/ 5 w 618"/>
                <a:gd name="T1" fmla="*/ 0 h 502"/>
                <a:gd name="T2" fmla="*/ 5 w 618"/>
                <a:gd name="T3" fmla="*/ 0 h 502"/>
                <a:gd name="T4" fmla="*/ 0 w 618"/>
                <a:gd name="T5" fmla="*/ 4 h 502"/>
                <a:gd name="T6" fmla="*/ 0 w 618"/>
                <a:gd name="T7" fmla="*/ 4 h 502"/>
                <a:gd name="T8" fmla="*/ 5 w 618"/>
                <a:gd name="T9" fmla="*/ 0 h 502"/>
                <a:gd name="T10" fmla="*/ 5 w 618"/>
                <a:gd name="T11" fmla="*/ 0 h 502"/>
                <a:gd name="T12" fmla="*/ 5 w 618"/>
                <a:gd name="T13" fmla="*/ 0 h 502"/>
                <a:gd name="T14" fmla="*/ 5 w 618"/>
                <a:gd name="T15" fmla="*/ 0 h 502"/>
                <a:gd name="T16" fmla="*/ 5 w 618"/>
                <a:gd name="T17" fmla="*/ 0 h 502"/>
                <a:gd name="T18" fmla="*/ 5 w 618"/>
                <a:gd name="T19" fmla="*/ 0 h 502"/>
                <a:gd name="T20" fmla="*/ 5 w 618"/>
                <a:gd name="T21" fmla="*/ 0 h 502"/>
                <a:gd name="T22" fmla="*/ 5 w 618"/>
                <a:gd name="T23" fmla="*/ 0 h 502"/>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618"/>
                <a:gd name="T37" fmla="*/ 0 h 502"/>
                <a:gd name="T38" fmla="*/ 618 w 618"/>
                <a:gd name="T39" fmla="*/ 502 h 502"/>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618" h="502">
                  <a:moveTo>
                    <a:pt x="611" y="0"/>
                  </a:moveTo>
                  <a:lnTo>
                    <a:pt x="606" y="2"/>
                  </a:lnTo>
                  <a:lnTo>
                    <a:pt x="0" y="490"/>
                  </a:lnTo>
                  <a:lnTo>
                    <a:pt x="10" y="502"/>
                  </a:lnTo>
                  <a:lnTo>
                    <a:pt x="616" y="14"/>
                  </a:lnTo>
                  <a:lnTo>
                    <a:pt x="611" y="16"/>
                  </a:lnTo>
                  <a:lnTo>
                    <a:pt x="616" y="14"/>
                  </a:lnTo>
                  <a:lnTo>
                    <a:pt x="618" y="9"/>
                  </a:lnTo>
                  <a:lnTo>
                    <a:pt x="617" y="3"/>
                  </a:lnTo>
                  <a:lnTo>
                    <a:pt x="612" y="1"/>
                  </a:lnTo>
                  <a:lnTo>
                    <a:pt x="606" y="2"/>
                  </a:lnTo>
                  <a:lnTo>
                    <a:pt x="611"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2652" name="Freeform 26"/>
            <p:cNvSpPr>
              <a:spLocks/>
            </p:cNvSpPr>
            <p:nvPr/>
          </p:nvSpPr>
          <p:spPr bwMode="auto">
            <a:xfrm>
              <a:off x="876" y="1852"/>
              <a:ext cx="82" cy="373"/>
            </a:xfrm>
            <a:custGeom>
              <a:avLst/>
              <a:gdLst>
                <a:gd name="T0" fmla="*/ 3 w 413"/>
                <a:gd name="T1" fmla="*/ 15 h 1865"/>
                <a:gd name="T2" fmla="*/ 3 w 413"/>
                <a:gd name="T3" fmla="*/ 15 h 1865"/>
                <a:gd name="T4" fmla="*/ 0 w 413"/>
                <a:gd name="T5" fmla="*/ 0 h 1865"/>
                <a:gd name="T6" fmla="*/ 0 w 413"/>
                <a:gd name="T7" fmla="*/ 0 h 1865"/>
                <a:gd name="T8" fmla="*/ 3 w 413"/>
                <a:gd name="T9" fmla="*/ 15 h 1865"/>
                <a:gd name="T10" fmla="*/ 3 w 413"/>
                <a:gd name="T11" fmla="*/ 15 h 1865"/>
                <a:gd name="T12" fmla="*/ 3 w 413"/>
                <a:gd name="T13" fmla="*/ 15 h 1865"/>
                <a:gd name="T14" fmla="*/ 3 w 413"/>
                <a:gd name="T15" fmla="*/ 15 h 1865"/>
                <a:gd name="T16" fmla="*/ 3 w 413"/>
                <a:gd name="T17" fmla="*/ 15 h 1865"/>
                <a:gd name="T18" fmla="*/ 3 w 413"/>
                <a:gd name="T19" fmla="*/ 15 h 1865"/>
                <a:gd name="T20" fmla="*/ 3 w 413"/>
                <a:gd name="T21" fmla="*/ 15 h 1865"/>
                <a:gd name="T22" fmla="*/ 3 w 413"/>
                <a:gd name="T23" fmla="*/ 15 h 186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413"/>
                <a:gd name="T37" fmla="*/ 0 h 1865"/>
                <a:gd name="T38" fmla="*/ 413 w 413"/>
                <a:gd name="T39" fmla="*/ 1865 h 1865"/>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413" h="1865">
                  <a:moveTo>
                    <a:pt x="400" y="1864"/>
                  </a:moveTo>
                  <a:lnTo>
                    <a:pt x="413" y="1856"/>
                  </a:lnTo>
                  <a:lnTo>
                    <a:pt x="17" y="0"/>
                  </a:lnTo>
                  <a:lnTo>
                    <a:pt x="0" y="2"/>
                  </a:lnTo>
                  <a:lnTo>
                    <a:pt x="396" y="1858"/>
                  </a:lnTo>
                  <a:lnTo>
                    <a:pt x="409" y="1850"/>
                  </a:lnTo>
                  <a:lnTo>
                    <a:pt x="396" y="1858"/>
                  </a:lnTo>
                  <a:lnTo>
                    <a:pt x="400" y="1864"/>
                  </a:lnTo>
                  <a:lnTo>
                    <a:pt x="406" y="1865"/>
                  </a:lnTo>
                  <a:lnTo>
                    <a:pt x="410" y="1862"/>
                  </a:lnTo>
                  <a:lnTo>
                    <a:pt x="413" y="1856"/>
                  </a:lnTo>
                  <a:lnTo>
                    <a:pt x="400" y="186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2653" name="Freeform 27"/>
            <p:cNvSpPr>
              <a:spLocks/>
            </p:cNvSpPr>
            <p:nvPr/>
          </p:nvSpPr>
          <p:spPr bwMode="auto">
            <a:xfrm>
              <a:off x="1282" y="1533"/>
              <a:ext cx="35" cy="161"/>
            </a:xfrm>
            <a:custGeom>
              <a:avLst/>
              <a:gdLst>
                <a:gd name="T0" fmla="*/ 1 w 175"/>
                <a:gd name="T1" fmla="*/ 6 h 807"/>
                <a:gd name="T2" fmla="*/ 1 w 175"/>
                <a:gd name="T3" fmla="*/ 6 h 807"/>
                <a:gd name="T4" fmla="*/ 1 w 175"/>
                <a:gd name="T5" fmla="*/ 6 h 807"/>
                <a:gd name="T6" fmla="*/ 1 w 175"/>
                <a:gd name="T7" fmla="*/ 5 h 807"/>
                <a:gd name="T8" fmla="*/ 1 w 175"/>
                <a:gd name="T9" fmla="*/ 5 h 807"/>
                <a:gd name="T10" fmla="*/ 1 w 175"/>
                <a:gd name="T11" fmla="*/ 5 h 807"/>
                <a:gd name="T12" fmla="*/ 1 w 175"/>
                <a:gd name="T13" fmla="*/ 4 h 807"/>
                <a:gd name="T14" fmla="*/ 1 w 175"/>
                <a:gd name="T15" fmla="*/ 4 h 807"/>
                <a:gd name="T16" fmla="*/ 1 w 175"/>
                <a:gd name="T17" fmla="*/ 3 h 807"/>
                <a:gd name="T18" fmla="*/ 1 w 175"/>
                <a:gd name="T19" fmla="*/ 3 h 807"/>
                <a:gd name="T20" fmla="*/ 1 w 175"/>
                <a:gd name="T21" fmla="*/ 3 h 807"/>
                <a:gd name="T22" fmla="*/ 1 w 175"/>
                <a:gd name="T23" fmla="*/ 2 h 807"/>
                <a:gd name="T24" fmla="*/ 1 w 175"/>
                <a:gd name="T25" fmla="*/ 2 h 807"/>
                <a:gd name="T26" fmla="*/ 1 w 175"/>
                <a:gd name="T27" fmla="*/ 2 h 807"/>
                <a:gd name="T28" fmla="*/ 1 w 175"/>
                <a:gd name="T29" fmla="*/ 1 h 807"/>
                <a:gd name="T30" fmla="*/ 1 w 175"/>
                <a:gd name="T31" fmla="*/ 1 h 807"/>
                <a:gd name="T32" fmla="*/ 1 w 175"/>
                <a:gd name="T33" fmla="*/ 1 h 807"/>
                <a:gd name="T34" fmla="*/ 1 w 175"/>
                <a:gd name="T35" fmla="*/ 0 h 807"/>
                <a:gd name="T36" fmla="*/ 1 w 175"/>
                <a:gd name="T37" fmla="*/ 0 h 807"/>
                <a:gd name="T38" fmla="*/ 1 w 175"/>
                <a:gd name="T39" fmla="*/ 0 h 807"/>
                <a:gd name="T40" fmla="*/ 0 w 175"/>
                <a:gd name="T41" fmla="*/ 1 h 807"/>
                <a:gd name="T42" fmla="*/ 0 w 175"/>
                <a:gd name="T43" fmla="*/ 1 h 807"/>
                <a:gd name="T44" fmla="*/ 0 w 175"/>
                <a:gd name="T45" fmla="*/ 1 h 807"/>
                <a:gd name="T46" fmla="*/ 0 w 175"/>
                <a:gd name="T47" fmla="*/ 2 h 807"/>
                <a:gd name="T48" fmla="*/ 0 w 175"/>
                <a:gd name="T49" fmla="*/ 2 h 807"/>
                <a:gd name="T50" fmla="*/ 0 w 175"/>
                <a:gd name="T51" fmla="*/ 3 h 807"/>
                <a:gd name="T52" fmla="*/ 0 w 175"/>
                <a:gd name="T53" fmla="*/ 3 h 807"/>
                <a:gd name="T54" fmla="*/ 0 w 175"/>
                <a:gd name="T55" fmla="*/ 3 h 807"/>
                <a:gd name="T56" fmla="*/ 0 w 175"/>
                <a:gd name="T57" fmla="*/ 4 h 807"/>
                <a:gd name="T58" fmla="*/ 0 w 175"/>
                <a:gd name="T59" fmla="*/ 4 h 807"/>
                <a:gd name="T60" fmla="*/ 0 w 175"/>
                <a:gd name="T61" fmla="*/ 5 h 807"/>
                <a:gd name="T62" fmla="*/ 0 w 175"/>
                <a:gd name="T63" fmla="*/ 5 h 807"/>
                <a:gd name="T64" fmla="*/ 0 w 175"/>
                <a:gd name="T65" fmla="*/ 5 h 807"/>
                <a:gd name="T66" fmla="*/ 1 w 175"/>
                <a:gd name="T67" fmla="*/ 6 h 807"/>
                <a:gd name="T68" fmla="*/ 1 w 175"/>
                <a:gd name="T69" fmla="*/ 6 h 807"/>
                <a:gd name="T70" fmla="*/ 1 w 175"/>
                <a:gd name="T71" fmla="*/ 6 h 807"/>
                <a:gd name="T72" fmla="*/ 1 w 175"/>
                <a:gd name="T73" fmla="*/ 6 h 807"/>
                <a:gd name="T74" fmla="*/ 1 w 175"/>
                <a:gd name="T75" fmla="*/ 6 h 807"/>
                <a:gd name="T76" fmla="*/ 1 w 175"/>
                <a:gd name="T77" fmla="*/ 6 h 807"/>
                <a:gd name="T78" fmla="*/ 1 w 175"/>
                <a:gd name="T79" fmla="*/ 6 h 807"/>
                <a:gd name="T80" fmla="*/ 1 w 175"/>
                <a:gd name="T81" fmla="*/ 6 h 807"/>
                <a:gd name="T82" fmla="*/ 1 w 175"/>
                <a:gd name="T83" fmla="*/ 6 h 807"/>
                <a:gd name="T84" fmla="*/ 1 w 175"/>
                <a:gd name="T85" fmla="*/ 6 h 807"/>
                <a:gd name="T86" fmla="*/ 1 w 175"/>
                <a:gd name="T87" fmla="*/ 6 h 807"/>
                <a:gd name="T88" fmla="*/ 1 w 175"/>
                <a:gd name="T89" fmla="*/ 6 h 807"/>
                <a:gd name="T90" fmla="*/ 1 w 175"/>
                <a:gd name="T91" fmla="*/ 6 h 80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175"/>
                <a:gd name="T139" fmla="*/ 0 h 807"/>
                <a:gd name="T140" fmla="*/ 175 w 175"/>
                <a:gd name="T141" fmla="*/ 807 h 80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175" h="807">
                  <a:moveTo>
                    <a:pt x="169" y="740"/>
                  </a:moveTo>
                  <a:lnTo>
                    <a:pt x="169" y="739"/>
                  </a:lnTo>
                  <a:lnTo>
                    <a:pt x="149" y="698"/>
                  </a:lnTo>
                  <a:lnTo>
                    <a:pt x="133" y="656"/>
                  </a:lnTo>
                  <a:lnTo>
                    <a:pt x="120" y="611"/>
                  </a:lnTo>
                  <a:lnTo>
                    <a:pt x="108" y="565"/>
                  </a:lnTo>
                  <a:lnTo>
                    <a:pt x="100" y="520"/>
                  </a:lnTo>
                  <a:lnTo>
                    <a:pt x="96" y="472"/>
                  </a:lnTo>
                  <a:lnTo>
                    <a:pt x="93" y="425"/>
                  </a:lnTo>
                  <a:lnTo>
                    <a:pt x="93" y="377"/>
                  </a:lnTo>
                  <a:lnTo>
                    <a:pt x="96" y="330"/>
                  </a:lnTo>
                  <a:lnTo>
                    <a:pt x="100" y="283"/>
                  </a:lnTo>
                  <a:lnTo>
                    <a:pt x="106" y="238"/>
                  </a:lnTo>
                  <a:lnTo>
                    <a:pt x="115" y="195"/>
                  </a:lnTo>
                  <a:lnTo>
                    <a:pt x="126" y="153"/>
                  </a:lnTo>
                  <a:lnTo>
                    <a:pt x="139" y="114"/>
                  </a:lnTo>
                  <a:lnTo>
                    <a:pt x="153" y="77"/>
                  </a:lnTo>
                  <a:lnTo>
                    <a:pt x="169" y="43"/>
                  </a:lnTo>
                  <a:lnTo>
                    <a:pt x="87" y="0"/>
                  </a:lnTo>
                  <a:lnTo>
                    <a:pt x="69" y="39"/>
                  </a:lnTo>
                  <a:lnTo>
                    <a:pt x="52" y="81"/>
                  </a:lnTo>
                  <a:lnTo>
                    <a:pt x="37" y="127"/>
                  </a:lnTo>
                  <a:lnTo>
                    <a:pt x="24" y="174"/>
                  </a:lnTo>
                  <a:lnTo>
                    <a:pt x="15" y="222"/>
                  </a:lnTo>
                  <a:lnTo>
                    <a:pt x="7" y="271"/>
                  </a:lnTo>
                  <a:lnTo>
                    <a:pt x="2" y="323"/>
                  </a:lnTo>
                  <a:lnTo>
                    <a:pt x="0" y="374"/>
                  </a:lnTo>
                  <a:lnTo>
                    <a:pt x="0" y="427"/>
                  </a:lnTo>
                  <a:lnTo>
                    <a:pt x="2" y="479"/>
                  </a:lnTo>
                  <a:lnTo>
                    <a:pt x="9" y="531"/>
                  </a:lnTo>
                  <a:lnTo>
                    <a:pt x="17" y="584"/>
                  </a:lnTo>
                  <a:lnTo>
                    <a:pt x="29" y="635"/>
                  </a:lnTo>
                  <a:lnTo>
                    <a:pt x="44" y="686"/>
                  </a:lnTo>
                  <a:lnTo>
                    <a:pt x="65" y="736"/>
                  </a:lnTo>
                  <a:lnTo>
                    <a:pt x="87" y="784"/>
                  </a:lnTo>
                  <a:lnTo>
                    <a:pt x="87" y="782"/>
                  </a:lnTo>
                  <a:lnTo>
                    <a:pt x="87" y="784"/>
                  </a:lnTo>
                  <a:lnTo>
                    <a:pt x="100" y="799"/>
                  </a:lnTo>
                  <a:lnTo>
                    <a:pt x="117" y="807"/>
                  </a:lnTo>
                  <a:lnTo>
                    <a:pt x="134" y="807"/>
                  </a:lnTo>
                  <a:lnTo>
                    <a:pt x="151" y="801"/>
                  </a:lnTo>
                  <a:lnTo>
                    <a:pt x="164" y="791"/>
                  </a:lnTo>
                  <a:lnTo>
                    <a:pt x="173" y="777"/>
                  </a:lnTo>
                  <a:lnTo>
                    <a:pt x="175" y="759"/>
                  </a:lnTo>
                  <a:lnTo>
                    <a:pt x="169" y="739"/>
                  </a:lnTo>
                  <a:lnTo>
                    <a:pt x="169" y="74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2654" name="Freeform 28"/>
            <p:cNvSpPr>
              <a:spLocks/>
            </p:cNvSpPr>
            <p:nvPr/>
          </p:nvSpPr>
          <p:spPr bwMode="auto">
            <a:xfrm>
              <a:off x="1299" y="1681"/>
              <a:ext cx="157" cy="281"/>
            </a:xfrm>
            <a:custGeom>
              <a:avLst/>
              <a:gdLst>
                <a:gd name="T0" fmla="*/ 6 w 787"/>
                <a:gd name="T1" fmla="*/ 11 h 1404"/>
                <a:gd name="T2" fmla="*/ 6 w 787"/>
                <a:gd name="T3" fmla="*/ 11 h 1404"/>
                <a:gd name="T4" fmla="*/ 1 w 787"/>
                <a:gd name="T5" fmla="*/ 0 h 1404"/>
                <a:gd name="T6" fmla="*/ 0 w 787"/>
                <a:gd name="T7" fmla="*/ 0 h 1404"/>
                <a:gd name="T8" fmla="*/ 6 w 787"/>
                <a:gd name="T9" fmla="*/ 11 h 1404"/>
                <a:gd name="T10" fmla="*/ 6 w 787"/>
                <a:gd name="T11" fmla="*/ 11 h 1404"/>
                <a:gd name="T12" fmla="*/ 6 w 787"/>
                <a:gd name="T13" fmla="*/ 11 h 1404"/>
                <a:gd name="T14" fmla="*/ 6 w 787"/>
                <a:gd name="T15" fmla="*/ 11 h 1404"/>
                <a:gd name="T16" fmla="*/ 6 w 787"/>
                <a:gd name="T17" fmla="*/ 11 h 1404"/>
                <a:gd name="T18" fmla="*/ 6 w 787"/>
                <a:gd name="T19" fmla="*/ 11 h 1404"/>
                <a:gd name="T20" fmla="*/ 6 w 787"/>
                <a:gd name="T21" fmla="*/ 11 h 1404"/>
                <a:gd name="T22" fmla="*/ 6 w 787"/>
                <a:gd name="T23" fmla="*/ 11 h 1404"/>
                <a:gd name="T24" fmla="*/ 6 w 787"/>
                <a:gd name="T25" fmla="*/ 11 h 1404"/>
                <a:gd name="T26" fmla="*/ 6 w 787"/>
                <a:gd name="T27" fmla="*/ 11 h 1404"/>
                <a:gd name="T28" fmla="*/ 6 w 787"/>
                <a:gd name="T29" fmla="*/ 11 h 1404"/>
                <a:gd name="T30" fmla="*/ 6 w 787"/>
                <a:gd name="T31" fmla="*/ 11 h 1404"/>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787"/>
                <a:gd name="T49" fmla="*/ 0 h 1404"/>
                <a:gd name="T50" fmla="*/ 787 w 787"/>
                <a:gd name="T51" fmla="*/ 1404 h 1404"/>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787" h="1404">
                  <a:moveTo>
                    <a:pt x="781" y="1334"/>
                  </a:moveTo>
                  <a:lnTo>
                    <a:pt x="781" y="1337"/>
                  </a:lnTo>
                  <a:lnTo>
                    <a:pt x="82" y="0"/>
                  </a:lnTo>
                  <a:lnTo>
                    <a:pt x="0" y="42"/>
                  </a:lnTo>
                  <a:lnTo>
                    <a:pt x="699" y="1379"/>
                  </a:lnTo>
                  <a:lnTo>
                    <a:pt x="699" y="1381"/>
                  </a:lnTo>
                  <a:lnTo>
                    <a:pt x="699" y="1379"/>
                  </a:lnTo>
                  <a:lnTo>
                    <a:pt x="712" y="1395"/>
                  </a:lnTo>
                  <a:lnTo>
                    <a:pt x="727" y="1402"/>
                  </a:lnTo>
                  <a:lnTo>
                    <a:pt x="744" y="1404"/>
                  </a:lnTo>
                  <a:lnTo>
                    <a:pt x="761" y="1398"/>
                  </a:lnTo>
                  <a:lnTo>
                    <a:pt x="775" y="1388"/>
                  </a:lnTo>
                  <a:lnTo>
                    <a:pt x="784" y="1373"/>
                  </a:lnTo>
                  <a:lnTo>
                    <a:pt x="787" y="1357"/>
                  </a:lnTo>
                  <a:lnTo>
                    <a:pt x="781" y="1337"/>
                  </a:lnTo>
                  <a:lnTo>
                    <a:pt x="781" y="13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2655" name="Freeform 29"/>
            <p:cNvSpPr>
              <a:spLocks/>
            </p:cNvSpPr>
            <p:nvPr/>
          </p:nvSpPr>
          <p:spPr bwMode="auto">
            <a:xfrm>
              <a:off x="1439" y="1948"/>
              <a:ext cx="125" cy="76"/>
            </a:xfrm>
            <a:custGeom>
              <a:avLst/>
              <a:gdLst>
                <a:gd name="T0" fmla="*/ 5 w 628"/>
                <a:gd name="T1" fmla="*/ 2 h 383"/>
                <a:gd name="T2" fmla="*/ 5 w 628"/>
                <a:gd name="T3" fmla="*/ 2 h 383"/>
                <a:gd name="T4" fmla="*/ 4 w 628"/>
                <a:gd name="T5" fmla="*/ 2 h 383"/>
                <a:gd name="T6" fmla="*/ 4 w 628"/>
                <a:gd name="T7" fmla="*/ 2 h 383"/>
                <a:gd name="T8" fmla="*/ 4 w 628"/>
                <a:gd name="T9" fmla="*/ 2 h 383"/>
                <a:gd name="T10" fmla="*/ 3 w 628"/>
                <a:gd name="T11" fmla="*/ 2 h 383"/>
                <a:gd name="T12" fmla="*/ 3 w 628"/>
                <a:gd name="T13" fmla="*/ 2 h 383"/>
                <a:gd name="T14" fmla="*/ 3 w 628"/>
                <a:gd name="T15" fmla="*/ 2 h 383"/>
                <a:gd name="T16" fmla="*/ 3 w 628"/>
                <a:gd name="T17" fmla="*/ 2 h 383"/>
                <a:gd name="T18" fmla="*/ 2 w 628"/>
                <a:gd name="T19" fmla="*/ 2 h 383"/>
                <a:gd name="T20" fmla="*/ 2 w 628"/>
                <a:gd name="T21" fmla="*/ 2 h 383"/>
                <a:gd name="T22" fmla="*/ 2 w 628"/>
                <a:gd name="T23" fmla="*/ 1 h 383"/>
                <a:gd name="T24" fmla="*/ 2 w 628"/>
                <a:gd name="T25" fmla="*/ 1 h 383"/>
                <a:gd name="T26" fmla="*/ 1 w 628"/>
                <a:gd name="T27" fmla="*/ 1 h 383"/>
                <a:gd name="T28" fmla="*/ 1 w 628"/>
                <a:gd name="T29" fmla="*/ 1 h 383"/>
                <a:gd name="T30" fmla="*/ 1 w 628"/>
                <a:gd name="T31" fmla="*/ 1 h 383"/>
                <a:gd name="T32" fmla="*/ 1 w 628"/>
                <a:gd name="T33" fmla="*/ 0 h 383"/>
                <a:gd name="T34" fmla="*/ 1 w 628"/>
                <a:gd name="T35" fmla="*/ 0 h 383"/>
                <a:gd name="T36" fmla="*/ 0 w 628"/>
                <a:gd name="T37" fmla="*/ 0 h 383"/>
                <a:gd name="T38" fmla="*/ 0 w 628"/>
                <a:gd name="T39" fmla="*/ 1 h 383"/>
                <a:gd name="T40" fmla="*/ 0 w 628"/>
                <a:gd name="T41" fmla="*/ 1 h 383"/>
                <a:gd name="T42" fmla="*/ 1 w 628"/>
                <a:gd name="T43" fmla="*/ 1 h 383"/>
                <a:gd name="T44" fmla="*/ 1 w 628"/>
                <a:gd name="T45" fmla="*/ 1 h 383"/>
                <a:gd name="T46" fmla="*/ 1 w 628"/>
                <a:gd name="T47" fmla="*/ 2 h 383"/>
                <a:gd name="T48" fmla="*/ 1 w 628"/>
                <a:gd name="T49" fmla="*/ 2 h 383"/>
                <a:gd name="T50" fmla="*/ 2 w 628"/>
                <a:gd name="T51" fmla="*/ 2 h 383"/>
                <a:gd name="T52" fmla="*/ 2 w 628"/>
                <a:gd name="T53" fmla="*/ 2 h 383"/>
                <a:gd name="T54" fmla="*/ 2 w 628"/>
                <a:gd name="T55" fmla="*/ 2 h 383"/>
                <a:gd name="T56" fmla="*/ 3 w 628"/>
                <a:gd name="T57" fmla="*/ 3 h 383"/>
                <a:gd name="T58" fmla="*/ 3 w 628"/>
                <a:gd name="T59" fmla="*/ 3 h 383"/>
                <a:gd name="T60" fmla="*/ 3 w 628"/>
                <a:gd name="T61" fmla="*/ 3 h 383"/>
                <a:gd name="T62" fmla="*/ 4 w 628"/>
                <a:gd name="T63" fmla="*/ 3 h 383"/>
                <a:gd name="T64" fmla="*/ 4 w 628"/>
                <a:gd name="T65" fmla="*/ 3 h 383"/>
                <a:gd name="T66" fmla="*/ 4 w 628"/>
                <a:gd name="T67" fmla="*/ 3 h 383"/>
                <a:gd name="T68" fmla="*/ 5 w 628"/>
                <a:gd name="T69" fmla="*/ 3 h 383"/>
                <a:gd name="T70" fmla="*/ 5 w 628"/>
                <a:gd name="T71" fmla="*/ 3 h 383"/>
                <a:gd name="T72" fmla="*/ 5 w 628"/>
                <a:gd name="T73" fmla="*/ 3 h 383"/>
                <a:gd name="T74" fmla="*/ 5 w 628"/>
                <a:gd name="T75" fmla="*/ 3 h 383"/>
                <a:gd name="T76" fmla="*/ 5 w 628"/>
                <a:gd name="T77" fmla="*/ 3 h 383"/>
                <a:gd name="T78" fmla="*/ 5 w 628"/>
                <a:gd name="T79" fmla="*/ 3 h 383"/>
                <a:gd name="T80" fmla="*/ 5 w 628"/>
                <a:gd name="T81" fmla="*/ 3 h 383"/>
                <a:gd name="T82" fmla="*/ 5 w 628"/>
                <a:gd name="T83" fmla="*/ 3 h 383"/>
                <a:gd name="T84" fmla="*/ 5 w 628"/>
                <a:gd name="T85" fmla="*/ 2 h 383"/>
                <a:gd name="T86" fmla="*/ 5 w 628"/>
                <a:gd name="T87" fmla="*/ 2 h 383"/>
                <a:gd name="T88" fmla="*/ 5 w 628"/>
                <a:gd name="T89" fmla="*/ 2 h 383"/>
                <a:gd name="T90" fmla="*/ 5 w 628"/>
                <a:gd name="T91" fmla="*/ 2 h 38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628"/>
                <a:gd name="T139" fmla="*/ 0 h 383"/>
                <a:gd name="T140" fmla="*/ 628 w 628"/>
                <a:gd name="T141" fmla="*/ 383 h 38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628" h="383">
                  <a:moveTo>
                    <a:pt x="581" y="289"/>
                  </a:moveTo>
                  <a:lnTo>
                    <a:pt x="582" y="289"/>
                  </a:lnTo>
                  <a:lnTo>
                    <a:pt x="541" y="287"/>
                  </a:lnTo>
                  <a:lnTo>
                    <a:pt x="500" y="283"/>
                  </a:lnTo>
                  <a:lnTo>
                    <a:pt x="462" y="276"/>
                  </a:lnTo>
                  <a:lnTo>
                    <a:pt x="424" y="268"/>
                  </a:lnTo>
                  <a:lnTo>
                    <a:pt x="389" y="255"/>
                  </a:lnTo>
                  <a:lnTo>
                    <a:pt x="352" y="242"/>
                  </a:lnTo>
                  <a:lnTo>
                    <a:pt x="320" y="227"/>
                  </a:lnTo>
                  <a:lnTo>
                    <a:pt x="287" y="209"/>
                  </a:lnTo>
                  <a:lnTo>
                    <a:pt x="255" y="189"/>
                  </a:lnTo>
                  <a:lnTo>
                    <a:pt x="226" y="168"/>
                  </a:lnTo>
                  <a:lnTo>
                    <a:pt x="198" y="145"/>
                  </a:lnTo>
                  <a:lnTo>
                    <a:pt x="172" y="119"/>
                  </a:lnTo>
                  <a:lnTo>
                    <a:pt x="146" y="92"/>
                  </a:lnTo>
                  <a:lnTo>
                    <a:pt x="122" y="64"/>
                  </a:lnTo>
                  <a:lnTo>
                    <a:pt x="100" y="33"/>
                  </a:lnTo>
                  <a:lnTo>
                    <a:pt x="82" y="0"/>
                  </a:lnTo>
                  <a:lnTo>
                    <a:pt x="0" y="47"/>
                  </a:lnTo>
                  <a:lnTo>
                    <a:pt x="23" y="85"/>
                  </a:lnTo>
                  <a:lnTo>
                    <a:pt x="49" y="120"/>
                  </a:lnTo>
                  <a:lnTo>
                    <a:pt x="76" y="153"/>
                  </a:lnTo>
                  <a:lnTo>
                    <a:pt x="104" y="185"/>
                  </a:lnTo>
                  <a:lnTo>
                    <a:pt x="137" y="215"/>
                  </a:lnTo>
                  <a:lnTo>
                    <a:pt x="170" y="241"/>
                  </a:lnTo>
                  <a:lnTo>
                    <a:pt x="204" y="267"/>
                  </a:lnTo>
                  <a:lnTo>
                    <a:pt x="240" y="289"/>
                  </a:lnTo>
                  <a:lnTo>
                    <a:pt x="277" y="309"/>
                  </a:lnTo>
                  <a:lnTo>
                    <a:pt x="317" y="329"/>
                  </a:lnTo>
                  <a:lnTo>
                    <a:pt x="358" y="344"/>
                  </a:lnTo>
                  <a:lnTo>
                    <a:pt x="400" y="357"/>
                  </a:lnTo>
                  <a:lnTo>
                    <a:pt x="444" y="367"/>
                  </a:lnTo>
                  <a:lnTo>
                    <a:pt x="488" y="374"/>
                  </a:lnTo>
                  <a:lnTo>
                    <a:pt x="534" y="380"/>
                  </a:lnTo>
                  <a:lnTo>
                    <a:pt x="580" y="383"/>
                  </a:lnTo>
                  <a:lnTo>
                    <a:pt x="581" y="383"/>
                  </a:lnTo>
                  <a:lnTo>
                    <a:pt x="580" y="383"/>
                  </a:lnTo>
                  <a:lnTo>
                    <a:pt x="600" y="379"/>
                  </a:lnTo>
                  <a:lnTo>
                    <a:pt x="615" y="369"/>
                  </a:lnTo>
                  <a:lnTo>
                    <a:pt x="624" y="353"/>
                  </a:lnTo>
                  <a:lnTo>
                    <a:pt x="628" y="337"/>
                  </a:lnTo>
                  <a:lnTo>
                    <a:pt x="625" y="319"/>
                  </a:lnTo>
                  <a:lnTo>
                    <a:pt x="617" y="304"/>
                  </a:lnTo>
                  <a:lnTo>
                    <a:pt x="602" y="294"/>
                  </a:lnTo>
                  <a:lnTo>
                    <a:pt x="582" y="289"/>
                  </a:lnTo>
                  <a:lnTo>
                    <a:pt x="581" y="28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2656" name="Freeform 30"/>
            <p:cNvSpPr>
              <a:spLocks/>
            </p:cNvSpPr>
            <p:nvPr/>
          </p:nvSpPr>
          <p:spPr bwMode="auto">
            <a:xfrm>
              <a:off x="1587" y="1880"/>
              <a:ext cx="85" cy="49"/>
            </a:xfrm>
            <a:custGeom>
              <a:avLst/>
              <a:gdLst>
                <a:gd name="T0" fmla="*/ 3 w 426"/>
                <a:gd name="T1" fmla="*/ 0 h 245"/>
                <a:gd name="T2" fmla="*/ 3 w 426"/>
                <a:gd name="T3" fmla="*/ 0 h 245"/>
                <a:gd name="T4" fmla="*/ 3 w 426"/>
                <a:gd name="T5" fmla="*/ 0 h 245"/>
                <a:gd name="T6" fmla="*/ 3 w 426"/>
                <a:gd name="T7" fmla="*/ 0 h 245"/>
                <a:gd name="T8" fmla="*/ 2 w 426"/>
                <a:gd name="T9" fmla="*/ 0 h 245"/>
                <a:gd name="T10" fmla="*/ 2 w 426"/>
                <a:gd name="T11" fmla="*/ 0 h 245"/>
                <a:gd name="T12" fmla="*/ 2 w 426"/>
                <a:gd name="T13" fmla="*/ 0 h 245"/>
                <a:gd name="T14" fmla="*/ 2 w 426"/>
                <a:gd name="T15" fmla="*/ 0 h 245"/>
                <a:gd name="T16" fmla="*/ 1 w 426"/>
                <a:gd name="T17" fmla="*/ 0 h 245"/>
                <a:gd name="T18" fmla="*/ 1 w 426"/>
                <a:gd name="T19" fmla="*/ 1 h 245"/>
                <a:gd name="T20" fmla="*/ 1 w 426"/>
                <a:gd name="T21" fmla="*/ 1 h 245"/>
                <a:gd name="T22" fmla="*/ 1 w 426"/>
                <a:gd name="T23" fmla="*/ 1 h 245"/>
                <a:gd name="T24" fmla="*/ 0 w 426"/>
                <a:gd name="T25" fmla="*/ 1 h 245"/>
                <a:gd name="T26" fmla="*/ 0 w 426"/>
                <a:gd name="T27" fmla="*/ 1 h 245"/>
                <a:gd name="T28" fmla="*/ 0 w 426"/>
                <a:gd name="T29" fmla="*/ 1 h 245"/>
                <a:gd name="T30" fmla="*/ 0 w 426"/>
                <a:gd name="T31" fmla="*/ 2 h 245"/>
                <a:gd name="T32" fmla="*/ 0 w 426"/>
                <a:gd name="T33" fmla="*/ 2 h 245"/>
                <a:gd name="T34" fmla="*/ 0 w 426"/>
                <a:gd name="T35" fmla="*/ 2 h 245"/>
                <a:gd name="T36" fmla="*/ 0 w 426"/>
                <a:gd name="T37" fmla="*/ 2 h 245"/>
                <a:gd name="T38" fmla="*/ 0 w 426"/>
                <a:gd name="T39" fmla="*/ 2 h 245"/>
                <a:gd name="T40" fmla="*/ 0 w 426"/>
                <a:gd name="T41" fmla="*/ 2 h 245"/>
                <a:gd name="T42" fmla="*/ 0 w 426"/>
                <a:gd name="T43" fmla="*/ 1 h 245"/>
                <a:gd name="T44" fmla="*/ 0 w 426"/>
                <a:gd name="T45" fmla="*/ 1 h 245"/>
                <a:gd name="T46" fmla="*/ 0 w 426"/>
                <a:gd name="T47" fmla="*/ 1 h 245"/>
                <a:gd name="T48" fmla="*/ 1 w 426"/>
                <a:gd name="T49" fmla="*/ 1 h 245"/>
                <a:gd name="T50" fmla="*/ 1 w 426"/>
                <a:gd name="T51" fmla="*/ 1 h 245"/>
                <a:gd name="T52" fmla="*/ 1 w 426"/>
                <a:gd name="T53" fmla="*/ 1 h 245"/>
                <a:gd name="T54" fmla="*/ 1 w 426"/>
                <a:gd name="T55" fmla="*/ 1 h 245"/>
                <a:gd name="T56" fmla="*/ 2 w 426"/>
                <a:gd name="T57" fmla="*/ 0 h 245"/>
                <a:gd name="T58" fmla="*/ 2 w 426"/>
                <a:gd name="T59" fmla="*/ 0 h 245"/>
                <a:gd name="T60" fmla="*/ 2 w 426"/>
                <a:gd name="T61" fmla="*/ 0 h 245"/>
                <a:gd name="T62" fmla="*/ 2 w 426"/>
                <a:gd name="T63" fmla="*/ 0 h 245"/>
                <a:gd name="T64" fmla="*/ 3 w 426"/>
                <a:gd name="T65" fmla="*/ 0 h 245"/>
                <a:gd name="T66" fmla="*/ 3 w 426"/>
                <a:gd name="T67" fmla="*/ 0 h 245"/>
                <a:gd name="T68" fmla="*/ 3 w 426"/>
                <a:gd name="T69" fmla="*/ 0 h 245"/>
                <a:gd name="T70" fmla="*/ 3 w 426"/>
                <a:gd name="T71" fmla="*/ 0 h 245"/>
                <a:gd name="T72" fmla="*/ 3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426" y="0"/>
                  </a:moveTo>
                  <a:lnTo>
                    <a:pt x="426" y="0"/>
                  </a:lnTo>
                  <a:lnTo>
                    <a:pt x="384" y="1"/>
                  </a:lnTo>
                  <a:lnTo>
                    <a:pt x="340" y="4"/>
                  </a:lnTo>
                  <a:lnTo>
                    <a:pt x="300" y="10"/>
                  </a:lnTo>
                  <a:lnTo>
                    <a:pt x="262" y="18"/>
                  </a:lnTo>
                  <a:lnTo>
                    <a:pt x="224" y="29"/>
                  </a:lnTo>
                  <a:lnTo>
                    <a:pt x="189" y="41"/>
                  </a:lnTo>
                  <a:lnTo>
                    <a:pt x="157" y="55"/>
                  </a:lnTo>
                  <a:lnTo>
                    <a:pt x="126" y="70"/>
                  </a:lnTo>
                  <a:lnTo>
                    <a:pt x="99" y="89"/>
                  </a:lnTo>
                  <a:lnTo>
                    <a:pt x="74" y="106"/>
                  </a:lnTo>
                  <a:lnTo>
                    <a:pt x="52" y="126"/>
                  </a:lnTo>
                  <a:lnTo>
                    <a:pt x="34" y="148"/>
                  </a:lnTo>
                  <a:lnTo>
                    <a:pt x="19" y="171"/>
                  </a:lnTo>
                  <a:lnTo>
                    <a:pt x="9" y="194"/>
                  </a:lnTo>
                  <a:lnTo>
                    <a:pt x="3" y="219"/>
                  </a:lnTo>
                  <a:lnTo>
                    <a:pt x="0" y="245"/>
                  </a:lnTo>
                  <a:lnTo>
                    <a:pt x="12" y="245"/>
                  </a:lnTo>
                  <a:lnTo>
                    <a:pt x="15" y="221"/>
                  </a:lnTo>
                  <a:lnTo>
                    <a:pt x="20" y="199"/>
                  </a:lnTo>
                  <a:lnTo>
                    <a:pt x="31" y="178"/>
                  </a:lnTo>
                  <a:lnTo>
                    <a:pt x="44" y="156"/>
                  </a:lnTo>
                  <a:lnTo>
                    <a:pt x="61" y="136"/>
                  </a:lnTo>
                  <a:lnTo>
                    <a:pt x="81" y="116"/>
                  </a:lnTo>
                  <a:lnTo>
                    <a:pt x="106" y="98"/>
                  </a:lnTo>
                  <a:lnTo>
                    <a:pt x="133" y="82"/>
                  </a:lnTo>
                  <a:lnTo>
                    <a:pt x="162" y="66"/>
                  </a:lnTo>
                  <a:lnTo>
                    <a:pt x="194" y="52"/>
                  </a:lnTo>
                  <a:lnTo>
                    <a:pt x="229" y="41"/>
                  </a:lnTo>
                  <a:lnTo>
                    <a:pt x="264" y="30"/>
                  </a:lnTo>
                  <a:lnTo>
                    <a:pt x="303" y="22"/>
                  </a:lnTo>
                  <a:lnTo>
                    <a:pt x="343" y="16"/>
                  </a:lnTo>
                  <a:lnTo>
                    <a:pt x="384" y="12"/>
                  </a:lnTo>
                  <a:lnTo>
                    <a:pt x="426" y="11"/>
                  </a:lnTo>
                  <a:lnTo>
                    <a:pt x="42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2657" name="Freeform 31"/>
            <p:cNvSpPr>
              <a:spLocks/>
            </p:cNvSpPr>
            <p:nvPr/>
          </p:nvSpPr>
          <p:spPr bwMode="auto">
            <a:xfrm>
              <a:off x="1587" y="1929"/>
              <a:ext cx="85" cy="49"/>
            </a:xfrm>
            <a:custGeom>
              <a:avLst/>
              <a:gdLst>
                <a:gd name="T0" fmla="*/ 0 w 426"/>
                <a:gd name="T1" fmla="*/ 0 h 245"/>
                <a:gd name="T2" fmla="*/ 0 w 426"/>
                <a:gd name="T3" fmla="*/ 0 h 245"/>
                <a:gd name="T4" fmla="*/ 0 w 426"/>
                <a:gd name="T5" fmla="*/ 0 h 245"/>
                <a:gd name="T6" fmla="*/ 0 w 426"/>
                <a:gd name="T7" fmla="*/ 0 h 245"/>
                <a:gd name="T8" fmla="*/ 0 w 426"/>
                <a:gd name="T9" fmla="*/ 1 h 245"/>
                <a:gd name="T10" fmla="*/ 0 w 426"/>
                <a:gd name="T11" fmla="*/ 1 h 245"/>
                <a:gd name="T12" fmla="*/ 0 w 426"/>
                <a:gd name="T13" fmla="*/ 1 h 245"/>
                <a:gd name="T14" fmla="*/ 1 w 426"/>
                <a:gd name="T15" fmla="*/ 1 h 245"/>
                <a:gd name="T16" fmla="*/ 1 w 426"/>
                <a:gd name="T17" fmla="*/ 1 h 245"/>
                <a:gd name="T18" fmla="*/ 1 w 426"/>
                <a:gd name="T19" fmla="*/ 1 h 245"/>
                <a:gd name="T20" fmla="*/ 1 w 426"/>
                <a:gd name="T21" fmla="*/ 2 h 245"/>
                <a:gd name="T22" fmla="*/ 2 w 426"/>
                <a:gd name="T23" fmla="*/ 2 h 245"/>
                <a:gd name="T24" fmla="*/ 2 w 426"/>
                <a:gd name="T25" fmla="*/ 2 h 245"/>
                <a:gd name="T26" fmla="*/ 2 w 426"/>
                <a:gd name="T27" fmla="*/ 2 h 245"/>
                <a:gd name="T28" fmla="*/ 2 w 426"/>
                <a:gd name="T29" fmla="*/ 2 h 245"/>
                <a:gd name="T30" fmla="*/ 3 w 426"/>
                <a:gd name="T31" fmla="*/ 2 h 245"/>
                <a:gd name="T32" fmla="*/ 3 w 426"/>
                <a:gd name="T33" fmla="*/ 2 h 245"/>
                <a:gd name="T34" fmla="*/ 3 w 426"/>
                <a:gd name="T35" fmla="*/ 2 h 245"/>
                <a:gd name="T36" fmla="*/ 3 w 426"/>
                <a:gd name="T37" fmla="*/ 2 h 245"/>
                <a:gd name="T38" fmla="*/ 3 w 426"/>
                <a:gd name="T39" fmla="*/ 2 h 245"/>
                <a:gd name="T40" fmla="*/ 3 w 426"/>
                <a:gd name="T41" fmla="*/ 2 h 245"/>
                <a:gd name="T42" fmla="*/ 2 w 426"/>
                <a:gd name="T43" fmla="*/ 2 h 245"/>
                <a:gd name="T44" fmla="*/ 2 w 426"/>
                <a:gd name="T45" fmla="*/ 2 h 245"/>
                <a:gd name="T46" fmla="*/ 2 w 426"/>
                <a:gd name="T47" fmla="*/ 2 h 245"/>
                <a:gd name="T48" fmla="*/ 2 w 426"/>
                <a:gd name="T49" fmla="*/ 2 h 245"/>
                <a:gd name="T50" fmla="*/ 1 w 426"/>
                <a:gd name="T51" fmla="*/ 1 h 245"/>
                <a:gd name="T52" fmla="*/ 1 w 426"/>
                <a:gd name="T53" fmla="*/ 1 h 245"/>
                <a:gd name="T54" fmla="*/ 1 w 426"/>
                <a:gd name="T55" fmla="*/ 1 h 245"/>
                <a:gd name="T56" fmla="*/ 1 w 426"/>
                <a:gd name="T57" fmla="*/ 1 h 245"/>
                <a:gd name="T58" fmla="*/ 0 w 426"/>
                <a:gd name="T59" fmla="*/ 1 h 245"/>
                <a:gd name="T60" fmla="*/ 0 w 426"/>
                <a:gd name="T61" fmla="*/ 1 h 245"/>
                <a:gd name="T62" fmla="*/ 0 w 426"/>
                <a:gd name="T63" fmla="*/ 1 h 245"/>
                <a:gd name="T64" fmla="*/ 0 w 426"/>
                <a:gd name="T65" fmla="*/ 0 h 245"/>
                <a:gd name="T66" fmla="*/ 0 w 426"/>
                <a:gd name="T67" fmla="*/ 0 h 245"/>
                <a:gd name="T68" fmla="*/ 0 w 426"/>
                <a:gd name="T69" fmla="*/ 0 h 245"/>
                <a:gd name="T70" fmla="*/ 0 w 426"/>
                <a:gd name="T71" fmla="*/ 0 h 245"/>
                <a:gd name="T72" fmla="*/ 0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0" y="0"/>
                  </a:moveTo>
                  <a:lnTo>
                    <a:pt x="0" y="0"/>
                  </a:lnTo>
                  <a:lnTo>
                    <a:pt x="3" y="25"/>
                  </a:lnTo>
                  <a:lnTo>
                    <a:pt x="9" y="50"/>
                  </a:lnTo>
                  <a:lnTo>
                    <a:pt x="19" y="73"/>
                  </a:lnTo>
                  <a:lnTo>
                    <a:pt x="34" y="96"/>
                  </a:lnTo>
                  <a:lnTo>
                    <a:pt x="52" y="118"/>
                  </a:lnTo>
                  <a:lnTo>
                    <a:pt x="74" y="138"/>
                  </a:lnTo>
                  <a:lnTo>
                    <a:pt x="99" y="156"/>
                  </a:lnTo>
                  <a:lnTo>
                    <a:pt x="126" y="174"/>
                  </a:lnTo>
                  <a:lnTo>
                    <a:pt x="157" y="190"/>
                  </a:lnTo>
                  <a:lnTo>
                    <a:pt x="189" y="204"/>
                  </a:lnTo>
                  <a:lnTo>
                    <a:pt x="224" y="215"/>
                  </a:lnTo>
                  <a:lnTo>
                    <a:pt x="262" y="226"/>
                  </a:lnTo>
                  <a:lnTo>
                    <a:pt x="300" y="234"/>
                  </a:lnTo>
                  <a:lnTo>
                    <a:pt x="340" y="240"/>
                  </a:lnTo>
                  <a:lnTo>
                    <a:pt x="384" y="244"/>
                  </a:lnTo>
                  <a:lnTo>
                    <a:pt x="426" y="245"/>
                  </a:lnTo>
                  <a:lnTo>
                    <a:pt x="426" y="233"/>
                  </a:lnTo>
                  <a:lnTo>
                    <a:pt x="384" y="232"/>
                  </a:lnTo>
                  <a:lnTo>
                    <a:pt x="343" y="228"/>
                  </a:lnTo>
                  <a:lnTo>
                    <a:pt x="303" y="222"/>
                  </a:lnTo>
                  <a:lnTo>
                    <a:pt x="264" y="214"/>
                  </a:lnTo>
                  <a:lnTo>
                    <a:pt x="229" y="204"/>
                  </a:lnTo>
                  <a:lnTo>
                    <a:pt x="194" y="192"/>
                  </a:lnTo>
                  <a:lnTo>
                    <a:pt x="162" y="178"/>
                  </a:lnTo>
                  <a:lnTo>
                    <a:pt x="133" y="163"/>
                  </a:lnTo>
                  <a:lnTo>
                    <a:pt x="106" y="146"/>
                  </a:lnTo>
                  <a:lnTo>
                    <a:pt x="81" y="129"/>
                  </a:lnTo>
                  <a:lnTo>
                    <a:pt x="61" y="109"/>
                  </a:lnTo>
                  <a:lnTo>
                    <a:pt x="44" y="89"/>
                  </a:lnTo>
                  <a:lnTo>
                    <a:pt x="31" y="66"/>
                  </a:lnTo>
                  <a:lnTo>
                    <a:pt x="20" y="45"/>
                  </a:lnTo>
                  <a:lnTo>
                    <a:pt x="15" y="2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2658" name="Freeform 32"/>
            <p:cNvSpPr>
              <a:spLocks/>
            </p:cNvSpPr>
            <p:nvPr/>
          </p:nvSpPr>
          <p:spPr bwMode="auto">
            <a:xfrm>
              <a:off x="878" y="1448"/>
              <a:ext cx="792" cy="954"/>
            </a:xfrm>
            <a:custGeom>
              <a:avLst/>
              <a:gdLst>
                <a:gd name="T0" fmla="*/ 13 w 3960"/>
                <a:gd name="T1" fmla="*/ 38 h 4768"/>
                <a:gd name="T2" fmla="*/ 14 w 3960"/>
                <a:gd name="T3" fmla="*/ 38 h 4768"/>
                <a:gd name="T4" fmla="*/ 15 w 3960"/>
                <a:gd name="T5" fmla="*/ 38 h 4768"/>
                <a:gd name="T6" fmla="*/ 15 w 3960"/>
                <a:gd name="T7" fmla="*/ 38 h 4768"/>
                <a:gd name="T8" fmla="*/ 16 w 3960"/>
                <a:gd name="T9" fmla="*/ 38 h 4768"/>
                <a:gd name="T10" fmla="*/ 17 w 3960"/>
                <a:gd name="T11" fmla="*/ 38 h 4768"/>
                <a:gd name="T12" fmla="*/ 17 w 3960"/>
                <a:gd name="T13" fmla="*/ 38 h 4768"/>
                <a:gd name="T14" fmla="*/ 18 w 3960"/>
                <a:gd name="T15" fmla="*/ 38 h 4768"/>
                <a:gd name="T16" fmla="*/ 18 w 3960"/>
                <a:gd name="T17" fmla="*/ 38 h 4768"/>
                <a:gd name="T18" fmla="*/ 29 w 3960"/>
                <a:gd name="T19" fmla="*/ 30 h 4768"/>
                <a:gd name="T20" fmla="*/ 30 w 3960"/>
                <a:gd name="T21" fmla="*/ 30 h 4768"/>
                <a:gd name="T22" fmla="*/ 30 w 3960"/>
                <a:gd name="T23" fmla="*/ 29 h 4768"/>
                <a:gd name="T24" fmla="*/ 31 w 3960"/>
                <a:gd name="T25" fmla="*/ 28 h 4768"/>
                <a:gd name="T26" fmla="*/ 31 w 3960"/>
                <a:gd name="T27" fmla="*/ 28 h 4768"/>
                <a:gd name="T28" fmla="*/ 31 w 3960"/>
                <a:gd name="T29" fmla="*/ 27 h 4768"/>
                <a:gd name="T30" fmla="*/ 32 w 3960"/>
                <a:gd name="T31" fmla="*/ 26 h 4768"/>
                <a:gd name="T32" fmla="*/ 32 w 3960"/>
                <a:gd name="T33" fmla="*/ 25 h 4768"/>
                <a:gd name="T34" fmla="*/ 32 w 3960"/>
                <a:gd name="T35" fmla="*/ 11 h 4768"/>
                <a:gd name="T36" fmla="*/ 32 w 3960"/>
                <a:gd name="T37" fmla="*/ 10 h 4768"/>
                <a:gd name="T38" fmla="*/ 31 w 3960"/>
                <a:gd name="T39" fmla="*/ 9 h 4768"/>
                <a:gd name="T40" fmla="*/ 31 w 3960"/>
                <a:gd name="T41" fmla="*/ 9 h 4768"/>
                <a:gd name="T42" fmla="*/ 31 w 3960"/>
                <a:gd name="T43" fmla="*/ 8 h 4768"/>
                <a:gd name="T44" fmla="*/ 31 w 3960"/>
                <a:gd name="T45" fmla="*/ 8 h 4768"/>
                <a:gd name="T46" fmla="*/ 30 w 3960"/>
                <a:gd name="T47" fmla="*/ 7 h 4768"/>
                <a:gd name="T48" fmla="*/ 30 w 3960"/>
                <a:gd name="T49" fmla="*/ 7 h 4768"/>
                <a:gd name="T50" fmla="*/ 29 w 3960"/>
                <a:gd name="T51" fmla="*/ 6 h 4768"/>
                <a:gd name="T52" fmla="*/ 19 w 3960"/>
                <a:gd name="T53" fmla="*/ 1 h 4768"/>
                <a:gd name="T54" fmla="*/ 18 w 3960"/>
                <a:gd name="T55" fmla="*/ 0 h 4768"/>
                <a:gd name="T56" fmla="*/ 17 w 3960"/>
                <a:gd name="T57" fmla="*/ 0 h 4768"/>
                <a:gd name="T58" fmla="*/ 17 w 3960"/>
                <a:gd name="T59" fmla="*/ 0 h 4768"/>
                <a:gd name="T60" fmla="*/ 16 w 3960"/>
                <a:gd name="T61" fmla="*/ 0 h 4768"/>
                <a:gd name="T62" fmla="*/ 15 w 3960"/>
                <a:gd name="T63" fmla="*/ 0 h 4768"/>
                <a:gd name="T64" fmla="*/ 14 w 3960"/>
                <a:gd name="T65" fmla="*/ 0 h 4768"/>
                <a:gd name="T66" fmla="*/ 14 w 3960"/>
                <a:gd name="T67" fmla="*/ 0 h 4768"/>
                <a:gd name="T68" fmla="*/ 2 w 3960"/>
                <a:gd name="T69" fmla="*/ 6 h 4768"/>
                <a:gd name="T70" fmla="*/ 2 w 3960"/>
                <a:gd name="T71" fmla="*/ 7 h 4768"/>
                <a:gd name="T72" fmla="*/ 1 w 3960"/>
                <a:gd name="T73" fmla="*/ 7 h 4768"/>
                <a:gd name="T74" fmla="*/ 1 w 3960"/>
                <a:gd name="T75" fmla="*/ 8 h 4768"/>
                <a:gd name="T76" fmla="*/ 1 w 3960"/>
                <a:gd name="T77" fmla="*/ 8 h 4768"/>
                <a:gd name="T78" fmla="*/ 0 w 3960"/>
                <a:gd name="T79" fmla="*/ 9 h 4768"/>
                <a:gd name="T80" fmla="*/ 0 w 3960"/>
                <a:gd name="T81" fmla="*/ 9 h 4768"/>
                <a:gd name="T82" fmla="*/ 0 w 3960"/>
                <a:gd name="T83" fmla="*/ 10 h 4768"/>
                <a:gd name="T84" fmla="*/ 0 w 3960"/>
                <a:gd name="T85" fmla="*/ 11 h 4768"/>
                <a:gd name="T86" fmla="*/ 0 w 3960"/>
                <a:gd name="T87" fmla="*/ 25 h 4768"/>
                <a:gd name="T88" fmla="*/ 0 w 3960"/>
                <a:gd name="T89" fmla="*/ 26 h 4768"/>
                <a:gd name="T90" fmla="*/ 0 w 3960"/>
                <a:gd name="T91" fmla="*/ 27 h 4768"/>
                <a:gd name="T92" fmla="*/ 1 w 3960"/>
                <a:gd name="T93" fmla="*/ 28 h 4768"/>
                <a:gd name="T94" fmla="*/ 1 w 3960"/>
                <a:gd name="T95" fmla="*/ 29 h 4768"/>
                <a:gd name="T96" fmla="*/ 1 w 3960"/>
                <a:gd name="T97" fmla="*/ 29 h 4768"/>
                <a:gd name="T98" fmla="*/ 2 w 3960"/>
                <a:gd name="T99" fmla="*/ 30 h 4768"/>
                <a:gd name="T100" fmla="*/ 3 w 3960"/>
                <a:gd name="T101" fmla="*/ 31 h 4768"/>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w 3960"/>
                <a:gd name="T154" fmla="*/ 0 h 4768"/>
                <a:gd name="T155" fmla="*/ 3960 w 3960"/>
                <a:gd name="T156" fmla="*/ 4768 h 4768"/>
              </a:gdLst>
              <a:ahLst/>
              <a:cxnLst>
                <a:cxn ang="T102">
                  <a:pos x="T0" y="T1"/>
                </a:cxn>
                <a:cxn ang="T103">
                  <a:pos x="T2" y="T3"/>
                </a:cxn>
                <a:cxn ang="T104">
                  <a:pos x="T4" y="T5"/>
                </a:cxn>
                <a:cxn ang="T105">
                  <a:pos x="T6" y="T7"/>
                </a:cxn>
                <a:cxn ang="T106">
                  <a:pos x="T8" y="T9"/>
                </a:cxn>
                <a:cxn ang="T107">
                  <a:pos x="T10" y="T11"/>
                </a:cxn>
                <a:cxn ang="T108">
                  <a:pos x="T12" y="T13"/>
                </a:cxn>
                <a:cxn ang="T109">
                  <a:pos x="T14" y="T15"/>
                </a:cxn>
                <a:cxn ang="T110">
                  <a:pos x="T16" y="T17"/>
                </a:cxn>
                <a:cxn ang="T111">
                  <a:pos x="T18" y="T19"/>
                </a:cxn>
                <a:cxn ang="T112">
                  <a:pos x="T20" y="T21"/>
                </a:cxn>
                <a:cxn ang="T113">
                  <a:pos x="T22" y="T23"/>
                </a:cxn>
                <a:cxn ang="T114">
                  <a:pos x="T24" y="T25"/>
                </a:cxn>
                <a:cxn ang="T115">
                  <a:pos x="T26" y="T27"/>
                </a:cxn>
                <a:cxn ang="T116">
                  <a:pos x="T28" y="T29"/>
                </a:cxn>
                <a:cxn ang="T117">
                  <a:pos x="T30" y="T31"/>
                </a:cxn>
                <a:cxn ang="T118">
                  <a:pos x="T32" y="T33"/>
                </a:cxn>
                <a:cxn ang="T119">
                  <a:pos x="T34" y="T35"/>
                </a:cxn>
                <a:cxn ang="T120">
                  <a:pos x="T36" y="T37"/>
                </a:cxn>
                <a:cxn ang="T121">
                  <a:pos x="T38" y="T39"/>
                </a:cxn>
                <a:cxn ang="T122">
                  <a:pos x="T40" y="T41"/>
                </a:cxn>
                <a:cxn ang="T123">
                  <a:pos x="T42" y="T43"/>
                </a:cxn>
                <a:cxn ang="T124">
                  <a:pos x="T44" y="T45"/>
                </a:cxn>
                <a:cxn ang="T125">
                  <a:pos x="T46" y="T47"/>
                </a:cxn>
                <a:cxn ang="T126">
                  <a:pos x="T48" y="T49"/>
                </a:cxn>
                <a:cxn ang="T127">
                  <a:pos x="T50" y="T51"/>
                </a:cxn>
                <a:cxn ang="T128">
                  <a:pos x="T52" y="T53"/>
                </a:cxn>
                <a:cxn ang="T129">
                  <a:pos x="T54" y="T55"/>
                </a:cxn>
                <a:cxn ang="T130">
                  <a:pos x="T56" y="T57"/>
                </a:cxn>
                <a:cxn ang="T131">
                  <a:pos x="T58" y="T59"/>
                </a:cxn>
                <a:cxn ang="T132">
                  <a:pos x="T60" y="T61"/>
                </a:cxn>
                <a:cxn ang="T133">
                  <a:pos x="T62" y="T63"/>
                </a:cxn>
                <a:cxn ang="T134">
                  <a:pos x="T64" y="T65"/>
                </a:cxn>
                <a:cxn ang="T135">
                  <a:pos x="T66" y="T67"/>
                </a:cxn>
                <a:cxn ang="T136">
                  <a:pos x="T68" y="T69"/>
                </a:cxn>
                <a:cxn ang="T137">
                  <a:pos x="T70" y="T71"/>
                </a:cxn>
                <a:cxn ang="T138">
                  <a:pos x="T72" y="T73"/>
                </a:cxn>
                <a:cxn ang="T139">
                  <a:pos x="T74" y="T75"/>
                </a:cxn>
                <a:cxn ang="T140">
                  <a:pos x="T76" y="T77"/>
                </a:cxn>
                <a:cxn ang="T141">
                  <a:pos x="T78" y="T79"/>
                </a:cxn>
                <a:cxn ang="T142">
                  <a:pos x="T80" y="T81"/>
                </a:cxn>
                <a:cxn ang="T143">
                  <a:pos x="T82" y="T83"/>
                </a:cxn>
                <a:cxn ang="T144">
                  <a:pos x="T84" y="T85"/>
                </a:cxn>
                <a:cxn ang="T145">
                  <a:pos x="T86" y="T87"/>
                </a:cxn>
                <a:cxn ang="T146">
                  <a:pos x="T88" y="T89"/>
                </a:cxn>
                <a:cxn ang="T147">
                  <a:pos x="T90" y="T91"/>
                </a:cxn>
                <a:cxn ang="T148">
                  <a:pos x="T92" y="T93"/>
                </a:cxn>
                <a:cxn ang="T149">
                  <a:pos x="T94" y="T95"/>
                </a:cxn>
                <a:cxn ang="T150">
                  <a:pos x="T96" y="T97"/>
                </a:cxn>
                <a:cxn ang="T151">
                  <a:pos x="T98" y="T99"/>
                </a:cxn>
                <a:cxn ang="T152">
                  <a:pos x="T100" y="T101"/>
                </a:cxn>
              </a:cxnLst>
              <a:rect l="T153" t="T154" r="T155" b="T156"/>
              <a:pathLst>
                <a:path w="3960" h="4768">
                  <a:moveTo>
                    <a:pt x="353" y="3849"/>
                  </a:moveTo>
                  <a:lnTo>
                    <a:pt x="1661" y="4700"/>
                  </a:lnTo>
                  <a:lnTo>
                    <a:pt x="1697" y="4717"/>
                  </a:lnTo>
                  <a:lnTo>
                    <a:pt x="1736" y="4731"/>
                  </a:lnTo>
                  <a:lnTo>
                    <a:pt x="1776" y="4742"/>
                  </a:lnTo>
                  <a:lnTo>
                    <a:pt x="1818" y="4753"/>
                  </a:lnTo>
                  <a:lnTo>
                    <a:pt x="1860" y="4760"/>
                  </a:lnTo>
                  <a:lnTo>
                    <a:pt x="1902" y="4765"/>
                  </a:lnTo>
                  <a:lnTo>
                    <a:pt x="1946" y="4768"/>
                  </a:lnTo>
                  <a:lnTo>
                    <a:pt x="1988" y="4768"/>
                  </a:lnTo>
                  <a:lnTo>
                    <a:pt x="2031" y="4767"/>
                  </a:lnTo>
                  <a:lnTo>
                    <a:pt x="2073" y="4763"/>
                  </a:lnTo>
                  <a:lnTo>
                    <a:pt x="2114" y="4758"/>
                  </a:lnTo>
                  <a:lnTo>
                    <a:pt x="2154" y="4751"/>
                  </a:lnTo>
                  <a:lnTo>
                    <a:pt x="2193" y="4740"/>
                  </a:lnTo>
                  <a:lnTo>
                    <a:pt x="2230" y="4729"/>
                  </a:lnTo>
                  <a:lnTo>
                    <a:pt x="2264" y="4715"/>
                  </a:lnTo>
                  <a:lnTo>
                    <a:pt x="2297" y="4700"/>
                  </a:lnTo>
                  <a:lnTo>
                    <a:pt x="3639" y="3825"/>
                  </a:lnTo>
                  <a:lnTo>
                    <a:pt x="3673" y="3795"/>
                  </a:lnTo>
                  <a:lnTo>
                    <a:pt x="3707" y="3761"/>
                  </a:lnTo>
                  <a:lnTo>
                    <a:pt x="3738" y="3725"/>
                  </a:lnTo>
                  <a:lnTo>
                    <a:pt x="3768" y="3685"/>
                  </a:lnTo>
                  <a:lnTo>
                    <a:pt x="3796" y="3644"/>
                  </a:lnTo>
                  <a:lnTo>
                    <a:pt x="3821" y="3599"/>
                  </a:lnTo>
                  <a:lnTo>
                    <a:pt x="3846" y="3553"/>
                  </a:lnTo>
                  <a:lnTo>
                    <a:pt x="3868" y="3505"/>
                  </a:lnTo>
                  <a:lnTo>
                    <a:pt x="3888" y="3456"/>
                  </a:lnTo>
                  <a:lnTo>
                    <a:pt x="3907" y="3406"/>
                  </a:lnTo>
                  <a:lnTo>
                    <a:pt x="3922" y="3354"/>
                  </a:lnTo>
                  <a:lnTo>
                    <a:pt x="3935" y="3303"/>
                  </a:lnTo>
                  <a:lnTo>
                    <a:pt x="3946" y="3250"/>
                  </a:lnTo>
                  <a:lnTo>
                    <a:pt x="3953" y="3197"/>
                  </a:lnTo>
                  <a:lnTo>
                    <a:pt x="3957" y="3144"/>
                  </a:lnTo>
                  <a:lnTo>
                    <a:pt x="3960" y="3092"/>
                  </a:lnTo>
                  <a:lnTo>
                    <a:pt x="3959" y="1313"/>
                  </a:lnTo>
                  <a:lnTo>
                    <a:pt x="3955" y="1271"/>
                  </a:lnTo>
                  <a:lnTo>
                    <a:pt x="3949" y="1229"/>
                  </a:lnTo>
                  <a:lnTo>
                    <a:pt x="3941" y="1189"/>
                  </a:lnTo>
                  <a:lnTo>
                    <a:pt x="3930" y="1149"/>
                  </a:lnTo>
                  <a:lnTo>
                    <a:pt x="3918" y="1111"/>
                  </a:lnTo>
                  <a:lnTo>
                    <a:pt x="3902" y="1075"/>
                  </a:lnTo>
                  <a:lnTo>
                    <a:pt x="3886" y="1040"/>
                  </a:lnTo>
                  <a:lnTo>
                    <a:pt x="3867" y="1006"/>
                  </a:lnTo>
                  <a:lnTo>
                    <a:pt x="3846" y="973"/>
                  </a:lnTo>
                  <a:lnTo>
                    <a:pt x="3823" y="942"/>
                  </a:lnTo>
                  <a:lnTo>
                    <a:pt x="3798" y="913"/>
                  </a:lnTo>
                  <a:lnTo>
                    <a:pt x="3771" y="886"/>
                  </a:lnTo>
                  <a:lnTo>
                    <a:pt x="3743" y="860"/>
                  </a:lnTo>
                  <a:lnTo>
                    <a:pt x="3714" y="837"/>
                  </a:lnTo>
                  <a:lnTo>
                    <a:pt x="3682" y="816"/>
                  </a:lnTo>
                  <a:lnTo>
                    <a:pt x="3649" y="796"/>
                  </a:lnTo>
                  <a:lnTo>
                    <a:pt x="2386" y="83"/>
                  </a:lnTo>
                  <a:lnTo>
                    <a:pt x="2350" y="65"/>
                  </a:lnTo>
                  <a:lnTo>
                    <a:pt x="2310" y="50"/>
                  </a:lnTo>
                  <a:lnTo>
                    <a:pt x="2268" y="36"/>
                  </a:lnTo>
                  <a:lnTo>
                    <a:pt x="2223" y="24"/>
                  </a:lnTo>
                  <a:lnTo>
                    <a:pt x="2178" y="15"/>
                  </a:lnTo>
                  <a:lnTo>
                    <a:pt x="2131" y="8"/>
                  </a:lnTo>
                  <a:lnTo>
                    <a:pt x="2082" y="3"/>
                  </a:lnTo>
                  <a:lnTo>
                    <a:pt x="2032" y="0"/>
                  </a:lnTo>
                  <a:lnTo>
                    <a:pt x="1982" y="1"/>
                  </a:lnTo>
                  <a:lnTo>
                    <a:pt x="1933" y="3"/>
                  </a:lnTo>
                  <a:lnTo>
                    <a:pt x="1882" y="9"/>
                  </a:lnTo>
                  <a:lnTo>
                    <a:pt x="1833" y="17"/>
                  </a:lnTo>
                  <a:lnTo>
                    <a:pt x="1785" y="29"/>
                  </a:lnTo>
                  <a:lnTo>
                    <a:pt x="1737" y="43"/>
                  </a:lnTo>
                  <a:lnTo>
                    <a:pt x="1691" y="62"/>
                  </a:lnTo>
                  <a:lnTo>
                    <a:pt x="1647" y="83"/>
                  </a:lnTo>
                  <a:lnTo>
                    <a:pt x="311" y="782"/>
                  </a:lnTo>
                  <a:lnTo>
                    <a:pt x="276" y="803"/>
                  </a:lnTo>
                  <a:lnTo>
                    <a:pt x="243" y="826"/>
                  </a:lnTo>
                  <a:lnTo>
                    <a:pt x="213" y="852"/>
                  </a:lnTo>
                  <a:lnTo>
                    <a:pt x="184" y="879"/>
                  </a:lnTo>
                  <a:lnTo>
                    <a:pt x="155" y="908"/>
                  </a:lnTo>
                  <a:lnTo>
                    <a:pt x="131" y="939"/>
                  </a:lnTo>
                  <a:lnTo>
                    <a:pt x="107" y="971"/>
                  </a:lnTo>
                  <a:lnTo>
                    <a:pt x="86" y="1005"/>
                  </a:lnTo>
                  <a:lnTo>
                    <a:pt x="68" y="1040"/>
                  </a:lnTo>
                  <a:lnTo>
                    <a:pt x="50" y="1076"/>
                  </a:lnTo>
                  <a:lnTo>
                    <a:pt x="36" y="1115"/>
                  </a:lnTo>
                  <a:lnTo>
                    <a:pt x="23" y="1153"/>
                  </a:lnTo>
                  <a:lnTo>
                    <a:pt x="14" y="1195"/>
                  </a:lnTo>
                  <a:lnTo>
                    <a:pt x="7" y="1236"/>
                  </a:lnTo>
                  <a:lnTo>
                    <a:pt x="2" y="1279"/>
                  </a:lnTo>
                  <a:lnTo>
                    <a:pt x="0" y="1322"/>
                  </a:lnTo>
                  <a:lnTo>
                    <a:pt x="0" y="3093"/>
                  </a:lnTo>
                  <a:lnTo>
                    <a:pt x="2" y="3147"/>
                  </a:lnTo>
                  <a:lnTo>
                    <a:pt x="7" y="3202"/>
                  </a:lnTo>
                  <a:lnTo>
                    <a:pt x="15" y="3257"/>
                  </a:lnTo>
                  <a:lnTo>
                    <a:pt x="27" y="3312"/>
                  </a:lnTo>
                  <a:lnTo>
                    <a:pt x="42" y="3366"/>
                  </a:lnTo>
                  <a:lnTo>
                    <a:pt x="59" y="3420"/>
                  </a:lnTo>
                  <a:lnTo>
                    <a:pt x="79" y="3474"/>
                  </a:lnTo>
                  <a:lnTo>
                    <a:pt x="102" y="3525"/>
                  </a:lnTo>
                  <a:lnTo>
                    <a:pt x="127" y="3576"/>
                  </a:lnTo>
                  <a:lnTo>
                    <a:pt x="154" y="3624"/>
                  </a:lnTo>
                  <a:lnTo>
                    <a:pt x="184" y="3670"/>
                  </a:lnTo>
                  <a:lnTo>
                    <a:pt x="214" y="3712"/>
                  </a:lnTo>
                  <a:lnTo>
                    <a:pt x="247" y="3752"/>
                  </a:lnTo>
                  <a:lnTo>
                    <a:pt x="281" y="3788"/>
                  </a:lnTo>
                  <a:lnTo>
                    <a:pt x="317" y="3821"/>
                  </a:lnTo>
                  <a:lnTo>
                    <a:pt x="353" y="384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2659" name="Freeform 33"/>
            <p:cNvSpPr>
              <a:spLocks/>
            </p:cNvSpPr>
            <p:nvPr/>
          </p:nvSpPr>
          <p:spPr bwMode="auto">
            <a:xfrm>
              <a:off x="943" y="2210"/>
              <a:ext cx="276" cy="187"/>
            </a:xfrm>
            <a:custGeom>
              <a:avLst/>
              <a:gdLst>
                <a:gd name="T0" fmla="*/ 11 w 1380"/>
                <a:gd name="T1" fmla="*/ 7 h 937"/>
                <a:gd name="T2" fmla="*/ 11 w 1380"/>
                <a:gd name="T3" fmla="*/ 7 h 937"/>
                <a:gd name="T4" fmla="*/ 0 w 1380"/>
                <a:gd name="T5" fmla="*/ 0 h 937"/>
                <a:gd name="T6" fmla="*/ 0 w 1380"/>
                <a:gd name="T7" fmla="*/ 1 h 937"/>
                <a:gd name="T8" fmla="*/ 10 w 1380"/>
                <a:gd name="T9" fmla="*/ 7 h 937"/>
                <a:gd name="T10" fmla="*/ 10 w 1380"/>
                <a:gd name="T11" fmla="*/ 7 h 937"/>
                <a:gd name="T12" fmla="*/ 10 w 1380"/>
                <a:gd name="T13" fmla="*/ 7 h 937"/>
                <a:gd name="T14" fmla="*/ 11 w 1380"/>
                <a:gd name="T15" fmla="*/ 7 h 937"/>
                <a:gd name="T16" fmla="*/ 11 w 1380"/>
                <a:gd name="T17" fmla="*/ 7 h 937"/>
                <a:gd name="T18" fmla="*/ 11 w 1380"/>
                <a:gd name="T19" fmla="*/ 7 h 937"/>
                <a:gd name="T20" fmla="*/ 11 w 1380"/>
                <a:gd name="T21" fmla="*/ 7 h 937"/>
                <a:gd name="T22" fmla="*/ 11 w 1380"/>
                <a:gd name="T23" fmla="*/ 7 h 937"/>
                <a:gd name="T24" fmla="*/ 11 w 1380"/>
                <a:gd name="T25" fmla="*/ 7 h 937"/>
                <a:gd name="T26" fmla="*/ 11 w 1380"/>
                <a:gd name="T27" fmla="*/ 7 h 937"/>
                <a:gd name="T28" fmla="*/ 11 w 1380"/>
                <a:gd name="T29" fmla="*/ 7 h 937"/>
                <a:gd name="T30" fmla="*/ 11 w 1380"/>
                <a:gd name="T31" fmla="*/ 7 h 93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80"/>
                <a:gd name="T49" fmla="*/ 0 h 937"/>
                <a:gd name="T50" fmla="*/ 1380 w 1380"/>
                <a:gd name="T51" fmla="*/ 937 h 93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80" h="937">
                  <a:moveTo>
                    <a:pt x="1354" y="848"/>
                  </a:moveTo>
                  <a:lnTo>
                    <a:pt x="1359" y="851"/>
                  </a:lnTo>
                  <a:lnTo>
                    <a:pt x="51" y="0"/>
                  </a:lnTo>
                  <a:lnTo>
                    <a:pt x="0" y="78"/>
                  </a:lnTo>
                  <a:lnTo>
                    <a:pt x="1307" y="929"/>
                  </a:lnTo>
                  <a:lnTo>
                    <a:pt x="1312" y="932"/>
                  </a:lnTo>
                  <a:lnTo>
                    <a:pt x="1307" y="929"/>
                  </a:lnTo>
                  <a:lnTo>
                    <a:pt x="1326" y="937"/>
                  </a:lnTo>
                  <a:lnTo>
                    <a:pt x="1345" y="936"/>
                  </a:lnTo>
                  <a:lnTo>
                    <a:pt x="1360" y="929"/>
                  </a:lnTo>
                  <a:lnTo>
                    <a:pt x="1372" y="916"/>
                  </a:lnTo>
                  <a:lnTo>
                    <a:pt x="1379" y="899"/>
                  </a:lnTo>
                  <a:lnTo>
                    <a:pt x="1380" y="883"/>
                  </a:lnTo>
                  <a:lnTo>
                    <a:pt x="1374" y="865"/>
                  </a:lnTo>
                  <a:lnTo>
                    <a:pt x="1359" y="851"/>
                  </a:lnTo>
                  <a:lnTo>
                    <a:pt x="1354" y="84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2660" name="Freeform 34"/>
            <p:cNvSpPr>
              <a:spLocks/>
            </p:cNvSpPr>
            <p:nvPr/>
          </p:nvSpPr>
          <p:spPr bwMode="auto">
            <a:xfrm>
              <a:off x="1206" y="2379"/>
              <a:ext cx="140" cy="32"/>
            </a:xfrm>
            <a:custGeom>
              <a:avLst/>
              <a:gdLst>
                <a:gd name="T0" fmla="*/ 5 w 703"/>
                <a:gd name="T1" fmla="*/ 0 h 162"/>
                <a:gd name="T2" fmla="*/ 5 w 703"/>
                <a:gd name="T3" fmla="*/ 0 h 162"/>
                <a:gd name="T4" fmla="*/ 5 w 703"/>
                <a:gd name="T5" fmla="*/ 0 h 162"/>
                <a:gd name="T6" fmla="*/ 5 w 703"/>
                <a:gd name="T7" fmla="*/ 0 h 162"/>
                <a:gd name="T8" fmla="*/ 4 w 703"/>
                <a:gd name="T9" fmla="*/ 0 h 162"/>
                <a:gd name="T10" fmla="*/ 4 w 703"/>
                <a:gd name="T11" fmla="*/ 0 h 162"/>
                <a:gd name="T12" fmla="*/ 4 w 703"/>
                <a:gd name="T13" fmla="*/ 0 h 162"/>
                <a:gd name="T14" fmla="*/ 3 w 703"/>
                <a:gd name="T15" fmla="*/ 1 h 162"/>
                <a:gd name="T16" fmla="*/ 3 w 703"/>
                <a:gd name="T17" fmla="*/ 1 h 162"/>
                <a:gd name="T18" fmla="*/ 3 w 703"/>
                <a:gd name="T19" fmla="*/ 1 h 162"/>
                <a:gd name="T20" fmla="*/ 2 w 703"/>
                <a:gd name="T21" fmla="*/ 1 h 162"/>
                <a:gd name="T22" fmla="*/ 2 w 703"/>
                <a:gd name="T23" fmla="*/ 1 h 162"/>
                <a:gd name="T24" fmla="*/ 2 w 703"/>
                <a:gd name="T25" fmla="*/ 0 h 162"/>
                <a:gd name="T26" fmla="*/ 1 w 703"/>
                <a:gd name="T27" fmla="*/ 0 h 162"/>
                <a:gd name="T28" fmla="*/ 1 w 703"/>
                <a:gd name="T29" fmla="*/ 0 h 162"/>
                <a:gd name="T30" fmla="*/ 1 w 703"/>
                <a:gd name="T31" fmla="*/ 0 h 162"/>
                <a:gd name="T32" fmla="*/ 1 w 703"/>
                <a:gd name="T33" fmla="*/ 0 h 162"/>
                <a:gd name="T34" fmla="*/ 0 w 703"/>
                <a:gd name="T35" fmla="*/ 0 h 162"/>
                <a:gd name="T36" fmla="*/ 0 w 703"/>
                <a:gd name="T37" fmla="*/ 1 h 162"/>
                <a:gd name="T38" fmla="*/ 0 w 703"/>
                <a:gd name="T39" fmla="*/ 1 h 162"/>
                <a:gd name="T40" fmla="*/ 1 w 703"/>
                <a:gd name="T41" fmla="*/ 1 h 162"/>
                <a:gd name="T42" fmla="*/ 1 w 703"/>
                <a:gd name="T43" fmla="*/ 1 h 162"/>
                <a:gd name="T44" fmla="*/ 1 w 703"/>
                <a:gd name="T45" fmla="*/ 1 h 162"/>
                <a:gd name="T46" fmla="*/ 2 w 703"/>
                <a:gd name="T47" fmla="*/ 1 h 162"/>
                <a:gd name="T48" fmla="*/ 2 w 703"/>
                <a:gd name="T49" fmla="*/ 1 h 162"/>
                <a:gd name="T50" fmla="*/ 2 w 703"/>
                <a:gd name="T51" fmla="*/ 1 h 162"/>
                <a:gd name="T52" fmla="*/ 3 w 703"/>
                <a:gd name="T53" fmla="*/ 1 h 162"/>
                <a:gd name="T54" fmla="*/ 3 w 703"/>
                <a:gd name="T55" fmla="*/ 1 h 162"/>
                <a:gd name="T56" fmla="*/ 3 w 703"/>
                <a:gd name="T57" fmla="*/ 1 h 162"/>
                <a:gd name="T58" fmla="*/ 4 w 703"/>
                <a:gd name="T59" fmla="*/ 1 h 162"/>
                <a:gd name="T60" fmla="*/ 4 w 703"/>
                <a:gd name="T61" fmla="*/ 1 h 162"/>
                <a:gd name="T62" fmla="*/ 5 w 703"/>
                <a:gd name="T63" fmla="*/ 1 h 162"/>
                <a:gd name="T64" fmla="*/ 5 w 703"/>
                <a:gd name="T65" fmla="*/ 1 h 162"/>
                <a:gd name="T66" fmla="*/ 5 w 703"/>
                <a:gd name="T67" fmla="*/ 1 h 162"/>
                <a:gd name="T68" fmla="*/ 5 w 703"/>
                <a:gd name="T69" fmla="*/ 1 h 162"/>
                <a:gd name="T70" fmla="*/ 5 w 703"/>
                <a:gd name="T71" fmla="*/ 1 h 162"/>
                <a:gd name="T72" fmla="*/ 5 w 703"/>
                <a:gd name="T73" fmla="*/ 1 h 162"/>
                <a:gd name="T74" fmla="*/ 5 w 703"/>
                <a:gd name="T75" fmla="*/ 1 h 162"/>
                <a:gd name="T76" fmla="*/ 6 w 703"/>
                <a:gd name="T77" fmla="*/ 0 h 162"/>
                <a:gd name="T78" fmla="*/ 6 w 703"/>
                <a:gd name="T79" fmla="*/ 0 h 162"/>
                <a:gd name="T80" fmla="*/ 6 w 703"/>
                <a:gd name="T81" fmla="*/ 0 h 162"/>
                <a:gd name="T82" fmla="*/ 5 w 703"/>
                <a:gd name="T83" fmla="*/ 0 h 162"/>
                <a:gd name="T84" fmla="*/ 5 w 703"/>
                <a:gd name="T85" fmla="*/ 0 h 162"/>
                <a:gd name="T86" fmla="*/ 5 w 703"/>
                <a:gd name="T87" fmla="*/ 0 h 162"/>
                <a:gd name="T88" fmla="*/ 5 w 703"/>
                <a:gd name="T89" fmla="*/ 0 h 162"/>
                <a:gd name="T90" fmla="*/ 5 w 703"/>
                <a:gd name="T91" fmla="*/ 0 h 162"/>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703"/>
                <a:gd name="T139" fmla="*/ 0 h 162"/>
                <a:gd name="T140" fmla="*/ 703 w 703"/>
                <a:gd name="T141" fmla="*/ 162 h 162"/>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703" h="162">
                  <a:moveTo>
                    <a:pt x="631" y="8"/>
                  </a:moveTo>
                  <a:lnTo>
                    <a:pt x="636" y="6"/>
                  </a:lnTo>
                  <a:lnTo>
                    <a:pt x="606" y="20"/>
                  </a:lnTo>
                  <a:lnTo>
                    <a:pt x="575" y="32"/>
                  </a:lnTo>
                  <a:lnTo>
                    <a:pt x="540" y="42"/>
                  </a:lnTo>
                  <a:lnTo>
                    <a:pt x="504" y="52"/>
                  </a:lnTo>
                  <a:lnTo>
                    <a:pt x="467" y="59"/>
                  </a:lnTo>
                  <a:lnTo>
                    <a:pt x="428" y="64"/>
                  </a:lnTo>
                  <a:lnTo>
                    <a:pt x="389" y="67"/>
                  </a:lnTo>
                  <a:lnTo>
                    <a:pt x="348" y="68"/>
                  </a:lnTo>
                  <a:lnTo>
                    <a:pt x="308" y="68"/>
                  </a:lnTo>
                  <a:lnTo>
                    <a:pt x="267" y="65"/>
                  </a:lnTo>
                  <a:lnTo>
                    <a:pt x="226" y="61"/>
                  </a:lnTo>
                  <a:lnTo>
                    <a:pt x="187" y="54"/>
                  </a:lnTo>
                  <a:lnTo>
                    <a:pt x="148" y="44"/>
                  </a:lnTo>
                  <a:lnTo>
                    <a:pt x="110" y="33"/>
                  </a:lnTo>
                  <a:lnTo>
                    <a:pt x="75" y="20"/>
                  </a:lnTo>
                  <a:lnTo>
                    <a:pt x="42" y="5"/>
                  </a:lnTo>
                  <a:lnTo>
                    <a:pt x="0" y="89"/>
                  </a:lnTo>
                  <a:lnTo>
                    <a:pt x="40" y="107"/>
                  </a:lnTo>
                  <a:lnTo>
                    <a:pt x="82" y="122"/>
                  </a:lnTo>
                  <a:lnTo>
                    <a:pt x="124" y="135"/>
                  </a:lnTo>
                  <a:lnTo>
                    <a:pt x="169" y="146"/>
                  </a:lnTo>
                  <a:lnTo>
                    <a:pt x="214" y="153"/>
                  </a:lnTo>
                  <a:lnTo>
                    <a:pt x="258" y="158"/>
                  </a:lnTo>
                  <a:lnTo>
                    <a:pt x="303" y="162"/>
                  </a:lnTo>
                  <a:lnTo>
                    <a:pt x="348" y="162"/>
                  </a:lnTo>
                  <a:lnTo>
                    <a:pt x="394" y="161"/>
                  </a:lnTo>
                  <a:lnTo>
                    <a:pt x="439" y="157"/>
                  </a:lnTo>
                  <a:lnTo>
                    <a:pt x="481" y="150"/>
                  </a:lnTo>
                  <a:lnTo>
                    <a:pt x="525" y="143"/>
                  </a:lnTo>
                  <a:lnTo>
                    <a:pt x="566" y="132"/>
                  </a:lnTo>
                  <a:lnTo>
                    <a:pt x="606" y="121"/>
                  </a:lnTo>
                  <a:lnTo>
                    <a:pt x="643" y="105"/>
                  </a:lnTo>
                  <a:lnTo>
                    <a:pt x="678" y="88"/>
                  </a:lnTo>
                  <a:lnTo>
                    <a:pt x="683" y="86"/>
                  </a:lnTo>
                  <a:lnTo>
                    <a:pt x="678" y="88"/>
                  </a:lnTo>
                  <a:lnTo>
                    <a:pt x="695" y="75"/>
                  </a:lnTo>
                  <a:lnTo>
                    <a:pt x="702" y="60"/>
                  </a:lnTo>
                  <a:lnTo>
                    <a:pt x="703" y="42"/>
                  </a:lnTo>
                  <a:lnTo>
                    <a:pt x="698" y="26"/>
                  </a:lnTo>
                  <a:lnTo>
                    <a:pt x="688" y="12"/>
                  </a:lnTo>
                  <a:lnTo>
                    <a:pt x="674" y="3"/>
                  </a:lnTo>
                  <a:lnTo>
                    <a:pt x="656" y="0"/>
                  </a:lnTo>
                  <a:lnTo>
                    <a:pt x="636" y="6"/>
                  </a:lnTo>
                  <a:lnTo>
                    <a:pt x="631"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2661" name="Freeform 35"/>
            <p:cNvSpPr>
              <a:spLocks/>
            </p:cNvSpPr>
            <p:nvPr/>
          </p:nvSpPr>
          <p:spPr bwMode="auto">
            <a:xfrm>
              <a:off x="1332" y="2204"/>
              <a:ext cx="283" cy="192"/>
            </a:xfrm>
            <a:custGeom>
              <a:avLst/>
              <a:gdLst>
                <a:gd name="T0" fmla="*/ 11 w 1415"/>
                <a:gd name="T1" fmla="*/ 0 h 960"/>
                <a:gd name="T2" fmla="*/ 11 w 1415"/>
                <a:gd name="T3" fmla="*/ 0 h 960"/>
                <a:gd name="T4" fmla="*/ 0 w 1415"/>
                <a:gd name="T5" fmla="*/ 7 h 960"/>
                <a:gd name="T6" fmla="*/ 0 w 1415"/>
                <a:gd name="T7" fmla="*/ 8 h 960"/>
                <a:gd name="T8" fmla="*/ 11 w 1415"/>
                <a:gd name="T9" fmla="*/ 1 h 960"/>
                <a:gd name="T10" fmla="*/ 11 w 1415"/>
                <a:gd name="T11" fmla="*/ 1 h 960"/>
                <a:gd name="T12" fmla="*/ 11 w 1415"/>
                <a:gd name="T13" fmla="*/ 1 h 960"/>
                <a:gd name="T14" fmla="*/ 11 w 1415"/>
                <a:gd name="T15" fmla="*/ 1 h 960"/>
                <a:gd name="T16" fmla="*/ 11 w 1415"/>
                <a:gd name="T17" fmla="*/ 0 h 960"/>
                <a:gd name="T18" fmla="*/ 11 w 1415"/>
                <a:gd name="T19" fmla="*/ 0 h 960"/>
                <a:gd name="T20" fmla="*/ 11 w 1415"/>
                <a:gd name="T21" fmla="*/ 0 h 960"/>
                <a:gd name="T22" fmla="*/ 11 w 1415"/>
                <a:gd name="T23" fmla="*/ 0 h 960"/>
                <a:gd name="T24" fmla="*/ 11 w 1415"/>
                <a:gd name="T25" fmla="*/ 0 h 960"/>
                <a:gd name="T26" fmla="*/ 11 w 1415"/>
                <a:gd name="T27" fmla="*/ 0 h 960"/>
                <a:gd name="T28" fmla="*/ 11 w 1415"/>
                <a:gd name="T29" fmla="*/ 0 h 960"/>
                <a:gd name="T30" fmla="*/ 11 w 1415"/>
                <a:gd name="T31" fmla="*/ 0 h 96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15"/>
                <a:gd name="T49" fmla="*/ 0 h 960"/>
                <a:gd name="T50" fmla="*/ 1415 w 1415"/>
                <a:gd name="T51" fmla="*/ 960 h 96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15" h="960">
                  <a:moveTo>
                    <a:pt x="1338" y="10"/>
                  </a:moveTo>
                  <a:lnTo>
                    <a:pt x="1342" y="8"/>
                  </a:lnTo>
                  <a:lnTo>
                    <a:pt x="0" y="882"/>
                  </a:lnTo>
                  <a:lnTo>
                    <a:pt x="52" y="960"/>
                  </a:lnTo>
                  <a:lnTo>
                    <a:pt x="1393" y="85"/>
                  </a:lnTo>
                  <a:lnTo>
                    <a:pt x="1397" y="83"/>
                  </a:lnTo>
                  <a:lnTo>
                    <a:pt x="1393" y="85"/>
                  </a:lnTo>
                  <a:lnTo>
                    <a:pt x="1409" y="71"/>
                  </a:lnTo>
                  <a:lnTo>
                    <a:pt x="1415" y="53"/>
                  </a:lnTo>
                  <a:lnTo>
                    <a:pt x="1413" y="37"/>
                  </a:lnTo>
                  <a:lnTo>
                    <a:pt x="1406" y="21"/>
                  </a:lnTo>
                  <a:lnTo>
                    <a:pt x="1395" y="8"/>
                  </a:lnTo>
                  <a:lnTo>
                    <a:pt x="1379" y="1"/>
                  </a:lnTo>
                  <a:lnTo>
                    <a:pt x="1361" y="0"/>
                  </a:lnTo>
                  <a:lnTo>
                    <a:pt x="1342" y="8"/>
                  </a:lnTo>
                  <a:lnTo>
                    <a:pt x="1338" y="1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2662" name="Freeform 36"/>
            <p:cNvSpPr>
              <a:spLocks/>
            </p:cNvSpPr>
            <p:nvPr/>
          </p:nvSpPr>
          <p:spPr bwMode="auto">
            <a:xfrm>
              <a:off x="1599" y="2057"/>
              <a:ext cx="80" cy="163"/>
            </a:xfrm>
            <a:custGeom>
              <a:avLst/>
              <a:gdLst>
                <a:gd name="T0" fmla="*/ 2 w 398"/>
                <a:gd name="T1" fmla="*/ 0 h 817"/>
                <a:gd name="T2" fmla="*/ 2 w 398"/>
                <a:gd name="T3" fmla="*/ 0 h 817"/>
                <a:gd name="T4" fmla="*/ 2 w 398"/>
                <a:gd name="T5" fmla="*/ 1 h 817"/>
                <a:gd name="T6" fmla="*/ 2 w 398"/>
                <a:gd name="T7" fmla="*/ 1 h 817"/>
                <a:gd name="T8" fmla="*/ 2 w 398"/>
                <a:gd name="T9" fmla="*/ 2 h 817"/>
                <a:gd name="T10" fmla="*/ 2 w 398"/>
                <a:gd name="T11" fmla="*/ 2 h 817"/>
                <a:gd name="T12" fmla="*/ 2 w 398"/>
                <a:gd name="T13" fmla="*/ 2 h 817"/>
                <a:gd name="T14" fmla="*/ 2 w 398"/>
                <a:gd name="T15" fmla="*/ 3 h 817"/>
                <a:gd name="T16" fmla="*/ 2 w 398"/>
                <a:gd name="T17" fmla="*/ 3 h 817"/>
                <a:gd name="T18" fmla="*/ 2 w 398"/>
                <a:gd name="T19" fmla="*/ 4 h 817"/>
                <a:gd name="T20" fmla="*/ 2 w 398"/>
                <a:gd name="T21" fmla="*/ 4 h 817"/>
                <a:gd name="T22" fmla="*/ 1 w 398"/>
                <a:gd name="T23" fmla="*/ 4 h 817"/>
                <a:gd name="T24" fmla="*/ 1 w 398"/>
                <a:gd name="T25" fmla="*/ 5 h 817"/>
                <a:gd name="T26" fmla="*/ 1 w 398"/>
                <a:gd name="T27" fmla="*/ 5 h 817"/>
                <a:gd name="T28" fmla="*/ 1 w 398"/>
                <a:gd name="T29" fmla="*/ 5 h 817"/>
                <a:gd name="T30" fmla="*/ 1 w 398"/>
                <a:gd name="T31" fmla="*/ 5 h 817"/>
                <a:gd name="T32" fmla="*/ 0 w 398"/>
                <a:gd name="T33" fmla="*/ 6 h 817"/>
                <a:gd name="T34" fmla="*/ 0 w 398"/>
                <a:gd name="T35" fmla="*/ 6 h 817"/>
                <a:gd name="T36" fmla="*/ 0 w 398"/>
                <a:gd name="T37" fmla="*/ 7 h 817"/>
                <a:gd name="T38" fmla="*/ 1 w 398"/>
                <a:gd name="T39" fmla="*/ 6 h 817"/>
                <a:gd name="T40" fmla="*/ 1 w 398"/>
                <a:gd name="T41" fmla="*/ 6 h 817"/>
                <a:gd name="T42" fmla="*/ 1 w 398"/>
                <a:gd name="T43" fmla="*/ 6 h 817"/>
                <a:gd name="T44" fmla="*/ 2 w 398"/>
                <a:gd name="T45" fmla="*/ 5 h 817"/>
                <a:gd name="T46" fmla="*/ 2 w 398"/>
                <a:gd name="T47" fmla="*/ 5 h 817"/>
                <a:gd name="T48" fmla="*/ 2 w 398"/>
                <a:gd name="T49" fmla="*/ 5 h 817"/>
                <a:gd name="T50" fmla="*/ 2 w 398"/>
                <a:gd name="T51" fmla="*/ 4 h 817"/>
                <a:gd name="T52" fmla="*/ 2 w 398"/>
                <a:gd name="T53" fmla="*/ 4 h 817"/>
                <a:gd name="T54" fmla="*/ 3 w 398"/>
                <a:gd name="T55" fmla="*/ 3 h 817"/>
                <a:gd name="T56" fmla="*/ 3 w 398"/>
                <a:gd name="T57" fmla="*/ 3 h 817"/>
                <a:gd name="T58" fmla="*/ 3 w 398"/>
                <a:gd name="T59" fmla="*/ 3 h 817"/>
                <a:gd name="T60" fmla="*/ 3 w 398"/>
                <a:gd name="T61" fmla="*/ 2 h 817"/>
                <a:gd name="T62" fmla="*/ 3 w 398"/>
                <a:gd name="T63" fmla="*/ 2 h 817"/>
                <a:gd name="T64" fmla="*/ 3 w 398"/>
                <a:gd name="T65" fmla="*/ 1 h 817"/>
                <a:gd name="T66" fmla="*/ 3 w 398"/>
                <a:gd name="T67" fmla="*/ 1 h 817"/>
                <a:gd name="T68" fmla="*/ 3 w 398"/>
                <a:gd name="T69" fmla="*/ 0 h 817"/>
                <a:gd name="T70" fmla="*/ 3 w 398"/>
                <a:gd name="T71" fmla="*/ 0 h 817"/>
                <a:gd name="T72" fmla="*/ 3 w 398"/>
                <a:gd name="T73" fmla="*/ 0 h 817"/>
                <a:gd name="T74" fmla="*/ 3 w 398"/>
                <a:gd name="T75" fmla="*/ 0 h 817"/>
                <a:gd name="T76" fmla="*/ 3 w 398"/>
                <a:gd name="T77" fmla="*/ 0 h 817"/>
                <a:gd name="T78" fmla="*/ 3 w 398"/>
                <a:gd name="T79" fmla="*/ 0 h 817"/>
                <a:gd name="T80" fmla="*/ 3 w 398"/>
                <a:gd name="T81" fmla="*/ 0 h 817"/>
                <a:gd name="T82" fmla="*/ 3 w 398"/>
                <a:gd name="T83" fmla="*/ 0 h 817"/>
                <a:gd name="T84" fmla="*/ 3 w 398"/>
                <a:gd name="T85" fmla="*/ 0 h 817"/>
                <a:gd name="T86" fmla="*/ 2 w 398"/>
                <a:gd name="T87" fmla="*/ 0 h 817"/>
                <a:gd name="T88" fmla="*/ 2 w 398"/>
                <a:gd name="T89" fmla="*/ 0 h 817"/>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398"/>
                <a:gd name="T136" fmla="*/ 0 h 817"/>
                <a:gd name="T137" fmla="*/ 398 w 398"/>
                <a:gd name="T138" fmla="*/ 817 h 817"/>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398" h="817">
                  <a:moveTo>
                    <a:pt x="304" y="47"/>
                  </a:moveTo>
                  <a:lnTo>
                    <a:pt x="304" y="47"/>
                  </a:lnTo>
                  <a:lnTo>
                    <a:pt x="301" y="97"/>
                  </a:lnTo>
                  <a:lnTo>
                    <a:pt x="297" y="147"/>
                  </a:lnTo>
                  <a:lnTo>
                    <a:pt x="291" y="198"/>
                  </a:lnTo>
                  <a:lnTo>
                    <a:pt x="280" y="247"/>
                  </a:lnTo>
                  <a:lnTo>
                    <a:pt x="268" y="297"/>
                  </a:lnTo>
                  <a:lnTo>
                    <a:pt x="253" y="347"/>
                  </a:lnTo>
                  <a:lnTo>
                    <a:pt x="236" y="395"/>
                  </a:lnTo>
                  <a:lnTo>
                    <a:pt x="217" y="442"/>
                  </a:lnTo>
                  <a:lnTo>
                    <a:pt x="195" y="487"/>
                  </a:lnTo>
                  <a:lnTo>
                    <a:pt x="171" y="532"/>
                  </a:lnTo>
                  <a:lnTo>
                    <a:pt x="147" y="574"/>
                  </a:lnTo>
                  <a:lnTo>
                    <a:pt x="121" y="613"/>
                  </a:lnTo>
                  <a:lnTo>
                    <a:pt x="93" y="650"/>
                  </a:lnTo>
                  <a:lnTo>
                    <a:pt x="64" y="684"/>
                  </a:lnTo>
                  <a:lnTo>
                    <a:pt x="32" y="716"/>
                  </a:lnTo>
                  <a:lnTo>
                    <a:pt x="0" y="744"/>
                  </a:lnTo>
                  <a:lnTo>
                    <a:pt x="59" y="817"/>
                  </a:lnTo>
                  <a:lnTo>
                    <a:pt x="95" y="784"/>
                  </a:lnTo>
                  <a:lnTo>
                    <a:pt x="132" y="748"/>
                  </a:lnTo>
                  <a:lnTo>
                    <a:pt x="166" y="709"/>
                  </a:lnTo>
                  <a:lnTo>
                    <a:pt x="196" y="667"/>
                  </a:lnTo>
                  <a:lnTo>
                    <a:pt x="227" y="623"/>
                  </a:lnTo>
                  <a:lnTo>
                    <a:pt x="253" y="576"/>
                  </a:lnTo>
                  <a:lnTo>
                    <a:pt x="279" y="530"/>
                  </a:lnTo>
                  <a:lnTo>
                    <a:pt x="301" y="479"/>
                  </a:lnTo>
                  <a:lnTo>
                    <a:pt x="323" y="428"/>
                  </a:lnTo>
                  <a:lnTo>
                    <a:pt x="342" y="375"/>
                  </a:lnTo>
                  <a:lnTo>
                    <a:pt x="359" y="321"/>
                  </a:lnTo>
                  <a:lnTo>
                    <a:pt x="372" y="268"/>
                  </a:lnTo>
                  <a:lnTo>
                    <a:pt x="382" y="212"/>
                  </a:lnTo>
                  <a:lnTo>
                    <a:pt x="391" y="157"/>
                  </a:lnTo>
                  <a:lnTo>
                    <a:pt x="395" y="102"/>
                  </a:lnTo>
                  <a:lnTo>
                    <a:pt x="398" y="47"/>
                  </a:lnTo>
                  <a:lnTo>
                    <a:pt x="394" y="27"/>
                  </a:lnTo>
                  <a:lnTo>
                    <a:pt x="383" y="11"/>
                  </a:lnTo>
                  <a:lnTo>
                    <a:pt x="368" y="3"/>
                  </a:lnTo>
                  <a:lnTo>
                    <a:pt x="351" y="0"/>
                  </a:lnTo>
                  <a:lnTo>
                    <a:pt x="333" y="3"/>
                  </a:lnTo>
                  <a:lnTo>
                    <a:pt x="319" y="11"/>
                  </a:lnTo>
                  <a:lnTo>
                    <a:pt x="307" y="27"/>
                  </a:lnTo>
                  <a:lnTo>
                    <a:pt x="304" y="4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2663" name="Freeform 37"/>
            <p:cNvSpPr>
              <a:spLocks/>
            </p:cNvSpPr>
            <p:nvPr/>
          </p:nvSpPr>
          <p:spPr bwMode="auto">
            <a:xfrm>
              <a:off x="1660" y="1701"/>
              <a:ext cx="19" cy="365"/>
            </a:xfrm>
            <a:custGeom>
              <a:avLst/>
              <a:gdLst>
                <a:gd name="T0" fmla="*/ 0 w 95"/>
                <a:gd name="T1" fmla="*/ 0 h 1826"/>
                <a:gd name="T2" fmla="*/ 0 w 95"/>
                <a:gd name="T3" fmla="*/ 0 h 1826"/>
                <a:gd name="T4" fmla="*/ 0 w 95"/>
                <a:gd name="T5" fmla="*/ 15 h 1826"/>
                <a:gd name="T6" fmla="*/ 1 w 95"/>
                <a:gd name="T7" fmla="*/ 15 h 1826"/>
                <a:gd name="T8" fmla="*/ 1 w 95"/>
                <a:gd name="T9" fmla="*/ 0 h 1826"/>
                <a:gd name="T10" fmla="*/ 1 w 95"/>
                <a:gd name="T11" fmla="*/ 0 h 1826"/>
                <a:gd name="T12" fmla="*/ 1 w 95"/>
                <a:gd name="T13" fmla="*/ 0 h 1826"/>
                <a:gd name="T14" fmla="*/ 1 w 95"/>
                <a:gd name="T15" fmla="*/ 0 h 1826"/>
                <a:gd name="T16" fmla="*/ 1 w 95"/>
                <a:gd name="T17" fmla="*/ 0 h 1826"/>
                <a:gd name="T18" fmla="*/ 1 w 95"/>
                <a:gd name="T19" fmla="*/ 0 h 1826"/>
                <a:gd name="T20" fmla="*/ 0 w 95"/>
                <a:gd name="T21" fmla="*/ 0 h 1826"/>
                <a:gd name="T22" fmla="*/ 0 w 95"/>
                <a:gd name="T23" fmla="*/ 0 h 1826"/>
                <a:gd name="T24" fmla="*/ 0 w 95"/>
                <a:gd name="T25" fmla="*/ 0 h 1826"/>
                <a:gd name="T26" fmla="*/ 0 w 95"/>
                <a:gd name="T27" fmla="*/ 0 h 1826"/>
                <a:gd name="T28" fmla="*/ 0 w 95"/>
                <a:gd name="T29" fmla="*/ 0 h 1826"/>
                <a:gd name="T30" fmla="*/ 0 w 95"/>
                <a:gd name="T31" fmla="*/ 0 h 182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95"/>
                <a:gd name="T49" fmla="*/ 0 h 1826"/>
                <a:gd name="T50" fmla="*/ 95 w 95"/>
                <a:gd name="T51" fmla="*/ 1826 h 182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95" h="1826">
                  <a:moveTo>
                    <a:pt x="0" y="49"/>
                  </a:moveTo>
                  <a:lnTo>
                    <a:pt x="0" y="47"/>
                  </a:lnTo>
                  <a:lnTo>
                    <a:pt x="1" y="1826"/>
                  </a:lnTo>
                  <a:lnTo>
                    <a:pt x="95" y="1826"/>
                  </a:lnTo>
                  <a:lnTo>
                    <a:pt x="93" y="47"/>
                  </a:lnTo>
                  <a:lnTo>
                    <a:pt x="93" y="45"/>
                  </a:lnTo>
                  <a:lnTo>
                    <a:pt x="93" y="47"/>
                  </a:lnTo>
                  <a:lnTo>
                    <a:pt x="90" y="27"/>
                  </a:lnTo>
                  <a:lnTo>
                    <a:pt x="79" y="12"/>
                  </a:lnTo>
                  <a:lnTo>
                    <a:pt x="64" y="4"/>
                  </a:lnTo>
                  <a:lnTo>
                    <a:pt x="47" y="0"/>
                  </a:lnTo>
                  <a:lnTo>
                    <a:pt x="29" y="4"/>
                  </a:lnTo>
                  <a:lnTo>
                    <a:pt x="15" y="12"/>
                  </a:lnTo>
                  <a:lnTo>
                    <a:pt x="3" y="27"/>
                  </a:lnTo>
                  <a:lnTo>
                    <a:pt x="0" y="47"/>
                  </a:lnTo>
                  <a:lnTo>
                    <a:pt x="0" y="4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2664" name="Freeform 38"/>
            <p:cNvSpPr>
              <a:spLocks/>
            </p:cNvSpPr>
            <p:nvPr/>
          </p:nvSpPr>
          <p:spPr bwMode="auto">
            <a:xfrm>
              <a:off x="1598" y="1598"/>
              <a:ext cx="81" cy="113"/>
            </a:xfrm>
            <a:custGeom>
              <a:avLst/>
              <a:gdLst>
                <a:gd name="T0" fmla="*/ 0 w 401"/>
                <a:gd name="T1" fmla="*/ 1 h 566"/>
                <a:gd name="T2" fmla="*/ 0 w 401"/>
                <a:gd name="T3" fmla="*/ 1 h 566"/>
                <a:gd name="T4" fmla="*/ 0 w 401"/>
                <a:gd name="T5" fmla="*/ 1 h 566"/>
                <a:gd name="T6" fmla="*/ 1 w 401"/>
                <a:gd name="T7" fmla="*/ 1 h 566"/>
                <a:gd name="T8" fmla="*/ 1 w 401"/>
                <a:gd name="T9" fmla="*/ 1 h 566"/>
                <a:gd name="T10" fmla="*/ 1 w 401"/>
                <a:gd name="T11" fmla="*/ 1 h 566"/>
                <a:gd name="T12" fmla="*/ 1 w 401"/>
                <a:gd name="T13" fmla="*/ 2 h 566"/>
                <a:gd name="T14" fmla="*/ 1 w 401"/>
                <a:gd name="T15" fmla="*/ 2 h 566"/>
                <a:gd name="T16" fmla="*/ 2 w 401"/>
                <a:gd name="T17" fmla="*/ 2 h 566"/>
                <a:gd name="T18" fmla="*/ 2 w 401"/>
                <a:gd name="T19" fmla="*/ 2 h 566"/>
                <a:gd name="T20" fmla="*/ 2 w 401"/>
                <a:gd name="T21" fmla="*/ 2 h 566"/>
                <a:gd name="T22" fmla="*/ 2 w 401"/>
                <a:gd name="T23" fmla="*/ 3 h 566"/>
                <a:gd name="T24" fmla="*/ 2 w 401"/>
                <a:gd name="T25" fmla="*/ 3 h 566"/>
                <a:gd name="T26" fmla="*/ 2 w 401"/>
                <a:gd name="T27" fmla="*/ 3 h 566"/>
                <a:gd name="T28" fmla="*/ 2 w 401"/>
                <a:gd name="T29" fmla="*/ 4 h 566"/>
                <a:gd name="T30" fmla="*/ 2 w 401"/>
                <a:gd name="T31" fmla="*/ 4 h 566"/>
                <a:gd name="T32" fmla="*/ 2 w 401"/>
                <a:gd name="T33" fmla="*/ 4 h 566"/>
                <a:gd name="T34" fmla="*/ 3 w 401"/>
                <a:gd name="T35" fmla="*/ 5 h 566"/>
                <a:gd name="T36" fmla="*/ 3 w 401"/>
                <a:gd name="T37" fmla="*/ 4 h 566"/>
                <a:gd name="T38" fmla="*/ 3 w 401"/>
                <a:gd name="T39" fmla="*/ 4 h 566"/>
                <a:gd name="T40" fmla="*/ 3 w 401"/>
                <a:gd name="T41" fmla="*/ 4 h 566"/>
                <a:gd name="T42" fmla="*/ 3 w 401"/>
                <a:gd name="T43" fmla="*/ 3 h 566"/>
                <a:gd name="T44" fmla="*/ 3 w 401"/>
                <a:gd name="T45" fmla="*/ 3 h 566"/>
                <a:gd name="T46" fmla="*/ 3 w 401"/>
                <a:gd name="T47" fmla="*/ 3 h 566"/>
                <a:gd name="T48" fmla="*/ 3 w 401"/>
                <a:gd name="T49" fmla="*/ 2 h 566"/>
                <a:gd name="T50" fmla="*/ 3 w 401"/>
                <a:gd name="T51" fmla="*/ 2 h 566"/>
                <a:gd name="T52" fmla="*/ 2 w 401"/>
                <a:gd name="T53" fmla="*/ 2 h 566"/>
                <a:gd name="T54" fmla="*/ 2 w 401"/>
                <a:gd name="T55" fmla="*/ 2 h 566"/>
                <a:gd name="T56" fmla="*/ 2 w 401"/>
                <a:gd name="T57" fmla="*/ 1 h 566"/>
                <a:gd name="T58" fmla="*/ 2 w 401"/>
                <a:gd name="T59" fmla="*/ 1 h 566"/>
                <a:gd name="T60" fmla="*/ 2 w 401"/>
                <a:gd name="T61" fmla="*/ 1 h 566"/>
                <a:gd name="T62" fmla="*/ 1 w 401"/>
                <a:gd name="T63" fmla="*/ 1 h 566"/>
                <a:gd name="T64" fmla="*/ 1 w 401"/>
                <a:gd name="T65" fmla="*/ 0 h 566"/>
                <a:gd name="T66" fmla="*/ 1 w 401"/>
                <a:gd name="T67" fmla="*/ 0 h 566"/>
                <a:gd name="T68" fmla="*/ 1 w 401"/>
                <a:gd name="T69" fmla="*/ 0 h 566"/>
                <a:gd name="T70" fmla="*/ 1 w 401"/>
                <a:gd name="T71" fmla="*/ 0 h 566"/>
                <a:gd name="T72" fmla="*/ 1 w 401"/>
                <a:gd name="T73" fmla="*/ 0 h 566"/>
                <a:gd name="T74" fmla="*/ 0 w 401"/>
                <a:gd name="T75" fmla="*/ 0 h 566"/>
                <a:gd name="T76" fmla="*/ 0 w 401"/>
                <a:gd name="T77" fmla="*/ 0 h 566"/>
                <a:gd name="T78" fmla="*/ 0 w 401"/>
                <a:gd name="T79" fmla="*/ 0 h 566"/>
                <a:gd name="T80" fmla="*/ 0 w 401"/>
                <a:gd name="T81" fmla="*/ 0 h 566"/>
                <a:gd name="T82" fmla="*/ 0 w 401"/>
                <a:gd name="T83" fmla="*/ 0 h 566"/>
                <a:gd name="T84" fmla="*/ 0 w 401"/>
                <a:gd name="T85" fmla="*/ 0 h 566"/>
                <a:gd name="T86" fmla="*/ 0 w 401"/>
                <a:gd name="T87" fmla="*/ 1 h 566"/>
                <a:gd name="T88" fmla="*/ 0 w 401"/>
                <a:gd name="T89" fmla="*/ 1 h 56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401"/>
                <a:gd name="T136" fmla="*/ 0 h 566"/>
                <a:gd name="T137" fmla="*/ 401 w 401"/>
                <a:gd name="T138" fmla="*/ 566 h 566"/>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401" h="566">
                  <a:moveTo>
                    <a:pt x="23" y="88"/>
                  </a:moveTo>
                  <a:lnTo>
                    <a:pt x="23" y="88"/>
                  </a:lnTo>
                  <a:lnTo>
                    <a:pt x="53" y="107"/>
                  </a:lnTo>
                  <a:lnTo>
                    <a:pt x="83" y="125"/>
                  </a:lnTo>
                  <a:lnTo>
                    <a:pt x="108" y="147"/>
                  </a:lnTo>
                  <a:lnTo>
                    <a:pt x="135" y="171"/>
                  </a:lnTo>
                  <a:lnTo>
                    <a:pt x="160" y="196"/>
                  </a:lnTo>
                  <a:lnTo>
                    <a:pt x="182" y="223"/>
                  </a:lnTo>
                  <a:lnTo>
                    <a:pt x="205" y="251"/>
                  </a:lnTo>
                  <a:lnTo>
                    <a:pt x="223" y="281"/>
                  </a:lnTo>
                  <a:lnTo>
                    <a:pt x="240" y="312"/>
                  </a:lnTo>
                  <a:lnTo>
                    <a:pt x="256" y="345"/>
                  </a:lnTo>
                  <a:lnTo>
                    <a:pt x="270" y="379"/>
                  </a:lnTo>
                  <a:lnTo>
                    <a:pt x="282" y="414"/>
                  </a:lnTo>
                  <a:lnTo>
                    <a:pt x="291" y="450"/>
                  </a:lnTo>
                  <a:lnTo>
                    <a:pt x="299" y="488"/>
                  </a:lnTo>
                  <a:lnTo>
                    <a:pt x="304" y="526"/>
                  </a:lnTo>
                  <a:lnTo>
                    <a:pt x="308" y="566"/>
                  </a:lnTo>
                  <a:lnTo>
                    <a:pt x="401" y="562"/>
                  </a:lnTo>
                  <a:lnTo>
                    <a:pt x="398" y="517"/>
                  </a:lnTo>
                  <a:lnTo>
                    <a:pt x="391" y="471"/>
                  </a:lnTo>
                  <a:lnTo>
                    <a:pt x="383" y="429"/>
                  </a:lnTo>
                  <a:lnTo>
                    <a:pt x="371" y="386"/>
                  </a:lnTo>
                  <a:lnTo>
                    <a:pt x="357" y="346"/>
                  </a:lnTo>
                  <a:lnTo>
                    <a:pt x="340" y="307"/>
                  </a:lnTo>
                  <a:lnTo>
                    <a:pt x="324" y="270"/>
                  </a:lnTo>
                  <a:lnTo>
                    <a:pt x="303" y="232"/>
                  </a:lnTo>
                  <a:lnTo>
                    <a:pt x="280" y="197"/>
                  </a:lnTo>
                  <a:lnTo>
                    <a:pt x="255" y="164"/>
                  </a:lnTo>
                  <a:lnTo>
                    <a:pt x="228" y="132"/>
                  </a:lnTo>
                  <a:lnTo>
                    <a:pt x="199" y="103"/>
                  </a:lnTo>
                  <a:lnTo>
                    <a:pt x="169" y="76"/>
                  </a:lnTo>
                  <a:lnTo>
                    <a:pt x="137" y="50"/>
                  </a:lnTo>
                  <a:lnTo>
                    <a:pt x="103" y="27"/>
                  </a:lnTo>
                  <a:lnTo>
                    <a:pt x="67" y="6"/>
                  </a:lnTo>
                  <a:lnTo>
                    <a:pt x="48" y="0"/>
                  </a:lnTo>
                  <a:lnTo>
                    <a:pt x="30" y="2"/>
                  </a:lnTo>
                  <a:lnTo>
                    <a:pt x="16" y="12"/>
                  </a:lnTo>
                  <a:lnTo>
                    <a:pt x="5" y="25"/>
                  </a:lnTo>
                  <a:lnTo>
                    <a:pt x="0" y="41"/>
                  </a:lnTo>
                  <a:lnTo>
                    <a:pt x="0" y="59"/>
                  </a:lnTo>
                  <a:lnTo>
                    <a:pt x="8" y="75"/>
                  </a:lnTo>
                  <a:lnTo>
                    <a:pt x="23"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2665" name="Freeform 39"/>
            <p:cNvSpPr>
              <a:spLocks/>
            </p:cNvSpPr>
            <p:nvPr/>
          </p:nvSpPr>
          <p:spPr bwMode="auto">
            <a:xfrm>
              <a:off x="1346" y="1455"/>
              <a:ext cx="266" cy="160"/>
            </a:xfrm>
            <a:custGeom>
              <a:avLst/>
              <a:gdLst>
                <a:gd name="T0" fmla="*/ 0 w 1330"/>
                <a:gd name="T1" fmla="*/ 1 h 801"/>
                <a:gd name="T2" fmla="*/ 0 w 1330"/>
                <a:gd name="T3" fmla="*/ 1 h 801"/>
                <a:gd name="T4" fmla="*/ 10 w 1330"/>
                <a:gd name="T5" fmla="*/ 6 h 801"/>
                <a:gd name="T6" fmla="*/ 11 w 1330"/>
                <a:gd name="T7" fmla="*/ 6 h 801"/>
                <a:gd name="T8" fmla="*/ 1 w 1330"/>
                <a:gd name="T9" fmla="*/ 0 h 801"/>
                <a:gd name="T10" fmla="*/ 1 w 1330"/>
                <a:gd name="T11" fmla="*/ 0 h 801"/>
                <a:gd name="T12" fmla="*/ 1 w 1330"/>
                <a:gd name="T13" fmla="*/ 0 h 801"/>
                <a:gd name="T14" fmla="*/ 0 w 1330"/>
                <a:gd name="T15" fmla="*/ 0 h 801"/>
                <a:gd name="T16" fmla="*/ 0 w 1330"/>
                <a:gd name="T17" fmla="*/ 0 h 801"/>
                <a:gd name="T18" fmla="*/ 0 w 1330"/>
                <a:gd name="T19" fmla="*/ 0 h 801"/>
                <a:gd name="T20" fmla="*/ 0 w 1330"/>
                <a:gd name="T21" fmla="*/ 0 h 801"/>
                <a:gd name="T22" fmla="*/ 0 w 1330"/>
                <a:gd name="T23" fmla="*/ 0 h 801"/>
                <a:gd name="T24" fmla="*/ 0 w 1330"/>
                <a:gd name="T25" fmla="*/ 0 h 801"/>
                <a:gd name="T26" fmla="*/ 0 w 1330"/>
                <a:gd name="T27" fmla="*/ 1 h 801"/>
                <a:gd name="T28" fmla="*/ 0 w 1330"/>
                <a:gd name="T29" fmla="*/ 1 h 801"/>
                <a:gd name="T30" fmla="*/ 0 w 1330"/>
                <a:gd name="T31" fmla="*/ 1 h 801"/>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30"/>
                <a:gd name="T49" fmla="*/ 0 h 801"/>
                <a:gd name="T50" fmla="*/ 1330 w 1330"/>
                <a:gd name="T51" fmla="*/ 801 h 801"/>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30" h="801">
                  <a:moveTo>
                    <a:pt x="24" y="88"/>
                  </a:moveTo>
                  <a:lnTo>
                    <a:pt x="23" y="88"/>
                  </a:lnTo>
                  <a:lnTo>
                    <a:pt x="1286" y="801"/>
                  </a:lnTo>
                  <a:lnTo>
                    <a:pt x="1330" y="719"/>
                  </a:lnTo>
                  <a:lnTo>
                    <a:pt x="67" y="6"/>
                  </a:lnTo>
                  <a:lnTo>
                    <a:pt x="66" y="6"/>
                  </a:lnTo>
                  <a:lnTo>
                    <a:pt x="67" y="6"/>
                  </a:lnTo>
                  <a:lnTo>
                    <a:pt x="48" y="0"/>
                  </a:lnTo>
                  <a:lnTo>
                    <a:pt x="30" y="2"/>
                  </a:lnTo>
                  <a:lnTo>
                    <a:pt x="16" y="12"/>
                  </a:lnTo>
                  <a:lnTo>
                    <a:pt x="5" y="25"/>
                  </a:lnTo>
                  <a:lnTo>
                    <a:pt x="0" y="41"/>
                  </a:lnTo>
                  <a:lnTo>
                    <a:pt x="0" y="59"/>
                  </a:lnTo>
                  <a:lnTo>
                    <a:pt x="8" y="75"/>
                  </a:lnTo>
                  <a:lnTo>
                    <a:pt x="23" y="88"/>
                  </a:lnTo>
                  <a:lnTo>
                    <a:pt x="24"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2666" name="Freeform 40"/>
            <p:cNvSpPr>
              <a:spLocks/>
            </p:cNvSpPr>
            <p:nvPr/>
          </p:nvSpPr>
          <p:spPr bwMode="auto">
            <a:xfrm>
              <a:off x="1198" y="1439"/>
              <a:ext cx="161" cy="35"/>
            </a:xfrm>
            <a:custGeom>
              <a:avLst/>
              <a:gdLst>
                <a:gd name="T0" fmla="*/ 1 w 806"/>
                <a:gd name="T1" fmla="*/ 1 h 177"/>
                <a:gd name="T2" fmla="*/ 1 w 806"/>
                <a:gd name="T3" fmla="*/ 1 h 177"/>
                <a:gd name="T4" fmla="*/ 1 w 806"/>
                <a:gd name="T5" fmla="*/ 1 h 177"/>
                <a:gd name="T6" fmla="*/ 1 w 806"/>
                <a:gd name="T7" fmla="*/ 1 h 177"/>
                <a:gd name="T8" fmla="*/ 2 w 806"/>
                <a:gd name="T9" fmla="*/ 1 h 177"/>
                <a:gd name="T10" fmla="*/ 2 w 806"/>
                <a:gd name="T11" fmla="*/ 1 h 177"/>
                <a:gd name="T12" fmla="*/ 2 w 806"/>
                <a:gd name="T13" fmla="*/ 1 h 177"/>
                <a:gd name="T14" fmla="*/ 3 w 806"/>
                <a:gd name="T15" fmla="*/ 1 h 177"/>
                <a:gd name="T16" fmla="*/ 3 w 806"/>
                <a:gd name="T17" fmla="*/ 1 h 177"/>
                <a:gd name="T18" fmla="*/ 3 w 806"/>
                <a:gd name="T19" fmla="*/ 1 h 177"/>
                <a:gd name="T20" fmla="*/ 4 w 806"/>
                <a:gd name="T21" fmla="*/ 1 h 177"/>
                <a:gd name="T22" fmla="*/ 4 w 806"/>
                <a:gd name="T23" fmla="*/ 1 h 177"/>
                <a:gd name="T24" fmla="*/ 5 w 806"/>
                <a:gd name="T25" fmla="*/ 1 h 177"/>
                <a:gd name="T26" fmla="*/ 5 w 806"/>
                <a:gd name="T27" fmla="*/ 1 h 177"/>
                <a:gd name="T28" fmla="*/ 5 w 806"/>
                <a:gd name="T29" fmla="*/ 1 h 177"/>
                <a:gd name="T30" fmla="*/ 6 w 806"/>
                <a:gd name="T31" fmla="*/ 1 h 177"/>
                <a:gd name="T32" fmla="*/ 6 w 806"/>
                <a:gd name="T33" fmla="*/ 1 h 177"/>
                <a:gd name="T34" fmla="*/ 6 w 806"/>
                <a:gd name="T35" fmla="*/ 1 h 177"/>
                <a:gd name="T36" fmla="*/ 6 w 806"/>
                <a:gd name="T37" fmla="*/ 1 h 177"/>
                <a:gd name="T38" fmla="*/ 6 w 806"/>
                <a:gd name="T39" fmla="*/ 1 h 177"/>
                <a:gd name="T40" fmla="*/ 6 w 806"/>
                <a:gd name="T41" fmla="*/ 0 h 177"/>
                <a:gd name="T42" fmla="*/ 5 w 806"/>
                <a:gd name="T43" fmla="*/ 0 h 177"/>
                <a:gd name="T44" fmla="*/ 5 w 806"/>
                <a:gd name="T45" fmla="*/ 0 h 177"/>
                <a:gd name="T46" fmla="*/ 5 w 806"/>
                <a:gd name="T47" fmla="*/ 0 h 177"/>
                <a:gd name="T48" fmla="*/ 4 w 806"/>
                <a:gd name="T49" fmla="*/ 0 h 177"/>
                <a:gd name="T50" fmla="*/ 4 w 806"/>
                <a:gd name="T51" fmla="*/ 0 h 177"/>
                <a:gd name="T52" fmla="*/ 3 w 806"/>
                <a:gd name="T53" fmla="*/ 0 h 177"/>
                <a:gd name="T54" fmla="*/ 3 w 806"/>
                <a:gd name="T55" fmla="*/ 0 h 177"/>
                <a:gd name="T56" fmla="*/ 3 w 806"/>
                <a:gd name="T57" fmla="*/ 0 h 177"/>
                <a:gd name="T58" fmla="*/ 2 w 806"/>
                <a:gd name="T59" fmla="*/ 0 h 177"/>
                <a:gd name="T60" fmla="*/ 2 w 806"/>
                <a:gd name="T61" fmla="*/ 0 h 177"/>
                <a:gd name="T62" fmla="*/ 1 w 806"/>
                <a:gd name="T63" fmla="*/ 0 h 177"/>
                <a:gd name="T64" fmla="*/ 1 w 806"/>
                <a:gd name="T65" fmla="*/ 0 h 177"/>
                <a:gd name="T66" fmla="*/ 1 w 806"/>
                <a:gd name="T67" fmla="*/ 1 h 177"/>
                <a:gd name="T68" fmla="*/ 0 w 806"/>
                <a:gd name="T69" fmla="*/ 1 h 177"/>
                <a:gd name="T70" fmla="*/ 0 w 806"/>
                <a:gd name="T71" fmla="*/ 1 h 177"/>
                <a:gd name="T72" fmla="*/ 0 w 806"/>
                <a:gd name="T73" fmla="*/ 1 h 177"/>
                <a:gd name="T74" fmla="*/ 0 w 806"/>
                <a:gd name="T75" fmla="*/ 1 h 177"/>
                <a:gd name="T76" fmla="*/ 0 w 806"/>
                <a:gd name="T77" fmla="*/ 1 h 177"/>
                <a:gd name="T78" fmla="*/ 0 w 806"/>
                <a:gd name="T79" fmla="*/ 1 h 177"/>
                <a:gd name="T80" fmla="*/ 0 w 806"/>
                <a:gd name="T81" fmla="*/ 1 h 177"/>
                <a:gd name="T82" fmla="*/ 0 w 806"/>
                <a:gd name="T83" fmla="*/ 1 h 177"/>
                <a:gd name="T84" fmla="*/ 0 w 806"/>
                <a:gd name="T85" fmla="*/ 1 h 177"/>
                <a:gd name="T86" fmla="*/ 0 w 806"/>
                <a:gd name="T87" fmla="*/ 1 h 177"/>
                <a:gd name="T88" fmla="*/ 1 w 806"/>
                <a:gd name="T89" fmla="*/ 1 h 177"/>
                <a:gd name="T90" fmla="*/ 1 w 806"/>
                <a:gd name="T91" fmla="*/ 1 h 17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806"/>
                <a:gd name="T139" fmla="*/ 0 h 177"/>
                <a:gd name="T140" fmla="*/ 806 w 806"/>
                <a:gd name="T141" fmla="*/ 177 h 17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806" h="177">
                  <a:moveTo>
                    <a:pt x="67" y="171"/>
                  </a:moveTo>
                  <a:lnTo>
                    <a:pt x="68" y="171"/>
                  </a:lnTo>
                  <a:lnTo>
                    <a:pt x="109" y="151"/>
                  </a:lnTo>
                  <a:lnTo>
                    <a:pt x="151" y="135"/>
                  </a:lnTo>
                  <a:lnTo>
                    <a:pt x="196" y="122"/>
                  </a:lnTo>
                  <a:lnTo>
                    <a:pt x="242" y="110"/>
                  </a:lnTo>
                  <a:lnTo>
                    <a:pt x="287" y="102"/>
                  </a:lnTo>
                  <a:lnTo>
                    <a:pt x="335" y="97"/>
                  </a:lnTo>
                  <a:lnTo>
                    <a:pt x="382" y="95"/>
                  </a:lnTo>
                  <a:lnTo>
                    <a:pt x="430" y="94"/>
                  </a:lnTo>
                  <a:lnTo>
                    <a:pt x="477" y="97"/>
                  </a:lnTo>
                  <a:lnTo>
                    <a:pt x="524" y="102"/>
                  </a:lnTo>
                  <a:lnTo>
                    <a:pt x="568" y="108"/>
                  </a:lnTo>
                  <a:lnTo>
                    <a:pt x="612" y="117"/>
                  </a:lnTo>
                  <a:lnTo>
                    <a:pt x="654" y="128"/>
                  </a:lnTo>
                  <a:lnTo>
                    <a:pt x="693" y="141"/>
                  </a:lnTo>
                  <a:lnTo>
                    <a:pt x="730" y="155"/>
                  </a:lnTo>
                  <a:lnTo>
                    <a:pt x="764" y="171"/>
                  </a:lnTo>
                  <a:lnTo>
                    <a:pt x="806" y="89"/>
                  </a:lnTo>
                  <a:lnTo>
                    <a:pt x="768" y="70"/>
                  </a:lnTo>
                  <a:lnTo>
                    <a:pt x="725" y="54"/>
                  </a:lnTo>
                  <a:lnTo>
                    <a:pt x="680" y="39"/>
                  </a:lnTo>
                  <a:lnTo>
                    <a:pt x="633" y="26"/>
                  </a:lnTo>
                  <a:lnTo>
                    <a:pt x="585" y="16"/>
                  </a:lnTo>
                  <a:lnTo>
                    <a:pt x="536" y="8"/>
                  </a:lnTo>
                  <a:lnTo>
                    <a:pt x="484" y="3"/>
                  </a:lnTo>
                  <a:lnTo>
                    <a:pt x="433" y="0"/>
                  </a:lnTo>
                  <a:lnTo>
                    <a:pt x="380" y="1"/>
                  </a:lnTo>
                  <a:lnTo>
                    <a:pt x="328" y="3"/>
                  </a:lnTo>
                  <a:lnTo>
                    <a:pt x="276" y="10"/>
                  </a:lnTo>
                  <a:lnTo>
                    <a:pt x="223" y="19"/>
                  </a:lnTo>
                  <a:lnTo>
                    <a:pt x="172" y="30"/>
                  </a:lnTo>
                  <a:lnTo>
                    <a:pt x="121" y="46"/>
                  </a:lnTo>
                  <a:lnTo>
                    <a:pt x="72" y="67"/>
                  </a:lnTo>
                  <a:lnTo>
                    <a:pt x="24" y="89"/>
                  </a:lnTo>
                  <a:lnTo>
                    <a:pt x="25" y="89"/>
                  </a:lnTo>
                  <a:lnTo>
                    <a:pt x="24" y="89"/>
                  </a:lnTo>
                  <a:lnTo>
                    <a:pt x="8" y="102"/>
                  </a:lnTo>
                  <a:lnTo>
                    <a:pt x="0" y="118"/>
                  </a:lnTo>
                  <a:lnTo>
                    <a:pt x="0" y="136"/>
                  </a:lnTo>
                  <a:lnTo>
                    <a:pt x="6" y="152"/>
                  </a:lnTo>
                  <a:lnTo>
                    <a:pt x="17" y="165"/>
                  </a:lnTo>
                  <a:lnTo>
                    <a:pt x="31" y="175"/>
                  </a:lnTo>
                  <a:lnTo>
                    <a:pt x="48" y="177"/>
                  </a:lnTo>
                  <a:lnTo>
                    <a:pt x="68" y="171"/>
                  </a:lnTo>
                  <a:lnTo>
                    <a:pt x="67" y="1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2667" name="Freeform 41"/>
            <p:cNvSpPr>
              <a:spLocks/>
            </p:cNvSpPr>
            <p:nvPr/>
          </p:nvSpPr>
          <p:spPr bwMode="auto">
            <a:xfrm>
              <a:off x="931" y="1456"/>
              <a:ext cx="280" cy="158"/>
            </a:xfrm>
            <a:custGeom>
              <a:avLst/>
              <a:gdLst>
                <a:gd name="T0" fmla="*/ 1 w 1402"/>
                <a:gd name="T1" fmla="*/ 6 h 787"/>
                <a:gd name="T2" fmla="*/ 1 w 1402"/>
                <a:gd name="T3" fmla="*/ 6 h 787"/>
                <a:gd name="T4" fmla="*/ 11 w 1402"/>
                <a:gd name="T5" fmla="*/ 1 h 787"/>
                <a:gd name="T6" fmla="*/ 11 w 1402"/>
                <a:gd name="T7" fmla="*/ 0 h 787"/>
                <a:gd name="T8" fmla="*/ 0 w 1402"/>
                <a:gd name="T9" fmla="*/ 6 h 787"/>
                <a:gd name="T10" fmla="*/ 0 w 1402"/>
                <a:gd name="T11" fmla="*/ 6 h 787"/>
                <a:gd name="T12" fmla="*/ 0 w 1402"/>
                <a:gd name="T13" fmla="*/ 6 h 787"/>
                <a:gd name="T14" fmla="*/ 0 w 1402"/>
                <a:gd name="T15" fmla="*/ 6 h 787"/>
                <a:gd name="T16" fmla="*/ 0 w 1402"/>
                <a:gd name="T17" fmla="*/ 6 h 787"/>
                <a:gd name="T18" fmla="*/ 0 w 1402"/>
                <a:gd name="T19" fmla="*/ 6 h 787"/>
                <a:gd name="T20" fmla="*/ 0 w 1402"/>
                <a:gd name="T21" fmla="*/ 6 h 787"/>
                <a:gd name="T22" fmla="*/ 0 w 1402"/>
                <a:gd name="T23" fmla="*/ 6 h 787"/>
                <a:gd name="T24" fmla="*/ 0 w 1402"/>
                <a:gd name="T25" fmla="*/ 6 h 787"/>
                <a:gd name="T26" fmla="*/ 0 w 1402"/>
                <a:gd name="T27" fmla="*/ 6 h 787"/>
                <a:gd name="T28" fmla="*/ 1 w 1402"/>
                <a:gd name="T29" fmla="*/ 6 h 787"/>
                <a:gd name="T30" fmla="*/ 1 w 1402"/>
                <a:gd name="T31" fmla="*/ 6 h 78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02"/>
                <a:gd name="T49" fmla="*/ 0 h 787"/>
                <a:gd name="T50" fmla="*/ 1402 w 1402"/>
                <a:gd name="T51" fmla="*/ 787 h 78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02" h="787">
                  <a:moveTo>
                    <a:pt x="69" y="781"/>
                  </a:moveTo>
                  <a:lnTo>
                    <a:pt x="66" y="781"/>
                  </a:lnTo>
                  <a:lnTo>
                    <a:pt x="1402" y="82"/>
                  </a:lnTo>
                  <a:lnTo>
                    <a:pt x="1360" y="0"/>
                  </a:lnTo>
                  <a:lnTo>
                    <a:pt x="24" y="699"/>
                  </a:lnTo>
                  <a:lnTo>
                    <a:pt x="22" y="699"/>
                  </a:lnTo>
                  <a:lnTo>
                    <a:pt x="24" y="699"/>
                  </a:lnTo>
                  <a:lnTo>
                    <a:pt x="8" y="712"/>
                  </a:lnTo>
                  <a:lnTo>
                    <a:pt x="1" y="727"/>
                  </a:lnTo>
                  <a:lnTo>
                    <a:pt x="0" y="744"/>
                  </a:lnTo>
                  <a:lnTo>
                    <a:pt x="5" y="761"/>
                  </a:lnTo>
                  <a:lnTo>
                    <a:pt x="15" y="775"/>
                  </a:lnTo>
                  <a:lnTo>
                    <a:pt x="30" y="784"/>
                  </a:lnTo>
                  <a:lnTo>
                    <a:pt x="46" y="787"/>
                  </a:lnTo>
                  <a:lnTo>
                    <a:pt x="66" y="781"/>
                  </a:lnTo>
                  <a:lnTo>
                    <a:pt x="69" y="7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2668" name="Freeform 42"/>
            <p:cNvSpPr>
              <a:spLocks/>
            </p:cNvSpPr>
            <p:nvPr/>
          </p:nvSpPr>
          <p:spPr bwMode="auto">
            <a:xfrm>
              <a:off x="868" y="1596"/>
              <a:ext cx="77" cy="126"/>
            </a:xfrm>
            <a:custGeom>
              <a:avLst/>
              <a:gdLst>
                <a:gd name="T0" fmla="*/ 1 w 382"/>
                <a:gd name="T1" fmla="*/ 5 h 628"/>
                <a:gd name="T2" fmla="*/ 1 w 382"/>
                <a:gd name="T3" fmla="*/ 5 h 628"/>
                <a:gd name="T4" fmla="*/ 1 w 382"/>
                <a:gd name="T5" fmla="*/ 4 h 628"/>
                <a:gd name="T6" fmla="*/ 1 w 382"/>
                <a:gd name="T7" fmla="*/ 4 h 628"/>
                <a:gd name="T8" fmla="*/ 1 w 382"/>
                <a:gd name="T9" fmla="*/ 4 h 628"/>
                <a:gd name="T10" fmla="*/ 1 w 382"/>
                <a:gd name="T11" fmla="*/ 3 h 628"/>
                <a:gd name="T12" fmla="*/ 1 w 382"/>
                <a:gd name="T13" fmla="*/ 3 h 628"/>
                <a:gd name="T14" fmla="*/ 1 w 382"/>
                <a:gd name="T15" fmla="*/ 3 h 628"/>
                <a:gd name="T16" fmla="*/ 1 w 382"/>
                <a:gd name="T17" fmla="*/ 3 h 628"/>
                <a:gd name="T18" fmla="*/ 1 w 382"/>
                <a:gd name="T19" fmla="*/ 2 h 628"/>
                <a:gd name="T20" fmla="*/ 2 w 382"/>
                <a:gd name="T21" fmla="*/ 2 h 628"/>
                <a:gd name="T22" fmla="*/ 2 w 382"/>
                <a:gd name="T23" fmla="*/ 2 h 628"/>
                <a:gd name="T24" fmla="*/ 2 w 382"/>
                <a:gd name="T25" fmla="*/ 2 h 628"/>
                <a:gd name="T26" fmla="*/ 2 w 382"/>
                <a:gd name="T27" fmla="*/ 1 h 628"/>
                <a:gd name="T28" fmla="*/ 2 w 382"/>
                <a:gd name="T29" fmla="*/ 1 h 628"/>
                <a:gd name="T30" fmla="*/ 3 w 382"/>
                <a:gd name="T31" fmla="*/ 1 h 628"/>
                <a:gd name="T32" fmla="*/ 3 w 382"/>
                <a:gd name="T33" fmla="*/ 1 h 628"/>
                <a:gd name="T34" fmla="*/ 3 w 382"/>
                <a:gd name="T35" fmla="*/ 1 h 628"/>
                <a:gd name="T36" fmla="*/ 3 w 382"/>
                <a:gd name="T37" fmla="*/ 0 h 628"/>
                <a:gd name="T38" fmla="*/ 2 w 382"/>
                <a:gd name="T39" fmla="*/ 0 h 628"/>
                <a:gd name="T40" fmla="*/ 2 w 382"/>
                <a:gd name="T41" fmla="*/ 0 h 628"/>
                <a:gd name="T42" fmla="*/ 2 w 382"/>
                <a:gd name="T43" fmla="*/ 1 h 628"/>
                <a:gd name="T44" fmla="*/ 2 w 382"/>
                <a:gd name="T45" fmla="*/ 1 h 628"/>
                <a:gd name="T46" fmla="*/ 1 w 382"/>
                <a:gd name="T47" fmla="*/ 1 h 628"/>
                <a:gd name="T48" fmla="*/ 1 w 382"/>
                <a:gd name="T49" fmla="*/ 1 h 628"/>
                <a:gd name="T50" fmla="*/ 1 w 382"/>
                <a:gd name="T51" fmla="*/ 2 h 628"/>
                <a:gd name="T52" fmla="*/ 1 w 382"/>
                <a:gd name="T53" fmla="*/ 2 h 628"/>
                <a:gd name="T54" fmla="*/ 1 w 382"/>
                <a:gd name="T55" fmla="*/ 2 h 628"/>
                <a:gd name="T56" fmla="*/ 0 w 382"/>
                <a:gd name="T57" fmla="*/ 3 h 628"/>
                <a:gd name="T58" fmla="*/ 0 w 382"/>
                <a:gd name="T59" fmla="*/ 3 h 628"/>
                <a:gd name="T60" fmla="*/ 0 w 382"/>
                <a:gd name="T61" fmla="*/ 3 h 628"/>
                <a:gd name="T62" fmla="*/ 0 w 382"/>
                <a:gd name="T63" fmla="*/ 4 h 628"/>
                <a:gd name="T64" fmla="*/ 0 w 382"/>
                <a:gd name="T65" fmla="*/ 4 h 628"/>
                <a:gd name="T66" fmla="*/ 0 w 382"/>
                <a:gd name="T67" fmla="*/ 4 h 628"/>
                <a:gd name="T68" fmla="*/ 0 w 382"/>
                <a:gd name="T69" fmla="*/ 5 h 628"/>
                <a:gd name="T70" fmla="*/ 0 w 382"/>
                <a:gd name="T71" fmla="*/ 5 h 628"/>
                <a:gd name="T72" fmla="*/ 0 w 382"/>
                <a:gd name="T73" fmla="*/ 5 h 628"/>
                <a:gd name="T74" fmla="*/ 0 w 382"/>
                <a:gd name="T75" fmla="*/ 5 h 628"/>
                <a:gd name="T76" fmla="*/ 0 w 382"/>
                <a:gd name="T77" fmla="*/ 5 h 628"/>
                <a:gd name="T78" fmla="*/ 0 w 382"/>
                <a:gd name="T79" fmla="*/ 5 h 628"/>
                <a:gd name="T80" fmla="*/ 0 w 382"/>
                <a:gd name="T81" fmla="*/ 5 h 628"/>
                <a:gd name="T82" fmla="*/ 1 w 382"/>
                <a:gd name="T83" fmla="*/ 5 h 628"/>
                <a:gd name="T84" fmla="*/ 1 w 382"/>
                <a:gd name="T85" fmla="*/ 5 h 628"/>
                <a:gd name="T86" fmla="*/ 1 w 382"/>
                <a:gd name="T87" fmla="*/ 5 h 628"/>
                <a:gd name="T88" fmla="*/ 1 w 382"/>
                <a:gd name="T89" fmla="*/ 5 h 628"/>
                <a:gd name="T90" fmla="*/ 1 w 382"/>
                <a:gd name="T91" fmla="*/ 5 h 628"/>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382"/>
                <a:gd name="T139" fmla="*/ 0 h 628"/>
                <a:gd name="T140" fmla="*/ 382 w 382"/>
                <a:gd name="T141" fmla="*/ 628 h 628"/>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382" h="628">
                  <a:moveTo>
                    <a:pt x="94" y="581"/>
                  </a:moveTo>
                  <a:lnTo>
                    <a:pt x="94" y="582"/>
                  </a:lnTo>
                  <a:lnTo>
                    <a:pt x="96" y="541"/>
                  </a:lnTo>
                  <a:lnTo>
                    <a:pt x="99" y="500"/>
                  </a:lnTo>
                  <a:lnTo>
                    <a:pt x="106" y="463"/>
                  </a:lnTo>
                  <a:lnTo>
                    <a:pt x="115" y="424"/>
                  </a:lnTo>
                  <a:lnTo>
                    <a:pt x="127" y="389"/>
                  </a:lnTo>
                  <a:lnTo>
                    <a:pt x="140" y="353"/>
                  </a:lnTo>
                  <a:lnTo>
                    <a:pt x="156" y="320"/>
                  </a:lnTo>
                  <a:lnTo>
                    <a:pt x="173" y="287"/>
                  </a:lnTo>
                  <a:lnTo>
                    <a:pt x="193" y="255"/>
                  </a:lnTo>
                  <a:lnTo>
                    <a:pt x="214" y="226"/>
                  </a:lnTo>
                  <a:lnTo>
                    <a:pt x="238" y="198"/>
                  </a:lnTo>
                  <a:lnTo>
                    <a:pt x="263" y="172"/>
                  </a:lnTo>
                  <a:lnTo>
                    <a:pt x="290" y="146"/>
                  </a:lnTo>
                  <a:lnTo>
                    <a:pt x="318" y="122"/>
                  </a:lnTo>
                  <a:lnTo>
                    <a:pt x="349" y="101"/>
                  </a:lnTo>
                  <a:lnTo>
                    <a:pt x="382" y="82"/>
                  </a:lnTo>
                  <a:lnTo>
                    <a:pt x="335" y="0"/>
                  </a:lnTo>
                  <a:lnTo>
                    <a:pt x="297" y="23"/>
                  </a:lnTo>
                  <a:lnTo>
                    <a:pt x="262" y="49"/>
                  </a:lnTo>
                  <a:lnTo>
                    <a:pt x="229" y="76"/>
                  </a:lnTo>
                  <a:lnTo>
                    <a:pt x="198" y="104"/>
                  </a:lnTo>
                  <a:lnTo>
                    <a:pt x="167" y="137"/>
                  </a:lnTo>
                  <a:lnTo>
                    <a:pt x="142" y="170"/>
                  </a:lnTo>
                  <a:lnTo>
                    <a:pt x="116" y="204"/>
                  </a:lnTo>
                  <a:lnTo>
                    <a:pt x="94" y="240"/>
                  </a:lnTo>
                  <a:lnTo>
                    <a:pt x="74" y="278"/>
                  </a:lnTo>
                  <a:lnTo>
                    <a:pt x="54" y="317"/>
                  </a:lnTo>
                  <a:lnTo>
                    <a:pt x="38" y="359"/>
                  </a:lnTo>
                  <a:lnTo>
                    <a:pt x="26" y="401"/>
                  </a:lnTo>
                  <a:lnTo>
                    <a:pt x="15" y="444"/>
                  </a:lnTo>
                  <a:lnTo>
                    <a:pt x="8" y="489"/>
                  </a:lnTo>
                  <a:lnTo>
                    <a:pt x="2" y="534"/>
                  </a:lnTo>
                  <a:lnTo>
                    <a:pt x="0" y="580"/>
                  </a:lnTo>
                  <a:lnTo>
                    <a:pt x="0" y="581"/>
                  </a:lnTo>
                  <a:lnTo>
                    <a:pt x="0" y="580"/>
                  </a:lnTo>
                  <a:lnTo>
                    <a:pt x="3" y="600"/>
                  </a:lnTo>
                  <a:lnTo>
                    <a:pt x="14" y="615"/>
                  </a:lnTo>
                  <a:lnTo>
                    <a:pt x="29" y="625"/>
                  </a:lnTo>
                  <a:lnTo>
                    <a:pt x="45" y="628"/>
                  </a:lnTo>
                  <a:lnTo>
                    <a:pt x="63" y="626"/>
                  </a:lnTo>
                  <a:lnTo>
                    <a:pt x="78" y="616"/>
                  </a:lnTo>
                  <a:lnTo>
                    <a:pt x="89" y="602"/>
                  </a:lnTo>
                  <a:lnTo>
                    <a:pt x="94" y="582"/>
                  </a:lnTo>
                  <a:lnTo>
                    <a:pt x="94" y="5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2669" name="Freeform 43"/>
            <p:cNvSpPr>
              <a:spLocks/>
            </p:cNvSpPr>
            <p:nvPr/>
          </p:nvSpPr>
          <p:spPr bwMode="auto">
            <a:xfrm>
              <a:off x="868" y="1712"/>
              <a:ext cx="19" cy="364"/>
            </a:xfrm>
            <a:custGeom>
              <a:avLst/>
              <a:gdLst>
                <a:gd name="T0" fmla="*/ 1 w 94"/>
                <a:gd name="T1" fmla="*/ 14 h 1818"/>
                <a:gd name="T2" fmla="*/ 1 w 94"/>
                <a:gd name="T3" fmla="*/ 14 h 1818"/>
                <a:gd name="T4" fmla="*/ 1 w 94"/>
                <a:gd name="T5" fmla="*/ 0 h 1818"/>
                <a:gd name="T6" fmla="*/ 0 w 94"/>
                <a:gd name="T7" fmla="*/ 0 h 1818"/>
                <a:gd name="T8" fmla="*/ 0 w 94"/>
                <a:gd name="T9" fmla="*/ 14 h 1818"/>
                <a:gd name="T10" fmla="*/ 0 w 94"/>
                <a:gd name="T11" fmla="*/ 14 h 1818"/>
                <a:gd name="T12" fmla="*/ 0 w 94"/>
                <a:gd name="T13" fmla="*/ 14 h 1818"/>
                <a:gd name="T14" fmla="*/ 0 w 94"/>
                <a:gd name="T15" fmla="*/ 14 h 1818"/>
                <a:gd name="T16" fmla="*/ 0 w 94"/>
                <a:gd name="T17" fmla="*/ 14 h 1818"/>
                <a:gd name="T18" fmla="*/ 0 w 94"/>
                <a:gd name="T19" fmla="*/ 15 h 1818"/>
                <a:gd name="T20" fmla="*/ 0 w 94"/>
                <a:gd name="T21" fmla="*/ 15 h 1818"/>
                <a:gd name="T22" fmla="*/ 1 w 94"/>
                <a:gd name="T23" fmla="*/ 15 h 1818"/>
                <a:gd name="T24" fmla="*/ 1 w 94"/>
                <a:gd name="T25" fmla="*/ 14 h 1818"/>
                <a:gd name="T26" fmla="*/ 1 w 94"/>
                <a:gd name="T27" fmla="*/ 14 h 1818"/>
                <a:gd name="T28" fmla="*/ 1 w 94"/>
                <a:gd name="T29" fmla="*/ 14 h 1818"/>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94"/>
                <a:gd name="T46" fmla="*/ 0 h 1818"/>
                <a:gd name="T47" fmla="*/ 94 w 94"/>
                <a:gd name="T48" fmla="*/ 1818 h 1818"/>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94" h="1818">
                  <a:moveTo>
                    <a:pt x="94" y="1771"/>
                  </a:moveTo>
                  <a:lnTo>
                    <a:pt x="94" y="1771"/>
                  </a:lnTo>
                  <a:lnTo>
                    <a:pt x="94" y="0"/>
                  </a:lnTo>
                  <a:lnTo>
                    <a:pt x="0" y="0"/>
                  </a:lnTo>
                  <a:lnTo>
                    <a:pt x="0" y="1771"/>
                  </a:lnTo>
                  <a:lnTo>
                    <a:pt x="3" y="1791"/>
                  </a:lnTo>
                  <a:lnTo>
                    <a:pt x="15" y="1806"/>
                  </a:lnTo>
                  <a:lnTo>
                    <a:pt x="29" y="1814"/>
                  </a:lnTo>
                  <a:lnTo>
                    <a:pt x="47" y="1818"/>
                  </a:lnTo>
                  <a:lnTo>
                    <a:pt x="64" y="1814"/>
                  </a:lnTo>
                  <a:lnTo>
                    <a:pt x="79" y="1806"/>
                  </a:lnTo>
                  <a:lnTo>
                    <a:pt x="90" y="1791"/>
                  </a:lnTo>
                  <a:lnTo>
                    <a:pt x="94" y="17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2670" name="Freeform 44"/>
            <p:cNvSpPr>
              <a:spLocks/>
            </p:cNvSpPr>
            <p:nvPr/>
          </p:nvSpPr>
          <p:spPr bwMode="auto">
            <a:xfrm>
              <a:off x="868" y="2067"/>
              <a:ext cx="90" cy="160"/>
            </a:xfrm>
            <a:custGeom>
              <a:avLst/>
              <a:gdLst>
                <a:gd name="T0" fmla="*/ 3 w 449"/>
                <a:gd name="T1" fmla="*/ 6 h 803"/>
                <a:gd name="T2" fmla="*/ 3 w 449"/>
                <a:gd name="T3" fmla="*/ 6 h 803"/>
                <a:gd name="T4" fmla="*/ 3 w 449"/>
                <a:gd name="T5" fmla="*/ 5 h 803"/>
                <a:gd name="T6" fmla="*/ 3 w 449"/>
                <a:gd name="T7" fmla="*/ 5 h 803"/>
                <a:gd name="T8" fmla="*/ 3 w 449"/>
                <a:gd name="T9" fmla="*/ 5 h 803"/>
                <a:gd name="T10" fmla="*/ 2 w 449"/>
                <a:gd name="T11" fmla="*/ 5 h 803"/>
                <a:gd name="T12" fmla="*/ 2 w 449"/>
                <a:gd name="T13" fmla="*/ 4 h 803"/>
                <a:gd name="T14" fmla="*/ 2 w 449"/>
                <a:gd name="T15" fmla="*/ 4 h 803"/>
                <a:gd name="T16" fmla="*/ 2 w 449"/>
                <a:gd name="T17" fmla="*/ 4 h 803"/>
                <a:gd name="T18" fmla="*/ 2 w 449"/>
                <a:gd name="T19" fmla="*/ 3 h 803"/>
                <a:gd name="T20" fmla="*/ 1 w 449"/>
                <a:gd name="T21" fmla="*/ 3 h 803"/>
                <a:gd name="T22" fmla="*/ 1 w 449"/>
                <a:gd name="T23" fmla="*/ 2 h 803"/>
                <a:gd name="T24" fmla="*/ 1 w 449"/>
                <a:gd name="T25" fmla="*/ 2 h 803"/>
                <a:gd name="T26" fmla="*/ 1 w 449"/>
                <a:gd name="T27" fmla="*/ 2 h 803"/>
                <a:gd name="T28" fmla="*/ 1 w 449"/>
                <a:gd name="T29" fmla="*/ 1 h 803"/>
                <a:gd name="T30" fmla="*/ 1 w 449"/>
                <a:gd name="T31" fmla="*/ 1 h 803"/>
                <a:gd name="T32" fmla="*/ 1 w 449"/>
                <a:gd name="T33" fmla="*/ 0 h 803"/>
                <a:gd name="T34" fmla="*/ 1 w 449"/>
                <a:gd name="T35" fmla="*/ 0 h 803"/>
                <a:gd name="T36" fmla="*/ 0 w 449"/>
                <a:gd name="T37" fmla="*/ 0 h 803"/>
                <a:gd name="T38" fmla="*/ 0 w 449"/>
                <a:gd name="T39" fmla="*/ 0 h 803"/>
                <a:gd name="T40" fmla="*/ 0 w 449"/>
                <a:gd name="T41" fmla="*/ 1 h 803"/>
                <a:gd name="T42" fmla="*/ 0 w 449"/>
                <a:gd name="T43" fmla="*/ 1 h 803"/>
                <a:gd name="T44" fmla="*/ 0 w 449"/>
                <a:gd name="T45" fmla="*/ 2 h 803"/>
                <a:gd name="T46" fmla="*/ 0 w 449"/>
                <a:gd name="T47" fmla="*/ 2 h 803"/>
                <a:gd name="T48" fmla="*/ 0 w 449"/>
                <a:gd name="T49" fmla="*/ 3 h 803"/>
                <a:gd name="T50" fmla="*/ 1 w 449"/>
                <a:gd name="T51" fmla="*/ 3 h 803"/>
                <a:gd name="T52" fmla="*/ 1 w 449"/>
                <a:gd name="T53" fmla="*/ 4 h 803"/>
                <a:gd name="T54" fmla="*/ 1 w 449"/>
                <a:gd name="T55" fmla="*/ 4 h 803"/>
                <a:gd name="T56" fmla="*/ 1 w 449"/>
                <a:gd name="T57" fmla="*/ 4 h 803"/>
                <a:gd name="T58" fmla="*/ 2 w 449"/>
                <a:gd name="T59" fmla="*/ 5 h 803"/>
                <a:gd name="T60" fmla="*/ 2 w 449"/>
                <a:gd name="T61" fmla="*/ 5 h 803"/>
                <a:gd name="T62" fmla="*/ 2 w 449"/>
                <a:gd name="T63" fmla="*/ 5 h 803"/>
                <a:gd name="T64" fmla="*/ 2 w 449"/>
                <a:gd name="T65" fmla="*/ 6 h 803"/>
                <a:gd name="T66" fmla="*/ 3 w 449"/>
                <a:gd name="T67" fmla="*/ 6 h 803"/>
                <a:gd name="T68" fmla="*/ 3 w 449"/>
                <a:gd name="T69" fmla="*/ 6 h 803"/>
                <a:gd name="T70" fmla="*/ 3 w 449"/>
                <a:gd name="T71" fmla="*/ 6 h 803"/>
                <a:gd name="T72" fmla="*/ 3 w 449"/>
                <a:gd name="T73" fmla="*/ 6 h 803"/>
                <a:gd name="T74" fmla="*/ 3 w 449"/>
                <a:gd name="T75" fmla="*/ 6 h 803"/>
                <a:gd name="T76" fmla="*/ 3 w 449"/>
                <a:gd name="T77" fmla="*/ 6 h 803"/>
                <a:gd name="T78" fmla="*/ 3 w 449"/>
                <a:gd name="T79" fmla="*/ 6 h 803"/>
                <a:gd name="T80" fmla="*/ 4 w 449"/>
                <a:gd name="T81" fmla="*/ 6 h 803"/>
                <a:gd name="T82" fmla="*/ 4 w 449"/>
                <a:gd name="T83" fmla="*/ 6 h 803"/>
                <a:gd name="T84" fmla="*/ 4 w 449"/>
                <a:gd name="T85" fmla="*/ 6 h 803"/>
                <a:gd name="T86" fmla="*/ 4 w 449"/>
                <a:gd name="T87" fmla="*/ 6 h 803"/>
                <a:gd name="T88" fmla="*/ 3 w 449"/>
                <a:gd name="T89" fmla="*/ 6 h 803"/>
                <a:gd name="T90" fmla="*/ 3 w 449"/>
                <a:gd name="T91" fmla="*/ 6 h 80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449"/>
                <a:gd name="T139" fmla="*/ 0 h 803"/>
                <a:gd name="T140" fmla="*/ 449 w 449"/>
                <a:gd name="T141" fmla="*/ 803 h 80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449" h="803">
                  <a:moveTo>
                    <a:pt x="426" y="717"/>
                  </a:moveTo>
                  <a:lnTo>
                    <a:pt x="427" y="717"/>
                  </a:lnTo>
                  <a:lnTo>
                    <a:pt x="395" y="693"/>
                  </a:lnTo>
                  <a:lnTo>
                    <a:pt x="361" y="662"/>
                  </a:lnTo>
                  <a:lnTo>
                    <a:pt x="329" y="628"/>
                  </a:lnTo>
                  <a:lnTo>
                    <a:pt x="299" y="591"/>
                  </a:lnTo>
                  <a:lnTo>
                    <a:pt x="269" y="551"/>
                  </a:lnTo>
                  <a:lnTo>
                    <a:pt x="241" y="507"/>
                  </a:lnTo>
                  <a:lnTo>
                    <a:pt x="215" y="460"/>
                  </a:lnTo>
                  <a:lnTo>
                    <a:pt x="191" y="412"/>
                  </a:lnTo>
                  <a:lnTo>
                    <a:pt x="170" y="363"/>
                  </a:lnTo>
                  <a:lnTo>
                    <a:pt x="151" y="312"/>
                  </a:lnTo>
                  <a:lnTo>
                    <a:pt x="133" y="259"/>
                  </a:lnTo>
                  <a:lnTo>
                    <a:pt x="119" y="207"/>
                  </a:lnTo>
                  <a:lnTo>
                    <a:pt x="108" y="156"/>
                  </a:lnTo>
                  <a:lnTo>
                    <a:pt x="101" y="103"/>
                  </a:lnTo>
                  <a:lnTo>
                    <a:pt x="96" y="51"/>
                  </a:lnTo>
                  <a:lnTo>
                    <a:pt x="94" y="0"/>
                  </a:lnTo>
                  <a:lnTo>
                    <a:pt x="0" y="0"/>
                  </a:lnTo>
                  <a:lnTo>
                    <a:pt x="2" y="56"/>
                  </a:lnTo>
                  <a:lnTo>
                    <a:pt x="7" y="115"/>
                  </a:lnTo>
                  <a:lnTo>
                    <a:pt x="16" y="172"/>
                  </a:lnTo>
                  <a:lnTo>
                    <a:pt x="28" y="231"/>
                  </a:lnTo>
                  <a:lnTo>
                    <a:pt x="44" y="287"/>
                  </a:lnTo>
                  <a:lnTo>
                    <a:pt x="62" y="342"/>
                  </a:lnTo>
                  <a:lnTo>
                    <a:pt x="83" y="398"/>
                  </a:lnTo>
                  <a:lnTo>
                    <a:pt x="106" y="452"/>
                  </a:lnTo>
                  <a:lnTo>
                    <a:pt x="133" y="505"/>
                  </a:lnTo>
                  <a:lnTo>
                    <a:pt x="161" y="554"/>
                  </a:lnTo>
                  <a:lnTo>
                    <a:pt x="192" y="602"/>
                  </a:lnTo>
                  <a:lnTo>
                    <a:pt x="224" y="647"/>
                  </a:lnTo>
                  <a:lnTo>
                    <a:pt x="259" y="689"/>
                  </a:lnTo>
                  <a:lnTo>
                    <a:pt x="295" y="728"/>
                  </a:lnTo>
                  <a:lnTo>
                    <a:pt x="334" y="763"/>
                  </a:lnTo>
                  <a:lnTo>
                    <a:pt x="374" y="795"/>
                  </a:lnTo>
                  <a:lnTo>
                    <a:pt x="375" y="795"/>
                  </a:lnTo>
                  <a:lnTo>
                    <a:pt x="374" y="795"/>
                  </a:lnTo>
                  <a:lnTo>
                    <a:pt x="392" y="803"/>
                  </a:lnTo>
                  <a:lnTo>
                    <a:pt x="411" y="803"/>
                  </a:lnTo>
                  <a:lnTo>
                    <a:pt x="426" y="795"/>
                  </a:lnTo>
                  <a:lnTo>
                    <a:pt x="439" y="782"/>
                  </a:lnTo>
                  <a:lnTo>
                    <a:pt x="446" y="766"/>
                  </a:lnTo>
                  <a:lnTo>
                    <a:pt x="449" y="749"/>
                  </a:lnTo>
                  <a:lnTo>
                    <a:pt x="441" y="732"/>
                  </a:lnTo>
                  <a:lnTo>
                    <a:pt x="427" y="717"/>
                  </a:lnTo>
                  <a:lnTo>
                    <a:pt x="426" y="71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2671" name="Freeform 45"/>
            <p:cNvSpPr>
              <a:spLocks/>
            </p:cNvSpPr>
            <p:nvPr/>
          </p:nvSpPr>
          <p:spPr bwMode="auto">
            <a:xfrm>
              <a:off x="883" y="1673"/>
              <a:ext cx="379" cy="690"/>
            </a:xfrm>
            <a:custGeom>
              <a:avLst/>
              <a:gdLst>
                <a:gd name="T0" fmla="*/ 12 w 1897"/>
                <a:gd name="T1" fmla="*/ 6 h 3450"/>
                <a:gd name="T2" fmla="*/ 13 w 1897"/>
                <a:gd name="T3" fmla="*/ 7 h 3450"/>
                <a:gd name="T4" fmla="*/ 13 w 1897"/>
                <a:gd name="T5" fmla="*/ 7 h 3450"/>
                <a:gd name="T6" fmla="*/ 14 w 1897"/>
                <a:gd name="T7" fmla="*/ 8 h 3450"/>
                <a:gd name="T8" fmla="*/ 14 w 1897"/>
                <a:gd name="T9" fmla="*/ 9 h 3450"/>
                <a:gd name="T10" fmla="*/ 15 w 1897"/>
                <a:gd name="T11" fmla="*/ 10 h 3450"/>
                <a:gd name="T12" fmla="*/ 15 w 1897"/>
                <a:gd name="T13" fmla="*/ 11 h 3450"/>
                <a:gd name="T14" fmla="*/ 15 w 1897"/>
                <a:gd name="T15" fmla="*/ 11 h 3450"/>
                <a:gd name="T16" fmla="*/ 15 w 1897"/>
                <a:gd name="T17" fmla="*/ 12 h 3450"/>
                <a:gd name="T18" fmla="*/ 15 w 1897"/>
                <a:gd name="T19" fmla="*/ 26 h 3450"/>
                <a:gd name="T20" fmla="*/ 15 w 1897"/>
                <a:gd name="T21" fmla="*/ 26 h 3450"/>
                <a:gd name="T22" fmla="*/ 15 w 1897"/>
                <a:gd name="T23" fmla="*/ 27 h 3450"/>
                <a:gd name="T24" fmla="*/ 15 w 1897"/>
                <a:gd name="T25" fmla="*/ 27 h 3450"/>
                <a:gd name="T26" fmla="*/ 14 w 1897"/>
                <a:gd name="T27" fmla="*/ 27 h 3450"/>
                <a:gd name="T28" fmla="*/ 14 w 1897"/>
                <a:gd name="T29" fmla="*/ 28 h 3450"/>
                <a:gd name="T30" fmla="*/ 13 w 1897"/>
                <a:gd name="T31" fmla="*/ 28 h 3450"/>
                <a:gd name="T32" fmla="*/ 13 w 1897"/>
                <a:gd name="T33" fmla="*/ 27 h 3450"/>
                <a:gd name="T34" fmla="*/ 3 w 1897"/>
                <a:gd name="T35" fmla="*/ 21 h 3450"/>
                <a:gd name="T36" fmla="*/ 2 w 1897"/>
                <a:gd name="T37" fmla="*/ 21 h 3450"/>
                <a:gd name="T38" fmla="*/ 2 w 1897"/>
                <a:gd name="T39" fmla="*/ 20 h 3450"/>
                <a:gd name="T40" fmla="*/ 1 w 1897"/>
                <a:gd name="T41" fmla="*/ 19 h 3450"/>
                <a:gd name="T42" fmla="*/ 1 w 1897"/>
                <a:gd name="T43" fmla="*/ 19 h 3450"/>
                <a:gd name="T44" fmla="*/ 0 w 1897"/>
                <a:gd name="T45" fmla="*/ 18 h 3450"/>
                <a:gd name="T46" fmla="*/ 0 w 1897"/>
                <a:gd name="T47" fmla="*/ 17 h 3450"/>
                <a:gd name="T48" fmla="*/ 0 w 1897"/>
                <a:gd name="T49" fmla="*/ 16 h 3450"/>
                <a:gd name="T50" fmla="*/ 0 w 1897"/>
                <a:gd name="T51" fmla="*/ 15 h 3450"/>
                <a:gd name="T52" fmla="*/ 0 w 1897"/>
                <a:gd name="T53" fmla="*/ 2 h 3450"/>
                <a:gd name="T54" fmla="*/ 0 w 1897"/>
                <a:gd name="T55" fmla="*/ 1 h 3450"/>
                <a:gd name="T56" fmla="*/ 0 w 1897"/>
                <a:gd name="T57" fmla="*/ 1 h 3450"/>
                <a:gd name="T58" fmla="*/ 1 w 1897"/>
                <a:gd name="T59" fmla="*/ 0 h 3450"/>
                <a:gd name="T60" fmla="*/ 1 w 1897"/>
                <a:gd name="T61" fmla="*/ 0 h 3450"/>
                <a:gd name="T62" fmla="*/ 1 w 1897"/>
                <a:gd name="T63" fmla="*/ 0 h 3450"/>
                <a:gd name="T64" fmla="*/ 2 w 1897"/>
                <a:gd name="T65" fmla="*/ 0 h 3450"/>
                <a:gd name="T66" fmla="*/ 3 w 1897"/>
                <a:gd name="T67" fmla="*/ 0 h 3450"/>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897"/>
                <a:gd name="T103" fmla="*/ 0 h 3450"/>
                <a:gd name="T104" fmla="*/ 1897 w 1897"/>
                <a:gd name="T105" fmla="*/ 3450 h 3450"/>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897" h="3450">
                  <a:moveTo>
                    <a:pt x="357" y="49"/>
                  </a:moveTo>
                  <a:lnTo>
                    <a:pt x="1542" y="806"/>
                  </a:lnTo>
                  <a:lnTo>
                    <a:pt x="1579" y="832"/>
                  </a:lnTo>
                  <a:lnTo>
                    <a:pt x="1614" y="861"/>
                  </a:lnTo>
                  <a:lnTo>
                    <a:pt x="1648" y="895"/>
                  </a:lnTo>
                  <a:lnTo>
                    <a:pt x="1681" y="933"/>
                  </a:lnTo>
                  <a:lnTo>
                    <a:pt x="1711" y="973"/>
                  </a:lnTo>
                  <a:lnTo>
                    <a:pt x="1740" y="1016"/>
                  </a:lnTo>
                  <a:lnTo>
                    <a:pt x="1768" y="1062"/>
                  </a:lnTo>
                  <a:lnTo>
                    <a:pt x="1793" y="1109"/>
                  </a:lnTo>
                  <a:lnTo>
                    <a:pt x="1816" y="1158"/>
                  </a:lnTo>
                  <a:lnTo>
                    <a:pt x="1836" y="1208"/>
                  </a:lnTo>
                  <a:lnTo>
                    <a:pt x="1854" y="1260"/>
                  </a:lnTo>
                  <a:lnTo>
                    <a:pt x="1869" y="1313"/>
                  </a:lnTo>
                  <a:lnTo>
                    <a:pt x="1881" y="1364"/>
                  </a:lnTo>
                  <a:lnTo>
                    <a:pt x="1890" y="1417"/>
                  </a:lnTo>
                  <a:lnTo>
                    <a:pt x="1895" y="1469"/>
                  </a:lnTo>
                  <a:lnTo>
                    <a:pt x="1897" y="1519"/>
                  </a:lnTo>
                  <a:lnTo>
                    <a:pt x="1897" y="3142"/>
                  </a:lnTo>
                  <a:lnTo>
                    <a:pt x="1895" y="3190"/>
                  </a:lnTo>
                  <a:lnTo>
                    <a:pt x="1890" y="3235"/>
                  </a:lnTo>
                  <a:lnTo>
                    <a:pt x="1881" y="3276"/>
                  </a:lnTo>
                  <a:lnTo>
                    <a:pt x="1869" y="3313"/>
                  </a:lnTo>
                  <a:lnTo>
                    <a:pt x="1854" y="3346"/>
                  </a:lnTo>
                  <a:lnTo>
                    <a:pt x="1836" y="3375"/>
                  </a:lnTo>
                  <a:lnTo>
                    <a:pt x="1816" y="3398"/>
                  </a:lnTo>
                  <a:lnTo>
                    <a:pt x="1793" y="3418"/>
                  </a:lnTo>
                  <a:lnTo>
                    <a:pt x="1768" y="3434"/>
                  </a:lnTo>
                  <a:lnTo>
                    <a:pt x="1740" y="3444"/>
                  </a:lnTo>
                  <a:lnTo>
                    <a:pt x="1711" y="3450"/>
                  </a:lnTo>
                  <a:lnTo>
                    <a:pt x="1681" y="3450"/>
                  </a:lnTo>
                  <a:lnTo>
                    <a:pt x="1648" y="3445"/>
                  </a:lnTo>
                  <a:lnTo>
                    <a:pt x="1614" y="3436"/>
                  </a:lnTo>
                  <a:lnTo>
                    <a:pt x="1579" y="3421"/>
                  </a:lnTo>
                  <a:lnTo>
                    <a:pt x="1542" y="3400"/>
                  </a:lnTo>
                  <a:lnTo>
                    <a:pt x="357" y="2643"/>
                  </a:lnTo>
                  <a:lnTo>
                    <a:pt x="320" y="2618"/>
                  </a:lnTo>
                  <a:lnTo>
                    <a:pt x="285" y="2588"/>
                  </a:lnTo>
                  <a:lnTo>
                    <a:pt x="251" y="2554"/>
                  </a:lnTo>
                  <a:lnTo>
                    <a:pt x="218" y="2517"/>
                  </a:lnTo>
                  <a:lnTo>
                    <a:pt x="187" y="2477"/>
                  </a:lnTo>
                  <a:lnTo>
                    <a:pt x="157" y="2433"/>
                  </a:lnTo>
                  <a:lnTo>
                    <a:pt x="130" y="2388"/>
                  </a:lnTo>
                  <a:lnTo>
                    <a:pt x="105" y="2341"/>
                  </a:lnTo>
                  <a:lnTo>
                    <a:pt x="81" y="2292"/>
                  </a:lnTo>
                  <a:lnTo>
                    <a:pt x="61" y="2241"/>
                  </a:lnTo>
                  <a:lnTo>
                    <a:pt x="44" y="2190"/>
                  </a:lnTo>
                  <a:lnTo>
                    <a:pt x="29" y="2138"/>
                  </a:lnTo>
                  <a:lnTo>
                    <a:pt x="17" y="2085"/>
                  </a:lnTo>
                  <a:lnTo>
                    <a:pt x="7" y="2033"/>
                  </a:lnTo>
                  <a:lnTo>
                    <a:pt x="3" y="1981"/>
                  </a:lnTo>
                  <a:lnTo>
                    <a:pt x="0" y="1931"/>
                  </a:lnTo>
                  <a:lnTo>
                    <a:pt x="0" y="308"/>
                  </a:lnTo>
                  <a:lnTo>
                    <a:pt x="3" y="260"/>
                  </a:lnTo>
                  <a:lnTo>
                    <a:pt x="7" y="215"/>
                  </a:lnTo>
                  <a:lnTo>
                    <a:pt x="17" y="174"/>
                  </a:lnTo>
                  <a:lnTo>
                    <a:pt x="29" y="137"/>
                  </a:lnTo>
                  <a:lnTo>
                    <a:pt x="44" y="104"/>
                  </a:lnTo>
                  <a:lnTo>
                    <a:pt x="61" y="76"/>
                  </a:lnTo>
                  <a:lnTo>
                    <a:pt x="81" y="51"/>
                  </a:lnTo>
                  <a:lnTo>
                    <a:pt x="105" y="31"/>
                  </a:lnTo>
                  <a:lnTo>
                    <a:pt x="130" y="16"/>
                  </a:lnTo>
                  <a:lnTo>
                    <a:pt x="157" y="5"/>
                  </a:lnTo>
                  <a:lnTo>
                    <a:pt x="187" y="0"/>
                  </a:lnTo>
                  <a:lnTo>
                    <a:pt x="218" y="0"/>
                  </a:lnTo>
                  <a:lnTo>
                    <a:pt x="251" y="3"/>
                  </a:lnTo>
                  <a:lnTo>
                    <a:pt x="285" y="14"/>
                  </a:lnTo>
                  <a:lnTo>
                    <a:pt x="320" y="29"/>
                  </a:lnTo>
                  <a:lnTo>
                    <a:pt x="357" y="49"/>
                  </a:lnTo>
                  <a:close/>
                </a:path>
              </a:pathLst>
            </a:custGeom>
            <a:solidFill>
              <a:srgbClr val="BFBFB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2672" name="Freeform 46"/>
            <p:cNvSpPr>
              <a:spLocks/>
            </p:cNvSpPr>
            <p:nvPr/>
          </p:nvSpPr>
          <p:spPr bwMode="auto">
            <a:xfrm>
              <a:off x="1268" y="1663"/>
              <a:ext cx="393" cy="711"/>
            </a:xfrm>
            <a:custGeom>
              <a:avLst/>
              <a:gdLst>
                <a:gd name="T0" fmla="*/ 3 w 1962"/>
                <a:gd name="T1" fmla="*/ 7 h 3555"/>
                <a:gd name="T2" fmla="*/ 2 w 1962"/>
                <a:gd name="T3" fmla="*/ 7 h 3555"/>
                <a:gd name="T4" fmla="*/ 2 w 1962"/>
                <a:gd name="T5" fmla="*/ 8 h 3555"/>
                <a:gd name="T6" fmla="*/ 1 w 1962"/>
                <a:gd name="T7" fmla="*/ 8 h 3555"/>
                <a:gd name="T8" fmla="*/ 1 w 1962"/>
                <a:gd name="T9" fmla="*/ 9 h 3555"/>
                <a:gd name="T10" fmla="*/ 1 w 1962"/>
                <a:gd name="T11" fmla="*/ 10 h 3555"/>
                <a:gd name="T12" fmla="*/ 0 w 1962"/>
                <a:gd name="T13" fmla="*/ 11 h 3555"/>
                <a:gd name="T14" fmla="*/ 0 w 1962"/>
                <a:gd name="T15" fmla="*/ 12 h 3555"/>
                <a:gd name="T16" fmla="*/ 0 w 1962"/>
                <a:gd name="T17" fmla="*/ 13 h 3555"/>
                <a:gd name="T18" fmla="*/ 0 w 1962"/>
                <a:gd name="T19" fmla="*/ 26 h 3555"/>
                <a:gd name="T20" fmla="*/ 0 w 1962"/>
                <a:gd name="T21" fmla="*/ 27 h 3555"/>
                <a:gd name="T22" fmla="*/ 0 w 1962"/>
                <a:gd name="T23" fmla="*/ 28 h 3555"/>
                <a:gd name="T24" fmla="*/ 1 w 1962"/>
                <a:gd name="T25" fmla="*/ 28 h 3555"/>
                <a:gd name="T26" fmla="*/ 1 w 1962"/>
                <a:gd name="T27" fmla="*/ 28 h 3555"/>
                <a:gd name="T28" fmla="*/ 2 w 1962"/>
                <a:gd name="T29" fmla="*/ 28 h 3555"/>
                <a:gd name="T30" fmla="*/ 2 w 1962"/>
                <a:gd name="T31" fmla="*/ 28 h 3555"/>
                <a:gd name="T32" fmla="*/ 3 w 1962"/>
                <a:gd name="T33" fmla="*/ 28 h 3555"/>
                <a:gd name="T34" fmla="*/ 13 w 1962"/>
                <a:gd name="T35" fmla="*/ 22 h 3555"/>
                <a:gd name="T36" fmla="*/ 13 w 1962"/>
                <a:gd name="T37" fmla="*/ 21 h 3555"/>
                <a:gd name="T38" fmla="*/ 14 w 1962"/>
                <a:gd name="T39" fmla="*/ 21 h 3555"/>
                <a:gd name="T40" fmla="*/ 14 w 1962"/>
                <a:gd name="T41" fmla="*/ 20 h 3555"/>
                <a:gd name="T42" fmla="*/ 15 w 1962"/>
                <a:gd name="T43" fmla="*/ 19 h 3555"/>
                <a:gd name="T44" fmla="*/ 15 w 1962"/>
                <a:gd name="T45" fmla="*/ 18 h 3555"/>
                <a:gd name="T46" fmla="*/ 16 w 1962"/>
                <a:gd name="T47" fmla="*/ 18 h 3555"/>
                <a:gd name="T48" fmla="*/ 16 w 1962"/>
                <a:gd name="T49" fmla="*/ 17 h 3555"/>
                <a:gd name="T50" fmla="*/ 16 w 1962"/>
                <a:gd name="T51" fmla="*/ 16 h 3555"/>
                <a:gd name="T52" fmla="*/ 16 w 1962"/>
                <a:gd name="T53" fmla="*/ 2 h 3555"/>
                <a:gd name="T54" fmla="*/ 16 w 1962"/>
                <a:gd name="T55" fmla="*/ 1 h 3555"/>
                <a:gd name="T56" fmla="*/ 15 w 1962"/>
                <a:gd name="T57" fmla="*/ 1 h 3555"/>
                <a:gd name="T58" fmla="*/ 15 w 1962"/>
                <a:gd name="T59" fmla="*/ 0 h 3555"/>
                <a:gd name="T60" fmla="*/ 15 w 1962"/>
                <a:gd name="T61" fmla="*/ 0 h 3555"/>
                <a:gd name="T62" fmla="*/ 14 w 1962"/>
                <a:gd name="T63" fmla="*/ 0 h 3555"/>
                <a:gd name="T64" fmla="*/ 14 w 1962"/>
                <a:gd name="T65" fmla="*/ 0 h 3555"/>
                <a:gd name="T66" fmla="*/ 13 w 1962"/>
                <a:gd name="T67" fmla="*/ 0 h 3555"/>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962"/>
                <a:gd name="T103" fmla="*/ 0 h 3555"/>
                <a:gd name="T104" fmla="*/ 1962 w 1962"/>
                <a:gd name="T105" fmla="*/ 3555 h 3555"/>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962" h="3555">
                  <a:moveTo>
                    <a:pt x="1594" y="50"/>
                  </a:moveTo>
                  <a:lnTo>
                    <a:pt x="368" y="831"/>
                  </a:lnTo>
                  <a:lnTo>
                    <a:pt x="330" y="858"/>
                  </a:lnTo>
                  <a:lnTo>
                    <a:pt x="294" y="888"/>
                  </a:lnTo>
                  <a:lnTo>
                    <a:pt x="259" y="922"/>
                  </a:lnTo>
                  <a:lnTo>
                    <a:pt x="225" y="961"/>
                  </a:lnTo>
                  <a:lnTo>
                    <a:pt x="193" y="1003"/>
                  </a:lnTo>
                  <a:lnTo>
                    <a:pt x="163" y="1047"/>
                  </a:lnTo>
                  <a:lnTo>
                    <a:pt x="133" y="1094"/>
                  </a:lnTo>
                  <a:lnTo>
                    <a:pt x="108" y="1143"/>
                  </a:lnTo>
                  <a:lnTo>
                    <a:pt x="84" y="1193"/>
                  </a:lnTo>
                  <a:lnTo>
                    <a:pt x="63" y="1246"/>
                  </a:lnTo>
                  <a:lnTo>
                    <a:pt x="44" y="1299"/>
                  </a:lnTo>
                  <a:lnTo>
                    <a:pt x="29" y="1353"/>
                  </a:lnTo>
                  <a:lnTo>
                    <a:pt x="16" y="1405"/>
                  </a:lnTo>
                  <a:lnTo>
                    <a:pt x="7" y="1459"/>
                  </a:lnTo>
                  <a:lnTo>
                    <a:pt x="2" y="1512"/>
                  </a:lnTo>
                  <a:lnTo>
                    <a:pt x="0" y="1565"/>
                  </a:lnTo>
                  <a:lnTo>
                    <a:pt x="0" y="3237"/>
                  </a:lnTo>
                  <a:lnTo>
                    <a:pt x="2" y="3287"/>
                  </a:lnTo>
                  <a:lnTo>
                    <a:pt x="7" y="3333"/>
                  </a:lnTo>
                  <a:lnTo>
                    <a:pt x="16" y="3375"/>
                  </a:lnTo>
                  <a:lnTo>
                    <a:pt x="29" y="3413"/>
                  </a:lnTo>
                  <a:lnTo>
                    <a:pt x="44" y="3447"/>
                  </a:lnTo>
                  <a:lnTo>
                    <a:pt x="63" y="3477"/>
                  </a:lnTo>
                  <a:lnTo>
                    <a:pt x="84" y="3502"/>
                  </a:lnTo>
                  <a:lnTo>
                    <a:pt x="108" y="3522"/>
                  </a:lnTo>
                  <a:lnTo>
                    <a:pt x="133" y="3538"/>
                  </a:lnTo>
                  <a:lnTo>
                    <a:pt x="163" y="3549"/>
                  </a:lnTo>
                  <a:lnTo>
                    <a:pt x="193" y="3555"/>
                  </a:lnTo>
                  <a:lnTo>
                    <a:pt x="225" y="3555"/>
                  </a:lnTo>
                  <a:lnTo>
                    <a:pt x="259" y="3550"/>
                  </a:lnTo>
                  <a:lnTo>
                    <a:pt x="294" y="3541"/>
                  </a:lnTo>
                  <a:lnTo>
                    <a:pt x="330" y="3524"/>
                  </a:lnTo>
                  <a:lnTo>
                    <a:pt x="368" y="3503"/>
                  </a:lnTo>
                  <a:lnTo>
                    <a:pt x="1594" y="2722"/>
                  </a:lnTo>
                  <a:lnTo>
                    <a:pt x="1632" y="2696"/>
                  </a:lnTo>
                  <a:lnTo>
                    <a:pt x="1668" y="2665"/>
                  </a:lnTo>
                  <a:lnTo>
                    <a:pt x="1703" y="2631"/>
                  </a:lnTo>
                  <a:lnTo>
                    <a:pt x="1737" y="2592"/>
                  </a:lnTo>
                  <a:lnTo>
                    <a:pt x="1769" y="2551"/>
                  </a:lnTo>
                  <a:lnTo>
                    <a:pt x="1799" y="2506"/>
                  </a:lnTo>
                  <a:lnTo>
                    <a:pt x="1829" y="2460"/>
                  </a:lnTo>
                  <a:lnTo>
                    <a:pt x="1854" y="2411"/>
                  </a:lnTo>
                  <a:lnTo>
                    <a:pt x="1878" y="2361"/>
                  </a:lnTo>
                  <a:lnTo>
                    <a:pt x="1899" y="2308"/>
                  </a:lnTo>
                  <a:lnTo>
                    <a:pt x="1918" y="2256"/>
                  </a:lnTo>
                  <a:lnTo>
                    <a:pt x="1933" y="2202"/>
                  </a:lnTo>
                  <a:lnTo>
                    <a:pt x="1946" y="2149"/>
                  </a:lnTo>
                  <a:lnTo>
                    <a:pt x="1955" y="2095"/>
                  </a:lnTo>
                  <a:lnTo>
                    <a:pt x="1960" y="2042"/>
                  </a:lnTo>
                  <a:lnTo>
                    <a:pt x="1962" y="1989"/>
                  </a:lnTo>
                  <a:lnTo>
                    <a:pt x="1962" y="319"/>
                  </a:lnTo>
                  <a:lnTo>
                    <a:pt x="1960" y="269"/>
                  </a:lnTo>
                  <a:lnTo>
                    <a:pt x="1955" y="223"/>
                  </a:lnTo>
                  <a:lnTo>
                    <a:pt x="1946" y="180"/>
                  </a:lnTo>
                  <a:lnTo>
                    <a:pt x="1933" y="143"/>
                  </a:lnTo>
                  <a:lnTo>
                    <a:pt x="1918" y="109"/>
                  </a:lnTo>
                  <a:lnTo>
                    <a:pt x="1899" y="79"/>
                  </a:lnTo>
                  <a:lnTo>
                    <a:pt x="1878" y="54"/>
                  </a:lnTo>
                  <a:lnTo>
                    <a:pt x="1854" y="33"/>
                  </a:lnTo>
                  <a:lnTo>
                    <a:pt x="1829" y="17"/>
                  </a:lnTo>
                  <a:lnTo>
                    <a:pt x="1799" y="7"/>
                  </a:lnTo>
                  <a:lnTo>
                    <a:pt x="1769" y="0"/>
                  </a:lnTo>
                  <a:lnTo>
                    <a:pt x="1737" y="0"/>
                  </a:lnTo>
                  <a:lnTo>
                    <a:pt x="1703" y="4"/>
                  </a:lnTo>
                  <a:lnTo>
                    <a:pt x="1668" y="14"/>
                  </a:lnTo>
                  <a:lnTo>
                    <a:pt x="1632" y="29"/>
                  </a:lnTo>
                  <a:lnTo>
                    <a:pt x="1594" y="50"/>
                  </a:lnTo>
                  <a:close/>
                </a:path>
              </a:pathLst>
            </a:custGeom>
            <a:solidFill>
              <a:srgbClr val="E5E5E5"/>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2673" name="Freeform 47"/>
            <p:cNvSpPr>
              <a:spLocks noEditPoints="1"/>
            </p:cNvSpPr>
            <p:nvPr/>
          </p:nvSpPr>
          <p:spPr bwMode="auto">
            <a:xfrm>
              <a:off x="916" y="1589"/>
              <a:ext cx="697" cy="698"/>
            </a:xfrm>
            <a:custGeom>
              <a:avLst/>
              <a:gdLst>
                <a:gd name="T0" fmla="*/ 16 w 3485"/>
                <a:gd name="T1" fmla="*/ 0 h 3490"/>
                <a:gd name="T2" fmla="*/ 17 w 3485"/>
                <a:gd name="T3" fmla="*/ 2 h 3490"/>
                <a:gd name="T4" fmla="*/ 17 w 3485"/>
                <a:gd name="T5" fmla="*/ 3 h 3490"/>
                <a:gd name="T6" fmla="*/ 14 w 3485"/>
                <a:gd name="T7" fmla="*/ 4 h 3490"/>
                <a:gd name="T8" fmla="*/ 12 w 3485"/>
                <a:gd name="T9" fmla="*/ 4 h 3490"/>
                <a:gd name="T10" fmla="*/ 11 w 3485"/>
                <a:gd name="T11" fmla="*/ 2 h 3490"/>
                <a:gd name="T12" fmla="*/ 11 w 3485"/>
                <a:gd name="T13" fmla="*/ 1 h 3490"/>
                <a:gd name="T14" fmla="*/ 14 w 3485"/>
                <a:gd name="T15" fmla="*/ 0 h 3490"/>
                <a:gd name="T16" fmla="*/ 3 w 3485"/>
                <a:gd name="T17" fmla="*/ 7 h 3490"/>
                <a:gd name="T18" fmla="*/ 4 w 3485"/>
                <a:gd name="T19" fmla="*/ 9 h 3490"/>
                <a:gd name="T20" fmla="*/ 3 w 3485"/>
                <a:gd name="T21" fmla="*/ 12 h 3490"/>
                <a:gd name="T22" fmla="*/ 2 w 3485"/>
                <a:gd name="T23" fmla="*/ 13 h 3490"/>
                <a:gd name="T24" fmla="*/ 1 w 3485"/>
                <a:gd name="T25" fmla="*/ 12 h 3490"/>
                <a:gd name="T26" fmla="*/ 0 w 3485"/>
                <a:gd name="T27" fmla="*/ 10 h 3490"/>
                <a:gd name="T28" fmla="*/ 0 w 3485"/>
                <a:gd name="T29" fmla="*/ 8 h 3490"/>
                <a:gd name="T30" fmla="*/ 2 w 3485"/>
                <a:gd name="T31" fmla="*/ 6 h 3490"/>
                <a:gd name="T32" fmla="*/ 10 w 3485"/>
                <a:gd name="T33" fmla="*/ 20 h 3490"/>
                <a:gd name="T34" fmla="*/ 11 w 3485"/>
                <a:gd name="T35" fmla="*/ 22 h 3490"/>
                <a:gd name="T36" fmla="*/ 11 w 3485"/>
                <a:gd name="T37" fmla="*/ 25 h 3490"/>
                <a:gd name="T38" fmla="*/ 10 w 3485"/>
                <a:gd name="T39" fmla="*/ 27 h 3490"/>
                <a:gd name="T40" fmla="*/ 8 w 3485"/>
                <a:gd name="T41" fmla="*/ 26 h 3490"/>
                <a:gd name="T42" fmla="*/ 7 w 3485"/>
                <a:gd name="T43" fmla="*/ 24 h 3490"/>
                <a:gd name="T44" fmla="*/ 7 w 3485"/>
                <a:gd name="T45" fmla="*/ 22 h 3490"/>
                <a:gd name="T46" fmla="*/ 8 w 3485"/>
                <a:gd name="T47" fmla="*/ 20 h 3490"/>
                <a:gd name="T48" fmla="*/ 20 w 3485"/>
                <a:gd name="T49" fmla="*/ 21 h 3490"/>
                <a:gd name="T50" fmla="*/ 21 w 3485"/>
                <a:gd name="T51" fmla="*/ 23 h 3490"/>
                <a:gd name="T52" fmla="*/ 21 w 3485"/>
                <a:gd name="T53" fmla="*/ 26 h 3490"/>
                <a:gd name="T54" fmla="*/ 20 w 3485"/>
                <a:gd name="T55" fmla="*/ 28 h 3490"/>
                <a:gd name="T56" fmla="*/ 18 w 3485"/>
                <a:gd name="T57" fmla="*/ 28 h 3490"/>
                <a:gd name="T58" fmla="*/ 17 w 3485"/>
                <a:gd name="T59" fmla="*/ 26 h 3490"/>
                <a:gd name="T60" fmla="*/ 17 w 3485"/>
                <a:gd name="T61" fmla="*/ 23 h 3490"/>
                <a:gd name="T62" fmla="*/ 18 w 3485"/>
                <a:gd name="T63" fmla="*/ 21 h 3490"/>
                <a:gd name="T64" fmla="*/ 19 w 3485"/>
                <a:gd name="T65" fmla="*/ 11 h 3490"/>
                <a:gd name="T66" fmla="*/ 20 w 3485"/>
                <a:gd name="T67" fmla="*/ 13 h 3490"/>
                <a:gd name="T68" fmla="*/ 21 w 3485"/>
                <a:gd name="T69" fmla="*/ 15 h 3490"/>
                <a:gd name="T70" fmla="*/ 20 w 3485"/>
                <a:gd name="T71" fmla="*/ 17 h 3490"/>
                <a:gd name="T72" fmla="*/ 18 w 3485"/>
                <a:gd name="T73" fmla="*/ 17 h 3490"/>
                <a:gd name="T74" fmla="*/ 17 w 3485"/>
                <a:gd name="T75" fmla="*/ 16 h 3490"/>
                <a:gd name="T76" fmla="*/ 17 w 3485"/>
                <a:gd name="T77" fmla="*/ 13 h 3490"/>
                <a:gd name="T78" fmla="*/ 18 w 3485"/>
                <a:gd name="T79" fmla="*/ 11 h 3490"/>
                <a:gd name="T80" fmla="*/ 26 w 3485"/>
                <a:gd name="T81" fmla="*/ 7 h 3490"/>
                <a:gd name="T82" fmla="*/ 27 w 3485"/>
                <a:gd name="T83" fmla="*/ 8 h 3490"/>
                <a:gd name="T84" fmla="*/ 27 w 3485"/>
                <a:gd name="T85" fmla="*/ 11 h 3490"/>
                <a:gd name="T86" fmla="*/ 26 w 3485"/>
                <a:gd name="T87" fmla="*/ 13 h 3490"/>
                <a:gd name="T88" fmla="*/ 25 w 3485"/>
                <a:gd name="T89" fmla="*/ 13 h 3490"/>
                <a:gd name="T90" fmla="*/ 24 w 3485"/>
                <a:gd name="T91" fmla="*/ 12 h 3490"/>
                <a:gd name="T92" fmla="*/ 24 w 3485"/>
                <a:gd name="T93" fmla="*/ 9 h 3490"/>
                <a:gd name="T94" fmla="*/ 24 w 3485"/>
                <a:gd name="T95" fmla="*/ 7 h 3490"/>
                <a:gd name="T96" fmla="*/ 26 w 3485"/>
                <a:gd name="T97" fmla="*/ 17 h 3490"/>
                <a:gd name="T98" fmla="*/ 27 w 3485"/>
                <a:gd name="T99" fmla="*/ 18 h 3490"/>
                <a:gd name="T100" fmla="*/ 28 w 3485"/>
                <a:gd name="T101" fmla="*/ 21 h 3490"/>
                <a:gd name="T102" fmla="*/ 27 w 3485"/>
                <a:gd name="T103" fmla="*/ 23 h 3490"/>
                <a:gd name="T104" fmla="*/ 26 w 3485"/>
                <a:gd name="T105" fmla="*/ 24 h 3490"/>
                <a:gd name="T106" fmla="*/ 24 w 3485"/>
                <a:gd name="T107" fmla="*/ 23 h 3490"/>
                <a:gd name="T108" fmla="*/ 24 w 3485"/>
                <a:gd name="T109" fmla="*/ 20 h 3490"/>
                <a:gd name="T110" fmla="*/ 25 w 3485"/>
                <a:gd name="T111" fmla="*/ 18 h 3490"/>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w 3485"/>
                <a:gd name="T169" fmla="*/ 0 h 3490"/>
                <a:gd name="T170" fmla="*/ 3485 w 3485"/>
                <a:gd name="T171" fmla="*/ 3490 h 3490"/>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T168" t="T169" r="T170" b="T171"/>
              <a:pathLst>
                <a:path w="3485" h="3490">
                  <a:moveTo>
                    <a:pt x="1754" y="0"/>
                  </a:moveTo>
                  <a:lnTo>
                    <a:pt x="1797" y="2"/>
                  </a:lnTo>
                  <a:lnTo>
                    <a:pt x="1840" y="5"/>
                  </a:lnTo>
                  <a:lnTo>
                    <a:pt x="1881" y="12"/>
                  </a:lnTo>
                  <a:lnTo>
                    <a:pt x="1921" y="20"/>
                  </a:lnTo>
                  <a:lnTo>
                    <a:pt x="1959" y="31"/>
                  </a:lnTo>
                  <a:lnTo>
                    <a:pt x="1994" y="44"/>
                  </a:lnTo>
                  <a:lnTo>
                    <a:pt x="2028" y="59"/>
                  </a:lnTo>
                  <a:lnTo>
                    <a:pt x="2058" y="74"/>
                  </a:lnTo>
                  <a:lnTo>
                    <a:pt x="2086" y="93"/>
                  </a:lnTo>
                  <a:lnTo>
                    <a:pt x="2111" y="113"/>
                  </a:lnTo>
                  <a:lnTo>
                    <a:pt x="2132" y="133"/>
                  </a:lnTo>
                  <a:lnTo>
                    <a:pt x="2151" y="155"/>
                  </a:lnTo>
                  <a:lnTo>
                    <a:pt x="2165" y="179"/>
                  </a:lnTo>
                  <a:lnTo>
                    <a:pt x="2175" y="203"/>
                  </a:lnTo>
                  <a:lnTo>
                    <a:pt x="2182" y="229"/>
                  </a:lnTo>
                  <a:lnTo>
                    <a:pt x="2185" y="255"/>
                  </a:lnTo>
                  <a:lnTo>
                    <a:pt x="2182" y="281"/>
                  </a:lnTo>
                  <a:lnTo>
                    <a:pt x="2175" y="305"/>
                  </a:lnTo>
                  <a:lnTo>
                    <a:pt x="2165" y="330"/>
                  </a:lnTo>
                  <a:lnTo>
                    <a:pt x="2151" y="353"/>
                  </a:lnTo>
                  <a:lnTo>
                    <a:pt x="2132" y="376"/>
                  </a:lnTo>
                  <a:lnTo>
                    <a:pt x="2111" y="397"/>
                  </a:lnTo>
                  <a:lnTo>
                    <a:pt x="2086" y="417"/>
                  </a:lnTo>
                  <a:lnTo>
                    <a:pt x="2058" y="434"/>
                  </a:lnTo>
                  <a:lnTo>
                    <a:pt x="2028" y="451"/>
                  </a:lnTo>
                  <a:lnTo>
                    <a:pt x="1994" y="466"/>
                  </a:lnTo>
                  <a:lnTo>
                    <a:pt x="1959" y="479"/>
                  </a:lnTo>
                  <a:lnTo>
                    <a:pt x="1921" y="489"/>
                  </a:lnTo>
                  <a:lnTo>
                    <a:pt x="1881" y="498"/>
                  </a:lnTo>
                  <a:lnTo>
                    <a:pt x="1840" y="505"/>
                  </a:lnTo>
                  <a:lnTo>
                    <a:pt x="1797" y="508"/>
                  </a:lnTo>
                  <a:lnTo>
                    <a:pt x="1754" y="509"/>
                  </a:lnTo>
                  <a:lnTo>
                    <a:pt x="1710" y="508"/>
                  </a:lnTo>
                  <a:lnTo>
                    <a:pt x="1667" y="505"/>
                  </a:lnTo>
                  <a:lnTo>
                    <a:pt x="1626" y="498"/>
                  </a:lnTo>
                  <a:lnTo>
                    <a:pt x="1586" y="489"/>
                  </a:lnTo>
                  <a:lnTo>
                    <a:pt x="1548" y="479"/>
                  </a:lnTo>
                  <a:lnTo>
                    <a:pt x="1512" y="466"/>
                  </a:lnTo>
                  <a:lnTo>
                    <a:pt x="1479" y="451"/>
                  </a:lnTo>
                  <a:lnTo>
                    <a:pt x="1449" y="434"/>
                  </a:lnTo>
                  <a:lnTo>
                    <a:pt x="1421" y="417"/>
                  </a:lnTo>
                  <a:lnTo>
                    <a:pt x="1395" y="397"/>
                  </a:lnTo>
                  <a:lnTo>
                    <a:pt x="1374" y="376"/>
                  </a:lnTo>
                  <a:lnTo>
                    <a:pt x="1355" y="353"/>
                  </a:lnTo>
                  <a:lnTo>
                    <a:pt x="1341" y="330"/>
                  </a:lnTo>
                  <a:lnTo>
                    <a:pt x="1331" y="305"/>
                  </a:lnTo>
                  <a:lnTo>
                    <a:pt x="1324" y="281"/>
                  </a:lnTo>
                  <a:lnTo>
                    <a:pt x="1321" y="255"/>
                  </a:lnTo>
                  <a:lnTo>
                    <a:pt x="1324" y="229"/>
                  </a:lnTo>
                  <a:lnTo>
                    <a:pt x="1331" y="203"/>
                  </a:lnTo>
                  <a:lnTo>
                    <a:pt x="1341" y="179"/>
                  </a:lnTo>
                  <a:lnTo>
                    <a:pt x="1355" y="155"/>
                  </a:lnTo>
                  <a:lnTo>
                    <a:pt x="1374" y="133"/>
                  </a:lnTo>
                  <a:lnTo>
                    <a:pt x="1395" y="113"/>
                  </a:lnTo>
                  <a:lnTo>
                    <a:pt x="1421" y="93"/>
                  </a:lnTo>
                  <a:lnTo>
                    <a:pt x="1449" y="74"/>
                  </a:lnTo>
                  <a:lnTo>
                    <a:pt x="1479" y="59"/>
                  </a:lnTo>
                  <a:lnTo>
                    <a:pt x="1512" y="44"/>
                  </a:lnTo>
                  <a:lnTo>
                    <a:pt x="1548" y="31"/>
                  </a:lnTo>
                  <a:lnTo>
                    <a:pt x="1586" y="20"/>
                  </a:lnTo>
                  <a:lnTo>
                    <a:pt x="1626" y="12"/>
                  </a:lnTo>
                  <a:lnTo>
                    <a:pt x="1667" y="5"/>
                  </a:lnTo>
                  <a:lnTo>
                    <a:pt x="1710" y="2"/>
                  </a:lnTo>
                  <a:lnTo>
                    <a:pt x="1754" y="0"/>
                  </a:lnTo>
                  <a:close/>
                  <a:moveTo>
                    <a:pt x="239" y="786"/>
                  </a:moveTo>
                  <a:lnTo>
                    <a:pt x="263" y="788"/>
                  </a:lnTo>
                  <a:lnTo>
                    <a:pt x="287" y="794"/>
                  </a:lnTo>
                  <a:lnTo>
                    <a:pt x="309" y="805"/>
                  </a:lnTo>
                  <a:lnTo>
                    <a:pt x="331" y="819"/>
                  </a:lnTo>
                  <a:lnTo>
                    <a:pt x="352" y="836"/>
                  </a:lnTo>
                  <a:lnTo>
                    <a:pt x="372" y="857"/>
                  </a:lnTo>
                  <a:lnTo>
                    <a:pt x="390" y="882"/>
                  </a:lnTo>
                  <a:lnTo>
                    <a:pt x="407" y="909"/>
                  </a:lnTo>
                  <a:lnTo>
                    <a:pt x="423" y="940"/>
                  </a:lnTo>
                  <a:lnTo>
                    <a:pt x="437" y="971"/>
                  </a:lnTo>
                  <a:lnTo>
                    <a:pt x="448" y="1006"/>
                  </a:lnTo>
                  <a:lnTo>
                    <a:pt x="459" y="1043"/>
                  </a:lnTo>
                  <a:lnTo>
                    <a:pt x="467" y="1081"/>
                  </a:lnTo>
                  <a:lnTo>
                    <a:pt x="473" y="1121"/>
                  </a:lnTo>
                  <a:lnTo>
                    <a:pt x="476" y="1163"/>
                  </a:lnTo>
                  <a:lnTo>
                    <a:pt x="478" y="1206"/>
                  </a:lnTo>
                  <a:lnTo>
                    <a:pt x="476" y="1248"/>
                  </a:lnTo>
                  <a:lnTo>
                    <a:pt x="473" y="1290"/>
                  </a:lnTo>
                  <a:lnTo>
                    <a:pt x="467" y="1330"/>
                  </a:lnTo>
                  <a:lnTo>
                    <a:pt x="459" y="1367"/>
                  </a:lnTo>
                  <a:lnTo>
                    <a:pt x="448" y="1405"/>
                  </a:lnTo>
                  <a:lnTo>
                    <a:pt x="437" y="1439"/>
                  </a:lnTo>
                  <a:lnTo>
                    <a:pt x="423" y="1472"/>
                  </a:lnTo>
                  <a:lnTo>
                    <a:pt x="407" y="1501"/>
                  </a:lnTo>
                  <a:lnTo>
                    <a:pt x="390" y="1528"/>
                  </a:lnTo>
                  <a:lnTo>
                    <a:pt x="372" y="1553"/>
                  </a:lnTo>
                  <a:lnTo>
                    <a:pt x="352" y="1574"/>
                  </a:lnTo>
                  <a:lnTo>
                    <a:pt x="331" y="1591"/>
                  </a:lnTo>
                  <a:lnTo>
                    <a:pt x="309" y="1605"/>
                  </a:lnTo>
                  <a:lnTo>
                    <a:pt x="287" y="1616"/>
                  </a:lnTo>
                  <a:lnTo>
                    <a:pt x="263" y="1622"/>
                  </a:lnTo>
                  <a:lnTo>
                    <a:pt x="239" y="1624"/>
                  </a:lnTo>
                  <a:lnTo>
                    <a:pt x="214" y="1622"/>
                  </a:lnTo>
                  <a:lnTo>
                    <a:pt x="191" y="1616"/>
                  </a:lnTo>
                  <a:lnTo>
                    <a:pt x="168" y="1605"/>
                  </a:lnTo>
                  <a:lnTo>
                    <a:pt x="146" y="1591"/>
                  </a:lnTo>
                  <a:lnTo>
                    <a:pt x="125" y="1574"/>
                  </a:lnTo>
                  <a:lnTo>
                    <a:pt x="105" y="1553"/>
                  </a:lnTo>
                  <a:lnTo>
                    <a:pt x="87" y="1528"/>
                  </a:lnTo>
                  <a:lnTo>
                    <a:pt x="70" y="1501"/>
                  </a:lnTo>
                  <a:lnTo>
                    <a:pt x="55" y="1472"/>
                  </a:lnTo>
                  <a:lnTo>
                    <a:pt x="41" y="1439"/>
                  </a:lnTo>
                  <a:lnTo>
                    <a:pt x="29" y="1405"/>
                  </a:lnTo>
                  <a:lnTo>
                    <a:pt x="18" y="1367"/>
                  </a:lnTo>
                  <a:lnTo>
                    <a:pt x="10" y="1330"/>
                  </a:lnTo>
                  <a:lnTo>
                    <a:pt x="4" y="1290"/>
                  </a:lnTo>
                  <a:lnTo>
                    <a:pt x="1" y="1248"/>
                  </a:lnTo>
                  <a:lnTo>
                    <a:pt x="0" y="1206"/>
                  </a:lnTo>
                  <a:lnTo>
                    <a:pt x="1" y="1163"/>
                  </a:lnTo>
                  <a:lnTo>
                    <a:pt x="4" y="1121"/>
                  </a:lnTo>
                  <a:lnTo>
                    <a:pt x="10" y="1081"/>
                  </a:lnTo>
                  <a:lnTo>
                    <a:pt x="18" y="1043"/>
                  </a:lnTo>
                  <a:lnTo>
                    <a:pt x="29" y="1006"/>
                  </a:lnTo>
                  <a:lnTo>
                    <a:pt x="41" y="971"/>
                  </a:lnTo>
                  <a:lnTo>
                    <a:pt x="55" y="940"/>
                  </a:lnTo>
                  <a:lnTo>
                    <a:pt x="70" y="909"/>
                  </a:lnTo>
                  <a:lnTo>
                    <a:pt x="87" y="882"/>
                  </a:lnTo>
                  <a:lnTo>
                    <a:pt x="105" y="857"/>
                  </a:lnTo>
                  <a:lnTo>
                    <a:pt x="125" y="836"/>
                  </a:lnTo>
                  <a:lnTo>
                    <a:pt x="146" y="819"/>
                  </a:lnTo>
                  <a:lnTo>
                    <a:pt x="168" y="805"/>
                  </a:lnTo>
                  <a:lnTo>
                    <a:pt x="191" y="794"/>
                  </a:lnTo>
                  <a:lnTo>
                    <a:pt x="214" y="788"/>
                  </a:lnTo>
                  <a:lnTo>
                    <a:pt x="239" y="786"/>
                  </a:lnTo>
                  <a:close/>
                  <a:moveTo>
                    <a:pt x="1119" y="2495"/>
                  </a:moveTo>
                  <a:lnTo>
                    <a:pt x="1143" y="2498"/>
                  </a:lnTo>
                  <a:lnTo>
                    <a:pt x="1167" y="2504"/>
                  </a:lnTo>
                  <a:lnTo>
                    <a:pt x="1190" y="2514"/>
                  </a:lnTo>
                  <a:lnTo>
                    <a:pt x="1211" y="2528"/>
                  </a:lnTo>
                  <a:lnTo>
                    <a:pt x="1232" y="2546"/>
                  </a:lnTo>
                  <a:lnTo>
                    <a:pt x="1252" y="2567"/>
                  </a:lnTo>
                  <a:lnTo>
                    <a:pt x="1271" y="2592"/>
                  </a:lnTo>
                  <a:lnTo>
                    <a:pt x="1288" y="2618"/>
                  </a:lnTo>
                  <a:lnTo>
                    <a:pt x="1304" y="2648"/>
                  </a:lnTo>
                  <a:lnTo>
                    <a:pt x="1318" y="2681"/>
                  </a:lnTo>
                  <a:lnTo>
                    <a:pt x="1329" y="2715"/>
                  </a:lnTo>
                  <a:lnTo>
                    <a:pt x="1340" y="2752"/>
                  </a:lnTo>
                  <a:lnTo>
                    <a:pt x="1348" y="2790"/>
                  </a:lnTo>
                  <a:lnTo>
                    <a:pt x="1354" y="2830"/>
                  </a:lnTo>
                  <a:lnTo>
                    <a:pt x="1358" y="2872"/>
                  </a:lnTo>
                  <a:lnTo>
                    <a:pt x="1359" y="2914"/>
                  </a:lnTo>
                  <a:lnTo>
                    <a:pt x="1358" y="2956"/>
                  </a:lnTo>
                  <a:lnTo>
                    <a:pt x="1354" y="2998"/>
                  </a:lnTo>
                  <a:lnTo>
                    <a:pt x="1348" y="3038"/>
                  </a:lnTo>
                  <a:lnTo>
                    <a:pt x="1340" y="3077"/>
                  </a:lnTo>
                  <a:lnTo>
                    <a:pt x="1329" y="3113"/>
                  </a:lnTo>
                  <a:lnTo>
                    <a:pt x="1318" y="3147"/>
                  </a:lnTo>
                  <a:lnTo>
                    <a:pt x="1304" y="3180"/>
                  </a:lnTo>
                  <a:lnTo>
                    <a:pt x="1288" y="3209"/>
                  </a:lnTo>
                  <a:lnTo>
                    <a:pt x="1271" y="3238"/>
                  </a:lnTo>
                  <a:lnTo>
                    <a:pt x="1252" y="3261"/>
                  </a:lnTo>
                  <a:lnTo>
                    <a:pt x="1232" y="3282"/>
                  </a:lnTo>
                  <a:lnTo>
                    <a:pt x="1211" y="3301"/>
                  </a:lnTo>
                  <a:lnTo>
                    <a:pt x="1190" y="3315"/>
                  </a:lnTo>
                  <a:lnTo>
                    <a:pt x="1167" y="3325"/>
                  </a:lnTo>
                  <a:lnTo>
                    <a:pt x="1143" y="3331"/>
                  </a:lnTo>
                  <a:lnTo>
                    <a:pt x="1119" y="3334"/>
                  </a:lnTo>
                  <a:lnTo>
                    <a:pt x="1094" y="3331"/>
                  </a:lnTo>
                  <a:lnTo>
                    <a:pt x="1070" y="3325"/>
                  </a:lnTo>
                  <a:lnTo>
                    <a:pt x="1048" y="3315"/>
                  </a:lnTo>
                  <a:lnTo>
                    <a:pt x="1026" y="3301"/>
                  </a:lnTo>
                  <a:lnTo>
                    <a:pt x="1005" y="3282"/>
                  </a:lnTo>
                  <a:lnTo>
                    <a:pt x="985" y="3261"/>
                  </a:lnTo>
                  <a:lnTo>
                    <a:pt x="967" y="3238"/>
                  </a:lnTo>
                  <a:lnTo>
                    <a:pt x="950" y="3209"/>
                  </a:lnTo>
                  <a:lnTo>
                    <a:pt x="935" y="3180"/>
                  </a:lnTo>
                  <a:lnTo>
                    <a:pt x="921" y="3147"/>
                  </a:lnTo>
                  <a:lnTo>
                    <a:pt x="909" y="3113"/>
                  </a:lnTo>
                  <a:lnTo>
                    <a:pt x="898" y="3077"/>
                  </a:lnTo>
                  <a:lnTo>
                    <a:pt x="890" y="3038"/>
                  </a:lnTo>
                  <a:lnTo>
                    <a:pt x="884" y="2998"/>
                  </a:lnTo>
                  <a:lnTo>
                    <a:pt x="881" y="2956"/>
                  </a:lnTo>
                  <a:lnTo>
                    <a:pt x="880" y="2914"/>
                  </a:lnTo>
                  <a:lnTo>
                    <a:pt x="881" y="2872"/>
                  </a:lnTo>
                  <a:lnTo>
                    <a:pt x="884" y="2830"/>
                  </a:lnTo>
                  <a:lnTo>
                    <a:pt x="890" y="2790"/>
                  </a:lnTo>
                  <a:lnTo>
                    <a:pt x="898" y="2752"/>
                  </a:lnTo>
                  <a:lnTo>
                    <a:pt x="909" y="2715"/>
                  </a:lnTo>
                  <a:lnTo>
                    <a:pt x="921" y="2681"/>
                  </a:lnTo>
                  <a:lnTo>
                    <a:pt x="935" y="2648"/>
                  </a:lnTo>
                  <a:lnTo>
                    <a:pt x="950" y="2618"/>
                  </a:lnTo>
                  <a:lnTo>
                    <a:pt x="967" y="2592"/>
                  </a:lnTo>
                  <a:lnTo>
                    <a:pt x="985" y="2567"/>
                  </a:lnTo>
                  <a:lnTo>
                    <a:pt x="1005" y="2546"/>
                  </a:lnTo>
                  <a:lnTo>
                    <a:pt x="1026" y="2528"/>
                  </a:lnTo>
                  <a:lnTo>
                    <a:pt x="1048" y="2514"/>
                  </a:lnTo>
                  <a:lnTo>
                    <a:pt x="1070" y="2504"/>
                  </a:lnTo>
                  <a:lnTo>
                    <a:pt x="1094" y="2498"/>
                  </a:lnTo>
                  <a:lnTo>
                    <a:pt x="1119" y="2495"/>
                  </a:lnTo>
                  <a:close/>
                  <a:moveTo>
                    <a:pt x="2380" y="2651"/>
                  </a:moveTo>
                  <a:lnTo>
                    <a:pt x="2405" y="2654"/>
                  </a:lnTo>
                  <a:lnTo>
                    <a:pt x="2428" y="2660"/>
                  </a:lnTo>
                  <a:lnTo>
                    <a:pt x="2452" y="2670"/>
                  </a:lnTo>
                  <a:lnTo>
                    <a:pt x="2473" y="2684"/>
                  </a:lnTo>
                  <a:lnTo>
                    <a:pt x="2494" y="2703"/>
                  </a:lnTo>
                  <a:lnTo>
                    <a:pt x="2514" y="2724"/>
                  </a:lnTo>
                  <a:lnTo>
                    <a:pt x="2533" y="2747"/>
                  </a:lnTo>
                  <a:lnTo>
                    <a:pt x="2550" y="2774"/>
                  </a:lnTo>
                  <a:lnTo>
                    <a:pt x="2565" y="2805"/>
                  </a:lnTo>
                  <a:lnTo>
                    <a:pt x="2580" y="2838"/>
                  </a:lnTo>
                  <a:lnTo>
                    <a:pt x="2591" y="2872"/>
                  </a:lnTo>
                  <a:lnTo>
                    <a:pt x="2602" y="2908"/>
                  </a:lnTo>
                  <a:lnTo>
                    <a:pt x="2610" y="2947"/>
                  </a:lnTo>
                  <a:lnTo>
                    <a:pt x="2616" y="2987"/>
                  </a:lnTo>
                  <a:lnTo>
                    <a:pt x="2619" y="3029"/>
                  </a:lnTo>
                  <a:lnTo>
                    <a:pt x="2621" y="3071"/>
                  </a:lnTo>
                  <a:lnTo>
                    <a:pt x="2619" y="3113"/>
                  </a:lnTo>
                  <a:lnTo>
                    <a:pt x="2616" y="3155"/>
                  </a:lnTo>
                  <a:lnTo>
                    <a:pt x="2610" y="3195"/>
                  </a:lnTo>
                  <a:lnTo>
                    <a:pt x="2602" y="3233"/>
                  </a:lnTo>
                  <a:lnTo>
                    <a:pt x="2591" y="3270"/>
                  </a:lnTo>
                  <a:lnTo>
                    <a:pt x="2580" y="3304"/>
                  </a:lnTo>
                  <a:lnTo>
                    <a:pt x="2565" y="3337"/>
                  </a:lnTo>
                  <a:lnTo>
                    <a:pt x="2550" y="3367"/>
                  </a:lnTo>
                  <a:lnTo>
                    <a:pt x="2533" y="3393"/>
                  </a:lnTo>
                  <a:lnTo>
                    <a:pt x="2514" y="3418"/>
                  </a:lnTo>
                  <a:lnTo>
                    <a:pt x="2494" y="3439"/>
                  </a:lnTo>
                  <a:lnTo>
                    <a:pt x="2473" y="3457"/>
                  </a:lnTo>
                  <a:lnTo>
                    <a:pt x="2452" y="3471"/>
                  </a:lnTo>
                  <a:lnTo>
                    <a:pt x="2428" y="3481"/>
                  </a:lnTo>
                  <a:lnTo>
                    <a:pt x="2405" y="3487"/>
                  </a:lnTo>
                  <a:lnTo>
                    <a:pt x="2380" y="3490"/>
                  </a:lnTo>
                  <a:lnTo>
                    <a:pt x="2356" y="3487"/>
                  </a:lnTo>
                  <a:lnTo>
                    <a:pt x="2332" y="3481"/>
                  </a:lnTo>
                  <a:lnTo>
                    <a:pt x="2310" y="3471"/>
                  </a:lnTo>
                  <a:lnTo>
                    <a:pt x="2288" y="3457"/>
                  </a:lnTo>
                  <a:lnTo>
                    <a:pt x="2267" y="3439"/>
                  </a:lnTo>
                  <a:lnTo>
                    <a:pt x="2248" y="3418"/>
                  </a:lnTo>
                  <a:lnTo>
                    <a:pt x="2229" y="3393"/>
                  </a:lnTo>
                  <a:lnTo>
                    <a:pt x="2212" y="3367"/>
                  </a:lnTo>
                  <a:lnTo>
                    <a:pt x="2196" y="3337"/>
                  </a:lnTo>
                  <a:lnTo>
                    <a:pt x="2182" y="3304"/>
                  </a:lnTo>
                  <a:lnTo>
                    <a:pt x="2171" y="3270"/>
                  </a:lnTo>
                  <a:lnTo>
                    <a:pt x="2160" y="3233"/>
                  </a:lnTo>
                  <a:lnTo>
                    <a:pt x="2152" y="3195"/>
                  </a:lnTo>
                  <a:lnTo>
                    <a:pt x="2146" y="3155"/>
                  </a:lnTo>
                  <a:lnTo>
                    <a:pt x="2142" y="3113"/>
                  </a:lnTo>
                  <a:lnTo>
                    <a:pt x="2141" y="3071"/>
                  </a:lnTo>
                  <a:lnTo>
                    <a:pt x="2142" y="3029"/>
                  </a:lnTo>
                  <a:lnTo>
                    <a:pt x="2146" y="2987"/>
                  </a:lnTo>
                  <a:lnTo>
                    <a:pt x="2152" y="2947"/>
                  </a:lnTo>
                  <a:lnTo>
                    <a:pt x="2160" y="2908"/>
                  </a:lnTo>
                  <a:lnTo>
                    <a:pt x="2171" y="2872"/>
                  </a:lnTo>
                  <a:lnTo>
                    <a:pt x="2182" y="2838"/>
                  </a:lnTo>
                  <a:lnTo>
                    <a:pt x="2196" y="2805"/>
                  </a:lnTo>
                  <a:lnTo>
                    <a:pt x="2212" y="2774"/>
                  </a:lnTo>
                  <a:lnTo>
                    <a:pt x="2229" y="2747"/>
                  </a:lnTo>
                  <a:lnTo>
                    <a:pt x="2248" y="2724"/>
                  </a:lnTo>
                  <a:lnTo>
                    <a:pt x="2267" y="2703"/>
                  </a:lnTo>
                  <a:lnTo>
                    <a:pt x="2288" y="2684"/>
                  </a:lnTo>
                  <a:lnTo>
                    <a:pt x="2310" y="2670"/>
                  </a:lnTo>
                  <a:lnTo>
                    <a:pt x="2332" y="2660"/>
                  </a:lnTo>
                  <a:lnTo>
                    <a:pt x="2356" y="2654"/>
                  </a:lnTo>
                  <a:lnTo>
                    <a:pt x="2380" y="2651"/>
                  </a:lnTo>
                  <a:close/>
                  <a:moveTo>
                    <a:pt x="2342" y="1355"/>
                  </a:moveTo>
                  <a:lnTo>
                    <a:pt x="2366" y="1357"/>
                  </a:lnTo>
                  <a:lnTo>
                    <a:pt x="2390" y="1363"/>
                  </a:lnTo>
                  <a:lnTo>
                    <a:pt x="2412" y="1373"/>
                  </a:lnTo>
                  <a:lnTo>
                    <a:pt x="2434" y="1387"/>
                  </a:lnTo>
                  <a:lnTo>
                    <a:pt x="2455" y="1405"/>
                  </a:lnTo>
                  <a:lnTo>
                    <a:pt x="2475" y="1426"/>
                  </a:lnTo>
                  <a:lnTo>
                    <a:pt x="2493" y="1451"/>
                  </a:lnTo>
                  <a:lnTo>
                    <a:pt x="2510" y="1478"/>
                  </a:lnTo>
                  <a:lnTo>
                    <a:pt x="2526" y="1507"/>
                  </a:lnTo>
                  <a:lnTo>
                    <a:pt x="2540" y="1540"/>
                  </a:lnTo>
                  <a:lnTo>
                    <a:pt x="2551" y="1574"/>
                  </a:lnTo>
                  <a:lnTo>
                    <a:pt x="2562" y="1611"/>
                  </a:lnTo>
                  <a:lnTo>
                    <a:pt x="2570" y="1649"/>
                  </a:lnTo>
                  <a:lnTo>
                    <a:pt x="2576" y="1689"/>
                  </a:lnTo>
                  <a:lnTo>
                    <a:pt x="2580" y="1731"/>
                  </a:lnTo>
                  <a:lnTo>
                    <a:pt x="2581" y="1773"/>
                  </a:lnTo>
                  <a:lnTo>
                    <a:pt x="2580" y="1815"/>
                  </a:lnTo>
                  <a:lnTo>
                    <a:pt x="2576" y="1858"/>
                  </a:lnTo>
                  <a:lnTo>
                    <a:pt x="2570" y="1897"/>
                  </a:lnTo>
                  <a:lnTo>
                    <a:pt x="2562" y="1936"/>
                  </a:lnTo>
                  <a:lnTo>
                    <a:pt x="2551" y="1972"/>
                  </a:lnTo>
                  <a:lnTo>
                    <a:pt x="2540" y="2008"/>
                  </a:lnTo>
                  <a:lnTo>
                    <a:pt x="2526" y="2039"/>
                  </a:lnTo>
                  <a:lnTo>
                    <a:pt x="2510" y="2070"/>
                  </a:lnTo>
                  <a:lnTo>
                    <a:pt x="2493" y="2097"/>
                  </a:lnTo>
                  <a:lnTo>
                    <a:pt x="2475" y="2121"/>
                  </a:lnTo>
                  <a:lnTo>
                    <a:pt x="2455" y="2142"/>
                  </a:lnTo>
                  <a:lnTo>
                    <a:pt x="2434" y="2160"/>
                  </a:lnTo>
                  <a:lnTo>
                    <a:pt x="2412" y="2174"/>
                  </a:lnTo>
                  <a:lnTo>
                    <a:pt x="2390" y="2185"/>
                  </a:lnTo>
                  <a:lnTo>
                    <a:pt x="2366" y="2191"/>
                  </a:lnTo>
                  <a:lnTo>
                    <a:pt x="2342" y="2193"/>
                  </a:lnTo>
                  <a:lnTo>
                    <a:pt x="2317" y="2191"/>
                  </a:lnTo>
                  <a:lnTo>
                    <a:pt x="2294" y="2185"/>
                  </a:lnTo>
                  <a:lnTo>
                    <a:pt x="2270" y="2174"/>
                  </a:lnTo>
                  <a:lnTo>
                    <a:pt x="2249" y="2160"/>
                  </a:lnTo>
                  <a:lnTo>
                    <a:pt x="2228" y="2142"/>
                  </a:lnTo>
                  <a:lnTo>
                    <a:pt x="2208" y="2121"/>
                  </a:lnTo>
                  <a:lnTo>
                    <a:pt x="2189" y="2097"/>
                  </a:lnTo>
                  <a:lnTo>
                    <a:pt x="2173" y="2070"/>
                  </a:lnTo>
                  <a:lnTo>
                    <a:pt x="2157" y="2039"/>
                  </a:lnTo>
                  <a:lnTo>
                    <a:pt x="2142" y="2008"/>
                  </a:lnTo>
                  <a:lnTo>
                    <a:pt x="2131" y="1972"/>
                  </a:lnTo>
                  <a:lnTo>
                    <a:pt x="2120" y="1936"/>
                  </a:lnTo>
                  <a:lnTo>
                    <a:pt x="2112" y="1897"/>
                  </a:lnTo>
                  <a:lnTo>
                    <a:pt x="2106" y="1858"/>
                  </a:lnTo>
                  <a:lnTo>
                    <a:pt x="2103" y="1815"/>
                  </a:lnTo>
                  <a:lnTo>
                    <a:pt x="2101" y="1773"/>
                  </a:lnTo>
                  <a:lnTo>
                    <a:pt x="2103" y="1731"/>
                  </a:lnTo>
                  <a:lnTo>
                    <a:pt x="2106" y="1689"/>
                  </a:lnTo>
                  <a:lnTo>
                    <a:pt x="2112" y="1649"/>
                  </a:lnTo>
                  <a:lnTo>
                    <a:pt x="2120" y="1611"/>
                  </a:lnTo>
                  <a:lnTo>
                    <a:pt x="2131" y="1574"/>
                  </a:lnTo>
                  <a:lnTo>
                    <a:pt x="2142" y="1540"/>
                  </a:lnTo>
                  <a:lnTo>
                    <a:pt x="2157" y="1507"/>
                  </a:lnTo>
                  <a:lnTo>
                    <a:pt x="2173" y="1478"/>
                  </a:lnTo>
                  <a:lnTo>
                    <a:pt x="2189" y="1451"/>
                  </a:lnTo>
                  <a:lnTo>
                    <a:pt x="2208" y="1426"/>
                  </a:lnTo>
                  <a:lnTo>
                    <a:pt x="2228" y="1405"/>
                  </a:lnTo>
                  <a:lnTo>
                    <a:pt x="2249" y="1387"/>
                  </a:lnTo>
                  <a:lnTo>
                    <a:pt x="2270" y="1373"/>
                  </a:lnTo>
                  <a:lnTo>
                    <a:pt x="2294" y="1363"/>
                  </a:lnTo>
                  <a:lnTo>
                    <a:pt x="2317" y="1357"/>
                  </a:lnTo>
                  <a:lnTo>
                    <a:pt x="2342" y="1355"/>
                  </a:lnTo>
                  <a:close/>
                  <a:moveTo>
                    <a:pt x="3179" y="819"/>
                  </a:moveTo>
                  <a:lnTo>
                    <a:pt x="3204" y="821"/>
                  </a:lnTo>
                  <a:lnTo>
                    <a:pt x="3227" y="827"/>
                  </a:lnTo>
                  <a:lnTo>
                    <a:pt x="3250" y="838"/>
                  </a:lnTo>
                  <a:lnTo>
                    <a:pt x="3272" y="852"/>
                  </a:lnTo>
                  <a:lnTo>
                    <a:pt x="3293" y="869"/>
                  </a:lnTo>
                  <a:lnTo>
                    <a:pt x="3312" y="890"/>
                  </a:lnTo>
                  <a:lnTo>
                    <a:pt x="3331" y="915"/>
                  </a:lnTo>
                  <a:lnTo>
                    <a:pt x="3348" y="942"/>
                  </a:lnTo>
                  <a:lnTo>
                    <a:pt x="3363" y="971"/>
                  </a:lnTo>
                  <a:lnTo>
                    <a:pt x="3377" y="1004"/>
                  </a:lnTo>
                  <a:lnTo>
                    <a:pt x="3389" y="1038"/>
                  </a:lnTo>
                  <a:lnTo>
                    <a:pt x="3400" y="1076"/>
                  </a:lnTo>
                  <a:lnTo>
                    <a:pt x="3408" y="1113"/>
                  </a:lnTo>
                  <a:lnTo>
                    <a:pt x="3414" y="1153"/>
                  </a:lnTo>
                  <a:lnTo>
                    <a:pt x="3417" y="1195"/>
                  </a:lnTo>
                  <a:lnTo>
                    <a:pt x="3418" y="1237"/>
                  </a:lnTo>
                  <a:lnTo>
                    <a:pt x="3417" y="1280"/>
                  </a:lnTo>
                  <a:lnTo>
                    <a:pt x="3414" y="1322"/>
                  </a:lnTo>
                  <a:lnTo>
                    <a:pt x="3408" y="1362"/>
                  </a:lnTo>
                  <a:lnTo>
                    <a:pt x="3400" y="1399"/>
                  </a:lnTo>
                  <a:lnTo>
                    <a:pt x="3389" y="1437"/>
                  </a:lnTo>
                  <a:lnTo>
                    <a:pt x="3377" y="1471"/>
                  </a:lnTo>
                  <a:lnTo>
                    <a:pt x="3363" y="1503"/>
                  </a:lnTo>
                  <a:lnTo>
                    <a:pt x="3348" y="1533"/>
                  </a:lnTo>
                  <a:lnTo>
                    <a:pt x="3331" y="1560"/>
                  </a:lnTo>
                  <a:lnTo>
                    <a:pt x="3312" y="1584"/>
                  </a:lnTo>
                  <a:lnTo>
                    <a:pt x="3293" y="1605"/>
                  </a:lnTo>
                  <a:lnTo>
                    <a:pt x="3272" y="1623"/>
                  </a:lnTo>
                  <a:lnTo>
                    <a:pt x="3250" y="1637"/>
                  </a:lnTo>
                  <a:lnTo>
                    <a:pt x="3227" y="1648"/>
                  </a:lnTo>
                  <a:lnTo>
                    <a:pt x="3204" y="1654"/>
                  </a:lnTo>
                  <a:lnTo>
                    <a:pt x="3179" y="1656"/>
                  </a:lnTo>
                  <a:lnTo>
                    <a:pt x="3155" y="1654"/>
                  </a:lnTo>
                  <a:lnTo>
                    <a:pt x="3131" y="1648"/>
                  </a:lnTo>
                  <a:lnTo>
                    <a:pt x="3108" y="1637"/>
                  </a:lnTo>
                  <a:lnTo>
                    <a:pt x="3087" y="1623"/>
                  </a:lnTo>
                  <a:lnTo>
                    <a:pt x="3066" y="1605"/>
                  </a:lnTo>
                  <a:lnTo>
                    <a:pt x="3046" y="1584"/>
                  </a:lnTo>
                  <a:lnTo>
                    <a:pt x="3027" y="1560"/>
                  </a:lnTo>
                  <a:lnTo>
                    <a:pt x="3011" y="1533"/>
                  </a:lnTo>
                  <a:lnTo>
                    <a:pt x="2994" y="1503"/>
                  </a:lnTo>
                  <a:lnTo>
                    <a:pt x="2980" y="1471"/>
                  </a:lnTo>
                  <a:lnTo>
                    <a:pt x="2968" y="1437"/>
                  </a:lnTo>
                  <a:lnTo>
                    <a:pt x="2958" y="1399"/>
                  </a:lnTo>
                  <a:lnTo>
                    <a:pt x="2950" y="1362"/>
                  </a:lnTo>
                  <a:lnTo>
                    <a:pt x="2944" y="1322"/>
                  </a:lnTo>
                  <a:lnTo>
                    <a:pt x="2940" y="1280"/>
                  </a:lnTo>
                  <a:lnTo>
                    <a:pt x="2939" y="1237"/>
                  </a:lnTo>
                  <a:lnTo>
                    <a:pt x="2940" y="1195"/>
                  </a:lnTo>
                  <a:lnTo>
                    <a:pt x="2944" y="1153"/>
                  </a:lnTo>
                  <a:lnTo>
                    <a:pt x="2950" y="1113"/>
                  </a:lnTo>
                  <a:lnTo>
                    <a:pt x="2958" y="1076"/>
                  </a:lnTo>
                  <a:lnTo>
                    <a:pt x="2968" y="1038"/>
                  </a:lnTo>
                  <a:lnTo>
                    <a:pt x="2980" y="1004"/>
                  </a:lnTo>
                  <a:lnTo>
                    <a:pt x="2994" y="971"/>
                  </a:lnTo>
                  <a:lnTo>
                    <a:pt x="3011" y="942"/>
                  </a:lnTo>
                  <a:lnTo>
                    <a:pt x="3027" y="915"/>
                  </a:lnTo>
                  <a:lnTo>
                    <a:pt x="3046" y="890"/>
                  </a:lnTo>
                  <a:lnTo>
                    <a:pt x="3066" y="869"/>
                  </a:lnTo>
                  <a:lnTo>
                    <a:pt x="3087" y="852"/>
                  </a:lnTo>
                  <a:lnTo>
                    <a:pt x="3108" y="838"/>
                  </a:lnTo>
                  <a:lnTo>
                    <a:pt x="3131" y="827"/>
                  </a:lnTo>
                  <a:lnTo>
                    <a:pt x="3155" y="821"/>
                  </a:lnTo>
                  <a:lnTo>
                    <a:pt x="3179" y="819"/>
                  </a:lnTo>
                  <a:close/>
                  <a:moveTo>
                    <a:pt x="3246" y="2144"/>
                  </a:moveTo>
                  <a:lnTo>
                    <a:pt x="3271" y="2146"/>
                  </a:lnTo>
                  <a:lnTo>
                    <a:pt x="3294" y="2152"/>
                  </a:lnTo>
                  <a:lnTo>
                    <a:pt x="3316" y="2162"/>
                  </a:lnTo>
                  <a:lnTo>
                    <a:pt x="3339" y="2176"/>
                  </a:lnTo>
                  <a:lnTo>
                    <a:pt x="3360" y="2194"/>
                  </a:lnTo>
                  <a:lnTo>
                    <a:pt x="3380" y="2215"/>
                  </a:lnTo>
                  <a:lnTo>
                    <a:pt x="3397" y="2240"/>
                  </a:lnTo>
                  <a:lnTo>
                    <a:pt x="3415" y="2267"/>
                  </a:lnTo>
                  <a:lnTo>
                    <a:pt x="3430" y="2296"/>
                  </a:lnTo>
                  <a:lnTo>
                    <a:pt x="3444" y="2329"/>
                  </a:lnTo>
                  <a:lnTo>
                    <a:pt x="3456" y="2363"/>
                  </a:lnTo>
                  <a:lnTo>
                    <a:pt x="3466" y="2400"/>
                  </a:lnTo>
                  <a:lnTo>
                    <a:pt x="3475" y="2438"/>
                  </a:lnTo>
                  <a:lnTo>
                    <a:pt x="3480" y="2478"/>
                  </a:lnTo>
                  <a:lnTo>
                    <a:pt x="3484" y="2520"/>
                  </a:lnTo>
                  <a:lnTo>
                    <a:pt x="3485" y="2562"/>
                  </a:lnTo>
                  <a:lnTo>
                    <a:pt x="3484" y="2604"/>
                  </a:lnTo>
                  <a:lnTo>
                    <a:pt x="3480" y="2647"/>
                  </a:lnTo>
                  <a:lnTo>
                    <a:pt x="3475" y="2686"/>
                  </a:lnTo>
                  <a:lnTo>
                    <a:pt x="3466" y="2725"/>
                  </a:lnTo>
                  <a:lnTo>
                    <a:pt x="3456" y="2762"/>
                  </a:lnTo>
                  <a:lnTo>
                    <a:pt x="3444" y="2796"/>
                  </a:lnTo>
                  <a:lnTo>
                    <a:pt x="3430" y="2828"/>
                  </a:lnTo>
                  <a:lnTo>
                    <a:pt x="3415" y="2858"/>
                  </a:lnTo>
                  <a:lnTo>
                    <a:pt x="3397" y="2886"/>
                  </a:lnTo>
                  <a:lnTo>
                    <a:pt x="3380" y="2909"/>
                  </a:lnTo>
                  <a:lnTo>
                    <a:pt x="3360" y="2930"/>
                  </a:lnTo>
                  <a:lnTo>
                    <a:pt x="3339" y="2949"/>
                  </a:lnTo>
                  <a:lnTo>
                    <a:pt x="3316" y="2963"/>
                  </a:lnTo>
                  <a:lnTo>
                    <a:pt x="3294" y="2974"/>
                  </a:lnTo>
                  <a:lnTo>
                    <a:pt x="3271" y="2980"/>
                  </a:lnTo>
                  <a:lnTo>
                    <a:pt x="3246" y="2982"/>
                  </a:lnTo>
                  <a:lnTo>
                    <a:pt x="3222" y="2980"/>
                  </a:lnTo>
                  <a:lnTo>
                    <a:pt x="3198" y="2974"/>
                  </a:lnTo>
                  <a:lnTo>
                    <a:pt x="3176" y="2963"/>
                  </a:lnTo>
                  <a:lnTo>
                    <a:pt x="3154" y="2949"/>
                  </a:lnTo>
                  <a:lnTo>
                    <a:pt x="3133" y="2930"/>
                  </a:lnTo>
                  <a:lnTo>
                    <a:pt x="3113" y="2909"/>
                  </a:lnTo>
                  <a:lnTo>
                    <a:pt x="3095" y="2886"/>
                  </a:lnTo>
                  <a:lnTo>
                    <a:pt x="3077" y="2858"/>
                  </a:lnTo>
                  <a:lnTo>
                    <a:pt x="3062" y="2828"/>
                  </a:lnTo>
                  <a:lnTo>
                    <a:pt x="3048" y="2796"/>
                  </a:lnTo>
                  <a:lnTo>
                    <a:pt x="3036" y="2762"/>
                  </a:lnTo>
                  <a:lnTo>
                    <a:pt x="3026" y="2725"/>
                  </a:lnTo>
                  <a:lnTo>
                    <a:pt x="3018" y="2686"/>
                  </a:lnTo>
                  <a:lnTo>
                    <a:pt x="3012" y="2647"/>
                  </a:lnTo>
                  <a:lnTo>
                    <a:pt x="3008" y="2604"/>
                  </a:lnTo>
                  <a:lnTo>
                    <a:pt x="3007" y="2562"/>
                  </a:lnTo>
                  <a:lnTo>
                    <a:pt x="3008" y="2520"/>
                  </a:lnTo>
                  <a:lnTo>
                    <a:pt x="3012" y="2478"/>
                  </a:lnTo>
                  <a:lnTo>
                    <a:pt x="3018" y="2438"/>
                  </a:lnTo>
                  <a:lnTo>
                    <a:pt x="3026" y="2400"/>
                  </a:lnTo>
                  <a:lnTo>
                    <a:pt x="3036" y="2363"/>
                  </a:lnTo>
                  <a:lnTo>
                    <a:pt x="3048" y="2329"/>
                  </a:lnTo>
                  <a:lnTo>
                    <a:pt x="3062" y="2296"/>
                  </a:lnTo>
                  <a:lnTo>
                    <a:pt x="3077" y="2267"/>
                  </a:lnTo>
                  <a:lnTo>
                    <a:pt x="3095" y="2240"/>
                  </a:lnTo>
                  <a:lnTo>
                    <a:pt x="3113" y="2215"/>
                  </a:lnTo>
                  <a:lnTo>
                    <a:pt x="3133" y="2194"/>
                  </a:lnTo>
                  <a:lnTo>
                    <a:pt x="3154" y="2176"/>
                  </a:lnTo>
                  <a:lnTo>
                    <a:pt x="3176" y="2162"/>
                  </a:lnTo>
                  <a:lnTo>
                    <a:pt x="3198" y="2152"/>
                  </a:lnTo>
                  <a:lnTo>
                    <a:pt x="3222" y="2146"/>
                  </a:lnTo>
                  <a:lnTo>
                    <a:pt x="3246" y="214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2674" name="Freeform 48"/>
            <p:cNvSpPr>
              <a:spLocks/>
            </p:cNvSpPr>
            <p:nvPr/>
          </p:nvSpPr>
          <p:spPr bwMode="auto">
            <a:xfrm>
              <a:off x="1267" y="1588"/>
              <a:ext cx="87" cy="52"/>
            </a:xfrm>
            <a:custGeom>
              <a:avLst/>
              <a:gdLst>
                <a:gd name="T0" fmla="*/ 3 w 437"/>
                <a:gd name="T1" fmla="*/ 2 h 260"/>
                <a:gd name="T2" fmla="*/ 3 w 437"/>
                <a:gd name="T3" fmla="*/ 2 h 260"/>
                <a:gd name="T4" fmla="*/ 3 w 437"/>
                <a:gd name="T5" fmla="*/ 2 h 260"/>
                <a:gd name="T6" fmla="*/ 3 w 437"/>
                <a:gd name="T7" fmla="*/ 2 h 260"/>
                <a:gd name="T8" fmla="*/ 3 w 437"/>
                <a:gd name="T9" fmla="*/ 1 h 260"/>
                <a:gd name="T10" fmla="*/ 3 w 437"/>
                <a:gd name="T11" fmla="*/ 1 h 260"/>
                <a:gd name="T12" fmla="*/ 3 w 437"/>
                <a:gd name="T13" fmla="*/ 1 h 260"/>
                <a:gd name="T14" fmla="*/ 3 w 437"/>
                <a:gd name="T15" fmla="*/ 1 h 260"/>
                <a:gd name="T16" fmla="*/ 3 w 437"/>
                <a:gd name="T17" fmla="*/ 1 h 260"/>
                <a:gd name="T18" fmla="*/ 2 w 437"/>
                <a:gd name="T19" fmla="*/ 1 h 260"/>
                <a:gd name="T20" fmla="*/ 2 w 437"/>
                <a:gd name="T21" fmla="*/ 0 h 260"/>
                <a:gd name="T22" fmla="*/ 2 w 437"/>
                <a:gd name="T23" fmla="*/ 0 h 260"/>
                <a:gd name="T24" fmla="*/ 2 w 437"/>
                <a:gd name="T25" fmla="*/ 0 h 260"/>
                <a:gd name="T26" fmla="*/ 1 w 437"/>
                <a:gd name="T27" fmla="*/ 0 h 260"/>
                <a:gd name="T28" fmla="*/ 1 w 437"/>
                <a:gd name="T29" fmla="*/ 0 h 260"/>
                <a:gd name="T30" fmla="*/ 1 w 437"/>
                <a:gd name="T31" fmla="*/ 0 h 260"/>
                <a:gd name="T32" fmla="*/ 0 w 437"/>
                <a:gd name="T33" fmla="*/ 0 h 260"/>
                <a:gd name="T34" fmla="*/ 0 w 437"/>
                <a:gd name="T35" fmla="*/ 0 h 260"/>
                <a:gd name="T36" fmla="*/ 0 w 437"/>
                <a:gd name="T37" fmla="*/ 0 h 260"/>
                <a:gd name="T38" fmla="*/ 0 w 437"/>
                <a:gd name="T39" fmla="*/ 0 h 260"/>
                <a:gd name="T40" fmla="*/ 1 w 437"/>
                <a:gd name="T41" fmla="*/ 0 h 260"/>
                <a:gd name="T42" fmla="*/ 1 w 437"/>
                <a:gd name="T43" fmla="*/ 0 h 260"/>
                <a:gd name="T44" fmla="*/ 1 w 437"/>
                <a:gd name="T45" fmla="*/ 0 h 260"/>
                <a:gd name="T46" fmla="*/ 2 w 437"/>
                <a:gd name="T47" fmla="*/ 0 h 260"/>
                <a:gd name="T48" fmla="*/ 2 w 437"/>
                <a:gd name="T49" fmla="*/ 0 h 260"/>
                <a:gd name="T50" fmla="*/ 2 w 437"/>
                <a:gd name="T51" fmla="*/ 1 h 260"/>
                <a:gd name="T52" fmla="*/ 2 w 437"/>
                <a:gd name="T53" fmla="*/ 1 h 260"/>
                <a:gd name="T54" fmla="*/ 3 w 437"/>
                <a:gd name="T55" fmla="*/ 1 h 260"/>
                <a:gd name="T56" fmla="*/ 3 w 437"/>
                <a:gd name="T57" fmla="*/ 1 h 260"/>
                <a:gd name="T58" fmla="*/ 3 w 437"/>
                <a:gd name="T59" fmla="*/ 1 h 260"/>
                <a:gd name="T60" fmla="*/ 3 w 437"/>
                <a:gd name="T61" fmla="*/ 1 h 260"/>
                <a:gd name="T62" fmla="*/ 3 w 437"/>
                <a:gd name="T63" fmla="*/ 1 h 260"/>
                <a:gd name="T64" fmla="*/ 3 w 437"/>
                <a:gd name="T65" fmla="*/ 2 h 260"/>
                <a:gd name="T66" fmla="*/ 3 w 437"/>
                <a:gd name="T67" fmla="*/ 2 h 260"/>
                <a:gd name="T68" fmla="*/ 3 w 437"/>
                <a:gd name="T69" fmla="*/ 2 h 260"/>
                <a:gd name="T70" fmla="*/ 3 w 437"/>
                <a:gd name="T71" fmla="*/ 2 h 260"/>
                <a:gd name="T72" fmla="*/ 3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437" y="260"/>
                  </a:moveTo>
                  <a:lnTo>
                    <a:pt x="437" y="260"/>
                  </a:lnTo>
                  <a:lnTo>
                    <a:pt x="434" y="233"/>
                  </a:lnTo>
                  <a:lnTo>
                    <a:pt x="427" y="206"/>
                  </a:lnTo>
                  <a:lnTo>
                    <a:pt x="417" y="181"/>
                  </a:lnTo>
                  <a:lnTo>
                    <a:pt x="401" y="157"/>
                  </a:lnTo>
                  <a:lnTo>
                    <a:pt x="383" y="133"/>
                  </a:lnTo>
                  <a:lnTo>
                    <a:pt x="360" y="113"/>
                  </a:lnTo>
                  <a:lnTo>
                    <a:pt x="336" y="93"/>
                  </a:lnTo>
                  <a:lnTo>
                    <a:pt x="308" y="73"/>
                  </a:lnTo>
                  <a:lnTo>
                    <a:pt x="276" y="58"/>
                  </a:lnTo>
                  <a:lnTo>
                    <a:pt x="242" y="43"/>
                  </a:lnTo>
                  <a:lnTo>
                    <a:pt x="207" y="30"/>
                  </a:lnTo>
                  <a:lnTo>
                    <a:pt x="168" y="19"/>
                  </a:lnTo>
                  <a:lnTo>
                    <a:pt x="128" y="11"/>
                  </a:lnTo>
                  <a:lnTo>
                    <a:pt x="87" y="4"/>
                  </a:lnTo>
                  <a:lnTo>
                    <a:pt x="43" y="1"/>
                  </a:lnTo>
                  <a:lnTo>
                    <a:pt x="0" y="0"/>
                  </a:lnTo>
                  <a:lnTo>
                    <a:pt x="0" y="11"/>
                  </a:lnTo>
                  <a:lnTo>
                    <a:pt x="43" y="12"/>
                  </a:lnTo>
                  <a:lnTo>
                    <a:pt x="85" y="16"/>
                  </a:lnTo>
                  <a:lnTo>
                    <a:pt x="126" y="23"/>
                  </a:lnTo>
                  <a:lnTo>
                    <a:pt x="166" y="31"/>
                  </a:lnTo>
                  <a:lnTo>
                    <a:pt x="202" y="42"/>
                  </a:lnTo>
                  <a:lnTo>
                    <a:pt x="237" y="55"/>
                  </a:lnTo>
                  <a:lnTo>
                    <a:pt x="271" y="70"/>
                  </a:lnTo>
                  <a:lnTo>
                    <a:pt x="301" y="85"/>
                  </a:lnTo>
                  <a:lnTo>
                    <a:pt x="329" y="103"/>
                  </a:lnTo>
                  <a:lnTo>
                    <a:pt x="353" y="123"/>
                  </a:lnTo>
                  <a:lnTo>
                    <a:pt x="373" y="143"/>
                  </a:lnTo>
                  <a:lnTo>
                    <a:pt x="392" y="164"/>
                  </a:lnTo>
                  <a:lnTo>
                    <a:pt x="405" y="186"/>
                  </a:lnTo>
                  <a:lnTo>
                    <a:pt x="415" y="211"/>
                  </a:lnTo>
                  <a:lnTo>
                    <a:pt x="422" y="235"/>
                  </a:lnTo>
                  <a:lnTo>
                    <a:pt x="425" y="260"/>
                  </a:lnTo>
                  <a:lnTo>
                    <a:pt x="437"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2675" name="Freeform 49"/>
            <p:cNvSpPr>
              <a:spLocks/>
            </p:cNvSpPr>
            <p:nvPr/>
          </p:nvSpPr>
          <p:spPr bwMode="auto">
            <a:xfrm>
              <a:off x="1267" y="1640"/>
              <a:ext cx="87" cy="52"/>
            </a:xfrm>
            <a:custGeom>
              <a:avLst/>
              <a:gdLst>
                <a:gd name="T0" fmla="*/ 0 w 437"/>
                <a:gd name="T1" fmla="*/ 2 h 260"/>
                <a:gd name="T2" fmla="*/ 0 w 437"/>
                <a:gd name="T3" fmla="*/ 2 h 260"/>
                <a:gd name="T4" fmla="*/ 0 w 437"/>
                <a:gd name="T5" fmla="*/ 2 h 260"/>
                <a:gd name="T6" fmla="*/ 1 w 437"/>
                <a:gd name="T7" fmla="*/ 2 h 260"/>
                <a:gd name="T8" fmla="*/ 1 w 437"/>
                <a:gd name="T9" fmla="*/ 2 h 260"/>
                <a:gd name="T10" fmla="*/ 1 w 437"/>
                <a:gd name="T11" fmla="*/ 2 h 260"/>
                <a:gd name="T12" fmla="*/ 2 w 437"/>
                <a:gd name="T13" fmla="*/ 2 h 260"/>
                <a:gd name="T14" fmla="*/ 2 w 437"/>
                <a:gd name="T15" fmla="*/ 2 h 260"/>
                <a:gd name="T16" fmla="*/ 2 w 437"/>
                <a:gd name="T17" fmla="*/ 2 h 260"/>
                <a:gd name="T18" fmla="*/ 2 w 437"/>
                <a:gd name="T19" fmla="*/ 1 h 260"/>
                <a:gd name="T20" fmla="*/ 3 w 437"/>
                <a:gd name="T21" fmla="*/ 1 h 260"/>
                <a:gd name="T22" fmla="*/ 3 w 437"/>
                <a:gd name="T23" fmla="*/ 1 h 260"/>
                <a:gd name="T24" fmla="*/ 3 w 437"/>
                <a:gd name="T25" fmla="*/ 1 h 260"/>
                <a:gd name="T26" fmla="*/ 3 w 437"/>
                <a:gd name="T27" fmla="*/ 1 h 260"/>
                <a:gd name="T28" fmla="*/ 3 w 437"/>
                <a:gd name="T29" fmla="*/ 1 h 260"/>
                <a:gd name="T30" fmla="*/ 3 w 437"/>
                <a:gd name="T31" fmla="*/ 0 h 260"/>
                <a:gd name="T32" fmla="*/ 3 w 437"/>
                <a:gd name="T33" fmla="*/ 0 h 260"/>
                <a:gd name="T34" fmla="*/ 3 w 437"/>
                <a:gd name="T35" fmla="*/ 0 h 260"/>
                <a:gd name="T36" fmla="*/ 3 w 437"/>
                <a:gd name="T37" fmla="*/ 0 h 260"/>
                <a:gd name="T38" fmla="*/ 3 w 437"/>
                <a:gd name="T39" fmla="*/ 0 h 260"/>
                <a:gd name="T40" fmla="*/ 3 w 437"/>
                <a:gd name="T41" fmla="*/ 0 h 260"/>
                <a:gd name="T42" fmla="*/ 3 w 437"/>
                <a:gd name="T43" fmla="*/ 1 h 260"/>
                <a:gd name="T44" fmla="*/ 3 w 437"/>
                <a:gd name="T45" fmla="*/ 1 h 260"/>
                <a:gd name="T46" fmla="*/ 3 w 437"/>
                <a:gd name="T47" fmla="*/ 1 h 260"/>
                <a:gd name="T48" fmla="*/ 3 w 437"/>
                <a:gd name="T49" fmla="*/ 1 h 260"/>
                <a:gd name="T50" fmla="*/ 3 w 437"/>
                <a:gd name="T51" fmla="*/ 1 h 260"/>
                <a:gd name="T52" fmla="*/ 2 w 437"/>
                <a:gd name="T53" fmla="*/ 1 h 260"/>
                <a:gd name="T54" fmla="*/ 2 w 437"/>
                <a:gd name="T55" fmla="*/ 2 h 260"/>
                <a:gd name="T56" fmla="*/ 2 w 437"/>
                <a:gd name="T57" fmla="*/ 2 h 260"/>
                <a:gd name="T58" fmla="*/ 2 w 437"/>
                <a:gd name="T59" fmla="*/ 2 h 260"/>
                <a:gd name="T60" fmla="*/ 1 w 437"/>
                <a:gd name="T61" fmla="*/ 2 h 260"/>
                <a:gd name="T62" fmla="*/ 1 w 437"/>
                <a:gd name="T63" fmla="*/ 2 h 260"/>
                <a:gd name="T64" fmla="*/ 1 w 437"/>
                <a:gd name="T65" fmla="*/ 2 h 260"/>
                <a:gd name="T66" fmla="*/ 0 w 437"/>
                <a:gd name="T67" fmla="*/ 2 h 260"/>
                <a:gd name="T68" fmla="*/ 0 w 437"/>
                <a:gd name="T69" fmla="*/ 2 h 260"/>
                <a:gd name="T70" fmla="*/ 0 w 437"/>
                <a:gd name="T71" fmla="*/ 2 h 260"/>
                <a:gd name="T72" fmla="*/ 0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0" y="260"/>
                  </a:moveTo>
                  <a:lnTo>
                    <a:pt x="0" y="260"/>
                  </a:lnTo>
                  <a:lnTo>
                    <a:pt x="43" y="259"/>
                  </a:lnTo>
                  <a:lnTo>
                    <a:pt x="87" y="255"/>
                  </a:lnTo>
                  <a:lnTo>
                    <a:pt x="128" y="248"/>
                  </a:lnTo>
                  <a:lnTo>
                    <a:pt x="168" y="240"/>
                  </a:lnTo>
                  <a:lnTo>
                    <a:pt x="207" y="230"/>
                  </a:lnTo>
                  <a:lnTo>
                    <a:pt x="242" y="217"/>
                  </a:lnTo>
                  <a:lnTo>
                    <a:pt x="276" y="202"/>
                  </a:lnTo>
                  <a:lnTo>
                    <a:pt x="308" y="185"/>
                  </a:lnTo>
                  <a:lnTo>
                    <a:pt x="336" y="166"/>
                  </a:lnTo>
                  <a:lnTo>
                    <a:pt x="360" y="146"/>
                  </a:lnTo>
                  <a:lnTo>
                    <a:pt x="383" y="125"/>
                  </a:lnTo>
                  <a:lnTo>
                    <a:pt x="401" y="102"/>
                  </a:lnTo>
                  <a:lnTo>
                    <a:pt x="417" y="77"/>
                  </a:lnTo>
                  <a:lnTo>
                    <a:pt x="427" y="53"/>
                  </a:lnTo>
                  <a:lnTo>
                    <a:pt x="434" y="27"/>
                  </a:lnTo>
                  <a:lnTo>
                    <a:pt x="437" y="0"/>
                  </a:lnTo>
                  <a:lnTo>
                    <a:pt x="425" y="0"/>
                  </a:lnTo>
                  <a:lnTo>
                    <a:pt x="422" y="24"/>
                  </a:lnTo>
                  <a:lnTo>
                    <a:pt x="415" y="48"/>
                  </a:lnTo>
                  <a:lnTo>
                    <a:pt x="405" y="73"/>
                  </a:lnTo>
                  <a:lnTo>
                    <a:pt x="392" y="95"/>
                  </a:lnTo>
                  <a:lnTo>
                    <a:pt x="373" y="116"/>
                  </a:lnTo>
                  <a:lnTo>
                    <a:pt x="353" y="137"/>
                  </a:lnTo>
                  <a:lnTo>
                    <a:pt x="329" y="157"/>
                  </a:lnTo>
                  <a:lnTo>
                    <a:pt x="301" y="173"/>
                  </a:lnTo>
                  <a:lnTo>
                    <a:pt x="271" y="190"/>
                  </a:lnTo>
                  <a:lnTo>
                    <a:pt x="237" y="205"/>
                  </a:lnTo>
                  <a:lnTo>
                    <a:pt x="202" y="218"/>
                  </a:lnTo>
                  <a:lnTo>
                    <a:pt x="166" y="228"/>
                  </a:lnTo>
                  <a:lnTo>
                    <a:pt x="126" y="237"/>
                  </a:lnTo>
                  <a:lnTo>
                    <a:pt x="85" y="244"/>
                  </a:lnTo>
                  <a:lnTo>
                    <a:pt x="43" y="247"/>
                  </a:lnTo>
                  <a:lnTo>
                    <a:pt x="0" y="248"/>
                  </a:lnTo>
                  <a:lnTo>
                    <a:pt x="0"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2676" name="Freeform 50"/>
            <p:cNvSpPr>
              <a:spLocks/>
            </p:cNvSpPr>
            <p:nvPr/>
          </p:nvSpPr>
          <p:spPr bwMode="auto">
            <a:xfrm>
              <a:off x="1179" y="1640"/>
              <a:ext cx="88" cy="52"/>
            </a:xfrm>
            <a:custGeom>
              <a:avLst/>
              <a:gdLst>
                <a:gd name="T0" fmla="*/ 0 w 439"/>
                <a:gd name="T1" fmla="*/ 0 h 260"/>
                <a:gd name="T2" fmla="*/ 0 w 439"/>
                <a:gd name="T3" fmla="*/ 0 h 260"/>
                <a:gd name="T4" fmla="*/ 0 w 439"/>
                <a:gd name="T5" fmla="*/ 0 h 260"/>
                <a:gd name="T6" fmla="*/ 0 w 439"/>
                <a:gd name="T7" fmla="*/ 0 h 260"/>
                <a:gd name="T8" fmla="*/ 0 w 439"/>
                <a:gd name="T9" fmla="*/ 1 h 260"/>
                <a:gd name="T10" fmla="*/ 0 w 439"/>
                <a:gd name="T11" fmla="*/ 1 h 260"/>
                <a:gd name="T12" fmla="*/ 0 w 439"/>
                <a:gd name="T13" fmla="*/ 1 h 260"/>
                <a:gd name="T14" fmla="*/ 1 w 439"/>
                <a:gd name="T15" fmla="*/ 1 h 260"/>
                <a:gd name="T16" fmla="*/ 1 w 439"/>
                <a:gd name="T17" fmla="*/ 1 h 260"/>
                <a:gd name="T18" fmla="*/ 1 w 439"/>
                <a:gd name="T19" fmla="*/ 1 h 260"/>
                <a:gd name="T20" fmla="*/ 1 w 439"/>
                <a:gd name="T21" fmla="*/ 2 h 260"/>
                <a:gd name="T22" fmla="*/ 2 w 439"/>
                <a:gd name="T23" fmla="*/ 2 h 260"/>
                <a:gd name="T24" fmla="*/ 2 w 439"/>
                <a:gd name="T25" fmla="*/ 2 h 260"/>
                <a:gd name="T26" fmla="*/ 2 w 439"/>
                <a:gd name="T27" fmla="*/ 2 h 260"/>
                <a:gd name="T28" fmla="*/ 2 w 439"/>
                <a:gd name="T29" fmla="*/ 2 h 260"/>
                <a:gd name="T30" fmla="*/ 3 w 439"/>
                <a:gd name="T31" fmla="*/ 2 h 260"/>
                <a:gd name="T32" fmla="*/ 3 w 439"/>
                <a:gd name="T33" fmla="*/ 2 h 260"/>
                <a:gd name="T34" fmla="*/ 4 w 439"/>
                <a:gd name="T35" fmla="*/ 2 h 260"/>
                <a:gd name="T36" fmla="*/ 4 w 439"/>
                <a:gd name="T37" fmla="*/ 2 h 260"/>
                <a:gd name="T38" fmla="*/ 3 w 439"/>
                <a:gd name="T39" fmla="*/ 2 h 260"/>
                <a:gd name="T40" fmla="*/ 3 w 439"/>
                <a:gd name="T41" fmla="*/ 2 h 260"/>
                <a:gd name="T42" fmla="*/ 3 w 439"/>
                <a:gd name="T43" fmla="*/ 2 h 260"/>
                <a:gd name="T44" fmla="*/ 2 w 439"/>
                <a:gd name="T45" fmla="*/ 2 h 260"/>
                <a:gd name="T46" fmla="*/ 2 w 439"/>
                <a:gd name="T47" fmla="*/ 2 h 260"/>
                <a:gd name="T48" fmla="*/ 2 w 439"/>
                <a:gd name="T49" fmla="*/ 2 h 260"/>
                <a:gd name="T50" fmla="*/ 1 w 439"/>
                <a:gd name="T51" fmla="*/ 2 h 260"/>
                <a:gd name="T52" fmla="*/ 1 w 439"/>
                <a:gd name="T53" fmla="*/ 1 h 260"/>
                <a:gd name="T54" fmla="*/ 1 w 439"/>
                <a:gd name="T55" fmla="*/ 1 h 260"/>
                <a:gd name="T56" fmla="*/ 1 w 439"/>
                <a:gd name="T57" fmla="*/ 1 h 260"/>
                <a:gd name="T58" fmla="*/ 1 w 439"/>
                <a:gd name="T59" fmla="*/ 1 h 260"/>
                <a:gd name="T60" fmla="*/ 0 w 439"/>
                <a:gd name="T61" fmla="*/ 1 h 260"/>
                <a:gd name="T62" fmla="*/ 0 w 439"/>
                <a:gd name="T63" fmla="*/ 1 h 260"/>
                <a:gd name="T64" fmla="*/ 0 w 439"/>
                <a:gd name="T65" fmla="*/ 0 h 260"/>
                <a:gd name="T66" fmla="*/ 0 w 439"/>
                <a:gd name="T67" fmla="*/ 0 h 260"/>
                <a:gd name="T68" fmla="*/ 0 w 439"/>
                <a:gd name="T69" fmla="*/ 0 h 260"/>
                <a:gd name="T70" fmla="*/ 0 w 439"/>
                <a:gd name="T71" fmla="*/ 0 h 260"/>
                <a:gd name="T72" fmla="*/ 0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0" y="0"/>
                  </a:moveTo>
                  <a:lnTo>
                    <a:pt x="0" y="0"/>
                  </a:lnTo>
                  <a:lnTo>
                    <a:pt x="3" y="27"/>
                  </a:lnTo>
                  <a:lnTo>
                    <a:pt x="10" y="53"/>
                  </a:lnTo>
                  <a:lnTo>
                    <a:pt x="20" y="77"/>
                  </a:lnTo>
                  <a:lnTo>
                    <a:pt x="35" y="102"/>
                  </a:lnTo>
                  <a:lnTo>
                    <a:pt x="54" y="125"/>
                  </a:lnTo>
                  <a:lnTo>
                    <a:pt x="76" y="146"/>
                  </a:lnTo>
                  <a:lnTo>
                    <a:pt x="102" y="166"/>
                  </a:lnTo>
                  <a:lnTo>
                    <a:pt x="130" y="185"/>
                  </a:lnTo>
                  <a:lnTo>
                    <a:pt x="162" y="202"/>
                  </a:lnTo>
                  <a:lnTo>
                    <a:pt x="195" y="217"/>
                  </a:lnTo>
                  <a:lnTo>
                    <a:pt x="231" y="230"/>
                  </a:lnTo>
                  <a:lnTo>
                    <a:pt x="270" y="240"/>
                  </a:lnTo>
                  <a:lnTo>
                    <a:pt x="310" y="248"/>
                  </a:lnTo>
                  <a:lnTo>
                    <a:pt x="351" y="255"/>
                  </a:lnTo>
                  <a:lnTo>
                    <a:pt x="395" y="259"/>
                  </a:lnTo>
                  <a:lnTo>
                    <a:pt x="439" y="260"/>
                  </a:lnTo>
                  <a:lnTo>
                    <a:pt x="439" y="248"/>
                  </a:lnTo>
                  <a:lnTo>
                    <a:pt x="395" y="247"/>
                  </a:lnTo>
                  <a:lnTo>
                    <a:pt x="353" y="244"/>
                  </a:lnTo>
                  <a:lnTo>
                    <a:pt x="312" y="237"/>
                  </a:lnTo>
                  <a:lnTo>
                    <a:pt x="272" y="228"/>
                  </a:lnTo>
                  <a:lnTo>
                    <a:pt x="236" y="218"/>
                  </a:lnTo>
                  <a:lnTo>
                    <a:pt x="200" y="205"/>
                  </a:lnTo>
                  <a:lnTo>
                    <a:pt x="167" y="190"/>
                  </a:lnTo>
                  <a:lnTo>
                    <a:pt x="137" y="173"/>
                  </a:lnTo>
                  <a:lnTo>
                    <a:pt x="109" y="157"/>
                  </a:lnTo>
                  <a:lnTo>
                    <a:pt x="84" y="137"/>
                  </a:lnTo>
                  <a:lnTo>
                    <a:pt x="64" y="116"/>
                  </a:lnTo>
                  <a:lnTo>
                    <a:pt x="45" y="95"/>
                  </a:lnTo>
                  <a:lnTo>
                    <a:pt x="32" y="73"/>
                  </a:lnTo>
                  <a:lnTo>
                    <a:pt x="21" y="48"/>
                  </a:lnTo>
                  <a:lnTo>
                    <a:pt x="14" y="24"/>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2677" name="Freeform 51"/>
            <p:cNvSpPr>
              <a:spLocks/>
            </p:cNvSpPr>
            <p:nvPr/>
          </p:nvSpPr>
          <p:spPr bwMode="auto">
            <a:xfrm>
              <a:off x="1179" y="1588"/>
              <a:ext cx="88" cy="52"/>
            </a:xfrm>
            <a:custGeom>
              <a:avLst/>
              <a:gdLst>
                <a:gd name="T0" fmla="*/ 4 w 439"/>
                <a:gd name="T1" fmla="*/ 0 h 260"/>
                <a:gd name="T2" fmla="*/ 4 w 439"/>
                <a:gd name="T3" fmla="*/ 0 h 260"/>
                <a:gd name="T4" fmla="*/ 3 w 439"/>
                <a:gd name="T5" fmla="*/ 0 h 260"/>
                <a:gd name="T6" fmla="*/ 3 w 439"/>
                <a:gd name="T7" fmla="*/ 0 h 260"/>
                <a:gd name="T8" fmla="*/ 2 w 439"/>
                <a:gd name="T9" fmla="*/ 0 h 260"/>
                <a:gd name="T10" fmla="*/ 2 w 439"/>
                <a:gd name="T11" fmla="*/ 0 h 260"/>
                <a:gd name="T12" fmla="*/ 2 w 439"/>
                <a:gd name="T13" fmla="*/ 0 h 260"/>
                <a:gd name="T14" fmla="*/ 2 w 439"/>
                <a:gd name="T15" fmla="*/ 0 h 260"/>
                <a:gd name="T16" fmla="*/ 1 w 439"/>
                <a:gd name="T17" fmla="*/ 0 h 260"/>
                <a:gd name="T18" fmla="*/ 1 w 439"/>
                <a:gd name="T19" fmla="*/ 1 h 260"/>
                <a:gd name="T20" fmla="*/ 1 w 439"/>
                <a:gd name="T21" fmla="*/ 1 h 260"/>
                <a:gd name="T22" fmla="*/ 1 w 439"/>
                <a:gd name="T23" fmla="*/ 1 h 260"/>
                <a:gd name="T24" fmla="*/ 0 w 439"/>
                <a:gd name="T25" fmla="*/ 1 h 260"/>
                <a:gd name="T26" fmla="*/ 0 w 439"/>
                <a:gd name="T27" fmla="*/ 1 h 260"/>
                <a:gd name="T28" fmla="*/ 0 w 439"/>
                <a:gd name="T29" fmla="*/ 1 h 260"/>
                <a:gd name="T30" fmla="*/ 0 w 439"/>
                <a:gd name="T31" fmla="*/ 2 h 260"/>
                <a:gd name="T32" fmla="*/ 0 w 439"/>
                <a:gd name="T33" fmla="*/ 2 h 260"/>
                <a:gd name="T34" fmla="*/ 0 w 439"/>
                <a:gd name="T35" fmla="*/ 2 h 260"/>
                <a:gd name="T36" fmla="*/ 0 w 439"/>
                <a:gd name="T37" fmla="*/ 2 h 260"/>
                <a:gd name="T38" fmla="*/ 0 w 439"/>
                <a:gd name="T39" fmla="*/ 2 h 260"/>
                <a:gd name="T40" fmla="*/ 0 w 439"/>
                <a:gd name="T41" fmla="*/ 2 h 260"/>
                <a:gd name="T42" fmla="*/ 0 w 439"/>
                <a:gd name="T43" fmla="*/ 1 h 260"/>
                <a:gd name="T44" fmla="*/ 0 w 439"/>
                <a:gd name="T45" fmla="*/ 1 h 260"/>
                <a:gd name="T46" fmla="*/ 1 w 439"/>
                <a:gd name="T47" fmla="*/ 1 h 260"/>
                <a:gd name="T48" fmla="*/ 1 w 439"/>
                <a:gd name="T49" fmla="*/ 1 h 260"/>
                <a:gd name="T50" fmla="*/ 1 w 439"/>
                <a:gd name="T51" fmla="*/ 1 h 260"/>
                <a:gd name="T52" fmla="*/ 1 w 439"/>
                <a:gd name="T53" fmla="*/ 1 h 260"/>
                <a:gd name="T54" fmla="*/ 1 w 439"/>
                <a:gd name="T55" fmla="*/ 1 h 260"/>
                <a:gd name="T56" fmla="*/ 2 w 439"/>
                <a:gd name="T57" fmla="*/ 0 h 260"/>
                <a:gd name="T58" fmla="*/ 2 w 439"/>
                <a:gd name="T59" fmla="*/ 0 h 260"/>
                <a:gd name="T60" fmla="*/ 2 w 439"/>
                <a:gd name="T61" fmla="*/ 0 h 260"/>
                <a:gd name="T62" fmla="*/ 3 w 439"/>
                <a:gd name="T63" fmla="*/ 0 h 260"/>
                <a:gd name="T64" fmla="*/ 3 w 439"/>
                <a:gd name="T65" fmla="*/ 0 h 260"/>
                <a:gd name="T66" fmla="*/ 3 w 439"/>
                <a:gd name="T67" fmla="*/ 0 h 260"/>
                <a:gd name="T68" fmla="*/ 4 w 439"/>
                <a:gd name="T69" fmla="*/ 0 h 260"/>
                <a:gd name="T70" fmla="*/ 4 w 439"/>
                <a:gd name="T71" fmla="*/ 0 h 260"/>
                <a:gd name="T72" fmla="*/ 4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439" y="0"/>
                  </a:moveTo>
                  <a:lnTo>
                    <a:pt x="439" y="0"/>
                  </a:lnTo>
                  <a:lnTo>
                    <a:pt x="395" y="1"/>
                  </a:lnTo>
                  <a:lnTo>
                    <a:pt x="351" y="4"/>
                  </a:lnTo>
                  <a:lnTo>
                    <a:pt x="310" y="11"/>
                  </a:lnTo>
                  <a:lnTo>
                    <a:pt x="270" y="19"/>
                  </a:lnTo>
                  <a:lnTo>
                    <a:pt x="231" y="30"/>
                  </a:lnTo>
                  <a:lnTo>
                    <a:pt x="195" y="43"/>
                  </a:lnTo>
                  <a:lnTo>
                    <a:pt x="162" y="58"/>
                  </a:lnTo>
                  <a:lnTo>
                    <a:pt x="130" y="73"/>
                  </a:lnTo>
                  <a:lnTo>
                    <a:pt x="102" y="93"/>
                  </a:lnTo>
                  <a:lnTo>
                    <a:pt x="76" y="113"/>
                  </a:lnTo>
                  <a:lnTo>
                    <a:pt x="54" y="133"/>
                  </a:lnTo>
                  <a:lnTo>
                    <a:pt x="35" y="157"/>
                  </a:lnTo>
                  <a:lnTo>
                    <a:pt x="20" y="181"/>
                  </a:lnTo>
                  <a:lnTo>
                    <a:pt x="10" y="206"/>
                  </a:lnTo>
                  <a:lnTo>
                    <a:pt x="3" y="233"/>
                  </a:lnTo>
                  <a:lnTo>
                    <a:pt x="0" y="260"/>
                  </a:lnTo>
                  <a:lnTo>
                    <a:pt x="12" y="260"/>
                  </a:lnTo>
                  <a:lnTo>
                    <a:pt x="14" y="235"/>
                  </a:lnTo>
                  <a:lnTo>
                    <a:pt x="21" y="211"/>
                  </a:lnTo>
                  <a:lnTo>
                    <a:pt x="32" y="186"/>
                  </a:lnTo>
                  <a:lnTo>
                    <a:pt x="45" y="164"/>
                  </a:lnTo>
                  <a:lnTo>
                    <a:pt x="64" y="143"/>
                  </a:lnTo>
                  <a:lnTo>
                    <a:pt x="84" y="123"/>
                  </a:lnTo>
                  <a:lnTo>
                    <a:pt x="109" y="103"/>
                  </a:lnTo>
                  <a:lnTo>
                    <a:pt x="137" y="85"/>
                  </a:lnTo>
                  <a:lnTo>
                    <a:pt x="167" y="70"/>
                  </a:lnTo>
                  <a:lnTo>
                    <a:pt x="200" y="55"/>
                  </a:lnTo>
                  <a:lnTo>
                    <a:pt x="236" y="42"/>
                  </a:lnTo>
                  <a:lnTo>
                    <a:pt x="272" y="31"/>
                  </a:lnTo>
                  <a:lnTo>
                    <a:pt x="312" y="23"/>
                  </a:lnTo>
                  <a:lnTo>
                    <a:pt x="353" y="16"/>
                  </a:lnTo>
                  <a:lnTo>
                    <a:pt x="395" y="12"/>
                  </a:lnTo>
                  <a:lnTo>
                    <a:pt x="439" y="11"/>
                  </a:lnTo>
                  <a:lnTo>
                    <a:pt x="439"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2678" name="Freeform 52"/>
            <p:cNvSpPr>
              <a:spLocks/>
            </p:cNvSpPr>
            <p:nvPr/>
          </p:nvSpPr>
          <p:spPr bwMode="auto">
            <a:xfrm>
              <a:off x="964" y="1745"/>
              <a:ext cx="48" cy="85"/>
            </a:xfrm>
            <a:custGeom>
              <a:avLst/>
              <a:gdLst>
                <a:gd name="T0" fmla="*/ 2 w 244"/>
                <a:gd name="T1" fmla="*/ 3 h 426"/>
                <a:gd name="T2" fmla="*/ 2 w 244"/>
                <a:gd name="T3" fmla="*/ 3 h 426"/>
                <a:gd name="T4" fmla="*/ 2 w 244"/>
                <a:gd name="T5" fmla="*/ 3 h 426"/>
                <a:gd name="T6" fmla="*/ 2 w 244"/>
                <a:gd name="T7" fmla="*/ 3 h 426"/>
                <a:gd name="T8" fmla="*/ 2 w 244"/>
                <a:gd name="T9" fmla="*/ 2 h 426"/>
                <a:gd name="T10" fmla="*/ 2 w 244"/>
                <a:gd name="T11" fmla="*/ 2 h 426"/>
                <a:gd name="T12" fmla="*/ 2 w 244"/>
                <a:gd name="T13" fmla="*/ 2 h 426"/>
                <a:gd name="T14" fmla="*/ 2 w 244"/>
                <a:gd name="T15" fmla="*/ 2 h 426"/>
                <a:gd name="T16" fmla="*/ 1 w 244"/>
                <a:gd name="T17" fmla="*/ 1 h 426"/>
                <a:gd name="T18" fmla="*/ 1 w 244"/>
                <a:gd name="T19" fmla="*/ 1 h 426"/>
                <a:gd name="T20" fmla="*/ 1 w 244"/>
                <a:gd name="T21" fmla="*/ 1 h 426"/>
                <a:gd name="T22" fmla="*/ 1 w 244"/>
                <a:gd name="T23" fmla="*/ 1 h 426"/>
                <a:gd name="T24" fmla="*/ 1 w 244"/>
                <a:gd name="T25" fmla="*/ 0 h 426"/>
                <a:gd name="T26" fmla="*/ 1 w 244"/>
                <a:gd name="T27" fmla="*/ 0 h 426"/>
                <a:gd name="T28" fmla="*/ 1 w 244"/>
                <a:gd name="T29" fmla="*/ 0 h 426"/>
                <a:gd name="T30" fmla="*/ 0 w 244"/>
                <a:gd name="T31" fmla="*/ 0 h 426"/>
                <a:gd name="T32" fmla="*/ 0 w 244"/>
                <a:gd name="T33" fmla="*/ 0 h 426"/>
                <a:gd name="T34" fmla="*/ 0 w 244"/>
                <a:gd name="T35" fmla="*/ 0 h 426"/>
                <a:gd name="T36" fmla="*/ 0 w 244"/>
                <a:gd name="T37" fmla="*/ 0 h 426"/>
                <a:gd name="T38" fmla="*/ 0 w 244"/>
                <a:gd name="T39" fmla="*/ 0 h 426"/>
                <a:gd name="T40" fmla="*/ 0 w 244"/>
                <a:gd name="T41" fmla="*/ 0 h 426"/>
                <a:gd name="T42" fmla="*/ 1 w 244"/>
                <a:gd name="T43" fmla="*/ 0 h 426"/>
                <a:gd name="T44" fmla="*/ 1 w 244"/>
                <a:gd name="T45" fmla="*/ 0 h 426"/>
                <a:gd name="T46" fmla="*/ 1 w 244"/>
                <a:gd name="T47" fmla="*/ 0 h 426"/>
                <a:gd name="T48" fmla="*/ 1 w 244"/>
                <a:gd name="T49" fmla="*/ 1 h 426"/>
                <a:gd name="T50" fmla="*/ 1 w 244"/>
                <a:gd name="T51" fmla="*/ 1 h 426"/>
                <a:gd name="T52" fmla="*/ 1 w 244"/>
                <a:gd name="T53" fmla="*/ 1 h 426"/>
                <a:gd name="T54" fmla="*/ 1 w 244"/>
                <a:gd name="T55" fmla="*/ 1 h 426"/>
                <a:gd name="T56" fmla="*/ 1 w 244"/>
                <a:gd name="T57" fmla="*/ 2 h 426"/>
                <a:gd name="T58" fmla="*/ 2 w 244"/>
                <a:gd name="T59" fmla="*/ 2 h 426"/>
                <a:gd name="T60" fmla="*/ 2 w 244"/>
                <a:gd name="T61" fmla="*/ 2 h 426"/>
                <a:gd name="T62" fmla="*/ 2 w 244"/>
                <a:gd name="T63" fmla="*/ 2 h 426"/>
                <a:gd name="T64" fmla="*/ 2 w 244"/>
                <a:gd name="T65" fmla="*/ 3 h 426"/>
                <a:gd name="T66" fmla="*/ 2 w 244"/>
                <a:gd name="T67" fmla="*/ 3 h 426"/>
                <a:gd name="T68" fmla="*/ 2 w 244"/>
                <a:gd name="T69" fmla="*/ 3 h 426"/>
                <a:gd name="T70" fmla="*/ 2 w 244"/>
                <a:gd name="T71" fmla="*/ 3 h 426"/>
                <a:gd name="T72" fmla="*/ 2 w 244"/>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6"/>
                <a:gd name="T113" fmla="*/ 244 w 244"/>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6">
                  <a:moveTo>
                    <a:pt x="244" y="426"/>
                  </a:moveTo>
                  <a:lnTo>
                    <a:pt x="244" y="426"/>
                  </a:lnTo>
                  <a:lnTo>
                    <a:pt x="243" y="383"/>
                  </a:lnTo>
                  <a:lnTo>
                    <a:pt x="240" y="340"/>
                  </a:lnTo>
                  <a:lnTo>
                    <a:pt x="234" y="300"/>
                  </a:lnTo>
                  <a:lnTo>
                    <a:pt x="226" y="262"/>
                  </a:lnTo>
                  <a:lnTo>
                    <a:pt x="215" y="224"/>
                  </a:lnTo>
                  <a:lnTo>
                    <a:pt x="203" y="189"/>
                  </a:lnTo>
                  <a:lnTo>
                    <a:pt x="189" y="157"/>
                  </a:lnTo>
                  <a:lnTo>
                    <a:pt x="174" y="126"/>
                  </a:lnTo>
                  <a:lnTo>
                    <a:pt x="155" y="99"/>
                  </a:lnTo>
                  <a:lnTo>
                    <a:pt x="138" y="74"/>
                  </a:lnTo>
                  <a:lnTo>
                    <a:pt x="118" y="52"/>
                  </a:lnTo>
                  <a:lnTo>
                    <a:pt x="96" y="34"/>
                  </a:lnTo>
                  <a:lnTo>
                    <a:pt x="73" y="19"/>
                  </a:lnTo>
                  <a:lnTo>
                    <a:pt x="50" y="8"/>
                  </a:lnTo>
                  <a:lnTo>
                    <a:pt x="25" y="2"/>
                  </a:lnTo>
                  <a:lnTo>
                    <a:pt x="0" y="0"/>
                  </a:lnTo>
                  <a:lnTo>
                    <a:pt x="0" y="12"/>
                  </a:lnTo>
                  <a:lnTo>
                    <a:pt x="23" y="14"/>
                  </a:lnTo>
                  <a:lnTo>
                    <a:pt x="45" y="20"/>
                  </a:lnTo>
                  <a:lnTo>
                    <a:pt x="66" y="31"/>
                  </a:lnTo>
                  <a:lnTo>
                    <a:pt x="89" y="43"/>
                  </a:lnTo>
                  <a:lnTo>
                    <a:pt x="109" y="61"/>
                  </a:lnTo>
                  <a:lnTo>
                    <a:pt x="129" y="81"/>
                  </a:lnTo>
                  <a:lnTo>
                    <a:pt x="146" y="106"/>
                  </a:lnTo>
                  <a:lnTo>
                    <a:pt x="162" y="133"/>
                  </a:lnTo>
                  <a:lnTo>
                    <a:pt x="178" y="162"/>
                  </a:lnTo>
                  <a:lnTo>
                    <a:pt x="192" y="194"/>
                  </a:lnTo>
                  <a:lnTo>
                    <a:pt x="203" y="229"/>
                  </a:lnTo>
                  <a:lnTo>
                    <a:pt x="214" y="264"/>
                  </a:lnTo>
                  <a:lnTo>
                    <a:pt x="222" y="303"/>
                  </a:lnTo>
                  <a:lnTo>
                    <a:pt x="228" y="342"/>
                  </a:lnTo>
                  <a:lnTo>
                    <a:pt x="232" y="383"/>
                  </a:lnTo>
                  <a:lnTo>
                    <a:pt x="233" y="426"/>
                  </a:lnTo>
                  <a:lnTo>
                    <a:pt x="244"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2679" name="Freeform 53"/>
            <p:cNvSpPr>
              <a:spLocks/>
            </p:cNvSpPr>
            <p:nvPr/>
          </p:nvSpPr>
          <p:spPr bwMode="auto">
            <a:xfrm>
              <a:off x="964" y="1830"/>
              <a:ext cx="48" cy="85"/>
            </a:xfrm>
            <a:custGeom>
              <a:avLst/>
              <a:gdLst>
                <a:gd name="T0" fmla="*/ 0 w 244"/>
                <a:gd name="T1" fmla="*/ 3 h 424"/>
                <a:gd name="T2" fmla="*/ 0 w 244"/>
                <a:gd name="T3" fmla="*/ 3 h 424"/>
                <a:gd name="T4" fmla="*/ 0 w 244"/>
                <a:gd name="T5" fmla="*/ 3 h 424"/>
                <a:gd name="T6" fmla="*/ 0 w 244"/>
                <a:gd name="T7" fmla="*/ 3 h 424"/>
                <a:gd name="T8" fmla="*/ 1 w 244"/>
                <a:gd name="T9" fmla="*/ 3 h 424"/>
                <a:gd name="T10" fmla="*/ 1 w 244"/>
                <a:gd name="T11" fmla="*/ 3 h 424"/>
                <a:gd name="T12" fmla="*/ 1 w 244"/>
                <a:gd name="T13" fmla="*/ 3 h 424"/>
                <a:gd name="T14" fmla="*/ 1 w 244"/>
                <a:gd name="T15" fmla="*/ 3 h 424"/>
                <a:gd name="T16" fmla="*/ 1 w 244"/>
                <a:gd name="T17" fmla="*/ 3 h 424"/>
                <a:gd name="T18" fmla="*/ 1 w 244"/>
                <a:gd name="T19" fmla="*/ 2 h 424"/>
                <a:gd name="T20" fmla="*/ 1 w 244"/>
                <a:gd name="T21" fmla="*/ 2 h 424"/>
                <a:gd name="T22" fmla="*/ 2 w 244"/>
                <a:gd name="T23" fmla="*/ 2 h 424"/>
                <a:gd name="T24" fmla="*/ 2 w 244"/>
                <a:gd name="T25" fmla="*/ 2 h 424"/>
                <a:gd name="T26" fmla="*/ 2 w 244"/>
                <a:gd name="T27" fmla="*/ 1 h 424"/>
                <a:gd name="T28" fmla="*/ 2 w 244"/>
                <a:gd name="T29" fmla="*/ 1 h 424"/>
                <a:gd name="T30" fmla="*/ 2 w 244"/>
                <a:gd name="T31" fmla="*/ 1 h 424"/>
                <a:gd name="T32" fmla="*/ 2 w 244"/>
                <a:gd name="T33" fmla="*/ 0 h 424"/>
                <a:gd name="T34" fmla="*/ 2 w 244"/>
                <a:gd name="T35" fmla="*/ 0 h 424"/>
                <a:gd name="T36" fmla="*/ 2 w 244"/>
                <a:gd name="T37" fmla="*/ 0 h 424"/>
                <a:gd name="T38" fmla="*/ 2 w 244"/>
                <a:gd name="T39" fmla="*/ 0 h 424"/>
                <a:gd name="T40" fmla="*/ 2 w 244"/>
                <a:gd name="T41" fmla="*/ 1 h 424"/>
                <a:gd name="T42" fmla="*/ 2 w 244"/>
                <a:gd name="T43" fmla="*/ 1 h 424"/>
                <a:gd name="T44" fmla="*/ 2 w 244"/>
                <a:gd name="T45" fmla="*/ 1 h 424"/>
                <a:gd name="T46" fmla="*/ 2 w 244"/>
                <a:gd name="T47" fmla="*/ 2 h 424"/>
                <a:gd name="T48" fmla="*/ 1 w 244"/>
                <a:gd name="T49" fmla="*/ 2 h 424"/>
                <a:gd name="T50" fmla="*/ 1 w 244"/>
                <a:gd name="T51" fmla="*/ 2 h 424"/>
                <a:gd name="T52" fmla="*/ 1 w 244"/>
                <a:gd name="T53" fmla="*/ 2 h 424"/>
                <a:gd name="T54" fmla="*/ 1 w 244"/>
                <a:gd name="T55" fmla="*/ 3 h 424"/>
                <a:gd name="T56" fmla="*/ 1 w 244"/>
                <a:gd name="T57" fmla="*/ 3 h 424"/>
                <a:gd name="T58" fmla="*/ 1 w 244"/>
                <a:gd name="T59" fmla="*/ 3 h 424"/>
                <a:gd name="T60" fmla="*/ 1 w 244"/>
                <a:gd name="T61" fmla="*/ 3 h 424"/>
                <a:gd name="T62" fmla="*/ 1 w 244"/>
                <a:gd name="T63" fmla="*/ 3 h 424"/>
                <a:gd name="T64" fmla="*/ 0 w 244"/>
                <a:gd name="T65" fmla="*/ 3 h 424"/>
                <a:gd name="T66" fmla="*/ 0 w 244"/>
                <a:gd name="T67" fmla="*/ 3 h 424"/>
                <a:gd name="T68" fmla="*/ 0 w 244"/>
                <a:gd name="T69" fmla="*/ 3 h 424"/>
                <a:gd name="T70" fmla="*/ 0 w 244"/>
                <a:gd name="T71" fmla="*/ 3 h 424"/>
                <a:gd name="T72" fmla="*/ 0 w 244"/>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4"/>
                <a:gd name="T113" fmla="*/ 244 w 244"/>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4">
                  <a:moveTo>
                    <a:pt x="0" y="424"/>
                  </a:moveTo>
                  <a:lnTo>
                    <a:pt x="0" y="424"/>
                  </a:lnTo>
                  <a:lnTo>
                    <a:pt x="25" y="422"/>
                  </a:lnTo>
                  <a:lnTo>
                    <a:pt x="50" y="416"/>
                  </a:lnTo>
                  <a:lnTo>
                    <a:pt x="73" y="405"/>
                  </a:lnTo>
                  <a:lnTo>
                    <a:pt x="96" y="390"/>
                  </a:lnTo>
                  <a:lnTo>
                    <a:pt x="118" y="373"/>
                  </a:lnTo>
                  <a:lnTo>
                    <a:pt x="138" y="350"/>
                  </a:lnTo>
                  <a:lnTo>
                    <a:pt x="155" y="326"/>
                  </a:lnTo>
                  <a:lnTo>
                    <a:pt x="173" y="299"/>
                  </a:lnTo>
                  <a:lnTo>
                    <a:pt x="189" y="268"/>
                  </a:lnTo>
                  <a:lnTo>
                    <a:pt x="203" y="235"/>
                  </a:lnTo>
                  <a:lnTo>
                    <a:pt x="215" y="201"/>
                  </a:lnTo>
                  <a:lnTo>
                    <a:pt x="226" y="163"/>
                  </a:lnTo>
                  <a:lnTo>
                    <a:pt x="234" y="125"/>
                  </a:lnTo>
                  <a:lnTo>
                    <a:pt x="240" y="85"/>
                  </a:lnTo>
                  <a:lnTo>
                    <a:pt x="243" y="42"/>
                  </a:lnTo>
                  <a:lnTo>
                    <a:pt x="244" y="0"/>
                  </a:lnTo>
                  <a:lnTo>
                    <a:pt x="233" y="0"/>
                  </a:lnTo>
                  <a:lnTo>
                    <a:pt x="232" y="42"/>
                  </a:lnTo>
                  <a:lnTo>
                    <a:pt x="228" y="83"/>
                  </a:lnTo>
                  <a:lnTo>
                    <a:pt x="222" y="123"/>
                  </a:lnTo>
                  <a:lnTo>
                    <a:pt x="214" y="160"/>
                  </a:lnTo>
                  <a:lnTo>
                    <a:pt x="203" y="197"/>
                  </a:lnTo>
                  <a:lnTo>
                    <a:pt x="192" y="231"/>
                  </a:lnTo>
                  <a:lnTo>
                    <a:pt x="178" y="263"/>
                  </a:lnTo>
                  <a:lnTo>
                    <a:pt x="164" y="292"/>
                  </a:lnTo>
                  <a:lnTo>
                    <a:pt x="146" y="319"/>
                  </a:lnTo>
                  <a:lnTo>
                    <a:pt x="129" y="343"/>
                  </a:lnTo>
                  <a:lnTo>
                    <a:pt x="109" y="363"/>
                  </a:lnTo>
                  <a:lnTo>
                    <a:pt x="89" y="381"/>
                  </a:lnTo>
                  <a:lnTo>
                    <a:pt x="66" y="394"/>
                  </a:lnTo>
                  <a:lnTo>
                    <a:pt x="45" y="404"/>
                  </a:lnTo>
                  <a:lnTo>
                    <a:pt x="23" y="410"/>
                  </a:lnTo>
                  <a:lnTo>
                    <a:pt x="0" y="412"/>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2680" name="Freeform 54"/>
            <p:cNvSpPr>
              <a:spLocks/>
            </p:cNvSpPr>
            <p:nvPr/>
          </p:nvSpPr>
          <p:spPr bwMode="auto">
            <a:xfrm>
              <a:off x="915" y="1830"/>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1" y="42"/>
                  </a:lnTo>
                  <a:lnTo>
                    <a:pt x="4" y="85"/>
                  </a:lnTo>
                  <a:lnTo>
                    <a:pt x="10" y="125"/>
                  </a:lnTo>
                  <a:lnTo>
                    <a:pt x="19" y="163"/>
                  </a:lnTo>
                  <a:lnTo>
                    <a:pt x="29" y="201"/>
                  </a:lnTo>
                  <a:lnTo>
                    <a:pt x="41" y="235"/>
                  </a:lnTo>
                  <a:lnTo>
                    <a:pt x="55" y="268"/>
                  </a:lnTo>
                  <a:lnTo>
                    <a:pt x="71" y="299"/>
                  </a:lnTo>
                  <a:lnTo>
                    <a:pt x="89" y="326"/>
                  </a:lnTo>
                  <a:lnTo>
                    <a:pt x="106" y="350"/>
                  </a:lnTo>
                  <a:lnTo>
                    <a:pt x="126" y="373"/>
                  </a:lnTo>
                  <a:lnTo>
                    <a:pt x="149" y="390"/>
                  </a:lnTo>
                  <a:lnTo>
                    <a:pt x="171" y="405"/>
                  </a:lnTo>
                  <a:lnTo>
                    <a:pt x="194" y="416"/>
                  </a:lnTo>
                  <a:lnTo>
                    <a:pt x="219" y="422"/>
                  </a:lnTo>
                  <a:lnTo>
                    <a:pt x="245" y="424"/>
                  </a:lnTo>
                  <a:lnTo>
                    <a:pt x="245" y="412"/>
                  </a:lnTo>
                  <a:lnTo>
                    <a:pt x="221" y="410"/>
                  </a:lnTo>
                  <a:lnTo>
                    <a:pt x="199" y="404"/>
                  </a:lnTo>
                  <a:lnTo>
                    <a:pt x="178" y="394"/>
                  </a:lnTo>
                  <a:lnTo>
                    <a:pt x="156" y="381"/>
                  </a:lnTo>
                  <a:lnTo>
                    <a:pt x="136" y="363"/>
                  </a:lnTo>
                  <a:lnTo>
                    <a:pt x="116" y="343"/>
                  </a:lnTo>
                  <a:lnTo>
                    <a:pt x="98" y="319"/>
                  </a:lnTo>
                  <a:lnTo>
                    <a:pt x="81" y="292"/>
                  </a:lnTo>
                  <a:lnTo>
                    <a:pt x="67" y="263"/>
                  </a:lnTo>
                  <a:lnTo>
                    <a:pt x="52" y="231"/>
                  </a:lnTo>
                  <a:lnTo>
                    <a:pt x="41" y="197"/>
                  </a:lnTo>
                  <a:lnTo>
                    <a:pt x="30" y="160"/>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2681" name="Freeform 55"/>
            <p:cNvSpPr>
              <a:spLocks/>
            </p:cNvSpPr>
            <p:nvPr/>
          </p:nvSpPr>
          <p:spPr bwMode="auto">
            <a:xfrm>
              <a:off x="915" y="1745"/>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0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19" y="2"/>
                  </a:lnTo>
                  <a:lnTo>
                    <a:pt x="194" y="8"/>
                  </a:lnTo>
                  <a:lnTo>
                    <a:pt x="171" y="19"/>
                  </a:lnTo>
                  <a:lnTo>
                    <a:pt x="149" y="34"/>
                  </a:lnTo>
                  <a:lnTo>
                    <a:pt x="126" y="52"/>
                  </a:lnTo>
                  <a:lnTo>
                    <a:pt x="106" y="74"/>
                  </a:lnTo>
                  <a:lnTo>
                    <a:pt x="89" y="99"/>
                  </a:lnTo>
                  <a:lnTo>
                    <a:pt x="70" y="126"/>
                  </a:lnTo>
                  <a:lnTo>
                    <a:pt x="55" y="157"/>
                  </a:lnTo>
                  <a:lnTo>
                    <a:pt x="41" y="189"/>
                  </a:lnTo>
                  <a:lnTo>
                    <a:pt x="29" y="224"/>
                  </a:lnTo>
                  <a:lnTo>
                    <a:pt x="19" y="262"/>
                  </a:lnTo>
                  <a:lnTo>
                    <a:pt x="10" y="300"/>
                  </a:lnTo>
                  <a:lnTo>
                    <a:pt x="4" y="340"/>
                  </a:lnTo>
                  <a:lnTo>
                    <a:pt x="1" y="383"/>
                  </a:lnTo>
                  <a:lnTo>
                    <a:pt x="0" y="426"/>
                  </a:lnTo>
                  <a:lnTo>
                    <a:pt x="11" y="426"/>
                  </a:lnTo>
                  <a:lnTo>
                    <a:pt x="13" y="383"/>
                  </a:lnTo>
                  <a:lnTo>
                    <a:pt x="16" y="342"/>
                  </a:lnTo>
                  <a:lnTo>
                    <a:pt x="22" y="303"/>
                  </a:lnTo>
                  <a:lnTo>
                    <a:pt x="30" y="264"/>
                  </a:lnTo>
                  <a:lnTo>
                    <a:pt x="41" y="229"/>
                  </a:lnTo>
                  <a:lnTo>
                    <a:pt x="52" y="194"/>
                  </a:lnTo>
                  <a:lnTo>
                    <a:pt x="67" y="162"/>
                  </a:lnTo>
                  <a:lnTo>
                    <a:pt x="82" y="133"/>
                  </a:lnTo>
                  <a:lnTo>
                    <a:pt x="98" y="106"/>
                  </a:lnTo>
                  <a:lnTo>
                    <a:pt x="116" y="81"/>
                  </a:lnTo>
                  <a:lnTo>
                    <a:pt x="136" y="61"/>
                  </a:lnTo>
                  <a:lnTo>
                    <a:pt x="156" y="43"/>
                  </a:lnTo>
                  <a:lnTo>
                    <a:pt x="178" y="31"/>
                  </a:lnTo>
                  <a:lnTo>
                    <a:pt x="199" y="20"/>
                  </a:lnTo>
                  <a:lnTo>
                    <a:pt x="221"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2682" name="Freeform 56"/>
            <p:cNvSpPr>
              <a:spLocks/>
            </p:cNvSpPr>
            <p:nvPr/>
          </p:nvSpPr>
          <p:spPr bwMode="auto">
            <a:xfrm>
              <a:off x="1140" y="2087"/>
              <a:ext cx="49" cy="85"/>
            </a:xfrm>
            <a:custGeom>
              <a:avLst/>
              <a:gdLst>
                <a:gd name="T0" fmla="*/ 2 w 246"/>
                <a:gd name="T1" fmla="*/ 3 h 424"/>
                <a:gd name="T2" fmla="*/ 2 w 246"/>
                <a:gd name="T3" fmla="*/ 3 h 424"/>
                <a:gd name="T4" fmla="*/ 2 w 246"/>
                <a:gd name="T5" fmla="*/ 3 h 424"/>
                <a:gd name="T6" fmla="*/ 2 w 246"/>
                <a:gd name="T7" fmla="*/ 3 h 424"/>
                <a:gd name="T8" fmla="*/ 2 w 246"/>
                <a:gd name="T9" fmla="*/ 2 h 424"/>
                <a:gd name="T10" fmla="*/ 2 w 246"/>
                <a:gd name="T11" fmla="*/ 2 h 424"/>
                <a:gd name="T12" fmla="*/ 2 w 246"/>
                <a:gd name="T13" fmla="*/ 2 h 424"/>
                <a:gd name="T14" fmla="*/ 2 w 246"/>
                <a:gd name="T15" fmla="*/ 2 h 424"/>
                <a:gd name="T16" fmla="*/ 2 w 246"/>
                <a:gd name="T17" fmla="*/ 1 h 424"/>
                <a:gd name="T18" fmla="*/ 1 w 246"/>
                <a:gd name="T19" fmla="*/ 1 h 424"/>
                <a:gd name="T20" fmla="*/ 1 w 246"/>
                <a:gd name="T21" fmla="*/ 1 h 424"/>
                <a:gd name="T22" fmla="*/ 1 w 246"/>
                <a:gd name="T23" fmla="*/ 1 h 424"/>
                <a:gd name="T24" fmla="*/ 1 w 246"/>
                <a:gd name="T25" fmla="*/ 0 h 424"/>
                <a:gd name="T26" fmla="*/ 1 w 246"/>
                <a:gd name="T27" fmla="*/ 0 h 424"/>
                <a:gd name="T28" fmla="*/ 1 w 246"/>
                <a:gd name="T29" fmla="*/ 0 h 424"/>
                <a:gd name="T30" fmla="*/ 0 w 246"/>
                <a:gd name="T31" fmla="*/ 0 h 424"/>
                <a:gd name="T32" fmla="*/ 0 w 246"/>
                <a:gd name="T33" fmla="*/ 0 h 424"/>
                <a:gd name="T34" fmla="*/ 0 w 246"/>
                <a:gd name="T35" fmla="*/ 0 h 424"/>
                <a:gd name="T36" fmla="*/ 0 w 246"/>
                <a:gd name="T37" fmla="*/ 0 h 424"/>
                <a:gd name="T38" fmla="*/ 0 w 246"/>
                <a:gd name="T39" fmla="*/ 0 h 424"/>
                <a:gd name="T40" fmla="*/ 0 w 246"/>
                <a:gd name="T41" fmla="*/ 0 h 424"/>
                <a:gd name="T42" fmla="*/ 1 w 246"/>
                <a:gd name="T43" fmla="*/ 0 h 424"/>
                <a:gd name="T44" fmla="*/ 1 w 246"/>
                <a:gd name="T45" fmla="*/ 0 h 424"/>
                <a:gd name="T46" fmla="*/ 1 w 246"/>
                <a:gd name="T47" fmla="*/ 0 h 424"/>
                <a:gd name="T48" fmla="*/ 1 w 246"/>
                <a:gd name="T49" fmla="*/ 1 h 424"/>
                <a:gd name="T50" fmla="*/ 1 w 246"/>
                <a:gd name="T51" fmla="*/ 1 h 424"/>
                <a:gd name="T52" fmla="*/ 1 w 246"/>
                <a:gd name="T53" fmla="*/ 1 h 424"/>
                <a:gd name="T54" fmla="*/ 1 w 246"/>
                <a:gd name="T55" fmla="*/ 1 h 424"/>
                <a:gd name="T56" fmla="*/ 2 w 246"/>
                <a:gd name="T57" fmla="*/ 2 h 424"/>
                <a:gd name="T58" fmla="*/ 2 w 246"/>
                <a:gd name="T59" fmla="*/ 2 h 424"/>
                <a:gd name="T60" fmla="*/ 2 w 246"/>
                <a:gd name="T61" fmla="*/ 2 h 424"/>
                <a:gd name="T62" fmla="*/ 2 w 246"/>
                <a:gd name="T63" fmla="*/ 2 h 424"/>
                <a:gd name="T64" fmla="*/ 2 w 246"/>
                <a:gd name="T65" fmla="*/ 3 h 424"/>
                <a:gd name="T66" fmla="*/ 2 w 246"/>
                <a:gd name="T67" fmla="*/ 3 h 424"/>
                <a:gd name="T68" fmla="*/ 2 w 246"/>
                <a:gd name="T69" fmla="*/ 3 h 424"/>
                <a:gd name="T70" fmla="*/ 2 w 246"/>
                <a:gd name="T71" fmla="*/ 3 h 424"/>
                <a:gd name="T72" fmla="*/ 2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424"/>
                  </a:moveTo>
                  <a:lnTo>
                    <a:pt x="246" y="424"/>
                  </a:lnTo>
                  <a:lnTo>
                    <a:pt x="244" y="382"/>
                  </a:lnTo>
                  <a:lnTo>
                    <a:pt x="241" y="338"/>
                  </a:lnTo>
                  <a:lnTo>
                    <a:pt x="235" y="298"/>
                  </a:lnTo>
                  <a:lnTo>
                    <a:pt x="227" y="261"/>
                  </a:lnTo>
                  <a:lnTo>
                    <a:pt x="216" y="222"/>
                  </a:lnTo>
                  <a:lnTo>
                    <a:pt x="205" y="188"/>
                  </a:lnTo>
                  <a:lnTo>
                    <a:pt x="190" y="155"/>
                  </a:lnTo>
                  <a:lnTo>
                    <a:pt x="174" y="125"/>
                  </a:lnTo>
                  <a:lnTo>
                    <a:pt x="157" y="98"/>
                  </a:lnTo>
                  <a:lnTo>
                    <a:pt x="138" y="73"/>
                  </a:lnTo>
                  <a:lnTo>
                    <a:pt x="118" y="51"/>
                  </a:lnTo>
                  <a:lnTo>
                    <a:pt x="96" y="34"/>
                  </a:lnTo>
                  <a:lnTo>
                    <a:pt x="74" y="18"/>
                  </a:lnTo>
                  <a:lnTo>
                    <a:pt x="50" y="8"/>
                  </a:lnTo>
                  <a:lnTo>
                    <a:pt x="25" y="2"/>
                  </a:lnTo>
                  <a:lnTo>
                    <a:pt x="0" y="0"/>
                  </a:lnTo>
                  <a:lnTo>
                    <a:pt x="0" y="11"/>
                  </a:lnTo>
                  <a:lnTo>
                    <a:pt x="23" y="14"/>
                  </a:lnTo>
                  <a:lnTo>
                    <a:pt x="45" y="19"/>
                  </a:lnTo>
                  <a:lnTo>
                    <a:pt x="67" y="30"/>
                  </a:lnTo>
                  <a:lnTo>
                    <a:pt x="89" y="43"/>
                  </a:lnTo>
                  <a:lnTo>
                    <a:pt x="108" y="60"/>
                  </a:lnTo>
                  <a:lnTo>
                    <a:pt x="128" y="80"/>
                  </a:lnTo>
                  <a:lnTo>
                    <a:pt x="147" y="105"/>
                  </a:lnTo>
                  <a:lnTo>
                    <a:pt x="165" y="132"/>
                  </a:lnTo>
                  <a:lnTo>
                    <a:pt x="179" y="160"/>
                  </a:lnTo>
                  <a:lnTo>
                    <a:pt x="193" y="193"/>
                  </a:lnTo>
                  <a:lnTo>
                    <a:pt x="205" y="227"/>
                  </a:lnTo>
                  <a:lnTo>
                    <a:pt x="215" y="263"/>
                  </a:lnTo>
                  <a:lnTo>
                    <a:pt x="223" y="301"/>
                  </a:lnTo>
                  <a:lnTo>
                    <a:pt x="229" y="341"/>
                  </a:lnTo>
                  <a:lnTo>
                    <a:pt x="233" y="382"/>
                  </a:lnTo>
                  <a:lnTo>
                    <a:pt x="234" y="424"/>
                  </a:lnTo>
                  <a:lnTo>
                    <a:pt x="246"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2683" name="Freeform 57"/>
            <p:cNvSpPr>
              <a:spLocks/>
            </p:cNvSpPr>
            <p:nvPr/>
          </p:nvSpPr>
          <p:spPr bwMode="auto">
            <a:xfrm>
              <a:off x="1140" y="2172"/>
              <a:ext cx="49" cy="85"/>
            </a:xfrm>
            <a:custGeom>
              <a:avLst/>
              <a:gdLst>
                <a:gd name="T0" fmla="*/ 0 w 246"/>
                <a:gd name="T1" fmla="*/ 3 h 426"/>
                <a:gd name="T2" fmla="*/ 0 w 246"/>
                <a:gd name="T3" fmla="*/ 3 h 426"/>
                <a:gd name="T4" fmla="*/ 0 w 246"/>
                <a:gd name="T5" fmla="*/ 3 h 426"/>
                <a:gd name="T6" fmla="*/ 0 w 246"/>
                <a:gd name="T7" fmla="*/ 3 h 426"/>
                <a:gd name="T8" fmla="*/ 1 w 246"/>
                <a:gd name="T9" fmla="*/ 3 h 426"/>
                <a:gd name="T10" fmla="*/ 1 w 246"/>
                <a:gd name="T11" fmla="*/ 3 h 426"/>
                <a:gd name="T12" fmla="*/ 1 w 246"/>
                <a:gd name="T13" fmla="*/ 3 h 426"/>
                <a:gd name="T14" fmla="*/ 1 w 246"/>
                <a:gd name="T15" fmla="*/ 3 h 426"/>
                <a:gd name="T16" fmla="*/ 1 w 246"/>
                <a:gd name="T17" fmla="*/ 3 h 426"/>
                <a:gd name="T18" fmla="*/ 1 w 246"/>
                <a:gd name="T19" fmla="*/ 2 h 426"/>
                <a:gd name="T20" fmla="*/ 2 w 246"/>
                <a:gd name="T21" fmla="*/ 2 h 426"/>
                <a:gd name="T22" fmla="*/ 2 w 246"/>
                <a:gd name="T23" fmla="*/ 2 h 426"/>
                <a:gd name="T24" fmla="*/ 2 w 246"/>
                <a:gd name="T25" fmla="*/ 2 h 426"/>
                <a:gd name="T26" fmla="*/ 2 w 246"/>
                <a:gd name="T27" fmla="*/ 1 h 426"/>
                <a:gd name="T28" fmla="*/ 2 w 246"/>
                <a:gd name="T29" fmla="*/ 1 h 426"/>
                <a:gd name="T30" fmla="*/ 2 w 246"/>
                <a:gd name="T31" fmla="*/ 1 h 426"/>
                <a:gd name="T32" fmla="*/ 2 w 246"/>
                <a:gd name="T33" fmla="*/ 0 h 426"/>
                <a:gd name="T34" fmla="*/ 2 w 246"/>
                <a:gd name="T35" fmla="*/ 0 h 426"/>
                <a:gd name="T36" fmla="*/ 2 w 246"/>
                <a:gd name="T37" fmla="*/ 0 h 426"/>
                <a:gd name="T38" fmla="*/ 2 w 246"/>
                <a:gd name="T39" fmla="*/ 0 h 426"/>
                <a:gd name="T40" fmla="*/ 2 w 246"/>
                <a:gd name="T41" fmla="*/ 1 h 426"/>
                <a:gd name="T42" fmla="*/ 2 w 246"/>
                <a:gd name="T43" fmla="*/ 1 h 426"/>
                <a:gd name="T44" fmla="*/ 2 w 246"/>
                <a:gd name="T45" fmla="*/ 1 h 426"/>
                <a:gd name="T46" fmla="*/ 2 w 246"/>
                <a:gd name="T47" fmla="*/ 2 h 426"/>
                <a:gd name="T48" fmla="*/ 2 w 246"/>
                <a:gd name="T49" fmla="*/ 2 h 426"/>
                <a:gd name="T50" fmla="*/ 1 w 246"/>
                <a:gd name="T51" fmla="*/ 2 h 426"/>
                <a:gd name="T52" fmla="*/ 1 w 246"/>
                <a:gd name="T53" fmla="*/ 2 h 426"/>
                <a:gd name="T54" fmla="*/ 1 w 246"/>
                <a:gd name="T55" fmla="*/ 3 h 426"/>
                <a:gd name="T56" fmla="*/ 1 w 246"/>
                <a:gd name="T57" fmla="*/ 3 h 426"/>
                <a:gd name="T58" fmla="*/ 1 w 246"/>
                <a:gd name="T59" fmla="*/ 3 h 426"/>
                <a:gd name="T60" fmla="*/ 1 w 246"/>
                <a:gd name="T61" fmla="*/ 3 h 426"/>
                <a:gd name="T62" fmla="*/ 1 w 246"/>
                <a:gd name="T63" fmla="*/ 3 h 426"/>
                <a:gd name="T64" fmla="*/ 0 w 246"/>
                <a:gd name="T65" fmla="*/ 3 h 426"/>
                <a:gd name="T66" fmla="*/ 0 w 246"/>
                <a:gd name="T67" fmla="*/ 3 h 426"/>
                <a:gd name="T68" fmla="*/ 0 w 246"/>
                <a:gd name="T69" fmla="*/ 3 h 426"/>
                <a:gd name="T70" fmla="*/ 0 w 246"/>
                <a:gd name="T71" fmla="*/ 3 h 426"/>
                <a:gd name="T72" fmla="*/ 0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426"/>
                  </a:moveTo>
                  <a:lnTo>
                    <a:pt x="0" y="426"/>
                  </a:lnTo>
                  <a:lnTo>
                    <a:pt x="25" y="423"/>
                  </a:lnTo>
                  <a:lnTo>
                    <a:pt x="50" y="417"/>
                  </a:lnTo>
                  <a:lnTo>
                    <a:pt x="74" y="407"/>
                  </a:lnTo>
                  <a:lnTo>
                    <a:pt x="96" y="392"/>
                  </a:lnTo>
                  <a:lnTo>
                    <a:pt x="118" y="373"/>
                  </a:lnTo>
                  <a:lnTo>
                    <a:pt x="138" y="350"/>
                  </a:lnTo>
                  <a:lnTo>
                    <a:pt x="157" y="327"/>
                  </a:lnTo>
                  <a:lnTo>
                    <a:pt x="175" y="299"/>
                  </a:lnTo>
                  <a:lnTo>
                    <a:pt x="190" y="268"/>
                  </a:lnTo>
                  <a:lnTo>
                    <a:pt x="205" y="236"/>
                  </a:lnTo>
                  <a:lnTo>
                    <a:pt x="216" y="202"/>
                  </a:lnTo>
                  <a:lnTo>
                    <a:pt x="227" y="164"/>
                  </a:lnTo>
                  <a:lnTo>
                    <a:pt x="235" y="125"/>
                  </a:lnTo>
                  <a:lnTo>
                    <a:pt x="241" y="86"/>
                  </a:lnTo>
                  <a:lnTo>
                    <a:pt x="244" y="42"/>
                  </a:lnTo>
                  <a:lnTo>
                    <a:pt x="246" y="0"/>
                  </a:lnTo>
                  <a:lnTo>
                    <a:pt x="234" y="0"/>
                  </a:lnTo>
                  <a:lnTo>
                    <a:pt x="233" y="42"/>
                  </a:lnTo>
                  <a:lnTo>
                    <a:pt x="229" y="83"/>
                  </a:lnTo>
                  <a:lnTo>
                    <a:pt x="223" y="123"/>
                  </a:lnTo>
                  <a:lnTo>
                    <a:pt x="215" y="162"/>
                  </a:lnTo>
                  <a:lnTo>
                    <a:pt x="205" y="197"/>
                  </a:lnTo>
                  <a:lnTo>
                    <a:pt x="193" y="231"/>
                  </a:lnTo>
                  <a:lnTo>
                    <a:pt x="179" y="264"/>
                  </a:lnTo>
                  <a:lnTo>
                    <a:pt x="164" y="292"/>
                  </a:lnTo>
                  <a:lnTo>
                    <a:pt x="147" y="320"/>
                  </a:lnTo>
                  <a:lnTo>
                    <a:pt x="128" y="343"/>
                  </a:lnTo>
                  <a:lnTo>
                    <a:pt x="108" y="363"/>
                  </a:lnTo>
                  <a:lnTo>
                    <a:pt x="89" y="382"/>
                  </a:lnTo>
                  <a:lnTo>
                    <a:pt x="67" y="395"/>
                  </a:lnTo>
                  <a:lnTo>
                    <a:pt x="45" y="406"/>
                  </a:lnTo>
                  <a:lnTo>
                    <a:pt x="23" y="411"/>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2684" name="Freeform 58"/>
            <p:cNvSpPr>
              <a:spLocks/>
            </p:cNvSpPr>
            <p:nvPr/>
          </p:nvSpPr>
          <p:spPr bwMode="auto">
            <a:xfrm>
              <a:off x="1091" y="2172"/>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4" y="86"/>
                  </a:lnTo>
                  <a:lnTo>
                    <a:pt x="10" y="125"/>
                  </a:lnTo>
                  <a:lnTo>
                    <a:pt x="18" y="164"/>
                  </a:lnTo>
                  <a:lnTo>
                    <a:pt x="29" y="202"/>
                  </a:lnTo>
                  <a:lnTo>
                    <a:pt x="41" y="236"/>
                  </a:lnTo>
                  <a:lnTo>
                    <a:pt x="55" y="268"/>
                  </a:lnTo>
                  <a:lnTo>
                    <a:pt x="70" y="299"/>
                  </a:lnTo>
                  <a:lnTo>
                    <a:pt x="89" y="327"/>
                  </a:lnTo>
                  <a:lnTo>
                    <a:pt x="106" y="350"/>
                  </a:lnTo>
                  <a:lnTo>
                    <a:pt x="126" y="373"/>
                  </a:lnTo>
                  <a:lnTo>
                    <a:pt x="148" y="392"/>
                  </a:lnTo>
                  <a:lnTo>
                    <a:pt x="171" y="407"/>
                  </a:lnTo>
                  <a:lnTo>
                    <a:pt x="194" y="417"/>
                  </a:lnTo>
                  <a:lnTo>
                    <a:pt x="219" y="423"/>
                  </a:lnTo>
                  <a:lnTo>
                    <a:pt x="245" y="426"/>
                  </a:lnTo>
                  <a:lnTo>
                    <a:pt x="245" y="414"/>
                  </a:lnTo>
                  <a:lnTo>
                    <a:pt x="221" y="411"/>
                  </a:lnTo>
                  <a:lnTo>
                    <a:pt x="199" y="406"/>
                  </a:lnTo>
                  <a:lnTo>
                    <a:pt x="178" y="395"/>
                  </a:lnTo>
                  <a:lnTo>
                    <a:pt x="155" y="382"/>
                  </a:lnTo>
                  <a:lnTo>
                    <a:pt x="136" y="363"/>
                  </a:lnTo>
                  <a:lnTo>
                    <a:pt x="116" y="343"/>
                  </a:lnTo>
                  <a:lnTo>
                    <a:pt x="98" y="320"/>
                  </a:lnTo>
                  <a:lnTo>
                    <a:pt x="82" y="292"/>
                  </a:lnTo>
                  <a:lnTo>
                    <a:pt x="66" y="264"/>
                  </a:lnTo>
                  <a:lnTo>
                    <a:pt x="52" y="231"/>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2685" name="Freeform 59"/>
            <p:cNvSpPr>
              <a:spLocks/>
            </p:cNvSpPr>
            <p:nvPr/>
          </p:nvSpPr>
          <p:spPr bwMode="auto">
            <a:xfrm>
              <a:off x="1091" y="2087"/>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4" y="8"/>
                  </a:lnTo>
                  <a:lnTo>
                    <a:pt x="171" y="18"/>
                  </a:lnTo>
                  <a:lnTo>
                    <a:pt x="148" y="34"/>
                  </a:lnTo>
                  <a:lnTo>
                    <a:pt x="126" y="51"/>
                  </a:lnTo>
                  <a:lnTo>
                    <a:pt x="106" y="73"/>
                  </a:lnTo>
                  <a:lnTo>
                    <a:pt x="89" y="98"/>
                  </a:lnTo>
                  <a:lnTo>
                    <a:pt x="71" y="125"/>
                  </a:lnTo>
                  <a:lnTo>
                    <a:pt x="55" y="155"/>
                  </a:lnTo>
                  <a:lnTo>
                    <a:pt x="41" y="188"/>
                  </a:lnTo>
                  <a:lnTo>
                    <a:pt x="29" y="222"/>
                  </a:lnTo>
                  <a:lnTo>
                    <a:pt x="18" y="261"/>
                  </a:lnTo>
                  <a:lnTo>
                    <a:pt x="10" y="298"/>
                  </a:lnTo>
                  <a:lnTo>
                    <a:pt x="4" y="338"/>
                  </a:lnTo>
                  <a:lnTo>
                    <a:pt x="1" y="382"/>
                  </a:lnTo>
                  <a:lnTo>
                    <a:pt x="0" y="424"/>
                  </a:lnTo>
                  <a:lnTo>
                    <a:pt x="11" y="424"/>
                  </a:lnTo>
                  <a:lnTo>
                    <a:pt x="13" y="382"/>
                  </a:lnTo>
                  <a:lnTo>
                    <a:pt x="16" y="341"/>
                  </a:lnTo>
                  <a:lnTo>
                    <a:pt x="22" y="301"/>
                  </a:lnTo>
                  <a:lnTo>
                    <a:pt x="30" y="263"/>
                  </a:lnTo>
                  <a:lnTo>
                    <a:pt x="41" y="227"/>
                  </a:lnTo>
                  <a:lnTo>
                    <a:pt x="52" y="193"/>
                  </a:lnTo>
                  <a:lnTo>
                    <a:pt x="66" y="160"/>
                  </a:lnTo>
                  <a:lnTo>
                    <a:pt x="80" y="132"/>
                  </a:lnTo>
                  <a:lnTo>
                    <a:pt x="98" y="105"/>
                  </a:lnTo>
                  <a:lnTo>
                    <a:pt x="116" y="80"/>
                  </a:lnTo>
                  <a:lnTo>
                    <a:pt x="136" y="60"/>
                  </a:lnTo>
                  <a:lnTo>
                    <a:pt x="155" y="43"/>
                  </a:lnTo>
                  <a:lnTo>
                    <a:pt x="178" y="30"/>
                  </a:lnTo>
                  <a:lnTo>
                    <a:pt x="199" y="19"/>
                  </a:lnTo>
                  <a:lnTo>
                    <a:pt x="221" y="14"/>
                  </a:lnTo>
                  <a:lnTo>
                    <a:pt x="245" y="11"/>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2686" name="Freeform 60"/>
            <p:cNvSpPr>
              <a:spLocks/>
            </p:cNvSpPr>
            <p:nvPr/>
          </p:nvSpPr>
          <p:spPr bwMode="auto">
            <a:xfrm>
              <a:off x="1392" y="2118"/>
              <a:ext cx="49" cy="85"/>
            </a:xfrm>
            <a:custGeom>
              <a:avLst/>
              <a:gdLst>
                <a:gd name="T0" fmla="*/ 2 w 246"/>
                <a:gd name="T1" fmla="*/ 3 h 426"/>
                <a:gd name="T2" fmla="*/ 2 w 246"/>
                <a:gd name="T3" fmla="*/ 3 h 426"/>
                <a:gd name="T4" fmla="*/ 2 w 246"/>
                <a:gd name="T5" fmla="*/ 3 h 426"/>
                <a:gd name="T6" fmla="*/ 2 w 246"/>
                <a:gd name="T7" fmla="*/ 3 h 426"/>
                <a:gd name="T8" fmla="*/ 2 w 246"/>
                <a:gd name="T9" fmla="*/ 2 h 426"/>
                <a:gd name="T10" fmla="*/ 2 w 246"/>
                <a:gd name="T11" fmla="*/ 2 h 426"/>
                <a:gd name="T12" fmla="*/ 2 w 246"/>
                <a:gd name="T13" fmla="*/ 2 h 426"/>
                <a:gd name="T14" fmla="*/ 2 w 246"/>
                <a:gd name="T15" fmla="*/ 2 h 426"/>
                <a:gd name="T16" fmla="*/ 2 w 246"/>
                <a:gd name="T17" fmla="*/ 1 h 426"/>
                <a:gd name="T18" fmla="*/ 1 w 246"/>
                <a:gd name="T19" fmla="*/ 1 h 426"/>
                <a:gd name="T20" fmla="*/ 1 w 246"/>
                <a:gd name="T21" fmla="*/ 1 h 426"/>
                <a:gd name="T22" fmla="*/ 1 w 246"/>
                <a:gd name="T23" fmla="*/ 1 h 426"/>
                <a:gd name="T24" fmla="*/ 1 w 246"/>
                <a:gd name="T25" fmla="*/ 0 h 426"/>
                <a:gd name="T26" fmla="*/ 1 w 246"/>
                <a:gd name="T27" fmla="*/ 0 h 426"/>
                <a:gd name="T28" fmla="*/ 1 w 246"/>
                <a:gd name="T29" fmla="*/ 0 h 426"/>
                <a:gd name="T30" fmla="*/ 0 w 246"/>
                <a:gd name="T31" fmla="*/ 0 h 426"/>
                <a:gd name="T32" fmla="*/ 0 w 246"/>
                <a:gd name="T33" fmla="*/ 0 h 426"/>
                <a:gd name="T34" fmla="*/ 0 w 246"/>
                <a:gd name="T35" fmla="*/ 0 h 426"/>
                <a:gd name="T36" fmla="*/ 0 w 246"/>
                <a:gd name="T37" fmla="*/ 0 h 426"/>
                <a:gd name="T38" fmla="*/ 0 w 246"/>
                <a:gd name="T39" fmla="*/ 0 h 426"/>
                <a:gd name="T40" fmla="*/ 0 w 246"/>
                <a:gd name="T41" fmla="*/ 0 h 426"/>
                <a:gd name="T42" fmla="*/ 1 w 246"/>
                <a:gd name="T43" fmla="*/ 0 h 426"/>
                <a:gd name="T44" fmla="*/ 1 w 246"/>
                <a:gd name="T45" fmla="*/ 0 h 426"/>
                <a:gd name="T46" fmla="*/ 1 w 246"/>
                <a:gd name="T47" fmla="*/ 1 h 426"/>
                <a:gd name="T48" fmla="*/ 1 w 246"/>
                <a:gd name="T49" fmla="*/ 1 h 426"/>
                <a:gd name="T50" fmla="*/ 1 w 246"/>
                <a:gd name="T51" fmla="*/ 1 h 426"/>
                <a:gd name="T52" fmla="*/ 1 w 246"/>
                <a:gd name="T53" fmla="*/ 1 h 426"/>
                <a:gd name="T54" fmla="*/ 1 w 246"/>
                <a:gd name="T55" fmla="*/ 1 h 426"/>
                <a:gd name="T56" fmla="*/ 2 w 246"/>
                <a:gd name="T57" fmla="*/ 2 h 426"/>
                <a:gd name="T58" fmla="*/ 2 w 246"/>
                <a:gd name="T59" fmla="*/ 2 h 426"/>
                <a:gd name="T60" fmla="*/ 2 w 246"/>
                <a:gd name="T61" fmla="*/ 2 h 426"/>
                <a:gd name="T62" fmla="*/ 2 w 246"/>
                <a:gd name="T63" fmla="*/ 2 h 426"/>
                <a:gd name="T64" fmla="*/ 2 w 246"/>
                <a:gd name="T65" fmla="*/ 3 h 426"/>
                <a:gd name="T66" fmla="*/ 2 w 246"/>
                <a:gd name="T67" fmla="*/ 3 h 426"/>
                <a:gd name="T68" fmla="*/ 2 w 246"/>
                <a:gd name="T69" fmla="*/ 3 h 426"/>
                <a:gd name="T70" fmla="*/ 2 w 246"/>
                <a:gd name="T71" fmla="*/ 3 h 426"/>
                <a:gd name="T72" fmla="*/ 2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246" y="426"/>
                  </a:moveTo>
                  <a:lnTo>
                    <a:pt x="246" y="426"/>
                  </a:lnTo>
                  <a:lnTo>
                    <a:pt x="245" y="384"/>
                  </a:lnTo>
                  <a:lnTo>
                    <a:pt x="242" y="340"/>
                  </a:lnTo>
                  <a:lnTo>
                    <a:pt x="236" y="301"/>
                  </a:lnTo>
                  <a:lnTo>
                    <a:pt x="228" y="262"/>
                  </a:lnTo>
                  <a:lnTo>
                    <a:pt x="217" y="224"/>
                  </a:lnTo>
                  <a:lnTo>
                    <a:pt x="205" y="190"/>
                  </a:lnTo>
                  <a:lnTo>
                    <a:pt x="191" y="158"/>
                  </a:lnTo>
                  <a:lnTo>
                    <a:pt x="176" y="126"/>
                  </a:lnTo>
                  <a:lnTo>
                    <a:pt x="157" y="99"/>
                  </a:lnTo>
                  <a:lnTo>
                    <a:pt x="139" y="75"/>
                  </a:lnTo>
                  <a:lnTo>
                    <a:pt x="119" y="53"/>
                  </a:lnTo>
                  <a:lnTo>
                    <a:pt x="96" y="34"/>
                  </a:lnTo>
                  <a:lnTo>
                    <a:pt x="75" y="19"/>
                  </a:lnTo>
                  <a:lnTo>
                    <a:pt x="51" y="9"/>
                  </a:lnTo>
                  <a:lnTo>
                    <a:pt x="26" y="3"/>
                  </a:lnTo>
                  <a:lnTo>
                    <a:pt x="0" y="0"/>
                  </a:lnTo>
                  <a:lnTo>
                    <a:pt x="0" y="12"/>
                  </a:lnTo>
                  <a:lnTo>
                    <a:pt x="24" y="15"/>
                  </a:lnTo>
                  <a:lnTo>
                    <a:pt x="46" y="20"/>
                  </a:lnTo>
                  <a:lnTo>
                    <a:pt x="68" y="31"/>
                  </a:lnTo>
                  <a:lnTo>
                    <a:pt x="89" y="44"/>
                  </a:lnTo>
                  <a:lnTo>
                    <a:pt x="109" y="63"/>
                  </a:lnTo>
                  <a:lnTo>
                    <a:pt x="129" y="83"/>
                  </a:lnTo>
                  <a:lnTo>
                    <a:pt x="148" y="106"/>
                  </a:lnTo>
                  <a:lnTo>
                    <a:pt x="164" y="133"/>
                  </a:lnTo>
                  <a:lnTo>
                    <a:pt x="180" y="162"/>
                  </a:lnTo>
                  <a:lnTo>
                    <a:pt x="194" y="195"/>
                  </a:lnTo>
                  <a:lnTo>
                    <a:pt x="205" y="229"/>
                  </a:lnTo>
                  <a:lnTo>
                    <a:pt x="216" y="264"/>
                  </a:lnTo>
                  <a:lnTo>
                    <a:pt x="224" y="303"/>
                  </a:lnTo>
                  <a:lnTo>
                    <a:pt x="230" y="343"/>
                  </a:lnTo>
                  <a:lnTo>
                    <a:pt x="233" y="384"/>
                  </a:lnTo>
                  <a:lnTo>
                    <a:pt x="235" y="426"/>
                  </a:lnTo>
                  <a:lnTo>
                    <a:pt x="246"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2687" name="Freeform 61"/>
            <p:cNvSpPr>
              <a:spLocks/>
            </p:cNvSpPr>
            <p:nvPr/>
          </p:nvSpPr>
          <p:spPr bwMode="auto">
            <a:xfrm>
              <a:off x="1392" y="2203"/>
              <a:ext cx="49" cy="85"/>
            </a:xfrm>
            <a:custGeom>
              <a:avLst/>
              <a:gdLst>
                <a:gd name="T0" fmla="*/ 0 w 246"/>
                <a:gd name="T1" fmla="*/ 3 h 424"/>
                <a:gd name="T2" fmla="*/ 0 w 246"/>
                <a:gd name="T3" fmla="*/ 3 h 424"/>
                <a:gd name="T4" fmla="*/ 0 w 246"/>
                <a:gd name="T5" fmla="*/ 3 h 424"/>
                <a:gd name="T6" fmla="*/ 0 w 246"/>
                <a:gd name="T7" fmla="*/ 3 h 424"/>
                <a:gd name="T8" fmla="*/ 1 w 246"/>
                <a:gd name="T9" fmla="*/ 3 h 424"/>
                <a:gd name="T10" fmla="*/ 1 w 246"/>
                <a:gd name="T11" fmla="*/ 3 h 424"/>
                <a:gd name="T12" fmla="*/ 1 w 246"/>
                <a:gd name="T13" fmla="*/ 3 h 424"/>
                <a:gd name="T14" fmla="*/ 1 w 246"/>
                <a:gd name="T15" fmla="*/ 3 h 424"/>
                <a:gd name="T16" fmla="*/ 1 w 246"/>
                <a:gd name="T17" fmla="*/ 3 h 424"/>
                <a:gd name="T18" fmla="*/ 1 w 246"/>
                <a:gd name="T19" fmla="*/ 2 h 424"/>
                <a:gd name="T20" fmla="*/ 2 w 246"/>
                <a:gd name="T21" fmla="*/ 2 h 424"/>
                <a:gd name="T22" fmla="*/ 2 w 246"/>
                <a:gd name="T23" fmla="*/ 2 h 424"/>
                <a:gd name="T24" fmla="*/ 2 w 246"/>
                <a:gd name="T25" fmla="*/ 2 h 424"/>
                <a:gd name="T26" fmla="*/ 2 w 246"/>
                <a:gd name="T27" fmla="*/ 1 h 424"/>
                <a:gd name="T28" fmla="*/ 2 w 246"/>
                <a:gd name="T29" fmla="*/ 1 h 424"/>
                <a:gd name="T30" fmla="*/ 2 w 246"/>
                <a:gd name="T31" fmla="*/ 1 h 424"/>
                <a:gd name="T32" fmla="*/ 2 w 246"/>
                <a:gd name="T33" fmla="*/ 0 h 424"/>
                <a:gd name="T34" fmla="*/ 2 w 246"/>
                <a:gd name="T35" fmla="*/ 0 h 424"/>
                <a:gd name="T36" fmla="*/ 2 w 246"/>
                <a:gd name="T37" fmla="*/ 0 h 424"/>
                <a:gd name="T38" fmla="*/ 2 w 246"/>
                <a:gd name="T39" fmla="*/ 0 h 424"/>
                <a:gd name="T40" fmla="*/ 2 w 246"/>
                <a:gd name="T41" fmla="*/ 1 h 424"/>
                <a:gd name="T42" fmla="*/ 2 w 246"/>
                <a:gd name="T43" fmla="*/ 1 h 424"/>
                <a:gd name="T44" fmla="*/ 2 w 246"/>
                <a:gd name="T45" fmla="*/ 1 h 424"/>
                <a:gd name="T46" fmla="*/ 2 w 246"/>
                <a:gd name="T47" fmla="*/ 2 h 424"/>
                <a:gd name="T48" fmla="*/ 2 w 246"/>
                <a:gd name="T49" fmla="*/ 2 h 424"/>
                <a:gd name="T50" fmla="*/ 1 w 246"/>
                <a:gd name="T51" fmla="*/ 2 h 424"/>
                <a:gd name="T52" fmla="*/ 1 w 246"/>
                <a:gd name="T53" fmla="*/ 2 h 424"/>
                <a:gd name="T54" fmla="*/ 1 w 246"/>
                <a:gd name="T55" fmla="*/ 3 h 424"/>
                <a:gd name="T56" fmla="*/ 1 w 246"/>
                <a:gd name="T57" fmla="*/ 3 h 424"/>
                <a:gd name="T58" fmla="*/ 1 w 246"/>
                <a:gd name="T59" fmla="*/ 3 h 424"/>
                <a:gd name="T60" fmla="*/ 1 w 246"/>
                <a:gd name="T61" fmla="*/ 3 h 424"/>
                <a:gd name="T62" fmla="*/ 1 w 246"/>
                <a:gd name="T63" fmla="*/ 3 h 424"/>
                <a:gd name="T64" fmla="*/ 0 w 246"/>
                <a:gd name="T65" fmla="*/ 3 h 424"/>
                <a:gd name="T66" fmla="*/ 0 w 246"/>
                <a:gd name="T67" fmla="*/ 3 h 424"/>
                <a:gd name="T68" fmla="*/ 0 w 246"/>
                <a:gd name="T69" fmla="*/ 3 h 424"/>
                <a:gd name="T70" fmla="*/ 0 w 246"/>
                <a:gd name="T71" fmla="*/ 3 h 424"/>
                <a:gd name="T72" fmla="*/ 0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0" y="424"/>
                  </a:moveTo>
                  <a:lnTo>
                    <a:pt x="0" y="424"/>
                  </a:lnTo>
                  <a:lnTo>
                    <a:pt x="26" y="422"/>
                  </a:lnTo>
                  <a:lnTo>
                    <a:pt x="51" y="416"/>
                  </a:lnTo>
                  <a:lnTo>
                    <a:pt x="75" y="406"/>
                  </a:lnTo>
                  <a:lnTo>
                    <a:pt x="96" y="390"/>
                  </a:lnTo>
                  <a:lnTo>
                    <a:pt x="119" y="373"/>
                  </a:lnTo>
                  <a:lnTo>
                    <a:pt x="139" y="351"/>
                  </a:lnTo>
                  <a:lnTo>
                    <a:pt x="157" y="326"/>
                  </a:lnTo>
                  <a:lnTo>
                    <a:pt x="175" y="299"/>
                  </a:lnTo>
                  <a:lnTo>
                    <a:pt x="191" y="269"/>
                  </a:lnTo>
                  <a:lnTo>
                    <a:pt x="205" y="236"/>
                  </a:lnTo>
                  <a:lnTo>
                    <a:pt x="217" y="202"/>
                  </a:lnTo>
                  <a:lnTo>
                    <a:pt x="228" y="163"/>
                  </a:lnTo>
                  <a:lnTo>
                    <a:pt x="236" y="125"/>
                  </a:lnTo>
                  <a:lnTo>
                    <a:pt x="242" y="86"/>
                  </a:lnTo>
                  <a:lnTo>
                    <a:pt x="245" y="42"/>
                  </a:lnTo>
                  <a:lnTo>
                    <a:pt x="246" y="0"/>
                  </a:lnTo>
                  <a:lnTo>
                    <a:pt x="235" y="0"/>
                  </a:lnTo>
                  <a:lnTo>
                    <a:pt x="233" y="42"/>
                  </a:lnTo>
                  <a:lnTo>
                    <a:pt x="230" y="83"/>
                  </a:lnTo>
                  <a:lnTo>
                    <a:pt x="224" y="123"/>
                  </a:lnTo>
                  <a:lnTo>
                    <a:pt x="216" y="161"/>
                  </a:lnTo>
                  <a:lnTo>
                    <a:pt x="205" y="197"/>
                  </a:lnTo>
                  <a:lnTo>
                    <a:pt x="194" y="231"/>
                  </a:lnTo>
                  <a:lnTo>
                    <a:pt x="180" y="264"/>
                  </a:lnTo>
                  <a:lnTo>
                    <a:pt x="166" y="292"/>
                  </a:lnTo>
                  <a:lnTo>
                    <a:pt x="148" y="319"/>
                  </a:lnTo>
                  <a:lnTo>
                    <a:pt x="129" y="344"/>
                  </a:lnTo>
                  <a:lnTo>
                    <a:pt x="109" y="364"/>
                  </a:lnTo>
                  <a:lnTo>
                    <a:pt x="89" y="381"/>
                  </a:lnTo>
                  <a:lnTo>
                    <a:pt x="68" y="394"/>
                  </a:lnTo>
                  <a:lnTo>
                    <a:pt x="46" y="405"/>
                  </a:lnTo>
                  <a:lnTo>
                    <a:pt x="24" y="410"/>
                  </a:lnTo>
                  <a:lnTo>
                    <a:pt x="0" y="413"/>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2688" name="Freeform 62"/>
            <p:cNvSpPr>
              <a:spLocks/>
            </p:cNvSpPr>
            <p:nvPr/>
          </p:nvSpPr>
          <p:spPr bwMode="auto">
            <a:xfrm>
              <a:off x="1343" y="2203"/>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2" y="42"/>
                  </a:lnTo>
                  <a:lnTo>
                    <a:pt x="5" y="86"/>
                  </a:lnTo>
                  <a:lnTo>
                    <a:pt x="11" y="125"/>
                  </a:lnTo>
                  <a:lnTo>
                    <a:pt x="19" y="163"/>
                  </a:lnTo>
                  <a:lnTo>
                    <a:pt x="30" y="202"/>
                  </a:lnTo>
                  <a:lnTo>
                    <a:pt x="41" y="236"/>
                  </a:lnTo>
                  <a:lnTo>
                    <a:pt x="56" y="269"/>
                  </a:lnTo>
                  <a:lnTo>
                    <a:pt x="72" y="299"/>
                  </a:lnTo>
                  <a:lnTo>
                    <a:pt x="90" y="326"/>
                  </a:lnTo>
                  <a:lnTo>
                    <a:pt x="108" y="351"/>
                  </a:lnTo>
                  <a:lnTo>
                    <a:pt x="127" y="373"/>
                  </a:lnTo>
                  <a:lnTo>
                    <a:pt x="149" y="390"/>
                  </a:lnTo>
                  <a:lnTo>
                    <a:pt x="172" y="406"/>
                  </a:lnTo>
                  <a:lnTo>
                    <a:pt x="195" y="416"/>
                  </a:lnTo>
                  <a:lnTo>
                    <a:pt x="220" y="422"/>
                  </a:lnTo>
                  <a:lnTo>
                    <a:pt x="245" y="424"/>
                  </a:lnTo>
                  <a:lnTo>
                    <a:pt x="245" y="413"/>
                  </a:lnTo>
                  <a:lnTo>
                    <a:pt x="222" y="410"/>
                  </a:lnTo>
                  <a:lnTo>
                    <a:pt x="200" y="405"/>
                  </a:lnTo>
                  <a:lnTo>
                    <a:pt x="179" y="394"/>
                  </a:lnTo>
                  <a:lnTo>
                    <a:pt x="156" y="381"/>
                  </a:lnTo>
                  <a:lnTo>
                    <a:pt x="136" y="364"/>
                  </a:lnTo>
                  <a:lnTo>
                    <a:pt x="118" y="344"/>
                  </a:lnTo>
                  <a:lnTo>
                    <a:pt x="99" y="319"/>
                  </a:lnTo>
                  <a:lnTo>
                    <a:pt x="81" y="292"/>
                  </a:lnTo>
                  <a:lnTo>
                    <a:pt x="67" y="264"/>
                  </a:lnTo>
                  <a:lnTo>
                    <a:pt x="53" y="231"/>
                  </a:lnTo>
                  <a:lnTo>
                    <a:pt x="41" y="197"/>
                  </a:lnTo>
                  <a:lnTo>
                    <a:pt x="31" y="161"/>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2689" name="Freeform 63"/>
            <p:cNvSpPr>
              <a:spLocks/>
            </p:cNvSpPr>
            <p:nvPr/>
          </p:nvSpPr>
          <p:spPr bwMode="auto">
            <a:xfrm>
              <a:off x="1343" y="2118"/>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1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20" y="3"/>
                  </a:lnTo>
                  <a:lnTo>
                    <a:pt x="195" y="9"/>
                  </a:lnTo>
                  <a:lnTo>
                    <a:pt x="172" y="19"/>
                  </a:lnTo>
                  <a:lnTo>
                    <a:pt x="149" y="34"/>
                  </a:lnTo>
                  <a:lnTo>
                    <a:pt x="127" y="53"/>
                  </a:lnTo>
                  <a:lnTo>
                    <a:pt x="108" y="75"/>
                  </a:lnTo>
                  <a:lnTo>
                    <a:pt x="90" y="99"/>
                  </a:lnTo>
                  <a:lnTo>
                    <a:pt x="71" y="126"/>
                  </a:lnTo>
                  <a:lnTo>
                    <a:pt x="56" y="158"/>
                  </a:lnTo>
                  <a:lnTo>
                    <a:pt x="41" y="190"/>
                  </a:lnTo>
                  <a:lnTo>
                    <a:pt x="30" y="224"/>
                  </a:lnTo>
                  <a:lnTo>
                    <a:pt x="19" y="262"/>
                  </a:lnTo>
                  <a:lnTo>
                    <a:pt x="11" y="301"/>
                  </a:lnTo>
                  <a:lnTo>
                    <a:pt x="5" y="340"/>
                  </a:lnTo>
                  <a:lnTo>
                    <a:pt x="2" y="384"/>
                  </a:lnTo>
                  <a:lnTo>
                    <a:pt x="0" y="426"/>
                  </a:lnTo>
                  <a:lnTo>
                    <a:pt x="12" y="426"/>
                  </a:lnTo>
                  <a:lnTo>
                    <a:pt x="13" y="384"/>
                  </a:lnTo>
                  <a:lnTo>
                    <a:pt x="17" y="343"/>
                  </a:lnTo>
                  <a:lnTo>
                    <a:pt x="23" y="303"/>
                  </a:lnTo>
                  <a:lnTo>
                    <a:pt x="31" y="264"/>
                  </a:lnTo>
                  <a:lnTo>
                    <a:pt x="41" y="229"/>
                  </a:lnTo>
                  <a:lnTo>
                    <a:pt x="53" y="195"/>
                  </a:lnTo>
                  <a:lnTo>
                    <a:pt x="67" y="162"/>
                  </a:lnTo>
                  <a:lnTo>
                    <a:pt x="82" y="133"/>
                  </a:lnTo>
                  <a:lnTo>
                    <a:pt x="99" y="106"/>
                  </a:lnTo>
                  <a:lnTo>
                    <a:pt x="118" y="83"/>
                  </a:lnTo>
                  <a:lnTo>
                    <a:pt x="136" y="63"/>
                  </a:lnTo>
                  <a:lnTo>
                    <a:pt x="156" y="44"/>
                  </a:lnTo>
                  <a:lnTo>
                    <a:pt x="179" y="31"/>
                  </a:lnTo>
                  <a:lnTo>
                    <a:pt x="200" y="20"/>
                  </a:lnTo>
                  <a:lnTo>
                    <a:pt x="222" y="15"/>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2690" name="Freeform 64"/>
            <p:cNvSpPr>
              <a:spLocks/>
            </p:cNvSpPr>
            <p:nvPr/>
          </p:nvSpPr>
          <p:spPr bwMode="auto">
            <a:xfrm>
              <a:off x="1384" y="1859"/>
              <a:ext cx="49" cy="84"/>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1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3" y="382"/>
                  </a:lnTo>
                  <a:lnTo>
                    <a:pt x="240" y="339"/>
                  </a:lnTo>
                  <a:lnTo>
                    <a:pt x="234" y="299"/>
                  </a:lnTo>
                  <a:lnTo>
                    <a:pt x="226" y="261"/>
                  </a:lnTo>
                  <a:lnTo>
                    <a:pt x="215" y="222"/>
                  </a:lnTo>
                  <a:lnTo>
                    <a:pt x="204" y="188"/>
                  </a:lnTo>
                  <a:lnTo>
                    <a:pt x="189" y="156"/>
                  </a:lnTo>
                  <a:lnTo>
                    <a:pt x="173" y="125"/>
                  </a:lnTo>
                  <a:lnTo>
                    <a:pt x="155" y="98"/>
                  </a:lnTo>
                  <a:lnTo>
                    <a:pt x="138" y="74"/>
                  </a:lnTo>
                  <a:lnTo>
                    <a:pt x="118" y="51"/>
                  </a:lnTo>
                  <a:lnTo>
                    <a:pt x="96" y="34"/>
                  </a:lnTo>
                  <a:lnTo>
                    <a:pt x="73" y="18"/>
                  </a:lnTo>
                  <a:lnTo>
                    <a:pt x="50" y="8"/>
                  </a:lnTo>
                  <a:lnTo>
                    <a:pt x="25" y="2"/>
                  </a:lnTo>
                  <a:lnTo>
                    <a:pt x="0" y="0"/>
                  </a:lnTo>
                  <a:lnTo>
                    <a:pt x="0" y="11"/>
                  </a:lnTo>
                  <a:lnTo>
                    <a:pt x="23" y="14"/>
                  </a:lnTo>
                  <a:lnTo>
                    <a:pt x="45" y="20"/>
                  </a:lnTo>
                  <a:lnTo>
                    <a:pt x="66" y="30"/>
                  </a:lnTo>
                  <a:lnTo>
                    <a:pt x="89" y="43"/>
                  </a:lnTo>
                  <a:lnTo>
                    <a:pt x="109" y="61"/>
                  </a:lnTo>
                  <a:lnTo>
                    <a:pt x="129" y="81"/>
                  </a:lnTo>
                  <a:lnTo>
                    <a:pt x="146" y="105"/>
                  </a:lnTo>
                  <a:lnTo>
                    <a:pt x="164" y="132"/>
                  </a:lnTo>
                  <a:lnTo>
                    <a:pt x="178" y="160"/>
                  </a:lnTo>
                  <a:lnTo>
                    <a:pt x="192" y="193"/>
                  </a:lnTo>
                  <a:lnTo>
                    <a:pt x="204" y="227"/>
                  </a:lnTo>
                  <a:lnTo>
                    <a:pt x="214" y="264"/>
                  </a:lnTo>
                  <a:lnTo>
                    <a:pt x="222" y="301"/>
                  </a:lnTo>
                  <a:lnTo>
                    <a:pt x="228"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2691" name="Freeform 65"/>
            <p:cNvSpPr>
              <a:spLocks/>
            </p:cNvSpPr>
            <p:nvPr/>
          </p:nvSpPr>
          <p:spPr bwMode="auto">
            <a:xfrm>
              <a:off x="1384" y="1943"/>
              <a:ext cx="49" cy="86"/>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5" y="423"/>
                  </a:lnTo>
                  <a:lnTo>
                    <a:pt x="50" y="418"/>
                  </a:lnTo>
                  <a:lnTo>
                    <a:pt x="73" y="407"/>
                  </a:lnTo>
                  <a:lnTo>
                    <a:pt x="96" y="392"/>
                  </a:lnTo>
                  <a:lnTo>
                    <a:pt x="118" y="374"/>
                  </a:lnTo>
                  <a:lnTo>
                    <a:pt x="138" y="352"/>
                  </a:lnTo>
                  <a:lnTo>
                    <a:pt x="155" y="327"/>
                  </a:lnTo>
                  <a:lnTo>
                    <a:pt x="174" y="300"/>
                  </a:lnTo>
                  <a:lnTo>
                    <a:pt x="189" y="269"/>
                  </a:lnTo>
                  <a:lnTo>
                    <a:pt x="204" y="237"/>
                  </a:lnTo>
                  <a:lnTo>
                    <a:pt x="215" y="202"/>
                  </a:lnTo>
                  <a:lnTo>
                    <a:pt x="226" y="164"/>
                  </a:lnTo>
                  <a:lnTo>
                    <a:pt x="234" y="126"/>
                  </a:lnTo>
                  <a:lnTo>
                    <a:pt x="240" y="86"/>
                  </a:lnTo>
                  <a:lnTo>
                    <a:pt x="243" y="42"/>
                  </a:lnTo>
                  <a:lnTo>
                    <a:pt x="245" y="0"/>
                  </a:lnTo>
                  <a:lnTo>
                    <a:pt x="233" y="0"/>
                  </a:lnTo>
                  <a:lnTo>
                    <a:pt x="232" y="42"/>
                  </a:lnTo>
                  <a:lnTo>
                    <a:pt x="228" y="83"/>
                  </a:lnTo>
                  <a:lnTo>
                    <a:pt x="222" y="123"/>
                  </a:lnTo>
                  <a:lnTo>
                    <a:pt x="214" y="162"/>
                  </a:lnTo>
                  <a:lnTo>
                    <a:pt x="204" y="197"/>
                  </a:lnTo>
                  <a:lnTo>
                    <a:pt x="192" y="232"/>
                  </a:lnTo>
                  <a:lnTo>
                    <a:pt x="178" y="264"/>
                  </a:lnTo>
                  <a:lnTo>
                    <a:pt x="163" y="293"/>
                  </a:lnTo>
                  <a:lnTo>
                    <a:pt x="146" y="320"/>
                  </a:lnTo>
                  <a:lnTo>
                    <a:pt x="129" y="345"/>
                  </a:lnTo>
                  <a:lnTo>
                    <a:pt x="109" y="365"/>
                  </a:lnTo>
                  <a:lnTo>
                    <a:pt x="89" y="382"/>
                  </a:lnTo>
                  <a:lnTo>
                    <a:pt x="66" y="395"/>
                  </a:lnTo>
                  <a:lnTo>
                    <a:pt x="45" y="406"/>
                  </a:lnTo>
                  <a:lnTo>
                    <a:pt x="23"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2692" name="Freeform 66"/>
            <p:cNvSpPr>
              <a:spLocks/>
            </p:cNvSpPr>
            <p:nvPr/>
          </p:nvSpPr>
          <p:spPr bwMode="auto">
            <a:xfrm>
              <a:off x="1335" y="1943"/>
              <a:ext cx="49" cy="86"/>
            </a:xfrm>
            <a:custGeom>
              <a:avLst/>
              <a:gdLst>
                <a:gd name="T0" fmla="*/ 0 w 246"/>
                <a:gd name="T1" fmla="*/ 0 h 426"/>
                <a:gd name="T2" fmla="*/ 0 w 246"/>
                <a:gd name="T3" fmla="*/ 0 h 426"/>
                <a:gd name="T4" fmla="*/ 0 w 246"/>
                <a:gd name="T5" fmla="*/ 0 h 426"/>
                <a:gd name="T6" fmla="*/ 0 w 246"/>
                <a:gd name="T7" fmla="*/ 1 h 426"/>
                <a:gd name="T8" fmla="*/ 0 w 246"/>
                <a:gd name="T9" fmla="*/ 1 h 426"/>
                <a:gd name="T10" fmla="*/ 0 w 246"/>
                <a:gd name="T11" fmla="*/ 1 h 426"/>
                <a:gd name="T12" fmla="*/ 0 w 246"/>
                <a:gd name="T13" fmla="*/ 2 h 426"/>
                <a:gd name="T14" fmla="*/ 0 w 246"/>
                <a:gd name="T15" fmla="*/ 2 h 426"/>
                <a:gd name="T16" fmla="*/ 0 w 246"/>
                <a:gd name="T17" fmla="*/ 2 h 426"/>
                <a:gd name="T18" fmla="*/ 1 w 246"/>
                <a:gd name="T19" fmla="*/ 2 h 426"/>
                <a:gd name="T20" fmla="*/ 1 w 246"/>
                <a:gd name="T21" fmla="*/ 3 h 426"/>
                <a:gd name="T22" fmla="*/ 1 w 246"/>
                <a:gd name="T23" fmla="*/ 3 h 426"/>
                <a:gd name="T24" fmla="*/ 1 w 246"/>
                <a:gd name="T25" fmla="*/ 3 h 426"/>
                <a:gd name="T26" fmla="*/ 1 w 246"/>
                <a:gd name="T27" fmla="*/ 3 h 426"/>
                <a:gd name="T28" fmla="*/ 1 w 246"/>
                <a:gd name="T29" fmla="*/ 3 h 426"/>
                <a:gd name="T30" fmla="*/ 2 w 246"/>
                <a:gd name="T31" fmla="*/ 3 h 426"/>
                <a:gd name="T32" fmla="*/ 2 w 246"/>
                <a:gd name="T33" fmla="*/ 3 h 426"/>
                <a:gd name="T34" fmla="*/ 2 w 246"/>
                <a:gd name="T35" fmla="*/ 3 h 426"/>
                <a:gd name="T36" fmla="*/ 2 w 246"/>
                <a:gd name="T37" fmla="*/ 3 h 426"/>
                <a:gd name="T38" fmla="*/ 2 w 246"/>
                <a:gd name="T39" fmla="*/ 3 h 426"/>
                <a:gd name="T40" fmla="*/ 2 w 246"/>
                <a:gd name="T41" fmla="*/ 3 h 426"/>
                <a:gd name="T42" fmla="*/ 1 w 246"/>
                <a:gd name="T43" fmla="*/ 3 h 426"/>
                <a:gd name="T44" fmla="*/ 1 w 246"/>
                <a:gd name="T45" fmla="*/ 3 h 426"/>
                <a:gd name="T46" fmla="*/ 1 w 246"/>
                <a:gd name="T47" fmla="*/ 3 h 426"/>
                <a:gd name="T48" fmla="*/ 1 w 246"/>
                <a:gd name="T49" fmla="*/ 3 h 426"/>
                <a:gd name="T50" fmla="*/ 1 w 246"/>
                <a:gd name="T51" fmla="*/ 3 h 426"/>
                <a:gd name="T52" fmla="*/ 1 w 246"/>
                <a:gd name="T53" fmla="*/ 2 h 426"/>
                <a:gd name="T54" fmla="*/ 1 w 246"/>
                <a:gd name="T55" fmla="*/ 2 h 426"/>
                <a:gd name="T56" fmla="*/ 0 w 246"/>
                <a:gd name="T57" fmla="*/ 2 h 426"/>
                <a:gd name="T58" fmla="*/ 0 w 246"/>
                <a:gd name="T59" fmla="*/ 2 h 426"/>
                <a:gd name="T60" fmla="*/ 0 w 246"/>
                <a:gd name="T61" fmla="*/ 1 h 426"/>
                <a:gd name="T62" fmla="*/ 0 w 246"/>
                <a:gd name="T63" fmla="*/ 1 h 426"/>
                <a:gd name="T64" fmla="*/ 0 w 246"/>
                <a:gd name="T65" fmla="*/ 1 h 426"/>
                <a:gd name="T66" fmla="*/ 0 w 246"/>
                <a:gd name="T67" fmla="*/ 0 h 426"/>
                <a:gd name="T68" fmla="*/ 0 w 246"/>
                <a:gd name="T69" fmla="*/ 0 h 426"/>
                <a:gd name="T70" fmla="*/ 0 w 246"/>
                <a:gd name="T71" fmla="*/ 0 h 426"/>
                <a:gd name="T72" fmla="*/ 0 w 246"/>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0"/>
                  </a:moveTo>
                  <a:lnTo>
                    <a:pt x="0" y="0"/>
                  </a:lnTo>
                  <a:lnTo>
                    <a:pt x="1" y="42"/>
                  </a:lnTo>
                  <a:lnTo>
                    <a:pt x="4" y="86"/>
                  </a:lnTo>
                  <a:lnTo>
                    <a:pt x="10" y="126"/>
                  </a:lnTo>
                  <a:lnTo>
                    <a:pt x="18" y="164"/>
                  </a:lnTo>
                  <a:lnTo>
                    <a:pt x="29" y="202"/>
                  </a:lnTo>
                  <a:lnTo>
                    <a:pt x="41" y="237"/>
                  </a:lnTo>
                  <a:lnTo>
                    <a:pt x="55" y="269"/>
                  </a:lnTo>
                  <a:lnTo>
                    <a:pt x="71" y="300"/>
                  </a:lnTo>
                  <a:lnTo>
                    <a:pt x="89" y="327"/>
                  </a:lnTo>
                  <a:lnTo>
                    <a:pt x="107" y="352"/>
                  </a:lnTo>
                  <a:lnTo>
                    <a:pt x="127" y="374"/>
                  </a:lnTo>
                  <a:lnTo>
                    <a:pt x="150" y="392"/>
                  </a:lnTo>
                  <a:lnTo>
                    <a:pt x="171" y="407"/>
                  </a:lnTo>
                  <a:lnTo>
                    <a:pt x="195" y="418"/>
                  </a:lnTo>
                  <a:lnTo>
                    <a:pt x="220" y="423"/>
                  </a:lnTo>
                  <a:lnTo>
                    <a:pt x="246" y="426"/>
                  </a:lnTo>
                  <a:lnTo>
                    <a:pt x="246" y="414"/>
                  </a:lnTo>
                  <a:lnTo>
                    <a:pt x="222" y="412"/>
                  </a:lnTo>
                  <a:lnTo>
                    <a:pt x="200" y="406"/>
                  </a:lnTo>
                  <a:lnTo>
                    <a:pt x="178" y="395"/>
                  </a:lnTo>
                  <a:lnTo>
                    <a:pt x="157" y="382"/>
                  </a:lnTo>
                  <a:lnTo>
                    <a:pt x="137" y="365"/>
                  </a:lnTo>
                  <a:lnTo>
                    <a:pt x="117" y="345"/>
                  </a:lnTo>
                  <a:lnTo>
                    <a:pt x="98" y="320"/>
                  </a:lnTo>
                  <a:lnTo>
                    <a:pt x="83" y="293"/>
                  </a:lnTo>
                  <a:lnTo>
                    <a:pt x="66" y="264"/>
                  </a:lnTo>
                  <a:lnTo>
                    <a:pt x="52" y="232"/>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2693" name="Freeform 67"/>
            <p:cNvSpPr>
              <a:spLocks/>
            </p:cNvSpPr>
            <p:nvPr/>
          </p:nvSpPr>
          <p:spPr bwMode="auto">
            <a:xfrm>
              <a:off x="1335" y="1859"/>
              <a:ext cx="49" cy="84"/>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1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0" y="2"/>
                  </a:lnTo>
                  <a:lnTo>
                    <a:pt x="195" y="8"/>
                  </a:lnTo>
                  <a:lnTo>
                    <a:pt x="171" y="18"/>
                  </a:lnTo>
                  <a:lnTo>
                    <a:pt x="150" y="34"/>
                  </a:lnTo>
                  <a:lnTo>
                    <a:pt x="127" y="51"/>
                  </a:lnTo>
                  <a:lnTo>
                    <a:pt x="107" y="74"/>
                  </a:lnTo>
                  <a:lnTo>
                    <a:pt x="89" y="98"/>
                  </a:lnTo>
                  <a:lnTo>
                    <a:pt x="72" y="125"/>
                  </a:lnTo>
                  <a:lnTo>
                    <a:pt x="55" y="156"/>
                  </a:lnTo>
                  <a:lnTo>
                    <a:pt x="41" y="188"/>
                  </a:lnTo>
                  <a:lnTo>
                    <a:pt x="29" y="222"/>
                  </a:lnTo>
                  <a:lnTo>
                    <a:pt x="18" y="261"/>
                  </a:lnTo>
                  <a:lnTo>
                    <a:pt x="10" y="299"/>
                  </a:lnTo>
                  <a:lnTo>
                    <a:pt x="4" y="339"/>
                  </a:lnTo>
                  <a:lnTo>
                    <a:pt x="1" y="382"/>
                  </a:lnTo>
                  <a:lnTo>
                    <a:pt x="0" y="424"/>
                  </a:lnTo>
                  <a:lnTo>
                    <a:pt x="11" y="424"/>
                  </a:lnTo>
                  <a:lnTo>
                    <a:pt x="13" y="382"/>
                  </a:lnTo>
                  <a:lnTo>
                    <a:pt x="16" y="341"/>
                  </a:lnTo>
                  <a:lnTo>
                    <a:pt x="22" y="301"/>
                  </a:lnTo>
                  <a:lnTo>
                    <a:pt x="30" y="264"/>
                  </a:lnTo>
                  <a:lnTo>
                    <a:pt x="41" y="227"/>
                  </a:lnTo>
                  <a:lnTo>
                    <a:pt x="52" y="193"/>
                  </a:lnTo>
                  <a:lnTo>
                    <a:pt x="66" y="160"/>
                  </a:lnTo>
                  <a:lnTo>
                    <a:pt x="82" y="132"/>
                  </a:lnTo>
                  <a:lnTo>
                    <a:pt x="98" y="105"/>
                  </a:lnTo>
                  <a:lnTo>
                    <a:pt x="117" y="81"/>
                  </a:lnTo>
                  <a:lnTo>
                    <a:pt x="137" y="61"/>
                  </a:lnTo>
                  <a:lnTo>
                    <a:pt x="157" y="43"/>
                  </a:lnTo>
                  <a:lnTo>
                    <a:pt x="178" y="30"/>
                  </a:lnTo>
                  <a:lnTo>
                    <a:pt x="200" y="20"/>
                  </a:lnTo>
                  <a:lnTo>
                    <a:pt x="222" y="14"/>
                  </a:lnTo>
                  <a:lnTo>
                    <a:pt x="246" y="11"/>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2694" name="Freeform 68"/>
            <p:cNvSpPr>
              <a:spLocks/>
            </p:cNvSpPr>
            <p:nvPr/>
          </p:nvSpPr>
          <p:spPr bwMode="auto">
            <a:xfrm>
              <a:off x="1552" y="1751"/>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1" y="339"/>
                  </a:lnTo>
                  <a:lnTo>
                    <a:pt x="235" y="299"/>
                  </a:lnTo>
                  <a:lnTo>
                    <a:pt x="226" y="261"/>
                  </a:lnTo>
                  <a:lnTo>
                    <a:pt x="216" y="223"/>
                  </a:lnTo>
                  <a:lnTo>
                    <a:pt x="204" y="189"/>
                  </a:lnTo>
                  <a:lnTo>
                    <a:pt x="190" y="156"/>
                  </a:lnTo>
                  <a:lnTo>
                    <a:pt x="174" y="125"/>
                  </a:lnTo>
                  <a:lnTo>
                    <a:pt x="156" y="98"/>
                  </a:lnTo>
                  <a:lnTo>
                    <a:pt x="137" y="74"/>
                  </a:lnTo>
                  <a:lnTo>
                    <a:pt x="119" y="52"/>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8" y="81"/>
                  </a:lnTo>
                  <a:lnTo>
                    <a:pt x="147" y="105"/>
                  </a:lnTo>
                  <a:lnTo>
                    <a:pt x="164" y="132"/>
                  </a:lnTo>
                  <a:lnTo>
                    <a:pt x="178" y="161"/>
                  </a:lnTo>
                  <a:lnTo>
                    <a:pt x="193" y="193"/>
                  </a:lnTo>
                  <a:lnTo>
                    <a:pt x="204" y="227"/>
                  </a:lnTo>
                  <a:lnTo>
                    <a:pt x="215" y="264"/>
                  </a:lnTo>
                  <a:lnTo>
                    <a:pt x="223" y="301"/>
                  </a:lnTo>
                  <a:lnTo>
                    <a:pt x="229" y="341"/>
                  </a:lnTo>
                  <a:lnTo>
                    <a:pt x="232" y="382"/>
                  </a:lnTo>
                  <a:lnTo>
                    <a:pt x="234"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2695" name="Freeform 69"/>
            <p:cNvSpPr>
              <a:spLocks/>
            </p:cNvSpPr>
            <p:nvPr/>
          </p:nvSpPr>
          <p:spPr bwMode="auto">
            <a:xfrm>
              <a:off x="1552" y="1836"/>
              <a:ext cx="49" cy="85"/>
            </a:xfrm>
            <a:custGeom>
              <a:avLst/>
              <a:gdLst>
                <a:gd name="T0" fmla="*/ 0 w 245"/>
                <a:gd name="T1" fmla="*/ 3 h 425"/>
                <a:gd name="T2" fmla="*/ 0 w 245"/>
                <a:gd name="T3" fmla="*/ 3 h 425"/>
                <a:gd name="T4" fmla="*/ 0 w 245"/>
                <a:gd name="T5" fmla="*/ 3 h 425"/>
                <a:gd name="T6" fmla="*/ 0 w 245"/>
                <a:gd name="T7" fmla="*/ 3 h 425"/>
                <a:gd name="T8" fmla="*/ 1 w 245"/>
                <a:gd name="T9" fmla="*/ 3 h 425"/>
                <a:gd name="T10" fmla="*/ 1 w 245"/>
                <a:gd name="T11" fmla="*/ 3 h 425"/>
                <a:gd name="T12" fmla="*/ 1 w 245"/>
                <a:gd name="T13" fmla="*/ 3 h 425"/>
                <a:gd name="T14" fmla="*/ 1 w 245"/>
                <a:gd name="T15" fmla="*/ 3 h 425"/>
                <a:gd name="T16" fmla="*/ 1 w 245"/>
                <a:gd name="T17" fmla="*/ 3 h 425"/>
                <a:gd name="T18" fmla="*/ 1 w 245"/>
                <a:gd name="T19" fmla="*/ 2 h 425"/>
                <a:gd name="T20" fmla="*/ 2 w 245"/>
                <a:gd name="T21" fmla="*/ 2 h 425"/>
                <a:gd name="T22" fmla="*/ 2 w 245"/>
                <a:gd name="T23" fmla="*/ 2 h 425"/>
                <a:gd name="T24" fmla="*/ 2 w 245"/>
                <a:gd name="T25" fmla="*/ 2 h 425"/>
                <a:gd name="T26" fmla="*/ 2 w 245"/>
                <a:gd name="T27" fmla="*/ 1 h 425"/>
                <a:gd name="T28" fmla="*/ 2 w 245"/>
                <a:gd name="T29" fmla="*/ 1 h 425"/>
                <a:gd name="T30" fmla="*/ 2 w 245"/>
                <a:gd name="T31" fmla="*/ 1 h 425"/>
                <a:gd name="T32" fmla="*/ 2 w 245"/>
                <a:gd name="T33" fmla="*/ 0 h 425"/>
                <a:gd name="T34" fmla="*/ 2 w 245"/>
                <a:gd name="T35" fmla="*/ 0 h 425"/>
                <a:gd name="T36" fmla="*/ 2 w 245"/>
                <a:gd name="T37" fmla="*/ 0 h 425"/>
                <a:gd name="T38" fmla="*/ 2 w 245"/>
                <a:gd name="T39" fmla="*/ 0 h 425"/>
                <a:gd name="T40" fmla="*/ 2 w 245"/>
                <a:gd name="T41" fmla="*/ 1 h 425"/>
                <a:gd name="T42" fmla="*/ 2 w 245"/>
                <a:gd name="T43" fmla="*/ 1 h 425"/>
                <a:gd name="T44" fmla="*/ 2 w 245"/>
                <a:gd name="T45" fmla="*/ 1 h 425"/>
                <a:gd name="T46" fmla="*/ 2 w 245"/>
                <a:gd name="T47" fmla="*/ 2 h 425"/>
                <a:gd name="T48" fmla="*/ 2 w 245"/>
                <a:gd name="T49" fmla="*/ 2 h 425"/>
                <a:gd name="T50" fmla="*/ 1 w 245"/>
                <a:gd name="T51" fmla="*/ 2 h 425"/>
                <a:gd name="T52" fmla="*/ 1 w 245"/>
                <a:gd name="T53" fmla="*/ 2 h 425"/>
                <a:gd name="T54" fmla="*/ 1 w 245"/>
                <a:gd name="T55" fmla="*/ 3 h 425"/>
                <a:gd name="T56" fmla="*/ 1 w 245"/>
                <a:gd name="T57" fmla="*/ 3 h 425"/>
                <a:gd name="T58" fmla="*/ 1 w 245"/>
                <a:gd name="T59" fmla="*/ 3 h 425"/>
                <a:gd name="T60" fmla="*/ 1 w 245"/>
                <a:gd name="T61" fmla="*/ 3 h 425"/>
                <a:gd name="T62" fmla="*/ 1 w 245"/>
                <a:gd name="T63" fmla="*/ 3 h 425"/>
                <a:gd name="T64" fmla="*/ 0 w 245"/>
                <a:gd name="T65" fmla="*/ 3 h 425"/>
                <a:gd name="T66" fmla="*/ 0 w 245"/>
                <a:gd name="T67" fmla="*/ 3 h 425"/>
                <a:gd name="T68" fmla="*/ 0 w 245"/>
                <a:gd name="T69" fmla="*/ 3 h 425"/>
                <a:gd name="T70" fmla="*/ 0 w 245"/>
                <a:gd name="T71" fmla="*/ 3 h 425"/>
                <a:gd name="T72" fmla="*/ 0 w 245"/>
                <a:gd name="T73" fmla="*/ 3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5"/>
                <a:gd name="T113" fmla="*/ 245 w 245"/>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5">
                  <a:moveTo>
                    <a:pt x="0" y="425"/>
                  </a:moveTo>
                  <a:lnTo>
                    <a:pt x="0" y="425"/>
                  </a:lnTo>
                  <a:lnTo>
                    <a:pt x="26" y="422"/>
                  </a:lnTo>
                  <a:lnTo>
                    <a:pt x="51" y="417"/>
                  </a:lnTo>
                  <a:lnTo>
                    <a:pt x="74" y="406"/>
                  </a:lnTo>
                  <a:lnTo>
                    <a:pt x="96" y="391"/>
                  </a:lnTo>
                  <a:lnTo>
                    <a:pt x="119" y="373"/>
                  </a:lnTo>
                  <a:lnTo>
                    <a:pt x="137" y="351"/>
                  </a:lnTo>
                  <a:lnTo>
                    <a:pt x="156" y="326"/>
                  </a:lnTo>
                  <a:lnTo>
                    <a:pt x="174" y="299"/>
                  </a:lnTo>
                  <a:lnTo>
                    <a:pt x="190" y="269"/>
                  </a:lnTo>
                  <a:lnTo>
                    <a:pt x="204" y="236"/>
                  </a:lnTo>
                  <a:lnTo>
                    <a:pt x="216" y="202"/>
                  </a:lnTo>
                  <a:lnTo>
                    <a:pt x="226" y="163"/>
                  </a:lnTo>
                  <a:lnTo>
                    <a:pt x="235" y="126"/>
                  </a:lnTo>
                  <a:lnTo>
                    <a:pt x="241" y="86"/>
                  </a:lnTo>
                  <a:lnTo>
                    <a:pt x="244" y="43"/>
                  </a:lnTo>
                  <a:lnTo>
                    <a:pt x="245" y="0"/>
                  </a:lnTo>
                  <a:lnTo>
                    <a:pt x="234" y="0"/>
                  </a:lnTo>
                  <a:lnTo>
                    <a:pt x="232" y="43"/>
                  </a:lnTo>
                  <a:lnTo>
                    <a:pt x="229" y="84"/>
                  </a:lnTo>
                  <a:lnTo>
                    <a:pt x="223" y="123"/>
                  </a:lnTo>
                  <a:lnTo>
                    <a:pt x="215" y="161"/>
                  </a:lnTo>
                  <a:lnTo>
                    <a:pt x="204" y="197"/>
                  </a:lnTo>
                  <a:lnTo>
                    <a:pt x="193" y="231"/>
                  </a:lnTo>
                  <a:lnTo>
                    <a:pt x="178" y="264"/>
                  </a:lnTo>
                  <a:lnTo>
                    <a:pt x="164" y="292"/>
                  </a:lnTo>
                  <a:lnTo>
                    <a:pt x="147" y="319"/>
                  </a:lnTo>
                  <a:lnTo>
                    <a:pt x="128" y="344"/>
                  </a:lnTo>
                  <a:lnTo>
                    <a:pt x="109" y="364"/>
                  </a:lnTo>
                  <a:lnTo>
                    <a:pt x="89" y="381"/>
                  </a:lnTo>
                  <a:lnTo>
                    <a:pt x="67" y="394"/>
                  </a:lnTo>
                  <a:lnTo>
                    <a:pt x="46" y="405"/>
                  </a:lnTo>
                  <a:lnTo>
                    <a:pt x="24" y="411"/>
                  </a:lnTo>
                  <a:lnTo>
                    <a:pt x="0" y="413"/>
                  </a:lnTo>
                  <a:lnTo>
                    <a:pt x="0" y="425"/>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2696" name="Freeform 70"/>
            <p:cNvSpPr>
              <a:spLocks/>
            </p:cNvSpPr>
            <p:nvPr/>
          </p:nvSpPr>
          <p:spPr bwMode="auto">
            <a:xfrm>
              <a:off x="1502" y="1836"/>
              <a:ext cx="50" cy="85"/>
            </a:xfrm>
            <a:custGeom>
              <a:avLst/>
              <a:gdLst>
                <a:gd name="T0" fmla="*/ 0 w 246"/>
                <a:gd name="T1" fmla="*/ 0 h 425"/>
                <a:gd name="T2" fmla="*/ 0 w 246"/>
                <a:gd name="T3" fmla="*/ 0 h 425"/>
                <a:gd name="T4" fmla="*/ 0 w 246"/>
                <a:gd name="T5" fmla="*/ 0 h 425"/>
                <a:gd name="T6" fmla="*/ 0 w 246"/>
                <a:gd name="T7" fmla="*/ 1 h 425"/>
                <a:gd name="T8" fmla="*/ 0 w 246"/>
                <a:gd name="T9" fmla="*/ 1 h 425"/>
                <a:gd name="T10" fmla="*/ 0 w 246"/>
                <a:gd name="T11" fmla="*/ 1 h 425"/>
                <a:gd name="T12" fmla="*/ 0 w 246"/>
                <a:gd name="T13" fmla="*/ 2 h 425"/>
                <a:gd name="T14" fmla="*/ 0 w 246"/>
                <a:gd name="T15" fmla="*/ 2 h 425"/>
                <a:gd name="T16" fmla="*/ 0 w 246"/>
                <a:gd name="T17" fmla="*/ 2 h 425"/>
                <a:gd name="T18" fmla="*/ 1 w 246"/>
                <a:gd name="T19" fmla="*/ 2 h 425"/>
                <a:gd name="T20" fmla="*/ 1 w 246"/>
                <a:gd name="T21" fmla="*/ 3 h 425"/>
                <a:gd name="T22" fmla="*/ 1 w 246"/>
                <a:gd name="T23" fmla="*/ 3 h 425"/>
                <a:gd name="T24" fmla="*/ 1 w 246"/>
                <a:gd name="T25" fmla="*/ 3 h 425"/>
                <a:gd name="T26" fmla="*/ 1 w 246"/>
                <a:gd name="T27" fmla="*/ 3 h 425"/>
                <a:gd name="T28" fmla="*/ 1 w 246"/>
                <a:gd name="T29" fmla="*/ 3 h 425"/>
                <a:gd name="T30" fmla="*/ 2 w 246"/>
                <a:gd name="T31" fmla="*/ 3 h 425"/>
                <a:gd name="T32" fmla="*/ 2 w 246"/>
                <a:gd name="T33" fmla="*/ 3 h 425"/>
                <a:gd name="T34" fmla="*/ 2 w 246"/>
                <a:gd name="T35" fmla="*/ 3 h 425"/>
                <a:gd name="T36" fmla="*/ 2 w 246"/>
                <a:gd name="T37" fmla="*/ 3 h 425"/>
                <a:gd name="T38" fmla="*/ 2 w 246"/>
                <a:gd name="T39" fmla="*/ 3 h 425"/>
                <a:gd name="T40" fmla="*/ 2 w 246"/>
                <a:gd name="T41" fmla="*/ 3 h 425"/>
                <a:gd name="T42" fmla="*/ 1 w 246"/>
                <a:gd name="T43" fmla="*/ 3 h 425"/>
                <a:gd name="T44" fmla="*/ 1 w 246"/>
                <a:gd name="T45" fmla="*/ 3 h 425"/>
                <a:gd name="T46" fmla="*/ 1 w 246"/>
                <a:gd name="T47" fmla="*/ 3 h 425"/>
                <a:gd name="T48" fmla="*/ 1 w 246"/>
                <a:gd name="T49" fmla="*/ 3 h 425"/>
                <a:gd name="T50" fmla="*/ 1 w 246"/>
                <a:gd name="T51" fmla="*/ 3 h 425"/>
                <a:gd name="T52" fmla="*/ 1 w 246"/>
                <a:gd name="T53" fmla="*/ 2 h 425"/>
                <a:gd name="T54" fmla="*/ 1 w 246"/>
                <a:gd name="T55" fmla="*/ 2 h 425"/>
                <a:gd name="T56" fmla="*/ 0 w 246"/>
                <a:gd name="T57" fmla="*/ 2 h 425"/>
                <a:gd name="T58" fmla="*/ 0 w 246"/>
                <a:gd name="T59" fmla="*/ 2 h 425"/>
                <a:gd name="T60" fmla="*/ 0 w 246"/>
                <a:gd name="T61" fmla="*/ 1 h 425"/>
                <a:gd name="T62" fmla="*/ 0 w 246"/>
                <a:gd name="T63" fmla="*/ 1 h 425"/>
                <a:gd name="T64" fmla="*/ 0 w 246"/>
                <a:gd name="T65" fmla="*/ 1 h 425"/>
                <a:gd name="T66" fmla="*/ 0 w 246"/>
                <a:gd name="T67" fmla="*/ 0 h 425"/>
                <a:gd name="T68" fmla="*/ 0 w 246"/>
                <a:gd name="T69" fmla="*/ 0 h 425"/>
                <a:gd name="T70" fmla="*/ 0 w 246"/>
                <a:gd name="T71" fmla="*/ 0 h 425"/>
                <a:gd name="T72" fmla="*/ 0 w 246"/>
                <a:gd name="T73" fmla="*/ 0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5"/>
                <a:gd name="T113" fmla="*/ 246 w 246"/>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5">
                  <a:moveTo>
                    <a:pt x="0" y="0"/>
                  </a:moveTo>
                  <a:lnTo>
                    <a:pt x="0" y="0"/>
                  </a:lnTo>
                  <a:lnTo>
                    <a:pt x="2" y="43"/>
                  </a:lnTo>
                  <a:lnTo>
                    <a:pt x="5" y="86"/>
                  </a:lnTo>
                  <a:lnTo>
                    <a:pt x="11" y="126"/>
                  </a:lnTo>
                  <a:lnTo>
                    <a:pt x="19" y="163"/>
                  </a:lnTo>
                  <a:lnTo>
                    <a:pt x="30" y="202"/>
                  </a:lnTo>
                  <a:lnTo>
                    <a:pt x="41" y="236"/>
                  </a:lnTo>
                  <a:lnTo>
                    <a:pt x="55" y="269"/>
                  </a:lnTo>
                  <a:lnTo>
                    <a:pt x="73" y="299"/>
                  </a:lnTo>
                  <a:lnTo>
                    <a:pt x="89" y="326"/>
                  </a:lnTo>
                  <a:lnTo>
                    <a:pt x="108" y="351"/>
                  </a:lnTo>
                  <a:lnTo>
                    <a:pt x="128" y="373"/>
                  </a:lnTo>
                  <a:lnTo>
                    <a:pt x="150" y="391"/>
                  </a:lnTo>
                  <a:lnTo>
                    <a:pt x="171" y="406"/>
                  </a:lnTo>
                  <a:lnTo>
                    <a:pt x="196" y="417"/>
                  </a:lnTo>
                  <a:lnTo>
                    <a:pt x="221" y="422"/>
                  </a:lnTo>
                  <a:lnTo>
                    <a:pt x="246" y="425"/>
                  </a:lnTo>
                  <a:lnTo>
                    <a:pt x="246" y="413"/>
                  </a:lnTo>
                  <a:lnTo>
                    <a:pt x="223" y="411"/>
                  </a:lnTo>
                  <a:lnTo>
                    <a:pt x="201" y="405"/>
                  </a:lnTo>
                  <a:lnTo>
                    <a:pt x="178" y="394"/>
                  </a:lnTo>
                  <a:lnTo>
                    <a:pt x="157" y="381"/>
                  </a:lnTo>
                  <a:lnTo>
                    <a:pt x="137" y="364"/>
                  </a:lnTo>
                  <a:lnTo>
                    <a:pt x="117" y="344"/>
                  </a:lnTo>
                  <a:lnTo>
                    <a:pt x="99" y="319"/>
                  </a:lnTo>
                  <a:lnTo>
                    <a:pt x="82" y="292"/>
                  </a:lnTo>
                  <a:lnTo>
                    <a:pt x="67" y="264"/>
                  </a:lnTo>
                  <a:lnTo>
                    <a:pt x="53" y="231"/>
                  </a:lnTo>
                  <a:lnTo>
                    <a:pt x="41" y="197"/>
                  </a:lnTo>
                  <a:lnTo>
                    <a:pt x="31" y="161"/>
                  </a:lnTo>
                  <a:lnTo>
                    <a:pt x="23" y="123"/>
                  </a:lnTo>
                  <a:lnTo>
                    <a:pt x="17" y="84"/>
                  </a:lnTo>
                  <a:lnTo>
                    <a:pt x="13" y="4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2697" name="Freeform 71"/>
            <p:cNvSpPr>
              <a:spLocks/>
            </p:cNvSpPr>
            <p:nvPr/>
          </p:nvSpPr>
          <p:spPr bwMode="auto">
            <a:xfrm>
              <a:off x="1502" y="1751"/>
              <a:ext cx="50" cy="85"/>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2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1" y="2"/>
                  </a:lnTo>
                  <a:lnTo>
                    <a:pt x="196" y="8"/>
                  </a:lnTo>
                  <a:lnTo>
                    <a:pt x="171" y="19"/>
                  </a:lnTo>
                  <a:lnTo>
                    <a:pt x="150" y="34"/>
                  </a:lnTo>
                  <a:lnTo>
                    <a:pt x="128" y="52"/>
                  </a:lnTo>
                  <a:lnTo>
                    <a:pt x="108" y="74"/>
                  </a:lnTo>
                  <a:lnTo>
                    <a:pt x="89" y="98"/>
                  </a:lnTo>
                  <a:lnTo>
                    <a:pt x="73" y="125"/>
                  </a:lnTo>
                  <a:lnTo>
                    <a:pt x="55" y="156"/>
                  </a:lnTo>
                  <a:lnTo>
                    <a:pt x="41" y="189"/>
                  </a:lnTo>
                  <a:lnTo>
                    <a:pt x="30" y="223"/>
                  </a:lnTo>
                  <a:lnTo>
                    <a:pt x="19" y="261"/>
                  </a:lnTo>
                  <a:lnTo>
                    <a:pt x="11" y="299"/>
                  </a:lnTo>
                  <a:lnTo>
                    <a:pt x="5" y="339"/>
                  </a:lnTo>
                  <a:lnTo>
                    <a:pt x="2" y="382"/>
                  </a:lnTo>
                  <a:lnTo>
                    <a:pt x="0" y="424"/>
                  </a:lnTo>
                  <a:lnTo>
                    <a:pt x="12" y="424"/>
                  </a:lnTo>
                  <a:lnTo>
                    <a:pt x="13" y="382"/>
                  </a:lnTo>
                  <a:lnTo>
                    <a:pt x="17" y="341"/>
                  </a:lnTo>
                  <a:lnTo>
                    <a:pt x="23" y="301"/>
                  </a:lnTo>
                  <a:lnTo>
                    <a:pt x="31" y="264"/>
                  </a:lnTo>
                  <a:lnTo>
                    <a:pt x="41" y="227"/>
                  </a:lnTo>
                  <a:lnTo>
                    <a:pt x="53" y="193"/>
                  </a:lnTo>
                  <a:lnTo>
                    <a:pt x="67" y="161"/>
                  </a:lnTo>
                  <a:lnTo>
                    <a:pt x="82" y="132"/>
                  </a:lnTo>
                  <a:lnTo>
                    <a:pt x="99" y="105"/>
                  </a:lnTo>
                  <a:lnTo>
                    <a:pt x="117" y="81"/>
                  </a:lnTo>
                  <a:lnTo>
                    <a:pt x="137" y="61"/>
                  </a:lnTo>
                  <a:lnTo>
                    <a:pt x="157" y="43"/>
                  </a:lnTo>
                  <a:lnTo>
                    <a:pt x="178" y="30"/>
                  </a:lnTo>
                  <a:lnTo>
                    <a:pt x="201" y="20"/>
                  </a:lnTo>
                  <a:lnTo>
                    <a:pt x="223" y="14"/>
                  </a:lnTo>
                  <a:lnTo>
                    <a:pt x="246" y="12"/>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2698" name="Freeform 72"/>
            <p:cNvSpPr>
              <a:spLocks/>
            </p:cNvSpPr>
            <p:nvPr/>
          </p:nvSpPr>
          <p:spPr bwMode="auto">
            <a:xfrm>
              <a:off x="1565" y="2016"/>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0" y="339"/>
                  </a:lnTo>
                  <a:lnTo>
                    <a:pt x="234" y="299"/>
                  </a:lnTo>
                  <a:lnTo>
                    <a:pt x="226" y="261"/>
                  </a:lnTo>
                  <a:lnTo>
                    <a:pt x="216" y="223"/>
                  </a:lnTo>
                  <a:lnTo>
                    <a:pt x="204" y="189"/>
                  </a:lnTo>
                  <a:lnTo>
                    <a:pt x="190" y="156"/>
                  </a:lnTo>
                  <a:lnTo>
                    <a:pt x="174" y="125"/>
                  </a:lnTo>
                  <a:lnTo>
                    <a:pt x="156" y="98"/>
                  </a:lnTo>
                  <a:lnTo>
                    <a:pt x="138" y="74"/>
                  </a:lnTo>
                  <a:lnTo>
                    <a:pt x="118" y="51"/>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9" y="81"/>
                  </a:lnTo>
                  <a:lnTo>
                    <a:pt x="147" y="105"/>
                  </a:lnTo>
                  <a:lnTo>
                    <a:pt x="164" y="132"/>
                  </a:lnTo>
                  <a:lnTo>
                    <a:pt x="178" y="160"/>
                  </a:lnTo>
                  <a:lnTo>
                    <a:pt x="192" y="193"/>
                  </a:lnTo>
                  <a:lnTo>
                    <a:pt x="204" y="227"/>
                  </a:lnTo>
                  <a:lnTo>
                    <a:pt x="215" y="264"/>
                  </a:lnTo>
                  <a:lnTo>
                    <a:pt x="223" y="301"/>
                  </a:lnTo>
                  <a:lnTo>
                    <a:pt x="229"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2699" name="Freeform 73"/>
            <p:cNvSpPr>
              <a:spLocks/>
            </p:cNvSpPr>
            <p:nvPr/>
          </p:nvSpPr>
          <p:spPr bwMode="auto">
            <a:xfrm>
              <a:off x="1565" y="2101"/>
              <a:ext cx="49" cy="85"/>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6" y="423"/>
                  </a:lnTo>
                  <a:lnTo>
                    <a:pt x="51" y="418"/>
                  </a:lnTo>
                  <a:lnTo>
                    <a:pt x="74" y="407"/>
                  </a:lnTo>
                  <a:lnTo>
                    <a:pt x="96" y="392"/>
                  </a:lnTo>
                  <a:lnTo>
                    <a:pt x="118" y="373"/>
                  </a:lnTo>
                  <a:lnTo>
                    <a:pt x="138" y="351"/>
                  </a:lnTo>
                  <a:lnTo>
                    <a:pt x="156" y="327"/>
                  </a:lnTo>
                  <a:lnTo>
                    <a:pt x="175" y="299"/>
                  </a:lnTo>
                  <a:lnTo>
                    <a:pt x="190" y="269"/>
                  </a:lnTo>
                  <a:lnTo>
                    <a:pt x="204" y="236"/>
                  </a:lnTo>
                  <a:lnTo>
                    <a:pt x="216" y="202"/>
                  </a:lnTo>
                  <a:lnTo>
                    <a:pt x="226" y="164"/>
                  </a:lnTo>
                  <a:lnTo>
                    <a:pt x="234" y="126"/>
                  </a:lnTo>
                  <a:lnTo>
                    <a:pt x="240" y="86"/>
                  </a:lnTo>
                  <a:lnTo>
                    <a:pt x="244" y="42"/>
                  </a:lnTo>
                  <a:lnTo>
                    <a:pt x="245" y="0"/>
                  </a:lnTo>
                  <a:lnTo>
                    <a:pt x="233" y="0"/>
                  </a:lnTo>
                  <a:lnTo>
                    <a:pt x="232" y="42"/>
                  </a:lnTo>
                  <a:lnTo>
                    <a:pt x="229" y="83"/>
                  </a:lnTo>
                  <a:lnTo>
                    <a:pt x="223" y="123"/>
                  </a:lnTo>
                  <a:lnTo>
                    <a:pt x="215" y="162"/>
                  </a:lnTo>
                  <a:lnTo>
                    <a:pt x="204" y="197"/>
                  </a:lnTo>
                  <a:lnTo>
                    <a:pt x="192" y="231"/>
                  </a:lnTo>
                  <a:lnTo>
                    <a:pt x="178" y="264"/>
                  </a:lnTo>
                  <a:lnTo>
                    <a:pt x="163" y="292"/>
                  </a:lnTo>
                  <a:lnTo>
                    <a:pt x="147" y="320"/>
                  </a:lnTo>
                  <a:lnTo>
                    <a:pt x="129" y="344"/>
                  </a:lnTo>
                  <a:lnTo>
                    <a:pt x="109" y="364"/>
                  </a:lnTo>
                  <a:lnTo>
                    <a:pt x="89" y="382"/>
                  </a:lnTo>
                  <a:lnTo>
                    <a:pt x="67" y="395"/>
                  </a:lnTo>
                  <a:lnTo>
                    <a:pt x="46" y="406"/>
                  </a:lnTo>
                  <a:lnTo>
                    <a:pt x="24"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2700" name="Freeform 74"/>
            <p:cNvSpPr>
              <a:spLocks/>
            </p:cNvSpPr>
            <p:nvPr/>
          </p:nvSpPr>
          <p:spPr bwMode="auto">
            <a:xfrm>
              <a:off x="1516" y="2101"/>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5" y="86"/>
                  </a:lnTo>
                  <a:lnTo>
                    <a:pt x="11" y="126"/>
                  </a:lnTo>
                  <a:lnTo>
                    <a:pt x="19" y="164"/>
                  </a:lnTo>
                  <a:lnTo>
                    <a:pt x="30" y="202"/>
                  </a:lnTo>
                  <a:lnTo>
                    <a:pt x="41" y="236"/>
                  </a:lnTo>
                  <a:lnTo>
                    <a:pt x="55" y="269"/>
                  </a:lnTo>
                  <a:lnTo>
                    <a:pt x="71" y="299"/>
                  </a:lnTo>
                  <a:lnTo>
                    <a:pt x="89" y="327"/>
                  </a:lnTo>
                  <a:lnTo>
                    <a:pt x="107" y="351"/>
                  </a:lnTo>
                  <a:lnTo>
                    <a:pt x="127" y="373"/>
                  </a:lnTo>
                  <a:lnTo>
                    <a:pt x="149" y="392"/>
                  </a:lnTo>
                  <a:lnTo>
                    <a:pt x="171" y="407"/>
                  </a:lnTo>
                  <a:lnTo>
                    <a:pt x="195" y="418"/>
                  </a:lnTo>
                  <a:lnTo>
                    <a:pt x="219" y="423"/>
                  </a:lnTo>
                  <a:lnTo>
                    <a:pt x="245" y="426"/>
                  </a:lnTo>
                  <a:lnTo>
                    <a:pt x="245" y="414"/>
                  </a:lnTo>
                  <a:lnTo>
                    <a:pt x="222" y="412"/>
                  </a:lnTo>
                  <a:lnTo>
                    <a:pt x="199" y="406"/>
                  </a:lnTo>
                  <a:lnTo>
                    <a:pt x="178" y="395"/>
                  </a:lnTo>
                  <a:lnTo>
                    <a:pt x="156" y="382"/>
                  </a:lnTo>
                  <a:lnTo>
                    <a:pt x="136" y="364"/>
                  </a:lnTo>
                  <a:lnTo>
                    <a:pt x="116" y="344"/>
                  </a:lnTo>
                  <a:lnTo>
                    <a:pt x="99" y="320"/>
                  </a:lnTo>
                  <a:lnTo>
                    <a:pt x="82" y="292"/>
                  </a:lnTo>
                  <a:lnTo>
                    <a:pt x="67" y="264"/>
                  </a:lnTo>
                  <a:lnTo>
                    <a:pt x="53" y="231"/>
                  </a:lnTo>
                  <a:lnTo>
                    <a:pt x="41" y="197"/>
                  </a:lnTo>
                  <a:lnTo>
                    <a:pt x="31" y="162"/>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2701" name="Freeform 75"/>
            <p:cNvSpPr>
              <a:spLocks/>
            </p:cNvSpPr>
            <p:nvPr/>
          </p:nvSpPr>
          <p:spPr bwMode="auto">
            <a:xfrm>
              <a:off x="1516" y="2016"/>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5" y="8"/>
                  </a:lnTo>
                  <a:lnTo>
                    <a:pt x="171" y="19"/>
                  </a:lnTo>
                  <a:lnTo>
                    <a:pt x="149" y="34"/>
                  </a:lnTo>
                  <a:lnTo>
                    <a:pt x="127" y="51"/>
                  </a:lnTo>
                  <a:lnTo>
                    <a:pt x="107" y="74"/>
                  </a:lnTo>
                  <a:lnTo>
                    <a:pt x="89" y="98"/>
                  </a:lnTo>
                  <a:lnTo>
                    <a:pt x="72" y="125"/>
                  </a:lnTo>
                  <a:lnTo>
                    <a:pt x="55" y="156"/>
                  </a:lnTo>
                  <a:lnTo>
                    <a:pt x="41" y="189"/>
                  </a:lnTo>
                  <a:lnTo>
                    <a:pt x="30" y="223"/>
                  </a:lnTo>
                  <a:lnTo>
                    <a:pt x="19" y="261"/>
                  </a:lnTo>
                  <a:lnTo>
                    <a:pt x="11" y="299"/>
                  </a:lnTo>
                  <a:lnTo>
                    <a:pt x="5" y="339"/>
                  </a:lnTo>
                  <a:lnTo>
                    <a:pt x="1" y="382"/>
                  </a:lnTo>
                  <a:lnTo>
                    <a:pt x="0" y="424"/>
                  </a:lnTo>
                  <a:lnTo>
                    <a:pt x="12" y="424"/>
                  </a:lnTo>
                  <a:lnTo>
                    <a:pt x="13" y="382"/>
                  </a:lnTo>
                  <a:lnTo>
                    <a:pt x="17" y="341"/>
                  </a:lnTo>
                  <a:lnTo>
                    <a:pt x="23" y="301"/>
                  </a:lnTo>
                  <a:lnTo>
                    <a:pt x="31" y="264"/>
                  </a:lnTo>
                  <a:lnTo>
                    <a:pt x="41" y="227"/>
                  </a:lnTo>
                  <a:lnTo>
                    <a:pt x="53" y="193"/>
                  </a:lnTo>
                  <a:lnTo>
                    <a:pt x="67" y="160"/>
                  </a:lnTo>
                  <a:lnTo>
                    <a:pt x="81" y="132"/>
                  </a:lnTo>
                  <a:lnTo>
                    <a:pt x="99" y="105"/>
                  </a:lnTo>
                  <a:lnTo>
                    <a:pt x="116" y="81"/>
                  </a:lnTo>
                  <a:lnTo>
                    <a:pt x="136" y="61"/>
                  </a:lnTo>
                  <a:lnTo>
                    <a:pt x="156" y="43"/>
                  </a:lnTo>
                  <a:lnTo>
                    <a:pt x="178" y="30"/>
                  </a:lnTo>
                  <a:lnTo>
                    <a:pt x="199" y="20"/>
                  </a:lnTo>
                  <a:lnTo>
                    <a:pt x="222"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sp>
        <p:nvSpPr>
          <p:cNvPr id="112648" name="Rectangle 77"/>
          <p:cNvSpPr>
            <a:spLocks noChangeArrowheads="1"/>
          </p:cNvSpPr>
          <p:nvPr/>
        </p:nvSpPr>
        <p:spPr bwMode="auto">
          <a:xfrm>
            <a:off x="611188" y="0"/>
            <a:ext cx="6388100" cy="6477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3000"/>
              <a:t>Sem. 2 - Mardi</a:t>
            </a:r>
          </a:p>
        </p:txBody>
      </p:sp>
      <p:sp>
        <p:nvSpPr>
          <p:cNvPr id="112649" name="Text Box 78"/>
          <p:cNvSpPr txBox="1">
            <a:spLocks noChangeArrowheads="1"/>
          </p:cNvSpPr>
          <p:nvPr/>
        </p:nvSpPr>
        <p:spPr bwMode="auto">
          <a:xfrm>
            <a:off x="566738" y="2697163"/>
            <a:ext cx="3217862"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2. Pas de commandes</a:t>
            </a:r>
          </a:p>
        </p:txBody>
      </p:sp>
      <p:sp>
        <p:nvSpPr>
          <p:cNvPr id="112650" name="Text Box 79"/>
          <p:cNvSpPr txBox="1">
            <a:spLocks noChangeArrowheads="1"/>
          </p:cNvSpPr>
          <p:nvPr/>
        </p:nvSpPr>
        <p:spPr bwMode="auto">
          <a:xfrm>
            <a:off x="566738" y="5211763"/>
            <a:ext cx="6543675" cy="4429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eaLnBrk="1" hangingPunct="1">
              <a:spcBef>
                <a:spcPct val="0"/>
              </a:spcBef>
              <a:buFontTx/>
              <a:buNone/>
            </a:pPr>
            <a:r>
              <a:rPr lang="fr-FR" altLang="fr-FR" sz="2300"/>
              <a:t>4. Pointez la production sur votre feuille de suivi</a:t>
            </a:r>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13666" name="Group 2"/>
          <p:cNvGrpSpPr>
            <a:grpSpLocks/>
          </p:cNvGrpSpPr>
          <p:nvPr/>
        </p:nvGrpSpPr>
        <p:grpSpPr bwMode="auto">
          <a:xfrm>
            <a:off x="7073900" y="215900"/>
            <a:ext cx="1878013" cy="1250950"/>
            <a:chOff x="4456" y="136"/>
            <a:chExt cx="1183" cy="788"/>
          </a:xfrm>
        </p:grpSpPr>
        <p:grpSp>
          <p:nvGrpSpPr>
            <p:cNvPr id="113726" name="Group 3"/>
            <p:cNvGrpSpPr>
              <a:grpSpLocks/>
            </p:cNvGrpSpPr>
            <p:nvPr/>
          </p:nvGrpSpPr>
          <p:grpSpPr bwMode="auto">
            <a:xfrm>
              <a:off x="4766" y="232"/>
              <a:ext cx="873" cy="692"/>
              <a:chOff x="2185" y="310"/>
              <a:chExt cx="873" cy="692"/>
            </a:xfrm>
          </p:grpSpPr>
          <p:sp>
            <p:nvSpPr>
              <p:cNvPr id="113737" name="Freeform 4"/>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accent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3738" name="Freeform 5"/>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3739" name="Freeform 6"/>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3740" name="Freeform 7"/>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3741" name="Freeform 8"/>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3742" name="Freeform 9"/>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3743" name="Freeform 10"/>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grpSp>
          <p:nvGrpSpPr>
            <p:cNvPr id="113727" name="Group 11"/>
            <p:cNvGrpSpPr>
              <a:grpSpLocks/>
            </p:cNvGrpSpPr>
            <p:nvPr/>
          </p:nvGrpSpPr>
          <p:grpSpPr bwMode="auto">
            <a:xfrm>
              <a:off x="4949" y="336"/>
              <a:ext cx="591" cy="468"/>
              <a:chOff x="2185" y="310"/>
              <a:chExt cx="873" cy="692"/>
            </a:xfrm>
          </p:grpSpPr>
          <p:sp>
            <p:nvSpPr>
              <p:cNvPr id="113730" name="Freeform 12"/>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3731" name="Freeform 13"/>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3732" name="Freeform 14"/>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3733" name="Freeform 15"/>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3734" name="Freeform 16"/>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3735" name="Freeform 17"/>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3736" name="Freeform 18"/>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pic>
          <p:nvPicPr>
            <p:cNvPr id="113728" name="Picture 19"/>
            <p:cNvPicPr>
              <a:picLocks noChangeAspect="1" noChangeArrowheads="1"/>
            </p:cNvPicPr>
            <p:nvPr/>
          </p:nvPicPr>
          <p:blipFill>
            <a:blip r:embed="rId3" cstate="print">
              <a:extLst>
                <a:ext uri="{28A0092B-C50C-407E-A947-70E740481C1C}">
                  <a14:useLocalDpi xmlns:a14="http://schemas.microsoft.com/office/drawing/2010/main" val="0"/>
                </a:ext>
              </a:extLst>
            </a:blip>
            <a:srcRect l="-4282" t="-4369" r="-5199" b="-12012"/>
            <a:stretch>
              <a:fillRect/>
            </a:stretch>
          </p:blipFill>
          <p:spPr bwMode="auto">
            <a:xfrm>
              <a:off x="4456" y="136"/>
              <a:ext cx="480" cy="5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13729" name="Text Box 20"/>
            <p:cNvSpPr txBox="1">
              <a:spLocks noChangeArrowheads="1"/>
            </p:cNvSpPr>
            <p:nvPr/>
          </p:nvSpPr>
          <p:spPr bwMode="auto">
            <a:xfrm>
              <a:off x="4946" y="314"/>
              <a:ext cx="596" cy="49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4500" b="1">
                  <a:solidFill>
                    <a:srgbClr val="FF0000"/>
                  </a:solidFill>
                  <a:latin typeface="Arial Black" pitchFamily="34" charset="0"/>
                </a:rPr>
                <a:t>15</a:t>
              </a:r>
              <a:endParaRPr lang="fr-FR" altLang="fr-FR" sz="3200">
                <a:solidFill>
                  <a:schemeClr val="tx1"/>
                </a:solidFill>
                <a:latin typeface="Arial Black" pitchFamily="34" charset="0"/>
              </a:endParaRPr>
            </a:p>
          </p:txBody>
        </p:sp>
      </p:grpSp>
      <p:sp>
        <p:nvSpPr>
          <p:cNvPr id="113668" name="Text Box 22"/>
          <p:cNvSpPr txBox="1">
            <a:spLocks noChangeArrowheads="1"/>
          </p:cNvSpPr>
          <p:nvPr/>
        </p:nvSpPr>
        <p:spPr bwMode="auto">
          <a:xfrm>
            <a:off x="566738" y="1363663"/>
            <a:ext cx="1946275"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1. Tirez le dé</a:t>
            </a:r>
          </a:p>
        </p:txBody>
      </p:sp>
      <p:sp>
        <p:nvSpPr>
          <p:cNvPr id="113669" name="Text Box 23"/>
          <p:cNvSpPr txBox="1">
            <a:spLocks noChangeArrowheads="1"/>
          </p:cNvSpPr>
          <p:nvPr/>
        </p:nvSpPr>
        <p:spPr bwMode="auto">
          <a:xfrm>
            <a:off x="566738" y="3935413"/>
            <a:ext cx="18796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3. Produisez</a:t>
            </a:r>
          </a:p>
        </p:txBody>
      </p:sp>
      <p:grpSp>
        <p:nvGrpSpPr>
          <p:cNvPr id="113670" name="Group 24"/>
          <p:cNvGrpSpPr>
            <a:grpSpLocks/>
          </p:cNvGrpSpPr>
          <p:nvPr/>
        </p:nvGrpSpPr>
        <p:grpSpPr bwMode="auto">
          <a:xfrm>
            <a:off x="2986088" y="1306513"/>
            <a:ext cx="446087" cy="534987"/>
            <a:chOff x="868" y="1439"/>
            <a:chExt cx="811" cy="972"/>
          </a:xfrm>
        </p:grpSpPr>
        <p:sp>
          <p:nvSpPr>
            <p:cNvPr id="113675" name="Freeform 25"/>
            <p:cNvSpPr>
              <a:spLocks/>
            </p:cNvSpPr>
            <p:nvPr/>
          </p:nvSpPr>
          <p:spPr bwMode="auto">
            <a:xfrm>
              <a:off x="1548" y="2014"/>
              <a:ext cx="123" cy="100"/>
            </a:xfrm>
            <a:custGeom>
              <a:avLst/>
              <a:gdLst>
                <a:gd name="T0" fmla="*/ 5 w 618"/>
                <a:gd name="T1" fmla="*/ 0 h 502"/>
                <a:gd name="T2" fmla="*/ 5 w 618"/>
                <a:gd name="T3" fmla="*/ 0 h 502"/>
                <a:gd name="T4" fmla="*/ 0 w 618"/>
                <a:gd name="T5" fmla="*/ 4 h 502"/>
                <a:gd name="T6" fmla="*/ 0 w 618"/>
                <a:gd name="T7" fmla="*/ 4 h 502"/>
                <a:gd name="T8" fmla="*/ 5 w 618"/>
                <a:gd name="T9" fmla="*/ 0 h 502"/>
                <a:gd name="T10" fmla="*/ 5 w 618"/>
                <a:gd name="T11" fmla="*/ 0 h 502"/>
                <a:gd name="T12" fmla="*/ 5 w 618"/>
                <a:gd name="T13" fmla="*/ 0 h 502"/>
                <a:gd name="T14" fmla="*/ 5 w 618"/>
                <a:gd name="T15" fmla="*/ 0 h 502"/>
                <a:gd name="T16" fmla="*/ 5 w 618"/>
                <a:gd name="T17" fmla="*/ 0 h 502"/>
                <a:gd name="T18" fmla="*/ 5 w 618"/>
                <a:gd name="T19" fmla="*/ 0 h 502"/>
                <a:gd name="T20" fmla="*/ 5 w 618"/>
                <a:gd name="T21" fmla="*/ 0 h 502"/>
                <a:gd name="T22" fmla="*/ 5 w 618"/>
                <a:gd name="T23" fmla="*/ 0 h 502"/>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618"/>
                <a:gd name="T37" fmla="*/ 0 h 502"/>
                <a:gd name="T38" fmla="*/ 618 w 618"/>
                <a:gd name="T39" fmla="*/ 502 h 502"/>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618" h="502">
                  <a:moveTo>
                    <a:pt x="611" y="0"/>
                  </a:moveTo>
                  <a:lnTo>
                    <a:pt x="606" y="2"/>
                  </a:lnTo>
                  <a:lnTo>
                    <a:pt x="0" y="490"/>
                  </a:lnTo>
                  <a:lnTo>
                    <a:pt x="10" y="502"/>
                  </a:lnTo>
                  <a:lnTo>
                    <a:pt x="616" y="14"/>
                  </a:lnTo>
                  <a:lnTo>
                    <a:pt x="611" y="16"/>
                  </a:lnTo>
                  <a:lnTo>
                    <a:pt x="616" y="14"/>
                  </a:lnTo>
                  <a:lnTo>
                    <a:pt x="618" y="9"/>
                  </a:lnTo>
                  <a:lnTo>
                    <a:pt x="617" y="3"/>
                  </a:lnTo>
                  <a:lnTo>
                    <a:pt x="612" y="1"/>
                  </a:lnTo>
                  <a:lnTo>
                    <a:pt x="606" y="2"/>
                  </a:lnTo>
                  <a:lnTo>
                    <a:pt x="611"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3676" name="Freeform 26"/>
            <p:cNvSpPr>
              <a:spLocks/>
            </p:cNvSpPr>
            <p:nvPr/>
          </p:nvSpPr>
          <p:spPr bwMode="auto">
            <a:xfrm>
              <a:off x="876" y="1852"/>
              <a:ext cx="82" cy="373"/>
            </a:xfrm>
            <a:custGeom>
              <a:avLst/>
              <a:gdLst>
                <a:gd name="T0" fmla="*/ 3 w 413"/>
                <a:gd name="T1" fmla="*/ 15 h 1865"/>
                <a:gd name="T2" fmla="*/ 3 w 413"/>
                <a:gd name="T3" fmla="*/ 15 h 1865"/>
                <a:gd name="T4" fmla="*/ 0 w 413"/>
                <a:gd name="T5" fmla="*/ 0 h 1865"/>
                <a:gd name="T6" fmla="*/ 0 w 413"/>
                <a:gd name="T7" fmla="*/ 0 h 1865"/>
                <a:gd name="T8" fmla="*/ 3 w 413"/>
                <a:gd name="T9" fmla="*/ 15 h 1865"/>
                <a:gd name="T10" fmla="*/ 3 w 413"/>
                <a:gd name="T11" fmla="*/ 15 h 1865"/>
                <a:gd name="T12" fmla="*/ 3 w 413"/>
                <a:gd name="T13" fmla="*/ 15 h 1865"/>
                <a:gd name="T14" fmla="*/ 3 w 413"/>
                <a:gd name="T15" fmla="*/ 15 h 1865"/>
                <a:gd name="T16" fmla="*/ 3 w 413"/>
                <a:gd name="T17" fmla="*/ 15 h 1865"/>
                <a:gd name="T18" fmla="*/ 3 w 413"/>
                <a:gd name="T19" fmla="*/ 15 h 1865"/>
                <a:gd name="T20" fmla="*/ 3 w 413"/>
                <a:gd name="T21" fmla="*/ 15 h 1865"/>
                <a:gd name="T22" fmla="*/ 3 w 413"/>
                <a:gd name="T23" fmla="*/ 15 h 186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413"/>
                <a:gd name="T37" fmla="*/ 0 h 1865"/>
                <a:gd name="T38" fmla="*/ 413 w 413"/>
                <a:gd name="T39" fmla="*/ 1865 h 1865"/>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413" h="1865">
                  <a:moveTo>
                    <a:pt x="400" y="1864"/>
                  </a:moveTo>
                  <a:lnTo>
                    <a:pt x="413" y="1856"/>
                  </a:lnTo>
                  <a:lnTo>
                    <a:pt x="17" y="0"/>
                  </a:lnTo>
                  <a:lnTo>
                    <a:pt x="0" y="2"/>
                  </a:lnTo>
                  <a:lnTo>
                    <a:pt x="396" y="1858"/>
                  </a:lnTo>
                  <a:lnTo>
                    <a:pt x="409" y="1850"/>
                  </a:lnTo>
                  <a:lnTo>
                    <a:pt x="396" y="1858"/>
                  </a:lnTo>
                  <a:lnTo>
                    <a:pt x="400" y="1864"/>
                  </a:lnTo>
                  <a:lnTo>
                    <a:pt x="406" y="1865"/>
                  </a:lnTo>
                  <a:lnTo>
                    <a:pt x="410" y="1862"/>
                  </a:lnTo>
                  <a:lnTo>
                    <a:pt x="413" y="1856"/>
                  </a:lnTo>
                  <a:lnTo>
                    <a:pt x="400" y="186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3677" name="Freeform 27"/>
            <p:cNvSpPr>
              <a:spLocks/>
            </p:cNvSpPr>
            <p:nvPr/>
          </p:nvSpPr>
          <p:spPr bwMode="auto">
            <a:xfrm>
              <a:off x="1282" y="1533"/>
              <a:ext cx="35" cy="161"/>
            </a:xfrm>
            <a:custGeom>
              <a:avLst/>
              <a:gdLst>
                <a:gd name="T0" fmla="*/ 1 w 175"/>
                <a:gd name="T1" fmla="*/ 6 h 807"/>
                <a:gd name="T2" fmla="*/ 1 w 175"/>
                <a:gd name="T3" fmla="*/ 6 h 807"/>
                <a:gd name="T4" fmla="*/ 1 w 175"/>
                <a:gd name="T5" fmla="*/ 6 h 807"/>
                <a:gd name="T6" fmla="*/ 1 w 175"/>
                <a:gd name="T7" fmla="*/ 5 h 807"/>
                <a:gd name="T8" fmla="*/ 1 w 175"/>
                <a:gd name="T9" fmla="*/ 5 h 807"/>
                <a:gd name="T10" fmla="*/ 1 w 175"/>
                <a:gd name="T11" fmla="*/ 5 h 807"/>
                <a:gd name="T12" fmla="*/ 1 w 175"/>
                <a:gd name="T13" fmla="*/ 4 h 807"/>
                <a:gd name="T14" fmla="*/ 1 w 175"/>
                <a:gd name="T15" fmla="*/ 4 h 807"/>
                <a:gd name="T16" fmla="*/ 1 w 175"/>
                <a:gd name="T17" fmla="*/ 3 h 807"/>
                <a:gd name="T18" fmla="*/ 1 w 175"/>
                <a:gd name="T19" fmla="*/ 3 h 807"/>
                <a:gd name="T20" fmla="*/ 1 w 175"/>
                <a:gd name="T21" fmla="*/ 3 h 807"/>
                <a:gd name="T22" fmla="*/ 1 w 175"/>
                <a:gd name="T23" fmla="*/ 2 h 807"/>
                <a:gd name="T24" fmla="*/ 1 w 175"/>
                <a:gd name="T25" fmla="*/ 2 h 807"/>
                <a:gd name="T26" fmla="*/ 1 w 175"/>
                <a:gd name="T27" fmla="*/ 2 h 807"/>
                <a:gd name="T28" fmla="*/ 1 w 175"/>
                <a:gd name="T29" fmla="*/ 1 h 807"/>
                <a:gd name="T30" fmla="*/ 1 w 175"/>
                <a:gd name="T31" fmla="*/ 1 h 807"/>
                <a:gd name="T32" fmla="*/ 1 w 175"/>
                <a:gd name="T33" fmla="*/ 1 h 807"/>
                <a:gd name="T34" fmla="*/ 1 w 175"/>
                <a:gd name="T35" fmla="*/ 0 h 807"/>
                <a:gd name="T36" fmla="*/ 1 w 175"/>
                <a:gd name="T37" fmla="*/ 0 h 807"/>
                <a:gd name="T38" fmla="*/ 1 w 175"/>
                <a:gd name="T39" fmla="*/ 0 h 807"/>
                <a:gd name="T40" fmla="*/ 0 w 175"/>
                <a:gd name="T41" fmla="*/ 1 h 807"/>
                <a:gd name="T42" fmla="*/ 0 w 175"/>
                <a:gd name="T43" fmla="*/ 1 h 807"/>
                <a:gd name="T44" fmla="*/ 0 w 175"/>
                <a:gd name="T45" fmla="*/ 1 h 807"/>
                <a:gd name="T46" fmla="*/ 0 w 175"/>
                <a:gd name="T47" fmla="*/ 2 h 807"/>
                <a:gd name="T48" fmla="*/ 0 w 175"/>
                <a:gd name="T49" fmla="*/ 2 h 807"/>
                <a:gd name="T50" fmla="*/ 0 w 175"/>
                <a:gd name="T51" fmla="*/ 3 h 807"/>
                <a:gd name="T52" fmla="*/ 0 w 175"/>
                <a:gd name="T53" fmla="*/ 3 h 807"/>
                <a:gd name="T54" fmla="*/ 0 w 175"/>
                <a:gd name="T55" fmla="*/ 3 h 807"/>
                <a:gd name="T56" fmla="*/ 0 w 175"/>
                <a:gd name="T57" fmla="*/ 4 h 807"/>
                <a:gd name="T58" fmla="*/ 0 w 175"/>
                <a:gd name="T59" fmla="*/ 4 h 807"/>
                <a:gd name="T60" fmla="*/ 0 w 175"/>
                <a:gd name="T61" fmla="*/ 5 h 807"/>
                <a:gd name="T62" fmla="*/ 0 w 175"/>
                <a:gd name="T63" fmla="*/ 5 h 807"/>
                <a:gd name="T64" fmla="*/ 0 w 175"/>
                <a:gd name="T65" fmla="*/ 5 h 807"/>
                <a:gd name="T66" fmla="*/ 1 w 175"/>
                <a:gd name="T67" fmla="*/ 6 h 807"/>
                <a:gd name="T68" fmla="*/ 1 w 175"/>
                <a:gd name="T69" fmla="*/ 6 h 807"/>
                <a:gd name="T70" fmla="*/ 1 w 175"/>
                <a:gd name="T71" fmla="*/ 6 h 807"/>
                <a:gd name="T72" fmla="*/ 1 w 175"/>
                <a:gd name="T73" fmla="*/ 6 h 807"/>
                <a:gd name="T74" fmla="*/ 1 w 175"/>
                <a:gd name="T75" fmla="*/ 6 h 807"/>
                <a:gd name="T76" fmla="*/ 1 w 175"/>
                <a:gd name="T77" fmla="*/ 6 h 807"/>
                <a:gd name="T78" fmla="*/ 1 w 175"/>
                <a:gd name="T79" fmla="*/ 6 h 807"/>
                <a:gd name="T80" fmla="*/ 1 w 175"/>
                <a:gd name="T81" fmla="*/ 6 h 807"/>
                <a:gd name="T82" fmla="*/ 1 w 175"/>
                <a:gd name="T83" fmla="*/ 6 h 807"/>
                <a:gd name="T84" fmla="*/ 1 w 175"/>
                <a:gd name="T85" fmla="*/ 6 h 807"/>
                <a:gd name="T86" fmla="*/ 1 w 175"/>
                <a:gd name="T87" fmla="*/ 6 h 807"/>
                <a:gd name="T88" fmla="*/ 1 w 175"/>
                <a:gd name="T89" fmla="*/ 6 h 807"/>
                <a:gd name="T90" fmla="*/ 1 w 175"/>
                <a:gd name="T91" fmla="*/ 6 h 80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175"/>
                <a:gd name="T139" fmla="*/ 0 h 807"/>
                <a:gd name="T140" fmla="*/ 175 w 175"/>
                <a:gd name="T141" fmla="*/ 807 h 80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175" h="807">
                  <a:moveTo>
                    <a:pt x="169" y="740"/>
                  </a:moveTo>
                  <a:lnTo>
                    <a:pt x="169" y="739"/>
                  </a:lnTo>
                  <a:lnTo>
                    <a:pt x="149" y="698"/>
                  </a:lnTo>
                  <a:lnTo>
                    <a:pt x="133" y="656"/>
                  </a:lnTo>
                  <a:lnTo>
                    <a:pt x="120" y="611"/>
                  </a:lnTo>
                  <a:lnTo>
                    <a:pt x="108" y="565"/>
                  </a:lnTo>
                  <a:lnTo>
                    <a:pt x="100" y="520"/>
                  </a:lnTo>
                  <a:lnTo>
                    <a:pt x="96" y="472"/>
                  </a:lnTo>
                  <a:lnTo>
                    <a:pt x="93" y="425"/>
                  </a:lnTo>
                  <a:lnTo>
                    <a:pt x="93" y="377"/>
                  </a:lnTo>
                  <a:lnTo>
                    <a:pt x="96" y="330"/>
                  </a:lnTo>
                  <a:lnTo>
                    <a:pt x="100" y="283"/>
                  </a:lnTo>
                  <a:lnTo>
                    <a:pt x="106" y="238"/>
                  </a:lnTo>
                  <a:lnTo>
                    <a:pt x="115" y="195"/>
                  </a:lnTo>
                  <a:lnTo>
                    <a:pt x="126" y="153"/>
                  </a:lnTo>
                  <a:lnTo>
                    <a:pt x="139" y="114"/>
                  </a:lnTo>
                  <a:lnTo>
                    <a:pt x="153" y="77"/>
                  </a:lnTo>
                  <a:lnTo>
                    <a:pt x="169" y="43"/>
                  </a:lnTo>
                  <a:lnTo>
                    <a:pt x="87" y="0"/>
                  </a:lnTo>
                  <a:lnTo>
                    <a:pt x="69" y="39"/>
                  </a:lnTo>
                  <a:lnTo>
                    <a:pt x="52" y="81"/>
                  </a:lnTo>
                  <a:lnTo>
                    <a:pt x="37" y="127"/>
                  </a:lnTo>
                  <a:lnTo>
                    <a:pt x="24" y="174"/>
                  </a:lnTo>
                  <a:lnTo>
                    <a:pt x="15" y="222"/>
                  </a:lnTo>
                  <a:lnTo>
                    <a:pt x="7" y="271"/>
                  </a:lnTo>
                  <a:lnTo>
                    <a:pt x="2" y="323"/>
                  </a:lnTo>
                  <a:lnTo>
                    <a:pt x="0" y="374"/>
                  </a:lnTo>
                  <a:lnTo>
                    <a:pt x="0" y="427"/>
                  </a:lnTo>
                  <a:lnTo>
                    <a:pt x="2" y="479"/>
                  </a:lnTo>
                  <a:lnTo>
                    <a:pt x="9" y="531"/>
                  </a:lnTo>
                  <a:lnTo>
                    <a:pt x="17" y="584"/>
                  </a:lnTo>
                  <a:lnTo>
                    <a:pt x="29" y="635"/>
                  </a:lnTo>
                  <a:lnTo>
                    <a:pt x="44" y="686"/>
                  </a:lnTo>
                  <a:lnTo>
                    <a:pt x="65" y="736"/>
                  </a:lnTo>
                  <a:lnTo>
                    <a:pt x="87" y="784"/>
                  </a:lnTo>
                  <a:lnTo>
                    <a:pt x="87" y="782"/>
                  </a:lnTo>
                  <a:lnTo>
                    <a:pt x="87" y="784"/>
                  </a:lnTo>
                  <a:lnTo>
                    <a:pt x="100" y="799"/>
                  </a:lnTo>
                  <a:lnTo>
                    <a:pt x="117" y="807"/>
                  </a:lnTo>
                  <a:lnTo>
                    <a:pt x="134" y="807"/>
                  </a:lnTo>
                  <a:lnTo>
                    <a:pt x="151" y="801"/>
                  </a:lnTo>
                  <a:lnTo>
                    <a:pt x="164" y="791"/>
                  </a:lnTo>
                  <a:lnTo>
                    <a:pt x="173" y="777"/>
                  </a:lnTo>
                  <a:lnTo>
                    <a:pt x="175" y="759"/>
                  </a:lnTo>
                  <a:lnTo>
                    <a:pt x="169" y="739"/>
                  </a:lnTo>
                  <a:lnTo>
                    <a:pt x="169" y="74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3678" name="Freeform 28"/>
            <p:cNvSpPr>
              <a:spLocks/>
            </p:cNvSpPr>
            <p:nvPr/>
          </p:nvSpPr>
          <p:spPr bwMode="auto">
            <a:xfrm>
              <a:off x="1299" y="1681"/>
              <a:ext cx="157" cy="281"/>
            </a:xfrm>
            <a:custGeom>
              <a:avLst/>
              <a:gdLst>
                <a:gd name="T0" fmla="*/ 6 w 787"/>
                <a:gd name="T1" fmla="*/ 11 h 1404"/>
                <a:gd name="T2" fmla="*/ 6 w 787"/>
                <a:gd name="T3" fmla="*/ 11 h 1404"/>
                <a:gd name="T4" fmla="*/ 1 w 787"/>
                <a:gd name="T5" fmla="*/ 0 h 1404"/>
                <a:gd name="T6" fmla="*/ 0 w 787"/>
                <a:gd name="T7" fmla="*/ 0 h 1404"/>
                <a:gd name="T8" fmla="*/ 6 w 787"/>
                <a:gd name="T9" fmla="*/ 11 h 1404"/>
                <a:gd name="T10" fmla="*/ 6 w 787"/>
                <a:gd name="T11" fmla="*/ 11 h 1404"/>
                <a:gd name="T12" fmla="*/ 6 w 787"/>
                <a:gd name="T13" fmla="*/ 11 h 1404"/>
                <a:gd name="T14" fmla="*/ 6 w 787"/>
                <a:gd name="T15" fmla="*/ 11 h 1404"/>
                <a:gd name="T16" fmla="*/ 6 w 787"/>
                <a:gd name="T17" fmla="*/ 11 h 1404"/>
                <a:gd name="T18" fmla="*/ 6 w 787"/>
                <a:gd name="T19" fmla="*/ 11 h 1404"/>
                <a:gd name="T20" fmla="*/ 6 w 787"/>
                <a:gd name="T21" fmla="*/ 11 h 1404"/>
                <a:gd name="T22" fmla="*/ 6 w 787"/>
                <a:gd name="T23" fmla="*/ 11 h 1404"/>
                <a:gd name="T24" fmla="*/ 6 w 787"/>
                <a:gd name="T25" fmla="*/ 11 h 1404"/>
                <a:gd name="T26" fmla="*/ 6 w 787"/>
                <a:gd name="T27" fmla="*/ 11 h 1404"/>
                <a:gd name="T28" fmla="*/ 6 w 787"/>
                <a:gd name="T29" fmla="*/ 11 h 1404"/>
                <a:gd name="T30" fmla="*/ 6 w 787"/>
                <a:gd name="T31" fmla="*/ 11 h 1404"/>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787"/>
                <a:gd name="T49" fmla="*/ 0 h 1404"/>
                <a:gd name="T50" fmla="*/ 787 w 787"/>
                <a:gd name="T51" fmla="*/ 1404 h 1404"/>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787" h="1404">
                  <a:moveTo>
                    <a:pt x="781" y="1334"/>
                  </a:moveTo>
                  <a:lnTo>
                    <a:pt x="781" y="1337"/>
                  </a:lnTo>
                  <a:lnTo>
                    <a:pt x="82" y="0"/>
                  </a:lnTo>
                  <a:lnTo>
                    <a:pt x="0" y="42"/>
                  </a:lnTo>
                  <a:lnTo>
                    <a:pt x="699" y="1379"/>
                  </a:lnTo>
                  <a:lnTo>
                    <a:pt x="699" y="1381"/>
                  </a:lnTo>
                  <a:lnTo>
                    <a:pt x="699" y="1379"/>
                  </a:lnTo>
                  <a:lnTo>
                    <a:pt x="712" y="1395"/>
                  </a:lnTo>
                  <a:lnTo>
                    <a:pt x="727" y="1402"/>
                  </a:lnTo>
                  <a:lnTo>
                    <a:pt x="744" y="1404"/>
                  </a:lnTo>
                  <a:lnTo>
                    <a:pt x="761" y="1398"/>
                  </a:lnTo>
                  <a:lnTo>
                    <a:pt x="775" y="1388"/>
                  </a:lnTo>
                  <a:lnTo>
                    <a:pt x="784" y="1373"/>
                  </a:lnTo>
                  <a:lnTo>
                    <a:pt x="787" y="1357"/>
                  </a:lnTo>
                  <a:lnTo>
                    <a:pt x="781" y="1337"/>
                  </a:lnTo>
                  <a:lnTo>
                    <a:pt x="781" y="13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3679" name="Freeform 29"/>
            <p:cNvSpPr>
              <a:spLocks/>
            </p:cNvSpPr>
            <p:nvPr/>
          </p:nvSpPr>
          <p:spPr bwMode="auto">
            <a:xfrm>
              <a:off x="1439" y="1948"/>
              <a:ext cx="125" cy="76"/>
            </a:xfrm>
            <a:custGeom>
              <a:avLst/>
              <a:gdLst>
                <a:gd name="T0" fmla="*/ 5 w 628"/>
                <a:gd name="T1" fmla="*/ 2 h 383"/>
                <a:gd name="T2" fmla="*/ 5 w 628"/>
                <a:gd name="T3" fmla="*/ 2 h 383"/>
                <a:gd name="T4" fmla="*/ 4 w 628"/>
                <a:gd name="T5" fmla="*/ 2 h 383"/>
                <a:gd name="T6" fmla="*/ 4 w 628"/>
                <a:gd name="T7" fmla="*/ 2 h 383"/>
                <a:gd name="T8" fmla="*/ 4 w 628"/>
                <a:gd name="T9" fmla="*/ 2 h 383"/>
                <a:gd name="T10" fmla="*/ 3 w 628"/>
                <a:gd name="T11" fmla="*/ 2 h 383"/>
                <a:gd name="T12" fmla="*/ 3 w 628"/>
                <a:gd name="T13" fmla="*/ 2 h 383"/>
                <a:gd name="T14" fmla="*/ 3 w 628"/>
                <a:gd name="T15" fmla="*/ 2 h 383"/>
                <a:gd name="T16" fmla="*/ 3 w 628"/>
                <a:gd name="T17" fmla="*/ 2 h 383"/>
                <a:gd name="T18" fmla="*/ 2 w 628"/>
                <a:gd name="T19" fmla="*/ 2 h 383"/>
                <a:gd name="T20" fmla="*/ 2 w 628"/>
                <a:gd name="T21" fmla="*/ 2 h 383"/>
                <a:gd name="T22" fmla="*/ 2 w 628"/>
                <a:gd name="T23" fmla="*/ 1 h 383"/>
                <a:gd name="T24" fmla="*/ 2 w 628"/>
                <a:gd name="T25" fmla="*/ 1 h 383"/>
                <a:gd name="T26" fmla="*/ 1 w 628"/>
                <a:gd name="T27" fmla="*/ 1 h 383"/>
                <a:gd name="T28" fmla="*/ 1 w 628"/>
                <a:gd name="T29" fmla="*/ 1 h 383"/>
                <a:gd name="T30" fmla="*/ 1 w 628"/>
                <a:gd name="T31" fmla="*/ 1 h 383"/>
                <a:gd name="T32" fmla="*/ 1 w 628"/>
                <a:gd name="T33" fmla="*/ 0 h 383"/>
                <a:gd name="T34" fmla="*/ 1 w 628"/>
                <a:gd name="T35" fmla="*/ 0 h 383"/>
                <a:gd name="T36" fmla="*/ 0 w 628"/>
                <a:gd name="T37" fmla="*/ 0 h 383"/>
                <a:gd name="T38" fmla="*/ 0 w 628"/>
                <a:gd name="T39" fmla="*/ 1 h 383"/>
                <a:gd name="T40" fmla="*/ 0 w 628"/>
                <a:gd name="T41" fmla="*/ 1 h 383"/>
                <a:gd name="T42" fmla="*/ 1 w 628"/>
                <a:gd name="T43" fmla="*/ 1 h 383"/>
                <a:gd name="T44" fmla="*/ 1 w 628"/>
                <a:gd name="T45" fmla="*/ 1 h 383"/>
                <a:gd name="T46" fmla="*/ 1 w 628"/>
                <a:gd name="T47" fmla="*/ 2 h 383"/>
                <a:gd name="T48" fmla="*/ 1 w 628"/>
                <a:gd name="T49" fmla="*/ 2 h 383"/>
                <a:gd name="T50" fmla="*/ 2 w 628"/>
                <a:gd name="T51" fmla="*/ 2 h 383"/>
                <a:gd name="T52" fmla="*/ 2 w 628"/>
                <a:gd name="T53" fmla="*/ 2 h 383"/>
                <a:gd name="T54" fmla="*/ 2 w 628"/>
                <a:gd name="T55" fmla="*/ 2 h 383"/>
                <a:gd name="T56" fmla="*/ 3 w 628"/>
                <a:gd name="T57" fmla="*/ 3 h 383"/>
                <a:gd name="T58" fmla="*/ 3 w 628"/>
                <a:gd name="T59" fmla="*/ 3 h 383"/>
                <a:gd name="T60" fmla="*/ 3 w 628"/>
                <a:gd name="T61" fmla="*/ 3 h 383"/>
                <a:gd name="T62" fmla="*/ 4 w 628"/>
                <a:gd name="T63" fmla="*/ 3 h 383"/>
                <a:gd name="T64" fmla="*/ 4 w 628"/>
                <a:gd name="T65" fmla="*/ 3 h 383"/>
                <a:gd name="T66" fmla="*/ 4 w 628"/>
                <a:gd name="T67" fmla="*/ 3 h 383"/>
                <a:gd name="T68" fmla="*/ 5 w 628"/>
                <a:gd name="T69" fmla="*/ 3 h 383"/>
                <a:gd name="T70" fmla="*/ 5 w 628"/>
                <a:gd name="T71" fmla="*/ 3 h 383"/>
                <a:gd name="T72" fmla="*/ 5 w 628"/>
                <a:gd name="T73" fmla="*/ 3 h 383"/>
                <a:gd name="T74" fmla="*/ 5 w 628"/>
                <a:gd name="T75" fmla="*/ 3 h 383"/>
                <a:gd name="T76" fmla="*/ 5 w 628"/>
                <a:gd name="T77" fmla="*/ 3 h 383"/>
                <a:gd name="T78" fmla="*/ 5 w 628"/>
                <a:gd name="T79" fmla="*/ 3 h 383"/>
                <a:gd name="T80" fmla="*/ 5 w 628"/>
                <a:gd name="T81" fmla="*/ 3 h 383"/>
                <a:gd name="T82" fmla="*/ 5 w 628"/>
                <a:gd name="T83" fmla="*/ 3 h 383"/>
                <a:gd name="T84" fmla="*/ 5 w 628"/>
                <a:gd name="T85" fmla="*/ 2 h 383"/>
                <a:gd name="T86" fmla="*/ 5 w 628"/>
                <a:gd name="T87" fmla="*/ 2 h 383"/>
                <a:gd name="T88" fmla="*/ 5 w 628"/>
                <a:gd name="T89" fmla="*/ 2 h 383"/>
                <a:gd name="T90" fmla="*/ 5 w 628"/>
                <a:gd name="T91" fmla="*/ 2 h 38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628"/>
                <a:gd name="T139" fmla="*/ 0 h 383"/>
                <a:gd name="T140" fmla="*/ 628 w 628"/>
                <a:gd name="T141" fmla="*/ 383 h 38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628" h="383">
                  <a:moveTo>
                    <a:pt x="581" y="289"/>
                  </a:moveTo>
                  <a:lnTo>
                    <a:pt x="582" y="289"/>
                  </a:lnTo>
                  <a:lnTo>
                    <a:pt x="541" y="287"/>
                  </a:lnTo>
                  <a:lnTo>
                    <a:pt x="500" y="283"/>
                  </a:lnTo>
                  <a:lnTo>
                    <a:pt x="462" y="276"/>
                  </a:lnTo>
                  <a:lnTo>
                    <a:pt x="424" y="268"/>
                  </a:lnTo>
                  <a:lnTo>
                    <a:pt x="389" y="255"/>
                  </a:lnTo>
                  <a:lnTo>
                    <a:pt x="352" y="242"/>
                  </a:lnTo>
                  <a:lnTo>
                    <a:pt x="320" y="227"/>
                  </a:lnTo>
                  <a:lnTo>
                    <a:pt x="287" y="209"/>
                  </a:lnTo>
                  <a:lnTo>
                    <a:pt x="255" y="189"/>
                  </a:lnTo>
                  <a:lnTo>
                    <a:pt x="226" y="168"/>
                  </a:lnTo>
                  <a:lnTo>
                    <a:pt x="198" y="145"/>
                  </a:lnTo>
                  <a:lnTo>
                    <a:pt x="172" y="119"/>
                  </a:lnTo>
                  <a:lnTo>
                    <a:pt x="146" y="92"/>
                  </a:lnTo>
                  <a:lnTo>
                    <a:pt x="122" y="64"/>
                  </a:lnTo>
                  <a:lnTo>
                    <a:pt x="100" y="33"/>
                  </a:lnTo>
                  <a:lnTo>
                    <a:pt x="82" y="0"/>
                  </a:lnTo>
                  <a:lnTo>
                    <a:pt x="0" y="47"/>
                  </a:lnTo>
                  <a:lnTo>
                    <a:pt x="23" y="85"/>
                  </a:lnTo>
                  <a:lnTo>
                    <a:pt x="49" y="120"/>
                  </a:lnTo>
                  <a:lnTo>
                    <a:pt x="76" y="153"/>
                  </a:lnTo>
                  <a:lnTo>
                    <a:pt x="104" y="185"/>
                  </a:lnTo>
                  <a:lnTo>
                    <a:pt x="137" y="215"/>
                  </a:lnTo>
                  <a:lnTo>
                    <a:pt x="170" y="241"/>
                  </a:lnTo>
                  <a:lnTo>
                    <a:pt x="204" y="267"/>
                  </a:lnTo>
                  <a:lnTo>
                    <a:pt x="240" y="289"/>
                  </a:lnTo>
                  <a:lnTo>
                    <a:pt x="277" y="309"/>
                  </a:lnTo>
                  <a:lnTo>
                    <a:pt x="317" y="329"/>
                  </a:lnTo>
                  <a:lnTo>
                    <a:pt x="358" y="344"/>
                  </a:lnTo>
                  <a:lnTo>
                    <a:pt x="400" y="357"/>
                  </a:lnTo>
                  <a:lnTo>
                    <a:pt x="444" y="367"/>
                  </a:lnTo>
                  <a:lnTo>
                    <a:pt x="488" y="374"/>
                  </a:lnTo>
                  <a:lnTo>
                    <a:pt x="534" y="380"/>
                  </a:lnTo>
                  <a:lnTo>
                    <a:pt x="580" y="383"/>
                  </a:lnTo>
                  <a:lnTo>
                    <a:pt x="581" y="383"/>
                  </a:lnTo>
                  <a:lnTo>
                    <a:pt x="580" y="383"/>
                  </a:lnTo>
                  <a:lnTo>
                    <a:pt x="600" y="379"/>
                  </a:lnTo>
                  <a:lnTo>
                    <a:pt x="615" y="369"/>
                  </a:lnTo>
                  <a:lnTo>
                    <a:pt x="624" y="353"/>
                  </a:lnTo>
                  <a:lnTo>
                    <a:pt x="628" y="337"/>
                  </a:lnTo>
                  <a:lnTo>
                    <a:pt x="625" y="319"/>
                  </a:lnTo>
                  <a:lnTo>
                    <a:pt x="617" y="304"/>
                  </a:lnTo>
                  <a:lnTo>
                    <a:pt x="602" y="294"/>
                  </a:lnTo>
                  <a:lnTo>
                    <a:pt x="582" y="289"/>
                  </a:lnTo>
                  <a:lnTo>
                    <a:pt x="581" y="28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3680" name="Freeform 30"/>
            <p:cNvSpPr>
              <a:spLocks/>
            </p:cNvSpPr>
            <p:nvPr/>
          </p:nvSpPr>
          <p:spPr bwMode="auto">
            <a:xfrm>
              <a:off x="1587" y="1880"/>
              <a:ext cx="85" cy="49"/>
            </a:xfrm>
            <a:custGeom>
              <a:avLst/>
              <a:gdLst>
                <a:gd name="T0" fmla="*/ 3 w 426"/>
                <a:gd name="T1" fmla="*/ 0 h 245"/>
                <a:gd name="T2" fmla="*/ 3 w 426"/>
                <a:gd name="T3" fmla="*/ 0 h 245"/>
                <a:gd name="T4" fmla="*/ 3 w 426"/>
                <a:gd name="T5" fmla="*/ 0 h 245"/>
                <a:gd name="T6" fmla="*/ 3 w 426"/>
                <a:gd name="T7" fmla="*/ 0 h 245"/>
                <a:gd name="T8" fmla="*/ 2 w 426"/>
                <a:gd name="T9" fmla="*/ 0 h 245"/>
                <a:gd name="T10" fmla="*/ 2 w 426"/>
                <a:gd name="T11" fmla="*/ 0 h 245"/>
                <a:gd name="T12" fmla="*/ 2 w 426"/>
                <a:gd name="T13" fmla="*/ 0 h 245"/>
                <a:gd name="T14" fmla="*/ 2 w 426"/>
                <a:gd name="T15" fmla="*/ 0 h 245"/>
                <a:gd name="T16" fmla="*/ 1 w 426"/>
                <a:gd name="T17" fmla="*/ 0 h 245"/>
                <a:gd name="T18" fmla="*/ 1 w 426"/>
                <a:gd name="T19" fmla="*/ 1 h 245"/>
                <a:gd name="T20" fmla="*/ 1 w 426"/>
                <a:gd name="T21" fmla="*/ 1 h 245"/>
                <a:gd name="T22" fmla="*/ 1 w 426"/>
                <a:gd name="T23" fmla="*/ 1 h 245"/>
                <a:gd name="T24" fmla="*/ 0 w 426"/>
                <a:gd name="T25" fmla="*/ 1 h 245"/>
                <a:gd name="T26" fmla="*/ 0 w 426"/>
                <a:gd name="T27" fmla="*/ 1 h 245"/>
                <a:gd name="T28" fmla="*/ 0 w 426"/>
                <a:gd name="T29" fmla="*/ 1 h 245"/>
                <a:gd name="T30" fmla="*/ 0 w 426"/>
                <a:gd name="T31" fmla="*/ 2 h 245"/>
                <a:gd name="T32" fmla="*/ 0 w 426"/>
                <a:gd name="T33" fmla="*/ 2 h 245"/>
                <a:gd name="T34" fmla="*/ 0 w 426"/>
                <a:gd name="T35" fmla="*/ 2 h 245"/>
                <a:gd name="T36" fmla="*/ 0 w 426"/>
                <a:gd name="T37" fmla="*/ 2 h 245"/>
                <a:gd name="T38" fmla="*/ 0 w 426"/>
                <a:gd name="T39" fmla="*/ 2 h 245"/>
                <a:gd name="T40" fmla="*/ 0 w 426"/>
                <a:gd name="T41" fmla="*/ 2 h 245"/>
                <a:gd name="T42" fmla="*/ 0 w 426"/>
                <a:gd name="T43" fmla="*/ 1 h 245"/>
                <a:gd name="T44" fmla="*/ 0 w 426"/>
                <a:gd name="T45" fmla="*/ 1 h 245"/>
                <a:gd name="T46" fmla="*/ 0 w 426"/>
                <a:gd name="T47" fmla="*/ 1 h 245"/>
                <a:gd name="T48" fmla="*/ 1 w 426"/>
                <a:gd name="T49" fmla="*/ 1 h 245"/>
                <a:gd name="T50" fmla="*/ 1 w 426"/>
                <a:gd name="T51" fmla="*/ 1 h 245"/>
                <a:gd name="T52" fmla="*/ 1 w 426"/>
                <a:gd name="T53" fmla="*/ 1 h 245"/>
                <a:gd name="T54" fmla="*/ 1 w 426"/>
                <a:gd name="T55" fmla="*/ 1 h 245"/>
                <a:gd name="T56" fmla="*/ 2 w 426"/>
                <a:gd name="T57" fmla="*/ 0 h 245"/>
                <a:gd name="T58" fmla="*/ 2 w 426"/>
                <a:gd name="T59" fmla="*/ 0 h 245"/>
                <a:gd name="T60" fmla="*/ 2 w 426"/>
                <a:gd name="T61" fmla="*/ 0 h 245"/>
                <a:gd name="T62" fmla="*/ 2 w 426"/>
                <a:gd name="T63" fmla="*/ 0 h 245"/>
                <a:gd name="T64" fmla="*/ 3 w 426"/>
                <a:gd name="T65" fmla="*/ 0 h 245"/>
                <a:gd name="T66" fmla="*/ 3 w 426"/>
                <a:gd name="T67" fmla="*/ 0 h 245"/>
                <a:gd name="T68" fmla="*/ 3 w 426"/>
                <a:gd name="T69" fmla="*/ 0 h 245"/>
                <a:gd name="T70" fmla="*/ 3 w 426"/>
                <a:gd name="T71" fmla="*/ 0 h 245"/>
                <a:gd name="T72" fmla="*/ 3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426" y="0"/>
                  </a:moveTo>
                  <a:lnTo>
                    <a:pt x="426" y="0"/>
                  </a:lnTo>
                  <a:lnTo>
                    <a:pt x="384" y="1"/>
                  </a:lnTo>
                  <a:lnTo>
                    <a:pt x="340" y="4"/>
                  </a:lnTo>
                  <a:lnTo>
                    <a:pt x="300" y="10"/>
                  </a:lnTo>
                  <a:lnTo>
                    <a:pt x="262" y="18"/>
                  </a:lnTo>
                  <a:lnTo>
                    <a:pt x="224" y="29"/>
                  </a:lnTo>
                  <a:lnTo>
                    <a:pt x="189" y="41"/>
                  </a:lnTo>
                  <a:lnTo>
                    <a:pt x="157" y="55"/>
                  </a:lnTo>
                  <a:lnTo>
                    <a:pt x="126" y="70"/>
                  </a:lnTo>
                  <a:lnTo>
                    <a:pt x="99" y="89"/>
                  </a:lnTo>
                  <a:lnTo>
                    <a:pt x="74" y="106"/>
                  </a:lnTo>
                  <a:lnTo>
                    <a:pt x="52" y="126"/>
                  </a:lnTo>
                  <a:lnTo>
                    <a:pt x="34" y="148"/>
                  </a:lnTo>
                  <a:lnTo>
                    <a:pt x="19" y="171"/>
                  </a:lnTo>
                  <a:lnTo>
                    <a:pt x="9" y="194"/>
                  </a:lnTo>
                  <a:lnTo>
                    <a:pt x="3" y="219"/>
                  </a:lnTo>
                  <a:lnTo>
                    <a:pt x="0" y="245"/>
                  </a:lnTo>
                  <a:lnTo>
                    <a:pt x="12" y="245"/>
                  </a:lnTo>
                  <a:lnTo>
                    <a:pt x="15" y="221"/>
                  </a:lnTo>
                  <a:lnTo>
                    <a:pt x="20" y="199"/>
                  </a:lnTo>
                  <a:lnTo>
                    <a:pt x="31" y="178"/>
                  </a:lnTo>
                  <a:lnTo>
                    <a:pt x="44" y="156"/>
                  </a:lnTo>
                  <a:lnTo>
                    <a:pt x="61" y="136"/>
                  </a:lnTo>
                  <a:lnTo>
                    <a:pt x="81" y="116"/>
                  </a:lnTo>
                  <a:lnTo>
                    <a:pt x="106" y="98"/>
                  </a:lnTo>
                  <a:lnTo>
                    <a:pt x="133" y="82"/>
                  </a:lnTo>
                  <a:lnTo>
                    <a:pt x="162" y="66"/>
                  </a:lnTo>
                  <a:lnTo>
                    <a:pt x="194" y="52"/>
                  </a:lnTo>
                  <a:lnTo>
                    <a:pt x="229" y="41"/>
                  </a:lnTo>
                  <a:lnTo>
                    <a:pt x="264" y="30"/>
                  </a:lnTo>
                  <a:lnTo>
                    <a:pt x="303" y="22"/>
                  </a:lnTo>
                  <a:lnTo>
                    <a:pt x="343" y="16"/>
                  </a:lnTo>
                  <a:lnTo>
                    <a:pt x="384" y="12"/>
                  </a:lnTo>
                  <a:lnTo>
                    <a:pt x="426" y="11"/>
                  </a:lnTo>
                  <a:lnTo>
                    <a:pt x="42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3681" name="Freeform 31"/>
            <p:cNvSpPr>
              <a:spLocks/>
            </p:cNvSpPr>
            <p:nvPr/>
          </p:nvSpPr>
          <p:spPr bwMode="auto">
            <a:xfrm>
              <a:off x="1587" y="1929"/>
              <a:ext cx="85" cy="49"/>
            </a:xfrm>
            <a:custGeom>
              <a:avLst/>
              <a:gdLst>
                <a:gd name="T0" fmla="*/ 0 w 426"/>
                <a:gd name="T1" fmla="*/ 0 h 245"/>
                <a:gd name="T2" fmla="*/ 0 w 426"/>
                <a:gd name="T3" fmla="*/ 0 h 245"/>
                <a:gd name="T4" fmla="*/ 0 w 426"/>
                <a:gd name="T5" fmla="*/ 0 h 245"/>
                <a:gd name="T6" fmla="*/ 0 w 426"/>
                <a:gd name="T7" fmla="*/ 0 h 245"/>
                <a:gd name="T8" fmla="*/ 0 w 426"/>
                <a:gd name="T9" fmla="*/ 1 h 245"/>
                <a:gd name="T10" fmla="*/ 0 w 426"/>
                <a:gd name="T11" fmla="*/ 1 h 245"/>
                <a:gd name="T12" fmla="*/ 0 w 426"/>
                <a:gd name="T13" fmla="*/ 1 h 245"/>
                <a:gd name="T14" fmla="*/ 1 w 426"/>
                <a:gd name="T15" fmla="*/ 1 h 245"/>
                <a:gd name="T16" fmla="*/ 1 w 426"/>
                <a:gd name="T17" fmla="*/ 1 h 245"/>
                <a:gd name="T18" fmla="*/ 1 w 426"/>
                <a:gd name="T19" fmla="*/ 1 h 245"/>
                <a:gd name="T20" fmla="*/ 1 w 426"/>
                <a:gd name="T21" fmla="*/ 2 h 245"/>
                <a:gd name="T22" fmla="*/ 2 w 426"/>
                <a:gd name="T23" fmla="*/ 2 h 245"/>
                <a:gd name="T24" fmla="*/ 2 w 426"/>
                <a:gd name="T25" fmla="*/ 2 h 245"/>
                <a:gd name="T26" fmla="*/ 2 w 426"/>
                <a:gd name="T27" fmla="*/ 2 h 245"/>
                <a:gd name="T28" fmla="*/ 2 w 426"/>
                <a:gd name="T29" fmla="*/ 2 h 245"/>
                <a:gd name="T30" fmla="*/ 3 w 426"/>
                <a:gd name="T31" fmla="*/ 2 h 245"/>
                <a:gd name="T32" fmla="*/ 3 w 426"/>
                <a:gd name="T33" fmla="*/ 2 h 245"/>
                <a:gd name="T34" fmla="*/ 3 w 426"/>
                <a:gd name="T35" fmla="*/ 2 h 245"/>
                <a:gd name="T36" fmla="*/ 3 w 426"/>
                <a:gd name="T37" fmla="*/ 2 h 245"/>
                <a:gd name="T38" fmla="*/ 3 w 426"/>
                <a:gd name="T39" fmla="*/ 2 h 245"/>
                <a:gd name="T40" fmla="*/ 3 w 426"/>
                <a:gd name="T41" fmla="*/ 2 h 245"/>
                <a:gd name="T42" fmla="*/ 2 w 426"/>
                <a:gd name="T43" fmla="*/ 2 h 245"/>
                <a:gd name="T44" fmla="*/ 2 w 426"/>
                <a:gd name="T45" fmla="*/ 2 h 245"/>
                <a:gd name="T46" fmla="*/ 2 w 426"/>
                <a:gd name="T47" fmla="*/ 2 h 245"/>
                <a:gd name="T48" fmla="*/ 2 w 426"/>
                <a:gd name="T49" fmla="*/ 2 h 245"/>
                <a:gd name="T50" fmla="*/ 1 w 426"/>
                <a:gd name="T51" fmla="*/ 1 h 245"/>
                <a:gd name="T52" fmla="*/ 1 w 426"/>
                <a:gd name="T53" fmla="*/ 1 h 245"/>
                <a:gd name="T54" fmla="*/ 1 w 426"/>
                <a:gd name="T55" fmla="*/ 1 h 245"/>
                <a:gd name="T56" fmla="*/ 1 w 426"/>
                <a:gd name="T57" fmla="*/ 1 h 245"/>
                <a:gd name="T58" fmla="*/ 0 w 426"/>
                <a:gd name="T59" fmla="*/ 1 h 245"/>
                <a:gd name="T60" fmla="*/ 0 w 426"/>
                <a:gd name="T61" fmla="*/ 1 h 245"/>
                <a:gd name="T62" fmla="*/ 0 w 426"/>
                <a:gd name="T63" fmla="*/ 1 h 245"/>
                <a:gd name="T64" fmla="*/ 0 w 426"/>
                <a:gd name="T65" fmla="*/ 0 h 245"/>
                <a:gd name="T66" fmla="*/ 0 w 426"/>
                <a:gd name="T67" fmla="*/ 0 h 245"/>
                <a:gd name="T68" fmla="*/ 0 w 426"/>
                <a:gd name="T69" fmla="*/ 0 h 245"/>
                <a:gd name="T70" fmla="*/ 0 w 426"/>
                <a:gd name="T71" fmla="*/ 0 h 245"/>
                <a:gd name="T72" fmla="*/ 0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0" y="0"/>
                  </a:moveTo>
                  <a:lnTo>
                    <a:pt x="0" y="0"/>
                  </a:lnTo>
                  <a:lnTo>
                    <a:pt x="3" y="25"/>
                  </a:lnTo>
                  <a:lnTo>
                    <a:pt x="9" y="50"/>
                  </a:lnTo>
                  <a:lnTo>
                    <a:pt x="19" y="73"/>
                  </a:lnTo>
                  <a:lnTo>
                    <a:pt x="34" y="96"/>
                  </a:lnTo>
                  <a:lnTo>
                    <a:pt x="52" y="118"/>
                  </a:lnTo>
                  <a:lnTo>
                    <a:pt x="74" y="138"/>
                  </a:lnTo>
                  <a:lnTo>
                    <a:pt x="99" y="156"/>
                  </a:lnTo>
                  <a:lnTo>
                    <a:pt x="126" y="174"/>
                  </a:lnTo>
                  <a:lnTo>
                    <a:pt x="157" y="190"/>
                  </a:lnTo>
                  <a:lnTo>
                    <a:pt x="189" y="204"/>
                  </a:lnTo>
                  <a:lnTo>
                    <a:pt x="224" y="215"/>
                  </a:lnTo>
                  <a:lnTo>
                    <a:pt x="262" y="226"/>
                  </a:lnTo>
                  <a:lnTo>
                    <a:pt x="300" y="234"/>
                  </a:lnTo>
                  <a:lnTo>
                    <a:pt x="340" y="240"/>
                  </a:lnTo>
                  <a:lnTo>
                    <a:pt x="384" y="244"/>
                  </a:lnTo>
                  <a:lnTo>
                    <a:pt x="426" y="245"/>
                  </a:lnTo>
                  <a:lnTo>
                    <a:pt x="426" y="233"/>
                  </a:lnTo>
                  <a:lnTo>
                    <a:pt x="384" y="232"/>
                  </a:lnTo>
                  <a:lnTo>
                    <a:pt x="343" y="228"/>
                  </a:lnTo>
                  <a:lnTo>
                    <a:pt x="303" y="222"/>
                  </a:lnTo>
                  <a:lnTo>
                    <a:pt x="264" y="214"/>
                  </a:lnTo>
                  <a:lnTo>
                    <a:pt x="229" y="204"/>
                  </a:lnTo>
                  <a:lnTo>
                    <a:pt x="194" y="192"/>
                  </a:lnTo>
                  <a:lnTo>
                    <a:pt x="162" y="178"/>
                  </a:lnTo>
                  <a:lnTo>
                    <a:pt x="133" y="163"/>
                  </a:lnTo>
                  <a:lnTo>
                    <a:pt x="106" y="146"/>
                  </a:lnTo>
                  <a:lnTo>
                    <a:pt x="81" y="129"/>
                  </a:lnTo>
                  <a:lnTo>
                    <a:pt x="61" y="109"/>
                  </a:lnTo>
                  <a:lnTo>
                    <a:pt x="44" y="89"/>
                  </a:lnTo>
                  <a:lnTo>
                    <a:pt x="31" y="66"/>
                  </a:lnTo>
                  <a:lnTo>
                    <a:pt x="20" y="45"/>
                  </a:lnTo>
                  <a:lnTo>
                    <a:pt x="15" y="2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3682" name="Freeform 32"/>
            <p:cNvSpPr>
              <a:spLocks/>
            </p:cNvSpPr>
            <p:nvPr/>
          </p:nvSpPr>
          <p:spPr bwMode="auto">
            <a:xfrm>
              <a:off x="878" y="1448"/>
              <a:ext cx="792" cy="954"/>
            </a:xfrm>
            <a:custGeom>
              <a:avLst/>
              <a:gdLst>
                <a:gd name="T0" fmla="*/ 13 w 3960"/>
                <a:gd name="T1" fmla="*/ 38 h 4768"/>
                <a:gd name="T2" fmla="*/ 14 w 3960"/>
                <a:gd name="T3" fmla="*/ 38 h 4768"/>
                <a:gd name="T4" fmla="*/ 15 w 3960"/>
                <a:gd name="T5" fmla="*/ 38 h 4768"/>
                <a:gd name="T6" fmla="*/ 15 w 3960"/>
                <a:gd name="T7" fmla="*/ 38 h 4768"/>
                <a:gd name="T8" fmla="*/ 16 w 3960"/>
                <a:gd name="T9" fmla="*/ 38 h 4768"/>
                <a:gd name="T10" fmla="*/ 17 w 3960"/>
                <a:gd name="T11" fmla="*/ 38 h 4768"/>
                <a:gd name="T12" fmla="*/ 17 w 3960"/>
                <a:gd name="T13" fmla="*/ 38 h 4768"/>
                <a:gd name="T14" fmla="*/ 18 w 3960"/>
                <a:gd name="T15" fmla="*/ 38 h 4768"/>
                <a:gd name="T16" fmla="*/ 18 w 3960"/>
                <a:gd name="T17" fmla="*/ 38 h 4768"/>
                <a:gd name="T18" fmla="*/ 29 w 3960"/>
                <a:gd name="T19" fmla="*/ 30 h 4768"/>
                <a:gd name="T20" fmla="*/ 30 w 3960"/>
                <a:gd name="T21" fmla="*/ 30 h 4768"/>
                <a:gd name="T22" fmla="*/ 30 w 3960"/>
                <a:gd name="T23" fmla="*/ 29 h 4768"/>
                <a:gd name="T24" fmla="*/ 31 w 3960"/>
                <a:gd name="T25" fmla="*/ 28 h 4768"/>
                <a:gd name="T26" fmla="*/ 31 w 3960"/>
                <a:gd name="T27" fmla="*/ 28 h 4768"/>
                <a:gd name="T28" fmla="*/ 31 w 3960"/>
                <a:gd name="T29" fmla="*/ 27 h 4768"/>
                <a:gd name="T30" fmla="*/ 32 w 3960"/>
                <a:gd name="T31" fmla="*/ 26 h 4768"/>
                <a:gd name="T32" fmla="*/ 32 w 3960"/>
                <a:gd name="T33" fmla="*/ 25 h 4768"/>
                <a:gd name="T34" fmla="*/ 32 w 3960"/>
                <a:gd name="T35" fmla="*/ 11 h 4768"/>
                <a:gd name="T36" fmla="*/ 32 w 3960"/>
                <a:gd name="T37" fmla="*/ 10 h 4768"/>
                <a:gd name="T38" fmla="*/ 31 w 3960"/>
                <a:gd name="T39" fmla="*/ 9 h 4768"/>
                <a:gd name="T40" fmla="*/ 31 w 3960"/>
                <a:gd name="T41" fmla="*/ 9 h 4768"/>
                <a:gd name="T42" fmla="*/ 31 w 3960"/>
                <a:gd name="T43" fmla="*/ 8 h 4768"/>
                <a:gd name="T44" fmla="*/ 31 w 3960"/>
                <a:gd name="T45" fmla="*/ 8 h 4768"/>
                <a:gd name="T46" fmla="*/ 30 w 3960"/>
                <a:gd name="T47" fmla="*/ 7 h 4768"/>
                <a:gd name="T48" fmla="*/ 30 w 3960"/>
                <a:gd name="T49" fmla="*/ 7 h 4768"/>
                <a:gd name="T50" fmla="*/ 29 w 3960"/>
                <a:gd name="T51" fmla="*/ 6 h 4768"/>
                <a:gd name="T52" fmla="*/ 19 w 3960"/>
                <a:gd name="T53" fmla="*/ 1 h 4768"/>
                <a:gd name="T54" fmla="*/ 18 w 3960"/>
                <a:gd name="T55" fmla="*/ 0 h 4768"/>
                <a:gd name="T56" fmla="*/ 17 w 3960"/>
                <a:gd name="T57" fmla="*/ 0 h 4768"/>
                <a:gd name="T58" fmla="*/ 17 w 3960"/>
                <a:gd name="T59" fmla="*/ 0 h 4768"/>
                <a:gd name="T60" fmla="*/ 16 w 3960"/>
                <a:gd name="T61" fmla="*/ 0 h 4768"/>
                <a:gd name="T62" fmla="*/ 15 w 3960"/>
                <a:gd name="T63" fmla="*/ 0 h 4768"/>
                <a:gd name="T64" fmla="*/ 14 w 3960"/>
                <a:gd name="T65" fmla="*/ 0 h 4768"/>
                <a:gd name="T66" fmla="*/ 14 w 3960"/>
                <a:gd name="T67" fmla="*/ 0 h 4768"/>
                <a:gd name="T68" fmla="*/ 2 w 3960"/>
                <a:gd name="T69" fmla="*/ 6 h 4768"/>
                <a:gd name="T70" fmla="*/ 2 w 3960"/>
                <a:gd name="T71" fmla="*/ 7 h 4768"/>
                <a:gd name="T72" fmla="*/ 1 w 3960"/>
                <a:gd name="T73" fmla="*/ 7 h 4768"/>
                <a:gd name="T74" fmla="*/ 1 w 3960"/>
                <a:gd name="T75" fmla="*/ 8 h 4768"/>
                <a:gd name="T76" fmla="*/ 1 w 3960"/>
                <a:gd name="T77" fmla="*/ 8 h 4768"/>
                <a:gd name="T78" fmla="*/ 0 w 3960"/>
                <a:gd name="T79" fmla="*/ 9 h 4768"/>
                <a:gd name="T80" fmla="*/ 0 w 3960"/>
                <a:gd name="T81" fmla="*/ 9 h 4768"/>
                <a:gd name="T82" fmla="*/ 0 w 3960"/>
                <a:gd name="T83" fmla="*/ 10 h 4768"/>
                <a:gd name="T84" fmla="*/ 0 w 3960"/>
                <a:gd name="T85" fmla="*/ 11 h 4768"/>
                <a:gd name="T86" fmla="*/ 0 w 3960"/>
                <a:gd name="T87" fmla="*/ 25 h 4768"/>
                <a:gd name="T88" fmla="*/ 0 w 3960"/>
                <a:gd name="T89" fmla="*/ 26 h 4768"/>
                <a:gd name="T90" fmla="*/ 0 w 3960"/>
                <a:gd name="T91" fmla="*/ 27 h 4768"/>
                <a:gd name="T92" fmla="*/ 1 w 3960"/>
                <a:gd name="T93" fmla="*/ 28 h 4768"/>
                <a:gd name="T94" fmla="*/ 1 w 3960"/>
                <a:gd name="T95" fmla="*/ 29 h 4768"/>
                <a:gd name="T96" fmla="*/ 1 w 3960"/>
                <a:gd name="T97" fmla="*/ 29 h 4768"/>
                <a:gd name="T98" fmla="*/ 2 w 3960"/>
                <a:gd name="T99" fmla="*/ 30 h 4768"/>
                <a:gd name="T100" fmla="*/ 3 w 3960"/>
                <a:gd name="T101" fmla="*/ 31 h 4768"/>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w 3960"/>
                <a:gd name="T154" fmla="*/ 0 h 4768"/>
                <a:gd name="T155" fmla="*/ 3960 w 3960"/>
                <a:gd name="T156" fmla="*/ 4768 h 4768"/>
              </a:gdLst>
              <a:ahLst/>
              <a:cxnLst>
                <a:cxn ang="T102">
                  <a:pos x="T0" y="T1"/>
                </a:cxn>
                <a:cxn ang="T103">
                  <a:pos x="T2" y="T3"/>
                </a:cxn>
                <a:cxn ang="T104">
                  <a:pos x="T4" y="T5"/>
                </a:cxn>
                <a:cxn ang="T105">
                  <a:pos x="T6" y="T7"/>
                </a:cxn>
                <a:cxn ang="T106">
                  <a:pos x="T8" y="T9"/>
                </a:cxn>
                <a:cxn ang="T107">
                  <a:pos x="T10" y="T11"/>
                </a:cxn>
                <a:cxn ang="T108">
                  <a:pos x="T12" y="T13"/>
                </a:cxn>
                <a:cxn ang="T109">
                  <a:pos x="T14" y="T15"/>
                </a:cxn>
                <a:cxn ang="T110">
                  <a:pos x="T16" y="T17"/>
                </a:cxn>
                <a:cxn ang="T111">
                  <a:pos x="T18" y="T19"/>
                </a:cxn>
                <a:cxn ang="T112">
                  <a:pos x="T20" y="T21"/>
                </a:cxn>
                <a:cxn ang="T113">
                  <a:pos x="T22" y="T23"/>
                </a:cxn>
                <a:cxn ang="T114">
                  <a:pos x="T24" y="T25"/>
                </a:cxn>
                <a:cxn ang="T115">
                  <a:pos x="T26" y="T27"/>
                </a:cxn>
                <a:cxn ang="T116">
                  <a:pos x="T28" y="T29"/>
                </a:cxn>
                <a:cxn ang="T117">
                  <a:pos x="T30" y="T31"/>
                </a:cxn>
                <a:cxn ang="T118">
                  <a:pos x="T32" y="T33"/>
                </a:cxn>
                <a:cxn ang="T119">
                  <a:pos x="T34" y="T35"/>
                </a:cxn>
                <a:cxn ang="T120">
                  <a:pos x="T36" y="T37"/>
                </a:cxn>
                <a:cxn ang="T121">
                  <a:pos x="T38" y="T39"/>
                </a:cxn>
                <a:cxn ang="T122">
                  <a:pos x="T40" y="T41"/>
                </a:cxn>
                <a:cxn ang="T123">
                  <a:pos x="T42" y="T43"/>
                </a:cxn>
                <a:cxn ang="T124">
                  <a:pos x="T44" y="T45"/>
                </a:cxn>
                <a:cxn ang="T125">
                  <a:pos x="T46" y="T47"/>
                </a:cxn>
                <a:cxn ang="T126">
                  <a:pos x="T48" y="T49"/>
                </a:cxn>
                <a:cxn ang="T127">
                  <a:pos x="T50" y="T51"/>
                </a:cxn>
                <a:cxn ang="T128">
                  <a:pos x="T52" y="T53"/>
                </a:cxn>
                <a:cxn ang="T129">
                  <a:pos x="T54" y="T55"/>
                </a:cxn>
                <a:cxn ang="T130">
                  <a:pos x="T56" y="T57"/>
                </a:cxn>
                <a:cxn ang="T131">
                  <a:pos x="T58" y="T59"/>
                </a:cxn>
                <a:cxn ang="T132">
                  <a:pos x="T60" y="T61"/>
                </a:cxn>
                <a:cxn ang="T133">
                  <a:pos x="T62" y="T63"/>
                </a:cxn>
                <a:cxn ang="T134">
                  <a:pos x="T64" y="T65"/>
                </a:cxn>
                <a:cxn ang="T135">
                  <a:pos x="T66" y="T67"/>
                </a:cxn>
                <a:cxn ang="T136">
                  <a:pos x="T68" y="T69"/>
                </a:cxn>
                <a:cxn ang="T137">
                  <a:pos x="T70" y="T71"/>
                </a:cxn>
                <a:cxn ang="T138">
                  <a:pos x="T72" y="T73"/>
                </a:cxn>
                <a:cxn ang="T139">
                  <a:pos x="T74" y="T75"/>
                </a:cxn>
                <a:cxn ang="T140">
                  <a:pos x="T76" y="T77"/>
                </a:cxn>
                <a:cxn ang="T141">
                  <a:pos x="T78" y="T79"/>
                </a:cxn>
                <a:cxn ang="T142">
                  <a:pos x="T80" y="T81"/>
                </a:cxn>
                <a:cxn ang="T143">
                  <a:pos x="T82" y="T83"/>
                </a:cxn>
                <a:cxn ang="T144">
                  <a:pos x="T84" y="T85"/>
                </a:cxn>
                <a:cxn ang="T145">
                  <a:pos x="T86" y="T87"/>
                </a:cxn>
                <a:cxn ang="T146">
                  <a:pos x="T88" y="T89"/>
                </a:cxn>
                <a:cxn ang="T147">
                  <a:pos x="T90" y="T91"/>
                </a:cxn>
                <a:cxn ang="T148">
                  <a:pos x="T92" y="T93"/>
                </a:cxn>
                <a:cxn ang="T149">
                  <a:pos x="T94" y="T95"/>
                </a:cxn>
                <a:cxn ang="T150">
                  <a:pos x="T96" y="T97"/>
                </a:cxn>
                <a:cxn ang="T151">
                  <a:pos x="T98" y="T99"/>
                </a:cxn>
                <a:cxn ang="T152">
                  <a:pos x="T100" y="T101"/>
                </a:cxn>
              </a:cxnLst>
              <a:rect l="T153" t="T154" r="T155" b="T156"/>
              <a:pathLst>
                <a:path w="3960" h="4768">
                  <a:moveTo>
                    <a:pt x="353" y="3849"/>
                  </a:moveTo>
                  <a:lnTo>
                    <a:pt x="1661" y="4700"/>
                  </a:lnTo>
                  <a:lnTo>
                    <a:pt x="1697" y="4717"/>
                  </a:lnTo>
                  <a:lnTo>
                    <a:pt x="1736" y="4731"/>
                  </a:lnTo>
                  <a:lnTo>
                    <a:pt x="1776" y="4742"/>
                  </a:lnTo>
                  <a:lnTo>
                    <a:pt x="1818" y="4753"/>
                  </a:lnTo>
                  <a:lnTo>
                    <a:pt x="1860" y="4760"/>
                  </a:lnTo>
                  <a:lnTo>
                    <a:pt x="1902" y="4765"/>
                  </a:lnTo>
                  <a:lnTo>
                    <a:pt x="1946" y="4768"/>
                  </a:lnTo>
                  <a:lnTo>
                    <a:pt x="1988" y="4768"/>
                  </a:lnTo>
                  <a:lnTo>
                    <a:pt x="2031" y="4767"/>
                  </a:lnTo>
                  <a:lnTo>
                    <a:pt x="2073" y="4763"/>
                  </a:lnTo>
                  <a:lnTo>
                    <a:pt x="2114" y="4758"/>
                  </a:lnTo>
                  <a:lnTo>
                    <a:pt x="2154" y="4751"/>
                  </a:lnTo>
                  <a:lnTo>
                    <a:pt x="2193" y="4740"/>
                  </a:lnTo>
                  <a:lnTo>
                    <a:pt x="2230" y="4729"/>
                  </a:lnTo>
                  <a:lnTo>
                    <a:pt x="2264" y="4715"/>
                  </a:lnTo>
                  <a:lnTo>
                    <a:pt x="2297" y="4700"/>
                  </a:lnTo>
                  <a:lnTo>
                    <a:pt x="3639" y="3825"/>
                  </a:lnTo>
                  <a:lnTo>
                    <a:pt x="3673" y="3795"/>
                  </a:lnTo>
                  <a:lnTo>
                    <a:pt x="3707" y="3761"/>
                  </a:lnTo>
                  <a:lnTo>
                    <a:pt x="3738" y="3725"/>
                  </a:lnTo>
                  <a:lnTo>
                    <a:pt x="3768" y="3685"/>
                  </a:lnTo>
                  <a:lnTo>
                    <a:pt x="3796" y="3644"/>
                  </a:lnTo>
                  <a:lnTo>
                    <a:pt x="3821" y="3599"/>
                  </a:lnTo>
                  <a:lnTo>
                    <a:pt x="3846" y="3553"/>
                  </a:lnTo>
                  <a:lnTo>
                    <a:pt x="3868" y="3505"/>
                  </a:lnTo>
                  <a:lnTo>
                    <a:pt x="3888" y="3456"/>
                  </a:lnTo>
                  <a:lnTo>
                    <a:pt x="3907" y="3406"/>
                  </a:lnTo>
                  <a:lnTo>
                    <a:pt x="3922" y="3354"/>
                  </a:lnTo>
                  <a:lnTo>
                    <a:pt x="3935" y="3303"/>
                  </a:lnTo>
                  <a:lnTo>
                    <a:pt x="3946" y="3250"/>
                  </a:lnTo>
                  <a:lnTo>
                    <a:pt x="3953" y="3197"/>
                  </a:lnTo>
                  <a:lnTo>
                    <a:pt x="3957" y="3144"/>
                  </a:lnTo>
                  <a:lnTo>
                    <a:pt x="3960" y="3092"/>
                  </a:lnTo>
                  <a:lnTo>
                    <a:pt x="3959" y="1313"/>
                  </a:lnTo>
                  <a:lnTo>
                    <a:pt x="3955" y="1271"/>
                  </a:lnTo>
                  <a:lnTo>
                    <a:pt x="3949" y="1229"/>
                  </a:lnTo>
                  <a:lnTo>
                    <a:pt x="3941" y="1189"/>
                  </a:lnTo>
                  <a:lnTo>
                    <a:pt x="3930" y="1149"/>
                  </a:lnTo>
                  <a:lnTo>
                    <a:pt x="3918" y="1111"/>
                  </a:lnTo>
                  <a:lnTo>
                    <a:pt x="3902" y="1075"/>
                  </a:lnTo>
                  <a:lnTo>
                    <a:pt x="3886" y="1040"/>
                  </a:lnTo>
                  <a:lnTo>
                    <a:pt x="3867" y="1006"/>
                  </a:lnTo>
                  <a:lnTo>
                    <a:pt x="3846" y="973"/>
                  </a:lnTo>
                  <a:lnTo>
                    <a:pt x="3823" y="942"/>
                  </a:lnTo>
                  <a:lnTo>
                    <a:pt x="3798" y="913"/>
                  </a:lnTo>
                  <a:lnTo>
                    <a:pt x="3771" y="886"/>
                  </a:lnTo>
                  <a:lnTo>
                    <a:pt x="3743" y="860"/>
                  </a:lnTo>
                  <a:lnTo>
                    <a:pt x="3714" y="837"/>
                  </a:lnTo>
                  <a:lnTo>
                    <a:pt x="3682" y="816"/>
                  </a:lnTo>
                  <a:lnTo>
                    <a:pt x="3649" y="796"/>
                  </a:lnTo>
                  <a:lnTo>
                    <a:pt x="2386" y="83"/>
                  </a:lnTo>
                  <a:lnTo>
                    <a:pt x="2350" y="65"/>
                  </a:lnTo>
                  <a:lnTo>
                    <a:pt x="2310" y="50"/>
                  </a:lnTo>
                  <a:lnTo>
                    <a:pt x="2268" y="36"/>
                  </a:lnTo>
                  <a:lnTo>
                    <a:pt x="2223" y="24"/>
                  </a:lnTo>
                  <a:lnTo>
                    <a:pt x="2178" y="15"/>
                  </a:lnTo>
                  <a:lnTo>
                    <a:pt x="2131" y="8"/>
                  </a:lnTo>
                  <a:lnTo>
                    <a:pt x="2082" y="3"/>
                  </a:lnTo>
                  <a:lnTo>
                    <a:pt x="2032" y="0"/>
                  </a:lnTo>
                  <a:lnTo>
                    <a:pt x="1982" y="1"/>
                  </a:lnTo>
                  <a:lnTo>
                    <a:pt x="1933" y="3"/>
                  </a:lnTo>
                  <a:lnTo>
                    <a:pt x="1882" y="9"/>
                  </a:lnTo>
                  <a:lnTo>
                    <a:pt x="1833" y="17"/>
                  </a:lnTo>
                  <a:lnTo>
                    <a:pt x="1785" y="29"/>
                  </a:lnTo>
                  <a:lnTo>
                    <a:pt x="1737" y="43"/>
                  </a:lnTo>
                  <a:lnTo>
                    <a:pt x="1691" y="62"/>
                  </a:lnTo>
                  <a:lnTo>
                    <a:pt x="1647" y="83"/>
                  </a:lnTo>
                  <a:lnTo>
                    <a:pt x="311" y="782"/>
                  </a:lnTo>
                  <a:lnTo>
                    <a:pt x="276" y="803"/>
                  </a:lnTo>
                  <a:lnTo>
                    <a:pt x="243" y="826"/>
                  </a:lnTo>
                  <a:lnTo>
                    <a:pt x="213" y="852"/>
                  </a:lnTo>
                  <a:lnTo>
                    <a:pt x="184" y="879"/>
                  </a:lnTo>
                  <a:lnTo>
                    <a:pt x="155" y="908"/>
                  </a:lnTo>
                  <a:lnTo>
                    <a:pt x="131" y="939"/>
                  </a:lnTo>
                  <a:lnTo>
                    <a:pt x="107" y="971"/>
                  </a:lnTo>
                  <a:lnTo>
                    <a:pt x="86" y="1005"/>
                  </a:lnTo>
                  <a:lnTo>
                    <a:pt x="68" y="1040"/>
                  </a:lnTo>
                  <a:lnTo>
                    <a:pt x="50" y="1076"/>
                  </a:lnTo>
                  <a:lnTo>
                    <a:pt x="36" y="1115"/>
                  </a:lnTo>
                  <a:lnTo>
                    <a:pt x="23" y="1153"/>
                  </a:lnTo>
                  <a:lnTo>
                    <a:pt x="14" y="1195"/>
                  </a:lnTo>
                  <a:lnTo>
                    <a:pt x="7" y="1236"/>
                  </a:lnTo>
                  <a:lnTo>
                    <a:pt x="2" y="1279"/>
                  </a:lnTo>
                  <a:lnTo>
                    <a:pt x="0" y="1322"/>
                  </a:lnTo>
                  <a:lnTo>
                    <a:pt x="0" y="3093"/>
                  </a:lnTo>
                  <a:lnTo>
                    <a:pt x="2" y="3147"/>
                  </a:lnTo>
                  <a:lnTo>
                    <a:pt x="7" y="3202"/>
                  </a:lnTo>
                  <a:lnTo>
                    <a:pt x="15" y="3257"/>
                  </a:lnTo>
                  <a:lnTo>
                    <a:pt x="27" y="3312"/>
                  </a:lnTo>
                  <a:lnTo>
                    <a:pt x="42" y="3366"/>
                  </a:lnTo>
                  <a:lnTo>
                    <a:pt x="59" y="3420"/>
                  </a:lnTo>
                  <a:lnTo>
                    <a:pt x="79" y="3474"/>
                  </a:lnTo>
                  <a:lnTo>
                    <a:pt x="102" y="3525"/>
                  </a:lnTo>
                  <a:lnTo>
                    <a:pt x="127" y="3576"/>
                  </a:lnTo>
                  <a:lnTo>
                    <a:pt x="154" y="3624"/>
                  </a:lnTo>
                  <a:lnTo>
                    <a:pt x="184" y="3670"/>
                  </a:lnTo>
                  <a:lnTo>
                    <a:pt x="214" y="3712"/>
                  </a:lnTo>
                  <a:lnTo>
                    <a:pt x="247" y="3752"/>
                  </a:lnTo>
                  <a:lnTo>
                    <a:pt x="281" y="3788"/>
                  </a:lnTo>
                  <a:lnTo>
                    <a:pt x="317" y="3821"/>
                  </a:lnTo>
                  <a:lnTo>
                    <a:pt x="353" y="384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3683" name="Freeform 33"/>
            <p:cNvSpPr>
              <a:spLocks/>
            </p:cNvSpPr>
            <p:nvPr/>
          </p:nvSpPr>
          <p:spPr bwMode="auto">
            <a:xfrm>
              <a:off x="943" y="2210"/>
              <a:ext cx="276" cy="187"/>
            </a:xfrm>
            <a:custGeom>
              <a:avLst/>
              <a:gdLst>
                <a:gd name="T0" fmla="*/ 11 w 1380"/>
                <a:gd name="T1" fmla="*/ 7 h 937"/>
                <a:gd name="T2" fmla="*/ 11 w 1380"/>
                <a:gd name="T3" fmla="*/ 7 h 937"/>
                <a:gd name="T4" fmla="*/ 0 w 1380"/>
                <a:gd name="T5" fmla="*/ 0 h 937"/>
                <a:gd name="T6" fmla="*/ 0 w 1380"/>
                <a:gd name="T7" fmla="*/ 1 h 937"/>
                <a:gd name="T8" fmla="*/ 10 w 1380"/>
                <a:gd name="T9" fmla="*/ 7 h 937"/>
                <a:gd name="T10" fmla="*/ 10 w 1380"/>
                <a:gd name="T11" fmla="*/ 7 h 937"/>
                <a:gd name="T12" fmla="*/ 10 w 1380"/>
                <a:gd name="T13" fmla="*/ 7 h 937"/>
                <a:gd name="T14" fmla="*/ 11 w 1380"/>
                <a:gd name="T15" fmla="*/ 7 h 937"/>
                <a:gd name="T16" fmla="*/ 11 w 1380"/>
                <a:gd name="T17" fmla="*/ 7 h 937"/>
                <a:gd name="T18" fmla="*/ 11 w 1380"/>
                <a:gd name="T19" fmla="*/ 7 h 937"/>
                <a:gd name="T20" fmla="*/ 11 w 1380"/>
                <a:gd name="T21" fmla="*/ 7 h 937"/>
                <a:gd name="T22" fmla="*/ 11 w 1380"/>
                <a:gd name="T23" fmla="*/ 7 h 937"/>
                <a:gd name="T24" fmla="*/ 11 w 1380"/>
                <a:gd name="T25" fmla="*/ 7 h 937"/>
                <a:gd name="T26" fmla="*/ 11 w 1380"/>
                <a:gd name="T27" fmla="*/ 7 h 937"/>
                <a:gd name="T28" fmla="*/ 11 w 1380"/>
                <a:gd name="T29" fmla="*/ 7 h 937"/>
                <a:gd name="T30" fmla="*/ 11 w 1380"/>
                <a:gd name="T31" fmla="*/ 7 h 93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80"/>
                <a:gd name="T49" fmla="*/ 0 h 937"/>
                <a:gd name="T50" fmla="*/ 1380 w 1380"/>
                <a:gd name="T51" fmla="*/ 937 h 93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80" h="937">
                  <a:moveTo>
                    <a:pt x="1354" y="848"/>
                  </a:moveTo>
                  <a:lnTo>
                    <a:pt x="1359" y="851"/>
                  </a:lnTo>
                  <a:lnTo>
                    <a:pt x="51" y="0"/>
                  </a:lnTo>
                  <a:lnTo>
                    <a:pt x="0" y="78"/>
                  </a:lnTo>
                  <a:lnTo>
                    <a:pt x="1307" y="929"/>
                  </a:lnTo>
                  <a:lnTo>
                    <a:pt x="1312" y="932"/>
                  </a:lnTo>
                  <a:lnTo>
                    <a:pt x="1307" y="929"/>
                  </a:lnTo>
                  <a:lnTo>
                    <a:pt x="1326" y="937"/>
                  </a:lnTo>
                  <a:lnTo>
                    <a:pt x="1345" y="936"/>
                  </a:lnTo>
                  <a:lnTo>
                    <a:pt x="1360" y="929"/>
                  </a:lnTo>
                  <a:lnTo>
                    <a:pt x="1372" y="916"/>
                  </a:lnTo>
                  <a:lnTo>
                    <a:pt x="1379" y="899"/>
                  </a:lnTo>
                  <a:lnTo>
                    <a:pt x="1380" y="883"/>
                  </a:lnTo>
                  <a:lnTo>
                    <a:pt x="1374" y="865"/>
                  </a:lnTo>
                  <a:lnTo>
                    <a:pt x="1359" y="851"/>
                  </a:lnTo>
                  <a:lnTo>
                    <a:pt x="1354" y="84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3684" name="Freeform 34"/>
            <p:cNvSpPr>
              <a:spLocks/>
            </p:cNvSpPr>
            <p:nvPr/>
          </p:nvSpPr>
          <p:spPr bwMode="auto">
            <a:xfrm>
              <a:off x="1206" y="2379"/>
              <a:ext cx="140" cy="32"/>
            </a:xfrm>
            <a:custGeom>
              <a:avLst/>
              <a:gdLst>
                <a:gd name="T0" fmla="*/ 5 w 703"/>
                <a:gd name="T1" fmla="*/ 0 h 162"/>
                <a:gd name="T2" fmla="*/ 5 w 703"/>
                <a:gd name="T3" fmla="*/ 0 h 162"/>
                <a:gd name="T4" fmla="*/ 5 w 703"/>
                <a:gd name="T5" fmla="*/ 0 h 162"/>
                <a:gd name="T6" fmla="*/ 5 w 703"/>
                <a:gd name="T7" fmla="*/ 0 h 162"/>
                <a:gd name="T8" fmla="*/ 4 w 703"/>
                <a:gd name="T9" fmla="*/ 0 h 162"/>
                <a:gd name="T10" fmla="*/ 4 w 703"/>
                <a:gd name="T11" fmla="*/ 0 h 162"/>
                <a:gd name="T12" fmla="*/ 4 w 703"/>
                <a:gd name="T13" fmla="*/ 0 h 162"/>
                <a:gd name="T14" fmla="*/ 3 w 703"/>
                <a:gd name="T15" fmla="*/ 1 h 162"/>
                <a:gd name="T16" fmla="*/ 3 w 703"/>
                <a:gd name="T17" fmla="*/ 1 h 162"/>
                <a:gd name="T18" fmla="*/ 3 w 703"/>
                <a:gd name="T19" fmla="*/ 1 h 162"/>
                <a:gd name="T20" fmla="*/ 2 w 703"/>
                <a:gd name="T21" fmla="*/ 1 h 162"/>
                <a:gd name="T22" fmla="*/ 2 w 703"/>
                <a:gd name="T23" fmla="*/ 1 h 162"/>
                <a:gd name="T24" fmla="*/ 2 w 703"/>
                <a:gd name="T25" fmla="*/ 0 h 162"/>
                <a:gd name="T26" fmla="*/ 1 w 703"/>
                <a:gd name="T27" fmla="*/ 0 h 162"/>
                <a:gd name="T28" fmla="*/ 1 w 703"/>
                <a:gd name="T29" fmla="*/ 0 h 162"/>
                <a:gd name="T30" fmla="*/ 1 w 703"/>
                <a:gd name="T31" fmla="*/ 0 h 162"/>
                <a:gd name="T32" fmla="*/ 1 w 703"/>
                <a:gd name="T33" fmla="*/ 0 h 162"/>
                <a:gd name="T34" fmla="*/ 0 w 703"/>
                <a:gd name="T35" fmla="*/ 0 h 162"/>
                <a:gd name="T36" fmla="*/ 0 w 703"/>
                <a:gd name="T37" fmla="*/ 1 h 162"/>
                <a:gd name="T38" fmla="*/ 0 w 703"/>
                <a:gd name="T39" fmla="*/ 1 h 162"/>
                <a:gd name="T40" fmla="*/ 1 w 703"/>
                <a:gd name="T41" fmla="*/ 1 h 162"/>
                <a:gd name="T42" fmla="*/ 1 w 703"/>
                <a:gd name="T43" fmla="*/ 1 h 162"/>
                <a:gd name="T44" fmla="*/ 1 w 703"/>
                <a:gd name="T45" fmla="*/ 1 h 162"/>
                <a:gd name="T46" fmla="*/ 2 w 703"/>
                <a:gd name="T47" fmla="*/ 1 h 162"/>
                <a:gd name="T48" fmla="*/ 2 w 703"/>
                <a:gd name="T49" fmla="*/ 1 h 162"/>
                <a:gd name="T50" fmla="*/ 2 w 703"/>
                <a:gd name="T51" fmla="*/ 1 h 162"/>
                <a:gd name="T52" fmla="*/ 3 w 703"/>
                <a:gd name="T53" fmla="*/ 1 h 162"/>
                <a:gd name="T54" fmla="*/ 3 w 703"/>
                <a:gd name="T55" fmla="*/ 1 h 162"/>
                <a:gd name="T56" fmla="*/ 3 w 703"/>
                <a:gd name="T57" fmla="*/ 1 h 162"/>
                <a:gd name="T58" fmla="*/ 4 w 703"/>
                <a:gd name="T59" fmla="*/ 1 h 162"/>
                <a:gd name="T60" fmla="*/ 4 w 703"/>
                <a:gd name="T61" fmla="*/ 1 h 162"/>
                <a:gd name="T62" fmla="*/ 5 w 703"/>
                <a:gd name="T63" fmla="*/ 1 h 162"/>
                <a:gd name="T64" fmla="*/ 5 w 703"/>
                <a:gd name="T65" fmla="*/ 1 h 162"/>
                <a:gd name="T66" fmla="*/ 5 w 703"/>
                <a:gd name="T67" fmla="*/ 1 h 162"/>
                <a:gd name="T68" fmla="*/ 5 w 703"/>
                <a:gd name="T69" fmla="*/ 1 h 162"/>
                <a:gd name="T70" fmla="*/ 5 w 703"/>
                <a:gd name="T71" fmla="*/ 1 h 162"/>
                <a:gd name="T72" fmla="*/ 5 w 703"/>
                <a:gd name="T73" fmla="*/ 1 h 162"/>
                <a:gd name="T74" fmla="*/ 5 w 703"/>
                <a:gd name="T75" fmla="*/ 1 h 162"/>
                <a:gd name="T76" fmla="*/ 6 w 703"/>
                <a:gd name="T77" fmla="*/ 0 h 162"/>
                <a:gd name="T78" fmla="*/ 6 w 703"/>
                <a:gd name="T79" fmla="*/ 0 h 162"/>
                <a:gd name="T80" fmla="*/ 6 w 703"/>
                <a:gd name="T81" fmla="*/ 0 h 162"/>
                <a:gd name="T82" fmla="*/ 5 w 703"/>
                <a:gd name="T83" fmla="*/ 0 h 162"/>
                <a:gd name="T84" fmla="*/ 5 w 703"/>
                <a:gd name="T85" fmla="*/ 0 h 162"/>
                <a:gd name="T86" fmla="*/ 5 w 703"/>
                <a:gd name="T87" fmla="*/ 0 h 162"/>
                <a:gd name="T88" fmla="*/ 5 w 703"/>
                <a:gd name="T89" fmla="*/ 0 h 162"/>
                <a:gd name="T90" fmla="*/ 5 w 703"/>
                <a:gd name="T91" fmla="*/ 0 h 162"/>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703"/>
                <a:gd name="T139" fmla="*/ 0 h 162"/>
                <a:gd name="T140" fmla="*/ 703 w 703"/>
                <a:gd name="T141" fmla="*/ 162 h 162"/>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703" h="162">
                  <a:moveTo>
                    <a:pt x="631" y="8"/>
                  </a:moveTo>
                  <a:lnTo>
                    <a:pt x="636" y="6"/>
                  </a:lnTo>
                  <a:lnTo>
                    <a:pt x="606" y="20"/>
                  </a:lnTo>
                  <a:lnTo>
                    <a:pt x="575" y="32"/>
                  </a:lnTo>
                  <a:lnTo>
                    <a:pt x="540" y="42"/>
                  </a:lnTo>
                  <a:lnTo>
                    <a:pt x="504" y="52"/>
                  </a:lnTo>
                  <a:lnTo>
                    <a:pt x="467" y="59"/>
                  </a:lnTo>
                  <a:lnTo>
                    <a:pt x="428" y="64"/>
                  </a:lnTo>
                  <a:lnTo>
                    <a:pt x="389" y="67"/>
                  </a:lnTo>
                  <a:lnTo>
                    <a:pt x="348" y="68"/>
                  </a:lnTo>
                  <a:lnTo>
                    <a:pt x="308" y="68"/>
                  </a:lnTo>
                  <a:lnTo>
                    <a:pt x="267" y="65"/>
                  </a:lnTo>
                  <a:lnTo>
                    <a:pt x="226" y="61"/>
                  </a:lnTo>
                  <a:lnTo>
                    <a:pt x="187" y="54"/>
                  </a:lnTo>
                  <a:lnTo>
                    <a:pt x="148" y="44"/>
                  </a:lnTo>
                  <a:lnTo>
                    <a:pt x="110" y="33"/>
                  </a:lnTo>
                  <a:lnTo>
                    <a:pt x="75" y="20"/>
                  </a:lnTo>
                  <a:lnTo>
                    <a:pt x="42" y="5"/>
                  </a:lnTo>
                  <a:lnTo>
                    <a:pt x="0" y="89"/>
                  </a:lnTo>
                  <a:lnTo>
                    <a:pt x="40" y="107"/>
                  </a:lnTo>
                  <a:lnTo>
                    <a:pt x="82" y="122"/>
                  </a:lnTo>
                  <a:lnTo>
                    <a:pt x="124" y="135"/>
                  </a:lnTo>
                  <a:lnTo>
                    <a:pt x="169" y="146"/>
                  </a:lnTo>
                  <a:lnTo>
                    <a:pt x="214" y="153"/>
                  </a:lnTo>
                  <a:lnTo>
                    <a:pt x="258" y="158"/>
                  </a:lnTo>
                  <a:lnTo>
                    <a:pt x="303" y="162"/>
                  </a:lnTo>
                  <a:lnTo>
                    <a:pt x="348" y="162"/>
                  </a:lnTo>
                  <a:lnTo>
                    <a:pt x="394" y="161"/>
                  </a:lnTo>
                  <a:lnTo>
                    <a:pt x="439" y="157"/>
                  </a:lnTo>
                  <a:lnTo>
                    <a:pt x="481" y="150"/>
                  </a:lnTo>
                  <a:lnTo>
                    <a:pt x="525" y="143"/>
                  </a:lnTo>
                  <a:lnTo>
                    <a:pt x="566" y="132"/>
                  </a:lnTo>
                  <a:lnTo>
                    <a:pt x="606" y="121"/>
                  </a:lnTo>
                  <a:lnTo>
                    <a:pt x="643" y="105"/>
                  </a:lnTo>
                  <a:lnTo>
                    <a:pt x="678" y="88"/>
                  </a:lnTo>
                  <a:lnTo>
                    <a:pt x="683" y="86"/>
                  </a:lnTo>
                  <a:lnTo>
                    <a:pt x="678" y="88"/>
                  </a:lnTo>
                  <a:lnTo>
                    <a:pt x="695" y="75"/>
                  </a:lnTo>
                  <a:lnTo>
                    <a:pt x="702" y="60"/>
                  </a:lnTo>
                  <a:lnTo>
                    <a:pt x="703" y="42"/>
                  </a:lnTo>
                  <a:lnTo>
                    <a:pt x="698" y="26"/>
                  </a:lnTo>
                  <a:lnTo>
                    <a:pt x="688" y="12"/>
                  </a:lnTo>
                  <a:lnTo>
                    <a:pt x="674" y="3"/>
                  </a:lnTo>
                  <a:lnTo>
                    <a:pt x="656" y="0"/>
                  </a:lnTo>
                  <a:lnTo>
                    <a:pt x="636" y="6"/>
                  </a:lnTo>
                  <a:lnTo>
                    <a:pt x="631"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3685" name="Freeform 35"/>
            <p:cNvSpPr>
              <a:spLocks/>
            </p:cNvSpPr>
            <p:nvPr/>
          </p:nvSpPr>
          <p:spPr bwMode="auto">
            <a:xfrm>
              <a:off x="1332" y="2204"/>
              <a:ext cx="283" cy="192"/>
            </a:xfrm>
            <a:custGeom>
              <a:avLst/>
              <a:gdLst>
                <a:gd name="T0" fmla="*/ 11 w 1415"/>
                <a:gd name="T1" fmla="*/ 0 h 960"/>
                <a:gd name="T2" fmla="*/ 11 w 1415"/>
                <a:gd name="T3" fmla="*/ 0 h 960"/>
                <a:gd name="T4" fmla="*/ 0 w 1415"/>
                <a:gd name="T5" fmla="*/ 7 h 960"/>
                <a:gd name="T6" fmla="*/ 0 w 1415"/>
                <a:gd name="T7" fmla="*/ 8 h 960"/>
                <a:gd name="T8" fmla="*/ 11 w 1415"/>
                <a:gd name="T9" fmla="*/ 1 h 960"/>
                <a:gd name="T10" fmla="*/ 11 w 1415"/>
                <a:gd name="T11" fmla="*/ 1 h 960"/>
                <a:gd name="T12" fmla="*/ 11 w 1415"/>
                <a:gd name="T13" fmla="*/ 1 h 960"/>
                <a:gd name="T14" fmla="*/ 11 w 1415"/>
                <a:gd name="T15" fmla="*/ 1 h 960"/>
                <a:gd name="T16" fmla="*/ 11 w 1415"/>
                <a:gd name="T17" fmla="*/ 0 h 960"/>
                <a:gd name="T18" fmla="*/ 11 w 1415"/>
                <a:gd name="T19" fmla="*/ 0 h 960"/>
                <a:gd name="T20" fmla="*/ 11 w 1415"/>
                <a:gd name="T21" fmla="*/ 0 h 960"/>
                <a:gd name="T22" fmla="*/ 11 w 1415"/>
                <a:gd name="T23" fmla="*/ 0 h 960"/>
                <a:gd name="T24" fmla="*/ 11 w 1415"/>
                <a:gd name="T25" fmla="*/ 0 h 960"/>
                <a:gd name="T26" fmla="*/ 11 w 1415"/>
                <a:gd name="T27" fmla="*/ 0 h 960"/>
                <a:gd name="T28" fmla="*/ 11 w 1415"/>
                <a:gd name="T29" fmla="*/ 0 h 960"/>
                <a:gd name="T30" fmla="*/ 11 w 1415"/>
                <a:gd name="T31" fmla="*/ 0 h 96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15"/>
                <a:gd name="T49" fmla="*/ 0 h 960"/>
                <a:gd name="T50" fmla="*/ 1415 w 1415"/>
                <a:gd name="T51" fmla="*/ 960 h 96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15" h="960">
                  <a:moveTo>
                    <a:pt x="1338" y="10"/>
                  </a:moveTo>
                  <a:lnTo>
                    <a:pt x="1342" y="8"/>
                  </a:lnTo>
                  <a:lnTo>
                    <a:pt x="0" y="882"/>
                  </a:lnTo>
                  <a:lnTo>
                    <a:pt x="52" y="960"/>
                  </a:lnTo>
                  <a:lnTo>
                    <a:pt x="1393" y="85"/>
                  </a:lnTo>
                  <a:lnTo>
                    <a:pt x="1397" y="83"/>
                  </a:lnTo>
                  <a:lnTo>
                    <a:pt x="1393" y="85"/>
                  </a:lnTo>
                  <a:lnTo>
                    <a:pt x="1409" y="71"/>
                  </a:lnTo>
                  <a:lnTo>
                    <a:pt x="1415" y="53"/>
                  </a:lnTo>
                  <a:lnTo>
                    <a:pt x="1413" y="37"/>
                  </a:lnTo>
                  <a:lnTo>
                    <a:pt x="1406" y="21"/>
                  </a:lnTo>
                  <a:lnTo>
                    <a:pt x="1395" y="8"/>
                  </a:lnTo>
                  <a:lnTo>
                    <a:pt x="1379" y="1"/>
                  </a:lnTo>
                  <a:lnTo>
                    <a:pt x="1361" y="0"/>
                  </a:lnTo>
                  <a:lnTo>
                    <a:pt x="1342" y="8"/>
                  </a:lnTo>
                  <a:lnTo>
                    <a:pt x="1338" y="1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3686" name="Freeform 36"/>
            <p:cNvSpPr>
              <a:spLocks/>
            </p:cNvSpPr>
            <p:nvPr/>
          </p:nvSpPr>
          <p:spPr bwMode="auto">
            <a:xfrm>
              <a:off x="1599" y="2057"/>
              <a:ext cx="80" cy="163"/>
            </a:xfrm>
            <a:custGeom>
              <a:avLst/>
              <a:gdLst>
                <a:gd name="T0" fmla="*/ 2 w 398"/>
                <a:gd name="T1" fmla="*/ 0 h 817"/>
                <a:gd name="T2" fmla="*/ 2 w 398"/>
                <a:gd name="T3" fmla="*/ 0 h 817"/>
                <a:gd name="T4" fmla="*/ 2 w 398"/>
                <a:gd name="T5" fmla="*/ 1 h 817"/>
                <a:gd name="T6" fmla="*/ 2 w 398"/>
                <a:gd name="T7" fmla="*/ 1 h 817"/>
                <a:gd name="T8" fmla="*/ 2 w 398"/>
                <a:gd name="T9" fmla="*/ 2 h 817"/>
                <a:gd name="T10" fmla="*/ 2 w 398"/>
                <a:gd name="T11" fmla="*/ 2 h 817"/>
                <a:gd name="T12" fmla="*/ 2 w 398"/>
                <a:gd name="T13" fmla="*/ 2 h 817"/>
                <a:gd name="T14" fmla="*/ 2 w 398"/>
                <a:gd name="T15" fmla="*/ 3 h 817"/>
                <a:gd name="T16" fmla="*/ 2 w 398"/>
                <a:gd name="T17" fmla="*/ 3 h 817"/>
                <a:gd name="T18" fmla="*/ 2 w 398"/>
                <a:gd name="T19" fmla="*/ 4 h 817"/>
                <a:gd name="T20" fmla="*/ 2 w 398"/>
                <a:gd name="T21" fmla="*/ 4 h 817"/>
                <a:gd name="T22" fmla="*/ 1 w 398"/>
                <a:gd name="T23" fmla="*/ 4 h 817"/>
                <a:gd name="T24" fmla="*/ 1 w 398"/>
                <a:gd name="T25" fmla="*/ 5 h 817"/>
                <a:gd name="T26" fmla="*/ 1 w 398"/>
                <a:gd name="T27" fmla="*/ 5 h 817"/>
                <a:gd name="T28" fmla="*/ 1 w 398"/>
                <a:gd name="T29" fmla="*/ 5 h 817"/>
                <a:gd name="T30" fmla="*/ 1 w 398"/>
                <a:gd name="T31" fmla="*/ 5 h 817"/>
                <a:gd name="T32" fmla="*/ 0 w 398"/>
                <a:gd name="T33" fmla="*/ 6 h 817"/>
                <a:gd name="T34" fmla="*/ 0 w 398"/>
                <a:gd name="T35" fmla="*/ 6 h 817"/>
                <a:gd name="T36" fmla="*/ 0 w 398"/>
                <a:gd name="T37" fmla="*/ 7 h 817"/>
                <a:gd name="T38" fmla="*/ 1 w 398"/>
                <a:gd name="T39" fmla="*/ 6 h 817"/>
                <a:gd name="T40" fmla="*/ 1 w 398"/>
                <a:gd name="T41" fmla="*/ 6 h 817"/>
                <a:gd name="T42" fmla="*/ 1 w 398"/>
                <a:gd name="T43" fmla="*/ 6 h 817"/>
                <a:gd name="T44" fmla="*/ 2 w 398"/>
                <a:gd name="T45" fmla="*/ 5 h 817"/>
                <a:gd name="T46" fmla="*/ 2 w 398"/>
                <a:gd name="T47" fmla="*/ 5 h 817"/>
                <a:gd name="T48" fmla="*/ 2 w 398"/>
                <a:gd name="T49" fmla="*/ 5 h 817"/>
                <a:gd name="T50" fmla="*/ 2 w 398"/>
                <a:gd name="T51" fmla="*/ 4 h 817"/>
                <a:gd name="T52" fmla="*/ 2 w 398"/>
                <a:gd name="T53" fmla="*/ 4 h 817"/>
                <a:gd name="T54" fmla="*/ 3 w 398"/>
                <a:gd name="T55" fmla="*/ 3 h 817"/>
                <a:gd name="T56" fmla="*/ 3 w 398"/>
                <a:gd name="T57" fmla="*/ 3 h 817"/>
                <a:gd name="T58" fmla="*/ 3 w 398"/>
                <a:gd name="T59" fmla="*/ 3 h 817"/>
                <a:gd name="T60" fmla="*/ 3 w 398"/>
                <a:gd name="T61" fmla="*/ 2 h 817"/>
                <a:gd name="T62" fmla="*/ 3 w 398"/>
                <a:gd name="T63" fmla="*/ 2 h 817"/>
                <a:gd name="T64" fmla="*/ 3 w 398"/>
                <a:gd name="T65" fmla="*/ 1 h 817"/>
                <a:gd name="T66" fmla="*/ 3 w 398"/>
                <a:gd name="T67" fmla="*/ 1 h 817"/>
                <a:gd name="T68" fmla="*/ 3 w 398"/>
                <a:gd name="T69" fmla="*/ 0 h 817"/>
                <a:gd name="T70" fmla="*/ 3 w 398"/>
                <a:gd name="T71" fmla="*/ 0 h 817"/>
                <a:gd name="T72" fmla="*/ 3 w 398"/>
                <a:gd name="T73" fmla="*/ 0 h 817"/>
                <a:gd name="T74" fmla="*/ 3 w 398"/>
                <a:gd name="T75" fmla="*/ 0 h 817"/>
                <a:gd name="T76" fmla="*/ 3 w 398"/>
                <a:gd name="T77" fmla="*/ 0 h 817"/>
                <a:gd name="T78" fmla="*/ 3 w 398"/>
                <a:gd name="T79" fmla="*/ 0 h 817"/>
                <a:gd name="T80" fmla="*/ 3 w 398"/>
                <a:gd name="T81" fmla="*/ 0 h 817"/>
                <a:gd name="T82" fmla="*/ 3 w 398"/>
                <a:gd name="T83" fmla="*/ 0 h 817"/>
                <a:gd name="T84" fmla="*/ 3 w 398"/>
                <a:gd name="T85" fmla="*/ 0 h 817"/>
                <a:gd name="T86" fmla="*/ 2 w 398"/>
                <a:gd name="T87" fmla="*/ 0 h 817"/>
                <a:gd name="T88" fmla="*/ 2 w 398"/>
                <a:gd name="T89" fmla="*/ 0 h 817"/>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398"/>
                <a:gd name="T136" fmla="*/ 0 h 817"/>
                <a:gd name="T137" fmla="*/ 398 w 398"/>
                <a:gd name="T138" fmla="*/ 817 h 817"/>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398" h="817">
                  <a:moveTo>
                    <a:pt x="304" y="47"/>
                  </a:moveTo>
                  <a:lnTo>
                    <a:pt x="304" y="47"/>
                  </a:lnTo>
                  <a:lnTo>
                    <a:pt x="301" y="97"/>
                  </a:lnTo>
                  <a:lnTo>
                    <a:pt x="297" y="147"/>
                  </a:lnTo>
                  <a:lnTo>
                    <a:pt x="291" y="198"/>
                  </a:lnTo>
                  <a:lnTo>
                    <a:pt x="280" y="247"/>
                  </a:lnTo>
                  <a:lnTo>
                    <a:pt x="268" y="297"/>
                  </a:lnTo>
                  <a:lnTo>
                    <a:pt x="253" y="347"/>
                  </a:lnTo>
                  <a:lnTo>
                    <a:pt x="236" y="395"/>
                  </a:lnTo>
                  <a:lnTo>
                    <a:pt x="217" y="442"/>
                  </a:lnTo>
                  <a:lnTo>
                    <a:pt x="195" y="487"/>
                  </a:lnTo>
                  <a:lnTo>
                    <a:pt x="171" y="532"/>
                  </a:lnTo>
                  <a:lnTo>
                    <a:pt x="147" y="574"/>
                  </a:lnTo>
                  <a:lnTo>
                    <a:pt x="121" y="613"/>
                  </a:lnTo>
                  <a:lnTo>
                    <a:pt x="93" y="650"/>
                  </a:lnTo>
                  <a:lnTo>
                    <a:pt x="64" y="684"/>
                  </a:lnTo>
                  <a:lnTo>
                    <a:pt x="32" y="716"/>
                  </a:lnTo>
                  <a:lnTo>
                    <a:pt x="0" y="744"/>
                  </a:lnTo>
                  <a:lnTo>
                    <a:pt x="59" y="817"/>
                  </a:lnTo>
                  <a:lnTo>
                    <a:pt x="95" y="784"/>
                  </a:lnTo>
                  <a:lnTo>
                    <a:pt x="132" y="748"/>
                  </a:lnTo>
                  <a:lnTo>
                    <a:pt x="166" y="709"/>
                  </a:lnTo>
                  <a:lnTo>
                    <a:pt x="196" y="667"/>
                  </a:lnTo>
                  <a:lnTo>
                    <a:pt x="227" y="623"/>
                  </a:lnTo>
                  <a:lnTo>
                    <a:pt x="253" y="576"/>
                  </a:lnTo>
                  <a:lnTo>
                    <a:pt x="279" y="530"/>
                  </a:lnTo>
                  <a:lnTo>
                    <a:pt x="301" y="479"/>
                  </a:lnTo>
                  <a:lnTo>
                    <a:pt x="323" y="428"/>
                  </a:lnTo>
                  <a:lnTo>
                    <a:pt x="342" y="375"/>
                  </a:lnTo>
                  <a:lnTo>
                    <a:pt x="359" y="321"/>
                  </a:lnTo>
                  <a:lnTo>
                    <a:pt x="372" y="268"/>
                  </a:lnTo>
                  <a:lnTo>
                    <a:pt x="382" y="212"/>
                  </a:lnTo>
                  <a:lnTo>
                    <a:pt x="391" y="157"/>
                  </a:lnTo>
                  <a:lnTo>
                    <a:pt x="395" y="102"/>
                  </a:lnTo>
                  <a:lnTo>
                    <a:pt x="398" y="47"/>
                  </a:lnTo>
                  <a:lnTo>
                    <a:pt x="394" y="27"/>
                  </a:lnTo>
                  <a:lnTo>
                    <a:pt x="383" y="11"/>
                  </a:lnTo>
                  <a:lnTo>
                    <a:pt x="368" y="3"/>
                  </a:lnTo>
                  <a:lnTo>
                    <a:pt x="351" y="0"/>
                  </a:lnTo>
                  <a:lnTo>
                    <a:pt x="333" y="3"/>
                  </a:lnTo>
                  <a:lnTo>
                    <a:pt x="319" y="11"/>
                  </a:lnTo>
                  <a:lnTo>
                    <a:pt x="307" y="27"/>
                  </a:lnTo>
                  <a:lnTo>
                    <a:pt x="304" y="4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3687" name="Freeform 37"/>
            <p:cNvSpPr>
              <a:spLocks/>
            </p:cNvSpPr>
            <p:nvPr/>
          </p:nvSpPr>
          <p:spPr bwMode="auto">
            <a:xfrm>
              <a:off x="1660" y="1701"/>
              <a:ext cx="19" cy="365"/>
            </a:xfrm>
            <a:custGeom>
              <a:avLst/>
              <a:gdLst>
                <a:gd name="T0" fmla="*/ 0 w 95"/>
                <a:gd name="T1" fmla="*/ 0 h 1826"/>
                <a:gd name="T2" fmla="*/ 0 w 95"/>
                <a:gd name="T3" fmla="*/ 0 h 1826"/>
                <a:gd name="T4" fmla="*/ 0 w 95"/>
                <a:gd name="T5" fmla="*/ 15 h 1826"/>
                <a:gd name="T6" fmla="*/ 1 w 95"/>
                <a:gd name="T7" fmla="*/ 15 h 1826"/>
                <a:gd name="T8" fmla="*/ 1 w 95"/>
                <a:gd name="T9" fmla="*/ 0 h 1826"/>
                <a:gd name="T10" fmla="*/ 1 w 95"/>
                <a:gd name="T11" fmla="*/ 0 h 1826"/>
                <a:gd name="T12" fmla="*/ 1 w 95"/>
                <a:gd name="T13" fmla="*/ 0 h 1826"/>
                <a:gd name="T14" fmla="*/ 1 w 95"/>
                <a:gd name="T15" fmla="*/ 0 h 1826"/>
                <a:gd name="T16" fmla="*/ 1 w 95"/>
                <a:gd name="T17" fmla="*/ 0 h 1826"/>
                <a:gd name="T18" fmla="*/ 1 w 95"/>
                <a:gd name="T19" fmla="*/ 0 h 1826"/>
                <a:gd name="T20" fmla="*/ 0 w 95"/>
                <a:gd name="T21" fmla="*/ 0 h 1826"/>
                <a:gd name="T22" fmla="*/ 0 w 95"/>
                <a:gd name="T23" fmla="*/ 0 h 1826"/>
                <a:gd name="T24" fmla="*/ 0 w 95"/>
                <a:gd name="T25" fmla="*/ 0 h 1826"/>
                <a:gd name="T26" fmla="*/ 0 w 95"/>
                <a:gd name="T27" fmla="*/ 0 h 1826"/>
                <a:gd name="T28" fmla="*/ 0 w 95"/>
                <a:gd name="T29" fmla="*/ 0 h 1826"/>
                <a:gd name="T30" fmla="*/ 0 w 95"/>
                <a:gd name="T31" fmla="*/ 0 h 182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95"/>
                <a:gd name="T49" fmla="*/ 0 h 1826"/>
                <a:gd name="T50" fmla="*/ 95 w 95"/>
                <a:gd name="T51" fmla="*/ 1826 h 182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95" h="1826">
                  <a:moveTo>
                    <a:pt x="0" y="49"/>
                  </a:moveTo>
                  <a:lnTo>
                    <a:pt x="0" y="47"/>
                  </a:lnTo>
                  <a:lnTo>
                    <a:pt x="1" y="1826"/>
                  </a:lnTo>
                  <a:lnTo>
                    <a:pt x="95" y="1826"/>
                  </a:lnTo>
                  <a:lnTo>
                    <a:pt x="93" y="47"/>
                  </a:lnTo>
                  <a:lnTo>
                    <a:pt x="93" y="45"/>
                  </a:lnTo>
                  <a:lnTo>
                    <a:pt x="93" y="47"/>
                  </a:lnTo>
                  <a:lnTo>
                    <a:pt x="90" y="27"/>
                  </a:lnTo>
                  <a:lnTo>
                    <a:pt x="79" y="12"/>
                  </a:lnTo>
                  <a:lnTo>
                    <a:pt x="64" y="4"/>
                  </a:lnTo>
                  <a:lnTo>
                    <a:pt x="47" y="0"/>
                  </a:lnTo>
                  <a:lnTo>
                    <a:pt x="29" y="4"/>
                  </a:lnTo>
                  <a:lnTo>
                    <a:pt x="15" y="12"/>
                  </a:lnTo>
                  <a:lnTo>
                    <a:pt x="3" y="27"/>
                  </a:lnTo>
                  <a:lnTo>
                    <a:pt x="0" y="47"/>
                  </a:lnTo>
                  <a:lnTo>
                    <a:pt x="0" y="4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3688" name="Freeform 38"/>
            <p:cNvSpPr>
              <a:spLocks/>
            </p:cNvSpPr>
            <p:nvPr/>
          </p:nvSpPr>
          <p:spPr bwMode="auto">
            <a:xfrm>
              <a:off x="1598" y="1598"/>
              <a:ext cx="81" cy="113"/>
            </a:xfrm>
            <a:custGeom>
              <a:avLst/>
              <a:gdLst>
                <a:gd name="T0" fmla="*/ 0 w 401"/>
                <a:gd name="T1" fmla="*/ 1 h 566"/>
                <a:gd name="T2" fmla="*/ 0 w 401"/>
                <a:gd name="T3" fmla="*/ 1 h 566"/>
                <a:gd name="T4" fmla="*/ 0 w 401"/>
                <a:gd name="T5" fmla="*/ 1 h 566"/>
                <a:gd name="T6" fmla="*/ 1 w 401"/>
                <a:gd name="T7" fmla="*/ 1 h 566"/>
                <a:gd name="T8" fmla="*/ 1 w 401"/>
                <a:gd name="T9" fmla="*/ 1 h 566"/>
                <a:gd name="T10" fmla="*/ 1 w 401"/>
                <a:gd name="T11" fmla="*/ 1 h 566"/>
                <a:gd name="T12" fmla="*/ 1 w 401"/>
                <a:gd name="T13" fmla="*/ 2 h 566"/>
                <a:gd name="T14" fmla="*/ 1 w 401"/>
                <a:gd name="T15" fmla="*/ 2 h 566"/>
                <a:gd name="T16" fmla="*/ 2 w 401"/>
                <a:gd name="T17" fmla="*/ 2 h 566"/>
                <a:gd name="T18" fmla="*/ 2 w 401"/>
                <a:gd name="T19" fmla="*/ 2 h 566"/>
                <a:gd name="T20" fmla="*/ 2 w 401"/>
                <a:gd name="T21" fmla="*/ 2 h 566"/>
                <a:gd name="T22" fmla="*/ 2 w 401"/>
                <a:gd name="T23" fmla="*/ 3 h 566"/>
                <a:gd name="T24" fmla="*/ 2 w 401"/>
                <a:gd name="T25" fmla="*/ 3 h 566"/>
                <a:gd name="T26" fmla="*/ 2 w 401"/>
                <a:gd name="T27" fmla="*/ 3 h 566"/>
                <a:gd name="T28" fmla="*/ 2 w 401"/>
                <a:gd name="T29" fmla="*/ 4 h 566"/>
                <a:gd name="T30" fmla="*/ 2 w 401"/>
                <a:gd name="T31" fmla="*/ 4 h 566"/>
                <a:gd name="T32" fmla="*/ 2 w 401"/>
                <a:gd name="T33" fmla="*/ 4 h 566"/>
                <a:gd name="T34" fmla="*/ 3 w 401"/>
                <a:gd name="T35" fmla="*/ 5 h 566"/>
                <a:gd name="T36" fmla="*/ 3 w 401"/>
                <a:gd name="T37" fmla="*/ 4 h 566"/>
                <a:gd name="T38" fmla="*/ 3 w 401"/>
                <a:gd name="T39" fmla="*/ 4 h 566"/>
                <a:gd name="T40" fmla="*/ 3 w 401"/>
                <a:gd name="T41" fmla="*/ 4 h 566"/>
                <a:gd name="T42" fmla="*/ 3 w 401"/>
                <a:gd name="T43" fmla="*/ 3 h 566"/>
                <a:gd name="T44" fmla="*/ 3 w 401"/>
                <a:gd name="T45" fmla="*/ 3 h 566"/>
                <a:gd name="T46" fmla="*/ 3 w 401"/>
                <a:gd name="T47" fmla="*/ 3 h 566"/>
                <a:gd name="T48" fmla="*/ 3 w 401"/>
                <a:gd name="T49" fmla="*/ 2 h 566"/>
                <a:gd name="T50" fmla="*/ 3 w 401"/>
                <a:gd name="T51" fmla="*/ 2 h 566"/>
                <a:gd name="T52" fmla="*/ 2 w 401"/>
                <a:gd name="T53" fmla="*/ 2 h 566"/>
                <a:gd name="T54" fmla="*/ 2 w 401"/>
                <a:gd name="T55" fmla="*/ 2 h 566"/>
                <a:gd name="T56" fmla="*/ 2 w 401"/>
                <a:gd name="T57" fmla="*/ 1 h 566"/>
                <a:gd name="T58" fmla="*/ 2 w 401"/>
                <a:gd name="T59" fmla="*/ 1 h 566"/>
                <a:gd name="T60" fmla="*/ 2 w 401"/>
                <a:gd name="T61" fmla="*/ 1 h 566"/>
                <a:gd name="T62" fmla="*/ 1 w 401"/>
                <a:gd name="T63" fmla="*/ 1 h 566"/>
                <a:gd name="T64" fmla="*/ 1 w 401"/>
                <a:gd name="T65" fmla="*/ 0 h 566"/>
                <a:gd name="T66" fmla="*/ 1 w 401"/>
                <a:gd name="T67" fmla="*/ 0 h 566"/>
                <a:gd name="T68" fmla="*/ 1 w 401"/>
                <a:gd name="T69" fmla="*/ 0 h 566"/>
                <a:gd name="T70" fmla="*/ 1 w 401"/>
                <a:gd name="T71" fmla="*/ 0 h 566"/>
                <a:gd name="T72" fmla="*/ 1 w 401"/>
                <a:gd name="T73" fmla="*/ 0 h 566"/>
                <a:gd name="T74" fmla="*/ 0 w 401"/>
                <a:gd name="T75" fmla="*/ 0 h 566"/>
                <a:gd name="T76" fmla="*/ 0 w 401"/>
                <a:gd name="T77" fmla="*/ 0 h 566"/>
                <a:gd name="T78" fmla="*/ 0 w 401"/>
                <a:gd name="T79" fmla="*/ 0 h 566"/>
                <a:gd name="T80" fmla="*/ 0 w 401"/>
                <a:gd name="T81" fmla="*/ 0 h 566"/>
                <a:gd name="T82" fmla="*/ 0 w 401"/>
                <a:gd name="T83" fmla="*/ 0 h 566"/>
                <a:gd name="T84" fmla="*/ 0 w 401"/>
                <a:gd name="T85" fmla="*/ 0 h 566"/>
                <a:gd name="T86" fmla="*/ 0 w 401"/>
                <a:gd name="T87" fmla="*/ 1 h 566"/>
                <a:gd name="T88" fmla="*/ 0 w 401"/>
                <a:gd name="T89" fmla="*/ 1 h 56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401"/>
                <a:gd name="T136" fmla="*/ 0 h 566"/>
                <a:gd name="T137" fmla="*/ 401 w 401"/>
                <a:gd name="T138" fmla="*/ 566 h 566"/>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401" h="566">
                  <a:moveTo>
                    <a:pt x="23" y="88"/>
                  </a:moveTo>
                  <a:lnTo>
                    <a:pt x="23" y="88"/>
                  </a:lnTo>
                  <a:lnTo>
                    <a:pt x="53" y="107"/>
                  </a:lnTo>
                  <a:lnTo>
                    <a:pt x="83" y="125"/>
                  </a:lnTo>
                  <a:lnTo>
                    <a:pt x="108" y="147"/>
                  </a:lnTo>
                  <a:lnTo>
                    <a:pt x="135" y="171"/>
                  </a:lnTo>
                  <a:lnTo>
                    <a:pt x="160" y="196"/>
                  </a:lnTo>
                  <a:lnTo>
                    <a:pt x="182" y="223"/>
                  </a:lnTo>
                  <a:lnTo>
                    <a:pt x="205" y="251"/>
                  </a:lnTo>
                  <a:lnTo>
                    <a:pt x="223" y="281"/>
                  </a:lnTo>
                  <a:lnTo>
                    <a:pt x="240" y="312"/>
                  </a:lnTo>
                  <a:lnTo>
                    <a:pt x="256" y="345"/>
                  </a:lnTo>
                  <a:lnTo>
                    <a:pt x="270" y="379"/>
                  </a:lnTo>
                  <a:lnTo>
                    <a:pt x="282" y="414"/>
                  </a:lnTo>
                  <a:lnTo>
                    <a:pt x="291" y="450"/>
                  </a:lnTo>
                  <a:lnTo>
                    <a:pt x="299" y="488"/>
                  </a:lnTo>
                  <a:lnTo>
                    <a:pt x="304" y="526"/>
                  </a:lnTo>
                  <a:lnTo>
                    <a:pt x="308" y="566"/>
                  </a:lnTo>
                  <a:lnTo>
                    <a:pt x="401" y="562"/>
                  </a:lnTo>
                  <a:lnTo>
                    <a:pt x="398" y="517"/>
                  </a:lnTo>
                  <a:lnTo>
                    <a:pt x="391" y="471"/>
                  </a:lnTo>
                  <a:lnTo>
                    <a:pt x="383" y="429"/>
                  </a:lnTo>
                  <a:lnTo>
                    <a:pt x="371" y="386"/>
                  </a:lnTo>
                  <a:lnTo>
                    <a:pt x="357" y="346"/>
                  </a:lnTo>
                  <a:lnTo>
                    <a:pt x="340" y="307"/>
                  </a:lnTo>
                  <a:lnTo>
                    <a:pt x="324" y="270"/>
                  </a:lnTo>
                  <a:lnTo>
                    <a:pt x="303" y="232"/>
                  </a:lnTo>
                  <a:lnTo>
                    <a:pt x="280" y="197"/>
                  </a:lnTo>
                  <a:lnTo>
                    <a:pt x="255" y="164"/>
                  </a:lnTo>
                  <a:lnTo>
                    <a:pt x="228" y="132"/>
                  </a:lnTo>
                  <a:lnTo>
                    <a:pt x="199" y="103"/>
                  </a:lnTo>
                  <a:lnTo>
                    <a:pt x="169" y="76"/>
                  </a:lnTo>
                  <a:lnTo>
                    <a:pt x="137" y="50"/>
                  </a:lnTo>
                  <a:lnTo>
                    <a:pt x="103" y="27"/>
                  </a:lnTo>
                  <a:lnTo>
                    <a:pt x="67" y="6"/>
                  </a:lnTo>
                  <a:lnTo>
                    <a:pt x="48" y="0"/>
                  </a:lnTo>
                  <a:lnTo>
                    <a:pt x="30" y="2"/>
                  </a:lnTo>
                  <a:lnTo>
                    <a:pt x="16" y="12"/>
                  </a:lnTo>
                  <a:lnTo>
                    <a:pt x="5" y="25"/>
                  </a:lnTo>
                  <a:lnTo>
                    <a:pt x="0" y="41"/>
                  </a:lnTo>
                  <a:lnTo>
                    <a:pt x="0" y="59"/>
                  </a:lnTo>
                  <a:lnTo>
                    <a:pt x="8" y="75"/>
                  </a:lnTo>
                  <a:lnTo>
                    <a:pt x="23"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3689" name="Freeform 39"/>
            <p:cNvSpPr>
              <a:spLocks/>
            </p:cNvSpPr>
            <p:nvPr/>
          </p:nvSpPr>
          <p:spPr bwMode="auto">
            <a:xfrm>
              <a:off x="1346" y="1455"/>
              <a:ext cx="266" cy="160"/>
            </a:xfrm>
            <a:custGeom>
              <a:avLst/>
              <a:gdLst>
                <a:gd name="T0" fmla="*/ 0 w 1330"/>
                <a:gd name="T1" fmla="*/ 1 h 801"/>
                <a:gd name="T2" fmla="*/ 0 w 1330"/>
                <a:gd name="T3" fmla="*/ 1 h 801"/>
                <a:gd name="T4" fmla="*/ 10 w 1330"/>
                <a:gd name="T5" fmla="*/ 6 h 801"/>
                <a:gd name="T6" fmla="*/ 11 w 1330"/>
                <a:gd name="T7" fmla="*/ 6 h 801"/>
                <a:gd name="T8" fmla="*/ 1 w 1330"/>
                <a:gd name="T9" fmla="*/ 0 h 801"/>
                <a:gd name="T10" fmla="*/ 1 w 1330"/>
                <a:gd name="T11" fmla="*/ 0 h 801"/>
                <a:gd name="T12" fmla="*/ 1 w 1330"/>
                <a:gd name="T13" fmla="*/ 0 h 801"/>
                <a:gd name="T14" fmla="*/ 0 w 1330"/>
                <a:gd name="T15" fmla="*/ 0 h 801"/>
                <a:gd name="T16" fmla="*/ 0 w 1330"/>
                <a:gd name="T17" fmla="*/ 0 h 801"/>
                <a:gd name="T18" fmla="*/ 0 w 1330"/>
                <a:gd name="T19" fmla="*/ 0 h 801"/>
                <a:gd name="T20" fmla="*/ 0 w 1330"/>
                <a:gd name="T21" fmla="*/ 0 h 801"/>
                <a:gd name="T22" fmla="*/ 0 w 1330"/>
                <a:gd name="T23" fmla="*/ 0 h 801"/>
                <a:gd name="T24" fmla="*/ 0 w 1330"/>
                <a:gd name="T25" fmla="*/ 0 h 801"/>
                <a:gd name="T26" fmla="*/ 0 w 1330"/>
                <a:gd name="T27" fmla="*/ 1 h 801"/>
                <a:gd name="T28" fmla="*/ 0 w 1330"/>
                <a:gd name="T29" fmla="*/ 1 h 801"/>
                <a:gd name="T30" fmla="*/ 0 w 1330"/>
                <a:gd name="T31" fmla="*/ 1 h 801"/>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30"/>
                <a:gd name="T49" fmla="*/ 0 h 801"/>
                <a:gd name="T50" fmla="*/ 1330 w 1330"/>
                <a:gd name="T51" fmla="*/ 801 h 801"/>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30" h="801">
                  <a:moveTo>
                    <a:pt x="24" y="88"/>
                  </a:moveTo>
                  <a:lnTo>
                    <a:pt x="23" y="88"/>
                  </a:lnTo>
                  <a:lnTo>
                    <a:pt x="1286" y="801"/>
                  </a:lnTo>
                  <a:lnTo>
                    <a:pt x="1330" y="719"/>
                  </a:lnTo>
                  <a:lnTo>
                    <a:pt x="67" y="6"/>
                  </a:lnTo>
                  <a:lnTo>
                    <a:pt x="66" y="6"/>
                  </a:lnTo>
                  <a:lnTo>
                    <a:pt x="67" y="6"/>
                  </a:lnTo>
                  <a:lnTo>
                    <a:pt x="48" y="0"/>
                  </a:lnTo>
                  <a:lnTo>
                    <a:pt x="30" y="2"/>
                  </a:lnTo>
                  <a:lnTo>
                    <a:pt x="16" y="12"/>
                  </a:lnTo>
                  <a:lnTo>
                    <a:pt x="5" y="25"/>
                  </a:lnTo>
                  <a:lnTo>
                    <a:pt x="0" y="41"/>
                  </a:lnTo>
                  <a:lnTo>
                    <a:pt x="0" y="59"/>
                  </a:lnTo>
                  <a:lnTo>
                    <a:pt x="8" y="75"/>
                  </a:lnTo>
                  <a:lnTo>
                    <a:pt x="23" y="88"/>
                  </a:lnTo>
                  <a:lnTo>
                    <a:pt x="24"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3690" name="Freeform 40"/>
            <p:cNvSpPr>
              <a:spLocks/>
            </p:cNvSpPr>
            <p:nvPr/>
          </p:nvSpPr>
          <p:spPr bwMode="auto">
            <a:xfrm>
              <a:off x="1198" y="1439"/>
              <a:ext cx="161" cy="35"/>
            </a:xfrm>
            <a:custGeom>
              <a:avLst/>
              <a:gdLst>
                <a:gd name="T0" fmla="*/ 1 w 806"/>
                <a:gd name="T1" fmla="*/ 1 h 177"/>
                <a:gd name="T2" fmla="*/ 1 w 806"/>
                <a:gd name="T3" fmla="*/ 1 h 177"/>
                <a:gd name="T4" fmla="*/ 1 w 806"/>
                <a:gd name="T5" fmla="*/ 1 h 177"/>
                <a:gd name="T6" fmla="*/ 1 w 806"/>
                <a:gd name="T7" fmla="*/ 1 h 177"/>
                <a:gd name="T8" fmla="*/ 2 w 806"/>
                <a:gd name="T9" fmla="*/ 1 h 177"/>
                <a:gd name="T10" fmla="*/ 2 w 806"/>
                <a:gd name="T11" fmla="*/ 1 h 177"/>
                <a:gd name="T12" fmla="*/ 2 w 806"/>
                <a:gd name="T13" fmla="*/ 1 h 177"/>
                <a:gd name="T14" fmla="*/ 3 w 806"/>
                <a:gd name="T15" fmla="*/ 1 h 177"/>
                <a:gd name="T16" fmla="*/ 3 w 806"/>
                <a:gd name="T17" fmla="*/ 1 h 177"/>
                <a:gd name="T18" fmla="*/ 3 w 806"/>
                <a:gd name="T19" fmla="*/ 1 h 177"/>
                <a:gd name="T20" fmla="*/ 4 w 806"/>
                <a:gd name="T21" fmla="*/ 1 h 177"/>
                <a:gd name="T22" fmla="*/ 4 w 806"/>
                <a:gd name="T23" fmla="*/ 1 h 177"/>
                <a:gd name="T24" fmla="*/ 5 w 806"/>
                <a:gd name="T25" fmla="*/ 1 h 177"/>
                <a:gd name="T26" fmla="*/ 5 w 806"/>
                <a:gd name="T27" fmla="*/ 1 h 177"/>
                <a:gd name="T28" fmla="*/ 5 w 806"/>
                <a:gd name="T29" fmla="*/ 1 h 177"/>
                <a:gd name="T30" fmla="*/ 6 w 806"/>
                <a:gd name="T31" fmla="*/ 1 h 177"/>
                <a:gd name="T32" fmla="*/ 6 w 806"/>
                <a:gd name="T33" fmla="*/ 1 h 177"/>
                <a:gd name="T34" fmla="*/ 6 w 806"/>
                <a:gd name="T35" fmla="*/ 1 h 177"/>
                <a:gd name="T36" fmla="*/ 6 w 806"/>
                <a:gd name="T37" fmla="*/ 1 h 177"/>
                <a:gd name="T38" fmla="*/ 6 w 806"/>
                <a:gd name="T39" fmla="*/ 1 h 177"/>
                <a:gd name="T40" fmla="*/ 6 w 806"/>
                <a:gd name="T41" fmla="*/ 0 h 177"/>
                <a:gd name="T42" fmla="*/ 5 w 806"/>
                <a:gd name="T43" fmla="*/ 0 h 177"/>
                <a:gd name="T44" fmla="*/ 5 w 806"/>
                <a:gd name="T45" fmla="*/ 0 h 177"/>
                <a:gd name="T46" fmla="*/ 5 w 806"/>
                <a:gd name="T47" fmla="*/ 0 h 177"/>
                <a:gd name="T48" fmla="*/ 4 w 806"/>
                <a:gd name="T49" fmla="*/ 0 h 177"/>
                <a:gd name="T50" fmla="*/ 4 w 806"/>
                <a:gd name="T51" fmla="*/ 0 h 177"/>
                <a:gd name="T52" fmla="*/ 3 w 806"/>
                <a:gd name="T53" fmla="*/ 0 h 177"/>
                <a:gd name="T54" fmla="*/ 3 w 806"/>
                <a:gd name="T55" fmla="*/ 0 h 177"/>
                <a:gd name="T56" fmla="*/ 3 w 806"/>
                <a:gd name="T57" fmla="*/ 0 h 177"/>
                <a:gd name="T58" fmla="*/ 2 w 806"/>
                <a:gd name="T59" fmla="*/ 0 h 177"/>
                <a:gd name="T60" fmla="*/ 2 w 806"/>
                <a:gd name="T61" fmla="*/ 0 h 177"/>
                <a:gd name="T62" fmla="*/ 1 w 806"/>
                <a:gd name="T63" fmla="*/ 0 h 177"/>
                <a:gd name="T64" fmla="*/ 1 w 806"/>
                <a:gd name="T65" fmla="*/ 0 h 177"/>
                <a:gd name="T66" fmla="*/ 1 w 806"/>
                <a:gd name="T67" fmla="*/ 1 h 177"/>
                <a:gd name="T68" fmla="*/ 0 w 806"/>
                <a:gd name="T69" fmla="*/ 1 h 177"/>
                <a:gd name="T70" fmla="*/ 0 w 806"/>
                <a:gd name="T71" fmla="*/ 1 h 177"/>
                <a:gd name="T72" fmla="*/ 0 w 806"/>
                <a:gd name="T73" fmla="*/ 1 h 177"/>
                <a:gd name="T74" fmla="*/ 0 w 806"/>
                <a:gd name="T75" fmla="*/ 1 h 177"/>
                <a:gd name="T76" fmla="*/ 0 w 806"/>
                <a:gd name="T77" fmla="*/ 1 h 177"/>
                <a:gd name="T78" fmla="*/ 0 w 806"/>
                <a:gd name="T79" fmla="*/ 1 h 177"/>
                <a:gd name="T80" fmla="*/ 0 w 806"/>
                <a:gd name="T81" fmla="*/ 1 h 177"/>
                <a:gd name="T82" fmla="*/ 0 w 806"/>
                <a:gd name="T83" fmla="*/ 1 h 177"/>
                <a:gd name="T84" fmla="*/ 0 w 806"/>
                <a:gd name="T85" fmla="*/ 1 h 177"/>
                <a:gd name="T86" fmla="*/ 0 w 806"/>
                <a:gd name="T87" fmla="*/ 1 h 177"/>
                <a:gd name="T88" fmla="*/ 1 w 806"/>
                <a:gd name="T89" fmla="*/ 1 h 177"/>
                <a:gd name="T90" fmla="*/ 1 w 806"/>
                <a:gd name="T91" fmla="*/ 1 h 17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806"/>
                <a:gd name="T139" fmla="*/ 0 h 177"/>
                <a:gd name="T140" fmla="*/ 806 w 806"/>
                <a:gd name="T141" fmla="*/ 177 h 17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806" h="177">
                  <a:moveTo>
                    <a:pt x="67" y="171"/>
                  </a:moveTo>
                  <a:lnTo>
                    <a:pt x="68" y="171"/>
                  </a:lnTo>
                  <a:lnTo>
                    <a:pt x="109" y="151"/>
                  </a:lnTo>
                  <a:lnTo>
                    <a:pt x="151" y="135"/>
                  </a:lnTo>
                  <a:lnTo>
                    <a:pt x="196" y="122"/>
                  </a:lnTo>
                  <a:lnTo>
                    <a:pt x="242" y="110"/>
                  </a:lnTo>
                  <a:lnTo>
                    <a:pt x="287" y="102"/>
                  </a:lnTo>
                  <a:lnTo>
                    <a:pt x="335" y="97"/>
                  </a:lnTo>
                  <a:lnTo>
                    <a:pt x="382" y="95"/>
                  </a:lnTo>
                  <a:lnTo>
                    <a:pt x="430" y="94"/>
                  </a:lnTo>
                  <a:lnTo>
                    <a:pt x="477" y="97"/>
                  </a:lnTo>
                  <a:lnTo>
                    <a:pt x="524" y="102"/>
                  </a:lnTo>
                  <a:lnTo>
                    <a:pt x="568" y="108"/>
                  </a:lnTo>
                  <a:lnTo>
                    <a:pt x="612" y="117"/>
                  </a:lnTo>
                  <a:lnTo>
                    <a:pt x="654" y="128"/>
                  </a:lnTo>
                  <a:lnTo>
                    <a:pt x="693" y="141"/>
                  </a:lnTo>
                  <a:lnTo>
                    <a:pt x="730" y="155"/>
                  </a:lnTo>
                  <a:lnTo>
                    <a:pt x="764" y="171"/>
                  </a:lnTo>
                  <a:lnTo>
                    <a:pt x="806" y="89"/>
                  </a:lnTo>
                  <a:lnTo>
                    <a:pt x="768" y="70"/>
                  </a:lnTo>
                  <a:lnTo>
                    <a:pt x="725" y="54"/>
                  </a:lnTo>
                  <a:lnTo>
                    <a:pt x="680" y="39"/>
                  </a:lnTo>
                  <a:lnTo>
                    <a:pt x="633" y="26"/>
                  </a:lnTo>
                  <a:lnTo>
                    <a:pt x="585" y="16"/>
                  </a:lnTo>
                  <a:lnTo>
                    <a:pt x="536" y="8"/>
                  </a:lnTo>
                  <a:lnTo>
                    <a:pt x="484" y="3"/>
                  </a:lnTo>
                  <a:lnTo>
                    <a:pt x="433" y="0"/>
                  </a:lnTo>
                  <a:lnTo>
                    <a:pt x="380" y="1"/>
                  </a:lnTo>
                  <a:lnTo>
                    <a:pt x="328" y="3"/>
                  </a:lnTo>
                  <a:lnTo>
                    <a:pt x="276" y="10"/>
                  </a:lnTo>
                  <a:lnTo>
                    <a:pt x="223" y="19"/>
                  </a:lnTo>
                  <a:lnTo>
                    <a:pt x="172" y="30"/>
                  </a:lnTo>
                  <a:lnTo>
                    <a:pt x="121" y="46"/>
                  </a:lnTo>
                  <a:lnTo>
                    <a:pt x="72" y="67"/>
                  </a:lnTo>
                  <a:lnTo>
                    <a:pt x="24" y="89"/>
                  </a:lnTo>
                  <a:lnTo>
                    <a:pt x="25" y="89"/>
                  </a:lnTo>
                  <a:lnTo>
                    <a:pt x="24" y="89"/>
                  </a:lnTo>
                  <a:lnTo>
                    <a:pt x="8" y="102"/>
                  </a:lnTo>
                  <a:lnTo>
                    <a:pt x="0" y="118"/>
                  </a:lnTo>
                  <a:lnTo>
                    <a:pt x="0" y="136"/>
                  </a:lnTo>
                  <a:lnTo>
                    <a:pt x="6" y="152"/>
                  </a:lnTo>
                  <a:lnTo>
                    <a:pt x="17" y="165"/>
                  </a:lnTo>
                  <a:lnTo>
                    <a:pt x="31" y="175"/>
                  </a:lnTo>
                  <a:lnTo>
                    <a:pt x="48" y="177"/>
                  </a:lnTo>
                  <a:lnTo>
                    <a:pt x="68" y="171"/>
                  </a:lnTo>
                  <a:lnTo>
                    <a:pt x="67" y="1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3691" name="Freeform 41"/>
            <p:cNvSpPr>
              <a:spLocks/>
            </p:cNvSpPr>
            <p:nvPr/>
          </p:nvSpPr>
          <p:spPr bwMode="auto">
            <a:xfrm>
              <a:off x="931" y="1456"/>
              <a:ext cx="280" cy="158"/>
            </a:xfrm>
            <a:custGeom>
              <a:avLst/>
              <a:gdLst>
                <a:gd name="T0" fmla="*/ 1 w 1402"/>
                <a:gd name="T1" fmla="*/ 6 h 787"/>
                <a:gd name="T2" fmla="*/ 1 w 1402"/>
                <a:gd name="T3" fmla="*/ 6 h 787"/>
                <a:gd name="T4" fmla="*/ 11 w 1402"/>
                <a:gd name="T5" fmla="*/ 1 h 787"/>
                <a:gd name="T6" fmla="*/ 11 w 1402"/>
                <a:gd name="T7" fmla="*/ 0 h 787"/>
                <a:gd name="T8" fmla="*/ 0 w 1402"/>
                <a:gd name="T9" fmla="*/ 6 h 787"/>
                <a:gd name="T10" fmla="*/ 0 w 1402"/>
                <a:gd name="T11" fmla="*/ 6 h 787"/>
                <a:gd name="T12" fmla="*/ 0 w 1402"/>
                <a:gd name="T13" fmla="*/ 6 h 787"/>
                <a:gd name="T14" fmla="*/ 0 w 1402"/>
                <a:gd name="T15" fmla="*/ 6 h 787"/>
                <a:gd name="T16" fmla="*/ 0 w 1402"/>
                <a:gd name="T17" fmla="*/ 6 h 787"/>
                <a:gd name="T18" fmla="*/ 0 w 1402"/>
                <a:gd name="T19" fmla="*/ 6 h 787"/>
                <a:gd name="T20" fmla="*/ 0 w 1402"/>
                <a:gd name="T21" fmla="*/ 6 h 787"/>
                <a:gd name="T22" fmla="*/ 0 w 1402"/>
                <a:gd name="T23" fmla="*/ 6 h 787"/>
                <a:gd name="T24" fmla="*/ 0 w 1402"/>
                <a:gd name="T25" fmla="*/ 6 h 787"/>
                <a:gd name="T26" fmla="*/ 0 w 1402"/>
                <a:gd name="T27" fmla="*/ 6 h 787"/>
                <a:gd name="T28" fmla="*/ 1 w 1402"/>
                <a:gd name="T29" fmla="*/ 6 h 787"/>
                <a:gd name="T30" fmla="*/ 1 w 1402"/>
                <a:gd name="T31" fmla="*/ 6 h 78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02"/>
                <a:gd name="T49" fmla="*/ 0 h 787"/>
                <a:gd name="T50" fmla="*/ 1402 w 1402"/>
                <a:gd name="T51" fmla="*/ 787 h 78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02" h="787">
                  <a:moveTo>
                    <a:pt x="69" y="781"/>
                  </a:moveTo>
                  <a:lnTo>
                    <a:pt x="66" y="781"/>
                  </a:lnTo>
                  <a:lnTo>
                    <a:pt x="1402" y="82"/>
                  </a:lnTo>
                  <a:lnTo>
                    <a:pt x="1360" y="0"/>
                  </a:lnTo>
                  <a:lnTo>
                    <a:pt x="24" y="699"/>
                  </a:lnTo>
                  <a:lnTo>
                    <a:pt x="22" y="699"/>
                  </a:lnTo>
                  <a:lnTo>
                    <a:pt x="24" y="699"/>
                  </a:lnTo>
                  <a:lnTo>
                    <a:pt x="8" y="712"/>
                  </a:lnTo>
                  <a:lnTo>
                    <a:pt x="1" y="727"/>
                  </a:lnTo>
                  <a:lnTo>
                    <a:pt x="0" y="744"/>
                  </a:lnTo>
                  <a:lnTo>
                    <a:pt x="5" y="761"/>
                  </a:lnTo>
                  <a:lnTo>
                    <a:pt x="15" y="775"/>
                  </a:lnTo>
                  <a:lnTo>
                    <a:pt x="30" y="784"/>
                  </a:lnTo>
                  <a:lnTo>
                    <a:pt x="46" y="787"/>
                  </a:lnTo>
                  <a:lnTo>
                    <a:pt x="66" y="781"/>
                  </a:lnTo>
                  <a:lnTo>
                    <a:pt x="69" y="7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3692" name="Freeform 42"/>
            <p:cNvSpPr>
              <a:spLocks/>
            </p:cNvSpPr>
            <p:nvPr/>
          </p:nvSpPr>
          <p:spPr bwMode="auto">
            <a:xfrm>
              <a:off x="868" y="1596"/>
              <a:ext cx="77" cy="126"/>
            </a:xfrm>
            <a:custGeom>
              <a:avLst/>
              <a:gdLst>
                <a:gd name="T0" fmla="*/ 1 w 382"/>
                <a:gd name="T1" fmla="*/ 5 h 628"/>
                <a:gd name="T2" fmla="*/ 1 w 382"/>
                <a:gd name="T3" fmla="*/ 5 h 628"/>
                <a:gd name="T4" fmla="*/ 1 w 382"/>
                <a:gd name="T5" fmla="*/ 4 h 628"/>
                <a:gd name="T6" fmla="*/ 1 w 382"/>
                <a:gd name="T7" fmla="*/ 4 h 628"/>
                <a:gd name="T8" fmla="*/ 1 w 382"/>
                <a:gd name="T9" fmla="*/ 4 h 628"/>
                <a:gd name="T10" fmla="*/ 1 w 382"/>
                <a:gd name="T11" fmla="*/ 3 h 628"/>
                <a:gd name="T12" fmla="*/ 1 w 382"/>
                <a:gd name="T13" fmla="*/ 3 h 628"/>
                <a:gd name="T14" fmla="*/ 1 w 382"/>
                <a:gd name="T15" fmla="*/ 3 h 628"/>
                <a:gd name="T16" fmla="*/ 1 w 382"/>
                <a:gd name="T17" fmla="*/ 3 h 628"/>
                <a:gd name="T18" fmla="*/ 1 w 382"/>
                <a:gd name="T19" fmla="*/ 2 h 628"/>
                <a:gd name="T20" fmla="*/ 2 w 382"/>
                <a:gd name="T21" fmla="*/ 2 h 628"/>
                <a:gd name="T22" fmla="*/ 2 w 382"/>
                <a:gd name="T23" fmla="*/ 2 h 628"/>
                <a:gd name="T24" fmla="*/ 2 w 382"/>
                <a:gd name="T25" fmla="*/ 2 h 628"/>
                <a:gd name="T26" fmla="*/ 2 w 382"/>
                <a:gd name="T27" fmla="*/ 1 h 628"/>
                <a:gd name="T28" fmla="*/ 2 w 382"/>
                <a:gd name="T29" fmla="*/ 1 h 628"/>
                <a:gd name="T30" fmla="*/ 3 w 382"/>
                <a:gd name="T31" fmla="*/ 1 h 628"/>
                <a:gd name="T32" fmla="*/ 3 w 382"/>
                <a:gd name="T33" fmla="*/ 1 h 628"/>
                <a:gd name="T34" fmla="*/ 3 w 382"/>
                <a:gd name="T35" fmla="*/ 1 h 628"/>
                <a:gd name="T36" fmla="*/ 3 w 382"/>
                <a:gd name="T37" fmla="*/ 0 h 628"/>
                <a:gd name="T38" fmla="*/ 2 w 382"/>
                <a:gd name="T39" fmla="*/ 0 h 628"/>
                <a:gd name="T40" fmla="*/ 2 w 382"/>
                <a:gd name="T41" fmla="*/ 0 h 628"/>
                <a:gd name="T42" fmla="*/ 2 w 382"/>
                <a:gd name="T43" fmla="*/ 1 h 628"/>
                <a:gd name="T44" fmla="*/ 2 w 382"/>
                <a:gd name="T45" fmla="*/ 1 h 628"/>
                <a:gd name="T46" fmla="*/ 1 w 382"/>
                <a:gd name="T47" fmla="*/ 1 h 628"/>
                <a:gd name="T48" fmla="*/ 1 w 382"/>
                <a:gd name="T49" fmla="*/ 1 h 628"/>
                <a:gd name="T50" fmla="*/ 1 w 382"/>
                <a:gd name="T51" fmla="*/ 2 h 628"/>
                <a:gd name="T52" fmla="*/ 1 w 382"/>
                <a:gd name="T53" fmla="*/ 2 h 628"/>
                <a:gd name="T54" fmla="*/ 1 w 382"/>
                <a:gd name="T55" fmla="*/ 2 h 628"/>
                <a:gd name="T56" fmla="*/ 0 w 382"/>
                <a:gd name="T57" fmla="*/ 3 h 628"/>
                <a:gd name="T58" fmla="*/ 0 w 382"/>
                <a:gd name="T59" fmla="*/ 3 h 628"/>
                <a:gd name="T60" fmla="*/ 0 w 382"/>
                <a:gd name="T61" fmla="*/ 3 h 628"/>
                <a:gd name="T62" fmla="*/ 0 w 382"/>
                <a:gd name="T63" fmla="*/ 4 h 628"/>
                <a:gd name="T64" fmla="*/ 0 w 382"/>
                <a:gd name="T65" fmla="*/ 4 h 628"/>
                <a:gd name="T66" fmla="*/ 0 w 382"/>
                <a:gd name="T67" fmla="*/ 4 h 628"/>
                <a:gd name="T68" fmla="*/ 0 w 382"/>
                <a:gd name="T69" fmla="*/ 5 h 628"/>
                <a:gd name="T70" fmla="*/ 0 w 382"/>
                <a:gd name="T71" fmla="*/ 5 h 628"/>
                <a:gd name="T72" fmla="*/ 0 w 382"/>
                <a:gd name="T73" fmla="*/ 5 h 628"/>
                <a:gd name="T74" fmla="*/ 0 w 382"/>
                <a:gd name="T75" fmla="*/ 5 h 628"/>
                <a:gd name="T76" fmla="*/ 0 w 382"/>
                <a:gd name="T77" fmla="*/ 5 h 628"/>
                <a:gd name="T78" fmla="*/ 0 w 382"/>
                <a:gd name="T79" fmla="*/ 5 h 628"/>
                <a:gd name="T80" fmla="*/ 0 w 382"/>
                <a:gd name="T81" fmla="*/ 5 h 628"/>
                <a:gd name="T82" fmla="*/ 1 w 382"/>
                <a:gd name="T83" fmla="*/ 5 h 628"/>
                <a:gd name="T84" fmla="*/ 1 w 382"/>
                <a:gd name="T85" fmla="*/ 5 h 628"/>
                <a:gd name="T86" fmla="*/ 1 w 382"/>
                <a:gd name="T87" fmla="*/ 5 h 628"/>
                <a:gd name="T88" fmla="*/ 1 w 382"/>
                <a:gd name="T89" fmla="*/ 5 h 628"/>
                <a:gd name="T90" fmla="*/ 1 w 382"/>
                <a:gd name="T91" fmla="*/ 5 h 628"/>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382"/>
                <a:gd name="T139" fmla="*/ 0 h 628"/>
                <a:gd name="T140" fmla="*/ 382 w 382"/>
                <a:gd name="T141" fmla="*/ 628 h 628"/>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382" h="628">
                  <a:moveTo>
                    <a:pt x="94" y="581"/>
                  </a:moveTo>
                  <a:lnTo>
                    <a:pt x="94" y="582"/>
                  </a:lnTo>
                  <a:lnTo>
                    <a:pt x="96" y="541"/>
                  </a:lnTo>
                  <a:lnTo>
                    <a:pt x="99" y="500"/>
                  </a:lnTo>
                  <a:lnTo>
                    <a:pt x="106" y="463"/>
                  </a:lnTo>
                  <a:lnTo>
                    <a:pt x="115" y="424"/>
                  </a:lnTo>
                  <a:lnTo>
                    <a:pt x="127" y="389"/>
                  </a:lnTo>
                  <a:lnTo>
                    <a:pt x="140" y="353"/>
                  </a:lnTo>
                  <a:lnTo>
                    <a:pt x="156" y="320"/>
                  </a:lnTo>
                  <a:lnTo>
                    <a:pt x="173" y="287"/>
                  </a:lnTo>
                  <a:lnTo>
                    <a:pt x="193" y="255"/>
                  </a:lnTo>
                  <a:lnTo>
                    <a:pt x="214" y="226"/>
                  </a:lnTo>
                  <a:lnTo>
                    <a:pt x="238" y="198"/>
                  </a:lnTo>
                  <a:lnTo>
                    <a:pt x="263" y="172"/>
                  </a:lnTo>
                  <a:lnTo>
                    <a:pt x="290" y="146"/>
                  </a:lnTo>
                  <a:lnTo>
                    <a:pt x="318" y="122"/>
                  </a:lnTo>
                  <a:lnTo>
                    <a:pt x="349" y="101"/>
                  </a:lnTo>
                  <a:lnTo>
                    <a:pt x="382" y="82"/>
                  </a:lnTo>
                  <a:lnTo>
                    <a:pt x="335" y="0"/>
                  </a:lnTo>
                  <a:lnTo>
                    <a:pt x="297" y="23"/>
                  </a:lnTo>
                  <a:lnTo>
                    <a:pt x="262" y="49"/>
                  </a:lnTo>
                  <a:lnTo>
                    <a:pt x="229" y="76"/>
                  </a:lnTo>
                  <a:lnTo>
                    <a:pt x="198" y="104"/>
                  </a:lnTo>
                  <a:lnTo>
                    <a:pt x="167" y="137"/>
                  </a:lnTo>
                  <a:lnTo>
                    <a:pt x="142" y="170"/>
                  </a:lnTo>
                  <a:lnTo>
                    <a:pt x="116" y="204"/>
                  </a:lnTo>
                  <a:lnTo>
                    <a:pt x="94" y="240"/>
                  </a:lnTo>
                  <a:lnTo>
                    <a:pt x="74" y="278"/>
                  </a:lnTo>
                  <a:lnTo>
                    <a:pt x="54" y="317"/>
                  </a:lnTo>
                  <a:lnTo>
                    <a:pt x="38" y="359"/>
                  </a:lnTo>
                  <a:lnTo>
                    <a:pt x="26" y="401"/>
                  </a:lnTo>
                  <a:lnTo>
                    <a:pt x="15" y="444"/>
                  </a:lnTo>
                  <a:lnTo>
                    <a:pt x="8" y="489"/>
                  </a:lnTo>
                  <a:lnTo>
                    <a:pt x="2" y="534"/>
                  </a:lnTo>
                  <a:lnTo>
                    <a:pt x="0" y="580"/>
                  </a:lnTo>
                  <a:lnTo>
                    <a:pt x="0" y="581"/>
                  </a:lnTo>
                  <a:lnTo>
                    <a:pt x="0" y="580"/>
                  </a:lnTo>
                  <a:lnTo>
                    <a:pt x="3" y="600"/>
                  </a:lnTo>
                  <a:lnTo>
                    <a:pt x="14" y="615"/>
                  </a:lnTo>
                  <a:lnTo>
                    <a:pt x="29" y="625"/>
                  </a:lnTo>
                  <a:lnTo>
                    <a:pt x="45" y="628"/>
                  </a:lnTo>
                  <a:lnTo>
                    <a:pt x="63" y="626"/>
                  </a:lnTo>
                  <a:lnTo>
                    <a:pt x="78" y="616"/>
                  </a:lnTo>
                  <a:lnTo>
                    <a:pt x="89" y="602"/>
                  </a:lnTo>
                  <a:lnTo>
                    <a:pt x="94" y="582"/>
                  </a:lnTo>
                  <a:lnTo>
                    <a:pt x="94" y="5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3693" name="Freeform 43"/>
            <p:cNvSpPr>
              <a:spLocks/>
            </p:cNvSpPr>
            <p:nvPr/>
          </p:nvSpPr>
          <p:spPr bwMode="auto">
            <a:xfrm>
              <a:off x="868" y="1712"/>
              <a:ext cx="19" cy="364"/>
            </a:xfrm>
            <a:custGeom>
              <a:avLst/>
              <a:gdLst>
                <a:gd name="T0" fmla="*/ 1 w 94"/>
                <a:gd name="T1" fmla="*/ 14 h 1818"/>
                <a:gd name="T2" fmla="*/ 1 w 94"/>
                <a:gd name="T3" fmla="*/ 14 h 1818"/>
                <a:gd name="T4" fmla="*/ 1 w 94"/>
                <a:gd name="T5" fmla="*/ 0 h 1818"/>
                <a:gd name="T6" fmla="*/ 0 w 94"/>
                <a:gd name="T7" fmla="*/ 0 h 1818"/>
                <a:gd name="T8" fmla="*/ 0 w 94"/>
                <a:gd name="T9" fmla="*/ 14 h 1818"/>
                <a:gd name="T10" fmla="*/ 0 w 94"/>
                <a:gd name="T11" fmla="*/ 14 h 1818"/>
                <a:gd name="T12" fmla="*/ 0 w 94"/>
                <a:gd name="T13" fmla="*/ 14 h 1818"/>
                <a:gd name="T14" fmla="*/ 0 w 94"/>
                <a:gd name="T15" fmla="*/ 14 h 1818"/>
                <a:gd name="T16" fmla="*/ 0 w 94"/>
                <a:gd name="T17" fmla="*/ 14 h 1818"/>
                <a:gd name="T18" fmla="*/ 0 w 94"/>
                <a:gd name="T19" fmla="*/ 15 h 1818"/>
                <a:gd name="T20" fmla="*/ 0 w 94"/>
                <a:gd name="T21" fmla="*/ 15 h 1818"/>
                <a:gd name="T22" fmla="*/ 1 w 94"/>
                <a:gd name="T23" fmla="*/ 15 h 1818"/>
                <a:gd name="T24" fmla="*/ 1 w 94"/>
                <a:gd name="T25" fmla="*/ 14 h 1818"/>
                <a:gd name="T26" fmla="*/ 1 w 94"/>
                <a:gd name="T27" fmla="*/ 14 h 1818"/>
                <a:gd name="T28" fmla="*/ 1 w 94"/>
                <a:gd name="T29" fmla="*/ 14 h 1818"/>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94"/>
                <a:gd name="T46" fmla="*/ 0 h 1818"/>
                <a:gd name="T47" fmla="*/ 94 w 94"/>
                <a:gd name="T48" fmla="*/ 1818 h 1818"/>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94" h="1818">
                  <a:moveTo>
                    <a:pt x="94" y="1771"/>
                  </a:moveTo>
                  <a:lnTo>
                    <a:pt x="94" y="1771"/>
                  </a:lnTo>
                  <a:lnTo>
                    <a:pt x="94" y="0"/>
                  </a:lnTo>
                  <a:lnTo>
                    <a:pt x="0" y="0"/>
                  </a:lnTo>
                  <a:lnTo>
                    <a:pt x="0" y="1771"/>
                  </a:lnTo>
                  <a:lnTo>
                    <a:pt x="3" y="1791"/>
                  </a:lnTo>
                  <a:lnTo>
                    <a:pt x="15" y="1806"/>
                  </a:lnTo>
                  <a:lnTo>
                    <a:pt x="29" y="1814"/>
                  </a:lnTo>
                  <a:lnTo>
                    <a:pt x="47" y="1818"/>
                  </a:lnTo>
                  <a:lnTo>
                    <a:pt x="64" y="1814"/>
                  </a:lnTo>
                  <a:lnTo>
                    <a:pt x="79" y="1806"/>
                  </a:lnTo>
                  <a:lnTo>
                    <a:pt x="90" y="1791"/>
                  </a:lnTo>
                  <a:lnTo>
                    <a:pt x="94" y="17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3694" name="Freeform 44"/>
            <p:cNvSpPr>
              <a:spLocks/>
            </p:cNvSpPr>
            <p:nvPr/>
          </p:nvSpPr>
          <p:spPr bwMode="auto">
            <a:xfrm>
              <a:off x="868" y="2067"/>
              <a:ext cx="90" cy="160"/>
            </a:xfrm>
            <a:custGeom>
              <a:avLst/>
              <a:gdLst>
                <a:gd name="T0" fmla="*/ 3 w 449"/>
                <a:gd name="T1" fmla="*/ 6 h 803"/>
                <a:gd name="T2" fmla="*/ 3 w 449"/>
                <a:gd name="T3" fmla="*/ 6 h 803"/>
                <a:gd name="T4" fmla="*/ 3 w 449"/>
                <a:gd name="T5" fmla="*/ 5 h 803"/>
                <a:gd name="T6" fmla="*/ 3 w 449"/>
                <a:gd name="T7" fmla="*/ 5 h 803"/>
                <a:gd name="T8" fmla="*/ 3 w 449"/>
                <a:gd name="T9" fmla="*/ 5 h 803"/>
                <a:gd name="T10" fmla="*/ 2 w 449"/>
                <a:gd name="T11" fmla="*/ 5 h 803"/>
                <a:gd name="T12" fmla="*/ 2 w 449"/>
                <a:gd name="T13" fmla="*/ 4 h 803"/>
                <a:gd name="T14" fmla="*/ 2 w 449"/>
                <a:gd name="T15" fmla="*/ 4 h 803"/>
                <a:gd name="T16" fmla="*/ 2 w 449"/>
                <a:gd name="T17" fmla="*/ 4 h 803"/>
                <a:gd name="T18" fmla="*/ 2 w 449"/>
                <a:gd name="T19" fmla="*/ 3 h 803"/>
                <a:gd name="T20" fmla="*/ 1 w 449"/>
                <a:gd name="T21" fmla="*/ 3 h 803"/>
                <a:gd name="T22" fmla="*/ 1 w 449"/>
                <a:gd name="T23" fmla="*/ 2 h 803"/>
                <a:gd name="T24" fmla="*/ 1 w 449"/>
                <a:gd name="T25" fmla="*/ 2 h 803"/>
                <a:gd name="T26" fmla="*/ 1 w 449"/>
                <a:gd name="T27" fmla="*/ 2 h 803"/>
                <a:gd name="T28" fmla="*/ 1 w 449"/>
                <a:gd name="T29" fmla="*/ 1 h 803"/>
                <a:gd name="T30" fmla="*/ 1 w 449"/>
                <a:gd name="T31" fmla="*/ 1 h 803"/>
                <a:gd name="T32" fmla="*/ 1 w 449"/>
                <a:gd name="T33" fmla="*/ 0 h 803"/>
                <a:gd name="T34" fmla="*/ 1 w 449"/>
                <a:gd name="T35" fmla="*/ 0 h 803"/>
                <a:gd name="T36" fmla="*/ 0 w 449"/>
                <a:gd name="T37" fmla="*/ 0 h 803"/>
                <a:gd name="T38" fmla="*/ 0 w 449"/>
                <a:gd name="T39" fmla="*/ 0 h 803"/>
                <a:gd name="T40" fmla="*/ 0 w 449"/>
                <a:gd name="T41" fmla="*/ 1 h 803"/>
                <a:gd name="T42" fmla="*/ 0 w 449"/>
                <a:gd name="T43" fmla="*/ 1 h 803"/>
                <a:gd name="T44" fmla="*/ 0 w 449"/>
                <a:gd name="T45" fmla="*/ 2 h 803"/>
                <a:gd name="T46" fmla="*/ 0 w 449"/>
                <a:gd name="T47" fmla="*/ 2 h 803"/>
                <a:gd name="T48" fmla="*/ 0 w 449"/>
                <a:gd name="T49" fmla="*/ 3 h 803"/>
                <a:gd name="T50" fmla="*/ 1 w 449"/>
                <a:gd name="T51" fmla="*/ 3 h 803"/>
                <a:gd name="T52" fmla="*/ 1 w 449"/>
                <a:gd name="T53" fmla="*/ 4 h 803"/>
                <a:gd name="T54" fmla="*/ 1 w 449"/>
                <a:gd name="T55" fmla="*/ 4 h 803"/>
                <a:gd name="T56" fmla="*/ 1 w 449"/>
                <a:gd name="T57" fmla="*/ 4 h 803"/>
                <a:gd name="T58" fmla="*/ 2 w 449"/>
                <a:gd name="T59" fmla="*/ 5 h 803"/>
                <a:gd name="T60" fmla="*/ 2 w 449"/>
                <a:gd name="T61" fmla="*/ 5 h 803"/>
                <a:gd name="T62" fmla="*/ 2 w 449"/>
                <a:gd name="T63" fmla="*/ 5 h 803"/>
                <a:gd name="T64" fmla="*/ 2 w 449"/>
                <a:gd name="T65" fmla="*/ 6 h 803"/>
                <a:gd name="T66" fmla="*/ 3 w 449"/>
                <a:gd name="T67" fmla="*/ 6 h 803"/>
                <a:gd name="T68" fmla="*/ 3 w 449"/>
                <a:gd name="T69" fmla="*/ 6 h 803"/>
                <a:gd name="T70" fmla="*/ 3 w 449"/>
                <a:gd name="T71" fmla="*/ 6 h 803"/>
                <a:gd name="T72" fmla="*/ 3 w 449"/>
                <a:gd name="T73" fmla="*/ 6 h 803"/>
                <a:gd name="T74" fmla="*/ 3 w 449"/>
                <a:gd name="T75" fmla="*/ 6 h 803"/>
                <a:gd name="T76" fmla="*/ 3 w 449"/>
                <a:gd name="T77" fmla="*/ 6 h 803"/>
                <a:gd name="T78" fmla="*/ 3 w 449"/>
                <a:gd name="T79" fmla="*/ 6 h 803"/>
                <a:gd name="T80" fmla="*/ 4 w 449"/>
                <a:gd name="T81" fmla="*/ 6 h 803"/>
                <a:gd name="T82" fmla="*/ 4 w 449"/>
                <a:gd name="T83" fmla="*/ 6 h 803"/>
                <a:gd name="T84" fmla="*/ 4 w 449"/>
                <a:gd name="T85" fmla="*/ 6 h 803"/>
                <a:gd name="T86" fmla="*/ 4 w 449"/>
                <a:gd name="T87" fmla="*/ 6 h 803"/>
                <a:gd name="T88" fmla="*/ 3 w 449"/>
                <a:gd name="T89" fmla="*/ 6 h 803"/>
                <a:gd name="T90" fmla="*/ 3 w 449"/>
                <a:gd name="T91" fmla="*/ 6 h 80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449"/>
                <a:gd name="T139" fmla="*/ 0 h 803"/>
                <a:gd name="T140" fmla="*/ 449 w 449"/>
                <a:gd name="T141" fmla="*/ 803 h 80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449" h="803">
                  <a:moveTo>
                    <a:pt x="426" y="717"/>
                  </a:moveTo>
                  <a:lnTo>
                    <a:pt x="427" y="717"/>
                  </a:lnTo>
                  <a:lnTo>
                    <a:pt x="395" y="693"/>
                  </a:lnTo>
                  <a:lnTo>
                    <a:pt x="361" y="662"/>
                  </a:lnTo>
                  <a:lnTo>
                    <a:pt x="329" y="628"/>
                  </a:lnTo>
                  <a:lnTo>
                    <a:pt x="299" y="591"/>
                  </a:lnTo>
                  <a:lnTo>
                    <a:pt x="269" y="551"/>
                  </a:lnTo>
                  <a:lnTo>
                    <a:pt x="241" y="507"/>
                  </a:lnTo>
                  <a:lnTo>
                    <a:pt x="215" y="460"/>
                  </a:lnTo>
                  <a:lnTo>
                    <a:pt x="191" y="412"/>
                  </a:lnTo>
                  <a:lnTo>
                    <a:pt x="170" y="363"/>
                  </a:lnTo>
                  <a:lnTo>
                    <a:pt x="151" y="312"/>
                  </a:lnTo>
                  <a:lnTo>
                    <a:pt x="133" y="259"/>
                  </a:lnTo>
                  <a:lnTo>
                    <a:pt x="119" y="207"/>
                  </a:lnTo>
                  <a:lnTo>
                    <a:pt x="108" y="156"/>
                  </a:lnTo>
                  <a:lnTo>
                    <a:pt x="101" y="103"/>
                  </a:lnTo>
                  <a:lnTo>
                    <a:pt x="96" y="51"/>
                  </a:lnTo>
                  <a:lnTo>
                    <a:pt x="94" y="0"/>
                  </a:lnTo>
                  <a:lnTo>
                    <a:pt x="0" y="0"/>
                  </a:lnTo>
                  <a:lnTo>
                    <a:pt x="2" y="56"/>
                  </a:lnTo>
                  <a:lnTo>
                    <a:pt x="7" y="115"/>
                  </a:lnTo>
                  <a:lnTo>
                    <a:pt x="16" y="172"/>
                  </a:lnTo>
                  <a:lnTo>
                    <a:pt x="28" y="231"/>
                  </a:lnTo>
                  <a:lnTo>
                    <a:pt x="44" y="287"/>
                  </a:lnTo>
                  <a:lnTo>
                    <a:pt x="62" y="342"/>
                  </a:lnTo>
                  <a:lnTo>
                    <a:pt x="83" y="398"/>
                  </a:lnTo>
                  <a:lnTo>
                    <a:pt x="106" y="452"/>
                  </a:lnTo>
                  <a:lnTo>
                    <a:pt x="133" y="505"/>
                  </a:lnTo>
                  <a:lnTo>
                    <a:pt x="161" y="554"/>
                  </a:lnTo>
                  <a:lnTo>
                    <a:pt x="192" y="602"/>
                  </a:lnTo>
                  <a:lnTo>
                    <a:pt x="224" y="647"/>
                  </a:lnTo>
                  <a:lnTo>
                    <a:pt x="259" y="689"/>
                  </a:lnTo>
                  <a:lnTo>
                    <a:pt x="295" y="728"/>
                  </a:lnTo>
                  <a:lnTo>
                    <a:pt x="334" y="763"/>
                  </a:lnTo>
                  <a:lnTo>
                    <a:pt x="374" y="795"/>
                  </a:lnTo>
                  <a:lnTo>
                    <a:pt x="375" y="795"/>
                  </a:lnTo>
                  <a:lnTo>
                    <a:pt x="374" y="795"/>
                  </a:lnTo>
                  <a:lnTo>
                    <a:pt x="392" y="803"/>
                  </a:lnTo>
                  <a:lnTo>
                    <a:pt x="411" y="803"/>
                  </a:lnTo>
                  <a:lnTo>
                    <a:pt x="426" y="795"/>
                  </a:lnTo>
                  <a:lnTo>
                    <a:pt x="439" y="782"/>
                  </a:lnTo>
                  <a:lnTo>
                    <a:pt x="446" y="766"/>
                  </a:lnTo>
                  <a:lnTo>
                    <a:pt x="449" y="749"/>
                  </a:lnTo>
                  <a:lnTo>
                    <a:pt x="441" y="732"/>
                  </a:lnTo>
                  <a:lnTo>
                    <a:pt x="427" y="717"/>
                  </a:lnTo>
                  <a:lnTo>
                    <a:pt x="426" y="71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3695" name="Freeform 45"/>
            <p:cNvSpPr>
              <a:spLocks/>
            </p:cNvSpPr>
            <p:nvPr/>
          </p:nvSpPr>
          <p:spPr bwMode="auto">
            <a:xfrm>
              <a:off x="883" y="1673"/>
              <a:ext cx="379" cy="690"/>
            </a:xfrm>
            <a:custGeom>
              <a:avLst/>
              <a:gdLst>
                <a:gd name="T0" fmla="*/ 12 w 1897"/>
                <a:gd name="T1" fmla="*/ 6 h 3450"/>
                <a:gd name="T2" fmla="*/ 13 w 1897"/>
                <a:gd name="T3" fmla="*/ 7 h 3450"/>
                <a:gd name="T4" fmla="*/ 13 w 1897"/>
                <a:gd name="T5" fmla="*/ 7 h 3450"/>
                <a:gd name="T6" fmla="*/ 14 w 1897"/>
                <a:gd name="T7" fmla="*/ 8 h 3450"/>
                <a:gd name="T8" fmla="*/ 14 w 1897"/>
                <a:gd name="T9" fmla="*/ 9 h 3450"/>
                <a:gd name="T10" fmla="*/ 15 w 1897"/>
                <a:gd name="T11" fmla="*/ 10 h 3450"/>
                <a:gd name="T12" fmla="*/ 15 w 1897"/>
                <a:gd name="T13" fmla="*/ 11 h 3450"/>
                <a:gd name="T14" fmla="*/ 15 w 1897"/>
                <a:gd name="T15" fmla="*/ 11 h 3450"/>
                <a:gd name="T16" fmla="*/ 15 w 1897"/>
                <a:gd name="T17" fmla="*/ 12 h 3450"/>
                <a:gd name="T18" fmla="*/ 15 w 1897"/>
                <a:gd name="T19" fmla="*/ 26 h 3450"/>
                <a:gd name="T20" fmla="*/ 15 w 1897"/>
                <a:gd name="T21" fmla="*/ 26 h 3450"/>
                <a:gd name="T22" fmla="*/ 15 w 1897"/>
                <a:gd name="T23" fmla="*/ 27 h 3450"/>
                <a:gd name="T24" fmla="*/ 15 w 1897"/>
                <a:gd name="T25" fmla="*/ 27 h 3450"/>
                <a:gd name="T26" fmla="*/ 14 w 1897"/>
                <a:gd name="T27" fmla="*/ 27 h 3450"/>
                <a:gd name="T28" fmla="*/ 14 w 1897"/>
                <a:gd name="T29" fmla="*/ 28 h 3450"/>
                <a:gd name="T30" fmla="*/ 13 w 1897"/>
                <a:gd name="T31" fmla="*/ 28 h 3450"/>
                <a:gd name="T32" fmla="*/ 13 w 1897"/>
                <a:gd name="T33" fmla="*/ 27 h 3450"/>
                <a:gd name="T34" fmla="*/ 3 w 1897"/>
                <a:gd name="T35" fmla="*/ 21 h 3450"/>
                <a:gd name="T36" fmla="*/ 2 w 1897"/>
                <a:gd name="T37" fmla="*/ 21 h 3450"/>
                <a:gd name="T38" fmla="*/ 2 w 1897"/>
                <a:gd name="T39" fmla="*/ 20 h 3450"/>
                <a:gd name="T40" fmla="*/ 1 w 1897"/>
                <a:gd name="T41" fmla="*/ 19 h 3450"/>
                <a:gd name="T42" fmla="*/ 1 w 1897"/>
                <a:gd name="T43" fmla="*/ 19 h 3450"/>
                <a:gd name="T44" fmla="*/ 0 w 1897"/>
                <a:gd name="T45" fmla="*/ 18 h 3450"/>
                <a:gd name="T46" fmla="*/ 0 w 1897"/>
                <a:gd name="T47" fmla="*/ 17 h 3450"/>
                <a:gd name="T48" fmla="*/ 0 w 1897"/>
                <a:gd name="T49" fmla="*/ 16 h 3450"/>
                <a:gd name="T50" fmla="*/ 0 w 1897"/>
                <a:gd name="T51" fmla="*/ 15 h 3450"/>
                <a:gd name="T52" fmla="*/ 0 w 1897"/>
                <a:gd name="T53" fmla="*/ 2 h 3450"/>
                <a:gd name="T54" fmla="*/ 0 w 1897"/>
                <a:gd name="T55" fmla="*/ 1 h 3450"/>
                <a:gd name="T56" fmla="*/ 0 w 1897"/>
                <a:gd name="T57" fmla="*/ 1 h 3450"/>
                <a:gd name="T58" fmla="*/ 1 w 1897"/>
                <a:gd name="T59" fmla="*/ 0 h 3450"/>
                <a:gd name="T60" fmla="*/ 1 w 1897"/>
                <a:gd name="T61" fmla="*/ 0 h 3450"/>
                <a:gd name="T62" fmla="*/ 1 w 1897"/>
                <a:gd name="T63" fmla="*/ 0 h 3450"/>
                <a:gd name="T64" fmla="*/ 2 w 1897"/>
                <a:gd name="T65" fmla="*/ 0 h 3450"/>
                <a:gd name="T66" fmla="*/ 3 w 1897"/>
                <a:gd name="T67" fmla="*/ 0 h 3450"/>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897"/>
                <a:gd name="T103" fmla="*/ 0 h 3450"/>
                <a:gd name="T104" fmla="*/ 1897 w 1897"/>
                <a:gd name="T105" fmla="*/ 3450 h 3450"/>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897" h="3450">
                  <a:moveTo>
                    <a:pt x="357" y="49"/>
                  </a:moveTo>
                  <a:lnTo>
                    <a:pt x="1542" y="806"/>
                  </a:lnTo>
                  <a:lnTo>
                    <a:pt x="1579" y="832"/>
                  </a:lnTo>
                  <a:lnTo>
                    <a:pt x="1614" y="861"/>
                  </a:lnTo>
                  <a:lnTo>
                    <a:pt x="1648" y="895"/>
                  </a:lnTo>
                  <a:lnTo>
                    <a:pt x="1681" y="933"/>
                  </a:lnTo>
                  <a:lnTo>
                    <a:pt x="1711" y="973"/>
                  </a:lnTo>
                  <a:lnTo>
                    <a:pt x="1740" y="1016"/>
                  </a:lnTo>
                  <a:lnTo>
                    <a:pt x="1768" y="1062"/>
                  </a:lnTo>
                  <a:lnTo>
                    <a:pt x="1793" y="1109"/>
                  </a:lnTo>
                  <a:lnTo>
                    <a:pt x="1816" y="1158"/>
                  </a:lnTo>
                  <a:lnTo>
                    <a:pt x="1836" y="1208"/>
                  </a:lnTo>
                  <a:lnTo>
                    <a:pt x="1854" y="1260"/>
                  </a:lnTo>
                  <a:lnTo>
                    <a:pt x="1869" y="1313"/>
                  </a:lnTo>
                  <a:lnTo>
                    <a:pt x="1881" y="1364"/>
                  </a:lnTo>
                  <a:lnTo>
                    <a:pt x="1890" y="1417"/>
                  </a:lnTo>
                  <a:lnTo>
                    <a:pt x="1895" y="1469"/>
                  </a:lnTo>
                  <a:lnTo>
                    <a:pt x="1897" y="1519"/>
                  </a:lnTo>
                  <a:lnTo>
                    <a:pt x="1897" y="3142"/>
                  </a:lnTo>
                  <a:lnTo>
                    <a:pt x="1895" y="3190"/>
                  </a:lnTo>
                  <a:lnTo>
                    <a:pt x="1890" y="3235"/>
                  </a:lnTo>
                  <a:lnTo>
                    <a:pt x="1881" y="3276"/>
                  </a:lnTo>
                  <a:lnTo>
                    <a:pt x="1869" y="3313"/>
                  </a:lnTo>
                  <a:lnTo>
                    <a:pt x="1854" y="3346"/>
                  </a:lnTo>
                  <a:lnTo>
                    <a:pt x="1836" y="3375"/>
                  </a:lnTo>
                  <a:lnTo>
                    <a:pt x="1816" y="3398"/>
                  </a:lnTo>
                  <a:lnTo>
                    <a:pt x="1793" y="3418"/>
                  </a:lnTo>
                  <a:lnTo>
                    <a:pt x="1768" y="3434"/>
                  </a:lnTo>
                  <a:lnTo>
                    <a:pt x="1740" y="3444"/>
                  </a:lnTo>
                  <a:lnTo>
                    <a:pt x="1711" y="3450"/>
                  </a:lnTo>
                  <a:lnTo>
                    <a:pt x="1681" y="3450"/>
                  </a:lnTo>
                  <a:lnTo>
                    <a:pt x="1648" y="3445"/>
                  </a:lnTo>
                  <a:lnTo>
                    <a:pt x="1614" y="3436"/>
                  </a:lnTo>
                  <a:lnTo>
                    <a:pt x="1579" y="3421"/>
                  </a:lnTo>
                  <a:lnTo>
                    <a:pt x="1542" y="3400"/>
                  </a:lnTo>
                  <a:lnTo>
                    <a:pt x="357" y="2643"/>
                  </a:lnTo>
                  <a:lnTo>
                    <a:pt x="320" y="2618"/>
                  </a:lnTo>
                  <a:lnTo>
                    <a:pt x="285" y="2588"/>
                  </a:lnTo>
                  <a:lnTo>
                    <a:pt x="251" y="2554"/>
                  </a:lnTo>
                  <a:lnTo>
                    <a:pt x="218" y="2517"/>
                  </a:lnTo>
                  <a:lnTo>
                    <a:pt x="187" y="2477"/>
                  </a:lnTo>
                  <a:lnTo>
                    <a:pt x="157" y="2433"/>
                  </a:lnTo>
                  <a:lnTo>
                    <a:pt x="130" y="2388"/>
                  </a:lnTo>
                  <a:lnTo>
                    <a:pt x="105" y="2341"/>
                  </a:lnTo>
                  <a:lnTo>
                    <a:pt x="81" y="2292"/>
                  </a:lnTo>
                  <a:lnTo>
                    <a:pt x="61" y="2241"/>
                  </a:lnTo>
                  <a:lnTo>
                    <a:pt x="44" y="2190"/>
                  </a:lnTo>
                  <a:lnTo>
                    <a:pt x="29" y="2138"/>
                  </a:lnTo>
                  <a:lnTo>
                    <a:pt x="17" y="2085"/>
                  </a:lnTo>
                  <a:lnTo>
                    <a:pt x="7" y="2033"/>
                  </a:lnTo>
                  <a:lnTo>
                    <a:pt x="3" y="1981"/>
                  </a:lnTo>
                  <a:lnTo>
                    <a:pt x="0" y="1931"/>
                  </a:lnTo>
                  <a:lnTo>
                    <a:pt x="0" y="308"/>
                  </a:lnTo>
                  <a:lnTo>
                    <a:pt x="3" y="260"/>
                  </a:lnTo>
                  <a:lnTo>
                    <a:pt x="7" y="215"/>
                  </a:lnTo>
                  <a:lnTo>
                    <a:pt x="17" y="174"/>
                  </a:lnTo>
                  <a:lnTo>
                    <a:pt x="29" y="137"/>
                  </a:lnTo>
                  <a:lnTo>
                    <a:pt x="44" y="104"/>
                  </a:lnTo>
                  <a:lnTo>
                    <a:pt x="61" y="76"/>
                  </a:lnTo>
                  <a:lnTo>
                    <a:pt x="81" y="51"/>
                  </a:lnTo>
                  <a:lnTo>
                    <a:pt x="105" y="31"/>
                  </a:lnTo>
                  <a:lnTo>
                    <a:pt x="130" y="16"/>
                  </a:lnTo>
                  <a:lnTo>
                    <a:pt x="157" y="5"/>
                  </a:lnTo>
                  <a:lnTo>
                    <a:pt x="187" y="0"/>
                  </a:lnTo>
                  <a:lnTo>
                    <a:pt x="218" y="0"/>
                  </a:lnTo>
                  <a:lnTo>
                    <a:pt x="251" y="3"/>
                  </a:lnTo>
                  <a:lnTo>
                    <a:pt x="285" y="14"/>
                  </a:lnTo>
                  <a:lnTo>
                    <a:pt x="320" y="29"/>
                  </a:lnTo>
                  <a:lnTo>
                    <a:pt x="357" y="49"/>
                  </a:lnTo>
                  <a:close/>
                </a:path>
              </a:pathLst>
            </a:custGeom>
            <a:solidFill>
              <a:srgbClr val="BFBFB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3696" name="Freeform 46"/>
            <p:cNvSpPr>
              <a:spLocks/>
            </p:cNvSpPr>
            <p:nvPr/>
          </p:nvSpPr>
          <p:spPr bwMode="auto">
            <a:xfrm>
              <a:off x="1268" y="1663"/>
              <a:ext cx="393" cy="711"/>
            </a:xfrm>
            <a:custGeom>
              <a:avLst/>
              <a:gdLst>
                <a:gd name="T0" fmla="*/ 3 w 1962"/>
                <a:gd name="T1" fmla="*/ 7 h 3555"/>
                <a:gd name="T2" fmla="*/ 2 w 1962"/>
                <a:gd name="T3" fmla="*/ 7 h 3555"/>
                <a:gd name="T4" fmla="*/ 2 w 1962"/>
                <a:gd name="T5" fmla="*/ 8 h 3555"/>
                <a:gd name="T6" fmla="*/ 1 w 1962"/>
                <a:gd name="T7" fmla="*/ 8 h 3555"/>
                <a:gd name="T8" fmla="*/ 1 w 1962"/>
                <a:gd name="T9" fmla="*/ 9 h 3555"/>
                <a:gd name="T10" fmla="*/ 1 w 1962"/>
                <a:gd name="T11" fmla="*/ 10 h 3555"/>
                <a:gd name="T12" fmla="*/ 0 w 1962"/>
                <a:gd name="T13" fmla="*/ 11 h 3555"/>
                <a:gd name="T14" fmla="*/ 0 w 1962"/>
                <a:gd name="T15" fmla="*/ 12 h 3555"/>
                <a:gd name="T16" fmla="*/ 0 w 1962"/>
                <a:gd name="T17" fmla="*/ 13 h 3555"/>
                <a:gd name="T18" fmla="*/ 0 w 1962"/>
                <a:gd name="T19" fmla="*/ 26 h 3555"/>
                <a:gd name="T20" fmla="*/ 0 w 1962"/>
                <a:gd name="T21" fmla="*/ 27 h 3555"/>
                <a:gd name="T22" fmla="*/ 0 w 1962"/>
                <a:gd name="T23" fmla="*/ 28 h 3555"/>
                <a:gd name="T24" fmla="*/ 1 w 1962"/>
                <a:gd name="T25" fmla="*/ 28 h 3555"/>
                <a:gd name="T26" fmla="*/ 1 w 1962"/>
                <a:gd name="T27" fmla="*/ 28 h 3555"/>
                <a:gd name="T28" fmla="*/ 2 w 1962"/>
                <a:gd name="T29" fmla="*/ 28 h 3555"/>
                <a:gd name="T30" fmla="*/ 2 w 1962"/>
                <a:gd name="T31" fmla="*/ 28 h 3555"/>
                <a:gd name="T32" fmla="*/ 3 w 1962"/>
                <a:gd name="T33" fmla="*/ 28 h 3555"/>
                <a:gd name="T34" fmla="*/ 13 w 1962"/>
                <a:gd name="T35" fmla="*/ 22 h 3555"/>
                <a:gd name="T36" fmla="*/ 13 w 1962"/>
                <a:gd name="T37" fmla="*/ 21 h 3555"/>
                <a:gd name="T38" fmla="*/ 14 w 1962"/>
                <a:gd name="T39" fmla="*/ 21 h 3555"/>
                <a:gd name="T40" fmla="*/ 14 w 1962"/>
                <a:gd name="T41" fmla="*/ 20 h 3555"/>
                <a:gd name="T42" fmla="*/ 15 w 1962"/>
                <a:gd name="T43" fmla="*/ 19 h 3555"/>
                <a:gd name="T44" fmla="*/ 15 w 1962"/>
                <a:gd name="T45" fmla="*/ 18 h 3555"/>
                <a:gd name="T46" fmla="*/ 16 w 1962"/>
                <a:gd name="T47" fmla="*/ 18 h 3555"/>
                <a:gd name="T48" fmla="*/ 16 w 1962"/>
                <a:gd name="T49" fmla="*/ 17 h 3555"/>
                <a:gd name="T50" fmla="*/ 16 w 1962"/>
                <a:gd name="T51" fmla="*/ 16 h 3555"/>
                <a:gd name="T52" fmla="*/ 16 w 1962"/>
                <a:gd name="T53" fmla="*/ 2 h 3555"/>
                <a:gd name="T54" fmla="*/ 16 w 1962"/>
                <a:gd name="T55" fmla="*/ 1 h 3555"/>
                <a:gd name="T56" fmla="*/ 15 w 1962"/>
                <a:gd name="T57" fmla="*/ 1 h 3555"/>
                <a:gd name="T58" fmla="*/ 15 w 1962"/>
                <a:gd name="T59" fmla="*/ 0 h 3555"/>
                <a:gd name="T60" fmla="*/ 15 w 1962"/>
                <a:gd name="T61" fmla="*/ 0 h 3555"/>
                <a:gd name="T62" fmla="*/ 14 w 1962"/>
                <a:gd name="T63" fmla="*/ 0 h 3555"/>
                <a:gd name="T64" fmla="*/ 14 w 1962"/>
                <a:gd name="T65" fmla="*/ 0 h 3555"/>
                <a:gd name="T66" fmla="*/ 13 w 1962"/>
                <a:gd name="T67" fmla="*/ 0 h 3555"/>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962"/>
                <a:gd name="T103" fmla="*/ 0 h 3555"/>
                <a:gd name="T104" fmla="*/ 1962 w 1962"/>
                <a:gd name="T105" fmla="*/ 3555 h 3555"/>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962" h="3555">
                  <a:moveTo>
                    <a:pt x="1594" y="50"/>
                  </a:moveTo>
                  <a:lnTo>
                    <a:pt x="368" y="831"/>
                  </a:lnTo>
                  <a:lnTo>
                    <a:pt x="330" y="858"/>
                  </a:lnTo>
                  <a:lnTo>
                    <a:pt x="294" y="888"/>
                  </a:lnTo>
                  <a:lnTo>
                    <a:pt x="259" y="922"/>
                  </a:lnTo>
                  <a:lnTo>
                    <a:pt x="225" y="961"/>
                  </a:lnTo>
                  <a:lnTo>
                    <a:pt x="193" y="1003"/>
                  </a:lnTo>
                  <a:lnTo>
                    <a:pt x="163" y="1047"/>
                  </a:lnTo>
                  <a:lnTo>
                    <a:pt x="133" y="1094"/>
                  </a:lnTo>
                  <a:lnTo>
                    <a:pt x="108" y="1143"/>
                  </a:lnTo>
                  <a:lnTo>
                    <a:pt x="84" y="1193"/>
                  </a:lnTo>
                  <a:lnTo>
                    <a:pt x="63" y="1246"/>
                  </a:lnTo>
                  <a:lnTo>
                    <a:pt x="44" y="1299"/>
                  </a:lnTo>
                  <a:lnTo>
                    <a:pt x="29" y="1353"/>
                  </a:lnTo>
                  <a:lnTo>
                    <a:pt x="16" y="1405"/>
                  </a:lnTo>
                  <a:lnTo>
                    <a:pt x="7" y="1459"/>
                  </a:lnTo>
                  <a:lnTo>
                    <a:pt x="2" y="1512"/>
                  </a:lnTo>
                  <a:lnTo>
                    <a:pt x="0" y="1565"/>
                  </a:lnTo>
                  <a:lnTo>
                    <a:pt x="0" y="3237"/>
                  </a:lnTo>
                  <a:lnTo>
                    <a:pt x="2" y="3287"/>
                  </a:lnTo>
                  <a:lnTo>
                    <a:pt x="7" y="3333"/>
                  </a:lnTo>
                  <a:lnTo>
                    <a:pt x="16" y="3375"/>
                  </a:lnTo>
                  <a:lnTo>
                    <a:pt x="29" y="3413"/>
                  </a:lnTo>
                  <a:lnTo>
                    <a:pt x="44" y="3447"/>
                  </a:lnTo>
                  <a:lnTo>
                    <a:pt x="63" y="3477"/>
                  </a:lnTo>
                  <a:lnTo>
                    <a:pt x="84" y="3502"/>
                  </a:lnTo>
                  <a:lnTo>
                    <a:pt x="108" y="3522"/>
                  </a:lnTo>
                  <a:lnTo>
                    <a:pt x="133" y="3538"/>
                  </a:lnTo>
                  <a:lnTo>
                    <a:pt x="163" y="3549"/>
                  </a:lnTo>
                  <a:lnTo>
                    <a:pt x="193" y="3555"/>
                  </a:lnTo>
                  <a:lnTo>
                    <a:pt x="225" y="3555"/>
                  </a:lnTo>
                  <a:lnTo>
                    <a:pt x="259" y="3550"/>
                  </a:lnTo>
                  <a:lnTo>
                    <a:pt x="294" y="3541"/>
                  </a:lnTo>
                  <a:lnTo>
                    <a:pt x="330" y="3524"/>
                  </a:lnTo>
                  <a:lnTo>
                    <a:pt x="368" y="3503"/>
                  </a:lnTo>
                  <a:lnTo>
                    <a:pt x="1594" y="2722"/>
                  </a:lnTo>
                  <a:lnTo>
                    <a:pt x="1632" y="2696"/>
                  </a:lnTo>
                  <a:lnTo>
                    <a:pt x="1668" y="2665"/>
                  </a:lnTo>
                  <a:lnTo>
                    <a:pt x="1703" y="2631"/>
                  </a:lnTo>
                  <a:lnTo>
                    <a:pt x="1737" y="2592"/>
                  </a:lnTo>
                  <a:lnTo>
                    <a:pt x="1769" y="2551"/>
                  </a:lnTo>
                  <a:lnTo>
                    <a:pt x="1799" y="2506"/>
                  </a:lnTo>
                  <a:lnTo>
                    <a:pt x="1829" y="2460"/>
                  </a:lnTo>
                  <a:lnTo>
                    <a:pt x="1854" y="2411"/>
                  </a:lnTo>
                  <a:lnTo>
                    <a:pt x="1878" y="2361"/>
                  </a:lnTo>
                  <a:lnTo>
                    <a:pt x="1899" y="2308"/>
                  </a:lnTo>
                  <a:lnTo>
                    <a:pt x="1918" y="2256"/>
                  </a:lnTo>
                  <a:lnTo>
                    <a:pt x="1933" y="2202"/>
                  </a:lnTo>
                  <a:lnTo>
                    <a:pt x="1946" y="2149"/>
                  </a:lnTo>
                  <a:lnTo>
                    <a:pt x="1955" y="2095"/>
                  </a:lnTo>
                  <a:lnTo>
                    <a:pt x="1960" y="2042"/>
                  </a:lnTo>
                  <a:lnTo>
                    <a:pt x="1962" y="1989"/>
                  </a:lnTo>
                  <a:lnTo>
                    <a:pt x="1962" y="319"/>
                  </a:lnTo>
                  <a:lnTo>
                    <a:pt x="1960" y="269"/>
                  </a:lnTo>
                  <a:lnTo>
                    <a:pt x="1955" y="223"/>
                  </a:lnTo>
                  <a:lnTo>
                    <a:pt x="1946" y="180"/>
                  </a:lnTo>
                  <a:lnTo>
                    <a:pt x="1933" y="143"/>
                  </a:lnTo>
                  <a:lnTo>
                    <a:pt x="1918" y="109"/>
                  </a:lnTo>
                  <a:lnTo>
                    <a:pt x="1899" y="79"/>
                  </a:lnTo>
                  <a:lnTo>
                    <a:pt x="1878" y="54"/>
                  </a:lnTo>
                  <a:lnTo>
                    <a:pt x="1854" y="33"/>
                  </a:lnTo>
                  <a:lnTo>
                    <a:pt x="1829" y="17"/>
                  </a:lnTo>
                  <a:lnTo>
                    <a:pt x="1799" y="7"/>
                  </a:lnTo>
                  <a:lnTo>
                    <a:pt x="1769" y="0"/>
                  </a:lnTo>
                  <a:lnTo>
                    <a:pt x="1737" y="0"/>
                  </a:lnTo>
                  <a:lnTo>
                    <a:pt x="1703" y="4"/>
                  </a:lnTo>
                  <a:lnTo>
                    <a:pt x="1668" y="14"/>
                  </a:lnTo>
                  <a:lnTo>
                    <a:pt x="1632" y="29"/>
                  </a:lnTo>
                  <a:lnTo>
                    <a:pt x="1594" y="50"/>
                  </a:lnTo>
                  <a:close/>
                </a:path>
              </a:pathLst>
            </a:custGeom>
            <a:solidFill>
              <a:srgbClr val="E5E5E5"/>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3697" name="Freeform 47"/>
            <p:cNvSpPr>
              <a:spLocks noEditPoints="1"/>
            </p:cNvSpPr>
            <p:nvPr/>
          </p:nvSpPr>
          <p:spPr bwMode="auto">
            <a:xfrm>
              <a:off x="916" y="1589"/>
              <a:ext cx="697" cy="698"/>
            </a:xfrm>
            <a:custGeom>
              <a:avLst/>
              <a:gdLst>
                <a:gd name="T0" fmla="*/ 16 w 3485"/>
                <a:gd name="T1" fmla="*/ 0 h 3490"/>
                <a:gd name="T2" fmla="*/ 17 w 3485"/>
                <a:gd name="T3" fmla="*/ 2 h 3490"/>
                <a:gd name="T4" fmla="*/ 17 w 3485"/>
                <a:gd name="T5" fmla="*/ 3 h 3490"/>
                <a:gd name="T6" fmla="*/ 14 w 3485"/>
                <a:gd name="T7" fmla="*/ 4 h 3490"/>
                <a:gd name="T8" fmla="*/ 12 w 3485"/>
                <a:gd name="T9" fmla="*/ 4 h 3490"/>
                <a:gd name="T10" fmla="*/ 11 w 3485"/>
                <a:gd name="T11" fmla="*/ 2 h 3490"/>
                <a:gd name="T12" fmla="*/ 11 w 3485"/>
                <a:gd name="T13" fmla="*/ 1 h 3490"/>
                <a:gd name="T14" fmla="*/ 14 w 3485"/>
                <a:gd name="T15" fmla="*/ 0 h 3490"/>
                <a:gd name="T16" fmla="*/ 3 w 3485"/>
                <a:gd name="T17" fmla="*/ 7 h 3490"/>
                <a:gd name="T18" fmla="*/ 4 w 3485"/>
                <a:gd name="T19" fmla="*/ 9 h 3490"/>
                <a:gd name="T20" fmla="*/ 3 w 3485"/>
                <a:gd name="T21" fmla="*/ 12 h 3490"/>
                <a:gd name="T22" fmla="*/ 2 w 3485"/>
                <a:gd name="T23" fmla="*/ 13 h 3490"/>
                <a:gd name="T24" fmla="*/ 1 w 3485"/>
                <a:gd name="T25" fmla="*/ 12 h 3490"/>
                <a:gd name="T26" fmla="*/ 0 w 3485"/>
                <a:gd name="T27" fmla="*/ 10 h 3490"/>
                <a:gd name="T28" fmla="*/ 0 w 3485"/>
                <a:gd name="T29" fmla="*/ 8 h 3490"/>
                <a:gd name="T30" fmla="*/ 2 w 3485"/>
                <a:gd name="T31" fmla="*/ 6 h 3490"/>
                <a:gd name="T32" fmla="*/ 10 w 3485"/>
                <a:gd name="T33" fmla="*/ 20 h 3490"/>
                <a:gd name="T34" fmla="*/ 11 w 3485"/>
                <a:gd name="T35" fmla="*/ 22 h 3490"/>
                <a:gd name="T36" fmla="*/ 11 w 3485"/>
                <a:gd name="T37" fmla="*/ 25 h 3490"/>
                <a:gd name="T38" fmla="*/ 10 w 3485"/>
                <a:gd name="T39" fmla="*/ 27 h 3490"/>
                <a:gd name="T40" fmla="*/ 8 w 3485"/>
                <a:gd name="T41" fmla="*/ 26 h 3490"/>
                <a:gd name="T42" fmla="*/ 7 w 3485"/>
                <a:gd name="T43" fmla="*/ 24 h 3490"/>
                <a:gd name="T44" fmla="*/ 7 w 3485"/>
                <a:gd name="T45" fmla="*/ 22 h 3490"/>
                <a:gd name="T46" fmla="*/ 8 w 3485"/>
                <a:gd name="T47" fmla="*/ 20 h 3490"/>
                <a:gd name="T48" fmla="*/ 20 w 3485"/>
                <a:gd name="T49" fmla="*/ 21 h 3490"/>
                <a:gd name="T50" fmla="*/ 21 w 3485"/>
                <a:gd name="T51" fmla="*/ 23 h 3490"/>
                <a:gd name="T52" fmla="*/ 21 w 3485"/>
                <a:gd name="T53" fmla="*/ 26 h 3490"/>
                <a:gd name="T54" fmla="*/ 20 w 3485"/>
                <a:gd name="T55" fmla="*/ 28 h 3490"/>
                <a:gd name="T56" fmla="*/ 18 w 3485"/>
                <a:gd name="T57" fmla="*/ 28 h 3490"/>
                <a:gd name="T58" fmla="*/ 17 w 3485"/>
                <a:gd name="T59" fmla="*/ 26 h 3490"/>
                <a:gd name="T60" fmla="*/ 17 w 3485"/>
                <a:gd name="T61" fmla="*/ 23 h 3490"/>
                <a:gd name="T62" fmla="*/ 18 w 3485"/>
                <a:gd name="T63" fmla="*/ 21 h 3490"/>
                <a:gd name="T64" fmla="*/ 19 w 3485"/>
                <a:gd name="T65" fmla="*/ 11 h 3490"/>
                <a:gd name="T66" fmla="*/ 20 w 3485"/>
                <a:gd name="T67" fmla="*/ 13 h 3490"/>
                <a:gd name="T68" fmla="*/ 21 w 3485"/>
                <a:gd name="T69" fmla="*/ 15 h 3490"/>
                <a:gd name="T70" fmla="*/ 20 w 3485"/>
                <a:gd name="T71" fmla="*/ 17 h 3490"/>
                <a:gd name="T72" fmla="*/ 18 w 3485"/>
                <a:gd name="T73" fmla="*/ 17 h 3490"/>
                <a:gd name="T74" fmla="*/ 17 w 3485"/>
                <a:gd name="T75" fmla="*/ 16 h 3490"/>
                <a:gd name="T76" fmla="*/ 17 w 3485"/>
                <a:gd name="T77" fmla="*/ 13 h 3490"/>
                <a:gd name="T78" fmla="*/ 18 w 3485"/>
                <a:gd name="T79" fmla="*/ 11 h 3490"/>
                <a:gd name="T80" fmla="*/ 26 w 3485"/>
                <a:gd name="T81" fmla="*/ 7 h 3490"/>
                <a:gd name="T82" fmla="*/ 27 w 3485"/>
                <a:gd name="T83" fmla="*/ 8 h 3490"/>
                <a:gd name="T84" fmla="*/ 27 w 3485"/>
                <a:gd name="T85" fmla="*/ 11 h 3490"/>
                <a:gd name="T86" fmla="*/ 26 w 3485"/>
                <a:gd name="T87" fmla="*/ 13 h 3490"/>
                <a:gd name="T88" fmla="*/ 25 w 3485"/>
                <a:gd name="T89" fmla="*/ 13 h 3490"/>
                <a:gd name="T90" fmla="*/ 24 w 3485"/>
                <a:gd name="T91" fmla="*/ 12 h 3490"/>
                <a:gd name="T92" fmla="*/ 24 w 3485"/>
                <a:gd name="T93" fmla="*/ 9 h 3490"/>
                <a:gd name="T94" fmla="*/ 24 w 3485"/>
                <a:gd name="T95" fmla="*/ 7 h 3490"/>
                <a:gd name="T96" fmla="*/ 26 w 3485"/>
                <a:gd name="T97" fmla="*/ 17 h 3490"/>
                <a:gd name="T98" fmla="*/ 27 w 3485"/>
                <a:gd name="T99" fmla="*/ 18 h 3490"/>
                <a:gd name="T100" fmla="*/ 28 w 3485"/>
                <a:gd name="T101" fmla="*/ 21 h 3490"/>
                <a:gd name="T102" fmla="*/ 27 w 3485"/>
                <a:gd name="T103" fmla="*/ 23 h 3490"/>
                <a:gd name="T104" fmla="*/ 26 w 3485"/>
                <a:gd name="T105" fmla="*/ 24 h 3490"/>
                <a:gd name="T106" fmla="*/ 24 w 3485"/>
                <a:gd name="T107" fmla="*/ 23 h 3490"/>
                <a:gd name="T108" fmla="*/ 24 w 3485"/>
                <a:gd name="T109" fmla="*/ 20 h 3490"/>
                <a:gd name="T110" fmla="*/ 25 w 3485"/>
                <a:gd name="T111" fmla="*/ 18 h 3490"/>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w 3485"/>
                <a:gd name="T169" fmla="*/ 0 h 3490"/>
                <a:gd name="T170" fmla="*/ 3485 w 3485"/>
                <a:gd name="T171" fmla="*/ 3490 h 3490"/>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T168" t="T169" r="T170" b="T171"/>
              <a:pathLst>
                <a:path w="3485" h="3490">
                  <a:moveTo>
                    <a:pt x="1754" y="0"/>
                  </a:moveTo>
                  <a:lnTo>
                    <a:pt x="1797" y="2"/>
                  </a:lnTo>
                  <a:lnTo>
                    <a:pt x="1840" y="5"/>
                  </a:lnTo>
                  <a:lnTo>
                    <a:pt x="1881" y="12"/>
                  </a:lnTo>
                  <a:lnTo>
                    <a:pt x="1921" y="20"/>
                  </a:lnTo>
                  <a:lnTo>
                    <a:pt x="1959" y="31"/>
                  </a:lnTo>
                  <a:lnTo>
                    <a:pt x="1994" y="44"/>
                  </a:lnTo>
                  <a:lnTo>
                    <a:pt x="2028" y="59"/>
                  </a:lnTo>
                  <a:lnTo>
                    <a:pt x="2058" y="74"/>
                  </a:lnTo>
                  <a:lnTo>
                    <a:pt x="2086" y="93"/>
                  </a:lnTo>
                  <a:lnTo>
                    <a:pt x="2111" y="113"/>
                  </a:lnTo>
                  <a:lnTo>
                    <a:pt x="2132" y="133"/>
                  </a:lnTo>
                  <a:lnTo>
                    <a:pt x="2151" y="155"/>
                  </a:lnTo>
                  <a:lnTo>
                    <a:pt x="2165" y="179"/>
                  </a:lnTo>
                  <a:lnTo>
                    <a:pt x="2175" y="203"/>
                  </a:lnTo>
                  <a:lnTo>
                    <a:pt x="2182" y="229"/>
                  </a:lnTo>
                  <a:lnTo>
                    <a:pt x="2185" y="255"/>
                  </a:lnTo>
                  <a:lnTo>
                    <a:pt x="2182" y="281"/>
                  </a:lnTo>
                  <a:lnTo>
                    <a:pt x="2175" y="305"/>
                  </a:lnTo>
                  <a:lnTo>
                    <a:pt x="2165" y="330"/>
                  </a:lnTo>
                  <a:lnTo>
                    <a:pt x="2151" y="353"/>
                  </a:lnTo>
                  <a:lnTo>
                    <a:pt x="2132" y="376"/>
                  </a:lnTo>
                  <a:lnTo>
                    <a:pt x="2111" y="397"/>
                  </a:lnTo>
                  <a:lnTo>
                    <a:pt x="2086" y="417"/>
                  </a:lnTo>
                  <a:lnTo>
                    <a:pt x="2058" y="434"/>
                  </a:lnTo>
                  <a:lnTo>
                    <a:pt x="2028" y="451"/>
                  </a:lnTo>
                  <a:lnTo>
                    <a:pt x="1994" y="466"/>
                  </a:lnTo>
                  <a:lnTo>
                    <a:pt x="1959" y="479"/>
                  </a:lnTo>
                  <a:lnTo>
                    <a:pt x="1921" y="489"/>
                  </a:lnTo>
                  <a:lnTo>
                    <a:pt x="1881" y="498"/>
                  </a:lnTo>
                  <a:lnTo>
                    <a:pt x="1840" y="505"/>
                  </a:lnTo>
                  <a:lnTo>
                    <a:pt x="1797" y="508"/>
                  </a:lnTo>
                  <a:lnTo>
                    <a:pt x="1754" y="509"/>
                  </a:lnTo>
                  <a:lnTo>
                    <a:pt x="1710" y="508"/>
                  </a:lnTo>
                  <a:lnTo>
                    <a:pt x="1667" y="505"/>
                  </a:lnTo>
                  <a:lnTo>
                    <a:pt x="1626" y="498"/>
                  </a:lnTo>
                  <a:lnTo>
                    <a:pt x="1586" y="489"/>
                  </a:lnTo>
                  <a:lnTo>
                    <a:pt x="1548" y="479"/>
                  </a:lnTo>
                  <a:lnTo>
                    <a:pt x="1512" y="466"/>
                  </a:lnTo>
                  <a:lnTo>
                    <a:pt x="1479" y="451"/>
                  </a:lnTo>
                  <a:lnTo>
                    <a:pt x="1449" y="434"/>
                  </a:lnTo>
                  <a:lnTo>
                    <a:pt x="1421" y="417"/>
                  </a:lnTo>
                  <a:lnTo>
                    <a:pt x="1395" y="397"/>
                  </a:lnTo>
                  <a:lnTo>
                    <a:pt x="1374" y="376"/>
                  </a:lnTo>
                  <a:lnTo>
                    <a:pt x="1355" y="353"/>
                  </a:lnTo>
                  <a:lnTo>
                    <a:pt x="1341" y="330"/>
                  </a:lnTo>
                  <a:lnTo>
                    <a:pt x="1331" y="305"/>
                  </a:lnTo>
                  <a:lnTo>
                    <a:pt x="1324" y="281"/>
                  </a:lnTo>
                  <a:lnTo>
                    <a:pt x="1321" y="255"/>
                  </a:lnTo>
                  <a:lnTo>
                    <a:pt x="1324" y="229"/>
                  </a:lnTo>
                  <a:lnTo>
                    <a:pt x="1331" y="203"/>
                  </a:lnTo>
                  <a:lnTo>
                    <a:pt x="1341" y="179"/>
                  </a:lnTo>
                  <a:lnTo>
                    <a:pt x="1355" y="155"/>
                  </a:lnTo>
                  <a:lnTo>
                    <a:pt x="1374" y="133"/>
                  </a:lnTo>
                  <a:lnTo>
                    <a:pt x="1395" y="113"/>
                  </a:lnTo>
                  <a:lnTo>
                    <a:pt x="1421" y="93"/>
                  </a:lnTo>
                  <a:lnTo>
                    <a:pt x="1449" y="74"/>
                  </a:lnTo>
                  <a:lnTo>
                    <a:pt x="1479" y="59"/>
                  </a:lnTo>
                  <a:lnTo>
                    <a:pt x="1512" y="44"/>
                  </a:lnTo>
                  <a:lnTo>
                    <a:pt x="1548" y="31"/>
                  </a:lnTo>
                  <a:lnTo>
                    <a:pt x="1586" y="20"/>
                  </a:lnTo>
                  <a:lnTo>
                    <a:pt x="1626" y="12"/>
                  </a:lnTo>
                  <a:lnTo>
                    <a:pt x="1667" y="5"/>
                  </a:lnTo>
                  <a:lnTo>
                    <a:pt x="1710" y="2"/>
                  </a:lnTo>
                  <a:lnTo>
                    <a:pt x="1754" y="0"/>
                  </a:lnTo>
                  <a:close/>
                  <a:moveTo>
                    <a:pt x="239" y="786"/>
                  </a:moveTo>
                  <a:lnTo>
                    <a:pt x="263" y="788"/>
                  </a:lnTo>
                  <a:lnTo>
                    <a:pt x="287" y="794"/>
                  </a:lnTo>
                  <a:lnTo>
                    <a:pt x="309" y="805"/>
                  </a:lnTo>
                  <a:lnTo>
                    <a:pt x="331" y="819"/>
                  </a:lnTo>
                  <a:lnTo>
                    <a:pt x="352" y="836"/>
                  </a:lnTo>
                  <a:lnTo>
                    <a:pt x="372" y="857"/>
                  </a:lnTo>
                  <a:lnTo>
                    <a:pt x="390" y="882"/>
                  </a:lnTo>
                  <a:lnTo>
                    <a:pt x="407" y="909"/>
                  </a:lnTo>
                  <a:lnTo>
                    <a:pt x="423" y="940"/>
                  </a:lnTo>
                  <a:lnTo>
                    <a:pt x="437" y="971"/>
                  </a:lnTo>
                  <a:lnTo>
                    <a:pt x="448" y="1006"/>
                  </a:lnTo>
                  <a:lnTo>
                    <a:pt x="459" y="1043"/>
                  </a:lnTo>
                  <a:lnTo>
                    <a:pt x="467" y="1081"/>
                  </a:lnTo>
                  <a:lnTo>
                    <a:pt x="473" y="1121"/>
                  </a:lnTo>
                  <a:lnTo>
                    <a:pt x="476" y="1163"/>
                  </a:lnTo>
                  <a:lnTo>
                    <a:pt x="478" y="1206"/>
                  </a:lnTo>
                  <a:lnTo>
                    <a:pt x="476" y="1248"/>
                  </a:lnTo>
                  <a:lnTo>
                    <a:pt x="473" y="1290"/>
                  </a:lnTo>
                  <a:lnTo>
                    <a:pt x="467" y="1330"/>
                  </a:lnTo>
                  <a:lnTo>
                    <a:pt x="459" y="1367"/>
                  </a:lnTo>
                  <a:lnTo>
                    <a:pt x="448" y="1405"/>
                  </a:lnTo>
                  <a:lnTo>
                    <a:pt x="437" y="1439"/>
                  </a:lnTo>
                  <a:lnTo>
                    <a:pt x="423" y="1472"/>
                  </a:lnTo>
                  <a:lnTo>
                    <a:pt x="407" y="1501"/>
                  </a:lnTo>
                  <a:lnTo>
                    <a:pt x="390" y="1528"/>
                  </a:lnTo>
                  <a:lnTo>
                    <a:pt x="372" y="1553"/>
                  </a:lnTo>
                  <a:lnTo>
                    <a:pt x="352" y="1574"/>
                  </a:lnTo>
                  <a:lnTo>
                    <a:pt x="331" y="1591"/>
                  </a:lnTo>
                  <a:lnTo>
                    <a:pt x="309" y="1605"/>
                  </a:lnTo>
                  <a:lnTo>
                    <a:pt x="287" y="1616"/>
                  </a:lnTo>
                  <a:lnTo>
                    <a:pt x="263" y="1622"/>
                  </a:lnTo>
                  <a:lnTo>
                    <a:pt x="239" y="1624"/>
                  </a:lnTo>
                  <a:lnTo>
                    <a:pt x="214" y="1622"/>
                  </a:lnTo>
                  <a:lnTo>
                    <a:pt x="191" y="1616"/>
                  </a:lnTo>
                  <a:lnTo>
                    <a:pt x="168" y="1605"/>
                  </a:lnTo>
                  <a:lnTo>
                    <a:pt x="146" y="1591"/>
                  </a:lnTo>
                  <a:lnTo>
                    <a:pt x="125" y="1574"/>
                  </a:lnTo>
                  <a:lnTo>
                    <a:pt x="105" y="1553"/>
                  </a:lnTo>
                  <a:lnTo>
                    <a:pt x="87" y="1528"/>
                  </a:lnTo>
                  <a:lnTo>
                    <a:pt x="70" y="1501"/>
                  </a:lnTo>
                  <a:lnTo>
                    <a:pt x="55" y="1472"/>
                  </a:lnTo>
                  <a:lnTo>
                    <a:pt x="41" y="1439"/>
                  </a:lnTo>
                  <a:lnTo>
                    <a:pt x="29" y="1405"/>
                  </a:lnTo>
                  <a:lnTo>
                    <a:pt x="18" y="1367"/>
                  </a:lnTo>
                  <a:lnTo>
                    <a:pt x="10" y="1330"/>
                  </a:lnTo>
                  <a:lnTo>
                    <a:pt x="4" y="1290"/>
                  </a:lnTo>
                  <a:lnTo>
                    <a:pt x="1" y="1248"/>
                  </a:lnTo>
                  <a:lnTo>
                    <a:pt x="0" y="1206"/>
                  </a:lnTo>
                  <a:lnTo>
                    <a:pt x="1" y="1163"/>
                  </a:lnTo>
                  <a:lnTo>
                    <a:pt x="4" y="1121"/>
                  </a:lnTo>
                  <a:lnTo>
                    <a:pt x="10" y="1081"/>
                  </a:lnTo>
                  <a:lnTo>
                    <a:pt x="18" y="1043"/>
                  </a:lnTo>
                  <a:lnTo>
                    <a:pt x="29" y="1006"/>
                  </a:lnTo>
                  <a:lnTo>
                    <a:pt x="41" y="971"/>
                  </a:lnTo>
                  <a:lnTo>
                    <a:pt x="55" y="940"/>
                  </a:lnTo>
                  <a:lnTo>
                    <a:pt x="70" y="909"/>
                  </a:lnTo>
                  <a:lnTo>
                    <a:pt x="87" y="882"/>
                  </a:lnTo>
                  <a:lnTo>
                    <a:pt x="105" y="857"/>
                  </a:lnTo>
                  <a:lnTo>
                    <a:pt x="125" y="836"/>
                  </a:lnTo>
                  <a:lnTo>
                    <a:pt x="146" y="819"/>
                  </a:lnTo>
                  <a:lnTo>
                    <a:pt x="168" y="805"/>
                  </a:lnTo>
                  <a:lnTo>
                    <a:pt x="191" y="794"/>
                  </a:lnTo>
                  <a:lnTo>
                    <a:pt x="214" y="788"/>
                  </a:lnTo>
                  <a:lnTo>
                    <a:pt x="239" y="786"/>
                  </a:lnTo>
                  <a:close/>
                  <a:moveTo>
                    <a:pt x="1119" y="2495"/>
                  </a:moveTo>
                  <a:lnTo>
                    <a:pt x="1143" y="2498"/>
                  </a:lnTo>
                  <a:lnTo>
                    <a:pt x="1167" y="2504"/>
                  </a:lnTo>
                  <a:lnTo>
                    <a:pt x="1190" y="2514"/>
                  </a:lnTo>
                  <a:lnTo>
                    <a:pt x="1211" y="2528"/>
                  </a:lnTo>
                  <a:lnTo>
                    <a:pt x="1232" y="2546"/>
                  </a:lnTo>
                  <a:lnTo>
                    <a:pt x="1252" y="2567"/>
                  </a:lnTo>
                  <a:lnTo>
                    <a:pt x="1271" y="2592"/>
                  </a:lnTo>
                  <a:lnTo>
                    <a:pt x="1288" y="2618"/>
                  </a:lnTo>
                  <a:lnTo>
                    <a:pt x="1304" y="2648"/>
                  </a:lnTo>
                  <a:lnTo>
                    <a:pt x="1318" y="2681"/>
                  </a:lnTo>
                  <a:lnTo>
                    <a:pt x="1329" y="2715"/>
                  </a:lnTo>
                  <a:lnTo>
                    <a:pt x="1340" y="2752"/>
                  </a:lnTo>
                  <a:lnTo>
                    <a:pt x="1348" y="2790"/>
                  </a:lnTo>
                  <a:lnTo>
                    <a:pt x="1354" y="2830"/>
                  </a:lnTo>
                  <a:lnTo>
                    <a:pt x="1358" y="2872"/>
                  </a:lnTo>
                  <a:lnTo>
                    <a:pt x="1359" y="2914"/>
                  </a:lnTo>
                  <a:lnTo>
                    <a:pt x="1358" y="2956"/>
                  </a:lnTo>
                  <a:lnTo>
                    <a:pt x="1354" y="2998"/>
                  </a:lnTo>
                  <a:lnTo>
                    <a:pt x="1348" y="3038"/>
                  </a:lnTo>
                  <a:lnTo>
                    <a:pt x="1340" y="3077"/>
                  </a:lnTo>
                  <a:lnTo>
                    <a:pt x="1329" y="3113"/>
                  </a:lnTo>
                  <a:lnTo>
                    <a:pt x="1318" y="3147"/>
                  </a:lnTo>
                  <a:lnTo>
                    <a:pt x="1304" y="3180"/>
                  </a:lnTo>
                  <a:lnTo>
                    <a:pt x="1288" y="3209"/>
                  </a:lnTo>
                  <a:lnTo>
                    <a:pt x="1271" y="3238"/>
                  </a:lnTo>
                  <a:lnTo>
                    <a:pt x="1252" y="3261"/>
                  </a:lnTo>
                  <a:lnTo>
                    <a:pt x="1232" y="3282"/>
                  </a:lnTo>
                  <a:lnTo>
                    <a:pt x="1211" y="3301"/>
                  </a:lnTo>
                  <a:lnTo>
                    <a:pt x="1190" y="3315"/>
                  </a:lnTo>
                  <a:lnTo>
                    <a:pt x="1167" y="3325"/>
                  </a:lnTo>
                  <a:lnTo>
                    <a:pt x="1143" y="3331"/>
                  </a:lnTo>
                  <a:lnTo>
                    <a:pt x="1119" y="3334"/>
                  </a:lnTo>
                  <a:lnTo>
                    <a:pt x="1094" y="3331"/>
                  </a:lnTo>
                  <a:lnTo>
                    <a:pt x="1070" y="3325"/>
                  </a:lnTo>
                  <a:lnTo>
                    <a:pt x="1048" y="3315"/>
                  </a:lnTo>
                  <a:lnTo>
                    <a:pt x="1026" y="3301"/>
                  </a:lnTo>
                  <a:lnTo>
                    <a:pt x="1005" y="3282"/>
                  </a:lnTo>
                  <a:lnTo>
                    <a:pt x="985" y="3261"/>
                  </a:lnTo>
                  <a:lnTo>
                    <a:pt x="967" y="3238"/>
                  </a:lnTo>
                  <a:lnTo>
                    <a:pt x="950" y="3209"/>
                  </a:lnTo>
                  <a:lnTo>
                    <a:pt x="935" y="3180"/>
                  </a:lnTo>
                  <a:lnTo>
                    <a:pt x="921" y="3147"/>
                  </a:lnTo>
                  <a:lnTo>
                    <a:pt x="909" y="3113"/>
                  </a:lnTo>
                  <a:lnTo>
                    <a:pt x="898" y="3077"/>
                  </a:lnTo>
                  <a:lnTo>
                    <a:pt x="890" y="3038"/>
                  </a:lnTo>
                  <a:lnTo>
                    <a:pt x="884" y="2998"/>
                  </a:lnTo>
                  <a:lnTo>
                    <a:pt x="881" y="2956"/>
                  </a:lnTo>
                  <a:lnTo>
                    <a:pt x="880" y="2914"/>
                  </a:lnTo>
                  <a:lnTo>
                    <a:pt x="881" y="2872"/>
                  </a:lnTo>
                  <a:lnTo>
                    <a:pt x="884" y="2830"/>
                  </a:lnTo>
                  <a:lnTo>
                    <a:pt x="890" y="2790"/>
                  </a:lnTo>
                  <a:lnTo>
                    <a:pt x="898" y="2752"/>
                  </a:lnTo>
                  <a:lnTo>
                    <a:pt x="909" y="2715"/>
                  </a:lnTo>
                  <a:lnTo>
                    <a:pt x="921" y="2681"/>
                  </a:lnTo>
                  <a:lnTo>
                    <a:pt x="935" y="2648"/>
                  </a:lnTo>
                  <a:lnTo>
                    <a:pt x="950" y="2618"/>
                  </a:lnTo>
                  <a:lnTo>
                    <a:pt x="967" y="2592"/>
                  </a:lnTo>
                  <a:lnTo>
                    <a:pt x="985" y="2567"/>
                  </a:lnTo>
                  <a:lnTo>
                    <a:pt x="1005" y="2546"/>
                  </a:lnTo>
                  <a:lnTo>
                    <a:pt x="1026" y="2528"/>
                  </a:lnTo>
                  <a:lnTo>
                    <a:pt x="1048" y="2514"/>
                  </a:lnTo>
                  <a:lnTo>
                    <a:pt x="1070" y="2504"/>
                  </a:lnTo>
                  <a:lnTo>
                    <a:pt x="1094" y="2498"/>
                  </a:lnTo>
                  <a:lnTo>
                    <a:pt x="1119" y="2495"/>
                  </a:lnTo>
                  <a:close/>
                  <a:moveTo>
                    <a:pt x="2380" y="2651"/>
                  </a:moveTo>
                  <a:lnTo>
                    <a:pt x="2405" y="2654"/>
                  </a:lnTo>
                  <a:lnTo>
                    <a:pt x="2428" y="2660"/>
                  </a:lnTo>
                  <a:lnTo>
                    <a:pt x="2452" y="2670"/>
                  </a:lnTo>
                  <a:lnTo>
                    <a:pt x="2473" y="2684"/>
                  </a:lnTo>
                  <a:lnTo>
                    <a:pt x="2494" y="2703"/>
                  </a:lnTo>
                  <a:lnTo>
                    <a:pt x="2514" y="2724"/>
                  </a:lnTo>
                  <a:lnTo>
                    <a:pt x="2533" y="2747"/>
                  </a:lnTo>
                  <a:lnTo>
                    <a:pt x="2550" y="2774"/>
                  </a:lnTo>
                  <a:lnTo>
                    <a:pt x="2565" y="2805"/>
                  </a:lnTo>
                  <a:lnTo>
                    <a:pt x="2580" y="2838"/>
                  </a:lnTo>
                  <a:lnTo>
                    <a:pt x="2591" y="2872"/>
                  </a:lnTo>
                  <a:lnTo>
                    <a:pt x="2602" y="2908"/>
                  </a:lnTo>
                  <a:lnTo>
                    <a:pt x="2610" y="2947"/>
                  </a:lnTo>
                  <a:lnTo>
                    <a:pt x="2616" y="2987"/>
                  </a:lnTo>
                  <a:lnTo>
                    <a:pt x="2619" y="3029"/>
                  </a:lnTo>
                  <a:lnTo>
                    <a:pt x="2621" y="3071"/>
                  </a:lnTo>
                  <a:lnTo>
                    <a:pt x="2619" y="3113"/>
                  </a:lnTo>
                  <a:lnTo>
                    <a:pt x="2616" y="3155"/>
                  </a:lnTo>
                  <a:lnTo>
                    <a:pt x="2610" y="3195"/>
                  </a:lnTo>
                  <a:lnTo>
                    <a:pt x="2602" y="3233"/>
                  </a:lnTo>
                  <a:lnTo>
                    <a:pt x="2591" y="3270"/>
                  </a:lnTo>
                  <a:lnTo>
                    <a:pt x="2580" y="3304"/>
                  </a:lnTo>
                  <a:lnTo>
                    <a:pt x="2565" y="3337"/>
                  </a:lnTo>
                  <a:lnTo>
                    <a:pt x="2550" y="3367"/>
                  </a:lnTo>
                  <a:lnTo>
                    <a:pt x="2533" y="3393"/>
                  </a:lnTo>
                  <a:lnTo>
                    <a:pt x="2514" y="3418"/>
                  </a:lnTo>
                  <a:lnTo>
                    <a:pt x="2494" y="3439"/>
                  </a:lnTo>
                  <a:lnTo>
                    <a:pt x="2473" y="3457"/>
                  </a:lnTo>
                  <a:lnTo>
                    <a:pt x="2452" y="3471"/>
                  </a:lnTo>
                  <a:lnTo>
                    <a:pt x="2428" y="3481"/>
                  </a:lnTo>
                  <a:lnTo>
                    <a:pt x="2405" y="3487"/>
                  </a:lnTo>
                  <a:lnTo>
                    <a:pt x="2380" y="3490"/>
                  </a:lnTo>
                  <a:lnTo>
                    <a:pt x="2356" y="3487"/>
                  </a:lnTo>
                  <a:lnTo>
                    <a:pt x="2332" y="3481"/>
                  </a:lnTo>
                  <a:lnTo>
                    <a:pt x="2310" y="3471"/>
                  </a:lnTo>
                  <a:lnTo>
                    <a:pt x="2288" y="3457"/>
                  </a:lnTo>
                  <a:lnTo>
                    <a:pt x="2267" y="3439"/>
                  </a:lnTo>
                  <a:lnTo>
                    <a:pt x="2248" y="3418"/>
                  </a:lnTo>
                  <a:lnTo>
                    <a:pt x="2229" y="3393"/>
                  </a:lnTo>
                  <a:lnTo>
                    <a:pt x="2212" y="3367"/>
                  </a:lnTo>
                  <a:lnTo>
                    <a:pt x="2196" y="3337"/>
                  </a:lnTo>
                  <a:lnTo>
                    <a:pt x="2182" y="3304"/>
                  </a:lnTo>
                  <a:lnTo>
                    <a:pt x="2171" y="3270"/>
                  </a:lnTo>
                  <a:lnTo>
                    <a:pt x="2160" y="3233"/>
                  </a:lnTo>
                  <a:lnTo>
                    <a:pt x="2152" y="3195"/>
                  </a:lnTo>
                  <a:lnTo>
                    <a:pt x="2146" y="3155"/>
                  </a:lnTo>
                  <a:lnTo>
                    <a:pt x="2142" y="3113"/>
                  </a:lnTo>
                  <a:lnTo>
                    <a:pt x="2141" y="3071"/>
                  </a:lnTo>
                  <a:lnTo>
                    <a:pt x="2142" y="3029"/>
                  </a:lnTo>
                  <a:lnTo>
                    <a:pt x="2146" y="2987"/>
                  </a:lnTo>
                  <a:lnTo>
                    <a:pt x="2152" y="2947"/>
                  </a:lnTo>
                  <a:lnTo>
                    <a:pt x="2160" y="2908"/>
                  </a:lnTo>
                  <a:lnTo>
                    <a:pt x="2171" y="2872"/>
                  </a:lnTo>
                  <a:lnTo>
                    <a:pt x="2182" y="2838"/>
                  </a:lnTo>
                  <a:lnTo>
                    <a:pt x="2196" y="2805"/>
                  </a:lnTo>
                  <a:lnTo>
                    <a:pt x="2212" y="2774"/>
                  </a:lnTo>
                  <a:lnTo>
                    <a:pt x="2229" y="2747"/>
                  </a:lnTo>
                  <a:lnTo>
                    <a:pt x="2248" y="2724"/>
                  </a:lnTo>
                  <a:lnTo>
                    <a:pt x="2267" y="2703"/>
                  </a:lnTo>
                  <a:lnTo>
                    <a:pt x="2288" y="2684"/>
                  </a:lnTo>
                  <a:lnTo>
                    <a:pt x="2310" y="2670"/>
                  </a:lnTo>
                  <a:lnTo>
                    <a:pt x="2332" y="2660"/>
                  </a:lnTo>
                  <a:lnTo>
                    <a:pt x="2356" y="2654"/>
                  </a:lnTo>
                  <a:lnTo>
                    <a:pt x="2380" y="2651"/>
                  </a:lnTo>
                  <a:close/>
                  <a:moveTo>
                    <a:pt x="2342" y="1355"/>
                  </a:moveTo>
                  <a:lnTo>
                    <a:pt x="2366" y="1357"/>
                  </a:lnTo>
                  <a:lnTo>
                    <a:pt x="2390" y="1363"/>
                  </a:lnTo>
                  <a:lnTo>
                    <a:pt x="2412" y="1373"/>
                  </a:lnTo>
                  <a:lnTo>
                    <a:pt x="2434" y="1387"/>
                  </a:lnTo>
                  <a:lnTo>
                    <a:pt x="2455" y="1405"/>
                  </a:lnTo>
                  <a:lnTo>
                    <a:pt x="2475" y="1426"/>
                  </a:lnTo>
                  <a:lnTo>
                    <a:pt x="2493" y="1451"/>
                  </a:lnTo>
                  <a:lnTo>
                    <a:pt x="2510" y="1478"/>
                  </a:lnTo>
                  <a:lnTo>
                    <a:pt x="2526" y="1507"/>
                  </a:lnTo>
                  <a:lnTo>
                    <a:pt x="2540" y="1540"/>
                  </a:lnTo>
                  <a:lnTo>
                    <a:pt x="2551" y="1574"/>
                  </a:lnTo>
                  <a:lnTo>
                    <a:pt x="2562" y="1611"/>
                  </a:lnTo>
                  <a:lnTo>
                    <a:pt x="2570" y="1649"/>
                  </a:lnTo>
                  <a:lnTo>
                    <a:pt x="2576" y="1689"/>
                  </a:lnTo>
                  <a:lnTo>
                    <a:pt x="2580" y="1731"/>
                  </a:lnTo>
                  <a:lnTo>
                    <a:pt x="2581" y="1773"/>
                  </a:lnTo>
                  <a:lnTo>
                    <a:pt x="2580" y="1815"/>
                  </a:lnTo>
                  <a:lnTo>
                    <a:pt x="2576" y="1858"/>
                  </a:lnTo>
                  <a:lnTo>
                    <a:pt x="2570" y="1897"/>
                  </a:lnTo>
                  <a:lnTo>
                    <a:pt x="2562" y="1936"/>
                  </a:lnTo>
                  <a:lnTo>
                    <a:pt x="2551" y="1972"/>
                  </a:lnTo>
                  <a:lnTo>
                    <a:pt x="2540" y="2008"/>
                  </a:lnTo>
                  <a:lnTo>
                    <a:pt x="2526" y="2039"/>
                  </a:lnTo>
                  <a:lnTo>
                    <a:pt x="2510" y="2070"/>
                  </a:lnTo>
                  <a:lnTo>
                    <a:pt x="2493" y="2097"/>
                  </a:lnTo>
                  <a:lnTo>
                    <a:pt x="2475" y="2121"/>
                  </a:lnTo>
                  <a:lnTo>
                    <a:pt x="2455" y="2142"/>
                  </a:lnTo>
                  <a:lnTo>
                    <a:pt x="2434" y="2160"/>
                  </a:lnTo>
                  <a:lnTo>
                    <a:pt x="2412" y="2174"/>
                  </a:lnTo>
                  <a:lnTo>
                    <a:pt x="2390" y="2185"/>
                  </a:lnTo>
                  <a:lnTo>
                    <a:pt x="2366" y="2191"/>
                  </a:lnTo>
                  <a:lnTo>
                    <a:pt x="2342" y="2193"/>
                  </a:lnTo>
                  <a:lnTo>
                    <a:pt x="2317" y="2191"/>
                  </a:lnTo>
                  <a:lnTo>
                    <a:pt x="2294" y="2185"/>
                  </a:lnTo>
                  <a:lnTo>
                    <a:pt x="2270" y="2174"/>
                  </a:lnTo>
                  <a:lnTo>
                    <a:pt x="2249" y="2160"/>
                  </a:lnTo>
                  <a:lnTo>
                    <a:pt x="2228" y="2142"/>
                  </a:lnTo>
                  <a:lnTo>
                    <a:pt x="2208" y="2121"/>
                  </a:lnTo>
                  <a:lnTo>
                    <a:pt x="2189" y="2097"/>
                  </a:lnTo>
                  <a:lnTo>
                    <a:pt x="2173" y="2070"/>
                  </a:lnTo>
                  <a:lnTo>
                    <a:pt x="2157" y="2039"/>
                  </a:lnTo>
                  <a:lnTo>
                    <a:pt x="2142" y="2008"/>
                  </a:lnTo>
                  <a:lnTo>
                    <a:pt x="2131" y="1972"/>
                  </a:lnTo>
                  <a:lnTo>
                    <a:pt x="2120" y="1936"/>
                  </a:lnTo>
                  <a:lnTo>
                    <a:pt x="2112" y="1897"/>
                  </a:lnTo>
                  <a:lnTo>
                    <a:pt x="2106" y="1858"/>
                  </a:lnTo>
                  <a:lnTo>
                    <a:pt x="2103" y="1815"/>
                  </a:lnTo>
                  <a:lnTo>
                    <a:pt x="2101" y="1773"/>
                  </a:lnTo>
                  <a:lnTo>
                    <a:pt x="2103" y="1731"/>
                  </a:lnTo>
                  <a:lnTo>
                    <a:pt x="2106" y="1689"/>
                  </a:lnTo>
                  <a:lnTo>
                    <a:pt x="2112" y="1649"/>
                  </a:lnTo>
                  <a:lnTo>
                    <a:pt x="2120" y="1611"/>
                  </a:lnTo>
                  <a:lnTo>
                    <a:pt x="2131" y="1574"/>
                  </a:lnTo>
                  <a:lnTo>
                    <a:pt x="2142" y="1540"/>
                  </a:lnTo>
                  <a:lnTo>
                    <a:pt x="2157" y="1507"/>
                  </a:lnTo>
                  <a:lnTo>
                    <a:pt x="2173" y="1478"/>
                  </a:lnTo>
                  <a:lnTo>
                    <a:pt x="2189" y="1451"/>
                  </a:lnTo>
                  <a:lnTo>
                    <a:pt x="2208" y="1426"/>
                  </a:lnTo>
                  <a:lnTo>
                    <a:pt x="2228" y="1405"/>
                  </a:lnTo>
                  <a:lnTo>
                    <a:pt x="2249" y="1387"/>
                  </a:lnTo>
                  <a:lnTo>
                    <a:pt x="2270" y="1373"/>
                  </a:lnTo>
                  <a:lnTo>
                    <a:pt x="2294" y="1363"/>
                  </a:lnTo>
                  <a:lnTo>
                    <a:pt x="2317" y="1357"/>
                  </a:lnTo>
                  <a:lnTo>
                    <a:pt x="2342" y="1355"/>
                  </a:lnTo>
                  <a:close/>
                  <a:moveTo>
                    <a:pt x="3179" y="819"/>
                  </a:moveTo>
                  <a:lnTo>
                    <a:pt x="3204" y="821"/>
                  </a:lnTo>
                  <a:lnTo>
                    <a:pt x="3227" y="827"/>
                  </a:lnTo>
                  <a:lnTo>
                    <a:pt x="3250" y="838"/>
                  </a:lnTo>
                  <a:lnTo>
                    <a:pt x="3272" y="852"/>
                  </a:lnTo>
                  <a:lnTo>
                    <a:pt x="3293" y="869"/>
                  </a:lnTo>
                  <a:lnTo>
                    <a:pt x="3312" y="890"/>
                  </a:lnTo>
                  <a:lnTo>
                    <a:pt x="3331" y="915"/>
                  </a:lnTo>
                  <a:lnTo>
                    <a:pt x="3348" y="942"/>
                  </a:lnTo>
                  <a:lnTo>
                    <a:pt x="3363" y="971"/>
                  </a:lnTo>
                  <a:lnTo>
                    <a:pt x="3377" y="1004"/>
                  </a:lnTo>
                  <a:lnTo>
                    <a:pt x="3389" y="1038"/>
                  </a:lnTo>
                  <a:lnTo>
                    <a:pt x="3400" y="1076"/>
                  </a:lnTo>
                  <a:lnTo>
                    <a:pt x="3408" y="1113"/>
                  </a:lnTo>
                  <a:lnTo>
                    <a:pt x="3414" y="1153"/>
                  </a:lnTo>
                  <a:lnTo>
                    <a:pt x="3417" y="1195"/>
                  </a:lnTo>
                  <a:lnTo>
                    <a:pt x="3418" y="1237"/>
                  </a:lnTo>
                  <a:lnTo>
                    <a:pt x="3417" y="1280"/>
                  </a:lnTo>
                  <a:lnTo>
                    <a:pt x="3414" y="1322"/>
                  </a:lnTo>
                  <a:lnTo>
                    <a:pt x="3408" y="1362"/>
                  </a:lnTo>
                  <a:lnTo>
                    <a:pt x="3400" y="1399"/>
                  </a:lnTo>
                  <a:lnTo>
                    <a:pt x="3389" y="1437"/>
                  </a:lnTo>
                  <a:lnTo>
                    <a:pt x="3377" y="1471"/>
                  </a:lnTo>
                  <a:lnTo>
                    <a:pt x="3363" y="1503"/>
                  </a:lnTo>
                  <a:lnTo>
                    <a:pt x="3348" y="1533"/>
                  </a:lnTo>
                  <a:lnTo>
                    <a:pt x="3331" y="1560"/>
                  </a:lnTo>
                  <a:lnTo>
                    <a:pt x="3312" y="1584"/>
                  </a:lnTo>
                  <a:lnTo>
                    <a:pt x="3293" y="1605"/>
                  </a:lnTo>
                  <a:lnTo>
                    <a:pt x="3272" y="1623"/>
                  </a:lnTo>
                  <a:lnTo>
                    <a:pt x="3250" y="1637"/>
                  </a:lnTo>
                  <a:lnTo>
                    <a:pt x="3227" y="1648"/>
                  </a:lnTo>
                  <a:lnTo>
                    <a:pt x="3204" y="1654"/>
                  </a:lnTo>
                  <a:lnTo>
                    <a:pt x="3179" y="1656"/>
                  </a:lnTo>
                  <a:lnTo>
                    <a:pt x="3155" y="1654"/>
                  </a:lnTo>
                  <a:lnTo>
                    <a:pt x="3131" y="1648"/>
                  </a:lnTo>
                  <a:lnTo>
                    <a:pt x="3108" y="1637"/>
                  </a:lnTo>
                  <a:lnTo>
                    <a:pt x="3087" y="1623"/>
                  </a:lnTo>
                  <a:lnTo>
                    <a:pt x="3066" y="1605"/>
                  </a:lnTo>
                  <a:lnTo>
                    <a:pt x="3046" y="1584"/>
                  </a:lnTo>
                  <a:lnTo>
                    <a:pt x="3027" y="1560"/>
                  </a:lnTo>
                  <a:lnTo>
                    <a:pt x="3011" y="1533"/>
                  </a:lnTo>
                  <a:lnTo>
                    <a:pt x="2994" y="1503"/>
                  </a:lnTo>
                  <a:lnTo>
                    <a:pt x="2980" y="1471"/>
                  </a:lnTo>
                  <a:lnTo>
                    <a:pt x="2968" y="1437"/>
                  </a:lnTo>
                  <a:lnTo>
                    <a:pt x="2958" y="1399"/>
                  </a:lnTo>
                  <a:lnTo>
                    <a:pt x="2950" y="1362"/>
                  </a:lnTo>
                  <a:lnTo>
                    <a:pt x="2944" y="1322"/>
                  </a:lnTo>
                  <a:lnTo>
                    <a:pt x="2940" y="1280"/>
                  </a:lnTo>
                  <a:lnTo>
                    <a:pt x="2939" y="1237"/>
                  </a:lnTo>
                  <a:lnTo>
                    <a:pt x="2940" y="1195"/>
                  </a:lnTo>
                  <a:lnTo>
                    <a:pt x="2944" y="1153"/>
                  </a:lnTo>
                  <a:lnTo>
                    <a:pt x="2950" y="1113"/>
                  </a:lnTo>
                  <a:lnTo>
                    <a:pt x="2958" y="1076"/>
                  </a:lnTo>
                  <a:lnTo>
                    <a:pt x="2968" y="1038"/>
                  </a:lnTo>
                  <a:lnTo>
                    <a:pt x="2980" y="1004"/>
                  </a:lnTo>
                  <a:lnTo>
                    <a:pt x="2994" y="971"/>
                  </a:lnTo>
                  <a:lnTo>
                    <a:pt x="3011" y="942"/>
                  </a:lnTo>
                  <a:lnTo>
                    <a:pt x="3027" y="915"/>
                  </a:lnTo>
                  <a:lnTo>
                    <a:pt x="3046" y="890"/>
                  </a:lnTo>
                  <a:lnTo>
                    <a:pt x="3066" y="869"/>
                  </a:lnTo>
                  <a:lnTo>
                    <a:pt x="3087" y="852"/>
                  </a:lnTo>
                  <a:lnTo>
                    <a:pt x="3108" y="838"/>
                  </a:lnTo>
                  <a:lnTo>
                    <a:pt x="3131" y="827"/>
                  </a:lnTo>
                  <a:lnTo>
                    <a:pt x="3155" y="821"/>
                  </a:lnTo>
                  <a:lnTo>
                    <a:pt x="3179" y="819"/>
                  </a:lnTo>
                  <a:close/>
                  <a:moveTo>
                    <a:pt x="3246" y="2144"/>
                  </a:moveTo>
                  <a:lnTo>
                    <a:pt x="3271" y="2146"/>
                  </a:lnTo>
                  <a:lnTo>
                    <a:pt x="3294" y="2152"/>
                  </a:lnTo>
                  <a:lnTo>
                    <a:pt x="3316" y="2162"/>
                  </a:lnTo>
                  <a:lnTo>
                    <a:pt x="3339" y="2176"/>
                  </a:lnTo>
                  <a:lnTo>
                    <a:pt x="3360" y="2194"/>
                  </a:lnTo>
                  <a:lnTo>
                    <a:pt x="3380" y="2215"/>
                  </a:lnTo>
                  <a:lnTo>
                    <a:pt x="3397" y="2240"/>
                  </a:lnTo>
                  <a:lnTo>
                    <a:pt x="3415" y="2267"/>
                  </a:lnTo>
                  <a:lnTo>
                    <a:pt x="3430" y="2296"/>
                  </a:lnTo>
                  <a:lnTo>
                    <a:pt x="3444" y="2329"/>
                  </a:lnTo>
                  <a:lnTo>
                    <a:pt x="3456" y="2363"/>
                  </a:lnTo>
                  <a:lnTo>
                    <a:pt x="3466" y="2400"/>
                  </a:lnTo>
                  <a:lnTo>
                    <a:pt x="3475" y="2438"/>
                  </a:lnTo>
                  <a:lnTo>
                    <a:pt x="3480" y="2478"/>
                  </a:lnTo>
                  <a:lnTo>
                    <a:pt x="3484" y="2520"/>
                  </a:lnTo>
                  <a:lnTo>
                    <a:pt x="3485" y="2562"/>
                  </a:lnTo>
                  <a:lnTo>
                    <a:pt x="3484" y="2604"/>
                  </a:lnTo>
                  <a:lnTo>
                    <a:pt x="3480" y="2647"/>
                  </a:lnTo>
                  <a:lnTo>
                    <a:pt x="3475" y="2686"/>
                  </a:lnTo>
                  <a:lnTo>
                    <a:pt x="3466" y="2725"/>
                  </a:lnTo>
                  <a:lnTo>
                    <a:pt x="3456" y="2762"/>
                  </a:lnTo>
                  <a:lnTo>
                    <a:pt x="3444" y="2796"/>
                  </a:lnTo>
                  <a:lnTo>
                    <a:pt x="3430" y="2828"/>
                  </a:lnTo>
                  <a:lnTo>
                    <a:pt x="3415" y="2858"/>
                  </a:lnTo>
                  <a:lnTo>
                    <a:pt x="3397" y="2886"/>
                  </a:lnTo>
                  <a:lnTo>
                    <a:pt x="3380" y="2909"/>
                  </a:lnTo>
                  <a:lnTo>
                    <a:pt x="3360" y="2930"/>
                  </a:lnTo>
                  <a:lnTo>
                    <a:pt x="3339" y="2949"/>
                  </a:lnTo>
                  <a:lnTo>
                    <a:pt x="3316" y="2963"/>
                  </a:lnTo>
                  <a:lnTo>
                    <a:pt x="3294" y="2974"/>
                  </a:lnTo>
                  <a:lnTo>
                    <a:pt x="3271" y="2980"/>
                  </a:lnTo>
                  <a:lnTo>
                    <a:pt x="3246" y="2982"/>
                  </a:lnTo>
                  <a:lnTo>
                    <a:pt x="3222" y="2980"/>
                  </a:lnTo>
                  <a:lnTo>
                    <a:pt x="3198" y="2974"/>
                  </a:lnTo>
                  <a:lnTo>
                    <a:pt x="3176" y="2963"/>
                  </a:lnTo>
                  <a:lnTo>
                    <a:pt x="3154" y="2949"/>
                  </a:lnTo>
                  <a:lnTo>
                    <a:pt x="3133" y="2930"/>
                  </a:lnTo>
                  <a:lnTo>
                    <a:pt x="3113" y="2909"/>
                  </a:lnTo>
                  <a:lnTo>
                    <a:pt x="3095" y="2886"/>
                  </a:lnTo>
                  <a:lnTo>
                    <a:pt x="3077" y="2858"/>
                  </a:lnTo>
                  <a:lnTo>
                    <a:pt x="3062" y="2828"/>
                  </a:lnTo>
                  <a:lnTo>
                    <a:pt x="3048" y="2796"/>
                  </a:lnTo>
                  <a:lnTo>
                    <a:pt x="3036" y="2762"/>
                  </a:lnTo>
                  <a:lnTo>
                    <a:pt x="3026" y="2725"/>
                  </a:lnTo>
                  <a:lnTo>
                    <a:pt x="3018" y="2686"/>
                  </a:lnTo>
                  <a:lnTo>
                    <a:pt x="3012" y="2647"/>
                  </a:lnTo>
                  <a:lnTo>
                    <a:pt x="3008" y="2604"/>
                  </a:lnTo>
                  <a:lnTo>
                    <a:pt x="3007" y="2562"/>
                  </a:lnTo>
                  <a:lnTo>
                    <a:pt x="3008" y="2520"/>
                  </a:lnTo>
                  <a:lnTo>
                    <a:pt x="3012" y="2478"/>
                  </a:lnTo>
                  <a:lnTo>
                    <a:pt x="3018" y="2438"/>
                  </a:lnTo>
                  <a:lnTo>
                    <a:pt x="3026" y="2400"/>
                  </a:lnTo>
                  <a:lnTo>
                    <a:pt x="3036" y="2363"/>
                  </a:lnTo>
                  <a:lnTo>
                    <a:pt x="3048" y="2329"/>
                  </a:lnTo>
                  <a:lnTo>
                    <a:pt x="3062" y="2296"/>
                  </a:lnTo>
                  <a:lnTo>
                    <a:pt x="3077" y="2267"/>
                  </a:lnTo>
                  <a:lnTo>
                    <a:pt x="3095" y="2240"/>
                  </a:lnTo>
                  <a:lnTo>
                    <a:pt x="3113" y="2215"/>
                  </a:lnTo>
                  <a:lnTo>
                    <a:pt x="3133" y="2194"/>
                  </a:lnTo>
                  <a:lnTo>
                    <a:pt x="3154" y="2176"/>
                  </a:lnTo>
                  <a:lnTo>
                    <a:pt x="3176" y="2162"/>
                  </a:lnTo>
                  <a:lnTo>
                    <a:pt x="3198" y="2152"/>
                  </a:lnTo>
                  <a:lnTo>
                    <a:pt x="3222" y="2146"/>
                  </a:lnTo>
                  <a:lnTo>
                    <a:pt x="3246" y="214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3698" name="Freeform 48"/>
            <p:cNvSpPr>
              <a:spLocks/>
            </p:cNvSpPr>
            <p:nvPr/>
          </p:nvSpPr>
          <p:spPr bwMode="auto">
            <a:xfrm>
              <a:off x="1267" y="1588"/>
              <a:ext cx="87" cy="52"/>
            </a:xfrm>
            <a:custGeom>
              <a:avLst/>
              <a:gdLst>
                <a:gd name="T0" fmla="*/ 3 w 437"/>
                <a:gd name="T1" fmla="*/ 2 h 260"/>
                <a:gd name="T2" fmla="*/ 3 w 437"/>
                <a:gd name="T3" fmla="*/ 2 h 260"/>
                <a:gd name="T4" fmla="*/ 3 w 437"/>
                <a:gd name="T5" fmla="*/ 2 h 260"/>
                <a:gd name="T6" fmla="*/ 3 w 437"/>
                <a:gd name="T7" fmla="*/ 2 h 260"/>
                <a:gd name="T8" fmla="*/ 3 w 437"/>
                <a:gd name="T9" fmla="*/ 1 h 260"/>
                <a:gd name="T10" fmla="*/ 3 w 437"/>
                <a:gd name="T11" fmla="*/ 1 h 260"/>
                <a:gd name="T12" fmla="*/ 3 w 437"/>
                <a:gd name="T13" fmla="*/ 1 h 260"/>
                <a:gd name="T14" fmla="*/ 3 w 437"/>
                <a:gd name="T15" fmla="*/ 1 h 260"/>
                <a:gd name="T16" fmla="*/ 3 w 437"/>
                <a:gd name="T17" fmla="*/ 1 h 260"/>
                <a:gd name="T18" fmla="*/ 2 w 437"/>
                <a:gd name="T19" fmla="*/ 1 h 260"/>
                <a:gd name="T20" fmla="*/ 2 w 437"/>
                <a:gd name="T21" fmla="*/ 0 h 260"/>
                <a:gd name="T22" fmla="*/ 2 w 437"/>
                <a:gd name="T23" fmla="*/ 0 h 260"/>
                <a:gd name="T24" fmla="*/ 2 w 437"/>
                <a:gd name="T25" fmla="*/ 0 h 260"/>
                <a:gd name="T26" fmla="*/ 1 w 437"/>
                <a:gd name="T27" fmla="*/ 0 h 260"/>
                <a:gd name="T28" fmla="*/ 1 w 437"/>
                <a:gd name="T29" fmla="*/ 0 h 260"/>
                <a:gd name="T30" fmla="*/ 1 w 437"/>
                <a:gd name="T31" fmla="*/ 0 h 260"/>
                <a:gd name="T32" fmla="*/ 0 w 437"/>
                <a:gd name="T33" fmla="*/ 0 h 260"/>
                <a:gd name="T34" fmla="*/ 0 w 437"/>
                <a:gd name="T35" fmla="*/ 0 h 260"/>
                <a:gd name="T36" fmla="*/ 0 w 437"/>
                <a:gd name="T37" fmla="*/ 0 h 260"/>
                <a:gd name="T38" fmla="*/ 0 w 437"/>
                <a:gd name="T39" fmla="*/ 0 h 260"/>
                <a:gd name="T40" fmla="*/ 1 w 437"/>
                <a:gd name="T41" fmla="*/ 0 h 260"/>
                <a:gd name="T42" fmla="*/ 1 w 437"/>
                <a:gd name="T43" fmla="*/ 0 h 260"/>
                <a:gd name="T44" fmla="*/ 1 w 437"/>
                <a:gd name="T45" fmla="*/ 0 h 260"/>
                <a:gd name="T46" fmla="*/ 2 w 437"/>
                <a:gd name="T47" fmla="*/ 0 h 260"/>
                <a:gd name="T48" fmla="*/ 2 w 437"/>
                <a:gd name="T49" fmla="*/ 0 h 260"/>
                <a:gd name="T50" fmla="*/ 2 w 437"/>
                <a:gd name="T51" fmla="*/ 1 h 260"/>
                <a:gd name="T52" fmla="*/ 2 w 437"/>
                <a:gd name="T53" fmla="*/ 1 h 260"/>
                <a:gd name="T54" fmla="*/ 3 w 437"/>
                <a:gd name="T55" fmla="*/ 1 h 260"/>
                <a:gd name="T56" fmla="*/ 3 w 437"/>
                <a:gd name="T57" fmla="*/ 1 h 260"/>
                <a:gd name="T58" fmla="*/ 3 w 437"/>
                <a:gd name="T59" fmla="*/ 1 h 260"/>
                <a:gd name="T60" fmla="*/ 3 w 437"/>
                <a:gd name="T61" fmla="*/ 1 h 260"/>
                <a:gd name="T62" fmla="*/ 3 w 437"/>
                <a:gd name="T63" fmla="*/ 1 h 260"/>
                <a:gd name="T64" fmla="*/ 3 w 437"/>
                <a:gd name="T65" fmla="*/ 2 h 260"/>
                <a:gd name="T66" fmla="*/ 3 w 437"/>
                <a:gd name="T67" fmla="*/ 2 h 260"/>
                <a:gd name="T68" fmla="*/ 3 w 437"/>
                <a:gd name="T69" fmla="*/ 2 h 260"/>
                <a:gd name="T70" fmla="*/ 3 w 437"/>
                <a:gd name="T71" fmla="*/ 2 h 260"/>
                <a:gd name="T72" fmla="*/ 3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437" y="260"/>
                  </a:moveTo>
                  <a:lnTo>
                    <a:pt x="437" y="260"/>
                  </a:lnTo>
                  <a:lnTo>
                    <a:pt x="434" y="233"/>
                  </a:lnTo>
                  <a:lnTo>
                    <a:pt x="427" y="206"/>
                  </a:lnTo>
                  <a:lnTo>
                    <a:pt x="417" y="181"/>
                  </a:lnTo>
                  <a:lnTo>
                    <a:pt x="401" y="157"/>
                  </a:lnTo>
                  <a:lnTo>
                    <a:pt x="383" y="133"/>
                  </a:lnTo>
                  <a:lnTo>
                    <a:pt x="360" y="113"/>
                  </a:lnTo>
                  <a:lnTo>
                    <a:pt x="336" y="93"/>
                  </a:lnTo>
                  <a:lnTo>
                    <a:pt x="308" y="73"/>
                  </a:lnTo>
                  <a:lnTo>
                    <a:pt x="276" y="58"/>
                  </a:lnTo>
                  <a:lnTo>
                    <a:pt x="242" y="43"/>
                  </a:lnTo>
                  <a:lnTo>
                    <a:pt x="207" y="30"/>
                  </a:lnTo>
                  <a:lnTo>
                    <a:pt x="168" y="19"/>
                  </a:lnTo>
                  <a:lnTo>
                    <a:pt x="128" y="11"/>
                  </a:lnTo>
                  <a:lnTo>
                    <a:pt x="87" y="4"/>
                  </a:lnTo>
                  <a:lnTo>
                    <a:pt x="43" y="1"/>
                  </a:lnTo>
                  <a:lnTo>
                    <a:pt x="0" y="0"/>
                  </a:lnTo>
                  <a:lnTo>
                    <a:pt x="0" y="11"/>
                  </a:lnTo>
                  <a:lnTo>
                    <a:pt x="43" y="12"/>
                  </a:lnTo>
                  <a:lnTo>
                    <a:pt x="85" y="16"/>
                  </a:lnTo>
                  <a:lnTo>
                    <a:pt x="126" y="23"/>
                  </a:lnTo>
                  <a:lnTo>
                    <a:pt x="166" y="31"/>
                  </a:lnTo>
                  <a:lnTo>
                    <a:pt x="202" y="42"/>
                  </a:lnTo>
                  <a:lnTo>
                    <a:pt x="237" y="55"/>
                  </a:lnTo>
                  <a:lnTo>
                    <a:pt x="271" y="70"/>
                  </a:lnTo>
                  <a:lnTo>
                    <a:pt x="301" y="85"/>
                  </a:lnTo>
                  <a:lnTo>
                    <a:pt x="329" y="103"/>
                  </a:lnTo>
                  <a:lnTo>
                    <a:pt x="353" y="123"/>
                  </a:lnTo>
                  <a:lnTo>
                    <a:pt x="373" y="143"/>
                  </a:lnTo>
                  <a:lnTo>
                    <a:pt x="392" y="164"/>
                  </a:lnTo>
                  <a:lnTo>
                    <a:pt x="405" y="186"/>
                  </a:lnTo>
                  <a:lnTo>
                    <a:pt x="415" y="211"/>
                  </a:lnTo>
                  <a:lnTo>
                    <a:pt x="422" y="235"/>
                  </a:lnTo>
                  <a:lnTo>
                    <a:pt x="425" y="260"/>
                  </a:lnTo>
                  <a:lnTo>
                    <a:pt x="437"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3699" name="Freeform 49"/>
            <p:cNvSpPr>
              <a:spLocks/>
            </p:cNvSpPr>
            <p:nvPr/>
          </p:nvSpPr>
          <p:spPr bwMode="auto">
            <a:xfrm>
              <a:off x="1267" y="1640"/>
              <a:ext cx="87" cy="52"/>
            </a:xfrm>
            <a:custGeom>
              <a:avLst/>
              <a:gdLst>
                <a:gd name="T0" fmla="*/ 0 w 437"/>
                <a:gd name="T1" fmla="*/ 2 h 260"/>
                <a:gd name="T2" fmla="*/ 0 w 437"/>
                <a:gd name="T3" fmla="*/ 2 h 260"/>
                <a:gd name="T4" fmla="*/ 0 w 437"/>
                <a:gd name="T5" fmla="*/ 2 h 260"/>
                <a:gd name="T6" fmla="*/ 1 w 437"/>
                <a:gd name="T7" fmla="*/ 2 h 260"/>
                <a:gd name="T8" fmla="*/ 1 w 437"/>
                <a:gd name="T9" fmla="*/ 2 h 260"/>
                <a:gd name="T10" fmla="*/ 1 w 437"/>
                <a:gd name="T11" fmla="*/ 2 h 260"/>
                <a:gd name="T12" fmla="*/ 2 w 437"/>
                <a:gd name="T13" fmla="*/ 2 h 260"/>
                <a:gd name="T14" fmla="*/ 2 w 437"/>
                <a:gd name="T15" fmla="*/ 2 h 260"/>
                <a:gd name="T16" fmla="*/ 2 w 437"/>
                <a:gd name="T17" fmla="*/ 2 h 260"/>
                <a:gd name="T18" fmla="*/ 2 w 437"/>
                <a:gd name="T19" fmla="*/ 1 h 260"/>
                <a:gd name="T20" fmla="*/ 3 w 437"/>
                <a:gd name="T21" fmla="*/ 1 h 260"/>
                <a:gd name="T22" fmla="*/ 3 w 437"/>
                <a:gd name="T23" fmla="*/ 1 h 260"/>
                <a:gd name="T24" fmla="*/ 3 w 437"/>
                <a:gd name="T25" fmla="*/ 1 h 260"/>
                <a:gd name="T26" fmla="*/ 3 w 437"/>
                <a:gd name="T27" fmla="*/ 1 h 260"/>
                <a:gd name="T28" fmla="*/ 3 w 437"/>
                <a:gd name="T29" fmla="*/ 1 h 260"/>
                <a:gd name="T30" fmla="*/ 3 w 437"/>
                <a:gd name="T31" fmla="*/ 0 h 260"/>
                <a:gd name="T32" fmla="*/ 3 w 437"/>
                <a:gd name="T33" fmla="*/ 0 h 260"/>
                <a:gd name="T34" fmla="*/ 3 w 437"/>
                <a:gd name="T35" fmla="*/ 0 h 260"/>
                <a:gd name="T36" fmla="*/ 3 w 437"/>
                <a:gd name="T37" fmla="*/ 0 h 260"/>
                <a:gd name="T38" fmla="*/ 3 w 437"/>
                <a:gd name="T39" fmla="*/ 0 h 260"/>
                <a:gd name="T40" fmla="*/ 3 w 437"/>
                <a:gd name="T41" fmla="*/ 0 h 260"/>
                <a:gd name="T42" fmla="*/ 3 w 437"/>
                <a:gd name="T43" fmla="*/ 1 h 260"/>
                <a:gd name="T44" fmla="*/ 3 w 437"/>
                <a:gd name="T45" fmla="*/ 1 h 260"/>
                <a:gd name="T46" fmla="*/ 3 w 437"/>
                <a:gd name="T47" fmla="*/ 1 h 260"/>
                <a:gd name="T48" fmla="*/ 3 w 437"/>
                <a:gd name="T49" fmla="*/ 1 h 260"/>
                <a:gd name="T50" fmla="*/ 3 w 437"/>
                <a:gd name="T51" fmla="*/ 1 h 260"/>
                <a:gd name="T52" fmla="*/ 2 w 437"/>
                <a:gd name="T53" fmla="*/ 1 h 260"/>
                <a:gd name="T54" fmla="*/ 2 w 437"/>
                <a:gd name="T55" fmla="*/ 2 h 260"/>
                <a:gd name="T56" fmla="*/ 2 w 437"/>
                <a:gd name="T57" fmla="*/ 2 h 260"/>
                <a:gd name="T58" fmla="*/ 2 w 437"/>
                <a:gd name="T59" fmla="*/ 2 h 260"/>
                <a:gd name="T60" fmla="*/ 1 w 437"/>
                <a:gd name="T61" fmla="*/ 2 h 260"/>
                <a:gd name="T62" fmla="*/ 1 w 437"/>
                <a:gd name="T63" fmla="*/ 2 h 260"/>
                <a:gd name="T64" fmla="*/ 1 w 437"/>
                <a:gd name="T65" fmla="*/ 2 h 260"/>
                <a:gd name="T66" fmla="*/ 0 w 437"/>
                <a:gd name="T67" fmla="*/ 2 h 260"/>
                <a:gd name="T68" fmla="*/ 0 w 437"/>
                <a:gd name="T69" fmla="*/ 2 h 260"/>
                <a:gd name="T70" fmla="*/ 0 w 437"/>
                <a:gd name="T71" fmla="*/ 2 h 260"/>
                <a:gd name="T72" fmla="*/ 0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0" y="260"/>
                  </a:moveTo>
                  <a:lnTo>
                    <a:pt x="0" y="260"/>
                  </a:lnTo>
                  <a:lnTo>
                    <a:pt x="43" y="259"/>
                  </a:lnTo>
                  <a:lnTo>
                    <a:pt x="87" y="255"/>
                  </a:lnTo>
                  <a:lnTo>
                    <a:pt x="128" y="248"/>
                  </a:lnTo>
                  <a:lnTo>
                    <a:pt x="168" y="240"/>
                  </a:lnTo>
                  <a:lnTo>
                    <a:pt x="207" y="230"/>
                  </a:lnTo>
                  <a:lnTo>
                    <a:pt x="242" y="217"/>
                  </a:lnTo>
                  <a:lnTo>
                    <a:pt x="276" y="202"/>
                  </a:lnTo>
                  <a:lnTo>
                    <a:pt x="308" y="185"/>
                  </a:lnTo>
                  <a:lnTo>
                    <a:pt x="336" y="166"/>
                  </a:lnTo>
                  <a:lnTo>
                    <a:pt x="360" y="146"/>
                  </a:lnTo>
                  <a:lnTo>
                    <a:pt x="383" y="125"/>
                  </a:lnTo>
                  <a:lnTo>
                    <a:pt x="401" y="102"/>
                  </a:lnTo>
                  <a:lnTo>
                    <a:pt x="417" y="77"/>
                  </a:lnTo>
                  <a:lnTo>
                    <a:pt x="427" y="53"/>
                  </a:lnTo>
                  <a:lnTo>
                    <a:pt x="434" y="27"/>
                  </a:lnTo>
                  <a:lnTo>
                    <a:pt x="437" y="0"/>
                  </a:lnTo>
                  <a:lnTo>
                    <a:pt x="425" y="0"/>
                  </a:lnTo>
                  <a:lnTo>
                    <a:pt x="422" y="24"/>
                  </a:lnTo>
                  <a:lnTo>
                    <a:pt x="415" y="48"/>
                  </a:lnTo>
                  <a:lnTo>
                    <a:pt x="405" y="73"/>
                  </a:lnTo>
                  <a:lnTo>
                    <a:pt x="392" y="95"/>
                  </a:lnTo>
                  <a:lnTo>
                    <a:pt x="373" y="116"/>
                  </a:lnTo>
                  <a:lnTo>
                    <a:pt x="353" y="137"/>
                  </a:lnTo>
                  <a:lnTo>
                    <a:pt x="329" y="157"/>
                  </a:lnTo>
                  <a:lnTo>
                    <a:pt x="301" y="173"/>
                  </a:lnTo>
                  <a:lnTo>
                    <a:pt x="271" y="190"/>
                  </a:lnTo>
                  <a:lnTo>
                    <a:pt x="237" y="205"/>
                  </a:lnTo>
                  <a:lnTo>
                    <a:pt x="202" y="218"/>
                  </a:lnTo>
                  <a:lnTo>
                    <a:pt x="166" y="228"/>
                  </a:lnTo>
                  <a:lnTo>
                    <a:pt x="126" y="237"/>
                  </a:lnTo>
                  <a:lnTo>
                    <a:pt x="85" y="244"/>
                  </a:lnTo>
                  <a:lnTo>
                    <a:pt x="43" y="247"/>
                  </a:lnTo>
                  <a:lnTo>
                    <a:pt x="0" y="248"/>
                  </a:lnTo>
                  <a:lnTo>
                    <a:pt x="0"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3700" name="Freeform 50"/>
            <p:cNvSpPr>
              <a:spLocks/>
            </p:cNvSpPr>
            <p:nvPr/>
          </p:nvSpPr>
          <p:spPr bwMode="auto">
            <a:xfrm>
              <a:off x="1179" y="1640"/>
              <a:ext cx="88" cy="52"/>
            </a:xfrm>
            <a:custGeom>
              <a:avLst/>
              <a:gdLst>
                <a:gd name="T0" fmla="*/ 0 w 439"/>
                <a:gd name="T1" fmla="*/ 0 h 260"/>
                <a:gd name="T2" fmla="*/ 0 w 439"/>
                <a:gd name="T3" fmla="*/ 0 h 260"/>
                <a:gd name="T4" fmla="*/ 0 w 439"/>
                <a:gd name="T5" fmla="*/ 0 h 260"/>
                <a:gd name="T6" fmla="*/ 0 w 439"/>
                <a:gd name="T7" fmla="*/ 0 h 260"/>
                <a:gd name="T8" fmla="*/ 0 w 439"/>
                <a:gd name="T9" fmla="*/ 1 h 260"/>
                <a:gd name="T10" fmla="*/ 0 w 439"/>
                <a:gd name="T11" fmla="*/ 1 h 260"/>
                <a:gd name="T12" fmla="*/ 0 w 439"/>
                <a:gd name="T13" fmla="*/ 1 h 260"/>
                <a:gd name="T14" fmla="*/ 1 w 439"/>
                <a:gd name="T15" fmla="*/ 1 h 260"/>
                <a:gd name="T16" fmla="*/ 1 w 439"/>
                <a:gd name="T17" fmla="*/ 1 h 260"/>
                <a:gd name="T18" fmla="*/ 1 w 439"/>
                <a:gd name="T19" fmla="*/ 1 h 260"/>
                <a:gd name="T20" fmla="*/ 1 w 439"/>
                <a:gd name="T21" fmla="*/ 2 h 260"/>
                <a:gd name="T22" fmla="*/ 2 w 439"/>
                <a:gd name="T23" fmla="*/ 2 h 260"/>
                <a:gd name="T24" fmla="*/ 2 w 439"/>
                <a:gd name="T25" fmla="*/ 2 h 260"/>
                <a:gd name="T26" fmla="*/ 2 w 439"/>
                <a:gd name="T27" fmla="*/ 2 h 260"/>
                <a:gd name="T28" fmla="*/ 2 w 439"/>
                <a:gd name="T29" fmla="*/ 2 h 260"/>
                <a:gd name="T30" fmla="*/ 3 w 439"/>
                <a:gd name="T31" fmla="*/ 2 h 260"/>
                <a:gd name="T32" fmla="*/ 3 w 439"/>
                <a:gd name="T33" fmla="*/ 2 h 260"/>
                <a:gd name="T34" fmla="*/ 4 w 439"/>
                <a:gd name="T35" fmla="*/ 2 h 260"/>
                <a:gd name="T36" fmla="*/ 4 w 439"/>
                <a:gd name="T37" fmla="*/ 2 h 260"/>
                <a:gd name="T38" fmla="*/ 3 w 439"/>
                <a:gd name="T39" fmla="*/ 2 h 260"/>
                <a:gd name="T40" fmla="*/ 3 w 439"/>
                <a:gd name="T41" fmla="*/ 2 h 260"/>
                <a:gd name="T42" fmla="*/ 3 w 439"/>
                <a:gd name="T43" fmla="*/ 2 h 260"/>
                <a:gd name="T44" fmla="*/ 2 w 439"/>
                <a:gd name="T45" fmla="*/ 2 h 260"/>
                <a:gd name="T46" fmla="*/ 2 w 439"/>
                <a:gd name="T47" fmla="*/ 2 h 260"/>
                <a:gd name="T48" fmla="*/ 2 w 439"/>
                <a:gd name="T49" fmla="*/ 2 h 260"/>
                <a:gd name="T50" fmla="*/ 1 w 439"/>
                <a:gd name="T51" fmla="*/ 2 h 260"/>
                <a:gd name="T52" fmla="*/ 1 w 439"/>
                <a:gd name="T53" fmla="*/ 1 h 260"/>
                <a:gd name="T54" fmla="*/ 1 w 439"/>
                <a:gd name="T55" fmla="*/ 1 h 260"/>
                <a:gd name="T56" fmla="*/ 1 w 439"/>
                <a:gd name="T57" fmla="*/ 1 h 260"/>
                <a:gd name="T58" fmla="*/ 1 w 439"/>
                <a:gd name="T59" fmla="*/ 1 h 260"/>
                <a:gd name="T60" fmla="*/ 0 w 439"/>
                <a:gd name="T61" fmla="*/ 1 h 260"/>
                <a:gd name="T62" fmla="*/ 0 w 439"/>
                <a:gd name="T63" fmla="*/ 1 h 260"/>
                <a:gd name="T64" fmla="*/ 0 w 439"/>
                <a:gd name="T65" fmla="*/ 0 h 260"/>
                <a:gd name="T66" fmla="*/ 0 w 439"/>
                <a:gd name="T67" fmla="*/ 0 h 260"/>
                <a:gd name="T68" fmla="*/ 0 w 439"/>
                <a:gd name="T69" fmla="*/ 0 h 260"/>
                <a:gd name="T70" fmla="*/ 0 w 439"/>
                <a:gd name="T71" fmla="*/ 0 h 260"/>
                <a:gd name="T72" fmla="*/ 0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0" y="0"/>
                  </a:moveTo>
                  <a:lnTo>
                    <a:pt x="0" y="0"/>
                  </a:lnTo>
                  <a:lnTo>
                    <a:pt x="3" y="27"/>
                  </a:lnTo>
                  <a:lnTo>
                    <a:pt x="10" y="53"/>
                  </a:lnTo>
                  <a:lnTo>
                    <a:pt x="20" y="77"/>
                  </a:lnTo>
                  <a:lnTo>
                    <a:pt x="35" y="102"/>
                  </a:lnTo>
                  <a:lnTo>
                    <a:pt x="54" y="125"/>
                  </a:lnTo>
                  <a:lnTo>
                    <a:pt x="76" y="146"/>
                  </a:lnTo>
                  <a:lnTo>
                    <a:pt x="102" y="166"/>
                  </a:lnTo>
                  <a:lnTo>
                    <a:pt x="130" y="185"/>
                  </a:lnTo>
                  <a:lnTo>
                    <a:pt x="162" y="202"/>
                  </a:lnTo>
                  <a:lnTo>
                    <a:pt x="195" y="217"/>
                  </a:lnTo>
                  <a:lnTo>
                    <a:pt x="231" y="230"/>
                  </a:lnTo>
                  <a:lnTo>
                    <a:pt x="270" y="240"/>
                  </a:lnTo>
                  <a:lnTo>
                    <a:pt x="310" y="248"/>
                  </a:lnTo>
                  <a:lnTo>
                    <a:pt x="351" y="255"/>
                  </a:lnTo>
                  <a:lnTo>
                    <a:pt x="395" y="259"/>
                  </a:lnTo>
                  <a:lnTo>
                    <a:pt x="439" y="260"/>
                  </a:lnTo>
                  <a:lnTo>
                    <a:pt x="439" y="248"/>
                  </a:lnTo>
                  <a:lnTo>
                    <a:pt x="395" y="247"/>
                  </a:lnTo>
                  <a:lnTo>
                    <a:pt x="353" y="244"/>
                  </a:lnTo>
                  <a:lnTo>
                    <a:pt x="312" y="237"/>
                  </a:lnTo>
                  <a:lnTo>
                    <a:pt x="272" y="228"/>
                  </a:lnTo>
                  <a:lnTo>
                    <a:pt x="236" y="218"/>
                  </a:lnTo>
                  <a:lnTo>
                    <a:pt x="200" y="205"/>
                  </a:lnTo>
                  <a:lnTo>
                    <a:pt x="167" y="190"/>
                  </a:lnTo>
                  <a:lnTo>
                    <a:pt x="137" y="173"/>
                  </a:lnTo>
                  <a:lnTo>
                    <a:pt x="109" y="157"/>
                  </a:lnTo>
                  <a:lnTo>
                    <a:pt x="84" y="137"/>
                  </a:lnTo>
                  <a:lnTo>
                    <a:pt x="64" y="116"/>
                  </a:lnTo>
                  <a:lnTo>
                    <a:pt x="45" y="95"/>
                  </a:lnTo>
                  <a:lnTo>
                    <a:pt x="32" y="73"/>
                  </a:lnTo>
                  <a:lnTo>
                    <a:pt x="21" y="48"/>
                  </a:lnTo>
                  <a:lnTo>
                    <a:pt x="14" y="24"/>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3701" name="Freeform 51"/>
            <p:cNvSpPr>
              <a:spLocks/>
            </p:cNvSpPr>
            <p:nvPr/>
          </p:nvSpPr>
          <p:spPr bwMode="auto">
            <a:xfrm>
              <a:off x="1179" y="1588"/>
              <a:ext cx="88" cy="52"/>
            </a:xfrm>
            <a:custGeom>
              <a:avLst/>
              <a:gdLst>
                <a:gd name="T0" fmla="*/ 4 w 439"/>
                <a:gd name="T1" fmla="*/ 0 h 260"/>
                <a:gd name="T2" fmla="*/ 4 w 439"/>
                <a:gd name="T3" fmla="*/ 0 h 260"/>
                <a:gd name="T4" fmla="*/ 3 w 439"/>
                <a:gd name="T5" fmla="*/ 0 h 260"/>
                <a:gd name="T6" fmla="*/ 3 w 439"/>
                <a:gd name="T7" fmla="*/ 0 h 260"/>
                <a:gd name="T8" fmla="*/ 2 w 439"/>
                <a:gd name="T9" fmla="*/ 0 h 260"/>
                <a:gd name="T10" fmla="*/ 2 w 439"/>
                <a:gd name="T11" fmla="*/ 0 h 260"/>
                <a:gd name="T12" fmla="*/ 2 w 439"/>
                <a:gd name="T13" fmla="*/ 0 h 260"/>
                <a:gd name="T14" fmla="*/ 2 w 439"/>
                <a:gd name="T15" fmla="*/ 0 h 260"/>
                <a:gd name="T16" fmla="*/ 1 w 439"/>
                <a:gd name="T17" fmla="*/ 0 h 260"/>
                <a:gd name="T18" fmla="*/ 1 w 439"/>
                <a:gd name="T19" fmla="*/ 1 h 260"/>
                <a:gd name="T20" fmla="*/ 1 w 439"/>
                <a:gd name="T21" fmla="*/ 1 h 260"/>
                <a:gd name="T22" fmla="*/ 1 w 439"/>
                <a:gd name="T23" fmla="*/ 1 h 260"/>
                <a:gd name="T24" fmla="*/ 0 w 439"/>
                <a:gd name="T25" fmla="*/ 1 h 260"/>
                <a:gd name="T26" fmla="*/ 0 w 439"/>
                <a:gd name="T27" fmla="*/ 1 h 260"/>
                <a:gd name="T28" fmla="*/ 0 w 439"/>
                <a:gd name="T29" fmla="*/ 1 h 260"/>
                <a:gd name="T30" fmla="*/ 0 w 439"/>
                <a:gd name="T31" fmla="*/ 2 h 260"/>
                <a:gd name="T32" fmla="*/ 0 w 439"/>
                <a:gd name="T33" fmla="*/ 2 h 260"/>
                <a:gd name="T34" fmla="*/ 0 w 439"/>
                <a:gd name="T35" fmla="*/ 2 h 260"/>
                <a:gd name="T36" fmla="*/ 0 w 439"/>
                <a:gd name="T37" fmla="*/ 2 h 260"/>
                <a:gd name="T38" fmla="*/ 0 w 439"/>
                <a:gd name="T39" fmla="*/ 2 h 260"/>
                <a:gd name="T40" fmla="*/ 0 w 439"/>
                <a:gd name="T41" fmla="*/ 2 h 260"/>
                <a:gd name="T42" fmla="*/ 0 w 439"/>
                <a:gd name="T43" fmla="*/ 1 h 260"/>
                <a:gd name="T44" fmla="*/ 0 w 439"/>
                <a:gd name="T45" fmla="*/ 1 h 260"/>
                <a:gd name="T46" fmla="*/ 1 w 439"/>
                <a:gd name="T47" fmla="*/ 1 h 260"/>
                <a:gd name="T48" fmla="*/ 1 w 439"/>
                <a:gd name="T49" fmla="*/ 1 h 260"/>
                <a:gd name="T50" fmla="*/ 1 w 439"/>
                <a:gd name="T51" fmla="*/ 1 h 260"/>
                <a:gd name="T52" fmla="*/ 1 w 439"/>
                <a:gd name="T53" fmla="*/ 1 h 260"/>
                <a:gd name="T54" fmla="*/ 1 w 439"/>
                <a:gd name="T55" fmla="*/ 1 h 260"/>
                <a:gd name="T56" fmla="*/ 2 w 439"/>
                <a:gd name="T57" fmla="*/ 0 h 260"/>
                <a:gd name="T58" fmla="*/ 2 w 439"/>
                <a:gd name="T59" fmla="*/ 0 h 260"/>
                <a:gd name="T60" fmla="*/ 2 w 439"/>
                <a:gd name="T61" fmla="*/ 0 h 260"/>
                <a:gd name="T62" fmla="*/ 3 w 439"/>
                <a:gd name="T63" fmla="*/ 0 h 260"/>
                <a:gd name="T64" fmla="*/ 3 w 439"/>
                <a:gd name="T65" fmla="*/ 0 h 260"/>
                <a:gd name="T66" fmla="*/ 3 w 439"/>
                <a:gd name="T67" fmla="*/ 0 h 260"/>
                <a:gd name="T68" fmla="*/ 4 w 439"/>
                <a:gd name="T69" fmla="*/ 0 h 260"/>
                <a:gd name="T70" fmla="*/ 4 w 439"/>
                <a:gd name="T71" fmla="*/ 0 h 260"/>
                <a:gd name="T72" fmla="*/ 4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439" y="0"/>
                  </a:moveTo>
                  <a:lnTo>
                    <a:pt x="439" y="0"/>
                  </a:lnTo>
                  <a:lnTo>
                    <a:pt x="395" y="1"/>
                  </a:lnTo>
                  <a:lnTo>
                    <a:pt x="351" y="4"/>
                  </a:lnTo>
                  <a:lnTo>
                    <a:pt x="310" y="11"/>
                  </a:lnTo>
                  <a:lnTo>
                    <a:pt x="270" y="19"/>
                  </a:lnTo>
                  <a:lnTo>
                    <a:pt x="231" y="30"/>
                  </a:lnTo>
                  <a:lnTo>
                    <a:pt x="195" y="43"/>
                  </a:lnTo>
                  <a:lnTo>
                    <a:pt x="162" y="58"/>
                  </a:lnTo>
                  <a:lnTo>
                    <a:pt x="130" y="73"/>
                  </a:lnTo>
                  <a:lnTo>
                    <a:pt x="102" y="93"/>
                  </a:lnTo>
                  <a:lnTo>
                    <a:pt x="76" y="113"/>
                  </a:lnTo>
                  <a:lnTo>
                    <a:pt x="54" y="133"/>
                  </a:lnTo>
                  <a:lnTo>
                    <a:pt x="35" y="157"/>
                  </a:lnTo>
                  <a:lnTo>
                    <a:pt x="20" y="181"/>
                  </a:lnTo>
                  <a:lnTo>
                    <a:pt x="10" y="206"/>
                  </a:lnTo>
                  <a:lnTo>
                    <a:pt x="3" y="233"/>
                  </a:lnTo>
                  <a:lnTo>
                    <a:pt x="0" y="260"/>
                  </a:lnTo>
                  <a:lnTo>
                    <a:pt x="12" y="260"/>
                  </a:lnTo>
                  <a:lnTo>
                    <a:pt x="14" y="235"/>
                  </a:lnTo>
                  <a:lnTo>
                    <a:pt x="21" y="211"/>
                  </a:lnTo>
                  <a:lnTo>
                    <a:pt x="32" y="186"/>
                  </a:lnTo>
                  <a:lnTo>
                    <a:pt x="45" y="164"/>
                  </a:lnTo>
                  <a:lnTo>
                    <a:pt x="64" y="143"/>
                  </a:lnTo>
                  <a:lnTo>
                    <a:pt x="84" y="123"/>
                  </a:lnTo>
                  <a:lnTo>
                    <a:pt x="109" y="103"/>
                  </a:lnTo>
                  <a:lnTo>
                    <a:pt x="137" y="85"/>
                  </a:lnTo>
                  <a:lnTo>
                    <a:pt x="167" y="70"/>
                  </a:lnTo>
                  <a:lnTo>
                    <a:pt x="200" y="55"/>
                  </a:lnTo>
                  <a:lnTo>
                    <a:pt x="236" y="42"/>
                  </a:lnTo>
                  <a:lnTo>
                    <a:pt x="272" y="31"/>
                  </a:lnTo>
                  <a:lnTo>
                    <a:pt x="312" y="23"/>
                  </a:lnTo>
                  <a:lnTo>
                    <a:pt x="353" y="16"/>
                  </a:lnTo>
                  <a:lnTo>
                    <a:pt x="395" y="12"/>
                  </a:lnTo>
                  <a:lnTo>
                    <a:pt x="439" y="11"/>
                  </a:lnTo>
                  <a:lnTo>
                    <a:pt x="439"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3702" name="Freeform 52"/>
            <p:cNvSpPr>
              <a:spLocks/>
            </p:cNvSpPr>
            <p:nvPr/>
          </p:nvSpPr>
          <p:spPr bwMode="auto">
            <a:xfrm>
              <a:off x="964" y="1745"/>
              <a:ext cx="48" cy="85"/>
            </a:xfrm>
            <a:custGeom>
              <a:avLst/>
              <a:gdLst>
                <a:gd name="T0" fmla="*/ 2 w 244"/>
                <a:gd name="T1" fmla="*/ 3 h 426"/>
                <a:gd name="T2" fmla="*/ 2 w 244"/>
                <a:gd name="T3" fmla="*/ 3 h 426"/>
                <a:gd name="T4" fmla="*/ 2 w 244"/>
                <a:gd name="T5" fmla="*/ 3 h 426"/>
                <a:gd name="T6" fmla="*/ 2 w 244"/>
                <a:gd name="T7" fmla="*/ 3 h 426"/>
                <a:gd name="T8" fmla="*/ 2 w 244"/>
                <a:gd name="T9" fmla="*/ 2 h 426"/>
                <a:gd name="T10" fmla="*/ 2 w 244"/>
                <a:gd name="T11" fmla="*/ 2 h 426"/>
                <a:gd name="T12" fmla="*/ 2 w 244"/>
                <a:gd name="T13" fmla="*/ 2 h 426"/>
                <a:gd name="T14" fmla="*/ 2 w 244"/>
                <a:gd name="T15" fmla="*/ 2 h 426"/>
                <a:gd name="T16" fmla="*/ 1 w 244"/>
                <a:gd name="T17" fmla="*/ 1 h 426"/>
                <a:gd name="T18" fmla="*/ 1 w 244"/>
                <a:gd name="T19" fmla="*/ 1 h 426"/>
                <a:gd name="T20" fmla="*/ 1 w 244"/>
                <a:gd name="T21" fmla="*/ 1 h 426"/>
                <a:gd name="T22" fmla="*/ 1 w 244"/>
                <a:gd name="T23" fmla="*/ 1 h 426"/>
                <a:gd name="T24" fmla="*/ 1 w 244"/>
                <a:gd name="T25" fmla="*/ 0 h 426"/>
                <a:gd name="T26" fmla="*/ 1 w 244"/>
                <a:gd name="T27" fmla="*/ 0 h 426"/>
                <a:gd name="T28" fmla="*/ 1 w 244"/>
                <a:gd name="T29" fmla="*/ 0 h 426"/>
                <a:gd name="T30" fmla="*/ 0 w 244"/>
                <a:gd name="T31" fmla="*/ 0 h 426"/>
                <a:gd name="T32" fmla="*/ 0 w 244"/>
                <a:gd name="T33" fmla="*/ 0 h 426"/>
                <a:gd name="T34" fmla="*/ 0 w 244"/>
                <a:gd name="T35" fmla="*/ 0 h 426"/>
                <a:gd name="T36" fmla="*/ 0 w 244"/>
                <a:gd name="T37" fmla="*/ 0 h 426"/>
                <a:gd name="T38" fmla="*/ 0 w 244"/>
                <a:gd name="T39" fmla="*/ 0 h 426"/>
                <a:gd name="T40" fmla="*/ 0 w 244"/>
                <a:gd name="T41" fmla="*/ 0 h 426"/>
                <a:gd name="T42" fmla="*/ 1 w 244"/>
                <a:gd name="T43" fmla="*/ 0 h 426"/>
                <a:gd name="T44" fmla="*/ 1 w 244"/>
                <a:gd name="T45" fmla="*/ 0 h 426"/>
                <a:gd name="T46" fmla="*/ 1 w 244"/>
                <a:gd name="T47" fmla="*/ 0 h 426"/>
                <a:gd name="T48" fmla="*/ 1 w 244"/>
                <a:gd name="T49" fmla="*/ 1 h 426"/>
                <a:gd name="T50" fmla="*/ 1 w 244"/>
                <a:gd name="T51" fmla="*/ 1 h 426"/>
                <a:gd name="T52" fmla="*/ 1 w 244"/>
                <a:gd name="T53" fmla="*/ 1 h 426"/>
                <a:gd name="T54" fmla="*/ 1 w 244"/>
                <a:gd name="T55" fmla="*/ 1 h 426"/>
                <a:gd name="T56" fmla="*/ 1 w 244"/>
                <a:gd name="T57" fmla="*/ 2 h 426"/>
                <a:gd name="T58" fmla="*/ 2 w 244"/>
                <a:gd name="T59" fmla="*/ 2 h 426"/>
                <a:gd name="T60" fmla="*/ 2 w 244"/>
                <a:gd name="T61" fmla="*/ 2 h 426"/>
                <a:gd name="T62" fmla="*/ 2 w 244"/>
                <a:gd name="T63" fmla="*/ 2 h 426"/>
                <a:gd name="T64" fmla="*/ 2 w 244"/>
                <a:gd name="T65" fmla="*/ 3 h 426"/>
                <a:gd name="T66" fmla="*/ 2 w 244"/>
                <a:gd name="T67" fmla="*/ 3 h 426"/>
                <a:gd name="T68" fmla="*/ 2 w 244"/>
                <a:gd name="T69" fmla="*/ 3 h 426"/>
                <a:gd name="T70" fmla="*/ 2 w 244"/>
                <a:gd name="T71" fmla="*/ 3 h 426"/>
                <a:gd name="T72" fmla="*/ 2 w 244"/>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6"/>
                <a:gd name="T113" fmla="*/ 244 w 244"/>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6">
                  <a:moveTo>
                    <a:pt x="244" y="426"/>
                  </a:moveTo>
                  <a:lnTo>
                    <a:pt x="244" y="426"/>
                  </a:lnTo>
                  <a:lnTo>
                    <a:pt x="243" y="383"/>
                  </a:lnTo>
                  <a:lnTo>
                    <a:pt x="240" y="340"/>
                  </a:lnTo>
                  <a:lnTo>
                    <a:pt x="234" y="300"/>
                  </a:lnTo>
                  <a:lnTo>
                    <a:pt x="226" y="262"/>
                  </a:lnTo>
                  <a:lnTo>
                    <a:pt x="215" y="224"/>
                  </a:lnTo>
                  <a:lnTo>
                    <a:pt x="203" y="189"/>
                  </a:lnTo>
                  <a:lnTo>
                    <a:pt x="189" y="157"/>
                  </a:lnTo>
                  <a:lnTo>
                    <a:pt x="174" y="126"/>
                  </a:lnTo>
                  <a:lnTo>
                    <a:pt x="155" y="99"/>
                  </a:lnTo>
                  <a:lnTo>
                    <a:pt x="138" y="74"/>
                  </a:lnTo>
                  <a:lnTo>
                    <a:pt x="118" y="52"/>
                  </a:lnTo>
                  <a:lnTo>
                    <a:pt x="96" y="34"/>
                  </a:lnTo>
                  <a:lnTo>
                    <a:pt x="73" y="19"/>
                  </a:lnTo>
                  <a:lnTo>
                    <a:pt x="50" y="8"/>
                  </a:lnTo>
                  <a:lnTo>
                    <a:pt x="25" y="2"/>
                  </a:lnTo>
                  <a:lnTo>
                    <a:pt x="0" y="0"/>
                  </a:lnTo>
                  <a:lnTo>
                    <a:pt x="0" y="12"/>
                  </a:lnTo>
                  <a:lnTo>
                    <a:pt x="23" y="14"/>
                  </a:lnTo>
                  <a:lnTo>
                    <a:pt x="45" y="20"/>
                  </a:lnTo>
                  <a:lnTo>
                    <a:pt x="66" y="31"/>
                  </a:lnTo>
                  <a:lnTo>
                    <a:pt x="89" y="43"/>
                  </a:lnTo>
                  <a:lnTo>
                    <a:pt x="109" y="61"/>
                  </a:lnTo>
                  <a:lnTo>
                    <a:pt x="129" y="81"/>
                  </a:lnTo>
                  <a:lnTo>
                    <a:pt x="146" y="106"/>
                  </a:lnTo>
                  <a:lnTo>
                    <a:pt x="162" y="133"/>
                  </a:lnTo>
                  <a:lnTo>
                    <a:pt x="178" y="162"/>
                  </a:lnTo>
                  <a:lnTo>
                    <a:pt x="192" y="194"/>
                  </a:lnTo>
                  <a:lnTo>
                    <a:pt x="203" y="229"/>
                  </a:lnTo>
                  <a:lnTo>
                    <a:pt x="214" y="264"/>
                  </a:lnTo>
                  <a:lnTo>
                    <a:pt x="222" y="303"/>
                  </a:lnTo>
                  <a:lnTo>
                    <a:pt x="228" y="342"/>
                  </a:lnTo>
                  <a:lnTo>
                    <a:pt x="232" y="383"/>
                  </a:lnTo>
                  <a:lnTo>
                    <a:pt x="233" y="426"/>
                  </a:lnTo>
                  <a:lnTo>
                    <a:pt x="244"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3703" name="Freeform 53"/>
            <p:cNvSpPr>
              <a:spLocks/>
            </p:cNvSpPr>
            <p:nvPr/>
          </p:nvSpPr>
          <p:spPr bwMode="auto">
            <a:xfrm>
              <a:off x="964" y="1830"/>
              <a:ext cx="48" cy="85"/>
            </a:xfrm>
            <a:custGeom>
              <a:avLst/>
              <a:gdLst>
                <a:gd name="T0" fmla="*/ 0 w 244"/>
                <a:gd name="T1" fmla="*/ 3 h 424"/>
                <a:gd name="T2" fmla="*/ 0 w 244"/>
                <a:gd name="T3" fmla="*/ 3 h 424"/>
                <a:gd name="T4" fmla="*/ 0 w 244"/>
                <a:gd name="T5" fmla="*/ 3 h 424"/>
                <a:gd name="T6" fmla="*/ 0 w 244"/>
                <a:gd name="T7" fmla="*/ 3 h 424"/>
                <a:gd name="T8" fmla="*/ 1 w 244"/>
                <a:gd name="T9" fmla="*/ 3 h 424"/>
                <a:gd name="T10" fmla="*/ 1 w 244"/>
                <a:gd name="T11" fmla="*/ 3 h 424"/>
                <a:gd name="T12" fmla="*/ 1 w 244"/>
                <a:gd name="T13" fmla="*/ 3 h 424"/>
                <a:gd name="T14" fmla="*/ 1 w 244"/>
                <a:gd name="T15" fmla="*/ 3 h 424"/>
                <a:gd name="T16" fmla="*/ 1 w 244"/>
                <a:gd name="T17" fmla="*/ 3 h 424"/>
                <a:gd name="T18" fmla="*/ 1 w 244"/>
                <a:gd name="T19" fmla="*/ 2 h 424"/>
                <a:gd name="T20" fmla="*/ 1 w 244"/>
                <a:gd name="T21" fmla="*/ 2 h 424"/>
                <a:gd name="T22" fmla="*/ 2 w 244"/>
                <a:gd name="T23" fmla="*/ 2 h 424"/>
                <a:gd name="T24" fmla="*/ 2 w 244"/>
                <a:gd name="T25" fmla="*/ 2 h 424"/>
                <a:gd name="T26" fmla="*/ 2 w 244"/>
                <a:gd name="T27" fmla="*/ 1 h 424"/>
                <a:gd name="T28" fmla="*/ 2 w 244"/>
                <a:gd name="T29" fmla="*/ 1 h 424"/>
                <a:gd name="T30" fmla="*/ 2 w 244"/>
                <a:gd name="T31" fmla="*/ 1 h 424"/>
                <a:gd name="T32" fmla="*/ 2 w 244"/>
                <a:gd name="T33" fmla="*/ 0 h 424"/>
                <a:gd name="T34" fmla="*/ 2 w 244"/>
                <a:gd name="T35" fmla="*/ 0 h 424"/>
                <a:gd name="T36" fmla="*/ 2 w 244"/>
                <a:gd name="T37" fmla="*/ 0 h 424"/>
                <a:gd name="T38" fmla="*/ 2 w 244"/>
                <a:gd name="T39" fmla="*/ 0 h 424"/>
                <a:gd name="T40" fmla="*/ 2 w 244"/>
                <a:gd name="T41" fmla="*/ 1 h 424"/>
                <a:gd name="T42" fmla="*/ 2 w 244"/>
                <a:gd name="T43" fmla="*/ 1 h 424"/>
                <a:gd name="T44" fmla="*/ 2 w 244"/>
                <a:gd name="T45" fmla="*/ 1 h 424"/>
                <a:gd name="T46" fmla="*/ 2 w 244"/>
                <a:gd name="T47" fmla="*/ 2 h 424"/>
                <a:gd name="T48" fmla="*/ 1 w 244"/>
                <a:gd name="T49" fmla="*/ 2 h 424"/>
                <a:gd name="T50" fmla="*/ 1 w 244"/>
                <a:gd name="T51" fmla="*/ 2 h 424"/>
                <a:gd name="T52" fmla="*/ 1 w 244"/>
                <a:gd name="T53" fmla="*/ 2 h 424"/>
                <a:gd name="T54" fmla="*/ 1 w 244"/>
                <a:gd name="T55" fmla="*/ 3 h 424"/>
                <a:gd name="T56" fmla="*/ 1 w 244"/>
                <a:gd name="T57" fmla="*/ 3 h 424"/>
                <a:gd name="T58" fmla="*/ 1 w 244"/>
                <a:gd name="T59" fmla="*/ 3 h 424"/>
                <a:gd name="T60" fmla="*/ 1 w 244"/>
                <a:gd name="T61" fmla="*/ 3 h 424"/>
                <a:gd name="T62" fmla="*/ 1 w 244"/>
                <a:gd name="T63" fmla="*/ 3 h 424"/>
                <a:gd name="T64" fmla="*/ 0 w 244"/>
                <a:gd name="T65" fmla="*/ 3 h 424"/>
                <a:gd name="T66" fmla="*/ 0 w 244"/>
                <a:gd name="T67" fmla="*/ 3 h 424"/>
                <a:gd name="T68" fmla="*/ 0 w 244"/>
                <a:gd name="T69" fmla="*/ 3 h 424"/>
                <a:gd name="T70" fmla="*/ 0 w 244"/>
                <a:gd name="T71" fmla="*/ 3 h 424"/>
                <a:gd name="T72" fmla="*/ 0 w 244"/>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4"/>
                <a:gd name="T113" fmla="*/ 244 w 244"/>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4">
                  <a:moveTo>
                    <a:pt x="0" y="424"/>
                  </a:moveTo>
                  <a:lnTo>
                    <a:pt x="0" y="424"/>
                  </a:lnTo>
                  <a:lnTo>
                    <a:pt x="25" y="422"/>
                  </a:lnTo>
                  <a:lnTo>
                    <a:pt x="50" y="416"/>
                  </a:lnTo>
                  <a:lnTo>
                    <a:pt x="73" y="405"/>
                  </a:lnTo>
                  <a:lnTo>
                    <a:pt x="96" y="390"/>
                  </a:lnTo>
                  <a:lnTo>
                    <a:pt x="118" y="373"/>
                  </a:lnTo>
                  <a:lnTo>
                    <a:pt x="138" y="350"/>
                  </a:lnTo>
                  <a:lnTo>
                    <a:pt x="155" y="326"/>
                  </a:lnTo>
                  <a:lnTo>
                    <a:pt x="173" y="299"/>
                  </a:lnTo>
                  <a:lnTo>
                    <a:pt x="189" y="268"/>
                  </a:lnTo>
                  <a:lnTo>
                    <a:pt x="203" y="235"/>
                  </a:lnTo>
                  <a:lnTo>
                    <a:pt x="215" y="201"/>
                  </a:lnTo>
                  <a:lnTo>
                    <a:pt x="226" y="163"/>
                  </a:lnTo>
                  <a:lnTo>
                    <a:pt x="234" y="125"/>
                  </a:lnTo>
                  <a:lnTo>
                    <a:pt x="240" y="85"/>
                  </a:lnTo>
                  <a:lnTo>
                    <a:pt x="243" y="42"/>
                  </a:lnTo>
                  <a:lnTo>
                    <a:pt x="244" y="0"/>
                  </a:lnTo>
                  <a:lnTo>
                    <a:pt x="233" y="0"/>
                  </a:lnTo>
                  <a:lnTo>
                    <a:pt x="232" y="42"/>
                  </a:lnTo>
                  <a:lnTo>
                    <a:pt x="228" y="83"/>
                  </a:lnTo>
                  <a:lnTo>
                    <a:pt x="222" y="123"/>
                  </a:lnTo>
                  <a:lnTo>
                    <a:pt x="214" y="160"/>
                  </a:lnTo>
                  <a:lnTo>
                    <a:pt x="203" y="197"/>
                  </a:lnTo>
                  <a:lnTo>
                    <a:pt x="192" y="231"/>
                  </a:lnTo>
                  <a:lnTo>
                    <a:pt x="178" y="263"/>
                  </a:lnTo>
                  <a:lnTo>
                    <a:pt x="164" y="292"/>
                  </a:lnTo>
                  <a:lnTo>
                    <a:pt x="146" y="319"/>
                  </a:lnTo>
                  <a:lnTo>
                    <a:pt x="129" y="343"/>
                  </a:lnTo>
                  <a:lnTo>
                    <a:pt x="109" y="363"/>
                  </a:lnTo>
                  <a:lnTo>
                    <a:pt x="89" y="381"/>
                  </a:lnTo>
                  <a:lnTo>
                    <a:pt x="66" y="394"/>
                  </a:lnTo>
                  <a:lnTo>
                    <a:pt x="45" y="404"/>
                  </a:lnTo>
                  <a:lnTo>
                    <a:pt x="23" y="410"/>
                  </a:lnTo>
                  <a:lnTo>
                    <a:pt x="0" y="412"/>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3704" name="Freeform 54"/>
            <p:cNvSpPr>
              <a:spLocks/>
            </p:cNvSpPr>
            <p:nvPr/>
          </p:nvSpPr>
          <p:spPr bwMode="auto">
            <a:xfrm>
              <a:off x="915" y="1830"/>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1" y="42"/>
                  </a:lnTo>
                  <a:lnTo>
                    <a:pt x="4" y="85"/>
                  </a:lnTo>
                  <a:lnTo>
                    <a:pt x="10" y="125"/>
                  </a:lnTo>
                  <a:lnTo>
                    <a:pt x="19" y="163"/>
                  </a:lnTo>
                  <a:lnTo>
                    <a:pt x="29" y="201"/>
                  </a:lnTo>
                  <a:lnTo>
                    <a:pt x="41" y="235"/>
                  </a:lnTo>
                  <a:lnTo>
                    <a:pt x="55" y="268"/>
                  </a:lnTo>
                  <a:lnTo>
                    <a:pt x="71" y="299"/>
                  </a:lnTo>
                  <a:lnTo>
                    <a:pt x="89" y="326"/>
                  </a:lnTo>
                  <a:lnTo>
                    <a:pt x="106" y="350"/>
                  </a:lnTo>
                  <a:lnTo>
                    <a:pt x="126" y="373"/>
                  </a:lnTo>
                  <a:lnTo>
                    <a:pt x="149" y="390"/>
                  </a:lnTo>
                  <a:lnTo>
                    <a:pt x="171" y="405"/>
                  </a:lnTo>
                  <a:lnTo>
                    <a:pt x="194" y="416"/>
                  </a:lnTo>
                  <a:lnTo>
                    <a:pt x="219" y="422"/>
                  </a:lnTo>
                  <a:lnTo>
                    <a:pt x="245" y="424"/>
                  </a:lnTo>
                  <a:lnTo>
                    <a:pt x="245" y="412"/>
                  </a:lnTo>
                  <a:lnTo>
                    <a:pt x="221" y="410"/>
                  </a:lnTo>
                  <a:lnTo>
                    <a:pt x="199" y="404"/>
                  </a:lnTo>
                  <a:lnTo>
                    <a:pt x="178" y="394"/>
                  </a:lnTo>
                  <a:lnTo>
                    <a:pt x="156" y="381"/>
                  </a:lnTo>
                  <a:lnTo>
                    <a:pt x="136" y="363"/>
                  </a:lnTo>
                  <a:lnTo>
                    <a:pt x="116" y="343"/>
                  </a:lnTo>
                  <a:lnTo>
                    <a:pt x="98" y="319"/>
                  </a:lnTo>
                  <a:lnTo>
                    <a:pt x="81" y="292"/>
                  </a:lnTo>
                  <a:lnTo>
                    <a:pt x="67" y="263"/>
                  </a:lnTo>
                  <a:lnTo>
                    <a:pt x="52" y="231"/>
                  </a:lnTo>
                  <a:lnTo>
                    <a:pt x="41" y="197"/>
                  </a:lnTo>
                  <a:lnTo>
                    <a:pt x="30" y="160"/>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3705" name="Freeform 55"/>
            <p:cNvSpPr>
              <a:spLocks/>
            </p:cNvSpPr>
            <p:nvPr/>
          </p:nvSpPr>
          <p:spPr bwMode="auto">
            <a:xfrm>
              <a:off x="915" y="1745"/>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0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19" y="2"/>
                  </a:lnTo>
                  <a:lnTo>
                    <a:pt x="194" y="8"/>
                  </a:lnTo>
                  <a:lnTo>
                    <a:pt x="171" y="19"/>
                  </a:lnTo>
                  <a:lnTo>
                    <a:pt x="149" y="34"/>
                  </a:lnTo>
                  <a:lnTo>
                    <a:pt x="126" y="52"/>
                  </a:lnTo>
                  <a:lnTo>
                    <a:pt x="106" y="74"/>
                  </a:lnTo>
                  <a:lnTo>
                    <a:pt x="89" y="99"/>
                  </a:lnTo>
                  <a:lnTo>
                    <a:pt x="70" y="126"/>
                  </a:lnTo>
                  <a:lnTo>
                    <a:pt x="55" y="157"/>
                  </a:lnTo>
                  <a:lnTo>
                    <a:pt x="41" y="189"/>
                  </a:lnTo>
                  <a:lnTo>
                    <a:pt x="29" y="224"/>
                  </a:lnTo>
                  <a:lnTo>
                    <a:pt x="19" y="262"/>
                  </a:lnTo>
                  <a:lnTo>
                    <a:pt x="10" y="300"/>
                  </a:lnTo>
                  <a:lnTo>
                    <a:pt x="4" y="340"/>
                  </a:lnTo>
                  <a:lnTo>
                    <a:pt x="1" y="383"/>
                  </a:lnTo>
                  <a:lnTo>
                    <a:pt x="0" y="426"/>
                  </a:lnTo>
                  <a:lnTo>
                    <a:pt x="11" y="426"/>
                  </a:lnTo>
                  <a:lnTo>
                    <a:pt x="13" y="383"/>
                  </a:lnTo>
                  <a:lnTo>
                    <a:pt x="16" y="342"/>
                  </a:lnTo>
                  <a:lnTo>
                    <a:pt x="22" y="303"/>
                  </a:lnTo>
                  <a:lnTo>
                    <a:pt x="30" y="264"/>
                  </a:lnTo>
                  <a:lnTo>
                    <a:pt x="41" y="229"/>
                  </a:lnTo>
                  <a:lnTo>
                    <a:pt x="52" y="194"/>
                  </a:lnTo>
                  <a:lnTo>
                    <a:pt x="67" y="162"/>
                  </a:lnTo>
                  <a:lnTo>
                    <a:pt x="82" y="133"/>
                  </a:lnTo>
                  <a:lnTo>
                    <a:pt x="98" y="106"/>
                  </a:lnTo>
                  <a:lnTo>
                    <a:pt x="116" y="81"/>
                  </a:lnTo>
                  <a:lnTo>
                    <a:pt x="136" y="61"/>
                  </a:lnTo>
                  <a:lnTo>
                    <a:pt x="156" y="43"/>
                  </a:lnTo>
                  <a:lnTo>
                    <a:pt x="178" y="31"/>
                  </a:lnTo>
                  <a:lnTo>
                    <a:pt x="199" y="20"/>
                  </a:lnTo>
                  <a:lnTo>
                    <a:pt x="221"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3706" name="Freeform 56"/>
            <p:cNvSpPr>
              <a:spLocks/>
            </p:cNvSpPr>
            <p:nvPr/>
          </p:nvSpPr>
          <p:spPr bwMode="auto">
            <a:xfrm>
              <a:off x="1140" y="2087"/>
              <a:ext cx="49" cy="85"/>
            </a:xfrm>
            <a:custGeom>
              <a:avLst/>
              <a:gdLst>
                <a:gd name="T0" fmla="*/ 2 w 246"/>
                <a:gd name="T1" fmla="*/ 3 h 424"/>
                <a:gd name="T2" fmla="*/ 2 w 246"/>
                <a:gd name="T3" fmla="*/ 3 h 424"/>
                <a:gd name="T4" fmla="*/ 2 w 246"/>
                <a:gd name="T5" fmla="*/ 3 h 424"/>
                <a:gd name="T6" fmla="*/ 2 w 246"/>
                <a:gd name="T7" fmla="*/ 3 h 424"/>
                <a:gd name="T8" fmla="*/ 2 w 246"/>
                <a:gd name="T9" fmla="*/ 2 h 424"/>
                <a:gd name="T10" fmla="*/ 2 w 246"/>
                <a:gd name="T11" fmla="*/ 2 h 424"/>
                <a:gd name="T12" fmla="*/ 2 w 246"/>
                <a:gd name="T13" fmla="*/ 2 h 424"/>
                <a:gd name="T14" fmla="*/ 2 w 246"/>
                <a:gd name="T15" fmla="*/ 2 h 424"/>
                <a:gd name="T16" fmla="*/ 2 w 246"/>
                <a:gd name="T17" fmla="*/ 1 h 424"/>
                <a:gd name="T18" fmla="*/ 1 w 246"/>
                <a:gd name="T19" fmla="*/ 1 h 424"/>
                <a:gd name="T20" fmla="*/ 1 w 246"/>
                <a:gd name="T21" fmla="*/ 1 h 424"/>
                <a:gd name="T22" fmla="*/ 1 w 246"/>
                <a:gd name="T23" fmla="*/ 1 h 424"/>
                <a:gd name="T24" fmla="*/ 1 w 246"/>
                <a:gd name="T25" fmla="*/ 0 h 424"/>
                <a:gd name="T26" fmla="*/ 1 w 246"/>
                <a:gd name="T27" fmla="*/ 0 h 424"/>
                <a:gd name="T28" fmla="*/ 1 w 246"/>
                <a:gd name="T29" fmla="*/ 0 h 424"/>
                <a:gd name="T30" fmla="*/ 0 w 246"/>
                <a:gd name="T31" fmla="*/ 0 h 424"/>
                <a:gd name="T32" fmla="*/ 0 w 246"/>
                <a:gd name="T33" fmla="*/ 0 h 424"/>
                <a:gd name="T34" fmla="*/ 0 w 246"/>
                <a:gd name="T35" fmla="*/ 0 h 424"/>
                <a:gd name="T36" fmla="*/ 0 w 246"/>
                <a:gd name="T37" fmla="*/ 0 h 424"/>
                <a:gd name="T38" fmla="*/ 0 w 246"/>
                <a:gd name="T39" fmla="*/ 0 h 424"/>
                <a:gd name="T40" fmla="*/ 0 w 246"/>
                <a:gd name="T41" fmla="*/ 0 h 424"/>
                <a:gd name="T42" fmla="*/ 1 w 246"/>
                <a:gd name="T43" fmla="*/ 0 h 424"/>
                <a:gd name="T44" fmla="*/ 1 w 246"/>
                <a:gd name="T45" fmla="*/ 0 h 424"/>
                <a:gd name="T46" fmla="*/ 1 w 246"/>
                <a:gd name="T47" fmla="*/ 0 h 424"/>
                <a:gd name="T48" fmla="*/ 1 w 246"/>
                <a:gd name="T49" fmla="*/ 1 h 424"/>
                <a:gd name="T50" fmla="*/ 1 w 246"/>
                <a:gd name="T51" fmla="*/ 1 h 424"/>
                <a:gd name="T52" fmla="*/ 1 w 246"/>
                <a:gd name="T53" fmla="*/ 1 h 424"/>
                <a:gd name="T54" fmla="*/ 1 w 246"/>
                <a:gd name="T55" fmla="*/ 1 h 424"/>
                <a:gd name="T56" fmla="*/ 2 w 246"/>
                <a:gd name="T57" fmla="*/ 2 h 424"/>
                <a:gd name="T58" fmla="*/ 2 w 246"/>
                <a:gd name="T59" fmla="*/ 2 h 424"/>
                <a:gd name="T60" fmla="*/ 2 w 246"/>
                <a:gd name="T61" fmla="*/ 2 h 424"/>
                <a:gd name="T62" fmla="*/ 2 w 246"/>
                <a:gd name="T63" fmla="*/ 2 h 424"/>
                <a:gd name="T64" fmla="*/ 2 w 246"/>
                <a:gd name="T65" fmla="*/ 3 h 424"/>
                <a:gd name="T66" fmla="*/ 2 w 246"/>
                <a:gd name="T67" fmla="*/ 3 h 424"/>
                <a:gd name="T68" fmla="*/ 2 w 246"/>
                <a:gd name="T69" fmla="*/ 3 h 424"/>
                <a:gd name="T70" fmla="*/ 2 w 246"/>
                <a:gd name="T71" fmla="*/ 3 h 424"/>
                <a:gd name="T72" fmla="*/ 2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424"/>
                  </a:moveTo>
                  <a:lnTo>
                    <a:pt x="246" y="424"/>
                  </a:lnTo>
                  <a:lnTo>
                    <a:pt x="244" y="382"/>
                  </a:lnTo>
                  <a:lnTo>
                    <a:pt x="241" y="338"/>
                  </a:lnTo>
                  <a:lnTo>
                    <a:pt x="235" y="298"/>
                  </a:lnTo>
                  <a:lnTo>
                    <a:pt x="227" y="261"/>
                  </a:lnTo>
                  <a:lnTo>
                    <a:pt x="216" y="222"/>
                  </a:lnTo>
                  <a:lnTo>
                    <a:pt x="205" y="188"/>
                  </a:lnTo>
                  <a:lnTo>
                    <a:pt x="190" y="155"/>
                  </a:lnTo>
                  <a:lnTo>
                    <a:pt x="174" y="125"/>
                  </a:lnTo>
                  <a:lnTo>
                    <a:pt x="157" y="98"/>
                  </a:lnTo>
                  <a:lnTo>
                    <a:pt x="138" y="73"/>
                  </a:lnTo>
                  <a:lnTo>
                    <a:pt x="118" y="51"/>
                  </a:lnTo>
                  <a:lnTo>
                    <a:pt x="96" y="34"/>
                  </a:lnTo>
                  <a:lnTo>
                    <a:pt x="74" y="18"/>
                  </a:lnTo>
                  <a:lnTo>
                    <a:pt x="50" y="8"/>
                  </a:lnTo>
                  <a:lnTo>
                    <a:pt x="25" y="2"/>
                  </a:lnTo>
                  <a:lnTo>
                    <a:pt x="0" y="0"/>
                  </a:lnTo>
                  <a:lnTo>
                    <a:pt x="0" y="11"/>
                  </a:lnTo>
                  <a:lnTo>
                    <a:pt x="23" y="14"/>
                  </a:lnTo>
                  <a:lnTo>
                    <a:pt x="45" y="19"/>
                  </a:lnTo>
                  <a:lnTo>
                    <a:pt x="67" y="30"/>
                  </a:lnTo>
                  <a:lnTo>
                    <a:pt x="89" y="43"/>
                  </a:lnTo>
                  <a:lnTo>
                    <a:pt x="108" y="60"/>
                  </a:lnTo>
                  <a:lnTo>
                    <a:pt x="128" y="80"/>
                  </a:lnTo>
                  <a:lnTo>
                    <a:pt x="147" y="105"/>
                  </a:lnTo>
                  <a:lnTo>
                    <a:pt x="165" y="132"/>
                  </a:lnTo>
                  <a:lnTo>
                    <a:pt x="179" y="160"/>
                  </a:lnTo>
                  <a:lnTo>
                    <a:pt x="193" y="193"/>
                  </a:lnTo>
                  <a:lnTo>
                    <a:pt x="205" y="227"/>
                  </a:lnTo>
                  <a:lnTo>
                    <a:pt x="215" y="263"/>
                  </a:lnTo>
                  <a:lnTo>
                    <a:pt x="223" y="301"/>
                  </a:lnTo>
                  <a:lnTo>
                    <a:pt x="229" y="341"/>
                  </a:lnTo>
                  <a:lnTo>
                    <a:pt x="233" y="382"/>
                  </a:lnTo>
                  <a:lnTo>
                    <a:pt x="234" y="424"/>
                  </a:lnTo>
                  <a:lnTo>
                    <a:pt x="246"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3707" name="Freeform 57"/>
            <p:cNvSpPr>
              <a:spLocks/>
            </p:cNvSpPr>
            <p:nvPr/>
          </p:nvSpPr>
          <p:spPr bwMode="auto">
            <a:xfrm>
              <a:off x="1140" y="2172"/>
              <a:ext cx="49" cy="85"/>
            </a:xfrm>
            <a:custGeom>
              <a:avLst/>
              <a:gdLst>
                <a:gd name="T0" fmla="*/ 0 w 246"/>
                <a:gd name="T1" fmla="*/ 3 h 426"/>
                <a:gd name="T2" fmla="*/ 0 w 246"/>
                <a:gd name="T3" fmla="*/ 3 h 426"/>
                <a:gd name="T4" fmla="*/ 0 w 246"/>
                <a:gd name="T5" fmla="*/ 3 h 426"/>
                <a:gd name="T6" fmla="*/ 0 w 246"/>
                <a:gd name="T7" fmla="*/ 3 h 426"/>
                <a:gd name="T8" fmla="*/ 1 w 246"/>
                <a:gd name="T9" fmla="*/ 3 h 426"/>
                <a:gd name="T10" fmla="*/ 1 w 246"/>
                <a:gd name="T11" fmla="*/ 3 h 426"/>
                <a:gd name="T12" fmla="*/ 1 w 246"/>
                <a:gd name="T13" fmla="*/ 3 h 426"/>
                <a:gd name="T14" fmla="*/ 1 w 246"/>
                <a:gd name="T15" fmla="*/ 3 h 426"/>
                <a:gd name="T16" fmla="*/ 1 w 246"/>
                <a:gd name="T17" fmla="*/ 3 h 426"/>
                <a:gd name="T18" fmla="*/ 1 w 246"/>
                <a:gd name="T19" fmla="*/ 2 h 426"/>
                <a:gd name="T20" fmla="*/ 2 w 246"/>
                <a:gd name="T21" fmla="*/ 2 h 426"/>
                <a:gd name="T22" fmla="*/ 2 w 246"/>
                <a:gd name="T23" fmla="*/ 2 h 426"/>
                <a:gd name="T24" fmla="*/ 2 w 246"/>
                <a:gd name="T25" fmla="*/ 2 h 426"/>
                <a:gd name="T26" fmla="*/ 2 w 246"/>
                <a:gd name="T27" fmla="*/ 1 h 426"/>
                <a:gd name="T28" fmla="*/ 2 w 246"/>
                <a:gd name="T29" fmla="*/ 1 h 426"/>
                <a:gd name="T30" fmla="*/ 2 w 246"/>
                <a:gd name="T31" fmla="*/ 1 h 426"/>
                <a:gd name="T32" fmla="*/ 2 w 246"/>
                <a:gd name="T33" fmla="*/ 0 h 426"/>
                <a:gd name="T34" fmla="*/ 2 w 246"/>
                <a:gd name="T35" fmla="*/ 0 h 426"/>
                <a:gd name="T36" fmla="*/ 2 w 246"/>
                <a:gd name="T37" fmla="*/ 0 h 426"/>
                <a:gd name="T38" fmla="*/ 2 w 246"/>
                <a:gd name="T39" fmla="*/ 0 h 426"/>
                <a:gd name="T40" fmla="*/ 2 w 246"/>
                <a:gd name="T41" fmla="*/ 1 h 426"/>
                <a:gd name="T42" fmla="*/ 2 w 246"/>
                <a:gd name="T43" fmla="*/ 1 h 426"/>
                <a:gd name="T44" fmla="*/ 2 w 246"/>
                <a:gd name="T45" fmla="*/ 1 h 426"/>
                <a:gd name="T46" fmla="*/ 2 w 246"/>
                <a:gd name="T47" fmla="*/ 2 h 426"/>
                <a:gd name="T48" fmla="*/ 2 w 246"/>
                <a:gd name="T49" fmla="*/ 2 h 426"/>
                <a:gd name="T50" fmla="*/ 1 w 246"/>
                <a:gd name="T51" fmla="*/ 2 h 426"/>
                <a:gd name="T52" fmla="*/ 1 w 246"/>
                <a:gd name="T53" fmla="*/ 2 h 426"/>
                <a:gd name="T54" fmla="*/ 1 w 246"/>
                <a:gd name="T55" fmla="*/ 3 h 426"/>
                <a:gd name="T56" fmla="*/ 1 w 246"/>
                <a:gd name="T57" fmla="*/ 3 h 426"/>
                <a:gd name="T58" fmla="*/ 1 w 246"/>
                <a:gd name="T59" fmla="*/ 3 h 426"/>
                <a:gd name="T60" fmla="*/ 1 w 246"/>
                <a:gd name="T61" fmla="*/ 3 h 426"/>
                <a:gd name="T62" fmla="*/ 1 w 246"/>
                <a:gd name="T63" fmla="*/ 3 h 426"/>
                <a:gd name="T64" fmla="*/ 0 w 246"/>
                <a:gd name="T65" fmla="*/ 3 h 426"/>
                <a:gd name="T66" fmla="*/ 0 w 246"/>
                <a:gd name="T67" fmla="*/ 3 h 426"/>
                <a:gd name="T68" fmla="*/ 0 w 246"/>
                <a:gd name="T69" fmla="*/ 3 h 426"/>
                <a:gd name="T70" fmla="*/ 0 w 246"/>
                <a:gd name="T71" fmla="*/ 3 h 426"/>
                <a:gd name="T72" fmla="*/ 0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426"/>
                  </a:moveTo>
                  <a:lnTo>
                    <a:pt x="0" y="426"/>
                  </a:lnTo>
                  <a:lnTo>
                    <a:pt x="25" y="423"/>
                  </a:lnTo>
                  <a:lnTo>
                    <a:pt x="50" y="417"/>
                  </a:lnTo>
                  <a:lnTo>
                    <a:pt x="74" y="407"/>
                  </a:lnTo>
                  <a:lnTo>
                    <a:pt x="96" y="392"/>
                  </a:lnTo>
                  <a:lnTo>
                    <a:pt x="118" y="373"/>
                  </a:lnTo>
                  <a:lnTo>
                    <a:pt x="138" y="350"/>
                  </a:lnTo>
                  <a:lnTo>
                    <a:pt x="157" y="327"/>
                  </a:lnTo>
                  <a:lnTo>
                    <a:pt x="175" y="299"/>
                  </a:lnTo>
                  <a:lnTo>
                    <a:pt x="190" y="268"/>
                  </a:lnTo>
                  <a:lnTo>
                    <a:pt x="205" y="236"/>
                  </a:lnTo>
                  <a:lnTo>
                    <a:pt x="216" y="202"/>
                  </a:lnTo>
                  <a:lnTo>
                    <a:pt x="227" y="164"/>
                  </a:lnTo>
                  <a:lnTo>
                    <a:pt x="235" y="125"/>
                  </a:lnTo>
                  <a:lnTo>
                    <a:pt x="241" y="86"/>
                  </a:lnTo>
                  <a:lnTo>
                    <a:pt x="244" y="42"/>
                  </a:lnTo>
                  <a:lnTo>
                    <a:pt x="246" y="0"/>
                  </a:lnTo>
                  <a:lnTo>
                    <a:pt x="234" y="0"/>
                  </a:lnTo>
                  <a:lnTo>
                    <a:pt x="233" y="42"/>
                  </a:lnTo>
                  <a:lnTo>
                    <a:pt x="229" y="83"/>
                  </a:lnTo>
                  <a:lnTo>
                    <a:pt x="223" y="123"/>
                  </a:lnTo>
                  <a:lnTo>
                    <a:pt x="215" y="162"/>
                  </a:lnTo>
                  <a:lnTo>
                    <a:pt x="205" y="197"/>
                  </a:lnTo>
                  <a:lnTo>
                    <a:pt x="193" y="231"/>
                  </a:lnTo>
                  <a:lnTo>
                    <a:pt x="179" y="264"/>
                  </a:lnTo>
                  <a:lnTo>
                    <a:pt x="164" y="292"/>
                  </a:lnTo>
                  <a:lnTo>
                    <a:pt x="147" y="320"/>
                  </a:lnTo>
                  <a:lnTo>
                    <a:pt x="128" y="343"/>
                  </a:lnTo>
                  <a:lnTo>
                    <a:pt x="108" y="363"/>
                  </a:lnTo>
                  <a:lnTo>
                    <a:pt x="89" y="382"/>
                  </a:lnTo>
                  <a:lnTo>
                    <a:pt x="67" y="395"/>
                  </a:lnTo>
                  <a:lnTo>
                    <a:pt x="45" y="406"/>
                  </a:lnTo>
                  <a:lnTo>
                    <a:pt x="23" y="411"/>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3708" name="Freeform 58"/>
            <p:cNvSpPr>
              <a:spLocks/>
            </p:cNvSpPr>
            <p:nvPr/>
          </p:nvSpPr>
          <p:spPr bwMode="auto">
            <a:xfrm>
              <a:off x="1091" y="2172"/>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4" y="86"/>
                  </a:lnTo>
                  <a:lnTo>
                    <a:pt x="10" y="125"/>
                  </a:lnTo>
                  <a:lnTo>
                    <a:pt x="18" y="164"/>
                  </a:lnTo>
                  <a:lnTo>
                    <a:pt x="29" y="202"/>
                  </a:lnTo>
                  <a:lnTo>
                    <a:pt x="41" y="236"/>
                  </a:lnTo>
                  <a:lnTo>
                    <a:pt x="55" y="268"/>
                  </a:lnTo>
                  <a:lnTo>
                    <a:pt x="70" y="299"/>
                  </a:lnTo>
                  <a:lnTo>
                    <a:pt x="89" y="327"/>
                  </a:lnTo>
                  <a:lnTo>
                    <a:pt x="106" y="350"/>
                  </a:lnTo>
                  <a:lnTo>
                    <a:pt x="126" y="373"/>
                  </a:lnTo>
                  <a:lnTo>
                    <a:pt x="148" y="392"/>
                  </a:lnTo>
                  <a:lnTo>
                    <a:pt x="171" y="407"/>
                  </a:lnTo>
                  <a:lnTo>
                    <a:pt x="194" y="417"/>
                  </a:lnTo>
                  <a:lnTo>
                    <a:pt x="219" y="423"/>
                  </a:lnTo>
                  <a:lnTo>
                    <a:pt x="245" y="426"/>
                  </a:lnTo>
                  <a:lnTo>
                    <a:pt x="245" y="414"/>
                  </a:lnTo>
                  <a:lnTo>
                    <a:pt x="221" y="411"/>
                  </a:lnTo>
                  <a:lnTo>
                    <a:pt x="199" y="406"/>
                  </a:lnTo>
                  <a:lnTo>
                    <a:pt x="178" y="395"/>
                  </a:lnTo>
                  <a:lnTo>
                    <a:pt x="155" y="382"/>
                  </a:lnTo>
                  <a:lnTo>
                    <a:pt x="136" y="363"/>
                  </a:lnTo>
                  <a:lnTo>
                    <a:pt x="116" y="343"/>
                  </a:lnTo>
                  <a:lnTo>
                    <a:pt x="98" y="320"/>
                  </a:lnTo>
                  <a:lnTo>
                    <a:pt x="82" y="292"/>
                  </a:lnTo>
                  <a:lnTo>
                    <a:pt x="66" y="264"/>
                  </a:lnTo>
                  <a:lnTo>
                    <a:pt x="52" y="231"/>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3709" name="Freeform 59"/>
            <p:cNvSpPr>
              <a:spLocks/>
            </p:cNvSpPr>
            <p:nvPr/>
          </p:nvSpPr>
          <p:spPr bwMode="auto">
            <a:xfrm>
              <a:off x="1091" y="2087"/>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4" y="8"/>
                  </a:lnTo>
                  <a:lnTo>
                    <a:pt x="171" y="18"/>
                  </a:lnTo>
                  <a:lnTo>
                    <a:pt x="148" y="34"/>
                  </a:lnTo>
                  <a:lnTo>
                    <a:pt x="126" y="51"/>
                  </a:lnTo>
                  <a:lnTo>
                    <a:pt x="106" y="73"/>
                  </a:lnTo>
                  <a:lnTo>
                    <a:pt x="89" y="98"/>
                  </a:lnTo>
                  <a:lnTo>
                    <a:pt x="71" y="125"/>
                  </a:lnTo>
                  <a:lnTo>
                    <a:pt x="55" y="155"/>
                  </a:lnTo>
                  <a:lnTo>
                    <a:pt x="41" y="188"/>
                  </a:lnTo>
                  <a:lnTo>
                    <a:pt x="29" y="222"/>
                  </a:lnTo>
                  <a:lnTo>
                    <a:pt x="18" y="261"/>
                  </a:lnTo>
                  <a:lnTo>
                    <a:pt x="10" y="298"/>
                  </a:lnTo>
                  <a:lnTo>
                    <a:pt x="4" y="338"/>
                  </a:lnTo>
                  <a:lnTo>
                    <a:pt x="1" y="382"/>
                  </a:lnTo>
                  <a:lnTo>
                    <a:pt x="0" y="424"/>
                  </a:lnTo>
                  <a:lnTo>
                    <a:pt x="11" y="424"/>
                  </a:lnTo>
                  <a:lnTo>
                    <a:pt x="13" y="382"/>
                  </a:lnTo>
                  <a:lnTo>
                    <a:pt x="16" y="341"/>
                  </a:lnTo>
                  <a:lnTo>
                    <a:pt x="22" y="301"/>
                  </a:lnTo>
                  <a:lnTo>
                    <a:pt x="30" y="263"/>
                  </a:lnTo>
                  <a:lnTo>
                    <a:pt x="41" y="227"/>
                  </a:lnTo>
                  <a:lnTo>
                    <a:pt x="52" y="193"/>
                  </a:lnTo>
                  <a:lnTo>
                    <a:pt x="66" y="160"/>
                  </a:lnTo>
                  <a:lnTo>
                    <a:pt x="80" y="132"/>
                  </a:lnTo>
                  <a:lnTo>
                    <a:pt x="98" y="105"/>
                  </a:lnTo>
                  <a:lnTo>
                    <a:pt x="116" y="80"/>
                  </a:lnTo>
                  <a:lnTo>
                    <a:pt x="136" y="60"/>
                  </a:lnTo>
                  <a:lnTo>
                    <a:pt x="155" y="43"/>
                  </a:lnTo>
                  <a:lnTo>
                    <a:pt x="178" y="30"/>
                  </a:lnTo>
                  <a:lnTo>
                    <a:pt x="199" y="19"/>
                  </a:lnTo>
                  <a:lnTo>
                    <a:pt x="221" y="14"/>
                  </a:lnTo>
                  <a:lnTo>
                    <a:pt x="245" y="11"/>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3710" name="Freeform 60"/>
            <p:cNvSpPr>
              <a:spLocks/>
            </p:cNvSpPr>
            <p:nvPr/>
          </p:nvSpPr>
          <p:spPr bwMode="auto">
            <a:xfrm>
              <a:off x="1392" y="2118"/>
              <a:ext cx="49" cy="85"/>
            </a:xfrm>
            <a:custGeom>
              <a:avLst/>
              <a:gdLst>
                <a:gd name="T0" fmla="*/ 2 w 246"/>
                <a:gd name="T1" fmla="*/ 3 h 426"/>
                <a:gd name="T2" fmla="*/ 2 w 246"/>
                <a:gd name="T3" fmla="*/ 3 h 426"/>
                <a:gd name="T4" fmla="*/ 2 w 246"/>
                <a:gd name="T5" fmla="*/ 3 h 426"/>
                <a:gd name="T6" fmla="*/ 2 w 246"/>
                <a:gd name="T7" fmla="*/ 3 h 426"/>
                <a:gd name="T8" fmla="*/ 2 w 246"/>
                <a:gd name="T9" fmla="*/ 2 h 426"/>
                <a:gd name="T10" fmla="*/ 2 w 246"/>
                <a:gd name="T11" fmla="*/ 2 h 426"/>
                <a:gd name="T12" fmla="*/ 2 w 246"/>
                <a:gd name="T13" fmla="*/ 2 h 426"/>
                <a:gd name="T14" fmla="*/ 2 w 246"/>
                <a:gd name="T15" fmla="*/ 2 h 426"/>
                <a:gd name="T16" fmla="*/ 2 w 246"/>
                <a:gd name="T17" fmla="*/ 1 h 426"/>
                <a:gd name="T18" fmla="*/ 1 w 246"/>
                <a:gd name="T19" fmla="*/ 1 h 426"/>
                <a:gd name="T20" fmla="*/ 1 w 246"/>
                <a:gd name="T21" fmla="*/ 1 h 426"/>
                <a:gd name="T22" fmla="*/ 1 w 246"/>
                <a:gd name="T23" fmla="*/ 1 h 426"/>
                <a:gd name="T24" fmla="*/ 1 w 246"/>
                <a:gd name="T25" fmla="*/ 0 h 426"/>
                <a:gd name="T26" fmla="*/ 1 w 246"/>
                <a:gd name="T27" fmla="*/ 0 h 426"/>
                <a:gd name="T28" fmla="*/ 1 w 246"/>
                <a:gd name="T29" fmla="*/ 0 h 426"/>
                <a:gd name="T30" fmla="*/ 0 w 246"/>
                <a:gd name="T31" fmla="*/ 0 h 426"/>
                <a:gd name="T32" fmla="*/ 0 w 246"/>
                <a:gd name="T33" fmla="*/ 0 h 426"/>
                <a:gd name="T34" fmla="*/ 0 w 246"/>
                <a:gd name="T35" fmla="*/ 0 h 426"/>
                <a:gd name="T36" fmla="*/ 0 w 246"/>
                <a:gd name="T37" fmla="*/ 0 h 426"/>
                <a:gd name="T38" fmla="*/ 0 w 246"/>
                <a:gd name="T39" fmla="*/ 0 h 426"/>
                <a:gd name="T40" fmla="*/ 0 w 246"/>
                <a:gd name="T41" fmla="*/ 0 h 426"/>
                <a:gd name="T42" fmla="*/ 1 w 246"/>
                <a:gd name="T43" fmla="*/ 0 h 426"/>
                <a:gd name="T44" fmla="*/ 1 w 246"/>
                <a:gd name="T45" fmla="*/ 0 h 426"/>
                <a:gd name="T46" fmla="*/ 1 w 246"/>
                <a:gd name="T47" fmla="*/ 1 h 426"/>
                <a:gd name="T48" fmla="*/ 1 w 246"/>
                <a:gd name="T49" fmla="*/ 1 h 426"/>
                <a:gd name="T50" fmla="*/ 1 w 246"/>
                <a:gd name="T51" fmla="*/ 1 h 426"/>
                <a:gd name="T52" fmla="*/ 1 w 246"/>
                <a:gd name="T53" fmla="*/ 1 h 426"/>
                <a:gd name="T54" fmla="*/ 1 w 246"/>
                <a:gd name="T55" fmla="*/ 1 h 426"/>
                <a:gd name="T56" fmla="*/ 2 w 246"/>
                <a:gd name="T57" fmla="*/ 2 h 426"/>
                <a:gd name="T58" fmla="*/ 2 w 246"/>
                <a:gd name="T59" fmla="*/ 2 h 426"/>
                <a:gd name="T60" fmla="*/ 2 w 246"/>
                <a:gd name="T61" fmla="*/ 2 h 426"/>
                <a:gd name="T62" fmla="*/ 2 w 246"/>
                <a:gd name="T63" fmla="*/ 2 h 426"/>
                <a:gd name="T64" fmla="*/ 2 w 246"/>
                <a:gd name="T65" fmla="*/ 3 h 426"/>
                <a:gd name="T66" fmla="*/ 2 w 246"/>
                <a:gd name="T67" fmla="*/ 3 h 426"/>
                <a:gd name="T68" fmla="*/ 2 w 246"/>
                <a:gd name="T69" fmla="*/ 3 h 426"/>
                <a:gd name="T70" fmla="*/ 2 w 246"/>
                <a:gd name="T71" fmla="*/ 3 h 426"/>
                <a:gd name="T72" fmla="*/ 2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246" y="426"/>
                  </a:moveTo>
                  <a:lnTo>
                    <a:pt x="246" y="426"/>
                  </a:lnTo>
                  <a:lnTo>
                    <a:pt x="245" y="384"/>
                  </a:lnTo>
                  <a:lnTo>
                    <a:pt x="242" y="340"/>
                  </a:lnTo>
                  <a:lnTo>
                    <a:pt x="236" y="301"/>
                  </a:lnTo>
                  <a:lnTo>
                    <a:pt x="228" y="262"/>
                  </a:lnTo>
                  <a:lnTo>
                    <a:pt x="217" y="224"/>
                  </a:lnTo>
                  <a:lnTo>
                    <a:pt x="205" y="190"/>
                  </a:lnTo>
                  <a:lnTo>
                    <a:pt x="191" y="158"/>
                  </a:lnTo>
                  <a:lnTo>
                    <a:pt x="176" y="126"/>
                  </a:lnTo>
                  <a:lnTo>
                    <a:pt x="157" y="99"/>
                  </a:lnTo>
                  <a:lnTo>
                    <a:pt x="139" y="75"/>
                  </a:lnTo>
                  <a:lnTo>
                    <a:pt x="119" y="53"/>
                  </a:lnTo>
                  <a:lnTo>
                    <a:pt x="96" y="34"/>
                  </a:lnTo>
                  <a:lnTo>
                    <a:pt x="75" y="19"/>
                  </a:lnTo>
                  <a:lnTo>
                    <a:pt x="51" y="9"/>
                  </a:lnTo>
                  <a:lnTo>
                    <a:pt x="26" y="3"/>
                  </a:lnTo>
                  <a:lnTo>
                    <a:pt x="0" y="0"/>
                  </a:lnTo>
                  <a:lnTo>
                    <a:pt x="0" y="12"/>
                  </a:lnTo>
                  <a:lnTo>
                    <a:pt x="24" y="15"/>
                  </a:lnTo>
                  <a:lnTo>
                    <a:pt x="46" y="20"/>
                  </a:lnTo>
                  <a:lnTo>
                    <a:pt x="68" y="31"/>
                  </a:lnTo>
                  <a:lnTo>
                    <a:pt x="89" y="44"/>
                  </a:lnTo>
                  <a:lnTo>
                    <a:pt x="109" y="63"/>
                  </a:lnTo>
                  <a:lnTo>
                    <a:pt x="129" y="83"/>
                  </a:lnTo>
                  <a:lnTo>
                    <a:pt x="148" y="106"/>
                  </a:lnTo>
                  <a:lnTo>
                    <a:pt x="164" y="133"/>
                  </a:lnTo>
                  <a:lnTo>
                    <a:pt x="180" y="162"/>
                  </a:lnTo>
                  <a:lnTo>
                    <a:pt x="194" y="195"/>
                  </a:lnTo>
                  <a:lnTo>
                    <a:pt x="205" y="229"/>
                  </a:lnTo>
                  <a:lnTo>
                    <a:pt x="216" y="264"/>
                  </a:lnTo>
                  <a:lnTo>
                    <a:pt x="224" y="303"/>
                  </a:lnTo>
                  <a:lnTo>
                    <a:pt x="230" y="343"/>
                  </a:lnTo>
                  <a:lnTo>
                    <a:pt x="233" y="384"/>
                  </a:lnTo>
                  <a:lnTo>
                    <a:pt x="235" y="426"/>
                  </a:lnTo>
                  <a:lnTo>
                    <a:pt x="246"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3711" name="Freeform 61"/>
            <p:cNvSpPr>
              <a:spLocks/>
            </p:cNvSpPr>
            <p:nvPr/>
          </p:nvSpPr>
          <p:spPr bwMode="auto">
            <a:xfrm>
              <a:off x="1392" y="2203"/>
              <a:ext cx="49" cy="85"/>
            </a:xfrm>
            <a:custGeom>
              <a:avLst/>
              <a:gdLst>
                <a:gd name="T0" fmla="*/ 0 w 246"/>
                <a:gd name="T1" fmla="*/ 3 h 424"/>
                <a:gd name="T2" fmla="*/ 0 w 246"/>
                <a:gd name="T3" fmla="*/ 3 h 424"/>
                <a:gd name="T4" fmla="*/ 0 w 246"/>
                <a:gd name="T5" fmla="*/ 3 h 424"/>
                <a:gd name="T6" fmla="*/ 0 w 246"/>
                <a:gd name="T7" fmla="*/ 3 h 424"/>
                <a:gd name="T8" fmla="*/ 1 w 246"/>
                <a:gd name="T9" fmla="*/ 3 h 424"/>
                <a:gd name="T10" fmla="*/ 1 w 246"/>
                <a:gd name="T11" fmla="*/ 3 h 424"/>
                <a:gd name="T12" fmla="*/ 1 w 246"/>
                <a:gd name="T13" fmla="*/ 3 h 424"/>
                <a:gd name="T14" fmla="*/ 1 w 246"/>
                <a:gd name="T15" fmla="*/ 3 h 424"/>
                <a:gd name="T16" fmla="*/ 1 w 246"/>
                <a:gd name="T17" fmla="*/ 3 h 424"/>
                <a:gd name="T18" fmla="*/ 1 w 246"/>
                <a:gd name="T19" fmla="*/ 2 h 424"/>
                <a:gd name="T20" fmla="*/ 2 w 246"/>
                <a:gd name="T21" fmla="*/ 2 h 424"/>
                <a:gd name="T22" fmla="*/ 2 w 246"/>
                <a:gd name="T23" fmla="*/ 2 h 424"/>
                <a:gd name="T24" fmla="*/ 2 w 246"/>
                <a:gd name="T25" fmla="*/ 2 h 424"/>
                <a:gd name="T26" fmla="*/ 2 w 246"/>
                <a:gd name="T27" fmla="*/ 1 h 424"/>
                <a:gd name="T28" fmla="*/ 2 w 246"/>
                <a:gd name="T29" fmla="*/ 1 h 424"/>
                <a:gd name="T30" fmla="*/ 2 w 246"/>
                <a:gd name="T31" fmla="*/ 1 h 424"/>
                <a:gd name="T32" fmla="*/ 2 w 246"/>
                <a:gd name="T33" fmla="*/ 0 h 424"/>
                <a:gd name="T34" fmla="*/ 2 w 246"/>
                <a:gd name="T35" fmla="*/ 0 h 424"/>
                <a:gd name="T36" fmla="*/ 2 w 246"/>
                <a:gd name="T37" fmla="*/ 0 h 424"/>
                <a:gd name="T38" fmla="*/ 2 w 246"/>
                <a:gd name="T39" fmla="*/ 0 h 424"/>
                <a:gd name="T40" fmla="*/ 2 w 246"/>
                <a:gd name="T41" fmla="*/ 1 h 424"/>
                <a:gd name="T42" fmla="*/ 2 w 246"/>
                <a:gd name="T43" fmla="*/ 1 h 424"/>
                <a:gd name="T44" fmla="*/ 2 w 246"/>
                <a:gd name="T45" fmla="*/ 1 h 424"/>
                <a:gd name="T46" fmla="*/ 2 w 246"/>
                <a:gd name="T47" fmla="*/ 2 h 424"/>
                <a:gd name="T48" fmla="*/ 2 w 246"/>
                <a:gd name="T49" fmla="*/ 2 h 424"/>
                <a:gd name="T50" fmla="*/ 1 w 246"/>
                <a:gd name="T51" fmla="*/ 2 h 424"/>
                <a:gd name="T52" fmla="*/ 1 w 246"/>
                <a:gd name="T53" fmla="*/ 2 h 424"/>
                <a:gd name="T54" fmla="*/ 1 w 246"/>
                <a:gd name="T55" fmla="*/ 3 h 424"/>
                <a:gd name="T56" fmla="*/ 1 w 246"/>
                <a:gd name="T57" fmla="*/ 3 h 424"/>
                <a:gd name="T58" fmla="*/ 1 w 246"/>
                <a:gd name="T59" fmla="*/ 3 h 424"/>
                <a:gd name="T60" fmla="*/ 1 w 246"/>
                <a:gd name="T61" fmla="*/ 3 h 424"/>
                <a:gd name="T62" fmla="*/ 1 w 246"/>
                <a:gd name="T63" fmla="*/ 3 h 424"/>
                <a:gd name="T64" fmla="*/ 0 w 246"/>
                <a:gd name="T65" fmla="*/ 3 h 424"/>
                <a:gd name="T66" fmla="*/ 0 w 246"/>
                <a:gd name="T67" fmla="*/ 3 h 424"/>
                <a:gd name="T68" fmla="*/ 0 w 246"/>
                <a:gd name="T69" fmla="*/ 3 h 424"/>
                <a:gd name="T70" fmla="*/ 0 w 246"/>
                <a:gd name="T71" fmla="*/ 3 h 424"/>
                <a:gd name="T72" fmla="*/ 0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0" y="424"/>
                  </a:moveTo>
                  <a:lnTo>
                    <a:pt x="0" y="424"/>
                  </a:lnTo>
                  <a:lnTo>
                    <a:pt x="26" y="422"/>
                  </a:lnTo>
                  <a:lnTo>
                    <a:pt x="51" y="416"/>
                  </a:lnTo>
                  <a:lnTo>
                    <a:pt x="75" y="406"/>
                  </a:lnTo>
                  <a:lnTo>
                    <a:pt x="96" y="390"/>
                  </a:lnTo>
                  <a:lnTo>
                    <a:pt x="119" y="373"/>
                  </a:lnTo>
                  <a:lnTo>
                    <a:pt x="139" y="351"/>
                  </a:lnTo>
                  <a:lnTo>
                    <a:pt x="157" y="326"/>
                  </a:lnTo>
                  <a:lnTo>
                    <a:pt x="175" y="299"/>
                  </a:lnTo>
                  <a:lnTo>
                    <a:pt x="191" y="269"/>
                  </a:lnTo>
                  <a:lnTo>
                    <a:pt x="205" y="236"/>
                  </a:lnTo>
                  <a:lnTo>
                    <a:pt x="217" y="202"/>
                  </a:lnTo>
                  <a:lnTo>
                    <a:pt x="228" y="163"/>
                  </a:lnTo>
                  <a:lnTo>
                    <a:pt x="236" y="125"/>
                  </a:lnTo>
                  <a:lnTo>
                    <a:pt x="242" y="86"/>
                  </a:lnTo>
                  <a:lnTo>
                    <a:pt x="245" y="42"/>
                  </a:lnTo>
                  <a:lnTo>
                    <a:pt x="246" y="0"/>
                  </a:lnTo>
                  <a:lnTo>
                    <a:pt x="235" y="0"/>
                  </a:lnTo>
                  <a:lnTo>
                    <a:pt x="233" y="42"/>
                  </a:lnTo>
                  <a:lnTo>
                    <a:pt x="230" y="83"/>
                  </a:lnTo>
                  <a:lnTo>
                    <a:pt x="224" y="123"/>
                  </a:lnTo>
                  <a:lnTo>
                    <a:pt x="216" y="161"/>
                  </a:lnTo>
                  <a:lnTo>
                    <a:pt x="205" y="197"/>
                  </a:lnTo>
                  <a:lnTo>
                    <a:pt x="194" y="231"/>
                  </a:lnTo>
                  <a:lnTo>
                    <a:pt x="180" y="264"/>
                  </a:lnTo>
                  <a:lnTo>
                    <a:pt x="166" y="292"/>
                  </a:lnTo>
                  <a:lnTo>
                    <a:pt x="148" y="319"/>
                  </a:lnTo>
                  <a:lnTo>
                    <a:pt x="129" y="344"/>
                  </a:lnTo>
                  <a:lnTo>
                    <a:pt x="109" y="364"/>
                  </a:lnTo>
                  <a:lnTo>
                    <a:pt x="89" y="381"/>
                  </a:lnTo>
                  <a:lnTo>
                    <a:pt x="68" y="394"/>
                  </a:lnTo>
                  <a:lnTo>
                    <a:pt x="46" y="405"/>
                  </a:lnTo>
                  <a:lnTo>
                    <a:pt x="24" y="410"/>
                  </a:lnTo>
                  <a:lnTo>
                    <a:pt x="0" y="413"/>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3712" name="Freeform 62"/>
            <p:cNvSpPr>
              <a:spLocks/>
            </p:cNvSpPr>
            <p:nvPr/>
          </p:nvSpPr>
          <p:spPr bwMode="auto">
            <a:xfrm>
              <a:off x="1343" y="2203"/>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2" y="42"/>
                  </a:lnTo>
                  <a:lnTo>
                    <a:pt x="5" y="86"/>
                  </a:lnTo>
                  <a:lnTo>
                    <a:pt x="11" y="125"/>
                  </a:lnTo>
                  <a:lnTo>
                    <a:pt x="19" y="163"/>
                  </a:lnTo>
                  <a:lnTo>
                    <a:pt x="30" y="202"/>
                  </a:lnTo>
                  <a:lnTo>
                    <a:pt x="41" y="236"/>
                  </a:lnTo>
                  <a:lnTo>
                    <a:pt x="56" y="269"/>
                  </a:lnTo>
                  <a:lnTo>
                    <a:pt x="72" y="299"/>
                  </a:lnTo>
                  <a:lnTo>
                    <a:pt x="90" y="326"/>
                  </a:lnTo>
                  <a:lnTo>
                    <a:pt x="108" y="351"/>
                  </a:lnTo>
                  <a:lnTo>
                    <a:pt x="127" y="373"/>
                  </a:lnTo>
                  <a:lnTo>
                    <a:pt x="149" y="390"/>
                  </a:lnTo>
                  <a:lnTo>
                    <a:pt x="172" y="406"/>
                  </a:lnTo>
                  <a:lnTo>
                    <a:pt x="195" y="416"/>
                  </a:lnTo>
                  <a:lnTo>
                    <a:pt x="220" y="422"/>
                  </a:lnTo>
                  <a:lnTo>
                    <a:pt x="245" y="424"/>
                  </a:lnTo>
                  <a:lnTo>
                    <a:pt x="245" y="413"/>
                  </a:lnTo>
                  <a:lnTo>
                    <a:pt x="222" y="410"/>
                  </a:lnTo>
                  <a:lnTo>
                    <a:pt x="200" y="405"/>
                  </a:lnTo>
                  <a:lnTo>
                    <a:pt x="179" y="394"/>
                  </a:lnTo>
                  <a:lnTo>
                    <a:pt x="156" y="381"/>
                  </a:lnTo>
                  <a:lnTo>
                    <a:pt x="136" y="364"/>
                  </a:lnTo>
                  <a:lnTo>
                    <a:pt x="118" y="344"/>
                  </a:lnTo>
                  <a:lnTo>
                    <a:pt x="99" y="319"/>
                  </a:lnTo>
                  <a:lnTo>
                    <a:pt x="81" y="292"/>
                  </a:lnTo>
                  <a:lnTo>
                    <a:pt x="67" y="264"/>
                  </a:lnTo>
                  <a:lnTo>
                    <a:pt x="53" y="231"/>
                  </a:lnTo>
                  <a:lnTo>
                    <a:pt x="41" y="197"/>
                  </a:lnTo>
                  <a:lnTo>
                    <a:pt x="31" y="161"/>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3713" name="Freeform 63"/>
            <p:cNvSpPr>
              <a:spLocks/>
            </p:cNvSpPr>
            <p:nvPr/>
          </p:nvSpPr>
          <p:spPr bwMode="auto">
            <a:xfrm>
              <a:off x="1343" y="2118"/>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1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20" y="3"/>
                  </a:lnTo>
                  <a:lnTo>
                    <a:pt x="195" y="9"/>
                  </a:lnTo>
                  <a:lnTo>
                    <a:pt x="172" y="19"/>
                  </a:lnTo>
                  <a:lnTo>
                    <a:pt x="149" y="34"/>
                  </a:lnTo>
                  <a:lnTo>
                    <a:pt x="127" y="53"/>
                  </a:lnTo>
                  <a:lnTo>
                    <a:pt x="108" y="75"/>
                  </a:lnTo>
                  <a:lnTo>
                    <a:pt x="90" y="99"/>
                  </a:lnTo>
                  <a:lnTo>
                    <a:pt x="71" y="126"/>
                  </a:lnTo>
                  <a:lnTo>
                    <a:pt x="56" y="158"/>
                  </a:lnTo>
                  <a:lnTo>
                    <a:pt x="41" y="190"/>
                  </a:lnTo>
                  <a:lnTo>
                    <a:pt x="30" y="224"/>
                  </a:lnTo>
                  <a:lnTo>
                    <a:pt x="19" y="262"/>
                  </a:lnTo>
                  <a:lnTo>
                    <a:pt x="11" y="301"/>
                  </a:lnTo>
                  <a:lnTo>
                    <a:pt x="5" y="340"/>
                  </a:lnTo>
                  <a:lnTo>
                    <a:pt x="2" y="384"/>
                  </a:lnTo>
                  <a:lnTo>
                    <a:pt x="0" y="426"/>
                  </a:lnTo>
                  <a:lnTo>
                    <a:pt x="12" y="426"/>
                  </a:lnTo>
                  <a:lnTo>
                    <a:pt x="13" y="384"/>
                  </a:lnTo>
                  <a:lnTo>
                    <a:pt x="17" y="343"/>
                  </a:lnTo>
                  <a:lnTo>
                    <a:pt x="23" y="303"/>
                  </a:lnTo>
                  <a:lnTo>
                    <a:pt x="31" y="264"/>
                  </a:lnTo>
                  <a:lnTo>
                    <a:pt x="41" y="229"/>
                  </a:lnTo>
                  <a:lnTo>
                    <a:pt x="53" y="195"/>
                  </a:lnTo>
                  <a:lnTo>
                    <a:pt x="67" y="162"/>
                  </a:lnTo>
                  <a:lnTo>
                    <a:pt x="82" y="133"/>
                  </a:lnTo>
                  <a:lnTo>
                    <a:pt x="99" y="106"/>
                  </a:lnTo>
                  <a:lnTo>
                    <a:pt x="118" y="83"/>
                  </a:lnTo>
                  <a:lnTo>
                    <a:pt x="136" y="63"/>
                  </a:lnTo>
                  <a:lnTo>
                    <a:pt x="156" y="44"/>
                  </a:lnTo>
                  <a:lnTo>
                    <a:pt x="179" y="31"/>
                  </a:lnTo>
                  <a:lnTo>
                    <a:pt x="200" y="20"/>
                  </a:lnTo>
                  <a:lnTo>
                    <a:pt x="222" y="15"/>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3714" name="Freeform 64"/>
            <p:cNvSpPr>
              <a:spLocks/>
            </p:cNvSpPr>
            <p:nvPr/>
          </p:nvSpPr>
          <p:spPr bwMode="auto">
            <a:xfrm>
              <a:off x="1384" y="1859"/>
              <a:ext cx="49" cy="84"/>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1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3" y="382"/>
                  </a:lnTo>
                  <a:lnTo>
                    <a:pt x="240" y="339"/>
                  </a:lnTo>
                  <a:lnTo>
                    <a:pt x="234" y="299"/>
                  </a:lnTo>
                  <a:lnTo>
                    <a:pt x="226" y="261"/>
                  </a:lnTo>
                  <a:lnTo>
                    <a:pt x="215" y="222"/>
                  </a:lnTo>
                  <a:lnTo>
                    <a:pt x="204" y="188"/>
                  </a:lnTo>
                  <a:lnTo>
                    <a:pt x="189" y="156"/>
                  </a:lnTo>
                  <a:lnTo>
                    <a:pt x="173" y="125"/>
                  </a:lnTo>
                  <a:lnTo>
                    <a:pt x="155" y="98"/>
                  </a:lnTo>
                  <a:lnTo>
                    <a:pt x="138" y="74"/>
                  </a:lnTo>
                  <a:lnTo>
                    <a:pt x="118" y="51"/>
                  </a:lnTo>
                  <a:lnTo>
                    <a:pt x="96" y="34"/>
                  </a:lnTo>
                  <a:lnTo>
                    <a:pt x="73" y="18"/>
                  </a:lnTo>
                  <a:lnTo>
                    <a:pt x="50" y="8"/>
                  </a:lnTo>
                  <a:lnTo>
                    <a:pt x="25" y="2"/>
                  </a:lnTo>
                  <a:lnTo>
                    <a:pt x="0" y="0"/>
                  </a:lnTo>
                  <a:lnTo>
                    <a:pt x="0" y="11"/>
                  </a:lnTo>
                  <a:lnTo>
                    <a:pt x="23" y="14"/>
                  </a:lnTo>
                  <a:lnTo>
                    <a:pt x="45" y="20"/>
                  </a:lnTo>
                  <a:lnTo>
                    <a:pt x="66" y="30"/>
                  </a:lnTo>
                  <a:lnTo>
                    <a:pt x="89" y="43"/>
                  </a:lnTo>
                  <a:lnTo>
                    <a:pt x="109" y="61"/>
                  </a:lnTo>
                  <a:lnTo>
                    <a:pt x="129" y="81"/>
                  </a:lnTo>
                  <a:lnTo>
                    <a:pt x="146" y="105"/>
                  </a:lnTo>
                  <a:lnTo>
                    <a:pt x="164" y="132"/>
                  </a:lnTo>
                  <a:lnTo>
                    <a:pt x="178" y="160"/>
                  </a:lnTo>
                  <a:lnTo>
                    <a:pt x="192" y="193"/>
                  </a:lnTo>
                  <a:lnTo>
                    <a:pt x="204" y="227"/>
                  </a:lnTo>
                  <a:lnTo>
                    <a:pt x="214" y="264"/>
                  </a:lnTo>
                  <a:lnTo>
                    <a:pt x="222" y="301"/>
                  </a:lnTo>
                  <a:lnTo>
                    <a:pt x="228"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3715" name="Freeform 65"/>
            <p:cNvSpPr>
              <a:spLocks/>
            </p:cNvSpPr>
            <p:nvPr/>
          </p:nvSpPr>
          <p:spPr bwMode="auto">
            <a:xfrm>
              <a:off x="1384" y="1943"/>
              <a:ext cx="49" cy="86"/>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5" y="423"/>
                  </a:lnTo>
                  <a:lnTo>
                    <a:pt x="50" y="418"/>
                  </a:lnTo>
                  <a:lnTo>
                    <a:pt x="73" y="407"/>
                  </a:lnTo>
                  <a:lnTo>
                    <a:pt x="96" y="392"/>
                  </a:lnTo>
                  <a:lnTo>
                    <a:pt x="118" y="374"/>
                  </a:lnTo>
                  <a:lnTo>
                    <a:pt x="138" y="352"/>
                  </a:lnTo>
                  <a:lnTo>
                    <a:pt x="155" y="327"/>
                  </a:lnTo>
                  <a:lnTo>
                    <a:pt x="174" y="300"/>
                  </a:lnTo>
                  <a:lnTo>
                    <a:pt x="189" y="269"/>
                  </a:lnTo>
                  <a:lnTo>
                    <a:pt x="204" y="237"/>
                  </a:lnTo>
                  <a:lnTo>
                    <a:pt x="215" y="202"/>
                  </a:lnTo>
                  <a:lnTo>
                    <a:pt x="226" y="164"/>
                  </a:lnTo>
                  <a:lnTo>
                    <a:pt x="234" y="126"/>
                  </a:lnTo>
                  <a:lnTo>
                    <a:pt x="240" y="86"/>
                  </a:lnTo>
                  <a:lnTo>
                    <a:pt x="243" y="42"/>
                  </a:lnTo>
                  <a:lnTo>
                    <a:pt x="245" y="0"/>
                  </a:lnTo>
                  <a:lnTo>
                    <a:pt x="233" y="0"/>
                  </a:lnTo>
                  <a:lnTo>
                    <a:pt x="232" y="42"/>
                  </a:lnTo>
                  <a:lnTo>
                    <a:pt x="228" y="83"/>
                  </a:lnTo>
                  <a:lnTo>
                    <a:pt x="222" y="123"/>
                  </a:lnTo>
                  <a:lnTo>
                    <a:pt x="214" y="162"/>
                  </a:lnTo>
                  <a:lnTo>
                    <a:pt x="204" y="197"/>
                  </a:lnTo>
                  <a:lnTo>
                    <a:pt x="192" y="232"/>
                  </a:lnTo>
                  <a:lnTo>
                    <a:pt x="178" y="264"/>
                  </a:lnTo>
                  <a:lnTo>
                    <a:pt x="163" y="293"/>
                  </a:lnTo>
                  <a:lnTo>
                    <a:pt x="146" y="320"/>
                  </a:lnTo>
                  <a:lnTo>
                    <a:pt x="129" y="345"/>
                  </a:lnTo>
                  <a:lnTo>
                    <a:pt x="109" y="365"/>
                  </a:lnTo>
                  <a:lnTo>
                    <a:pt x="89" y="382"/>
                  </a:lnTo>
                  <a:lnTo>
                    <a:pt x="66" y="395"/>
                  </a:lnTo>
                  <a:lnTo>
                    <a:pt x="45" y="406"/>
                  </a:lnTo>
                  <a:lnTo>
                    <a:pt x="23"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3716" name="Freeform 66"/>
            <p:cNvSpPr>
              <a:spLocks/>
            </p:cNvSpPr>
            <p:nvPr/>
          </p:nvSpPr>
          <p:spPr bwMode="auto">
            <a:xfrm>
              <a:off x="1335" y="1943"/>
              <a:ext cx="49" cy="86"/>
            </a:xfrm>
            <a:custGeom>
              <a:avLst/>
              <a:gdLst>
                <a:gd name="T0" fmla="*/ 0 w 246"/>
                <a:gd name="T1" fmla="*/ 0 h 426"/>
                <a:gd name="T2" fmla="*/ 0 w 246"/>
                <a:gd name="T3" fmla="*/ 0 h 426"/>
                <a:gd name="T4" fmla="*/ 0 w 246"/>
                <a:gd name="T5" fmla="*/ 0 h 426"/>
                <a:gd name="T6" fmla="*/ 0 w 246"/>
                <a:gd name="T7" fmla="*/ 1 h 426"/>
                <a:gd name="T8" fmla="*/ 0 w 246"/>
                <a:gd name="T9" fmla="*/ 1 h 426"/>
                <a:gd name="T10" fmla="*/ 0 w 246"/>
                <a:gd name="T11" fmla="*/ 1 h 426"/>
                <a:gd name="T12" fmla="*/ 0 w 246"/>
                <a:gd name="T13" fmla="*/ 2 h 426"/>
                <a:gd name="T14" fmla="*/ 0 w 246"/>
                <a:gd name="T15" fmla="*/ 2 h 426"/>
                <a:gd name="T16" fmla="*/ 0 w 246"/>
                <a:gd name="T17" fmla="*/ 2 h 426"/>
                <a:gd name="T18" fmla="*/ 1 w 246"/>
                <a:gd name="T19" fmla="*/ 2 h 426"/>
                <a:gd name="T20" fmla="*/ 1 w 246"/>
                <a:gd name="T21" fmla="*/ 3 h 426"/>
                <a:gd name="T22" fmla="*/ 1 w 246"/>
                <a:gd name="T23" fmla="*/ 3 h 426"/>
                <a:gd name="T24" fmla="*/ 1 w 246"/>
                <a:gd name="T25" fmla="*/ 3 h 426"/>
                <a:gd name="T26" fmla="*/ 1 w 246"/>
                <a:gd name="T27" fmla="*/ 3 h 426"/>
                <a:gd name="T28" fmla="*/ 1 w 246"/>
                <a:gd name="T29" fmla="*/ 3 h 426"/>
                <a:gd name="T30" fmla="*/ 2 w 246"/>
                <a:gd name="T31" fmla="*/ 3 h 426"/>
                <a:gd name="T32" fmla="*/ 2 w 246"/>
                <a:gd name="T33" fmla="*/ 3 h 426"/>
                <a:gd name="T34" fmla="*/ 2 w 246"/>
                <a:gd name="T35" fmla="*/ 3 h 426"/>
                <a:gd name="T36" fmla="*/ 2 w 246"/>
                <a:gd name="T37" fmla="*/ 3 h 426"/>
                <a:gd name="T38" fmla="*/ 2 w 246"/>
                <a:gd name="T39" fmla="*/ 3 h 426"/>
                <a:gd name="T40" fmla="*/ 2 w 246"/>
                <a:gd name="T41" fmla="*/ 3 h 426"/>
                <a:gd name="T42" fmla="*/ 1 w 246"/>
                <a:gd name="T43" fmla="*/ 3 h 426"/>
                <a:gd name="T44" fmla="*/ 1 w 246"/>
                <a:gd name="T45" fmla="*/ 3 h 426"/>
                <a:gd name="T46" fmla="*/ 1 w 246"/>
                <a:gd name="T47" fmla="*/ 3 h 426"/>
                <a:gd name="T48" fmla="*/ 1 w 246"/>
                <a:gd name="T49" fmla="*/ 3 h 426"/>
                <a:gd name="T50" fmla="*/ 1 w 246"/>
                <a:gd name="T51" fmla="*/ 3 h 426"/>
                <a:gd name="T52" fmla="*/ 1 w 246"/>
                <a:gd name="T53" fmla="*/ 2 h 426"/>
                <a:gd name="T54" fmla="*/ 1 w 246"/>
                <a:gd name="T55" fmla="*/ 2 h 426"/>
                <a:gd name="T56" fmla="*/ 0 w 246"/>
                <a:gd name="T57" fmla="*/ 2 h 426"/>
                <a:gd name="T58" fmla="*/ 0 w 246"/>
                <a:gd name="T59" fmla="*/ 2 h 426"/>
                <a:gd name="T60" fmla="*/ 0 w 246"/>
                <a:gd name="T61" fmla="*/ 1 h 426"/>
                <a:gd name="T62" fmla="*/ 0 w 246"/>
                <a:gd name="T63" fmla="*/ 1 h 426"/>
                <a:gd name="T64" fmla="*/ 0 w 246"/>
                <a:gd name="T65" fmla="*/ 1 h 426"/>
                <a:gd name="T66" fmla="*/ 0 w 246"/>
                <a:gd name="T67" fmla="*/ 0 h 426"/>
                <a:gd name="T68" fmla="*/ 0 w 246"/>
                <a:gd name="T69" fmla="*/ 0 h 426"/>
                <a:gd name="T70" fmla="*/ 0 w 246"/>
                <a:gd name="T71" fmla="*/ 0 h 426"/>
                <a:gd name="T72" fmla="*/ 0 w 246"/>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0"/>
                  </a:moveTo>
                  <a:lnTo>
                    <a:pt x="0" y="0"/>
                  </a:lnTo>
                  <a:lnTo>
                    <a:pt x="1" y="42"/>
                  </a:lnTo>
                  <a:lnTo>
                    <a:pt x="4" y="86"/>
                  </a:lnTo>
                  <a:lnTo>
                    <a:pt x="10" y="126"/>
                  </a:lnTo>
                  <a:lnTo>
                    <a:pt x="18" y="164"/>
                  </a:lnTo>
                  <a:lnTo>
                    <a:pt x="29" y="202"/>
                  </a:lnTo>
                  <a:lnTo>
                    <a:pt x="41" y="237"/>
                  </a:lnTo>
                  <a:lnTo>
                    <a:pt x="55" y="269"/>
                  </a:lnTo>
                  <a:lnTo>
                    <a:pt x="71" y="300"/>
                  </a:lnTo>
                  <a:lnTo>
                    <a:pt x="89" y="327"/>
                  </a:lnTo>
                  <a:lnTo>
                    <a:pt x="107" y="352"/>
                  </a:lnTo>
                  <a:lnTo>
                    <a:pt x="127" y="374"/>
                  </a:lnTo>
                  <a:lnTo>
                    <a:pt x="150" y="392"/>
                  </a:lnTo>
                  <a:lnTo>
                    <a:pt x="171" y="407"/>
                  </a:lnTo>
                  <a:lnTo>
                    <a:pt x="195" y="418"/>
                  </a:lnTo>
                  <a:lnTo>
                    <a:pt x="220" y="423"/>
                  </a:lnTo>
                  <a:lnTo>
                    <a:pt x="246" y="426"/>
                  </a:lnTo>
                  <a:lnTo>
                    <a:pt x="246" y="414"/>
                  </a:lnTo>
                  <a:lnTo>
                    <a:pt x="222" y="412"/>
                  </a:lnTo>
                  <a:lnTo>
                    <a:pt x="200" y="406"/>
                  </a:lnTo>
                  <a:lnTo>
                    <a:pt x="178" y="395"/>
                  </a:lnTo>
                  <a:lnTo>
                    <a:pt x="157" y="382"/>
                  </a:lnTo>
                  <a:lnTo>
                    <a:pt x="137" y="365"/>
                  </a:lnTo>
                  <a:lnTo>
                    <a:pt x="117" y="345"/>
                  </a:lnTo>
                  <a:lnTo>
                    <a:pt x="98" y="320"/>
                  </a:lnTo>
                  <a:lnTo>
                    <a:pt x="83" y="293"/>
                  </a:lnTo>
                  <a:lnTo>
                    <a:pt x="66" y="264"/>
                  </a:lnTo>
                  <a:lnTo>
                    <a:pt x="52" y="232"/>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3717" name="Freeform 67"/>
            <p:cNvSpPr>
              <a:spLocks/>
            </p:cNvSpPr>
            <p:nvPr/>
          </p:nvSpPr>
          <p:spPr bwMode="auto">
            <a:xfrm>
              <a:off x="1335" y="1859"/>
              <a:ext cx="49" cy="84"/>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1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0" y="2"/>
                  </a:lnTo>
                  <a:lnTo>
                    <a:pt x="195" y="8"/>
                  </a:lnTo>
                  <a:lnTo>
                    <a:pt x="171" y="18"/>
                  </a:lnTo>
                  <a:lnTo>
                    <a:pt x="150" y="34"/>
                  </a:lnTo>
                  <a:lnTo>
                    <a:pt x="127" y="51"/>
                  </a:lnTo>
                  <a:lnTo>
                    <a:pt x="107" y="74"/>
                  </a:lnTo>
                  <a:lnTo>
                    <a:pt x="89" y="98"/>
                  </a:lnTo>
                  <a:lnTo>
                    <a:pt x="72" y="125"/>
                  </a:lnTo>
                  <a:lnTo>
                    <a:pt x="55" y="156"/>
                  </a:lnTo>
                  <a:lnTo>
                    <a:pt x="41" y="188"/>
                  </a:lnTo>
                  <a:lnTo>
                    <a:pt x="29" y="222"/>
                  </a:lnTo>
                  <a:lnTo>
                    <a:pt x="18" y="261"/>
                  </a:lnTo>
                  <a:lnTo>
                    <a:pt x="10" y="299"/>
                  </a:lnTo>
                  <a:lnTo>
                    <a:pt x="4" y="339"/>
                  </a:lnTo>
                  <a:lnTo>
                    <a:pt x="1" y="382"/>
                  </a:lnTo>
                  <a:lnTo>
                    <a:pt x="0" y="424"/>
                  </a:lnTo>
                  <a:lnTo>
                    <a:pt x="11" y="424"/>
                  </a:lnTo>
                  <a:lnTo>
                    <a:pt x="13" y="382"/>
                  </a:lnTo>
                  <a:lnTo>
                    <a:pt x="16" y="341"/>
                  </a:lnTo>
                  <a:lnTo>
                    <a:pt x="22" y="301"/>
                  </a:lnTo>
                  <a:lnTo>
                    <a:pt x="30" y="264"/>
                  </a:lnTo>
                  <a:lnTo>
                    <a:pt x="41" y="227"/>
                  </a:lnTo>
                  <a:lnTo>
                    <a:pt x="52" y="193"/>
                  </a:lnTo>
                  <a:lnTo>
                    <a:pt x="66" y="160"/>
                  </a:lnTo>
                  <a:lnTo>
                    <a:pt x="82" y="132"/>
                  </a:lnTo>
                  <a:lnTo>
                    <a:pt x="98" y="105"/>
                  </a:lnTo>
                  <a:lnTo>
                    <a:pt x="117" y="81"/>
                  </a:lnTo>
                  <a:lnTo>
                    <a:pt x="137" y="61"/>
                  </a:lnTo>
                  <a:lnTo>
                    <a:pt x="157" y="43"/>
                  </a:lnTo>
                  <a:lnTo>
                    <a:pt x="178" y="30"/>
                  </a:lnTo>
                  <a:lnTo>
                    <a:pt x="200" y="20"/>
                  </a:lnTo>
                  <a:lnTo>
                    <a:pt x="222" y="14"/>
                  </a:lnTo>
                  <a:lnTo>
                    <a:pt x="246" y="11"/>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3718" name="Freeform 68"/>
            <p:cNvSpPr>
              <a:spLocks/>
            </p:cNvSpPr>
            <p:nvPr/>
          </p:nvSpPr>
          <p:spPr bwMode="auto">
            <a:xfrm>
              <a:off x="1552" y="1751"/>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1" y="339"/>
                  </a:lnTo>
                  <a:lnTo>
                    <a:pt x="235" y="299"/>
                  </a:lnTo>
                  <a:lnTo>
                    <a:pt x="226" y="261"/>
                  </a:lnTo>
                  <a:lnTo>
                    <a:pt x="216" y="223"/>
                  </a:lnTo>
                  <a:lnTo>
                    <a:pt x="204" y="189"/>
                  </a:lnTo>
                  <a:lnTo>
                    <a:pt x="190" y="156"/>
                  </a:lnTo>
                  <a:lnTo>
                    <a:pt x="174" y="125"/>
                  </a:lnTo>
                  <a:lnTo>
                    <a:pt x="156" y="98"/>
                  </a:lnTo>
                  <a:lnTo>
                    <a:pt x="137" y="74"/>
                  </a:lnTo>
                  <a:lnTo>
                    <a:pt x="119" y="52"/>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8" y="81"/>
                  </a:lnTo>
                  <a:lnTo>
                    <a:pt x="147" y="105"/>
                  </a:lnTo>
                  <a:lnTo>
                    <a:pt x="164" y="132"/>
                  </a:lnTo>
                  <a:lnTo>
                    <a:pt x="178" y="161"/>
                  </a:lnTo>
                  <a:lnTo>
                    <a:pt x="193" y="193"/>
                  </a:lnTo>
                  <a:lnTo>
                    <a:pt x="204" y="227"/>
                  </a:lnTo>
                  <a:lnTo>
                    <a:pt x="215" y="264"/>
                  </a:lnTo>
                  <a:lnTo>
                    <a:pt x="223" y="301"/>
                  </a:lnTo>
                  <a:lnTo>
                    <a:pt x="229" y="341"/>
                  </a:lnTo>
                  <a:lnTo>
                    <a:pt x="232" y="382"/>
                  </a:lnTo>
                  <a:lnTo>
                    <a:pt x="234"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3719" name="Freeform 69"/>
            <p:cNvSpPr>
              <a:spLocks/>
            </p:cNvSpPr>
            <p:nvPr/>
          </p:nvSpPr>
          <p:spPr bwMode="auto">
            <a:xfrm>
              <a:off x="1552" y="1836"/>
              <a:ext cx="49" cy="85"/>
            </a:xfrm>
            <a:custGeom>
              <a:avLst/>
              <a:gdLst>
                <a:gd name="T0" fmla="*/ 0 w 245"/>
                <a:gd name="T1" fmla="*/ 3 h 425"/>
                <a:gd name="T2" fmla="*/ 0 w 245"/>
                <a:gd name="T3" fmla="*/ 3 h 425"/>
                <a:gd name="T4" fmla="*/ 0 w 245"/>
                <a:gd name="T5" fmla="*/ 3 h 425"/>
                <a:gd name="T6" fmla="*/ 0 w 245"/>
                <a:gd name="T7" fmla="*/ 3 h 425"/>
                <a:gd name="T8" fmla="*/ 1 w 245"/>
                <a:gd name="T9" fmla="*/ 3 h 425"/>
                <a:gd name="T10" fmla="*/ 1 w 245"/>
                <a:gd name="T11" fmla="*/ 3 h 425"/>
                <a:gd name="T12" fmla="*/ 1 w 245"/>
                <a:gd name="T13" fmla="*/ 3 h 425"/>
                <a:gd name="T14" fmla="*/ 1 w 245"/>
                <a:gd name="T15" fmla="*/ 3 h 425"/>
                <a:gd name="T16" fmla="*/ 1 w 245"/>
                <a:gd name="T17" fmla="*/ 3 h 425"/>
                <a:gd name="T18" fmla="*/ 1 w 245"/>
                <a:gd name="T19" fmla="*/ 2 h 425"/>
                <a:gd name="T20" fmla="*/ 2 w 245"/>
                <a:gd name="T21" fmla="*/ 2 h 425"/>
                <a:gd name="T22" fmla="*/ 2 w 245"/>
                <a:gd name="T23" fmla="*/ 2 h 425"/>
                <a:gd name="T24" fmla="*/ 2 w 245"/>
                <a:gd name="T25" fmla="*/ 2 h 425"/>
                <a:gd name="T26" fmla="*/ 2 w 245"/>
                <a:gd name="T27" fmla="*/ 1 h 425"/>
                <a:gd name="T28" fmla="*/ 2 w 245"/>
                <a:gd name="T29" fmla="*/ 1 h 425"/>
                <a:gd name="T30" fmla="*/ 2 w 245"/>
                <a:gd name="T31" fmla="*/ 1 h 425"/>
                <a:gd name="T32" fmla="*/ 2 w 245"/>
                <a:gd name="T33" fmla="*/ 0 h 425"/>
                <a:gd name="T34" fmla="*/ 2 w 245"/>
                <a:gd name="T35" fmla="*/ 0 h 425"/>
                <a:gd name="T36" fmla="*/ 2 w 245"/>
                <a:gd name="T37" fmla="*/ 0 h 425"/>
                <a:gd name="T38" fmla="*/ 2 w 245"/>
                <a:gd name="T39" fmla="*/ 0 h 425"/>
                <a:gd name="T40" fmla="*/ 2 w 245"/>
                <a:gd name="T41" fmla="*/ 1 h 425"/>
                <a:gd name="T42" fmla="*/ 2 w 245"/>
                <a:gd name="T43" fmla="*/ 1 h 425"/>
                <a:gd name="T44" fmla="*/ 2 w 245"/>
                <a:gd name="T45" fmla="*/ 1 h 425"/>
                <a:gd name="T46" fmla="*/ 2 w 245"/>
                <a:gd name="T47" fmla="*/ 2 h 425"/>
                <a:gd name="T48" fmla="*/ 2 w 245"/>
                <a:gd name="T49" fmla="*/ 2 h 425"/>
                <a:gd name="T50" fmla="*/ 1 w 245"/>
                <a:gd name="T51" fmla="*/ 2 h 425"/>
                <a:gd name="T52" fmla="*/ 1 w 245"/>
                <a:gd name="T53" fmla="*/ 2 h 425"/>
                <a:gd name="T54" fmla="*/ 1 w 245"/>
                <a:gd name="T55" fmla="*/ 3 h 425"/>
                <a:gd name="T56" fmla="*/ 1 w 245"/>
                <a:gd name="T57" fmla="*/ 3 h 425"/>
                <a:gd name="T58" fmla="*/ 1 w 245"/>
                <a:gd name="T59" fmla="*/ 3 h 425"/>
                <a:gd name="T60" fmla="*/ 1 w 245"/>
                <a:gd name="T61" fmla="*/ 3 h 425"/>
                <a:gd name="T62" fmla="*/ 1 w 245"/>
                <a:gd name="T63" fmla="*/ 3 h 425"/>
                <a:gd name="T64" fmla="*/ 0 w 245"/>
                <a:gd name="T65" fmla="*/ 3 h 425"/>
                <a:gd name="T66" fmla="*/ 0 w 245"/>
                <a:gd name="T67" fmla="*/ 3 h 425"/>
                <a:gd name="T68" fmla="*/ 0 w 245"/>
                <a:gd name="T69" fmla="*/ 3 h 425"/>
                <a:gd name="T70" fmla="*/ 0 w 245"/>
                <a:gd name="T71" fmla="*/ 3 h 425"/>
                <a:gd name="T72" fmla="*/ 0 w 245"/>
                <a:gd name="T73" fmla="*/ 3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5"/>
                <a:gd name="T113" fmla="*/ 245 w 245"/>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5">
                  <a:moveTo>
                    <a:pt x="0" y="425"/>
                  </a:moveTo>
                  <a:lnTo>
                    <a:pt x="0" y="425"/>
                  </a:lnTo>
                  <a:lnTo>
                    <a:pt x="26" y="422"/>
                  </a:lnTo>
                  <a:lnTo>
                    <a:pt x="51" y="417"/>
                  </a:lnTo>
                  <a:lnTo>
                    <a:pt x="74" y="406"/>
                  </a:lnTo>
                  <a:lnTo>
                    <a:pt x="96" y="391"/>
                  </a:lnTo>
                  <a:lnTo>
                    <a:pt x="119" y="373"/>
                  </a:lnTo>
                  <a:lnTo>
                    <a:pt x="137" y="351"/>
                  </a:lnTo>
                  <a:lnTo>
                    <a:pt x="156" y="326"/>
                  </a:lnTo>
                  <a:lnTo>
                    <a:pt x="174" y="299"/>
                  </a:lnTo>
                  <a:lnTo>
                    <a:pt x="190" y="269"/>
                  </a:lnTo>
                  <a:lnTo>
                    <a:pt x="204" y="236"/>
                  </a:lnTo>
                  <a:lnTo>
                    <a:pt x="216" y="202"/>
                  </a:lnTo>
                  <a:lnTo>
                    <a:pt x="226" y="163"/>
                  </a:lnTo>
                  <a:lnTo>
                    <a:pt x="235" y="126"/>
                  </a:lnTo>
                  <a:lnTo>
                    <a:pt x="241" y="86"/>
                  </a:lnTo>
                  <a:lnTo>
                    <a:pt x="244" y="43"/>
                  </a:lnTo>
                  <a:lnTo>
                    <a:pt x="245" y="0"/>
                  </a:lnTo>
                  <a:lnTo>
                    <a:pt x="234" y="0"/>
                  </a:lnTo>
                  <a:lnTo>
                    <a:pt x="232" y="43"/>
                  </a:lnTo>
                  <a:lnTo>
                    <a:pt x="229" y="84"/>
                  </a:lnTo>
                  <a:lnTo>
                    <a:pt x="223" y="123"/>
                  </a:lnTo>
                  <a:lnTo>
                    <a:pt x="215" y="161"/>
                  </a:lnTo>
                  <a:lnTo>
                    <a:pt x="204" y="197"/>
                  </a:lnTo>
                  <a:lnTo>
                    <a:pt x="193" y="231"/>
                  </a:lnTo>
                  <a:lnTo>
                    <a:pt x="178" y="264"/>
                  </a:lnTo>
                  <a:lnTo>
                    <a:pt x="164" y="292"/>
                  </a:lnTo>
                  <a:lnTo>
                    <a:pt x="147" y="319"/>
                  </a:lnTo>
                  <a:lnTo>
                    <a:pt x="128" y="344"/>
                  </a:lnTo>
                  <a:lnTo>
                    <a:pt x="109" y="364"/>
                  </a:lnTo>
                  <a:lnTo>
                    <a:pt x="89" y="381"/>
                  </a:lnTo>
                  <a:lnTo>
                    <a:pt x="67" y="394"/>
                  </a:lnTo>
                  <a:lnTo>
                    <a:pt x="46" y="405"/>
                  </a:lnTo>
                  <a:lnTo>
                    <a:pt x="24" y="411"/>
                  </a:lnTo>
                  <a:lnTo>
                    <a:pt x="0" y="413"/>
                  </a:lnTo>
                  <a:lnTo>
                    <a:pt x="0" y="425"/>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3720" name="Freeform 70"/>
            <p:cNvSpPr>
              <a:spLocks/>
            </p:cNvSpPr>
            <p:nvPr/>
          </p:nvSpPr>
          <p:spPr bwMode="auto">
            <a:xfrm>
              <a:off x="1502" y="1836"/>
              <a:ext cx="50" cy="85"/>
            </a:xfrm>
            <a:custGeom>
              <a:avLst/>
              <a:gdLst>
                <a:gd name="T0" fmla="*/ 0 w 246"/>
                <a:gd name="T1" fmla="*/ 0 h 425"/>
                <a:gd name="T2" fmla="*/ 0 w 246"/>
                <a:gd name="T3" fmla="*/ 0 h 425"/>
                <a:gd name="T4" fmla="*/ 0 w 246"/>
                <a:gd name="T5" fmla="*/ 0 h 425"/>
                <a:gd name="T6" fmla="*/ 0 w 246"/>
                <a:gd name="T7" fmla="*/ 1 h 425"/>
                <a:gd name="T8" fmla="*/ 0 w 246"/>
                <a:gd name="T9" fmla="*/ 1 h 425"/>
                <a:gd name="T10" fmla="*/ 0 w 246"/>
                <a:gd name="T11" fmla="*/ 1 h 425"/>
                <a:gd name="T12" fmla="*/ 0 w 246"/>
                <a:gd name="T13" fmla="*/ 2 h 425"/>
                <a:gd name="T14" fmla="*/ 0 w 246"/>
                <a:gd name="T15" fmla="*/ 2 h 425"/>
                <a:gd name="T16" fmla="*/ 0 w 246"/>
                <a:gd name="T17" fmla="*/ 2 h 425"/>
                <a:gd name="T18" fmla="*/ 1 w 246"/>
                <a:gd name="T19" fmla="*/ 2 h 425"/>
                <a:gd name="T20" fmla="*/ 1 w 246"/>
                <a:gd name="T21" fmla="*/ 3 h 425"/>
                <a:gd name="T22" fmla="*/ 1 w 246"/>
                <a:gd name="T23" fmla="*/ 3 h 425"/>
                <a:gd name="T24" fmla="*/ 1 w 246"/>
                <a:gd name="T25" fmla="*/ 3 h 425"/>
                <a:gd name="T26" fmla="*/ 1 w 246"/>
                <a:gd name="T27" fmla="*/ 3 h 425"/>
                <a:gd name="T28" fmla="*/ 1 w 246"/>
                <a:gd name="T29" fmla="*/ 3 h 425"/>
                <a:gd name="T30" fmla="*/ 2 w 246"/>
                <a:gd name="T31" fmla="*/ 3 h 425"/>
                <a:gd name="T32" fmla="*/ 2 w 246"/>
                <a:gd name="T33" fmla="*/ 3 h 425"/>
                <a:gd name="T34" fmla="*/ 2 w 246"/>
                <a:gd name="T35" fmla="*/ 3 h 425"/>
                <a:gd name="T36" fmla="*/ 2 w 246"/>
                <a:gd name="T37" fmla="*/ 3 h 425"/>
                <a:gd name="T38" fmla="*/ 2 w 246"/>
                <a:gd name="T39" fmla="*/ 3 h 425"/>
                <a:gd name="T40" fmla="*/ 2 w 246"/>
                <a:gd name="T41" fmla="*/ 3 h 425"/>
                <a:gd name="T42" fmla="*/ 1 w 246"/>
                <a:gd name="T43" fmla="*/ 3 h 425"/>
                <a:gd name="T44" fmla="*/ 1 w 246"/>
                <a:gd name="T45" fmla="*/ 3 h 425"/>
                <a:gd name="T46" fmla="*/ 1 w 246"/>
                <a:gd name="T47" fmla="*/ 3 h 425"/>
                <a:gd name="T48" fmla="*/ 1 w 246"/>
                <a:gd name="T49" fmla="*/ 3 h 425"/>
                <a:gd name="T50" fmla="*/ 1 w 246"/>
                <a:gd name="T51" fmla="*/ 3 h 425"/>
                <a:gd name="T52" fmla="*/ 1 w 246"/>
                <a:gd name="T53" fmla="*/ 2 h 425"/>
                <a:gd name="T54" fmla="*/ 1 w 246"/>
                <a:gd name="T55" fmla="*/ 2 h 425"/>
                <a:gd name="T56" fmla="*/ 0 w 246"/>
                <a:gd name="T57" fmla="*/ 2 h 425"/>
                <a:gd name="T58" fmla="*/ 0 w 246"/>
                <a:gd name="T59" fmla="*/ 2 h 425"/>
                <a:gd name="T60" fmla="*/ 0 w 246"/>
                <a:gd name="T61" fmla="*/ 1 h 425"/>
                <a:gd name="T62" fmla="*/ 0 w 246"/>
                <a:gd name="T63" fmla="*/ 1 h 425"/>
                <a:gd name="T64" fmla="*/ 0 w 246"/>
                <a:gd name="T65" fmla="*/ 1 h 425"/>
                <a:gd name="T66" fmla="*/ 0 w 246"/>
                <a:gd name="T67" fmla="*/ 0 h 425"/>
                <a:gd name="T68" fmla="*/ 0 w 246"/>
                <a:gd name="T69" fmla="*/ 0 h 425"/>
                <a:gd name="T70" fmla="*/ 0 w 246"/>
                <a:gd name="T71" fmla="*/ 0 h 425"/>
                <a:gd name="T72" fmla="*/ 0 w 246"/>
                <a:gd name="T73" fmla="*/ 0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5"/>
                <a:gd name="T113" fmla="*/ 246 w 246"/>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5">
                  <a:moveTo>
                    <a:pt x="0" y="0"/>
                  </a:moveTo>
                  <a:lnTo>
                    <a:pt x="0" y="0"/>
                  </a:lnTo>
                  <a:lnTo>
                    <a:pt x="2" y="43"/>
                  </a:lnTo>
                  <a:lnTo>
                    <a:pt x="5" y="86"/>
                  </a:lnTo>
                  <a:lnTo>
                    <a:pt x="11" y="126"/>
                  </a:lnTo>
                  <a:lnTo>
                    <a:pt x="19" y="163"/>
                  </a:lnTo>
                  <a:lnTo>
                    <a:pt x="30" y="202"/>
                  </a:lnTo>
                  <a:lnTo>
                    <a:pt x="41" y="236"/>
                  </a:lnTo>
                  <a:lnTo>
                    <a:pt x="55" y="269"/>
                  </a:lnTo>
                  <a:lnTo>
                    <a:pt x="73" y="299"/>
                  </a:lnTo>
                  <a:lnTo>
                    <a:pt x="89" y="326"/>
                  </a:lnTo>
                  <a:lnTo>
                    <a:pt x="108" y="351"/>
                  </a:lnTo>
                  <a:lnTo>
                    <a:pt x="128" y="373"/>
                  </a:lnTo>
                  <a:lnTo>
                    <a:pt x="150" y="391"/>
                  </a:lnTo>
                  <a:lnTo>
                    <a:pt x="171" y="406"/>
                  </a:lnTo>
                  <a:lnTo>
                    <a:pt x="196" y="417"/>
                  </a:lnTo>
                  <a:lnTo>
                    <a:pt x="221" y="422"/>
                  </a:lnTo>
                  <a:lnTo>
                    <a:pt x="246" y="425"/>
                  </a:lnTo>
                  <a:lnTo>
                    <a:pt x="246" y="413"/>
                  </a:lnTo>
                  <a:lnTo>
                    <a:pt x="223" y="411"/>
                  </a:lnTo>
                  <a:lnTo>
                    <a:pt x="201" y="405"/>
                  </a:lnTo>
                  <a:lnTo>
                    <a:pt x="178" y="394"/>
                  </a:lnTo>
                  <a:lnTo>
                    <a:pt x="157" y="381"/>
                  </a:lnTo>
                  <a:lnTo>
                    <a:pt x="137" y="364"/>
                  </a:lnTo>
                  <a:lnTo>
                    <a:pt x="117" y="344"/>
                  </a:lnTo>
                  <a:lnTo>
                    <a:pt x="99" y="319"/>
                  </a:lnTo>
                  <a:lnTo>
                    <a:pt x="82" y="292"/>
                  </a:lnTo>
                  <a:lnTo>
                    <a:pt x="67" y="264"/>
                  </a:lnTo>
                  <a:lnTo>
                    <a:pt x="53" y="231"/>
                  </a:lnTo>
                  <a:lnTo>
                    <a:pt x="41" y="197"/>
                  </a:lnTo>
                  <a:lnTo>
                    <a:pt x="31" y="161"/>
                  </a:lnTo>
                  <a:lnTo>
                    <a:pt x="23" y="123"/>
                  </a:lnTo>
                  <a:lnTo>
                    <a:pt x="17" y="84"/>
                  </a:lnTo>
                  <a:lnTo>
                    <a:pt x="13" y="4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3721" name="Freeform 71"/>
            <p:cNvSpPr>
              <a:spLocks/>
            </p:cNvSpPr>
            <p:nvPr/>
          </p:nvSpPr>
          <p:spPr bwMode="auto">
            <a:xfrm>
              <a:off x="1502" y="1751"/>
              <a:ext cx="50" cy="85"/>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2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1" y="2"/>
                  </a:lnTo>
                  <a:lnTo>
                    <a:pt x="196" y="8"/>
                  </a:lnTo>
                  <a:lnTo>
                    <a:pt x="171" y="19"/>
                  </a:lnTo>
                  <a:lnTo>
                    <a:pt x="150" y="34"/>
                  </a:lnTo>
                  <a:lnTo>
                    <a:pt x="128" y="52"/>
                  </a:lnTo>
                  <a:lnTo>
                    <a:pt x="108" y="74"/>
                  </a:lnTo>
                  <a:lnTo>
                    <a:pt x="89" y="98"/>
                  </a:lnTo>
                  <a:lnTo>
                    <a:pt x="73" y="125"/>
                  </a:lnTo>
                  <a:lnTo>
                    <a:pt x="55" y="156"/>
                  </a:lnTo>
                  <a:lnTo>
                    <a:pt x="41" y="189"/>
                  </a:lnTo>
                  <a:lnTo>
                    <a:pt x="30" y="223"/>
                  </a:lnTo>
                  <a:lnTo>
                    <a:pt x="19" y="261"/>
                  </a:lnTo>
                  <a:lnTo>
                    <a:pt x="11" y="299"/>
                  </a:lnTo>
                  <a:lnTo>
                    <a:pt x="5" y="339"/>
                  </a:lnTo>
                  <a:lnTo>
                    <a:pt x="2" y="382"/>
                  </a:lnTo>
                  <a:lnTo>
                    <a:pt x="0" y="424"/>
                  </a:lnTo>
                  <a:lnTo>
                    <a:pt x="12" y="424"/>
                  </a:lnTo>
                  <a:lnTo>
                    <a:pt x="13" y="382"/>
                  </a:lnTo>
                  <a:lnTo>
                    <a:pt x="17" y="341"/>
                  </a:lnTo>
                  <a:lnTo>
                    <a:pt x="23" y="301"/>
                  </a:lnTo>
                  <a:lnTo>
                    <a:pt x="31" y="264"/>
                  </a:lnTo>
                  <a:lnTo>
                    <a:pt x="41" y="227"/>
                  </a:lnTo>
                  <a:lnTo>
                    <a:pt x="53" y="193"/>
                  </a:lnTo>
                  <a:lnTo>
                    <a:pt x="67" y="161"/>
                  </a:lnTo>
                  <a:lnTo>
                    <a:pt x="82" y="132"/>
                  </a:lnTo>
                  <a:lnTo>
                    <a:pt x="99" y="105"/>
                  </a:lnTo>
                  <a:lnTo>
                    <a:pt x="117" y="81"/>
                  </a:lnTo>
                  <a:lnTo>
                    <a:pt x="137" y="61"/>
                  </a:lnTo>
                  <a:lnTo>
                    <a:pt x="157" y="43"/>
                  </a:lnTo>
                  <a:lnTo>
                    <a:pt x="178" y="30"/>
                  </a:lnTo>
                  <a:lnTo>
                    <a:pt x="201" y="20"/>
                  </a:lnTo>
                  <a:lnTo>
                    <a:pt x="223" y="14"/>
                  </a:lnTo>
                  <a:lnTo>
                    <a:pt x="246" y="12"/>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3722" name="Freeform 72"/>
            <p:cNvSpPr>
              <a:spLocks/>
            </p:cNvSpPr>
            <p:nvPr/>
          </p:nvSpPr>
          <p:spPr bwMode="auto">
            <a:xfrm>
              <a:off x="1565" y="2016"/>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0" y="339"/>
                  </a:lnTo>
                  <a:lnTo>
                    <a:pt x="234" y="299"/>
                  </a:lnTo>
                  <a:lnTo>
                    <a:pt x="226" y="261"/>
                  </a:lnTo>
                  <a:lnTo>
                    <a:pt x="216" y="223"/>
                  </a:lnTo>
                  <a:lnTo>
                    <a:pt x="204" y="189"/>
                  </a:lnTo>
                  <a:lnTo>
                    <a:pt x="190" y="156"/>
                  </a:lnTo>
                  <a:lnTo>
                    <a:pt x="174" y="125"/>
                  </a:lnTo>
                  <a:lnTo>
                    <a:pt x="156" y="98"/>
                  </a:lnTo>
                  <a:lnTo>
                    <a:pt x="138" y="74"/>
                  </a:lnTo>
                  <a:lnTo>
                    <a:pt x="118" y="51"/>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9" y="81"/>
                  </a:lnTo>
                  <a:lnTo>
                    <a:pt x="147" y="105"/>
                  </a:lnTo>
                  <a:lnTo>
                    <a:pt x="164" y="132"/>
                  </a:lnTo>
                  <a:lnTo>
                    <a:pt x="178" y="160"/>
                  </a:lnTo>
                  <a:lnTo>
                    <a:pt x="192" y="193"/>
                  </a:lnTo>
                  <a:lnTo>
                    <a:pt x="204" y="227"/>
                  </a:lnTo>
                  <a:lnTo>
                    <a:pt x="215" y="264"/>
                  </a:lnTo>
                  <a:lnTo>
                    <a:pt x="223" y="301"/>
                  </a:lnTo>
                  <a:lnTo>
                    <a:pt x="229"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3723" name="Freeform 73"/>
            <p:cNvSpPr>
              <a:spLocks/>
            </p:cNvSpPr>
            <p:nvPr/>
          </p:nvSpPr>
          <p:spPr bwMode="auto">
            <a:xfrm>
              <a:off x="1565" y="2101"/>
              <a:ext cx="49" cy="85"/>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6" y="423"/>
                  </a:lnTo>
                  <a:lnTo>
                    <a:pt x="51" y="418"/>
                  </a:lnTo>
                  <a:lnTo>
                    <a:pt x="74" y="407"/>
                  </a:lnTo>
                  <a:lnTo>
                    <a:pt x="96" y="392"/>
                  </a:lnTo>
                  <a:lnTo>
                    <a:pt x="118" y="373"/>
                  </a:lnTo>
                  <a:lnTo>
                    <a:pt x="138" y="351"/>
                  </a:lnTo>
                  <a:lnTo>
                    <a:pt x="156" y="327"/>
                  </a:lnTo>
                  <a:lnTo>
                    <a:pt x="175" y="299"/>
                  </a:lnTo>
                  <a:lnTo>
                    <a:pt x="190" y="269"/>
                  </a:lnTo>
                  <a:lnTo>
                    <a:pt x="204" y="236"/>
                  </a:lnTo>
                  <a:lnTo>
                    <a:pt x="216" y="202"/>
                  </a:lnTo>
                  <a:lnTo>
                    <a:pt x="226" y="164"/>
                  </a:lnTo>
                  <a:lnTo>
                    <a:pt x="234" y="126"/>
                  </a:lnTo>
                  <a:lnTo>
                    <a:pt x="240" y="86"/>
                  </a:lnTo>
                  <a:lnTo>
                    <a:pt x="244" y="42"/>
                  </a:lnTo>
                  <a:lnTo>
                    <a:pt x="245" y="0"/>
                  </a:lnTo>
                  <a:lnTo>
                    <a:pt x="233" y="0"/>
                  </a:lnTo>
                  <a:lnTo>
                    <a:pt x="232" y="42"/>
                  </a:lnTo>
                  <a:lnTo>
                    <a:pt x="229" y="83"/>
                  </a:lnTo>
                  <a:lnTo>
                    <a:pt x="223" y="123"/>
                  </a:lnTo>
                  <a:lnTo>
                    <a:pt x="215" y="162"/>
                  </a:lnTo>
                  <a:lnTo>
                    <a:pt x="204" y="197"/>
                  </a:lnTo>
                  <a:lnTo>
                    <a:pt x="192" y="231"/>
                  </a:lnTo>
                  <a:lnTo>
                    <a:pt x="178" y="264"/>
                  </a:lnTo>
                  <a:lnTo>
                    <a:pt x="163" y="292"/>
                  </a:lnTo>
                  <a:lnTo>
                    <a:pt x="147" y="320"/>
                  </a:lnTo>
                  <a:lnTo>
                    <a:pt x="129" y="344"/>
                  </a:lnTo>
                  <a:lnTo>
                    <a:pt x="109" y="364"/>
                  </a:lnTo>
                  <a:lnTo>
                    <a:pt x="89" y="382"/>
                  </a:lnTo>
                  <a:lnTo>
                    <a:pt x="67" y="395"/>
                  </a:lnTo>
                  <a:lnTo>
                    <a:pt x="46" y="406"/>
                  </a:lnTo>
                  <a:lnTo>
                    <a:pt x="24"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3724" name="Freeform 74"/>
            <p:cNvSpPr>
              <a:spLocks/>
            </p:cNvSpPr>
            <p:nvPr/>
          </p:nvSpPr>
          <p:spPr bwMode="auto">
            <a:xfrm>
              <a:off x="1516" y="2101"/>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5" y="86"/>
                  </a:lnTo>
                  <a:lnTo>
                    <a:pt x="11" y="126"/>
                  </a:lnTo>
                  <a:lnTo>
                    <a:pt x="19" y="164"/>
                  </a:lnTo>
                  <a:lnTo>
                    <a:pt x="30" y="202"/>
                  </a:lnTo>
                  <a:lnTo>
                    <a:pt x="41" y="236"/>
                  </a:lnTo>
                  <a:lnTo>
                    <a:pt x="55" y="269"/>
                  </a:lnTo>
                  <a:lnTo>
                    <a:pt x="71" y="299"/>
                  </a:lnTo>
                  <a:lnTo>
                    <a:pt x="89" y="327"/>
                  </a:lnTo>
                  <a:lnTo>
                    <a:pt x="107" y="351"/>
                  </a:lnTo>
                  <a:lnTo>
                    <a:pt x="127" y="373"/>
                  </a:lnTo>
                  <a:lnTo>
                    <a:pt x="149" y="392"/>
                  </a:lnTo>
                  <a:lnTo>
                    <a:pt x="171" y="407"/>
                  </a:lnTo>
                  <a:lnTo>
                    <a:pt x="195" y="418"/>
                  </a:lnTo>
                  <a:lnTo>
                    <a:pt x="219" y="423"/>
                  </a:lnTo>
                  <a:lnTo>
                    <a:pt x="245" y="426"/>
                  </a:lnTo>
                  <a:lnTo>
                    <a:pt x="245" y="414"/>
                  </a:lnTo>
                  <a:lnTo>
                    <a:pt x="222" y="412"/>
                  </a:lnTo>
                  <a:lnTo>
                    <a:pt x="199" y="406"/>
                  </a:lnTo>
                  <a:lnTo>
                    <a:pt x="178" y="395"/>
                  </a:lnTo>
                  <a:lnTo>
                    <a:pt x="156" y="382"/>
                  </a:lnTo>
                  <a:lnTo>
                    <a:pt x="136" y="364"/>
                  </a:lnTo>
                  <a:lnTo>
                    <a:pt x="116" y="344"/>
                  </a:lnTo>
                  <a:lnTo>
                    <a:pt x="99" y="320"/>
                  </a:lnTo>
                  <a:lnTo>
                    <a:pt x="82" y="292"/>
                  </a:lnTo>
                  <a:lnTo>
                    <a:pt x="67" y="264"/>
                  </a:lnTo>
                  <a:lnTo>
                    <a:pt x="53" y="231"/>
                  </a:lnTo>
                  <a:lnTo>
                    <a:pt x="41" y="197"/>
                  </a:lnTo>
                  <a:lnTo>
                    <a:pt x="31" y="162"/>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3725" name="Freeform 75"/>
            <p:cNvSpPr>
              <a:spLocks/>
            </p:cNvSpPr>
            <p:nvPr/>
          </p:nvSpPr>
          <p:spPr bwMode="auto">
            <a:xfrm>
              <a:off x="1516" y="2016"/>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5" y="8"/>
                  </a:lnTo>
                  <a:lnTo>
                    <a:pt x="171" y="19"/>
                  </a:lnTo>
                  <a:lnTo>
                    <a:pt x="149" y="34"/>
                  </a:lnTo>
                  <a:lnTo>
                    <a:pt x="127" y="51"/>
                  </a:lnTo>
                  <a:lnTo>
                    <a:pt x="107" y="74"/>
                  </a:lnTo>
                  <a:lnTo>
                    <a:pt x="89" y="98"/>
                  </a:lnTo>
                  <a:lnTo>
                    <a:pt x="72" y="125"/>
                  </a:lnTo>
                  <a:lnTo>
                    <a:pt x="55" y="156"/>
                  </a:lnTo>
                  <a:lnTo>
                    <a:pt x="41" y="189"/>
                  </a:lnTo>
                  <a:lnTo>
                    <a:pt x="30" y="223"/>
                  </a:lnTo>
                  <a:lnTo>
                    <a:pt x="19" y="261"/>
                  </a:lnTo>
                  <a:lnTo>
                    <a:pt x="11" y="299"/>
                  </a:lnTo>
                  <a:lnTo>
                    <a:pt x="5" y="339"/>
                  </a:lnTo>
                  <a:lnTo>
                    <a:pt x="1" y="382"/>
                  </a:lnTo>
                  <a:lnTo>
                    <a:pt x="0" y="424"/>
                  </a:lnTo>
                  <a:lnTo>
                    <a:pt x="12" y="424"/>
                  </a:lnTo>
                  <a:lnTo>
                    <a:pt x="13" y="382"/>
                  </a:lnTo>
                  <a:lnTo>
                    <a:pt x="17" y="341"/>
                  </a:lnTo>
                  <a:lnTo>
                    <a:pt x="23" y="301"/>
                  </a:lnTo>
                  <a:lnTo>
                    <a:pt x="31" y="264"/>
                  </a:lnTo>
                  <a:lnTo>
                    <a:pt x="41" y="227"/>
                  </a:lnTo>
                  <a:lnTo>
                    <a:pt x="53" y="193"/>
                  </a:lnTo>
                  <a:lnTo>
                    <a:pt x="67" y="160"/>
                  </a:lnTo>
                  <a:lnTo>
                    <a:pt x="81" y="132"/>
                  </a:lnTo>
                  <a:lnTo>
                    <a:pt x="99" y="105"/>
                  </a:lnTo>
                  <a:lnTo>
                    <a:pt x="116" y="81"/>
                  </a:lnTo>
                  <a:lnTo>
                    <a:pt x="136" y="61"/>
                  </a:lnTo>
                  <a:lnTo>
                    <a:pt x="156" y="43"/>
                  </a:lnTo>
                  <a:lnTo>
                    <a:pt x="178" y="30"/>
                  </a:lnTo>
                  <a:lnTo>
                    <a:pt x="199" y="20"/>
                  </a:lnTo>
                  <a:lnTo>
                    <a:pt x="222"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sp>
        <p:nvSpPr>
          <p:cNvPr id="113672" name="Rectangle 77"/>
          <p:cNvSpPr>
            <a:spLocks noChangeArrowheads="1"/>
          </p:cNvSpPr>
          <p:nvPr/>
        </p:nvSpPr>
        <p:spPr bwMode="auto">
          <a:xfrm>
            <a:off x="611188" y="0"/>
            <a:ext cx="6388100" cy="6477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3000"/>
              <a:t>Sem. 2 - Mardi</a:t>
            </a:r>
          </a:p>
        </p:txBody>
      </p:sp>
      <p:sp>
        <p:nvSpPr>
          <p:cNvPr id="113673" name="Text Box 78"/>
          <p:cNvSpPr txBox="1">
            <a:spLocks noChangeArrowheads="1"/>
          </p:cNvSpPr>
          <p:nvPr/>
        </p:nvSpPr>
        <p:spPr bwMode="auto">
          <a:xfrm>
            <a:off x="566738" y="2697163"/>
            <a:ext cx="3217862"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2. Pas de commandes</a:t>
            </a:r>
          </a:p>
        </p:txBody>
      </p:sp>
      <p:sp>
        <p:nvSpPr>
          <p:cNvPr id="113674" name="Text Box 79"/>
          <p:cNvSpPr txBox="1">
            <a:spLocks noChangeArrowheads="1"/>
          </p:cNvSpPr>
          <p:nvPr/>
        </p:nvSpPr>
        <p:spPr bwMode="auto">
          <a:xfrm>
            <a:off x="566738" y="5211763"/>
            <a:ext cx="6543675" cy="4429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eaLnBrk="1" hangingPunct="1">
              <a:spcBef>
                <a:spcPct val="0"/>
              </a:spcBef>
              <a:buFontTx/>
              <a:buNone/>
            </a:pPr>
            <a:r>
              <a:rPr lang="fr-FR" altLang="fr-FR" sz="2300"/>
              <a:t>4. Pointez la production sur votre feuille de suivi</a:t>
            </a:r>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114690" name="Rectangle 2"/>
          <p:cNvSpPr>
            <a:spLocks noGrp="1" noChangeArrowheads="1"/>
          </p:cNvSpPr>
          <p:nvPr>
            <p:ph type="title"/>
          </p:nvPr>
        </p:nvSpPr>
        <p:spPr/>
        <p:txBody>
          <a:bodyPr/>
          <a:lstStyle/>
          <a:p>
            <a:pPr eaLnBrk="1" hangingPunct="1"/>
            <a:r>
              <a:rPr lang="fr-FR" altLang="fr-FR"/>
              <a:t>Question</a:t>
            </a:r>
          </a:p>
        </p:txBody>
      </p:sp>
      <p:sp>
        <p:nvSpPr>
          <p:cNvPr id="114691" name="Rectangle 3"/>
          <p:cNvSpPr>
            <a:spLocks noGrp="1" noChangeArrowheads="1"/>
          </p:cNvSpPr>
          <p:nvPr>
            <p:ph type="body" idx="1"/>
          </p:nvPr>
        </p:nvSpPr>
        <p:spPr>
          <a:xfrm>
            <a:off x="306388" y="1598613"/>
            <a:ext cx="8610600" cy="4264025"/>
          </a:xfrm>
        </p:spPr>
        <p:txBody>
          <a:bodyPr/>
          <a:lstStyle/>
          <a:p>
            <a:pPr eaLnBrk="1" hangingPunct="1">
              <a:buFontTx/>
              <a:buNone/>
            </a:pPr>
            <a:r>
              <a:rPr lang="fr-FR" altLang="fr-FR" u="sng" dirty="0"/>
              <a:t>Origine</a:t>
            </a:r>
            <a:r>
              <a:rPr lang="fr-FR" altLang="fr-FR" dirty="0"/>
              <a:t> : Service Qualité</a:t>
            </a:r>
          </a:p>
          <a:p>
            <a:pPr eaLnBrk="1" hangingPunct="1">
              <a:buFontTx/>
              <a:buNone/>
            </a:pPr>
            <a:r>
              <a:rPr lang="fr-FR" altLang="fr-FR" u="sng" dirty="0"/>
              <a:t>Destinataire</a:t>
            </a:r>
            <a:r>
              <a:rPr lang="fr-FR" altLang="fr-FR" dirty="0"/>
              <a:t> : Production</a:t>
            </a:r>
          </a:p>
          <a:p>
            <a:pPr eaLnBrk="1" hangingPunct="1">
              <a:buFontTx/>
              <a:buNone/>
            </a:pPr>
            <a:endParaRPr lang="fr-FR" altLang="fr-FR" dirty="0"/>
          </a:p>
          <a:p>
            <a:pPr eaLnBrk="1" hangingPunct="1"/>
            <a:r>
              <a:rPr lang="fr-FR" altLang="fr-FR" dirty="0"/>
              <a:t>Les Etablissements DELABRE utiliseront dorénavant leurs réducteurs R1 dans une ambiance saline. Il est nécessaire d'améliorer leur résistance à la corrosion. </a:t>
            </a:r>
          </a:p>
          <a:p>
            <a:pPr eaLnBrk="1" hangingPunct="1"/>
            <a:r>
              <a:rPr lang="fr-FR" altLang="fr-FR" dirty="0"/>
              <a:t>La modification peut être envisagée sous 2 formes : </a:t>
            </a:r>
          </a:p>
          <a:p>
            <a:pPr lvl="1" eaLnBrk="1" hangingPunct="1"/>
            <a:r>
              <a:rPr lang="fr-FR" altLang="fr-FR" dirty="0"/>
              <a:t>soit exécuter un traitement de surface sur le carter usiné, </a:t>
            </a:r>
          </a:p>
          <a:p>
            <a:pPr lvl="1" eaLnBrk="1" hangingPunct="1"/>
            <a:r>
              <a:rPr lang="fr-FR" altLang="fr-FR" dirty="0"/>
              <a:t>soit ajouter des joints toriques au moment du montage final. </a:t>
            </a:r>
          </a:p>
          <a:p>
            <a:pPr eaLnBrk="1" hangingPunct="1"/>
            <a:r>
              <a:rPr lang="fr-FR" altLang="fr-FR" dirty="0"/>
              <a:t>La première solution coûtera 4,20 € par réducteur, la seconde  6,35 €.</a:t>
            </a:r>
          </a:p>
          <a:p>
            <a:pPr eaLnBrk="1" hangingPunct="1"/>
            <a:r>
              <a:rPr lang="fr-FR" altLang="fr-FR" dirty="0"/>
              <a:t>Merci de bien vouloir étudier ce dossier et de me donner votre avis.</a:t>
            </a:r>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15714" name="Group 2"/>
          <p:cNvGrpSpPr>
            <a:grpSpLocks/>
          </p:cNvGrpSpPr>
          <p:nvPr/>
        </p:nvGrpSpPr>
        <p:grpSpPr bwMode="auto">
          <a:xfrm>
            <a:off x="7073900" y="215900"/>
            <a:ext cx="1878013" cy="1250950"/>
            <a:chOff x="4456" y="136"/>
            <a:chExt cx="1183" cy="788"/>
          </a:xfrm>
        </p:grpSpPr>
        <p:grpSp>
          <p:nvGrpSpPr>
            <p:cNvPr id="115774" name="Group 3"/>
            <p:cNvGrpSpPr>
              <a:grpSpLocks/>
            </p:cNvGrpSpPr>
            <p:nvPr/>
          </p:nvGrpSpPr>
          <p:grpSpPr bwMode="auto">
            <a:xfrm>
              <a:off x="4766" y="232"/>
              <a:ext cx="873" cy="692"/>
              <a:chOff x="2185" y="310"/>
              <a:chExt cx="873" cy="692"/>
            </a:xfrm>
          </p:grpSpPr>
          <p:sp>
            <p:nvSpPr>
              <p:cNvPr id="115785" name="Freeform 4"/>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accent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5786" name="Freeform 5"/>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5787" name="Freeform 6"/>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5788" name="Freeform 7"/>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5789" name="Freeform 8"/>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5790" name="Freeform 9"/>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5791" name="Freeform 10"/>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grpSp>
          <p:nvGrpSpPr>
            <p:cNvPr id="115775" name="Group 11"/>
            <p:cNvGrpSpPr>
              <a:grpSpLocks/>
            </p:cNvGrpSpPr>
            <p:nvPr/>
          </p:nvGrpSpPr>
          <p:grpSpPr bwMode="auto">
            <a:xfrm>
              <a:off x="4949" y="336"/>
              <a:ext cx="591" cy="468"/>
              <a:chOff x="2185" y="310"/>
              <a:chExt cx="873" cy="692"/>
            </a:xfrm>
          </p:grpSpPr>
          <p:sp>
            <p:nvSpPr>
              <p:cNvPr id="115778" name="Freeform 12"/>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5779" name="Freeform 13"/>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5780" name="Freeform 14"/>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5781" name="Freeform 15"/>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5782" name="Freeform 16"/>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5783" name="Freeform 17"/>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5784" name="Freeform 18"/>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pic>
          <p:nvPicPr>
            <p:cNvPr id="115776" name="Picture 19"/>
            <p:cNvPicPr>
              <a:picLocks noChangeAspect="1" noChangeArrowheads="1"/>
            </p:cNvPicPr>
            <p:nvPr/>
          </p:nvPicPr>
          <p:blipFill>
            <a:blip r:embed="rId3" cstate="print">
              <a:extLst>
                <a:ext uri="{28A0092B-C50C-407E-A947-70E740481C1C}">
                  <a14:useLocalDpi xmlns:a14="http://schemas.microsoft.com/office/drawing/2010/main" val="0"/>
                </a:ext>
              </a:extLst>
            </a:blip>
            <a:srcRect l="-4282" t="-4369" r="-5199" b="-12012"/>
            <a:stretch>
              <a:fillRect/>
            </a:stretch>
          </p:blipFill>
          <p:spPr bwMode="auto">
            <a:xfrm>
              <a:off x="4456" y="136"/>
              <a:ext cx="480" cy="5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15777" name="Text Box 20"/>
            <p:cNvSpPr txBox="1">
              <a:spLocks noChangeArrowheads="1"/>
            </p:cNvSpPr>
            <p:nvPr/>
          </p:nvSpPr>
          <p:spPr bwMode="auto">
            <a:xfrm>
              <a:off x="4946" y="314"/>
              <a:ext cx="596" cy="49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4500" b="1">
                  <a:solidFill>
                    <a:srgbClr val="FF0000"/>
                  </a:solidFill>
                  <a:latin typeface="Arial Black" pitchFamily="34" charset="0"/>
                </a:rPr>
                <a:t>16</a:t>
              </a:r>
              <a:endParaRPr lang="fr-FR" altLang="fr-FR" sz="3200">
                <a:solidFill>
                  <a:schemeClr val="tx1"/>
                </a:solidFill>
                <a:latin typeface="Arial Black" pitchFamily="34" charset="0"/>
              </a:endParaRPr>
            </a:p>
          </p:txBody>
        </p:sp>
      </p:grpSp>
      <p:sp>
        <p:nvSpPr>
          <p:cNvPr id="115716" name="Text Box 22"/>
          <p:cNvSpPr txBox="1">
            <a:spLocks noChangeArrowheads="1"/>
          </p:cNvSpPr>
          <p:nvPr/>
        </p:nvSpPr>
        <p:spPr bwMode="auto">
          <a:xfrm>
            <a:off x="566738" y="1363663"/>
            <a:ext cx="1946275"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1. Tirez le dé</a:t>
            </a:r>
          </a:p>
        </p:txBody>
      </p:sp>
      <p:sp>
        <p:nvSpPr>
          <p:cNvPr id="115717" name="Text Box 23"/>
          <p:cNvSpPr txBox="1">
            <a:spLocks noChangeArrowheads="1"/>
          </p:cNvSpPr>
          <p:nvPr/>
        </p:nvSpPr>
        <p:spPr bwMode="auto">
          <a:xfrm>
            <a:off x="566738" y="3935413"/>
            <a:ext cx="18796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3. Produisez</a:t>
            </a:r>
          </a:p>
        </p:txBody>
      </p:sp>
      <p:grpSp>
        <p:nvGrpSpPr>
          <p:cNvPr id="115718" name="Group 24"/>
          <p:cNvGrpSpPr>
            <a:grpSpLocks/>
          </p:cNvGrpSpPr>
          <p:nvPr/>
        </p:nvGrpSpPr>
        <p:grpSpPr bwMode="auto">
          <a:xfrm>
            <a:off x="2986088" y="1306513"/>
            <a:ext cx="446087" cy="534987"/>
            <a:chOff x="868" y="1439"/>
            <a:chExt cx="811" cy="972"/>
          </a:xfrm>
        </p:grpSpPr>
        <p:sp>
          <p:nvSpPr>
            <p:cNvPr id="115723" name="Freeform 25"/>
            <p:cNvSpPr>
              <a:spLocks/>
            </p:cNvSpPr>
            <p:nvPr/>
          </p:nvSpPr>
          <p:spPr bwMode="auto">
            <a:xfrm>
              <a:off x="1548" y="2014"/>
              <a:ext cx="123" cy="100"/>
            </a:xfrm>
            <a:custGeom>
              <a:avLst/>
              <a:gdLst>
                <a:gd name="T0" fmla="*/ 5 w 618"/>
                <a:gd name="T1" fmla="*/ 0 h 502"/>
                <a:gd name="T2" fmla="*/ 5 w 618"/>
                <a:gd name="T3" fmla="*/ 0 h 502"/>
                <a:gd name="T4" fmla="*/ 0 w 618"/>
                <a:gd name="T5" fmla="*/ 4 h 502"/>
                <a:gd name="T6" fmla="*/ 0 w 618"/>
                <a:gd name="T7" fmla="*/ 4 h 502"/>
                <a:gd name="T8" fmla="*/ 5 w 618"/>
                <a:gd name="T9" fmla="*/ 0 h 502"/>
                <a:gd name="T10" fmla="*/ 5 w 618"/>
                <a:gd name="T11" fmla="*/ 0 h 502"/>
                <a:gd name="T12" fmla="*/ 5 w 618"/>
                <a:gd name="T13" fmla="*/ 0 h 502"/>
                <a:gd name="T14" fmla="*/ 5 w 618"/>
                <a:gd name="T15" fmla="*/ 0 h 502"/>
                <a:gd name="T16" fmla="*/ 5 w 618"/>
                <a:gd name="T17" fmla="*/ 0 h 502"/>
                <a:gd name="T18" fmla="*/ 5 w 618"/>
                <a:gd name="T19" fmla="*/ 0 h 502"/>
                <a:gd name="T20" fmla="*/ 5 w 618"/>
                <a:gd name="T21" fmla="*/ 0 h 502"/>
                <a:gd name="T22" fmla="*/ 5 w 618"/>
                <a:gd name="T23" fmla="*/ 0 h 502"/>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618"/>
                <a:gd name="T37" fmla="*/ 0 h 502"/>
                <a:gd name="T38" fmla="*/ 618 w 618"/>
                <a:gd name="T39" fmla="*/ 502 h 502"/>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618" h="502">
                  <a:moveTo>
                    <a:pt x="611" y="0"/>
                  </a:moveTo>
                  <a:lnTo>
                    <a:pt x="606" y="2"/>
                  </a:lnTo>
                  <a:lnTo>
                    <a:pt x="0" y="490"/>
                  </a:lnTo>
                  <a:lnTo>
                    <a:pt x="10" y="502"/>
                  </a:lnTo>
                  <a:lnTo>
                    <a:pt x="616" y="14"/>
                  </a:lnTo>
                  <a:lnTo>
                    <a:pt x="611" y="16"/>
                  </a:lnTo>
                  <a:lnTo>
                    <a:pt x="616" y="14"/>
                  </a:lnTo>
                  <a:lnTo>
                    <a:pt x="618" y="9"/>
                  </a:lnTo>
                  <a:lnTo>
                    <a:pt x="617" y="3"/>
                  </a:lnTo>
                  <a:lnTo>
                    <a:pt x="612" y="1"/>
                  </a:lnTo>
                  <a:lnTo>
                    <a:pt x="606" y="2"/>
                  </a:lnTo>
                  <a:lnTo>
                    <a:pt x="611"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5724" name="Freeform 26"/>
            <p:cNvSpPr>
              <a:spLocks/>
            </p:cNvSpPr>
            <p:nvPr/>
          </p:nvSpPr>
          <p:spPr bwMode="auto">
            <a:xfrm>
              <a:off x="876" y="1852"/>
              <a:ext cx="82" cy="373"/>
            </a:xfrm>
            <a:custGeom>
              <a:avLst/>
              <a:gdLst>
                <a:gd name="T0" fmla="*/ 3 w 413"/>
                <a:gd name="T1" fmla="*/ 15 h 1865"/>
                <a:gd name="T2" fmla="*/ 3 w 413"/>
                <a:gd name="T3" fmla="*/ 15 h 1865"/>
                <a:gd name="T4" fmla="*/ 0 w 413"/>
                <a:gd name="T5" fmla="*/ 0 h 1865"/>
                <a:gd name="T6" fmla="*/ 0 w 413"/>
                <a:gd name="T7" fmla="*/ 0 h 1865"/>
                <a:gd name="T8" fmla="*/ 3 w 413"/>
                <a:gd name="T9" fmla="*/ 15 h 1865"/>
                <a:gd name="T10" fmla="*/ 3 w 413"/>
                <a:gd name="T11" fmla="*/ 15 h 1865"/>
                <a:gd name="T12" fmla="*/ 3 w 413"/>
                <a:gd name="T13" fmla="*/ 15 h 1865"/>
                <a:gd name="T14" fmla="*/ 3 w 413"/>
                <a:gd name="T15" fmla="*/ 15 h 1865"/>
                <a:gd name="T16" fmla="*/ 3 w 413"/>
                <a:gd name="T17" fmla="*/ 15 h 1865"/>
                <a:gd name="T18" fmla="*/ 3 w 413"/>
                <a:gd name="T19" fmla="*/ 15 h 1865"/>
                <a:gd name="T20" fmla="*/ 3 w 413"/>
                <a:gd name="T21" fmla="*/ 15 h 1865"/>
                <a:gd name="T22" fmla="*/ 3 w 413"/>
                <a:gd name="T23" fmla="*/ 15 h 186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413"/>
                <a:gd name="T37" fmla="*/ 0 h 1865"/>
                <a:gd name="T38" fmla="*/ 413 w 413"/>
                <a:gd name="T39" fmla="*/ 1865 h 1865"/>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413" h="1865">
                  <a:moveTo>
                    <a:pt x="400" y="1864"/>
                  </a:moveTo>
                  <a:lnTo>
                    <a:pt x="413" y="1856"/>
                  </a:lnTo>
                  <a:lnTo>
                    <a:pt x="17" y="0"/>
                  </a:lnTo>
                  <a:lnTo>
                    <a:pt x="0" y="2"/>
                  </a:lnTo>
                  <a:lnTo>
                    <a:pt x="396" y="1858"/>
                  </a:lnTo>
                  <a:lnTo>
                    <a:pt x="409" y="1850"/>
                  </a:lnTo>
                  <a:lnTo>
                    <a:pt x="396" y="1858"/>
                  </a:lnTo>
                  <a:lnTo>
                    <a:pt x="400" y="1864"/>
                  </a:lnTo>
                  <a:lnTo>
                    <a:pt x="406" y="1865"/>
                  </a:lnTo>
                  <a:lnTo>
                    <a:pt x="410" y="1862"/>
                  </a:lnTo>
                  <a:lnTo>
                    <a:pt x="413" y="1856"/>
                  </a:lnTo>
                  <a:lnTo>
                    <a:pt x="400" y="186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5725" name="Freeform 27"/>
            <p:cNvSpPr>
              <a:spLocks/>
            </p:cNvSpPr>
            <p:nvPr/>
          </p:nvSpPr>
          <p:spPr bwMode="auto">
            <a:xfrm>
              <a:off x="1282" y="1533"/>
              <a:ext cx="35" cy="161"/>
            </a:xfrm>
            <a:custGeom>
              <a:avLst/>
              <a:gdLst>
                <a:gd name="T0" fmla="*/ 1 w 175"/>
                <a:gd name="T1" fmla="*/ 6 h 807"/>
                <a:gd name="T2" fmla="*/ 1 w 175"/>
                <a:gd name="T3" fmla="*/ 6 h 807"/>
                <a:gd name="T4" fmla="*/ 1 w 175"/>
                <a:gd name="T5" fmla="*/ 6 h 807"/>
                <a:gd name="T6" fmla="*/ 1 w 175"/>
                <a:gd name="T7" fmla="*/ 5 h 807"/>
                <a:gd name="T8" fmla="*/ 1 w 175"/>
                <a:gd name="T9" fmla="*/ 5 h 807"/>
                <a:gd name="T10" fmla="*/ 1 w 175"/>
                <a:gd name="T11" fmla="*/ 5 h 807"/>
                <a:gd name="T12" fmla="*/ 1 w 175"/>
                <a:gd name="T13" fmla="*/ 4 h 807"/>
                <a:gd name="T14" fmla="*/ 1 w 175"/>
                <a:gd name="T15" fmla="*/ 4 h 807"/>
                <a:gd name="T16" fmla="*/ 1 w 175"/>
                <a:gd name="T17" fmla="*/ 3 h 807"/>
                <a:gd name="T18" fmla="*/ 1 w 175"/>
                <a:gd name="T19" fmla="*/ 3 h 807"/>
                <a:gd name="T20" fmla="*/ 1 w 175"/>
                <a:gd name="T21" fmla="*/ 3 h 807"/>
                <a:gd name="T22" fmla="*/ 1 w 175"/>
                <a:gd name="T23" fmla="*/ 2 h 807"/>
                <a:gd name="T24" fmla="*/ 1 w 175"/>
                <a:gd name="T25" fmla="*/ 2 h 807"/>
                <a:gd name="T26" fmla="*/ 1 w 175"/>
                <a:gd name="T27" fmla="*/ 2 h 807"/>
                <a:gd name="T28" fmla="*/ 1 w 175"/>
                <a:gd name="T29" fmla="*/ 1 h 807"/>
                <a:gd name="T30" fmla="*/ 1 w 175"/>
                <a:gd name="T31" fmla="*/ 1 h 807"/>
                <a:gd name="T32" fmla="*/ 1 w 175"/>
                <a:gd name="T33" fmla="*/ 1 h 807"/>
                <a:gd name="T34" fmla="*/ 1 w 175"/>
                <a:gd name="T35" fmla="*/ 0 h 807"/>
                <a:gd name="T36" fmla="*/ 1 w 175"/>
                <a:gd name="T37" fmla="*/ 0 h 807"/>
                <a:gd name="T38" fmla="*/ 1 w 175"/>
                <a:gd name="T39" fmla="*/ 0 h 807"/>
                <a:gd name="T40" fmla="*/ 0 w 175"/>
                <a:gd name="T41" fmla="*/ 1 h 807"/>
                <a:gd name="T42" fmla="*/ 0 w 175"/>
                <a:gd name="T43" fmla="*/ 1 h 807"/>
                <a:gd name="T44" fmla="*/ 0 w 175"/>
                <a:gd name="T45" fmla="*/ 1 h 807"/>
                <a:gd name="T46" fmla="*/ 0 w 175"/>
                <a:gd name="T47" fmla="*/ 2 h 807"/>
                <a:gd name="T48" fmla="*/ 0 w 175"/>
                <a:gd name="T49" fmla="*/ 2 h 807"/>
                <a:gd name="T50" fmla="*/ 0 w 175"/>
                <a:gd name="T51" fmla="*/ 3 h 807"/>
                <a:gd name="T52" fmla="*/ 0 w 175"/>
                <a:gd name="T53" fmla="*/ 3 h 807"/>
                <a:gd name="T54" fmla="*/ 0 w 175"/>
                <a:gd name="T55" fmla="*/ 3 h 807"/>
                <a:gd name="T56" fmla="*/ 0 w 175"/>
                <a:gd name="T57" fmla="*/ 4 h 807"/>
                <a:gd name="T58" fmla="*/ 0 w 175"/>
                <a:gd name="T59" fmla="*/ 4 h 807"/>
                <a:gd name="T60" fmla="*/ 0 w 175"/>
                <a:gd name="T61" fmla="*/ 5 h 807"/>
                <a:gd name="T62" fmla="*/ 0 w 175"/>
                <a:gd name="T63" fmla="*/ 5 h 807"/>
                <a:gd name="T64" fmla="*/ 0 w 175"/>
                <a:gd name="T65" fmla="*/ 5 h 807"/>
                <a:gd name="T66" fmla="*/ 1 w 175"/>
                <a:gd name="T67" fmla="*/ 6 h 807"/>
                <a:gd name="T68" fmla="*/ 1 w 175"/>
                <a:gd name="T69" fmla="*/ 6 h 807"/>
                <a:gd name="T70" fmla="*/ 1 w 175"/>
                <a:gd name="T71" fmla="*/ 6 h 807"/>
                <a:gd name="T72" fmla="*/ 1 w 175"/>
                <a:gd name="T73" fmla="*/ 6 h 807"/>
                <a:gd name="T74" fmla="*/ 1 w 175"/>
                <a:gd name="T75" fmla="*/ 6 h 807"/>
                <a:gd name="T76" fmla="*/ 1 w 175"/>
                <a:gd name="T77" fmla="*/ 6 h 807"/>
                <a:gd name="T78" fmla="*/ 1 w 175"/>
                <a:gd name="T79" fmla="*/ 6 h 807"/>
                <a:gd name="T80" fmla="*/ 1 w 175"/>
                <a:gd name="T81" fmla="*/ 6 h 807"/>
                <a:gd name="T82" fmla="*/ 1 w 175"/>
                <a:gd name="T83" fmla="*/ 6 h 807"/>
                <a:gd name="T84" fmla="*/ 1 w 175"/>
                <a:gd name="T85" fmla="*/ 6 h 807"/>
                <a:gd name="T86" fmla="*/ 1 w 175"/>
                <a:gd name="T87" fmla="*/ 6 h 807"/>
                <a:gd name="T88" fmla="*/ 1 w 175"/>
                <a:gd name="T89" fmla="*/ 6 h 807"/>
                <a:gd name="T90" fmla="*/ 1 w 175"/>
                <a:gd name="T91" fmla="*/ 6 h 80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175"/>
                <a:gd name="T139" fmla="*/ 0 h 807"/>
                <a:gd name="T140" fmla="*/ 175 w 175"/>
                <a:gd name="T141" fmla="*/ 807 h 80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175" h="807">
                  <a:moveTo>
                    <a:pt x="169" y="740"/>
                  </a:moveTo>
                  <a:lnTo>
                    <a:pt x="169" y="739"/>
                  </a:lnTo>
                  <a:lnTo>
                    <a:pt x="149" y="698"/>
                  </a:lnTo>
                  <a:lnTo>
                    <a:pt x="133" y="656"/>
                  </a:lnTo>
                  <a:lnTo>
                    <a:pt x="120" y="611"/>
                  </a:lnTo>
                  <a:lnTo>
                    <a:pt x="108" y="565"/>
                  </a:lnTo>
                  <a:lnTo>
                    <a:pt x="100" y="520"/>
                  </a:lnTo>
                  <a:lnTo>
                    <a:pt x="96" y="472"/>
                  </a:lnTo>
                  <a:lnTo>
                    <a:pt x="93" y="425"/>
                  </a:lnTo>
                  <a:lnTo>
                    <a:pt x="93" y="377"/>
                  </a:lnTo>
                  <a:lnTo>
                    <a:pt x="96" y="330"/>
                  </a:lnTo>
                  <a:lnTo>
                    <a:pt x="100" y="283"/>
                  </a:lnTo>
                  <a:lnTo>
                    <a:pt x="106" y="238"/>
                  </a:lnTo>
                  <a:lnTo>
                    <a:pt x="115" y="195"/>
                  </a:lnTo>
                  <a:lnTo>
                    <a:pt x="126" y="153"/>
                  </a:lnTo>
                  <a:lnTo>
                    <a:pt x="139" y="114"/>
                  </a:lnTo>
                  <a:lnTo>
                    <a:pt x="153" y="77"/>
                  </a:lnTo>
                  <a:lnTo>
                    <a:pt x="169" y="43"/>
                  </a:lnTo>
                  <a:lnTo>
                    <a:pt x="87" y="0"/>
                  </a:lnTo>
                  <a:lnTo>
                    <a:pt x="69" y="39"/>
                  </a:lnTo>
                  <a:lnTo>
                    <a:pt x="52" y="81"/>
                  </a:lnTo>
                  <a:lnTo>
                    <a:pt x="37" y="127"/>
                  </a:lnTo>
                  <a:lnTo>
                    <a:pt x="24" y="174"/>
                  </a:lnTo>
                  <a:lnTo>
                    <a:pt x="15" y="222"/>
                  </a:lnTo>
                  <a:lnTo>
                    <a:pt x="7" y="271"/>
                  </a:lnTo>
                  <a:lnTo>
                    <a:pt x="2" y="323"/>
                  </a:lnTo>
                  <a:lnTo>
                    <a:pt x="0" y="374"/>
                  </a:lnTo>
                  <a:lnTo>
                    <a:pt x="0" y="427"/>
                  </a:lnTo>
                  <a:lnTo>
                    <a:pt x="2" y="479"/>
                  </a:lnTo>
                  <a:lnTo>
                    <a:pt x="9" y="531"/>
                  </a:lnTo>
                  <a:lnTo>
                    <a:pt x="17" y="584"/>
                  </a:lnTo>
                  <a:lnTo>
                    <a:pt x="29" y="635"/>
                  </a:lnTo>
                  <a:lnTo>
                    <a:pt x="44" y="686"/>
                  </a:lnTo>
                  <a:lnTo>
                    <a:pt x="65" y="736"/>
                  </a:lnTo>
                  <a:lnTo>
                    <a:pt x="87" y="784"/>
                  </a:lnTo>
                  <a:lnTo>
                    <a:pt x="87" y="782"/>
                  </a:lnTo>
                  <a:lnTo>
                    <a:pt x="87" y="784"/>
                  </a:lnTo>
                  <a:lnTo>
                    <a:pt x="100" y="799"/>
                  </a:lnTo>
                  <a:lnTo>
                    <a:pt x="117" y="807"/>
                  </a:lnTo>
                  <a:lnTo>
                    <a:pt x="134" y="807"/>
                  </a:lnTo>
                  <a:lnTo>
                    <a:pt x="151" y="801"/>
                  </a:lnTo>
                  <a:lnTo>
                    <a:pt x="164" y="791"/>
                  </a:lnTo>
                  <a:lnTo>
                    <a:pt x="173" y="777"/>
                  </a:lnTo>
                  <a:lnTo>
                    <a:pt x="175" y="759"/>
                  </a:lnTo>
                  <a:lnTo>
                    <a:pt x="169" y="739"/>
                  </a:lnTo>
                  <a:lnTo>
                    <a:pt x="169" y="74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5726" name="Freeform 28"/>
            <p:cNvSpPr>
              <a:spLocks/>
            </p:cNvSpPr>
            <p:nvPr/>
          </p:nvSpPr>
          <p:spPr bwMode="auto">
            <a:xfrm>
              <a:off x="1299" y="1681"/>
              <a:ext cx="157" cy="281"/>
            </a:xfrm>
            <a:custGeom>
              <a:avLst/>
              <a:gdLst>
                <a:gd name="T0" fmla="*/ 6 w 787"/>
                <a:gd name="T1" fmla="*/ 11 h 1404"/>
                <a:gd name="T2" fmla="*/ 6 w 787"/>
                <a:gd name="T3" fmla="*/ 11 h 1404"/>
                <a:gd name="T4" fmla="*/ 1 w 787"/>
                <a:gd name="T5" fmla="*/ 0 h 1404"/>
                <a:gd name="T6" fmla="*/ 0 w 787"/>
                <a:gd name="T7" fmla="*/ 0 h 1404"/>
                <a:gd name="T8" fmla="*/ 6 w 787"/>
                <a:gd name="T9" fmla="*/ 11 h 1404"/>
                <a:gd name="T10" fmla="*/ 6 w 787"/>
                <a:gd name="T11" fmla="*/ 11 h 1404"/>
                <a:gd name="T12" fmla="*/ 6 w 787"/>
                <a:gd name="T13" fmla="*/ 11 h 1404"/>
                <a:gd name="T14" fmla="*/ 6 w 787"/>
                <a:gd name="T15" fmla="*/ 11 h 1404"/>
                <a:gd name="T16" fmla="*/ 6 w 787"/>
                <a:gd name="T17" fmla="*/ 11 h 1404"/>
                <a:gd name="T18" fmla="*/ 6 w 787"/>
                <a:gd name="T19" fmla="*/ 11 h 1404"/>
                <a:gd name="T20" fmla="*/ 6 w 787"/>
                <a:gd name="T21" fmla="*/ 11 h 1404"/>
                <a:gd name="T22" fmla="*/ 6 w 787"/>
                <a:gd name="T23" fmla="*/ 11 h 1404"/>
                <a:gd name="T24" fmla="*/ 6 w 787"/>
                <a:gd name="T25" fmla="*/ 11 h 1404"/>
                <a:gd name="T26" fmla="*/ 6 w 787"/>
                <a:gd name="T27" fmla="*/ 11 h 1404"/>
                <a:gd name="T28" fmla="*/ 6 w 787"/>
                <a:gd name="T29" fmla="*/ 11 h 1404"/>
                <a:gd name="T30" fmla="*/ 6 w 787"/>
                <a:gd name="T31" fmla="*/ 11 h 1404"/>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787"/>
                <a:gd name="T49" fmla="*/ 0 h 1404"/>
                <a:gd name="T50" fmla="*/ 787 w 787"/>
                <a:gd name="T51" fmla="*/ 1404 h 1404"/>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787" h="1404">
                  <a:moveTo>
                    <a:pt x="781" y="1334"/>
                  </a:moveTo>
                  <a:lnTo>
                    <a:pt x="781" y="1337"/>
                  </a:lnTo>
                  <a:lnTo>
                    <a:pt x="82" y="0"/>
                  </a:lnTo>
                  <a:lnTo>
                    <a:pt x="0" y="42"/>
                  </a:lnTo>
                  <a:lnTo>
                    <a:pt x="699" y="1379"/>
                  </a:lnTo>
                  <a:lnTo>
                    <a:pt x="699" y="1381"/>
                  </a:lnTo>
                  <a:lnTo>
                    <a:pt x="699" y="1379"/>
                  </a:lnTo>
                  <a:lnTo>
                    <a:pt x="712" y="1395"/>
                  </a:lnTo>
                  <a:lnTo>
                    <a:pt x="727" y="1402"/>
                  </a:lnTo>
                  <a:lnTo>
                    <a:pt x="744" y="1404"/>
                  </a:lnTo>
                  <a:lnTo>
                    <a:pt x="761" y="1398"/>
                  </a:lnTo>
                  <a:lnTo>
                    <a:pt x="775" y="1388"/>
                  </a:lnTo>
                  <a:lnTo>
                    <a:pt x="784" y="1373"/>
                  </a:lnTo>
                  <a:lnTo>
                    <a:pt x="787" y="1357"/>
                  </a:lnTo>
                  <a:lnTo>
                    <a:pt x="781" y="1337"/>
                  </a:lnTo>
                  <a:lnTo>
                    <a:pt x="781" y="13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5727" name="Freeform 29"/>
            <p:cNvSpPr>
              <a:spLocks/>
            </p:cNvSpPr>
            <p:nvPr/>
          </p:nvSpPr>
          <p:spPr bwMode="auto">
            <a:xfrm>
              <a:off x="1439" y="1948"/>
              <a:ext cx="125" cy="76"/>
            </a:xfrm>
            <a:custGeom>
              <a:avLst/>
              <a:gdLst>
                <a:gd name="T0" fmla="*/ 5 w 628"/>
                <a:gd name="T1" fmla="*/ 2 h 383"/>
                <a:gd name="T2" fmla="*/ 5 w 628"/>
                <a:gd name="T3" fmla="*/ 2 h 383"/>
                <a:gd name="T4" fmla="*/ 4 w 628"/>
                <a:gd name="T5" fmla="*/ 2 h 383"/>
                <a:gd name="T6" fmla="*/ 4 w 628"/>
                <a:gd name="T7" fmla="*/ 2 h 383"/>
                <a:gd name="T8" fmla="*/ 4 w 628"/>
                <a:gd name="T9" fmla="*/ 2 h 383"/>
                <a:gd name="T10" fmla="*/ 3 w 628"/>
                <a:gd name="T11" fmla="*/ 2 h 383"/>
                <a:gd name="T12" fmla="*/ 3 w 628"/>
                <a:gd name="T13" fmla="*/ 2 h 383"/>
                <a:gd name="T14" fmla="*/ 3 w 628"/>
                <a:gd name="T15" fmla="*/ 2 h 383"/>
                <a:gd name="T16" fmla="*/ 3 w 628"/>
                <a:gd name="T17" fmla="*/ 2 h 383"/>
                <a:gd name="T18" fmla="*/ 2 w 628"/>
                <a:gd name="T19" fmla="*/ 2 h 383"/>
                <a:gd name="T20" fmla="*/ 2 w 628"/>
                <a:gd name="T21" fmla="*/ 2 h 383"/>
                <a:gd name="T22" fmla="*/ 2 w 628"/>
                <a:gd name="T23" fmla="*/ 1 h 383"/>
                <a:gd name="T24" fmla="*/ 2 w 628"/>
                <a:gd name="T25" fmla="*/ 1 h 383"/>
                <a:gd name="T26" fmla="*/ 1 w 628"/>
                <a:gd name="T27" fmla="*/ 1 h 383"/>
                <a:gd name="T28" fmla="*/ 1 w 628"/>
                <a:gd name="T29" fmla="*/ 1 h 383"/>
                <a:gd name="T30" fmla="*/ 1 w 628"/>
                <a:gd name="T31" fmla="*/ 1 h 383"/>
                <a:gd name="T32" fmla="*/ 1 w 628"/>
                <a:gd name="T33" fmla="*/ 0 h 383"/>
                <a:gd name="T34" fmla="*/ 1 w 628"/>
                <a:gd name="T35" fmla="*/ 0 h 383"/>
                <a:gd name="T36" fmla="*/ 0 w 628"/>
                <a:gd name="T37" fmla="*/ 0 h 383"/>
                <a:gd name="T38" fmla="*/ 0 w 628"/>
                <a:gd name="T39" fmla="*/ 1 h 383"/>
                <a:gd name="T40" fmla="*/ 0 w 628"/>
                <a:gd name="T41" fmla="*/ 1 h 383"/>
                <a:gd name="T42" fmla="*/ 1 w 628"/>
                <a:gd name="T43" fmla="*/ 1 h 383"/>
                <a:gd name="T44" fmla="*/ 1 w 628"/>
                <a:gd name="T45" fmla="*/ 1 h 383"/>
                <a:gd name="T46" fmla="*/ 1 w 628"/>
                <a:gd name="T47" fmla="*/ 2 h 383"/>
                <a:gd name="T48" fmla="*/ 1 w 628"/>
                <a:gd name="T49" fmla="*/ 2 h 383"/>
                <a:gd name="T50" fmla="*/ 2 w 628"/>
                <a:gd name="T51" fmla="*/ 2 h 383"/>
                <a:gd name="T52" fmla="*/ 2 w 628"/>
                <a:gd name="T53" fmla="*/ 2 h 383"/>
                <a:gd name="T54" fmla="*/ 2 w 628"/>
                <a:gd name="T55" fmla="*/ 2 h 383"/>
                <a:gd name="T56" fmla="*/ 3 w 628"/>
                <a:gd name="T57" fmla="*/ 3 h 383"/>
                <a:gd name="T58" fmla="*/ 3 w 628"/>
                <a:gd name="T59" fmla="*/ 3 h 383"/>
                <a:gd name="T60" fmla="*/ 3 w 628"/>
                <a:gd name="T61" fmla="*/ 3 h 383"/>
                <a:gd name="T62" fmla="*/ 4 w 628"/>
                <a:gd name="T63" fmla="*/ 3 h 383"/>
                <a:gd name="T64" fmla="*/ 4 w 628"/>
                <a:gd name="T65" fmla="*/ 3 h 383"/>
                <a:gd name="T66" fmla="*/ 4 w 628"/>
                <a:gd name="T67" fmla="*/ 3 h 383"/>
                <a:gd name="T68" fmla="*/ 5 w 628"/>
                <a:gd name="T69" fmla="*/ 3 h 383"/>
                <a:gd name="T70" fmla="*/ 5 w 628"/>
                <a:gd name="T71" fmla="*/ 3 h 383"/>
                <a:gd name="T72" fmla="*/ 5 w 628"/>
                <a:gd name="T73" fmla="*/ 3 h 383"/>
                <a:gd name="T74" fmla="*/ 5 w 628"/>
                <a:gd name="T75" fmla="*/ 3 h 383"/>
                <a:gd name="T76" fmla="*/ 5 w 628"/>
                <a:gd name="T77" fmla="*/ 3 h 383"/>
                <a:gd name="T78" fmla="*/ 5 w 628"/>
                <a:gd name="T79" fmla="*/ 3 h 383"/>
                <a:gd name="T80" fmla="*/ 5 w 628"/>
                <a:gd name="T81" fmla="*/ 3 h 383"/>
                <a:gd name="T82" fmla="*/ 5 w 628"/>
                <a:gd name="T83" fmla="*/ 3 h 383"/>
                <a:gd name="T84" fmla="*/ 5 w 628"/>
                <a:gd name="T85" fmla="*/ 2 h 383"/>
                <a:gd name="T86" fmla="*/ 5 w 628"/>
                <a:gd name="T87" fmla="*/ 2 h 383"/>
                <a:gd name="T88" fmla="*/ 5 w 628"/>
                <a:gd name="T89" fmla="*/ 2 h 383"/>
                <a:gd name="T90" fmla="*/ 5 w 628"/>
                <a:gd name="T91" fmla="*/ 2 h 38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628"/>
                <a:gd name="T139" fmla="*/ 0 h 383"/>
                <a:gd name="T140" fmla="*/ 628 w 628"/>
                <a:gd name="T141" fmla="*/ 383 h 38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628" h="383">
                  <a:moveTo>
                    <a:pt x="581" y="289"/>
                  </a:moveTo>
                  <a:lnTo>
                    <a:pt x="582" y="289"/>
                  </a:lnTo>
                  <a:lnTo>
                    <a:pt x="541" y="287"/>
                  </a:lnTo>
                  <a:lnTo>
                    <a:pt x="500" y="283"/>
                  </a:lnTo>
                  <a:lnTo>
                    <a:pt x="462" y="276"/>
                  </a:lnTo>
                  <a:lnTo>
                    <a:pt x="424" y="268"/>
                  </a:lnTo>
                  <a:lnTo>
                    <a:pt x="389" y="255"/>
                  </a:lnTo>
                  <a:lnTo>
                    <a:pt x="352" y="242"/>
                  </a:lnTo>
                  <a:lnTo>
                    <a:pt x="320" y="227"/>
                  </a:lnTo>
                  <a:lnTo>
                    <a:pt x="287" y="209"/>
                  </a:lnTo>
                  <a:lnTo>
                    <a:pt x="255" y="189"/>
                  </a:lnTo>
                  <a:lnTo>
                    <a:pt x="226" y="168"/>
                  </a:lnTo>
                  <a:lnTo>
                    <a:pt x="198" y="145"/>
                  </a:lnTo>
                  <a:lnTo>
                    <a:pt x="172" y="119"/>
                  </a:lnTo>
                  <a:lnTo>
                    <a:pt x="146" y="92"/>
                  </a:lnTo>
                  <a:lnTo>
                    <a:pt x="122" y="64"/>
                  </a:lnTo>
                  <a:lnTo>
                    <a:pt x="100" y="33"/>
                  </a:lnTo>
                  <a:lnTo>
                    <a:pt x="82" y="0"/>
                  </a:lnTo>
                  <a:lnTo>
                    <a:pt x="0" y="47"/>
                  </a:lnTo>
                  <a:lnTo>
                    <a:pt x="23" y="85"/>
                  </a:lnTo>
                  <a:lnTo>
                    <a:pt x="49" y="120"/>
                  </a:lnTo>
                  <a:lnTo>
                    <a:pt x="76" y="153"/>
                  </a:lnTo>
                  <a:lnTo>
                    <a:pt x="104" y="185"/>
                  </a:lnTo>
                  <a:lnTo>
                    <a:pt x="137" y="215"/>
                  </a:lnTo>
                  <a:lnTo>
                    <a:pt x="170" y="241"/>
                  </a:lnTo>
                  <a:lnTo>
                    <a:pt x="204" y="267"/>
                  </a:lnTo>
                  <a:lnTo>
                    <a:pt x="240" y="289"/>
                  </a:lnTo>
                  <a:lnTo>
                    <a:pt x="277" y="309"/>
                  </a:lnTo>
                  <a:lnTo>
                    <a:pt x="317" y="329"/>
                  </a:lnTo>
                  <a:lnTo>
                    <a:pt x="358" y="344"/>
                  </a:lnTo>
                  <a:lnTo>
                    <a:pt x="400" y="357"/>
                  </a:lnTo>
                  <a:lnTo>
                    <a:pt x="444" y="367"/>
                  </a:lnTo>
                  <a:lnTo>
                    <a:pt x="488" y="374"/>
                  </a:lnTo>
                  <a:lnTo>
                    <a:pt x="534" y="380"/>
                  </a:lnTo>
                  <a:lnTo>
                    <a:pt x="580" y="383"/>
                  </a:lnTo>
                  <a:lnTo>
                    <a:pt x="581" y="383"/>
                  </a:lnTo>
                  <a:lnTo>
                    <a:pt x="580" y="383"/>
                  </a:lnTo>
                  <a:lnTo>
                    <a:pt x="600" y="379"/>
                  </a:lnTo>
                  <a:lnTo>
                    <a:pt x="615" y="369"/>
                  </a:lnTo>
                  <a:lnTo>
                    <a:pt x="624" y="353"/>
                  </a:lnTo>
                  <a:lnTo>
                    <a:pt x="628" y="337"/>
                  </a:lnTo>
                  <a:lnTo>
                    <a:pt x="625" y="319"/>
                  </a:lnTo>
                  <a:lnTo>
                    <a:pt x="617" y="304"/>
                  </a:lnTo>
                  <a:lnTo>
                    <a:pt x="602" y="294"/>
                  </a:lnTo>
                  <a:lnTo>
                    <a:pt x="582" y="289"/>
                  </a:lnTo>
                  <a:lnTo>
                    <a:pt x="581" y="28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5728" name="Freeform 30"/>
            <p:cNvSpPr>
              <a:spLocks/>
            </p:cNvSpPr>
            <p:nvPr/>
          </p:nvSpPr>
          <p:spPr bwMode="auto">
            <a:xfrm>
              <a:off x="1587" y="1880"/>
              <a:ext cx="85" cy="49"/>
            </a:xfrm>
            <a:custGeom>
              <a:avLst/>
              <a:gdLst>
                <a:gd name="T0" fmla="*/ 3 w 426"/>
                <a:gd name="T1" fmla="*/ 0 h 245"/>
                <a:gd name="T2" fmla="*/ 3 w 426"/>
                <a:gd name="T3" fmla="*/ 0 h 245"/>
                <a:gd name="T4" fmla="*/ 3 w 426"/>
                <a:gd name="T5" fmla="*/ 0 h 245"/>
                <a:gd name="T6" fmla="*/ 3 w 426"/>
                <a:gd name="T7" fmla="*/ 0 h 245"/>
                <a:gd name="T8" fmla="*/ 2 w 426"/>
                <a:gd name="T9" fmla="*/ 0 h 245"/>
                <a:gd name="T10" fmla="*/ 2 w 426"/>
                <a:gd name="T11" fmla="*/ 0 h 245"/>
                <a:gd name="T12" fmla="*/ 2 w 426"/>
                <a:gd name="T13" fmla="*/ 0 h 245"/>
                <a:gd name="T14" fmla="*/ 2 w 426"/>
                <a:gd name="T15" fmla="*/ 0 h 245"/>
                <a:gd name="T16" fmla="*/ 1 w 426"/>
                <a:gd name="T17" fmla="*/ 0 h 245"/>
                <a:gd name="T18" fmla="*/ 1 w 426"/>
                <a:gd name="T19" fmla="*/ 1 h 245"/>
                <a:gd name="T20" fmla="*/ 1 w 426"/>
                <a:gd name="T21" fmla="*/ 1 h 245"/>
                <a:gd name="T22" fmla="*/ 1 w 426"/>
                <a:gd name="T23" fmla="*/ 1 h 245"/>
                <a:gd name="T24" fmla="*/ 0 w 426"/>
                <a:gd name="T25" fmla="*/ 1 h 245"/>
                <a:gd name="T26" fmla="*/ 0 w 426"/>
                <a:gd name="T27" fmla="*/ 1 h 245"/>
                <a:gd name="T28" fmla="*/ 0 w 426"/>
                <a:gd name="T29" fmla="*/ 1 h 245"/>
                <a:gd name="T30" fmla="*/ 0 w 426"/>
                <a:gd name="T31" fmla="*/ 2 h 245"/>
                <a:gd name="T32" fmla="*/ 0 w 426"/>
                <a:gd name="T33" fmla="*/ 2 h 245"/>
                <a:gd name="T34" fmla="*/ 0 w 426"/>
                <a:gd name="T35" fmla="*/ 2 h 245"/>
                <a:gd name="T36" fmla="*/ 0 w 426"/>
                <a:gd name="T37" fmla="*/ 2 h 245"/>
                <a:gd name="T38" fmla="*/ 0 w 426"/>
                <a:gd name="T39" fmla="*/ 2 h 245"/>
                <a:gd name="T40" fmla="*/ 0 w 426"/>
                <a:gd name="T41" fmla="*/ 2 h 245"/>
                <a:gd name="T42" fmla="*/ 0 w 426"/>
                <a:gd name="T43" fmla="*/ 1 h 245"/>
                <a:gd name="T44" fmla="*/ 0 w 426"/>
                <a:gd name="T45" fmla="*/ 1 h 245"/>
                <a:gd name="T46" fmla="*/ 0 w 426"/>
                <a:gd name="T47" fmla="*/ 1 h 245"/>
                <a:gd name="T48" fmla="*/ 1 w 426"/>
                <a:gd name="T49" fmla="*/ 1 h 245"/>
                <a:gd name="T50" fmla="*/ 1 w 426"/>
                <a:gd name="T51" fmla="*/ 1 h 245"/>
                <a:gd name="T52" fmla="*/ 1 w 426"/>
                <a:gd name="T53" fmla="*/ 1 h 245"/>
                <a:gd name="T54" fmla="*/ 1 w 426"/>
                <a:gd name="T55" fmla="*/ 1 h 245"/>
                <a:gd name="T56" fmla="*/ 2 w 426"/>
                <a:gd name="T57" fmla="*/ 0 h 245"/>
                <a:gd name="T58" fmla="*/ 2 w 426"/>
                <a:gd name="T59" fmla="*/ 0 h 245"/>
                <a:gd name="T60" fmla="*/ 2 w 426"/>
                <a:gd name="T61" fmla="*/ 0 h 245"/>
                <a:gd name="T62" fmla="*/ 2 w 426"/>
                <a:gd name="T63" fmla="*/ 0 h 245"/>
                <a:gd name="T64" fmla="*/ 3 w 426"/>
                <a:gd name="T65" fmla="*/ 0 h 245"/>
                <a:gd name="T66" fmla="*/ 3 w 426"/>
                <a:gd name="T67" fmla="*/ 0 h 245"/>
                <a:gd name="T68" fmla="*/ 3 w 426"/>
                <a:gd name="T69" fmla="*/ 0 h 245"/>
                <a:gd name="T70" fmla="*/ 3 w 426"/>
                <a:gd name="T71" fmla="*/ 0 h 245"/>
                <a:gd name="T72" fmla="*/ 3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426" y="0"/>
                  </a:moveTo>
                  <a:lnTo>
                    <a:pt x="426" y="0"/>
                  </a:lnTo>
                  <a:lnTo>
                    <a:pt x="384" y="1"/>
                  </a:lnTo>
                  <a:lnTo>
                    <a:pt x="340" y="4"/>
                  </a:lnTo>
                  <a:lnTo>
                    <a:pt x="300" y="10"/>
                  </a:lnTo>
                  <a:lnTo>
                    <a:pt x="262" y="18"/>
                  </a:lnTo>
                  <a:lnTo>
                    <a:pt x="224" y="29"/>
                  </a:lnTo>
                  <a:lnTo>
                    <a:pt x="189" y="41"/>
                  </a:lnTo>
                  <a:lnTo>
                    <a:pt x="157" y="55"/>
                  </a:lnTo>
                  <a:lnTo>
                    <a:pt x="126" y="70"/>
                  </a:lnTo>
                  <a:lnTo>
                    <a:pt x="99" y="89"/>
                  </a:lnTo>
                  <a:lnTo>
                    <a:pt x="74" y="106"/>
                  </a:lnTo>
                  <a:lnTo>
                    <a:pt x="52" y="126"/>
                  </a:lnTo>
                  <a:lnTo>
                    <a:pt x="34" y="148"/>
                  </a:lnTo>
                  <a:lnTo>
                    <a:pt x="19" y="171"/>
                  </a:lnTo>
                  <a:lnTo>
                    <a:pt x="9" y="194"/>
                  </a:lnTo>
                  <a:lnTo>
                    <a:pt x="3" y="219"/>
                  </a:lnTo>
                  <a:lnTo>
                    <a:pt x="0" y="245"/>
                  </a:lnTo>
                  <a:lnTo>
                    <a:pt x="12" y="245"/>
                  </a:lnTo>
                  <a:lnTo>
                    <a:pt x="15" y="221"/>
                  </a:lnTo>
                  <a:lnTo>
                    <a:pt x="20" y="199"/>
                  </a:lnTo>
                  <a:lnTo>
                    <a:pt x="31" y="178"/>
                  </a:lnTo>
                  <a:lnTo>
                    <a:pt x="44" y="156"/>
                  </a:lnTo>
                  <a:lnTo>
                    <a:pt x="61" y="136"/>
                  </a:lnTo>
                  <a:lnTo>
                    <a:pt x="81" y="116"/>
                  </a:lnTo>
                  <a:lnTo>
                    <a:pt x="106" y="98"/>
                  </a:lnTo>
                  <a:lnTo>
                    <a:pt x="133" y="82"/>
                  </a:lnTo>
                  <a:lnTo>
                    <a:pt x="162" y="66"/>
                  </a:lnTo>
                  <a:lnTo>
                    <a:pt x="194" y="52"/>
                  </a:lnTo>
                  <a:lnTo>
                    <a:pt x="229" y="41"/>
                  </a:lnTo>
                  <a:lnTo>
                    <a:pt x="264" y="30"/>
                  </a:lnTo>
                  <a:lnTo>
                    <a:pt x="303" y="22"/>
                  </a:lnTo>
                  <a:lnTo>
                    <a:pt x="343" y="16"/>
                  </a:lnTo>
                  <a:lnTo>
                    <a:pt x="384" y="12"/>
                  </a:lnTo>
                  <a:lnTo>
                    <a:pt x="426" y="11"/>
                  </a:lnTo>
                  <a:lnTo>
                    <a:pt x="42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5729" name="Freeform 31"/>
            <p:cNvSpPr>
              <a:spLocks/>
            </p:cNvSpPr>
            <p:nvPr/>
          </p:nvSpPr>
          <p:spPr bwMode="auto">
            <a:xfrm>
              <a:off x="1587" y="1929"/>
              <a:ext cx="85" cy="49"/>
            </a:xfrm>
            <a:custGeom>
              <a:avLst/>
              <a:gdLst>
                <a:gd name="T0" fmla="*/ 0 w 426"/>
                <a:gd name="T1" fmla="*/ 0 h 245"/>
                <a:gd name="T2" fmla="*/ 0 w 426"/>
                <a:gd name="T3" fmla="*/ 0 h 245"/>
                <a:gd name="T4" fmla="*/ 0 w 426"/>
                <a:gd name="T5" fmla="*/ 0 h 245"/>
                <a:gd name="T6" fmla="*/ 0 w 426"/>
                <a:gd name="T7" fmla="*/ 0 h 245"/>
                <a:gd name="T8" fmla="*/ 0 w 426"/>
                <a:gd name="T9" fmla="*/ 1 h 245"/>
                <a:gd name="T10" fmla="*/ 0 w 426"/>
                <a:gd name="T11" fmla="*/ 1 h 245"/>
                <a:gd name="T12" fmla="*/ 0 w 426"/>
                <a:gd name="T13" fmla="*/ 1 h 245"/>
                <a:gd name="T14" fmla="*/ 1 w 426"/>
                <a:gd name="T15" fmla="*/ 1 h 245"/>
                <a:gd name="T16" fmla="*/ 1 w 426"/>
                <a:gd name="T17" fmla="*/ 1 h 245"/>
                <a:gd name="T18" fmla="*/ 1 w 426"/>
                <a:gd name="T19" fmla="*/ 1 h 245"/>
                <a:gd name="T20" fmla="*/ 1 w 426"/>
                <a:gd name="T21" fmla="*/ 2 h 245"/>
                <a:gd name="T22" fmla="*/ 2 w 426"/>
                <a:gd name="T23" fmla="*/ 2 h 245"/>
                <a:gd name="T24" fmla="*/ 2 w 426"/>
                <a:gd name="T25" fmla="*/ 2 h 245"/>
                <a:gd name="T26" fmla="*/ 2 w 426"/>
                <a:gd name="T27" fmla="*/ 2 h 245"/>
                <a:gd name="T28" fmla="*/ 2 w 426"/>
                <a:gd name="T29" fmla="*/ 2 h 245"/>
                <a:gd name="T30" fmla="*/ 3 w 426"/>
                <a:gd name="T31" fmla="*/ 2 h 245"/>
                <a:gd name="T32" fmla="*/ 3 w 426"/>
                <a:gd name="T33" fmla="*/ 2 h 245"/>
                <a:gd name="T34" fmla="*/ 3 w 426"/>
                <a:gd name="T35" fmla="*/ 2 h 245"/>
                <a:gd name="T36" fmla="*/ 3 w 426"/>
                <a:gd name="T37" fmla="*/ 2 h 245"/>
                <a:gd name="T38" fmla="*/ 3 w 426"/>
                <a:gd name="T39" fmla="*/ 2 h 245"/>
                <a:gd name="T40" fmla="*/ 3 w 426"/>
                <a:gd name="T41" fmla="*/ 2 h 245"/>
                <a:gd name="T42" fmla="*/ 2 w 426"/>
                <a:gd name="T43" fmla="*/ 2 h 245"/>
                <a:gd name="T44" fmla="*/ 2 w 426"/>
                <a:gd name="T45" fmla="*/ 2 h 245"/>
                <a:gd name="T46" fmla="*/ 2 w 426"/>
                <a:gd name="T47" fmla="*/ 2 h 245"/>
                <a:gd name="T48" fmla="*/ 2 w 426"/>
                <a:gd name="T49" fmla="*/ 2 h 245"/>
                <a:gd name="T50" fmla="*/ 1 w 426"/>
                <a:gd name="T51" fmla="*/ 1 h 245"/>
                <a:gd name="T52" fmla="*/ 1 w 426"/>
                <a:gd name="T53" fmla="*/ 1 h 245"/>
                <a:gd name="T54" fmla="*/ 1 w 426"/>
                <a:gd name="T55" fmla="*/ 1 h 245"/>
                <a:gd name="T56" fmla="*/ 1 w 426"/>
                <a:gd name="T57" fmla="*/ 1 h 245"/>
                <a:gd name="T58" fmla="*/ 0 w 426"/>
                <a:gd name="T59" fmla="*/ 1 h 245"/>
                <a:gd name="T60" fmla="*/ 0 w 426"/>
                <a:gd name="T61" fmla="*/ 1 h 245"/>
                <a:gd name="T62" fmla="*/ 0 w 426"/>
                <a:gd name="T63" fmla="*/ 1 h 245"/>
                <a:gd name="T64" fmla="*/ 0 w 426"/>
                <a:gd name="T65" fmla="*/ 0 h 245"/>
                <a:gd name="T66" fmla="*/ 0 w 426"/>
                <a:gd name="T67" fmla="*/ 0 h 245"/>
                <a:gd name="T68" fmla="*/ 0 w 426"/>
                <a:gd name="T69" fmla="*/ 0 h 245"/>
                <a:gd name="T70" fmla="*/ 0 w 426"/>
                <a:gd name="T71" fmla="*/ 0 h 245"/>
                <a:gd name="T72" fmla="*/ 0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0" y="0"/>
                  </a:moveTo>
                  <a:lnTo>
                    <a:pt x="0" y="0"/>
                  </a:lnTo>
                  <a:lnTo>
                    <a:pt x="3" y="25"/>
                  </a:lnTo>
                  <a:lnTo>
                    <a:pt x="9" y="50"/>
                  </a:lnTo>
                  <a:lnTo>
                    <a:pt x="19" y="73"/>
                  </a:lnTo>
                  <a:lnTo>
                    <a:pt x="34" y="96"/>
                  </a:lnTo>
                  <a:lnTo>
                    <a:pt x="52" y="118"/>
                  </a:lnTo>
                  <a:lnTo>
                    <a:pt x="74" y="138"/>
                  </a:lnTo>
                  <a:lnTo>
                    <a:pt x="99" y="156"/>
                  </a:lnTo>
                  <a:lnTo>
                    <a:pt x="126" y="174"/>
                  </a:lnTo>
                  <a:lnTo>
                    <a:pt x="157" y="190"/>
                  </a:lnTo>
                  <a:lnTo>
                    <a:pt x="189" y="204"/>
                  </a:lnTo>
                  <a:lnTo>
                    <a:pt x="224" y="215"/>
                  </a:lnTo>
                  <a:lnTo>
                    <a:pt x="262" y="226"/>
                  </a:lnTo>
                  <a:lnTo>
                    <a:pt x="300" y="234"/>
                  </a:lnTo>
                  <a:lnTo>
                    <a:pt x="340" y="240"/>
                  </a:lnTo>
                  <a:lnTo>
                    <a:pt x="384" y="244"/>
                  </a:lnTo>
                  <a:lnTo>
                    <a:pt x="426" y="245"/>
                  </a:lnTo>
                  <a:lnTo>
                    <a:pt x="426" y="233"/>
                  </a:lnTo>
                  <a:lnTo>
                    <a:pt x="384" y="232"/>
                  </a:lnTo>
                  <a:lnTo>
                    <a:pt x="343" y="228"/>
                  </a:lnTo>
                  <a:lnTo>
                    <a:pt x="303" y="222"/>
                  </a:lnTo>
                  <a:lnTo>
                    <a:pt x="264" y="214"/>
                  </a:lnTo>
                  <a:lnTo>
                    <a:pt x="229" y="204"/>
                  </a:lnTo>
                  <a:lnTo>
                    <a:pt x="194" y="192"/>
                  </a:lnTo>
                  <a:lnTo>
                    <a:pt x="162" y="178"/>
                  </a:lnTo>
                  <a:lnTo>
                    <a:pt x="133" y="163"/>
                  </a:lnTo>
                  <a:lnTo>
                    <a:pt x="106" y="146"/>
                  </a:lnTo>
                  <a:lnTo>
                    <a:pt x="81" y="129"/>
                  </a:lnTo>
                  <a:lnTo>
                    <a:pt x="61" y="109"/>
                  </a:lnTo>
                  <a:lnTo>
                    <a:pt x="44" y="89"/>
                  </a:lnTo>
                  <a:lnTo>
                    <a:pt x="31" y="66"/>
                  </a:lnTo>
                  <a:lnTo>
                    <a:pt x="20" y="45"/>
                  </a:lnTo>
                  <a:lnTo>
                    <a:pt x="15" y="2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5730" name="Freeform 32"/>
            <p:cNvSpPr>
              <a:spLocks/>
            </p:cNvSpPr>
            <p:nvPr/>
          </p:nvSpPr>
          <p:spPr bwMode="auto">
            <a:xfrm>
              <a:off x="878" y="1448"/>
              <a:ext cx="792" cy="954"/>
            </a:xfrm>
            <a:custGeom>
              <a:avLst/>
              <a:gdLst>
                <a:gd name="T0" fmla="*/ 13 w 3960"/>
                <a:gd name="T1" fmla="*/ 38 h 4768"/>
                <a:gd name="T2" fmla="*/ 14 w 3960"/>
                <a:gd name="T3" fmla="*/ 38 h 4768"/>
                <a:gd name="T4" fmla="*/ 15 w 3960"/>
                <a:gd name="T5" fmla="*/ 38 h 4768"/>
                <a:gd name="T6" fmla="*/ 15 w 3960"/>
                <a:gd name="T7" fmla="*/ 38 h 4768"/>
                <a:gd name="T8" fmla="*/ 16 w 3960"/>
                <a:gd name="T9" fmla="*/ 38 h 4768"/>
                <a:gd name="T10" fmla="*/ 17 w 3960"/>
                <a:gd name="T11" fmla="*/ 38 h 4768"/>
                <a:gd name="T12" fmla="*/ 17 w 3960"/>
                <a:gd name="T13" fmla="*/ 38 h 4768"/>
                <a:gd name="T14" fmla="*/ 18 w 3960"/>
                <a:gd name="T15" fmla="*/ 38 h 4768"/>
                <a:gd name="T16" fmla="*/ 18 w 3960"/>
                <a:gd name="T17" fmla="*/ 38 h 4768"/>
                <a:gd name="T18" fmla="*/ 29 w 3960"/>
                <a:gd name="T19" fmla="*/ 30 h 4768"/>
                <a:gd name="T20" fmla="*/ 30 w 3960"/>
                <a:gd name="T21" fmla="*/ 30 h 4768"/>
                <a:gd name="T22" fmla="*/ 30 w 3960"/>
                <a:gd name="T23" fmla="*/ 29 h 4768"/>
                <a:gd name="T24" fmla="*/ 31 w 3960"/>
                <a:gd name="T25" fmla="*/ 28 h 4768"/>
                <a:gd name="T26" fmla="*/ 31 w 3960"/>
                <a:gd name="T27" fmla="*/ 28 h 4768"/>
                <a:gd name="T28" fmla="*/ 31 w 3960"/>
                <a:gd name="T29" fmla="*/ 27 h 4768"/>
                <a:gd name="T30" fmla="*/ 32 w 3960"/>
                <a:gd name="T31" fmla="*/ 26 h 4768"/>
                <a:gd name="T32" fmla="*/ 32 w 3960"/>
                <a:gd name="T33" fmla="*/ 25 h 4768"/>
                <a:gd name="T34" fmla="*/ 32 w 3960"/>
                <a:gd name="T35" fmla="*/ 11 h 4768"/>
                <a:gd name="T36" fmla="*/ 32 w 3960"/>
                <a:gd name="T37" fmla="*/ 10 h 4768"/>
                <a:gd name="T38" fmla="*/ 31 w 3960"/>
                <a:gd name="T39" fmla="*/ 9 h 4768"/>
                <a:gd name="T40" fmla="*/ 31 w 3960"/>
                <a:gd name="T41" fmla="*/ 9 h 4768"/>
                <a:gd name="T42" fmla="*/ 31 w 3960"/>
                <a:gd name="T43" fmla="*/ 8 h 4768"/>
                <a:gd name="T44" fmla="*/ 31 w 3960"/>
                <a:gd name="T45" fmla="*/ 8 h 4768"/>
                <a:gd name="T46" fmla="*/ 30 w 3960"/>
                <a:gd name="T47" fmla="*/ 7 h 4768"/>
                <a:gd name="T48" fmla="*/ 30 w 3960"/>
                <a:gd name="T49" fmla="*/ 7 h 4768"/>
                <a:gd name="T50" fmla="*/ 29 w 3960"/>
                <a:gd name="T51" fmla="*/ 6 h 4768"/>
                <a:gd name="T52" fmla="*/ 19 w 3960"/>
                <a:gd name="T53" fmla="*/ 1 h 4768"/>
                <a:gd name="T54" fmla="*/ 18 w 3960"/>
                <a:gd name="T55" fmla="*/ 0 h 4768"/>
                <a:gd name="T56" fmla="*/ 17 w 3960"/>
                <a:gd name="T57" fmla="*/ 0 h 4768"/>
                <a:gd name="T58" fmla="*/ 17 w 3960"/>
                <a:gd name="T59" fmla="*/ 0 h 4768"/>
                <a:gd name="T60" fmla="*/ 16 w 3960"/>
                <a:gd name="T61" fmla="*/ 0 h 4768"/>
                <a:gd name="T62" fmla="*/ 15 w 3960"/>
                <a:gd name="T63" fmla="*/ 0 h 4768"/>
                <a:gd name="T64" fmla="*/ 14 w 3960"/>
                <a:gd name="T65" fmla="*/ 0 h 4768"/>
                <a:gd name="T66" fmla="*/ 14 w 3960"/>
                <a:gd name="T67" fmla="*/ 0 h 4768"/>
                <a:gd name="T68" fmla="*/ 2 w 3960"/>
                <a:gd name="T69" fmla="*/ 6 h 4768"/>
                <a:gd name="T70" fmla="*/ 2 w 3960"/>
                <a:gd name="T71" fmla="*/ 7 h 4768"/>
                <a:gd name="T72" fmla="*/ 1 w 3960"/>
                <a:gd name="T73" fmla="*/ 7 h 4768"/>
                <a:gd name="T74" fmla="*/ 1 w 3960"/>
                <a:gd name="T75" fmla="*/ 8 h 4768"/>
                <a:gd name="T76" fmla="*/ 1 w 3960"/>
                <a:gd name="T77" fmla="*/ 8 h 4768"/>
                <a:gd name="T78" fmla="*/ 0 w 3960"/>
                <a:gd name="T79" fmla="*/ 9 h 4768"/>
                <a:gd name="T80" fmla="*/ 0 w 3960"/>
                <a:gd name="T81" fmla="*/ 9 h 4768"/>
                <a:gd name="T82" fmla="*/ 0 w 3960"/>
                <a:gd name="T83" fmla="*/ 10 h 4768"/>
                <a:gd name="T84" fmla="*/ 0 w 3960"/>
                <a:gd name="T85" fmla="*/ 11 h 4768"/>
                <a:gd name="T86" fmla="*/ 0 w 3960"/>
                <a:gd name="T87" fmla="*/ 25 h 4768"/>
                <a:gd name="T88" fmla="*/ 0 w 3960"/>
                <a:gd name="T89" fmla="*/ 26 h 4768"/>
                <a:gd name="T90" fmla="*/ 0 w 3960"/>
                <a:gd name="T91" fmla="*/ 27 h 4768"/>
                <a:gd name="T92" fmla="*/ 1 w 3960"/>
                <a:gd name="T93" fmla="*/ 28 h 4768"/>
                <a:gd name="T94" fmla="*/ 1 w 3960"/>
                <a:gd name="T95" fmla="*/ 29 h 4768"/>
                <a:gd name="T96" fmla="*/ 1 w 3960"/>
                <a:gd name="T97" fmla="*/ 29 h 4768"/>
                <a:gd name="T98" fmla="*/ 2 w 3960"/>
                <a:gd name="T99" fmla="*/ 30 h 4768"/>
                <a:gd name="T100" fmla="*/ 3 w 3960"/>
                <a:gd name="T101" fmla="*/ 31 h 4768"/>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w 3960"/>
                <a:gd name="T154" fmla="*/ 0 h 4768"/>
                <a:gd name="T155" fmla="*/ 3960 w 3960"/>
                <a:gd name="T156" fmla="*/ 4768 h 4768"/>
              </a:gdLst>
              <a:ahLst/>
              <a:cxnLst>
                <a:cxn ang="T102">
                  <a:pos x="T0" y="T1"/>
                </a:cxn>
                <a:cxn ang="T103">
                  <a:pos x="T2" y="T3"/>
                </a:cxn>
                <a:cxn ang="T104">
                  <a:pos x="T4" y="T5"/>
                </a:cxn>
                <a:cxn ang="T105">
                  <a:pos x="T6" y="T7"/>
                </a:cxn>
                <a:cxn ang="T106">
                  <a:pos x="T8" y="T9"/>
                </a:cxn>
                <a:cxn ang="T107">
                  <a:pos x="T10" y="T11"/>
                </a:cxn>
                <a:cxn ang="T108">
                  <a:pos x="T12" y="T13"/>
                </a:cxn>
                <a:cxn ang="T109">
                  <a:pos x="T14" y="T15"/>
                </a:cxn>
                <a:cxn ang="T110">
                  <a:pos x="T16" y="T17"/>
                </a:cxn>
                <a:cxn ang="T111">
                  <a:pos x="T18" y="T19"/>
                </a:cxn>
                <a:cxn ang="T112">
                  <a:pos x="T20" y="T21"/>
                </a:cxn>
                <a:cxn ang="T113">
                  <a:pos x="T22" y="T23"/>
                </a:cxn>
                <a:cxn ang="T114">
                  <a:pos x="T24" y="T25"/>
                </a:cxn>
                <a:cxn ang="T115">
                  <a:pos x="T26" y="T27"/>
                </a:cxn>
                <a:cxn ang="T116">
                  <a:pos x="T28" y="T29"/>
                </a:cxn>
                <a:cxn ang="T117">
                  <a:pos x="T30" y="T31"/>
                </a:cxn>
                <a:cxn ang="T118">
                  <a:pos x="T32" y="T33"/>
                </a:cxn>
                <a:cxn ang="T119">
                  <a:pos x="T34" y="T35"/>
                </a:cxn>
                <a:cxn ang="T120">
                  <a:pos x="T36" y="T37"/>
                </a:cxn>
                <a:cxn ang="T121">
                  <a:pos x="T38" y="T39"/>
                </a:cxn>
                <a:cxn ang="T122">
                  <a:pos x="T40" y="T41"/>
                </a:cxn>
                <a:cxn ang="T123">
                  <a:pos x="T42" y="T43"/>
                </a:cxn>
                <a:cxn ang="T124">
                  <a:pos x="T44" y="T45"/>
                </a:cxn>
                <a:cxn ang="T125">
                  <a:pos x="T46" y="T47"/>
                </a:cxn>
                <a:cxn ang="T126">
                  <a:pos x="T48" y="T49"/>
                </a:cxn>
                <a:cxn ang="T127">
                  <a:pos x="T50" y="T51"/>
                </a:cxn>
                <a:cxn ang="T128">
                  <a:pos x="T52" y="T53"/>
                </a:cxn>
                <a:cxn ang="T129">
                  <a:pos x="T54" y="T55"/>
                </a:cxn>
                <a:cxn ang="T130">
                  <a:pos x="T56" y="T57"/>
                </a:cxn>
                <a:cxn ang="T131">
                  <a:pos x="T58" y="T59"/>
                </a:cxn>
                <a:cxn ang="T132">
                  <a:pos x="T60" y="T61"/>
                </a:cxn>
                <a:cxn ang="T133">
                  <a:pos x="T62" y="T63"/>
                </a:cxn>
                <a:cxn ang="T134">
                  <a:pos x="T64" y="T65"/>
                </a:cxn>
                <a:cxn ang="T135">
                  <a:pos x="T66" y="T67"/>
                </a:cxn>
                <a:cxn ang="T136">
                  <a:pos x="T68" y="T69"/>
                </a:cxn>
                <a:cxn ang="T137">
                  <a:pos x="T70" y="T71"/>
                </a:cxn>
                <a:cxn ang="T138">
                  <a:pos x="T72" y="T73"/>
                </a:cxn>
                <a:cxn ang="T139">
                  <a:pos x="T74" y="T75"/>
                </a:cxn>
                <a:cxn ang="T140">
                  <a:pos x="T76" y="T77"/>
                </a:cxn>
                <a:cxn ang="T141">
                  <a:pos x="T78" y="T79"/>
                </a:cxn>
                <a:cxn ang="T142">
                  <a:pos x="T80" y="T81"/>
                </a:cxn>
                <a:cxn ang="T143">
                  <a:pos x="T82" y="T83"/>
                </a:cxn>
                <a:cxn ang="T144">
                  <a:pos x="T84" y="T85"/>
                </a:cxn>
                <a:cxn ang="T145">
                  <a:pos x="T86" y="T87"/>
                </a:cxn>
                <a:cxn ang="T146">
                  <a:pos x="T88" y="T89"/>
                </a:cxn>
                <a:cxn ang="T147">
                  <a:pos x="T90" y="T91"/>
                </a:cxn>
                <a:cxn ang="T148">
                  <a:pos x="T92" y="T93"/>
                </a:cxn>
                <a:cxn ang="T149">
                  <a:pos x="T94" y="T95"/>
                </a:cxn>
                <a:cxn ang="T150">
                  <a:pos x="T96" y="T97"/>
                </a:cxn>
                <a:cxn ang="T151">
                  <a:pos x="T98" y="T99"/>
                </a:cxn>
                <a:cxn ang="T152">
                  <a:pos x="T100" y="T101"/>
                </a:cxn>
              </a:cxnLst>
              <a:rect l="T153" t="T154" r="T155" b="T156"/>
              <a:pathLst>
                <a:path w="3960" h="4768">
                  <a:moveTo>
                    <a:pt x="353" y="3849"/>
                  </a:moveTo>
                  <a:lnTo>
                    <a:pt x="1661" y="4700"/>
                  </a:lnTo>
                  <a:lnTo>
                    <a:pt x="1697" y="4717"/>
                  </a:lnTo>
                  <a:lnTo>
                    <a:pt x="1736" y="4731"/>
                  </a:lnTo>
                  <a:lnTo>
                    <a:pt x="1776" y="4742"/>
                  </a:lnTo>
                  <a:lnTo>
                    <a:pt x="1818" y="4753"/>
                  </a:lnTo>
                  <a:lnTo>
                    <a:pt x="1860" y="4760"/>
                  </a:lnTo>
                  <a:lnTo>
                    <a:pt x="1902" y="4765"/>
                  </a:lnTo>
                  <a:lnTo>
                    <a:pt x="1946" y="4768"/>
                  </a:lnTo>
                  <a:lnTo>
                    <a:pt x="1988" y="4768"/>
                  </a:lnTo>
                  <a:lnTo>
                    <a:pt x="2031" y="4767"/>
                  </a:lnTo>
                  <a:lnTo>
                    <a:pt x="2073" y="4763"/>
                  </a:lnTo>
                  <a:lnTo>
                    <a:pt x="2114" y="4758"/>
                  </a:lnTo>
                  <a:lnTo>
                    <a:pt x="2154" y="4751"/>
                  </a:lnTo>
                  <a:lnTo>
                    <a:pt x="2193" y="4740"/>
                  </a:lnTo>
                  <a:lnTo>
                    <a:pt x="2230" y="4729"/>
                  </a:lnTo>
                  <a:lnTo>
                    <a:pt x="2264" y="4715"/>
                  </a:lnTo>
                  <a:lnTo>
                    <a:pt x="2297" y="4700"/>
                  </a:lnTo>
                  <a:lnTo>
                    <a:pt x="3639" y="3825"/>
                  </a:lnTo>
                  <a:lnTo>
                    <a:pt x="3673" y="3795"/>
                  </a:lnTo>
                  <a:lnTo>
                    <a:pt x="3707" y="3761"/>
                  </a:lnTo>
                  <a:lnTo>
                    <a:pt x="3738" y="3725"/>
                  </a:lnTo>
                  <a:lnTo>
                    <a:pt x="3768" y="3685"/>
                  </a:lnTo>
                  <a:lnTo>
                    <a:pt x="3796" y="3644"/>
                  </a:lnTo>
                  <a:lnTo>
                    <a:pt x="3821" y="3599"/>
                  </a:lnTo>
                  <a:lnTo>
                    <a:pt x="3846" y="3553"/>
                  </a:lnTo>
                  <a:lnTo>
                    <a:pt x="3868" y="3505"/>
                  </a:lnTo>
                  <a:lnTo>
                    <a:pt x="3888" y="3456"/>
                  </a:lnTo>
                  <a:lnTo>
                    <a:pt x="3907" y="3406"/>
                  </a:lnTo>
                  <a:lnTo>
                    <a:pt x="3922" y="3354"/>
                  </a:lnTo>
                  <a:lnTo>
                    <a:pt x="3935" y="3303"/>
                  </a:lnTo>
                  <a:lnTo>
                    <a:pt x="3946" y="3250"/>
                  </a:lnTo>
                  <a:lnTo>
                    <a:pt x="3953" y="3197"/>
                  </a:lnTo>
                  <a:lnTo>
                    <a:pt x="3957" y="3144"/>
                  </a:lnTo>
                  <a:lnTo>
                    <a:pt x="3960" y="3092"/>
                  </a:lnTo>
                  <a:lnTo>
                    <a:pt x="3959" y="1313"/>
                  </a:lnTo>
                  <a:lnTo>
                    <a:pt x="3955" y="1271"/>
                  </a:lnTo>
                  <a:lnTo>
                    <a:pt x="3949" y="1229"/>
                  </a:lnTo>
                  <a:lnTo>
                    <a:pt x="3941" y="1189"/>
                  </a:lnTo>
                  <a:lnTo>
                    <a:pt x="3930" y="1149"/>
                  </a:lnTo>
                  <a:lnTo>
                    <a:pt x="3918" y="1111"/>
                  </a:lnTo>
                  <a:lnTo>
                    <a:pt x="3902" y="1075"/>
                  </a:lnTo>
                  <a:lnTo>
                    <a:pt x="3886" y="1040"/>
                  </a:lnTo>
                  <a:lnTo>
                    <a:pt x="3867" y="1006"/>
                  </a:lnTo>
                  <a:lnTo>
                    <a:pt x="3846" y="973"/>
                  </a:lnTo>
                  <a:lnTo>
                    <a:pt x="3823" y="942"/>
                  </a:lnTo>
                  <a:lnTo>
                    <a:pt x="3798" y="913"/>
                  </a:lnTo>
                  <a:lnTo>
                    <a:pt x="3771" y="886"/>
                  </a:lnTo>
                  <a:lnTo>
                    <a:pt x="3743" y="860"/>
                  </a:lnTo>
                  <a:lnTo>
                    <a:pt x="3714" y="837"/>
                  </a:lnTo>
                  <a:lnTo>
                    <a:pt x="3682" y="816"/>
                  </a:lnTo>
                  <a:lnTo>
                    <a:pt x="3649" y="796"/>
                  </a:lnTo>
                  <a:lnTo>
                    <a:pt x="2386" y="83"/>
                  </a:lnTo>
                  <a:lnTo>
                    <a:pt x="2350" y="65"/>
                  </a:lnTo>
                  <a:lnTo>
                    <a:pt x="2310" y="50"/>
                  </a:lnTo>
                  <a:lnTo>
                    <a:pt x="2268" y="36"/>
                  </a:lnTo>
                  <a:lnTo>
                    <a:pt x="2223" y="24"/>
                  </a:lnTo>
                  <a:lnTo>
                    <a:pt x="2178" y="15"/>
                  </a:lnTo>
                  <a:lnTo>
                    <a:pt x="2131" y="8"/>
                  </a:lnTo>
                  <a:lnTo>
                    <a:pt x="2082" y="3"/>
                  </a:lnTo>
                  <a:lnTo>
                    <a:pt x="2032" y="0"/>
                  </a:lnTo>
                  <a:lnTo>
                    <a:pt x="1982" y="1"/>
                  </a:lnTo>
                  <a:lnTo>
                    <a:pt x="1933" y="3"/>
                  </a:lnTo>
                  <a:lnTo>
                    <a:pt x="1882" y="9"/>
                  </a:lnTo>
                  <a:lnTo>
                    <a:pt x="1833" y="17"/>
                  </a:lnTo>
                  <a:lnTo>
                    <a:pt x="1785" y="29"/>
                  </a:lnTo>
                  <a:lnTo>
                    <a:pt x="1737" y="43"/>
                  </a:lnTo>
                  <a:lnTo>
                    <a:pt x="1691" y="62"/>
                  </a:lnTo>
                  <a:lnTo>
                    <a:pt x="1647" y="83"/>
                  </a:lnTo>
                  <a:lnTo>
                    <a:pt x="311" y="782"/>
                  </a:lnTo>
                  <a:lnTo>
                    <a:pt x="276" y="803"/>
                  </a:lnTo>
                  <a:lnTo>
                    <a:pt x="243" y="826"/>
                  </a:lnTo>
                  <a:lnTo>
                    <a:pt x="213" y="852"/>
                  </a:lnTo>
                  <a:lnTo>
                    <a:pt x="184" y="879"/>
                  </a:lnTo>
                  <a:lnTo>
                    <a:pt x="155" y="908"/>
                  </a:lnTo>
                  <a:lnTo>
                    <a:pt x="131" y="939"/>
                  </a:lnTo>
                  <a:lnTo>
                    <a:pt x="107" y="971"/>
                  </a:lnTo>
                  <a:lnTo>
                    <a:pt x="86" y="1005"/>
                  </a:lnTo>
                  <a:lnTo>
                    <a:pt x="68" y="1040"/>
                  </a:lnTo>
                  <a:lnTo>
                    <a:pt x="50" y="1076"/>
                  </a:lnTo>
                  <a:lnTo>
                    <a:pt x="36" y="1115"/>
                  </a:lnTo>
                  <a:lnTo>
                    <a:pt x="23" y="1153"/>
                  </a:lnTo>
                  <a:lnTo>
                    <a:pt x="14" y="1195"/>
                  </a:lnTo>
                  <a:lnTo>
                    <a:pt x="7" y="1236"/>
                  </a:lnTo>
                  <a:lnTo>
                    <a:pt x="2" y="1279"/>
                  </a:lnTo>
                  <a:lnTo>
                    <a:pt x="0" y="1322"/>
                  </a:lnTo>
                  <a:lnTo>
                    <a:pt x="0" y="3093"/>
                  </a:lnTo>
                  <a:lnTo>
                    <a:pt x="2" y="3147"/>
                  </a:lnTo>
                  <a:lnTo>
                    <a:pt x="7" y="3202"/>
                  </a:lnTo>
                  <a:lnTo>
                    <a:pt x="15" y="3257"/>
                  </a:lnTo>
                  <a:lnTo>
                    <a:pt x="27" y="3312"/>
                  </a:lnTo>
                  <a:lnTo>
                    <a:pt x="42" y="3366"/>
                  </a:lnTo>
                  <a:lnTo>
                    <a:pt x="59" y="3420"/>
                  </a:lnTo>
                  <a:lnTo>
                    <a:pt x="79" y="3474"/>
                  </a:lnTo>
                  <a:lnTo>
                    <a:pt x="102" y="3525"/>
                  </a:lnTo>
                  <a:lnTo>
                    <a:pt x="127" y="3576"/>
                  </a:lnTo>
                  <a:lnTo>
                    <a:pt x="154" y="3624"/>
                  </a:lnTo>
                  <a:lnTo>
                    <a:pt x="184" y="3670"/>
                  </a:lnTo>
                  <a:lnTo>
                    <a:pt x="214" y="3712"/>
                  </a:lnTo>
                  <a:lnTo>
                    <a:pt x="247" y="3752"/>
                  </a:lnTo>
                  <a:lnTo>
                    <a:pt x="281" y="3788"/>
                  </a:lnTo>
                  <a:lnTo>
                    <a:pt x="317" y="3821"/>
                  </a:lnTo>
                  <a:lnTo>
                    <a:pt x="353" y="384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5731" name="Freeform 33"/>
            <p:cNvSpPr>
              <a:spLocks/>
            </p:cNvSpPr>
            <p:nvPr/>
          </p:nvSpPr>
          <p:spPr bwMode="auto">
            <a:xfrm>
              <a:off x="943" y="2210"/>
              <a:ext cx="276" cy="187"/>
            </a:xfrm>
            <a:custGeom>
              <a:avLst/>
              <a:gdLst>
                <a:gd name="T0" fmla="*/ 11 w 1380"/>
                <a:gd name="T1" fmla="*/ 7 h 937"/>
                <a:gd name="T2" fmla="*/ 11 w 1380"/>
                <a:gd name="T3" fmla="*/ 7 h 937"/>
                <a:gd name="T4" fmla="*/ 0 w 1380"/>
                <a:gd name="T5" fmla="*/ 0 h 937"/>
                <a:gd name="T6" fmla="*/ 0 w 1380"/>
                <a:gd name="T7" fmla="*/ 1 h 937"/>
                <a:gd name="T8" fmla="*/ 10 w 1380"/>
                <a:gd name="T9" fmla="*/ 7 h 937"/>
                <a:gd name="T10" fmla="*/ 10 w 1380"/>
                <a:gd name="T11" fmla="*/ 7 h 937"/>
                <a:gd name="T12" fmla="*/ 10 w 1380"/>
                <a:gd name="T13" fmla="*/ 7 h 937"/>
                <a:gd name="T14" fmla="*/ 11 w 1380"/>
                <a:gd name="T15" fmla="*/ 7 h 937"/>
                <a:gd name="T16" fmla="*/ 11 w 1380"/>
                <a:gd name="T17" fmla="*/ 7 h 937"/>
                <a:gd name="T18" fmla="*/ 11 w 1380"/>
                <a:gd name="T19" fmla="*/ 7 h 937"/>
                <a:gd name="T20" fmla="*/ 11 w 1380"/>
                <a:gd name="T21" fmla="*/ 7 h 937"/>
                <a:gd name="T22" fmla="*/ 11 w 1380"/>
                <a:gd name="T23" fmla="*/ 7 h 937"/>
                <a:gd name="T24" fmla="*/ 11 w 1380"/>
                <a:gd name="T25" fmla="*/ 7 h 937"/>
                <a:gd name="T26" fmla="*/ 11 w 1380"/>
                <a:gd name="T27" fmla="*/ 7 h 937"/>
                <a:gd name="T28" fmla="*/ 11 w 1380"/>
                <a:gd name="T29" fmla="*/ 7 h 937"/>
                <a:gd name="T30" fmla="*/ 11 w 1380"/>
                <a:gd name="T31" fmla="*/ 7 h 93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80"/>
                <a:gd name="T49" fmla="*/ 0 h 937"/>
                <a:gd name="T50" fmla="*/ 1380 w 1380"/>
                <a:gd name="T51" fmla="*/ 937 h 93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80" h="937">
                  <a:moveTo>
                    <a:pt x="1354" y="848"/>
                  </a:moveTo>
                  <a:lnTo>
                    <a:pt x="1359" y="851"/>
                  </a:lnTo>
                  <a:lnTo>
                    <a:pt x="51" y="0"/>
                  </a:lnTo>
                  <a:lnTo>
                    <a:pt x="0" y="78"/>
                  </a:lnTo>
                  <a:lnTo>
                    <a:pt x="1307" y="929"/>
                  </a:lnTo>
                  <a:lnTo>
                    <a:pt x="1312" y="932"/>
                  </a:lnTo>
                  <a:lnTo>
                    <a:pt x="1307" y="929"/>
                  </a:lnTo>
                  <a:lnTo>
                    <a:pt x="1326" y="937"/>
                  </a:lnTo>
                  <a:lnTo>
                    <a:pt x="1345" y="936"/>
                  </a:lnTo>
                  <a:lnTo>
                    <a:pt x="1360" y="929"/>
                  </a:lnTo>
                  <a:lnTo>
                    <a:pt x="1372" y="916"/>
                  </a:lnTo>
                  <a:lnTo>
                    <a:pt x="1379" y="899"/>
                  </a:lnTo>
                  <a:lnTo>
                    <a:pt x="1380" y="883"/>
                  </a:lnTo>
                  <a:lnTo>
                    <a:pt x="1374" y="865"/>
                  </a:lnTo>
                  <a:lnTo>
                    <a:pt x="1359" y="851"/>
                  </a:lnTo>
                  <a:lnTo>
                    <a:pt x="1354" y="84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5732" name="Freeform 34"/>
            <p:cNvSpPr>
              <a:spLocks/>
            </p:cNvSpPr>
            <p:nvPr/>
          </p:nvSpPr>
          <p:spPr bwMode="auto">
            <a:xfrm>
              <a:off x="1206" y="2379"/>
              <a:ext cx="140" cy="32"/>
            </a:xfrm>
            <a:custGeom>
              <a:avLst/>
              <a:gdLst>
                <a:gd name="T0" fmla="*/ 5 w 703"/>
                <a:gd name="T1" fmla="*/ 0 h 162"/>
                <a:gd name="T2" fmla="*/ 5 w 703"/>
                <a:gd name="T3" fmla="*/ 0 h 162"/>
                <a:gd name="T4" fmla="*/ 5 w 703"/>
                <a:gd name="T5" fmla="*/ 0 h 162"/>
                <a:gd name="T6" fmla="*/ 5 w 703"/>
                <a:gd name="T7" fmla="*/ 0 h 162"/>
                <a:gd name="T8" fmla="*/ 4 w 703"/>
                <a:gd name="T9" fmla="*/ 0 h 162"/>
                <a:gd name="T10" fmla="*/ 4 w 703"/>
                <a:gd name="T11" fmla="*/ 0 h 162"/>
                <a:gd name="T12" fmla="*/ 4 w 703"/>
                <a:gd name="T13" fmla="*/ 0 h 162"/>
                <a:gd name="T14" fmla="*/ 3 w 703"/>
                <a:gd name="T15" fmla="*/ 1 h 162"/>
                <a:gd name="T16" fmla="*/ 3 w 703"/>
                <a:gd name="T17" fmla="*/ 1 h 162"/>
                <a:gd name="T18" fmla="*/ 3 w 703"/>
                <a:gd name="T19" fmla="*/ 1 h 162"/>
                <a:gd name="T20" fmla="*/ 2 w 703"/>
                <a:gd name="T21" fmla="*/ 1 h 162"/>
                <a:gd name="T22" fmla="*/ 2 w 703"/>
                <a:gd name="T23" fmla="*/ 1 h 162"/>
                <a:gd name="T24" fmla="*/ 2 w 703"/>
                <a:gd name="T25" fmla="*/ 0 h 162"/>
                <a:gd name="T26" fmla="*/ 1 w 703"/>
                <a:gd name="T27" fmla="*/ 0 h 162"/>
                <a:gd name="T28" fmla="*/ 1 w 703"/>
                <a:gd name="T29" fmla="*/ 0 h 162"/>
                <a:gd name="T30" fmla="*/ 1 w 703"/>
                <a:gd name="T31" fmla="*/ 0 h 162"/>
                <a:gd name="T32" fmla="*/ 1 w 703"/>
                <a:gd name="T33" fmla="*/ 0 h 162"/>
                <a:gd name="T34" fmla="*/ 0 w 703"/>
                <a:gd name="T35" fmla="*/ 0 h 162"/>
                <a:gd name="T36" fmla="*/ 0 w 703"/>
                <a:gd name="T37" fmla="*/ 1 h 162"/>
                <a:gd name="T38" fmla="*/ 0 w 703"/>
                <a:gd name="T39" fmla="*/ 1 h 162"/>
                <a:gd name="T40" fmla="*/ 1 w 703"/>
                <a:gd name="T41" fmla="*/ 1 h 162"/>
                <a:gd name="T42" fmla="*/ 1 w 703"/>
                <a:gd name="T43" fmla="*/ 1 h 162"/>
                <a:gd name="T44" fmla="*/ 1 w 703"/>
                <a:gd name="T45" fmla="*/ 1 h 162"/>
                <a:gd name="T46" fmla="*/ 2 w 703"/>
                <a:gd name="T47" fmla="*/ 1 h 162"/>
                <a:gd name="T48" fmla="*/ 2 w 703"/>
                <a:gd name="T49" fmla="*/ 1 h 162"/>
                <a:gd name="T50" fmla="*/ 2 w 703"/>
                <a:gd name="T51" fmla="*/ 1 h 162"/>
                <a:gd name="T52" fmla="*/ 3 w 703"/>
                <a:gd name="T53" fmla="*/ 1 h 162"/>
                <a:gd name="T54" fmla="*/ 3 w 703"/>
                <a:gd name="T55" fmla="*/ 1 h 162"/>
                <a:gd name="T56" fmla="*/ 3 w 703"/>
                <a:gd name="T57" fmla="*/ 1 h 162"/>
                <a:gd name="T58" fmla="*/ 4 w 703"/>
                <a:gd name="T59" fmla="*/ 1 h 162"/>
                <a:gd name="T60" fmla="*/ 4 w 703"/>
                <a:gd name="T61" fmla="*/ 1 h 162"/>
                <a:gd name="T62" fmla="*/ 5 w 703"/>
                <a:gd name="T63" fmla="*/ 1 h 162"/>
                <a:gd name="T64" fmla="*/ 5 w 703"/>
                <a:gd name="T65" fmla="*/ 1 h 162"/>
                <a:gd name="T66" fmla="*/ 5 w 703"/>
                <a:gd name="T67" fmla="*/ 1 h 162"/>
                <a:gd name="T68" fmla="*/ 5 w 703"/>
                <a:gd name="T69" fmla="*/ 1 h 162"/>
                <a:gd name="T70" fmla="*/ 5 w 703"/>
                <a:gd name="T71" fmla="*/ 1 h 162"/>
                <a:gd name="T72" fmla="*/ 5 w 703"/>
                <a:gd name="T73" fmla="*/ 1 h 162"/>
                <a:gd name="T74" fmla="*/ 5 w 703"/>
                <a:gd name="T75" fmla="*/ 1 h 162"/>
                <a:gd name="T76" fmla="*/ 6 w 703"/>
                <a:gd name="T77" fmla="*/ 0 h 162"/>
                <a:gd name="T78" fmla="*/ 6 w 703"/>
                <a:gd name="T79" fmla="*/ 0 h 162"/>
                <a:gd name="T80" fmla="*/ 6 w 703"/>
                <a:gd name="T81" fmla="*/ 0 h 162"/>
                <a:gd name="T82" fmla="*/ 5 w 703"/>
                <a:gd name="T83" fmla="*/ 0 h 162"/>
                <a:gd name="T84" fmla="*/ 5 w 703"/>
                <a:gd name="T85" fmla="*/ 0 h 162"/>
                <a:gd name="T86" fmla="*/ 5 w 703"/>
                <a:gd name="T87" fmla="*/ 0 h 162"/>
                <a:gd name="T88" fmla="*/ 5 w 703"/>
                <a:gd name="T89" fmla="*/ 0 h 162"/>
                <a:gd name="T90" fmla="*/ 5 w 703"/>
                <a:gd name="T91" fmla="*/ 0 h 162"/>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703"/>
                <a:gd name="T139" fmla="*/ 0 h 162"/>
                <a:gd name="T140" fmla="*/ 703 w 703"/>
                <a:gd name="T141" fmla="*/ 162 h 162"/>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703" h="162">
                  <a:moveTo>
                    <a:pt x="631" y="8"/>
                  </a:moveTo>
                  <a:lnTo>
                    <a:pt x="636" y="6"/>
                  </a:lnTo>
                  <a:lnTo>
                    <a:pt x="606" y="20"/>
                  </a:lnTo>
                  <a:lnTo>
                    <a:pt x="575" y="32"/>
                  </a:lnTo>
                  <a:lnTo>
                    <a:pt x="540" y="42"/>
                  </a:lnTo>
                  <a:lnTo>
                    <a:pt x="504" y="52"/>
                  </a:lnTo>
                  <a:lnTo>
                    <a:pt x="467" y="59"/>
                  </a:lnTo>
                  <a:lnTo>
                    <a:pt x="428" y="64"/>
                  </a:lnTo>
                  <a:lnTo>
                    <a:pt x="389" y="67"/>
                  </a:lnTo>
                  <a:lnTo>
                    <a:pt x="348" y="68"/>
                  </a:lnTo>
                  <a:lnTo>
                    <a:pt x="308" y="68"/>
                  </a:lnTo>
                  <a:lnTo>
                    <a:pt x="267" y="65"/>
                  </a:lnTo>
                  <a:lnTo>
                    <a:pt x="226" y="61"/>
                  </a:lnTo>
                  <a:lnTo>
                    <a:pt x="187" y="54"/>
                  </a:lnTo>
                  <a:lnTo>
                    <a:pt x="148" y="44"/>
                  </a:lnTo>
                  <a:lnTo>
                    <a:pt x="110" y="33"/>
                  </a:lnTo>
                  <a:lnTo>
                    <a:pt x="75" y="20"/>
                  </a:lnTo>
                  <a:lnTo>
                    <a:pt x="42" y="5"/>
                  </a:lnTo>
                  <a:lnTo>
                    <a:pt x="0" y="89"/>
                  </a:lnTo>
                  <a:lnTo>
                    <a:pt x="40" y="107"/>
                  </a:lnTo>
                  <a:lnTo>
                    <a:pt x="82" y="122"/>
                  </a:lnTo>
                  <a:lnTo>
                    <a:pt x="124" y="135"/>
                  </a:lnTo>
                  <a:lnTo>
                    <a:pt x="169" y="146"/>
                  </a:lnTo>
                  <a:lnTo>
                    <a:pt x="214" y="153"/>
                  </a:lnTo>
                  <a:lnTo>
                    <a:pt x="258" y="158"/>
                  </a:lnTo>
                  <a:lnTo>
                    <a:pt x="303" y="162"/>
                  </a:lnTo>
                  <a:lnTo>
                    <a:pt x="348" y="162"/>
                  </a:lnTo>
                  <a:lnTo>
                    <a:pt x="394" y="161"/>
                  </a:lnTo>
                  <a:lnTo>
                    <a:pt x="439" y="157"/>
                  </a:lnTo>
                  <a:lnTo>
                    <a:pt x="481" y="150"/>
                  </a:lnTo>
                  <a:lnTo>
                    <a:pt x="525" y="143"/>
                  </a:lnTo>
                  <a:lnTo>
                    <a:pt x="566" y="132"/>
                  </a:lnTo>
                  <a:lnTo>
                    <a:pt x="606" y="121"/>
                  </a:lnTo>
                  <a:lnTo>
                    <a:pt x="643" y="105"/>
                  </a:lnTo>
                  <a:lnTo>
                    <a:pt x="678" y="88"/>
                  </a:lnTo>
                  <a:lnTo>
                    <a:pt x="683" y="86"/>
                  </a:lnTo>
                  <a:lnTo>
                    <a:pt x="678" y="88"/>
                  </a:lnTo>
                  <a:lnTo>
                    <a:pt x="695" y="75"/>
                  </a:lnTo>
                  <a:lnTo>
                    <a:pt x="702" y="60"/>
                  </a:lnTo>
                  <a:lnTo>
                    <a:pt x="703" y="42"/>
                  </a:lnTo>
                  <a:lnTo>
                    <a:pt x="698" y="26"/>
                  </a:lnTo>
                  <a:lnTo>
                    <a:pt x="688" y="12"/>
                  </a:lnTo>
                  <a:lnTo>
                    <a:pt x="674" y="3"/>
                  </a:lnTo>
                  <a:lnTo>
                    <a:pt x="656" y="0"/>
                  </a:lnTo>
                  <a:lnTo>
                    <a:pt x="636" y="6"/>
                  </a:lnTo>
                  <a:lnTo>
                    <a:pt x="631"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5733" name="Freeform 35"/>
            <p:cNvSpPr>
              <a:spLocks/>
            </p:cNvSpPr>
            <p:nvPr/>
          </p:nvSpPr>
          <p:spPr bwMode="auto">
            <a:xfrm>
              <a:off x="1332" y="2204"/>
              <a:ext cx="283" cy="192"/>
            </a:xfrm>
            <a:custGeom>
              <a:avLst/>
              <a:gdLst>
                <a:gd name="T0" fmla="*/ 11 w 1415"/>
                <a:gd name="T1" fmla="*/ 0 h 960"/>
                <a:gd name="T2" fmla="*/ 11 w 1415"/>
                <a:gd name="T3" fmla="*/ 0 h 960"/>
                <a:gd name="T4" fmla="*/ 0 w 1415"/>
                <a:gd name="T5" fmla="*/ 7 h 960"/>
                <a:gd name="T6" fmla="*/ 0 w 1415"/>
                <a:gd name="T7" fmla="*/ 8 h 960"/>
                <a:gd name="T8" fmla="*/ 11 w 1415"/>
                <a:gd name="T9" fmla="*/ 1 h 960"/>
                <a:gd name="T10" fmla="*/ 11 w 1415"/>
                <a:gd name="T11" fmla="*/ 1 h 960"/>
                <a:gd name="T12" fmla="*/ 11 w 1415"/>
                <a:gd name="T13" fmla="*/ 1 h 960"/>
                <a:gd name="T14" fmla="*/ 11 w 1415"/>
                <a:gd name="T15" fmla="*/ 1 h 960"/>
                <a:gd name="T16" fmla="*/ 11 w 1415"/>
                <a:gd name="T17" fmla="*/ 0 h 960"/>
                <a:gd name="T18" fmla="*/ 11 w 1415"/>
                <a:gd name="T19" fmla="*/ 0 h 960"/>
                <a:gd name="T20" fmla="*/ 11 w 1415"/>
                <a:gd name="T21" fmla="*/ 0 h 960"/>
                <a:gd name="T22" fmla="*/ 11 w 1415"/>
                <a:gd name="T23" fmla="*/ 0 h 960"/>
                <a:gd name="T24" fmla="*/ 11 w 1415"/>
                <a:gd name="T25" fmla="*/ 0 h 960"/>
                <a:gd name="T26" fmla="*/ 11 w 1415"/>
                <a:gd name="T27" fmla="*/ 0 h 960"/>
                <a:gd name="T28" fmla="*/ 11 w 1415"/>
                <a:gd name="T29" fmla="*/ 0 h 960"/>
                <a:gd name="T30" fmla="*/ 11 w 1415"/>
                <a:gd name="T31" fmla="*/ 0 h 96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15"/>
                <a:gd name="T49" fmla="*/ 0 h 960"/>
                <a:gd name="T50" fmla="*/ 1415 w 1415"/>
                <a:gd name="T51" fmla="*/ 960 h 96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15" h="960">
                  <a:moveTo>
                    <a:pt x="1338" y="10"/>
                  </a:moveTo>
                  <a:lnTo>
                    <a:pt x="1342" y="8"/>
                  </a:lnTo>
                  <a:lnTo>
                    <a:pt x="0" y="882"/>
                  </a:lnTo>
                  <a:lnTo>
                    <a:pt x="52" y="960"/>
                  </a:lnTo>
                  <a:lnTo>
                    <a:pt x="1393" y="85"/>
                  </a:lnTo>
                  <a:lnTo>
                    <a:pt x="1397" y="83"/>
                  </a:lnTo>
                  <a:lnTo>
                    <a:pt x="1393" y="85"/>
                  </a:lnTo>
                  <a:lnTo>
                    <a:pt x="1409" y="71"/>
                  </a:lnTo>
                  <a:lnTo>
                    <a:pt x="1415" y="53"/>
                  </a:lnTo>
                  <a:lnTo>
                    <a:pt x="1413" y="37"/>
                  </a:lnTo>
                  <a:lnTo>
                    <a:pt x="1406" y="21"/>
                  </a:lnTo>
                  <a:lnTo>
                    <a:pt x="1395" y="8"/>
                  </a:lnTo>
                  <a:lnTo>
                    <a:pt x="1379" y="1"/>
                  </a:lnTo>
                  <a:lnTo>
                    <a:pt x="1361" y="0"/>
                  </a:lnTo>
                  <a:lnTo>
                    <a:pt x="1342" y="8"/>
                  </a:lnTo>
                  <a:lnTo>
                    <a:pt x="1338" y="1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5734" name="Freeform 36"/>
            <p:cNvSpPr>
              <a:spLocks/>
            </p:cNvSpPr>
            <p:nvPr/>
          </p:nvSpPr>
          <p:spPr bwMode="auto">
            <a:xfrm>
              <a:off x="1599" y="2057"/>
              <a:ext cx="80" cy="163"/>
            </a:xfrm>
            <a:custGeom>
              <a:avLst/>
              <a:gdLst>
                <a:gd name="T0" fmla="*/ 2 w 398"/>
                <a:gd name="T1" fmla="*/ 0 h 817"/>
                <a:gd name="T2" fmla="*/ 2 w 398"/>
                <a:gd name="T3" fmla="*/ 0 h 817"/>
                <a:gd name="T4" fmla="*/ 2 w 398"/>
                <a:gd name="T5" fmla="*/ 1 h 817"/>
                <a:gd name="T6" fmla="*/ 2 w 398"/>
                <a:gd name="T7" fmla="*/ 1 h 817"/>
                <a:gd name="T8" fmla="*/ 2 w 398"/>
                <a:gd name="T9" fmla="*/ 2 h 817"/>
                <a:gd name="T10" fmla="*/ 2 w 398"/>
                <a:gd name="T11" fmla="*/ 2 h 817"/>
                <a:gd name="T12" fmla="*/ 2 w 398"/>
                <a:gd name="T13" fmla="*/ 2 h 817"/>
                <a:gd name="T14" fmla="*/ 2 w 398"/>
                <a:gd name="T15" fmla="*/ 3 h 817"/>
                <a:gd name="T16" fmla="*/ 2 w 398"/>
                <a:gd name="T17" fmla="*/ 3 h 817"/>
                <a:gd name="T18" fmla="*/ 2 w 398"/>
                <a:gd name="T19" fmla="*/ 4 h 817"/>
                <a:gd name="T20" fmla="*/ 2 w 398"/>
                <a:gd name="T21" fmla="*/ 4 h 817"/>
                <a:gd name="T22" fmla="*/ 1 w 398"/>
                <a:gd name="T23" fmla="*/ 4 h 817"/>
                <a:gd name="T24" fmla="*/ 1 w 398"/>
                <a:gd name="T25" fmla="*/ 5 h 817"/>
                <a:gd name="T26" fmla="*/ 1 w 398"/>
                <a:gd name="T27" fmla="*/ 5 h 817"/>
                <a:gd name="T28" fmla="*/ 1 w 398"/>
                <a:gd name="T29" fmla="*/ 5 h 817"/>
                <a:gd name="T30" fmla="*/ 1 w 398"/>
                <a:gd name="T31" fmla="*/ 5 h 817"/>
                <a:gd name="T32" fmla="*/ 0 w 398"/>
                <a:gd name="T33" fmla="*/ 6 h 817"/>
                <a:gd name="T34" fmla="*/ 0 w 398"/>
                <a:gd name="T35" fmla="*/ 6 h 817"/>
                <a:gd name="T36" fmla="*/ 0 w 398"/>
                <a:gd name="T37" fmla="*/ 7 h 817"/>
                <a:gd name="T38" fmla="*/ 1 w 398"/>
                <a:gd name="T39" fmla="*/ 6 h 817"/>
                <a:gd name="T40" fmla="*/ 1 w 398"/>
                <a:gd name="T41" fmla="*/ 6 h 817"/>
                <a:gd name="T42" fmla="*/ 1 w 398"/>
                <a:gd name="T43" fmla="*/ 6 h 817"/>
                <a:gd name="T44" fmla="*/ 2 w 398"/>
                <a:gd name="T45" fmla="*/ 5 h 817"/>
                <a:gd name="T46" fmla="*/ 2 w 398"/>
                <a:gd name="T47" fmla="*/ 5 h 817"/>
                <a:gd name="T48" fmla="*/ 2 w 398"/>
                <a:gd name="T49" fmla="*/ 5 h 817"/>
                <a:gd name="T50" fmla="*/ 2 w 398"/>
                <a:gd name="T51" fmla="*/ 4 h 817"/>
                <a:gd name="T52" fmla="*/ 2 w 398"/>
                <a:gd name="T53" fmla="*/ 4 h 817"/>
                <a:gd name="T54" fmla="*/ 3 w 398"/>
                <a:gd name="T55" fmla="*/ 3 h 817"/>
                <a:gd name="T56" fmla="*/ 3 w 398"/>
                <a:gd name="T57" fmla="*/ 3 h 817"/>
                <a:gd name="T58" fmla="*/ 3 w 398"/>
                <a:gd name="T59" fmla="*/ 3 h 817"/>
                <a:gd name="T60" fmla="*/ 3 w 398"/>
                <a:gd name="T61" fmla="*/ 2 h 817"/>
                <a:gd name="T62" fmla="*/ 3 w 398"/>
                <a:gd name="T63" fmla="*/ 2 h 817"/>
                <a:gd name="T64" fmla="*/ 3 w 398"/>
                <a:gd name="T65" fmla="*/ 1 h 817"/>
                <a:gd name="T66" fmla="*/ 3 w 398"/>
                <a:gd name="T67" fmla="*/ 1 h 817"/>
                <a:gd name="T68" fmla="*/ 3 w 398"/>
                <a:gd name="T69" fmla="*/ 0 h 817"/>
                <a:gd name="T70" fmla="*/ 3 w 398"/>
                <a:gd name="T71" fmla="*/ 0 h 817"/>
                <a:gd name="T72" fmla="*/ 3 w 398"/>
                <a:gd name="T73" fmla="*/ 0 h 817"/>
                <a:gd name="T74" fmla="*/ 3 w 398"/>
                <a:gd name="T75" fmla="*/ 0 h 817"/>
                <a:gd name="T76" fmla="*/ 3 w 398"/>
                <a:gd name="T77" fmla="*/ 0 h 817"/>
                <a:gd name="T78" fmla="*/ 3 w 398"/>
                <a:gd name="T79" fmla="*/ 0 h 817"/>
                <a:gd name="T80" fmla="*/ 3 w 398"/>
                <a:gd name="T81" fmla="*/ 0 h 817"/>
                <a:gd name="T82" fmla="*/ 3 w 398"/>
                <a:gd name="T83" fmla="*/ 0 h 817"/>
                <a:gd name="T84" fmla="*/ 3 w 398"/>
                <a:gd name="T85" fmla="*/ 0 h 817"/>
                <a:gd name="T86" fmla="*/ 2 w 398"/>
                <a:gd name="T87" fmla="*/ 0 h 817"/>
                <a:gd name="T88" fmla="*/ 2 w 398"/>
                <a:gd name="T89" fmla="*/ 0 h 817"/>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398"/>
                <a:gd name="T136" fmla="*/ 0 h 817"/>
                <a:gd name="T137" fmla="*/ 398 w 398"/>
                <a:gd name="T138" fmla="*/ 817 h 817"/>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398" h="817">
                  <a:moveTo>
                    <a:pt x="304" y="47"/>
                  </a:moveTo>
                  <a:lnTo>
                    <a:pt x="304" y="47"/>
                  </a:lnTo>
                  <a:lnTo>
                    <a:pt x="301" y="97"/>
                  </a:lnTo>
                  <a:lnTo>
                    <a:pt x="297" y="147"/>
                  </a:lnTo>
                  <a:lnTo>
                    <a:pt x="291" y="198"/>
                  </a:lnTo>
                  <a:lnTo>
                    <a:pt x="280" y="247"/>
                  </a:lnTo>
                  <a:lnTo>
                    <a:pt x="268" y="297"/>
                  </a:lnTo>
                  <a:lnTo>
                    <a:pt x="253" y="347"/>
                  </a:lnTo>
                  <a:lnTo>
                    <a:pt x="236" y="395"/>
                  </a:lnTo>
                  <a:lnTo>
                    <a:pt x="217" y="442"/>
                  </a:lnTo>
                  <a:lnTo>
                    <a:pt x="195" y="487"/>
                  </a:lnTo>
                  <a:lnTo>
                    <a:pt x="171" y="532"/>
                  </a:lnTo>
                  <a:lnTo>
                    <a:pt x="147" y="574"/>
                  </a:lnTo>
                  <a:lnTo>
                    <a:pt x="121" y="613"/>
                  </a:lnTo>
                  <a:lnTo>
                    <a:pt x="93" y="650"/>
                  </a:lnTo>
                  <a:lnTo>
                    <a:pt x="64" y="684"/>
                  </a:lnTo>
                  <a:lnTo>
                    <a:pt x="32" y="716"/>
                  </a:lnTo>
                  <a:lnTo>
                    <a:pt x="0" y="744"/>
                  </a:lnTo>
                  <a:lnTo>
                    <a:pt x="59" y="817"/>
                  </a:lnTo>
                  <a:lnTo>
                    <a:pt x="95" y="784"/>
                  </a:lnTo>
                  <a:lnTo>
                    <a:pt x="132" y="748"/>
                  </a:lnTo>
                  <a:lnTo>
                    <a:pt x="166" y="709"/>
                  </a:lnTo>
                  <a:lnTo>
                    <a:pt x="196" y="667"/>
                  </a:lnTo>
                  <a:lnTo>
                    <a:pt x="227" y="623"/>
                  </a:lnTo>
                  <a:lnTo>
                    <a:pt x="253" y="576"/>
                  </a:lnTo>
                  <a:lnTo>
                    <a:pt x="279" y="530"/>
                  </a:lnTo>
                  <a:lnTo>
                    <a:pt x="301" y="479"/>
                  </a:lnTo>
                  <a:lnTo>
                    <a:pt x="323" y="428"/>
                  </a:lnTo>
                  <a:lnTo>
                    <a:pt x="342" y="375"/>
                  </a:lnTo>
                  <a:lnTo>
                    <a:pt x="359" y="321"/>
                  </a:lnTo>
                  <a:lnTo>
                    <a:pt x="372" y="268"/>
                  </a:lnTo>
                  <a:lnTo>
                    <a:pt x="382" y="212"/>
                  </a:lnTo>
                  <a:lnTo>
                    <a:pt x="391" y="157"/>
                  </a:lnTo>
                  <a:lnTo>
                    <a:pt x="395" y="102"/>
                  </a:lnTo>
                  <a:lnTo>
                    <a:pt x="398" y="47"/>
                  </a:lnTo>
                  <a:lnTo>
                    <a:pt x="394" y="27"/>
                  </a:lnTo>
                  <a:lnTo>
                    <a:pt x="383" y="11"/>
                  </a:lnTo>
                  <a:lnTo>
                    <a:pt x="368" y="3"/>
                  </a:lnTo>
                  <a:lnTo>
                    <a:pt x="351" y="0"/>
                  </a:lnTo>
                  <a:lnTo>
                    <a:pt x="333" y="3"/>
                  </a:lnTo>
                  <a:lnTo>
                    <a:pt x="319" y="11"/>
                  </a:lnTo>
                  <a:lnTo>
                    <a:pt x="307" y="27"/>
                  </a:lnTo>
                  <a:lnTo>
                    <a:pt x="304" y="4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5735" name="Freeform 37"/>
            <p:cNvSpPr>
              <a:spLocks/>
            </p:cNvSpPr>
            <p:nvPr/>
          </p:nvSpPr>
          <p:spPr bwMode="auto">
            <a:xfrm>
              <a:off x="1660" y="1701"/>
              <a:ext cx="19" cy="365"/>
            </a:xfrm>
            <a:custGeom>
              <a:avLst/>
              <a:gdLst>
                <a:gd name="T0" fmla="*/ 0 w 95"/>
                <a:gd name="T1" fmla="*/ 0 h 1826"/>
                <a:gd name="T2" fmla="*/ 0 w 95"/>
                <a:gd name="T3" fmla="*/ 0 h 1826"/>
                <a:gd name="T4" fmla="*/ 0 w 95"/>
                <a:gd name="T5" fmla="*/ 15 h 1826"/>
                <a:gd name="T6" fmla="*/ 1 w 95"/>
                <a:gd name="T7" fmla="*/ 15 h 1826"/>
                <a:gd name="T8" fmla="*/ 1 w 95"/>
                <a:gd name="T9" fmla="*/ 0 h 1826"/>
                <a:gd name="T10" fmla="*/ 1 w 95"/>
                <a:gd name="T11" fmla="*/ 0 h 1826"/>
                <a:gd name="T12" fmla="*/ 1 w 95"/>
                <a:gd name="T13" fmla="*/ 0 h 1826"/>
                <a:gd name="T14" fmla="*/ 1 w 95"/>
                <a:gd name="T15" fmla="*/ 0 h 1826"/>
                <a:gd name="T16" fmla="*/ 1 w 95"/>
                <a:gd name="T17" fmla="*/ 0 h 1826"/>
                <a:gd name="T18" fmla="*/ 1 w 95"/>
                <a:gd name="T19" fmla="*/ 0 h 1826"/>
                <a:gd name="T20" fmla="*/ 0 w 95"/>
                <a:gd name="T21" fmla="*/ 0 h 1826"/>
                <a:gd name="T22" fmla="*/ 0 w 95"/>
                <a:gd name="T23" fmla="*/ 0 h 1826"/>
                <a:gd name="T24" fmla="*/ 0 w 95"/>
                <a:gd name="T25" fmla="*/ 0 h 1826"/>
                <a:gd name="T26" fmla="*/ 0 w 95"/>
                <a:gd name="T27" fmla="*/ 0 h 1826"/>
                <a:gd name="T28" fmla="*/ 0 w 95"/>
                <a:gd name="T29" fmla="*/ 0 h 1826"/>
                <a:gd name="T30" fmla="*/ 0 w 95"/>
                <a:gd name="T31" fmla="*/ 0 h 182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95"/>
                <a:gd name="T49" fmla="*/ 0 h 1826"/>
                <a:gd name="T50" fmla="*/ 95 w 95"/>
                <a:gd name="T51" fmla="*/ 1826 h 182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95" h="1826">
                  <a:moveTo>
                    <a:pt x="0" y="49"/>
                  </a:moveTo>
                  <a:lnTo>
                    <a:pt x="0" y="47"/>
                  </a:lnTo>
                  <a:lnTo>
                    <a:pt x="1" y="1826"/>
                  </a:lnTo>
                  <a:lnTo>
                    <a:pt x="95" y="1826"/>
                  </a:lnTo>
                  <a:lnTo>
                    <a:pt x="93" y="47"/>
                  </a:lnTo>
                  <a:lnTo>
                    <a:pt x="93" y="45"/>
                  </a:lnTo>
                  <a:lnTo>
                    <a:pt x="93" y="47"/>
                  </a:lnTo>
                  <a:lnTo>
                    <a:pt x="90" y="27"/>
                  </a:lnTo>
                  <a:lnTo>
                    <a:pt x="79" y="12"/>
                  </a:lnTo>
                  <a:lnTo>
                    <a:pt x="64" y="4"/>
                  </a:lnTo>
                  <a:lnTo>
                    <a:pt x="47" y="0"/>
                  </a:lnTo>
                  <a:lnTo>
                    <a:pt x="29" y="4"/>
                  </a:lnTo>
                  <a:lnTo>
                    <a:pt x="15" y="12"/>
                  </a:lnTo>
                  <a:lnTo>
                    <a:pt x="3" y="27"/>
                  </a:lnTo>
                  <a:lnTo>
                    <a:pt x="0" y="47"/>
                  </a:lnTo>
                  <a:lnTo>
                    <a:pt x="0" y="4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5736" name="Freeform 38"/>
            <p:cNvSpPr>
              <a:spLocks/>
            </p:cNvSpPr>
            <p:nvPr/>
          </p:nvSpPr>
          <p:spPr bwMode="auto">
            <a:xfrm>
              <a:off x="1598" y="1598"/>
              <a:ext cx="81" cy="113"/>
            </a:xfrm>
            <a:custGeom>
              <a:avLst/>
              <a:gdLst>
                <a:gd name="T0" fmla="*/ 0 w 401"/>
                <a:gd name="T1" fmla="*/ 1 h 566"/>
                <a:gd name="T2" fmla="*/ 0 w 401"/>
                <a:gd name="T3" fmla="*/ 1 h 566"/>
                <a:gd name="T4" fmla="*/ 0 w 401"/>
                <a:gd name="T5" fmla="*/ 1 h 566"/>
                <a:gd name="T6" fmla="*/ 1 w 401"/>
                <a:gd name="T7" fmla="*/ 1 h 566"/>
                <a:gd name="T8" fmla="*/ 1 w 401"/>
                <a:gd name="T9" fmla="*/ 1 h 566"/>
                <a:gd name="T10" fmla="*/ 1 w 401"/>
                <a:gd name="T11" fmla="*/ 1 h 566"/>
                <a:gd name="T12" fmla="*/ 1 w 401"/>
                <a:gd name="T13" fmla="*/ 2 h 566"/>
                <a:gd name="T14" fmla="*/ 1 w 401"/>
                <a:gd name="T15" fmla="*/ 2 h 566"/>
                <a:gd name="T16" fmla="*/ 2 w 401"/>
                <a:gd name="T17" fmla="*/ 2 h 566"/>
                <a:gd name="T18" fmla="*/ 2 w 401"/>
                <a:gd name="T19" fmla="*/ 2 h 566"/>
                <a:gd name="T20" fmla="*/ 2 w 401"/>
                <a:gd name="T21" fmla="*/ 2 h 566"/>
                <a:gd name="T22" fmla="*/ 2 w 401"/>
                <a:gd name="T23" fmla="*/ 3 h 566"/>
                <a:gd name="T24" fmla="*/ 2 w 401"/>
                <a:gd name="T25" fmla="*/ 3 h 566"/>
                <a:gd name="T26" fmla="*/ 2 w 401"/>
                <a:gd name="T27" fmla="*/ 3 h 566"/>
                <a:gd name="T28" fmla="*/ 2 w 401"/>
                <a:gd name="T29" fmla="*/ 4 h 566"/>
                <a:gd name="T30" fmla="*/ 2 w 401"/>
                <a:gd name="T31" fmla="*/ 4 h 566"/>
                <a:gd name="T32" fmla="*/ 2 w 401"/>
                <a:gd name="T33" fmla="*/ 4 h 566"/>
                <a:gd name="T34" fmla="*/ 3 w 401"/>
                <a:gd name="T35" fmla="*/ 5 h 566"/>
                <a:gd name="T36" fmla="*/ 3 w 401"/>
                <a:gd name="T37" fmla="*/ 4 h 566"/>
                <a:gd name="T38" fmla="*/ 3 w 401"/>
                <a:gd name="T39" fmla="*/ 4 h 566"/>
                <a:gd name="T40" fmla="*/ 3 w 401"/>
                <a:gd name="T41" fmla="*/ 4 h 566"/>
                <a:gd name="T42" fmla="*/ 3 w 401"/>
                <a:gd name="T43" fmla="*/ 3 h 566"/>
                <a:gd name="T44" fmla="*/ 3 w 401"/>
                <a:gd name="T45" fmla="*/ 3 h 566"/>
                <a:gd name="T46" fmla="*/ 3 w 401"/>
                <a:gd name="T47" fmla="*/ 3 h 566"/>
                <a:gd name="T48" fmla="*/ 3 w 401"/>
                <a:gd name="T49" fmla="*/ 2 h 566"/>
                <a:gd name="T50" fmla="*/ 3 w 401"/>
                <a:gd name="T51" fmla="*/ 2 h 566"/>
                <a:gd name="T52" fmla="*/ 2 w 401"/>
                <a:gd name="T53" fmla="*/ 2 h 566"/>
                <a:gd name="T54" fmla="*/ 2 w 401"/>
                <a:gd name="T55" fmla="*/ 2 h 566"/>
                <a:gd name="T56" fmla="*/ 2 w 401"/>
                <a:gd name="T57" fmla="*/ 1 h 566"/>
                <a:gd name="T58" fmla="*/ 2 w 401"/>
                <a:gd name="T59" fmla="*/ 1 h 566"/>
                <a:gd name="T60" fmla="*/ 2 w 401"/>
                <a:gd name="T61" fmla="*/ 1 h 566"/>
                <a:gd name="T62" fmla="*/ 1 w 401"/>
                <a:gd name="T63" fmla="*/ 1 h 566"/>
                <a:gd name="T64" fmla="*/ 1 w 401"/>
                <a:gd name="T65" fmla="*/ 0 h 566"/>
                <a:gd name="T66" fmla="*/ 1 w 401"/>
                <a:gd name="T67" fmla="*/ 0 h 566"/>
                <a:gd name="T68" fmla="*/ 1 w 401"/>
                <a:gd name="T69" fmla="*/ 0 h 566"/>
                <a:gd name="T70" fmla="*/ 1 w 401"/>
                <a:gd name="T71" fmla="*/ 0 h 566"/>
                <a:gd name="T72" fmla="*/ 1 w 401"/>
                <a:gd name="T73" fmla="*/ 0 h 566"/>
                <a:gd name="T74" fmla="*/ 0 w 401"/>
                <a:gd name="T75" fmla="*/ 0 h 566"/>
                <a:gd name="T76" fmla="*/ 0 w 401"/>
                <a:gd name="T77" fmla="*/ 0 h 566"/>
                <a:gd name="T78" fmla="*/ 0 w 401"/>
                <a:gd name="T79" fmla="*/ 0 h 566"/>
                <a:gd name="T80" fmla="*/ 0 w 401"/>
                <a:gd name="T81" fmla="*/ 0 h 566"/>
                <a:gd name="T82" fmla="*/ 0 w 401"/>
                <a:gd name="T83" fmla="*/ 0 h 566"/>
                <a:gd name="T84" fmla="*/ 0 w 401"/>
                <a:gd name="T85" fmla="*/ 0 h 566"/>
                <a:gd name="T86" fmla="*/ 0 w 401"/>
                <a:gd name="T87" fmla="*/ 1 h 566"/>
                <a:gd name="T88" fmla="*/ 0 w 401"/>
                <a:gd name="T89" fmla="*/ 1 h 56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401"/>
                <a:gd name="T136" fmla="*/ 0 h 566"/>
                <a:gd name="T137" fmla="*/ 401 w 401"/>
                <a:gd name="T138" fmla="*/ 566 h 566"/>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401" h="566">
                  <a:moveTo>
                    <a:pt x="23" y="88"/>
                  </a:moveTo>
                  <a:lnTo>
                    <a:pt x="23" y="88"/>
                  </a:lnTo>
                  <a:lnTo>
                    <a:pt x="53" y="107"/>
                  </a:lnTo>
                  <a:lnTo>
                    <a:pt x="83" y="125"/>
                  </a:lnTo>
                  <a:lnTo>
                    <a:pt x="108" y="147"/>
                  </a:lnTo>
                  <a:lnTo>
                    <a:pt x="135" y="171"/>
                  </a:lnTo>
                  <a:lnTo>
                    <a:pt x="160" y="196"/>
                  </a:lnTo>
                  <a:lnTo>
                    <a:pt x="182" y="223"/>
                  </a:lnTo>
                  <a:lnTo>
                    <a:pt x="205" y="251"/>
                  </a:lnTo>
                  <a:lnTo>
                    <a:pt x="223" y="281"/>
                  </a:lnTo>
                  <a:lnTo>
                    <a:pt x="240" y="312"/>
                  </a:lnTo>
                  <a:lnTo>
                    <a:pt x="256" y="345"/>
                  </a:lnTo>
                  <a:lnTo>
                    <a:pt x="270" y="379"/>
                  </a:lnTo>
                  <a:lnTo>
                    <a:pt x="282" y="414"/>
                  </a:lnTo>
                  <a:lnTo>
                    <a:pt x="291" y="450"/>
                  </a:lnTo>
                  <a:lnTo>
                    <a:pt x="299" y="488"/>
                  </a:lnTo>
                  <a:lnTo>
                    <a:pt x="304" y="526"/>
                  </a:lnTo>
                  <a:lnTo>
                    <a:pt x="308" y="566"/>
                  </a:lnTo>
                  <a:lnTo>
                    <a:pt x="401" y="562"/>
                  </a:lnTo>
                  <a:lnTo>
                    <a:pt x="398" y="517"/>
                  </a:lnTo>
                  <a:lnTo>
                    <a:pt x="391" y="471"/>
                  </a:lnTo>
                  <a:lnTo>
                    <a:pt x="383" y="429"/>
                  </a:lnTo>
                  <a:lnTo>
                    <a:pt x="371" y="386"/>
                  </a:lnTo>
                  <a:lnTo>
                    <a:pt x="357" y="346"/>
                  </a:lnTo>
                  <a:lnTo>
                    <a:pt x="340" y="307"/>
                  </a:lnTo>
                  <a:lnTo>
                    <a:pt x="324" y="270"/>
                  </a:lnTo>
                  <a:lnTo>
                    <a:pt x="303" y="232"/>
                  </a:lnTo>
                  <a:lnTo>
                    <a:pt x="280" y="197"/>
                  </a:lnTo>
                  <a:lnTo>
                    <a:pt x="255" y="164"/>
                  </a:lnTo>
                  <a:lnTo>
                    <a:pt x="228" y="132"/>
                  </a:lnTo>
                  <a:lnTo>
                    <a:pt x="199" y="103"/>
                  </a:lnTo>
                  <a:lnTo>
                    <a:pt x="169" y="76"/>
                  </a:lnTo>
                  <a:lnTo>
                    <a:pt x="137" y="50"/>
                  </a:lnTo>
                  <a:lnTo>
                    <a:pt x="103" y="27"/>
                  </a:lnTo>
                  <a:lnTo>
                    <a:pt x="67" y="6"/>
                  </a:lnTo>
                  <a:lnTo>
                    <a:pt x="48" y="0"/>
                  </a:lnTo>
                  <a:lnTo>
                    <a:pt x="30" y="2"/>
                  </a:lnTo>
                  <a:lnTo>
                    <a:pt x="16" y="12"/>
                  </a:lnTo>
                  <a:lnTo>
                    <a:pt x="5" y="25"/>
                  </a:lnTo>
                  <a:lnTo>
                    <a:pt x="0" y="41"/>
                  </a:lnTo>
                  <a:lnTo>
                    <a:pt x="0" y="59"/>
                  </a:lnTo>
                  <a:lnTo>
                    <a:pt x="8" y="75"/>
                  </a:lnTo>
                  <a:lnTo>
                    <a:pt x="23"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5737" name="Freeform 39"/>
            <p:cNvSpPr>
              <a:spLocks/>
            </p:cNvSpPr>
            <p:nvPr/>
          </p:nvSpPr>
          <p:spPr bwMode="auto">
            <a:xfrm>
              <a:off x="1346" y="1455"/>
              <a:ext cx="266" cy="160"/>
            </a:xfrm>
            <a:custGeom>
              <a:avLst/>
              <a:gdLst>
                <a:gd name="T0" fmla="*/ 0 w 1330"/>
                <a:gd name="T1" fmla="*/ 1 h 801"/>
                <a:gd name="T2" fmla="*/ 0 w 1330"/>
                <a:gd name="T3" fmla="*/ 1 h 801"/>
                <a:gd name="T4" fmla="*/ 10 w 1330"/>
                <a:gd name="T5" fmla="*/ 6 h 801"/>
                <a:gd name="T6" fmla="*/ 11 w 1330"/>
                <a:gd name="T7" fmla="*/ 6 h 801"/>
                <a:gd name="T8" fmla="*/ 1 w 1330"/>
                <a:gd name="T9" fmla="*/ 0 h 801"/>
                <a:gd name="T10" fmla="*/ 1 w 1330"/>
                <a:gd name="T11" fmla="*/ 0 h 801"/>
                <a:gd name="T12" fmla="*/ 1 w 1330"/>
                <a:gd name="T13" fmla="*/ 0 h 801"/>
                <a:gd name="T14" fmla="*/ 0 w 1330"/>
                <a:gd name="T15" fmla="*/ 0 h 801"/>
                <a:gd name="T16" fmla="*/ 0 w 1330"/>
                <a:gd name="T17" fmla="*/ 0 h 801"/>
                <a:gd name="T18" fmla="*/ 0 w 1330"/>
                <a:gd name="T19" fmla="*/ 0 h 801"/>
                <a:gd name="T20" fmla="*/ 0 w 1330"/>
                <a:gd name="T21" fmla="*/ 0 h 801"/>
                <a:gd name="T22" fmla="*/ 0 w 1330"/>
                <a:gd name="T23" fmla="*/ 0 h 801"/>
                <a:gd name="T24" fmla="*/ 0 w 1330"/>
                <a:gd name="T25" fmla="*/ 0 h 801"/>
                <a:gd name="T26" fmla="*/ 0 w 1330"/>
                <a:gd name="T27" fmla="*/ 1 h 801"/>
                <a:gd name="T28" fmla="*/ 0 w 1330"/>
                <a:gd name="T29" fmla="*/ 1 h 801"/>
                <a:gd name="T30" fmla="*/ 0 w 1330"/>
                <a:gd name="T31" fmla="*/ 1 h 801"/>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30"/>
                <a:gd name="T49" fmla="*/ 0 h 801"/>
                <a:gd name="T50" fmla="*/ 1330 w 1330"/>
                <a:gd name="T51" fmla="*/ 801 h 801"/>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30" h="801">
                  <a:moveTo>
                    <a:pt x="24" y="88"/>
                  </a:moveTo>
                  <a:lnTo>
                    <a:pt x="23" y="88"/>
                  </a:lnTo>
                  <a:lnTo>
                    <a:pt x="1286" y="801"/>
                  </a:lnTo>
                  <a:lnTo>
                    <a:pt x="1330" y="719"/>
                  </a:lnTo>
                  <a:lnTo>
                    <a:pt x="67" y="6"/>
                  </a:lnTo>
                  <a:lnTo>
                    <a:pt x="66" y="6"/>
                  </a:lnTo>
                  <a:lnTo>
                    <a:pt x="67" y="6"/>
                  </a:lnTo>
                  <a:lnTo>
                    <a:pt x="48" y="0"/>
                  </a:lnTo>
                  <a:lnTo>
                    <a:pt x="30" y="2"/>
                  </a:lnTo>
                  <a:lnTo>
                    <a:pt x="16" y="12"/>
                  </a:lnTo>
                  <a:lnTo>
                    <a:pt x="5" y="25"/>
                  </a:lnTo>
                  <a:lnTo>
                    <a:pt x="0" y="41"/>
                  </a:lnTo>
                  <a:lnTo>
                    <a:pt x="0" y="59"/>
                  </a:lnTo>
                  <a:lnTo>
                    <a:pt x="8" y="75"/>
                  </a:lnTo>
                  <a:lnTo>
                    <a:pt x="23" y="88"/>
                  </a:lnTo>
                  <a:lnTo>
                    <a:pt x="24"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5738" name="Freeform 40"/>
            <p:cNvSpPr>
              <a:spLocks/>
            </p:cNvSpPr>
            <p:nvPr/>
          </p:nvSpPr>
          <p:spPr bwMode="auto">
            <a:xfrm>
              <a:off x="1198" y="1439"/>
              <a:ext cx="161" cy="35"/>
            </a:xfrm>
            <a:custGeom>
              <a:avLst/>
              <a:gdLst>
                <a:gd name="T0" fmla="*/ 1 w 806"/>
                <a:gd name="T1" fmla="*/ 1 h 177"/>
                <a:gd name="T2" fmla="*/ 1 w 806"/>
                <a:gd name="T3" fmla="*/ 1 h 177"/>
                <a:gd name="T4" fmla="*/ 1 w 806"/>
                <a:gd name="T5" fmla="*/ 1 h 177"/>
                <a:gd name="T6" fmla="*/ 1 w 806"/>
                <a:gd name="T7" fmla="*/ 1 h 177"/>
                <a:gd name="T8" fmla="*/ 2 w 806"/>
                <a:gd name="T9" fmla="*/ 1 h 177"/>
                <a:gd name="T10" fmla="*/ 2 w 806"/>
                <a:gd name="T11" fmla="*/ 1 h 177"/>
                <a:gd name="T12" fmla="*/ 2 w 806"/>
                <a:gd name="T13" fmla="*/ 1 h 177"/>
                <a:gd name="T14" fmla="*/ 3 w 806"/>
                <a:gd name="T15" fmla="*/ 1 h 177"/>
                <a:gd name="T16" fmla="*/ 3 w 806"/>
                <a:gd name="T17" fmla="*/ 1 h 177"/>
                <a:gd name="T18" fmla="*/ 3 w 806"/>
                <a:gd name="T19" fmla="*/ 1 h 177"/>
                <a:gd name="T20" fmla="*/ 4 w 806"/>
                <a:gd name="T21" fmla="*/ 1 h 177"/>
                <a:gd name="T22" fmla="*/ 4 w 806"/>
                <a:gd name="T23" fmla="*/ 1 h 177"/>
                <a:gd name="T24" fmla="*/ 5 w 806"/>
                <a:gd name="T25" fmla="*/ 1 h 177"/>
                <a:gd name="T26" fmla="*/ 5 w 806"/>
                <a:gd name="T27" fmla="*/ 1 h 177"/>
                <a:gd name="T28" fmla="*/ 5 w 806"/>
                <a:gd name="T29" fmla="*/ 1 h 177"/>
                <a:gd name="T30" fmla="*/ 6 w 806"/>
                <a:gd name="T31" fmla="*/ 1 h 177"/>
                <a:gd name="T32" fmla="*/ 6 w 806"/>
                <a:gd name="T33" fmla="*/ 1 h 177"/>
                <a:gd name="T34" fmla="*/ 6 w 806"/>
                <a:gd name="T35" fmla="*/ 1 h 177"/>
                <a:gd name="T36" fmla="*/ 6 w 806"/>
                <a:gd name="T37" fmla="*/ 1 h 177"/>
                <a:gd name="T38" fmla="*/ 6 w 806"/>
                <a:gd name="T39" fmla="*/ 1 h 177"/>
                <a:gd name="T40" fmla="*/ 6 w 806"/>
                <a:gd name="T41" fmla="*/ 0 h 177"/>
                <a:gd name="T42" fmla="*/ 5 w 806"/>
                <a:gd name="T43" fmla="*/ 0 h 177"/>
                <a:gd name="T44" fmla="*/ 5 w 806"/>
                <a:gd name="T45" fmla="*/ 0 h 177"/>
                <a:gd name="T46" fmla="*/ 5 w 806"/>
                <a:gd name="T47" fmla="*/ 0 h 177"/>
                <a:gd name="T48" fmla="*/ 4 w 806"/>
                <a:gd name="T49" fmla="*/ 0 h 177"/>
                <a:gd name="T50" fmla="*/ 4 w 806"/>
                <a:gd name="T51" fmla="*/ 0 h 177"/>
                <a:gd name="T52" fmla="*/ 3 w 806"/>
                <a:gd name="T53" fmla="*/ 0 h 177"/>
                <a:gd name="T54" fmla="*/ 3 w 806"/>
                <a:gd name="T55" fmla="*/ 0 h 177"/>
                <a:gd name="T56" fmla="*/ 3 w 806"/>
                <a:gd name="T57" fmla="*/ 0 h 177"/>
                <a:gd name="T58" fmla="*/ 2 w 806"/>
                <a:gd name="T59" fmla="*/ 0 h 177"/>
                <a:gd name="T60" fmla="*/ 2 w 806"/>
                <a:gd name="T61" fmla="*/ 0 h 177"/>
                <a:gd name="T62" fmla="*/ 1 w 806"/>
                <a:gd name="T63" fmla="*/ 0 h 177"/>
                <a:gd name="T64" fmla="*/ 1 w 806"/>
                <a:gd name="T65" fmla="*/ 0 h 177"/>
                <a:gd name="T66" fmla="*/ 1 w 806"/>
                <a:gd name="T67" fmla="*/ 1 h 177"/>
                <a:gd name="T68" fmla="*/ 0 w 806"/>
                <a:gd name="T69" fmla="*/ 1 h 177"/>
                <a:gd name="T70" fmla="*/ 0 w 806"/>
                <a:gd name="T71" fmla="*/ 1 h 177"/>
                <a:gd name="T72" fmla="*/ 0 w 806"/>
                <a:gd name="T73" fmla="*/ 1 h 177"/>
                <a:gd name="T74" fmla="*/ 0 w 806"/>
                <a:gd name="T75" fmla="*/ 1 h 177"/>
                <a:gd name="T76" fmla="*/ 0 w 806"/>
                <a:gd name="T77" fmla="*/ 1 h 177"/>
                <a:gd name="T78" fmla="*/ 0 w 806"/>
                <a:gd name="T79" fmla="*/ 1 h 177"/>
                <a:gd name="T80" fmla="*/ 0 w 806"/>
                <a:gd name="T81" fmla="*/ 1 h 177"/>
                <a:gd name="T82" fmla="*/ 0 w 806"/>
                <a:gd name="T83" fmla="*/ 1 h 177"/>
                <a:gd name="T84" fmla="*/ 0 w 806"/>
                <a:gd name="T85" fmla="*/ 1 h 177"/>
                <a:gd name="T86" fmla="*/ 0 w 806"/>
                <a:gd name="T87" fmla="*/ 1 h 177"/>
                <a:gd name="T88" fmla="*/ 1 w 806"/>
                <a:gd name="T89" fmla="*/ 1 h 177"/>
                <a:gd name="T90" fmla="*/ 1 w 806"/>
                <a:gd name="T91" fmla="*/ 1 h 17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806"/>
                <a:gd name="T139" fmla="*/ 0 h 177"/>
                <a:gd name="T140" fmla="*/ 806 w 806"/>
                <a:gd name="T141" fmla="*/ 177 h 17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806" h="177">
                  <a:moveTo>
                    <a:pt x="67" y="171"/>
                  </a:moveTo>
                  <a:lnTo>
                    <a:pt x="68" y="171"/>
                  </a:lnTo>
                  <a:lnTo>
                    <a:pt x="109" y="151"/>
                  </a:lnTo>
                  <a:lnTo>
                    <a:pt x="151" y="135"/>
                  </a:lnTo>
                  <a:lnTo>
                    <a:pt x="196" y="122"/>
                  </a:lnTo>
                  <a:lnTo>
                    <a:pt x="242" y="110"/>
                  </a:lnTo>
                  <a:lnTo>
                    <a:pt x="287" y="102"/>
                  </a:lnTo>
                  <a:lnTo>
                    <a:pt x="335" y="97"/>
                  </a:lnTo>
                  <a:lnTo>
                    <a:pt x="382" y="95"/>
                  </a:lnTo>
                  <a:lnTo>
                    <a:pt x="430" y="94"/>
                  </a:lnTo>
                  <a:lnTo>
                    <a:pt x="477" y="97"/>
                  </a:lnTo>
                  <a:lnTo>
                    <a:pt x="524" y="102"/>
                  </a:lnTo>
                  <a:lnTo>
                    <a:pt x="568" y="108"/>
                  </a:lnTo>
                  <a:lnTo>
                    <a:pt x="612" y="117"/>
                  </a:lnTo>
                  <a:lnTo>
                    <a:pt x="654" y="128"/>
                  </a:lnTo>
                  <a:lnTo>
                    <a:pt x="693" y="141"/>
                  </a:lnTo>
                  <a:lnTo>
                    <a:pt x="730" y="155"/>
                  </a:lnTo>
                  <a:lnTo>
                    <a:pt x="764" y="171"/>
                  </a:lnTo>
                  <a:lnTo>
                    <a:pt x="806" y="89"/>
                  </a:lnTo>
                  <a:lnTo>
                    <a:pt x="768" y="70"/>
                  </a:lnTo>
                  <a:lnTo>
                    <a:pt x="725" y="54"/>
                  </a:lnTo>
                  <a:lnTo>
                    <a:pt x="680" y="39"/>
                  </a:lnTo>
                  <a:lnTo>
                    <a:pt x="633" y="26"/>
                  </a:lnTo>
                  <a:lnTo>
                    <a:pt x="585" y="16"/>
                  </a:lnTo>
                  <a:lnTo>
                    <a:pt x="536" y="8"/>
                  </a:lnTo>
                  <a:lnTo>
                    <a:pt x="484" y="3"/>
                  </a:lnTo>
                  <a:lnTo>
                    <a:pt x="433" y="0"/>
                  </a:lnTo>
                  <a:lnTo>
                    <a:pt x="380" y="1"/>
                  </a:lnTo>
                  <a:lnTo>
                    <a:pt x="328" y="3"/>
                  </a:lnTo>
                  <a:lnTo>
                    <a:pt x="276" y="10"/>
                  </a:lnTo>
                  <a:lnTo>
                    <a:pt x="223" y="19"/>
                  </a:lnTo>
                  <a:lnTo>
                    <a:pt x="172" y="30"/>
                  </a:lnTo>
                  <a:lnTo>
                    <a:pt x="121" y="46"/>
                  </a:lnTo>
                  <a:lnTo>
                    <a:pt x="72" y="67"/>
                  </a:lnTo>
                  <a:lnTo>
                    <a:pt x="24" y="89"/>
                  </a:lnTo>
                  <a:lnTo>
                    <a:pt x="25" y="89"/>
                  </a:lnTo>
                  <a:lnTo>
                    <a:pt x="24" y="89"/>
                  </a:lnTo>
                  <a:lnTo>
                    <a:pt x="8" y="102"/>
                  </a:lnTo>
                  <a:lnTo>
                    <a:pt x="0" y="118"/>
                  </a:lnTo>
                  <a:lnTo>
                    <a:pt x="0" y="136"/>
                  </a:lnTo>
                  <a:lnTo>
                    <a:pt x="6" y="152"/>
                  </a:lnTo>
                  <a:lnTo>
                    <a:pt x="17" y="165"/>
                  </a:lnTo>
                  <a:lnTo>
                    <a:pt x="31" y="175"/>
                  </a:lnTo>
                  <a:lnTo>
                    <a:pt x="48" y="177"/>
                  </a:lnTo>
                  <a:lnTo>
                    <a:pt x="68" y="171"/>
                  </a:lnTo>
                  <a:lnTo>
                    <a:pt x="67" y="1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5739" name="Freeform 41"/>
            <p:cNvSpPr>
              <a:spLocks/>
            </p:cNvSpPr>
            <p:nvPr/>
          </p:nvSpPr>
          <p:spPr bwMode="auto">
            <a:xfrm>
              <a:off x="931" y="1456"/>
              <a:ext cx="280" cy="158"/>
            </a:xfrm>
            <a:custGeom>
              <a:avLst/>
              <a:gdLst>
                <a:gd name="T0" fmla="*/ 1 w 1402"/>
                <a:gd name="T1" fmla="*/ 6 h 787"/>
                <a:gd name="T2" fmla="*/ 1 w 1402"/>
                <a:gd name="T3" fmla="*/ 6 h 787"/>
                <a:gd name="T4" fmla="*/ 11 w 1402"/>
                <a:gd name="T5" fmla="*/ 1 h 787"/>
                <a:gd name="T6" fmla="*/ 11 w 1402"/>
                <a:gd name="T7" fmla="*/ 0 h 787"/>
                <a:gd name="T8" fmla="*/ 0 w 1402"/>
                <a:gd name="T9" fmla="*/ 6 h 787"/>
                <a:gd name="T10" fmla="*/ 0 w 1402"/>
                <a:gd name="T11" fmla="*/ 6 h 787"/>
                <a:gd name="T12" fmla="*/ 0 w 1402"/>
                <a:gd name="T13" fmla="*/ 6 h 787"/>
                <a:gd name="T14" fmla="*/ 0 w 1402"/>
                <a:gd name="T15" fmla="*/ 6 h 787"/>
                <a:gd name="T16" fmla="*/ 0 w 1402"/>
                <a:gd name="T17" fmla="*/ 6 h 787"/>
                <a:gd name="T18" fmla="*/ 0 w 1402"/>
                <a:gd name="T19" fmla="*/ 6 h 787"/>
                <a:gd name="T20" fmla="*/ 0 w 1402"/>
                <a:gd name="T21" fmla="*/ 6 h 787"/>
                <a:gd name="T22" fmla="*/ 0 w 1402"/>
                <a:gd name="T23" fmla="*/ 6 h 787"/>
                <a:gd name="T24" fmla="*/ 0 w 1402"/>
                <a:gd name="T25" fmla="*/ 6 h 787"/>
                <a:gd name="T26" fmla="*/ 0 w 1402"/>
                <a:gd name="T27" fmla="*/ 6 h 787"/>
                <a:gd name="T28" fmla="*/ 1 w 1402"/>
                <a:gd name="T29" fmla="*/ 6 h 787"/>
                <a:gd name="T30" fmla="*/ 1 w 1402"/>
                <a:gd name="T31" fmla="*/ 6 h 78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02"/>
                <a:gd name="T49" fmla="*/ 0 h 787"/>
                <a:gd name="T50" fmla="*/ 1402 w 1402"/>
                <a:gd name="T51" fmla="*/ 787 h 78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02" h="787">
                  <a:moveTo>
                    <a:pt x="69" y="781"/>
                  </a:moveTo>
                  <a:lnTo>
                    <a:pt x="66" y="781"/>
                  </a:lnTo>
                  <a:lnTo>
                    <a:pt x="1402" y="82"/>
                  </a:lnTo>
                  <a:lnTo>
                    <a:pt x="1360" y="0"/>
                  </a:lnTo>
                  <a:lnTo>
                    <a:pt x="24" y="699"/>
                  </a:lnTo>
                  <a:lnTo>
                    <a:pt x="22" y="699"/>
                  </a:lnTo>
                  <a:lnTo>
                    <a:pt x="24" y="699"/>
                  </a:lnTo>
                  <a:lnTo>
                    <a:pt x="8" y="712"/>
                  </a:lnTo>
                  <a:lnTo>
                    <a:pt x="1" y="727"/>
                  </a:lnTo>
                  <a:lnTo>
                    <a:pt x="0" y="744"/>
                  </a:lnTo>
                  <a:lnTo>
                    <a:pt x="5" y="761"/>
                  </a:lnTo>
                  <a:lnTo>
                    <a:pt x="15" y="775"/>
                  </a:lnTo>
                  <a:lnTo>
                    <a:pt x="30" y="784"/>
                  </a:lnTo>
                  <a:lnTo>
                    <a:pt x="46" y="787"/>
                  </a:lnTo>
                  <a:lnTo>
                    <a:pt x="66" y="781"/>
                  </a:lnTo>
                  <a:lnTo>
                    <a:pt x="69" y="7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5740" name="Freeform 42"/>
            <p:cNvSpPr>
              <a:spLocks/>
            </p:cNvSpPr>
            <p:nvPr/>
          </p:nvSpPr>
          <p:spPr bwMode="auto">
            <a:xfrm>
              <a:off x="868" y="1596"/>
              <a:ext cx="77" cy="126"/>
            </a:xfrm>
            <a:custGeom>
              <a:avLst/>
              <a:gdLst>
                <a:gd name="T0" fmla="*/ 1 w 382"/>
                <a:gd name="T1" fmla="*/ 5 h 628"/>
                <a:gd name="T2" fmla="*/ 1 w 382"/>
                <a:gd name="T3" fmla="*/ 5 h 628"/>
                <a:gd name="T4" fmla="*/ 1 w 382"/>
                <a:gd name="T5" fmla="*/ 4 h 628"/>
                <a:gd name="T6" fmla="*/ 1 w 382"/>
                <a:gd name="T7" fmla="*/ 4 h 628"/>
                <a:gd name="T8" fmla="*/ 1 w 382"/>
                <a:gd name="T9" fmla="*/ 4 h 628"/>
                <a:gd name="T10" fmla="*/ 1 w 382"/>
                <a:gd name="T11" fmla="*/ 3 h 628"/>
                <a:gd name="T12" fmla="*/ 1 w 382"/>
                <a:gd name="T13" fmla="*/ 3 h 628"/>
                <a:gd name="T14" fmla="*/ 1 w 382"/>
                <a:gd name="T15" fmla="*/ 3 h 628"/>
                <a:gd name="T16" fmla="*/ 1 w 382"/>
                <a:gd name="T17" fmla="*/ 3 h 628"/>
                <a:gd name="T18" fmla="*/ 1 w 382"/>
                <a:gd name="T19" fmla="*/ 2 h 628"/>
                <a:gd name="T20" fmla="*/ 2 w 382"/>
                <a:gd name="T21" fmla="*/ 2 h 628"/>
                <a:gd name="T22" fmla="*/ 2 w 382"/>
                <a:gd name="T23" fmla="*/ 2 h 628"/>
                <a:gd name="T24" fmla="*/ 2 w 382"/>
                <a:gd name="T25" fmla="*/ 2 h 628"/>
                <a:gd name="T26" fmla="*/ 2 w 382"/>
                <a:gd name="T27" fmla="*/ 1 h 628"/>
                <a:gd name="T28" fmla="*/ 2 w 382"/>
                <a:gd name="T29" fmla="*/ 1 h 628"/>
                <a:gd name="T30" fmla="*/ 3 w 382"/>
                <a:gd name="T31" fmla="*/ 1 h 628"/>
                <a:gd name="T32" fmla="*/ 3 w 382"/>
                <a:gd name="T33" fmla="*/ 1 h 628"/>
                <a:gd name="T34" fmla="*/ 3 w 382"/>
                <a:gd name="T35" fmla="*/ 1 h 628"/>
                <a:gd name="T36" fmla="*/ 3 w 382"/>
                <a:gd name="T37" fmla="*/ 0 h 628"/>
                <a:gd name="T38" fmla="*/ 2 w 382"/>
                <a:gd name="T39" fmla="*/ 0 h 628"/>
                <a:gd name="T40" fmla="*/ 2 w 382"/>
                <a:gd name="T41" fmla="*/ 0 h 628"/>
                <a:gd name="T42" fmla="*/ 2 w 382"/>
                <a:gd name="T43" fmla="*/ 1 h 628"/>
                <a:gd name="T44" fmla="*/ 2 w 382"/>
                <a:gd name="T45" fmla="*/ 1 h 628"/>
                <a:gd name="T46" fmla="*/ 1 w 382"/>
                <a:gd name="T47" fmla="*/ 1 h 628"/>
                <a:gd name="T48" fmla="*/ 1 w 382"/>
                <a:gd name="T49" fmla="*/ 1 h 628"/>
                <a:gd name="T50" fmla="*/ 1 w 382"/>
                <a:gd name="T51" fmla="*/ 2 h 628"/>
                <a:gd name="T52" fmla="*/ 1 w 382"/>
                <a:gd name="T53" fmla="*/ 2 h 628"/>
                <a:gd name="T54" fmla="*/ 1 w 382"/>
                <a:gd name="T55" fmla="*/ 2 h 628"/>
                <a:gd name="T56" fmla="*/ 0 w 382"/>
                <a:gd name="T57" fmla="*/ 3 h 628"/>
                <a:gd name="T58" fmla="*/ 0 w 382"/>
                <a:gd name="T59" fmla="*/ 3 h 628"/>
                <a:gd name="T60" fmla="*/ 0 w 382"/>
                <a:gd name="T61" fmla="*/ 3 h 628"/>
                <a:gd name="T62" fmla="*/ 0 w 382"/>
                <a:gd name="T63" fmla="*/ 4 h 628"/>
                <a:gd name="T64" fmla="*/ 0 w 382"/>
                <a:gd name="T65" fmla="*/ 4 h 628"/>
                <a:gd name="T66" fmla="*/ 0 w 382"/>
                <a:gd name="T67" fmla="*/ 4 h 628"/>
                <a:gd name="T68" fmla="*/ 0 w 382"/>
                <a:gd name="T69" fmla="*/ 5 h 628"/>
                <a:gd name="T70" fmla="*/ 0 w 382"/>
                <a:gd name="T71" fmla="*/ 5 h 628"/>
                <a:gd name="T72" fmla="*/ 0 w 382"/>
                <a:gd name="T73" fmla="*/ 5 h 628"/>
                <a:gd name="T74" fmla="*/ 0 w 382"/>
                <a:gd name="T75" fmla="*/ 5 h 628"/>
                <a:gd name="T76" fmla="*/ 0 w 382"/>
                <a:gd name="T77" fmla="*/ 5 h 628"/>
                <a:gd name="T78" fmla="*/ 0 w 382"/>
                <a:gd name="T79" fmla="*/ 5 h 628"/>
                <a:gd name="T80" fmla="*/ 0 w 382"/>
                <a:gd name="T81" fmla="*/ 5 h 628"/>
                <a:gd name="T82" fmla="*/ 1 w 382"/>
                <a:gd name="T83" fmla="*/ 5 h 628"/>
                <a:gd name="T84" fmla="*/ 1 w 382"/>
                <a:gd name="T85" fmla="*/ 5 h 628"/>
                <a:gd name="T86" fmla="*/ 1 w 382"/>
                <a:gd name="T87" fmla="*/ 5 h 628"/>
                <a:gd name="T88" fmla="*/ 1 w 382"/>
                <a:gd name="T89" fmla="*/ 5 h 628"/>
                <a:gd name="T90" fmla="*/ 1 w 382"/>
                <a:gd name="T91" fmla="*/ 5 h 628"/>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382"/>
                <a:gd name="T139" fmla="*/ 0 h 628"/>
                <a:gd name="T140" fmla="*/ 382 w 382"/>
                <a:gd name="T141" fmla="*/ 628 h 628"/>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382" h="628">
                  <a:moveTo>
                    <a:pt x="94" y="581"/>
                  </a:moveTo>
                  <a:lnTo>
                    <a:pt x="94" y="582"/>
                  </a:lnTo>
                  <a:lnTo>
                    <a:pt x="96" y="541"/>
                  </a:lnTo>
                  <a:lnTo>
                    <a:pt x="99" y="500"/>
                  </a:lnTo>
                  <a:lnTo>
                    <a:pt x="106" y="463"/>
                  </a:lnTo>
                  <a:lnTo>
                    <a:pt x="115" y="424"/>
                  </a:lnTo>
                  <a:lnTo>
                    <a:pt x="127" y="389"/>
                  </a:lnTo>
                  <a:lnTo>
                    <a:pt x="140" y="353"/>
                  </a:lnTo>
                  <a:lnTo>
                    <a:pt x="156" y="320"/>
                  </a:lnTo>
                  <a:lnTo>
                    <a:pt x="173" y="287"/>
                  </a:lnTo>
                  <a:lnTo>
                    <a:pt x="193" y="255"/>
                  </a:lnTo>
                  <a:lnTo>
                    <a:pt x="214" y="226"/>
                  </a:lnTo>
                  <a:lnTo>
                    <a:pt x="238" y="198"/>
                  </a:lnTo>
                  <a:lnTo>
                    <a:pt x="263" y="172"/>
                  </a:lnTo>
                  <a:lnTo>
                    <a:pt x="290" y="146"/>
                  </a:lnTo>
                  <a:lnTo>
                    <a:pt x="318" y="122"/>
                  </a:lnTo>
                  <a:lnTo>
                    <a:pt x="349" y="101"/>
                  </a:lnTo>
                  <a:lnTo>
                    <a:pt x="382" y="82"/>
                  </a:lnTo>
                  <a:lnTo>
                    <a:pt x="335" y="0"/>
                  </a:lnTo>
                  <a:lnTo>
                    <a:pt x="297" y="23"/>
                  </a:lnTo>
                  <a:lnTo>
                    <a:pt x="262" y="49"/>
                  </a:lnTo>
                  <a:lnTo>
                    <a:pt x="229" y="76"/>
                  </a:lnTo>
                  <a:lnTo>
                    <a:pt x="198" y="104"/>
                  </a:lnTo>
                  <a:lnTo>
                    <a:pt x="167" y="137"/>
                  </a:lnTo>
                  <a:lnTo>
                    <a:pt x="142" y="170"/>
                  </a:lnTo>
                  <a:lnTo>
                    <a:pt x="116" y="204"/>
                  </a:lnTo>
                  <a:lnTo>
                    <a:pt x="94" y="240"/>
                  </a:lnTo>
                  <a:lnTo>
                    <a:pt x="74" y="278"/>
                  </a:lnTo>
                  <a:lnTo>
                    <a:pt x="54" y="317"/>
                  </a:lnTo>
                  <a:lnTo>
                    <a:pt x="38" y="359"/>
                  </a:lnTo>
                  <a:lnTo>
                    <a:pt x="26" y="401"/>
                  </a:lnTo>
                  <a:lnTo>
                    <a:pt x="15" y="444"/>
                  </a:lnTo>
                  <a:lnTo>
                    <a:pt x="8" y="489"/>
                  </a:lnTo>
                  <a:lnTo>
                    <a:pt x="2" y="534"/>
                  </a:lnTo>
                  <a:lnTo>
                    <a:pt x="0" y="580"/>
                  </a:lnTo>
                  <a:lnTo>
                    <a:pt x="0" y="581"/>
                  </a:lnTo>
                  <a:lnTo>
                    <a:pt x="0" y="580"/>
                  </a:lnTo>
                  <a:lnTo>
                    <a:pt x="3" y="600"/>
                  </a:lnTo>
                  <a:lnTo>
                    <a:pt x="14" y="615"/>
                  </a:lnTo>
                  <a:lnTo>
                    <a:pt x="29" y="625"/>
                  </a:lnTo>
                  <a:lnTo>
                    <a:pt x="45" y="628"/>
                  </a:lnTo>
                  <a:lnTo>
                    <a:pt x="63" y="626"/>
                  </a:lnTo>
                  <a:lnTo>
                    <a:pt x="78" y="616"/>
                  </a:lnTo>
                  <a:lnTo>
                    <a:pt x="89" y="602"/>
                  </a:lnTo>
                  <a:lnTo>
                    <a:pt x="94" y="582"/>
                  </a:lnTo>
                  <a:lnTo>
                    <a:pt x="94" y="5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5741" name="Freeform 43"/>
            <p:cNvSpPr>
              <a:spLocks/>
            </p:cNvSpPr>
            <p:nvPr/>
          </p:nvSpPr>
          <p:spPr bwMode="auto">
            <a:xfrm>
              <a:off x="868" y="1712"/>
              <a:ext cx="19" cy="364"/>
            </a:xfrm>
            <a:custGeom>
              <a:avLst/>
              <a:gdLst>
                <a:gd name="T0" fmla="*/ 1 w 94"/>
                <a:gd name="T1" fmla="*/ 14 h 1818"/>
                <a:gd name="T2" fmla="*/ 1 w 94"/>
                <a:gd name="T3" fmla="*/ 14 h 1818"/>
                <a:gd name="T4" fmla="*/ 1 w 94"/>
                <a:gd name="T5" fmla="*/ 0 h 1818"/>
                <a:gd name="T6" fmla="*/ 0 w 94"/>
                <a:gd name="T7" fmla="*/ 0 h 1818"/>
                <a:gd name="T8" fmla="*/ 0 w 94"/>
                <a:gd name="T9" fmla="*/ 14 h 1818"/>
                <a:gd name="T10" fmla="*/ 0 w 94"/>
                <a:gd name="T11" fmla="*/ 14 h 1818"/>
                <a:gd name="T12" fmla="*/ 0 w 94"/>
                <a:gd name="T13" fmla="*/ 14 h 1818"/>
                <a:gd name="T14" fmla="*/ 0 w 94"/>
                <a:gd name="T15" fmla="*/ 14 h 1818"/>
                <a:gd name="T16" fmla="*/ 0 w 94"/>
                <a:gd name="T17" fmla="*/ 14 h 1818"/>
                <a:gd name="T18" fmla="*/ 0 w 94"/>
                <a:gd name="T19" fmla="*/ 15 h 1818"/>
                <a:gd name="T20" fmla="*/ 0 w 94"/>
                <a:gd name="T21" fmla="*/ 15 h 1818"/>
                <a:gd name="T22" fmla="*/ 1 w 94"/>
                <a:gd name="T23" fmla="*/ 15 h 1818"/>
                <a:gd name="T24" fmla="*/ 1 w 94"/>
                <a:gd name="T25" fmla="*/ 14 h 1818"/>
                <a:gd name="T26" fmla="*/ 1 w 94"/>
                <a:gd name="T27" fmla="*/ 14 h 1818"/>
                <a:gd name="T28" fmla="*/ 1 w 94"/>
                <a:gd name="T29" fmla="*/ 14 h 1818"/>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94"/>
                <a:gd name="T46" fmla="*/ 0 h 1818"/>
                <a:gd name="T47" fmla="*/ 94 w 94"/>
                <a:gd name="T48" fmla="*/ 1818 h 1818"/>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94" h="1818">
                  <a:moveTo>
                    <a:pt x="94" y="1771"/>
                  </a:moveTo>
                  <a:lnTo>
                    <a:pt x="94" y="1771"/>
                  </a:lnTo>
                  <a:lnTo>
                    <a:pt x="94" y="0"/>
                  </a:lnTo>
                  <a:lnTo>
                    <a:pt x="0" y="0"/>
                  </a:lnTo>
                  <a:lnTo>
                    <a:pt x="0" y="1771"/>
                  </a:lnTo>
                  <a:lnTo>
                    <a:pt x="3" y="1791"/>
                  </a:lnTo>
                  <a:lnTo>
                    <a:pt x="15" y="1806"/>
                  </a:lnTo>
                  <a:lnTo>
                    <a:pt x="29" y="1814"/>
                  </a:lnTo>
                  <a:lnTo>
                    <a:pt x="47" y="1818"/>
                  </a:lnTo>
                  <a:lnTo>
                    <a:pt x="64" y="1814"/>
                  </a:lnTo>
                  <a:lnTo>
                    <a:pt x="79" y="1806"/>
                  </a:lnTo>
                  <a:lnTo>
                    <a:pt x="90" y="1791"/>
                  </a:lnTo>
                  <a:lnTo>
                    <a:pt x="94" y="17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5742" name="Freeform 44"/>
            <p:cNvSpPr>
              <a:spLocks/>
            </p:cNvSpPr>
            <p:nvPr/>
          </p:nvSpPr>
          <p:spPr bwMode="auto">
            <a:xfrm>
              <a:off x="868" y="2067"/>
              <a:ext cx="90" cy="160"/>
            </a:xfrm>
            <a:custGeom>
              <a:avLst/>
              <a:gdLst>
                <a:gd name="T0" fmla="*/ 3 w 449"/>
                <a:gd name="T1" fmla="*/ 6 h 803"/>
                <a:gd name="T2" fmla="*/ 3 w 449"/>
                <a:gd name="T3" fmla="*/ 6 h 803"/>
                <a:gd name="T4" fmla="*/ 3 w 449"/>
                <a:gd name="T5" fmla="*/ 5 h 803"/>
                <a:gd name="T6" fmla="*/ 3 w 449"/>
                <a:gd name="T7" fmla="*/ 5 h 803"/>
                <a:gd name="T8" fmla="*/ 3 w 449"/>
                <a:gd name="T9" fmla="*/ 5 h 803"/>
                <a:gd name="T10" fmla="*/ 2 w 449"/>
                <a:gd name="T11" fmla="*/ 5 h 803"/>
                <a:gd name="T12" fmla="*/ 2 w 449"/>
                <a:gd name="T13" fmla="*/ 4 h 803"/>
                <a:gd name="T14" fmla="*/ 2 w 449"/>
                <a:gd name="T15" fmla="*/ 4 h 803"/>
                <a:gd name="T16" fmla="*/ 2 w 449"/>
                <a:gd name="T17" fmla="*/ 4 h 803"/>
                <a:gd name="T18" fmla="*/ 2 w 449"/>
                <a:gd name="T19" fmla="*/ 3 h 803"/>
                <a:gd name="T20" fmla="*/ 1 w 449"/>
                <a:gd name="T21" fmla="*/ 3 h 803"/>
                <a:gd name="T22" fmla="*/ 1 w 449"/>
                <a:gd name="T23" fmla="*/ 2 h 803"/>
                <a:gd name="T24" fmla="*/ 1 w 449"/>
                <a:gd name="T25" fmla="*/ 2 h 803"/>
                <a:gd name="T26" fmla="*/ 1 w 449"/>
                <a:gd name="T27" fmla="*/ 2 h 803"/>
                <a:gd name="T28" fmla="*/ 1 w 449"/>
                <a:gd name="T29" fmla="*/ 1 h 803"/>
                <a:gd name="T30" fmla="*/ 1 w 449"/>
                <a:gd name="T31" fmla="*/ 1 h 803"/>
                <a:gd name="T32" fmla="*/ 1 w 449"/>
                <a:gd name="T33" fmla="*/ 0 h 803"/>
                <a:gd name="T34" fmla="*/ 1 w 449"/>
                <a:gd name="T35" fmla="*/ 0 h 803"/>
                <a:gd name="T36" fmla="*/ 0 w 449"/>
                <a:gd name="T37" fmla="*/ 0 h 803"/>
                <a:gd name="T38" fmla="*/ 0 w 449"/>
                <a:gd name="T39" fmla="*/ 0 h 803"/>
                <a:gd name="T40" fmla="*/ 0 w 449"/>
                <a:gd name="T41" fmla="*/ 1 h 803"/>
                <a:gd name="T42" fmla="*/ 0 w 449"/>
                <a:gd name="T43" fmla="*/ 1 h 803"/>
                <a:gd name="T44" fmla="*/ 0 w 449"/>
                <a:gd name="T45" fmla="*/ 2 h 803"/>
                <a:gd name="T46" fmla="*/ 0 w 449"/>
                <a:gd name="T47" fmla="*/ 2 h 803"/>
                <a:gd name="T48" fmla="*/ 0 w 449"/>
                <a:gd name="T49" fmla="*/ 3 h 803"/>
                <a:gd name="T50" fmla="*/ 1 w 449"/>
                <a:gd name="T51" fmla="*/ 3 h 803"/>
                <a:gd name="T52" fmla="*/ 1 w 449"/>
                <a:gd name="T53" fmla="*/ 4 h 803"/>
                <a:gd name="T54" fmla="*/ 1 w 449"/>
                <a:gd name="T55" fmla="*/ 4 h 803"/>
                <a:gd name="T56" fmla="*/ 1 w 449"/>
                <a:gd name="T57" fmla="*/ 4 h 803"/>
                <a:gd name="T58" fmla="*/ 2 w 449"/>
                <a:gd name="T59" fmla="*/ 5 h 803"/>
                <a:gd name="T60" fmla="*/ 2 w 449"/>
                <a:gd name="T61" fmla="*/ 5 h 803"/>
                <a:gd name="T62" fmla="*/ 2 w 449"/>
                <a:gd name="T63" fmla="*/ 5 h 803"/>
                <a:gd name="T64" fmla="*/ 2 w 449"/>
                <a:gd name="T65" fmla="*/ 6 h 803"/>
                <a:gd name="T66" fmla="*/ 3 w 449"/>
                <a:gd name="T67" fmla="*/ 6 h 803"/>
                <a:gd name="T68" fmla="*/ 3 w 449"/>
                <a:gd name="T69" fmla="*/ 6 h 803"/>
                <a:gd name="T70" fmla="*/ 3 w 449"/>
                <a:gd name="T71" fmla="*/ 6 h 803"/>
                <a:gd name="T72" fmla="*/ 3 w 449"/>
                <a:gd name="T73" fmla="*/ 6 h 803"/>
                <a:gd name="T74" fmla="*/ 3 w 449"/>
                <a:gd name="T75" fmla="*/ 6 h 803"/>
                <a:gd name="T76" fmla="*/ 3 w 449"/>
                <a:gd name="T77" fmla="*/ 6 h 803"/>
                <a:gd name="T78" fmla="*/ 3 w 449"/>
                <a:gd name="T79" fmla="*/ 6 h 803"/>
                <a:gd name="T80" fmla="*/ 4 w 449"/>
                <a:gd name="T81" fmla="*/ 6 h 803"/>
                <a:gd name="T82" fmla="*/ 4 w 449"/>
                <a:gd name="T83" fmla="*/ 6 h 803"/>
                <a:gd name="T84" fmla="*/ 4 w 449"/>
                <a:gd name="T85" fmla="*/ 6 h 803"/>
                <a:gd name="T86" fmla="*/ 4 w 449"/>
                <a:gd name="T87" fmla="*/ 6 h 803"/>
                <a:gd name="T88" fmla="*/ 3 w 449"/>
                <a:gd name="T89" fmla="*/ 6 h 803"/>
                <a:gd name="T90" fmla="*/ 3 w 449"/>
                <a:gd name="T91" fmla="*/ 6 h 80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449"/>
                <a:gd name="T139" fmla="*/ 0 h 803"/>
                <a:gd name="T140" fmla="*/ 449 w 449"/>
                <a:gd name="T141" fmla="*/ 803 h 80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449" h="803">
                  <a:moveTo>
                    <a:pt x="426" y="717"/>
                  </a:moveTo>
                  <a:lnTo>
                    <a:pt x="427" y="717"/>
                  </a:lnTo>
                  <a:lnTo>
                    <a:pt x="395" y="693"/>
                  </a:lnTo>
                  <a:lnTo>
                    <a:pt x="361" y="662"/>
                  </a:lnTo>
                  <a:lnTo>
                    <a:pt x="329" y="628"/>
                  </a:lnTo>
                  <a:lnTo>
                    <a:pt x="299" y="591"/>
                  </a:lnTo>
                  <a:lnTo>
                    <a:pt x="269" y="551"/>
                  </a:lnTo>
                  <a:lnTo>
                    <a:pt x="241" y="507"/>
                  </a:lnTo>
                  <a:lnTo>
                    <a:pt x="215" y="460"/>
                  </a:lnTo>
                  <a:lnTo>
                    <a:pt x="191" y="412"/>
                  </a:lnTo>
                  <a:lnTo>
                    <a:pt x="170" y="363"/>
                  </a:lnTo>
                  <a:lnTo>
                    <a:pt x="151" y="312"/>
                  </a:lnTo>
                  <a:lnTo>
                    <a:pt x="133" y="259"/>
                  </a:lnTo>
                  <a:lnTo>
                    <a:pt x="119" y="207"/>
                  </a:lnTo>
                  <a:lnTo>
                    <a:pt x="108" y="156"/>
                  </a:lnTo>
                  <a:lnTo>
                    <a:pt x="101" y="103"/>
                  </a:lnTo>
                  <a:lnTo>
                    <a:pt x="96" y="51"/>
                  </a:lnTo>
                  <a:lnTo>
                    <a:pt x="94" y="0"/>
                  </a:lnTo>
                  <a:lnTo>
                    <a:pt x="0" y="0"/>
                  </a:lnTo>
                  <a:lnTo>
                    <a:pt x="2" y="56"/>
                  </a:lnTo>
                  <a:lnTo>
                    <a:pt x="7" y="115"/>
                  </a:lnTo>
                  <a:lnTo>
                    <a:pt x="16" y="172"/>
                  </a:lnTo>
                  <a:lnTo>
                    <a:pt x="28" y="231"/>
                  </a:lnTo>
                  <a:lnTo>
                    <a:pt x="44" y="287"/>
                  </a:lnTo>
                  <a:lnTo>
                    <a:pt x="62" y="342"/>
                  </a:lnTo>
                  <a:lnTo>
                    <a:pt x="83" y="398"/>
                  </a:lnTo>
                  <a:lnTo>
                    <a:pt x="106" y="452"/>
                  </a:lnTo>
                  <a:lnTo>
                    <a:pt x="133" y="505"/>
                  </a:lnTo>
                  <a:lnTo>
                    <a:pt x="161" y="554"/>
                  </a:lnTo>
                  <a:lnTo>
                    <a:pt x="192" y="602"/>
                  </a:lnTo>
                  <a:lnTo>
                    <a:pt x="224" y="647"/>
                  </a:lnTo>
                  <a:lnTo>
                    <a:pt x="259" y="689"/>
                  </a:lnTo>
                  <a:lnTo>
                    <a:pt x="295" y="728"/>
                  </a:lnTo>
                  <a:lnTo>
                    <a:pt x="334" y="763"/>
                  </a:lnTo>
                  <a:lnTo>
                    <a:pt x="374" y="795"/>
                  </a:lnTo>
                  <a:lnTo>
                    <a:pt x="375" y="795"/>
                  </a:lnTo>
                  <a:lnTo>
                    <a:pt x="374" y="795"/>
                  </a:lnTo>
                  <a:lnTo>
                    <a:pt x="392" y="803"/>
                  </a:lnTo>
                  <a:lnTo>
                    <a:pt x="411" y="803"/>
                  </a:lnTo>
                  <a:lnTo>
                    <a:pt x="426" y="795"/>
                  </a:lnTo>
                  <a:lnTo>
                    <a:pt x="439" y="782"/>
                  </a:lnTo>
                  <a:lnTo>
                    <a:pt x="446" y="766"/>
                  </a:lnTo>
                  <a:lnTo>
                    <a:pt x="449" y="749"/>
                  </a:lnTo>
                  <a:lnTo>
                    <a:pt x="441" y="732"/>
                  </a:lnTo>
                  <a:lnTo>
                    <a:pt x="427" y="717"/>
                  </a:lnTo>
                  <a:lnTo>
                    <a:pt x="426" y="71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5743" name="Freeform 45"/>
            <p:cNvSpPr>
              <a:spLocks/>
            </p:cNvSpPr>
            <p:nvPr/>
          </p:nvSpPr>
          <p:spPr bwMode="auto">
            <a:xfrm>
              <a:off x="883" y="1673"/>
              <a:ext cx="379" cy="690"/>
            </a:xfrm>
            <a:custGeom>
              <a:avLst/>
              <a:gdLst>
                <a:gd name="T0" fmla="*/ 12 w 1897"/>
                <a:gd name="T1" fmla="*/ 6 h 3450"/>
                <a:gd name="T2" fmla="*/ 13 w 1897"/>
                <a:gd name="T3" fmla="*/ 7 h 3450"/>
                <a:gd name="T4" fmla="*/ 13 w 1897"/>
                <a:gd name="T5" fmla="*/ 7 h 3450"/>
                <a:gd name="T6" fmla="*/ 14 w 1897"/>
                <a:gd name="T7" fmla="*/ 8 h 3450"/>
                <a:gd name="T8" fmla="*/ 14 w 1897"/>
                <a:gd name="T9" fmla="*/ 9 h 3450"/>
                <a:gd name="T10" fmla="*/ 15 w 1897"/>
                <a:gd name="T11" fmla="*/ 10 h 3450"/>
                <a:gd name="T12" fmla="*/ 15 w 1897"/>
                <a:gd name="T13" fmla="*/ 11 h 3450"/>
                <a:gd name="T14" fmla="*/ 15 w 1897"/>
                <a:gd name="T15" fmla="*/ 11 h 3450"/>
                <a:gd name="T16" fmla="*/ 15 w 1897"/>
                <a:gd name="T17" fmla="*/ 12 h 3450"/>
                <a:gd name="T18" fmla="*/ 15 w 1897"/>
                <a:gd name="T19" fmla="*/ 26 h 3450"/>
                <a:gd name="T20" fmla="*/ 15 w 1897"/>
                <a:gd name="T21" fmla="*/ 26 h 3450"/>
                <a:gd name="T22" fmla="*/ 15 w 1897"/>
                <a:gd name="T23" fmla="*/ 27 h 3450"/>
                <a:gd name="T24" fmla="*/ 15 w 1897"/>
                <a:gd name="T25" fmla="*/ 27 h 3450"/>
                <a:gd name="T26" fmla="*/ 14 w 1897"/>
                <a:gd name="T27" fmla="*/ 27 h 3450"/>
                <a:gd name="T28" fmla="*/ 14 w 1897"/>
                <a:gd name="T29" fmla="*/ 28 h 3450"/>
                <a:gd name="T30" fmla="*/ 13 w 1897"/>
                <a:gd name="T31" fmla="*/ 28 h 3450"/>
                <a:gd name="T32" fmla="*/ 13 w 1897"/>
                <a:gd name="T33" fmla="*/ 27 h 3450"/>
                <a:gd name="T34" fmla="*/ 3 w 1897"/>
                <a:gd name="T35" fmla="*/ 21 h 3450"/>
                <a:gd name="T36" fmla="*/ 2 w 1897"/>
                <a:gd name="T37" fmla="*/ 21 h 3450"/>
                <a:gd name="T38" fmla="*/ 2 w 1897"/>
                <a:gd name="T39" fmla="*/ 20 h 3450"/>
                <a:gd name="T40" fmla="*/ 1 w 1897"/>
                <a:gd name="T41" fmla="*/ 19 h 3450"/>
                <a:gd name="T42" fmla="*/ 1 w 1897"/>
                <a:gd name="T43" fmla="*/ 19 h 3450"/>
                <a:gd name="T44" fmla="*/ 0 w 1897"/>
                <a:gd name="T45" fmla="*/ 18 h 3450"/>
                <a:gd name="T46" fmla="*/ 0 w 1897"/>
                <a:gd name="T47" fmla="*/ 17 h 3450"/>
                <a:gd name="T48" fmla="*/ 0 w 1897"/>
                <a:gd name="T49" fmla="*/ 16 h 3450"/>
                <a:gd name="T50" fmla="*/ 0 w 1897"/>
                <a:gd name="T51" fmla="*/ 15 h 3450"/>
                <a:gd name="T52" fmla="*/ 0 w 1897"/>
                <a:gd name="T53" fmla="*/ 2 h 3450"/>
                <a:gd name="T54" fmla="*/ 0 w 1897"/>
                <a:gd name="T55" fmla="*/ 1 h 3450"/>
                <a:gd name="T56" fmla="*/ 0 w 1897"/>
                <a:gd name="T57" fmla="*/ 1 h 3450"/>
                <a:gd name="T58" fmla="*/ 1 w 1897"/>
                <a:gd name="T59" fmla="*/ 0 h 3450"/>
                <a:gd name="T60" fmla="*/ 1 w 1897"/>
                <a:gd name="T61" fmla="*/ 0 h 3450"/>
                <a:gd name="T62" fmla="*/ 1 w 1897"/>
                <a:gd name="T63" fmla="*/ 0 h 3450"/>
                <a:gd name="T64" fmla="*/ 2 w 1897"/>
                <a:gd name="T65" fmla="*/ 0 h 3450"/>
                <a:gd name="T66" fmla="*/ 3 w 1897"/>
                <a:gd name="T67" fmla="*/ 0 h 3450"/>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897"/>
                <a:gd name="T103" fmla="*/ 0 h 3450"/>
                <a:gd name="T104" fmla="*/ 1897 w 1897"/>
                <a:gd name="T105" fmla="*/ 3450 h 3450"/>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897" h="3450">
                  <a:moveTo>
                    <a:pt x="357" y="49"/>
                  </a:moveTo>
                  <a:lnTo>
                    <a:pt x="1542" y="806"/>
                  </a:lnTo>
                  <a:lnTo>
                    <a:pt x="1579" y="832"/>
                  </a:lnTo>
                  <a:lnTo>
                    <a:pt x="1614" y="861"/>
                  </a:lnTo>
                  <a:lnTo>
                    <a:pt x="1648" y="895"/>
                  </a:lnTo>
                  <a:lnTo>
                    <a:pt x="1681" y="933"/>
                  </a:lnTo>
                  <a:lnTo>
                    <a:pt x="1711" y="973"/>
                  </a:lnTo>
                  <a:lnTo>
                    <a:pt x="1740" y="1016"/>
                  </a:lnTo>
                  <a:lnTo>
                    <a:pt x="1768" y="1062"/>
                  </a:lnTo>
                  <a:lnTo>
                    <a:pt x="1793" y="1109"/>
                  </a:lnTo>
                  <a:lnTo>
                    <a:pt x="1816" y="1158"/>
                  </a:lnTo>
                  <a:lnTo>
                    <a:pt x="1836" y="1208"/>
                  </a:lnTo>
                  <a:lnTo>
                    <a:pt x="1854" y="1260"/>
                  </a:lnTo>
                  <a:lnTo>
                    <a:pt x="1869" y="1313"/>
                  </a:lnTo>
                  <a:lnTo>
                    <a:pt x="1881" y="1364"/>
                  </a:lnTo>
                  <a:lnTo>
                    <a:pt x="1890" y="1417"/>
                  </a:lnTo>
                  <a:lnTo>
                    <a:pt x="1895" y="1469"/>
                  </a:lnTo>
                  <a:lnTo>
                    <a:pt x="1897" y="1519"/>
                  </a:lnTo>
                  <a:lnTo>
                    <a:pt x="1897" y="3142"/>
                  </a:lnTo>
                  <a:lnTo>
                    <a:pt x="1895" y="3190"/>
                  </a:lnTo>
                  <a:lnTo>
                    <a:pt x="1890" y="3235"/>
                  </a:lnTo>
                  <a:lnTo>
                    <a:pt x="1881" y="3276"/>
                  </a:lnTo>
                  <a:lnTo>
                    <a:pt x="1869" y="3313"/>
                  </a:lnTo>
                  <a:lnTo>
                    <a:pt x="1854" y="3346"/>
                  </a:lnTo>
                  <a:lnTo>
                    <a:pt x="1836" y="3375"/>
                  </a:lnTo>
                  <a:lnTo>
                    <a:pt x="1816" y="3398"/>
                  </a:lnTo>
                  <a:lnTo>
                    <a:pt x="1793" y="3418"/>
                  </a:lnTo>
                  <a:lnTo>
                    <a:pt x="1768" y="3434"/>
                  </a:lnTo>
                  <a:lnTo>
                    <a:pt x="1740" y="3444"/>
                  </a:lnTo>
                  <a:lnTo>
                    <a:pt x="1711" y="3450"/>
                  </a:lnTo>
                  <a:lnTo>
                    <a:pt x="1681" y="3450"/>
                  </a:lnTo>
                  <a:lnTo>
                    <a:pt x="1648" y="3445"/>
                  </a:lnTo>
                  <a:lnTo>
                    <a:pt x="1614" y="3436"/>
                  </a:lnTo>
                  <a:lnTo>
                    <a:pt x="1579" y="3421"/>
                  </a:lnTo>
                  <a:lnTo>
                    <a:pt x="1542" y="3400"/>
                  </a:lnTo>
                  <a:lnTo>
                    <a:pt x="357" y="2643"/>
                  </a:lnTo>
                  <a:lnTo>
                    <a:pt x="320" y="2618"/>
                  </a:lnTo>
                  <a:lnTo>
                    <a:pt x="285" y="2588"/>
                  </a:lnTo>
                  <a:lnTo>
                    <a:pt x="251" y="2554"/>
                  </a:lnTo>
                  <a:lnTo>
                    <a:pt x="218" y="2517"/>
                  </a:lnTo>
                  <a:lnTo>
                    <a:pt x="187" y="2477"/>
                  </a:lnTo>
                  <a:lnTo>
                    <a:pt x="157" y="2433"/>
                  </a:lnTo>
                  <a:lnTo>
                    <a:pt x="130" y="2388"/>
                  </a:lnTo>
                  <a:lnTo>
                    <a:pt x="105" y="2341"/>
                  </a:lnTo>
                  <a:lnTo>
                    <a:pt x="81" y="2292"/>
                  </a:lnTo>
                  <a:lnTo>
                    <a:pt x="61" y="2241"/>
                  </a:lnTo>
                  <a:lnTo>
                    <a:pt x="44" y="2190"/>
                  </a:lnTo>
                  <a:lnTo>
                    <a:pt x="29" y="2138"/>
                  </a:lnTo>
                  <a:lnTo>
                    <a:pt x="17" y="2085"/>
                  </a:lnTo>
                  <a:lnTo>
                    <a:pt x="7" y="2033"/>
                  </a:lnTo>
                  <a:lnTo>
                    <a:pt x="3" y="1981"/>
                  </a:lnTo>
                  <a:lnTo>
                    <a:pt x="0" y="1931"/>
                  </a:lnTo>
                  <a:lnTo>
                    <a:pt x="0" y="308"/>
                  </a:lnTo>
                  <a:lnTo>
                    <a:pt x="3" y="260"/>
                  </a:lnTo>
                  <a:lnTo>
                    <a:pt x="7" y="215"/>
                  </a:lnTo>
                  <a:lnTo>
                    <a:pt x="17" y="174"/>
                  </a:lnTo>
                  <a:lnTo>
                    <a:pt x="29" y="137"/>
                  </a:lnTo>
                  <a:lnTo>
                    <a:pt x="44" y="104"/>
                  </a:lnTo>
                  <a:lnTo>
                    <a:pt x="61" y="76"/>
                  </a:lnTo>
                  <a:lnTo>
                    <a:pt x="81" y="51"/>
                  </a:lnTo>
                  <a:lnTo>
                    <a:pt x="105" y="31"/>
                  </a:lnTo>
                  <a:lnTo>
                    <a:pt x="130" y="16"/>
                  </a:lnTo>
                  <a:lnTo>
                    <a:pt x="157" y="5"/>
                  </a:lnTo>
                  <a:lnTo>
                    <a:pt x="187" y="0"/>
                  </a:lnTo>
                  <a:lnTo>
                    <a:pt x="218" y="0"/>
                  </a:lnTo>
                  <a:lnTo>
                    <a:pt x="251" y="3"/>
                  </a:lnTo>
                  <a:lnTo>
                    <a:pt x="285" y="14"/>
                  </a:lnTo>
                  <a:lnTo>
                    <a:pt x="320" y="29"/>
                  </a:lnTo>
                  <a:lnTo>
                    <a:pt x="357" y="49"/>
                  </a:lnTo>
                  <a:close/>
                </a:path>
              </a:pathLst>
            </a:custGeom>
            <a:solidFill>
              <a:srgbClr val="BFBFB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5744" name="Freeform 46"/>
            <p:cNvSpPr>
              <a:spLocks/>
            </p:cNvSpPr>
            <p:nvPr/>
          </p:nvSpPr>
          <p:spPr bwMode="auto">
            <a:xfrm>
              <a:off x="1268" y="1663"/>
              <a:ext cx="393" cy="711"/>
            </a:xfrm>
            <a:custGeom>
              <a:avLst/>
              <a:gdLst>
                <a:gd name="T0" fmla="*/ 3 w 1962"/>
                <a:gd name="T1" fmla="*/ 7 h 3555"/>
                <a:gd name="T2" fmla="*/ 2 w 1962"/>
                <a:gd name="T3" fmla="*/ 7 h 3555"/>
                <a:gd name="T4" fmla="*/ 2 w 1962"/>
                <a:gd name="T5" fmla="*/ 8 h 3555"/>
                <a:gd name="T6" fmla="*/ 1 w 1962"/>
                <a:gd name="T7" fmla="*/ 8 h 3555"/>
                <a:gd name="T8" fmla="*/ 1 w 1962"/>
                <a:gd name="T9" fmla="*/ 9 h 3555"/>
                <a:gd name="T10" fmla="*/ 1 w 1962"/>
                <a:gd name="T11" fmla="*/ 10 h 3555"/>
                <a:gd name="T12" fmla="*/ 0 w 1962"/>
                <a:gd name="T13" fmla="*/ 11 h 3555"/>
                <a:gd name="T14" fmla="*/ 0 w 1962"/>
                <a:gd name="T15" fmla="*/ 12 h 3555"/>
                <a:gd name="T16" fmla="*/ 0 w 1962"/>
                <a:gd name="T17" fmla="*/ 13 h 3555"/>
                <a:gd name="T18" fmla="*/ 0 w 1962"/>
                <a:gd name="T19" fmla="*/ 26 h 3555"/>
                <a:gd name="T20" fmla="*/ 0 w 1962"/>
                <a:gd name="T21" fmla="*/ 27 h 3555"/>
                <a:gd name="T22" fmla="*/ 0 w 1962"/>
                <a:gd name="T23" fmla="*/ 28 h 3555"/>
                <a:gd name="T24" fmla="*/ 1 w 1962"/>
                <a:gd name="T25" fmla="*/ 28 h 3555"/>
                <a:gd name="T26" fmla="*/ 1 w 1962"/>
                <a:gd name="T27" fmla="*/ 28 h 3555"/>
                <a:gd name="T28" fmla="*/ 2 w 1962"/>
                <a:gd name="T29" fmla="*/ 28 h 3555"/>
                <a:gd name="T30" fmla="*/ 2 w 1962"/>
                <a:gd name="T31" fmla="*/ 28 h 3555"/>
                <a:gd name="T32" fmla="*/ 3 w 1962"/>
                <a:gd name="T33" fmla="*/ 28 h 3555"/>
                <a:gd name="T34" fmla="*/ 13 w 1962"/>
                <a:gd name="T35" fmla="*/ 22 h 3555"/>
                <a:gd name="T36" fmla="*/ 13 w 1962"/>
                <a:gd name="T37" fmla="*/ 21 h 3555"/>
                <a:gd name="T38" fmla="*/ 14 w 1962"/>
                <a:gd name="T39" fmla="*/ 21 h 3555"/>
                <a:gd name="T40" fmla="*/ 14 w 1962"/>
                <a:gd name="T41" fmla="*/ 20 h 3555"/>
                <a:gd name="T42" fmla="*/ 15 w 1962"/>
                <a:gd name="T43" fmla="*/ 19 h 3555"/>
                <a:gd name="T44" fmla="*/ 15 w 1962"/>
                <a:gd name="T45" fmla="*/ 18 h 3555"/>
                <a:gd name="T46" fmla="*/ 16 w 1962"/>
                <a:gd name="T47" fmla="*/ 18 h 3555"/>
                <a:gd name="T48" fmla="*/ 16 w 1962"/>
                <a:gd name="T49" fmla="*/ 17 h 3555"/>
                <a:gd name="T50" fmla="*/ 16 w 1962"/>
                <a:gd name="T51" fmla="*/ 16 h 3555"/>
                <a:gd name="T52" fmla="*/ 16 w 1962"/>
                <a:gd name="T53" fmla="*/ 2 h 3555"/>
                <a:gd name="T54" fmla="*/ 16 w 1962"/>
                <a:gd name="T55" fmla="*/ 1 h 3555"/>
                <a:gd name="T56" fmla="*/ 15 w 1962"/>
                <a:gd name="T57" fmla="*/ 1 h 3555"/>
                <a:gd name="T58" fmla="*/ 15 w 1962"/>
                <a:gd name="T59" fmla="*/ 0 h 3555"/>
                <a:gd name="T60" fmla="*/ 15 w 1962"/>
                <a:gd name="T61" fmla="*/ 0 h 3555"/>
                <a:gd name="T62" fmla="*/ 14 w 1962"/>
                <a:gd name="T63" fmla="*/ 0 h 3555"/>
                <a:gd name="T64" fmla="*/ 14 w 1962"/>
                <a:gd name="T65" fmla="*/ 0 h 3555"/>
                <a:gd name="T66" fmla="*/ 13 w 1962"/>
                <a:gd name="T67" fmla="*/ 0 h 3555"/>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962"/>
                <a:gd name="T103" fmla="*/ 0 h 3555"/>
                <a:gd name="T104" fmla="*/ 1962 w 1962"/>
                <a:gd name="T105" fmla="*/ 3555 h 3555"/>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962" h="3555">
                  <a:moveTo>
                    <a:pt x="1594" y="50"/>
                  </a:moveTo>
                  <a:lnTo>
                    <a:pt x="368" y="831"/>
                  </a:lnTo>
                  <a:lnTo>
                    <a:pt x="330" y="858"/>
                  </a:lnTo>
                  <a:lnTo>
                    <a:pt x="294" y="888"/>
                  </a:lnTo>
                  <a:lnTo>
                    <a:pt x="259" y="922"/>
                  </a:lnTo>
                  <a:lnTo>
                    <a:pt x="225" y="961"/>
                  </a:lnTo>
                  <a:lnTo>
                    <a:pt x="193" y="1003"/>
                  </a:lnTo>
                  <a:lnTo>
                    <a:pt x="163" y="1047"/>
                  </a:lnTo>
                  <a:lnTo>
                    <a:pt x="133" y="1094"/>
                  </a:lnTo>
                  <a:lnTo>
                    <a:pt x="108" y="1143"/>
                  </a:lnTo>
                  <a:lnTo>
                    <a:pt x="84" y="1193"/>
                  </a:lnTo>
                  <a:lnTo>
                    <a:pt x="63" y="1246"/>
                  </a:lnTo>
                  <a:lnTo>
                    <a:pt x="44" y="1299"/>
                  </a:lnTo>
                  <a:lnTo>
                    <a:pt x="29" y="1353"/>
                  </a:lnTo>
                  <a:lnTo>
                    <a:pt x="16" y="1405"/>
                  </a:lnTo>
                  <a:lnTo>
                    <a:pt x="7" y="1459"/>
                  </a:lnTo>
                  <a:lnTo>
                    <a:pt x="2" y="1512"/>
                  </a:lnTo>
                  <a:lnTo>
                    <a:pt x="0" y="1565"/>
                  </a:lnTo>
                  <a:lnTo>
                    <a:pt x="0" y="3237"/>
                  </a:lnTo>
                  <a:lnTo>
                    <a:pt x="2" y="3287"/>
                  </a:lnTo>
                  <a:lnTo>
                    <a:pt x="7" y="3333"/>
                  </a:lnTo>
                  <a:lnTo>
                    <a:pt x="16" y="3375"/>
                  </a:lnTo>
                  <a:lnTo>
                    <a:pt x="29" y="3413"/>
                  </a:lnTo>
                  <a:lnTo>
                    <a:pt x="44" y="3447"/>
                  </a:lnTo>
                  <a:lnTo>
                    <a:pt x="63" y="3477"/>
                  </a:lnTo>
                  <a:lnTo>
                    <a:pt x="84" y="3502"/>
                  </a:lnTo>
                  <a:lnTo>
                    <a:pt x="108" y="3522"/>
                  </a:lnTo>
                  <a:lnTo>
                    <a:pt x="133" y="3538"/>
                  </a:lnTo>
                  <a:lnTo>
                    <a:pt x="163" y="3549"/>
                  </a:lnTo>
                  <a:lnTo>
                    <a:pt x="193" y="3555"/>
                  </a:lnTo>
                  <a:lnTo>
                    <a:pt x="225" y="3555"/>
                  </a:lnTo>
                  <a:lnTo>
                    <a:pt x="259" y="3550"/>
                  </a:lnTo>
                  <a:lnTo>
                    <a:pt x="294" y="3541"/>
                  </a:lnTo>
                  <a:lnTo>
                    <a:pt x="330" y="3524"/>
                  </a:lnTo>
                  <a:lnTo>
                    <a:pt x="368" y="3503"/>
                  </a:lnTo>
                  <a:lnTo>
                    <a:pt x="1594" y="2722"/>
                  </a:lnTo>
                  <a:lnTo>
                    <a:pt x="1632" y="2696"/>
                  </a:lnTo>
                  <a:lnTo>
                    <a:pt x="1668" y="2665"/>
                  </a:lnTo>
                  <a:lnTo>
                    <a:pt x="1703" y="2631"/>
                  </a:lnTo>
                  <a:lnTo>
                    <a:pt x="1737" y="2592"/>
                  </a:lnTo>
                  <a:lnTo>
                    <a:pt x="1769" y="2551"/>
                  </a:lnTo>
                  <a:lnTo>
                    <a:pt x="1799" y="2506"/>
                  </a:lnTo>
                  <a:lnTo>
                    <a:pt x="1829" y="2460"/>
                  </a:lnTo>
                  <a:lnTo>
                    <a:pt x="1854" y="2411"/>
                  </a:lnTo>
                  <a:lnTo>
                    <a:pt x="1878" y="2361"/>
                  </a:lnTo>
                  <a:lnTo>
                    <a:pt x="1899" y="2308"/>
                  </a:lnTo>
                  <a:lnTo>
                    <a:pt x="1918" y="2256"/>
                  </a:lnTo>
                  <a:lnTo>
                    <a:pt x="1933" y="2202"/>
                  </a:lnTo>
                  <a:lnTo>
                    <a:pt x="1946" y="2149"/>
                  </a:lnTo>
                  <a:lnTo>
                    <a:pt x="1955" y="2095"/>
                  </a:lnTo>
                  <a:lnTo>
                    <a:pt x="1960" y="2042"/>
                  </a:lnTo>
                  <a:lnTo>
                    <a:pt x="1962" y="1989"/>
                  </a:lnTo>
                  <a:lnTo>
                    <a:pt x="1962" y="319"/>
                  </a:lnTo>
                  <a:lnTo>
                    <a:pt x="1960" y="269"/>
                  </a:lnTo>
                  <a:lnTo>
                    <a:pt x="1955" y="223"/>
                  </a:lnTo>
                  <a:lnTo>
                    <a:pt x="1946" y="180"/>
                  </a:lnTo>
                  <a:lnTo>
                    <a:pt x="1933" y="143"/>
                  </a:lnTo>
                  <a:lnTo>
                    <a:pt x="1918" y="109"/>
                  </a:lnTo>
                  <a:lnTo>
                    <a:pt x="1899" y="79"/>
                  </a:lnTo>
                  <a:lnTo>
                    <a:pt x="1878" y="54"/>
                  </a:lnTo>
                  <a:lnTo>
                    <a:pt x="1854" y="33"/>
                  </a:lnTo>
                  <a:lnTo>
                    <a:pt x="1829" y="17"/>
                  </a:lnTo>
                  <a:lnTo>
                    <a:pt x="1799" y="7"/>
                  </a:lnTo>
                  <a:lnTo>
                    <a:pt x="1769" y="0"/>
                  </a:lnTo>
                  <a:lnTo>
                    <a:pt x="1737" y="0"/>
                  </a:lnTo>
                  <a:lnTo>
                    <a:pt x="1703" y="4"/>
                  </a:lnTo>
                  <a:lnTo>
                    <a:pt x="1668" y="14"/>
                  </a:lnTo>
                  <a:lnTo>
                    <a:pt x="1632" y="29"/>
                  </a:lnTo>
                  <a:lnTo>
                    <a:pt x="1594" y="50"/>
                  </a:lnTo>
                  <a:close/>
                </a:path>
              </a:pathLst>
            </a:custGeom>
            <a:solidFill>
              <a:srgbClr val="E5E5E5"/>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5745" name="Freeform 47"/>
            <p:cNvSpPr>
              <a:spLocks noEditPoints="1"/>
            </p:cNvSpPr>
            <p:nvPr/>
          </p:nvSpPr>
          <p:spPr bwMode="auto">
            <a:xfrm>
              <a:off x="916" y="1589"/>
              <a:ext cx="697" cy="698"/>
            </a:xfrm>
            <a:custGeom>
              <a:avLst/>
              <a:gdLst>
                <a:gd name="T0" fmla="*/ 16 w 3485"/>
                <a:gd name="T1" fmla="*/ 0 h 3490"/>
                <a:gd name="T2" fmla="*/ 17 w 3485"/>
                <a:gd name="T3" fmla="*/ 2 h 3490"/>
                <a:gd name="T4" fmla="*/ 17 w 3485"/>
                <a:gd name="T5" fmla="*/ 3 h 3490"/>
                <a:gd name="T6" fmla="*/ 14 w 3485"/>
                <a:gd name="T7" fmla="*/ 4 h 3490"/>
                <a:gd name="T8" fmla="*/ 12 w 3485"/>
                <a:gd name="T9" fmla="*/ 4 h 3490"/>
                <a:gd name="T10" fmla="*/ 11 w 3485"/>
                <a:gd name="T11" fmla="*/ 2 h 3490"/>
                <a:gd name="T12" fmla="*/ 11 w 3485"/>
                <a:gd name="T13" fmla="*/ 1 h 3490"/>
                <a:gd name="T14" fmla="*/ 14 w 3485"/>
                <a:gd name="T15" fmla="*/ 0 h 3490"/>
                <a:gd name="T16" fmla="*/ 3 w 3485"/>
                <a:gd name="T17" fmla="*/ 7 h 3490"/>
                <a:gd name="T18" fmla="*/ 4 w 3485"/>
                <a:gd name="T19" fmla="*/ 9 h 3490"/>
                <a:gd name="T20" fmla="*/ 3 w 3485"/>
                <a:gd name="T21" fmla="*/ 12 h 3490"/>
                <a:gd name="T22" fmla="*/ 2 w 3485"/>
                <a:gd name="T23" fmla="*/ 13 h 3490"/>
                <a:gd name="T24" fmla="*/ 1 w 3485"/>
                <a:gd name="T25" fmla="*/ 12 h 3490"/>
                <a:gd name="T26" fmla="*/ 0 w 3485"/>
                <a:gd name="T27" fmla="*/ 10 h 3490"/>
                <a:gd name="T28" fmla="*/ 0 w 3485"/>
                <a:gd name="T29" fmla="*/ 8 h 3490"/>
                <a:gd name="T30" fmla="*/ 2 w 3485"/>
                <a:gd name="T31" fmla="*/ 6 h 3490"/>
                <a:gd name="T32" fmla="*/ 10 w 3485"/>
                <a:gd name="T33" fmla="*/ 20 h 3490"/>
                <a:gd name="T34" fmla="*/ 11 w 3485"/>
                <a:gd name="T35" fmla="*/ 22 h 3490"/>
                <a:gd name="T36" fmla="*/ 11 w 3485"/>
                <a:gd name="T37" fmla="*/ 25 h 3490"/>
                <a:gd name="T38" fmla="*/ 10 w 3485"/>
                <a:gd name="T39" fmla="*/ 27 h 3490"/>
                <a:gd name="T40" fmla="*/ 8 w 3485"/>
                <a:gd name="T41" fmla="*/ 26 h 3490"/>
                <a:gd name="T42" fmla="*/ 7 w 3485"/>
                <a:gd name="T43" fmla="*/ 24 h 3490"/>
                <a:gd name="T44" fmla="*/ 7 w 3485"/>
                <a:gd name="T45" fmla="*/ 22 h 3490"/>
                <a:gd name="T46" fmla="*/ 8 w 3485"/>
                <a:gd name="T47" fmla="*/ 20 h 3490"/>
                <a:gd name="T48" fmla="*/ 20 w 3485"/>
                <a:gd name="T49" fmla="*/ 21 h 3490"/>
                <a:gd name="T50" fmla="*/ 21 w 3485"/>
                <a:gd name="T51" fmla="*/ 23 h 3490"/>
                <a:gd name="T52" fmla="*/ 21 w 3485"/>
                <a:gd name="T53" fmla="*/ 26 h 3490"/>
                <a:gd name="T54" fmla="*/ 20 w 3485"/>
                <a:gd name="T55" fmla="*/ 28 h 3490"/>
                <a:gd name="T56" fmla="*/ 18 w 3485"/>
                <a:gd name="T57" fmla="*/ 28 h 3490"/>
                <a:gd name="T58" fmla="*/ 17 w 3485"/>
                <a:gd name="T59" fmla="*/ 26 h 3490"/>
                <a:gd name="T60" fmla="*/ 17 w 3485"/>
                <a:gd name="T61" fmla="*/ 23 h 3490"/>
                <a:gd name="T62" fmla="*/ 18 w 3485"/>
                <a:gd name="T63" fmla="*/ 21 h 3490"/>
                <a:gd name="T64" fmla="*/ 19 w 3485"/>
                <a:gd name="T65" fmla="*/ 11 h 3490"/>
                <a:gd name="T66" fmla="*/ 20 w 3485"/>
                <a:gd name="T67" fmla="*/ 13 h 3490"/>
                <a:gd name="T68" fmla="*/ 21 w 3485"/>
                <a:gd name="T69" fmla="*/ 15 h 3490"/>
                <a:gd name="T70" fmla="*/ 20 w 3485"/>
                <a:gd name="T71" fmla="*/ 17 h 3490"/>
                <a:gd name="T72" fmla="*/ 18 w 3485"/>
                <a:gd name="T73" fmla="*/ 17 h 3490"/>
                <a:gd name="T74" fmla="*/ 17 w 3485"/>
                <a:gd name="T75" fmla="*/ 16 h 3490"/>
                <a:gd name="T76" fmla="*/ 17 w 3485"/>
                <a:gd name="T77" fmla="*/ 13 h 3490"/>
                <a:gd name="T78" fmla="*/ 18 w 3485"/>
                <a:gd name="T79" fmla="*/ 11 h 3490"/>
                <a:gd name="T80" fmla="*/ 26 w 3485"/>
                <a:gd name="T81" fmla="*/ 7 h 3490"/>
                <a:gd name="T82" fmla="*/ 27 w 3485"/>
                <a:gd name="T83" fmla="*/ 8 h 3490"/>
                <a:gd name="T84" fmla="*/ 27 w 3485"/>
                <a:gd name="T85" fmla="*/ 11 h 3490"/>
                <a:gd name="T86" fmla="*/ 26 w 3485"/>
                <a:gd name="T87" fmla="*/ 13 h 3490"/>
                <a:gd name="T88" fmla="*/ 25 w 3485"/>
                <a:gd name="T89" fmla="*/ 13 h 3490"/>
                <a:gd name="T90" fmla="*/ 24 w 3485"/>
                <a:gd name="T91" fmla="*/ 12 h 3490"/>
                <a:gd name="T92" fmla="*/ 24 w 3485"/>
                <a:gd name="T93" fmla="*/ 9 h 3490"/>
                <a:gd name="T94" fmla="*/ 24 w 3485"/>
                <a:gd name="T95" fmla="*/ 7 h 3490"/>
                <a:gd name="T96" fmla="*/ 26 w 3485"/>
                <a:gd name="T97" fmla="*/ 17 h 3490"/>
                <a:gd name="T98" fmla="*/ 27 w 3485"/>
                <a:gd name="T99" fmla="*/ 18 h 3490"/>
                <a:gd name="T100" fmla="*/ 28 w 3485"/>
                <a:gd name="T101" fmla="*/ 21 h 3490"/>
                <a:gd name="T102" fmla="*/ 27 w 3485"/>
                <a:gd name="T103" fmla="*/ 23 h 3490"/>
                <a:gd name="T104" fmla="*/ 26 w 3485"/>
                <a:gd name="T105" fmla="*/ 24 h 3490"/>
                <a:gd name="T106" fmla="*/ 24 w 3485"/>
                <a:gd name="T107" fmla="*/ 23 h 3490"/>
                <a:gd name="T108" fmla="*/ 24 w 3485"/>
                <a:gd name="T109" fmla="*/ 20 h 3490"/>
                <a:gd name="T110" fmla="*/ 25 w 3485"/>
                <a:gd name="T111" fmla="*/ 18 h 3490"/>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w 3485"/>
                <a:gd name="T169" fmla="*/ 0 h 3490"/>
                <a:gd name="T170" fmla="*/ 3485 w 3485"/>
                <a:gd name="T171" fmla="*/ 3490 h 3490"/>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T168" t="T169" r="T170" b="T171"/>
              <a:pathLst>
                <a:path w="3485" h="3490">
                  <a:moveTo>
                    <a:pt x="1754" y="0"/>
                  </a:moveTo>
                  <a:lnTo>
                    <a:pt x="1797" y="2"/>
                  </a:lnTo>
                  <a:lnTo>
                    <a:pt x="1840" y="5"/>
                  </a:lnTo>
                  <a:lnTo>
                    <a:pt x="1881" y="12"/>
                  </a:lnTo>
                  <a:lnTo>
                    <a:pt x="1921" y="20"/>
                  </a:lnTo>
                  <a:lnTo>
                    <a:pt x="1959" y="31"/>
                  </a:lnTo>
                  <a:lnTo>
                    <a:pt x="1994" y="44"/>
                  </a:lnTo>
                  <a:lnTo>
                    <a:pt x="2028" y="59"/>
                  </a:lnTo>
                  <a:lnTo>
                    <a:pt x="2058" y="74"/>
                  </a:lnTo>
                  <a:lnTo>
                    <a:pt x="2086" y="93"/>
                  </a:lnTo>
                  <a:lnTo>
                    <a:pt x="2111" y="113"/>
                  </a:lnTo>
                  <a:lnTo>
                    <a:pt x="2132" y="133"/>
                  </a:lnTo>
                  <a:lnTo>
                    <a:pt x="2151" y="155"/>
                  </a:lnTo>
                  <a:lnTo>
                    <a:pt x="2165" y="179"/>
                  </a:lnTo>
                  <a:lnTo>
                    <a:pt x="2175" y="203"/>
                  </a:lnTo>
                  <a:lnTo>
                    <a:pt x="2182" y="229"/>
                  </a:lnTo>
                  <a:lnTo>
                    <a:pt x="2185" y="255"/>
                  </a:lnTo>
                  <a:lnTo>
                    <a:pt x="2182" y="281"/>
                  </a:lnTo>
                  <a:lnTo>
                    <a:pt x="2175" y="305"/>
                  </a:lnTo>
                  <a:lnTo>
                    <a:pt x="2165" y="330"/>
                  </a:lnTo>
                  <a:lnTo>
                    <a:pt x="2151" y="353"/>
                  </a:lnTo>
                  <a:lnTo>
                    <a:pt x="2132" y="376"/>
                  </a:lnTo>
                  <a:lnTo>
                    <a:pt x="2111" y="397"/>
                  </a:lnTo>
                  <a:lnTo>
                    <a:pt x="2086" y="417"/>
                  </a:lnTo>
                  <a:lnTo>
                    <a:pt x="2058" y="434"/>
                  </a:lnTo>
                  <a:lnTo>
                    <a:pt x="2028" y="451"/>
                  </a:lnTo>
                  <a:lnTo>
                    <a:pt x="1994" y="466"/>
                  </a:lnTo>
                  <a:lnTo>
                    <a:pt x="1959" y="479"/>
                  </a:lnTo>
                  <a:lnTo>
                    <a:pt x="1921" y="489"/>
                  </a:lnTo>
                  <a:lnTo>
                    <a:pt x="1881" y="498"/>
                  </a:lnTo>
                  <a:lnTo>
                    <a:pt x="1840" y="505"/>
                  </a:lnTo>
                  <a:lnTo>
                    <a:pt x="1797" y="508"/>
                  </a:lnTo>
                  <a:lnTo>
                    <a:pt x="1754" y="509"/>
                  </a:lnTo>
                  <a:lnTo>
                    <a:pt x="1710" y="508"/>
                  </a:lnTo>
                  <a:lnTo>
                    <a:pt x="1667" y="505"/>
                  </a:lnTo>
                  <a:lnTo>
                    <a:pt x="1626" y="498"/>
                  </a:lnTo>
                  <a:lnTo>
                    <a:pt x="1586" y="489"/>
                  </a:lnTo>
                  <a:lnTo>
                    <a:pt x="1548" y="479"/>
                  </a:lnTo>
                  <a:lnTo>
                    <a:pt x="1512" y="466"/>
                  </a:lnTo>
                  <a:lnTo>
                    <a:pt x="1479" y="451"/>
                  </a:lnTo>
                  <a:lnTo>
                    <a:pt x="1449" y="434"/>
                  </a:lnTo>
                  <a:lnTo>
                    <a:pt x="1421" y="417"/>
                  </a:lnTo>
                  <a:lnTo>
                    <a:pt x="1395" y="397"/>
                  </a:lnTo>
                  <a:lnTo>
                    <a:pt x="1374" y="376"/>
                  </a:lnTo>
                  <a:lnTo>
                    <a:pt x="1355" y="353"/>
                  </a:lnTo>
                  <a:lnTo>
                    <a:pt x="1341" y="330"/>
                  </a:lnTo>
                  <a:lnTo>
                    <a:pt x="1331" y="305"/>
                  </a:lnTo>
                  <a:lnTo>
                    <a:pt x="1324" y="281"/>
                  </a:lnTo>
                  <a:lnTo>
                    <a:pt x="1321" y="255"/>
                  </a:lnTo>
                  <a:lnTo>
                    <a:pt x="1324" y="229"/>
                  </a:lnTo>
                  <a:lnTo>
                    <a:pt x="1331" y="203"/>
                  </a:lnTo>
                  <a:lnTo>
                    <a:pt x="1341" y="179"/>
                  </a:lnTo>
                  <a:lnTo>
                    <a:pt x="1355" y="155"/>
                  </a:lnTo>
                  <a:lnTo>
                    <a:pt x="1374" y="133"/>
                  </a:lnTo>
                  <a:lnTo>
                    <a:pt x="1395" y="113"/>
                  </a:lnTo>
                  <a:lnTo>
                    <a:pt x="1421" y="93"/>
                  </a:lnTo>
                  <a:lnTo>
                    <a:pt x="1449" y="74"/>
                  </a:lnTo>
                  <a:lnTo>
                    <a:pt x="1479" y="59"/>
                  </a:lnTo>
                  <a:lnTo>
                    <a:pt x="1512" y="44"/>
                  </a:lnTo>
                  <a:lnTo>
                    <a:pt x="1548" y="31"/>
                  </a:lnTo>
                  <a:lnTo>
                    <a:pt x="1586" y="20"/>
                  </a:lnTo>
                  <a:lnTo>
                    <a:pt x="1626" y="12"/>
                  </a:lnTo>
                  <a:lnTo>
                    <a:pt x="1667" y="5"/>
                  </a:lnTo>
                  <a:lnTo>
                    <a:pt x="1710" y="2"/>
                  </a:lnTo>
                  <a:lnTo>
                    <a:pt x="1754" y="0"/>
                  </a:lnTo>
                  <a:close/>
                  <a:moveTo>
                    <a:pt x="239" y="786"/>
                  </a:moveTo>
                  <a:lnTo>
                    <a:pt x="263" y="788"/>
                  </a:lnTo>
                  <a:lnTo>
                    <a:pt x="287" y="794"/>
                  </a:lnTo>
                  <a:lnTo>
                    <a:pt x="309" y="805"/>
                  </a:lnTo>
                  <a:lnTo>
                    <a:pt x="331" y="819"/>
                  </a:lnTo>
                  <a:lnTo>
                    <a:pt x="352" y="836"/>
                  </a:lnTo>
                  <a:lnTo>
                    <a:pt x="372" y="857"/>
                  </a:lnTo>
                  <a:lnTo>
                    <a:pt x="390" y="882"/>
                  </a:lnTo>
                  <a:lnTo>
                    <a:pt x="407" y="909"/>
                  </a:lnTo>
                  <a:lnTo>
                    <a:pt x="423" y="940"/>
                  </a:lnTo>
                  <a:lnTo>
                    <a:pt x="437" y="971"/>
                  </a:lnTo>
                  <a:lnTo>
                    <a:pt x="448" y="1006"/>
                  </a:lnTo>
                  <a:lnTo>
                    <a:pt x="459" y="1043"/>
                  </a:lnTo>
                  <a:lnTo>
                    <a:pt x="467" y="1081"/>
                  </a:lnTo>
                  <a:lnTo>
                    <a:pt x="473" y="1121"/>
                  </a:lnTo>
                  <a:lnTo>
                    <a:pt x="476" y="1163"/>
                  </a:lnTo>
                  <a:lnTo>
                    <a:pt x="478" y="1206"/>
                  </a:lnTo>
                  <a:lnTo>
                    <a:pt x="476" y="1248"/>
                  </a:lnTo>
                  <a:lnTo>
                    <a:pt x="473" y="1290"/>
                  </a:lnTo>
                  <a:lnTo>
                    <a:pt x="467" y="1330"/>
                  </a:lnTo>
                  <a:lnTo>
                    <a:pt x="459" y="1367"/>
                  </a:lnTo>
                  <a:lnTo>
                    <a:pt x="448" y="1405"/>
                  </a:lnTo>
                  <a:lnTo>
                    <a:pt x="437" y="1439"/>
                  </a:lnTo>
                  <a:lnTo>
                    <a:pt x="423" y="1472"/>
                  </a:lnTo>
                  <a:lnTo>
                    <a:pt x="407" y="1501"/>
                  </a:lnTo>
                  <a:lnTo>
                    <a:pt x="390" y="1528"/>
                  </a:lnTo>
                  <a:lnTo>
                    <a:pt x="372" y="1553"/>
                  </a:lnTo>
                  <a:lnTo>
                    <a:pt x="352" y="1574"/>
                  </a:lnTo>
                  <a:lnTo>
                    <a:pt x="331" y="1591"/>
                  </a:lnTo>
                  <a:lnTo>
                    <a:pt x="309" y="1605"/>
                  </a:lnTo>
                  <a:lnTo>
                    <a:pt x="287" y="1616"/>
                  </a:lnTo>
                  <a:lnTo>
                    <a:pt x="263" y="1622"/>
                  </a:lnTo>
                  <a:lnTo>
                    <a:pt x="239" y="1624"/>
                  </a:lnTo>
                  <a:lnTo>
                    <a:pt x="214" y="1622"/>
                  </a:lnTo>
                  <a:lnTo>
                    <a:pt x="191" y="1616"/>
                  </a:lnTo>
                  <a:lnTo>
                    <a:pt x="168" y="1605"/>
                  </a:lnTo>
                  <a:lnTo>
                    <a:pt x="146" y="1591"/>
                  </a:lnTo>
                  <a:lnTo>
                    <a:pt x="125" y="1574"/>
                  </a:lnTo>
                  <a:lnTo>
                    <a:pt x="105" y="1553"/>
                  </a:lnTo>
                  <a:lnTo>
                    <a:pt x="87" y="1528"/>
                  </a:lnTo>
                  <a:lnTo>
                    <a:pt x="70" y="1501"/>
                  </a:lnTo>
                  <a:lnTo>
                    <a:pt x="55" y="1472"/>
                  </a:lnTo>
                  <a:lnTo>
                    <a:pt x="41" y="1439"/>
                  </a:lnTo>
                  <a:lnTo>
                    <a:pt x="29" y="1405"/>
                  </a:lnTo>
                  <a:lnTo>
                    <a:pt x="18" y="1367"/>
                  </a:lnTo>
                  <a:lnTo>
                    <a:pt x="10" y="1330"/>
                  </a:lnTo>
                  <a:lnTo>
                    <a:pt x="4" y="1290"/>
                  </a:lnTo>
                  <a:lnTo>
                    <a:pt x="1" y="1248"/>
                  </a:lnTo>
                  <a:lnTo>
                    <a:pt x="0" y="1206"/>
                  </a:lnTo>
                  <a:lnTo>
                    <a:pt x="1" y="1163"/>
                  </a:lnTo>
                  <a:lnTo>
                    <a:pt x="4" y="1121"/>
                  </a:lnTo>
                  <a:lnTo>
                    <a:pt x="10" y="1081"/>
                  </a:lnTo>
                  <a:lnTo>
                    <a:pt x="18" y="1043"/>
                  </a:lnTo>
                  <a:lnTo>
                    <a:pt x="29" y="1006"/>
                  </a:lnTo>
                  <a:lnTo>
                    <a:pt x="41" y="971"/>
                  </a:lnTo>
                  <a:lnTo>
                    <a:pt x="55" y="940"/>
                  </a:lnTo>
                  <a:lnTo>
                    <a:pt x="70" y="909"/>
                  </a:lnTo>
                  <a:lnTo>
                    <a:pt x="87" y="882"/>
                  </a:lnTo>
                  <a:lnTo>
                    <a:pt x="105" y="857"/>
                  </a:lnTo>
                  <a:lnTo>
                    <a:pt x="125" y="836"/>
                  </a:lnTo>
                  <a:lnTo>
                    <a:pt x="146" y="819"/>
                  </a:lnTo>
                  <a:lnTo>
                    <a:pt x="168" y="805"/>
                  </a:lnTo>
                  <a:lnTo>
                    <a:pt x="191" y="794"/>
                  </a:lnTo>
                  <a:lnTo>
                    <a:pt x="214" y="788"/>
                  </a:lnTo>
                  <a:lnTo>
                    <a:pt x="239" y="786"/>
                  </a:lnTo>
                  <a:close/>
                  <a:moveTo>
                    <a:pt x="1119" y="2495"/>
                  </a:moveTo>
                  <a:lnTo>
                    <a:pt x="1143" y="2498"/>
                  </a:lnTo>
                  <a:lnTo>
                    <a:pt x="1167" y="2504"/>
                  </a:lnTo>
                  <a:lnTo>
                    <a:pt x="1190" y="2514"/>
                  </a:lnTo>
                  <a:lnTo>
                    <a:pt x="1211" y="2528"/>
                  </a:lnTo>
                  <a:lnTo>
                    <a:pt x="1232" y="2546"/>
                  </a:lnTo>
                  <a:lnTo>
                    <a:pt x="1252" y="2567"/>
                  </a:lnTo>
                  <a:lnTo>
                    <a:pt x="1271" y="2592"/>
                  </a:lnTo>
                  <a:lnTo>
                    <a:pt x="1288" y="2618"/>
                  </a:lnTo>
                  <a:lnTo>
                    <a:pt x="1304" y="2648"/>
                  </a:lnTo>
                  <a:lnTo>
                    <a:pt x="1318" y="2681"/>
                  </a:lnTo>
                  <a:lnTo>
                    <a:pt x="1329" y="2715"/>
                  </a:lnTo>
                  <a:lnTo>
                    <a:pt x="1340" y="2752"/>
                  </a:lnTo>
                  <a:lnTo>
                    <a:pt x="1348" y="2790"/>
                  </a:lnTo>
                  <a:lnTo>
                    <a:pt x="1354" y="2830"/>
                  </a:lnTo>
                  <a:lnTo>
                    <a:pt x="1358" y="2872"/>
                  </a:lnTo>
                  <a:lnTo>
                    <a:pt x="1359" y="2914"/>
                  </a:lnTo>
                  <a:lnTo>
                    <a:pt x="1358" y="2956"/>
                  </a:lnTo>
                  <a:lnTo>
                    <a:pt x="1354" y="2998"/>
                  </a:lnTo>
                  <a:lnTo>
                    <a:pt x="1348" y="3038"/>
                  </a:lnTo>
                  <a:lnTo>
                    <a:pt x="1340" y="3077"/>
                  </a:lnTo>
                  <a:lnTo>
                    <a:pt x="1329" y="3113"/>
                  </a:lnTo>
                  <a:lnTo>
                    <a:pt x="1318" y="3147"/>
                  </a:lnTo>
                  <a:lnTo>
                    <a:pt x="1304" y="3180"/>
                  </a:lnTo>
                  <a:lnTo>
                    <a:pt x="1288" y="3209"/>
                  </a:lnTo>
                  <a:lnTo>
                    <a:pt x="1271" y="3238"/>
                  </a:lnTo>
                  <a:lnTo>
                    <a:pt x="1252" y="3261"/>
                  </a:lnTo>
                  <a:lnTo>
                    <a:pt x="1232" y="3282"/>
                  </a:lnTo>
                  <a:lnTo>
                    <a:pt x="1211" y="3301"/>
                  </a:lnTo>
                  <a:lnTo>
                    <a:pt x="1190" y="3315"/>
                  </a:lnTo>
                  <a:lnTo>
                    <a:pt x="1167" y="3325"/>
                  </a:lnTo>
                  <a:lnTo>
                    <a:pt x="1143" y="3331"/>
                  </a:lnTo>
                  <a:lnTo>
                    <a:pt x="1119" y="3334"/>
                  </a:lnTo>
                  <a:lnTo>
                    <a:pt x="1094" y="3331"/>
                  </a:lnTo>
                  <a:lnTo>
                    <a:pt x="1070" y="3325"/>
                  </a:lnTo>
                  <a:lnTo>
                    <a:pt x="1048" y="3315"/>
                  </a:lnTo>
                  <a:lnTo>
                    <a:pt x="1026" y="3301"/>
                  </a:lnTo>
                  <a:lnTo>
                    <a:pt x="1005" y="3282"/>
                  </a:lnTo>
                  <a:lnTo>
                    <a:pt x="985" y="3261"/>
                  </a:lnTo>
                  <a:lnTo>
                    <a:pt x="967" y="3238"/>
                  </a:lnTo>
                  <a:lnTo>
                    <a:pt x="950" y="3209"/>
                  </a:lnTo>
                  <a:lnTo>
                    <a:pt x="935" y="3180"/>
                  </a:lnTo>
                  <a:lnTo>
                    <a:pt x="921" y="3147"/>
                  </a:lnTo>
                  <a:lnTo>
                    <a:pt x="909" y="3113"/>
                  </a:lnTo>
                  <a:lnTo>
                    <a:pt x="898" y="3077"/>
                  </a:lnTo>
                  <a:lnTo>
                    <a:pt x="890" y="3038"/>
                  </a:lnTo>
                  <a:lnTo>
                    <a:pt x="884" y="2998"/>
                  </a:lnTo>
                  <a:lnTo>
                    <a:pt x="881" y="2956"/>
                  </a:lnTo>
                  <a:lnTo>
                    <a:pt x="880" y="2914"/>
                  </a:lnTo>
                  <a:lnTo>
                    <a:pt x="881" y="2872"/>
                  </a:lnTo>
                  <a:lnTo>
                    <a:pt x="884" y="2830"/>
                  </a:lnTo>
                  <a:lnTo>
                    <a:pt x="890" y="2790"/>
                  </a:lnTo>
                  <a:lnTo>
                    <a:pt x="898" y="2752"/>
                  </a:lnTo>
                  <a:lnTo>
                    <a:pt x="909" y="2715"/>
                  </a:lnTo>
                  <a:lnTo>
                    <a:pt x="921" y="2681"/>
                  </a:lnTo>
                  <a:lnTo>
                    <a:pt x="935" y="2648"/>
                  </a:lnTo>
                  <a:lnTo>
                    <a:pt x="950" y="2618"/>
                  </a:lnTo>
                  <a:lnTo>
                    <a:pt x="967" y="2592"/>
                  </a:lnTo>
                  <a:lnTo>
                    <a:pt x="985" y="2567"/>
                  </a:lnTo>
                  <a:lnTo>
                    <a:pt x="1005" y="2546"/>
                  </a:lnTo>
                  <a:lnTo>
                    <a:pt x="1026" y="2528"/>
                  </a:lnTo>
                  <a:lnTo>
                    <a:pt x="1048" y="2514"/>
                  </a:lnTo>
                  <a:lnTo>
                    <a:pt x="1070" y="2504"/>
                  </a:lnTo>
                  <a:lnTo>
                    <a:pt x="1094" y="2498"/>
                  </a:lnTo>
                  <a:lnTo>
                    <a:pt x="1119" y="2495"/>
                  </a:lnTo>
                  <a:close/>
                  <a:moveTo>
                    <a:pt x="2380" y="2651"/>
                  </a:moveTo>
                  <a:lnTo>
                    <a:pt x="2405" y="2654"/>
                  </a:lnTo>
                  <a:lnTo>
                    <a:pt x="2428" y="2660"/>
                  </a:lnTo>
                  <a:lnTo>
                    <a:pt x="2452" y="2670"/>
                  </a:lnTo>
                  <a:lnTo>
                    <a:pt x="2473" y="2684"/>
                  </a:lnTo>
                  <a:lnTo>
                    <a:pt x="2494" y="2703"/>
                  </a:lnTo>
                  <a:lnTo>
                    <a:pt x="2514" y="2724"/>
                  </a:lnTo>
                  <a:lnTo>
                    <a:pt x="2533" y="2747"/>
                  </a:lnTo>
                  <a:lnTo>
                    <a:pt x="2550" y="2774"/>
                  </a:lnTo>
                  <a:lnTo>
                    <a:pt x="2565" y="2805"/>
                  </a:lnTo>
                  <a:lnTo>
                    <a:pt x="2580" y="2838"/>
                  </a:lnTo>
                  <a:lnTo>
                    <a:pt x="2591" y="2872"/>
                  </a:lnTo>
                  <a:lnTo>
                    <a:pt x="2602" y="2908"/>
                  </a:lnTo>
                  <a:lnTo>
                    <a:pt x="2610" y="2947"/>
                  </a:lnTo>
                  <a:lnTo>
                    <a:pt x="2616" y="2987"/>
                  </a:lnTo>
                  <a:lnTo>
                    <a:pt x="2619" y="3029"/>
                  </a:lnTo>
                  <a:lnTo>
                    <a:pt x="2621" y="3071"/>
                  </a:lnTo>
                  <a:lnTo>
                    <a:pt x="2619" y="3113"/>
                  </a:lnTo>
                  <a:lnTo>
                    <a:pt x="2616" y="3155"/>
                  </a:lnTo>
                  <a:lnTo>
                    <a:pt x="2610" y="3195"/>
                  </a:lnTo>
                  <a:lnTo>
                    <a:pt x="2602" y="3233"/>
                  </a:lnTo>
                  <a:lnTo>
                    <a:pt x="2591" y="3270"/>
                  </a:lnTo>
                  <a:lnTo>
                    <a:pt x="2580" y="3304"/>
                  </a:lnTo>
                  <a:lnTo>
                    <a:pt x="2565" y="3337"/>
                  </a:lnTo>
                  <a:lnTo>
                    <a:pt x="2550" y="3367"/>
                  </a:lnTo>
                  <a:lnTo>
                    <a:pt x="2533" y="3393"/>
                  </a:lnTo>
                  <a:lnTo>
                    <a:pt x="2514" y="3418"/>
                  </a:lnTo>
                  <a:lnTo>
                    <a:pt x="2494" y="3439"/>
                  </a:lnTo>
                  <a:lnTo>
                    <a:pt x="2473" y="3457"/>
                  </a:lnTo>
                  <a:lnTo>
                    <a:pt x="2452" y="3471"/>
                  </a:lnTo>
                  <a:lnTo>
                    <a:pt x="2428" y="3481"/>
                  </a:lnTo>
                  <a:lnTo>
                    <a:pt x="2405" y="3487"/>
                  </a:lnTo>
                  <a:lnTo>
                    <a:pt x="2380" y="3490"/>
                  </a:lnTo>
                  <a:lnTo>
                    <a:pt x="2356" y="3487"/>
                  </a:lnTo>
                  <a:lnTo>
                    <a:pt x="2332" y="3481"/>
                  </a:lnTo>
                  <a:lnTo>
                    <a:pt x="2310" y="3471"/>
                  </a:lnTo>
                  <a:lnTo>
                    <a:pt x="2288" y="3457"/>
                  </a:lnTo>
                  <a:lnTo>
                    <a:pt x="2267" y="3439"/>
                  </a:lnTo>
                  <a:lnTo>
                    <a:pt x="2248" y="3418"/>
                  </a:lnTo>
                  <a:lnTo>
                    <a:pt x="2229" y="3393"/>
                  </a:lnTo>
                  <a:lnTo>
                    <a:pt x="2212" y="3367"/>
                  </a:lnTo>
                  <a:lnTo>
                    <a:pt x="2196" y="3337"/>
                  </a:lnTo>
                  <a:lnTo>
                    <a:pt x="2182" y="3304"/>
                  </a:lnTo>
                  <a:lnTo>
                    <a:pt x="2171" y="3270"/>
                  </a:lnTo>
                  <a:lnTo>
                    <a:pt x="2160" y="3233"/>
                  </a:lnTo>
                  <a:lnTo>
                    <a:pt x="2152" y="3195"/>
                  </a:lnTo>
                  <a:lnTo>
                    <a:pt x="2146" y="3155"/>
                  </a:lnTo>
                  <a:lnTo>
                    <a:pt x="2142" y="3113"/>
                  </a:lnTo>
                  <a:lnTo>
                    <a:pt x="2141" y="3071"/>
                  </a:lnTo>
                  <a:lnTo>
                    <a:pt x="2142" y="3029"/>
                  </a:lnTo>
                  <a:lnTo>
                    <a:pt x="2146" y="2987"/>
                  </a:lnTo>
                  <a:lnTo>
                    <a:pt x="2152" y="2947"/>
                  </a:lnTo>
                  <a:lnTo>
                    <a:pt x="2160" y="2908"/>
                  </a:lnTo>
                  <a:lnTo>
                    <a:pt x="2171" y="2872"/>
                  </a:lnTo>
                  <a:lnTo>
                    <a:pt x="2182" y="2838"/>
                  </a:lnTo>
                  <a:lnTo>
                    <a:pt x="2196" y="2805"/>
                  </a:lnTo>
                  <a:lnTo>
                    <a:pt x="2212" y="2774"/>
                  </a:lnTo>
                  <a:lnTo>
                    <a:pt x="2229" y="2747"/>
                  </a:lnTo>
                  <a:lnTo>
                    <a:pt x="2248" y="2724"/>
                  </a:lnTo>
                  <a:lnTo>
                    <a:pt x="2267" y="2703"/>
                  </a:lnTo>
                  <a:lnTo>
                    <a:pt x="2288" y="2684"/>
                  </a:lnTo>
                  <a:lnTo>
                    <a:pt x="2310" y="2670"/>
                  </a:lnTo>
                  <a:lnTo>
                    <a:pt x="2332" y="2660"/>
                  </a:lnTo>
                  <a:lnTo>
                    <a:pt x="2356" y="2654"/>
                  </a:lnTo>
                  <a:lnTo>
                    <a:pt x="2380" y="2651"/>
                  </a:lnTo>
                  <a:close/>
                  <a:moveTo>
                    <a:pt x="2342" y="1355"/>
                  </a:moveTo>
                  <a:lnTo>
                    <a:pt x="2366" y="1357"/>
                  </a:lnTo>
                  <a:lnTo>
                    <a:pt x="2390" y="1363"/>
                  </a:lnTo>
                  <a:lnTo>
                    <a:pt x="2412" y="1373"/>
                  </a:lnTo>
                  <a:lnTo>
                    <a:pt x="2434" y="1387"/>
                  </a:lnTo>
                  <a:lnTo>
                    <a:pt x="2455" y="1405"/>
                  </a:lnTo>
                  <a:lnTo>
                    <a:pt x="2475" y="1426"/>
                  </a:lnTo>
                  <a:lnTo>
                    <a:pt x="2493" y="1451"/>
                  </a:lnTo>
                  <a:lnTo>
                    <a:pt x="2510" y="1478"/>
                  </a:lnTo>
                  <a:lnTo>
                    <a:pt x="2526" y="1507"/>
                  </a:lnTo>
                  <a:lnTo>
                    <a:pt x="2540" y="1540"/>
                  </a:lnTo>
                  <a:lnTo>
                    <a:pt x="2551" y="1574"/>
                  </a:lnTo>
                  <a:lnTo>
                    <a:pt x="2562" y="1611"/>
                  </a:lnTo>
                  <a:lnTo>
                    <a:pt x="2570" y="1649"/>
                  </a:lnTo>
                  <a:lnTo>
                    <a:pt x="2576" y="1689"/>
                  </a:lnTo>
                  <a:lnTo>
                    <a:pt x="2580" y="1731"/>
                  </a:lnTo>
                  <a:lnTo>
                    <a:pt x="2581" y="1773"/>
                  </a:lnTo>
                  <a:lnTo>
                    <a:pt x="2580" y="1815"/>
                  </a:lnTo>
                  <a:lnTo>
                    <a:pt x="2576" y="1858"/>
                  </a:lnTo>
                  <a:lnTo>
                    <a:pt x="2570" y="1897"/>
                  </a:lnTo>
                  <a:lnTo>
                    <a:pt x="2562" y="1936"/>
                  </a:lnTo>
                  <a:lnTo>
                    <a:pt x="2551" y="1972"/>
                  </a:lnTo>
                  <a:lnTo>
                    <a:pt x="2540" y="2008"/>
                  </a:lnTo>
                  <a:lnTo>
                    <a:pt x="2526" y="2039"/>
                  </a:lnTo>
                  <a:lnTo>
                    <a:pt x="2510" y="2070"/>
                  </a:lnTo>
                  <a:lnTo>
                    <a:pt x="2493" y="2097"/>
                  </a:lnTo>
                  <a:lnTo>
                    <a:pt x="2475" y="2121"/>
                  </a:lnTo>
                  <a:lnTo>
                    <a:pt x="2455" y="2142"/>
                  </a:lnTo>
                  <a:lnTo>
                    <a:pt x="2434" y="2160"/>
                  </a:lnTo>
                  <a:lnTo>
                    <a:pt x="2412" y="2174"/>
                  </a:lnTo>
                  <a:lnTo>
                    <a:pt x="2390" y="2185"/>
                  </a:lnTo>
                  <a:lnTo>
                    <a:pt x="2366" y="2191"/>
                  </a:lnTo>
                  <a:lnTo>
                    <a:pt x="2342" y="2193"/>
                  </a:lnTo>
                  <a:lnTo>
                    <a:pt x="2317" y="2191"/>
                  </a:lnTo>
                  <a:lnTo>
                    <a:pt x="2294" y="2185"/>
                  </a:lnTo>
                  <a:lnTo>
                    <a:pt x="2270" y="2174"/>
                  </a:lnTo>
                  <a:lnTo>
                    <a:pt x="2249" y="2160"/>
                  </a:lnTo>
                  <a:lnTo>
                    <a:pt x="2228" y="2142"/>
                  </a:lnTo>
                  <a:lnTo>
                    <a:pt x="2208" y="2121"/>
                  </a:lnTo>
                  <a:lnTo>
                    <a:pt x="2189" y="2097"/>
                  </a:lnTo>
                  <a:lnTo>
                    <a:pt x="2173" y="2070"/>
                  </a:lnTo>
                  <a:lnTo>
                    <a:pt x="2157" y="2039"/>
                  </a:lnTo>
                  <a:lnTo>
                    <a:pt x="2142" y="2008"/>
                  </a:lnTo>
                  <a:lnTo>
                    <a:pt x="2131" y="1972"/>
                  </a:lnTo>
                  <a:lnTo>
                    <a:pt x="2120" y="1936"/>
                  </a:lnTo>
                  <a:lnTo>
                    <a:pt x="2112" y="1897"/>
                  </a:lnTo>
                  <a:lnTo>
                    <a:pt x="2106" y="1858"/>
                  </a:lnTo>
                  <a:lnTo>
                    <a:pt x="2103" y="1815"/>
                  </a:lnTo>
                  <a:lnTo>
                    <a:pt x="2101" y="1773"/>
                  </a:lnTo>
                  <a:lnTo>
                    <a:pt x="2103" y="1731"/>
                  </a:lnTo>
                  <a:lnTo>
                    <a:pt x="2106" y="1689"/>
                  </a:lnTo>
                  <a:lnTo>
                    <a:pt x="2112" y="1649"/>
                  </a:lnTo>
                  <a:lnTo>
                    <a:pt x="2120" y="1611"/>
                  </a:lnTo>
                  <a:lnTo>
                    <a:pt x="2131" y="1574"/>
                  </a:lnTo>
                  <a:lnTo>
                    <a:pt x="2142" y="1540"/>
                  </a:lnTo>
                  <a:lnTo>
                    <a:pt x="2157" y="1507"/>
                  </a:lnTo>
                  <a:lnTo>
                    <a:pt x="2173" y="1478"/>
                  </a:lnTo>
                  <a:lnTo>
                    <a:pt x="2189" y="1451"/>
                  </a:lnTo>
                  <a:lnTo>
                    <a:pt x="2208" y="1426"/>
                  </a:lnTo>
                  <a:lnTo>
                    <a:pt x="2228" y="1405"/>
                  </a:lnTo>
                  <a:lnTo>
                    <a:pt x="2249" y="1387"/>
                  </a:lnTo>
                  <a:lnTo>
                    <a:pt x="2270" y="1373"/>
                  </a:lnTo>
                  <a:lnTo>
                    <a:pt x="2294" y="1363"/>
                  </a:lnTo>
                  <a:lnTo>
                    <a:pt x="2317" y="1357"/>
                  </a:lnTo>
                  <a:lnTo>
                    <a:pt x="2342" y="1355"/>
                  </a:lnTo>
                  <a:close/>
                  <a:moveTo>
                    <a:pt x="3179" y="819"/>
                  </a:moveTo>
                  <a:lnTo>
                    <a:pt x="3204" y="821"/>
                  </a:lnTo>
                  <a:lnTo>
                    <a:pt x="3227" y="827"/>
                  </a:lnTo>
                  <a:lnTo>
                    <a:pt x="3250" y="838"/>
                  </a:lnTo>
                  <a:lnTo>
                    <a:pt x="3272" y="852"/>
                  </a:lnTo>
                  <a:lnTo>
                    <a:pt x="3293" y="869"/>
                  </a:lnTo>
                  <a:lnTo>
                    <a:pt x="3312" y="890"/>
                  </a:lnTo>
                  <a:lnTo>
                    <a:pt x="3331" y="915"/>
                  </a:lnTo>
                  <a:lnTo>
                    <a:pt x="3348" y="942"/>
                  </a:lnTo>
                  <a:lnTo>
                    <a:pt x="3363" y="971"/>
                  </a:lnTo>
                  <a:lnTo>
                    <a:pt x="3377" y="1004"/>
                  </a:lnTo>
                  <a:lnTo>
                    <a:pt x="3389" y="1038"/>
                  </a:lnTo>
                  <a:lnTo>
                    <a:pt x="3400" y="1076"/>
                  </a:lnTo>
                  <a:lnTo>
                    <a:pt x="3408" y="1113"/>
                  </a:lnTo>
                  <a:lnTo>
                    <a:pt x="3414" y="1153"/>
                  </a:lnTo>
                  <a:lnTo>
                    <a:pt x="3417" y="1195"/>
                  </a:lnTo>
                  <a:lnTo>
                    <a:pt x="3418" y="1237"/>
                  </a:lnTo>
                  <a:lnTo>
                    <a:pt x="3417" y="1280"/>
                  </a:lnTo>
                  <a:lnTo>
                    <a:pt x="3414" y="1322"/>
                  </a:lnTo>
                  <a:lnTo>
                    <a:pt x="3408" y="1362"/>
                  </a:lnTo>
                  <a:lnTo>
                    <a:pt x="3400" y="1399"/>
                  </a:lnTo>
                  <a:lnTo>
                    <a:pt x="3389" y="1437"/>
                  </a:lnTo>
                  <a:lnTo>
                    <a:pt x="3377" y="1471"/>
                  </a:lnTo>
                  <a:lnTo>
                    <a:pt x="3363" y="1503"/>
                  </a:lnTo>
                  <a:lnTo>
                    <a:pt x="3348" y="1533"/>
                  </a:lnTo>
                  <a:lnTo>
                    <a:pt x="3331" y="1560"/>
                  </a:lnTo>
                  <a:lnTo>
                    <a:pt x="3312" y="1584"/>
                  </a:lnTo>
                  <a:lnTo>
                    <a:pt x="3293" y="1605"/>
                  </a:lnTo>
                  <a:lnTo>
                    <a:pt x="3272" y="1623"/>
                  </a:lnTo>
                  <a:lnTo>
                    <a:pt x="3250" y="1637"/>
                  </a:lnTo>
                  <a:lnTo>
                    <a:pt x="3227" y="1648"/>
                  </a:lnTo>
                  <a:lnTo>
                    <a:pt x="3204" y="1654"/>
                  </a:lnTo>
                  <a:lnTo>
                    <a:pt x="3179" y="1656"/>
                  </a:lnTo>
                  <a:lnTo>
                    <a:pt x="3155" y="1654"/>
                  </a:lnTo>
                  <a:lnTo>
                    <a:pt x="3131" y="1648"/>
                  </a:lnTo>
                  <a:lnTo>
                    <a:pt x="3108" y="1637"/>
                  </a:lnTo>
                  <a:lnTo>
                    <a:pt x="3087" y="1623"/>
                  </a:lnTo>
                  <a:lnTo>
                    <a:pt x="3066" y="1605"/>
                  </a:lnTo>
                  <a:lnTo>
                    <a:pt x="3046" y="1584"/>
                  </a:lnTo>
                  <a:lnTo>
                    <a:pt x="3027" y="1560"/>
                  </a:lnTo>
                  <a:lnTo>
                    <a:pt x="3011" y="1533"/>
                  </a:lnTo>
                  <a:lnTo>
                    <a:pt x="2994" y="1503"/>
                  </a:lnTo>
                  <a:lnTo>
                    <a:pt x="2980" y="1471"/>
                  </a:lnTo>
                  <a:lnTo>
                    <a:pt x="2968" y="1437"/>
                  </a:lnTo>
                  <a:lnTo>
                    <a:pt x="2958" y="1399"/>
                  </a:lnTo>
                  <a:lnTo>
                    <a:pt x="2950" y="1362"/>
                  </a:lnTo>
                  <a:lnTo>
                    <a:pt x="2944" y="1322"/>
                  </a:lnTo>
                  <a:lnTo>
                    <a:pt x="2940" y="1280"/>
                  </a:lnTo>
                  <a:lnTo>
                    <a:pt x="2939" y="1237"/>
                  </a:lnTo>
                  <a:lnTo>
                    <a:pt x="2940" y="1195"/>
                  </a:lnTo>
                  <a:lnTo>
                    <a:pt x="2944" y="1153"/>
                  </a:lnTo>
                  <a:lnTo>
                    <a:pt x="2950" y="1113"/>
                  </a:lnTo>
                  <a:lnTo>
                    <a:pt x="2958" y="1076"/>
                  </a:lnTo>
                  <a:lnTo>
                    <a:pt x="2968" y="1038"/>
                  </a:lnTo>
                  <a:lnTo>
                    <a:pt x="2980" y="1004"/>
                  </a:lnTo>
                  <a:lnTo>
                    <a:pt x="2994" y="971"/>
                  </a:lnTo>
                  <a:lnTo>
                    <a:pt x="3011" y="942"/>
                  </a:lnTo>
                  <a:lnTo>
                    <a:pt x="3027" y="915"/>
                  </a:lnTo>
                  <a:lnTo>
                    <a:pt x="3046" y="890"/>
                  </a:lnTo>
                  <a:lnTo>
                    <a:pt x="3066" y="869"/>
                  </a:lnTo>
                  <a:lnTo>
                    <a:pt x="3087" y="852"/>
                  </a:lnTo>
                  <a:lnTo>
                    <a:pt x="3108" y="838"/>
                  </a:lnTo>
                  <a:lnTo>
                    <a:pt x="3131" y="827"/>
                  </a:lnTo>
                  <a:lnTo>
                    <a:pt x="3155" y="821"/>
                  </a:lnTo>
                  <a:lnTo>
                    <a:pt x="3179" y="819"/>
                  </a:lnTo>
                  <a:close/>
                  <a:moveTo>
                    <a:pt x="3246" y="2144"/>
                  </a:moveTo>
                  <a:lnTo>
                    <a:pt x="3271" y="2146"/>
                  </a:lnTo>
                  <a:lnTo>
                    <a:pt x="3294" y="2152"/>
                  </a:lnTo>
                  <a:lnTo>
                    <a:pt x="3316" y="2162"/>
                  </a:lnTo>
                  <a:lnTo>
                    <a:pt x="3339" y="2176"/>
                  </a:lnTo>
                  <a:lnTo>
                    <a:pt x="3360" y="2194"/>
                  </a:lnTo>
                  <a:lnTo>
                    <a:pt x="3380" y="2215"/>
                  </a:lnTo>
                  <a:lnTo>
                    <a:pt x="3397" y="2240"/>
                  </a:lnTo>
                  <a:lnTo>
                    <a:pt x="3415" y="2267"/>
                  </a:lnTo>
                  <a:lnTo>
                    <a:pt x="3430" y="2296"/>
                  </a:lnTo>
                  <a:lnTo>
                    <a:pt x="3444" y="2329"/>
                  </a:lnTo>
                  <a:lnTo>
                    <a:pt x="3456" y="2363"/>
                  </a:lnTo>
                  <a:lnTo>
                    <a:pt x="3466" y="2400"/>
                  </a:lnTo>
                  <a:lnTo>
                    <a:pt x="3475" y="2438"/>
                  </a:lnTo>
                  <a:lnTo>
                    <a:pt x="3480" y="2478"/>
                  </a:lnTo>
                  <a:lnTo>
                    <a:pt x="3484" y="2520"/>
                  </a:lnTo>
                  <a:lnTo>
                    <a:pt x="3485" y="2562"/>
                  </a:lnTo>
                  <a:lnTo>
                    <a:pt x="3484" y="2604"/>
                  </a:lnTo>
                  <a:lnTo>
                    <a:pt x="3480" y="2647"/>
                  </a:lnTo>
                  <a:lnTo>
                    <a:pt x="3475" y="2686"/>
                  </a:lnTo>
                  <a:lnTo>
                    <a:pt x="3466" y="2725"/>
                  </a:lnTo>
                  <a:lnTo>
                    <a:pt x="3456" y="2762"/>
                  </a:lnTo>
                  <a:lnTo>
                    <a:pt x="3444" y="2796"/>
                  </a:lnTo>
                  <a:lnTo>
                    <a:pt x="3430" y="2828"/>
                  </a:lnTo>
                  <a:lnTo>
                    <a:pt x="3415" y="2858"/>
                  </a:lnTo>
                  <a:lnTo>
                    <a:pt x="3397" y="2886"/>
                  </a:lnTo>
                  <a:lnTo>
                    <a:pt x="3380" y="2909"/>
                  </a:lnTo>
                  <a:lnTo>
                    <a:pt x="3360" y="2930"/>
                  </a:lnTo>
                  <a:lnTo>
                    <a:pt x="3339" y="2949"/>
                  </a:lnTo>
                  <a:lnTo>
                    <a:pt x="3316" y="2963"/>
                  </a:lnTo>
                  <a:lnTo>
                    <a:pt x="3294" y="2974"/>
                  </a:lnTo>
                  <a:lnTo>
                    <a:pt x="3271" y="2980"/>
                  </a:lnTo>
                  <a:lnTo>
                    <a:pt x="3246" y="2982"/>
                  </a:lnTo>
                  <a:lnTo>
                    <a:pt x="3222" y="2980"/>
                  </a:lnTo>
                  <a:lnTo>
                    <a:pt x="3198" y="2974"/>
                  </a:lnTo>
                  <a:lnTo>
                    <a:pt x="3176" y="2963"/>
                  </a:lnTo>
                  <a:lnTo>
                    <a:pt x="3154" y="2949"/>
                  </a:lnTo>
                  <a:lnTo>
                    <a:pt x="3133" y="2930"/>
                  </a:lnTo>
                  <a:lnTo>
                    <a:pt x="3113" y="2909"/>
                  </a:lnTo>
                  <a:lnTo>
                    <a:pt x="3095" y="2886"/>
                  </a:lnTo>
                  <a:lnTo>
                    <a:pt x="3077" y="2858"/>
                  </a:lnTo>
                  <a:lnTo>
                    <a:pt x="3062" y="2828"/>
                  </a:lnTo>
                  <a:lnTo>
                    <a:pt x="3048" y="2796"/>
                  </a:lnTo>
                  <a:lnTo>
                    <a:pt x="3036" y="2762"/>
                  </a:lnTo>
                  <a:lnTo>
                    <a:pt x="3026" y="2725"/>
                  </a:lnTo>
                  <a:lnTo>
                    <a:pt x="3018" y="2686"/>
                  </a:lnTo>
                  <a:lnTo>
                    <a:pt x="3012" y="2647"/>
                  </a:lnTo>
                  <a:lnTo>
                    <a:pt x="3008" y="2604"/>
                  </a:lnTo>
                  <a:lnTo>
                    <a:pt x="3007" y="2562"/>
                  </a:lnTo>
                  <a:lnTo>
                    <a:pt x="3008" y="2520"/>
                  </a:lnTo>
                  <a:lnTo>
                    <a:pt x="3012" y="2478"/>
                  </a:lnTo>
                  <a:lnTo>
                    <a:pt x="3018" y="2438"/>
                  </a:lnTo>
                  <a:lnTo>
                    <a:pt x="3026" y="2400"/>
                  </a:lnTo>
                  <a:lnTo>
                    <a:pt x="3036" y="2363"/>
                  </a:lnTo>
                  <a:lnTo>
                    <a:pt x="3048" y="2329"/>
                  </a:lnTo>
                  <a:lnTo>
                    <a:pt x="3062" y="2296"/>
                  </a:lnTo>
                  <a:lnTo>
                    <a:pt x="3077" y="2267"/>
                  </a:lnTo>
                  <a:lnTo>
                    <a:pt x="3095" y="2240"/>
                  </a:lnTo>
                  <a:lnTo>
                    <a:pt x="3113" y="2215"/>
                  </a:lnTo>
                  <a:lnTo>
                    <a:pt x="3133" y="2194"/>
                  </a:lnTo>
                  <a:lnTo>
                    <a:pt x="3154" y="2176"/>
                  </a:lnTo>
                  <a:lnTo>
                    <a:pt x="3176" y="2162"/>
                  </a:lnTo>
                  <a:lnTo>
                    <a:pt x="3198" y="2152"/>
                  </a:lnTo>
                  <a:lnTo>
                    <a:pt x="3222" y="2146"/>
                  </a:lnTo>
                  <a:lnTo>
                    <a:pt x="3246" y="214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5746" name="Freeform 48"/>
            <p:cNvSpPr>
              <a:spLocks/>
            </p:cNvSpPr>
            <p:nvPr/>
          </p:nvSpPr>
          <p:spPr bwMode="auto">
            <a:xfrm>
              <a:off x="1267" y="1588"/>
              <a:ext cx="87" cy="52"/>
            </a:xfrm>
            <a:custGeom>
              <a:avLst/>
              <a:gdLst>
                <a:gd name="T0" fmla="*/ 3 w 437"/>
                <a:gd name="T1" fmla="*/ 2 h 260"/>
                <a:gd name="T2" fmla="*/ 3 w 437"/>
                <a:gd name="T3" fmla="*/ 2 h 260"/>
                <a:gd name="T4" fmla="*/ 3 w 437"/>
                <a:gd name="T5" fmla="*/ 2 h 260"/>
                <a:gd name="T6" fmla="*/ 3 w 437"/>
                <a:gd name="T7" fmla="*/ 2 h 260"/>
                <a:gd name="T8" fmla="*/ 3 w 437"/>
                <a:gd name="T9" fmla="*/ 1 h 260"/>
                <a:gd name="T10" fmla="*/ 3 w 437"/>
                <a:gd name="T11" fmla="*/ 1 h 260"/>
                <a:gd name="T12" fmla="*/ 3 w 437"/>
                <a:gd name="T13" fmla="*/ 1 h 260"/>
                <a:gd name="T14" fmla="*/ 3 w 437"/>
                <a:gd name="T15" fmla="*/ 1 h 260"/>
                <a:gd name="T16" fmla="*/ 3 w 437"/>
                <a:gd name="T17" fmla="*/ 1 h 260"/>
                <a:gd name="T18" fmla="*/ 2 w 437"/>
                <a:gd name="T19" fmla="*/ 1 h 260"/>
                <a:gd name="T20" fmla="*/ 2 w 437"/>
                <a:gd name="T21" fmla="*/ 0 h 260"/>
                <a:gd name="T22" fmla="*/ 2 w 437"/>
                <a:gd name="T23" fmla="*/ 0 h 260"/>
                <a:gd name="T24" fmla="*/ 2 w 437"/>
                <a:gd name="T25" fmla="*/ 0 h 260"/>
                <a:gd name="T26" fmla="*/ 1 w 437"/>
                <a:gd name="T27" fmla="*/ 0 h 260"/>
                <a:gd name="T28" fmla="*/ 1 w 437"/>
                <a:gd name="T29" fmla="*/ 0 h 260"/>
                <a:gd name="T30" fmla="*/ 1 w 437"/>
                <a:gd name="T31" fmla="*/ 0 h 260"/>
                <a:gd name="T32" fmla="*/ 0 w 437"/>
                <a:gd name="T33" fmla="*/ 0 h 260"/>
                <a:gd name="T34" fmla="*/ 0 w 437"/>
                <a:gd name="T35" fmla="*/ 0 h 260"/>
                <a:gd name="T36" fmla="*/ 0 w 437"/>
                <a:gd name="T37" fmla="*/ 0 h 260"/>
                <a:gd name="T38" fmla="*/ 0 w 437"/>
                <a:gd name="T39" fmla="*/ 0 h 260"/>
                <a:gd name="T40" fmla="*/ 1 w 437"/>
                <a:gd name="T41" fmla="*/ 0 h 260"/>
                <a:gd name="T42" fmla="*/ 1 w 437"/>
                <a:gd name="T43" fmla="*/ 0 h 260"/>
                <a:gd name="T44" fmla="*/ 1 w 437"/>
                <a:gd name="T45" fmla="*/ 0 h 260"/>
                <a:gd name="T46" fmla="*/ 2 w 437"/>
                <a:gd name="T47" fmla="*/ 0 h 260"/>
                <a:gd name="T48" fmla="*/ 2 w 437"/>
                <a:gd name="T49" fmla="*/ 0 h 260"/>
                <a:gd name="T50" fmla="*/ 2 w 437"/>
                <a:gd name="T51" fmla="*/ 1 h 260"/>
                <a:gd name="T52" fmla="*/ 2 w 437"/>
                <a:gd name="T53" fmla="*/ 1 h 260"/>
                <a:gd name="T54" fmla="*/ 3 w 437"/>
                <a:gd name="T55" fmla="*/ 1 h 260"/>
                <a:gd name="T56" fmla="*/ 3 w 437"/>
                <a:gd name="T57" fmla="*/ 1 h 260"/>
                <a:gd name="T58" fmla="*/ 3 w 437"/>
                <a:gd name="T59" fmla="*/ 1 h 260"/>
                <a:gd name="T60" fmla="*/ 3 w 437"/>
                <a:gd name="T61" fmla="*/ 1 h 260"/>
                <a:gd name="T62" fmla="*/ 3 w 437"/>
                <a:gd name="T63" fmla="*/ 1 h 260"/>
                <a:gd name="T64" fmla="*/ 3 w 437"/>
                <a:gd name="T65" fmla="*/ 2 h 260"/>
                <a:gd name="T66" fmla="*/ 3 w 437"/>
                <a:gd name="T67" fmla="*/ 2 h 260"/>
                <a:gd name="T68" fmla="*/ 3 w 437"/>
                <a:gd name="T69" fmla="*/ 2 h 260"/>
                <a:gd name="T70" fmla="*/ 3 w 437"/>
                <a:gd name="T71" fmla="*/ 2 h 260"/>
                <a:gd name="T72" fmla="*/ 3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437" y="260"/>
                  </a:moveTo>
                  <a:lnTo>
                    <a:pt x="437" y="260"/>
                  </a:lnTo>
                  <a:lnTo>
                    <a:pt x="434" y="233"/>
                  </a:lnTo>
                  <a:lnTo>
                    <a:pt x="427" y="206"/>
                  </a:lnTo>
                  <a:lnTo>
                    <a:pt x="417" y="181"/>
                  </a:lnTo>
                  <a:lnTo>
                    <a:pt x="401" y="157"/>
                  </a:lnTo>
                  <a:lnTo>
                    <a:pt x="383" y="133"/>
                  </a:lnTo>
                  <a:lnTo>
                    <a:pt x="360" y="113"/>
                  </a:lnTo>
                  <a:lnTo>
                    <a:pt x="336" y="93"/>
                  </a:lnTo>
                  <a:lnTo>
                    <a:pt x="308" y="73"/>
                  </a:lnTo>
                  <a:lnTo>
                    <a:pt x="276" y="58"/>
                  </a:lnTo>
                  <a:lnTo>
                    <a:pt x="242" y="43"/>
                  </a:lnTo>
                  <a:lnTo>
                    <a:pt x="207" y="30"/>
                  </a:lnTo>
                  <a:lnTo>
                    <a:pt x="168" y="19"/>
                  </a:lnTo>
                  <a:lnTo>
                    <a:pt x="128" y="11"/>
                  </a:lnTo>
                  <a:lnTo>
                    <a:pt x="87" y="4"/>
                  </a:lnTo>
                  <a:lnTo>
                    <a:pt x="43" y="1"/>
                  </a:lnTo>
                  <a:lnTo>
                    <a:pt x="0" y="0"/>
                  </a:lnTo>
                  <a:lnTo>
                    <a:pt x="0" y="11"/>
                  </a:lnTo>
                  <a:lnTo>
                    <a:pt x="43" y="12"/>
                  </a:lnTo>
                  <a:lnTo>
                    <a:pt x="85" y="16"/>
                  </a:lnTo>
                  <a:lnTo>
                    <a:pt x="126" y="23"/>
                  </a:lnTo>
                  <a:lnTo>
                    <a:pt x="166" y="31"/>
                  </a:lnTo>
                  <a:lnTo>
                    <a:pt x="202" y="42"/>
                  </a:lnTo>
                  <a:lnTo>
                    <a:pt x="237" y="55"/>
                  </a:lnTo>
                  <a:lnTo>
                    <a:pt x="271" y="70"/>
                  </a:lnTo>
                  <a:lnTo>
                    <a:pt x="301" y="85"/>
                  </a:lnTo>
                  <a:lnTo>
                    <a:pt x="329" y="103"/>
                  </a:lnTo>
                  <a:lnTo>
                    <a:pt x="353" y="123"/>
                  </a:lnTo>
                  <a:lnTo>
                    <a:pt x="373" y="143"/>
                  </a:lnTo>
                  <a:lnTo>
                    <a:pt x="392" y="164"/>
                  </a:lnTo>
                  <a:lnTo>
                    <a:pt x="405" y="186"/>
                  </a:lnTo>
                  <a:lnTo>
                    <a:pt x="415" y="211"/>
                  </a:lnTo>
                  <a:lnTo>
                    <a:pt x="422" y="235"/>
                  </a:lnTo>
                  <a:lnTo>
                    <a:pt x="425" y="260"/>
                  </a:lnTo>
                  <a:lnTo>
                    <a:pt x="437"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5747" name="Freeform 49"/>
            <p:cNvSpPr>
              <a:spLocks/>
            </p:cNvSpPr>
            <p:nvPr/>
          </p:nvSpPr>
          <p:spPr bwMode="auto">
            <a:xfrm>
              <a:off x="1267" y="1640"/>
              <a:ext cx="87" cy="52"/>
            </a:xfrm>
            <a:custGeom>
              <a:avLst/>
              <a:gdLst>
                <a:gd name="T0" fmla="*/ 0 w 437"/>
                <a:gd name="T1" fmla="*/ 2 h 260"/>
                <a:gd name="T2" fmla="*/ 0 w 437"/>
                <a:gd name="T3" fmla="*/ 2 h 260"/>
                <a:gd name="T4" fmla="*/ 0 w 437"/>
                <a:gd name="T5" fmla="*/ 2 h 260"/>
                <a:gd name="T6" fmla="*/ 1 w 437"/>
                <a:gd name="T7" fmla="*/ 2 h 260"/>
                <a:gd name="T8" fmla="*/ 1 w 437"/>
                <a:gd name="T9" fmla="*/ 2 h 260"/>
                <a:gd name="T10" fmla="*/ 1 w 437"/>
                <a:gd name="T11" fmla="*/ 2 h 260"/>
                <a:gd name="T12" fmla="*/ 2 w 437"/>
                <a:gd name="T13" fmla="*/ 2 h 260"/>
                <a:gd name="T14" fmla="*/ 2 w 437"/>
                <a:gd name="T15" fmla="*/ 2 h 260"/>
                <a:gd name="T16" fmla="*/ 2 w 437"/>
                <a:gd name="T17" fmla="*/ 2 h 260"/>
                <a:gd name="T18" fmla="*/ 2 w 437"/>
                <a:gd name="T19" fmla="*/ 1 h 260"/>
                <a:gd name="T20" fmla="*/ 3 w 437"/>
                <a:gd name="T21" fmla="*/ 1 h 260"/>
                <a:gd name="T22" fmla="*/ 3 w 437"/>
                <a:gd name="T23" fmla="*/ 1 h 260"/>
                <a:gd name="T24" fmla="*/ 3 w 437"/>
                <a:gd name="T25" fmla="*/ 1 h 260"/>
                <a:gd name="T26" fmla="*/ 3 w 437"/>
                <a:gd name="T27" fmla="*/ 1 h 260"/>
                <a:gd name="T28" fmla="*/ 3 w 437"/>
                <a:gd name="T29" fmla="*/ 1 h 260"/>
                <a:gd name="T30" fmla="*/ 3 w 437"/>
                <a:gd name="T31" fmla="*/ 0 h 260"/>
                <a:gd name="T32" fmla="*/ 3 w 437"/>
                <a:gd name="T33" fmla="*/ 0 h 260"/>
                <a:gd name="T34" fmla="*/ 3 w 437"/>
                <a:gd name="T35" fmla="*/ 0 h 260"/>
                <a:gd name="T36" fmla="*/ 3 w 437"/>
                <a:gd name="T37" fmla="*/ 0 h 260"/>
                <a:gd name="T38" fmla="*/ 3 w 437"/>
                <a:gd name="T39" fmla="*/ 0 h 260"/>
                <a:gd name="T40" fmla="*/ 3 w 437"/>
                <a:gd name="T41" fmla="*/ 0 h 260"/>
                <a:gd name="T42" fmla="*/ 3 w 437"/>
                <a:gd name="T43" fmla="*/ 1 h 260"/>
                <a:gd name="T44" fmla="*/ 3 w 437"/>
                <a:gd name="T45" fmla="*/ 1 h 260"/>
                <a:gd name="T46" fmla="*/ 3 w 437"/>
                <a:gd name="T47" fmla="*/ 1 h 260"/>
                <a:gd name="T48" fmla="*/ 3 w 437"/>
                <a:gd name="T49" fmla="*/ 1 h 260"/>
                <a:gd name="T50" fmla="*/ 3 w 437"/>
                <a:gd name="T51" fmla="*/ 1 h 260"/>
                <a:gd name="T52" fmla="*/ 2 w 437"/>
                <a:gd name="T53" fmla="*/ 1 h 260"/>
                <a:gd name="T54" fmla="*/ 2 w 437"/>
                <a:gd name="T55" fmla="*/ 2 h 260"/>
                <a:gd name="T56" fmla="*/ 2 w 437"/>
                <a:gd name="T57" fmla="*/ 2 h 260"/>
                <a:gd name="T58" fmla="*/ 2 w 437"/>
                <a:gd name="T59" fmla="*/ 2 h 260"/>
                <a:gd name="T60" fmla="*/ 1 w 437"/>
                <a:gd name="T61" fmla="*/ 2 h 260"/>
                <a:gd name="T62" fmla="*/ 1 w 437"/>
                <a:gd name="T63" fmla="*/ 2 h 260"/>
                <a:gd name="T64" fmla="*/ 1 w 437"/>
                <a:gd name="T65" fmla="*/ 2 h 260"/>
                <a:gd name="T66" fmla="*/ 0 w 437"/>
                <a:gd name="T67" fmla="*/ 2 h 260"/>
                <a:gd name="T68" fmla="*/ 0 w 437"/>
                <a:gd name="T69" fmla="*/ 2 h 260"/>
                <a:gd name="T70" fmla="*/ 0 w 437"/>
                <a:gd name="T71" fmla="*/ 2 h 260"/>
                <a:gd name="T72" fmla="*/ 0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0" y="260"/>
                  </a:moveTo>
                  <a:lnTo>
                    <a:pt x="0" y="260"/>
                  </a:lnTo>
                  <a:lnTo>
                    <a:pt x="43" y="259"/>
                  </a:lnTo>
                  <a:lnTo>
                    <a:pt x="87" y="255"/>
                  </a:lnTo>
                  <a:lnTo>
                    <a:pt x="128" y="248"/>
                  </a:lnTo>
                  <a:lnTo>
                    <a:pt x="168" y="240"/>
                  </a:lnTo>
                  <a:lnTo>
                    <a:pt x="207" y="230"/>
                  </a:lnTo>
                  <a:lnTo>
                    <a:pt x="242" y="217"/>
                  </a:lnTo>
                  <a:lnTo>
                    <a:pt x="276" y="202"/>
                  </a:lnTo>
                  <a:lnTo>
                    <a:pt x="308" y="185"/>
                  </a:lnTo>
                  <a:lnTo>
                    <a:pt x="336" y="166"/>
                  </a:lnTo>
                  <a:lnTo>
                    <a:pt x="360" y="146"/>
                  </a:lnTo>
                  <a:lnTo>
                    <a:pt x="383" y="125"/>
                  </a:lnTo>
                  <a:lnTo>
                    <a:pt x="401" y="102"/>
                  </a:lnTo>
                  <a:lnTo>
                    <a:pt x="417" y="77"/>
                  </a:lnTo>
                  <a:lnTo>
                    <a:pt x="427" y="53"/>
                  </a:lnTo>
                  <a:lnTo>
                    <a:pt x="434" y="27"/>
                  </a:lnTo>
                  <a:lnTo>
                    <a:pt x="437" y="0"/>
                  </a:lnTo>
                  <a:lnTo>
                    <a:pt x="425" y="0"/>
                  </a:lnTo>
                  <a:lnTo>
                    <a:pt x="422" y="24"/>
                  </a:lnTo>
                  <a:lnTo>
                    <a:pt x="415" y="48"/>
                  </a:lnTo>
                  <a:lnTo>
                    <a:pt x="405" y="73"/>
                  </a:lnTo>
                  <a:lnTo>
                    <a:pt x="392" y="95"/>
                  </a:lnTo>
                  <a:lnTo>
                    <a:pt x="373" y="116"/>
                  </a:lnTo>
                  <a:lnTo>
                    <a:pt x="353" y="137"/>
                  </a:lnTo>
                  <a:lnTo>
                    <a:pt x="329" y="157"/>
                  </a:lnTo>
                  <a:lnTo>
                    <a:pt x="301" y="173"/>
                  </a:lnTo>
                  <a:lnTo>
                    <a:pt x="271" y="190"/>
                  </a:lnTo>
                  <a:lnTo>
                    <a:pt x="237" y="205"/>
                  </a:lnTo>
                  <a:lnTo>
                    <a:pt x="202" y="218"/>
                  </a:lnTo>
                  <a:lnTo>
                    <a:pt x="166" y="228"/>
                  </a:lnTo>
                  <a:lnTo>
                    <a:pt x="126" y="237"/>
                  </a:lnTo>
                  <a:lnTo>
                    <a:pt x="85" y="244"/>
                  </a:lnTo>
                  <a:lnTo>
                    <a:pt x="43" y="247"/>
                  </a:lnTo>
                  <a:lnTo>
                    <a:pt x="0" y="248"/>
                  </a:lnTo>
                  <a:lnTo>
                    <a:pt x="0"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5748" name="Freeform 50"/>
            <p:cNvSpPr>
              <a:spLocks/>
            </p:cNvSpPr>
            <p:nvPr/>
          </p:nvSpPr>
          <p:spPr bwMode="auto">
            <a:xfrm>
              <a:off x="1179" y="1640"/>
              <a:ext cx="88" cy="52"/>
            </a:xfrm>
            <a:custGeom>
              <a:avLst/>
              <a:gdLst>
                <a:gd name="T0" fmla="*/ 0 w 439"/>
                <a:gd name="T1" fmla="*/ 0 h 260"/>
                <a:gd name="T2" fmla="*/ 0 w 439"/>
                <a:gd name="T3" fmla="*/ 0 h 260"/>
                <a:gd name="T4" fmla="*/ 0 w 439"/>
                <a:gd name="T5" fmla="*/ 0 h 260"/>
                <a:gd name="T6" fmla="*/ 0 w 439"/>
                <a:gd name="T7" fmla="*/ 0 h 260"/>
                <a:gd name="T8" fmla="*/ 0 w 439"/>
                <a:gd name="T9" fmla="*/ 1 h 260"/>
                <a:gd name="T10" fmla="*/ 0 w 439"/>
                <a:gd name="T11" fmla="*/ 1 h 260"/>
                <a:gd name="T12" fmla="*/ 0 w 439"/>
                <a:gd name="T13" fmla="*/ 1 h 260"/>
                <a:gd name="T14" fmla="*/ 1 w 439"/>
                <a:gd name="T15" fmla="*/ 1 h 260"/>
                <a:gd name="T16" fmla="*/ 1 w 439"/>
                <a:gd name="T17" fmla="*/ 1 h 260"/>
                <a:gd name="T18" fmla="*/ 1 w 439"/>
                <a:gd name="T19" fmla="*/ 1 h 260"/>
                <a:gd name="T20" fmla="*/ 1 w 439"/>
                <a:gd name="T21" fmla="*/ 2 h 260"/>
                <a:gd name="T22" fmla="*/ 2 w 439"/>
                <a:gd name="T23" fmla="*/ 2 h 260"/>
                <a:gd name="T24" fmla="*/ 2 w 439"/>
                <a:gd name="T25" fmla="*/ 2 h 260"/>
                <a:gd name="T26" fmla="*/ 2 w 439"/>
                <a:gd name="T27" fmla="*/ 2 h 260"/>
                <a:gd name="T28" fmla="*/ 2 w 439"/>
                <a:gd name="T29" fmla="*/ 2 h 260"/>
                <a:gd name="T30" fmla="*/ 3 w 439"/>
                <a:gd name="T31" fmla="*/ 2 h 260"/>
                <a:gd name="T32" fmla="*/ 3 w 439"/>
                <a:gd name="T33" fmla="*/ 2 h 260"/>
                <a:gd name="T34" fmla="*/ 4 w 439"/>
                <a:gd name="T35" fmla="*/ 2 h 260"/>
                <a:gd name="T36" fmla="*/ 4 w 439"/>
                <a:gd name="T37" fmla="*/ 2 h 260"/>
                <a:gd name="T38" fmla="*/ 3 w 439"/>
                <a:gd name="T39" fmla="*/ 2 h 260"/>
                <a:gd name="T40" fmla="*/ 3 w 439"/>
                <a:gd name="T41" fmla="*/ 2 h 260"/>
                <a:gd name="T42" fmla="*/ 3 w 439"/>
                <a:gd name="T43" fmla="*/ 2 h 260"/>
                <a:gd name="T44" fmla="*/ 2 w 439"/>
                <a:gd name="T45" fmla="*/ 2 h 260"/>
                <a:gd name="T46" fmla="*/ 2 w 439"/>
                <a:gd name="T47" fmla="*/ 2 h 260"/>
                <a:gd name="T48" fmla="*/ 2 w 439"/>
                <a:gd name="T49" fmla="*/ 2 h 260"/>
                <a:gd name="T50" fmla="*/ 1 w 439"/>
                <a:gd name="T51" fmla="*/ 2 h 260"/>
                <a:gd name="T52" fmla="*/ 1 w 439"/>
                <a:gd name="T53" fmla="*/ 1 h 260"/>
                <a:gd name="T54" fmla="*/ 1 w 439"/>
                <a:gd name="T55" fmla="*/ 1 h 260"/>
                <a:gd name="T56" fmla="*/ 1 w 439"/>
                <a:gd name="T57" fmla="*/ 1 h 260"/>
                <a:gd name="T58" fmla="*/ 1 w 439"/>
                <a:gd name="T59" fmla="*/ 1 h 260"/>
                <a:gd name="T60" fmla="*/ 0 w 439"/>
                <a:gd name="T61" fmla="*/ 1 h 260"/>
                <a:gd name="T62" fmla="*/ 0 w 439"/>
                <a:gd name="T63" fmla="*/ 1 h 260"/>
                <a:gd name="T64" fmla="*/ 0 w 439"/>
                <a:gd name="T65" fmla="*/ 0 h 260"/>
                <a:gd name="T66" fmla="*/ 0 w 439"/>
                <a:gd name="T67" fmla="*/ 0 h 260"/>
                <a:gd name="T68" fmla="*/ 0 w 439"/>
                <a:gd name="T69" fmla="*/ 0 h 260"/>
                <a:gd name="T70" fmla="*/ 0 w 439"/>
                <a:gd name="T71" fmla="*/ 0 h 260"/>
                <a:gd name="T72" fmla="*/ 0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0" y="0"/>
                  </a:moveTo>
                  <a:lnTo>
                    <a:pt x="0" y="0"/>
                  </a:lnTo>
                  <a:lnTo>
                    <a:pt x="3" y="27"/>
                  </a:lnTo>
                  <a:lnTo>
                    <a:pt x="10" y="53"/>
                  </a:lnTo>
                  <a:lnTo>
                    <a:pt x="20" y="77"/>
                  </a:lnTo>
                  <a:lnTo>
                    <a:pt x="35" y="102"/>
                  </a:lnTo>
                  <a:lnTo>
                    <a:pt x="54" y="125"/>
                  </a:lnTo>
                  <a:lnTo>
                    <a:pt x="76" y="146"/>
                  </a:lnTo>
                  <a:lnTo>
                    <a:pt x="102" y="166"/>
                  </a:lnTo>
                  <a:lnTo>
                    <a:pt x="130" y="185"/>
                  </a:lnTo>
                  <a:lnTo>
                    <a:pt x="162" y="202"/>
                  </a:lnTo>
                  <a:lnTo>
                    <a:pt x="195" y="217"/>
                  </a:lnTo>
                  <a:lnTo>
                    <a:pt x="231" y="230"/>
                  </a:lnTo>
                  <a:lnTo>
                    <a:pt x="270" y="240"/>
                  </a:lnTo>
                  <a:lnTo>
                    <a:pt x="310" y="248"/>
                  </a:lnTo>
                  <a:lnTo>
                    <a:pt x="351" y="255"/>
                  </a:lnTo>
                  <a:lnTo>
                    <a:pt x="395" y="259"/>
                  </a:lnTo>
                  <a:lnTo>
                    <a:pt x="439" y="260"/>
                  </a:lnTo>
                  <a:lnTo>
                    <a:pt x="439" y="248"/>
                  </a:lnTo>
                  <a:lnTo>
                    <a:pt x="395" y="247"/>
                  </a:lnTo>
                  <a:lnTo>
                    <a:pt x="353" y="244"/>
                  </a:lnTo>
                  <a:lnTo>
                    <a:pt x="312" y="237"/>
                  </a:lnTo>
                  <a:lnTo>
                    <a:pt x="272" y="228"/>
                  </a:lnTo>
                  <a:lnTo>
                    <a:pt x="236" y="218"/>
                  </a:lnTo>
                  <a:lnTo>
                    <a:pt x="200" y="205"/>
                  </a:lnTo>
                  <a:lnTo>
                    <a:pt x="167" y="190"/>
                  </a:lnTo>
                  <a:lnTo>
                    <a:pt x="137" y="173"/>
                  </a:lnTo>
                  <a:lnTo>
                    <a:pt x="109" y="157"/>
                  </a:lnTo>
                  <a:lnTo>
                    <a:pt x="84" y="137"/>
                  </a:lnTo>
                  <a:lnTo>
                    <a:pt x="64" y="116"/>
                  </a:lnTo>
                  <a:lnTo>
                    <a:pt x="45" y="95"/>
                  </a:lnTo>
                  <a:lnTo>
                    <a:pt x="32" y="73"/>
                  </a:lnTo>
                  <a:lnTo>
                    <a:pt x="21" y="48"/>
                  </a:lnTo>
                  <a:lnTo>
                    <a:pt x="14" y="24"/>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5749" name="Freeform 51"/>
            <p:cNvSpPr>
              <a:spLocks/>
            </p:cNvSpPr>
            <p:nvPr/>
          </p:nvSpPr>
          <p:spPr bwMode="auto">
            <a:xfrm>
              <a:off x="1179" y="1588"/>
              <a:ext cx="88" cy="52"/>
            </a:xfrm>
            <a:custGeom>
              <a:avLst/>
              <a:gdLst>
                <a:gd name="T0" fmla="*/ 4 w 439"/>
                <a:gd name="T1" fmla="*/ 0 h 260"/>
                <a:gd name="T2" fmla="*/ 4 w 439"/>
                <a:gd name="T3" fmla="*/ 0 h 260"/>
                <a:gd name="T4" fmla="*/ 3 w 439"/>
                <a:gd name="T5" fmla="*/ 0 h 260"/>
                <a:gd name="T6" fmla="*/ 3 w 439"/>
                <a:gd name="T7" fmla="*/ 0 h 260"/>
                <a:gd name="T8" fmla="*/ 2 w 439"/>
                <a:gd name="T9" fmla="*/ 0 h 260"/>
                <a:gd name="T10" fmla="*/ 2 w 439"/>
                <a:gd name="T11" fmla="*/ 0 h 260"/>
                <a:gd name="T12" fmla="*/ 2 w 439"/>
                <a:gd name="T13" fmla="*/ 0 h 260"/>
                <a:gd name="T14" fmla="*/ 2 w 439"/>
                <a:gd name="T15" fmla="*/ 0 h 260"/>
                <a:gd name="T16" fmla="*/ 1 w 439"/>
                <a:gd name="T17" fmla="*/ 0 h 260"/>
                <a:gd name="T18" fmla="*/ 1 w 439"/>
                <a:gd name="T19" fmla="*/ 1 h 260"/>
                <a:gd name="T20" fmla="*/ 1 w 439"/>
                <a:gd name="T21" fmla="*/ 1 h 260"/>
                <a:gd name="T22" fmla="*/ 1 w 439"/>
                <a:gd name="T23" fmla="*/ 1 h 260"/>
                <a:gd name="T24" fmla="*/ 0 w 439"/>
                <a:gd name="T25" fmla="*/ 1 h 260"/>
                <a:gd name="T26" fmla="*/ 0 w 439"/>
                <a:gd name="T27" fmla="*/ 1 h 260"/>
                <a:gd name="T28" fmla="*/ 0 w 439"/>
                <a:gd name="T29" fmla="*/ 1 h 260"/>
                <a:gd name="T30" fmla="*/ 0 w 439"/>
                <a:gd name="T31" fmla="*/ 2 h 260"/>
                <a:gd name="T32" fmla="*/ 0 w 439"/>
                <a:gd name="T33" fmla="*/ 2 h 260"/>
                <a:gd name="T34" fmla="*/ 0 w 439"/>
                <a:gd name="T35" fmla="*/ 2 h 260"/>
                <a:gd name="T36" fmla="*/ 0 w 439"/>
                <a:gd name="T37" fmla="*/ 2 h 260"/>
                <a:gd name="T38" fmla="*/ 0 w 439"/>
                <a:gd name="T39" fmla="*/ 2 h 260"/>
                <a:gd name="T40" fmla="*/ 0 w 439"/>
                <a:gd name="T41" fmla="*/ 2 h 260"/>
                <a:gd name="T42" fmla="*/ 0 w 439"/>
                <a:gd name="T43" fmla="*/ 1 h 260"/>
                <a:gd name="T44" fmla="*/ 0 w 439"/>
                <a:gd name="T45" fmla="*/ 1 h 260"/>
                <a:gd name="T46" fmla="*/ 1 w 439"/>
                <a:gd name="T47" fmla="*/ 1 h 260"/>
                <a:gd name="T48" fmla="*/ 1 w 439"/>
                <a:gd name="T49" fmla="*/ 1 h 260"/>
                <a:gd name="T50" fmla="*/ 1 w 439"/>
                <a:gd name="T51" fmla="*/ 1 h 260"/>
                <a:gd name="T52" fmla="*/ 1 w 439"/>
                <a:gd name="T53" fmla="*/ 1 h 260"/>
                <a:gd name="T54" fmla="*/ 1 w 439"/>
                <a:gd name="T55" fmla="*/ 1 h 260"/>
                <a:gd name="T56" fmla="*/ 2 w 439"/>
                <a:gd name="T57" fmla="*/ 0 h 260"/>
                <a:gd name="T58" fmla="*/ 2 w 439"/>
                <a:gd name="T59" fmla="*/ 0 h 260"/>
                <a:gd name="T60" fmla="*/ 2 w 439"/>
                <a:gd name="T61" fmla="*/ 0 h 260"/>
                <a:gd name="T62" fmla="*/ 3 w 439"/>
                <a:gd name="T63" fmla="*/ 0 h 260"/>
                <a:gd name="T64" fmla="*/ 3 w 439"/>
                <a:gd name="T65" fmla="*/ 0 h 260"/>
                <a:gd name="T66" fmla="*/ 3 w 439"/>
                <a:gd name="T67" fmla="*/ 0 h 260"/>
                <a:gd name="T68" fmla="*/ 4 w 439"/>
                <a:gd name="T69" fmla="*/ 0 h 260"/>
                <a:gd name="T70" fmla="*/ 4 w 439"/>
                <a:gd name="T71" fmla="*/ 0 h 260"/>
                <a:gd name="T72" fmla="*/ 4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439" y="0"/>
                  </a:moveTo>
                  <a:lnTo>
                    <a:pt x="439" y="0"/>
                  </a:lnTo>
                  <a:lnTo>
                    <a:pt x="395" y="1"/>
                  </a:lnTo>
                  <a:lnTo>
                    <a:pt x="351" y="4"/>
                  </a:lnTo>
                  <a:lnTo>
                    <a:pt x="310" y="11"/>
                  </a:lnTo>
                  <a:lnTo>
                    <a:pt x="270" y="19"/>
                  </a:lnTo>
                  <a:lnTo>
                    <a:pt x="231" y="30"/>
                  </a:lnTo>
                  <a:lnTo>
                    <a:pt x="195" y="43"/>
                  </a:lnTo>
                  <a:lnTo>
                    <a:pt x="162" y="58"/>
                  </a:lnTo>
                  <a:lnTo>
                    <a:pt x="130" y="73"/>
                  </a:lnTo>
                  <a:lnTo>
                    <a:pt x="102" y="93"/>
                  </a:lnTo>
                  <a:lnTo>
                    <a:pt x="76" y="113"/>
                  </a:lnTo>
                  <a:lnTo>
                    <a:pt x="54" y="133"/>
                  </a:lnTo>
                  <a:lnTo>
                    <a:pt x="35" y="157"/>
                  </a:lnTo>
                  <a:lnTo>
                    <a:pt x="20" y="181"/>
                  </a:lnTo>
                  <a:lnTo>
                    <a:pt x="10" y="206"/>
                  </a:lnTo>
                  <a:lnTo>
                    <a:pt x="3" y="233"/>
                  </a:lnTo>
                  <a:lnTo>
                    <a:pt x="0" y="260"/>
                  </a:lnTo>
                  <a:lnTo>
                    <a:pt x="12" y="260"/>
                  </a:lnTo>
                  <a:lnTo>
                    <a:pt x="14" y="235"/>
                  </a:lnTo>
                  <a:lnTo>
                    <a:pt x="21" y="211"/>
                  </a:lnTo>
                  <a:lnTo>
                    <a:pt x="32" y="186"/>
                  </a:lnTo>
                  <a:lnTo>
                    <a:pt x="45" y="164"/>
                  </a:lnTo>
                  <a:lnTo>
                    <a:pt x="64" y="143"/>
                  </a:lnTo>
                  <a:lnTo>
                    <a:pt x="84" y="123"/>
                  </a:lnTo>
                  <a:lnTo>
                    <a:pt x="109" y="103"/>
                  </a:lnTo>
                  <a:lnTo>
                    <a:pt x="137" y="85"/>
                  </a:lnTo>
                  <a:lnTo>
                    <a:pt x="167" y="70"/>
                  </a:lnTo>
                  <a:lnTo>
                    <a:pt x="200" y="55"/>
                  </a:lnTo>
                  <a:lnTo>
                    <a:pt x="236" y="42"/>
                  </a:lnTo>
                  <a:lnTo>
                    <a:pt x="272" y="31"/>
                  </a:lnTo>
                  <a:lnTo>
                    <a:pt x="312" y="23"/>
                  </a:lnTo>
                  <a:lnTo>
                    <a:pt x="353" y="16"/>
                  </a:lnTo>
                  <a:lnTo>
                    <a:pt x="395" y="12"/>
                  </a:lnTo>
                  <a:lnTo>
                    <a:pt x="439" y="11"/>
                  </a:lnTo>
                  <a:lnTo>
                    <a:pt x="439"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5750" name="Freeform 52"/>
            <p:cNvSpPr>
              <a:spLocks/>
            </p:cNvSpPr>
            <p:nvPr/>
          </p:nvSpPr>
          <p:spPr bwMode="auto">
            <a:xfrm>
              <a:off x="964" y="1745"/>
              <a:ext cx="48" cy="85"/>
            </a:xfrm>
            <a:custGeom>
              <a:avLst/>
              <a:gdLst>
                <a:gd name="T0" fmla="*/ 2 w 244"/>
                <a:gd name="T1" fmla="*/ 3 h 426"/>
                <a:gd name="T2" fmla="*/ 2 w 244"/>
                <a:gd name="T3" fmla="*/ 3 h 426"/>
                <a:gd name="T4" fmla="*/ 2 w 244"/>
                <a:gd name="T5" fmla="*/ 3 h 426"/>
                <a:gd name="T6" fmla="*/ 2 w 244"/>
                <a:gd name="T7" fmla="*/ 3 h 426"/>
                <a:gd name="T8" fmla="*/ 2 w 244"/>
                <a:gd name="T9" fmla="*/ 2 h 426"/>
                <a:gd name="T10" fmla="*/ 2 w 244"/>
                <a:gd name="T11" fmla="*/ 2 h 426"/>
                <a:gd name="T12" fmla="*/ 2 w 244"/>
                <a:gd name="T13" fmla="*/ 2 h 426"/>
                <a:gd name="T14" fmla="*/ 2 w 244"/>
                <a:gd name="T15" fmla="*/ 2 h 426"/>
                <a:gd name="T16" fmla="*/ 1 w 244"/>
                <a:gd name="T17" fmla="*/ 1 h 426"/>
                <a:gd name="T18" fmla="*/ 1 w 244"/>
                <a:gd name="T19" fmla="*/ 1 h 426"/>
                <a:gd name="T20" fmla="*/ 1 w 244"/>
                <a:gd name="T21" fmla="*/ 1 h 426"/>
                <a:gd name="T22" fmla="*/ 1 w 244"/>
                <a:gd name="T23" fmla="*/ 1 h 426"/>
                <a:gd name="T24" fmla="*/ 1 w 244"/>
                <a:gd name="T25" fmla="*/ 0 h 426"/>
                <a:gd name="T26" fmla="*/ 1 w 244"/>
                <a:gd name="T27" fmla="*/ 0 h 426"/>
                <a:gd name="T28" fmla="*/ 1 w 244"/>
                <a:gd name="T29" fmla="*/ 0 h 426"/>
                <a:gd name="T30" fmla="*/ 0 w 244"/>
                <a:gd name="T31" fmla="*/ 0 h 426"/>
                <a:gd name="T32" fmla="*/ 0 w 244"/>
                <a:gd name="T33" fmla="*/ 0 h 426"/>
                <a:gd name="T34" fmla="*/ 0 w 244"/>
                <a:gd name="T35" fmla="*/ 0 h 426"/>
                <a:gd name="T36" fmla="*/ 0 w 244"/>
                <a:gd name="T37" fmla="*/ 0 h 426"/>
                <a:gd name="T38" fmla="*/ 0 w 244"/>
                <a:gd name="T39" fmla="*/ 0 h 426"/>
                <a:gd name="T40" fmla="*/ 0 w 244"/>
                <a:gd name="T41" fmla="*/ 0 h 426"/>
                <a:gd name="T42" fmla="*/ 1 w 244"/>
                <a:gd name="T43" fmla="*/ 0 h 426"/>
                <a:gd name="T44" fmla="*/ 1 w 244"/>
                <a:gd name="T45" fmla="*/ 0 h 426"/>
                <a:gd name="T46" fmla="*/ 1 w 244"/>
                <a:gd name="T47" fmla="*/ 0 h 426"/>
                <a:gd name="T48" fmla="*/ 1 w 244"/>
                <a:gd name="T49" fmla="*/ 1 h 426"/>
                <a:gd name="T50" fmla="*/ 1 w 244"/>
                <a:gd name="T51" fmla="*/ 1 h 426"/>
                <a:gd name="T52" fmla="*/ 1 w 244"/>
                <a:gd name="T53" fmla="*/ 1 h 426"/>
                <a:gd name="T54" fmla="*/ 1 w 244"/>
                <a:gd name="T55" fmla="*/ 1 h 426"/>
                <a:gd name="T56" fmla="*/ 1 w 244"/>
                <a:gd name="T57" fmla="*/ 2 h 426"/>
                <a:gd name="T58" fmla="*/ 2 w 244"/>
                <a:gd name="T59" fmla="*/ 2 h 426"/>
                <a:gd name="T60" fmla="*/ 2 w 244"/>
                <a:gd name="T61" fmla="*/ 2 h 426"/>
                <a:gd name="T62" fmla="*/ 2 w 244"/>
                <a:gd name="T63" fmla="*/ 2 h 426"/>
                <a:gd name="T64" fmla="*/ 2 w 244"/>
                <a:gd name="T65" fmla="*/ 3 h 426"/>
                <a:gd name="T66" fmla="*/ 2 w 244"/>
                <a:gd name="T67" fmla="*/ 3 h 426"/>
                <a:gd name="T68" fmla="*/ 2 w 244"/>
                <a:gd name="T69" fmla="*/ 3 h 426"/>
                <a:gd name="T70" fmla="*/ 2 w 244"/>
                <a:gd name="T71" fmla="*/ 3 h 426"/>
                <a:gd name="T72" fmla="*/ 2 w 244"/>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6"/>
                <a:gd name="T113" fmla="*/ 244 w 244"/>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6">
                  <a:moveTo>
                    <a:pt x="244" y="426"/>
                  </a:moveTo>
                  <a:lnTo>
                    <a:pt x="244" y="426"/>
                  </a:lnTo>
                  <a:lnTo>
                    <a:pt x="243" y="383"/>
                  </a:lnTo>
                  <a:lnTo>
                    <a:pt x="240" y="340"/>
                  </a:lnTo>
                  <a:lnTo>
                    <a:pt x="234" y="300"/>
                  </a:lnTo>
                  <a:lnTo>
                    <a:pt x="226" y="262"/>
                  </a:lnTo>
                  <a:lnTo>
                    <a:pt x="215" y="224"/>
                  </a:lnTo>
                  <a:lnTo>
                    <a:pt x="203" y="189"/>
                  </a:lnTo>
                  <a:lnTo>
                    <a:pt x="189" y="157"/>
                  </a:lnTo>
                  <a:lnTo>
                    <a:pt x="174" y="126"/>
                  </a:lnTo>
                  <a:lnTo>
                    <a:pt x="155" y="99"/>
                  </a:lnTo>
                  <a:lnTo>
                    <a:pt x="138" y="74"/>
                  </a:lnTo>
                  <a:lnTo>
                    <a:pt x="118" y="52"/>
                  </a:lnTo>
                  <a:lnTo>
                    <a:pt x="96" y="34"/>
                  </a:lnTo>
                  <a:lnTo>
                    <a:pt x="73" y="19"/>
                  </a:lnTo>
                  <a:lnTo>
                    <a:pt x="50" y="8"/>
                  </a:lnTo>
                  <a:lnTo>
                    <a:pt x="25" y="2"/>
                  </a:lnTo>
                  <a:lnTo>
                    <a:pt x="0" y="0"/>
                  </a:lnTo>
                  <a:lnTo>
                    <a:pt x="0" y="12"/>
                  </a:lnTo>
                  <a:lnTo>
                    <a:pt x="23" y="14"/>
                  </a:lnTo>
                  <a:lnTo>
                    <a:pt x="45" y="20"/>
                  </a:lnTo>
                  <a:lnTo>
                    <a:pt x="66" y="31"/>
                  </a:lnTo>
                  <a:lnTo>
                    <a:pt x="89" y="43"/>
                  </a:lnTo>
                  <a:lnTo>
                    <a:pt x="109" y="61"/>
                  </a:lnTo>
                  <a:lnTo>
                    <a:pt x="129" y="81"/>
                  </a:lnTo>
                  <a:lnTo>
                    <a:pt x="146" y="106"/>
                  </a:lnTo>
                  <a:lnTo>
                    <a:pt x="162" y="133"/>
                  </a:lnTo>
                  <a:lnTo>
                    <a:pt x="178" y="162"/>
                  </a:lnTo>
                  <a:lnTo>
                    <a:pt x="192" y="194"/>
                  </a:lnTo>
                  <a:lnTo>
                    <a:pt x="203" y="229"/>
                  </a:lnTo>
                  <a:lnTo>
                    <a:pt x="214" y="264"/>
                  </a:lnTo>
                  <a:lnTo>
                    <a:pt x="222" y="303"/>
                  </a:lnTo>
                  <a:lnTo>
                    <a:pt x="228" y="342"/>
                  </a:lnTo>
                  <a:lnTo>
                    <a:pt x="232" y="383"/>
                  </a:lnTo>
                  <a:lnTo>
                    <a:pt x="233" y="426"/>
                  </a:lnTo>
                  <a:lnTo>
                    <a:pt x="244"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5751" name="Freeform 53"/>
            <p:cNvSpPr>
              <a:spLocks/>
            </p:cNvSpPr>
            <p:nvPr/>
          </p:nvSpPr>
          <p:spPr bwMode="auto">
            <a:xfrm>
              <a:off x="964" y="1830"/>
              <a:ext cx="48" cy="85"/>
            </a:xfrm>
            <a:custGeom>
              <a:avLst/>
              <a:gdLst>
                <a:gd name="T0" fmla="*/ 0 w 244"/>
                <a:gd name="T1" fmla="*/ 3 h 424"/>
                <a:gd name="T2" fmla="*/ 0 w 244"/>
                <a:gd name="T3" fmla="*/ 3 h 424"/>
                <a:gd name="T4" fmla="*/ 0 w 244"/>
                <a:gd name="T5" fmla="*/ 3 h 424"/>
                <a:gd name="T6" fmla="*/ 0 w 244"/>
                <a:gd name="T7" fmla="*/ 3 h 424"/>
                <a:gd name="T8" fmla="*/ 1 w 244"/>
                <a:gd name="T9" fmla="*/ 3 h 424"/>
                <a:gd name="T10" fmla="*/ 1 w 244"/>
                <a:gd name="T11" fmla="*/ 3 h 424"/>
                <a:gd name="T12" fmla="*/ 1 w 244"/>
                <a:gd name="T13" fmla="*/ 3 h 424"/>
                <a:gd name="T14" fmla="*/ 1 w 244"/>
                <a:gd name="T15" fmla="*/ 3 h 424"/>
                <a:gd name="T16" fmla="*/ 1 w 244"/>
                <a:gd name="T17" fmla="*/ 3 h 424"/>
                <a:gd name="T18" fmla="*/ 1 w 244"/>
                <a:gd name="T19" fmla="*/ 2 h 424"/>
                <a:gd name="T20" fmla="*/ 1 w 244"/>
                <a:gd name="T21" fmla="*/ 2 h 424"/>
                <a:gd name="T22" fmla="*/ 2 w 244"/>
                <a:gd name="T23" fmla="*/ 2 h 424"/>
                <a:gd name="T24" fmla="*/ 2 w 244"/>
                <a:gd name="T25" fmla="*/ 2 h 424"/>
                <a:gd name="T26" fmla="*/ 2 w 244"/>
                <a:gd name="T27" fmla="*/ 1 h 424"/>
                <a:gd name="T28" fmla="*/ 2 w 244"/>
                <a:gd name="T29" fmla="*/ 1 h 424"/>
                <a:gd name="T30" fmla="*/ 2 w 244"/>
                <a:gd name="T31" fmla="*/ 1 h 424"/>
                <a:gd name="T32" fmla="*/ 2 w 244"/>
                <a:gd name="T33" fmla="*/ 0 h 424"/>
                <a:gd name="T34" fmla="*/ 2 w 244"/>
                <a:gd name="T35" fmla="*/ 0 h 424"/>
                <a:gd name="T36" fmla="*/ 2 w 244"/>
                <a:gd name="T37" fmla="*/ 0 h 424"/>
                <a:gd name="T38" fmla="*/ 2 w 244"/>
                <a:gd name="T39" fmla="*/ 0 h 424"/>
                <a:gd name="T40" fmla="*/ 2 w 244"/>
                <a:gd name="T41" fmla="*/ 1 h 424"/>
                <a:gd name="T42" fmla="*/ 2 w 244"/>
                <a:gd name="T43" fmla="*/ 1 h 424"/>
                <a:gd name="T44" fmla="*/ 2 w 244"/>
                <a:gd name="T45" fmla="*/ 1 h 424"/>
                <a:gd name="T46" fmla="*/ 2 w 244"/>
                <a:gd name="T47" fmla="*/ 2 h 424"/>
                <a:gd name="T48" fmla="*/ 1 w 244"/>
                <a:gd name="T49" fmla="*/ 2 h 424"/>
                <a:gd name="T50" fmla="*/ 1 w 244"/>
                <a:gd name="T51" fmla="*/ 2 h 424"/>
                <a:gd name="T52" fmla="*/ 1 w 244"/>
                <a:gd name="T53" fmla="*/ 2 h 424"/>
                <a:gd name="T54" fmla="*/ 1 w 244"/>
                <a:gd name="T55" fmla="*/ 3 h 424"/>
                <a:gd name="T56" fmla="*/ 1 w 244"/>
                <a:gd name="T57" fmla="*/ 3 h 424"/>
                <a:gd name="T58" fmla="*/ 1 w 244"/>
                <a:gd name="T59" fmla="*/ 3 h 424"/>
                <a:gd name="T60" fmla="*/ 1 w 244"/>
                <a:gd name="T61" fmla="*/ 3 h 424"/>
                <a:gd name="T62" fmla="*/ 1 w 244"/>
                <a:gd name="T63" fmla="*/ 3 h 424"/>
                <a:gd name="T64" fmla="*/ 0 w 244"/>
                <a:gd name="T65" fmla="*/ 3 h 424"/>
                <a:gd name="T66" fmla="*/ 0 w 244"/>
                <a:gd name="T67" fmla="*/ 3 h 424"/>
                <a:gd name="T68" fmla="*/ 0 w 244"/>
                <a:gd name="T69" fmla="*/ 3 h 424"/>
                <a:gd name="T70" fmla="*/ 0 w 244"/>
                <a:gd name="T71" fmla="*/ 3 h 424"/>
                <a:gd name="T72" fmla="*/ 0 w 244"/>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4"/>
                <a:gd name="T113" fmla="*/ 244 w 244"/>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4">
                  <a:moveTo>
                    <a:pt x="0" y="424"/>
                  </a:moveTo>
                  <a:lnTo>
                    <a:pt x="0" y="424"/>
                  </a:lnTo>
                  <a:lnTo>
                    <a:pt x="25" y="422"/>
                  </a:lnTo>
                  <a:lnTo>
                    <a:pt x="50" y="416"/>
                  </a:lnTo>
                  <a:lnTo>
                    <a:pt x="73" y="405"/>
                  </a:lnTo>
                  <a:lnTo>
                    <a:pt x="96" y="390"/>
                  </a:lnTo>
                  <a:lnTo>
                    <a:pt x="118" y="373"/>
                  </a:lnTo>
                  <a:lnTo>
                    <a:pt x="138" y="350"/>
                  </a:lnTo>
                  <a:lnTo>
                    <a:pt x="155" y="326"/>
                  </a:lnTo>
                  <a:lnTo>
                    <a:pt x="173" y="299"/>
                  </a:lnTo>
                  <a:lnTo>
                    <a:pt x="189" y="268"/>
                  </a:lnTo>
                  <a:lnTo>
                    <a:pt x="203" y="235"/>
                  </a:lnTo>
                  <a:lnTo>
                    <a:pt x="215" y="201"/>
                  </a:lnTo>
                  <a:lnTo>
                    <a:pt x="226" y="163"/>
                  </a:lnTo>
                  <a:lnTo>
                    <a:pt x="234" y="125"/>
                  </a:lnTo>
                  <a:lnTo>
                    <a:pt x="240" y="85"/>
                  </a:lnTo>
                  <a:lnTo>
                    <a:pt x="243" y="42"/>
                  </a:lnTo>
                  <a:lnTo>
                    <a:pt x="244" y="0"/>
                  </a:lnTo>
                  <a:lnTo>
                    <a:pt x="233" y="0"/>
                  </a:lnTo>
                  <a:lnTo>
                    <a:pt x="232" y="42"/>
                  </a:lnTo>
                  <a:lnTo>
                    <a:pt x="228" y="83"/>
                  </a:lnTo>
                  <a:lnTo>
                    <a:pt x="222" y="123"/>
                  </a:lnTo>
                  <a:lnTo>
                    <a:pt x="214" y="160"/>
                  </a:lnTo>
                  <a:lnTo>
                    <a:pt x="203" y="197"/>
                  </a:lnTo>
                  <a:lnTo>
                    <a:pt x="192" y="231"/>
                  </a:lnTo>
                  <a:lnTo>
                    <a:pt x="178" y="263"/>
                  </a:lnTo>
                  <a:lnTo>
                    <a:pt x="164" y="292"/>
                  </a:lnTo>
                  <a:lnTo>
                    <a:pt x="146" y="319"/>
                  </a:lnTo>
                  <a:lnTo>
                    <a:pt x="129" y="343"/>
                  </a:lnTo>
                  <a:lnTo>
                    <a:pt x="109" y="363"/>
                  </a:lnTo>
                  <a:lnTo>
                    <a:pt x="89" y="381"/>
                  </a:lnTo>
                  <a:lnTo>
                    <a:pt x="66" y="394"/>
                  </a:lnTo>
                  <a:lnTo>
                    <a:pt x="45" y="404"/>
                  </a:lnTo>
                  <a:lnTo>
                    <a:pt x="23" y="410"/>
                  </a:lnTo>
                  <a:lnTo>
                    <a:pt x="0" y="412"/>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5752" name="Freeform 54"/>
            <p:cNvSpPr>
              <a:spLocks/>
            </p:cNvSpPr>
            <p:nvPr/>
          </p:nvSpPr>
          <p:spPr bwMode="auto">
            <a:xfrm>
              <a:off x="915" y="1830"/>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1" y="42"/>
                  </a:lnTo>
                  <a:lnTo>
                    <a:pt x="4" y="85"/>
                  </a:lnTo>
                  <a:lnTo>
                    <a:pt x="10" y="125"/>
                  </a:lnTo>
                  <a:lnTo>
                    <a:pt x="19" y="163"/>
                  </a:lnTo>
                  <a:lnTo>
                    <a:pt x="29" y="201"/>
                  </a:lnTo>
                  <a:lnTo>
                    <a:pt x="41" y="235"/>
                  </a:lnTo>
                  <a:lnTo>
                    <a:pt x="55" y="268"/>
                  </a:lnTo>
                  <a:lnTo>
                    <a:pt x="71" y="299"/>
                  </a:lnTo>
                  <a:lnTo>
                    <a:pt x="89" y="326"/>
                  </a:lnTo>
                  <a:lnTo>
                    <a:pt x="106" y="350"/>
                  </a:lnTo>
                  <a:lnTo>
                    <a:pt x="126" y="373"/>
                  </a:lnTo>
                  <a:lnTo>
                    <a:pt x="149" y="390"/>
                  </a:lnTo>
                  <a:lnTo>
                    <a:pt x="171" y="405"/>
                  </a:lnTo>
                  <a:lnTo>
                    <a:pt x="194" y="416"/>
                  </a:lnTo>
                  <a:lnTo>
                    <a:pt x="219" y="422"/>
                  </a:lnTo>
                  <a:lnTo>
                    <a:pt x="245" y="424"/>
                  </a:lnTo>
                  <a:lnTo>
                    <a:pt x="245" y="412"/>
                  </a:lnTo>
                  <a:lnTo>
                    <a:pt x="221" y="410"/>
                  </a:lnTo>
                  <a:lnTo>
                    <a:pt x="199" y="404"/>
                  </a:lnTo>
                  <a:lnTo>
                    <a:pt x="178" y="394"/>
                  </a:lnTo>
                  <a:lnTo>
                    <a:pt x="156" y="381"/>
                  </a:lnTo>
                  <a:lnTo>
                    <a:pt x="136" y="363"/>
                  </a:lnTo>
                  <a:lnTo>
                    <a:pt x="116" y="343"/>
                  </a:lnTo>
                  <a:lnTo>
                    <a:pt x="98" y="319"/>
                  </a:lnTo>
                  <a:lnTo>
                    <a:pt x="81" y="292"/>
                  </a:lnTo>
                  <a:lnTo>
                    <a:pt x="67" y="263"/>
                  </a:lnTo>
                  <a:lnTo>
                    <a:pt x="52" y="231"/>
                  </a:lnTo>
                  <a:lnTo>
                    <a:pt x="41" y="197"/>
                  </a:lnTo>
                  <a:lnTo>
                    <a:pt x="30" y="160"/>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5753" name="Freeform 55"/>
            <p:cNvSpPr>
              <a:spLocks/>
            </p:cNvSpPr>
            <p:nvPr/>
          </p:nvSpPr>
          <p:spPr bwMode="auto">
            <a:xfrm>
              <a:off x="915" y="1745"/>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0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19" y="2"/>
                  </a:lnTo>
                  <a:lnTo>
                    <a:pt x="194" y="8"/>
                  </a:lnTo>
                  <a:lnTo>
                    <a:pt x="171" y="19"/>
                  </a:lnTo>
                  <a:lnTo>
                    <a:pt x="149" y="34"/>
                  </a:lnTo>
                  <a:lnTo>
                    <a:pt x="126" y="52"/>
                  </a:lnTo>
                  <a:lnTo>
                    <a:pt x="106" y="74"/>
                  </a:lnTo>
                  <a:lnTo>
                    <a:pt x="89" y="99"/>
                  </a:lnTo>
                  <a:lnTo>
                    <a:pt x="70" y="126"/>
                  </a:lnTo>
                  <a:lnTo>
                    <a:pt x="55" y="157"/>
                  </a:lnTo>
                  <a:lnTo>
                    <a:pt x="41" y="189"/>
                  </a:lnTo>
                  <a:lnTo>
                    <a:pt x="29" y="224"/>
                  </a:lnTo>
                  <a:lnTo>
                    <a:pt x="19" y="262"/>
                  </a:lnTo>
                  <a:lnTo>
                    <a:pt x="10" y="300"/>
                  </a:lnTo>
                  <a:lnTo>
                    <a:pt x="4" y="340"/>
                  </a:lnTo>
                  <a:lnTo>
                    <a:pt x="1" y="383"/>
                  </a:lnTo>
                  <a:lnTo>
                    <a:pt x="0" y="426"/>
                  </a:lnTo>
                  <a:lnTo>
                    <a:pt x="11" y="426"/>
                  </a:lnTo>
                  <a:lnTo>
                    <a:pt x="13" y="383"/>
                  </a:lnTo>
                  <a:lnTo>
                    <a:pt x="16" y="342"/>
                  </a:lnTo>
                  <a:lnTo>
                    <a:pt x="22" y="303"/>
                  </a:lnTo>
                  <a:lnTo>
                    <a:pt x="30" y="264"/>
                  </a:lnTo>
                  <a:lnTo>
                    <a:pt x="41" y="229"/>
                  </a:lnTo>
                  <a:lnTo>
                    <a:pt x="52" y="194"/>
                  </a:lnTo>
                  <a:lnTo>
                    <a:pt x="67" y="162"/>
                  </a:lnTo>
                  <a:lnTo>
                    <a:pt x="82" y="133"/>
                  </a:lnTo>
                  <a:lnTo>
                    <a:pt x="98" y="106"/>
                  </a:lnTo>
                  <a:lnTo>
                    <a:pt x="116" y="81"/>
                  </a:lnTo>
                  <a:lnTo>
                    <a:pt x="136" y="61"/>
                  </a:lnTo>
                  <a:lnTo>
                    <a:pt x="156" y="43"/>
                  </a:lnTo>
                  <a:lnTo>
                    <a:pt x="178" y="31"/>
                  </a:lnTo>
                  <a:lnTo>
                    <a:pt x="199" y="20"/>
                  </a:lnTo>
                  <a:lnTo>
                    <a:pt x="221"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5754" name="Freeform 56"/>
            <p:cNvSpPr>
              <a:spLocks/>
            </p:cNvSpPr>
            <p:nvPr/>
          </p:nvSpPr>
          <p:spPr bwMode="auto">
            <a:xfrm>
              <a:off x="1140" y="2087"/>
              <a:ext cx="49" cy="85"/>
            </a:xfrm>
            <a:custGeom>
              <a:avLst/>
              <a:gdLst>
                <a:gd name="T0" fmla="*/ 2 w 246"/>
                <a:gd name="T1" fmla="*/ 3 h 424"/>
                <a:gd name="T2" fmla="*/ 2 w 246"/>
                <a:gd name="T3" fmla="*/ 3 h 424"/>
                <a:gd name="T4" fmla="*/ 2 w 246"/>
                <a:gd name="T5" fmla="*/ 3 h 424"/>
                <a:gd name="T6" fmla="*/ 2 w 246"/>
                <a:gd name="T7" fmla="*/ 3 h 424"/>
                <a:gd name="T8" fmla="*/ 2 w 246"/>
                <a:gd name="T9" fmla="*/ 2 h 424"/>
                <a:gd name="T10" fmla="*/ 2 w 246"/>
                <a:gd name="T11" fmla="*/ 2 h 424"/>
                <a:gd name="T12" fmla="*/ 2 w 246"/>
                <a:gd name="T13" fmla="*/ 2 h 424"/>
                <a:gd name="T14" fmla="*/ 2 w 246"/>
                <a:gd name="T15" fmla="*/ 2 h 424"/>
                <a:gd name="T16" fmla="*/ 2 w 246"/>
                <a:gd name="T17" fmla="*/ 1 h 424"/>
                <a:gd name="T18" fmla="*/ 1 w 246"/>
                <a:gd name="T19" fmla="*/ 1 h 424"/>
                <a:gd name="T20" fmla="*/ 1 w 246"/>
                <a:gd name="T21" fmla="*/ 1 h 424"/>
                <a:gd name="T22" fmla="*/ 1 w 246"/>
                <a:gd name="T23" fmla="*/ 1 h 424"/>
                <a:gd name="T24" fmla="*/ 1 w 246"/>
                <a:gd name="T25" fmla="*/ 0 h 424"/>
                <a:gd name="T26" fmla="*/ 1 w 246"/>
                <a:gd name="T27" fmla="*/ 0 h 424"/>
                <a:gd name="T28" fmla="*/ 1 w 246"/>
                <a:gd name="T29" fmla="*/ 0 h 424"/>
                <a:gd name="T30" fmla="*/ 0 w 246"/>
                <a:gd name="T31" fmla="*/ 0 h 424"/>
                <a:gd name="T32" fmla="*/ 0 w 246"/>
                <a:gd name="T33" fmla="*/ 0 h 424"/>
                <a:gd name="T34" fmla="*/ 0 w 246"/>
                <a:gd name="T35" fmla="*/ 0 h 424"/>
                <a:gd name="T36" fmla="*/ 0 w 246"/>
                <a:gd name="T37" fmla="*/ 0 h 424"/>
                <a:gd name="T38" fmla="*/ 0 w 246"/>
                <a:gd name="T39" fmla="*/ 0 h 424"/>
                <a:gd name="T40" fmla="*/ 0 w 246"/>
                <a:gd name="T41" fmla="*/ 0 h 424"/>
                <a:gd name="T42" fmla="*/ 1 w 246"/>
                <a:gd name="T43" fmla="*/ 0 h 424"/>
                <a:gd name="T44" fmla="*/ 1 w 246"/>
                <a:gd name="T45" fmla="*/ 0 h 424"/>
                <a:gd name="T46" fmla="*/ 1 w 246"/>
                <a:gd name="T47" fmla="*/ 0 h 424"/>
                <a:gd name="T48" fmla="*/ 1 w 246"/>
                <a:gd name="T49" fmla="*/ 1 h 424"/>
                <a:gd name="T50" fmla="*/ 1 w 246"/>
                <a:gd name="T51" fmla="*/ 1 h 424"/>
                <a:gd name="T52" fmla="*/ 1 w 246"/>
                <a:gd name="T53" fmla="*/ 1 h 424"/>
                <a:gd name="T54" fmla="*/ 1 w 246"/>
                <a:gd name="T55" fmla="*/ 1 h 424"/>
                <a:gd name="T56" fmla="*/ 2 w 246"/>
                <a:gd name="T57" fmla="*/ 2 h 424"/>
                <a:gd name="T58" fmla="*/ 2 w 246"/>
                <a:gd name="T59" fmla="*/ 2 h 424"/>
                <a:gd name="T60" fmla="*/ 2 w 246"/>
                <a:gd name="T61" fmla="*/ 2 h 424"/>
                <a:gd name="T62" fmla="*/ 2 w 246"/>
                <a:gd name="T63" fmla="*/ 2 h 424"/>
                <a:gd name="T64" fmla="*/ 2 w 246"/>
                <a:gd name="T65" fmla="*/ 3 h 424"/>
                <a:gd name="T66" fmla="*/ 2 w 246"/>
                <a:gd name="T67" fmla="*/ 3 h 424"/>
                <a:gd name="T68" fmla="*/ 2 w 246"/>
                <a:gd name="T69" fmla="*/ 3 h 424"/>
                <a:gd name="T70" fmla="*/ 2 w 246"/>
                <a:gd name="T71" fmla="*/ 3 h 424"/>
                <a:gd name="T72" fmla="*/ 2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424"/>
                  </a:moveTo>
                  <a:lnTo>
                    <a:pt x="246" y="424"/>
                  </a:lnTo>
                  <a:lnTo>
                    <a:pt x="244" y="382"/>
                  </a:lnTo>
                  <a:lnTo>
                    <a:pt x="241" y="338"/>
                  </a:lnTo>
                  <a:lnTo>
                    <a:pt x="235" y="298"/>
                  </a:lnTo>
                  <a:lnTo>
                    <a:pt x="227" y="261"/>
                  </a:lnTo>
                  <a:lnTo>
                    <a:pt x="216" y="222"/>
                  </a:lnTo>
                  <a:lnTo>
                    <a:pt x="205" y="188"/>
                  </a:lnTo>
                  <a:lnTo>
                    <a:pt x="190" y="155"/>
                  </a:lnTo>
                  <a:lnTo>
                    <a:pt x="174" y="125"/>
                  </a:lnTo>
                  <a:lnTo>
                    <a:pt x="157" y="98"/>
                  </a:lnTo>
                  <a:lnTo>
                    <a:pt x="138" y="73"/>
                  </a:lnTo>
                  <a:lnTo>
                    <a:pt x="118" y="51"/>
                  </a:lnTo>
                  <a:lnTo>
                    <a:pt x="96" y="34"/>
                  </a:lnTo>
                  <a:lnTo>
                    <a:pt x="74" y="18"/>
                  </a:lnTo>
                  <a:lnTo>
                    <a:pt x="50" y="8"/>
                  </a:lnTo>
                  <a:lnTo>
                    <a:pt x="25" y="2"/>
                  </a:lnTo>
                  <a:lnTo>
                    <a:pt x="0" y="0"/>
                  </a:lnTo>
                  <a:lnTo>
                    <a:pt x="0" y="11"/>
                  </a:lnTo>
                  <a:lnTo>
                    <a:pt x="23" y="14"/>
                  </a:lnTo>
                  <a:lnTo>
                    <a:pt x="45" y="19"/>
                  </a:lnTo>
                  <a:lnTo>
                    <a:pt x="67" y="30"/>
                  </a:lnTo>
                  <a:lnTo>
                    <a:pt x="89" y="43"/>
                  </a:lnTo>
                  <a:lnTo>
                    <a:pt x="108" y="60"/>
                  </a:lnTo>
                  <a:lnTo>
                    <a:pt x="128" y="80"/>
                  </a:lnTo>
                  <a:lnTo>
                    <a:pt x="147" y="105"/>
                  </a:lnTo>
                  <a:lnTo>
                    <a:pt x="165" y="132"/>
                  </a:lnTo>
                  <a:lnTo>
                    <a:pt x="179" y="160"/>
                  </a:lnTo>
                  <a:lnTo>
                    <a:pt x="193" y="193"/>
                  </a:lnTo>
                  <a:lnTo>
                    <a:pt x="205" y="227"/>
                  </a:lnTo>
                  <a:lnTo>
                    <a:pt x="215" y="263"/>
                  </a:lnTo>
                  <a:lnTo>
                    <a:pt x="223" y="301"/>
                  </a:lnTo>
                  <a:lnTo>
                    <a:pt x="229" y="341"/>
                  </a:lnTo>
                  <a:lnTo>
                    <a:pt x="233" y="382"/>
                  </a:lnTo>
                  <a:lnTo>
                    <a:pt x="234" y="424"/>
                  </a:lnTo>
                  <a:lnTo>
                    <a:pt x="246"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5755" name="Freeform 57"/>
            <p:cNvSpPr>
              <a:spLocks/>
            </p:cNvSpPr>
            <p:nvPr/>
          </p:nvSpPr>
          <p:spPr bwMode="auto">
            <a:xfrm>
              <a:off x="1140" y="2172"/>
              <a:ext cx="49" cy="85"/>
            </a:xfrm>
            <a:custGeom>
              <a:avLst/>
              <a:gdLst>
                <a:gd name="T0" fmla="*/ 0 w 246"/>
                <a:gd name="T1" fmla="*/ 3 h 426"/>
                <a:gd name="T2" fmla="*/ 0 w 246"/>
                <a:gd name="T3" fmla="*/ 3 h 426"/>
                <a:gd name="T4" fmla="*/ 0 w 246"/>
                <a:gd name="T5" fmla="*/ 3 h 426"/>
                <a:gd name="T6" fmla="*/ 0 w 246"/>
                <a:gd name="T7" fmla="*/ 3 h 426"/>
                <a:gd name="T8" fmla="*/ 1 w 246"/>
                <a:gd name="T9" fmla="*/ 3 h 426"/>
                <a:gd name="T10" fmla="*/ 1 w 246"/>
                <a:gd name="T11" fmla="*/ 3 h 426"/>
                <a:gd name="T12" fmla="*/ 1 w 246"/>
                <a:gd name="T13" fmla="*/ 3 h 426"/>
                <a:gd name="T14" fmla="*/ 1 w 246"/>
                <a:gd name="T15" fmla="*/ 3 h 426"/>
                <a:gd name="T16" fmla="*/ 1 w 246"/>
                <a:gd name="T17" fmla="*/ 3 h 426"/>
                <a:gd name="T18" fmla="*/ 1 w 246"/>
                <a:gd name="T19" fmla="*/ 2 h 426"/>
                <a:gd name="T20" fmla="*/ 2 w 246"/>
                <a:gd name="T21" fmla="*/ 2 h 426"/>
                <a:gd name="T22" fmla="*/ 2 w 246"/>
                <a:gd name="T23" fmla="*/ 2 h 426"/>
                <a:gd name="T24" fmla="*/ 2 w 246"/>
                <a:gd name="T25" fmla="*/ 2 h 426"/>
                <a:gd name="T26" fmla="*/ 2 w 246"/>
                <a:gd name="T27" fmla="*/ 1 h 426"/>
                <a:gd name="T28" fmla="*/ 2 w 246"/>
                <a:gd name="T29" fmla="*/ 1 h 426"/>
                <a:gd name="T30" fmla="*/ 2 w 246"/>
                <a:gd name="T31" fmla="*/ 1 h 426"/>
                <a:gd name="T32" fmla="*/ 2 w 246"/>
                <a:gd name="T33" fmla="*/ 0 h 426"/>
                <a:gd name="T34" fmla="*/ 2 w 246"/>
                <a:gd name="T35" fmla="*/ 0 h 426"/>
                <a:gd name="T36" fmla="*/ 2 w 246"/>
                <a:gd name="T37" fmla="*/ 0 h 426"/>
                <a:gd name="T38" fmla="*/ 2 w 246"/>
                <a:gd name="T39" fmla="*/ 0 h 426"/>
                <a:gd name="T40" fmla="*/ 2 w 246"/>
                <a:gd name="T41" fmla="*/ 1 h 426"/>
                <a:gd name="T42" fmla="*/ 2 w 246"/>
                <a:gd name="T43" fmla="*/ 1 h 426"/>
                <a:gd name="T44" fmla="*/ 2 w 246"/>
                <a:gd name="T45" fmla="*/ 1 h 426"/>
                <a:gd name="T46" fmla="*/ 2 w 246"/>
                <a:gd name="T47" fmla="*/ 2 h 426"/>
                <a:gd name="T48" fmla="*/ 2 w 246"/>
                <a:gd name="T49" fmla="*/ 2 h 426"/>
                <a:gd name="T50" fmla="*/ 1 w 246"/>
                <a:gd name="T51" fmla="*/ 2 h 426"/>
                <a:gd name="T52" fmla="*/ 1 w 246"/>
                <a:gd name="T53" fmla="*/ 2 h 426"/>
                <a:gd name="T54" fmla="*/ 1 w 246"/>
                <a:gd name="T55" fmla="*/ 3 h 426"/>
                <a:gd name="T56" fmla="*/ 1 w 246"/>
                <a:gd name="T57" fmla="*/ 3 h 426"/>
                <a:gd name="T58" fmla="*/ 1 w 246"/>
                <a:gd name="T59" fmla="*/ 3 h 426"/>
                <a:gd name="T60" fmla="*/ 1 w 246"/>
                <a:gd name="T61" fmla="*/ 3 h 426"/>
                <a:gd name="T62" fmla="*/ 1 w 246"/>
                <a:gd name="T63" fmla="*/ 3 h 426"/>
                <a:gd name="T64" fmla="*/ 0 w 246"/>
                <a:gd name="T65" fmla="*/ 3 h 426"/>
                <a:gd name="T66" fmla="*/ 0 w 246"/>
                <a:gd name="T67" fmla="*/ 3 h 426"/>
                <a:gd name="T68" fmla="*/ 0 w 246"/>
                <a:gd name="T69" fmla="*/ 3 h 426"/>
                <a:gd name="T70" fmla="*/ 0 w 246"/>
                <a:gd name="T71" fmla="*/ 3 h 426"/>
                <a:gd name="T72" fmla="*/ 0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426"/>
                  </a:moveTo>
                  <a:lnTo>
                    <a:pt x="0" y="426"/>
                  </a:lnTo>
                  <a:lnTo>
                    <a:pt x="25" y="423"/>
                  </a:lnTo>
                  <a:lnTo>
                    <a:pt x="50" y="417"/>
                  </a:lnTo>
                  <a:lnTo>
                    <a:pt x="74" y="407"/>
                  </a:lnTo>
                  <a:lnTo>
                    <a:pt x="96" y="392"/>
                  </a:lnTo>
                  <a:lnTo>
                    <a:pt x="118" y="373"/>
                  </a:lnTo>
                  <a:lnTo>
                    <a:pt x="138" y="350"/>
                  </a:lnTo>
                  <a:lnTo>
                    <a:pt x="157" y="327"/>
                  </a:lnTo>
                  <a:lnTo>
                    <a:pt x="175" y="299"/>
                  </a:lnTo>
                  <a:lnTo>
                    <a:pt x="190" y="268"/>
                  </a:lnTo>
                  <a:lnTo>
                    <a:pt x="205" y="236"/>
                  </a:lnTo>
                  <a:lnTo>
                    <a:pt x="216" y="202"/>
                  </a:lnTo>
                  <a:lnTo>
                    <a:pt x="227" y="164"/>
                  </a:lnTo>
                  <a:lnTo>
                    <a:pt x="235" y="125"/>
                  </a:lnTo>
                  <a:lnTo>
                    <a:pt x="241" y="86"/>
                  </a:lnTo>
                  <a:lnTo>
                    <a:pt x="244" y="42"/>
                  </a:lnTo>
                  <a:lnTo>
                    <a:pt x="246" y="0"/>
                  </a:lnTo>
                  <a:lnTo>
                    <a:pt x="234" y="0"/>
                  </a:lnTo>
                  <a:lnTo>
                    <a:pt x="233" y="42"/>
                  </a:lnTo>
                  <a:lnTo>
                    <a:pt x="229" y="83"/>
                  </a:lnTo>
                  <a:lnTo>
                    <a:pt x="223" y="123"/>
                  </a:lnTo>
                  <a:lnTo>
                    <a:pt x="215" y="162"/>
                  </a:lnTo>
                  <a:lnTo>
                    <a:pt x="205" y="197"/>
                  </a:lnTo>
                  <a:lnTo>
                    <a:pt x="193" y="231"/>
                  </a:lnTo>
                  <a:lnTo>
                    <a:pt x="179" y="264"/>
                  </a:lnTo>
                  <a:lnTo>
                    <a:pt x="164" y="292"/>
                  </a:lnTo>
                  <a:lnTo>
                    <a:pt x="147" y="320"/>
                  </a:lnTo>
                  <a:lnTo>
                    <a:pt x="128" y="343"/>
                  </a:lnTo>
                  <a:lnTo>
                    <a:pt x="108" y="363"/>
                  </a:lnTo>
                  <a:lnTo>
                    <a:pt x="89" y="382"/>
                  </a:lnTo>
                  <a:lnTo>
                    <a:pt x="67" y="395"/>
                  </a:lnTo>
                  <a:lnTo>
                    <a:pt x="45" y="406"/>
                  </a:lnTo>
                  <a:lnTo>
                    <a:pt x="23" y="411"/>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5756" name="Freeform 58"/>
            <p:cNvSpPr>
              <a:spLocks/>
            </p:cNvSpPr>
            <p:nvPr/>
          </p:nvSpPr>
          <p:spPr bwMode="auto">
            <a:xfrm>
              <a:off x="1091" y="2172"/>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4" y="86"/>
                  </a:lnTo>
                  <a:lnTo>
                    <a:pt x="10" y="125"/>
                  </a:lnTo>
                  <a:lnTo>
                    <a:pt x="18" y="164"/>
                  </a:lnTo>
                  <a:lnTo>
                    <a:pt x="29" y="202"/>
                  </a:lnTo>
                  <a:lnTo>
                    <a:pt x="41" y="236"/>
                  </a:lnTo>
                  <a:lnTo>
                    <a:pt x="55" y="268"/>
                  </a:lnTo>
                  <a:lnTo>
                    <a:pt x="70" y="299"/>
                  </a:lnTo>
                  <a:lnTo>
                    <a:pt x="89" y="327"/>
                  </a:lnTo>
                  <a:lnTo>
                    <a:pt x="106" y="350"/>
                  </a:lnTo>
                  <a:lnTo>
                    <a:pt x="126" y="373"/>
                  </a:lnTo>
                  <a:lnTo>
                    <a:pt x="148" y="392"/>
                  </a:lnTo>
                  <a:lnTo>
                    <a:pt x="171" y="407"/>
                  </a:lnTo>
                  <a:lnTo>
                    <a:pt x="194" y="417"/>
                  </a:lnTo>
                  <a:lnTo>
                    <a:pt x="219" y="423"/>
                  </a:lnTo>
                  <a:lnTo>
                    <a:pt x="245" y="426"/>
                  </a:lnTo>
                  <a:lnTo>
                    <a:pt x="245" y="414"/>
                  </a:lnTo>
                  <a:lnTo>
                    <a:pt x="221" y="411"/>
                  </a:lnTo>
                  <a:lnTo>
                    <a:pt x="199" y="406"/>
                  </a:lnTo>
                  <a:lnTo>
                    <a:pt x="178" y="395"/>
                  </a:lnTo>
                  <a:lnTo>
                    <a:pt x="155" y="382"/>
                  </a:lnTo>
                  <a:lnTo>
                    <a:pt x="136" y="363"/>
                  </a:lnTo>
                  <a:lnTo>
                    <a:pt x="116" y="343"/>
                  </a:lnTo>
                  <a:lnTo>
                    <a:pt x="98" y="320"/>
                  </a:lnTo>
                  <a:lnTo>
                    <a:pt x="82" y="292"/>
                  </a:lnTo>
                  <a:lnTo>
                    <a:pt x="66" y="264"/>
                  </a:lnTo>
                  <a:lnTo>
                    <a:pt x="52" y="231"/>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5757" name="Freeform 59"/>
            <p:cNvSpPr>
              <a:spLocks/>
            </p:cNvSpPr>
            <p:nvPr/>
          </p:nvSpPr>
          <p:spPr bwMode="auto">
            <a:xfrm>
              <a:off x="1091" y="2087"/>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4" y="8"/>
                  </a:lnTo>
                  <a:lnTo>
                    <a:pt x="171" y="18"/>
                  </a:lnTo>
                  <a:lnTo>
                    <a:pt x="148" y="34"/>
                  </a:lnTo>
                  <a:lnTo>
                    <a:pt x="126" y="51"/>
                  </a:lnTo>
                  <a:lnTo>
                    <a:pt x="106" y="73"/>
                  </a:lnTo>
                  <a:lnTo>
                    <a:pt x="89" y="98"/>
                  </a:lnTo>
                  <a:lnTo>
                    <a:pt x="71" y="125"/>
                  </a:lnTo>
                  <a:lnTo>
                    <a:pt x="55" y="155"/>
                  </a:lnTo>
                  <a:lnTo>
                    <a:pt x="41" y="188"/>
                  </a:lnTo>
                  <a:lnTo>
                    <a:pt x="29" y="222"/>
                  </a:lnTo>
                  <a:lnTo>
                    <a:pt x="18" y="261"/>
                  </a:lnTo>
                  <a:lnTo>
                    <a:pt x="10" y="298"/>
                  </a:lnTo>
                  <a:lnTo>
                    <a:pt x="4" y="338"/>
                  </a:lnTo>
                  <a:lnTo>
                    <a:pt x="1" y="382"/>
                  </a:lnTo>
                  <a:lnTo>
                    <a:pt x="0" y="424"/>
                  </a:lnTo>
                  <a:lnTo>
                    <a:pt x="11" y="424"/>
                  </a:lnTo>
                  <a:lnTo>
                    <a:pt x="13" y="382"/>
                  </a:lnTo>
                  <a:lnTo>
                    <a:pt x="16" y="341"/>
                  </a:lnTo>
                  <a:lnTo>
                    <a:pt x="22" y="301"/>
                  </a:lnTo>
                  <a:lnTo>
                    <a:pt x="30" y="263"/>
                  </a:lnTo>
                  <a:lnTo>
                    <a:pt x="41" y="227"/>
                  </a:lnTo>
                  <a:lnTo>
                    <a:pt x="52" y="193"/>
                  </a:lnTo>
                  <a:lnTo>
                    <a:pt x="66" y="160"/>
                  </a:lnTo>
                  <a:lnTo>
                    <a:pt x="80" y="132"/>
                  </a:lnTo>
                  <a:lnTo>
                    <a:pt x="98" y="105"/>
                  </a:lnTo>
                  <a:lnTo>
                    <a:pt x="116" y="80"/>
                  </a:lnTo>
                  <a:lnTo>
                    <a:pt x="136" y="60"/>
                  </a:lnTo>
                  <a:lnTo>
                    <a:pt x="155" y="43"/>
                  </a:lnTo>
                  <a:lnTo>
                    <a:pt x="178" y="30"/>
                  </a:lnTo>
                  <a:lnTo>
                    <a:pt x="199" y="19"/>
                  </a:lnTo>
                  <a:lnTo>
                    <a:pt x="221" y="14"/>
                  </a:lnTo>
                  <a:lnTo>
                    <a:pt x="245" y="11"/>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5758" name="Freeform 60"/>
            <p:cNvSpPr>
              <a:spLocks/>
            </p:cNvSpPr>
            <p:nvPr/>
          </p:nvSpPr>
          <p:spPr bwMode="auto">
            <a:xfrm>
              <a:off x="1392" y="2118"/>
              <a:ext cx="49" cy="85"/>
            </a:xfrm>
            <a:custGeom>
              <a:avLst/>
              <a:gdLst>
                <a:gd name="T0" fmla="*/ 2 w 246"/>
                <a:gd name="T1" fmla="*/ 3 h 426"/>
                <a:gd name="T2" fmla="*/ 2 w 246"/>
                <a:gd name="T3" fmla="*/ 3 h 426"/>
                <a:gd name="T4" fmla="*/ 2 w 246"/>
                <a:gd name="T5" fmla="*/ 3 h 426"/>
                <a:gd name="T6" fmla="*/ 2 w 246"/>
                <a:gd name="T7" fmla="*/ 3 h 426"/>
                <a:gd name="T8" fmla="*/ 2 w 246"/>
                <a:gd name="T9" fmla="*/ 2 h 426"/>
                <a:gd name="T10" fmla="*/ 2 w 246"/>
                <a:gd name="T11" fmla="*/ 2 h 426"/>
                <a:gd name="T12" fmla="*/ 2 w 246"/>
                <a:gd name="T13" fmla="*/ 2 h 426"/>
                <a:gd name="T14" fmla="*/ 2 w 246"/>
                <a:gd name="T15" fmla="*/ 2 h 426"/>
                <a:gd name="T16" fmla="*/ 2 w 246"/>
                <a:gd name="T17" fmla="*/ 1 h 426"/>
                <a:gd name="T18" fmla="*/ 1 w 246"/>
                <a:gd name="T19" fmla="*/ 1 h 426"/>
                <a:gd name="T20" fmla="*/ 1 w 246"/>
                <a:gd name="T21" fmla="*/ 1 h 426"/>
                <a:gd name="T22" fmla="*/ 1 w 246"/>
                <a:gd name="T23" fmla="*/ 1 h 426"/>
                <a:gd name="T24" fmla="*/ 1 w 246"/>
                <a:gd name="T25" fmla="*/ 0 h 426"/>
                <a:gd name="T26" fmla="*/ 1 w 246"/>
                <a:gd name="T27" fmla="*/ 0 h 426"/>
                <a:gd name="T28" fmla="*/ 1 w 246"/>
                <a:gd name="T29" fmla="*/ 0 h 426"/>
                <a:gd name="T30" fmla="*/ 0 w 246"/>
                <a:gd name="T31" fmla="*/ 0 h 426"/>
                <a:gd name="T32" fmla="*/ 0 w 246"/>
                <a:gd name="T33" fmla="*/ 0 h 426"/>
                <a:gd name="T34" fmla="*/ 0 w 246"/>
                <a:gd name="T35" fmla="*/ 0 h 426"/>
                <a:gd name="T36" fmla="*/ 0 w 246"/>
                <a:gd name="T37" fmla="*/ 0 h 426"/>
                <a:gd name="T38" fmla="*/ 0 w 246"/>
                <a:gd name="T39" fmla="*/ 0 h 426"/>
                <a:gd name="T40" fmla="*/ 0 w 246"/>
                <a:gd name="T41" fmla="*/ 0 h 426"/>
                <a:gd name="T42" fmla="*/ 1 w 246"/>
                <a:gd name="T43" fmla="*/ 0 h 426"/>
                <a:gd name="T44" fmla="*/ 1 w 246"/>
                <a:gd name="T45" fmla="*/ 0 h 426"/>
                <a:gd name="T46" fmla="*/ 1 w 246"/>
                <a:gd name="T47" fmla="*/ 1 h 426"/>
                <a:gd name="T48" fmla="*/ 1 w 246"/>
                <a:gd name="T49" fmla="*/ 1 h 426"/>
                <a:gd name="T50" fmla="*/ 1 w 246"/>
                <a:gd name="T51" fmla="*/ 1 h 426"/>
                <a:gd name="T52" fmla="*/ 1 w 246"/>
                <a:gd name="T53" fmla="*/ 1 h 426"/>
                <a:gd name="T54" fmla="*/ 1 w 246"/>
                <a:gd name="T55" fmla="*/ 1 h 426"/>
                <a:gd name="T56" fmla="*/ 2 w 246"/>
                <a:gd name="T57" fmla="*/ 2 h 426"/>
                <a:gd name="T58" fmla="*/ 2 w 246"/>
                <a:gd name="T59" fmla="*/ 2 h 426"/>
                <a:gd name="T60" fmla="*/ 2 w 246"/>
                <a:gd name="T61" fmla="*/ 2 h 426"/>
                <a:gd name="T62" fmla="*/ 2 w 246"/>
                <a:gd name="T63" fmla="*/ 2 h 426"/>
                <a:gd name="T64" fmla="*/ 2 w 246"/>
                <a:gd name="T65" fmla="*/ 3 h 426"/>
                <a:gd name="T66" fmla="*/ 2 w 246"/>
                <a:gd name="T67" fmla="*/ 3 h 426"/>
                <a:gd name="T68" fmla="*/ 2 w 246"/>
                <a:gd name="T69" fmla="*/ 3 h 426"/>
                <a:gd name="T70" fmla="*/ 2 w 246"/>
                <a:gd name="T71" fmla="*/ 3 h 426"/>
                <a:gd name="T72" fmla="*/ 2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246" y="426"/>
                  </a:moveTo>
                  <a:lnTo>
                    <a:pt x="246" y="426"/>
                  </a:lnTo>
                  <a:lnTo>
                    <a:pt x="245" y="384"/>
                  </a:lnTo>
                  <a:lnTo>
                    <a:pt x="242" y="340"/>
                  </a:lnTo>
                  <a:lnTo>
                    <a:pt x="236" y="301"/>
                  </a:lnTo>
                  <a:lnTo>
                    <a:pt x="228" y="262"/>
                  </a:lnTo>
                  <a:lnTo>
                    <a:pt x="217" y="224"/>
                  </a:lnTo>
                  <a:lnTo>
                    <a:pt x="205" y="190"/>
                  </a:lnTo>
                  <a:lnTo>
                    <a:pt x="191" y="158"/>
                  </a:lnTo>
                  <a:lnTo>
                    <a:pt x="176" y="126"/>
                  </a:lnTo>
                  <a:lnTo>
                    <a:pt x="157" y="99"/>
                  </a:lnTo>
                  <a:lnTo>
                    <a:pt x="139" y="75"/>
                  </a:lnTo>
                  <a:lnTo>
                    <a:pt x="119" y="53"/>
                  </a:lnTo>
                  <a:lnTo>
                    <a:pt x="96" y="34"/>
                  </a:lnTo>
                  <a:lnTo>
                    <a:pt x="75" y="19"/>
                  </a:lnTo>
                  <a:lnTo>
                    <a:pt x="51" y="9"/>
                  </a:lnTo>
                  <a:lnTo>
                    <a:pt x="26" y="3"/>
                  </a:lnTo>
                  <a:lnTo>
                    <a:pt x="0" y="0"/>
                  </a:lnTo>
                  <a:lnTo>
                    <a:pt x="0" y="12"/>
                  </a:lnTo>
                  <a:lnTo>
                    <a:pt x="24" y="15"/>
                  </a:lnTo>
                  <a:lnTo>
                    <a:pt x="46" y="20"/>
                  </a:lnTo>
                  <a:lnTo>
                    <a:pt x="68" y="31"/>
                  </a:lnTo>
                  <a:lnTo>
                    <a:pt x="89" y="44"/>
                  </a:lnTo>
                  <a:lnTo>
                    <a:pt x="109" y="63"/>
                  </a:lnTo>
                  <a:lnTo>
                    <a:pt x="129" y="83"/>
                  </a:lnTo>
                  <a:lnTo>
                    <a:pt x="148" y="106"/>
                  </a:lnTo>
                  <a:lnTo>
                    <a:pt x="164" y="133"/>
                  </a:lnTo>
                  <a:lnTo>
                    <a:pt x="180" y="162"/>
                  </a:lnTo>
                  <a:lnTo>
                    <a:pt x="194" y="195"/>
                  </a:lnTo>
                  <a:lnTo>
                    <a:pt x="205" y="229"/>
                  </a:lnTo>
                  <a:lnTo>
                    <a:pt x="216" y="264"/>
                  </a:lnTo>
                  <a:lnTo>
                    <a:pt x="224" y="303"/>
                  </a:lnTo>
                  <a:lnTo>
                    <a:pt x="230" y="343"/>
                  </a:lnTo>
                  <a:lnTo>
                    <a:pt x="233" y="384"/>
                  </a:lnTo>
                  <a:lnTo>
                    <a:pt x="235" y="426"/>
                  </a:lnTo>
                  <a:lnTo>
                    <a:pt x="246"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5759" name="Freeform 61"/>
            <p:cNvSpPr>
              <a:spLocks/>
            </p:cNvSpPr>
            <p:nvPr/>
          </p:nvSpPr>
          <p:spPr bwMode="auto">
            <a:xfrm>
              <a:off x="1392" y="2203"/>
              <a:ext cx="49" cy="85"/>
            </a:xfrm>
            <a:custGeom>
              <a:avLst/>
              <a:gdLst>
                <a:gd name="T0" fmla="*/ 0 w 246"/>
                <a:gd name="T1" fmla="*/ 3 h 424"/>
                <a:gd name="T2" fmla="*/ 0 w 246"/>
                <a:gd name="T3" fmla="*/ 3 h 424"/>
                <a:gd name="T4" fmla="*/ 0 w 246"/>
                <a:gd name="T5" fmla="*/ 3 h 424"/>
                <a:gd name="T6" fmla="*/ 0 w 246"/>
                <a:gd name="T7" fmla="*/ 3 h 424"/>
                <a:gd name="T8" fmla="*/ 1 w 246"/>
                <a:gd name="T9" fmla="*/ 3 h 424"/>
                <a:gd name="T10" fmla="*/ 1 w 246"/>
                <a:gd name="T11" fmla="*/ 3 h 424"/>
                <a:gd name="T12" fmla="*/ 1 w 246"/>
                <a:gd name="T13" fmla="*/ 3 h 424"/>
                <a:gd name="T14" fmla="*/ 1 w 246"/>
                <a:gd name="T15" fmla="*/ 3 h 424"/>
                <a:gd name="T16" fmla="*/ 1 w 246"/>
                <a:gd name="T17" fmla="*/ 3 h 424"/>
                <a:gd name="T18" fmla="*/ 1 w 246"/>
                <a:gd name="T19" fmla="*/ 2 h 424"/>
                <a:gd name="T20" fmla="*/ 2 w 246"/>
                <a:gd name="T21" fmla="*/ 2 h 424"/>
                <a:gd name="T22" fmla="*/ 2 w 246"/>
                <a:gd name="T23" fmla="*/ 2 h 424"/>
                <a:gd name="T24" fmla="*/ 2 w 246"/>
                <a:gd name="T25" fmla="*/ 2 h 424"/>
                <a:gd name="T26" fmla="*/ 2 w 246"/>
                <a:gd name="T27" fmla="*/ 1 h 424"/>
                <a:gd name="T28" fmla="*/ 2 w 246"/>
                <a:gd name="T29" fmla="*/ 1 h 424"/>
                <a:gd name="T30" fmla="*/ 2 w 246"/>
                <a:gd name="T31" fmla="*/ 1 h 424"/>
                <a:gd name="T32" fmla="*/ 2 w 246"/>
                <a:gd name="T33" fmla="*/ 0 h 424"/>
                <a:gd name="T34" fmla="*/ 2 w 246"/>
                <a:gd name="T35" fmla="*/ 0 h 424"/>
                <a:gd name="T36" fmla="*/ 2 w 246"/>
                <a:gd name="T37" fmla="*/ 0 h 424"/>
                <a:gd name="T38" fmla="*/ 2 w 246"/>
                <a:gd name="T39" fmla="*/ 0 h 424"/>
                <a:gd name="T40" fmla="*/ 2 w 246"/>
                <a:gd name="T41" fmla="*/ 1 h 424"/>
                <a:gd name="T42" fmla="*/ 2 w 246"/>
                <a:gd name="T43" fmla="*/ 1 h 424"/>
                <a:gd name="T44" fmla="*/ 2 w 246"/>
                <a:gd name="T45" fmla="*/ 1 h 424"/>
                <a:gd name="T46" fmla="*/ 2 w 246"/>
                <a:gd name="T47" fmla="*/ 2 h 424"/>
                <a:gd name="T48" fmla="*/ 2 w 246"/>
                <a:gd name="T49" fmla="*/ 2 h 424"/>
                <a:gd name="T50" fmla="*/ 1 w 246"/>
                <a:gd name="T51" fmla="*/ 2 h 424"/>
                <a:gd name="T52" fmla="*/ 1 w 246"/>
                <a:gd name="T53" fmla="*/ 2 h 424"/>
                <a:gd name="T54" fmla="*/ 1 w 246"/>
                <a:gd name="T55" fmla="*/ 3 h 424"/>
                <a:gd name="T56" fmla="*/ 1 w 246"/>
                <a:gd name="T57" fmla="*/ 3 h 424"/>
                <a:gd name="T58" fmla="*/ 1 w 246"/>
                <a:gd name="T59" fmla="*/ 3 h 424"/>
                <a:gd name="T60" fmla="*/ 1 w 246"/>
                <a:gd name="T61" fmla="*/ 3 h 424"/>
                <a:gd name="T62" fmla="*/ 1 w 246"/>
                <a:gd name="T63" fmla="*/ 3 h 424"/>
                <a:gd name="T64" fmla="*/ 0 w 246"/>
                <a:gd name="T65" fmla="*/ 3 h 424"/>
                <a:gd name="T66" fmla="*/ 0 w 246"/>
                <a:gd name="T67" fmla="*/ 3 h 424"/>
                <a:gd name="T68" fmla="*/ 0 w 246"/>
                <a:gd name="T69" fmla="*/ 3 h 424"/>
                <a:gd name="T70" fmla="*/ 0 w 246"/>
                <a:gd name="T71" fmla="*/ 3 h 424"/>
                <a:gd name="T72" fmla="*/ 0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0" y="424"/>
                  </a:moveTo>
                  <a:lnTo>
                    <a:pt x="0" y="424"/>
                  </a:lnTo>
                  <a:lnTo>
                    <a:pt x="26" y="422"/>
                  </a:lnTo>
                  <a:lnTo>
                    <a:pt x="51" y="416"/>
                  </a:lnTo>
                  <a:lnTo>
                    <a:pt x="75" y="406"/>
                  </a:lnTo>
                  <a:lnTo>
                    <a:pt x="96" y="390"/>
                  </a:lnTo>
                  <a:lnTo>
                    <a:pt x="119" y="373"/>
                  </a:lnTo>
                  <a:lnTo>
                    <a:pt x="139" y="351"/>
                  </a:lnTo>
                  <a:lnTo>
                    <a:pt x="157" y="326"/>
                  </a:lnTo>
                  <a:lnTo>
                    <a:pt x="175" y="299"/>
                  </a:lnTo>
                  <a:lnTo>
                    <a:pt x="191" y="269"/>
                  </a:lnTo>
                  <a:lnTo>
                    <a:pt x="205" y="236"/>
                  </a:lnTo>
                  <a:lnTo>
                    <a:pt x="217" y="202"/>
                  </a:lnTo>
                  <a:lnTo>
                    <a:pt x="228" y="163"/>
                  </a:lnTo>
                  <a:lnTo>
                    <a:pt x="236" y="125"/>
                  </a:lnTo>
                  <a:lnTo>
                    <a:pt x="242" y="86"/>
                  </a:lnTo>
                  <a:lnTo>
                    <a:pt x="245" y="42"/>
                  </a:lnTo>
                  <a:lnTo>
                    <a:pt x="246" y="0"/>
                  </a:lnTo>
                  <a:lnTo>
                    <a:pt x="235" y="0"/>
                  </a:lnTo>
                  <a:lnTo>
                    <a:pt x="233" y="42"/>
                  </a:lnTo>
                  <a:lnTo>
                    <a:pt x="230" y="83"/>
                  </a:lnTo>
                  <a:lnTo>
                    <a:pt x="224" y="123"/>
                  </a:lnTo>
                  <a:lnTo>
                    <a:pt x="216" y="161"/>
                  </a:lnTo>
                  <a:lnTo>
                    <a:pt x="205" y="197"/>
                  </a:lnTo>
                  <a:lnTo>
                    <a:pt x="194" y="231"/>
                  </a:lnTo>
                  <a:lnTo>
                    <a:pt x="180" y="264"/>
                  </a:lnTo>
                  <a:lnTo>
                    <a:pt x="166" y="292"/>
                  </a:lnTo>
                  <a:lnTo>
                    <a:pt x="148" y="319"/>
                  </a:lnTo>
                  <a:lnTo>
                    <a:pt x="129" y="344"/>
                  </a:lnTo>
                  <a:lnTo>
                    <a:pt x="109" y="364"/>
                  </a:lnTo>
                  <a:lnTo>
                    <a:pt x="89" y="381"/>
                  </a:lnTo>
                  <a:lnTo>
                    <a:pt x="68" y="394"/>
                  </a:lnTo>
                  <a:lnTo>
                    <a:pt x="46" y="405"/>
                  </a:lnTo>
                  <a:lnTo>
                    <a:pt x="24" y="410"/>
                  </a:lnTo>
                  <a:lnTo>
                    <a:pt x="0" y="413"/>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5760" name="Freeform 62"/>
            <p:cNvSpPr>
              <a:spLocks/>
            </p:cNvSpPr>
            <p:nvPr/>
          </p:nvSpPr>
          <p:spPr bwMode="auto">
            <a:xfrm>
              <a:off x="1343" y="2203"/>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2" y="42"/>
                  </a:lnTo>
                  <a:lnTo>
                    <a:pt x="5" y="86"/>
                  </a:lnTo>
                  <a:lnTo>
                    <a:pt x="11" y="125"/>
                  </a:lnTo>
                  <a:lnTo>
                    <a:pt x="19" y="163"/>
                  </a:lnTo>
                  <a:lnTo>
                    <a:pt x="30" y="202"/>
                  </a:lnTo>
                  <a:lnTo>
                    <a:pt x="41" y="236"/>
                  </a:lnTo>
                  <a:lnTo>
                    <a:pt x="56" y="269"/>
                  </a:lnTo>
                  <a:lnTo>
                    <a:pt x="72" y="299"/>
                  </a:lnTo>
                  <a:lnTo>
                    <a:pt x="90" y="326"/>
                  </a:lnTo>
                  <a:lnTo>
                    <a:pt x="108" y="351"/>
                  </a:lnTo>
                  <a:lnTo>
                    <a:pt x="127" y="373"/>
                  </a:lnTo>
                  <a:lnTo>
                    <a:pt x="149" y="390"/>
                  </a:lnTo>
                  <a:lnTo>
                    <a:pt x="172" y="406"/>
                  </a:lnTo>
                  <a:lnTo>
                    <a:pt x="195" y="416"/>
                  </a:lnTo>
                  <a:lnTo>
                    <a:pt x="220" y="422"/>
                  </a:lnTo>
                  <a:lnTo>
                    <a:pt x="245" y="424"/>
                  </a:lnTo>
                  <a:lnTo>
                    <a:pt x="245" y="413"/>
                  </a:lnTo>
                  <a:lnTo>
                    <a:pt x="222" y="410"/>
                  </a:lnTo>
                  <a:lnTo>
                    <a:pt x="200" y="405"/>
                  </a:lnTo>
                  <a:lnTo>
                    <a:pt x="179" y="394"/>
                  </a:lnTo>
                  <a:lnTo>
                    <a:pt x="156" y="381"/>
                  </a:lnTo>
                  <a:lnTo>
                    <a:pt x="136" y="364"/>
                  </a:lnTo>
                  <a:lnTo>
                    <a:pt x="118" y="344"/>
                  </a:lnTo>
                  <a:lnTo>
                    <a:pt x="99" y="319"/>
                  </a:lnTo>
                  <a:lnTo>
                    <a:pt x="81" y="292"/>
                  </a:lnTo>
                  <a:lnTo>
                    <a:pt x="67" y="264"/>
                  </a:lnTo>
                  <a:lnTo>
                    <a:pt x="53" y="231"/>
                  </a:lnTo>
                  <a:lnTo>
                    <a:pt x="41" y="197"/>
                  </a:lnTo>
                  <a:lnTo>
                    <a:pt x="31" y="161"/>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5761" name="Freeform 63"/>
            <p:cNvSpPr>
              <a:spLocks/>
            </p:cNvSpPr>
            <p:nvPr/>
          </p:nvSpPr>
          <p:spPr bwMode="auto">
            <a:xfrm>
              <a:off x="1343" y="2118"/>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1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20" y="3"/>
                  </a:lnTo>
                  <a:lnTo>
                    <a:pt x="195" y="9"/>
                  </a:lnTo>
                  <a:lnTo>
                    <a:pt x="172" y="19"/>
                  </a:lnTo>
                  <a:lnTo>
                    <a:pt x="149" y="34"/>
                  </a:lnTo>
                  <a:lnTo>
                    <a:pt x="127" y="53"/>
                  </a:lnTo>
                  <a:lnTo>
                    <a:pt x="108" y="75"/>
                  </a:lnTo>
                  <a:lnTo>
                    <a:pt x="90" y="99"/>
                  </a:lnTo>
                  <a:lnTo>
                    <a:pt x="71" y="126"/>
                  </a:lnTo>
                  <a:lnTo>
                    <a:pt x="56" y="158"/>
                  </a:lnTo>
                  <a:lnTo>
                    <a:pt x="41" y="190"/>
                  </a:lnTo>
                  <a:lnTo>
                    <a:pt x="30" y="224"/>
                  </a:lnTo>
                  <a:lnTo>
                    <a:pt x="19" y="262"/>
                  </a:lnTo>
                  <a:lnTo>
                    <a:pt x="11" y="301"/>
                  </a:lnTo>
                  <a:lnTo>
                    <a:pt x="5" y="340"/>
                  </a:lnTo>
                  <a:lnTo>
                    <a:pt x="2" y="384"/>
                  </a:lnTo>
                  <a:lnTo>
                    <a:pt x="0" y="426"/>
                  </a:lnTo>
                  <a:lnTo>
                    <a:pt x="12" y="426"/>
                  </a:lnTo>
                  <a:lnTo>
                    <a:pt x="13" y="384"/>
                  </a:lnTo>
                  <a:lnTo>
                    <a:pt x="17" y="343"/>
                  </a:lnTo>
                  <a:lnTo>
                    <a:pt x="23" y="303"/>
                  </a:lnTo>
                  <a:lnTo>
                    <a:pt x="31" y="264"/>
                  </a:lnTo>
                  <a:lnTo>
                    <a:pt x="41" y="229"/>
                  </a:lnTo>
                  <a:lnTo>
                    <a:pt x="53" y="195"/>
                  </a:lnTo>
                  <a:lnTo>
                    <a:pt x="67" y="162"/>
                  </a:lnTo>
                  <a:lnTo>
                    <a:pt x="82" y="133"/>
                  </a:lnTo>
                  <a:lnTo>
                    <a:pt x="99" y="106"/>
                  </a:lnTo>
                  <a:lnTo>
                    <a:pt x="118" y="83"/>
                  </a:lnTo>
                  <a:lnTo>
                    <a:pt x="136" y="63"/>
                  </a:lnTo>
                  <a:lnTo>
                    <a:pt x="156" y="44"/>
                  </a:lnTo>
                  <a:lnTo>
                    <a:pt x="179" y="31"/>
                  </a:lnTo>
                  <a:lnTo>
                    <a:pt x="200" y="20"/>
                  </a:lnTo>
                  <a:lnTo>
                    <a:pt x="222" y="15"/>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5762" name="Freeform 64"/>
            <p:cNvSpPr>
              <a:spLocks/>
            </p:cNvSpPr>
            <p:nvPr/>
          </p:nvSpPr>
          <p:spPr bwMode="auto">
            <a:xfrm>
              <a:off x="1384" y="1859"/>
              <a:ext cx="49" cy="84"/>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1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3" y="382"/>
                  </a:lnTo>
                  <a:lnTo>
                    <a:pt x="240" y="339"/>
                  </a:lnTo>
                  <a:lnTo>
                    <a:pt x="234" y="299"/>
                  </a:lnTo>
                  <a:lnTo>
                    <a:pt x="226" y="261"/>
                  </a:lnTo>
                  <a:lnTo>
                    <a:pt x="215" y="222"/>
                  </a:lnTo>
                  <a:lnTo>
                    <a:pt x="204" y="188"/>
                  </a:lnTo>
                  <a:lnTo>
                    <a:pt x="189" y="156"/>
                  </a:lnTo>
                  <a:lnTo>
                    <a:pt x="173" y="125"/>
                  </a:lnTo>
                  <a:lnTo>
                    <a:pt x="155" y="98"/>
                  </a:lnTo>
                  <a:lnTo>
                    <a:pt x="138" y="74"/>
                  </a:lnTo>
                  <a:lnTo>
                    <a:pt x="118" y="51"/>
                  </a:lnTo>
                  <a:lnTo>
                    <a:pt x="96" y="34"/>
                  </a:lnTo>
                  <a:lnTo>
                    <a:pt x="73" y="18"/>
                  </a:lnTo>
                  <a:lnTo>
                    <a:pt x="50" y="8"/>
                  </a:lnTo>
                  <a:lnTo>
                    <a:pt x="25" y="2"/>
                  </a:lnTo>
                  <a:lnTo>
                    <a:pt x="0" y="0"/>
                  </a:lnTo>
                  <a:lnTo>
                    <a:pt x="0" y="11"/>
                  </a:lnTo>
                  <a:lnTo>
                    <a:pt x="23" y="14"/>
                  </a:lnTo>
                  <a:lnTo>
                    <a:pt x="45" y="20"/>
                  </a:lnTo>
                  <a:lnTo>
                    <a:pt x="66" y="30"/>
                  </a:lnTo>
                  <a:lnTo>
                    <a:pt x="89" y="43"/>
                  </a:lnTo>
                  <a:lnTo>
                    <a:pt x="109" y="61"/>
                  </a:lnTo>
                  <a:lnTo>
                    <a:pt x="129" y="81"/>
                  </a:lnTo>
                  <a:lnTo>
                    <a:pt x="146" y="105"/>
                  </a:lnTo>
                  <a:lnTo>
                    <a:pt x="164" y="132"/>
                  </a:lnTo>
                  <a:lnTo>
                    <a:pt x="178" y="160"/>
                  </a:lnTo>
                  <a:lnTo>
                    <a:pt x="192" y="193"/>
                  </a:lnTo>
                  <a:lnTo>
                    <a:pt x="204" y="227"/>
                  </a:lnTo>
                  <a:lnTo>
                    <a:pt x="214" y="264"/>
                  </a:lnTo>
                  <a:lnTo>
                    <a:pt x="222" y="301"/>
                  </a:lnTo>
                  <a:lnTo>
                    <a:pt x="228"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5763" name="Freeform 65"/>
            <p:cNvSpPr>
              <a:spLocks/>
            </p:cNvSpPr>
            <p:nvPr/>
          </p:nvSpPr>
          <p:spPr bwMode="auto">
            <a:xfrm>
              <a:off x="1384" y="1943"/>
              <a:ext cx="49" cy="86"/>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5" y="423"/>
                  </a:lnTo>
                  <a:lnTo>
                    <a:pt x="50" y="418"/>
                  </a:lnTo>
                  <a:lnTo>
                    <a:pt x="73" y="407"/>
                  </a:lnTo>
                  <a:lnTo>
                    <a:pt x="96" y="392"/>
                  </a:lnTo>
                  <a:lnTo>
                    <a:pt x="118" y="374"/>
                  </a:lnTo>
                  <a:lnTo>
                    <a:pt x="138" y="352"/>
                  </a:lnTo>
                  <a:lnTo>
                    <a:pt x="155" y="327"/>
                  </a:lnTo>
                  <a:lnTo>
                    <a:pt x="174" y="300"/>
                  </a:lnTo>
                  <a:lnTo>
                    <a:pt x="189" y="269"/>
                  </a:lnTo>
                  <a:lnTo>
                    <a:pt x="204" y="237"/>
                  </a:lnTo>
                  <a:lnTo>
                    <a:pt x="215" y="202"/>
                  </a:lnTo>
                  <a:lnTo>
                    <a:pt x="226" y="164"/>
                  </a:lnTo>
                  <a:lnTo>
                    <a:pt x="234" y="126"/>
                  </a:lnTo>
                  <a:lnTo>
                    <a:pt x="240" y="86"/>
                  </a:lnTo>
                  <a:lnTo>
                    <a:pt x="243" y="42"/>
                  </a:lnTo>
                  <a:lnTo>
                    <a:pt x="245" y="0"/>
                  </a:lnTo>
                  <a:lnTo>
                    <a:pt x="233" y="0"/>
                  </a:lnTo>
                  <a:lnTo>
                    <a:pt x="232" y="42"/>
                  </a:lnTo>
                  <a:lnTo>
                    <a:pt x="228" y="83"/>
                  </a:lnTo>
                  <a:lnTo>
                    <a:pt x="222" y="123"/>
                  </a:lnTo>
                  <a:lnTo>
                    <a:pt x="214" y="162"/>
                  </a:lnTo>
                  <a:lnTo>
                    <a:pt x="204" y="197"/>
                  </a:lnTo>
                  <a:lnTo>
                    <a:pt x="192" y="232"/>
                  </a:lnTo>
                  <a:lnTo>
                    <a:pt x="178" y="264"/>
                  </a:lnTo>
                  <a:lnTo>
                    <a:pt x="163" y="293"/>
                  </a:lnTo>
                  <a:lnTo>
                    <a:pt x="146" y="320"/>
                  </a:lnTo>
                  <a:lnTo>
                    <a:pt x="129" y="345"/>
                  </a:lnTo>
                  <a:lnTo>
                    <a:pt x="109" y="365"/>
                  </a:lnTo>
                  <a:lnTo>
                    <a:pt x="89" y="382"/>
                  </a:lnTo>
                  <a:lnTo>
                    <a:pt x="66" y="395"/>
                  </a:lnTo>
                  <a:lnTo>
                    <a:pt x="45" y="406"/>
                  </a:lnTo>
                  <a:lnTo>
                    <a:pt x="23"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5764" name="Freeform 66"/>
            <p:cNvSpPr>
              <a:spLocks/>
            </p:cNvSpPr>
            <p:nvPr/>
          </p:nvSpPr>
          <p:spPr bwMode="auto">
            <a:xfrm>
              <a:off x="1335" y="1943"/>
              <a:ext cx="49" cy="86"/>
            </a:xfrm>
            <a:custGeom>
              <a:avLst/>
              <a:gdLst>
                <a:gd name="T0" fmla="*/ 0 w 246"/>
                <a:gd name="T1" fmla="*/ 0 h 426"/>
                <a:gd name="T2" fmla="*/ 0 w 246"/>
                <a:gd name="T3" fmla="*/ 0 h 426"/>
                <a:gd name="T4" fmla="*/ 0 w 246"/>
                <a:gd name="T5" fmla="*/ 0 h 426"/>
                <a:gd name="T6" fmla="*/ 0 w 246"/>
                <a:gd name="T7" fmla="*/ 1 h 426"/>
                <a:gd name="T8" fmla="*/ 0 w 246"/>
                <a:gd name="T9" fmla="*/ 1 h 426"/>
                <a:gd name="T10" fmla="*/ 0 w 246"/>
                <a:gd name="T11" fmla="*/ 1 h 426"/>
                <a:gd name="T12" fmla="*/ 0 w 246"/>
                <a:gd name="T13" fmla="*/ 2 h 426"/>
                <a:gd name="T14" fmla="*/ 0 w 246"/>
                <a:gd name="T15" fmla="*/ 2 h 426"/>
                <a:gd name="T16" fmla="*/ 0 w 246"/>
                <a:gd name="T17" fmla="*/ 2 h 426"/>
                <a:gd name="T18" fmla="*/ 1 w 246"/>
                <a:gd name="T19" fmla="*/ 2 h 426"/>
                <a:gd name="T20" fmla="*/ 1 w 246"/>
                <a:gd name="T21" fmla="*/ 3 h 426"/>
                <a:gd name="T22" fmla="*/ 1 w 246"/>
                <a:gd name="T23" fmla="*/ 3 h 426"/>
                <a:gd name="T24" fmla="*/ 1 w 246"/>
                <a:gd name="T25" fmla="*/ 3 h 426"/>
                <a:gd name="T26" fmla="*/ 1 w 246"/>
                <a:gd name="T27" fmla="*/ 3 h 426"/>
                <a:gd name="T28" fmla="*/ 1 w 246"/>
                <a:gd name="T29" fmla="*/ 3 h 426"/>
                <a:gd name="T30" fmla="*/ 2 w 246"/>
                <a:gd name="T31" fmla="*/ 3 h 426"/>
                <a:gd name="T32" fmla="*/ 2 w 246"/>
                <a:gd name="T33" fmla="*/ 3 h 426"/>
                <a:gd name="T34" fmla="*/ 2 w 246"/>
                <a:gd name="T35" fmla="*/ 3 h 426"/>
                <a:gd name="T36" fmla="*/ 2 w 246"/>
                <a:gd name="T37" fmla="*/ 3 h 426"/>
                <a:gd name="T38" fmla="*/ 2 w 246"/>
                <a:gd name="T39" fmla="*/ 3 h 426"/>
                <a:gd name="T40" fmla="*/ 2 w 246"/>
                <a:gd name="T41" fmla="*/ 3 h 426"/>
                <a:gd name="T42" fmla="*/ 1 w 246"/>
                <a:gd name="T43" fmla="*/ 3 h 426"/>
                <a:gd name="T44" fmla="*/ 1 w 246"/>
                <a:gd name="T45" fmla="*/ 3 h 426"/>
                <a:gd name="T46" fmla="*/ 1 w 246"/>
                <a:gd name="T47" fmla="*/ 3 h 426"/>
                <a:gd name="T48" fmla="*/ 1 w 246"/>
                <a:gd name="T49" fmla="*/ 3 h 426"/>
                <a:gd name="T50" fmla="*/ 1 w 246"/>
                <a:gd name="T51" fmla="*/ 3 h 426"/>
                <a:gd name="T52" fmla="*/ 1 w 246"/>
                <a:gd name="T53" fmla="*/ 2 h 426"/>
                <a:gd name="T54" fmla="*/ 1 w 246"/>
                <a:gd name="T55" fmla="*/ 2 h 426"/>
                <a:gd name="T56" fmla="*/ 0 w 246"/>
                <a:gd name="T57" fmla="*/ 2 h 426"/>
                <a:gd name="T58" fmla="*/ 0 w 246"/>
                <a:gd name="T59" fmla="*/ 2 h 426"/>
                <a:gd name="T60" fmla="*/ 0 w 246"/>
                <a:gd name="T61" fmla="*/ 1 h 426"/>
                <a:gd name="T62" fmla="*/ 0 w 246"/>
                <a:gd name="T63" fmla="*/ 1 h 426"/>
                <a:gd name="T64" fmla="*/ 0 w 246"/>
                <a:gd name="T65" fmla="*/ 1 h 426"/>
                <a:gd name="T66" fmla="*/ 0 w 246"/>
                <a:gd name="T67" fmla="*/ 0 h 426"/>
                <a:gd name="T68" fmla="*/ 0 w 246"/>
                <a:gd name="T69" fmla="*/ 0 h 426"/>
                <a:gd name="T70" fmla="*/ 0 w 246"/>
                <a:gd name="T71" fmla="*/ 0 h 426"/>
                <a:gd name="T72" fmla="*/ 0 w 246"/>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0"/>
                  </a:moveTo>
                  <a:lnTo>
                    <a:pt x="0" y="0"/>
                  </a:lnTo>
                  <a:lnTo>
                    <a:pt x="1" y="42"/>
                  </a:lnTo>
                  <a:lnTo>
                    <a:pt x="4" y="86"/>
                  </a:lnTo>
                  <a:lnTo>
                    <a:pt x="10" y="126"/>
                  </a:lnTo>
                  <a:lnTo>
                    <a:pt x="18" y="164"/>
                  </a:lnTo>
                  <a:lnTo>
                    <a:pt x="29" y="202"/>
                  </a:lnTo>
                  <a:lnTo>
                    <a:pt x="41" y="237"/>
                  </a:lnTo>
                  <a:lnTo>
                    <a:pt x="55" y="269"/>
                  </a:lnTo>
                  <a:lnTo>
                    <a:pt x="71" y="300"/>
                  </a:lnTo>
                  <a:lnTo>
                    <a:pt x="89" y="327"/>
                  </a:lnTo>
                  <a:lnTo>
                    <a:pt x="107" y="352"/>
                  </a:lnTo>
                  <a:lnTo>
                    <a:pt x="127" y="374"/>
                  </a:lnTo>
                  <a:lnTo>
                    <a:pt x="150" y="392"/>
                  </a:lnTo>
                  <a:lnTo>
                    <a:pt x="171" y="407"/>
                  </a:lnTo>
                  <a:lnTo>
                    <a:pt x="195" y="418"/>
                  </a:lnTo>
                  <a:lnTo>
                    <a:pt x="220" y="423"/>
                  </a:lnTo>
                  <a:lnTo>
                    <a:pt x="246" y="426"/>
                  </a:lnTo>
                  <a:lnTo>
                    <a:pt x="246" y="414"/>
                  </a:lnTo>
                  <a:lnTo>
                    <a:pt x="222" y="412"/>
                  </a:lnTo>
                  <a:lnTo>
                    <a:pt x="200" y="406"/>
                  </a:lnTo>
                  <a:lnTo>
                    <a:pt x="178" y="395"/>
                  </a:lnTo>
                  <a:lnTo>
                    <a:pt x="157" y="382"/>
                  </a:lnTo>
                  <a:lnTo>
                    <a:pt x="137" y="365"/>
                  </a:lnTo>
                  <a:lnTo>
                    <a:pt x="117" y="345"/>
                  </a:lnTo>
                  <a:lnTo>
                    <a:pt x="98" y="320"/>
                  </a:lnTo>
                  <a:lnTo>
                    <a:pt x="83" y="293"/>
                  </a:lnTo>
                  <a:lnTo>
                    <a:pt x="66" y="264"/>
                  </a:lnTo>
                  <a:lnTo>
                    <a:pt x="52" y="232"/>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5765" name="Freeform 67"/>
            <p:cNvSpPr>
              <a:spLocks/>
            </p:cNvSpPr>
            <p:nvPr/>
          </p:nvSpPr>
          <p:spPr bwMode="auto">
            <a:xfrm>
              <a:off x="1335" y="1859"/>
              <a:ext cx="49" cy="84"/>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1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0" y="2"/>
                  </a:lnTo>
                  <a:lnTo>
                    <a:pt x="195" y="8"/>
                  </a:lnTo>
                  <a:lnTo>
                    <a:pt x="171" y="18"/>
                  </a:lnTo>
                  <a:lnTo>
                    <a:pt x="150" y="34"/>
                  </a:lnTo>
                  <a:lnTo>
                    <a:pt x="127" y="51"/>
                  </a:lnTo>
                  <a:lnTo>
                    <a:pt x="107" y="74"/>
                  </a:lnTo>
                  <a:lnTo>
                    <a:pt x="89" y="98"/>
                  </a:lnTo>
                  <a:lnTo>
                    <a:pt x="72" y="125"/>
                  </a:lnTo>
                  <a:lnTo>
                    <a:pt x="55" y="156"/>
                  </a:lnTo>
                  <a:lnTo>
                    <a:pt x="41" y="188"/>
                  </a:lnTo>
                  <a:lnTo>
                    <a:pt x="29" y="222"/>
                  </a:lnTo>
                  <a:lnTo>
                    <a:pt x="18" y="261"/>
                  </a:lnTo>
                  <a:lnTo>
                    <a:pt x="10" y="299"/>
                  </a:lnTo>
                  <a:lnTo>
                    <a:pt x="4" y="339"/>
                  </a:lnTo>
                  <a:lnTo>
                    <a:pt x="1" y="382"/>
                  </a:lnTo>
                  <a:lnTo>
                    <a:pt x="0" y="424"/>
                  </a:lnTo>
                  <a:lnTo>
                    <a:pt x="11" y="424"/>
                  </a:lnTo>
                  <a:lnTo>
                    <a:pt x="13" y="382"/>
                  </a:lnTo>
                  <a:lnTo>
                    <a:pt x="16" y="341"/>
                  </a:lnTo>
                  <a:lnTo>
                    <a:pt x="22" y="301"/>
                  </a:lnTo>
                  <a:lnTo>
                    <a:pt x="30" y="264"/>
                  </a:lnTo>
                  <a:lnTo>
                    <a:pt x="41" y="227"/>
                  </a:lnTo>
                  <a:lnTo>
                    <a:pt x="52" y="193"/>
                  </a:lnTo>
                  <a:lnTo>
                    <a:pt x="66" y="160"/>
                  </a:lnTo>
                  <a:lnTo>
                    <a:pt x="82" y="132"/>
                  </a:lnTo>
                  <a:lnTo>
                    <a:pt x="98" y="105"/>
                  </a:lnTo>
                  <a:lnTo>
                    <a:pt x="117" y="81"/>
                  </a:lnTo>
                  <a:lnTo>
                    <a:pt x="137" y="61"/>
                  </a:lnTo>
                  <a:lnTo>
                    <a:pt x="157" y="43"/>
                  </a:lnTo>
                  <a:lnTo>
                    <a:pt x="178" y="30"/>
                  </a:lnTo>
                  <a:lnTo>
                    <a:pt x="200" y="20"/>
                  </a:lnTo>
                  <a:lnTo>
                    <a:pt x="222" y="14"/>
                  </a:lnTo>
                  <a:lnTo>
                    <a:pt x="246" y="11"/>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5766" name="Freeform 68"/>
            <p:cNvSpPr>
              <a:spLocks/>
            </p:cNvSpPr>
            <p:nvPr/>
          </p:nvSpPr>
          <p:spPr bwMode="auto">
            <a:xfrm>
              <a:off x="1552" y="1751"/>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1" y="339"/>
                  </a:lnTo>
                  <a:lnTo>
                    <a:pt x="235" y="299"/>
                  </a:lnTo>
                  <a:lnTo>
                    <a:pt x="226" y="261"/>
                  </a:lnTo>
                  <a:lnTo>
                    <a:pt x="216" y="223"/>
                  </a:lnTo>
                  <a:lnTo>
                    <a:pt x="204" y="189"/>
                  </a:lnTo>
                  <a:lnTo>
                    <a:pt x="190" y="156"/>
                  </a:lnTo>
                  <a:lnTo>
                    <a:pt x="174" y="125"/>
                  </a:lnTo>
                  <a:lnTo>
                    <a:pt x="156" y="98"/>
                  </a:lnTo>
                  <a:lnTo>
                    <a:pt x="137" y="74"/>
                  </a:lnTo>
                  <a:lnTo>
                    <a:pt x="119" y="52"/>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8" y="81"/>
                  </a:lnTo>
                  <a:lnTo>
                    <a:pt x="147" y="105"/>
                  </a:lnTo>
                  <a:lnTo>
                    <a:pt x="164" y="132"/>
                  </a:lnTo>
                  <a:lnTo>
                    <a:pt x="178" y="161"/>
                  </a:lnTo>
                  <a:lnTo>
                    <a:pt x="193" y="193"/>
                  </a:lnTo>
                  <a:lnTo>
                    <a:pt x="204" y="227"/>
                  </a:lnTo>
                  <a:lnTo>
                    <a:pt x="215" y="264"/>
                  </a:lnTo>
                  <a:lnTo>
                    <a:pt x="223" y="301"/>
                  </a:lnTo>
                  <a:lnTo>
                    <a:pt x="229" y="341"/>
                  </a:lnTo>
                  <a:lnTo>
                    <a:pt x="232" y="382"/>
                  </a:lnTo>
                  <a:lnTo>
                    <a:pt x="234"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5767" name="Freeform 69"/>
            <p:cNvSpPr>
              <a:spLocks/>
            </p:cNvSpPr>
            <p:nvPr/>
          </p:nvSpPr>
          <p:spPr bwMode="auto">
            <a:xfrm>
              <a:off x="1552" y="1836"/>
              <a:ext cx="49" cy="85"/>
            </a:xfrm>
            <a:custGeom>
              <a:avLst/>
              <a:gdLst>
                <a:gd name="T0" fmla="*/ 0 w 245"/>
                <a:gd name="T1" fmla="*/ 3 h 425"/>
                <a:gd name="T2" fmla="*/ 0 w 245"/>
                <a:gd name="T3" fmla="*/ 3 h 425"/>
                <a:gd name="T4" fmla="*/ 0 w 245"/>
                <a:gd name="T5" fmla="*/ 3 h 425"/>
                <a:gd name="T6" fmla="*/ 0 w 245"/>
                <a:gd name="T7" fmla="*/ 3 h 425"/>
                <a:gd name="T8" fmla="*/ 1 w 245"/>
                <a:gd name="T9" fmla="*/ 3 h 425"/>
                <a:gd name="T10" fmla="*/ 1 w 245"/>
                <a:gd name="T11" fmla="*/ 3 h 425"/>
                <a:gd name="T12" fmla="*/ 1 w 245"/>
                <a:gd name="T13" fmla="*/ 3 h 425"/>
                <a:gd name="T14" fmla="*/ 1 w 245"/>
                <a:gd name="T15" fmla="*/ 3 h 425"/>
                <a:gd name="T16" fmla="*/ 1 w 245"/>
                <a:gd name="T17" fmla="*/ 3 h 425"/>
                <a:gd name="T18" fmla="*/ 1 w 245"/>
                <a:gd name="T19" fmla="*/ 2 h 425"/>
                <a:gd name="T20" fmla="*/ 2 w 245"/>
                <a:gd name="T21" fmla="*/ 2 h 425"/>
                <a:gd name="T22" fmla="*/ 2 w 245"/>
                <a:gd name="T23" fmla="*/ 2 h 425"/>
                <a:gd name="T24" fmla="*/ 2 w 245"/>
                <a:gd name="T25" fmla="*/ 2 h 425"/>
                <a:gd name="T26" fmla="*/ 2 w 245"/>
                <a:gd name="T27" fmla="*/ 1 h 425"/>
                <a:gd name="T28" fmla="*/ 2 w 245"/>
                <a:gd name="T29" fmla="*/ 1 h 425"/>
                <a:gd name="T30" fmla="*/ 2 w 245"/>
                <a:gd name="T31" fmla="*/ 1 h 425"/>
                <a:gd name="T32" fmla="*/ 2 w 245"/>
                <a:gd name="T33" fmla="*/ 0 h 425"/>
                <a:gd name="T34" fmla="*/ 2 w 245"/>
                <a:gd name="T35" fmla="*/ 0 h 425"/>
                <a:gd name="T36" fmla="*/ 2 w 245"/>
                <a:gd name="T37" fmla="*/ 0 h 425"/>
                <a:gd name="T38" fmla="*/ 2 w 245"/>
                <a:gd name="T39" fmla="*/ 0 h 425"/>
                <a:gd name="T40" fmla="*/ 2 w 245"/>
                <a:gd name="T41" fmla="*/ 1 h 425"/>
                <a:gd name="T42" fmla="*/ 2 w 245"/>
                <a:gd name="T43" fmla="*/ 1 h 425"/>
                <a:gd name="T44" fmla="*/ 2 w 245"/>
                <a:gd name="T45" fmla="*/ 1 h 425"/>
                <a:gd name="T46" fmla="*/ 2 w 245"/>
                <a:gd name="T47" fmla="*/ 2 h 425"/>
                <a:gd name="T48" fmla="*/ 2 w 245"/>
                <a:gd name="T49" fmla="*/ 2 h 425"/>
                <a:gd name="T50" fmla="*/ 1 w 245"/>
                <a:gd name="T51" fmla="*/ 2 h 425"/>
                <a:gd name="T52" fmla="*/ 1 w 245"/>
                <a:gd name="T53" fmla="*/ 2 h 425"/>
                <a:gd name="T54" fmla="*/ 1 w 245"/>
                <a:gd name="T55" fmla="*/ 3 h 425"/>
                <a:gd name="T56" fmla="*/ 1 w 245"/>
                <a:gd name="T57" fmla="*/ 3 h 425"/>
                <a:gd name="T58" fmla="*/ 1 w 245"/>
                <a:gd name="T59" fmla="*/ 3 h 425"/>
                <a:gd name="T60" fmla="*/ 1 w 245"/>
                <a:gd name="T61" fmla="*/ 3 h 425"/>
                <a:gd name="T62" fmla="*/ 1 w 245"/>
                <a:gd name="T63" fmla="*/ 3 h 425"/>
                <a:gd name="T64" fmla="*/ 0 w 245"/>
                <a:gd name="T65" fmla="*/ 3 h 425"/>
                <a:gd name="T66" fmla="*/ 0 w 245"/>
                <a:gd name="T67" fmla="*/ 3 h 425"/>
                <a:gd name="T68" fmla="*/ 0 w 245"/>
                <a:gd name="T69" fmla="*/ 3 h 425"/>
                <a:gd name="T70" fmla="*/ 0 w 245"/>
                <a:gd name="T71" fmla="*/ 3 h 425"/>
                <a:gd name="T72" fmla="*/ 0 w 245"/>
                <a:gd name="T73" fmla="*/ 3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5"/>
                <a:gd name="T113" fmla="*/ 245 w 245"/>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5">
                  <a:moveTo>
                    <a:pt x="0" y="425"/>
                  </a:moveTo>
                  <a:lnTo>
                    <a:pt x="0" y="425"/>
                  </a:lnTo>
                  <a:lnTo>
                    <a:pt x="26" y="422"/>
                  </a:lnTo>
                  <a:lnTo>
                    <a:pt x="51" y="417"/>
                  </a:lnTo>
                  <a:lnTo>
                    <a:pt x="74" y="406"/>
                  </a:lnTo>
                  <a:lnTo>
                    <a:pt x="96" y="391"/>
                  </a:lnTo>
                  <a:lnTo>
                    <a:pt x="119" y="373"/>
                  </a:lnTo>
                  <a:lnTo>
                    <a:pt x="137" y="351"/>
                  </a:lnTo>
                  <a:lnTo>
                    <a:pt x="156" y="326"/>
                  </a:lnTo>
                  <a:lnTo>
                    <a:pt x="174" y="299"/>
                  </a:lnTo>
                  <a:lnTo>
                    <a:pt x="190" y="269"/>
                  </a:lnTo>
                  <a:lnTo>
                    <a:pt x="204" y="236"/>
                  </a:lnTo>
                  <a:lnTo>
                    <a:pt x="216" y="202"/>
                  </a:lnTo>
                  <a:lnTo>
                    <a:pt x="226" y="163"/>
                  </a:lnTo>
                  <a:lnTo>
                    <a:pt x="235" y="126"/>
                  </a:lnTo>
                  <a:lnTo>
                    <a:pt x="241" y="86"/>
                  </a:lnTo>
                  <a:lnTo>
                    <a:pt x="244" y="43"/>
                  </a:lnTo>
                  <a:lnTo>
                    <a:pt x="245" y="0"/>
                  </a:lnTo>
                  <a:lnTo>
                    <a:pt x="234" y="0"/>
                  </a:lnTo>
                  <a:lnTo>
                    <a:pt x="232" y="43"/>
                  </a:lnTo>
                  <a:lnTo>
                    <a:pt x="229" y="84"/>
                  </a:lnTo>
                  <a:lnTo>
                    <a:pt x="223" y="123"/>
                  </a:lnTo>
                  <a:lnTo>
                    <a:pt x="215" y="161"/>
                  </a:lnTo>
                  <a:lnTo>
                    <a:pt x="204" y="197"/>
                  </a:lnTo>
                  <a:lnTo>
                    <a:pt x="193" y="231"/>
                  </a:lnTo>
                  <a:lnTo>
                    <a:pt x="178" y="264"/>
                  </a:lnTo>
                  <a:lnTo>
                    <a:pt x="164" y="292"/>
                  </a:lnTo>
                  <a:lnTo>
                    <a:pt x="147" y="319"/>
                  </a:lnTo>
                  <a:lnTo>
                    <a:pt x="128" y="344"/>
                  </a:lnTo>
                  <a:lnTo>
                    <a:pt x="109" y="364"/>
                  </a:lnTo>
                  <a:lnTo>
                    <a:pt x="89" y="381"/>
                  </a:lnTo>
                  <a:lnTo>
                    <a:pt x="67" y="394"/>
                  </a:lnTo>
                  <a:lnTo>
                    <a:pt x="46" y="405"/>
                  </a:lnTo>
                  <a:lnTo>
                    <a:pt x="24" y="411"/>
                  </a:lnTo>
                  <a:lnTo>
                    <a:pt x="0" y="413"/>
                  </a:lnTo>
                  <a:lnTo>
                    <a:pt x="0" y="425"/>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5768" name="Freeform 70"/>
            <p:cNvSpPr>
              <a:spLocks/>
            </p:cNvSpPr>
            <p:nvPr/>
          </p:nvSpPr>
          <p:spPr bwMode="auto">
            <a:xfrm>
              <a:off x="1502" y="1836"/>
              <a:ext cx="50" cy="85"/>
            </a:xfrm>
            <a:custGeom>
              <a:avLst/>
              <a:gdLst>
                <a:gd name="T0" fmla="*/ 0 w 246"/>
                <a:gd name="T1" fmla="*/ 0 h 425"/>
                <a:gd name="T2" fmla="*/ 0 w 246"/>
                <a:gd name="T3" fmla="*/ 0 h 425"/>
                <a:gd name="T4" fmla="*/ 0 w 246"/>
                <a:gd name="T5" fmla="*/ 0 h 425"/>
                <a:gd name="T6" fmla="*/ 0 w 246"/>
                <a:gd name="T7" fmla="*/ 1 h 425"/>
                <a:gd name="T8" fmla="*/ 0 w 246"/>
                <a:gd name="T9" fmla="*/ 1 h 425"/>
                <a:gd name="T10" fmla="*/ 0 w 246"/>
                <a:gd name="T11" fmla="*/ 1 h 425"/>
                <a:gd name="T12" fmla="*/ 0 w 246"/>
                <a:gd name="T13" fmla="*/ 2 h 425"/>
                <a:gd name="T14" fmla="*/ 0 w 246"/>
                <a:gd name="T15" fmla="*/ 2 h 425"/>
                <a:gd name="T16" fmla="*/ 0 w 246"/>
                <a:gd name="T17" fmla="*/ 2 h 425"/>
                <a:gd name="T18" fmla="*/ 1 w 246"/>
                <a:gd name="T19" fmla="*/ 2 h 425"/>
                <a:gd name="T20" fmla="*/ 1 w 246"/>
                <a:gd name="T21" fmla="*/ 3 h 425"/>
                <a:gd name="T22" fmla="*/ 1 w 246"/>
                <a:gd name="T23" fmla="*/ 3 h 425"/>
                <a:gd name="T24" fmla="*/ 1 w 246"/>
                <a:gd name="T25" fmla="*/ 3 h 425"/>
                <a:gd name="T26" fmla="*/ 1 w 246"/>
                <a:gd name="T27" fmla="*/ 3 h 425"/>
                <a:gd name="T28" fmla="*/ 1 w 246"/>
                <a:gd name="T29" fmla="*/ 3 h 425"/>
                <a:gd name="T30" fmla="*/ 2 w 246"/>
                <a:gd name="T31" fmla="*/ 3 h 425"/>
                <a:gd name="T32" fmla="*/ 2 w 246"/>
                <a:gd name="T33" fmla="*/ 3 h 425"/>
                <a:gd name="T34" fmla="*/ 2 w 246"/>
                <a:gd name="T35" fmla="*/ 3 h 425"/>
                <a:gd name="T36" fmla="*/ 2 w 246"/>
                <a:gd name="T37" fmla="*/ 3 h 425"/>
                <a:gd name="T38" fmla="*/ 2 w 246"/>
                <a:gd name="T39" fmla="*/ 3 h 425"/>
                <a:gd name="T40" fmla="*/ 2 w 246"/>
                <a:gd name="T41" fmla="*/ 3 h 425"/>
                <a:gd name="T42" fmla="*/ 1 w 246"/>
                <a:gd name="T43" fmla="*/ 3 h 425"/>
                <a:gd name="T44" fmla="*/ 1 w 246"/>
                <a:gd name="T45" fmla="*/ 3 h 425"/>
                <a:gd name="T46" fmla="*/ 1 w 246"/>
                <a:gd name="T47" fmla="*/ 3 h 425"/>
                <a:gd name="T48" fmla="*/ 1 w 246"/>
                <a:gd name="T49" fmla="*/ 3 h 425"/>
                <a:gd name="T50" fmla="*/ 1 w 246"/>
                <a:gd name="T51" fmla="*/ 3 h 425"/>
                <a:gd name="T52" fmla="*/ 1 w 246"/>
                <a:gd name="T53" fmla="*/ 2 h 425"/>
                <a:gd name="T54" fmla="*/ 1 w 246"/>
                <a:gd name="T55" fmla="*/ 2 h 425"/>
                <a:gd name="T56" fmla="*/ 0 w 246"/>
                <a:gd name="T57" fmla="*/ 2 h 425"/>
                <a:gd name="T58" fmla="*/ 0 w 246"/>
                <a:gd name="T59" fmla="*/ 2 h 425"/>
                <a:gd name="T60" fmla="*/ 0 w 246"/>
                <a:gd name="T61" fmla="*/ 1 h 425"/>
                <a:gd name="T62" fmla="*/ 0 w 246"/>
                <a:gd name="T63" fmla="*/ 1 h 425"/>
                <a:gd name="T64" fmla="*/ 0 w 246"/>
                <a:gd name="T65" fmla="*/ 1 h 425"/>
                <a:gd name="T66" fmla="*/ 0 w 246"/>
                <a:gd name="T67" fmla="*/ 0 h 425"/>
                <a:gd name="T68" fmla="*/ 0 w 246"/>
                <a:gd name="T69" fmla="*/ 0 h 425"/>
                <a:gd name="T70" fmla="*/ 0 w 246"/>
                <a:gd name="T71" fmla="*/ 0 h 425"/>
                <a:gd name="T72" fmla="*/ 0 w 246"/>
                <a:gd name="T73" fmla="*/ 0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5"/>
                <a:gd name="T113" fmla="*/ 246 w 246"/>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5">
                  <a:moveTo>
                    <a:pt x="0" y="0"/>
                  </a:moveTo>
                  <a:lnTo>
                    <a:pt x="0" y="0"/>
                  </a:lnTo>
                  <a:lnTo>
                    <a:pt x="2" y="43"/>
                  </a:lnTo>
                  <a:lnTo>
                    <a:pt x="5" y="86"/>
                  </a:lnTo>
                  <a:lnTo>
                    <a:pt x="11" y="126"/>
                  </a:lnTo>
                  <a:lnTo>
                    <a:pt x="19" y="163"/>
                  </a:lnTo>
                  <a:lnTo>
                    <a:pt x="30" y="202"/>
                  </a:lnTo>
                  <a:lnTo>
                    <a:pt x="41" y="236"/>
                  </a:lnTo>
                  <a:lnTo>
                    <a:pt x="55" y="269"/>
                  </a:lnTo>
                  <a:lnTo>
                    <a:pt x="73" y="299"/>
                  </a:lnTo>
                  <a:lnTo>
                    <a:pt x="89" y="326"/>
                  </a:lnTo>
                  <a:lnTo>
                    <a:pt x="108" y="351"/>
                  </a:lnTo>
                  <a:lnTo>
                    <a:pt x="128" y="373"/>
                  </a:lnTo>
                  <a:lnTo>
                    <a:pt x="150" y="391"/>
                  </a:lnTo>
                  <a:lnTo>
                    <a:pt x="171" y="406"/>
                  </a:lnTo>
                  <a:lnTo>
                    <a:pt x="196" y="417"/>
                  </a:lnTo>
                  <a:lnTo>
                    <a:pt x="221" y="422"/>
                  </a:lnTo>
                  <a:lnTo>
                    <a:pt x="246" y="425"/>
                  </a:lnTo>
                  <a:lnTo>
                    <a:pt x="246" y="413"/>
                  </a:lnTo>
                  <a:lnTo>
                    <a:pt x="223" y="411"/>
                  </a:lnTo>
                  <a:lnTo>
                    <a:pt x="201" y="405"/>
                  </a:lnTo>
                  <a:lnTo>
                    <a:pt x="178" y="394"/>
                  </a:lnTo>
                  <a:lnTo>
                    <a:pt x="157" y="381"/>
                  </a:lnTo>
                  <a:lnTo>
                    <a:pt x="137" y="364"/>
                  </a:lnTo>
                  <a:lnTo>
                    <a:pt x="117" y="344"/>
                  </a:lnTo>
                  <a:lnTo>
                    <a:pt x="99" y="319"/>
                  </a:lnTo>
                  <a:lnTo>
                    <a:pt x="82" y="292"/>
                  </a:lnTo>
                  <a:lnTo>
                    <a:pt x="67" y="264"/>
                  </a:lnTo>
                  <a:lnTo>
                    <a:pt x="53" y="231"/>
                  </a:lnTo>
                  <a:lnTo>
                    <a:pt x="41" y="197"/>
                  </a:lnTo>
                  <a:lnTo>
                    <a:pt x="31" y="161"/>
                  </a:lnTo>
                  <a:lnTo>
                    <a:pt x="23" y="123"/>
                  </a:lnTo>
                  <a:lnTo>
                    <a:pt x="17" y="84"/>
                  </a:lnTo>
                  <a:lnTo>
                    <a:pt x="13" y="4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5769" name="Freeform 71"/>
            <p:cNvSpPr>
              <a:spLocks/>
            </p:cNvSpPr>
            <p:nvPr/>
          </p:nvSpPr>
          <p:spPr bwMode="auto">
            <a:xfrm>
              <a:off x="1502" y="1751"/>
              <a:ext cx="50" cy="85"/>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2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1" y="2"/>
                  </a:lnTo>
                  <a:lnTo>
                    <a:pt x="196" y="8"/>
                  </a:lnTo>
                  <a:lnTo>
                    <a:pt x="171" y="19"/>
                  </a:lnTo>
                  <a:lnTo>
                    <a:pt x="150" y="34"/>
                  </a:lnTo>
                  <a:lnTo>
                    <a:pt x="128" y="52"/>
                  </a:lnTo>
                  <a:lnTo>
                    <a:pt x="108" y="74"/>
                  </a:lnTo>
                  <a:lnTo>
                    <a:pt x="89" y="98"/>
                  </a:lnTo>
                  <a:lnTo>
                    <a:pt x="73" y="125"/>
                  </a:lnTo>
                  <a:lnTo>
                    <a:pt x="55" y="156"/>
                  </a:lnTo>
                  <a:lnTo>
                    <a:pt x="41" y="189"/>
                  </a:lnTo>
                  <a:lnTo>
                    <a:pt x="30" y="223"/>
                  </a:lnTo>
                  <a:lnTo>
                    <a:pt x="19" y="261"/>
                  </a:lnTo>
                  <a:lnTo>
                    <a:pt x="11" y="299"/>
                  </a:lnTo>
                  <a:lnTo>
                    <a:pt x="5" y="339"/>
                  </a:lnTo>
                  <a:lnTo>
                    <a:pt x="2" y="382"/>
                  </a:lnTo>
                  <a:lnTo>
                    <a:pt x="0" y="424"/>
                  </a:lnTo>
                  <a:lnTo>
                    <a:pt x="12" y="424"/>
                  </a:lnTo>
                  <a:lnTo>
                    <a:pt x="13" y="382"/>
                  </a:lnTo>
                  <a:lnTo>
                    <a:pt x="17" y="341"/>
                  </a:lnTo>
                  <a:lnTo>
                    <a:pt x="23" y="301"/>
                  </a:lnTo>
                  <a:lnTo>
                    <a:pt x="31" y="264"/>
                  </a:lnTo>
                  <a:lnTo>
                    <a:pt x="41" y="227"/>
                  </a:lnTo>
                  <a:lnTo>
                    <a:pt x="53" y="193"/>
                  </a:lnTo>
                  <a:lnTo>
                    <a:pt x="67" y="161"/>
                  </a:lnTo>
                  <a:lnTo>
                    <a:pt x="82" y="132"/>
                  </a:lnTo>
                  <a:lnTo>
                    <a:pt x="99" y="105"/>
                  </a:lnTo>
                  <a:lnTo>
                    <a:pt x="117" y="81"/>
                  </a:lnTo>
                  <a:lnTo>
                    <a:pt x="137" y="61"/>
                  </a:lnTo>
                  <a:lnTo>
                    <a:pt x="157" y="43"/>
                  </a:lnTo>
                  <a:lnTo>
                    <a:pt x="178" y="30"/>
                  </a:lnTo>
                  <a:lnTo>
                    <a:pt x="201" y="20"/>
                  </a:lnTo>
                  <a:lnTo>
                    <a:pt x="223" y="14"/>
                  </a:lnTo>
                  <a:lnTo>
                    <a:pt x="246" y="12"/>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5770" name="Freeform 72"/>
            <p:cNvSpPr>
              <a:spLocks/>
            </p:cNvSpPr>
            <p:nvPr/>
          </p:nvSpPr>
          <p:spPr bwMode="auto">
            <a:xfrm>
              <a:off x="1565" y="2016"/>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0" y="339"/>
                  </a:lnTo>
                  <a:lnTo>
                    <a:pt x="234" y="299"/>
                  </a:lnTo>
                  <a:lnTo>
                    <a:pt x="226" y="261"/>
                  </a:lnTo>
                  <a:lnTo>
                    <a:pt x="216" y="223"/>
                  </a:lnTo>
                  <a:lnTo>
                    <a:pt x="204" y="189"/>
                  </a:lnTo>
                  <a:lnTo>
                    <a:pt x="190" y="156"/>
                  </a:lnTo>
                  <a:lnTo>
                    <a:pt x="174" y="125"/>
                  </a:lnTo>
                  <a:lnTo>
                    <a:pt x="156" y="98"/>
                  </a:lnTo>
                  <a:lnTo>
                    <a:pt x="138" y="74"/>
                  </a:lnTo>
                  <a:lnTo>
                    <a:pt x="118" y="51"/>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9" y="81"/>
                  </a:lnTo>
                  <a:lnTo>
                    <a:pt x="147" y="105"/>
                  </a:lnTo>
                  <a:lnTo>
                    <a:pt x="164" y="132"/>
                  </a:lnTo>
                  <a:lnTo>
                    <a:pt x="178" y="160"/>
                  </a:lnTo>
                  <a:lnTo>
                    <a:pt x="192" y="193"/>
                  </a:lnTo>
                  <a:lnTo>
                    <a:pt x="204" y="227"/>
                  </a:lnTo>
                  <a:lnTo>
                    <a:pt x="215" y="264"/>
                  </a:lnTo>
                  <a:lnTo>
                    <a:pt x="223" y="301"/>
                  </a:lnTo>
                  <a:lnTo>
                    <a:pt x="229"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5771" name="Freeform 73"/>
            <p:cNvSpPr>
              <a:spLocks/>
            </p:cNvSpPr>
            <p:nvPr/>
          </p:nvSpPr>
          <p:spPr bwMode="auto">
            <a:xfrm>
              <a:off x="1565" y="2101"/>
              <a:ext cx="49" cy="85"/>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6" y="423"/>
                  </a:lnTo>
                  <a:lnTo>
                    <a:pt x="51" y="418"/>
                  </a:lnTo>
                  <a:lnTo>
                    <a:pt x="74" y="407"/>
                  </a:lnTo>
                  <a:lnTo>
                    <a:pt x="96" y="392"/>
                  </a:lnTo>
                  <a:lnTo>
                    <a:pt x="118" y="373"/>
                  </a:lnTo>
                  <a:lnTo>
                    <a:pt x="138" y="351"/>
                  </a:lnTo>
                  <a:lnTo>
                    <a:pt x="156" y="327"/>
                  </a:lnTo>
                  <a:lnTo>
                    <a:pt x="175" y="299"/>
                  </a:lnTo>
                  <a:lnTo>
                    <a:pt x="190" y="269"/>
                  </a:lnTo>
                  <a:lnTo>
                    <a:pt x="204" y="236"/>
                  </a:lnTo>
                  <a:lnTo>
                    <a:pt x="216" y="202"/>
                  </a:lnTo>
                  <a:lnTo>
                    <a:pt x="226" y="164"/>
                  </a:lnTo>
                  <a:lnTo>
                    <a:pt x="234" y="126"/>
                  </a:lnTo>
                  <a:lnTo>
                    <a:pt x="240" y="86"/>
                  </a:lnTo>
                  <a:lnTo>
                    <a:pt x="244" y="42"/>
                  </a:lnTo>
                  <a:lnTo>
                    <a:pt x="245" y="0"/>
                  </a:lnTo>
                  <a:lnTo>
                    <a:pt x="233" y="0"/>
                  </a:lnTo>
                  <a:lnTo>
                    <a:pt x="232" y="42"/>
                  </a:lnTo>
                  <a:lnTo>
                    <a:pt x="229" y="83"/>
                  </a:lnTo>
                  <a:lnTo>
                    <a:pt x="223" y="123"/>
                  </a:lnTo>
                  <a:lnTo>
                    <a:pt x="215" y="162"/>
                  </a:lnTo>
                  <a:lnTo>
                    <a:pt x="204" y="197"/>
                  </a:lnTo>
                  <a:lnTo>
                    <a:pt x="192" y="231"/>
                  </a:lnTo>
                  <a:lnTo>
                    <a:pt x="178" y="264"/>
                  </a:lnTo>
                  <a:lnTo>
                    <a:pt x="163" y="292"/>
                  </a:lnTo>
                  <a:lnTo>
                    <a:pt x="147" y="320"/>
                  </a:lnTo>
                  <a:lnTo>
                    <a:pt x="129" y="344"/>
                  </a:lnTo>
                  <a:lnTo>
                    <a:pt x="109" y="364"/>
                  </a:lnTo>
                  <a:lnTo>
                    <a:pt x="89" y="382"/>
                  </a:lnTo>
                  <a:lnTo>
                    <a:pt x="67" y="395"/>
                  </a:lnTo>
                  <a:lnTo>
                    <a:pt x="46" y="406"/>
                  </a:lnTo>
                  <a:lnTo>
                    <a:pt x="24"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5772" name="Freeform 74"/>
            <p:cNvSpPr>
              <a:spLocks/>
            </p:cNvSpPr>
            <p:nvPr/>
          </p:nvSpPr>
          <p:spPr bwMode="auto">
            <a:xfrm>
              <a:off x="1516" y="2101"/>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5" y="86"/>
                  </a:lnTo>
                  <a:lnTo>
                    <a:pt x="11" y="126"/>
                  </a:lnTo>
                  <a:lnTo>
                    <a:pt x="19" y="164"/>
                  </a:lnTo>
                  <a:lnTo>
                    <a:pt x="30" y="202"/>
                  </a:lnTo>
                  <a:lnTo>
                    <a:pt x="41" y="236"/>
                  </a:lnTo>
                  <a:lnTo>
                    <a:pt x="55" y="269"/>
                  </a:lnTo>
                  <a:lnTo>
                    <a:pt x="71" y="299"/>
                  </a:lnTo>
                  <a:lnTo>
                    <a:pt x="89" y="327"/>
                  </a:lnTo>
                  <a:lnTo>
                    <a:pt x="107" y="351"/>
                  </a:lnTo>
                  <a:lnTo>
                    <a:pt x="127" y="373"/>
                  </a:lnTo>
                  <a:lnTo>
                    <a:pt x="149" y="392"/>
                  </a:lnTo>
                  <a:lnTo>
                    <a:pt x="171" y="407"/>
                  </a:lnTo>
                  <a:lnTo>
                    <a:pt x="195" y="418"/>
                  </a:lnTo>
                  <a:lnTo>
                    <a:pt x="219" y="423"/>
                  </a:lnTo>
                  <a:lnTo>
                    <a:pt x="245" y="426"/>
                  </a:lnTo>
                  <a:lnTo>
                    <a:pt x="245" y="414"/>
                  </a:lnTo>
                  <a:lnTo>
                    <a:pt x="222" y="412"/>
                  </a:lnTo>
                  <a:lnTo>
                    <a:pt x="199" y="406"/>
                  </a:lnTo>
                  <a:lnTo>
                    <a:pt x="178" y="395"/>
                  </a:lnTo>
                  <a:lnTo>
                    <a:pt x="156" y="382"/>
                  </a:lnTo>
                  <a:lnTo>
                    <a:pt x="136" y="364"/>
                  </a:lnTo>
                  <a:lnTo>
                    <a:pt x="116" y="344"/>
                  </a:lnTo>
                  <a:lnTo>
                    <a:pt x="99" y="320"/>
                  </a:lnTo>
                  <a:lnTo>
                    <a:pt x="82" y="292"/>
                  </a:lnTo>
                  <a:lnTo>
                    <a:pt x="67" y="264"/>
                  </a:lnTo>
                  <a:lnTo>
                    <a:pt x="53" y="231"/>
                  </a:lnTo>
                  <a:lnTo>
                    <a:pt x="41" y="197"/>
                  </a:lnTo>
                  <a:lnTo>
                    <a:pt x="31" y="162"/>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5773" name="Freeform 75"/>
            <p:cNvSpPr>
              <a:spLocks/>
            </p:cNvSpPr>
            <p:nvPr/>
          </p:nvSpPr>
          <p:spPr bwMode="auto">
            <a:xfrm>
              <a:off x="1516" y="2016"/>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5" y="8"/>
                  </a:lnTo>
                  <a:lnTo>
                    <a:pt x="171" y="19"/>
                  </a:lnTo>
                  <a:lnTo>
                    <a:pt x="149" y="34"/>
                  </a:lnTo>
                  <a:lnTo>
                    <a:pt x="127" y="51"/>
                  </a:lnTo>
                  <a:lnTo>
                    <a:pt x="107" y="74"/>
                  </a:lnTo>
                  <a:lnTo>
                    <a:pt x="89" y="98"/>
                  </a:lnTo>
                  <a:lnTo>
                    <a:pt x="72" y="125"/>
                  </a:lnTo>
                  <a:lnTo>
                    <a:pt x="55" y="156"/>
                  </a:lnTo>
                  <a:lnTo>
                    <a:pt x="41" y="189"/>
                  </a:lnTo>
                  <a:lnTo>
                    <a:pt x="30" y="223"/>
                  </a:lnTo>
                  <a:lnTo>
                    <a:pt x="19" y="261"/>
                  </a:lnTo>
                  <a:lnTo>
                    <a:pt x="11" y="299"/>
                  </a:lnTo>
                  <a:lnTo>
                    <a:pt x="5" y="339"/>
                  </a:lnTo>
                  <a:lnTo>
                    <a:pt x="1" y="382"/>
                  </a:lnTo>
                  <a:lnTo>
                    <a:pt x="0" y="424"/>
                  </a:lnTo>
                  <a:lnTo>
                    <a:pt x="12" y="424"/>
                  </a:lnTo>
                  <a:lnTo>
                    <a:pt x="13" y="382"/>
                  </a:lnTo>
                  <a:lnTo>
                    <a:pt x="17" y="341"/>
                  </a:lnTo>
                  <a:lnTo>
                    <a:pt x="23" y="301"/>
                  </a:lnTo>
                  <a:lnTo>
                    <a:pt x="31" y="264"/>
                  </a:lnTo>
                  <a:lnTo>
                    <a:pt x="41" y="227"/>
                  </a:lnTo>
                  <a:lnTo>
                    <a:pt x="53" y="193"/>
                  </a:lnTo>
                  <a:lnTo>
                    <a:pt x="67" y="160"/>
                  </a:lnTo>
                  <a:lnTo>
                    <a:pt x="81" y="132"/>
                  </a:lnTo>
                  <a:lnTo>
                    <a:pt x="99" y="105"/>
                  </a:lnTo>
                  <a:lnTo>
                    <a:pt x="116" y="81"/>
                  </a:lnTo>
                  <a:lnTo>
                    <a:pt x="136" y="61"/>
                  </a:lnTo>
                  <a:lnTo>
                    <a:pt x="156" y="43"/>
                  </a:lnTo>
                  <a:lnTo>
                    <a:pt x="178" y="30"/>
                  </a:lnTo>
                  <a:lnTo>
                    <a:pt x="199" y="20"/>
                  </a:lnTo>
                  <a:lnTo>
                    <a:pt x="222"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sp>
        <p:nvSpPr>
          <p:cNvPr id="115720" name="Rectangle 77"/>
          <p:cNvSpPr>
            <a:spLocks noChangeArrowheads="1"/>
          </p:cNvSpPr>
          <p:nvPr/>
        </p:nvSpPr>
        <p:spPr bwMode="auto">
          <a:xfrm>
            <a:off x="611188" y="0"/>
            <a:ext cx="6388100" cy="6477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3000"/>
              <a:t>Sem. 2 - Mardi</a:t>
            </a:r>
          </a:p>
        </p:txBody>
      </p:sp>
      <p:sp>
        <p:nvSpPr>
          <p:cNvPr id="115721" name="Text Box 78"/>
          <p:cNvSpPr txBox="1">
            <a:spLocks noChangeArrowheads="1"/>
          </p:cNvSpPr>
          <p:nvPr/>
        </p:nvSpPr>
        <p:spPr bwMode="auto">
          <a:xfrm>
            <a:off x="566738" y="2697163"/>
            <a:ext cx="3217862"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2. Pas de commandes</a:t>
            </a:r>
          </a:p>
        </p:txBody>
      </p:sp>
      <p:sp>
        <p:nvSpPr>
          <p:cNvPr id="115722" name="Text Box 79"/>
          <p:cNvSpPr txBox="1">
            <a:spLocks noChangeArrowheads="1"/>
          </p:cNvSpPr>
          <p:nvPr/>
        </p:nvSpPr>
        <p:spPr bwMode="auto">
          <a:xfrm>
            <a:off x="566738" y="5211763"/>
            <a:ext cx="6543675" cy="4429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eaLnBrk="1" hangingPunct="1">
              <a:spcBef>
                <a:spcPct val="0"/>
              </a:spcBef>
              <a:buFontTx/>
              <a:buNone/>
            </a:pPr>
            <a:r>
              <a:rPr lang="fr-FR" altLang="fr-FR" sz="2300"/>
              <a:t>4. Pointez la production sur votre feuille de suivi</a:t>
            </a:r>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6738" name="Picture 17"/>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90538" y="1808163"/>
            <a:ext cx="8216900" cy="32988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pic>
      <p:sp>
        <p:nvSpPr>
          <p:cNvPr id="116739" name="Rectangle 2"/>
          <p:cNvSpPr>
            <a:spLocks noGrp="1" noChangeArrowheads="1"/>
          </p:cNvSpPr>
          <p:nvPr>
            <p:ph type="title"/>
          </p:nvPr>
        </p:nvSpPr>
        <p:spPr/>
        <p:txBody>
          <a:bodyPr/>
          <a:lstStyle/>
          <a:p>
            <a:pPr eaLnBrk="1" hangingPunct="1"/>
            <a:r>
              <a:rPr lang="fr-FR" altLang="fr-FR"/>
              <a:t>Enregistrement des progrès</a:t>
            </a:r>
          </a:p>
        </p:txBody>
      </p:sp>
      <p:sp>
        <p:nvSpPr>
          <p:cNvPr id="116740" name="Oval 11"/>
          <p:cNvSpPr>
            <a:spLocks noChangeArrowheads="1"/>
          </p:cNvSpPr>
          <p:nvPr/>
        </p:nvSpPr>
        <p:spPr bwMode="auto">
          <a:xfrm>
            <a:off x="8156575" y="3286125"/>
            <a:ext cx="412750" cy="276225"/>
          </a:xfrm>
          <a:prstGeom prst="ellipse">
            <a:avLst/>
          </a:prstGeom>
          <a:noFill/>
          <a:ln w="6350" algn="ctr">
            <a:solidFill>
              <a:srgbClr val="FC2C1C"/>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116741" name="AutoShape 12"/>
          <p:cNvSpPr>
            <a:spLocks/>
          </p:cNvSpPr>
          <p:nvPr/>
        </p:nvSpPr>
        <p:spPr bwMode="auto">
          <a:xfrm>
            <a:off x="4852988" y="4083050"/>
            <a:ext cx="2171700" cy="573088"/>
          </a:xfrm>
          <a:prstGeom prst="borderCallout2">
            <a:avLst>
              <a:gd name="adj1" fmla="val 19944"/>
              <a:gd name="adj2" fmla="val 103509"/>
              <a:gd name="adj3" fmla="val 19944"/>
              <a:gd name="adj4" fmla="val 113157"/>
              <a:gd name="adj5" fmla="val -92796"/>
              <a:gd name="adj6" fmla="val 148463"/>
            </a:avLst>
          </a:prstGeom>
          <a:solidFill>
            <a:srgbClr val="FFFF99"/>
          </a:solidFill>
          <a:ln w="6350" algn="ctr">
            <a:solidFill>
              <a:schemeClr val="tx2"/>
            </a:solidFill>
            <a:miter lim="800000"/>
            <a:headEnd/>
            <a:tailEnd type="triangle" w="med" len="med"/>
          </a:ln>
        </p:spPr>
        <p:txBody>
          <a:bodyPr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1400">
                <a:solidFill>
                  <a:schemeClr val="tx1"/>
                </a:solidFill>
              </a:rPr>
              <a:t>Le nombre de points auxquels vous avez droit</a:t>
            </a:r>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7762" name="Rectangle 2"/>
          <p:cNvSpPr>
            <a:spLocks noGrp="1" noChangeArrowheads="1"/>
          </p:cNvSpPr>
          <p:nvPr>
            <p:ph type="title"/>
          </p:nvPr>
        </p:nvSpPr>
        <p:spPr/>
        <p:txBody>
          <a:bodyPr/>
          <a:lstStyle/>
          <a:p>
            <a:pPr eaLnBrk="1" hangingPunct="1"/>
            <a:r>
              <a:rPr lang="fr-FR" altLang="fr-FR"/>
              <a:t>Ajustement des stocks</a:t>
            </a:r>
          </a:p>
        </p:txBody>
      </p:sp>
      <p:sp>
        <p:nvSpPr>
          <p:cNvPr id="117763" name="Rectangle 3"/>
          <p:cNvSpPr>
            <a:spLocks noGrp="1" noChangeArrowheads="1"/>
          </p:cNvSpPr>
          <p:nvPr>
            <p:ph type="body" idx="1"/>
          </p:nvPr>
        </p:nvSpPr>
        <p:spPr/>
        <p:txBody>
          <a:bodyPr/>
          <a:lstStyle/>
          <a:p>
            <a:pPr eaLnBrk="1" hangingPunct="1"/>
            <a:r>
              <a:rPr lang="fr-FR" altLang="fr-FR" dirty="0"/>
              <a:t>Vous pouvez réduire vos stocks pour tenir compte de vos progrès (mais il est interdit de les augmenter).</a:t>
            </a:r>
          </a:p>
          <a:p>
            <a:pPr eaLnBrk="1" hangingPunct="1"/>
            <a:r>
              <a:rPr lang="fr-FR" altLang="fr-FR" dirty="0"/>
              <a:t>Faîtes </a:t>
            </a:r>
            <a:r>
              <a:rPr lang="fr-FR" altLang="fr-FR" dirty="0">
                <a:solidFill>
                  <a:srgbClr val="FC2C1C"/>
                </a:solidFill>
              </a:rPr>
              <a:t>l’inventaire</a:t>
            </a:r>
            <a:r>
              <a:rPr lang="fr-FR" altLang="fr-FR" dirty="0"/>
              <a:t> après la baisse éventuelle des stocks, et mettez à jour votre </a:t>
            </a:r>
            <a:r>
              <a:rPr lang="fr-FR" altLang="fr-FR" dirty="0">
                <a:solidFill>
                  <a:srgbClr val="FC2C1C"/>
                </a:solidFill>
              </a:rPr>
              <a:t>feuille Résultats</a:t>
            </a:r>
            <a:r>
              <a:rPr lang="fr-FR" altLang="fr-FR" dirty="0"/>
              <a:t>.</a:t>
            </a:r>
          </a:p>
          <a:p>
            <a:pPr eaLnBrk="1" hangingPunct="1"/>
            <a:r>
              <a:rPr lang="fr-FR" altLang="fr-FR" dirty="0"/>
              <a:t>Vous pouvez également </a:t>
            </a:r>
            <a:r>
              <a:rPr lang="fr-FR" altLang="fr-FR" dirty="0">
                <a:solidFill>
                  <a:srgbClr val="FC2C1C"/>
                </a:solidFill>
              </a:rPr>
              <a:t>diminuer le nombre de tickets</a:t>
            </a:r>
            <a:r>
              <a:rPr lang="fr-FR" altLang="fr-FR" dirty="0"/>
              <a:t> dans certaines boucles, de façon à maintenir le stock à un niveau faible (tension du flux par diminution du nombre de tickets).</a:t>
            </a:r>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18787" name="Group 3"/>
          <p:cNvGrpSpPr>
            <a:grpSpLocks/>
          </p:cNvGrpSpPr>
          <p:nvPr/>
        </p:nvGrpSpPr>
        <p:grpSpPr bwMode="auto">
          <a:xfrm>
            <a:off x="7073900" y="215900"/>
            <a:ext cx="1878013" cy="1250950"/>
            <a:chOff x="4456" y="136"/>
            <a:chExt cx="1183" cy="788"/>
          </a:xfrm>
        </p:grpSpPr>
        <p:grpSp>
          <p:nvGrpSpPr>
            <p:cNvPr id="118880" name="Group 4"/>
            <p:cNvGrpSpPr>
              <a:grpSpLocks/>
            </p:cNvGrpSpPr>
            <p:nvPr/>
          </p:nvGrpSpPr>
          <p:grpSpPr bwMode="auto">
            <a:xfrm>
              <a:off x="4766" y="232"/>
              <a:ext cx="873" cy="692"/>
              <a:chOff x="2185" y="310"/>
              <a:chExt cx="873" cy="692"/>
            </a:xfrm>
          </p:grpSpPr>
          <p:sp>
            <p:nvSpPr>
              <p:cNvPr id="118891" name="Freeform 5"/>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accent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8892" name="Freeform 6"/>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8893" name="Freeform 7"/>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8894" name="Freeform 8"/>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8895" name="Freeform 9"/>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8896" name="Freeform 10"/>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8897" name="Freeform 11"/>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grpSp>
          <p:nvGrpSpPr>
            <p:cNvPr id="118881" name="Group 12"/>
            <p:cNvGrpSpPr>
              <a:grpSpLocks/>
            </p:cNvGrpSpPr>
            <p:nvPr/>
          </p:nvGrpSpPr>
          <p:grpSpPr bwMode="auto">
            <a:xfrm>
              <a:off x="4949" y="336"/>
              <a:ext cx="591" cy="468"/>
              <a:chOff x="2185" y="310"/>
              <a:chExt cx="873" cy="692"/>
            </a:xfrm>
          </p:grpSpPr>
          <p:sp>
            <p:nvSpPr>
              <p:cNvPr id="118884" name="Freeform 13"/>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8885" name="Freeform 14"/>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8886" name="Freeform 15"/>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8887" name="Freeform 16"/>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8888" name="Freeform 17"/>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8889" name="Freeform 18"/>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8890" name="Freeform 19"/>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pic>
          <p:nvPicPr>
            <p:cNvPr id="118882" name="Picture 20"/>
            <p:cNvPicPr>
              <a:picLocks noChangeAspect="1" noChangeArrowheads="1"/>
            </p:cNvPicPr>
            <p:nvPr/>
          </p:nvPicPr>
          <p:blipFill>
            <a:blip r:embed="rId3" cstate="print">
              <a:extLst>
                <a:ext uri="{28A0092B-C50C-407E-A947-70E740481C1C}">
                  <a14:useLocalDpi xmlns:a14="http://schemas.microsoft.com/office/drawing/2010/main" val="0"/>
                </a:ext>
              </a:extLst>
            </a:blip>
            <a:srcRect l="-4282" t="-4369" r="-5199" b="-12012"/>
            <a:stretch>
              <a:fillRect/>
            </a:stretch>
          </p:blipFill>
          <p:spPr bwMode="auto">
            <a:xfrm>
              <a:off x="4456" y="136"/>
              <a:ext cx="480" cy="5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18883" name="Text Box 21"/>
            <p:cNvSpPr txBox="1">
              <a:spLocks noChangeArrowheads="1"/>
            </p:cNvSpPr>
            <p:nvPr/>
          </p:nvSpPr>
          <p:spPr bwMode="auto">
            <a:xfrm>
              <a:off x="4946" y="314"/>
              <a:ext cx="596" cy="49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4500" b="1">
                  <a:solidFill>
                    <a:srgbClr val="FF0000"/>
                  </a:solidFill>
                  <a:latin typeface="Arial Black" pitchFamily="34" charset="0"/>
                </a:rPr>
                <a:t>17</a:t>
              </a:r>
              <a:endParaRPr lang="fr-FR" altLang="fr-FR" sz="3200">
                <a:solidFill>
                  <a:schemeClr val="tx1"/>
                </a:solidFill>
                <a:latin typeface="Arial Black" pitchFamily="34" charset="0"/>
              </a:endParaRPr>
            </a:p>
          </p:txBody>
        </p:sp>
      </p:grpSp>
      <p:sp>
        <p:nvSpPr>
          <p:cNvPr id="118788" name="Text Box 22"/>
          <p:cNvSpPr txBox="1">
            <a:spLocks noChangeArrowheads="1"/>
          </p:cNvSpPr>
          <p:nvPr/>
        </p:nvSpPr>
        <p:spPr bwMode="auto">
          <a:xfrm>
            <a:off x="2230438" y="3757613"/>
            <a:ext cx="828675"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a:spcBef>
                <a:spcPct val="0"/>
              </a:spcBef>
              <a:buFontTx/>
              <a:buNone/>
            </a:pPr>
            <a:r>
              <a:rPr lang="fr-FR" altLang="fr-FR" sz="2400" dirty="0">
                <a:solidFill>
                  <a:srgbClr val="FC2C1C"/>
                </a:solidFill>
              </a:rPr>
              <a:t>3 R2</a:t>
            </a:r>
          </a:p>
        </p:txBody>
      </p:sp>
      <p:sp>
        <p:nvSpPr>
          <p:cNvPr id="118789" name="Text Box 23"/>
          <p:cNvSpPr txBox="1">
            <a:spLocks noChangeArrowheads="1"/>
          </p:cNvSpPr>
          <p:nvPr/>
        </p:nvSpPr>
        <p:spPr bwMode="auto">
          <a:xfrm>
            <a:off x="3652838" y="3757613"/>
            <a:ext cx="828675"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a:spcBef>
                <a:spcPct val="0"/>
              </a:spcBef>
              <a:buFontTx/>
              <a:buNone/>
            </a:pPr>
            <a:r>
              <a:rPr lang="fr-FR" altLang="fr-FR" sz="2400">
                <a:solidFill>
                  <a:srgbClr val="FC2C1C"/>
                </a:solidFill>
              </a:rPr>
              <a:t>1 R3</a:t>
            </a:r>
          </a:p>
        </p:txBody>
      </p:sp>
      <p:sp>
        <p:nvSpPr>
          <p:cNvPr id="118790" name="Text Box 26"/>
          <p:cNvSpPr txBox="1">
            <a:spLocks noChangeArrowheads="1"/>
          </p:cNvSpPr>
          <p:nvPr/>
        </p:nvSpPr>
        <p:spPr bwMode="auto">
          <a:xfrm>
            <a:off x="5070475" y="3727450"/>
            <a:ext cx="21082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a:spcBef>
                <a:spcPct val="0"/>
              </a:spcBef>
              <a:buFontTx/>
              <a:buNone/>
            </a:pPr>
            <a:r>
              <a:rPr lang="fr-FR" altLang="fr-FR" sz="2400">
                <a:solidFill>
                  <a:srgbClr val="FC2C1C"/>
                </a:solidFill>
              </a:rPr>
              <a:t>3 Couronnes</a:t>
            </a:r>
          </a:p>
        </p:txBody>
      </p:sp>
      <p:sp>
        <p:nvSpPr>
          <p:cNvPr id="118791" name="Rectangle 27"/>
          <p:cNvSpPr>
            <a:spLocks noGrp="1" noChangeArrowheads="1"/>
          </p:cNvSpPr>
          <p:nvPr>
            <p:ph type="title"/>
          </p:nvPr>
        </p:nvSpPr>
        <p:spPr>
          <a:xfrm>
            <a:off x="858838" y="0"/>
            <a:ext cx="6038850" cy="647700"/>
          </a:xfrm>
        </p:spPr>
        <p:txBody>
          <a:bodyPr/>
          <a:lstStyle/>
          <a:p>
            <a:pPr eaLnBrk="1" hangingPunct="1"/>
            <a:r>
              <a:rPr lang="fr-FR" altLang="fr-FR"/>
              <a:t>Sem. 2 - Mercredi </a:t>
            </a:r>
            <a:r>
              <a:rPr lang="fr-FR" altLang="fr-FR" sz="2200"/>
              <a:t>(fêtes de la dynastie</a:t>
            </a:r>
            <a:r>
              <a:rPr lang="fr-FR" altLang="fr-FR"/>
              <a:t>)</a:t>
            </a:r>
          </a:p>
        </p:txBody>
      </p:sp>
      <p:sp>
        <p:nvSpPr>
          <p:cNvPr id="118792" name="Text Box 28"/>
          <p:cNvSpPr txBox="1">
            <a:spLocks noChangeArrowheads="1"/>
          </p:cNvSpPr>
          <p:nvPr/>
        </p:nvSpPr>
        <p:spPr bwMode="auto">
          <a:xfrm>
            <a:off x="574675" y="2030413"/>
            <a:ext cx="3557588"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2. Livrez les commandes</a:t>
            </a:r>
          </a:p>
        </p:txBody>
      </p:sp>
      <p:sp>
        <p:nvSpPr>
          <p:cNvPr id="118793" name="Text Box 29"/>
          <p:cNvSpPr txBox="1">
            <a:spLocks noChangeArrowheads="1"/>
          </p:cNvSpPr>
          <p:nvPr/>
        </p:nvSpPr>
        <p:spPr bwMode="auto">
          <a:xfrm>
            <a:off x="566738" y="1154113"/>
            <a:ext cx="1946275"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1. Tirez le dé</a:t>
            </a:r>
          </a:p>
        </p:txBody>
      </p:sp>
      <p:sp>
        <p:nvSpPr>
          <p:cNvPr id="118794" name="Text Box 30"/>
          <p:cNvSpPr txBox="1">
            <a:spLocks noChangeArrowheads="1"/>
          </p:cNvSpPr>
          <p:nvPr/>
        </p:nvSpPr>
        <p:spPr bwMode="auto">
          <a:xfrm>
            <a:off x="579438" y="4316413"/>
            <a:ext cx="18796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3. Produisez</a:t>
            </a:r>
          </a:p>
        </p:txBody>
      </p:sp>
      <p:grpSp>
        <p:nvGrpSpPr>
          <p:cNvPr id="118795" name="Group 32"/>
          <p:cNvGrpSpPr>
            <a:grpSpLocks/>
          </p:cNvGrpSpPr>
          <p:nvPr/>
        </p:nvGrpSpPr>
        <p:grpSpPr bwMode="auto">
          <a:xfrm>
            <a:off x="2843213" y="1106488"/>
            <a:ext cx="446087" cy="534987"/>
            <a:chOff x="868" y="1439"/>
            <a:chExt cx="811" cy="972"/>
          </a:xfrm>
        </p:grpSpPr>
        <p:sp>
          <p:nvSpPr>
            <p:cNvPr id="118829" name="Freeform 33"/>
            <p:cNvSpPr>
              <a:spLocks/>
            </p:cNvSpPr>
            <p:nvPr/>
          </p:nvSpPr>
          <p:spPr bwMode="auto">
            <a:xfrm>
              <a:off x="1548" y="2014"/>
              <a:ext cx="123" cy="100"/>
            </a:xfrm>
            <a:custGeom>
              <a:avLst/>
              <a:gdLst>
                <a:gd name="T0" fmla="*/ 5 w 618"/>
                <a:gd name="T1" fmla="*/ 0 h 502"/>
                <a:gd name="T2" fmla="*/ 5 w 618"/>
                <a:gd name="T3" fmla="*/ 0 h 502"/>
                <a:gd name="T4" fmla="*/ 0 w 618"/>
                <a:gd name="T5" fmla="*/ 4 h 502"/>
                <a:gd name="T6" fmla="*/ 0 w 618"/>
                <a:gd name="T7" fmla="*/ 4 h 502"/>
                <a:gd name="T8" fmla="*/ 5 w 618"/>
                <a:gd name="T9" fmla="*/ 0 h 502"/>
                <a:gd name="T10" fmla="*/ 5 w 618"/>
                <a:gd name="T11" fmla="*/ 0 h 502"/>
                <a:gd name="T12" fmla="*/ 5 w 618"/>
                <a:gd name="T13" fmla="*/ 0 h 502"/>
                <a:gd name="T14" fmla="*/ 5 w 618"/>
                <a:gd name="T15" fmla="*/ 0 h 502"/>
                <a:gd name="T16" fmla="*/ 5 w 618"/>
                <a:gd name="T17" fmla="*/ 0 h 502"/>
                <a:gd name="T18" fmla="*/ 5 w 618"/>
                <a:gd name="T19" fmla="*/ 0 h 502"/>
                <a:gd name="T20" fmla="*/ 5 w 618"/>
                <a:gd name="T21" fmla="*/ 0 h 502"/>
                <a:gd name="T22" fmla="*/ 5 w 618"/>
                <a:gd name="T23" fmla="*/ 0 h 502"/>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618"/>
                <a:gd name="T37" fmla="*/ 0 h 502"/>
                <a:gd name="T38" fmla="*/ 618 w 618"/>
                <a:gd name="T39" fmla="*/ 502 h 502"/>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618" h="502">
                  <a:moveTo>
                    <a:pt x="611" y="0"/>
                  </a:moveTo>
                  <a:lnTo>
                    <a:pt x="606" y="2"/>
                  </a:lnTo>
                  <a:lnTo>
                    <a:pt x="0" y="490"/>
                  </a:lnTo>
                  <a:lnTo>
                    <a:pt x="10" y="502"/>
                  </a:lnTo>
                  <a:lnTo>
                    <a:pt x="616" y="14"/>
                  </a:lnTo>
                  <a:lnTo>
                    <a:pt x="611" y="16"/>
                  </a:lnTo>
                  <a:lnTo>
                    <a:pt x="616" y="14"/>
                  </a:lnTo>
                  <a:lnTo>
                    <a:pt x="618" y="9"/>
                  </a:lnTo>
                  <a:lnTo>
                    <a:pt x="617" y="3"/>
                  </a:lnTo>
                  <a:lnTo>
                    <a:pt x="612" y="1"/>
                  </a:lnTo>
                  <a:lnTo>
                    <a:pt x="606" y="2"/>
                  </a:lnTo>
                  <a:lnTo>
                    <a:pt x="611"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8830" name="Freeform 34"/>
            <p:cNvSpPr>
              <a:spLocks/>
            </p:cNvSpPr>
            <p:nvPr/>
          </p:nvSpPr>
          <p:spPr bwMode="auto">
            <a:xfrm>
              <a:off x="876" y="1852"/>
              <a:ext cx="82" cy="373"/>
            </a:xfrm>
            <a:custGeom>
              <a:avLst/>
              <a:gdLst>
                <a:gd name="T0" fmla="*/ 3 w 413"/>
                <a:gd name="T1" fmla="*/ 15 h 1865"/>
                <a:gd name="T2" fmla="*/ 3 w 413"/>
                <a:gd name="T3" fmla="*/ 15 h 1865"/>
                <a:gd name="T4" fmla="*/ 0 w 413"/>
                <a:gd name="T5" fmla="*/ 0 h 1865"/>
                <a:gd name="T6" fmla="*/ 0 w 413"/>
                <a:gd name="T7" fmla="*/ 0 h 1865"/>
                <a:gd name="T8" fmla="*/ 3 w 413"/>
                <a:gd name="T9" fmla="*/ 15 h 1865"/>
                <a:gd name="T10" fmla="*/ 3 w 413"/>
                <a:gd name="T11" fmla="*/ 15 h 1865"/>
                <a:gd name="T12" fmla="*/ 3 w 413"/>
                <a:gd name="T13" fmla="*/ 15 h 1865"/>
                <a:gd name="T14" fmla="*/ 3 w 413"/>
                <a:gd name="T15" fmla="*/ 15 h 1865"/>
                <a:gd name="T16" fmla="*/ 3 w 413"/>
                <a:gd name="T17" fmla="*/ 15 h 1865"/>
                <a:gd name="T18" fmla="*/ 3 w 413"/>
                <a:gd name="T19" fmla="*/ 15 h 1865"/>
                <a:gd name="T20" fmla="*/ 3 w 413"/>
                <a:gd name="T21" fmla="*/ 15 h 1865"/>
                <a:gd name="T22" fmla="*/ 3 w 413"/>
                <a:gd name="T23" fmla="*/ 15 h 186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413"/>
                <a:gd name="T37" fmla="*/ 0 h 1865"/>
                <a:gd name="T38" fmla="*/ 413 w 413"/>
                <a:gd name="T39" fmla="*/ 1865 h 1865"/>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413" h="1865">
                  <a:moveTo>
                    <a:pt x="400" y="1864"/>
                  </a:moveTo>
                  <a:lnTo>
                    <a:pt x="413" y="1856"/>
                  </a:lnTo>
                  <a:lnTo>
                    <a:pt x="17" y="0"/>
                  </a:lnTo>
                  <a:lnTo>
                    <a:pt x="0" y="2"/>
                  </a:lnTo>
                  <a:lnTo>
                    <a:pt x="396" y="1858"/>
                  </a:lnTo>
                  <a:lnTo>
                    <a:pt x="409" y="1850"/>
                  </a:lnTo>
                  <a:lnTo>
                    <a:pt x="396" y="1858"/>
                  </a:lnTo>
                  <a:lnTo>
                    <a:pt x="400" y="1864"/>
                  </a:lnTo>
                  <a:lnTo>
                    <a:pt x="406" y="1865"/>
                  </a:lnTo>
                  <a:lnTo>
                    <a:pt x="410" y="1862"/>
                  </a:lnTo>
                  <a:lnTo>
                    <a:pt x="413" y="1856"/>
                  </a:lnTo>
                  <a:lnTo>
                    <a:pt x="400" y="186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8831" name="Freeform 35"/>
            <p:cNvSpPr>
              <a:spLocks/>
            </p:cNvSpPr>
            <p:nvPr/>
          </p:nvSpPr>
          <p:spPr bwMode="auto">
            <a:xfrm>
              <a:off x="1282" y="1533"/>
              <a:ext cx="35" cy="161"/>
            </a:xfrm>
            <a:custGeom>
              <a:avLst/>
              <a:gdLst>
                <a:gd name="T0" fmla="*/ 1 w 175"/>
                <a:gd name="T1" fmla="*/ 6 h 807"/>
                <a:gd name="T2" fmla="*/ 1 w 175"/>
                <a:gd name="T3" fmla="*/ 6 h 807"/>
                <a:gd name="T4" fmla="*/ 1 w 175"/>
                <a:gd name="T5" fmla="*/ 6 h 807"/>
                <a:gd name="T6" fmla="*/ 1 w 175"/>
                <a:gd name="T7" fmla="*/ 5 h 807"/>
                <a:gd name="T8" fmla="*/ 1 w 175"/>
                <a:gd name="T9" fmla="*/ 5 h 807"/>
                <a:gd name="T10" fmla="*/ 1 w 175"/>
                <a:gd name="T11" fmla="*/ 5 h 807"/>
                <a:gd name="T12" fmla="*/ 1 w 175"/>
                <a:gd name="T13" fmla="*/ 4 h 807"/>
                <a:gd name="T14" fmla="*/ 1 w 175"/>
                <a:gd name="T15" fmla="*/ 4 h 807"/>
                <a:gd name="T16" fmla="*/ 1 w 175"/>
                <a:gd name="T17" fmla="*/ 3 h 807"/>
                <a:gd name="T18" fmla="*/ 1 w 175"/>
                <a:gd name="T19" fmla="*/ 3 h 807"/>
                <a:gd name="T20" fmla="*/ 1 w 175"/>
                <a:gd name="T21" fmla="*/ 3 h 807"/>
                <a:gd name="T22" fmla="*/ 1 w 175"/>
                <a:gd name="T23" fmla="*/ 2 h 807"/>
                <a:gd name="T24" fmla="*/ 1 w 175"/>
                <a:gd name="T25" fmla="*/ 2 h 807"/>
                <a:gd name="T26" fmla="*/ 1 w 175"/>
                <a:gd name="T27" fmla="*/ 2 h 807"/>
                <a:gd name="T28" fmla="*/ 1 w 175"/>
                <a:gd name="T29" fmla="*/ 1 h 807"/>
                <a:gd name="T30" fmla="*/ 1 w 175"/>
                <a:gd name="T31" fmla="*/ 1 h 807"/>
                <a:gd name="T32" fmla="*/ 1 w 175"/>
                <a:gd name="T33" fmla="*/ 1 h 807"/>
                <a:gd name="T34" fmla="*/ 1 w 175"/>
                <a:gd name="T35" fmla="*/ 0 h 807"/>
                <a:gd name="T36" fmla="*/ 1 w 175"/>
                <a:gd name="T37" fmla="*/ 0 h 807"/>
                <a:gd name="T38" fmla="*/ 1 w 175"/>
                <a:gd name="T39" fmla="*/ 0 h 807"/>
                <a:gd name="T40" fmla="*/ 0 w 175"/>
                <a:gd name="T41" fmla="*/ 1 h 807"/>
                <a:gd name="T42" fmla="*/ 0 w 175"/>
                <a:gd name="T43" fmla="*/ 1 h 807"/>
                <a:gd name="T44" fmla="*/ 0 w 175"/>
                <a:gd name="T45" fmla="*/ 1 h 807"/>
                <a:gd name="T46" fmla="*/ 0 w 175"/>
                <a:gd name="T47" fmla="*/ 2 h 807"/>
                <a:gd name="T48" fmla="*/ 0 w 175"/>
                <a:gd name="T49" fmla="*/ 2 h 807"/>
                <a:gd name="T50" fmla="*/ 0 w 175"/>
                <a:gd name="T51" fmla="*/ 3 h 807"/>
                <a:gd name="T52" fmla="*/ 0 w 175"/>
                <a:gd name="T53" fmla="*/ 3 h 807"/>
                <a:gd name="T54" fmla="*/ 0 w 175"/>
                <a:gd name="T55" fmla="*/ 3 h 807"/>
                <a:gd name="T56" fmla="*/ 0 w 175"/>
                <a:gd name="T57" fmla="*/ 4 h 807"/>
                <a:gd name="T58" fmla="*/ 0 w 175"/>
                <a:gd name="T59" fmla="*/ 4 h 807"/>
                <a:gd name="T60" fmla="*/ 0 w 175"/>
                <a:gd name="T61" fmla="*/ 5 h 807"/>
                <a:gd name="T62" fmla="*/ 0 w 175"/>
                <a:gd name="T63" fmla="*/ 5 h 807"/>
                <a:gd name="T64" fmla="*/ 0 w 175"/>
                <a:gd name="T65" fmla="*/ 5 h 807"/>
                <a:gd name="T66" fmla="*/ 1 w 175"/>
                <a:gd name="T67" fmla="*/ 6 h 807"/>
                <a:gd name="T68" fmla="*/ 1 w 175"/>
                <a:gd name="T69" fmla="*/ 6 h 807"/>
                <a:gd name="T70" fmla="*/ 1 w 175"/>
                <a:gd name="T71" fmla="*/ 6 h 807"/>
                <a:gd name="T72" fmla="*/ 1 w 175"/>
                <a:gd name="T73" fmla="*/ 6 h 807"/>
                <a:gd name="T74" fmla="*/ 1 w 175"/>
                <a:gd name="T75" fmla="*/ 6 h 807"/>
                <a:gd name="T76" fmla="*/ 1 w 175"/>
                <a:gd name="T77" fmla="*/ 6 h 807"/>
                <a:gd name="T78" fmla="*/ 1 w 175"/>
                <a:gd name="T79" fmla="*/ 6 h 807"/>
                <a:gd name="T80" fmla="*/ 1 w 175"/>
                <a:gd name="T81" fmla="*/ 6 h 807"/>
                <a:gd name="T82" fmla="*/ 1 w 175"/>
                <a:gd name="T83" fmla="*/ 6 h 807"/>
                <a:gd name="T84" fmla="*/ 1 w 175"/>
                <a:gd name="T85" fmla="*/ 6 h 807"/>
                <a:gd name="T86" fmla="*/ 1 w 175"/>
                <a:gd name="T87" fmla="*/ 6 h 807"/>
                <a:gd name="T88" fmla="*/ 1 w 175"/>
                <a:gd name="T89" fmla="*/ 6 h 807"/>
                <a:gd name="T90" fmla="*/ 1 w 175"/>
                <a:gd name="T91" fmla="*/ 6 h 80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175"/>
                <a:gd name="T139" fmla="*/ 0 h 807"/>
                <a:gd name="T140" fmla="*/ 175 w 175"/>
                <a:gd name="T141" fmla="*/ 807 h 80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175" h="807">
                  <a:moveTo>
                    <a:pt x="169" y="740"/>
                  </a:moveTo>
                  <a:lnTo>
                    <a:pt x="169" y="739"/>
                  </a:lnTo>
                  <a:lnTo>
                    <a:pt x="149" y="698"/>
                  </a:lnTo>
                  <a:lnTo>
                    <a:pt x="133" y="656"/>
                  </a:lnTo>
                  <a:lnTo>
                    <a:pt x="120" y="611"/>
                  </a:lnTo>
                  <a:lnTo>
                    <a:pt x="108" y="565"/>
                  </a:lnTo>
                  <a:lnTo>
                    <a:pt x="100" y="520"/>
                  </a:lnTo>
                  <a:lnTo>
                    <a:pt x="96" y="472"/>
                  </a:lnTo>
                  <a:lnTo>
                    <a:pt x="93" y="425"/>
                  </a:lnTo>
                  <a:lnTo>
                    <a:pt x="93" y="377"/>
                  </a:lnTo>
                  <a:lnTo>
                    <a:pt x="96" y="330"/>
                  </a:lnTo>
                  <a:lnTo>
                    <a:pt x="100" y="283"/>
                  </a:lnTo>
                  <a:lnTo>
                    <a:pt x="106" y="238"/>
                  </a:lnTo>
                  <a:lnTo>
                    <a:pt x="115" y="195"/>
                  </a:lnTo>
                  <a:lnTo>
                    <a:pt x="126" y="153"/>
                  </a:lnTo>
                  <a:lnTo>
                    <a:pt x="139" y="114"/>
                  </a:lnTo>
                  <a:lnTo>
                    <a:pt x="153" y="77"/>
                  </a:lnTo>
                  <a:lnTo>
                    <a:pt x="169" y="43"/>
                  </a:lnTo>
                  <a:lnTo>
                    <a:pt x="87" y="0"/>
                  </a:lnTo>
                  <a:lnTo>
                    <a:pt x="69" y="39"/>
                  </a:lnTo>
                  <a:lnTo>
                    <a:pt x="52" y="81"/>
                  </a:lnTo>
                  <a:lnTo>
                    <a:pt x="37" y="127"/>
                  </a:lnTo>
                  <a:lnTo>
                    <a:pt x="24" y="174"/>
                  </a:lnTo>
                  <a:lnTo>
                    <a:pt x="15" y="222"/>
                  </a:lnTo>
                  <a:lnTo>
                    <a:pt x="7" y="271"/>
                  </a:lnTo>
                  <a:lnTo>
                    <a:pt x="2" y="323"/>
                  </a:lnTo>
                  <a:lnTo>
                    <a:pt x="0" y="374"/>
                  </a:lnTo>
                  <a:lnTo>
                    <a:pt x="0" y="427"/>
                  </a:lnTo>
                  <a:lnTo>
                    <a:pt x="2" y="479"/>
                  </a:lnTo>
                  <a:lnTo>
                    <a:pt x="9" y="531"/>
                  </a:lnTo>
                  <a:lnTo>
                    <a:pt x="17" y="584"/>
                  </a:lnTo>
                  <a:lnTo>
                    <a:pt x="29" y="635"/>
                  </a:lnTo>
                  <a:lnTo>
                    <a:pt x="44" y="686"/>
                  </a:lnTo>
                  <a:lnTo>
                    <a:pt x="65" y="736"/>
                  </a:lnTo>
                  <a:lnTo>
                    <a:pt x="87" y="784"/>
                  </a:lnTo>
                  <a:lnTo>
                    <a:pt x="87" y="782"/>
                  </a:lnTo>
                  <a:lnTo>
                    <a:pt x="87" y="784"/>
                  </a:lnTo>
                  <a:lnTo>
                    <a:pt x="100" y="799"/>
                  </a:lnTo>
                  <a:lnTo>
                    <a:pt x="117" y="807"/>
                  </a:lnTo>
                  <a:lnTo>
                    <a:pt x="134" y="807"/>
                  </a:lnTo>
                  <a:lnTo>
                    <a:pt x="151" y="801"/>
                  </a:lnTo>
                  <a:lnTo>
                    <a:pt x="164" y="791"/>
                  </a:lnTo>
                  <a:lnTo>
                    <a:pt x="173" y="777"/>
                  </a:lnTo>
                  <a:lnTo>
                    <a:pt x="175" y="759"/>
                  </a:lnTo>
                  <a:lnTo>
                    <a:pt x="169" y="739"/>
                  </a:lnTo>
                  <a:lnTo>
                    <a:pt x="169" y="74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8832" name="Freeform 36"/>
            <p:cNvSpPr>
              <a:spLocks/>
            </p:cNvSpPr>
            <p:nvPr/>
          </p:nvSpPr>
          <p:spPr bwMode="auto">
            <a:xfrm>
              <a:off x="1299" y="1681"/>
              <a:ext cx="157" cy="281"/>
            </a:xfrm>
            <a:custGeom>
              <a:avLst/>
              <a:gdLst>
                <a:gd name="T0" fmla="*/ 6 w 787"/>
                <a:gd name="T1" fmla="*/ 11 h 1404"/>
                <a:gd name="T2" fmla="*/ 6 w 787"/>
                <a:gd name="T3" fmla="*/ 11 h 1404"/>
                <a:gd name="T4" fmla="*/ 1 w 787"/>
                <a:gd name="T5" fmla="*/ 0 h 1404"/>
                <a:gd name="T6" fmla="*/ 0 w 787"/>
                <a:gd name="T7" fmla="*/ 0 h 1404"/>
                <a:gd name="T8" fmla="*/ 6 w 787"/>
                <a:gd name="T9" fmla="*/ 11 h 1404"/>
                <a:gd name="T10" fmla="*/ 6 w 787"/>
                <a:gd name="T11" fmla="*/ 11 h 1404"/>
                <a:gd name="T12" fmla="*/ 6 w 787"/>
                <a:gd name="T13" fmla="*/ 11 h 1404"/>
                <a:gd name="T14" fmla="*/ 6 w 787"/>
                <a:gd name="T15" fmla="*/ 11 h 1404"/>
                <a:gd name="T16" fmla="*/ 6 w 787"/>
                <a:gd name="T17" fmla="*/ 11 h 1404"/>
                <a:gd name="T18" fmla="*/ 6 w 787"/>
                <a:gd name="T19" fmla="*/ 11 h 1404"/>
                <a:gd name="T20" fmla="*/ 6 w 787"/>
                <a:gd name="T21" fmla="*/ 11 h 1404"/>
                <a:gd name="T22" fmla="*/ 6 w 787"/>
                <a:gd name="T23" fmla="*/ 11 h 1404"/>
                <a:gd name="T24" fmla="*/ 6 w 787"/>
                <a:gd name="T25" fmla="*/ 11 h 1404"/>
                <a:gd name="T26" fmla="*/ 6 w 787"/>
                <a:gd name="T27" fmla="*/ 11 h 1404"/>
                <a:gd name="T28" fmla="*/ 6 w 787"/>
                <a:gd name="T29" fmla="*/ 11 h 1404"/>
                <a:gd name="T30" fmla="*/ 6 w 787"/>
                <a:gd name="T31" fmla="*/ 11 h 1404"/>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787"/>
                <a:gd name="T49" fmla="*/ 0 h 1404"/>
                <a:gd name="T50" fmla="*/ 787 w 787"/>
                <a:gd name="T51" fmla="*/ 1404 h 1404"/>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787" h="1404">
                  <a:moveTo>
                    <a:pt x="781" y="1334"/>
                  </a:moveTo>
                  <a:lnTo>
                    <a:pt x="781" y="1337"/>
                  </a:lnTo>
                  <a:lnTo>
                    <a:pt x="82" y="0"/>
                  </a:lnTo>
                  <a:lnTo>
                    <a:pt x="0" y="42"/>
                  </a:lnTo>
                  <a:lnTo>
                    <a:pt x="699" y="1379"/>
                  </a:lnTo>
                  <a:lnTo>
                    <a:pt x="699" y="1381"/>
                  </a:lnTo>
                  <a:lnTo>
                    <a:pt x="699" y="1379"/>
                  </a:lnTo>
                  <a:lnTo>
                    <a:pt x="712" y="1395"/>
                  </a:lnTo>
                  <a:lnTo>
                    <a:pt x="727" y="1402"/>
                  </a:lnTo>
                  <a:lnTo>
                    <a:pt x="744" y="1404"/>
                  </a:lnTo>
                  <a:lnTo>
                    <a:pt x="761" y="1398"/>
                  </a:lnTo>
                  <a:lnTo>
                    <a:pt x="775" y="1388"/>
                  </a:lnTo>
                  <a:lnTo>
                    <a:pt x="784" y="1373"/>
                  </a:lnTo>
                  <a:lnTo>
                    <a:pt x="787" y="1357"/>
                  </a:lnTo>
                  <a:lnTo>
                    <a:pt x="781" y="1337"/>
                  </a:lnTo>
                  <a:lnTo>
                    <a:pt x="781" y="13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8833" name="Freeform 37"/>
            <p:cNvSpPr>
              <a:spLocks/>
            </p:cNvSpPr>
            <p:nvPr/>
          </p:nvSpPr>
          <p:spPr bwMode="auto">
            <a:xfrm>
              <a:off x="1439" y="1948"/>
              <a:ext cx="125" cy="76"/>
            </a:xfrm>
            <a:custGeom>
              <a:avLst/>
              <a:gdLst>
                <a:gd name="T0" fmla="*/ 5 w 628"/>
                <a:gd name="T1" fmla="*/ 2 h 383"/>
                <a:gd name="T2" fmla="*/ 5 w 628"/>
                <a:gd name="T3" fmla="*/ 2 h 383"/>
                <a:gd name="T4" fmla="*/ 4 w 628"/>
                <a:gd name="T5" fmla="*/ 2 h 383"/>
                <a:gd name="T6" fmla="*/ 4 w 628"/>
                <a:gd name="T7" fmla="*/ 2 h 383"/>
                <a:gd name="T8" fmla="*/ 4 w 628"/>
                <a:gd name="T9" fmla="*/ 2 h 383"/>
                <a:gd name="T10" fmla="*/ 3 w 628"/>
                <a:gd name="T11" fmla="*/ 2 h 383"/>
                <a:gd name="T12" fmla="*/ 3 w 628"/>
                <a:gd name="T13" fmla="*/ 2 h 383"/>
                <a:gd name="T14" fmla="*/ 3 w 628"/>
                <a:gd name="T15" fmla="*/ 2 h 383"/>
                <a:gd name="T16" fmla="*/ 3 w 628"/>
                <a:gd name="T17" fmla="*/ 2 h 383"/>
                <a:gd name="T18" fmla="*/ 2 w 628"/>
                <a:gd name="T19" fmla="*/ 2 h 383"/>
                <a:gd name="T20" fmla="*/ 2 w 628"/>
                <a:gd name="T21" fmla="*/ 2 h 383"/>
                <a:gd name="T22" fmla="*/ 2 w 628"/>
                <a:gd name="T23" fmla="*/ 1 h 383"/>
                <a:gd name="T24" fmla="*/ 2 w 628"/>
                <a:gd name="T25" fmla="*/ 1 h 383"/>
                <a:gd name="T26" fmla="*/ 1 w 628"/>
                <a:gd name="T27" fmla="*/ 1 h 383"/>
                <a:gd name="T28" fmla="*/ 1 w 628"/>
                <a:gd name="T29" fmla="*/ 1 h 383"/>
                <a:gd name="T30" fmla="*/ 1 w 628"/>
                <a:gd name="T31" fmla="*/ 1 h 383"/>
                <a:gd name="T32" fmla="*/ 1 w 628"/>
                <a:gd name="T33" fmla="*/ 0 h 383"/>
                <a:gd name="T34" fmla="*/ 1 w 628"/>
                <a:gd name="T35" fmla="*/ 0 h 383"/>
                <a:gd name="T36" fmla="*/ 0 w 628"/>
                <a:gd name="T37" fmla="*/ 0 h 383"/>
                <a:gd name="T38" fmla="*/ 0 w 628"/>
                <a:gd name="T39" fmla="*/ 1 h 383"/>
                <a:gd name="T40" fmla="*/ 0 w 628"/>
                <a:gd name="T41" fmla="*/ 1 h 383"/>
                <a:gd name="T42" fmla="*/ 1 w 628"/>
                <a:gd name="T43" fmla="*/ 1 h 383"/>
                <a:gd name="T44" fmla="*/ 1 w 628"/>
                <a:gd name="T45" fmla="*/ 1 h 383"/>
                <a:gd name="T46" fmla="*/ 1 w 628"/>
                <a:gd name="T47" fmla="*/ 2 h 383"/>
                <a:gd name="T48" fmla="*/ 1 w 628"/>
                <a:gd name="T49" fmla="*/ 2 h 383"/>
                <a:gd name="T50" fmla="*/ 2 w 628"/>
                <a:gd name="T51" fmla="*/ 2 h 383"/>
                <a:gd name="T52" fmla="*/ 2 w 628"/>
                <a:gd name="T53" fmla="*/ 2 h 383"/>
                <a:gd name="T54" fmla="*/ 2 w 628"/>
                <a:gd name="T55" fmla="*/ 2 h 383"/>
                <a:gd name="T56" fmla="*/ 3 w 628"/>
                <a:gd name="T57" fmla="*/ 3 h 383"/>
                <a:gd name="T58" fmla="*/ 3 w 628"/>
                <a:gd name="T59" fmla="*/ 3 h 383"/>
                <a:gd name="T60" fmla="*/ 3 w 628"/>
                <a:gd name="T61" fmla="*/ 3 h 383"/>
                <a:gd name="T62" fmla="*/ 4 w 628"/>
                <a:gd name="T63" fmla="*/ 3 h 383"/>
                <a:gd name="T64" fmla="*/ 4 w 628"/>
                <a:gd name="T65" fmla="*/ 3 h 383"/>
                <a:gd name="T66" fmla="*/ 4 w 628"/>
                <a:gd name="T67" fmla="*/ 3 h 383"/>
                <a:gd name="T68" fmla="*/ 5 w 628"/>
                <a:gd name="T69" fmla="*/ 3 h 383"/>
                <a:gd name="T70" fmla="*/ 5 w 628"/>
                <a:gd name="T71" fmla="*/ 3 h 383"/>
                <a:gd name="T72" fmla="*/ 5 w 628"/>
                <a:gd name="T73" fmla="*/ 3 h 383"/>
                <a:gd name="T74" fmla="*/ 5 w 628"/>
                <a:gd name="T75" fmla="*/ 3 h 383"/>
                <a:gd name="T76" fmla="*/ 5 w 628"/>
                <a:gd name="T77" fmla="*/ 3 h 383"/>
                <a:gd name="T78" fmla="*/ 5 w 628"/>
                <a:gd name="T79" fmla="*/ 3 h 383"/>
                <a:gd name="T80" fmla="*/ 5 w 628"/>
                <a:gd name="T81" fmla="*/ 3 h 383"/>
                <a:gd name="T82" fmla="*/ 5 w 628"/>
                <a:gd name="T83" fmla="*/ 3 h 383"/>
                <a:gd name="T84" fmla="*/ 5 w 628"/>
                <a:gd name="T85" fmla="*/ 2 h 383"/>
                <a:gd name="T86" fmla="*/ 5 w 628"/>
                <a:gd name="T87" fmla="*/ 2 h 383"/>
                <a:gd name="T88" fmla="*/ 5 w 628"/>
                <a:gd name="T89" fmla="*/ 2 h 383"/>
                <a:gd name="T90" fmla="*/ 5 w 628"/>
                <a:gd name="T91" fmla="*/ 2 h 38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628"/>
                <a:gd name="T139" fmla="*/ 0 h 383"/>
                <a:gd name="T140" fmla="*/ 628 w 628"/>
                <a:gd name="T141" fmla="*/ 383 h 38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628" h="383">
                  <a:moveTo>
                    <a:pt x="581" y="289"/>
                  </a:moveTo>
                  <a:lnTo>
                    <a:pt x="582" y="289"/>
                  </a:lnTo>
                  <a:lnTo>
                    <a:pt x="541" y="287"/>
                  </a:lnTo>
                  <a:lnTo>
                    <a:pt x="500" y="283"/>
                  </a:lnTo>
                  <a:lnTo>
                    <a:pt x="462" y="276"/>
                  </a:lnTo>
                  <a:lnTo>
                    <a:pt x="424" y="268"/>
                  </a:lnTo>
                  <a:lnTo>
                    <a:pt x="389" y="255"/>
                  </a:lnTo>
                  <a:lnTo>
                    <a:pt x="352" y="242"/>
                  </a:lnTo>
                  <a:lnTo>
                    <a:pt x="320" y="227"/>
                  </a:lnTo>
                  <a:lnTo>
                    <a:pt x="287" y="209"/>
                  </a:lnTo>
                  <a:lnTo>
                    <a:pt x="255" y="189"/>
                  </a:lnTo>
                  <a:lnTo>
                    <a:pt x="226" y="168"/>
                  </a:lnTo>
                  <a:lnTo>
                    <a:pt x="198" y="145"/>
                  </a:lnTo>
                  <a:lnTo>
                    <a:pt x="172" y="119"/>
                  </a:lnTo>
                  <a:lnTo>
                    <a:pt x="146" y="92"/>
                  </a:lnTo>
                  <a:lnTo>
                    <a:pt x="122" y="64"/>
                  </a:lnTo>
                  <a:lnTo>
                    <a:pt x="100" y="33"/>
                  </a:lnTo>
                  <a:lnTo>
                    <a:pt x="82" y="0"/>
                  </a:lnTo>
                  <a:lnTo>
                    <a:pt x="0" y="47"/>
                  </a:lnTo>
                  <a:lnTo>
                    <a:pt x="23" y="85"/>
                  </a:lnTo>
                  <a:lnTo>
                    <a:pt x="49" y="120"/>
                  </a:lnTo>
                  <a:lnTo>
                    <a:pt x="76" y="153"/>
                  </a:lnTo>
                  <a:lnTo>
                    <a:pt x="104" y="185"/>
                  </a:lnTo>
                  <a:lnTo>
                    <a:pt x="137" y="215"/>
                  </a:lnTo>
                  <a:lnTo>
                    <a:pt x="170" y="241"/>
                  </a:lnTo>
                  <a:lnTo>
                    <a:pt x="204" y="267"/>
                  </a:lnTo>
                  <a:lnTo>
                    <a:pt x="240" y="289"/>
                  </a:lnTo>
                  <a:lnTo>
                    <a:pt x="277" y="309"/>
                  </a:lnTo>
                  <a:lnTo>
                    <a:pt x="317" y="329"/>
                  </a:lnTo>
                  <a:lnTo>
                    <a:pt x="358" y="344"/>
                  </a:lnTo>
                  <a:lnTo>
                    <a:pt x="400" y="357"/>
                  </a:lnTo>
                  <a:lnTo>
                    <a:pt x="444" y="367"/>
                  </a:lnTo>
                  <a:lnTo>
                    <a:pt x="488" y="374"/>
                  </a:lnTo>
                  <a:lnTo>
                    <a:pt x="534" y="380"/>
                  </a:lnTo>
                  <a:lnTo>
                    <a:pt x="580" y="383"/>
                  </a:lnTo>
                  <a:lnTo>
                    <a:pt x="581" y="383"/>
                  </a:lnTo>
                  <a:lnTo>
                    <a:pt x="580" y="383"/>
                  </a:lnTo>
                  <a:lnTo>
                    <a:pt x="600" y="379"/>
                  </a:lnTo>
                  <a:lnTo>
                    <a:pt x="615" y="369"/>
                  </a:lnTo>
                  <a:lnTo>
                    <a:pt x="624" y="353"/>
                  </a:lnTo>
                  <a:lnTo>
                    <a:pt x="628" y="337"/>
                  </a:lnTo>
                  <a:lnTo>
                    <a:pt x="625" y="319"/>
                  </a:lnTo>
                  <a:lnTo>
                    <a:pt x="617" y="304"/>
                  </a:lnTo>
                  <a:lnTo>
                    <a:pt x="602" y="294"/>
                  </a:lnTo>
                  <a:lnTo>
                    <a:pt x="582" y="289"/>
                  </a:lnTo>
                  <a:lnTo>
                    <a:pt x="581" y="28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8834" name="Freeform 38"/>
            <p:cNvSpPr>
              <a:spLocks/>
            </p:cNvSpPr>
            <p:nvPr/>
          </p:nvSpPr>
          <p:spPr bwMode="auto">
            <a:xfrm>
              <a:off x="1587" y="1880"/>
              <a:ext cx="85" cy="49"/>
            </a:xfrm>
            <a:custGeom>
              <a:avLst/>
              <a:gdLst>
                <a:gd name="T0" fmla="*/ 3 w 426"/>
                <a:gd name="T1" fmla="*/ 0 h 245"/>
                <a:gd name="T2" fmla="*/ 3 w 426"/>
                <a:gd name="T3" fmla="*/ 0 h 245"/>
                <a:gd name="T4" fmla="*/ 3 w 426"/>
                <a:gd name="T5" fmla="*/ 0 h 245"/>
                <a:gd name="T6" fmla="*/ 3 w 426"/>
                <a:gd name="T7" fmla="*/ 0 h 245"/>
                <a:gd name="T8" fmla="*/ 2 w 426"/>
                <a:gd name="T9" fmla="*/ 0 h 245"/>
                <a:gd name="T10" fmla="*/ 2 w 426"/>
                <a:gd name="T11" fmla="*/ 0 h 245"/>
                <a:gd name="T12" fmla="*/ 2 w 426"/>
                <a:gd name="T13" fmla="*/ 0 h 245"/>
                <a:gd name="T14" fmla="*/ 2 w 426"/>
                <a:gd name="T15" fmla="*/ 0 h 245"/>
                <a:gd name="T16" fmla="*/ 1 w 426"/>
                <a:gd name="T17" fmla="*/ 0 h 245"/>
                <a:gd name="T18" fmla="*/ 1 w 426"/>
                <a:gd name="T19" fmla="*/ 1 h 245"/>
                <a:gd name="T20" fmla="*/ 1 w 426"/>
                <a:gd name="T21" fmla="*/ 1 h 245"/>
                <a:gd name="T22" fmla="*/ 1 w 426"/>
                <a:gd name="T23" fmla="*/ 1 h 245"/>
                <a:gd name="T24" fmla="*/ 0 w 426"/>
                <a:gd name="T25" fmla="*/ 1 h 245"/>
                <a:gd name="T26" fmla="*/ 0 w 426"/>
                <a:gd name="T27" fmla="*/ 1 h 245"/>
                <a:gd name="T28" fmla="*/ 0 w 426"/>
                <a:gd name="T29" fmla="*/ 1 h 245"/>
                <a:gd name="T30" fmla="*/ 0 w 426"/>
                <a:gd name="T31" fmla="*/ 2 h 245"/>
                <a:gd name="T32" fmla="*/ 0 w 426"/>
                <a:gd name="T33" fmla="*/ 2 h 245"/>
                <a:gd name="T34" fmla="*/ 0 w 426"/>
                <a:gd name="T35" fmla="*/ 2 h 245"/>
                <a:gd name="T36" fmla="*/ 0 w 426"/>
                <a:gd name="T37" fmla="*/ 2 h 245"/>
                <a:gd name="T38" fmla="*/ 0 w 426"/>
                <a:gd name="T39" fmla="*/ 2 h 245"/>
                <a:gd name="T40" fmla="*/ 0 w 426"/>
                <a:gd name="T41" fmla="*/ 2 h 245"/>
                <a:gd name="T42" fmla="*/ 0 w 426"/>
                <a:gd name="T43" fmla="*/ 1 h 245"/>
                <a:gd name="T44" fmla="*/ 0 w 426"/>
                <a:gd name="T45" fmla="*/ 1 h 245"/>
                <a:gd name="T46" fmla="*/ 0 w 426"/>
                <a:gd name="T47" fmla="*/ 1 h 245"/>
                <a:gd name="T48" fmla="*/ 1 w 426"/>
                <a:gd name="T49" fmla="*/ 1 h 245"/>
                <a:gd name="T50" fmla="*/ 1 w 426"/>
                <a:gd name="T51" fmla="*/ 1 h 245"/>
                <a:gd name="T52" fmla="*/ 1 w 426"/>
                <a:gd name="T53" fmla="*/ 1 h 245"/>
                <a:gd name="T54" fmla="*/ 1 w 426"/>
                <a:gd name="T55" fmla="*/ 1 h 245"/>
                <a:gd name="T56" fmla="*/ 2 w 426"/>
                <a:gd name="T57" fmla="*/ 0 h 245"/>
                <a:gd name="T58" fmla="*/ 2 w 426"/>
                <a:gd name="T59" fmla="*/ 0 h 245"/>
                <a:gd name="T60" fmla="*/ 2 w 426"/>
                <a:gd name="T61" fmla="*/ 0 h 245"/>
                <a:gd name="T62" fmla="*/ 2 w 426"/>
                <a:gd name="T63" fmla="*/ 0 h 245"/>
                <a:gd name="T64" fmla="*/ 3 w 426"/>
                <a:gd name="T65" fmla="*/ 0 h 245"/>
                <a:gd name="T66" fmla="*/ 3 w 426"/>
                <a:gd name="T67" fmla="*/ 0 h 245"/>
                <a:gd name="T68" fmla="*/ 3 w 426"/>
                <a:gd name="T69" fmla="*/ 0 h 245"/>
                <a:gd name="T70" fmla="*/ 3 w 426"/>
                <a:gd name="T71" fmla="*/ 0 h 245"/>
                <a:gd name="T72" fmla="*/ 3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426" y="0"/>
                  </a:moveTo>
                  <a:lnTo>
                    <a:pt x="426" y="0"/>
                  </a:lnTo>
                  <a:lnTo>
                    <a:pt x="384" y="1"/>
                  </a:lnTo>
                  <a:lnTo>
                    <a:pt x="340" y="4"/>
                  </a:lnTo>
                  <a:lnTo>
                    <a:pt x="300" y="10"/>
                  </a:lnTo>
                  <a:lnTo>
                    <a:pt x="262" y="18"/>
                  </a:lnTo>
                  <a:lnTo>
                    <a:pt x="224" y="29"/>
                  </a:lnTo>
                  <a:lnTo>
                    <a:pt x="189" y="41"/>
                  </a:lnTo>
                  <a:lnTo>
                    <a:pt x="157" y="55"/>
                  </a:lnTo>
                  <a:lnTo>
                    <a:pt x="126" y="70"/>
                  </a:lnTo>
                  <a:lnTo>
                    <a:pt x="99" y="89"/>
                  </a:lnTo>
                  <a:lnTo>
                    <a:pt x="74" y="106"/>
                  </a:lnTo>
                  <a:lnTo>
                    <a:pt x="52" y="126"/>
                  </a:lnTo>
                  <a:lnTo>
                    <a:pt x="34" y="148"/>
                  </a:lnTo>
                  <a:lnTo>
                    <a:pt x="19" y="171"/>
                  </a:lnTo>
                  <a:lnTo>
                    <a:pt x="9" y="194"/>
                  </a:lnTo>
                  <a:lnTo>
                    <a:pt x="3" y="219"/>
                  </a:lnTo>
                  <a:lnTo>
                    <a:pt x="0" y="245"/>
                  </a:lnTo>
                  <a:lnTo>
                    <a:pt x="12" y="245"/>
                  </a:lnTo>
                  <a:lnTo>
                    <a:pt x="15" y="221"/>
                  </a:lnTo>
                  <a:lnTo>
                    <a:pt x="20" y="199"/>
                  </a:lnTo>
                  <a:lnTo>
                    <a:pt x="31" y="178"/>
                  </a:lnTo>
                  <a:lnTo>
                    <a:pt x="44" y="156"/>
                  </a:lnTo>
                  <a:lnTo>
                    <a:pt x="61" y="136"/>
                  </a:lnTo>
                  <a:lnTo>
                    <a:pt x="81" y="116"/>
                  </a:lnTo>
                  <a:lnTo>
                    <a:pt x="106" y="98"/>
                  </a:lnTo>
                  <a:lnTo>
                    <a:pt x="133" y="82"/>
                  </a:lnTo>
                  <a:lnTo>
                    <a:pt x="162" y="66"/>
                  </a:lnTo>
                  <a:lnTo>
                    <a:pt x="194" y="52"/>
                  </a:lnTo>
                  <a:lnTo>
                    <a:pt x="229" y="41"/>
                  </a:lnTo>
                  <a:lnTo>
                    <a:pt x="264" y="30"/>
                  </a:lnTo>
                  <a:lnTo>
                    <a:pt x="303" y="22"/>
                  </a:lnTo>
                  <a:lnTo>
                    <a:pt x="343" y="16"/>
                  </a:lnTo>
                  <a:lnTo>
                    <a:pt x="384" y="12"/>
                  </a:lnTo>
                  <a:lnTo>
                    <a:pt x="426" y="11"/>
                  </a:lnTo>
                  <a:lnTo>
                    <a:pt x="42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8835" name="Freeform 39"/>
            <p:cNvSpPr>
              <a:spLocks/>
            </p:cNvSpPr>
            <p:nvPr/>
          </p:nvSpPr>
          <p:spPr bwMode="auto">
            <a:xfrm>
              <a:off x="1587" y="1929"/>
              <a:ext cx="85" cy="49"/>
            </a:xfrm>
            <a:custGeom>
              <a:avLst/>
              <a:gdLst>
                <a:gd name="T0" fmla="*/ 0 w 426"/>
                <a:gd name="T1" fmla="*/ 0 h 245"/>
                <a:gd name="T2" fmla="*/ 0 w 426"/>
                <a:gd name="T3" fmla="*/ 0 h 245"/>
                <a:gd name="T4" fmla="*/ 0 w 426"/>
                <a:gd name="T5" fmla="*/ 0 h 245"/>
                <a:gd name="T6" fmla="*/ 0 w 426"/>
                <a:gd name="T7" fmla="*/ 0 h 245"/>
                <a:gd name="T8" fmla="*/ 0 w 426"/>
                <a:gd name="T9" fmla="*/ 1 h 245"/>
                <a:gd name="T10" fmla="*/ 0 w 426"/>
                <a:gd name="T11" fmla="*/ 1 h 245"/>
                <a:gd name="T12" fmla="*/ 0 w 426"/>
                <a:gd name="T13" fmla="*/ 1 h 245"/>
                <a:gd name="T14" fmla="*/ 1 w 426"/>
                <a:gd name="T15" fmla="*/ 1 h 245"/>
                <a:gd name="T16" fmla="*/ 1 w 426"/>
                <a:gd name="T17" fmla="*/ 1 h 245"/>
                <a:gd name="T18" fmla="*/ 1 w 426"/>
                <a:gd name="T19" fmla="*/ 1 h 245"/>
                <a:gd name="T20" fmla="*/ 1 w 426"/>
                <a:gd name="T21" fmla="*/ 2 h 245"/>
                <a:gd name="T22" fmla="*/ 2 w 426"/>
                <a:gd name="T23" fmla="*/ 2 h 245"/>
                <a:gd name="T24" fmla="*/ 2 w 426"/>
                <a:gd name="T25" fmla="*/ 2 h 245"/>
                <a:gd name="T26" fmla="*/ 2 w 426"/>
                <a:gd name="T27" fmla="*/ 2 h 245"/>
                <a:gd name="T28" fmla="*/ 2 w 426"/>
                <a:gd name="T29" fmla="*/ 2 h 245"/>
                <a:gd name="T30" fmla="*/ 3 w 426"/>
                <a:gd name="T31" fmla="*/ 2 h 245"/>
                <a:gd name="T32" fmla="*/ 3 w 426"/>
                <a:gd name="T33" fmla="*/ 2 h 245"/>
                <a:gd name="T34" fmla="*/ 3 w 426"/>
                <a:gd name="T35" fmla="*/ 2 h 245"/>
                <a:gd name="T36" fmla="*/ 3 w 426"/>
                <a:gd name="T37" fmla="*/ 2 h 245"/>
                <a:gd name="T38" fmla="*/ 3 w 426"/>
                <a:gd name="T39" fmla="*/ 2 h 245"/>
                <a:gd name="T40" fmla="*/ 3 w 426"/>
                <a:gd name="T41" fmla="*/ 2 h 245"/>
                <a:gd name="T42" fmla="*/ 2 w 426"/>
                <a:gd name="T43" fmla="*/ 2 h 245"/>
                <a:gd name="T44" fmla="*/ 2 w 426"/>
                <a:gd name="T45" fmla="*/ 2 h 245"/>
                <a:gd name="T46" fmla="*/ 2 w 426"/>
                <a:gd name="T47" fmla="*/ 2 h 245"/>
                <a:gd name="T48" fmla="*/ 2 w 426"/>
                <a:gd name="T49" fmla="*/ 2 h 245"/>
                <a:gd name="T50" fmla="*/ 1 w 426"/>
                <a:gd name="T51" fmla="*/ 1 h 245"/>
                <a:gd name="T52" fmla="*/ 1 w 426"/>
                <a:gd name="T53" fmla="*/ 1 h 245"/>
                <a:gd name="T54" fmla="*/ 1 w 426"/>
                <a:gd name="T55" fmla="*/ 1 h 245"/>
                <a:gd name="T56" fmla="*/ 1 w 426"/>
                <a:gd name="T57" fmla="*/ 1 h 245"/>
                <a:gd name="T58" fmla="*/ 0 w 426"/>
                <a:gd name="T59" fmla="*/ 1 h 245"/>
                <a:gd name="T60" fmla="*/ 0 w 426"/>
                <a:gd name="T61" fmla="*/ 1 h 245"/>
                <a:gd name="T62" fmla="*/ 0 w 426"/>
                <a:gd name="T63" fmla="*/ 1 h 245"/>
                <a:gd name="T64" fmla="*/ 0 w 426"/>
                <a:gd name="T65" fmla="*/ 0 h 245"/>
                <a:gd name="T66" fmla="*/ 0 w 426"/>
                <a:gd name="T67" fmla="*/ 0 h 245"/>
                <a:gd name="T68" fmla="*/ 0 w 426"/>
                <a:gd name="T69" fmla="*/ 0 h 245"/>
                <a:gd name="T70" fmla="*/ 0 w 426"/>
                <a:gd name="T71" fmla="*/ 0 h 245"/>
                <a:gd name="T72" fmla="*/ 0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0" y="0"/>
                  </a:moveTo>
                  <a:lnTo>
                    <a:pt x="0" y="0"/>
                  </a:lnTo>
                  <a:lnTo>
                    <a:pt x="3" y="25"/>
                  </a:lnTo>
                  <a:lnTo>
                    <a:pt x="9" y="50"/>
                  </a:lnTo>
                  <a:lnTo>
                    <a:pt x="19" y="73"/>
                  </a:lnTo>
                  <a:lnTo>
                    <a:pt x="34" y="96"/>
                  </a:lnTo>
                  <a:lnTo>
                    <a:pt x="52" y="118"/>
                  </a:lnTo>
                  <a:lnTo>
                    <a:pt x="74" y="138"/>
                  </a:lnTo>
                  <a:lnTo>
                    <a:pt x="99" y="156"/>
                  </a:lnTo>
                  <a:lnTo>
                    <a:pt x="126" y="174"/>
                  </a:lnTo>
                  <a:lnTo>
                    <a:pt x="157" y="190"/>
                  </a:lnTo>
                  <a:lnTo>
                    <a:pt x="189" y="204"/>
                  </a:lnTo>
                  <a:lnTo>
                    <a:pt x="224" y="215"/>
                  </a:lnTo>
                  <a:lnTo>
                    <a:pt x="262" y="226"/>
                  </a:lnTo>
                  <a:lnTo>
                    <a:pt x="300" y="234"/>
                  </a:lnTo>
                  <a:lnTo>
                    <a:pt x="340" y="240"/>
                  </a:lnTo>
                  <a:lnTo>
                    <a:pt x="384" y="244"/>
                  </a:lnTo>
                  <a:lnTo>
                    <a:pt x="426" y="245"/>
                  </a:lnTo>
                  <a:lnTo>
                    <a:pt x="426" y="233"/>
                  </a:lnTo>
                  <a:lnTo>
                    <a:pt x="384" y="232"/>
                  </a:lnTo>
                  <a:lnTo>
                    <a:pt x="343" y="228"/>
                  </a:lnTo>
                  <a:lnTo>
                    <a:pt x="303" y="222"/>
                  </a:lnTo>
                  <a:lnTo>
                    <a:pt x="264" y="214"/>
                  </a:lnTo>
                  <a:lnTo>
                    <a:pt x="229" y="204"/>
                  </a:lnTo>
                  <a:lnTo>
                    <a:pt x="194" y="192"/>
                  </a:lnTo>
                  <a:lnTo>
                    <a:pt x="162" y="178"/>
                  </a:lnTo>
                  <a:lnTo>
                    <a:pt x="133" y="163"/>
                  </a:lnTo>
                  <a:lnTo>
                    <a:pt x="106" y="146"/>
                  </a:lnTo>
                  <a:lnTo>
                    <a:pt x="81" y="129"/>
                  </a:lnTo>
                  <a:lnTo>
                    <a:pt x="61" y="109"/>
                  </a:lnTo>
                  <a:lnTo>
                    <a:pt x="44" y="89"/>
                  </a:lnTo>
                  <a:lnTo>
                    <a:pt x="31" y="66"/>
                  </a:lnTo>
                  <a:lnTo>
                    <a:pt x="20" y="45"/>
                  </a:lnTo>
                  <a:lnTo>
                    <a:pt x="15" y="2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8836" name="Freeform 40"/>
            <p:cNvSpPr>
              <a:spLocks/>
            </p:cNvSpPr>
            <p:nvPr/>
          </p:nvSpPr>
          <p:spPr bwMode="auto">
            <a:xfrm>
              <a:off x="878" y="1448"/>
              <a:ext cx="792" cy="954"/>
            </a:xfrm>
            <a:custGeom>
              <a:avLst/>
              <a:gdLst>
                <a:gd name="T0" fmla="*/ 13 w 3960"/>
                <a:gd name="T1" fmla="*/ 38 h 4768"/>
                <a:gd name="T2" fmla="*/ 14 w 3960"/>
                <a:gd name="T3" fmla="*/ 38 h 4768"/>
                <a:gd name="T4" fmla="*/ 15 w 3960"/>
                <a:gd name="T5" fmla="*/ 38 h 4768"/>
                <a:gd name="T6" fmla="*/ 15 w 3960"/>
                <a:gd name="T7" fmla="*/ 38 h 4768"/>
                <a:gd name="T8" fmla="*/ 16 w 3960"/>
                <a:gd name="T9" fmla="*/ 38 h 4768"/>
                <a:gd name="T10" fmla="*/ 17 w 3960"/>
                <a:gd name="T11" fmla="*/ 38 h 4768"/>
                <a:gd name="T12" fmla="*/ 17 w 3960"/>
                <a:gd name="T13" fmla="*/ 38 h 4768"/>
                <a:gd name="T14" fmla="*/ 18 w 3960"/>
                <a:gd name="T15" fmla="*/ 38 h 4768"/>
                <a:gd name="T16" fmla="*/ 18 w 3960"/>
                <a:gd name="T17" fmla="*/ 38 h 4768"/>
                <a:gd name="T18" fmla="*/ 29 w 3960"/>
                <a:gd name="T19" fmla="*/ 30 h 4768"/>
                <a:gd name="T20" fmla="*/ 30 w 3960"/>
                <a:gd name="T21" fmla="*/ 30 h 4768"/>
                <a:gd name="T22" fmla="*/ 30 w 3960"/>
                <a:gd name="T23" fmla="*/ 29 h 4768"/>
                <a:gd name="T24" fmla="*/ 31 w 3960"/>
                <a:gd name="T25" fmla="*/ 28 h 4768"/>
                <a:gd name="T26" fmla="*/ 31 w 3960"/>
                <a:gd name="T27" fmla="*/ 28 h 4768"/>
                <a:gd name="T28" fmla="*/ 31 w 3960"/>
                <a:gd name="T29" fmla="*/ 27 h 4768"/>
                <a:gd name="T30" fmla="*/ 32 w 3960"/>
                <a:gd name="T31" fmla="*/ 26 h 4768"/>
                <a:gd name="T32" fmla="*/ 32 w 3960"/>
                <a:gd name="T33" fmla="*/ 25 h 4768"/>
                <a:gd name="T34" fmla="*/ 32 w 3960"/>
                <a:gd name="T35" fmla="*/ 11 h 4768"/>
                <a:gd name="T36" fmla="*/ 32 w 3960"/>
                <a:gd name="T37" fmla="*/ 10 h 4768"/>
                <a:gd name="T38" fmla="*/ 31 w 3960"/>
                <a:gd name="T39" fmla="*/ 9 h 4768"/>
                <a:gd name="T40" fmla="*/ 31 w 3960"/>
                <a:gd name="T41" fmla="*/ 9 h 4768"/>
                <a:gd name="T42" fmla="*/ 31 w 3960"/>
                <a:gd name="T43" fmla="*/ 8 h 4768"/>
                <a:gd name="T44" fmla="*/ 31 w 3960"/>
                <a:gd name="T45" fmla="*/ 8 h 4768"/>
                <a:gd name="T46" fmla="*/ 30 w 3960"/>
                <a:gd name="T47" fmla="*/ 7 h 4768"/>
                <a:gd name="T48" fmla="*/ 30 w 3960"/>
                <a:gd name="T49" fmla="*/ 7 h 4768"/>
                <a:gd name="T50" fmla="*/ 29 w 3960"/>
                <a:gd name="T51" fmla="*/ 6 h 4768"/>
                <a:gd name="T52" fmla="*/ 19 w 3960"/>
                <a:gd name="T53" fmla="*/ 1 h 4768"/>
                <a:gd name="T54" fmla="*/ 18 w 3960"/>
                <a:gd name="T55" fmla="*/ 0 h 4768"/>
                <a:gd name="T56" fmla="*/ 17 w 3960"/>
                <a:gd name="T57" fmla="*/ 0 h 4768"/>
                <a:gd name="T58" fmla="*/ 17 w 3960"/>
                <a:gd name="T59" fmla="*/ 0 h 4768"/>
                <a:gd name="T60" fmla="*/ 16 w 3960"/>
                <a:gd name="T61" fmla="*/ 0 h 4768"/>
                <a:gd name="T62" fmla="*/ 15 w 3960"/>
                <a:gd name="T63" fmla="*/ 0 h 4768"/>
                <a:gd name="T64" fmla="*/ 14 w 3960"/>
                <a:gd name="T65" fmla="*/ 0 h 4768"/>
                <a:gd name="T66" fmla="*/ 14 w 3960"/>
                <a:gd name="T67" fmla="*/ 0 h 4768"/>
                <a:gd name="T68" fmla="*/ 2 w 3960"/>
                <a:gd name="T69" fmla="*/ 6 h 4768"/>
                <a:gd name="T70" fmla="*/ 2 w 3960"/>
                <a:gd name="T71" fmla="*/ 7 h 4768"/>
                <a:gd name="T72" fmla="*/ 1 w 3960"/>
                <a:gd name="T73" fmla="*/ 7 h 4768"/>
                <a:gd name="T74" fmla="*/ 1 w 3960"/>
                <a:gd name="T75" fmla="*/ 8 h 4768"/>
                <a:gd name="T76" fmla="*/ 1 w 3960"/>
                <a:gd name="T77" fmla="*/ 8 h 4768"/>
                <a:gd name="T78" fmla="*/ 0 w 3960"/>
                <a:gd name="T79" fmla="*/ 9 h 4768"/>
                <a:gd name="T80" fmla="*/ 0 w 3960"/>
                <a:gd name="T81" fmla="*/ 9 h 4768"/>
                <a:gd name="T82" fmla="*/ 0 w 3960"/>
                <a:gd name="T83" fmla="*/ 10 h 4768"/>
                <a:gd name="T84" fmla="*/ 0 w 3960"/>
                <a:gd name="T85" fmla="*/ 11 h 4768"/>
                <a:gd name="T86" fmla="*/ 0 w 3960"/>
                <a:gd name="T87" fmla="*/ 25 h 4768"/>
                <a:gd name="T88" fmla="*/ 0 w 3960"/>
                <a:gd name="T89" fmla="*/ 26 h 4768"/>
                <a:gd name="T90" fmla="*/ 0 w 3960"/>
                <a:gd name="T91" fmla="*/ 27 h 4768"/>
                <a:gd name="T92" fmla="*/ 1 w 3960"/>
                <a:gd name="T93" fmla="*/ 28 h 4768"/>
                <a:gd name="T94" fmla="*/ 1 w 3960"/>
                <a:gd name="T95" fmla="*/ 29 h 4768"/>
                <a:gd name="T96" fmla="*/ 1 w 3960"/>
                <a:gd name="T97" fmla="*/ 29 h 4768"/>
                <a:gd name="T98" fmla="*/ 2 w 3960"/>
                <a:gd name="T99" fmla="*/ 30 h 4768"/>
                <a:gd name="T100" fmla="*/ 3 w 3960"/>
                <a:gd name="T101" fmla="*/ 31 h 4768"/>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w 3960"/>
                <a:gd name="T154" fmla="*/ 0 h 4768"/>
                <a:gd name="T155" fmla="*/ 3960 w 3960"/>
                <a:gd name="T156" fmla="*/ 4768 h 4768"/>
              </a:gdLst>
              <a:ahLst/>
              <a:cxnLst>
                <a:cxn ang="T102">
                  <a:pos x="T0" y="T1"/>
                </a:cxn>
                <a:cxn ang="T103">
                  <a:pos x="T2" y="T3"/>
                </a:cxn>
                <a:cxn ang="T104">
                  <a:pos x="T4" y="T5"/>
                </a:cxn>
                <a:cxn ang="T105">
                  <a:pos x="T6" y="T7"/>
                </a:cxn>
                <a:cxn ang="T106">
                  <a:pos x="T8" y="T9"/>
                </a:cxn>
                <a:cxn ang="T107">
                  <a:pos x="T10" y="T11"/>
                </a:cxn>
                <a:cxn ang="T108">
                  <a:pos x="T12" y="T13"/>
                </a:cxn>
                <a:cxn ang="T109">
                  <a:pos x="T14" y="T15"/>
                </a:cxn>
                <a:cxn ang="T110">
                  <a:pos x="T16" y="T17"/>
                </a:cxn>
                <a:cxn ang="T111">
                  <a:pos x="T18" y="T19"/>
                </a:cxn>
                <a:cxn ang="T112">
                  <a:pos x="T20" y="T21"/>
                </a:cxn>
                <a:cxn ang="T113">
                  <a:pos x="T22" y="T23"/>
                </a:cxn>
                <a:cxn ang="T114">
                  <a:pos x="T24" y="T25"/>
                </a:cxn>
                <a:cxn ang="T115">
                  <a:pos x="T26" y="T27"/>
                </a:cxn>
                <a:cxn ang="T116">
                  <a:pos x="T28" y="T29"/>
                </a:cxn>
                <a:cxn ang="T117">
                  <a:pos x="T30" y="T31"/>
                </a:cxn>
                <a:cxn ang="T118">
                  <a:pos x="T32" y="T33"/>
                </a:cxn>
                <a:cxn ang="T119">
                  <a:pos x="T34" y="T35"/>
                </a:cxn>
                <a:cxn ang="T120">
                  <a:pos x="T36" y="T37"/>
                </a:cxn>
                <a:cxn ang="T121">
                  <a:pos x="T38" y="T39"/>
                </a:cxn>
                <a:cxn ang="T122">
                  <a:pos x="T40" y="T41"/>
                </a:cxn>
                <a:cxn ang="T123">
                  <a:pos x="T42" y="T43"/>
                </a:cxn>
                <a:cxn ang="T124">
                  <a:pos x="T44" y="T45"/>
                </a:cxn>
                <a:cxn ang="T125">
                  <a:pos x="T46" y="T47"/>
                </a:cxn>
                <a:cxn ang="T126">
                  <a:pos x="T48" y="T49"/>
                </a:cxn>
                <a:cxn ang="T127">
                  <a:pos x="T50" y="T51"/>
                </a:cxn>
                <a:cxn ang="T128">
                  <a:pos x="T52" y="T53"/>
                </a:cxn>
                <a:cxn ang="T129">
                  <a:pos x="T54" y="T55"/>
                </a:cxn>
                <a:cxn ang="T130">
                  <a:pos x="T56" y="T57"/>
                </a:cxn>
                <a:cxn ang="T131">
                  <a:pos x="T58" y="T59"/>
                </a:cxn>
                <a:cxn ang="T132">
                  <a:pos x="T60" y="T61"/>
                </a:cxn>
                <a:cxn ang="T133">
                  <a:pos x="T62" y="T63"/>
                </a:cxn>
                <a:cxn ang="T134">
                  <a:pos x="T64" y="T65"/>
                </a:cxn>
                <a:cxn ang="T135">
                  <a:pos x="T66" y="T67"/>
                </a:cxn>
                <a:cxn ang="T136">
                  <a:pos x="T68" y="T69"/>
                </a:cxn>
                <a:cxn ang="T137">
                  <a:pos x="T70" y="T71"/>
                </a:cxn>
                <a:cxn ang="T138">
                  <a:pos x="T72" y="T73"/>
                </a:cxn>
                <a:cxn ang="T139">
                  <a:pos x="T74" y="T75"/>
                </a:cxn>
                <a:cxn ang="T140">
                  <a:pos x="T76" y="T77"/>
                </a:cxn>
                <a:cxn ang="T141">
                  <a:pos x="T78" y="T79"/>
                </a:cxn>
                <a:cxn ang="T142">
                  <a:pos x="T80" y="T81"/>
                </a:cxn>
                <a:cxn ang="T143">
                  <a:pos x="T82" y="T83"/>
                </a:cxn>
                <a:cxn ang="T144">
                  <a:pos x="T84" y="T85"/>
                </a:cxn>
                <a:cxn ang="T145">
                  <a:pos x="T86" y="T87"/>
                </a:cxn>
                <a:cxn ang="T146">
                  <a:pos x="T88" y="T89"/>
                </a:cxn>
                <a:cxn ang="T147">
                  <a:pos x="T90" y="T91"/>
                </a:cxn>
                <a:cxn ang="T148">
                  <a:pos x="T92" y="T93"/>
                </a:cxn>
                <a:cxn ang="T149">
                  <a:pos x="T94" y="T95"/>
                </a:cxn>
                <a:cxn ang="T150">
                  <a:pos x="T96" y="T97"/>
                </a:cxn>
                <a:cxn ang="T151">
                  <a:pos x="T98" y="T99"/>
                </a:cxn>
                <a:cxn ang="T152">
                  <a:pos x="T100" y="T101"/>
                </a:cxn>
              </a:cxnLst>
              <a:rect l="T153" t="T154" r="T155" b="T156"/>
              <a:pathLst>
                <a:path w="3960" h="4768">
                  <a:moveTo>
                    <a:pt x="353" y="3849"/>
                  </a:moveTo>
                  <a:lnTo>
                    <a:pt x="1661" y="4700"/>
                  </a:lnTo>
                  <a:lnTo>
                    <a:pt x="1697" y="4717"/>
                  </a:lnTo>
                  <a:lnTo>
                    <a:pt x="1736" y="4731"/>
                  </a:lnTo>
                  <a:lnTo>
                    <a:pt x="1776" y="4742"/>
                  </a:lnTo>
                  <a:lnTo>
                    <a:pt x="1818" y="4753"/>
                  </a:lnTo>
                  <a:lnTo>
                    <a:pt x="1860" y="4760"/>
                  </a:lnTo>
                  <a:lnTo>
                    <a:pt x="1902" y="4765"/>
                  </a:lnTo>
                  <a:lnTo>
                    <a:pt x="1946" y="4768"/>
                  </a:lnTo>
                  <a:lnTo>
                    <a:pt x="1988" y="4768"/>
                  </a:lnTo>
                  <a:lnTo>
                    <a:pt x="2031" y="4767"/>
                  </a:lnTo>
                  <a:lnTo>
                    <a:pt x="2073" y="4763"/>
                  </a:lnTo>
                  <a:lnTo>
                    <a:pt x="2114" y="4758"/>
                  </a:lnTo>
                  <a:lnTo>
                    <a:pt x="2154" y="4751"/>
                  </a:lnTo>
                  <a:lnTo>
                    <a:pt x="2193" y="4740"/>
                  </a:lnTo>
                  <a:lnTo>
                    <a:pt x="2230" y="4729"/>
                  </a:lnTo>
                  <a:lnTo>
                    <a:pt x="2264" y="4715"/>
                  </a:lnTo>
                  <a:lnTo>
                    <a:pt x="2297" y="4700"/>
                  </a:lnTo>
                  <a:lnTo>
                    <a:pt x="3639" y="3825"/>
                  </a:lnTo>
                  <a:lnTo>
                    <a:pt x="3673" y="3795"/>
                  </a:lnTo>
                  <a:lnTo>
                    <a:pt x="3707" y="3761"/>
                  </a:lnTo>
                  <a:lnTo>
                    <a:pt x="3738" y="3725"/>
                  </a:lnTo>
                  <a:lnTo>
                    <a:pt x="3768" y="3685"/>
                  </a:lnTo>
                  <a:lnTo>
                    <a:pt x="3796" y="3644"/>
                  </a:lnTo>
                  <a:lnTo>
                    <a:pt x="3821" y="3599"/>
                  </a:lnTo>
                  <a:lnTo>
                    <a:pt x="3846" y="3553"/>
                  </a:lnTo>
                  <a:lnTo>
                    <a:pt x="3868" y="3505"/>
                  </a:lnTo>
                  <a:lnTo>
                    <a:pt x="3888" y="3456"/>
                  </a:lnTo>
                  <a:lnTo>
                    <a:pt x="3907" y="3406"/>
                  </a:lnTo>
                  <a:lnTo>
                    <a:pt x="3922" y="3354"/>
                  </a:lnTo>
                  <a:lnTo>
                    <a:pt x="3935" y="3303"/>
                  </a:lnTo>
                  <a:lnTo>
                    <a:pt x="3946" y="3250"/>
                  </a:lnTo>
                  <a:lnTo>
                    <a:pt x="3953" y="3197"/>
                  </a:lnTo>
                  <a:lnTo>
                    <a:pt x="3957" y="3144"/>
                  </a:lnTo>
                  <a:lnTo>
                    <a:pt x="3960" y="3092"/>
                  </a:lnTo>
                  <a:lnTo>
                    <a:pt x="3959" y="1313"/>
                  </a:lnTo>
                  <a:lnTo>
                    <a:pt x="3955" y="1271"/>
                  </a:lnTo>
                  <a:lnTo>
                    <a:pt x="3949" y="1229"/>
                  </a:lnTo>
                  <a:lnTo>
                    <a:pt x="3941" y="1189"/>
                  </a:lnTo>
                  <a:lnTo>
                    <a:pt x="3930" y="1149"/>
                  </a:lnTo>
                  <a:lnTo>
                    <a:pt x="3918" y="1111"/>
                  </a:lnTo>
                  <a:lnTo>
                    <a:pt x="3902" y="1075"/>
                  </a:lnTo>
                  <a:lnTo>
                    <a:pt x="3886" y="1040"/>
                  </a:lnTo>
                  <a:lnTo>
                    <a:pt x="3867" y="1006"/>
                  </a:lnTo>
                  <a:lnTo>
                    <a:pt x="3846" y="973"/>
                  </a:lnTo>
                  <a:lnTo>
                    <a:pt x="3823" y="942"/>
                  </a:lnTo>
                  <a:lnTo>
                    <a:pt x="3798" y="913"/>
                  </a:lnTo>
                  <a:lnTo>
                    <a:pt x="3771" y="886"/>
                  </a:lnTo>
                  <a:lnTo>
                    <a:pt x="3743" y="860"/>
                  </a:lnTo>
                  <a:lnTo>
                    <a:pt x="3714" y="837"/>
                  </a:lnTo>
                  <a:lnTo>
                    <a:pt x="3682" y="816"/>
                  </a:lnTo>
                  <a:lnTo>
                    <a:pt x="3649" y="796"/>
                  </a:lnTo>
                  <a:lnTo>
                    <a:pt x="2386" y="83"/>
                  </a:lnTo>
                  <a:lnTo>
                    <a:pt x="2350" y="65"/>
                  </a:lnTo>
                  <a:lnTo>
                    <a:pt x="2310" y="50"/>
                  </a:lnTo>
                  <a:lnTo>
                    <a:pt x="2268" y="36"/>
                  </a:lnTo>
                  <a:lnTo>
                    <a:pt x="2223" y="24"/>
                  </a:lnTo>
                  <a:lnTo>
                    <a:pt x="2178" y="15"/>
                  </a:lnTo>
                  <a:lnTo>
                    <a:pt x="2131" y="8"/>
                  </a:lnTo>
                  <a:lnTo>
                    <a:pt x="2082" y="3"/>
                  </a:lnTo>
                  <a:lnTo>
                    <a:pt x="2032" y="0"/>
                  </a:lnTo>
                  <a:lnTo>
                    <a:pt x="1982" y="1"/>
                  </a:lnTo>
                  <a:lnTo>
                    <a:pt x="1933" y="3"/>
                  </a:lnTo>
                  <a:lnTo>
                    <a:pt x="1882" y="9"/>
                  </a:lnTo>
                  <a:lnTo>
                    <a:pt x="1833" y="17"/>
                  </a:lnTo>
                  <a:lnTo>
                    <a:pt x="1785" y="29"/>
                  </a:lnTo>
                  <a:lnTo>
                    <a:pt x="1737" y="43"/>
                  </a:lnTo>
                  <a:lnTo>
                    <a:pt x="1691" y="62"/>
                  </a:lnTo>
                  <a:lnTo>
                    <a:pt x="1647" y="83"/>
                  </a:lnTo>
                  <a:lnTo>
                    <a:pt x="311" y="782"/>
                  </a:lnTo>
                  <a:lnTo>
                    <a:pt x="276" y="803"/>
                  </a:lnTo>
                  <a:lnTo>
                    <a:pt x="243" y="826"/>
                  </a:lnTo>
                  <a:lnTo>
                    <a:pt x="213" y="852"/>
                  </a:lnTo>
                  <a:lnTo>
                    <a:pt x="184" y="879"/>
                  </a:lnTo>
                  <a:lnTo>
                    <a:pt x="155" y="908"/>
                  </a:lnTo>
                  <a:lnTo>
                    <a:pt x="131" y="939"/>
                  </a:lnTo>
                  <a:lnTo>
                    <a:pt x="107" y="971"/>
                  </a:lnTo>
                  <a:lnTo>
                    <a:pt x="86" y="1005"/>
                  </a:lnTo>
                  <a:lnTo>
                    <a:pt x="68" y="1040"/>
                  </a:lnTo>
                  <a:lnTo>
                    <a:pt x="50" y="1076"/>
                  </a:lnTo>
                  <a:lnTo>
                    <a:pt x="36" y="1115"/>
                  </a:lnTo>
                  <a:lnTo>
                    <a:pt x="23" y="1153"/>
                  </a:lnTo>
                  <a:lnTo>
                    <a:pt x="14" y="1195"/>
                  </a:lnTo>
                  <a:lnTo>
                    <a:pt x="7" y="1236"/>
                  </a:lnTo>
                  <a:lnTo>
                    <a:pt x="2" y="1279"/>
                  </a:lnTo>
                  <a:lnTo>
                    <a:pt x="0" y="1322"/>
                  </a:lnTo>
                  <a:lnTo>
                    <a:pt x="0" y="3093"/>
                  </a:lnTo>
                  <a:lnTo>
                    <a:pt x="2" y="3147"/>
                  </a:lnTo>
                  <a:lnTo>
                    <a:pt x="7" y="3202"/>
                  </a:lnTo>
                  <a:lnTo>
                    <a:pt x="15" y="3257"/>
                  </a:lnTo>
                  <a:lnTo>
                    <a:pt x="27" y="3312"/>
                  </a:lnTo>
                  <a:lnTo>
                    <a:pt x="42" y="3366"/>
                  </a:lnTo>
                  <a:lnTo>
                    <a:pt x="59" y="3420"/>
                  </a:lnTo>
                  <a:lnTo>
                    <a:pt x="79" y="3474"/>
                  </a:lnTo>
                  <a:lnTo>
                    <a:pt x="102" y="3525"/>
                  </a:lnTo>
                  <a:lnTo>
                    <a:pt x="127" y="3576"/>
                  </a:lnTo>
                  <a:lnTo>
                    <a:pt x="154" y="3624"/>
                  </a:lnTo>
                  <a:lnTo>
                    <a:pt x="184" y="3670"/>
                  </a:lnTo>
                  <a:lnTo>
                    <a:pt x="214" y="3712"/>
                  </a:lnTo>
                  <a:lnTo>
                    <a:pt x="247" y="3752"/>
                  </a:lnTo>
                  <a:lnTo>
                    <a:pt x="281" y="3788"/>
                  </a:lnTo>
                  <a:lnTo>
                    <a:pt x="317" y="3821"/>
                  </a:lnTo>
                  <a:lnTo>
                    <a:pt x="353" y="384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8837" name="Freeform 41"/>
            <p:cNvSpPr>
              <a:spLocks/>
            </p:cNvSpPr>
            <p:nvPr/>
          </p:nvSpPr>
          <p:spPr bwMode="auto">
            <a:xfrm>
              <a:off x="943" y="2210"/>
              <a:ext cx="276" cy="187"/>
            </a:xfrm>
            <a:custGeom>
              <a:avLst/>
              <a:gdLst>
                <a:gd name="T0" fmla="*/ 11 w 1380"/>
                <a:gd name="T1" fmla="*/ 7 h 937"/>
                <a:gd name="T2" fmla="*/ 11 w 1380"/>
                <a:gd name="T3" fmla="*/ 7 h 937"/>
                <a:gd name="T4" fmla="*/ 0 w 1380"/>
                <a:gd name="T5" fmla="*/ 0 h 937"/>
                <a:gd name="T6" fmla="*/ 0 w 1380"/>
                <a:gd name="T7" fmla="*/ 1 h 937"/>
                <a:gd name="T8" fmla="*/ 10 w 1380"/>
                <a:gd name="T9" fmla="*/ 7 h 937"/>
                <a:gd name="T10" fmla="*/ 10 w 1380"/>
                <a:gd name="T11" fmla="*/ 7 h 937"/>
                <a:gd name="T12" fmla="*/ 10 w 1380"/>
                <a:gd name="T13" fmla="*/ 7 h 937"/>
                <a:gd name="T14" fmla="*/ 11 w 1380"/>
                <a:gd name="T15" fmla="*/ 7 h 937"/>
                <a:gd name="T16" fmla="*/ 11 w 1380"/>
                <a:gd name="T17" fmla="*/ 7 h 937"/>
                <a:gd name="T18" fmla="*/ 11 w 1380"/>
                <a:gd name="T19" fmla="*/ 7 h 937"/>
                <a:gd name="T20" fmla="*/ 11 w 1380"/>
                <a:gd name="T21" fmla="*/ 7 h 937"/>
                <a:gd name="T22" fmla="*/ 11 w 1380"/>
                <a:gd name="T23" fmla="*/ 7 h 937"/>
                <a:gd name="T24" fmla="*/ 11 w 1380"/>
                <a:gd name="T25" fmla="*/ 7 h 937"/>
                <a:gd name="T26" fmla="*/ 11 w 1380"/>
                <a:gd name="T27" fmla="*/ 7 h 937"/>
                <a:gd name="T28" fmla="*/ 11 w 1380"/>
                <a:gd name="T29" fmla="*/ 7 h 937"/>
                <a:gd name="T30" fmla="*/ 11 w 1380"/>
                <a:gd name="T31" fmla="*/ 7 h 93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80"/>
                <a:gd name="T49" fmla="*/ 0 h 937"/>
                <a:gd name="T50" fmla="*/ 1380 w 1380"/>
                <a:gd name="T51" fmla="*/ 937 h 93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80" h="937">
                  <a:moveTo>
                    <a:pt x="1354" y="848"/>
                  </a:moveTo>
                  <a:lnTo>
                    <a:pt x="1359" y="851"/>
                  </a:lnTo>
                  <a:lnTo>
                    <a:pt x="51" y="0"/>
                  </a:lnTo>
                  <a:lnTo>
                    <a:pt x="0" y="78"/>
                  </a:lnTo>
                  <a:lnTo>
                    <a:pt x="1307" y="929"/>
                  </a:lnTo>
                  <a:lnTo>
                    <a:pt x="1312" y="932"/>
                  </a:lnTo>
                  <a:lnTo>
                    <a:pt x="1307" y="929"/>
                  </a:lnTo>
                  <a:lnTo>
                    <a:pt x="1326" y="937"/>
                  </a:lnTo>
                  <a:lnTo>
                    <a:pt x="1345" y="936"/>
                  </a:lnTo>
                  <a:lnTo>
                    <a:pt x="1360" y="929"/>
                  </a:lnTo>
                  <a:lnTo>
                    <a:pt x="1372" y="916"/>
                  </a:lnTo>
                  <a:lnTo>
                    <a:pt x="1379" y="899"/>
                  </a:lnTo>
                  <a:lnTo>
                    <a:pt x="1380" y="883"/>
                  </a:lnTo>
                  <a:lnTo>
                    <a:pt x="1374" y="865"/>
                  </a:lnTo>
                  <a:lnTo>
                    <a:pt x="1359" y="851"/>
                  </a:lnTo>
                  <a:lnTo>
                    <a:pt x="1354" y="84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8838" name="Freeform 42"/>
            <p:cNvSpPr>
              <a:spLocks/>
            </p:cNvSpPr>
            <p:nvPr/>
          </p:nvSpPr>
          <p:spPr bwMode="auto">
            <a:xfrm>
              <a:off x="1206" y="2379"/>
              <a:ext cx="140" cy="32"/>
            </a:xfrm>
            <a:custGeom>
              <a:avLst/>
              <a:gdLst>
                <a:gd name="T0" fmla="*/ 5 w 703"/>
                <a:gd name="T1" fmla="*/ 0 h 162"/>
                <a:gd name="T2" fmla="*/ 5 w 703"/>
                <a:gd name="T3" fmla="*/ 0 h 162"/>
                <a:gd name="T4" fmla="*/ 5 w 703"/>
                <a:gd name="T5" fmla="*/ 0 h 162"/>
                <a:gd name="T6" fmla="*/ 5 w 703"/>
                <a:gd name="T7" fmla="*/ 0 h 162"/>
                <a:gd name="T8" fmla="*/ 4 w 703"/>
                <a:gd name="T9" fmla="*/ 0 h 162"/>
                <a:gd name="T10" fmla="*/ 4 w 703"/>
                <a:gd name="T11" fmla="*/ 0 h 162"/>
                <a:gd name="T12" fmla="*/ 4 w 703"/>
                <a:gd name="T13" fmla="*/ 0 h 162"/>
                <a:gd name="T14" fmla="*/ 3 w 703"/>
                <a:gd name="T15" fmla="*/ 1 h 162"/>
                <a:gd name="T16" fmla="*/ 3 w 703"/>
                <a:gd name="T17" fmla="*/ 1 h 162"/>
                <a:gd name="T18" fmla="*/ 3 w 703"/>
                <a:gd name="T19" fmla="*/ 1 h 162"/>
                <a:gd name="T20" fmla="*/ 2 w 703"/>
                <a:gd name="T21" fmla="*/ 1 h 162"/>
                <a:gd name="T22" fmla="*/ 2 w 703"/>
                <a:gd name="T23" fmla="*/ 1 h 162"/>
                <a:gd name="T24" fmla="*/ 2 w 703"/>
                <a:gd name="T25" fmla="*/ 0 h 162"/>
                <a:gd name="T26" fmla="*/ 1 w 703"/>
                <a:gd name="T27" fmla="*/ 0 h 162"/>
                <a:gd name="T28" fmla="*/ 1 w 703"/>
                <a:gd name="T29" fmla="*/ 0 h 162"/>
                <a:gd name="T30" fmla="*/ 1 w 703"/>
                <a:gd name="T31" fmla="*/ 0 h 162"/>
                <a:gd name="T32" fmla="*/ 1 w 703"/>
                <a:gd name="T33" fmla="*/ 0 h 162"/>
                <a:gd name="T34" fmla="*/ 0 w 703"/>
                <a:gd name="T35" fmla="*/ 0 h 162"/>
                <a:gd name="T36" fmla="*/ 0 w 703"/>
                <a:gd name="T37" fmla="*/ 1 h 162"/>
                <a:gd name="T38" fmla="*/ 0 w 703"/>
                <a:gd name="T39" fmla="*/ 1 h 162"/>
                <a:gd name="T40" fmla="*/ 1 w 703"/>
                <a:gd name="T41" fmla="*/ 1 h 162"/>
                <a:gd name="T42" fmla="*/ 1 w 703"/>
                <a:gd name="T43" fmla="*/ 1 h 162"/>
                <a:gd name="T44" fmla="*/ 1 w 703"/>
                <a:gd name="T45" fmla="*/ 1 h 162"/>
                <a:gd name="T46" fmla="*/ 2 w 703"/>
                <a:gd name="T47" fmla="*/ 1 h 162"/>
                <a:gd name="T48" fmla="*/ 2 w 703"/>
                <a:gd name="T49" fmla="*/ 1 h 162"/>
                <a:gd name="T50" fmla="*/ 2 w 703"/>
                <a:gd name="T51" fmla="*/ 1 h 162"/>
                <a:gd name="T52" fmla="*/ 3 w 703"/>
                <a:gd name="T53" fmla="*/ 1 h 162"/>
                <a:gd name="T54" fmla="*/ 3 w 703"/>
                <a:gd name="T55" fmla="*/ 1 h 162"/>
                <a:gd name="T56" fmla="*/ 3 w 703"/>
                <a:gd name="T57" fmla="*/ 1 h 162"/>
                <a:gd name="T58" fmla="*/ 4 w 703"/>
                <a:gd name="T59" fmla="*/ 1 h 162"/>
                <a:gd name="T60" fmla="*/ 4 w 703"/>
                <a:gd name="T61" fmla="*/ 1 h 162"/>
                <a:gd name="T62" fmla="*/ 5 w 703"/>
                <a:gd name="T63" fmla="*/ 1 h 162"/>
                <a:gd name="T64" fmla="*/ 5 w 703"/>
                <a:gd name="T65" fmla="*/ 1 h 162"/>
                <a:gd name="T66" fmla="*/ 5 w 703"/>
                <a:gd name="T67" fmla="*/ 1 h 162"/>
                <a:gd name="T68" fmla="*/ 5 w 703"/>
                <a:gd name="T69" fmla="*/ 1 h 162"/>
                <a:gd name="T70" fmla="*/ 5 w 703"/>
                <a:gd name="T71" fmla="*/ 1 h 162"/>
                <a:gd name="T72" fmla="*/ 5 w 703"/>
                <a:gd name="T73" fmla="*/ 1 h 162"/>
                <a:gd name="T74" fmla="*/ 5 w 703"/>
                <a:gd name="T75" fmla="*/ 1 h 162"/>
                <a:gd name="T76" fmla="*/ 6 w 703"/>
                <a:gd name="T77" fmla="*/ 0 h 162"/>
                <a:gd name="T78" fmla="*/ 6 w 703"/>
                <a:gd name="T79" fmla="*/ 0 h 162"/>
                <a:gd name="T80" fmla="*/ 6 w 703"/>
                <a:gd name="T81" fmla="*/ 0 h 162"/>
                <a:gd name="T82" fmla="*/ 5 w 703"/>
                <a:gd name="T83" fmla="*/ 0 h 162"/>
                <a:gd name="T84" fmla="*/ 5 w 703"/>
                <a:gd name="T85" fmla="*/ 0 h 162"/>
                <a:gd name="T86" fmla="*/ 5 w 703"/>
                <a:gd name="T87" fmla="*/ 0 h 162"/>
                <a:gd name="T88" fmla="*/ 5 w 703"/>
                <a:gd name="T89" fmla="*/ 0 h 162"/>
                <a:gd name="T90" fmla="*/ 5 w 703"/>
                <a:gd name="T91" fmla="*/ 0 h 162"/>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703"/>
                <a:gd name="T139" fmla="*/ 0 h 162"/>
                <a:gd name="T140" fmla="*/ 703 w 703"/>
                <a:gd name="T141" fmla="*/ 162 h 162"/>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703" h="162">
                  <a:moveTo>
                    <a:pt x="631" y="8"/>
                  </a:moveTo>
                  <a:lnTo>
                    <a:pt x="636" y="6"/>
                  </a:lnTo>
                  <a:lnTo>
                    <a:pt x="606" y="20"/>
                  </a:lnTo>
                  <a:lnTo>
                    <a:pt x="575" y="32"/>
                  </a:lnTo>
                  <a:lnTo>
                    <a:pt x="540" y="42"/>
                  </a:lnTo>
                  <a:lnTo>
                    <a:pt x="504" y="52"/>
                  </a:lnTo>
                  <a:lnTo>
                    <a:pt x="467" y="59"/>
                  </a:lnTo>
                  <a:lnTo>
                    <a:pt x="428" y="64"/>
                  </a:lnTo>
                  <a:lnTo>
                    <a:pt x="389" y="67"/>
                  </a:lnTo>
                  <a:lnTo>
                    <a:pt x="348" y="68"/>
                  </a:lnTo>
                  <a:lnTo>
                    <a:pt x="308" y="68"/>
                  </a:lnTo>
                  <a:lnTo>
                    <a:pt x="267" y="65"/>
                  </a:lnTo>
                  <a:lnTo>
                    <a:pt x="226" y="61"/>
                  </a:lnTo>
                  <a:lnTo>
                    <a:pt x="187" y="54"/>
                  </a:lnTo>
                  <a:lnTo>
                    <a:pt x="148" y="44"/>
                  </a:lnTo>
                  <a:lnTo>
                    <a:pt x="110" y="33"/>
                  </a:lnTo>
                  <a:lnTo>
                    <a:pt x="75" y="20"/>
                  </a:lnTo>
                  <a:lnTo>
                    <a:pt x="42" y="5"/>
                  </a:lnTo>
                  <a:lnTo>
                    <a:pt x="0" y="89"/>
                  </a:lnTo>
                  <a:lnTo>
                    <a:pt x="40" y="107"/>
                  </a:lnTo>
                  <a:lnTo>
                    <a:pt x="82" y="122"/>
                  </a:lnTo>
                  <a:lnTo>
                    <a:pt x="124" y="135"/>
                  </a:lnTo>
                  <a:lnTo>
                    <a:pt x="169" y="146"/>
                  </a:lnTo>
                  <a:lnTo>
                    <a:pt x="214" y="153"/>
                  </a:lnTo>
                  <a:lnTo>
                    <a:pt x="258" y="158"/>
                  </a:lnTo>
                  <a:lnTo>
                    <a:pt x="303" y="162"/>
                  </a:lnTo>
                  <a:lnTo>
                    <a:pt x="348" y="162"/>
                  </a:lnTo>
                  <a:lnTo>
                    <a:pt x="394" y="161"/>
                  </a:lnTo>
                  <a:lnTo>
                    <a:pt x="439" y="157"/>
                  </a:lnTo>
                  <a:lnTo>
                    <a:pt x="481" y="150"/>
                  </a:lnTo>
                  <a:lnTo>
                    <a:pt x="525" y="143"/>
                  </a:lnTo>
                  <a:lnTo>
                    <a:pt x="566" y="132"/>
                  </a:lnTo>
                  <a:lnTo>
                    <a:pt x="606" y="121"/>
                  </a:lnTo>
                  <a:lnTo>
                    <a:pt x="643" y="105"/>
                  </a:lnTo>
                  <a:lnTo>
                    <a:pt x="678" y="88"/>
                  </a:lnTo>
                  <a:lnTo>
                    <a:pt x="683" y="86"/>
                  </a:lnTo>
                  <a:lnTo>
                    <a:pt x="678" y="88"/>
                  </a:lnTo>
                  <a:lnTo>
                    <a:pt x="695" y="75"/>
                  </a:lnTo>
                  <a:lnTo>
                    <a:pt x="702" y="60"/>
                  </a:lnTo>
                  <a:lnTo>
                    <a:pt x="703" y="42"/>
                  </a:lnTo>
                  <a:lnTo>
                    <a:pt x="698" y="26"/>
                  </a:lnTo>
                  <a:lnTo>
                    <a:pt x="688" y="12"/>
                  </a:lnTo>
                  <a:lnTo>
                    <a:pt x="674" y="3"/>
                  </a:lnTo>
                  <a:lnTo>
                    <a:pt x="656" y="0"/>
                  </a:lnTo>
                  <a:lnTo>
                    <a:pt x="636" y="6"/>
                  </a:lnTo>
                  <a:lnTo>
                    <a:pt x="631"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8839" name="Freeform 43"/>
            <p:cNvSpPr>
              <a:spLocks/>
            </p:cNvSpPr>
            <p:nvPr/>
          </p:nvSpPr>
          <p:spPr bwMode="auto">
            <a:xfrm>
              <a:off x="1332" y="2204"/>
              <a:ext cx="283" cy="192"/>
            </a:xfrm>
            <a:custGeom>
              <a:avLst/>
              <a:gdLst>
                <a:gd name="T0" fmla="*/ 11 w 1415"/>
                <a:gd name="T1" fmla="*/ 0 h 960"/>
                <a:gd name="T2" fmla="*/ 11 w 1415"/>
                <a:gd name="T3" fmla="*/ 0 h 960"/>
                <a:gd name="T4" fmla="*/ 0 w 1415"/>
                <a:gd name="T5" fmla="*/ 7 h 960"/>
                <a:gd name="T6" fmla="*/ 0 w 1415"/>
                <a:gd name="T7" fmla="*/ 8 h 960"/>
                <a:gd name="T8" fmla="*/ 11 w 1415"/>
                <a:gd name="T9" fmla="*/ 1 h 960"/>
                <a:gd name="T10" fmla="*/ 11 w 1415"/>
                <a:gd name="T11" fmla="*/ 1 h 960"/>
                <a:gd name="T12" fmla="*/ 11 w 1415"/>
                <a:gd name="T13" fmla="*/ 1 h 960"/>
                <a:gd name="T14" fmla="*/ 11 w 1415"/>
                <a:gd name="T15" fmla="*/ 1 h 960"/>
                <a:gd name="T16" fmla="*/ 11 w 1415"/>
                <a:gd name="T17" fmla="*/ 0 h 960"/>
                <a:gd name="T18" fmla="*/ 11 w 1415"/>
                <a:gd name="T19" fmla="*/ 0 h 960"/>
                <a:gd name="T20" fmla="*/ 11 w 1415"/>
                <a:gd name="T21" fmla="*/ 0 h 960"/>
                <a:gd name="T22" fmla="*/ 11 w 1415"/>
                <a:gd name="T23" fmla="*/ 0 h 960"/>
                <a:gd name="T24" fmla="*/ 11 w 1415"/>
                <a:gd name="T25" fmla="*/ 0 h 960"/>
                <a:gd name="T26" fmla="*/ 11 w 1415"/>
                <a:gd name="T27" fmla="*/ 0 h 960"/>
                <a:gd name="T28" fmla="*/ 11 w 1415"/>
                <a:gd name="T29" fmla="*/ 0 h 960"/>
                <a:gd name="T30" fmla="*/ 11 w 1415"/>
                <a:gd name="T31" fmla="*/ 0 h 96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15"/>
                <a:gd name="T49" fmla="*/ 0 h 960"/>
                <a:gd name="T50" fmla="*/ 1415 w 1415"/>
                <a:gd name="T51" fmla="*/ 960 h 96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15" h="960">
                  <a:moveTo>
                    <a:pt x="1338" y="10"/>
                  </a:moveTo>
                  <a:lnTo>
                    <a:pt x="1342" y="8"/>
                  </a:lnTo>
                  <a:lnTo>
                    <a:pt x="0" y="882"/>
                  </a:lnTo>
                  <a:lnTo>
                    <a:pt x="52" y="960"/>
                  </a:lnTo>
                  <a:lnTo>
                    <a:pt x="1393" y="85"/>
                  </a:lnTo>
                  <a:lnTo>
                    <a:pt x="1397" y="83"/>
                  </a:lnTo>
                  <a:lnTo>
                    <a:pt x="1393" y="85"/>
                  </a:lnTo>
                  <a:lnTo>
                    <a:pt x="1409" y="71"/>
                  </a:lnTo>
                  <a:lnTo>
                    <a:pt x="1415" y="53"/>
                  </a:lnTo>
                  <a:lnTo>
                    <a:pt x="1413" y="37"/>
                  </a:lnTo>
                  <a:lnTo>
                    <a:pt x="1406" y="21"/>
                  </a:lnTo>
                  <a:lnTo>
                    <a:pt x="1395" y="8"/>
                  </a:lnTo>
                  <a:lnTo>
                    <a:pt x="1379" y="1"/>
                  </a:lnTo>
                  <a:lnTo>
                    <a:pt x="1361" y="0"/>
                  </a:lnTo>
                  <a:lnTo>
                    <a:pt x="1342" y="8"/>
                  </a:lnTo>
                  <a:lnTo>
                    <a:pt x="1338" y="1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8840" name="Freeform 44"/>
            <p:cNvSpPr>
              <a:spLocks/>
            </p:cNvSpPr>
            <p:nvPr/>
          </p:nvSpPr>
          <p:spPr bwMode="auto">
            <a:xfrm>
              <a:off x="1599" y="2057"/>
              <a:ext cx="80" cy="163"/>
            </a:xfrm>
            <a:custGeom>
              <a:avLst/>
              <a:gdLst>
                <a:gd name="T0" fmla="*/ 2 w 398"/>
                <a:gd name="T1" fmla="*/ 0 h 817"/>
                <a:gd name="T2" fmla="*/ 2 w 398"/>
                <a:gd name="T3" fmla="*/ 0 h 817"/>
                <a:gd name="T4" fmla="*/ 2 w 398"/>
                <a:gd name="T5" fmla="*/ 1 h 817"/>
                <a:gd name="T6" fmla="*/ 2 w 398"/>
                <a:gd name="T7" fmla="*/ 1 h 817"/>
                <a:gd name="T8" fmla="*/ 2 w 398"/>
                <a:gd name="T9" fmla="*/ 2 h 817"/>
                <a:gd name="T10" fmla="*/ 2 w 398"/>
                <a:gd name="T11" fmla="*/ 2 h 817"/>
                <a:gd name="T12" fmla="*/ 2 w 398"/>
                <a:gd name="T13" fmla="*/ 2 h 817"/>
                <a:gd name="T14" fmla="*/ 2 w 398"/>
                <a:gd name="T15" fmla="*/ 3 h 817"/>
                <a:gd name="T16" fmla="*/ 2 w 398"/>
                <a:gd name="T17" fmla="*/ 3 h 817"/>
                <a:gd name="T18" fmla="*/ 2 w 398"/>
                <a:gd name="T19" fmla="*/ 4 h 817"/>
                <a:gd name="T20" fmla="*/ 2 w 398"/>
                <a:gd name="T21" fmla="*/ 4 h 817"/>
                <a:gd name="T22" fmla="*/ 1 w 398"/>
                <a:gd name="T23" fmla="*/ 4 h 817"/>
                <a:gd name="T24" fmla="*/ 1 w 398"/>
                <a:gd name="T25" fmla="*/ 5 h 817"/>
                <a:gd name="T26" fmla="*/ 1 w 398"/>
                <a:gd name="T27" fmla="*/ 5 h 817"/>
                <a:gd name="T28" fmla="*/ 1 w 398"/>
                <a:gd name="T29" fmla="*/ 5 h 817"/>
                <a:gd name="T30" fmla="*/ 1 w 398"/>
                <a:gd name="T31" fmla="*/ 5 h 817"/>
                <a:gd name="T32" fmla="*/ 0 w 398"/>
                <a:gd name="T33" fmla="*/ 6 h 817"/>
                <a:gd name="T34" fmla="*/ 0 w 398"/>
                <a:gd name="T35" fmla="*/ 6 h 817"/>
                <a:gd name="T36" fmla="*/ 0 w 398"/>
                <a:gd name="T37" fmla="*/ 7 h 817"/>
                <a:gd name="T38" fmla="*/ 1 w 398"/>
                <a:gd name="T39" fmla="*/ 6 h 817"/>
                <a:gd name="T40" fmla="*/ 1 w 398"/>
                <a:gd name="T41" fmla="*/ 6 h 817"/>
                <a:gd name="T42" fmla="*/ 1 w 398"/>
                <a:gd name="T43" fmla="*/ 6 h 817"/>
                <a:gd name="T44" fmla="*/ 2 w 398"/>
                <a:gd name="T45" fmla="*/ 5 h 817"/>
                <a:gd name="T46" fmla="*/ 2 w 398"/>
                <a:gd name="T47" fmla="*/ 5 h 817"/>
                <a:gd name="T48" fmla="*/ 2 w 398"/>
                <a:gd name="T49" fmla="*/ 5 h 817"/>
                <a:gd name="T50" fmla="*/ 2 w 398"/>
                <a:gd name="T51" fmla="*/ 4 h 817"/>
                <a:gd name="T52" fmla="*/ 2 w 398"/>
                <a:gd name="T53" fmla="*/ 4 h 817"/>
                <a:gd name="T54" fmla="*/ 3 w 398"/>
                <a:gd name="T55" fmla="*/ 3 h 817"/>
                <a:gd name="T56" fmla="*/ 3 w 398"/>
                <a:gd name="T57" fmla="*/ 3 h 817"/>
                <a:gd name="T58" fmla="*/ 3 w 398"/>
                <a:gd name="T59" fmla="*/ 3 h 817"/>
                <a:gd name="T60" fmla="*/ 3 w 398"/>
                <a:gd name="T61" fmla="*/ 2 h 817"/>
                <a:gd name="T62" fmla="*/ 3 w 398"/>
                <a:gd name="T63" fmla="*/ 2 h 817"/>
                <a:gd name="T64" fmla="*/ 3 w 398"/>
                <a:gd name="T65" fmla="*/ 1 h 817"/>
                <a:gd name="T66" fmla="*/ 3 w 398"/>
                <a:gd name="T67" fmla="*/ 1 h 817"/>
                <a:gd name="T68" fmla="*/ 3 w 398"/>
                <a:gd name="T69" fmla="*/ 0 h 817"/>
                <a:gd name="T70" fmla="*/ 3 w 398"/>
                <a:gd name="T71" fmla="*/ 0 h 817"/>
                <a:gd name="T72" fmla="*/ 3 w 398"/>
                <a:gd name="T73" fmla="*/ 0 h 817"/>
                <a:gd name="T74" fmla="*/ 3 w 398"/>
                <a:gd name="T75" fmla="*/ 0 h 817"/>
                <a:gd name="T76" fmla="*/ 3 w 398"/>
                <a:gd name="T77" fmla="*/ 0 h 817"/>
                <a:gd name="T78" fmla="*/ 3 w 398"/>
                <a:gd name="T79" fmla="*/ 0 h 817"/>
                <a:gd name="T80" fmla="*/ 3 w 398"/>
                <a:gd name="T81" fmla="*/ 0 h 817"/>
                <a:gd name="T82" fmla="*/ 3 w 398"/>
                <a:gd name="T83" fmla="*/ 0 h 817"/>
                <a:gd name="T84" fmla="*/ 3 w 398"/>
                <a:gd name="T85" fmla="*/ 0 h 817"/>
                <a:gd name="T86" fmla="*/ 2 w 398"/>
                <a:gd name="T87" fmla="*/ 0 h 817"/>
                <a:gd name="T88" fmla="*/ 2 w 398"/>
                <a:gd name="T89" fmla="*/ 0 h 817"/>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398"/>
                <a:gd name="T136" fmla="*/ 0 h 817"/>
                <a:gd name="T137" fmla="*/ 398 w 398"/>
                <a:gd name="T138" fmla="*/ 817 h 817"/>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398" h="817">
                  <a:moveTo>
                    <a:pt x="304" y="47"/>
                  </a:moveTo>
                  <a:lnTo>
                    <a:pt x="304" y="47"/>
                  </a:lnTo>
                  <a:lnTo>
                    <a:pt x="301" y="97"/>
                  </a:lnTo>
                  <a:lnTo>
                    <a:pt x="297" y="147"/>
                  </a:lnTo>
                  <a:lnTo>
                    <a:pt x="291" y="198"/>
                  </a:lnTo>
                  <a:lnTo>
                    <a:pt x="280" y="247"/>
                  </a:lnTo>
                  <a:lnTo>
                    <a:pt x="268" y="297"/>
                  </a:lnTo>
                  <a:lnTo>
                    <a:pt x="253" y="347"/>
                  </a:lnTo>
                  <a:lnTo>
                    <a:pt x="236" y="395"/>
                  </a:lnTo>
                  <a:lnTo>
                    <a:pt x="217" y="442"/>
                  </a:lnTo>
                  <a:lnTo>
                    <a:pt x="195" y="487"/>
                  </a:lnTo>
                  <a:lnTo>
                    <a:pt x="171" y="532"/>
                  </a:lnTo>
                  <a:lnTo>
                    <a:pt x="147" y="574"/>
                  </a:lnTo>
                  <a:lnTo>
                    <a:pt x="121" y="613"/>
                  </a:lnTo>
                  <a:lnTo>
                    <a:pt x="93" y="650"/>
                  </a:lnTo>
                  <a:lnTo>
                    <a:pt x="64" y="684"/>
                  </a:lnTo>
                  <a:lnTo>
                    <a:pt x="32" y="716"/>
                  </a:lnTo>
                  <a:lnTo>
                    <a:pt x="0" y="744"/>
                  </a:lnTo>
                  <a:lnTo>
                    <a:pt x="59" y="817"/>
                  </a:lnTo>
                  <a:lnTo>
                    <a:pt x="95" y="784"/>
                  </a:lnTo>
                  <a:lnTo>
                    <a:pt x="132" y="748"/>
                  </a:lnTo>
                  <a:lnTo>
                    <a:pt x="166" y="709"/>
                  </a:lnTo>
                  <a:lnTo>
                    <a:pt x="196" y="667"/>
                  </a:lnTo>
                  <a:lnTo>
                    <a:pt x="227" y="623"/>
                  </a:lnTo>
                  <a:lnTo>
                    <a:pt x="253" y="576"/>
                  </a:lnTo>
                  <a:lnTo>
                    <a:pt x="279" y="530"/>
                  </a:lnTo>
                  <a:lnTo>
                    <a:pt x="301" y="479"/>
                  </a:lnTo>
                  <a:lnTo>
                    <a:pt x="323" y="428"/>
                  </a:lnTo>
                  <a:lnTo>
                    <a:pt x="342" y="375"/>
                  </a:lnTo>
                  <a:lnTo>
                    <a:pt x="359" y="321"/>
                  </a:lnTo>
                  <a:lnTo>
                    <a:pt x="372" y="268"/>
                  </a:lnTo>
                  <a:lnTo>
                    <a:pt x="382" y="212"/>
                  </a:lnTo>
                  <a:lnTo>
                    <a:pt x="391" y="157"/>
                  </a:lnTo>
                  <a:lnTo>
                    <a:pt x="395" y="102"/>
                  </a:lnTo>
                  <a:lnTo>
                    <a:pt x="398" y="47"/>
                  </a:lnTo>
                  <a:lnTo>
                    <a:pt x="394" y="27"/>
                  </a:lnTo>
                  <a:lnTo>
                    <a:pt x="383" y="11"/>
                  </a:lnTo>
                  <a:lnTo>
                    <a:pt x="368" y="3"/>
                  </a:lnTo>
                  <a:lnTo>
                    <a:pt x="351" y="0"/>
                  </a:lnTo>
                  <a:lnTo>
                    <a:pt x="333" y="3"/>
                  </a:lnTo>
                  <a:lnTo>
                    <a:pt x="319" y="11"/>
                  </a:lnTo>
                  <a:lnTo>
                    <a:pt x="307" y="27"/>
                  </a:lnTo>
                  <a:lnTo>
                    <a:pt x="304" y="4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8841" name="Freeform 45"/>
            <p:cNvSpPr>
              <a:spLocks/>
            </p:cNvSpPr>
            <p:nvPr/>
          </p:nvSpPr>
          <p:spPr bwMode="auto">
            <a:xfrm>
              <a:off x="1660" y="1701"/>
              <a:ext cx="19" cy="365"/>
            </a:xfrm>
            <a:custGeom>
              <a:avLst/>
              <a:gdLst>
                <a:gd name="T0" fmla="*/ 0 w 95"/>
                <a:gd name="T1" fmla="*/ 0 h 1826"/>
                <a:gd name="T2" fmla="*/ 0 w 95"/>
                <a:gd name="T3" fmla="*/ 0 h 1826"/>
                <a:gd name="T4" fmla="*/ 0 w 95"/>
                <a:gd name="T5" fmla="*/ 15 h 1826"/>
                <a:gd name="T6" fmla="*/ 1 w 95"/>
                <a:gd name="T7" fmla="*/ 15 h 1826"/>
                <a:gd name="T8" fmla="*/ 1 w 95"/>
                <a:gd name="T9" fmla="*/ 0 h 1826"/>
                <a:gd name="T10" fmla="*/ 1 w 95"/>
                <a:gd name="T11" fmla="*/ 0 h 1826"/>
                <a:gd name="T12" fmla="*/ 1 w 95"/>
                <a:gd name="T13" fmla="*/ 0 h 1826"/>
                <a:gd name="T14" fmla="*/ 1 w 95"/>
                <a:gd name="T15" fmla="*/ 0 h 1826"/>
                <a:gd name="T16" fmla="*/ 1 w 95"/>
                <a:gd name="T17" fmla="*/ 0 h 1826"/>
                <a:gd name="T18" fmla="*/ 1 w 95"/>
                <a:gd name="T19" fmla="*/ 0 h 1826"/>
                <a:gd name="T20" fmla="*/ 0 w 95"/>
                <a:gd name="T21" fmla="*/ 0 h 1826"/>
                <a:gd name="T22" fmla="*/ 0 w 95"/>
                <a:gd name="T23" fmla="*/ 0 h 1826"/>
                <a:gd name="T24" fmla="*/ 0 w 95"/>
                <a:gd name="T25" fmla="*/ 0 h 1826"/>
                <a:gd name="T26" fmla="*/ 0 w 95"/>
                <a:gd name="T27" fmla="*/ 0 h 1826"/>
                <a:gd name="T28" fmla="*/ 0 w 95"/>
                <a:gd name="T29" fmla="*/ 0 h 1826"/>
                <a:gd name="T30" fmla="*/ 0 w 95"/>
                <a:gd name="T31" fmla="*/ 0 h 182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95"/>
                <a:gd name="T49" fmla="*/ 0 h 1826"/>
                <a:gd name="T50" fmla="*/ 95 w 95"/>
                <a:gd name="T51" fmla="*/ 1826 h 182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95" h="1826">
                  <a:moveTo>
                    <a:pt x="0" y="49"/>
                  </a:moveTo>
                  <a:lnTo>
                    <a:pt x="0" y="47"/>
                  </a:lnTo>
                  <a:lnTo>
                    <a:pt x="1" y="1826"/>
                  </a:lnTo>
                  <a:lnTo>
                    <a:pt x="95" y="1826"/>
                  </a:lnTo>
                  <a:lnTo>
                    <a:pt x="93" y="47"/>
                  </a:lnTo>
                  <a:lnTo>
                    <a:pt x="93" y="45"/>
                  </a:lnTo>
                  <a:lnTo>
                    <a:pt x="93" y="47"/>
                  </a:lnTo>
                  <a:lnTo>
                    <a:pt x="90" y="27"/>
                  </a:lnTo>
                  <a:lnTo>
                    <a:pt x="79" y="12"/>
                  </a:lnTo>
                  <a:lnTo>
                    <a:pt x="64" y="4"/>
                  </a:lnTo>
                  <a:lnTo>
                    <a:pt x="47" y="0"/>
                  </a:lnTo>
                  <a:lnTo>
                    <a:pt x="29" y="4"/>
                  </a:lnTo>
                  <a:lnTo>
                    <a:pt x="15" y="12"/>
                  </a:lnTo>
                  <a:lnTo>
                    <a:pt x="3" y="27"/>
                  </a:lnTo>
                  <a:lnTo>
                    <a:pt x="0" y="47"/>
                  </a:lnTo>
                  <a:lnTo>
                    <a:pt x="0" y="4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8842" name="Freeform 46"/>
            <p:cNvSpPr>
              <a:spLocks/>
            </p:cNvSpPr>
            <p:nvPr/>
          </p:nvSpPr>
          <p:spPr bwMode="auto">
            <a:xfrm>
              <a:off x="1598" y="1598"/>
              <a:ext cx="81" cy="113"/>
            </a:xfrm>
            <a:custGeom>
              <a:avLst/>
              <a:gdLst>
                <a:gd name="T0" fmla="*/ 0 w 401"/>
                <a:gd name="T1" fmla="*/ 1 h 566"/>
                <a:gd name="T2" fmla="*/ 0 w 401"/>
                <a:gd name="T3" fmla="*/ 1 h 566"/>
                <a:gd name="T4" fmla="*/ 0 w 401"/>
                <a:gd name="T5" fmla="*/ 1 h 566"/>
                <a:gd name="T6" fmla="*/ 1 w 401"/>
                <a:gd name="T7" fmla="*/ 1 h 566"/>
                <a:gd name="T8" fmla="*/ 1 w 401"/>
                <a:gd name="T9" fmla="*/ 1 h 566"/>
                <a:gd name="T10" fmla="*/ 1 w 401"/>
                <a:gd name="T11" fmla="*/ 1 h 566"/>
                <a:gd name="T12" fmla="*/ 1 w 401"/>
                <a:gd name="T13" fmla="*/ 2 h 566"/>
                <a:gd name="T14" fmla="*/ 1 w 401"/>
                <a:gd name="T15" fmla="*/ 2 h 566"/>
                <a:gd name="T16" fmla="*/ 2 w 401"/>
                <a:gd name="T17" fmla="*/ 2 h 566"/>
                <a:gd name="T18" fmla="*/ 2 w 401"/>
                <a:gd name="T19" fmla="*/ 2 h 566"/>
                <a:gd name="T20" fmla="*/ 2 w 401"/>
                <a:gd name="T21" fmla="*/ 2 h 566"/>
                <a:gd name="T22" fmla="*/ 2 w 401"/>
                <a:gd name="T23" fmla="*/ 3 h 566"/>
                <a:gd name="T24" fmla="*/ 2 w 401"/>
                <a:gd name="T25" fmla="*/ 3 h 566"/>
                <a:gd name="T26" fmla="*/ 2 w 401"/>
                <a:gd name="T27" fmla="*/ 3 h 566"/>
                <a:gd name="T28" fmla="*/ 2 w 401"/>
                <a:gd name="T29" fmla="*/ 4 h 566"/>
                <a:gd name="T30" fmla="*/ 2 w 401"/>
                <a:gd name="T31" fmla="*/ 4 h 566"/>
                <a:gd name="T32" fmla="*/ 2 w 401"/>
                <a:gd name="T33" fmla="*/ 4 h 566"/>
                <a:gd name="T34" fmla="*/ 3 w 401"/>
                <a:gd name="T35" fmla="*/ 5 h 566"/>
                <a:gd name="T36" fmla="*/ 3 w 401"/>
                <a:gd name="T37" fmla="*/ 4 h 566"/>
                <a:gd name="T38" fmla="*/ 3 w 401"/>
                <a:gd name="T39" fmla="*/ 4 h 566"/>
                <a:gd name="T40" fmla="*/ 3 w 401"/>
                <a:gd name="T41" fmla="*/ 4 h 566"/>
                <a:gd name="T42" fmla="*/ 3 w 401"/>
                <a:gd name="T43" fmla="*/ 3 h 566"/>
                <a:gd name="T44" fmla="*/ 3 w 401"/>
                <a:gd name="T45" fmla="*/ 3 h 566"/>
                <a:gd name="T46" fmla="*/ 3 w 401"/>
                <a:gd name="T47" fmla="*/ 3 h 566"/>
                <a:gd name="T48" fmla="*/ 3 w 401"/>
                <a:gd name="T49" fmla="*/ 2 h 566"/>
                <a:gd name="T50" fmla="*/ 3 w 401"/>
                <a:gd name="T51" fmla="*/ 2 h 566"/>
                <a:gd name="T52" fmla="*/ 2 w 401"/>
                <a:gd name="T53" fmla="*/ 2 h 566"/>
                <a:gd name="T54" fmla="*/ 2 w 401"/>
                <a:gd name="T55" fmla="*/ 2 h 566"/>
                <a:gd name="T56" fmla="*/ 2 w 401"/>
                <a:gd name="T57" fmla="*/ 1 h 566"/>
                <a:gd name="T58" fmla="*/ 2 w 401"/>
                <a:gd name="T59" fmla="*/ 1 h 566"/>
                <a:gd name="T60" fmla="*/ 2 w 401"/>
                <a:gd name="T61" fmla="*/ 1 h 566"/>
                <a:gd name="T62" fmla="*/ 1 w 401"/>
                <a:gd name="T63" fmla="*/ 1 h 566"/>
                <a:gd name="T64" fmla="*/ 1 w 401"/>
                <a:gd name="T65" fmla="*/ 0 h 566"/>
                <a:gd name="T66" fmla="*/ 1 w 401"/>
                <a:gd name="T67" fmla="*/ 0 h 566"/>
                <a:gd name="T68" fmla="*/ 1 w 401"/>
                <a:gd name="T69" fmla="*/ 0 h 566"/>
                <a:gd name="T70" fmla="*/ 1 w 401"/>
                <a:gd name="T71" fmla="*/ 0 h 566"/>
                <a:gd name="T72" fmla="*/ 1 w 401"/>
                <a:gd name="T73" fmla="*/ 0 h 566"/>
                <a:gd name="T74" fmla="*/ 0 w 401"/>
                <a:gd name="T75" fmla="*/ 0 h 566"/>
                <a:gd name="T76" fmla="*/ 0 w 401"/>
                <a:gd name="T77" fmla="*/ 0 h 566"/>
                <a:gd name="T78" fmla="*/ 0 w 401"/>
                <a:gd name="T79" fmla="*/ 0 h 566"/>
                <a:gd name="T80" fmla="*/ 0 w 401"/>
                <a:gd name="T81" fmla="*/ 0 h 566"/>
                <a:gd name="T82" fmla="*/ 0 w 401"/>
                <a:gd name="T83" fmla="*/ 0 h 566"/>
                <a:gd name="T84" fmla="*/ 0 w 401"/>
                <a:gd name="T85" fmla="*/ 0 h 566"/>
                <a:gd name="T86" fmla="*/ 0 w 401"/>
                <a:gd name="T87" fmla="*/ 1 h 566"/>
                <a:gd name="T88" fmla="*/ 0 w 401"/>
                <a:gd name="T89" fmla="*/ 1 h 56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401"/>
                <a:gd name="T136" fmla="*/ 0 h 566"/>
                <a:gd name="T137" fmla="*/ 401 w 401"/>
                <a:gd name="T138" fmla="*/ 566 h 566"/>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401" h="566">
                  <a:moveTo>
                    <a:pt x="23" y="88"/>
                  </a:moveTo>
                  <a:lnTo>
                    <a:pt x="23" y="88"/>
                  </a:lnTo>
                  <a:lnTo>
                    <a:pt x="53" y="107"/>
                  </a:lnTo>
                  <a:lnTo>
                    <a:pt x="83" y="125"/>
                  </a:lnTo>
                  <a:lnTo>
                    <a:pt x="108" y="147"/>
                  </a:lnTo>
                  <a:lnTo>
                    <a:pt x="135" y="171"/>
                  </a:lnTo>
                  <a:lnTo>
                    <a:pt x="160" y="196"/>
                  </a:lnTo>
                  <a:lnTo>
                    <a:pt x="182" y="223"/>
                  </a:lnTo>
                  <a:lnTo>
                    <a:pt x="205" y="251"/>
                  </a:lnTo>
                  <a:lnTo>
                    <a:pt x="223" y="281"/>
                  </a:lnTo>
                  <a:lnTo>
                    <a:pt x="240" y="312"/>
                  </a:lnTo>
                  <a:lnTo>
                    <a:pt x="256" y="345"/>
                  </a:lnTo>
                  <a:lnTo>
                    <a:pt x="270" y="379"/>
                  </a:lnTo>
                  <a:lnTo>
                    <a:pt x="282" y="414"/>
                  </a:lnTo>
                  <a:lnTo>
                    <a:pt x="291" y="450"/>
                  </a:lnTo>
                  <a:lnTo>
                    <a:pt x="299" y="488"/>
                  </a:lnTo>
                  <a:lnTo>
                    <a:pt x="304" y="526"/>
                  </a:lnTo>
                  <a:lnTo>
                    <a:pt x="308" y="566"/>
                  </a:lnTo>
                  <a:lnTo>
                    <a:pt x="401" y="562"/>
                  </a:lnTo>
                  <a:lnTo>
                    <a:pt x="398" y="517"/>
                  </a:lnTo>
                  <a:lnTo>
                    <a:pt x="391" y="471"/>
                  </a:lnTo>
                  <a:lnTo>
                    <a:pt x="383" y="429"/>
                  </a:lnTo>
                  <a:lnTo>
                    <a:pt x="371" y="386"/>
                  </a:lnTo>
                  <a:lnTo>
                    <a:pt x="357" y="346"/>
                  </a:lnTo>
                  <a:lnTo>
                    <a:pt x="340" y="307"/>
                  </a:lnTo>
                  <a:lnTo>
                    <a:pt x="324" y="270"/>
                  </a:lnTo>
                  <a:lnTo>
                    <a:pt x="303" y="232"/>
                  </a:lnTo>
                  <a:lnTo>
                    <a:pt x="280" y="197"/>
                  </a:lnTo>
                  <a:lnTo>
                    <a:pt x="255" y="164"/>
                  </a:lnTo>
                  <a:lnTo>
                    <a:pt x="228" y="132"/>
                  </a:lnTo>
                  <a:lnTo>
                    <a:pt x="199" y="103"/>
                  </a:lnTo>
                  <a:lnTo>
                    <a:pt x="169" y="76"/>
                  </a:lnTo>
                  <a:lnTo>
                    <a:pt x="137" y="50"/>
                  </a:lnTo>
                  <a:lnTo>
                    <a:pt x="103" y="27"/>
                  </a:lnTo>
                  <a:lnTo>
                    <a:pt x="67" y="6"/>
                  </a:lnTo>
                  <a:lnTo>
                    <a:pt x="48" y="0"/>
                  </a:lnTo>
                  <a:lnTo>
                    <a:pt x="30" y="2"/>
                  </a:lnTo>
                  <a:lnTo>
                    <a:pt x="16" y="12"/>
                  </a:lnTo>
                  <a:lnTo>
                    <a:pt x="5" y="25"/>
                  </a:lnTo>
                  <a:lnTo>
                    <a:pt x="0" y="41"/>
                  </a:lnTo>
                  <a:lnTo>
                    <a:pt x="0" y="59"/>
                  </a:lnTo>
                  <a:lnTo>
                    <a:pt x="8" y="75"/>
                  </a:lnTo>
                  <a:lnTo>
                    <a:pt x="23"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8843" name="Freeform 47"/>
            <p:cNvSpPr>
              <a:spLocks/>
            </p:cNvSpPr>
            <p:nvPr/>
          </p:nvSpPr>
          <p:spPr bwMode="auto">
            <a:xfrm>
              <a:off x="1346" y="1455"/>
              <a:ext cx="266" cy="160"/>
            </a:xfrm>
            <a:custGeom>
              <a:avLst/>
              <a:gdLst>
                <a:gd name="T0" fmla="*/ 0 w 1330"/>
                <a:gd name="T1" fmla="*/ 1 h 801"/>
                <a:gd name="T2" fmla="*/ 0 w 1330"/>
                <a:gd name="T3" fmla="*/ 1 h 801"/>
                <a:gd name="T4" fmla="*/ 10 w 1330"/>
                <a:gd name="T5" fmla="*/ 6 h 801"/>
                <a:gd name="T6" fmla="*/ 11 w 1330"/>
                <a:gd name="T7" fmla="*/ 6 h 801"/>
                <a:gd name="T8" fmla="*/ 1 w 1330"/>
                <a:gd name="T9" fmla="*/ 0 h 801"/>
                <a:gd name="T10" fmla="*/ 1 w 1330"/>
                <a:gd name="T11" fmla="*/ 0 h 801"/>
                <a:gd name="T12" fmla="*/ 1 w 1330"/>
                <a:gd name="T13" fmla="*/ 0 h 801"/>
                <a:gd name="T14" fmla="*/ 0 w 1330"/>
                <a:gd name="T15" fmla="*/ 0 h 801"/>
                <a:gd name="T16" fmla="*/ 0 w 1330"/>
                <a:gd name="T17" fmla="*/ 0 h 801"/>
                <a:gd name="T18" fmla="*/ 0 w 1330"/>
                <a:gd name="T19" fmla="*/ 0 h 801"/>
                <a:gd name="T20" fmla="*/ 0 w 1330"/>
                <a:gd name="T21" fmla="*/ 0 h 801"/>
                <a:gd name="T22" fmla="*/ 0 w 1330"/>
                <a:gd name="T23" fmla="*/ 0 h 801"/>
                <a:gd name="T24" fmla="*/ 0 w 1330"/>
                <a:gd name="T25" fmla="*/ 0 h 801"/>
                <a:gd name="T26" fmla="*/ 0 w 1330"/>
                <a:gd name="T27" fmla="*/ 1 h 801"/>
                <a:gd name="T28" fmla="*/ 0 w 1330"/>
                <a:gd name="T29" fmla="*/ 1 h 801"/>
                <a:gd name="T30" fmla="*/ 0 w 1330"/>
                <a:gd name="T31" fmla="*/ 1 h 801"/>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30"/>
                <a:gd name="T49" fmla="*/ 0 h 801"/>
                <a:gd name="T50" fmla="*/ 1330 w 1330"/>
                <a:gd name="T51" fmla="*/ 801 h 801"/>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30" h="801">
                  <a:moveTo>
                    <a:pt x="24" y="88"/>
                  </a:moveTo>
                  <a:lnTo>
                    <a:pt x="23" y="88"/>
                  </a:lnTo>
                  <a:lnTo>
                    <a:pt x="1286" y="801"/>
                  </a:lnTo>
                  <a:lnTo>
                    <a:pt x="1330" y="719"/>
                  </a:lnTo>
                  <a:lnTo>
                    <a:pt x="67" y="6"/>
                  </a:lnTo>
                  <a:lnTo>
                    <a:pt x="66" y="6"/>
                  </a:lnTo>
                  <a:lnTo>
                    <a:pt x="67" y="6"/>
                  </a:lnTo>
                  <a:lnTo>
                    <a:pt x="48" y="0"/>
                  </a:lnTo>
                  <a:lnTo>
                    <a:pt x="30" y="2"/>
                  </a:lnTo>
                  <a:lnTo>
                    <a:pt x="16" y="12"/>
                  </a:lnTo>
                  <a:lnTo>
                    <a:pt x="5" y="25"/>
                  </a:lnTo>
                  <a:lnTo>
                    <a:pt x="0" y="41"/>
                  </a:lnTo>
                  <a:lnTo>
                    <a:pt x="0" y="59"/>
                  </a:lnTo>
                  <a:lnTo>
                    <a:pt x="8" y="75"/>
                  </a:lnTo>
                  <a:lnTo>
                    <a:pt x="23" y="88"/>
                  </a:lnTo>
                  <a:lnTo>
                    <a:pt x="24"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8844" name="Freeform 48"/>
            <p:cNvSpPr>
              <a:spLocks/>
            </p:cNvSpPr>
            <p:nvPr/>
          </p:nvSpPr>
          <p:spPr bwMode="auto">
            <a:xfrm>
              <a:off x="1198" y="1439"/>
              <a:ext cx="161" cy="35"/>
            </a:xfrm>
            <a:custGeom>
              <a:avLst/>
              <a:gdLst>
                <a:gd name="T0" fmla="*/ 1 w 806"/>
                <a:gd name="T1" fmla="*/ 1 h 177"/>
                <a:gd name="T2" fmla="*/ 1 w 806"/>
                <a:gd name="T3" fmla="*/ 1 h 177"/>
                <a:gd name="T4" fmla="*/ 1 w 806"/>
                <a:gd name="T5" fmla="*/ 1 h 177"/>
                <a:gd name="T6" fmla="*/ 1 w 806"/>
                <a:gd name="T7" fmla="*/ 1 h 177"/>
                <a:gd name="T8" fmla="*/ 2 w 806"/>
                <a:gd name="T9" fmla="*/ 1 h 177"/>
                <a:gd name="T10" fmla="*/ 2 w 806"/>
                <a:gd name="T11" fmla="*/ 1 h 177"/>
                <a:gd name="T12" fmla="*/ 2 w 806"/>
                <a:gd name="T13" fmla="*/ 1 h 177"/>
                <a:gd name="T14" fmla="*/ 3 w 806"/>
                <a:gd name="T15" fmla="*/ 1 h 177"/>
                <a:gd name="T16" fmla="*/ 3 w 806"/>
                <a:gd name="T17" fmla="*/ 1 h 177"/>
                <a:gd name="T18" fmla="*/ 3 w 806"/>
                <a:gd name="T19" fmla="*/ 1 h 177"/>
                <a:gd name="T20" fmla="*/ 4 w 806"/>
                <a:gd name="T21" fmla="*/ 1 h 177"/>
                <a:gd name="T22" fmla="*/ 4 w 806"/>
                <a:gd name="T23" fmla="*/ 1 h 177"/>
                <a:gd name="T24" fmla="*/ 5 w 806"/>
                <a:gd name="T25" fmla="*/ 1 h 177"/>
                <a:gd name="T26" fmla="*/ 5 w 806"/>
                <a:gd name="T27" fmla="*/ 1 h 177"/>
                <a:gd name="T28" fmla="*/ 5 w 806"/>
                <a:gd name="T29" fmla="*/ 1 h 177"/>
                <a:gd name="T30" fmla="*/ 6 w 806"/>
                <a:gd name="T31" fmla="*/ 1 h 177"/>
                <a:gd name="T32" fmla="*/ 6 w 806"/>
                <a:gd name="T33" fmla="*/ 1 h 177"/>
                <a:gd name="T34" fmla="*/ 6 w 806"/>
                <a:gd name="T35" fmla="*/ 1 h 177"/>
                <a:gd name="T36" fmla="*/ 6 w 806"/>
                <a:gd name="T37" fmla="*/ 1 h 177"/>
                <a:gd name="T38" fmla="*/ 6 w 806"/>
                <a:gd name="T39" fmla="*/ 1 h 177"/>
                <a:gd name="T40" fmla="*/ 6 w 806"/>
                <a:gd name="T41" fmla="*/ 0 h 177"/>
                <a:gd name="T42" fmla="*/ 5 w 806"/>
                <a:gd name="T43" fmla="*/ 0 h 177"/>
                <a:gd name="T44" fmla="*/ 5 w 806"/>
                <a:gd name="T45" fmla="*/ 0 h 177"/>
                <a:gd name="T46" fmla="*/ 5 w 806"/>
                <a:gd name="T47" fmla="*/ 0 h 177"/>
                <a:gd name="T48" fmla="*/ 4 w 806"/>
                <a:gd name="T49" fmla="*/ 0 h 177"/>
                <a:gd name="T50" fmla="*/ 4 w 806"/>
                <a:gd name="T51" fmla="*/ 0 h 177"/>
                <a:gd name="T52" fmla="*/ 3 w 806"/>
                <a:gd name="T53" fmla="*/ 0 h 177"/>
                <a:gd name="T54" fmla="*/ 3 w 806"/>
                <a:gd name="T55" fmla="*/ 0 h 177"/>
                <a:gd name="T56" fmla="*/ 3 w 806"/>
                <a:gd name="T57" fmla="*/ 0 h 177"/>
                <a:gd name="T58" fmla="*/ 2 w 806"/>
                <a:gd name="T59" fmla="*/ 0 h 177"/>
                <a:gd name="T60" fmla="*/ 2 w 806"/>
                <a:gd name="T61" fmla="*/ 0 h 177"/>
                <a:gd name="T62" fmla="*/ 1 w 806"/>
                <a:gd name="T63" fmla="*/ 0 h 177"/>
                <a:gd name="T64" fmla="*/ 1 w 806"/>
                <a:gd name="T65" fmla="*/ 0 h 177"/>
                <a:gd name="T66" fmla="*/ 1 w 806"/>
                <a:gd name="T67" fmla="*/ 1 h 177"/>
                <a:gd name="T68" fmla="*/ 0 w 806"/>
                <a:gd name="T69" fmla="*/ 1 h 177"/>
                <a:gd name="T70" fmla="*/ 0 w 806"/>
                <a:gd name="T71" fmla="*/ 1 h 177"/>
                <a:gd name="T72" fmla="*/ 0 w 806"/>
                <a:gd name="T73" fmla="*/ 1 h 177"/>
                <a:gd name="T74" fmla="*/ 0 w 806"/>
                <a:gd name="T75" fmla="*/ 1 h 177"/>
                <a:gd name="T76" fmla="*/ 0 w 806"/>
                <a:gd name="T77" fmla="*/ 1 h 177"/>
                <a:gd name="T78" fmla="*/ 0 w 806"/>
                <a:gd name="T79" fmla="*/ 1 h 177"/>
                <a:gd name="T80" fmla="*/ 0 w 806"/>
                <a:gd name="T81" fmla="*/ 1 h 177"/>
                <a:gd name="T82" fmla="*/ 0 w 806"/>
                <a:gd name="T83" fmla="*/ 1 h 177"/>
                <a:gd name="T84" fmla="*/ 0 w 806"/>
                <a:gd name="T85" fmla="*/ 1 h 177"/>
                <a:gd name="T86" fmla="*/ 0 w 806"/>
                <a:gd name="T87" fmla="*/ 1 h 177"/>
                <a:gd name="T88" fmla="*/ 1 w 806"/>
                <a:gd name="T89" fmla="*/ 1 h 177"/>
                <a:gd name="T90" fmla="*/ 1 w 806"/>
                <a:gd name="T91" fmla="*/ 1 h 17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806"/>
                <a:gd name="T139" fmla="*/ 0 h 177"/>
                <a:gd name="T140" fmla="*/ 806 w 806"/>
                <a:gd name="T141" fmla="*/ 177 h 17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806" h="177">
                  <a:moveTo>
                    <a:pt x="67" y="171"/>
                  </a:moveTo>
                  <a:lnTo>
                    <a:pt x="68" y="171"/>
                  </a:lnTo>
                  <a:lnTo>
                    <a:pt x="109" y="151"/>
                  </a:lnTo>
                  <a:lnTo>
                    <a:pt x="151" y="135"/>
                  </a:lnTo>
                  <a:lnTo>
                    <a:pt x="196" y="122"/>
                  </a:lnTo>
                  <a:lnTo>
                    <a:pt x="242" y="110"/>
                  </a:lnTo>
                  <a:lnTo>
                    <a:pt x="287" y="102"/>
                  </a:lnTo>
                  <a:lnTo>
                    <a:pt x="335" y="97"/>
                  </a:lnTo>
                  <a:lnTo>
                    <a:pt x="382" y="95"/>
                  </a:lnTo>
                  <a:lnTo>
                    <a:pt x="430" y="94"/>
                  </a:lnTo>
                  <a:lnTo>
                    <a:pt x="477" y="97"/>
                  </a:lnTo>
                  <a:lnTo>
                    <a:pt x="524" y="102"/>
                  </a:lnTo>
                  <a:lnTo>
                    <a:pt x="568" y="108"/>
                  </a:lnTo>
                  <a:lnTo>
                    <a:pt x="612" y="117"/>
                  </a:lnTo>
                  <a:lnTo>
                    <a:pt x="654" y="128"/>
                  </a:lnTo>
                  <a:lnTo>
                    <a:pt x="693" y="141"/>
                  </a:lnTo>
                  <a:lnTo>
                    <a:pt x="730" y="155"/>
                  </a:lnTo>
                  <a:lnTo>
                    <a:pt x="764" y="171"/>
                  </a:lnTo>
                  <a:lnTo>
                    <a:pt x="806" y="89"/>
                  </a:lnTo>
                  <a:lnTo>
                    <a:pt x="768" y="70"/>
                  </a:lnTo>
                  <a:lnTo>
                    <a:pt x="725" y="54"/>
                  </a:lnTo>
                  <a:lnTo>
                    <a:pt x="680" y="39"/>
                  </a:lnTo>
                  <a:lnTo>
                    <a:pt x="633" y="26"/>
                  </a:lnTo>
                  <a:lnTo>
                    <a:pt x="585" y="16"/>
                  </a:lnTo>
                  <a:lnTo>
                    <a:pt x="536" y="8"/>
                  </a:lnTo>
                  <a:lnTo>
                    <a:pt x="484" y="3"/>
                  </a:lnTo>
                  <a:lnTo>
                    <a:pt x="433" y="0"/>
                  </a:lnTo>
                  <a:lnTo>
                    <a:pt x="380" y="1"/>
                  </a:lnTo>
                  <a:lnTo>
                    <a:pt x="328" y="3"/>
                  </a:lnTo>
                  <a:lnTo>
                    <a:pt x="276" y="10"/>
                  </a:lnTo>
                  <a:lnTo>
                    <a:pt x="223" y="19"/>
                  </a:lnTo>
                  <a:lnTo>
                    <a:pt x="172" y="30"/>
                  </a:lnTo>
                  <a:lnTo>
                    <a:pt x="121" y="46"/>
                  </a:lnTo>
                  <a:lnTo>
                    <a:pt x="72" y="67"/>
                  </a:lnTo>
                  <a:lnTo>
                    <a:pt x="24" y="89"/>
                  </a:lnTo>
                  <a:lnTo>
                    <a:pt x="25" y="89"/>
                  </a:lnTo>
                  <a:lnTo>
                    <a:pt x="24" y="89"/>
                  </a:lnTo>
                  <a:lnTo>
                    <a:pt x="8" y="102"/>
                  </a:lnTo>
                  <a:lnTo>
                    <a:pt x="0" y="118"/>
                  </a:lnTo>
                  <a:lnTo>
                    <a:pt x="0" y="136"/>
                  </a:lnTo>
                  <a:lnTo>
                    <a:pt x="6" y="152"/>
                  </a:lnTo>
                  <a:lnTo>
                    <a:pt x="17" y="165"/>
                  </a:lnTo>
                  <a:lnTo>
                    <a:pt x="31" y="175"/>
                  </a:lnTo>
                  <a:lnTo>
                    <a:pt x="48" y="177"/>
                  </a:lnTo>
                  <a:lnTo>
                    <a:pt x="68" y="171"/>
                  </a:lnTo>
                  <a:lnTo>
                    <a:pt x="67" y="1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8845" name="Freeform 49"/>
            <p:cNvSpPr>
              <a:spLocks/>
            </p:cNvSpPr>
            <p:nvPr/>
          </p:nvSpPr>
          <p:spPr bwMode="auto">
            <a:xfrm>
              <a:off x="931" y="1456"/>
              <a:ext cx="280" cy="158"/>
            </a:xfrm>
            <a:custGeom>
              <a:avLst/>
              <a:gdLst>
                <a:gd name="T0" fmla="*/ 1 w 1402"/>
                <a:gd name="T1" fmla="*/ 6 h 787"/>
                <a:gd name="T2" fmla="*/ 1 w 1402"/>
                <a:gd name="T3" fmla="*/ 6 h 787"/>
                <a:gd name="T4" fmla="*/ 11 w 1402"/>
                <a:gd name="T5" fmla="*/ 1 h 787"/>
                <a:gd name="T6" fmla="*/ 11 w 1402"/>
                <a:gd name="T7" fmla="*/ 0 h 787"/>
                <a:gd name="T8" fmla="*/ 0 w 1402"/>
                <a:gd name="T9" fmla="*/ 6 h 787"/>
                <a:gd name="T10" fmla="*/ 0 w 1402"/>
                <a:gd name="T11" fmla="*/ 6 h 787"/>
                <a:gd name="T12" fmla="*/ 0 w 1402"/>
                <a:gd name="T13" fmla="*/ 6 h 787"/>
                <a:gd name="T14" fmla="*/ 0 w 1402"/>
                <a:gd name="T15" fmla="*/ 6 h 787"/>
                <a:gd name="T16" fmla="*/ 0 w 1402"/>
                <a:gd name="T17" fmla="*/ 6 h 787"/>
                <a:gd name="T18" fmla="*/ 0 w 1402"/>
                <a:gd name="T19" fmla="*/ 6 h 787"/>
                <a:gd name="T20" fmla="*/ 0 w 1402"/>
                <a:gd name="T21" fmla="*/ 6 h 787"/>
                <a:gd name="T22" fmla="*/ 0 w 1402"/>
                <a:gd name="T23" fmla="*/ 6 h 787"/>
                <a:gd name="T24" fmla="*/ 0 w 1402"/>
                <a:gd name="T25" fmla="*/ 6 h 787"/>
                <a:gd name="T26" fmla="*/ 0 w 1402"/>
                <a:gd name="T27" fmla="*/ 6 h 787"/>
                <a:gd name="T28" fmla="*/ 1 w 1402"/>
                <a:gd name="T29" fmla="*/ 6 h 787"/>
                <a:gd name="T30" fmla="*/ 1 w 1402"/>
                <a:gd name="T31" fmla="*/ 6 h 78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02"/>
                <a:gd name="T49" fmla="*/ 0 h 787"/>
                <a:gd name="T50" fmla="*/ 1402 w 1402"/>
                <a:gd name="T51" fmla="*/ 787 h 78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02" h="787">
                  <a:moveTo>
                    <a:pt x="69" y="781"/>
                  </a:moveTo>
                  <a:lnTo>
                    <a:pt x="66" y="781"/>
                  </a:lnTo>
                  <a:lnTo>
                    <a:pt x="1402" y="82"/>
                  </a:lnTo>
                  <a:lnTo>
                    <a:pt x="1360" y="0"/>
                  </a:lnTo>
                  <a:lnTo>
                    <a:pt x="24" y="699"/>
                  </a:lnTo>
                  <a:lnTo>
                    <a:pt x="22" y="699"/>
                  </a:lnTo>
                  <a:lnTo>
                    <a:pt x="24" y="699"/>
                  </a:lnTo>
                  <a:lnTo>
                    <a:pt x="8" y="712"/>
                  </a:lnTo>
                  <a:lnTo>
                    <a:pt x="1" y="727"/>
                  </a:lnTo>
                  <a:lnTo>
                    <a:pt x="0" y="744"/>
                  </a:lnTo>
                  <a:lnTo>
                    <a:pt x="5" y="761"/>
                  </a:lnTo>
                  <a:lnTo>
                    <a:pt x="15" y="775"/>
                  </a:lnTo>
                  <a:lnTo>
                    <a:pt x="30" y="784"/>
                  </a:lnTo>
                  <a:lnTo>
                    <a:pt x="46" y="787"/>
                  </a:lnTo>
                  <a:lnTo>
                    <a:pt x="66" y="781"/>
                  </a:lnTo>
                  <a:lnTo>
                    <a:pt x="69" y="7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8846" name="Freeform 50"/>
            <p:cNvSpPr>
              <a:spLocks/>
            </p:cNvSpPr>
            <p:nvPr/>
          </p:nvSpPr>
          <p:spPr bwMode="auto">
            <a:xfrm>
              <a:off x="868" y="1596"/>
              <a:ext cx="77" cy="126"/>
            </a:xfrm>
            <a:custGeom>
              <a:avLst/>
              <a:gdLst>
                <a:gd name="T0" fmla="*/ 1 w 382"/>
                <a:gd name="T1" fmla="*/ 5 h 628"/>
                <a:gd name="T2" fmla="*/ 1 w 382"/>
                <a:gd name="T3" fmla="*/ 5 h 628"/>
                <a:gd name="T4" fmla="*/ 1 w 382"/>
                <a:gd name="T5" fmla="*/ 4 h 628"/>
                <a:gd name="T6" fmla="*/ 1 w 382"/>
                <a:gd name="T7" fmla="*/ 4 h 628"/>
                <a:gd name="T8" fmla="*/ 1 w 382"/>
                <a:gd name="T9" fmla="*/ 4 h 628"/>
                <a:gd name="T10" fmla="*/ 1 w 382"/>
                <a:gd name="T11" fmla="*/ 3 h 628"/>
                <a:gd name="T12" fmla="*/ 1 w 382"/>
                <a:gd name="T13" fmla="*/ 3 h 628"/>
                <a:gd name="T14" fmla="*/ 1 w 382"/>
                <a:gd name="T15" fmla="*/ 3 h 628"/>
                <a:gd name="T16" fmla="*/ 1 w 382"/>
                <a:gd name="T17" fmla="*/ 3 h 628"/>
                <a:gd name="T18" fmla="*/ 1 w 382"/>
                <a:gd name="T19" fmla="*/ 2 h 628"/>
                <a:gd name="T20" fmla="*/ 2 w 382"/>
                <a:gd name="T21" fmla="*/ 2 h 628"/>
                <a:gd name="T22" fmla="*/ 2 w 382"/>
                <a:gd name="T23" fmla="*/ 2 h 628"/>
                <a:gd name="T24" fmla="*/ 2 w 382"/>
                <a:gd name="T25" fmla="*/ 2 h 628"/>
                <a:gd name="T26" fmla="*/ 2 w 382"/>
                <a:gd name="T27" fmla="*/ 1 h 628"/>
                <a:gd name="T28" fmla="*/ 2 w 382"/>
                <a:gd name="T29" fmla="*/ 1 h 628"/>
                <a:gd name="T30" fmla="*/ 3 w 382"/>
                <a:gd name="T31" fmla="*/ 1 h 628"/>
                <a:gd name="T32" fmla="*/ 3 w 382"/>
                <a:gd name="T33" fmla="*/ 1 h 628"/>
                <a:gd name="T34" fmla="*/ 3 w 382"/>
                <a:gd name="T35" fmla="*/ 1 h 628"/>
                <a:gd name="T36" fmla="*/ 3 w 382"/>
                <a:gd name="T37" fmla="*/ 0 h 628"/>
                <a:gd name="T38" fmla="*/ 2 w 382"/>
                <a:gd name="T39" fmla="*/ 0 h 628"/>
                <a:gd name="T40" fmla="*/ 2 w 382"/>
                <a:gd name="T41" fmla="*/ 0 h 628"/>
                <a:gd name="T42" fmla="*/ 2 w 382"/>
                <a:gd name="T43" fmla="*/ 1 h 628"/>
                <a:gd name="T44" fmla="*/ 2 w 382"/>
                <a:gd name="T45" fmla="*/ 1 h 628"/>
                <a:gd name="T46" fmla="*/ 1 w 382"/>
                <a:gd name="T47" fmla="*/ 1 h 628"/>
                <a:gd name="T48" fmla="*/ 1 w 382"/>
                <a:gd name="T49" fmla="*/ 1 h 628"/>
                <a:gd name="T50" fmla="*/ 1 w 382"/>
                <a:gd name="T51" fmla="*/ 2 h 628"/>
                <a:gd name="T52" fmla="*/ 1 w 382"/>
                <a:gd name="T53" fmla="*/ 2 h 628"/>
                <a:gd name="T54" fmla="*/ 1 w 382"/>
                <a:gd name="T55" fmla="*/ 2 h 628"/>
                <a:gd name="T56" fmla="*/ 0 w 382"/>
                <a:gd name="T57" fmla="*/ 3 h 628"/>
                <a:gd name="T58" fmla="*/ 0 w 382"/>
                <a:gd name="T59" fmla="*/ 3 h 628"/>
                <a:gd name="T60" fmla="*/ 0 w 382"/>
                <a:gd name="T61" fmla="*/ 3 h 628"/>
                <a:gd name="T62" fmla="*/ 0 w 382"/>
                <a:gd name="T63" fmla="*/ 4 h 628"/>
                <a:gd name="T64" fmla="*/ 0 w 382"/>
                <a:gd name="T65" fmla="*/ 4 h 628"/>
                <a:gd name="T66" fmla="*/ 0 w 382"/>
                <a:gd name="T67" fmla="*/ 4 h 628"/>
                <a:gd name="T68" fmla="*/ 0 w 382"/>
                <a:gd name="T69" fmla="*/ 5 h 628"/>
                <a:gd name="T70" fmla="*/ 0 w 382"/>
                <a:gd name="T71" fmla="*/ 5 h 628"/>
                <a:gd name="T72" fmla="*/ 0 w 382"/>
                <a:gd name="T73" fmla="*/ 5 h 628"/>
                <a:gd name="T74" fmla="*/ 0 w 382"/>
                <a:gd name="T75" fmla="*/ 5 h 628"/>
                <a:gd name="T76" fmla="*/ 0 w 382"/>
                <a:gd name="T77" fmla="*/ 5 h 628"/>
                <a:gd name="T78" fmla="*/ 0 w 382"/>
                <a:gd name="T79" fmla="*/ 5 h 628"/>
                <a:gd name="T80" fmla="*/ 0 w 382"/>
                <a:gd name="T81" fmla="*/ 5 h 628"/>
                <a:gd name="T82" fmla="*/ 1 w 382"/>
                <a:gd name="T83" fmla="*/ 5 h 628"/>
                <a:gd name="T84" fmla="*/ 1 w 382"/>
                <a:gd name="T85" fmla="*/ 5 h 628"/>
                <a:gd name="T86" fmla="*/ 1 w 382"/>
                <a:gd name="T87" fmla="*/ 5 h 628"/>
                <a:gd name="T88" fmla="*/ 1 w 382"/>
                <a:gd name="T89" fmla="*/ 5 h 628"/>
                <a:gd name="T90" fmla="*/ 1 w 382"/>
                <a:gd name="T91" fmla="*/ 5 h 628"/>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382"/>
                <a:gd name="T139" fmla="*/ 0 h 628"/>
                <a:gd name="T140" fmla="*/ 382 w 382"/>
                <a:gd name="T141" fmla="*/ 628 h 628"/>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382" h="628">
                  <a:moveTo>
                    <a:pt x="94" y="581"/>
                  </a:moveTo>
                  <a:lnTo>
                    <a:pt x="94" y="582"/>
                  </a:lnTo>
                  <a:lnTo>
                    <a:pt x="96" y="541"/>
                  </a:lnTo>
                  <a:lnTo>
                    <a:pt x="99" y="500"/>
                  </a:lnTo>
                  <a:lnTo>
                    <a:pt x="106" y="463"/>
                  </a:lnTo>
                  <a:lnTo>
                    <a:pt x="115" y="424"/>
                  </a:lnTo>
                  <a:lnTo>
                    <a:pt x="127" y="389"/>
                  </a:lnTo>
                  <a:lnTo>
                    <a:pt x="140" y="353"/>
                  </a:lnTo>
                  <a:lnTo>
                    <a:pt x="156" y="320"/>
                  </a:lnTo>
                  <a:lnTo>
                    <a:pt x="173" y="287"/>
                  </a:lnTo>
                  <a:lnTo>
                    <a:pt x="193" y="255"/>
                  </a:lnTo>
                  <a:lnTo>
                    <a:pt x="214" y="226"/>
                  </a:lnTo>
                  <a:lnTo>
                    <a:pt x="238" y="198"/>
                  </a:lnTo>
                  <a:lnTo>
                    <a:pt x="263" y="172"/>
                  </a:lnTo>
                  <a:lnTo>
                    <a:pt x="290" y="146"/>
                  </a:lnTo>
                  <a:lnTo>
                    <a:pt x="318" y="122"/>
                  </a:lnTo>
                  <a:lnTo>
                    <a:pt x="349" y="101"/>
                  </a:lnTo>
                  <a:lnTo>
                    <a:pt x="382" y="82"/>
                  </a:lnTo>
                  <a:lnTo>
                    <a:pt x="335" y="0"/>
                  </a:lnTo>
                  <a:lnTo>
                    <a:pt x="297" y="23"/>
                  </a:lnTo>
                  <a:lnTo>
                    <a:pt x="262" y="49"/>
                  </a:lnTo>
                  <a:lnTo>
                    <a:pt x="229" y="76"/>
                  </a:lnTo>
                  <a:lnTo>
                    <a:pt x="198" y="104"/>
                  </a:lnTo>
                  <a:lnTo>
                    <a:pt x="167" y="137"/>
                  </a:lnTo>
                  <a:lnTo>
                    <a:pt x="142" y="170"/>
                  </a:lnTo>
                  <a:lnTo>
                    <a:pt x="116" y="204"/>
                  </a:lnTo>
                  <a:lnTo>
                    <a:pt x="94" y="240"/>
                  </a:lnTo>
                  <a:lnTo>
                    <a:pt x="74" y="278"/>
                  </a:lnTo>
                  <a:lnTo>
                    <a:pt x="54" y="317"/>
                  </a:lnTo>
                  <a:lnTo>
                    <a:pt x="38" y="359"/>
                  </a:lnTo>
                  <a:lnTo>
                    <a:pt x="26" y="401"/>
                  </a:lnTo>
                  <a:lnTo>
                    <a:pt x="15" y="444"/>
                  </a:lnTo>
                  <a:lnTo>
                    <a:pt x="8" y="489"/>
                  </a:lnTo>
                  <a:lnTo>
                    <a:pt x="2" y="534"/>
                  </a:lnTo>
                  <a:lnTo>
                    <a:pt x="0" y="580"/>
                  </a:lnTo>
                  <a:lnTo>
                    <a:pt x="0" y="581"/>
                  </a:lnTo>
                  <a:lnTo>
                    <a:pt x="0" y="580"/>
                  </a:lnTo>
                  <a:lnTo>
                    <a:pt x="3" y="600"/>
                  </a:lnTo>
                  <a:lnTo>
                    <a:pt x="14" y="615"/>
                  </a:lnTo>
                  <a:lnTo>
                    <a:pt x="29" y="625"/>
                  </a:lnTo>
                  <a:lnTo>
                    <a:pt x="45" y="628"/>
                  </a:lnTo>
                  <a:lnTo>
                    <a:pt x="63" y="626"/>
                  </a:lnTo>
                  <a:lnTo>
                    <a:pt x="78" y="616"/>
                  </a:lnTo>
                  <a:lnTo>
                    <a:pt x="89" y="602"/>
                  </a:lnTo>
                  <a:lnTo>
                    <a:pt x="94" y="582"/>
                  </a:lnTo>
                  <a:lnTo>
                    <a:pt x="94" y="5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8847" name="Freeform 51"/>
            <p:cNvSpPr>
              <a:spLocks/>
            </p:cNvSpPr>
            <p:nvPr/>
          </p:nvSpPr>
          <p:spPr bwMode="auto">
            <a:xfrm>
              <a:off x="868" y="1712"/>
              <a:ext cx="19" cy="364"/>
            </a:xfrm>
            <a:custGeom>
              <a:avLst/>
              <a:gdLst>
                <a:gd name="T0" fmla="*/ 1 w 94"/>
                <a:gd name="T1" fmla="*/ 14 h 1818"/>
                <a:gd name="T2" fmla="*/ 1 w 94"/>
                <a:gd name="T3" fmla="*/ 14 h 1818"/>
                <a:gd name="T4" fmla="*/ 1 w 94"/>
                <a:gd name="T5" fmla="*/ 0 h 1818"/>
                <a:gd name="T6" fmla="*/ 0 w 94"/>
                <a:gd name="T7" fmla="*/ 0 h 1818"/>
                <a:gd name="T8" fmla="*/ 0 w 94"/>
                <a:gd name="T9" fmla="*/ 14 h 1818"/>
                <a:gd name="T10" fmla="*/ 0 w 94"/>
                <a:gd name="T11" fmla="*/ 14 h 1818"/>
                <a:gd name="T12" fmla="*/ 0 w 94"/>
                <a:gd name="T13" fmla="*/ 14 h 1818"/>
                <a:gd name="T14" fmla="*/ 0 w 94"/>
                <a:gd name="T15" fmla="*/ 14 h 1818"/>
                <a:gd name="T16" fmla="*/ 0 w 94"/>
                <a:gd name="T17" fmla="*/ 14 h 1818"/>
                <a:gd name="T18" fmla="*/ 0 w 94"/>
                <a:gd name="T19" fmla="*/ 15 h 1818"/>
                <a:gd name="T20" fmla="*/ 0 w 94"/>
                <a:gd name="T21" fmla="*/ 15 h 1818"/>
                <a:gd name="T22" fmla="*/ 1 w 94"/>
                <a:gd name="T23" fmla="*/ 15 h 1818"/>
                <a:gd name="T24" fmla="*/ 1 w 94"/>
                <a:gd name="T25" fmla="*/ 14 h 1818"/>
                <a:gd name="T26" fmla="*/ 1 w 94"/>
                <a:gd name="T27" fmla="*/ 14 h 1818"/>
                <a:gd name="T28" fmla="*/ 1 w 94"/>
                <a:gd name="T29" fmla="*/ 14 h 1818"/>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94"/>
                <a:gd name="T46" fmla="*/ 0 h 1818"/>
                <a:gd name="T47" fmla="*/ 94 w 94"/>
                <a:gd name="T48" fmla="*/ 1818 h 1818"/>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94" h="1818">
                  <a:moveTo>
                    <a:pt x="94" y="1771"/>
                  </a:moveTo>
                  <a:lnTo>
                    <a:pt x="94" y="1771"/>
                  </a:lnTo>
                  <a:lnTo>
                    <a:pt x="94" y="0"/>
                  </a:lnTo>
                  <a:lnTo>
                    <a:pt x="0" y="0"/>
                  </a:lnTo>
                  <a:lnTo>
                    <a:pt x="0" y="1771"/>
                  </a:lnTo>
                  <a:lnTo>
                    <a:pt x="3" y="1791"/>
                  </a:lnTo>
                  <a:lnTo>
                    <a:pt x="15" y="1806"/>
                  </a:lnTo>
                  <a:lnTo>
                    <a:pt x="29" y="1814"/>
                  </a:lnTo>
                  <a:lnTo>
                    <a:pt x="47" y="1818"/>
                  </a:lnTo>
                  <a:lnTo>
                    <a:pt x="64" y="1814"/>
                  </a:lnTo>
                  <a:lnTo>
                    <a:pt x="79" y="1806"/>
                  </a:lnTo>
                  <a:lnTo>
                    <a:pt x="90" y="1791"/>
                  </a:lnTo>
                  <a:lnTo>
                    <a:pt x="94" y="17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8848" name="Freeform 52"/>
            <p:cNvSpPr>
              <a:spLocks/>
            </p:cNvSpPr>
            <p:nvPr/>
          </p:nvSpPr>
          <p:spPr bwMode="auto">
            <a:xfrm>
              <a:off x="868" y="2067"/>
              <a:ext cx="90" cy="160"/>
            </a:xfrm>
            <a:custGeom>
              <a:avLst/>
              <a:gdLst>
                <a:gd name="T0" fmla="*/ 3 w 449"/>
                <a:gd name="T1" fmla="*/ 6 h 803"/>
                <a:gd name="T2" fmla="*/ 3 w 449"/>
                <a:gd name="T3" fmla="*/ 6 h 803"/>
                <a:gd name="T4" fmla="*/ 3 w 449"/>
                <a:gd name="T5" fmla="*/ 5 h 803"/>
                <a:gd name="T6" fmla="*/ 3 w 449"/>
                <a:gd name="T7" fmla="*/ 5 h 803"/>
                <a:gd name="T8" fmla="*/ 3 w 449"/>
                <a:gd name="T9" fmla="*/ 5 h 803"/>
                <a:gd name="T10" fmla="*/ 2 w 449"/>
                <a:gd name="T11" fmla="*/ 5 h 803"/>
                <a:gd name="T12" fmla="*/ 2 w 449"/>
                <a:gd name="T13" fmla="*/ 4 h 803"/>
                <a:gd name="T14" fmla="*/ 2 w 449"/>
                <a:gd name="T15" fmla="*/ 4 h 803"/>
                <a:gd name="T16" fmla="*/ 2 w 449"/>
                <a:gd name="T17" fmla="*/ 4 h 803"/>
                <a:gd name="T18" fmla="*/ 2 w 449"/>
                <a:gd name="T19" fmla="*/ 3 h 803"/>
                <a:gd name="T20" fmla="*/ 1 w 449"/>
                <a:gd name="T21" fmla="*/ 3 h 803"/>
                <a:gd name="T22" fmla="*/ 1 w 449"/>
                <a:gd name="T23" fmla="*/ 2 h 803"/>
                <a:gd name="T24" fmla="*/ 1 w 449"/>
                <a:gd name="T25" fmla="*/ 2 h 803"/>
                <a:gd name="T26" fmla="*/ 1 w 449"/>
                <a:gd name="T27" fmla="*/ 2 h 803"/>
                <a:gd name="T28" fmla="*/ 1 w 449"/>
                <a:gd name="T29" fmla="*/ 1 h 803"/>
                <a:gd name="T30" fmla="*/ 1 w 449"/>
                <a:gd name="T31" fmla="*/ 1 h 803"/>
                <a:gd name="T32" fmla="*/ 1 w 449"/>
                <a:gd name="T33" fmla="*/ 0 h 803"/>
                <a:gd name="T34" fmla="*/ 1 w 449"/>
                <a:gd name="T35" fmla="*/ 0 h 803"/>
                <a:gd name="T36" fmla="*/ 0 w 449"/>
                <a:gd name="T37" fmla="*/ 0 h 803"/>
                <a:gd name="T38" fmla="*/ 0 w 449"/>
                <a:gd name="T39" fmla="*/ 0 h 803"/>
                <a:gd name="T40" fmla="*/ 0 w 449"/>
                <a:gd name="T41" fmla="*/ 1 h 803"/>
                <a:gd name="T42" fmla="*/ 0 w 449"/>
                <a:gd name="T43" fmla="*/ 1 h 803"/>
                <a:gd name="T44" fmla="*/ 0 w 449"/>
                <a:gd name="T45" fmla="*/ 2 h 803"/>
                <a:gd name="T46" fmla="*/ 0 w 449"/>
                <a:gd name="T47" fmla="*/ 2 h 803"/>
                <a:gd name="T48" fmla="*/ 0 w 449"/>
                <a:gd name="T49" fmla="*/ 3 h 803"/>
                <a:gd name="T50" fmla="*/ 1 w 449"/>
                <a:gd name="T51" fmla="*/ 3 h 803"/>
                <a:gd name="T52" fmla="*/ 1 w 449"/>
                <a:gd name="T53" fmla="*/ 4 h 803"/>
                <a:gd name="T54" fmla="*/ 1 w 449"/>
                <a:gd name="T55" fmla="*/ 4 h 803"/>
                <a:gd name="T56" fmla="*/ 1 w 449"/>
                <a:gd name="T57" fmla="*/ 4 h 803"/>
                <a:gd name="T58" fmla="*/ 2 w 449"/>
                <a:gd name="T59" fmla="*/ 5 h 803"/>
                <a:gd name="T60" fmla="*/ 2 w 449"/>
                <a:gd name="T61" fmla="*/ 5 h 803"/>
                <a:gd name="T62" fmla="*/ 2 w 449"/>
                <a:gd name="T63" fmla="*/ 5 h 803"/>
                <a:gd name="T64" fmla="*/ 2 w 449"/>
                <a:gd name="T65" fmla="*/ 6 h 803"/>
                <a:gd name="T66" fmla="*/ 3 w 449"/>
                <a:gd name="T67" fmla="*/ 6 h 803"/>
                <a:gd name="T68" fmla="*/ 3 w 449"/>
                <a:gd name="T69" fmla="*/ 6 h 803"/>
                <a:gd name="T70" fmla="*/ 3 w 449"/>
                <a:gd name="T71" fmla="*/ 6 h 803"/>
                <a:gd name="T72" fmla="*/ 3 w 449"/>
                <a:gd name="T73" fmla="*/ 6 h 803"/>
                <a:gd name="T74" fmla="*/ 3 w 449"/>
                <a:gd name="T75" fmla="*/ 6 h 803"/>
                <a:gd name="T76" fmla="*/ 3 w 449"/>
                <a:gd name="T77" fmla="*/ 6 h 803"/>
                <a:gd name="T78" fmla="*/ 3 w 449"/>
                <a:gd name="T79" fmla="*/ 6 h 803"/>
                <a:gd name="T80" fmla="*/ 4 w 449"/>
                <a:gd name="T81" fmla="*/ 6 h 803"/>
                <a:gd name="T82" fmla="*/ 4 w 449"/>
                <a:gd name="T83" fmla="*/ 6 h 803"/>
                <a:gd name="T84" fmla="*/ 4 w 449"/>
                <a:gd name="T85" fmla="*/ 6 h 803"/>
                <a:gd name="T86" fmla="*/ 4 w 449"/>
                <a:gd name="T87" fmla="*/ 6 h 803"/>
                <a:gd name="T88" fmla="*/ 3 w 449"/>
                <a:gd name="T89" fmla="*/ 6 h 803"/>
                <a:gd name="T90" fmla="*/ 3 w 449"/>
                <a:gd name="T91" fmla="*/ 6 h 80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449"/>
                <a:gd name="T139" fmla="*/ 0 h 803"/>
                <a:gd name="T140" fmla="*/ 449 w 449"/>
                <a:gd name="T141" fmla="*/ 803 h 80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449" h="803">
                  <a:moveTo>
                    <a:pt x="426" y="717"/>
                  </a:moveTo>
                  <a:lnTo>
                    <a:pt x="427" y="717"/>
                  </a:lnTo>
                  <a:lnTo>
                    <a:pt x="395" y="693"/>
                  </a:lnTo>
                  <a:lnTo>
                    <a:pt x="361" y="662"/>
                  </a:lnTo>
                  <a:lnTo>
                    <a:pt x="329" y="628"/>
                  </a:lnTo>
                  <a:lnTo>
                    <a:pt x="299" y="591"/>
                  </a:lnTo>
                  <a:lnTo>
                    <a:pt x="269" y="551"/>
                  </a:lnTo>
                  <a:lnTo>
                    <a:pt x="241" y="507"/>
                  </a:lnTo>
                  <a:lnTo>
                    <a:pt x="215" y="460"/>
                  </a:lnTo>
                  <a:lnTo>
                    <a:pt x="191" y="412"/>
                  </a:lnTo>
                  <a:lnTo>
                    <a:pt x="170" y="363"/>
                  </a:lnTo>
                  <a:lnTo>
                    <a:pt x="151" y="312"/>
                  </a:lnTo>
                  <a:lnTo>
                    <a:pt x="133" y="259"/>
                  </a:lnTo>
                  <a:lnTo>
                    <a:pt x="119" y="207"/>
                  </a:lnTo>
                  <a:lnTo>
                    <a:pt x="108" y="156"/>
                  </a:lnTo>
                  <a:lnTo>
                    <a:pt x="101" y="103"/>
                  </a:lnTo>
                  <a:lnTo>
                    <a:pt x="96" y="51"/>
                  </a:lnTo>
                  <a:lnTo>
                    <a:pt x="94" y="0"/>
                  </a:lnTo>
                  <a:lnTo>
                    <a:pt x="0" y="0"/>
                  </a:lnTo>
                  <a:lnTo>
                    <a:pt x="2" y="56"/>
                  </a:lnTo>
                  <a:lnTo>
                    <a:pt x="7" y="115"/>
                  </a:lnTo>
                  <a:lnTo>
                    <a:pt x="16" y="172"/>
                  </a:lnTo>
                  <a:lnTo>
                    <a:pt x="28" y="231"/>
                  </a:lnTo>
                  <a:lnTo>
                    <a:pt x="44" y="287"/>
                  </a:lnTo>
                  <a:lnTo>
                    <a:pt x="62" y="342"/>
                  </a:lnTo>
                  <a:lnTo>
                    <a:pt x="83" y="398"/>
                  </a:lnTo>
                  <a:lnTo>
                    <a:pt x="106" y="452"/>
                  </a:lnTo>
                  <a:lnTo>
                    <a:pt x="133" y="505"/>
                  </a:lnTo>
                  <a:lnTo>
                    <a:pt x="161" y="554"/>
                  </a:lnTo>
                  <a:lnTo>
                    <a:pt x="192" y="602"/>
                  </a:lnTo>
                  <a:lnTo>
                    <a:pt x="224" y="647"/>
                  </a:lnTo>
                  <a:lnTo>
                    <a:pt x="259" y="689"/>
                  </a:lnTo>
                  <a:lnTo>
                    <a:pt x="295" y="728"/>
                  </a:lnTo>
                  <a:lnTo>
                    <a:pt x="334" y="763"/>
                  </a:lnTo>
                  <a:lnTo>
                    <a:pt x="374" y="795"/>
                  </a:lnTo>
                  <a:lnTo>
                    <a:pt x="375" y="795"/>
                  </a:lnTo>
                  <a:lnTo>
                    <a:pt x="374" y="795"/>
                  </a:lnTo>
                  <a:lnTo>
                    <a:pt x="392" y="803"/>
                  </a:lnTo>
                  <a:lnTo>
                    <a:pt x="411" y="803"/>
                  </a:lnTo>
                  <a:lnTo>
                    <a:pt x="426" y="795"/>
                  </a:lnTo>
                  <a:lnTo>
                    <a:pt x="439" y="782"/>
                  </a:lnTo>
                  <a:lnTo>
                    <a:pt x="446" y="766"/>
                  </a:lnTo>
                  <a:lnTo>
                    <a:pt x="449" y="749"/>
                  </a:lnTo>
                  <a:lnTo>
                    <a:pt x="441" y="732"/>
                  </a:lnTo>
                  <a:lnTo>
                    <a:pt x="427" y="717"/>
                  </a:lnTo>
                  <a:lnTo>
                    <a:pt x="426" y="71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8849" name="Freeform 53"/>
            <p:cNvSpPr>
              <a:spLocks/>
            </p:cNvSpPr>
            <p:nvPr/>
          </p:nvSpPr>
          <p:spPr bwMode="auto">
            <a:xfrm>
              <a:off x="883" y="1673"/>
              <a:ext cx="379" cy="690"/>
            </a:xfrm>
            <a:custGeom>
              <a:avLst/>
              <a:gdLst>
                <a:gd name="T0" fmla="*/ 12 w 1897"/>
                <a:gd name="T1" fmla="*/ 6 h 3450"/>
                <a:gd name="T2" fmla="*/ 13 w 1897"/>
                <a:gd name="T3" fmla="*/ 7 h 3450"/>
                <a:gd name="T4" fmla="*/ 13 w 1897"/>
                <a:gd name="T5" fmla="*/ 7 h 3450"/>
                <a:gd name="T6" fmla="*/ 14 w 1897"/>
                <a:gd name="T7" fmla="*/ 8 h 3450"/>
                <a:gd name="T8" fmla="*/ 14 w 1897"/>
                <a:gd name="T9" fmla="*/ 9 h 3450"/>
                <a:gd name="T10" fmla="*/ 15 w 1897"/>
                <a:gd name="T11" fmla="*/ 10 h 3450"/>
                <a:gd name="T12" fmla="*/ 15 w 1897"/>
                <a:gd name="T13" fmla="*/ 11 h 3450"/>
                <a:gd name="T14" fmla="*/ 15 w 1897"/>
                <a:gd name="T15" fmla="*/ 11 h 3450"/>
                <a:gd name="T16" fmla="*/ 15 w 1897"/>
                <a:gd name="T17" fmla="*/ 12 h 3450"/>
                <a:gd name="T18" fmla="*/ 15 w 1897"/>
                <a:gd name="T19" fmla="*/ 26 h 3450"/>
                <a:gd name="T20" fmla="*/ 15 w 1897"/>
                <a:gd name="T21" fmla="*/ 26 h 3450"/>
                <a:gd name="T22" fmla="*/ 15 w 1897"/>
                <a:gd name="T23" fmla="*/ 27 h 3450"/>
                <a:gd name="T24" fmla="*/ 15 w 1897"/>
                <a:gd name="T25" fmla="*/ 27 h 3450"/>
                <a:gd name="T26" fmla="*/ 14 w 1897"/>
                <a:gd name="T27" fmla="*/ 27 h 3450"/>
                <a:gd name="T28" fmla="*/ 14 w 1897"/>
                <a:gd name="T29" fmla="*/ 28 h 3450"/>
                <a:gd name="T30" fmla="*/ 13 w 1897"/>
                <a:gd name="T31" fmla="*/ 28 h 3450"/>
                <a:gd name="T32" fmla="*/ 13 w 1897"/>
                <a:gd name="T33" fmla="*/ 27 h 3450"/>
                <a:gd name="T34" fmla="*/ 3 w 1897"/>
                <a:gd name="T35" fmla="*/ 21 h 3450"/>
                <a:gd name="T36" fmla="*/ 2 w 1897"/>
                <a:gd name="T37" fmla="*/ 21 h 3450"/>
                <a:gd name="T38" fmla="*/ 2 w 1897"/>
                <a:gd name="T39" fmla="*/ 20 h 3450"/>
                <a:gd name="T40" fmla="*/ 1 w 1897"/>
                <a:gd name="T41" fmla="*/ 19 h 3450"/>
                <a:gd name="T42" fmla="*/ 1 w 1897"/>
                <a:gd name="T43" fmla="*/ 19 h 3450"/>
                <a:gd name="T44" fmla="*/ 0 w 1897"/>
                <a:gd name="T45" fmla="*/ 18 h 3450"/>
                <a:gd name="T46" fmla="*/ 0 w 1897"/>
                <a:gd name="T47" fmla="*/ 17 h 3450"/>
                <a:gd name="T48" fmla="*/ 0 w 1897"/>
                <a:gd name="T49" fmla="*/ 16 h 3450"/>
                <a:gd name="T50" fmla="*/ 0 w 1897"/>
                <a:gd name="T51" fmla="*/ 15 h 3450"/>
                <a:gd name="T52" fmla="*/ 0 w 1897"/>
                <a:gd name="T53" fmla="*/ 2 h 3450"/>
                <a:gd name="T54" fmla="*/ 0 w 1897"/>
                <a:gd name="T55" fmla="*/ 1 h 3450"/>
                <a:gd name="T56" fmla="*/ 0 w 1897"/>
                <a:gd name="T57" fmla="*/ 1 h 3450"/>
                <a:gd name="T58" fmla="*/ 1 w 1897"/>
                <a:gd name="T59" fmla="*/ 0 h 3450"/>
                <a:gd name="T60" fmla="*/ 1 w 1897"/>
                <a:gd name="T61" fmla="*/ 0 h 3450"/>
                <a:gd name="T62" fmla="*/ 1 w 1897"/>
                <a:gd name="T63" fmla="*/ 0 h 3450"/>
                <a:gd name="T64" fmla="*/ 2 w 1897"/>
                <a:gd name="T65" fmla="*/ 0 h 3450"/>
                <a:gd name="T66" fmla="*/ 3 w 1897"/>
                <a:gd name="T67" fmla="*/ 0 h 3450"/>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897"/>
                <a:gd name="T103" fmla="*/ 0 h 3450"/>
                <a:gd name="T104" fmla="*/ 1897 w 1897"/>
                <a:gd name="T105" fmla="*/ 3450 h 3450"/>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897" h="3450">
                  <a:moveTo>
                    <a:pt x="357" y="49"/>
                  </a:moveTo>
                  <a:lnTo>
                    <a:pt x="1542" y="806"/>
                  </a:lnTo>
                  <a:lnTo>
                    <a:pt x="1579" y="832"/>
                  </a:lnTo>
                  <a:lnTo>
                    <a:pt x="1614" y="861"/>
                  </a:lnTo>
                  <a:lnTo>
                    <a:pt x="1648" y="895"/>
                  </a:lnTo>
                  <a:lnTo>
                    <a:pt x="1681" y="933"/>
                  </a:lnTo>
                  <a:lnTo>
                    <a:pt x="1711" y="973"/>
                  </a:lnTo>
                  <a:lnTo>
                    <a:pt x="1740" y="1016"/>
                  </a:lnTo>
                  <a:lnTo>
                    <a:pt x="1768" y="1062"/>
                  </a:lnTo>
                  <a:lnTo>
                    <a:pt x="1793" y="1109"/>
                  </a:lnTo>
                  <a:lnTo>
                    <a:pt x="1816" y="1158"/>
                  </a:lnTo>
                  <a:lnTo>
                    <a:pt x="1836" y="1208"/>
                  </a:lnTo>
                  <a:lnTo>
                    <a:pt x="1854" y="1260"/>
                  </a:lnTo>
                  <a:lnTo>
                    <a:pt x="1869" y="1313"/>
                  </a:lnTo>
                  <a:lnTo>
                    <a:pt x="1881" y="1364"/>
                  </a:lnTo>
                  <a:lnTo>
                    <a:pt x="1890" y="1417"/>
                  </a:lnTo>
                  <a:lnTo>
                    <a:pt x="1895" y="1469"/>
                  </a:lnTo>
                  <a:lnTo>
                    <a:pt x="1897" y="1519"/>
                  </a:lnTo>
                  <a:lnTo>
                    <a:pt x="1897" y="3142"/>
                  </a:lnTo>
                  <a:lnTo>
                    <a:pt x="1895" y="3190"/>
                  </a:lnTo>
                  <a:lnTo>
                    <a:pt x="1890" y="3235"/>
                  </a:lnTo>
                  <a:lnTo>
                    <a:pt x="1881" y="3276"/>
                  </a:lnTo>
                  <a:lnTo>
                    <a:pt x="1869" y="3313"/>
                  </a:lnTo>
                  <a:lnTo>
                    <a:pt x="1854" y="3346"/>
                  </a:lnTo>
                  <a:lnTo>
                    <a:pt x="1836" y="3375"/>
                  </a:lnTo>
                  <a:lnTo>
                    <a:pt x="1816" y="3398"/>
                  </a:lnTo>
                  <a:lnTo>
                    <a:pt x="1793" y="3418"/>
                  </a:lnTo>
                  <a:lnTo>
                    <a:pt x="1768" y="3434"/>
                  </a:lnTo>
                  <a:lnTo>
                    <a:pt x="1740" y="3444"/>
                  </a:lnTo>
                  <a:lnTo>
                    <a:pt x="1711" y="3450"/>
                  </a:lnTo>
                  <a:lnTo>
                    <a:pt x="1681" y="3450"/>
                  </a:lnTo>
                  <a:lnTo>
                    <a:pt x="1648" y="3445"/>
                  </a:lnTo>
                  <a:lnTo>
                    <a:pt x="1614" y="3436"/>
                  </a:lnTo>
                  <a:lnTo>
                    <a:pt x="1579" y="3421"/>
                  </a:lnTo>
                  <a:lnTo>
                    <a:pt x="1542" y="3400"/>
                  </a:lnTo>
                  <a:lnTo>
                    <a:pt x="357" y="2643"/>
                  </a:lnTo>
                  <a:lnTo>
                    <a:pt x="320" y="2618"/>
                  </a:lnTo>
                  <a:lnTo>
                    <a:pt x="285" y="2588"/>
                  </a:lnTo>
                  <a:lnTo>
                    <a:pt x="251" y="2554"/>
                  </a:lnTo>
                  <a:lnTo>
                    <a:pt x="218" y="2517"/>
                  </a:lnTo>
                  <a:lnTo>
                    <a:pt x="187" y="2477"/>
                  </a:lnTo>
                  <a:lnTo>
                    <a:pt x="157" y="2433"/>
                  </a:lnTo>
                  <a:lnTo>
                    <a:pt x="130" y="2388"/>
                  </a:lnTo>
                  <a:lnTo>
                    <a:pt x="105" y="2341"/>
                  </a:lnTo>
                  <a:lnTo>
                    <a:pt x="81" y="2292"/>
                  </a:lnTo>
                  <a:lnTo>
                    <a:pt x="61" y="2241"/>
                  </a:lnTo>
                  <a:lnTo>
                    <a:pt x="44" y="2190"/>
                  </a:lnTo>
                  <a:lnTo>
                    <a:pt x="29" y="2138"/>
                  </a:lnTo>
                  <a:lnTo>
                    <a:pt x="17" y="2085"/>
                  </a:lnTo>
                  <a:lnTo>
                    <a:pt x="7" y="2033"/>
                  </a:lnTo>
                  <a:lnTo>
                    <a:pt x="3" y="1981"/>
                  </a:lnTo>
                  <a:lnTo>
                    <a:pt x="0" y="1931"/>
                  </a:lnTo>
                  <a:lnTo>
                    <a:pt x="0" y="308"/>
                  </a:lnTo>
                  <a:lnTo>
                    <a:pt x="3" y="260"/>
                  </a:lnTo>
                  <a:lnTo>
                    <a:pt x="7" y="215"/>
                  </a:lnTo>
                  <a:lnTo>
                    <a:pt x="17" y="174"/>
                  </a:lnTo>
                  <a:lnTo>
                    <a:pt x="29" y="137"/>
                  </a:lnTo>
                  <a:lnTo>
                    <a:pt x="44" y="104"/>
                  </a:lnTo>
                  <a:lnTo>
                    <a:pt x="61" y="76"/>
                  </a:lnTo>
                  <a:lnTo>
                    <a:pt x="81" y="51"/>
                  </a:lnTo>
                  <a:lnTo>
                    <a:pt x="105" y="31"/>
                  </a:lnTo>
                  <a:lnTo>
                    <a:pt x="130" y="16"/>
                  </a:lnTo>
                  <a:lnTo>
                    <a:pt x="157" y="5"/>
                  </a:lnTo>
                  <a:lnTo>
                    <a:pt x="187" y="0"/>
                  </a:lnTo>
                  <a:lnTo>
                    <a:pt x="218" y="0"/>
                  </a:lnTo>
                  <a:lnTo>
                    <a:pt x="251" y="3"/>
                  </a:lnTo>
                  <a:lnTo>
                    <a:pt x="285" y="14"/>
                  </a:lnTo>
                  <a:lnTo>
                    <a:pt x="320" y="29"/>
                  </a:lnTo>
                  <a:lnTo>
                    <a:pt x="357" y="49"/>
                  </a:lnTo>
                  <a:close/>
                </a:path>
              </a:pathLst>
            </a:custGeom>
            <a:solidFill>
              <a:srgbClr val="BFBFB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8850" name="Freeform 54"/>
            <p:cNvSpPr>
              <a:spLocks/>
            </p:cNvSpPr>
            <p:nvPr/>
          </p:nvSpPr>
          <p:spPr bwMode="auto">
            <a:xfrm>
              <a:off x="1268" y="1663"/>
              <a:ext cx="393" cy="711"/>
            </a:xfrm>
            <a:custGeom>
              <a:avLst/>
              <a:gdLst>
                <a:gd name="T0" fmla="*/ 3 w 1962"/>
                <a:gd name="T1" fmla="*/ 7 h 3555"/>
                <a:gd name="T2" fmla="*/ 2 w 1962"/>
                <a:gd name="T3" fmla="*/ 7 h 3555"/>
                <a:gd name="T4" fmla="*/ 2 w 1962"/>
                <a:gd name="T5" fmla="*/ 8 h 3555"/>
                <a:gd name="T6" fmla="*/ 1 w 1962"/>
                <a:gd name="T7" fmla="*/ 8 h 3555"/>
                <a:gd name="T8" fmla="*/ 1 w 1962"/>
                <a:gd name="T9" fmla="*/ 9 h 3555"/>
                <a:gd name="T10" fmla="*/ 1 w 1962"/>
                <a:gd name="T11" fmla="*/ 10 h 3555"/>
                <a:gd name="T12" fmla="*/ 0 w 1962"/>
                <a:gd name="T13" fmla="*/ 11 h 3555"/>
                <a:gd name="T14" fmla="*/ 0 w 1962"/>
                <a:gd name="T15" fmla="*/ 12 h 3555"/>
                <a:gd name="T16" fmla="*/ 0 w 1962"/>
                <a:gd name="T17" fmla="*/ 13 h 3555"/>
                <a:gd name="T18" fmla="*/ 0 w 1962"/>
                <a:gd name="T19" fmla="*/ 26 h 3555"/>
                <a:gd name="T20" fmla="*/ 0 w 1962"/>
                <a:gd name="T21" fmla="*/ 27 h 3555"/>
                <a:gd name="T22" fmla="*/ 0 w 1962"/>
                <a:gd name="T23" fmla="*/ 28 h 3555"/>
                <a:gd name="T24" fmla="*/ 1 w 1962"/>
                <a:gd name="T25" fmla="*/ 28 h 3555"/>
                <a:gd name="T26" fmla="*/ 1 w 1962"/>
                <a:gd name="T27" fmla="*/ 28 h 3555"/>
                <a:gd name="T28" fmla="*/ 2 w 1962"/>
                <a:gd name="T29" fmla="*/ 28 h 3555"/>
                <a:gd name="T30" fmla="*/ 2 w 1962"/>
                <a:gd name="T31" fmla="*/ 28 h 3555"/>
                <a:gd name="T32" fmla="*/ 3 w 1962"/>
                <a:gd name="T33" fmla="*/ 28 h 3555"/>
                <a:gd name="T34" fmla="*/ 13 w 1962"/>
                <a:gd name="T35" fmla="*/ 22 h 3555"/>
                <a:gd name="T36" fmla="*/ 13 w 1962"/>
                <a:gd name="T37" fmla="*/ 21 h 3555"/>
                <a:gd name="T38" fmla="*/ 14 w 1962"/>
                <a:gd name="T39" fmla="*/ 21 h 3555"/>
                <a:gd name="T40" fmla="*/ 14 w 1962"/>
                <a:gd name="T41" fmla="*/ 20 h 3555"/>
                <a:gd name="T42" fmla="*/ 15 w 1962"/>
                <a:gd name="T43" fmla="*/ 19 h 3555"/>
                <a:gd name="T44" fmla="*/ 15 w 1962"/>
                <a:gd name="T45" fmla="*/ 18 h 3555"/>
                <a:gd name="T46" fmla="*/ 16 w 1962"/>
                <a:gd name="T47" fmla="*/ 18 h 3555"/>
                <a:gd name="T48" fmla="*/ 16 w 1962"/>
                <a:gd name="T49" fmla="*/ 17 h 3555"/>
                <a:gd name="T50" fmla="*/ 16 w 1962"/>
                <a:gd name="T51" fmla="*/ 16 h 3555"/>
                <a:gd name="T52" fmla="*/ 16 w 1962"/>
                <a:gd name="T53" fmla="*/ 2 h 3555"/>
                <a:gd name="T54" fmla="*/ 16 w 1962"/>
                <a:gd name="T55" fmla="*/ 1 h 3555"/>
                <a:gd name="T56" fmla="*/ 15 w 1962"/>
                <a:gd name="T57" fmla="*/ 1 h 3555"/>
                <a:gd name="T58" fmla="*/ 15 w 1962"/>
                <a:gd name="T59" fmla="*/ 0 h 3555"/>
                <a:gd name="T60" fmla="*/ 15 w 1962"/>
                <a:gd name="T61" fmla="*/ 0 h 3555"/>
                <a:gd name="T62" fmla="*/ 14 w 1962"/>
                <a:gd name="T63" fmla="*/ 0 h 3555"/>
                <a:gd name="T64" fmla="*/ 14 w 1962"/>
                <a:gd name="T65" fmla="*/ 0 h 3555"/>
                <a:gd name="T66" fmla="*/ 13 w 1962"/>
                <a:gd name="T67" fmla="*/ 0 h 3555"/>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962"/>
                <a:gd name="T103" fmla="*/ 0 h 3555"/>
                <a:gd name="T104" fmla="*/ 1962 w 1962"/>
                <a:gd name="T105" fmla="*/ 3555 h 3555"/>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962" h="3555">
                  <a:moveTo>
                    <a:pt x="1594" y="50"/>
                  </a:moveTo>
                  <a:lnTo>
                    <a:pt x="368" y="831"/>
                  </a:lnTo>
                  <a:lnTo>
                    <a:pt x="330" y="858"/>
                  </a:lnTo>
                  <a:lnTo>
                    <a:pt x="294" y="888"/>
                  </a:lnTo>
                  <a:lnTo>
                    <a:pt x="259" y="922"/>
                  </a:lnTo>
                  <a:lnTo>
                    <a:pt x="225" y="961"/>
                  </a:lnTo>
                  <a:lnTo>
                    <a:pt x="193" y="1003"/>
                  </a:lnTo>
                  <a:lnTo>
                    <a:pt x="163" y="1047"/>
                  </a:lnTo>
                  <a:lnTo>
                    <a:pt x="133" y="1094"/>
                  </a:lnTo>
                  <a:lnTo>
                    <a:pt x="108" y="1143"/>
                  </a:lnTo>
                  <a:lnTo>
                    <a:pt x="84" y="1193"/>
                  </a:lnTo>
                  <a:lnTo>
                    <a:pt x="63" y="1246"/>
                  </a:lnTo>
                  <a:lnTo>
                    <a:pt x="44" y="1299"/>
                  </a:lnTo>
                  <a:lnTo>
                    <a:pt x="29" y="1353"/>
                  </a:lnTo>
                  <a:lnTo>
                    <a:pt x="16" y="1405"/>
                  </a:lnTo>
                  <a:lnTo>
                    <a:pt x="7" y="1459"/>
                  </a:lnTo>
                  <a:lnTo>
                    <a:pt x="2" y="1512"/>
                  </a:lnTo>
                  <a:lnTo>
                    <a:pt x="0" y="1565"/>
                  </a:lnTo>
                  <a:lnTo>
                    <a:pt x="0" y="3237"/>
                  </a:lnTo>
                  <a:lnTo>
                    <a:pt x="2" y="3287"/>
                  </a:lnTo>
                  <a:lnTo>
                    <a:pt x="7" y="3333"/>
                  </a:lnTo>
                  <a:lnTo>
                    <a:pt x="16" y="3375"/>
                  </a:lnTo>
                  <a:lnTo>
                    <a:pt x="29" y="3413"/>
                  </a:lnTo>
                  <a:lnTo>
                    <a:pt x="44" y="3447"/>
                  </a:lnTo>
                  <a:lnTo>
                    <a:pt x="63" y="3477"/>
                  </a:lnTo>
                  <a:lnTo>
                    <a:pt x="84" y="3502"/>
                  </a:lnTo>
                  <a:lnTo>
                    <a:pt x="108" y="3522"/>
                  </a:lnTo>
                  <a:lnTo>
                    <a:pt x="133" y="3538"/>
                  </a:lnTo>
                  <a:lnTo>
                    <a:pt x="163" y="3549"/>
                  </a:lnTo>
                  <a:lnTo>
                    <a:pt x="193" y="3555"/>
                  </a:lnTo>
                  <a:lnTo>
                    <a:pt x="225" y="3555"/>
                  </a:lnTo>
                  <a:lnTo>
                    <a:pt x="259" y="3550"/>
                  </a:lnTo>
                  <a:lnTo>
                    <a:pt x="294" y="3541"/>
                  </a:lnTo>
                  <a:lnTo>
                    <a:pt x="330" y="3524"/>
                  </a:lnTo>
                  <a:lnTo>
                    <a:pt x="368" y="3503"/>
                  </a:lnTo>
                  <a:lnTo>
                    <a:pt x="1594" y="2722"/>
                  </a:lnTo>
                  <a:lnTo>
                    <a:pt x="1632" y="2696"/>
                  </a:lnTo>
                  <a:lnTo>
                    <a:pt x="1668" y="2665"/>
                  </a:lnTo>
                  <a:lnTo>
                    <a:pt x="1703" y="2631"/>
                  </a:lnTo>
                  <a:lnTo>
                    <a:pt x="1737" y="2592"/>
                  </a:lnTo>
                  <a:lnTo>
                    <a:pt x="1769" y="2551"/>
                  </a:lnTo>
                  <a:lnTo>
                    <a:pt x="1799" y="2506"/>
                  </a:lnTo>
                  <a:lnTo>
                    <a:pt x="1829" y="2460"/>
                  </a:lnTo>
                  <a:lnTo>
                    <a:pt x="1854" y="2411"/>
                  </a:lnTo>
                  <a:lnTo>
                    <a:pt x="1878" y="2361"/>
                  </a:lnTo>
                  <a:lnTo>
                    <a:pt x="1899" y="2308"/>
                  </a:lnTo>
                  <a:lnTo>
                    <a:pt x="1918" y="2256"/>
                  </a:lnTo>
                  <a:lnTo>
                    <a:pt x="1933" y="2202"/>
                  </a:lnTo>
                  <a:lnTo>
                    <a:pt x="1946" y="2149"/>
                  </a:lnTo>
                  <a:lnTo>
                    <a:pt x="1955" y="2095"/>
                  </a:lnTo>
                  <a:lnTo>
                    <a:pt x="1960" y="2042"/>
                  </a:lnTo>
                  <a:lnTo>
                    <a:pt x="1962" y="1989"/>
                  </a:lnTo>
                  <a:lnTo>
                    <a:pt x="1962" y="319"/>
                  </a:lnTo>
                  <a:lnTo>
                    <a:pt x="1960" y="269"/>
                  </a:lnTo>
                  <a:lnTo>
                    <a:pt x="1955" y="223"/>
                  </a:lnTo>
                  <a:lnTo>
                    <a:pt x="1946" y="180"/>
                  </a:lnTo>
                  <a:lnTo>
                    <a:pt x="1933" y="143"/>
                  </a:lnTo>
                  <a:lnTo>
                    <a:pt x="1918" y="109"/>
                  </a:lnTo>
                  <a:lnTo>
                    <a:pt x="1899" y="79"/>
                  </a:lnTo>
                  <a:lnTo>
                    <a:pt x="1878" y="54"/>
                  </a:lnTo>
                  <a:lnTo>
                    <a:pt x="1854" y="33"/>
                  </a:lnTo>
                  <a:lnTo>
                    <a:pt x="1829" y="17"/>
                  </a:lnTo>
                  <a:lnTo>
                    <a:pt x="1799" y="7"/>
                  </a:lnTo>
                  <a:lnTo>
                    <a:pt x="1769" y="0"/>
                  </a:lnTo>
                  <a:lnTo>
                    <a:pt x="1737" y="0"/>
                  </a:lnTo>
                  <a:lnTo>
                    <a:pt x="1703" y="4"/>
                  </a:lnTo>
                  <a:lnTo>
                    <a:pt x="1668" y="14"/>
                  </a:lnTo>
                  <a:lnTo>
                    <a:pt x="1632" y="29"/>
                  </a:lnTo>
                  <a:lnTo>
                    <a:pt x="1594" y="50"/>
                  </a:lnTo>
                  <a:close/>
                </a:path>
              </a:pathLst>
            </a:custGeom>
            <a:solidFill>
              <a:srgbClr val="E5E5E5"/>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8851" name="Freeform 55"/>
            <p:cNvSpPr>
              <a:spLocks noEditPoints="1"/>
            </p:cNvSpPr>
            <p:nvPr/>
          </p:nvSpPr>
          <p:spPr bwMode="auto">
            <a:xfrm>
              <a:off x="916" y="1589"/>
              <a:ext cx="697" cy="698"/>
            </a:xfrm>
            <a:custGeom>
              <a:avLst/>
              <a:gdLst>
                <a:gd name="T0" fmla="*/ 16 w 3485"/>
                <a:gd name="T1" fmla="*/ 0 h 3490"/>
                <a:gd name="T2" fmla="*/ 17 w 3485"/>
                <a:gd name="T3" fmla="*/ 2 h 3490"/>
                <a:gd name="T4" fmla="*/ 17 w 3485"/>
                <a:gd name="T5" fmla="*/ 3 h 3490"/>
                <a:gd name="T6" fmla="*/ 14 w 3485"/>
                <a:gd name="T7" fmla="*/ 4 h 3490"/>
                <a:gd name="T8" fmla="*/ 12 w 3485"/>
                <a:gd name="T9" fmla="*/ 4 h 3490"/>
                <a:gd name="T10" fmla="*/ 11 w 3485"/>
                <a:gd name="T11" fmla="*/ 2 h 3490"/>
                <a:gd name="T12" fmla="*/ 11 w 3485"/>
                <a:gd name="T13" fmla="*/ 1 h 3490"/>
                <a:gd name="T14" fmla="*/ 14 w 3485"/>
                <a:gd name="T15" fmla="*/ 0 h 3490"/>
                <a:gd name="T16" fmla="*/ 3 w 3485"/>
                <a:gd name="T17" fmla="*/ 7 h 3490"/>
                <a:gd name="T18" fmla="*/ 4 w 3485"/>
                <a:gd name="T19" fmla="*/ 9 h 3490"/>
                <a:gd name="T20" fmla="*/ 3 w 3485"/>
                <a:gd name="T21" fmla="*/ 12 h 3490"/>
                <a:gd name="T22" fmla="*/ 2 w 3485"/>
                <a:gd name="T23" fmla="*/ 13 h 3490"/>
                <a:gd name="T24" fmla="*/ 1 w 3485"/>
                <a:gd name="T25" fmla="*/ 12 h 3490"/>
                <a:gd name="T26" fmla="*/ 0 w 3485"/>
                <a:gd name="T27" fmla="*/ 10 h 3490"/>
                <a:gd name="T28" fmla="*/ 0 w 3485"/>
                <a:gd name="T29" fmla="*/ 8 h 3490"/>
                <a:gd name="T30" fmla="*/ 2 w 3485"/>
                <a:gd name="T31" fmla="*/ 6 h 3490"/>
                <a:gd name="T32" fmla="*/ 10 w 3485"/>
                <a:gd name="T33" fmla="*/ 20 h 3490"/>
                <a:gd name="T34" fmla="*/ 11 w 3485"/>
                <a:gd name="T35" fmla="*/ 22 h 3490"/>
                <a:gd name="T36" fmla="*/ 11 w 3485"/>
                <a:gd name="T37" fmla="*/ 25 h 3490"/>
                <a:gd name="T38" fmla="*/ 10 w 3485"/>
                <a:gd name="T39" fmla="*/ 27 h 3490"/>
                <a:gd name="T40" fmla="*/ 8 w 3485"/>
                <a:gd name="T41" fmla="*/ 26 h 3490"/>
                <a:gd name="T42" fmla="*/ 7 w 3485"/>
                <a:gd name="T43" fmla="*/ 24 h 3490"/>
                <a:gd name="T44" fmla="*/ 7 w 3485"/>
                <a:gd name="T45" fmla="*/ 22 h 3490"/>
                <a:gd name="T46" fmla="*/ 8 w 3485"/>
                <a:gd name="T47" fmla="*/ 20 h 3490"/>
                <a:gd name="T48" fmla="*/ 20 w 3485"/>
                <a:gd name="T49" fmla="*/ 21 h 3490"/>
                <a:gd name="T50" fmla="*/ 21 w 3485"/>
                <a:gd name="T51" fmla="*/ 23 h 3490"/>
                <a:gd name="T52" fmla="*/ 21 w 3485"/>
                <a:gd name="T53" fmla="*/ 26 h 3490"/>
                <a:gd name="T54" fmla="*/ 20 w 3485"/>
                <a:gd name="T55" fmla="*/ 28 h 3490"/>
                <a:gd name="T56" fmla="*/ 18 w 3485"/>
                <a:gd name="T57" fmla="*/ 28 h 3490"/>
                <a:gd name="T58" fmla="*/ 17 w 3485"/>
                <a:gd name="T59" fmla="*/ 26 h 3490"/>
                <a:gd name="T60" fmla="*/ 17 w 3485"/>
                <a:gd name="T61" fmla="*/ 23 h 3490"/>
                <a:gd name="T62" fmla="*/ 18 w 3485"/>
                <a:gd name="T63" fmla="*/ 21 h 3490"/>
                <a:gd name="T64" fmla="*/ 19 w 3485"/>
                <a:gd name="T65" fmla="*/ 11 h 3490"/>
                <a:gd name="T66" fmla="*/ 20 w 3485"/>
                <a:gd name="T67" fmla="*/ 13 h 3490"/>
                <a:gd name="T68" fmla="*/ 21 w 3485"/>
                <a:gd name="T69" fmla="*/ 15 h 3490"/>
                <a:gd name="T70" fmla="*/ 20 w 3485"/>
                <a:gd name="T71" fmla="*/ 17 h 3490"/>
                <a:gd name="T72" fmla="*/ 18 w 3485"/>
                <a:gd name="T73" fmla="*/ 17 h 3490"/>
                <a:gd name="T74" fmla="*/ 17 w 3485"/>
                <a:gd name="T75" fmla="*/ 16 h 3490"/>
                <a:gd name="T76" fmla="*/ 17 w 3485"/>
                <a:gd name="T77" fmla="*/ 13 h 3490"/>
                <a:gd name="T78" fmla="*/ 18 w 3485"/>
                <a:gd name="T79" fmla="*/ 11 h 3490"/>
                <a:gd name="T80" fmla="*/ 26 w 3485"/>
                <a:gd name="T81" fmla="*/ 7 h 3490"/>
                <a:gd name="T82" fmla="*/ 27 w 3485"/>
                <a:gd name="T83" fmla="*/ 8 h 3490"/>
                <a:gd name="T84" fmla="*/ 27 w 3485"/>
                <a:gd name="T85" fmla="*/ 11 h 3490"/>
                <a:gd name="T86" fmla="*/ 26 w 3485"/>
                <a:gd name="T87" fmla="*/ 13 h 3490"/>
                <a:gd name="T88" fmla="*/ 25 w 3485"/>
                <a:gd name="T89" fmla="*/ 13 h 3490"/>
                <a:gd name="T90" fmla="*/ 24 w 3485"/>
                <a:gd name="T91" fmla="*/ 12 h 3490"/>
                <a:gd name="T92" fmla="*/ 24 w 3485"/>
                <a:gd name="T93" fmla="*/ 9 h 3490"/>
                <a:gd name="T94" fmla="*/ 24 w 3485"/>
                <a:gd name="T95" fmla="*/ 7 h 3490"/>
                <a:gd name="T96" fmla="*/ 26 w 3485"/>
                <a:gd name="T97" fmla="*/ 17 h 3490"/>
                <a:gd name="T98" fmla="*/ 27 w 3485"/>
                <a:gd name="T99" fmla="*/ 18 h 3490"/>
                <a:gd name="T100" fmla="*/ 28 w 3485"/>
                <a:gd name="T101" fmla="*/ 21 h 3490"/>
                <a:gd name="T102" fmla="*/ 27 w 3485"/>
                <a:gd name="T103" fmla="*/ 23 h 3490"/>
                <a:gd name="T104" fmla="*/ 26 w 3485"/>
                <a:gd name="T105" fmla="*/ 24 h 3490"/>
                <a:gd name="T106" fmla="*/ 24 w 3485"/>
                <a:gd name="T107" fmla="*/ 23 h 3490"/>
                <a:gd name="T108" fmla="*/ 24 w 3485"/>
                <a:gd name="T109" fmla="*/ 20 h 3490"/>
                <a:gd name="T110" fmla="*/ 25 w 3485"/>
                <a:gd name="T111" fmla="*/ 18 h 3490"/>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w 3485"/>
                <a:gd name="T169" fmla="*/ 0 h 3490"/>
                <a:gd name="T170" fmla="*/ 3485 w 3485"/>
                <a:gd name="T171" fmla="*/ 3490 h 3490"/>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T168" t="T169" r="T170" b="T171"/>
              <a:pathLst>
                <a:path w="3485" h="3490">
                  <a:moveTo>
                    <a:pt x="1754" y="0"/>
                  </a:moveTo>
                  <a:lnTo>
                    <a:pt x="1797" y="2"/>
                  </a:lnTo>
                  <a:lnTo>
                    <a:pt x="1840" y="5"/>
                  </a:lnTo>
                  <a:lnTo>
                    <a:pt x="1881" y="12"/>
                  </a:lnTo>
                  <a:lnTo>
                    <a:pt x="1921" y="20"/>
                  </a:lnTo>
                  <a:lnTo>
                    <a:pt x="1959" y="31"/>
                  </a:lnTo>
                  <a:lnTo>
                    <a:pt x="1994" y="44"/>
                  </a:lnTo>
                  <a:lnTo>
                    <a:pt x="2028" y="59"/>
                  </a:lnTo>
                  <a:lnTo>
                    <a:pt x="2058" y="74"/>
                  </a:lnTo>
                  <a:lnTo>
                    <a:pt x="2086" y="93"/>
                  </a:lnTo>
                  <a:lnTo>
                    <a:pt x="2111" y="113"/>
                  </a:lnTo>
                  <a:lnTo>
                    <a:pt x="2132" y="133"/>
                  </a:lnTo>
                  <a:lnTo>
                    <a:pt x="2151" y="155"/>
                  </a:lnTo>
                  <a:lnTo>
                    <a:pt x="2165" y="179"/>
                  </a:lnTo>
                  <a:lnTo>
                    <a:pt x="2175" y="203"/>
                  </a:lnTo>
                  <a:lnTo>
                    <a:pt x="2182" y="229"/>
                  </a:lnTo>
                  <a:lnTo>
                    <a:pt x="2185" y="255"/>
                  </a:lnTo>
                  <a:lnTo>
                    <a:pt x="2182" y="281"/>
                  </a:lnTo>
                  <a:lnTo>
                    <a:pt x="2175" y="305"/>
                  </a:lnTo>
                  <a:lnTo>
                    <a:pt x="2165" y="330"/>
                  </a:lnTo>
                  <a:lnTo>
                    <a:pt x="2151" y="353"/>
                  </a:lnTo>
                  <a:lnTo>
                    <a:pt x="2132" y="376"/>
                  </a:lnTo>
                  <a:lnTo>
                    <a:pt x="2111" y="397"/>
                  </a:lnTo>
                  <a:lnTo>
                    <a:pt x="2086" y="417"/>
                  </a:lnTo>
                  <a:lnTo>
                    <a:pt x="2058" y="434"/>
                  </a:lnTo>
                  <a:lnTo>
                    <a:pt x="2028" y="451"/>
                  </a:lnTo>
                  <a:lnTo>
                    <a:pt x="1994" y="466"/>
                  </a:lnTo>
                  <a:lnTo>
                    <a:pt x="1959" y="479"/>
                  </a:lnTo>
                  <a:lnTo>
                    <a:pt x="1921" y="489"/>
                  </a:lnTo>
                  <a:lnTo>
                    <a:pt x="1881" y="498"/>
                  </a:lnTo>
                  <a:lnTo>
                    <a:pt x="1840" y="505"/>
                  </a:lnTo>
                  <a:lnTo>
                    <a:pt x="1797" y="508"/>
                  </a:lnTo>
                  <a:lnTo>
                    <a:pt x="1754" y="509"/>
                  </a:lnTo>
                  <a:lnTo>
                    <a:pt x="1710" y="508"/>
                  </a:lnTo>
                  <a:lnTo>
                    <a:pt x="1667" y="505"/>
                  </a:lnTo>
                  <a:lnTo>
                    <a:pt x="1626" y="498"/>
                  </a:lnTo>
                  <a:lnTo>
                    <a:pt x="1586" y="489"/>
                  </a:lnTo>
                  <a:lnTo>
                    <a:pt x="1548" y="479"/>
                  </a:lnTo>
                  <a:lnTo>
                    <a:pt x="1512" y="466"/>
                  </a:lnTo>
                  <a:lnTo>
                    <a:pt x="1479" y="451"/>
                  </a:lnTo>
                  <a:lnTo>
                    <a:pt x="1449" y="434"/>
                  </a:lnTo>
                  <a:lnTo>
                    <a:pt x="1421" y="417"/>
                  </a:lnTo>
                  <a:lnTo>
                    <a:pt x="1395" y="397"/>
                  </a:lnTo>
                  <a:lnTo>
                    <a:pt x="1374" y="376"/>
                  </a:lnTo>
                  <a:lnTo>
                    <a:pt x="1355" y="353"/>
                  </a:lnTo>
                  <a:lnTo>
                    <a:pt x="1341" y="330"/>
                  </a:lnTo>
                  <a:lnTo>
                    <a:pt x="1331" y="305"/>
                  </a:lnTo>
                  <a:lnTo>
                    <a:pt x="1324" y="281"/>
                  </a:lnTo>
                  <a:lnTo>
                    <a:pt x="1321" y="255"/>
                  </a:lnTo>
                  <a:lnTo>
                    <a:pt x="1324" y="229"/>
                  </a:lnTo>
                  <a:lnTo>
                    <a:pt x="1331" y="203"/>
                  </a:lnTo>
                  <a:lnTo>
                    <a:pt x="1341" y="179"/>
                  </a:lnTo>
                  <a:lnTo>
                    <a:pt x="1355" y="155"/>
                  </a:lnTo>
                  <a:lnTo>
                    <a:pt x="1374" y="133"/>
                  </a:lnTo>
                  <a:lnTo>
                    <a:pt x="1395" y="113"/>
                  </a:lnTo>
                  <a:lnTo>
                    <a:pt x="1421" y="93"/>
                  </a:lnTo>
                  <a:lnTo>
                    <a:pt x="1449" y="74"/>
                  </a:lnTo>
                  <a:lnTo>
                    <a:pt x="1479" y="59"/>
                  </a:lnTo>
                  <a:lnTo>
                    <a:pt x="1512" y="44"/>
                  </a:lnTo>
                  <a:lnTo>
                    <a:pt x="1548" y="31"/>
                  </a:lnTo>
                  <a:lnTo>
                    <a:pt x="1586" y="20"/>
                  </a:lnTo>
                  <a:lnTo>
                    <a:pt x="1626" y="12"/>
                  </a:lnTo>
                  <a:lnTo>
                    <a:pt x="1667" y="5"/>
                  </a:lnTo>
                  <a:lnTo>
                    <a:pt x="1710" y="2"/>
                  </a:lnTo>
                  <a:lnTo>
                    <a:pt x="1754" y="0"/>
                  </a:lnTo>
                  <a:close/>
                  <a:moveTo>
                    <a:pt x="239" y="786"/>
                  </a:moveTo>
                  <a:lnTo>
                    <a:pt x="263" y="788"/>
                  </a:lnTo>
                  <a:lnTo>
                    <a:pt x="287" y="794"/>
                  </a:lnTo>
                  <a:lnTo>
                    <a:pt x="309" y="805"/>
                  </a:lnTo>
                  <a:lnTo>
                    <a:pt x="331" y="819"/>
                  </a:lnTo>
                  <a:lnTo>
                    <a:pt x="352" y="836"/>
                  </a:lnTo>
                  <a:lnTo>
                    <a:pt x="372" y="857"/>
                  </a:lnTo>
                  <a:lnTo>
                    <a:pt x="390" y="882"/>
                  </a:lnTo>
                  <a:lnTo>
                    <a:pt x="407" y="909"/>
                  </a:lnTo>
                  <a:lnTo>
                    <a:pt x="423" y="940"/>
                  </a:lnTo>
                  <a:lnTo>
                    <a:pt x="437" y="971"/>
                  </a:lnTo>
                  <a:lnTo>
                    <a:pt x="448" y="1006"/>
                  </a:lnTo>
                  <a:lnTo>
                    <a:pt x="459" y="1043"/>
                  </a:lnTo>
                  <a:lnTo>
                    <a:pt x="467" y="1081"/>
                  </a:lnTo>
                  <a:lnTo>
                    <a:pt x="473" y="1121"/>
                  </a:lnTo>
                  <a:lnTo>
                    <a:pt x="476" y="1163"/>
                  </a:lnTo>
                  <a:lnTo>
                    <a:pt x="478" y="1206"/>
                  </a:lnTo>
                  <a:lnTo>
                    <a:pt x="476" y="1248"/>
                  </a:lnTo>
                  <a:lnTo>
                    <a:pt x="473" y="1290"/>
                  </a:lnTo>
                  <a:lnTo>
                    <a:pt x="467" y="1330"/>
                  </a:lnTo>
                  <a:lnTo>
                    <a:pt x="459" y="1367"/>
                  </a:lnTo>
                  <a:lnTo>
                    <a:pt x="448" y="1405"/>
                  </a:lnTo>
                  <a:lnTo>
                    <a:pt x="437" y="1439"/>
                  </a:lnTo>
                  <a:lnTo>
                    <a:pt x="423" y="1472"/>
                  </a:lnTo>
                  <a:lnTo>
                    <a:pt x="407" y="1501"/>
                  </a:lnTo>
                  <a:lnTo>
                    <a:pt x="390" y="1528"/>
                  </a:lnTo>
                  <a:lnTo>
                    <a:pt x="372" y="1553"/>
                  </a:lnTo>
                  <a:lnTo>
                    <a:pt x="352" y="1574"/>
                  </a:lnTo>
                  <a:lnTo>
                    <a:pt x="331" y="1591"/>
                  </a:lnTo>
                  <a:lnTo>
                    <a:pt x="309" y="1605"/>
                  </a:lnTo>
                  <a:lnTo>
                    <a:pt x="287" y="1616"/>
                  </a:lnTo>
                  <a:lnTo>
                    <a:pt x="263" y="1622"/>
                  </a:lnTo>
                  <a:lnTo>
                    <a:pt x="239" y="1624"/>
                  </a:lnTo>
                  <a:lnTo>
                    <a:pt x="214" y="1622"/>
                  </a:lnTo>
                  <a:lnTo>
                    <a:pt x="191" y="1616"/>
                  </a:lnTo>
                  <a:lnTo>
                    <a:pt x="168" y="1605"/>
                  </a:lnTo>
                  <a:lnTo>
                    <a:pt x="146" y="1591"/>
                  </a:lnTo>
                  <a:lnTo>
                    <a:pt x="125" y="1574"/>
                  </a:lnTo>
                  <a:lnTo>
                    <a:pt x="105" y="1553"/>
                  </a:lnTo>
                  <a:lnTo>
                    <a:pt x="87" y="1528"/>
                  </a:lnTo>
                  <a:lnTo>
                    <a:pt x="70" y="1501"/>
                  </a:lnTo>
                  <a:lnTo>
                    <a:pt x="55" y="1472"/>
                  </a:lnTo>
                  <a:lnTo>
                    <a:pt x="41" y="1439"/>
                  </a:lnTo>
                  <a:lnTo>
                    <a:pt x="29" y="1405"/>
                  </a:lnTo>
                  <a:lnTo>
                    <a:pt x="18" y="1367"/>
                  </a:lnTo>
                  <a:lnTo>
                    <a:pt x="10" y="1330"/>
                  </a:lnTo>
                  <a:lnTo>
                    <a:pt x="4" y="1290"/>
                  </a:lnTo>
                  <a:lnTo>
                    <a:pt x="1" y="1248"/>
                  </a:lnTo>
                  <a:lnTo>
                    <a:pt x="0" y="1206"/>
                  </a:lnTo>
                  <a:lnTo>
                    <a:pt x="1" y="1163"/>
                  </a:lnTo>
                  <a:lnTo>
                    <a:pt x="4" y="1121"/>
                  </a:lnTo>
                  <a:lnTo>
                    <a:pt x="10" y="1081"/>
                  </a:lnTo>
                  <a:lnTo>
                    <a:pt x="18" y="1043"/>
                  </a:lnTo>
                  <a:lnTo>
                    <a:pt x="29" y="1006"/>
                  </a:lnTo>
                  <a:lnTo>
                    <a:pt x="41" y="971"/>
                  </a:lnTo>
                  <a:lnTo>
                    <a:pt x="55" y="940"/>
                  </a:lnTo>
                  <a:lnTo>
                    <a:pt x="70" y="909"/>
                  </a:lnTo>
                  <a:lnTo>
                    <a:pt x="87" y="882"/>
                  </a:lnTo>
                  <a:lnTo>
                    <a:pt x="105" y="857"/>
                  </a:lnTo>
                  <a:lnTo>
                    <a:pt x="125" y="836"/>
                  </a:lnTo>
                  <a:lnTo>
                    <a:pt x="146" y="819"/>
                  </a:lnTo>
                  <a:lnTo>
                    <a:pt x="168" y="805"/>
                  </a:lnTo>
                  <a:lnTo>
                    <a:pt x="191" y="794"/>
                  </a:lnTo>
                  <a:lnTo>
                    <a:pt x="214" y="788"/>
                  </a:lnTo>
                  <a:lnTo>
                    <a:pt x="239" y="786"/>
                  </a:lnTo>
                  <a:close/>
                  <a:moveTo>
                    <a:pt x="1119" y="2495"/>
                  </a:moveTo>
                  <a:lnTo>
                    <a:pt x="1143" y="2498"/>
                  </a:lnTo>
                  <a:lnTo>
                    <a:pt x="1167" y="2504"/>
                  </a:lnTo>
                  <a:lnTo>
                    <a:pt x="1190" y="2514"/>
                  </a:lnTo>
                  <a:lnTo>
                    <a:pt x="1211" y="2528"/>
                  </a:lnTo>
                  <a:lnTo>
                    <a:pt x="1232" y="2546"/>
                  </a:lnTo>
                  <a:lnTo>
                    <a:pt x="1252" y="2567"/>
                  </a:lnTo>
                  <a:lnTo>
                    <a:pt x="1271" y="2592"/>
                  </a:lnTo>
                  <a:lnTo>
                    <a:pt x="1288" y="2618"/>
                  </a:lnTo>
                  <a:lnTo>
                    <a:pt x="1304" y="2648"/>
                  </a:lnTo>
                  <a:lnTo>
                    <a:pt x="1318" y="2681"/>
                  </a:lnTo>
                  <a:lnTo>
                    <a:pt x="1329" y="2715"/>
                  </a:lnTo>
                  <a:lnTo>
                    <a:pt x="1340" y="2752"/>
                  </a:lnTo>
                  <a:lnTo>
                    <a:pt x="1348" y="2790"/>
                  </a:lnTo>
                  <a:lnTo>
                    <a:pt x="1354" y="2830"/>
                  </a:lnTo>
                  <a:lnTo>
                    <a:pt x="1358" y="2872"/>
                  </a:lnTo>
                  <a:lnTo>
                    <a:pt x="1359" y="2914"/>
                  </a:lnTo>
                  <a:lnTo>
                    <a:pt x="1358" y="2956"/>
                  </a:lnTo>
                  <a:lnTo>
                    <a:pt x="1354" y="2998"/>
                  </a:lnTo>
                  <a:lnTo>
                    <a:pt x="1348" y="3038"/>
                  </a:lnTo>
                  <a:lnTo>
                    <a:pt x="1340" y="3077"/>
                  </a:lnTo>
                  <a:lnTo>
                    <a:pt x="1329" y="3113"/>
                  </a:lnTo>
                  <a:lnTo>
                    <a:pt x="1318" y="3147"/>
                  </a:lnTo>
                  <a:lnTo>
                    <a:pt x="1304" y="3180"/>
                  </a:lnTo>
                  <a:lnTo>
                    <a:pt x="1288" y="3209"/>
                  </a:lnTo>
                  <a:lnTo>
                    <a:pt x="1271" y="3238"/>
                  </a:lnTo>
                  <a:lnTo>
                    <a:pt x="1252" y="3261"/>
                  </a:lnTo>
                  <a:lnTo>
                    <a:pt x="1232" y="3282"/>
                  </a:lnTo>
                  <a:lnTo>
                    <a:pt x="1211" y="3301"/>
                  </a:lnTo>
                  <a:lnTo>
                    <a:pt x="1190" y="3315"/>
                  </a:lnTo>
                  <a:lnTo>
                    <a:pt x="1167" y="3325"/>
                  </a:lnTo>
                  <a:lnTo>
                    <a:pt x="1143" y="3331"/>
                  </a:lnTo>
                  <a:lnTo>
                    <a:pt x="1119" y="3334"/>
                  </a:lnTo>
                  <a:lnTo>
                    <a:pt x="1094" y="3331"/>
                  </a:lnTo>
                  <a:lnTo>
                    <a:pt x="1070" y="3325"/>
                  </a:lnTo>
                  <a:lnTo>
                    <a:pt x="1048" y="3315"/>
                  </a:lnTo>
                  <a:lnTo>
                    <a:pt x="1026" y="3301"/>
                  </a:lnTo>
                  <a:lnTo>
                    <a:pt x="1005" y="3282"/>
                  </a:lnTo>
                  <a:lnTo>
                    <a:pt x="985" y="3261"/>
                  </a:lnTo>
                  <a:lnTo>
                    <a:pt x="967" y="3238"/>
                  </a:lnTo>
                  <a:lnTo>
                    <a:pt x="950" y="3209"/>
                  </a:lnTo>
                  <a:lnTo>
                    <a:pt x="935" y="3180"/>
                  </a:lnTo>
                  <a:lnTo>
                    <a:pt x="921" y="3147"/>
                  </a:lnTo>
                  <a:lnTo>
                    <a:pt x="909" y="3113"/>
                  </a:lnTo>
                  <a:lnTo>
                    <a:pt x="898" y="3077"/>
                  </a:lnTo>
                  <a:lnTo>
                    <a:pt x="890" y="3038"/>
                  </a:lnTo>
                  <a:lnTo>
                    <a:pt x="884" y="2998"/>
                  </a:lnTo>
                  <a:lnTo>
                    <a:pt x="881" y="2956"/>
                  </a:lnTo>
                  <a:lnTo>
                    <a:pt x="880" y="2914"/>
                  </a:lnTo>
                  <a:lnTo>
                    <a:pt x="881" y="2872"/>
                  </a:lnTo>
                  <a:lnTo>
                    <a:pt x="884" y="2830"/>
                  </a:lnTo>
                  <a:lnTo>
                    <a:pt x="890" y="2790"/>
                  </a:lnTo>
                  <a:lnTo>
                    <a:pt x="898" y="2752"/>
                  </a:lnTo>
                  <a:lnTo>
                    <a:pt x="909" y="2715"/>
                  </a:lnTo>
                  <a:lnTo>
                    <a:pt x="921" y="2681"/>
                  </a:lnTo>
                  <a:lnTo>
                    <a:pt x="935" y="2648"/>
                  </a:lnTo>
                  <a:lnTo>
                    <a:pt x="950" y="2618"/>
                  </a:lnTo>
                  <a:lnTo>
                    <a:pt x="967" y="2592"/>
                  </a:lnTo>
                  <a:lnTo>
                    <a:pt x="985" y="2567"/>
                  </a:lnTo>
                  <a:lnTo>
                    <a:pt x="1005" y="2546"/>
                  </a:lnTo>
                  <a:lnTo>
                    <a:pt x="1026" y="2528"/>
                  </a:lnTo>
                  <a:lnTo>
                    <a:pt x="1048" y="2514"/>
                  </a:lnTo>
                  <a:lnTo>
                    <a:pt x="1070" y="2504"/>
                  </a:lnTo>
                  <a:lnTo>
                    <a:pt x="1094" y="2498"/>
                  </a:lnTo>
                  <a:lnTo>
                    <a:pt x="1119" y="2495"/>
                  </a:lnTo>
                  <a:close/>
                  <a:moveTo>
                    <a:pt x="2380" y="2651"/>
                  </a:moveTo>
                  <a:lnTo>
                    <a:pt x="2405" y="2654"/>
                  </a:lnTo>
                  <a:lnTo>
                    <a:pt x="2428" y="2660"/>
                  </a:lnTo>
                  <a:lnTo>
                    <a:pt x="2452" y="2670"/>
                  </a:lnTo>
                  <a:lnTo>
                    <a:pt x="2473" y="2684"/>
                  </a:lnTo>
                  <a:lnTo>
                    <a:pt x="2494" y="2703"/>
                  </a:lnTo>
                  <a:lnTo>
                    <a:pt x="2514" y="2724"/>
                  </a:lnTo>
                  <a:lnTo>
                    <a:pt x="2533" y="2747"/>
                  </a:lnTo>
                  <a:lnTo>
                    <a:pt x="2550" y="2774"/>
                  </a:lnTo>
                  <a:lnTo>
                    <a:pt x="2565" y="2805"/>
                  </a:lnTo>
                  <a:lnTo>
                    <a:pt x="2580" y="2838"/>
                  </a:lnTo>
                  <a:lnTo>
                    <a:pt x="2591" y="2872"/>
                  </a:lnTo>
                  <a:lnTo>
                    <a:pt x="2602" y="2908"/>
                  </a:lnTo>
                  <a:lnTo>
                    <a:pt x="2610" y="2947"/>
                  </a:lnTo>
                  <a:lnTo>
                    <a:pt x="2616" y="2987"/>
                  </a:lnTo>
                  <a:lnTo>
                    <a:pt x="2619" y="3029"/>
                  </a:lnTo>
                  <a:lnTo>
                    <a:pt x="2621" y="3071"/>
                  </a:lnTo>
                  <a:lnTo>
                    <a:pt x="2619" y="3113"/>
                  </a:lnTo>
                  <a:lnTo>
                    <a:pt x="2616" y="3155"/>
                  </a:lnTo>
                  <a:lnTo>
                    <a:pt x="2610" y="3195"/>
                  </a:lnTo>
                  <a:lnTo>
                    <a:pt x="2602" y="3233"/>
                  </a:lnTo>
                  <a:lnTo>
                    <a:pt x="2591" y="3270"/>
                  </a:lnTo>
                  <a:lnTo>
                    <a:pt x="2580" y="3304"/>
                  </a:lnTo>
                  <a:lnTo>
                    <a:pt x="2565" y="3337"/>
                  </a:lnTo>
                  <a:lnTo>
                    <a:pt x="2550" y="3367"/>
                  </a:lnTo>
                  <a:lnTo>
                    <a:pt x="2533" y="3393"/>
                  </a:lnTo>
                  <a:lnTo>
                    <a:pt x="2514" y="3418"/>
                  </a:lnTo>
                  <a:lnTo>
                    <a:pt x="2494" y="3439"/>
                  </a:lnTo>
                  <a:lnTo>
                    <a:pt x="2473" y="3457"/>
                  </a:lnTo>
                  <a:lnTo>
                    <a:pt x="2452" y="3471"/>
                  </a:lnTo>
                  <a:lnTo>
                    <a:pt x="2428" y="3481"/>
                  </a:lnTo>
                  <a:lnTo>
                    <a:pt x="2405" y="3487"/>
                  </a:lnTo>
                  <a:lnTo>
                    <a:pt x="2380" y="3490"/>
                  </a:lnTo>
                  <a:lnTo>
                    <a:pt x="2356" y="3487"/>
                  </a:lnTo>
                  <a:lnTo>
                    <a:pt x="2332" y="3481"/>
                  </a:lnTo>
                  <a:lnTo>
                    <a:pt x="2310" y="3471"/>
                  </a:lnTo>
                  <a:lnTo>
                    <a:pt x="2288" y="3457"/>
                  </a:lnTo>
                  <a:lnTo>
                    <a:pt x="2267" y="3439"/>
                  </a:lnTo>
                  <a:lnTo>
                    <a:pt x="2248" y="3418"/>
                  </a:lnTo>
                  <a:lnTo>
                    <a:pt x="2229" y="3393"/>
                  </a:lnTo>
                  <a:lnTo>
                    <a:pt x="2212" y="3367"/>
                  </a:lnTo>
                  <a:lnTo>
                    <a:pt x="2196" y="3337"/>
                  </a:lnTo>
                  <a:lnTo>
                    <a:pt x="2182" y="3304"/>
                  </a:lnTo>
                  <a:lnTo>
                    <a:pt x="2171" y="3270"/>
                  </a:lnTo>
                  <a:lnTo>
                    <a:pt x="2160" y="3233"/>
                  </a:lnTo>
                  <a:lnTo>
                    <a:pt x="2152" y="3195"/>
                  </a:lnTo>
                  <a:lnTo>
                    <a:pt x="2146" y="3155"/>
                  </a:lnTo>
                  <a:lnTo>
                    <a:pt x="2142" y="3113"/>
                  </a:lnTo>
                  <a:lnTo>
                    <a:pt x="2141" y="3071"/>
                  </a:lnTo>
                  <a:lnTo>
                    <a:pt x="2142" y="3029"/>
                  </a:lnTo>
                  <a:lnTo>
                    <a:pt x="2146" y="2987"/>
                  </a:lnTo>
                  <a:lnTo>
                    <a:pt x="2152" y="2947"/>
                  </a:lnTo>
                  <a:lnTo>
                    <a:pt x="2160" y="2908"/>
                  </a:lnTo>
                  <a:lnTo>
                    <a:pt x="2171" y="2872"/>
                  </a:lnTo>
                  <a:lnTo>
                    <a:pt x="2182" y="2838"/>
                  </a:lnTo>
                  <a:lnTo>
                    <a:pt x="2196" y="2805"/>
                  </a:lnTo>
                  <a:lnTo>
                    <a:pt x="2212" y="2774"/>
                  </a:lnTo>
                  <a:lnTo>
                    <a:pt x="2229" y="2747"/>
                  </a:lnTo>
                  <a:lnTo>
                    <a:pt x="2248" y="2724"/>
                  </a:lnTo>
                  <a:lnTo>
                    <a:pt x="2267" y="2703"/>
                  </a:lnTo>
                  <a:lnTo>
                    <a:pt x="2288" y="2684"/>
                  </a:lnTo>
                  <a:lnTo>
                    <a:pt x="2310" y="2670"/>
                  </a:lnTo>
                  <a:lnTo>
                    <a:pt x="2332" y="2660"/>
                  </a:lnTo>
                  <a:lnTo>
                    <a:pt x="2356" y="2654"/>
                  </a:lnTo>
                  <a:lnTo>
                    <a:pt x="2380" y="2651"/>
                  </a:lnTo>
                  <a:close/>
                  <a:moveTo>
                    <a:pt x="2342" y="1355"/>
                  </a:moveTo>
                  <a:lnTo>
                    <a:pt x="2366" y="1357"/>
                  </a:lnTo>
                  <a:lnTo>
                    <a:pt x="2390" y="1363"/>
                  </a:lnTo>
                  <a:lnTo>
                    <a:pt x="2412" y="1373"/>
                  </a:lnTo>
                  <a:lnTo>
                    <a:pt x="2434" y="1387"/>
                  </a:lnTo>
                  <a:lnTo>
                    <a:pt x="2455" y="1405"/>
                  </a:lnTo>
                  <a:lnTo>
                    <a:pt x="2475" y="1426"/>
                  </a:lnTo>
                  <a:lnTo>
                    <a:pt x="2493" y="1451"/>
                  </a:lnTo>
                  <a:lnTo>
                    <a:pt x="2510" y="1478"/>
                  </a:lnTo>
                  <a:lnTo>
                    <a:pt x="2526" y="1507"/>
                  </a:lnTo>
                  <a:lnTo>
                    <a:pt x="2540" y="1540"/>
                  </a:lnTo>
                  <a:lnTo>
                    <a:pt x="2551" y="1574"/>
                  </a:lnTo>
                  <a:lnTo>
                    <a:pt x="2562" y="1611"/>
                  </a:lnTo>
                  <a:lnTo>
                    <a:pt x="2570" y="1649"/>
                  </a:lnTo>
                  <a:lnTo>
                    <a:pt x="2576" y="1689"/>
                  </a:lnTo>
                  <a:lnTo>
                    <a:pt x="2580" y="1731"/>
                  </a:lnTo>
                  <a:lnTo>
                    <a:pt x="2581" y="1773"/>
                  </a:lnTo>
                  <a:lnTo>
                    <a:pt x="2580" y="1815"/>
                  </a:lnTo>
                  <a:lnTo>
                    <a:pt x="2576" y="1858"/>
                  </a:lnTo>
                  <a:lnTo>
                    <a:pt x="2570" y="1897"/>
                  </a:lnTo>
                  <a:lnTo>
                    <a:pt x="2562" y="1936"/>
                  </a:lnTo>
                  <a:lnTo>
                    <a:pt x="2551" y="1972"/>
                  </a:lnTo>
                  <a:lnTo>
                    <a:pt x="2540" y="2008"/>
                  </a:lnTo>
                  <a:lnTo>
                    <a:pt x="2526" y="2039"/>
                  </a:lnTo>
                  <a:lnTo>
                    <a:pt x="2510" y="2070"/>
                  </a:lnTo>
                  <a:lnTo>
                    <a:pt x="2493" y="2097"/>
                  </a:lnTo>
                  <a:lnTo>
                    <a:pt x="2475" y="2121"/>
                  </a:lnTo>
                  <a:lnTo>
                    <a:pt x="2455" y="2142"/>
                  </a:lnTo>
                  <a:lnTo>
                    <a:pt x="2434" y="2160"/>
                  </a:lnTo>
                  <a:lnTo>
                    <a:pt x="2412" y="2174"/>
                  </a:lnTo>
                  <a:lnTo>
                    <a:pt x="2390" y="2185"/>
                  </a:lnTo>
                  <a:lnTo>
                    <a:pt x="2366" y="2191"/>
                  </a:lnTo>
                  <a:lnTo>
                    <a:pt x="2342" y="2193"/>
                  </a:lnTo>
                  <a:lnTo>
                    <a:pt x="2317" y="2191"/>
                  </a:lnTo>
                  <a:lnTo>
                    <a:pt x="2294" y="2185"/>
                  </a:lnTo>
                  <a:lnTo>
                    <a:pt x="2270" y="2174"/>
                  </a:lnTo>
                  <a:lnTo>
                    <a:pt x="2249" y="2160"/>
                  </a:lnTo>
                  <a:lnTo>
                    <a:pt x="2228" y="2142"/>
                  </a:lnTo>
                  <a:lnTo>
                    <a:pt x="2208" y="2121"/>
                  </a:lnTo>
                  <a:lnTo>
                    <a:pt x="2189" y="2097"/>
                  </a:lnTo>
                  <a:lnTo>
                    <a:pt x="2173" y="2070"/>
                  </a:lnTo>
                  <a:lnTo>
                    <a:pt x="2157" y="2039"/>
                  </a:lnTo>
                  <a:lnTo>
                    <a:pt x="2142" y="2008"/>
                  </a:lnTo>
                  <a:lnTo>
                    <a:pt x="2131" y="1972"/>
                  </a:lnTo>
                  <a:lnTo>
                    <a:pt x="2120" y="1936"/>
                  </a:lnTo>
                  <a:lnTo>
                    <a:pt x="2112" y="1897"/>
                  </a:lnTo>
                  <a:lnTo>
                    <a:pt x="2106" y="1858"/>
                  </a:lnTo>
                  <a:lnTo>
                    <a:pt x="2103" y="1815"/>
                  </a:lnTo>
                  <a:lnTo>
                    <a:pt x="2101" y="1773"/>
                  </a:lnTo>
                  <a:lnTo>
                    <a:pt x="2103" y="1731"/>
                  </a:lnTo>
                  <a:lnTo>
                    <a:pt x="2106" y="1689"/>
                  </a:lnTo>
                  <a:lnTo>
                    <a:pt x="2112" y="1649"/>
                  </a:lnTo>
                  <a:lnTo>
                    <a:pt x="2120" y="1611"/>
                  </a:lnTo>
                  <a:lnTo>
                    <a:pt x="2131" y="1574"/>
                  </a:lnTo>
                  <a:lnTo>
                    <a:pt x="2142" y="1540"/>
                  </a:lnTo>
                  <a:lnTo>
                    <a:pt x="2157" y="1507"/>
                  </a:lnTo>
                  <a:lnTo>
                    <a:pt x="2173" y="1478"/>
                  </a:lnTo>
                  <a:lnTo>
                    <a:pt x="2189" y="1451"/>
                  </a:lnTo>
                  <a:lnTo>
                    <a:pt x="2208" y="1426"/>
                  </a:lnTo>
                  <a:lnTo>
                    <a:pt x="2228" y="1405"/>
                  </a:lnTo>
                  <a:lnTo>
                    <a:pt x="2249" y="1387"/>
                  </a:lnTo>
                  <a:lnTo>
                    <a:pt x="2270" y="1373"/>
                  </a:lnTo>
                  <a:lnTo>
                    <a:pt x="2294" y="1363"/>
                  </a:lnTo>
                  <a:lnTo>
                    <a:pt x="2317" y="1357"/>
                  </a:lnTo>
                  <a:lnTo>
                    <a:pt x="2342" y="1355"/>
                  </a:lnTo>
                  <a:close/>
                  <a:moveTo>
                    <a:pt x="3179" y="819"/>
                  </a:moveTo>
                  <a:lnTo>
                    <a:pt x="3204" y="821"/>
                  </a:lnTo>
                  <a:lnTo>
                    <a:pt x="3227" y="827"/>
                  </a:lnTo>
                  <a:lnTo>
                    <a:pt x="3250" y="838"/>
                  </a:lnTo>
                  <a:lnTo>
                    <a:pt x="3272" y="852"/>
                  </a:lnTo>
                  <a:lnTo>
                    <a:pt x="3293" y="869"/>
                  </a:lnTo>
                  <a:lnTo>
                    <a:pt x="3312" y="890"/>
                  </a:lnTo>
                  <a:lnTo>
                    <a:pt x="3331" y="915"/>
                  </a:lnTo>
                  <a:lnTo>
                    <a:pt x="3348" y="942"/>
                  </a:lnTo>
                  <a:lnTo>
                    <a:pt x="3363" y="971"/>
                  </a:lnTo>
                  <a:lnTo>
                    <a:pt x="3377" y="1004"/>
                  </a:lnTo>
                  <a:lnTo>
                    <a:pt x="3389" y="1038"/>
                  </a:lnTo>
                  <a:lnTo>
                    <a:pt x="3400" y="1076"/>
                  </a:lnTo>
                  <a:lnTo>
                    <a:pt x="3408" y="1113"/>
                  </a:lnTo>
                  <a:lnTo>
                    <a:pt x="3414" y="1153"/>
                  </a:lnTo>
                  <a:lnTo>
                    <a:pt x="3417" y="1195"/>
                  </a:lnTo>
                  <a:lnTo>
                    <a:pt x="3418" y="1237"/>
                  </a:lnTo>
                  <a:lnTo>
                    <a:pt x="3417" y="1280"/>
                  </a:lnTo>
                  <a:lnTo>
                    <a:pt x="3414" y="1322"/>
                  </a:lnTo>
                  <a:lnTo>
                    <a:pt x="3408" y="1362"/>
                  </a:lnTo>
                  <a:lnTo>
                    <a:pt x="3400" y="1399"/>
                  </a:lnTo>
                  <a:lnTo>
                    <a:pt x="3389" y="1437"/>
                  </a:lnTo>
                  <a:lnTo>
                    <a:pt x="3377" y="1471"/>
                  </a:lnTo>
                  <a:lnTo>
                    <a:pt x="3363" y="1503"/>
                  </a:lnTo>
                  <a:lnTo>
                    <a:pt x="3348" y="1533"/>
                  </a:lnTo>
                  <a:lnTo>
                    <a:pt x="3331" y="1560"/>
                  </a:lnTo>
                  <a:lnTo>
                    <a:pt x="3312" y="1584"/>
                  </a:lnTo>
                  <a:lnTo>
                    <a:pt x="3293" y="1605"/>
                  </a:lnTo>
                  <a:lnTo>
                    <a:pt x="3272" y="1623"/>
                  </a:lnTo>
                  <a:lnTo>
                    <a:pt x="3250" y="1637"/>
                  </a:lnTo>
                  <a:lnTo>
                    <a:pt x="3227" y="1648"/>
                  </a:lnTo>
                  <a:lnTo>
                    <a:pt x="3204" y="1654"/>
                  </a:lnTo>
                  <a:lnTo>
                    <a:pt x="3179" y="1656"/>
                  </a:lnTo>
                  <a:lnTo>
                    <a:pt x="3155" y="1654"/>
                  </a:lnTo>
                  <a:lnTo>
                    <a:pt x="3131" y="1648"/>
                  </a:lnTo>
                  <a:lnTo>
                    <a:pt x="3108" y="1637"/>
                  </a:lnTo>
                  <a:lnTo>
                    <a:pt x="3087" y="1623"/>
                  </a:lnTo>
                  <a:lnTo>
                    <a:pt x="3066" y="1605"/>
                  </a:lnTo>
                  <a:lnTo>
                    <a:pt x="3046" y="1584"/>
                  </a:lnTo>
                  <a:lnTo>
                    <a:pt x="3027" y="1560"/>
                  </a:lnTo>
                  <a:lnTo>
                    <a:pt x="3011" y="1533"/>
                  </a:lnTo>
                  <a:lnTo>
                    <a:pt x="2994" y="1503"/>
                  </a:lnTo>
                  <a:lnTo>
                    <a:pt x="2980" y="1471"/>
                  </a:lnTo>
                  <a:lnTo>
                    <a:pt x="2968" y="1437"/>
                  </a:lnTo>
                  <a:lnTo>
                    <a:pt x="2958" y="1399"/>
                  </a:lnTo>
                  <a:lnTo>
                    <a:pt x="2950" y="1362"/>
                  </a:lnTo>
                  <a:lnTo>
                    <a:pt x="2944" y="1322"/>
                  </a:lnTo>
                  <a:lnTo>
                    <a:pt x="2940" y="1280"/>
                  </a:lnTo>
                  <a:lnTo>
                    <a:pt x="2939" y="1237"/>
                  </a:lnTo>
                  <a:lnTo>
                    <a:pt x="2940" y="1195"/>
                  </a:lnTo>
                  <a:lnTo>
                    <a:pt x="2944" y="1153"/>
                  </a:lnTo>
                  <a:lnTo>
                    <a:pt x="2950" y="1113"/>
                  </a:lnTo>
                  <a:lnTo>
                    <a:pt x="2958" y="1076"/>
                  </a:lnTo>
                  <a:lnTo>
                    <a:pt x="2968" y="1038"/>
                  </a:lnTo>
                  <a:lnTo>
                    <a:pt x="2980" y="1004"/>
                  </a:lnTo>
                  <a:lnTo>
                    <a:pt x="2994" y="971"/>
                  </a:lnTo>
                  <a:lnTo>
                    <a:pt x="3011" y="942"/>
                  </a:lnTo>
                  <a:lnTo>
                    <a:pt x="3027" y="915"/>
                  </a:lnTo>
                  <a:lnTo>
                    <a:pt x="3046" y="890"/>
                  </a:lnTo>
                  <a:lnTo>
                    <a:pt x="3066" y="869"/>
                  </a:lnTo>
                  <a:lnTo>
                    <a:pt x="3087" y="852"/>
                  </a:lnTo>
                  <a:lnTo>
                    <a:pt x="3108" y="838"/>
                  </a:lnTo>
                  <a:lnTo>
                    <a:pt x="3131" y="827"/>
                  </a:lnTo>
                  <a:lnTo>
                    <a:pt x="3155" y="821"/>
                  </a:lnTo>
                  <a:lnTo>
                    <a:pt x="3179" y="819"/>
                  </a:lnTo>
                  <a:close/>
                  <a:moveTo>
                    <a:pt x="3246" y="2144"/>
                  </a:moveTo>
                  <a:lnTo>
                    <a:pt x="3271" y="2146"/>
                  </a:lnTo>
                  <a:lnTo>
                    <a:pt x="3294" y="2152"/>
                  </a:lnTo>
                  <a:lnTo>
                    <a:pt x="3316" y="2162"/>
                  </a:lnTo>
                  <a:lnTo>
                    <a:pt x="3339" y="2176"/>
                  </a:lnTo>
                  <a:lnTo>
                    <a:pt x="3360" y="2194"/>
                  </a:lnTo>
                  <a:lnTo>
                    <a:pt x="3380" y="2215"/>
                  </a:lnTo>
                  <a:lnTo>
                    <a:pt x="3397" y="2240"/>
                  </a:lnTo>
                  <a:lnTo>
                    <a:pt x="3415" y="2267"/>
                  </a:lnTo>
                  <a:lnTo>
                    <a:pt x="3430" y="2296"/>
                  </a:lnTo>
                  <a:lnTo>
                    <a:pt x="3444" y="2329"/>
                  </a:lnTo>
                  <a:lnTo>
                    <a:pt x="3456" y="2363"/>
                  </a:lnTo>
                  <a:lnTo>
                    <a:pt x="3466" y="2400"/>
                  </a:lnTo>
                  <a:lnTo>
                    <a:pt x="3475" y="2438"/>
                  </a:lnTo>
                  <a:lnTo>
                    <a:pt x="3480" y="2478"/>
                  </a:lnTo>
                  <a:lnTo>
                    <a:pt x="3484" y="2520"/>
                  </a:lnTo>
                  <a:lnTo>
                    <a:pt x="3485" y="2562"/>
                  </a:lnTo>
                  <a:lnTo>
                    <a:pt x="3484" y="2604"/>
                  </a:lnTo>
                  <a:lnTo>
                    <a:pt x="3480" y="2647"/>
                  </a:lnTo>
                  <a:lnTo>
                    <a:pt x="3475" y="2686"/>
                  </a:lnTo>
                  <a:lnTo>
                    <a:pt x="3466" y="2725"/>
                  </a:lnTo>
                  <a:lnTo>
                    <a:pt x="3456" y="2762"/>
                  </a:lnTo>
                  <a:lnTo>
                    <a:pt x="3444" y="2796"/>
                  </a:lnTo>
                  <a:lnTo>
                    <a:pt x="3430" y="2828"/>
                  </a:lnTo>
                  <a:lnTo>
                    <a:pt x="3415" y="2858"/>
                  </a:lnTo>
                  <a:lnTo>
                    <a:pt x="3397" y="2886"/>
                  </a:lnTo>
                  <a:lnTo>
                    <a:pt x="3380" y="2909"/>
                  </a:lnTo>
                  <a:lnTo>
                    <a:pt x="3360" y="2930"/>
                  </a:lnTo>
                  <a:lnTo>
                    <a:pt x="3339" y="2949"/>
                  </a:lnTo>
                  <a:lnTo>
                    <a:pt x="3316" y="2963"/>
                  </a:lnTo>
                  <a:lnTo>
                    <a:pt x="3294" y="2974"/>
                  </a:lnTo>
                  <a:lnTo>
                    <a:pt x="3271" y="2980"/>
                  </a:lnTo>
                  <a:lnTo>
                    <a:pt x="3246" y="2982"/>
                  </a:lnTo>
                  <a:lnTo>
                    <a:pt x="3222" y="2980"/>
                  </a:lnTo>
                  <a:lnTo>
                    <a:pt x="3198" y="2974"/>
                  </a:lnTo>
                  <a:lnTo>
                    <a:pt x="3176" y="2963"/>
                  </a:lnTo>
                  <a:lnTo>
                    <a:pt x="3154" y="2949"/>
                  </a:lnTo>
                  <a:lnTo>
                    <a:pt x="3133" y="2930"/>
                  </a:lnTo>
                  <a:lnTo>
                    <a:pt x="3113" y="2909"/>
                  </a:lnTo>
                  <a:lnTo>
                    <a:pt x="3095" y="2886"/>
                  </a:lnTo>
                  <a:lnTo>
                    <a:pt x="3077" y="2858"/>
                  </a:lnTo>
                  <a:lnTo>
                    <a:pt x="3062" y="2828"/>
                  </a:lnTo>
                  <a:lnTo>
                    <a:pt x="3048" y="2796"/>
                  </a:lnTo>
                  <a:lnTo>
                    <a:pt x="3036" y="2762"/>
                  </a:lnTo>
                  <a:lnTo>
                    <a:pt x="3026" y="2725"/>
                  </a:lnTo>
                  <a:lnTo>
                    <a:pt x="3018" y="2686"/>
                  </a:lnTo>
                  <a:lnTo>
                    <a:pt x="3012" y="2647"/>
                  </a:lnTo>
                  <a:lnTo>
                    <a:pt x="3008" y="2604"/>
                  </a:lnTo>
                  <a:lnTo>
                    <a:pt x="3007" y="2562"/>
                  </a:lnTo>
                  <a:lnTo>
                    <a:pt x="3008" y="2520"/>
                  </a:lnTo>
                  <a:lnTo>
                    <a:pt x="3012" y="2478"/>
                  </a:lnTo>
                  <a:lnTo>
                    <a:pt x="3018" y="2438"/>
                  </a:lnTo>
                  <a:lnTo>
                    <a:pt x="3026" y="2400"/>
                  </a:lnTo>
                  <a:lnTo>
                    <a:pt x="3036" y="2363"/>
                  </a:lnTo>
                  <a:lnTo>
                    <a:pt x="3048" y="2329"/>
                  </a:lnTo>
                  <a:lnTo>
                    <a:pt x="3062" y="2296"/>
                  </a:lnTo>
                  <a:lnTo>
                    <a:pt x="3077" y="2267"/>
                  </a:lnTo>
                  <a:lnTo>
                    <a:pt x="3095" y="2240"/>
                  </a:lnTo>
                  <a:lnTo>
                    <a:pt x="3113" y="2215"/>
                  </a:lnTo>
                  <a:lnTo>
                    <a:pt x="3133" y="2194"/>
                  </a:lnTo>
                  <a:lnTo>
                    <a:pt x="3154" y="2176"/>
                  </a:lnTo>
                  <a:lnTo>
                    <a:pt x="3176" y="2162"/>
                  </a:lnTo>
                  <a:lnTo>
                    <a:pt x="3198" y="2152"/>
                  </a:lnTo>
                  <a:lnTo>
                    <a:pt x="3222" y="2146"/>
                  </a:lnTo>
                  <a:lnTo>
                    <a:pt x="3246" y="214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8852" name="Freeform 56"/>
            <p:cNvSpPr>
              <a:spLocks/>
            </p:cNvSpPr>
            <p:nvPr/>
          </p:nvSpPr>
          <p:spPr bwMode="auto">
            <a:xfrm>
              <a:off x="1267" y="1588"/>
              <a:ext cx="87" cy="52"/>
            </a:xfrm>
            <a:custGeom>
              <a:avLst/>
              <a:gdLst>
                <a:gd name="T0" fmla="*/ 3 w 437"/>
                <a:gd name="T1" fmla="*/ 2 h 260"/>
                <a:gd name="T2" fmla="*/ 3 w 437"/>
                <a:gd name="T3" fmla="*/ 2 h 260"/>
                <a:gd name="T4" fmla="*/ 3 w 437"/>
                <a:gd name="T5" fmla="*/ 2 h 260"/>
                <a:gd name="T6" fmla="*/ 3 w 437"/>
                <a:gd name="T7" fmla="*/ 2 h 260"/>
                <a:gd name="T8" fmla="*/ 3 w 437"/>
                <a:gd name="T9" fmla="*/ 1 h 260"/>
                <a:gd name="T10" fmla="*/ 3 w 437"/>
                <a:gd name="T11" fmla="*/ 1 h 260"/>
                <a:gd name="T12" fmla="*/ 3 w 437"/>
                <a:gd name="T13" fmla="*/ 1 h 260"/>
                <a:gd name="T14" fmla="*/ 3 w 437"/>
                <a:gd name="T15" fmla="*/ 1 h 260"/>
                <a:gd name="T16" fmla="*/ 3 w 437"/>
                <a:gd name="T17" fmla="*/ 1 h 260"/>
                <a:gd name="T18" fmla="*/ 2 w 437"/>
                <a:gd name="T19" fmla="*/ 1 h 260"/>
                <a:gd name="T20" fmla="*/ 2 w 437"/>
                <a:gd name="T21" fmla="*/ 0 h 260"/>
                <a:gd name="T22" fmla="*/ 2 w 437"/>
                <a:gd name="T23" fmla="*/ 0 h 260"/>
                <a:gd name="T24" fmla="*/ 2 w 437"/>
                <a:gd name="T25" fmla="*/ 0 h 260"/>
                <a:gd name="T26" fmla="*/ 1 w 437"/>
                <a:gd name="T27" fmla="*/ 0 h 260"/>
                <a:gd name="T28" fmla="*/ 1 w 437"/>
                <a:gd name="T29" fmla="*/ 0 h 260"/>
                <a:gd name="T30" fmla="*/ 1 w 437"/>
                <a:gd name="T31" fmla="*/ 0 h 260"/>
                <a:gd name="T32" fmla="*/ 0 w 437"/>
                <a:gd name="T33" fmla="*/ 0 h 260"/>
                <a:gd name="T34" fmla="*/ 0 w 437"/>
                <a:gd name="T35" fmla="*/ 0 h 260"/>
                <a:gd name="T36" fmla="*/ 0 w 437"/>
                <a:gd name="T37" fmla="*/ 0 h 260"/>
                <a:gd name="T38" fmla="*/ 0 w 437"/>
                <a:gd name="T39" fmla="*/ 0 h 260"/>
                <a:gd name="T40" fmla="*/ 1 w 437"/>
                <a:gd name="T41" fmla="*/ 0 h 260"/>
                <a:gd name="T42" fmla="*/ 1 w 437"/>
                <a:gd name="T43" fmla="*/ 0 h 260"/>
                <a:gd name="T44" fmla="*/ 1 w 437"/>
                <a:gd name="T45" fmla="*/ 0 h 260"/>
                <a:gd name="T46" fmla="*/ 2 w 437"/>
                <a:gd name="T47" fmla="*/ 0 h 260"/>
                <a:gd name="T48" fmla="*/ 2 w 437"/>
                <a:gd name="T49" fmla="*/ 0 h 260"/>
                <a:gd name="T50" fmla="*/ 2 w 437"/>
                <a:gd name="T51" fmla="*/ 1 h 260"/>
                <a:gd name="T52" fmla="*/ 2 w 437"/>
                <a:gd name="T53" fmla="*/ 1 h 260"/>
                <a:gd name="T54" fmla="*/ 3 w 437"/>
                <a:gd name="T55" fmla="*/ 1 h 260"/>
                <a:gd name="T56" fmla="*/ 3 w 437"/>
                <a:gd name="T57" fmla="*/ 1 h 260"/>
                <a:gd name="T58" fmla="*/ 3 w 437"/>
                <a:gd name="T59" fmla="*/ 1 h 260"/>
                <a:gd name="T60" fmla="*/ 3 w 437"/>
                <a:gd name="T61" fmla="*/ 1 h 260"/>
                <a:gd name="T62" fmla="*/ 3 w 437"/>
                <a:gd name="T63" fmla="*/ 1 h 260"/>
                <a:gd name="T64" fmla="*/ 3 w 437"/>
                <a:gd name="T65" fmla="*/ 2 h 260"/>
                <a:gd name="T66" fmla="*/ 3 w 437"/>
                <a:gd name="T67" fmla="*/ 2 h 260"/>
                <a:gd name="T68" fmla="*/ 3 w 437"/>
                <a:gd name="T69" fmla="*/ 2 h 260"/>
                <a:gd name="T70" fmla="*/ 3 w 437"/>
                <a:gd name="T71" fmla="*/ 2 h 260"/>
                <a:gd name="T72" fmla="*/ 3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437" y="260"/>
                  </a:moveTo>
                  <a:lnTo>
                    <a:pt x="437" y="260"/>
                  </a:lnTo>
                  <a:lnTo>
                    <a:pt x="434" y="233"/>
                  </a:lnTo>
                  <a:lnTo>
                    <a:pt x="427" y="206"/>
                  </a:lnTo>
                  <a:lnTo>
                    <a:pt x="417" y="181"/>
                  </a:lnTo>
                  <a:lnTo>
                    <a:pt x="401" y="157"/>
                  </a:lnTo>
                  <a:lnTo>
                    <a:pt x="383" y="133"/>
                  </a:lnTo>
                  <a:lnTo>
                    <a:pt x="360" y="113"/>
                  </a:lnTo>
                  <a:lnTo>
                    <a:pt x="336" y="93"/>
                  </a:lnTo>
                  <a:lnTo>
                    <a:pt x="308" y="73"/>
                  </a:lnTo>
                  <a:lnTo>
                    <a:pt x="276" y="58"/>
                  </a:lnTo>
                  <a:lnTo>
                    <a:pt x="242" y="43"/>
                  </a:lnTo>
                  <a:lnTo>
                    <a:pt x="207" y="30"/>
                  </a:lnTo>
                  <a:lnTo>
                    <a:pt x="168" y="19"/>
                  </a:lnTo>
                  <a:lnTo>
                    <a:pt x="128" y="11"/>
                  </a:lnTo>
                  <a:lnTo>
                    <a:pt x="87" y="4"/>
                  </a:lnTo>
                  <a:lnTo>
                    <a:pt x="43" y="1"/>
                  </a:lnTo>
                  <a:lnTo>
                    <a:pt x="0" y="0"/>
                  </a:lnTo>
                  <a:lnTo>
                    <a:pt x="0" y="11"/>
                  </a:lnTo>
                  <a:lnTo>
                    <a:pt x="43" y="12"/>
                  </a:lnTo>
                  <a:lnTo>
                    <a:pt x="85" y="16"/>
                  </a:lnTo>
                  <a:lnTo>
                    <a:pt x="126" y="23"/>
                  </a:lnTo>
                  <a:lnTo>
                    <a:pt x="166" y="31"/>
                  </a:lnTo>
                  <a:lnTo>
                    <a:pt x="202" y="42"/>
                  </a:lnTo>
                  <a:lnTo>
                    <a:pt x="237" y="55"/>
                  </a:lnTo>
                  <a:lnTo>
                    <a:pt x="271" y="70"/>
                  </a:lnTo>
                  <a:lnTo>
                    <a:pt x="301" y="85"/>
                  </a:lnTo>
                  <a:lnTo>
                    <a:pt x="329" y="103"/>
                  </a:lnTo>
                  <a:lnTo>
                    <a:pt x="353" y="123"/>
                  </a:lnTo>
                  <a:lnTo>
                    <a:pt x="373" y="143"/>
                  </a:lnTo>
                  <a:lnTo>
                    <a:pt x="392" y="164"/>
                  </a:lnTo>
                  <a:lnTo>
                    <a:pt x="405" y="186"/>
                  </a:lnTo>
                  <a:lnTo>
                    <a:pt x="415" y="211"/>
                  </a:lnTo>
                  <a:lnTo>
                    <a:pt x="422" y="235"/>
                  </a:lnTo>
                  <a:lnTo>
                    <a:pt x="425" y="260"/>
                  </a:lnTo>
                  <a:lnTo>
                    <a:pt x="437"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8853" name="Freeform 57"/>
            <p:cNvSpPr>
              <a:spLocks/>
            </p:cNvSpPr>
            <p:nvPr/>
          </p:nvSpPr>
          <p:spPr bwMode="auto">
            <a:xfrm>
              <a:off x="1267" y="1640"/>
              <a:ext cx="87" cy="52"/>
            </a:xfrm>
            <a:custGeom>
              <a:avLst/>
              <a:gdLst>
                <a:gd name="T0" fmla="*/ 0 w 437"/>
                <a:gd name="T1" fmla="*/ 2 h 260"/>
                <a:gd name="T2" fmla="*/ 0 w 437"/>
                <a:gd name="T3" fmla="*/ 2 h 260"/>
                <a:gd name="T4" fmla="*/ 0 w 437"/>
                <a:gd name="T5" fmla="*/ 2 h 260"/>
                <a:gd name="T6" fmla="*/ 1 w 437"/>
                <a:gd name="T7" fmla="*/ 2 h 260"/>
                <a:gd name="T8" fmla="*/ 1 w 437"/>
                <a:gd name="T9" fmla="*/ 2 h 260"/>
                <a:gd name="T10" fmla="*/ 1 w 437"/>
                <a:gd name="T11" fmla="*/ 2 h 260"/>
                <a:gd name="T12" fmla="*/ 2 w 437"/>
                <a:gd name="T13" fmla="*/ 2 h 260"/>
                <a:gd name="T14" fmla="*/ 2 w 437"/>
                <a:gd name="T15" fmla="*/ 2 h 260"/>
                <a:gd name="T16" fmla="*/ 2 w 437"/>
                <a:gd name="T17" fmla="*/ 2 h 260"/>
                <a:gd name="T18" fmla="*/ 2 w 437"/>
                <a:gd name="T19" fmla="*/ 1 h 260"/>
                <a:gd name="T20" fmla="*/ 3 w 437"/>
                <a:gd name="T21" fmla="*/ 1 h 260"/>
                <a:gd name="T22" fmla="*/ 3 w 437"/>
                <a:gd name="T23" fmla="*/ 1 h 260"/>
                <a:gd name="T24" fmla="*/ 3 w 437"/>
                <a:gd name="T25" fmla="*/ 1 h 260"/>
                <a:gd name="T26" fmla="*/ 3 w 437"/>
                <a:gd name="T27" fmla="*/ 1 h 260"/>
                <a:gd name="T28" fmla="*/ 3 w 437"/>
                <a:gd name="T29" fmla="*/ 1 h 260"/>
                <a:gd name="T30" fmla="*/ 3 w 437"/>
                <a:gd name="T31" fmla="*/ 0 h 260"/>
                <a:gd name="T32" fmla="*/ 3 w 437"/>
                <a:gd name="T33" fmla="*/ 0 h 260"/>
                <a:gd name="T34" fmla="*/ 3 w 437"/>
                <a:gd name="T35" fmla="*/ 0 h 260"/>
                <a:gd name="T36" fmla="*/ 3 w 437"/>
                <a:gd name="T37" fmla="*/ 0 h 260"/>
                <a:gd name="T38" fmla="*/ 3 w 437"/>
                <a:gd name="T39" fmla="*/ 0 h 260"/>
                <a:gd name="T40" fmla="*/ 3 w 437"/>
                <a:gd name="T41" fmla="*/ 0 h 260"/>
                <a:gd name="T42" fmla="*/ 3 w 437"/>
                <a:gd name="T43" fmla="*/ 1 h 260"/>
                <a:gd name="T44" fmla="*/ 3 w 437"/>
                <a:gd name="T45" fmla="*/ 1 h 260"/>
                <a:gd name="T46" fmla="*/ 3 w 437"/>
                <a:gd name="T47" fmla="*/ 1 h 260"/>
                <a:gd name="T48" fmla="*/ 3 w 437"/>
                <a:gd name="T49" fmla="*/ 1 h 260"/>
                <a:gd name="T50" fmla="*/ 3 w 437"/>
                <a:gd name="T51" fmla="*/ 1 h 260"/>
                <a:gd name="T52" fmla="*/ 2 w 437"/>
                <a:gd name="T53" fmla="*/ 1 h 260"/>
                <a:gd name="T54" fmla="*/ 2 w 437"/>
                <a:gd name="T55" fmla="*/ 2 h 260"/>
                <a:gd name="T56" fmla="*/ 2 w 437"/>
                <a:gd name="T57" fmla="*/ 2 h 260"/>
                <a:gd name="T58" fmla="*/ 2 w 437"/>
                <a:gd name="T59" fmla="*/ 2 h 260"/>
                <a:gd name="T60" fmla="*/ 1 w 437"/>
                <a:gd name="T61" fmla="*/ 2 h 260"/>
                <a:gd name="T62" fmla="*/ 1 w 437"/>
                <a:gd name="T63" fmla="*/ 2 h 260"/>
                <a:gd name="T64" fmla="*/ 1 w 437"/>
                <a:gd name="T65" fmla="*/ 2 h 260"/>
                <a:gd name="T66" fmla="*/ 0 w 437"/>
                <a:gd name="T67" fmla="*/ 2 h 260"/>
                <a:gd name="T68" fmla="*/ 0 w 437"/>
                <a:gd name="T69" fmla="*/ 2 h 260"/>
                <a:gd name="T70" fmla="*/ 0 w 437"/>
                <a:gd name="T71" fmla="*/ 2 h 260"/>
                <a:gd name="T72" fmla="*/ 0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0" y="260"/>
                  </a:moveTo>
                  <a:lnTo>
                    <a:pt x="0" y="260"/>
                  </a:lnTo>
                  <a:lnTo>
                    <a:pt x="43" y="259"/>
                  </a:lnTo>
                  <a:lnTo>
                    <a:pt x="87" y="255"/>
                  </a:lnTo>
                  <a:lnTo>
                    <a:pt x="128" y="248"/>
                  </a:lnTo>
                  <a:lnTo>
                    <a:pt x="168" y="240"/>
                  </a:lnTo>
                  <a:lnTo>
                    <a:pt x="207" y="230"/>
                  </a:lnTo>
                  <a:lnTo>
                    <a:pt x="242" y="217"/>
                  </a:lnTo>
                  <a:lnTo>
                    <a:pt x="276" y="202"/>
                  </a:lnTo>
                  <a:lnTo>
                    <a:pt x="308" y="185"/>
                  </a:lnTo>
                  <a:lnTo>
                    <a:pt x="336" y="166"/>
                  </a:lnTo>
                  <a:lnTo>
                    <a:pt x="360" y="146"/>
                  </a:lnTo>
                  <a:lnTo>
                    <a:pt x="383" y="125"/>
                  </a:lnTo>
                  <a:lnTo>
                    <a:pt x="401" y="102"/>
                  </a:lnTo>
                  <a:lnTo>
                    <a:pt x="417" y="77"/>
                  </a:lnTo>
                  <a:lnTo>
                    <a:pt x="427" y="53"/>
                  </a:lnTo>
                  <a:lnTo>
                    <a:pt x="434" y="27"/>
                  </a:lnTo>
                  <a:lnTo>
                    <a:pt x="437" y="0"/>
                  </a:lnTo>
                  <a:lnTo>
                    <a:pt x="425" y="0"/>
                  </a:lnTo>
                  <a:lnTo>
                    <a:pt x="422" y="24"/>
                  </a:lnTo>
                  <a:lnTo>
                    <a:pt x="415" y="48"/>
                  </a:lnTo>
                  <a:lnTo>
                    <a:pt x="405" y="73"/>
                  </a:lnTo>
                  <a:lnTo>
                    <a:pt x="392" y="95"/>
                  </a:lnTo>
                  <a:lnTo>
                    <a:pt x="373" y="116"/>
                  </a:lnTo>
                  <a:lnTo>
                    <a:pt x="353" y="137"/>
                  </a:lnTo>
                  <a:lnTo>
                    <a:pt x="329" y="157"/>
                  </a:lnTo>
                  <a:lnTo>
                    <a:pt x="301" y="173"/>
                  </a:lnTo>
                  <a:lnTo>
                    <a:pt x="271" y="190"/>
                  </a:lnTo>
                  <a:lnTo>
                    <a:pt x="237" y="205"/>
                  </a:lnTo>
                  <a:lnTo>
                    <a:pt x="202" y="218"/>
                  </a:lnTo>
                  <a:lnTo>
                    <a:pt x="166" y="228"/>
                  </a:lnTo>
                  <a:lnTo>
                    <a:pt x="126" y="237"/>
                  </a:lnTo>
                  <a:lnTo>
                    <a:pt x="85" y="244"/>
                  </a:lnTo>
                  <a:lnTo>
                    <a:pt x="43" y="247"/>
                  </a:lnTo>
                  <a:lnTo>
                    <a:pt x="0" y="248"/>
                  </a:lnTo>
                  <a:lnTo>
                    <a:pt x="0"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8854" name="Freeform 58"/>
            <p:cNvSpPr>
              <a:spLocks/>
            </p:cNvSpPr>
            <p:nvPr/>
          </p:nvSpPr>
          <p:spPr bwMode="auto">
            <a:xfrm>
              <a:off x="1179" y="1640"/>
              <a:ext cx="88" cy="52"/>
            </a:xfrm>
            <a:custGeom>
              <a:avLst/>
              <a:gdLst>
                <a:gd name="T0" fmla="*/ 0 w 439"/>
                <a:gd name="T1" fmla="*/ 0 h 260"/>
                <a:gd name="T2" fmla="*/ 0 w 439"/>
                <a:gd name="T3" fmla="*/ 0 h 260"/>
                <a:gd name="T4" fmla="*/ 0 w 439"/>
                <a:gd name="T5" fmla="*/ 0 h 260"/>
                <a:gd name="T6" fmla="*/ 0 w 439"/>
                <a:gd name="T7" fmla="*/ 0 h 260"/>
                <a:gd name="T8" fmla="*/ 0 w 439"/>
                <a:gd name="T9" fmla="*/ 1 h 260"/>
                <a:gd name="T10" fmla="*/ 0 w 439"/>
                <a:gd name="T11" fmla="*/ 1 h 260"/>
                <a:gd name="T12" fmla="*/ 0 w 439"/>
                <a:gd name="T13" fmla="*/ 1 h 260"/>
                <a:gd name="T14" fmla="*/ 1 w 439"/>
                <a:gd name="T15" fmla="*/ 1 h 260"/>
                <a:gd name="T16" fmla="*/ 1 w 439"/>
                <a:gd name="T17" fmla="*/ 1 h 260"/>
                <a:gd name="T18" fmla="*/ 1 w 439"/>
                <a:gd name="T19" fmla="*/ 1 h 260"/>
                <a:gd name="T20" fmla="*/ 1 w 439"/>
                <a:gd name="T21" fmla="*/ 2 h 260"/>
                <a:gd name="T22" fmla="*/ 2 w 439"/>
                <a:gd name="T23" fmla="*/ 2 h 260"/>
                <a:gd name="T24" fmla="*/ 2 w 439"/>
                <a:gd name="T25" fmla="*/ 2 h 260"/>
                <a:gd name="T26" fmla="*/ 2 w 439"/>
                <a:gd name="T27" fmla="*/ 2 h 260"/>
                <a:gd name="T28" fmla="*/ 2 w 439"/>
                <a:gd name="T29" fmla="*/ 2 h 260"/>
                <a:gd name="T30" fmla="*/ 3 w 439"/>
                <a:gd name="T31" fmla="*/ 2 h 260"/>
                <a:gd name="T32" fmla="*/ 3 w 439"/>
                <a:gd name="T33" fmla="*/ 2 h 260"/>
                <a:gd name="T34" fmla="*/ 4 w 439"/>
                <a:gd name="T35" fmla="*/ 2 h 260"/>
                <a:gd name="T36" fmla="*/ 4 w 439"/>
                <a:gd name="T37" fmla="*/ 2 h 260"/>
                <a:gd name="T38" fmla="*/ 3 w 439"/>
                <a:gd name="T39" fmla="*/ 2 h 260"/>
                <a:gd name="T40" fmla="*/ 3 w 439"/>
                <a:gd name="T41" fmla="*/ 2 h 260"/>
                <a:gd name="T42" fmla="*/ 3 w 439"/>
                <a:gd name="T43" fmla="*/ 2 h 260"/>
                <a:gd name="T44" fmla="*/ 2 w 439"/>
                <a:gd name="T45" fmla="*/ 2 h 260"/>
                <a:gd name="T46" fmla="*/ 2 w 439"/>
                <a:gd name="T47" fmla="*/ 2 h 260"/>
                <a:gd name="T48" fmla="*/ 2 w 439"/>
                <a:gd name="T49" fmla="*/ 2 h 260"/>
                <a:gd name="T50" fmla="*/ 1 w 439"/>
                <a:gd name="T51" fmla="*/ 2 h 260"/>
                <a:gd name="T52" fmla="*/ 1 w 439"/>
                <a:gd name="T53" fmla="*/ 1 h 260"/>
                <a:gd name="T54" fmla="*/ 1 w 439"/>
                <a:gd name="T55" fmla="*/ 1 h 260"/>
                <a:gd name="T56" fmla="*/ 1 w 439"/>
                <a:gd name="T57" fmla="*/ 1 h 260"/>
                <a:gd name="T58" fmla="*/ 1 w 439"/>
                <a:gd name="T59" fmla="*/ 1 h 260"/>
                <a:gd name="T60" fmla="*/ 0 w 439"/>
                <a:gd name="T61" fmla="*/ 1 h 260"/>
                <a:gd name="T62" fmla="*/ 0 w 439"/>
                <a:gd name="T63" fmla="*/ 1 h 260"/>
                <a:gd name="T64" fmla="*/ 0 w 439"/>
                <a:gd name="T65" fmla="*/ 0 h 260"/>
                <a:gd name="T66" fmla="*/ 0 w 439"/>
                <a:gd name="T67" fmla="*/ 0 h 260"/>
                <a:gd name="T68" fmla="*/ 0 w 439"/>
                <a:gd name="T69" fmla="*/ 0 h 260"/>
                <a:gd name="T70" fmla="*/ 0 w 439"/>
                <a:gd name="T71" fmla="*/ 0 h 260"/>
                <a:gd name="T72" fmla="*/ 0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0" y="0"/>
                  </a:moveTo>
                  <a:lnTo>
                    <a:pt x="0" y="0"/>
                  </a:lnTo>
                  <a:lnTo>
                    <a:pt x="3" y="27"/>
                  </a:lnTo>
                  <a:lnTo>
                    <a:pt x="10" y="53"/>
                  </a:lnTo>
                  <a:lnTo>
                    <a:pt x="20" y="77"/>
                  </a:lnTo>
                  <a:lnTo>
                    <a:pt x="35" y="102"/>
                  </a:lnTo>
                  <a:lnTo>
                    <a:pt x="54" y="125"/>
                  </a:lnTo>
                  <a:lnTo>
                    <a:pt x="76" y="146"/>
                  </a:lnTo>
                  <a:lnTo>
                    <a:pt x="102" y="166"/>
                  </a:lnTo>
                  <a:lnTo>
                    <a:pt x="130" y="185"/>
                  </a:lnTo>
                  <a:lnTo>
                    <a:pt x="162" y="202"/>
                  </a:lnTo>
                  <a:lnTo>
                    <a:pt x="195" y="217"/>
                  </a:lnTo>
                  <a:lnTo>
                    <a:pt x="231" y="230"/>
                  </a:lnTo>
                  <a:lnTo>
                    <a:pt x="270" y="240"/>
                  </a:lnTo>
                  <a:lnTo>
                    <a:pt x="310" y="248"/>
                  </a:lnTo>
                  <a:lnTo>
                    <a:pt x="351" y="255"/>
                  </a:lnTo>
                  <a:lnTo>
                    <a:pt x="395" y="259"/>
                  </a:lnTo>
                  <a:lnTo>
                    <a:pt x="439" y="260"/>
                  </a:lnTo>
                  <a:lnTo>
                    <a:pt x="439" y="248"/>
                  </a:lnTo>
                  <a:lnTo>
                    <a:pt x="395" y="247"/>
                  </a:lnTo>
                  <a:lnTo>
                    <a:pt x="353" y="244"/>
                  </a:lnTo>
                  <a:lnTo>
                    <a:pt x="312" y="237"/>
                  </a:lnTo>
                  <a:lnTo>
                    <a:pt x="272" y="228"/>
                  </a:lnTo>
                  <a:lnTo>
                    <a:pt x="236" y="218"/>
                  </a:lnTo>
                  <a:lnTo>
                    <a:pt x="200" y="205"/>
                  </a:lnTo>
                  <a:lnTo>
                    <a:pt x="167" y="190"/>
                  </a:lnTo>
                  <a:lnTo>
                    <a:pt x="137" y="173"/>
                  </a:lnTo>
                  <a:lnTo>
                    <a:pt x="109" y="157"/>
                  </a:lnTo>
                  <a:lnTo>
                    <a:pt x="84" y="137"/>
                  </a:lnTo>
                  <a:lnTo>
                    <a:pt x="64" y="116"/>
                  </a:lnTo>
                  <a:lnTo>
                    <a:pt x="45" y="95"/>
                  </a:lnTo>
                  <a:lnTo>
                    <a:pt x="32" y="73"/>
                  </a:lnTo>
                  <a:lnTo>
                    <a:pt x="21" y="48"/>
                  </a:lnTo>
                  <a:lnTo>
                    <a:pt x="14" y="24"/>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8855" name="Freeform 59"/>
            <p:cNvSpPr>
              <a:spLocks/>
            </p:cNvSpPr>
            <p:nvPr/>
          </p:nvSpPr>
          <p:spPr bwMode="auto">
            <a:xfrm>
              <a:off x="1179" y="1588"/>
              <a:ext cx="88" cy="52"/>
            </a:xfrm>
            <a:custGeom>
              <a:avLst/>
              <a:gdLst>
                <a:gd name="T0" fmla="*/ 4 w 439"/>
                <a:gd name="T1" fmla="*/ 0 h 260"/>
                <a:gd name="T2" fmla="*/ 4 w 439"/>
                <a:gd name="T3" fmla="*/ 0 h 260"/>
                <a:gd name="T4" fmla="*/ 3 w 439"/>
                <a:gd name="T5" fmla="*/ 0 h 260"/>
                <a:gd name="T6" fmla="*/ 3 w 439"/>
                <a:gd name="T7" fmla="*/ 0 h 260"/>
                <a:gd name="T8" fmla="*/ 2 w 439"/>
                <a:gd name="T9" fmla="*/ 0 h 260"/>
                <a:gd name="T10" fmla="*/ 2 w 439"/>
                <a:gd name="T11" fmla="*/ 0 h 260"/>
                <a:gd name="T12" fmla="*/ 2 w 439"/>
                <a:gd name="T13" fmla="*/ 0 h 260"/>
                <a:gd name="T14" fmla="*/ 2 w 439"/>
                <a:gd name="T15" fmla="*/ 0 h 260"/>
                <a:gd name="T16" fmla="*/ 1 w 439"/>
                <a:gd name="T17" fmla="*/ 0 h 260"/>
                <a:gd name="T18" fmla="*/ 1 w 439"/>
                <a:gd name="T19" fmla="*/ 1 h 260"/>
                <a:gd name="T20" fmla="*/ 1 w 439"/>
                <a:gd name="T21" fmla="*/ 1 h 260"/>
                <a:gd name="T22" fmla="*/ 1 w 439"/>
                <a:gd name="T23" fmla="*/ 1 h 260"/>
                <a:gd name="T24" fmla="*/ 0 w 439"/>
                <a:gd name="T25" fmla="*/ 1 h 260"/>
                <a:gd name="T26" fmla="*/ 0 w 439"/>
                <a:gd name="T27" fmla="*/ 1 h 260"/>
                <a:gd name="T28" fmla="*/ 0 w 439"/>
                <a:gd name="T29" fmla="*/ 1 h 260"/>
                <a:gd name="T30" fmla="*/ 0 w 439"/>
                <a:gd name="T31" fmla="*/ 2 h 260"/>
                <a:gd name="T32" fmla="*/ 0 w 439"/>
                <a:gd name="T33" fmla="*/ 2 h 260"/>
                <a:gd name="T34" fmla="*/ 0 w 439"/>
                <a:gd name="T35" fmla="*/ 2 h 260"/>
                <a:gd name="T36" fmla="*/ 0 w 439"/>
                <a:gd name="T37" fmla="*/ 2 h 260"/>
                <a:gd name="T38" fmla="*/ 0 w 439"/>
                <a:gd name="T39" fmla="*/ 2 h 260"/>
                <a:gd name="T40" fmla="*/ 0 w 439"/>
                <a:gd name="T41" fmla="*/ 2 h 260"/>
                <a:gd name="T42" fmla="*/ 0 w 439"/>
                <a:gd name="T43" fmla="*/ 1 h 260"/>
                <a:gd name="T44" fmla="*/ 0 w 439"/>
                <a:gd name="T45" fmla="*/ 1 h 260"/>
                <a:gd name="T46" fmla="*/ 1 w 439"/>
                <a:gd name="T47" fmla="*/ 1 h 260"/>
                <a:gd name="T48" fmla="*/ 1 w 439"/>
                <a:gd name="T49" fmla="*/ 1 h 260"/>
                <a:gd name="T50" fmla="*/ 1 w 439"/>
                <a:gd name="T51" fmla="*/ 1 h 260"/>
                <a:gd name="T52" fmla="*/ 1 w 439"/>
                <a:gd name="T53" fmla="*/ 1 h 260"/>
                <a:gd name="T54" fmla="*/ 1 w 439"/>
                <a:gd name="T55" fmla="*/ 1 h 260"/>
                <a:gd name="T56" fmla="*/ 2 w 439"/>
                <a:gd name="T57" fmla="*/ 0 h 260"/>
                <a:gd name="T58" fmla="*/ 2 w 439"/>
                <a:gd name="T59" fmla="*/ 0 h 260"/>
                <a:gd name="T60" fmla="*/ 2 w 439"/>
                <a:gd name="T61" fmla="*/ 0 h 260"/>
                <a:gd name="T62" fmla="*/ 3 w 439"/>
                <a:gd name="T63" fmla="*/ 0 h 260"/>
                <a:gd name="T64" fmla="*/ 3 w 439"/>
                <a:gd name="T65" fmla="*/ 0 h 260"/>
                <a:gd name="T66" fmla="*/ 3 w 439"/>
                <a:gd name="T67" fmla="*/ 0 h 260"/>
                <a:gd name="T68" fmla="*/ 4 w 439"/>
                <a:gd name="T69" fmla="*/ 0 h 260"/>
                <a:gd name="T70" fmla="*/ 4 w 439"/>
                <a:gd name="T71" fmla="*/ 0 h 260"/>
                <a:gd name="T72" fmla="*/ 4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439" y="0"/>
                  </a:moveTo>
                  <a:lnTo>
                    <a:pt x="439" y="0"/>
                  </a:lnTo>
                  <a:lnTo>
                    <a:pt x="395" y="1"/>
                  </a:lnTo>
                  <a:lnTo>
                    <a:pt x="351" y="4"/>
                  </a:lnTo>
                  <a:lnTo>
                    <a:pt x="310" y="11"/>
                  </a:lnTo>
                  <a:lnTo>
                    <a:pt x="270" y="19"/>
                  </a:lnTo>
                  <a:lnTo>
                    <a:pt x="231" y="30"/>
                  </a:lnTo>
                  <a:lnTo>
                    <a:pt x="195" y="43"/>
                  </a:lnTo>
                  <a:lnTo>
                    <a:pt x="162" y="58"/>
                  </a:lnTo>
                  <a:lnTo>
                    <a:pt x="130" y="73"/>
                  </a:lnTo>
                  <a:lnTo>
                    <a:pt x="102" y="93"/>
                  </a:lnTo>
                  <a:lnTo>
                    <a:pt x="76" y="113"/>
                  </a:lnTo>
                  <a:lnTo>
                    <a:pt x="54" y="133"/>
                  </a:lnTo>
                  <a:lnTo>
                    <a:pt x="35" y="157"/>
                  </a:lnTo>
                  <a:lnTo>
                    <a:pt x="20" y="181"/>
                  </a:lnTo>
                  <a:lnTo>
                    <a:pt x="10" y="206"/>
                  </a:lnTo>
                  <a:lnTo>
                    <a:pt x="3" y="233"/>
                  </a:lnTo>
                  <a:lnTo>
                    <a:pt x="0" y="260"/>
                  </a:lnTo>
                  <a:lnTo>
                    <a:pt x="12" y="260"/>
                  </a:lnTo>
                  <a:lnTo>
                    <a:pt x="14" y="235"/>
                  </a:lnTo>
                  <a:lnTo>
                    <a:pt x="21" y="211"/>
                  </a:lnTo>
                  <a:lnTo>
                    <a:pt x="32" y="186"/>
                  </a:lnTo>
                  <a:lnTo>
                    <a:pt x="45" y="164"/>
                  </a:lnTo>
                  <a:lnTo>
                    <a:pt x="64" y="143"/>
                  </a:lnTo>
                  <a:lnTo>
                    <a:pt x="84" y="123"/>
                  </a:lnTo>
                  <a:lnTo>
                    <a:pt x="109" y="103"/>
                  </a:lnTo>
                  <a:lnTo>
                    <a:pt x="137" y="85"/>
                  </a:lnTo>
                  <a:lnTo>
                    <a:pt x="167" y="70"/>
                  </a:lnTo>
                  <a:lnTo>
                    <a:pt x="200" y="55"/>
                  </a:lnTo>
                  <a:lnTo>
                    <a:pt x="236" y="42"/>
                  </a:lnTo>
                  <a:lnTo>
                    <a:pt x="272" y="31"/>
                  </a:lnTo>
                  <a:lnTo>
                    <a:pt x="312" y="23"/>
                  </a:lnTo>
                  <a:lnTo>
                    <a:pt x="353" y="16"/>
                  </a:lnTo>
                  <a:lnTo>
                    <a:pt x="395" y="12"/>
                  </a:lnTo>
                  <a:lnTo>
                    <a:pt x="439" y="11"/>
                  </a:lnTo>
                  <a:lnTo>
                    <a:pt x="439"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8856" name="Freeform 60"/>
            <p:cNvSpPr>
              <a:spLocks/>
            </p:cNvSpPr>
            <p:nvPr/>
          </p:nvSpPr>
          <p:spPr bwMode="auto">
            <a:xfrm>
              <a:off x="964" y="1745"/>
              <a:ext cx="48" cy="85"/>
            </a:xfrm>
            <a:custGeom>
              <a:avLst/>
              <a:gdLst>
                <a:gd name="T0" fmla="*/ 2 w 244"/>
                <a:gd name="T1" fmla="*/ 3 h 426"/>
                <a:gd name="T2" fmla="*/ 2 w 244"/>
                <a:gd name="T3" fmla="*/ 3 h 426"/>
                <a:gd name="T4" fmla="*/ 2 w 244"/>
                <a:gd name="T5" fmla="*/ 3 h 426"/>
                <a:gd name="T6" fmla="*/ 2 w 244"/>
                <a:gd name="T7" fmla="*/ 3 h 426"/>
                <a:gd name="T8" fmla="*/ 2 w 244"/>
                <a:gd name="T9" fmla="*/ 2 h 426"/>
                <a:gd name="T10" fmla="*/ 2 w 244"/>
                <a:gd name="T11" fmla="*/ 2 h 426"/>
                <a:gd name="T12" fmla="*/ 2 w 244"/>
                <a:gd name="T13" fmla="*/ 2 h 426"/>
                <a:gd name="T14" fmla="*/ 2 w 244"/>
                <a:gd name="T15" fmla="*/ 2 h 426"/>
                <a:gd name="T16" fmla="*/ 1 w 244"/>
                <a:gd name="T17" fmla="*/ 1 h 426"/>
                <a:gd name="T18" fmla="*/ 1 w 244"/>
                <a:gd name="T19" fmla="*/ 1 h 426"/>
                <a:gd name="T20" fmla="*/ 1 w 244"/>
                <a:gd name="T21" fmla="*/ 1 h 426"/>
                <a:gd name="T22" fmla="*/ 1 w 244"/>
                <a:gd name="T23" fmla="*/ 1 h 426"/>
                <a:gd name="T24" fmla="*/ 1 w 244"/>
                <a:gd name="T25" fmla="*/ 0 h 426"/>
                <a:gd name="T26" fmla="*/ 1 w 244"/>
                <a:gd name="T27" fmla="*/ 0 h 426"/>
                <a:gd name="T28" fmla="*/ 1 w 244"/>
                <a:gd name="T29" fmla="*/ 0 h 426"/>
                <a:gd name="T30" fmla="*/ 0 w 244"/>
                <a:gd name="T31" fmla="*/ 0 h 426"/>
                <a:gd name="T32" fmla="*/ 0 w 244"/>
                <a:gd name="T33" fmla="*/ 0 h 426"/>
                <a:gd name="T34" fmla="*/ 0 w 244"/>
                <a:gd name="T35" fmla="*/ 0 h 426"/>
                <a:gd name="T36" fmla="*/ 0 w 244"/>
                <a:gd name="T37" fmla="*/ 0 h 426"/>
                <a:gd name="T38" fmla="*/ 0 w 244"/>
                <a:gd name="T39" fmla="*/ 0 h 426"/>
                <a:gd name="T40" fmla="*/ 0 w 244"/>
                <a:gd name="T41" fmla="*/ 0 h 426"/>
                <a:gd name="T42" fmla="*/ 1 w 244"/>
                <a:gd name="T43" fmla="*/ 0 h 426"/>
                <a:gd name="T44" fmla="*/ 1 w 244"/>
                <a:gd name="T45" fmla="*/ 0 h 426"/>
                <a:gd name="T46" fmla="*/ 1 w 244"/>
                <a:gd name="T47" fmla="*/ 0 h 426"/>
                <a:gd name="T48" fmla="*/ 1 w 244"/>
                <a:gd name="T49" fmla="*/ 1 h 426"/>
                <a:gd name="T50" fmla="*/ 1 w 244"/>
                <a:gd name="T51" fmla="*/ 1 h 426"/>
                <a:gd name="T52" fmla="*/ 1 w 244"/>
                <a:gd name="T53" fmla="*/ 1 h 426"/>
                <a:gd name="T54" fmla="*/ 1 w 244"/>
                <a:gd name="T55" fmla="*/ 1 h 426"/>
                <a:gd name="T56" fmla="*/ 1 w 244"/>
                <a:gd name="T57" fmla="*/ 2 h 426"/>
                <a:gd name="T58" fmla="*/ 2 w 244"/>
                <a:gd name="T59" fmla="*/ 2 h 426"/>
                <a:gd name="T60" fmla="*/ 2 w 244"/>
                <a:gd name="T61" fmla="*/ 2 h 426"/>
                <a:gd name="T62" fmla="*/ 2 w 244"/>
                <a:gd name="T63" fmla="*/ 2 h 426"/>
                <a:gd name="T64" fmla="*/ 2 w 244"/>
                <a:gd name="T65" fmla="*/ 3 h 426"/>
                <a:gd name="T66" fmla="*/ 2 w 244"/>
                <a:gd name="T67" fmla="*/ 3 h 426"/>
                <a:gd name="T68" fmla="*/ 2 w 244"/>
                <a:gd name="T69" fmla="*/ 3 h 426"/>
                <a:gd name="T70" fmla="*/ 2 w 244"/>
                <a:gd name="T71" fmla="*/ 3 h 426"/>
                <a:gd name="T72" fmla="*/ 2 w 244"/>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6"/>
                <a:gd name="T113" fmla="*/ 244 w 244"/>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6">
                  <a:moveTo>
                    <a:pt x="244" y="426"/>
                  </a:moveTo>
                  <a:lnTo>
                    <a:pt x="244" y="426"/>
                  </a:lnTo>
                  <a:lnTo>
                    <a:pt x="243" y="383"/>
                  </a:lnTo>
                  <a:lnTo>
                    <a:pt x="240" y="340"/>
                  </a:lnTo>
                  <a:lnTo>
                    <a:pt x="234" y="300"/>
                  </a:lnTo>
                  <a:lnTo>
                    <a:pt x="226" y="262"/>
                  </a:lnTo>
                  <a:lnTo>
                    <a:pt x="215" y="224"/>
                  </a:lnTo>
                  <a:lnTo>
                    <a:pt x="203" y="189"/>
                  </a:lnTo>
                  <a:lnTo>
                    <a:pt x="189" y="157"/>
                  </a:lnTo>
                  <a:lnTo>
                    <a:pt x="174" y="126"/>
                  </a:lnTo>
                  <a:lnTo>
                    <a:pt x="155" y="99"/>
                  </a:lnTo>
                  <a:lnTo>
                    <a:pt x="138" y="74"/>
                  </a:lnTo>
                  <a:lnTo>
                    <a:pt x="118" y="52"/>
                  </a:lnTo>
                  <a:lnTo>
                    <a:pt x="96" y="34"/>
                  </a:lnTo>
                  <a:lnTo>
                    <a:pt x="73" y="19"/>
                  </a:lnTo>
                  <a:lnTo>
                    <a:pt x="50" y="8"/>
                  </a:lnTo>
                  <a:lnTo>
                    <a:pt x="25" y="2"/>
                  </a:lnTo>
                  <a:lnTo>
                    <a:pt x="0" y="0"/>
                  </a:lnTo>
                  <a:lnTo>
                    <a:pt x="0" y="12"/>
                  </a:lnTo>
                  <a:lnTo>
                    <a:pt x="23" y="14"/>
                  </a:lnTo>
                  <a:lnTo>
                    <a:pt x="45" y="20"/>
                  </a:lnTo>
                  <a:lnTo>
                    <a:pt x="66" y="31"/>
                  </a:lnTo>
                  <a:lnTo>
                    <a:pt x="89" y="43"/>
                  </a:lnTo>
                  <a:lnTo>
                    <a:pt x="109" y="61"/>
                  </a:lnTo>
                  <a:lnTo>
                    <a:pt x="129" y="81"/>
                  </a:lnTo>
                  <a:lnTo>
                    <a:pt x="146" y="106"/>
                  </a:lnTo>
                  <a:lnTo>
                    <a:pt x="162" y="133"/>
                  </a:lnTo>
                  <a:lnTo>
                    <a:pt x="178" y="162"/>
                  </a:lnTo>
                  <a:lnTo>
                    <a:pt x="192" y="194"/>
                  </a:lnTo>
                  <a:lnTo>
                    <a:pt x="203" y="229"/>
                  </a:lnTo>
                  <a:lnTo>
                    <a:pt x="214" y="264"/>
                  </a:lnTo>
                  <a:lnTo>
                    <a:pt x="222" y="303"/>
                  </a:lnTo>
                  <a:lnTo>
                    <a:pt x="228" y="342"/>
                  </a:lnTo>
                  <a:lnTo>
                    <a:pt x="232" y="383"/>
                  </a:lnTo>
                  <a:lnTo>
                    <a:pt x="233" y="426"/>
                  </a:lnTo>
                  <a:lnTo>
                    <a:pt x="244"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8857" name="Freeform 61"/>
            <p:cNvSpPr>
              <a:spLocks/>
            </p:cNvSpPr>
            <p:nvPr/>
          </p:nvSpPr>
          <p:spPr bwMode="auto">
            <a:xfrm>
              <a:off x="964" y="1830"/>
              <a:ext cx="48" cy="85"/>
            </a:xfrm>
            <a:custGeom>
              <a:avLst/>
              <a:gdLst>
                <a:gd name="T0" fmla="*/ 0 w 244"/>
                <a:gd name="T1" fmla="*/ 3 h 424"/>
                <a:gd name="T2" fmla="*/ 0 w 244"/>
                <a:gd name="T3" fmla="*/ 3 h 424"/>
                <a:gd name="T4" fmla="*/ 0 w 244"/>
                <a:gd name="T5" fmla="*/ 3 h 424"/>
                <a:gd name="T6" fmla="*/ 0 w 244"/>
                <a:gd name="T7" fmla="*/ 3 h 424"/>
                <a:gd name="T8" fmla="*/ 1 w 244"/>
                <a:gd name="T9" fmla="*/ 3 h 424"/>
                <a:gd name="T10" fmla="*/ 1 w 244"/>
                <a:gd name="T11" fmla="*/ 3 h 424"/>
                <a:gd name="T12" fmla="*/ 1 w 244"/>
                <a:gd name="T13" fmla="*/ 3 h 424"/>
                <a:gd name="T14" fmla="*/ 1 w 244"/>
                <a:gd name="T15" fmla="*/ 3 h 424"/>
                <a:gd name="T16" fmla="*/ 1 w 244"/>
                <a:gd name="T17" fmla="*/ 3 h 424"/>
                <a:gd name="T18" fmla="*/ 1 w 244"/>
                <a:gd name="T19" fmla="*/ 2 h 424"/>
                <a:gd name="T20" fmla="*/ 1 w 244"/>
                <a:gd name="T21" fmla="*/ 2 h 424"/>
                <a:gd name="T22" fmla="*/ 2 w 244"/>
                <a:gd name="T23" fmla="*/ 2 h 424"/>
                <a:gd name="T24" fmla="*/ 2 w 244"/>
                <a:gd name="T25" fmla="*/ 2 h 424"/>
                <a:gd name="T26" fmla="*/ 2 w 244"/>
                <a:gd name="T27" fmla="*/ 1 h 424"/>
                <a:gd name="T28" fmla="*/ 2 w 244"/>
                <a:gd name="T29" fmla="*/ 1 h 424"/>
                <a:gd name="T30" fmla="*/ 2 w 244"/>
                <a:gd name="T31" fmla="*/ 1 h 424"/>
                <a:gd name="T32" fmla="*/ 2 w 244"/>
                <a:gd name="T33" fmla="*/ 0 h 424"/>
                <a:gd name="T34" fmla="*/ 2 w 244"/>
                <a:gd name="T35" fmla="*/ 0 h 424"/>
                <a:gd name="T36" fmla="*/ 2 w 244"/>
                <a:gd name="T37" fmla="*/ 0 h 424"/>
                <a:gd name="T38" fmla="*/ 2 w 244"/>
                <a:gd name="T39" fmla="*/ 0 h 424"/>
                <a:gd name="T40" fmla="*/ 2 w 244"/>
                <a:gd name="T41" fmla="*/ 1 h 424"/>
                <a:gd name="T42" fmla="*/ 2 w 244"/>
                <a:gd name="T43" fmla="*/ 1 h 424"/>
                <a:gd name="T44" fmla="*/ 2 w 244"/>
                <a:gd name="T45" fmla="*/ 1 h 424"/>
                <a:gd name="T46" fmla="*/ 2 w 244"/>
                <a:gd name="T47" fmla="*/ 2 h 424"/>
                <a:gd name="T48" fmla="*/ 1 w 244"/>
                <a:gd name="T49" fmla="*/ 2 h 424"/>
                <a:gd name="T50" fmla="*/ 1 w 244"/>
                <a:gd name="T51" fmla="*/ 2 h 424"/>
                <a:gd name="T52" fmla="*/ 1 w 244"/>
                <a:gd name="T53" fmla="*/ 2 h 424"/>
                <a:gd name="T54" fmla="*/ 1 w 244"/>
                <a:gd name="T55" fmla="*/ 3 h 424"/>
                <a:gd name="T56" fmla="*/ 1 w 244"/>
                <a:gd name="T57" fmla="*/ 3 h 424"/>
                <a:gd name="T58" fmla="*/ 1 w 244"/>
                <a:gd name="T59" fmla="*/ 3 h 424"/>
                <a:gd name="T60" fmla="*/ 1 w 244"/>
                <a:gd name="T61" fmla="*/ 3 h 424"/>
                <a:gd name="T62" fmla="*/ 1 w 244"/>
                <a:gd name="T63" fmla="*/ 3 h 424"/>
                <a:gd name="T64" fmla="*/ 0 w 244"/>
                <a:gd name="T65" fmla="*/ 3 h 424"/>
                <a:gd name="T66" fmla="*/ 0 w 244"/>
                <a:gd name="T67" fmla="*/ 3 h 424"/>
                <a:gd name="T68" fmla="*/ 0 w 244"/>
                <a:gd name="T69" fmla="*/ 3 h 424"/>
                <a:gd name="T70" fmla="*/ 0 w 244"/>
                <a:gd name="T71" fmla="*/ 3 h 424"/>
                <a:gd name="T72" fmla="*/ 0 w 244"/>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4"/>
                <a:gd name="T113" fmla="*/ 244 w 244"/>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4">
                  <a:moveTo>
                    <a:pt x="0" y="424"/>
                  </a:moveTo>
                  <a:lnTo>
                    <a:pt x="0" y="424"/>
                  </a:lnTo>
                  <a:lnTo>
                    <a:pt x="25" y="422"/>
                  </a:lnTo>
                  <a:lnTo>
                    <a:pt x="50" y="416"/>
                  </a:lnTo>
                  <a:lnTo>
                    <a:pt x="73" y="405"/>
                  </a:lnTo>
                  <a:lnTo>
                    <a:pt x="96" y="390"/>
                  </a:lnTo>
                  <a:lnTo>
                    <a:pt x="118" y="373"/>
                  </a:lnTo>
                  <a:lnTo>
                    <a:pt x="138" y="350"/>
                  </a:lnTo>
                  <a:lnTo>
                    <a:pt x="155" y="326"/>
                  </a:lnTo>
                  <a:lnTo>
                    <a:pt x="173" y="299"/>
                  </a:lnTo>
                  <a:lnTo>
                    <a:pt x="189" y="268"/>
                  </a:lnTo>
                  <a:lnTo>
                    <a:pt x="203" y="235"/>
                  </a:lnTo>
                  <a:lnTo>
                    <a:pt x="215" y="201"/>
                  </a:lnTo>
                  <a:lnTo>
                    <a:pt x="226" y="163"/>
                  </a:lnTo>
                  <a:lnTo>
                    <a:pt x="234" y="125"/>
                  </a:lnTo>
                  <a:lnTo>
                    <a:pt x="240" y="85"/>
                  </a:lnTo>
                  <a:lnTo>
                    <a:pt x="243" y="42"/>
                  </a:lnTo>
                  <a:lnTo>
                    <a:pt x="244" y="0"/>
                  </a:lnTo>
                  <a:lnTo>
                    <a:pt x="233" y="0"/>
                  </a:lnTo>
                  <a:lnTo>
                    <a:pt x="232" y="42"/>
                  </a:lnTo>
                  <a:lnTo>
                    <a:pt x="228" y="83"/>
                  </a:lnTo>
                  <a:lnTo>
                    <a:pt x="222" y="123"/>
                  </a:lnTo>
                  <a:lnTo>
                    <a:pt x="214" y="160"/>
                  </a:lnTo>
                  <a:lnTo>
                    <a:pt x="203" y="197"/>
                  </a:lnTo>
                  <a:lnTo>
                    <a:pt x="192" y="231"/>
                  </a:lnTo>
                  <a:lnTo>
                    <a:pt x="178" y="263"/>
                  </a:lnTo>
                  <a:lnTo>
                    <a:pt x="164" y="292"/>
                  </a:lnTo>
                  <a:lnTo>
                    <a:pt x="146" y="319"/>
                  </a:lnTo>
                  <a:lnTo>
                    <a:pt x="129" y="343"/>
                  </a:lnTo>
                  <a:lnTo>
                    <a:pt x="109" y="363"/>
                  </a:lnTo>
                  <a:lnTo>
                    <a:pt x="89" y="381"/>
                  </a:lnTo>
                  <a:lnTo>
                    <a:pt x="66" y="394"/>
                  </a:lnTo>
                  <a:lnTo>
                    <a:pt x="45" y="404"/>
                  </a:lnTo>
                  <a:lnTo>
                    <a:pt x="23" y="410"/>
                  </a:lnTo>
                  <a:lnTo>
                    <a:pt x="0" y="412"/>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8858" name="Freeform 62"/>
            <p:cNvSpPr>
              <a:spLocks/>
            </p:cNvSpPr>
            <p:nvPr/>
          </p:nvSpPr>
          <p:spPr bwMode="auto">
            <a:xfrm>
              <a:off x="915" y="1830"/>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1" y="42"/>
                  </a:lnTo>
                  <a:lnTo>
                    <a:pt x="4" y="85"/>
                  </a:lnTo>
                  <a:lnTo>
                    <a:pt x="10" y="125"/>
                  </a:lnTo>
                  <a:lnTo>
                    <a:pt x="19" y="163"/>
                  </a:lnTo>
                  <a:lnTo>
                    <a:pt x="29" y="201"/>
                  </a:lnTo>
                  <a:lnTo>
                    <a:pt x="41" y="235"/>
                  </a:lnTo>
                  <a:lnTo>
                    <a:pt x="55" y="268"/>
                  </a:lnTo>
                  <a:lnTo>
                    <a:pt x="71" y="299"/>
                  </a:lnTo>
                  <a:lnTo>
                    <a:pt x="89" y="326"/>
                  </a:lnTo>
                  <a:lnTo>
                    <a:pt x="106" y="350"/>
                  </a:lnTo>
                  <a:lnTo>
                    <a:pt x="126" y="373"/>
                  </a:lnTo>
                  <a:lnTo>
                    <a:pt x="149" y="390"/>
                  </a:lnTo>
                  <a:lnTo>
                    <a:pt x="171" y="405"/>
                  </a:lnTo>
                  <a:lnTo>
                    <a:pt x="194" y="416"/>
                  </a:lnTo>
                  <a:lnTo>
                    <a:pt x="219" y="422"/>
                  </a:lnTo>
                  <a:lnTo>
                    <a:pt x="245" y="424"/>
                  </a:lnTo>
                  <a:lnTo>
                    <a:pt x="245" y="412"/>
                  </a:lnTo>
                  <a:lnTo>
                    <a:pt x="221" y="410"/>
                  </a:lnTo>
                  <a:lnTo>
                    <a:pt x="199" y="404"/>
                  </a:lnTo>
                  <a:lnTo>
                    <a:pt x="178" y="394"/>
                  </a:lnTo>
                  <a:lnTo>
                    <a:pt x="156" y="381"/>
                  </a:lnTo>
                  <a:lnTo>
                    <a:pt x="136" y="363"/>
                  </a:lnTo>
                  <a:lnTo>
                    <a:pt x="116" y="343"/>
                  </a:lnTo>
                  <a:lnTo>
                    <a:pt x="98" y="319"/>
                  </a:lnTo>
                  <a:lnTo>
                    <a:pt x="81" y="292"/>
                  </a:lnTo>
                  <a:lnTo>
                    <a:pt x="67" y="263"/>
                  </a:lnTo>
                  <a:lnTo>
                    <a:pt x="52" y="231"/>
                  </a:lnTo>
                  <a:lnTo>
                    <a:pt x="41" y="197"/>
                  </a:lnTo>
                  <a:lnTo>
                    <a:pt x="30" y="160"/>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8859" name="Freeform 63"/>
            <p:cNvSpPr>
              <a:spLocks/>
            </p:cNvSpPr>
            <p:nvPr/>
          </p:nvSpPr>
          <p:spPr bwMode="auto">
            <a:xfrm>
              <a:off x="915" y="1745"/>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0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19" y="2"/>
                  </a:lnTo>
                  <a:lnTo>
                    <a:pt x="194" y="8"/>
                  </a:lnTo>
                  <a:lnTo>
                    <a:pt x="171" y="19"/>
                  </a:lnTo>
                  <a:lnTo>
                    <a:pt x="149" y="34"/>
                  </a:lnTo>
                  <a:lnTo>
                    <a:pt x="126" y="52"/>
                  </a:lnTo>
                  <a:lnTo>
                    <a:pt x="106" y="74"/>
                  </a:lnTo>
                  <a:lnTo>
                    <a:pt x="89" y="99"/>
                  </a:lnTo>
                  <a:lnTo>
                    <a:pt x="70" y="126"/>
                  </a:lnTo>
                  <a:lnTo>
                    <a:pt x="55" y="157"/>
                  </a:lnTo>
                  <a:lnTo>
                    <a:pt x="41" y="189"/>
                  </a:lnTo>
                  <a:lnTo>
                    <a:pt x="29" y="224"/>
                  </a:lnTo>
                  <a:lnTo>
                    <a:pt x="19" y="262"/>
                  </a:lnTo>
                  <a:lnTo>
                    <a:pt x="10" y="300"/>
                  </a:lnTo>
                  <a:lnTo>
                    <a:pt x="4" y="340"/>
                  </a:lnTo>
                  <a:lnTo>
                    <a:pt x="1" y="383"/>
                  </a:lnTo>
                  <a:lnTo>
                    <a:pt x="0" y="426"/>
                  </a:lnTo>
                  <a:lnTo>
                    <a:pt x="11" y="426"/>
                  </a:lnTo>
                  <a:lnTo>
                    <a:pt x="13" y="383"/>
                  </a:lnTo>
                  <a:lnTo>
                    <a:pt x="16" y="342"/>
                  </a:lnTo>
                  <a:lnTo>
                    <a:pt x="22" y="303"/>
                  </a:lnTo>
                  <a:lnTo>
                    <a:pt x="30" y="264"/>
                  </a:lnTo>
                  <a:lnTo>
                    <a:pt x="41" y="229"/>
                  </a:lnTo>
                  <a:lnTo>
                    <a:pt x="52" y="194"/>
                  </a:lnTo>
                  <a:lnTo>
                    <a:pt x="67" y="162"/>
                  </a:lnTo>
                  <a:lnTo>
                    <a:pt x="82" y="133"/>
                  </a:lnTo>
                  <a:lnTo>
                    <a:pt x="98" y="106"/>
                  </a:lnTo>
                  <a:lnTo>
                    <a:pt x="116" y="81"/>
                  </a:lnTo>
                  <a:lnTo>
                    <a:pt x="136" y="61"/>
                  </a:lnTo>
                  <a:lnTo>
                    <a:pt x="156" y="43"/>
                  </a:lnTo>
                  <a:lnTo>
                    <a:pt x="178" y="31"/>
                  </a:lnTo>
                  <a:lnTo>
                    <a:pt x="199" y="20"/>
                  </a:lnTo>
                  <a:lnTo>
                    <a:pt x="221"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8860" name="Freeform 64"/>
            <p:cNvSpPr>
              <a:spLocks/>
            </p:cNvSpPr>
            <p:nvPr/>
          </p:nvSpPr>
          <p:spPr bwMode="auto">
            <a:xfrm>
              <a:off x="1140" y="2087"/>
              <a:ext cx="49" cy="85"/>
            </a:xfrm>
            <a:custGeom>
              <a:avLst/>
              <a:gdLst>
                <a:gd name="T0" fmla="*/ 2 w 246"/>
                <a:gd name="T1" fmla="*/ 3 h 424"/>
                <a:gd name="T2" fmla="*/ 2 w 246"/>
                <a:gd name="T3" fmla="*/ 3 h 424"/>
                <a:gd name="T4" fmla="*/ 2 w 246"/>
                <a:gd name="T5" fmla="*/ 3 h 424"/>
                <a:gd name="T6" fmla="*/ 2 w 246"/>
                <a:gd name="T7" fmla="*/ 3 h 424"/>
                <a:gd name="T8" fmla="*/ 2 w 246"/>
                <a:gd name="T9" fmla="*/ 2 h 424"/>
                <a:gd name="T10" fmla="*/ 2 w 246"/>
                <a:gd name="T11" fmla="*/ 2 h 424"/>
                <a:gd name="T12" fmla="*/ 2 w 246"/>
                <a:gd name="T13" fmla="*/ 2 h 424"/>
                <a:gd name="T14" fmla="*/ 2 w 246"/>
                <a:gd name="T15" fmla="*/ 2 h 424"/>
                <a:gd name="T16" fmla="*/ 2 w 246"/>
                <a:gd name="T17" fmla="*/ 1 h 424"/>
                <a:gd name="T18" fmla="*/ 1 w 246"/>
                <a:gd name="T19" fmla="*/ 1 h 424"/>
                <a:gd name="T20" fmla="*/ 1 w 246"/>
                <a:gd name="T21" fmla="*/ 1 h 424"/>
                <a:gd name="T22" fmla="*/ 1 w 246"/>
                <a:gd name="T23" fmla="*/ 1 h 424"/>
                <a:gd name="T24" fmla="*/ 1 w 246"/>
                <a:gd name="T25" fmla="*/ 0 h 424"/>
                <a:gd name="T26" fmla="*/ 1 w 246"/>
                <a:gd name="T27" fmla="*/ 0 h 424"/>
                <a:gd name="T28" fmla="*/ 1 w 246"/>
                <a:gd name="T29" fmla="*/ 0 h 424"/>
                <a:gd name="T30" fmla="*/ 0 w 246"/>
                <a:gd name="T31" fmla="*/ 0 h 424"/>
                <a:gd name="T32" fmla="*/ 0 w 246"/>
                <a:gd name="T33" fmla="*/ 0 h 424"/>
                <a:gd name="T34" fmla="*/ 0 w 246"/>
                <a:gd name="T35" fmla="*/ 0 h 424"/>
                <a:gd name="T36" fmla="*/ 0 w 246"/>
                <a:gd name="T37" fmla="*/ 0 h 424"/>
                <a:gd name="T38" fmla="*/ 0 w 246"/>
                <a:gd name="T39" fmla="*/ 0 h 424"/>
                <a:gd name="T40" fmla="*/ 0 w 246"/>
                <a:gd name="T41" fmla="*/ 0 h 424"/>
                <a:gd name="T42" fmla="*/ 1 w 246"/>
                <a:gd name="T43" fmla="*/ 0 h 424"/>
                <a:gd name="T44" fmla="*/ 1 w 246"/>
                <a:gd name="T45" fmla="*/ 0 h 424"/>
                <a:gd name="T46" fmla="*/ 1 w 246"/>
                <a:gd name="T47" fmla="*/ 0 h 424"/>
                <a:gd name="T48" fmla="*/ 1 w 246"/>
                <a:gd name="T49" fmla="*/ 1 h 424"/>
                <a:gd name="T50" fmla="*/ 1 w 246"/>
                <a:gd name="T51" fmla="*/ 1 h 424"/>
                <a:gd name="T52" fmla="*/ 1 w 246"/>
                <a:gd name="T53" fmla="*/ 1 h 424"/>
                <a:gd name="T54" fmla="*/ 1 w 246"/>
                <a:gd name="T55" fmla="*/ 1 h 424"/>
                <a:gd name="T56" fmla="*/ 2 w 246"/>
                <a:gd name="T57" fmla="*/ 2 h 424"/>
                <a:gd name="T58" fmla="*/ 2 w 246"/>
                <a:gd name="T59" fmla="*/ 2 h 424"/>
                <a:gd name="T60" fmla="*/ 2 w 246"/>
                <a:gd name="T61" fmla="*/ 2 h 424"/>
                <a:gd name="T62" fmla="*/ 2 w 246"/>
                <a:gd name="T63" fmla="*/ 2 h 424"/>
                <a:gd name="T64" fmla="*/ 2 w 246"/>
                <a:gd name="T65" fmla="*/ 3 h 424"/>
                <a:gd name="T66" fmla="*/ 2 w 246"/>
                <a:gd name="T67" fmla="*/ 3 h 424"/>
                <a:gd name="T68" fmla="*/ 2 w 246"/>
                <a:gd name="T69" fmla="*/ 3 h 424"/>
                <a:gd name="T70" fmla="*/ 2 w 246"/>
                <a:gd name="T71" fmla="*/ 3 h 424"/>
                <a:gd name="T72" fmla="*/ 2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424"/>
                  </a:moveTo>
                  <a:lnTo>
                    <a:pt x="246" y="424"/>
                  </a:lnTo>
                  <a:lnTo>
                    <a:pt x="244" y="382"/>
                  </a:lnTo>
                  <a:lnTo>
                    <a:pt x="241" y="338"/>
                  </a:lnTo>
                  <a:lnTo>
                    <a:pt x="235" y="298"/>
                  </a:lnTo>
                  <a:lnTo>
                    <a:pt x="227" y="261"/>
                  </a:lnTo>
                  <a:lnTo>
                    <a:pt x="216" y="222"/>
                  </a:lnTo>
                  <a:lnTo>
                    <a:pt x="205" y="188"/>
                  </a:lnTo>
                  <a:lnTo>
                    <a:pt x="190" y="155"/>
                  </a:lnTo>
                  <a:lnTo>
                    <a:pt x="174" y="125"/>
                  </a:lnTo>
                  <a:lnTo>
                    <a:pt x="157" y="98"/>
                  </a:lnTo>
                  <a:lnTo>
                    <a:pt x="138" y="73"/>
                  </a:lnTo>
                  <a:lnTo>
                    <a:pt x="118" y="51"/>
                  </a:lnTo>
                  <a:lnTo>
                    <a:pt x="96" y="34"/>
                  </a:lnTo>
                  <a:lnTo>
                    <a:pt x="74" y="18"/>
                  </a:lnTo>
                  <a:lnTo>
                    <a:pt x="50" y="8"/>
                  </a:lnTo>
                  <a:lnTo>
                    <a:pt x="25" y="2"/>
                  </a:lnTo>
                  <a:lnTo>
                    <a:pt x="0" y="0"/>
                  </a:lnTo>
                  <a:lnTo>
                    <a:pt x="0" y="11"/>
                  </a:lnTo>
                  <a:lnTo>
                    <a:pt x="23" y="14"/>
                  </a:lnTo>
                  <a:lnTo>
                    <a:pt x="45" y="19"/>
                  </a:lnTo>
                  <a:lnTo>
                    <a:pt x="67" y="30"/>
                  </a:lnTo>
                  <a:lnTo>
                    <a:pt x="89" y="43"/>
                  </a:lnTo>
                  <a:lnTo>
                    <a:pt x="108" y="60"/>
                  </a:lnTo>
                  <a:lnTo>
                    <a:pt x="128" y="80"/>
                  </a:lnTo>
                  <a:lnTo>
                    <a:pt x="147" y="105"/>
                  </a:lnTo>
                  <a:lnTo>
                    <a:pt x="165" y="132"/>
                  </a:lnTo>
                  <a:lnTo>
                    <a:pt x="179" y="160"/>
                  </a:lnTo>
                  <a:lnTo>
                    <a:pt x="193" y="193"/>
                  </a:lnTo>
                  <a:lnTo>
                    <a:pt x="205" y="227"/>
                  </a:lnTo>
                  <a:lnTo>
                    <a:pt x="215" y="263"/>
                  </a:lnTo>
                  <a:lnTo>
                    <a:pt x="223" y="301"/>
                  </a:lnTo>
                  <a:lnTo>
                    <a:pt x="229" y="341"/>
                  </a:lnTo>
                  <a:lnTo>
                    <a:pt x="233" y="382"/>
                  </a:lnTo>
                  <a:lnTo>
                    <a:pt x="234" y="424"/>
                  </a:lnTo>
                  <a:lnTo>
                    <a:pt x="246"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8861" name="Freeform 65"/>
            <p:cNvSpPr>
              <a:spLocks/>
            </p:cNvSpPr>
            <p:nvPr/>
          </p:nvSpPr>
          <p:spPr bwMode="auto">
            <a:xfrm>
              <a:off x="1140" y="2172"/>
              <a:ext cx="49" cy="85"/>
            </a:xfrm>
            <a:custGeom>
              <a:avLst/>
              <a:gdLst>
                <a:gd name="T0" fmla="*/ 0 w 246"/>
                <a:gd name="T1" fmla="*/ 3 h 426"/>
                <a:gd name="T2" fmla="*/ 0 w 246"/>
                <a:gd name="T3" fmla="*/ 3 h 426"/>
                <a:gd name="T4" fmla="*/ 0 w 246"/>
                <a:gd name="T5" fmla="*/ 3 h 426"/>
                <a:gd name="T6" fmla="*/ 0 w 246"/>
                <a:gd name="T7" fmla="*/ 3 h 426"/>
                <a:gd name="T8" fmla="*/ 1 w 246"/>
                <a:gd name="T9" fmla="*/ 3 h 426"/>
                <a:gd name="T10" fmla="*/ 1 w 246"/>
                <a:gd name="T11" fmla="*/ 3 h 426"/>
                <a:gd name="T12" fmla="*/ 1 w 246"/>
                <a:gd name="T13" fmla="*/ 3 h 426"/>
                <a:gd name="T14" fmla="*/ 1 w 246"/>
                <a:gd name="T15" fmla="*/ 3 h 426"/>
                <a:gd name="T16" fmla="*/ 1 w 246"/>
                <a:gd name="T17" fmla="*/ 3 h 426"/>
                <a:gd name="T18" fmla="*/ 1 w 246"/>
                <a:gd name="T19" fmla="*/ 2 h 426"/>
                <a:gd name="T20" fmla="*/ 2 w 246"/>
                <a:gd name="T21" fmla="*/ 2 h 426"/>
                <a:gd name="T22" fmla="*/ 2 w 246"/>
                <a:gd name="T23" fmla="*/ 2 h 426"/>
                <a:gd name="T24" fmla="*/ 2 w 246"/>
                <a:gd name="T25" fmla="*/ 2 h 426"/>
                <a:gd name="T26" fmla="*/ 2 w 246"/>
                <a:gd name="T27" fmla="*/ 1 h 426"/>
                <a:gd name="T28" fmla="*/ 2 w 246"/>
                <a:gd name="T29" fmla="*/ 1 h 426"/>
                <a:gd name="T30" fmla="*/ 2 w 246"/>
                <a:gd name="T31" fmla="*/ 1 h 426"/>
                <a:gd name="T32" fmla="*/ 2 w 246"/>
                <a:gd name="T33" fmla="*/ 0 h 426"/>
                <a:gd name="T34" fmla="*/ 2 w 246"/>
                <a:gd name="T35" fmla="*/ 0 h 426"/>
                <a:gd name="T36" fmla="*/ 2 w 246"/>
                <a:gd name="T37" fmla="*/ 0 h 426"/>
                <a:gd name="T38" fmla="*/ 2 w 246"/>
                <a:gd name="T39" fmla="*/ 0 h 426"/>
                <a:gd name="T40" fmla="*/ 2 w 246"/>
                <a:gd name="T41" fmla="*/ 1 h 426"/>
                <a:gd name="T42" fmla="*/ 2 w 246"/>
                <a:gd name="T43" fmla="*/ 1 h 426"/>
                <a:gd name="T44" fmla="*/ 2 w 246"/>
                <a:gd name="T45" fmla="*/ 1 h 426"/>
                <a:gd name="T46" fmla="*/ 2 w 246"/>
                <a:gd name="T47" fmla="*/ 2 h 426"/>
                <a:gd name="T48" fmla="*/ 2 w 246"/>
                <a:gd name="T49" fmla="*/ 2 h 426"/>
                <a:gd name="T50" fmla="*/ 1 w 246"/>
                <a:gd name="T51" fmla="*/ 2 h 426"/>
                <a:gd name="T52" fmla="*/ 1 w 246"/>
                <a:gd name="T53" fmla="*/ 2 h 426"/>
                <a:gd name="T54" fmla="*/ 1 w 246"/>
                <a:gd name="T55" fmla="*/ 3 h 426"/>
                <a:gd name="T56" fmla="*/ 1 w 246"/>
                <a:gd name="T57" fmla="*/ 3 h 426"/>
                <a:gd name="T58" fmla="*/ 1 w 246"/>
                <a:gd name="T59" fmla="*/ 3 h 426"/>
                <a:gd name="T60" fmla="*/ 1 w 246"/>
                <a:gd name="T61" fmla="*/ 3 h 426"/>
                <a:gd name="T62" fmla="*/ 1 w 246"/>
                <a:gd name="T63" fmla="*/ 3 h 426"/>
                <a:gd name="T64" fmla="*/ 0 w 246"/>
                <a:gd name="T65" fmla="*/ 3 h 426"/>
                <a:gd name="T66" fmla="*/ 0 w 246"/>
                <a:gd name="T67" fmla="*/ 3 h 426"/>
                <a:gd name="T68" fmla="*/ 0 w 246"/>
                <a:gd name="T69" fmla="*/ 3 h 426"/>
                <a:gd name="T70" fmla="*/ 0 w 246"/>
                <a:gd name="T71" fmla="*/ 3 h 426"/>
                <a:gd name="T72" fmla="*/ 0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426"/>
                  </a:moveTo>
                  <a:lnTo>
                    <a:pt x="0" y="426"/>
                  </a:lnTo>
                  <a:lnTo>
                    <a:pt x="25" y="423"/>
                  </a:lnTo>
                  <a:lnTo>
                    <a:pt x="50" y="417"/>
                  </a:lnTo>
                  <a:lnTo>
                    <a:pt x="74" y="407"/>
                  </a:lnTo>
                  <a:lnTo>
                    <a:pt x="96" y="392"/>
                  </a:lnTo>
                  <a:lnTo>
                    <a:pt x="118" y="373"/>
                  </a:lnTo>
                  <a:lnTo>
                    <a:pt x="138" y="350"/>
                  </a:lnTo>
                  <a:lnTo>
                    <a:pt x="157" y="327"/>
                  </a:lnTo>
                  <a:lnTo>
                    <a:pt x="175" y="299"/>
                  </a:lnTo>
                  <a:lnTo>
                    <a:pt x="190" y="268"/>
                  </a:lnTo>
                  <a:lnTo>
                    <a:pt x="205" y="236"/>
                  </a:lnTo>
                  <a:lnTo>
                    <a:pt x="216" y="202"/>
                  </a:lnTo>
                  <a:lnTo>
                    <a:pt x="227" y="164"/>
                  </a:lnTo>
                  <a:lnTo>
                    <a:pt x="235" y="125"/>
                  </a:lnTo>
                  <a:lnTo>
                    <a:pt x="241" y="86"/>
                  </a:lnTo>
                  <a:lnTo>
                    <a:pt x="244" y="42"/>
                  </a:lnTo>
                  <a:lnTo>
                    <a:pt x="246" y="0"/>
                  </a:lnTo>
                  <a:lnTo>
                    <a:pt x="234" y="0"/>
                  </a:lnTo>
                  <a:lnTo>
                    <a:pt x="233" y="42"/>
                  </a:lnTo>
                  <a:lnTo>
                    <a:pt x="229" y="83"/>
                  </a:lnTo>
                  <a:lnTo>
                    <a:pt x="223" y="123"/>
                  </a:lnTo>
                  <a:lnTo>
                    <a:pt x="215" y="162"/>
                  </a:lnTo>
                  <a:lnTo>
                    <a:pt x="205" y="197"/>
                  </a:lnTo>
                  <a:lnTo>
                    <a:pt x="193" y="231"/>
                  </a:lnTo>
                  <a:lnTo>
                    <a:pt x="179" y="264"/>
                  </a:lnTo>
                  <a:lnTo>
                    <a:pt x="164" y="292"/>
                  </a:lnTo>
                  <a:lnTo>
                    <a:pt x="147" y="320"/>
                  </a:lnTo>
                  <a:lnTo>
                    <a:pt x="128" y="343"/>
                  </a:lnTo>
                  <a:lnTo>
                    <a:pt x="108" y="363"/>
                  </a:lnTo>
                  <a:lnTo>
                    <a:pt x="89" y="382"/>
                  </a:lnTo>
                  <a:lnTo>
                    <a:pt x="67" y="395"/>
                  </a:lnTo>
                  <a:lnTo>
                    <a:pt x="45" y="406"/>
                  </a:lnTo>
                  <a:lnTo>
                    <a:pt x="23" y="411"/>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8862" name="Freeform 66"/>
            <p:cNvSpPr>
              <a:spLocks/>
            </p:cNvSpPr>
            <p:nvPr/>
          </p:nvSpPr>
          <p:spPr bwMode="auto">
            <a:xfrm>
              <a:off x="1091" y="2172"/>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4" y="86"/>
                  </a:lnTo>
                  <a:lnTo>
                    <a:pt x="10" y="125"/>
                  </a:lnTo>
                  <a:lnTo>
                    <a:pt x="18" y="164"/>
                  </a:lnTo>
                  <a:lnTo>
                    <a:pt x="29" y="202"/>
                  </a:lnTo>
                  <a:lnTo>
                    <a:pt x="41" y="236"/>
                  </a:lnTo>
                  <a:lnTo>
                    <a:pt x="55" y="268"/>
                  </a:lnTo>
                  <a:lnTo>
                    <a:pt x="70" y="299"/>
                  </a:lnTo>
                  <a:lnTo>
                    <a:pt x="89" y="327"/>
                  </a:lnTo>
                  <a:lnTo>
                    <a:pt x="106" y="350"/>
                  </a:lnTo>
                  <a:lnTo>
                    <a:pt x="126" y="373"/>
                  </a:lnTo>
                  <a:lnTo>
                    <a:pt x="148" y="392"/>
                  </a:lnTo>
                  <a:lnTo>
                    <a:pt x="171" y="407"/>
                  </a:lnTo>
                  <a:lnTo>
                    <a:pt x="194" y="417"/>
                  </a:lnTo>
                  <a:lnTo>
                    <a:pt x="219" y="423"/>
                  </a:lnTo>
                  <a:lnTo>
                    <a:pt x="245" y="426"/>
                  </a:lnTo>
                  <a:lnTo>
                    <a:pt x="245" y="414"/>
                  </a:lnTo>
                  <a:lnTo>
                    <a:pt x="221" y="411"/>
                  </a:lnTo>
                  <a:lnTo>
                    <a:pt x="199" y="406"/>
                  </a:lnTo>
                  <a:lnTo>
                    <a:pt x="178" y="395"/>
                  </a:lnTo>
                  <a:lnTo>
                    <a:pt x="155" y="382"/>
                  </a:lnTo>
                  <a:lnTo>
                    <a:pt x="136" y="363"/>
                  </a:lnTo>
                  <a:lnTo>
                    <a:pt x="116" y="343"/>
                  </a:lnTo>
                  <a:lnTo>
                    <a:pt x="98" y="320"/>
                  </a:lnTo>
                  <a:lnTo>
                    <a:pt x="82" y="292"/>
                  </a:lnTo>
                  <a:lnTo>
                    <a:pt x="66" y="264"/>
                  </a:lnTo>
                  <a:lnTo>
                    <a:pt x="52" y="231"/>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8863" name="Freeform 67"/>
            <p:cNvSpPr>
              <a:spLocks/>
            </p:cNvSpPr>
            <p:nvPr/>
          </p:nvSpPr>
          <p:spPr bwMode="auto">
            <a:xfrm>
              <a:off x="1091" y="2087"/>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4" y="8"/>
                  </a:lnTo>
                  <a:lnTo>
                    <a:pt x="171" y="18"/>
                  </a:lnTo>
                  <a:lnTo>
                    <a:pt x="148" y="34"/>
                  </a:lnTo>
                  <a:lnTo>
                    <a:pt x="126" y="51"/>
                  </a:lnTo>
                  <a:lnTo>
                    <a:pt x="106" y="73"/>
                  </a:lnTo>
                  <a:lnTo>
                    <a:pt x="89" y="98"/>
                  </a:lnTo>
                  <a:lnTo>
                    <a:pt x="71" y="125"/>
                  </a:lnTo>
                  <a:lnTo>
                    <a:pt x="55" y="155"/>
                  </a:lnTo>
                  <a:lnTo>
                    <a:pt x="41" y="188"/>
                  </a:lnTo>
                  <a:lnTo>
                    <a:pt x="29" y="222"/>
                  </a:lnTo>
                  <a:lnTo>
                    <a:pt x="18" y="261"/>
                  </a:lnTo>
                  <a:lnTo>
                    <a:pt x="10" y="298"/>
                  </a:lnTo>
                  <a:lnTo>
                    <a:pt x="4" y="338"/>
                  </a:lnTo>
                  <a:lnTo>
                    <a:pt x="1" y="382"/>
                  </a:lnTo>
                  <a:lnTo>
                    <a:pt x="0" y="424"/>
                  </a:lnTo>
                  <a:lnTo>
                    <a:pt x="11" y="424"/>
                  </a:lnTo>
                  <a:lnTo>
                    <a:pt x="13" y="382"/>
                  </a:lnTo>
                  <a:lnTo>
                    <a:pt x="16" y="341"/>
                  </a:lnTo>
                  <a:lnTo>
                    <a:pt x="22" y="301"/>
                  </a:lnTo>
                  <a:lnTo>
                    <a:pt x="30" y="263"/>
                  </a:lnTo>
                  <a:lnTo>
                    <a:pt x="41" y="227"/>
                  </a:lnTo>
                  <a:lnTo>
                    <a:pt x="52" y="193"/>
                  </a:lnTo>
                  <a:lnTo>
                    <a:pt x="66" y="160"/>
                  </a:lnTo>
                  <a:lnTo>
                    <a:pt x="80" y="132"/>
                  </a:lnTo>
                  <a:lnTo>
                    <a:pt x="98" y="105"/>
                  </a:lnTo>
                  <a:lnTo>
                    <a:pt x="116" y="80"/>
                  </a:lnTo>
                  <a:lnTo>
                    <a:pt x="136" y="60"/>
                  </a:lnTo>
                  <a:lnTo>
                    <a:pt x="155" y="43"/>
                  </a:lnTo>
                  <a:lnTo>
                    <a:pt x="178" y="30"/>
                  </a:lnTo>
                  <a:lnTo>
                    <a:pt x="199" y="19"/>
                  </a:lnTo>
                  <a:lnTo>
                    <a:pt x="221" y="14"/>
                  </a:lnTo>
                  <a:lnTo>
                    <a:pt x="245" y="11"/>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8864" name="Freeform 68"/>
            <p:cNvSpPr>
              <a:spLocks/>
            </p:cNvSpPr>
            <p:nvPr/>
          </p:nvSpPr>
          <p:spPr bwMode="auto">
            <a:xfrm>
              <a:off x="1392" y="2118"/>
              <a:ext cx="49" cy="85"/>
            </a:xfrm>
            <a:custGeom>
              <a:avLst/>
              <a:gdLst>
                <a:gd name="T0" fmla="*/ 2 w 246"/>
                <a:gd name="T1" fmla="*/ 3 h 426"/>
                <a:gd name="T2" fmla="*/ 2 w 246"/>
                <a:gd name="T3" fmla="*/ 3 h 426"/>
                <a:gd name="T4" fmla="*/ 2 w 246"/>
                <a:gd name="T5" fmla="*/ 3 h 426"/>
                <a:gd name="T6" fmla="*/ 2 w 246"/>
                <a:gd name="T7" fmla="*/ 3 h 426"/>
                <a:gd name="T8" fmla="*/ 2 w 246"/>
                <a:gd name="T9" fmla="*/ 2 h 426"/>
                <a:gd name="T10" fmla="*/ 2 w 246"/>
                <a:gd name="T11" fmla="*/ 2 h 426"/>
                <a:gd name="T12" fmla="*/ 2 w 246"/>
                <a:gd name="T13" fmla="*/ 2 h 426"/>
                <a:gd name="T14" fmla="*/ 2 w 246"/>
                <a:gd name="T15" fmla="*/ 2 h 426"/>
                <a:gd name="T16" fmla="*/ 2 w 246"/>
                <a:gd name="T17" fmla="*/ 1 h 426"/>
                <a:gd name="T18" fmla="*/ 1 w 246"/>
                <a:gd name="T19" fmla="*/ 1 h 426"/>
                <a:gd name="T20" fmla="*/ 1 w 246"/>
                <a:gd name="T21" fmla="*/ 1 h 426"/>
                <a:gd name="T22" fmla="*/ 1 w 246"/>
                <a:gd name="T23" fmla="*/ 1 h 426"/>
                <a:gd name="T24" fmla="*/ 1 w 246"/>
                <a:gd name="T25" fmla="*/ 0 h 426"/>
                <a:gd name="T26" fmla="*/ 1 w 246"/>
                <a:gd name="T27" fmla="*/ 0 h 426"/>
                <a:gd name="T28" fmla="*/ 1 w 246"/>
                <a:gd name="T29" fmla="*/ 0 h 426"/>
                <a:gd name="T30" fmla="*/ 0 w 246"/>
                <a:gd name="T31" fmla="*/ 0 h 426"/>
                <a:gd name="T32" fmla="*/ 0 w 246"/>
                <a:gd name="T33" fmla="*/ 0 h 426"/>
                <a:gd name="T34" fmla="*/ 0 w 246"/>
                <a:gd name="T35" fmla="*/ 0 h 426"/>
                <a:gd name="T36" fmla="*/ 0 w 246"/>
                <a:gd name="T37" fmla="*/ 0 h 426"/>
                <a:gd name="T38" fmla="*/ 0 w 246"/>
                <a:gd name="T39" fmla="*/ 0 h 426"/>
                <a:gd name="T40" fmla="*/ 0 w 246"/>
                <a:gd name="T41" fmla="*/ 0 h 426"/>
                <a:gd name="T42" fmla="*/ 1 w 246"/>
                <a:gd name="T43" fmla="*/ 0 h 426"/>
                <a:gd name="T44" fmla="*/ 1 w 246"/>
                <a:gd name="T45" fmla="*/ 0 h 426"/>
                <a:gd name="T46" fmla="*/ 1 w 246"/>
                <a:gd name="T47" fmla="*/ 1 h 426"/>
                <a:gd name="T48" fmla="*/ 1 w 246"/>
                <a:gd name="T49" fmla="*/ 1 h 426"/>
                <a:gd name="T50" fmla="*/ 1 w 246"/>
                <a:gd name="T51" fmla="*/ 1 h 426"/>
                <a:gd name="T52" fmla="*/ 1 w 246"/>
                <a:gd name="T53" fmla="*/ 1 h 426"/>
                <a:gd name="T54" fmla="*/ 1 w 246"/>
                <a:gd name="T55" fmla="*/ 1 h 426"/>
                <a:gd name="T56" fmla="*/ 2 w 246"/>
                <a:gd name="T57" fmla="*/ 2 h 426"/>
                <a:gd name="T58" fmla="*/ 2 w 246"/>
                <a:gd name="T59" fmla="*/ 2 h 426"/>
                <a:gd name="T60" fmla="*/ 2 w 246"/>
                <a:gd name="T61" fmla="*/ 2 h 426"/>
                <a:gd name="T62" fmla="*/ 2 w 246"/>
                <a:gd name="T63" fmla="*/ 2 h 426"/>
                <a:gd name="T64" fmla="*/ 2 w 246"/>
                <a:gd name="T65" fmla="*/ 3 h 426"/>
                <a:gd name="T66" fmla="*/ 2 w 246"/>
                <a:gd name="T67" fmla="*/ 3 h 426"/>
                <a:gd name="T68" fmla="*/ 2 w 246"/>
                <a:gd name="T69" fmla="*/ 3 h 426"/>
                <a:gd name="T70" fmla="*/ 2 w 246"/>
                <a:gd name="T71" fmla="*/ 3 h 426"/>
                <a:gd name="T72" fmla="*/ 2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246" y="426"/>
                  </a:moveTo>
                  <a:lnTo>
                    <a:pt x="246" y="426"/>
                  </a:lnTo>
                  <a:lnTo>
                    <a:pt x="245" y="384"/>
                  </a:lnTo>
                  <a:lnTo>
                    <a:pt x="242" y="340"/>
                  </a:lnTo>
                  <a:lnTo>
                    <a:pt x="236" y="301"/>
                  </a:lnTo>
                  <a:lnTo>
                    <a:pt x="228" y="262"/>
                  </a:lnTo>
                  <a:lnTo>
                    <a:pt x="217" y="224"/>
                  </a:lnTo>
                  <a:lnTo>
                    <a:pt x="205" y="190"/>
                  </a:lnTo>
                  <a:lnTo>
                    <a:pt x="191" y="158"/>
                  </a:lnTo>
                  <a:lnTo>
                    <a:pt x="176" y="126"/>
                  </a:lnTo>
                  <a:lnTo>
                    <a:pt x="157" y="99"/>
                  </a:lnTo>
                  <a:lnTo>
                    <a:pt x="139" y="75"/>
                  </a:lnTo>
                  <a:lnTo>
                    <a:pt x="119" y="53"/>
                  </a:lnTo>
                  <a:lnTo>
                    <a:pt x="96" y="34"/>
                  </a:lnTo>
                  <a:lnTo>
                    <a:pt x="75" y="19"/>
                  </a:lnTo>
                  <a:lnTo>
                    <a:pt x="51" y="9"/>
                  </a:lnTo>
                  <a:lnTo>
                    <a:pt x="26" y="3"/>
                  </a:lnTo>
                  <a:lnTo>
                    <a:pt x="0" y="0"/>
                  </a:lnTo>
                  <a:lnTo>
                    <a:pt x="0" y="12"/>
                  </a:lnTo>
                  <a:lnTo>
                    <a:pt x="24" y="15"/>
                  </a:lnTo>
                  <a:lnTo>
                    <a:pt x="46" y="20"/>
                  </a:lnTo>
                  <a:lnTo>
                    <a:pt x="68" y="31"/>
                  </a:lnTo>
                  <a:lnTo>
                    <a:pt x="89" y="44"/>
                  </a:lnTo>
                  <a:lnTo>
                    <a:pt x="109" y="63"/>
                  </a:lnTo>
                  <a:lnTo>
                    <a:pt x="129" y="83"/>
                  </a:lnTo>
                  <a:lnTo>
                    <a:pt x="148" y="106"/>
                  </a:lnTo>
                  <a:lnTo>
                    <a:pt x="164" y="133"/>
                  </a:lnTo>
                  <a:lnTo>
                    <a:pt x="180" y="162"/>
                  </a:lnTo>
                  <a:lnTo>
                    <a:pt x="194" y="195"/>
                  </a:lnTo>
                  <a:lnTo>
                    <a:pt x="205" y="229"/>
                  </a:lnTo>
                  <a:lnTo>
                    <a:pt x="216" y="264"/>
                  </a:lnTo>
                  <a:lnTo>
                    <a:pt x="224" y="303"/>
                  </a:lnTo>
                  <a:lnTo>
                    <a:pt x="230" y="343"/>
                  </a:lnTo>
                  <a:lnTo>
                    <a:pt x="233" y="384"/>
                  </a:lnTo>
                  <a:lnTo>
                    <a:pt x="235" y="426"/>
                  </a:lnTo>
                  <a:lnTo>
                    <a:pt x="246"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8865" name="Freeform 69"/>
            <p:cNvSpPr>
              <a:spLocks/>
            </p:cNvSpPr>
            <p:nvPr/>
          </p:nvSpPr>
          <p:spPr bwMode="auto">
            <a:xfrm>
              <a:off x="1392" y="2203"/>
              <a:ext cx="49" cy="85"/>
            </a:xfrm>
            <a:custGeom>
              <a:avLst/>
              <a:gdLst>
                <a:gd name="T0" fmla="*/ 0 w 246"/>
                <a:gd name="T1" fmla="*/ 3 h 424"/>
                <a:gd name="T2" fmla="*/ 0 w 246"/>
                <a:gd name="T3" fmla="*/ 3 h 424"/>
                <a:gd name="T4" fmla="*/ 0 w 246"/>
                <a:gd name="T5" fmla="*/ 3 h 424"/>
                <a:gd name="T6" fmla="*/ 0 w 246"/>
                <a:gd name="T7" fmla="*/ 3 h 424"/>
                <a:gd name="T8" fmla="*/ 1 w 246"/>
                <a:gd name="T9" fmla="*/ 3 h 424"/>
                <a:gd name="T10" fmla="*/ 1 w 246"/>
                <a:gd name="T11" fmla="*/ 3 h 424"/>
                <a:gd name="T12" fmla="*/ 1 w 246"/>
                <a:gd name="T13" fmla="*/ 3 h 424"/>
                <a:gd name="T14" fmla="*/ 1 w 246"/>
                <a:gd name="T15" fmla="*/ 3 h 424"/>
                <a:gd name="T16" fmla="*/ 1 w 246"/>
                <a:gd name="T17" fmla="*/ 3 h 424"/>
                <a:gd name="T18" fmla="*/ 1 w 246"/>
                <a:gd name="T19" fmla="*/ 2 h 424"/>
                <a:gd name="T20" fmla="*/ 2 w 246"/>
                <a:gd name="T21" fmla="*/ 2 h 424"/>
                <a:gd name="T22" fmla="*/ 2 w 246"/>
                <a:gd name="T23" fmla="*/ 2 h 424"/>
                <a:gd name="T24" fmla="*/ 2 w 246"/>
                <a:gd name="T25" fmla="*/ 2 h 424"/>
                <a:gd name="T26" fmla="*/ 2 w 246"/>
                <a:gd name="T27" fmla="*/ 1 h 424"/>
                <a:gd name="T28" fmla="*/ 2 w 246"/>
                <a:gd name="T29" fmla="*/ 1 h 424"/>
                <a:gd name="T30" fmla="*/ 2 w 246"/>
                <a:gd name="T31" fmla="*/ 1 h 424"/>
                <a:gd name="T32" fmla="*/ 2 w 246"/>
                <a:gd name="T33" fmla="*/ 0 h 424"/>
                <a:gd name="T34" fmla="*/ 2 w 246"/>
                <a:gd name="T35" fmla="*/ 0 h 424"/>
                <a:gd name="T36" fmla="*/ 2 w 246"/>
                <a:gd name="T37" fmla="*/ 0 h 424"/>
                <a:gd name="T38" fmla="*/ 2 w 246"/>
                <a:gd name="T39" fmla="*/ 0 h 424"/>
                <a:gd name="T40" fmla="*/ 2 w 246"/>
                <a:gd name="T41" fmla="*/ 1 h 424"/>
                <a:gd name="T42" fmla="*/ 2 w 246"/>
                <a:gd name="T43" fmla="*/ 1 h 424"/>
                <a:gd name="T44" fmla="*/ 2 w 246"/>
                <a:gd name="T45" fmla="*/ 1 h 424"/>
                <a:gd name="T46" fmla="*/ 2 w 246"/>
                <a:gd name="T47" fmla="*/ 2 h 424"/>
                <a:gd name="T48" fmla="*/ 2 w 246"/>
                <a:gd name="T49" fmla="*/ 2 h 424"/>
                <a:gd name="T50" fmla="*/ 1 w 246"/>
                <a:gd name="T51" fmla="*/ 2 h 424"/>
                <a:gd name="T52" fmla="*/ 1 w 246"/>
                <a:gd name="T53" fmla="*/ 2 h 424"/>
                <a:gd name="T54" fmla="*/ 1 w 246"/>
                <a:gd name="T55" fmla="*/ 3 h 424"/>
                <a:gd name="T56" fmla="*/ 1 w 246"/>
                <a:gd name="T57" fmla="*/ 3 h 424"/>
                <a:gd name="T58" fmla="*/ 1 w 246"/>
                <a:gd name="T59" fmla="*/ 3 h 424"/>
                <a:gd name="T60" fmla="*/ 1 w 246"/>
                <a:gd name="T61" fmla="*/ 3 h 424"/>
                <a:gd name="T62" fmla="*/ 1 w 246"/>
                <a:gd name="T63" fmla="*/ 3 h 424"/>
                <a:gd name="T64" fmla="*/ 0 w 246"/>
                <a:gd name="T65" fmla="*/ 3 h 424"/>
                <a:gd name="T66" fmla="*/ 0 w 246"/>
                <a:gd name="T67" fmla="*/ 3 h 424"/>
                <a:gd name="T68" fmla="*/ 0 w 246"/>
                <a:gd name="T69" fmla="*/ 3 h 424"/>
                <a:gd name="T70" fmla="*/ 0 w 246"/>
                <a:gd name="T71" fmla="*/ 3 h 424"/>
                <a:gd name="T72" fmla="*/ 0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0" y="424"/>
                  </a:moveTo>
                  <a:lnTo>
                    <a:pt x="0" y="424"/>
                  </a:lnTo>
                  <a:lnTo>
                    <a:pt x="26" y="422"/>
                  </a:lnTo>
                  <a:lnTo>
                    <a:pt x="51" y="416"/>
                  </a:lnTo>
                  <a:lnTo>
                    <a:pt x="75" y="406"/>
                  </a:lnTo>
                  <a:lnTo>
                    <a:pt x="96" y="390"/>
                  </a:lnTo>
                  <a:lnTo>
                    <a:pt x="119" y="373"/>
                  </a:lnTo>
                  <a:lnTo>
                    <a:pt x="139" y="351"/>
                  </a:lnTo>
                  <a:lnTo>
                    <a:pt x="157" y="326"/>
                  </a:lnTo>
                  <a:lnTo>
                    <a:pt x="175" y="299"/>
                  </a:lnTo>
                  <a:lnTo>
                    <a:pt x="191" y="269"/>
                  </a:lnTo>
                  <a:lnTo>
                    <a:pt x="205" y="236"/>
                  </a:lnTo>
                  <a:lnTo>
                    <a:pt x="217" y="202"/>
                  </a:lnTo>
                  <a:lnTo>
                    <a:pt x="228" y="163"/>
                  </a:lnTo>
                  <a:lnTo>
                    <a:pt x="236" y="125"/>
                  </a:lnTo>
                  <a:lnTo>
                    <a:pt x="242" y="86"/>
                  </a:lnTo>
                  <a:lnTo>
                    <a:pt x="245" y="42"/>
                  </a:lnTo>
                  <a:lnTo>
                    <a:pt x="246" y="0"/>
                  </a:lnTo>
                  <a:lnTo>
                    <a:pt x="235" y="0"/>
                  </a:lnTo>
                  <a:lnTo>
                    <a:pt x="233" y="42"/>
                  </a:lnTo>
                  <a:lnTo>
                    <a:pt x="230" y="83"/>
                  </a:lnTo>
                  <a:lnTo>
                    <a:pt x="224" y="123"/>
                  </a:lnTo>
                  <a:lnTo>
                    <a:pt x="216" y="161"/>
                  </a:lnTo>
                  <a:lnTo>
                    <a:pt x="205" y="197"/>
                  </a:lnTo>
                  <a:lnTo>
                    <a:pt x="194" y="231"/>
                  </a:lnTo>
                  <a:lnTo>
                    <a:pt x="180" y="264"/>
                  </a:lnTo>
                  <a:lnTo>
                    <a:pt x="166" y="292"/>
                  </a:lnTo>
                  <a:lnTo>
                    <a:pt x="148" y="319"/>
                  </a:lnTo>
                  <a:lnTo>
                    <a:pt x="129" y="344"/>
                  </a:lnTo>
                  <a:lnTo>
                    <a:pt x="109" y="364"/>
                  </a:lnTo>
                  <a:lnTo>
                    <a:pt x="89" y="381"/>
                  </a:lnTo>
                  <a:lnTo>
                    <a:pt x="68" y="394"/>
                  </a:lnTo>
                  <a:lnTo>
                    <a:pt x="46" y="405"/>
                  </a:lnTo>
                  <a:lnTo>
                    <a:pt x="24" y="410"/>
                  </a:lnTo>
                  <a:lnTo>
                    <a:pt x="0" y="413"/>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8866" name="Freeform 70"/>
            <p:cNvSpPr>
              <a:spLocks/>
            </p:cNvSpPr>
            <p:nvPr/>
          </p:nvSpPr>
          <p:spPr bwMode="auto">
            <a:xfrm>
              <a:off x="1343" y="2203"/>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2" y="42"/>
                  </a:lnTo>
                  <a:lnTo>
                    <a:pt x="5" y="86"/>
                  </a:lnTo>
                  <a:lnTo>
                    <a:pt x="11" y="125"/>
                  </a:lnTo>
                  <a:lnTo>
                    <a:pt x="19" y="163"/>
                  </a:lnTo>
                  <a:lnTo>
                    <a:pt x="30" y="202"/>
                  </a:lnTo>
                  <a:lnTo>
                    <a:pt x="41" y="236"/>
                  </a:lnTo>
                  <a:lnTo>
                    <a:pt x="56" y="269"/>
                  </a:lnTo>
                  <a:lnTo>
                    <a:pt x="72" y="299"/>
                  </a:lnTo>
                  <a:lnTo>
                    <a:pt x="90" y="326"/>
                  </a:lnTo>
                  <a:lnTo>
                    <a:pt x="108" y="351"/>
                  </a:lnTo>
                  <a:lnTo>
                    <a:pt x="127" y="373"/>
                  </a:lnTo>
                  <a:lnTo>
                    <a:pt x="149" y="390"/>
                  </a:lnTo>
                  <a:lnTo>
                    <a:pt x="172" y="406"/>
                  </a:lnTo>
                  <a:lnTo>
                    <a:pt x="195" y="416"/>
                  </a:lnTo>
                  <a:lnTo>
                    <a:pt x="220" y="422"/>
                  </a:lnTo>
                  <a:lnTo>
                    <a:pt x="245" y="424"/>
                  </a:lnTo>
                  <a:lnTo>
                    <a:pt x="245" y="413"/>
                  </a:lnTo>
                  <a:lnTo>
                    <a:pt x="222" y="410"/>
                  </a:lnTo>
                  <a:lnTo>
                    <a:pt x="200" y="405"/>
                  </a:lnTo>
                  <a:lnTo>
                    <a:pt x="179" y="394"/>
                  </a:lnTo>
                  <a:lnTo>
                    <a:pt x="156" y="381"/>
                  </a:lnTo>
                  <a:lnTo>
                    <a:pt x="136" y="364"/>
                  </a:lnTo>
                  <a:lnTo>
                    <a:pt x="118" y="344"/>
                  </a:lnTo>
                  <a:lnTo>
                    <a:pt x="99" y="319"/>
                  </a:lnTo>
                  <a:lnTo>
                    <a:pt x="81" y="292"/>
                  </a:lnTo>
                  <a:lnTo>
                    <a:pt x="67" y="264"/>
                  </a:lnTo>
                  <a:lnTo>
                    <a:pt x="53" y="231"/>
                  </a:lnTo>
                  <a:lnTo>
                    <a:pt x="41" y="197"/>
                  </a:lnTo>
                  <a:lnTo>
                    <a:pt x="31" y="161"/>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8867" name="Freeform 71"/>
            <p:cNvSpPr>
              <a:spLocks/>
            </p:cNvSpPr>
            <p:nvPr/>
          </p:nvSpPr>
          <p:spPr bwMode="auto">
            <a:xfrm>
              <a:off x="1343" y="2118"/>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1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20" y="3"/>
                  </a:lnTo>
                  <a:lnTo>
                    <a:pt x="195" y="9"/>
                  </a:lnTo>
                  <a:lnTo>
                    <a:pt x="172" y="19"/>
                  </a:lnTo>
                  <a:lnTo>
                    <a:pt x="149" y="34"/>
                  </a:lnTo>
                  <a:lnTo>
                    <a:pt x="127" y="53"/>
                  </a:lnTo>
                  <a:lnTo>
                    <a:pt x="108" y="75"/>
                  </a:lnTo>
                  <a:lnTo>
                    <a:pt x="90" y="99"/>
                  </a:lnTo>
                  <a:lnTo>
                    <a:pt x="71" y="126"/>
                  </a:lnTo>
                  <a:lnTo>
                    <a:pt x="56" y="158"/>
                  </a:lnTo>
                  <a:lnTo>
                    <a:pt x="41" y="190"/>
                  </a:lnTo>
                  <a:lnTo>
                    <a:pt x="30" y="224"/>
                  </a:lnTo>
                  <a:lnTo>
                    <a:pt x="19" y="262"/>
                  </a:lnTo>
                  <a:lnTo>
                    <a:pt x="11" y="301"/>
                  </a:lnTo>
                  <a:lnTo>
                    <a:pt x="5" y="340"/>
                  </a:lnTo>
                  <a:lnTo>
                    <a:pt x="2" y="384"/>
                  </a:lnTo>
                  <a:lnTo>
                    <a:pt x="0" y="426"/>
                  </a:lnTo>
                  <a:lnTo>
                    <a:pt x="12" y="426"/>
                  </a:lnTo>
                  <a:lnTo>
                    <a:pt x="13" y="384"/>
                  </a:lnTo>
                  <a:lnTo>
                    <a:pt x="17" y="343"/>
                  </a:lnTo>
                  <a:lnTo>
                    <a:pt x="23" y="303"/>
                  </a:lnTo>
                  <a:lnTo>
                    <a:pt x="31" y="264"/>
                  </a:lnTo>
                  <a:lnTo>
                    <a:pt x="41" y="229"/>
                  </a:lnTo>
                  <a:lnTo>
                    <a:pt x="53" y="195"/>
                  </a:lnTo>
                  <a:lnTo>
                    <a:pt x="67" y="162"/>
                  </a:lnTo>
                  <a:lnTo>
                    <a:pt x="82" y="133"/>
                  </a:lnTo>
                  <a:lnTo>
                    <a:pt x="99" y="106"/>
                  </a:lnTo>
                  <a:lnTo>
                    <a:pt x="118" y="83"/>
                  </a:lnTo>
                  <a:lnTo>
                    <a:pt x="136" y="63"/>
                  </a:lnTo>
                  <a:lnTo>
                    <a:pt x="156" y="44"/>
                  </a:lnTo>
                  <a:lnTo>
                    <a:pt x="179" y="31"/>
                  </a:lnTo>
                  <a:lnTo>
                    <a:pt x="200" y="20"/>
                  </a:lnTo>
                  <a:lnTo>
                    <a:pt x="222" y="15"/>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8868" name="Freeform 72"/>
            <p:cNvSpPr>
              <a:spLocks/>
            </p:cNvSpPr>
            <p:nvPr/>
          </p:nvSpPr>
          <p:spPr bwMode="auto">
            <a:xfrm>
              <a:off x="1384" y="1859"/>
              <a:ext cx="49" cy="84"/>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1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3" y="382"/>
                  </a:lnTo>
                  <a:lnTo>
                    <a:pt x="240" y="339"/>
                  </a:lnTo>
                  <a:lnTo>
                    <a:pt x="234" y="299"/>
                  </a:lnTo>
                  <a:lnTo>
                    <a:pt x="226" y="261"/>
                  </a:lnTo>
                  <a:lnTo>
                    <a:pt x="215" y="222"/>
                  </a:lnTo>
                  <a:lnTo>
                    <a:pt x="204" y="188"/>
                  </a:lnTo>
                  <a:lnTo>
                    <a:pt x="189" y="156"/>
                  </a:lnTo>
                  <a:lnTo>
                    <a:pt x="173" y="125"/>
                  </a:lnTo>
                  <a:lnTo>
                    <a:pt x="155" y="98"/>
                  </a:lnTo>
                  <a:lnTo>
                    <a:pt x="138" y="74"/>
                  </a:lnTo>
                  <a:lnTo>
                    <a:pt x="118" y="51"/>
                  </a:lnTo>
                  <a:lnTo>
                    <a:pt x="96" y="34"/>
                  </a:lnTo>
                  <a:lnTo>
                    <a:pt x="73" y="18"/>
                  </a:lnTo>
                  <a:lnTo>
                    <a:pt x="50" y="8"/>
                  </a:lnTo>
                  <a:lnTo>
                    <a:pt x="25" y="2"/>
                  </a:lnTo>
                  <a:lnTo>
                    <a:pt x="0" y="0"/>
                  </a:lnTo>
                  <a:lnTo>
                    <a:pt x="0" y="11"/>
                  </a:lnTo>
                  <a:lnTo>
                    <a:pt x="23" y="14"/>
                  </a:lnTo>
                  <a:lnTo>
                    <a:pt x="45" y="20"/>
                  </a:lnTo>
                  <a:lnTo>
                    <a:pt x="66" y="30"/>
                  </a:lnTo>
                  <a:lnTo>
                    <a:pt x="89" y="43"/>
                  </a:lnTo>
                  <a:lnTo>
                    <a:pt x="109" y="61"/>
                  </a:lnTo>
                  <a:lnTo>
                    <a:pt x="129" y="81"/>
                  </a:lnTo>
                  <a:lnTo>
                    <a:pt x="146" y="105"/>
                  </a:lnTo>
                  <a:lnTo>
                    <a:pt x="164" y="132"/>
                  </a:lnTo>
                  <a:lnTo>
                    <a:pt x="178" y="160"/>
                  </a:lnTo>
                  <a:lnTo>
                    <a:pt x="192" y="193"/>
                  </a:lnTo>
                  <a:lnTo>
                    <a:pt x="204" y="227"/>
                  </a:lnTo>
                  <a:lnTo>
                    <a:pt x="214" y="264"/>
                  </a:lnTo>
                  <a:lnTo>
                    <a:pt x="222" y="301"/>
                  </a:lnTo>
                  <a:lnTo>
                    <a:pt x="228"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8869" name="Freeform 73"/>
            <p:cNvSpPr>
              <a:spLocks/>
            </p:cNvSpPr>
            <p:nvPr/>
          </p:nvSpPr>
          <p:spPr bwMode="auto">
            <a:xfrm>
              <a:off x="1384" y="1943"/>
              <a:ext cx="49" cy="86"/>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5" y="423"/>
                  </a:lnTo>
                  <a:lnTo>
                    <a:pt x="50" y="418"/>
                  </a:lnTo>
                  <a:lnTo>
                    <a:pt x="73" y="407"/>
                  </a:lnTo>
                  <a:lnTo>
                    <a:pt x="96" y="392"/>
                  </a:lnTo>
                  <a:lnTo>
                    <a:pt x="118" y="374"/>
                  </a:lnTo>
                  <a:lnTo>
                    <a:pt x="138" y="352"/>
                  </a:lnTo>
                  <a:lnTo>
                    <a:pt x="155" y="327"/>
                  </a:lnTo>
                  <a:lnTo>
                    <a:pt x="174" y="300"/>
                  </a:lnTo>
                  <a:lnTo>
                    <a:pt x="189" y="269"/>
                  </a:lnTo>
                  <a:lnTo>
                    <a:pt x="204" y="237"/>
                  </a:lnTo>
                  <a:lnTo>
                    <a:pt x="215" y="202"/>
                  </a:lnTo>
                  <a:lnTo>
                    <a:pt x="226" y="164"/>
                  </a:lnTo>
                  <a:lnTo>
                    <a:pt x="234" y="126"/>
                  </a:lnTo>
                  <a:lnTo>
                    <a:pt x="240" y="86"/>
                  </a:lnTo>
                  <a:lnTo>
                    <a:pt x="243" y="42"/>
                  </a:lnTo>
                  <a:lnTo>
                    <a:pt x="245" y="0"/>
                  </a:lnTo>
                  <a:lnTo>
                    <a:pt x="233" y="0"/>
                  </a:lnTo>
                  <a:lnTo>
                    <a:pt x="232" y="42"/>
                  </a:lnTo>
                  <a:lnTo>
                    <a:pt x="228" y="83"/>
                  </a:lnTo>
                  <a:lnTo>
                    <a:pt x="222" y="123"/>
                  </a:lnTo>
                  <a:lnTo>
                    <a:pt x="214" y="162"/>
                  </a:lnTo>
                  <a:lnTo>
                    <a:pt x="204" y="197"/>
                  </a:lnTo>
                  <a:lnTo>
                    <a:pt x="192" y="232"/>
                  </a:lnTo>
                  <a:lnTo>
                    <a:pt x="178" y="264"/>
                  </a:lnTo>
                  <a:lnTo>
                    <a:pt x="163" y="293"/>
                  </a:lnTo>
                  <a:lnTo>
                    <a:pt x="146" y="320"/>
                  </a:lnTo>
                  <a:lnTo>
                    <a:pt x="129" y="345"/>
                  </a:lnTo>
                  <a:lnTo>
                    <a:pt x="109" y="365"/>
                  </a:lnTo>
                  <a:lnTo>
                    <a:pt x="89" y="382"/>
                  </a:lnTo>
                  <a:lnTo>
                    <a:pt x="66" y="395"/>
                  </a:lnTo>
                  <a:lnTo>
                    <a:pt x="45" y="406"/>
                  </a:lnTo>
                  <a:lnTo>
                    <a:pt x="23"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8870" name="Freeform 74"/>
            <p:cNvSpPr>
              <a:spLocks/>
            </p:cNvSpPr>
            <p:nvPr/>
          </p:nvSpPr>
          <p:spPr bwMode="auto">
            <a:xfrm>
              <a:off x="1335" y="1943"/>
              <a:ext cx="49" cy="86"/>
            </a:xfrm>
            <a:custGeom>
              <a:avLst/>
              <a:gdLst>
                <a:gd name="T0" fmla="*/ 0 w 246"/>
                <a:gd name="T1" fmla="*/ 0 h 426"/>
                <a:gd name="T2" fmla="*/ 0 w 246"/>
                <a:gd name="T3" fmla="*/ 0 h 426"/>
                <a:gd name="T4" fmla="*/ 0 w 246"/>
                <a:gd name="T5" fmla="*/ 0 h 426"/>
                <a:gd name="T6" fmla="*/ 0 w 246"/>
                <a:gd name="T7" fmla="*/ 1 h 426"/>
                <a:gd name="T8" fmla="*/ 0 w 246"/>
                <a:gd name="T9" fmla="*/ 1 h 426"/>
                <a:gd name="T10" fmla="*/ 0 w 246"/>
                <a:gd name="T11" fmla="*/ 1 h 426"/>
                <a:gd name="T12" fmla="*/ 0 w 246"/>
                <a:gd name="T13" fmla="*/ 2 h 426"/>
                <a:gd name="T14" fmla="*/ 0 w 246"/>
                <a:gd name="T15" fmla="*/ 2 h 426"/>
                <a:gd name="T16" fmla="*/ 0 w 246"/>
                <a:gd name="T17" fmla="*/ 2 h 426"/>
                <a:gd name="T18" fmla="*/ 1 w 246"/>
                <a:gd name="T19" fmla="*/ 2 h 426"/>
                <a:gd name="T20" fmla="*/ 1 w 246"/>
                <a:gd name="T21" fmla="*/ 3 h 426"/>
                <a:gd name="T22" fmla="*/ 1 w 246"/>
                <a:gd name="T23" fmla="*/ 3 h 426"/>
                <a:gd name="T24" fmla="*/ 1 w 246"/>
                <a:gd name="T25" fmla="*/ 3 h 426"/>
                <a:gd name="T26" fmla="*/ 1 w 246"/>
                <a:gd name="T27" fmla="*/ 3 h 426"/>
                <a:gd name="T28" fmla="*/ 1 w 246"/>
                <a:gd name="T29" fmla="*/ 3 h 426"/>
                <a:gd name="T30" fmla="*/ 2 w 246"/>
                <a:gd name="T31" fmla="*/ 3 h 426"/>
                <a:gd name="T32" fmla="*/ 2 w 246"/>
                <a:gd name="T33" fmla="*/ 3 h 426"/>
                <a:gd name="T34" fmla="*/ 2 w 246"/>
                <a:gd name="T35" fmla="*/ 3 h 426"/>
                <a:gd name="T36" fmla="*/ 2 w 246"/>
                <a:gd name="T37" fmla="*/ 3 h 426"/>
                <a:gd name="T38" fmla="*/ 2 w 246"/>
                <a:gd name="T39" fmla="*/ 3 h 426"/>
                <a:gd name="T40" fmla="*/ 2 w 246"/>
                <a:gd name="T41" fmla="*/ 3 h 426"/>
                <a:gd name="T42" fmla="*/ 1 w 246"/>
                <a:gd name="T43" fmla="*/ 3 h 426"/>
                <a:gd name="T44" fmla="*/ 1 w 246"/>
                <a:gd name="T45" fmla="*/ 3 h 426"/>
                <a:gd name="T46" fmla="*/ 1 w 246"/>
                <a:gd name="T47" fmla="*/ 3 h 426"/>
                <a:gd name="T48" fmla="*/ 1 w 246"/>
                <a:gd name="T49" fmla="*/ 3 h 426"/>
                <a:gd name="T50" fmla="*/ 1 w 246"/>
                <a:gd name="T51" fmla="*/ 3 h 426"/>
                <a:gd name="T52" fmla="*/ 1 w 246"/>
                <a:gd name="T53" fmla="*/ 2 h 426"/>
                <a:gd name="T54" fmla="*/ 1 w 246"/>
                <a:gd name="T55" fmla="*/ 2 h 426"/>
                <a:gd name="T56" fmla="*/ 0 w 246"/>
                <a:gd name="T57" fmla="*/ 2 h 426"/>
                <a:gd name="T58" fmla="*/ 0 w 246"/>
                <a:gd name="T59" fmla="*/ 2 h 426"/>
                <a:gd name="T60" fmla="*/ 0 w 246"/>
                <a:gd name="T61" fmla="*/ 1 h 426"/>
                <a:gd name="T62" fmla="*/ 0 w 246"/>
                <a:gd name="T63" fmla="*/ 1 h 426"/>
                <a:gd name="T64" fmla="*/ 0 w 246"/>
                <a:gd name="T65" fmla="*/ 1 h 426"/>
                <a:gd name="T66" fmla="*/ 0 w 246"/>
                <a:gd name="T67" fmla="*/ 0 h 426"/>
                <a:gd name="T68" fmla="*/ 0 w 246"/>
                <a:gd name="T69" fmla="*/ 0 h 426"/>
                <a:gd name="T70" fmla="*/ 0 w 246"/>
                <a:gd name="T71" fmla="*/ 0 h 426"/>
                <a:gd name="T72" fmla="*/ 0 w 246"/>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0"/>
                  </a:moveTo>
                  <a:lnTo>
                    <a:pt x="0" y="0"/>
                  </a:lnTo>
                  <a:lnTo>
                    <a:pt x="1" y="42"/>
                  </a:lnTo>
                  <a:lnTo>
                    <a:pt x="4" y="86"/>
                  </a:lnTo>
                  <a:lnTo>
                    <a:pt x="10" y="126"/>
                  </a:lnTo>
                  <a:lnTo>
                    <a:pt x="18" y="164"/>
                  </a:lnTo>
                  <a:lnTo>
                    <a:pt x="29" y="202"/>
                  </a:lnTo>
                  <a:lnTo>
                    <a:pt x="41" y="237"/>
                  </a:lnTo>
                  <a:lnTo>
                    <a:pt x="55" y="269"/>
                  </a:lnTo>
                  <a:lnTo>
                    <a:pt x="71" y="300"/>
                  </a:lnTo>
                  <a:lnTo>
                    <a:pt x="89" y="327"/>
                  </a:lnTo>
                  <a:lnTo>
                    <a:pt x="107" y="352"/>
                  </a:lnTo>
                  <a:lnTo>
                    <a:pt x="127" y="374"/>
                  </a:lnTo>
                  <a:lnTo>
                    <a:pt x="150" y="392"/>
                  </a:lnTo>
                  <a:lnTo>
                    <a:pt x="171" y="407"/>
                  </a:lnTo>
                  <a:lnTo>
                    <a:pt x="195" y="418"/>
                  </a:lnTo>
                  <a:lnTo>
                    <a:pt x="220" y="423"/>
                  </a:lnTo>
                  <a:lnTo>
                    <a:pt x="246" y="426"/>
                  </a:lnTo>
                  <a:lnTo>
                    <a:pt x="246" y="414"/>
                  </a:lnTo>
                  <a:lnTo>
                    <a:pt x="222" y="412"/>
                  </a:lnTo>
                  <a:lnTo>
                    <a:pt x="200" y="406"/>
                  </a:lnTo>
                  <a:lnTo>
                    <a:pt x="178" y="395"/>
                  </a:lnTo>
                  <a:lnTo>
                    <a:pt x="157" y="382"/>
                  </a:lnTo>
                  <a:lnTo>
                    <a:pt x="137" y="365"/>
                  </a:lnTo>
                  <a:lnTo>
                    <a:pt x="117" y="345"/>
                  </a:lnTo>
                  <a:lnTo>
                    <a:pt x="98" y="320"/>
                  </a:lnTo>
                  <a:lnTo>
                    <a:pt x="83" y="293"/>
                  </a:lnTo>
                  <a:lnTo>
                    <a:pt x="66" y="264"/>
                  </a:lnTo>
                  <a:lnTo>
                    <a:pt x="52" y="232"/>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8871" name="Freeform 75"/>
            <p:cNvSpPr>
              <a:spLocks/>
            </p:cNvSpPr>
            <p:nvPr/>
          </p:nvSpPr>
          <p:spPr bwMode="auto">
            <a:xfrm>
              <a:off x="1335" y="1859"/>
              <a:ext cx="49" cy="84"/>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1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0" y="2"/>
                  </a:lnTo>
                  <a:lnTo>
                    <a:pt x="195" y="8"/>
                  </a:lnTo>
                  <a:lnTo>
                    <a:pt x="171" y="18"/>
                  </a:lnTo>
                  <a:lnTo>
                    <a:pt x="150" y="34"/>
                  </a:lnTo>
                  <a:lnTo>
                    <a:pt x="127" y="51"/>
                  </a:lnTo>
                  <a:lnTo>
                    <a:pt x="107" y="74"/>
                  </a:lnTo>
                  <a:lnTo>
                    <a:pt x="89" y="98"/>
                  </a:lnTo>
                  <a:lnTo>
                    <a:pt x="72" y="125"/>
                  </a:lnTo>
                  <a:lnTo>
                    <a:pt x="55" y="156"/>
                  </a:lnTo>
                  <a:lnTo>
                    <a:pt x="41" y="188"/>
                  </a:lnTo>
                  <a:lnTo>
                    <a:pt x="29" y="222"/>
                  </a:lnTo>
                  <a:lnTo>
                    <a:pt x="18" y="261"/>
                  </a:lnTo>
                  <a:lnTo>
                    <a:pt x="10" y="299"/>
                  </a:lnTo>
                  <a:lnTo>
                    <a:pt x="4" y="339"/>
                  </a:lnTo>
                  <a:lnTo>
                    <a:pt x="1" y="382"/>
                  </a:lnTo>
                  <a:lnTo>
                    <a:pt x="0" y="424"/>
                  </a:lnTo>
                  <a:lnTo>
                    <a:pt x="11" y="424"/>
                  </a:lnTo>
                  <a:lnTo>
                    <a:pt x="13" y="382"/>
                  </a:lnTo>
                  <a:lnTo>
                    <a:pt x="16" y="341"/>
                  </a:lnTo>
                  <a:lnTo>
                    <a:pt x="22" y="301"/>
                  </a:lnTo>
                  <a:lnTo>
                    <a:pt x="30" y="264"/>
                  </a:lnTo>
                  <a:lnTo>
                    <a:pt x="41" y="227"/>
                  </a:lnTo>
                  <a:lnTo>
                    <a:pt x="52" y="193"/>
                  </a:lnTo>
                  <a:lnTo>
                    <a:pt x="66" y="160"/>
                  </a:lnTo>
                  <a:lnTo>
                    <a:pt x="82" y="132"/>
                  </a:lnTo>
                  <a:lnTo>
                    <a:pt x="98" y="105"/>
                  </a:lnTo>
                  <a:lnTo>
                    <a:pt x="117" y="81"/>
                  </a:lnTo>
                  <a:lnTo>
                    <a:pt x="137" y="61"/>
                  </a:lnTo>
                  <a:lnTo>
                    <a:pt x="157" y="43"/>
                  </a:lnTo>
                  <a:lnTo>
                    <a:pt x="178" y="30"/>
                  </a:lnTo>
                  <a:lnTo>
                    <a:pt x="200" y="20"/>
                  </a:lnTo>
                  <a:lnTo>
                    <a:pt x="222" y="14"/>
                  </a:lnTo>
                  <a:lnTo>
                    <a:pt x="246" y="11"/>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8872" name="Freeform 76"/>
            <p:cNvSpPr>
              <a:spLocks/>
            </p:cNvSpPr>
            <p:nvPr/>
          </p:nvSpPr>
          <p:spPr bwMode="auto">
            <a:xfrm>
              <a:off x="1552" y="1751"/>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1" y="339"/>
                  </a:lnTo>
                  <a:lnTo>
                    <a:pt x="235" y="299"/>
                  </a:lnTo>
                  <a:lnTo>
                    <a:pt x="226" y="261"/>
                  </a:lnTo>
                  <a:lnTo>
                    <a:pt x="216" y="223"/>
                  </a:lnTo>
                  <a:lnTo>
                    <a:pt x="204" y="189"/>
                  </a:lnTo>
                  <a:lnTo>
                    <a:pt x="190" y="156"/>
                  </a:lnTo>
                  <a:lnTo>
                    <a:pt x="174" y="125"/>
                  </a:lnTo>
                  <a:lnTo>
                    <a:pt x="156" y="98"/>
                  </a:lnTo>
                  <a:lnTo>
                    <a:pt x="137" y="74"/>
                  </a:lnTo>
                  <a:lnTo>
                    <a:pt x="119" y="52"/>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8" y="81"/>
                  </a:lnTo>
                  <a:lnTo>
                    <a:pt x="147" y="105"/>
                  </a:lnTo>
                  <a:lnTo>
                    <a:pt x="164" y="132"/>
                  </a:lnTo>
                  <a:lnTo>
                    <a:pt x="178" y="161"/>
                  </a:lnTo>
                  <a:lnTo>
                    <a:pt x="193" y="193"/>
                  </a:lnTo>
                  <a:lnTo>
                    <a:pt x="204" y="227"/>
                  </a:lnTo>
                  <a:lnTo>
                    <a:pt x="215" y="264"/>
                  </a:lnTo>
                  <a:lnTo>
                    <a:pt x="223" y="301"/>
                  </a:lnTo>
                  <a:lnTo>
                    <a:pt x="229" y="341"/>
                  </a:lnTo>
                  <a:lnTo>
                    <a:pt x="232" y="382"/>
                  </a:lnTo>
                  <a:lnTo>
                    <a:pt x="234"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8873" name="Freeform 77"/>
            <p:cNvSpPr>
              <a:spLocks/>
            </p:cNvSpPr>
            <p:nvPr/>
          </p:nvSpPr>
          <p:spPr bwMode="auto">
            <a:xfrm>
              <a:off x="1552" y="1836"/>
              <a:ext cx="49" cy="85"/>
            </a:xfrm>
            <a:custGeom>
              <a:avLst/>
              <a:gdLst>
                <a:gd name="T0" fmla="*/ 0 w 245"/>
                <a:gd name="T1" fmla="*/ 3 h 425"/>
                <a:gd name="T2" fmla="*/ 0 w 245"/>
                <a:gd name="T3" fmla="*/ 3 h 425"/>
                <a:gd name="T4" fmla="*/ 0 w 245"/>
                <a:gd name="T5" fmla="*/ 3 h 425"/>
                <a:gd name="T6" fmla="*/ 0 w 245"/>
                <a:gd name="T7" fmla="*/ 3 h 425"/>
                <a:gd name="T8" fmla="*/ 1 w 245"/>
                <a:gd name="T9" fmla="*/ 3 h 425"/>
                <a:gd name="T10" fmla="*/ 1 w 245"/>
                <a:gd name="T11" fmla="*/ 3 h 425"/>
                <a:gd name="T12" fmla="*/ 1 w 245"/>
                <a:gd name="T13" fmla="*/ 3 h 425"/>
                <a:gd name="T14" fmla="*/ 1 w 245"/>
                <a:gd name="T15" fmla="*/ 3 h 425"/>
                <a:gd name="T16" fmla="*/ 1 w 245"/>
                <a:gd name="T17" fmla="*/ 3 h 425"/>
                <a:gd name="T18" fmla="*/ 1 w 245"/>
                <a:gd name="T19" fmla="*/ 2 h 425"/>
                <a:gd name="T20" fmla="*/ 2 w 245"/>
                <a:gd name="T21" fmla="*/ 2 h 425"/>
                <a:gd name="T22" fmla="*/ 2 w 245"/>
                <a:gd name="T23" fmla="*/ 2 h 425"/>
                <a:gd name="T24" fmla="*/ 2 w 245"/>
                <a:gd name="T25" fmla="*/ 2 h 425"/>
                <a:gd name="T26" fmla="*/ 2 w 245"/>
                <a:gd name="T27" fmla="*/ 1 h 425"/>
                <a:gd name="T28" fmla="*/ 2 w 245"/>
                <a:gd name="T29" fmla="*/ 1 h 425"/>
                <a:gd name="T30" fmla="*/ 2 w 245"/>
                <a:gd name="T31" fmla="*/ 1 h 425"/>
                <a:gd name="T32" fmla="*/ 2 w 245"/>
                <a:gd name="T33" fmla="*/ 0 h 425"/>
                <a:gd name="T34" fmla="*/ 2 w 245"/>
                <a:gd name="T35" fmla="*/ 0 h 425"/>
                <a:gd name="T36" fmla="*/ 2 w 245"/>
                <a:gd name="T37" fmla="*/ 0 h 425"/>
                <a:gd name="T38" fmla="*/ 2 w 245"/>
                <a:gd name="T39" fmla="*/ 0 h 425"/>
                <a:gd name="T40" fmla="*/ 2 w 245"/>
                <a:gd name="T41" fmla="*/ 1 h 425"/>
                <a:gd name="T42" fmla="*/ 2 w 245"/>
                <a:gd name="T43" fmla="*/ 1 h 425"/>
                <a:gd name="T44" fmla="*/ 2 w 245"/>
                <a:gd name="T45" fmla="*/ 1 h 425"/>
                <a:gd name="T46" fmla="*/ 2 w 245"/>
                <a:gd name="T47" fmla="*/ 2 h 425"/>
                <a:gd name="T48" fmla="*/ 2 w 245"/>
                <a:gd name="T49" fmla="*/ 2 h 425"/>
                <a:gd name="T50" fmla="*/ 1 w 245"/>
                <a:gd name="T51" fmla="*/ 2 h 425"/>
                <a:gd name="T52" fmla="*/ 1 w 245"/>
                <a:gd name="T53" fmla="*/ 2 h 425"/>
                <a:gd name="T54" fmla="*/ 1 w 245"/>
                <a:gd name="T55" fmla="*/ 3 h 425"/>
                <a:gd name="T56" fmla="*/ 1 w 245"/>
                <a:gd name="T57" fmla="*/ 3 h 425"/>
                <a:gd name="T58" fmla="*/ 1 w 245"/>
                <a:gd name="T59" fmla="*/ 3 h 425"/>
                <a:gd name="T60" fmla="*/ 1 w 245"/>
                <a:gd name="T61" fmla="*/ 3 h 425"/>
                <a:gd name="T62" fmla="*/ 1 w 245"/>
                <a:gd name="T63" fmla="*/ 3 h 425"/>
                <a:gd name="T64" fmla="*/ 0 w 245"/>
                <a:gd name="T65" fmla="*/ 3 h 425"/>
                <a:gd name="T66" fmla="*/ 0 w 245"/>
                <a:gd name="T67" fmla="*/ 3 h 425"/>
                <a:gd name="T68" fmla="*/ 0 w 245"/>
                <a:gd name="T69" fmla="*/ 3 h 425"/>
                <a:gd name="T70" fmla="*/ 0 w 245"/>
                <a:gd name="T71" fmla="*/ 3 h 425"/>
                <a:gd name="T72" fmla="*/ 0 w 245"/>
                <a:gd name="T73" fmla="*/ 3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5"/>
                <a:gd name="T113" fmla="*/ 245 w 245"/>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5">
                  <a:moveTo>
                    <a:pt x="0" y="425"/>
                  </a:moveTo>
                  <a:lnTo>
                    <a:pt x="0" y="425"/>
                  </a:lnTo>
                  <a:lnTo>
                    <a:pt x="26" y="422"/>
                  </a:lnTo>
                  <a:lnTo>
                    <a:pt x="51" y="417"/>
                  </a:lnTo>
                  <a:lnTo>
                    <a:pt x="74" y="406"/>
                  </a:lnTo>
                  <a:lnTo>
                    <a:pt x="96" y="391"/>
                  </a:lnTo>
                  <a:lnTo>
                    <a:pt x="119" y="373"/>
                  </a:lnTo>
                  <a:lnTo>
                    <a:pt x="137" y="351"/>
                  </a:lnTo>
                  <a:lnTo>
                    <a:pt x="156" y="326"/>
                  </a:lnTo>
                  <a:lnTo>
                    <a:pt x="174" y="299"/>
                  </a:lnTo>
                  <a:lnTo>
                    <a:pt x="190" y="269"/>
                  </a:lnTo>
                  <a:lnTo>
                    <a:pt x="204" y="236"/>
                  </a:lnTo>
                  <a:lnTo>
                    <a:pt x="216" y="202"/>
                  </a:lnTo>
                  <a:lnTo>
                    <a:pt x="226" y="163"/>
                  </a:lnTo>
                  <a:lnTo>
                    <a:pt x="235" y="126"/>
                  </a:lnTo>
                  <a:lnTo>
                    <a:pt x="241" y="86"/>
                  </a:lnTo>
                  <a:lnTo>
                    <a:pt x="244" y="43"/>
                  </a:lnTo>
                  <a:lnTo>
                    <a:pt x="245" y="0"/>
                  </a:lnTo>
                  <a:lnTo>
                    <a:pt x="234" y="0"/>
                  </a:lnTo>
                  <a:lnTo>
                    <a:pt x="232" y="43"/>
                  </a:lnTo>
                  <a:lnTo>
                    <a:pt x="229" y="84"/>
                  </a:lnTo>
                  <a:lnTo>
                    <a:pt x="223" y="123"/>
                  </a:lnTo>
                  <a:lnTo>
                    <a:pt x="215" y="161"/>
                  </a:lnTo>
                  <a:lnTo>
                    <a:pt x="204" y="197"/>
                  </a:lnTo>
                  <a:lnTo>
                    <a:pt x="193" y="231"/>
                  </a:lnTo>
                  <a:lnTo>
                    <a:pt x="178" y="264"/>
                  </a:lnTo>
                  <a:lnTo>
                    <a:pt x="164" y="292"/>
                  </a:lnTo>
                  <a:lnTo>
                    <a:pt x="147" y="319"/>
                  </a:lnTo>
                  <a:lnTo>
                    <a:pt x="128" y="344"/>
                  </a:lnTo>
                  <a:lnTo>
                    <a:pt x="109" y="364"/>
                  </a:lnTo>
                  <a:lnTo>
                    <a:pt x="89" y="381"/>
                  </a:lnTo>
                  <a:lnTo>
                    <a:pt x="67" y="394"/>
                  </a:lnTo>
                  <a:lnTo>
                    <a:pt x="46" y="405"/>
                  </a:lnTo>
                  <a:lnTo>
                    <a:pt x="24" y="411"/>
                  </a:lnTo>
                  <a:lnTo>
                    <a:pt x="0" y="413"/>
                  </a:lnTo>
                  <a:lnTo>
                    <a:pt x="0" y="425"/>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8874" name="Freeform 78"/>
            <p:cNvSpPr>
              <a:spLocks/>
            </p:cNvSpPr>
            <p:nvPr/>
          </p:nvSpPr>
          <p:spPr bwMode="auto">
            <a:xfrm>
              <a:off x="1502" y="1836"/>
              <a:ext cx="50" cy="85"/>
            </a:xfrm>
            <a:custGeom>
              <a:avLst/>
              <a:gdLst>
                <a:gd name="T0" fmla="*/ 0 w 246"/>
                <a:gd name="T1" fmla="*/ 0 h 425"/>
                <a:gd name="T2" fmla="*/ 0 w 246"/>
                <a:gd name="T3" fmla="*/ 0 h 425"/>
                <a:gd name="T4" fmla="*/ 0 w 246"/>
                <a:gd name="T5" fmla="*/ 0 h 425"/>
                <a:gd name="T6" fmla="*/ 0 w 246"/>
                <a:gd name="T7" fmla="*/ 1 h 425"/>
                <a:gd name="T8" fmla="*/ 0 w 246"/>
                <a:gd name="T9" fmla="*/ 1 h 425"/>
                <a:gd name="T10" fmla="*/ 0 w 246"/>
                <a:gd name="T11" fmla="*/ 1 h 425"/>
                <a:gd name="T12" fmla="*/ 0 w 246"/>
                <a:gd name="T13" fmla="*/ 2 h 425"/>
                <a:gd name="T14" fmla="*/ 0 w 246"/>
                <a:gd name="T15" fmla="*/ 2 h 425"/>
                <a:gd name="T16" fmla="*/ 0 w 246"/>
                <a:gd name="T17" fmla="*/ 2 h 425"/>
                <a:gd name="T18" fmla="*/ 1 w 246"/>
                <a:gd name="T19" fmla="*/ 2 h 425"/>
                <a:gd name="T20" fmla="*/ 1 w 246"/>
                <a:gd name="T21" fmla="*/ 3 h 425"/>
                <a:gd name="T22" fmla="*/ 1 w 246"/>
                <a:gd name="T23" fmla="*/ 3 h 425"/>
                <a:gd name="T24" fmla="*/ 1 w 246"/>
                <a:gd name="T25" fmla="*/ 3 h 425"/>
                <a:gd name="T26" fmla="*/ 1 w 246"/>
                <a:gd name="T27" fmla="*/ 3 h 425"/>
                <a:gd name="T28" fmla="*/ 1 w 246"/>
                <a:gd name="T29" fmla="*/ 3 h 425"/>
                <a:gd name="T30" fmla="*/ 2 w 246"/>
                <a:gd name="T31" fmla="*/ 3 h 425"/>
                <a:gd name="T32" fmla="*/ 2 w 246"/>
                <a:gd name="T33" fmla="*/ 3 h 425"/>
                <a:gd name="T34" fmla="*/ 2 w 246"/>
                <a:gd name="T35" fmla="*/ 3 h 425"/>
                <a:gd name="T36" fmla="*/ 2 w 246"/>
                <a:gd name="T37" fmla="*/ 3 h 425"/>
                <a:gd name="T38" fmla="*/ 2 w 246"/>
                <a:gd name="T39" fmla="*/ 3 h 425"/>
                <a:gd name="T40" fmla="*/ 2 w 246"/>
                <a:gd name="T41" fmla="*/ 3 h 425"/>
                <a:gd name="T42" fmla="*/ 1 w 246"/>
                <a:gd name="T43" fmla="*/ 3 h 425"/>
                <a:gd name="T44" fmla="*/ 1 w 246"/>
                <a:gd name="T45" fmla="*/ 3 h 425"/>
                <a:gd name="T46" fmla="*/ 1 w 246"/>
                <a:gd name="T47" fmla="*/ 3 h 425"/>
                <a:gd name="T48" fmla="*/ 1 w 246"/>
                <a:gd name="T49" fmla="*/ 3 h 425"/>
                <a:gd name="T50" fmla="*/ 1 w 246"/>
                <a:gd name="T51" fmla="*/ 3 h 425"/>
                <a:gd name="T52" fmla="*/ 1 w 246"/>
                <a:gd name="T53" fmla="*/ 2 h 425"/>
                <a:gd name="T54" fmla="*/ 1 w 246"/>
                <a:gd name="T55" fmla="*/ 2 h 425"/>
                <a:gd name="T56" fmla="*/ 0 w 246"/>
                <a:gd name="T57" fmla="*/ 2 h 425"/>
                <a:gd name="T58" fmla="*/ 0 w 246"/>
                <a:gd name="T59" fmla="*/ 2 h 425"/>
                <a:gd name="T60" fmla="*/ 0 w 246"/>
                <a:gd name="T61" fmla="*/ 1 h 425"/>
                <a:gd name="T62" fmla="*/ 0 w 246"/>
                <a:gd name="T63" fmla="*/ 1 h 425"/>
                <a:gd name="T64" fmla="*/ 0 w 246"/>
                <a:gd name="T65" fmla="*/ 1 h 425"/>
                <a:gd name="T66" fmla="*/ 0 w 246"/>
                <a:gd name="T67" fmla="*/ 0 h 425"/>
                <a:gd name="T68" fmla="*/ 0 w 246"/>
                <a:gd name="T69" fmla="*/ 0 h 425"/>
                <a:gd name="T70" fmla="*/ 0 w 246"/>
                <a:gd name="T71" fmla="*/ 0 h 425"/>
                <a:gd name="T72" fmla="*/ 0 w 246"/>
                <a:gd name="T73" fmla="*/ 0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5"/>
                <a:gd name="T113" fmla="*/ 246 w 246"/>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5">
                  <a:moveTo>
                    <a:pt x="0" y="0"/>
                  </a:moveTo>
                  <a:lnTo>
                    <a:pt x="0" y="0"/>
                  </a:lnTo>
                  <a:lnTo>
                    <a:pt x="2" y="43"/>
                  </a:lnTo>
                  <a:lnTo>
                    <a:pt x="5" y="86"/>
                  </a:lnTo>
                  <a:lnTo>
                    <a:pt x="11" y="126"/>
                  </a:lnTo>
                  <a:lnTo>
                    <a:pt x="19" y="163"/>
                  </a:lnTo>
                  <a:lnTo>
                    <a:pt x="30" y="202"/>
                  </a:lnTo>
                  <a:lnTo>
                    <a:pt x="41" y="236"/>
                  </a:lnTo>
                  <a:lnTo>
                    <a:pt x="55" y="269"/>
                  </a:lnTo>
                  <a:lnTo>
                    <a:pt x="73" y="299"/>
                  </a:lnTo>
                  <a:lnTo>
                    <a:pt x="89" y="326"/>
                  </a:lnTo>
                  <a:lnTo>
                    <a:pt x="108" y="351"/>
                  </a:lnTo>
                  <a:lnTo>
                    <a:pt x="128" y="373"/>
                  </a:lnTo>
                  <a:lnTo>
                    <a:pt x="150" y="391"/>
                  </a:lnTo>
                  <a:lnTo>
                    <a:pt x="171" y="406"/>
                  </a:lnTo>
                  <a:lnTo>
                    <a:pt x="196" y="417"/>
                  </a:lnTo>
                  <a:lnTo>
                    <a:pt x="221" y="422"/>
                  </a:lnTo>
                  <a:lnTo>
                    <a:pt x="246" y="425"/>
                  </a:lnTo>
                  <a:lnTo>
                    <a:pt x="246" y="413"/>
                  </a:lnTo>
                  <a:lnTo>
                    <a:pt x="223" y="411"/>
                  </a:lnTo>
                  <a:lnTo>
                    <a:pt x="201" y="405"/>
                  </a:lnTo>
                  <a:lnTo>
                    <a:pt x="178" y="394"/>
                  </a:lnTo>
                  <a:lnTo>
                    <a:pt x="157" y="381"/>
                  </a:lnTo>
                  <a:lnTo>
                    <a:pt x="137" y="364"/>
                  </a:lnTo>
                  <a:lnTo>
                    <a:pt x="117" y="344"/>
                  </a:lnTo>
                  <a:lnTo>
                    <a:pt x="99" y="319"/>
                  </a:lnTo>
                  <a:lnTo>
                    <a:pt x="82" y="292"/>
                  </a:lnTo>
                  <a:lnTo>
                    <a:pt x="67" y="264"/>
                  </a:lnTo>
                  <a:lnTo>
                    <a:pt x="53" y="231"/>
                  </a:lnTo>
                  <a:lnTo>
                    <a:pt x="41" y="197"/>
                  </a:lnTo>
                  <a:lnTo>
                    <a:pt x="31" y="161"/>
                  </a:lnTo>
                  <a:lnTo>
                    <a:pt x="23" y="123"/>
                  </a:lnTo>
                  <a:lnTo>
                    <a:pt x="17" y="84"/>
                  </a:lnTo>
                  <a:lnTo>
                    <a:pt x="13" y="4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8875" name="Freeform 79"/>
            <p:cNvSpPr>
              <a:spLocks/>
            </p:cNvSpPr>
            <p:nvPr/>
          </p:nvSpPr>
          <p:spPr bwMode="auto">
            <a:xfrm>
              <a:off x="1502" y="1751"/>
              <a:ext cx="50" cy="85"/>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2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1" y="2"/>
                  </a:lnTo>
                  <a:lnTo>
                    <a:pt x="196" y="8"/>
                  </a:lnTo>
                  <a:lnTo>
                    <a:pt x="171" y="19"/>
                  </a:lnTo>
                  <a:lnTo>
                    <a:pt x="150" y="34"/>
                  </a:lnTo>
                  <a:lnTo>
                    <a:pt x="128" y="52"/>
                  </a:lnTo>
                  <a:lnTo>
                    <a:pt x="108" y="74"/>
                  </a:lnTo>
                  <a:lnTo>
                    <a:pt x="89" y="98"/>
                  </a:lnTo>
                  <a:lnTo>
                    <a:pt x="73" y="125"/>
                  </a:lnTo>
                  <a:lnTo>
                    <a:pt x="55" y="156"/>
                  </a:lnTo>
                  <a:lnTo>
                    <a:pt x="41" y="189"/>
                  </a:lnTo>
                  <a:lnTo>
                    <a:pt x="30" y="223"/>
                  </a:lnTo>
                  <a:lnTo>
                    <a:pt x="19" y="261"/>
                  </a:lnTo>
                  <a:lnTo>
                    <a:pt x="11" y="299"/>
                  </a:lnTo>
                  <a:lnTo>
                    <a:pt x="5" y="339"/>
                  </a:lnTo>
                  <a:lnTo>
                    <a:pt x="2" y="382"/>
                  </a:lnTo>
                  <a:lnTo>
                    <a:pt x="0" y="424"/>
                  </a:lnTo>
                  <a:lnTo>
                    <a:pt x="12" y="424"/>
                  </a:lnTo>
                  <a:lnTo>
                    <a:pt x="13" y="382"/>
                  </a:lnTo>
                  <a:lnTo>
                    <a:pt x="17" y="341"/>
                  </a:lnTo>
                  <a:lnTo>
                    <a:pt x="23" y="301"/>
                  </a:lnTo>
                  <a:lnTo>
                    <a:pt x="31" y="264"/>
                  </a:lnTo>
                  <a:lnTo>
                    <a:pt x="41" y="227"/>
                  </a:lnTo>
                  <a:lnTo>
                    <a:pt x="53" y="193"/>
                  </a:lnTo>
                  <a:lnTo>
                    <a:pt x="67" y="161"/>
                  </a:lnTo>
                  <a:lnTo>
                    <a:pt x="82" y="132"/>
                  </a:lnTo>
                  <a:lnTo>
                    <a:pt x="99" y="105"/>
                  </a:lnTo>
                  <a:lnTo>
                    <a:pt x="117" y="81"/>
                  </a:lnTo>
                  <a:lnTo>
                    <a:pt x="137" y="61"/>
                  </a:lnTo>
                  <a:lnTo>
                    <a:pt x="157" y="43"/>
                  </a:lnTo>
                  <a:lnTo>
                    <a:pt x="178" y="30"/>
                  </a:lnTo>
                  <a:lnTo>
                    <a:pt x="201" y="20"/>
                  </a:lnTo>
                  <a:lnTo>
                    <a:pt x="223" y="14"/>
                  </a:lnTo>
                  <a:lnTo>
                    <a:pt x="246" y="12"/>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8876" name="Freeform 80"/>
            <p:cNvSpPr>
              <a:spLocks/>
            </p:cNvSpPr>
            <p:nvPr/>
          </p:nvSpPr>
          <p:spPr bwMode="auto">
            <a:xfrm>
              <a:off x="1565" y="2016"/>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0" y="339"/>
                  </a:lnTo>
                  <a:lnTo>
                    <a:pt x="234" y="299"/>
                  </a:lnTo>
                  <a:lnTo>
                    <a:pt x="226" y="261"/>
                  </a:lnTo>
                  <a:lnTo>
                    <a:pt x="216" y="223"/>
                  </a:lnTo>
                  <a:lnTo>
                    <a:pt x="204" y="189"/>
                  </a:lnTo>
                  <a:lnTo>
                    <a:pt x="190" y="156"/>
                  </a:lnTo>
                  <a:lnTo>
                    <a:pt x="174" y="125"/>
                  </a:lnTo>
                  <a:lnTo>
                    <a:pt x="156" y="98"/>
                  </a:lnTo>
                  <a:lnTo>
                    <a:pt x="138" y="74"/>
                  </a:lnTo>
                  <a:lnTo>
                    <a:pt x="118" y="51"/>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9" y="81"/>
                  </a:lnTo>
                  <a:lnTo>
                    <a:pt x="147" y="105"/>
                  </a:lnTo>
                  <a:lnTo>
                    <a:pt x="164" y="132"/>
                  </a:lnTo>
                  <a:lnTo>
                    <a:pt x="178" y="160"/>
                  </a:lnTo>
                  <a:lnTo>
                    <a:pt x="192" y="193"/>
                  </a:lnTo>
                  <a:lnTo>
                    <a:pt x="204" y="227"/>
                  </a:lnTo>
                  <a:lnTo>
                    <a:pt x="215" y="264"/>
                  </a:lnTo>
                  <a:lnTo>
                    <a:pt x="223" y="301"/>
                  </a:lnTo>
                  <a:lnTo>
                    <a:pt x="229"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8877" name="Freeform 81"/>
            <p:cNvSpPr>
              <a:spLocks/>
            </p:cNvSpPr>
            <p:nvPr/>
          </p:nvSpPr>
          <p:spPr bwMode="auto">
            <a:xfrm>
              <a:off x="1565" y="2101"/>
              <a:ext cx="49" cy="85"/>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6" y="423"/>
                  </a:lnTo>
                  <a:lnTo>
                    <a:pt x="51" y="418"/>
                  </a:lnTo>
                  <a:lnTo>
                    <a:pt x="74" y="407"/>
                  </a:lnTo>
                  <a:lnTo>
                    <a:pt x="96" y="392"/>
                  </a:lnTo>
                  <a:lnTo>
                    <a:pt x="118" y="373"/>
                  </a:lnTo>
                  <a:lnTo>
                    <a:pt x="138" y="351"/>
                  </a:lnTo>
                  <a:lnTo>
                    <a:pt x="156" y="327"/>
                  </a:lnTo>
                  <a:lnTo>
                    <a:pt x="175" y="299"/>
                  </a:lnTo>
                  <a:lnTo>
                    <a:pt x="190" y="269"/>
                  </a:lnTo>
                  <a:lnTo>
                    <a:pt x="204" y="236"/>
                  </a:lnTo>
                  <a:lnTo>
                    <a:pt x="216" y="202"/>
                  </a:lnTo>
                  <a:lnTo>
                    <a:pt x="226" y="164"/>
                  </a:lnTo>
                  <a:lnTo>
                    <a:pt x="234" y="126"/>
                  </a:lnTo>
                  <a:lnTo>
                    <a:pt x="240" y="86"/>
                  </a:lnTo>
                  <a:lnTo>
                    <a:pt x="244" y="42"/>
                  </a:lnTo>
                  <a:lnTo>
                    <a:pt x="245" y="0"/>
                  </a:lnTo>
                  <a:lnTo>
                    <a:pt x="233" y="0"/>
                  </a:lnTo>
                  <a:lnTo>
                    <a:pt x="232" y="42"/>
                  </a:lnTo>
                  <a:lnTo>
                    <a:pt x="229" y="83"/>
                  </a:lnTo>
                  <a:lnTo>
                    <a:pt x="223" y="123"/>
                  </a:lnTo>
                  <a:lnTo>
                    <a:pt x="215" y="162"/>
                  </a:lnTo>
                  <a:lnTo>
                    <a:pt x="204" y="197"/>
                  </a:lnTo>
                  <a:lnTo>
                    <a:pt x="192" y="231"/>
                  </a:lnTo>
                  <a:lnTo>
                    <a:pt x="178" y="264"/>
                  </a:lnTo>
                  <a:lnTo>
                    <a:pt x="163" y="292"/>
                  </a:lnTo>
                  <a:lnTo>
                    <a:pt x="147" y="320"/>
                  </a:lnTo>
                  <a:lnTo>
                    <a:pt x="129" y="344"/>
                  </a:lnTo>
                  <a:lnTo>
                    <a:pt x="109" y="364"/>
                  </a:lnTo>
                  <a:lnTo>
                    <a:pt x="89" y="382"/>
                  </a:lnTo>
                  <a:lnTo>
                    <a:pt x="67" y="395"/>
                  </a:lnTo>
                  <a:lnTo>
                    <a:pt x="46" y="406"/>
                  </a:lnTo>
                  <a:lnTo>
                    <a:pt x="24"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8878" name="Freeform 82"/>
            <p:cNvSpPr>
              <a:spLocks/>
            </p:cNvSpPr>
            <p:nvPr/>
          </p:nvSpPr>
          <p:spPr bwMode="auto">
            <a:xfrm>
              <a:off x="1516" y="2101"/>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5" y="86"/>
                  </a:lnTo>
                  <a:lnTo>
                    <a:pt x="11" y="126"/>
                  </a:lnTo>
                  <a:lnTo>
                    <a:pt x="19" y="164"/>
                  </a:lnTo>
                  <a:lnTo>
                    <a:pt x="30" y="202"/>
                  </a:lnTo>
                  <a:lnTo>
                    <a:pt x="41" y="236"/>
                  </a:lnTo>
                  <a:lnTo>
                    <a:pt x="55" y="269"/>
                  </a:lnTo>
                  <a:lnTo>
                    <a:pt x="71" y="299"/>
                  </a:lnTo>
                  <a:lnTo>
                    <a:pt x="89" y="327"/>
                  </a:lnTo>
                  <a:lnTo>
                    <a:pt x="107" y="351"/>
                  </a:lnTo>
                  <a:lnTo>
                    <a:pt x="127" y="373"/>
                  </a:lnTo>
                  <a:lnTo>
                    <a:pt x="149" y="392"/>
                  </a:lnTo>
                  <a:lnTo>
                    <a:pt x="171" y="407"/>
                  </a:lnTo>
                  <a:lnTo>
                    <a:pt x="195" y="418"/>
                  </a:lnTo>
                  <a:lnTo>
                    <a:pt x="219" y="423"/>
                  </a:lnTo>
                  <a:lnTo>
                    <a:pt x="245" y="426"/>
                  </a:lnTo>
                  <a:lnTo>
                    <a:pt x="245" y="414"/>
                  </a:lnTo>
                  <a:lnTo>
                    <a:pt x="222" y="412"/>
                  </a:lnTo>
                  <a:lnTo>
                    <a:pt x="199" y="406"/>
                  </a:lnTo>
                  <a:lnTo>
                    <a:pt x="178" y="395"/>
                  </a:lnTo>
                  <a:lnTo>
                    <a:pt x="156" y="382"/>
                  </a:lnTo>
                  <a:lnTo>
                    <a:pt x="136" y="364"/>
                  </a:lnTo>
                  <a:lnTo>
                    <a:pt x="116" y="344"/>
                  </a:lnTo>
                  <a:lnTo>
                    <a:pt x="99" y="320"/>
                  </a:lnTo>
                  <a:lnTo>
                    <a:pt x="82" y="292"/>
                  </a:lnTo>
                  <a:lnTo>
                    <a:pt x="67" y="264"/>
                  </a:lnTo>
                  <a:lnTo>
                    <a:pt x="53" y="231"/>
                  </a:lnTo>
                  <a:lnTo>
                    <a:pt x="41" y="197"/>
                  </a:lnTo>
                  <a:lnTo>
                    <a:pt x="31" y="162"/>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8879" name="Freeform 83"/>
            <p:cNvSpPr>
              <a:spLocks/>
            </p:cNvSpPr>
            <p:nvPr/>
          </p:nvSpPr>
          <p:spPr bwMode="auto">
            <a:xfrm>
              <a:off x="1516" y="2016"/>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5" y="8"/>
                  </a:lnTo>
                  <a:lnTo>
                    <a:pt x="171" y="19"/>
                  </a:lnTo>
                  <a:lnTo>
                    <a:pt x="149" y="34"/>
                  </a:lnTo>
                  <a:lnTo>
                    <a:pt x="127" y="51"/>
                  </a:lnTo>
                  <a:lnTo>
                    <a:pt x="107" y="74"/>
                  </a:lnTo>
                  <a:lnTo>
                    <a:pt x="89" y="98"/>
                  </a:lnTo>
                  <a:lnTo>
                    <a:pt x="72" y="125"/>
                  </a:lnTo>
                  <a:lnTo>
                    <a:pt x="55" y="156"/>
                  </a:lnTo>
                  <a:lnTo>
                    <a:pt x="41" y="189"/>
                  </a:lnTo>
                  <a:lnTo>
                    <a:pt x="30" y="223"/>
                  </a:lnTo>
                  <a:lnTo>
                    <a:pt x="19" y="261"/>
                  </a:lnTo>
                  <a:lnTo>
                    <a:pt x="11" y="299"/>
                  </a:lnTo>
                  <a:lnTo>
                    <a:pt x="5" y="339"/>
                  </a:lnTo>
                  <a:lnTo>
                    <a:pt x="1" y="382"/>
                  </a:lnTo>
                  <a:lnTo>
                    <a:pt x="0" y="424"/>
                  </a:lnTo>
                  <a:lnTo>
                    <a:pt x="12" y="424"/>
                  </a:lnTo>
                  <a:lnTo>
                    <a:pt x="13" y="382"/>
                  </a:lnTo>
                  <a:lnTo>
                    <a:pt x="17" y="341"/>
                  </a:lnTo>
                  <a:lnTo>
                    <a:pt x="23" y="301"/>
                  </a:lnTo>
                  <a:lnTo>
                    <a:pt x="31" y="264"/>
                  </a:lnTo>
                  <a:lnTo>
                    <a:pt x="41" y="227"/>
                  </a:lnTo>
                  <a:lnTo>
                    <a:pt x="53" y="193"/>
                  </a:lnTo>
                  <a:lnTo>
                    <a:pt x="67" y="160"/>
                  </a:lnTo>
                  <a:lnTo>
                    <a:pt x="81" y="132"/>
                  </a:lnTo>
                  <a:lnTo>
                    <a:pt x="99" y="105"/>
                  </a:lnTo>
                  <a:lnTo>
                    <a:pt x="116" y="81"/>
                  </a:lnTo>
                  <a:lnTo>
                    <a:pt x="136" y="61"/>
                  </a:lnTo>
                  <a:lnTo>
                    <a:pt x="156" y="43"/>
                  </a:lnTo>
                  <a:lnTo>
                    <a:pt x="178" y="30"/>
                  </a:lnTo>
                  <a:lnTo>
                    <a:pt x="199" y="20"/>
                  </a:lnTo>
                  <a:lnTo>
                    <a:pt x="222"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grpSp>
        <p:nvGrpSpPr>
          <p:cNvPr id="118796" name="Group 84"/>
          <p:cNvGrpSpPr>
            <a:grpSpLocks/>
          </p:cNvGrpSpPr>
          <p:nvPr/>
        </p:nvGrpSpPr>
        <p:grpSpPr bwMode="auto">
          <a:xfrm rot="-223274">
            <a:off x="2344738" y="2982913"/>
            <a:ext cx="744537" cy="733425"/>
            <a:chOff x="2757" y="1666"/>
            <a:chExt cx="812" cy="800"/>
          </a:xfrm>
        </p:grpSpPr>
        <p:sp>
          <p:nvSpPr>
            <p:cNvPr id="118823" name="Freeform 85"/>
            <p:cNvSpPr>
              <a:spLocks/>
            </p:cNvSpPr>
            <p:nvPr/>
          </p:nvSpPr>
          <p:spPr bwMode="auto">
            <a:xfrm>
              <a:off x="2762" y="1667"/>
              <a:ext cx="807" cy="584"/>
            </a:xfrm>
            <a:custGeom>
              <a:avLst/>
              <a:gdLst>
                <a:gd name="T0" fmla="*/ 497 w 807"/>
                <a:gd name="T1" fmla="*/ 583 h 584"/>
                <a:gd name="T2" fmla="*/ 0 w 807"/>
                <a:gd name="T3" fmla="*/ 452 h 584"/>
                <a:gd name="T4" fmla="*/ 337 w 807"/>
                <a:gd name="T5" fmla="*/ 0 h 584"/>
                <a:gd name="T6" fmla="*/ 806 w 807"/>
                <a:gd name="T7" fmla="*/ 98 h 584"/>
                <a:gd name="T8" fmla="*/ 497 w 807"/>
                <a:gd name="T9" fmla="*/ 583 h 584"/>
                <a:gd name="T10" fmla="*/ 0 60000 65536"/>
                <a:gd name="T11" fmla="*/ 0 60000 65536"/>
                <a:gd name="T12" fmla="*/ 0 60000 65536"/>
                <a:gd name="T13" fmla="*/ 0 60000 65536"/>
                <a:gd name="T14" fmla="*/ 0 60000 65536"/>
                <a:gd name="T15" fmla="*/ 0 w 807"/>
                <a:gd name="T16" fmla="*/ 0 h 584"/>
                <a:gd name="T17" fmla="*/ 807 w 807"/>
                <a:gd name="T18" fmla="*/ 584 h 584"/>
              </a:gdLst>
              <a:ahLst/>
              <a:cxnLst>
                <a:cxn ang="T10">
                  <a:pos x="T0" y="T1"/>
                </a:cxn>
                <a:cxn ang="T11">
                  <a:pos x="T2" y="T3"/>
                </a:cxn>
                <a:cxn ang="T12">
                  <a:pos x="T4" y="T5"/>
                </a:cxn>
                <a:cxn ang="T13">
                  <a:pos x="T6" y="T7"/>
                </a:cxn>
                <a:cxn ang="T14">
                  <a:pos x="T8" y="T9"/>
                </a:cxn>
              </a:cxnLst>
              <a:rect l="T15" t="T16" r="T17" b="T18"/>
              <a:pathLst>
                <a:path w="807" h="584">
                  <a:moveTo>
                    <a:pt x="497" y="583"/>
                  </a:moveTo>
                  <a:lnTo>
                    <a:pt x="0" y="452"/>
                  </a:lnTo>
                  <a:lnTo>
                    <a:pt x="337" y="0"/>
                  </a:lnTo>
                  <a:lnTo>
                    <a:pt x="806" y="98"/>
                  </a:lnTo>
                  <a:lnTo>
                    <a:pt x="497" y="583"/>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118824" name="Freeform 86"/>
            <p:cNvSpPr>
              <a:spLocks/>
            </p:cNvSpPr>
            <p:nvPr/>
          </p:nvSpPr>
          <p:spPr bwMode="auto">
            <a:xfrm>
              <a:off x="2882" y="1861"/>
              <a:ext cx="578" cy="384"/>
            </a:xfrm>
            <a:custGeom>
              <a:avLst/>
              <a:gdLst>
                <a:gd name="T0" fmla="*/ 377 w 578"/>
                <a:gd name="T1" fmla="*/ 383 h 384"/>
                <a:gd name="T2" fmla="*/ 0 w 578"/>
                <a:gd name="T3" fmla="*/ 291 h 384"/>
                <a:gd name="T4" fmla="*/ 217 w 578"/>
                <a:gd name="T5" fmla="*/ 0 h 384"/>
                <a:gd name="T6" fmla="*/ 577 w 578"/>
                <a:gd name="T7" fmla="*/ 74 h 384"/>
                <a:gd name="T8" fmla="*/ 377 w 578"/>
                <a:gd name="T9" fmla="*/ 383 h 384"/>
                <a:gd name="T10" fmla="*/ 0 60000 65536"/>
                <a:gd name="T11" fmla="*/ 0 60000 65536"/>
                <a:gd name="T12" fmla="*/ 0 60000 65536"/>
                <a:gd name="T13" fmla="*/ 0 60000 65536"/>
                <a:gd name="T14" fmla="*/ 0 60000 65536"/>
                <a:gd name="T15" fmla="*/ 0 w 578"/>
                <a:gd name="T16" fmla="*/ 0 h 384"/>
                <a:gd name="T17" fmla="*/ 578 w 578"/>
                <a:gd name="T18" fmla="*/ 384 h 384"/>
              </a:gdLst>
              <a:ahLst/>
              <a:cxnLst>
                <a:cxn ang="T10">
                  <a:pos x="T0" y="T1"/>
                </a:cxn>
                <a:cxn ang="T11">
                  <a:pos x="T2" y="T3"/>
                </a:cxn>
                <a:cxn ang="T12">
                  <a:pos x="T4" y="T5"/>
                </a:cxn>
                <a:cxn ang="T13">
                  <a:pos x="T6" y="T7"/>
                </a:cxn>
                <a:cxn ang="T14">
                  <a:pos x="T8" y="T9"/>
                </a:cxn>
              </a:cxnLst>
              <a:rect l="T15" t="T16" r="T17" b="T18"/>
              <a:pathLst>
                <a:path w="578" h="384">
                  <a:moveTo>
                    <a:pt x="377" y="383"/>
                  </a:moveTo>
                  <a:lnTo>
                    <a:pt x="0" y="291"/>
                  </a:lnTo>
                  <a:lnTo>
                    <a:pt x="217" y="0"/>
                  </a:lnTo>
                  <a:lnTo>
                    <a:pt x="577" y="74"/>
                  </a:lnTo>
                  <a:lnTo>
                    <a:pt x="377" y="383"/>
                  </a:lnTo>
                </a:path>
              </a:pathLst>
            </a:custGeom>
            <a:solidFill>
              <a:srgbClr val="E22B00"/>
            </a:solidFill>
            <a:ln>
              <a:noFill/>
            </a:ln>
            <a:extLst>
              <a:ext uri="{91240B29-F687-4F45-9708-019B960494DF}">
                <a14:hiddenLine xmlns:a14="http://schemas.microsoft.com/office/drawing/2010/main" w="12700" cap="rnd" cmpd="sng">
                  <a:solidFill>
                    <a:srgbClr val="000000"/>
                  </a:solidFill>
                  <a:prstDash val="solid"/>
                  <a:round/>
                  <a:headEnd type="none" w="med" len="med"/>
                  <a:tailEnd type="none" w="med" len="med"/>
                </a14:hiddenLine>
              </a:ext>
            </a:extLst>
          </p:spPr>
          <p:txBody>
            <a:bodyPr/>
            <a:lstStyle/>
            <a:p>
              <a:endParaRPr lang="fr-FR"/>
            </a:p>
          </p:txBody>
        </p:sp>
        <p:sp>
          <p:nvSpPr>
            <p:cNvPr id="118825" name="Line 87"/>
            <p:cNvSpPr>
              <a:spLocks noChangeShapeType="1"/>
            </p:cNvSpPr>
            <p:nvPr/>
          </p:nvSpPr>
          <p:spPr bwMode="auto">
            <a:xfrm>
              <a:off x="3102" y="1862"/>
              <a:ext cx="352" cy="7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fr-FR"/>
            </a:p>
          </p:txBody>
        </p:sp>
        <p:sp>
          <p:nvSpPr>
            <p:cNvPr id="118826" name="Freeform 88"/>
            <p:cNvSpPr>
              <a:spLocks/>
            </p:cNvSpPr>
            <p:nvPr/>
          </p:nvSpPr>
          <p:spPr bwMode="auto">
            <a:xfrm>
              <a:off x="2762" y="1666"/>
              <a:ext cx="337" cy="485"/>
            </a:xfrm>
            <a:custGeom>
              <a:avLst/>
              <a:gdLst>
                <a:gd name="T0" fmla="*/ 336 w 337"/>
                <a:gd name="T1" fmla="*/ 194 h 485"/>
                <a:gd name="T2" fmla="*/ 118 w 337"/>
                <a:gd name="T3" fmla="*/ 484 h 485"/>
                <a:gd name="T4" fmla="*/ 0 w 337"/>
                <a:gd name="T5" fmla="*/ 452 h 485"/>
                <a:gd name="T6" fmla="*/ 336 w 337"/>
                <a:gd name="T7" fmla="*/ 0 h 485"/>
                <a:gd name="T8" fmla="*/ 336 w 337"/>
                <a:gd name="T9" fmla="*/ 152 h 485"/>
                <a:gd name="T10" fmla="*/ 336 w 337"/>
                <a:gd name="T11" fmla="*/ 194 h 485"/>
                <a:gd name="T12" fmla="*/ 0 60000 65536"/>
                <a:gd name="T13" fmla="*/ 0 60000 65536"/>
                <a:gd name="T14" fmla="*/ 0 60000 65536"/>
                <a:gd name="T15" fmla="*/ 0 60000 65536"/>
                <a:gd name="T16" fmla="*/ 0 60000 65536"/>
                <a:gd name="T17" fmla="*/ 0 60000 65536"/>
                <a:gd name="T18" fmla="*/ 0 w 337"/>
                <a:gd name="T19" fmla="*/ 0 h 485"/>
                <a:gd name="T20" fmla="*/ 337 w 337"/>
                <a:gd name="T21" fmla="*/ 485 h 485"/>
              </a:gdLst>
              <a:ahLst/>
              <a:cxnLst>
                <a:cxn ang="T12">
                  <a:pos x="T0" y="T1"/>
                </a:cxn>
                <a:cxn ang="T13">
                  <a:pos x="T2" y="T3"/>
                </a:cxn>
                <a:cxn ang="T14">
                  <a:pos x="T4" y="T5"/>
                </a:cxn>
                <a:cxn ang="T15">
                  <a:pos x="T6" y="T7"/>
                </a:cxn>
                <a:cxn ang="T16">
                  <a:pos x="T8" y="T9"/>
                </a:cxn>
                <a:cxn ang="T17">
                  <a:pos x="T10" y="T11"/>
                </a:cxn>
              </a:cxnLst>
              <a:rect l="T18" t="T19" r="T20" b="T21"/>
              <a:pathLst>
                <a:path w="337" h="485">
                  <a:moveTo>
                    <a:pt x="336" y="194"/>
                  </a:moveTo>
                  <a:lnTo>
                    <a:pt x="118" y="484"/>
                  </a:lnTo>
                  <a:lnTo>
                    <a:pt x="0" y="452"/>
                  </a:lnTo>
                  <a:lnTo>
                    <a:pt x="336" y="0"/>
                  </a:lnTo>
                  <a:lnTo>
                    <a:pt x="336" y="152"/>
                  </a:lnTo>
                  <a:lnTo>
                    <a:pt x="336" y="194"/>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118827" name="Freeform 89"/>
            <p:cNvSpPr>
              <a:spLocks/>
            </p:cNvSpPr>
            <p:nvPr/>
          </p:nvSpPr>
          <p:spPr bwMode="auto">
            <a:xfrm>
              <a:off x="2757" y="2124"/>
              <a:ext cx="509" cy="339"/>
            </a:xfrm>
            <a:custGeom>
              <a:avLst/>
              <a:gdLst>
                <a:gd name="T0" fmla="*/ 0 w 506"/>
                <a:gd name="T1" fmla="*/ 0 h 345"/>
                <a:gd name="T2" fmla="*/ 1 w 506"/>
                <a:gd name="T3" fmla="*/ 198 h 345"/>
                <a:gd name="T4" fmla="*/ 514 w 506"/>
                <a:gd name="T5" fmla="*/ 326 h 345"/>
                <a:gd name="T6" fmla="*/ 513 w 506"/>
                <a:gd name="T7" fmla="*/ 124 h 345"/>
                <a:gd name="T8" fmla="*/ 0 60000 65536"/>
                <a:gd name="T9" fmla="*/ 0 60000 65536"/>
                <a:gd name="T10" fmla="*/ 0 60000 65536"/>
                <a:gd name="T11" fmla="*/ 0 60000 65536"/>
                <a:gd name="T12" fmla="*/ 0 w 506"/>
                <a:gd name="T13" fmla="*/ 0 h 345"/>
                <a:gd name="T14" fmla="*/ 506 w 506"/>
                <a:gd name="T15" fmla="*/ 345 h 345"/>
              </a:gdLst>
              <a:ahLst/>
              <a:cxnLst>
                <a:cxn ang="T8">
                  <a:pos x="T0" y="T1"/>
                </a:cxn>
                <a:cxn ang="T9">
                  <a:pos x="T2" y="T3"/>
                </a:cxn>
                <a:cxn ang="T10">
                  <a:pos x="T4" y="T5"/>
                </a:cxn>
                <a:cxn ang="T11">
                  <a:pos x="T6" y="T7"/>
                </a:cxn>
              </a:cxnLst>
              <a:rect l="T12" t="T13" r="T14" b="T15"/>
              <a:pathLst>
                <a:path w="506" h="345">
                  <a:moveTo>
                    <a:pt x="0" y="0"/>
                  </a:moveTo>
                  <a:lnTo>
                    <a:pt x="1" y="209"/>
                  </a:lnTo>
                  <a:lnTo>
                    <a:pt x="505" y="344"/>
                  </a:lnTo>
                  <a:lnTo>
                    <a:pt x="504" y="130"/>
                  </a:lnTo>
                </a:path>
              </a:pathLst>
            </a:custGeom>
            <a:solidFill>
              <a:srgbClr val="FC2C1C"/>
            </a:solidFill>
            <a:ln w="12700" cap="rnd" cmpd="sng">
              <a:solidFill>
                <a:schemeClr val="bg2"/>
              </a:solidFill>
              <a:prstDash val="solid"/>
              <a:round/>
              <a:headEnd type="none" w="med" len="med"/>
              <a:tailEnd type="none" w="med" len="med"/>
            </a:ln>
          </p:spPr>
          <p:txBody>
            <a:bodyPr/>
            <a:lstStyle/>
            <a:p>
              <a:endParaRPr lang="fr-FR"/>
            </a:p>
          </p:txBody>
        </p:sp>
        <p:sp>
          <p:nvSpPr>
            <p:cNvPr id="118828" name="AutoShape 90"/>
            <p:cNvSpPr>
              <a:spLocks noChangeArrowheads="1"/>
            </p:cNvSpPr>
            <p:nvPr/>
          </p:nvSpPr>
          <p:spPr bwMode="auto">
            <a:xfrm rot="16200000" flipH="1">
              <a:off x="3067" y="1967"/>
              <a:ext cx="693" cy="306"/>
            </a:xfrm>
            <a:prstGeom prst="parallelogram">
              <a:avLst>
                <a:gd name="adj" fmla="val 156202"/>
              </a:avLst>
            </a:prstGeom>
            <a:solidFill>
              <a:srgbClr val="FC2C1C"/>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grpSp>
        <p:nvGrpSpPr>
          <p:cNvPr id="118797" name="Group 91"/>
          <p:cNvGrpSpPr>
            <a:grpSpLocks/>
          </p:cNvGrpSpPr>
          <p:nvPr/>
        </p:nvGrpSpPr>
        <p:grpSpPr bwMode="auto">
          <a:xfrm rot="-223274">
            <a:off x="3730625" y="2981325"/>
            <a:ext cx="744538" cy="733425"/>
            <a:chOff x="2757" y="1666"/>
            <a:chExt cx="812" cy="800"/>
          </a:xfrm>
        </p:grpSpPr>
        <p:sp>
          <p:nvSpPr>
            <p:cNvPr id="118817" name="Freeform 92"/>
            <p:cNvSpPr>
              <a:spLocks/>
            </p:cNvSpPr>
            <p:nvPr/>
          </p:nvSpPr>
          <p:spPr bwMode="auto">
            <a:xfrm>
              <a:off x="2762" y="1667"/>
              <a:ext cx="807" cy="584"/>
            </a:xfrm>
            <a:custGeom>
              <a:avLst/>
              <a:gdLst>
                <a:gd name="T0" fmla="*/ 497 w 807"/>
                <a:gd name="T1" fmla="*/ 583 h 584"/>
                <a:gd name="T2" fmla="*/ 0 w 807"/>
                <a:gd name="T3" fmla="*/ 452 h 584"/>
                <a:gd name="T4" fmla="*/ 337 w 807"/>
                <a:gd name="T5" fmla="*/ 0 h 584"/>
                <a:gd name="T6" fmla="*/ 806 w 807"/>
                <a:gd name="T7" fmla="*/ 98 h 584"/>
                <a:gd name="T8" fmla="*/ 497 w 807"/>
                <a:gd name="T9" fmla="*/ 583 h 584"/>
                <a:gd name="T10" fmla="*/ 0 60000 65536"/>
                <a:gd name="T11" fmla="*/ 0 60000 65536"/>
                <a:gd name="T12" fmla="*/ 0 60000 65536"/>
                <a:gd name="T13" fmla="*/ 0 60000 65536"/>
                <a:gd name="T14" fmla="*/ 0 60000 65536"/>
                <a:gd name="T15" fmla="*/ 0 w 807"/>
                <a:gd name="T16" fmla="*/ 0 h 584"/>
                <a:gd name="T17" fmla="*/ 807 w 807"/>
                <a:gd name="T18" fmla="*/ 584 h 584"/>
              </a:gdLst>
              <a:ahLst/>
              <a:cxnLst>
                <a:cxn ang="T10">
                  <a:pos x="T0" y="T1"/>
                </a:cxn>
                <a:cxn ang="T11">
                  <a:pos x="T2" y="T3"/>
                </a:cxn>
                <a:cxn ang="T12">
                  <a:pos x="T4" y="T5"/>
                </a:cxn>
                <a:cxn ang="T13">
                  <a:pos x="T6" y="T7"/>
                </a:cxn>
                <a:cxn ang="T14">
                  <a:pos x="T8" y="T9"/>
                </a:cxn>
              </a:cxnLst>
              <a:rect l="T15" t="T16" r="T17" b="T18"/>
              <a:pathLst>
                <a:path w="807" h="584">
                  <a:moveTo>
                    <a:pt x="497" y="583"/>
                  </a:moveTo>
                  <a:lnTo>
                    <a:pt x="0" y="452"/>
                  </a:lnTo>
                  <a:lnTo>
                    <a:pt x="337" y="0"/>
                  </a:lnTo>
                  <a:lnTo>
                    <a:pt x="806" y="98"/>
                  </a:lnTo>
                  <a:lnTo>
                    <a:pt x="497" y="583"/>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118818" name="Freeform 93"/>
            <p:cNvSpPr>
              <a:spLocks/>
            </p:cNvSpPr>
            <p:nvPr/>
          </p:nvSpPr>
          <p:spPr bwMode="auto">
            <a:xfrm>
              <a:off x="2882" y="1861"/>
              <a:ext cx="578" cy="384"/>
            </a:xfrm>
            <a:custGeom>
              <a:avLst/>
              <a:gdLst>
                <a:gd name="T0" fmla="*/ 377 w 578"/>
                <a:gd name="T1" fmla="*/ 383 h 384"/>
                <a:gd name="T2" fmla="*/ 0 w 578"/>
                <a:gd name="T3" fmla="*/ 291 h 384"/>
                <a:gd name="T4" fmla="*/ 217 w 578"/>
                <a:gd name="T5" fmla="*/ 0 h 384"/>
                <a:gd name="T6" fmla="*/ 577 w 578"/>
                <a:gd name="T7" fmla="*/ 74 h 384"/>
                <a:gd name="T8" fmla="*/ 377 w 578"/>
                <a:gd name="T9" fmla="*/ 383 h 384"/>
                <a:gd name="T10" fmla="*/ 0 60000 65536"/>
                <a:gd name="T11" fmla="*/ 0 60000 65536"/>
                <a:gd name="T12" fmla="*/ 0 60000 65536"/>
                <a:gd name="T13" fmla="*/ 0 60000 65536"/>
                <a:gd name="T14" fmla="*/ 0 60000 65536"/>
                <a:gd name="T15" fmla="*/ 0 w 578"/>
                <a:gd name="T16" fmla="*/ 0 h 384"/>
                <a:gd name="T17" fmla="*/ 578 w 578"/>
                <a:gd name="T18" fmla="*/ 384 h 384"/>
              </a:gdLst>
              <a:ahLst/>
              <a:cxnLst>
                <a:cxn ang="T10">
                  <a:pos x="T0" y="T1"/>
                </a:cxn>
                <a:cxn ang="T11">
                  <a:pos x="T2" y="T3"/>
                </a:cxn>
                <a:cxn ang="T12">
                  <a:pos x="T4" y="T5"/>
                </a:cxn>
                <a:cxn ang="T13">
                  <a:pos x="T6" y="T7"/>
                </a:cxn>
                <a:cxn ang="T14">
                  <a:pos x="T8" y="T9"/>
                </a:cxn>
              </a:cxnLst>
              <a:rect l="T15" t="T16" r="T17" b="T18"/>
              <a:pathLst>
                <a:path w="578" h="384">
                  <a:moveTo>
                    <a:pt x="377" y="383"/>
                  </a:moveTo>
                  <a:lnTo>
                    <a:pt x="0" y="291"/>
                  </a:lnTo>
                  <a:lnTo>
                    <a:pt x="217" y="0"/>
                  </a:lnTo>
                  <a:lnTo>
                    <a:pt x="577" y="74"/>
                  </a:lnTo>
                  <a:lnTo>
                    <a:pt x="377" y="383"/>
                  </a:lnTo>
                </a:path>
              </a:pathLst>
            </a:custGeom>
            <a:solidFill>
              <a:srgbClr val="E22B00"/>
            </a:solidFill>
            <a:ln>
              <a:noFill/>
            </a:ln>
            <a:extLst>
              <a:ext uri="{91240B29-F687-4F45-9708-019B960494DF}">
                <a14:hiddenLine xmlns:a14="http://schemas.microsoft.com/office/drawing/2010/main" w="12700" cap="rnd" cmpd="sng">
                  <a:solidFill>
                    <a:srgbClr val="000000"/>
                  </a:solidFill>
                  <a:prstDash val="solid"/>
                  <a:round/>
                  <a:headEnd type="none" w="med" len="med"/>
                  <a:tailEnd type="none" w="med" len="med"/>
                </a14:hiddenLine>
              </a:ext>
            </a:extLst>
          </p:spPr>
          <p:txBody>
            <a:bodyPr/>
            <a:lstStyle/>
            <a:p>
              <a:endParaRPr lang="fr-FR"/>
            </a:p>
          </p:txBody>
        </p:sp>
        <p:sp>
          <p:nvSpPr>
            <p:cNvPr id="118819" name="Line 94"/>
            <p:cNvSpPr>
              <a:spLocks noChangeShapeType="1"/>
            </p:cNvSpPr>
            <p:nvPr/>
          </p:nvSpPr>
          <p:spPr bwMode="auto">
            <a:xfrm>
              <a:off x="3102" y="1862"/>
              <a:ext cx="352" cy="7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fr-FR"/>
            </a:p>
          </p:txBody>
        </p:sp>
        <p:sp>
          <p:nvSpPr>
            <p:cNvPr id="118820" name="Freeform 95"/>
            <p:cNvSpPr>
              <a:spLocks/>
            </p:cNvSpPr>
            <p:nvPr/>
          </p:nvSpPr>
          <p:spPr bwMode="auto">
            <a:xfrm>
              <a:off x="2762" y="1666"/>
              <a:ext cx="337" cy="485"/>
            </a:xfrm>
            <a:custGeom>
              <a:avLst/>
              <a:gdLst>
                <a:gd name="T0" fmla="*/ 336 w 337"/>
                <a:gd name="T1" fmla="*/ 194 h 485"/>
                <a:gd name="T2" fmla="*/ 118 w 337"/>
                <a:gd name="T3" fmla="*/ 484 h 485"/>
                <a:gd name="T4" fmla="*/ 0 w 337"/>
                <a:gd name="T5" fmla="*/ 452 h 485"/>
                <a:gd name="T6" fmla="*/ 336 w 337"/>
                <a:gd name="T7" fmla="*/ 0 h 485"/>
                <a:gd name="T8" fmla="*/ 336 w 337"/>
                <a:gd name="T9" fmla="*/ 152 h 485"/>
                <a:gd name="T10" fmla="*/ 336 w 337"/>
                <a:gd name="T11" fmla="*/ 194 h 485"/>
                <a:gd name="T12" fmla="*/ 0 60000 65536"/>
                <a:gd name="T13" fmla="*/ 0 60000 65536"/>
                <a:gd name="T14" fmla="*/ 0 60000 65536"/>
                <a:gd name="T15" fmla="*/ 0 60000 65536"/>
                <a:gd name="T16" fmla="*/ 0 60000 65536"/>
                <a:gd name="T17" fmla="*/ 0 60000 65536"/>
                <a:gd name="T18" fmla="*/ 0 w 337"/>
                <a:gd name="T19" fmla="*/ 0 h 485"/>
                <a:gd name="T20" fmla="*/ 337 w 337"/>
                <a:gd name="T21" fmla="*/ 485 h 485"/>
              </a:gdLst>
              <a:ahLst/>
              <a:cxnLst>
                <a:cxn ang="T12">
                  <a:pos x="T0" y="T1"/>
                </a:cxn>
                <a:cxn ang="T13">
                  <a:pos x="T2" y="T3"/>
                </a:cxn>
                <a:cxn ang="T14">
                  <a:pos x="T4" y="T5"/>
                </a:cxn>
                <a:cxn ang="T15">
                  <a:pos x="T6" y="T7"/>
                </a:cxn>
                <a:cxn ang="T16">
                  <a:pos x="T8" y="T9"/>
                </a:cxn>
                <a:cxn ang="T17">
                  <a:pos x="T10" y="T11"/>
                </a:cxn>
              </a:cxnLst>
              <a:rect l="T18" t="T19" r="T20" b="T21"/>
              <a:pathLst>
                <a:path w="337" h="485">
                  <a:moveTo>
                    <a:pt x="336" y="194"/>
                  </a:moveTo>
                  <a:lnTo>
                    <a:pt x="118" y="484"/>
                  </a:lnTo>
                  <a:lnTo>
                    <a:pt x="0" y="452"/>
                  </a:lnTo>
                  <a:lnTo>
                    <a:pt x="336" y="0"/>
                  </a:lnTo>
                  <a:lnTo>
                    <a:pt x="336" y="152"/>
                  </a:lnTo>
                  <a:lnTo>
                    <a:pt x="336" y="194"/>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118821" name="Freeform 96"/>
            <p:cNvSpPr>
              <a:spLocks/>
            </p:cNvSpPr>
            <p:nvPr/>
          </p:nvSpPr>
          <p:spPr bwMode="auto">
            <a:xfrm>
              <a:off x="2757" y="2124"/>
              <a:ext cx="509" cy="339"/>
            </a:xfrm>
            <a:custGeom>
              <a:avLst/>
              <a:gdLst>
                <a:gd name="T0" fmla="*/ 0 w 506"/>
                <a:gd name="T1" fmla="*/ 0 h 345"/>
                <a:gd name="T2" fmla="*/ 1 w 506"/>
                <a:gd name="T3" fmla="*/ 198 h 345"/>
                <a:gd name="T4" fmla="*/ 514 w 506"/>
                <a:gd name="T5" fmla="*/ 326 h 345"/>
                <a:gd name="T6" fmla="*/ 513 w 506"/>
                <a:gd name="T7" fmla="*/ 124 h 345"/>
                <a:gd name="T8" fmla="*/ 0 60000 65536"/>
                <a:gd name="T9" fmla="*/ 0 60000 65536"/>
                <a:gd name="T10" fmla="*/ 0 60000 65536"/>
                <a:gd name="T11" fmla="*/ 0 60000 65536"/>
                <a:gd name="T12" fmla="*/ 0 w 506"/>
                <a:gd name="T13" fmla="*/ 0 h 345"/>
                <a:gd name="T14" fmla="*/ 506 w 506"/>
                <a:gd name="T15" fmla="*/ 345 h 345"/>
              </a:gdLst>
              <a:ahLst/>
              <a:cxnLst>
                <a:cxn ang="T8">
                  <a:pos x="T0" y="T1"/>
                </a:cxn>
                <a:cxn ang="T9">
                  <a:pos x="T2" y="T3"/>
                </a:cxn>
                <a:cxn ang="T10">
                  <a:pos x="T4" y="T5"/>
                </a:cxn>
                <a:cxn ang="T11">
                  <a:pos x="T6" y="T7"/>
                </a:cxn>
              </a:cxnLst>
              <a:rect l="T12" t="T13" r="T14" b="T15"/>
              <a:pathLst>
                <a:path w="506" h="345">
                  <a:moveTo>
                    <a:pt x="0" y="0"/>
                  </a:moveTo>
                  <a:lnTo>
                    <a:pt x="1" y="209"/>
                  </a:lnTo>
                  <a:lnTo>
                    <a:pt x="505" y="344"/>
                  </a:lnTo>
                  <a:lnTo>
                    <a:pt x="504" y="130"/>
                  </a:lnTo>
                </a:path>
              </a:pathLst>
            </a:custGeom>
            <a:solidFill>
              <a:srgbClr val="FC2C1C"/>
            </a:solidFill>
            <a:ln w="12700" cap="rnd" cmpd="sng">
              <a:solidFill>
                <a:schemeClr val="bg2"/>
              </a:solidFill>
              <a:prstDash val="solid"/>
              <a:round/>
              <a:headEnd type="none" w="med" len="med"/>
              <a:tailEnd type="none" w="med" len="med"/>
            </a:ln>
          </p:spPr>
          <p:txBody>
            <a:bodyPr/>
            <a:lstStyle/>
            <a:p>
              <a:endParaRPr lang="fr-FR"/>
            </a:p>
          </p:txBody>
        </p:sp>
        <p:sp>
          <p:nvSpPr>
            <p:cNvPr id="118822" name="AutoShape 97"/>
            <p:cNvSpPr>
              <a:spLocks noChangeArrowheads="1"/>
            </p:cNvSpPr>
            <p:nvPr/>
          </p:nvSpPr>
          <p:spPr bwMode="auto">
            <a:xfrm rot="16200000" flipH="1">
              <a:off x="3067" y="1967"/>
              <a:ext cx="693" cy="306"/>
            </a:xfrm>
            <a:prstGeom prst="parallelogram">
              <a:avLst>
                <a:gd name="adj" fmla="val 156202"/>
              </a:avLst>
            </a:prstGeom>
            <a:solidFill>
              <a:srgbClr val="FC2C1C"/>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sp>
        <p:nvSpPr>
          <p:cNvPr id="118798" name="Oval 112"/>
          <p:cNvSpPr>
            <a:spLocks noChangeArrowheads="1"/>
          </p:cNvSpPr>
          <p:nvPr/>
        </p:nvSpPr>
        <p:spPr bwMode="auto">
          <a:xfrm rot="-5400000">
            <a:off x="5566569" y="3193256"/>
            <a:ext cx="336550" cy="312738"/>
          </a:xfrm>
          <a:prstGeom prst="ellipse">
            <a:avLst/>
          </a:prstGeom>
          <a:solidFill>
            <a:schemeClr val="bg1"/>
          </a:solidFill>
          <a:ln w="9525">
            <a:solidFill>
              <a:schemeClr val="tx1"/>
            </a:solidFill>
            <a:round/>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118799" name="Oval 113"/>
          <p:cNvSpPr>
            <a:spLocks noChangeArrowheads="1"/>
          </p:cNvSpPr>
          <p:nvPr/>
        </p:nvSpPr>
        <p:spPr bwMode="auto">
          <a:xfrm rot="-5400000">
            <a:off x="5930107" y="3193256"/>
            <a:ext cx="336550" cy="312737"/>
          </a:xfrm>
          <a:prstGeom prst="ellipse">
            <a:avLst/>
          </a:prstGeom>
          <a:solidFill>
            <a:schemeClr val="bg1"/>
          </a:solidFill>
          <a:ln w="9525">
            <a:solidFill>
              <a:schemeClr val="tx1"/>
            </a:solidFill>
            <a:round/>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118800" name="Oval 114"/>
          <p:cNvSpPr>
            <a:spLocks noChangeArrowheads="1"/>
          </p:cNvSpPr>
          <p:nvPr/>
        </p:nvSpPr>
        <p:spPr bwMode="auto">
          <a:xfrm rot="-5400000">
            <a:off x="6306344" y="3191669"/>
            <a:ext cx="336550" cy="312738"/>
          </a:xfrm>
          <a:prstGeom prst="ellipse">
            <a:avLst/>
          </a:prstGeom>
          <a:solidFill>
            <a:schemeClr val="bg1"/>
          </a:solidFill>
          <a:ln w="9525">
            <a:solidFill>
              <a:schemeClr val="tx1"/>
            </a:solidFill>
            <a:round/>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118801" name="Text Box 130"/>
          <p:cNvSpPr txBox="1">
            <a:spLocks noChangeArrowheads="1"/>
          </p:cNvSpPr>
          <p:nvPr/>
        </p:nvSpPr>
        <p:spPr bwMode="auto">
          <a:xfrm>
            <a:off x="604838" y="5364163"/>
            <a:ext cx="6543675" cy="4429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eaLnBrk="1" hangingPunct="1">
              <a:spcBef>
                <a:spcPct val="0"/>
              </a:spcBef>
              <a:buFontTx/>
              <a:buNone/>
            </a:pPr>
            <a:r>
              <a:rPr lang="fr-FR" altLang="fr-FR" sz="2300"/>
              <a:t>4. Pointez la production sur votre feuille de suivi</a:t>
            </a:r>
          </a:p>
        </p:txBody>
      </p:sp>
      <p:sp>
        <p:nvSpPr>
          <p:cNvPr id="118802" name="Text Box 132"/>
          <p:cNvSpPr txBox="1">
            <a:spLocks noChangeArrowheads="1"/>
          </p:cNvSpPr>
          <p:nvPr/>
        </p:nvSpPr>
        <p:spPr bwMode="auto">
          <a:xfrm>
            <a:off x="819150" y="3748088"/>
            <a:ext cx="828675"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a:spcBef>
                <a:spcPct val="0"/>
              </a:spcBef>
              <a:buFontTx/>
              <a:buNone/>
            </a:pPr>
            <a:r>
              <a:rPr lang="fr-FR" altLang="fr-FR" sz="2400">
                <a:solidFill>
                  <a:srgbClr val="FC2C1C"/>
                </a:solidFill>
              </a:rPr>
              <a:t>2 R1</a:t>
            </a:r>
          </a:p>
        </p:txBody>
      </p:sp>
      <p:grpSp>
        <p:nvGrpSpPr>
          <p:cNvPr id="118803" name="Group 133"/>
          <p:cNvGrpSpPr>
            <a:grpSpLocks/>
          </p:cNvGrpSpPr>
          <p:nvPr/>
        </p:nvGrpSpPr>
        <p:grpSpPr bwMode="auto">
          <a:xfrm rot="-223274">
            <a:off x="896938" y="2971800"/>
            <a:ext cx="744537" cy="733425"/>
            <a:chOff x="2757" y="1666"/>
            <a:chExt cx="812" cy="800"/>
          </a:xfrm>
        </p:grpSpPr>
        <p:sp>
          <p:nvSpPr>
            <p:cNvPr id="118811" name="Freeform 134"/>
            <p:cNvSpPr>
              <a:spLocks/>
            </p:cNvSpPr>
            <p:nvPr/>
          </p:nvSpPr>
          <p:spPr bwMode="auto">
            <a:xfrm>
              <a:off x="2762" y="1667"/>
              <a:ext cx="807" cy="584"/>
            </a:xfrm>
            <a:custGeom>
              <a:avLst/>
              <a:gdLst>
                <a:gd name="T0" fmla="*/ 497 w 807"/>
                <a:gd name="T1" fmla="*/ 583 h 584"/>
                <a:gd name="T2" fmla="*/ 0 w 807"/>
                <a:gd name="T3" fmla="*/ 452 h 584"/>
                <a:gd name="T4" fmla="*/ 337 w 807"/>
                <a:gd name="T5" fmla="*/ 0 h 584"/>
                <a:gd name="T6" fmla="*/ 806 w 807"/>
                <a:gd name="T7" fmla="*/ 98 h 584"/>
                <a:gd name="T8" fmla="*/ 497 w 807"/>
                <a:gd name="T9" fmla="*/ 583 h 584"/>
                <a:gd name="T10" fmla="*/ 0 60000 65536"/>
                <a:gd name="T11" fmla="*/ 0 60000 65536"/>
                <a:gd name="T12" fmla="*/ 0 60000 65536"/>
                <a:gd name="T13" fmla="*/ 0 60000 65536"/>
                <a:gd name="T14" fmla="*/ 0 60000 65536"/>
                <a:gd name="T15" fmla="*/ 0 w 807"/>
                <a:gd name="T16" fmla="*/ 0 h 584"/>
                <a:gd name="T17" fmla="*/ 807 w 807"/>
                <a:gd name="T18" fmla="*/ 584 h 584"/>
              </a:gdLst>
              <a:ahLst/>
              <a:cxnLst>
                <a:cxn ang="T10">
                  <a:pos x="T0" y="T1"/>
                </a:cxn>
                <a:cxn ang="T11">
                  <a:pos x="T2" y="T3"/>
                </a:cxn>
                <a:cxn ang="T12">
                  <a:pos x="T4" y="T5"/>
                </a:cxn>
                <a:cxn ang="T13">
                  <a:pos x="T6" y="T7"/>
                </a:cxn>
                <a:cxn ang="T14">
                  <a:pos x="T8" y="T9"/>
                </a:cxn>
              </a:cxnLst>
              <a:rect l="T15" t="T16" r="T17" b="T18"/>
              <a:pathLst>
                <a:path w="807" h="584">
                  <a:moveTo>
                    <a:pt x="497" y="583"/>
                  </a:moveTo>
                  <a:lnTo>
                    <a:pt x="0" y="452"/>
                  </a:lnTo>
                  <a:lnTo>
                    <a:pt x="337" y="0"/>
                  </a:lnTo>
                  <a:lnTo>
                    <a:pt x="806" y="98"/>
                  </a:lnTo>
                  <a:lnTo>
                    <a:pt x="497" y="583"/>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118812" name="Freeform 135"/>
            <p:cNvSpPr>
              <a:spLocks/>
            </p:cNvSpPr>
            <p:nvPr/>
          </p:nvSpPr>
          <p:spPr bwMode="auto">
            <a:xfrm>
              <a:off x="2882" y="1861"/>
              <a:ext cx="578" cy="384"/>
            </a:xfrm>
            <a:custGeom>
              <a:avLst/>
              <a:gdLst>
                <a:gd name="T0" fmla="*/ 377 w 578"/>
                <a:gd name="T1" fmla="*/ 383 h 384"/>
                <a:gd name="T2" fmla="*/ 0 w 578"/>
                <a:gd name="T3" fmla="*/ 291 h 384"/>
                <a:gd name="T4" fmla="*/ 217 w 578"/>
                <a:gd name="T5" fmla="*/ 0 h 384"/>
                <a:gd name="T6" fmla="*/ 577 w 578"/>
                <a:gd name="T7" fmla="*/ 74 h 384"/>
                <a:gd name="T8" fmla="*/ 377 w 578"/>
                <a:gd name="T9" fmla="*/ 383 h 384"/>
                <a:gd name="T10" fmla="*/ 0 60000 65536"/>
                <a:gd name="T11" fmla="*/ 0 60000 65536"/>
                <a:gd name="T12" fmla="*/ 0 60000 65536"/>
                <a:gd name="T13" fmla="*/ 0 60000 65536"/>
                <a:gd name="T14" fmla="*/ 0 60000 65536"/>
                <a:gd name="T15" fmla="*/ 0 w 578"/>
                <a:gd name="T16" fmla="*/ 0 h 384"/>
                <a:gd name="T17" fmla="*/ 578 w 578"/>
                <a:gd name="T18" fmla="*/ 384 h 384"/>
              </a:gdLst>
              <a:ahLst/>
              <a:cxnLst>
                <a:cxn ang="T10">
                  <a:pos x="T0" y="T1"/>
                </a:cxn>
                <a:cxn ang="T11">
                  <a:pos x="T2" y="T3"/>
                </a:cxn>
                <a:cxn ang="T12">
                  <a:pos x="T4" y="T5"/>
                </a:cxn>
                <a:cxn ang="T13">
                  <a:pos x="T6" y="T7"/>
                </a:cxn>
                <a:cxn ang="T14">
                  <a:pos x="T8" y="T9"/>
                </a:cxn>
              </a:cxnLst>
              <a:rect l="T15" t="T16" r="T17" b="T18"/>
              <a:pathLst>
                <a:path w="578" h="384">
                  <a:moveTo>
                    <a:pt x="377" y="383"/>
                  </a:moveTo>
                  <a:lnTo>
                    <a:pt x="0" y="291"/>
                  </a:lnTo>
                  <a:lnTo>
                    <a:pt x="217" y="0"/>
                  </a:lnTo>
                  <a:lnTo>
                    <a:pt x="577" y="74"/>
                  </a:lnTo>
                  <a:lnTo>
                    <a:pt x="377" y="383"/>
                  </a:lnTo>
                </a:path>
              </a:pathLst>
            </a:custGeom>
            <a:solidFill>
              <a:srgbClr val="E22B00"/>
            </a:solidFill>
            <a:ln>
              <a:noFill/>
            </a:ln>
            <a:extLst>
              <a:ext uri="{91240B29-F687-4F45-9708-019B960494DF}">
                <a14:hiddenLine xmlns:a14="http://schemas.microsoft.com/office/drawing/2010/main" w="12700" cap="rnd" cmpd="sng">
                  <a:solidFill>
                    <a:srgbClr val="000000"/>
                  </a:solidFill>
                  <a:prstDash val="solid"/>
                  <a:round/>
                  <a:headEnd type="none" w="med" len="med"/>
                  <a:tailEnd type="none" w="med" len="med"/>
                </a14:hiddenLine>
              </a:ext>
            </a:extLst>
          </p:spPr>
          <p:txBody>
            <a:bodyPr/>
            <a:lstStyle/>
            <a:p>
              <a:endParaRPr lang="fr-FR"/>
            </a:p>
          </p:txBody>
        </p:sp>
        <p:sp>
          <p:nvSpPr>
            <p:cNvPr id="118813" name="Line 136"/>
            <p:cNvSpPr>
              <a:spLocks noChangeShapeType="1"/>
            </p:cNvSpPr>
            <p:nvPr/>
          </p:nvSpPr>
          <p:spPr bwMode="auto">
            <a:xfrm>
              <a:off x="3102" y="1862"/>
              <a:ext cx="352" cy="7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fr-FR"/>
            </a:p>
          </p:txBody>
        </p:sp>
        <p:sp>
          <p:nvSpPr>
            <p:cNvPr id="118814" name="Freeform 137"/>
            <p:cNvSpPr>
              <a:spLocks/>
            </p:cNvSpPr>
            <p:nvPr/>
          </p:nvSpPr>
          <p:spPr bwMode="auto">
            <a:xfrm>
              <a:off x="2762" y="1666"/>
              <a:ext cx="337" cy="485"/>
            </a:xfrm>
            <a:custGeom>
              <a:avLst/>
              <a:gdLst>
                <a:gd name="T0" fmla="*/ 336 w 337"/>
                <a:gd name="T1" fmla="*/ 194 h 485"/>
                <a:gd name="T2" fmla="*/ 118 w 337"/>
                <a:gd name="T3" fmla="*/ 484 h 485"/>
                <a:gd name="T4" fmla="*/ 0 w 337"/>
                <a:gd name="T5" fmla="*/ 452 h 485"/>
                <a:gd name="T6" fmla="*/ 336 w 337"/>
                <a:gd name="T7" fmla="*/ 0 h 485"/>
                <a:gd name="T8" fmla="*/ 336 w 337"/>
                <a:gd name="T9" fmla="*/ 152 h 485"/>
                <a:gd name="T10" fmla="*/ 336 w 337"/>
                <a:gd name="T11" fmla="*/ 194 h 485"/>
                <a:gd name="T12" fmla="*/ 0 60000 65536"/>
                <a:gd name="T13" fmla="*/ 0 60000 65536"/>
                <a:gd name="T14" fmla="*/ 0 60000 65536"/>
                <a:gd name="T15" fmla="*/ 0 60000 65536"/>
                <a:gd name="T16" fmla="*/ 0 60000 65536"/>
                <a:gd name="T17" fmla="*/ 0 60000 65536"/>
                <a:gd name="T18" fmla="*/ 0 w 337"/>
                <a:gd name="T19" fmla="*/ 0 h 485"/>
                <a:gd name="T20" fmla="*/ 337 w 337"/>
                <a:gd name="T21" fmla="*/ 485 h 485"/>
              </a:gdLst>
              <a:ahLst/>
              <a:cxnLst>
                <a:cxn ang="T12">
                  <a:pos x="T0" y="T1"/>
                </a:cxn>
                <a:cxn ang="T13">
                  <a:pos x="T2" y="T3"/>
                </a:cxn>
                <a:cxn ang="T14">
                  <a:pos x="T4" y="T5"/>
                </a:cxn>
                <a:cxn ang="T15">
                  <a:pos x="T6" y="T7"/>
                </a:cxn>
                <a:cxn ang="T16">
                  <a:pos x="T8" y="T9"/>
                </a:cxn>
                <a:cxn ang="T17">
                  <a:pos x="T10" y="T11"/>
                </a:cxn>
              </a:cxnLst>
              <a:rect l="T18" t="T19" r="T20" b="T21"/>
              <a:pathLst>
                <a:path w="337" h="485">
                  <a:moveTo>
                    <a:pt x="336" y="194"/>
                  </a:moveTo>
                  <a:lnTo>
                    <a:pt x="118" y="484"/>
                  </a:lnTo>
                  <a:lnTo>
                    <a:pt x="0" y="452"/>
                  </a:lnTo>
                  <a:lnTo>
                    <a:pt x="336" y="0"/>
                  </a:lnTo>
                  <a:lnTo>
                    <a:pt x="336" y="152"/>
                  </a:lnTo>
                  <a:lnTo>
                    <a:pt x="336" y="194"/>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118815" name="Freeform 138"/>
            <p:cNvSpPr>
              <a:spLocks/>
            </p:cNvSpPr>
            <p:nvPr/>
          </p:nvSpPr>
          <p:spPr bwMode="auto">
            <a:xfrm>
              <a:off x="2757" y="2124"/>
              <a:ext cx="509" cy="339"/>
            </a:xfrm>
            <a:custGeom>
              <a:avLst/>
              <a:gdLst>
                <a:gd name="T0" fmla="*/ 0 w 506"/>
                <a:gd name="T1" fmla="*/ 0 h 345"/>
                <a:gd name="T2" fmla="*/ 1 w 506"/>
                <a:gd name="T3" fmla="*/ 198 h 345"/>
                <a:gd name="T4" fmla="*/ 514 w 506"/>
                <a:gd name="T5" fmla="*/ 326 h 345"/>
                <a:gd name="T6" fmla="*/ 513 w 506"/>
                <a:gd name="T7" fmla="*/ 124 h 345"/>
                <a:gd name="T8" fmla="*/ 0 60000 65536"/>
                <a:gd name="T9" fmla="*/ 0 60000 65536"/>
                <a:gd name="T10" fmla="*/ 0 60000 65536"/>
                <a:gd name="T11" fmla="*/ 0 60000 65536"/>
                <a:gd name="T12" fmla="*/ 0 w 506"/>
                <a:gd name="T13" fmla="*/ 0 h 345"/>
                <a:gd name="T14" fmla="*/ 506 w 506"/>
                <a:gd name="T15" fmla="*/ 345 h 345"/>
              </a:gdLst>
              <a:ahLst/>
              <a:cxnLst>
                <a:cxn ang="T8">
                  <a:pos x="T0" y="T1"/>
                </a:cxn>
                <a:cxn ang="T9">
                  <a:pos x="T2" y="T3"/>
                </a:cxn>
                <a:cxn ang="T10">
                  <a:pos x="T4" y="T5"/>
                </a:cxn>
                <a:cxn ang="T11">
                  <a:pos x="T6" y="T7"/>
                </a:cxn>
              </a:cxnLst>
              <a:rect l="T12" t="T13" r="T14" b="T15"/>
              <a:pathLst>
                <a:path w="506" h="345">
                  <a:moveTo>
                    <a:pt x="0" y="0"/>
                  </a:moveTo>
                  <a:lnTo>
                    <a:pt x="1" y="209"/>
                  </a:lnTo>
                  <a:lnTo>
                    <a:pt x="505" y="344"/>
                  </a:lnTo>
                  <a:lnTo>
                    <a:pt x="504" y="130"/>
                  </a:lnTo>
                </a:path>
              </a:pathLst>
            </a:custGeom>
            <a:solidFill>
              <a:srgbClr val="FC2C1C"/>
            </a:solidFill>
            <a:ln w="12700" cap="rnd" cmpd="sng">
              <a:solidFill>
                <a:schemeClr val="bg2"/>
              </a:solidFill>
              <a:prstDash val="solid"/>
              <a:round/>
              <a:headEnd type="none" w="med" len="med"/>
              <a:tailEnd type="none" w="med" len="med"/>
            </a:ln>
          </p:spPr>
          <p:txBody>
            <a:bodyPr/>
            <a:lstStyle/>
            <a:p>
              <a:endParaRPr lang="fr-FR"/>
            </a:p>
          </p:txBody>
        </p:sp>
        <p:sp>
          <p:nvSpPr>
            <p:cNvPr id="118816" name="AutoShape 139"/>
            <p:cNvSpPr>
              <a:spLocks noChangeArrowheads="1"/>
            </p:cNvSpPr>
            <p:nvPr/>
          </p:nvSpPr>
          <p:spPr bwMode="auto">
            <a:xfrm rot="16200000" flipH="1">
              <a:off x="3067" y="1967"/>
              <a:ext cx="693" cy="306"/>
            </a:xfrm>
            <a:prstGeom prst="parallelogram">
              <a:avLst>
                <a:gd name="adj" fmla="val 156202"/>
              </a:avLst>
            </a:prstGeom>
            <a:solidFill>
              <a:srgbClr val="FC2C1C"/>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grpSp>
        <p:nvGrpSpPr>
          <p:cNvPr id="118804" name="Group 140"/>
          <p:cNvGrpSpPr>
            <a:grpSpLocks/>
          </p:cNvGrpSpPr>
          <p:nvPr/>
        </p:nvGrpSpPr>
        <p:grpSpPr bwMode="auto">
          <a:xfrm rot="-223274">
            <a:off x="854075" y="2740025"/>
            <a:ext cx="744538" cy="733425"/>
            <a:chOff x="2757" y="1666"/>
            <a:chExt cx="812" cy="800"/>
          </a:xfrm>
        </p:grpSpPr>
        <p:sp>
          <p:nvSpPr>
            <p:cNvPr id="118805" name="Freeform 141"/>
            <p:cNvSpPr>
              <a:spLocks/>
            </p:cNvSpPr>
            <p:nvPr/>
          </p:nvSpPr>
          <p:spPr bwMode="auto">
            <a:xfrm>
              <a:off x="2762" y="1667"/>
              <a:ext cx="807" cy="584"/>
            </a:xfrm>
            <a:custGeom>
              <a:avLst/>
              <a:gdLst>
                <a:gd name="T0" fmla="*/ 497 w 807"/>
                <a:gd name="T1" fmla="*/ 583 h 584"/>
                <a:gd name="T2" fmla="*/ 0 w 807"/>
                <a:gd name="T3" fmla="*/ 452 h 584"/>
                <a:gd name="T4" fmla="*/ 337 w 807"/>
                <a:gd name="T5" fmla="*/ 0 h 584"/>
                <a:gd name="T6" fmla="*/ 806 w 807"/>
                <a:gd name="T7" fmla="*/ 98 h 584"/>
                <a:gd name="T8" fmla="*/ 497 w 807"/>
                <a:gd name="T9" fmla="*/ 583 h 584"/>
                <a:gd name="T10" fmla="*/ 0 60000 65536"/>
                <a:gd name="T11" fmla="*/ 0 60000 65536"/>
                <a:gd name="T12" fmla="*/ 0 60000 65536"/>
                <a:gd name="T13" fmla="*/ 0 60000 65536"/>
                <a:gd name="T14" fmla="*/ 0 60000 65536"/>
                <a:gd name="T15" fmla="*/ 0 w 807"/>
                <a:gd name="T16" fmla="*/ 0 h 584"/>
                <a:gd name="T17" fmla="*/ 807 w 807"/>
                <a:gd name="T18" fmla="*/ 584 h 584"/>
              </a:gdLst>
              <a:ahLst/>
              <a:cxnLst>
                <a:cxn ang="T10">
                  <a:pos x="T0" y="T1"/>
                </a:cxn>
                <a:cxn ang="T11">
                  <a:pos x="T2" y="T3"/>
                </a:cxn>
                <a:cxn ang="T12">
                  <a:pos x="T4" y="T5"/>
                </a:cxn>
                <a:cxn ang="T13">
                  <a:pos x="T6" y="T7"/>
                </a:cxn>
                <a:cxn ang="T14">
                  <a:pos x="T8" y="T9"/>
                </a:cxn>
              </a:cxnLst>
              <a:rect l="T15" t="T16" r="T17" b="T18"/>
              <a:pathLst>
                <a:path w="807" h="584">
                  <a:moveTo>
                    <a:pt x="497" y="583"/>
                  </a:moveTo>
                  <a:lnTo>
                    <a:pt x="0" y="452"/>
                  </a:lnTo>
                  <a:lnTo>
                    <a:pt x="337" y="0"/>
                  </a:lnTo>
                  <a:lnTo>
                    <a:pt x="806" y="98"/>
                  </a:lnTo>
                  <a:lnTo>
                    <a:pt x="497" y="583"/>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118806" name="Freeform 142"/>
            <p:cNvSpPr>
              <a:spLocks/>
            </p:cNvSpPr>
            <p:nvPr/>
          </p:nvSpPr>
          <p:spPr bwMode="auto">
            <a:xfrm>
              <a:off x="2882" y="1861"/>
              <a:ext cx="578" cy="384"/>
            </a:xfrm>
            <a:custGeom>
              <a:avLst/>
              <a:gdLst>
                <a:gd name="T0" fmla="*/ 377 w 578"/>
                <a:gd name="T1" fmla="*/ 383 h 384"/>
                <a:gd name="T2" fmla="*/ 0 w 578"/>
                <a:gd name="T3" fmla="*/ 291 h 384"/>
                <a:gd name="T4" fmla="*/ 217 w 578"/>
                <a:gd name="T5" fmla="*/ 0 h 384"/>
                <a:gd name="T6" fmla="*/ 577 w 578"/>
                <a:gd name="T7" fmla="*/ 74 h 384"/>
                <a:gd name="T8" fmla="*/ 377 w 578"/>
                <a:gd name="T9" fmla="*/ 383 h 384"/>
                <a:gd name="T10" fmla="*/ 0 60000 65536"/>
                <a:gd name="T11" fmla="*/ 0 60000 65536"/>
                <a:gd name="T12" fmla="*/ 0 60000 65536"/>
                <a:gd name="T13" fmla="*/ 0 60000 65536"/>
                <a:gd name="T14" fmla="*/ 0 60000 65536"/>
                <a:gd name="T15" fmla="*/ 0 w 578"/>
                <a:gd name="T16" fmla="*/ 0 h 384"/>
                <a:gd name="T17" fmla="*/ 578 w 578"/>
                <a:gd name="T18" fmla="*/ 384 h 384"/>
              </a:gdLst>
              <a:ahLst/>
              <a:cxnLst>
                <a:cxn ang="T10">
                  <a:pos x="T0" y="T1"/>
                </a:cxn>
                <a:cxn ang="T11">
                  <a:pos x="T2" y="T3"/>
                </a:cxn>
                <a:cxn ang="T12">
                  <a:pos x="T4" y="T5"/>
                </a:cxn>
                <a:cxn ang="T13">
                  <a:pos x="T6" y="T7"/>
                </a:cxn>
                <a:cxn ang="T14">
                  <a:pos x="T8" y="T9"/>
                </a:cxn>
              </a:cxnLst>
              <a:rect l="T15" t="T16" r="T17" b="T18"/>
              <a:pathLst>
                <a:path w="578" h="384">
                  <a:moveTo>
                    <a:pt x="377" y="383"/>
                  </a:moveTo>
                  <a:lnTo>
                    <a:pt x="0" y="291"/>
                  </a:lnTo>
                  <a:lnTo>
                    <a:pt x="217" y="0"/>
                  </a:lnTo>
                  <a:lnTo>
                    <a:pt x="577" y="74"/>
                  </a:lnTo>
                  <a:lnTo>
                    <a:pt x="377" y="383"/>
                  </a:lnTo>
                </a:path>
              </a:pathLst>
            </a:custGeom>
            <a:solidFill>
              <a:srgbClr val="E22B00"/>
            </a:solidFill>
            <a:ln>
              <a:noFill/>
            </a:ln>
            <a:extLst>
              <a:ext uri="{91240B29-F687-4F45-9708-019B960494DF}">
                <a14:hiddenLine xmlns:a14="http://schemas.microsoft.com/office/drawing/2010/main" w="12700" cap="rnd" cmpd="sng">
                  <a:solidFill>
                    <a:srgbClr val="000000"/>
                  </a:solidFill>
                  <a:prstDash val="solid"/>
                  <a:round/>
                  <a:headEnd type="none" w="med" len="med"/>
                  <a:tailEnd type="none" w="med" len="med"/>
                </a14:hiddenLine>
              </a:ext>
            </a:extLst>
          </p:spPr>
          <p:txBody>
            <a:bodyPr/>
            <a:lstStyle/>
            <a:p>
              <a:endParaRPr lang="fr-FR"/>
            </a:p>
          </p:txBody>
        </p:sp>
        <p:sp>
          <p:nvSpPr>
            <p:cNvPr id="118807" name="Line 143"/>
            <p:cNvSpPr>
              <a:spLocks noChangeShapeType="1"/>
            </p:cNvSpPr>
            <p:nvPr/>
          </p:nvSpPr>
          <p:spPr bwMode="auto">
            <a:xfrm>
              <a:off x="3102" y="1862"/>
              <a:ext cx="352" cy="7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fr-FR"/>
            </a:p>
          </p:txBody>
        </p:sp>
        <p:sp>
          <p:nvSpPr>
            <p:cNvPr id="118808" name="Freeform 144"/>
            <p:cNvSpPr>
              <a:spLocks/>
            </p:cNvSpPr>
            <p:nvPr/>
          </p:nvSpPr>
          <p:spPr bwMode="auto">
            <a:xfrm>
              <a:off x="2762" y="1666"/>
              <a:ext cx="337" cy="485"/>
            </a:xfrm>
            <a:custGeom>
              <a:avLst/>
              <a:gdLst>
                <a:gd name="T0" fmla="*/ 336 w 337"/>
                <a:gd name="T1" fmla="*/ 194 h 485"/>
                <a:gd name="T2" fmla="*/ 118 w 337"/>
                <a:gd name="T3" fmla="*/ 484 h 485"/>
                <a:gd name="T4" fmla="*/ 0 w 337"/>
                <a:gd name="T5" fmla="*/ 452 h 485"/>
                <a:gd name="T6" fmla="*/ 336 w 337"/>
                <a:gd name="T7" fmla="*/ 0 h 485"/>
                <a:gd name="T8" fmla="*/ 336 w 337"/>
                <a:gd name="T9" fmla="*/ 152 h 485"/>
                <a:gd name="T10" fmla="*/ 336 w 337"/>
                <a:gd name="T11" fmla="*/ 194 h 485"/>
                <a:gd name="T12" fmla="*/ 0 60000 65536"/>
                <a:gd name="T13" fmla="*/ 0 60000 65536"/>
                <a:gd name="T14" fmla="*/ 0 60000 65536"/>
                <a:gd name="T15" fmla="*/ 0 60000 65536"/>
                <a:gd name="T16" fmla="*/ 0 60000 65536"/>
                <a:gd name="T17" fmla="*/ 0 60000 65536"/>
                <a:gd name="T18" fmla="*/ 0 w 337"/>
                <a:gd name="T19" fmla="*/ 0 h 485"/>
                <a:gd name="T20" fmla="*/ 337 w 337"/>
                <a:gd name="T21" fmla="*/ 485 h 485"/>
              </a:gdLst>
              <a:ahLst/>
              <a:cxnLst>
                <a:cxn ang="T12">
                  <a:pos x="T0" y="T1"/>
                </a:cxn>
                <a:cxn ang="T13">
                  <a:pos x="T2" y="T3"/>
                </a:cxn>
                <a:cxn ang="T14">
                  <a:pos x="T4" y="T5"/>
                </a:cxn>
                <a:cxn ang="T15">
                  <a:pos x="T6" y="T7"/>
                </a:cxn>
                <a:cxn ang="T16">
                  <a:pos x="T8" y="T9"/>
                </a:cxn>
                <a:cxn ang="T17">
                  <a:pos x="T10" y="T11"/>
                </a:cxn>
              </a:cxnLst>
              <a:rect l="T18" t="T19" r="T20" b="T21"/>
              <a:pathLst>
                <a:path w="337" h="485">
                  <a:moveTo>
                    <a:pt x="336" y="194"/>
                  </a:moveTo>
                  <a:lnTo>
                    <a:pt x="118" y="484"/>
                  </a:lnTo>
                  <a:lnTo>
                    <a:pt x="0" y="452"/>
                  </a:lnTo>
                  <a:lnTo>
                    <a:pt x="336" y="0"/>
                  </a:lnTo>
                  <a:lnTo>
                    <a:pt x="336" y="152"/>
                  </a:lnTo>
                  <a:lnTo>
                    <a:pt x="336" y="194"/>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118809" name="Freeform 145"/>
            <p:cNvSpPr>
              <a:spLocks/>
            </p:cNvSpPr>
            <p:nvPr/>
          </p:nvSpPr>
          <p:spPr bwMode="auto">
            <a:xfrm>
              <a:off x="2757" y="2124"/>
              <a:ext cx="509" cy="339"/>
            </a:xfrm>
            <a:custGeom>
              <a:avLst/>
              <a:gdLst>
                <a:gd name="T0" fmla="*/ 0 w 506"/>
                <a:gd name="T1" fmla="*/ 0 h 345"/>
                <a:gd name="T2" fmla="*/ 1 w 506"/>
                <a:gd name="T3" fmla="*/ 198 h 345"/>
                <a:gd name="T4" fmla="*/ 514 w 506"/>
                <a:gd name="T5" fmla="*/ 326 h 345"/>
                <a:gd name="T6" fmla="*/ 513 w 506"/>
                <a:gd name="T7" fmla="*/ 124 h 345"/>
                <a:gd name="T8" fmla="*/ 0 60000 65536"/>
                <a:gd name="T9" fmla="*/ 0 60000 65536"/>
                <a:gd name="T10" fmla="*/ 0 60000 65536"/>
                <a:gd name="T11" fmla="*/ 0 60000 65536"/>
                <a:gd name="T12" fmla="*/ 0 w 506"/>
                <a:gd name="T13" fmla="*/ 0 h 345"/>
                <a:gd name="T14" fmla="*/ 506 w 506"/>
                <a:gd name="T15" fmla="*/ 345 h 345"/>
              </a:gdLst>
              <a:ahLst/>
              <a:cxnLst>
                <a:cxn ang="T8">
                  <a:pos x="T0" y="T1"/>
                </a:cxn>
                <a:cxn ang="T9">
                  <a:pos x="T2" y="T3"/>
                </a:cxn>
                <a:cxn ang="T10">
                  <a:pos x="T4" y="T5"/>
                </a:cxn>
                <a:cxn ang="T11">
                  <a:pos x="T6" y="T7"/>
                </a:cxn>
              </a:cxnLst>
              <a:rect l="T12" t="T13" r="T14" b="T15"/>
              <a:pathLst>
                <a:path w="506" h="345">
                  <a:moveTo>
                    <a:pt x="0" y="0"/>
                  </a:moveTo>
                  <a:lnTo>
                    <a:pt x="1" y="209"/>
                  </a:lnTo>
                  <a:lnTo>
                    <a:pt x="505" y="344"/>
                  </a:lnTo>
                  <a:lnTo>
                    <a:pt x="504" y="130"/>
                  </a:lnTo>
                </a:path>
              </a:pathLst>
            </a:custGeom>
            <a:solidFill>
              <a:srgbClr val="FC2C1C"/>
            </a:solidFill>
            <a:ln w="12700" cap="rnd" cmpd="sng">
              <a:solidFill>
                <a:schemeClr val="bg2"/>
              </a:solidFill>
              <a:prstDash val="solid"/>
              <a:round/>
              <a:headEnd type="none" w="med" len="med"/>
              <a:tailEnd type="none" w="med" len="med"/>
            </a:ln>
          </p:spPr>
          <p:txBody>
            <a:bodyPr/>
            <a:lstStyle/>
            <a:p>
              <a:endParaRPr lang="fr-FR"/>
            </a:p>
          </p:txBody>
        </p:sp>
        <p:sp>
          <p:nvSpPr>
            <p:cNvPr id="118810" name="AutoShape 146"/>
            <p:cNvSpPr>
              <a:spLocks noChangeArrowheads="1"/>
            </p:cNvSpPr>
            <p:nvPr/>
          </p:nvSpPr>
          <p:spPr bwMode="auto">
            <a:xfrm rot="16200000" flipH="1">
              <a:off x="3067" y="1967"/>
              <a:ext cx="693" cy="306"/>
            </a:xfrm>
            <a:prstGeom prst="parallelogram">
              <a:avLst>
                <a:gd name="adj" fmla="val 156202"/>
              </a:avLst>
            </a:prstGeom>
            <a:solidFill>
              <a:srgbClr val="FC2C1C"/>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grpSp>
        <p:nvGrpSpPr>
          <p:cNvPr id="2" name="Group 84">
            <a:extLst>
              <a:ext uri="{FF2B5EF4-FFF2-40B4-BE49-F238E27FC236}">
                <a16:creationId xmlns:a16="http://schemas.microsoft.com/office/drawing/2014/main" id="{62C11FE2-F4EE-1F38-D10B-05EA6F76E29F}"/>
              </a:ext>
            </a:extLst>
          </p:cNvPr>
          <p:cNvGrpSpPr>
            <a:grpSpLocks/>
          </p:cNvGrpSpPr>
          <p:nvPr/>
        </p:nvGrpSpPr>
        <p:grpSpPr bwMode="auto">
          <a:xfrm rot="-223274">
            <a:off x="2497138" y="3135313"/>
            <a:ext cx="744537" cy="733425"/>
            <a:chOff x="2757" y="1666"/>
            <a:chExt cx="812" cy="800"/>
          </a:xfrm>
        </p:grpSpPr>
        <p:sp>
          <p:nvSpPr>
            <p:cNvPr id="3" name="Freeform 85">
              <a:extLst>
                <a:ext uri="{FF2B5EF4-FFF2-40B4-BE49-F238E27FC236}">
                  <a16:creationId xmlns:a16="http://schemas.microsoft.com/office/drawing/2014/main" id="{46EC8B51-A257-A573-8FA8-22CD70A9E61C}"/>
                </a:ext>
              </a:extLst>
            </p:cNvPr>
            <p:cNvSpPr>
              <a:spLocks/>
            </p:cNvSpPr>
            <p:nvPr/>
          </p:nvSpPr>
          <p:spPr bwMode="auto">
            <a:xfrm>
              <a:off x="2762" y="1667"/>
              <a:ext cx="807" cy="584"/>
            </a:xfrm>
            <a:custGeom>
              <a:avLst/>
              <a:gdLst>
                <a:gd name="T0" fmla="*/ 497 w 807"/>
                <a:gd name="T1" fmla="*/ 583 h 584"/>
                <a:gd name="T2" fmla="*/ 0 w 807"/>
                <a:gd name="T3" fmla="*/ 452 h 584"/>
                <a:gd name="T4" fmla="*/ 337 w 807"/>
                <a:gd name="T5" fmla="*/ 0 h 584"/>
                <a:gd name="T6" fmla="*/ 806 w 807"/>
                <a:gd name="T7" fmla="*/ 98 h 584"/>
                <a:gd name="T8" fmla="*/ 497 w 807"/>
                <a:gd name="T9" fmla="*/ 583 h 584"/>
                <a:gd name="T10" fmla="*/ 0 60000 65536"/>
                <a:gd name="T11" fmla="*/ 0 60000 65536"/>
                <a:gd name="T12" fmla="*/ 0 60000 65536"/>
                <a:gd name="T13" fmla="*/ 0 60000 65536"/>
                <a:gd name="T14" fmla="*/ 0 60000 65536"/>
                <a:gd name="T15" fmla="*/ 0 w 807"/>
                <a:gd name="T16" fmla="*/ 0 h 584"/>
                <a:gd name="T17" fmla="*/ 807 w 807"/>
                <a:gd name="T18" fmla="*/ 584 h 584"/>
              </a:gdLst>
              <a:ahLst/>
              <a:cxnLst>
                <a:cxn ang="T10">
                  <a:pos x="T0" y="T1"/>
                </a:cxn>
                <a:cxn ang="T11">
                  <a:pos x="T2" y="T3"/>
                </a:cxn>
                <a:cxn ang="T12">
                  <a:pos x="T4" y="T5"/>
                </a:cxn>
                <a:cxn ang="T13">
                  <a:pos x="T6" y="T7"/>
                </a:cxn>
                <a:cxn ang="T14">
                  <a:pos x="T8" y="T9"/>
                </a:cxn>
              </a:cxnLst>
              <a:rect l="T15" t="T16" r="T17" b="T18"/>
              <a:pathLst>
                <a:path w="807" h="584">
                  <a:moveTo>
                    <a:pt x="497" y="583"/>
                  </a:moveTo>
                  <a:lnTo>
                    <a:pt x="0" y="452"/>
                  </a:lnTo>
                  <a:lnTo>
                    <a:pt x="337" y="0"/>
                  </a:lnTo>
                  <a:lnTo>
                    <a:pt x="806" y="98"/>
                  </a:lnTo>
                  <a:lnTo>
                    <a:pt x="497" y="583"/>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4" name="Freeform 86">
              <a:extLst>
                <a:ext uri="{FF2B5EF4-FFF2-40B4-BE49-F238E27FC236}">
                  <a16:creationId xmlns:a16="http://schemas.microsoft.com/office/drawing/2014/main" id="{8B6B0812-7B6A-8643-1181-201402AE68D1}"/>
                </a:ext>
              </a:extLst>
            </p:cNvPr>
            <p:cNvSpPr>
              <a:spLocks/>
            </p:cNvSpPr>
            <p:nvPr/>
          </p:nvSpPr>
          <p:spPr bwMode="auto">
            <a:xfrm>
              <a:off x="2882" y="1861"/>
              <a:ext cx="578" cy="384"/>
            </a:xfrm>
            <a:custGeom>
              <a:avLst/>
              <a:gdLst>
                <a:gd name="T0" fmla="*/ 377 w 578"/>
                <a:gd name="T1" fmla="*/ 383 h 384"/>
                <a:gd name="T2" fmla="*/ 0 w 578"/>
                <a:gd name="T3" fmla="*/ 291 h 384"/>
                <a:gd name="T4" fmla="*/ 217 w 578"/>
                <a:gd name="T5" fmla="*/ 0 h 384"/>
                <a:gd name="T6" fmla="*/ 577 w 578"/>
                <a:gd name="T7" fmla="*/ 74 h 384"/>
                <a:gd name="T8" fmla="*/ 377 w 578"/>
                <a:gd name="T9" fmla="*/ 383 h 384"/>
                <a:gd name="T10" fmla="*/ 0 60000 65536"/>
                <a:gd name="T11" fmla="*/ 0 60000 65536"/>
                <a:gd name="T12" fmla="*/ 0 60000 65536"/>
                <a:gd name="T13" fmla="*/ 0 60000 65536"/>
                <a:gd name="T14" fmla="*/ 0 60000 65536"/>
                <a:gd name="T15" fmla="*/ 0 w 578"/>
                <a:gd name="T16" fmla="*/ 0 h 384"/>
                <a:gd name="T17" fmla="*/ 578 w 578"/>
                <a:gd name="T18" fmla="*/ 384 h 384"/>
              </a:gdLst>
              <a:ahLst/>
              <a:cxnLst>
                <a:cxn ang="T10">
                  <a:pos x="T0" y="T1"/>
                </a:cxn>
                <a:cxn ang="T11">
                  <a:pos x="T2" y="T3"/>
                </a:cxn>
                <a:cxn ang="T12">
                  <a:pos x="T4" y="T5"/>
                </a:cxn>
                <a:cxn ang="T13">
                  <a:pos x="T6" y="T7"/>
                </a:cxn>
                <a:cxn ang="T14">
                  <a:pos x="T8" y="T9"/>
                </a:cxn>
              </a:cxnLst>
              <a:rect l="T15" t="T16" r="T17" b="T18"/>
              <a:pathLst>
                <a:path w="578" h="384">
                  <a:moveTo>
                    <a:pt x="377" y="383"/>
                  </a:moveTo>
                  <a:lnTo>
                    <a:pt x="0" y="291"/>
                  </a:lnTo>
                  <a:lnTo>
                    <a:pt x="217" y="0"/>
                  </a:lnTo>
                  <a:lnTo>
                    <a:pt x="577" y="74"/>
                  </a:lnTo>
                  <a:lnTo>
                    <a:pt x="377" y="383"/>
                  </a:lnTo>
                </a:path>
              </a:pathLst>
            </a:custGeom>
            <a:solidFill>
              <a:srgbClr val="E22B00"/>
            </a:solidFill>
            <a:ln>
              <a:noFill/>
            </a:ln>
            <a:extLst>
              <a:ext uri="{91240B29-F687-4F45-9708-019B960494DF}">
                <a14:hiddenLine xmlns:a14="http://schemas.microsoft.com/office/drawing/2010/main" w="12700" cap="rnd" cmpd="sng">
                  <a:solidFill>
                    <a:srgbClr val="000000"/>
                  </a:solidFill>
                  <a:prstDash val="solid"/>
                  <a:round/>
                  <a:headEnd type="none" w="med" len="med"/>
                  <a:tailEnd type="none" w="med" len="med"/>
                </a14:hiddenLine>
              </a:ext>
            </a:extLst>
          </p:spPr>
          <p:txBody>
            <a:bodyPr/>
            <a:lstStyle/>
            <a:p>
              <a:endParaRPr lang="fr-FR"/>
            </a:p>
          </p:txBody>
        </p:sp>
        <p:sp>
          <p:nvSpPr>
            <p:cNvPr id="5" name="Line 87">
              <a:extLst>
                <a:ext uri="{FF2B5EF4-FFF2-40B4-BE49-F238E27FC236}">
                  <a16:creationId xmlns:a16="http://schemas.microsoft.com/office/drawing/2014/main" id="{76D90186-BD74-DDC8-324C-A75CE83D9CA9}"/>
                </a:ext>
              </a:extLst>
            </p:cNvPr>
            <p:cNvSpPr>
              <a:spLocks noChangeShapeType="1"/>
            </p:cNvSpPr>
            <p:nvPr/>
          </p:nvSpPr>
          <p:spPr bwMode="auto">
            <a:xfrm>
              <a:off x="3102" y="1862"/>
              <a:ext cx="352" cy="7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fr-FR"/>
            </a:p>
          </p:txBody>
        </p:sp>
        <p:sp>
          <p:nvSpPr>
            <p:cNvPr id="6" name="Freeform 88">
              <a:extLst>
                <a:ext uri="{FF2B5EF4-FFF2-40B4-BE49-F238E27FC236}">
                  <a16:creationId xmlns:a16="http://schemas.microsoft.com/office/drawing/2014/main" id="{0F494580-1745-F24A-6A4F-A69F91F1FE8C}"/>
                </a:ext>
              </a:extLst>
            </p:cNvPr>
            <p:cNvSpPr>
              <a:spLocks/>
            </p:cNvSpPr>
            <p:nvPr/>
          </p:nvSpPr>
          <p:spPr bwMode="auto">
            <a:xfrm>
              <a:off x="2762" y="1666"/>
              <a:ext cx="337" cy="485"/>
            </a:xfrm>
            <a:custGeom>
              <a:avLst/>
              <a:gdLst>
                <a:gd name="T0" fmla="*/ 336 w 337"/>
                <a:gd name="T1" fmla="*/ 194 h 485"/>
                <a:gd name="T2" fmla="*/ 118 w 337"/>
                <a:gd name="T3" fmla="*/ 484 h 485"/>
                <a:gd name="T4" fmla="*/ 0 w 337"/>
                <a:gd name="T5" fmla="*/ 452 h 485"/>
                <a:gd name="T6" fmla="*/ 336 w 337"/>
                <a:gd name="T7" fmla="*/ 0 h 485"/>
                <a:gd name="T8" fmla="*/ 336 w 337"/>
                <a:gd name="T9" fmla="*/ 152 h 485"/>
                <a:gd name="T10" fmla="*/ 336 w 337"/>
                <a:gd name="T11" fmla="*/ 194 h 485"/>
                <a:gd name="T12" fmla="*/ 0 60000 65536"/>
                <a:gd name="T13" fmla="*/ 0 60000 65536"/>
                <a:gd name="T14" fmla="*/ 0 60000 65536"/>
                <a:gd name="T15" fmla="*/ 0 60000 65536"/>
                <a:gd name="T16" fmla="*/ 0 60000 65536"/>
                <a:gd name="T17" fmla="*/ 0 60000 65536"/>
                <a:gd name="T18" fmla="*/ 0 w 337"/>
                <a:gd name="T19" fmla="*/ 0 h 485"/>
                <a:gd name="T20" fmla="*/ 337 w 337"/>
                <a:gd name="T21" fmla="*/ 485 h 485"/>
              </a:gdLst>
              <a:ahLst/>
              <a:cxnLst>
                <a:cxn ang="T12">
                  <a:pos x="T0" y="T1"/>
                </a:cxn>
                <a:cxn ang="T13">
                  <a:pos x="T2" y="T3"/>
                </a:cxn>
                <a:cxn ang="T14">
                  <a:pos x="T4" y="T5"/>
                </a:cxn>
                <a:cxn ang="T15">
                  <a:pos x="T6" y="T7"/>
                </a:cxn>
                <a:cxn ang="T16">
                  <a:pos x="T8" y="T9"/>
                </a:cxn>
                <a:cxn ang="T17">
                  <a:pos x="T10" y="T11"/>
                </a:cxn>
              </a:cxnLst>
              <a:rect l="T18" t="T19" r="T20" b="T21"/>
              <a:pathLst>
                <a:path w="337" h="485">
                  <a:moveTo>
                    <a:pt x="336" y="194"/>
                  </a:moveTo>
                  <a:lnTo>
                    <a:pt x="118" y="484"/>
                  </a:lnTo>
                  <a:lnTo>
                    <a:pt x="0" y="452"/>
                  </a:lnTo>
                  <a:lnTo>
                    <a:pt x="336" y="0"/>
                  </a:lnTo>
                  <a:lnTo>
                    <a:pt x="336" y="152"/>
                  </a:lnTo>
                  <a:lnTo>
                    <a:pt x="336" y="194"/>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7" name="Freeform 89">
              <a:extLst>
                <a:ext uri="{FF2B5EF4-FFF2-40B4-BE49-F238E27FC236}">
                  <a16:creationId xmlns:a16="http://schemas.microsoft.com/office/drawing/2014/main" id="{A88D4DF0-60FD-7823-D970-95D5DA553110}"/>
                </a:ext>
              </a:extLst>
            </p:cNvPr>
            <p:cNvSpPr>
              <a:spLocks/>
            </p:cNvSpPr>
            <p:nvPr/>
          </p:nvSpPr>
          <p:spPr bwMode="auto">
            <a:xfrm>
              <a:off x="2757" y="2124"/>
              <a:ext cx="509" cy="339"/>
            </a:xfrm>
            <a:custGeom>
              <a:avLst/>
              <a:gdLst>
                <a:gd name="T0" fmla="*/ 0 w 506"/>
                <a:gd name="T1" fmla="*/ 0 h 345"/>
                <a:gd name="T2" fmla="*/ 1 w 506"/>
                <a:gd name="T3" fmla="*/ 198 h 345"/>
                <a:gd name="T4" fmla="*/ 514 w 506"/>
                <a:gd name="T5" fmla="*/ 326 h 345"/>
                <a:gd name="T6" fmla="*/ 513 w 506"/>
                <a:gd name="T7" fmla="*/ 124 h 345"/>
                <a:gd name="T8" fmla="*/ 0 60000 65536"/>
                <a:gd name="T9" fmla="*/ 0 60000 65536"/>
                <a:gd name="T10" fmla="*/ 0 60000 65536"/>
                <a:gd name="T11" fmla="*/ 0 60000 65536"/>
                <a:gd name="T12" fmla="*/ 0 w 506"/>
                <a:gd name="T13" fmla="*/ 0 h 345"/>
                <a:gd name="T14" fmla="*/ 506 w 506"/>
                <a:gd name="T15" fmla="*/ 345 h 345"/>
              </a:gdLst>
              <a:ahLst/>
              <a:cxnLst>
                <a:cxn ang="T8">
                  <a:pos x="T0" y="T1"/>
                </a:cxn>
                <a:cxn ang="T9">
                  <a:pos x="T2" y="T3"/>
                </a:cxn>
                <a:cxn ang="T10">
                  <a:pos x="T4" y="T5"/>
                </a:cxn>
                <a:cxn ang="T11">
                  <a:pos x="T6" y="T7"/>
                </a:cxn>
              </a:cxnLst>
              <a:rect l="T12" t="T13" r="T14" b="T15"/>
              <a:pathLst>
                <a:path w="506" h="345">
                  <a:moveTo>
                    <a:pt x="0" y="0"/>
                  </a:moveTo>
                  <a:lnTo>
                    <a:pt x="1" y="209"/>
                  </a:lnTo>
                  <a:lnTo>
                    <a:pt x="505" y="344"/>
                  </a:lnTo>
                  <a:lnTo>
                    <a:pt x="504" y="130"/>
                  </a:lnTo>
                </a:path>
              </a:pathLst>
            </a:custGeom>
            <a:solidFill>
              <a:srgbClr val="FC2C1C"/>
            </a:solidFill>
            <a:ln w="12700" cap="rnd" cmpd="sng">
              <a:solidFill>
                <a:schemeClr val="bg2"/>
              </a:solidFill>
              <a:prstDash val="solid"/>
              <a:round/>
              <a:headEnd type="none" w="med" len="med"/>
              <a:tailEnd type="none" w="med" len="med"/>
            </a:ln>
          </p:spPr>
          <p:txBody>
            <a:bodyPr/>
            <a:lstStyle/>
            <a:p>
              <a:endParaRPr lang="fr-FR"/>
            </a:p>
          </p:txBody>
        </p:sp>
        <p:sp>
          <p:nvSpPr>
            <p:cNvPr id="8" name="AutoShape 90">
              <a:extLst>
                <a:ext uri="{FF2B5EF4-FFF2-40B4-BE49-F238E27FC236}">
                  <a16:creationId xmlns:a16="http://schemas.microsoft.com/office/drawing/2014/main" id="{F04D3CC5-97A0-E08A-8F95-BD07D3F303A7}"/>
                </a:ext>
              </a:extLst>
            </p:cNvPr>
            <p:cNvSpPr>
              <a:spLocks noChangeArrowheads="1"/>
            </p:cNvSpPr>
            <p:nvPr/>
          </p:nvSpPr>
          <p:spPr bwMode="auto">
            <a:xfrm rot="16200000" flipH="1">
              <a:off x="3067" y="1967"/>
              <a:ext cx="693" cy="306"/>
            </a:xfrm>
            <a:prstGeom prst="parallelogram">
              <a:avLst>
                <a:gd name="adj" fmla="val 156202"/>
              </a:avLst>
            </a:prstGeom>
            <a:solidFill>
              <a:srgbClr val="FC2C1C"/>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grpSp>
        <p:nvGrpSpPr>
          <p:cNvPr id="9" name="Group 84">
            <a:extLst>
              <a:ext uri="{FF2B5EF4-FFF2-40B4-BE49-F238E27FC236}">
                <a16:creationId xmlns:a16="http://schemas.microsoft.com/office/drawing/2014/main" id="{250A613D-97FD-FF03-8ECB-6B91629843F3}"/>
              </a:ext>
            </a:extLst>
          </p:cNvPr>
          <p:cNvGrpSpPr>
            <a:grpSpLocks/>
          </p:cNvGrpSpPr>
          <p:nvPr/>
        </p:nvGrpSpPr>
        <p:grpSpPr bwMode="auto">
          <a:xfrm rot="-223274">
            <a:off x="2482054" y="2612602"/>
            <a:ext cx="744537" cy="733425"/>
            <a:chOff x="2757" y="1666"/>
            <a:chExt cx="812" cy="800"/>
          </a:xfrm>
        </p:grpSpPr>
        <p:sp>
          <p:nvSpPr>
            <p:cNvPr id="10" name="Freeform 85">
              <a:extLst>
                <a:ext uri="{FF2B5EF4-FFF2-40B4-BE49-F238E27FC236}">
                  <a16:creationId xmlns:a16="http://schemas.microsoft.com/office/drawing/2014/main" id="{915F1266-8713-779C-57B5-C30F94910706}"/>
                </a:ext>
              </a:extLst>
            </p:cNvPr>
            <p:cNvSpPr>
              <a:spLocks/>
            </p:cNvSpPr>
            <p:nvPr/>
          </p:nvSpPr>
          <p:spPr bwMode="auto">
            <a:xfrm>
              <a:off x="2762" y="1667"/>
              <a:ext cx="807" cy="584"/>
            </a:xfrm>
            <a:custGeom>
              <a:avLst/>
              <a:gdLst>
                <a:gd name="T0" fmla="*/ 497 w 807"/>
                <a:gd name="T1" fmla="*/ 583 h 584"/>
                <a:gd name="T2" fmla="*/ 0 w 807"/>
                <a:gd name="T3" fmla="*/ 452 h 584"/>
                <a:gd name="T4" fmla="*/ 337 w 807"/>
                <a:gd name="T5" fmla="*/ 0 h 584"/>
                <a:gd name="T6" fmla="*/ 806 w 807"/>
                <a:gd name="T7" fmla="*/ 98 h 584"/>
                <a:gd name="T8" fmla="*/ 497 w 807"/>
                <a:gd name="T9" fmla="*/ 583 h 584"/>
                <a:gd name="T10" fmla="*/ 0 60000 65536"/>
                <a:gd name="T11" fmla="*/ 0 60000 65536"/>
                <a:gd name="T12" fmla="*/ 0 60000 65536"/>
                <a:gd name="T13" fmla="*/ 0 60000 65536"/>
                <a:gd name="T14" fmla="*/ 0 60000 65536"/>
                <a:gd name="T15" fmla="*/ 0 w 807"/>
                <a:gd name="T16" fmla="*/ 0 h 584"/>
                <a:gd name="T17" fmla="*/ 807 w 807"/>
                <a:gd name="T18" fmla="*/ 584 h 584"/>
              </a:gdLst>
              <a:ahLst/>
              <a:cxnLst>
                <a:cxn ang="T10">
                  <a:pos x="T0" y="T1"/>
                </a:cxn>
                <a:cxn ang="T11">
                  <a:pos x="T2" y="T3"/>
                </a:cxn>
                <a:cxn ang="T12">
                  <a:pos x="T4" y="T5"/>
                </a:cxn>
                <a:cxn ang="T13">
                  <a:pos x="T6" y="T7"/>
                </a:cxn>
                <a:cxn ang="T14">
                  <a:pos x="T8" y="T9"/>
                </a:cxn>
              </a:cxnLst>
              <a:rect l="T15" t="T16" r="T17" b="T18"/>
              <a:pathLst>
                <a:path w="807" h="584">
                  <a:moveTo>
                    <a:pt x="497" y="583"/>
                  </a:moveTo>
                  <a:lnTo>
                    <a:pt x="0" y="452"/>
                  </a:lnTo>
                  <a:lnTo>
                    <a:pt x="337" y="0"/>
                  </a:lnTo>
                  <a:lnTo>
                    <a:pt x="806" y="98"/>
                  </a:lnTo>
                  <a:lnTo>
                    <a:pt x="497" y="583"/>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11" name="Freeform 86">
              <a:extLst>
                <a:ext uri="{FF2B5EF4-FFF2-40B4-BE49-F238E27FC236}">
                  <a16:creationId xmlns:a16="http://schemas.microsoft.com/office/drawing/2014/main" id="{57CE78AE-93C1-E35C-43F8-1E5496749EA0}"/>
                </a:ext>
              </a:extLst>
            </p:cNvPr>
            <p:cNvSpPr>
              <a:spLocks/>
            </p:cNvSpPr>
            <p:nvPr/>
          </p:nvSpPr>
          <p:spPr bwMode="auto">
            <a:xfrm>
              <a:off x="2882" y="1861"/>
              <a:ext cx="578" cy="384"/>
            </a:xfrm>
            <a:custGeom>
              <a:avLst/>
              <a:gdLst>
                <a:gd name="T0" fmla="*/ 377 w 578"/>
                <a:gd name="T1" fmla="*/ 383 h 384"/>
                <a:gd name="T2" fmla="*/ 0 w 578"/>
                <a:gd name="T3" fmla="*/ 291 h 384"/>
                <a:gd name="T4" fmla="*/ 217 w 578"/>
                <a:gd name="T5" fmla="*/ 0 h 384"/>
                <a:gd name="T6" fmla="*/ 577 w 578"/>
                <a:gd name="T7" fmla="*/ 74 h 384"/>
                <a:gd name="T8" fmla="*/ 377 w 578"/>
                <a:gd name="T9" fmla="*/ 383 h 384"/>
                <a:gd name="T10" fmla="*/ 0 60000 65536"/>
                <a:gd name="T11" fmla="*/ 0 60000 65536"/>
                <a:gd name="T12" fmla="*/ 0 60000 65536"/>
                <a:gd name="T13" fmla="*/ 0 60000 65536"/>
                <a:gd name="T14" fmla="*/ 0 60000 65536"/>
                <a:gd name="T15" fmla="*/ 0 w 578"/>
                <a:gd name="T16" fmla="*/ 0 h 384"/>
                <a:gd name="T17" fmla="*/ 578 w 578"/>
                <a:gd name="T18" fmla="*/ 384 h 384"/>
              </a:gdLst>
              <a:ahLst/>
              <a:cxnLst>
                <a:cxn ang="T10">
                  <a:pos x="T0" y="T1"/>
                </a:cxn>
                <a:cxn ang="T11">
                  <a:pos x="T2" y="T3"/>
                </a:cxn>
                <a:cxn ang="T12">
                  <a:pos x="T4" y="T5"/>
                </a:cxn>
                <a:cxn ang="T13">
                  <a:pos x="T6" y="T7"/>
                </a:cxn>
                <a:cxn ang="T14">
                  <a:pos x="T8" y="T9"/>
                </a:cxn>
              </a:cxnLst>
              <a:rect l="T15" t="T16" r="T17" b="T18"/>
              <a:pathLst>
                <a:path w="578" h="384">
                  <a:moveTo>
                    <a:pt x="377" y="383"/>
                  </a:moveTo>
                  <a:lnTo>
                    <a:pt x="0" y="291"/>
                  </a:lnTo>
                  <a:lnTo>
                    <a:pt x="217" y="0"/>
                  </a:lnTo>
                  <a:lnTo>
                    <a:pt x="577" y="74"/>
                  </a:lnTo>
                  <a:lnTo>
                    <a:pt x="377" y="383"/>
                  </a:lnTo>
                </a:path>
              </a:pathLst>
            </a:custGeom>
            <a:solidFill>
              <a:srgbClr val="E22B00"/>
            </a:solidFill>
            <a:ln>
              <a:noFill/>
            </a:ln>
            <a:extLst>
              <a:ext uri="{91240B29-F687-4F45-9708-019B960494DF}">
                <a14:hiddenLine xmlns:a14="http://schemas.microsoft.com/office/drawing/2010/main" w="12700" cap="rnd" cmpd="sng">
                  <a:solidFill>
                    <a:srgbClr val="000000"/>
                  </a:solidFill>
                  <a:prstDash val="solid"/>
                  <a:round/>
                  <a:headEnd type="none" w="med" len="med"/>
                  <a:tailEnd type="none" w="med" len="med"/>
                </a14:hiddenLine>
              </a:ext>
            </a:extLst>
          </p:spPr>
          <p:txBody>
            <a:bodyPr/>
            <a:lstStyle/>
            <a:p>
              <a:endParaRPr lang="fr-FR"/>
            </a:p>
          </p:txBody>
        </p:sp>
        <p:sp>
          <p:nvSpPr>
            <p:cNvPr id="12" name="Line 87">
              <a:extLst>
                <a:ext uri="{FF2B5EF4-FFF2-40B4-BE49-F238E27FC236}">
                  <a16:creationId xmlns:a16="http://schemas.microsoft.com/office/drawing/2014/main" id="{848403F1-C8D1-FFBF-8899-FBA17EB62EB2}"/>
                </a:ext>
              </a:extLst>
            </p:cNvPr>
            <p:cNvSpPr>
              <a:spLocks noChangeShapeType="1"/>
            </p:cNvSpPr>
            <p:nvPr/>
          </p:nvSpPr>
          <p:spPr bwMode="auto">
            <a:xfrm>
              <a:off x="3102" y="1862"/>
              <a:ext cx="352" cy="7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fr-FR"/>
            </a:p>
          </p:txBody>
        </p:sp>
        <p:sp>
          <p:nvSpPr>
            <p:cNvPr id="13" name="Freeform 88">
              <a:extLst>
                <a:ext uri="{FF2B5EF4-FFF2-40B4-BE49-F238E27FC236}">
                  <a16:creationId xmlns:a16="http://schemas.microsoft.com/office/drawing/2014/main" id="{6E1DECF6-DF9F-C1CE-9FB2-D358F90252AF}"/>
                </a:ext>
              </a:extLst>
            </p:cNvPr>
            <p:cNvSpPr>
              <a:spLocks/>
            </p:cNvSpPr>
            <p:nvPr/>
          </p:nvSpPr>
          <p:spPr bwMode="auto">
            <a:xfrm>
              <a:off x="2762" y="1666"/>
              <a:ext cx="337" cy="485"/>
            </a:xfrm>
            <a:custGeom>
              <a:avLst/>
              <a:gdLst>
                <a:gd name="T0" fmla="*/ 336 w 337"/>
                <a:gd name="T1" fmla="*/ 194 h 485"/>
                <a:gd name="T2" fmla="*/ 118 w 337"/>
                <a:gd name="T3" fmla="*/ 484 h 485"/>
                <a:gd name="T4" fmla="*/ 0 w 337"/>
                <a:gd name="T5" fmla="*/ 452 h 485"/>
                <a:gd name="T6" fmla="*/ 336 w 337"/>
                <a:gd name="T7" fmla="*/ 0 h 485"/>
                <a:gd name="T8" fmla="*/ 336 w 337"/>
                <a:gd name="T9" fmla="*/ 152 h 485"/>
                <a:gd name="T10" fmla="*/ 336 w 337"/>
                <a:gd name="T11" fmla="*/ 194 h 485"/>
                <a:gd name="T12" fmla="*/ 0 60000 65536"/>
                <a:gd name="T13" fmla="*/ 0 60000 65536"/>
                <a:gd name="T14" fmla="*/ 0 60000 65536"/>
                <a:gd name="T15" fmla="*/ 0 60000 65536"/>
                <a:gd name="T16" fmla="*/ 0 60000 65536"/>
                <a:gd name="T17" fmla="*/ 0 60000 65536"/>
                <a:gd name="T18" fmla="*/ 0 w 337"/>
                <a:gd name="T19" fmla="*/ 0 h 485"/>
                <a:gd name="T20" fmla="*/ 337 w 337"/>
                <a:gd name="T21" fmla="*/ 485 h 485"/>
              </a:gdLst>
              <a:ahLst/>
              <a:cxnLst>
                <a:cxn ang="T12">
                  <a:pos x="T0" y="T1"/>
                </a:cxn>
                <a:cxn ang="T13">
                  <a:pos x="T2" y="T3"/>
                </a:cxn>
                <a:cxn ang="T14">
                  <a:pos x="T4" y="T5"/>
                </a:cxn>
                <a:cxn ang="T15">
                  <a:pos x="T6" y="T7"/>
                </a:cxn>
                <a:cxn ang="T16">
                  <a:pos x="T8" y="T9"/>
                </a:cxn>
                <a:cxn ang="T17">
                  <a:pos x="T10" y="T11"/>
                </a:cxn>
              </a:cxnLst>
              <a:rect l="T18" t="T19" r="T20" b="T21"/>
              <a:pathLst>
                <a:path w="337" h="485">
                  <a:moveTo>
                    <a:pt x="336" y="194"/>
                  </a:moveTo>
                  <a:lnTo>
                    <a:pt x="118" y="484"/>
                  </a:lnTo>
                  <a:lnTo>
                    <a:pt x="0" y="452"/>
                  </a:lnTo>
                  <a:lnTo>
                    <a:pt x="336" y="0"/>
                  </a:lnTo>
                  <a:lnTo>
                    <a:pt x="336" y="152"/>
                  </a:lnTo>
                  <a:lnTo>
                    <a:pt x="336" y="194"/>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14" name="Freeform 89">
              <a:extLst>
                <a:ext uri="{FF2B5EF4-FFF2-40B4-BE49-F238E27FC236}">
                  <a16:creationId xmlns:a16="http://schemas.microsoft.com/office/drawing/2014/main" id="{806AAE6D-C746-CAD1-D73C-0B299C8CC9D0}"/>
                </a:ext>
              </a:extLst>
            </p:cNvPr>
            <p:cNvSpPr>
              <a:spLocks/>
            </p:cNvSpPr>
            <p:nvPr/>
          </p:nvSpPr>
          <p:spPr bwMode="auto">
            <a:xfrm>
              <a:off x="2757" y="2124"/>
              <a:ext cx="509" cy="339"/>
            </a:xfrm>
            <a:custGeom>
              <a:avLst/>
              <a:gdLst>
                <a:gd name="T0" fmla="*/ 0 w 506"/>
                <a:gd name="T1" fmla="*/ 0 h 345"/>
                <a:gd name="T2" fmla="*/ 1 w 506"/>
                <a:gd name="T3" fmla="*/ 198 h 345"/>
                <a:gd name="T4" fmla="*/ 514 w 506"/>
                <a:gd name="T5" fmla="*/ 326 h 345"/>
                <a:gd name="T6" fmla="*/ 513 w 506"/>
                <a:gd name="T7" fmla="*/ 124 h 345"/>
                <a:gd name="T8" fmla="*/ 0 60000 65536"/>
                <a:gd name="T9" fmla="*/ 0 60000 65536"/>
                <a:gd name="T10" fmla="*/ 0 60000 65536"/>
                <a:gd name="T11" fmla="*/ 0 60000 65536"/>
                <a:gd name="T12" fmla="*/ 0 w 506"/>
                <a:gd name="T13" fmla="*/ 0 h 345"/>
                <a:gd name="T14" fmla="*/ 506 w 506"/>
                <a:gd name="T15" fmla="*/ 345 h 345"/>
              </a:gdLst>
              <a:ahLst/>
              <a:cxnLst>
                <a:cxn ang="T8">
                  <a:pos x="T0" y="T1"/>
                </a:cxn>
                <a:cxn ang="T9">
                  <a:pos x="T2" y="T3"/>
                </a:cxn>
                <a:cxn ang="T10">
                  <a:pos x="T4" y="T5"/>
                </a:cxn>
                <a:cxn ang="T11">
                  <a:pos x="T6" y="T7"/>
                </a:cxn>
              </a:cxnLst>
              <a:rect l="T12" t="T13" r="T14" b="T15"/>
              <a:pathLst>
                <a:path w="506" h="345">
                  <a:moveTo>
                    <a:pt x="0" y="0"/>
                  </a:moveTo>
                  <a:lnTo>
                    <a:pt x="1" y="209"/>
                  </a:lnTo>
                  <a:lnTo>
                    <a:pt x="505" y="344"/>
                  </a:lnTo>
                  <a:lnTo>
                    <a:pt x="504" y="130"/>
                  </a:lnTo>
                </a:path>
              </a:pathLst>
            </a:custGeom>
            <a:solidFill>
              <a:srgbClr val="FC2C1C"/>
            </a:solidFill>
            <a:ln w="12700" cap="rnd" cmpd="sng">
              <a:solidFill>
                <a:schemeClr val="bg2"/>
              </a:solidFill>
              <a:prstDash val="solid"/>
              <a:round/>
              <a:headEnd type="none" w="med" len="med"/>
              <a:tailEnd type="none" w="med" len="med"/>
            </a:ln>
          </p:spPr>
          <p:txBody>
            <a:bodyPr/>
            <a:lstStyle/>
            <a:p>
              <a:endParaRPr lang="fr-FR"/>
            </a:p>
          </p:txBody>
        </p:sp>
        <p:sp>
          <p:nvSpPr>
            <p:cNvPr id="15" name="AutoShape 90">
              <a:extLst>
                <a:ext uri="{FF2B5EF4-FFF2-40B4-BE49-F238E27FC236}">
                  <a16:creationId xmlns:a16="http://schemas.microsoft.com/office/drawing/2014/main" id="{719C4D50-72F6-2429-0A0F-92F8EAF3E8A7}"/>
                </a:ext>
              </a:extLst>
            </p:cNvPr>
            <p:cNvSpPr>
              <a:spLocks noChangeArrowheads="1"/>
            </p:cNvSpPr>
            <p:nvPr/>
          </p:nvSpPr>
          <p:spPr bwMode="auto">
            <a:xfrm rot="16200000" flipH="1">
              <a:off x="3067" y="1967"/>
              <a:ext cx="693" cy="306"/>
            </a:xfrm>
            <a:prstGeom prst="parallelogram">
              <a:avLst>
                <a:gd name="adj" fmla="val 156202"/>
              </a:avLst>
            </a:prstGeom>
            <a:solidFill>
              <a:srgbClr val="FC2C1C"/>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sp>
        <p:nvSpPr>
          <p:cNvPr id="16" name="Oval 114">
            <a:extLst>
              <a:ext uri="{FF2B5EF4-FFF2-40B4-BE49-F238E27FC236}">
                <a16:creationId xmlns:a16="http://schemas.microsoft.com/office/drawing/2014/main" id="{AB28209C-0E37-B732-4B7E-F6D213DAFEC3}"/>
              </a:ext>
            </a:extLst>
          </p:cNvPr>
          <p:cNvSpPr>
            <a:spLocks noChangeArrowheads="1"/>
          </p:cNvSpPr>
          <p:nvPr/>
        </p:nvSpPr>
        <p:spPr bwMode="auto">
          <a:xfrm rot="-5400000">
            <a:off x="6458744" y="3344069"/>
            <a:ext cx="336550" cy="312738"/>
          </a:xfrm>
          <a:prstGeom prst="ellipse">
            <a:avLst/>
          </a:prstGeom>
          <a:solidFill>
            <a:schemeClr val="bg1"/>
          </a:solidFill>
          <a:ln w="9525">
            <a:solidFill>
              <a:schemeClr val="tx1"/>
            </a:solidFill>
            <a:round/>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17" name="Oval 114">
            <a:extLst>
              <a:ext uri="{FF2B5EF4-FFF2-40B4-BE49-F238E27FC236}">
                <a16:creationId xmlns:a16="http://schemas.microsoft.com/office/drawing/2014/main" id="{080B853E-919A-C79E-468C-FAC41D36ABE4}"/>
              </a:ext>
            </a:extLst>
          </p:cNvPr>
          <p:cNvSpPr>
            <a:spLocks noChangeArrowheads="1"/>
          </p:cNvSpPr>
          <p:nvPr/>
        </p:nvSpPr>
        <p:spPr bwMode="auto">
          <a:xfrm rot="-5400000">
            <a:off x="7066757" y="3235326"/>
            <a:ext cx="336550" cy="312738"/>
          </a:xfrm>
          <a:prstGeom prst="ellipse">
            <a:avLst/>
          </a:prstGeom>
          <a:solidFill>
            <a:schemeClr val="bg1"/>
          </a:solidFill>
          <a:ln w="9525">
            <a:solidFill>
              <a:schemeClr val="tx1"/>
            </a:solidFill>
            <a:round/>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19810" name="Group 2"/>
          <p:cNvGrpSpPr>
            <a:grpSpLocks/>
          </p:cNvGrpSpPr>
          <p:nvPr/>
        </p:nvGrpSpPr>
        <p:grpSpPr bwMode="auto">
          <a:xfrm>
            <a:off x="7073900" y="215900"/>
            <a:ext cx="1878013" cy="1250950"/>
            <a:chOff x="4456" y="136"/>
            <a:chExt cx="1183" cy="788"/>
          </a:xfrm>
        </p:grpSpPr>
        <p:grpSp>
          <p:nvGrpSpPr>
            <p:cNvPr id="119870" name="Group 3"/>
            <p:cNvGrpSpPr>
              <a:grpSpLocks/>
            </p:cNvGrpSpPr>
            <p:nvPr/>
          </p:nvGrpSpPr>
          <p:grpSpPr bwMode="auto">
            <a:xfrm>
              <a:off x="4766" y="232"/>
              <a:ext cx="873" cy="692"/>
              <a:chOff x="2185" y="310"/>
              <a:chExt cx="873" cy="692"/>
            </a:xfrm>
          </p:grpSpPr>
          <p:sp>
            <p:nvSpPr>
              <p:cNvPr id="119881" name="Freeform 4"/>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accent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9882" name="Freeform 5"/>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9883" name="Freeform 6"/>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9884" name="Freeform 7"/>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9885" name="Freeform 8"/>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9886" name="Freeform 9"/>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9887" name="Freeform 10"/>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grpSp>
          <p:nvGrpSpPr>
            <p:cNvPr id="119871" name="Group 11"/>
            <p:cNvGrpSpPr>
              <a:grpSpLocks/>
            </p:cNvGrpSpPr>
            <p:nvPr/>
          </p:nvGrpSpPr>
          <p:grpSpPr bwMode="auto">
            <a:xfrm>
              <a:off x="4949" y="336"/>
              <a:ext cx="591" cy="468"/>
              <a:chOff x="2185" y="310"/>
              <a:chExt cx="873" cy="692"/>
            </a:xfrm>
          </p:grpSpPr>
          <p:sp>
            <p:nvSpPr>
              <p:cNvPr id="119874" name="Freeform 12"/>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9875" name="Freeform 13"/>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9876" name="Freeform 14"/>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9877" name="Freeform 15"/>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9878" name="Freeform 16"/>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9879" name="Freeform 17"/>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9880" name="Freeform 18"/>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pic>
          <p:nvPicPr>
            <p:cNvPr id="119872" name="Picture 19"/>
            <p:cNvPicPr>
              <a:picLocks noChangeAspect="1" noChangeArrowheads="1"/>
            </p:cNvPicPr>
            <p:nvPr/>
          </p:nvPicPr>
          <p:blipFill>
            <a:blip r:embed="rId3" cstate="print">
              <a:extLst>
                <a:ext uri="{28A0092B-C50C-407E-A947-70E740481C1C}">
                  <a14:useLocalDpi xmlns:a14="http://schemas.microsoft.com/office/drawing/2010/main" val="0"/>
                </a:ext>
              </a:extLst>
            </a:blip>
            <a:srcRect l="-4282" t="-4369" r="-5199" b="-12012"/>
            <a:stretch>
              <a:fillRect/>
            </a:stretch>
          </p:blipFill>
          <p:spPr bwMode="auto">
            <a:xfrm>
              <a:off x="4456" y="136"/>
              <a:ext cx="480" cy="5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19873" name="Text Box 20"/>
            <p:cNvSpPr txBox="1">
              <a:spLocks noChangeArrowheads="1"/>
            </p:cNvSpPr>
            <p:nvPr/>
          </p:nvSpPr>
          <p:spPr bwMode="auto">
            <a:xfrm>
              <a:off x="4946" y="314"/>
              <a:ext cx="596" cy="49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4500" b="1">
                  <a:solidFill>
                    <a:srgbClr val="FF0000"/>
                  </a:solidFill>
                  <a:latin typeface="Arial Black" pitchFamily="34" charset="0"/>
                </a:rPr>
                <a:t>18</a:t>
              </a:r>
              <a:endParaRPr lang="fr-FR" altLang="fr-FR" sz="3200">
                <a:solidFill>
                  <a:schemeClr val="tx1"/>
                </a:solidFill>
                <a:latin typeface="Arial Black" pitchFamily="34" charset="0"/>
              </a:endParaRPr>
            </a:p>
          </p:txBody>
        </p:sp>
      </p:grpSp>
      <p:sp>
        <p:nvSpPr>
          <p:cNvPr id="119812" name="Text Box 22"/>
          <p:cNvSpPr txBox="1">
            <a:spLocks noChangeArrowheads="1"/>
          </p:cNvSpPr>
          <p:nvPr/>
        </p:nvSpPr>
        <p:spPr bwMode="auto">
          <a:xfrm>
            <a:off x="566738" y="1363663"/>
            <a:ext cx="1946275"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1. Tirez le dé</a:t>
            </a:r>
          </a:p>
        </p:txBody>
      </p:sp>
      <p:sp>
        <p:nvSpPr>
          <p:cNvPr id="119813" name="Text Box 23"/>
          <p:cNvSpPr txBox="1">
            <a:spLocks noChangeArrowheads="1"/>
          </p:cNvSpPr>
          <p:nvPr/>
        </p:nvSpPr>
        <p:spPr bwMode="auto">
          <a:xfrm>
            <a:off x="566738" y="3935413"/>
            <a:ext cx="18796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3. Produisez</a:t>
            </a:r>
          </a:p>
        </p:txBody>
      </p:sp>
      <p:grpSp>
        <p:nvGrpSpPr>
          <p:cNvPr id="119814" name="Group 24"/>
          <p:cNvGrpSpPr>
            <a:grpSpLocks/>
          </p:cNvGrpSpPr>
          <p:nvPr/>
        </p:nvGrpSpPr>
        <p:grpSpPr bwMode="auto">
          <a:xfrm>
            <a:off x="2986088" y="1306513"/>
            <a:ext cx="446087" cy="534987"/>
            <a:chOff x="868" y="1439"/>
            <a:chExt cx="811" cy="972"/>
          </a:xfrm>
        </p:grpSpPr>
        <p:sp>
          <p:nvSpPr>
            <p:cNvPr id="119819" name="Freeform 25"/>
            <p:cNvSpPr>
              <a:spLocks/>
            </p:cNvSpPr>
            <p:nvPr/>
          </p:nvSpPr>
          <p:spPr bwMode="auto">
            <a:xfrm>
              <a:off x="1548" y="2014"/>
              <a:ext cx="123" cy="100"/>
            </a:xfrm>
            <a:custGeom>
              <a:avLst/>
              <a:gdLst>
                <a:gd name="T0" fmla="*/ 5 w 618"/>
                <a:gd name="T1" fmla="*/ 0 h 502"/>
                <a:gd name="T2" fmla="*/ 5 w 618"/>
                <a:gd name="T3" fmla="*/ 0 h 502"/>
                <a:gd name="T4" fmla="*/ 0 w 618"/>
                <a:gd name="T5" fmla="*/ 4 h 502"/>
                <a:gd name="T6" fmla="*/ 0 w 618"/>
                <a:gd name="T7" fmla="*/ 4 h 502"/>
                <a:gd name="T8" fmla="*/ 5 w 618"/>
                <a:gd name="T9" fmla="*/ 0 h 502"/>
                <a:gd name="T10" fmla="*/ 5 w 618"/>
                <a:gd name="T11" fmla="*/ 0 h 502"/>
                <a:gd name="T12" fmla="*/ 5 w 618"/>
                <a:gd name="T13" fmla="*/ 0 h 502"/>
                <a:gd name="T14" fmla="*/ 5 w 618"/>
                <a:gd name="T15" fmla="*/ 0 h 502"/>
                <a:gd name="T16" fmla="*/ 5 w 618"/>
                <a:gd name="T17" fmla="*/ 0 h 502"/>
                <a:gd name="T18" fmla="*/ 5 w 618"/>
                <a:gd name="T19" fmla="*/ 0 h 502"/>
                <a:gd name="T20" fmla="*/ 5 w 618"/>
                <a:gd name="T21" fmla="*/ 0 h 502"/>
                <a:gd name="T22" fmla="*/ 5 w 618"/>
                <a:gd name="T23" fmla="*/ 0 h 502"/>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618"/>
                <a:gd name="T37" fmla="*/ 0 h 502"/>
                <a:gd name="T38" fmla="*/ 618 w 618"/>
                <a:gd name="T39" fmla="*/ 502 h 502"/>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618" h="502">
                  <a:moveTo>
                    <a:pt x="611" y="0"/>
                  </a:moveTo>
                  <a:lnTo>
                    <a:pt x="606" y="2"/>
                  </a:lnTo>
                  <a:lnTo>
                    <a:pt x="0" y="490"/>
                  </a:lnTo>
                  <a:lnTo>
                    <a:pt x="10" y="502"/>
                  </a:lnTo>
                  <a:lnTo>
                    <a:pt x="616" y="14"/>
                  </a:lnTo>
                  <a:lnTo>
                    <a:pt x="611" y="16"/>
                  </a:lnTo>
                  <a:lnTo>
                    <a:pt x="616" y="14"/>
                  </a:lnTo>
                  <a:lnTo>
                    <a:pt x="618" y="9"/>
                  </a:lnTo>
                  <a:lnTo>
                    <a:pt x="617" y="3"/>
                  </a:lnTo>
                  <a:lnTo>
                    <a:pt x="612" y="1"/>
                  </a:lnTo>
                  <a:lnTo>
                    <a:pt x="606" y="2"/>
                  </a:lnTo>
                  <a:lnTo>
                    <a:pt x="611"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9820" name="Freeform 26"/>
            <p:cNvSpPr>
              <a:spLocks/>
            </p:cNvSpPr>
            <p:nvPr/>
          </p:nvSpPr>
          <p:spPr bwMode="auto">
            <a:xfrm>
              <a:off x="876" y="1852"/>
              <a:ext cx="82" cy="373"/>
            </a:xfrm>
            <a:custGeom>
              <a:avLst/>
              <a:gdLst>
                <a:gd name="T0" fmla="*/ 3 w 413"/>
                <a:gd name="T1" fmla="*/ 15 h 1865"/>
                <a:gd name="T2" fmla="*/ 3 w 413"/>
                <a:gd name="T3" fmla="*/ 15 h 1865"/>
                <a:gd name="T4" fmla="*/ 0 w 413"/>
                <a:gd name="T5" fmla="*/ 0 h 1865"/>
                <a:gd name="T6" fmla="*/ 0 w 413"/>
                <a:gd name="T7" fmla="*/ 0 h 1865"/>
                <a:gd name="T8" fmla="*/ 3 w 413"/>
                <a:gd name="T9" fmla="*/ 15 h 1865"/>
                <a:gd name="T10" fmla="*/ 3 w 413"/>
                <a:gd name="T11" fmla="*/ 15 h 1865"/>
                <a:gd name="T12" fmla="*/ 3 w 413"/>
                <a:gd name="T13" fmla="*/ 15 h 1865"/>
                <a:gd name="T14" fmla="*/ 3 w 413"/>
                <a:gd name="T15" fmla="*/ 15 h 1865"/>
                <a:gd name="T16" fmla="*/ 3 w 413"/>
                <a:gd name="T17" fmla="*/ 15 h 1865"/>
                <a:gd name="T18" fmla="*/ 3 w 413"/>
                <a:gd name="T19" fmla="*/ 15 h 1865"/>
                <a:gd name="T20" fmla="*/ 3 w 413"/>
                <a:gd name="T21" fmla="*/ 15 h 1865"/>
                <a:gd name="T22" fmla="*/ 3 w 413"/>
                <a:gd name="T23" fmla="*/ 15 h 186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413"/>
                <a:gd name="T37" fmla="*/ 0 h 1865"/>
                <a:gd name="T38" fmla="*/ 413 w 413"/>
                <a:gd name="T39" fmla="*/ 1865 h 1865"/>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413" h="1865">
                  <a:moveTo>
                    <a:pt x="400" y="1864"/>
                  </a:moveTo>
                  <a:lnTo>
                    <a:pt x="413" y="1856"/>
                  </a:lnTo>
                  <a:lnTo>
                    <a:pt x="17" y="0"/>
                  </a:lnTo>
                  <a:lnTo>
                    <a:pt x="0" y="2"/>
                  </a:lnTo>
                  <a:lnTo>
                    <a:pt x="396" y="1858"/>
                  </a:lnTo>
                  <a:lnTo>
                    <a:pt x="409" y="1850"/>
                  </a:lnTo>
                  <a:lnTo>
                    <a:pt x="396" y="1858"/>
                  </a:lnTo>
                  <a:lnTo>
                    <a:pt x="400" y="1864"/>
                  </a:lnTo>
                  <a:lnTo>
                    <a:pt x="406" y="1865"/>
                  </a:lnTo>
                  <a:lnTo>
                    <a:pt x="410" y="1862"/>
                  </a:lnTo>
                  <a:lnTo>
                    <a:pt x="413" y="1856"/>
                  </a:lnTo>
                  <a:lnTo>
                    <a:pt x="400" y="186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9821" name="Freeform 27"/>
            <p:cNvSpPr>
              <a:spLocks/>
            </p:cNvSpPr>
            <p:nvPr/>
          </p:nvSpPr>
          <p:spPr bwMode="auto">
            <a:xfrm>
              <a:off x="1282" y="1533"/>
              <a:ext cx="35" cy="161"/>
            </a:xfrm>
            <a:custGeom>
              <a:avLst/>
              <a:gdLst>
                <a:gd name="T0" fmla="*/ 1 w 175"/>
                <a:gd name="T1" fmla="*/ 6 h 807"/>
                <a:gd name="T2" fmla="*/ 1 w 175"/>
                <a:gd name="T3" fmla="*/ 6 h 807"/>
                <a:gd name="T4" fmla="*/ 1 w 175"/>
                <a:gd name="T5" fmla="*/ 6 h 807"/>
                <a:gd name="T6" fmla="*/ 1 w 175"/>
                <a:gd name="T7" fmla="*/ 5 h 807"/>
                <a:gd name="T8" fmla="*/ 1 w 175"/>
                <a:gd name="T9" fmla="*/ 5 h 807"/>
                <a:gd name="T10" fmla="*/ 1 w 175"/>
                <a:gd name="T11" fmla="*/ 5 h 807"/>
                <a:gd name="T12" fmla="*/ 1 w 175"/>
                <a:gd name="T13" fmla="*/ 4 h 807"/>
                <a:gd name="T14" fmla="*/ 1 w 175"/>
                <a:gd name="T15" fmla="*/ 4 h 807"/>
                <a:gd name="T16" fmla="*/ 1 w 175"/>
                <a:gd name="T17" fmla="*/ 3 h 807"/>
                <a:gd name="T18" fmla="*/ 1 w 175"/>
                <a:gd name="T19" fmla="*/ 3 h 807"/>
                <a:gd name="T20" fmla="*/ 1 w 175"/>
                <a:gd name="T21" fmla="*/ 3 h 807"/>
                <a:gd name="T22" fmla="*/ 1 w 175"/>
                <a:gd name="T23" fmla="*/ 2 h 807"/>
                <a:gd name="T24" fmla="*/ 1 w 175"/>
                <a:gd name="T25" fmla="*/ 2 h 807"/>
                <a:gd name="T26" fmla="*/ 1 w 175"/>
                <a:gd name="T27" fmla="*/ 2 h 807"/>
                <a:gd name="T28" fmla="*/ 1 w 175"/>
                <a:gd name="T29" fmla="*/ 1 h 807"/>
                <a:gd name="T30" fmla="*/ 1 w 175"/>
                <a:gd name="T31" fmla="*/ 1 h 807"/>
                <a:gd name="T32" fmla="*/ 1 w 175"/>
                <a:gd name="T33" fmla="*/ 1 h 807"/>
                <a:gd name="T34" fmla="*/ 1 w 175"/>
                <a:gd name="T35" fmla="*/ 0 h 807"/>
                <a:gd name="T36" fmla="*/ 1 w 175"/>
                <a:gd name="T37" fmla="*/ 0 h 807"/>
                <a:gd name="T38" fmla="*/ 1 w 175"/>
                <a:gd name="T39" fmla="*/ 0 h 807"/>
                <a:gd name="T40" fmla="*/ 0 w 175"/>
                <a:gd name="T41" fmla="*/ 1 h 807"/>
                <a:gd name="T42" fmla="*/ 0 w 175"/>
                <a:gd name="T43" fmla="*/ 1 h 807"/>
                <a:gd name="T44" fmla="*/ 0 w 175"/>
                <a:gd name="T45" fmla="*/ 1 h 807"/>
                <a:gd name="T46" fmla="*/ 0 w 175"/>
                <a:gd name="T47" fmla="*/ 2 h 807"/>
                <a:gd name="T48" fmla="*/ 0 w 175"/>
                <a:gd name="T49" fmla="*/ 2 h 807"/>
                <a:gd name="T50" fmla="*/ 0 w 175"/>
                <a:gd name="T51" fmla="*/ 3 h 807"/>
                <a:gd name="T52" fmla="*/ 0 w 175"/>
                <a:gd name="T53" fmla="*/ 3 h 807"/>
                <a:gd name="T54" fmla="*/ 0 w 175"/>
                <a:gd name="T55" fmla="*/ 3 h 807"/>
                <a:gd name="T56" fmla="*/ 0 w 175"/>
                <a:gd name="T57" fmla="*/ 4 h 807"/>
                <a:gd name="T58" fmla="*/ 0 w 175"/>
                <a:gd name="T59" fmla="*/ 4 h 807"/>
                <a:gd name="T60" fmla="*/ 0 w 175"/>
                <a:gd name="T61" fmla="*/ 5 h 807"/>
                <a:gd name="T62" fmla="*/ 0 w 175"/>
                <a:gd name="T63" fmla="*/ 5 h 807"/>
                <a:gd name="T64" fmla="*/ 0 w 175"/>
                <a:gd name="T65" fmla="*/ 5 h 807"/>
                <a:gd name="T66" fmla="*/ 1 w 175"/>
                <a:gd name="T67" fmla="*/ 6 h 807"/>
                <a:gd name="T68" fmla="*/ 1 w 175"/>
                <a:gd name="T69" fmla="*/ 6 h 807"/>
                <a:gd name="T70" fmla="*/ 1 w 175"/>
                <a:gd name="T71" fmla="*/ 6 h 807"/>
                <a:gd name="T72" fmla="*/ 1 w 175"/>
                <a:gd name="T73" fmla="*/ 6 h 807"/>
                <a:gd name="T74" fmla="*/ 1 w 175"/>
                <a:gd name="T75" fmla="*/ 6 h 807"/>
                <a:gd name="T76" fmla="*/ 1 w 175"/>
                <a:gd name="T77" fmla="*/ 6 h 807"/>
                <a:gd name="T78" fmla="*/ 1 w 175"/>
                <a:gd name="T79" fmla="*/ 6 h 807"/>
                <a:gd name="T80" fmla="*/ 1 w 175"/>
                <a:gd name="T81" fmla="*/ 6 h 807"/>
                <a:gd name="T82" fmla="*/ 1 w 175"/>
                <a:gd name="T83" fmla="*/ 6 h 807"/>
                <a:gd name="T84" fmla="*/ 1 w 175"/>
                <a:gd name="T85" fmla="*/ 6 h 807"/>
                <a:gd name="T86" fmla="*/ 1 w 175"/>
                <a:gd name="T87" fmla="*/ 6 h 807"/>
                <a:gd name="T88" fmla="*/ 1 w 175"/>
                <a:gd name="T89" fmla="*/ 6 h 807"/>
                <a:gd name="T90" fmla="*/ 1 w 175"/>
                <a:gd name="T91" fmla="*/ 6 h 80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175"/>
                <a:gd name="T139" fmla="*/ 0 h 807"/>
                <a:gd name="T140" fmla="*/ 175 w 175"/>
                <a:gd name="T141" fmla="*/ 807 h 80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175" h="807">
                  <a:moveTo>
                    <a:pt x="169" y="740"/>
                  </a:moveTo>
                  <a:lnTo>
                    <a:pt x="169" y="739"/>
                  </a:lnTo>
                  <a:lnTo>
                    <a:pt x="149" y="698"/>
                  </a:lnTo>
                  <a:lnTo>
                    <a:pt x="133" y="656"/>
                  </a:lnTo>
                  <a:lnTo>
                    <a:pt x="120" y="611"/>
                  </a:lnTo>
                  <a:lnTo>
                    <a:pt x="108" y="565"/>
                  </a:lnTo>
                  <a:lnTo>
                    <a:pt x="100" y="520"/>
                  </a:lnTo>
                  <a:lnTo>
                    <a:pt x="96" y="472"/>
                  </a:lnTo>
                  <a:lnTo>
                    <a:pt x="93" y="425"/>
                  </a:lnTo>
                  <a:lnTo>
                    <a:pt x="93" y="377"/>
                  </a:lnTo>
                  <a:lnTo>
                    <a:pt x="96" y="330"/>
                  </a:lnTo>
                  <a:lnTo>
                    <a:pt x="100" y="283"/>
                  </a:lnTo>
                  <a:lnTo>
                    <a:pt x="106" y="238"/>
                  </a:lnTo>
                  <a:lnTo>
                    <a:pt x="115" y="195"/>
                  </a:lnTo>
                  <a:lnTo>
                    <a:pt x="126" y="153"/>
                  </a:lnTo>
                  <a:lnTo>
                    <a:pt x="139" y="114"/>
                  </a:lnTo>
                  <a:lnTo>
                    <a:pt x="153" y="77"/>
                  </a:lnTo>
                  <a:lnTo>
                    <a:pt x="169" y="43"/>
                  </a:lnTo>
                  <a:lnTo>
                    <a:pt x="87" y="0"/>
                  </a:lnTo>
                  <a:lnTo>
                    <a:pt x="69" y="39"/>
                  </a:lnTo>
                  <a:lnTo>
                    <a:pt x="52" y="81"/>
                  </a:lnTo>
                  <a:lnTo>
                    <a:pt x="37" y="127"/>
                  </a:lnTo>
                  <a:lnTo>
                    <a:pt x="24" y="174"/>
                  </a:lnTo>
                  <a:lnTo>
                    <a:pt x="15" y="222"/>
                  </a:lnTo>
                  <a:lnTo>
                    <a:pt x="7" y="271"/>
                  </a:lnTo>
                  <a:lnTo>
                    <a:pt x="2" y="323"/>
                  </a:lnTo>
                  <a:lnTo>
                    <a:pt x="0" y="374"/>
                  </a:lnTo>
                  <a:lnTo>
                    <a:pt x="0" y="427"/>
                  </a:lnTo>
                  <a:lnTo>
                    <a:pt x="2" y="479"/>
                  </a:lnTo>
                  <a:lnTo>
                    <a:pt x="9" y="531"/>
                  </a:lnTo>
                  <a:lnTo>
                    <a:pt x="17" y="584"/>
                  </a:lnTo>
                  <a:lnTo>
                    <a:pt x="29" y="635"/>
                  </a:lnTo>
                  <a:lnTo>
                    <a:pt x="44" y="686"/>
                  </a:lnTo>
                  <a:lnTo>
                    <a:pt x="65" y="736"/>
                  </a:lnTo>
                  <a:lnTo>
                    <a:pt x="87" y="784"/>
                  </a:lnTo>
                  <a:lnTo>
                    <a:pt x="87" y="782"/>
                  </a:lnTo>
                  <a:lnTo>
                    <a:pt x="87" y="784"/>
                  </a:lnTo>
                  <a:lnTo>
                    <a:pt x="100" y="799"/>
                  </a:lnTo>
                  <a:lnTo>
                    <a:pt x="117" y="807"/>
                  </a:lnTo>
                  <a:lnTo>
                    <a:pt x="134" y="807"/>
                  </a:lnTo>
                  <a:lnTo>
                    <a:pt x="151" y="801"/>
                  </a:lnTo>
                  <a:lnTo>
                    <a:pt x="164" y="791"/>
                  </a:lnTo>
                  <a:lnTo>
                    <a:pt x="173" y="777"/>
                  </a:lnTo>
                  <a:lnTo>
                    <a:pt x="175" y="759"/>
                  </a:lnTo>
                  <a:lnTo>
                    <a:pt x="169" y="739"/>
                  </a:lnTo>
                  <a:lnTo>
                    <a:pt x="169" y="74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9822" name="Freeform 28"/>
            <p:cNvSpPr>
              <a:spLocks/>
            </p:cNvSpPr>
            <p:nvPr/>
          </p:nvSpPr>
          <p:spPr bwMode="auto">
            <a:xfrm>
              <a:off x="1299" y="1681"/>
              <a:ext cx="157" cy="281"/>
            </a:xfrm>
            <a:custGeom>
              <a:avLst/>
              <a:gdLst>
                <a:gd name="T0" fmla="*/ 6 w 787"/>
                <a:gd name="T1" fmla="*/ 11 h 1404"/>
                <a:gd name="T2" fmla="*/ 6 w 787"/>
                <a:gd name="T3" fmla="*/ 11 h 1404"/>
                <a:gd name="T4" fmla="*/ 1 w 787"/>
                <a:gd name="T5" fmla="*/ 0 h 1404"/>
                <a:gd name="T6" fmla="*/ 0 w 787"/>
                <a:gd name="T7" fmla="*/ 0 h 1404"/>
                <a:gd name="T8" fmla="*/ 6 w 787"/>
                <a:gd name="T9" fmla="*/ 11 h 1404"/>
                <a:gd name="T10" fmla="*/ 6 w 787"/>
                <a:gd name="T11" fmla="*/ 11 h 1404"/>
                <a:gd name="T12" fmla="*/ 6 w 787"/>
                <a:gd name="T13" fmla="*/ 11 h 1404"/>
                <a:gd name="T14" fmla="*/ 6 w 787"/>
                <a:gd name="T15" fmla="*/ 11 h 1404"/>
                <a:gd name="T16" fmla="*/ 6 w 787"/>
                <a:gd name="T17" fmla="*/ 11 h 1404"/>
                <a:gd name="T18" fmla="*/ 6 w 787"/>
                <a:gd name="T19" fmla="*/ 11 h 1404"/>
                <a:gd name="T20" fmla="*/ 6 w 787"/>
                <a:gd name="T21" fmla="*/ 11 h 1404"/>
                <a:gd name="T22" fmla="*/ 6 w 787"/>
                <a:gd name="T23" fmla="*/ 11 h 1404"/>
                <a:gd name="T24" fmla="*/ 6 w 787"/>
                <a:gd name="T25" fmla="*/ 11 h 1404"/>
                <a:gd name="T26" fmla="*/ 6 w 787"/>
                <a:gd name="T27" fmla="*/ 11 h 1404"/>
                <a:gd name="T28" fmla="*/ 6 w 787"/>
                <a:gd name="T29" fmla="*/ 11 h 1404"/>
                <a:gd name="T30" fmla="*/ 6 w 787"/>
                <a:gd name="T31" fmla="*/ 11 h 1404"/>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787"/>
                <a:gd name="T49" fmla="*/ 0 h 1404"/>
                <a:gd name="T50" fmla="*/ 787 w 787"/>
                <a:gd name="T51" fmla="*/ 1404 h 1404"/>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787" h="1404">
                  <a:moveTo>
                    <a:pt x="781" y="1334"/>
                  </a:moveTo>
                  <a:lnTo>
                    <a:pt x="781" y="1337"/>
                  </a:lnTo>
                  <a:lnTo>
                    <a:pt x="82" y="0"/>
                  </a:lnTo>
                  <a:lnTo>
                    <a:pt x="0" y="42"/>
                  </a:lnTo>
                  <a:lnTo>
                    <a:pt x="699" y="1379"/>
                  </a:lnTo>
                  <a:lnTo>
                    <a:pt x="699" y="1381"/>
                  </a:lnTo>
                  <a:lnTo>
                    <a:pt x="699" y="1379"/>
                  </a:lnTo>
                  <a:lnTo>
                    <a:pt x="712" y="1395"/>
                  </a:lnTo>
                  <a:lnTo>
                    <a:pt x="727" y="1402"/>
                  </a:lnTo>
                  <a:lnTo>
                    <a:pt x="744" y="1404"/>
                  </a:lnTo>
                  <a:lnTo>
                    <a:pt x="761" y="1398"/>
                  </a:lnTo>
                  <a:lnTo>
                    <a:pt x="775" y="1388"/>
                  </a:lnTo>
                  <a:lnTo>
                    <a:pt x="784" y="1373"/>
                  </a:lnTo>
                  <a:lnTo>
                    <a:pt x="787" y="1357"/>
                  </a:lnTo>
                  <a:lnTo>
                    <a:pt x="781" y="1337"/>
                  </a:lnTo>
                  <a:lnTo>
                    <a:pt x="781" y="13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9823" name="Freeform 29"/>
            <p:cNvSpPr>
              <a:spLocks/>
            </p:cNvSpPr>
            <p:nvPr/>
          </p:nvSpPr>
          <p:spPr bwMode="auto">
            <a:xfrm>
              <a:off x="1439" y="1948"/>
              <a:ext cx="125" cy="76"/>
            </a:xfrm>
            <a:custGeom>
              <a:avLst/>
              <a:gdLst>
                <a:gd name="T0" fmla="*/ 5 w 628"/>
                <a:gd name="T1" fmla="*/ 2 h 383"/>
                <a:gd name="T2" fmla="*/ 5 w 628"/>
                <a:gd name="T3" fmla="*/ 2 h 383"/>
                <a:gd name="T4" fmla="*/ 4 w 628"/>
                <a:gd name="T5" fmla="*/ 2 h 383"/>
                <a:gd name="T6" fmla="*/ 4 w 628"/>
                <a:gd name="T7" fmla="*/ 2 h 383"/>
                <a:gd name="T8" fmla="*/ 4 w 628"/>
                <a:gd name="T9" fmla="*/ 2 h 383"/>
                <a:gd name="T10" fmla="*/ 3 w 628"/>
                <a:gd name="T11" fmla="*/ 2 h 383"/>
                <a:gd name="T12" fmla="*/ 3 w 628"/>
                <a:gd name="T13" fmla="*/ 2 h 383"/>
                <a:gd name="T14" fmla="*/ 3 w 628"/>
                <a:gd name="T15" fmla="*/ 2 h 383"/>
                <a:gd name="T16" fmla="*/ 3 w 628"/>
                <a:gd name="T17" fmla="*/ 2 h 383"/>
                <a:gd name="T18" fmla="*/ 2 w 628"/>
                <a:gd name="T19" fmla="*/ 2 h 383"/>
                <a:gd name="T20" fmla="*/ 2 w 628"/>
                <a:gd name="T21" fmla="*/ 2 h 383"/>
                <a:gd name="T22" fmla="*/ 2 w 628"/>
                <a:gd name="T23" fmla="*/ 1 h 383"/>
                <a:gd name="T24" fmla="*/ 2 w 628"/>
                <a:gd name="T25" fmla="*/ 1 h 383"/>
                <a:gd name="T26" fmla="*/ 1 w 628"/>
                <a:gd name="T27" fmla="*/ 1 h 383"/>
                <a:gd name="T28" fmla="*/ 1 w 628"/>
                <a:gd name="T29" fmla="*/ 1 h 383"/>
                <a:gd name="T30" fmla="*/ 1 w 628"/>
                <a:gd name="T31" fmla="*/ 1 h 383"/>
                <a:gd name="T32" fmla="*/ 1 w 628"/>
                <a:gd name="T33" fmla="*/ 0 h 383"/>
                <a:gd name="T34" fmla="*/ 1 w 628"/>
                <a:gd name="T35" fmla="*/ 0 h 383"/>
                <a:gd name="T36" fmla="*/ 0 w 628"/>
                <a:gd name="T37" fmla="*/ 0 h 383"/>
                <a:gd name="T38" fmla="*/ 0 w 628"/>
                <a:gd name="T39" fmla="*/ 1 h 383"/>
                <a:gd name="T40" fmla="*/ 0 w 628"/>
                <a:gd name="T41" fmla="*/ 1 h 383"/>
                <a:gd name="T42" fmla="*/ 1 w 628"/>
                <a:gd name="T43" fmla="*/ 1 h 383"/>
                <a:gd name="T44" fmla="*/ 1 w 628"/>
                <a:gd name="T45" fmla="*/ 1 h 383"/>
                <a:gd name="T46" fmla="*/ 1 w 628"/>
                <a:gd name="T47" fmla="*/ 2 h 383"/>
                <a:gd name="T48" fmla="*/ 1 w 628"/>
                <a:gd name="T49" fmla="*/ 2 h 383"/>
                <a:gd name="T50" fmla="*/ 2 w 628"/>
                <a:gd name="T51" fmla="*/ 2 h 383"/>
                <a:gd name="T52" fmla="*/ 2 w 628"/>
                <a:gd name="T53" fmla="*/ 2 h 383"/>
                <a:gd name="T54" fmla="*/ 2 w 628"/>
                <a:gd name="T55" fmla="*/ 2 h 383"/>
                <a:gd name="T56" fmla="*/ 3 w 628"/>
                <a:gd name="T57" fmla="*/ 3 h 383"/>
                <a:gd name="T58" fmla="*/ 3 w 628"/>
                <a:gd name="T59" fmla="*/ 3 h 383"/>
                <a:gd name="T60" fmla="*/ 3 w 628"/>
                <a:gd name="T61" fmla="*/ 3 h 383"/>
                <a:gd name="T62" fmla="*/ 4 w 628"/>
                <a:gd name="T63" fmla="*/ 3 h 383"/>
                <a:gd name="T64" fmla="*/ 4 w 628"/>
                <a:gd name="T65" fmla="*/ 3 h 383"/>
                <a:gd name="T66" fmla="*/ 4 w 628"/>
                <a:gd name="T67" fmla="*/ 3 h 383"/>
                <a:gd name="T68" fmla="*/ 5 w 628"/>
                <a:gd name="T69" fmla="*/ 3 h 383"/>
                <a:gd name="T70" fmla="*/ 5 w 628"/>
                <a:gd name="T71" fmla="*/ 3 h 383"/>
                <a:gd name="T72" fmla="*/ 5 w 628"/>
                <a:gd name="T73" fmla="*/ 3 h 383"/>
                <a:gd name="T74" fmla="*/ 5 w 628"/>
                <a:gd name="T75" fmla="*/ 3 h 383"/>
                <a:gd name="T76" fmla="*/ 5 w 628"/>
                <a:gd name="T77" fmla="*/ 3 h 383"/>
                <a:gd name="T78" fmla="*/ 5 w 628"/>
                <a:gd name="T79" fmla="*/ 3 h 383"/>
                <a:gd name="T80" fmla="*/ 5 w 628"/>
                <a:gd name="T81" fmla="*/ 3 h 383"/>
                <a:gd name="T82" fmla="*/ 5 w 628"/>
                <a:gd name="T83" fmla="*/ 3 h 383"/>
                <a:gd name="T84" fmla="*/ 5 w 628"/>
                <a:gd name="T85" fmla="*/ 2 h 383"/>
                <a:gd name="T86" fmla="*/ 5 w 628"/>
                <a:gd name="T87" fmla="*/ 2 h 383"/>
                <a:gd name="T88" fmla="*/ 5 w 628"/>
                <a:gd name="T89" fmla="*/ 2 h 383"/>
                <a:gd name="T90" fmla="*/ 5 w 628"/>
                <a:gd name="T91" fmla="*/ 2 h 38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628"/>
                <a:gd name="T139" fmla="*/ 0 h 383"/>
                <a:gd name="T140" fmla="*/ 628 w 628"/>
                <a:gd name="T141" fmla="*/ 383 h 38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628" h="383">
                  <a:moveTo>
                    <a:pt x="581" y="289"/>
                  </a:moveTo>
                  <a:lnTo>
                    <a:pt x="582" y="289"/>
                  </a:lnTo>
                  <a:lnTo>
                    <a:pt x="541" y="287"/>
                  </a:lnTo>
                  <a:lnTo>
                    <a:pt x="500" y="283"/>
                  </a:lnTo>
                  <a:lnTo>
                    <a:pt x="462" y="276"/>
                  </a:lnTo>
                  <a:lnTo>
                    <a:pt x="424" y="268"/>
                  </a:lnTo>
                  <a:lnTo>
                    <a:pt x="389" y="255"/>
                  </a:lnTo>
                  <a:lnTo>
                    <a:pt x="352" y="242"/>
                  </a:lnTo>
                  <a:lnTo>
                    <a:pt x="320" y="227"/>
                  </a:lnTo>
                  <a:lnTo>
                    <a:pt x="287" y="209"/>
                  </a:lnTo>
                  <a:lnTo>
                    <a:pt x="255" y="189"/>
                  </a:lnTo>
                  <a:lnTo>
                    <a:pt x="226" y="168"/>
                  </a:lnTo>
                  <a:lnTo>
                    <a:pt x="198" y="145"/>
                  </a:lnTo>
                  <a:lnTo>
                    <a:pt x="172" y="119"/>
                  </a:lnTo>
                  <a:lnTo>
                    <a:pt x="146" y="92"/>
                  </a:lnTo>
                  <a:lnTo>
                    <a:pt x="122" y="64"/>
                  </a:lnTo>
                  <a:lnTo>
                    <a:pt x="100" y="33"/>
                  </a:lnTo>
                  <a:lnTo>
                    <a:pt x="82" y="0"/>
                  </a:lnTo>
                  <a:lnTo>
                    <a:pt x="0" y="47"/>
                  </a:lnTo>
                  <a:lnTo>
                    <a:pt x="23" y="85"/>
                  </a:lnTo>
                  <a:lnTo>
                    <a:pt x="49" y="120"/>
                  </a:lnTo>
                  <a:lnTo>
                    <a:pt x="76" y="153"/>
                  </a:lnTo>
                  <a:lnTo>
                    <a:pt x="104" y="185"/>
                  </a:lnTo>
                  <a:lnTo>
                    <a:pt x="137" y="215"/>
                  </a:lnTo>
                  <a:lnTo>
                    <a:pt x="170" y="241"/>
                  </a:lnTo>
                  <a:lnTo>
                    <a:pt x="204" y="267"/>
                  </a:lnTo>
                  <a:lnTo>
                    <a:pt x="240" y="289"/>
                  </a:lnTo>
                  <a:lnTo>
                    <a:pt x="277" y="309"/>
                  </a:lnTo>
                  <a:lnTo>
                    <a:pt x="317" y="329"/>
                  </a:lnTo>
                  <a:lnTo>
                    <a:pt x="358" y="344"/>
                  </a:lnTo>
                  <a:lnTo>
                    <a:pt x="400" y="357"/>
                  </a:lnTo>
                  <a:lnTo>
                    <a:pt x="444" y="367"/>
                  </a:lnTo>
                  <a:lnTo>
                    <a:pt x="488" y="374"/>
                  </a:lnTo>
                  <a:lnTo>
                    <a:pt x="534" y="380"/>
                  </a:lnTo>
                  <a:lnTo>
                    <a:pt x="580" y="383"/>
                  </a:lnTo>
                  <a:lnTo>
                    <a:pt x="581" y="383"/>
                  </a:lnTo>
                  <a:lnTo>
                    <a:pt x="580" y="383"/>
                  </a:lnTo>
                  <a:lnTo>
                    <a:pt x="600" y="379"/>
                  </a:lnTo>
                  <a:lnTo>
                    <a:pt x="615" y="369"/>
                  </a:lnTo>
                  <a:lnTo>
                    <a:pt x="624" y="353"/>
                  </a:lnTo>
                  <a:lnTo>
                    <a:pt x="628" y="337"/>
                  </a:lnTo>
                  <a:lnTo>
                    <a:pt x="625" y="319"/>
                  </a:lnTo>
                  <a:lnTo>
                    <a:pt x="617" y="304"/>
                  </a:lnTo>
                  <a:lnTo>
                    <a:pt x="602" y="294"/>
                  </a:lnTo>
                  <a:lnTo>
                    <a:pt x="582" y="289"/>
                  </a:lnTo>
                  <a:lnTo>
                    <a:pt x="581" y="28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9824" name="Freeform 30"/>
            <p:cNvSpPr>
              <a:spLocks/>
            </p:cNvSpPr>
            <p:nvPr/>
          </p:nvSpPr>
          <p:spPr bwMode="auto">
            <a:xfrm>
              <a:off x="1587" y="1880"/>
              <a:ext cx="85" cy="49"/>
            </a:xfrm>
            <a:custGeom>
              <a:avLst/>
              <a:gdLst>
                <a:gd name="T0" fmla="*/ 3 w 426"/>
                <a:gd name="T1" fmla="*/ 0 h 245"/>
                <a:gd name="T2" fmla="*/ 3 w 426"/>
                <a:gd name="T3" fmla="*/ 0 h 245"/>
                <a:gd name="T4" fmla="*/ 3 w 426"/>
                <a:gd name="T5" fmla="*/ 0 h 245"/>
                <a:gd name="T6" fmla="*/ 3 w 426"/>
                <a:gd name="T7" fmla="*/ 0 h 245"/>
                <a:gd name="T8" fmla="*/ 2 w 426"/>
                <a:gd name="T9" fmla="*/ 0 h 245"/>
                <a:gd name="T10" fmla="*/ 2 w 426"/>
                <a:gd name="T11" fmla="*/ 0 h 245"/>
                <a:gd name="T12" fmla="*/ 2 w 426"/>
                <a:gd name="T13" fmla="*/ 0 h 245"/>
                <a:gd name="T14" fmla="*/ 2 w 426"/>
                <a:gd name="T15" fmla="*/ 0 h 245"/>
                <a:gd name="T16" fmla="*/ 1 w 426"/>
                <a:gd name="T17" fmla="*/ 0 h 245"/>
                <a:gd name="T18" fmla="*/ 1 w 426"/>
                <a:gd name="T19" fmla="*/ 1 h 245"/>
                <a:gd name="T20" fmla="*/ 1 w 426"/>
                <a:gd name="T21" fmla="*/ 1 h 245"/>
                <a:gd name="T22" fmla="*/ 1 w 426"/>
                <a:gd name="T23" fmla="*/ 1 h 245"/>
                <a:gd name="T24" fmla="*/ 0 w 426"/>
                <a:gd name="T25" fmla="*/ 1 h 245"/>
                <a:gd name="T26" fmla="*/ 0 w 426"/>
                <a:gd name="T27" fmla="*/ 1 h 245"/>
                <a:gd name="T28" fmla="*/ 0 w 426"/>
                <a:gd name="T29" fmla="*/ 1 h 245"/>
                <a:gd name="T30" fmla="*/ 0 w 426"/>
                <a:gd name="T31" fmla="*/ 2 h 245"/>
                <a:gd name="T32" fmla="*/ 0 w 426"/>
                <a:gd name="T33" fmla="*/ 2 h 245"/>
                <a:gd name="T34" fmla="*/ 0 w 426"/>
                <a:gd name="T35" fmla="*/ 2 h 245"/>
                <a:gd name="T36" fmla="*/ 0 w 426"/>
                <a:gd name="T37" fmla="*/ 2 h 245"/>
                <a:gd name="T38" fmla="*/ 0 w 426"/>
                <a:gd name="T39" fmla="*/ 2 h 245"/>
                <a:gd name="T40" fmla="*/ 0 w 426"/>
                <a:gd name="T41" fmla="*/ 2 h 245"/>
                <a:gd name="T42" fmla="*/ 0 w 426"/>
                <a:gd name="T43" fmla="*/ 1 h 245"/>
                <a:gd name="T44" fmla="*/ 0 w 426"/>
                <a:gd name="T45" fmla="*/ 1 h 245"/>
                <a:gd name="T46" fmla="*/ 0 w 426"/>
                <a:gd name="T47" fmla="*/ 1 h 245"/>
                <a:gd name="T48" fmla="*/ 1 w 426"/>
                <a:gd name="T49" fmla="*/ 1 h 245"/>
                <a:gd name="T50" fmla="*/ 1 w 426"/>
                <a:gd name="T51" fmla="*/ 1 h 245"/>
                <a:gd name="T52" fmla="*/ 1 w 426"/>
                <a:gd name="T53" fmla="*/ 1 h 245"/>
                <a:gd name="T54" fmla="*/ 1 w 426"/>
                <a:gd name="T55" fmla="*/ 1 h 245"/>
                <a:gd name="T56" fmla="*/ 2 w 426"/>
                <a:gd name="T57" fmla="*/ 0 h 245"/>
                <a:gd name="T58" fmla="*/ 2 w 426"/>
                <a:gd name="T59" fmla="*/ 0 h 245"/>
                <a:gd name="T60" fmla="*/ 2 w 426"/>
                <a:gd name="T61" fmla="*/ 0 h 245"/>
                <a:gd name="T62" fmla="*/ 2 w 426"/>
                <a:gd name="T63" fmla="*/ 0 h 245"/>
                <a:gd name="T64" fmla="*/ 3 w 426"/>
                <a:gd name="T65" fmla="*/ 0 h 245"/>
                <a:gd name="T66" fmla="*/ 3 w 426"/>
                <a:gd name="T67" fmla="*/ 0 h 245"/>
                <a:gd name="T68" fmla="*/ 3 w 426"/>
                <a:gd name="T69" fmla="*/ 0 h 245"/>
                <a:gd name="T70" fmla="*/ 3 w 426"/>
                <a:gd name="T71" fmla="*/ 0 h 245"/>
                <a:gd name="T72" fmla="*/ 3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426" y="0"/>
                  </a:moveTo>
                  <a:lnTo>
                    <a:pt x="426" y="0"/>
                  </a:lnTo>
                  <a:lnTo>
                    <a:pt x="384" y="1"/>
                  </a:lnTo>
                  <a:lnTo>
                    <a:pt x="340" y="4"/>
                  </a:lnTo>
                  <a:lnTo>
                    <a:pt x="300" y="10"/>
                  </a:lnTo>
                  <a:lnTo>
                    <a:pt x="262" y="18"/>
                  </a:lnTo>
                  <a:lnTo>
                    <a:pt x="224" y="29"/>
                  </a:lnTo>
                  <a:lnTo>
                    <a:pt x="189" y="41"/>
                  </a:lnTo>
                  <a:lnTo>
                    <a:pt x="157" y="55"/>
                  </a:lnTo>
                  <a:lnTo>
                    <a:pt x="126" y="70"/>
                  </a:lnTo>
                  <a:lnTo>
                    <a:pt x="99" y="89"/>
                  </a:lnTo>
                  <a:lnTo>
                    <a:pt x="74" y="106"/>
                  </a:lnTo>
                  <a:lnTo>
                    <a:pt x="52" y="126"/>
                  </a:lnTo>
                  <a:lnTo>
                    <a:pt x="34" y="148"/>
                  </a:lnTo>
                  <a:lnTo>
                    <a:pt x="19" y="171"/>
                  </a:lnTo>
                  <a:lnTo>
                    <a:pt x="9" y="194"/>
                  </a:lnTo>
                  <a:lnTo>
                    <a:pt x="3" y="219"/>
                  </a:lnTo>
                  <a:lnTo>
                    <a:pt x="0" y="245"/>
                  </a:lnTo>
                  <a:lnTo>
                    <a:pt x="12" y="245"/>
                  </a:lnTo>
                  <a:lnTo>
                    <a:pt x="15" y="221"/>
                  </a:lnTo>
                  <a:lnTo>
                    <a:pt x="20" y="199"/>
                  </a:lnTo>
                  <a:lnTo>
                    <a:pt x="31" y="178"/>
                  </a:lnTo>
                  <a:lnTo>
                    <a:pt x="44" y="156"/>
                  </a:lnTo>
                  <a:lnTo>
                    <a:pt x="61" y="136"/>
                  </a:lnTo>
                  <a:lnTo>
                    <a:pt x="81" y="116"/>
                  </a:lnTo>
                  <a:lnTo>
                    <a:pt x="106" y="98"/>
                  </a:lnTo>
                  <a:lnTo>
                    <a:pt x="133" y="82"/>
                  </a:lnTo>
                  <a:lnTo>
                    <a:pt x="162" y="66"/>
                  </a:lnTo>
                  <a:lnTo>
                    <a:pt x="194" y="52"/>
                  </a:lnTo>
                  <a:lnTo>
                    <a:pt x="229" y="41"/>
                  </a:lnTo>
                  <a:lnTo>
                    <a:pt x="264" y="30"/>
                  </a:lnTo>
                  <a:lnTo>
                    <a:pt x="303" y="22"/>
                  </a:lnTo>
                  <a:lnTo>
                    <a:pt x="343" y="16"/>
                  </a:lnTo>
                  <a:lnTo>
                    <a:pt x="384" y="12"/>
                  </a:lnTo>
                  <a:lnTo>
                    <a:pt x="426" y="11"/>
                  </a:lnTo>
                  <a:lnTo>
                    <a:pt x="42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9825" name="Freeform 31"/>
            <p:cNvSpPr>
              <a:spLocks/>
            </p:cNvSpPr>
            <p:nvPr/>
          </p:nvSpPr>
          <p:spPr bwMode="auto">
            <a:xfrm>
              <a:off x="1587" y="1929"/>
              <a:ext cx="85" cy="49"/>
            </a:xfrm>
            <a:custGeom>
              <a:avLst/>
              <a:gdLst>
                <a:gd name="T0" fmla="*/ 0 w 426"/>
                <a:gd name="T1" fmla="*/ 0 h 245"/>
                <a:gd name="T2" fmla="*/ 0 w 426"/>
                <a:gd name="T3" fmla="*/ 0 h 245"/>
                <a:gd name="T4" fmla="*/ 0 w 426"/>
                <a:gd name="T5" fmla="*/ 0 h 245"/>
                <a:gd name="T6" fmla="*/ 0 w 426"/>
                <a:gd name="T7" fmla="*/ 0 h 245"/>
                <a:gd name="T8" fmla="*/ 0 w 426"/>
                <a:gd name="T9" fmla="*/ 1 h 245"/>
                <a:gd name="T10" fmla="*/ 0 w 426"/>
                <a:gd name="T11" fmla="*/ 1 h 245"/>
                <a:gd name="T12" fmla="*/ 0 w 426"/>
                <a:gd name="T13" fmla="*/ 1 h 245"/>
                <a:gd name="T14" fmla="*/ 1 w 426"/>
                <a:gd name="T15" fmla="*/ 1 h 245"/>
                <a:gd name="T16" fmla="*/ 1 w 426"/>
                <a:gd name="T17" fmla="*/ 1 h 245"/>
                <a:gd name="T18" fmla="*/ 1 w 426"/>
                <a:gd name="T19" fmla="*/ 1 h 245"/>
                <a:gd name="T20" fmla="*/ 1 w 426"/>
                <a:gd name="T21" fmla="*/ 2 h 245"/>
                <a:gd name="T22" fmla="*/ 2 w 426"/>
                <a:gd name="T23" fmla="*/ 2 h 245"/>
                <a:gd name="T24" fmla="*/ 2 w 426"/>
                <a:gd name="T25" fmla="*/ 2 h 245"/>
                <a:gd name="T26" fmla="*/ 2 w 426"/>
                <a:gd name="T27" fmla="*/ 2 h 245"/>
                <a:gd name="T28" fmla="*/ 2 w 426"/>
                <a:gd name="T29" fmla="*/ 2 h 245"/>
                <a:gd name="T30" fmla="*/ 3 w 426"/>
                <a:gd name="T31" fmla="*/ 2 h 245"/>
                <a:gd name="T32" fmla="*/ 3 w 426"/>
                <a:gd name="T33" fmla="*/ 2 h 245"/>
                <a:gd name="T34" fmla="*/ 3 w 426"/>
                <a:gd name="T35" fmla="*/ 2 h 245"/>
                <a:gd name="T36" fmla="*/ 3 w 426"/>
                <a:gd name="T37" fmla="*/ 2 h 245"/>
                <a:gd name="T38" fmla="*/ 3 w 426"/>
                <a:gd name="T39" fmla="*/ 2 h 245"/>
                <a:gd name="T40" fmla="*/ 3 w 426"/>
                <a:gd name="T41" fmla="*/ 2 h 245"/>
                <a:gd name="T42" fmla="*/ 2 w 426"/>
                <a:gd name="T43" fmla="*/ 2 h 245"/>
                <a:gd name="T44" fmla="*/ 2 w 426"/>
                <a:gd name="T45" fmla="*/ 2 h 245"/>
                <a:gd name="T46" fmla="*/ 2 w 426"/>
                <a:gd name="T47" fmla="*/ 2 h 245"/>
                <a:gd name="T48" fmla="*/ 2 w 426"/>
                <a:gd name="T49" fmla="*/ 2 h 245"/>
                <a:gd name="T50" fmla="*/ 1 w 426"/>
                <a:gd name="T51" fmla="*/ 1 h 245"/>
                <a:gd name="T52" fmla="*/ 1 w 426"/>
                <a:gd name="T53" fmla="*/ 1 h 245"/>
                <a:gd name="T54" fmla="*/ 1 w 426"/>
                <a:gd name="T55" fmla="*/ 1 h 245"/>
                <a:gd name="T56" fmla="*/ 1 w 426"/>
                <a:gd name="T57" fmla="*/ 1 h 245"/>
                <a:gd name="T58" fmla="*/ 0 w 426"/>
                <a:gd name="T59" fmla="*/ 1 h 245"/>
                <a:gd name="T60" fmla="*/ 0 w 426"/>
                <a:gd name="T61" fmla="*/ 1 h 245"/>
                <a:gd name="T62" fmla="*/ 0 w 426"/>
                <a:gd name="T63" fmla="*/ 1 h 245"/>
                <a:gd name="T64" fmla="*/ 0 w 426"/>
                <a:gd name="T65" fmla="*/ 0 h 245"/>
                <a:gd name="T66" fmla="*/ 0 w 426"/>
                <a:gd name="T67" fmla="*/ 0 h 245"/>
                <a:gd name="T68" fmla="*/ 0 w 426"/>
                <a:gd name="T69" fmla="*/ 0 h 245"/>
                <a:gd name="T70" fmla="*/ 0 w 426"/>
                <a:gd name="T71" fmla="*/ 0 h 245"/>
                <a:gd name="T72" fmla="*/ 0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0" y="0"/>
                  </a:moveTo>
                  <a:lnTo>
                    <a:pt x="0" y="0"/>
                  </a:lnTo>
                  <a:lnTo>
                    <a:pt x="3" y="25"/>
                  </a:lnTo>
                  <a:lnTo>
                    <a:pt x="9" y="50"/>
                  </a:lnTo>
                  <a:lnTo>
                    <a:pt x="19" y="73"/>
                  </a:lnTo>
                  <a:lnTo>
                    <a:pt x="34" y="96"/>
                  </a:lnTo>
                  <a:lnTo>
                    <a:pt x="52" y="118"/>
                  </a:lnTo>
                  <a:lnTo>
                    <a:pt x="74" y="138"/>
                  </a:lnTo>
                  <a:lnTo>
                    <a:pt x="99" y="156"/>
                  </a:lnTo>
                  <a:lnTo>
                    <a:pt x="126" y="174"/>
                  </a:lnTo>
                  <a:lnTo>
                    <a:pt x="157" y="190"/>
                  </a:lnTo>
                  <a:lnTo>
                    <a:pt x="189" y="204"/>
                  </a:lnTo>
                  <a:lnTo>
                    <a:pt x="224" y="215"/>
                  </a:lnTo>
                  <a:lnTo>
                    <a:pt x="262" y="226"/>
                  </a:lnTo>
                  <a:lnTo>
                    <a:pt x="300" y="234"/>
                  </a:lnTo>
                  <a:lnTo>
                    <a:pt x="340" y="240"/>
                  </a:lnTo>
                  <a:lnTo>
                    <a:pt x="384" y="244"/>
                  </a:lnTo>
                  <a:lnTo>
                    <a:pt x="426" y="245"/>
                  </a:lnTo>
                  <a:lnTo>
                    <a:pt x="426" y="233"/>
                  </a:lnTo>
                  <a:lnTo>
                    <a:pt x="384" y="232"/>
                  </a:lnTo>
                  <a:lnTo>
                    <a:pt x="343" y="228"/>
                  </a:lnTo>
                  <a:lnTo>
                    <a:pt x="303" y="222"/>
                  </a:lnTo>
                  <a:lnTo>
                    <a:pt x="264" y="214"/>
                  </a:lnTo>
                  <a:lnTo>
                    <a:pt x="229" y="204"/>
                  </a:lnTo>
                  <a:lnTo>
                    <a:pt x="194" y="192"/>
                  </a:lnTo>
                  <a:lnTo>
                    <a:pt x="162" y="178"/>
                  </a:lnTo>
                  <a:lnTo>
                    <a:pt x="133" y="163"/>
                  </a:lnTo>
                  <a:lnTo>
                    <a:pt x="106" y="146"/>
                  </a:lnTo>
                  <a:lnTo>
                    <a:pt x="81" y="129"/>
                  </a:lnTo>
                  <a:lnTo>
                    <a:pt x="61" y="109"/>
                  </a:lnTo>
                  <a:lnTo>
                    <a:pt x="44" y="89"/>
                  </a:lnTo>
                  <a:lnTo>
                    <a:pt x="31" y="66"/>
                  </a:lnTo>
                  <a:lnTo>
                    <a:pt x="20" y="45"/>
                  </a:lnTo>
                  <a:lnTo>
                    <a:pt x="15" y="2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9826" name="Freeform 32"/>
            <p:cNvSpPr>
              <a:spLocks/>
            </p:cNvSpPr>
            <p:nvPr/>
          </p:nvSpPr>
          <p:spPr bwMode="auto">
            <a:xfrm>
              <a:off x="878" y="1448"/>
              <a:ext cx="792" cy="954"/>
            </a:xfrm>
            <a:custGeom>
              <a:avLst/>
              <a:gdLst>
                <a:gd name="T0" fmla="*/ 13 w 3960"/>
                <a:gd name="T1" fmla="*/ 38 h 4768"/>
                <a:gd name="T2" fmla="*/ 14 w 3960"/>
                <a:gd name="T3" fmla="*/ 38 h 4768"/>
                <a:gd name="T4" fmla="*/ 15 w 3960"/>
                <a:gd name="T5" fmla="*/ 38 h 4768"/>
                <a:gd name="T6" fmla="*/ 15 w 3960"/>
                <a:gd name="T7" fmla="*/ 38 h 4768"/>
                <a:gd name="T8" fmla="*/ 16 w 3960"/>
                <a:gd name="T9" fmla="*/ 38 h 4768"/>
                <a:gd name="T10" fmla="*/ 17 w 3960"/>
                <a:gd name="T11" fmla="*/ 38 h 4768"/>
                <a:gd name="T12" fmla="*/ 17 w 3960"/>
                <a:gd name="T13" fmla="*/ 38 h 4768"/>
                <a:gd name="T14" fmla="*/ 18 w 3960"/>
                <a:gd name="T15" fmla="*/ 38 h 4768"/>
                <a:gd name="T16" fmla="*/ 18 w 3960"/>
                <a:gd name="T17" fmla="*/ 38 h 4768"/>
                <a:gd name="T18" fmla="*/ 29 w 3960"/>
                <a:gd name="T19" fmla="*/ 30 h 4768"/>
                <a:gd name="T20" fmla="*/ 30 w 3960"/>
                <a:gd name="T21" fmla="*/ 30 h 4768"/>
                <a:gd name="T22" fmla="*/ 30 w 3960"/>
                <a:gd name="T23" fmla="*/ 29 h 4768"/>
                <a:gd name="T24" fmla="*/ 31 w 3960"/>
                <a:gd name="T25" fmla="*/ 28 h 4768"/>
                <a:gd name="T26" fmla="*/ 31 w 3960"/>
                <a:gd name="T27" fmla="*/ 28 h 4768"/>
                <a:gd name="T28" fmla="*/ 31 w 3960"/>
                <a:gd name="T29" fmla="*/ 27 h 4768"/>
                <a:gd name="T30" fmla="*/ 32 w 3960"/>
                <a:gd name="T31" fmla="*/ 26 h 4768"/>
                <a:gd name="T32" fmla="*/ 32 w 3960"/>
                <a:gd name="T33" fmla="*/ 25 h 4768"/>
                <a:gd name="T34" fmla="*/ 32 w 3960"/>
                <a:gd name="T35" fmla="*/ 11 h 4768"/>
                <a:gd name="T36" fmla="*/ 32 w 3960"/>
                <a:gd name="T37" fmla="*/ 10 h 4768"/>
                <a:gd name="T38" fmla="*/ 31 w 3960"/>
                <a:gd name="T39" fmla="*/ 9 h 4768"/>
                <a:gd name="T40" fmla="*/ 31 w 3960"/>
                <a:gd name="T41" fmla="*/ 9 h 4768"/>
                <a:gd name="T42" fmla="*/ 31 w 3960"/>
                <a:gd name="T43" fmla="*/ 8 h 4768"/>
                <a:gd name="T44" fmla="*/ 31 w 3960"/>
                <a:gd name="T45" fmla="*/ 8 h 4768"/>
                <a:gd name="T46" fmla="*/ 30 w 3960"/>
                <a:gd name="T47" fmla="*/ 7 h 4768"/>
                <a:gd name="T48" fmla="*/ 30 w 3960"/>
                <a:gd name="T49" fmla="*/ 7 h 4768"/>
                <a:gd name="T50" fmla="*/ 29 w 3960"/>
                <a:gd name="T51" fmla="*/ 6 h 4768"/>
                <a:gd name="T52" fmla="*/ 19 w 3960"/>
                <a:gd name="T53" fmla="*/ 1 h 4768"/>
                <a:gd name="T54" fmla="*/ 18 w 3960"/>
                <a:gd name="T55" fmla="*/ 0 h 4768"/>
                <a:gd name="T56" fmla="*/ 17 w 3960"/>
                <a:gd name="T57" fmla="*/ 0 h 4768"/>
                <a:gd name="T58" fmla="*/ 17 w 3960"/>
                <a:gd name="T59" fmla="*/ 0 h 4768"/>
                <a:gd name="T60" fmla="*/ 16 w 3960"/>
                <a:gd name="T61" fmla="*/ 0 h 4768"/>
                <a:gd name="T62" fmla="*/ 15 w 3960"/>
                <a:gd name="T63" fmla="*/ 0 h 4768"/>
                <a:gd name="T64" fmla="*/ 14 w 3960"/>
                <a:gd name="T65" fmla="*/ 0 h 4768"/>
                <a:gd name="T66" fmla="*/ 14 w 3960"/>
                <a:gd name="T67" fmla="*/ 0 h 4768"/>
                <a:gd name="T68" fmla="*/ 2 w 3960"/>
                <a:gd name="T69" fmla="*/ 6 h 4768"/>
                <a:gd name="T70" fmla="*/ 2 w 3960"/>
                <a:gd name="T71" fmla="*/ 7 h 4768"/>
                <a:gd name="T72" fmla="*/ 1 w 3960"/>
                <a:gd name="T73" fmla="*/ 7 h 4768"/>
                <a:gd name="T74" fmla="*/ 1 w 3960"/>
                <a:gd name="T75" fmla="*/ 8 h 4768"/>
                <a:gd name="T76" fmla="*/ 1 w 3960"/>
                <a:gd name="T77" fmla="*/ 8 h 4768"/>
                <a:gd name="T78" fmla="*/ 0 w 3960"/>
                <a:gd name="T79" fmla="*/ 9 h 4768"/>
                <a:gd name="T80" fmla="*/ 0 w 3960"/>
                <a:gd name="T81" fmla="*/ 9 h 4768"/>
                <a:gd name="T82" fmla="*/ 0 w 3960"/>
                <a:gd name="T83" fmla="*/ 10 h 4768"/>
                <a:gd name="T84" fmla="*/ 0 w 3960"/>
                <a:gd name="T85" fmla="*/ 11 h 4768"/>
                <a:gd name="T86" fmla="*/ 0 w 3960"/>
                <a:gd name="T87" fmla="*/ 25 h 4768"/>
                <a:gd name="T88" fmla="*/ 0 w 3960"/>
                <a:gd name="T89" fmla="*/ 26 h 4768"/>
                <a:gd name="T90" fmla="*/ 0 w 3960"/>
                <a:gd name="T91" fmla="*/ 27 h 4768"/>
                <a:gd name="T92" fmla="*/ 1 w 3960"/>
                <a:gd name="T93" fmla="*/ 28 h 4768"/>
                <a:gd name="T94" fmla="*/ 1 w 3960"/>
                <a:gd name="T95" fmla="*/ 29 h 4768"/>
                <a:gd name="T96" fmla="*/ 1 w 3960"/>
                <a:gd name="T97" fmla="*/ 29 h 4768"/>
                <a:gd name="T98" fmla="*/ 2 w 3960"/>
                <a:gd name="T99" fmla="*/ 30 h 4768"/>
                <a:gd name="T100" fmla="*/ 3 w 3960"/>
                <a:gd name="T101" fmla="*/ 31 h 4768"/>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w 3960"/>
                <a:gd name="T154" fmla="*/ 0 h 4768"/>
                <a:gd name="T155" fmla="*/ 3960 w 3960"/>
                <a:gd name="T156" fmla="*/ 4768 h 4768"/>
              </a:gdLst>
              <a:ahLst/>
              <a:cxnLst>
                <a:cxn ang="T102">
                  <a:pos x="T0" y="T1"/>
                </a:cxn>
                <a:cxn ang="T103">
                  <a:pos x="T2" y="T3"/>
                </a:cxn>
                <a:cxn ang="T104">
                  <a:pos x="T4" y="T5"/>
                </a:cxn>
                <a:cxn ang="T105">
                  <a:pos x="T6" y="T7"/>
                </a:cxn>
                <a:cxn ang="T106">
                  <a:pos x="T8" y="T9"/>
                </a:cxn>
                <a:cxn ang="T107">
                  <a:pos x="T10" y="T11"/>
                </a:cxn>
                <a:cxn ang="T108">
                  <a:pos x="T12" y="T13"/>
                </a:cxn>
                <a:cxn ang="T109">
                  <a:pos x="T14" y="T15"/>
                </a:cxn>
                <a:cxn ang="T110">
                  <a:pos x="T16" y="T17"/>
                </a:cxn>
                <a:cxn ang="T111">
                  <a:pos x="T18" y="T19"/>
                </a:cxn>
                <a:cxn ang="T112">
                  <a:pos x="T20" y="T21"/>
                </a:cxn>
                <a:cxn ang="T113">
                  <a:pos x="T22" y="T23"/>
                </a:cxn>
                <a:cxn ang="T114">
                  <a:pos x="T24" y="T25"/>
                </a:cxn>
                <a:cxn ang="T115">
                  <a:pos x="T26" y="T27"/>
                </a:cxn>
                <a:cxn ang="T116">
                  <a:pos x="T28" y="T29"/>
                </a:cxn>
                <a:cxn ang="T117">
                  <a:pos x="T30" y="T31"/>
                </a:cxn>
                <a:cxn ang="T118">
                  <a:pos x="T32" y="T33"/>
                </a:cxn>
                <a:cxn ang="T119">
                  <a:pos x="T34" y="T35"/>
                </a:cxn>
                <a:cxn ang="T120">
                  <a:pos x="T36" y="T37"/>
                </a:cxn>
                <a:cxn ang="T121">
                  <a:pos x="T38" y="T39"/>
                </a:cxn>
                <a:cxn ang="T122">
                  <a:pos x="T40" y="T41"/>
                </a:cxn>
                <a:cxn ang="T123">
                  <a:pos x="T42" y="T43"/>
                </a:cxn>
                <a:cxn ang="T124">
                  <a:pos x="T44" y="T45"/>
                </a:cxn>
                <a:cxn ang="T125">
                  <a:pos x="T46" y="T47"/>
                </a:cxn>
                <a:cxn ang="T126">
                  <a:pos x="T48" y="T49"/>
                </a:cxn>
                <a:cxn ang="T127">
                  <a:pos x="T50" y="T51"/>
                </a:cxn>
                <a:cxn ang="T128">
                  <a:pos x="T52" y="T53"/>
                </a:cxn>
                <a:cxn ang="T129">
                  <a:pos x="T54" y="T55"/>
                </a:cxn>
                <a:cxn ang="T130">
                  <a:pos x="T56" y="T57"/>
                </a:cxn>
                <a:cxn ang="T131">
                  <a:pos x="T58" y="T59"/>
                </a:cxn>
                <a:cxn ang="T132">
                  <a:pos x="T60" y="T61"/>
                </a:cxn>
                <a:cxn ang="T133">
                  <a:pos x="T62" y="T63"/>
                </a:cxn>
                <a:cxn ang="T134">
                  <a:pos x="T64" y="T65"/>
                </a:cxn>
                <a:cxn ang="T135">
                  <a:pos x="T66" y="T67"/>
                </a:cxn>
                <a:cxn ang="T136">
                  <a:pos x="T68" y="T69"/>
                </a:cxn>
                <a:cxn ang="T137">
                  <a:pos x="T70" y="T71"/>
                </a:cxn>
                <a:cxn ang="T138">
                  <a:pos x="T72" y="T73"/>
                </a:cxn>
                <a:cxn ang="T139">
                  <a:pos x="T74" y="T75"/>
                </a:cxn>
                <a:cxn ang="T140">
                  <a:pos x="T76" y="T77"/>
                </a:cxn>
                <a:cxn ang="T141">
                  <a:pos x="T78" y="T79"/>
                </a:cxn>
                <a:cxn ang="T142">
                  <a:pos x="T80" y="T81"/>
                </a:cxn>
                <a:cxn ang="T143">
                  <a:pos x="T82" y="T83"/>
                </a:cxn>
                <a:cxn ang="T144">
                  <a:pos x="T84" y="T85"/>
                </a:cxn>
                <a:cxn ang="T145">
                  <a:pos x="T86" y="T87"/>
                </a:cxn>
                <a:cxn ang="T146">
                  <a:pos x="T88" y="T89"/>
                </a:cxn>
                <a:cxn ang="T147">
                  <a:pos x="T90" y="T91"/>
                </a:cxn>
                <a:cxn ang="T148">
                  <a:pos x="T92" y="T93"/>
                </a:cxn>
                <a:cxn ang="T149">
                  <a:pos x="T94" y="T95"/>
                </a:cxn>
                <a:cxn ang="T150">
                  <a:pos x="T96" y="T97"/>
                </a:cxn>
                <a:cxn ang="T151">
                  <a:pos x="T98" y="T99"/>
                </a:cxn>
                <a:cxn ang="T152">
                  <a:pos x="T100" y="T101"/>
                </a:cxn>
              </a:cxnLst>
              <a:rect l="T153" t="T154" r="T155" b="T156"/>
              <a:pathLst>
                <a:path w="3960" h="4768">
                  <a:moveTo>
                    <a:pt x="353" y="3849"/>
                  </a:moveTo>
                  <a:lnTo>
                    <a:pt x="1661" y="4700"/>
                  </a:lnTo>
                  <a:lnTo>
                    <a:pt x="1697" y="4717"/>
                  </a:lnTo>
                  <a:lnTo>
                    <a:pt x="1736" y="4731"/>
                  </a:lnTo>
                  <a:lnTo>
                    <a:pt x="1776" y="4742"/>
                  </a:lnTo>
                  <a:lnTo>
                    <a:pt x="1818" y="4753"/>
                  </a:lnTo>
                  <a:lnTo>
                    <a:pt x="1860" y="4760"/>
                  </a:lnTo>
                  <a:lnTo>
                    <a:pt x="1902" y="4765"/>
                  </a:lnTo>
                  <a:lnTo>
                    <a:pt x="1946" y="4768"/>
                  </a:lnTo>
                  <a:lnTo>
                    <a:pt x="1988" y="4768"/>
                  </a:lnTo>
                  <a:lnTo>
                    <a:pt x="2031" y="4767"/>
                  </a:lnTo>
                  <a:lnTo>
                    <a:pt x="2073" y="4763"/>
                  </a:lnTo>
                  <a:lnTo>
                    <a:pt x="2114" y="4758"/>
                  </a:lnTo>
                  <a:lnTo>
                    <a:pt x="2154" y="4751"/>
                  </a:lnTo>
                  <a:lnTo>
                    <a:pt x="2193" y="4740"/>
                  </a:lnTo>
                  <a:lnTo>
                    <a:pt x="2230" y="4729"/>
                  </a:lnTo>
                  <a:lnTo>
                    <a:pt x="2264" y="4715"/>
                  </a:lnTo>
                  <a:lnTo>
                    <a:pt x="2297" y="4700"/>
                  </a:lnTo>
                  <a:lnTo>
                    <a:pt x="3639" y="3825"/>
                  </a:lnTo>
                  <a:lnTo>
                    <a:pt x="3673" y="3795"/>
                  </a:lnTo>
                  <a:lnTo>
                    <a:pt x="3707" y="3761"/>
                  </a:lnTo>
                  <a:lnTo>
                    <a:pt x="3738" y="3725"/>
                  </a:lnTo>
                  <a:lnTo>
                    <a:pt x="3768" y="3685"/>
                  </a:lnTo>
                  <a:lnTo>
                    <a:pt x="3796" y="3644"/>
                  </a:lnTo>
                  <a:lnTo>
                    <a:pt x="3821" y="3599"/>
                  </a:lnTo>
                  <a:lnTo>
                    <a:pt x="3846" y="3553"/>
                  </a:lnTo>
                  <a:lnTo>
                    <a:pt x="3868" y="3505"/>
                  </a:lnTo>
                  <a:lnTo>
                    <a:pt x="3888" y="3456"/>
                  </a:lnTo>
                  <a:lnTo>
                    <a:pt x="3907" y="3406"/>
                  </a:lnTo>
                  <a:lnTo>
                    <a:pt x="3922" y="3354"/>
                  </a:lnTo>
                  <a:lnTo>
                    <a:pt x="3935" y="3303"/>
                  </a:lnTo>
                  <a:lnTo>
                    <a:pt x="3946" y="3250"/>
                  </a:lnTo>
                  <a:lnTo>
                    <a:pt x="3953" y="3197"/>
                  </a:lnTo>
                  <a:lnTo>
                    <a:pt x="3957" y="3144"/>
                  </a:lnTo>
                  <a:lnTo>
                    <a:pt x="3960" y="3092"/>
                  </a:lnTo>
                  <a:lnTo>
                    <a:pt x="3959" y="1313"/>
                  </a:lnTo>
                  <a:lnTo>
                    <a:pt x="3955" y="1271"/>
                  </a:lnTo>
                  <a:lnTo>
                    <a:pt x="3949" y="1229"/>
                  </a:lnTo>
                  <a:lnTo>
                    <a:pt x="3941" y="1189"/>
                  </a:lnTo>
                  <a:lnTo>
                    <a:pt x="3930" y="1149"/>
                  </a:lnTo>
                  <a:lnTo>
                    <a:pt x="3918" y="1111"/>
                  </a:lnTo>
                  <a:lnTo>
                    <a:pt x="3902" y="1075"/>
                  </a:lnTo>
                  <a:lnTo>
                    <a:pt x="3886" y="1040"/>
                  </a:lnTo>
                  <a:lnTo>
                    <a:pt x="3867" y="1006"/>
                  </a:lnTo>
                  <a:lnTo>
                    <a:pt x="3846" y="973"/>
                  </a:lnTo>
                  <a:lnTo>
                    <a:pt x="3823" y="942"/>
                  </a:lnTo>
                  <a:lnTo>
                    <a:pt x="3798" y="913"/>
                  </a:lnTo>
                  <a:lnTo>
                    <a:pt x="3771" y="886"/>
                  </a:lnTo>
                  <a:lnTo>
                    <a:pt x="3743" y="860"/>
                  </a:lnTo>
                  <a:lnTo>
                    <a:pt x="3714" y="837"/>
                  </a:lnTo>
                  <a:lnTo>
                    <a:pt x="3682" y="816"/>
                  </a:lnTo>
                  <a:lnTo>
                    <a:pt x="3649" y="796"/>
                  </a:lnTo>
                  <a:lnTo>
                    <a:pt x="2386" y="83"/>
                  </a:lnTo>
                  <a:lnTo>
                    <a:pt x="2350" y="65"/>
                  </a:lnTo>
                  <a:lnTo>
                    <a:pt x="2310" y="50"/>
                  </a:lnTo>
                  <a:lnTo>
                    <a:pt x="2268" y="36"/>
                  </a:lnTo>
                  <a:lnTo>
                    <a:pt x="2223" y="24"/>
                  </a:lnTo>
                  <a:lnTo>
                    <a:pt x="2178" y="15"/>
                  </a:lnTo>
                  <a:lnTo>
                    <a:pt x="2131" y="8"/>
                  </a:lnTo>
                  <a:lnTo>
                    <a:pt x="2082" y="3"/>
                  </a:lnTo>
                  <a:lnTo>
                    <a:pt x="2032" y="0"/>
                  </a:lnTo>
                  <a:lnTo>
                    <a:pt x="1982" y="1"/>
                  </a:lnTo>
                  <a:lnTo>
                    <a:pt x="1933" y="3"/>
                  </a:lnTo>
                  <a:lnTo>
                    <a:pt x="1882" y="9"/>
                  </a:lnTo>
                  <a:lnTo>
                    <a:pt x="1833" y="17"/>
                  </a:lnTo>
                  <a:lnTo>
                    <a:pt x="1785" y="29"/>
                  </a:lnTo>
                  <a:lnTo>
                    <a:pt x="1737" y="43"/>
                  </a:lnTo>
                  <a:lnTo>
                    <a:pt x="1691" y="62"/>
                  </a:lnTo>
                  <a:lnTo>
                    <a:pt x="1647" y="83"/>
                  </a:lnTo>
                  <a:lnTo>
                    <a:pt x="311" y="782"/>
                  </a:lnTo>
                  <a:lnTo>
                    <a:pt x="276" y="803"/>
                  </a:lnTo>
                  <a:lnTo>
                    <a:pt x="243" y="826"/>
                  </a:lnTo>
                  <a:lnTo>
                    <a:pt x="213" y="852"/>
                  </a:lnTo>
                  <a:lnTo>
                    <a:pt x="184" y="879"/>
                  </a:lnTo>
                  <a:lnTo>
                    <a:pt x="155" y="908"/>
                  </a:lnTo>
                  <a:lnTo>
                    <a:pt x="131" y="939"/>
                  </a:lnTo>
                  <a:lnTo>
                    <a:pt x="107" y="971"/>
                  </a:lnTo>
                  <a:lnTo>
                    <a:pt x="86" y="1005"/>
                  </a:lnTo>
                  <a:lnTo>
                    <a:pt x="68" y="1040"/>
                  </a:lnTo>
                  <a:lnTo>
                    <a:pt x="50" y="1076"/>
                  </a:lnTo>
                  <a:lnTo>
                    <a:pt x="36" y="1115"/>
                  </a:lnTo>
                  <a:lnTo>
                    <a:pt x="23" y="1153"/>
                  </a:lnTo>
                  <a:lnTo>
                    <a:pt x="14" y="1195"/>
                  </a:lnTo>
                  <a:lnTo>
                    <a:pt x="7" y="1236"/>
                  </a:lnTo>
                  <a:lnTo>
                    <a:pt x="2" y="1279"/>
                  </a:lnTo>
                  <a:lnTo>
                    <a:pt x="0" y="1322"/>
                  </a:lnTo>
                  <a:lnTo>
                    <a:pt x="0" y="3093"/>
                  </a:lnTo>
                  <a:lnTo>
                    <a:pt x="2" y="3147"/>
                  </a:lnTo>
                  <a:lnTo>
                    <a:pt x="7" y="3202"/>
                  </a:lnTo>
                  <a:lnTo>
                    <a:pt x="15" y="3257"/>
                  </a:lnTo>
                  <a:lnTo>
                    <a:pt x="27" y="3312"/>
                  </a:lnTo>
                  <a:lnTo>
                    <a:pt x="42" y="3366"/>
                  </a:lnTo>
                  <a:lnTo>
                    <a:pt x="59" y="3420"/>
                  </a:lnTo>
                  <a:lnTo>
                    <a:pt x="79" y="3474"/>
                  </a:lnTo>
                  <a:lnTo>
                    <a:pt x="102" y="3525"/>
                  </a:lnTo>
                  <a:lnTo>
                    <a:pt x="127" y="3576"/>
                  </a:lnTo>
                  <a:lnTo>
                    <a:pt x="154" y="3624"/>
                  </a:lnTo>
                  <a:lnTo>
                    <a:pt x="184" y="3670"/>
                  </a:lnTo>
                  <a:lnTo>
                    <a:pt x="214" y="3712"/>
                  </a:lnTo>
                  <a:lnTo>
                    <a:pt x="247" y="3752"/>
                  </a:lnTo>
                  <a:lnTo>
                    <a:pt x="281" y="3788"/>
                  </a:lnTo>
                  <a:lnTo>
                    <a:pt x="317" y="3821"/>
                  </a:lnTo>
                  <a:lnTo>
                    <a:pt x="353" y="384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9827" name="Freeform 33"/>
            <p:cNvSpPr>
              <a:spLocks/>
            </p:cNvSpPr>
            <p:nvPr/>
          </p:nvSpPr>
          <p:spPr bwMode="auto">
            <a:xfrm>
              <a:off x="943" y="2210"/>
              <a:ext cx="276" cy="187"/>
            </a:xfrm>
            <a:custGeom>
              <a:avLst/>
              <a:gdLst>
                <a:gd name="T0" fmla="*/ 11 w 1380"/>
                <a:gd name="T1" fmla="*/ 7 h 937"/>
                <a:gd name="T2" fmla="*/ 11 w 1380"/>
                <a:gd name="T3" fmla="*/ 7 h 937"/>
                <a:gd name="T4" fmla="*/ 0 w 1380"/>
                <a:gd name="T5" fmla="*/ 0 h 937"/>
                <a:gd name="T6" fmla="*/ 0 w 1380"/>
                <a:gd name="T7" fmla="*/ 1 h 937"/>
                <a:gd name="T8" fmla="*/ 10 w 1380"/>
                <a:gd name="T9" fmla="*/ 7 h 937"/>
                <a:gd name="T10" fmla="*/ 10 w 1380"/>
                <a:gd name="T11" fmla="*/ 7 h 937"/>
                <a:gd name="T12" fmla="*/ 10 w 1380"/>
                <a:gd name="T13" fmla="*/ 7 h 937"/>
                <a:gd name="T14" fmla="*/ 11 w 1380"/>
                <a:gd name="T15" fmla="*/ 7 h 937"/>
                <a:gd name="T16" fmla="*/ 11 w 1380"/>
                <a:gd name="T17" fmla="*/ 7 h 937"/>
                <a:gd name="T18" fmla="*/ 11 w 1380"/>
                <a:gd name="T19" fmla="*/ 7 h 937"/>
                <a:gd name="T20" fmla="*/ 11 w 1380"/>
                <a:gd name="T21" fmla="*/ 7 h 937"/>
                <a:gd name="T22" fmla="*/ 11 w 1380"/>
                <a:gd name="T23" fmla="*/ 7 h 937"/>
                <a:gd name="T24" fmla="*/ 11 w 1380"/>
                <a:gd name="T25" fmla="*/ 7 h 937"/>
                <a:gd name="T26" fmla="*/ 11 w 1380"/>
                <a:gd name="T27" fmla="*/ 7 h 937"/>
                <a:gd name="T28" fmla="*/ 11 w 1380"/>
                <a:gd name="T29" fmla="*/ 7 h 937"/>
                <a:gd name="T30" fmla="*/ 11 w 1380"/>
                <a:gd name="T31" fmla="*/ 7 h 93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80"/>
                <a:gd name="T49" fmla="*/ 0 h 937"/>
                <a:gd name="T50" fmla="*/ 1380 w 1380"/>
                <a:gd name="T51" fmla="*/ 937 h 93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80" h="937">
                  <a:moveTo>
                    <a:pt x="1354" y="848"/>
                  </a:moveTo>
                  <a:lnTo>
                    <a:pt x="1359" y="851"/>
                  </a:lnTo>
                  <a:lnTo>
                    <a:pt x="51" y="0"/>
                  </a:lnTo>
                  <a:lnTo>
                    <a:pt x="0" y="78"/>
                  </a:lnTo>
                  <a:lnTo>
                    <a:pt x="1307" y="929"/>
                  </a:lnTo>
                  <a:lnTo>
                    <a:pt x="1312" y="932"/>
                  </a:lnTo>
                  <a:lnTo>
                    <a:pt x="1307" y="929"/>
                  </a:lnTo>
                  <a:lnTo>
                    <a:pt x="1326" y="937"/>
                  </a:lnTo>
                  <a:lnTo>
                    <a:pt x="1345" y="936"/>
                  </a:lnTo>
                  <a:lnTo>
                    <a:pt x="1360" y="929"/>
                  </a:lnTo>
                  <a:lnTo>
                    <a:pt x="1372" y="916"/>
                  </a:lnTo>
                  <a:lnTo>
                    <a:pt x="1379" y="899"/>
                  </a:lnTo>
                  <a:lnTo>
                    <a:pt x="1380" y="883"/>
                  </a:lnTo>
                  <a:lnTo>
                    <a:pt x="1374" y="865"/>
                  </a:lnTo>
                  <a:lnTo>
                    <a:pt x="1359" y="851"/>
                  </a:lnTo>
                  <a:lnTo>
                    <a:pt x="1354" y="84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9828" name="Freeform 34"/>
            <p:cNvSpPr>
              <a:spLocks/>
            </p:cNvSpPr>
            <p:nvPr/>
          </p:nvSpPr>
          <p:spPr bwMode="auto">
            <a:xfrm>
              <a:off x="1206" y="2379"/>
              <a:ext cx="140" cy="32"/>
            </a:xfrm>
            <a:custGeom>
              <a:avLst/>
              <a:gdLst>
                <a:gd name="T0" fmla="*/ 5 w 703"/>
                <a:gd name="T1" fmla="*/ 0 h 162"/>
                <a:gd name="T2" fmla="*/ 5 w 703"/>
                <a:gd name="T3" fmla="*/ 0 h 162"/>
                <a:gd name="T4" fmla="*/ 5 w 703"/>
                <a:gd name="T5" fmla="*/ 0 h 162"/>
                <a:gd name="T6" fmla="*/ 5 w 703"/>
                <a:gd name="T7" fmla="*/ 0 h 162"/>
                <a:gd name="T8" fmla="*/ 4 w 703"/>
                <a:gd name="T9" fmla="*/ 0 h 162"/>
                <a:gd name="T10" fmla="*/ 4 w 703"/>
                <a:gd name="T11" fmla="*/ 0 h 162"/>
                <a:gd name="T12" fmla="*/ 4 w 703"/>
                <a:gd name="T13" fmla="*/ 0 h 162"/>
                <a:gd name="T14" fmla="*/ 3 w 703"/>
                <a:gd name="T15" fmla="*/ 1 h 162"/>
                <a:gd name="T16" fmla="*/ 3 w 703"/>
                <a:gd name="T17" fmla="*/ 1 h 162"/>
                <a:gd name="T18" fmla="*/ 3 w 703"/>
                <a:gd name="T19" fmla="*/ 1 h 162"/>
                <a:gd name="T20" fmla="*/ 2 w 703"/>
                <a:gd name="T21" fmla="*/ 1 h 162"/>
                <a:gd name="T22" fmla="*/ 2 w 703"/>
                <a:gd name="T23" fmla="*/ 1 h 162"/>
                <a:gd name="T24" fmla="*/ 2 w 703"/>
                <a:gd name="T25" fmla="*/ 0 h 162"/>
                <a:gd name="T26" fmla="*/ 1 w 703"/>
                <a:gd name="T27" fmla="*/ 0 h 162"/>
                <a:gd name="T28" fmla="*/ 1 w 703"/>
                <a:gd name="T29" fmla="*/ 0 h 162"/>
                <a:gd name="T30" fmla="*/ 1 w 703"/>
                <a:gd name="T31" fmla="*/ 0 h 162"/>
                <a:gd name="T32" fmla="*/ 1 w 703"/>
                <a:gd name="T33" fmla="*/ 0 h 162"/>
                <a:gd name="T34" fmla="*/ 0 w 703"/>
                <a:gd name="T35" fmla="*/ 0 h 162"/>
                <a:gd name="T36" fmla="*/ 0 w 703"/>
                <a:gd name="T37" fmla="*/ 1 h 162"/>
                <a:gd name="T38" fmla="*/ 0 w 703"/>
                <a:gd name="T39" fmla="*/ 1 h 162"/>
                <a:gd name="T40" fmla="*/ 1 w 703"/>
                <a:gd name="T41" fmla="*/ 1 h 162"/>
                <a:gd name="T42" fmla="*/ 1 w 703"/>
                <a:gd name="T43" fmla="*/ 1 h 162"/>
                <a:gd name="T44" fmla="*/ 1 w 703"/>
                <a:gd name="T45" fmla="*/ 1 h 162"/>
                <a:gd name="T46" fmla="*/ 2 w 703"/>
                <a:gd name="T47" fmla="*/ 1 h 162"/>
                <a:gd name="T48" fmla="*/ 2 w 703"/>
                <a:gd name="T49" fmla="*/ 1 h 162"/>
                <a:gd name="T50" fmla="*/ 2 w 703"/>
                <a:gd name="T51" fmla="*/ 1 h 162"/>
                <a:gd name="T52" fmla="*/ 3 w 703"/>
                <a:gd name="T53" fmla="*/ 1 h 162"/>
                <a:gd name="T54" fmla="*/ 3 w 703"/>
                <a:gd name="T55" fmla="*/ 1 h 162"/>
                <a:gd name="T56" fmla="*/ 3 w 703"/>
                <a:gd name="T57" fmla="*/ 1 h 162"/>
                <a:gd name="T58" fmla="*/ 4 w 703"/>
                <a:gd name="T59" fmla="*/ 1 h 162"/>
                <a:gd name="T60" fmla="*/ 4 w 703"/>
                <a:gd name="T61" fmla="*/ 1 h 162"/>
                <a:gd name="T62" fmla="*/ 5 w 703"/>
                <a:gd name="T63" fmla="*/ 1 h 162"/>
                <a:gd name="T64" fmla="*/ 5 w 703"/>
                <a:gd name="T65" fmla="*/ 1 h 162"/>
                <a:gd name="T66" fmla="*/ 5 w 703"/>
                <a:gd name="T67" fmla="*/ 1 h 162"/>
                <a:gd name="T68" fmla="*/ 5 w 703"/>
                <a:gd name="T69" fmla="*/ 1 h 162"/>
                <a:gd name="T70" fmla="*/ 5 w 703"/>
                <a:gd name="T71" fmla="*/ 1 h 162"/>
                <a:gd name="T72" fmla="*/ 5 w 703"/>
                <a:gd name="T73" fmla="*/ 1 h 162"/>
                <a:gd name="T74" fmla="*/ 5 w 703"/>
                <a:gd name="T75" fmla="*/ 1 h 162"/>
                <a:gd name="T76" fmla="*/ 6 w 703"/>
                <a:gd name="T77" fmla="*/ 0 h 162"/>
                <a:gd name="T78" fmla="*/ 6 w 703"/>
                <a:gd name="T79" fmla="*/ 0 h 162"/>
                <a:gd name="T80" fmla="*/ 6 w 703"/>
                <a:gd name="T81" fmla="*/ 0 h 162"/>
                <a:gd name="T82" fmla="*/ 5 w 703"/>
                <a:gd name="T83" fmla="*/ 0 h 162"/>
                <a:gd name="T84" fmla="*/ 5 w 703"/>
                <a:gd name="T85" fmla="*/ 0 h 162"/>
                <a:gd name="T86" fmla="*/ 5 w 703"/>
                <a:gd name="T87" fmla="*/ 0 h 162"/>
                <a:gd name="T88" fmla="*/ 5 w 703"/>
                <a:gd name="T89" fmla="*/ 0 h 162"/>
                <a:gd name="T90" fmla="*/ 5 w 703"/>
                <a:gd name="T91" fmla="*/ 0 h 162"/>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703"/>
                <a:gd name="T139" fmla="*/ 0 h 162"/>
                <a:gd name="T140" fmla="*/ 703 w 703"/>
                <a:gd name="T141" fmla="*/ 162 h 162"/>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703" h="162">
                  <a:moveTo>
                    <a:pt x="631" y="8"/>
                  </a:moveTo>
                  <a:lnTo>
                    <a:pt x="636" y="6"/>
                  </a:lnTo>
                  <a:lnTo>
                    <a:pt x="606" y="20"/>
                  </a:lnTo>
                  <a:lnTo>
                    <a:pt x="575" y="32"/>
                  </a:lnTo>
                  <a:lnTo>
                    <a:pt x="540" y="42"/>
                  </a:lnTo>
                  <a:lnTo>
                    <a:pt x="504" y="52"/>
                  </a:lnTo>
                  <a:lnTo>
                    <a:pt x="467" y="59"/>
                  </a:lnTo>
                  <a:lnTo>
                    <a:pt x="428" y="64"/>
                  </a:lnTo>
                  <a:lnTo>
                    <a:pt x="389" y="67"/>
                  </a:lnTo>
                  <a:lnTo>
                    <a:pt x="348" y="68"/>
                  </a:lnTo>
                  <a:lnTo>
                    <a:pt x="308" y="68"/>
                  </a:lnTo>
                  <a:lnTo>
                    <a:pt x="267" y="65"/>
                  </a:lnTo>
                  <a:lnTo>
                    <a:pt x="226" y="61"/>
                  </a:lnTo>
                  <a:lnTo>
                    <a:pt x="187" y="54"/>
                  </a:lnTo>
                  <a:lnTo>
                    <a:pt x="148" y="44"/>
                  </a:lnTo>
                  <a:lnTo>
                    <a:pt x="110" y="33"/>
                  </a:lnTo>
                  <a:lnTo>
                    <a:pt x="75" y="20"/>
                  </a:lnTo>
                  <a:lnTo>
                    <a:pt x="42" y="5"/>
                  </a:lnTo>
                  <a:lnTo>
                    <a:pt x="0" y="89"/>
                  </a:lnTo>
                  <a:lnTo>
                    <a:pt x="40" y="107"/>
                  </a:lnTo>
                  <a:lnTo>
                    <a:pt x="82" y="122"/>
                  </a:lnTo>
                  <a:lnTo>
                    <a:pt x="124" y="135"/>
                  </a:lnTo>
                  <a:lnTo>
                    <a:pt x="169" y="146"/>
                  </a:lnTo>
                  <a:lnTo>
                    <a:pt x="214" y="153"/>
                  </a:lnTo>
                  <a:lnTo>
                    <a:pt x="258" y="158"/>
                  </a:lnTo>
                  <a:lnTo>
                    <a:pt x="303" y="162"/>
                  </a:lnTo>
                  <a:lnTo>
                    <a:pt x="348" y="162"/>
                  </a:lnTo>
                  <a:lnTo>
                    <a:pt x="394" y="161"/>
                  </a:lnTo>
                  <a:lnTo>
                    <a:pt x="439" y="157"/>
                  </a:lnTo>
                  <a:lnTo>
                    <a:pt x="481" y="150"/>
                  </a:lnTo>
                  <a:lnTo>
                    <a:pt x="525" y="143"/>
                  </a:lnTo>
                  <a:lnTo>
                    <a:pt x="566" y="132"/>
                  </a:lnTo>
                  <a:lnTo>
                    <a:pt x="606" y="121"/>
                  </a:lnTo>
                  <a:lnTo>
                    <a:pt x="643" y="105"/>
                  </a:lnTo>
                  <a:lnTo>
                    <a:pt x="678" y="88"/>
                  </a:lnTo>
                  <a:lnTo>
                    <a:pt x="683" y="86"/>
                  </a:lnTo>
                  <a:lnTo>
                    <a:pt x="678" y="88"/>
                  </a:lnTo>
                  <a:lnTo>
                    <a:pt x="695" y="75"/>
                  </a:lnTo>
                  <a:lnTo>
                    <a:pt x="702" y="60"/>
                  </a:lnTo>
                  <a:lnTo>
                    <a:pt x="703" y="42"/>
                  </a:lnTo>
                  <a:lnTo>
                    <a:pt x="698" y="26"/>
                  </a:lnTo>
                  <a:lnTo>
                    <a:pt x="688" y="12"/>
                  </a:lnTo>
                  <a:lnTo>
                    <a:pt x="674" y="3"/>
                  </a:lnTo>
                  <a:lnTo>
                    <a:pt x="656" y="0"/>
                  </a:lnTo>
                  <a:lnTo>
                    <a:pt x="636" y="6"/>
                  </a:lnTo>
                  <a:lnTo>
                    <a:pt x="631"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9829" name="Freeform 35"/>
            <p:cNvSpPr>
              <a:spLocks/>
            </p:cNvSpPr>
            <p:nvPr/>
          </p:nvSpPr>
          <p:spPr bwMode="auto">
            <a:xfrm>
              <a:off x="1332" y="2204"/>
              <a:ext cx="283" cy="192"/>
            </a:xfrm>
            <a:custGeom>
              <a:avLst/>
              <a:gdLst>
                <a:gd name="T0" fmla="*/ 11 w 1415"/>
                <a:gd name="T1" fmla="*/ 0 h 960"/>
                <a:gd name="T2" fmla="*/ 11 w 1415"/>
                <a:gd name="T3" fmla="*/ 0 h 960"/>
                <a:gd name="T4" fmla="*/ 0 w 1415"/>
                <a:gd name="T5" fmla="*/ 7 h 960"/>
                <a:gd name="T6" fmla="*/ 0 w 1415"/>
                <a:gd name="T7" fmla="*/ 8 h 960"/>
                <a:gd name="T8" fmla="*/ 11 w 1415"/>
                <a:gd name="T9" fmla="*/ 1 h 960"/>
                <a:gd name="T10" fmla="*/ 11 w 1415"/>
                <a:gd name="T11" fmla="*/ 1 h 960"/>
                <a:gd name="T12" fmla="*/ 11 w 1415"/>
                <a:gd name="T13" fmla="*/ 1 h 960"/>
                <a:gd name="T14" fmla="*/ 11 w 1415"/>
                <a:gd name="T15" fmla="*/ 1 h 960"/>
                <a:gd name="T16" fmla="*/ 11 w 1415"/>
                <a:gd name="T17" fmla="*/ 0 h 960"/>
                <a:gd name="T18" fmla="*/ 11 w 1415"/>
                <a:gd name="T19" fmla="*/ 0 h 960"/>
                <a:gd name="T20" fmla="*/ 11 w 1415"/>
                <a:gd name="T21" fmla="*/ 0 h 960"/>
                <a:gd name="T22" fmla="*/ 11 w 1415"/>
                <a:gd name="T23" fmla="*/ 0 h 960"/>
                <a:gd name="T24" fmla="*/ 11 w 1415"/>
                <a:gd name="T25" fmla="*/ 0 h 960"/>
                <a:gd name="T26" fmla="*/ 11 w 1415"/>
                <a:gd name="T27" fmla="*/ 0 h 960"/>
                <a:gd name="T28" fmla="*/ 11 w 1415"/>
                <a:gd name="T29" fmla="*/ 0 h 960"/>
                <a:gd name="T30" fmla="*/ 11 w 1415"/>
                <a:gd name="T31" fmla="*/ 0 h 96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15"/>
                <a:gd name="T49" fmla="*/ 0 h 960"/>
                <a:gd name="T50" fmla="*/ 1415 w 1415"/>
                <a:gd name="T51" fmla="*/ 960 h 96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15" h="960">
                  <a:moveTo>
                    <a:pt x="1338" y="10"/>
                  </a:moveTo>
                  <a:lnTo>
                    <a:pt x="1342" y="8"/>
                  </a:lnTo>
                  <a:lnTo>
                    <a:pt x="0" y="882"/>
                  </a:lnTo>
                  <a:lnTo>
                    <a:pt x="52" y="960"/>
                  </a:lnTo>
                  <a:lnTo>
                    <a:pt x="1393" y="85"/>
                  </a:lnTo>
                  <a:lnTo>
                    <a:pt x="1397" y="83"/>
                  </a:lnTo>
                  <a:lnTo>
                    <a:pt x="1393" y="85"/>
                  </a:lnTo>
                  <a:lnTo>
                    <a:pt x="1409" y="71"/>
                  </a:lnTo>
                  <a:lnTo>
                    <a:pt x="1415" y="53"/>
                  </a:lnTo>
                  <a:lnTo>
                    <a:pt x="1413" y="37"/>
                  </a:lnTo>
                  <a:lnTo>
                    <a:pt x="1406" y="21"/>
                  </a:lnTo>
                  <a:lnTo>
                    <a:pt x="1395" y="8"/>
                  </a:lnTo>
                  <a:lnTo>
                    <a:pt x="1379" y="1"/>
                  </a:lnTo>
                  <a:lnTo>
                    <a:pt x="1361" y="0"/>
                  </a:lnTo>
                  <a:lnTo>
                    <a:pt x="1342" y="8"/>
                  </a:lnTo>
                  <a:lnTo>
                    <a:pt x="1338" y="1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9830" name="Freeform 36"/>
            <p:cNvSpPr>
              <a:spLocks/>
            </p:cNvSpPr>
            <p:nvPr/>
          </p:nvSpPr>
          <p:spPr bwMode="auto">
            <a:xfrm>
              <a:off x="1599" y="2057"/>
              <a:ext cx="80" cy="163"/>
            </a:xfrm>
            <a:custGeom>
              <a:avLst/>
              <a:gdLst>
                <a:gd name="T0" fmla="*/ 2 w 398"/>
                <a:gd name="T1" fmla="*/ 0 h 817"/>
                <a:gd name="T2" fmla="*/ 2 w 398"/>
                <a:gd name="T3" fmla="*/ 0 h 817"/>
                <a:gd name="T4" fmla="*/ 2 w 398"/>
                <a:gd name="T5" fmla="*/ 1 h 817"/>
                <a:gd name="T6" fmla="*/ 2 w 398"/>
                <a:gd name="T7" fmla="*/ 1 h 817"/>
                <a:gd name="T8" fmla="*/ 2 w 398"/>
                <a:gd name="T9" fmla="*/ 2 h 817"/>
                <a:gd name="T10" fmla="*/ 2 w 398"/>
                <a:gd name="T11" fmla="*/ 2 h 817"/>
                <a:gd name="T12" fmla="*/ 2 w 398"/>
                <a:gd name="T13" fmla="*/ 2 h 817"/>
                <a:gd name="T14" fmla="*/ 2 w 398"/>
                <a:gd name="T15" fmla="*/ 3 h 817"/>
                <a:gd name="T16" fmla="*/ 2 w 398"/>
                <a:gd name="T17" fmla="*/ 3 h 817"/>
                <a:gd name="T18" fmla="*/ 2 w 398"/>
                <a:gd name="T19" fmla="*/ 4 h 817"/>
                <a:gd name="T20" fmla="*/ 2 w 398"/>
                <a:gd name="T21" fmla="*/ 4 h 817"/>
                <a:gd name="T22" fmla="*/ 1 w 398"/>
                <a:gd name="T23" fmla="*/ 4 h 817"/>
                <a:gd name="T24" fmla="*/ 1 w 398"/>
                <a:gd name="T25" fmla="*/ 5 h 817"/>
                <a:gd name="T26" fmla="*/ 1 w 398"/>
                <a:gd name="T27" fmla="*/ 5 h 817"/>
                <a:gd name="T28" fmla="*/ 1 w 398"/>
                <a:gd name="T29" fmla="*/ 5 h 817"/>
                <a:gd name="T30" fmla="*/ 1 w 398"/>
                <a:gd name="T31" fmla="*/ 5 h 817"/>
                <a:gd name="T32" fmla="*/ 0 w 398"/>
                <a:gd name="T33" fmla="*/ 6 h 817"/>
                <a:gd name="T34" fmla="*/ 0 w 398"/>
                <a:gd name="T35" fmla="*/ 6 h 817"/>
                <a:gd name="T36" fmla="*/ 0 w 398"/>
                <a:gd name="T37" fmla="*/ 7 h 817"/>
                <a:gd name="T38" fmla="*/ 1 w 398"/>
                <a:gd name="T39" fmla="*/ 6 h 817"/>
                <a:gd name="T40" fmla="*/ 1 w 398"/>
                <a:gd name="T41" fmla="*/ 6 h 817"/>
                <a:gd name="T42" fmla="*/ 1 w 398"/>
                <a:gd name="T43" fmla="*/ 6 h 817"/>
                <a:gd name="T44" fmla="*/ 2 w 398"/>
                <a:gd name="T45" fmla="*/ 5 h 817"/>
                <a:gd name="T46" fmla="*/ 2 w 398"/>
                <a:gd name="T47" fmla="*/ 5 h 817"/>
                <a:gd name="T48" fmla="*/ 2 w 398"/>
                <a:gd name="T49" fmla="*/ 5 h 817"/>
                <a:gd name="T50" fmla="*/ 2 w 398"/>
                <a:gd name="T51" fmla="*/ 4 h 817"/>
                <a:gd name="T52" fmla="*/ 2 w 398"/>
                <a:gd name="T53" fmla="*/ 4 h 817"/>
                <a:gd name="T54" fmla="*/ 3 w 398"/>
                <a:gd name="T55" fmla="*/ 3 h 817"/>
                <a:gd name="T56" fmla="*/ 3 w 398"/>
                <a:gd name="T57" fmla="*/ 3 h 817"/>
                <a:gd name="T58" fmla="*/ 3 w 398"/>
                <a:gd name="T59" fmla="*/ 3 h 817"/>
                <a:gd name="T60" fmla="*/ 3 w 398"/>
                <a:gd name="T61" fmla="*/ 2 h 817"/>
                <a:gd name="T62" fmla="*/ 3 w 398"/>
                <a:gd name="T63" fmla="*/ 2 h 817"/>
                <a:gd name="T64" fmla="*/ 3 w 398"/>
                <a:gd name="T65" fmla="*/ 1 h 817"/>
                <a:gd name="T66" fmla="*/ 3 w 398"/>
                <a:gd name="T67" fmla="*/ 1 h 817"/>
                <a:gd name="T68" fmla="*/ 3 w 398"/>
                <a:gd name="T69" fmla="*/ 0 h 817"/>
                <a:gd name="T70" fmla="*/ 3 w 398"/>
                <a:gd name="T71" fmla="*/ 0 h 817"/>
                <a:gd name="T72" fmla="*/ 3 w 398"/>
                <a:gd name="T73" fmla="*/ 0 h 817"/>
                <a:gd name="T74" fmla="*/ 3 w 398"/>
                <a:gd name="T75" fmla="*/ 0 h 817"/>
                <a:gd name="T76" fmla="*/ 3 w 398"/>
                <a:gd name="T77" fmla="*/ 0 h 817"/>
                <a:gd name="T78" fmla="*/ 3 w 398"/>
                <a:gd name="T79" fmla="*/ 0 h 817"/>
                <a:gd name="T80" fmla="*/ 3 w 398"/>
                <a:gd name="T81" fmla="*/ 0 h 817"/>
                <a:gd name="T82" fmla="*/ 3 w 398"/>
                <a:gd name="T83" fmla="*/ 0 h 817"/>
                <a:gd name="T84" fmla="*/ 3 w 398"/>
                <a:gd name="T85" fmla="*/ 0 h 817"/>
                <a:gd name="T86" fmla="*/ 2 w 398"/>
                <a:gd name="T87" fmla="*/ 0 h 817"/>
                <a:gd name="T88" fmla="*/ 2 w 398"/>
                <a:gd name="T89" fmla="*/ 0 h 817"/>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398"/>
                <a:gd name="T136" fmla="*/ 0 h 817"/>
                <a:gd name="T137" fmla="*/ 398 w 398"/>
                <a:gd name="T138" fmla="*/ 817 h 817"/>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398" h="817">
                  <a:moveTo>
                    <a:pt x="304" y="47"/>
                  </a:moveTo>
                  <a:lnTo>
                    <a:pt x="304" y="47"/>
                  </a:lnTo>
                  <a:lnTo>
                    <a:pt x="301" y="97"/>
                  </a:lnTo>
                  <a:lnTo>
                    <a:pt x="297" y="147"/>
                  </a:lnTo>
                  <a:lnTo>
                    <a:pt x="291" y="198"/>
                  </a:lnTo>
                  <a:lnTo>
                    <a:pt x="280" y="247"/>
                  </a:lnTo>
                  <a:lnTo>
                    <a:pt x="268" y="297"/>
                  </a:lnTo>
                  <a:lnTo>
                    <a:pt x="253" y="347"/>
                  </a:lnTo>
                  <a:lnTo>
                    <a:pt x="236" y="395"/>
                  </a:lnTo>
                  <a:lnTo>
                    <a:pt x="217" y="442"/>
                  </a:lnTo>
                  <a:lnTo>
                    <a:pt x="195" y="487"/>
                  </a:lnTo>
                  <a:lnTo>
                    <a:pt x="171" y="532"/>
                  </a:lnTo>
                  <a:lnTo>
                    <a:pt x="147" y="574"/>
                  </a:lnTo>
                  <a:lnTo>
                    <a:pt x="121" y="613"/>
                  </a:lnTo>
                  <a:lnTo>
                    <a:pt x="93" y="650"/>
                  </a:lnTo>
                  <a:lnTo>
                    <a:pt x="64" y="684"/>
                  </a:lnTo>
                  <a:lnTo>
                    <a:pt x="32" y="716"/>
                  </a:lnTo>
                  <a:lnTo>
                    <a:pt x="0" y="744"/>
                  </a:lnTo>
                  <a:lnTo>
                    <a:pt x="59" y="817"/>
                  </a:lnTo>
                  <a:lnTo>
                    <a:pt x="95" y="784"/>
                  </a:lnTo>
                  <a:lnTo>
                    <a:pt x="132" y="748"/>
                  </a:lnTo>
                  <a:lnTo>
                    <a:pt x="166" y="709"/>
                  </a:lnTo>
                  <a:lnTo>
                    <a:pt x="196" y="667"/>
                  </a:lnTo>
                  <a:lnTo>
                    <a:pt x="227" y="623"/>
                  </a:lnTo>
                  <a:lnTo>
                    <a:pt x="253" y="576"/>
                  </a:lnTo>
                  <a:lnTo>
                    <a:pt x="279" y="530"/>
                  </a:lnTo>
                  <a:lnTo>
                    <a:pt x="301" y="479"/>
                  </a:lnTo>
                  <a:lnTo>
                    <a:pt x="323" y="428"/>
                  </a:lnTo>
                  <a:lnTo>
                    <a:pt x="342" y="375"/>
                  </a:lnTo>
                  <a:lnTo>
                    <a:pt x="359" y="321"/>
                  </a:lnTo>
                  <a:lnTo>
                    <a:pt x="372" y="268"/>
                  </a:lnTo>
                  <a:lnTo>
                    <a:pt x="382" y="212"/>
                  </a:lnTo>
                  <a:lnTo>
                    <a:pt x="391" y="157"/>
                  </a:lnTo>
                  <a:lnTo>
                    <a:pt x="395" y="102"/>
                  </a:lnTo>
                  <a:lnTo>
                    <a:pt x="398" y="47"/>
                  </a:lnTo>
                  <a:lnTo>
                    <a:pt x="394" y="27"/>
                  </a:lnTo>
                  <a:lnTo>
                    <a:pt x="383" y="11"/>
                  </a:lnTo>
                  <a:lnTo>
                    <a:pt x="368" y="3"/>
                  </a:lnTo>
                  <a:lnTo>
                    <a:pt x="351" y="0"/>
                  </a:lnTo>
                  <a:lnTo>
                    <a:pt x="333" y="3"/>
                  </a:lnTo>
                  <a:lnTo>
                    <a:pt x="319" y="11"/>
                  </a:lnTo>
                  <a:lnTo>
                    <a:pt x="307" y="27"/>
                  </a:lnTo>
                  <a:lnTo>
                    <a:pt x="304" y="4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9831" name="Freeform 37"/>
            <p:cNvSpPr>
              <a:spLocks/>
            </p:cNvSpPr>
            <p:nvPr/>
          </p:nvSpPr>
          <p:spPr bwMode="auto">
            <a:xfrm>
              <a:off x="1660" y="1701"/>
              <a:ext cx="19" cy="365"/>
            </a:xfrm>
            <a:custGeom>
              <a:avLst/>
              <a:gdLst>
                <a:gd name="T0" fmla="*/ 0 w 95"/>
                <a:gd name="T1" fmla="*/ 0 h 1826"/>
                <a:gd name="T2" fmla="*/ 0 w 95"/>
                <a:gd name="T3" fmla="*/ 0 h 1826"/>
                <a:gd name="T4" fmla="*/ 0 w 95"/>
                <a:gd name="T5" fmla="*/ 15 h 1826"/>
                <a:gd name="T6" fmla="*/ 1 w 95"/>
                <a:gd name="T7" fmla="*/ 15 h 1826"/>
                <a:gd name="T8" fmla="*/ 1 w 95"/>
                <a:gd name="T9" fmla="*/ 0 h 1826"/>
                <a:gd name="T10" fmla="*/ 1 w 95"/>
                <a:gd name="T11" fmla="*/ 0 h 1826"/>
                <a:gd name="T12" fmla="*/ 1 w 95"/>
                <a:gd name="T13" fmla="*/ 0 h 1826"/>
                <a:gd name="T14" fmla="*/ 1 w 95"/>
                <a:gd name="T15" fmla="*/ 0 h 1826"/>
                <a:gd name="T16" fmla="*/ 1 w 95"/>
                <a:gd name="T17" fmla="*/ 0 h 1826"/>
                <a:gd name="T18" fmla="*/ 1 w 95"/>
                <a:gd name="T19" fmla="*/ 0 h 1826"/>
                <a:gd name="T20" fmla="*/ 0 w 95"/>
                <a:gd name="T21" fmla="*/ 0 h 1826"/>
                <a:gd name="T22" fmla="*/ 0 w 95"/>
                <a:gd name="T23" fmla="*/ 0 h 1826"/>
                <a:gd name="T24" fmla="*/ 0 w 95"/>
                <a:gd name="T25" fmla="*/ 0 h 1826"/>
                <a:gd name="T26" fmla="*/ 0 w 95"/>
                <a:gd name="T27" fmla="*/ 0 h 1826"/>
                <a:gd name="T28" fmla="*/ 0 w 95"/>
                <a:gd name="T29" fmla="*/ 0 h 1826"/>
                <a:gd name="T30" fmla="*/ 0 w 95"/>
                <a:gd name="T31" fmla="*/ 0 h 182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95"/>
                <a:gd name="T49" fmla="*/ 0 h 1826"/>
                <a:gd name="T50" fmla="*/ 95 w 95"/>
                <a:gd name="T51" fmla="*/ 1826 h 182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95" h="1826">
                  <a:moveTo>
                    <a:pt x="0" y="49"/>
                  </a:moveTo>
                  <a:lnTo>
                    <a:pt x="0" y="47"/>
                  </a:lnTo>
                  <a:lnTo>
                    <a:pt x="1" y="1826"/>
                  </a:lnTo>
                  <a:lnTo>
                    <a:pt x="95" y="1826"/>
                  </a:lnTo>
                  <a:lnTo>
                    <a:pt x="93" y="47"/>
                  </a:lnTo>
                  <a:lnTo>
                    <a:pt x="93" y="45"/>
                  </a:lnTo>
                  <a:lnTo>
                    <a:pt x="93" y="47"/>
                  </a:lnTo>
                  <a:lnTo>
                    <a:pt x="90" y="27"/>
                  </a:lnTo>
                  <a:lnTo>
                    <a:pt x="79" y="12"/>
                  </a:lnTo>
                  <a:lnTo>
                    <a:pt x="64" y="4"/>
                  </a:lnTo>
                  <a:lnTo>
                    <a:pt x="47" y="0"/>
                  </a:lnTo>
                  <a:lnTo>
                    <a:pt x="29" y="4"/>
                  </a:lnTo>
                  <a:lnTo>
                    <a:pt x="15" y="12"/>
                  </a:lnTo>
                  <a:lnTo>
                    <a:pt x="3" y="27"/>
                  </a:lnTo>
                  <a:lnTo>
                    <a:pt x="0" y="47"/>
                  </a:lnTo>
                  <a:lnTo>
                    <a:pt x="0" y="4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9832" name="Freeform 38"/>
            <p:cNvSpPr>
              <a:spLocks/>
            </p:cNvSpPr>
            <p:nvPr/>
          </p:nvSpPr>
          <p:spPr bwMode="auto">
            <a:xfrm>
              <a:off x="1598" y="1598"/>
              <a:ext cx="81" cy="113"/>
            </a:xfrm>
            <a:custGeom>
              <a:avLst/>
              <a:gdLst>
                <a:gd name="T0" fmla="*/ 0 w 401"/>
                <a:gd name="T1" fmla="*/ 1 h 566"/>
                <a:gd name="T2" fmla="*/ 0 w 401"/>
                <a:gd name="T3" fmla="*/ 1 h 566"/>
                <a:gd name="T4" fmla="*/ 0 w 401"/>
                <a:gd name="T5" fmla="*/ 1 h 566"/>
                <a:gd name="T6" fmla="*/ 1 w 401"/>
                <a:gd name="T7" fmla="*/ 1 h 566"/>
                <a:gd name="T8" fmla="*/ 1 w 401"/>
                <a:gd name="T9" fmla="*/ 1 h 566"/>
                <a:gd name="T10" fmla="*/ 1 w 401"/>
                <a:gd name="T11" fmla="*/ 1 h 566"/>
                <a:gd name="T12" fmla="*/ 1 w 401"/>
                <a:gd name="T13" fmla="*/ 2 h 566"/>
                <a:gd name="T14" fmla="*/ 1 w 401"/>
                <a:gd name="T15" fmla="*/ 2 h 566"/>
                <a:gd name="T16" fmla="*/ 2 w 401"/>
                <a:gd name="T17" fmla="*/ 2 h 566"/>
                <a:gd name="T18" fmla="*/ 2 w 401"/>
                <a:gd name="T19" fmla="*/ 2 h 566"/>
                <a:gd name="T20" fmla="*/ 2 w 401"/>
                <a:gd name="T21" fmla="*/ 2 h 566"/>
                <a:gd name="T22" fmla="*/ 2 w 401"/>
                <a:gd name="T23" fmla="*/ 3 h 566"/>
                <a:gd name="T24" fmla="*/ 2 w 401"/>
                <a:gd name="T25" fmla="*/ 3 h 566"/>
                <a:gd name="T26" fmla="*/ 2 w 401"/>
                <a:gd name="T27" fmla="*/ 3 h 566"/>
                <a:gd name="T28" fmla="*/ 2 w 401"/>
                <a:gd name="T29" fmla="*/ 4 h 566"/>
                <a:gd name="T30" fmla="*/ 2 w 401"/>
                <a:gd name="T31" fmla="*/ 4 h 566"/>
                <a:gd name="T32" fmla="*/ 2 w 401"/>
                <a:gd name="T33" fmla="*/ 4 h 566"/>
                <a:gd name="T34" fmla="*/ 3 w 401"/>
                <a:gd name="T35" fmla="*/ 5 h 566"/>
                <a:gd name="T36" fmla="*/ 3 w 401"/>
                <a:gd name="T37" fmla="*/ 4 h 566"/>
                <a:gd name="T38" fmla="*/ 3 w 401"/>
                <a:gd name="T39" fmla="*/ 4 h 566"/>
                <a:gd name="T40" fmla="*/ 3 w 401"/>
                <a:gd name="T41" fmla="*/ 4 h 566"/>
                <a:gd name="T42" fmla="*/ 3 w 401"/>
                <a:gd name="T43" fmla="*/ 3 h 566"/>
                <a:gd name="T44" fmla="*/ 3 w 401"/>
                <a:gd name="T45" fmla="*/ 3 h 566"/>
                <a:gd name="T46" fmla="*/ 3 w 401"/>
                <a:gd name="T47" fmla="*/ 3 h 566"/>
                <a:gd name="T48" fmla="*/ 3 w 401"/>
                <a:gd name="T49" fmla="*/ 2 h 566"/>
                <a:gd name="T50" fmla="*/ 3 w 401"/>
                <a:gd name="T51" fmla="*/ 2 h 566"/>
                <a:gd name="T52" fmla="*/ 2 w 401"/>
                <a:gd name="T53" fmla="*/ 2 h 566"/>
                <a:gd name="T54" fmla="*/ 2 w 401"/>
                <a:gd name="T55" fmla="*/ 2 h 566"/>
                <a:gd name="T56" fmla="*/ 2 w 401"/>
                <a:gd name="T57" fmla="*/ 1 h 566"/>
                <a:gd name="T58" fmla="*/ 2 w 401"/>
                <a:gd name="T59" fmla="*/ 1 h 566"/>
                <a:gd name="T60" fmla="*/ 2 w 401"/>
                <a:gd name="T61" fmla="*/ 1 h 566"/>
                <a:gd name="T62" fmla="*/ 1 w 401"/>
                <a:gd name="T63" fmla="*/ 1 h 566"/>
                <a:gd name="T64" fmla="*/ 1 w 401"/>
                <a:gd name="T65" fmla="*/ 0 h 566"/>
                <a:gd name="T66" fmla="*/ 1 w 401"/>
                <a:gd name="T67" fmla="*/ 0 h 566"/>
                <a:gd name="T68" fmla="*/ 1 w 401"/>
                <a:gd name="T69" fmla="*/ 0 h 566"/>
                <a:gd name="T70" fmla="*/ 1 w 401"/>
                <a:gd name="T71" fmla="*/ 0 h 566"/>
                <a:gd name="T72" fmla="*/ 1 w 401"/>
                <a:gd name="T73" fmla="*/ 0 h 566"/>
                <a:gd name="T74" fmla="*/ 0 w 401"/>
                <a:gd name="T75" fmla="*/ 0 h 566"/>
                <a:gd name="T76" fmla="*/ 0 w 401"/>
                <a:gd name="T77" fmla="*/ 0 h 566"/>
                <a:gd name="T78" fmla="*/ 0 w 401"/>
                <a:gd name="T79" fmla="*/ 0 h 566"/>
                <a:gd name="T80" fmla="*/ 0 w 401"/>
                <a:gd name="T81" fmla="*/ 0 h 566"/>
                <a:gd name="T82" fmla="*/ 0 w 401"/>
                <a:gd name="T83" fmla="*/ 0 h 566"/>
                <a:gd name="T84" fmla="*/ 0 w 401"/>
                <a:gd name="T85" fmla="*/ 0 h 566"/>
                <a:gd name="T86" fmla="*/ 0 w 401"/>
                <a:gd name="T87" fmla="*/ 1 h 566"/>
                <a:gd name="T88" fmla="*/ 0 w 401"/>
                <a:gd name="T89" fmla="*/ 1 h 56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401"/>
                <a:gd name="T136" fmla="*/ 0 h 566"/>
                <a:gd name="T137" fmla="*/ 401 w 401"/>
                <a:gd name="T138" fmla="*/ 566 h 566"/>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401" h="566">
                  <a:moveTo>
                    <a:pt x="23" y="88"/>
                  </a:moveTo>
                  <a:lnTo>
                    <a:pt x="23" y="88"/>
                  </a:lnTo>
                  <a:lnTo>
                    <a:pt x="53" y="107"/>
                  </a:lnTo>
                  <a:lnTo>
                    <a:pt x="83" y="125"/>
                  </a:lnTo>
                  <a:lnTo>
                    <a:pt x="108" y="147"/>
                  </a:lnTo>
                  <a:lnTo>
                    <a:pt x="135" y="171"/>
                  </a:lnTo>
                  <a:lnTo>
                    <a:pt x="160" y="196"/>
                  </a:lnTo>
                  <a:lnTo>
                    <a:pt x="182" y="223"/>
                  </a:lnTo>
                  <a:lnTo>
                    <a:pt x="205" y="251"/>
                  </a:lnTo>
                  <a:lnTo>
                    <a:pt x="223" y="281"/>
                  </a:lnTo>
                  <a:lnTo>
                    <a:pt x="240" y="312"/>
                  </a:lnTo>
                  <a:lnTo>
                    <a:pt x="256" y="345"/>
                  </a:lnTo>
                  <a:lnTo>
                    <a:pt x="270" y="379"/>
                  </a:lnTo>
                  <a:lnTo>
                    <a:pt x="282" y="414"/>
                  </a:lnTo>
                  <a:lnTo>
                    <a:pt x="291" y="450"/>
                  </a:lnTo>
                  <a:lnTo>
                    <a:pt x="299" y="488"/>
                  </a:lnTo>
                  <a:lnTo>
                    <a:pt x="304" y="526"/>
                  </a:lnTo>
                  <a:lnTo>
                    <a:pt x="308" y="566"/>
                  </a:lnTo>
                  <a:lnTo>
                    <a:pt x="401" y="562"/>
                  </a:lnTo>
                  <a:lnTo>
                    <a:pt x="398" y="517"/>
                  </a:lnTo>
                  <a:lnTo>
                    <a:pt x="391" y="471"/>
                  </a:lnTo>
                  <a:lnTo>
                    <a:pt x="383" y="429"/>
                  </a:lnTo>
                  <a:lnTo>
                    <a:pt x="371" y="386"/>
                  </a:lnTo>
                  <a:lnTo>
                    <a:pt x="357" y="346"/>
                  </a:lnTo>
                  <a:lnTo>
                    <a:pt x="340" y="307"/>
                  </a:lnTo>
                  <a:lnTo>
                    <a:pt x="324" y="270"/>
                  </a:lnTo>
                  <a:lnTo>
                    <a:pt x="303" y="232"/>
                  </a:lnTo>
                  <a:lnTo>
                    <a:pt x="280" y="197"/>
                  </a:lnTo>
                  <a:lnTo>
                    <a:pt x="255" y="164"/>
                  </a:lnTo>
                  <a:lnTo>
                    <a:pt x="228" y="132"/>
                  </a:lnTo>
                  <a:lnTo>
                    <a:pt x="199" y="103"/>
                  </a:lnTo>
                  <a:lnTo>
                    <a:pt x="169" y="76"/>
                  </a:lnTo>
                  <a:lnTo>
                    <a:pt x="137" y="50"/>
                  </a:lnTo>
                  <a:lnTo>
                    <a:pt x="103" y="27"/>
                  </a:lnTo>
                  <a:lnTo>
                    <a:pt x="67" y="6"/>
                  </a:lnTo>
                  <a:lnTo>
                    <a:pt x="48" y="0"/>
                  </a:lnTo>
                  <a:lnTo>
                    <a:pt x="30" y="2"/>
                  </a:lnTo>
                  <a:lnTo>
                    <a:pt x="16" y="12"/>
                  </a:lnTo>
                  <a:lnTo>
                    <a:pt x="5" y="25"/>
                  </a:lnTo>
                  <a:lnTo>
                    <a:pt x="0" y="41"/>
                  </a:lnTo>
                  <a:lnTo>
                    <a:pt x="0" y="59"/>
                  </a:lnTo>
                  <a:lnTo>
                    <a:pt x="8" y="75"/>
                  </a:lnTo>
                  <a:lnTo>
                    <a:pt x="23"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9833" name="Freeform 39"/>
            <p:cNvSpPr>
              <a:spLocks/>
            </p:cNvSpPr>
            <p:nvPr/>
          </p:nvSpPr>
          <p:spPr bwMode="auto">
            <a:xfrm>
              <a:off x="1346" y="1455"/>
              <a:ext cx="266" cy="160"/>
            </a:xfrm>
            <a:custGeom>
              <a:avLst/>
              <a:gdLst>
                <a:gd name="T0" fmla="*/ 0 w 1330"/>
                <a:gd name="T1" fmla="*/ 1 h 801"/>
                <a:gd name="T2" fmla="*/ 0 w 1330"/>
                <a:gd name="T3" fmla="*/ 1 h 801"/>
                <a:gd name="T4" fmla="*/ 10 w 1330"/>
                <a:gd name="T5" fmla="*/ 6 h 801"/>
                <a:gd name="T6" fmla="*/ 11 w 1330"/>
                <a:gd name="T7" fmla="*/ 6 h 801"/>
                <a:gd name="T8" fmla="*/ 1 w 1330"/>
                <a:gd name="T9" fmla="*/ 0 h 801"/>
                <a:gd name="T10" fmla="*/ 1 w 1330"/>
                <a:gd name="T11" fmla="*/ 0 h 801"/>
                <a:gd name="T12" fmla="*/ 1 w 1330"/>
                <a:gd name="T13" fmla="*/ 0 h 801"/>
                <a:gd name="T14" fmla="*/ 0 w 1330"/>
                <a:gd name="T15" fmla="*/ 0 h 801"/>
                <a:gd name="T16" fmla="*/ 0 w 1330"/>
                <a:gd name="T17" fmla="*/ 0 h 801"/>
                <a:gd name="T18" fmla="*/ 0 w 1330"/>
                <a:gd name="T19" fmla="*/ 0 h 801"/>
                <a:gd name="T20" fmla="*/ 0 w 1330"/>
                <a:gd name="T21" fmla="*/ 0 h 801"/>
                <a:gd name="T22" fmla="*/ 0 w 1330"/>
                <a:gd name="T23" fmla="*/ 0 h 801"/>
                <a:gd name="T24" fmla="*/ 0 w 1330"/>
                <a:gd name="T25" fmla="*/ 0 h 801"/>
                <a:gd name="T26" fmla="*/ 0 w 1330"/>
                <a:gd name="T27" fmla="*/ 1 h 801"/>
                <a:gd name="T28" fmla="*/ 0 w 1330"/>
                <a:gd name="T29" fmla="*/ 1 h 801"/>
                <a:gd name="T30" fmla="*/ 0 w 1330"/>
                <a:gd name="T31" fmla="*/ 1 h 801"/>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30"/>
                <a:gd name="T49" fmla="*/ 0 h 801"/>
                <a:gd name="T50" fmla="*/ 1330 w 1330"/>
                <a:gd name="T51" fmla="*/ 801 h 801"/>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30" h="801">
                  <a:moveTo>
                    <a:pt x="24" y="88"/>
                  </a:moveTo>
                  <a:lnTo>
                    <a:pt x="23" y="88"/>
                  </a:lnTo>
                  <a:lnTo>
                    <a:pt x="1286" y="801"/>
                  </a:lnTo>
                  <a:lnTo>
                    <a:pt x="1330" y="719"/>
                  </a:lnTo>
                  <a:lnTo>
                    <a:pt x="67" y="6"/>
                  </a:lnTo>
                  <a:lnTo>
                    <a:pt x="66" y="6"/>
                  </a:lnTo>
                  <a:lnTo>
                    <a:pt x="67" y="6"/>
                  </a:lnTo>
                  <a:lnTo>
                    <a:pt x="48" y="0"/>
                  </a:lnTo>
                  <a:lnTo>
                    <a:pt x="30" y="2"/>
                  </a:lnTo>
                  <a:lnTo>
                    <a:pt x="16" y="12"/>
                  </a:lnTo>
                  <a:lnTo>
                    <a:pt x="5" y="25"/>
                  </a:lnTo>
                  <a:lnTo>
                    <a:pt x="0" y="41"/>
                  </a:lnTo>
                  <a:lnTo>
                    <a:pt x="0" y="59"/>
                  </a:lnTo>
                  <a:lnTo>
                    <a:pt x="8" y="75"/>
                  </a:lnTo>
                  <a:lnTo>
                    <a:pt x="23" y="88"/>
                  </a:lnTo>
                  <a:lnTo>
                    <a:pt x="24"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9834" name="Freeform 40"/>
            <p:cNvSpPr>
              <a:spLocks/>
            </p:cNvSpPr>
            <p:nvPr/>
          </p:nvSpPr>
          <p:spPr bwMode="auto">
            <a:xfrm>
              <a:off x="1198" y="1439"/>
              <a:ext cx="161" cy="35"/>
            </a:xfrm>
            <a:custGeom>
              <a:avLst/>
              <a:gdLst>
                <a:gd name="T0" fmla="*/ 1 w 806"/>
                <a:gd name="T1" fmla="*/ 1 h 177"/>
                <a:gd name="T2" fmla="*/ 1 w 806"/>
                <a:gd name="T3" fmla="*/ 1 h 177"/>
                <a:gd name="T4" fmla="*/ 1 w 806"/>
                <a:gd name="T5" fmla="*/ 1 h 177"/>
                <a:gd name="T6" fmla="*/ 1 w 806"/>
                <a:gd name="T7" fmla="*/ 1 h 177"/>
                <a:gd name="T8" fmla="*/ 2 w 806"/>
                <a:gd name="T9" fmla="*/ 1 h 177"/>
                <a:gd name="T10" fmla="*/ 2 w 806"/>
                <a:gd name="T11" fmla="*/ 1 h 177"/>
                <a:gd name="T12" fmla="*/ 2 w 806"/>
                <a:gd name="T13" fmla="*/ 1 h 177"/>
                <a:gd name="T14" fmla="*/ 3 w 806"/>
                <a:gd name="T15" fmla="*/ 1 h 177"/>
                <a:gd name="T16" fmla="*/ 3 w 806"/>
                <a:gd name="T17" fmla="*/ 1 h 177"/>
                <a:gd name="T18" fmla="*/ 3 w 806"/>
                <a:gd name="T19" fmla="*/ 1 h 177"/>
                <a:gd name="T20" fmla="*/ 4 w 806"/>
                <a:gd name="T21" fmla="*/ 1 h 177"/>
                <a:gd name="T22" fmla="*/ 4 w 806"/>
                <a:gd name="T23" fmla="*/ 1 h 177"/>
                <a:gd name="T24" fmla="*/ 5 w 806"/>
                <a:gd name="T25" fmla="*/ 1 h 177"/>
                <a:gd name="T26" fmla="*/ 5 w 806"/>
                <a:gd name="T27" fmla="*/ 1 h 177"/>
                <a:gd name="T28" fmla="*/ 5 w 806"/>
                <a:gd name="T29" fmla="*/ 1 h 177"/>
                <a:gd name="T30" fmla="*/ 6 w 806"/>
                <a:gd name="T31" fmla="*/ 1 h 177"/>
                <a:gd name="T32" fmla="*/ 6 w 806"/>
                <a:gd name="T33" fmla="*/ 1 h 177"/>
                <a:gd name="T34" fmla="*/ 6 w 806"/>
                <a:gd name="T35" fmla="*/ 1 h 177"/>
                <a:gd name="T36" fmla="*/ 6 w 806"/>
                <a:gd name="T37" fmla="*/ 1 h 177"/>
                <a:gd name="T38" fmla="*/ 6 w 806"/>
                <a:gd name="T39" fmla="*/ 1 h 177"/>
                <a:gd name="T40" fmla="*/ 6 w 806"/>
                <a:gd name="T41" fmla="*/ 0 h 177"/>
                <a:gd name="T42" fmla="*/ 5 w 806"/>
                <a:gd name="T43" fmla="*/ 0 h 177"/>
                <a:gd name="T44" fmla="*/ 5 w 806"/>
                <a:gd name="T45" fmla="*/ 0 h 177"/>
                <a:gd name="T46" fmla="*/ 5 w 806"/>
                <a:gd name="T47" fmla="*/ 0 h 177"/>
                <a:gd name="T48" fmla="*/ 4 w 806"/>
                <a:gd name="T49" fmla="*/ 0 h 177"/>
                <a:gd name="T50" fmla="*/ 4 w 806"/>
                <a:gd name="T51" fmla="*/ 0 h 177"/>
                <a:gd name="T52" fmla="*/ 3 w 806"/>
                <a:gd name="T53" fmla="*/ 0 h 177"/>
                <a:gd name="T54" fmla="*/ 3 w 806"/>
                <a:gd name="T55" fmla="*/ 0 h 177"/>
                <a:gd name="T56" fmla="*/ 3 w 806"/>
                <a:gd name="T57" fmla="*/ 0 h 177"/>
                <a:gd name="T58" fmla="*/ 2 w 806"/>
                <a:gd name="T59" fmla="*/ 0 h 177"/>
                <a:gd name="T60" fmla="*/ 2 w 806"/>
                <a:gd name="T61" fmla="*/ 0 h 177"/>
                <a:gd name="T62" fmla="*/ 1 w 806"/>
                <a:gd name="T63" fmla="*/ 0 h 177"/>
                <a:gd name="T64" fmla="*/ 1 w 806"/>
                <a:gd name="T65" fmla="*/ 0 h 177"/>
                <a:gd name="T66" fmla="*/ 1 w 806"/>
                <a:gd name="T67" fmla="*/ 1 h 177"/>
                <a:gd name="T68" fmla="*/ 0 w 806"/>
                <a:gd name="T69" fmla="*/ 1 h 177"/>
                <a:gd name="T70" fmla="*/ 0 w 806"/>
                <a:gd name="T71" fmla="*/ 1 h 177"/>
                <a:gd name="T72" fmla="*/ 0 w 806"/>
                <a:gd name="T73" fmla="*/ 1 h 177"/>
                <a:gd name="T74" fmla="*/ 0 w 806"/>
                <a:gd name="T75" fmla="*/ 1 h 177"/>
                <a:gd name="T76" fmla="*/ 0 w 806"/>
                <a:gd name="T77" fmla="*/ 1 h 177"/>
                <a:gd name="T78" fmla="*/ 0 w 806"/>
                <a:gd name="T79" fmla="*/ 1 h 177"/>
                <a:gd name="T80" fmla="*/ 0 w 806"/>
                <a:gd name="T81" fmla="*/ 1 h 177"/>
                <a:gd name="T82" fmla="*/ 0 w 806"/>
                <a:gd name="T83" fmla="*/ 1 h 177"/>
                <a:gd name="T84" fmla="*/ 0 w 806"/>
                <a:gd name="T85" fmla="*/ 1 h 177"/>
                <a:gd name="T86" fmla="*/ 0 w 806"/>
                <a:gd name="T87" fmla="*/ 1 h 177"/>
                <a:gd name="T88" fmla="*/ 1 w 806"/>
                <a:gd name="T89" fmla="*/ 1 h 177"/>
                <a:gd name="T90" fmla="*/ 1 w 806"/>
                <a:gd name="T91" fmla="*/ 1 h 17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806"/>
                <a:gd name="T139" fmla="*/ 0 h 177"/>
                <a:gd name="T140" fmla="*/ 806 w 806"/>
                <a:gd name="T141" fmla="*/ 177 h 17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806" h="177">
                  <a:moveTo>
                    <a:pt x="67" y="171"/>
                  </a:moveTo>
                  <a:lnTo>
                    <a:pt x="68" y="171"/>
                  </a:lnTo>
                  <a:lnTo>
                    <a:pt x="109" y="151"/>
                  </a:lnTo>
                  <a:lnTo>
                    <a:pt x="151" y="135"/>
                  </a:lnTo>
                  <a:lnTo>
                    <a:pt x="196" y="122"/>
                  </a:lnTo>
                  <a:lnTo>
                    <a:pt x="242" y="110"/>
                  </a:lnTo>
                  <a:lnTo>
                    <a:pt x="287" y="102"/>
                  </a:lnTo>
                  <a:lnTo>
                    <a:pt x="335" y="97"/>
                  </a:lnTo>
                  <a:lnTo>
                    <a:pt x="382" y="95"/>
                  </a:lnTo>
                  <a:lnTo>
                    <a:pt x="430" y="94"/>
                  </a:lnTo>
                  <a:lnTo>
                    <a:pt x="477" y="97"/>
                  </a:lnTo>
                  <a:lnTo>
                    <a:pt x="524" y="102"/>
                  </a:lnTo>
                  <a:lnTo>
                    <a:pt x="568" y="108"/>
                  </a:lnTo>
                  <a:lnTo>
                    <a:pt x="612" y="117"/>
                  </a:lnTo>
                  <a:lnTo>
                    <a:pt x="654" y="128"/>
                  </a:lnTo>
                  <a:lnTo>
                    <a:pt x="693" y="141"/>
                  </a:lnTo>
                  <a:lnTo>
                    <a:pt x="730" y="155"/>
                  </a:lnTo>
                  <a:lnTo>
                    <a:pt x="764" y="171"/>
                  </a:lnTo>
                  <a:lnTo>
                    <a:pt x="806" y="89"/>
                  </a:lnTo>
                  <a:lnTo>
                    <a:pt x="768" y="70"/>
                  </a:lnTo>
                  <a:lnTo>
                    <a:pt x="725" y="54"/>
                  </a:lnTo>
                  <a:lnTo>
                    <a:pt x="680" y="39"/>
                  </a:lnTo>
                  <a:lnTo>
                    <a:pt x="633" y="26"/>
                  </a:lnTo>
                  <a:lnTo>
                    <a:pt x="585" y="16"/>
                  </a:lnTo>
                  <a:lnTo>
                    <a:pt x="536" y="8"/>
                  </a:lnTo>
                  <a:lnTo>
                    <a:pt x="484" y="3"/>
                  </a:lnTo>
                  <a:lnTo>
                    <a:pt x="433" y="0"/>
                  </a:lnTo>
                  <a:lnTo>
                    <a:pt x="380" y="1"/>
                  </a:lnTo>
                  <a:lnTo>
                    <a:pt x="328" y="3"/>
                  </a:lnTo>
                  <a:lnTo>
                    <a:pt x="276" y="10"/>
                  </a:lnTo>
                  <a:lnTo>
                    <a:pt x="223" y="19"/>
                  </a:lnTo>
                  <a:lnTo>
                    <a:pt x="172" y="30"/>
                  </a:lnTo>
                  <a:lnTo>
                    <a:pt x="121" y="46"/>
                  </a:lnTo>
                  <a:lnTo>
                    <a:pt x="72" y="67"/>
                  </a:lnTo>
                  <a:lnTo>
                    <a:pt x="24" y="89"/>
                  </a:lnTo>
                  <a:lnTo>
                    <a:pt x="25" y="89"/>
                  </a:lnTo>
                  <a:lnTo>
                    <a:pt x="24" y="89"/>
                  </a:lnTo>
                  <a:lnTo>
                    <a:pt x="8" y="102"/>
                  </a:lnTo>
                  <a:lnTo>
                    <a:pt x="0" y="118"/>
                  </a:lnTo>
                  <a:lnTo>
                    <a:pt x="0" y="136"/>
                  </a:lnTo>
                  <a:lnTo>
                    <a:pt x="6" y="152"/>
                  </a:lnTo>
                  <a:lnTo>
                    <a:pt x="17" y="165"/>
                  </a:lnTo>
                  <a:lnTo>
                    <a:pt x="31" y="175"/>
                  </a:lnTo>
                  <a:lnTo>
                    <a:pt x="48" y="177"/>
                  </a:lnTo>
                  <a:lnTo>
                    <a:pt x="68" y="171"/>
                  </a:lnTo>
                  <a:lnTo>
                    <a:pt x="67" y="1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9835" name="Freeform 41"/>
            <p:cNvSpPr>
              <a:spLocks/>
            </p:cNvSpPr>
            <p:nvPr/>
          </p:nvSpPr>
          <p:spPr bwMode="auto">
            <a:xfrm>
              <a:off x="931" y="1456"/>
              <a:ext cx="280" cy="158"/>
            </a:xfrm>
            <a:custGeom>
              <a:avLst/>
              <a:gdLst>
                <a:gd name="T0" fmla="*/ 1 w 1402"/>
                <a:gd name="T1" fmla="*/ 6 h 787"/>
                <a:gd name="T2" fmla="*/ 1 w 1402"/>
                <a:gd name="T3" fmla="*/ 6 h 787"/>
                <a:gd name="T4" fmla="*/ 11 w 1402"/>
                <a:gd name="T5" fmla="*/ 1 h 787"/>
                <a:gd name="T6" fmla="*/ 11 w 1402"/>
                <a:gd name="T7" fmla="*/ 0 h 787"/>
                <a:gd name="T8" fmla="*/ 0 w 1402"/>
                <a:gd name="T9" fmla="*/ 6 h 787"/>
                <a:gd name="T10" fmla="*/ 0 w 1402"/>
                <a:gd name="T11" fmla="*/ 6 h 787"/>
                <a:gd name="T12" fmla="*/ 0 w 1402"/>
                <a:gd name="T13" fmla="*/ 6 h 787"/>
                <a:gd name="T14" fmla="*/ 0 w 1402"/>
                <a:gd name="T15" fmla="*/ 6 h 787"/>
                <a:gd name="T16" fmla="*/ 0 w 1402"/>
                <a:gd name="T17" fmla="*/ 6 h 787"/>
                <a:gd name="T18" fmla="*/ 0 w 1402"/>
                <a:gd name="T19" fmla="*/ 6 h 787"/>
                <a:gd name="T20" fmla="*/ 0 w 1402"/>
                <a:gd name="T21" fmla="*/ 6 h 787"/>
                <a:gd name="T22" fmla="*/ 0 w 1402"/>
                <a:gd name="T23" fmla="*/ 6 h 787"/>
                <a:gd name="T24" fmla="*/ 0 w 1402"/>
                <a:gd name="T25" fmla="*/ 6 h 787"/>
                <a:gd name="T26" fmla="*/ 0 w 1402"/>
                <a:gd name="T27" fmla="*/ 6 h 787"/>
                <a:gd name="T28" fmla="*/ 1 w 1402"/>
                <a:gd name="T29" fmla="*/ 6 h 787"/>
                <a:gd name="T30" fmla="*/ 1 w 1402"/>
                <a:gd name="T31" fmla="*/ 6 h 78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02"/>
                <a:gd name="T49" fmla="*/ 0 h 787"/>
                <a:gd name="T50" fmla="*/ 1402 w 1402"/>
                <a:gd name="T51" fmla="*/ 787 h 78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02" h="787">
                  <a:moveTo>
                    <a:pt x="69" y="781"/>
                  </a:moveTo>
                  <a:lnTo>
                    <a:pt x="66" y="781"/>
                  </a:lnTo>
                  <a:lnTo>
                    <a:pt x="1402" y="82"/>
                  </a:lnTo>
                  <a:lnTo>
                    <a:pt x="1360" y="0"/>
                  </a:lnTo>
                  <a:lnTo>
                    <a:pt x="24" y="699"/>
                  </a:lnTo>
                  <a:lnTo>
                    <a:pt x="22" y="699"/>
                  </a:lnTo>
                  <a:lnTo>
                    <a:pt x="24" y="699"/>
                  </a:lnTo>
                  <a:lnTo>
                    <a:pt x="8" y="712"/>
                  </a:lnTo>
                  <a:lnTo>
                    <a:pt x="1" y="727"/>
                  </a:lnTo>
                  <a:lnTo>
                    <a:pt x="0" y="744"/>
                  </a:lnTo>
                  <a:lnTo>
                    <a:pt x="5" y="761"/>
                  </a:lnTo>
                  <a:lnTo>
                    <a:pt x="15" y="775"/>
                  </a:lnTo>
                  <a:lnTo>
                    <a:pt x="30" y="784"/>
                  </a:lnTo>
                  <a:lnTo>
                    <a:pt x="46" y="787"/>
                  </a:lnTo>
                  <a:lnTo>
                    <a:pt x="66" y="781"/>
                  </a:lnTo>
                  <a:lnTo>
                    <a:pt x="69" y="7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9836" name="Freeform 42"/>
            <p:cNvSpPr>
              <a:spLocks/>
            </p:cNvSpPr>
            <p:nvPr/>
          </p:nvSpPr>
          <p:spPr bwMode="auto">
            <a:xfrm>
              <a:off x="868" y="1596"/>
              <a:ext cx="77" cy="126"/>
            </a:xfrm>
            <a:custGeom>
              <a:avLst/>
              <a:gdLst>
                <a:gd name="T0" fmla="*/ 1 w 382"/>
                <a:gd name="T1" fmla="*/ 5 h 628"/>
                <a:gd name="T2" fmla="*/ 1 w 382"/>
                <a:gd name="T3" fmla="*/ 5 h 628"/>
                <a:gd name="T4" fmla="*/ 1 w 382"/>
                <a:gd name="T5" fmla="*/ 4 h 628"/>
                <a:gd name="T6" fmla="*/ 1 w 382"/>
                <a:gd name="T7" fmla="*/ 4 h 628"/>
                <a:gd name="T8" fmla="*/ 1 w 382"/>
                <a:gd name="T9" fmla="*/ 4 h 628"/>
                <a:gd name="T10" fmla="*/ 1 w 382"/>
                <a:gd name="T11" fmla="*/ 3 h 628"/>
                <a:gd name="T12" fmla="*/ 1 w 382"/>
                <a:gd name="T13" fmla="*/ 3 h 628"/>
                <a:gd name="T14" fmla="*/ 1 w 382"/>
                <a:gd name="T15" fmla="*/ 3 h 628"/>
                <a:gd name="T16" fmla="*/ 1 w 382"/>
                <a:gd name="T17" fmla="*/ 3 h 628"/>
                <a:gd name="T18" fmla="*/ 1 w 382"/>
                <a:gd name="T19" fmla="*/ 2 h 628"/>
                <a:gd name="T20" fmla="*/ 2 w 382"/>
                <a:gd name="T21" fmla="*/ 2 h 628"/>
                <a:gd name="T22" fmla="*/ 2 w 382"/>
                <a:gd name="T23" fmla="*/ 2 h 628"/>
                <a:gd name="T24" fmla="*/ 2 w 382"/>
                <a:gd name="T25" fmla="*/ 2 h 628"/>
                <a:gd name="T26" fmla="*/ 2 w 382"/>
                <a:gd name="T27" fmla="*/ 1 h 628"/>
                <a:gd name="T28" fmla="*/ 2 w 382"/>
                <a:gd name="T29" fmla="*/ 1 h 628"/>
                <a:gd name="T30" fmla="*/ 3 w 382"/>
                <a:gd name="T31" fmla="*/ 1 h 628"/>
                <a:gd name="T32" fmla="*/ 3 w 382"/>
                <a:gd name="T33" fmla="*/ 1 h 628"/>
                <a:gd name="T34" fmla="*/ 3 w 382"/>
                <a:gd name="T35" fmla="*/ 1 h 628"/>
                <a:gd name="T36" fmla="*/ 3 w 382"/>
                <a:gd name="T37" fmla="*/ 0 h 628"/>
                <a:gd name="T38" fmla="*/ 2 w 382"/>
                <a:gd name="T39" fmla="*/ 0 h 628"/>
                <a:gd name="T40" fmla="*/ 2 w 382"/>
                <a:gd name="T41" fmla="*/ 0 h 628"/>
                <a:gd name="T42" fmla="*/ 2 w 382"/>
                <a:gd name="T43" fmla="*/ 1 h 628"/>
                <a:gd name="T44" fmla="*/ 2 w 382"/>
                <a:gd name="T45" fmla="*/ 1 h 628"/>
                <a:gd name="T46" fmla="*/ 1 w 382"/>
                <a:gd name="T47" fmla="*/ 1 h 628"/>
                <a:gd name="T48" fmla="*/ 1 w 382"/>
                <a:gd name="T49" fmla="*/ 1 h 628"/>
                <a:gd name="T50" fmla="*/ 1 w 382"/>
                <a:gd name="T51" fmla="*/ 2 h 628"/>
                <a:gd name="T52" fmla="*/ 1 w 382"/>
                <a:gd name="T53" fmla="*/ 2 h 628"/>
                <a:gd name="T54" fmla="*/ 1 w 382"/>
                <a:gd name="T55" fmla="*/ 2 h 628"/>
                <a:gd name="T56" fmla="*/ 0 w 382"/>
                <a:gd name="T57" fmla="*/ 3 h 628"/>
                <a:gd name="T58" fmla="*/ 0 w 382"/>
                <a:gd name="T59" fmla="*/ 3 h 628"/>
                <a:gd name="T60" fmla="*/ 0 w 382"/>
                <a:gd name="T61" fmla="*/ 3 h 628"/>
                <a:gd name="T62" fmla="*/ 0 w 382"/>
                <a:gd name="T63" fmla="*/ 4 h 628"/>
                <a:gd name="T64" fmla="*/ 0 w 382"/>
                <a:gd name="T65" fmla="*/ 4 h 628"/>
                <a:gd name="T66" fmla="*/ 0 w 382"/>
                <a:gd name="T67" fmla="*/ 4 h 628"/>
                <a:gd name="T68" fmla="*/ 0 w 382"/>
                <a:gd name="T69" fmla="*/ 5 h 628"/>
                <a:gd name="T70" fmla="*/ 0 w 382"/>
                <a:gd name="T71" fmla="*/ 5 h 628"/>
                <a:gd name="T72" fmla="*/ 0 w 382"/>
                <a:gd name="T73" fmla="*/ 5 h 628"/>
                <a:gd name="T74" fmla="*/ 0 w 382"/>
                <a:gd name="T75" fmla="*/ 5 h 628"/>
                <a:gd name="T76" fmla="*/ 0 w 382"/>
                <a:gd name="T77" fmla="*/ 5 h 628"/>
                <a:gd name="T78" fmla="*/ 0 w 382"/>
                <a:gd name="T79" fmla="*/ 5 h 628"/>
                <a:gd name="T80" fmla="*/ 0 w 382"/>
                <a:gd name="T81" fmla="*/ 5 h 628"/>
                <a:gd name="T82" fmla="*/ 1 w 382"/>
                <a:gd name="T83" fmla="*/ 5 h 628"/>
                <a:gd name="T84" fmla="*/ 1 w 382"/>
                <a:gd name="T85" fmla="*/ 5 h 628"/>
                <a:gd name="T86" fmla="*/ 1 w 382"/>
                <a:gd name="T87" fmla="*/ 5 h 628"/>
                <a:gd name="T88" fmla="*/ 1 w 382"/>
                <a:gd name="T89" fmla="*/ 5 h 628"/>
                <a:gd name="T90" fmla="*/ 1 w 382"/>
                <a:gd name="T91" fmla="*/ 5 h 628"/>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382"/>
                <a:gd name="T139" fmla="*/ 0 h 628"/>
                <a:gd name="T140" fmla="*/ 382 w 382"/>
                <a:gd name="T141" fmla="*/ 628 h 628"/>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382" h="628">
                  <a:moveTo>
                    <a:pt x="94" y="581"/>
                  </a:moveTo>
                  <a:lnTo>
                    <a:pt x="94" y="582"/>
                  </a:lnTo>
                  <a:lnTo>
                    <a:pt x="96" y="541"/>
                  </a:lnTo>
                  <a:lnTo>
                    <a:pt x="99" y="500"/>
                  </a:lnTo>
                  <a:lnTo>
                    <a:pt x="106" y="463"/>
                  </a:lnTo>
                  <a:lnTo>
                    <a:pt x="115" y="424"/>
                  </a:lnTo>
                  <a:lnTo>
                    <a:pt x="127" y="389"/>
                  </a:lnTo>
                  <a:lnTo>
                    <a:pt x="140" y="353"/>
                  </a:lnTo>
                  <a:lnTo>
                    <a:pt x="156" y="320"/>
                  </a:lnTo>
                  <a:lnTo>
                    <a:pt x="173" y="287"/>
                  </a:lnTo>
                  <a:lnTo>
                    <a:pt x="193" y="255"/>
                  </a:lnTo>
                  <a:lnTo>
                    <a:pt x="214" y="226"/>
                  </a:lnTo>
                  <a:lnTo>
                    <a:pt x="238" y="198"/>
                  </a:lnTo>
                  <a:lnTo>
                    <a:pt x="263" y="172"/>
                  </a:lnTo>
                  <a:lnTo>
                    <a:pt x="290" y="146"/>
                  </a:lnTo>
                  <a:lnTo>
                    <a:pt x="318" y="122"/>
                  </a:lnTo>
                  <a:lnTo>
                    <a:pt x="349" y="101"/>
                  </a:lnTo>
                  <a:lnTo>
                    <a:pt x="382" y="82"/>
                  </a:lnTo>
                  <a:lnTo>
                    <a:pt x="335" y="0"/>
                  </a:lnTo>
                  <a:lnTo>
                    <a:pt x="297" y="23"/>
                  </a:lnTo>
                  <a:lnTo>
                    <a:pt x="262" y="49"/>
                  </a:lnTo>
                  <a:lnTo>
                    <a:pt x="229" y="76"/>
                  </a:lnTo>
                  <a:lnTo>
                    <a:pt x="198" y="104"/>
                  </a:lnTo>
                  <a:lnTo>
                    <a:pt x="167" y="137"/>
                  </a:lnTo>
                  <a:lnTo>
                    <a:pt x="142" y="170"/>
                  </a:lnTo>
                  <a:lnTo>
                    <a:pt x="116" y="204"/>
                  </a:lnTo>
                  <a:lnTo>
                    <a:pt x="94" y="240"/>
                  </a:lnTo>
                  <a:lnTo>
                    <a:pt x="74" y="278"/>
                  </a:lnTo>
                  <a:lnTo>
                    <a:pt x="54" y="317"/>
                  </a:lnTo>
                  <a:lnTo>
                    <a:pt x="38" y="359"/>
                  </a:lnTo>
                  <a:lnTo>
                    <a:pt x="26" y="401"/>
                  </a:lnTo>
                  <a:lnTo>
                    <a:pt x="15" y="444"/>
                  </a:lnTo>
                  <a:lnTo>
                    <a:pt x="8" y="489"/>
                  </a:lnTo>
                  <a:lnTo>
                    <a:pt x="2" y="534"/>
                  </a:lnTo>
                  <a:lnTo>
                    <a:pt x="0" y="580"/>
                  </a:lnTo>
                  <a:lnTo>
                    <a:pt x="0" y="581"/>
                  </a:lnTo>
                  <a:lnTo>
                    <a:pt x="0" y="580"/>
                  </a:lnTo>
                  <a:lnTo>
                    <a:pt x="3" y="600"/>
                  </a:lnTo>
                  <a:lnTo>
                    <a:pt x="14" y="615"/>
                  </a:lnTo>
                  <a:lnTo>
                    <a:pt x="29" y="625"/>
                  </a:lnTo>
                  <a:lnTo>
                    <a:pt x="45" y="628"/>
                  </a:lnTo>
                  <a:lnTo>
                    <a:pt x="63" y="626"/>
                  </a:lnTo>
                  <a:lnTo>
                    <a:pt x="78" y="616"/>
                  </a:lnTo>
                  <a:lnTo>
                    <a:pt x="89" y="602"/>
                  </a:lnTo>
                  <a:lnTo>
                    <a:pt x="94" y="582"/>
                  </a:lnTo>
                  <a:lnTo>
                    <a:pt x="94" y="5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9837" name="Freeform 43"/>
            <p:cNvSpPr>
              <a:spLocks/>
            </p:cNvSpPr>
            <p:nvPr/>
          </p:nvSpPr>
          <p:spPr bwMode="auto">
            <a:xfrm>
              <a:off x="868" y="1712"/>
              <a:ext cx="19" cy="364"/>
            </a:xfrm>
            <a:custGeom>
              <a:avLst/>
              <a:gdLst>
                <a:gd name="T0" fmla="*/ 1 w 94"/>
                <a:gd name="T1" fmla="*/ 14 h 1818"/>
                <a:gd name="T2" fmla="*/ 1 w 94"/>
                <a:gd name="T3" fmla="*/ 14 h 1818"/>
                <a:gd name="T4" fmla="*/ 1 w 94"/>
                <a:gd name="T5" fmla="*/ 0 h 1818"/>
                <a:gd name="T6" fmla="*/ 0 w 94"/>
                <a:gd name="T7" fmla="*/ 0 h 1818"/>
                <a:gd name="T8" fmla="*/ 0 w 94"/>
                <a:gd name="T9" fmla="*/ 14 h 1818"/>
                <a:gd name="T10" fmla="*/ 0 w 94"/>
                <a:gd name="T11" fmla="*/ 14 h 1818"/>
                <a:gd name="T12" fmla="*/ 0 w 94"/>
                <a:gd name="T13" fmla="*/ 14 h 1818"/>
                <a:gd name="T14" fmla="*/ 0 w 94"/>
                <a:gd name="T15" fmla="*/ 14 h 1818"/>
                <a:gd name="T16" fmla="*/ 0 w 94"/>
                <a:gd name="T17" fmla="*/ 14 h 1818"/>
                <a:gd name="T18" fmla="*/ 0 w 94"/>
                <a:gd name="T19" fmla="*/ 15 h 1818"/>
                <a:gd name="T20" fmla="*/ 0 w 94"/>
                <a:gd name="T21" fmla="*/ 15 h 1818"/>
                <a:gd name="T22" fmla="*/ 1 w 94"/>
                <a:gd name="T23" fmla="*/ 15 h 1818"/>
                <a:gd name="T24" fmla="*/ 1 w 94"/>
                <a:gd name="T25" fmla="*/ 14 h 1818"/>
                <a:gd name="T26" fmla="*/ 1 w 94"/>
                <a:gd name="T27" fmla="*/ 14 h 1818"/>
                <a:gd name="T28" fmla="*/ 1 w 94"/>
                <a:gd name="T29" fmla="*/ 14 h 1818"/>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94"/>
                <a:gd name="T46" fmla="*/ 0 h 1818"/>
                <a:gd name="T47" fmla="*/ 94 w 94"/>
                <a:gd name="T48" fmla="*/ 1818 h 1818"/>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94" h="1818">
                  <a:moveTo>
                    <a:pt x="94" y="1771"/>
                  </a:moveTo>
                  <a:lnTo>
                    <a:pt x="94" y="1771"/>
                  </a:lnTo>
                  <a:lnTo>
                    <a:pt x="94" y="0"/>
                  </a:lnTo>
                  <a:lnTo>
                    <a:pt x="0" y="0"/>
                  </a:lnTo>
                  <a:lnTo>
                    <a:pt x="0" y="1771"/>
                  </a:lnTo>
                  <a:lnTo>
                    <a:pt x="3" y="1791"/>
                  </a:lnTo>
                  <a:lnTo>
                    <a:pt x="15" y="1806"/>
                  </a:lnTo>
                  <a:lnTo>
                    <a:pt x="29" y="1814"/>
                  </a:lnTo>
                  <a:lnTo>
                    <a:pt x="47" y="1818"/>
                  </a:lnTo>
                  <a:lnTo>
                    <a:pt x="64" y="1814"/>
                  </a:lnTo>
                  <a:lnTo>
                    <a:pt x="79" y="1806"/>
                  </a:lnTo>
                  <a:lnTo>
                    <a:pt x="90" y="1791"/>
                  </a:lnTo>
                  <a:lnTo>
                    <a:pt x="94" y="17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9838" name="Freeform 44"/>
            <p:cNvSpPr>
              <a:spLocks/>
            </p:cNvSpPr>
            <p:nvPr/>
          </p:nvSpPr>
          <p:spPr bwMode="auto">
            <a:xfrm>
              <a:off x="868" y="2067"/>
              <a:ext cx="90" cy="160"/>
            </a:xfrm>
            <a:custGeom>
              <a:avLst/>
              <a:gdLst>
                <a:gd name="T0" fmla="*/ 3 w 449"/>
                <a:gd name="T1" fmla="*/ 6 h 803"/>
                <a:gd name="T2" fmla="*/ 3 w 449"/>
                <a:gd name="T3" fmla="*/ 6 h 803"/>
                <a:gd name="T4" fmla="*/ 3 w 449"/>
                <a:gd name="T5" fmla="*/ 5 h 803"/>
                <a:gd name="T6" fmla="*/ 3 w 449"/>
                <a:gd name="T7" fmla="*/ 5 h 803"/>
                <a:gd name="T8" fmla="*/ 3 w 449"/>
                <a:gd name="T9" fmla="*/ 5 h 803"/>
                <a:gd name="T10" fmla="*/ 2 w 449"/>
                <a:gd name="T11" fmla="*/ 5 h 803"/>
                <a:gd name="T12" fmla="*/ 2 w 449"/>
                <a:gd name="T13" fmla="*/ 4 h 803"/>
                <a:gd name="T14" fmla="*/ 2 w 449"/>
                <a:gd name="T15" fmla="*/ 4 h 803"/>
                <a:gd name="T16" fmla="*/ 2 w 449"/>
                <a:gd name="T17" fmla="*/ 4 h 803"/>
                <a:gd name="T18" fmla="*/ 2 w 449"/>
                <a:gd name="T19" fmla="*/ 3 h 803"/>
                <a:gd name="T20" fmla="*/ 1 w 449"/>
                <a:gd name="T21" fmla="*/ 3 h 803"/>
                <a:gd name="T22" fmla="*/ 1 w 449"/>
                <a:gd name="T23" fmla="*/ 2 h 803"/>
                <a:gd name="T24" fmla="*/ 1 w 449"/>
                <a:gd name="T25" fmla="*/ 2 h 803"/>
                <a:gd name="T26" fmla="*/ 1 w 449"/>
                <a:gd name="T27" fmla="*/ 2 h 803"/>
                <a:gd name="T28" fmla="*/ 1 w 449"/>
                <a:gd name="T29" fmla="*/ 1 h 803"/>
                <a:gd name="T30" fmla="*/ 1 w 449"/>
                <a:gd name="T31" fmla="*/ 1 h 803"/>
                <a:gd name="T32" fmla="*/ 1 w 449"/>
                <a:gd name="T33" fmla="*/ 0 h 803"/>
                <a:gd name="T34" fmla="*/ 1 w 449"/>
                <a:gd name="T35" fmla="*/ 0 h 803"/>
                <a:gd name="T36" fmla="*/ 0 w 449"/>
                <a:gd name="T37" fmla="*/ 0 h 803"/>
                <a:gd name="T38" fmla="*/ 0 w 449"/>
                <a:gd name="T39" fmla="*/ 0 h 803"/>
                <a:gd name="T40" fmla="*/ 0 w 449"/>
                <a:gd name="T41" fmla="*/ 1 h 803"/>
                <a:gd name="T42" fmla="*/ 0 w 449"/>
                <a:gd name="T43" fmla="*/ 1 h 803"/>
                <a:gd name="T44" fmla="*/ 0 w 449"/>
                <a:gd name="T45" fmla="*/ 2 h 803"/>
                <a:gd name="T46" fmla="*/ 0 w 449"/>
                <a:gd name="T47" fmla="*/ 2 h 803"/>
                <a:gd name="T48" fmla="*/ 0 w 449"/>
                <a:gd name="T49" fmla="*/ 3 h 803"/>
                <a:gd name="T50" fmla="*/ 1 w 449"/>
                <a:gd name="T51" fmla="*/ 3 h 803"/>
                <a:gd name="T52" fmla="*/ 1 w 449"/>
                <a:gd name="T53" fmla="*/ 4 h 803"/>
                <a:gd name="T54" fmla="*/ 1 w 449"/>
                <a:gd name="T55" fmla="*/ 4 h 803"/>
                <a:gd name="T56" fmla="*/ 1 w 449"/>
                <a:gd name="T57" fmla="*/ 4 h 803"/>
                <a:gd name="T58" fmla="*/ 2 w 449"/>
                <a:gd name="T59" fmla="*/ 5 h 803"/>
                <a:gd name="T60" fmla="*/ 2 w 449"/>
                <a:gd name="T61" fmla="*/ 5 h 803"/>
                <a:gd name="T62" fmla="*/ 2 w 449"/>
                <a:gd name="T63" fmla="*/ 5 h 803"/>
                <a:gd name="T64" fmla="*/ 2 w 449"/>
                <a:gd name="T65" fmla="*/ 6 h 803"/>
                <a:gd name="T66" fmla="*/ 3 w 449"/>
                <a:gd name="T67" fmla="*/ 6 h 803"/>
                <a:gd name="T68" fmla="*/ 3 w 449"/>
                <a:gd name="T69" fmla="*/ 6 h 803"/>
                <a:gd name="T70" fmla="*/ 3 w 449"/>
                <a:gd name="T71" fmla="*/ 6 h 803"/>
                <a:gd name="T72" fmla="*/ 3 w 449"/>
                <a:gd name="T73" fmla="*/ 6 h 803"/>
                <a:gd name="T74" fmla="*/ 3 w 449"/>
                <a:gd name="T75" fmla="*/ 6 h 803"/>
                <a:gd name="T76" fmla="*/ 3 w 449"/>
                <a:gd name="T77" fmla="*/ 6 h 803"/>
                <a:gd name="T78" fmla="*/ 3 w 449"/>
                <a:gd name="T79" fmla="*/ 6 h 803"/>
                <a:gd name="T80" fmla="*/ 4 w 449"/>
                <a:gd name="T81" fmla="*/ 6 h 803"/>
                <a:gd name="T82" fmla="*/ 4 w 449"/>
                <a:gd name="T83" fmla="*/ 6 h 803"/>
                <a:gd name="T84" fmla="*/ 4 w 449"/>
                <a:gd name="T85" fmla="*/ 6 h 803"/>
                <a:gd name="T86" fmla="*/ 4 w 449"/>
                <a:gd name="T87" fmla="*/ 6 h 803"/>
                <a:gd name="T88" fmla="*/ 3 w 449"/>
                <a:gd name="T89" fmla="*/ 6 h 803"/>
                <a:gd name="T90" fmla="*/ 3 w 449"/>
                <a:gd name="T91" fmla="*/ 6 h 80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449"/>
                <a:gd name="T139" fmla="*/ 0 h 803"/>
                <a:gd name="T140" fmla="*/ 449 w 449"/>
                <a:gd name="T141" fmla="*/ 803 h 80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449" h="803">
                  <a:moveTo>
                    <a:pt x="426" y="717"/>
                  </a:moveTo>
                  <a:lnTo>
                    <a:pt x="427" y="717"/>
                  </a:lnTo>
                  <a:lnTo>
                    <a:pt x="395" y="693"/>
                  </a:lnTo>
                  <a:lnTo>
                    <a:pt x="361" y="662"/>
                  </a:lnTo>
                  <a:lnTo>
                    <a:pt x="329" y="628"/>
                  </a:lnTo>
                  <a:lnTo>
                    <a:pt x="299" y="591"/>
                  </a:lnTo>
                  <a:lnTo>
                    <a:pt x="269" y="551"/>
                  </a:lnTo>
                  <a:lnTo>
                    <a:pt x="241" y="507"/>
                  </a:lnTo>
                  <a:lnTo>
                    <a:pt x="215" y="460"/>
                  </a:lnTo>
                  <a:lnTo>
                    <a:pt x="191" y="412"/>
                  </a:lnTo>
                  <a:lnTo>
                    <a:pt x="170" y="363"/>
                  </a:lnTo>
                  <a:lnTo>
                    <a:pt x="151" y="312"/>
                  </a:lnTo>
                  <a:lnTo>
                    <a:pt x="133" y="259"/>
                  </a:lnTo>
                  <a:lnTo>
                    <a:pt x="119" y="207"/>
                  </a:lnTo>
                  <a:lnTo>
                    <a:pt x="108" y="156"/>
                  </a:lnTo>
                  <a:lnTo>
                    <a:pt x="101" y="103"/>
                  </a:lnTo>
                  <a:lnTo>
                    <a:pt x="96" y="51"/>
                  </a:lnTo>
                  <a:lnTo>
                    <a:pt x="94" y="0"/>
                  </a:lnTo>
                  <a:lnTo>
                    <a:pt x="0" y="0"/>
                  </a:lnTo>
                  <a:lnTo>
                    <a:pt x="2" y="56"/>
                  </a:lnTo>
                  <a:lnTo>
                    <a:pt x="7" y="115"/>
                  </a:lnTo>
                  <a:lnTo>
                    <a:pt x="16" y="172"/>
                  </a:lnTo>
                  <a:lnTo>
                    <a:pt x="28" y="231"/>
                  </a:lnTo>
                  <a:lnTo>
                    <a:pt x="44" y="287"/>
                  </a:lnTo>
                  <a:lnTo>
                    <a:pt x="62" y="342"/>
                  </a:lnTo>
                  <a:lnTo>
                    <a:pt x="83" y="398"/>
                  </a:lnTo>
                  <a:lnTo>
                    <a:pt x="106" y="452"/>
                  </a:lnTo>
                  <a:lnTo>
                    <a:pt x="133" y="505"/>
                  </a:lnTo>
                  <a:lnTo>
                    <a:pt x="161" y="554"/>
                  </a:lnTo>
                  <a:lnTo>
                    <a:pt x="192" y="602"/>
                  </a:lnTo>
                  <a:lnTo>
                    <a:pt x="224" y="647"/>
                  </a:lnTo>
                  <a:lnTo>
                    <a:pt x="259" y="689"/>
                  </a:lnTo>
                  <a:lnTo>
                    <a:pt x="295" y="728"/>
                  </a:lnTo>
                  <a:lnTo>
                    <a:pt x="334" y="763"/>
                  </a:lnTo>
                  <a:lnTo>
                    <a:pt x="374" y="795"/>
                  </a:lnTo>
                  <a:lnTo>
                    <a:pt x="375" y="795"/>
                  </a:lnTo>
                  <a:lnTo>
                    <a:pt x="374" y="795"/>
                  </a:lnTo>
                  <a:lnTo>
                    <a:pt x="392" y="803"/>
                  </a:lnTo>
                  <a:lnTo>
                    <a:pt x="411" y="803"/>
                  </a:lnTo>
                  <a:lnTo>
                    <a:pt x="426" y="795"/>
                  </a:lnTo>
                  <a:lnTo>
                    <a:pt x="439" y="782"/>
                  </a:lnTo>
                  <a:lnTo>
                    <a:pt x="446" y="766"/>
                  </a:lnTo>
                  <a:lnTo>
                    <a:pt x="449" y="749"/>
                  </a:lnTo>
                  <a:lnTo>
                    <a:pt x="441" y="732"/>
                  </a:lnTo>
                  <a:lnTo>
                    <a:pt x="427" y="717"/>
                  </a:lnTo>
                  <a:lnTo>
                    <a:pt x="426" y="71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9839" name="Freeform 45"/>
            <p:cNvSpPr>
              <a:spLocks/>
            </p:cNvSpPr>
            <p:nvPr/>
          </p:nvSpPr>
          <p:spPr bwMode="auto">
            <a:xfrm>
              <a:off x="883" y="1673"/>
              <a:ext cx="379" cy="690"/>
            </a:xfrm>
            <a:custGeom>
              <a:avLst/>
              <a:gdLst>
                <a:gd name="T0" fmla="*/ 12 w 1897"/>
                <a:gd name="T1" fmla="*/ 6 h 3450"/>
                <a:gd name="T2" fmla="*/ 13 w 1897"/>
                <a:gd name="T3" fmla="*/ 7 h 3450"/>
                <a:gd name="T4" fmla="*/ 13 w 1897"/>
                <a:gd name="T5" fmla="*/ 7 h 3450"/>
                <a:gd name="T6" fmla="*/ 14 w 1897"/>
                <a:gd name="T7" fmla="*/ 8 h 3450"/>
                <a:gd name="T8" fmla="*/ 14 w 1897"/>
                <a:gd name="T9" fmla="*/ 9 h 3450"/>
                <a:gd name="T10" fmla="*/ 15 w 1897"/>
                <a:gd name="T11" fmla="*/ 10 h 3450"/>
                <a:gd name="T12" fmla="*/ 15 w 1897"/>
                <a:gd name="T13" fmla="*/ 11 h 3450"/>
                <a:gd name="T14" fmla="*/ 15 w 1897"/>
                <a:gd name="T15" fmla="*/ 11 h 3450"/>
                <a:gd name="T16" fmla="*/ 15 w 1897"/>
                <a:gd name="T17" fmla="*/ 12 h 3450"/>
                <a:gd name="T18" fmla="*/ 15 w 1897"/>
                <a:gd name="T19" fmla="*/ 26 h 3450"/>
                <a:gd name="T20" fmla="*/ 15 w 1897"/>
                <a:gd name="T21" fmla="*/ 26 h 3450"/>
                <a:gd name="T22" fmla="*/ 15 w 1897"/>
                <a:gd name="T23" fmla="*/ 27 h 3450"/>
                <a:gd name="T24" fmla="*/ 15 w 1897"/>
                <a:gd name="T25" fmla="*/ 27 h 3450"/>
                <a:gd name="T26" fmla="*/ 14 w 1897"/>
                <a:gd name="T27" fmla="*/ 27 h 3450"/>
                <a:gd name="T28" fmla="*/ 14 w 1897"/>
                <a:gd name="T29" fmla="*/ 28 h 3450"/>
                <a:gd name="T30" fmla="*/ 13 w 1897"/>
                <a:gd name="T31" fmla="*/ 28 h 3450"/>
                <a:gd name="T32" fmla="*/ 13 w 1897"/>
                <a:gd name="T33" fmla="*/ 27 h 3450"/>
                <a:gd name="T34" fmla="*/ 3 w 1897"/>
                <a:gd name="T35" fmla="*/ 21 h 3450"/>
                <a:gd name="T36" fmla="*/ 2 w 1897"/>
                <a:gd name="T37" fmla="*/ 21 h 3450"/>
                <a:gd name="T38" fmla="*/ 2 w 1897"/>
                <a:gd name="T39" fmla="*/ 20 h 3450"/>
                <a:gd name="T40" fmla="*/ 1 w 1897"/>
                <a:gd name="T41" fmla="*/ 19 h 3450"/>
                <a:gd name="T42" fmla="*/ 1 w 1897"/>
                <a:gd name="T43" fmla="*/ 19 h 3450"/>
                <a:gd name="T44" fmla="*/ 0 w 1897"/>
                <a:gd name="T45" fmla="*/ 18 h 3450"/>
                <a:gd name="T46" fmla="*/ 0 w 1897"/>
                <a:gd name="T47" fmla="*/ 17 h 3450"/>
                <a:gd name="T48" fmla="*/ 0 w 1897"/>
                <a:gd name="T49" fmla="*/ 16 h 3450"/>
                <a:gd name="T50" fmla="*/ 0 w 1897"/>
                <a:gd name="T51" fmla="*/ 15 h 3450"/>
                <a:gd name="T52" fmla="*/ 0 w 1897"/>
                <a:gd name="T53" fmla="*/ 2 h 3450"/>
                <a:gd name="T54" fmla="*/ 0 w 1897"/>
                <a:gd name="T55" fmla="*/ 1 h 3450"/>
                <a:gd name="T56" fmla="*/ 0 w 1897"/>
                <a:gd name="T57" fmla="*/ 1 h 3450"/>
                <a:gd name="T58" fmla="*/ 1 w 1897"/>
                <a:gd name="T59" fmla="*/ 0 h 3450"/>
                <a:gd name="T60" fmla="*/ 1 w 1897"/>
                <a:gd name="T61" fmla="*/ 0 h 3450"/>
                <a:gd name="T62" fmla="*/ 1 w 1897"/>
                <a:gd name="T63" fmla="*/ 0 h 3450"/>
                <a:gd name="T64" fmla="*/ 2 w 1897"/>
                <a:gd name="T65" fmla="*/ 0 h 3450"/>
                <a:gd name="T66" fmla="*/ 3 w 1897"/>
                <a:gd name="T67" fmla="*/ 0 h 3450"/>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897"/>
                <a:gd name="T103" fmla="*/ 0 h 3450"/>
                <a:gd name="T104" fmla="*/ 1897 w 1897"/>
                <a:gd name="T105" fmla="*/ 3450 h 3450"/>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897" h="3450">
                  <a:moveTo>
                    <a:pt x="357" y="49"/>
                  </a:moveTo>
                  <a:lnTo>
                    <a:pt x="1542" y="806"/>
                  </a:lnTo>
                  <a:lnTo>
                    <a:pt x="1579" y="832"/>
                  </a:lnTo>
                  <a:lnTo>
                    <a:pt x="1614" y="861"/>
                  </a:lnTo>
                  <a:lnTo>
                    <a:pt x="1648" y="895"/>
                  </a:lnTo>
                  <a:lnTo>
                    <a:pt x="1681" y="933"/>
                  </a:lnTo>
                  <a:lnTo>
                    <a:pt x="1711" y="973"/>
                  </a:lnTo>
                  <a:lnTo>
                    <a:pt x="1740" y="1016"/>
                  </a:lnTo>
                  <a:lnTo>
                    <a:pt x="1768" y="1062"/>
                  </a:lnTo>
                  <a:lnTo>
                    <a:pt x="1793" y="1109"/>
                  </a:lnTo>
                  <a:lnTo>
                    <a:pt x="1816" y="1158"/>
                  </a:lnTo>
                  <a:lnTo>
                    <a:pt x="1836" y="1208"/>
                  </a:lnTo>
                  <a:lnTo>
                    <a:pt x="1854" y="1260"/>
                  </a:lnTo>
                  <a:lnTo>
                    <a:pt x="1869" y="1313"/>
                  </a:lnTo>
                  <a:lnTo>
                    <a:pt x="1881" y="1364"/>
                  </a:lnTo>
                  <a:lnTo>
                    <a:pt x="1890" y="1417"/>
                  </a:lnTo>
                  <a:lnTo>
                    <a:pt x="1895" y="1469"/>
                  </a:lnTo>
                  <a:lnTo>
                    <a:pt x="1897" y="1519"/>
                  </a:lnTo>
                  <a:lnTo>
                    <a:pt x="1897" y="3142"/>
                  </a:lnTo>
                  <a:lnTo>
                    <a:pt x="1895" y="3190"/>
                  </a:lnTo>
                  <a:lnTo>
                    <a:pt x="1890" y="3235"/>
                  </a:lnTo>
                  <a:lnTo>
                    <a:pt x="1881" y="3276"/>
                  </a:lnTo>
                  <a:lnTo>
                    <a:pt x="1869" y="3313"/>
                  </a:lnTo>
                  <a:lnTo>
                    <a:pt x="1854" y="3346"/>
                  </a:lnTo>
                  <a:lnTo>
                    <a:pt x="1836" y="3375"/>
                  </a:lnTo>
                  <a:lnTo>
                    <a:pt x="1816" y="3398"/>
                  </a:lnTo>
                  <a:lnTo>
                    <a:pt x="1793" y="3418"/>
                  </a:lnTo>
                  <a:lnTo>
                    <a:pt x="1768" y="3434"/>
                  </a:lnTo>
                  <a:lnTo>
                    <a:pt x="1740" y="3444"/>
                  </a:lnTo>
                  <a:lnTo>
                    <a:pt x="1711" y="3450"/>
                  </a:lnTo>
                  <a:lnTo>
                    <a:pt x="1681" y="3450"/>
                  </a:lnTo>
                  <a:lnTo>
                    <a:pt x="1648" y="3445"/>
                  </a:lnTo>
                  <a:lnTo>
                    <a:pt x="1614" y="3436"/>
                  </a:lnTo>
                  <a:lnTo>
                    <a:pt x="1579" y="3421"/>
                  </a:lnTo>
                  <a:lnTo>
                    <a:pt x="1542" y="3400"/>
                  </a:lnTo>
                  <a:lnTo>
                    <a:pt x="357" y="2643"/>
                  </a:lnTo>
                  <a:lnTo>
                    <a:pt x="320" y="2618"/>
                  </a:lnTo>
                  <a:lnTo>
                    <a:pt x="285" y="2588"/>
                  </a:lnTo>
                  <a:lnTo>
                    <a:pt x="251" y="2554"/>
                  </a:lnTo>
                  <a:lnTo>
                    <a:pt x="218" y="2517"/>
                  </a:lnTo>
                  <a:lnTo>
                    <a:pt x="187" y="2477"/>
                  </a:lnTo>
                  <a:lnTo>
                    <a:pt x="157" y="2433"/>
                  </a:lnTo>
                  <a:lnTo>
                    <a:pt x="130" y="2388"/>
                  </a:lnTo>
                  <a:lnTo>
                    <a:pt x="105" y="2341"/>
                  </a:lnTo>
                  <a:lnTo>
                    <a:pt x="81" y="2292"/>
                  </a:lnTo>
                  <a:lnTo>
                    <a:pt x="61" y="2241"/>
                  </a:lnTo>
                  <a:lnTo>
                    <a:pt x="44" y="2190"/>
                  </a:lnTo>
                  <a:lnTo>
                    <a:pt x="29" y="2138"/>
                  </a:lnTo>
                  <a:lnTo>
                    <a:pt x="17" y="2085"/>
                  </a:lnTo>
                  <a:lnTo>
                    <a:pt x="7" y="2033"/>
                  </a:lnTo>
                  <a:lnTo>
                    <a:pt x="3" y="1981"/>
                  </a:lnTo>
                  <a:lnTo>
                    <a:pt x="0" y="1931"/>
                  </a:lnTo>
                  <a:lnTo>
                    <a:pt x="0" y="308"/>
                  </a:lnTo>
                  <a:lnTo>
                    <a:pt x="3" y="260"/>
                  </a:lnTo>
                  <a:lnTo>
                    <a:pt x="7" y="215"/>
                  </a:lnTo>
                  <a:lnTo>
                    <a:pt x="17" y="174"/>
                  </a:lnTo>
                  <a:lnTo>
                    <a:pt x="29" y="137"/>
                  </a:lnTo>
                  <a:lnTo>
                    <a:pt x="44" y="104"/>
                  </a:lnTo>
                  <a:lnTo>
                    <a:pt x="61" y="76"/>
                  </a:lnTo>
                  <a:lnTo>
                    <a:pt x="81" y="51"/>
                  </a:lnTo>
                  <a:lnTo>
                    <a:pt x="105" y="31"/>
                  </a:lnTo>
                  <a:lnTo>
                    <a:pt x="130" y="16"/>
                  </a:lnTo>
                  <a:lnTo>
                    <a:pt x="157" y="5"/>
                  </a:lnTo>
                  <a:lnTo>
                    <a:pt x="187" y="0"/>
                  </a:lnTo>
                  <a:lnTo>
                    <a:pt x="218" y="0"/>
                  </a:lnTo>
                  <a:lnTo>
                    <a:pt x="251" y="3"/>
                  </a:lnTo>
                  <a:lnTo>
                    <a:pt x="285" y="14"/>
                  </a:lnTo>
                  <a:lnTo>
                    <a:pt x="320" y="29"/>
                  </a:lnTo>
                  <a:lnTo>
                    <a:pt x="357" y="49"/>
                  </a:lnTo>
                  <a:close/>
                </a:path>
              </a:pathLst>
            </a:custGeom>
            <a:solidFill>
              <a:srgbClr val="BFBFB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9840" name="Freeform 46"/>
            <p:cNvSpPr>
              <a:spLocks/>
            </p:cNvSpPr>
            <p:nvPr/>
          </p:nvSpPr>
          <p:spPr bwMode="auto">
            <a:xfrm>
              <a:off x="1268" y="1663"/>
              <a:ext cx="393" cy="711"/>
            </a:xfrm>
            <a:custGeom>
              <a:avLst/>
              <a:gdLst>
                <a:gd name="T0" fmla="*/ 3 w 1962"/>
                <a:gd name="T1" fmla="*/ 7 h 3555"/>
                <a:gd name="T2" fmla="*/ 2 w 1962"/>
                <a:gd name="T3" fmla="*/ 7 h 3555"/>
                <a:gd name="T4" fmla="*/ 2 w 1962"/>
                <a:gd name="T5" fmla="*/ 8 h 3555"/>
                <a:gd name="T6" fmla="*/ 1 w 1962"/>
                <a:gd name="T7" fmla="*/ 8 h 3555"/>
                <a:gd name="T8" fmla="*/ 1 w 1962"/>
                <a:gd name="T9" fmla="*/ 9 h 3555"/>
                <a:gd name="T10" fmla="*/ 1 w 1962"/>
                <a:gd name="T11" fmla="*/ 10 h 3555"/>
                <a:gd name="T12" fmla="*/ 0 w 1962"/>
                <a:gd name="T13" fmla="*/ 11 h 3555"/>
                <a:gd name="T14" fmla="*/ 0 w 1962"/>
                <a:gd name="T15" fmla="*/ 12 h 3555"/>
                <a:gd name="T16" fmla="*/ 0 w 1962"/>
                <a:gd name="T17" fmla="*/ 13 h 3555"/>
                <a:gd name="T18" fmla="*/ 0 w 1962"/>
                <a:gd name="T19" fmla="*/ 26 h 3555"/>
                <a:gd name="T20" fmla="*/ 0 w 1962"/>
                <a:gd name="T21" fmla="*/ 27 h 3555"/>
                <a:gd name="T22" fmla="*/ 0 w 1962"/>
                <a:gd name="T23" fmla="*/ 28 h 3555"/>
                <a:gd name="T24" fmla="*/ 1 w 1962"/>
                <a:gd name="T25" fmla="*/ 28 h 3555"/>
                <a:gd name="T26" fmla="*/ 1 w 1962"/>
                <a:gd name="T27" fmla="*/ 28 h 3555"/>
                <a:gd name="T28" fmla="*/ 2 w 1962"/>
                <a:gd name="T29" fmla="*/ 28 h 3555"/>
                <a:gd name="T30" fmla="*/ 2 w 1962"/>
                <a:gd name="T31" fmla="*/ 28 h 3555"/>
                <a:gd name="T32" fmla="*/ 3 w 1962"/>
                <a:gd name="T33" fmla="*/ 28 h 3555"/>
                <a:gd name="T34" fmla="*/ 13 w 1962"/>
                <a:gd name="T35" fmla="*/ 22 h 3555"/>
                <a:gd name="T36" fmla="*/ 13 w 1962"/>
                <a:gd name="T37" fmla="*/ 21 h 3555"/>
                <a:gd name="T38" fmla="*/ 14 w 1962"/>
                <a:gd name="T39" fmla="*/ 21 h 3555"/>
                <a:gd name="T40" fmla="*/ 14 w 1962"/>
                <a:gd name="T41" fmla="*/ 20 h 3555"/>
                <a:gd name="T42" fmla="*/ 15 w 1962"/>
                <a:gd name="T43" fmla="*/ 19 h 3555"/>
                <a:gd name="T44" fmla="*/ 15 w 1962"/>
                <a:gd name="T45" fmla="*/ 18 h 3555"/>
                <a:gd name="T46" fmla="*/ 16 w 1962"/>
                <a:gd name="T47" fmla="*/ 18 h 3555"/>
                <a:gd name="T48" fmla="*/ 16 w 1962"/>
                <a:gd name="T49" fmla="*/ 17 h 3555"/>
                <a:gd name="T50" fmla="*/ 16 w 1962"/>
                <a:gd name="T51" fmla="*/ 16 h 3555"/>
                <a:gd name="T52" fmla="*/ 16 w 1962"/>
                <a:gd name="T53" fmla="*/ 2 h 3555"/>
                <a:gd name="T54" fmla="*/ 16 w 1962"/>
                <a:gd name="T55" fmla="*/ 1 h 3555"/>
                <a:gd name="T56" fmla="*/ 15 w 1962"/>
                <a:gd name="T57" fmla="*/ 1 h 3555"/>
                <a:gd name="T58" fmla="*/ 15 w 1962"/>
                <a:gd name="T59" fmla="*/ 0 h 3555"/>
                <a:gd name="T60" fmla="*/ 15 w 1962"/>
                <a:gd name="T61" fmla="*/ 0 h 3555"/>
                <a:gd name="T62" fmla="*/ 14 w 1962"/>
                <a:gd name="T63" fmla="*/ 0 h 3555"/>
                <a:gd name="T64" fmla="*/ 14 w 1962"/>
                <a:gd name="T65" fmla="*/ 0 h 3555"/>
                <a:gd name="T66" fmla="*/ 13 w 1962"/>
                <a:gd name="T67" fmla="*/ 0 h 3555"/>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962"/>
                <a:gd name="T103" fmla="*/ 0 h 3555"/>
                <a:gd name="T104" fmla="*/ 1962 w 1962"/>
                <a:gd name="T105" fmla="*/ 3555 h 3555"/>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962" h="3555">
                  <a:moveTo>
                    <a:pt x="1594" y="50"/>
                  </a:moveTo>
                  <a:lnTo>
                    <a:pt x="368" y="831"/>
                  </a:lnTo>
                  <a:lnTo>
                    <a:pt x="330" y="858"/>
                  </a:lnTo>
                  <a:lnTo>
                    <a:pt x="294" y="888"/>
                  </a:lnTo>
                  <a:lnTo>
                    <a:pt x="259" y="922"/>
                  </a:lnTo>
                  <a:lnTo>
                    <a:pt x="225" y="961"/>
                  </a:lnTo>
                  <a:lnTo>
                    <a:pt x="193" y="1003"/>
                  </a:lnTo>
                  <a:lnTo>
                    <a:pt x="163" y="1047"/>
                  </a:lnTo>
                  <a:lnTo>
                    <a:pt x="133" y="1094"/>
                  </a:lnTo>
                  <a:lnTo>
                    <a:pt x="108" y="1143"/>
                  </a:lnTo>
                  <a:lnTo>
                    <a:pt x="84" y="1193"/>
                  </a:lnTo>
                  <a:lnTo>
                    <a:pt x="63" y="1246"/>
                  </a:lnTo>
                  <a:lnTo>
                    <a:pt x="44" y="1299"/>
                  </a:lnTo>
                  <a:lnTo>
                    <a:pt x="29" y="1353"/>
                  </a:lnTo>
                  <a:lnTo>
                    <a:pt x="16" y="1405"/>
                  </a:lnTo>
                  <a:lnTo>
                    <a:pt x="7" y="1459"/>
                  </a:lnTo>
                  <a:lnTo>
                    <a:pt x="2" y="1512"/>
                  </a:lnTo>
                  <a:lnTo>
                    <a:pt x="0" y="1565"/>
                  </a:lnTo>
                  <a:lnTo>
                    <a:pt x="0" y="3237"/>
                  </a:lnTo>
                  <a:lnTo>
                    <a:pt x="2" y="3287"/>
                  </a:lnTo>
                  <a:lnTo>
                    <a:pt x="7" y="3333"/>
                  </a:lnTo>
                  <a:lnTo>
                    <a:pt x="16" y="3375"/>
                  </a:lnTo>
                  <a:lnTo>
                    <a:pt x="29" y="3413"/>
                  </a:lnTo>
                  <a:lnTo>
                    <a:pt x="44" y="3447"/>
                  </a:lnTo>
                  <a:lnTo>
                    <a:pt x="63" y="3477"/>
                  </a:lnTo>
                  <a:lnTo>
                    <a:pt x="84" y="3502"/>
                  </a:lnTo>
                  <a:lnTo>
                    <a:pt x="108" y="3522"/>
                  </a:lnTo>
                  <a:lnTo>
                    <a:pt x="133" y="3538"/>
                  </a:lnTo>
                  <a:lnTo>
                    <a:pt x="163" y="3549"/>
                  </a:lnTo>
                  <a:lnTo>
                    <a:pt x="193" y="3555"/>
                  </a:lnTo>
                  <a:lnTo>
                    <a:pt x="225" y="3555"/>
                  </a:lnTo>
                  <a:lnTo>
                    <a:pt x="259" y="3550"/>
                  </a:lnTo>
                  <a:lnTo>
                    <a:pt x="294" y="3541"/>
                  </a:lnTo>
                  <a:lnTo>
                    <a:pt x="330" y="3524"/>
                  </a:lnTo>
                  <a:lnTo>
                    <a:pt x="368" y="3503"/>
                  </a:lnTo>
                  <a:lnTo>
                    <a:pt x="1594" y="2722"/>
                  </a:lnTo>
                  <a:lnTo>
                    <a:pt x="1632" y="2696"/>
                  </a:lnTo>
                  <a:lnTo>
                    <a:pt x="1668" y="2665"/>
                  </a:lnTo>
                  <a:lnTo>
                    <a:pt x="1703" y="2631"/>
                  </a:lnTo>
                  <a:lnTo>
                    <a:pt x="1737" y="2592"/>
                  </a:lnTo>
                  <a:lnTo>
                    <a:pt x="1769" y="2551"/>
                  </a:lnTo>
                  <a:lnTo>
                    <a:pt x="1799" y="2506"/>
                  </a:lnTo>
                  <a:lnTo>
                    <a:pt x="1829" y="2460"/>
                  </a:lnTo>
                  <a:lnTo>
                    <a:pt x="1854" y="2411"/>
                  </a:lnTo>
                  <a:lnTo>
                    <a:pt x="1878" y="2361"/>
                  </a:lnTo>
                  <a:lnTo>
                    <a:pt x="1899" y="2308"/>
                  </a:lnTo>
                  <a:lnTo>
                    <a:pt x="1918" y="2256"/>
                  </a:lnTo>
                  <a:lnTo>
                    <a:pt x="1933" y="2202"/>
                  </a:lnTo>
                  <a:lnTo>
                    <a:pt x="1946" y="2149"/>
                  </a:lnTo>
                  <a:lnTo>
                    <a:pt x="1955" y="2095"/>
                  </a:lnTo>
                  <a:lnTo>
                    <a:pt x="1960" y="2042"/>
                  </a:lnTo>
                  <a:lnTo>
                    <a:pt x="1962" y="1989"/>
                  </a:lnTo>
                  <a:lnTo>
                    <a:pt x="1962" y="319"/>
                  </a:lnTo>
                  <a:lnTo>
                    <a:pt x="1960" y="269"/>
                  </a:lnTo>
                  <a:lnTo>
                    <a:pt x="1955" y="223"/>
                  </a:lnTo>
                  <a:lnTo>
                    <a:pt x="1946" y="180"/>
                  </a:lnTo>
                  <a:lnTo>
                    <a:pt x="1933" y="143"/>
                  </a:lnTo>
                  <a:lnTo>
                    <a:pt x="1918" y="109"/>
                  </a:lnTo>
                  <a:lnTo>
                    <a:pt x="1899" y="79"/>
                  </a:lnTo>
                  <a:lnTo>
                    <a:pt x="1878" y="54"/>
                  </a:lnTo>
                  <a:lnTo>
                    <a:pt x="1854" y="33"/>
                  </a:lnTo>
                  <a:lnTo>
                    <a:pt x="1829" y="17"/>
                  </a:lnTo>
                  <a:lnTo>
                    <a:pt x="1799" y="7"/>
                  </a:lnTo>
                  <a:lnTo>
                    <a:pt x="1769" y="0"/>
                  </a:lnTo>
                  <a:lnTo>
                    <a:pt x="1737" y="0"/>
                  </a:lnTo>
                  <a:lnTo>
                    <a:pt x="1703" y="4"/>
                  </a:lnTo>
                  <a:lnTo>
                    <a:pt x="1668" y="14"/>
                  </a:lnTo>
                  <a:lnTo>
                    <a:pt x="1632" y="29"/>
                  </a:lnTo>
                  <a:lnTo>
                    <a:pt x="1594" y="50"/>
                  </a:lnTo>
                  <a:close/>
                </a:path>
              </a:pathLst>
            </a:custGeom>
            <a:solidFill>
              <a:srgbClr val="E5E5E5"/>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9841" name="Freeform 47"/>
            <p:cNvSpPr>
              <a:spLocks noEditPoints="1"/>
            </p:cNvSpPr>
            <p:nvPr/>
          </p:nvSpPr>
          <p:spPr bwMode="auto">
            <a:xfrm>
              <a:off x="916" y="1589"/>
              <a:ext cx="697" cy="698"/>
            </a:xfrm>
            <a:custGeom>
              <a:avLst/>
              <a:gdLst>
                <a:gd name="T0" fmla="*/ 16 w 3485"/>
                <a:gd name="T1" fmla="*/ 0 h 3490"/>
                <a:gd name="T2" fmla="*/ 17 w 3485"/>
                <a:gd name="T3" fmla="*/ 2 h 3490"/>
                <a:gd name="T4" fmla="*/ 17 w 3485"/>
                <a:gd name="T5" fmla="*/ 3 h 3490"/>
                <a:gd name="T6" fmla="*/ 14 w 3485"/>
                <a:gd name="T7" fmla="*/ 4 h 3490"/>
                <a:gd name="T8" fmla="*/ 12 w 3485"/>
                <a:gd name="T9" fmla="*/ 4 h 3490"/>
                <a:gd name="T10" fmla="*/ 11 w 3485"/>
                <a:gd name="T11" fmla="*/ 2 h 3490"/>
                <a:gd name="T12" fmla="*/ 11 w 3485"/>
                <a:gd name="T13" fmla="*/ 1 h 3490"/>
                <a:gd name="T14" fmla="*/ 14 w 3485"/>
                <a:gd name="T15" fmla="*/ 0 h 3490"/>
                <a:gd name="T16" fmla="*/ 3 w 3485"/>
                <a:gd name="T17" fmla="*/ 7 h 3490"/>
                <a:gd name="T18" fmla="*/ 4 w 3485"/>
                <a:gd name="T19" fmla="*/ 9 h 3490"/>
                <a:gd name="T20" fmla="*/ 3 w 3485"/>
                <a:gd name="T21" fmla="*/ 12 h 3490"/>
                <a:gd name="T22" fmla="*/ 2 w 3485"/>
                <a:gd name="T23" fmla="*/ 13 h 3490"/>
                <a:gd name="T24" fmla="*/ 1 w 3485"/>
                <a:gd name="T25" fmla="*/ 12 h 3490"/>
                <a:gd name="T26" fmla="*/ 0 w 3485"/>
                <a:gd name="T27" fmla="*/ 10 h 3490"/>
                <a:gd name="T28" fmla="*/ 0 w 3485"/>
                <a:gd name="T29" fmla="*/ 8 h 3490"/>
                <a:gd name="T30" fmla="*/ 2 w 3485"/>
                <a:gd name="T31" fmla="*/ 6 h 3490"/>
                <a:gd name="T32" fmla="*/ 10 w 3485"/>
                <a:gd name="T33" fmla="*/ 20 h 3490"/>
                <a:gd name="T34" fmla="*/ 11 w 3485"/>
                <a:gd name="T35" fmla="*/ 22 h 3490"/>
                <a:gd name="T36" fmla="*/ 11 w 3485"/>
                <a:gd name="T37" fmla="*/ 25 h 3490"/>
                <a:gd name="T38" fmla="*/ 10 w 3485"/>
                <a:gd name="T39" fmla="*/ 27 h 3490"/>
                <a:gd name="T40" fmla="*/ 8 w 3485"/>
                <a:gd name="T41" fmla="*/ 26 h 3490"/>
                <a:gd name="T42" fmla="*/ 7 w 3485"/>
                <a:gd name="T43" fmla="*/ 24 h 3490"/>
                <a:gd name="T44" fmla="*/ 7 w 3485"/>
                <a:gd name="T45" fmla="*/ 22 h 3490"/>
                <a:gd name="T46" fmla="*/ 8 w 3485"/>
                <a:gd name="T47" fmla="*/ 20 h 3490"/>
                <a:gd name="T48" fmla="*/ 20 w 3485"/>
                <a:gd name="T49" fmla="*/ 21 h 3490"/>
                <a:gd name="T50" fmla="*/ 21 w 3485"/>
                <a:gd name="T51" fmla="*/ 23 h 3490"/>
                <a:gd name="T52" fmla="*/ 21 w 3485"/>
                <a:gd name="T53" fmla="*/ 26 h 3490"/>
                <a:gd name="T54" fmla="*/ 20 w 3485"/>
                <a:gd name="T55" fmla="*/ 28 h 3490"/>
                <a:gd name="T56" fmla="*/ 18 w 3485"/>
                <a:gd name="T57" fmla="*/ 28 h 3490"/>
                <a:gd name="T58" fmla="*/ 17 w 3485"/>
                <a:gd name="T59" fmla="*/ 26 h 3490"/>
                <a:gd name="T60" fmla="*/ 17 w 3485"/>
                <a:gd name="T61" fmla="*/ 23 h 3490"/>
                <a:gd name="T62" fmla="*/ 18 w 3485"/>
                <a:gd name="T63" fmla="*/ 21 h 3490"/>
                <a:gd name="T64" fmla="*/ 19 w 3485"/>
                <a:gd name="T65" fmla="*/ 11 h 3490"/>
                <a:gd name="T66" fmla="*/ 20 w 3485"/>
                <a:gd name="T67" fmla="*/ 13 h 3490"/>
                <a:gd name="T68" fmla="*/ 21 w 3485"/>
                <a:gd name="T69" fmla="*/ 15 h 3490"/>
                <a:gd name="T70" fmla="*/ 20 w 3485"/>
                <a:gd name="T71" fmla="*/ 17 h 3490"/>
                <a:gd name="T72" fmla="*/ 18 w 3485"/>
                <a:gd name="T73" fmla="*/ 17 h 3490"/>
                <a:gd name="T74" fmla="*/ 17 w 3485"/>
                <a:gd name="T75" fmla="*/ 16 h 3490"/>
                <a:gd name="T76" fmla="*/ 17 w 3485"/>
                <a:gd name="T77" fmla="*/ 13 h 3490"/>
                <a:gd name="T78" fmla="*/ 18 w 3485"/>
                <a:gd name="T79" fmla="*/ 11 h 3490"/>
                <a:gd name="T80" fmla="*/ 26 w 3485"/>
                <a:gd name="T81" fmla="*/ 7 h 3490"/>
                <a:gd name="T82" fmla="*/ 27 w 3485"/>
                <a:gd name="T83" fmla="*/ 8 h 3490"/>
                <a:gd name="T84" fmla="*/ 27 w 3485"/>
                <a:gd name="T85" fmla="*/ 11 h 3490"/>
                <a:gd name="T86" fmla="*/ 26 w 3485"/>
                <a:gd name="T87" fmla="*/ 13 h 3490"/>
                <a:gd name="T88" fmla="*/ 25 w 3485"/>
                <a:gd name="T89" fmla="*/ 13 h 3490"/>
                <a:gd name="T90" fmla="*/ 24 w 3485"/>
                <a:gd name="T91" fmla="*/ 12 h 3490"/>
                <a:gd name="T92" fmla="*/ 24 w 3485"/>
                <a:gd name="T93" fmla="*/ 9 h 3490"/>
                <a:gd name="T94" fmla="*/ 24 w 3485"/>
                <a:gd name="T95" fmla="*/ 7 h 3490"/>
                <a:gd name="T96" fmla="*/ 26 w 3485"/>
                <a:gd name="T97" fmla="*/ 17 h 3490"/>
                <a:gd name="T98" fmla="*/ 27 w 3485"/>
                <a:gd name="T99" fmla="*/ 18 h 3490"/>
                <a:gd name="T100" fmla="*/ 28 w 3485"/>
                <a:gd name="T101" fmla="*/ 21 h 3490"/>
                <a:gd name="T102" fmla="*/ 27 w 3485"/>
                <a:gd name="T103" fmla="*/ 23 h 3490"/>
                <a:gd name="T104" fmla="*/ 26 w 3485"/>
                <a:gd name="T105" fmla="*/ 24 h 3490"/>
                <a:gd name="T106" fmla="*/ 24 w 3485"/>
                <a:gd name="T107" fmla="*/ 23 h 3490"/>
                <a:gd name="T108" fmla="*/ 24 w 3485"/>
                <a:gd name="T109" fmla="*/ 20 h 3490"/>
                <a:gd name="T110" fmla="*/ 25 w 3485"/>
                <a:gd name="T111" fmla="*/ 18 h 3490"/>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w 3485"/>
                <a:gd name="T169" fmla="*/ 0 h 3490"/>
                <a:gd name="T170" fmla="*/ 3485 w 3485"/>
                <a:gd name="T171" fmla="*/ 3490 h 3490"/>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T168" t="T169" r="T170" b="T171"/>
              <a:pathLst>
                <a:path w="3485" h="3490">
                  <a:moveTo>
                    <a:pt x="1754" y="0"/>
                  </a:moveTo>
                  <a:lnTo>
                    <a:pt x="1797" y="2"/>
                  </a:lnTo>
                  <a:lnTo>
                    <a:pt x="1840" y="5"/>
                  </a:lnTo>
                  <a:lnTo>
                    <a:pt x="1881" y="12"/>
                  </a:lnTo>
                  <a:lnTo>
                    <a:pt x="1921" y="20"/>
                  </a:lnTo>
                  <a:lnTo>
                    <a:pt x="1959" y="31"/>
                  </a:lnTo>
                  <a:lnTo>
                    <a:pt x="1994" y="44"/>
                  </a:lnTo>
                  <a:lnTo>
                    <a:pt x="2028" y="59"/>
                  </a:lnTo>
                  <a:lnTo>
                    <a:pt x="2058" y="74"/>
                  </a:lnTo>
                  <a:lnTo>
                    <a:pt x="2086" y="93"/>
                  </a:lnTo>
                  <a:lnTo>
                    <a:pt x="2111" y="113"/>
                  </a:lnTo>
                  <a:lnTo>
                    <a:pt x="2132" y="133"/>
                  </a:lnTo>
                  <a:lnTo>
                    <a:pt x="2151" y="155"/>
                  </a:lnTo>
                  <a:lnTo>
                    <a:pt x="2165" y="179"/>
                  </a:lnTo>
                  <a:lnTo>
                    <a:pt x="2175" y="203"/>
                  </a:lnTo>
                  <a:lnTo>
                    <a:pt x="2182" y="229"/>
                  </a:lnTo>
                  <a:lnTo>
                    <a:pt x="2185" y="255"/>
                  </a:lnTo>
                  <a:lnTo>
                    <a:pt x="2182" y="281"/>
                  </a:lnTo>
                  <a:lnTo>
                    <a:pt x="2175" y="305"/>
                  </a:lnTo>
                  <a:lnTo>
                    <a:pt x="2165" y="330"/>
                  </a:lnTo>
                  <a:lnTo>
                    <a:pt x="2151" y="353"/>
                  </a:lnTo>
                  <a:lnTo>
                    <a:pt x="2132" y="376"/>
                  </a:lnTo>
                  <a:lnTo>
                    <a:pt x="2111" y="397"/>
                  </a:lnTo>
                  <a:lnTo>
                    <a:pt x="2086" y="417"/>
                  </a:lnTo>
                  <a:lnTo>
                    <a:pt x="2058" y="434"/>
                  </a:lnTo>
                  <a:lnTo>
                    <a:pt x="2028" y="451"/>
                  </a:lnTo>
                  <a:lnTo>
                    <a:pt x="1994" y="466"/>
                  </a:lnTo>
                  <a:lnTo>
                    <a:pt x="1959" y="479"/>
                  </a:lnTo>
                  <a:lnTo>
                    <a:pt x="1921" y="489"/>
                  </a:lnTo>
                  <a:lnTo>
                    <a:pt x="1881" y="498"/>
                  </a:lnTo>
                  <a:lnTo>
                    <a:pt x="1840" y="505"/>
                  </a:lnTo>
                  <a:lnTo>
                    <a:pt x="1797" y="508"/>
                  </a:lnTo>
                  <a:lnTo>
                    <a:pt x="1754" y="509"/>
                  </a:lnTo>
                  <a:lnTo>
                    <a:pt x="1710" y="508"/>
                  </a:lnTo>
                  <a:lnTo>
                    <a:pt x="1667" y="505"/>
                  </a:lnTo>
                  <a:lnTo>
                    <a:pt x="1626" y="498"/>
                  </a:lnTo>
                  <a:lnTo>
                    <a:pt x="1586" y="489"/>
                  </a:lnTo>
                  <a:lnTo>
                    <a:pt x="1548" y="479"/>
                  </a:lnTo>
                  <a:lnTo>
                    <a:pt x="1512" y="466"/>
                  </a:lnTo>
                  <a:lnTo>
                    <a:pt x="1479" y="451"/>
                  </a:lnTo>
                  <a:lnTo>
                    <a:pt x="1449" y="434"/>
                  </a:lnTo>
                  <a:lnTo>
                    <a:pt x="1421" y="417"/>
                  </a:lnTo>
                  <a:lnTo>
                    <a:pt x="1395" y="397"/>
                  </a:lnTo>
                  <a:lnTo>
                    <a:pt x="1374" y="376"/>
                  </a:lnTo>
                  <a:lnTo>
                    <a:pt x="1355" y="353"/>
                  </a:lnTo>
                  <a:lnTo>
                    <a:pt x="1341" y="330"/>
                  </a:lnTo>
                  <a:lnTo>
                    <a:pt x="1331" y="305"/>
                  </a:lnTo>
                  <a:lnTo>
                    <a:pt x="1324" y="281"/>
                  </a:lnTo>
                  <a:lnTo>
                    <a:pt x="1321" y="255"/>
                  </a:lnTo>
                  <a:lnTo>
                    <a:pt x="1324" y="229"/>
                  </a:lnTo>
                  <a:lnTo>
                    <a:pt x="1331" y="203"/>
                  </a:lnTo>
                  <a:lnTo>
                    <a:pt x="1341" y="179"/>
                  </a:lnTo>
                  <a:lnTo>
                    <a:pt x="1355" y="155"/>
                  </a:lnTo>
                  <a:lnTo>
                    <a:pt x="1374" y="133"/>
                  </a:lnTo>
                  <a:lnTo>
                    <a:pt x="1395" y="113"/>
                  </a:lnTo>
                  <a:lnTo>
                    <a:pt x="1421" y="93"/>
                  </a:lnTo>
                  <a:lnTo>
                    <a:pt x="1449" y="74"/>
                  </a:lnTo>
                  <a:lnTo>
                    <a:pt x="1479" y="59"/>
                  </a:lnTo>
                  <a:lnTo>
                    <a:pt x="1512" y="44"/>
                  </a:lnTo>
                  <a:lnTo>
                    <a:pt x="1548" y="31"/>
                  </a:lnTo>
                  <a:lnTo>
                    <a:pt x="1586" y="20"/>
                  </a:lnTo>
                  <a:lnTo>
                    <a:pt x="1626" y="12"/>
                  </a:lnTo>
                  <a:lnTo>
                    <a:pt x="1667" y="5"/>
                  </a:lnTo>
                  <a:lnTo>
                    <a:pt x="1710" y="2"/>
                  </a:lnTo>
                  <a:lnTo>
                    <a:pt x="1754" y="0"/>
                  </a:lnTo>
                  <a:close/>
                  <a:moveTo>
                    <a:pt x="239" y="786"/>
                  </a:moveTo>
                  <a:lnTo>
                    <a:pt x="263" y="788"/>
                  </a:lnTo>
                  <a:lnTo>
                    <a:pt x="287" y="794"/>
                  </a:lnTo>
                  <a:lnTo>
                    <a:pt x="309" y="805"/>
                  </a:lnTo>
                  <a:lnTo>
                    <a:pt x="331" y="819"/>
                  </a:lnTo>
                  <a:lnTo>
                    <a:pt x="352" y="836"/>
                  </a:lnTo>
                  <a:lnTo>
                    <a:pt x="372" y="857"/>
                  </a:lnTo>
                  <a:lnTo>
                    <a:pt x="390" y="882"/>
                  </a:lnTo>
                  <a:lnTo>
                    <a:pt x="407" y="909"/>
                  </a:lnTo>
                  <a:lnTo>
                    <a:pt x="423" y="940"/>
                  </a:lnTo>
                  <a:lnTo>
                    <a:pt x="437" y="971"/>
                  </a:lnTo>
                  <a:lnTo>
                    <a:pt x="448" y="1006"/>
                  </a:lnTo>
                  <a:lnTo>
                    <a:pt x="459" y="1043"/>
                  </a:lnTo>
                  <a:lnTo>
                    <a:pt x="467" y="1081"/>
                  </a:lnTo>
                  <a:lnTo>
                    <a:pt x="473" y="1121"/>
                  </a:lnTo>
                  <a:lnTo>
                    <a:pt x="476" y="1163"/>
                  </a:lnTo>
                  <a:lnTo>
                    <a:pt x="478" y="1206"/>
                  </a:lnTo>
                  <a:lnTo>
                    <a:pt x="476" y="1248"/>
                  </a:lnTo>
                  <a:lnTo>
                    <a:pt x="473" y="1290"/>
                  </a:lnTo>
                  <a:lnTo>
                    <a:pt x="467" y="1330"/>
                  </a:lnTo>
                  <a:lnTo>
                    <a:pt x="459" y="1367"/>
                  </a:lnTo>
                  <a:lnTo>
                    <a:pt x="448" y="1405"/>
                  </a:lnTo>
                  <a:lnTo>
                    <a:pt x="437" y="1439"/>
                  </a:lnTo>
                  <a:lnTo>
                    <a:pt x="423" y="1472"/>
                  </a:lnTo>
                  <a:lnTo>
                    <a:pt x="407" y="1501"/>
                  </a:lnTo>
                  <a:lnTo>
                    <a:pt x="390" y="1528"/>
                  </a:lnTo>
                  <a:lnTo>
                    <a:pt x="372" y="1553"/>
                  </a:lnTo>
                  <a:lnTo>
                    <a:pt x="352" y="1574"/>
                  </a:lnTo>
                  <a:lnTo>
                    <a:pt x="331" y="1591"/>
                  </a:lnTo>
                  <a:lnTo>
                    <a:pt x="309" y="1605"/>
                  </a:lnTo>
                  <a:lnTo>
                    <a:pt x="287" y="1616"/>
                  </a:lnTo>
                  <a:lnTo>
                    <a:pt x="263" y="1622"/>
                  </a:lnTo>
                  <a:lnTo>
                    <a:pt x="239" y="1624"/>
                  </a:lnTo>
                  <a:lnTo>
                    <a:pt x="214" y="1622"/>
                  </a:lnTo>
                  <a:lnTo>
                    <a:pt x="191" y="1616"/>
                  </a:lnTo>
                  <a:lnTo>
                    <a:pt x="168" y="1605"/>
                  </a:lnTo>
                  <a:lnTo>
                    <a:pt x="146" y="1591"/>
                  </a:lnTo>
                  <a:lnTo>
                    <a:pt x="125" y="1574"/>
                  </a:lnTo>
                  <a:lnTo>
                    <a:pt x="105" y="1553"/>
                  </a:lnTo>
                  <a:lnTo>
                    <a:pt x="87" y="1528"/>
                  </a:lnTo>
                  <a:lnTo>
                    <a:pt x="70" y="1501"/>
                  </a:lnTo>
                  <a:lnTo>
                    <a:pt x="55" y="1472"/>
                  </a:lnTo>
                  <a:lnTo>
                    <a:pt x="41" y="1439"/>
                  </a:lnTo>
                  <a:lnTo>
                    <a:pt x="29" y="1405"/>
                  </a:lnTo>
                  <a:lnTo>
                    <a:pt x="18" y="1367"/>
                  </a:lnTo>
                  <a:lnTo>
                    <a:pt x="10" y="1330"/>
                  </a:lnTo>
                  <a:lnTo>
                    <a:pt x="4" y="1290"/>
                  </a:lnTo>
                  <a:lnTo>
                    <a:pt x="1" y="1248"/>
                  </a:lnTo>
                  <a:lnTo>
                    <a:pt x="0" y="1206"/>
                  </a:lnTo>
                  <a:lnTo>
                    <a:pt x="1" y="1163"/>
                  </a:lnTo>
                  <a:lnTo>
                    <a:pt x="4" y="1121"/>
                  </a:lnTo>
                  <a:lnTo>
                    <a:pt x="10" y="1081"/>
                  </a:lnTo>
                  <a:lnTo>
                    <a:pt x="18" y="1043"/>
                  </a:lnTo>
                  <a:lnTo>
                    <a:pt x="29" y="1006"/>
                  </a:lnTo>
                  <a:lnTo>
                    <a:pt x="41" y="971"/>
                  </a:lnTo>
                  <a:lnTo>
                    <a:pt x="55" y="940"/>
                  </a:lnTo>
                  <a:lnTo>
                    <a:pt x="70" y="909"/>
                  </a:lnTo>
                  <a:lnTo>
                    <a:pt x="87" y="882"/>
                  </a:lnTo>
                  <a:lnTo>
                    <a:pt x="105" y="857"/>
                  </a:lnTo>
                  <a:lnTo>
                    <a:pt x="125" y="836"/>
                  </a:lnTo>
                  <a:lnTo>
                    <a:pt x="146" y="819"/>
                  </a:lnTo>
                  <a:lnTo>
                    <a:pt x="168" y="805"/>
                  </a:lnTo>
                  <a:lnTo>
                    <a:pt x="191" y="794"/>
                  </a:lnTo>
                  <a:lnTo>
                    <a:pt x="214" y="788"/>
                  </a:lnTo>
                  <a:lnTo>
                    <a:pt x="239" y="786"/>
                  </a:lnTo>
                  <a:close/>
                  <a:moveTo>
                    <a:pt x="1119" y="2495"/>
                  </a:moveTo>
                  <a:lnTo>
                    <a:pt x="1143" y="2498"/>
                  </a:lnTo>
                  <a:lnTo>
                    <a:pt x="1167" y="2504"/>
                  </a:lnTo>
                  <a:lnTo>
                    <a:pt x="1190" y="2514"/>
                  </a:lnTo>
                  <a:lnTo>
                    <a:pt x="1211" y="2528"/>
                  </a:lnTo>
                  <a:lnTo>
                    <a:pt x="1232" y="2546"/>
                  </a:lnTo>
                  <a:lnTo>
                    <a:pt x="1252" y="2567"/>
                  </a:lnTo>
                  <a:lnTo>
                    <a:pt x="1271" y="2592"/>
                  </a:lnTo>
                  <a:lnTo>
                    <a:pt x="1288" y="2618"/>
                  </a:lnTo>
                  <a:lnTo>
                    <a:pt x="1304" y="2648"/>
                  </a:lnTo>
                  <a:lnTo>
                    <a:pt x="1318" y="2681"/>
                  </a:lnTo>
                  <a:lnTo>
                    <a:pt x="1329" y="2715"/>
                  </a:lnTo>
                  <a:lnTo>
                    <a:pt x="1340" y="2752"/>
                  </a:lnTo>
                  <a:lnTo>
                    <a:pt x="1348" y="2790"/>
                  </a:lnTo>
                  <a:lnTo>
                    <a:pt x="1354" y="2830"/>
                  </a:lnTo>
                  <a:lnTo>
                    <a:pt x="1358" y="2872"/>
                  </a:lnTo>
                  <a:lnTo>
                    <a:pt x="1359" y="2914"/>
                  </a:lnTo>
                  <a:lnTo>
                    <a:pt x="1358" y="2956"/>
                  </a:lnTo>
                  <a:lnTo>
                    <a:pt x="1354" y="2998"/>
                  </a:lnTo>
                  <a:lnTo>
                    <a:pt x="1348" y="3038"/>
                  </a:lnTo>
                  <a:lnTo>
                    <a:pt x="1340" y="3077"/>
                  </a:lnTo>
                  <a:lnTo>
                    <a:pt x="1329" y="3113"/>
                  </a:lnTo>
                  <a:lnTo>
                    <a:pt x="1318" y="3147"/>
                  </a:lnTo>
                  <a:lnTo>
                    <a:pt x="1304" y="3180"/>
                  </a:lnTo>
                  <a:lnTo>
                    <a:pt x="1288" y="3209"/>
                  </a:lnTo>
                  <a:lnTo>
                    <a:pt x="1271" y="3238"/>
                  </a:lnTo>
                  <a:lnTo>
                    <a:pt x="1252" y="3261"/>
                  </a:lnTo>
                  <a:lnTo>
                    <a:pt x="1232" y="3282"/>
                  </a:lnTo>
                  <a:lnTo>
                    <a:pt x="1211" y="3301"/>
                  </a:lnTo>
                  <a:lnTo>
                    <a:pt x="1190" y="3315"/>
                  </a:lnTo>
                  <a:lnTo>
                    <a:pt x="1167" y="3325"/>
                  </a:lnTo>
                  <a:lnTo>
                    <a:pt x="1143" y="3331"/>
                  </a:lnTo>
                  <a:lnTo>
                    <a:pt x="1119" y="3334"/>
                  </a:lnTo>
                  <a:lnTo>
                    <a:pt x="1094" y="3331"/>
                  </a:lnTo>
                  <a:lnTo>
                    <a:pt x="1070" y="3325"/>
                  </a:lnTo>
                  <a:lnTo>
                    <a:pt x="1048" y="3315"/>
                  </a:lnTo>
                  <a:lnTo>
                    <a:pt x="1026" y="3301"/>
                  </a:lnTo>
                  <a:lnTo>
                    <a:pt x="1005" y="3282"/>
                  </a:lnTo>
                  <a:lnTo>
                    <a:pt x="985" y="3261"/>
                  </a:lnTo>
                  <a:lnTo>
                    <a:pt x="967" y="3238"/>
                  </a:lnTo>
                  <a:lnTo>
                    <a:pt x="950" y="3209"/>
                  </a:lnTo>
                  <a:lnTo>
                    <a:pt x="935" y="3180"/>
                  </a:lnTo>
                  <a:lnTo>
                    <a:pt x="921" y="3147"/>
                  </a:lnTo>
                  <a:lnTo>
                    <a:pt x="909" y="3113"/>
                  </a:lnTo>
                  <a:lnTo>
                    <a:pt x="898" y="3077"/>
                  </a:lnTo>
                  <a:lnTo>
                    <a:pt x="890" y="3038"/>
                  </a:lnTo>
                  <a:lnTo>
                    <a:pt x="884" y="2998"/>
                  </a:lnTo>
                  <a:lnTo>
                    <a:pt x="881" y="2956"/>
                  </a:lnTo>
                  <a:lnTo>
                    <a:pt x="880" y="2914"/>
                  </a:lnTo>
                  <a:lnTo>
                    <a:pt x="881" y="2872"/>
                  </a:lnTo>
                  <a:lnTo>
                    <a:pt x="884" y="2830"/>
                  </a:lnTo>
                  <a:lnTo>
                    <a:pt x="890" y="2790"/>
                  </a:lnTo>
                  <a:lnTo>
                    <a:pt x="898" y="2752"/>
                  </a:lnTo>
                  <a:lnTo>
                    <a:pt x="909" y="2715"/>
                  </a:lnTo>
                  <a:lnTo>
                    <a:pt x="921" y="2681"/>
                  </a:lnTo>
                  <a:lnTo>
                    <a:pt x="935" y="2648"/>
                  </a:lnTo>
                  <a:lnTo>
                    <a:pt x="950" y="2618"/>
                  </a:lnTo>
                  <a:lnTo>
                    <a:pt x="967" y="2592"/>
                  </a:lnTo>
                  <a:lnTo>
                    <a:pt x="985" y="2567"/>
                  </a:lnTo>
                  <a:lnTo>
                    <a:pt x="1005" y="2546"/>
                  </a:lnTo>
                  <a:lnTo>
                    <a:pt x="1026" y="2528"/>
                  </a:lnTo>
                  <a:lnTo>
                    <a:pt x="1048" y="2514"/>
                  </a:lnTo>
                  <a:lnTo>
                    <a:pt x="1070" y="2504"/>
                  </a:lnTo>
                  <a:lnTo>
                    <a:pt x="1094" y="2498"/>
                  </a:lnTo>
                  <a:lnTo>
                    <a:pt x="1119" y="2495"/>
                  </a:lnTo>
                  <a:close/>
                  <a:moveTo>
                    <a:pt x="2380" y="2651"/>
                  </a:moveTo>
                  <a:lnTo>
                    <a:pt x="2405" y="2654"/>
                  </a:lnTo>
                  <a:lnTo>
                    <a:pt x="2428" y="2660"/>
                  </a:lnTo>
                  <a:lnTo>
                    <a:pt x="2452" y="2670"/>
                  </a:lnTo>
                  <a:lnTo>
                    <a:pt x="2473" y="2684"/>
                  </a:lnTo>
                  <a:lnTo>
                    <a:pt x="2494" y="2703"/>
                  </a:lnTo>
                  <a:lnTo>
                    <a:pt x="2514" y="2724"/>
                  </a:lnTo>
                  <a:lnTo>
                    <a:pt x="2533" y="2747"/>
                  </a:lnTo>
                  <a:lnTo>
                    <a:pt x="2550" y="2774"/>
                  </a:lnTo>
                  <a:lnTo>
                    <a:pt x="2565" y="2805"/>
                  </a:lnTo>
                  <a:lnTo>
                    <a:pt x="2580" y="2838"/>
                  </a:lnTo>
                  <a:lnTo>
                    <a:pt x="2591" y="2872"/>
                  </a:lnTo>
                  <a:lnTo>
                    <a:pt x="2602" y="2908"/>
                  </a:lnTo>
                  <a:lnTo>
                    <a:pt x="2610" y="2947"/>
                  </a:lnTo>
                  <a:lnTo>
                    <a:pt x="2616" y="2987"/>
                  </a:lnTo>
                  <a:lnTo>
                    <a:pt x="2619" y="3029"/>
                  </a:lnTo>
                  <a:lnTo>
                    <a:pt x="2621" y="3071"/>
                  </a:lnTo>
                  <a:lnTo>
                    <a:pt x="2619" y="3113"/>
                  </a:lnTo>
                  <a:lnTo>
                    <a:pt x="2616" y="3155"/>
                  </a:lnTo>
                  <a:lnTo>
                    <a:pt x="2610" y="3195"/>
                  </a:lnTo>
                  <a:lnTo>
                    <a:pt x="2602" y="3233"/>
                  </a:lnTo>
                  <a:lnTo>
                    <a:pt x="2591" y="3270"/>
                  </a:lnTo>
                  <a:lnTo>
                    <a:pt x="2580" y="3304"/>
                  </a:lnTo>
                  <a:lnTo>
                    <a:pt x="2565" y="3337"/>
                  </a:lnTo>
                  <a:lnTo>
                    <a:pt x="2550" y="3367"/>
                  </a:lnTo>
                  <a:lnTo>
                    <a:pt x="2533" y="3393"/>
                  </a:lnTo>
                  <a:lnTo>
                    <a:pt x="2514" y="3418"/>
                  </a:lnTo>
                  <a:lnTo>
                    <a:pt x="2494" y="3439"/>
                  </a:lnTo>
                  <a:lnTo>
                    <a:pt x="2473" y="3457"/>
                  </a:lnTo>
                  <a:lnTo>
                    <a:pt x="2452" y="3471"/>
                  </a:lnTo>
                  <a:lnTo>
                    <a:pt x="2428" y="3481"/>
                  </a:lnTo>
                  <a:lnTo>
                    <a:pt x="2405" y="3487"/>
                  </a:lnTo>
                  <a:lnTo>
                    <a:pt x="2380" y="3490"/>
                  </a:lnTo>
                  <a:lnTo>
                    <a:pt x="2356" y="3487"/>
                  </a:lnTo>
                  <a:lnTo>
                    <a:pt x="2332" y="3481"/>
                  </a:lnTo>
                  <a:lnTo>
                    <a:pt x="2310" y="3471"/>
                  </a:lnTo>
                  <a:lnTo>
                    <a:pt x="2288" y="3457"/>
                  </a:lnTo>
                  <a:lnTo>
                    <a:pt x="2267" y="3439"/>
                  </a:lnTo>
                  <a:lnTo>
                    <a:pt x="2248" y="3418"/>
                  </a:lnTo>
                  <a:lnTo>
                    <a:pt x="2229" y="3393"/>
                  </a:lnTo>
                  <a:lnTo>
                    <a:pt x="2212" y="3367"/>
                  </a:lnTo>
                  <a:lnTo>
                    <a:pt x="2196" y="3337"/>
                  </a:lnTo>
                  <a:lnTo>
                    <a:pt x="2182" y="3304"/>
                  </a:lnTo>
                  <a:lnTo>
                    <a:pt x="2171" y="3270"/>
                  </a:lnTo>
                  <a:lnTo>
                    <a:pt x="2160" y="3233"/>
                  </a:lnTo>
                  <a:lnTo>
                    <a:pt x="2152" y="3195"/>
                  </a:lnTo>
                  <a:lnTo>
                    <a:pt x="2146" y="3155"/>
                  </a:lnTo>
                  <a:lnTo>
                    <a:pt x="2142" y="3113"/>
                  </a:lnTo>
                  <a:lnTo>
                    <a:pt x="2141" y="3071"/>
                  </a:lnTo>
                  <a:lnTo>
                    <a:pt x="2142" y="3029"/>
                  </a:lnTo>
                  <a:lnTo>
                    <a:pt x="2146" y="2987"/>
                  </a:lnTo>
                  <a:lnTo>
                    <a:pt x="2152" y="2947"/>
                  </a:lnTo>
                  <a:lnTo>
                    <a:pt x="2160" y="2908"/>
                  </a:lnTo>
                  <a:lnTo>
                    <a:pt x="2171" y="2872"/>
                  </a:lnTo>
                  <a:lnTo>
                    <a:pt x="2182" y="2838"/>
                  </a:lnTo>
                  <a:lnTo>
                    <a:pt x="2196" y="2805"/>
                  </a:lnTo>
                  <a:lnTo>
                    <a:pt x="2212" y="2774"/>
                  </a:lnTo>
                  <a:lnTo>
                    <a:pt x="2229" y="2747"/>
                  </a:lnTo>
                  <a:lnTo>
                    <a:pt x="2248" y="2724"/>
                  </a:lnTo>
                  <a:lnTo>
                    <a:pt x="2267" y="2703"/>
                  </a:lnTo>
                  <a:lnTo>
                    <a:pt x="2288" y="2684"/>
                  </a:lnTo>
                  <a:lnTo>
                    <a:pt x="2310" y="2670"/>
                  </a:lnTo>
                  <a:lnTo>
                    <a:pt x="2332" y="2660"/>
                  </a:lnTo>
                  <a:lnTo>
                    <a:pt x="2356" y="2654"/>
                  </a:lnTo>
                  <a:lnTo>
                    <a:pt x="2380" y="2651"/>
                  </a:lnTo>
                  <a:close/>
                  <a:moveTo>
                    <a:pt x="2342" y="1355"/>
                  </a:moveTo>
                  <a:lnTo>
                    <a:pt x="2366" y="1357"/>
                  </a:lnTo>
                  <a:lnTo>
                    <a:pt x="2390" y="1363"/>
                  </a:lnTo>
                  <a:lnTo>
                    <a:pt x="2412" y="1373"/>
                  </a:lnTo>
                  <a:lnTo>
                    <a:pt x="2434" y="1387"/>
                  </a:lnTo>
                  <a:lnTo>
                    <a:pt x="2455" y="1405"/>
                  </a:lnTo>
                  <a:lnTo>
                    <a:pt x="2475" y="1426"/>
                  </a:lnTo>
                  <a:lnTo>
                    <a:pt x="2493" y="1451"/>
                  </a:lnTo>
                  <a:lnTo>
                    <a:pt x="2510" y="1478"/>
                  </a:lnTo>
                  <a:lnTo>
                    <a:pt x="2526" y="1507"/>
                  </a:lnTo>
                  <a:lnTo>
                    <a:pt x="2540" y="1540"/>
                  </a:lnTo>
                  <a:lnTo>
                    <a:pt x="2551" y="1574"/>
                  </a:lnTo>
                  <a:lnTo>
                    <a:pt x="2562" y="1611"/>
                  </a:lnTo>
                  <a:lnTo>
                    <a:pt x="2570" y="1649"/>
                  </a:lnTo>
                  <a:lnTo>
                    <a:pt x="2576" y="1689"/>
                  </a:lnTo>
                  <a:lnTo>
                    <a:pt x="2580" y="1731"/>
                  </a:lnTo>
                  <a:lnTo>
                    <a:pt x="2581" y="1773"/>
                  </a:lnTo>
                  <a:lnTo>
                    <a:pt x="2580" y="1815"/>
                  </a:lnTo>
                  <a:lnTo>
                    <a:pt x="2576" y="1858"/>
                  </a:lnTo>
                  <a:lnTo>
                    <a:pt x="2570" y="1897"/>
                  </a:lnTo>
                  <a:lnTo>
                    <a:pt x="2562" y="1936"/>
                  </a:lnTo>
                  <a:lnTo>
                    <a:pt x="2551" y="1972"/>
                  </a:lnTo>
                  <a:lnTo>
                    <a:pt x="2540" y="2008"/>
                  </a:lnTo>
                  <a:lnTo>
                    <a:pt x="2526" y="2039"/>
                  </a:lnTo>
                  <a:lnTo>
                    <a:pt x="2510" y="2070"/>
                  </a:lnTo>
                  <a:lnTo>
                    <a:pt x="2493" y="2097"/>
                  </a:lnTo>
                  <a:lnTo>
                    <a:pt x="2475" y="2121"/>
                  </a:lnTo>
                  <a:lnTo>
                    <a:pt x="2455" y="2142"/>
                  </a:lnTo>
                  <a:lnTo>
                    <a:pt x="2434" y="2160"/>
                  </a:lnTo>
                  <a:lnTo>
                    <a:pt x="2412" y="2174"/>
                  </a:lnTo>
                  <a:lnTo>
                    <a:pt x="2390" y="2185"/>
                  </a:lnTo>
                  <a:lnTo>
                    <a:pt x="2366" y="2191"/>
                  </a:lnTo>
                  <a:lnTo>
                    <a:pt x="2342" y="2193"/>
                  </a:lnTo>
                  <a:lnTo>
                    <a:pt x="2317" y="2191"/>
                  </a:lnTo>
                  <a:lnTo>
                    <a:pt x="2294" y="2185"/>
                  </a:lnTo>
                  <a:lnTo>
                    <a:pt x="2270" y="2174"/>
                  </a:lnTo>
                  <a:lnTo>
                    <a:pt x="2249" y="2160"/>
                  </a:lnTo>
                  <a:lnTo>
                    <a:pt x="2228" y="2142"/>
                  </a:lnTo>
                  <a:lnTo>
                    <a:pt x="2208" y="2121"/>
                  </a:lnTo>
                  <a:lnTo>
                    <a:pt x="2189" y="2097"/>
                  </a:lnTo>
                  <a:lnTo>
                    <a:pt x="2173" y="2070"/>
                  </a:lnTo>
                  <a:lnTo>
                    <a:pt x="2157" y="2039"/>
                  </a:lnTo>
                  <a:lnTo>
                    <a:pt x="2142" y="2008"/>
                  </a:lnTo>
                  <a:lnTo>
                    <a:pt x="2131" y="1972"/>
                  </a:lnTo>
                  <a:lnTo>
                    <a:pt x="2120" y="1936"/>
                  </a:lnTo>
                  <a:lnTo>
                    <a:pt x="2112" y="1897"/>
                  </a:lnTo>
                  <a:lnTo>
                    <a:pt x="2106" y="1858"/>
                  </a:lnTo>
                  <a:lnTo>
                    <a:pt x="2103" y="1815"/>
                  </a:lnTo>
                  <a:lnTo>
                    <a:pt x="2101" y="1773"/>
                  </a:lnTo>
                  <a:lnTo>
                    <a:pt x="2103" y="1731"/>
                  </a:lnTo>
                  <a:lnTo>
                    <a:pt x="2106" y="1689"/>
                  </a:lnTo>
                  <a:lnTo>
                    <a:pt x="2112" y="1649"/>
                  </a:lnTo>
                  <a:lnTo>
                    <a:pt x="2120" y="1611"/>
                  </a:lnTo>
                  <a:lnTo>
                    <a:pt x="2131" y="1574"/>
                  </a:lnTo>
                  <a:lnTo>
                    <a:pt x="2142" y="1540"/>
                  </a:lnTo>
                  <a:lnTo>
                    <a:pt x="2157" y="1507"/>
                  </a:lnTo>
                  <a:lnTo>
                    <a:pt x="2173" y="1478"/>
                  </a:lnTo>
                  <a:lnTo>
                    <a:pt x="2189" y="1451"/>
                  </a:lnTo>
                  <a:lnTo>
                    <a:pt x="2208" y="1426"/>
                  </a:lnTo>
                  <a:lnTo>
                    <a:pt x="2228" y="1405"/>
                  </a:lnTo>
                  <a:lnTo>
                    <a:pt x="2249" y="1387"/>
                  </a:lnTo>
                  <a:lnTo>
                    <a:pt x="2270" y="1373"/>
                  </a:lnTo>
                  <a:lnTo>
                    <a:pt x="2294" y="1363"/>
                  </a:lnTo>
                  <a:lnTo>
                    <a:pt x="2317" y="1357"/>
                  </a:lnTo>
                  <a:lnTo>
                    <a:pt x="2342" y="1355"/>
                  </a:lnTo>
                  <a:close/>
                  <a:moveTo>
                    <a:pt x="3179" y="819"/>
                  </a:moveTo>
                  <a:lnTo>
                    <a:pt x="3204" y="821"/>
                  </a:lnTo>
                  <a:lnTo>
                    <a:pt x="3227" y="827"/>
                  </a:lnTo>
                  <a:lnTo>
                    <a:pt x="3250" y="838"/>
                  </a:lnTo>
                  <a:lnTo>
                    <a:pt x="3272" y="852"/>
                  </a:lnTo>
                  <a:lnTo>
                    <a:pt x="3293" y="869"/>
                  </a:lnTo>
                  <a:lnTo>
                    <a:pt x="3312" y="890"/>
                  </a:lnTo>
                  <a:lnTo>
                    <a:pt x="3331" y="915"/>
                  </a:lnTo>
                  <a:lnTo>
                    <a:pt x="3348" y="942"/>
                  </a:lnTo>
                  <a:lnTo>
                    <a:pt x="3363" y="971"/>
                  </a:lnTo>
                  <a:lnTo>
                    <a:pt x="3377" y="1004"/>
                  </a:lnTo>
                  <a:lnTo>
                    <a:pt x="3389" y="1038"/>
                  </a:lnTo>
                  <a:lnTo>
                    <a:pt x="3400" y="1076"/>
                  </a:lnTo>
                  <a:lnTo>
                    <a:pt x="3408" y="1113"/>
                  </a:lnTo>
                  <a:lnTo>
                    <a:pt x="3414" y="1153"/>
                  </a:lnTo>
                  <a:lnTo>
                    <a:pt x="3417" y="1195"/>
                  </a:lnTo>
                  <a:lnTo>
                    <a:pt x="3418" y="1237"/>
                  </a:lnTo>
                  <a:lnTo>
                    <a:pt x="3417" y="1280"/>
                  </a:lnTo>
                  <a:lnTo>
                    <a:pt x="3414" y="1322"/>
                  </a:lnTo>
                  <a:lnTo>
                    <a:pt x="3408" y="1362"/>
                  </a:lnTo>
                  <a:lnTo>
                    <a:pt x="3400" y="1399"/>
                  </a:lnTo>
                  <a:lnTo>
                    <a:pt x="3389" y="1437"/>
                  </a:lnTo>
                  <a:lnTo>
                    <a:pt x="3377" y="1471"/>
                  </a:lnTo>
                  <a:lnTo>
                    <a:pt x="3363" y="1503"/>
                  </a:lnTo>
                  <a:lnTo>
                    <a:pt x="3348" y="1533"/>
                  </a:lnTo>
                  <a:lnTo>
                    <a:pt x="3331" y="1560"/>
                  </a:lnTo>
                  <a:lnTo>
                    <a:pt x="3312" y="1584"/>
                  </a:lnTo>
                  <a:lnTo>
                    <a:pt x="3293" y="1605"/>
                  </a:lnTo>
                  <a:lnTo>
                    <a:pt x="3272" y="1623"/>
                  </a:lnTo>
                  <a:lnTo>
                    <a:pt x="3250" y="1637"/>
                  </a:lnTo>
                  <a:lnTo>
                    <a:pt x="3227" y="1648"/>
                  </a:lnTo>
                  <a:lnTo>
                    <a:pt x="3204" y="1654"/>
                  </a:lnTo>
                  <a:lnTo>
                    <a:pt x="3179" y="1656"/>
                  </a:lnTo>
                  <a:lnTo>
                    <a:pt x="3155" y="1654"/>
                  </a:lnTo>
                  <a:lnTo>
                    <a:pt x="3131" y="1648"/>
                  </a:lnTo>
                  <a:lnTo>
                    <a:pt x="3108" y="1637"/>
                  </a:lnTo>
                  <a:lnTo>
                    <a:pt x="3087" y="1623"/>
                  </a:lnTo>
                  <a:lnTo>
                    <a:pt x="3066" y="1605"/>
                  </a:lnTo>
                  <a:lnTo>
                    <a:pt x="3046" y="1584"/>
                  </a:lnTo>
                  <a:lnTo>
                    <a:pt x="3027" y="1560"/>
                  </a:lnTo>
                  <a:lnTo>
                    <a:pt x="3011" y="1533"/>
                  </a:lnTo>
                  <a:lnTo>
                    <a:pt x="2994" y="1503"/>
                  </a:lnTo>
                  <a:lnTo>
                    <a:pt x="2980" y="1471"/>
                  </a:lnTo>
                  <a:lnTo>
                    <a:pt x="2968" y="1437"/>
                  </a:lnTo>
                  <a:lnTo>
                    <a:pt x="2958" y="1399"/>
                  </a:lnTo>
                  <a:lnTo>
                    <a:pt x="2950" y="1362"/>
                  </a:lnTo>
                  <a:lnTo>
                    <a:pt x="2944" y="1322"/>
                  </a:lnTo>
                  <a:lnTo>
                    <a:pt x="2940" y="1280"/>
                  </a:lnTo>
                  <a:lnTo>
                    <a:pt x="2939" y="1237"/>
                  </a:lnTo>
                  <a:lnTo>
                    <a:pt x="2940" y="1195"/>
                  </a:lnTo>
                  <a:lnTo>
                    <a:pt x="2944" y="1153"/>
                  </a:lnTo>
                  <a:lnTo>
                    <a:pt x="2950" y="1113"/>
                  </a:lnTo>
                  <a:lnTo>
                    <a:pt x="2958" y="1076"/>
                  </a:lnTo>
                  <a:lnTo>
                    <a:pt x="2968" y="1038"/>
                  </a:lnTo>
                  <a:lnTo>
                    <a:pt x="2980" y="1004"/>
                  </a:lnTo>
                  <a:lnTo>
                    <a:pt x="2994" y="971"/>
                  </a:lnTo>
                  <a:lnTo>
                    <a:pt x="3011" y="942"/>
                  </a:lnTo>
                  <a:lnTo>
                    <a:pt x="3027" y="915"/>
                  </a:lnTo>
                  <a:lnTo>
                    <a:pt x="3046" y="890"/>
                  </a:lnTo>
                  <a:lnTo>
                    <a:pt x="3066" y="869"/>
                  </a:lnTo>
                  <a:lnTo>
                    <a:pt x="3087" y="852"/>
                  </a:lnTo>
                  <a:lnTo>
                    <a:pt x="3108" y="838"/>
                  </a:lnTo>
                  <a:lnTo>
                    <a:pt x="3131" y="827"/>
                  </a:lnTo>
                  <a:lnTo>
                    <a:pt x="3155" y="821"/>
                  </a:lnTo>
                  <a:lnTo>
                    <a:pt x="3179" y="819"/>
                  </a:lnTo>
                  <a:close/>
                  <a:moveTo>
                    <a:pt x="3246" y="2144"/>
                  </a:moveTo>
                  <a:lnTo>
                    <a:pt x="3271" y="2146"/>
                  </a:lnTo>
                  <a:lnTo>
                    <a:pt x="3294" y="2152"/>
                  </a:lnTo>
                  <a:lnTo>
                    <a:pt x="3316" y="2162"/>
                  </a:lnTo>
                  <a:lnTo>
                    <a:pt x="3339" y="2176"/>
                  </a:lnTo>
                  <a:lnTo>
                    <a:pt x="3360" y="2194"/>
                  </a:lnTo>
                  <a:lnTo>
                    <a:pt x="3380" y="2215"/>
                  </a:lnTo>
                  <a:lnTo>
                    <a:pt x="3397" y="2240"/>
                  </a:lnTo>
                  <a:lnTo>
                    <a:pt x="3415" y="2267"/>
                  </a:lnTo>
                  <a:lnTo>
                    <a:pt x="3430" y="2296"/>
                  </a:lnTo>
                  <a:lnTo>
                    <a:pt x="3444" y="2329"/>
                  </a:lnTo>
                  <a:lnTo>
                    <a:pt x="3456" y="2363"/>
                  </a:lnTo>
                  <a:lnTo>
                    <a:pt x="3466" y="2400"/>
                  </a:lnTo>
                  <a:lnTo>
                    <a:pt x="3475" y="2438"/>
                  </a:lnTo>
                  <a:lnTo>
                    <a:pt x="3480" y="2478"/>
                  </a:lnTo>
                  <a:lnTo>
                    <a:pt x="3484" y="2520"/>
                  </a:lnTo>
                  <a:lnTo>
                    <a:pt x="3485" y="2562"/>
                  </a:lnTo>
                  <a:lnTo>
                    <a:pt x="3484" y="2604"/>
                  </a:lnTo>
                  <a:lnTo>
                    <a:pt x="3480" y="2647"/>
                  </a:lnTo>
                  <a:lnTo>
                    <a:pt x="3475" y="2686"/>
                  </a:lnTo>
                  <a:lnTo>
                    <a:pt x="3466" y="2725"/>
                  </a:lnTo>
                  <a:lnTo>
                    <a:pt x="3456" y="2762"/>
                  </a:lnTo>
                  <a:lnTo>
                    <a:pt x="3444" y="2796"/>
                  </a:lnTo>
                  <a:lnTo>
                    <a:pt x="3430" y="2828"/>
                  </a:lnTo>
                  <a:lnTo>
                    <a:pt x="3415" y="2858"/>
                  </a:lnTo>
                  <a:lnTo>
                    <a:pt x="3397" y="2886"/>
                  </a:lnTo>
                  <a:lnTo>
                    <a:pt x="3380" y="2909"/>
                  </a:lnTo>
                  <a:lnTo>
                    <a:pt x="3360" y="2930"/>
                  </a:lnTo>
                  <a:lnTo>
                    <a:pt x="3339" y="2949"/>
                  </a:lnTo>
                  <a:lnTo>
                    <a:pt x="3316" y="2963"/>
                  </a:lnTo>
                  <a:lnTo>
                    <a:pt x="3294" y="2974"/>
                  </a:lnTo>
                  <a:lnTo>
                    <a:pt x="3271" y="2980"/>
                  </a:lnTo>
                  <a:lnTo>
                    <a:pt x="3246" y="2982"/>
                  </a:lnTo>
                  <a:lnTo>
                    <a:pt x="3222" y="2980"/>
                  </a:lnTo>
                  <a:lnTo>
                    <a:pt x="3198" y="2974"/>
                  </a:lnTo>
                  <a:lnTo>
                    <a:pt x="3176" y="2963"/>
                  </a:lnTo>
                  <a:lnTo>
                    <a:pt x="3154" y="2949"/>
                  </a:lnTo>
                  <a:lnTo>
                    <a:pt x="3133" y="2930"/>
                  </a:lnTo>
                  <a:lnTo>
                    <a:pt x="3113" y="2909"/>
                  </a:lnTo>
                  <a:lnTo>
                    <a:pt x="3095" y="2886"/>
                  </a:lnTo>
                  <a:lnTo>
                    <a:pt x="3077" y="2858"/>
                  </a:lnTo>
                  <a:lnTo>
                    <a:pt x="3062" y="2828"/>
                  </a:lnTo>
                  <a:lnTo>
                    <a:pt x="3048" y="2796"/>
                  </a:lnTo>
                  <a:lnTo>
                    <a:pt x="3036" y="2762"/>
                  </a:lnTo>
                  <a:lnTo>
                    <a:pt x="3026" y="2725"/>
                  </a:lnTo>
                  <a:lnTo>
                    <a:pt x="3018" y="2686"/>
                  </a:lnTo>
                  <a:lnTo>
                    <a:pt x="3012" y="2647"/>
                  </a:lnTo>
                  <a:lnTo>
                    <a:pt x="3008" y="2604"/>
                  </a:lnTo>
                  <a:lnTo>
                    <a:pt x="3007" y="2562"/>
                  </a:lnTo>
                  <a:lnTo>
                    <a:pt x="3008" y="2520"/>
                  </a:lnTo>
                  <a:lnTo>
                    <a:pt x="3012" y="2478"/>
                  </a:lnTo>
                  <a:lnTo>
                    <a:pt x="3018" y="2438"/>
                  </a:lnTo>
                  <a:lnTo>
                    <a:pt x="3026" y="2400"/>
                  </a:lnTo>
                  <a:lnTo>
                    <a:pt x="3036" y="2363"/>
                  </a:lnTo>
                  <a:lnTo>
                    <a:pt x="3048" y="2329"/>
                  </a:lnTo>
                  <a:lnTo>
                    <a:pt x="3062" y="2296"/>
                  </a:lnTo>
                  <a:lnTo>
                    <a:pt x="3077" y="2267"/>
                  </a:lnTo>
                  <a:lnTo>
                    <a:pt x="3095" y="2240"/>
                  </a:lnTo>
                  <a:lnTo>
                    <a:pt x="3113" y="2215"/>
                  </a:lnTo>
                  <a:lnTo>
                    <a:pt x="3133" y="2194"/>
                  </a:lnTo>
                  <a:lnTo>
                    <a:pt x="3154" y="2176"/>
                  </a:lnTo>
                  <a:lnTo>
                    <a:pt x="3176" y="2162"/>
                  </a:lnTo>
                  <a:lnTo>
                    <a:pt x="3198" y="2152"/>
                  </a:lnTo>
                  <a:lnTo>
                    <a:pt x="3222" y="2146"/>
                  </a:lnTo>
                  <a:lnTo>
                    <a:pt x="3246" y="214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9842" name="Freeform 48"/>
            <p:cNvSpPr>
              <a:spLocks/>
            </p:cNvSpPr>
            <p:nvPr/>
          </p:nvSpPr>
          <p:spPr bwMode="auto">
            <a:xfrm>
              <a:off x="1267" y="1588"/>
              <a:ext cx="87" cy="52"/>
            </a:xfrm>
            <a:custGeom>
              <a:avLst/>
              <a:gdLst>
                <a:gd name="T0" fmla="*/ 3 w 437"/>
                <a:gd name="T1" fmla="*/ 2 h 260"/>
                <a:gd name="T2" fmla="*/ 3 w 437"/>
                <a:gd name="T3" fmla="*/ 2 h 260"/>
                <a:gd name="T4" fmla="*/ 3 w 437"/>
                <a:gd name="T5" fmla="*/ 2 h 260"/>
                <a:gd name="T6" fmla="*/ 3 w 437"/>
                <a:gd name="T7" fmla="*/ 2 h 260"/>
                <a:gd name="T8" fmla="*/ 3 w 437"/>
                <a:gd name="T9" fmla="*/ 1 h 260"/>
                <a:gd name="T10" fmla="*/ 3 w 437"/>
                <a:gd name="T11" fmla="*/ 1 h 260"/>
                <a:gd name="T12" fmla="*/ 3 w 437"/>
                <a:gd name="T13" fmla="*/ 1 h 260"/>
                <a:gd name="T14" fmla="*/ 3 w 437"/>
                <a:gd name="T15" fmla="*/ 1 h 260"/>
                <a:gd name="T16" fmla="*/ 3 w 437"/>
                <a:gd name="T17" fmla="*/ 1 h 260"/>
                <a:gd name="T18" fmla="*/ 2 w 437"/>
                <a:gd name="T19" fmla="*/ 1 h 260"/>
                <a:gd name="T20" fmla="*/ 2 w 437"/>
                <a:gd name="T21" fmla="*/ 0 h 260"/>
                <a:gd name="T22" fmla="*/ 2 w 437"/>
                <a:gd name="T23" fmla="*/ 0 h 260"/>
                <a:gd name="T24" fmla="*/ 2 w 437"/>
                <a:gd name="T25" fmla="*/ 0 h 260"/>
                <a:gd name="T26" fmla="*/ 1 w 437"/>
                <a:gd name="T27" fmla="*/ 0 h 260"/>
                <a:gd name="T28" fmla="*/ 1 w 437"/>
                <a:gd name="T29" fmla="*/ 0 h 260"/>
                <a:gd name="T30" fmla="*/ 1 w 437"/>
                <a:gd name="T31" fmla="*/ 0 h 260"/>
                <a:gd name="T32" fmla="*/ 0 w 437"/>
                <a:gd name="T33" fmla="*/ 0 h 260"/>
                <a:gd name="T34" fmla="*/ 0 w 437"/>
                <a:gd name="T35" fmla="*/ 0 h 260"/>
                <a:gd name="T36" fmla="*/ 0 w 437"/>
                <a:gd name="T37" fmla="*/ 0 h 260"/>
                <a:gd name="T38" fmla="*/ 0 w 437"/>
                <a:gd name="T39" fmla="*/ 0 h 260"/>
                <a:gd name="T40" fmla="*/ 1 w 437"/>
                <a:gd name="T41" fmla="*/ 0 h 260"/>
                <a:gd name="T42" fmla="*/ 1 w 437"/>
                <a:gd name="T43" fmla="*/ 0 h 260"/>
                <a:gd name="T44" fmla="*/ 1 w 437"/>
                <a:gd name="T45" fmla="*/ 0 h 260"/>
                <a:gd name="T46" fmla="*/ 2 w 437"/>
                <a:gd name="T47" fmla="*/ 0 h 260"/>
                <a:gd name="T48" fmla="*/ 2 w 437"/>
                <a:gd name="T49" fmla="*/ 0 h 260"/>
                <a:gd name="T50" fmla="*/ 2 w 437"/>
                <a:gd name="T51" fmla="*/ 1 h 260"/>
                <a:gd name="T52" fmla="*/ 2 w 437"/>
                <a:gd name="T53" fmla="*/ 1 h 260"/>
                <a:gd name="T54" fmla="*/ 3 w 437"/>
                <a:gd name="T55" fmla="*/ 1 h 260"/>
                <a:gd name="T56" fmla="*/ 3 w 437"/>
                <a:gd name="T57" fmla="*/ 1 h 260"/>
                <a:gd name="T58" fmla="*/ 3 w 437"/>
                <a:gd name="T59" fmla="*/ 1 h 260"/>
                <a:gd name="T60" fmla="*/ 3 w 437"/>
                <a:gd name="T61" fmla="*/ 1 h 260"/>
                <a:gd name="T62" fmla="*/ 3 w 437"/>
                <a:gd name="T63" fmla="*/ 1 h 260"/>
                <a:gd name="T64" fmla="*/ 3 w 437"/>
                <a:gd name="T65" fmla="*/ 2 h 260"/>
                <a:gd name="T66" fmla="*/ 3 w 437"/>
                <a:gd name="T67" fmla="*/ 2 h 260"/>
                <a:gd name="T68" fmla="*/ 3 w 437"/>
                <a:gd name="T69" fmla="*/ 2 h 260"/>
                <a:gd name="T70" fmla="*/ 3 w 437"/>
                <a:gd name="T71" fmla="*/ 2 h 260"/>
                <a:gd name="T72" fmla="*/ 3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437" y="260"/>
                  </a:moveTo>
                  <a:lnTo>
                    <a:pt x="437" y="260"/>
                  </a:lnTo>
                  <a:lnTo>
                    <a:pt x="434" y="233"/>
                  </a:lnTo>
                  <a:lnTo>
                    <a:pt x="427" y="206"/>
                  </a:lnTo>
                  <a:lnTo>
                    <a:pt x="417" y="181"/>
                  </a:lnTo>
                  <a:lnTo>
                    <a:pt x="401" y="157"/>
                  </a:lnTo>
                  <a:lnTo>
                    <a:pt x="383" y="133"/>
                  </a:lnTo>
                  <a:lnTo>
                    <a:pt x="360" y="113"/>
                  </a:lnTo>
                  <a:lnTo>
                    <a:pt x="336" y="93"/>
                  </a:lnTo>
                  <a:lnTo>
                    <a:pt x="308" y="73"/>
                  </a:lnTo>
                  <a:lnTo>
                    <a:pt x="276" y="58"/>
                  </a:lnTo>
                  <a:lnTo>
                    <a:pt x="242" y="43"/>
                  </a:lnTo>
                  <a:lnTo>
                    <a:pt x="207" y="30"/>
                  </a:lnTo>
                  <a:lnTo>
                    <a:pt x="168" y="19"/>
                  </a:lnTo>
                  <a:lnTo>
                    <a:pt x="128" y="11"/>
                  </a:lnTo>
                  <a:lnTo>
                    <a:pt x="87" y="4"/>
                  </a:lnTo>
                  <a:lnTo>
                    <a:pt x="43" y="1"/>
                  </a:lnTo>
                  <a:lnTo>
                    <a:pt x="0" y="0"/>
                  </a:lnTo>
                  <a:lnTo>
                    <a:pt x="0" y="11"/>
                  </a:lnTo>
                  <a:lnTo>
                    <a:pt x="43" y="12"/>
                  </a:lnTo>
                  <a:lnTo>
                    <a:pt x="85" y="16"/>
                  </a:lnTo>
                  <a:lnTo>
                    <a:pt x="126" y="23"/>
                  </a:lnTo>
                  <a:lnTo>
                    <a:pt x="166" y="31"/>
                  </a:lnTo>
                  <a:lnTo>
                    <a:pt x="202" y="42"/>
                  </a:lnTo>
                  <a:lnTo>
                    <a:pt x="237" y="55"/>
                  </a:lnTo>
                  <a:lnTo>
                    <a:pt x="271" y="70"/>
                  </a:lnTo>
                  <a:lnTo>
                    <a:pt x="301" y="85"/>
                  </a:lnTo>
                  <a:lnTo>
                    <a:pt x="329" y="103"/>
                  </a:lnTo>
                  <a:lnTo>
                    <a:pt x="353" y="123"/>
                  </a:lnTo>
                  <a:lnTo>
                    <a:pt x="373" y="143"/>
                  </a:lnTo>
                  <a:lnTo>
                    <a:pt x="392" y="164"/>
                  </a:lnTo>
                  <a:lnTo>
                    <a:pt x="405" y="186"/>
                  </a:lnTo>
                  <a:lnTo>
                    <a:pt x="415" y="211"/>
                  </a:lnTo>
                  <a:lnTo>
                    <a:pt x="422" y="235"/>
                  </a:lnTo>
                  <a:lnTo>
                    <a:pt x="425" y="260"/>
                  </a:lnTo>
                  <a:lnTo>
                    <a:pt x="437"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9843" name="Freeform 49"/>
            <p:cNvSpPr>
              <a:spLocks/>
            </p:cNvSpPr>
            <p:nvPr/>
          </p:nvSpPr>
          <p:spPr bwMode="auto">
            <a:xfrm>
              <a:off x="1267" y="1640"/>
              <a:ext cx="87" cy="52"/>
            </a:xfrm>
            <a:custGeom>
              <a:avLst/>
              <a:gdLst>
                <a:gd name="T0" fmla="*/ 0 w 437"/>
                <a:gd name="T1" fmla="*/ 2 h 260"/>
                <a:gd name="T2" fmla="*/ 0 w 437"/>
                <a:gd name="T3" fmla="*/ 2 h 260"/>
                <a:gd name="T4" fmla="*/ 0 w 437"/>
                <a:gd name="T5" fmla="*/ 2 h 260"/>
                <a:gd name="T6" fmla="*/ 1 w 437"/>
                <a:gd name="T7" fmla="*/ 2 h 260"/>
                <a:gd name="T8" fmla="*/ 1 w 437"/>
                <a:gd name="T9" fmla="*/ 2 h 260"/>
                <a:gd name="T10" fmla="*/ 1 w 437"/>
                <a:gd name="T11" fmla="*/ 2 h 260"/>
                <a:gd name="T12" fmla="*/ 2 w 437"/>
                <a:gd name="T13" fmla="*/ 2 h 260"/>
                <a:gd name="T14" fmla="*/ 2 w 437"/>
                <a:gd name="T15" fmla="*/ 2 h 260"/>
                <a:gd name="T16" fmla="*/ 2 w 437"/>
                <a:gd name="T17" fmla="*/ 2 h 260"/>
                <a:gd name="T18" fmla="*/ 2 w 437"/>
                <a:gd name="T19" fmla="*/ 1 h 260"/>
                <a:gd name="T20" fmla="*/ 3 w 437"/>
                <a:gd name="T21" fmla="*/ 1 h 260"/>
                <a:gd name="T22" fmla="*/ 3 w 437"/>
                <a:gd name="T23" fmla="*/ 1 h 260"/>
                <a:gd name="T24" fmla="*/ 3 w 437"/>
                <a:gd name="T25" fmla="*/ 1 h 260"/>
                <a:gd name="T26" fmla="*/ 3 w 437"/>
                <a:gd name="T27" fmla="*/ 1 h 260"/>
                <a:gd name="T28" fmla="*/ 3 w 437"/>
                <a:gd name="T29" fmla="*/ 1 h 260"/>
                <a:gd name="T30" fmla="*/ 3 w 437"/>
                <a:gd name="T31" fmla="*/ 0 h 260"/>
                <a:gd name="T32" fmla="*/ 3 w 437"/>
                <a:gd name="T33" fmla="*/ 0 h 260"/>
                <a:gd name="T34" fmla="*/ 3 w 437"/>
                <a:gd name="T35" fmla="*/ 0 h 260"/>
                <a:gd name="T36" fmla="*/ 3 w 437"/>
                <a:gd name="T37" fmla="*/ 0 h 260"/>
                <a:gd name="T38" fmla="*/ 3 w 437"/>
                <a:gd name="T39" fmla="*/ 0 h 260"/>
                <a:gd name="T40" fmla="*/ 3 w 437"/>
                <a:gd name="T41" fmla="*/ 0 h 260"/>
                <a:gd name="T42" fmla="*/ 3 w 437"/>
                <a:gd name="T43" fmla="*/ 1 h 260"/>
                <a:gd name="T44" fmla="*/ 3 w 437"/>
                <a:gd name="T45" fmla="*/ 1 h 260"/>
                <a:gd name="T46" fmla="*/ 3 w 437"/>
                <a:gd name="T47" fmla="*/ 1 h 260"/>
                <a:gd name="T48" fmla="*/ 3 w 437"/>
                <a:gd name="T49" fmla="*/ 1 h 260"/>
                <a:gd name="T50" fmla="*/ 3 w 437"/>
                <a:gd name="T51" fmla="*/ 1 h 260"/>
                <a:gd name="T52" fmla="*/ 2 w 437"/>
                <a:gd name="T53" fmla="*/ 1 h 260"/>
                <a:gd name="T54" fmla="*/ 2 w 437"/>
                <a:gd name="T55" fmla="*/ 2 h 260"/>
                <a:gd name="T56" fmla="*/ 2 w 437"/>
                <a:gd name="T57" fmla="*/ 2 h 260"/>
                <a:gd name="T58" fmla="*/ 2 w 437"/>
                <a:gd name="T59" fmla="*/ 2 h 260"/>
                <a:gd name="T60" fmla="*/ 1 w 437"/>
                <a:gd name="T61" fmla="*/ 2 h 260"/>
                <a:gd name="T62" fmla="*/ 1 w 437"/>
                <a:gd name="T63" fmla="*/ 2 h 260"/>
                <a:gd name="T64" fmla="*/ 1 w 437"/>
                <a:gd name="T65" fmla="*/ 2 h 260"/>
                <a:gd name="T66" fmla="*/ 0 w 437"/>
                <a:gd name="T67" fmla="*/ 2 h 260"/>
                <a:gd name="T68" fmla="*/ 0 w 437"/>
                <a:gd name="T69" fmla="*/ 2 h 260"/>
                <a:gd name="T70" fmla="*/ 0 w 437"/>
                <a:gd name="T71" fmla="*/ 2 h 260"/>
                <a:gd name="T72" fmla="*/ 0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0" y="260"/>
                  </a:moveTo>
                  <a:lnTo>
                    <a:pt x="0" y="260"/>
                  </a:lnTo>
                  <a:lnTo>
                    <a:pt x="43" y="259"/>
                  </a:lnTo>
                  <a:lnTo>
                    <a:pt x="87" y="255"/>
                  </a:lnTo>
                  <a:lnTo>
                    <a:pt x="128" y="248"/>
                  </a:lnTo>
                  <a:lnTo>
                    <a:pt x="168" y="240"/>
                  </a:lnTo>
                  <a:lnTo>
                    <a:pt x="207" y="230"/>
                  </a:lnTo>
                  <a:lnTo>
                    <a:pt x="242" y="217"/>
                  </a:lnTo>
                  <a:lnTo>
                    <a:pt x="276" y="202"/>
                  </a:lnTo>
                  <a:lnTo>
                    <a:pt x="308" y="185"/>
                  </a:lnTo>
                  <a:lnTo>
                    <a:pt x="336" y="166"/>
                  </a:lnTo>
                  <a:lnTo>
                    <a:pt x="360" y="146"/>
                  </a:lnTo>
                  <a:lnTo>
                    <a:pt x="383" y="125"/>
                  </a:lnTo>
                  <a:lnTo>
                    <a:pt x="401" y="102"/>
                  </a:lnTo>
                  <a:lnTo>
                    <a:pt x="417" y="77"/>
                  </a:lnTo>
                  <a:lnTo>
                    <a:pt x="427" y="53"/>
                  </a:lnTo>
                  <a:lnTo>
                    <a:pt x="434" y="27"/>
                  </a:lnTo>
                  <a:lnTo>
                    <a:pt x="437" y="0"/>
                  </a:lnTo>
                  <a:lnTo>
                    <a:pt x="425" y="0"/>
                  </a:lnTo>
                  <a:lnTo>
                    <a:pt x="422" y="24"/>
                  </a:lnTo>
                  <a:lnTo>
                    <a:pt x="415" y="48"/>
                  </a:lnTo>
                  <a:lnTo>
                    <a:pt x="405" y="73"/>
                  </a:lnTo>
                  <a:lnTo>
                    <a:pt x="392" y="95"/>
                  </a:lnTo>
                  <a:lnTo>
                    <a:pt x="373" y="116"/>
                  </a:lnTo>
                  <a:lnTo>
                    <a:pt x="353" y="137"/>
                  </a:lnTo>
                  <a:lnTo>
                    <a:pt x="329" y="157"/>
                  </a:lnTo>
                  <a:lnTo>
                    <a:pt x="301" y="173"/>
                  </a:lnTo>
                  <a:lnTo>
                    <a:pt x="271" y="190"/>
                  </a:lnTo>
                  <a:lnTo>
                    <a:pt x="237" y="205"/>
                  </a:lnTo>
                  <a:lnTo>
                    <a:pt x="202" y="218"/>
                  </a:lnTo>
                  <a:lnTo>
                    <a:pt x="166" y="228"/>
                  </a:lnTo>
                  <a:lnTo>
                    <a:pt x="126" y="237"/>
                  </a:lnTo>
                  <a:lnTo>
                    <a:pt x="85" y="244"/>
                  </a:lnTo>
                  <a:lnTo>
                    <a:pt x="43" y="247"/>
                  </a:lnTo>
                  <a:lnTo>
                    <a:pt x="0" y="248"/>
                  </a:lnTo>
                  <a:lnTo>
                    <a:pt x="0"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9844" name="Freeform 50"/>
            <p:cNvSpPr>
              <a:spLocks/>
            </p:cNvSpPr>
            <p:nvPr/>
          </p:nvSpPr>
          <p:spPr bwMode="auto">
            <a:xfrm>
              <a:off x="1179" y="1640"/>
              <a:ext cx="88" cy="52"/>
            </a:xfrm>
            <a:custGeom>
              <a:avLst/>
              <a:gdLst>
                <a:gd name="T0" fmla="*/ 0 w 439"/>
                <a:gd name="T1" fmla="*/ 0 h 260"/>
                <a:gd name="T2" fmla="*/ 0 w 439"/>
                <a:gd name="T3" fmla="*/ 0 h 260"/>
                <a:gd name="T4" fmla="*/ 0 w 439"/>
                <a:gd name="T5" fmla="*/ 0 h 260"/>
                <a:gd name="T6" fmla="*/ 0 w 439"/>
                <a:gd name="T7" fmla="*/ 0 h 260"/>
                <a:gd name="T8" fmla="*/ 0 w 439"/>
                <a:gd name="T9" fmla="*/ 1 h 260"/>
                <a:gd name="T10" fmla="*/ 0 w 439"/>
                <a:gd name="T11" fmla="*/ 1 h 260"/>
                <a:gd name="T12" fmla="*/ 0 w 439"/>
                <a:gd name="T13" fmla="*/ 1 h 260"/>
                <a:gd name="T14" fmla="*/ 1 w 439"/>
                <a:gd name="T15" fmla="*/ 1 h 260"/>
                <a:gd name="T16" fmla="*/ 1 w 439"/>
                <a:gd name="T17" fmla="*/ 1 h 260"/>
                <a:gd name="T18" fmla="*/ 1 w 439"/>
                <a:gd name="T19" fmla="*/ 1 h 260"/>
                <a:gd name="T20" fmla="*/ 1 w 439"/>
                <a:gd name="T21" fmla="*/ 2 h 260"/>
                <a:gd name="T22" fmla="*/ 2 w 439"/>
                <a:gd name="T23" fmla="*/ 2 h 260"/>
                <a:gd name="T24" fmla="*/ 2 w 439"/>
                <a:gd name="T25" fmla="*/ 2 h 260"/>
                <a:gd name="T26" fmla="*/ 2 w 439"/>
                <a:gd name="T27" fmla="*/ 2 h 260"/>
                <a:gd name="T28" fmla="*/ 2 w 439"/>
                <a:gd name="T29" fmla="*/ 2 h 260"/>
                <a:gd name="T30" fmla="*/ 3 w 439"/>
                <a:gd name="T31" fmla="*/ 2 h 260"/>
                <a:gd name="T32" fmla="*/ 3 w 439"/>
                <a:gd name="T33" fmla="*/ 2 h 260"/>
                <a:gd name="T34" fmla="*/ 4 w 439"/>
                <a:gd name="T35" fmla="*/ 2 h 260"/>
                <a:gd name="T36" fmla="*/ 4 w 439"/>
                <a:gd name="T37" fmla="*/ 2 h 260"/>
                <a:gd name="T38" fmla="*/ 3 w 439"/>
                <a:gd name="T39" fmla="*/ 2 h 260"/>
                <a:gd name="T40" fmla="*/ 3 w 439"/>
                <a:gd name="T41" fmla="*/ 2 h 260"/>
                <a:gd name="T42" fmla="*/ 3 w 439"/>
                <a:gd name="T43" fmla="*/ 2 h 260"/>
                <a:gd name="T44" fmla="*/ 2 w 439"/>
                <a:gd name="T45" fmla="*/ 2 h 260"/>
                <a:gd name="T46" fmla="*/ 2 w 439"/>
                <a:gd name="T47" fmla="*/ 2 h 260"/>
                <a:gd name="T48" fmla="*/ 2 w 439"/>
                <a:gd name="T49" fmla="*/ 2 h 260"/>
                <a:gd name="T50" fmla="*/ 1 w 439"/>
                <a:gd name="T51" fmla="*/ 2 h 260"/>
                <a:gd name="T52" fmla="*/ 1 w 439"/>
                <a:gd name="T53" fmla="*/ 1 h 260"/>
                <a:gd name="T54" fmla="*/ 1 w 439"/>
                <a:gd name="T55" fmla="*/ 1 h 260"/>
                <a:gd name="T56" fmla="*/ 1 w 439"/>
                <a:gd name="T57" fmla="*/ 1 h 260"/>
                <a:gd name="T58" fmla="*/ 1 w 439"/>
                <a:gd name="T59" fmla="*/ 1 h 260"/>
                <a:gd name="T60" fmla="*/ 0 w 439"/>
                <a:gd name="T61" fmla="*/ 1 h 260"/>
                <a:gd name="T62" fmla="*/ 0 w 439"/>
                <a:gd name="T63" fmla="*/ 1 h 260"/>
                <a:gd name="T64" fmla="*/ 0 w 439"/>
                <a:gd name="T65" fmla="*/ 0 h 260"/>
                <a:gd name="T66" fmla="*/ 0 w 439"/>
                <a:gd name="T67" fmla="*/ 0 h 260"/>
                <a:gd name="T68" fmla="*/ 0 w 439"/>
                <a:gd name="T69" fmla="*/ 0 h 260"/>
                <a:gd name="T70" fmla="*/ 0 w 439"/>
                <a:gd name="T71" fmla="*/ 0 h 260"/>
                <a:gd name="T72" fmla="*/ 0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0" y="0"/>
                  </a:moveTo>
                  <a:lnTo>
                    <a:pt x="0" y="0"/>
                  </a:lnTo>
                  <a:lnTo>
                    <a:pt x="3" y="27"/>
                  </a:lnTo>
                  <a:lnTo>
                    <a:pt x="10" y="53"/>
                  </a:lnTo>
                  <a:lnTo>
                    <a:pt x="20" y="77"/>
                  </a:lnTo>
                  <a:lnTo>
                    <a:pt x="35" y="102"/>
                  </a:lnTo>
                  <a:lnTo>
                    <a:pt x="54" y="125"/>
                  </a:lnTo>
                  <a:lnTo>
                    <a:pt x="76" y="146"/>
                  </a:lnTo>
                  <a:lnTo>
                    <a:pt x="102" y="166"/>
                  </a:lnTo>
                  <a:lnTo>
                    <a:pt x="130" y="185"/>
                  </a:lnTo>
                  <a:lnTo>
                    <a:pt x="162" y="202"/>
                  </a:lnTo>
                  <a:lnTo>
                    <a:pt x="195" y="217"/>
                  </a:lnTo>
                  <a:lnTo>
                    <a:pt x="231" y="230"/>
                  </a:lnTo>
                  <a:lnTo>
                    <a:pt x="270" y="240"/>
                  </a:lnTo>
                  <a:lnTo>
                    <a:pt x="310" y="248"/>
                  </a:lnTo>
                  <a:lnTo>
                    <a:pt x="351" y="255"/>
                  </a:lnTo>
                  <a:lnTo>
                    <a:pt x="395" y="259"/>
                  </a:lnTo>
                  <a:lnTo>
                    <a:pt x="439" y="260"/>
                  </a:lnTo>
                  <a:lnTo>
                    <a:pt x="439" y="248"/>
                  </a:lnTo>
                  <a:lnTo>
                    <a:pt x="395" y="247"/>
                  </a:lnTo>
                  <a:lnTo>
                    <a:pt x="353" y="244"/>
                  </a:lnTo>
                  <a:lnTo>
                    <a:pt x="312" y="237"/>
                  </a:lnTo>
                  <a:lnTo>
                    <a:pt x="272" y="228"/>
                  </a:lnTo>
                  <a:lnTo>
                    <a:pt x="236" y="218"/>
                  </a:lnTo>
                  <a:lnTo>
                    <a:pt x="200" y="205"/>
                  </a:lnTo>
                  <a:lnTo>
                    <a:pt x="167" y="190"/>
                  </a:lnTo>
                  <a:lnTo>
                    <a:pt x="137" y="173"/>
                  </a:lnTo>
                  <a:lnTo>
                    <a:pt x="109" y="157"/>
                  </a:lnTo>
                  <a:lnTo>
                    <a:pt x="84" y="137"/>
                  </a:lnTo>
                  <a:lnTo>
                    <a:pt x="64" y="116"/>
                  </a:lnTo>
                  <a:lnTo>
                    <a:pt x="45" y="95"/>
                  </a:lnTo>
                  <a:lnTo>
                    <a:pt x="32" y="73"/>
                  </a:lnTo>
                  <a:lnTo>
                    <a:pt x="21" y="48"/>
                  </a:lnTo>
                  <a:lnTo>
                    <a:pt x="14" y="24"/>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9845" name="Freeform 51"/>
            <p:cNvSpPr>
              <a:spLocks/>
            </p:cNvSpPr>
            <p:nvPr/>
          </p:nvSpPr>
          <p:spPr bwMode="auto">
            <a:xfrm>
              <a:off x="1179" y="1588"/>
              <a:ext cx="88" cy="52"/>
            </a:xfrm>
            <a:custGeom>
              <a:avLst/>
              <a:gdLst>
                <a:gd name="T0" fmla="*/ 4 w 439"/>
                <a:gd name="T1" fmla="*/ 0 h 260"/>
                <a:gd name="T2" fmla="*/ 4 w 439"/>
                <a:gd name="T3" fmla="*/ 0 h 260"/>
                <a:gd name="T4" fmla="*/ 3 w 439"/>
                <a:gd name="T5" fmla="*/ 0 h 260"/>
                <a:gd name="T6" fmla="*/ 3 w 439"/>
                <a:gd name="T7" fmla="*/ 0 h 260"/>
                <a:gd name="T8" fmla="*/ 2 w 439"/>
                <a:gd name="T9" fmla="*/ 0 h 260"/>
                <a:gd name="T10" fmla="*/ 2 w 439"/>
                <a:gd name="T11" fmla="*/ 0 h 260"/>
                <a:gd name="T12" fmla="*/ 2 w 439"/>
                <a:gd name="T13" fmla="*/ 0 h 260"/>
                <a:gd name="T14" fmla="*/ 2 w 439"/>
                <a:gd name="T15" fmla="*/ 0 h 260"/>
                <a:gd name="T16" fmla="*/ 1 w 439"/>
                <a:gd name="T17" fmla="*/ 0 h 260"/>
                <a:gd name="T18" fmla="*/ 1 w 439"/>
                <a:gd name="T19" fmla="*/ 1 h 260"/>
                <a:gd name="T20" fmla="*/ 1 w 439"/>
                <a:gd name="T21" fmla="*/ 1 h 260"/>
                <a:gd name="T22" fmla="*/ 1 w 439"/>
                <a:gd name="T23" fmla="*/ 1 h 260"/>
                <a:gd name="T24" fmla="*/ 0 w 439"/>
                <a:gd name="T25" fmla="*/ 1 h 260"/>
                <a:gd name="T26" fmla="*/ 0 w 439"/>
                <a:gd name="T27" fmla="*/ 1 h 260"/>
                <a:gd name="T28" fmla="*/ 0 w 439"/>
                <a:gd name="T29" fmla="*/ 1 h 260"/>
                <a:gd name="T30" fmla="*/ 0 w 439"/>
                <a:gd name="T31" fmla="*/ 2 h 260"/>
                <a:gd name="T32" fmla="*/ 0 w 439"/>
                <a:gd name="T33" fmla="*/ 2 h 260"/>
                <a:gd name="T34" fmla="*/ 0 w 439"/>
                <a:gd name="T35" fmla="*/ 2 h 260"/>
                <a:gd name="T36" fmla="*/ 0 w 439"/>
                <a:gd name="T37" fmla="*/ 2 h 260"/>
                <a:gd name="T38" fmla="*/ 0 w 439"/>
                <a:gd name="T39" fmla="*/ 2 h 260"/>
                <a:gd name="T40" fmla="*/ 0 w 439"/>
                <a:gd name="T41" fmla="*/ 2 h 260"/>
                <a:gd name="T42" fmla="*/ 0 w 439"/>
                <a:gd name="T43" fmla="*/ 1 h 260"/>
                <a:gd name="T44" fmla="*/ 0 w 439"/>
                <a:gd name="T45" fmla="*/ 1 h 260"/>
                <a:gd name="T46" fmla="*/ 1 w 439"/>
                <a:gd name="T47" fmla="*/ 1 h 260"/>
                <a:gd name="T48" fmla="*/ 1 w 439"/>
                <a:gd name="T49" fmla="*/ 1 h 260"/>
                <a:gd name="T50" fmla="*/ 1 w 439"/>
                <a:gd name="T51" fmla="*/ 1 h 260"/>
                <a:gd name="T52" fmla="*/ 1 w 439"/>
                <a:gd name="T53" fmla="*/ 1 h 260"/>
                <a:gd name="T54" fmla="*/ 1 w 439"/>
                <a:gd name="T55" fmla="*/ 1 h 260"/>
                <a:gd name="T56" fmla="*/ 2 w 439"/>
                <a:gd name="T57" fmla="*/ 0 h 260"/>
                <a:gd name="T58" fmla="*/ 2 w 439"/>
                <a:gd name="T59" fmla="*/ 0 h 260"/>
                <a:gd name="T60" fmla="*/ 2 w 439"/>
                <a:gd name="T61" fmla="*/ 0 h 260"/>
                <a:gd name="T62" fmla="*/ 3 w 439"/>
                <a:gd name="T63" fmla="*/ 0 h 260"/>
                <a:gd name="T64" fmla="*/ 3 w 439"/>
                <a:gd name="T65" fmla="*/ 0 h 260"/>
                <a:gd name="T66" fmla="*/ 3 w 439"/>
                <a:gd name="T67" fmla="*/ 0 h 260"/>
                <a:gd name="T68" fmla="*/ 4 w 439"/>
                <a:gd name="T69" fmla="*/ 0 h 260"/>
                <a:gd name="T70" fmla="*/ 4 w 439"/>
                <a:gd name="T71" fmla="*/ 0 h 260"/>
                <a:gd name="T72" fmla="*/ 4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439" y="0"/>
                  </a:moveTo>
                  <a:lnTo>
                    <a:pt x="439" y="0"/>
                  </a:lnTo>
                  <a:lnTo>
                    <a:pt x="395" y="1"/>
                  </a:lnTo>
                  <a:lnTo>
                    <a:pt x="351" y="4"/>
                  </a:lnTo>
                  <a:lnTo>
                    <a:pt x="310" y="11"/>
                  </a:lnTo>
                  <a:lnTo>
                    <a:pt x="270" y="19"/>
                  </a:lnTo>
                  <a:lnTo>
                    <a:pt x="231" y="30"/>
                  </a:lnTo>
                  <a:lnTo>
                    <a:pt x="195" y="43"/>
                  </a:lnTo>
                  <a:lnTo>
                    <a:pt x="162" y="58"/>
                  </a:lnTo>
                  <a:lnTo>
                    <a:pt x="130" y="73"/>
                  </a:lnTo>
                  <a:lnTo>
                    <a:pt x="102" y="93"/>
                  </a:lnTo>
                  <a:lnTo>
                    <a:pt x="76" y="113"/>
                  </a:lnTo>
                  <a:lnTo>
                    <a:pt x="54" y="133"/>
                  </a:lnTo>
                  <a:lnTo>
                    <a:pt x="35" y="157"/>
                  </a:lnTo>
                  <a:lnTo>
                    <a:pt x="20" y="181"/>
                  </a:lnTo>
                  <a:lnTo>
                    <a:pt x="10" y="206"/>
                  </a:lnTo>
                  <a:lnTo>
                    <a:pt x="3" y="233"/>
                  </a:lnTo>
                  <a:lnTo>
                    <a:pt x="0" y="260"/>
                  </a:lnTo>
                  <a:lnTo>
                    <a:pt x="12" y="260"/>
                  </a:lnTo>
                  <a:lnTo>
                    <a:pt x="14" y="235"/>
                  </a:lnTo>
                  <a:lnTo>
                    <a:pt x="21" y="211"/>
                  </a:lnTo>
                  <a:lnTo>
                    <a:pt x="32" y="186"/>
                  </a:lnTo>
                  <a:lnTo>
                    <a:pt x="45" y="164"/>
                  </a:lnTo>
                  <a:lnTo>
                    <a:pt x="64" y="143"/>
                  </a:lnTo>
                  <a:lnTo>
                    <a:pt x="84" y="123"/>
                  </a:lnTo>
                  <a:lnTo>
                    <a:pt x="109" y="103"/>
                  </a:lnTo>
                  <a:lnTo>
                    <a:pt x="137" y="85"/>
                  </a:lnTo>
                  <a:lnTo>
                    <a:pt x="167" y="70"/>
                  </a:lnTo>
                  <a:lnTo>
                    <a:pt x="200" y="55"/>
                  </a:lnTo>
                  <a:lnTo>
                    <a:pt x="236" y="42"/>
                  </a:lnTo>
                  <a:lnTo>
                    <a:pt x="272" y="31"/>
                  </a:lnTo>
                  <a:lnTo>
                    <a:pt x="312" y="23"/>
                  </a:lnTo>
                  <a:lnTo>
                    <a:pt x="353" y="16"/>
                  </a:lnTo>
                  <a:lnTo>
                    <a:pt x="395" y="12"/>
                  </a:lnTo>
                  <a:lnTo>
                    <a:pt x="439" y="11"/>
                  </a:lnTo>
                  <a:lnTo>
                    <a:pt x="439"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9846" name="Freeform 52"/>
            <p:cNvSpPr>
              <a:spLocks/>
            </p:cNvSpPr>
            <p:nvPr/>
          </p:nvSpPr>
          <p:spPr bwMode="auto">
            <a:xfrm>
              <a:off x="964" y="1745"/>
              <a:ext cx="48" cy="85"/>
            </a:xfrm>
            <a:custGeom>
              <a:avLst/>
              <a:gdLst>
                <a:gd name="T0" fmla="*/ 2 w 244"/>
                <a:gd name="T1" fmla="*/ 3 h 426"/>
                <a:gd name="T2" fmla="*/ 2 w 244"/>
                <a:gd name="T3" fmla="*/ 3 h 426"/>
                <a:gd name="T4" fmla="*/ 2 w 244"/>
                <a:gd name="T5" fmla="*/ 3 h 426"/>
                <a:gd name="T6" fmla="*/ 2 w 244"/>
                <a:gd name="T7" fmla="*/ 3 h 426"/>
                <a:gd name="T8" fmla="*/ 2 w 244"/>
                <a:gd name="T9" fmla="*/ 2 h 426"/>
                <a:gd name="T10" fmla="*/ 2 w 244"/>
                <a:gd name="T11" fmla="*/ 2 h 426"/>
                <a:gd name="T12" fmla="*/ 2 w 244"/>
                <a:gd name="T13" fmla="*/ 2 h 426"/>
                <a:gd name="T14" fmla="*/ 2 w 244"/>
                <a:gd name="T15" fmla="*/ 2 h 426"/>
                <a:gd name="T16" fmla="*/ 1 w 244"/>
                <a:gd name="T17" fmla="*/ 1 h 426"/>
                <a:gd name="T18" fmla="*/ 1 w 244"/>
                <a:gd name="T19" fmla="*/ 1 h 426"/>
                <a:gd name="T20" fmla="*/ 1 w 244"/>
                <a:gd name="T21" fmla="*/ 1 h 426"/>
                <a:gd name="T22" fmla="*/ 1 w 244"/>
                <a:gd name="T23" fmla="*/ 1 h 426"/>
                <a:gd name="T24" fmla="*/ 1 w 244"/>
                <a:gd name="T25" fmla="*/ 0 h 426"/>
                <a:gd name="T26" fmla="*/ 1 w 244"/>
                <a:gd name="T27" fmla="*/ 0 h 426"/>
                <a:gd name="T28" fmla="*/ 1 w 244"/>
                <a:gd name="T29" fmla="*/ 0 h 426"/>
                <a:gd name="T30" fmla="*/ 0 w 244"/>
                <a:gd name="T31" fmla="*/ 0 h 426"/>
                <a:gd name="T32" fmla="*/ 0 w 244"/>
                <a:gd name="T33" fmla="*/ 0 h 426"/>
                <a:gd name="T34" fmla="*/ 0 w 244"/>
                <a:gd name="T35" fmla="*/ 0 h 426"/>
                <a:gd name="T36" fmla="*/ 0 w 244"/>
                <a:gd name="T37" fmla="*/ 0 h 426"/>
                <a:gd name="T38" fmla="*/ 0 w 244"/>
                <a:gd name="T39" fmla="*/ 0 h 426"/>
                <a:gd name="T40" fmla="*/ 0 w 244"/>
                <a:gd name="T41" fmla="*/ 0 h 426"/>
                <a:gd name="T42" fmla="*/ 1 w 244"/>
                <a:gd name="T43" fmla="*/ 0 h 426"/>
                <a:gd name="T44" fmla="*/ 1 w 244"/>
                <a:gd name="T45" fmla="*/ 0 h 426"/>
                <a:gd name="T46" fmla="*/ 1 w 244"/>
                <a:gd name="T47" fmla="*/ 0 h 426"/>
                <a:gd name="T48" fmla="*/ 1 w 244"/>
                <a:gd name="T49" fmla="*/ 1 h 426"/>
                <a:gd name="T50" fmla="*/ 1 w 244"/>
                <a:gd name="T51" fmla="*/ 1 h 426"/>
                <a:gd name="T52" fmla="*/ 1 w 244"/>
                <a:gd name="T53" fmla="*/ 1 h 426"/>
                <a:gd name="T54" fmla="*/ 1 w 244"/>
                <a:gd name="T55" fmla="*/ 1 h 426"/>
                <a:gd name="T56" fmla="*/ 1 w 244"/>
                <a:gd name="T57" fmla="*/ 2 h 426"/>
                <a:gd name="T58" fmla="*/ 2 w 244"/>
                <a:gd name="T59" fmla="*/ 2 h 426"/>
                <a:gd name="T60" fmla="*/ 2 w 244"/>
                <a:gd name="T61" fmla="*/ 2 h 426"/>
                <a:gd name="T62" fmla="*/ 2 w 244"/>
                <a:gd name="T63" fmla="*/ 2 h 426"/>
                <a:gd name="T64" fmla="*/ 2 w 244"/>
                <a:gd name="T65" fmla="*/ 3 h 426"/>
                <a:gd name="T66" fmla="*/ 2 w 244"/>
                <a:gd name="T67" fmla="*/ 3 h 426"/>
                <a:gd name="T68" fmla="*/ 2 w 244"/>
                <a:gd name="T69" fmla="*/ 3 h 426"/>
                <a:gd name="T70" fmla="*/ 2 w 244"/>
                <a:gd name="T71" fmla="*/ 3 h 426"/>
                <a:gd name="T72" fmla="*/ 2 w 244"/>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6"/>
                <a:gd name="T113" fmla="*/ 244 w 244"/>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6">
                  <a:moveTo>
                    <a:pt x="244" y="426"/>
                  </a:moveTo>
                  <a:lnTo>
                    <a:pt x="244" y="426"/>
                  </a:lnTo>
                  <a:lnTo>
                    <a:pt x="243" y="383"/>
                  </a:lnTo>
                  <a:lnTo>
                    <a:pt x="240" y="340"/>
                  </a:lnTo>
                  <a:lnTo>
                    <a:pt x="234" y="300"/>
                  </a:lnTo>
                  <a:lnTo>
                    <a:pt x="226" y="262"/>
                  </a:lnTo>
                  <a:lnTo>
                    <a:pt x="215" y="224"/>
                  </a:lnTo>
                  <a:lnTo>
                    <a:pt x="203" y="189"/>
                  </a:lnTo>
                  <a:lnTo>
                    <a:pt x="189" y="157"/>
                  </a:lnTo>
                  <a:lnTo>
                    <a:pt x="174" y="126"/>
                  </a:lnTo>
                  <a:lnTo>
                    <a:pt x="155" y="99"/>
                  </a:lnTo>
                  <a:lnTo>
                    <a:pt x="138" y="74"/>
                  </a:lnTo>
                  <a:lnTo>
                    <a:pt x="118" y="52"/>
                  </a:lnTo>
                  <a:lnTo>
                    <a:pt x="96" y="34"/>
                  </a:lnTo>
                  <a:lnTo>
                    <a:pt x="73" y="19"/>
                  </a:lnTo>
                  <a:lnTo>
                    <a:pt x="50" y="8"/>
                  </a:lnTo>
                  <a:lnTo>
                    <a:pt x="25" y="2"/>
                  </a:lnTo>
                  <a:lnTo>
                    <a:pt x="0" y="0"/>
                  </a:lnTo>
                  <a:lnTo>
                    <a:pt x="0" y="12"/>
                  </a:lnTo>
                  <a:lnTo>
                    <a:pt x="23" y="14"/>
                  </a:lnTo>
                  <a:lnTo>
                    <a:pt x="45" y="20"/>
                  </a:lnTo>
                  <a:lnTo>
                    <a:pt x="66" y="31"/>
                  </a:lnTo>
                  <a:lnTo>
                    <a:pt x="89" y="43"/>
                  </a:lnTo>
                  <a:lnTo>
                    <a:pt x="109" y="61"/>
                  </a:lnTo>
                  <a:lnTo>
                    <a:pt x="129" y="81"/>
                  </a:lnTo>
                  <a:lnTo>
                    <a:pt x="146" y="106"/>
                  </a:lnTo>
                  <a:lnTo>
                    <a:pt x="162" y="133"/>
                  </a:lnTo>
                  <a:lnTo>
                    <a:pt x="178" y="162"/>
                  </a:lnTo>
                  <a:lnTo>
                    <a:pt x="192" y="194"/>
                  </a:lnTo>
                  <a:lnTo>
                    <a:pt x="203" y="229"/>
                  </a:lnTo>
                  <a:lnTo>
                    <a:pt x="214" y="264"/>
                  </a:lnTo>
                  <a:lnTo>
                    <a:pt x="222" y="303"/>
                  </a:lnTo>
                  <a:lnTo>
                    <a:pt x="228" y="342"/>
                  </a:lnTo>
                  <a:lnTo>
                    <a:pt x="232" y="383"/>
                  </a:lnTo>
                  <a:lnTo>
                    <a:pt x="233" y="426"/>
                  </a:lnTo>
                  <a:lnTo>
                    <a:pt x="244"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9847" name="Freeform 53"/>
            <p:cNvSpPr>
              <a:spLocks/>
            </p:cNvSpPr>
            <p:nvPr/>
          </p:nvSpPr>
          <p:spPr bwMode="auto">
            <a:xfrm>
              <a:off x="964" y="1830"/>
              <a:ext cx="48" cy="85"/>
            </a:xfrm>
            <a:custGeom>
              <a:avLst/>
              <a:gdLst>
                <a:gd name="T0" fmla="*/ 0 w 244"/>
                <a:gd name="T1" fmla="*/ 3 h 424"/>
                <a:gd name="T2" fmla="*/ 0 w 244"/>
                <a:gd name="T3" fmla="*/ 3 h 424"/>
                <a:gd name="T4" fmla="*/ 0 w 244"/>
                <a:gd name="T5" fmla="*/ 3 h 424"/>
                <a:gd name="T6" fmla="*/ 0 w 244"/>
                <a:gd name="T7" fmla="*/ 3 h 424"/>
                <a:gd name="T8" fmla="*/ 1 w 244"/>
                <a:gd name="T9" fmla="*/ 3 h 424"/>
                <a:gd name="T10" fmla="*/ 1 w 244"/>
                <a:gd name="T11" fmla="*/ 3 h 424"/>
                <a:gd name="T12" fmla="*/ 1 w 244"/>
                <a:gd name="T13" fmla="*/ 3 h 424"/>
                <a:gd name="T14" fmla="*/ 1 w 244"/>
                <a:gd name="T15" fmla="*/ 3 h 424"/>
                <a:gd name="T16" fmla="*/ 1 w 244"/>
                <a:gd name="T17" fmla="*/ 3 h 424"/>
                <a:gd name="T18" fmla="*/ 1 w 244"/>
                <a:gd name="T19" fmla="*/ 2 h 424"/>
                <a:gd name="T20" fmla="*/ 1 w 244"/>
                <a:gd name="T21" fmla="*/ 2 h 424"/>
                <a:gd name="T22" fmla="*/ 2 w 244"/>
                <a:gd name="T23" fmla="*/ 2 h 424"/>
                <a:gd name="T24" fmla="*/ 2 w 244"/>
                <a:gd name="T25" fmla="*/ 2 h 424"/>
                <a:gd name="T26" fmla="*/ 2 w 244"/>
                <a:gd name="T27" fmla="*/ 1 h 424"/>
                <a:gd name="T28" fmla="*/ 2 w 244"/>
                <a:gd name="T29" fmla="*/ 1 h 424"/>
                <a:gd name="T30" fmla="*/ 2 w 244"/>
                <a:gd name="T31" fmla="*/ 1 h 424"/>
                <a:gd name="T32" fmla="*/ 2 w 244"/>
                <a:gd name="T33" fmla="*/ 0 h 424"/>
                <a:gd name="T34" fmla="*/ 2 w 244"/>
                <a:gd name="T35" fmla="*/ 0 h 424"/>
                <a:gd name="T36" fmla="*/ 2 w 244"/>
                <a:gd name="T37" fmla="*/ 0 h 424"/>
                <a:gd name="T38" fmla="*/ 2 w 244"/>
                <a:gd name="T39" fmla="*/ 0 h 424"/>
                <a:gd name="T40" fmla="*/ 2 w 244"/>
                <a:gd name="T41" fmla="*/ 1 h 424"/>
                <a:gd name="T42" fmla="*/ 2 w 244"/>
                <a:gd name="T43" fmla="*/ 1 h 424"/>
                <a:gd name="T44" fmla="*/ 2 w 244"/>
                <a:gd name="T45" fmla="*/ 1 h 424"/>
                <a:gd name="T46" fmla="*/ 2 w 244"/>
                <a:gd name="T47" fmla="*/ 2 h 424"/>
                <a:gd name="T48" fmla="*/ 1 w 244"/>
                <a:gd name="T49" fmla="*/ 2 h 424"/>
                <a:gd name="T50" fmla="*/ 1 w 244"/>
                <a:gd name="T51" fmla="*/ 2 h 424"/>
                <a:gd name="T52" fmla="*/ 1 w 244"/>
                <a:gd name="T53" fmla="*/ 2 h 424"/>
                <a:gd name="T54" fmla="*/ 1 w 244"/>
                <a:gd name="T55" fmla="*/ 3 h 424"/>
                <a:gd name="T56" fmla="*/ 1 w 244"/>
                <a:gd name="T57" fmla="*/ 3 h 424"/>
                <a:gd name="T58" fmla="*/ 1 w 244"/>
                <a:gd name="T59" fmla="*/ 3 h 424"/>
                <a:gd name="T60" fmla="*/ 1 w 244"/>
                <a:gd name="T61" fmla="*/ 3 h 424"/>
                <a:gd name="T62" fmla="*/ 1 w 244"/>
                <a:gd name="T63" fmla="*/ 3 h 424"/>
                <a:gd name="T64" fmla="*/ 0 w 244"/>
                <a:gd name="T65" fmla="*/ 3 h 424"/>
                <a:gd name="T66" fmla="*/ 0 w 244"/>
                <a:gd name="T67" fmla="*/ 3 h 424"/>
                <a:gd name="T68" fmla="*/ 0 w 244"/>
                <a:gd name="T69" fmla="*/ 3 h 424"/>
                <a:gd name="T70" fmla="*/ 0 w 244"/>
                <a:gd name="T71" fmla="*/ 3 h 424"/>
                <a:gd name="T72" fmla="*/ 0 w 244"/>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4"/>
                <a:gd name="T113" fmla="*/ 244 w 244"/>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4">
                  <a:moveTo>
                    <a:pt x="0" y="424"/>
                  </a:moveTo>
                  <a:lnTo>
                    <a:pt x="0" y="424"/>
                  </a:lnTo>
                  <a:lnTo>
                    <a:pt x="25" y="422"/>
                  </a:lnTo>
                  <a:lnTo>
                    <a:pt x="50" y="416"/>
                  </a:lnTo>
                  <a:lnTo>
                    <a:pt x="73" y="405"/>
                  </a:lnTo>
                  <a:lnTo>
                    <a:pt x="96" y="390"/>
                  </a:lnTo>
                  <a:lnTo>
                    <a:pt x="118" y="373"/>
                  </a:lnTo>
                  <a:lnTo>
                    <a:pt x="138" y="350"/>
                  </a:lnTo>
                  <a:lnTo>
                    <a:pt x="155" y="326"/>
                  </a:lnTo>
                  <a:lnTo>
                    <a:pt x="173" y="299"/>
                  </a:lnTo>
                  <a:lnTo>
                    <a:pt x="189" y="268"/>
                  </a:lnTo>
                  <a:lnTo>
                    <a:pt x="203" y="235"/>
                  </a:lnTo>
                  <a:lnTo>
                    <a:pt x="215" y="201"/>
                  </a:lnTo>
                  <a:lnTo>
                    <a:pt x="226" y="163"/>
                  </a:lnTo>
                  <a:lnTo>
                    <a:pt x="234" y="125"/>
                  </a:lnTo>
                  <a:lnTo>
                    <a:pt x="240" y="85"/>
                  </a:lnTo>
                  <a:lnTo>
                    <a:pt x="243" y="42"/>
                  </a:lnTo>
                  <a:lnTo>
                    <a:pt x="244" y="0"/>
                  </a:lnTo>
                  <a:lnTo>
                    <a:pt x="233" y="0"/>
                  </a:lnTo>
                  <a:lnTo>
                    <a:pt x="232" y="42"/>
                  </a:lnTo>
                  <a:lnTo>
                    <a:pt x="228" y="83"/>
                  </a:lnTo>
                  <a:lnTo>
                    <a:pt x="222" y="123"/>
                  </a:lnTo>
                  <a:lnTo>
                    <a:pt x="214" y="160"/>
                  </a:lnTo>
                  <a:lnTo>
                    <a:pt x="203" y="197"/>
                  </a:lnTo>
                  <a:lnTo>
                    <a:pt x="192" y="231"/>
                  </a:lnTo>
                  <a:lnTo>
                    <a:pt x="178" y="263"/>
                  </a:lnTo>
                  <a:lnTo>
                    <a:pt x="164" y="292"/>
                  </a:lnTo>
                  <a:lnTo>
                    <a:pt x="146" y="319"/>
                  </a:lnTo>
                  <a:lnTo>
                    <a:pt x="129" y="343"/>
                  </a:lnTo>
                  <a:lnTo>
                    <a:pt x="109" y="363"/>
                  </a:lnTo>
                  <a:lnTo>
                    <a:pt x="89" y="381"/>
                  </a:lnTo>
                  <a:lnTo>
                    <a:pt x="66" y="394"/>
                  </a:lnTo>
                  <a:lnTo>
                    <a:pt x="45" y="404"/>
                  </a:lnTo>
                  <a:lnTo>
                    <a:pt x="23" y="410"/>
                  </a:lnTo>
                  <a:lnTo>
                    <a:pt x="0" y="412"/>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9848" name="Freeform 54"/>
            <p:cNvSpPr>
              <a:spLocks/>
            </p:cNvSpPr>
            <p:nvPr/>
          </p:nvSpPr>
          <p:spPr bwMode="auto">
            <a:xfrm>
              <a:off x="915" y="1830"/>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1" y="42"/>
                  </a:lnTo>
                  <a:lnTo>
                    <a:pt x="4" y="85"/>
                  </a:lnTo>
                  <a:lnTo>
                    <a:pt x="10" y="125"/>
                  </a:lnTo>
                  <a:lnTo>
                    <a:pt x="19" y="163"/>
                  </a:lnTo>
                  <a:lnTo>
                    <a:pt x="29" y="201"/>
                  </a:lnTo>
                  <a:lnTo>
                    <a:pt x="41" y="235"/>
                  </a:lnTo>
                  <a:lnTo>
                    <a:pt x="55" y="268"/>
                  </a:lnTo>
                  <a:lnTo>
                    <a:pt x="71" y="299"/>
                  </a:lnTo>
                  <a:lnTo>
                    <a:pt x="89" y="326"/>
                  </a:lnTo>
                  <a:lnTo>
                    <a:pt x="106" y="350"/>
                  </a:lnTo>
                  <a:lnTo>
                    <a:pt x="126" y="373"/>
                  </a:lnTo>
                  <a:lnTo>
                    <a:pt x="149" y="390"/>
                  </a:lnTo>
                  <a:lnTo>
                    <a:pt x="171" y="405"/>
                  </a:lnTo>
                  <a:lnTo>
                    <a:pt x="194" y="416"/>
                  </a:lnTo>
                  <a:lnTo>
                    <a:pt x="219" y="422"/>
                  </a:lnTo>
                  <a:lnTo>
                    <a:pt x="245" y="424"/>
                  </a:lnTo>
                  <a:lnTo>
                    <a:pt x="245" y="412"/>
                  </a:lnTo>
                  <a:lnTo>
                    <a:pt x="221" y="410"/>
                  </a:lnTo>
                  <a:lnTo>
                    <a:pt x="199" y="404"/>
                  </a:lnTo>
                  <a:lnTo>
                    <a:pt x="178" y="394"/>
                  </a:lnTo>
                  <a:lnTo>
                    <a:pt x="156" y="381"/>
                  </a:lnTo>
                  <a:lnTo>
                    <a:pt x="136" y="363"/>
                  </a:lnTo>
                  <a:lnTo>
                    <a:pt x="116" y="343"/>
                  </a:lnTo>
                  <a:lnTo>
                    <a:pt x="98" y="319"/>
                  </a:lnTo>
                  <a:lnTo>
                    <a:pt x="81" y="292"/>
                  </a:lnTo>
                  <a:lnTo>
                    <a:pt x="67" y="263"/>
                  </a:lnTo>
                  <a:lnTo>
                    <a:pt x="52" y="231"/>
                  </a:lnTo>
                  <a:lnTo>
                    <a:pt x="41" y="197"/>
                  </a:lnTo>
                  <a:lnTo>
                    <a:pt x="30" y="160"/>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9849" name="Freeform 55"/>
            <p:cNvSpPr>
              <a:spLocks/>
            </p:cNvSpPr>
            <p:nvPr/>
          </p:nvSpPr>
          <p:spPr bwMode="auto">
            <a:xfrm>
              <a:off x="915" y="1745"/>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0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19" y="2"/>
                  </a:lnTo>
                  <a:lnTo>
                    <a:pt x="194" y="8"/>
                  </a:lnTo>
                  <a:lnTo>
                    <a:pt x="171" y="19"/>
                  </a:lnTo>
                  <a:lnTo>
                    <a:pt x="149" y="34"/>
                  </a:lnTo>
                  <a:lnTo>
                    <a:pt x="126" y="52"/>
                  </a:lnTo>
                  <a:lnTo>
                    <a:pt x="106" y="74"/>
                  </a:lnTo>
                  <a:lnTo>
                    <a:pt x="89" y="99"/>
                  </a:lnTo>
                  <a:lnTo>
                    <a:pt x="70" y="126"/>
                  </a:lnTo>
                  <a:lnTo>
                    <a:pt x="55" y="157"/>
                  </a:lnTo>
                  <a:lnTo>
                    <a:pt x="41" y="189"/>
                  </a:lnTo>
                  <a:lnTo>
                    <a:pt x="29" y="224"/>
                  </a:lnTo>
                  <a:lnTo>
                    <a:pt x="19" y="262"/>
                  </a:lnTo>
                  <a:lnTo>
                    <a:pt x="10" y="300"/>
                  </a:lnTo>
                  <a:lnTo>
                    <a:pt x="4" y="340"/>
                  </a:lnTo>
                  <a:lnTo>
                    <a:pt x="1" y="383"/>
                  </a:lnTo>
                  <a:lnTo>
                    <a:pt x="0" y="426"/>
                  </a:lnTo>
                  <a:lnTo>
                    <a:pt x="11" y="426"/>
                  </a:lnTo>
                  <a:lnTo>
                    <a:pt x="13" y="383"/>
                  </a:lnTo>
                  <a:lnTo>
                    <a:pt x="16" y="342"/>
                  </a:lnTo>
                  <a:lnTo>
                    <a:pt x="22" y="303"/>
                  </a:lnTo>
                  <a:lnTo>
                    <a:pt x="30" y="264"/>
                  </a:lnTo>
                  <a:lnTo>
                    <a:pt x="41" y="229"/>
                  </a:lnTo>
                  <a:lnTo>
                    <a:pt x="52" y="194"/>
                  </a:lnTo>
                  <a:lnTo>
                    <a:pt x="67" y="162"/>
                  </a:lnTo>
                  <a:lnTo>
                    <a:pt x="82" y="133"/>
                  </a:lnTo>
                  <a:lnTo>
                    <a:pt x="98" y="106"/>
                  </a:lnTo>
                  <a:lnTo>
                    <a:pt x="116" y="81"/>
                  </a:lnTo>
                  <a:lnTo>
                    <a:pt x="136" y="61"/>
                  </a:lnTo>
                  <a:lnTo>
                    <a:pt x="156" y="43"/>
                  </a:lnTo>
                  <a:lnTo>
                    <a:pt x="178" y="31"/>
                  </a:lnTo>
                  <a:lnTo>
                    <a:pt x="199" y="20"/>
                  </a:lnTo>
                  <a:lnTo>
                    <a:pt x="221"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9850" name="Freeform 56"/>
            <p:cNvSpPr>
              <a:spLocks/>
            </p:cNvSpPr>
            <p:nvPr/>
          </p:nvSpPr>
          <p:spPr bwMode="auto">
            <a:xfrm>
              <a:off x="1140" y="2087"/>
              <a:ext cx="49" cy="85"/>
            </a:xfrm>
            <a:custGeom>
              <a:avLst/>
              <a:gdLst>
                <a:gd name="T0" fmla="*/ 2 w 246"/>
                <a:gd name="T1" fmla="*/ 3 h 424"/>
                <a:gd name="T2" fmla="*/ 2 w 246"/>
                <a:gd name="T3" fmla="*/ 3 h 424"/>
                <a:gd name="T4" fmla="*/ 2 w 246"/>
                <a:gd name="T5" fmla="*/ 3 h 424"/>
                <a:gd name="T6" fmla="*/ 2 w 246"/>
                <a:gd name="T7" fmla="*/ 3 h 424"/>
                <a:gd name="T8" fmla="*/ 2 w 246"/>
                <a:gd name="T9" fmla="*/ 2 h 424"/>
                <a:gd name="T10" fmla="*/ 2 w 246"/>
                <a:gd name="T11" fmla="*/ 2 h 424"/>
                <a:gd name="T12" fmla="*/ 2 w 246"/>
                <a:gd name="T13" fmla="*/ 2 h 424"/>
                <a:gd name="T14" fmla="*/ 2 w 246"/>
                <a:gd name="T15" fmla="*/ 2 h 424"/>
                <a:gd name="T16" fmla="*/ 2 w 246"/>
                <a:gd name="T17" fmla="*/ 1 h 424"/>
                <a:gd name="T18" fmla="*/ 1 w 246"/>
                <a:gd name="T19" fmla="*/ 1 h 424"/>
                <a:gd name="T20" fmla="*/ 1 w 246"/>
                <a:gd name="T21" fmla="*/ 1 h 424"/>
                <a:gd name="T22" fmla="*/ 1 w 246"/>
                <a:gd name="T23" fmla="*/ 1 h 424"/>
                <a:gd name="T24" fmla="*/ 1 w 246"/>
                <a:gd name="T25" fmla="*/ 0 h 424"/>
                <a:gd name="T26" fmla="*/ 1 w 246"/>
                <a:gd name="T27" fmla="*/ 0 h 424"/>
                <a:gd name="T28" fmla="*/ 1 w 246"/>
                <a:gd name="T29" fmla="*/ 0 h 424"/>
                <a:gd name="T30" fmla="*/ 0 w 246"/>
                <a:gd name="T31" fmla="*/ 0 h 424"/>
                <a:gd name="T32" fmla="*/ 0 w 246"/>
                <a:gd name="T33" fmla="*/ 0 h 424"/>
                <a:gd name="T34" fmla="*/ 0 w 246"/>
                <a:gd name="T35" fmla="*/ 0 h 424"/>
                <a:gd name="T36" fmla="*/ 0 w 246"/>
                <a:gd name="T37" fmla="*/ 0 h 424"/>
                <a:gd name="T38" fmla="*/ 0 w 246"/>
                <a:gd name="T39" fmla="*/ 0 h 424"/>
                <a:gd name="T40" fmla="*/ 0 w 246"/>
                <a:gd name="T41" fmla="*/ 0 h 424"/>
                <a:gd name="T42" fmla="*/ 1 w 246"/>
                <a:gd name="T43" fmla="*/ 0 h 424"/>
                <a:gd name="T44" fmla="*/ 1 w 246"/>
                <a:gd name="T45" fmla="*/ 0 h 424"/>
                <a:gd name="T46" fmla="*/ 1 w 246"/>
                <a:gd name="T47" fmla="*/ 0 h 424"/>
                <a:gd name="T48" fmla="*/ 1 w 246"/>
                <a:gd name="T49" fmla="*/ 1 h 424"/>
                <a:gd name="T50" fmla="*/ 1 w 246"/>
                <a:gd name="T51" fmla="*/ 1 h 424"/>
                <a:gd name="T52" fmla="*/ 1 w 246"/>
                <a:gd name="T53" fmla="*/ 1 h 424"/>
                <a:gd name="T54" fmla="*/ 1 w 246"/>
                <a:gd name="T55" fmla="*/ 1 h 424"/>
                <a:gd name="T56" fmla="*/ 2 w 246"/>
                <a:gd name="T57" fmla="*/ 2 h 424"/>
                <a:gd name="T58" fmla="*/ 2 w 246"/>
                <a:gd name="T59" fmla="*/ 2 h 424"/>
                <a:gd name="T60" fmla="*/ 2 w 246"/>
                <a:gd name="T61" fmla="*/ 2 h 424"/>
                <a:gd name="T62" fmla="*/ 2 w 246"/>
                <a:gd name="T63" fmla="*/ 2 h 424"/>
                <a:gd name="T64" fmla="*/ 2 w 246"/>
                <a:gd name="T65" fmla="*/ 3 h 424"/>
                <a:gd name="T66" fmla="*/ 2 w 246"/>
                <a:gd name="T67" fmla="*/ 3 h 424"/>
                <a:gd name="T68" fmla="*/ 2 w 246"/>
                <a:gd name="T69" fmla="*/ 3 h 424"/>
                <a:gd name="T70" fmla="*/ 2 w 246"/>
                <a:gd name="T71" fmla="*/ 3 h 424"/>
                <a:gd name="T72" fmla="*/ 2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424"/>
                  </a:moveTo>
                  <a:lnTo>
                    <a:pt x="246" y="424"/>
                  </a:lnTo>
                  <a:lnTo>
                    <a:pt x="244" y="382"/>
                  </a:lnTo>
                  <a:lnTo>
                    <a:pt x="241" y="338"/>
                  </a:lnTo>
                  <a:lnTo>
                    <a:pt x="235" y="298"/>
                  </a:lnTo>
                  <a:lnTo>
                    <a:pt x="227" y="261"/>
                  </a:lnTo>
                  <a:lnTo>
                    <a:pt x="216" y="222"/>
                  </a:lnTo>
                  <a:lnTo>
                    <a:pt x="205" y="188"/>
                  </a:lnTo>
                  <a:lnTo>
                    <a:pt x="190" y="155"/>
                  </a:lnTo>
                  <a:lnTo>
                    <a:pt x="174" y="125"/>
                  </a:lnTo>
                  <a:lnTo>
                    <a:pt x="157" y="98"/>
                  </a:lnTo>
                  <a:lnTo>
                    <a:pt x="138" y="73"/>
                  </a:lnTo>
                  <a:lnTo>
                    <a:pt x="118" y="51"/>
                  </a:lnTo>
                  <a:lnTo>
                    <a:pt x="96" y="34"/>
                  </a:lnTo>
                  <a:lnTo>
                    <a:pt x="74" y="18"/>
                  </a:lnTo>
                  <a:lnTo>
                    <a:pt x="50" y="8"/>
                  </a:lnTo>
                  <a:lnTo>
                    <a:pt x="25" y="2"/>
                  </a:lnTo>
                  <a:lnTo>
                    <a:pt x="0" y="0"/>
                  </a:lnTo>
                  <a:lnTo>
                    <a:pt x="0" y="11"/>
                  </a:lnTo>
                  <a:lnTo>
                    <a:pt x="23" y="14"/>
                  </a:lnTo>
                  <a:lnTo>
                    <a:pt x="45" y="19"/>
                  </a:lnTo>
                  <a:lnTo>
                    <a:pt x="67" y="30"/>
                  </a:lnTo>
                  <a:lnTo>
                    <a:pt x="89" y="43"/>
                  </a:lnTo>
                  <a:lnTo>
                    <a:pt x="108" y="60"/>
                  </a:lnTo>
                  <a:lnTo>
                    <a:pt x="128" y="80"/>
                  </a:lnTo>
                  <a:lnTo>
                    <a:pt x="147" y="105"/>
                  </a:lnTo>
                  <a:lnTo>
                    <a:pt x="165" y="132"/>
                  </a:lnTo>
                  <a:lnTo>
                    <a:pt x="179" y="160"/>
                  </a:lnTo>
                  <a:lnTo>
                    <a:pt x="193" y="193"/>
                  </a:lnTo>
                  <a:lnTo>
                    <a:pt x="205" y="227"/>
                  </a:lnTo>
                  <a:lnTo>
                    <a:pt x="215" y="263"/>
                  </a:lnTo>
                  <a:lnTo>
                    <a:pt x="223" y="301"/>
                  </a:lnTo>
                  <a:lnTo>
                    <a:pt x="229" y="341"/>
                  </a:lnTo>
                  <a:lnTo>
                    <a:pt x="233" y="382"/>
                  </a:lnTo>
                  <a:lnTo>
                    <a:pt x="234" y="424"/>
                  </a:lnTo>
                  <a:lnTo>
                    <a:pt x="246"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9851" name="Freeform 57"/>
            <p:cNvSpPr>
              <a:spLocks/>
            </p:cNvSpPr>
            <p:nvPr/>
          </p:nvSpPr>
          <p:spPr bwMode="auto">
            <a:xfrm>
              <a:off x="1140" y="2172"/>
              <a:ext cx="49" cy="85"/>
            </a:xfrm>
            <a:custGeom>
              <a:avLst/>
              <a:gdLst>
                <a:gd name="T0" fmla="*/ 0 w 246"/>
                <a:gd name="T1" fmla="*/ 3 h 426"/>
                <a:gd name="T2" fmla="*/ 0 w 246"/>
                <a:gd name="T3" fmla="*/ 3 h 426"/>
                <a:gd name="T4" fmla="*/ 0 w 246"/>
                <a:gd name="T5" fmla="*/ 3 h 426"/>
                <a:gd name="T6" fmla="*/ 0 w 246"/>
                <a:gd name="T7" fmla="*/ 3 h 426"/>
                <a:gd name="T8" fmla="*/ 1 w 246"/>
                <a:gd name="T9" fmla="*/ 3 h 426"/>
                <a:gd name="T10" fmla="*/ 1 w 246"/>
                <a:gd name="T11" fmla="*/ 3 h 426"/>
                <a:gd name="T12" fmla="*/ 1 w 246"/>
                <a:gd name="T13" fmla="*/ 3 h 426"/>
                <a:gd name="T14" fmla="*/ 1 w 246"/>
                <a:gd name="T15" fmla="*/ 3 h 426"/>
                <a:gd name="T16" fmla="*/ 1 w 246"/>
                <a:gd name="T17" fmla="*/ 3 h 426"/>
                <a:gd name="T18" fmla="*/ 1 w 246"/>
                <a:gd name="T19" fmla="*/ 2 h 426"/>
                <a:gd name="T20" fmla="*/ 2 w 246"/>
                <a:gd name="T21" fmla="*/ 2 h 426"/>
                <a:gd name="T22" fmla="*/ 2 w 246"/>
                <a:gd name="T23" fmla="*/ 2 h 426"/>
                <a:gd name="T24" fmla="*/ 2 w 246"/>
                <a:gd name="T25" fmla="*/ 2 h 426"/>
                <a:gd name="T26" fmla="*/ 2 w 246"/>
                <a:gd name="T27" fmla="*/ 1 h 426"/>
                <a:gd name="T28" fmla="*/ 2 w 246"/>
                <a:gd name="T29" fmla="*/ 1 h 426"/>
                <a:gd name="T30" fmla="*/ 2 w 246"/>
                <a:gd name="T31" fmla="*/ 1 h 426"/>
                <a:gd name="T32" fmla="*/ 2 w 246"/>
                <a:gd name="T33" fmla="*/ 0 h 426"/>
                <a:gd name="T34" fmla="*/ 2 w 246"/>
                <a:gd name="T35" fmla="*/ 0 h 426"/>
                <a:gd name="T36" fmla="*/ 2 w 246"/>
                <a:gd name="T37" fmla="*/ 0 h 426"/>
                <a:gd name="T38" fmla="*/ 2 w 246"/>
                <a:gd name="T39" fmla="*/ 0 h 426"/>
                <a:gd name="T40" fmla="*/ 2 w 246"/>
                <a:gd name="T41" fmla="*/ 1 h 426"/>
                <a:gd name="T42" fmla="*/ 2 w 246"/>
                <a:gd name="T43" fmla="*/ 1 h 426"/>
                <a:gd name="T44" fmla="*/ 2 w 246"/>
                <a:gd name="T45" fmla="*/ 1 h 426"/>
                <a:gd name="T46" fmla="*/ 2 w 246"/>
                <a:gd name="T47" fmla="*/ 2 h 426"/>
                <a:gd name="T48" fmla="*/ 2 w 246"/>
                <a:gd name="T49" fmla="*/ 2 h 426"/>
                <a:gd name="T50" fmla="*/ 1 w 246"/>
                <a:gd name="T51" fmla="*/ 2 h 426"/>
                <a:gd name="T52" fmla="*/ 1 w 246"/>
                <a:gd name="T53" fmla="*/ 2 h 426"/>
                <a:gd name="T54" fmla="*/ 1 w 246"/>
                <a:gd name="T55" fmla="*/ 3 h 426"/>
                <a:gd name="T56" fmla="*/ 1 w 246"/>
                <a:gd name="T57" fmla="*/ 3 h 426"/>
                <a:gd name="T58" fmla="*/ 1 w 246"/>
                <a:gd name="T59" fmla="*/ 3 h 426"/>
                <a:gd name="T60" fmla="*/ 1 w 246"/>
                <a:gd name="T61" fmla="*/ 3 h 426"/>
                <a:gd name="T62" fmla="*/ 1 w 246"/>
                <a:gd name="T63" fmla="*/ 3 h 426"/>
                <a:gd name="T64" fmla="*/ 0 w 246"/>
                <a:gd name="T65" fmla="*/ 3 h 426"/>
                <a:gd name="T66" fmla="*/ 0 w 246"/>
                <a:gd name="T67" fmla="*/ 3 h 426"/>
                <a:gd name="T68" fmla="*/ 0 w 246"/>
                <a:gd name="T69" fmla="*/ 3 h 426"/>
                <a:gd name="T70" fmla="*/ 0 w 246"/>
                <a:gd name="T71" fmla="*/ 3 h 426"/>
                <a:gd name="T72" fmla="*/ 0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426"/>
                  </a:moveTo>
                  <a:lnTo>
                    <a:pt x="0" y="426"/>
                  </a:lnTo>
                  <a:lnTo>
                    <a:pt x="25" y="423"/>
                  </a:lnTo>
                  <a:lnTo>
                    <a:pt x="50" y="417"/>
                  </a:lnTo>
                  <a:lnTo>
                    <a:pt x="74" y="407"/>
                  </a:lnTo>
                  <a:lnTo>
                    <a:pt x="96" y="392"/>
                  </a:lnTo>
                  <a:lnTo>
                    <a:pt x="118" y="373"/>
                  </a:lnTo>
                  <a:lnTo>
                    <a:pt x="138" y="350"/>
                  </a:lnTo>
                  <a:lnTo>
                    <a:pt x="157" y="327"/>
                  </a:lnTo>
                  <a:lnTo>
                    <a:pt x="175" y="299"/>
                  </a:lnTo>
                  <a:lnTo>
                    <a:pt x="190" y="268"/>
                  </a:lnTo>
                  <a:lnTo>
                    <a:pt x="205" y="236"/>
                  </a:lnTo>
                  <a:lnTo>
                    <a:pt x="216" y="202"/>
                  </a:lnTo>
                  <a:lnTo>
                    <a:pt x="227" y="164"/>
                  </a:lnTo>
                  <a:lnTo>
                    <a:pt x="235" y="125"/>
                  </a:lnTo>
                  <a:lnTo>
                    <a:pt x="241" y="86"/>
                  </a:lnTo>
                  <a:lnTo>
                    <a:pt x="244" y="42"/>
                  </a:lnTo>
                  <a:lnTo>
                    <a:pt x="246" y="0"/>
                  </a:lnTo>
                  <a:lnTo>
                    <a:pt x="234" y="0"/>
                  </a:lnTo>
                  <a:lnTo>
                    <a:pt x="233" y="42"/>
                  </a:lnTo>
                  <a:lnTo>
                    <a:pt x="229" y="83"/>
                  </a:lnTo>
                  <a:lnTo>
                    <a:pt x="223" y="123"/>
                  </a:lnTo>
                  <a:lnTo>
                    <a:pt x="215" y="162"/>
                  </a:lnTo>
                  <a:lnTo>
                    <a:pt x="205" y="197"/>
                  </a:lnTo>
                  <a:lnTo>
                    <a:pt x="193" y="231"/>
                  </a:lnTo>
                  <a:lnTo>
                    <a:pt x="179" y="264"/>
                  </a:lnTo>
                  <a:lnTo>
                    <a:pt x="164" y="292"/>
                  </a:lnTo>
                  <a:lnTo>
                    <a:pt x="147" y="320"/>
                  </a:lnTo>
                  <a:lnTo>
                    <a:pt x="128" y="343"/>
                  </a:lnTo>
                  <a:lnTo>
                    <a:pt x="108" y="363"/>
                  </a:lnTo>
                  <a:lnTo>
                    <a:pt x="89" y="382"/>
                  </a:lnTo>
                  <a:lnTo>
                    <a:pt x="67" y="395"/>
                  </a:lnTo>
                  <a:lnTo>
                    <a:pt x="45" y="406"/>
                  </a:lnTo>
                  <a:lnTo>
                    <a:pt x="23" y="411"/>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9852" name="Freeform 58"/>
            <p:cNvSpPr>
              <a:spLocks/>
            </p:cNvSpPr>
            <p:nvPr/>
          </p:nvSpPr>
          <p:spPr bwMode="auto">
            <a:xfrm>
              <a:off x="1091" y="2172"/>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4" y="86"/>
                  </a:lnTo>
                  <a:lnTo>
                    <a:pt x="10" y="125"/>
                  </a:lnTo>
                  <a:lnTo>
                    <a:pt x="18" y="164"/>
                  </a:lnTo>
                  <a:lnTo>
                    <a:pt x="29" y="202"/>
                  </a:lnTo>
                  <a:lnTo>
                    <a:pt x="41" y="236"/>
                  </a:lnTo>
                  <a:lnTo>
                    <a:pt x="55" y="268"/>
                  </a:lnTo>
                  <a:lnTo>
                    <a:pt x="70" y="299"/>
                  </a:lnTo>
                  <a:lnTo>
                    <a:pt x="89" y="327"/>
                  </a:lnTo>
                  <a:lnTo>
                    <a:pt x="106" y="350"/>
                  </a:lnTo>
                  <a:lnTo>
                    <a:pt x="126" y="373"/>
                  </a:lnTo>
                  <a:lnTo>
                    <a:pt x="148" y="392"/>
                  </a:lnTo>
                  <a:lnTo>
                    <a:pt x="171" y="407"/>
                  </a:lnTo>
                  <a:lnTo>
                    <a:pt x="194" y="417"/>
                  </a:lnTo>
                  <a:lnTo>
                    <a:pt x="219" y="423"/>
                  </a:lnTo>
                  <a:lnTo>
                    <a:pt x="245" y="426"/>
                  </a:lnTo>
                  <a:lnTo>
                    <a:pt x="245" y="414"/>
                  </a:lnTo>
                  <a:lnTo>
                    <a:pt x="221" y="411"/>
                  </a:lnTo>
                  <a:lnTo>
                    <a:pt x="199" y="406"/>
                  </a:lnTo>
                  <a:lnTo>
                    <a:pt x="178" y="395"/>
                  </a:lnTo>
                  <a:lnTo>
                    <a:pt x="155" y="382"/>
                  </a:lnTo>
                  <a:lnTo>
                    <a:pt x="136" y="363"/>
                  </a:lnTo>
                  <a:lnTo>
                    <a:pt x="116" y="343"/>
                  </a:lnTo>
                  <a:lnTo>
                    <a:pt x="98" y="320"/>
                  </a:lnTo>
                  <a:lnTo>
                    <a:pt x="82" y="292"/>
                  </a:lnTo>
                  <a:lnTo>
                    <a:pt x="66" y="264"/>
                  </a:lnTo>
                  <a:lnTo>
                    <a:pt x="52" y="231"/>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9853" name="Freeform 59"/>
            <p:cNvSpPr>
              <a:spLocks/>
            </p:cNvSpPr>
            <p:nvPr/>
          </p:nvSpPr>
          <p:spPr bwMode="auto">
            <a:xfrm>
              <a:off x="1091" y="2087"/>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4" y="8"/>
                  </a:lnTo>
                  <a:lnTo>
                    <a:pt x="171" y="18"/>
                  </a:lnTo>
                  <a:lnTo>
                    <a:pt x="148" y="34"/>
                  </a:lnTo>
                  <a:lnTo>
                    <a:pt x="126" y="51"/>
                  </a:lnTo>
                  <a:lnTo>
                    <a:pt x="106" y="73"/>
                  </a:lnTo>
                  <a:lnTo>
                    <a:pt x="89" y="98"/>
                  </a:lnTo>
                  <a:lnTo>
                    <a:pt x="71" y="125"/>
                  </a:lnTo>
                  <a:lnTo>
                    <a:pt x="55" y="155"/>
                  </a:lnTo>
                  <a:lnTo>
                    <a:pt x="41" y="188"/>
                  </a:lnTo>
                  <a:lnTo>
                    <a:pt x="29" y="222"/>
                  </a:lnTo>
                  <a:lnTo>
                    <a:pt x="18" y="261"/>
                  </a:lnTo>
                  <a:lnTo>
                    <a:pt x="10" y="298"/>
                  </a:lnTo>
                  <a:lnTo>
                    <a:pt x="4" y="338"/>
                  </a:lnTo>
                  <a:lnTo>
                    <a:pt x="1" y="382"/>
                  </a:lnTo>
                  <a:lnTo>
                    <a:pt x="0" y="424"/>
                  </a:lnTo>
                  <a:lnTo>
                    <a:pt x="11" y="424"/>
                  </a:lnTo>
                  <a:lnTo>
                    <a:pt x="13" y="382"/>
                  </a:lnTo>
                  <a:lnTo>
                    <a:pt x="16" y="341"/>
                  </a:lnTo>
                  <a:lnTo>
                    <a:pt x="22" y="301"/>
                  </a:lnTo>
                  <a:lnTo>
                    <a:pt x="30" y="263"/>
                  </a:lnTo>
                  <a:lnTo>
                    <a:pt x="41" y="227"/>
                  </a:lnTo>
                  <a:lnTo>
                    <a:pt x="52" y="193"/>
                  </a:lnTo>
                  <a:lnTo>
                    <a:pt x="66" y="160"/>
                  </a:lnTo>
                  <a:lnTo>
                    <a:pt x="80" y="132"/>
                  </a:lnTo>
                  <a:lnTo>
                    <a:pt x="98" y="105"/>
                  </a:lnTo>
                  <a:lnTo>
                    <a:pt x="116" y="80"/>
                  </a:lnTo>
                  <a:lnTo>
                    <a:pt x="136" y="60"/>
                  </a:lnTo>
                  <a:lnTo>
                    <a:pt x="155" y="43"/>
                  </a:lnTo>
                  <a:lnTo>
                    <a:pt x="178" y="30"/>
                  </a:lnTo>
                  <a:lnTo>
                    <a:pt x="199" y="19"/>
                  </a:lnTo>
                  <a:lnTo>
                    <a:pt x="221" y="14"/>
                  </a:lnTo>
                  <a:lnTo>
                    <a:pt x="245" y="11"/>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9854" name="Freeform 60"/>
            <p:cNvSpPr>
              <a:spLocks/>
            </p:cNvSpPr>
            <p:nvPr/>
          </p:nvSpPr>
          <p:spPr bwMode="auto">
            <a:xfrm>
              <a:off x="1392" y="2118"/>
              <a:ext cx="49" cy="85"/>
            </a:xfrm>
            <a:custGeom>
              <a:avLst/>
              <a:gdLst>
                <a:gd name="T0" fmla="*/ 2 w 246"/>
                <a:gd name="T1" fmla="*/ 3 h 426"/>
                <a:gd name="T2" fmla="*/ 2 w 246"/>
                <a:gd name="T3" fmla="*/ 3 h 426"/>
                <a:gd name="T4" fmla="*/ 2 w 246"/>
                <a:gd name="T5" fmla="*/ 3 h 426"/>
                <a:gd name="T6" fmla="*/ 2 w 246"/>
                <a:gd name="T7" fmla="*/ 3 h 426"/>
                <a:gd name="T8" fmla="*/ 2 w 246"/>
                <a:gd name="T9" fmla="*/ 2 h 426"/>
                <a:gd name="T10" fmla="*/ 2 w 246"/>
                <a:gd name="T11" fmla="*/ 2 h 426"/>
                <a:gd name="T12" fmla="*/ 2 w 246"/>
                <a:gd name="T13" fmla="*/ 2 h 426"/>
                <a:gd name="T14" fmla="*/ 2 w 246"/>
                <a:gd name="T15" fmla="*/ 2 h 426"/>
                <a:gd name="T16" fmla="*/ 2 w 246"/>
                <a:gd name="T17" fmla="*/ 1 h 426"/>
                <a:gd name="T18" fmla="*/ 1 w 246"/>
                <a:gd name="T19" fmla="*/ 1 h 426"/>
                <a:gd name="T20" fmla="*/ 1 w 246"/>
                <a:gd name="T21" fmla="*/ 1 h 426"/>
                <a:gd name="T22" fmla="*/ 1 w 246"/>
                <a:gd name="T23" fmla="*/ 1 h 426"/>
                <a:gd name="T24" fmla="*/ 1 w 246"/>
                <a:gd name="T25" fmla="*/ 0 h 426"/>
                <a:gd name="T26" fmla="*/ 1 w 246"/>
                <a:gd name="T27" fmla="*/ 0 h 426"/>
                <a:gd name="T28" fmla="*/ 1 w 246"/>
                <a:gd name="T29" fmla="*/ 0 h 426"/>
                <a:gd name="T30" fmla="*/ 0 w 246"/>
                <a:gd name="T31" fmla="*/ 0 h 426"/>
                <a:gd name="T32" fmla="*/ 0 w 246"/>
                <a:gd name="T33" fmla="*/ 0 h 426"/>
                <a:gd name="T34" fmla="*/ 0 w 246"/>
                <a:gd name="T35" fmla="*/ 0 h 426"/>
                <a:gd name="T36" fmla="*/ 0 w 246"/>
                <a:gd name="T37" fmla="*/ 0 h 426"/>
                <a:gd name="T38" fmla="*/ 0 w 246"/>
                <a:gd name="T39" fmla="*/ 0 h 426"/>
                <a:gd name="T40" fmla="*/ 0 w 246"/>
                <a:gd name="T41" fmla="*/ 0 h 426"/>
                <a:gd name="T42" fmla="*/ 1 w 246"/>
                <a:gd name="T43" fmla="*/ 0 h 426"/>
                <a:gd name="T44" fmla="*/ 1 w 246"/>
                <a:gd name="T45" fmla="*/ 0 h 426"/>
                <a:gd name="T46" fmla="*/ 1 w 246"/>
                <a:gd name="T47" fmla="*/ 1 h 426"/>
                <a:gd name="T48" fmla="*/ 1 w 246"/>
                <a:gd name="T49" fmla="*/ 1 h 426"/>
                <a:gd name="T50" fmla="*/ 1 w 246"/>
                <a:gd name="T51" fmla="*/ 1 h 426"/>
                <a:gd name="T52" fmla="*/ 1 w 246"/>
                <a:gd name="T53" fmla="*/ 1 h 426"/>
                <a:gd name="T54" fmla="*/ 1 w 246"/>
                <a:gd name="T55" fmla="*/ 1 h 426"/>
                <a:gd name="T56" fmla="*/ 2 w 246"/>
                <a:gd name="T57" fmla="*/ 2 h 426"/>
                <a:gd name="T58" fmla="*/ 2 w 246"/>
                <a:gd name="T59" fmla="*/ 2 h 426"/>
                <a:gd name="T60" fmla="*/ 2 w 246"/>
                <a:gd name="T61" fmla="*/ 2 h 426"/>
                <a:gd name="T62" fmla="*/ 2 w 246"/>
                <a:gd name="T63" fmla="*/ 2 h 426"/>
                <a:gd name="T64" fmla="*/ 2 w 246"/>
                <a:gd name="T65" fmla="*/ 3 h 426"/>
                <a:gd name="T66" fmla="*/ 2 w 246"/>
                <a:gd name="T67" fmla="*/ 3 h 426"/>
                <a:gd name="T68" fmla="*/ 2 w 246"/>
                <a:gd name="T69" fmla="*/ 3 h 426"/>
                <a:gd name="T70" fmla="*/ 2 w 246"/>
                <a:gd name="T71" fmla="*/ 3 h 426"/>
                <a:gd name="T72" fmla="*/ 2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246" y="426"/>
                  </a:moveTo>
                  <a:lnTo>
                    <a:pt x="246" y="426"/>
                  </a:lnTo>
                  <a:lnTo>
                    <a:pt x="245" y="384"/>
                  </a:lnTo>
                  <a:lnTo>
                    <a:pt x="242" y="340"/>
                  </a:lnTo>
                  <a:lnTo>
                    <a:pt x="236" y="301"/>
                  </a:lnTo>
                  <a:lnTo>
                    <a:pt x="228" y="262"/>
                  </a:lnTo>
                  <a:lnTo>
                    <a:pt x="217" y="224"/>
                  </a:lnTo>
                  <a:lnTo>
                    <a:pt x="205" y="190"/>
                  </a:lnTo>
                  <a:lnTo>
                    <a:pt x="191" y="158"/>
                  </a:lnTo>
                  <a:lnTo>
                    <a:pt x="176" y="126"/>
                  </a:lnTo>
                  <a:lnTo>
                    <a:pt x="157" y="99"/>
                  </a:lnTo>
                  <a:lnTo>
                    <a:pt x="139" y="75"/>
                  </a:lnTo>
                  <a:lnTo>
                    <a:pt x="119" y="53"/>
                  </a:lnTo>
                  <a:lnTo>
                    <a:pt x="96" y="34"/>
                  </a:lnTo>
                  <a:lnTo>
                    <a:pt x="75" y="19"/>
                  </a:lnTo>
                  <a:lnTo>
                    <a:pt x="51" y="9"/>
                  </a:lnTo>
                  <a:lnTo>
                    <a:pt x="26" y="3"/>
                  </a:lnTo>
                  <a:lnTo>
                    <a:pt x="0" y="0"/>
                  </a:lnTo>
                  <a:lnTo>
                    <a:pt x="0" y="12"/>
                  </a:lnTo>
                  <a:lnTo>
                    <a:pt x="24" y="15"/>
                  </a:lnTo>
                  <a:lnTo>
                    <a:pt x="46" y="20"/>
                  </a:lnTo>
                  <a:lnTo>
                    <a:pt x="68" y="31"/>
                  </a:lnTo>
                  <a:lnTo>
                    <a:pt x="89" y="44"/>
                  </a:lnTo>
                  <a:lnTo>
                    <a:pt x="109" y="63"/>
                  </a:lnTo>
                  <a:lnTo>
                    <a:pt x="129" y="83"/>
                  </a:lnTo>
                  <a:lnTo>
                    <a:pt x="148" y="106"/>
                  </a:lnTo>
                  <a:lnTo>
                    <a:pt x="164" y="133"/>
                  </a:lnTo>
                  <a:lnTo>
                    <a:pt x="180" y="162"/>
                  </a:lnTo>
                  <a:lnTo>
                    <a:pt x="194" y="195"/>
                  </a:lnTo>
                  <a:lnTo>
                    <a:pt x="205" y="229"/>
                  </a:lnTo>
                  <a:lnTo>
                    <a:pt x="216" y="264"/>
                  </a:lnTo>
                  <a:lnTo>
                    <a:pt x="224" y="303"/>
                  </a:lnTo>
                  <a:lnTo>
                    <a:pt x="230" y="343"/>
                  </a:lnTo>
                  <a:lnTo>
                    <a:pt x="233" y="384"/>
                  </a:lnTo>
                  <a:lnTo>
                    <a:pt x="235" y="426"/>
                  </a:lnTo>
                  <a:lnTo>
                    <a:pt x="246"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9855" name="Freeform 61"/>
            <p:cNvSpPr>
              <a:spLocks/>
            </p:cNvSpPr>
            <p:nvPr/>
          </p:nvSpPr>
          <p:spPr bwMode="auto">
            <a:xfrm>
              <a:off x="1392" y="2203"/>
              <a:ext cx="49" cy="85"/>
            </a:xfrm>
            <a:custGeom>
              <a:avLst/>
              <a:gdLst>
                <a:gd name="T0" fmla="*/ 0 w 246"/>
                <a:gd name="T1" fmla="*/ 3 h 424"/>
                <a:gd name="T2" fmla="*/ 0 w 246"/>
                <a:gd name="T3" fmla="*/ 3 h 424"/>
                <a:gd name="T4" fmla="*/ 0 w 246"/>
                <a:gd name="T5" fmla="*/ 3 h 424"/>
                <a:gd name="T6" fmla="*/ 0 w 246"/>
                <a:gd name="T7" fmla="*/ 3 h 424"/>
                <a:gd name="T8" fmla="*/ 1 w 246"/>
                <a:gd name="T9" fmla="*/ 3 h 424"/>
                <a:gd name="T10" fmla="*/ 1 w 246"/>
                <a:gd name="T11" fmla="*/ 3 h 424"/>
                <a:gd name="T12" fmla="*/ 1 w 246"/>
                <a:gd name="T13" fmla="*/ 3 h 424"/>
                <a:gd name="T14" fmla="*/ 1 w 246"/>
                <a:gd name="T15" fmla="*/ 3 h 424"/>
                <a:gd name="T16" fmla="*/ 1 w 246"/>
                <a:gd name="T17" fmla="*/ 3 h 424"/>
                <a:gd name="T18" fmla="*/ 1 w 246"/>
                <a:gd name="T19" fmla="*/ 2 h 424"/>
                <a:gd name="T20" fmla="*/ 2 w 246"/>
                <a:gd name="T21" fmla="*/ 2 h 424"/>
                <a:gd name="T22" fmla="*/ 2 w 246"/>
                <a:gd name="T23" fmla="*/ 2 h 424"/>
                <a:gd name="T24" fmla="*/ 2 w 246"/>
                <a:gd name="T25" fmla="*/ 2 h 424"/>
                <a:gd name="T26" fmla="*/ 2 w 246"/>
                <a:gd name="T27" fmla="*/ 1 h 424"/>
                <a:gd name="T28" fmla="*/ 2 w 246"/>
                <a:gd name="T29" fmla="*/ 1 h 424"/>
                <a:gd name="T30" fmla="*/ 2 w 246"/>
                <a:gd name="T31" fmla="*/ 1 h 424"/>
                <a:gd name="T32" fmla="*/ 2 w 246"/>
                <a:gd name="T33" fmla="*/ 0 h 424"/>
                <a:gd name="T34" fmla="*/ 2 w 246"/>
                <a:gd name="T35" fmla="*/ 0 h 424"/>
                <a:gd name="T36" fmla="*/ 2 w 246"/>
                <a:gd name="T37" fmla="*/ 0 h 424"/>
                <a:gd name="T38" fmla="*/ 2 w 246"/>
                <a:gd name="T39" fmla="*/ 0 h 424"/>
                <a:gd name="T40" fmla="*/ 2 w 246"/>
                <a:gd name="T41" fmla="*/ 1 h 424"/>
                <a:gd name="T42" fmla="*/ 2 w 246"/>
                <a:gd name="T43" fmla="*/ 1 h 424"/>
                <a:gd name="T44" fmla="*/ 2 w 246"/>
                <a:gd name="T45" fmla="*/ 1 h 424"/>
                <a:gd name="T46" fmla="*/ 2 w 246"/>
                <a:gd name="T47" fmla="*/ 2 h 424"/>
                <a:gd name="T48" fmla="*/ 2 w 246"/>
                <a:gd name="T49" fmla="*/ 2 h 424"/>
                <a:gd name="T50" fmla="*/ 1 w 246"/>
                <a:gd name="T51" fmla="*/ 2 h 424"/>
                <a:gd name="T52" fmla="*/ 1 w 246"/>
                <a:gd name="T53" fmla="*/ 2 h 424"/>
                <a:gd name="T54" fmla="*/ 1 w 246"/>
                <a:gd name="T55" fmla="*/ 3 h 424"/>
                <a:gd name="T56" fmla="*/ 1 w 246"/>
                <a:gd name="T57" fmla="*/ 3 h 424"/>
                <a:gd name="T58" fmla="*/ 1 w 246"/>
                <a:gd name="T59" fmla="*/ 3 h 424"/>
                <a:gd name="T60" fmla="*/ 1 w 246"/>
                <a:gd name="T61" fmla="*/ 3 h 424"/>
                <a:gd name="T62" fmla="*/ 1 w 246"/>
                <a:gd name="T63" fmla="*/ 3 h 424"/>
                <a:gd name="T64" fmla="*/ 0 w 246"/>
                <a:gd name="T65" fmla="*/ 3 h 424"/>
                <a:gd name="T66" fmla="*/ 0 w 246"/>
                <a:gd name="T67" fmla="*/ 3 h 424"/>
                <a:gd name="T68" fmla="*/ 0 w 246"/>
                <a:gd name="T69" fmla="*/ 3 h 424"/>
                <a:gd name="T70" fmla="*/ 0 w 246"/>
                <a:gd name="T71" fmla="*/ 3 h 424"/>
                <a:gd name="T72" fmla="*/ 0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0" y="424"/>
                  </a:moveTo>
                  <a:lnTo>
                    <a:pt x="0" y="424"/>
                  </a:lnTo>
                  <a:lnTo>
                    <a:pt x="26" y="422"/>
                  </a:lnTo>
                  <a:lnTo>
                    <a:pt x="51" y="416"/>
                  </a:lnTo>
                  <a:lnTo>
                    <a:pt x="75" y="406"/>
                  </a:lnTo>
                  <a:lnTo>
                    <a:pt x="96" y="390"/>
                  </a:lnTo>
                  <a:lnTo>
                    <a:pt x="119" y="373"/>
                  </a:lnTo>
                  <a:lnTo>
                    <a:pt x="139" y="351"/>
                  </a:lnTo>
                  <a:lnTo>
                    <a:pt x="157" y="326"/>
                  </a:lnTo>
                  <a:lnTo>
                    <a:pt x="175" y="299"/>
                  </a:lnTo>
                  <a:lnTo>
                    <a:pt x="191" y="269"/>
                  </a:lnTo>
                  <a:lnTo>
                    <a:pt x="205" y="236"/>
                  </a:lnTo>
                  <a:lnTo>
                    <a:pt x="217" y="202"/>
                  </a:lnTo>
                  <a:lnTo>
                    <a:pt x="228" y="163"/>
                  </a:lnTo>
                  <a:lnTo>
                    <a:pt x="236" y="125"/>
                  </a:lnTo>
                  <a:lnTo>
                    <a:pt x="242" y="86"/>
                  </a:lnTo>
                  <a:lnTo>
                    <a:pt x="245" y="42"/>
                  </a:lnTo>
                  <a:lnTo>
                    <a:pt x="246" y="0"/>
                  </a:lnTo>
                  <a:lnTo>
                    <a:pt x="235" y="0"/>
                  </a:lnTo>
                  <a:lnTo>
                    <a:pt x="233" y="42"/>
                  </a:lnTo>
                  <a:lnTo>
                    <a:pt x="230" y="83"/>
                  </a:lnTo>
                  <a:lnTo>
                    <a:pt x="224" y="123"/>
                  </a:lnTo>
                  <a:lnTo>
                    <a:pt x="216" y="161"/>
                  </a:lnTo>
                  <a:lnTo>
                    <a:pt x="205" y="197"/>
                  </a:lnTo>
                  <a:lnTo>
                    <a:pt x="194" y="231"/>
                  </a:lnTo>
                  <a:lnTo>
                    <a:pt x="180" y="264"/>
                  </a:lnTo>
                  <a:lnTo>
                    <a:pt x="166" y="292"/>
                  </a:lnTo>
                  <a:lnTo>
                    <a:pt x="148" y="319"/>
                  </a:lnTo>
                  <a:lnTo>
                    <a:pt x="129" y="344"/>
                  </a:lnTo>
                  <a:lnTo>
                    <a:pt x="109" y="364"/>
                  </a:lnTo>
                  <a:lnTo>
                    <a:pt x="89" y="381"/>
                  </a:lnTo>
                  <a:lnTo>
                    <a:pt x="68" y="394"/>
                  </a:lnTo>
                  <a:lnTo>
                    <a:pt x="46" y="405"/>
                  </a:lnTo>
                  <a:lnTo>
                    <a:pt x="24" y="410"/>
                  </a:lnTo>
                  <a:lnTo>
                    <a:pt x="0" y="413"/>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9856" name="Freeform 62"/>
            <p:cNvSpPr>
              <a:spLocks/>
            </p:cNvSpPr>
            <p:nvPr/>
          </p:nvSpPr>
          <p:spPr bwMode="auto">
            <a:xfrm>
              <a:off x="1343" y="2203"/>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2" y="42"/>
                  </a:lnTo>
                  <a:lnTo>
                    <a:pt x="5" y="86"/>
                  </a:lnTo>
                  <a:lnTo>
                    <a:pt x="11" y="125"/>
                  </a:lnTo>
                  <a:lnTo>
                    <a:pt x="19" y="163"/>
                  </a:lnTo>
                  <a:lnTo>
                    <a:pt x="30" y="202"/>
                  </a:lnTo>
                  <a:lnTo>
                    <a:pt x="41" y="236"/>
                  </a:lnTo>
                  <a:lnTo>
                    <a:pt x="56" y="269"/>
                  </a:lnTo>
                  <a:lnTo>
                    <a:pt x="72" y="299"/>
                  </a:lnTo>
                  <a:lnTo>
                    <a:pt x="90" y="326"/>
                  </a:lnTo>
                  <a:lnTo>
                    <a:pt x="108" y="351"/>
                  </a:lnTo>
                  <a:lnTo>
                    <a:pt x="127" y="373"/>
                  </a:lnTo>
                  <a:lnTo>
                    <a:pt x="149" y="390"/>
                  </a:lnTo>
                  <a:lnTo>
                    <a:pt x="172" y="406"/>
                  </a:lnTo>
                  <a:lnTo>
                    <a:pt x="195" y="416"/>
                  </a:lnTo>
                  <a:lnTo>
                    <a:pt x="220" y="422"/>
                  </a:lnTo>
                  <a:lnTo>
                    <a:pt x="245" y="424"/>
                  </a:lnTo>
                  <a:lnTo>
                    <a:pt x="245" y="413"/>
                  </a:lnTo>
                  <a:lnTo>
                    <a:pt x="222" y="410"/>
                  </a:lnTo>
                  <a:lnTo>
                    <a:pt x="200" y="405"/>
                  </a:lnTo>
                  <a:lnTo>
                    <a:pt x="179" y="394"/>
                  </a:lnTo>
                  <a:lnTo>
                    <a:pt x="156" y="381"/>
                  </a:lnTo>
                  <a:lnTo>
                    <a:pt x="136" y="364"/>
                  </a:lnTo>
                  <a:lnTo>
                    <a:pt x="118" y="344"/>
                  </a:lnTo>
                  <a:lnTo>
                    <a:pt x="99" y="319"/>
                  </a:lnTo>
                  <a:lnTo>
                    <a:pt x="81" y="292"/>
                  </a:lnTo>
                  <a:lnTo>
                    <a:pt x="67" y="264"/>
                  </a:lnTo>
                  <a:lnTo>
                    <a:pt x="53" y="231"/>
                  </a:lnTo>
                  <a:lnTo>
                    <a:pt x="41" y="197"/>
                  </a:lnTo>
                  <a:lnTo>
                    <a:pt x="31" y="161"/>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9857" name="Freeform 63"/>
            <p:cNvSpPr>
              <a:spLocks/>
            </p:cNvSpPr>
            <p:nvPr/>
          </p:nvSpPr>
          <p:spPr bwMode="auto">
            <a:xfrm>
              <a:off x="1343" y="2118"/>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1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20" y="3"/>
                  </a:lnTo>
                  <a:lnTo>
                    <a:pt x="195" y="9"/>
                  </a:lnTo>
                  <a:lnTo>
                    <a:pt x="172" y="19"/>
                  </a:lnTo>
                  <a:lnTo>
                    <a:pt x="149" y="34"/>
                  </a:lnTo>
                  <a:lnTo>
                    <a:pt x="127" y="53"/>
                  </a:lnTo>
                  <a:lnTo>
                    <a:pt x="108" y="75"/>
                  </a:lnTo>
                  <a:lnTo>
                    <a:pt x="90" y="99"/>
                  </a:lnTo>
                  <a:lnTo>
                    <a:pt x="71" y="126"/>
                  </a:lnTo>
                  <a:lnTo>
                    <a:pt x="56" y="158"/>
                  </a:lnTo>
                  <a:lnTo>
                    <a:pt x="41" y="190"/>
                  </a:lnTo>
                  <a:lnTo>
                    <a:pt x="30" y="224"/>
                  </a:lnTo>
                  <a:lnTo>
                    <a:pt x="19" y="262"/>
                  </a:lnTo>
                  <a:lnTo>
                    <a:pt x="11" y="301"/>
                  </a:lnTo>
                  <a:lnTo>
                    <a:pt x="5" y="340"/>
                  </a:lnTo>
                  <a:lnTo>
                    <a:pt x="2" y="384"/>
                  </a:lnTo>
                  <a:lnTo>
                    <a:pt x="0" y="426"/>
                  </a:lnTo>
                  <a:lnTo>
                    <a:pt x="12" y="426"/>
                  </a:lnTo>
                  <a:lnTo>
                    <a:pt x="13" y="384"/>
                  </a:lnTo>
                  <a:lnTo>
                    <a:pt x="17" y="343"/>
                  </a:lnTo>
                  <a:lnTo>
                    <a:pt x="23" y="303"/>
                  </a:lnTo>
                  <a:lnTo>
                    <a:pt x="31" y="264"/>
                  </a:lnTo>
                  <a:lnTo>
                    <a:pt x="41" y="229"/>
                  </a:lnTo>
                  <a:lnTo>
                    <a:pt x="53" y="195"/>
                  </a:lnTo>
                  <a:lnTo>
                    <a:pt x="67" y="162"/>
                  </a:lnTo>
                  <a:lnTo>
                    <a:pt x="82" y="133"/>
                  </a:lnTo>
                  <a:lnTo>
                    <a:pt x="99" y="106"/>
                  </a:lnTo>
                  <a:lnTo>
                    <a:pt x="118" y="83"/>
                  </a:lnTo>
                  <a:lnTo>
                    <a:pt x="136" y="63"/>
                  </a:lnTo>
                  <a:lnTo>
                    <a:pt x="156" y="44"/>
                  </a:lnTo>
                  <a:lnTo>
                    <a:pt x="179" y="31"/>
                  </a:lnTo>
                  <a:lnTo>
                    <a:pt x="200" y="20"/>
                  </a:lnTo>
                  <a:lnTo>
                    <a:pt x="222" y="15"/>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9858" name="Freeform 64"/>
            <p:cNvSpPr>
              <a:spLocks/>
            </p:cNvSpPr>
            <p:nvPr/>
          </p:nvSpPr>
          <p:spPr bwMode="auto">
            <a:xfrm>
              <a:off x="1384" y="1859"/>
              <a:ext cx="49" cy="84"/>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1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3" y="382"/>
                  </a:lnTo>
                  <a:lnTo>
                    <a:pt x="240" y="339"/>
                  </a:lnTo>
                  <a:lnTo>
                    <a:pt x="234" y="299"/>
                  </a:lnTo>
                  <a:lnTo>
                    <a:pt x="226" y="261"/>
                  </a:lnTo>
                  <a:lnTo>
                    <a:pt x="215" y="222"/>
                  </a:lnTo>
                  <a:lnTo>
                    <a:pt x="204" y="188"/>
                  </a:lnTo>
                  <a:lnTo>
                    <a:pt x="189" y="156"/>
                  </a:lnTo>
                  <a:lnTo>
                    <a:pt x="173" y="125"/>
                  </a:lnTo>
                  <a:lnTo>
                    <a:pt x="155" y="98"/>
                  </a:lnTo>
                  <a:lnTo>
                    <a:pt x="138" y="74"/>
                  </a:lnTo>
                  <a:lnTo>
                    <a:pt x="118" y="51"/>
                  </a:lnTo>
                  <a:lnTo>
                    <a:pt x="96" y="34"/>
                  </a:lnTo>
                  <a:lnTo>
                    <a:pt x="73" y="18"/>
                  </a:lnTo>
                  <a:lnTo>
                    <a:pt x="50" y="8"/>
                  </a:lnTo>
                  <a:lnTo>
                    <a:pt x="25" y="2"/>
                  </a:lnTo>
                  <a:lnTo>
                    <a:pt x="0" y="0"/>
                  </a:lnTo>
                  <a:lnTo>
                    <a:pt x="0" y="11"/>
                  </a:lnTo>
                  <a:lnTo>
                    <a:pt x="23" y="14"/>
                  </a:lnTo>
                  <a:lnTo>
                    <a:pt x="45" y="20"/>
                  </a:lnTo>
                  <a:lnTo>
                    <a:pt x="66" y="30"/>
                  </a:lnTo>
                  <a:lnTo>
                    <a:pt x="89" y="43"/>
                  </a:lnTo>
                  <a:lnTo>
                    <a:pt x="109" y="61"/>
                  </a:lnTo>
                  <a:lnTo>
                    <a:pt x="129" y="81"/>
                  </a:lnTo>
                  <a:lnTo>
                    <a:pt x="146" y="105"/>
                  </a:lnTo>
                  <a:lnTo>
                    <a:pt x="164" y="132"/>
                  </a:lnTo>
                  <a:lnTo>
                    <a:pt x="178" y="160"/>
                  </a:lnTo>
                  <a:lnTo>
                    <a:pt x="192" y="193"/>
                  </a:lnTo>
                  <a:lnTo>
                    <a:pt x="204" y="227"/>
                  </a:lnTo>
                  <a:lnTo>
                    <a:pt x="214" y="264"/>
                  </a:lnTo>
                  <a:lnTo>
                    <a:pt x="222" y="301"/>
                  </a:lnTo>
                  <a:lnTo>
                    <a:pt x="228"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9859" name="Freeform 65"/>
            <p:cNvSpPr>
              <a:spLocks/>
            </p:cNvSpPr>
            <p:nvPr/>
          </p:nvSpPr>
          <p:spPr bwMode="auto">
            <a:xfrm>
              <a:off x="1384" y="1943"/>
              <a:ext cx="49" cy="86"/>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5" y="423"/>
                  </a:lnTo>
                  <a:lnTo>
                    <a:pt x="50" y="418"/>
                  </a:lnTo>
                  <a:lnTo>
                    <a:pt x="73" y="407"/>
                  </a:lnTo>
                  <a:lnTo>
                    <a:pt x="96" y="392"/>
                  </a:lnTo>
                  <a:lnTo>
                    <a:pt x="118" y="374"/>
                  </a:lnTo>
                  <a:lnTo>
                    <a:pt x="138" y="352"/>
                  </a:lnTo>
                  <a:lnTo>
                    <a:pt x="155" y="327"/>
                  </a:lnTo>
                  <a:lnTo>
                    <a:pt x="174" y="300"/>
                  </a:lnTo>
                  <a:lnTo>
                    <a:pt x="189" y="269"/>
                  </a:lnTo>
                  <a:lnTo>
                    <a:pt x="204" y="237"/>
                  </a:lnTo>
                  <a:lnTo>
                    <a:pt x="215" y="202"/>
                  </a:lnTo>
                  <a:lnTo>
                    <a:pt x="226" y="164"/>
                  </a:lnTo>
                  <a:lnTo>
                    <a:pt x="234" y="126"/>
                  </a:lnTo>
                  <a:lnTo>
                    <a:pt x="240" y="86"/>
                  </a:lnTo>
                  <a:lnTo>
                    <a:pt x="243" y="42"/>
                  </a:lnTo>
                  <a:lnTo>
                    <a:pt x="245" y="0"/>
                  </a:lnTo>
                  <a:lnTo>
                    <a:pt x="233" y="0"/>
                  </a:lnTo>
                  <a:lnTo>
                    <a:pt x="232" y="42"/>
                  </a:lnTo>
                  <a:lnTo>
                    <a:pt x="228" y="83"/>
                  </a:lnTo>
                  <a:lnTo>
                    <a:pt x="222" y="123"/>
                  </a:lnTo>
                  <a:lnTo>
                    <a:pt x="214" y="162"/>
                  </a:lnTo>
                  <a:lnTo>
                    <a:pt x="204" y="197"/>
                  </a:lnTo>
                  <a:lnTo>
                    <a:pt x="192" y="232"/>
                  </a:lnTo>
                  <a:lnTo>
                    <a:pt x="178" y="264"/>
                  </a:lnTo>
                  <a:lnTo>
                    <a:pt x="163" y="293"/>
                  </a:lnTo>
                  <a:lnTo>
                    <a:pt x="146" y="320"/>
                  </a:lnTo>
                  <a:lnTo>
                    <a:pt x="129" y="345"/>
                  </a:lnTo>
                  <a:lnTo>
                    <a:pt x="109" y="365"/>
                  </a:lnTo>
                  <a:lnTo>
                    <a:pt x="89" y="382"/>
                  </a:lnTo>
                  <a:lnTo>
                    <a:pt x="66" y="395"/>
                  </a:lnTo>
                  <a:lnTo>
                    <a:pt x="45" y="406"/>
                  </a:lnTo>
                  <a:lnTo>
                    <a:pt x="23"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9860" name="Freeform 66"/>
            <p:cNvSpPr>
              <a:spLocks/>
            </p:cNvSpPr>
            <p:nvPr/>
          </p:nvSpPr>
          <p:spPr bwMode="auto">
            <a:xfrm>
              <a:off x="1335" y="1943"/>
              <a:ext cx="49" cy="86"/>
            </a:xfrm>
            <a:custGeom>
              <a:avLst/>
              <a:gdLst>
                <a:gd name="T0" fmla="*/ 0 w 246"/>
                <a:gd name="T1" fmla="*/ 0 h 426"/>
                <a:gd name="T2" fmla="*/ 0 w 246"/>
                <a:gd name="T3" fmla="*/ 0 h 426"/>
                <a:gd name="T4" fmla="*/ 0 w 246"/>
                <a:gd name="T5" fmla="*/ 0 h 426"/>
                <a:gd name="T6" fmla="*/ 0 w 246"/>
                <a:gd name="T7" fmla="*/ 1 h 426"/>
                <a:gd name="T8" fmla="*/ 0 w 246"/>
                <a:gd name="T9" fmla="*/ 1 h 426"/>
                <a:gd name="T10" fmla="*/ 0 w 246"/>
                <a:gd name="T11" fmla="*/ 1 h 426"/>
                <a:gd name="T12" fmla="*/ 0 w 246"/>
                <a:gd name="T13" fmla="*/ 2 h 426"/>
                <a:gd name="T14" fmla="*/ 0 w 246"/>
                <a:gd name="T15" fmla="*/ 2 h 426"/>
                <a:gd name="T16" fmla="*/ 0 w 246"/>
                <a:gd name="T17" fmla="*/ 2 h 426"/>
                <a:gd name="T18" fmla="*/ 1 w 246"/>
                <a:gd name="T19" fmla="*/ 2 h 426"/>
                <a:gd name="T20" fmla="*/ 1 w 246"/>
                <a:gd name="T21" fmla="*/ 3 h 426"/>
                <a:gd name="T22" fmla="*/ 1 w 246"/>
                <a:gd name="T23" fmla="*/ 3 h 426"/>
                <a:gd name="T24" fmla="*/ 1 w 246"/>
                <a:gd name="T25" fmla="*/ 3 h 426"/>
                <a:gd name="T26" fmla="*/ 1 w 246"/>
                <a:gd name="T27" fmla="*/ 3 h 426"/>
                <a:gd name="T28" fmla="*/ 1 w 246"/>
                <a:gd name="T29" fmla="*/ 3 h 426"/>
                <a:gd name="T30" fmla="*/ 2 w 246"/>
                <a:gd name="T31" fmla="*/ 3 h 426"/>
                <a:gd name="T32" fmla="*/ 2 w 246"/>
                <a:gd name="T33" fmla="*/ 3 h 426"/>
                <a:gd name="T34" fmla="*/ 2 w 246"/>
                <a:gd name="T35" fmla="*/ 3 h 426"/>
                <a:gd name="T36" fmla="*/ 2 w 246"/>
                <a:gd name="T37" fmla="*/ 3 h 426"/>
                <a:gd name="T38" fmla="*/ 2 w 246"/>
                <a:gd name="T39" fmla="*/ 3 h 426"/>
                <a:gd name="T40" fmla="*/ 2 w 246"/>
                <a:gd name="T41" fmla="*/ 3 h 426"/>
                <a:gd name="T42" fmla="*/ 1 w 246"/>
                <a:gd name="T43" fmla="*/ 3 h 426"/>
                <a:gd name="T44" fmla="*/ 1 w 246"/>
                <a:gd name="T45" fmla="*/ 3 h 426"/>
                <a:gd name="T46" fmla="*/ 1 w 246"/>
                <a:gd name="T47" fmla="*/ 3 h 426"/>
                <a:gd name="T48" fmla="*/ 1 w 246"/>
                <a:gd name="T49" fmla="*/ 3 h 426"/>
                <a:gd name="T50" fmla="*/ 1 w 246"/>
                <a:gd name="T51" fmla="*/ 3 h 426"/>
                <a:gd name="T52" fmla="*/ 1 w 246"/>
                <a:gd name="T53" fmla="*/ 2 h 426"/>
                <a:gd name="T54" fmla="*/ 1 w 246"/>
                <a:gd name="T55" fmla="*/ 2 h 426"/>
                <a:gd name="T56" fmla="*/ 0 w 246"/>
                <a:gd name="T57" fmla="*/ 2 h 426"/>
                <a:gd name="T58" fmla="*/ 0 w 246"/>
                <a:gd name="T59" fmla="*/ 2 h 426"/>
                <a:gd name="T60" fmla="*/ 0 w 246"/>
                <a:gd name="T61" fmla="*/ 1 h 426"/>
                <a:gd name="T62" fmla="*/ 0 w 246"/>
                <a:gd name="T63" fmla="*/ 1 h 426"/>
                <a:gd name="T64" fmla="*/ 0 w 246"/>
                <a:gd name="T65" fmla="*/ 1 h 426"/>
                <a:gd name="T66" fmla="*/ 0 w 246"/>
                <a:gd name="T67" fmla="*/ 0 h 426"/>
                <a:gd name="T68" fmla="*/ 0 w 246"/>
                <a:gd name="T69" fmla="*/ 0 h 426"/>
                <a:gd name="T70" fmla="*/ 0 w 246"/>
                <a:gd name="T71" fmla="*/ 0 h 426"/>
                <a:gd name="T72" fmla="*/ 0 w 246"/>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0"/>
                  </a:moveTo>
                  <a:lnTo>
                    <a:pt x="0" y="0"/>
                  </a:lnTo>
                  <a:lnTo>
                    <a:pt x="1" y="42"/>
                  </a:lnTo>
                  <a:lnTo>
                    <a:pt x="4" y="86"/>
                  </a:lnTo>
                  <a:lnTo>
                    <a:pt x="10" y="126"/>
                  </a:lnTo>
                  <a:lnTo>
                    <a:pt x="18" y="164"/>
                  </a:lnTo>
                  <a:lnTo>
                    <a:pt x="29" y="202"/>
                  </a:lnTo>
                  <a:lnTo>
                    <a:pt x="41" y="237"/>
                  </a:lnTo>
                  <a:lnTo>
                    <a:pt x="55" y="269"/>
                  </a:lnTo>
                  <a:lnTo>
                    <a:pt x="71" y="300"/>
                  </a:lnTo>
                  <a:lnTo>
                    <a:pt x="89" y="327"/>
                  </a:lnTo>
                  <a:lnTo>
                    <a:pt x="107" y="352"/>
                  </a:lnTo>
                  <a:lnTo>
                    <a:pt x="127" y="374"/>
                  </a:lnTo>
                  <a:lnTo>
                    <a:pt x="150" y="392"/>
                  </a:lnTo>
                  <a:lnTo>
                    <a:pt x="171" y="407"/>
                  </a:lnTo>
                  <a:lnTo>
                    <a:pt x="195" y="418"/>
                  </a:lnTo>
                  <a:lnTo>
                    <a:pt x="220" y="423"/>
                  </a:lnTo>
                  <a:lnTo>
                    <a:pt x="246" y="426"/>
                  </a:lnTo>
                  <a:lnTo>
                    <a:pt x="246" y="414"/>
                  </a:lnTo>
                  <a:lnTo>
                    <a:pt x="222" y="412"/>
                  </a:lnTo>
                  <a:lnTo>
                    <a:pt x="200" y="406"/>
                  </a:lnTo>
                  <a:lnTo>
                    <a:pt x="178" y="395"/>
                  </a:lnTo>
                  <a:lnTo>
                    <a:pt x="157" y="382"/>
                  </a:lnTo>
                  <a:lnTo>
                    <a:pt x="137" y="365"/>
                  </a:lnTo>
                  <a:lnTo>
                    <a:pt x="117" y="345"/>
                  </a:lnTo>
                  <a:lnTo>
                    <a:pt x="98" y="320"/>
                  </a:lnTo>
                  <a:lnTo>
                    <a:pt x="83" y="293"/>
                  </a:lnTo>
                  <a:lnTo>
                    <a:pt x="66" y="264"/>
                  </a:lnTo>
                  <a:lnTo>
                    <a:pt x="52" y="232"/>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9861" name="Freeform 67"/>
            <p:cNvSpPr>
              <a:spLocks/>
            </p:cNvSpPr>
            <p:nvPr/>
          </p:nvSpPr>
          <p:spPr bwMode="auto">
            <a:xfrm>
              <a:off x="1335" y="1859"/>
              <a:ext cx="49" cy="84"/>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1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0" y="2"/>
                  </a:lnTo>
                  <a:lnTo>
                    <a:pt x="195" y="8"/>
                  </a:lnTo>
                  <a:lnTo>
                    <a:pt x="171" y="18"/>
                  </a:lnTo>
                  <a:lnTo>
                    <a:pt x="150" y="34"/>
                  </a:lnTo>
                  <a:lnTo>
                    <a:pt x="127" y="51"/>
                  </a:lnTo>
                  <a:lnTo>
                    <a:pt x="107" y="74"/>
                  </a:lnTo>
                  <a:lnTo>
                    <a:pt x="89" y="98"/>
                  </a:lnTo>
                  <a:lnTo>
                    <a:pt x="72" y="125"/>
                  </a:lnTo>
                  <a:lnTo>
                    <a:pt x="55" y="156"/>
                  </a:lnTo>
                  <a:lnTo>
                    <a:pt x="41" y="188"/>
                  </a:lnTo>
                  <a:lnTo>
                    <a:pt x="29" y="222"/>
                  </a:lnTo>
                  <a:lnTo>
                    <a:pt x="18" y="261"/>
                  </a:lnTo>
                  <a:lnTo>
                    <a:pt x="10" y="299"/>
                  </a:lnTo>
                  <a:lnTo>
                    <a:pt x="4" y="339"/>
                  </a:lnTo>
                  <a:lnTo>
                    <a:pt x="1" y="382"/>
                  </a:lnTo>
                  <a:lnTo>
                    <a:pt x="0" y="424"/>
                  </a:lnTo>
                  <a:lnTo>
                    <a:pt x="11" y="424"/>
                  </a:lnTo>
                  <a:lnTo>
                    <a:pt x="13" y="382"/>
                  </a:lnTo>
                  <a:lnTo>
                    <a:pt x="16" y="341"/>
                  </a:lnTo>
                  <a:lnTo>
                    <a:pt x="22" y="301"/>
                  </a:lnTo>
                  <a:lnTo>
                    <a:pt x="30" y="264"/>
                  </a:lnTo>
                  <a:lnTo>
                    <a:pt x="41" y="227"/>
                  </a:lnTo>
                  <a:lnTo>
                    <a:pt x="52" y="193"/>
                  </a:lnTo>
                  <a:lnTo>
                    <a:pt x="66" y="160"/>
                  </a:lnTo>
                  <a:lnTo>
                    <a:pt x="82" y="132"/>
                  </a:lnTo>
                  <a:lnTo>
                    <a:pt x="98" y="105"/>
                  </a:lnTo>
                  <a:lnTo>
                    <a:pt x="117" y="81"/>
                  </a:lnTo>
                  <a:lnTo>
                    <a:pt x="137" y="61"/>
                  </a:lnTo>
                  <a:lnTo>
                    <a:pt x="157" y="43"/>
                  </a:lnTo>
                  <a:lnTo>
                    <a:pt x="178" y="30"/>
                  </a:lnTo>
                  <a:lnTo>
                    <a:pt x="200" y="20"/>
                  </a:lnTo>
                  <a:lnTo>
                    <a:pt x="222" y="14"/>
                  </a:lnTo>
                  <a:lnTo>
                    <a:pt x="246" y="11"/>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9862" name="Freeform 68"/>
            <p:cNvSpPr>
              <a:spLocks/>
            </p:cNvSpPr>
            <p:nvPr/>
          </p:nvSpPr>
          <p:spPr bwMode="auto">
            <a:xfrm>
              <a:off x="1552" y="1751"/>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1" y="339"/>
                  </a:lnTo>
                  <a:lnTo>
                    <a:pt x="235" y="299"/>
                  </a:lnTo>
                  <a:lnTo>
                    <a:pt x="226" y="261"/>
                  </a:lnTo>
                  <a:lnTo>
                    <a:pt x="216" y="223"/>
                  </a:lnTo>
                  <a:lnTo>
                    <a:pt x="204" y="189"/>
                  </a:lnTo>
                  <a:lnTo>
                    <a:pt x="190" y="156"/>
                  </a:lnTo>
                  <a:lnTo>
                    <a:pt x="174" y="125"/>
                  </a:lnTo>
                  <a:lnTo>
                    <a:pt x="156" y="98"/>
                  </a:lnTo>
                  <a:lnTo>
                    <a:pt x="137" y="74"/>
                  </a:lnTo>
                  <a:lnTo>
                    <a:pt x="119" y="52"/>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8" y="81"/>
                  </a:lnTo>
                  <a:lnTo>
                    <a:pt x="147" y="105"/>
                  </a:lnTo>
                  <a:lnTo>
                    <a:pt x="164" y="132"/>
                  </a:lnTo>
                  <a:lnTo>
                    <a:pt x="178" y="161"/>
                  </a:lnTo>
                  <a:lnTo>
                    <a:pt x="193" y="193"/>
                  </a:lnTo>
                  <a:lnTo>
                    <a:pt x="204" y="227"/>
                  </a:lnTo>
                  <a:lnTo>
                    <a:pt x="215" y="264"/>
                  </a:lnTo>
                  <a:lnTo>
                    <a:pt x="223" y="301"/>
                  </a:lnTo>
                  <a:lnTo>
                    <a:pt x="229" y="341"/>
                  </a:lnTo>
                  <a:lnTo>
                    <a:pt x="232" y="382"/>
                  </a:lnTo>
                  <a:lnTo>
                    <a:pt x="234"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9863" name="Freeform 69"/>
            <p:cNvSpPr>
              <a:spLocks/>
            </p:cNvSpPr>
            <p:nvPr/>
          </p:nvSpPr>
          <p:spPr bwMode="auto">
            <a:xfrm>
              <a:off x="1552" y="1836"/>
              <a:ext cx="49" cy="85"/>
            </a:xfrm>
            <a:custGeom>
              <a:avLst/>
              <a:gdLst>
                <a:gd name="T0" fmla="*/ 0 w 245"/>
                <a:gd name="T1" fmla="*/ 3 h 425"/>
                <a:gd name="T2" fmla="*/ 0 w 245"/>
                <a:gd name="T3" fmla="*/ 3 h 425"/>
                <a:gd name="T4" fmla="*/ 0 w 245"/>
                <a:gd name="T5" fmla="*/ 3 h 425"/>
                <a:gd name="T6" fmla="*/ 0 w 245"/>
                <a:gd name="T7" fmla="*/ 3 h 425"/>
                <a:gd name="T8" fmla="*/ 1 w 245"/>
                <a:gd name="T9" fmla="*/ 3 h 425"/>
                <a:gd name="T10" fmla="*/ 1 w 245"/>
                <a:gd name="T11" fmla="*/ 3 h 425"/>
                <a:gd name="T12" fmla="*/ 1 w 245"/>
                <a:gd name="T13" fmla="*/ 3 h 425"/>
                <a:gd name="T14" fmla="*/ 1 w 245"/>
                <a:gd name="T15" fmla="*/ 3 h 425"/>
                <a:gd name="T16" fmla="*/ 1 w 245"/>
                <a:gd name="T17" fmla="*/ 3 h 425"/>
                <a:gd name="T18" fmla="*/ 1 w 245"/>
                <a:gd name="T19" fmla="*/ 2 h 425"/>
                <a:gd name="T20" fmla="*/ 2 w 245"/>
                <a:gd name="T21" fmla="*/ 2 h 425"/>
                <a:gd name="T22" fmla="*/ 2 w 245"/>
                <a:gd name="T23" fmla="*/ 2 h 425"/>
                <a:gd name="T24" fmla="*/ 2 w 245"/>
                <a:gd name="T25" fmla="*/ 2 h 425"/>
                <a:gd name="T26" fmla="*/ 2 w 245"/>
                <a:gd name="T27" fmla="*/ 1 h 425"/>
                <a:gd name="T28" fmla="*/ 2 w 245"/>
                <a:gd name="T29" fmla="*/ 1 h 425"/>
                <a:gd name="T30" fmla="*/ 2 w 245"/>
                <a:gd name="T31" fmla="*/ 1 h 425"/>
                <a:gd name="T32" fmla="*/ 2 w 245"/>
                <a:gd name="T33" fmla="*/ 0 h 425"/>
                <a:gd name="T34" fmla="*/ 2 w 245"/>
                <a:gd name="T35" fmla="*/ 0 h 425"/>
                <a:gd name="T36" fmla="*/ 2 w 245"/>
                <a:gd name="T37" fmla="*/ 0 h 425"/>
                <a:gd name="T38" fmla="*/ 2 w 245"/>
                <a:gd name="T39" fmla="*/ 0 h 425"/>
                <a:gd name="T40" fmla="*/ 2 w 245"/>
                <a:gd name="T41" fmla="*/ 1 h 425"/>
                <a:gd name="T42" fmla="*/ 2 w 245"/>
                <a:gd name="T43" fmla="*/ 1 h 425"/>
                <a:gd name="T44" fmla="*/ 2 w 245"/>
                <a:gd name="T45" fmla="*/ 1 h 425"/>
                <a:gd name="T46" fmla="*/ 2 w 245"/>
                <a:gd name="T47" fmla="*/ 2 h 425"/>
                <a:gd name="T48" fmla="*/ 2 w 245"/>
                <a:gd name="T49" fmla="*/ 2 h 425"/>
                <a:gd name="T50" fmla="*/ 1 w 245"/>
                <a:gd name="T51" fmla="*/ 2 h 425"/>
                <a:gd name="T52" fmla="*/ 1 w 245"/>
                <a:gd name="T53" fmla="*/ 2 h 425"/>
                <a:gd name="T54" fmla="*/ 1 w 245"/>
                <a:gd name="T55" fmla="*/ 3 h 425"/>
                <a:gd name="T56" fmla="*/ 1 w 245"/>
                <a:gd name="T57" fmla="*/ 3 h 425"/>
                <a:gd name="T58" fmla="*/ 1 w 245"/>
                <a:gd name="T59" fmla="*/ 3 h 425"/>
                <a:gd name="T60" fmla="*/ 1 w 245"/>
                <a:gd name="T61" fmla="*/ 3 h 425"/>
                <a:gd name="T62" fmla="*/ 1 w 245"/>
                <a:gd name="T63" fmla="*/ 3 h 425"/>
                <a:gd name="T64" fmla="*/ 0 w 245"/>
                <a:gd name="T65" fmla="*/ 3 h 425"/>
                <a:gd name="T66" fmla="*/ 0 w 245"/>
                <a:gd name="T67" fmla="*/ 3 h 425"/>
                <a:gd name="T68" fmla="*/ 0 w 245"/>
                <a:gd name="T69" fmla="*/ 3 h 425"/>
                <a:gd name="T70" fmla="*/ 0 w 245"/>
                <a:gd name="T71" fmla="*/ 3 h 425"/>
                <a:gd name="T72" fmla="*/ 0 w 245"/>
                <a:gd name="T73" fmla="*/ 3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5"/>
                <a:gd name="T113" fmla="*/ 245 w 245"/>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5">
                  <a:moveTo>
                    <a:pt x="0" y="425"/>
                  </a:moveTo>
                  <a:lnTo>
                    <a:pt x="0" y="425"/>
                  </a:lnTo>
                  <a:lnTo>
                    <a:pt x="26" y="422"/>
                  </a:lnTo>
                  <a:lnTo>
                    <a:pt x="51" y="417"/>
                  </a:lnTo>
                  <a:lnTo>
                    <a:pt x="74" y="406"/>
                  </a:lnTo>
                  <a:lnTo>
                    <a:pt x="96" y="391"/>
                  </a:lnTo>
                  <a:lnTo>
                    <a:pt x="119" y="373"/>
                  </a:lnTo>
                  <a:lnTo>
                    <a:pt x="137" y="351"/>
                  </a:lnTo>
                  <a:lnTo>
                    <a:pt x="156" y="326"/>
                  </a:lnTo>
                  <a:lnTo>
                    <a:pt x="174" y="299"/>
                  </a:lnTo>
                  <a:lnTo>
                    <a:pt x="190" y="269"/>
                  </a:lnTo>
                  <a:lnTo>
                    <a:pt x="204" y="236"/>
                  </a:lnTo>
                  <a:lnTo>
                    <a:pt x="216" y="202"/>
                  </a:lnTo>
                  <a:lnTo>
                    <a:pt x="226" y="163"/>
                  </a:lnTo>
                  <a:lnTo>
                    <a:pt x="235" y="126"/>
                  </a:lnTo>
                  <a:lnTo>
                    <a:pt x="241" y="86"/>
                  </a:lnTo>
                  <a:lnTo>
                    <a:pt x="244" y="43"/>
                  </a:lnTo>
                  <a:lnTo>
                    <a:pt x="245" y="0"/>
                  </a:lnTo>
                  <a:lnTo>
                    <a:pt x="234" y="0"/>
                  </a:lnTo>
                  <a:lnTo>
                    <a:pt x="232" y="43"/>
                  </a:lnTo>
                  <a:lnTo>
                    <a:pt x="229" y="84"/>
                  </a:lnTo>
                  <a:lnTo>
                    <a:pt x="223" y="123"/>
                  </a:lnTo>
                  <a:lnTo>
                    <a:pt x="215" y="161"/>
                  </a:lnTo>
                  <a:lnTo>
                    <a:pt x="204" y="197"/>
                  </a:lnTo>
                  <a:lnTo>
                    <a:pt x="193" y="231"/>
                  </a:lnTo>
                  <a:lnTo>
                    <a:pt x="178" y="264"/>
                  </a:lnTo>
                  <a:lnTo>
                    <a:pt x="164" y="292"/>
                  </a:lnTo>
                  <a:lnTo>
                    <a:pt x="147" y="319"/>
                  </a:lnTo>
                  <a:lnTo>
                    <a:pt x="128" y="344"/>
                  </a:lnTo>
                  <a:lnTo>
                    <a:pt x="109" y="364"/>
                  </a:lnTo>
                  <a:lnTo>
                    <a:pt x="89" y="381"/>
                  </a:lnTo>
                  <a:lnTo>
                    <a:pt x="67" y="394"/>
                  </a:lnTo>
                  <a:lnTo>
                    <a:pt x="46" y="405"/>
                  </a:lnTo>
                  <a:lnTo>
                    <a:pt x="24" y="411"/>
                  </a:lnTo>
                  <a:lnTo>
                    <a:pt x="0" y="413"/>
                  </a:lnTo>
                  <a:lnTo>
                    <a:pt x="0" y="425"/>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9864" name="Freeform 70"/>
            <p:cNvSpPr>
              <a:spLocks/>
            </p:cNvSpPr>
            <p:nvPr/>
          </p:nvSpPr>
          <p:spPr bwMode="auto">
            <a:xfrm>
              <a:off x="1502" y="1836"/>
              <a:ext cx="50" cy="85"/>
            </a:xfrm>
            <a:custGeom>
              <a:avLst/>
              <a:gdLst>
                <a:gd name="T0" fmla="*/ 0 w 246"/>
                <a:gd name="T1" fmla="*/ 0 h 425"/>
                <a:gd name="T2" fmla="*/ 0 w 246"/>
                <a:gd name="T3" fmla="*/ 0 h 425"/>
                <a:gd name="T4" fmla="*/ 0 w 246"/>
                <a:gd name="T5" fmla="*/ 0 h 425"/>
                <a:gd name="T6" fmla="*/ 0 w 246"/>
                <a:gd name="T7" fmla="*/ 1 h 425"/>
                <a:gd name="T8" fmla="*/ 0 w 246"/>
                <a:gd name="T9" fmla="*/ 1 h 425"/>
                <a:gd name="T10" fmla="*/ 0 w 246"/>
                <a:gd name="T11" fmla="*/ 1 h 425"/>
                <a:gd name="T12" fmla="*/ 0 w 246"/>
                <a:gd name="T13" fmla="*/ 2 h 425"/>
                <a:gd name="T14" fmla="*/ 0 w 246"/>
                <a:gd name="T15" fmla="*/ 2 h 425"/>
                <a:gd name="T16" fmla="*/ 0 w 246"/>
                <a:gd name="T17" fmla="*/ 2 h 425"/>
                <a:gd name="T18" fmla="*/ 1 w 246"/>
                <a:gd name="T19" fmla="*/ 2 h 425"/>
                <a:gd name="T20" fmla="*/ 1 w 246"/>
                <a:gd name="T21" fmla="*/ 3 h 425"/>
                <a:gd name="T22" fmla="*/ 1 w 246"/>
                <a:gd name="T23" fmla="*/ 3 h 425"/>
                <a:gd name="T24" fmla="*/ 1 w 246"/>
                <a:gd name="T25" fmla="*/ 3 h 425"/>
                <a:gd name="T26" fmla="*/ 1 w 246"/>
                <a:gd name="T27" fmla="*/ 3 h 425"/>
                <a:gd name="T28" fmla="*/ 1 w 246"/>
                <a:gd name="T29" fmla="*/ 3 h 425"/>
                <a:gd name="T30" fmla="*/ 2 w 246"/>
                <a:gd name="T31" fmla="*/ 3 h 425"/>
                <a:gd name="T32" fmla="*/ 2 w 246"/>
                <a:gd name="T33" fmla="*/ 3 h 425"/>
                <a:gd name="T34" fmla="*/ 2 w 246"/>
                <a:gd name="T35" fmla="*/ 3 h 425"/>
                <a:gd name="T36" fmla="*/ 2 w 246"/>
                <a:gd name="T37" fmla="*/ 3 h 425"/>
                <a:gd name="T38" fmla="*/ 2 w 246"/>
                <a:gd name="T39" fmla="*/ 3 h 425"/>
                <a:gd name="T40" fmla="*/ 2 w 246"/>
                <a:gd name="T41" fmla="*/ 3 h 425"/>
                <a:gd name="T42" fmla="*/ 1 w 246"/>
                <a:gd name="T43" fmla="*/ 3 h 425"/>
                <a:gd name="T44" fmla="*/ 1 w 246"/>
                <a:gd name="T45" fmla="*/ 3 h 425"/>
                <a:gd name="T46" fmla="*/ 1 w 246"/>
                <a:gd name="T47" fmla="*/ 3 h 425"/>
                <a:gd name="T48" fmla="*/ 1 w 246"/>
                <a:gd name="T49" fmla="*/ 3 h 425"/>
                <a:gd name="T50" fmla="*/ 1 w 246"/>
                <a:gd name="T51" fmla="*/ 3 h 425"/>
                <a:gd name="T52" fmla="*/ 1 w 246"/>
                <a:gd name="T53" fmla="*/ 2 h 425"/>
                <a:gd name="T54" fmla="*/ 1 w 246"/>
                <a:gd name="T55" fmla="*/ 2 h 425"/>
                <a:gd name="T56" fmla="*/ 0 w 246"/>
                <a:gd name="T57" fmla="*/ 2 h 425"/>
                <a:gd name="T58" fmla="*/ 0 w 246"/>
                <a:gd name="T59" fmla="*/ 2 h 425"/>
                <a:gd name="T60" fmla="*/ 0 w 246"/>
                <a:gd name="T61" fmla="*/ 1 h 425"/>
                <a:gd name="T62" fmla="*/ 0 w 246"/>
                <a:gd name="T63" fmla="*/ 1 h 425"/>
                <a:gd name="T64" fmla="*/ 0 w 246"/>
                <a:gd name="T65" fmla="*/ 1 h 425"/>
                <a:gd name="T66" fmla="*/ 0 w 246"/>
                <a:gd name="T67" fmla="*/ 0 h 425"/>
                <a:gd name="T68" fmla="*/ 0 w 246"/>
                <a:gd name="T69" fmla="*/ 0 h 425"/>
                <a:gd name="T70" fmla="*/ 0 w 246"/>
                <a:gd name="T71" fmla="*/ 0 h 425"/>
                <a:gd name="T72" fmla="*/ 0 w 246"/>
                <a:gd name="T73" fmla="*/ 0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5"/>
                <a:gd name="T113" fmla="*/ 246 w 246"/>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5">
                  <a:moveTo>
                    <a:pt x="0" y="0"/>
                  </a:moveTo>
                  <a:lnTo>
                    <a:pt x="0" y="0"/>
                  </a:lnTo>
                  <a:lnTo>
                    <a:pt x="2" y="43"/>
                  </a:lnTo>
                  <a:lnTo>
                    <a:pt x="5" y="86"/>
                  </a:lnTo>
                  <a:lnTo>
                    <a:pt x="11" y="126"/>
                  </a:lnTo>
                  <a:lnTo>
                    <a:pt x="19" y="163"/>
                  </a:lnTo>
                  <a:lnTo>
                    <a:pt x="30" y="202"/>
                  </a:lnTo>
                  <a:lnTo>
                    <a:pt x="41" y="236"/>
                  </a:lnTo>
                  <a:lnTo>
                    <a:pt x="55" y="269"/>
                  </a:lnTo>
                  <a:lnTo>
                    <a:pt x="73" y="299"/>
                  </a:lnTo>
                  <a:lnTo>
                    <a:pt x="89" y="326"/>
                  </a:lnTo>
                  <a:lnTo>
                    <a:pt x="108" y="351"/>
                  </a:lnTo>
                  <a:lnTo>
                    <a:pt x="128" y="373"/>
                  </a:lnTo>
                  <a:lnTo>
                    <a:pt x="150" y="391"/>
                  </a:lnTo>
                  <a:lnTo>
                    <a:pt x="171" y="406"/>
                  </a:lnTo>
                  <a:lnTo>
                    <a:pt x="196" y="417"/>
                  </a:lnTo>
                  <a:lnTo>
                    <a:pt x="221" y="422"/>
                  </a:lnTo>
                  <a:lnTo>
                    <a:pt x="246" y="425"/>
                  </a:lnTo>
                  <a:lnTo>
                    <a:pt x="246" y="413"/>
                  </a:lnTo>
                  <a:lnTo>
                    <a:pt x="223" y="411"/>
                  </a:lnTo>
                  <a:lnTo>
                    <a:pt x="201" y="405"/>
                  </a:lnTo>
                  <a:lnTo>
                    <a:pt x="178" y="394"/>
                  </a:lnTo>
                  <a:lnTo>
                    <a:pt x="157" y="381"/>
                  </a:lnTo>
                  <a:lnTo>
                    <a:pt x="137" y="364"/>
                  </a:lnTo>
                  <a:lnTo>
                    <a:pt x="117" y="344"/>
                  </a:lnTo>
                  <a:lnTo>
                    <a:pt x="99" y="319"/>
                  </a:lnTo>
                  <a:lnTo>
                    <a:pt x="82" y="292"/>
                  </a:lnTo>
                  <a:lnTo>
                    <a:pt x="67" y="264"/>
                  </a:lnTo>
                  <a:lnTo>
                    <a:pt x="53" y="231"/>
                  </a:lnTo>
                  <a:lnTo>
                    <a:pt x="41" y="197"/>
                  </a:lnTo>
                  <a:lnTo>
                    <a:pt x="31" y="161"/>
                  </a:lnTo>
                  <a:lnTo>
                    <a:pt x="23" y="123"/>
                  </a:lnTo>
                  <a:lnTo>
                    <a:pt x="17" y="84"/>
                  </a:lnTo>
                  <a:lnTo>
                    <a:pt x="13" y="4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9865" name="Freeform 71"/>
            <p:cNvSpPr>
              <a:spLocks/>
            </p:cNvSpPr>
            <p:nvPr/>
          </p:nvSpPr>
          <p:spPr bwMode="auto">
            <a:xfrm>
              <a:off x="1502" y="1751"/>
              <a:ext cx="50" cy="85"/>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2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1" y="2"/>
                  </a:lnTo>
                  <a:lnTo>
                    <a:pt x="196" y="8"/>
                  </a:lnTo>
                  <a:lnTo>
                    <a:pt x="171" y="19"/>
                  </a:lnTo>
                  <a:lnTo>
                    <a:pt x="150" y="34"/>
                  </a:lnTo>
                  <a:lnTo>
                    <a:pt x="128" y="52"/>
                  </a:lnTo>
                  <a:lnTo>
                    <a:pt x="108" y="74"/>
                  </a:lnTo>
                  <a:lnTo>
                    <a:pt x="89" y="98"/>
                  </a:lnTo>
                  <a:lnTo>
                    <a:pt x="73" y="125"/>
                  </a:lnTo>
                  <a:lnTo>
                    <a:pt x="55" y="156"/>
                  </a:lnTo>
                  <a:lnTo>
                    <a:pt x="41" y="189"/>
                  </a:lnTo>
                  <a:lnTo>
                    <a:pt x="30" y="223"/>
                  </a:lnTo>
                  <a:lnTo>
                    <a:pt x="19" y="261"/>
                  </a:lnTo>
                  <a:lnTo>
                    <a:pt x="11" y="299"/>
                  </a:lnTo>
                  <a:lnTo>
                    <a:pt x="5" y="339"/>
                  </a:lnTo>
                  <a:lnTo>
                    <a:pt x="2" y="382"/>
                  </a:lnTo>
                  <a:lnTo>
                    <a:pt x="0" y="424"/>
                  </a:lnTo>
                  <a:lnTo>
                    <a:pt x="12" y="424"/>
                  </a:lnTo>
                  <a:lnTo>
                    <a:pt x="13" y="382"/>
                  </a:lnTo>
                  <a:lnTo>
                    <a:pt x="17" y="341"/>
                  </a:lnTo>
                  <a:lnTo>
                    <a:pt x="23" y="301"/>
                  </a:lnTo>
                  <a:lnTo>
                    <a:pt x="31" y="264"/>
                  </a:lnTo>
                  <a:lnTo>
                    <a:pt x="41" y="227"/>
                  </a:lnTo>
                  <a:lnTo>
                    <a:pt x="53" y="193"/>
                  </a:lnTo>
                  <a:lnTo>
                    <a:pt x="67" y="161"/>
                  </a:lnTo>
                  <a:lnTo>
                    <a:pt x="82" y="132"/>
                  </a:lnTo>
                  <a:lnTo>
                    <a:pt x="99" y="105"/>
                  </a:lnTo>
                  <a:lnTo>
                    <a:pt x="117" y="81"/>
                  </a:lnTo>
                  <a:lnTo>
                    <a:pt x="137" y="61"/>
                  </a:lnTo>
                  <a:lnTo>
                    <a:pt x="157" y="43"/>
                  </a:lnTo>
                  <a:lnTo>
                    <a:pt x="178" y="30"/>
                  </a:lnTo>
                  <a:lnTo>
                    <a:pt x="201" y="20"/>
                  </a:lnTo>
                  <a:lnTo>
                    <a:pt x="223" y="14"/>
                  </a:lnTo>
                  <a:lnTo>
                    <a:pt x="246" y="12"/>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9866" name="Freeform 72"/>
            <p:cNvSpPr>
              <a:spLocks/>
            </p:cNvSpPr>
            <p:nvPr/>
          </p:nvSpPr>
          <p:spPr bwMode="auto">
            <a:xfrm>
              <a:off x="1565" y="2016"/>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0" y="339"/>
                  </a:lnTo>
                  <a:lnTo>
                    <a:pt x="234" y="299"/>
                  </a:lnTo>
                  <a:lnTo>
                    <a:pt x="226" y="261"/>
                  </a:lnTo>
                  <a:lnTo>
                    <a:pt x="216" y="223"/>
                  </a:lnTo>
                  <a:lnTo>
                    <a:pt x="204" y="189"/>
                  </a:lnTo>
                  <a:lnTo>
                    <a:pt x="190" y="156"/>
                  </a:lnTo>
                  <a:lnTo>
                    <a:pt x="174" y="125"/>
                  </a:lnTo>
                  <a:lnTo>
                    <a:pt x="156" y="98"/>
                  </a:lnTo>
                  <a:lnTo>
                    <a:pt x="138" y="74"/>
                  </a:lnTo>
                  <a:lnTo>
                    <a:pt x="118" y="51"/>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9" y="81"/>
                  </a:lnTo>
                  <a:lnTo>
                    <a:pt x="147" y="105"/>
                  </a:lnTo>
                  <a:lnTo>
                    <a:pt x="164" y="132"/>
                  </a:lnTo>
                  <a:lnTo>
                    <a:pt x="178" y="160"/>
                  </a:lnTo>
                  <a:lnTo>
                    <a:pt x="192" y="193"/>
                  </a:lnTo>
                  <a:lnTo>
                    <a:pt x="204" y="227"/>
                  </a:lnTo>
                  <a:lnTo>
                    <a:pt x="215" y="264"/>
                  </a:lnTo>
                  <a:lnTo>
                    <a:pt x="223" y="301"/>
                  </a:lnTo>
                  <a:lnTo>
                    <a:pt x="229"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9867" name="Freeform 73"/>
            <p:cNvSpPr>
              <a:spLocks/>
            </p:cNvSpPr>
            <p:nvPr/>
          </p:nvSpPr>
          <p:spPr bwMode="auto">
            <a:xfrm>
              <a:off x="1565" y="2101"/>
              <a:ext cx="49" cy="85"/>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6" y="423"/>
                  </a:lnTo>
                  <a:lnTo>
                    <a:pt x="51" y="418"/>
                  </a:lnTo>
                  <a:lnTo>
                    <a:pt x="74" y="407"/>
                  </a:lnTo>
                  <a:lnTo>
                    <a:pt x="96" y="392"/>
                  </a:lnTo>
                  <a:lnTo>
                    <a:pt x="118" y="373"/>
                  </a:lnTo>
                  <a:lnTo>
                    <a:pt x="138" y="351"/>
                  </a:lnTo>
                  <a:lnTo>
                    <a:pt x="156" y="327"/>
                  </a:lnTo>
                  <a:lnTo>
                    <a:pt x="175" y="299"/>
                  </a:lnTo>
                  <a:lnTo>
                    <a:pt x="190" y="269"/>
                  </a:lnTo>
                  <a:lnTo>
                    <a:pt x="204" y="236"/>
                  </a:lnTo>
                  <a:lnTo>
                    <a:pt x="216" y="202"/>
                  </a:lnTo>
                  <a:lnTo>
                    <a:pt x="226" y="164"/>
                  </a:lnTo>
                  <a:lnTo>
                    <a:pt x="234" y="126"/>
                  </a:lnTo>
                  <a:lnTo>
                    <a:pt x="240" y="86"/>
                  </a:lnTo>
                  <a:lnTo>
                    <a:pt x="244" y="42"/>
                  </a:lnTo>
                  <a:lnTo>
                    <a:pt x="245" y="0"/>
                  </a:lnTo>
                  <a:lnTo>
                    <a:pt x="233" y="0"/>
                  </a:lnTo>
                  <a:lnTo>
                    <a:pt x="232" y="42"/>
                  </a:lnTo>
                  <a:lnTo>
                    <a:pt x="229" y="83"/>
                  </a:lnTo>
                  <a:lnTo>
                    <a:pt x="223" y="123"/>
                  </a:lnTo>
                  <a:lnTo>
                    <a:pt x="215" y="162"/>
                  </a:lnTo>
                  <a:lnTo>
                    <a:pt x="204" y="197"/>
                  </a:lnTo>
                  <a:lnTo>
                    <a:pt x="192" y="231"/>
                  </a:lnTo>
                  <a:lnTo>
                    <a:pt x="178" y="264"/>
                  </a:lnTo>
                  <a:lnTo>
                    <a:pt x="163" y="292"/>
                  </a:lnTo>
                  <a:lnTo>
                    <a:pt x="147" y="320"/>
                  </a:lnTo>
                  <a:lnTo>
                    <a:pt x="129" y="344"/>
                  </a:lnTo>
                  <a:lnTo>
                    <a:pt x="109" y="364"/>
                  </a:lnTo>
                  <a:lnTo>
                    <a:pt x="89" y="382"/>
                  </a:lnTo>
                  <a:lnTo>
                    <a:pt x="67" y="395"/>
                  </a:lnTo>
                  <a:lnTo>
                    <a:pt x="46" y="406"/>
                  </a:lnTo>
                  <a:lnTo>
                    <a:pt x="24"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9868" name="Freeform 74"/>
            <p:cNvSpPr>
              <a:spLocks/>
            </p:cNvSpPr>
            <p:nvPr/>
          </p:nvSpPr>
          <p:spPr bwMode="auto">
            <a:xfrm>
              <a:off x="1516" y="2101"/>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5" y="86"/>
                  </a:lnTo>
                  <a:lnTo>
                    <a:pt x="11" y="126"/>
                  </a:lnTo>
                  <a:lnTo>
                    <a:pt x="19" y="164"/>
                  </a:lnTo>
                  <a:lnTo>
                    <a:pt x="30" y="202"/>
                  </a:lnTo>
                  <a:lnTo>
                    <a:pt x="41" y="236"/>
                  </a:lnTo>
                  <a:lnTo>
                    <a:pt x="55" y="269"/>
                  </a:lnTo>
                  <a:lnTo>
                    <a:pt x="71" y="299"/>
                  </a:lnTo>
                  <a:lnTo>
                    <a:pt x="89" y="327"/>
                  </a:lnTo>
                  <a:lnTo>
                    <a:pt x="107" y="351"/>
                  </a:lnTo>
                  <a:lnTo>
                    <a:pt x="127" y="373"/>
                  </a:lnTo>
                  <a:lnTo>
                    <a:pt x="149" y="392"/>
                  </a:lnTo>
                  <a:lnTo>
                    <a:pt x="171" y="407"/>
                  </a:lnTo>
                  <a:lnTo>
                    <a:pt x="195" y="418"/>
                  </a:lnTo>
                  <a:lnTo>
                    <a:pt x="219" y="423"/>
                  </a:lnTo>
                  <a:lnTo>
                    <a:pt x="245" y="426"/>
                  </a:lnTo>
                  <a:lnTo>
                    <a:pt x="245" y="414"/>
                  </a:lnTo>
                  <a:lnTo>
                    <a:pt x="222" y="412"/>
                  </a:lnTo>
                  <a:lnTo>
                    <a:pt x="199" y="406"/>
                  </a:lnTo>
                  <a:lnTo>
                    <a:pt x="178" y="395"/>
                  </a:lnTo>
                  <a:lnTo>
                    <a:pt x="156" y="382"/>
                  </a:lnTo>
                  <a:lnTo>
                    <a:pt x="136" y="364"/>
                  </a:lnTo>
                  <a:lnTo>
                    <a:pt x="116" y="344"/>
                  </a:lnTo>
                  <a:lnTo>
                    <a:pt x="99" y="320"/>
                  </a:lnTo>
                  <a:lnTo>
                    <a:pt x="82" y="292"/>
                  </a:lnTo>
                  <a:lnTo>
                    <a:pt x="67" y="264"/>
                  </a:lnTo>
                  <a:lnTo>
                    <a:pt x="53" y="231"/>
                  </a:lnTo>
                  <a:lnTo>
                    <a:pt x="41" y="197"/>
                  </a:lnTo>
                  <a:lnTo>
                    <a:pt x="31" y="162"/>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19869" name="Freeform 75"/>
            <p:cNvSpPr>
              <a:spLocks/>
            </p:cNvSpPr>
            <p:nvPr/>
          </p:nvSpPr>
          <p:spPr bwMode="auto">
            <a:xfrm>
              <a:off x="1516" y="2016"/>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5" y="8"/>
                  </a:lnTo>
                  <a:lnTo>
                    <a:pt x="171" y="19"/>
                  </a:lnTo>
                  <a:lnTo>
                    <a:pt x="149" y="34"/>
                  </a:lnTo>
                  <a:lnTo>
                    <a:pt x="127" y="51"/>
                  </a:lnTo>
                  <a:lnTo>
                    <a:pt x="107" y="74"/>
                  </a:lnTo>
                  <a:lnTo>
                    <a:pt x="89" y="98"/>
                  </a:lnTo>
                  <a:lnTo>
                    <a:pt x="72" y="125"/>
                  </a:lnTo>
                  <a:lnTo>
                    <a:pt x="55" y="156"/>
                  </a:lnTo>
                  <a:lnTo>
                    <a:pt x="41" y="189"/>
                  </a:lnTo>
                  <a:lnTo>
                    <a:pt x="30" y="223"/>
                  </a:lnTo>
                  <a:lnTo>
                    <a:pt x="19" y="261"/>
                  </a:lnTo>
                  <a:lnTo>
                    <a:pt x="11" y="299"/>
                  </a:lnTo>
                  <a:lnTo>
                    <a:pt x="5" y="339"/>
                  </a:lnTo>
                  <a:lnTo>
                    <a:pt x="1" y="382"/>
                  </a:lnTo>
                  <a:lnTo>
                    <a:pt x="0" y="424"/>
                  </a:lnTo>
                  <a:lnTo>
                    <a:pt x="12" y="424"/>
                  </a:lnTo>
                  <a:lnTo>
                    <a:pt x="13" y="382"/>
                  </a:lnTo>
                  <a:lnTo>
                    <a:pt x="17" y="341"/>
                  </a:lnTo>
                  <a:lnTo>
                    <a:pt x="23" y="301"/>
                  </a:lnTo>
                  <a:lnTo>
                    <a:pt x="31" y="264"/>
                  </a:lnTo>
                  <a:lnTo>
                    <a:pt x="41" y="227"/>
                  </a:lnTo>
                  <a:lnTo>
                    <a:pt x="53" y="193"/>
                  </a:lnTo>
                  <a:lnTo>
                    <a:pt x="67" y="160"/>
                  </a:lnTo>
                  <a:lnTo>
                    <a:pt x="81" y="132"/>
                  </a:lnTo>
                  <a:lnTo>
                    <a:pt x="99" y="105"/>
                  </a:lnTo>
                  <a:lnTo>
                    <a:pt x="116" y="81"/>
                  </a:lnTo>
                  <a:lnTo>
                    <a:pt x="136" y="61"/>
                  </a:lnTo>
                  <a:lnTo>
                    <a:pt x="156" y="43"/>
                  </a:lnTo>
                  <a:lnTo>
                    <a:pt x="178" y="30"/>
                  </a:lnTo>
                  <a:lnTo>
                    <a:pt x="199" y="20"/>
                  </a:lnTo>
                  <a:lnTo>
                    <a:pt x="222"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sp>
        <p:nvSpPr>
          <p:cNvPr id="119816" name="Rectangle 77"/>
          <p:cNvSpPr>
            <a:spLocks noChangeArrowheads="1"/>
          </p:cNvSpPr>
          <p:nvPr/>
        </p:nvSpPr>
        <p:spPr bwMode="auto">
          <a:xfrm>
            <a:off x="611188" y="0"/>
            <a:ext cx="6388100" cy="6477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3000"/>
              <a:t>Sem. 2 - Mercredi</a:t>
            </a:r>
          </a:p>
        </p:txBody>
      </p:sp>
      <p:sp>
        <p:nvSpPr>
          <p:cNvPr id="119817" name="Text Box 78"/>
          <p:cNvSpPr txBox="1">
            <a:spLocks noChangeArrowheads="1"/>
          </p:cNvSpPr>
          <p:nvPr/>
        </p:nvSpPr>
        <p:spPr bwMode="auto">
          <a:xfrm>
            <a:off x="566738" y="2697163"/>
            <a:ext cx="3217862"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2. Pas de commandes</a:t>
            </a:r>
          </a:p>
        </p:txBody>
      </p:sp>
      <p:sp>
        <p:nvSpPr>
          <p:cNvPr id="119818" name="Text Box 79"/>
          <p:cNvSpPr txBox="1">
            <a:spLocks noChangeArrowheads="1"/>
          </p:cNvSpPr>
          <p:nvPr/>
        </p:nvSpPr>
        <p:spPr bwMode="auto">
          <a:xfrm>
            <a:off x="566738" y="5211763"/>
            <a:ext cx="6543675" cy="4429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eaLnBrk="1" hangingPunct="1">
              <a:spcBef>
                <a:spcPct val="0"/>
              </a:spcBef>
              <a:buFontTx/>
              <a:buNone/>
            </a:pPr>
            <a:r>
              <a:rPr lang="fr-FR" altLang="fr-FR" sz="2300"/>
              <a:t>4. Pointez la production sur votre feuille de suivi</a:t>
            </a:r>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20834" name="Group 2"/>
          <p:cNvGrpSpPr>
            <a:grpSpLocks/>
          </p:cNvGrpSpPr>
          <p:nvPr/>
        </p:nvGrpSpPr>
        <p:grpSpPr bwMode="auto">
          <a:xfrm>
            <a:off x="7073900" y="215900"/>
            <a:ext cx="1878013" cy="1250950"/>
            <a:chOff x="4456" y="136"/>
            <a:chExt cx="1183" cy="788"/>
          </a:xfrm>
        </p:grpSpPr>
        <p:grpSp>
          <p:nvGrpSpPr>
            <p:cNvPr id="120894" name="Group 3"/>
            <p:cNvGrpSpPr>
              <a:grpSpLocks/>
            </p:cNvGrpSpPr>
            <p:nvPr/>
          </p:nvGrpSpPr>
          <p:grpSpPr bwMode="auto">
            <a:xfrm>
              <a:off x="4766" y="232"/>
              <a:ext cx="873" cy="692"/>
              <a:chOff x="2185" y="310"/>
              <a:chExt cx="873" cy="692"/>
            </a:xfrm>
          </p:grpSpPr>
          <p:sp>
            <p:nvSpPr>
              <p:cNvPr id="120905" name="Freeform 4"/>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accent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0906" name="Freeform 5"/>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0907" name="Freeform 6"/>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0908" name="Freeform 7"/>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0909" name="Freeform 8"/>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0910" name="Freeform 9"/>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0911" name="Freeform 10"/>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grpSp>
          <p:nvGrpSpPr>
            <p:cNvPr id="120895" name="Group 11"/>
            <p:cNvGrpSpPr>
              <a:grpSpLocks/>
            </p:cNvGrpSpPr>
            <p:nvPr/>
          </p:nvGrpSpPr>
          <p:grpSpPr bwMode="auto">
            <a:xfrm>
              <a:off x="4949" y="336"/>
              <a:ext cx="591" cy="468"/>
              <a:chOff x="2185" y="310"/>
              <a:chExt cx="873" cy="692"/>
            </a:xfrm>
          </p:grpSpPr>
          <p:sp>
            <p:nvSpPr>
              <p:cNvPr id="120898" name="Freeform 12"/>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0899" name="Freeform 13"/>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0900" name="Freeform 14"/>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0901" name="Freeform 15"/>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0902" name="Freeform 16"/>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0903" name="Freeform 17"/>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0904" name="Freeform 18"/>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pic>
          <p:nvPicPr>
            <p:cNvPr id="120896" name="Picture 19"/>
            <p:cNvPicPr>
              <a:picLocks noChangeAspect="1" noChangeArrowheads="1"/>
            </p:cNvPicPr>
            <p:nvPr/>
          </p:nvPicPr>
          <p:blipFill>
            <a:blip r:embed="rId3" cstate="print">
              <a:extLst>
                <a:ext uri="{28A0092B-C50C-407E-A947-70E740481C1C}">
                  <a14:useLocalDpi xmlns:a14="http://schemas.microsoft.com/office/drawing/2010/main" val="0"/>
                </a:ext>
              </a:extLst>
            </a:blip>
            <a:srcRect l="-4282" t="-4369" r="-5199" b="-12012"/>
            <a:stretch>
              <a:fillRect/>
            </a:stretch>
          </p:blipFill>
          <p:spPr bwMode="auto">
            <a:xfrm>
              <a:off x="4456" y="136"/>
              <a:ext cx="480" cy="5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20897" name="Text Box 20"/>
            <p:cNvSpPr txBox="1">
              <a:spLocks noChangeArrowheads="1"/>
            </p:cNvSpPr>
            <p:nvPr/>
          </p:nvSpPr>
          <p:spPr bwMode="auto">
            <a:xfrm>
              <a:off x="4946" y="314"/>
              <a:ext cx="596" cy="49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4500" b="1">
                  <a:solidFill>
                    <a:srgbClr val="FF0000"/>
                  </a:solidFill>
                  <a:latin typeface="Arial Black" pitchFamily="34" charset="0"/>
                </a:rPr>
                <a:t>19</a:t>
              </a:r>
              <a:endParaRPr lang="fr-FR" altLang="fr-FR" sz="3200">
                <a:solidFill>
                  <a:schemeClr val="tx1"/>
                </a:solidFill>
                <a:latin typeface="Arial Black" pitchFamily="34" charset="0"/>
              </a:endParaRPr>
            </a:p>
          </p:txBody>
        </p:sp>
      </p:grpSp>
      <p:sp>
        <p:nvSpPr>
          <p:cNvPr id="120836" name="Text Box 22"/>
          <p:cNvSpPr txBox="1">
            <a:spLocks noChangeArrowheads="1"/>
          </p:cNvSpPr>
          <p:nvPr/>
        </p:nvSpPr>
        <p:spPr bwMode="auto">
          <a:xfrm>
            <a:off x="566738" y="1363663"/>
            <a:ext cx="1946275"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1. Tirez le dé</a:t>
            </a:r>
          </a:p>
        </p:txBody>
      </p:sp>
      <p:sp>
        <p:nvSpPr>
          <p:cNvPr id="120837" name="Text Box 23"/>
          <p:cNvSpPr txBox="1">
            <a:spLocks noChangeArrowheads="1"/>
          </p:cNvSpPr>
          <p:nvPr/>
        </p:nvSpPr>
        <p:spPr bwMode="auto">
          <a:xfrm>
            <a:off x="566738" y="3935413"/>
            <a:ext cx="18796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3. Produisez</a:t>
            </a:r>
          </a:p>
        </p:txBody>
      </p:sp>
      <p:grpSp>
        <p:nvGrpSpPr>
          <p:cNvPr id="120838" name="Group 24"/>
          <p:cNvGrpSpPr>
            <a:grpSpLocks/>
          </p:cNvGrpSpPr>
          <p:nvPr/>
        </p:nvGrpSpPr>
        <p:grpSpPr bwMode="auto">
          <a:xfrm>
            <a:off x="2986088" y="1306513"/>
            <a:ext cx="446087" cy="534987"/>
            <a:chOff x="868" y="1439"/>
            <a:chExt cx="811" cy="972"/>
          </a:xfrm>
        </p:grpSpPr>
        <p:sp>
          <p:nvSpPr>
            <p:cNvPr id="120843" name="Freeform 25"/>
            <p:cNvSpPr>
              <a:spLocks/>
            </p:cNvSpPr>
            <p:nvPr/>
          </p:nvSpPr>
          <p:spPr bwMode="auto">
            <a:xfrm>
              <a:off x="1548" y="2014"/>
              <a:ext cx="123" cy="100"/>
            </a:xfrm>
            <a:custGeom>
              <a:avLst/>
              <a:gdLst>
                <a:gd name="T0" fmla="*/ 5 w 618"/>
                <a:gd name="T1" fmla="*/ 0 h 502"/>
                <a:gd name="T2" fmla="*/ 5 w 618"/>
                <a:gd name="T3" fmla="*/ 0 h 502"/>
                <a:gd name="T4" fmla="*/ 0 w 618"/>
                <a:gd name="T5" fmla="*/ 4 h 502"/>
                <a:gd name="T6" fmla="*/ 0 w 618"/>
                <a:gd name="T7" fmla="*/ 4 h 502"/>
                <a:gd name="T8" fmla="*/ 5 w 618"/>
                <a:gd name="T9" fmla="*/ 0 h 502"/>
                <a:gd name="T10" fmla="*/ 5 w 618"/>
                <a:gd name="T11" fmla="*/ 0 h 502"/>
                <a:gd name="T12" fmla="*/ 5 w 618"/>
                <a:gd name="T13" fmla="*/ 0 h 502"/>
                <a:gd name="T14" fmla="*/ 5 w 618"/>
                <a:gd name="T15" fmla="*/ 0 h 502"/>
                <a:gd name="T16" fmla="*/ 5 w 618"/>
                <a:gd name="T17" fmla="*/ 0 h 502"/>
                <a:gd name="T18" fmla="*/ 5 w 618"/>
                <a:gd name="T19" fmla="*/ 0 h 502"/>
                <a:gd name="T20" fmla="*/ 5 w 618"/>
                <a:gd name="T21" fmla="*/ 0 h 502"/>
                <a:gd name="T22" fmla="*/ 5 w 618"/>
                <a:gd name="T23" fmla="*/ 0 h 502"/>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618"/>
                <a:gd name="T37" fmla="*/ 0 h 502"/>
                <a:gd name="T38" fmla="*/ 618 w 618"/>
                <a:gd name="T39" fmla="*/ 502 h 502"/>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618" h="502">
                  <a:moveTo>
                    <a:pt x="611" y="0"/>
                  </a:moveTo>
                  <a:lnTo>
                    <a:pt x="606" y="2"/>
                  </a:lnTo>
                  <a:lnTo>
                    <a:pt x="0" y="490"/>
                  </a:lnTo>
                  <a:lnTo>
                    <a:pt x="10" y="502"/>
                  </a:lnTo>
                  <a:lnTo>
                    <a:pt x="616" y="14"/>
                  </a:lnTo>
                  <a:lnTo>
                    <a:pt x="611" y="16"/>
                  </a:lnTo>
                  <a:lnTo>
                    <a:pt x="616" y="14"/>
                  </a:lnTo>
                  <a:lnTo>
                    <a:pt x="618" y="9"/>
                  </a:lnTo>
                  <a:lnTo>
                    <a:pt x="617" y="3"/>
                  </a:lnTo>
                  <a:lnTo>
                    <a:pt x="612" y="1"/>
                  </a:lnTo>
                  <a:lnTo>
                    <a:pt x="606" y="2"/>
                  </a:lnTo>
                  <a:lnTo>
                    <a:pt x="611"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0844" name="Freeform 26"/>
            <p:cNvSpPr>
              <a:spLocks/>
            </p:cNvSpPr>
            <p:nvPr/>
          </p:nvSpPr>
          <p:spPr bwMode="auto">
            <a:xfrm>
              <a:off x="876" y="1852"/>
              <a:ext cx="82" cy="373"/>
            </a:xfrm>
            <a:custGeom>
              <a:avLst/>
              <a:gdLst>
                <a:gd name="T0" fmla="*/ 3 w 413"/>
                <a:gd name="T1" fmla="*/ 15 h 1865"/>
                <a:gd name="T2" fmla="*/ 3 w 413"/>
                <a:gd name="T3" fmla="*/ 15 h 1865"/>
                <a:gd name="T4" fmla="*/ 0 w 413"/>
                <a:gd name="T5" fmla="*/ 0 h 1865"/>
                <a:gd name="T6" fmla="*/ 0 w 413"/>
                <a:gd name="T7" fmla="*/ 0 h 1865"/>
                <a:gd name="T8" fmla="*/ 3 w 413"/>
                <a:gd name="T9" fmla="*/ 15 h 1865"/>
                <a:gd name="T10" fmla="*/ 3 w 413"/>
                <a:gd name="T11" fmla="*/ 15 h 1865"/>
                <a:gd name="T12" fmla="*/ 3 w 413"/>
                <a:gd name="T13" fmla="*/ 15 h 1865"/>
                <a:gd name="T14" fmla="*/ 3 w 413"/>
                <a:gd name="T15" fmla="*/ 15 h 1865"/>
                <a:gd name="T16" fmla="*/ 3 w 413"/>
                <a:gd name="T17" fmla="*/ 15 h 1865"/>
                <a:gd name="T18" fmla="*/ 3 w 413"/>
                <a:gd name="T19" fmla="*/ 15 h 1865"/>
                <a:gd name="T20" fmla="*/ 3 w 413"/>
                <a:gd name="T21" fmla="*/ 15 h 1865"/>
                <a:gd name="T22" fmla="*/ 3 w 413"/>
                <a:gd name="T23" fmla="*/ 15 h 186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413"/>
                <a:gd name="T37" fmla="*/ 0 h 1865"/>
                <a:gd name="T38" fmla="*/ 413 w 413"/>
                <a:gd name="T39" fmla="*/ 1865 h 1865"/>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413" h="1865">
                  <a:moveTo>
                    <a:pt x="400" y="1864"/>
                  </a:moveTo>
                  <a:lnTo>
                    <a:pt x="413" y="1856"/>
                  </a:lnTo>
                  <a:lnTo>
                    <a:pt x="17" y="0"/>
                  </a:lnTo>
                  <a:lnTo>
                    <a:pt x="0" y="2"/>
                  </a:lnTo>
                  <a:lnTo>
                    <a:pt x="396" y="1858"/>
                  </a:lnTo>
                  <a:lnTo>
                    <a:pt x="409" y="1850"/>
                  </a:lnTo>
                  <a:lnTo>
                    <a:pt x="396" y="1858"/>
                  </a:lnTo>
                  <a:lnTo>
                    <a:pt x="400" y="1864"/>
                  </a:lnTo>
                  <a:lnTo>
                    <a:pt x="406" y="1865"/>
                  </a:lnTo>
                  <a:lnTo>
                    <a:pt x="410" y="1862"/>
                  </a:lnTo>
                  <a:lnTo>
                    <a:pt x="413" y="1856"/>
                  </a:lnTo>
                  <a:lnTo>
                    <a:pt x="400" y="186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0845" name="Freeform 27"/>
            <p:cNvSpPr>
              <a:spLocks/>
            </p:cNvSpPr>
            <p:nvPr/>
          </p:nvSpPr>
          <p:spPr bwMode="auto">
            <a:xfrm>
              <a:off x="1282" y="1533"/>
              <a:ext cx="35" cy="161"/>
            </a:xfrm>
            <a:custGeom>
              <a:avLst/>
              <a:gdLst>
                <a:gd name="T0" fmla="*/ 1 w 175"/>
                <a:gd name="T1" fmla="*/ 6 h 807"/>
                <a:gd name="T2" fmla="*/ 1 w 175"/>
                <a:gd name="T3" fmla="*/ 6 h 807"/>
                <a:gd name="T4" fmla="*/ 1 w 175"/>
                <a:gd name="T5" fmla="*/ 6 h 807"/>
                <a:gd name="T6" fmla="*/ 1 w 175"/>
                <a:gd name="T7" fmla="*/ 5 h 807"/>
                <a:gd name="T8" fmla="*/ 1 w 175"/>
                <a:gd name="T9" fmla="*/ 5 h 807"/>
                <a:gd name="T10" fmla="*/ 1 w 175"/>
                <a:gd name="T11" fmla="*/ 5 h 807"/>
                <a:gd name="T12" fmla="*/ 1 w 175"/>
                <a:gd name="T13" fmla="*/ 4 h 807"/>
                <a:gd name="T14" fmla="*/ 1 w 175"/>
                <a:gd name="T15" fmla="*/ 4 h 807"/>
                <a:gd name="T16" fmla="*/ 1 w 175"/>
                <a:gd name="T17" fmla="*/ 3 h 807"/>
                <a:gd name="T18" fmla="*/ 1 w 175"/>
                <a:gd name="T19" fmla="*/ 3 h 807"/>
                <a:gd name="T20" fmla="*/ 1 w 175"/>
                <a:gd name="T21" fmla="*/ 3 h 807"/>
                <a:gd name="T22" fmla="*/ 1 w 175"/>
                <a:gd name="T23" fmla="*/ 2 h 807"/>
                <a:gd name="T24" fmla="*/ 1 w 175"/>
                <a:gd name="T25" fmla="*/ 2 h 807"/>
                <a:gd name="T26" fmla="*/ 1 w 175"/>
                <a:gd name="T27" fmla="*/ 2 h 807"/>
                <a:gd name="T28" fmla="*/ 1 w 175"/>
                <a:gd name="T29" fmla="*/ 1 h 807"/>
                <a:gd name="T30" fmla="*/ 1 w 175"/>
                <a:gd name="T31" fmla="*/ 1 h 807"/>
                <a:gd name="T32" fmla="*/ 1 w 175"/>
                <a:gd name="T33" fmla="*/ 1 h 807"/>
                <a:gd name="T34" fmla="*/ 1 w 175"/>
                <a:gd name="T35" fmla="*/ 0 h 807"/>
                <a:gd name="T36" fmla="*/ 1 w 175"/>
                <a:gd name="T37" fmla="*/ 0 h 807"/>
                <a:gd name="T38" fmla="*/ 1 w 175"/>
                <a:gd name="T39" fmla="*/ 0 h 807"/>
                <a:gd name="T40" fmla="*/ 0 w 175"/>
                <a:gd name="T41" fmla="*/ 1 h 807"/>
                <a:gd name="T42" fmla="*/ 0 w 175"/>
                <a:gd name="T43" fmla="*/ 1 h 807"/>
                <a:gd name="T44" fmla="*/ 0 w 175"/>
                <a:gd name="T45" fmla="*/ 1 h 807"/>
                <a:gd name="T46" fmla="*/ 0 w 175"/>
                <a:gd name="T47" fmla="*/ 2 h 807"/>
                <a:gd name="T48" fmla="*/ 0 w 175"/>
                <a:gd name="T49" fmla="*/ 2 h 807"/>
                <a:gd name="T50" fmla="*/ 0 w 175"/>
                <a:gd name="T51" fmla="*/ 3 h 807"/>
                <a:gd name="T52" fmla="*/ 0 w 175"/>
                <a:gd name="T53" fmla="*/ 3 h 807"/>
                <a:gd name="T54" fmla="*/ 0 w 175"/>
                <a:gd name="T55" fmla="*/ 3 h 807"/>
                <a:gd name="T56" fmla="*/ 0 w 175"/>
                <a:gd name="T57" fmla="*/ 4 h 807"/>
                <a:gd name="T58" fmla="*/ 0 w 175"/>
                <a:gd name="T59" fmla="*/ 4 h 807"/>
                <a:gd name="T60" fmla="*/ 0 w 175"/>
                <a:gd name="T61" fmla="*/ 5 h 807"/>
                <a:gd name="T62" fmla="*/ 0 w 175"/>
                <a:gd name="T63" fmla="*/ 5 h 807"/>
                <a:gd name="T64" fmla="*/ 0 w 175"/>
                <a:gd name="T65" fmla="*/ 5 h 807"/>
                <a:gd name="T66" fmla="*/ 1 w 175"/>
                <a:gd name="T67" fmla="*/ 6 h 807"/>
                <a:gd name="T68" fmla="*/ 1 w 175"/>
                <a:gd name="T69" fmla="*/ 6 h 807"/>
                <a:gd name="T70" fmla="*/ 1 w 175"/>
                <a:gd name="T71" fmla="*/ 6 h 807"/>
                <a:gd name="T72" fmla="*/ 1 w 175"/>
                <a:gd name="T73" fmla="*/ 6 h 807"/>
                <a:gd name="T74" fmla="*/ 1 w 175"/>
                <a:gd name="T75" fmla="*/ 6 h 807"/>
                <a:gd name="T76" fmla="*/ 1 w 175"/>
                <a:gd name="T77" fmla="*/ 6 h 807"/>
                <a:gd name="T78" fmla="*/ 1 w 175"/>
                <a:gd name="T79" fmla="*/ 6 h 807"/>
                <a:gd name="T80" fmla="*/ 1 w 175"/>
                <a:gd name="T81" fmla="*/ 6 h 807"/>
                <a:gd name="T82" fmla="*/ 1 w 175"/>
                <a:gd name="T83" fmla="*/ 6 h 807"/>
                <a:gd name="T84" fmla="*/ 1 w 175"/>
                <a:gd name="T85" fmla="*/ 6 h 807"/>
                <a:gd name="T86" fmla="*/ 1 w 175"/>
                <a:gd name="T87" fmla="*/ 6 h 807"/>
                <a:gd name="T88" fmla="*/ 1 w 175"/>
                <a:gd name="T89" fmla="*/ 6 h 807"/>
                <a:gd name="T90" fmla="*/ 1 w 175"/>
                <a:gd name="T91" fmla="*/ 6 h 80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175"/>
                <a:gd name="T139" fmla="*/ 0 h 807"/>
                <a:gd name="T140" fmla="*/ 175 w 175"/>
                <a:gd name="T141" fmla="*/ 807 h 80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175" h="807">
                  <a:moveTo>
                    <a:pt x="169" y="740"/>
                  </a:moveTo>
                  <a:lnTo>
                    <a:pt x="169" y="739"/>
                  </a:lnTo>
                  <a:lnTo>
                    <a:pt x="149" y="698"/>
                  </a:lnTo>
                  <a:lnTo>
                    <a:pt x="133" y="656"/>
                  </a:lnTo>
                  <a:lnTo>
                    <a:pt x="120" y="611"/>
                  </a:lnTo>
                  <a:lnTo>
                    <a:pt x="108" y="565"/>
                  </a:lnTo>
                  <a:lnTo>
                    <a:pt x="100" y="520"/>
                  </a:lnTo>
                  <a:lnTo>
                    <a:pt x="96" y="472"/>
                  </a:lnTo>
                  <a:lnTo>
                    <a:pt x="93" y="425"/>
                  </a:lnTo>
                  <a:lnTo>
                    <a:pt x="93" y="377"/>
                  </a:lnTo>
                  <a:lnTo>
                    <a:pt x="96" y="330"/>
                  </a:lnTo>
                  <a:lnTo>
                    <a:pt x="100" y="283"/>
                  </a:lnTo>
                  <a:lnTo>
                    <a:pt x="106" y="238"/>
                  </a:lnTo>
                  <a:lnTo>
                    <a:pt x="115" y="195"/>
                  </a:lnTo>
                  <a:lnTo>
                    <a:pt x="126" y="153"/>
                  </a:lnTo>
                  <a:lnTo>
                    <a:pt x="139" y="114"/>
                  </a:lnTo>
                  <a:lnTo>
                    <a:pt x="153" y="77"/>
                  </a:lnTo>
                  <a:lnTo>
                    <a:pt x="169" y="43"/>
                  </a:lnTo>
                  <a:lnTo>
                    <a:pt x="87" y="0"/>
                  </a:lnTo>
                  <a:lnTo>
                    <a:pt x="69" y="39"/>
                  </a:lnTo>
                  <a:lnTo>
                    <a:pt x="52" y="81"/>
                  </a:lnTo>
                  <a:lnTo>
                    <a:pt x="37" y="127"/>
                  </a:lnTo>
                  <a:lnTo>
                    <a:pt x="24" y="174"/>
                  </a:lnTo>
                  <a:lnTo>
                    <a:pt x="15" y="222"/>
                  </a:lnTo>
                  <a:lnTo>
                    <a:pt x="7" y="271"/>
                  </a:lnTo>
                  <a:lnTo>
                    <a:pt x="2" y="323"/>
                  </a:lnTo>
                  <a:lnTo>
                    <a:pt x="0" y="374"/>
                  </a:lnTo>
                  <a:lnTo>
                    <a:pt x="0" y="427"/>
                  </a:lnTo>
                  <a:lnTo>
                    <a:pt x="2" y="479"/>
                  </a:lnTo>
                  <a:lnTo>
                    <a:pt x="9" y="531"/>
                  </a:lnTo>
                  <a:lnTo>
                    <a:pt x="17" y="584"/>
                  </a:lnTo>
                  <a:lnTo>
                    <a:pt x="29" y="635"/>
                  </a:lnTo>
                  <a:lnTo>
                    <a:pt x="44" y="686"/>
                  </a:lnTo>
                  <a:lnTo>
                    <a:pt x="65" y="736"/>
                  </a:lnTo>
                  <a:lnTo>
                    <a:pt x="87" y="784"/>
                  </a:lnTo>
                  <a:lnTo>
                    <a:pt x="87" y="782"/>
                  </a:lnTo>
                  <a:lnTo>
                    <a:pt x="87" y="784"/>
                  </a:lnTo>
                  <a:lnTo>
                    <a:pt x="100" y="799"/>
                  </a:lnTo>
                  <a:lnTo>
                    <a:pt x="117" y="807"/>
                  </a:lnTo>
                  <a:lnTo>
                    <a:pt x="134" y="807"/>
                  </a:lnTo>
                  <a:lnTo>
                    <a:pt x="151" y="801"/>
                  </a:lnTo>
                  <a:lnTo>
                    <a:pt x="164" y="791"/>
                  </a:lnTo>
                  <a:lnTo>
                    <a:pt x="173" y="777"/>
                  </a:lnTo>
                  <a:lnTo>
                    <a:pt x="175" y="759"/>
                  </a:lnTo>
                  <a:lnTo>
                    <a:pt x="169" y="739"/>
                  </a:lnTo>
                  <a:lnTo>
                    <a:pt x="169" y="74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0846" name="Freeform 28"/>
            <p:cNvSpPr>
              <a:spLocks/>
            </p:cNvSpPr>
            <p:nvPr/>
          </p:nvSpPr>
          <p:spPr bwMode="auto">
            <a:xfrm>
              <a:off x="1299" y="1681"/>
              <a:ext cx="157" cy="281"/>
            </a:xfrm>
            <a:custGeom>
              <a:avLst/>
              <a:gdLst>
                <a:gd name="T0" fmla="*/ 6 w 787"/>
                <a:gd name="T1" fmla="*/ 11 h 1404"/>
                <a:gd name="T2" fmla="*/ 6 w 787"/>
                <a:gd name="T3" fmla="*/ 11 h 1404"/>
                <a:gd name="T4" fmla="*/ 1 w 787"/>
                <a:gd name="T5" fmla="*/ 0 h 1404"/>
                <a:gd name="T6" fmla="*/ 0 w 787"/>
                <a:gd name="T7" fmla="*/ 0 h 1404"/>
                <a:gd name="T8" fmla="*/ 6 w 787"/>
                <a:gd name="T9" fmla="*/ 11 h 1404"/>
                <a:gd name="T10" fmla="*/ 6 w 787"/>
                <a:gd name="T11" fmla="*/ 11 h 1404"/>
                <a:gd name="T12" fmla="*/ 6 w 787"/>
                <a:gd name="T13" fmla="*/ 11 h 1404"/>
                <a:gd name="T14" fmla="*/ 6 w 787"/>
                <a:gd name="T15" fmla="*/ 11 h 1404"/>
                <a:gd name="T16" fmla="*/ 6 w 787"/>
                <a:gd name="T17" fmla="*/ 11 h 1404"/>
                <a:gd name="T18" fmla="*/ 6 w 787"/>
                <a:gd name="T19" fmla="*/ 11 h 1404"/>
                <a:gd name="T20" fmla="*/ 6 w 787"/>
                <a:gd name="T21" fmla="*/ 11 h 1404"/>
                <a:gd name="T22" fmla="*/ 6 w 787"/>
                <a:gd name="T23" fmla="*/ 11 h 1404"/>
                <a:gd name="T24" fmla="*/ 6 w 787"/>
                <a:gd name="T25" fmla="*/ 11 h 1404"/>
                <a:gd name="T26" fmla="*/ 6 w 787"/>
                <a:gd name="T27" fmla="*/ 11 h 1404"/>
                <a:gd name="T28" fmla="*/ 6 w 787"/>
                <a:gd name="T29" fmla="*/ 11 h 1404"/>
                <a:gd name="T30" fmla="*/ 6 w 787"/>
                <a:gd name="T31" fmla="*/ 11 h 1404"/>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787"/>
                <a:gd name="T49" fmla="*/ 0 h 1404"/>
                <a:gd name="T50" fmla="*/ 787 w 787"/>
                <a:gd name="T51" fmla="*/ 1404 h 1404"/>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787" h="1404">
                  <a:moveTo>
                    <a:pt x="781" y="1334"/>
                  </a:moveTo>
                  <a:lnTo>
                    <a:pt x="781" y="1337"/>
                  </a:lnTo>
                  <a:lnTo>
                    <a:pt x="82" y="0"/>
                  </a:lnTo>
                  <a:lnTo>
                    <a:pt x="0" y="42"/>
                  </a:lnTo>
                  <a:lnTo>
                    <a:pt x="699" y="1379"/>
                  </a:lnTo>
                  <a:lnTo>
                    <a:pt x="699" y="1381"/>
                  </a:lnTo>
                  <a:lnTo>
                    <a:pt x="699" y="1379"/>
                  </a:lnTo>
                  <a:lnTo>
                    <a:pt x="712" y="1395"/>
                  </a:lnTo>
                  <a:lnTo>
                    <a:pt x="727" y="1402"/>
                  </a:lnTo>
                  <a:lnTo>
                    <a:pt x="744" y="1404"/>
                  </a:lnTo>
                  <a:lnTo>
                    <a:pt x="761" y="1398"/>
                  </a:lnTo>
                  <a:lnTo>
                    <a:pt x="775" y="1388"/>
                  </a:lnTo>
                  <a:lnTo>
                    <a:pt x="784" y="1373"/>
                  </a:lnTo>
                  <a:lnTo>
                    <a:pt x="787" y="1357"/>
                  </a:lnTo>
                  <a:lnTo>
                    <a:pt x="781" y="1337"/>
                  </a:lnTo>
                  <a:lnTo>
                    <a:pt x="781" y="13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0847" name="Freeform 29"/>
            <p:cNvSpPr>
              <a:spLocks/>
            </p:cNvSpPr>
            <p:nvPr/>
          </p:nvSpPr>
          <p:spPr bwMode="auto">
            <a:xfrm>
              <a:off x="1439" y="1948"/>
              <a:ext cx="125" cy="76"/>
            </a:xfrm>
            <a:custGeom>
              <a:avLst/>
              <a:gdLst>
                <a:gd name="T0" fmla="*/ 5 w 628"/>
                <a:gd name="T1" fmla="*/ 2 h 383"/>
                <a:gd name="T2" fmla="*/ 5 w 628"/>
                <a:gd name="T3" fmla="*/ 2 h 383"/>
                <a:gd name="T4" fmla="*/ 4 w 628"/>
                <a:gd name="T5" fmla="*/ 2 h 383"/>
                <a:gd name="T6" fmla="*/ 4 w 628"/>
                <a:gd name="T7" fmla="*/ 2 h 383"/>
                <a:gd name="T8" fmla="*/ 4 w 628"/>
                <a:gd name="T9" fmla="*/ 2 h 383"/>
                <a:gd name="T10" fmla="*/ 3 w 628"/>
                <a:gd name="T11" fmla="*/ 2 h 383"/>
                <a:gd name="T12" fmla="*/ 3 w 628"/>
                <a:gd name="T13" fmla="*/ 2 h 383"/>
                <a:gd name="T14" fmla="*/ 3 w 628"/>
                <a:gd name="T15" fmla="*/ 2 h 383"/>
                <a:gd name="T16" fmla="*/ 3 w 628"/>
                <a:gd name="T17" fmla="*/ 2 h 383"/>
                <a:gd name="T18" fmla="*/ 2 w 628"/>
                <a:gd name="T19" fmla="*/ 2 h 383"/>
                <a:gd name="T20" fmla="*/ 2 w 628"/>
                <a:gd name="T21" fmla="*/ 2 h 383"/>
                <a:gd name="T22" fmla="*/ 2 w 628"/>
                <a:gd name="T23" fmla="*/ 1 h 383"/>
                <a:gd name="T24" fmla="*/ 2 w 628"/>
                <a:gd name="T25" fmla="*/ 1 h 383"/>
                <a:gd name="T26" fmla="*/ 1 w 628"/>
                <a:gd name="T27" fmla="*/ 1 h 383"/>
                <a:gd name="T28" fmla="*/ 1 w 628"/>
                <a:gd name="T29" fmla="*/ 1 h 383"/>
                <a:gd name="T30" fmla="*/ 1 w 628"/>
                <a:gd name="T31" fmla="*/ 1 h 383"/>
                <a:gd name="T32" fmla="*/ 1 w 628"/>
                <a:gd name="T33" fmla="*/ 0 h 383"/>
                <a:gd name="T34" fmla="*/ 1 w 628"/>
                <a:gd name="T35" fmla="*/ 0 h 383"/>
                <a:gd name="T36" fmla="*/ 0 w 628"/>
                <a:gd name="T37" fmla="*/ 0 h 383"/>
                <a:gd name="T38" fmla="*/ 0 w 628"/>
                <a:gd name="T39" fmla="*/ 1 h 383"/>
                <a:gd name="T40" fmla="*/ 0 w 628"/>
                <a:gd name="T41" fmla="*/ 1 h 383"/>
                <a:gd name="T42" fmla="*/ 1 w 628"/>
                <a:gd name="T43" fmla="*/ 1 h 383"/>
                <a:gd name="T44" fmla="*/ 1 w 628"/>
                <a:gd name="T45" fmla="*/ 1 h 383"/>
                <a:gd name="T46" fmla="*/ 1 w 628"/>
                <a:gd name="T47" fmla="*/ 2 h 383"/>
                <a:gd name="T48" fmla="*/ 1 w 628"/>
                <a:gd name="T49" fmla="*/ 2 h 383"/>
                <a:gd name="T50" fmla="*/ 2 w 628"/>
                <a:gd name="T51" fmla="*/ 2 h 383"/>
                <a:gd name="T52" fmla="*/ 2 w 628"/>
                <a:gd name="T53" fmla="*/ 2 h 383"/>
                <a:gd name="T54" fmla="*/ 2 w 628"/>
                <a:gd name="T55" fmla="*/ 2 h 383"/>
                <a:gd name="T56" fmla="*/ 3 w 628"/>
                <a:gd name="T57" fmla="*/ 3 h 383"/>
                <a:gd name="T58" fmla="*/ 3 w 628"/>
                <a:gd name="T59" fmla="*/ 3 h 383"/>
                <a:gd name="T60" fmla="*/ 3 w 628"/>
                <a:gd name="T61" fmla="*/ 3 h 383"/>
                <a:gd name="T62" fmla="*/ 4 w 628"/>
                <a:gd name="T63" fmla="*/ 3 h 383"/>
                <a:gd name="T64" fmla="*/ 4 w 628"/>
                <a:gd name="T65" fmla="*/ 3 h 383"/>
                <a:gd name="T66" fmla="*/ 4 w 628"/>
                <a:gd name="T67" fmla="*/ 3 h 383"/>
                <a:gd name="T68" fmla="*/ 5 w 628"/>
                <a:gd name="T69" fmla="*/ 3 h 383"/>
                <a:gd name="T70" fmla="*/ 5 w 628"/>
                <a:gd name="T71" fmla="*/ 3 h 383"/>
                <a:gd name="T72" fmla="*/ 5 w 628"/>
                <a:gd name="T73" fmla="*/ 3 h 383"/>
                <a:gd name="T74" fmla="*/ 5 w 628"/>
                <a:gd name="T75" fmla="*/ 3 h 383"/>
                <a:gd name="T76" fmla="*/ 5 w 628"/>
                <a:gd name="T77" fmla="*/ 3 h 383"/>
                <a:gd name="T78" fmla="*/ 5 w 628"/>
                <a:gd name="T79" fmla="*/ 3 h 383"/>
                <a:gd name="T80" fmla="*/ 5 w 628"/>
                <a:gd name="T81" fmla="*/ 3 h 383"/>
                <a:gd name="T82" fmla="*/ 5 w 628"/>
                <a:gd name="T83" fmla="*/ 3 h 383"/>
                <a:gd name="T84" fmla="*/ 5 w 628"/>
                <a:gd name="T85" fmla="*/ 2 h 383"/>
                <a:gd name="T86" fmla="*/ 5 w 628"/>
                <a:gd name="T87" fmla="*/ 2 h 383"/>
                <a:gd name="T88" fmla="*/ 5 w 628"/>
                <a:gd name="T89" fmla="*/ 2 h 383"/>
                <a:gd name="T90" fmla="*/ 5 w 628"/>
                <a:gd name="T91" fmla="*/ 2 h 38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628"/>
                <a:gd name="T139" fmla="*/ 0 h 383"/>
                <a:gd name="T140" fmla="*/ 628 w 628"/>
                <a:gd name="T141" fmla="*/ 383 h 38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628" h="383">
                  <a:moveTo>
                    <a:pt x="581" y="289"/>
                  </a:moveTo>
                  <a:lnTo>
                    <a:pt x="582" y="289"/>
                  </a:lnTo>
                  <a:lnTo>
                    <a:pt x="541" y="287"/>
                  </a:lnTo>
                  <a:lnTo>
                    <a:pt x="500" y="283"/>
                  </a:lnTo>
                  <a:lnTo>
                    <a:pt x="462" y="276"/>
                  </a:lnTo>
                  <a:lnTo>
                    <a:pt x="424" y="268"/>
                  </a:lnTo>
                  <a:lnTo>
                    <a:pt x="389" y="255"/>
                  </a:lnTo>
                  <a:lnTo>
                    <a:pt x="352" y="242"/>
                  </a:lnTo>
                  <a:lnTo>
                    <a:pt x="320" y="227"/>
                  </a:lnTo>
                  <a:lnTo>
                    <a:pt x="287" y="209"/>
                  </a:lnTo>
                  <a:lnTo>
                    <a:pt x="255" y="189"/>
                  </a:lnTo>
                  <a:lnTo>
                    <a:pt x="226" y="168"/>
                  </a:lnTo>
                  <a:lnTo>
                    <a:pt x="198" y="145"/>
                  </a:lnTo>
                  <a:lnTo>
                    <a:pt x="172" y="119"/>
                  </a:lnTo>
                  <a:lnTo>
                    <a:pt x="146" y="92"/>
                  </a:lnTo>
                  <a:lnTo>
                    <a:pt x="122" y="64"/>
                  </a:lnTo>
                  <a:lnTo>
                    <a:pt x="100" y="33"/>
                  </a:lnTo>
                  <a:lnTo>
                    <a:pt x="82" y="0"/>
                  </a:lnTo>
                  <a:lnTo>
                    <a:pt x="0" y="47"/>
                  </a:lnTo>
                  <a:lnTo>
                    <a:pt x="23" y="85"/>
                  </a:lnTo>
                  <a:lnTo>
                    <a:pt x="49" y="120"/>
                  </a:lnTo>
                  <a:lnTo>
                    <a:pt x="76" y="153"/>
                  </a:lnTo>
                  <a:lnTo>
                    <a:pt x="104" y="185"/>
                  </a:lnTo>
                  <a:lnTo>
                    <a:pt x="137" y="215"/>
                  </a:lnTo>
                  <a:lnTo>
                    <a:pt x="170" y="241"/>
                  </a:lnTo>
                  <a:lnTo>
                    <a:pt x="204" y="267"/>
                  </a:lnTo>
                  <a:lnTo>
                    <a:pt x="240" y="289"/>
                  </a:lnTo>
                  <a:lnTo>
                    <a:pt x="277" y="309"/>
                  </a:lnTo>
                  <a:lnTo>
                    <a:pt x="317" y="329"/>
                  </a:lnTo>
                  <a:lnTo>
                    <a:pt x="358" y="344"/>
                  </a:lnTo>
                  <a:lnTo>
                    <a:pt x="400" y="357"/>
                  </a:lnTo>
                  <a:lnTo>
                    <a:pt x="444" y="367"/>
                  </a:lnTo>
                  <a:lnTo>
                    <a:pt x="488" y="374"/>
                  </a:lnTo>
                  <a:lnTo>
                    <a:pt x="534" y="380"/>
                  </a:lnTo>
                  <a:lnTo>
                    <a:pt x="580" y="383"/>
                  </a:lnTo>
                  <a:lnTo>
                    <a:pt x="581" y="383"/>
                  </a:lnTo>
                  <a:lnTo>
                    <a:pt x="580" y="383"/>
                  </a:lnTo>
                  <a:lnTo>
                    <a:pt x="600" y="379"/>
                  </a:lnTo>
                  <a:lnTo>
                    <a:pt x="615" y="369"/>
                  </a:lnTo>
                  <a:lnTo>
                    <a:pt x="624" y="353"/>
                  </a:lnTo>
                  <a:lnTo>
                    <a:pt x="628" y="337"/>
                  </a:lnTo>
                  <a:lnTo>
                    <a:pt x="625" y="319"/>
                  </a:lnTo>
                  <a:lnTo>
                    <a:pt x="617" y="304"/>
                  </a:lnTo>
                  <a:lnTo>
                    <a:pt x="602" y="294"/>
                  </a:lnTo>
                  <a:lnTo>
                    <a:pt x="582" y="289"/>
                  </a:lnTo>
                  <a:lnTo>
                    <a:pt x="581" y="28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0848" name="Freeform 30"/>
            <p:cNvSpPr>
              <a:spLocks/>
            </p:cNvSpPr>
            <p:nvPr/>
          </p:nvSpPr>
          <p:spPr bwMode="auto">
            <a:xfrm>
              <a:off x="1587" y="1880"/>
              <a:ext cx="85" cy="49"/>
            </a:xfrm>
            <a:custGeom>
              <a:avLst/>
              <a:gdLst>
                <a:gd name="T0" fmla="*/ 3 w 426"/>
                <a:gd name="T1" fmla="*/ 0 h 245"/>
                <a:gd name="T2" fmla="*/ 3 w 426"/>
                <a:gd name="T3" fmla="*/ 0 h 245"/>
                <a:gd name="T4" fmla="*/ 3 w 426"/>
                <a:gd name="T5" fmla="*/ 0 h 245"/>
                <a:gd name="T6" fmla="*/ 3 w 426"/>
                <a:gd name="T7" fmla="*/ 0 h 245"/>
                <a:gd name="T8" fmla="*/ 2 w 426"/>
                <a:gd name="T9" fmla="*/ 0 h 245"/>
                <a:gd name="T10" fmla="*/ 2 w 426"/>
                <a:gd name="T11" fmla="*/ 0 h 245"/>
                <a:gd name="T12" fmla="*/ 2 w 426"/>
                <a:gd name="T13" fmla="*/ 0 h 245"/>
                <a:gd name="T14" fmla="*/ 2 w 426"/>
                <a:gd name="T15" fmla="*/ 0 h 245"/>
                <a:gd name="T16" fmla="*/ 1 w 426"/>
                <a:gd name="T17" fmla="*/ 0 h 245"/>
                <a:gd name="T18" fmla="*/ 1 w 426"/>
                <a:gd name="T19" fmla="*/ 1 h 245"/>
                <a:gd name="T20" fmla="*/ 1 w 426"/>
                <a:gd name="T21" fmla="*/ 1 h 245"/>
                <a:gd name="T22" fmla="*/ 1 w 426"/>
                <a:gd name="T23" fmla="*/ 1 h 245"/>
                <a:gd name="T24" fmla="*/ 0 w 426"/>
                <a:gd name="T25" fmla="*/ 1 h 245"/>
                <a:gd name="T26" fmla="*/ 0 w 426"/>
                <a:gd name="T27" fmla="*/ 1 h 245"/>
                <a:gd name="T28" fmla="*/ 0 w 426"/>
                <a:gd name="T29" fmla="*/ 1 h 245"/>
                <a:gd name="T30" fmla="*/ 0 w 426"/>
                <a:gd name="T31" fmla="*/ 2 h 245"/>
                <a:gd name="T32" fmla="*/ 0 w 426"/>
                <a:gd name="T33" fmla="*/ 2 h 245"/>
                <a:gd name="T34" fmla="*/ 0 w 426"/>
                <a:gd name="T35" fmla="*/ 2 h 245"/>
                <a:gd name="T36" fmla="*/ 0 w 426"/>
                <a:gd name="T37" fmla="*/ 2 h 245"/>
                <a:gd name="T38" fmla="*/ 0 w 426"/>
                <a:gd name="T39" fmla="*/ 2 h 245"/>
                <a:gd name="T40" fmla="*/ 0 w 426"/>
                <a:gd name="T41" fmla="*/ 2 h 245"/>
                <a:gd name="T42" fmla="*/ 0 w 426"/>
                <a:gd name="T43" fmla="*/ 1 h 245"/>
                <a:gd name="T44" fmla="*/ 0 w 426"/>
                <a:gd name="T45" fmla="*/ 1 h 245"/>
                <a:gd name="T46" fmla="*/ 0 w 426"/>
                <a:gd name="T47" fmla="*/ 1 h 245"/>
                <a:gd name="T48" fmla="*/ 1 w 426"/>
                <a:gd name="T49" fmla="*/ 1 h 245"/>
                <a:gd name="T50" fmla="*/ 1 w 426"/>
                <a:gd name="T51" fmla="*/ 1 h 245"/>
                <a:gd name="T52" fmla="*/ 1 w 426"/>
                <a:gd name="T53" fmla="*/ 1 h 245"/>
                <a:gd name="T54" fmla="*/ 1 w 426"/>
                <a:gd name="T55" fmla="*/ 1 h 245"/>
                <a:gd name="T56" fmla="*/ 2 w 426"/>
                <a:gd name="T57" fmla="*/ 0 h 245"/>
                <a:gd name="T58" fmla="*/ 2 w 426"/>
                <a:gd name="T59" fmla="*/ 0 h 245"/>
                <a:gd name="T60" fmla="*/ 2 w 426"/>
                <a:gd name="T61" fmla="*/ 0 h 245"/>
                <a:gd name="T62" fmla="*/ 2 w 426"/>
                <a:gd name="T63" fmla="*/ 0 h 245"/>
                <a:gd name="T64" fmla="*/ 3 w 426"/>
                <a:gd name="T65" fmla="*/ 0 h 245"/>
                <a:gd name="T66" fmla="*/ 3 w 426"/>
                <a:gd name="T67" fmla="*/ 0 h 245"/>
                <a:gd name="T68" fmla="*/ 3 w 426"/>
                <a:gd name="T69" fmla="*/ 0 h 245"/>
                <a:gd name="T70" fmla="*/ 3 w 426"/>
                <a:gd name="T71" fmla="*/ 0 h 245"/>
                <a:gd name="T72" fmla="*/ 3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426" y="0"/>
                  </a:moveTo>
                  <a:lnTo>
                    <a:pt x="426" y="0"/>
                  </a:lnTo>
                  <a:lnTo>
                    <a:pt x="384" y="1"/>
                  </a:lnTo>
                  <a:lnTo>
                    <a:pt x="340" y="4"/>
                  </a:lnTo>
                  <a:lnTo>
                    <a:pt x="300" y="10"/>
                  </a:lnTo>
                  <a:lnTo>
                    <a:pt x="262" y="18"/>
                  </a:lnTo>
                  <a:lnTo>
                    <a:pt x="224" y="29"/>
                  </a:lnTo>
                  <a:lnTo>
                    <a:pt x="189" y="41"/>
                  </a:lnTo>
                  <a:lnTo>
                    <a:pt x="157" y="55"/>
                  </a:lnTo>
                  <a:lnTo>
                    <a:pt x="126" y="70"/>
                  </a:lnTo>
                  <a:lnTo>
                    <a:pt x="99" y="89"/>
                  </a:lnTo>
                  <a:lnTo>
                    <a:pt x="74" y="106"/>
                  </a:lnTo>
                  <a:lnTo>
                    <a:pt x="52" y="126"/>
                  </a:lnTo>
                  <a:lnTo>
                    <a:pt x="34" y="148"/>
                  </a:lnTo>
                  <a:lnTo>
                    <a:pt x="19" y="171"/>
                  </a:lnTo>
                  <a:lnTo>
                    <a:pt x="9" y="194"/>
                  </a:lnTo>
                  <a:lnTo>
                    <a:pt x="3" y="219"/>
                  </a:lnTo>
                  <a:lnTo>
                    <a:pt x="0" y="245"/>
                  </a:lnTo>
                  <a:lnTo>
                    <a:pt x="12" y="245"/>
                  </a:lnTo>
                  <a:lnTo>
                    <a:pt x="15" y="221"/>
                  </a:lnTo>
                  <a:lnTo>
                    <a:pt x="20" y="199"/>
                  </a:lnTo>
                  <a:lnTo>
                    <a:pt x="31" y="178"/>
                  </a:lnTo>
                  <a:lnTo>
                    <a:pt x="44" y="156"/>
                  </a:lnTo>
                  <a:lnTo>
                    <a:pt x="61" y="136"/>
                  </a:lnTo>
                  <a:lnTo>
                    <a:pt x="81" y="116"/>
                  </a:lnTo>
                  <a:lnTo>
                    <a:pt x="106" y="98"/>
                  </a:lnTo>
                  <a:lnTo>
                    <a:pt x="133" y="82"/>
                  </a:lnTo>
                  <a:lnTo>
                    <a:pt x="162" y="66"/>
                  </a:lnTo>
                  <a:lnTo>
                    <a:pt x="194" y="52"/>
                  </a:lnTo>
                  <a:lnTo>
                    <a:pt x="229" y="41"/>
                  </a:lnTo>
                  <a:lnTo>
                    <a:pt x="264" y="30"/>
                  </a:lnTo>
                  <a:lnTo>
                    <a:pt x="303" y="22"/>
                  </a:lnTo>
                  <a:lnTo>
                    <a:pt x="343" y="16"/>
                  </a:lnTo>
                  <a:lnTo>
                    <a:pt x="384" y="12"/>
                  </a:lnTo>
                  <a:lnTo>
                    <a:pt x="426" y="11"/>
                  </a:lnTo>
                  <a:lnTo>
                    <a:pt x="42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0849" name="Freeform 31"/>
            <p:cNvSpPr>
              <a:spLocks/>
            </p:cNvSpPr>
            <p:nvPr/>
          </p:nvSpPr>
          <p:spPr bwMode="auto">
            <a:xfrm>
              <a:off x="1587" y="1929"/>
              <a:ext cx="85" cy="49"/>
            </a:xfrm>
            <a:custGeom>
              <a:avLst/>
              <a:gdLst>
                <a:gd name="T0" fmla="*/ 0 w 426"/>
                <a:gd name="T1" fmla="*/ 0 h 245"/>
                <a:gd name="T2" fmla="*/ 0 w 426"/>
                <a:gd name="T3" fmla="*/ 0 h 245"/>
                <a:gd name="T4" fmla="*/ 0 w 426"/>
                <a:gd name="T5" fmla="*/ 0 h 245"/>
                <a:gd name="T6" fmla="*/ 0 w 426"/>
                <a:gd name="T7" fmla="*/ 0 h 245"/>
                <a:gd name="T8" fmla="*/ 0 w 426"/>
                <a:gd name="T9" fmla="*/ 1 h 245"/>
                <a:gd name="T10" fmla="*/ 0 w 426"/>
                <a:gd name="T11" fmla="*/ 1 h 245"/>
                <a:gd name="T12" fmla="*/ 0 w 426"/>
                <a:gd name="T13" fmla="*/ 1 h 245"/>
                <a:gd name="T14" fmla="*/ 1 w 426"/>
                <a:gd name="T15" fmla="*/ 1 h 245"/>
                <a:gd name="T16" fmla="*/ 1 w 426"/>
                <a:gd name="T17" fmla="*/ 1 h 245"/>
                <a:gd name="T18" fmla="*/ 1 w 426"/>
                <a:gd name="T19" fmla="*/ 1 h 245"/>
                <a:gd name="T20" fmla="*/ 1 w 426"/>
                <a:gd name="T21" fmla="*/ 2 h 245"/>
                <a:gd name="T22" fmla="*/ 2 w 426"/>
                <a:gd name="T23" fmla="*/ 2 h 245"/>
                <a:gd name="T24" fmla="*/ 2 w 426"/>
                <a:gd name="T25" fmla="*/ 2 h 245"/>
                <a:gd name="T26" fmla="*/ 2 w 426"/>
                <a:gd name="T27" fmla="*/ 2 h 245"/>
                <a:gd name="T28" fmla="*/ 2 w 426"/>
                <a:gd name="T29" fmla="*/ 2 h 245"/>
                <a:gd name="T30" fmla="*/ 3 w 426"/>
                <a:gd name="T31" fmla="*/ 2 h 245"/>
                <a:gd name="T32" fmla="*/ 3 w 426"/>
                <a:gd name="T33" fmla="*/ 2 h 245"/>
                <a:gd name="T34" fmla="*/ 3 w 426"/>
                <a:gd name="T35" fmla="*/ 2 h 245"/>
                <a:gd name="T36" fmla="*/ 3 w 426"/>
                <a:gd name="T37" fmla="*/ 2 h 245"/>
                <a:gd name="T38" fmla="*/ 3 w 426"/>
                <a:gd name="T39" fmla="*/ 2 h 245"/>
                <a:gd name="T40" fmla="*/ 3 w 426"/>
                <a:gd name="T41" fmla="*/ 2 h 245"/>
                <a:gd name="T42" fmla="*/ 2 w 426"/>
                <a:gd name="T43" fmla="*/ 2 h 245"/>
                <a:gd name="T44" fmla="*/ 2 w 426"/>
                <a:gd name="T45" fmla="*/ 2 h 245"/>
                <a:gd name="T46" fmla="*/ 2 w 426"/>
                <a:gd name="T47" fmla="*/ 2 h 245"/>
                <a:gd name="T48" fmla="*/ 2 w 426"/>
                <a:gd name="T49" fmla="*/ 2 h 245"/>
                <a:gd name="T50" fmla="*/ 1 w 426"/>
                <a:gd name="T51" fmla="*/ 1 h 245"/>
                <a:gd name="T52" fmla="*/ 1 w 426"/>
                <a:gd name="T53" fmla="*/ 1 h 245"/>
                <a:gd name="T54" fmla="*/ 1 w 426"/>
                <a:gd name="T55" fmla="*/ 1 h 245"/>
                <a:gd name="T56" fmla="*/ 1 w 426"/>
                <a:gd name="T57" fmla="*/ 1 h 245"/>
                <a:gd name="T58" fmla="*/ 0 w 426"/>
                <a:gd name="T59" fmla="*/ 1 h 245"/>
                <a:gd name="T60" fmla="*/ 0 w 426"/>
                <a:gd name="T61" fmla="*/ 1 h 245"/>
                <a:gd name="T62" fmla="*/ 0 w 426"/>
                <a:gd name="T63" fmla="*/ 1 h 245"/>
                <a:gd name="T64" fmla="*/ 0 w 426"/>
                <a:gd name="T65" fmla="*/ 0 h 245"/>
                <a:gd name="T66" fmla="*/ 0 w 426"/>
                <a:gd name="T67" fmla="*/ 0 h 245"/>
                <a:gd name="T68" fmla="*/ 0 w 426"/>
                <a:gd name="T69" fmla="*/ 0 h 245"/>
                <a:gd name="T70" fmla="*/ 0 w 426"/>
                <a:gd name="T71" fmla="*/ 0 h 245"/>
                <a:gd name="T72" fmla="*/ 0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0" y="0"/>
                  </a:moveTo>
                  <a:lnTo>
                    <a:pt x="0" y="0"/>
                  </a:lnTo>
                  <a:lnTo>
                    <a:pt x="3" y="25"/>
                  </a:lnTo>
                  <a:lnTo>
                    <a:pt x="9" y="50"/>
                  </a:lnTo>
                  <a:lnTo>
                    <a:pt x="19" y="73"/>
                  </a:lnTo>
                  <a:lnTo>
                    <a:pt x="34" y="96"/>
                  </a:lnTo>
                  <a:lnTo>
                    <a:pt x="52" y="118"/>
                  </a:lnTo>
                  <a:lnTo>
                    <a:pt x="74" y="138"/>
                  </a:lnTo>
                  <a:lnTo>
                    <a:pt x="99" y="156"/>
                  </a:lnTo>
                  <a:lnTo>
                    <a:pt x="126" y="174"/>
                  </a:lnTo>
                  <a:lnTo>
                    <a:pt x="157" y="190"/>
                  </a:lnTo>
                  <a:lnTo>
                    <a:pt x="189" y="204"/>
                  </a:lnTo>
                  <a:lnTo>
                    <a:pt x="224" y="215"/>
                  </a:lnTo>
                  <a:lnTo>
                    <a:pt x="262" y="226"/>
                  </a:lnTo>
                  <a:lnTo>
                    <a:pt x="300" y="234"/>
                  </a:lnTo>
                  <a:lnTo>
                    <a:pt x="340" y="240"/>
                  </a:lnTo>
                  <a:lnTo>
                    <a:pt x="384" y="244"/>
                  </a:lnTo>
                  <a:lnTo>
                    <a:pt x="426" y="245"/>
                  </a:lnTo>
                  <a:lnTo>
                    <a:pt x="426" y="233"/>
                  </a:lnTo>
                  <a:lnTo>
                    <a:pt x="384" y="232"/>
                  </a:lnTo>
                  <a:lnTo>
                    <a:pt x="343" y="228"/>
                  </a:lnTo>
                  <a:lnTo>
                    <a:pt x="303" y="222"/>
                  </a:lnTo>
                  <a:lnTo>
                    <a:pt x="264" y="214"/>
                  </a:lnTo>
                  <a:lnTo>
                    <a:pt x="229" y="204"/>
                  </a:lnTo>
                  <a:lnTo>
                    <a:pt x="194" y="192"/>
                  </a:lnTo>
                  <a:lnTo>
                    <a:pt x="162" y="178"/>
                  </a:lnTo>
                  <a:lnTo>
                    <a:pt x="133" y="163"/>
                  </a:lnTo>
                  <a:lnTo>
                    <a:pt x="106" y="146"/>
                  </a:lnTo>
                  <a:lnTo>
                    <a:pt x="81" y="129"/>
                  </a:lnTo>
                  <a:lnTo>
                    <a:pt x="61" y="109"/>
                  </a:lnTo>
                  <a:lnTo>
                    <a:pt x="44" y="89"/>
                  </a:lnTo>
                  <a:lnTo>
                    <a:pt x="31" y="66"/>
                  </a:lnTo>
                  <a:lnTo>
                    <a:pt x="20" y="45"/>
                  </a:lnTo>
                  <a:lnTo>
                    <a:pt x="15" y="2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0850" name="Freeform 32"/>
            <p:cNvSpPr>
              <a:spLocks/>
            </p:cNvSpPr>
            <p:nvPr/>
          </p:nvSpPr>
          <p:spPr bwMode="auto">
            <a:xfrm>
              <a:off x="878" y="1448"/>
              <a:ext cx="792" cy="954"/>
            </a:xfrm>
            <a:custGeom>
              <a:avLst/>
              <a:gdLst>
                <a:gd name="T0" fmla="*/ 13 w 3960"/>
                <a:gd name="T1" fmla="*/ 38 h 4768"/>
                <a:gd name="T2" fmla="*/ 14 w 3960"/>
                <a:gd name="T3" fmla="*/ 38 h 4768"/>
                <a:gd name="T4" fmla="*/ 15 w 3960"/>
                <a:gd name="T5" fmla="*/ 38 h 4768"/>
                <a:gd name="T6" fmla="*/ 15 w 3960"/>
                <a:gd name="T7" fmla="*/ 38 h 4768"/>
                <a:gd name="T8" fmla="*/ 16 w 3960"/>
                <a:gd name="T9" fmla="*/ 38 h 4768"/>
                <a:gd name="T10" fmla="*/ 17 w 3960"/>
                <a:gd name="T11" fmla="*/ 38 h 4768"/>
                <a:gd name="T12" fmla="*/ 17 w 3960"/>
                <a:gd name="T13" fmla="*/ 38 h 4768"/>
                <a:gd name="T14" fmla="*/ 18 w 3960"/>
                <a:gd name="T15" fmla="*/ 38 h 4768"/>
                <a:gd name="T16" fmla="*/ 18 w 3960"/>
                <a:gd name="T17" fmla="*/ 38 h 4768"/>
                <a:gd name="T18" fmla="*/ 29 w 3960"/>
                <a:gd name="T19" fmla="*/ 30 h 4768"/>
                <a:gd name="T20" fmla="*/ 30 w 3960"/>
                <a:gd name="T21" fmla="*/ 30 h 4768"/>
                <a:gd name="T22" fmla="*/ 30 w 3960"/>
                <a:gd name="T23" fmla="*/ 29 h 4768"/>
                <a:gd name="T24" fmla="*/ 31 w 3960"/>
                <a:gd name="T25" fmla="*/ 28 h 4768"/>
                <a:gd name="T26" fmla="*/ 31 w 3960"/>
                <a:gd name="T27" fmla="*/ 28 h 4768"/>
                <a:gd name="T28" fmla="*/ 31 w 3960"/>
                <a:gd name="T29" fmla="*/ 27 h 4768"/>
                <a:gd name="T30" fmla="*/ 32 w 3960"/>
                <a:gd name="T31" fmla="*/ 26 h 4768"/>
                <a:gd name="T32" fmla="*/ 32 w 3960"/>
                <a:gd name="T33" fmla="*/ 25 h 4768"/>
                <a:gd name="T34" fmla="*/ 32 w 3960"/>
                <a:gd name="T35" fmla="*/ 11 h 4768"/>
                <a:gd name="T36" fmla="*/ 32 w 3960"/>
                <a:gd name="T37" fmla="*/ 10 h 4768"/>
                <a:gd name="T38" fmla="*/ 31 w 3960"/>
                <a:gd name="T39" fmla="*/ 9 h 4768"/>
                <a:gd name="T40" fmla="*/ 31 w 3960"/>
                <a:gd name="T41" fmla="*/ 9 h 4768"/>
                <a:gd name="T42" fmla="*/ 31 w 3960"/>
                <a:gd name="T43" fmla="*/ 8 h 4768"/>
                <a:gd name="T44" fmla="*/ 31 w 3960"/>
                <a:gd name="T45" fmla="*/ 8 h 4768"/>
                <a:gd name="T46" fmla="*/ 30 w 3960"/>
                <a:gd name="T47" fmla="*/ 7 h 4768"/>
                <a:gd name="T48" fmla="*/ 30 w 3960"/>
                <a:gd name="T49" fmla="*/ 7 h 4768"/>
                <a:gd name="T50" fmla="*/ 29 w 3960"/>
                <a:gd name="T51" fmla="*/ 6 h 4768"/>
                <a:gd name="T52" fmla="*/ 19 w 3960"/>
                <a:gd name="T53" fmla="*/ 1 h 4768"/>
                <a:gd name="T54" fmla="*/ 18 w 3960"/>
                <a:gd name="T55" fmla="*/ 0 h 4768"/>
                <a:gd name="T56" fmla="*/ 17 w 3960"/>
                <a:gd name="T57" fmla="*/ 0 h 4768"/>
                <a:gd name="T58" fmla="*/ 17 w 3960"/>
                <a:gd name="T59" fmla="*/ 0 h 4768"/>
                <a:gd name="T60" fmla="*/ 16 w 3960"/>
                <a:gd name="T61" fmla="*/ 0 h 4768"/>
                <a:gd name="T62" fmla="*/ 15 w 3960"/>
                <a:gd name="T63" fmla="*/ 0 h 4768"/>
                <a:gd name="T64" fmla="*/ 14 w 3960"/>
                <a:gd name="T65" fmla="*/ 0 h 4768"/>
                <a:gd name="T66" fmla="*/ 14 w 3960"/>
                <a:gd name="T67" fmla="*/ 0 h 4768"/>
                <a:gd name="T68" fmla="*/ 2 w 3960"/>
                <a:gd name="T69" fmla="*/ 6 h 4768"/>
                <a:gd name="T70" fmla="*/ 2 w 3960"/>
                <a:gd name="T71" fmla="*/ 7 h 4768"/>
                <a:gd name="T72" fmla="*/ 1 w 3960"/>
                <a:gd name="T73" fmla="*/ 7 h 4768"/>
                <a:gd name="T74" fmla="*/ 1 w 3960"/>
                <a:gd name="T75" fmla="*/ 8 h 4768"/>
                <a:gd name="T76" fmla="*/ 1 w 3960"/>
                <a:gd name="T77" fmla="*/ 8 h 4768"/>
                <a:gd name="T78" fmla="*/ 0 w 3960"/>
                <a:gd name="T79" fmla="*/ 9 h 4768"/>
                <a:gd name="T80" fmla="*/ 0 w 3960"/>
                <a:gd name="T81" fmla="*/ 9 h 4768"/>
                <a:gd name="T82" fmla="*/ 0 w 3960"/>
                <a:gd name="T83" fmla="*/ 10 h 4768"/>
                <a:gd name="T84" fmla="*/ 0 w 3960"/>
                <a:gd name="T85" fmla="*/ 11 h 4768"/>
                <a:gd name="T86" fmla="*/ 0 w 3960"/>
                <a:gd name="T87" fmla="*/ 25 h 4768"/>
                <a:gd name="T88" fmla="*/ 0 w 3960"/>
                <a:gd name="T89" fmla="*/ 26 h 4768"/>
                <a:gd name="T90" fmla="*/ 0 w 3960"/>
                <a:gd name="T91" fmla="*/ 27 h 4768"/>
                <a:gd name="T92" fmla="*/ 1 w 3960"/>
                <a:gd name="T93" fmla="*/ 28 h 4768"/>
                <a:gd name="T94" fmla="*/ 1 w 3960"/>
                <a:gd name="T95" fmla="*/ 29 h 4768"/>
                <a:gd name="T96" fmla="*/ 1 w 3960"/>
                <a:gd name="T97" fmla="*/ 29 h 4768"/>
                <a:gd name="T98" fmla="*/ 2 w 3960"/>
                <a:gd name="T99" fmla="*/ 30 h 4768"/>
                <a:gd name="T100" fmla="*/ 3 w 3960"/>
                <a:gd name="T101" fmla="*/ 31 h 4768"/>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w 3960"/>
                <a:gd name="T154" fmla="*/ 0 h 4768"/>
                <a:gd name="T155" fmla="*/ 3960 w 3960"/>
                <a:gd name="T156" fmla="*/ 4768 h 4768"/>
              </a:gdLst>
              <a:ahLst/>
              <a:cxnLst>
                <a:cxn ang="T102">
                  <a:pos x="T0" y="T1"/>
                </a:cxn>
                <a:cxn ang="T103">
                  <a:pos x="T2" y="T3"/>
                </a:cxn>
                <a:cxn ang="T104">
                  <a:pos x="T4" y="T5"/>
                </a:cxn>
                <a:cxn ang="T105">
                  <a:pos x="T6" y="T7"/>
                </a:cxn>
                <a:cxn ang="T106">
                  <a:pos x="T8" y="T9"/>
                </a:cxn>
                <a:cxn ang="T107">
                  <a:pos x="T10" y="T11"/>
                </a:cxn>
                <a:cxn ang="T108">
                  <a:pos x="T12" y="T13"/>
                </a:cxn>
                <a:cxn ang="T109">
                  <a:pos x="T14" y="T15"/>
                </a:cxn>
                <a:cxn ang="T110">
                  <a:pos x="T16" y="T17"/>
                </a:cxn>
                <a:cxn ang="T111">
                  <a:pos x="T18" y="T19"/>
                </a:cxn>
                <a:cxn ang="T112">
                  <a:pos x="T20" y="T21"/>
                </a:cxn>
                <a:cxn ang="T113">
                  <a:pos x="T22" y="T23"/>
                </a:cxn>
                <a:cxn ang="T114">
                  <a:pos x="T24" y="T25"/>
                </a:cxn>
                <a:cxn ang="T115">
                  <a:pos x="T26" y="T27"/>
                </a:cxn>
                <a:cxn ang="T116">
                  <a:pos x="T28" y="T29"/>
                </a:cxn>
                <a:cxn ang="T117">
                  <a:pos x="T30" y="T31"/>
                </a:cxn>
                <a:cxn ang="T118">
                  <a:pos x="T32" y="T33"/>
                </a:cxn>
                <a:cxn ang="T119">
                  <a:pos x="T34" y="T35"/>
                </a:cxn>
                <a:cxn ang="T120">
                  <a:pos x="T36" y="T37"/>
                </a:cxn>
                <a:cxn ang="T121">
                  <a:pos x="T38" y="T39"/>
                </a:cxn>
                <a:cxn ang="T122">
                  <a:pos x="T40" y="T41"/>
                </a:cxn>
                <a:cxn ang="T123">
                  <a:pos x="T42" y="T43"/>
                </a:cxn>
                <a:cxn ang="T124">
                  <a:pos x="T44" y="T45"/>
                </a:cxn>
                <a:cxn ang="T125">
                  <a:pos x="T46" y="T47"/>
                </a:cxn>
                <a:cxn ang="T126">
                  <a:pos x="T48" y="T49"/>
                </a:cxn>
                <a:cxn ang="T127">
                  <a:pos x="T50" y="T51"/>
                </a:cxn>
                <a:cxn ang="T128">
                  <a:pos x="T52" y="T53"/>
                </a:cxn>
                <a:cxn ang="T129">
                  <a:pos x="T54" y="T55"/>
                </a:cxn>
                <a:cxn ang="T130">
                  <a:pos x="T56" y="T57"/>
                </a:cxn>
                <a:cxn ang="T131">
                  <a:pos x="T58" y="T59"/>
                </a:cxn>
                <a:cxn ang="T132">
                  <a:pos x="T60" y="T61"/>
                </a:cxn>
                <a:cxn ang="T133">
                  <a:pos x="T62" y="T63"/>
                </a:cxn>
                <a:cxn ang="T134">
                  <a:pos x="T64" y="T65"/>
                </a:cxn>
                <a:cxn ang="T135">
                  <a:pos x="T66" y="T67"/>
                </a:cxn>
                <a:cxn ang="T136">
                  <a:pos x="T68" y="T69"/>
                </a:cxn>
                <a:cxn ang="T137">
                  <a:pos x="T70" y="T71"/>
                </a:cxn>
                <a:cxn ang="T138">
                  <a:pos x="T72" y="T73"/>
                </a:cxn>
                <a:cxn ang="T139">
                  <a:pos x="T74" y="T75"/>
                </a:cxn>
                <a:cxn ang="T140">
                  <a:pos x="T76" y="T77"/>
                </a:cxn>
                <a:cxn ang="T141">
                  <a:pos x="T78" y="T79"/>
                </a:cxn>
                <a:cxn ang="T142">
                  <a:pos x="T80" y="T81"/>
                </a:cxn>
                <a:cxn ang="T143">
                  <a:pos x="T82" y="T83"/>
                </a:cxn>
                <a:cxn ang="T144">
                  <a:pos x="T84" y="T85"/>
                </a:cxn>
                <a:cxn ang="T145">
                  <a:pos x="T86" y="T87"/>
                </a:cxn>
                <a:cxn ang="T146">
                  <a:pos x="T88" y="T89"/>
                </a:cxn>
                <a:cxn ang="T147">
                  <a:pos x="T90" y="T91"/>
                </a:cxn>
                <a:cxn ang="T148">
                  <a:pos x="T92" y="T93"/>
                </a:cxn>
                <a:cxn ang="T149">
                  <a:pos x="T94" y="T95"/>
                </a:cxn>
                <a:cxn ang="T150">
                  <a:pos x="T96" y="T97"/>
                </a:cxn>
                <a:cxn ang="T151">
                  <a:pos x="T98" y="T99"/>
                </a:cxn>
                <a:cxn ang="T152">
                  <a:pos x="T100" y="T101"/>
                </a:cxn>
              </a:cxnLst>
              <a:rect l="T153" t="T154" r="T155" b="T156"/>
              <a:pathLst>
                <a:path w="3960" h="4768">
                  <a:moveTo>
                    <a:pt x="353" y="3849"/>
                  </a:moveTo>
                  <a:lnTo>
                    <a:pt x="1661" y="4700"/>
                  </a:lnTo>
                  <a:lnTo>
                    <a:pt x="1697" y="4717"/>
                  </a:lnTo>
                  <a:lnTo>
                    <a:pt x="1736" y="4731"/>
                  </a:lnTo>
                  <a:lnTo>
                    <a:pt x="1776" y="4742"/>
                  </a:lnTo>
                  <a:lnTo>
                    <a:pt x="1818" y="4753"/>
                  </a:lnTo>
                  <a:lnTo>
                    <a:pt x="1860" y="4760"/>
                  </a:lnTo>
                  <a:lnTo>
                    <a:pt x="1902" y="4765"/>
                  </a:lnTo>
                  <a:lnTo>
                    <a:pt x="1946" y="4768"/>
                  </a:lnTo>
                  <a:lnTo>
                    <a:pt x="1988" y="4768"/>
                  </a:lnTo>
                  <a:lnTo>
                    <a:pt x="2031" y="4767"/>
                  </a:lnTo>
                  <a:lnTo>
                    <a:pt x="2073" y="4763"/>
                  </a:lnTo>
                  <a:lnTo>
                    <a:pt x="2114" y="4758"/>
                  </a:lnTo>
                  <a:lnTo>
                    <a:pt x="2154" y="4751"/>
                  </a:lnTo>
                  <a:lnTo>
                    <a:pt x="2193" y="4740"/>
                  </a:lnTo>
                  <a:lnTo>
                    <a:pt x="2230" y="4729"/>
                  </a:lnTo>
                  <a:lnTo>
                    <a:pt x="2264" y="4715"/>
                  </a:lnTo>
                  <a:lnTo>
                    <a:pt x="2297" y="4700"/>
                  </a:lnTo>
                  <a:lnTo>
                    <a:pt x="3639" y="3825"/>
                  </a:lnTo>
                  <a:lnTo>
                    <a:pt x="3673" y="3795"/>
                  </a:lnTo>
                  <a:lnTo>
                    <a:pt x="3707" y="3761"/>
                  </a:lnTo>
                  <a:lnTo>
                    <a:pt x="3738" y="3725"/>
                  </a:lnTo>
                  <a:lnTo>
                    <a:pt x="3768" y="3685"/>
                  </a:lnTo>
                  <a:lnTo>
                    <a:pt x="3796" y="3644"/>
                  </a:lnTo>
                  <a:lnTo>
                    <a:pt x="3821" y="3599"/>
                  </a:lnTo>
                  <a:lnTo>
                    <a:pt x="3846" y="3553"/>
                  </a:lnTo>
                  <a:lnTo>
                    <a:pt x="3868" y="3505"/>
                  </a:lnTo>
                  <a:lnTo>
                    <a:pt x="3888" y="3456"/>
                  </a:lnTo>
                  <a:lnTo>
                    <a:pt x="3907" y="3406"/>
                  </a:lnTo>
                  <a:lnTo>
                    <a:pt x="3922" y="3354"/>
                  </a:lnTo>
                  <a:lnTo>
                    <a:pt x="3935" y="3303"/>
                  </a:lnTo>
                  <a:lnTo>
                    <a:pt x="3946" y="3250"/>
                  </a:lnTo>
                  <a:lnTo>
                    <a:pt x="3953" y="3197"/>
                  </a:lnTo>
                  <a:lnTo>
                    <a:pt x="3957" y="3144"/>
                  </a:lnTo>
                  <a:lnTo>
                    <a:pt x="3960" y="3092"/>
                  </a:lnTo>
                  <a:lnTo>
                    <a:pt x="3959" y="1313"/>
                  </a:lnTo>
                  <a:lnTo>
                    <a:pt x="3955" y="1271"/>
                  </a:lnTo>
                  <a:lnTo>
                    <a:pt x="3949" y="1229"/>
                  </a:lnTo>
                  <a:lnTo>
                    <a:pt x="3941" y="1189"/>
                  </a:lnTo>
                  <a:lnTo>
                    <a:pt x="3930" y="1149"/>
                  </a:lnTo>
                  <a:lnTo>
                    <a:pt x="3918" y="1111"/>
                  </a:lnTo>
                  <a:lnTo>
                    <a:pt x="3902" y="1075"/>
                  </a:lnTo>
                  <a:lnTo>
                    <a:pt x="3886" y="1040"/>
                  </a:lnTo>
                  <a:lnTo>
                    <a:pt x="3867" y="1006"/>
                  </a:lnTo>
                  <a:lnTo>
                    <a:pt x="3846" y="973"/>
                  </a:lnTo>
                  <a:lnTo>
                    <a:pt x="3823" y="942"/>
                  </a:lnTo>
                  <a:lnTo>
                    <a:pt x="3798" y="913"/>
                  </a:lnTo>
                  <a:lnTo>
                    <a:pt x="3771" y="886"/>
                  </a:lnTo>
                  <a:lnTo>
                    <a:pt x="3743" y="860"/>
                  </a:lnTo>
                  <a:lnTo>
                    <a:pt x="3714" y="837"/>
                  </a:lnTo>
                  <a:lnTo>
                    <a:pt x="3682" y="816"/>
                  </a:lnTo>
                  <a:lnTo>
                    <a:pt x="3649" y="796"/>
                  </a:lnTo>
                  <a:lnTo>
                    <a:pt x="2386" y="83"/>
                  </a:lnTo>
                  <a:lnTo>
                    <a:pt x="2350" y="65"/>
                  </a:lnTo>
                  <a:lnTo>
                    <a:pt x="2310" y="50"/>
                  </a:lnTo>
                  <a:lnTo>
                    <a:pt x="2268" y="36"/>
                  </a:lnTo>
                  <a:lnTo>
                    <a:pt x="2223" y="24"/>
                  </a:lnTo>
                  <a:lnTo>
                    <a:pt x="2178" y="15"/>
                  </a:lnTo>
                  <a:lnTo>
                    <a:pt x="2131" y="8"/>
                  </a:lnTo>
                  <a:lnTo>
                    <a:pt x="2082" y="3"/>
                  </a:lnTo>
                  <a:lnTo>
                    <a:pt x="2032" y="0"/>
                  </a:lnTo>
                  <a:lnTo>
                    <a:pt x="1982" y="1"/>
                  </a:lnTo>
                  <a:lnTo>
                    <a:pt x="1933" y="3"/>
                  </a:lnTo>
                  <a:lnTo>
                    <a:pt x="1882" y="9"/>
                  </a:lnTo>
                  <a:lnTo>
                    <a:pt x="1833" y="17"/>
                  </a:lnTo>
                  <a:lnTo>
                    <a:pt x="1785" y="29"/>
                  </a:lnTo>
                  <a:lnTo>
                    <a:pt x="1737" y="43"/>
                  </a:lnTo>
                  <a:lnTo>
                    <a:pt x="1691" y="62"/>
                  </a:lnTo>
                  <a:lnTo>
                    <a:pt x="1647" y="83"/>
                  </a:lnTo>
                  <a:lnTo>
                    <a:pt x="311" y="782"/>
                  </a:lnTo>
                  <a:lnTo>
                    <a:pt x="276" y="803"/>
                  </a:lnTo>
                  <a:lnTo>
                    <a:pt x="243" y="826"/>
                  </a:lnTo>
                  <a:lnTo>
                    <a:pt x="213" y="852"/>
                  </a:lnTo>
                  <a:lnTo>
                    <a:pt x="184" y="879"/>
                  </a:lnTo>
                  <a:lnTo>
                    <a:pt x="155" y="908"/>
                  </a:lnTo>
                  <a:lnTo>
                    <a:pt x="131" y="939"/>
                  </a:lnTo>
                  <a:lnTo>
                    <a:pt x="107" y="971"/>
                  </a:lnTo>
                  <a:lnTo>
                    <a:pt x="86" y="1005"/>
                  </a:lnTo>
                  <a:lnTo>
                    <a:pt x="68" y="1040"/>
                  </a:lnTo>
                  <a:lnTo>
                    <a:pt x="50" y="1076"/>
                  </a:lnTo>
                  <a:lnTo>
                    <a:pt x="36" y="1115"/>
                  </a:lnTo>
                  <a:lnTo>
                    <a:pt x="23" y="1153"/>
                  </a:lnTo>
                  <a:lnTo>
                    <a:pt x="14" y="1195"/>
                  </a:lnTo>
                  <a:lnTo>
                    <a:pt x="7" y="1236"/>
                  </a:lnTo>
                  <a:lnTo>
                    <a:pt x="2" y="1279"/>
                  </a:lnTo>
                  <a:lnTo>
                    <a:pt x="0" y="1322"/>
                  </a:lnTo>
                  <a:lnTo>
                    <a:pt x="0" y="3093"/>
                  </a:lnTo>
                  <a:lnTo>
                    <a:pt x="2" y="3147"/>
                  </a:lnTo>
                  <a:lnTo>
                    <a:pt x="7" y="3202"/>
                  </a:lnTo>
                  <a:lnTo>
                    <a:pt x="15" y="3257"/>
                  </a:lnTo>
                  <a:lnTo>
                    <a:pt x="27" y="3312"/>
                  </a:lnTo>
                  <a:lnTo>
                    <a:pt x="42" y="3366"/>
                  </a:lnTo>
                  <a:lnTo>
                    <a:pt x="59" y="3420"/>
                  </a:lnTo>
                  <a:lnTo>
                    <a:pt x="79" y="3474"/>
                  </a:lnTo>
                  <a:lnTo>
                    <a:pt x="102" y="3525"/>
                  </a:lnTo>
                  <a:lnTo>
                    <a:pt x="127" y="3576"/>
                  </a:lnTo>
                  <a:lnTo>
                    <a:pt x="154" y="3624"/>
                  </a:lnTo>
                  <a:lnTo>
                    <a:pt x="184" y="3670"/>
                  </a:lnTo>
                  <a:lnTo>
                    <a:pt x="214" y="3712"/>
                  </a:lnTo>
                  <a:lnTo>
                    <a:pt x="247" y="3752"/>
                  </a:lnTo>
                  <a:lnTo>
                    <a:pt x="281" y="3788"/>
                  </a:lnTo>
                  <a:lnTo>
                    <a:pt x="317" y="3821"/>
                  </a:lnTo>
                  <a:lnTo>
                    <a:pt x="353" y="384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0851" name="Freeform 33"/>
            <p:cNvSpPr>
              <a:spLocks/>
            </p:cNvSpPr>
            <p:nvPr/>
          </p:nvSpPr>
          <p:spPr bwMode="auto">
            <a:xfrm>
              <a:off x="943" y="2210"/>
              <a:ext cx="276" cy="187"/>
            </a:xfrm>
            <a:custGeom>
              <a:avLst/>
              <a:gdLst>
                <a:gd name="T0" fmla="*/ 11 w 1380"/>
                <a:gd name="T1" fmla="*/ 7 h 937"/>
                <a:gd name="T2" fmla="*/ 11 w 1380"/>
                <a:gd name="T3" fmla="*/ 7 h 937"/>
                <a:gd name="T4" fmla="*/ 0 w 1380"/>
                <a:gd name="T5" fmla="*/ 0 h 937"/>
                <a:gd name="T6" fmla="*/ 0 w 1380"/>
                <a:gd name="T7" fmla="*/ 1 h 937"/>
                <a:gd name="T8" fmla="*/ 10 w 1380"/>
                <a:gd name="T9" fmla="*/ 7 h 937"/>
                <a:gd name="T10" fmla="*/ 10 w 1380"/>
                <a:gd name="T11" fmla="*/ 7 h 937"/>
                <a:gd name="T12" fmla="*/ 10 w 1380"/>
                <a:gd name="T13" fmla="*/ 7 h 937"/>
                <a:gd name="T14" fmla="*/ 11 w 1380"/>
                <a:gd name="T15" fmla="*/ 7 h 937"/>
                <a:gd name="T16" fmla="*/ 11 w 1380"/>
                <a:gd name="T17" fmla="*/ 7 h 937"/>
                <a:gd name="T18" fmla="*/ 11 w 1380"/>
                <a:gd name="T19" fmla="*/ 7 h 937"/>
                <a:gd name="T20" fmla="*/ 11 w 1380"/>
                <a:gd name="T21" fmla="*/ 7 h 937"/>
                <a:gd name="T22" fmla="*/ 11 w 1380"/>
                <a:gd name="T23" fmla="*/ 7 h 937"/>
                <a:gd name="T24" fmla="*/ 11 w 1380"/>
                <a:gd name="T25" fmla="*/ 7 h 937"/>
                <a:gd name="T26" fmla="*/ 11 w 1380"/>
                <a:gd name="T27" fmla="*/ 7 h 937"/>
                <a:gd name="T28" fmla="*/ 11 w 1380"/>
                <a:gd name="T29" fmla="*/ 7 h 937"/>
                <a:gd name="T30" fmla="*/ 11 w 1380"/>
                <a:gd name="T31" fmla="*/ 7 h 93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80"/>
                <a:gd name="T49" fmla="*/ 0 h 937"/>
                <a:gd name="T50" fmla="*/ 1380 w 1380"/>
                <a:gd name="T51" fmla="*/ 937 h 93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80" h="937">
                  <a:moveTo>
                    <a:pt x="1354" y="848"/>
                  </a:moveTo>
                  <a:lnTo>
                    <a:pt x="1359" y="851"/>
                  </a:lnTo>
                  <a:lnTo>
                    <a:pt x="51" y="0"/>
                  </a:lnTo>
                  <a:lnTo>
                    <a:pt x="0" y="78"/>
                  </a:lnTo>
                  <a:lnTo>
                    <a:pt x="1307" y="929"/>
                  </a:lnTo>
                  <a:lnTo>
                    <a:pt x="1312" y="932"/>
                  </a:lnTo>
                  <a:lnTo>
                    <a:pt x="1307" y="929"/>
                  </a:lnTo>
                  <a:lnTo>
                    <a:pt x="1326" y="937"/>
                  </a:lnTo>
                  <a:lnTo>
                    <a:pt x="1345" y="936"/>
                  </a:lnTo>
                  <a:lnTo>
                    <a:pt x="1360" y="929"/>
                  </a:lnTo>
                  <a:lnTo>
                    <a:pt x="1372" y="916"/>
                  </a:lnTo>
                  <a:lnTo>
                    <a:pt x="1379" y="899"/>
                  </a:lnTo>
                  <a:lnTo>
                    <a:pt x="1380" y="883"/>
                  </a:lnTo>
                  <a:lnTo>
                    <a:pt x="1374" y="865"/>
                  </a:lnTo>
                  <a:lnTo>
                    <a:pt x="1359" y="851"/>
                  </a:lnTo>
                  <a:lnTo>
                    <a:pt x="1354" y="84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0852" name="Freeform 34"/>
            <p:cNvSpPr>
              <a:spLocks/>
            </p:cNvSpPr>
            <p:nvPr/>
          </p:nvSpPr>
          <p:spPr bwMode="auto">
            <a:xfrm>
              <a:off x="1206" y="2379"/>
              <a:ext cx="140" cy="32"/>
            </a:xfrm>
            <a:custGeom>
              <a:avLst/>
              <a:gdLst>
                <a:gd name="T0" fmla="*/ 5 w 703"/>
                <a:gd name="T1" fmla="*/ 0 h 162"/>
                <a:gd name="T2" fmla="*/ 5 w 703"/>
                <a:gd name="T3" fmla="*/ 0 h 162"/>
                <a:gd name="T4" fmla="*/ 5 w 703"/>
                <a:gd name="T5" fmla="*/ 0 h 162"/>
                <a:gd name="T6" fmla="*/ 5 w 703"/>
                <a:gd name="T7" fmla="*/ 0 h 162"/>
                <a:gd name="T8" fmla="*/ 4 w 703"/>
                <a:gd name="T9" fmla="*/ 0 h 162"/>
                <a:gd name="T10" fmla="*/ 4 w 703"/>
                <a:gd name="T11" fmla="*/ 0 h 162"/>
                <a:gd name="T12" fmla="*/ 4 w 703"/>
                <a:gd name="T13" fmla="*/ 0 h 162"/>
                <a:gd name="T14" fmla="*/ 3 w 703"/>
                <a:gd name="T15" fmla="*/ 1 h 162"/>
                <a:gd name="T16" fmla="*/ 3 w 703"/>
                <a:gd name="T17" fmla="*/ 1 h 162"/>
                <a:gd name="T18" fmla="*/ 3 w 703"/>
                <a:gd name="T19" fmla="*/ 1 h 162"/>
                <a:gd name="T20" fmla="*/ 2 w 703"/>
                <a:gd name="T21" fmla="*/ 1 h 162"/>
                <a:gd name="T22" fmla="*/ 2 w 703"/>
                <a:gd name="T23" fmla="*/ 1 h 162"/>
                <a:gd name="T24" fmla="*/ 2 w 703"/>
                <a:gd name="T25" fmla="*/ 0 h 162"/>
                <a:gd name="T26" fmla="*/ 1 w 703"/>
                <a:gd name="T27" fmla="*/ 0 h 162"/>
                <a:gd name="T28" fmla="*/ 1 w 703"/>
                <a:gd name="T29" fmla="*/ 0 h 162"/>
                <a:gd name="T30" fmla="*/ 1 w 703"/>
                <a:gd name="T31" fmla="*/ 0 h 162"/>
                <a:gd name="T32" fmla="*/ 1 w 703"/>
                <a:gd name="T33" fmla="*/ 0 h 162"/>
                <a:gd name="T34" fmla="*/ 0 w 703"/>
                <a:gd name="T35" fmla="*/ 0 h 162"/>
                <a:gd name="T36" fmla="*/ 0 w 703"/>
                <a:gd name="T37" fmla="*/ 1 h 162"/>
                <a:gd name="T38" fmla="*/ 0 w 703"/>
                <a:gd name="T39" fmla="*/ 1 h 162"/>
                <a:gd name="T40" fmla="*/ 1 w 703"/>
                <a:gd name="T41" fmla="*/ 1 h 162"/>
                <a:gd name="T42" fmla="*/ 1 w 703"/>
                <a:gd name="T43" fmla="*/ 1 h 162"/>
                <a:gd name="T44" fmla="*/ 1 w 703"/>
                <a:gd name="T45" fmla="*/ 1 h 162"/>
                <a:gd name="T46" fmla="*/ 2 w 703"/>
                <a:gd name="T47" fmla="*/ 1 h 162"/>
                <a:gd name="T48" fmla="*/ 2 w 703"/>
                <a:gd name="T49" fmla="*/ 1 h 162"/>
                <a:gd name="T50" fmla="*/ 2 w 703"/>
                <a:gd name="T51" fmla="*/ 1 h 162"/>
                <a:gd name="T52" fmla="*/ 3 w 703"/>
                <a:gd name="T53" fmla="*/ 1 h 162"/>
                <a:gd name="T54" fmla="*/ 3 w 703"/>
                <a:gd name="T55" fmla="*/ 1 h 162"/>
                <a:gd name="T56" fmla="*/ 3 w 703"/>
                <a:gd name="T57" fmla="*/ 1 h 162"/>
                <a:gd name="T58" fmla="*/ 4 w 703"/>
                <a:gd name="T59" fmla="*/ 1 h 162"/>
                <a:gd name="T60" fmla="*/ 4 w 703"/>
                <a:gd name="T61" fmla="*/ 1 h 162"/>
                <a:gd name="T62" fmla="*/ 5 w 703"/>
                <a:gd name="T63" fmla="*/ 1 h 162"/>
                <a:gd name="T64" fmla="*/ 5 w 703"/>
                <a:gd name="T65" fmla="*/ 1 h 162"/>
                <a:gd name="T66" fmla="*/ 5 w 703"/>
                <a:gd name="T67" fmla="*/ 1 h 162"/>
                <a:gd name="T68" fmla="*/ 5 w 703"/>
                <a:gd name="T69" fmla="*/ 1 h 162"/>
                <a:gd name="T70" fmla="*/ 5 w 703"/>
                <a:gd name="T71" fmla="*/ 1 h 162"/>
                <a:gd name="T72" fmla="*/ 5 w 703"/>
                <a:gd name="T73" fmla="*/ 1 h 162"/>
                <a:gd name="T74" fmla="*/ 5 w 703"/>
                <a:gd name="T75" fmla="*/ 1 h 162"/>
                <a:gd name="T76" fmla="*/ 6 w 703"/>
                <a:gd name="T77" fmla="*/ 0 h 162"/>
                <a:gd name="T78" fmla="*/ 6 w 703"/>
                <a:gd name="T79" fmla="*/ 0 h 162"/>
                <a:gd name="T80" fmla="*/ 6 w 703"/>
                <a:gd name="T81" fmla="*/ 0 h 162"/>
                <a:gd name="T82" fmla="*/ 5 w 703"/>
                <a:gd name="T83" fmla="*/ 0 h 162"/>
                <a:gd name="T84" fmla="*/ 5 w 703"/>
                <a:gd name="T85" fmla="*/ 0 h 162"/>
                <a:gd name="T86" fmla="*/ 5 w 703"/>
                <a:gd name="T87" fmla="*/ 0 h 162"/>
                <a:gd name="T88" fmla="*/ 5 w 703"/>
                <a:gd name="T89" fmla="*/ 0 h 162"/>
                <a:gd name="T90" fmla="*/ 5 w 703"/>
                <a:gd name="T91" fmla="*/ 0 h 162"/>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703"/>
                <a:gd name="T139" fmla="*/ 0 h 162"/>
                <a:gd name="T140" fmla="*/ 703 w 703"/>
                <a:gd name="T141" fmla="*/ 162 h 162"/>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703" h="162">
                  <a:moveTo>
                    <a:pt x="631" y="8"/>
                  </a:moveTo>
                  <a:lnTo>
                    <a:pt x="636" y="6"/>
                  </a:lnTo>
                  <a:lnTo>
                    <a:pt x="606" y="20"/>
                  </a:lnTo>
                  <a:lnTo>
                    <a:pt x="575" y="32"/>
                  </a:lnTo>
                  <a:lnTo>
                    <a:pt x="540" y="42"/>
                  </a:lnTo>
                  <a:lnTo>
                    <a:pt x="504" y="52"/>
                  </a:lnTo>
                  <a:lnTo>
                    <a:pt x="467" y="59"/>
                  </a:lnTo>
                  <a:lnTo>
                    <a:pt x="428" y="64"/>
                  </a:lnTo>
                  <a:lnTo>
                    <a:pt x="389" y="67"/>
                  </a:lnTo>
                  <a:lnTo>
                    <a:pt x="348" y="68"/>
                  </a:lnTo>
                  <a:lnTo>
                    <a:pt x="308" y="68"/>
                  </a:lnTo>
                  <a:lnTo>
                    <a:pt x="267" y="65"/>
                  </a:lnTo>
                  <a:lnTo>
                    <a:pt x="226" y="61"/>
                  </a:lnTo>
                  <a:lnTo>
                    <a:pt x="187" y="54"/>
                  </a:lnTo>
                  <a:lnTo>
                    <a:pt x="148" y="44"/>
                  </a:lnTo>
                  <a:lnTo>
                    <a:pt x="110" y="33"/>
                  </a:lnTo>
                  <a:lnTo>
                    <a:pt x="75" y="20"/>
                  </a:lnTo>
                  <a:lnTo>
                    <a:pt x="42" y="5"/>
                  </a:lnTo>
                  <a:lnTo>
                    <a:pt x="0" y="89"/>
                  </a:lnTo>
                  <a:lnTo>
                    <a:pt x="40" y="107"/>
                  </a:lnTo>
                  <a:lnTo>
                    <a:pt x="82" y="122"/>
                  </a:lnTo>
                  <a:lnTo>
                    <a:pt x="124" y="135"/>
                  </a:lnTo>
                  <a:lnTo>
                    <a:pt x="169" y="146"/>
                  </a:lnTo>
                  <a:lnTo>
                    <a:pt x="214" y="153"/>
                  </a:lnTo>
                  <a:lnTo>
                    <a:pt x="258" y="158"/>
                  </a:lnTo>
                  <a:lnTo>
                    <a:pt x="303" y="162"/>
                  </a:lnTo>
                  <a:lnTo>
                    <a:pt x="348" y="162"/>
                  </a:lnTo>
                  <a:lnTo>
                    <a:pt x="394" y="161"/>
                  </a:lnTo>
                  <a:lnTo>
                    <a:pt x="439" y="157"/>
                  </a:lnTo>
                  <a:lnTo>
                    <a:pt x="481" y="150"/>
                  </a:lnTo>
                  <a:lnTo>
                    <a:pt x="525" y="143"/>
                  </a:lnTo>
                  <a:lnTo>
                    <a:pt x="566" y="132"/>
                  </a:lnTo>
                  <a:lnTo>
                    <a:pt x="606" y="121"/>
                  </a:lnTo>
                  <a:lnTo>
                    <a:pt x="643" y="105"/>
                  </a:lnTo>
                  <a:lnTo>
                    <a:pt x="678" y="88"/>
                  </a:lnTo>
                  <a:lnTo>
                    <a:pt x="683" y="86"/>
                  </a:lnTo>
                  <a:lnTo>
                    <a:pt x="678" y="88"/>
                  </a:lnTo>
                  <a:lnTo>
                    <a:pt x="695" y="75"/>
                  </a:lnTo>
                  <a:lnTo>
                    <a:pt x="702" y="60"/>
                  </a:lnTo>
                  <a:lnTo>
                    <a:pt x="703" y="42"/>
                  </a:lnTo>
                  <a:lnTo>
                    <a:pt x="698" y="26"/>
                  </a:lnTo>
                  <a:lnTo>
                    <a:pt x="688" y="12"/>
                  </a:lnTo>
                  <a:lnTo>
                    <a:pt x="674" y="3"/>
                  </a:lnTo>
                  <a:lnTo>
                    <a:pt x="656" y="0"/>
                  </a:lnTo>
                  <a:lnTo>
                    <a:pt x="636" y="6"/>
                  </a:lnTo>
                  <a:lnTo>
                    <a:pt x="631"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0853" name="Freeform 35"/>
            <p:cNvSpPr>
              <a:spLocks/>
            </p:cNvSpPr>
            <p:nvPr/>
          </p:nvSpPr>
          <p:spPr bwMode="auto">
            <a:xfrm>
              <a:off x="1332" y="2204"/>
              <a:ext cx="283" cy="192"/>
            </a:xfrm>
            <a:custGeom>
              <a:avLst/>
              <a:gdLst>
                <a:gd name="T0" fmla="*/ 11 w 1415"/>
                <a:gd name="T1" fmla="*/ 0 h 960"/>
                <a:gd name="T2" fmla="*/ 11 w 1415"/>
                <a:gd name="T3" fmla="*/ 0 h 960"/>
                <a:gd name="T4" fmla="*/ 0 w 1415"/>
                <a:gd name="T5" fmla="*/ 7 h 960"/>
                <a:gd name="T6" fmla="*/ 0 w 1415"/>
                <a:gd name="T7" fmla="*/ 8 h 960"/>
                <a:gd name="T8" fmla="*/ 11 w 1415"/>
                <a:gd name="T9" fmla="*/ 1 h 960"/>
                <a:gd name="T10" fmla="*/ 11 w 1415"/>
                <a:gd name="T11" fmla="*/ 1 h 960"/>
                <a:gd name="T12" fmla="*/ 11 w 1415"/>
                <a:gd name="T13" fmla="*/ 1 h 960"/>
                <a:gd name="T14" fmla="*/ 11 w 1415"/>
                <a:gd name="T15" fmla="*/ 1 h 960"/>
                <a:gd name="T16" fmla="*/ 11 w 1415"/>
                <a:gd name="T17" fmla="*/ 0 h 960"/>
                <a:gd name="T18" fmla="*/ 11 w 1415"/>
                <a:gd name="T19" fmla="*/ 0 h 960"/>
                <a:gd name="T20" fmla="*/ 11 w 1415"/>
                <a:gd name="T21" fmla="*/ 0 h 960"/>
                <a:gd name="T22" fmla="*/ 11 w 1415"/>
                <a:gd name="T23" fmla="*/ 0 h 960"/>
                <a:gd name="T24" fmla="*/ 11 w 1415"/>
                <a:gd name="T25" fmla="*/ 0 h 960"/>
                <a:gd name="T26" fmla="*/ 11 w 1415"/>
                <a:gd name="T27" fmla="*/ 0 h 960"/>
                <a:gd name="T28" fmla="*/ 11 w 1415"/>
                <a:gd name="T29" fmla="*/ 0 h 960"/>
                <a:gd name="T30" fmla="*/ 11 w 1415"/>
                <a:gd name="T31" fmla="*/ 0 h 96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15"/>
                <a:gd name="T49" fmla="*/ 0 h 960"/>
                <a:gd name="T50" fmla="*/ 1415 w 1415"/>
                <a:gd name="T51" fmla="*/ 960 h 96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15" h="960">
                  <a:moveTo>
                    <a:pt x="1338" y="10"/>
                  </a:moveTo>
                  <a:lnTo>
                    <a:pt x="1342" y="8"/>
                  </a:lnTo>
                  <a:lnTo>
                    <a:pt x="0" y="882"/>
                  </a:lnTo>
                  <a:lnTo>
                    <a:pt x="52" y="960"/>
                  </a:lnTo>
                  <a:lnTo>
                    <a:pt x="1393" y="85"/>
                  </a:lnTo>
                  <a:lnTo>
                    <a:pt x="1397" y="83"/>
                  </a:lnTo>
                  <a:lnTo>
                    <a:pt x="1393" y="85"/>
                  </a:lnTo>
                  <a:lnTo>
                    <a:pt x="1409" y="71"/>
                  </a:lnTo>
                  <a:lnTo>
                    <a:pt x="1415" y="53"/>
                  </a:lnTo>
                  <a:lnTo>
                    <a:pt x="1413" y="37"/>
                  </a:lnTo>
                  <a:lnTo>
                    <a:pt x="1406" y="21"/>
                  </a:lnTo>
                  <a:lnTo>
                    <a:pt x="1395" y="8"/>
                  </a:lnTo>
                  <a:lnTo>
                    <a:pt x="1379" y="1"/>
                  </a:lnTo>
                  <a:lnTo>
                    <a:pt x="1361" y="0"/>
                  </a:lnTo>
                  <a:lnTo>
                    <a:pt x="1342" y="8"/>
                  </a:lnTo>
                  <a:lnTo>
                    <a:pt x="1338" y="1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0854" name="Freeform 36"/>
            <p:cNvSpPr>
              <a:spLocks/>
            </p:cNvSpPr>
            <p:nvPr/>
          </p:nvSpPr>
          <p:spPr bwMode="auto">
            <a:xfrm>
              <a:off x="1599" y="2057"/>
              <a:ext cx="80" cy="163"/>
            </a:xfrm>
            <a:custGeom>
              <a:avLst/>
              <a:gdLst>
                <a:gd name="T0" fmla="*/ 2 w 398"/>
                <a:gd name="T1" fmla="*/ 0 h 817"/>
                <a:gd name="T2" fmla="*/ 2 w 398"/>
                <a:gd name="T3" fmla="*/ 0 h 817"/>
                <a:gd name="T4" fmla="*/ 2 w 398"/>
                <a:gd name="T5" fmla="*/ 1 h 817"/>
                <a:gd name="T6" fmla="*/ 2 w 398"/>
                <a:gd name="T7" fmla="*/ 1 h 817"/>
                <a:gd name="T8" fmla="*/ 2 w 398"/>
                <a:gd name="T9" fmla="*/ 2 h 817"/>
                <a:gd name="T10" fmla="*/ 2 w 398"/>
                <a:gd name="T11" fmla="*/ 2 h 817"/>
                <a:gd name="T12" fmla="*/ 2 w 398"/>
                <a:gd name="T13" fmla="*/ 2 h 817"/>
                <a:gd name="T14" fmla="*/ 2 w 398"/>
                <a:gd name="T15" fmla="*/ 3 h 817"/>
                <a:gd name="T16" fmla="*/ 2 w 398"/>
                <a:gd name="T17" fmla="*/ 3 h 817"/>
                <a:gd name="T18" fmla="*/ 2 w 398"/>
                <a:gd name="T19" fmla="*/ 4 h 817"/>
                <a:gd name="T20" fmla="*/ 2 w 398"/>
                <a:gd name="T21" fmla="*/ 4 h 817"/>
                <a:gd name="T22" fmla="*/ 1 w 398"/>
                <a:gd name="T23" fmla="*/ 4 h 817"/>
                <a:gd name="T24" fmla="*/ 1 w 398"/>
                <a:gd name="T25" fmla="*/ 5 h 817"/>
                <a:gd name="T26" fmla="*/ 1 w 398"/>
                <a:gd name="T27" fmla="*/ 5 h 817"/>
                <a:gd name="T28" fmla="*/ 1 w 398"/>
                <a:gd name="T29" fmla="*/ 5 h 817"/>
                <a:gd name="T30" fmla="*/ 1 w 398"/>
                <a:gd name="T31" fmla="*/ 5 h 817"/>
                <a:gd name="T32" fmla="*/ 0 w 398"/>
                <a:gd name="T33" fmla="*/ 6 h 817"/>
                <a:gd name="T34" fmla="*/ 0 w 398"/>
                <a:gd name="T35" fmla="*/ 6 h 817"/>
                <a:gd name="T36" fmla="*/ 0 w 398"/>
                <a:gd name="T37" fmla="*/ 7 h 817"/>
                <a:gd name="T38" fmla="*/ 1 w 398"/>
                <a:gd name="T39" fmla="*/ 6 h 817"/>
                <a:gd name="T40" fmla="*/ 1 w 398"/>
                <a:gd name="T41" fmla="*/ 6 h 817"/>
                <a:gd name="T42" fmla="*/ 1 w 398"/>
                <a:gd name="T43" fmla="*/ 6 h 817"/>
                <a:gd name="T44" fmla="*/ 2 w 398"/>
                <a:gd name="T45" fmla="*/ 5 h 817"/>
                <a:gd name="T46" fmla="*/ 2 w 398"/>
                <a:gd name="T47" fmla="*/ 5 h 817"/>
                <a:gd name="T48" fmla="*/ 2 w 398"/>
                <a:gd name="T49" fmla="*/ 5 h 817"/>
                <a:gd name="T50" fmla="*/ 2 w 398"/>
                <a:gd name="T51" fmla="*/ 4 h 817"/>
                <a:gd name="T52" fmla="*/ 2 w 398"/>
                <a:gd name="T53" fmla="*/ 4 h 817"/>
                <a:gd name="T54" fmla="*/ 3 w 398"/>
                <a:gd name="T55" fmla="*/ 3 h 817"/>
                <a:gd name="T56" fmla="*/ 3 w 398"/>
                <a:gd name="T57" fmla="*/ 3 h 817"/>
                <a:gd name="T58" fmla="*/ 3 w 398"/>
                <a:gd name="T59" fmla="*/ 3 h 817"/>
                <a:gd name="T60" fmla="*/ 3 w 398"/>
                <a:gd name="T61" fmla="*/ 2 h 817"/>
                <a:gd name="T62" fmla="*/ 3 w 398"/>
                <a:gd name="T63" fmla="*/ 2 h 817"/>
                <a:gd name="T64" fmla="*/ 3 w 398"/>
                <a:gd name="T65" fmla="*/ 1 h 817"/>
                <a:gd name="T66" fmla="*/ 3 w 398"/>
                <a:gd name="T67" fmla="*/ 1 h 817"/>
                <a:gd name="T68" fmla="*/ 3 w 398"/>
                <a:gd name="T69" fmla="*/ 0 h 817"/>
                <a:gd name="T70" fmla="*/ 3 w 398"/>
                <a:gd name="T71" fmla="*/ 0 h 817"/>
                <a:gd name="T72" fmla="*/ 3 w 398"/>
                <a:gd name="T73" fmla="*/ 0 h 817"/>
                <a:gd name="T74" fmla="*/ 3 w 398"/>
                <a:gd name="T75" fmla="*/ 0 h 817"/>
                <a:gd name="T76" fmla="*/ 3 w 398"/>
                <a:gd name="T77" fmla="*/ 0 h 817"/>
                <a:gd name="T78" fmla="*/ 3 w 398"/>
                <a:gd name="T79" fmla="*/ 0 h 817"/>
                <a:gd name="T80" fmla="*/ 3 w 398"/>
                <a:gd name="T81" fmla="*/ 0 h 817"/>
                <a:gd name="T82" fmla="*/ 3 w 398"/>
                <a:gd name="T83" fmla="*/ 0 h 817"/>
                <a:gd name="T84" fmla="*/ 3 w 398"/>
                <a:gd name="T85" fmla="*/ 0 h 817"/>
                <a:gd name="T86" fmla="*/ 2 w 398"/>
                <a:gd name="T87" fmla="*/ 0 h 817"/>
                <a:gd name="T88" fmla="*/ 2 w 398"/>
                <a:gd name="T89" fmla="*/ 0 h 817"/>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398"/>
                <a:gd name="T136" fmla="*/ 0 h 817"/>
                <a:gd name="T137" fmla="*/ 398 w 398"/>
                <a:gd name="T138" fmla="*/ 817 h 817"/>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398" h="817">
                  <a:moveTo>
                    <a:pt x="304" y="47"/>
                  </a:moveTo>
                  <a:lnTo>
                    <a:pt x="304" y="47"/>
                  </a:lnTo>
                  <a:lnTo>
                    <a:pt x="301" y="97"/>
                  </a:lnTo>
                  <a:lnTo>
                    <a:pt x="297" y="147"/>
                  </a:lnTo>
                  <a:lnTo>
                    <a:pt x="291" y="198"/>
                  </a:lnTo>
                  <a:lnTo>
                    <a:pt x="280" y="247"/>
                  </a:lnTo>
                  <a:lnTo>
                    <a:pt x="268" y="297"/>
                  </a:lnTo>
                  <a:lnTo>
                    <a:pt x="253" y="347"/>
                  </a:lnTo>
                  <a:lnTo>
                    <a:pt x="236" y="395"/>
                  </a:lnTo>
                  <a:lnTo>
                    <a:pt x="217" y="442"/>
                  </a:lnTo>
                  <a:lnTo>
                    <a:pt x="195" y="487"/>
                  </a:lnTo>
                  <a:lnTo>
                    <a:pt x="171" y="532"/>
                  </a:lnTo>
                  <a:lnTo>
                    <a:pt x="147" y="574"/>
                  </a:lnTo>
                  <a:lnTo>
                    <a:pt x="121" y="613"/>
                  </a:lnTo>
                  <a:lnTo>
                    <a:pt x="93" y="650"/>
                  </a:lnTo>
                  <a:lnTo>
                    <a:pt x="64" y="684"/>
                  </a:lnTo>
                  <a:lnTo>
                    <a:pt x="32" y="716"/>
                  </a:lnTo>
                  <a:lnTo>
                    <a:pt x="0" y="744"/>
                  </a:lnTo>
                  <a:lnTo>
                    <a:pt x="59" y="817"/>
                  </a:lnTo>
                  <a:lnTo>
                    <a:pt x="95" y="784"/>
                  </a:lnTo>
                  <a:lnTo>
                    <a:pt x="132" y="748"/>
                  </a:lnTo>
                  <a:lnTo>
                    <a:pt x="166" y="709"/>
                  </a:lnTo>
                  <a:lnTo>
                    <a:pt x="196" y="667"/>
                  </a:lnTo>
                  <a:lnTo>
                    <a:pt x="227" y="623"/>
                  </a:lnTo>
                  <a:lnTo>
                    <a:pt x="253" y="576"/>
                  </a:lnTo>
                  <a:lnTo>
                    <a:pt x="279" y="530"/>
                  </a:lnTo>
                  <a:lnTo>
                    <a:pt x="301" y="479"/>
                  </a:lnTo>
                  <a:lnTo>
                    <a:pt x="323" y="428"/>
                  </a:lnTo>
                  <a:lnTo>
                    <a:pt x="342" y="375"/>
                  </a:lnTo>
                  <a:lnTo>
                    <a:pt x="359" y="321"/>
                  </a:lnTo>
                  <a:lnTo>
                    <a:pt x="372" y="268"/>
                  </a:lnTo>
                  <a:lnTo>
                    <a:pt x="382" y="212"/>
                  </a:lnTo>
                  <a:lnTo>
                    <a:pt x="391" y="157"/>
                  </a:lnTo>
                  <a:lnTo>
                    <a:pt x="395" y="102"/>
                  </a:lnTo>
                  <a:lnTo>
                    <a:pt x="398" y="47"/>
                  </a:lnTo>
                  <a:lnTo>
                    <a:pt x="394" y="27"/>
                  </a:lnTo>
                  <a:lnTo>
                    <a:pt x="383" y="11"/>
                  </a:lnTo>
                  <a:lnTo>
                    <a:pt x="368" y="3"/>
                  </a:lnTo>
                  <a:lnTo>
                    <a:pt x="351" y="0"/>
                  </a:lnTo>
                  <a:lnTo>
                    <a:pt x="333" y="3"/>
                  </a:lnTo>
                  <a:lnTo>
                    <a:pt x="319" y="11"/>
                  </a:lnTo>
                  <a:lnTo>
                    <a:pt x="307" y="27"/>
                  </a:lnTo>
                  <a:lnTo>
                    <a:pt x="304" y="4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0855" name="Freeform 37"/>
            <p:cNvSpPr>
              <a:spLocks/>
            </p:cNvSpPr>
            <p:nvPr/>
          </p:nvSpPr>
          <p:spPr bwMode="auto">
            <a:xfrm>
              <a:off x="1660" y="1701"/>
              <a:ext cx="19" cy="365"/>
            </a:xfrm>
            <a:custGeom>
              <a:avLst/>
              <a:gdLst>
                <a:gd name="T0" fmla="*/ 0 w 95"/>
                <a:gd name="T1" fmla="*/ 0 h 1826"/>
                <a:gd name="T2" fmla="*/ 0 w 95"/>
                <a:gd name="T3" fmla="*/ 0 h 1826"/>
                <a:gd name="T4" fmla="*/ 0 w 95"/>
                <a:gd name="T5" fmla="*/ 15 h 1826"/>
                <a:gd name="T6" fmla="*/ 1 w 95"/>
                <a:gd name="T7" fmla="*/ 15 h 1826"/>
                <a:gd name="T8" fmla="*/ 1 w 95"/>
                <a:gd name="T9" fmla="*/ 0 h 1826"/>
                <a:gd name="T10" fmla="*/ 1 w 95"/>
                <a:gd name="T11" fmla="*/ 0 h 1826"/>
                <a:gd name="T12" fmla="*/ 1 w 95"/>
                <a:gd name="T13" fmla="*/ 0 h 1826"/>
                <a:gd name="T14" fmla="*/ 1 w 95"/>
                <a:gd name="T15" fmla="*/ 0 h 1826"/>
                <a:gd name="T16" fmla="*/ 1 w 95"/>
                <a:gd name="T17" fmla="*/ 0 h 1826"/>
                <a:gd name="T18" fmla="*/ 1 w 95"/>
                <a:gd name="T19" fmla="*/ 0 h 1826"/>
                <a:gd name="T20" fmla="*/ 0 w 95"/>
                <a:gd name="T21" fmla="*/ 0 h 1826"/>
                <a:gd name="T22" fmla="*/ 0 w 95"/>
                <a:gd name="T23" fmla="*/ 0 h 1826"/>
                <a:gd name="T24" fmla="*/ 0 w 95"/>
                <a:gd name="T25" fmla="*/ 0 h 1826"/>
                <a:gd name="T26" fmla="*/ 0 w 95"/>
                <a:gd name="T27" fmla="*/ 0 h 1826"/>
                <a:gd name="T28" fmla="*/ 0 w 95"/>
                <a:gd name="T29" fmla="*/ 0 h 1826"/>
                <a:gd name="T30" fmla="*/ 0 w 95"/>
                <a:gd name="T31" fmla="*/ 0 h 182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95"/>
                <a:gd name="T49" fmla="*/ 0 h 1826"/>
                <a:gd name="T50" fmla="*/ 95 w 95"/>
                <a:gd name="T51" fmla="*/ 1826 h 182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95" h="1826">
                  <a:moveTo>
                    <a:pt x="0" y="49"/>
                  </a:moveTo>
                  <a:lnTo>
                    <a:pt x="0" y="47"/>
                  </a:lnTo>
                  <a:lnTo>
                    <a:pt x="1" y="1826"/>
                  </a:lnTo>
                  <a:lnTo>
                    <a:pt x="95" y="1826"/>
                  </a:lnTo>
                  <a:lnTo>
                    <a:pt x="93" y="47"/>
                  </a:lnTo>
                  <a:lnTo>
                    <a:pt x="93" y="45"/>
                  </a:lnTo>
                  <a:lnTo>
                    <a:pt x="93" y="47"/>
                  </a:lnTo>
                  <a:lnTo>
                    <a:pt x="90" y="27"/>
                  </a:lnTo>
                  <a:lnTo>
                    <a:pt x="79" y="12"/>
                  </a:lnTo>
                  <a:lnTo>
                    <a:pt x="64" y="4"/>
                  </a:lnTo>
                  <a:lnTo>
                    <a:pt x="47" y="0"/>
                  </a:lnTo>
                  <a:lnTo>
                    <a:pt x="29" y="4"/>
                  </a:lnTo>
                  <a:lnTo>
                    <a:pt x="15" y="12"/>
                  </a:lnTo>
                  <a:lnTo>
                    <a:pt x="3" y="27"/>
                  </a:lnTo>
                  <a:lnTo>
                    <a:pt x="0" y="47"/>
                  </a:lnTo>
                  <a:lnTo>
                    <a:pt x="0" y="4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0856" name="Freeform 38"/>
            <p:cNvSpPr>
              <a:spLocks/>
            </p:cNvSpPr>
            <p:nvPr/>
          </p:nvSpPr>
          <p:spPr bwMode="auto">
            <a:xfrm>
              <a:off x="1598" y="1598"/>
              <a:ext cx="81" cy="113"/>
            </a:xfrm>
            <a:custGeom>
              <a:avLst/>
              <a:gdLst>
                <a:gd name="T0" fmla="*/ 0 w 401"/>
                <a:gd name="T1" fmla="*/ 1 h 566"/>
                <a:gd name="T2" fmla="*/ 0 w 401"/>
                <a:gd name="T3" fmla="*/ 1 h 566"/>
                <a:gd name="T4" fmla="*/ 0 w 401"/>
                <a:gd name="T5" fmla="*/ 1 h 566"/>
                <a:gd name="T6" fmla="*/ 1 w 401"/>
                <a:gd name="T7" fmla="*/ 1 h 566"/>
                <a:gd name="T8" fmla="*/ 1 w 401"/>
                <a:gd name="T9" fmla="*/ 1 h 566"/>
                <a:gd name="T10" fmla="*/ 1 w 401"/>
                <a:gd name="T11" fmla="*/ 1 h 566"/>
                <a:gd name="T12" fmla="*/ 1 w 401"/>
                <a:gd name="T13" fmla="*/ 2 h 566"/>
                <a:gd name="T14" fmla="*/ 1 w 401"/>
                <a:gd name="T15" fmla="*/ 2 h 566"/>
                <a:gd name="T16" fmla="*/ 2 w 401"/>
                <a:gd name="T17" fmla="*/ 2 h 566"/>
                <a:gd name="T18" fmla="*/ 2 w 401"/>
                <a:gd name="T19" fmla="*/ 2 h 566"/>
                <a:gd name="T20" fmla="*/ 2 w 401"/>
                <a:gd name="T21" fmla="*/ 2 h 566"/>
                <a:gd name="T22" fmla="*/ 2 w 401"/>
                <a:gd name="T23" fmla="*/ 3 h 566"/>
                <a:gd name="T24" fmla="*/ 2 w 401"/>
                <a:gd name="T25" fmla="*/ 3 h 566"/>
                <a:gd name="T26" fmla="*/ 2 w 401"/>
                <a:gd name="T27" fmla="*/ 3 h 566"/>
                <a:gd name="T28" fmla="*/ 2 w 401"/>
                <a:gd name="T29" fmla="*/ 4 h 566"/>
                <a:gd name="T30" fmla="*/ 2 w 401"/>
                <a:gd name="T31" fmla="*/ 4 h 566"/>
                <a:gd name="T32" fmla="*/ 2 w 401"/>
                <a:gd name="T33" fmla="*/ 4 h 566"/>
                <a:gd name="T34" fmla="*/ 3 w 401"/>
                <a:gd name="T35" fmla="*/ 5 h 566"/>
                <a:gd name="T36" fmla="*/ 3 w 401"/>
                <a:gd name="T37" fmla="*/ 4 h 566"/>
                <a:gd name="T38" fmla="*/ 3 w 401"/>
                <a:gd name="T39" fmla="*/ 4 h 566"/>
                <a:gd name="T40" fmla="*/ 3 w 401"/>
                <a:gd name="T41" fmla="*/ 4 h 566"/>
                <a:gd name="T42" fmla="*/ 3 w 401"/>
                <a:gd name="T43" fmla="*/ 3 h 566"/>
                <a:gd name="T44" fmla="*/ 3 w 401"/>
                <a:gd name="T45" fmla="*/ 3 h 566"/>
                <a:gd name="T46" fmla="*/ 3 w 401"/>
                <a:gd name="T47" fmla="*/ 3 h 566"/>
                <a:gd name="T48" fmla="*/ 3 w 401"/>
                <a:gd name="T49" fmla="*/ 2 h 566"/>
                <a:gd name="T50" fmla="*/ 3 w 401"/>
                <a:gd name="T51" fmla="*/ 2 h 566"/>
                <a:gd name="T52" fmla="*/ 2 w 401"/>
                <a:gd name="T53" fmla="*/ 2 h 566"/>
                <a:gd name="T54" fmla="*/ 2 w 401"/>
                <a:gd name="T55" fmla="*/ 2 h 566"/>
                <a:gd name="T56" fmla="*/ 2 w 401"/>
                <a:gd name="T57" fmla="*/ 1 h 566"/>
                <a:gd name="T58" fmla="*/ 2 w 401"/>
                <a:gd name="T59" fmla="*/ 1 h 566"/>
                <a:gd name="T60" fmla="*/ 2 w 401"/>
                <a:gd name="T61" fmla="*/ 1 h 566"/>
                <a:gd name="T62" fmla="*/ 1 w 401"/>
                <a:gd name="T63" fmla="*/ 1 h 566"/>
                <a:gd name="T64" fmla="*/ 1 w 401"/>
                <a:gd name="T65" fmla="*/ 0 h 566"/>
                <a:gd name="T66" fmla="*/ 1 w 401"/>
                <a:gd name="T67" fmla="*/ 0 h 566"/>
                <a:gd name="T68" fmla="*/ 1 w 401"/>
                <a:gd name="T69" fmla="*/ 0 h 566"/>
                <a:gd name="T70" fmla="*/ 1 w 401"/>
                <a:gd name="T71" fmla="*/ 0 h 566"/>
                <a:gd name="T72" fmla="*/ 1 w 401"/>
                <a:gd name="T73" fmla="*/ 0 h 566"/>
                <a:gd name="T74" fmla="*/ 0 w 401"/>
                <a:gd name="T75" fmla="*/ 0 h 566"/>
                <a:gd name="T76" fmla="*/ 0 w 401"/>
                <a:gd name="T77" fmla="*/ 0 h 566"/>
                <a:gd name="T78" fmla="*/ 0 w 401"/>
                <a:gd name="T79" fmla="*/ 0 h 566"/>
                <a:gd name="T80" fmla="*/ 0 w 401"/>
                <a:gd name="T81" fmla="*/ 0 h 566"/>
                <a:gd name="T82" fmla="*/ 0 w 401"/>
                <a:gd name="T83" fmla="*/ 0 h 566"/>
                <a:gd name="T84" fmla="*/ 0 w 401"/>
                <a:gd name="T85" fmla="*/ 0 h 566"/>
                <a:gd name="T86" fmla="*/ 0 w 401"/>
                <a:gd name="T87" fmla="*/ 1 h 566"/>
                <a:gd name="T88" fmla="*/ 0 w 401"/>
                <a:gd name="T89" fmla="*/ 1 h 56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401"/>
                <a:gd name="T136" fmla="*/ 0 h 566"/>
                <a:gd name="T137" fmla="*/ 401 w 401"/>
                <a:gd name="T138" fmla="*/ 566 h 566"/>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401" h="566">
                  <a:moveTo>
                    <a:pt x="23" y="88"/>
                  </a:moveTo>
                  <a:lnTo>
                    <a:pt x="23" y="88"/>
                  </a:lnTo>
                  <a:lnTo>
                    <a:pt x="53" y="107"/>
                  </a:lnTo>
                  <a:lnTo>
                    <a:pt x="83" y="125"/>
                  </a:lnTo>
                  <a:lnTo>
                    <a:pt x="108" y="147"/>
                  </a:lnTo>
                  <a:lnTo>
                    <a:pt x="135" y="171"/>
                  </a:lnTo>
                  <a:lnTo>
                    <a:pt x="160" y="196"/>
                  </a:lnTo>
                  <a:lnTo>
                    <a:pt x="182" y="223"/>
                  </a:lnTo>
                  <a:lnTo>
                    <a:pt x="205" y="251"/>
                  </a:lnTo>
                  <a:lnTo>
                    <a:pt x="223" y="281"/>
                  </a:lnTo>
                  <a:lnTo>
                    <a:pt x="240" y="312"/>
                  </a:lnTo>
                  <a:lnTo>
                    <a:pt x="256" y="345"/>
                  </a:lnTo>
                  <a:lnTo>
                    <a:pt x="270" y="379"/>
                  </a:lnTo>
                  <a:lnTo>
                    <a:pt x="282" y="414"/>
                  </a:lnTo>
                  <a:lnTo>
                    <a:pt x="291" y="450"/>
                  </a:lnTo>
                  <a:lnTo>
                    <a:pt x="299" y="488"/>
                  </a:lnTo>
                  <a:lnTo>
                    <a:pt x="304" y="526"/>
                  </a:lnTo>
                  <a:lnTo>
                    <a:pt x="308" y="566"/>
                  </a:lnTo>
                  <a:lnTo>
                    <a:pt x="401" y="562"/>
                  </a:lnTo>
                  <a:lnTo>
                    <a:pt x="398" y="517"/>
                  </a:lnTo>
                  <a:lnTo>
                    <a:pt x="391" y="471"/>
                  </a:lnTo>
                  <a:lnTo>
                    <a:pt x="383" y="429"/>
                  </a:lnTo>
                  <a:lnTo>
                    <a:pt x="371" y="386"/>
                  </a:lnTo>
                  <a:lnTo>
                    <a:pt x="357" y="346"/>
                  </a:lnTo>
                  <a:lnTo>
                    <a:pt x="340" y="307"/>
                  </a:lnTo>
                  <a:lnTo>
                    <a:pt x="324" y="270"/>
                  </a:lnTo>
                  <a:lnTo>
                    <a:pt x="303" y="232"/>
                  </a:lnTo>
                  <a:lnTo>
                    <a:pt x="280" y="197"/>
                  </a:lnTo>
                  <a:lnTo>
                    <a:pt x="255" y="164"/>
                  </a:lnTo>
                  <a:lnTo>
                    <a:pt x="228" y="132"/>
                  </a:lnTo>
                  <a:lnTo>
                    <a:pt x="199" y="103"/>
                  </a:lnTo>
                  <a:lnTo>
                    <a:pt x="169" y="76"/>
                  </a:lnTo>
                  <a:lnTo>
                    <a:pt x="137" y="50"/>
                  </a:lnTo>
                  <a:lnTo>
                    <a:pt x="103" y="27"/>
                  </a:lnTo>
                  <a:lnTo>
                    <a:pt x="67" y="6"/>
                  </a:lnTo>
                  <a:lnTo>
                    <a:pt x="48" y="0"/>
                  </a:lnTo>
                  <a:lnTo>
                    <a:pt x="30" y="2"/>
                  </a:lnTo>
                  <a:lnTo>
                    <a:pt x="16" y="12"/>
                  </a:lnTo>
                  <a:lnTo>
                    <a:pt x="5" y="25"/>
                  </a:lnTo>
                  <a:lnTo>
                    <a:pt x="0" y="41"/>
                  </a:lnTo>
                  <a:lnTo>
                    <a:pt x="0" y="59"/>
                  </a:lnTo>
                  <a:lnTo>
                    <a:pt x="8" y="75"/>
                  </a:lnTo>
                  <a:lnTo>
                    <a:pt x="23"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0857" name="Freeform 39"/>
            <p:cNvSpPr>
              <a:spLocks/>
            </p:cNvSpPr>
            <p:nvPr/>
          </p:nvSpPr>
          <p:spPr bwMode="auto">
            <a:xfrm>
              <a:off x="1346" y="1455"/>
              <a:ext cx="266" cy="160"/>
            </a:xfrm>
            <a:custGeom>
              <a:avLst/>
              <a:gdLst>
                <a:gd name="T0" fmla="*/ 0 w 1330"/>
                <a:gd name="T1" fmla="*/ 1 h 801"/>
                <a:gd name="T2" fmla="*/ 0 w 1330"/>
                <a:gd name="T3" fmla="*/ 1 h 801"/>
                <a:gd name="T4" fmla="*/ 10 w 1330"/>
                <a:gd name="T5" fmla="*/ 6 h 801"/>
                <a:gd name="T6" fmla="*/ 11 w 1330"/>
                <a:gd name="T7" fmla="*/ 6 h 801"/>
                <a:gd name="T8" fmla="*/ 1 w 1330"/>
                <a:gd name="T9" fmla="*/ 0 h 801"/>
                <a:gd name="T10" fmla="*/ 1 w 1330"/>
                <a:gd name="T11" fmla="*/ 0 h 801"/>
                <a:gd name="T12" fmla="*/ 1 w 1330"/>
                <a:gd name="T13" fmla="*/ 0 h 801"/>
                <a:gd name="T14" fmla="*/ 0 w 1330"/>
                <a:gd name="T15" fmla="*/ 0 h 801"/>
                <a:gd name="T16" fmla="*/ 0 w 1330"/>
                <a:gd name="T17" fmla="*/ 0 h 801"/>
                <a:gd name="T18" fmla="*/ 0 w 1330"/>
                <a:gd name="T19" fmla="*/ 0 h 801"/>
                <a:gd name="T20" fmla="*/ 0 w 1330"/>
                <a:gd name="T21" fmla="*/ 0 h 801"/>
                <a:gd name="T22" fmla="*/ 0 w 1330"/>
                <a:gd name="T23" fmla="*/ 0 h 801"/>
                <a:gd name="T24" fmla="*/ 0 w 1330"/>
                <a:gd name="T25" fmla="*/ 0 h 801"/>
                <a:gd name="T26" fmla="*/ 0 w 1330"/>
                <a:gd name="T27" fmla="*/ 1 h 801"/>
                <a:gd name="T28" fmla="*/ 0 w 1330"/>
                <a:gd name="T29" fmla="*/ 1 h 801"/>
                <a:gd name="T30" fmla="*/ 0 w 1330"/>
                <a:gd name="T31" fmla="*/ 1 h 801"/>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30"/>
                <a:gd name="T49" fmla="*/ 0 h 801"/>
                <a:gd name="T50" fmla="*/ 1330 w 1330"/>
                <a:gd name="T51" fmla="*/ 801 h 801"/>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30" h="801">
                  <a:moveTo>
                    <a:pt x="24" y="88"/>
                  </a:moveTo>
                  <a:lnTo>
                    <a:pt x="23" y="88"/>
                  </a:lnTo>
                  <a:lnTo>
                    <a:pt x="1286" y="801"/>
                  </a:lnTo>
                  <a:lnTo>
                    <a:pt x="1330" y="719"/>
                  </a:lnTo>
                  <a:lnTo>
                    <a:pt x="67" y="6"/>
                  </a:lnTo>
                  <a:lnTo>
                    <a:pt x="66" y="6"/>
                  </a:lnTo>
                  <a:lnTo>
                    <a:pt x="67" y="6"/>
                  </a:lnTo>
                  <a:lnTo>
                    <a:pt x="48" y="0"/>
                  </a:lnTo>
                  <a:lnTo>
                    <a:pt x="30" y="2"/>
                  </a:lnTo>
                  <a:lnTo>
                    <a:pt x="16" y="12"/>
                  </a:lnTo>
                  <a:lnTo>
                    <a:pt x="5" y="25"/>
                  </a:lnTo>
                  <a:lnTo>
                    <a:pt x="0" y="41"/>
                  </a:lnTo>
                  <a:lnTo>
                    <a:pt x="0" y="59"/>
                  </a:lnTo>
                  <a:lnTo>
                    <a:pt x="8" y="75"/>
                  </a:lnTo>
                  <a:lnTo>
                    <a:pt x="23" y="88"/>
                  </a:lnTo>
                  <a:lnTo>
                    <a:pt x="24"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0858" name="Freeform 40"/>
            <p:cNvSpPr>
              <a:spLocks/>
            </p:cNvSpPr>
            <p:nvPr/>
          </p:nvSpPr>
          <p:spPr bwMode="auto">
            <a:xfrm>
              <a:off x="1198" y="1439"/>
              <a:ext cx="161" cy="35"/>
            </a:xfrm>
            <a:custGeom>
              <a:avLst/>
              <a:gdLst>
                <a:gd name="T0" fmla="*/ 1 w 806"/>
                <a:gd name="T1" fmla="*/ 1 h 177"/>
                <a:gd name="T2" fmla="*/ 1 w 806"/>
                <a:gd name="T3" fmla="*/ 1 h 177"/>
                <a:gd name="T4" fmla="*/ 1 w 806"/>
                <a:gd name="T5" fmla="*/ 1 h 177"/>
                <a:gd name="T6" fmla="*/ 1 w 806"/>
                <a:gd name="T7" fmla="*/ 1 h 177"/>
                <a:gd name="T8" fmla="*/ 2 w 806"/>
                <a:gd name="T9" fmla="*/ 1 h 177"/>
                <a:gd name="T10" fmla="*/ 2 w 806"/>
                <a:gd name="T11" fmla="*/ 1 h 177"/>
                <a:gd name="T12" fmla="*/ 2 w 806"/>
                <a:gd name="T13" fmla="*/ 1 h 177"/>
                <a:gd name="T14" fmla="*/ 3 w 806"/>
                <a:gd name="T15" fmla="*/ 1 h 177"/>
                <a:gd name="T16" fmla="*/ 3 w 806"/>
                <a:gd name="T17" fmla="*/ 1 h 177"/>
                <a:gd name="T18" fmla="*/ 3 w 806"/>
                <a:gd name="T19" fmla="*/ 1 h 177"/>
                <a:gd name="T20" fmla="*/ 4 w 806"/>
                <a:gd name="T21" fmla="*/ 1 h 177"/>
                <a:gd name="T22" fmla="*/ 4 w 806"/>
                <a:gd name="T23" fmla="*/ 1 h 177"/>
                <a:gd name="T24" fmla="*/ 5 w 806"/>
                <a:gd name="T25" fmla="*/ 1 h 177"/>
                <a:gd name="T26" fmla="*/ 5 w 806"/>
                <a:gd name="T27" fmla="*/ 1 h 177"/>
                <a:gd name="T28" fmla="*/ 5 w 806"/>
                <a:gd name="T29" fmla="*/ 1 h 177"/>
                <a:gd name="T30" fmla="*/ 6 w 806"/>
                <a:gd name="T31" fmla="*/ 1 h 177"/>
                <a:gd name="T32" fmla="*/ 6 w 806"/>
                <a:gd name="T33" fmla="*/ 1 h 177"/>
                <a:gd name="T34" fmla="*/ 6 w 806"/>
                <a:gd name="T35" fmla="*/ 1 h 177"/>
                <a:gd name="T36" fmla="*/ 6 w 806"/>
                <a:gd name="T37" fmla="*/ 1 h 177"/>
                <a:gd name="T38" fmla="*/ 6 w 806"/>
                <a:gd name="T39" fmla="*/ 1 h 177"/>
                <a:gd name="T40" fmla="*/ 6 w 806"/>
                <a:gd name="T41" fmla="*/ 0 h 177"/>
                <a:gd name="T42" fmla="*/ 5 w 806"/>
                <a:gd name="T43" fmla="*/ 0 h 177"/>
                <a:gd name="T44" fmla="*/ 5 w 806"/>
                <a:gd name="T45" fmla="*/ 0 h 177"/>
                <a:gd name="T46" fmla="*/ 5 w 806"/>
                <a:gd name="T47" fmla="*/ 0 h 177"/>
                <a:gd name="T48" fmla="*/ 4 w 806"/>
                <a:gd name="T49" fmla="*/ 0 h 177"/>
                <a:gd name="T50" fmla="*/ 4 w 806"/>
                <a:gd name="T51" fmla="*/ 0 h 177"/>
                <a:gd name="T52" fmla="*/ 3 w 806"/>
                <a:gd name="T53" fmla="*/ 0 h 177"/>
                <a:gd name="T54" fmla="*/ 3 w 806"/>
                <a:gd name="T55" fmla="*/ 0 h 177"/>
                <a:gd name="T56" fmla="*/ 3 w 806"/>
                <a:gd name="T57" fmla="*/ 0 h 177"/>
                <a:gd name="T58" fmla="*/ 2 w 806"/>
                <a:gd name="T59" fmla="*/ 0 h 177"/>
                <a:gd name="T60" fmla="*/ 2 w 806"/>
                <a:gd name="T61" fmla="*/ 0 h 177"/>
                <a:gd name="T62" fmla="*/ 1 w 806"/>
                <a:gd name="T63" fmla="*/ 0 h 177"/>
                <a:gd name="T64" fmla="*/ 1 w 806"/>
                <a:gd name="T65" fmla="*/ 0 h 177"/>
                <a:gd name="T66" fmla="*/ 1 w 806"/>
                <a:gd name="T67" fmla="*/ 1 h 177"/>
                <a:gd name="T68" fmla="*/ 0 w 806"/>
                <a:gd name="T69" fmla="*/ 1 h 177"/>
                <a:gd name="T70" fmla="*/ 0 w 806"/>
                <a:gd name="T71" fmla="*/ 1 h 177"/>
                <a:gd name="T72" fmla="*/ 0 w 806"/>
                <a:gd name="T73" fmla="*/ 1 h 177"/>
                <a:gd name="T74" fmla="*/ 0 w 806"/>
                <a:gd name="T75" fmla="*/ 1 h 177"/>
                <a:gd name="T76" fmla="*/ 0 w 806"/>
                <a:gd name="T77" fmla="*/ 1 h 177"/>
                <a:gd name="T78" fmla="*/ 0 w 806"/>
                <a:gd name="T79" fmla="*/ 1 h 177"/>
                <a:gd name="T80" fmla="*/ 0 w 806"/>
                <a:gd name="T81" fmla="*/ 1 h 177"/>
                <a:gd name="T82" fmla="*/ 0 w 806"/>
                <a:gd name="T83" fmla="*/ 1 h 177"/>
                <a:gd name="T84" fmla="*/ 0 w 806"/>
                <a:gd name="T85" fmla="*/ 1 h 177"/>
                <a:gd name="T86" fmla="*/ 0 w 806"/>
                <a:gd name="T87" fmla="*/ 1 h 177"/>
                <a:gd name="T88" fmla="*/ 1 w 806"/>
                <a:gd name="T89" fmla="*/ 1 h 177"/>
                <a:gd name="T90" fmla="*/ 1 w 806"/>
                <a:gd name="T91" fmla="*/ 1 h 17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806"/>
                <a:gd name="T139" fmla="*/ 0 h 177"/>
                <a:gd name="T140" fmla="*/ 806 w 806"/>
                <a:gd name="T141" fmla="*/ 177 h 17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806" h="177">
                  <a:moveTo>
                    <a:pt x="67" y="171"/>
                  </a:moveTo>
                  <a:lnTo>
                    <a:pt x="68" y="171"/>
                  </a:lnTo>
                  <a:lnTo>
                    <a:pt x="109" y="151"/>
                  </a:lnTo>
                  <a:lnTo>
                    <a:pt x="151" y="135"/>
                  </a:lnTo>
                  <a:lnTo>
                    <a:pt x="196" y="122"/>
                  </a:lnTo>
                  <a:lnTo>
                    <a:pt x="242" y="110"/>
                  </a:lnTo>
                  <a:lnTo>
                    <a:pt x="287" y="102"/>
                  </a:lnTo>
                  <a:lnTo>
                    <a:pt x="335" y="97"/>
                  </a:lnTo>
                  <a:lnTo>
                    <a:pt x="382" y="95"/>
                  </a:lnTo>
                  <a:lnTo>
                    <a:pt x="430" y="94"/>
                  </a:lnTo>
                  <a:lnTo>
                    <a:pt x="477" y="97"/>
                  </a:lnTo>
                  <a:lnTo>
                    <a:pt x="524" y="102"/>
                  </a:lnTo>
                  <a:lnTo>
                    <a:pt x="568" y="108"/>
                  </a:lnTo>
                  <a:lnTo>
                    <a:pt x="612" y="117"/>
                  </a:lnTo>
                  <a:lnTo>
                    <a:pt x="654" y="128"/>
                  </a:lnTo>
                  <a:lnTo>
                    <a:pt x="693" y="141"/>
                  </a:lnTo>
                  <a:lnTo>
                    <a:pt x="730" y="155"/>
                  </a:lnTo>
                  <a:lnTo>
                    <a:pt x="764" y="171"/>
                  </a:lnTo>
                  <a:lnTo>
                    <a:pt x="806" y="89"/>
                  </a:lnTo>
                  <a:lnTo>
                    <a:pt x="768" y="70"/>
                  </a:lnTo>
                  <a:lnTo>
                    <a:pt x="725" y="54"/>
                  </a:lnTo>
                  <a:lnTo>
                    <a:pt x="680" y="39"/>
                  </a:lnTo>
                  <a:lnTo>
                    <a:pt x="633" y="26"/>
                  </a:lnTo>
                  <a:lnTo>
                    <a:pt x="585" y="16"/>
                  </a:lnTo>
                  <a:lnTo>
                    <a:pt x="536" y="8"/>
                  </a:lnTo>
                  <a:lnTo>
                    <a:pt x="484" y="3"/>
                  </a:lnTo>
                  <a:lnTo>
                    <a:pt x="433" y="0"/>
                  </a:lnTo>
                  <a:lnTo>
                    <a:pt x="380" y="1"/>
                  </a:lnTo>
                  <a:lnTo>
                    <a:pt x="328" y="3"/>
                  </a:lnTo>
                  <a:lnTo>
                    <a:pt x="276" y="10"/>
                  </a:lnTo>
                  <a:lnTo>
                    <a:pt x="223" y="19"/>
                  </a:lnTo>
                  <a:lnTo>
                    <a:pt x="172" y="30"/>
                  </a:lnTo>
                  <a:lnTo>
                    <a:pt x="121" y="46"/>
                  </a:lnTo>
                  <a:lnTo>
                    <a:pt x="72" y="67"/>
                  </a:lnTo>
                  <a:lnTo>
                    <a:pt x="24" y="89"/>
                  </a:lnTo>
                  <a:lnTo>
                    <a:pt x="25" y="89"/>
                  </a:lnTo>
                  <a:lnTo>
                    <a:pt x="24" y="89"/>
                  </a:lnTo>
                  <a:lnTo>
                    <a:pt x="8" y="102"/>
                  </a:lnTo>
                  <a:lnTo>
                    <a:pt x="0" y="118"/>
                  </a:lnTo>
                  <a:lnTo>
                    <a:pt x="0" y="136"/>
                  </a:lnTo>
                  <a:lnTo>
                    <a:pt x="6" y="152"/>
                  </a:lnTo>
                  <a:lnTo>
                    <a:pt x="17" y="165"/>
                  </a:lnTo>
                  <a:lnTo>
                    <a:pt x="31" y="175"/>
                  </a:lnTo>
                  <a:lnTo>
                    <a:pt x="48" y="177"/>
                  </a:lnTo>
                  <a:lnTo>
                    <a:pt x="68" y="171"/>
                  </a:lnTo>
                  <a:lnTo>
                    <a:pt x="67" y="1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0859" name="Freeform 41"/>
            <p:cNvSpPr>
              <a:spLocks/>
            </p:cNvSpPr>
            <p:nvPr/>
          </p:nvSpPr>
          <p:spPr bwMode="auto">
            <a:xfrm>
              <a:off x="931" y="1456"/>
              <a:ext cx="280" cy="158"/>
            </a:xfrm>
            <a:custGeom>
              <a:avLst/>
              <a:gdLst>
                <a:gd name="T0" fmla="*/ 1 w 1402"/>
                <a:gd name="T1" fmla="*/ 6 h 787"/>
                <a:gd name="T2" fmla="*/ 1 w 1402"/>
                <a:gd name="T3" fmla="*/ 6 h 787"/>
                <a:gd name="T4" fmla="*/ 11 w 1402"/>
                <a:gd name="T5" fmla="*/ 1 h 787"/>
                <a:gd name="T6" fmla="*/ 11 w 1402"/>
                <a:gd name="T7" fmla="*/ 0 h 787"/>
                <a:gd name="T8" fmla="*/ 0 w 1402"/>
                <a:gd name="T9" fmla="*/ 6 h 787"/>
                <a:gd name="T10" fmla="*/ 0 w 1402"/>
                <a:gd name="T11" fmla="*/ 6 h 787"/>
                <a:gd name="T12" fmla="*/ 0 w 1402"/>
                <a:gd name="T13" fmla="*/ 6 h 787"/>
                <a:gd name="T14" fmla="*/ 0 w 1402"/>
                <a:gd name="T15" fmla="*/ 6 h 787"/>
                <a:gd name="T16" fmla="*/ 0 w 1402"/>
                <a:gd name="T17" fmla="*/ 6 h 787"/>
                <a:gd name="T18" fmla="*/ 0 w 1402"/>
                <a:gd name="T19" fmla="*/ 6 h 787"/>
                <a:gd name="T20" fmla="*/ 0 w 1402"/>
                <a:gd name="T21" fmla="*/ 6 h 787"/>
                <a:gd name="T22" fmla="*/ 0 w 1402"/>
                <a:gd name="T23" fmla="*/ 6 h 787"/>
                <a:gd name="T24" fmla="*/ 0 w 1402"/>
                <a:gd name="T25" fmla="*/ 6 h 787"/>
                <a:gd name="T26" fmla="*/ 0 w 1402"/>
                <a:gd name="T27" fmla="*/ 6 h 787"/>
                <a:gd name="T28" fmla="*/ 1 w 1402"/>
                <a:gd name="T29" fmla="*/ 6 h 787"/>
                <a:gd name="T30" fmla="*/ 1 w 1402"/>
                <a:gd name="T31" fmla="*/ 6 h 78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02"/>
                <a:gd name="T49" fmla="*/ 0 h 787"/>
                <a:gd name="T50" fmla="*/ 1402 w 1402"/>
                <a:gd name="T51" fmla="*/ 787 h 78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02" h="787">
                  <a:moveTo>
                    <a:pt x="69" y="781"/>
                  </a:moveTo>
                  <a:lnTo>
                    <a:pt x="66" y="781"/>
                  </a:lnTo>
                  <a:lnTo>
                    <a:pt x="1402" y="82"/>
                  </a:lnTo>
                  <a:lnTo>
                    <a:pt x="1360" y="0"/>
                  </a:lnTo>
                  <a:lnTo>
                    <a:pt x="24" y="699"/>
                  </a:lnTo>
                  <a:lnTo>
                    <a:pt x="22" y="699"/>
                  </a:lnTo>
                  <a:lnTo>
                    <a:pt x="24" y="699"/>
                  </a:lnTo>
                  <a:lnTo>
                    <a:pt x="8" y="712"/>
                  </a:lnTo>
                  <a:lnTo>
                    <a:pt x="1" y="727"/>
                  </a:lnTo>
                  <a:lnTo>
                    <a:pt x="0" y="744"/>
                  </a:lnTo>
                  <a:lnTo>
                    <a:pt x="5" y="761"/>
                  </a:lnTo>
                  <a:lnTo>
                    <a:pt x="15" y="775"/>
                  </a:lnTo>
                  <a:lnTo>
                    <a:pt x="30" y="784"/>
                  </a:lnTo>
                  <a:lnTo>
                    <a:pt x="46" y="787"/>
                  </a:lnTo>
                  <a:lnTo>
                    <a:pt x="66" y="781"/>
                  </a:lnTo>
                  <a:lnTo>
                    <a:pt x="69" y="7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0860" name="Freeform 42"/>
            <p:cNvSpPr>
              <a:spLocks/>
            </p:cNvSpPr>
            <p:nvPr/>
          </p:nvSpPr>
          <p:spPr bwMode="auto">
            <a:xfrm>
              <a:off x="868" y="1596"/>
              <a:ext cx="77" cy="126"/>
            </a:xfrm>
            <a:custGeom>
              <a:avLst/>
              <a:gdLst>
                <a:gd name="T0" fmla="*/ 1 w 382"/>
                <a:gd name="T1" fmla="*/ 5 h 628"/>
                <a:gd name="T2" fmla="*/ 1 w 382"/>
                <a:gd name="T3" fmla="*/ 5 h 628"/>
                <a:gd name="T4" fmla="*/ 1 w 382"/>
                <a:gd name="T5" fmla="*/ 4 h 628"/>
                <a:gd name="T6" fmla="*/ 1 w 382"/>
                <a:gd name="T7" fmla="*/ 4 h 628"/>
                <a:gd name="T8" fmla="*/ 1 w 382"/>
                <a:gd name="T9" fmla="*/ 4 h 628"/>
                <a:gd name="T10" fmla="*/ 1 w 382"/>
                <a:gd name="T11" fmla="*/ 3 h 628"/>
                <a:gd name="T12" fmla="*/ 1 w 382"/>
                <a:gd name="T13" fmla="*/ 3 h 628"/>
                <a:gd name="T14" fmla="*/ 1 w 382"/>
                <a:gd name="T15" fmla="*/ 3 h 628"/>
                <a:gd name="T16" fmla="*/ 1 w 382"/>
                <a:gd name="T17" fmla="*/ 3 h 628"/>
                <a:gd name="T18" fmla="*/ 1 w 382"/>
                <a:gd name="T19" fmla="*/ 2 h 628"/>
                <a:gd name="T20" fmla="*/ 2 w 382"/>
                <a:gd name="T21" fmla="*/ 2 h 628"/>
                <a:gd name="T22" fmla="*/ 2 w 382"/>
                <a:gd name="T23" fmla="*/ 2 h 628"/>
                <a:gd name="T24" fmla="*/ 2 w 382"/>
                <a:gd name="T25" fmla="*/ 2 h 628"/>
                <a:gd name="T26" fmla="*/ 2 w 382"/>
                <a:gd name="T27" fmla="*/ 1 h 628"/>
                <a:gd name="T28" fmla="*/ 2 w 382"/>
                <a:gd name="T29" fmla="*/ 1 h 628"/>
                <a:gd name="T30" fmla="*/ 3 w 382"/>
                <a:gd name="T31" fmla="*/ 1 h 628"/>
                <a:gd name="T32" fmla="*/ 3 w 382"/>
                <a:gd name="T33" fmla="*/ 1 h 628"/>
                <a:gd name="T34" fmla="*/ 3 w 382"/>
                <a:gd name="T35" fmla="*/ 1 h 628"/>
                <a:gd name="T36" fmla="*/ 3 w 382"/>
                <a:gd name="T37" fmla="*/ 0 h 628"/>
                <a:gd name="T38" fmla="*/ 2 w 382"/>
                <a:gd name="T39" fmla="*/ 0 h 628"/>
                <a:gd name="T40" fmla="*/ 2 w 382"/>
                <a:gd name="T41" fmla="*/ 0 h 628"/>
                <a:gd name="T42" fmla="*/ 2 w 382"/>
                <a:gd name="T43" fmla="*/ 1 h 628"/>
                <a:gd name="T44" fmla="*/ 2 w 382"/>
                <a:gd name="T45" fmla="*/ 1 h 628"/>
                <a:gd name="T46" fmla="*/ 1 w 382"/>
                <a:gd name="T47" fmla="*/ 1 h 628"/>
                <a:gd name="T48" fmla="*/ 1 w 382"/>
                <a:gd name="T49" fmla="*/ 1 h 628"/>
                <a:gd name="T50" fmla="*/ 1 w 382"/>
                <a:gd name="T51" fmla="*/ 2 h 628"/>
                <a:gd name="T52" fmla="*/ 1 w 382"/>
                <a:gd name="T53" fmla="*/ 2 h 628"/>
                <a:gd name="T54" fmla="*/ 1 w 382"/>
                <a:gd name="T55" fmla="*/ 2 h 628"/>
                <a:gd name="T56" fmla="*/ 0 w 382"/>
                <a:gd name="T57" fmla="*/ 3 h 628"/>
                <a:gd name="T58" fmla="*/ 0 w 382"/>
                <a:gd name="T59" fmla="*/ 3 h 628"/>
                <a:gd name="T60" fmla="*/ 0 w 382"/>
                <a:gd name="T61" fmla="*/ 3 h 628"/>
                <a:gd name="T62" fmla="*/ 0 w 382"/>
                <a:gd name="T63" fmla="*/ 4 h 628"/>
                <a:gd name="T64" fmla="*/ 0 w 382"/>
                <a:gd name="T65" fmla="*/ 4 h 628"/>
                <a:gd name="T66" fmla="*/ 0 w 382"/>
                <a:gd name="T67" fmla="*/ 4 h 628"/>
                <a:gd name="T68" fmla="*/ 0 w 382"/>
                <a:gd name="T69" fmla="*/ 5 h 628"/>
                <a:gd name="T70" fmla="*/ 0 w 382"/>
                <a:gd name="T71" fmla="*/ 5 h 628"/>
                <a:gd name="T72" fmla="*/ 0 w 382"/>
                <a:gd name="T73" fmla="*/ 5 h 628"/>
                <a:gd name="T74" fmla="*/ 0 w 382"/>
                <a:gd name="T75" fmla="*/ 5 h 628"/>
                <a:gd name="T76" fmla="*/ 0 w 382"/>
                <a:gd name="T77" fmla="*/ 5 h 628"/>
                <a:gd name="T78" fmla="*/ 0 w 382"/>
                <a:gd name="T79" fmla="*/ 5 h 628"/>
                <a:gd name="T80" fmla="*/ 0 w 382"/>
                <a:gd name="T81" fmla="*/ 5 h 628"/>
                <a:gd name="T82" fmla="*/ 1 w 382"/>
                <a:gd name="T83" fmla="*/ 5 h 628"/>
                <a:gd name="T84" fmla="*/ 1 w 382"/>
                <a:gd name="T85" fmla="*/ 5 h 628"/>
                <a:gd name="T86" fmla="*/ 1 w 382"/>
                <a:gd name="T87" fmla="*/ 5 h 628"/>
                <a:gd name="T88" fmla="*/ 1 w 382"/>
                <a:gd name="T89" fmla="*/ 5 h 628"/>
                <a:gd name="T90" fmla="*/ 1 w 382"/>
                <a:gd name="T91" fmla="*/ 5 h 628"/>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382"/>
                <a:gd name="T139" fmla="*/ 0 h 628"/>
                <a:gd name="T140" fmla="*/ 382 w 382"/>
                <a:gd name="T141" fmla="*/ 628 h 628"/>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382" h="628">
                  <a:moveTo>
                    <a:pt x="94" y="581"/>
                  </a:moveTo>
                  <a:lnTo>
                    <a:pt x="94" y="582"/>
                  </a:lnTo>
                  <a:lnTo>
                    <a:pt x="96" y="541"/>
                  </a:lnTo>
                  <a:lnTo>
                    <a:pt x="99" y="500"/>
                  </a:lnTo>
                  <a:lnTo>
                    <a:pt x="106" y="463"/>
                  </a:lnTo>
                  <a:lnTo>
                    <a:pt x="115" y="424"/>
                  </a:lnTo>
                  <a:lnTo>
                    <a:pt x="127" y="389"/>
                  </a:lnTo>
                  <a:lnTo>
                    <a:pt x="140" y="353"/>
                  </a:lnTo>
                  <a:lnTo>
                    <a:pt x="156" y="320"/>
                  </a:lnTo>
                  <a:lnTo>
                    <a:pt x="173" y="287"/>
                  </a:lnTo>
                  <a:lnTo>
                    <a:pt x="193" y="255"/>
                  </a:lnTo>
                  <a:lnTo>
                    <a:pt x="214" y="226"/>
                  </a:lnTo>
                  <a:lnTo>
                    <a:pt x="238" y="198"/>
                  </a:lnTo>
                  <a:lnTo>
                    <a:pt x="263" y="172"/>
                  </a:lnTo>
                  <a:lnTo>
                    <a:pt x="290" y="146"/>
                  </a:lnTo>
                  <a:lnTo>
                    <a:pt x="318" y="122"/>
                  </a:lnTo>
                  <a:lnTo>
                    <a:pt x="349" y="101"/>
                  </a:lnTo>
                  <a:lnTo>
                    <a:pt x="382" y="82"/>
                  </a:lnTo>
                  <a:lnTo>
                    <a:pt x="335" y="0"/>
                  </a:lnTo>
                  <a:lnTo>
                    <a:pt x="297" y="23"/>
                  </a:lnTo>
                  <a:lnTo>
                    <a:pt x="262" y="49"/>
                  </a:lnTo>
                  <a:lnTo>
                    <a:pt x="229" y="76"/>
                  </a:lnTo>
                  <a:lnTo>
                    <a:pt x="198" y="104"/>
                  </a:lnTo>
                  <a:lnTo>
                    <a:pt x="167" y="137"/>
                  </a:lnTo>
                  <a:lnTo>
                    <a:pt x="142" y="170"/>
                  </a:lnTo>
                  <a:lnTo>
                    <a:pt x="116" y="204"/>
                  </a:lnTo>
                  <a:lnTo>
                    <a:pt x="94" y="240"/>
                  </a:lnTo>
                  <a:lnTo>
                    <a:pt x="74" y="278"/>
                  </a:lnTo>
                  <a:lnTo>
                    <a:pt x="54" y="317"/>
                  </a:lnTo>
                  <a:lnTo>
                    <a:pt x="38" y="359"/>
                  </a:lnTo>
                  <a:lnTo>
                    <a:pt x="26" y="401"/>
                  </a:lnTo>
                  <a:lnTo>
                    <a:pt x="15" y="444"/>
                  </a:lnTo>
                  <a:lnTo>
                    <a:pt x="8" y="489"/>
                  </a:lnTo>
                  <a:lnTo>
                    <a:pt x="2" y="534"/>
                  </a:lnTo>
                  <a:lnTo>
                    <a:pt x="0" y="580"/>
                  </a:lnTo>
                  <a:lnTo>
                    <a:pt x="0" y="581"/>
                  </a:lnTo>
                  <a:lnTo>
                    <a:pt x="0" y="580"/>
                  </a:lnTo>
                  <a:lnTo>
                    <a:pt x="3" y="600"/>
                  </a:lnTo>
                  <a:lnTo>
                    <a:pt x="14" y="615"/>
                  </a:lnTo>
                  <a:lnTo>
                    <a:pt x="29" y="625"/>
                  </a:lnTo>
                  <a:lnTo>
                    <a:pt x="45" y="628"/>
                  </a:lnTo>
                  <a:lnTo>
                    <a:pt x="63" y="626"/>
                  </a:lnTo>
                  <a:lnTo>
                    <a:pt x="78" y="616"/>
                  </a:lnTo>
                  <a:lnTo>
                    <a:pt x="89" y="602"/>
                  </a:lnTo>
                  <a:lnTo>
                    <a:pt x="94" y="582"/>
                  </a:lnTo>
                  <a:lnTo>
                    <a:pt x="94" y="5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0861" name="Freeform 43"/>
            <p:cNvSpPr>
              <a:spLocks/>
            </p:cNvSpPr>
            <p:nvPr/>
          </p:nvSpPr>
          <p:spPr bwMode="auto">
            <a:xfrm>
              <a:off x="868" y="1712"/>
              <a:ext cx="19" cy="364"/>
            </a:xfrm>
            <a:custGeom>
              <a:avLst/>
              <a:gdLst>
                <a:gd name="T0" fmla="*/ 1 w 94"/>
                <a:gd name="T1" fmla="*/ 14 h 1818"/>
                <a:gd name="T2" fmla="*/ 1 w 94"/>
                <a:gd name="T3" fmla="*/ 14 h 1818"/>
                <a:gd name="T4" fmla="*/ 1 w 94"/>
                <a:gd name="T5" fmla="*/ 0 h 1818"/>
                <a:gd name="T6" fmla="*/ 0 w 94"/>
                <a:gd name="T7" fmla="*/ 0 h 1818"/>
                <a:gd name="T8" fmla="*/ 0 w 94"/>
                <a:gd name="T9" fmla="*/ 14 h 1818"/>
                <a:gd name="T10" fmla="*/ 0 w 94"/>
                <a:gd name="T11" fmla="*/ 14 h 1818"/>
                <a:gd name="T12" fmla="*/ 0 w 94"/>
                <a:gd name="T13" fmla="*/ 14 h 1818"/>
                <a:gd name="T14" fmla="*/ 0 w 94"/>
                <a:gd name="T15" fmla="*/ 14 h 1818"/>
                <a:gd name="T16" fmla="*/ 0 w 94"/>
                <a:gd name="T17" fmla="*/ 14 h 1818"/>
                <a:gd name="T18" fmla="*/ 0 w 94"/>
                <a:gd name="T19" fmla="*/ 15 h 1818"/>
                <a:gd name="T20" fmla="*/ 0 w 94"/>
                <a:gd name="T21" fmla="*/ 15 h 1818"/>
                <a:gd name="T22" fmla="*/ 1 w 94"/>
                <a:gd name="T23" fmla="*/ 15 h 1818"/>
                <a:gd name="T24" fmla="*/ 1 w 94"/>
                <a:gd name="T25" fmla="*/ 14 h 1818"/>
                <a:gd name="T26" fmla="*/ 1 w 94"/>
                <a:gd name="T27" fmla="*/ 14 h 1818"/>
                <a:gd name="T28" fmla="*/ 1 w 94"/>
                <a:gd name="T29" fmla="*/ 14 h 1818"/>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94"/>
                <a:gd name="T46" fmla="*/ 0 h 1818"/>
                <a:gd name="T47" fmla="*/ 94 w 94"/>
                <a:gd name="T48" fmla="*/ 1818 h 1818"/>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94" h="1818">
                  <a:moveTo>
                    <a:pt x="94" y="1771"/>
                  </a:moveTo>
                  <a:lnTo>
                    <a:pt x="94" y="1771"/>
                  </a:lnTo>
                  <a:lnTo>
                    <a:pt x="94" y="0"/>
                  </a:lnTo>
                  <a:lnTo>
                    <a:pt x="0" y="0"/>
                  </a:lnTo>
                  <a:lnTo>
                    <a:pt x="0" y="1771"/>
                  </a:lnTo>
                  <a:lnTo>
                    <a:pt x="3" y="1791"/>
                  </a:lnTo>
                  <a:lnTo>
                    <a:pt x="15" y="1806"/>
                  </a:lnTo>
                  <a:lnTo>
                    <a:pt x="29" y="1814"/>
                  </a:lnTo>
                  <a:lnTo>
                    <a:pt x="47" y="1818"/>
                  </a:lnTo>
                  <a:lnTo>
                    <a:pt x="64" y="1814"/>
                  </a:lnTo>
                  <a:lnTo>
                    <a:pt x="79" y="1806"/>
                  </a:lnTo>
                  <a:lnTo>
                    <a:pt x="90" y="1791"/>
                  </a:lnTo>
                  <a:lnTo>
                    <a:pt x="94" y="17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0862" name="Freeform 44"/>
            <p:cNvSpPr>
              <a:spLocks/>
            </p:cNvSpPr>
            <p:nvPr/>
          </p:nvSpPr>
          <p:spPr bwMode="auto">
            <a:xfrm>
              <a:off x="868" y="2067"/>
              <a:ext cx="90" cy="160"/>
            </a:xfrm>
            <a:custGeom>
              <a:avLst/>
              <a:gdLst>
                <a:gd name="T0" fmla="*/ 3 w 449"/>
                <a:gd name="T1" fmla="*/ 6 h 803"/>
                <a:gd name="T2" fmla="*/ 3 w 449"/>
                <a:gd name="T3" fmla="*/ 6 h 803"/>
                <a:gd name="T4" fmla="*/ 3 w 449"/>
                <a:gd name="T5" fmla="*/ 5 h 803"/>
                <a:gd name="T6" fmla="*/ 3 w 449"/>
                <a:gd name="T7" fmla="*/ 5 h 803"/>
                <a:gd name="T8" fmla="*/ 3 w 449"/>
                <a:gd name="T9" fmla="*/ 5 h 803"/>
                <a:gd name="T10" fmla="*/ 2 w 449"/>
                <a:gd name="T11" fmla="*/ 5 h 803"/>
                <a:gd name="T12" fmla="*/ 2 w 449"/>
                <a:gd name="T13" fmla="*/ 4 h 803"/>
                <a:gd name="T14" fmla="*/ 2 w 449"/>
                <a:gd name="T15" fmla="*/ 4 h 803"/>
                <a:gd name="T16" fmla="*/ 2 w 449"/>
                <a:gd name="T17" fmla="*/ 4 h 803"/>
                <a:gd name="T18" fmla="*/ 2 w 449"/>
                <a:gd name="T19" fmla="*/ 3 h 803"/>
                <a:gd name="T20" fmla="*/ 1 w 449"/>
                <a:gd name="T21" fmla="*/ 3 h 803"/>
                <a:gd name="T22" fmla="*/ 1 w 449"/>
                <a:gd name="T23" fmla="*/ 2 h 803"/>
                <a:gd name="T24" fmla="*/ 1 w 449"/>
                <a:gd name="T25" fmla="*/ 2 h 803"/>
                <a:gd name="T26" fmla="*/ 1 w 449"/>
                <a:gd name="T27" fmla="*/ 2 h 803"/>
                <a:gd name="T28" fmla="*/ 1 w 449"/>
                <a:gd name="T29" fmla="*/ 1 h 803"/>
                <a:gd name="T30" fmla="*/ 1 w 449"/>
                <a:gd name="T31" fmla="*/ 1 h 803"/>
                <a:gd name="T32" fmla="*/ 1 w 449"/>
                <a:gd name="T33" fmla="*/ 0 h 803"/>
                <a:gd name="T34" fmla="*/ 1 w 449"/>
                <a:gd name="T35" fmla="*/ 0 h 803"/>
                <a:gd name="T36" fmla="*/ 0 w 449"/>
                <a:gd name="T37" fmla="*/ 0 h 803"/>
                <a:gd name="T38" fmla="*/ 0 w 449"/>
                <a:gd name="T39" fmla="*/ 0 h 803"/>
                <a:gd name="T40" fmla="*/ 0 w 449"/>
                <a:gd name="T41" fmla="*/ 1 h 803"/>
                <a:gd name="T42" fmla="*/ 0 w 449"/>
                <a:gd name="T43" fmla="*/ 1 h 803"/>
                <a:gd name="T44" fmla="*/ 0 w 449"/>
                <a:gd name="T45" fmla="*/ 2 h 803"/>
                <a:gd name="T46" fmla="*/ 0 w 449"/>
                <a:gd name="T47" fmla="*/ 2 h 803"/>
                <a:gd name="T48" fmla="*/ 0 w 449"/>
                <a:gd name="T49" fmla="*/ 3 h 803"/>
                <a:gd name="T50" fmla="*/ 1 w 449"/>
                <a:gd name="T51" fmla="*/ 3 h 803"/>
                <a:gd name="T52" fmla="*/ 1 w 449"/>
                <a:gd name="T53" fmla="*/ 4 h 803"/>
                <a:gd name="T54" fmla="*/ 1 w 449"/>
                <a:gd name="T55" fmla="*/ 4 h 803"/>
                <a:gd name="T56" fmla="*/ 1 w 449"/>
                <a:gd name="T57" fmla="*/ 4 h 803"/>
                <a:gd name="T58" fmla="*/ 2 w 449"/>
                <a:gd name="T59" fmla="*/ 5 h 803"/>
                <a:gd name="T60" fmla="*/ 2 w 449"/>
                <a:gd name="T61" fmla="*/ 5 h 803"/>
                <a:gd name="T62" fmla="*/ 2 w 449"/>
                <a:gd name="T63" fmla="*/ 5 h 803"/>
                <a:gd name="T64" fmla="*/ 2 w 449"/>
                <a:gd name="T65" fmla="*/ 6 h 803"/>
                <a:gd name="T66" fmla="*/ 3 w 449"/>
                <a:gd name="T67" fmla="*/ 6 h 803"/>
                <a:gd name="T68" fmla="*/ 3 w 449"/>
                <a:gd name="T69" fmla="*/ 6 h 803"/>
                <a:gd name="T70" fmla="*/ 3 w 449"/>
                <a:gd name="T71" fmla="*/ 6 h 803"/>
                <a:gd name="T72" fmla="*/ 3 w 449"/>
                <a:gd name="T73" fmla="*/ 6 h 803"/>
                <a:gd name="T74" fmla="*/ 3 w 449"/>
                <a:gd name="T75" fmla="*/ 6 h 803"/>
                <a:gd name="T76" fmla="*/ 3 w 449"/>
                <a:gd name="T77" fmla="*/ 6 h 803"/>
                <a:gd name="T78" fmla="*/ 3 w 449"/>
                <a:gd name="T79" fmla="*/ 6 h 803"/>
                <a:gd name="T80" fmla="*/ 4 w 449"/>
                <a:gd name="T81" fmla="*/ 6 h 803"/>
                <a:gd name="T82" fmla="*/ 4 w 449"/>
                <a:gd name="T83" fmla="*/ 6 h 803"/>
                <a:gd name="T84" fmla="*/ 4 w 449"/>
                <a:gd name="T85" fmla="*/ 6 h 803"/>
                <a:gd name="T86" fmla="*/ 4 w 449"/>
                <a:gd name="T87" fmla="*/ 6 h 803"/>
                <a:gd name="T88" fmla="*/ 3 w 449"/>
                <a:gd name="T89" fmla="*/ 6 h 803"/>
                <a:gd name="T90" fmla="*/ 3 w 449"/>
                <a:gd name="T91" fmla="*/ 6 h 80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449"/>
                <a:gd name="T139" fmla="*/ 0 h 803"/>
                <a:gd name="T140" fmla="*/ 449 w 449"/>
                <a:gd name="T141" fmla="*/ 803 h 80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449" h="803">
                  <a:moveTo>
                    <a:pt x="426" y="717"/>
                  </a:moveTo>
                  <a:lnTo>
                    <a:pt x="427" y="717"/>
                  </a:lnTo>
                  <a:lnTo>
                    <a:pt x="395" y="693"/>
                  </a:lnTo>
                  <a:lnTo>
                    <a:pt x="361" y="662"/>
                  </a:lnTo>
                  <a:lnTo>
                    <a:pt x="329" y="628"/>
                  </a:lnTo>
                  <a:lnTo>
                    <a:pt x="299" y="591"/>
                  </a:lnTo>
                  <a:lnTo>
                    <a:pt x="269" y="551"/>
                  </a:lnTo>
                  <a:lnTo>
                    <a:pt x="241" y="507"/>
                  </a:lnTo>
                  <a:lnTo>
                    <a:pt x="215" y="460"/>
                  </a:lnTo>
                  <a:lnTo>
                    <a:pt x="191" y="412"/>
                  </a:lnTo>
                  <a:lnTo>
                    <a:pt x="170" y="363"/>
                  </a:lnTo>
                  <a:lnTo>
                    <a:pt x="151" y="312"/>
                  </a:lnTo>
                  <a:lnTo>
                    <a:pt x="133" y="259"/>
                  </a:lnTo>
                  <a:lnTo>
                    <a:pt x="119" y="207"/>
                  </a:lnTo>
                  <a:lnTo>
                    <a:pt x="108" y="156"/>
                  </a:lnTo>
                  <a:lnTo>
                    <a:pt x="101" y="103"/>
                  </a:lnTo>
                  <a:lnTo>
                    <a:pt x="96" y="51"/>
                  </a:lnTo>
                  <a:lnTo>
                    <a:pt x="94" y="0"/>
                  </a:lnTo>
                  <a:lnTo>
                    <a:pt x="0" y="0"/>
                  </a:lnTo>
                  <a:lnTo>
                    <a:pt x="2" y="56"/>
                  </a:lnTo>
                  <a:lnTo>
                    <a:pt x="7" y="115"/>
                  </a:lnTo>
                  <a:lnTo>
                    <a:pt x="16" y="172"/>
                  </a:lnTo>
                  <a:lnTo>
                    <a:pt x="28" y="231"/>
                  </a:lnTo>
                  <a:lnTo>
                    <a:pt x="44" y="287"/>
                  </a:lnTo>
                  <a:lnTo>
                    <a:pt x="62" y="342"/>
                  </a:lnTo>
                  <a:lnTo>
                    <a:pt x="83" y="398"/>
                  </a:lnTo>
                  <a:lnTo>
                    <a:pt x="106" y="452"/>
                  </a:lnTo>
                  <a:lnTo>
                    <a:pt x="133" y="505"/>
                  </a:lnTo>
                  <a:lnTo>
                    <a:pt x="161" y="554"/>
                  </a:lnTo>
                  <a:lnTo>
                    <a:pt x="192" y="602"/>
                  </a:lnTo>
                  <a:lnTo>
                    <a:pt x="224" y="647"/>
                  </a:lnTo>
                  <a:lnTo>
                    <a:pt x="259" y="689"/>
                  </a:lnTo>
                  <a:lnTo>
                    <a:pt x="295" y="728"/>
                  </a:lnTo>
                  <a:lnTo>
                    <a:pt x="334" y="763"/>
                  </a:lnTo>
                  <a:lnTo>
                    <a:pt x="374" y="795"/>
                  </a:lnTo>
                  <a:lnTo>
                    <a:pt x="375" y="795"/>
                  </a:lnTo>
                  <a:lnTo>
                    <a:pt x="374" y="795"/>
                  </a:lnTo>
                  <a:lnTo>
                    <a:pt x="392" y="803"/>
                  </a:lnTo>
                  <a:lnTo>
                    <a:pt x="411" y="803"/>
                  </a:lnTo>
                  <a:lnTo>
                    <a:pt x="426" y="795"/>
                  </a:lnTo>
                  <a:lnTo>
                    <a:pt x="439" y="782"/>
                  </a:lnTo>
                  <a:lnTo>
                    <a:pt x="446" y="766"/>
                  </a:lnTo>
                  <a:lnTo>
                    <a:pt x="449" y="749"/>
                  </a:lnTo>
                  <a:lnTo>
                    <a:pt x="441" y="732"/>
                  </a:lnTo>
                  <a:lnTo>
                    <a:pt x="427" y="717"/>
                  </a:lnTo>
                  <a:lnTo>
                    <a:pt x="426" y="71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0863" name="Freeform 45"/>
            <p:cNvSpPr>
              <a:spLocks/>
            </p:cNvSpPr>
            <p:nvPr/>
          </p:nvSpPr>
          <p:spPr bwMode="auto">
            <a:xfrm>
              <a:off x="883" y="1673"/>
              <a:ext cx="379" cy="690"/>
            </a:xfrm>
            <a:custGeom>
              <a:avLst/>
              <a:gdLst>
                <a:gd name="T0" fmla="*/ 12 w 1897"/>
                <a:gd name="T1" fmla="*/ 6 h 3450"/>
                <a:gd name="T2" fmla="*/ 13 w 1897"/>
                <a:gd name="T3" fmla="*/ 7 h 3450"/>
                <a:gd name="T4" fmla="*/ 13 w 1897"/>
                <a:gd name="T5" fmla="*/ 7 h 3450"/>
                <a:gd name="T6" fmla="*/ 14 w 1897"/>
                <a:gd name="T7" fmla="*/ 8 h 3450"/>
                <a:gd name="T8" fmla="*/ 14 w 1897"/>
                <a:gd name="T9" fmla="*/ 9 h 3450"/>
                <a:gd name="T10" fmla="*/ 15 w 1897"/>
                <a:gd name="T11" fmla="*/ 10 h 3450"/>
                <a:gd name="T12" fmla="*/ 15 w 1897"/>
                <a:gd name="T13" fmla="*/ 11 h 3450"/>
                <a:gd name="T14" fmla="*/ 15 w 1897"/>
                <a:gd name="T15" fmla="*/ 11 h 3450"/>
                <a:gd name="T16" fmla="*/ 15 w 1897"/>
                <a:gd name="T17" fmla="*/ 12 h 3450"/>
                <a:gd name="T18" fmla="*/ 15 w 1897"/>
                <a:gd name="T19" fmla="*/ 26 h 3450"/>
                <a:gd name="T20" fmla="*/ 15 w 1897"/>
                <a:gd name="T21" fmla="*/ 26 h 3450"/>
                <a:gd name="T22" fmla="*/ 15 w 1897"/>
                <a:gd name="T23" fmla="*/ 27 h 3450"/>
                <a:gd name="T24" fmla="*/ 15 w 1897"/>
                <a:gd name="T25" fmla="*/ 27 h 3450"/>
                <a:gd name="T26" fmla="*/ 14 w 1897"/>
                <a:gd name="T27" fmla="*/ 27 h 3450"/>
                <a:gd name="T28" fmla="*/ 14 w 1897"/>
                <a:gd name="T29" fmla="*/ 28 h 3450"/>
                <a:gd name="T30" fmla="*/ 13 w 1897"/>
                <a:gd name="T31" fmla="*/ 28 h 3450"/>
                <a:gd name="T32" fmla="*/ 13 w 1897"/>
                <a:gd name="T33" fmla="*/ 27 h 3450"/>
                <a:gd name="T34" fmla="*/ 3 w 1897"/>
                <a:gd name="T35" fmla="*/ 21 h 3450"/>
                <a:gd name="T36" fmla="*/ 2 w 1897"/>
                <a:gd name="T37" fmla="*/ 21 h 3450"/>
                <a:gd name="T38" fmla="*/ 2 w 1897"/>
                <a:gd name="T39" fmla="*/ 20 h 3450"/>
                <a:gd name="T40" fmla="*/ 1 w 1897"/>
                <a:gd name="T41" fmla="*/ 19 h 3450"/>
                <a:gd name="T42" fmla="*/ 1 w 1897"/>
                <a:gd name="T43" fmla="*/ 19 h 3450"/>
                <a:gd name="T44" fmla="*/ 0 w 1897"/>
                <a:gd name="T45" fmla="*/ 18 h 3450"/>
                <a:gd name="T46" fmla="*/ 0 w 1897"/>
                <a:gd name="T47" fmla="*/ 17 h 3450"/>
                <a:gd name="T48" fmla="*/ 0 w 1897"/>
                <a:gd name="T49" fmla="*/ 16 h 3450"/>
                <a:gd name="T50" fmla="*/ 0 w 1897"/>
                <a:gd name="T51" fmla="*/ 15 h 3450"/>
                <a:gd name="T52" fmla="*/ 0 w 1897"/>
                <a:gd name="T53" fmla="*/ 2 h 3450"/>
                <a:gd name="T54" fmla="*/ 0 w 1897"/>
                <a:gd name="T55" fmla="*/ 1 h 3450"/>
                <a:gd name="T56" fmla="*/ 0 w 1897"/>
                <a:gd name="T57" fmla="*/ 1 h 3450"/>
                <a:gd name="T58" fmla="*/ 1 w 1897"/>
                <a:gd name="T59" fmla="*/ 0 h 3450"/>
                <a:gd name="T60" fmla="*/ 1 w 1897"/>
                <a:gd name="T61" fmla="*/ 0 h 3450"/>
                <a:gd name="T62" fmla="*/ 1 w 1897"/>
                <a:gd name="T63" fmla="*/ 0 h 3450"/>
                <a:gd name="T64" fmla="*/ 2 w 1897"/>
                <a:gd name="T65" fmla="*/ 0 h 3450"/>
                <a:gd name="T66" fmla="*/ 3 w 1897"/>
                <a:gd name="T67" fmla="*/ 0 h 3450"/>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897"/>
                <a:gd name="T103" fmla="*/ 0 h 3450"/>
                <a:gd name="T104" fmla="*/ 1897 w 1897"/>
                <a:gd name="T105" fmla="*/ 3450 h 3450"/>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897" h="3450">
                  <a:moveTo>
                    <a:pt x="357" y="49"/>
                  </a:moveTo>
                  <a:lnTo>
                    <a:pt x="1542" y="806"/>
                  </a:lnTo>
                  <a:lnTo>
                    <a:pt x="1579" y="832"/>
                  </a:lnTo>
                  <a:lnTo>
                    <a:pt x="1614" y="861"/>
                  </a:lnTo>
                  <a:lnTo>
                    <a:pt x="1648" y="895"/>
                  </a:lnTo>
                  <a:lnTo>
                    <a:pt x="1681" y="933"/>
                  </a:lnTo>
                  <a:lnTo>
                    <a:pt x="1711" y="973"/>
                  </a:lnTo>
                  <a:lnTo>
                    <a:pt x="1740" y="1016"/>
                  </a:lnTo>
                  <a:lnTo>
                    <a:pt x="1768" y="1062"/>
                  </a:lnTo>
                  <a:lnTo>
                    <a:pt x="1793" y="1109"/>
                  </a:lnTo>
                  <a:lnTo>
                    <a:pt x="1816" y="1158"/>
                  </a:lnTo>
                  <a:lnTo>
                    <a:pt x="1836" y="1208"/>
                  </a:lnTo>
                  <a:lnTo>
                    <a:pt x="1854" y="1260"/>
                  </a:lnTo>
                  <a:lnTo>
                    <a:pt x="1869" y="1313"/>
                  </a:lnTo>
                  <a:lnTo>
                    <a:pt x="1881" y="1364"/>
                  </a:lnTo>
                  <a:lnTo>
                    <a:pt x="1890" y="1417"/>
                  </a:lnTo>
                  <a:lnTo>
                    <a:pt x="1895" y="1469"/>
                  </a:lnTo>
                  <a:lnTo>
                    <a:pt x="1897" y="1519"/>
                  </a:lnTo>
                  <a:lnTo>
                    <a:pt x="1897" y="3142"/>
                  </a:lnTo>
                  <a:lnTo>
                    <a:pt x="1895" y="3190"/>
                  </a:lnTo>
                  <a:lnTo>
                    <a:pt x="1890" y="3235"/>
                  </a:lnTo>
                  <a:lnTo>
                    <a:pt x="1881" y="3276"/>
                  </a:lnTo>
                  <a:lnTo>
                    <a:pt x="1869" y="3313"/>
                  </a:lnTo>
                  <a:lnTo>
                    <a:pt x="1854" y="3346"/>
                  </a:lnTo>
                  <a:lnTo>
                    <a:pt x="1836" y="3375"/>
                  </a:lnTo>
                  <a:lnTo>
                    <a:pt x="1816" y="3398"/>
                  </a:lnTo>
                  <a:lnTo>
                    <a:pt x="1793" y="3418"/>
                  </a:lnTo>
                  <a:lnTo>
                    <a:pt x="1768" y="3434"/>
                  </a:lnTo>
                  <a:lnTo>
                    <a:pt x="1740" y="3444"/>
                  </a:lnTo>
                  <a:lnTo>
                    <a:pt x="1711" y="3450"/>
                  </a:lnTo>
                  <a:lnTo>
                    <a:pt x="1681" y="3450"/>
                  </a:lnTo>
                  <a:lnTo>
                    <a:pt x="1648" y="3445"/>
                  </a:lnTo>
                  <a:lnTo>
                    <a:pt x="1614" y="3436"/>
                  </a:lnTo>
                  <a:lnTo>
                    <a:pt x="1579" y="3421"/>
                  </a:lnTo>
                  <a:lnTo>
                    <a:pt x="1542" y="3400"/>
                  </a:lnTo>
                  <a:lnTo>
                    <a:pt x="357" y="2643"/>
                  </a:lnTo>
                  <a:lnTo>
                    <a:pt x="320" y="2618"/>
                  </a:lnTo>
                  <a:lnTo>
                    <a:pt x="285" y="2588"/>
                  </a:lnTo>
                  <a:lnTo>
                    <a:pt x="251" y="2554"/>
                  </a:lnTo>
                  <a:lnTo>
                    <a:pt x="218" y="2517"/>
                  </a:lnTo>
                  <a:lnTo>
                    <a:pt x="187" y="2477"/>
                  </a:lnTo>
                  <a:lnTo>
                    <a:pt x="157" y="2433"/>
                  </a:lnTo>
                  <a:lnTo>
                    <a:pt x="130" y="2388"/>
                  </a:lnTo>
                  <a:lnTo>
                    <a:pt x="105" y="2341"/>
                  </a:lnTo>
                  <a:lnTo>
                    <a:pt x="81" y="2292"/>
                  </a:lnTo>
                  <a:lnTo>
                    <a:pt x="61" y="2241"/>
                  </a:lnTo>
                  <a:lnTo>
                    <a:pt x="44" y="2190"/>
                  </a:lnTo>
                  <a:lnTo>
                    <a:pt x="29" y="2138"/>
                  </a:lnTo>
                  <a:lnTo>
                    <a:pt x="17" y="2085"/>
                  </a:lnTo>
                  <a:lnTo>
                    <a:pt x="7" y="2033"/>
                  </a:lnTo>
                  <a:lnTo>
                    <a:pt x="3" y="1981"/>
                  </a:lnTo>
                  <a:lnTo>
                    <a:pt x="0" y="1931"/>
                  </a:lnTo>
                  <a:lnTo>
                    <a:pt x="0" y="308"/>
                  </a:lnTo>
                  <a:lnTo>
                    <a:pt x="3" y="260"/>
                  </a:lnTo>
                  <a:lnTo>
                    <a:pt x="7" y="215"/>
                  </a:lnTo>
                  <a:lnTo>
                    <a:pt x="17" y="174"/>
                  </a:lnTo>
                  <a:lnTo>
                    <a:pt x="29" y="137"/>
                  </a:lnTo>
                  <a:lnTo>
                    <a:pt x="44" y="104"/>
                  </a:lnTo>
                  <a:lnTo>
                    <a:pt x="61" y="76"/>
                  </a:lnTo>
                  <a:lnTo>
                    <a:pt x="81" y="51"/>
                  </a:lnTo>
                  <a:lnTo>
                    <a:pt x="105" y="31"/>
                  </a:lnTo>
                  <a:lnTo>
                    <a:pt x="130" y="16"/>
                  </a:lnTo>
                  <a:lnTo>
                    <a:pt x="157" y="5"/>
                  </a:lnTo>
                  <a:lnTo>
                    <a:pt x="187" y="0"/>
                  </a:lnTo>
                  <a:lnTo>
                    <a:pt x="218" y="0"/>
                  </a:lnTo>
                  <a:lnTo>
                    <a:pt x="251" y="3"/>
                  </a:lnTo>
                  <a:lnTo>
                    <a:pt x="285" y="14"/>
                  </a:lnTo>
                  <a:lnTo>
                    <a:pt x="320" y="29"/>
                  </a:lnTo>
                  <a:lnTo>
                    <a:pt x="357" y="49"/>
                  </a:lnTo>
                  <a:close/>
                </a:path>
              </a:pathLst>
            </a:custGeom>
            <a:solidFill>
              <a:srgbClr val="BFBFB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0864" name="Freeform 46"/>
            <p:cNvSpPr>
              <a:spLocks/>
            </p:cNvSpPr>
            <p:nvPr/>
          </p:nvSpPr>
          <p:spPr bwMode="auto">
            <a:xfrm>
              <a:off x="1268" y="1663"/>
              <a:ext cx="393" cy="711"/>
            </a:xfrm>
            <a:custGeom>
              <a:avLst/>
              <a:gdLst>
                <a:gd name="T0" fmla="*/ 3 w 1962"/>
                <a:gd name="T1" fmla="*/ 7 h 3555"/>
                <a:gd name="T2" fmla="*/ 2 w 1962"/>
                <a:gd name="T3" fmla="*/ 7 h 3555"/>
                <a:gd name="T4" fmla="*/ 2 w 1962"/>
                <a:gd name="T5" fmla="*/ 8 h 3555"/>
                <a:gd name="T6" fmla="*/ 1 w 1962"/>
                <a:gd name="T7" fmla="*/ 8 h 3555"/>
                <a:gd name="T8" fmla="*/ 1 w 1962"/>
                <a:gd name="T9" fmla="*/ 9 h 3555"/>
                <a:gd name="T10" fmla="*/ 1 w 1962"/>
                <a:gd name="T11" fmla="*/ 10 h 3555"/>
                <a:gd name="T12" fmla="*/ 0 w 1962"/>
                <a:gd name="T13" fmla="*/ 11 h 3555"/>
                <a:gd name="T14" fmla="*/ 0 w 1962"/>
                <a:gd name="T15" fmla="*/ 12 h 3555"/>
                <a:gd name="T16" fmla="*/ 0 w 1962"/>
                <a:gd name="T17" fmla="*/ 13 h 3555"/>
                <a:gd name="T18" fmla="*/ 0 w 1962"/>
                <a:gd name="T19" fmla="*/ 26 h 3555"/>
                <a:gd name="T20" fmla="*/ 0 w 1962"/>
                <a:gd name="T21" fmla="*/ 27 h 3555"/>
                <a:gd name="T22" fmla="*/ 0 w 1962"/>
                <a:gd name="T23" fmla="*/ 28 h 3555"/>
                <a:gd name="T24" fmla="*/ 1 w 1962"/>
                <a:gd name="T25" fmla="*/ 28 h 3555"/>
                <a:gd name="T26" fmla="*/ 1 w 1962"/>
                <a:gd name="T27" fmla="*/ 28 h 3555"/>
                <a:gd name="T28" fmla="*/ 2 w 1962"/>
                <a:gd name="T29" fmla="*/ 28 h 3555"/>
                <a:gd name="T30" fmla="*/ 2 w 1962"/>
                <a:gd name="T31" fmla="*/ 28 h 3555"/>
                <a:gd name="T32" fmla="*/ 3 w 1962"/>
                <a:gd name="T33" fmla="*/ 28 h 3555"/>
                <a:gd name="T34" fmla="*/ 13 w 1962"/>
                <a:gd name="T35" fmla="*/ 22 h 3555"/>
                <a:gd name="T36" fmla="*/ 13 w 1962"/>
                <a:gd name="T37" fmla="*/ 21 h 3555"/>
                <a:gd name="T38" fmla="*/ 14 w 1962"/>
                <a:gd name="T39" fmla="*/ 21 h 3555"/>
                <a:gd name="T40" fmla="*/ 14 w 1962"/>
                <a:gd name="T41" fmla="*/ 20 h 3555"/>
                <a:gd name="T42" fmla="*/ 15 w 1962"/>
                <a:gd name="T43" fmla="*/ 19 h 3555"/>
                <a:gd name="T44" fmla="*/ 15 w 1962"/>
                <a:gd name="T45" fmla="*/ 18 h 3555"/>
                <a:gd name="T46" fmla="*/ 16 w 1962"/>
                <a:gd name="T47" fmla="*/ 18 h 3555"/>
                <a:gd name="T48" fmla="*/ 16 w 1962"/>
                <a:gd name="T49" fmla="*/ 17 h 3555"/>
                <a:gd name="T50" fmla="*/ 16 w 1962"/>
                <a:gd name="T51" fmla="*/ 16 h 3555"/>
                <a:gd name="T52" fmla="*/ 16 w 1962"/>
                <a:gd name="T53" fmla="*/ 2 h 3555"/>
                <a:gd name="T54" fmla="*/ 16 w 1962"/>
                <a:gd name="T55" fmla="*/ 1 h 3555"/>
                <a:gd name="T56" fmla="*/ 15 w 1962"/>
                <a:gd name="T57" fmla="*/ 1 h 3555"/>
                <a:gd name="T58" fmla="*/ 15 w 1962"/>
                <a:gd name="T59" fmla="*/ 0 h 3555"/>
                <a:gd name="T60" fmla="*/ 15 w 1962"/>
                <a:gd name="T61" fmla="*/ 0 h 3555"/>
                <a:gd name="T62" fmla="*/ 14 w 1962"/>
                <a:gd name="T63" fmla="*/ 0 h 3555"/>
                <a:gd name="T64" fmla="*/ 14 w 1962"/>
                <a:gd name="T65" fmla="*/ 0 h 3555"/>
                <a:gd name="T66" fmla="*/ 13 w 1962"/>
                <a:gd name="T67" fmla="*/ 0 h 3555"/>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962"/>
                <a:gd name="T103" fmla="*/ 0 h 3555"/>
                <a:gd name="T104" fmla="*/ 1962 w 1962"/>
                <a:gd name="T105" fmla="*/ 3555 h 3555"/>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962" h="3555">
                  <a:moveTo>
                    <a:pt x="1594" y="50"/>
                  </a:moveTo>
                  <a:lnTo>
                    <a:pt x="368" y="831"/>
                  </a:lnTo>
                  <a:lnTo>
                    <a:pt x="330" y="858"/>
                  </a:lnTo>
                  <a:lnTo>
                    <a:pt x="294" y="888"/>
                  </a:lnTo>
                  <a:lnTo>
                    <a:pt x="259" y="922"/>
                  </a:lnTo>
                  <a:lnTo>
                    <a:pt x="225" y="961"/>
                  </a:lnTo>
                  <a:lnTo>
                    <a:pt x="193" y="1003"/>
                  </a:lnTo>
                  <a:lnTo>
                    <a:pt x="163" y="1047"/>
                  </a:lnTo>
                  <a:lnTo>
                    <a:pt x="133" y="1094"/>
                  </a:lnTo>
                  <a:lnTo>
                    <a:pt x="108" y="1143"/>
                  </a:lnTo>
                  <a:lnTo>
                    <a:pt x="84" y="1193"/>
                  </a:lnTo>
                  <a:lnTo>
                    <a:pt x="63" y="1246"/>
                  </a:lnTo>
                  <a:lnTo>
                    <a:pt x="44" y="1299"/>
                  </a:lnTo>
                  <a:lnTo>
                    <a:pt x="29" y="1353"/>
                  </a:lnTo>
                  <a:lnTo>
                    <a:pt x="16" y="1405"/>
                  </a:lnTo>
                  <a:lnTo>
                    <a:pt x="7" y="1459"/>
                  </a:lnTo>
                  <a:lnTo>
                    <a:pt x="2" y="1512"/>
                  </a:lnTo>
                  <a:lnTo>
                    <a:pt x="0" y="1565"/>
                  </a:lnTo>
                  <a:lnTo>
                    <a:pt x="0" y="3237"/>
                  </a:lnTo>
                  <a:lnTo>
                    <a:pt x="2" y="3287"/>
                  </a:lnTo>
                  <a:lnTo>
                    <a:pt x="7" y="3333"/>
                  </a:lnTo>
                  <a:lnTo>
                    <a:pt x="16" y="3375"/>
                  </a:lnTo>
                  <a:lnTo>
                    <a:pt x="29" y="3413"/>
                  </a:lnTo>
                  <a:lnTo>
                    <a:pt x="44" y="3447"/>
                  </a:lnTo>
                  <a:lnTo>
                    <a:pt x="63" y="3477"/>
                  </a:lnTo>
                  <a:lnTo>
                    <a:pt x="84" y="3502"/>
                  </a:lnTo>
                  <a:lnTo>
                    <a:pt x="108" y="3522"/>
                  </a:lnTo>
                  <a:lnTo>
                    <a:pt x="133" y="3538"/>
                  </a:lnTo>
                  <a:lnTo>
                    <a:pt x="163" y="3549"/>
                  </a:lnTo>
                  <a:lnTo>
                    <a:pt x="193" y="3555"/>
                  </a:lnTo>
                  <a:lnTo>
                    <a:pt x="225" y="3555"/>
                  </a:lnTo>
                  <a:lnTo>
                    <a:pt x="259" y="3550"/>
                  </a:lnTo>
                  <a:lnTo>
                    <a:pt x="294" y="3541"/>
                  </a:lnTo>
                  <a:lnTo>
                    <a:pt x="330" y="3524"/>
                  </a:lnTo>
                  <a:lnTo>
                    <a:pt x="368" y="3503"/>
                  </a:lnTo>
                  <a:lnTo>
                    <a:pt x="1594" y="2722"/>
                  </a:lnTo>
                  <a:lnTo>
                    <a:pt x="1632" y="2696"/>
                  </a:lnTo>
                  <a:lnTo>
                    <a:pt x="1668" y="2665"/>
                  </a:lnTo>
                  <a:lnTo>
                    <a:pt x="1703" y="2631"/>
                  </a:lnTo>
                  <a:lnTo>
                    <a:pt x="1737" y="2592"/>
                  </a:lnTo>
                  <a:lnTo>
                    <a:pt x="1769" y="2551"/>
                  </a:lnTo>
                  <a:lnTo>
                    <a:pt x="1799" y="2506"/>
                  </a:lnTo>
                  <a:lnTo>
                    <a:pt x="1829" y="2460"/>
                  </a:lnTo>
                  <a:lnTo>
                    <a:pt x="1854" y="2411"/>
                  </a:lnTo>
                  <a:lnTo>
                    <a:pt x="1878" y="2361"/>
                  </a:lnTo>
                  <a:lnTo>
                    <a:pt x="1899" y="2308"/>
                  </a:lnTo>
                  <a:lnTo>
                    <a:pt x="1918" y="2256"/>
                  </a:lnTo>
                  <a:lnTo>
                    <a:pt x="1933" y="2202"/>
                  </a:lnTo>
                  <a:lnTo>
                    <a:pt x="1946" y="2149"/>
                  </a:lnTo>
                  <a:lnTo>
                    <a:pt x="1955" y="2095"/>
                  </a:lnTo>
                  <a:lnTo>
                    <a:pt x="1960" y="2042"/>
                  </a:lnTo>
                  <a:lnTo>
                    <a:pt x="1962" y="1989"/>
                  </a:lnTo>
                  <a:lnTo>
                    <a:pt x="1962" y="319"/>
                  </a:lnTo>
                  <a:lnTo>
                    <a:pt x="1960" y="269"/>
                  </a:lnTo>
                  <a:lnTo>
                    <a:pt x="1955" y="223"/>
                  </a:lnTo>
                  <a:lnTo>
                    <a:pt x="1946" y="180"/>
                  </a:lnTo>
                  <a:lnTo>
                    <a:pt x="1933" y="143"/>
                  </a:lnTo>
                  <a:lnTo>
                    <a:pt x="1918" y="109"/>
                  </a:lnTo>
                  <a:lnTo>
                    <a:pt x="1899" y="79"/>
                  </a:lnTo>
                  <a:lnTo>
                    <a:pt x="1878" y="54"/>
                  </a:lnTo>
                  <a:lnTo>
                    <a:pt x="1854" y="33"/>
                  </a:lnTo>
                  <a:lnTo>
                    <a:pt x="1829" y="17"/>
                  </a:lnTo>
                  <a:lnTo>
                    <a:pt x="1799" y="7"/>
                  </a:lnTo>
                  <a:lnTo>
                    <a:pt x="1769" y="0"/>
                  </a:lnTo>
                  <a:lnTo>
                    <a:pt x="1737" y="0"/>
                  </a:lnTo>
                  <a:lnTo>
                    <a:pt x="1703" y="4"/>
                  </a:lnTo>
                  <a:lnTo>
                    <a:pt x="1668" y="14"/>
                  </a:lnTo>
                  <a:lnTo>
                    <a:pt x="1632" y="29"/>
                  </a:lnTo>
                  <a:lnTo>
                    <a:pt x="1594" y="50"/>
                  </a:lnTo>
                  <a:close/>
                </a:path>
              </a:pathLst>
            </a:custGeom>
            <a:solidFill>
              <a:srgbClr val="E5E5E5"/>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0865" name="Freeform 47"/>
            <p:cNvSpPr>
              <a:spLocks noEditPoints="1"/>
            </p:cNvSpPr>
            <p:nvPr/>
          </p:nvSpPr>
          <p:spPr bwMode="auto">
            <a:xfrm>
              <a:off x="916" y="1589"/>
              <a:ext cx="697" cy="698"/>
            </a:xfrm>
            <a:custGeom>
              <a:avLst/>
              <a:gdLst>
                <a:gd name="T0" fmla="*/ 16 w 3485"/>
                <a:gd name="T1" fmla="*/ 0 h 3490"/>
                <a:gd name="T2" fmla="*/ 17 w 3485"/>
                <a:gd name="T3" fmla="*/ 2 h 3490"/>
                <a:gd name="T4" fmla="*/ 17 w 3485"/>
                <a:gd name="T5" fmla="*/ 3 h 3490"/>
                <a:gd name="T6" fmla="*/ 14 w 3485"/>
                <a:gd name="T7" fmla="*/ 4 h 3490"/>
                <a:gd name="T8" fmla="*/ 12 w 3485"/>
                <a:gd name="T9" fmla="*/ 4 h 3490"/>
                <a:gd name="T10" fmla="*/ 11 w 3485"/>
                <a:gd name="T11" fmla="*/ 2 h 3490"/>
                <a:gd name="T12" fmla="*/ 11 w 3485"/>
                <a:gd name="T13" fmla="*/ 1 h 3490"/>
                <a:gd name="T14" fmla="*/ 14 w 3485"/>
                <a:gd name="T15" fmla="*/ 0 h 3490"/>
                <a:gd name="T16" fmla="*/ 3 w 3485"/>
                <a:gd name="T17" fmla="*/ 7 h 3490"/>
                <a:gd name="T18" fmla="*/ 4 w 3485"/>
                <a:gd name="T19" fmla="*/ 9 h 3490"/>
                <a:gd name="T20" fmla="*/ 3 w 3485"/>
                <a:gd name="T21" fmla="*/ 12 h 3490"/>
                <a:gd name="T22" fmla="*/ 2 w 3485"/>
                <a:gd name="T23" fmla="*/ 13 h 3490"/>
                <a:gd name="T24" fmla="*/ 1 w 3485"/>
                <a:gd name="T25" fmla="*/ 12 h 3490"/>
                <a:gd name="T26" fmla="*/ 0 w 3485"/>
                <a:gd name="T27" fmla="*/ 10 h 3490"/>
                <a:gd name="T28" fmla="*/ 0 w 3485"/>
                <a:gd name="T29" fmla="*/ 8 h 3490"/>
                <a:gd name="T30" fmla="*/ 2 w 3485"/>
                <a:gd name="T31" fmla="*/ 6 h 3490"/>
                <a:gd name="T32" fmla="*/ 10 w 3485"/>
                <a:gd name="T33" fmla="*/ 20 h 3490"/>
                <a:gd name="T34" fmla="*/ 11 w 3485"/>
                <a:gd name="T35" fmla="*/ 22 h 3490"/>
                <a:gd name="T36" fmla="*/ 11 w 3485"/>
                <a:gd name="T37" fmla="*/ 25 h 3490"/>
                <a:gd name="T38" fmla="*/ 10 w 3485"/>
                <a:gd name="T39" fmla="*/ 27 h 3490"/>
                <a:gd name="T40" fmla="*/ 8 w 3485"/>
                <a:gd name="T41" fmla="*/ 26 h 3490"/>
                <a:gd name="T42" fmla="*/ 7 w 3485"/>
                <a:gd name="T43" fmla="*/ 24 h 3490"/>
                <a:gd name="T44" fmla="*/ 7 w 3485"/>
                <a:gd name="T45" fmla="*/ 22 h 3490"/>
                <a:gd name="T46" fmla="*/ 8 w 3485"/>
                <a:gd name="T47" fmla="*/ 20 h 3490"/>
                <a:gd name="T48" fmla="*/ 20 w 3485"/>
                <a:gd name="T49" fmla="*/ 21 h 3490"/>
                <a:gd name="T50" fmla="*/ 21 w 3485"/>
                <a:gd name="T51" fmla="*/ 23 h 3490"/>
                <a:gd name="T52" fmla="*/ 21 w 3485"/>
                <a:gd name="T53" fmla="*/ 26 h 3490"/>
                <a:gd name="T54" fmla="*/ 20 w 3485"/>
                <a:gd name="T55" fmla="*/ 28 h 3490"/>
                <a:gd name="T56" fmla="*/ 18 w 3485"/>
                <a:gd name="T57" fmla="*/ 28 h 3490"/>
                <a:gd name="T58" fmla="*/ 17 w 3485"/>
                <a:gd name="T59" fmla="*/ 26 h 3490"/>
                <a:gd name="T60" fmla="*/ 17 w 3485"/>
                <a:gd name="T61" fmla="*/ 23 h 3490"/>
                <a:gd name="T62" fmla="*/ 18 w 3485"/>
                <a:gd name="T63" fmla="*/ 21 h 3490"/>
                <a:gd name="T64" fmla="*/ 19 w 3485"/>
                <a:gd name="T65" fmla="*/ 11 h 3490"/>
                <a:gd name="T66" fmla="*/ 20 w 3485"/>
                <a:gd name="T67" fmla="*/ 13 h 3490"/>
                <a:gd name="T68" fmla="*/ 21 w 3485"/>
                <a:gd name="T69" fmla="*/ 15 h 3490"/>
                <a:gd name="T70" fmla="*/ 20 w 3485"/>
                <a:gd name="T71" fmla="*/ 17 h 3490"/>
                <a:gd name="T72" fmla="*/ 18 w 3485"/>
                <a:gd name="T73" fmla="*/ 17 h 3490"/>
                <a:gd name="T74" fmla="*/ 17 w 3485"/>
                <a:gd name="T75" fmla="*/ 16 h 3490"/>
                <a:gd name="T76" fmla="*/ 17 w 3485"/>
                <a:gd name="T77" fmla="*/ 13 h 3490"/>
                <a:gd name="T78" fmla="*/ 18 w 3485"/>
                <a:gd name="T79" fmla="*/ 11 h 3490"/>
                <a:gd name="T80" fmla="*/ 26 w 3485"/>
                <a:gd name="T81" fmla="*/ 7 h 3490"/>
                <a:gd name="T82" fmla="*/ 27 w 3485"/>
                <a:gd name="T83" fmla="*/ 8 h 3490"/>
                <a:gd name="T84" fmla="*/ 27 w 3485"/>
                <a:gd name="T85" fmla="*/ 11 h 3490"/>
                <a:gd name="T86" fmla="*/ 26 w 3485"/>
                <a:gd name="T87" fmla="*/ 13 h 3490"/>
                <a:gd name="T88" fmla="*/ 25 w 3485"/>
                <a:gd name="T89" fmla="*/ 13 h 3490"/>
                <a:gd name="T90" fmla="*/ 24 w 3485"/>
                <a:gd name="T91" fmla="*/ 12 h 3490"/>
                <a:gd name="T92" fmla="*/ 24 w 3485"/>
                <a:gd name="T93" fmla="*/ 9 h 3490"/>
                <a:gd name="T94" fmla="*/ 24 w 3485"/>
                <a:gd name="T95" fmla="*/ 7 h 3490"/>
                <a:gd name="T96" fmla="*/ 26 w 3485"/>
                <a:gd name="T97" fmla="*/ 17 h 3490"/>
                <a:gd name="T98" fmla="*/ 27 w 3485"/>
                <a:gd name="T99" fmla="*/ 18 h 3490"/>
                <a:gd name="T100" fmla="*/ 28 w 3485"/>
                <a:gd name="T101" fmla="*/ 21 h 3490"/>
                <a:gd name="T102" fmla="*/ 27 w 3485"/>
                <a:gd name="T103" fmla="*/ 23 h 3490"/>
                <a:gd name="T104" fmla="*/ 26 w 3485"/>
                <a:gd name="T105" fmla="*/ 24 h 3490"/>
                <a:gd name="T106" fmla="*/ 24 w 3485"/>
                <a:gd name="T107" fmla="*/ 23 h 3490"/>
                <a:gd name="T108" fmla="*/ 24 w 3485"/>
                <a:gd name="T109" fmla="*/ 20 h 3490"/>
                <a:gd name="T110" fmla="*/ 25 w 3485"/>
                <a:gd name="T111" fmla="*/ 18 h 3490"/>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w 3485"/>
                <a:gd name="T169" fmla="*/ 0 h 3490"/>
                <a:gd name="T170" fmla="*/ 3485 w 3485"/>
                <a:gd name="T171" fmla="*/ 3490 h 3490"/>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T168" t="T169" r="T170" b="T171"/>
              <a:pathLst>
                <a:path w="3485" h="3490">
                  <a:moveTo>
                    <a:pt x="1754" y="0"/>
                  </a:moveTo>
                  <a:lnTo>
                    <a:pt x="1797" y="2"/>
                  </a:lnTo>
                  <a:lnTo>
                    <a:pt x="1840" y="5"/>
                  </a:lnTo>
                  <a:lnTo>
                    <a:pt x="1881" y="12"/>
                  </a:lnTo>
                  <a:lnTo>
                    <a:pt x="1921" y="20"/>
                  </a:lnTo>
                  <a:lnTo>
                    <a:pt x="1959" y="31"/>
                  </a:lnTo>
                  <a:lnTo>
                    <a:pt x="1994" y="44"/>
                  </a:lnTo>
                  <a:lnTo>
                    <a:pt x="2028" y="59"/>
                  </a:lnTo>
                  <a:lnTo>
                    <a:pt x="2058" y="74"/>
                  </a:lnTo>
                  <a:lnTo>
                    <a:pt x="2086" y="93"/>
                  </a:lnTo>
                  <a:lnTo>
                    <a:pt x="2111" y="113"/>
                  </a:lnTo>
                  <a:lnTo>
                    <a:pt x="2132" y="133"/>
                  </a:lnTo>
                  <a:lnTo>
                    <a:pt x="2151" y="155"/>
                  </a:lnTo>
                  <a:lnTo>
                    <a:pt x="2165" y="179"/>
                  </a:lnTo>
                  <a:lnTo>
                    <a:pt x="2175" y="203"/>
                  </a:lnTo>
                  <a:lnTo>
                    <a:pt x="2182" y="229"/>
                  </a:lnTo>
                  <a:lnTo>
                    <a:pt x="2185" y="255"/>
                  </a:lnTo>
                  <a:lnTo>
                    <a:pt x="2182" y="281"/>
                  </a:lnTo>
                  <a:lnTo>
                    <a:pt x="2175" y="305"/>
                  </a:lnTo>
                  <a:lnTo>
                    <a:pt x="2165" y="330"/>
                  </a:lnTo>
                  <a:lnTo>
                    <a:pt x="2151" y="353"/>
                  </a:lnTo>
                  <a:lnTo>
                    <a:pt x="2132" y="376"/>
                  </a:lnTo>
                  <a:lnTo>
                    <a:pt x="2111" y="397"/>
                  </a:lnTo>
                  <a:lnTo>
                    <a:pt x="2086" y="417"/>
                  </a:lnTo>
                  <a:lnTo>
                    <a:pt x="2058" y="434"/>
                  </a:lnTo>
                  <a:lnTo>
                    <a:pt x="2028" y="451"/>
                  </a:lnTo>
                  <a:lnTo>
                    <a:pt x="1994" y="466"/>
                  </a:lnTo>
                  <a:lnTo>
                    <a:pt x="1959" y="479"/>
                  </a:lnTo>
                  <a:lnTo>
                    <a:pt x="1921" y="489"/>
                  </a:lnTo>
                  <a:lnTo>
                    <a:pt x="1881" y="498"/>
                  </a:lnTo>
                  <a:lnTo>
                    <a:pt x="1840" y="505"/>
                  </a:lnTo>
                  <a:lnTo>
                    <a:pt x="1797" y="508"/>
                  </a:lnTo>
                  <a:lnTo>
                    <a:pt x="1754" y="509"/>
                  </a:lnTo>
                  <a:lnTo>
                    <a:pt x="1710" y="508"/>
                  </a:lnTo>
                  <a:lnTo>
                    <a:pt x="1667" y="505"/>
                  </a:lnTo>
                  <a:lnTo>
                    <a:pt x="1626" y="498"/>
                  </a:lnTo>
                  <a:lnTo>
                    <a:pt x="1586" y="489"/>
                  </a:lnTo>
                  <a:lnTo>
                    <a:pt x="1548" y="479"/>
                  </a:lnTo>
                  <a:lnTo>
                    <a:pt x="1512" y="466"/>
                  </a:lnTo>
                  <a:lnTo>
                    <a:pt x="1479" y="451"/>
                  </a:lnTo>
                  <a:lnTo>
                    <a:pt x="1449" y="434"/>
                  </a:lnTo>
                  <a:lnTo>
                    <a:pt x="1421" y="417"/>
                  </a:lnTo>
                  <a:lnTo>
                    <a:pt x="1395" y="397"/>
                  </a:lnTo>
                  <a:lnTo>
                    <a:pt x="1374" y="376"/>
                  </a:lnTo>
                  <a:lnTo>
                    <a:pt x="1355" y="353"/>
                  </a:lnTo>
                  <a:lnTo>
                    <a:pt x="1341" y="330"/>
                  </a:lnTo>
                  <a:lnTo>
                    <a:pt x="1331" y="305"/>
                  </a:lnTo>
                  <a:lnTo>
                    <a:pt x="1324" y="281"/>
                  </a:lnTo>
                  <a:lnTo>
                    <a:pt x="1321" y="255"/>
                  </a:lnTo>
                  <a:lnTo>
                    <a:pt x="1324" y="229"/>
                  </a:lnTo>
                  <a:lnTo>
                    <a:pt x="1331" y="203"/>
                  </a:lnTo>
                  <a:lnTo>
                    <a:pt x="1341" y="179"/>
                  </a:lnTo>
                  <a:lnTo>
                    <a:pt x="1355" y="155"/>
                  </a:lnTo>
                  <a:lnTo>
                    <a:pt x="1374" y="133"/>
                  </a:lnTo>
                  <a:lnTo>
                    <a:pt x="1395" y="113"/>
                  </a:lnTo>
                  <a:lnTo>
                    <a:pt x="1421" y="93"/>
                  </a:lnTo>
                  <a:lnTo>
                    <a:pt x="1449" y="74"/>
                  </a:lnTo>
                  <a:lnTo>
                    <a:pt x="1479" y="59"/>
                  </a:lnTo>
                  <a:lnTo>
                    <a:pt x="1512" y="44"/>
                  </a:lnTo>
                  <a:lnTo>
                    <a:pt x="1548" y="31"/>
                  </a:lnTo>
                  <a:lnTo>
                    <a:pt x="1586" y="20"/>
                  </a:lnTo>
                  <a:lnTo>
                    <a:pt x="1626" y="12"/>
                  </a:lnTo>
                  <a:lnTo>
                    <a:pt x="1667" y="5"/>
                  </a:lnTo>
                  <a:lnTo>
                    <a:pt x="1710" y="2"/>
                  </a:lnTo>
                  <a:lnTo>
                    <a:pt x="1754" y="0"/>
                  </a:lnTo>
                  <a:close/>
                  <a:moveTo>
                    <a:pt x="239" y="786"/>
                  </a:moveTo>
                  <a:lnTo>
                    <a:pt x="263" y="788"/>
                  </a:lnTo>
                  <a:lnTo>
                    <a:pt x="287" y="794"/>
                  </a:lnTo>
                  <a:lnTo>
                    <a:pt x="309" y="805"/>
                  </a:lnTo>
                  <a:lnTo>
                    <a:pt x="331" y="819"/>
                  </a:lnTo>
                  <a:lnTo>
                    <a:pt x="352" y="836"/>
                  </a:lnTo>
                  <a:lnTo>
                    <a:pt x="372" y="857"/>
                  </a:lnTo>
                  <a:lnTo>
                    <a:pt x="390" y="882"/>
                  </a:lnTo>
                  <a:lnTo>
                    <a:pt x="407" y="909"/>
                  </a:lnTo>
                  <a:lnTo>
                    <a:pt x="423" y="940"/>
                  </a:lnTo>
                  <a:lnTo>
                    <a:pt x="437" y="971"/>
                  </a:lnTo>
                  <a:lnTo>
                    <a:pt x="448" y="1006"/>
                  </a:lnTo>
                  <a:lnTo>
                    <a:pt x="459" y="1043"/>
                  </a:lnTo>
                  <a:lnTo>
                    <a:pt x="467" y="1081"/>
                  </a:lnTo>
                  <a:lnTo>
                    <a:pt x="473" y="1121"/>
                  </a:lnTo>
                  <a:lnTo>
                    <a:pt x="476" y="1163"/>
                  </a:lnTo>
                  <a:lnTo>
                    <a:pt x="478" y="1206"/>
                  </a:lnTo>
                  <a:lnTo>
                    <a:pt x="476" y="1248"/>
                  </a:lnTo>
                  <a:lnTo>
                    <a:pt x="473" y="1290"/>
                  </a:lnTo>
                  <a:lnTo>
                    <a:pt x="467" y="1330"/>
                  </a:lnTo>
                  <a:lnTo>
                    <a:pt x="459" y="1367"/>
                  </a:lnTo>
                  <a:lnTo>
                    <a:pt x="448" y="1405"/>
                  </a:lnTo>
                  <a:lnTo>
                    <a:pt x="437" y="1439"/>
                  </a:lnTo>
                  <a:lnTo>
                    <a:pt x="423" y="1472"/>
                  </a:lnTo>
                  <a:lnTo>
                    <a:pt x="407" y="1501"/>
                  </a:lnTo>
                  <a:lnTo>
                    <a:pt x="390" y="1528"/>
                  </a:lnTo>
                  <a:lnTo>
                    <a:pt x="372" y="1553"/>
                  </a:lnTo>
                  <a:lnTo>
                    <a:pt x="352" y="1574"/>
                  </a:lnTo>
                  <a:lnTo>
                    <a:pt x="331" y="1591"/>
                  </a:lnTo>
                  <a:lnTo>
                    <a:pt x="309" y="1605"/>
                  </a:lnTo>
                  <a:lnTo>
                    <a:pt x="287" y="1616"/>
                  </a:lnTo>
                  <a:lnTo>
                    <a:pt x="263" y="1622"/>
                  </a:lnTo>
                  <a:lnTo>
                    <a:pt x="239" y="1624"/>
                  </a:lnTo>
                  <a:lnTo>
                    <a:pt x="214" y="1622"/>
                  </a:lnTo>
                  <a:lnTo>
                    <a:pt x="191" y="1616"/>
                  </a:lnTo>
                  <a:lnTo>
                    <a:pt x="168" y="1605"/>
                  </a:lnTo>
                  <a:lnTo>
                    <a:pt x="146" y="1591"/>
                  </a:lnTo>
                  <a:lnTo>
                    <a:pt x="125" y="1574"/>
                  </a:lnTo>
                  <a:lnTo>
                    <a:pt x="105" y="1553"/>
                  </a:lnTo>
                  <a:lnTo>
                    <a:pt x="87" y="1528"/>
                  </a:lnTo>
                  <a:lnTo>
                    <a:pt x="70" y="1501"/>
                  </a:lnTo>
                  <a:lnTo>
                    <a:pt x="55" y="1472"/>
                  </a:lnTo>
                  <a:lnTo>
                    <a:pt x="41" y="1439"/>
                  </a:lnTo>
                  <a:lnTo>
                    <a:pt x="29" y="1405"/>
                  </a:lnTo>
                  <a:lnTo>
                    <a:pt x="18" y="1367"/>
                  </a:lnTo>
                  <a:lnTo>
                    <a:pt x="10" y="1330"/>
                  </a:lnTo>
                  <a:lnTo>
                    <a:pt x="4" y="1290"/>
                  </a:lnTo>
                  <a:lnTo>
                    <a:pt x="1" y="1248"/>
                  </a:lnTo>
                  <a:lnTo>
                    <a:pt x="0" y="1206"/>
                  </a:lnTo>
                  <a:lnTo>
                    <a:pt x="1" y="1163"/>
                  </a:lnTo>
                  <a:lnTo>
                    <a:pt x="4" y="1121"/>
                  </a:lnTo>
                  <a:lnTo>
                    <a:pt x="10" y="1081"/>
                  </a:lnTo>
                  <a:lnTo>
                    <a:pt x="18" y="1043"/>
                  </a:lnTo>
                  <a:lnTo>
                    <a:pt x="29" y="1006"/>
                  </a:lnTo>
                  <a:lnTo>
                    <a:pt x="41" y="971"/>
                  </a:lnTo>
                  <a:lnTo>
                    <a:pt x="55" y="940"/>
                  </a:lnTo>
                  <a:lnTo>
                    <a:pt x="70" y="909"/>
                  </a:lnTo>
                  <a:lnTo>
                    <a:pt x="87" y="882"/>
                  </a:lnTo>
                  <a:lnTo>
                    <a:pt x="105" y="857"/>
                  </a:lnTo>
                  <a:lnTo>
                    <a:pt x="125" y="836"/>
                  </a:lnTo>
                  <a:lnTo>
                    <a:pt x="146" y="819"/>
                  </a:lnTo>
                  <a:lnTo>
                    <a:pt x="168" y="805"/>
                  </a:lnTo>
                  <a:lnTo>
                    <a:pt x="191" y="794"/>
                  </a:lnTo>
                  <a:lnTo>
                    <a:pt x="214" y="788"/>
                  </a:lnTo>
                  <a:lnTo>
                    <a:pt x="239" y="786"/>
                  </a:lnTo>
                  <a:close/>
                  <a:moveTo>
                    <a:pt x="1119" y="2495"/>
                  </a:moveTo>
                  <a:lnTo>
                    <a:pt x="1143" y="2498"/>
                  </a:lnTo>
                  <a:lnTo>
                    <a:pt x="1167" y="2504"/>
                  </a:lnTo>
                  <a:lnTo>
                    <a:pt x="1190" y="2514"/>
                  </a:lnTo>
                  <a:lnTo>
                    <a:pt x="1211" y="2528"/>
                  </a:lnTo>
                  <a:lnTo>
                    <a:pt x="1232" y="2546"/>
                  </a:lnTo>
                  <a:lnTo>
                    <a:pt x="1252" y="2567"/>
                  </a:lnTo>
                  <a:lnTo>
                    <a:pt x="1271" y="2592"/>
                  </a:lnTo>
                  <a:lnTo>
                    <a:pt x="1288" y="2618"/>
                  </a:lnTo>
                  <a:lnTo>
                    <a:pt x="1304" y="2648"/>
                  </a:lnTo>
                  <a:lnTo>
                    <a:pt x="1318" y="2681"/>
                  </a:lnTo>
                  <a:lnTo>
                    <a:pt x="1329" y="2715"/>
                  </a:lnTo>
                  <a:lnTo>
                    <a:pt x="1340" y="2752"/>
                  </a:lnTo>
                  <a:lnTo>
                    <a:pt x="1348" y="2790"/>
                  </a:lnTo>
                  <a:lnTo>
                    <a:pt x="1354" y="2830"/>
                  </a:lnTo>
                  <a:lnTo>
                    <a:pt x="1358" y="2872"/>
                  </a:lnTo>
                  <a:lnTo>
                    <a:pt x="1359" y="2914"/>
                  </a:lnTo>
                  <a:lnTo>
                    <a:pt x="1358" y="2956"/>
                  </a:lnTo>
                  <a:lnTo>
                    <a:pt x="1354" y="2998"/>
                  </a:lnTo>
                  <a:lnTo>
                    <a:pt x="1348" y="3038"/>
                  </a:lnTo>
                  <a:lnTo>
                    <a:pt x="1340" y="3077"/>
                  </a:lnTo>
                  <a:lnTo>
                    <a:pt x="1329" y="3113"/>
                  </a:lnTo>
                  <a:lnTo>
                    <a:pt x="1318" y="3147"/>
                  </a:lnTo>
                  <a:lnTo>
                    <a:pt x="1304" y="3180"/>
                  </a:lnTo>
                  <a:lnTo>
                    <a:pt x="1288" y="3209"/>
                  </a:lnTo>
                  <a:lnTo>
                    <a:pt x="1271" y="3238"/>
                  </a:lnTo>
                  <a:lnTo>
                    <a:pt x="1252" y="3261"/>
                  </a:lnTo>
                  <a:lnTo>
                    <a:pt x="1232" y="3282"/>
                  </a:lnTo>
                  <a:lnTo>
                    <a:pt x="1211" y="3301"/>
                  </a:lnTo>
                  <a:lnTo>
                    <a:pt x="1190" y="3315"/>
                  </a:lnTo>
                  <a:lnTo>
                    <a:pt x="1167" y="3325"/>
                  </a:lnTo>
                  <a:lnTo>
                    <a:pt x="1143" y="3331"/>
                  </a:lnTo>
                  <a:lnTo>
                    <a:pt x="1119" y="3334"/>
                  </a:lnTo>
                  <a:lnTo>
                    <a:pt x="1094" y="3331"/>
                  </a:lnTo>
                  <a:lnTo>
                    <a:pt x="1070" y="3325"/>
                  </a:lnTo>
                  <a:lnTo>
                    <a:pt x="1048" y="3315"/>
                  </a:lnTo>
                  <a:lnTo>
                    <a:pt x="1026" y="3301"/>
                  </a:lnTo>
                  <a:lnTo>
                    <a:pt x="1005" y="3282"/>
                  </a:lnTo>
                  <a:lnTo>
                    <a:pt x="985" y="3261"/>
                  </a:lnTo>
                  <a:lnTo>
                    <a:pt x="967" y="3238"/>
                  </a:lnTo>
                  <a:lnTo>
                    <a:pt x="950" y="3209"/>
                  </a:lnTo>
                  <a:lnTo>
                    <a:pt x="935" y="3180"/>
                  </a:lnTo>
                  <a:lnTo>
                    <a:pt x="921" y="3147"/>
                  </a:lnTo>
                  <a:lnTo>
                    <a:pt x="909" y="3113"/>
                  </a:lnTo>
                  <a:lnTo>
                    <a:pt x="898" y="3077"/>
                  </a:lnTo>
                  <a:lnTo>
                    <a:pt x="890" y="3038"/>
                  </a:lnTo>
                  <a:lnTo>
                    <a:pt x="884" y="2998"/>
                  </a:lnTo>
                  <a:lnTo>
                    <a:pt x="881" y="2956"/>
                  </a:lnTo>
                  <a:lnTo>
                    <a:pt x="880" y="2914"/>
                  </a:lnTo>
                  <a:lnTo>
                    <a:pt x="881" y="2872"/>
                  </a:lnTo>
                  <a:lnTo>
                    <a:pt x="884" y="2830"/>
                  </a:lnTo>
                  <a:lnTo>
                    <a:pt x="890" y="2790"/>
                  </a:lnTo>
                  <a:lnTo>
                    <a:pt x="898" y="2752"/>
                  </a:lnTo>
                  <a:lnTo>
                    <a:pt x="909" y="2715"/>
                  </a:lnTo>
                  <a:lnTo>
                    <a:pt x="921" y="2681"/>
                  </a:lnTo>
                  <a:lnTo>
                    <a:pt x="935" y="2648"/>
                  </a:lnTo>
                  <a:lnTo>
                    <a:pt x="950" y="2618"/>
                  </a:lnTo>
                  <a:lnTo>
                    <a:pt x="967" y="2592"/>
                  </a:lnTo>
                  <a:lnTo>
                    <a:pt x="985" y="2567"/>
                  </a:lnTo>
                  <a:lnTo>
                    <a:pt x="1005" y="2546"/>
                  </a:lnTo>
                  <a:lnTo>
                    <a:pt x="1026" y="2528"/>
                  </a:lnTo>
                  <a:lnTo>
                    <a:pt x="1048" y="2514"/>
                  </a:lnTo>
                  <a:lnTo>
                    <a:pt x="1070" y="2504"/>
                  </a:lnTo>
                  <a:lnTo>
                    <a:pt x="1094" y="2498"/>
                  </a:lnTo>
                  <a:lnTo>
                    <a:pt x="1119" y="2495"/>
                  </a:lnTo>
                  <a:close/>
                  <a:moveTo>
                    <a:pt x="2380" y="2651"/>
                  </a:moveTo>
                  <a:lnTo>
                    <a:pt x="2405" y="2654"/>
                  </a:lnTo>
                  <a:lnTo>
                    <a:pt x="2428" y="2660"/>
                  </a:lnTo>
                  <a:lnTo>
                    <a:pt x="2452" y="2670"/>
                  </a:lnTo>
                  <a:lnTo>
                    <a:pt x="2473" y="2684"/>
                  </a:lnTo>
                  <a:lnTo>
                    <a:pt x="2494" y="2703"/>
                  </a:lnTo>
                  <a:lnTo>
                    <a:pt x="2514" y="2724"/>
                  </a:lnTo>
                  <a:lnTo>
                    <a:pt x="2533" y="2747"/>
                  </a:lnTo>
                  <a:lnTo>
                    <a:pt x="2550" y="2774"/>
                  </a:lnTo>
                  <a:lnTo>
                    <a:pt x="2565" y="2805"/>
                  </a:lnTo>
                  <a:lnTo>
                    <a:pt x="2580" y="2838"/>
                  </a:lnTo>
                  <a:lnTo>
                    <a:pt x="2591" y="2872"/>
                  </a:lnTo>
                  <a:lnTo>
                    <a:pt x="2602" y="2908"/>
                  </a:lnTo>
                  <a:lnTo>
                    <a:pt x="2610" y="2947"/>
                  </a:lnTo>
                  <a:lnTo>
                    <a:pt x="2616" y="2987"/>
                  </a:lnTo>
                  <a:lnTo>
                    <a:pt x="2619" y="3029"/>
                  </a:lnTo>
                  <a:lnTo>
                    <a:pt x="2621" y="3071"/>
                  </a:lnTo>
                  <a:lnTo>
                    <a:pt x="2619" y="3113"/>
                  </a:lnTo>
                  <a:lnTo>
                    <a:pt x="2616" y="3155"/>
                  </a:lnTo>
                  <a:lnTo>
                    <a:pt x="2610" y="3195"/>
                  </a:lnTo>
                  <a:lnTo>
                    <a:pt x="2602" y="3233"/>
                  </a:lnTo>
                  <a:lnTo>
                    <a:pt x="2591" y="3270"/>
                  </a:lnTo>
                  <a:lnTo>
                    <a:pt x="2580" y="3304"/>
                  </a:lnTo>
                  <a:lnTo>
                    <a:pt x="2565" y="3337"/>
                  </a:lnTo>
                  <a:lnTo>
                    <a:pt x="2550" y="3367"/>
                  </a:lnTo>
                  <a:lnTo>
                    <a:pt x="2533" y="3393"/>
                  </a:lnTo>
                  <a:lnTo>
                    <a:pt x="2514" y="3418"/>
                  </a:lnTo>
                  <a:lnTo>
                    <a:pt x="2494" y="3439"/>
                  </a:lnTo>
                  <a:lnTo>
                    <a:pt x="2473" y="3457"/>
                  </a:lnTo>
                  <a:lnTo>
                    <a:pt x="2452" y="3471"/>
                  </a:lnTo>
                  <a:lnTo>
                    <a:pt x="2428" y="3481"/>
                  </a:lnTo>
                  <a:lnTo>
                    <a:pt x="2405" y="3487"/>
                  </a:lnTo>
                  <a:lnTo>
                    <a:pt x="2380" y="3490"/>
                  </a:lnTo>
                  <a:lnTo>
                    <a:pt x="2356" y="3487"/>
                  </a:lnTo>
                  <a:lnTo>
                    <a:pt x="2332" y="3481"/>
                  </a:lnTo>
                  <a:lnTo>
                    <a:pt x="2310" y="3471"/>
                  </a:lnTo>
                  <a:lnTo>
                    <a:pt x="2288" y="3457"/>
                  </a:lnTo>
                  <a:lnTo>
                    <a:pt x="2267" y="3439"/>
                  </a:lnTo>
                  <a:lnTo>
                    <a:pt x="2248" y="3418"/>
                  </a:lnTo>
                  <a:lnTo>
                    <a:pt x="2229" y="3393"/>
                  </a:lnTo>
                  <a:lnTo>
                    <a:pt x="2212" y="3367"/>
                  </a:lnTo>
                  <a:lnTo>
                    <a:pt x="2196" y="3337"/>
                  </a:lnTo>
                  <a:lnTo>
                    <a:pt x="2182" y="3304"/>
                  </a:lnTo>
                  <a:lnTo>
                    <a:pt x="2171" y="3270"/>
                  </a:lnTo>
                  <a:lnTo>
                    <a:pt x="2160" y="3233"/>
                  </a:lnTo>
                  <a:lnTo>
                    <a:pt x="2152" y="3195"/>
                  </a:lnTo>
                  <a:lnTo>
                    <a:pt x="2146" y="3155"/>
                  </a:lnTo>
                  <a:lnTo>
                    <a:pt x="2142" y="3113"/>
                  </a:lnTo>
                  <a:lnTo>
                    <a:pt x="2141" y="3071"/>
                  </a:lnTo>
                  <a:lnTo>
                    <a:pt x="2142" y="3029"/>
                  </a:lnTo>
                  <a:lnTo>
                    <a:pt x="2146" y="2987"/>
                  </a:lnTo>
                  <a:lnTo>
                    <a:pt x="2152" y="2947"/>
                  </a:lnTo>
                  <a:lnTo>
                    <a:pt x="2160" y="2908"/>
                  </a:lnTo>
                  <a:lnTo>
                    <a:pt x="2171" y="2872"/>
                  </a:lnTo>
                  <a:lnTo>
                    <a:pt x="2182" y="2838"/>
                  </a:lnTo>
                  <a:lnTo>
                    <a:pt x="2196" y="2805"/>
                  </a:lnTo>
                  <a:lnTo>
                    <a:pt x="2212" y="2774"/>
                  </a:lnTo>
                  <a:lnTo>
                    <a:pt x="2229" y="2747"/>
                  </a:lnTo>
                  <a:lnTo>
                    <a:pt x="2248" y="2724"/>
                  </a:lnTo>
                  <a:lnTo>
                    <a:pt x="2267" y="2703"/>
                  </a:lnTo>
                  <a:lnTo>
                    <a:pt x="2288" y="2684"/>
                  </a:lnTo>
                  <a:lnTo>
                    <a:pt x="2310" y="2670"/>
                  </a:lnTo>
                  <a:lnTo>
                    <a:pt x="2332" y="2660"/>
                  </a:lnTo>
                  <a:lnTo>
                    <a:pt x="2356" y="2654"/>
                  </a:lnTo>
                  <a:lnTo>
                    <a:pt x="2380" y="2651"/>
                  </a:lnTo>
                  <a:close/>
                  <a:moveTo>
                    <a:pt x="2342" y="1355"/>
                  </a:moveTo>
                  <a:lnTo>
                    <a:pt x="2366" y="1357"/>
                  </a:lnTo>
                  <a:lnTo>
                    <a:pt x="2390" y="1363"/>
                  </a:lnTo>
                  <a:lnTo>
                    <a:pt x="2412" y="1373"/>
                  </a:lnTo>
                  <a:lnTo>
                    <a:pt x="2434" y="1387"/>
                  </a:lnTo>
                  <a:lnTo>
                    <a:pt x="2455" y="1405"/>
                  </a:lnTo>
                  <a:lnTo>
                    <a:pt x="2475" y="1426"/>
                  </a:lnTo>
                  <a:lnTo>
                    <a:pt x="2493" y="1451"/>
                  </a:lnTo>
                  <a:lnTo>
                    <a:pt x="2510" y="1478"/>
                  </a:lnTo>
                  <a:lnTo>
                    <a:pt x="2526" y="1507"/>
                  </a:lnTo>
                  <a:lnTo>
                    <a:pt x="2540" y="1540"/>
                  </a:lnTo>
                  <a:lnTo>
                    <a:pt x="2551" y="1574"/>
                  </a:lnTo>
                  <a:lnTo>
                    <a:pt x="2562" y="1611"/>
                  </a:lnTo>
                  <a:lnTo>
                    <a:pt x="2570" y="1649"/>
                  </a:lnTo>
                  <a:lnTo>
                    <a:pt x="2576" y="1689"/>
                  </a:lnTo>
                  <a:lnTo>
                    <a:pt x="2580" y="1731"/>
                  </a:lnTo>
                  <a:lnTo>
                    <a:pt x="2581" y="1773"/>
                  </a:lnTo>
                  <a:lnTo>
                    <a:pt x="2580" y="1815"/>
                  </a:lnTo>
                  <a:lnTo>
                    <a:pt x="2576" y="1858"/>
                  </a:lnTo>
                  <a:lnTo>
                    <a:pt x="2570" y="1897"/>
                  </a:lnTo>
                  <a:lnTo>
                    <a:pt x="2562" y="1936"/>
                  </a:lnTo>
                  <a:lnTo>
                    <a:pt x="2551" y="1972"/>
                  </a:lnTo>
                  <a:lnTo>
                    <a:pt x="2540" y="2008"/>
                  </a:lnTo>
                  <a:lnTo>
                    <a:pt x="2526" y="2039"/>
                  </a:lnTo>
                  <a:lnTo>
                    <a:pt x="2510" y="2070"/>
                  </a:lnTo>
                  <a:lnTo>
                    <a:pt x="2493" y="2097"/>
                  </a:lnTo>
                  <a:lnTo>
                    <a:pt x="2475" y="2121"/>
                  </a:lnTo>
                  <a:lnTo>
                    <a:pt x="2455" y="2142"/>
                  </a:lnTo>
                  <a:lnTo>
                    <a:pt x="2434" y="2160"/>
                  </a:lnTo>
                  <a:lnTo>
                    <a:pt x="2412" y="2174"/>
                  </a:lnTo>
                  <a:lnTo>
                    <a:pt x="2390" y="2185"/>
                  </a:lnTo>
                  <a:lnTo>
                    <a:pt x="2366" y="2191"/>
                  </a:lnTo>
                  <a:lnTo>
                    <a:pt x="2342" y="2193"/>
                  </a:lnTo>
                  <a:lnTo>
                    <a:pt x="2317" y="2191"/>
                  </a:lnTo>
                  <a:lnTo>
                    <a:pt x="2294" y="2185"/>
                  </a:lnTo>
                  <a:lnTo>
                    <a:pt x="2270" y="2174"/>
                  </a:lnTo>
                  <a:lnTo>
                    <a:pt x="2249" y="2160"/>
                  </a:lnTo>
                  <a:lnTo>
                    <a:pt x="2228" y="2142"/>
                  </a:lnTo>
                  <a:lnTo>
                    <a:pt x="2208" y="2121"/>
                  </a:lnTo>
                  <a:lnTo>
                    <a:pt x="2189" y="2097"/>
                  </a:lnTo>
                  <a:lnTo>
                    <a:pt x="2173" y="2070"/>
                  </a:lnTo>
                  <a:lnTo>
                    <a:pt x="2157" y="2039"/>
                  </a:lnTo>
                  <a:lnTo>
                    <a:pt x="2142" y="2008"/>
                  </a:lnTo>
                  <a:lnTo>
                    <a:pt x="2131" y="1972"/>
                  </a:lnTo>
                  <a:lnTo>
                    <a:pt x="2120" y="1936"/>
                  </a:lnTo>
                  <a:lnTo>
                    <a:pt x="2112" y="1897"/>
                  </a:lnTo>
                  <a:lnTo>
                    <a:pt x="2106" y="1858"/>
                  </a:lnTo>
                  <a:lnTo>
                    <a:pt x="2103" y="1815"/>
                  </a:lnTo>
                  <a:lnTo>
                    <a:pt x="2101" y="1773"/>
                  </a:lnTo>
                  <a:lnTo>
                    <a:pt x="2103" y="1731"/>
                  </a:lnTo>
                  <a:lnTo>
                    <a:pt x="2106" y="1689"/>
                  </a:lnTo>
                  <a:lnTo>
                    <a:pt x="2112" y="1649"/>
                  </a:lnTo>
                  <a:lnTo>
                    <a:pt x="2120" y="1611"/>
                  </a:lnTo>
                  <a:lnTo>
                    <a:pt x="2131" y="1574"/>
                  </a:lnTo>
                  <a:lnTo>
                    <a:pt x="2142" y="1540"/>
                  </a:lnTo>
                  <a:lnTo>
                    <a:pt x="2157" y="1507"/>
                  </a:lnTo>
                  <a:lnTo>
                    <a:pt x="2173" y="1478"/>
                  </a:lnTo>
                  <a:lnTo>
                    <a:pt x="2189" y="1451"/>
                  </a:lnTo>
                  <a:lnTo>
                    <a:pt x="2208" y="1426"/>
                  </a:lnTo>
                  <a:lnTo>
                    <a:pt x="2228" y="1405"/>
                  </a:lnTo>
                  <a:lnTo>
                    <a:pt x="2249" y="1387"/>
                  </a:lnTo>
                  <a:lnTo>
                    <a:pt x="2270" y="1373"/>
                  </a:lnTo>
                  <a:lnTo>
                    <a:pt x="2294" y="1363"/>
                  </a:lnTo>
                  <a:lnTo>
                    <a:pt x="2317" y="1357"/>
                  </a:lnTo>
                  <a:lnTo>
                    <a:pt x="2342" y="1355"/>
                  </a:lnTo>
                  <a:close/>
                  <a:moveTo>
                    <a:pt x="3179" y="819"/>
                  </a:moveTo>
                  <a:lnTo>
                    <a:pt x="3204" y="821"/>
                  </a:lnTo>
                  <a:lnTo>
                    <a:pt x="3227" y="827"/>
                  </a:lnTo>
                  <a:lnTo>
                    <a:pt x="3250" y="838"/>
                  </a:lnTo>
                  <a:lnTo>
                    <a:pt x="3272" y="852"/>
                  </a:lnTo>
                  <a:lnTo>
                    <a:pt x="3293" y="869"/>
                  </a:lnTo>
                  <a:lnTo>
                    <a:pt x="3312" y="890"/>
                  </a:lnTo>
                  <a:lnTo>
                    <a:pt x="3331" y="915"/>
                  </a:lnTo>
                  <a:lnTo>
                    <a:pt x="3348" y="942"/>
                  </a:lnTo>
                  <a:lnTo>
                    <a:pt x="3363" y="971"/>
                  </a:lnTo>
                  <a:lnTo>
                    <a:pt x="3377" y="1004"/>
                  </a:lnTo>
                  <a:lnTo>
                    <a:pt x="3389" y="1038"/>
                  </a:lnTo>
                  <a:lnTo>
                    <a:pt x="3400" y="1076"/>
                  </a:lnTo>
                  <a:lnTo>
                    <a:pt x="3408" y="1113"/>
                  </a:lnTo>
                  <a:lnTo>
                    <a:pt x="3414" y="1153"/>
                  </a:lnTo>
                  <a:lnTo>
                    <a:pt x="3417" y="1195"/>
                  </a:lnTo>
                  <a:lnTo>
                    <a:pt x="3418" y="1237"/>
                  </a:lnTo>
                  <a:lnTo>
                    <a:pt x="3417" y="1280"/>
                  </a:lnTo>
                  <a:lnTo>
                    <a:pt x="3414" y="1322"/>
                  </a:lnTo>
                  <a:lnTo>
                    <a:pt x="3408" y="1362"/>
                  </a:lnTo>
                  <a:lnTo>
                    <a:pt x="3400" y="1399"/>
                  </a:lnTo>
                  <a:lnTo>
                    <a:pt x="3389" y="1437"/>
                  </a:lnTo>
                  <a:lnTo>
                    <a:pt x="3377" y="1471"/>
                  </a:lnTo>
                  <a:lnTo>
                    <a:pt x="3363" y="1503"/>
                  </a:lnTo>
                  <a:lnTo>
                    <a:pt x="3348" y="1533"/>
                  </a:lnTo>
                  <a:lnTo>
                    <a:pt x="3331" y="1560"/>
                  </a:lnTo>
                  <a:lnTo>
                    <a:pt x="3312" y="1584"/>
                  </a:lnTo>
                  <a:lnTo>
                    <a:pt x="3293" y="1605"/>
                  </a:lnTo>
                  <a:lnTo>
                    <a:pt x="3272" y="1623"/>
                  </a:lnTo>
                  <a:lnTo>
                    <a:pt x="3250" y="1637"/>
                  </a:lnTo>
                  <a:lnTo>
                    <a:pt x="3227" y="1648"/>
                  </a:lnTo>
                  <a:lnTo>
                    <a:pt x="3204" y="1654"/>
                  </a:lnTo>
                  <a:lnTo>
                    <a:pt x="3179" y="1656"/>
                  </a:lnTo>
                  <a:lnTo>
                    <a:pt x="3155" y="1654"/>
                  </a:lnTo>
                  <a:lnTo>
                    <a:pt x="3131" y="1648"/>
                  </a:lnTo>
                  <a:lnTo>
                    <a:pt x="3108" y="1637"/>
                  </a:lnTo>
                  <a:lnTo>
                    <a:pt x="3087" y="1623"/>
                  </a:lnTo>
                  <a:lnTo>
                    <a:pt x="3066" y="1605"/>
                  </a:lnTo>
                  <a:lnTo>
                    <a:pt x="3046" y="1584"/>
                  </a:lnTo>
                  <a:lnTo>
                    <a:pt x="3027" y="1560"/>
                  </a:lnTo>
                  <a:lnTo>
                    <a:pt x="3011" y="1533"/>
                  </a:lnTo>
                  <a:lnTo>
                    <a:pt x="2994" y="1503"/>
                  </a:lnTo>
                  <a:lnTo>
                    <a:pt x="2980" y="1471"/>
                  </a:lnTo>
                  <a:lnTo>
                    <a:pt x="2968" y="1437"/>
                  </a:lnTo>
                  <a:lnTo>
                    <a:pt x="2958" y="1399"/>
                  </a:lnTo>
                  <a:lnTo>
                    <a:pt x="2950" y="1362"/>
                  </a:lnTo>
                  <a:lnTo>
                    <a:pt x="2944" y="1322"/>
                  </a:lnTo>
                  <a:lnTo>
                    <a:pt x="2940" y="1280"/>
                  </a:lnTo>
                  <a:lnTo>
                    <a:pt x="2939" y="1237"/>
                  </a:lnTo>
                  <a:lnTo>
                    <a:pt x="2940" y="1195"/>
                  </a:lnTo>
                  <a:lnTo>
                    <a:pt x="2944" y="1153"/>
                  </a:lnTo>
                  <a:lnTo>
                    <a:pt x="2950" y="1113"/>
                  </a:lnTo>
                  <a:lnTo>
                    <a:pt x="2958" y="1076"/>
                  </a:lnTo>
                  <a:lnTo>
                    <a:pt x="2968" y="1038"/>
                  </a:lnTo>
                  <a:lnTo>
                    <a:pt x="2980" y="1004"/>
                  </a:lnTo>
                  <a:lnTo>
                    <a:pt x="2994" y="971"/>
                  </a:lnTo>
                  <a:lnTo>
                    <a:pt x="3011" y="942"/>
                  </a:lnTo>
                  <a:lnTo>
                    <a:pt x="3027" y="915"/>
                  </a:lnTo>
                  <a:lnTo>
                    <a:pt x="3046" y="890"/>
                  </a:lnTo>
                  <a:lnTo>
                    <a:pt x="3066" y="869"/>
                  </a:lnTo>
                  <a:lnTo>
                    <a:pt x="3087" y="852"/>
                  </a:lnTo>
                  <a:lnTo>
                    <a:pt x="3108" y="838"/>
                  </a:lnTo>
                  <a:lnTo>
                    <a:pt x="3131" y="827"/>
                  </a:lnTo>
                  <a:lnTo>
                    <a:pt x="3155" y="821"/>
                  </a:lnTo>
                  <a:lnTo>
                    <a:pt x="3179" y="819"/>
                  </a:lnTo>
                  <a:close/>
                  <a:moveTo>
                    <a:pt x="3246" y="2144"/>
                  </a:moveTo>
                  <a:lnTo>
                    <a:pt x="3271" y="2146"/>
                  </a:lnTo>
                  <a:lnTo>
                    <a:pt x="3294" y="2152"/>
                  </a:lnTo>
                  <a:lnTo>
                    <a:pt x="3316" y="2162"/>
                  </a:lnTo>
                  <a:lnTo>
                    <a:pt x="3339" y="2176"/>
                  </a:lnTo>
                  <a:lnTo>
                    <a:pt x="3360" y="2194"/>
                  </a:lnTo>
                  <a:lnTo>
                    <a:pt x="3380" y="2215"/>
                  </a:lnTo>
                  <a:lnTo>
                    <a:pt x="3397" y="2240"/>
                  </a:lnTo>
                  <a:lnTo>
                    <a:pt x="3415" y="2267"/>
                  </a:lnTo>
                  <a:lnTo>
                    <a:pt x="3430" y="2296"/>
                  </a:lnTo>
                  <a:lnTo>
                    <a:pt x="3444" y="2329"/>
                  </a:lnTo>
                  <a:lnTo>
                    <a:pt x="3456" y="2363"/>
                  </a:lnTo>
                  <a:lnTo>
                    <a:pt x="3466" y="2400"/>
                  </a:lnTo>
                  <a:lnTo>
                    <a:pt x="3475" y="2438"/>
                  </a:lnTo>
                  <a:lnTo>
                    <a:pt x="3480" y="2478"/>
                  </a:lnTo>
                  <a:lnTo>
                    <a:pt x="3484" y="2520"/>
                  </a:lnTo>
                  <a:lnTo>
                    <a:pt x="3485" y="2562"/>
                  </a:lnTo>
                  <a:lnTo>
                    <a:pt x="3484" y="2604"/>
                  </a:lnTo>
                  <a:lnTo>
                    <a:pt x="3480" y="2647"/>
                  </a:lnTo>
                  <a:lnTo>
                    <a:pt x="3475" y="2686"/>
                  </a:lnTo>
                  <a:lnTo>
                    <a:pt x="3466" y="2725"/>
                  </a:lnTo>
                  <a:lnTo>
                    <a:pt x="3456" y="2762"/>
                  </a:lnTo>
                  <a:lnTo>
                    <a:pt x="3444" y="2796"/>
                  </a:lnTo>
                  <a:lnTo>
                    <a:pt x="3430" y="2828"/>
                  </a:lnTo>
                  <a:lnTo>
                    <a:pt x="3415" y="2858"/>
                  </a:lnTo>
                  <a:lnTo>
                    <a:pt x="3397" y="2886"/>
                  </a:lnTo>
                  <a:lnTo>
                    <a:pt x="3380" y="2909"/>
                  </a:lnTo>
                  <a:lnTo>
                    <a:pt x="3360" y="2930"/>
                  </a:lnTo>
                  <a:lnTo>
                    <a:pt x="3339" y="2949"/>
                  </a:lnTo>
                  <a:lnTo>
                    <a:pt x="3316" y="2963"/>
                  </a:lnTo>
                  <a:lnTo>
                    <a:pt x="3294" y="2974"/>
                  </a:lnTo>
                  <a:lnTo>
                    <a:pt x="3271" y="2980"/>
                  </a:lnTo>
                  <a:lnTo>
                    <a:pt x="3246" y="2982"/>
                  </a:lnTo>
                  <a:lnTo>
                    <a:pt x="3222" y="2980"/>
                  </a:lnTo>
                  <a:lnTo>
                    <a:pt x="3198" y="2974"/>
                  </a:lnTo>
                  <a:lnTo>
                    <a:pt x="3176" y="2963"/>
                  </a:lnTo>
                  <a:lnTo>
                    <a:pt x="3154" y="2949"/>
                  </a:lnTo>
                  <a:lnTo>
                    <a:pt x="3133" y="2930"/>
                  </a:lnTo>
                  <a:lnTo>
                    <a:pt x="3113" y="2909"/>
                  </a:lnTo>
                  <a:lnTo>
                    <a:pt x="3095" y="2886"/>
                  </a:lnTo>
                  <a:lnTo>
                    <a:pt x="3077" y="2858"/>
                  </a:lnTo>
                  <a:lnTo>
                    <a:pt x="3062" y="2828"/>
                  </a:lnTo>
                  <a:lnTo>
                    <a:pt x="3048" y="2796"/>
                  </a:lnTo>
                  <a:lnTo>
                    <a:pt x="3036" y="2762"/>
                  </a:lnTo>
                  <a:lnTo>
                    <a:pt x="3026" y="2725"/>
                  </a:lnTo>
                  <a:lnTo>
                    <a:pt x="3018" y="2686"/>
                  </a:lnTo>
                  <a:lnTo>
                    <a:pt x="3012" y="2647"/>
                  </a:lnTo>
                  <a:lnTo>
                    <a:pt x="3008" y="2604"/>
                  </a:lnTo>
                  <a:lnTo>
                    <a:pt x="3007" y="2562"/>
                  </a:lnTo>
                  <a:lnTo>
                    <a:pt x="3008" y="2520"/>
                  </a:lnTo>
                  <a:lnTo>
                    <a:pt x="3012" y="2478"/>
                  </a:lnTo>
                  <a:lnTo>
                    <a:pt x="3018" y="2438"/>
                  </a:lnTo>
                  <a:lnTo>
                    <a:pt x="3026" y="2400"/>
                  </a:lnTo>
                  <a:lnTo>
                    <a:pt x="3036" y="2363"/>
                  </a:lnTo>
                  <a:lnTo>
                    <a:pt x="3048" y="2329"/>
                  </a:lnTo>
                  <a:lnTo>
                    <a:pt x="3062" y="2296"/>
                  </a:lnTo>
                  <a:lnTo>
                    <a:pt x="3077" y="2267"/>
                  </a:lnTo>
                  <a:lnTo>
                    <a:pt x="3095" y="2240"/>
                  </a:lnTo>
                  <a:lnTo>
                    <a:pt x="3113" y="2215"/>
                  </a:lnTo>
                  <a:lnTo>
                    <a:pt x="3133" y="2194"/>
                  </a:lnTo>
                  <a:lnTo>
                    <a:pt x="3154" y="2176"/>
                  </a:lnTo>
                  <a:lnTo>
                    <a:pt x="3176" y="2162"/>
                  </a:lnTo>
                  <a:lnTo>
                    <a:pt x="3198" y="2152"/>
                  </a:lnTo>
                  <a:lnTo>
                    <a:pt x="3222" y="2146"/>
                  </a:lnTo>
                  <a:lnTo>
                    <a:pt x="3246" y="214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0866" name="Freeform 48"/>
            <p:cNvSpPr>
              <a:spLocks/>
            </p:cNvSpPr>
            <p:nvPr/>
          </p:nvSpPr>
          <p:spPr bwMode="auto">
            <a:xfrm>
              <a:off x="1267" y="1588"/>
              <a:ext cx="87" cy="52"/>
            </a:xfrm>
            <a:custGeom>
              <a:avLst/>
              <a:gdLst>
                <a:gd name="T0" fmla="*/ 3 w 437"/>
                <a:gd name="T1" fmla="*/ 2 h 260"/>
                <a:gd name="T2" fmla="*/ 3 w 437"/>
                <a:gd name="T3" fmla="*/ 2 h 260"/>
                <a:gd name="T4" fmla="*/ 3 w 437"/>
                <a:gd name="T5" fmla="*/ 2 h 260"/>
                <a:gd name="T6" fmla="*/ 3 w 437"/>
                <a:gd name="T7" fmla="*/ 2 h 260"/>
                <a:gd name="T8" fmla="*/ 3 w 437"/>
                <a:gd name="T9" fmla="*/ 1 h 260"/>
                <a:gd name="T10" fmla="*/ 3 w 437"/>
                <a:gd name="T11" fmla="*/ 1 h 260"/>
                <a:gd name="T12" fmla="*/ 3 w 437"/>
                <a:gd name="T13" fmla="*/ 1 h 260"/>
                <a:gd name="T14" fmla="*/ 3 w 437"/>
                <a:gd name="T15" fmla="*/ 1 h 260"/>
                <a:gd name="T16" fmla="*/ 3 w 437"/>
                <a:gd name="T17" fmla="*/ 1 h 260"/>
                <a:gd name="T18" fmla="*/ 2 w 437"/>
                <a:gd name="T19" fmla="*/ 1 h 260"/>
                <a:gd name="T20" fmla="*/ 2 w 437"/>
                <a:gd name="T21" fmla="*/ 0 h 260"/>
                <a:gd name="T22" fmla="*/ 2 w 437"/>
                <a:gd name="T23" fmla="*/ 0 h 260"/>
                <a:gd name="T24" fmla="*/ 2 w 437"/>
                <a:gd name="T25" fmla="*/ 0 h 260"/>
                <a:gd name="T26" fmla="*/ 1 w 437"/>
                <a:gd name="T27" fmla="*/ 0 h 260"/>
                <a:gd name="T28" fmla="*/ 1 w 437"/>
                <a:gd name="T29" fmla="*/ 0 h 260"/>
                <a:gd name="T30" fmla="*/ 1 w 437"/>
                <a:gd name="T31" fmla="*/ 0 h 260"/>
                <a:gd name="T32" fmla="*/ 0 w 437"/>
                <a:gd name="T33" fmla="*/ 0 h 260"/>
                <a:gd name="T34" fmla="*/ 0 w 437"/>
                <a:gd name="T35" fmla="*/ 0 h 260"/>
                <a:gd name="T36" fmla="*/ 0 w 437"/>
                <a:gd name="T37" fmla="*/ 0 h 260"/>
                <a:gd name="T38" fmla="*/ 0 w 437"/>
                <a:gd name="T39" fmla="*/ 0 h 260"/>
                <a:gd name="T40" fmla="*/ 1 w 437"/>
                <a:gd name="T41" fmla="*/ 0 h 260"/>
                <a:gd name="T42" fmla="*/ 1 w 437"/>
                <a:gd name="T43" fmla="*/ 0 h 260"/>
                <a:gd name="T44" fmla="*/ 1 w 437"/>
                <a:gd name="T45" fmla="*/ 0 h 260"/>
                <a:gd name="T46" fmla="*/ 2 w 437"/>
                <a:gd name="T47" fmla="*/ 0 h 260"/>
                <a:gd name="T48" fmla="*/ 2 w 437"/>
                <a:gd name="T49" fmla="*/ 0 h 260"/>
                <a:gd name="T50" fmla="*/ 2 w 437"/>
                <a:gd name="T51" fmla="*/ 1 h 260"/>
                <a:gd name="T52" fmla="*/ 2 w 437"/>
                <a:gd name="T53" fmla="*/ 1 h 260"/>
                <a:gd name="T54" fmla="*/ 3 w 437"/>
                <a:gd name="T55" fmla="*/ 1 h 260"/>
                <a:gd name="T56" fmla="*/ 3 w 437"/>
                <a:gd name="T57" fmla="*/ 1 h 260"/>
                <a:gd name="T58" fmla="*/ 3 w 437"/>
                <a:gd name="T59" fmla="*/ 1 h 260"/>
                <a:gd name="T60" fmla="*/ 3 w 437"/>
                <a:gd name="T61" fmla="*/ 1 h 260"/>
                <a:gd name="T62" fmla="*/ 3 w 437"/>
                <a:gd name="T63" fmla="*/ 1 h 260"/>
                <a:gd name="T64" fmla="*/ 3 w 437"/>
                <a:gd name="T65" fmla="*/ 2 h 260"/>
                <a:gd name="T66" fmla="*/ 3 w 437"/>
                <a:gd name="T67" fmla="*/ 2 h 260"/>
                <a:gd name="T68" fmla="*/ 3 w 437"/>
                <a:gd name="T69" fmla="*/ 2 h 260"/>
                <a:gd name="T70" fmla="*/ 3 w 437"/>
                <a:gd name="T71" fmla="*/ 2 h 260"/>
                <a:gd name="T72" fmla="*/ 3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437" y="260"/>
                  </a:moveTo>
                  <a:lnTo>
                    <a:pt x="437" y="260"/>
                  </a:lnTo>
                  <a:lnTo>
                    <a:pt x="434" y="233"/>
                  </a:lnTo>
                  <a:lnTo>
                    <a:pt x="427" y="206"/>
                  </a:lnTo>
                  <a:lnTo>
                    <a:pt x="417" y="181"/>
                  </a:lnTo>
                  <a:lnTo>
                    <a:pt x="401" y="157"/>
                  </a:lnTo>
                  <a:lnTo>
                    <a:pt x="383" y="133"/>
                  </a:lnTo>
                  <a:lnTo>
                    <a:pt x="360" y="113"/>
                  </a:lnTo>
                  <a:lnTo>
                    <a:pt x="336" y="93"/>
                  </a:lnTo>
                  <a:lnTo>
                    <a:pt x="308" y="73"/>
                  </a:lnTo>
                  <a:lnTo>
                    <a:pt x="276" y="58"/>
                  </a:lnTo>
                  <a:lnTo>
                    <a:pt x="242" y="43"/>
                  </a:lnTo>
                  <a:lnTo>
                    <a:pt x="207" y="30"/>
                  </a:lnTo>
                  <a:lnTo>
                    <a:pt x="168" y="19"/>
                  </a:lnTo>
                  <a:lnTo>
                    <a:pt x="128" y="11"/>
                  </a:lnTo>
                  <a:lnTo>
                    <a:pt x="87" y="4"/>
                  </a:lnTo>
                  <a:lnTo>
                    <a:pt x="43" y="1"/>
                  </a:lnTo>
                  <a:lnTo>
                    <a:pt x="0" y="0"/>
                  </a:lnTo>
                  <a:lnTo>
                    <a:pt x="0" y="11"/>
                  </a:lnTo>
                  <a:lnTo>
                    <a:pt x="43" y="12"/>
                  </a:lnTo>
                  <a:lnTo>
                    <a:pt x="85" y="16"/>
                  </a:lnTo>
                  <a:lnTo>
                    <a:pt x="126" y="23"/>
                  </a:lnTo>
                  <a:lnTo>
                    <a:pt x="166" y="31"/>
                  </a:lnTo>
                  <a:lnTo>
                    <a:pt x="202" y="42"/>
                  </a:lnTo>
                  <a:lnTo>
                    <a:pt x="237" y="55"/>
                  </a:lnTo>
                  <a:lnTo>
                    <a:pt x="271" y="70"/>
                  </a:lnTo>
                  <a:lnTo>
                    <a:pt x="301" y="85"/>
                  </a:lnTo>
                  <a:lnTo>
                    <a:pt x="329" y="103"/>
                  </a:lnTo>
                  <a:lnTo>
                    <a:pt x="353" y="123"/>
                  </a:lnTo>
                  <a:lnTo>
                    <a:pt x="373" y="143"/>
                  </a:lnTo>
                  <a:lnTo>
                    <a:pt x="392" y="164"/>
                  </a:lnTo>
                  <a:lnTo>
                    <a:pt x="405" y="186"/>
                  </a:lnTo>
                  <a:lnTo>
                    <a:pt x="415" y="211"/>
                  </a:lnTo>
                  <a:lnTo>
                    <a:pt x="422" y="235"/>
                  </a:lnTo>
                  <a:lnTo>
                    <a:pt x="425" y="260"/>
                  </a:lnTo>
                  <a:lnTo>
                    <a:pt x="437"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0867" name="Freeform 49"/>
            <p:cNvSpPr>
              <a:spLocks/>
            </p:cNvSpPr>
            <p:nvPr/>
          </p:nvSpPr>
          <p:spPr bwMode="auto">
            <a:xfrm>
              <a:off x="1267" y="1640"/>
              <a:ext cx="87" cy="52"/>
            </a:xfrm>
            <a:custGeom>
              <a:avLst/>
              <a:gdLst>
                <a:gd name="T0" fmla="*/ 0 w 437"/>
                <a:gd name="T1" fmla="*/ 2 h 260"/>
                <a:gd name="T2" fmla="*/ 0 w 437"/>
                <a:gd name="T3" fmla="*/ 2 h 260"/>
                <a:gd name="T4" fmla="*/ 0 w 437"/>
                <a:gd name="T5" fmla="*/ 2 h 260"/>
                <a:gd name="T6" fmla="*/ 1 w 437"/>
                <a:gd name="T7" fmla="*/ 2 h 260"/>
                <a:gd name="T8" fmla="*/ 1 w 437"/>
                <a:gd name="T9" fmla="*/ 2 h 260"/>
                <a:gd name="T10" fmla="*/ 1 w 437"/>
                <a:gd name="T11" fmla="*/ 2 h 260"/>
                <a:gd name="T12" fmla="*/ 2 w 437"/>
                <a:gd name="T13" fmla="*/ 2 h 260"/>
                <a:gd name="T14" fmla="*/ 2 w 437"/>
                <a:gd name="T15" fmla="*/ 2 h 260"/>
                <a:gd name="T16" fmla="*/ 2 w 437"/>
                <a:gd name="T17" fmla="*/ 2 h 260"/>
                <a:gd name="T18" fmla="*/ 2 w 437"/>
                <a:gd name="T19" fmla="*/ 1 h 260"/>
                <a:gd name="T20" fmla="*/ 3 w 437"/>
                <a:gd name="T21" fmla="*/ 1 h 260"/>
                <a:gd name="T22" fmla="*/ 3 w 437"/>
                <a:gd name="T23" fmla="*/ 1 h 260"/>
                <a:gd name="T24" fmla="*/ 3 w 437"/>
                <a:gd name="T25" fmla="*/ 1 h 260"/>
                <a:gd name="T26" fmla="*/ 3 w 437"/>
                <a:gd name="T27" fmla="*/ 1 h 260"/>
                <a:gd name="T28" fmla="*/ 3 w 437"/>
                <a:gd name="T29" fmla="*/ 1 h 260"/>
                <a:gd name="T30" fmla="*/ 3 w 437"/>
                <a:gd name="T31" fmla="*/ 0 h 260"/>
                <a:gd name="T32" fmla="*/ 3 w 437"/>
                <a:gd name="T33" fmla="*/ 0 h 260"/>
                <a:gd name="T34" fmla="*/ 3 w 437"/>
                <a:gd name="T35" fmla="*/ 0 h 260"/>
                <a:gd name="T36" fmla="*/ 3 w 437"/>
                <a:gd name="T37" fmla="*/ 0 h 260"/>
                <a:gd name="T38" fmla="*/ 3 w 437"/>
                <a:gd name="T39" fmla="*/ 0 h 260"/>
                <a:gd name="T40" fmla="*/ 3 w 437"/>
                <a:gd name="T41" fmla="*/ 0 h 260"/>
                <a:gd name="T42" fmla="*/ 3 w 437"/>
                <a:gd name="T43" fmla="*/ 1 h 260"/>
                <a:gd name="T44" fmla="*/ 3 w 437"/>
                <a:gd name="T45" fmla="*/ 1 h 260"/>
                <a:gd name="T46" fmla="*/ 3 w 437"/>
                <a:gd name="T47" fmla="*/ 1 h 260"/>
                <a:gd name="T48" fmla="*/ 3 w 437"/>
                <a:gd name="T49" fmla="*/ 1 h 260"/>
                <a:gd name="T50" fmla="*/ 3 w 437"/>
                <a:gd name="T51" fmla="*/ 1 h 260"/>
                <a:gd name="T52" fmla="*/ 2 w 437"/>
                <a:gd name="T53" fmla="*/ 1 h 260"/>
                <a:gd name="T54" fmla="*/ 2 w 437"/>
                <a:gd name="T55" fmla="*/ 2 h 260"/>
                <a:gd name="T56" fmla="*/ 2 w 437"/>
                <a:gd name="T57" fmla="*/ 2 h 260"/>
                <a:gd name="T58" fmla="*/ 2 w 437"/>
                <a:gd name="T59" fmla="*/ 2 h 260"/>
                <a:gd name="T60" fmla="*/ 1 w 437"/>
                <a:gd name="T61" fmla="*/ 2 h 260"/>
                <a:gd name="T62" fmla="*/ 1 w 437"/>
                <a:gd name="T63" fmla="*/ 2 h 260"/>
                <a:gd name="T64" fmla="*/ 1 w 437"/>
                <a:gd name="T65" fmla="*/ 2 h 260"/>
                <a:gd name="T66" fmla="*/ 0 w 437"/>
                <a:gd name="T67" fmla="*/ 2 h 260"/>
                <a:gd name="T68" fmla="*/ 0 w 437"/>
                <a:gd name="T69" fmla="*/ 2 h 260"/>
                <a:gd name="T70" fmla="*/ 0 w 437"/>
                <a:gd name="T71" fmla="*/ 2 h 260"/>
                <a:gd name="T72" fmla="*/ 0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0" y="260"/>
                  </a:moveTo>
                  <a:lnTo>
                    <a:pt x="0" y="260"/>
                  </a:lnTo>
                  <a:lnTo>
                    <a:pt x="43" y="259"/>
                  </a:lnTo>
                  <a:lnTo>
                    <a:pt x="87" y="255"/>
                  </a:lnTo>
                  <a:lnTo>
                    <a:pt x="128" y="248"/>
                  </a:lnTo>
                  <a:lnTo>
                    <a:pt x="168" y="240"/>
                  </a:lnTo>
                  <a:lnTo>
                    <a:pt x="207" y="230"/>
                  </a:lnTo>
                  <a:lnTo>
                    <a:pt x="242" y="217"/>
                  </a:lnTo>
                  <a:lnTo>
                    <a:pt x="276" y="202"/>
                  </a:lnTo>
                  <a:lnTo>
                    <a:pt x="308" y="185"/>
                  </a:lnTo>
                  <a:lnTo>
                    <a:pt x="336" y="166"/>
                  </a:lnTo>
                  <a:lnTo>
                    <a:pt x="360" y="146"/>
                  </a:lnTo>
                  <a:lnTo>
                    <a:pt x="383" y="125"/>
                  </a:lnTo>
                  <a:lnTo>
                    <a:pt x="401" y="102"/>
                  </a:lnTo>
                  <a:lnTo>
                    <a:pt x="417" y="77"/>
                  </a:lnTo>
                  <a:lnTo>
                    <a:pt x="427" y="53"/>
                  </a:lnTo>
                  <a:lnTo>
                    <a:pt x="434" y="27"/>
                  </a:lnTo>
                  <a:lnTo>
                    <a:pt x="437" y="0"/>
                  </a:lnTo>
                  <a:lnTo>
                    <a:pt x="425" y="0"/>
                  </a:lnTo>
                  <a:lnTo>
                    <a:pt x="422" y="24"/>
                  </a:lnTo>
                  <a:lnTo>
                    <a:pt x="415" y="48"/>
                  </a:lnTo>
                  <a:lnTo>
                    <a:pt x="405" y="73"/>
                  </a:lnTo>
                  <a:lnTo>
                    <a:pt x="392" y="95"/>
                  </a:lnTo>
                  <a:lnTo>
                    <a:pt x="373" y="116"/>
                  </a:lnTo>
                  <a:lnTo>
                    <a:pt x="353" y="137"/>
                  </a:lnTo>
                  <a:lnTo>
                    <a:pt x="329" y="157"/>
                  </a:lnTo>
                  <a:lnTo>
                    <a:pt x="301" y="173"/>
                  </a:lnTo>
                  <a:lnTo>
                    <a:pt x="271" y="190"/>
                  </a:lnTo>
                  <a:lnTo>
                    <a:pt x="237" y="205"/>
                  </a:lnTo>
                  <a:lnTo>
                    <a:pt x="202" y="218"/>
                  </a:lnTo>
                  <a:lnTo>
                    <a:pt x="166" y="228"/>
                  </a:lnTo>
                  <a:lnTo>
                    <a:pt x="126" y="237"/>
                  </a:lnTo>
                  <a:lnTo>
                    <a:pt x="85" y="244"/>
                  </a:lnTo>
                  <a:lnTo>
                    <a:pt x="43" y="247"/>
                  </a:lnTo>
                  <a:lnTo>
                    <a:pt x="0" y="248"/>
                  </a:lnTo>
                  <a:lnTo>
                    <a:pt x="0"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0868" name="Freeform 50"/>
            <p:cNvSpPr>
              <a:spLocks/>
            </p:cNvSpPr>
            <p:nvPr/>
          </p:nvSpPr>
          <p:spPr bwMode="auto">
            <a:xfrm>
              <a:off x="1179" y="1640"/>
              <a:ext cx="88" cy="52"/>
            </a:xfrm>
            <a:custGeom>
              <a:avLst/>
              <a:gdLst>
                <a:gd name="T0" fmla="*/ 0 w 439"/>
                <a:gd name="T1" fmla="*/ 0 h 260"/>
                <a:gd name="T2" fmla="*/ 0 w 439"/>
                <a:gd name="T3" fmla="*/ 0 h 260"/>
                <a:gd name="T4" fmla="*/ 0 w 439"/>
                <a:gd name="T5" fmla="*/ 0 h 260"/>
                <a:gd name="T6" fmla="*/ 0 w 439"/>
                <a:gd name="T7" fmla="*/ 0 h 260"/>
                <a:gd name="T8" fmla="*/ 0 w 439"/>
                <a:gd name="T9" fmla="*/ 1 h 260"/>
                <a:gd name="T10" fmla="*/ 0 w 439"/>
                <a:gd name="T11" fmla="*/ 1 h 260"/>
                <a:gd name="T12" fmla="*/ 0 w 439"/>
                <a:gd name="T13" fmla="*/ 1 h 260"/>
                <a:gd name="T14" fmla="*/ 1 w 439"/>
                <a:gd name="T15" fmla="*/ 1 h 260"/>
                <a:gd name="T16" fmla="*/ 1 w 439"/>
                <a:gd name="T17" fmla="*/ 1 h 260"/>
                <a:gd name="T18" fmla="*/ 1 w 439"/>
                <a:gd name="T19" fmla="*/ 1 h 260"/>
                <a:gd name="T20" fmla="*/ 1 w 439"/>
                <a:gd name="T21" fmla="*/ 2 h 260"/>
                <a:gd name="T22" fmla="*/ 2 w 439"/>
                <a:gd name="T23" fmla="*/ 2 h 260"/>
                <a:gd name="T24" fmla="*/ 2 w 439"/>
                <a:gd name="T25" fmla="*/ 2 h 260"/>
                <a:gd name="T26" fmla="*/ 2 w 439"/>
                <a:gd name="T27" fmla="*/ 2 h 260"/>
                <a:gd name="T28" fmla="*/ 2 w 439"/>
                <a:gd name="T29" fmla="*/ 2 h 260"/>
                <a:gd name="T30" fmla="*/ 3 w 439"/>
                <a:gd name="T31" fmla="*/ 2 h 260"/>
                <a:gd name="T32" fmla="*/ 3 w 439"/>
                <a:gd name="T33" fmla="*/ 2 h 260"/>
                <a:gd name="T34" fmla="*/ 4 w 439"/>
                <a:gd name="T35" fmla="*/ 2 h 260"/>
                <a:gd name="T36" fmla="*/ 4 w 439"/>
                <a:gd name="T37" fmla="*/ 2 h 260"/>
                <a:gd name="T38" fmla="*/ 3 w 439"/>
                <a:gd name="T39" fmla="*/ 2 h 260"/>
                <a:gd name="T40" fmla="*/ 3 w 439"/>
                <a:gd name="T41" fmla="*/ 2 h 260"/>
                <a:gd name="T42" fmla="*/ 3 w 439"/>
                <a:gd name="T43" fmla="*/ 2 h 260"/>
                <a:gd name="T44" fmla="*/ 2 w 439"/>
                <a:gd name="T45" fmla="*/ 2 h 260"/>
                <a:gd name="T46" fmla="*/ 2 w 439"/>
                <a:gd name="T47" fmla="*/ 2 h 260"/>
                <a:gd name="T48" fmla="*/ 2 w 439"/>
                <a:gd name="T49" fmla="*/ 2 h 260"/>
                <a:gd name="T50" fmla="*/ 1 w 439"/>
                <a:gd name="T51" fmla="*/ 2 h 260"/>
                <a:gd name="T52" fmla="*/ 1 w 439"/>
                <a:gd name="T53" fmla="*/ 1 h 260"/>
                <a:gd name="T54" fmla="*/ 1 w 439"/>
                <a:gd name="T55" fmla="*/ 1 h 260"/>
                <a:gd name="T56" fmla="*/ 1 w 439"/>
                <a:gd name="T57" fmla="*/ 1 h 260"/>
                <a:gd name="T58" fmla="*/ 1 w 439"/>
                <a:gd name="T59" fmla="*/ 1 h 260"/>
                <a:gd name="T60" fmla="*/ 0 w 439"/>
                <a:gd name="T61" fmla="*/ 1 h 260"/>
                <a:gd name="T62" fmla="*/ 0 w 439"/>
                <a:gd name="T63" fmla="*/ 1 h 260"/>
                <a:gd name="T64" fmla="*/ 0 w 439"/>
                <a:gd name="T65" fmla="*/ 0 h 260"/>
                <a:gd name="T66" fmla="*/ 0 w 439"/>
                <a:gd name="T67" fmla="*/ 0 h 260"/>
                <a:gd name="T68" fmla="*/ 0 w 439"/>
                <a:gd name="T69" fmla="*/ 0 h 260"/>
                <a:gd name="T70" fmla="*/ 0 w 439"/>
                <a:gd name="T71" fmla="*/ 0 h 260"/>
                <a:gd name="T72" fmla="*/ 0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0" y="0"/>
                  </a:moveTo>
                  <a:lnTo>
                    <a:pt x="0" y="0"/>
                  </a:lnTo>
                  <a:lnTo>
                    <a:pt x="3" y="27"/>
                  </a:lnTo>
                  <a:lnTo>
                    <a:pt x="10" y="53"/>
                  </a:lnTo>
                  <a:lnTo>
                    <a:pt x="20" y="77"/>
                  </a:lnTo>
                  <a:lnTo>
                    <a:pt x="35" y="102"/>
                  </a:lnTo>
                  <a:lnTo>
                    <a:pt x="54" y="125"/>
                  </a:lnTo>
                  <a:lnTo>
                    <a:pt x="76" y="146"/>
                  </a:lnTo>
                  <a:lnTo>
                    <a:pt x="102" y="166"/>
                  </a:lnTo>
                  <a:lnTo>
                    <a:pt x="130" y="185"/>
                  </a:lnTo>
                  <a:lnTo>
                    <a:pt x="162" y="202"/>
                  </a:lnTo>
                  <a:lnTo>
                    <a:pt x="195" y="217"/>
                  </a:lnTo>
                  <a:lnTo>
                    <a:pt x="231" y="230"/>
                  </a:lnTo>
                  <a:lnTo>
                    <a:pt x="270" y="240"/>
                  </a:lnTo>
                  <a:lnTo>
                    <a:pt x="310" y="248"/>
                  </a:lnTo>
                  <a:lnTo>
                    <a:pt x="351" y="255"/>
                  </a:lnTo>
                  <a:lnTo>
                    <a:pt x="395" y="259"/>
                  </a:lnTo>
                  <a:lnTo>
                    <a:pt x="439" y="260"/>
                  </a:lnTo>
                  <a:lnTo>
                    <a:pt x="439" y="248"/>
                  </a:lnTo>
                  <a:lnTo>
                    <a:pt x="395" y="247"/>
                  </a:lnTo>
                  <a:lnTo>
                    <a:pt x="353" y="244"/>
                  </a:lnTo>
                  <a:lnTo>
                    <a:pt x="312" y="237"/>
                  </a:lnTo>
                  <a:lnTo>
                    <a:pt x="272" y="228"/>
                  </a:lnTo>
                  <a:lnTo>
                    <a:pt x="236" y="218"/>
                  </a:lnTo>
                  <a:lnTo>
                    <a:pt x="200" y="205"/>
                  </a:lnTo>
                  <a:lnTo>
                    <a:pt x="167" y="190"/>
                  </a:lnTo>
                  <a:lnTo>
                    <a:pt x="137" y="173"/>
                  </a:lnTo>
                  <a:lnTo>
                    <a:pt x="109" y="157"/>
                  </a:lnTo>
                  <a:lnTo>
                    <a:pt x="84" y="137"/>
                  </a:lnTo>
                  <a:lnTo>
                    <a:pt x="64" y="116"/>
                  </a:lnTo>
                  <a:lnTo>
                    <a:pt x="45" y="95"/>
                  </a:lnTo>
                  <a:lnTo>
                    <a:pt x="32" y="73"/>
                  </a:lnTo>
                  <a:lnTo>
                    <a:pt x="21" y="48"/>
                  </a:lnTo>
                  <a:lnTo>
                    <a:pt x="14" y="24"/>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0869" name="Freeform 51"/>
            <p:cNvSpPr>
              <a:spLocks/>
            </p:cNvSpPr>
            <p:nvPr/>
          </p:nvSpPr>
          <p:spPr bwMode="auto">
            <a:xfrm>
              <a:off x="1179" y="1588"/>
              <a:ext cx="88" cy="52"/>
            </a:xfrm>
            <a:custGeom>
              <a:avLst/>
              <a:gdLst>
                <a:gd name="T0" fmla="*/ 4 w 439"/>
                <a:gd name="T1" fmla="*/ 0 h 260"/>
                <a:gd name="T2" fmla="*/ 4 w 439"/>
                <a:gd name="T3" fmla="*/ 0 h 260"/>
                <a:gd name="T4" fmla="*/ 3 w 439"/>
                <a:gd name="T5" fmla="*/ 0 h 260"/>
                <a:gd name="T6" fmla="*/ 3 w 439"/>
                <a:gd name="T7" fmla="*/ 0 h 260"/>
                <a:gd name="T8" fmla="*/ 2 w 439"/>
                <a:gd name="T9" fmla="*/ 0 h 260"/>
                <a:gd name="T10" fmla="*/ 2 w 439"/>
                <a:gd name="T11" fmla="*/ 0 h 260"/>
                <a:gd name="T12" fmla="*/ 2 w 439"/>
                <a:gd name="T13" fmla="*/ 0 h 260"/>
                <a:gd name="T14" fmla="*/ 2 w 439"/>
                <a:gd name="T15" fmla="*/ 0 h 260"/>
                <a:gd name="T16" fmla="*/ 1 w 439"/>
                <a:gd name="T17" fmla="*/ 0 h 260"/>
                <a:gd name="T18" fmla="*/ 1 w 439"/>
                <a:gd name="T19" fmla="*/ 1 h 260"/>
                <a:gd name="T20" fmla="*/ 1 w 439"/>
                <a:gd name="T21" fmla="*/ 1 h 260"/>
                <a:gd name="T22" fmla="*/ 1 w 439"/>
                <a:gd name="T23" fmla="*/ 1 h 260"/>
                <a:gd name="T24" fmla="*/ 0 w 439"/>
                <a:gd name="T25" fmla="*/ 1 h 260"/>
                <a:gd name="T26" fmla="*/ 0 w 439"/>
                <a:gd name="T27" fmla="*/ 1 h 260"/>
                <a:gd name="T28" fmla="*/ 0 w 439"/>
                <a:gd name="T29" fmla="*/ 1 h 260"/>
                <a:gd name="T30" fmla="*/ 0 w 439"/>
                <a:gd name="T31" fmla="*/ 2 h 260"/>
                <a:gd name="T32" fmla="*/ 0 w 439"/>
                <a:gd name="T33" fmla="*/ 2 h 260"/>
                <a:gd name="T34" fmla="*/ 0 w 439"/>
                <a:gd name="T35" fmla="*/ 2 h 260"/>
                <a:gd name="T36" fmla="*/ 0 w 439"/>
                <a:gd name="T37" fmla="*/ 2 h 260"/>
                <a:gd name="T38" fmla="*/ 0 w 439"/>
                <a:gd name="T39" fmla="*/ 2 h 260"/>
                <a:gd name="T40" fmla="*/ 0 w 439"/>
                <a:gd name="T41" fmla="*/ 2 h 260"/>
                <a:gd name="T42" fmla="*/ 0 w 439"/>
                <a:gd name="T43" fmla="*/ 1 h 260"/>
                <a:gd name="T44" fmla="*/ 0 w 439"/>
                <a:gd name="T45" fmla="*/ 1 h 260"/>
                <a:gd name="T46" fmla="*/ 1 w 439"/>
                <a:gd name="T47" fmla="*/ 1 h 260"/>
                <a:gd name="T48" fmla="*/ 1 w 439"/>
                <a:gd name="T49" fmla="*/ 1 h 260"/>
                <a:gd name="T50" fmla="*/ 1 w 439"/>
                <a:gd name="T51" fmla="*/ 1 h 260"/>
                <a:gd name="T52" fmla="*/ 1 w 439"/>
                <a:gd name="T53" fmla="*/ 1 h 260"/>
                <a:gd name="T54" fmla="*/ 1 w 439"/>
                <a:gd name="T55" fmla="*/ 1 h 260"/>
                <a:gd name="T56" fmla="*/ 2 w 439"/>
                <a:gd name="T57" fmla="*/ 0 h 260"/>
                <a:gd name="T58" fmla="*/ 2 w 439"/>
                <a:gd name="T59" fmla="*/ 0 h 260"/>
                <a:gd name="T60" fmla="*/ 2 w 439"/>
                <a:gd name="T61" fmla="*/ 0 h 260"/>
                <a:gd name="T62" fmla="*/ 3 w 439"/>
                <a:gd name="T63" fmla="*/ 0 h 260"/>
                <a:gd name="T64" fmla="*/ 3 w 439"/>
                <a:gd name="T65" fmla="*/ 0 h 260"/>
                <a:gd name="T66" fmla="*/ 3 w 439"/>
                <a:gd name="T67" fmla="*/ 0 h 260"/>
                <a:gd name="T68" fmla="*/ 4 w 439"/>
                <a:gd name="T69" fmla="*/ 0 h 260"/>
                <a:gd name="T70" fmla="*/ 4 w 439"/>
                <a:gd name="T71" fmla="*/ 0 h 260"/>
                <a:gd name="T72" fmla="*/ 4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439" y="0"/>
                  </a:moveTo>
                  <a:lnTo>
                    <a:pt x="439" y="0"/>
                  </a:lnTo>
                  <a:lnTo>
                    <a:pt x="395" y="1"/>
                  </a:lnTo>
                  <a:lnTo>
                    <a:pt x="351" y="4"/>
                  </a:lnTo>
                  <a:lnTo>
                    <a:pt x="310" y="11"/>
                  </a:lnTo>
                  <a:lnTo>
                    <a:pt x="270" y="19"/>
                  </a:lnTo>
                  <a:lnTo>
                    <a:pt x="231" y="30"/>
                  </a:lnTo>
                  <a:lnTo>
                    <a:pt x="195" y="43"/>
                  </a:lnTo>
                  <a:lnTo>
                    <a:pt x="162" y="58"/>
                  </a:lnTo>
                  <a:lnTo>
                    <a:pt x="130" y="73"/>
                  </a:lnTo>
                  <a:lnTo>
                    <a:pt x="102" y="93"/>
                  </a:lnTo>
                  <a:lnTo>
                    <a:pt x="76" y="113"/>
                  </a:lnTo>
                  <a:lnTo>
                    <a:pt x="54" y="133"/>
                  </a:lnTo>
                  <a:lnTo>
                    <a:pt x="35" y="157"/>
                  </a:lnTo>
                  <a:lnTo>
                    <a:pt x="20" y="181"/>
                  </a:lnTo>
                  <a:lnTo>
                    <a:pt x="10" y="206"/>
                  </a:lnTo>
                  <a:lnTo>
                    <a:pt x="3" y="233"/>
                  </a:lnTo>
                  <a:lnTo>
                    <a:pt x="0" y="260"/>
                  </a:lnTo>
                  <a:lnTo>
                    <a:pt x="12" y="260"/>
                  </a:lnTo>
                  <a:lnTo>
                    <a:pt x="14" y="235"/>
                  </a:lnTo>
                  <a:lnTo>
                    <a:pt x="21" y="211"/>
                  </a:lnTo>
                  <a:lnTo>
                    <a:pt x="32" y="186"/>
                  </a:lnTo>
                  <a:lnTo>
                    <a:pt x="45" y="164"/>
                  </a:lnTo>
                  <a:lnTo>
                    <a:pt x="64" y="143"/>
                  </a:lnTo>
                  <a:lnTo>
                    <a:pt x="84" y="123"/>
                  </a:lnTo>
                  <a:lnTo>
                    <a:pt x="109" y="103"/>
                  </a:lnTo>
                  <a:lnTo>
                    <a:pt x="137" y="85"/>
                  </a:lnTo>
                  <a:lnTo>
                    <a:pt x="167" y="70"/>
                  </a:lnTo>
                  <a:lnTo>
                    <a:pt x="200" y="55"/>
                  </a:lnTo>
                  <a:lnTo>
                    <a:pt x="236" y="42"/>
                  </a:lnTo>
                  <a:lnTo>
                    <a:pt x="272" y="31"/>
                  </a:lnTo>
                  <a:lnTo>
                    <a:pt x="312" y="23"/>
                  </a:lnTo>
                  <a:lnTo>
                    <a:pt x="353" y="16"/>
                  </a:lnTo>
                  <a:lnTo>
                    <a:pt x="395" y="12"/>
                  </a:lnTo>
                  <a:lnTo>
                    <a:pt x="439" y="11"/>
                  </a:lnTo>
                  <a:lnTo>
                    <a:pt x="439"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0870" name="Freeform 52"/>
            <p:cNvSpPr>
              <a:spLocks/>
            </p:cNvSpPr>
            <p:nvPr/>
          </p:nvSpPr>
          <p:spPr bwMode="auto">
            <a:xfrm>
              <a:off x="964" y="1745"/>
              <a:ext cx="48" cy="85"/>
            </a:xfrm>
            <a:custGeom>
              <a:avLst/>
              <a:gdLst>
                <a:gd name="T0" fmla="*/ 2 w 244"/>
                <a:gd name="T1" fmla="*/ 3 h 426"/>
                <a:gd name="T2" fmla="*/ 2 w 244"/>
                <a:gd name="T3" fmla="*/ 3 h 426"/>
                <a:gd name="T4" fmla="*/ 2 w 244"/>
                <a:gd name="T5" fmla="*/ 3 h 426"/>
                <a:gd name="T6" fmla="*/ 2 w 244"/>
                <a:gd name="T7" fmla="*/ 3 h 426"/>
                <a:gd name="T8" fmla="*/ 2 w 244"/>
                <a:gd name="T9" fmla="*/ 2 h 426"/>
                <a:gd name="T10" fmla="*/ 2 w 244"/>
                <a:gd name="T11" fmla="*/ 2 h 426"/>
                <a:gd name="T12" fmla="*/ 2 w 244"/>
                <a:gd name="T13" fmla="*/ 2 h 426"/>
                <a:gd name="T14" fmla="*/ 2 w 244"/>
                <a:gd name="T15" fmla="*/ 2 h 426"/>
                <a:gd name="T16" fmla="*/ 1 w 244"/>
                <a:gd name="T17" fmla="*/ 1 h 426"/>
                <a:gd name="T18" fmla="*/ 1 w 244"/>
                <a:gd name="T19" fmla="*/ 1 h 426"/>
                <a:gd name="T20" fmla="*/ 1 w 244"/>
                <a:gd name="T21" fmla="*/ 1 h 426"/>
                <a:gd name="T22" fmla="*/ 1 w 244"/>
                <a:gd name="T23" fmla="*/ 1 h 426"/>
                <a:gd name="T24" fmla="*/ 1 w 244"/>
                <a:gd name="T25" fmla="*/ 0 h 426"/>
                <a:gd name="T26" fmla="*/ 1 w 244"/>
                <a:gd name="T27" fmla="*/ 0 h 426"/>
                <a:gd name="T28" fmla="*/ 1 w 244"/>
                <a:gd name="T29" fmla="*/ 0 h 426"/>
                <a:gd name="T30" fmla="*/ 0 w 244"/>
                <a:gd name="T31" fmla="*/ 0 h 426"/>
                <a:gd name="T32" fmla="*/ 0 w 244"/>
                <a:gd name="T33" fmla="*/ 0 h 426"/>
                <a:gd name="T34" fmla="*/ 0 w 244"/>
                <a:gd name="T35" fmla="*/ 0 h 426"/>
                <a:gd name="T36" fmla="*/ 0 w 244"/>
                <a:gd name="T37" fmla="*/ 0 h 426"/>
                <a:gd name="T38" fmla="*/ 0 w 244"/>
                <a:gd name="T39" fmla="*/ 0 h 426"/>
                <a:gd name="T40" fmla="*/ 0 w 244"/>
                <a:gd name="T41" fmla="*/ 0 h 426"/>
                <a:gd name="T42" fmla="*/ 1 w 244"/>
                <a:gd name="T43" fmla="*/ 0 h 426"/>
                <a:gd name="T44" fmla="*/ 1 w 244"/>
                <a:gd name="T45" fmla="*/ 0 h 426"/>
                <a:gd name="T46" fmla="*/ 1 w 244"/>
                <a:gd name="T47" fmla="*/ 0 h 426"/>
                <a:gd name="T48" fmla="*/ 1 w 244"/>
                <a:gd name="T49" fmla="*/ 1 h 426"/>
                <a:gd name="T50" fmla="*/ 1 w 244"/>
                <a:gd name="T51" fmla="*/ 1 h 426"/>
                <a:gd name="T52" fmla="*/ 1 w 244"/>
                <a:gd name="T53" fmla="*/ 1 h 426"/>
                <a:gd name="T54" fmla="*/ 1 w 244"/>
                <a:gd name="T55" fmla="*/ 1 h 426"/>
                <a:gd name="T56" fmla="*/ 1 w 244"/>
                <a:gd name="T57" fmla="*/ 2 h 426"/>
                <a:gd name="T58" fmla="*/ 2 w 244"/>
                <a:gd name="T59" fmla="*/ 2 h 426"/>
                <a:gd name="T60" fmla="*/ 2 w 244"/>
                <a:gd name="T61" fmla="*/ 2 h 426"/>
                <a:gd name="T62" fmla="*/ 2 w 244"/>
                <a:gd name="T63" fmla="*/ 2 h 426"/>
                <a:gd name="T64" fmla="*/ 2 w 244"/>
                <a:gd name="T65" fmla="*/ 3 h 426"/>
                <a:gd name="T66" fmla="*/ 2 w 244"/>
                <a:gd name="T67" fmla="*/ 3 h 426"/>
                <a:gd name="T68" fmla="*/ 2 w 244"/>
                <a:gd name="T69" fmla="*/ 3 h 426"/>
                <a:gd name="T70" fmla="*/ 2 w 244"/>
                <a:gd name="T71" fmla="*/ 3 h 426"/>
                <a:gd name="T72" fmla="*/ 2 w 244"/>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6"/>
                <a:gd name="T113" fmla="*/ 244 w 244"/>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6">
                  <a:moveTo>
                    <a:pt x="244" y="426"/>
                  </a:moveTo>
                  <a:lnTo>
                    <a:pt x="244" y="426"/>
                  </a:lnTo>
                  <a:lnTo>
                    <a:pt x="243" y="383"/>
                  </a:lnTo>
                  <a:lnTo>
                    <a:pt x="240" y="340"/>
                  </a:lnTo>
                  <a:lnTo>
                    <a:pt x="234" y="300"/>
                  </a:lnTo>
                  <a:lnTo>
                    <a:pt x="226" y="262"/>
                  </a:lnTo>
                  <a:lnTo>
                    <a:pt x="215" y="224"/>
                  </a:lnTo>
                  <a:lnTo>
                    <a:pt x="203" y="189"/>
                  </a:lnTo>
                  <a:lnTo>
                    <a:pt x="189" y="157"/>
                  </a:lnTo>
                  <a:lnTo>
                    <a:pt x="174" y="126"/>
                  </a:lnTo>
                  <a:lnTo>
                    <a:pt x="155" y="99"/>
                  </a:lnTo>
                  <a:lnTo>
                    <a:pt x="138" y="74"/>
                  </a:lnTo>
                  <a:lnTo>
                    <a:pt x="118" y="52"/>
                  </a:lnTo>
                  <a:lnTo>
                    <a:pt x="96" y="34"/>
                  </a:lnTo>
                  <a:lnTo>
                    <a:pt x="73" y="19"/>
                  </a:lnTo>
                  <a:lnTo>
                    <a:pt x="50" y="8"/>
                  </a:lnTo>
                  <a:lnTo>
                    <a:pt x="25" y="2"/>
                  </a:lnTo>
                  <a:lnTo>
                    <a:pt x="0" y="0"/>
                  </a:lnTo>
                  <a:lnTo>
                    <a:pt x="0" y="12"/>
                  </a:lnTo>
                  <a:lnTo>
                    <a:pt x="23" y="14"/>
                  </a:lnTo>
                  <a:lnTo>
                    <a:pt x="45" y="20"/>
                  </a:lnTo>
                  <a:lnTo>
                    <a:pt x="66" y="31"/>
                  </a:lnTo>
                  <a:lnTo>
                    <a:pt x="89" y="43"/>
                  </a:lnTo>
                  <a:lnTo>
                    <a:pt x="109" y="61"/>
                  </a:lnTo>
                  <a:lnTo>
                    <a:pt x="129" y="81"/>
                  </a:lnTo>
                  <a:lnTo>
                    <a:pt x="146" y="106"/>
                  </a:lnTo>
                  <a:lnTo>
                    <a:pt x="162" y="133"/>
                  </a:lnTo>
                  <a:lnTo>
                    <a:pt x="178" y="162"/>
                  </a:lnTo>
                  <a:lnTo>
                    <a:pt x="192" y="194"/>
                  </a:lnTo>
                  <a:lnTo>
                    <a:pt x="203" y="229"/>
                  </a:lnTo>
                  <a:lnTo>
                    <a:pt x="214" y="264"/>
                  </a:lnTo>
                  <a:lnTo>
                    <a:pt x="222" y="303"/>
                  </a:lnTo>
                  <a:lnTo>
                    <a:pt x="228" y="342"/>
                  </a:lnTo>
                  <a:lnTo>
                    <a:pt x="232" y="383"/>
                  </a:lnTo>
                  <a:lnTo>
                    <a:pt x="233" y="426"/>
                  </a:lnTo>
                  <a:lnTo>
                    <a:pt x="244"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0871" name="Freeform 53"/>
            <p:cNvSpPr>
              <a:spLocks/>
            </p:cNvSpPr>
            <p:nvPr/>
          </p:nvSpPr>
          <p:spPr bwMode="auto">
            <a:xfrm>
              <a:off x="964" y="1830"/>
              <a:ext cx="48" cy="85"/>
            </a:xfrm>
            <a:custGeom>
              <a:avLst/>
              <a:gdLst>
                <a:gd name="T0" fmla="*/ 0 w 244"/>
                <a:gd name="T1" fmla="*/ 3 h 424"/>
                <a:gd name="T2" fmla="*/ 0 w 244"/>
                <a:gd name="T3" fmla="*/ 3 h 424"/>
                <a:gd name="T4" fmla="*/ 0 w 244"/>
                <a:gd name="T5" fmla="*/ 3 h 424"/>
                <a:gd name="T6" fmla="*/ 0 w 244"/>
                <a:gd name="T7" fmla="*/ 3 h 424"/>
                <a:gd name="T8" fmla="*/ 1 w 244"/>
                <a:gd name="T9" fmla="*/ 3 h 424"/>
                <a:gd name="T10" fmla="*/ 1 w 244"/>
                <a:gd name="T11" fmla="*/ 3 h 424"/>
                <a:gd name="T12" fmla="*/ 1 w 244"/>
                <a:gd name="T13" fmla="*/ 3 h 424"/>
                <a:gd name="T14" fmla="*/ 1 w 244"/>
                <a:gd name="T15" fmla="*/ 3 h 424"/>
                <a:gd name="T16" fmla="*/ 1 w 244"/>
                <a:gd name="T17" fmla="*/ 3 h 424"/>
                <a:gd name="T18" fmla="*/ 1 w 244"/>
                <a:gd name="T19" fmla="*/ 2 h 424"/>
                <a:gd name="T20" fmla="*/ 1 w 244"/>
                <a:gd name="T21" fmla="*/ 2 h 424"/>
                <a:gd name="T22" fmla="*/ 2 w 244"/>
                <a:gd name="T23" fmla="*/ 2 h 424"/>
                <a:gd name="T24" fmla="*/ 2 w 244"/>
                <a:gd name="T25" fmla="*/ 2 h 424"/>
                <a:gd name="T26" fmla="*/ 2 w 244"/>
                <a:gd name="T27" fmla="*/ 1 h 424"/>
                <a:gd name="T28" fmla="*/ 2 w 244"/>
                <a:gd name="T29" fmla="*/ 1 h 424"/>
                <a:gd name="T30" fmla="*/ 2 w 244"/>
                <a:gd name="T31" fmla="*/ 1 h 424"/>
                <a:gd name="T32" fmla="*/ 2 w 244"/>
                <a:gd name="T33" fmla="*/ 0 h 424"/>
                <a:gd name="T34" fmla="*/ 2 w 244"/>
                <a:gd name="T35" fmla="*/ 0 h 424"/>
                <a:gd name="T36" fmla="*/ 2 w 244"/>
                <a:gd name="T37" fmla="*/ 0 h 424"/>
                <a:gd name="T38" fmla="*/ 2 w 244"/>
                <a:gd name="T39" fmla="*/ 0 h 424"/>
                <a:gd name="T40" fmla="*/ 2 w 244"/>
                <a:gd name="T41" fmla="*/ 1 h 424"/>
                <a:gd name="T42" fmla="*/ 2 w 244"/>
                <a:gd name="T43" fmla="*/ 1 h 424"/>
                <a:gd name="T44" fmla="*/ 2 w 244"/>
                <a:gd name="T45" fmla="*/ 1 h 424"/>
                <a:gd name="T46" fmla="*/ 2 w 244"/>
                <a:gd name="T47" fmla="*/ 2 h 424"/>
                <a:gd name="T48" fmla="*/ 1 w 244"/>
                <a:gd name="T49" fmla="*/ 2 h 424"/>
                <a:gd name="T50" fmla="*/ 1 w 244"/>
                <a:gd name="T51" fmla="*/ 2 h 424"/>
                <a:gd name="T52" fmla="*/ 1 w 244"/>
                <a:gd name="T53" fmla="*/ 2 h 424"/>
                <a:gd name="T54" fmla="*/ 1 w 244"/>
                <a:gd name="T55" fmla="*/ 3 h 424"/>
                <a:gd name="T56" fmla="*/ 1 w 244"/>
                <a:gd name="T57" fmla="*/ 3 h 424"/>
                <a:gd name="T58" fmla="*/ 1 w 244"/>
                <a:gd name="T59" fmla="*/ 3 h 424"/>
                <a:gd name="T60" fmla="*/ 1 w 244"/>
                <a:gd name="T61" fmla="*/ 3 h 424"/>
                <a:gd name="T62" fmla="*/ 1 w 244"/>
                <a:gd name="T63" fmla="*/ 3 h 424"/>
                <a:gd name="T64" fmla="*/ 0 w 244"/>
                <a:gd name="T65" fmla="*/ 3 h 424"/>
                <a:gd name="T66" fmla="*/ 0 w 244"/>
                <a:gd name="T67" fmla="*/ 3 h 424"/>
                <a:gd name="T68" fmla="*/ 0 w 244"/>
                <a:gd name="T69" fmla="*/ 3 h 424"/>
                <a:gd name="T70" fmla="*/ 0 w 244"/>
                <a:gd name="T71" fmla="*/ 3 h 424"/>
                <a:gd name="T72" fmla="*/ 0 w 244"/>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4"/>
                <a:gd name="T113" fmla="*/ 244 w 244"/>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4">
                  <a:moveTo>
                    <a:pt x="0" y="424"/>
                  </a:moveTo>
                  <a:lnTo>
                    <a:pt x="0" y="424"/>
                  </a:lnTo>
                  <a:lnTo>
                    <a:pt x="25" y="422"/>
                  </a:lnTo>
                  <a:lnTo>
                    <a:pt x="50" y="416"/>
                  </a:lnTo>
                  <a:lnTo>
                    <a:pt x="73" y="405"/>
                  </a:lnTo>
                  <a:lnTo>
                    <a:pt x="96" y="390"/>
                  </a:lnTo>
                  <a:lnTo>
                    <a:pt x="118" y="373"/>
                  </a:lnTo>
                  <a:lnTo>
                    <a:pt x="138" y="350"/>
                  </a:lnTo>
                  <a:lnTo>
                    <a:pt x="155" y="326"/>
                  </a:lnTo>
                  <a:lnTo>
                    <a:pt x="173" y="299"/>
                  </a:lnTo>
                  <a:lnTo>
                    <a:pt x="189" y="268"/>
                  </a:lnTo>
                  <a:lnTo>
                    <a:pt x="203" y="235"/>
                  </a:lnTo>
                  <a:lnTo>
                    <a:pt x="215" y="201"/>
                  </a:lnTo>
                  <a:lnTo>
                    <a:pt x="226" y="163"/>
                  </a:lnTo>
                  <a:lnTo>
                    <a:pt x="234" y="125"/>
                  </a:lnTo>
                  <a:lnTo>
                    <a:pt x="240" y="85"/>
                  </a:lnTo>
                  <a:lnTo>
                    <a:pt x="243" y="42"/>
                  </a:lnTo>
                  <a:lnTo>
                    <a:pt x="244" y="0"/>
                  </a:lnTo>
                  <a:lnTo>
                    <a:pt x="233" y="0"/>
                  </a:lnTo>
                  <a:lnTo>
                    <a:pt x="232" y="42"/>
                  </a:lnTo>
                  <a:lnTo>
                    <a:pt x="228" y="83"/>
                  </a:lnTo>
                  <a:lnTo>
                    <a:pt x="222" y="123"/>
                  </a:lnTo>
                  <a:lnTo>
                    <a:pt x="214" y="160"/>
                  </a:lnTo>
                  <a:lnTo>
                    <a:pt x="203" y="197"/>
                  </a:lnTo>
                  <a:lnTo>
                    <a:pt x="192" y="231"/>
                  </a:lnTo>
                  <a:lnTo>
                    <a:pt x="178" y="263"/>
                  </a:lnTo>
                  <a:lnTo>
                    <a:pt x="164" y="292"/>
                  </a:lnTo>
                  <a:lnTo>
                    <a:pt x="146" y="319"/>
                  </a:lnTo>
                  <a:lnTo>
                    <a:pt x="129" y="343"/>
                  </a:lnTo>
                  <a:lnTo>
                    <a:pt x="109" y="363"/>
                  </a:lnTo>
                  <a:lnTo>
                    <a:pt x="89" y="381"/>
                  </a:lnTo>
                  <a:lnTo>
                    <a:pt x="66" y="394"/>
                  </a:lnTo>
                  <a:lnTo>
                    <a:pt x="45" y="404"/>
                  </a:lnTo>
                  <a:lnTo>
                    <a:pt x="23" y="410"/>
                  </a:lnTo>
                  <a:lnTo>
                    <a:pt x="0" y="412"/>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0872" name="Freeform 54"/>
            <p:cNvSpPr>
              <a:spLocks/>
            </p:cNvSpPr>
            <p:nvPr/>
          </p:nvSpPr>
          <p:spPr bwMode="auto">
            <a:xfrm>
              <a:off x="915" y="1830"/>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1" y="42"/>
                  </a:lnTo>
                  <a:lnTo>
                    <a:pt x="4" y="85"/>
                  </a:lnTo>
                  <a:lnTo>
                    <a:pt x="10" y="125"/>
                  </a:lnTo>
                  <a:lnTo>
                    <a:pt x="19" y="163"/>
                  </a:lnTo>
                  <a:lnTo>
                    <a:pt x="29" y="201"/>
                  </a:lnTo>
                  <a:lnTo>
                    <a:pt x="41" y="235"/>
                  </a:lnTo>
                  <a:lnTo>
                    <a:pt x="55" y="268"/>
                  </a:lnTo>
                  <a:lnTo>
                    <a:pt x="71" y="299"/>
                  </a:lnTo>
                  <a:lnTo>
                    <a:pt x="89" y="326"/>
                  </a:lnTo>
                  <a:lnTo>
                    <a:pt x="106" y="350"/>
                  </a:lnTo>
                  <a:lnTo>
                    <a:pt x="126" y="373"/>
                  </a:lnTo>
                  <a:lnTo>
                    <a:pt x="149" y="390"/>
                  </a:lnTo>
                  <a:lnTo>
                    <a:pt x="171" y="405"/>
                  </a:lnTo>
                  <a:lnTo>
                    <a:pt x="194" y="416"/>
                  </a:lnTo>
                  <a:lnTo>
                    <a:pt x="219" y="422"/>
                  </a:lnTo>
                  <a:lnTo>
                    <a:pt x="245" y="424"/>
                  </a:lnTo>
                  <a:lnTo>
                    <a:pt x="245" y="412"/>
                  </a:lnTo>
                  <a:lnTo>
                    <a:pt x="221" y="410"/>
                  </a:lnTo>
                  <a:lnTo>
                    <a:pt x="199" y="404"/>
                  </a:lnTo>
                  <a:lnTo>
                    <a:pt x="178" y="394"/>
                  </a:lnTo>
                  <a:lnTo>
                    <a:pt x="156" y="381"/>
                  </a:lnTo>
                  <a:lnTo>
                    <a:pt x="136" y="363"/>
                  </a:lnTo>
                  <a:lnTo>
                    <a:pt x="116" y="343"/>
                  </a:lnTo>
                  <a:lnTo>
                    <a:pt x="98" y="319"/>
                  </a:lnTo>
                  <a:lnTo>
                    <a:pt x="81" y="292"/>
                  </a:lnTo>
                  <a:lnTo>
                    <a:pt x="67" y="263"/>
                  </a:lnTo>
                  <a:lnTo>
                    <a:pt x="52" y="231"/>
                  </a:lnTo>
                  <a:lnTo>
                    <a:pt x="41" y="197"/>
                  </a:lnTo>
                  <a:lnTo>
                    <a:pt x="30" y="160"/>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0873" name="Freeform 55"/>
            <p:cNvSpPr>
              <a:spLocks/>
            </p:cNvSpPr>
            <p:nvPr/>
          </p:nvSpPr>
          <p:spPr bwMode="auto">
            <a:xfrm>
              <a:off x="915" y="1745"/>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0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19" y="2"/>
                  </a:lnTo>
                  <a:lnTo>
                    <a:pt x="194" y="8"/>
                  </a:lnTo>
                  <a:lnTo>
                    <a:pt x="171" y="19"/>
                  </a:lnTo>
                  <a:lnTo>
                    <a:pt x="149" y="34"/>
                  </a:lnTo>
                  <a:lnTo>
                    <a:pt x="126" y="52"/>
                  </a:lnTo>
                  <a:lnTo>
                    <a:pt x="106" y="74"/>
                  </a:lnTo>
                  <a:lnTo>
                    <a:pt x="89" y="99"/>
                  </a:lnTo>
                  <a:lnTo>
                    <a:pt x="70" y="126"/>
                  </a:lnTo>
                  <a:lnTo>
                    <a:pt x="55" y="157"/>
                  </a:lnTo>
                  <a:lnTo>
                    <a:pt x="41" y="189"/>
                  </a:lnTo>
                  <a:lnTo>
                    <a:pt x="29" y="224"/>
                  </a:lnTo>
                  <a:lnTo>
                    <a:pt x="19" y="262"/>
                  </a:lnTo>
                  <a:lnTo>
                    <a:pt x="10" y="300"/>
                  </a:lnTo>
                  <a:lnTo>
                    <a:pt x="4" y="340"/>
                  </a:lnTo>
                  <a:lnTo>
                    <a:pt x="1" y="383"/>
                  </a:lnTo>
                  <a:lnTo>
                    <a:pt x="0" y="426"/>
                  </a:lnTo>
                  <a:lnTo>
                    <a:pt x="11" y="426"/>
                  </a:lnTo>
                  <a:lnTo>
                    <a:pt x="13" y="383"/>
                  </a:lnTo>
                  <a:lnTo>
                    <a:pt x="16" y="342"/>
                  </a:lnTo>
                  <a:lnTo>
                    <a:pt x="22" y="303"/>
                  </a:lnTo>
                  <a:lnTo>
                    <a:pt x="30" y="264"/>
                  </a:lnTo>
                  <a:lnTo>
                    <a:pt x="41" y="229"/>
                  </a:lnTo>
                  <a:lnTo>
                    <a:pt x="52" y="194"/>
                  </a:lnTo>
                  <a:lnTo>
                    <a:pt x="67" y="162"/>
                  </a:lnTo>
                  <a:lnTo>
                    <a:pt x="82" y="133"/>
                  </a:lnTo>
                  <a:lnTo>
                    <a:pt x="98" y="106"/>
                  </a:lnTo>
                  <a:lnTo>
                    <a:pt x="116" y="81"/>
                  </a:lnTo>
                  <a:lnTo>
                    <a:pt x="136" y="61"/>
                  </a:lnTo>
                  <a:lnTo>
                    <a:pt x="156" y="43"/>
                  </a:lnTo>
                  <a:lnTo>
                    <a:pt x="178" y="31"/>
                  </a:lnTo>
                  <a:lnTo>
                    <a:pt x="199" y="20"/>
                  </a:lnTo>
                  <a:lnTo>
                    <a:pt x="221"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0874" name="Freeform 56"/>
            <p:cNvSpPr>
              <a:spLocks/>
            </p:cNvSpPr>
            <p:nvPr/>
          </p:nvSpPr>
          <p:spPr bwMode="auto">
            <a:xfrm>
              <a:off x="1140" y="2087"/>
              <a:ext cx="49" cy="85"/>
            </a:xfrm>
            <a:custGeom>
              <a:avLst/>
              <a:gdLst>
                <a:gd name="T0" fmla="*/ 2 w 246"/>
                <a:gd name="T1" fmla="*/ 3 h 424"/>
                <a:gd name="T2" fmla="*/ 2 w 246"/>
                <a:gd name="T3" fmla="*/ 3 h 424"/>
                <a:gd name="T4" fmla="*/ 2 w 246"/>
                <a:gd name="T5" fmla="*/ 3 h 424"/>
                <a:gd name="T6" fmla="*/ 2 w 246"/>
                <a:gd name="T7" fmla="*/ 3 h 424"/>
                <a:gd name="T8" fmla="*/ 2 w 246"/>
                <a:gd name="T9" fmla="*/ 2 h 424"/>
                <a:gd name="T10" fmla="*/ 2 w 246"/>
                <a:gd name="T11" fmla="*/ 2 h 424"/>
                <a:gd name="T12" fmla="*/ 2 w 246"/>
                <a:gd name="T13" fmla="*/ 2 h 424"/>
                <a:gd name="T14" fmla="*/ 2 w 246"/>
                <a:gd name="T15" fmla="*/ 2 h 424"/>
                <a:gd name="T16" fmla="*/ 2 w 246"/>
                <a:gd name="T17" fmla="*/ 1 h 424"/>
                <a:gd name="T18" fmla="*/ 1 w 246"/>
                <a:gd name="T19" fmla="*/ 1 h 424"/>
                <a:gd name="T20" fmla="*/ 1 w 246"/>
                <a:gd name="T21" fmla="*/ 1 h 424"/>
                <a:gd name="T22" fmla="*/ 1 w 246"/>
                <a:gd name="T23" fmla="*/ 1 h 424"/>
                <a:gd name="T24" fmla="*/ 1 w 246"/>
                <a:gd name="T25" fmla="*/ 0 h 424"/>
                <a:gd name="T26" fmla="*/ 1 w 246"/>
                <a:gd name="T27" fmla="*/ 0 h 424"/>
                <a:gd name="T28" fmla="*/ 1 w 246"/>
                <a:gd name="T29" fmla="*/ 0 h 424"/>
                <a:gd name="T30" fmla="*/ 0 w 246"/>
                <a:gd name="T31" fmla="*/ 0 h 424"/>
                <a:gd name="T32" fmla="*/ 0 w 246"/>
                <a:gd name="T33" fmla="*/ 0 h 424"/>
                <a:gd name="T34" fmla="*/ 0 w 246"/>
                <a:gd name="T35" fmla="*/ 0 h 424"/>
                <a:gd name="T36" fmla="*/ 0 w 246"/>
                <a:gd name="T37" fmla="*/ 0 h 424"/>
                <a:gd name="T38" fmla="*/ 0 w 246"/>
                <a:gd name="T39" fmla="*/ 0 h 424"/>
                <a:gd name="T40" fmla="*/ 0 w 246"/>
                <a:gd name="T41" fmla="*/ 0 h 424"/>
                <a:gd name="T42" fmla="*/ 1 w 246"/>
                <a:gd name="T43" fmla="*/ 0 h 424"/>
                <a:gd name="T44" fmla="*/ 1 w 246"/>
                <a:gd name="T45" fmla="*/ 0 h 424"/>
                <a:gd name="T46" fmla="*/ 1 w 246"/>
                <a:gd name="T47" fmla="*/ 0 h 424"/>
                <a:gd name="T48" fmla="*/ 1 w 246"/>
                <a:gd name="T49" fmla="*/ 1 h 424"/>
                <a:gd name="T50" fmla="*/ 1 w 246"/>
                <a:gd name="T51" fmla="*/ 1 h 424"/>
                <a:gd name="T52" fmla="*/ 1 w 246"/>
                <a:gd name="T53" fmla="*/ 1 h 424"/>
                <a:gd name="T54" fmla="*/ 1 w 246"/>
                <a:gd name="T55" fmla="*/ 1 h 424"/>
                <a:gd name="T56" fmla="*/ 2 w 246"/>
                <a:gd name="T57" fmla="*/ 2 h 424"/>
                <a:gd name="T58" fmla="*/ 2 w 246"/>
                <a:gd name="T59" fmla="*/ 2 h 424"/>
                <a:gd name="T60" fmla="*/ 2 w 246"/>
                <a:gd name="T61" fmla="*/ 2 h 424"/>
                <a:gd name="T62" fmla="*/ 2 w 246"/>
                <a:gd name="T63" fmla="*/ 2 h 424"/>
                <a:gd name="T64" fmla="*/ 2 w 246"/>
                <a:gd name="T65" fmla="*/ 3 h 424"/>
                <a:gd name="T66" fmla="*/ 2 w 246"/>
                <a:gd name="T67" fmla="*/ 3 h 424"/>
                <a:gd name="T68" fmla="*/ 2 w 246"/>
                <a:gd name="T69" fmla="*/ 3 h 424"/>
                <a:gd name="T70" fmla="*/ 2 w 246"/>
                <a:gd name="T71" fmla="*/ 3 h 424"/>
                <a:gd name="T72" fmla="*/ 2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424"/>
                  </a:moveTo>
                  <a:lnTo>
                    <a:pt x="246" y="424"/>
                  </a:lnTo>
                  <a:lnTo>
                    <a:pt x="244" y="382"/>
                  </a:lnTo>
                  <a:lnTo>
                    <a:pt x="241" y="338"/>
                  </a:lnTo>
                  <a:lnTo>
                    <a:pt x="235" y="298"/>
                  </a:lnTo>
                  <a:lnTo>
                    <a:pt x="227" y="261"/>
                  </a:lnTo>
                  <a:lnTo>
                    <a:pt x="216" y="222"/>
                  </a:lnTo>
                  <a:lnTo>
                    <a:pt x="205" y="188"/>
                  </a:lnTo>
                  <a:lnTo>
                    <a:pt x="190" y="155"/>
                  </a:lnTo>
                  <a:lnTo>
                    <a:pt x="174" y="125"/>
                  </a:lnTo>
                  <a:lnTo>
                    <a:pt x="157" y="98"/>
                  </a:lnTo>
                  <a:lnTo>
                    <a:pt x="138" y="73"/>
                  </a:lnTo>
                  <a:lnTo>
                    <a:pt x="118" y="51"/>
                  </a:lnTo>
                  <a:lnTo>
                    <a:pt x="96" y="34"/>
                  </a:lnTo>
                  <a:lnTo>
                    <a:pt x="74" y="18"/>
                  </a:lnTo>
                  <a:lnTo>
                    <a:pt x="50" y="8"/>
                  </a:lnTo>
                  <a:lnTo>
                    <a:pt x="25" y="2"/>
                  </a:lnTo>
                  <a:lnTo>
                    <a:pt x="0" y="0"/>
                  </a:lnTo>
                  <a:lnTo>
                    <a:pt x="0" y="11"/>
                  </a:lnTo>
                  <a:lnTo>
                    <a:pt x="23" y="14"/>
                  </a:lnTo>
                  <a:lnTo>
                    <a:pt x="45" y="19"/>
                  </a:lnTo>
                  <a:lnTo>
                    <a:pt x="67" y="30"/>
                  </a:lnTo>
                  <a:lnTo>
                    <a:pt x="89" y="43"/>
                  </a:lnTo>
                  <a:lnTo>
                    <a:pt x="108" y="60"/>
                  </a:lnTo>
                  <a:lnTo>
                    <a:pt x="128" y="80"/>
                  </a:lnTo>
                  <a:lnTo>
                    <a:pt x="147" y="105"/>
                  </a:lnTo>
                  <a:lnTo>
                    <a:pt x="165" y="132"/>
                  </a:lnTo>
                  <a:lnTo>
                    <a:pt x="179" y="160"/>
                  </a:lnTo>
                  <a:lnTo>
                    <a:pt x="193" y="193"/>
                  </a:lnTo>
                  <a:lnTo>
                    <a:pt x="205" y="227"/>
                  </a:lnTo>
                  <a:lnTo>
                    <a:pt x="215" y="263"/>
                  </a:lnTo>
                  <a:lnTo>
                    <a:pt x="223" y="301"/>
                  </a:lnTo>
                  <a:lnTo>
                    <a:pt x="229" y="341"/>
                  </a:lnTo>
                  <a:lnTo>
                    <a:pt x="233" y="382"/>
                  </a:lnTo>
                  <a:lnTo>
                    <a:pt x="234" y="424"/>
                  </a:lnTo>
                  <a:lnTo>
                    <a:pt x="246"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0875" name="Freeform 57"/>
            <p:cNvSpPr>
              <a:spLocks/>
            </p:cNvSpPr>
            <p:nvPr/>
          </p:nvSpPr>
          <p:spPr bwMode="auto">
            <a:xfrm>
              <a:off x="1140" y="2172"/>
              <a:ext cx="49" cy="85"/>
            </a:xfrm>
            <a:custGeom>
              <a:avLst/>
              <a:gdLst>
                <a:gd name="T0" fmla="*/ 0 w 246"/>
                <a:gd name="T1" fmla="*/ 3 h 426"/>
                <a:gd name="T2" fmla="*/ 0 w 246"/>
                <a:gd name="T3" fmla="*/ 3 h 426"/>
                <a:gd name="T4" fmla="*/ 0 w 246"/>
                <a:gd name="T5" fmla="*/ 3 h 426"/>
                <a:gd name="T6" fmla="*/ 0 w 246"/>
                <a:gd name="T7" fmla="*/ 3 h 426"/>
                <a:gd name="T8" fmla="*/ 1 w 246"/>
                <a:gd name="T9" fmla="*/ 3 h 426"/>
                <a:gd name="T10" fmla="*/ 1 w 246"/>
                <a:gd name="T11" fmla="*/ 3 h 426"/>
                <a:gd name="T12" fmla="*/ 1 w 246"/>
                <a:gd name="T13" fmla="*/ 3 h 426"/>
                <a:gd name="T14" fmla="*/ 1 w 246"/>
                <a:gd name="T15" fmla="*/ 3 h 426"/>
                <a:gd name="T16" fmla="*/ 1 w 246"/>
                <a:gd name="T17" fmla="*/ 3 h 426"/>
                <a:gd name="T18" fmla="*/ 1 w 246"/>
                <a:gd name="T19" fmla="*/ 2 h 426"/>
                <a:gd name="T20" fmla="*/ 2 w 246"/>
                <a:gd name="T21" fmla="*/ 2 h 426"/>
                <a:gd name="T22" fmla="*/ 2 w 246"/>
                <a:gd name="T23" fmla="*/ 2 h 426"/>
                <a:gd name="T24" fmla="*/ 2 w 246"/>
                <a:gd name="T25" fmla="*/ 2 h 426"/>
                <a:gd name="T26" fmla="*/ 2 w 246"/>
                <a:gd name="T27" fmla="*/ 1 h 426"/>
                <a:gd name="T28" fmla="*/ 2 w 246"/>
                <a:gd name="T29" fmla="*/ 1 h 426"/>
                <a:gd name="T30" fmla="*/ 2 w 246"/>
                <a:gd name="T31" fmla="*/ 1 h 426"/>
                <a:gd name="T32" fmla="*/ 2 w 246"/>
                <a:gd name="T33" fmla="*/ 0 h 426"/>
                <a:gd name="T34" fmla="*/ 2 w 246"/>
                <a:gd name="T35" fmla="*/ 0 h 426"/>
                <a:gd name="T36" fmla="*/ 2 w 246"/>
                <a:gd name="T37" fmla="*/ 0 h 426"/>
                <a:gd name="T38" fmla="*/ 2 w 246"/>
                <a:gd name="T39" fmla="*/ 0 h 426"/>
                <a:gd name="T40" fmla="*/ 2 w 246"/>
                <a:gd name="T41" fmla="*/ 1 h 426"/>
                <a:gd name="T42" fmla="*/ 2 w 246"/>
                <a:gd name="T43" fmla="*/ 1 h 426"/>
                <a:gd name="T44" fmla="*/ 2 w 246"/>
                <a:gd name="T45" fmla="*/ 1 h 426"/>
                <a:gd name="T46" fmla="*/ 2 w 246"/>
                <a:gd name="T47" fmla="*/ 2 h 426"/>
                <a:gd name="T48" fmla="*/ 2 w 246"/>
                <a:gd name="T49" fmla="*/ 2 h 426"/>
                <a:gd name="T50" fmla="*/ 1 w 246"/>
                <a:gd name="T51" fmla="*/ 2 h 426"/>
                <a:gd name="T52" fmla="*/ 1 w 246"/>
                <a:gd name="T53" fmla="*/ 2 h 426"/>
                <a:gd name="T54" fmla="*/ 1 w 246"/>
                <a:gd name="T55" fmla="*/ 3 h 426"/>
                <a:gd name="T56" fmla="*/ 1 w 246"/>
                <a:gd name="T57" fmla="*/ 3 h 426"/>
                <a:gd name="T58" fmla="*/ 1 w 246"/>
                <a:gd name="T59" fmla="*/ 3 h 426"/>
                <a:gd name="T60" fmla="*/ 1 w 246"/>
                <a:gd name="T61" fmla="*/ 3 h 426"/>
                <a:gd name="T62" fmla="*/ 1 w 246"/>
                <a:gd name="T63" fmla="*/ 3 h 426"/>
                <a:gd name="T64" fmla="*/ 0 w 246"/>
                <a:gd name="T65" fmla="*/ 3 h 426"/>
                <a:gd name="T66" fmla="*/ 0 w 246"/>
                <a:gd name="T67" fmla="*/ 3 h 426"/>
                <a:gd name="T68" fmla="*/ 0 w 246"/>
                <a:gd name="T69" fmla="*/ 3 h 426"/>
                <a:gd name="T70" fmla="*/ 0 w 246"/>
                <a:gd name="T71" fmla="*/ 3 h 426"/>
                <a:gd name="T72" fmla="*/ 0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426"/>
                  </a:moveTo>
                  <a:lnTo>
                    <a:pt x="0" y="426"/>
                  </a:lnTo>
                  <a:lnTo>
                    <a:pt x="25" y="423"/>
                  </a:lnTo>
                  <a:lnTo>
                    <a:pt x="50" y="417"/>
                  </a:lnTo>
                  <a:lnTo>
                    <a:pt x="74" y="407"/>
                  </a:lnTo>
                  <a:lnTo>
                    <a:pt x="96" y="392"/>
                  </a:lnTo>
                  <a:lnTo>
                    <a:pt x="118" y="373"/>
                  </a:lnTo>
                  <a:lnTo>
                    <a:pt x="138" y="350"/>
                  </a:lnTo>
                  <a:lnTo>
                    <a:pt x="157" y="327"/>
                  </a:lnTo>
                  <a:lnTo>
                    <a:pt x="175" y="299"/>
                  </a:lnTo>
                  <a:lnTo>
                    <a:pt x="190" y="268"/>
                  </a:lnTo>
                  <a:lnTo>
                    <a:pt x="205" y="236"/>
                  </a:lnTo>
                  <a:lnTo>
                    <a:pt x="216" y="202"/>
                  </a:lnTo>
                  <a:lnTo>
                    <a:pt x="227" y="164"/>
                  </a:lnTo>
                  <a:lnTo>
                    <a:pt x="235" y="125"/>
                  </a:lnTo>
                  <a:lnTo>
                    <a:pt x="241" y="86"/>
                  </a:lnTo>
                  <a:lnTo>
                    <a:pt x="244" y="42"/>
                  </a:lnTo>
                  <a:lnTo>
                    <a:pt x="246" y="0"/>
                  </a:lnTo>
                  <a:lnTo>
                    <a:pt x="234" y="0"/>
                  </a:lnTo>
                  <a:lnTo>
                    <a:pt x="233" y="42"/>
                  </a:lnTo>
                  <a:lnTo>
                    <a:pt x="229" y="83"/>
                  </a:lnTo>
                  <a:lnTo>
                    <a:pt x="223" y="123"/>
                  </a:lnTo>
                  <a:lnTo>
                    <a:pt x="215" y="162"/>
                  </a:lnTo>
                  <a:lnTo>
                    <a:pt x="205" y="197"/>
                  </a:lnTo>
                  <a:lnTo>
                    <a:pt x="193" y="231"/>
                  </a:lnTo>
                  <a:lnTo>
                    <a:pt x="179" y="264"/>
                  </a:lnTo>
                  <a:lnTo>
                    <a:pt x="164" y="292"/>
                  </a:lnTo>
                  <a:lnTo>
                    <a:pt x="147" y="320"/>
                  </a:lnTo>
                  <a:lnTo>
                    <a:pt x="128" y="343"/>
                  </a:lnTo>
                  <a:lnTo>
                    <a:pt x="108" y="363"/>
                  </a:lnTo>
                  <a:lnTo>
                    <a:pt x="89" y="382"/>
                  </a:lnTo>
                  <a:lnTo>
                    <a:pt x="67" y="395"/>
                  </a:lnTo>
                  <a:lnTo>
                    <a:pt x="45" y="406"/>
                  </a:lnTo>
                  <a:lnTo>
                    <a:pt x="23" y="411"/>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0876" name="Freeform 58"/>
            <p:cNvSpPr>
              <a:spLocks/>
            </p:cNvSpPr>
            <p:nvPr/>
          </p:nvSpPr>
          <p:spPr bwMode="auto">
            <a:xfrm>
              <a:off x="1091" y="2172"/>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4" y="86"/>
                  </a:lnTo>
                  <a:lnTo>
                    <a:pt x="10" y="125"/>
                  </a:lnTo>
                  <a:lnTo>
                    <a:pt x="18" y="164"/>
                  </a:lnTo>
                  <a:lnTo>
                    <a:pt x="29" y="202"/>
                  </a:lnTo>
                  <a:lnTo>
                    <a:pt x="41" y="236"/>
                  </a:lnTo>
                  <a:lnTo>
                    <a:pt x="55" y="268"/>
                  </a:lnTo>
                  <a:lnTo>
                    <a:pt x="70" y="299"/>
                  </a:lnTo>
                  <a:lnTo>
                    <a:pt x="89" y="327"/>
                  </a:lnTo>
                  <a:lnTo>
                    <a:pt x="106" y="350"/>
                  </a:lnTo>
                  <a:lnTo>
                    <a:pt x="126" y="373"/>
                  </a:lnTo>
                  <a:lnTo>
                    <a:pt x="148" y="392"/>
                  </a:lnTo>
                  <a:lnTo>
                    <a:pt x="171" y="407"/>
                  </a:lnTo>
                  <a:lnTo>
                    <a:pt x="194" y="417"/>
                  </a:lnTo>
                  <a:lnTo>
                    <a:pt x="219" y="423"/>
                  </a:lnTo>
                  <a:lnTo>
                    <a:pt x="245" y="426"/>
                  </a:lnTo>
                  <a:lnTo>
                    <a:pt x="245" y="414"/>
                  </a:lnTo>
                  <a:lnTo>
                    <a:pt x="221" y="411"/>
                  </a:lnTo>
                  <a:lnTo>
                    <a:pt x="199" y="406"/>
                  </a:lnTo>
                  <a:lnTo>
                    <a:pt x="178" y="395"/>
                  </a:lnTo>
                  <a:lnTo>
                    <a:pt x="155" y="382"/>
                  </a:lnTo>
                  <a:lnTo>
                    <a:pt x="136" y="363"/>
                  </a:lnTo>
                  <a:lnTo>
                    <a:pt x="116" y="343"/>
                  </a:lnTo>
                  <a:lnTo>
                    <a:pt x="98" y="320"/>
                  </a:lnTo>
                  <a:lnTo>
                    <a:pt x="82" y="292"/>
                  </a:lnTo>
                  <a:lnTo>
                    <a:pt x="66" y="264"/>
                  </a:lnTo>
                  <a:lnTo>
                    <a:pt x="52" y="231"/>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0877" name="Freeform 59"/>
            <p:cNvSpPr>
              <a:spLocks/>
            </p:cNvSpPr>
            <p:nvPr/>
          </p:nvSpPr>
          <p:spPr bwMode="auto">
            <a:xfrm>
              <a:off x="1091" y="2087"/>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4" y="8"/>
                  </a:lnTo>
                  <a:lnTo>
                    <a:pt x="171" y="18"/>
                  </a:lnTo>
                  <a:lnTo>
                    <a:pt x="148" y="34"/>
                  </a:lnTo>
                  <a:lnTo>
                    <a:pt x="126" y="51"/>
                  </a:lnTo>
                  <a:lnTo>
                    <a:pt x="106" y="73"/>
                  </a:lnTo>
                  <a:lnTo>
                    <a:pt x="89" y="98"/>
                  </a:lnTo>
                  <a:lnTo>
                    <a:pt x="71" y="125"/>
                  </a:lnTo>
                  <a:lnTo>
                    <a:pt x="55" y="155"/>
                  </a:lnTo>
                  <a:lnTo>
                    <a:pt x="41" y="188"/>
                  </a:lnTo>
                  <a:lnTo>
                    <a:pt x="29" y="222"/>
                  </a:lnTo>
                  <a:lnTo>
                    <a:pt x="18" y="261"/>
                  </a:lnTo>
                  <a:lnTo>
                    <a:pt x="10" y="298"/>
                  </a:lnTo>
                  <a:lnTo>
                    <a:pt x="4" y="338"/>
                  </a:lnTo>
                  <a:lnTo>
                    <a:pt x="1" y="382"/>
                  </a:lnTo>
                  <a:lnTo>
                    <a:pt x="0" y="424"/>
                  </a:lnTo>
                  <a:lnTo>
                    <a:pt x="11" y="424"/>
                  </a:lnTo>
                  <a:lnTo>
                    <a:pt x="13" y="382"/>
                  </a:lnTo>
                  <a:lnTo>
                    <a:pt x="16" y="341"/>
                  </a:lnTo>
                  <a:lnTo>
                    <a:pt x="22" y="301"/>
                  </a:lnTo>
                  <a:lnTo>
                    <a:pt x="30" y="263"/>
                  </a:lnTo>
                  <a:lnTo>
                    <a:pt x="41" y="227"/>
                  </a:lnTo>
                  <a:lnTo>
                    <a:pt x="52" y="193"/>
                  </a:lnTo>
                  <a:lnTo>
                    <a:pt x="66" y="160"/>
                  </a:lnTo>
                  <a:lnTo>
                    <a:pt x="80" y="132"/>
                  </a:lnTo>
                  <a:lnTo>
                    <a:pt x="98" y="105"/>
                  </a:lnTo>
                  <a:lnTo>
                    <a:pt x="116" y="80"/>
                  </a:lnTo>
                  <a:lnTo>
                    <a:pt x="136" y="60"/>
                  </a:lnTo>
                  <a:lnTo>
                    <a:pt x="155" y="43"/>
                  </a:lnTo>
                  <a:lnTo>
                    <a:pt x="178" y="30"/>
                  </a:lnTo>
                  <a:lnTo>
                    <a:pt x="199" y="19"/>
                  </a:lnTo>
                  <a:lnTo>
                    <a:pt x="221" y="14"/>
                  </a:lnTo>
                  <a:lnTo>
                    <a:pt x="245" y="11"/>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0878" name="Freeform 60"/>
            <p:cNvSpPr>
              <a:spLocks/>
            </p:cNvSpPr>
            <p:nvPr/>
          </p:nvSpPr>
          <p:spPr bwMode="auto">
            <a:xfrm>
              <a:off x="1392" y="2118"/>
              <a:ext cx="49" cy="85"/>
            </a:xfrm>
            <a:custGeom>
              <a:avLst/>
              <a:gdLst>
                <a:gd name="T0" fmla="*/ 2 w 246"/>
                <a:gd name="T1" fmla="*/ 3 h 426"/>
                <a:gd name="T2" fmla="*/ 2 w 246"/>
                <a:gd name="T3" fmla="*/ 3 h 426"/>
                <a:gd name="T4" fmla="*/ 2 w 246"/>
                <a:gd name="T5" fmla="*/ 3 h 426"/>
                <a:gd name="T6" fmla="*/ 2 w 246"/>
                <a:gd name="T7" fmla="*/ 3 h 426"/>
                <a:gd name="T8" fmla="*/ 2 w 246"/>
                <a:gd name="T9" fmla="*/ 2 h 426"/>
                <a:gd name="T10" fmla="*/ 2 w 246"/>
                <a:gd name="T11" fmla="*/ 2 h 426"/>
                <a:gd name="T12" fmla="*/ 2 w 246"/>
                <a:gd name="T13" fmla="*/ 2 h 426"/>
                <a:gd name="T14" fmla="*/ 2 w 246"/>
                <a:gd name="T15" fmla="*/ 2 h 426"/>
                <a:gd name="T16" fmla="*/ 2 w 246"/>
                <a:gd name="T17" fmla="*/ 1 h 426"/>
                <a:gd name="T18" fmla="*/ 1 w 246"/>
                <a:gd name="T19" fmla="*/ 1 h 426"/>
                <a:gd name="T20" fmla="*/ 1 w 246"/>
                <a:gd name="T21" fmla="*/ 1 h 426"/>
                <a:gd name="T22" fmla="*/ 1 w 246"/>
                <a:gd name="T23" fmla="*/ 1 h 426"/>
                <a:gd name="T24" fmla="*/ 1 w 246"/>
                <a:gd name="T25" fmla="*/ 0 h 426"/>
                <a:gd name="T26" fmla="*/ 1 w 246"/>
                <a:gd name="T27" fmla="*/ 0 h 426"/>
                <a:gd name="T28" fmla="*/ 1 w 246"/>
                <a:gd name="T29" fmla="*/ 0 h 426"/>
                <a:gd name="T30" fmla="*/ 0 w 246"/>
                <a:gd name="T31" fmla="*/ 0 h 426"/>
                <a:gd name="T32" fmla="*/ 0 w 246"/>
                <a:gd name="T33" fmla="*/ 0 h 426"/>
                <a:gd name="T34" fmla="*/ 0 w 246"/>
                <a:gd name="T35" fmla="*/ 0 h 426"/>
                <a:gd name="T36" fmla="*/ 0 w 246"/>
                <a:gd name="T37" fmla="*/ 0 h 426"/>
                <a:gd name="T38" fmla="*/ 0 w 246"/>
                <a:gd name="T39" fmla="*/ 0 h 426"/>
                <a:gd name="T40" fmla="*/ 0 w 246"/>
                <a:gd name="T41" fmla="*/ 0 h 426"/>
                <a:gd name="T42" fmla="*/ 1 w 246"/>
                <a:gd name="T43" fmla="*/ 0 h 426"/>
                <a:gd name="T44" fmla="*/ 1 w 246"/>
                <a:gd name="T45" fmla="*/ 0 h 426"/>
                <a:gd name="T46" fmla="*/ 1 w 246"/>
                <a:gd name="T47" fmla="*/ 1 h 426"/>
                <a:gd name="T48" fmla="*/ 1 w 246"/>
                <a:gd name="T49" fmla="*/ 1 h 426"/>
                <a:gd name="T50" fmla="*/ 1 w 246"/>
                <a:gd name="T51" fmla="*/ 1 h 426"/>
                <a:gd name="T52" fmla="*/ 1 w 246"/>
                <a:gd name="T53" fmla="*/ 1 h 426"/>
                <a:gd name="T54" fmla="*/ 1 w 246"/>
                <a:gd name="T55" fmla="*/ 1 h 426"/>
                <a:gd name="T56" fmla="*/ 2 w 246"/>
                <a:gd name="T57" fmla="*/ 2 h 426"/>
                <a:gd name="T58" fmla="*/ 2 w 246"/>
                <a:gd name="T59" fmla="*/ 2 h 426"/>
                <a:gd name="T60" fmla="*/ 2 w 246"/>
                <a:gd name="T61" fmla="*/ 2 h 426"/>
                <a:gd name="T62" fmla="*/ 2 w 246"/>
                <a:gd name="T63" fmla="*/ 2 h 426"/>
                <a:gd name="T64" fmla="*/ 2 w 246"/>
                <a:gd name="T65" fmla="*/ 3 h 426"/>
                <a:gd name="T66" fmla="*/ 2 w 246"/>
                <a:gd name="T67" fmla="*/ 3 h 426"/>
                <a:gd name="T68" fmla="*/ 2 w 246"/>
                <a:gd name="T69" fmla="*/ 3 h 426"/>
                <a:gd name="T70" fmla="*/ 2 w 246"/>
                <a:gd name="T71" fmla="*/ 3 h 426"/>
                <a:gd name="T72" fmla="*/ 2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246" y="426"/>
                  </a:moveTo>
                  <a:lnTo>
                    <a:pt x="246" y="426"/>
                  </a:lnTo>
                  <a:lnTo>
                    <a:pt x="245" y="384"/>
                  </a:lnTo>
                  <a:lnTo>
                    <a:pt x="242" y="340"/>
                  </a:lnTo>
                  <a:lnTo>
                    <a:pt x="236" y="301"/>
                  </a:lnTo>
                  <a:lnTo>
                    <a:pt x="228" y="262"/>
                  </a:lnTo>
                  <a:lnTo>
                    <a:pt x="217" y="224"/>
                  </a:lnTo>
                  <a:lnTo>
                    <a:pt x="205" y="190"/>
                  </a:lnTo>
                  <a:lnTo>
                    <a:pt x="191" y="158"/>
                  </a:lnTo>
                  <a:lnTo>
                    <a:pt x="176" y="126"/>
                  </a:lnTo>
                  <a:lnTo>
                    <a:pt x="157" y="99"/>
                  </a:lnTo>
                  <a:lnTo>
                    <a:pt x="139" y="75"/>
                  </a:lnTo>
                  <a:lnTo>
                    <a:pt x="119" y="53"/>
                  </a:lnTo>
                  <a:lnTo>
                    <a:pt x="96" y="34"/>
                  </a:lnTo>
                  <a:lnTo>
                    <a:pt x="75" y="19"/>
                  </a:lnTo>
                  <a:lnTo>
                    <a:pt x="51" y="9"/>
                  </a:lnTo>
                  <a:lnTo>
                    <a:pt x="26" y="3"/>
                  </a:lnTo>
                  <a:lnTo>
                    <a:pt x="0" y="0"/>
                  </a:lnTo>
                  <a:lnTo>
                    <a:pt x="0" y="12"/>
                  </a:lnTo>
                  <a:lnTo>
                    <a:pt x="24" y="15"/>
                  </a:lnTo>
                  <a:lnTo>
                    <a:pt x="46" y="20"/>
                  </a:lnTo>
                  <a:lnTo>
                    <a:pt x="68" y="31"/>
                  </a:lnTo>
                  <a:lnTo>
                    <a:pt x="89" y="44"/>
                  </a:lnTo>
                  <a:lnTo>
                    <a:pt x="109" y="63"/>
                  </a:lnTo>
                  <a:lnTo>
                    <a:pt x="129" y="83"/>
                  </a:lnTo>
                  <a:lnTo>
                    <a:pt x="148" y="106"/>
                  </a:lnTo>
                  <a:lnTo>
                    <a:pt x="164" y="133"/>
                  </a:lnTo>
                  <a:lnTo>
                    <a:pt x="180" y="162"/>
                  </a:lnTo>
                  <a:lnTo>
                    <a:pt x="194" y="195"/>
                  </a:lnTo>
                  <a:lnTo>
                    <a:pt x="205" y="229"/>
                  </a:lnTo>
                  <a:lnTo>
                    <a:pt x="216" y="264"/>
                  </a:lnTo>
                  <a:lnTo>
                    <a:pt x="224" y="303"/>
                  </a:lnTo>
                  <a:lnTo>
                    <a:pt x="230" y="343"/>
                  </a:lnTo>
                  <a:lnTo>
                    <a:pt x="233" y="384"/>
                  </a:lnTo>
                  <a:lnTo>
                    <a:pt x="235" y="426"/>
                  </a:lnTo>
                  <a:lnTo>
                    <a:pt x="246"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0879" name="Freeform 61"/>
            <p:cNvSpPr>
              <a:spLocks/>
            </p:cNvSpPr>
            <p:nvPr/>
          </p:nvSpPr>
          <p:spPr bwMode="auto">
            <a:xfrm>
              <a:off x="1392" y="2203"/>
              <a:ext cx="49" cy="85"/>
            </a:xfrm>
            <a:custGeom>
              <a:avLst/>
              <a:gdLst>
                <a:gd name="T0" fmla="*/ 0 w 246"/>
                <a:gd name="T1" fmla="*/ 3 h 424"/>
                <a:gd name="T2" fmla="*/ 0 w 246"/>
                <a:gd name="T3" fmla="*/ 3 h 424"/>
                <a:gd name="T4" fmla="*/ 0 w 246"/>
                <a:gd name="T5" fmla="*/ 3 h 424"/>
                <a:gd name="T6" fmla="*/ 0 w 246"/>
                <a:gd name="T7" fmla="*/ 3 h 424"/>
                <a:gd name="T8" fmla="*/ 1 w 246"/>
                <a:gd name="T9" fmla="*/ 3 h 424"/>
                <a:gd name="T10" fmla="*/ 1 w 246"/>
                <a:gd name="T11" fmla="*/ 3 h 424"/>
                <a:gd name="T12" fmla="*/ 1 w 246"/>
                <a:gd name="T13" fmla="*/ 3 h 424"/>
                <a:gd name="T14" fmla="*/ 1 w 246"/>
                <a:gd name="T15" fmla="*/ 3 h 424"/>
                <a:gd name="T16" fmla="*/ 1 w 246"/>
                <a:gd name="T17" fmla="*/ 3 h 424"/>
                <a:gd name="T18" fmla="*/ 1 w 246"/>
                <a:gd name="T19" fmla="*/ 2 h 424"/>
                <a:gd name="T20" fmla="*/ 2 w 246"/>
                <a:gd name="T21" fmla="*/ 2 h 424"/>
                <a:gd name="T22" fmla="*/ 2 w 246"/>
                <a:gd name="T23" fmla="*/ 2 h 424"/>
                <a:gd name="T24" fmla="*/ 2 w 246"/>
                <a:gd name="T25" fmla="*/ 2 h 424"/>
                <a:gd name="T26" fmla="*/ 2 w 246"/>
                <a:gd name="T27" fmla="*/ 1 h 424"/>
                <a:gd name="T28" fmla="*/ 2 w 246"/>
                <a:gd name="T29" fmla="*/ 1 h 424"/>
                <a:gd name="T30" fmla="*/ 2 w 246"/>
                <a:gd name="T31" fmla="*/ 1 h 424"/>
                <a:gd name="T32" fmla="*/ 2 w 246"/>
                <a:gd name="T33" fmla="*/ 0 h 424"/>
                <a:gd name="T34" fmla="*/ 2 w 246"/>
                <a:gd name="T35" fmla="*/ 0 h 424"/>
                <a:gd name="T36" fmla="*/ 2 w 246"/>
                <a:gd name="T37" fmla="*/ 0 h 424"/>
                <a:gd name="T38" fmla="*/ 2 w 246"/>
                <a:gd name="T39" fmla="*/ 0 h 424"/>
                <a:gd name="T40" fmla="*/ 2 w 246"/>
                <a:gd name="T41" fmla="*/ 1 h 424"/>
                <a:gd name="T42" fmla="*/ 2 w 246"/>
                <a:gd name="T43" fmla="*/ 1 h 424"/>
                <a:gd name="T44" fmla="*/ 2 w 246"/>
                <a:gd name="T45" fmla="*/ 1 h 424"/>
                <a:gd name="T46" fmla="*/ 2 w 246"/>
                <a:gd name="T47" fmla="*/ 2 h 424"/>
                <a:gd name="T48" fmla="*/ 2 w 246"/>
                <a:gd name="T49" fmla="*/ 2 h 424"/>
                <a:gd name="T50" fmla="*/ 1 w 246"/>
                <a:gd name="T51" fmla="*/ 2 h 424"/>
                <a:gd name="T52" fmla="*/ 1 w 246"/>
                <a:gd name="T53" fmla="*/ 2 h 424"/>
                <a:gd name="T54" fmla="*/ 1 w 246"/>
                <a:gd name="T55" fmla="*/ 3 h 424"/>
                <a:gd name="T56" fmla="*/ 1 w 246"/>
                <a:gd name="T57" fmla="*/ 3 h 424"/>
                <a:gd name="T58" fmla="*/ 1 w 246"/>
                <a:gd name="T59" fmla="*/ 3 h 424"/>
                <a:gd name="T60" fmla="*/ 1 w 246"/>
                <a:gd name="T61" fmla="*/ 3 h 424"/>
                <a:gd name="T62" fmla="*/ 1 w 246"/>
                <a:gd name="T63" fmla="*/ 3 h 424"/>
                <a:gd name="T64" fmla="*/ 0 w 246"/>
                <a:gd name="T65" fmla="*/ 3 h 424"/>
                <a:gd name="T66" fmla="*/ 0 w 246"/>
                <a:gd name="T67" fmla="*/ 3 h 424"/>
                <a:gd name="T68" fmla="*/ 0 w 246"/>
                <a:gd name="T69" fmla="*/ 3 h 424"/>
                <a:gd name="T70" fmla="*/ 0 w 246"/>
                <a:gd name="T71" fmla="*/ 3 h 424"/>
                <a:gd name="T72" fmla="*/ 0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0" y="424"/>
                  </a:moveTo>
                  <a:lnTo>
                    <a:pt x="0" y="424"/>
                  </a:lnTo>
                  <a:lnTo>
                    <a:pt x="26" y="422"/>
                  </a:lnTo>
                  <a:lnTo>
                    <a:pt x="51" y="416"/>
                  </a:lnTo>
                  <a:lnTo>
                    <a:pt x="75" y="406"/>
                  </a:lnTo>
                  <a:lnTo>
                    <a:pt x="96" y="390"/>
                  </a:lnTo>
                  <a:lnTo>
                    <a:pt x="119" y="373"/>
                  </a:lnTo>
                  <a:lnTo>
                    <a:pt x="139" y="351"/>
                  </a:lnTo>
                  <a:lnTo>
                    <a:pt x="157" y="326"/>
                  </a:lnTo>
                  <a:lnTo>
                    <a:pt x="175" y="299"/>
                  </a:lnTo>
                  <a:lnTo>
                    <a:pt x="191" y="269"/>
                  </a:lnTo>
                  <a:lnTo>
                    <a:pt x="205" y="236"/>
                  </a:lnTo>
                  <a:lnTo>
                    <a:pt x="217" y="202"/>
                  </a:lnTo>
                  <a:lnTo>
                    <a:pt x="228" y="163"/>
                  </a:lnTo>
                  <a:lnTo>
                    <a:pt x="236" y="125"/>
                  </a:lnTo>
                  <a:lnTo>
                    <a:pt x="242" y="86"/>
                  </a:lnTo>
                  <a:lnTo>
                    <a:pt x="245" y="42"/>
                  </a:lnTo>
                  <a:lnTo>
                    <a:pt x="246" y="0"/>
                  </a:lnTo>
                  <a:lnTo>
                    <a:pt x="235" y="0"/>
                  </a:lnTo>
                  <a:lnTo>
                    <a:pt x="233" y="42"/>
                  </a:lnTo>
                  <a:lnTo>
                    <a:pt x="230" y="83"/>
                  </a:lnTo>
                  <a:lnTo>
                    <a:pt x="224" y="123"/>
                  </a:lnTo>
                  <a:lnTo>
                    <a:pt x="216" y="161"/>
                  </a:lnTo>
                  <a:lnTo>
                    <a:pt x="205" y="197"/>
                  </a:lnTo>
                  <a:lnTo>
                    <a:pt x="194" y="231"/>
                  </a:lnTo>
                  <a:lnTo>
                    <a:pt x="180" y="264"/>
                  </a:lnTo>
                  <a:lnTo>
                    <a:pt x="166" y="292"/>
                  </a:lnTo>
                  <a:lnTo>
                    <a:pt x="148" y="319"/>
                  </a:lnTo>
                  <a:lnTo>
                    <a:pt x="129" y="344"/>
                  </a:lnTo>
                  <a:lnTo>
                    <a:pt x="109" y="364"/>
                  </a:lnTo>
                  <a:lnTo>
                    <a:pt x="89" y="381"/>
                  </a:lnTo>
                  <a:lnTo>
                    <a:pt x="68" y="394"/>
                  </a:lnTo>
                  <a:lnTo>
                    <a:pt x="46" y="405"/>
                  </a:lnTo>
                  <a:lnTo>
                    <a:pt x="24" y="410"/>
                  </a:lnTo>
                  <a:lnTo>
                    <a:pt x="0" y="413"/>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0880" name="Freeform 62"/>
            <p:cNvSpPr>
              <a:spLocks/>
            </p:cNvSpPr>
            <p:nvPr/>
          </p:nvSpPr>
          <p:spPr bwMode="auto">
            <a:xfrm>
              <a:off x="1343" y="2203"/>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2" y="42"/>
                  </a:lnTo>
                  <a:lnTo>
                    <a:pt x="5" y="86"/>
                  </a:lnTo>
                  <a:lnTo>
                    <a:pt x="11" y="125"/>
                  </a:lnTo>
                  <a:lnTo>
                    <a:pt x="19" y="163"/>
                  </a:lnTo>
                  <a:lnTo>
                    <a:pt x="30" y="202"/>
                  </a:lnTo>
                  <a:lnTo>
                    <a:pt x="41" y="236"/>
                  </a:lnTo>
                  <a:lnTo>
                    <a:pt x="56" y="269"/>
                  </a:lnTo>
                  <a:lnTo>
                    <a:pt x="72" y="299"/>
                  </a:lnTo>
                  <a:lnTo>
                    <a:pt x="90" y="326"/>
                  </a:lnTo>
                  <a:lnTo>
                    <a:pt x="108" y="351"/>
                  </a:lnTo>
                  <a:lnTo>
                    <a:pt x="127" y="373"/>
                  </a:lnTo>
                  <a:lnTo>
                    <a:pt x="149" y="390"/>
                  </a:lnTo>
                  <a:lnTo>
                    <a:pt x="172" y="406"/>
                  </a:lnTo>
                  <a:lnTo>
                    <a:pt x="195" y="416"/>
                  </a:lnTo>
                  <a:lnTo>
                    <a:pt x="220" y="422"/>
                  </a:lnTo>
                  <a:lnTo>
                    <a:pt x="245" y="424"/>
                  </a:lnTo>
                  <a:lnTo>
                    <a:pt x="245" y="413"/>
                  </a:lnTo>
                  <a:lnTo>
                    <a:pt x="222" y="410"/>
                  </a:lnTo>
                  <a:lnTo>
                    <a:pt x="200" y="405"/>
                  </a:lnTo>
                  <a:lnTo>
                    <a:pt x="179" y="394"/>
                  </a:lnTo>
                  <a:lnTo>
                    <a:pt x="156" y="381"/>
                  </a:lnTo>
                  <a:lnTo>
                    <a:pt x="136" y="364"/>
                  </a:lnTo>
                  <a:lnTo>
                    <a:pt x="118" y="344"/>
                  </a:lnTo>
                  <a:lnTo>
                    <a:pt x="99" y="319"/>
                  </a:lnTo>
                  <a:lnTo>
                    <a:pt x="81" y="292"/>
                  </a:lnTo>
                  <a:lnTo>
                    <a:pt x="67" y="264"/>
                  </a:lnTo>
                  <a:lnTo>
                    <a:pt x="53" y="231"/>
                  </a:lnTo>
                  <a:lnTo>
                    <a:pt x="41" y="197"/>
                  </a:lnTo>
                  <a:lnTo>
                    <a:pt x="31" y="161"/>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0881" name="Freeform 63"/>
            <p:cNvSpPr>
              <a:spLocks/>
            </p:cNvSpPr>
            <p:nvPr/>
          </p:nvSpPr>
          <p:spPr bwMode="auto">
            <a:xfrm>
              <a:off x="1343" y="2118"/>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1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20" y="3"/>
                  </a:lnTo>
                  <a:lnTo>
                    <a:pt x="195" y="9"/>
                  </a:lnTo>
                  <a:lnTo>
                    <a:pt x="172" y="19"/>
                  </a:lnTo>
                  <a:lnTo>
                    <a:pt x="149" y="34"/>
                  </a:lnTo>
                  <a:lnTo>
                    <a:pt x="127" y="53"/>
                  </a:lnTo>
                  <a:lnTo>
                    <a:pt x="108" y="75"/>
                  </a:lnTo>
                  <a:lnTo>
                    <a:pt x="90" y="99"/>
                  </a:lnTo>
                  <a:lnTo>
                    <a:pt x="71" y="126"/>
                  </a:lnTo>
                  <a:lnTo>
                    <a:pt x="56" y="158"/>
                  </a:lnTo>
                  <a:lnTo>
                    <a:pt x="41" y="190"/>
                  </a:lnTo>
                  <a:lnTo>
                    <a:pt x="30" y="224"/>
                  </a:lnTo>
                  <a:lnTo>
                    <a:pt x="19" y="262"/>
                  </a:lnTo>
                  <a:lnTo>
                    <a:pt x="11" y="301"/>
                  </a:lnTo>
                  <a:lnTo>
                    <a:pt x="5" y="340"/>
                  </a:lnTo>
                  <a:lnTo>
                    <a:pt x="2" y="384"/>
                  </a:lnTo>
                  <a:lnTo>
                    <a:pt x="0" y="426"/>
                  </a:lnTo>
                  <a:lnTo>
                    <a:pt x="12" y="426"/>
                  </a:lnTo>
                  <a:lnTo>
                    <a:pt x="13" y="384"/>
                  </a:lnTo>
                  <a:lnTo>
                    <a:pt x="17" y="343"/>
                  </a:lnTo>
                  <a:lnTo>
                    <a:pt x="23" y="303"/>
                  </a:lnTo>
                  <a:lnTo>
                    <a:pt x="31" y="264"/>
                  </a:lnTo>
                  <a:lnTo>
                    <a:pt x="41" y="229"/>
                  </a:lnTo>
                  <a:lnTo>
                    <a:pt x="53" y="195"/>
                  </a:lnTo>
                  <a:lnTo>
                    <a:pt x="67" y="162"/>
                  </a:lnTo>
                  <a:lnTo>
                    <a:pt x="82" y="133"/>
                  </a:lnTo>
                  <a:lnTo>
                    <a:pt x="99" y="106"/>
                  </a:lnTo>
                  <a:lnTo>
                    <a:pt x="118" y="83"/>
                  </a:lnTo>
                  <a:lnTo>
                    <a:pt x="136" y="63"/>
                  </a:lnTo>
                  <a:lnTo>
                    <a:pt x="156" y="44"/>
                  </a:lnTo>
                  <a:lnTo>
                    <a:pt x="179" y="31"/>
                  </a:lnTo>
                  <a:lnTo>
                    <a:pt x="200" y="20"/>
                  </a:lnTo>
                  <a:lnTo>
                    <a:pt x="222" y="15"/>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0882" name="Freeform 64"/>
            <p:cNvSpPr>
              <a:spLocks/>
            </p:cNvSpPr>
            <p:nvPr/>
          </p:nvSpPr>
          <p:spPr bwMode="auto">
            <a:xfrm>
              <a:off x="1384" y="1859"/>
              <a:ext cx="49" cy="84"/>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1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3" y="382"/>
                  </a:lnTo>
                  <a:lnTo>
                    <a:pt x="240" y="339"/>
                  </a:lnTo>
                  <a:lnTo>
                    <a:pt x="234" y="299"/>
                  </a:lnTo>
                  <a:lnTo>
                    <a:pt x="226" y="261"/>
                  </a:lnTo>
                  <a:lnTo>
                    <a:pt x="215" y="222"/>
                  </a:lnTo>
                  <a:lnTo>
                    <a:pt x="204" y="188"/>
                  </a:lnTo>
                  <a:lnTo>
                    <a:pt x="189" y="156"/>
                  </a:lnTo>
                  <a:lnTo>
                    <a:pt x="173" y="125"/>
                  </a:lnTo>
                  <a:lnTo>
                    <a:pt x="155" y="98"/>
                  </a:lnTo>
                  <a:lnTo>
                    <a:pt x="138" y="74"/>
                  </a:lnTo>
                  <a:lnTo>
                    <a:pt x="118" y="51"/>
                  </a:lnTo>
                  <a:lnTo>
                    <a:pt x="96" y="34"/>
                  </a:lnTo>
                  <a:lnTo>
                    <a:pt x="73" y="18"/>
                  </a:lnTo>
                  <a:lnTo>
                    <a:pt x="50" y="8"/>
                  </a:lnTo>
                  <a:lnTo>
                    <a:pt x="25" y="2"/>
                  </a:lnTo>
                  <a:lnTo>
                    <a:pt x="0" y="0"/>
                  </a:lnTo>
                  <a:lnTo>
                    <a:pt x="0" y="11"/>
                  </a:lnTo>
                  <a:lnTo>
                    <a:pt x="23" y="14"/>
                  </a:lnTo>
                  <a:lnTo>
                    <a:pt x="45" y="20"/>
                  </a:lnTo>
                  <a:lnTo>
                    <a:pt x="66" y="30"/>
                  </a:lnTo>
                  <a:lnTo>
                    <a:pt x="89" y="43"/>
                  </a:lnTo>
                  <a:lnTo>
                    <a:pt x="109" y="61"/>
                  </a:lnTo>
                  <a:lnTo>
                    <a:pt x="129" y="81"/>
                  </a:lnTo>
                  <a:lnTo>
                    <a:pt x="146" y="105"/>
                  </a:lnTo>
                  <a:lnTo>
                    <a:pt x="164" y="132"/>
                  </a:lnTo>
                  <a:lnTo>
                    <a:pt x="178" y="160"/>
                  </a:lnTo>
                  <a:lnTo>
                    <a:pt x="192" y="193"/>
                  </a:lnTo>
                  <a:lnTo>
                    <a:pt x="204" y="227"/>
                  </a:lnTo>
                  <a:lnTo>
                    <a:pt x="214" y="264"/>
                  </a:lnTo>
                  <a:lnTo>
                    <a:pt x="222" y="301"/>
                  </a:lnTo>
                  <a:lnTo>
                    <a:pt x="228"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0883" name="Freeform 65"/>
            <p:cNvSpPr>
              <a:spLocks/>
            </p:cNvSpPr>
            <p:nvPr/>
          </p:nvSpPr>
          <p:spPr bwMode="auto">
            <a:xfrm>
              <a:off x="1384" y="1943"/>
              <a:ext cx="49" cy="86"/>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5" y="423"/>
                  </a:lnTo>
                  <a:lnTo>
                    <a:pt x="50" y="418"/>
                  </a:lnTo>
                  <a:lnTo>
                    <a:pt x="73" y="407"/>
                  </a:lnTo>
                  <a:lnTo>
                    <a:pt x="96" y="392"/>
                  </a:lnTo>
                  <a:lnTo>
                    <a:pt x="118" y="374"/>
                  </a:lnTo>
                  <a:lnTo>
                    <a:pt x="138" y="352"/>
                  </a:lnTo>
                  <a:lnTo>
                    <a:pt x="155" y="327"/>
                  </a:lnTo>
                  <a:lnTo>
                    <a:pt x="174" y="300"/>
                  </a:lnTo>
                  <a:lnTo>
                    <a:pt x="189" y="269"/>
                  </a:lnTo>
                  <a:lnTo>
                    <a:pt x="204" y="237"/>
                  </a:lnTo>
                  <a:lnTo>
                    <a:pt x="215" y="202"/>
                  </a:lnTo>
                  <a:lnTo>
                    <a:pt x="226" y="164"/>
                  </a:lnTo>
                  <a:lnTo>
                    <a:pt x="234" y="126"/>
                  </a:lnTo>
                  <a:lnTo>
                    <a:pt x="240" y="86"/>
                  </a:lnTo>
                  <a:lnTo>
                    <a:pt x="243" y="42"/>
                  </a:lnTo>
                  <a:lnTo>
                    <a:pt x="245" y="0"/>
                  </a:lnTo>
                  <a:lnTo>
                    <a:pt x="233" y="0"/>
                  </a:lnTo>
                  <a:lnTo>
                    <a:pt x="232" y="42"/>
                  </a:lnTo>
                  <a:lnTo>
                    <a:pt x="228" y="83"/>
                  </a:lnTo>
                  <a:lnTo>
                    <a:pt x="222" y="123"/>
                  </a:lnTo>
                  <a:lnTo>
                    <a:pt x="214" y="162"/>
                  </a:lnTo>
                  <a:lnTo>
                    <a:pt x="204" y="197"/>
                  </a:lnTo>
                  <a:lnTo>
                    <a:pt x="192" y="232"/>
                  </a:lnTo>
                  <a:lnTo>
                    <a:pt x="178" y="264"/>
                  </a:lnTo>
                  <a:lnTo>
                    <a:pt x="163" y="293"/>
                  </a:lnTo>
                  <a:lnTo>
                    <a:pt x="146" y="320"/>
                  </a:lnTo>
                  <a:lnTo>
                    <a:pt x="129" y="345"/>
                  </a:lnTo>
                  <a:lnTo>
                    <a:pt x="109" y="365"/>
                  </a:lnTo>
                  <a:lnTo>
                    <a:pt x="89" y="382"/>
                  </a:lnTo>
                  <a:lnTo>
                    <a:pt x="66" y="395"/>
                  </a:lnTo>
                  <a:lnTo>
                    <a:pt x="45" y="406"/>
                  </a:lnTo>
                  <a:lnTo>
                    <a:pt x="23"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0884" name="Freeform 66"/>
            <p:cNvSpPr>
              <a:spLocks/>
            </p:cNvSpPr>
            <p:nvPr/>
          </p:nvSpPr>
          <p:spPr bwMode="auto">
            <a:xfrm>
              <a:off x="1335" y="1943"/>
              <a:ext cx="49" cy="86"/>
            </a:xfrm>
            <a:custGeom>
              <a:avLst/>
              <a:gdLst>
                <a:gd name="T0" fmla="*/ 0 w 246"/>
                <a:gd name="T1" fmla="*/ 0 h 426"/>
                <a:gd name="T2" fmla="*/ 0 w 246"/>
                <a:gd name="T3" fmla="*/ 0 h 426"/>
                <a:gd name="T4" fmla="*/ 0 w 246"/>
                <a:gd name="T5" fmla="*/ 0 h 426"/>
                <a:gd name="T6" fmla="*/ 0 w 246"/>
                <a:gd name="T7" fmla="*/ 1 h 426"/>
                <a:gd name="T8" fmla="*/ 0 w 246"/>
                <a:gd name="T9" fmla="*/ 1 h 426"/>
                <a:gd name="T10" fmla="*/ 0 w 246"/>
                <a:gd name="T11" fmla="*/ 1 h 426"/>
                <a:gd name="T12" fmla="*/ 0 w 246"/>
                <a:gd name="T13" fmla="*/ 2 h 426"/>
                <a:gd name="T14" fmla="*/ 0 w 246"/>
                <a:gd name="T15" fmla="*/ 2 h 426"/>
                <a:gd name="T16" fmla="*/ 0 w 246"/>
                <a:gd name="T17" fmla="*/ 2 h 426"/>
                <a:gd name="T18" fmla="*/ 1 w 246"/>
                <a:gd name="T19" fmla="*/ 2 h 426"/>
                <a:gd name="T20" fmla="*/ 1 w 246"/>
                <a:gd name="T21" fmla="*/ 3 h 426"/>
                <a:gd name="T22" fmla="*/ 1 w 246"/>
                <a:gd name="T23" fmla="*/ 3 h 426"/>
                <a:gd name="T24" fmla="*/ 1 w 246"/>
                <a:gd name="T25" fmla="*/ 3 h 426"/>
                <a:gd name="T26" fmla="*/ 1 w 246"/>
                <a:gd name="T27" fmla="*/ 3 h 426"/>
                <a:gd name="T28" fmla="*/ 1 w 246"/>
                <a:gd name="T29" fmla="*/ 3 h 426"/>
                <a:gd name="T30" fmla="*/ 2 w 246"/>
                <a:gd name="T31" fmla="*/ 3 h 426"/>
                <a:gd name="T32" fmla="*/ 2 w 246"/>
                <a:gd name="T33" fmla="*/ 3 h 426"/>
                <a:gd name="T34" fmla="*/ 2 w 246"/>
                <a:gd name="T35" fmla="*/ 3 h 426"/>
                <a:gd name="T36" fmla="*/ 2 w 246"/>
                <a:gd name="T37" fmla="*/ 3 h 426"/>
                <a:gd name="T38" fmla="*/ 2 w 246"/>
                <a:gd name="T39" fmla="*/ 3 h 426"/>
                <a:gd name="T40" fmla="*/ 2 w 246"/>
                <a:gd name="T41" fmla="*/ 3 h 426"/>
                <a:gd name="T42" fmla="*/ 1 w 246"/>
                <a:gd name="T43" fmla="*/ 3 h 426"/>
                <a:gd name="T44" fmla="*/ 1 w 246"/>
                <a:gd name="T45" fmla="*/ 3 h 426"/>
                <a:gd name="T46" fmla="*/ 1 w 246"/>
                <a:gd name="T47" fmla="*/ 3 h 426"/>
                <a:gd name="T48" fmla="*/ 1 w 246"/>
                <a:gd name="T49" fmla="*/ 3 h 426"/>
                <a:gd name="T50" fmla="*/ 1 w 246"/>
                <a:gd name="T51" fmla="*/ 3 h 426"/>
                <a:gd name="T52" fmla="*/ 1 w 246"/>
                <a:gd name="T53" fmla="*/ 2 h 426"/>
                <a:gd name="T54" fmla="*/ 1 w 246"/>
                <a:gd name="T55" fmla="*/ 2 h 426"/>
                <a:gd name="T56" fmla="*/ 0 w 246"/>
                <a:gd name="T57" fmla="*/ 2 h 426"/>
                <a:gd name="T58" fmla="*/ 0 w 246"/>
                <a:gd name="T59" fmla="*/ 2 h 426"/>
                <a:gd name="T60" fmla="*/ 0 w 246"/>
                <a:gd name="T61" fmla="*/ 1 h 426"/>
                <a:gd name="T62" fmla="*/ 0 w 246"/>
                <a:gd name="T63" fmla="*/ 1 h 426"/>
                <a:gd name="T64" fmla="*/ 0 w 246"/>
                <a:gd name="T65" fmla="*/ 1 h 426"/>
                <a:gd name="T66" fmla="*/ 0 w 246"/>
                <a:gd name="T67" fmla="*/ 0 h 426"/>
                <a:gd name="T68" fmla="*/ 0 w 246"/>
                <a:gd name="T69" fmla="*/ 0 h 426"/>
                <a:gd name="T70" fmla="*/ 0 w 246"/>
                <a:gd name="T71" fmla="*/ 0 h 426"/>
                <a:gd name="T72" fmla="*/ 0 w 246"/>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0"/>
                  </a:moveTo>
                  <a:lnTo>
                    <a:pt x="0" y="0"/>
                  </a:lnTo>
                  <a:lnTo>
                    <a:pt x="1" y="42"/>
                  </a:lnTo>
                  <a:lnTo>
                    <a:pt x="4" y="86"/>
                  </a:lnTo>
                  <a:lnTo>
                    <a:pt x="10" y="126"/>
                  </a:lnTo>
                  <a:lnTo>
                    <a:pt x="18" y="164"/>
                  </a:lnTo>
                  <a:lnTo>
                    <a:pt x="29" y="202"/>
                  </a:lnTo>
                  <a:lnTo>
                    <a:pt x="41" y="237"/>
                  </a:lnTo>
                  <a:lnTo>
                    <a:pt x="55" y="269"/>
                  </a:lnTo>
                  <a:lnTo>
                    <a:pt x="71" y="300"/>
                  </a:lnTo>
                  <a:lnTo>
                    <a:pt x="89" y="327"/>
                  </a:lnTo>
                  <a:lnTo>
                    <a:pt x="107" y="352"/>
                  </a:lnTo>
                  <a:lnTo>
                    <a:pt x="127" y="374"/>
                  </a:lnTo>
                  <a:lnTo>
                    <a:pt x="150" y="392"/>
                  </a:lnTo>
                  <a:lnTo>
                    <a:pt x="171" y="407"/>
                  </a:lnTo>
                  <a:lnTo>
                    <a:pt x="195" y="418"/>
                  </a:lnTo>
                  <a:lnTo>
                    <a:pt x="220" y="423"/>
                  </a:lnTo>
                  <a:lnTo>
                    <a:pt x="246" y="426"/>
                  </a:lnTo>
                  <a:lnTo>
                    <a:pt x="246" y="414"/>
                  </a:lnTo>
                  <a:lnTo>
                    <a:pt x="222" y="412"/>
                  </a:lnTo>
                  <a:lnTo>
                    <a:pt x="200" y="406"/>
                  </a:lnTo>
                  <a:lnTo>
                    <a:pt x="178" y="395"/>
                  </a:lnTo>
                  <a:lnTo>
                    <a:pt x="157" y="382"/>
                  </a:lnTo>
                  <a:lnTo>
                    <a:pt x="137" y="365"/>
                  </a:lnTo>
                  <a:lnTo>
                    <a:pt x="117" y="345"/>
                  </a:lnTo>
                  <a:lnTo>
                    <a:pt x="98" y="320"/>
                  </a:lnTo>
                  <a:lnTo>
                    <a:pt x="83" y="293"/>
                  </a:lnTo>
                  <a:lnTo>
                    <a:pt x="66" y="264"/>
                  </a:lnTo>
                  <a:lnTo>
                    <a:pt x="52" y="232"/>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0885" name="Freeform 67"/>
            <p:cNvSpPr>
              <a:spLocks/>
            </p:cNvSpPr>
            <p:nvPr/>
          </p:nvSpPr>
          <p:spPr bwMode="auto">
            <a:xfrm>
              <a:off x="1335" y="1859"/>
              <a:ext cx="49" cy="84"/>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1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0" y="2"/>
                  </a:lnTo>
                  <a:lnTo>
                    <a:pt x="195" y="8"/>
                  </a:lnTo>
                  <a:lnTo>
                    <a:pt x="171" y="18"/>
                  </a:lnTo>
                  <a:lnTo>
                    <a:pt x="150" y="34"/>
                  </a:lnTo>
                  <a:lnTo>
                    <a:pt x="127" y="51"/>
                  </a:lnTo>
                  <a:lnTo>
                    <a:pt x="107" y="74"/>
                  </a:lnTo>
                  <a:lnTo>
                    <a:pt x="89" y="98"/>
                  </a:lnTo>
                  <a:lnTo>
                    <a:pt x="72" y="125"/>
                  </a:lnTo>
                  <a:lnTo>
                    <a:pt x="55" y="156"/>
                  </a:lnTo>
                  <a:lnTo>
                    <a:pt x="41" y="188"/>
                  </a:lnTo>
                  <a:lnTo>
                    <a:pt x="29" y="222"/>
                  </a:lnTo>
                  <a:lnTo>
                    <a:pt x="18" y="261"/>
                  </a:lnTo>
                  <a:lnTo>
                    <a:pt x="10" y="299"/>
                  </a:lnTo>
                  <a:lnTo>
                    <a:pt x="4" y="339"/>
                  </a:lnTo>
                  <a:lnTo>
                    <a:pt x="1" y="382"/>
                  </a:lnTo>
                  <a:lnTo>
                    <a:pt x="0" y="424"/>
                  </a:lnTo>
                  <a:lnTo>
                    <a:pt x="11" y="424"/>
                  </a:lnTo>
                  <a:lnTo>
                    <a:pt x="13" y="382"/>
                  </a:lnTo>
                  <a:lnTo>
                    <a:pt x="16" y="341"/>
                  </a:lnTo>
                  <a:lnTo>
                    <a:pt x="22" y="301"/>
                  </a:lnTo>
                  <a:lnTo>
                    <a:pt x="30" y="264"/>
                  </a:lnTo>
                  <a:lnTo>
                    <a:pt x="41" y="227"/>
                  </a:lnTo>
                  <a:lnTo>
                    <a:pt x="52" y="193"/>
                  </a:lnTo>
                  <a:lnTo>
                    <a:pt x="66" y="160"/>
                  </a:lnTo>
                  <a:lnTo>
                    <a:pt x="82" y="132"/>
                  </a:lnTo>
                  <a:lnTo>
                    <a:pt x="98" y="105"/>
                  </a:lnTo>
                  <a:lnTo>
                    <a:pt x="117" y="81"/>
                  </a:lnTo>
                  <a:lnTo>
                    <a:pt x="137" y="61"/>
                  </a:lnTo>
                  <a:lnTo>
                    <a:pt x="157" y="43"/>
                  </a:lnTo>
                  <a:lnTo>
                    <a:pt x="178" y="30"/>
                  </a:lnTo>
                  <a:lnTo>
                    <a:pt x="200" y="20"/>
                  </a:lnTo>
                  <a:lnTo>
                    <a:pt x="222" y="14"/>
                  </a:lnTo>
                  <a:lnTo>
                    <a:pt x="246" y="11"/>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0886" name="Freeform 68"/>
            <p:cNvSpPr>
              <a:spLocks/>
            </p:cNvSpPr>
            <p:nvPr/>
          </p:nvSpPr>
          <p:spPr bwMode="auto">
            <a:xfrm>
              <a:off x="1552" y="1751"/>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1" y="339"/>
                  </a:lnTo>
                  <a:lnTo>
                    <a:pt x="235" y="299"/>
                  </a:lnTo>
                  <a:lnTo>
                    <a:pt x="226" y="261"/>
                  </a:lnTo>
                  <a:lnTo>
                    <a:pt x="216" y="223"/>
                  </a:lnTo>
                  <a:lnTo>
                    <a:pt x="204" y="189"/>
                  </a:lnTo>
                  <a:lnTo>
                    <a:pt x="190" y="156"/>
                  </a:lnTo>
                  <a:lnTo>
                    <a:pt x="174" y="125"/>
                  </a:lnTo>
                  <a:lnTo>
                    <a:pt x="156" y="98"/>
                  </a:lnTo>
                  <a:lnTo>
                    <a:pt x="137" y="74"/>
                  </a:lnTo>
                  <a:lnTo>
                    <a:pt x="119" y="52"/>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8" y="81"/>
                  </a:lnTo>
                  <a:lnTo>
                    <a:pt x="147" y="105"/>
                  </a:lnTo>
                  <a:lnTo>
                    <a:pt x="164" y="132"/>
                  </a:lnTo>
                  <a:lnTo>
                    <a:pt x="178" y="161"/>
                  </a:lnTo>
                  <a:lnTo>
                    <a:pt x="193" y="193"/>
                  </a:lnTo>
                  <a:lnTo>
                    <a:pt x="204" y="227"/>
                  </a:lnTo>
                  <a:lnTo>
                    <a:pt x="215" y="264"/>
                  </a:lnTo>
                  <a:lnTo>
                    <a:pt x="223" y="301"/>
                  </a:lnTo>
                  <a:lnTo>
                    <a:pt x="229" y="341"/>
                  </a:lnTo>
                  <a:lnTo>
                    <a:pt x="232" y="382"/>
                  </a:lnTo>
                  <a:lnTo>
                    <a:pt x="234"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0887" name="Freeform 69"/>
            <p:cNvSpPr>
              <a:spLocks/>
            </p:cNvSpPr>
            <p:nvPr/>
          </p:nvSpPr>
          <p:spPr bwMode="auto">
            <a:xfrm>
              <a:off x="1552" y="1836"/>
              <a:ext cx="49" cy="85"/>
            </a:xfrm>
            <a:custGeom>
              <a:avLst/>
              <a:gdLst>
                <a:gd name="T0" fmla="*/ 0 w 245"/>
                <a:gd name="T1" fmla="*/ 3 h 425"/>
                <a:gd name="T2" fmla="*/ 0 w 245"/>
                <a:gd name="T3" fmla="*/ 3 h 425"/>
                <a:gd name="T4" fmla="*/ 0 w 245"/>
                <a:gd name="T5" fmla="*/ 3 h 425"/>
                <a:gd name="T6" fmla="*/ 0 w 245"/>
                <a:gd name="T7" fmla="*/ 3 h 425"/>
                <a:gd name="T8" fmla="*/ 1 w 245"/>
                <a:gd name="T9" fmla="*/ 3 h 425"/>
                <a:gd name="T10" fmla="*/ 1 w 245"/>
                <a:gd name="T11" fmla="*/ 3 h 425"/>
                <a:gd name="T12" fmla="*/ 1 w 245"/>
                <a:gd name="T13" fmla="*/ 3 h 425"/>
                <a:gd name="T14" fmla="*/ 1 w 245"/>
                <a:gd name="T15" fmla="*/ 3 h 425"/>
                <a:gd name="T16" fmla="*/ 1 w 245"/>
                <a:gd name="T17" fmla="*/ 3 h 425"/>
                <a:gd name="T18" fmla="*/ 1 w 245"/>
                <a:gd name="T19" fmla="*/ 2 h 425"/>
                <a:gd name="T20" fmla="*/ 2 w 245"/>
                <a:gd name="T21" fmla="*/ 2 h 425"/>
                <a:gd name="T22" fmla="*/ 2 w 245"/>
                <a:gd name="T23" fmla="*/ 2 h 425"/>
                <a:gd name="T24" fmla="*/ 2 w 245"/>
                <a:gd name="T25" fmla="*/ 2 h 425"/>
                <a:gd name="T26" fmla="*/ 2 w 245"/>
                <a:gd name="T27" fmla="*/ 1 h 425"/>
                <a:gd name="T28" fmla="*/ 2 w 245"/>
                <a:gd name="T29" fmla="*/ 1 h 425"/>
                <a:gd name="T30" fmla="*/ 2 w 245"/>
                <a:gd name="T31" fmla="*/ 1 h 425"/>
                <a:gd name="T32" fmla="*/ 2 w 245"/>
                <a:gd name="T33" fmla="*/ 0 h 425"/>
                <a:gd name="T34" fmla="*/ 2 w 245"/>
                <a:gd name="T35" fmla="*/ 0 h 425"/>
                <a:gd name="T36" fmla="*/ 2 w 245"/>
                <a:gd name="T37" fmla="*/ 0 h 425"/>
                <a:gd name="T38" fmla="*/ 2 w 245"/>
                <a:gd name="T39" fmla="*/ 0 h 425"/>
                <a:gd name="T40" fmla="*/ 2 w 245"/>
                <a:gd name="T41" fmla="*/ 1 h 425"/>
                <a:gd name="T42" fmla="*/ 2 w 245"/>
                <a:gd name="T43" fmla="*/ 1 h 425"/>
                <a:gd name="T44" fmla="*/ 2 w 245"/>
                <a:gd name="T45" fmla="*/ 1 h 425"/>
                <a:gd name="T46" fmla="*/ 2 w 245"/>
                <a:gd name="T47" fmla="*/ 2 h 425"/>
                <a:gd name="T48" fmla="*/ 2 w 245"/>
                <a:gd name="T49" fmla="*/ 2 h 425"/>
                <a:gd name="T50" fmla="*/ 1 w 245"/>
                <a:gd name="T51" fmla="*/ 2 h 425"/>
                <a:gd name="T52" fmla="*/ 1 w 245"/>
                <a:gd name="T53" fmla="*/ 2 h 425"/>
                <a:gd name="T54" fmla="*/ 1 w 245"/>
                <a:gd name="T55" fmla="*/ 3 h 425"/>
                <a:gd name="T56" fmla="*/ 1 w 245"/>
                <a:gd name="T57" fmla="*/ 3 h 425"/>
                <a:gd name="T58" fmla="*/ 1 w 245"/>
                <a:gd name="T59" fmla="*/ 3 h 425"/>
                <a:gd name="T60" fmla="*/ 1 w 245"/>
                <a:gd name="T61" fmla="*/ 3 h 425"/>
                <a:gd name="T62" fmla="*/ 1 w 245"/>
                <a:gd name="T63" fmla="*/ 3 h 425"/>
                <a:gd name="T64" fmla="*/ 0 w 245"/>
                <a:gd name="T65" fmla="*/ 3 h 425"/>
                <a:gd name="T66" fmla="*/ 0 w 245"/>
                <a:gd name="T67" fmla="*/ 3 h 425"/>
                <a:gd name="T68" fmla="*/ 0 w 245"/>
                <a:gd name="T69" fmla="*/ 3 h 425"/>
                <a:gd name="T70" fmla="*/ 0 w 245"/>
                <a:gd name="T71" fmla="*/ 3 h 425"/>
                <a:gd name="T72" fmla="*/ 0 w 245"/>
                <a:gd name="T73" fmla="*/ 3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5"/>
                <a:gd name="T113" fmla="*/ 245 w 245"/>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5">
                  <a:moveTo>
                    <a:pt x="0" y="425"/>
                  </a:moveTo>
                  <a:lnTo>
                    <a:pt x="0" y="425"/>
                  </a:lnTo>
                  <a:lnTo>
                    <a:pt x="26" y="422"/>
                  </a:lnTo>
                  <a:lnTo>
                    <a:pt x="51" y="417"/>
                  </a:lnTo>
                  <a:lnTo>
                    <a:pt x="74" y="406"/>
                  </a:lnTo>
                  <a:lnTo>
                    <a:pt x="96" y="391"/>
                  </a:lnTo>
                  <a:lnTo>
                    <a:pt x="119" y="373"/>
                  </a:lnTo>
                  <a:lnTo>
                    <a:pt x="137" y="351"/>
                  </a:lnTo>
                  <a:lnTo>
                    <a:pt x="156" y="326"/>
                  </a:lnTo>
                  <a:lnTo>
                    <a:pt x="174" y="299"/>
                  </a:lnTo>
                  <a:lnTo>
                    <a:pt x="190" y="269"/>
                  </a:lnTo>
                  <a:lnTo>
                    <a:pt x="204" y="236"/>
                  </a:lnTo>
                  <a:lnTo>
                    <a:pt x="216" y="202"/>
                  </a:lnTo>
                  <a:lnTo>
                    <a:pt x="226" y="163"/>
                  </a:lnTo>
                  <a:lnTo>
                    <a:pt x="235" y="126"/>
                  </a:lnTo>
                  <a:lnTo>
                    <a:pt x="241" y="86"/>
                  </a:lnTo>
                  <a:lnTo>
                    <a:pt x="244" y="43"/>
                  </a:lnTo>
                  <a:lnTo>
                    <a:pt x="245" y="0"/>
                  </a:lnTo>
                  <a:lnTo>
                    <a:pt x="234" y="0"/>
                  </a:lnTo>
                  <a:lnTo>
                    <a:pt x="232" y="43"/>
                  </a:lnTo>
                  <a:lnTo>
                    <a:pt x="229" y="84"/>
                  </a:lnTo>
                  <a:lnTo>
                    <a:pt x="223" y="123"/>
                  </a:lnTo>
                  <a:lnTo>
                    <a:pt x="215" y="161"/>
                  </a:lnTo>
                  <a:lnTo>
                    <a:pt x="204" y="197"/>
                  </a:lnTo>
                  <a:lnTo>
                    <a:pt x="193" y="231"/>
                  </a:lnTo>
                  <a:lnTo>
                    <a:pt x="178" y="264"/>
                  </a:lnTo>
                  <a:lnTo>
                    <a:pt x="164" y="292"/>
                  </a:lnTo>
                  <a:lnTo>
                    <a:pt x="147" y="319"/>
                  </a:lnTo>
                  <a:lnTo>
                    <a:pt x="128" y="344"/>
                  </a:lnTo>
                  <a:lnTo>
                    <a:pt x="109" y="364"/>
                  </a:lnTo>
                  <a:lnTo>
                    <a:pt x="89" y="381"/>
                  </a:lnTo>
                  <a:lnTo>
                    <a:pt x="67" y="394"/>
                  </a:lnTo>
                  <a:lnTo>
                    <a:pt x="46" y="405"/>
                  </a:lnTo>
                  <a:lnTo>
                    <a:pt x="24" y="411"/>
                  </a:lnTo>
                  <a:lnTo>
                    <a:pt x="0" y="413"/>
                  </a:lnTo>
                  <a:lnTo>
                    <a:pt x="0" y="425"/>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0888" name="Freeform 70"/>
            <p:cNvSpPr>
              <a:spLocks/>
            </p:cNvSpPr>
            <p:nvPr/>
          </p:nvSpPr>
          <p:spPr bwMode="auto">
            <a:xfrm>
              <a:off x="1502" y="1836"/>
              <a:ext cx="50" cy="85"/>
            </a:xfrm>
            <a:custGeom>
              <a:avLst/>
              <a:gdLst>
                <a:gd name="T0" fmla="*/ 0 w 246"/>
                <a:gd name="T1" fmla="*/ 0 h 425"/>
                <a:gd name="T2" fmla="*/ 0 w 246"/>
                <a:gd name="T3" fmla="*/ 0 h 425"/>
                <a:gd name="T4" fmla="*/ 0 w 246"/>
                <a:gd name="T5" fmla="*/ 0 h 425"/>
                <a:gd name="T6" fmla="*/ 0 w 246"/>
                <a:gd name="T7" fmla="*/ 1 h 425"/>
                <a:gd name="T8" fmla="*/ 0 w 246"/>
                <a:gd name="T9" fmla="*/ 1 h 425"/>
                <a:gd name="T10" fmla="*/ 0 w 246"/>
                <a:gd name="T11" fmla="*/ 1 h 425"/>
                <a:gd name="T12" fmla="*/ 0 w 246"/>
                <a:gd name="T13" fmla="*/ 2 h 425"/>
                <a:gd name="T14" fmla="*/ 0 w 246"/>
                <a:gd name="T15" fmla="*/ 2 h 425"/>
                <a:gd name="T16" fmla="*/ 0 w 246"/>
                <a:gd name="T17" fmla="*/ 2 h 425"/>
                <a:gd name="T18" fmla="*/ 1 w 246"/>
                <a:gd name="T19" fmla="*/ 2 h 425"/>
                <a:gd name="T20" fmla="*/ 1 w 246"/>
                <a:gd name="T21" fmla="*/ 3 h 425"/>
                <a:gd name="T22" fmla="*/ 1 w 246"/>
                <a:gd name="T23" fmla="*/ 3 h 425"/>
                <a:gd name="T24" fmla="*/ 1 w 246"/>
                <a:gd name="T25" fmla="*/ 3 h 425"/>
                <a:gd name="T26" fmla="*/ 1 w 246"/>
                <a:gd name="T27" fmla="*/ 3 h 425"/>
                <a:gd name="T28" fmla="*/ 1 w 246"/>
                <a:gd name="T29" fmla="*/ 3 h 425"/>
                <a:gd name="T30" fmla="*/ 2 w 246"/>
                <a:gd name="T31" fmla="*/ 3 h 425"/>
                <a:gd name="T32" fmla="*/ 2 w 246"/>
                <a:gd name="T33" fmla="*/ 3 h 425"/>
                <a:gd name="T34" fmla="*/ 2 w 246"/>
                <a:gd name="T35" fmla="*/ 3 h 425"/>
                <a:gd name="T36" fmla="*/ 2 w 246"/>
                <a:gd name="T37" fmla="*/ 3 h 425"/>
                <a:gd name="T38" fmla="*/ 2 w 246"/>
                <a:gd name="T39" fmla="*/ 3 h 425"/>
                <a:gd name="T40" fmla="*/ 2 w 246"/>
                <a:gd name="T41" fmla="*/ 3 h 425"/>
                <a:gd name="T42" fmla="*/ 1 w 246"/>
                <a:gd name="T43" fmla="*/ 3 h 425"/>
                <a:gd name="T44" fmla="*/ 1 w 246"/>
                <a:gd name="T45" fmla="*/ 3 h 425"/>
                <a:gd name="T46" fmla="*/ 1 w 246"/>
                <a:gd name="T47" fmla="*/ 3 h 425"/>
                <a:gd name="T48" fmla="*/ 1 w 246"/>
                <a:gd name="T49" fmla="*/ 3 h 425"/>
                <a:gd name="T50" fmla="*/ 1 w 246"/>
                <a:gd name="T51" fmla="*/ 3 h 425"/>
                <a:gd name="T52" fmla="*/ 1 w 246"/>
                <a:gd name="T53" fmla="*/ 2 h 425"/>
                <a:gd name="T54" fmla="*/ 1 w 246"/>
                <a:gd name="T55" fmla="*/ 2 h 425"/>
                <a:gd name="T56" fmla="*/ 0 w 246"/>
                <a:gd name="T57" fmla="*/ 2 h 425"/>
                <a:gd name="T58" fmla="*/ 0 w 246"/>
                <a:gd name="T59" fmla="*/ 2 h 425"/>
                <a:gd name="T60" fmla="*/ 0 w 246"/>
                <a:gd name="T61" fmla="*/ 1 h 425"/>
                <a:gd name="T62" fmla="*/ 0 w 246"/>
                <a:gd name="T63" fmla="*/ 1 h 425"/>
                <a:gd name="T64" fmla="*/ 0 w 246"/>
                <a:gd name="T65" fmla="*/ 1 h 425"/>
                <a:gd name="T66" fmla="*/ 0 w 246"/>
                <a:gd name="T67" fmla="*/ 0 h 425"/>
                <a:gd name="T68" fmla="*/ 0 w 246"/>
                <a:gd name="T69" fmla="*/ 0 h 425"/>
                <a:gd name="T70" fmla="*/ 0 w 246"/>
                <a:gd name="T71" fmla="*/ 0 h 425"/>
                <a:gd name="T72" fmla="*/ 0 w 246"/>
                <a:gd name="T73" fmla="*/ 0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5"/>
                <a:gd name="T113" fmla="*/ 246 w 246"/>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5">
                  <a:moveTo>
                    <a:pt x="0" y="0"/>
                  </a:moveTo>
                  <a:lnTo>
                    <a:pt x="0" y="0"/>
                  </a:lnTo>
                  <a:lnTo>
                    <a:pt x="2" y="43"/>
                  </a:lnTo>
                  <a:lnTo>
                    <a:pt x="5" y="86"/>
                  </a:lnTo>
                  <a:lnTo>
                    <a:pt x="11" y="126"/>
                  </a:lnTo>
                  <a:lnTo>
                    <a:pt x="19" y="163"/>
                  </a:lnTo>
                  <a:lnTo>
                    <a:pt x="30" y="202"/>
                  </a:lnTo>
                  <a:lnTo>
                    <a:pt x="41" y="236"/>
                  </a:lnTo>
                  <a:lnTo>
                    <a:pt x="55" y="269"/>
                  </a:lnTo>
                  <a:lnTo>
                    <a:pt x="73" y="299"/>
                  </a:lnTo>
                  <a:lnTo>
                    <a:pt x="89" y="326"/>
                  </a:lnTo>
                  <a:lnTo>
                    <a:pt x="108" y="351"/>
                  </a:lnTo>
                  <a:lnTo>
                    <a:pt x="128" y="373"/>
                  </a:lnTo>
                  <a:lnTo>
                    <a:pt x="150" y="391"/>
                  </a:lnTo>
                  <a:lnTo>
                    <a:pt x="171" y="406"/>
                  </a:lnTo>
                  <a:lnTo>
                    <a:pt x="196" y="417"/>
                  </a:lnTo>
                  <a:lnTo>
                    <a:pt x="221" y="422"/>
                  </a:lnTo>
                  <a:lnTo>
                    <a:pt x="246" y="425"/>
                  </a:lnTo>
                  <a:lnTo>
                    <a:pt x="246" y="413"/>
                  </a:lnTo>
                  <a:lnTo>
                    <a:pt x="223" y="411"/>
                  </a:lnTo>
                  <a:lnTo>
                    <a:pt x="201" y="405"/>
                  </a:lnTo>
                  <a:lnTo>
                    <a:pt x="178" y="394"/>
                  </a:lnTo>
                  <a:lnTo>
                    <a:pt x="157" y="381"/>
                  </a:lnTo>
                  <a:lnTo>
                    <a:pt x="137" y="364"/>
                  </a:lnTo>
                  <a:lnTo>
                    <a:pt x="117" y="344"/>
                  </a:lnTo>
                  <a:lnTo>
                    <a:pt x="99" y="319"/>
                  </a:lnTo>
                  <a:lnTo>
                    <a:pt x="82" y="292"/>
                  </a:lnTo>
                  <a:lnTo>
                    <a:pt x="67" y="264"/>
                  </a:lnTo>
                  <a:lnTo>
                    <a:pt x="53" y="231"/>
                  </a:lnTo>
                  <a:lnTo>
                    <a:pt x="41" y="197"/>
                  </a:lnTo>
                  <a:lnTo>
                    <a:pt x="31" y="161"/>
                  </a:lnTo>
                  <a:lnTo>
                    <a:pt x="23" y="123"/>
                  </a:lnTo>
                  <a:lnTo>
                    <a:pt x="17" y="84"/>
                  </a:lnTo>
                  <a:lnTo>
                    <a:pt x="13" y="4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0889" name="Freeform 71"/>
            <p:cNvSpPr>
              <a:spLocks/>
            </p:cNvSpPr>
            <p:nvPr/>
          </p:nvSpPr>
          <p:spPr bwMode="auto">
            <a:xfrm>
              <a:off x="1502" y="1751"/>
              <a:ext cx="50" cy="85"/>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2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1" y="2"/>
                  </a:lnTo>
                  <a:lnTo>
                    <a:pt x="196" y="8"/>
                  </a:lnTo>
                  <a:lnTo>
                    <a:pt x="171" y="19"/>
                  </a:lnTo>
                  <a:lnTo>
                    <a:pt x="150" y="34"/>
                  </a:lnTo>
                  <a:lnTo>
                    <a:pt x="128" y="52"/>
                  </a:lnTo>
                  <a:lnTo>
                    <a:pt x="108" y="74"/>
                  </a:lnTo>
                  <a:lnTo>
                    <a:pt x="89" y="98"/>
                  </a:lnTo>
                  <a:lnTo>
                    <a:pt x="73" y="125"/>
                  </a:lnTo>
                  <a:lnTo>
                    <a:pt x="55" y="156"/>
                  </a:lnTo>
                  <a:lnTo>
                    <a:pt x="41" y="189"/>
                  </a:lnTo>
                  <a:lnTo>
                    <a:pt x="30" y="223"/>
                  </a:lnTo>
                  <a:lnTo>
                    <a:pt x="19" y="261"/>
                  </a:lnTo>
                  <a:lnTo>
                    <a:pt x="11" y="299"/>
                  </a:lnTo>
                  <a:lnTo>
                    <a:pt x="5" y="339"/>
                  </a:lnTo>
                  <a:lnTo>
                    <a:pt x="2" y="382"/>
                  </a:lnTo>
                  <a:lnTo>
                    <a:pt x="0" y="424"/>
                  </a:lnTo>
                  <a:lnTo>
                    <a:pt x="12" y="424"/>
                  </a:lnTo>
                  <a:lnTo>
                    <a:pt x="13" y="382"/>
                  </a:lnTo>
                  <a:lnTo>
                    <a:pt x="17" y="341"/>
                  </a:lnTo>
                  <a:lnTo>
                    <a:pt x="23" y="301"/>
                  </a:lnTo>
                  <a:lnTo>
                    <a:pt x="31" y="264"/>
                  </a:lnTo>
                  <a:lnTo>
                    <a:pt x="41" y="227"/>
                  </a:lnTo>
                  <a:lnTo>
                    <a:pt x="53" y="193"/>
                  </a:lnTo>
                  <a:lnTo>
                    <a:pt x="67" y="161"/>
                  </a:lnTo>
                  <a:lnTo>
                    <a:pt x="82" y="132"/>
                  </a:lnTo>
                  <a:lnTo>
                    <a:pt x="99" y="105"/>
                  </a:lnTo>
                  <a:lnTo>
                    <a:pt x="117" y="81"/>
                  </a:lnTo>
                  <a:lnTo>
                    <a:pt x="137" y="61"/>
                  </a:lnTo>
                  <a:lnTo>
                    <a:pt x="157" y="43"/>
                  </a:lnTo>
                  <a:lnTo>
                    <a:pt x="178" y="30"/>
                  </a:lnTo>
                  <a:lnTo>
                    <a:pt x="201" y="20"/>
                  </a:lnTo>
                  <a:lnTo>
                    <a:pt x="223" y="14"/>
                  </a:lnTo>
                  <a:lnTo>
                    <a:pt x="246" y="12"/>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0890" name="Freeform 72"/>
            <p:cNvSpPr>
              <a:spLocks/>
            </p:cNvSpPr>
            <p:nvPr/>
          </p:nvSpPr>
          <p:spPr bwMode="auto">
            <a:xfrm>
              <a:off x="1565" y="2016"/>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0" y="339"/>
                  </a:lnTo>
                  <a:lnTo>
                    <a:pt x="234" y="299"/>
                  </a:lnTo>
                  <a:lnTo>
                    <a:pt x="226" y="261"/>
                  </a:lnTo>
                  <a:lnTo>
                    <a:pt x="216" y="223"/>
                  </a:lnTo>
                  <a:lnTo>
                    <a:pt x="204" y="189"/>
                  </a:lnTo>
                  <a:lnTo>
                    <a:pt x="190" y="156"/>
                  </a:lnTo>
                  <a:lnTo>
                    <a:pt x="174" y="125"/>
                  </a:lnTo>
                  <a:lnTo>
                    <a:pt x="156" y="98"/>
                  </a:lnTo>
                  <a:lnTo>
                    <a:pt x="138" y="74"/>
                  </a:lnTo>
                  <a:lnTo>
                    <a:pt x="118" y="51"/>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9" y="81"/>
                  </a:lnTo>
                  <a:lnTo>
                    <a:pt x="147" y="105"/>
                  </a:lnTo>
                  <a:lnTo>
                    <a:pt x="164" y="132"/>
                  </a:lnTo>
                  <a:lnTo>
                    <a:pt x="178" y="160"/>
                  </a:lnTo>
                  <a:lnTo>
                    <a:pt x="192" y="193"/>
                  </a:lnTo>
                  <a:lnTo>
                    <a:pt x="204" y="227"/>
                  </a:lnTo>
                  <a:lnTo>
                    <a:pt x="215" y="264"/>
                  </a:lnTo>
                  <a:lnTo>
                    <a:pt x="223" y="301"/>
                  </a:lnTo>
                  <a:lnTo>
                    <a:pt x="229"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0891" name="Freeform 73"/>
            <p:cNvSpPr>
              <a:spLocks/>
            </p:cNvSpPr>
            <p:nvPr/>
          </p:nvSpPr>
          <p:spPr bwMode="auto">
            <a:xfrm>
              <a:off x="1565" y="2101"/>
              <a:ext cx="49" cy="85"/>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6" y="423"/>
                  </a:lnTo>
                  <a:lnTo>
                    <a:pt x="51" y="418"/>
                  </a:lnTo>
                  <a:lnTo>
                    <a:pt x="74" y="407"/>
                  </a:lnTo>
                  <a:lnTo>
                    <a:pt x="96" y="392"/>
                  </a:lnTo>
                  <a:lnTo>
                    <a:pt x="118" y="373"/>
                  </a:lnTo>
                  <a:lnTo>
                    <a:pt x="138" y="351"/>
                  </a:lnTo>
                  <a:lnTo>
                    <a:pt x="156" y="327"/>
                  </a:lnTo>
                  <a:lnTo>
                    <a:pt x="175" y="299"/>
                  </a:lnTo>
                  <a:lnTo>
                    <a:pt x="190" y="269"/>
                  </a:lnTo>
                  <a:lnTo>
                    <a:pt x="204" y="236"/>
                  </a:lnTo>
                  <a:lnTo>
                    <a:pt x="216" y="202"/>
                  </a:lnTo>
                  <a:lnTo>
                    <a:pt x="226" y="164"/>
                  </a:lnTo>
                  <a:lnTo>
                    <a:pt x="234" y="126"/>
                  </a:lnTo>
                  <a:lnTo>
                    <a:pt x="240" y="86"/>
                  </a:lnTo>
                  <a:lnTo>
                    <a:pt x="244" y="42"/>
                  </a:lnTo>
                  <a:lnTo>
                    <a:pt x="245" y="0"/>
                  </a:lnTo>
                  <a:lnTo>
                    <a:pt x="233" y="0"/>
                  </a:lnTo>
                  <a:lnTo>
                    <a:pt x="232" y="42"/>
                  </a:lnTo>
                  <a:lnTo>
                    <a:pt x="229" y="83"/>
                  </a:lnTo>
                  <a:lnTo>
                    <a:pt x="223" y="123"/>
                  </a:lnTo>
                  <a:lnTo>
                    <a:pt x="215" y="162"/>
                  </a:lnTo>
                  <a:lnTo>
                    <a:pt x="204" y="197"/>
                  </a:lnTo>
                  <a:lnTo>
                    <a:pt x="192" y="231"/>
                  </a:lnTo>
                  <a:lnTo>
                    <a:pt x="178" y="264"/>
                  </a:lnTo>
                  <a:lnTo>
                    <a:pt x="163" y="292"/>
                  </a:lnTo>
                  <a:lnTo>
                    <a:pt x="147" y="320"/>
                  </a:lnTo>
                  <a:lnTo>
                    <a:pt x="129" y="344"/>
                  </a:lnTo>
                  <a:lnTo>
                    <a:pt x="109" y="364"/>
                  </a:lnTo>
                  <a:lnTo>
                    <a:pt x="89" y="382"/>
                  </a:lnTo>
                  <a:lnTo>
                    <a:pt x="67" y="395"/>
                  </a:lnTo>
                  <a:lnTo>
                    <a:pt x="46" y="406"/>
                  </a:lnTo>
                  <a:lnTo>
                    <a:pt x="24"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0892" name="Freeform 74"/>
            <p:cNvSpPr>
              <a:spLocks/>
            </p:cNvSpPr>
            <p:nvPr/>
          </p:nvSpPr>
          <p:spPr bwMode="auto">
            <a:xfrm>
              <a:off x="1516" y="2101"/>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5" y="86"/>
                  </a:lnTo>
                  <a:lnTo>
                    <a:pt x="11" y="126"/>
                  </a:lnTo>
                  <a:lnTo>
                    <a:pt x="19" y="164"/>
                  </a:lnTo>
                  <a:lnTo>
                    <a:pt x="30" y="202"/>
                  </a:lnTo>
                  <a:lnTo>
                    <a:pt x="41" y="236"/>
                  </a:lnTo>
                  <a:lnTo>
                    <a:pt x="55" y="269"/>
                  </a:lnTo>
                  <a:lnTo>
                    <a:pt x="71" y="299"/>
                  </a:lnTo>
                  <a:lnTo>
                    <a:pt x="89" y="327"/>
                  </a:lnTo>
                  <a:lnTo>
                    <a:pt x="107" y="351"/>
                  </a:lnTo>
                  <a:lnTo>
                    <a:pt x="127" y="373"/>
                  </a:lnTo>
                  <a:lnTo>
                    <a:pt x="149" y="392"/>
                  </a:lnTo>
                  <a:lnTo>
                    <a:pt x="171" y="407"/>
                  </a:lnTo>
                  <a:lnTo>
                    <a:pt x="195" y="418"/>
                  </a:lnTo>
                  <a:lnTo>
                    <a:pt x="219" y="423"/>
                  </a:lnTo>
                  <a:lnTo>
                    <a:pt x="245" y="426"/>
                  </a:lnTo>
                  <a:lnTo>
                    <a:pt x="245" y="414"/>
                  </a:lnTo>
                  <a:lnTo>
                    <a:pt x="222" y="412"/>
                  </a:lnTo>
                  <a:lnTo>
                    <a:pt x="199" y="406"/>
                  </a:lnTo>
                  <a:lnTo>
                    <a:pt x="178" y="395"/>
                  </a:lnTo>
                  <a:lnTo>
                    <a:pt x="156" y="382"/>
                  </a:lnTo>
                  <a:lnTo>
                    <a:pt x="136" y="364"/>
                  </a:lnTo>
                  <a:lnTo>
                    <a:pt x="116" y="344"/>
                  </a:lnTo>
                  <a:lnTo>
                    <a:pt x="99" y="320"/>
                  </a:lnTo>
                  <a:lnTo>
                    <a:pt x="82" y="292"/>
                  </a:lnTo>
                  <a:lnTo>
                    <a:pt x="67" y="264"/>
                  </a:lnTo>
                  <a:lnTo>
                    <a:pt x="53" y="231"/>
                  </a:lnTo>
                  <a:lnTo>
                    <a:pt x="41" y="197"/>
                  </a:lnTo>
                  <a:lnTo>
                    <a:pt x="31" y="162"/>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0893" name="Freeform 75"/>
            <p:cNvSpPr>
              <a:spLocks/>
            </p:cNvSpPr>
            <p:nvPr/>
          </p:nvSpPr>
          <p:spPr bwMode="auto">
            <a:xfrm>
              <a:off x="1516" y="2016"/>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5" y="8"/>
                  </a:lnTo>
                  <a:lnTo>
                    <a:pt x="171" y="19"/>
                  </a:lnTo>
                  <a:lnTo>
                    <a:pt x="149" y="34"/>
                  </a:lnTo>
                  <a:lnTo>
                    <a:pt x="127" y="51"/>
                  </a:lnTo>
                  <a:lnTo>
                    <a:pt x="107" y="74"/>
                  </a:lnTo>
                  <a:lnTo>
                    <a:pt x="89" y="98"/>
                  </a:lnTo>
                  <a:lnTo>
                    <a:pt x="72" y="125"/>
                  </a:lnTo>
                  <a:lnTo>
                    <a:pt x="55" y="156"/>
                  </a:lnTo>
                  <a:lnTo>
                    <a:pt x="41" y="189"/>
                  </a:lnTo>
                  <a:lnTo>
                    <a:pt x="30" y="223"/>
                  </a:lnTo>
                  <a:lnTo>
                    <a:pt x="19" y="261"/>
                  </a:lnTo>
                  <a:lnTo>
                    <a:pt x="11" y="299"/>
                  </a:lnTo>
                  <a:lnTo>
                    <a:pt x="5" y="339"/>
                  </a:lnTo>
                  <a:lnTo>
                    <a:pt x="1" y="382"/>
                  </a:lnTo>
                  <a:lnTo>
                    <a:pt x="0" y="424"/>
                  </a:lnTo>
                  <a:lnTo>
                    <a:pt x="12" y="424"/>
                  </a:lnTo>
                  <a:lnTo>
                    <a:pt x="13" y="382"/>
                  </a:lnTo>
                  <a:lnTo>
                    <a:pt x="17" y="341"/>
                  </a:lnTo>
                  <a:lnTo>
                    <a:pt x="23" y="301"/>
                  </a:lnTo>
                  <a:lnTo>
                    <a:pt x="31" y="264"/>
                  </a:lnTo>
                  <a:lnTo>
                    <a:pt x="41" y="227"/>
                  </a:lnTo>
                  <a:lnTo>
                    <a:pt x="53" y="193"/>
                  </a:lnTo>
                  <a:lnTo>
                    <a:pt x="67" y="160"/>
                  </a:lnTo>
                  <a:lnTo>
                    <a:pt x="81" y="132"/>
                  </a:lnTo>
                  <a:lnTo>
                    <a:pt x="99" y="105"/>
                  </a:lnTo>
                  <a:lnTo>
                    <a:pt x="116" y="81"/>
                  </a:lnTo>
                  <a:lnTo>
                    <a:pt x="136" y="61"/>
                  </a:lnTo>
                  <a:lnTo>
                    <a:pt x="156" y="43"/>
                  </a:lnTo>
                  <a:lnTo>
                    <a:pt x="178" y="30"/>
                  </a:lnTo>
                  <a:lnTo>
                    <a:pt x="199" y="20"/>
                  </a:lnTo>
                  <a:lnTo>
                    <a:pt x="222"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sp>
        <p:nvSpPr>
          <p:cNvPr id="120840" name="Rectangle 77"/>
          <p:cNvSpPr>
            <a:spLocks noChangeArrowheads="1"/>
          </p:cNvSpPr>
          <p:nvPr/>
        </p:nvSpPr>
        <p:spPr bwMode="auto">
          <a:xfrm>
            <a:off x="611188" y="0"/>
            <a:ext cx="6388100" cy="6477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3000"/>
              <a:t>Sem. 2 - Mercredi</a:t>
            </a:r>
          </a:p>
        </p:txBody>
      </p:sp>
      <p:sp>
        <p:nvSpPr>
          <p:cNvPr id="120841" name="Text Box 78"/>
          <p:cNvSpPr txBox="1">
            <a:spLocks noChangeArrowheads="1"/>
          </p:cNvSpPr>
          <p:nvPr/>
        </p:nvSpPr>
        <p:spPr bwMode="auto">
          <a:xfrm>
            <a:off x="566738" y="2697163"/>
            <a:ext cx="3217862"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2. Pas de commandes</a:t>
            </a:r>
          </a:p>
        </p:txBody>
      </p:sp>
      <p:sp>
        <p:nvSpPr>
          <p:cNvPr id="120842" name="Text Box 79"/>
          <p:cNvSpPr txBox="1">
            <a:spLocks noChangeArrowheads="1"/>
          </p:cNvSpPr>
          <p:nvPr/>
        </p:nvSpPr>
        <p:spPr bwMode="auto">
          <a:xfrm>
            <a:off x="566738" y="5211763"/>
            <a:ext cx="6543675" cy="4429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eaLnBrk="1" hangingPunct="1">
              <a:spcBef>
                <a:spcPct val="0"/>
              </a:spcBef>
              <a:buFontTx/>
              <a:buNone/>
            </a:pPr>
            <a:r>
              <a:rPr lang="fr-FR" altLang="fr-FR" sz="2300"/>
              <a:t>4. Pointez la production sur votre feuille de suivi</a:t>
            </a:r>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21858" name="Group 2"/>
          <p:cNvGrpSpPr>
            <a:grpSpLocks/>
          </p:cNvGrpSpPr>
          <p:nvPr/>
        </p:nvGrpSpPr>
        <p:grpSpPr bwMode="auto">
          <a:xfrm>
            <a:off x="7073900" y="215900"/>
            <a:ext cx="1878013" cy="1250950"/>
            <a:chOff x="4456" y="136"/>
            <a:chExt cx="1183" cy="788"/>
          </a:xfrm>
        </p:grpSpPr>
        <p:grpSp>
          <p:nvGrpSpPr>
            <p:cNvPr id="121918" name="Group 3"/>
            <p:cNvGrpSpPr>
              <a:grpSpLocks/>
            </p:cNvGrpSpPr>
            <p:nvPr/>
          </p:nvGrpSpPr>
          <p:grpSpPr bwMode="auto">
            <a:xfrm>
              <a:off x="4766" y="232"/>
              <a:ext cx="873" cy="692"/>
              <a:chOff x="2185" y="310"/>
              <a:chExt cx="873" cy="692"/>
            </a:xfrm>
          </p:grpSpPr>
          <p:sp>
            <p:nvSpPr>
              <p:cNvPr id="121929" name="Freeform 4"/>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accent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1930" name="Freeform 5"/>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1931" name="Freeform 6"/>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1932" name="Freeform 7"/>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1933" name="Freeform 8"/>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1934" name="Freeform 9"/>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1935" name="Freeform 10"/>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grpSp>
          <p:nvGrpSpPr>
            <p:cNvPr id="121919" name="Group 11"/>
            <p:cNvGrpSpPr>
              <a:grpSpLocks/>
            </p:cNvGrpSpPr>
            <p:nvPr/>
          </p:nvGrpSpPr>
          <p:grpSpPr bwMode="auto">
            <a:xfrm>
              <a:off x="4949" y="336"/>
              <a:ext cx="591" cy="468"/>
              <a:chOff x="2185" y="310"/>
              <a:chExt cx="873" cy="692"/>
            </a:xfrm>
          </p:grpSpPr>
          <p:sp>
            <p:nvSpPr>
              <p:cNvPr id="121922" name="Freeform 12"/>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1923" name="Freeform 13"/>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1924" name="Freeform 14"/>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1925" name="Freeform 15"/>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1926" name="Freeform 16"/>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1927" name="Freeform 17"/>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1928" name="Freeform 18"/>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pic>
          <p:nvPicPr>
            <p:cNvPr id="121920" name="Picture 19"/>
            <p:cNvPicPr>
              <a:picLocks noChangeAspect="1" noChangeArrowheads="1"/>
            </p:cNvPicPr>
            <p:nvPr/>
          </p:nvPicPr>
          <p:blipFill>
            <a:blip r:embed="rId3" cstate="print">
              <a:extLst>
                <a:ext uri="{28A0092B-C50C-407E-A947-70E740481C1C}">
                  <a14:useLocalDpi xmlns:a14="http://schemas.microsoft.com/office/drawing/2010/main" val="0"/>
                </a:ext>
              </a:extLst>
            </a:blip>
            <a:srcRect l="-4282" t="-4369" r="-5199" b="-12012"/>
            <a:stretch>
              <a:fillRect/>
            </a:stretch>
          </p:blipFill>
          <p:spPr bwMode="auto">
            <a:xfrm>
              <a:off x="4456" y="136"/>
              <a:ext cx="480" cy="5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21921" name="Text Box 20"/>
            <p:cNvSpPr txBox="1">
              <a:spLocks noChangeArrowheads="1"/>
            </p:cNvSpPr>
            <p:nvPr/>
          </p:nvSpPr>
          <p:spPr bwMode="auto">
            <a:xfrm>
              <a:off x="4946" y="314"/>
              <a:ext cx="596" cy="49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4500" b="1">
                  <a:solidFill>
                    <a:srgbClr val="FF0000"/>
                  </a:solidFill>
                  <a:latin typeface="Arial Black" pitchFamily="34" charset="0"/>
                </a:rPr>
                <a:t>20</a:t>
              </a:r>
              <a:endParaRPr lang="fr-FR" altLang="fr-FR" sz="3200">
                <a:solidFill>
                  <a:schemeClr val="tx1"/>
                </a:solidFill>
                <a:latin typeface="Arial Black" pitchFamily="34" charset="0"/>
              </a:endParaRPr>
            </a:p>
          </p:txBody>
        </p:sp>
      </p:grpSp>
      <p:sp>
        <p:nvSpPr>
          <p:cNvPr id="121860" name="Text Box 22"/>
          <p:cNvSpPr txBox="1">
            <a:spLocks noChangeArrowheads="1"/>
          </p:cNvSpPr>
          <p:nvPr/>
        </p:nvSpPr>
        <p:spPr bwMode="auto">
          <a:xfrm>
            <a:off x="566738" y="1363663"/>
            <a:ext cx="1946275"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1. Tirez le dé</a:t>
            </a:r>
          </a:p>
        </p:txBody>
      </p:sp>
      <p:sp>
        <p:nvSpPr>
          <p:cNvPr id="121861" name="Text Box 23"/>
          <p:cNvSpPr txBox="1">
            <a:spLocks noChangeArrowheads="1"/>
          </p:cNvSpPr>
          <p:nvPr/>
        </p:nvSpPr>
        <p:spPr bwMode="auto">
          <a:xfrm>
            <a:off x="566738" y="3935413"/>
            <a:ext cx="18796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3. Produisez</a:t>
            </a:r>
          </a:p>
        </p:txBody>
      </p:sp>
      <p:grpSp>
        <p:nvGrpSpPr>
          <p:cNvPr id="121862" name="Group 24"/>
          <p:cNvGrpSpPr>
            <a:grpSpLocks/>
          </p:cNvGrpSpPr>
          <p:nvPr/>
        </p:nvGrpSpPr>
        <p:grpSpPr bwMode="auto">
          <a:xfrm>
            <a:off x="2986088" y="1306513"/>
            <a:ext cx="446087" cy="534987"/>
            <a:chOff x="868" y="1439"/>
            <a:chExt cx="811" cy="972"/>
          </a:xfrm>
        </p:grpSpPr>
        <p:sp>
          <p:nvSpPr>
            <p:cNvPr id="121867" name="Freeform 25"/>
            <p:cNvSpPr>
              <a:spLocks/>
            </p:cNvSpPr>
            <p:nvPr/>
          </p:nvSpPr>
          <p:spPr bwMode="auto">
            <a:xfrm>
              <a:off x="1548" y="2014"/>
              <a:ext cx="123" cy="100"/>
            </a:xfrm>
            <a:custGeom>
              <a:avLst/>
              <a:gdLst>
                <a:gd name="T0" fmla="*/ 5 w 618"/>
                <a:gd name="T1" fmla="*/ 0 h 502"/>
                <a:gd name="T2" fmla="*/ 5 w 618"/>
                <a:gd name="T3" fmla="*/ 0 h 502"/>
                <a:gd name="T4" fmla="*/ 0 w 618"/>
                <a:gd name="T5" fmla="*/ 4 h 502"/>
                <a:gd name="T6" fmla="*/ 0 w 618"/>
                <a:gd name="T7" fmla="*/ 4 h 502"/>
                <a:gd name="T8" fmla="*/ 5 w 618"/>
                <a:gd name="T9" fmla="*/ 0 h 502"/>
                <a:gd name="T10" fmla="*/ 5 w 618"/>
                <a:gd name="T11" fmla="*/ 0 h 502"/>
                <a:gd name="T12" fmla="*/ 5 w 618"/>
                <a:gd name="T13" fmla="*/ 0 h 502"/>
                <a:gd name="T14" fmla="*/ 5 w 618"/>
                <a:gd name="T15" fmla="*/ 0 h 502"/>
                <a:gd name="T16" fmla="*/ 5 w 618"/>
                <a:gd name="T17" fmla="*/ 0 h 502"/>
                <a:gd name="T18" fmla="*/ 5 w 618"/>
                <a:gd name="T19" fmla="*/ 0 h 502"/>
                <a:gd name="T20" fmla="*/ 5 w 618"/>
                <a:gd name="T21" fmla="*/ 0 h 502"/>
                <a:gd name="T22" fmla="*/ 5 w 618"/>
                <a:gd name="T23" fmla="*/ 0 h 502"/>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618"/>
                <a:gd name="T37" fmla="*/ 0 h 502"/>
                <a:gd name="T38" fmla="*/ 618 w 618"/>
                <a:gd name="T39" fmla="*/ 502 h 502"/>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618" h="502">
                  <a:moveTo>
                    <a:pt x="611" y="0"/>
                  </a:moveTo>
                  <a:lnTo>
                    <a:pt x="606" y="2"/>
                  </a:lnTo>
                  <a:lnTo>
                    <a:pt x="0" y="490"/>
                  </a:lnTo>
                  <a:lnTo>
                    <a:pt x="10" y="502"/>
                  </a:lnTo>
                  <a:lnTo>
                    <a:pt x="616" y="14"/>
                  </a:lnTo>
                  <a:lnTo>
                    <a:pt x="611" y="16"/>
                  </a:lnTo>
                  <a:lnTo>
                    <a:pt x="616" y="14"/>
                  </a:lnTo>
                  <a:lnTo>
                    <a:pt x="618" y="9"/>
                  </a:lnTo>
                  <a:lnTo>
                    <a:pt x="617" y="3"/>
                  </a:lnTo>
                  <a:lnTo>
                    <a:pt x="612" y="1"/>
                  </a:lnTo>
                  <a:lnTo>
                    <a:pt x="606" y="2"/>
                  </a:lnTo>
                  <a:lnTo>
                    <a:pt x="611"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1868" name="Freeform 26"/>
            <p:cNvSpPr>
              <a:spLocks/>
            </p:cNvSpPr>
            <p:nvPr/>
          </p:nvSpPr>
          <p:spPr bwMode="auto">
            <a:xfrm>
              <a:off x="876" y="1852"/>
              <a:ext cx="82" cy="373"/>
            </a:xfrm>
            <a:custGeom>
              <a:avLst/>
              <a:gdLst>
                <a:gd name="T0" fmla="*/ 3 w 413"/>
                <a:gd name="T1" fmla="*/ 15 h 1865"/>
                <a:gd name="T2" fmla="*/ 3 w 413"/>
                <a:gd name="T3" fmla="*/ 15 h 1865"/>
                <a:gd name="T4" fmla="*/ 0 w 413"/>
                <a:gd name="T5" fmla="*/ 0 h 1865"/>
                <a:gd name="T6" fmla="*/ 0 w 413"/>
                <a:gd name="T7" fmla="*/ 0 h 1865"/>
                <a:gd name="T8" fmla="*/ 3 w 413"/>
                <a:gd name="T9" fmla="*/ 15 h 1865"/>
                <a:gd name="T10" fmla="*/ 3 w 413"/>
                <a:gd name="T11" fmla="*/ 15 h 1865"/>
                <a:gd name="T12" fmla="*/ 3 w 413"/>
                <a:gd name="T13" fmla="*/ 15 h 1865"/>
                <a:gd name="T14" fmla="*/ 3 w 413"/>
                <a:gd name="T15" fmla="*/ 15 h 1865"/>
                <a:gd name="T16" fmla="*/ 3 w 413"/>
                <a:gd name="T17" fmla="*/ 15 h 1865"/>
                <a:gd name="T18" fmla="*/ 3 w 413"/>
                <a:gd name="T19" fmla="*/ 15 h 1865"/>
                <a:gd name="T20" fmla="*/ 3 w 413"/>
                <a:gd name="T21" fmla="*/ 15 h 1865"/>
                <a:gd name="T22" fmla="*/ 3 w 413"/>
                <a:gd name="T23" fmla="*/ 15 h 186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413"/>
                <a:gd name="T37" fmla="*/ 0 h 1865"/>
                <a:gd name="T38" fmla="*/ 413 w 413"/>
                <a:gd name="T39" fmla="*/ 1865 h 1865"/>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413" h="1865">
                  <a:moveTo>
                    <a:pt x="400" y="1864"/>
                  </a:moveTo>
                  <a:lnTo>
                    <a:pt x="413" y="1856"/>
                  </a:lnTo>
                  <a:lnTo>
                    <a:pt x="17" y="0"/>
                  </a:lnTo>
                  <a:lnTo>
                    <a:pt x="0" y="2"/>
                  </a:lnTo>
                  <a:lnTo>
                    <a:pt x="396" y="1858"/>
                  </a:lnTo>
                  <a:lnTo>
                    <a:pt x="409" y="1850"/>
                  </a:lnTo>
                  <a:lnTo>
                    <a:pt x="396" y="1858"/>
                  </a:lnTo>
                  <a:lnTo>
                    <a:pt x="400" y="1864"/>
                  </a:lnTo>
                  <a:lnTo>
                    <a:pt x="406" y="1865"/>
                  </a:lnTo>
                  <a:lnTo>
                    <a:pt x="410" y="1862"/>
                  </a:lnTo>
                  <a:lnTo>
                    <a:pt x="413" y="1856"/>
                  </a:lnTo>
                  <a:lnTo>
                    <a:pt x="400" y="186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1869" name="Freeform 27"/>
            <p:cNvSpPr>
              <a:spLocks/>
            </p:cNvSpPr>
            <p:nvPr/>
          </p:nvSpPr>
          <p:spPr bwMode="auto">
            <a:xfrm>
              <a:off x="1282" y="1533"/>
              <a:ext cx="35" cy="161"/>
            </a:xfrm>
            <a:custGeom>
              <a:avLst/>
              <a:gdLst>
                <a:gd name="T0" fmla="*/ 1 w 175"/>
                <a:gd name="T1" fmla="*/ 6 h 807"/>
                <a:gd name="T2" fmla="*/ 1 w 175"/>
                <a:gd name="T3" fmla="*/ 6 h 807"/>
                <a:gd name="T4" fmla="*/ 1 w 175"/>
                <a:gd name="T5" fmla="*/ 6 h 807"/>
                <a:gd name="T6" fmla="*/ 1 w 175"/>
                <a:gd name="T7" fmla="*/ 5 h 807"/>
                <a:gd name="T8" fmla="*/ 1 w 175"/>
                <a:gd name="T9" fmla="*/ 5 h 807"/>
                <a:gd name="T10" fmla="*/ 1 w 175"/>
                <a:gd name="T11" fmla="*/ 5 h 807"/>
                <a:gd name="T12" fmla="*/ 1 w 175"/>
                <a:gd name="T13" fmla="*/ 4 h 807"/>
                <a:gd name="T14" fmla="*/ 1 w 175"/>
                <a:gd name="T15" fmla="*/ 4 h 807"/>
                <a:gd name="T16" fmla="*/ 1 w 175"/>
                <a:gd name="T17" fmla="*/ 3 h 807"/>
                <a:gd name="T18" fmla="*/ 1 w 175"/>
                <a:gd name="T19" fmla="*/ 3 h 807"/>
                <a:gd name="T20" fmla="*/ 1 w 175"/>
                <a:gd name="T21" fmla="*/ 3 h 807"/>
                <a:gd name="T22" fmla="*/ 1 w 175"/>
                <a:gd name="T23" fmla="*/ 2 h 807"/>
                <a:gd name="T24" fmla="*/ 1 w 175"/>
                <a:gd name="T25" fmla="*/ 2 h 807"/>
                <a:gd name="T26" fmla="*/ 1 w 175"/>
                <a:gd name="T27" fmla="*/ 2 h 807"/>
                <a:gd name="T28" fmla="*/ 1 w 175"/>
                <a:gd name="T29" fmla="*/ 1 h 807"/>
                <a:gd name="T30" fmla="*/ 1 w 175"/>
                <a:gd name="T31" fmla="*/ 1 h 807"/>
                <a:gd name="T32" fmla="*/ 1 w 175"/>
                <a:gd name="T33" fmla="*/ 1 h 807"/>
                <a:gd name="T34" fmla="*/ 1 w 175"/>
                <a:gd name="T35" fmla="*/ 0 h 807"/>
                <a:gd name="T36" fmla="*/ 1 w 175"/>
                <a:gd name="T37" fmla="*/ 0 h 807"/>
                <a:gd name="T38" fmla="*/ 1 w 175"/>
                <a:gd name="T39" fmla="*/ 0 h 807"/>
                <a:gd name="T40" fmla="*/ 0 w 175"/>
                <a:gd name="T41" fmla="*/ 1 h 807"/>
                <a:gd name="T42" fmla="*/ 0 w 175"/>
                <a:gd name="T43" fmla="*/ 1 h 807"/>
                <a:gd name="T44" fmla="*/ 0 w 175"/>
                <a:gd name="T45" fmla="*/ 1 h 807"/>
                <a:gd name="T46" fmla="*/ 0 w 175"/>
                <a:gd name="T47" fmla="*/ 2 h 807"/>
                <a:gd name="T48" fmla="*/ 0 w 175"/>
                <a:gd name="T49" fmla="*/ 2 h 807"/>
                <a:gd name="T50" fmla="*/ 0 w 175"/>
                <a:gd name="T51" fmla="*/ 3 h 807"/>
                <a:gd name="T52" fmla="*/ 0 w 175"/>
                <a:gd name="T53" fmla="*/ 3 h 807"/>
                <a:gd name="T54" fmla="*/ 0 w 175"/>
                <a:gd name="T55" fmla="*/ 3 h 807"/>
                <a:gd name="T56" fmla="*/ 0 w 175"/>
                <a:gd name="T57" fmla="*/ 4 h 807"/>
                <a:gd name="T58" fmla="*/ 0 w 175"/>
                <a:gd name="T59" fmla="*/ 4 h 807"/>
                <a:gd name="T60" fmla="*/ 0 w 175"/>
                <a:gd name="T61" fmla="*/ 5 h 807"/>
                <a:gd name="T62" fmla="*/ 0 w 175"/>
                <a:gd name="T63" fmla="*/ 5 h 807"/>
                <a:gd name="T64" fmla="*/ 0 w 175"/>
                <a:gd name="T65" fmla="*/ 5 h 807"/>
                <a:gd name="T66" fmla="*/ 1 w 175"/>
                <a:gd name="T67" fmla="*/ 6 h 807"/>
                <a:gd name="T68" fmla="*/ 1 w 175"/>
                <a:gd name="T69" fmla="*/ 6 h 807"/>
                <a:gd name="T70" fmla="*/ 1 w 175"/>
                <a:gd name="T71" fmla="*/ 6 h 807"/>
                <a:gd name="T72" fmla="*/ 1 w 175"/>
                <a:gd name="T73" fmla="*/ 6 h 807"/>
                <a:gd name="T74" fmla="*/ 1 w 175"/>
                <a:gd name="T75" fmla="*/ 6 h 807"/>
                <a:gd name="T76" fmla="*/ 1 w 175"/>
                <a:gd name="T77" fmla="*/ 6 h 807"/>
                <a:gd name="T78" fmla="*/ 1 w 175"/>
                <a:gd name="T79" fmla="*/ 6 h 807"/>
                <a:gd name="T80" fmla="*/ 1 w 175"/>
                <a:gd name="T81" fmla="*/ 6 h 807"/>
                <a:gd name="T82" fmla="*/ 1 w 175"/>
                <a:gd name="T83" fmla="*/ 6 h 807"/>
                <a:gd name="T84" fmla="*/ 1 w 175"/>
                <a:gd name="T85" fmla="*/ 6 h 807"/>
                <a:gd name="T86" fmla="*/ 1 w 175"/>
                <a:gd name="T87" fmla="*/ 6 h 807"/>
                <a:gd name="T88" fmla="*/ 1 w 175"/>
                <a:gd name="T89" fmla="*/ 6 h 807"/>
                <a:gd name="T90" fmla="*/ 1 w 175"/>
                <a:gd name="T91" fmla="*/ 6 h 80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175"/>
                <a:gd name="T139" fmla="*/ 0 h 807"/>
                <a:gd name="T140" fmla="*/ 175 w 175"/>
                <a:gd name="T141" fmla="*/ 807 h 80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175" h="807">
                  <a:moveTo>
                    <a:pt x="169" y="740"/>
                  </a:moveTo>
                  <a:lnTo>
                    <a:pt x="169" y="739"/>
                  </a:lnTo>
                  <a:lnTo>
                    <a:pt x="149" y="698"/>
                  </a:lnTo>
                  <a:lnTo>
                    <a:pt x="133" y="656"/>
                  </a:lnTo>
                  <a:lnTo>
                    <a:pt x="120" y="611"/>
                  </a:lnTo>
                  <a:lnTo>
                    <a:pt x="108" y="565"/>
                  </a:lnTo>
                  <a:lnTo>
                    <a:pt x="100" y="520"/>
                  </a:lnTo>
                  <a:lnTo>
                    <a:pt x="96" y="472"/>
                  </a:lnTo>
                  <a:lnTo>
                    <a:pt x="93" y="425"/>
                  </a:lnTo>
                  <a:lnTo>
                    <a:pt x="93" y="377"/>
                  </a:lnTo>
                  <a:lnTo>
                    <a:pt x="96" y="330"/>
                  </a:lnTo>
                  <a:lnTo>
                    <a:pt x="100" y="283"/>
                  </a:lnTo>
                  <a:lnTo>
                    <a:pt x="106" y="238"/>
                  </a:lnTo>
                  <a:lnTo>
                    <a:pt x="115" y="195"/>
                  </a:lnTo>
                  <a:lnTo>
                    <a:pt x="126" y="153"/>
                  </a:lnTo>
                  <a:lnTo>
                    <a:pt x="139" y="114"/>
                  </a:lnTo>
                  <a:lnTo>
                    <a:pt x="153" y="77"/>
                  </a:lnTo>
                  <a:lnTo>
                    <a:pt x="169" y="43"/>
                  </a:lnTo>
                  <a:lnTo>
                    <a:pt x="87" y="0"/>
                  </a:lnTo>
                  <a:lnTo>
                    <a:pt x="69" y="39"/>
                  </a:lnTo>
                  <a:lnTo>
                    <a:pt x="52" y="81"/>
                  </a:lnTo>
                  <a:lnTo>
                    <a:pt x="37" y="127"/>
                  </a:lnTo>
                  <a:lnTo>
                    <a:pt x="24" y="174"/>
                  </a:lnTo>
                  <a:lnTo>
                    <a:pt x="15" y="222"/>
                  </a:lnTo>
                  <a:lnTo>
                    <a:pt x="7" y="271"/>
                  </a:lnTo>
                  <a:lnTo>
                    <a:pt x="2" y="323"/>
                  </a:lnTo>
                  <a:lnTo>
                    <a:pt x="0" y="374"/>
                  </a:lnTo>
                  <a:lnTo>
                    <a:pt x="0" y="427"/>
                  </a:lnTo>
                  <a:lnTo>
                    <a:pt x="2" y="479"/>
                  </a:lnTo>
                  <a:lnTo>
                    <a:pt x="9" y="531"/>
                  </a:lnTo>
                  <a:lnTo>
                    <a:pt x="17" y="584"/>
                  </a:lnTo>
                  <a:lnTo>
                    <a:pt x="29" y="635"/>
                  </a:lnTo>
                  <a:lnTo>
                    <a:pt x="44" y="686"/>
                  </a:lnTo>
                  <a:lnTo>
                    <a:pt x="65" y="736"/>
                  </a:lnTo>
                  <a:lnTo>
                    <a:pt x="87" y="784"/>
                  </a:lnTo>
                  <a:lnTo>
                    <a:pt x="87" y="782"/>
                  </a:lnTo>
                  <a:lnTo>
                    <a:pt x="87" y="784"/>
                  </a:lnTo>
                  <a:lnTo>
                    <a:pt x="100" y="799"/>
                  </a:lnTo>
                  <a:lnTo>
                    <a:pt x="117" y="807"/>
                  </a:lnTo>
                  <a:lnTo>
                    <a:pt x="134" y="807"/>
                  </a:lnTo>
                  <a:lnTo>
                    <a:pt x="151" y="801"/>
                  </a:lnTo>
                  <a:lnTo>
                    <a:pt x="164" y="791"/>
                  </a:lnTo>
                  <a:lnTo>
                    <a:pt x="173" y="777"/>
                  </a:lnTo>
                  <a:lnTo>
                    <a:pt x="175" y="759"/>
                  </a:lnTo>
                  <a:lnTo>
                    <a:pt x="169" y="739"/>
                  </a:lnTo>
                  <a:lnTo>
                    <a:pt x="169" y="74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1870" name="Freeform 28"/>
            <p:cNvSpPr>
              <a:spLocks/>
            </p:cNvSpPr>
            <p:nvPr/>
          </p:nvSpPr>
          <p:spPr bwMode="auto">
            <a:xfrm>
              <a:off x="1299" y="1681"/>
              <a:ext cx="157" cy="281"/>
            </a:xfrm>
            <a:custGeom>
              <a:avLst/>
              <a:gdLst>
                <a:gd name="T0" fmla="*/ 6 w 787"/>
                <a:gd name="T1" fmla="*/ 11 h 1404"/>
                <a:gd name="T2" fmla="*/ 6 w 787"/>
                <a:gd name="T3" fmla="*/ 11 h 1404"/>
                <a:gd name="T4" fmla="*/ 1 w 787"/>
                <a:gd name="T5" fmla="*/ 0 h 1404"/>
                <a:gd name="T6" fmla="*/ 0 w 787"/>
                <a:gd name="T7" fmla="*/ 0 h 1404"/>
                <a:gd name="T8" fmla="*/ 6 w 787"/>
                <a:gd name="T9" fmla="*/ 11 h 1404"/>
                <a:gd name="T10" fmla="*/ 6 w 787"/>
                <a:gd name="T11" fmla="*/ 11 h 1404"/>
                <a:gd name="T12" fmla="*/ 6 w 787"/>
                <a:gd name="T13" fmla="*/ 11 h 1404"/>
                <a:gd name="T14" fmla="*/ 6 w 787"/>
                <a:gd name="T15" fmla="*/ 11 h 1404"/>
                <a:gd name="T16" fmla="*/ 6 w 787"/>
                <a:gd name="T17" fmla="*/ 11 h 1404"/>
                <a:gd name="T18" fmla="*/ 6 w 787"/>
                <a:gd name="T19" fmla="*/ 11 h 1404"/>
                <a:gd name="T20" fmla="*/ 6 w 787"/>
                <a:gd name="T21" fmla="*/ 11 h 1404"/>
                <a:gd name="T22" fmla="*/ 6 w 787"/>
                <a:gd name="T23" fmla="*/ 11 h 1404"/>
                <a:gd name="T24" fmla="*/ 6 w 787"/>
                <a:gd name="T25" fmla="*/ 11 h 1404"/>
                <a:gd name="T26" fmla="*/ 6 w 787"/>
                <a:gd name="T27" fmla="*/ 11 h 1404"/>
                <a:gd name="T28" fmla="*/ 6 w 787"/>
                <a:gd name="T29" fmla="*/ 11 h 1404"/>
                <a:gd name="T30" fmla="*/ 6 w 787"/>
                <a:gd name="T31" fmla="*/ 11 h 1404"/>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787"/>
                <a:gd name="T49" fmla="*/ 0 h 1404"/>
                <a:gd name="T50" fmla="*/ 787 w 787"/>
                <a:gd name="T51" fmla="*/ 1404 h 1404"/>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787" h="1404">
                  <a:moveTo>
                    <a:pt x="781" y="1334"/>
                  </a:moveTo>
                  <a:lnTo>
                    <a:pt x="781" y="1337"/>
                  </a:lnTo>
                  <a:lnTo>
                    <a:pt x="82" y="0"/>
                  </a:lnTo>
                  <a:lnTo>
                    <a:pt x="0" y="42"/>
                  </a:lnTo>
                  <a:lnTo>
                    <a:pt x="699" y="1379"/>
                  </a:lnTo>
                  <a:lnTo>
                    <a:pt x="699" y="1381"/>
                  </a:lnTo>
                  <a:lnTo>
                    <a:pt x="699" y="1379"/>
                  </a:lnTo>
                  <a:lnTo>
                    <a:pt x="712" y="1395"/>
                  </a:lnTo>
                  <a:lnTo>
                    <a:pt x="727" y="1402"/>
                  </a:lnTo>
                  <a:lnTo>
                    <a:pt x="744" y="1404"/>
                  </a:lnTo>
                  <a:lnTo>
                    <a:pt x="761" y="1398"/>
                  </a:lnTo>
                  <a:lnTo>
                    <a:pt x="775" y="1388"/>
                  </a:lnTo>
                  <a:lnTo>
                    <a:pt x="784" y="1373"/>
                  </a:lnTo>
                  <a:lnTo>
                    <a:pt x="787" y="1357"/>
                  </a:lnTo>
                  <a:lnTo>
                    <a:pt x="781" y="1337"/>
                  </a:lnTo>
                  <a:lnTo>
                    <a:pt x="781" y="13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1871" name="Freeform 29"/>
            <p:cNvSpPr>
              <a:spLocks/>
            </p:cNvSpPr>
            <p:nvPr/>
          </p:nvSpPr>
          <p:spPr bwMode="auto">
            <a:xfrm>
              <a:off x="1439" y="1948"/>
              <a:ext cx="125" cy="76"/>
            </a:xfrm>
            <a:custGeom>
              <a:avLst/>
              <a:gdLst>
                <a:gd name="T0" fmla="*/ 5 w 628"/>
                <a:gd name="T1" fmla="*/ 2 h 383"/>
                <a:gd name="T2" fmla="*/ 5 w 628"/>
                <a:gd name="T3" fmla="*/ 2 h 383"/>
                <a:gd name="T4" fmla="*/ 4 w 628"/>
                <a:gd name="T5" fmla="*/ 2 h 383"/>
                <a:gd name="T6" fmla="*/ 4 w 628"/>
                <a:gd name="T7" fmla="*/ 2 h 383"/>
                <a:gd name="T8" fmla="*/ 4 w 628"/>
                <a:gd name="T9" fmla="*/ 2 h 383"/>
                <a:gd name="T10" fmla="*/ 3 w 628"/>
                <a:gd name="T11" fmla="*/ 2 h 383"/>
                <a:gd name="T12" fmla="*/ 3 w 628"/>
                <a:gd name="T13" fmla="*/ 2 h 383"/>
                <a:gd name="T14" fmla="*/ 3 w 628"/>
                <a:gd name="T15" fmla="*/ 2 h 383"/>
                <a:gd name="T16" fmla="*/ 3 w 628"/>
                <a:gd name="T17" fmla="*/ 2 h 383"/>
                <a:gd name="T18" fmla="*/ 2 w 628"/>
                <a:gd name="T19" fmla="*/ 2 h 383"/>
                <a:gd name="T20" fmla="*/ 2 w 628"/>
                <a:gd name="T21" fmla="*/ 2 h 383"/>
                <a:gd name="T22" fmla="*/ 2 w 628"/>
                <a:gd name="T23" fmla="*/ 1 h 383"/>
                <a:gd name="T24" fmla="*/ 2 w 628"/>
                <a:gd name="T25" fmla="*/ 1 h 383"/>
                <a:gd name="T26" fmla="*/ 1 w 628"/>
                <a:gd name="T27" fmla="*/ 1 h 383"/>
                <a:gd name="T28" fmla="*/ 1 w 628"/>
                <a:gd name="T29" fmla="*/ 1 h 383"/>
                <a:gd name="T30" fmla="*/ 1 w 628"/>
                <a:gd name="T31" fmla="*/ 1 h 383"/>
                <a:gd name="T32" fmla="*/ 1 w 628"/>
                <a:gd name="T33" fmla="*/ 0 h 383"/>
                <a:gd name="T34" fmla="*/ 1 w 628"/>
                <a:gd name="T35" fmla="*/ 0 h 383"/>
                <a:gd name="T36" fmla="*/ 0 w 628"/>
                <a:gd name="T37" fmla="*/ 0 h 383"/>
                <a:gd name="T38" fmla="*/ 0 w 628"/>
                <a:gd name="T39" fmla="*/ 1 h 383"/>
                <a:gd name="T40" fmla="*/ 0 w 628"/>
                <a:gd name="T41" fmla="*/ 1 h 383"/>
                <a:gd name="T42" fmla="*/ 1 w 628"/>
                <a:gd name="T43" fmla="*/ 1 h 383"/>
                <a:gd name="T44" fmla="*/ 1 w 628"/>
                <a:gd name="T45" fmla="*/ 1 h 383"/>
                <a:gd name="T46" fmla="*/ 1 w 628"/>
                <a:gd name="T47" fmla="*/ 2 h 383"/>
                <a:gd name="T48" fmla="*/ 1 w 628"/>
                <a:gd name="T49" fmla="*/ 2 h 383"/>
                <a:gd name="T50" fmla="*/ 2 w 628"/>
                <a:gd name="T51" fmla="*/ 2 h 383"/>
                <a:gd name="T52" fmla="*/ 2 w 628"/>
                <a:gd name="T53" fmla="*/ 2 h 383"/>
                <a:gd name="T54" fmla="*/ 2 w 628"/>
                <a:gd name="T55" fmla="*/ 2 h 383"/>
                <a:gd name="T56" fmla="*/ 3 w 628"/>
                <a:gd name="T57" fmla="*/ 3 h 383"/>
                <a:gd name="T58" fmla="*/ 3 w 628"/>
                <a:gd name="T59" fmla="*/ 3 h 383"/>
                <a:gd name="T60" fmla="*/ 3 w 628"/>
                <a:gd name="T61" fmla="*/ 3 h 383"/>
                <a:gd name="T62" fmla="*/ 4 w 628"/>
                <a:gd name="T63" fmla="*/ 3 h 383"/>
                <a:gd name="T64" fmla="*/ 4 w 628"/>
                <a:gd name="T65" fmla="*/ 3 h 383"/>
                <a:gd name="T66" fmla="*/ 4 w 628"/>
                <a:gd name="T67" fmla="*/ 3 h 383"/>
                <a:gd name="T68" fmla="*/ 5 w 628"/>
                <a:gd name="T69" fmla="*/ 3 h 383"/>
                <a:gd name="T70" fmla="*/ 5 w 628"/>
                <a:gd name="T71" fmla="*/ 3 h 383"/>
                <a:gd name="T72" fmla="*/ 5 w 628"/>
                <a:gd name="T73" fmla="*/ 3 h 383"/>
                <a:gd name="T74" fmla="*/ 5 w 628"/>
                <a:gd name="T75" fmla="*/ 3 h 383"/>
                <a:gd name="T76" fmla="*/ 5 w 628"/>
                <a:gd name="T77" fmla="*/ 3 h 383"/>
                <a:gd name="T78" fmla="*/ 5 w 628"/>
                <a:gd name="T79" fmla="*/ 3 h 383"/>
                <a:gd name="T80" fmla="*/ 5 w 628"/>
                <a:gd name="T81" fmla="*/ 3 h 383"/>
                <a:gd name="T82" fmla="*/ 5 w 628"/>
                <a:gd name="T83" fmla="*/ 3 h 383"/>
                <a:gd name="T84" fmla="*/ 5 w 628"/>
                <a:gd name="T85" fmla="*/ 2 h 383"/>
                <a:gd name="T86" fmla="*/ 5 w 628"/>
                <a:gd name="T87" fmla="*/ 2 h 383"/>
                <a:gd name="T88" fmla="*/ 5 w 628"/>
                <a:gd name="T89" fmla="*/ 2 h 383"/>
                <a:gd name="T90" fmla="*/ 5 w 628"/>
                <a:gd name="T91" fmla="*/ 2 h 38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628"/>
                <a:gd name="T139" fmla="*/ 0 h 383"/>
                <a:gd name="T140" fmla="*/ 628 w 628"/>
                <a:gd name="T141" fmla="*/ 383 h 38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628" h="383">
                  <a:moveTo>
                    <a:pt x="581" y="289"/>
                  </a:moveTo>
                  <a:lnTo>
                    <a:pt x="582" y="289"/>
                  </a:lnTo>
                  <a:lnTo>
                    <a:pt x="541" y="287"/>
                  </a:lnTo>
                  <a:lnTo>
                    <a:pt x="500" y="283"/>
                  </a:lnTo>
                  <a:lnTo>
                    <a:pt x="462" y="276"/>
                  </a:lnTo>
                  <a:lnTo>
                    <a:pt x="424" y="268"/>
                  </a:lnTo>
                  <a:lnTo>
                    <a:pt x="389" y="255"/>
                  </a:lnTo>
                  <a:lnTo>
                    <a:pt x="352" y="242"/>
                  </a:lnTo>
                  <a:lnTo>
                    <a:pt x="320" y="227"/>
                  </a:lnTo>
                  <a:lnTo>
                    <a:pt x="287" y="209"/>
                  </a:lnTo>
                  <a:lnTo>
                    <a:pt x="255" y="189"/>
                  </a:lnTo>
                  <a:lnTo>
                    <a:pt x="226" y="168"/>
                  </a:lnTo>
                  <a:lnTo>
                    <a:pt x="198" y="145"/>
                  </a:lnTo>
                  <a:lnTo>
                    <a:pt x="172" y="119"/>
                  </a:lnTo>
                  <a:lnTo>
                    <a:pt x="146" y="92"/>
                  </a:lnTo>
                  <a:lnTo>
                    <a:pt x="122" y="64"/>
                  </a:lnTo>
                  <a:lnTo>
                    <a:pt x="100" y="33"/>
                  </a:lnTo>
                  <a:lnTo>
                    <a:pt x="82" y="0"/>
                  </a:lnTo>
                  <a:lnTo>
                    <a:pt x="0" y="47"/>
                  </a:lnTo>
                  <a:lnTo>
                    <a:pt x="23" y="85"/>
                  </a:lnTo>
                  <a:lnTo>
                    <a:pt x="49" y="120"/>
                  </a:lnTo>
                  <a:lnTo>
                    <a:pt x="76" y="153"/>
                  </a:lnTo>
                  <a:lnTo>
                    <a:pt x="104" y="185"/>
                  </a:lnTo>
                  <a:lnTo>
                    <a:pt x="137" y="215"/>
                  </a:lnTo>
                  <a:lnTo>
                    <a:pt x="170" y="241"/>
                  </a:lnTo>
                  <a:lnTo>
                    <a:pt x="204" y="267"/>
                  </a:lnTo>
                  <a:lnTo>
                    <a:pt x="240" y="289"/>
                  </a:lnTo>
                  <a:lnTo>
                    <a:pt x="277" y="309"/>
                  </a:lnTo>
                  <a:lnTo>
                    <a:pt x="317" y="329"/>
                  </a:lnTo>
                  <a:lnTo>
                    <a:pt x="358" y="344"/>
                  </a:lnTo>
                  <a:lnTo>
                    <a:pt x="400" y="357"/>
                  </a:lnTo>
                  <a:lnTo>
                    <a:pt x="444" y="367"/>
                  </a:lnTo>
                  <a:lnTo>
                    <a:pt x="488" y="374"/>
                  </a:lnTo>
                  <a:lnTo>
                    <a:pt x="534" y="380"/>
                  </a:lnTo>
                  <a:lnTo>
                    <a:pt x="580" y="383"/>
                  </a:lnTo>
                  <a:lnTo>
                    <a:pt x="581" y="383"/>
                  </a:lnTo>
                  <a:lnTo>
                    <a:pt x="580" y="383"/>
                  </a:lnTo>
                  <a:lnTo>
                    <a:pt x="600" y="379"/>
                  </a:lnTo>
                  <a:lnTo>
                    <a:pt x="615" y="369"/>
                  </a:lnTo>
                  <a:lnTo>
                    <a:pt x="624" y="353"/>
                  </a:lnTo>
                  <a:lnTo>
                    <a:pt x="628" y="337"/>
                  </a:lnTo>
                  <a:lnTo>
                    <a:pt x="625" y="319"/>
                  </a:lnTo>
                  <a:lnTo>
                    <a:pt x="617" y="304"/>
                  </a:lnTo>
                  <a:lnTo>
                    <a:pt x="602" y="294"/>
                  </a:lnTo>
                  <a:lnTo>
                    <a:pt x="582" y="289"/>
                  </a:lnTo>
                  <a:lnTo>
                    <a:pt x="581" y="28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1872" name="Freeform 30"/>
            <p:cNvSpPr>
              <a:spLocks/>
            </p:cNvSpPr>
            <p:nvPr/>
          </p:nvSpPr>
          <p:spPr bwMode="auto">
            <a:xfrm>
              <a:off x="1587" y="1880"/>
              <a:ext cx="85" cy="49"/>
            </a:xfrm>
            <a:custGeom>
              <a:avLst/>
              <a:gdLst>
                <a:gd name="T0" fmla="*/ 3 w 426"/>
                <a:gd name="T1" fmla="*/ 0 h 245"/>
                <a:gd name="T2" fmla="*/ 3 w 426"/>
                <a:gd name="T3" fmla="*/ 0 h 245"/>
                <a:gd name="T4" fmla="*/ 3 w 426"/>
                <a:gd name="T5" fmla="*/ 0 h 245"/>
                <a:gd name="T6" fmla="*/ 3 w 426"/>
                <a:gd name="T7" fmla="*/ 0 h 245"/>
                <a:gd name="T8" fmla="*/ 2 w 426"/>
                <a:gd name="T9" fmla="*/ 0 h 245"/>
                <a:gd name="T10" fmla="*/ 2 w 426"/>
                <a:gd name="T11" fmla="*/ 0 h 245"/>
                <a:gd name="T12" fmla="*/ 2 w 426"/>
                <a:gd name="T13" fmla="*/ 0 h 245"/>
                <a:gd name="T14" fmla="*/ 2 w 426"/>
                <a:gd name="T15" fmla="*/ 0 h 245"/>
                <a:gd name="T16" fmla="*/ 1 w 426"/>
                <a:gd name="T17" fmla="*/ 0 h 245"/>
                <a:gd name="T18" fmla="*/ 1 w 426"/>
                <a:gd name="T19" fmla="*/ 1 h 245"/>
                <a:gd name="T20" fmla="*/ 1 w 426"/>
                <a:gd name="T21" fmla="*/ 1 h 245"/>
                <a:gd name="T22" fmla="*/ 1 w 426"/>
                <a:gd name="T23" fmla="*/ 1 h 245"/>
                <a:gd name="T24" fmla="*/ 0 w 426"/>
                <a:gd name="T25" fmla="*/ 1 h 245"/>
                <a:gd name="T26" fmla="*/ 0 w 426"/>
                <a:gd name="T27" fmla="*/ 1 h 245"/>
                <a:gd name="T28" fmla="*/ 0 w 426"/>
                <a:gd name="T29" fmla="*/ 1 h 245"/>
                <a:gd name="T30" fmla="*/ 0 w 426"/>
                <a:gd name="T31" fmla="*/ 2 h 245"/>
                <a:gd name="T32" fmla="*/ 0 w 426"/>
                <a:gd name="T33" fmla="*/ 2 h 245"/>
                <a:gd name="T34" fmla="*/ 0 w 426"/>
                <a:gd name="T35" fmla="*/ 2 h 245"/>
                <a:gd name="T36" fmla="*/ 0 w 426"/>
                <a:gd name="T37" fmla="*/ 2 h 245"/>
                <a:gd name="T38" fmla="*/ 0 w 426"/>
                <a:gd name="T39" fmla="*/ 2 h 245"/>
                <a:gd name="T40" fmla="*/ 0 w 426"/>
                <a:gd name="T41" fmla="*/ 2 h 245"/>
                <a:gd name="T42" fmla="*/ 0 w 426"/>
                <a:gd name="T43" fmla="*/ 1 h 245"/>
                <a:gd name="T44" fmla="*/ 0 w 426"/>
                <a:gd name="T45" fmla="*/ 1 h 245"/>
                <a:gd name="T46" fmla="*/ 0 w 426"/>
                <a:gd name="T47" fmla="*/ 1 h 245"/>
                <a:gd name="T48" fmla="*/ 1 w 426"/>
                <a:gd name="T49" fmla="*/ 1 h 245"/>
                <a:gd name="T50" fmla="*/ 1 w 426"/>
                <a:gd name="T51" fmla="*/ 1 h 245"/>
                <a:gd name="T52" fmla="*/ 1 w 426"/>
                <a:gd name="T53" fmla="*/ 1 h 245"/>
                <a:gd name="T54" fmla="*/ 1 w 426"/>
                <a:gd name="T55" fmla="*/ 1 h 245"/>
                <a:gd name="T56" fmla="*/ 2 w 426"/>
                <a:gd name="T57" fmla="*/ 0 h 245"/>
                <a:gd name="T58" fmla="*/ 2 w 426"/>
                <a:gd name="T59" fmla="*/ 0 h 245"/>
                <a:gd name="T60" fmla="*/ 2 w 426"/>
                <a:gd name="T61" fmla="*/ 0 h 245"/>
                <a:gd name="T62" fmla="*/ 2 w 426"/>
                <a:gd name="T63" fmla="*/ 0 h 245"/>
                <a:gd name="T64" fmla="*/ 3 w 426"/>
                <a:gd name="T65" fmla="*/ 0 h 245"/>
                <a:gd name="T66" fmla="*/ 3 w 426"/>
                <a:gd name="T67" fmla="*/ 0 h 245"/>
                <a:gd name="T68" fmla="*/ 3 w 426"/>
                <a:gd name="T69" fmla="*/ 0 h 245"/>
                <a:gd name="T70" fmla="*/ 3 w 426"/>
                <a:gd name="T71" fmla="*/ 0 h 245"/>
                <a:gd name="T72" fmla="*/ 3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426" y="0"/>
                  </a:moveTo>
                  <a:lnTo>
                    <a:pt x="426" y="0"/>
                  </a:lnTo>
                  <a:lnTo>
                    <a:pt x="384" y="1"/>
                  </a:lnTo>
                  <a:lnTo>
                    <a:pt x="340" y="4"/>
                  </a:lnTo>
                  <a:lnTo>
                    <a:pt x="300" y="10"/>
                  </a:lnTo>
                  <a:lnTo>
                    <a:pt x="262" y="18"/>
                  </a:lnTo>
                  <a:lnTo>
                    <a:pt x="224" y="29"/>
                  </a:lnTo>
                  <a:lnTo>
                    <a:pt x="189" y="41"/>
                  </a:lnTo>
                  <a:lnTo>
                    <a:pt x="157" y="55"/>
                  </a:lnTo>
                  <a:lnTo>
                    <a:pt x="126" y="70"/>
                  </a:lnTo>
                  <a:lnTo>
                    <a:pt x="99" y="89"/>
                  </a:lnTo>
                  <a:lnTo>
                    <a:pt x="74" y="106"/>
                  </a:lnTo>
                  <a:lnTo>
                    <a:pt x="52" y="126"/>
                  </a:lnTo>
                  <a:lnTo>
                    <a:pt x="34" y="148"/>
                  </a:lnTo>
                  <a:lnTo>
                    <a:pt x="19" y="171"/>
                  </a:lnTo>
                  <a:lnTo>
                    <a:pt x="9" y="194"/>
                  </a:lnTo>
                  <a:lnTo>
                    <a:pt x="3" y="219"/>
                  </a:lnTo>
                  <a:lnTo>
                    <a:pt x="0" y="245"/>
                  </a:lnTo>
                  <a:lnTo>
                    <a:pt x="12" y="245"/>
                  </a:lnTo>
                  <a:lnTo>
                    <a:pt x="15" y="221"/>
                  </a:lnTo>
                  <a:lnTo>
                    <a:pt x="20" y="199"/>
                  </a:lnTo>
                  <a:lnTo>
                    <a:pt x="31" y="178"/>
                  </a:lnTo>
                  <a:lnTo>
                    <a:pt x="44" y="156"/>
                  </a:lnTo>
                  <a:lnTo>
                    <a:pt x="61" y="136"/>
                  </a:lnTo>
                  <a:lnTo>
                    <a:pt x="81" y="116"/>
                  </a:lnTo>
                  <a:lnTo>
                    <a:pt x="106" y="98"/>
                  </a:lnTo>
                  <a:lnTo>
                    <a:pt x="133" y="82"/>
                  </a:lnTo>
                  <a:lnTo>
                    <a:pt x="162" y="66"/>
                  </a:lnTo>
                  <a:lnTo>
                    <a:pt x="194" y="52"/>
                  </a:lnTo>
                  <a:lnTo>
                    <a:pt x="229" y="41"/>
                  </a:lnTo>
                  <a:lnTo>
                    <a:pt x="264" y="30"/>
                  </a:lnTo>
                  <a:lnTo>
                    <a:pt x="303" y="22"/>
                  </a:lnTo>
                  <a:lnTo>
                    <a:pt x="343" y="16"/>
                  </a:lnTo>
                  <a:lnTo>
                    <a:pt x="384" y="12"/>
                  </a:lnTo>
                  <a:lnTo>
                    <a:pt x="426" y="11"/>
                  </a:lnTo>
                  <a:lnTo>
                    <a:pt x="42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1873" name="Freeform 31"/>
            <p:cNvSpPr>
              <a:spLocks/>
            </p:cNvSpPr>
            <p:nvPr/>
          </p:nvSpPr>
          <p:spPr bwMode="auto">
            <a:xfrm>
              <a:off x="1587" y="1929"/>
              <a:ext cx="85" cy="49"/>
            </a:xfrm>
            <a:custGeom>
              <a:avLst/>
              <a:gdLst>
                <a:gd name="T0" fmla="*/ 0 w 426"/>
                <a:gd name="T1" fmla="*/ 0 h 245"/>
                <a:gd name="T2" fmla="*/ 0 w 426"/>
                <a:gd name="T3" fmla="*/ 0 h 245"/>
                <a:gd name="T4" fmla="*/ 0 w 426"/>
                <a:gd name="T5" fmla="*/ 0 h 245"/>
                <a:gd name="T6" fmla="*/ 0 w 426"/>
                <a:gd name="T7" fmla="*/ 0 h 245"/>
                <a:gd name="T8" fmla="*/ 0 w 426"/>
                <a:gd name="T9" fmla="*/ 1 h 245"/>
                <a:gd name="T10" fmla="*/ 0 w 426"/>
                <a:gd name="T11" fmla="*/ 1 h 245"/>
                <a:gd name="T12" fmla="*/ 0 w 426"/>
                <a:gd name="T13" fmla="*/ 1 h 245"/>
                <a:gd name="T14" fmla="*/ 1 w 426"/>
                <a:gd name="T15" fmla="*/ 1 h 245"/>
                <a:gd name="T16" fmla="*/ 1 w 426"/>
                <a:gd name="T17" fmla="*/ 1 h 245"/>
                <a:gd name="T18" fmla="*/ 1 w 426"/>
                <a:gd name="T19" fmla="*/ 1 h 245"/>
                <a:gd name="T20" fmla="*/ 1 w 426"/>
                <a:gd name="T21" fmla="*/ 2 h 245"/>
                <a:gd name="T22" fmla="*/ 2 w 426"/>
                <a:gd name="T23" fmla="*/ 2 h 245"/>
                <a:gd name="T24" fmla="*/ 2 w 426"/>
                <a:gd name="T25" fmla="*/ 2 h 245"/>
                <a:gd name="T26" fmla="*/ 2 w 426"/>
                <a:gd name="T27" fmla="*/ 2 h 245"/>
                <a:gd name="T28" fmla="*/ 2 w 426"/>
                <a:gd name="T29" fmla="*/ 2 h 245"/>
                <a:gd name="T30" fmla="*/ 3 w 426"/>
                <a:gd name="T31" fmla="*/ 2 h 245"/>
                <a:gd name="T32" fmla="*/ 3 w 426"/>
                <a:gd name="T33" fmla="*/ 2 h 245"/>
                <a:gd name="T34" fmla="*/ 3 w 426"/>
                <a:gd name="T35" fmla="*/ 2 h 245"/>
                <a:gd name="T36" fmla="*/ 3 w 426"/>
                <a:gd name="T37" fmla="*/ 2 h 245"/>
                <a:gd name="T38" fmla="*/ 3 w 426"/>
                <a:gd name="T39" fmla="*/ 2 h 245"/>
                <a:gd name="T40" fmla="*/ 3 w 426"/>
                <a:gd name="T41" fmla="*/ 2 h 245"/>
                <a:gd name="T42" fmla="*/ 2 w 426"/>
                <a:gd name="T43" fmla="*/ 2 h 245"/>
                <a:gd name="T44" fmla="*/ 2 w 426"/>
                <a:gd name="T45" fmla="*/ 2 h 245"/>
                <a:gd name="T46" fmla="*/ 2 w 426"/>
                <a:gd name="T47" fmla="*/ 2 h 245"/>
                <a:gd name="T48" fmla="*/ 2 w 426"/>
                <a:gd name="T49" fmla="*/ 2 h 245"/>
                <a:gd name="T50" fmla="*/ 1 w 426"/>
                <a:gd name="T51" fmla="*/ 1 h 245"/>
                <a:gd name="T52" fmla="*/ 1 w 426"/>
                <a:gd name="T53" fmla="*/ 1 h 245"/>
                <a:gd name="T54" fmla="*/ 1 w 426"/>
                <a:gd name="T55" fmla="*/ 1 h 245"/>
                <a:gd name="T56" fmla="*/ 1 w 426"/>
                <a:gd name="T57" fmla="*/ 1 h 245"/>
                <a:gd name="T58" fmla="*/ 0 w 426"/>
                <a:gd name="T59" fmla="*/ 1 h 245"/>
                <a:gd name="T60" fmla="*/ 0 w 426"/>
                <a:gd name="T61" fmla="*/ 1 h 245"/>
                <a:gd name="T62" fmla="*/ 0 w 426"/>
                <a:gd name="T63" fmla="*/ 1 h 245"/>
                <a:gd name="T64" fmla="*/ 0 w 426"/>
                <a:gd name="T65" fmla="*/ 0 h 245"/>
                <a:gd name="T66" fmla="*/ 0 w 426"/>
                <a:gd name="T67" fmla="*/ 0 h 245"/>
                <a:gd name="T68" fmla="*/ 0 w 426"/>
                <a:gd name="T69" fmla="*/ 0 h 245"/>
                <a:gd name="T70" fmla="*/ 0 w 426"/>
                <a:gd name="T71" fmla="*/ 0 h 245"/>
                <a:gd name="T72" fmla="*/ 0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0" y="0"/>
                  </a:moveTo>
                  <a:lnTo>
                    <a:pt x="0" y="0"/>
                  </a:lnTo>
                  <a:lnTo>
                    <a:pt x="3" y="25"/>
                  </a:lnTo>
                  <a:lnTo>
                    <a:pt x="9" y="50"/>
                  </a:lnTo>
                  <a:lnTo>
                    <a:pt x="19" y="73"/>
                  </a:lnTo>
                  <a:lnTo>
                    <a:pt x="34" y="96"/>
                  </a:lnTo>
                  <a:lnTo>
                    <a:pt x="52" y="118"/>
                  </a:lnTo>
                  <a:lnTo>
                    <a:pt x="74" y="138"/>
                  </a:lnTo>
                  <a:lnTo>
                    <a:pt x="99" y="156"/>
                  </a:lnTo>
                  <a:lnTo>
                    <a:pt x="126" y="174"/>
                  </a:lnTo>
                  <a:lnTo>
                    <a:pt x="157" y="190"/>
                  </a:lnTo>
                  <a:lnTo>
                    <a:pt x="189" y="204"/>
                  </a:lnTo>
                  <a:lnTo>
                    <a:pt x="224" y="215"/>
                  </a:lnTo>
                  <a:lnTo>
                    <a:pt x="262" y="226"/>
                  </a:lnTo>
                  <a:lnTo>
                    <a:pt x="300" y="234"/>
                  </a:lnTo>
                  <a:lnTo>
                    <a:pt x="340" y="240"/>
                  </a:lnTo>
                  <a:lnTo>
                    <a:pt x="384" y="244"/>
                  </a:lnTo>
                  <a:lnTo>
                    <a:pt x="426" y="245"/>
                  </a:lnTo>
                  <a:lnTo>
                    <a:pt x="426" y="233"/>
                  </a:lnTo>
                  <a:lnTo>
                    <a:pt x="384" y="232"/>
                  </a:lnTo>
                  <a:lnTo>
                    <a:pt x="343" y="228"/>
                  </a:lnTo>
                  <a:lnTo>
                    <a:pt x="303" y="222"/>
                  </a:lnTo>
                  <a:lnTo>
                    <a:pt x="264" y="214"/>
                  </a:lnTo>
                  <a:lnTo>
                    <a:pt x="229" y="204"/>
                  </a:lnTo>
                  <a:lnTo>
                    <a:pt x="194" y="192"/>
                  </a:lnTo>
                  <a:lnTo>
                    <a:pt x="162" y="178"/>
                  </a:lnTo>
                  <a:lnTo>
                    <a:pt x="133" y="163"/>
                  </a:lnTo>
                  <a:lnTo>
                    <a:pt x="106" y="146"/>
                  </a:lnTo>
                  <a:lnTo>
                    <a:pt x="81" y="129"/>
                  </a:lnTo>
                  <a:lnTo>
                    <a:pt x="61" y="109"/>
                  </a:lnTo>
                  <a:lnTo>
                    <a:pt x="44" y="89"/>
                  </a:lnTo>
                  <a:lnTo>
                    <a:pt x="31" y="66"/>
                  </a:lnTo>
                  <a:lnTo>
                    <a:pt x="20" y="45"/>
                  </a:lnTo>
                  <a:lnTo>
                    <a:pt x="15" y="2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1874" name="Freeform 32"/>
            <p:cNvSpPr>
              <a:spLocks/>
            </p:cNvSpPr>
            <p:nvPr/>
          </p:nvSpPr>
          <p:spPr bwMode="auto">
            <a:xfrm>
              <a:off x="878" y="1448"/>
              <a:ext cx="792" cy="954"/>
            </a:xfrm>
            <a:custGeom>
              <a:avLst/>
              <a:gdLst>
                <a:gd name="T0" fmla="*/ 13 w 3960"/>
                <a:gd name="T1" fmla="*/ 38 h 4768"/>
                <a:gd name="T2" fmla="*/ 14 w 3960"/>
                <a:gd name="T3" fmla="*/ 38 h 4768"/>
                <a:gd name="T4" fmla="*/ 15 w 3960"/>
                <a:gd name="T5" fmla="*/ 38 h 4768"/>
                <a:gd name="T6" fmla="*/ 15 w 3960"/>
                <a:gd name="T7" fmla="*/ 38 h 4768"/>
                <a:gd name="T8" fmla="*/ 16 w 3960"/>
                <a:gd name="T9" fmla="*/ 38 h 4768"/>
                <a:gd name="T10" fmla="*/ 17 w 3960"/>
                <a:gd name="T11" fmla="*/ 38 h 4768"/>
                <a:gd name="T12" fmla="*/ 17 w 3960"/>
                <a:gd name="T13" fmla="*/ 38 h 4768"/>
                <a:gd name="T14" fmla="*/ 18 w 3960"/>
                <a:gd name="T15" fmla="*/ 38 h 4768"/>
                <a:gd name="T16" fmla="*/ 18 w 3960"/>
                <a:gd name="T17" fmla="*/ 38 h 4768"/>
                <a:gd name="T18" fmla="*/ 29 w 3960"/>
                <a:gd name="T19" fmla="*/ 30 h 4768"/>
                <a:gd name="T20" fmla="*/ 30 w 3960"/>
                <a:gd name="T21" fmla="*/ 30 h 4768"/>
                <a:gd name="T22" fmla="*/ 30 w 3960"/>
                <a:gd name="T23" fmla="*/ 29 h 4768"/>
                <a:gd name="T24" fmla="*/ 31 w 3960"/>
                <a:gd name="T25" fmla="*/ 28 h 4768"/>
                <a:gd name="T26" fmla="*/ 31 w 3960"/>
                <a:gd name="T27" fmla="*/ 28 h 4768"/>
                <a:gd name="T28" fmla="*/ 31 w 3960"/>
                <a:gd name="T29" fmla="*/ 27 h 4768"/>
                <a:gd name="T30" fmla="*/ 32 w 3960"/>
                <a:gd name="T31" fmla="*/ 26 h 4768"/>
                <a:gd name="T32" fmla="*/ 32 w 3960"/>
                <a:gd name="T33" fmla="*/ 25 h 4768"/>
                <a:gd name="T34" fmla="*/ 32 w 3960"/>
                <a:gd name="T35" fmla="*/ 11 h 4768"/>
                <a:gd name="T36" fmla="*/ 32 w 3960"/>
                <a:gd name="T37" fmla="*/ 10 h 4768"/>
                <a:gd name="T38" fmla="*/ 31 w 3960"/>
                <a:gd name="T39" fmla="*/ 9 h 4768"/>
                <a:gd name="T40" fmla="*/ 31 w 3960"/>
                <a:gd name="T41" fmla="*/ 9 h 4768"/>
                <a:gd name="T42" fmla="*/ 31 w 3960"/>
                <a:gd name="T43" fmla="*/ 8 h 4768"/>
                <a:gd name="T44" fmla="*/ 31 w 3960"/>
                <a:gd name="T45" fmla="*/ 8 h 4768"/>
                <a:gd name="T46" fmla="*/ 30 w 3960"/>
                <a:gd name="T47" fmla="*/ 7 h 4768"/>
                <a:gd name="T48" fmla="*/ 30 w 3960"/>
                <a:gd name="T49" fmla="*/ 7 h 4768"/>
                <a:gd name="T50" fmla="*/ 29 w 3960"/>
                <a:gd name="T51" fmla="*/ 6 h 4768"/>
                <a:gd name="T52" fmla="*/ 19 w 3960"/>
                <a:gd name="T53" fmla="*/ 1 h 4768"/>
                <a:gd name="T54" fmla="*/ 18 w 3960"/>
                <a:gd name="T55" fmla="*/ 0 h 4768"/>
                <a:gd name="T56" fmla="*/ 17 w 3960"/>
                <a:gd name="T57" fmla="*/ 0 h 4768"/>
                <a:gd name="T58" fmla="*/ 17 w 3960"/>
                <a:gd name="T59" fmla="*/ 0 h 4768"/>
                <a:gd name="T60" fmla="*/ 16 w 3960"/>
                <a:gd name="T61" fmla="*/ 0 h 4768"/>
                <a:gd name="T62" fmla="*/ 15 w 3960"/>
                <a:gd name="T63" fmla="*/ 0 h 4768"/>
                <a:gd name="T64" fmla="*/ 14 w 3960"/>
                <a:gd name="T65" fmla="*/ 0 h 4768"/>
                <a:gd name="T66" fmla="*/ 14 w 3960"/>
                <a:gd name="T67" fmla="*/ 0 h 4768"/>
                <a:gd name="T68" fmla="*/ 2 w 3960"/>
                <a:gd name="T69" fmla="*/ 6 h 4768"/>
                <a:gd name="T70" fmla="*/ 2 w 3960"/>
                <a:gd name="T71" fmla="*/ 7 h 4768"/>
                <a:gd name="T72" fmla="*/ 1 w 3960"/>
                <a:gd name="T73" fmla="*/ 7 h 4768"/>
                <a:gd name="T74" fmla="*/ 1 w 3960"/>
                <a:gd name="T75" fmla="*/ 8 h 4768"/>
                <a:gd name="T76" fmla="*/ 1 w 3960"/>
                <a:gd name="T77" fmla="*/ 8 h 4768"/>
                <a:gd name="T78" fmla="*/ 0 w 3960"/>
                <a:gd name="T79" fmla="*/ 9 h 4768"/>
                <a:gd name="T80" fmla="*/ 0 w 3960"/>
                <a:gd name="T81" fmla="*/ 9 h 4768"/>
                <a:gd name="T82" fmla="*/ 0 w 3960"/>
                <a:gd name="T83" fmla="*/ 10 h 4768"/>
                <a:gd name="T84" fmla="*/ 0 w 3960"/>
                <a:gd name="T85" fmla="*/ 11 h 4768"/>
                <a:gd name="T86" fmla="*/ 0 w 3960"/>
                <a:gd name="T87" fmla="*/ 25 h 4768"/>
                <a:gd name="T88" fmla="*/ 0 w 3960"/>
                <a:gd name="T89" fmla="*/ 26 h 4768"/>
                <a:gd name="T90" fmla="*/ 0 w 3960"/>
                <a:gd name="T91" fmla="*/ 27 h 4768"/>
                <a:gd name="T92" fmla="*/ 1 w 3960"/>
                <a:gd name="T93" fmla="*/ 28 h 4768"/>
                <a:gd name="T94" fmla="*/ 1 w 3960"/>
                <a:gd name="T95" fmla="*/ 29 h 4768"/>
                <a:gd name="T96" fmla="*/ 1 w 3960"/>
                <a:gd name="T97" fmla="*/ 29 h 4768"/>
                <a:gd name="T98" fmla="*/ 2 w 3960"/>
                <a:gd name="T99" fmla="*/ 30 h 4768"/>
                <a:gd name="T100" fmla="*/ 3 w 3960"/>
                <a:gd name="T101" fmla="*/ 31 h 4768"/>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w 3960"/>
                <a:gd name="T154" fmla="*/ 0 h 4768"/>
                <a:gd name="T155" fmla="*/ 3960 w 3960"/>
                <a:gd name="T156" fmla="*/ 4768 h 4768"/>
              </a:gdLst>
              <a:ahLst/>
              <a:cxnLst>
                <a:cxn ang="T102">
                  <a:pos x="T0" y="T1"/>
                </a:cxn>
                <a:cxn ang="T103">
                  <a:pos x="T2" y="T3"/>
                </a:cxn>
                <a:cxn ang="T104">
                  <a:pos x="T4" y="T5"/>
                </a:cxn>
                <a:cxn ang="T105">
                  <a:pos x="T6" y="T7"/>
                </a:cxn>
                <a:cxn ang="T106">
                  <a:pos x="T8" y="T9"/>
                </a:cxn>
                <a:cxn ang="T107">
                  <a:pos x="T10" y="T11"/>
                </a:cxn>
                <a:cxn ang="T108">
                  <a:pos x="T12" y="T13"/>
                </a:cxn>
                <a:cxn ang="T109">
                  <a:pos x="T14" y="T15"/>
                </a:cxn>
                <a:cxn ang="T110">
                  <a:pos x="T16" y="T17"/>
                </a:cxn>
                <a:cxn ang="T111">
                  <a:pos x="T18" y="T19"/>
                </a:cxn>
                <a:cxn ang="T112">
                  <a:pos x="T20" y="T21"/>
                </a:cxn>
                <a:cxn ang="T113">
                  <a:pos x="T22" y="T23"/>
                </a:cxn>
                <a:cxn ang="T114">
                  <a:pos x="T24" y="T25"/>
                </a:cxn>
                <a:cxn ang="T115">
                  <a:pos x="T26" y="T27"/>
                </a:cxn>
                <a:cxn ang="T116">
                  <a:pos x="T28" y="T29"/>
                </a:cxn>
                <a:cxn ang="T117">
                  <a:pos x="T30" y="T31"/>
                </a:cxn>
                <a:cxn ang="T118">
                  <a:pos x="T32" y="T33"/>
                </a:cxn>
                <a:cxn ang="T119">
                  <a:pos x="T34" y="T35"/>
                </a:cxn>
                <a:cxn ang="T120">
                  <a:pos x="T36" y="T37"/>
                </a:cxn>
                <a:cxn ang="T121">
                  <a:pos x="T38" y="T39"/>
                </a:cxn>
                <a:cxn ang="T122">
                  <a:pos x="T40" y="T41"/>
                </a:cxn>
                <a:cxn ang="T123">
                  <a:pos x="T42" y="T43"/>
                </a:cxn>
                <a:cxn ang="T124">
                  <a:pos x="T44" y="T45"/>
                </a:cxn>
                <a:cxn ang="T125">
                  <a:pos x="T46" y="T47"/>
                </a:cxn>
                <a:cxn ang="T126">
                  <a:pos x="T48" y="T49"/>
                </a:cxn>
                <a:cxn ang="T127">
                  <a:pos x="T50" y="T51"/>
                </a:cxn>
                <a:cxn ang="T128">
                  <a:pos x="T52" y="T53"/>
                </a:cxn>
                <a:cxn ang="T129">
                  <a:pos x="T54" y="T55"/>
                </a:cxn>
                <a:cxn ang="T130">
                  <a:pos x="T56" y="T57"/>
                </a:cxn>
                <a:cxn ang="T131">
                  <a:pos x="T58" y="T59"/>
                </a:cxn>
                <a:cxn ang="T132">
                  <a:pos x="T60" y="T61"/>
                </a:cxn>
                <a:cxn ang="T133">
                  <a:pos x="T62" y="T63"/>
                </a:cxn>
                <a:cxn ang="T134">
                  <a:pos x="T64" y="T65"/>
                </a:cxn>
                <a:cxn ang="T135">
                  <a:pos x="T66" y="T67"/>
                </a:cxn>
                <a:cxn ang="T136">
                  <a:pos x="T68" y="T69"/>
                </a:cxn>
                <a:cxn ang="T137">
                  <a:pos x="T70" y="T71"/>
                </a:cxn>
                <a:cxn ang="T138">
                  <a:pos x="T72" y="T73"/>
                </a:cxn>
                <a:cxn ang="T139">
                  <a:pos x="T74" y="T75"/>
                </a:cxn>
                <a:cxn ang="T140">
                  <a:pos x="T76" y="T77"/>
                </a:cxn>
                <a:cxn ang="T141">
                  <a:pos x="T78" y="T79"/>
                </a:cxn>
                <a:cxn ang="T142">
                  <a:pos x="T80" y="T81"/>
                </a:cxn>
                <a:cxn ang="T143">
                  <a:pos x="T82" y="T83"/>
                </a:cxn>
                <a:cxn ang="T144">
                  <a:pos x="T84" y="T85"/>
                </a:cxn>
                <a:cxn ang="T145">
                  <a:pos x="T86" y="T87"/>
                </a:cxn>
                <a:cxn ang="T146">
                  <a:pos x="T88" y="T89"/>
                </a:cxn>
                <a:cxn ang="T147">
                  <a:pos x="T90" y="T91"/>
                </a:cxn>
                <a:cxn ang="T148">
                  <a:pos x="T92" y="T93"/>
                </a:cxn>
                <a:cxn ang="T149">
                  <a:pos x="T94" y="T95"/>
                </a:cxn>
                <a:cxn ang="T150">
                  <a:pos x="T96" y="T97"/>
                </a:cxn>
                <a:cxn ang="T151">
                  <a:pos x="T98" y="T99"/>
                </a:cxn>
                <a:cxn ang="T152">
                  <a:pos x="T100" y="T101"/>
                </a:cxn>
              </a:cxnLst>
              <a:rect l="T153" t="T154" r="T155" b="T156"/>
              <a:pathLst>
                <a:path w="3960" h="4768">
                  <a:moveTo>
                    <a:pt x="353" y="3849"/>
                  </a:moveTo>
                  <a:lnTo>
                    <a:pt x="1661" y="4700"/>
                  </a:lnTo>
                  <a:lnTo>
                    <a:pt x="1697" y="4717"/>
                  </a:lnTo>
                  <a:lnTo>
                    <a:pt x="1736" y="4731"/>
                  </a:lnTo>
                  <a:lnTo>
                    <a:pt x="1776" y="4742"/>
                  </a:lnTo>
                  <a:lnTo>
                    <a:pt x="1818" y="4753"/>
                  </a:lnTo>
                  <a:lnTo>
                    <a:pt x="1860" y="4760"/>
                  </a:lnTo>
                  <a:lnTo>
                    <a:pt x="1902" y="4765"/>
                  </a:lnTo>
                  <a:lnTo>
                    <a:pt x="1946" y="4768"/>
                  </a:lnTo>
                  <a:lnTo>
                    <a:pt x="1988" y="4768"/>
                  </a:lnTo>
                  <a:lnTo>
                    <a:pt x="2031" y="4767"/>
                  </a:lnTo>
                  <a:lnTo>
                    <a:pt x="2073" y="4763"/>
                  </a:lnTo>
                  <a:lnTo>
                    <a:pt x="2114" y="4758"/>
                  </a:lnTo>
                  <a:lnTo>
                    <a:pt x="2154" y="4751"/>
                  </a:lnTo>
                  <a:lnTo>
                    <a:pt x="2193" y="4740"/>
                  </a:lnTo>
                  <a:lnTo>
                    <a:pt x="2230" y="4729"/>
                  </a:lnTo>
                  <a:lnTo>
                    <a:pt x="2264" y="4715"/>
                  </a:lnTo>
                  <a:lnTo>
                    <a:pt x="2297" y="4700"/>
                  </a:lnTo>
                  <a:lnTo>
                    <a:pt x="3639" y="3825"/>
                  </a:lnTo>
                  <a:lnTo>
                    <a:pt x="3673" y="3795"/>
                  </a:lnTo>
                  <a:lnTo>
                    <a:pt x="3707" y="3761"/>
                  </a:lnTo>
                  <a:lnTo>
                    <a:pt x="3738" y="3725"/>
                  </a:lnTo>
                  <a:lnTo>
                    <a:pt x="3768" y="3685"/>
                  </a:lnTo>
                  <a:lnTo>
                    <a:pt x="3796" y="3644"/>
                  </a:lnTo>
                  <a:lnTo>
                    <a:pt x="3821" y="3599"/>
                  </a:lnTo>
                  <a:lnTo>
                    <a:pt x="3846" y="3553"/>
                  </a:lnTo>
                  <a:lnTo>
                    <a:pt x="3868" y="3505"/>
                  </a:lnTo>
                  <a:lnTo>
                    <a:pt x="3888" y="3456"/>
                  </a:lnTo>
                  <a:lnTo>
                    <a:pt x="3907" y="3406"/>
                  </a:lnTo>
                  <a:lnTo>
                    <a:pt x="3922" y="3354"/>
                  </a:lnTo>
                  <a:lnTo>
                    <a:pt x="3935" y="3303"/>
                  </a:lnTo>
                  <a:lnTo>
                    <a:pt x="3946" y="3250"/>
                  </a:lnTo>
                  <a:lnTo>
                    <a:pt x="3953" y="3197"/>
                  </a:lnTo>
                  <a:lnTo>
                    <a:pt x="3957" y="3144"/>
                  </a:lnTo>
                  <a:lnTo>
                    <a:pt x="3960" y="3092"/>
                  </a:lnTo>
                  <a:lnTo>
                    <a:pt x="3959" y="1313"/>
                  </a:lnTo>
                  <a:lnTo>
                    <a:pt x="3955" y="1271"/>
                  </a:lnTo>
                  <a:lnTo>
                    <a:pt x="3949" y="1229"/>
                  </a:lnTo>
                  <a:lnTo>
                    <a:pt x="3941" y="1189"/>
                  </a:lnTo>
                  <a:lnTo>
                    <a:pt x="3930" y="1149"/>
                  </a:lnTo>
                  <a:lnTo>
                    <a:pt x="3918" y="1111"/>
                  </a:lnTo>
                  <a:lnTo>
                    <a:pt x="3902" y="1075"/>
                  </a:lnTo>
                  <a:lnTo>
                    <a:pt x="3886" y="1040"/>
                  </a:lnTo>
                  <a:lnTo>
                    <a:pt x="3867" y="1006"/>
                  </a:lnTo>
                  <a:lnTo>
                    <a:pt x="3846" y="973"/>
                  </a:lnTo>
                  <a:lnTo>
                    <a:pt x="3823" y="942"/>
                  </a:lnTo>
                  <a:lnTo>
                    <a:pt x="3798" y="913"/>
                  </a:lnTo>
                  <a:lnTo>
                    <a:pt x="3771" y="886"/>
                  </a:lnTo>
                  <a:lnTo>
                    <a:pt x="3743" y="860"/>
                  </a:lnTo>
                  <a:lnTo>
                    <a:pt x="3714" y="837"/>
                  </a:lnTo>
                  <a:lnTo>
                    <a:pt x="3682" y="816"/>
                  </a:lnTo>
                  <a:lnTo>
                    <a:pt x="3649" y="796"/>
                  </a:lnTo>
                  <a:lnTo>
                    <a:pt x="2386" y="83"/>
                  </a:lnTo>
                  <a:lnTo>
                    <a:pt x="2350" y="65"/>
                  </a:lnTo>
                  <a:lnTo>
                    <a:pt x="2310" y="50"/>
                  </a:lnTo>
                  <a:lnTo>
                    <a:pt x="2268" y="36"/>
                  </a:lnTo>
                  <a:lnTo>
                    <a:pt x="2223" y="24"/>
                  </a:lnTo>
                  <a:lnTo>
                    <a:pt x="2178" y="15"/>
                  </a:lnTo>
                  <a:lnTo>
                    <a:pt x="2131" y="8"/>
                  </a:lnTo>
                  <a:lnTo>
                    <a:pt x="2082" y="3"/>
                  </a:lnTo>
                  <a:lnTo>
                    <a:pt x="2032" y="0"/>
                  </a:lnTo>
                  <a:lnTo>
                    <a:pt x="1982" y="1"/>
                  </a:lnTo>
                  <a:lnTo>
                    <a:pt x="1933" y="3"/>
                  </a:lnTo>
                  <a:lnTo>
                    <a:pt x="1882" y="9"/>
                  </a:lnTo>
                  <a:lnTo>
                    <a:pt x="1833" y="17"/>
                  </a:lnTo>
                  <a:lnTo>
                    <a:pt x="1785" y="29"/>
                  </a:lnTo>
                  <a:lnTo>
                    <a:pt x="1737" y="43"/>
                  </a:lnTo>
                  <a:lnTo>
                    <a:pt x="1691" y="62"/>
                  </a:lnTo>
                  <a:lnTo>
                    <a:pt x="1647" y="83"/>
                  </a:lnTo>
                  <a:lnTo>
                    <a:pt x="311" y="782"/>
                  </a:lnTo>
                  <a:lnTo>
                    <a:pt x="276" y="803"/>
                  </a:lnTo>
                  <a:lnTo>
                    <a:pt x="243" y="826"/>
                  </a:lnTo>
                  <a:lnTo>
                    <a:pt x="213" y="852"/>
                  </a:lnTo>
                  <a:lnTo>
                    <a:pt x="184" y="879"/>
                  </a:lnTo>
                  <a:lnTo>
                    <a:pt x="155" y="908"/>
                  </a:lnTo>
                  <a:lnTo>
                    <a:pt x="131" y="939"/>
                  </a:lnTo>
                  <a:lnTo>
                    <a:pt x="107" y="971"/>
                  </a:lnTo>
                  <a:lnTo>
                    <a:pt x="86" y="1005"/>
                  </a:lnTo>
                  <a:lnTo>
                    <a:pt x="68" y="1040"/>
                  </a:lnTo>
                  <a:lnTo>
                    <a:pt x="50" y="1076"/>
                  </a:lnTo>
                  <a:lnTo>
                    <a:pt x="36" y="1115"/>
                  </a:lnTo>
                  <a:lnTo>
                    <a:pt x="23" y="1153"/>
                  </a:lnTo>
                  <a:lnTo>
                    <a:pt x="14" y="1195"/>
                  </a:lnTo>
                  <a:lnTo>
                    <a:pt x="7" y="1236"/>
                  </a:lnTo>
                  <a:lnTo>
                    <a:pt x="2" y="1279"/>
                  </a:lnTo>
                  <a:lnTo>
                    <a:pt x="0" y="1322"/>
                  </a:lnTo>
                  <a:lnTo>
                    <a:pt x="0" y="3093"/>
                  </a:lnTo>
                  <a:lnTo>
                    <a:pt x="2" y="3147"/>
                  </a:lnTo>
                  <a:lnTo>
                    <a:pt x="7" y="3202"/>
                  </a:lnTo>
                  <a:lnTo>
                    <a:pt x="15" y="3257"/>
                  </a:lnTo>
                  <a:lnTo>
                    <a:pt x="27" y="3312"/>
                  </a:lnTo>
                  <a:lnTo>
                    <a:pt x="42" y="3366"/>
                  </a:lnTo>
                  <a:lnTo>
                    <a:pt x="59" y="3420"/>
                  </a:lnTo>
                  <a:lnTo>
                    <a:pt x="79" y="3474"/>
                  </a:lnTo>
                  <a:lnTo>
                    <a:pt x="102" y="3525"/>
                  </a:lnTo>
                  <a:lnTo>
                    <a:pt x="127" y="3576"/>
                  </a:lnTo>
                  <a:lnTo>
                    <a:pt x="154" y="3624"/>
                  </a:lnTo>
                  <a:lnTo>
                    <a:pt x="184" y="3670"/>
                  </a:lnTo>
                  <a:lnTo>
                    <a:pt x="214" y="3712"/>
                  </a:lnTo>
                  <a:lnTo>
                    <a:pt x="247" y="3752"/>
                  </a:lnTo>
                  <a:lnTo>
                    <a:pt x="281" y="3788"/>
                  </a:lnTo>
                  <a:lnTo>
                    <a:pt x="317" y="3821"/>
                  </a:lnTo>
                  <a:lnTo>
                    <a:pt x="353" y="384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1875" name="Freeform 33"/>
            <p:cNvSpPr>
              <a:spLocks/>
            </p:cNvSpPr>
            <p:nvPr/>
          </p:nvSpPr>
          <p:spPr bwMode="auto">
            <a:xfrm>
              <a:off x="943" y="2210"/>
              <a:ext cx="276" cy="187"/>
            </a:xfrm>
            <a:custGeom>
              <a:avLst/>
              <a:gdLst>
                <a:gd name="T0" fmla="*/ 11 w 1380"/>
                <a:gd name="T1" fmla="*/ 7 h 937"/>
                <a:gd name="T2" fmla="*/ 11 w 1380"/>
                <a:gd name="T3" fmla="*/ 7 h 937"/>
                <a:gd name="T4" fmla="*/ 0 w 1380"/>
                <a:gd name="T5" fmla="*/ 0 h 937"/>
                <a:gd name="T6" fmla="*/ 0 w 1380"/>
                <a:gd name="T7" fmla="*/ 1 h 937"/>
                <a:gd name="T8" fmla="*/ 10 w 1380"/>
                <a:gd name="T9" fmla="*/ 7 h 937"/>
                <a:gd name="T10" fmla="*/ 10 w 1380"/>
                <a:gd name="T11" fmla="*/ 7 h 937"/>
                <a:gd name="T12" fmla="*/ 10 w 1380"/>
                <a:gd name="T13" fmla="*/ 7 h 937"/>
                <a:gd name="T14" fmla="*/ 11 w 1380"/>
                <a:gd name="T15" fmla="*/ 7 h 937"/>
                <a:gd name="T16" fmla="*/ 11 w 1380"/>
                <a:gd name="T17" fmla="*/ 7 h 937"/>
                <a:gd name="T18" fmla="*/ 11 w 1380"/>
                <a:gd name="T19" fmla="*/ 7 h 937"/>
                <a:gd name="T20" fmla="*/ 11 w 1380"/>
                <a:gd name="T21" fmla="*/ 7 h 937"/>
                <a:gd name="T22" fmla="*/ 11 w 1380"/>
                <a:gd name="T23" fmla="*/ 7 h 937"/>
                <a:gd name="T24" fmla="*/ 11 w 1380"/>
                <a:gd name="T25" fmla="*/ 7 h 937"/>
                <a:gd name="T26" fmla="*/ 11 w 1380"/>
                <a:gd name="T27" fmla="*/ 7 h 937"/>
                <a:gd name="T28" fmla="*/ 11 w 1380"/>
                <a:gd name="T29" fmla="*/ 7 h 937"/>
                <a:gd name="T30" fmla="*/ 11 w 1380"/>
                <a:gd name="T31" fmla="*/ 7 h 93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80"/>
                <a:gd name="T49" fmla="*/ 0 h 937"/>
                <a:gd name="T50" fmla="*/ 1380 w 1380"/>
                <a:gd name="T51" fmla="*/ 937 h 93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80" h="937">
                  <a:moveTo>
                    <a:pt x="1354" y="848"/>
                  </a:moveTo>
                  <a:lnTo>
                    <a:pt x="1359" y="851"/>
                  </a:lnTo>
                  <a:lnTo>
                    <a:pt x="51" y="0"/>
                  </a:lnTo>
                  <a:lnTo>
                    <a:pt x="0" y="78"/>
                  </a:lnTo>
                  <a:lnTo>
                    <a:pt x="1307" y="929"/>
                  </a:lnTo>
                  <a:lnTo>
                    <a:pt x="1312" y="932"/>
                  </a:lnTo>
                  <a:lnTo>
                    <a:pt x="1307" y="929"/>
                  </a:lnTo>
                  <a:lnTo>
                    <a:pt x="1326" y="937"/>
                  </a:lnTo>
                  <a:lnTo>
                    <a:pt x="1345" y="936"/>
                  </a:lnTo>
                  <a:lnTo>
                    <a:pt x="1360" y="929"/>
                  </a:lnTo>
                  <a:lnTo>
                    <a:pt x="1372" y="916"/>
                  </a:lnTo>
                  <a:lnTo>
                    <a:pt x="1379" y="899"/>
                  </a:lnTo>
                  <a:lnTo>
                    <a:pt x="1380" y="883"/>
                  </a:lnTo>
                  <a:lnTo>
                    <a:pt x="1374" y="865"/>
                  </a:lnTo>
                  <a:lnTo>
                    <a:pt x="1359" y="851"/>
                  </a:lnTo>
                  <a:lnTo>
                    <a:pt x="1354" y="84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1876" name="Freeform 34"/>
            <p:cNvSpPr>
              <a:spLocks/>
            </p:cNvSpPr>
            <p:nvPr/>
          </p:nvSpPr>
          <p:spPr bwMode="auto">
            <a:xfrm>
              <a:off x="1206" y="2379"/>
              <a:ext cx="140" cy="32"/>
            </a:xfrm>
            <a:custGeom>
              <a:avLst/>
              <a:gdLst>
                <a:gd name="T0" fmla="*/ 5 w 703"/>
                <a:gd name="T1" fmla="*/ 0 h 162"/>
                <a:gd name="T2" fmla="*/ 5 w 703"/>
                <a:gd name="T3" fmla="*/ 0 h 162"/>
                <a:gd name="T4" fmla="*/ 5 w 703"/>
                <a:gd name="T5" fmla="*/ 0 h 162"/>
                <a:gd name="T6" fmla="*/ 5 w 703"/>
                <a:gd name="T7" fmla="*/ 0 h 162"/>
                <a:gd name="T8" fmla="*/ 4 w 703"/>
                <a:gd name="T9" fmla="*/ 0 h 162"/>
                <a:gd name="T10" fmla="*/ 4 w 703"/>
                <a:gd name="T11" fmla="*/ 0 h 162"/>
                <a:gd name="T12" fmla="*/ 4 w 703"/>
                <a:gd name="T13" fmla="*/ 0 h 162"/>
                <a:gd name="T14" fmla="*/ 3 w 703"/>
                <a:gd name="T15" fmla="*/ 1 h 162"/>
                <a:gd name="T16" fmla="*/ 3 w 703"/>
                <a:gd name="T17" fmla="*/ 1 h 162"/>
                <a:gd name="T18" fmla="*/ 3 w 703"/>
                <a:gd name="T19" fmla="*/ 1 h 162"/>
                <a:gd name="T20" fmla="*/ 2 w 703"/>
                <a:gd name="T21" fmla="*/ 1 h 162"/>
                <a:gd name="T22" fmla="*/ 2 w 703"/>
                <a:gd name="T23" fmla="*/ 1 h 162"/>
                <a:gd name="T24" fmla="*/ 2 w 703"/>
                <a:gd name="T25" fmla="*/ 0 h 162"/>
                <a:gd name="T26" fmla="*/ 1 w 703"/>
                <a:gd name="T27" fmla="*/ 0 h 162"/>
                <a:gd name="T28" fmla="*/ 1 w 703"/>
                <a:gd name="T29" fmla="*/ 0 h 162"/>
                <a:gd name="T30" fmla="*/ 1 w 703"/>
                <a:gd name="T31" fmla="*/ 0 h 162"/>
                <a:gd name="T32" fmla="*/ 1 w 703"/>
                <a:gd name="T33" fmla="*/ 0 h 162"/>
                <a:gd name="T34" fmla="*/ 0 w 703"/>
                <a:gd name="T35" fmla="*/ 0 h 162"/>
                <a:gd name="T36" fmla="*/ 0 w 703"/>
                <a:gd name="T37" fmla="*/ 1 h 162"/>
                <a:gd name="T38" fmla="*/ 0 w 703"/>
                <a:gd name="T39" fmla="*/ 1 h 162"/>
                <a:gd name="T40" fmla="*/ 1 w 703"/>
                <a:gd name="T41" fmla="*/ 1 h 162"/>
                <a:gd name="T42" fmla="*/ 1 w 703"/>
                <a:gd name="T43" fmla="*/ 1 h 162"/>
                <a:gd name="T44" fmla="*/ 1 w 703"/>
                <a:gd name="T45" fmla="*/ 1 h 162"/>
                <a:gd name="T46" fmla="*/ 2 w 703"/>
                <a:gd name="T47" fmla="*/ 1 h 162"/>
                <a:gd name="T48" fmla="*/ 2 w 703"/>
                <a:gd name="T49" fmla="*/ 1 h 162"/>
                <a:gd name="T50" fmla="*/ 2 w 703"/>
                <a:gd name="T51" fmla="*/ 1 h 162"/>
                <a:gd name="T52" fmla="*/ 3 w 703"/>
                <a:gd name="T53" fmla="*/ 1 h 162"/>
                <a:gd name="T54" fmla="*/ 3 w 703"/>
                <a:gd name="T55" fmla="*/ 1 h 162"/>
                <a:gd name="T56" fmla="*/ 3 w 703"/>
                <a:gd name="T57" fmla="*/ 1 h 162"/>
                <a:gd name="T58" fmla="*/ 4 w 703"/>
                <a:gd name="T59" fmla="*/ 1 h 162"/>
                <a:gd name="T60" fmla="*/ 4 w 703"/>
                <a:gd name="T61" fmla="*/ 1 h 162"/>
                <a:gd name="T62" fmla="*/ 5 w 703"/>
                <a:gd name="T63" fmla="*/ 1 h 162"/>
                <a:gd name="T64" fmla="*/ 5 w 703"/>
                <a:gd name="T65" fmla="*/ 1 h 162"/>
                <a:gd name="T66" fmla="*/ 5 w 703"/>
                <a:gd name="T67" fmla="*/ 1 h 162"/>
                <a:gd name="T68" fmla="*/ 5 w 703"/>
                <a:gd name="T69" fmla="*/ 1 h 162"/>
                <a:gd name="T70" fmla="*/ 5 w 703"/>
                <a:gd name="T71" fmla="*/ 1 h 162"/>
                <a:gd name="T72" fmla="*/ 5 w 703"/>
                <a:gd name="T73" fmla="*/ 1 h 162"/>
                <a:gd name="T74" fmla="*/ 5 w 703"/>
                <a:gd name="T75" fmla="*/ 1 h 162"/>
                <a:gd name="T76" fmla="*/ 6 w 703"/>
                <a:gd name="T77" fmla="*/ 0 h 162"/>
                <a:gd name="T78" fmla="*/ 6 w 703"/>
                <a:gd name="T79" fmla="*/ 0 h 162"/>
                <a:gd name="T80" fmla="*/ 6 w 703"/>
                <a:gd name="T81" fmla="*/ 0 h 162"/>
                <a:gd name="T82" fmla="*/ 5 w 703"/>
                <a:gd name="T83" fmla="*/ 0 h 162"/>
                <a:gd name="T84" fmla="*/ 5 w 703"/>
                <a:gd name="T85" fmla="*/ 0 h 162"/>
                <a:gd name="T86" fmla="*/ 5 w 703"/>
                <a:gd name="T87" fmla="*/ 0 h 162"/>
                <a:gd name="T88" fmla="*/ 5 w 703"/>
                <a:gd name="T89" fmla="*/ 0 h 162"/>
                <a:gd name="T90" fmla="*/ 5 w 703"/>
                <a:gd name="T91" fmla="*/ 0 h 162"/>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703"/>
                <a:gd name="T139" fmla="*/ 0 h 162"/>
                <a:gd name="T140" fmla="*/ 703 w 703"/>
                <a:gd name="T141" fmla="*/ 162 h 162"/>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703" h="162">
                  <a:moveTo>
                    <a:pt x="631" y="8"/>
                  </a:moveTo>
                  <a:lnTo>
                    <a:pt x="636" y="6"/>
                  </a:lnTo>
                  <a:lnTo>
                    <a:pt x="606" y="20"/>
                  </a:lnTo>
                  <a:lnTo>
                    <a:pt x="575" y="32"/>
                  </a:lnTo>
                  <a:lnTo>
                    <a:pt x="540" y="42"/>
                  </a:lnTo>
                  <a:lnTo>
                    <a:pt x="504" y="52"/>
                  </a:lnTo>
                  <a:lnTo>
                    <a:pt x="467" y="59"/>
                  </a:lnTo>
                  <a:lnTo>
                    <a:pt x="428" y="64"/>
                  </a:lnTo>
                  <a:lnTo>
                    <a:pt x="389" y="67"/>
                  </a:lnTo>
                  <a:lnTo>
                    <a:pt x="348" y="68"/>
                  </a:lnTo>
                  <a:lnTo>
                    <a:pt x="308" y="68"/>
                  </a:lnTo>
                  <a:lnTo>
                    <a:pt x="267" y="65"/>
                  </a:lnTo>
                  <a:lnTo>
                    <a:pt x="226" y="61"/>
                  </a:lnTo>
                  <a:lnTo>
                    <a:pt x="187" y="54"/>
                  </a:lnTo>
                  <a:lnTo>
                    <a:pt x="148" y="44"/>
                  </a:lnTo>
                  <a:lnTo>
                    <a:pt x="110" y="33"/>
                  </a:lnTo>
                  <a:lnTo>
                    <a:pt x="75" y="20"/>
                  </a:lnTo>
                  <a:lnTo>
                    <a:pt x="42" y="5"/>
                  </a:lnTo>
                  <a:lnTo>
                    <a:pt x="0" y="89"/>
                  </a:lnTo>
                  <a:lnTo>
                    <a:pt x="40" y="107"/>
                  </a:lnTo>
                  <a:lnTo>
                    <a:pt x="82" y="122"/>
                  </a:lnTo>
                  <a:lnTo>
                    <a:pt x="124" y="135"/>
                  </a:lnTo>
                  <a:lnTo>
                    <a:pt x="169" y="146"/>
                  </a:lnTo>
                  <a:lnTo>
                    <a:pt x="214" y="153"/>
                  </a:lnTo>
                  <a:lnTo>
                    <a:pt x="258" y="158"/>
                  </a:lnTo>
                  <a:lnTo>
                    <a:pt x="303" y="162"/>
                  </a:lnTo>
                  <a:lnTo>
                    <a:pt x="348" y="162"/>
                  </a:lnTo>
                  <a:lnTo>
                    <a:pt x="394" y="161"/>
                  </a:lnTo>
                  <a:lnTo>
                    <a:pt x="439" y="157"/>
                  </a:lnTo>
                  <a:lnTo>
                    <a:pt x="481" y="150"/>
                  </a:lnTo>
                  <a:lnTo>
                    <a:pt x="525" y="143"/>
                  </a:lnTo>
                  <a:lnTo>
                    <a:pt x="566" y="132"/>
                  </a:lnTo>
                  <a:lnTo>
                    <a:pt x="606" y="121"/>
                  </a:lnTo>
                  <a:lnTo>
                    <a:pt x="643" y="105"/>
                  </a:lnTo>
                  <a:lnTo>
                    <a:pt x="678" y="88"/>
                  </a:lnTo>
                  <a:lnTo>
                    <a:pt x="683" y="86"/>
                  </a:lnTo>
                  <a:lnTo>
                    <a:pt x="678" y="88"/>
                  </a:lnTo>
                  <a:lnTo>
                    <a:pt x="695" y="75"/>
                  </a:lnTo>
                  <a:lnTo>
                    <a:pt x="702" y="60"/>
                  </a:lnTo>
                  <a:lnTo>
                    <a:pt x="703" y="42"/>
                  </a:lnTo>
                  <a:lnTo>
                    <a:pt x="698" y="26"/>
                  </a:lnTo>
                  <a:lnTo>
                    <a:pt x="688" y="12"/>
                  </a:lnTo>
                  <a:lnTo>
                    <a:pt x="674" y="3"/>
                  </a:lnTo>
                  <a:lnTo>
                    <a:pt x="656" y="0"/>
                  </a:lnTo>
                  <a:lnTo>
                    <a:pt x="636" y="6"/>
                  </a:lnTo>
                  <a:lnTo>
                    <a:pt x="631"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1877" name="Freeform 35"/>
            <p:cNvSpPr>
              <a:spLocks/>
            </p:cNvSpPr>
            <p:nvPr/>
          </p:nvSpPr>
          <p:spPr bwMode="auto">
            <a:xfrm>
              <a:off x="1332" y="2204"/>
              <a:ext cx="283" cy="192"/>
            </a:xfrm>
            <a:custGeom>
              <a:avLst/>
              <a:gdLst>
                <a:gd name="T0" fmla="*/ 11 w 1415"/>
                <a:gd name="T1" fmla="*/ 0 h 960"/>
                <a:gd name="T2" fmla="*/ 11 w 1415"/>
                <a:gd name="T3" fmla="*/ 0 h 960"/>
                <a:gd name="T4" fmla="*/ 0 w 1415"/>
                <a:gd name="T5" fmla="*/ 7 h 960"/>
                <a:gd name="T6" fmla="*/ 0 w 1415"/>
                <a:gd name="T7" fmla="*/ 8 h 960"/>
                <a:gd name="T8" fmla="*/ 11 w 1415"/>
                <a:gd name="T9" fmla="*/ 1 h 960"/>
                <a:gd name="T10" fmla="*/ 11 w 1415"/>
                <a:gd name="T11" fmla="*/ 1 h 960"/>
                <a:gd name="T12" fmla="*/ 11 w 1415"/>
                <a:gd name="T13" fmla="*/ 1 h 960"/>
                <a:gd name="T14" fmla="*/ 11 w 1415"/>
                <a:gd name="T15" fmla="*/ 1 h 960"/>
                <a:gd name="T16" fmla="*/ 11 w 1415"/>
                <a:gd name="T17" fmla="*/ 0 h 960"/>
                <a:gd name="T18" fmla="*/ 11 w 1415"/>
                <a:gd name="T19" fmla="*/ 0 h 960"/>
                <a:gd name="T20" fmla="*/ 11 w 1415"/>
                <a:gd name="T21" fmla="*/ 0 h 960"/>
                <a:gd name="T22" fmla="*/ 11 w 1415"/>
                <a:gd name="T23" fmla="*/ 0 h 960"/>
                <a:gd name="T24" fmla="*/ 11 w 1415"/>
                <a:gd name="T25" fmla="*/ 0 h 960"/>
                <a:gd name="T26" fmla="*/ 11 w 1415"/>
                <a:gd name="T27" fmla="*/ 0 h 960"/>
                <a:gd name="T28" fmla="*/ 11 w 1415"/>
                <a:gd name="T29" fmla="*/ 0 h 960"/>
                <a:gd name="T30" fmla="*/ 11 w 1415"/>
                <a:gd name="T31" fmla="*/ 0 h 96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15"/>
                <a:gd name="T49" fmla="*/ 0 h 960"/>
                <a:gd name="T50" fmla="*/ 1415 w 1415"/>
                <a:gd name="T51" fmla="*/ 960 h 96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15" h="960">
                  <a:moveTo>
                    <a:pt x="1338" y="10"/>
                  </a:moveTo>
                  <a:lnTo>
                    <a:pt x="1342" y="8"/>
                  </a:lnTo>
                  <a:lnTo>
                    <a:pt x="0" y="882"/>
                  </a:lnTo>
                  <a:lnTo>
                    <a:pt x="52" y="960"/>
                  </a:lnTo>
                  <a:lnTo>
                    <a:pt x="1393" y="85"/>
                  </a:lnTo>
                  <a:lnTo>
                    <a:pt x="1397" y="83"/>
                  </a:lnTo>
                  <a:lnTo>
                    <a:pt x="1393" y="85"/>
                  </a:lnTo>
                  <a:lnTo>
                    <a:pt x="1409" y="71"/>
                  </a:lnTo>
                  <a:lnTo>
                    <a:pt x="1415" y="53"/>
                  </a:lnTo>
                  <a:lnTo>
                    <a:pt x="1413" y="37"/>
                  </a:lnTo>
                  <a:lnTo>
                    <a:pt x="1406" y="21"/>
                  </a:lnTo>
                  <a:lnTo>
                    <a:pt x="1395" y="8"/>
                  </a:lnTo>
                  <a:lnTo>
                    <a:pt x="1379" y="1"/>
                  </a:lnTo>
                  <a:lnTo>
                    <a:pt x="1361" y="0"/>
                  </a:lnTo>
                  <a:lnTo>
                    <a:pt x="1342" y="8"/>
                  </a:lnTo>
                  <a:lnTo>
                    <a:pt x="1338" y="1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1878" name="Freeform 36"/>
            <p:cNvSpPr>
              <a:spLocks/>
            </p:cNvSpPr>
            <p:nvPr/>
          </p:nvSpPr>
          <p:spPr bwMode="auto">
            <a:xfrm>
              <a:off x="1599" y="2057"/>
              <a:ext cx="80" cy="163"/>
            </a:xfrm>
            <a:custGeom>
              <a:avLst/>
              <a:gdLst>
                <a:gd name="T0" fmla="*/ 2 w 398"/>
                <a:gd name="T1" fmla="*/ 0 h 817"/>
                <a:gd name="T2" fmla="*/ 2 w 398"/>
                <a:gd name="T3" fmla="*/ 0 h 817"/>
                <a:gd name="T4" fmla="*/ 2 w 398"/>
                <a:gd name="T5" fmla="*/ 1 h 817"/>
                <a:gd name="T6" fmla="*/ 2 w 398"/>
                <a:gd name="T7" fmla="*/ 1 h 817"/>
                <a:gd name="T8" fmla="*/ 2 w 398"/>
                <a:gd name="T9" fmla="*/ 2 h 817"/>
                <a:gd name="T10" fmla="*/ 2 w 398"/>
                <a:gd name="T11" fmla="*/ 2 h 817"/>
                <a:gd name="T12" fmla="*/ 2 w 398"/>
                <a:gd name="T13" fmla="*/ 2 h 817"/>
                <a:gd name="T14" fmla="*/ 2 w 398"/>
                <a:gd name="T15" fmla="*/ 3 h 817"/>
                <a:gd name="T16" fmla="*/ 2 w 398"/>
                <a:gd name="T17" fmla="*/ 3 h 817"/>
                <a:gd name="T18" fmla="*/ 2 w 398"/>
                <a:gd name="T19" fmla="*/ 4 h 817"/>
                <a:gd name="T20" fmla="*/ 2 w 398"/>
                <a:gd name="T21" fmla="*/ 4 h 817"/>
                <a:gd name="T22" fmla="*/ 1 w 398"/>
                <a:gd name="T23" fmla="*/ 4 h 817"/>
                <a:gd name="T24" fmla="*/ 1 w 398"/>
                <a:gd name="T25" fmla="*/ 5 h 817"/>
                <a:gd name="T26" fmla="*/ 1 w 398"/>
                <a:gd name="T27" fmla="*/ 5 h 817"/>
                <a:gd name="T28" fmla="*/ 1 w 398"/>
                <a:gd name="T29" fmla="*/ 5 h 817"/>
                <a:gd name="T30" fmla="*/ 1 w 398"/>
                <a:gd name="T31" fmla="*/ 5 h 817"/>
                <a:gd name="T32" fmla="*/ 0 w 398"/>
                <a:gd name="T33" fmla="*/ 6 h 817"/>
                <a:gd name="T34" fmla="*/ 0 w 398"/>
                <a:gd name="T35" fmla="*/ 6 h 817"/>
                <a:gd name="T36" fmla="*/ 0 w 398"/>
                <a:gd name="T37" fmla="*/ 7 h 817"/>
                <a:gd name="T38" fmla="*/ 1 w 398"/>
                <a:gd name="T39" fmla="*/ 6 h 817"/>
                <a:gd name="T40" fmla="*/ 1 w 398"/>
                <a:gd name="T41" fmla="*/ 6 h 817"/>
                <a:gd name="T42" fmla="*/ 1 w 398"/>
                <a:gd name="T43" fmla="*/ 6 h 817"/>
                <a:gd name="T44" fmla="*/ 2 w 398"/>
                <a:gd name="T45" fmla="*/ 5 h 817"/>
                <a:gd name="T46" fmla="*/ 2 w 398"/>
                <a:gd name="T47" fmla="*/ 5 h 817"/>
                <a:gd name="T48" fmla="*/ 2 w 398"/>
                <a:gd name="T49" fmla="*/ 5 h 817"/>
                <a:gd name="T50" fmla="*/ 2 w 398"/>
                <a:gd name="T51" fmla="*/ 4 h 817"/>
                <a:gd name="T52" fmla="*/ 2 w 398"/>
                <a:gd name="T53" fmla="*/ 4 h 817"/>
                <a:gd name="T54" fmla="*/ 3 w 398"/>
                <a:gd name="T55" fmla="*/ 3 h 817"/>
                <a:gd name="T56" fmla="*/ 3 w 398"/>
                <a:gd name="T57" fmla="*/ 3 h 817"/>
                <a:gd name="T58" fmla="*/ 3 w 398"/>
                <a:gd name="T59" fmla="*/ 3 h 817"/>
                <a:gd name="T60" fmla="*/ 3 w 398"/>
                <a:gd name="T61" fmla="*/ 2 h 817"/>
                <a:gd name="T62" fmla="*/ 3 w 398"/>
                <a:gd name="T63" fmla="*/ 2 h 817"/>
                <a:gd name="T64" fmla="*/ 3 w 398"/>
                <a:gd name="T65" fmla="*/ 1 h 817"/>
                <a:gd name="T66" fmla="*/ 3 w 398"/>
                <a:gd name="T67" fmla="*/ 1 h 817"/>
                <a:gd name="T68" fmla="*/ 3 w 398"/>
                <a:gd name="T69" fmla="*/ 0 h 817"/>
                <a:gd name="T70" fmla="*/ 3 w 398"/>
                <a:gd name="T71" fmla="*/ 0 h 817"/>
                <a:gd name="T72" fmla="*/ 3 w 398"/>
                <a:gd name="T73" fmla="*/ 0 h 817"/>
                <a:gd name="T74" fmla="*/ 3 w 398"/>
                <a:gd name="T75" fmla="*/ 0 h 817"/>
                <a:gd name="T76" fmla="*/ 3 w 398"/>
                <a:gd name="T77" fmla="*/ 0 h 817"/>
                <a:gd name="T78" fmla="*/ 3 w 398"/>
                <a:gd name="T79" fmla="*/ 0 h 817"/>
                <a:gd name="T80" fmla="*/ 3 w 398"/>
                <a:gd name="T81" fmla="*/ 0 h 817"/>
                <a:gd name="T82" fmla="*/ 3 w 398"/>
                <a:gd name="T83" fmla="*/ 0 h 817"/>
                <a:gd name="T84" fmla="*/ 3 w 398"/>
                <a:gd name="T85" fmla="*/ 0 h 817"/>
                <a:gd name="T86" fmla="*/ 2 w 398"/>
                <a:gd name="T87" fmla="*/ 0 h 817"/>
                <a:gd name="T88" fmla="*/ 2 w 398"/>
                <a:gd name="T89" fmla="*/ 0 h 817"/>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398"/>
                <a:gd name="T136" fmla="*/ 0 h 817"/>
                <a:gd name="T137" fmla="*/ 398 w 398"/>
                <a:gd name="T138" fmla="*/ 817 h 817"/>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398" h="817">
                  <a:moveTo>
                    <a:pt x="304" y="47"/>
                  </a:moveTo>
                  <a:lnTo>
                    <a:pt x="304" y="47"/>
                  </a:lnTo>
                  <a:lnTo>
                    <a:pt x="301" y="97"/>
                  </a:lnTo>
                  <a:lnTo>
                    <a:pt x="297" y="147"/>
                  </a:lnTo>
                  <a:lnTo>
                    <a:pt x="291" y="198"/>
                  </a:lnTo>
                  <a:lnTo>
                    <a:pt x="280" y="247"/>
                  </a:lnTo>
                  <a:lnTo>
                    <a:pt x="268" y="297"/>
                  </a:lnTo>
                  <a:lnTo>
                    <a:pt x="253" y="347"/>
                  </a:lnTo>
                  <a:lnTo>
                    <a:pt x="236" y="395"/>
                  </a:lnTo>
                  <a:lnTo>
                    <a:pt x="217" y="442"/>
                  </a:lnTo>
                  <a:lnTo>
                    <a:pt x="195" y="487"/>
                  </a:lnTo>
                  <a:lnTo>
                    <a:pt x="171" y="532"/>
                  </a:lnTo>
                  <a:lnTo>
                    <a:pt x="147" y="574"/>
                  </a:lnTo>
                  <a:lnTo>
                    <a:pt x="121" y="613"/>
                  </a:lnTo>
                  <a:lnTo>
                    <a:pt x="93" y="650"/>
                  </a:lnTo>
                  <a:lnTo>
                    <a:pt x="64" y="684"/>
                  </a:lnTo>
                  <a:lnTo>
                    <a:pt x="32" y="716"/>
                  </a:lnTo>
                  <a:lnTo>
                    <a:pt x="0" y="744"/>
                  </a:lnTo>
                  <a:lnTo>
                    <a:pt x="59" y="817"/>
                  </a:lnTo>
                  <a:lnTo>
                    <a:pt x="95" y="784"/>
                  </a:lnTo>
                  <a:lnTo>
                    <a:pt x="132" y="748"/>
                  </a:lnTo>
                  <a:lnTo>
                    <a:pt x="166" y="709"/>
                  </a:lnTo>
                  <a:lnTo>
                    <a:pt x="196" y="667"/>
                  </a:lnTo>
                  <a:lnTo>
                    <a:pt x="227" y="623"/>
                  </a:lnTo>
                  <a:lnTo>
                    <a:pt x="253" y="576"/>
                  </a:lnTo>
                  <a:lnTo>
                    <a:pt x="279" y="530"/>
                  </a:lnTo>
                  <a:lnTo>
                    <a:pt x="301" y="479"/>
                  </a:lnTo>
                  <a:lnTo>
                    <a:pt x="323" y="428"/>
                  </a:lnTo>
                  <a:lnTo>
                    <a:pt x="342" y="375"/>
                  </a:lnTo>
                  <a:lnTo>
                    <a:pt x="359" y="321"/>
                  </a:lnTo>
                  <a:lnTo>
                    <a:pt x="372" y="268"/>
                  </a:lnTo>
                  <a:lnTo>
                    <a:pt x="382" y="212"/>
                  </a:lnTo>
                  <a:lnTo>
                    <a:pt x="391" y="157"/>
                  </a:lnTo>
                  <a:lnTo>
                    <a:pt x="395" y="102"/>
                  </a:lnTo>
                  <a:lnTo>
                    <a:pt x="398" y="47"/>
                  </a:lnTo>
                  <a:lnTo>
                    <a:pt x="394" y="27"/>
                  </a:lnTo>
                  <a:lnTo>
                    <a:pt x="383" y="11"/>
                  </a:lnTo>
                  <a:lnTo>
                    <a:pt x="368" y="3"/>
                  </a:lnTo>
                  <a:lnTo>
                    <a:pt x="351" y="0"/>
                  </a:lnTo>
                  <a:lnTo>
                    <a:pt x="333" y="3"/>
                  </a:lnTo>
                  <a:lnTo>
                    <a:pt x="319" y="11"/>
                  </a:lnTo>
                  <a:lnTo>
                    <a:pt x="307" y="27"/>
                  </a:lnTo>
                  <a:lnTo>
                    <a:pt x="304" y="4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1879" name="Freeform 37"/>
            <p:cNvSpPr>
              <a:spLocks/>
            </p:cNvSpPr>
            <p:nvPr/>
          </p:nvSpPr>
          <p:spPr bwMode="auto">
            <a:xfrm>
              <a:off x="1660" y="1701"/>
              <a:ext cx="19" cy="365"/>
            </a:xfrm>
            <a:custGeom>
              <a:avLst/>
              <a:gdLst>
                <a:gd name="T0" fmla="*/ 0 w 95"/>
                <a:gd name="T1" fmla="*/ 0 h 1826"/>
                <a:gd name="T2" fmla="*/ 0 w 95"/>
                <a:gd name="T3" fmla="*/ 0 h 1826"/>
                <a:gd name="T4" fmla="*/ 0 w 95"/>
                <a:gd name="T5" fmla="*/ 15 h 1826"/>
                <a:gd name="T6" fmla="*/ 1 w 95"/>
                <a:gd name="T7" fmla="*/ 15 h 1826"/>
                <a:gd name="T8" fmla="*/ 1 w 95"/>
                <a:gd name="T9" fmla="*/ 0 h 1826"/>
                <a:gd name="T10" fmla="*/ 1 w 95"/>
                <a:gd name="T11" fmla="*/ 0 h 1826"/>
                <a:gd name="T12" fmla="*/ 1 w 95"/>
                <a:gd name="T13" fmla="*/ 0 h 1826"/>
                <a:gd name="T14" fmla="*/ 1 w 95"/>
                <a:gd name="T15" fmla="*/ 0 h 1826"/>
                <a:gd name="T16" fmla="*/ 1 w 95"/>
                <a:gd name="T17" fmla="*/ 0 h 1826"/>
                <a:gd name="T18" fmla="*/ 1 w 95"/>
                <a:gd name="T19" fmla="*/ 0 h 1826"/>
                <a:gd name="T20" fmla="*/ 0 w 95"/>
                <a:gd name="T21" fmla="*/ 0 h 1826"/>
                <a:gd name="T22" fmla="*/ 0 w 95"/>
                <a:gd name="T23" fmla="*/ 0 h 1826"/>
                <a:gd name="T24" fmla="*/ 0 w 95"/>
                <a:gd name="T25" fmla="*/ 0 h 1826"/>
                <a:gd name="T26" fmla="*/ 0 w 95"/>
                <a:gd name="T27" fmla="*/ 0 h 1826"/>
                <a:gd name="T28" fmla="*/ 0 w 95"/>
                <a:gd name="T29" fmla="*/ 0 h 1826"/>
                <a:gd name="T30" fmla="*/ 0 w 95"/>
                <a:gd name="T31" fmla="*/ 0 h 182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95"/>
                <a:gd name="T49" fmla="*/ 0 h 1826"/>
                <a:gd name="T50" fmla="*/ 95 w 95"/>
                <a:gd name="T51" fmla="*/ 1826 h 182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95" h="1826">
                  <a:moveTo>
                    <a:pt x="0" y="49"/>
                  </a:moveTo>
                  <a:lnTo>
                    <a:pt x="0" y="47"/>
                  </a:lnTo>
                  <a:lnTo>
                    <a:pt x="1" y="1826"/>
                  </a:lnTo>
                  <a:lnTo>
                    <a:pt x="95" y="1826"/>
                  </a:lnTo>
                  <a:lnTo>
                    <a:pt x="93" y="47"/>
                  </a:lnTo>
                  <a:lnTo>
                    <a:pt x="93" y="45"/>
                  </a:lnTo>
                  <a:lnTo>
                    <a:pt x="93" y="47"/>
                  </a:lnTo>
                  <a:lnTo>
                    <a:pt x="90" y="27"/>
                  </a:lnTo>
                  <a:lnTo>
                    <a:pt x="79" y="12"/>
                  </a:lnTo>
                  <a:lnTo>
                    <a:pt x="64" y="4"/>
                  </a:lnTo>
                  <a:lnTo>
                    <a:pt x="47" y="0"/>
                  </a:lnTo>
                  <a:lnTo>
                    <a:pt x="29" y="4"/>
                  </a:lnTo>
                  <a:lnTo>
                    <a:pt x="15" y="12"/>
                  </a:lnTo>
                  <a:lnTo>
                    <a:pt x="3" y="27"/>
                  </a:lnTo>
                  <a:lnTo>
                    <a:pt x="0" y="47"/>
                  </a:lnTo>
                  <a:lnTo>
                    <a:pt x="0" y="4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1880" name="Freeform 38"/>
            <p:cNvSpPr>
              <a:spLocks/>
            </p:cNvSpPr>
            <p:nvPr/>
          </p:nvSpPr>
          <p:spPr bwMode="auto">
            <a:xfrm>
              <a:off x="1598" y="1598"/>
              <a:ext cx="81" cy="113"/>
            </a:xfrm>
            <a:custGeom>
              <a:avLst/>
              <a:gdLst>
                <a:gd name="T0" fmla="*/ 0 w 401"/>
                <a:gd name="T1" fmla="*/ 1 h 566"/>
                <a:gd name="T2" fmla="*/ 0 w 401"/>
                <a:gd name="T3" fmla="*/ 1 h 566"/>
                <a:gd name="T4" fmla="*/ 0 w 401"/>
                <a:gd name="T5" fmla="*/ 1 h 566"/>
                <a:gd name="T6" fmla="*/ 1 w 401"/>
                <a:gd name="T7" fmla="*/ 1 h 566"/>
                <a:gd name="T8" fmla="*/ 1 w 401"/>
                <a:gd name="T9" fmla="*/ 1 h 566"/>
                <a:gd name="T10" fmla="*/ 1 w 401"/>
                <a:gd name="T11" fmla="*/ 1 h 566"/>
                <a:gd name="T12" fmla="*/ 1 w 401"/>
                <a:gd name="T13" fmla="*/ 2 h 566"/>
                <a:gd name="T14" fmla="*/ 1 w 401"/>
                <a:gd name="T15" fmla="*/ 2 h 566"/>
                <a:gd name="T16" fmla="*/ 2 w 401"/>
                <a:gd name="T17" fmla="*/ 2 h 566"/>
                <a:gd name="T18" fmla="*/ 2 w 401"/>
                <a:gd name="T19" fmla="*/ 2 h 566"/>
                <a:gd name="T20" fmla="*/ 2 w 401"/>
                <a:gd name="T21" fmla="*/ 2 h 566"/>
                <a:gd name="T22" fmla="*/ 2 w 401"/>
                <a:gd name="T23" fmla="*/ 3 h 566"/>
                <a:gd name="T24" fmla="*/ 2 w 401"/>
                <a:gd name="T25" fmla="*/ 3 h 566"/>
                <a:gd name="T26" fmla="*/ 2 w 401"/>
                <a:gd name="T27" fmla="*/ 3 h 566"/>
                <a:gd name="T28" fmla="*/ 2 w 401"/>
                <a:gd name="T29" fmla="*/ 4 h 566"/>
                <a:gd name="T30" fmla="*/ 2 w 401"/>
                <a:gd name="T31" fmla="*/ 4 h 566"/>
                <a:gd name="T32" fmla="*/ 2 w 401"/>
                <a:gd name="T33" fmla="*/ 4 h 566"/>
                <a:gd name="T34" fmla="*/ 3 w 401"/>
                <a:gd name="T35" fmla="*/ 5 h 566"/>
                <a:gd name="T36" fmla="*/ 3 w 401"/>
                <a:gd name="T37" fmla="*/ 4 h 566"/>
                <a:gd name="T38" fmla="*/ 3 w 401"/>
                <a:gd name="T39" fmla="*/ 4 h 566"/>
                <a:gd name="T40" fmla="*/ 3 w 401"/>
                <a:gd name="T41" fmla="*/ 4 h 566"/>
                <a:gd name="T42" fmla="*/ 3 w 401"/>
                <a:gd name="T43" fmla="*/ 3 h 566"/>
                <a:gd name="T44" fmla="*/ 3 w 401"/>
                <a:gd name="T45" fmla="*/ 3 h 566"/>
                <a:gd name="T46" fmla="*/ 3 w 401"/>
                <a:gd name="T47" fmla="*/ 3 h 566"/>
                <a:gd name="T48" fmla="*/ 3 w 401"/>
                <a:gd name="T49" fmla="*/ 2 h 566"/>
                <a:gd name="T50" fmla="*/ 3 w 401"/>
                <a:gd name="T51" fmla="*/ 2 h 566"/>
                <a:gd name="T52" fmla="*/ 2 w 401"/>
                <a:gd name="T53" fmla="*/ 2 h 566"/>
                <a:gd name="T54" fmla="*/ 2 w 401"/>
                <a:gd name="T55" fmla="*/ 2 h 566"/>
                <a:gd name="T56" fmla="*/ 2 w 401"/>
                <a:gd name="T57" fmla="*/ 1 h 566"/>
                <a:gd name="T58" fmla="*/ 2 w 401"/>
                <a:gd name="T59" fmla="*/ 1 h 566"/>
                <a:gd name="T60" fmla="*/ 2 w 401"/>
                <a:gd name="T61" fmla="*/ 1 h 566"/>
                <a:gd name="T62" fmla="*/ 1 w 401"/>
                <a:gd name="T63" fmla="*/ 1 h 566"/>
                <a:gd name="T64" fmla="*/ 1 w 401"/>
                <a:gd name="T65" fmla="*/ 0 h 566"/>
                <a:gd name="T66" fmla="*/ 1 w 401"/>
                <a:gd name="T67" fmla="*/ 0 h 566"/>
                <a:gd name="T68" fmla="*/ 1 w 401"/>
                <a:gd name="T69" fmla="*/ 0 h 566"/>
                <a:gd name="T70" fmla="*/ 1 w 401"/>
                <a:gd name="T71" fmla="*/ 0 h 566"/>
                <a:gd name="T72" fmla="*/ 1 w 401"/>
                <a:gd name="T73" fmla="*/ 0 h 566"/>
                <a:gd name="T74" fmla="*/ 0 w 401"/>
                <a:gd name="T75" fmla="*/ 0 h 566"/>
                <a:gd name="T76" fmla="*/ 0 w 401"/>
                <a:gd name="T77" fmla="*/ 0 h 566"/>
                <a:gd name="T78" fmla="*/ 0 w 401"/>
                <a:gd name="T79" fmla="*/ 0 h 566"/>
                <a:gd name="T80" fmla="*/ 0 w 401"/>
                <a:gd name="T81" fmla="*/ 0 h 566"/>
                <a:gd name="T82" fmla="*/ 0 w 401"/>
                <a:gd name="T83" fmla="*/ 0 h 566"/>
                <a:gd name="T84" fmla="*/ 0 w 401"/>
                <a:gd name="T85" fmla="*/ 0 h 566"/>
                <a:gd name="T86" fmla="*/ 0 w 401"/>
                <a:gd name="T87" fmla="*/ 1 h 566"/>
                <a:gd name="T88" fmla="*/ 0 w 401"/>
                <a:gd name="T89" fmla="*/ 1 h 56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401"/>
                <a:gd name="T136" fmla="*/ 0 h 566"/>
                <a:gd name="T137" fmla="*/ 401 w 401"/>
                <a:gd name="T138" fmla="*/ 566 h 566"/>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401" h="566">
                  <a:moveTo>
                    <a:pt x="23" y="88"/>
                  </a:moveTo>
                  <a:lnTo>
                    <a:pt x="23" y="88"/>
                  </a:lnTo>
                  <a:lnTo>
                    <a:pt x="53" y="107"/>
                  </a:lnTo>
                  <a:lnTo>
                    <a:pt x="83" y="125"/>
                  </a:lnTo>
                  <a:lnTo>
                    <a:pt x="108" y="147"/>
                  </a:lnTo>
                  <a:lnTo>
                    <a:pt x="135" y="171"/>
                  </a:lnTo>
                  <a:lnTo>
                    <a:pt x="160" y="196"/>
                  </a:lnTo>
                  <a:lnTo>
                    <a:pt x="182" y="223"/>
                  </a:lnTo>
                  <a:lnTo>
                    <a:pt x="205" y="251"/>
                  </a:lnTo>
                  <a:lnTo>
                    <a:pt x="223" y="281"/>
                  </a:lnTo>
                  <a:lnTo>
                    <a:pt x="240" y="312"/>
                  </a:lnTo>
                  <a:lnTo>
                    <a:pt x="256" y="345"/>
                  </a:lnTo>
                  <a:lnTo>
                    <a:pt x="270" y="379"/>
                  </a:lnTo>
                  <a:lnTo>
                    <a:pt x="282" y="414"/>
                  </a:lnTo>
                  <a:lnTo>
                    <a:pt x="291" y="450"/>
                  </a:lnTo>
                  <a:lnTo>
                    <a:pt x="299" y="488"/>
                  </a:lnTo>
                  <a:lnTo>
                    <a:pt x="304" y="526"/>
                  </a:lnTo>
                  <a:lnTo>
                    <a:pt x="308" y="566"/>
                  </a:lnTo>
                  <a:lnTo>
                    <a:pt x="401" y="562"/>
                  </a:lnTo>
                  <a:lnTo>
                    <a:pt x="398" y="517"/>
                  </a:lnTo>
                  <a:lnTo>
                    <a:pt x="391" y="471"/>
                  </a:lnTo>
                  <a:lnTo>
                    <a:pt x="383" y="429"/>
                  </a:lnTo>
                  <a:lnTo>
                    <a:pt x="371" y="386"/>
                  </a:lnTo>
                  <a:lnTo>
                    <a:pt x="357" y="346"/>
                  </a:lnTo>
                  <a:lnTo>
                    <a:pt x="340" y="307"/>
                  </a:lnTo>
                  <a:lnTo>
                    <a:pt x="324" y="270"/>
                  </a:lnTo>
                  <a:lnTo>
                    <a:pt x="303" y="232"/>
                  </a:lnTo>
                  <a:lnTo>
                    <a:pt x="280" y="197"/>
                  </a:lnTo>
                  <a:lnTo>
                    <a:pt x="255" y="164"/>
                  </a:lnTo>
                  <a:lnTo>
                    <a:pt x="228" y="132"/>
                  </a:lnTo>
                  <a:lnTo>
                    <a:pt x="199" y="103"/>
                  </a:lnTo>
                  <a:lnTo>
                    <a:pt x="169" y="76"/>
                  </a:lnTo>
                  <a:lnTo>
                    <a:pt x="137" y="50"/>
                  </a:lnTo>
                  <a:lnTo>
                    <a:pt x="103" y="27"/>
                  </a:lnTo>
                  <a:lnTo>
                    <a:pt x="67" y="6"/>
                  </a:lnTo>
                  <a:lnTo>
                    <a:pt x="48" y="0"/>
                  </a:lnTo>
                  <a:lnTo>
                    <a:pt x="30" y="2"/>
                  </a:lnTo>
                  <a:lnTo>
                    <a:pt x="16" y="12"/>
                  </a:lnTo>
                  <a:lnTo>
                    <a:pt x="5" y="25"/>
                  </a:lnTo>
                  <a:lnTo>
                    <a:pt x="0" y="41"/>
                  </a:lnTo>
                  <a:lnTo>
                    <a:pt x="0" y="59"/>
                  </a:lnTo>
                  <a:lnTo>
                    <a:pt x="8" y="75"/>
                  </a:lnTo>
                  <a:lnTo>
                    <a:pt x="23"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1881" name="Freeform 39"/>
            <p:cNvSpPr>
              <a:spLocks/>
            </p:cNvSpPr>
            <p:nvPr/>
          </p:nvSpPr>
          <p:spPr bwMode="auto">
            <a:xfrm>
              <a:off x="1346" y="1455"/>
              <a:ext cx="266" cy="160"/>
            </a:xfrm>
            <a:custGeom>
              <a:avLst/>
              <a:gdLst>
                <a:gd name="T0" fmla="*/ 0 w 1330"/>
                <a:gd name="T1" fmla="*/ 1 h 801"/>
                <a:gd name="T2" fmla="*/ 0 w 1330"/>
                <a:gd name="T3" fmla="*/ 1 h 801"/>
                <a:gd name="T4" fmla="*/ 10 w 1330"/>
                <a:gd name="T5" fmla="*/ 6 h 801"/>
                <a:gd name="T6" fmla="*/ 11 w 1330"/>
                <a:gd name="T7" fmla="*/ 6 h 801"/>
                <a:gd name="T8" fmla="*/ 1 w 1330"/>
                <a:gd name="T9" fmla="*/ 0 h 801"/>
                <a:gd name="T10" fmla="*/ 1 w 1330"/>
                <a:gd name="T11" fmla="*/ 0 h 801"/>
                <a:gd name="T12" fmla="*/ 1 w 1330"/>
                <a:gd name="T13" fmla="*/ 0 h 801"/>
                <a:gd name="T14" fmla="*/ 0 w 1330"/>
                <a:gd name="T15" fmla="*/ 0 h 801"/>
                <a:gd name="T16" fmla="*/ 0 w 1330"/>
                <a:gd name="T17" fmla="*/ 0 h 801"/>
                <a:gd name="T18" fmla="*/ 0 w 1330"/>
                <a:gd name="T19" fmla="*/ 0 h 801"/>
                <a:gd name="T20" fmla="*/ 0 w 1330"/>
                <a:gd name="T21" fmla="*/ 0 h 801"/>
                <a:gd name="T22" fmla="*/ 0 w 1330"/>
                <a:gd name="T23" fmla="*/ 0 h 801"/>
                <a:gd name="T24" fmla="*/ 0 w 1330"/>
                <a:gd name="T25" fmla="*/ 0 h 801"/>
                <a:gd name="T26" fmla="*/ 0 w 1330"/>
                <a:gd name="T27" fmla="*/ 1 h 801"/>
                <a:gd name="T28" fmla="*/ 0 w 1330"/>
                <a:gd name="T29" fmla="*/ 1 h 801"/>
                <a:gd name="T30" fmla="*/ 0 w 1330"/>
                <a:gd name="T31" fmla="*/ 1 h 801"/>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30"/>
                <a:gd name="T49" fmla="*/ 0 h 801"/>
                <a:gd name="T50" fmla="*/ 1330 w 1330"/>
                <a:gd name="T51" fmla="*/ 801 h 801"/>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30" h="801">
                  <a:moveTo>
                    <a:pt x="24" y="88"/>
                  </a:moveTo>
                  <a:lnTo>
                    <a:pt x="23" y="88"/>
                  </a:lnTo>
                  <a:lnTo>
                    <a:pt x="1286" y="801"/>
                  </a:lnTo>
                  <a:lnTo>
                    <a:pt x="1330" y="719"/>
                  </a:lnTo>
                  <a:lnTo>
                    <a:pt x="67" y="6"/>
                  </a:lnTo>
                  <a:lnTo>
                    <a:pt x="66" y="6"/>
                  </a:lnTo>
                  <a:lnTo>
                    <a:pt x="67" y="6"/>
                  </a:lnTo>
                  <a:lnTo>
                    <a:pt x="48" y="0"/>
                  </a:lnTo>
                  <a:lnTo>
                    <a:pt x="30" y="2"/>
                  </a:lnTo>
                  <a:lnTo>
                    <a:pt x="16" y="12"/>
                  </a:lnTo>
                  <a:lnTo>
                    <a:pt x="5" y="25"/>
                  </a:lnTo>
                  <a:lnTo>
                    <a:pt x="0" y="41"/>
                  </a:lnTo>
                  <a:lnTo>
                    <a:pt x="0" y="59"/>
                  </a:lnTo>
                  <a:lnTo>
                    <a:pt x="8" y="75"/>
                  </a:lnTo>
                  <a:lnTo>
                    <a:pt x="23" y="88"/>
                  </a:lnTo>
                  <a:lnTo>
                    <a:pt x="24"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1882" name="Freeform 40"/>
            <p:cNvSpPr>
              <a:spLocks/>
            </p:cNvSpPr>
            <p:nvPr/>
          </p:nvSpPr>
          <p:spPr bwMode="auto">
            <a:xfrm>
              <a:off x="1198" y="1439"/>
              <a:ext cx="161" cy="35"/>
            </a:xfrm>
            <a:custGeom>
              <a:avLst/>
              <a:gdLst>
                <a:gd name="T0" fmla="*/ 1 w 806"/>
                <a:gd name="T1" fmla="*/ 1 h 177"/>
                <a:gd name="T2" fmla="*/ 1 w 806"/>
                <a:gd name="T3" fmla="*/ 1 h 177"/>
                <a:gd name="T4" fmla="*/ 1 w 806"/>
                <a:gd name="T5" fmla="*/ 1 h 177"/>
                <a:gd name="T6" fmla="*/ 1 w 806"/>
                <a:gd name="T7" fmla="*/ 1 h 177"/>
                <a:gd name="T8" fmla="*/ 2 w 806"/>
                <a:gd name="T9" fmla="*/ 1 h 177"/>
                <a:gd name="T10" fmla="*/ 2 w 806"/>
                <a:gd name="T11" fmla="*/ 1 h 177"/>
                <a:gd name="T12" fmla="*/ 2 w 806"/>
                <a:gd name="T13" fmla="*/ 1 h 177"/>
                <a:gd name="T14" fmla="*/ 3 w 806"/>
                <a:gd name="T15" fmla="*/ 1 h 177"/>
                <a:gd name="T16" fmla="*/ 3 w 806"/>
                <a:gd name="T17" fmla="*/ 1 h 177"/>
                <a:gd name="T18" fmla="*/ 3 w 806"/>
                <a:gd name="T19" fmla="*/ 1 h 177"/>
                <a:gd name="T20" fmla="*/ 4 w 806"/>
                <a:gd name="T21" fmla="*/ 1 h 177"/>
                <a:gd name="T22" fmla="*/ 4 w 806"/>
                <a:gd name="T23" fmla="*/ 1 h 177"/>
                <a:gd name="T24" fmla="*/ 5 w 806"/>
                <a:gd name="T25" fmla="*/ 1 h 177"/>
                <a:gd name="T26" fmla="*/ 5 w 806"/>
                <a:gd name="T27" fmla="*/ 1 h 177"/>
                <a:gd name="T28" fmla="*/ 5 w 806"/>
                <a:gd name="T29" fmla="*/ 1 h 177"/>
                <a:gd name="T30" fmla="*/ 6 w 806"/>
                <a:gd name="T31" fmla="*/ 1 h 177"/>
                <a:gd name="T32" fmla="*/ 6 w 806"/>
                <a:gd name="T33" fmla="*/ 1 h 177"/>
                <a:gd name="T34" fmla="*/ 6 w 806"/>
                <a:gd name="T35" fmla="*/ 1 h 177"/>
                <a:gd name="T36" fmla="*/ 6 w 806"/>
                <a:gd name="T37" fmla="*/ 1 h 177"/>
                <a:gd name="T38" fmla="*/ 6 w 806"/>
                <a:gd name="T39" fmla="*/ 1 h 177"/>
                <a:gd name="T40" fmla="*/ 6 w 806"/>
                <a:gd name="T41" fmla="*/ 0 h 177"/>
                <a:gd name="T42" fmla="*/ 5 w 806"/>
                <a:gd name="T43" fmla="*/ 0 h 177"/>
                <a:gd name="T44" fmla="*/ 5 w 806"/>
                <a:gd name="T45" fmla="*/ 0 h 177"/>
                <a:gd name="T46" fmla="*/ 5 w 806"/>
                <a:gd name="T47" fmla="*/ 0 h 177"/>
                <a:gd name="T48" fmla="*/ 4 w 806"/>
                <a:gd name="T49" fmla="*/ 0 h 177"/>
                <a:gd name="T50" fmla="*/ 4 w 806"/>
                <a:gd name="T51" fmla="*/ 0 h 177"/>
                <a:gd name="T52" fmla="*/ 3 w 806"/>
                <a:gd name="T53" fmla="*/ 0 h 177"/>
                <a:gd name="T54" fmla="*/ 3 w 806"/>
                <a:gd name="T55" fmla="*/ 0 h 177"/>
                <a:gd name="T56" fmla="*/ 3 w 806"/>
                <a:gd name="T57" fmla="*/ 0 h 177"/>
                <a:gd name="T58" fmla="*/ 2 w 806"/>
                <a:gd name="T59" fmla="*/ 0 h 177"/>
                <a:gd name="T60" fmla="*/ 2 w 806"/>
                <a:gd name="T61" fmla="*/ 0 h 177"/>
                <a:gd name="T62" fmla="*/ 1 w 806"/>
                <a:gd name="T63" fmla="*/ 0 h 177"/>
                <a:gd name="T64" fmla="*/ 1 w 806"/>
                <a:gd name="T65" fmla="*/ 0 h 177"/>
                <a:gd name="T66" fmla="*/ 1 w 806"/>
                <a:gd name="T67" fmla="*/ 1 h 177"/>
                <a:gd name="T68" fmla="*/ 0 w 806"/>
                <a:gd name="T69" fmla="*/ 1 h 177"/>
                <a:gd name="T70" fmla="*/ 0 w 806"/>
                <a:gd name="T71" fmla="*/ 1 h 177"/>
                <a:gd name="T72" fmla="*/ 0 w 806"/>
                <a:gd name="T73" fmla="*/ 1 h 177"/>
                <a:gd name="T74" fmla="*/ 0 w 806"/>
                <a:gd name="T75" fmla="*/ 1 h 177"/>
                <a:gd name="T76" fmla="*/ 0 w 806"/>
                <a:gd name="T77" fmla="*/ 1 h 177"/>
                <a:gd name="T78" fmla="*/ 0 w 806"/>
                <a:gd name="T79" fmla="*/ 1 h 177"/>
                <a:gd name="T80" fmla="*/ 0 w 806"/>
                <a:gd name="T81" fmla="*/ 1 h 177"/>
                <a:gd name="T82" fmla="*/ 0 w 806"/>
                <a:gd name="T83" fmla="*/ 1 h 177"/>
                <a:gd name="T84" fmla="*/ 0 w 806"/>
                <a:gd name="T85" fmla="*/ 1 h 177"/>
                <a:gd name="T86" fmla="*/ 0 w 806"/>
                <a:gd name="T87" fmla="*/ 1 h 177"/>
                <a:gd name="T88" fmla="*/ 1 w 806"/>
                <a:gd name="T89" fmla="*/ 1 h 177"/>
                <a:gd name="T90" fmla="*/ 1 w 806"/>
                <a:gd name="T91" fmla="*/ 1 h 17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806"/>
                <a:gd name="T139" fmla="*/ 0 h 177"/>
                <a:gd name="T140" fmla="*/ 806 w 806"/>
                <a:gd name="T141" fmla="*/ 177 h 17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806" h="177">
                  <a:moveTo>
                    <a:pt x="67" y="171"/>
                  </a:moveTo>
                  <a:lnTo>
                    <a:pt x="68" y="171"/>
                  </a:lnTo>
                  <a:lnTo>
                    <a:pt x="109" y="151"/>
                  </a:lnTo>
                  <a:lnTo>
                    <a:pt x="151" y="135"/>
                  </a:lnTo>
                  <a:lnTo>
                    <a:pt x="196" y="122"/>
                  </a:lnTo>
                  <a:lnTo>
                    <a:pt x="242" y="110"/>
                  </a:lnTo>
                  <a:lnTo>
                    <a:pt x="287" y="102"/>
                  </a:lnTo>
                  <a:lnTo>
                    <a:pt x="335" y="97"/>
                  </a:lnTo>
                  <a:lnTo>
                    <a:pt x="382" y="95"/>
                  </a:lnTo>
                  <a:lnTo>
                    <a:pt x="430" y="94"/>
                  </a:lnTo>
                  <a:lnTo>
                    <a:pt x="477" y="97"/>
                  </a:lnTo>
                  <a:lnTo>
                    <a:pt x="524" y="102"/>
                  </a:lnTo>
                  <a:lnTo>
                    <a:pt x="568" y="108"/>
                  </a:lnTo>
                  <a:lnTo>
                    <a:pt x="612" y="117"/>
                  </a:lnTo>
                  <a:lnTo>
                    <a:pt x="654" y="128"/>
                  </a:lnTo>
                  <a:lnTo>
                    <a:pt x="693" y="141"/>
                  </a:lnTo>
                  <a:lnTo>
                    <a:pt x="730" y="155"/>
                  </a:lnTo>
                  <a:lnTo>
                    <a:pt x="764" y="171"/>
                  </a:lnTo>
                  <a:lnTo>
                    <a:pt x="806" y="89"/>
                  </a:lnTo>
                  <a:lnTo>
                    <a:pt x="768" y="70"/>
                  </a:lnTo>
                  <a:lnTo>
                    <a:pt x="725" y="54"/>
                  </a:lnTo>
                  <a:lnTo>
                    <a:pt x="680" y="39"/>
                  </a:lnTo>
                  <a:lnTo>
                    <a:pt x="633" y="26"/>
                  </a:lnTo>
                  <a:lnTo>
                    <a:pt x="585" y="16"/>
                  </a:lnTo>
                  <a:lnTo>
                    <a:pt x="536" y="8"/>
                  </a:lnTo>
                  <a:lnTo>
                    <a:pt x="484" y="3"/>
                  </a:lnTo>
                  <a:lnTo>
                    <a:pt x="433" y="0"/>
                  </a:lnTo>
                  <a:lnTo>
                    <a:pt x="380" y="1"/>
                  </a:lnTo>
                  <a:lnTo>
                    <a:pt x="328" y="3"/>
                  </a:lnTo>
                  <a:lnTo>
                    <a:pt x="276" y="10"/>
                  </a:lnTo>
                  <a:lnTo>
                    <a:pt x="223" y="19"/>
                  </a:lnTo>
                  <a:lnTo>
                    <a:pt x="172" y="30"/>
                  </a:lnTo>
                  <a:lnTo>
                    <a:pt x="121" y="46"/>
                  </a:lnTo>
                  <a:lnTo>
                    <a:pt x="72" y="67"/>
                  </a:lnTo>
                  <a:lnTo>
                    <a:pt x="24" y="89"/>
                  </a:lnTo>
                  <a:lnTo>
                    <a:pt x="25" y="89"/>
                  </a:lnTo>
                  <a:lnTo>
                    <a:pt x="24" y="89"/>
                  </a:lnTo>
                  <a:lnTo>
                    <a:pt x="8" y="102"/>
                  </a:lnTo>
                  <a:lnTo>
                    <a:pt x="0" y="118"/>
                  </a:lnTo>
                  <a:lnTo>
                    <a:pt x="0" y="136"/>
                  </a:lnTo>
                  <a:lnTo>
                    <a:pt x="6" y="152"/>
                  </a:lnTo>
                  <a:lnTo>
                    <a:pt x="17" y="165"/>
                  </a:lnTo>
                  <a:lnTo>
                    <a:pt x="31" y="175"/>
                  </a:lnTo>
                  <a:lnTo>
                    <a:pt x="48" y="177"/>
                  </a:lnTo>
                  <a:lnTo>
                    <a:pt x="68" y="171"/>
                  </a:lnTo>
                  <a:lnTo>
                    <a:pt x="67" y="1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1883" name="Freeform 41"/>
            <p:cNvSpPr>
              <a:spLocks/>
            </p:cNvSpPr>
            <p:nvPr/>
          </p:nvSpPr>
          <p:spPr bwMode="auto">
            <a:xfrm>
              <a:off x="931" y="1456"/>
              <a:ext cx="280" cy="158"/>
            </a:xfrm>
            <a:custGeom>
              <a:avLst/>
              <a:gdLst>
                <a:gd name="T0" fmla="*/ 1 w 1402"/>
                <a:gd name="T1" fmla="*/ 6 h 787"/>
                <a:gd name="T2" fmla="*/ 1 w 1402"/>
                <a:gd name="T3" fmla="*/ 6 h 787"/>
                <a:gd name="T4" fmla="*/ 11 w 1402"/>
                <a:gd name="T5" fmla="*/ 1 h 787"/>
                <a:gd name="T6" fmla="*/ 11 w 1402"/>
                <a:gd name="T7" fmla="*/ 0 h 787"/>
                <a:gd name="T8" fmla="*/ 0 w 1402"/>
                <a:gd name="T9" fmla="*/ 6 h 787"/>
                <a:gd name="T10" fmla="*/ 0 w 1402"/>
                <a:gd name="T11" fmla="*/ 6 h 787"/>
                <a:gd name="T12" fmla="*/ 0 w 1402"/>
                <a:gd name="T13" fmla="*/ 6 h 787"/>
                <a:gd name="T14" fmla="*/ 0 w 1402"/>
                <a:gd name="T15" fmla="*/ 6 h 787"/>
                <a:gd name="T16" fmla="*/ 0 w 1402"/>
                <a:gd name="T17" fmla="*/ 6 h 787"/>
                <a:gd name="T18" fmla="*/ 0 w 1402"/>
                <a:gd name="T19" fmla="*/ 6 h 787"/>
                <a:gd name="T20" fmla="*/ 0 w 1402"/>
                <a:gd name="T21" fmla="*/ 6 h 787"/>
                <a:gd name="T22" fmla="*/ 0 w 1402"/>
                <a:gd name="T23" fmla="*/ 6 h 787"/>
                <a:gd name="T24" fmla="*/ 0 w 1402"/>
                <a:gd name="T25" fmla="*/ 6 h 787"/>
                <a:gd name="T26" fmla="*/ 0 w 1402"/>
                <a:gd name="T27" fmla="*/ 6 h 787"/>
                <a:gd name="T28" fmla="*/ 1 w 1402"/>
                <a:gd name="T29" fmla="*/ 6 h 787"/>
                <a:gd name="T30" fmla="*/ 1 w 1402"/>
                <a:gd name="T31" fmla="*/ 6 h 78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02"/>
                <a:gd name="T49" fmla="*/ 0 h 787"/>
                <a:gd name="T50" fmla="*/ 1402 w 1402"/>
                <a:gd name="T51" fmla="*/ 787 h 78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02" h="787">
                  <a:moveTo>
                    <a:pt x="69" y="781"/>
                  </a:moveTo>
                  <a:lnTo>
                    <a:pt x="66" y="781"/>
                  </a:lnTo>
                  <a:lnTo>
                    <a:pt x="1402" y="82"/>
                  </a:lnTo>
                  <a:lnTo>
                    <a:pt x="1360" y="0"/>
                  </a:lnTo>
                  <a:lnTo>
                    <a:pt x="24" y="699"/>
                  </a:lnTo>
                  <a:lnTo>
                    <a:pt x="22" y="699"/>
                  </a:lnTo>
                  <a:lnTo>
                    <a:pt x="24" y="699"/>
                  </a:lnTo>
                  <a:lnTo>
                    <a:pt x="8" y="712"/>
                  </a:lnTo>
                  <a:lnTo>
                    <a:pt x="1" y="727"/>
                  </a:lnTo>
                  <a:lnTo>
                    <a:pt x="0" y="744"/>
                  </a:lnTo>
                  <a:lnTo>
                    <a:pt x="5" y="761"/>
                  </a:lnTo>
                  <a:lnTo>
                    <a:pt x="15" y="775"/>
                  </a:lnTo>
                  <a:lnTo>
                    <a:pt x="30" y="784"/>
                  </a:lnTo>
                  <a:lnTo>
                    <a:pt x="46" y="787"/>
                  </a:lnTo>
                  <a:lnTo>
                    <a:pt x="66" y="781"/>
                  </a:lnTo>
                  <a:lnTo>
                    <a:pt x="69" y="7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1884" name="Freeform 42"/>
            <p:cNvSpPr>
              <a:spLocks/>
            </p:cNvSpPr>
            <p:nvPr/>
          </p:nvSpPr>
          <p:spPr bwMode="auto">
            <a:xfrm>
              <a:off x="868" y="1596"/>
              <a:ext cx="77" cy="126"/>
            </a:xfrm>
            <a:custGeom>
              <a:avLst/>
              <a:gdLst>
                <a:gd name="T0" fmla="*/ 1 w 382"/>
                <a:gd name="T1" fmla="*/ 5 h 628"/>
                <a:gd name="T2" fmla="*/ 1 w 382"/>
                <a:gd name="T3" fmla="*/ 5 h 628"/>
                <a:gd name="T4" fmla="*/ 1 w 382"/>
                <a:gd name="T5" fmla="*/ 4 h 628"/>
                <a:gd name="T6" fmla="*/ 1 w 382"/>
                <a:gd name="T7" fmla="*/ 4 h 628"/>
                <a:gd name="T8" fmla="*/ 1 w 382"/>
                <a:gd name="T9" fmla="*/ 4 h 628"/>
                <a:gd name="T10" fmla="*/ 1 w 382"/>
                <a:gd name="T11" fmla="*/ 3 h 628"/>
                <a:gd name="T12" fmla="*/ 1 w 382"/>
                <a:gd name="T13" fmla="*/ 3 h 628"/>
                <a:gd name="T14" fmla="*/ 1 w 382"/>
                <a:gd name="T15" fmla="*/ 3 h 628"/>
                <a:gd name="T16" fmla="*/ 1 w 382"/>
                <a:gd name="T17" fmla="*/ 3 h 628"/>
                <a:gd name="T18" fmla="*/ 1 w 382"/>
                <a:gd name="T19" fmla="*/ 2 h 628"/>
                <a:gd name="T20" fmla="*/ 2 w 382"/>
                <a:gd name="T21" fmla="*/ 2 h 628"/>
                <a:gd name="T22" fmla="*/ 2 w 382"/>
                <a:gd name="T23" fmla="*/ 2 h 628"/>
                <a:gd name="T24" fmla="*/ 2 w 382"/>
                <a:gd name="T25" fmla="*/ 2 h 628"/>
                <a:gd name="T26" fmla="*/ 2 w 382"/>
                <a:gd name="T27" fmla="*/ 1 h 628"/>
                <a:gd name="T28" fmla="*/ 2 w 382"/>
                <a:gd name="T29" fmla="*/ 1 h 628"/>
                <a:gd name="T30" fmla="*/ 3 w 382"/>
                <a:gd name="T31" fmla="*/ 1 h 628"/>
                <a:gd name="T32" fmla="*/ 3 w 382"/>
                <a:gd name="T33" fmla="*/ 1 h 628"/>
                <a:gd name="T34" fmla="*/ 3 w 382"/>
                <a:gd name="T35" fmla="*/ 1 h 628"/>
                <a:gd name="T36" fmla="*/ 3 w 382"/>
                <a:gd name="T37" fmla="*/ 0 h 628"/>
                <a:gd name="T38" fmla="*/ 2 w 382"/>
                <a:gd name="T39" fmla="*/ 0 h 628"/>
                <a:gd name="T40" fmla="*/ 2 w 382"/>
                <a:gd name="T41" fmla="*/ 0 h 628"/>
                <a:gd name="T42" fmla="*/ 2 w 382"/>
                <a:gd name="T43" fmla="*/ 1 h 628"/>
                <a:gd name="T44" fmla="*/ 2 w 382"/>
                <a:gd name="T45" fmla="*/ 1 h 628"/>
                <a:gd name="T46" fmla="*/ 1 w 382"/>
                <a:gd name="T47" fmla="*/ 1 h 628"/>
                <a:gd name="T48" fmla="*/ 1 w 382"/>
                <a:gd name="T49" fmla="*/ 1 h 628"/>
                <a:gd name="T50" fmla="*/ 1 w 382"/>
                <a:gd name="T51" fmla="*/ 2 h 628"/>
                <a:gd name="T52" fmla="*/ 1 w 382"/>
                <a:gd name="T53" fmla="*/ 2 h 628"/>
                <a:gd name="T54" fmla="*/ 1 w 382"/>
                <a:gd name="T55" fmla="*/ 2 h 628"/>
                <a:gd name="T56" fmla="*/ 0 w 382"/>
                <a:gd name="T57" fmla="*/ 3 h 628"/>
                <a:gd name="T58" fmla="*/ 0 w 382"/>
                <a:gd name="T59" fmla="*/ 3 h 628"/>
                <a:gd name="T60" fmla="*/ 0 w 382"/>
                <a:gd name="T61" fmla="*/ 3 h 628"/>
                <a:gd name="T62" fmla="*/ 0 w 382"/>
                <a:gd name="T63" fmla="*/ 4 h 628"/>
                <a:gd name="T64" fmla="*/ 0 w 382"/>
                <a:gd name="T65" fmla="*/ 4 h 628"/>
                <a:gd name="T66" fmla="*/ 0 w 382"/>
                <a:gd name="T67" fmla="*/ 4 h 628"/>
                <a:gd name="T68" fmla="*/ 0 w 382"/>
                <a:gd name="T69" fmla="*/ 5 h 628"/>
                <a:gd name="T70" fmla="*/ 0 w 382"/>
                <a:gd name="T71" fmla="*/ 5 h 628"/>
                <a:gd name="T72" fmla="*/ 0 w 382"/>
                <a:gd name="T73" fmla="*/ 5 h 628"/>
                <a:gd name="T74" fmla="*/ 0 w 382"/>
                <a:gd name="T75" fmla="*/ 5 h 628"/>
                <a:gd name="T76" fmla="*/ 0 w 382"/>
                <a:gd name="T77" fmla="*/ 5 h 628"/>
                <a:gd name="T78" fmla="*/ 0 w 382"/>
                <a:gd name="T79" fmla="*/ 5 h 628"/>
                <a:gd name="T80" fmla="*/ 0 w 382"/>
                <a:gd name="T81" fmla="*/ 5 h 628"/>
                <a:gd name="T82" fmla="*/ 1 w 382"/>
                <a:gd name="T83" fmla="*/ 5 h 628"/>
                <a:gd name="T84" fmla="*/ 1 w 382"/>
                <a:gd name="T85" fmla="*/ 5 h 628"/>
                <a:gd name="T86" fmla="*/ 1 w 382"/>
                <a:gd name="T87" fmla="*/ 5 h 628"/>
                <a:gd name="T88" fmla="*/ 1 w 382"/>
                <a:gd name="T89" fmla="*/ 5 h 628"/>
                <a:gd name="T90" fmla="*/ 1 w 382"/>
                <a:gd name="T91" fmla="*/ 5 h 628"/>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382"/>
                <a:gd name="T139" fmla="*/ 0 h 628"/>
                <a:gd name="T140" fmla="*/ 382 w 382"/>
                <a:gd name="T141" fmla="*/ 628 h 628"/>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382" h="628">
                  <a:moveTo>
                    <a:pt x="94" y="581"/>
                  </a:moveTo>
                  <a:lnTo>
                    <a:pt x="94" y="582"/>
                  </a:lnTo>
                  <a:lnTo>
                    <a:pt x="96" y="541"/>
                  </a:lnTo>
                  <a:lnTo>
                    <a:pt x="99" y="500"/>
                  </a:lnTo>
                  <a:lnTo>
                    <a:pt x="106" y="463"/>
                  </a:lnTo>
                  <a:lnTo>
                    <a:pt x="115" y="424"/>
                  </a:lnTo>
                  <a:lnTo>
                    <a:pt x="127" y="389"/>
                  </a:lnTo>
                  <a:lnTo>
                    <a:pt x="140" y="353"/>
                  </a:lnTo>
                  <a:lnTo>
                    <a:pt x="156" y="320"/>
                  </a:lnTo>
                  <a:lnTo>
                    <a:pt x="173" y="287"/>
                  </a:lnTo>
                  <a:lnTo>
                    <a:pt x="193" y="255"/>
                  </a:lnTo>
                  <a:lnTo>
                    <a:pt x="214" y="226"/>
                  </a:lnTo>
                  <a:lnTo>
                    <a:pt x="238" y="198"/>
                  </a:lnTo>
                  <a:lnTo>
                    <a:pt x="263" y="172"/>
                  </a:lnTo>
                  <a:lnTo>
                    <a:pt x="290" y="146"/>
                  </a:lnTo>
                  <a:lnTo>
                    <a:pt x="318" y="122"/>
                  </a:lnTo>
                  <a:lnTo>
                    <a:pt x="349" y="101"/>
                  </a:lnTo>
                  <a:lnTo>
                    <a:pt x="382" y="82"/>
                  </a:lnTo>
                  <a:lnTo>
                    <a:pt x="335" y="0"/>
                  </a:lnTo>
                  <a:lnTo>
                    <a:pt x="297" y="23"/>
                  </a:lnTo>
                  <a:lnTo>
                    <a:pt x="262" y="49"/>
                  </a:lnTo>
                  <a:lnTo>
                    <a:pt x="229" y="76"/>
                  </a:lnTo>
                  <a:lnTo>
                    <a:pt x="198" y="104"/>
                  </a:lnTo>
                  <a:lnTo>
                    <a:pt x="167" y="137"/>
                  </a:lnTo>
                  <a:lnTo>
                    <a:pt x="142" y="170"/>
                  </a:lnTo>
                  <a:lnTo>
                    <a:pt x="116" y="204"/>
                  </a:lnTo>
                  <a:lnTo>
                    <a:pt x="94" y="240"/>
                  </a:lnTo>
                  <a:lnTo>
                    <a:pt x="74" y="278"/>
                  </a:lnTo>
                  <a:lnTo>
                    <a:pt x="54" y="317"/>
                  </a:lnTo>
                  <a:lnTo>
                    <a:pt x="38" y="359"/>
                  </a:lnTo>
                  <a:lnTo>
                    <a:pt x="26" y="401"/>
                  </a:lnTo>
                  <a:lnTo>
                    <a:pt x="15" y="444"/>
                  </a:lnTo>
                  <a:lnTo>
                    <a:pt x="8" y="489"/>
                  </a:lnTo>
                  <a:lnTo>
                    <a:pt x="2" y="534"/>
                  </a:lnTo>
                  <a:lnTo>
                    <a:pt x="0" y="580"/>
                  </a:lnTo>
                  <a:lnTo>
                    <a:pt x="0" y="581"/>
                  </a:lnTo>
                  <a:lnTo>
                    <a:pt x="0" y="580"/>
                  </a:lnTo>
                  <a:lnTo>
                    <a:pt x="3" y="600"/>
                  </a:lnTo>
                  <a:lnTo>
                    <a:pt x="14" y="615"/>
                  </a:lnTo>
                  <a:lnTo>
                    <a:pt x="29" y="625"/>
                  </a:lnTo>
                  <a:lnTo>
                    <a:pt x="45" y="628"/>
                  </a:lnTo>
                  <a:lnTo>
                    <a:pt x="63" y="626"/>
                  </a:lnTo>
                  <a:lnTo>
                    <a:pt x="78" y="616"/>
                  </a:lnTo>
                  <a:lnTo>
                    <a:pt x="89" y="602"/>
                  </a:lnTo>
                  <a:lnTo>
                    <a:pt x="94" y="582"/>
                  </a:lnTo>
                  <a:lnTo>
                    <a:pt x="94" y="5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1885" name="Freeform 43"/>
            <p:cNvSpPr>
              <a:spLocks/>
            </p:cNvSpPr>
            <p:nvPr/>
          </p:nvSpPr>
          <p:spPr bwMode="auto">
            <a:xfrm>
              <a:off x="868" y="1712"/>
              <a:ext cx="19" cy="364"/>
            </a:xfrm>
            <a:custGeom>
              <a:avLst/>
              <a:gdLst>
                <a:gd name="T0" fmla="*/ 1 w 94"/>
                <a:gd name="T1" fmla="*/ 14 h 1818"/>
                <a:gd name="T2" fmla="*/ 1 w 94"/>
                <a:gd name="T3" fmla="*/ 14 h 1818"/>
                <a:gd name="T4" fmla="*/ 1 w 94"/>
                <a:gd name="T5" fmla="*/ 0 h 1818"/>
                <a:gd name="T6" fmla="*/ 0 w 94"/>
                <a:gd name="T7" fmla="*/ 0 h 1818"/>
                <a:gd name="T8" fmla="*/ 0 w 94"/>
                <a:gd name="T9" fmla="*/ 14 h 1818"/>
                <a:gd name="T10" fmla="*/ 0 w 94"/>
                <a:gd name="T11" fmla="*/ 14 h 1818"/>
                <a:gd name="T12" fmla="*/ 0 w 94"/>
                <a:gd name="T13" fmla="*/ 14 h 1818"/>
                <a:gd name="T14" fmla="*/ 0 w 94"/>
                <a:gd name="T15" fmla="*/ 14 h 1818"/>
                <a:gd name="T16" fmla="*/ 0 w 94"/>
                <a:gd name="T17" fmla="*/ 14 h 1818"/>
                <a:gd name="T18" fmla="*/ 0 w 94"/>
                <a:gd name="T19" fmla="*/ 15 h 1818"/>
                <a:gd name="T20" fmla="*/ 0 w 94"/>
                <a:gd name="T21" fmla="*/ 15 h 1818"/>
                <a:gd name="T22" fmla="*/ 1 w 94"/>
                <a:gd name="T23" fmla="*/ 15 h 1818"/>
                <a:gd name="T24" fmla="*/ 1 w 94"/>
                <a:gd name="T25" fmla="*/ 14 h 1818"/>
                <a:gd name="T26" fmla="*/ 1 w 94"/>
                <a:gd name="T27" fmla="*/ 14 h 1818"/>
                <a:gd name="T28" fmla="*/ 1 w 94"/>
                <a:gd name="T29" fmla="*/ 14 h 1818"/>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94"/>
                <a:gd name="T46" fmla="*/ 0 h 1818"/>
                <a:gd name="T47" fmla="*/ 94 w 94"/>
                <a:gd name="T48" fmla="*/ 1818 h 1818"/>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94" h="1818">
                  <a:moveTo>
                    <a:pt x="94" y="1771"/>
                  </a:moveTo>
                  <a:lnTo>
                    <a:pt x="94" y="1771"/>
                  </a:lnTo>
                  <a:lnTo>
                    <a:pt x="94" y="0"/>
                  </a:lnTo>
                  <a:lnTo>
                    <a:pt x="0" y="0"/>
                  </a:lnTo>
                  <a:lnTo>
                    <a:pt x="0" y="1771"/>
                  </a:lnTo>
                  <a:lnTo>
                    <a:pt x="3" y="1791"/>
                  </a:lnTo>
                  <a:lnTo>
                    <a:pt x="15" y="1806"/>
                  </a:lnTo>
                  <a:lnTo>
                    <a:pt x="29" y="1814"/>
                  </a:lnTo>
                  <a:lnTo>
                    <a:pt x="47" y="1818"/>
                  </a:lnTo>
                  <a:lnTo>
                    <a:pt x="64" y="1814"/>
                  </a:lnTo>
                  <a:lnTo>
                    <a:pt x="79" y="1806"/>
                  </a:lnTo>
                  <a:lnTo>
                    <a:pt x="90" y="1791"/>
                  </a:lnTo>
                  <a:lnTo>
                    <a:pt x="94" y="17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1886" name="Freeform 44"/>
            <p:cNvSpPr>
              <a:spLocks/>
            </p:cNvSpPr>
            <p:nvPr/>
          </p:nvSpPr>
          <p:spPr bwMode="auto">
            <a:xfrm>
              <a:off x="868" y="2067"/>
              <a:ext cx="90" cy="160"/>
            </a:xfrm>
            <a:custGeom>
              <a:avLst/>
              <a:gdLst>
                <a:gd name="T0" fmla="*/ 3 w 449"/>
                <a:gd name="T1" fmla="*/ 6 h 803"/>
                <a:gd name="T2" fmla="*/ 3 w 449"/>
                <a:gd name="T3" fmla="*/ 6 h 803"/>
                <a:gd name="T4" fmla="*/ 3 w 449"/>
                <a:gd name="T5" fmla="*/ 5 h 803"/>
                <a:gd name="T6" fmla="*/ 3 w 449"/>
                <a:gd name="T7" fmla="*/ 5 h 803"/>
                <a:gd name="T8" fmla="*/ 3 w 449"/>
                <a:gd name="T9" fmla="*/ 5 h 803"/>
                <a:gd name="T10" fmla="*/ 2 w 449"/>
                <a:gd name="T11" fmla="*/ 5 h 803"/>
                <a:gd name="T12" fmla="*/ 2 w 449"/>
                <a:gd name="T13" fmla="*/ 4 h 803"/>
                <a:gd name="T14" fmla="*/ 2 w 449"/>
                <a:gd name="T15" fmla="*/ 4 h 803"/>
                <a:gd name="T16" fmla="*/ 2 w 449"/>
                <a:gd name="T17" fmla="*/ 4 h 803"/>
                <a:gd name="T18" fmla="*/ 2 w 449"/>
                <a:gd name="T19" fmla="*/ 3 h 803"/>
                <a:gd name="T20" fmla="*/ 1 w 449"/>
                <a:gd name="T21" fmla="*/ 3 h 803"/>
                <a:gd name="T22" fmla="*/ 1 w 449"/>
                <a:gd name="T23" fmla="*/ 2 h 803"/>
                <a:gd name="T24" fmla="*/ 1 w 449"/>
                <a:gd name="T25" fmla="*/ 2 h 803"/>
                <a:gd name="T26" fmla="*/ 1 w 449"/>
                <a:gd name="T27" fmla="*/ 2 h 803"/>
                <a:gd name="T28" fmla="*/ 1 w 449"/>
                <a:gd name="T29" fmla="*/ 1 h 803"/>
                <a:gd name="T30" fmla="*/ 1 w 449"/>
                <a:gd name="T31" fmla="*/ 1 h 803"/>
                <a:gd name="T32" fmla="*/ 1 w 449"/>
                <a:gd name="T33" fmla="*/ 0 h 803"/>
                <a:gd name="T34" fmla="*/ 1 w 449"/>
                <a:gd name="T35" fmla="*/ 0 h 803"/>
                <a:gd name="T36" fmla="*/ 0 w 449"/>
                <a:gd name="T37" fmla="*/ 0 h 803"/>
                <a:gd name="T38" fmla="*/ 0 w 449"/>
                <a:gd name="T39" fmla="*/ 0 h 803"/>
                <a:gd name="T40" fmla="*/ 0 w 449"/>
                <a:gd name="T41" fmla="*/ 1 h 803"/>
                <a:gd name="T42" fmla="*/ 0 w 449"/>
                <a:gd name="T43" fmla="*/ 1 h 803"/>
                <a:gd name="T44" fmla="*/ 0 w 449"/>
                <a:gd name="T45" fmla="*/ 2 h 803"/>
                <a:gd name="T46" fmla="*/ 0 w 449"/>
                <a:gd name="T47" fmla="*/ 2 h 803"/>
                <a:gd name="T48" fmla="*/ 0 w 449"/>
                <a:gd name="T49" fmla="*/ 3 h 803"/>
                <a:gd name="T50" fmla="*/ 1 w 449"/>
                <a:gd name="T51" fmla="*/ 3 h 803"/>
                <a:gd name="T52" fmla="*/ 1 w 449"/>
                <a:gd name="T53" fmla="*/ 4 h 803"/>
                <a:gd name="T54" fmla="*/ 1 w 449"/>
                <a:gd name="T55" fmla="*/ 4 h 803"/>
                <a:gd name="T56" fmla="*/ 1 w 449"/>
                <a:gd name="T57" fmla="*/ 4 h 803"/>
                <a:gd name="T58" fmla="*/ 2 w 449"/>
                <a:gd name="T59" fmla="*/ 5 h 803"/>
                <a:gd name="T60" fmla="*/ 2 w 449"/>
                <a:gd name="T61" fmla="*/ 5 h 803"/>
                <a:gd name="T62" fmla="*/ 2 w 449"/>
                <a:gd name="T63" fmla="*/ 5 h 803"/>
                <a:gd name="T64" fmla="*/ 2 w 449"/>
                <a:gd name="T65" fmla="*/ 6 h 803"/>
                <a:gd name="T66" fmla="*/ 3 w 449"/>
                <a:gd name="T67" fmla="*/ 6 h 803"/>
                <a:gd name="T68" fmla="*/ 3 w 449"/>
                <a:gd name="T69" fmla="*/ 6 h 803"/>
                <a:gd name="T70" fmla="*/ 3 w 449"/>
                <a:gd name="T71" fmla="*/ 6 h 803"/>
                <a:gd name="T72" fmla="*/ 3 w 449"/>
                <a:gd name="T73" fmla="*/ 6 h 803"/>
                <a:gd name="T74" fmla="*/ 3 w 449"/>
                <a:gd name="T75" fmla="*/ 6 h 803"/>
                <a:gd name="T76" fmla="*/ 3 w 449"/>
                <a:gd name="T77" fmla="*/ 6 h 803"/>
                <a:gd name="T78" fmla="*/ 3 w 449"/>
                <a:gd name="T79" fmla="*/ 6 h 803"/>
                <a:gd name="T80" fmla="*/ 4 w 449"/>
                <a:gd name="T81" fmla="*/ 6 h 803"/>
                <a:gd name="T82" fmla="*/ 4 w 449"/>
                <a:gd name="T83" fmla="*/ 6 h 803"/>
                <a:gd name="T84" fmla="*/ 4 w 449"/>
                <a:gd name="T85" fmla="*/ 6 h 803"/>
                <a:gd name="T86" fmla="*/ 4 w 449"/>
                <a:gd name="T87" fmla="*/ 6 h 803"/>
                <a:gd name="T88" fmla="*/ 3 w 449"/>
                <a:gd name="T89" fmla="*/ 6 h 803"/>
                <a:gd name="T90" fmla="*/ 3 w 449"/>
                <a:gd name="T91" fmla="*/ 6 h 80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449"/>
                <a:gd name="T139" fmla="*/ 0 h 803"/>
                <a:gd name="T140" fmla="*/ 449 w 449"/>
                <a:gd name="T141" fmla="*/ 803 h 80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449" h="803">
                  <a:moveTo>
                    <a:pt x="426" y="717"/>
                  </a:moveTo>
                  <a:lnTo>
                    <a:pt x="427" y="717"/>
                  </a:lnTo>
                  <a:lnTo>
                    <a:pt x="395" y="693"/>
                  </a:lnTo>
                  <a:lnTo>
                    <a:pt x="361" y="662"/>
                  </a:lnTo>
                  <a:lnTo>
                    <a:pt x="329" y="628"/>
                  </a:lnTo>
                  <a:lnTo>
                    <a:pt x="299" y="591"/>
                  </a:lnTo>
                  <a:lnTo>
                    <a:pt x="269" y="551"/>
                  </a:lnTo>
                  <a:lnTo>
                    <a:pt x="241" y="507"/>
                  </a:lnTo>
                  <a:lnTo>
                    <a:pt x="215" y="460"/>
                  </a:lnTo>
                  <a:lnTo>
                    <a:pt x="191" y="412"/>
                  </a:lnTo>
                  <a:lnTo>
                    <a:pt x="170" y="363"/>
                  </a:lnTo>
                  <a:lnTo>
                    <a:pt x="151" y="312"/>
                  </a:lnTo>
                  <a:lnTo>
                    <a:pt x="133" y="259"/>
                  </a:lnTo>
                  <a:lnTo>
                    <a:pt x="119" y="207"/>
                  </a:lnTo>
                  <a:lnTo>
                    <a:pt x="108" y="156"/>
                  </a:lnTo>
                  <a:lnTo>
                    <a:pt x="101" y="103"/>
                  </a:lnTo>
                  <a:lnTo>
                    <a:pt x="96" y="51"/>
                  </a:lnTo>
                  <a:lnTo>
                    <a:pt x="94" y="0"/>
                  </a:lnTo>
                  <a:lnTo>
                    <a:pt x="0" y="0"/>
                  </a:lnTo>
                  <a:lnTo>
                    <a:pt x="2" y="56"/>
                  </a:lnTo>
                  <a:lnTo>
                    <a:pt x="7" y="115"/>
                  </a:lnTo>
                  <a:lnTo>
                    <a:pt x="16" y="172"/>
                  </a:lnTo>
                  <a:lnTo>
                    <a:pt x="28" y="231"/>
                  </a:lnTo>
                  <a:lnTo>
                    <a:pt x="44" y="287"/>
                  </a:lnTo>
                  <a:lnTo>
                    <a:pt x="62" y="342"/>
                  </a:lnTo>
                  <a:lnTo>
                    <a:pt x="83" y="398"/>
                  </a:lnTo>
                  <a:lnTo>
                    <a:pt x="106" y="452"/>
                  </a:lnTo>
                  <a:lnTo>
                    <a:pt x="133" y="505"/>
                  </a:lnTo>
                  <a:lnTo>
                    <a:pt x="161" y="554"/>
                  </a:lnTo>
                  <a:lnTo>
                    <a:pt x="192" y="602"/>
                  </a:lnTo>
                  <a:lnTo>
                    <a:pt x="224" y="647"/>
                  </a:lnTo>
                  <a:lnTo>
                    <a:pt x="259" y="689"/>
                  </a:lnTo>
                  <a:lnTo>
                    <a:pt x="295" y="728"/>
                  </a:lnTo>
                  <a:lnTo>
                    <a:pt x="334" y="763"/>
                  </a:lnTo>
                  <a:lnTo>
                    <a:pt x="374" y="795"/>
                  </a:lnTo>
                  <a:lnTo>
                    <a:pt x="375" y="795"/>
                  </a:lnTo>
                  <a:lnTo>
                    <a:pt x="374" y="795"/>
                  </a:lnTo>
                  <a:lnTo>
                    <a:pt x="392" y="803"/>
                  </a:lnTo>
                  <a:lnTo>
                    <a:pt x="411" y="803"/>
                  </a:lnTo>
                  <a:lnTo>
                    <a:pt x="426" y="795"/>
                  </a:lnTo>
                  <a:lnTo>
                    <a:pt x="439" y="782"/>
                  </a:lnTo>
                  <a:lnTo>
                    <a:pt x="446" y="766"/>
                  </a:lnTo>
                  <a:lnTo>
                    <a:pt x="449" y="749"/>
                  </a:lnTo>
                  <a:lnTo>
                    <a:pt x="441" y="732"/>
                  </a:lnTo>
                  <a:lnTo>
                    <a:pt x="427" y="717"/>
                  </a:lnTo>
                  <a:lnTo>
                    <a:pt x="426" y="71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1887" name="Freeform 45"/>
            <p:cNvSpPr>
              <a:spLocks/>
            </p:cNvSpPr>
            <p:nvPr/>
          </p:nvSpPr>
          <p:spPr bwMode="auto">
            <a:xfrm>
              <a:off x="883" y="1673"/>
              <a:ext cx="379" cy="690"/>
            </a:xfrm>
            <a:custGeom>
              <a:avLst/>
              <a:gdLst>
                <a:gd name="T0" fmla="*/ 12 w 1897"/>
                <a:gd name="T1" fmla="*/ 6 h 3450"/>
                <a:gd name="T2" fmla="*/ 13 w 1897"/>
                <a:gd name="T3" fmla="*/ 7 h 3450"/>
                <a:gd name="T4" fmla="*/ 13 w 1897"/>
                <a:gd name="T5" fmla="*/ 7 h 3450"/>
                <a:gd name="T6" fmla="*/ 14 w 1897"/>
                <a:gd name="T7" fmla="*/ 8 h 3450"/>
                <a:gd name="T8" fmla="*/ 14 w 1897"/>
                <a:gd name="T9" fmla="*/ 9 h 3450"/>
                <a:gd name="T10" fmla="*/ 15 w 1897"/>
                <a:gd name="T11" fmla="*/ 10 h 3450"/>
                <a:gd name="T12" fmla="*/ 15 w 1897"/>
                <a:gd name="T13" fmla="*/ 11 h 3450"/>
                <a:gd name="T14" fmla="*/ 15 w 1897"/>
                <a:gd name="T15" fmla="*/ 11 h 3450"/>
                <a:gd name="T16" fmla="*/ 15 w 1897"/>
                <a:gd name="T17" fmla="*/ 12 h 3450"/>
                <a:gd name="T18" fmla="*/ 15 w 1897"/>
                <a:gd name="T19" fmla="*/ 26 h 3450"/>
                <a:gd name="T20" fmla="*/ 15 w 1897"/>
                <a:gd name="T21" fmla="*/ 26 h 3450"/>
                <a:gd name="T22" fmla="*/ 15 w 1897"/>
                <a:gd name="T23" fmla="*/ 27 h 3450"/>
                <a:gd name="T24" fmla="*/ 15 w 1897"/>
                <a:gd name="T25" fmla="*/ 27 h 3450"/>
                <a:gd name="T26" fmla="*/ 14 w 1897"/>
                <a:gd name="T27" fmla="*/ 27 h 3450"/>
                <a:gd name="T28" fmla="*/ 14 w 1897"/>
                <a:gd name="T29" fmla="*/ 28 h 3450"/>
                <a:gd name="T30" fmla="*/ 13 w 1897"/>
                <a:gd name="T31" fmla="*/ 28 h 3450"/>
                <a:gd name="T32" fmla="*/ 13 w 1897"/>
                <a:gd name="T33" fmla="*/ 27 h 3450"/>
                <a:gd name="T34" fmla="*/ 3 w 1897"/>
                <a:gd name="T35" fmla="*/ 21 h 3450"/>
                <a:gd name="T36" fmla="*/ 2 w 1897"/>
                <a:gd name="T37" fmla="*/ 21 h 3450"/>
                <a:gd name="T38" fmla="*/ 2 w 1897"/>
                <a:gd name="T39" fmla="*/ 20 h 3450"/>
                <a:gd name="T40" fmla="*/ 1 w 1897"/>
                <a:gd name="T41" fmla="*/ 19 h 3450"/>
                <a:gd name="T42" fmla="*/ 1 w 1897"/>
                <a:gd name="T43" fmla="*/ 19 h 3450"/>
                <a:gd name="T44" fmla="*/ 0 w 1897"/>
                <a:gd name="T45" fmla="*/ 18 h 3450"/>
                <a:gd name="T46" fmla="*/ 0 w 1897"/>
                <a:gd name="T47" fmla="*/ 17 h 3450"/>
                <a:gd name="T48" fmla="*/ 0 w 1897"/>
                <a:gd name="T49" fmla="*/ 16 h 3450"/>
                <a:gd name="T50" fmla="*/ 0 w 1897"/>
                <a:gd name="T51" fmla="*/ 15 h 3450"/>
                <a:gd name="T52" fmla="*/ 0 w 1897"/>
                <a:gd name="T53" fmla="*/ 2 h 3450"/>
                <a:gd name="T54" fmla="*/ 0 w 1897"/>
                <a:gd name="T55" fmla="*/ 1 h 3450"/>
                <a:gd name="T56" fmla="*/ 0 w 1897"/>
                <a:gd name="T57" fmla="*/ 1 h 3450"/>
                <a:gd name="T58" fmla="*/ 1 w 1897"/>
                <a:gd name="T59" fmla="*/ 0 h 3450"/>
                <a:gd name="T60" fmla="*/ 1 w 1897"/>
                <a:gd name="T61" fmla="*/ 0 h 3450"/>
                <a:gd name="T62" fmla="*/ 1 w 1897"/>
                <a:gd name="T63" fmla="*/ 0 h 3450"/>
                <a:gd name="T64" fmla="*/ 2 w 1897"/>
                <a:gd name="T65" fmla="*/ 0 h 3450"/>
                <a:gd name="T66" fmla="*/ 3 w 1897"/>
                <a:gd name="T67" fmla="*/ 0 h 3450"/>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897"/>
                <a:gd name="T103" fmla="*/ 0 h 3450"/>
                <a:gd name="T104" fmla="*/ 1897 w 1897"/>
                <a:gd name="T105" fmla="*/ 3450 h 3450"/>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897" h="3450">
                  <a:moveTo>
                    <a:pt x="357" y="49"/>
                  </a:moveTo>
                  <a:lnTo>
                    <a:pt x="1542" y="806"/>
                  </a:lnTo>
                  <a:lnTo>
                    <a:pt x="1579" y="832"/>
                  </a:lnTo>
                  <a:lnTo>
                    <a:pt x="1614" y="861"/>
                  </a:lnTo>
                  <a:lnTo>
                    <a:pt x="1648" y="895"/>
                  </a:lnTo>
                  <a:lnTo>
                    <a:pt x="1681" y="933"/>
                  </a:lnTo>
                  <a:lnTo>
                    <a:pt x="1711" y="973"/>
                  </a:lnTo>
                  <a:lnTo>
                    <a:pt x="1740" y="1016"/>
                  </a:lnTo>
                  <a:lnTo>
                    <a:pt x="1768" y="1062"/>
                  </a:lnTo>
                  <a:lnTo>
                    <a:pt x="1793" y="1109"/>
                  </a:lnTo>
                  <a:lnTo>
                    <a:pt x="1816" y="1158"/>
                  </a:lnTo>
                  <a:lnTo>
                    <a:pt x="1836" y="1208"/>
                  </a:lnTo>
                  <a:lnTo>
                    <a:pt x="1854" y="1260"/>
                  </a:lnTo>
                  <a:lnTo>
                    <a:pt x="1869" y="1313"/>
                  </a:lnTo>
                  <a:lnTo>
                    <a:pt x="1881" y="1364"/>
                  </a:lnTo>
                  <a:lnTo>
                    <a:pt x="1890" y="1417"/>
                  </a:lnTo>
                  <a:lnTo>
                    <a:pt x="1895" y="1469"/>
                  </a:lnTo>
                  <a:lnTo>
                    <a:pt x="1897" y="1519"/>
                  </a:lnTo>
                  <a:lnTo>
                    <a:pt x="1897" y="3142"/>
                  </a:lnTo>
                  <a:lnTo>
                    <a:pt x="1895" y="3190"/>
                  </a:lnTo>
                  <a:lnTo>
                    <a:pt x="1890" y="3235"/>
                  </a:lnTo>
                  <a:lnTo>
                    <a:pt x="1881" y="3276"/>
                  </a:lnTo>
                  <a:lnTo>
                    <a:pt x="1869" y="3313"/>
                  </a:lnTo>
                  <a:lnTo>
                    <a:pt x="1854" y="3346"/>
                  </a:lnTo>
                  <a:lnTo>
                    <a:pt x="1836" y="3375"/>
                  </a:lnTo>
                  <a:lnTo>
                    <a:pt x="1816" y="3398"/>
                  </a:lnTo>
                  <a:lnTo>
                    <a:pt x="1793" y="3418"/>
                  </a:lnTo>
                  <a:lnTo>
                    <a:pt x="1768" y="3434"/>
                  </a:lnTo>
                  <a:lnTo>
                    <a:pt x="1740" y="3444"/>
                  </a:lnTo>
                  <a:lnTo>
                    <a:pt x="1711" y="3450"/>
                  </a:lnTo>
                  <a:lnTo>
                    <a:pt x="1681" y="3450"/>
                  </a:lnTo>
                  <a:lnTo>
                    <a:pt x="1648" y="3445"/>
                  </a:lnTo>
                  <a:lnTo>
                    <a:pt x="1614" y="3436"/>
                  </a:lnTo>
                  <a:lnTo>
                    <a:pt x="1579" y="3421"/>
                  </a:lnTo>
                  <a:lnTo>
                    <a:pt x="1542" y="3400"/>
                  </a:lnTo>
                  <a:lnTo>
                    <a:pt x="357" y="2643"/>
                  </a:lnTo>
                  <a:lnTo>
                    <a:pt x="320" y="2618"/>
                  </a:lnTo>
                  <a:lnTo>
                    <a:pt x="285" y="2588"/>
                  </a:lnTo>
                  <a:lnTo>
                    <a:pt x="251" y="2554"/>
                  </a:lnTo>
                  <a:lnTo>
                    <a:pt x="218" y="2517"/>
                  </a:lnTo>
                  <a:lnTo>
                    <a:pt x="187" y="2477"/>
                  </a:lnTo>
                  <a:lnTo>
                    <a:pt x="157" y="2433"/>
                  </a:lnTo>
                  <a:lnTo>
                    <a:pt x="130" y="2388"/>
                  </a:lnTo>
                  <a:lnTo>
                    <a:pt x="105" y="2341"/>
                  </a:lnTo>
                  <a:lnTo>
                    <a:pt x="81" y="2292"/>
                  </a:lnTo>
                  <a:lnTo>
                    <a:pt x="61" y="2241"/>
                  </a:lnTo>
                  <a:lnTo>
                    <a:pt x="44" y="2190"/>
                  </a:lnTo>
                  <a:lnTo>
                    <a:pt x="29" y="2138"/>
                  </a:lnTo>
                  <a:lnTo>
                    <a:pt x="17" y="2085"/>
                  </a:lnTo>
                  <a:lnTo>
                    <a:pt x="7" y="2033"/>
                  </a:lnTo>
                  <a:lnTo>
                    <a:pt x="3" y="1981"/>
                  </a:lnTo>
                  <a:lnTo>
                    <a:pt x="0" y="1931"/>
                  </a:lnTo>
                  <a:lnTo>
                    <a:pt x="0" y="308"/>
                  </a:lnTo>
                  <a:lnTo>
                    <a:pt x="3" y="260"/>
                  </a:lnTo>
                  <a:lnTo>
                    <a:pt x="7" y="215"/>
                  </a:lnTo>
                  <a:lnTo>
                    <a:pt x="17" y="174"/>
                  </a:lnTo>
                  <a:lnTo>
                    <a:pt x="29" y="137"/>
                  </a:lnTo>
                  <a:lnTo>
                    <a:pt x="44" y="104"/>
                  </a:lnTo>
                  <a:lnTo>
                    <a:pt x="61" y="76"/>
                  </a:lnTo>
                  <a:lnTo>
                    <a:pt x="81" y="51"/>
                  </a:lnTo>
                  <a:lnTo>
                    <a:pt x="105" y="31"/>
                  </a:lnTo>
                  <a:lnTo>
                    <a:pt x="130" y="16"/>
                  </a:lnTo>
                  <a:lnTo>
                    <a:pt x="157" y="5"/>
                  </a:lnTo>
                  <a:lnTo>
                    <a:pt x="187" y="0"/>
                  </a:lnTo>
                  <a:lnTo>
                    <a:pt x="218" y="0"/>
                  </a:lnTo>
                  <a:lnTo>
                    <a:pt x="251" y="3"/>
                  </a:lnTo>
                  <a:lnTo>
                    <a:pt x="285" y="14"/>
                  </a:lnTo>
                  <a:lnTo>
                    <a:pt x="320" y="29"/>
                  </a:lnTo>
                  <a:lnTo>
                    <a:pt x="357" y="49"/>
                  </a:lnTo>
                  <a:close/>
                </a:path>
              </a:pathLst>
            </a:custGeom>
            <a:solidFill>
              <a:srgbClr val="BFBFB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1888" name="Freeform 46"/>
            <p:cNvSpPr>
              <a:spLocks/>
            </p:cNvSpPr>
            <p:nvPr/>
          </p:nvSpPr>
          <p:spPr bwMode="auto">
            <a:xfrm>
              <a:off x="1268" y="1663"/>
              <a:ext cx="393" cy="711"/>
            </a:xfrm>
            <a:custGeom>
              <a:avLst/>
              <a:gdLst>
                <a:gd name="T0" fmla="*/ 3 w 1962"/>
                <a:gd name="T1" fmla="*/ 7 h 3555"/>
                <a:gd name="T2" fmla="*/ 2 w 1962"/>
                <a:gd name="T3" fmla="*/ 7 h 3555"/>
                <a:gd name="T4" fmla="*/ 2 w 1962"/>
                <a:gd name="T5" fmla="*/ 8 h 3555"/>
                <a:gd name="T6" fmla="*/ 1 w 1962"/>
                <a:gd name="T7" fmla="*/ 8 h 3555"/>
                <a:gd name="T8" fmla="*/ 1 w 1962"/>
                <a:gd name="T9" fmla="*/ 9 h 3555"/>
                <a:gd name="T10" fmla="*/ 1 w 1962"/>
                <a:gd name="T11" fmla="*/ 10 h 3555"/>
                <a:gd name="T12" fmla="*/ 0 w 1962"/>
                <a:gd name="T13" fmla="*/ 11 h 3555"/>
                <a:gd name="T14" fmla="*/ 0 w 1962"/>
                <a:gd name="T15" fmla="*/ 12 h 3555"/>
                <a:gd name="T16" fmla="*/ 0 w 1962"/>
                <a:gd name="T17" fmla="*/ 13 h 3555"/>
                <a:gd name="T18" fmla="*/ 0 w 1962"/>
                <a:gd name="T19" fmla="*/ 26 h 3555"/>
                <a:gd name="T20" fmla="*/ 0 w 1962"/>
                <a:gd name="T21" fmla="*/ 27 h 3555"/>
                <a:gd name="T22" fmla="*/ 0 w 1962"/>
                <a:gd name="T23" fmla="*/ 28 h 3555"/>
                <a:gd name="T24" fmla="*/ 1 w 1962"/>
                <a:gd name="T25" fmla="*/ 28 h 3555"/>
                <a:gd name="T26" fmla="*/ 1 w 1962"/>
                <a:gd name="T27" fmla="*/ 28 h 3555"/>
                <a:gd name="T28" fmla="*/ 2 w 1962"/>
                <a:gd name="T29" fmla="*/ 28 h 3555"/>
                <a:gd name="T30" fmla="*/ 2 w 1962"/>
                <a:gd name="T31" fmla="*/ 28 h 3555"/>
                <a:gd name="T32" fmla="*/ 3 w 1962"/>
                <a:gd name="T33" fmla="*/ 28 h 3555"/>
                <a:gd name="T34" fmla="*/ 13 w 1962"/>
                <a:gd name="T35" fmla="*/ 22 h 3555"/>
                <a:gd name="T36" fmla="*/ 13 w 1962"/>
                <a:gd name="T37" fmla="*/ 21 h 3555"/>
                <a:gd name="T38" fmla="*/ 14 w 1962"/>
                <a:gd name="T39" fmla="*/ 21 h 3555"/>
                <a:gd name="T40" fmla="*/ 14 w 1962"/>
                <a:gd name="T41" fmla="*/ 20 h 3555"/>
                <a:gd name="T42" fmla="*/ 15 w 1962"/>
                <a:gd name="T43" fmla="*/ 19 h 3555"/>
                <a:gd name="T44" fmla="*/ 15 w 1962"/>
                <a:gd name="T45" fmla="*/ 18 h 3555"/>
                <a:gd name="T46" fmla="*/ 16 w 1962"/>
                <a:gd name="T47" fmla="*/ 18 h 3555"/>
                <a:gd name="T48" fmla="*/ 16 w 1962"/>
                <a:gd name="T49" fmla="*/ 17 h 3555"/>
                <a:gd name="T50" fmla="*/ 16 w 1962"/>
                <a:gd name="T51" fmla="*/ 16 h 3555"/>
                <a:gd name="T52" fmla="*/ 16 w 1962"/>
                <a:gd name="T53" fmla="*/ 2 h 3555"/>
                <a:gd name="T54" fmla="*/ 16 w 1962"/>
                <a:gd name="T55" fmla="*/ 1 h 3555"/>
                <a:gd name="T56" fmla="*/ 15 w 1962"/>
                <a:gd name="T57" fmla="*/ 1 h 3555"/>
                <a:gd name="T58" fmla="*/ 15 w 1962"/>
                <a:gd name="T59" fmla="*/ 0 h 3555"/>
                <a:gd name="T60" fmla="*/ 15 w 1962"/>
                <a:gd name="T61" fmla="*/ 0 h 3555"/>
                <a:gd name="T62" fmla="*/ 14 w 1962"/>
                <a:gd name="T63" fmla="*/ 0 h 3555"/>
                <a:gd name="T64" fmla="*/ 14 w 1962"/>
                <a:gd name="T65" fmla="*/ 0 h 3555"/>
                <a:gd name="T66" fmla="*/ 13 w 1962"/>
                <a:gd name="T67" fmla="*/ 0 h 3555"/>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962"/>
                <a:gd name="T103" fmla="*/ 0 h 3555"/>
                <a:gd name="T104" fmla="*/ 1962 w 1962"/>
                <a:gd name="T105" fmla="*/ 3555 h 3555"/>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962" h="3555">
                  <a:moveTo>
                    <a:pt x="1594" y="50"/>
                  </a:moveTo>
                  <a:lnTo>
                    <a:pt x="368" y="831"/>
                  </a:lnTo>
                  <a:lnTo>
                    <a:pt x="330" y="858"/>
                  </a:lnTo>
                  <a:lnTo>
                    <a:pt x="294" y="888"/>
                  </a:lnTo>
                  <a:lnTo>
                    <a:pt x="259" y="922"/>
                  </a:lnTo>
                  <a:lnTo>
                    <a:pt x="225" y="961"/>
                  </a:lnTo>
                  <a:lnTo>
                    <a:pt x="193" y="1003"/>
                  </a:lnTo>
                  <a:lnTo>
                    <a:pt x="163" y="1047"/>
                  </a:lnTo>
                  <a:lnTo>
                    <a:pt x="133" y="1094"/>
                  </a:lnTo>
                  <a:lnTo>
                    <a:pt x="108" y="1143"/>
                  </a:lnTo>
                  <a:lnTo>
                    <a:pt x="84" y="1193"/>
                  </a:lnTo>
                  <a:lnTo>
                    <a:pt x="63" y="1246"/>
                  </a:lnTo>
                  <a:lnTo>
                    <a:pt x="44" y="1299"/>
                  </a:lnTo>
                  <a:lnTo>
                    <a:pt x="29" y="1353"/>
                  </a:lnTo>
                  <a:lnTo>
                    <a:pt x="16" y="1405"/>
                  </a:lnTo>
                  <a:lnTo>
                    <a:pt x="7" y="1459"/>
                  </a:lnTo>
                  <a:lnTo>
                    <a:pt x="2" y="1512"/>
                  </a:lnTo>
                  <a:lnTo>
                    <a:pt x="0" y="1565"/>
                  </a:lnTo>
                  <a:lnTo>
                    <a:pt x="0" y="3237"/>
                  </a:lnTo>
                  <a:lnTo>
                    <a:pt x="2" y="3287"/>
                  </a:lnTo>
                  <a:lnTo>
                    <a:pt x="7" y="3333"/>
                  </a:lnTo>
                  <a:lnTo>
                    <a:pt x="16" y="3375"/>
                  </a:lnTo>
                  <a:lnTo>
                    <a:pt x="29" y="3413"/>
                  </a:lnTo>
                  <a:lnTo>
                    <a:pt x="44" y="3447"/>
                  </a:lnTo>
                  <a:lnTo>
                    <a:pt x="63" y="3477"/>
                  </a:lnTo>
                  <a:lnTo>
                    <a:pt x="84" y="3502"/>
                  </a:lnTo>
                  <a:lnTo>
                    <a:pt x="108" y="3522"/>
                  </a:lnTo>
                  <a:lnTo>
                    <a:pt x="133" y="3538"/>
                  </a:lnTo>
                  <a:lnTo>
                    <a:pt x="163" y="3549"/>
                  </a:lnTo>
                  <a:lnTo>
                    <a:pt x="193" y="3555"/>
                  </a:lnTo>
                  <a:lnTo>
                    <a:pt x="225" y="3555"/>
                  </a:lnTo>
                  <a:lnTo>
                    <a:pt x="259" y="3550"/>
                  </a:lnTo>
                  <a:lnTo>
                    <a:pt x="294" y="3541"/>
                  </a:lnTo>
                  <a:lnTo>
                    <a:pt x="330" y="3524"/>
                  </a:lnTo>
                  <a:lnTo>
                    <a:pt x="368" y="3503"/>
                  </a:lnTo>
                  <a:lnTo>
                    <a:pt x="1594" y="2722"/>
                  </a:lnTo>
                  <a:lnTo>
                    <a:pt x="1632" y="2696"/>
                  </a:lnTo>
                  <a:lnTo>
                    <a:pt x="1668" y="2665"/>
                  </a:lnTo>
                  <a:lnTo>
                    <a:pt x="1703" y="2631"/>
                  </a:lnTo>
                  <a:lnTo>
                    <a:pt x="1737" y="2592"/>
                  </a:lnTo>
                  <a:lnTo>
                    <a:pt x="1769" y="2551"/>
                  </a:lnTo>
                  <a:lnTo>
                    <a:pt x="1799" y="2506"/>
                  </a:lnTo>
                  <a:lnTo>
                    <a:pt x="1829" y="2460"/>
                  </a:lnTo>
                  <a:lnTo>
                    <a:pt x="1854" y="2411"/>
                  </a:lnTo>
                  <a:lnTo>
                    <a:pt x="1878" y="2361"/>
                  </a:lnTo>
                  <a:lnTo>
                    <a:pt x="1899" y="2308"/>
                  </a:lnTo>
                  <a:lnTo>
                    <a:pt x="1918" y="2256"/>
                  </a:lnTo>
                  <a:lnTo>
                    <a:pt x="1933" y="2202"/>
                  </a:lnTo>
                  <a:lnTo>
                    <a:pt x="1946" y="2149"/>
                  </a:lnTo>
                  <a:lnTo>
                    <a:pt x="1955" y="2095"/>
                  </a:lnTo>
                  <a:lnTo>
                    <a:pt x="1960" y="2042"/>
                  </a:lnTo>
                  <a:lnTo>
                    <a:pt x="1962" y="1989"/>
                  </a:lnTo>
                  <a:lnTo>
                    <a:pt x="1962" y="319"/>
                  </a:lnTo>
                  <a:lnTo>
                    <a:pt x="1960" y="269"/>
                  </a:lnTo>
                  <a:lnTo>
                    <a:pt x="1955" y="223"/>
                  </a:lnTo>
                  <a:lnTo>
                    <a:pt x="1946" y="180"/>
                  </a:lnTo>
                  <a:lnTo>
                    <a:pt x="1933" y="143"/>
                  </a:lnTo>
                  <a:lnTo>
                    <a:pt x="1918" y="109"/>
                  </a:lnTo>
                  <a:lnTo>
                    <a:pt x="1899" y="79"/>
                  </a:lnTo>
                  <a:lnTo>
                    <a:pt x="1878" y="54"/>
                  </a:lnTo>
                  <a:lnTo>
                    <a:pt x="1854" y="33"/>
                  </a:lnTo>
                  <a:lnTo>
                    <a:pt x="1829" y="17"/>
                  </a:lnTo>
                  <a:lnTo>
                    <a:pt x="1799" y="7"/>
                  </a:lnTo>
                  <a:lnTo>
                    <a:pt x="1769" y="0"/>
                  </a:lnTo>
                  <a:lnTo>
                    <a:pt x="1737" y="0"/>
                  </a:lnTo>
                  <a:lnTo>
                    <a:pt x="1703" y="4"/>
                  </a:lnTo>
                  <a:lnTo>
                    <a:pt x="1668" y="14"/>
                  </a:lnTo>
                  <a:lnTo>
                    <a:pt x="1632" y="29"/>
                  </a:lnTo>
                  <a:lnTo>
                    <a:pt x="1594" y="50"/>
                  </a:lnTo>
                  <a:close/>
                </a:path>
              </a:pathLst>
            </a:custGeom>
            <a:solidFill>
              <a:srgbClr val="E5E5E5"/>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1889" name="Freeform 47"/>
            <p:cNvSpPr>
              <a:spLocks noEditPoints="1"/>
            </p:cNvSpPr>
            <p:nvPr/>
          </p:nvSpPr>
          <p:spPr bwMode="auto">
            <a:xfrm>
              <a:off x="916" y="1589"/>
              <a:ext cx="697" cy="698"/>
            </a:xfrm>
            <a:custGeom>
              <a:avLst/>
              <a:gdLst>
                <a:gd name="T0" fmla="*/ 16 w 3485"/>
                <a:gd name="T1" fmla="*/ 0 h 3490"/>
                <a:gd name="T2" fmla="*/ 17 w 3485"/>
                <a:gd name="T3" fmla="*/ 2 h 3490"/>
                <a:gd name="T4" fmla="*/ 17 w 3485"/>
                <a:gd name="T5" fmla="*/ 3 h 3490"/>
                <a:gd name="T6" fmla="*/ 14 w 3485"/>
                <a:gd name="T7" fmla="*/ 4 h 3490"/>
                <a:gd name="T8" fmla="*/ 12 w 3485"/>
                <a:gd name="T9" fmla="*/ 4 h 3490"/>
                <a:gd name="T10" fmla="*/ 11 w 3485"/>
                <a:gd name="T11" fmla="*/ 2 h 3490"/>
                <a:gd name="T12" fmla="*/ 11 w 3485"/>
                <a:gd name="T13" fmla="*/ 1 h 3490"/>
                <a:gd name="T14" fmla="*/ 14 w 3485"/>
                <a:gd name="T15" fmla="*/ 0 h 3490"/>
                <a:gd name="T16" fmla="*/ 3 w 3485"/>
                <a:gd name="T17" fmla="*/ 7 h 3490"/>
                <a:gd name="T18" fmla="*/ 4 w 3485"/>
                <a:gd name="T19" fmla="*/ 9 h 3490"/>
                <a:gd name="T20" fmla="*/ 3 w 3485"/>
                <a:gd name="T21" fmla="*/ 12 h 3490"/>
                <a:gd name="T22" fmla="*/ 2 w 3485"/>
                <a:gd name="T23" fmla="*/ 13 h 3490"/>
                <a:gd name="T24" fmla="*/ 1 w 3485"/>
                <a:gd name="T25" fmla="*/ 12 h 3490"/>
                <a:gd name="T26" fmla="*/ 0 w 3485"/>
                <a:gd name="T27" fmla="*/ 10 h 3490"/>
                <a:gd name="T28" fmla="*/ 0 w 3485"/>
                <a:gd name="T29" fmla="*/ 8 h 3490"/>
                <a:gd name="T30" fmla="*/ 2 w 3485"/>
                <a:gd name="T31" fmla="*/ 6 h 3490"/>
                <a:gd name="T32" fmla="*/ 10 w 3485"/>
                <a:gd name="T33" fmla="*/ 20 h 3490"/>
                <a:gd name="T34" fmla="*/ 11 w 3485"/>
                <a:gd name="T35" fmla="*/ 22 h 3490"/>
                <a:gd name="T36" fmla="*/ 11 w 3485"/>
                <a:gd name="T37" fmla="*/ 25 h 3490"/>
                <a:gd name="T38" fmla="*/ 10 w 3485"/>
                <a:gd name="T39" fmla="*/ 27 h 3490"/>
                <a:gd name="T40" fmla="*/ 8 w 3485"/>
                <a:gd name="T41" fmla="*/ 26 h 3490"/>
                <a:gd name="T42" fmla="*/ 7 w 3485"/>
                <a:gd name="T43" fmla="*/ 24 h 3490"/>
                <a:gd name="T44" fmla="*/ 7 w 3485"/>
                <a:gd name="T45" fmla="*/ 22 h 3490"/>
                <a:gd name="T46" fmla="*/ 8 w 3485"/>
                <a:gd name="T47" fmla="*/ 20 h 3490"/>
                <a:gd name="T48" fmla="*/ 20 w 3485"/>
                <a:gd name="T49" fmla="*/ 21 h 3490"/>
                <a:gd name="T50" fmla="*/ 21 w 3485"/>
                <a:gd name="T51" fmla="*/ 23 h 3490"/>
                <a:gd name="T52" fmla="*/ 21 w 3485"/>
                <a:gd name="T53" fmla="*/ 26 h 3490"/>
                <a:gd name="T54" fmla="*/ 20 w 3485"/>
                <a:gd name="T55" fmla="*/ 28 h 3490"/>
                <a:gd name="T56" fmla="*/ 18 w 3485"/>
                <a:gd name="T57" fmla="*/ 28 h 3490"/>
                <a:gd name="T58" fmla="*/ 17 w 3485"/>
                <a:gd name="T59" fmla="*/ 26 h 3490"/>
                <a:gd name="T60" fmla="*/ 17 w 3485"/>
                <a:gd name="T61" fmla="*/ 23 h 3490"/>
                <a:gd name="T62" fmla="*/ 18 w 3485"/>
                <a:gd name="T63" fmla="*/ 21 h 3490"/>
                <a:gd name="T64" fmla="*/ 19 w 3485"/>
                <a:gd name="T65" fmla="*/ 11 h 3490"/>
                <a:gd name="T66" fmla="*/ 20 w 3485"/>
                <a:gd name="T67" fmla="*/ 13 h 3490"/>
                <a:gd name="T68" fmla="*/ 21 w 3485"/>
                <a:gd name="T69" fmla="*/ 15 h 3490"/>
                <a:gd name="T70" fmla="*/ 20 w 3485"/>
                <a:gd name="T71" fmla="*/ 17 h 3490"/>
                <a:gd name="T72" fmla="*/ 18 w 3485"/>
                <a:gd name="T73" fmla="*/ 17 h 3490"/>
                <a:gd name="T74" fmla="*/ 17 w 3485"/>
                <a:gd name="T75" fmla="*/ 16 h 3490"/>
                <a:gd name="T76" fmla="*/ 17 w 3485"/>
                <a:gd name="T77" fmla="*/ 13 h 3490"/>
                <a:gd name="T78" fmla="*/ 18 w 3485"/>
                <a:gd name="T79" fmla="*/ 11 h 3490"/>
                <a:gd name="T80" fmla="*/ 26 w 3485"/>
                <a:gd name="T81" fmla="*/ 7 h 3490"/>
                <a:gd name="T82" fmla="*/ 27 w 3485"/>
                <a:gd name="T83" fmla="*/ 8 h 3490"/>
                <a:gd name="T84" fmla="*/ 27 w 3485"/>
                <a:gd name="T85" fmla="*/ 11 h 3490"/>
                <a:gd name="T86" fmla="*/ 26 w 3485"/>
                <a:gd name="T87" fmla="*/ 13 h 3490"/>
                <a:gd name="T88" fmla="*/ 25 w 3485"/>
                <a:gd name="T89" fmla="*/ 13 h 3490"/>
                <a:gd name="T90" fmla="*/ 24 w 3485"/>
                <a:gd name="T91" fmla="*/ 12 h 3490"/>
                <a:gd name="T92" fmla="*/ 24 w 3485"/>
                <a:gd name="T93" fmla="*/ 9 h 3490"/>
                <a:gd name="T94" fmla="*/ 24 w 3485"/>
                <a:gd name="T95" fmla="*/ 7 h 3490"/>
                <a:gd name="T96" fmla="*/ 26 w 3485"/>
                <a:gd name="T97" fmla="*/ 17 h 3490"/>
                <a:gd name="T98" fmla="*/ 27 w 3485"/>
                <a:gd name="T99" fmla="*/ 18 h 3490"/>
                <a:gd name="T100" fmla="*/ 28 w 3485"/>
                <a:gd name="T101" fmla="*/ 21 h 3490"/>
                <a:gd name="T102" fmla="*/ 27 w 3485"/>
                <a:gd name="T103" fmla="*/ 23 h 3490"/>
                <a:gd name="T104" fmla="*/ 26 w 3485"/>
                <a:gd name="T105" fmla="*/ 24 h 3490"/>
                <a:gd name="T106" fmla="*/ 24 w 3485"/>
                <a:gd name="T107" fmla="*/ 23 h 3490"/>
                <a:gd name="T108" fmla="*/ 24 w 3485"/>
                <a:gd name="T109" fmla="*/ 20 h 3490"/>
                <a:gd name="T110" fmla="*/ 25 w 3485"/>
                <a:gd name="T111" fmla="*/ 18 h 3490"/>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w 3485"/>
                <a:gd name="T169" fmla="*/ 0 h 3490"/>
                <a:gd name="T170" fmla="*/ 3485 w 3485"/>
                <a:gd name="T171" fmla="*/ 3490 h 3490"/>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T168" t="T169" r="T170" b="T171"/>
              <a:pathLst>
                <a:path w="3485" h="3490">
                  <a:moveTo>
                    <a:pt x="1754" y="0"/>
                  </a:moveTo>
                  <a:lnTo>
                    <a:pt x="1797" y="2"/>
                  </a:lnTo>
                  <a:lnTo>
                    <a:pt x="1840" y="5"/>
                  </a:lnTo>
                  <a:lnTo>
                    <a:pt x="1881" y="12"/>
                  </a:lnTo>
                  <a:lnTo>
                    <a:pt x="1921" y="20"/>
                  </a:lnTo>
                  <a:lnTo>
                    <a:pt x="1959" y="31"/>
                  </a:lnTo>
                  <a:lnTo>
                    <a:pt x="1994" y="44"/>
                  </a:lnTo>
                  <a:lnTo>
                    <a:pt x="2028" y="59"/>
                  </a:lnTo>
                  <a:lnTo>
                    <a:pt x="2058" y="74"/>
                  </a:lnTo>
                  <a:lnTo>
                    <a:pt x="2086" y="93"/>
                  </a:lnTo>
                  <a:lnTo>
                    <a:pt x="2111" y="113"/>
                  </a:lnTo>
                  <a:lnTo>
                    <a:pt x="2132" y="133"/>
                  </a:lnTo>
                  <a:lnTo>
                    <a:pt x="2151" y="155"/>
                  </a:lnTo>
                  <a:lnTo>
                    <a:pt x="2165" y="179"/>
                  </a:lnTo>
                  <a:lnTo>
                    <a:pt x="2175" y="203"/>
                  </a:lnTo>
                  <a:lnTo>
                    <a:pt x="2182" y="229"/>
                  </a:lnTo>
                  <a:lnTo>
                    <a:pt x="2185" y="255"/>
                  </a:lnTo>
                  <a:lnTo>
                    <a:pt x="2182" y="281"/>
                  </a:lnTo>
                  <a:lnTo>
                    <a:pt x="2175" y="305"/>
                  </a:lnTo>
                  <a:lnTo>
                    <a:pt x="2165" y="330"/>
                  </a:lnTo>
                  <a:lnTo>
                    <a:pt x="2151" y="353"/>
                  </a:lnTo>
                  <a:lnTo>
                    <a:pt x="2132" y="376"/>
                  </a:lnTo>
                  <a:lnTo>
                    <a:pt x="2111" y="397"/>
                  </a:lnTo>
                  <a:lnTo>
                    <a:pt x="2086" y="417"/>
                  </a:lnTo>
                  <a:lnTo>
                    <a:pt x="2058" y="434"/>
                  </a:lnTo>
                  <a:lnTo>
                    <a:pt x="2028" y="451"/>
                  </a:lnTo>
                  <a:lnTo>
                    <a:pt x="1994" y="466"/>
                  </a:lnTo>
                  <a:lnTo>
                    <a:pt x="1959" y="479"/>
                  </a:lnTo>
                  <a:lnTo>
                    <a:pt x="1921" y="489"/>
                  </a:lnTo>
                  <a:lnTo>
                    <a:pt x="1881" y="498"/>
                  </a:lnTo>
                  <a:lnTo>
                    <a:pt x="1840" y="505"/>
                  </a:lnTo>
                  <a:lnTo>
                    <a:pt x="1797" y="508"/>
                  </a:lnTo>
                  <a:lnTo>
                    <a:pt x="1754" y="509"/>
                  </a:lnTo>
                  <a:lnTo>
                    <a:pt x="1710" y="508"/>
                  </a:lnTo>
                  <a:lnTo>
                    <a:pt x="1667" y="505"/>
                  </a:lnTo>
                  <a:lnTo>
                    <a:pt x="1626" y="498"/>
                  </a:lnTo>
                  <a:lnTo>
                    <a:pt x="1586" y="489"/>
                  </a:lnTo>
                  <a:lnTo>
                    <a:pt x="1548" y="479"/>
                  </a:lnTo>
                  <a:lnTo>
                    <a:pt x="1512" y="466"/>
                  </a:lnTo>
                  <a:lnTo>
                    <a:pt x="1479" y="451"/>
                  </a:lnTo>
                  <a:lnTo>
                    <a:pt x="1449" y="434"/>
                  </a:lnTo>
                  <a:lnTo>
                    <a:pt x="1421" y="417"/>
                  </a:lnTo>
                  <a:lnTo>
                    <a:pt x="1395" y="397"/>
                  </a:lnTo>
                  <a:lnTo>
                    <a:pt x="1374" y="376"/>
                  </a:lnTo>
                  <a:lnTo>
                    <a:pt x="1355" y="353"/>
                  </a:lnTo>
                  <a:lnTo>
                    <a:pt x="1341" y="330"/>
                  </a:lnTo>
                  <a:lnTo>
                    <a:pt x="1331" y="305"/>
                  </a:lnTo>
                  <a:lnTo>
                    <a:pt x="1324" y="281"/>
                  </a:lnTo>
                  <a:lnTo>
                    <a:pt x="1321" y="255"/>
                  </a:lnTo>
                  <a:lnTo>
                    <a:pt x="1324" y="229"/>
                  </a:lnTo>
                  <a:lnTo>
                    <a:pt x="1331" y="203"/>
                  </a:lnTo>
                  <a:lnTo>
                    <a:pt x="1341" y="179"/>
                  </a:lnTo>
                  <a:lnTo>
                    <a:pt x="1355" y="155"/>
                  </a:lnTo>
                  <a:lnTo>
                    <a:pt x="1374" y="133"/>
                  </a:lnTo>
                  <a:lnTo>
                    <a:pt x="1395" y="113"/>
                  </a:lnTo>
                  <a:lnTo>
                    <a:pt x="1421" y="93"/>
                  </a:lnTo>
                  <a:lnTo>
                    <a:pt x="1449" y="74"/>
                  </a:lnTo>
                  <a:lnTo>
                    <a:pt x="1479" y="59"/>
                  </a:lnTo>
                  <a:lnTo>
                    <a:pt x="1512" y="44"/>
                  </a:lnTo>
                  <a:lnTo>
                    <a:pt x="1548" y="31"/>
                  </a:lnTo>
                  <a:lnTo>
                    <a:pt x="1586" y="20"/>
                  </a:lnTo>
                  <a:lnTo>
                    <a:pt x="1626" y="12"/>
                  </a:lnTo>
                  <a:lnTo>
                    <a:pt x="1667" y="5"/>
                  </a:lnTo>
                  <a:lnTo>
                    <a:pt x="1710" y="2"/>
                  </a:lnTo>
                  <a:lnTo>
                    <a:pt x="1754" y="0"/>
                  </a:lnTo>
                  <a:close/>
                  <a:moveTo>
                    <a:pt x="239" y="786"/>
                  </a:moveTo>
                  <a:lnTo>
                    <a:pt x="263" y="788"/>
                  </a:lnTo>
                  <a:lnTo>
                    <a:pt x="287" y="794"/>
                  </a:lnTo>
                  <a:lnTo>
                    <a:pt x="309" y="805"/>
                  </a:lnTo>
                  <a:lnTo>
                    <a:pt x="331" y="819"/>
                  </a:lnTo>
                  <a:lnTo>
                    <a:pt x="352" y="836"/>
                  </a:lnTo>
                  <a:lnTo>
                    <a:pt x="372" y="857"/>
                  </a:lnTo>
                  <a:lnTo>
                    <a:pt x="390" y="882"/>
                  </a:lnTo>
                  <a:lnTo>
                    <a:pt x="407" y="909"/>
                  </a:lnTo>
                  <a:lnTo>
                    <a:pt x="423" y="940"/>
                  </a:lnTo>
                  <a:lnTo>
                    <a:pt x="437" y="971"/>
                  </a:lnTo>
                  <a:lnTo>
                    <a:pt x="448" y="1006"/>
                  </a:lnTo>
                  <a:lnTo>
                    <a:pt x="459" y="1043"/>
                  </a:lnTo>
                  <a:lnTo>
                    <a:pt x="467" y="1081"/>
                  </a:lnTo>
                  <a:lnTo>
                    <a:pt x="473" y="1121"/>
                  </a:lnTo>
                  <a:lnTo>
                    <a:pt x="476" y="1163"/>
                  </a:lnTo>
                  <a:lnTo>
                    <a:pt x="478" y="1206"/>
                  </a:lnTo>
                  <a:lnTo>
                    <a:pt x="476" y="1248"/>
                  </a:lnTo>
                  <a:lnTo>
                    <a:pt x="473" y="1290"/>
                  </a:lnTo>
                  <a:lnTo>
                    <a:pt x="467" y="1330"/>
                  </a:lnTo>
                  <a:lnTo>
                    <a:pt x="459" y="1367"/>
                  </a:lnTo>
                  <a:lnTo>
                    <a:pt x="448" y="1405"/>
                  </a:lnTo>
                  <a:lnTo>
                    <a:pt x="437" y="1439"/>
                  </a:lnTo>
                  <a:lnTo>
                    <a:pt x="423" y="1472"/>
                  </a:lnTo>
                  <a:lnTo>
                    <a:pt x="407" y="1501"/>
                  </a:lnTo>
                  <a:lnTo>
                    <a:pt x="390" y="1528"/>
                  </a:lnTo>
                  <a:lnTo>
                    <a:pt x="372" y="1553"/>
                  </a:lnTo>
                  <a:lnTo>
                    <a:pt x="352" y="1574"/>
                  </a:lnTo>
                  <a:lnTo>
                    <a:pt x="331" y="1591"/>
                  </a:lnTo>
                  <a:lnTo>
                    <a:pt x="309" y="1605"/>
                  </a:lnTo>
                  <a:lnTo>
                    <a:pt x="287" y="1616"/>
                  </a:lnTo>
                  <a:lnTo>
                    <a:pt x="263" y="1622"/>
                  </a:lnTo>
                  <a:lnTo>
                    <a:pt x="239" y="1624"/>
                  </a:lnTo>
                  <a:lnTo>
                    <a:pt x="214" y="1622"/>
                  </a:lnTo>
                  <a:lnTo>
                    <a:pt x="191" y="1616"/>
                  </a:lnTo>
                  <a:lnTo>
                    <a:pt x="168" y="1605"/>
                  </a:lnTo>
                  <a:lnTo>
                    <a:pt x="146" y="1591"/>
                  </a:lnTo>
                  <a:lnTo>
                    <a:pt x="125" y="1574"/>
                  </a:lnTo>
                  <a:lnTo>
                    <a:pt x="105" y="1553"/>
                  </a:lnTo>
                  <a:lnTo>
                    <a:pt x="87" y="1528"/>
                  </a:lnTo>
                  <a:lnTo>
                    <a:pt x="70" y="1501"/>
                  </a:lnTo>
                  <a:lnTo>
                    <a:pt x="55" y="1472"/>
                  </a:lnTo>
                  <a:lnTo>
                    <a:pt x="41" y="1439"/>
                  </a:lnTo>
                  <a:lnTo>
                    <a:pt x="29" y="1405"/>
                  </a:lnTo>
                  <a:lnTo>
                    <a:pt x="18" y="1367"/>
                  </a:lnTo>
                  <a:lnTo>
                    <a:pt x="10" y="1330"/>
                  </a:lnTo>
                  <a:lnTo>
                    <a:pt x="4" y="1290"/>
                  </a:lnTo>
                  <a:lnTo>
                    <a:pt x="1" y="1248"/>
                  </a:lnTo>
                  <a:lnTo>
                    <a:pt x="0" y="1206"/>
                  </a:lnTo>
                  <a:lnTo>
                    <a:pt x="1" y="1163"/>
                  </a:lnTo>
                  <a:lnTo>
                    <a:pt x="4" y="1121"/>
                  </a:lnTo>
                  <a:lnTo>
                    <a:pt x="10" y="1081"/>
                  </a:lnTo>
                  <a:lnTo>
                    <a:pt x="18" y="1043"/>
                  </a:lnTo>
                  <a:lnTo>
                    <a:pt x="29" y="1006"/>
                  </a:lnTo>
                  <a:lnTo>
                    <a:pt x="41" y="971"/>
                  </a:lnTo>
                  <a:lnTo>
                    <a:pt x="55" y="940"/>
                  </a:lnTo>
                  <a:lnTo>
                    <a:pt x="70" y="909"/>
                  </a:lnTo>
                  <a:lnTo>
                    <a:pt x="87" y="882"/>
                  </a:lnTo>
                  <a:lnTo>
                    <a:pt x="105" y="857"/>
                  </a:lnTo>
                  <a:lnTo>
                    <a:pt x="125" y="836"/>
                  </a:lnTo>
                  <a:lnTo>
                    <a:pt x="146" y="819"/>
                  </a:lnTo>
                  <a:lnTo>
                    <a:pt x="168" y="805"/>
                  </a:lnTo>
                  <a:lnTo>
                    <a:pt x="191" y="794"/>
                  </a:lnTo>
                  <a:lnTo>
                    <a:pt x="214" y="788"/>
                  </a:lnTo>
                  <a:lnTo>
                    <a:pt x="239" y="786"/>
                  </a:lnTo>
                  <a:close/>
                  <a:moveTo>
                    <a:pt x="1119" y="2495"/>
                  </a:moveTo>
                  <a:lnTo>
                    <a:pt x="1143" y="2498"/>
                  </a:lnTo>
                  <a:lnTo>
                    <a:pt x="1167" y="2504"/>
                  </a:lnTo>
                  <a:lnTo>
                    <a:pt x="1190" y="2514"/>
                  </a:lnTo>
                  <a:lnTo>
                    <a:pt x="1211" y="2528"/>
                  </a:lnTo>
                  <a:lnTo>
                    <a:pt x="1232" y="2546"/>
                  </a:lnTo>
                  <a:lnTo>
                    <a:pt x="1252" y="2567"/>
                  </a:lnTo>
                  <a:lnTo>
                    <a:pt x="1271" y="2592"/>
                  </a:lnTo>
                  <a:lnTo>
                    <a:pt x="1288" y="2618"/>
                  </a:lnTo>
                  <a:lnTo>
                    <a:pt x="1304" y="2648"/>
                  </a:lnTo>
                  <a:lnTo>
                    <a:pt x="1318" y="2681"/>
                  </a:lnTo>
                  <a:lnTo>
                    <a:pt x="1329" y="2715"/>
                  </a:lnTo>
                  <a:lnTo>
                    <a:pt x="1340" y="2752"/>
                  </a:lnTo>
                  <a:lnTo>
                    <a:pt x="1348" y="2790"/>
                  </a:lnTo>
                  <a:lnTo>
                    <a:pt x="1354" y="2830"/>
                  </a:lnTo>
                  <a:lnTo>
                    <a:pt x="1358" y="2872"/>
                  </a:lnTo>
                  <a:lnTo>
                    <a:pt x="1359" y="2914"/>
                  </a:lnTo>
                  <a:lnTo>
                    <a:pt x="1358" y="2956"/>
                  </a:lnTo>
                  <a:lnTo>
                    <a:pt x="1354" y="2998"/>
                  </a:lnTo>
                  <a:lnTo>
                    <a:pt x="1348" y="3038"/>
                  </a:lnTo>
                  <a:lnTo>
                    <a:pt x="1340" y="3077"/>
                  </a:lnTo>
                  <a:lnTo>
                    <a:pt x="1329" y="3113"/>
                  </a:lnTo>
                  <a:lnTo>
                    <a:pt x="1318" y="3147"/>
                  </a:lnTo>
                  <a:lnTo>
                    <a:pt x="1304" y="3180"/>
                  </a:lnTo>
                  <a:lnTo>
                    <a:pt x="1288" y="3209"/>
                  </a:lnTo>
                  <a:lnTo>
                    <a:pt x="1271" y="3238"/>
                  </a:lnTo>
                  <a:lnTo>
                    <a:pt x="1252" y="3261"/>
                  </a:lnTo>
                  <a:lnTo>
                    <a:pt x="1232" y="3282"/>
                  </a:lnTo>
                  <a:lnTo>
                    <a:pt x="1211" y="3301"/>
                  </a:lnTo>
                  <a:lnTo>
                    <a:pt x="1190" y="3315"/>
                  </a:lnTo>
                  <a:lnTo>
                    <a:pt x="1167" y="3325"/>
                  </a:lnTo>
                  <a:lnTo>
                    <a:pt x="1143" y="3331"/>
                  </a:lnTo>
                  <a:lnTo>
                    <a:pt x="1119" y="3334"/>
                  </a:lnTo>
                  <a:lnTo>
                    <a:pt x="1094" y="3331"/>
                  </a:lnTo>
                  <a:lnTo>
                    <a:pt x="1070" y="3325"/>
                  </a:lnTo>
                  <a:lnTo>
                    <a:pt x="1048" y="3315"/>
                  </a:lnTo>
                  <a:lnTo>
                    <a:pt x="1026" y="3301"/>
                  </a:lnTo>
                  <a:lnTo>
                    <a:pt x="1005" y="3282"/>
                  </a:lnTo>
                  <a:lnTo>
                    <a:pt x="985" y="3261"/>
                  </a:lnTo>
                  <a:lnTo>
                    <a:pt x="967" y="3238"/>
                  </a:lnTo>
                  <a:lnTo>
                    <a:pt x="950" y="3209"/>
                  </a:lnTo>
                  <a:lnTo>
                    <a:pt x="935" y="3180"/>
                  </a:lnTo>
                  <a:lnTo>
                    <a:pt x="921" y="3147"/>
                  </a:lnTo>
                  <a:lnTo>
                    <a:pt x="909" y="3113"/>
                  </a:lnTo>
                  <a:lnTo>
                    <a:pt x="898" y="3077"/>
                  </a:lnTo>
                  <a:lnTo>
                    <a:pt x="890" y="3038"/>
                  </a:lnTo>
                  <a:lnTo>
                    <a:pt x="884" y="2998"/>
                  </a:lnTo>
                  <a:lnTo>
                    <a:pt x="881" y="2956"/>
                  </a:lnTo>
                  <a:lnTo>
                    <a:pt x="880" y="2914"/>
                  </a:lnTo>
                  <a:lnTo>
                    <a:pt x="881" y="2872"/>
                  </a:lnTo>
                  <a:lnTo>
                    <a:pt x="884" y="2830"/>
                  </a:lnTo>
                  <a:lnTo>
                    <a:pt x="890" y="2790"/>
                  </a:lnTo>
                  <a:lnTo>
                    <a:pt x="898" y="2752"/>
                  </a:lnTo>
                  <a:lnTo>
                    <a:pt x="909" y="2715"/>
                  </a:lnTo>
                  <a:lnTo>
                    <a:pt x="921" y="2681"/>
                  </a:lnTo>
                  <a:lnTo>
                    <a:pt x="935" y="2648"/>
                  </a:lnTo>
                  <a:lnTo>
                    <a:pt x="950" y="2618"/>
                  </a:lnTo>
                  <a:lnTo>
                    <a:pt x="967" y="2592"/>
                  </a:lnTo>
                  <a:lnTo>
                    <a:pt x="985" y="2567"/>
                  </a:lnTo>
                  <a:lnTo>
                    <a:pt x="1005" y="2546"/>
                  </a:lnTo>
                  <a:lnTo>
                    <a:pt x="1026" y="2528"/>
                  </a:lnTo>
                  <a:lnTo>
                    <a:pt x="1048" y="2514"/>
                  </a:lnTo>
                  <a:lnTo>
                    <a:pt x="1070" y="2504"/>
                  </a:lnTo>
                  <a:lnTo>
                    <a:pt x="1094" y="2498"/>
                  </a:lnTo>
                  <a:lnTo>
                    <a:pt x="1119" y="2495"/>
                  </a:lnTo>
                  <a:close/>
                  <a:moveTo>
                    <a:pt x="2380" y="2651"/>
                  </a:moveTo>
                  <a:lnTo>
                    <a:pt x="2405" y="2654"/>
                  </a:lnTo>
                  <a:lnTo>
                    <a:pt x="2428" y="2660"/>
                  </a:lnTo>
                  <a:lnTo>
                    <a:pt x="2452" y="2670"/>
                  </a:lnTo>
                  <a:lnTo>
                    <a:pt x="2473" y="2684"/>
                  </a:lnTo>
                  <a:lnTo>
                    <a:pt x="2494" y="2703"/>
                  </a:lnTo>
                  <a:lnTo>
                    <a:pt x="2514" y="2724"/>
                  </a:lnTo>
                  <a:lnTo>
                    <a:pt x="2533" y="2747"/>
                  </a:lnTo>
                  <a:lnTo>
                    <a:pt x="2550" y="2774"/>
                  </a:lnTo>
                  <a:lnTo>
                    <a:pt x="2565" y="2805"/>
                  </a:lnTo>
                  <a:lnTo>
                    <a:pt x="2580" y="2838"/>
                  </a:lnTo>
                  <a:lnTo>
                    <a:pt x="2591" y="2872"/>
                  </a:lnTo>
                  <a:lnTo>
                    <a:pt x="2602" y="2908"/>
                  </a:lnTo>
                  <a:lnTo>
                    <a:pt x="2610" y="2947"/>
                  </a:lnTo>
                  <a:lnTo>
                    <a:pt x="2616" y="2987"/>
                  </a:lnTo>
                  <a:lnTo>
                    <a:pt x="2619" y="3029"/>
                  </a:lnTo>
                  <a:lnTo>
                    <a:pt x="2621" y="3071"/>
                  </a:lnTo>
                  <a:lnTo>
                    <a:pt x="2619" y="3113"/>
                  </a:lnTo>
                  <a:lnTo>
                    <a:pt x="2616" y="3155"/>
                  </a:lnTo>
                  <a:lnTo>
                    <a:pt x="2610" y="3195"/>
                  </a:lnTo>
                  <a:lnTo>
                    <a:pt x="2602" y="3233"/>
                  </a:lnTo>
                  <a:lnTo>
                    <a:pt x="2591" y="3270"/>
                  </a:lnTo>
                  <a:lnTo>
                    <a:pt x="2580" y="3304"/>
                  </a:lnTo>
                  <a:lnTo>
                    <a:pt x="2565" y="3337"/>
                  </a:lnTo>
                  <a:lnTo>
                    <a:pt x="2550" y="3367"/>
                  </a:lnTo>
                  <a:lnTo>
                    <a:pt x="2533" y="3393"/>
                  </a:lnTo>
                  <a:lnTo>
                    <a:pt x="2514" y="3418"/>
                  </a:lnTo>
                  <a:lnTo>
                    <a:pt x="2494" y="3439"/>
                  </a:lnTo>
                  <a:lnTo>
                    <a:pt x="2473" y="3457"/>
                  </a:lnTo>
                  <a:lnTo>
                    <a:pt x="2452" y="3471"/>
                  </a:lnTo>
                  <a:lnTo>
                    <a:pt x="2428" y="3481"/>
                  </a:lnTo>
                  <a:lnTo>
                    <a:pt x="2405" y="3487"/>
                  </a:lnTo>
                  <a:lnTo>
                    <a:pt x="2380" y="3490"/>
                  </a:lnTo>
                  <a:lnTo>
                    <a:pt x="2356" y="3487"/>
                  </a:lnTo>
                  <a:lnTo>
                    <a:pt x="2332" y="3481"/>
                  </a:lnTo>
                  <a:lnTo>
                    <a:pt x="2310" y="3471"/>
                  </a:lnTo>
                  <a:lnTo>
                    <a:pt x="2288" y="3457"/>
                  </a:lnTo>
                  <a:lnTo>
                    <a:pt x="2267" y="3439"/>
                  </a:lnTo>
                  <a:lnTo>
                    <a:pt x="2248" y="3418"/>
                  </a:lnTo>
                  <a:lnTo>
                    <a:pt x="2229" y="3393"/>
                  </a:lnTo>
                  <a:lnTo>
                    <a:pt x="2212" y="3367"/>
                  </a:lnTo>
                  <a:lnTo>
                    <a:pt x="2196" y="3337"/>
                  </a:lnTo>
                  <a:lnTo>
                    <a:pt x="2182" y="3304"/>
                  </a:lnTo>
                  <a:lnTo>
                    <a:pt x="2171" y="3270"/>
                  </a:lnTo>
                  <a:lnTo>
                    <a:pt x="2160" y="3233"/>
                  </a:lnTo>
                  <a:lnTo>
                    <a:pt x="2152" y="3195"/>
                  </a:lnTo>
                  <a:lnTo>
                    <a:pt x="2146" y="3155"/>
                  </a:lnTo>
                  <a:lnTo>
                    <a:pt x="2142" y="3113"/>
                  </a:lnTo>
                  <a:lnTo>
                    <a:pt x="2141" y="3071"/>
                  </a:lnTo>
                  <a:lnTo>
                    <a:pt x="2142" y="3029"/>
                  </a:lnTo>
                  <a:lnTo>
                    <a:pt x="2146" y="2987"/>
                  </a:lnTo>
                  <a:lnTo>
                    <a:pt x="2152" y="2947"/>
                  </a:lnTo>
                  <a:lnTo>
                    <a:pt x="2160" y="2908"/>
                  </a:lnTo>
                  <a:lnTo>
                    <a:pt x="2171" y="2872"/>
                  </a:lnTo>
                  <a:lnTo>
                    <a:pt x="2182" y="2838"/>
                  </a:lnTo>
                  <a:lnTo>
                    <a:pt x="2196" y="2805"/>
                  </a:lnTo>
                  <a:lnTo>
                    <a:pt x="2212" y="2774"/>
                  </a:lnTo>
                  <a:lnTo>
                    <a:pt x="2229" y="2747"/>
                  </a:lnTo>
                  <a:lnTo>
                    <a:pt x="2248" y="2724"/>
                  </a:lnTo>
                  <a:lnTo>
                    <a:pt x="2267" y="2703"/>
                  </a:lnTo>
                  <a:lnTo>
                    <a:pt x="2288" y="2684"/>
                  </a:lnTo>
                  <a:lnTo>
                    <a:pt x="2310" y="2670"/>
                  </a:lnTo>
                  <a:lnTo>
                    <a:pt x="2332" y="2660"/>
                  </a:lnTo>
                  <a:lnTo>
                    <a:pt x="2356" y="2654"/>
                  </a:lnTo>
                  <a:lnTo>
                    <a:pt x="2380" y="2651"/>
                  </a:lnTo>
                  <a:close/>
                  <a:moveTo>
                    <a:pt x="2342" y="1355"/>
                  </a:moveTo>
                  <a:lnTo>
                    <a:pt x="2366" y="1357"/>
                  </a:lnTo>
                  <a:lnTo>
                    <a:pt x="2390" y="1363"/>
                  </a:lnTo>
                  <a:lnTo>
                    <a:pt x="2412" y="1373"/>
                  </a:lnTo>
                  <a:lnTo>
                    <a:pt x="2434" y="1387"/>
                  </a:lnTo>
                  <a:lnTo>
                    <a:pt x="2455" y="1405"/>
                  </a:lnTo>
                  <a:lnTo>
                    <a:pt x="2475" y="1426"/>
                  </a:lnTo>
                  <a:lnTo>
                    <a:pt x="2493" y="1451"/>
                  </a:lnTo>
                  <a:lnTo>
                    <a:pt x="2510" y="1478"/>
                  </a:lnTo>
                  <a:lnTo>
                    <a:pt x="2526" y="1507"/>
                  </a:lnTo>
                  <a:lnTo>
                    <a:pt x="2540" y="1540"/>
                  </a:lnTo>
                  <a:lnTo>
                    <a:pt x="2551" y="1574"/>
                  </a:lnTo>
                  <a:lnTo>
                    <a:pt x="2562" y="1611"/>
                  </a:lnTo>
                  <a:lnTo>
                    <a:pt x="2570" y="1649"/>
                  </a:lnTo>
                  <a:lnTo>
                    <a:pt x="2576" y="1689"/>
                  </a:lnTo>
                  <a:lnTo>
                    <a:pt x="2580" y="1731"/>
                  </a:lnTo>
                  <a:lnTo>
                    <a:pt x="2581" y="1773"/>
                  </a:lnTo>
                  <a:lnTo>
                    <a:pt x="2580" y="1815"/>
                  </a:lnTo>
                  <a:lnTo>
                    <a:pt x="2576" y="1858"/>
                  </a:lnTo>
                  <a:lnTo>
                    <a:pt x="2570" y="1897"/>
                  </a:lnTo>
                  <a:lnTo>
                    <a:pt x="2562" y="1936"/>
                  </a:lnTo>
                  <a:lnTo>
                    <a:pt x="2551" y="1972"/>
                  </a:lnTo>
                  <a:lnTo>
                    <a:pt x="2540" y="2008"/>
                  </a:lnTo>
                  <a:lnTo>
                    <a:pt x="2526" y="2039"/>
                  </a:lnTo>
                  <a:lnTo>
                    <a:pt x="2510" y="2070"/>
                  </a:lnTo>
                  <a:lnTo>
                    <a:pt x="2493" y="2097"/>
                  </a:lnTo>
                  <a:lnTo>
                    <a:pt x="2475" y="2121"/>
                  </a:lnTo>
                  <a:lnTo>
                    <a:pt x="2455" y="2142"/>
                  </a:lnTo>
                  <a:lnTo>
                    <a:pt x="2434" y="2160"/>
                  </a:lnTo>
                  <a:lnTo>
                    <a:pt x="2412" y="2174"/>
                  </a:lnTo>
                  <a:lnTo>
                    <a:pt x="2390" y="2185"/>
                  </a:lnTo>
                  <a:lnTo>
                    <a:pt x="2366" y="2191"/>
                  </a:lnTo>
                  <a:lnTo>
                    <a:pt x="2342" y="2193"/>
                  </a:lnTo>
                  <a:lnTo>
                    <a:pt x="2317" y="2191"/>
                  </a:lnTo>
                  <a:lnTo>
                    <a:pt x="2294" y="2185"/>
                  </a:lnTo>
                  <a:lnTo>
                    <a:pt x="2270" y="2174"/>
                  </a:lnTo>
                  <a:lnTo>
                    <a:pt x="2249" y="2160"/>
                  </a:lnTo>
                  <a:lnTo>
                    <a:pt x="2228" y="2142"/>
                  </a:lnTo>
                  <a:lnTo>
                    <a:pt x="2208" y="2121"/>
                  </a:lnTo>
                  <a:lnTo>
                    <a:pt x="2189" y="2097"/>
                  </a:lnTo>
                  <a:lnTo>
                    <a:pt x="2173" y="2070"/>
                  </a:lnTo>
                  <a:lnTo>
                    <a:pt x="2157" y="2039"/>
                  </a:lnTo>
                  <a:lnTo>
                    <a:pt x="2142" y="2008"/>
                  </a:lnTo>
                  <a:lnTo>
                    <a:pt x="2131" y="1972"/>
                  </a:lnTo>
                  <a:lnTo>
                    <a:pt x="2120" y="1936"/>
                  </a:lnTo>
                  <a:lnTo>
                    <a:pt x="2112" y="1897"/>
                  </a:lnTo>
                  <a:lnTo>
                    <a:pt x="2106" y="1858"/>
                  </a:lnTo>
                  <a:lnTo>
                    <a:pt x="2103" y="1815"/>
                  </a:lnTo>
                  <a:lnTo>
                    <a:pt x="2101" y="1773"/>
                  </a:lnTo>
                  <a:lnTo>
                    <a:pt x="2103" y="1731"/>
                  </a:lnTo>
                  <a:lnTo>
                    <a:pt x="2106" y="1689"/>
                  </a:lnTo>
                  <a:lnTo>
                    <a:pt x="2112" y="1649"/>
                  </a:lnTo>
                  <a:lnTo>
                    <a:pt x="2120" y="1611"/>
                  </a:lnTo>
                  <a:lnTo>
                    <a:pt x="2131" y="1574"/>
                  </a:lnTo>
                  <a:lnTo>
                    <a:pt x="2142" y="1540"/>
                  </a:lnTo>
                  <a:lnTo>
                    <a:pt x="2157" y="1507"/>
                  </a:lnTo>
                  <a:lnTo>
                    <a:pt x="2173" y="1478"/>
                  </a:lnTo>
                  <a:lnTo>
                    <a:pt x="2189" y="1451"/>
                  </a:lnTo>
                  <a:lnTo>
                    <a:pt x="2208" y="1426"/>
                  </a:lnTo>
                  <a:lnTo>
                    <a:pt x="2228" y="1405"/>
                  </a:lnTo>
                  <a:lnTo>
                    <a:pt x="2249" y="1387"/>
                  </a:lnTo>
                  <a:lnTo>
                    <a:pt x="2270" y="1373"/>
                  </a:lnTo>
                  <a:lnTo>
                    <a:pt x="2294" y="1363"/>
                  </a:lnTo>
                  <a:lnTo>
                    <a:pt x="2317" y="1357"/>
                  </a:lnTo>
                  <a:lnTo>
                    <a:pt x="2342" y="1355"/>
                  </a:lnTo>
                  <a:close/>
                  <a:moveTo>
                    <a:pt x="3179" y="819"/>
                  </a:moveTo>
                  <a:lnTo>
                    <a:pt x="3204" y="821"/>
                  </a:lnTo>
                  <a:lnTo>
                    <a:pt x="3227" y="827"/>
                  </a:lnTo>
                  <a:lnTo>
                    <a:pt x="3250" y="838"/>
                  </a:lnTo>
                  <a:lnTo>
                    <a:pt x="3272" y="852"/>
                  </a:lnTo>
                  <a:lnTo>
                    <a:pt x="3293" y="869"/>
                  </a:lnTo>
                  <a:lnTo>
                    <a:pt x="3312" y="890"/>
                  </a:lnTo>
                  <a:lnTo>
                    <a:pt x="3331" y="915"/>
                  </a:lnTo>
                  <a:lnTo>
                    <a:pt x="3348" y="942"/>
                  </a:lnTo>
                  <a:lnTo>
                    <a:pt x="3363" y="971"/>
                  </a:lnTo>
                  <a:lnTo>
                    <a:pt x="3377" y="1004"/>
                  </a:lnTo>
                  <a:lnTo>
                    <a:pt x="3389" y="1038"/>
                  </a:lnTo>
                  <a:lnTo>
                    <a:pt x="3400" y="1076"/>
                  </a:lnTo>
                  <a:lnTo>
                    <a:pt x="3408" y="1113"/>
                  </a:lnTo>
                  <a:lnTo>
                    <a:pt x="3414" y="1153"/>
                  </a:lnTo>
                  <a:lnTo>
                    <a:pt x="3417" y="1195"/>
                  </a:lnTo>
                  <a:lnTo>
                    <a:pt x="3418" y="1237"/>
                  </a:lnTo>
                  <a:lnTo>
                    <a:pt x="3417" y="1280"/>
                  </a:lnTo>
                  <a:lnTo>
                    <a:pt x="3414" y="1322"/>
                  </a:lnTo>
                  <a:lnTo>
                    <a:pt x="3408" y="1362"/>
                  </a:lnTo>
                  <a:lnTo>
                    <a:pt x="3400" y="1399"/>
                  </a:lnTo>
                  <a:lnTo>
                    <a:pt x="3389" y="1437"/>
                  </a:lnTo>
                  <a:lnTo>
                    <a:pt x="3377" y="1471"/>
                  </a:lnTo>
                  <a:lnTo>
                    <a:pt x="3363" y="1503"/>
                  </a:lnTo>
                  <a:lnTo>
                    <a:pt x="3348" y="1533"/>
                  </a:lnTo>
                  <a:lnTo>
                    <a:pt x="3331" y="1560"/>
                  </a:lnTo>
                  <a:lnTo>
                    <a:pt x="3312" y="1584"/>
                  </a:lnTo>
                  <a:lnTo>
                    <a:pt x="3293" y="1605"/>
                  </a:lnTo>
                  <a:lnTo>
                    <a:pt x="3272" y="1623"/>
                  </a:lnTo>
                  <a:lnTo>
                    <a:pt x="3250" y="1637"/>
                  </a:lnTo>
                  <a:lnTo>
                    <a:pt x="3227" y="1648"/>
                  </a:lnTo>
                  <a:lnTo>
                    <a:pt x="3204" y="1654"/>
                  </a:lnTo>
                  <a:lnTo>
                    <a:pt x="3179" y="1656"/>
                  </a:lnTo>
                  <a:lnTo>
                    <a:pt x="3155" y="1654"/>
                  </a:lnTo>
                  <a:lnTo>
                    <a:pt x="3131" y="1648"/>
                  </a:lnTo>
                  <a:lnTo>
                    <a:pt x="3108" y="1637"/>
                  </a:lnTo>
                  <a:lnTo>
                    <a:pt x="3087" y="1623"/>
                  </a:lnTo>
                  <a:lnTo>
                    <a:pt x="3066" y="1605"/>
                  </a:lnTo>
                  <a:lnTo>
                    <a:pt x="3046" y="1584"/>
                  </a:lnTo>
                  <a:lnTo>
                    <a:pt x="3027" y="1560"/>
                  </a:lnTo>
                  <a:lnTo>
                    <a:pt x="3011" y="1533"/>
                  </a:lnTo>
                  <a:lnTo>
                    <a:pt x="2994" y="1503"/>
                  </a:lnTo>
                  <a:lnTo>
                    <a:pt x="2980" y="1471"/>
                  </a:lnTo>
                  <a:lnTo>
                    <a:pt x="2968" y="1437"/>
                  </a:lnTo>
                  <a:lnTo>
                    <a:pt x="2958" y="1399"/>
                  </a:lnTo>
                  <a:lnTo>
                    <a:pt x="2950" y="1362"/>
                  </a:lnTo>
                  <a:lnTo>
                    <a:pt x="2944" y="1322"/>
                  </a:lnTo>
                  <a:lnTo>
                    <a:pt x="2940" y="1280"/>
                  </a:lnTo>
                  <a:lnTo>
                    <a:pt x="2939" y="1237"/>
                  </a:lnTo>
                  <a:lnTo>
                    <a:pt x="2940" y="1195"/>
                  </a:lnTo>
                  <a:lnTo>
                    <a:pt x="2944" y="1153"/>
                  </a:lnTo>
                  <a:lnTo>
                    <a:pt x="2950" y="1113"/>
                  </a:lnTo>
                  <a:lnTo>
                    <a:pt x="2958" y="1076"/>
                  </a:lnTo>
                  <a:lnTo>
                    <a:pt x="2968" y="1038"/>
                  </a:lnTo>
                  <a:lnTo>
                    <a:pt x="2980" y="1004"/>
                  </a:lnTo>
                  <a:lnTo>
                    <a:pt x="2994" y="971"/>
                  </a:lnTo>
                  <a:lnTo>
                    <a:pt x="3011" y="942"/>
                  </a:lnTo>
                  <a:lnTo>
                    <a:pt x="3027" y="915"/>
                  </a:lnTo>
                  <a:lnTo>
                    <a:pt x="3046" y="890"/>
                  </a:lnTo>
                  <a:lnTo>
                    <a:pt x="3066" y="869"/>
                  </a:lnTo>
                  <a:lnTo>
                    <a:pt x="3087" y="852"/>
                  </a:lnTo>
                  <a:lnTo>
                    <a:pt x="3108" y="838"/>
                  </a:lnTo>
                  <a:lnTo>
                    <a:pt x="3131" y="827"/>
                  </a:lnTo>
                  <a:lnTo>
                    <a:pt x="3155" y="821"/>
                  </a:lnTo>
                  <a:lnTo>
                    <a:pt x="3179" y="819"/>
                  </a:lnTo>
                  <a:close/>
                  <a:moveTo>
                    <a:pt x="3246" y="2144"/>
                  </a:moveTo>
                  <a:lnTo>
                    <a:pt x="3271" y="2146"/>
                  </a:lnTo>
                  <a:lnTo>
                    <a:pt x="3294" y="2152"/>
                  </a:lnTo>
                  <a:lnTo>
                    <a:pt x="3316" y="2162"/>
                  </a:lnTo>
                  <a:lnTo>
                    <a:pt x="3339" y="2176"/>
                  </a:lnTo>
                  <a:lnTo>
                    <a:pt x="3360" y="2194"/>
                  </a:lnTo>
                  <a:lnTo>
                    <a:pt x="3380" y="2215"/>
                  </a:lnTo>
                  <a:lnTo>
                    <a:pt x="3397" y="2240"/>
                  </a:lnTo>
                  <a:lnTo>
                    <a:pt x="3415" y="2267"/>
                  </a:lnTo>
                  <a:lnTo>
                    <a:pt x="3430" y="2296"/>
                  </a:lnTo>
                  <a:lnTo>
                    <a:pt x="3444" y="2329"/>
                  </a:lnTo>
                  <a:lnTo>
                    <a:pt x="3456" y="2363"/>
                  </a:lnTo>
                  <a:lnTo>
                    <a:pt x="3466" y="2400"/>
                  </a:lnTo>
                  <a:lnTo>
                    <a:pt x="3475" y="2438"/>
                  </a:lnTo>
                  <a:lnTo>
                    <a:pt x="3480" y="2478"/>
                  </a:lnTo>
                  <a:lnTo>
                    <a:pt x="3484" y="2520"/>
                  </a:lnTo>
                  <a:lnTo>
                    <a:pt x="3485" y="2562"/>
                  </a:lnTo>
                  <a:lnTo>
                    <a:pt x="3484" y="2604"/>
                  </a:lnTo>
                  <a:lnTo>
                    <a:pt x="3480" y="2647"/>
                  </a:lnTo>
                  <a:lnTo>
                    <a:pt x="3475" y="2686"/>
                  </a:lnTo>
                  <a:lnTo>
                    <a:pt x="3466" y="2725"/>
                  </a:lnTo>
                  <a:lnTo>
                    <a:pt x="3456" y="2762"/>
                  </a:lnTo>
                  <a:lnTo>
                    <a:pt x="3444" y="2796"/>
                  </a:lnTo>
                  <a:lnTo>
                    <a:pt x="3430" y="2828"/>
                  </a:lnTo>
                  <a:lnTo>
                    <a:pt x="3415" y="2858"/>
                  </a:lnTo>
                  <a:lnTo>
                    <a:pt x="3397" y="2886"/>
                  </a:lnTo>
                  <a:lnTo>
                    <a:pt x="3380" y="2909"/>
                  </a:lnTo>
                  <a:lnTo>
                    <a:pt x="3360" y="2930"/>
                  </a:lnTo>
                  <a:lnTo>
                    <a:pt x="3339" y="2949"/>
                  </a:lnTo>
                  <a:lnTo>
                    <a:pt x="3316" y="2963"/>
                  </a:lnTo>
                  <a:lnTo>
                    <a:pt x="3294" y="2974"/>
                  </a:lnTo>
                  <a:lnTo>
                    <a:pt x="3271" y="2980"/>
                  </a:lnTo>
                  <a:lnTo>
                    <a:pt x="3246" y="2982"/>
                  </a:lnTo>
                  <a:lnTo>
                    <a:pt x="3222" y="2980"/>
                  </a:lnTo>
                  <a:lnTo>
                    <a:pt x="3198" y="2974"/>
                  </a:lnTo>
                  <a:lnTo>
                    <a:pt x="3176" y="2963"/>
                  </a:lnTo>
                  <a:lnTo>
                    <a:pt x="3154" y="2949"/>
                  </a:lnTo>
                  <a:lnTo>
                    <a:pt x="3133" y="2930"/>
                  </a:lnTo>
                  <a:lnTo>
                    <a:pt x="3113" y="2909"/>
                  </a:lnTo>
                  <a:lnTo>
                    <a:pt x="3095" y="2886"/>
                  </a:lnTo>
                  <a:lnTo>
                    <a:pt x="3077" y="2858"/>
                  </a:lnTo>
                  <a:lnTo>
                    <a:pt x="3062" y="2828"/>
                  </a:lnTo>
                  <a:lnTo>
                    <a:pt x="3048" y="2796"/>
                  </a:lnTo>
                  <a:lnTo>
                    <a:pt x="3036" y="2762"/>
                  </a:lnTo>
                  <a:lnTo>
                    <a:pt x="3026" y="2725"/>
                  </a:lnTo>
                  <a:lnTo>
                    <a:pt x="3018" y="2686"/>
                  </a:lnTo>
                  <a:lnTo>
                    <a:pt x="3012" y="2647"/>
                  </a:lnTo>
                  <a:lnTo>
                    <a:pt x="3008" y="2604"/>
                  </a:lnTo>
                  <a:lnTo>
                    <a:pt x="3007" y="2562"/>
                  </a:lnTo>
                  <a:lnTo>
                    <a:pt x="3008" y="2520"/>
                  </a:lnTo>
                  <a:lnTo>
                    <a:pt x="3012" y="2478"/>
                  </a:lnTo>
                  <a:lnTo>
                    <a:pt x="3018" y="2438"/>
                  </a:lnTo>
                  <a:lnTo>
                    <a:pt x="3026" y="2400"/>
                  </a:lnTo>
                  <a:lnTo>
                    <a:pt x="3036" y="2363"/>
                  </a:lnTo>
                  <a:lnTo>
                    <a:pt x="3048" y="2329"/>
                  </a:lnTo>
                  <a:lnTo>
                    <a:pt x="3062" y="2296"/>
                  </a:lnTo>
                  <a:lnTo>
                    <a:pt x="3077" y="2267"/>
                  </a:lnTo>
                  <a:lnTo>
                    <a:pt x="3095" y="2240"/>
                  </a:lnTo>
                  <a:lnTo>
                    <a:pt x="3113" y="2215"/>
                  </a:lnTo>
                  <a:lnTo>
                    <a:pt x="3133" y="2194"/>
                  </a:lnTo>
                  <a:lnTo>
                    <a:pt x="3154" y="2176"/>
                  </a:lnTo>
                  <a:lnTo>
                    <a:pt x="3176" y="2162"/>
                  </a:lnTo>
                  <a:lnTo>
                    <a:pt x="3198" y="2152"/>
                  </a:lnTo>
                  <a:lnTo>
                    <a:pt x="3222" y="2146"/>
                  </a:lnTo>
                  <a:lnTo>
                    <a:pt x="3246" y="214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1890" name="Freeform 48"/>
            <p:cNvSpPr>
              <a:spLocks/>
            </p:cNvSpPr>
            <p:nvPr/>
          </p:nvSpPr>
          <p:spPr bwMode="auto">
            <a:xfrm>
              <a:off x="1267" y="1588"/>
              <a:ext cx="87" cy="52"/>
            </a:xfrm>
            <a:custGeom>
              <a:avLst/>
              <a:gdLst>
                <a:gd name="T0" fmla="*/ 3 w 437"/>
                <a:gd name="T1" fmla="*/ 2 h 260"/>
                <a:gd name="T2" fmla="*/ 3 w 437"/>
                <a:gd name="T3" fmla="*/ 2 h 260"/>
                <a:gd name="T4" fmla="*/ 3 w 437"/>
                <a:gd name="T5" fmla="*/ 2 h 260"/>
                <a:gd name="T6" fmla="*/ 3 w 437"/>
                <a:gd name="T7" fmla="*/ 2 h 260"/>
                <a:gd name="T8" fmla="*/ 3 w 437"/>
                <a:gd name="T9" fmla="*/ 1 h 260"/>
                <a:gd name="T10" fmla="*/ 3 w 437"/>
                <a:gd name="T11" fmla="*/ 1 h 260"/>
                <a:gd name="T12" fmla="*/ 3 w 437"/>
                <a:gd name="T13" fmla="*/ 1 h 260"/>
                <a:gd name="T14" fmla="*/ 3 w 437"/>
                <a:gd name="T15" fmla="*/ 1 h 260"/>
                <a:gd name="T16" fmla="*/ 3 w 437"/>
                <a:gd name="T17" fmla="*/ 1 h 260"/>
                <a:gd name="T18" fmla="*/ 2 w 437"/>
                <a:gd name="T19" fmla="*/ 1 h 260"/>
                <a:gd name="T20" fmla="*/ 2 w 437"/>
                <a:gd name="T21" fmla="*/ 0 h 260"/>
                <a:gd name="T22" fmla="*/ 2 w 437"/>
                <a:gd name="T23" fmla="*/ 0 h 260"/>
                <a:gd name="T24" fmla="*/ 2 w 437"/>
                <a:gd name="T25" fmla="*/ 0 h 260"/>
                <a:gd name="T26" fmla="*/ 1 w 437"/>
                <a:gd name="T27" fmla="*/ 0 h 260"/>
                <a:gd name="T28" fmla="*/ 1 w 437"/>
                <a:gd name="T29" fmla="*/ 0 h 260"/>
                <a:gd name="T30" fmla="*/ 1 w 437"/>
                <a:gd name="T31" fmla="*/ 0 h 260"/>
                <a:gd name="T32" fmla="*/ 0 w 437"/>
                <a:gd name="T33" fmla="*/ 0 h 260"/>
                <a:gd name="T34" fmla="*/ 0 w 437"/>
                <a:gd name="T35" fmla="*/ 0 h 260"/>
                <a:gd name="T36" fmla="*/ 0 w 437"/>
                <a:gd name="T37" fmla="*/ 0 h 260"/>
                <a:gd name="T38" fmla="*/ 0 w 437"/>
                <a:gd name="T39" fmla="*/ 0 h 260"/>
                <a:gd name="T40" fmla="*/ 1 w 437"/>
                <a:gd name="T41" fmla="*/ 0 h 260"/>
                <a:gd name="T42" fmla="*/ 1 w 437"/>
                <a:gd name="T43" fmla="*/ 0 h 260"/>
                <a:gd name="T44" fmla="*/ 1 w 437"/>
                <a:gd name="T45" fmla="*/ 0 h 260"/>
                <a:gd name="T46" fmla="*/ 2 w 437"/>
                <a:gd name="T47" fmla="*/ 0 h 260"/>
                <a:gd name="T48" fmla="*/ 2 w 437"/>
                <a:gd name="T49" fmla="*/ 0 h 260"/>
                <a:gd name="T50" fmla="*/ 2 w 437"/>
                <a:gd name="T51" fmla="*/ 1 h 260"/>
                <a:gd name="T52" fmla="*/ 2 w 437"/>
                <a:gd name="T53" fmla="*/ 1 h 260"/>
                <a:gd name="T54" fmla="*/ 3 w 437"/>
                <a:gd name="T55" fmla="*/ 1 h 260"/>
                <a:gd name="T56" fmla="*/ 3 w 437"/>
                <a:gd name="T57" fmla="*/ 1 h 260"/>
                <a:gd name="T58" fmla="*/ 3 w 437"/>
                <a:gd name="T59" fmla="*/ 1 h 260"/>
                <a:gd name="T60" fmla="*/ 3 w 437"/>
                <a:gd name="T61" fmla="*/ 1 h 260"/>
                <a:gd name="T62" fmla="*/ 3 w 437"/>
                <a:gd name="T63" fmla="*/ 1 h 260"/>
                <a:gd name="T64" fmla="*/ 3 w 437"/>
                <a:gd name="T65" fmla="*/ 2 h 260"/>
                <a:gd name="T66" fmla="*/ 3 w 437"/>
                <a:gd name="T67" fmla="*/ 2 h 260"/>
                <a:gd name="T68" fmla="*/ 3 w 437"/>
                <a:gd name="T69" fmla="*/ 2 h 260"/>
                <a:gd name="T70" fmla="*/ 3 w 437"/>
                <a:gd name="T71" fmla="*/ 2 h 260"/>
                <a:gd name="T72" fmla="*/ 3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437" y="260"/>
                  </a:moveTo>
                  <a:lnTo>
                    <a:pt x="437" y="260"/>
                  </a:lnTo>
                  <a:lnTo>
                    <a:pt x="434" y="233"/>
                  </a:lnTo>
                  <a:lnTo>
                    <a:pt x="427" y="206"/>
                  </a:lnTo>
                  <a:lnTo>
                    <a:pt x="417" y="181"/>
                  </a:lnTo>
                  <a:lnTo>
                    <a:pt x="401" y="157"/>
                  </a:lnTo>
                  <a:lnTo>
                    <a:pt x="383" y="133"/>
                  </a:lnTo>
                  <a:lnTo>
                    <a:pt x="360" y="113"/>
                  </a:lnTo>
                  <a:lnTo>
                    <a:pt x="336" y="93"/>
                  </a:lnTo>
                  <a:lnTo>
                    <a:pt x="308" y="73"/>
                  </a:lnTo>
                  <a:lnTo>
                    <a:pt x="276" y="58"/>
                  </a:lnTo>
                  <a:lnTo>
                    <a:pt x="242" y="43"/>
                  </a:lnTo>
                  <a:lnTo>
                    <a:pt x="207" y="30"/>
                  </a:lnTo>
                  <a:lnTo>
                    <a:pt x="168" y="19"/>
                  </a:lnTo>
                  <a:lnTo>
                    <a:pt x="128" y="11"/>
                  </a:lnTo>
                  <a:lnTo>
                    <a:pt x="87" y="4"/>
                  </a:lnTo>
                  <a:lnTo>
                    <a:pt x="43" y="1"/>
                  </a:lnTo>
                  <a:lnTo>
                    <a:pt x="0" y="0"/>
                  </a:lnTo>
                  <a:lnTo>
                    <a:pt x="0" y="11"/>
                  </a:lnTo>
                  <a:lnTo>
                    <a:pt x="43" y="12"/>
                  </a:lnTo>
                  <a:lnTo>
                    <a:pt x="85" y="16"/>
                  </a:lnTo>
                  <a:lnTo>
                    <a:pt x="126" y="23"/>
                  </a:lnTo>
                  <a:lnTo>
                    <a:pt x="166" y="31"/>
                  </a:lnTo>
                  <a:lnTo>
                    <a:pt x="202" y="42"/>
                  </a:lnTo>
                  <a:lnTo>
                    <a:pt x="237" y="55"/>
                  </a:lnTo>
                  <a:lnTo>
                    <a:pt x="271" y="70"/>
                  </a:lnTo>
                  <a:lnTo>
                    <a:pt x="301" y="85"/>
                  </a:lnTo>
                  <a:lnTo>
                    <a:pt x="329" y="103"/>
                  </a:lnTo>
                  <a:lnTo>
                    <a:pt x="353" y="123"/>
                  </a:lnTo>
                  <a:lnTo>
                    <a:pt x="373" y="143"/>
                  </a:lnTo>
                  <a:lnTo>
                    <a:pt x="392" y="164"/>
                  </a:lnTo>
                  <a:lnTo>
                    <a:pt x="405" y="186"/>
                  </a:lnTo>
                  <a:lnTo>
                    <a:pt x="415" y="211"/>
                  </a:lnTo>
                  <a:lnTo>
                    <a:pt x="422" y="235"/>
                  </a:lnTo>
                  <a:lnTo>
                    <a:pt x="425" y="260"/>
                  </a:lnTo>
                  <a:lnTo>
                    <a:pt x="437"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1891" name="Freeform 49"/>
            <p:cNvSpPr>
              <a:spLocks/>
            </p:cNvSpPr>
            <p:nvPr/>
          </p:nvSpPr>
          <p:spPr bwMode="auto">
            <a:xfrm>
              <a:off x="1267" y="1640"/>
              <a:ext cx="87" cy="52"/>
            </a:xfrm>
            <a:custGeom>
              <a:avLst/>
              <a:gdLst>
                <a:gd name="T0" fmla="*/ 0 w 437"/>
                <a:gd name="T1" fmla="*/ 2 h 260"/>
                <a:gd name="T2" fmla="*/ 0 w 437"/>
                <a:gd name="T3" fmla="*/ 2 h 260"/>
                <a:gd name="T4" fmla="*/ 0 w 437"/>
                <a:gd name="T5" fmla="*/ 2 h 260"/>
                <a:gd name="T6" fmla="*/ 1 w 437"/>
                <a:gd name="T7" fmla="*/ 2 h 260"/>
                <a:gd name="T8" fmla="*/ 1 w 437"/>
                <a:gd name="T9" fmla="*/ 2 h 260"/>
                <a:gd name="T10" fmla="*/ 1 w 437"/>
                <a:gd name="T11" fmla="*/ 2 h 260"/>
                <a:gd name="T12" fmla="*/ 2 w 437"/>
                <a:gd name="T13" fmla="*/ 2 h 260"/>
                <a:gd name="T14" fmla="*/ 2 w 437"/>
                <a:gd name="T15" fmla="*/ 2 h 260"/>
                <a:gd name="T16" fmla="*/ 2 w 437"/>
                <a:gd name="T17" fmla="*/ 2 h 260"/>
                <a:gd name="T18" fmla="*/ 2 w 437"/>
                <a:gd name="T19" fmla="*/ 1 h 260"/>
                <a:gd name="T20" fmla="*/ 3 w 437"/>
                <a:gd name="T21" fmla="*/ 1 h 260"/>
                <a:gd name="T22" fmla="*/ 3 w 437"/>
                <a:gd name="T23" fmla="*/ 1 h 260"/>
                <a:gd name="T24" fmla="*/ 3 w 437"/>
                <a:gd name="T25" fmla="*/ 1 h 260"/>
                <a:gd name="T26" fmla="*/ 3 w 437"/>
                <a:gd name="T27" fmla="*/ 1 h 260"/>
                <a:gd name="T28" fmla="*/ 3 w 437"/>
                <a:gd name="T29" fmla="*/ 1 h 260"/>
                <a:gd name="T30" fmla="*/ 3 w 437"/>
                <a:gd name="T31" fmla="*/ 0 h 260"/>
                <a:gd name="T32" fmla="*/ 3 w 437"/>
                <a:gd name="T33" fmla="*/ 0 h 260"/>
                <a:gd name="T34" fmla="*/ 3 w 437"/>
                <a:gd name="T35" fmla="*/ 0 h 260"/>
                <a:gd name="T36" fmla="*/ 3 w 437"/>
                <a:gd name="T37" fmla="*/ 0 h 260"/>
                <a:gd name="T38" fmla="*/ 3 w 437"/>
                <a:gd name="T39" fmla="*/ 0 h 260"/>
                <a:gd name="T40" fmla="*/ 3 w 437"/>
                <a:gd name="T41" fmla="*/ 0 h 260"/>
                <a:gd name="T42" fmla="*/ 3 w 437"/>
                <a:gd name="T43" fmla="*/ 1 h 260"/>
                <a:gd name="T44" fmla="*/ 3 w 437"/>
                <a:gd name="T45" fmla="*/ 1 h 260"/>
                <a:gd name="T46" fmla="*/ 3 w 437"/>
                <a:gd name="T47" fmla="*/ 1 h 260"/>
                <a:gd name="T48" fmla="*/ 3 w 437"/>
                <a:gd name="T49" fmla="*/ 1 h 260"/>
                <a:gd name="T50" fmla="*/ 3 w 437"/>
                <a:gd name="T51" fmla="*/ 1 h 260"/>
                <a:gd name="T52" fmla="*/ 2 w 437"/>
                <a:gd name="T53" fmla="*/ 1 h 260"/>
                <a:gd name="T54" fmla="*/ 2 w 437"/>
                <a:gd name="T55" fmla="*/ 2 h 260"/>
                <a:gd name="T56" fmla="*/ 2 w 437"/>
                <a:gd name="T57" fmla="*/ 2 h 260"/>
                <a:gd name="T58" fmla="*/ 2 w 437"/>
                <a:gd name="T59" fmla="*/ 2 h 260"/>
                <a:gd name="T60" fmla="*/ 1 w 437"/>
                <a:gd name="T61" fmla="*/ 2 h 260"/>
                <a:gd name="T62" fmla="*/ 1 w 437"/>
                <a:gd name="T63" fmla="*/ 2 h 260"/>
                <a:gd name="T64" fmla="*/ 1 w 437"/>
                <a:gd name="T65" fmla="*/ 2 h 260"/>
                <a:gd name="T66" fmla="*/ 0 w 437"/>
                <a:gd name="T67" fmla="*/ 2 h 260"/>
                <a:gd name="T68" fmla="*/ 0 w 437"/>
                <a:gd name="T69" fmla="*/ 2 h 260"/>
                <a:gd name="T70" fmla="*/ 0 w 437"/>
                <a:gd name="T71" fmla="*/ 2 h 260"/>
                <a:gd name="T72" fmla="*/ 0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0" y="260"/>
                  </a:moveTo>
                  <a:lnTo>
                    <a:pt x="0" y="260"/>
                  </a:lnTo>
                  <a:lnTo>
                    <a:pt x="43" y="259"/>
                  </a:lnTo>
                  <a:lnTo>
                    <a:pt x="87" y="255"/>
                  </a:lnTo>
                  <a:lnTo>
                    <a:pt x="128" y="248"/>
                  </a:lnTo>
                  <a:lnTo>
                    <a:pt x="168" y="240"/>
                  </a:lnTo>
                  <a:lnTo>
                    <a:pt x="207" y="230"/>
                  </a:lnTo>
                  <a:lnTo>
                    <a:pt x="242" y="217"/>
                  </a:lnTo>
                  <a:lnTo>
                    <a:pt x="276" y="202"/>
                  </a:lnTo>
                  <a:lnTo>
                    <a:pt x="308" y="185"/>
                  </a:lnTo>
                  <a:lnTo>
                    <a:pt x="336" y="166"/>
                  </a:lnTo>
                  <a:lnTo>
                    <a:pt x="360" y="146"/>
                  </a:lnTo>
                  <a:lnTo>
                    <a:pt x="383" y="125"/>
                  </a:lnTo>
                  <a:lnTo>
                    <a:pt x="401" y="102"/>
                  </a:lnTo>
                  <a:lnTo>
                    <a:pt x="417" y="77"/>
                  </a:lnTo>
                  <a:lnTo>
                    <a:pt x="427" y="53"/>
                  </a:lnTo>
                  <a:lnTo>
                    <a:pt x="434" y="27"/>
                  </a:lnTo>
                  <a:lnTo>
                    <a:pt x="437" y="0"/>
                  </a:lnTo>
                  <a:lnTo>
                    <a:pt x="425" y="0"/>
                  </a:lnTo>
                  <a:lnTo>
                    <a:pt x="422" y="24"/>
                  </a:lnTo>
                  <a:lnTo>
                    <a:pt x="415" y="48"/>
                  </a:lnTo>
                  <a:lnTo>
                    <a:pt x="405" y="73"/>
                  </a:lnTo>
                  <a:lnTo>
                    <a:pt x="392" y="95"/>
                  </a:lnTo>
                  <a:lnTo>
                    <a:pt x="373" y="116"/>
                  </a:lnTo>
                  <a:lnTo>
                    <a:pt x="353" y="137"/>
                  </a:lnTo>
                  <a:lnTo>
                    <a:pt x="329" y="157"/>
                  </a:lnTo>
                  <a:lnTo>
                    <a:pt x="301" y="173"/>
                  </a:lnTo>
                  <a:lnTo>
                    <a:pt x="271" y="190"/>
                  </a:lnTo>
                  <a:lnTo>
                    <a:pt x="237" y="205"/>
                  </a:lnTo>
                  <a:lnTo>
                    <a:pt x="202" y="218"/>
                  </a:lnTo>
                  <a:lnTo>
                    <a:pt x="166" y="228"/>
                  </a:lnTo>
                  <a:lnTo>
                    <a:pt x="126" y="237"/>
                  </a:lnTo>
                  <a:lnTo>
                    <a:pt x="85" y="244"/>
                  </a:lnTo>
                  <a:lnTo>
                    <a:pt x="43" y="247"/>
                  </a:lnTo>
                  <a:lnTo>
                    <a:pt x="0" y="248"/>
                  </a:lnTo>
                  <a:lnTo>
                    <a:pt x="0"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1892" name="Freeform 50"/>
            <p:cNvSpPr>
              <a:spLocks/>
            </p:cNvSpPr>
            <p:nvPr/>
          </p:nvSpPr>
          <p:spPr bwMode="auto">
            <a:xfrm>
              <a:off x="1179" y="1640"/>
              <a:ext cx="88" cy="52"/>
            </a:xfrm>
            <a:custGeom>
              <a:avLst/>
              <a:gdLst>
                <a:gd name="T0" fmla="*/ 0 w 439"/>
                <a:gd name="T1" fmla="*/ 0 h 260"/>
                <a:gd name="T2" fmla="*/ 0 w 439"/>
                <a:gd name="T3" fmla="*/ 0 h 260"/>
                <a:gd name="T4" fmla="*/ 0 w 439"/>
                <a:gd name="T5" fmla="*/ 0 h 260"/>
                <a:gd name="T6" fmla="*/ 0 w 439"/>
                <a:gd name="T7" fmla="*/ 0 h 260"/>
                <a:gd name="T8" fmla="*/ 0 w 439"/>
                <a:gd name="T9" fmla="*/ 1 h 260"/>
                <a:gd name="T10" fmla="*/ 0 w 439"/>
                <a:gd name="T11" fmla="*/ 1 h 260"/>
                <a:gd name="T12" fmla="*/ 0 w 439"/>
                <a:gd name="T13" fmla="*/ 1 h 260"/>
                <a:gd name="T14" fmla="*/ 1 w 439"/>
                <a:gd name="T15" fmla="*/ 1 h 260"/>
                <a:gd name="T16" fmla="*/ 1 w 439"/>
                <a:gd name="T17" fmla="*/ 1 h 260"/>
                <a:gd name="T18" fmla="*/ 1 w 439"/>
                <a:gd name="T19" fmla="*/ 1 h 260"/>
                <a:gd name="T20" fmla="*/ 1 w 439"/>
                <a:gd name="T21" fmla="*/ 2 h 260"/>
                <a:gd name="T22" fmla="*/ 2 w 439"/>
                <a:gd name="T23" fmla="*/ 2 h 260"/>
                <a:gd name="T24" fmla="*/ 2 w 439"/>
                <a:gd name="T25" fmla="*/ 2 h 260"/>
                <a:gd name="T26" fmla="*/ 2 w 439"/>
                <a:gd name="T27" fmla="*/ 2 h 260"/>
                <a:gd name="T28" fmla="*/ 2 w 439"/>
                <a:gd name="T29" fmla="*/ 2 h 260"/>
                <a:gd name="T30" fmla="*/ 3 w 439"/>
                <a:gd name="T31" fmla="*/ 2 h 260"/>
                <a:gd name="T32" fmla="*/ 3 w 439"/>
                <a:gd name="T33" fmla="*/ 2 h 260"/>
                <a:gd name="T34" fmla="*/ 4 w 439"/>
                <a:gd name="T35" fmla="*/ 2 h 260"/>
                <a:gd name="T36" fmla="*/ 4 w 439"/>
                <a:gd name="T37" fmla="*/ 2 h 260"/>
                <a:gd name="T38" fmla="*/ 3 w 439"/>
                <a:gd name="T39" fmla="*/ 2 h 260"/>
                <a:gd name="T40" fmla="*/ 3 w 439"/>
                <a:gd name="T41" fmla="*/ 2 h 260"/>
                <a:gd name="T42" fmla="*/ 3 w 439"/>
                <a:gd name="T43" fmla="*/ 2 h 260"/>
                <a:gd name="T44" fmla="*/ 2 w 439"/>
                <a:gd name="T45" fmla="*/ 2 h 260"/>
                <a:gd name="T46" fmla="*/ 2 w 439"/>
                <a:gd name="T47" fmla="*/ 2 h 260"/>
                <a:gd name="T48" fmla="*/ 2 w 439"/>
                <a:gd name="T49" fmla="*/ 2 h 260"/>
                <a:gd name="T50" fmla="*/ 1 w 439"/>
                <a:gd name="T51" fmla="*/ 2 h 260"/>
                <a:gd name="T52" fmla="*/ 1 w 439"/>
                <a:gd name="T53" fmla="*/ 1 h 260"/>
                <a:gd name="T54" fmla="*/ 1 w 439"/>
                <a:gd name="T55" fmla="*/ 1 h 260"/>
                <a:gd name="T56" fmla="*/ 1 w 439"/>
                <a:gd name="T57" fmla="*/ 1 h 260"/>
                <a:gd name="T58" fmla="*/ 1 w 439"/>
                <a:gd name="T59" fmla="*/ 1 h 260"/>
                <a:gd name="T60" fmla="*/ 0 w 439"/>
                <a:gd name="T61" fmla="*/ 1 h 260"/>
                <a:gd name="T62" fmla="*/ 0 w 439"/>
                <a:gd name="T63" fmla="*/ 1 h 260"/>
                <a:gd name="T64" fmla="*/ 0 w 439"/>
                <a:gd name="T65" fmla="*/ 0 h 260"/>
                <a:gd name="T66" fmla="*/ 0 w 439"/>
                <a:gd name="T67" fmla="*/ 0 h 260"/>
                <a:gd name="T68" fmla="*/ 0 w 439"/>
                <a:gd name="T69" fmla="*/ 0 h 260"/>
                <a:gd name="T70" fmla="*/ 0 w 439"/>
                <a:gd name="T71" fmla="*/ 0 h 260"/>
                <a:gd name="T72" fmla="*/ 0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0" y="0"/>
                  </a:moveTo>
                  <a:lnTo>
                    <a:pt x="0" y="0"/>
                  </a:lnTo>
                  <a:lnTo>
                    <a:pt x="3" y="27"/>
                  </a:lnTo>
                  <a:lnTo>
                    <a:pt x="10" y="53"/>
                  </a:lnTo>
                  <a:lnTo>
                    <a:pt x="20" y="77"/>
                  </a:lnTo>
                  <a:lnTo>
                    <a:pt x="35" y="102"/>
                  </a:lnTo>
                  <a:lnTo>
                    <a:pt x="54" y="125"/>
                  </a:lnTo>
                  <a:lnTo>
                    <a:pt x="76" y="146"/>
                  </a:lnTo>
                  <a:lnTo>
                    <a:pt x="102" y="166"/>
                  </a:lnTo>
                  <a:lnTo>
                    <a:pt x="130" y="185"/>
                  </a:lnTo>
                  <a:lnTo>
                    <a:pt x="162" y="202"/>
                  </a:lnTo>
                  <a:lnTo>
                    <a:pt x="195" y="217"/>
                  </a:lnTo>
                  <a:lnTo>
                    <a:pt x="231" y="230"/>
                  </a:lnTo>
                  <a:lnTo>
                    <a:pt x="270" y="240"/>
                  </a:lnTo>
                  <a:lnTo>
                    <a:pt x="310" y="248"/>
                  </a:lnTo>
                  <a:lnTo>
                    <a:pt x="351" y="255"/>
                  </a:lnTo>
                  <a:lnTo>
                    <a:pt x="395" y="259"/>
                  </a:lnTo>
                  <a:lnTo>
                    <a:pt x="439" y="260"/>
                  </a:lnTo>
                  <a:lnTo>
                    <a:pt x="439" y="248"/>
                  </a:lnTo>
                  <a:lnTo>
                    <a:pt x="395" y="247"/>
                  </a:lnTo>
                  <a:lnTo>
                    <a:pt x="353" y="244"/>
                  </a:lnTo>
                  <a:lnTo>
                    <a:pt x="312" y="237"/>
                  </a:lnTo>
                  <a:lnTo>
                    <a:pt x="272" y="228"/>
                  </a:lnTo>
                  <a:lnTo>
                    <a:pt x="236" y="218"/>
                  </a:lnTo>
                  <a:lnTo>
                    <a:pt x="200" y="205"/>
                  </a:lnTo>
                  <a:lnTo>
                    <a:pt x="167" y="190"/>
                  </a:lnTo>
                  <a:lnTo>
                    <a:pt x="137" y="173"/>
                  </a:lnTo>
                  <a:lnTo>
                    <a:pt x="109" y="157"/>
                  </a:lnTo>
                  <a:lnTo>
                    <a:pt x="84" y="137"/>
                  </a:lnTo>
                  <a:lnTo>
                    <a:pt x="64" y="116"/>
                  </a:lnTo>
                  <a:lnTo>
                    <a:pt x="45" y="95"/>
                  </a:lnTo>
                  <a:lnTo>
                    <a:pt x="32" y="73"/>
                  </a:lnTo>
                  <a:lnTo>
                    <a:pt x="21" y="48"/>
                  </a:lnTo>
                  <a:lnTo>
                    <a:pt x="14" y="24"/>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1893" name="Freeform 51"/>
            <p:cNvSpPr>
              <a:spLocks/>
            </p:cNvSpPr>
            <p:nvPr/>
          </p:nvSpPr>
          <p:spPr bwMode="auto">
            <a:xfrm>
              <a:off x="1179" y="1588"/>
              <a:ext cx="88" cy="52"/>
            </a:xfrm>
            <a:custGeom>
              <a:avLst/>
              <a:gdLst>
                <a:gd name="T0" fmla="*/ 4 w 439"/>
                <a:gd name="T1" fmla="*/ 0 h 260"/>
                <a:gd name="T2" fmla="*/ 4 w 439"/>
                <a:gd name="T3" fmla="*/ 0 h 260"/>
                <a:gd name="T4" fmla="*/ 3 w 439"/>
                <a:gd name="T5" fmla="*/ 0 h 260"/>
                <a:gd name="T6" fmla="*/ 3 w 439"/>
                <a:gd name="T7" fmla="*/ 0 h 260"/>
                <a:gd name="T8" fmla="*/ 2 w 439"/>
                <a:gd name="T9" fmla="*/ 0 h 260"/>
                <a:gd name="T10" fmla="*/ 2 w 439"/>
                <a:gd name="T11" fmla="*/ 0 h 260"/>
                <a:gd name="T12" fmla="*/ 2 w 439"/>
                <a:gd name="T13" fmla="*/ 0 h 260"/>
                <a:gd name="T14" fmla="*/ 2 w 439"/>
                <a:gd name="T15" fmla="*/ 0 h 260"/>
                <a:gd name="T16" fmla="*/ 1 w 439"/>
                <a:gd name="T17" fmla="*/ 0 h 260"/>
                <a:gd name="T18" fmla="*/ 1 w 439"/>
                <a:gd name="T19" fmla="*/ 1 h 260"/>
                <a:gd name="T20" fmla="*/ 1 w 439"/>
                <a:gd name="T21" fmla="*/ 1 h 260"/>
                <a:gd name="T22" fmla="*/ 1 w 439"/>
                <a:gd name="T23" fmla="*/ 1 h 260"/>
                <a:gd name="T24" fmla="*/ 0 w 439"/>
                <a:gd name="T25" fmla="*/ 1 h 260"/>
                <a:gd name="T26" fmla="*/ 0 w 439"/>
                <a:gd name="T27" fmla="*/ 1 h 260"/>
                <a:gd name="T28" fmla="*/ 0 w 439"/>
                <a:gd name="T29" fmla="*/ 1 h 260"/>
                <a:gd name="T30" fmla="*/ 0 w 439"/>
                <a:gd name="T31" fmla="*/ 2 h 260"/>
                <a:gd name="T32" fmla="*/ 0 w 439"/>
                <a:gd name="T33" fmla="*/ 2 h 260"/>
                <a:gd name="T34" fmla="*/ 0 w 439"/>
                <a:gd name="T35" fmla="*/ 2 h 260"/>
                <a:gd name="T36" fmla="*/ 0 w 439"/>
                <a:gd name="T37" fmla="*/ 2 h 260"/>
                <a:gd name="T38" fmla="*/ 0 w 439"/>
                <a:gd name="T39" fmla="*/ 2 h 260"/>
                <a:gd name="T40" fmla="*/ 0 w 439"/>
                <a:gd name="T41" fmla="*/ 2 h 260"/>
                <a:gd name="T42" fmla="*/ 0 w 439"/>
                <a:gd name="T43" fmla="*/ 1 h 260"/>
                <a:gd name="T44" fmla="*/ 0 w 439"/>
                <a:gd name="T45" fmla="*/ 1 h 260"/>
                <a:gd name="T46" fmla="*/ 1 w 439"/>
                <a:gd name="T47" fmla="*/ 1 h 260"/>
                <a:gd name="T48" fmla="*/ 1 w 439"/>
                <a:gd name="T49" fmla="*/ 1 h 260"/>
                <a:gd name="T50" fmla="*/ 1 w 439"/>
                <a:gd name="T51" fmla="*/ 1 h 260"/>
                <a:gd name="T52" fmla="*/ 1 w 439"/>
                <a:gd name="T53" fmla="*/ 1 h 260"/>
                <a:gd name="T54" fmla="*/ 1 w 439"/>
                <a:gd name="T55" fmla="*/ 1 h 260"/>
                <a:gd name="T56" fmla="*/ 2 w 439"/>
                <a:gd name="T57" fmla="*/ 0 h 260"/>
                <a:gd name="T58" fmla="*/ 2 w 439"/>
                <a:gd name="T59" fmla="*/ 0 h 260"/>
                <a:gd name="T60" fmla="*/ 2 w 439"/>
                <a:gd name="T61" fmla="*/ 0 h 260"/>
                <a:gd name="T62" fmla="*/ 3 w 439"/>
                <a:gd name="T63" fmla="*/ 0 h 260"/>
                <a:gd name="T64" fmla="*/ 3 w 439"/>
                <a:gd name="T65" fmla="*/ 0 h 260"/>
                <a:gd name="T66" fmla="*/ 3 w 439"/>
                <a:gd name="T67" fmla="*/ 0 h 260"/>
                <a:gd name="T68" fmla="*/ 4 w 439"/>
                <a:gd name="T69" fmla="*/ 0 h 260"/>
                <a:gd name="T70" fmla="*/ 4 w 439"/>
                <a:gd name="T71" fmla="*/ 0 h 260"/>
                <a:gd name="T72" fmla="*/ 4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439" y="0"/>
                  </a:moveTo>
                  <a:lnTo>
                    <a:pt x="439" y="0"/>
                  </a:lnTo>
                  <a:lnTo>
                    <a:pt x="395" y="1"/>
                  </a:lnTo>
                  <a:lnTo>
                    <a:pt x="351" y="4"/>
                  </a:lnTo>
                  <a:lnTo>
                    <a:pt x="310" y="11"/>
                  </a:lnTo>
                  <a:lnTo>
                    <a:pt x="270" y="19"/>
                  </a:lnTo>
                  <a:lnTo>
                    <a:pt x="231" y="30"/>
                  </a:lnTo>
                  <a:lnTo>
                    <a:pt x="195" y="43"/>
                  </a:lnTo>
                  <a:lnTo>
                    <a:pt x="162" y="58"/>
                  </a:lnTo>
                  <a:lnTo>
                    <a:pt x="130" y="73"/>
                  </a:lnTo>
                  <a:lnTo>
                    <a:pt x="102" y="93"/>
                  </a:lnTo>
                  <a:lnTo>
                    <a:pt x="76" y="113"/>
                  </a:lnTo>
                  <a:lnTo>
                    <a:pt x="54" y="133"/>
                  </a:lnTo>
                  <a:lnTo>
                    <a:pt x="35" y="157"/>
                  </a:lnTo>
                  <a:lnTo>
                    <a:pt x="20" y="181"/>
                  </a:lnTo>
                  <a:lnTo>
                    <a:pt x="10" y="206"/>
                  </a:lnTo>
                  <a:lnTo>
                    <a:pt x="3" y="233"/>
                  </a:lnTo>
                  <a:lnTo>
                    <a:pt x="0" y="260"/>
                  </a:lnTo>
                  <a:lnTo>
                    <a:pt x="12" y="260"/>
                  </a:lnTo>
                  <a:lnTo>
                    <a:pt x="14" y="235"/>
                  </a:lnTo>
                  <a:lnTo>
                    <a:pt x="21" y="211"/>
                  </a:lnTo>
                  <a:lnTo>
                    <a:pt x="32" y="186"/>
                  </a:lnTo>
                  <a:lnTo>
                    <a:pt x="45" y="164"/>
                  </a:lnTo>
                  <a:lnTo>
                    <a:pt x="64" y="143"/>
                  </a:lnTo>
                  <a:lnTo>
                    <a:pt x="84" y="123"/>
                  </a:lnTo>
                  <a:lnTo>
                    <a:pt x="109" y="103"/>
                  </a:lnTo>
                  <a:lnTo>
                    <a:pt x="137" y="85"/>
                  </a:lnTo>
                  <a:lnTo>
                    <a:pt x="167" y="70"/>
                  </a:lnTo>
                  <a:lnTo>
                    <a:pt x="200" y="55"/>
                  </a:lnTo>
                  <a:lnTo>
                    <a:pt x="236" y="42"/>
                  </a:lnTo>
                  <a:lnTo>
                    <a:pt x="272" y="31"/>
                  </a:lnTo>
                  <a:lnTo>
                    <a:pt x="312" y="23"/>
                  </a:lnTo>
                  <a:lnTo>
                    <a:pt x="353" y="16"/>
                  </a:lnTo>
                  <a:lnTo>
                    <a:pt x="395" y="12"/>
                  </a:lnTo>
                  <a:lnTo>
                    <a:pt x="439" y="11"/>
                  </a:lnTo>
                  <a:lnTo>
                    <a:pt x="439"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1894" name="Freeform 52"/>
            <p:cNvSpPr>
              <a:spLocks/>
            </p:cNvSpPr>
            <p:nvPr/>
          </p:nvSpPr>
          <p:spPr bwMode="auto">
            <a:xfrm>
              <a:off x="964" y="1745"/>
              <a:ext cx="48" cy="85"/>
            </a:xfrm>
            <a:custGeom>
              <a:avLst/>
              <a:gdLst>
                <a:gd name="T0" fmla="*/ 2 w 244"/>
                <a:gd name="T1" fmla="*/ 3 h 426"/>
                <a:gd name="T2" fmla="*/ 2 w 244"/>
                <a:gd name="T3" fmla="*/ 3 h 426"/>
                <a:gd name="T4" fmla="*/ 2 w 244"/>
                <a:gd name="T5" fmla="*/ 3 h 426"/>
                <a:gd name="T6" fmla="*/ 2 w 244"/>
                <a:gd name="T7" fmla="*/ 3 h 426"/>
                <a:gd name="T8" fmla="*/ 2 w 244"/>
                <a:gd name="T9" fmla="*/ 2 h 426"/>
                <a:gd name="T10" fmla="*/ 2 w 244"/>
                <a:gd name="T11" fmla="*/ 2 h 426"/>
                <a:gd name="T12" fmla="*/ 2 w 244"/>
                <a:gd name="T13" fmla="*/ 2 h 426"/>
                <a:gd name="T14" fmla="*/ 2 w 244"/>
                <a:gd name="T15" fmla="*/ 2 h 426"/>
                <a:gd name="T16" fmla="*/ 1 w 244"/>
                <a:gd name="T17" fmla="*/ 1 h 426"/>
                <a:gd name="T18" fmla="*/ 1 w 244"/>
                <a:gd name="T19" fmla="*/ 1 h 426"/>
                <a:gd name="T20" fmla="*/ 1 w 244"/>
                <a:gd name="T21" fmla="*/ 1 h 426"/>
                <a:gd name="T22" fmla="*/ 1 w 244"/>
                <a:gd name="T23" fmla="*/ 1 h 426"/>
                <a:gd name="T24" fmla="*/ 1 w 244"/>
                <a:gd name="T25" fmla="*/ 0 h 426"/>
                <a:gd name="T26" fmla="*/ 1 w 244"/>
                <a:gd name="T27" fmla="*/ 0 h 426"/>
                <a:gd name="T28" fmla="*/ 1 w 244"/>
                <a:gd name="T29" fmla="*/ 0 h 426"/>
                <a:gd name="T30" fmla="*/ 0 w 244"/>
                <a:gd name="T31" fmla="*/ 0 h 426"/>
                <a:gd name="T32" fmla="*/ 0 w 244"/>
                <a:gd name="T33" fmla="*/ 0 h 426"/>
                <a:gd name="T34" fmla="*/ 0 w 244"/>
                <a:gd name="T35" fmla="*/ 0 h 426"/>
                <a:gd name="T36" fmla="*/ 0 w 244"/>
                <a:gd name="T37" fmla="*/ 0 h 426"/>
                <a:gd name="T38" fmla="*/ 0 w 244"/>
                <a:gd name="T39" fmla="*/ 0 h 426"/>
                <a:gd name="T40" fmla="*/ 0 w 244"/>
                <a:gd name="T41" fmla="*/ 0 h 426"/>
                <a:gd name="T42" fmla="*/ 1 w 244"/>
                <a:gd name="T43" fmla="*/ 0 h 426"/>
                <a:gd name="T44" fmla="*/ 1 w 244"/>
                <a:gd name="T45" fmla="*/ 0 h 426"/>
                <a:gd name="T46" fmla="*/ 1 w 244"/>
                <a:gd name="T47" fmla="*/ 0 h 426"/>
                <a:gd name="T48" fmla="*/ 1 w 244"/>
                <a:gd name="T49" fmla="*/ 1 h 426"/>
                <a:gd name="T50" fmla="*/ 1 w 244"/>
                <a:gd name="T51" fmla="*/ 1 h 426"/>
                <a:gd name="T52" fmla="*/ 1 w 244"/>
                <a:gd name="T53" fmla="*/ 1 h 426"/>
                <a:gd name="T54" fmla="*/ 1 w 244"/>
                <a:gd name="T55" fmla="*/ 1 h 426"/>
                <a:gd name="T56" fmla="*/ 1 w 244"/>
                <a:gd name="T57" fmla="*/ 2 h 426"/>
                <a:gd name="T58" fmla="*/ 2 w 244"/>
                <a:gd name="T59" fmla="*/ 2 h 426"/>
                <a:gd name="T60" fmla="*/ 2 w 244"/>
                <a:gd name="T61" fmla="*/ 2 h 426"/>
                <a:gd name="T62" fmla="*/ 2 w 244"/>
                <a:gd name="T63" fmla="*/ 2 h 426"/>
                <a:gd name="T64" fmla="*/ 2 w 244"/>
                <a:gd name="T65" fmla="*/ 3 h 426"/>
                <a:gd name="T66" fmla="*/ 2 w 244"/>
                <a:gd name="T67" fmla="*/ 3 h 426"/>
                <a:gd name="T68" fmla="*/ 2 w 244"/>
                <a:gd name="T69" fmla="*/ 3 h 426"/>
                <a:gd name="T70" fmla="*/ 2 w 244"/>
                <a:gd name="T71" fmla="*/ 3 h 426"/>
                <a:gd name="T72" fmla="*/ 2 w 244"/>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6"/>
                <a:gd name="T113" fmla="*/ 244 w 244"/>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6">
                  <a:moveTo>
                    <a:pt x="244" y="426"/>
                  </a:moveTo>
                  <a:lnTo>
                    <a:pt x="244" y="426"/>
                  </a:lnTo>
                  <a:lnTo>
                    <a:pt x="243" y="383"/>
                  </a:lnTo>
                  <a:lnTo>
                    <a:pt x="240" y="340"/>
                  </a:lnTo>
                  <a:lnTo>
                    <a:pt x="234" y="300"/>
                  </a:lnTo>
                  <a:lnTo>
                    <a:pt x="226" y="262"/>
                  </a:lnTo>
                  <a:lnTo>
                    <a:pt x="215" y="224"/>
                  </a:lnTo>
                  <a:lnTo>
                    <a:pt x="203" y="189"/>
                  </a:lnTo>
                  <a:lnTo>
                    <a:pt x="189" y="157"/>
                  </a:lnTo>
                  <a:lnTo>
                    <a:pt x="174" y="126"/>
                  </a:lnTo>
                  <a:lnTo>
                    <a:pt x="155" y="99"/>
                  </a:lnTo>
                  <a:lnTo>
                    <a:pt x="138" y="74"/>
                  </a:lnTo>
                  <a:lnTo>
                    <a:pt x="118" y="52"/>
                  </a:lnTo>
                  <a:lnTo>
                    <a:pt x="96" y="34"/>
                  </a:lnTo>
                  <a:lnTo>
                    <a:pt x="73" y="19"/>
                  </a:lnTo>
                  <a:lnTo>
                    <a:pt x="50" y="8"/>
                  </a:lnTo>
                  <a:lnTo>
                    <a:pt x="25" y="2"/>
                  </a:lnTo>
                  <a:lnTo>
                    <a:pt x="0" y="0"/>
                  </a:lnTo>
                  <a:lnTo>
                    <a:pt x="0" y="12"/>
                  </a:lnTo>
                  <a:lnTo>
                    <a:pt x="23" y="14"/>
                  </a:lnTo>
                  <a:lnTo>
                    <a:pt x="45" y="20"/>
                  </a:lnTo>
                  <a:lnTo>
                    <a:pt x="66" y="31"/>
                  </a:lnTo>
                  <a:lnTo>
                    <a:pt x="89" y="43"/>
                  </a:lnTo>
                  <a:lnTo>
                    <a:pt x="109" y="61"/>
                  </a:lnTo>
                  <a:lnTo>
                    <a:pt x="129" y="81"/>
                  </a:lnTo>
                  <a:lnTo>
                    <a:pt x="146" y="106"/>
                  </a:lnTo>
                  <a:lnTo>
                    <a:pt x="162" y="133"/>
                  </a:lnTo>
                  <a:lnTo>
                    <a:pt x="178" y="162"/>
                  </a:lnTo>
                  <a:lnTo>
                    <a:pt x="192" y="194"/>
                  </a:lnTo>
                  <a:lnTo>
                    <a:pt x="203" y="229"/>
                  </a:lnTo>
                  <a:lnTo>
                    <a:pt x="214" y="264"/>
                  </a:lnTo>
                  <a:lnTo>
                    <a:pt x="222" y="303"/>
                  </a:lnTo>
                  <a:lnTo>
                    <a:pt x="228" y="342"/>
                  </a:lnTo>
                  <a:lnTo>
                    <a:pt x="232" y="383"/>
                  </a:lnTo>
                  <a:lnTo>
                    <a:pt x="233" y="426"/>
                  </a:lnTo>
                  <a:lnTo>
                    <a:pt x="244"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1895" name="Freeform 53"/>
            <p:cNvSpPr>
              <a:spLocks/>
            </p:cNvSpPr>
            <p:nvPr/>
          </p:nvSpPr>
          <p:spPr bwMode="auto">
            <a:xfrm>
              <a:off x="964" y="1830"/>
              <a:ext cx="48" cy="85"/>
            </a:xfrm>
            <a:custGeom>
              <a:avLst/>
              <a:gdLst>
                <a:gd name="T0" fmla="*/ 0 w 244"/>
                <a:gd name="T1" fmla="*/ 3 h 424"/>
                <a:gd name="T2" fmla="*/ 0 w 244"/>
                <a:gd name="T3" fmla="*/ 3 h 424"/>
                <a:gd name="T4" fmla="*/ 0 w 244"/>
                <a:gd name="T5" fmla="*/ 3 h 424"/>
                <a:gd name="T6" fmla="*/ 0 w 244"/>
                <a:gd name="T7" fmla="*/ 3 h 424"/>
                <a:gd name="T8" fmla="*/ 1 w 244"/>
                <a:gd name="T9" fmla="*/ 3 h 424"/>
                <a:gd name="T10" fmla="*/ 1 w 244"/>
                <a:gd name="T11" fmla="*/ 3 h 424"/>
                <a:gd name="T12" fmla="*/ 1 w 244"/>
                <a:gd name="T13" fmla="*/ 3 h 424"/>
                <a:gd name="T14" fmla="*/ 1 w 244"/>
                <a:gd name="T15" fmla="*/ 3 h 424"/>
                <a:gd name="T16" fmla="*/ 1 w 244"/>
                <a:gd name="T17" fmla="*/ 3 h 424"/>
                <a:gd name="T18" fmla="*/ 1 w 244"/>
                <a:gd name="T19" fmla="*/ 2 h 424"/>
                <a:gd name="T20" fmla="*/ 1 w 244"/>
                <a:gd name="T21" fmla="*/ 2 h 424"/>
                <a:gd name="T22" fmla="*/ 2 w 244"/>
                <a:gd name="T23" fmla="*/ 2 h 424"/>
                <a:gd name="T24" fmla="*/ 2 w 244"/>
                <a:gd name="T25" fmla="*/ 2 h 424"/>
                <a:gd name="T26" fmla="*/ 2 w 244"/>
                <a:gd name="T27" fmla="*/ 1 h 424"/>
                <a:gd name="T28" fmla="*/ 2 w 244"/>
                <a:gd name="T29" fmla="*/ 1 h 424"/>
                <a:gd name="T30" fmla="*/ 2 w 244"/>
                <a:gd name="T31" fmla="*/ 1 h 424"/>
                <a:gd name="T32" fmla="*/ 2 w 244"/>
                <a:gd name="T33" fmla="*/ 0 h 424"/>
                <a:gd name="T34" fmla="*/ 2 w 244"/>
                <a:gd name="T35" fmla="*/ 0 h 424"/>
                <a:gd name="T36" fmla="*/ 2 w 244"/>
                <a:gd name="T37" fmla="*/ 0 h 424"/>
                <a:gd name="T38" fmla="*/ 2 w 244"/>
                <a:gd name="T39" fmla="*/ 0 h 424"/>
                <a:gd name="T40" fmla="*/ 2 w 244"/>
                <a:gd name="T41" fmla="*/ 1 h 424"/>
                <a:gd name="T42" fmla="*/ 2 w 244"/>
                <a:gd name="T43" fmla="*/ 1 h 424"/>
                <a:gd name="T44" fmla="*/ 2 w 244"/>
                <a:gd name="T45" fmla="*/ 1 h 424"/>
                <a:gd name="T46" fmla="*/ 2 w 244"/>
                <a:gd name="T47" fmla="*/ 2 h 424"/>
                <a:gd name="T48" fmla="*/ 1 w 244"/>
                <a:gd name="T49" fmla="*/ 2 h 424"/>
                <a:gd name="T50" fmla="*/ 1 w 244"/>
                <a:gd name="T51" fmla="*/ 2 h 424"/>
                <a:gd name="T52" fmla="*/ 1 w 244"/>
                <a:gd name="T53" fmla="*/ 2 h 424"/>
                <a:gd name="T54" fmla="*/ 1 w 244"/>
                <a:gd name="T55" fmla="*/ 3 h 424"/>
                <a:gd name="T56" fmla="*/ 1 w 244"/>
                <a:gd name="T57" fmla="*/ 3 h 424"/>
                <a:gd name="T58" fmla="*/ 1 w 244"/>
                <a:gd name="T59" fmla="*/ 3 h 424"/>
                <a:gd name="T60" fmla="*/ 1 w 244"/>
                <a:gd name="T61" fmla="*/ 3 h 424"/>
                <a:gd name="T62" fmla="*/ 1 w 244"/>
                <a:gd name="T63" fmla="*/ 3 h 424"/>
                <a:gd name="T64" fmla="*/ 0 w 244"/>
                <a:gd name="T65" fmla="*/ 3 h 424"/>
                <a:gd name="T66" fmla="*/ 0 w 244"/>
                <a:gd name="T67" fmla="*/ 3 h 424"/>
                <a:gd name="T68" fmla="*/ 0 w 244"/>
                <a:gd name="T69" fmla="*/ 3 h 424"/>
                <a:gd name="T70" fmla="*/ 0 w 244"/>
                <a:gd name="T71" fmla="*/ 3 h 424"/>
                <a:gd name="T72" fmla="*/ 0 w 244"/>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4"/>
                <a:gd name="T113" fmla="*/ 244 w 244"/>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4">
                  <a:moveTo>
                    <a:pt x="0" y="424"/>
                  </a:moveTo>
                  <a:lnTo>
                    <a:pt x="0" y="424"/>
                  </a:lnTo>
                  <a:lnTo>
                    <a:pt x="25" y="422"/>
                  </a:lnTo>
                  <a:lnTo>
                    <a:pt x="50" y="416"/>
                  </a:lnTo>
                  <a:lnTo>
                    <a:pt x="73" y="405"/>
                  </a:lnTo>
                  <a:lnTo>
                    <a:pt x="96" y="390"/>
                  </a:lnTo>
                  <a:lnTo>
                    <a:pt x="118" y="373"/>
                  </a:lnTo>
                  <a:lnTo>
                    <a:pt x="138" y="350"/>
                  </a:lnTo>
                  <a:lnTo>
                    <a:pt x="155" y="326"/>
                  </a:lnTo>
                  <a:lnTo>
                    <a:pt x="173" y="299"/>
                  </a:lnTo>
                  <a:lnTo>
                    <a:pt x="189" y="268"/>
                  </a:lnTo>
                  <a:lnTo>
                    <a:pt x="203" y="235"/>
                  </a:lnTo>
                  <a:lnTo>
                    <a:pt x="215" y="201"/>
                  </a:lnTo>
                  <a:lnTo>
                    <a:pt x="226" y="163"/>
                  </a:lnTo>
                  <a:lnTo>
                    <a:pt x="234" y="125"/>
                  </a:lnTo>
                  <a:lnTo>
                    <a:pt x="240" y="85"/>
                  </a:lnTo>
                  <a:lnTo>
                    <a:pt x="243" y="42"/>
                  </a:lnTo>
                  <a:lnTo>
                    <a:pt x="244" y="0"/>
                  </a:lnTo>
                  <a:lnTo>
                    <a:pt x="233" y="0"/>
                  </a:lnTo>
                  <a:lnTo>
                    <a:pt x="232" y="42"/>
                  </a:lnTo>
                  <a:lnTo>
                    <a:pt x="228" y="83"/>
                  </a:lnTo>
                  <a:lnTo>
                    <a:pt x="222" y="123"/>
                  </a:lnTo>
                  <a:lnTo>
                    <a:pt x="214" y="160"/>
                  </a:lnTo>
                  <a:lnTo>
                    <a:pt x="203" y="197"/>
                  </a:lnTo>
                  <a:lnTo>
                    <a:pt x="192" y="231"/>
                  </a:lnTo>
                  <a:lnTo>
                    <a:pt x="178" y="263"/>
                  </a:lnTo>
                  <a:lnTo>
                    <a:pt x="164" y="292"/>
                  </a:lnTo>
                  <a:lnTo>
                    <a:pt x="146" y="319"/>
                  </a:lnTo>
                  <a:lnTo>
                    <a:pt x="129" y="343"/>
                  </a:lnTo>
                  <a:lnTo>
                    <a:pt x="109" y="363"/>
                  </a:lnTo>
                  <a:lnTo>
                    <a:pt x="89" y="381"/>
                  </a:lnTo>
                  <a:lnTo>
                    <a:pt x="66" y="394"/>
                  </a:lnTo>
                  <a:lnTo>
                    <a:pt x="45" y="404"/>
                  </a:lnTo>
                  <a:lnTo>
                    <a:pt x="23" y="410"/>
                  </a:lnTo>
                  <a:lnTo>
                    <a:pt x="0" y="412"/>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1896" name="Freeform 54"/>
            <p:cNvSpPr>
              <a:spLocks/>
            </p:cNvSpPr>
            <p:nvPr/>
          </p:nvSpPr>
          <p:spPr bwMode="auto">
            <a:xfrm>
              <a:off x="915" y="1830"/>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1" y="42"/>
                  </a:lnTo>
                  <a:lnTo>
                    <a:pt x="4" y="85"/>
                  </a:lnTo>
                  <a:lnTo>
                    <a:pt x="10" y="125"/>
                  </a:lnTo>
                  <a:lnTo>
                    <a:pt x="19" y="163"/>
                  </a:lnTo>
                  <a:lnTo>
                    <a:pt x="29" y="201"/>
                  </a:lnTo>
                  <a:lnTo>
                    <a:pt x="41" y="235"/>
                  </a:lnTo>
                  <a:lnTo>
                    <a:pt x="55" y="268"/>
                  </a:lnTo>
                  <a:lnTo>
                    <a:pt x="71" y="299"/>
                  </a:lnTo>
                  <a:lnTo>
                    <a:pt x="89" y="326"/>
                  </a:lnTo>
                  <a:lnTo>
                    <a:pt x="106" y="350"/>
                  </a:lnTo>
                  <a:lnTo>
                    <a:pt x="126" y="373"/>
                  </a:lnTo>
                  <a:lnTo>
                    <a:pt x="149" y="390"/>
                  </a:lnTo>
                  <a:lnTo>
                    <a:pt x="171" y="405"/>
                  </a:lnTo>
                  <a:lnTo>
                    <a:pt x="194" y="416"/>
                  </a:lnTo>
                  <a:lnTo>
                    <a:pt x="219" y="422"/>
                  </a:lnTo>
                  <a:lnTo>
                    <a:pt x="245" y="424"/>
                  </a:lnTo>
                  <a:lnTo>
                    <a:pt x="245" y="412"/>
                  </a:lnTo>
                  <a:lnTo>
                    <a:pt x="221" y="410"/>
                  </a:lnTo>
                  <a:lnTo>
                    <a:pt x="199" y="404"/>
                  </a:lnTo>
                  <a:lnTo>
                    <a:pt x="178" y="394"/>
                  </a:lnTo>
                  <a:lnTo>
                    <a:pt x="156" y="381"/>
                  </a:lnTo>
                  <a:lnTo>
                    <a:pt x="136" y="363"/>
                  </a:lnTo>
                  <a:lnTo>
                    <a:pt x="116" y="343"/>
                  </a:lnTo>
                  <a:lnTo>
                    <a:pt x="98" y="319"/>
                  </a:lnTo>
                  <a:lnTo>
                    <a:pt x="81" y="292"/>
                  </a:lnTo>
                  <a:lnTo>
                    <a:pt x="67" y="263"/>
                  </a:lnTo>
                  <a:lnTo>
                    <a:pt x="52" y="231"/>
                  </a:lnTo>
                  <a:lnTo>
                    <a:pt x="41" y="197"/>
                  </a:lnTo>
                  <a:lnTo>
                    <a:pt x="30" y="160"/>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1897" name="Freeform 55"/>
            <p:cNvSpPr>
              <a:spLocks/>
            </p:cNvSpPr>
            <p:nvPr/>
          </p:nvSpPr>
          <p:spPr bwMode="auto">
            <a:xfrm>
              <a:off x="915" y="1745"/>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0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19" y="2"/>
                  </a:lnTo>
                  <a:lnTo>
                    <a:pt x="194" y="8"/>
                  </a:lnTo>
                  <a:lnTo>
                    <a:pt x="171" y="19"/>
                  </a:lnTo>
                  <a:lnTo>
                    <a:pt x="149" y="34"/>
                  </a:lnTo>
                  <a:lnTo>
                    <a:pt x="126" y="52"/>
                  </a:lnTo>
                  <a:lnTo>
                    <a:pt x="106" y="74"/>
                  </a:lnTo>
                  <a:lnTo>
                    <a:pt x="89" y="99"/>
                  </a:lnTo>
                  <a:lnTo>
                    <a:pt x="70" y="126"/>
                  </a:lnTo>
                  <a:lnTo>
                    <a:pt x="55" y="157"/>
                  </a:lnTo>
                  <a:lnTo>
                    <a:pt x="41" y="189"/>
                  </a:lnTo>
                  <a:lnTo>
                    <a:pt x="29" y="224"/>
                  </a:lnTo>
                  <a:lnTo>
                    <a:pt x="19" y="262"/>
                  </a:lnTo>
                  <a:lnTo>
                    <a:pt x="10" y="300"/>
                  </a:lnTo>
                  <a:lnTo>
                    <a:pt x="4" y="340"/>
                  </a:lnTo>
                  <a:lnTo>
                    <a:pt x="1" y="383"/>
                  </a:lnTo>
                  <a:lnTo>
                    <a:pt x="0" y="426"/>
                  </a:lnTo>
                  <a:lnTo>
                    <a:pt x="11" y="426"/>
                  </a:lnTo>
                  <a:lnTo>
                    <a:pt x="13" y="383"/>
                  </a:lnTo>
                  <a:lnTo>
                    <a:pt x="16" y="342"/>
                  </a:lnTo>
                  <a:lnTo>
                    <a:pt x="22" y="303"/>
                  </a:lnTo>
                  <a:lnTo>
                    <a:pt x="30" y="264"/>
                  </a:lnTo>
                  <a:lnTo>
                    <a:pt x="41" y="229"/>
                  </a:lnTo>
                  <a:lnTo>
                    <a:pt x="52" y="194"/>
                  </a:lnTo>
                  <a:lnTo>
                    <a:pt x="67" y="162"/>
                  </a:lnTo>
                  <a:lnTo>
                    <a:pt x="82" y="133"/>
                  </a:lnTo>
                  <a:lnTo>
                    <a:pt x="98" y="106"/>
                  </a:lnTo>
                  <a:lnTo>
                    <a:pt x="116" y="81"/>
                  </a:lnTo>
                  <a:lnTo>
                    <a:pt x="136" y="61"/>
                  </a:lnTo>
                  <a:lnTo>
                    <a:pt x="156" y="43"/>
                  </a:lnTo>
                  <a:lnTo>
                    <a:pt x="178" y="31"/>
                  </a:lnTo>
                  <a:lnTo>
                    <a:pt x="199" y="20"/>
                  </a:lnTo>
                  <a:lnTo>
                    <a:pt x="221"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1898" name="Freeform 56"/>
            <p:cNvSpPr>
              <a:spLocks/>
            </p:cNvSpPr>
            <p:nvPr/>
          </p:nvSpPr>
          <p:spPr bwMode="auto">
            <a:xfrm>
              <a:off x="1140" y="2087"/>
              <a:ext cx="49" cy="85"/>
            </a:xfrm>
            <a:custGeom>
              <a:avLst/>
              <a:gdLst>
                <a:gd name="T0" fmla="*/ 2 w 246"/>
                <a:gd name="T1" fmla="*/ 3 h 424"/>
                <a:gd name="T2" fmla="*/ 2 w 246"/>
                <a:gd name="T3" fmla="*/ 3 h 424"/>
                <a:gd name="T4" fmla="*/ 2 w 246"/>
                <a:gd name="T5" fmla="*/ 3 h 424"/>
                <a:gd name="T6" fmla="*/ 2 w 246"/>
                <a:gd name="T7" fmla="*/ 3 h 424"/>
                <a:gd name="T8" fmla="*/ 2 w 246"/>
                <a:gd name="T9" fmla="*/ 2 h 424"/>
                <a:gd name="T10" fmla="*/ 2 w 246"/>
                <a:gd name="T11" fmla="*/ 2 h 424"/>
                <a:gd name="T12" fmla="*/ 2 w 246"/>
                <a:gd name="T13" fmla="*/ 2 h 424"/>
                <a:gd name="T14" fmla="*/ 2 w 246"/>
                <a:gd name="T15" fmla="*/ 2 h 424"/>
                <a:gd name="T16" fmla="*/ 2 w 246"/>
                <a:gd name="T17" fmla="*/ 1 h 424"/>
                <a:gd name="T18" fmla="*/ 1 w 246"/>
                <a:gd name="T19" fmla="*/ 1 h 424"/>
                <a:gd name="T20" fmla="*/ 1 w 246"/>
                <a:gd name="T21" fmla="*/ 1 h 424"/>
                <a:gd name="T22" fmla="*/ 1 w 246"/>
                <a:gd name="T23" fmla="*/ 1 h 424"/>
                <a:gd name="T24" fmla="*/ 1 w 246"/>
                <a:gd name="T25" fmla="*/ 0 h 424"/>
                <a:gd name="T26" fmla="*/ 1 w 246"/>
                <a:gd name="T27" fmla="*/ 0 h 424"/>
                <a:gd name="T28" fmla="*/ 1 w 246"/>
                <a:gd name="T29" fmla="*/ 0 h 424"/>
                <a:gd name="T30" fmla="*/ 0 w 246"/>
                <a:gd name="T31" fmla="*/ 0 h 424"/>
                <a:gd name="T32" fmla="*/ 0 w 246"/>
                <a:gd name="T33" fmla="*/ 0 h 424"/>
                <a:gd name="T34" fmla="*/ 0 w 246"/>
                <a:gd name="T35" fmla="*/ 0 h 424"/>
                <a:gd name="T36" fmla="*/ 0 w 246"/>
                <a:gd name="T37" fmla="*/ 0 h 424"/>
                <a:gd name="T38" fmla="*/ 0 w 246"/>
                <a:gd name="T39" fmla="*/ 0 h 424"/>
                <a:gd name="T40" fmla="*/ 0 w 246"/>
                <a:gd name="T41" fmla="*/ 0 h 424"/>
                <a:gd name="T42" fmla="*/ 1 w 246"/>
                <a:gd name="T43" fmla="*/ 0 h 424"/>
                <a:gd name="T44" fmla="*/ 1 w 246"/>
                <a:gd name="T45" fmla="*/ 0 h 424"/>
                <a:gd name="T46" fmla="*/ 1 w 246"/>
                <a:gd name="T47" fmla="*/ 0 h 424"/>
                <a:gd name="T48" fmla="*/ 1 w 246"/>
                <a:gd name="T49" fmla="*/ 1 h 424"/>
                <a:gd name="T50" fmla="*/ 1 w 246"/>
                <a:gd name="T51" fmla="*/ 1 h 424"/>
                <a:gd name="T52" fmla="*/ 1 w 246"/>
                <a:gd name="T53" fmla="*/ 1 h 424"/>
                <a:gd name="T54" fmla="*/ 1 w 246"/>
                <a:gd name="T55" fmla="*/ 1 h 424"/>
                <a:gd name="T56" fmla="*/ 2 w 246"/>
                <a:gd name="T57" fmla="*/ 2 h 424"/>
                <a:gd name="T58" fmla="*/ 2 w 246"/>
                <a:gd name="T59" fmla="*/ 2 h 424"/>
                <a:gd name="T60" fmla="*/ 2 w 246"/>
                <a:gd name="T61" fmla="*/ 2 h 424"/>
                <a:gd name="T62" fmla="*/ 2 w 246"/>
                <a:gd name="T63" fmla="*/ 2 h 424"/>
                <a:gd name="T64" fmla="*/ 2 w 246"/>
                <a:gd name="T65" fmla="*/ 3 h 424"/>
                <a:gd name="T66" fmla="*/ 2 w 246"/>
                <a:gd name="T67" fmla="*/ 3 h 424"/>
                <a:gd name="T68" fmla="*/ 2 w 246"/>
                <a:gd name="T69" fmla="*/ 3 h 424"/>
                <a:gd name="T70" fmla="*/ 2 w 246"/>
                <a:gd name="T71" fmla="*/ 3 h 424"/>
                <a:gd name="T72" fmla="*/ 2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424"/>
                  </a:moveTo>
                  <a:lnTo>
                    <a:pt x="246" y="424"/>
                  </a:lnTo>
                  <a:lnTo>
                    <a:pt x="244" y="382"/>
                  </a:lnTo>
                  <a:lnTo>
                    <a:pt x="241" y="338"/>
                  </a:lnTo>
                  <a:lnTo>
                    <a:pt x="235" y="298"/>
                  </a:lnTo>
                  <a:lnTo>
                    <a:pt x="227" y="261"/>
                  </a:lnTo>
                  <a:lnTo>
                    <a:pt x="216" y="222"/>
                  </a:lnTo>
                  <a:lnTo>
                    <a:pt x="205" y="188"/>
                  </a:lnTo>
                  <a:lnTo>
                    <a:pt x="190" y="155"/>
                  </a:lnTo>
                  <a:lnTo>
                    <a:pt x="174" y="125"/>
                  </a:lnTo>
                  <a:lnTo>
                    <a:pt x="157" y="98"/>
                  </a:lnTo>
                  <a:lnTo>
                    <a:pt x="138" y="73"/>
                  </a:lnTo>
                  <a:lnTo>
                    <a:pt x="118" y="51"/>
                  </a:lnTo>
                  <a:lnTo>
                    <a:pt x="96" y="34"/>
                  </a:lnTo>
                  <a:lnTo>
                    <a:pt x="74" y="18"/>
                  </a:lnTo>
                  <a:lnTo>
                    <a:pt x="50" y="8"/>
                  </a:lnTo>
                  <a:lnTo>
                    <a:pt x="25" y="2"/>
                  </a:lnTo>
                  <a:lnTo>
                    <a:pt x="0" y="0"/>
                  </a:lnTo>
                  <a:lnTo>
                    <a:pt x="0" y="11"/>
                  </a:lnTo>
                  <a:lnTo>
                    <a:pt x="23" y="14"/>
                  </a:lnTo>
                  <a:lnTo>
                    <a:pt x="45" y="19"/>
                  </a:lnTo>
                  <a:lnTo>
                    <a:pt x="67" y="30"/>
                  </a:lnTo>
                  <a:lnTo>
                    <a:pt x="89" y="43"/>
                  </a:lnTo>
                  <a:lnTo>
                    <a:pt x="108" y="60"/>
                  </a:lnTo>
                  <a:lnTo>
                    <a:pt x="128" y="80"/>
                  </a:lnTo>
                  <a:lnTo>
                    <a:pt x="147" y="105"/>
                  </a:lnTo>
                  <a:lnTo>
                    <a:pt x="165" y="132"/>
                  </a:lnTo>
                  <a:lnTo>
                    <a:pt x="179" y="160"/>
                  </a:lnTo>
                  <a:lnTo>
                    <a:pt x="193" y="193"/>
                  </a:lnTo>
                  <a:lnTo>
                    <a:pt x="205" y="227"/>
                  </a:lnTo>
                  <a:lnTo>
                    <a:pt x="215" y="263"/>
                  </a:lnTo>
                  <a:lnTo>
                    <a:pt x="223" y="301"/>
                  </a:lnTo>
                  <a:lnTo>
                    <a:pt x="229" y="341"/>
                  </a:lnTo>
                  <a:lnTo>
                    <a:pt x="233" y="382"/>
                  </a:lnTo>
                  <a:lnTo>
                    <a:pt x="234" y="424"/>
                  </a:lnTo>
                  <a:lnTo>
                    <a:pt x="246"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1899" name="Freeform 57"/>
            <p:cNvSpPr>
              <a:spLocks/>
            </p:cNvSpPr>
            <p:nvPr/>
          </p:nvSpPr>
          <p:spPr bwMode="auto">
            <a:xfrm>
              <a:off x="1140" y="2172"/>
              <a:ext cx="49" cy="85"/>
            </a:xfrm>
            <a:custGeom>
              <a:avLst/>
              <a:gdLst>
                <a:gd name="T0" fmla="*/ 0 w 246"/>
                <a:gd name="T1" fmla="*/ 3 h 426"/>
                <a:gd name="T2" fmla="*/ 0 w 246"/>
                <a:gd name="T3" fmla="*/ 3 h 426"/>
                <a:gd name="T4" fmla="*/ 0 w 246"/>
                <a:gd name="T5" fmla="*/ 3 h 426"/>
                <a:gd name="T6" fmla="*/ 0 w 246"/>
                <a:gd name="T7" fmla="*/ 3 h 426"/>
                <a:gd name="T8" fmla="*/ 1 w 246"/>
                <a:gd name="T9" fmla="*/ 3 h 426"/>
                <a:gd name="T10" fmla="*/ 1 w 246"/>
                <a:gd name="T11" fmla="*/ 3 h 426"/>
                <a:gd name="T12" fmla="*/ 1 w 246"/>
                <a:gd name="T13" fmla="*/ 3 h 426"/>
                <a:gd name="T14" fmla="*/ 1 w 246"/>
                <a:gd name="T15" fmla="*/ 3 h 426"/>
                <a:gd name="T16" fmla="*/ 1 w 246"/>
                <a:gd name="T17" fmla="*/ 3 h 426"/>
                <a:gd name="T18" fmla="*/ 1 w 246"/>
                <a:gd name="T19" fmla="*/ 2 h 426"/>
                <a:gd name="T20" fmla="*/ 2 w 246"/>
                <a:gd name="T21" fmla="*/ 2 h 426"/>
                <a:gd name="T22" fmla="*/ 2 w 246"/>
                <a:gd name="T23" fmla="*/ 2 h 426"/>
                <a:gd name="T24" fmla="*/ 2 w 246"/>
                <a:gd name="T25" fmla="*/ 2 h 426"/>
                <a:gd name="T26" fmla="*/ 2 w 246"/>
                <a:gd name="T27" fmla="*/ 1 h 426"/>
                <a:gd name="T28" fmla="*/ 2 w 246"/>
                <a:gd name="T29" fmla="*/ 1 h 426"/>
                <a:gd name="T30" fmla="*/ 2 w 246"/>
                <a:gd name="T31" fmla="*/ 1 h 426"/>
                <a:gd name="T32" fmla="*/ 2 w 246"/>
                <a:gd name="T33" fmla="*/ 0 h 426"/>
                <a:gd name="T34" fmla="*/ 2 w 246"/>
                <a:gd name="T35" fmla="*/ 0 h 426"/>
                <a:gd name="T36" fmla="*/ 2 w 246"/>
                <a:gd name="T37" fmla="*/ 0 h 426"/>
                <a:gd name="T38" fmla="*/ 2 w 246"/>
                <a:gd name="T39" fmla="*/ 0 h 426"/>
                <a:gd name="T40" fmla="*/ 2 w 246"/>
                <a:gd name="T41" fmla="*/ 1 h 426"/>
                <a:gd name="T42" fmla="*/ 2 w 246"/>
                <a:gd name="T43" fmla="*/ 1 h 426"/>
                <a:gd name="T44" fmla="*/ 2 w 246"/>
                <a:gd name="T45" fmla="*/ 1 h 426"/>
                <a:gd name="T46" fmla="*/ 2 w 246"/>
                <a:gd name="T47" fmla="*/ 2 h 426"/>
                <a:gd name="T48" fmla="*/ 2 w 246"/>
                <a:gd name="T49" fmla="*/ 2 h 426"/>
                <a:gd name="T50" fmla="*/ 1 w 246"/>
                <a:gd name="T51" fmla="*/ 2 h 426"/>
                <a:gd name="T52" fmla="*/ 1 w 246"/>
                <a:gd name="T53" fmla="*/ 2 h 426"/>
                <a:gd name="T54" fmla="*/ 1 w 246"/>
                <a:gd name="T55" fmla="*/ 3 h 426"/>
                <a:gd name="T56" fmla="*/ 1 w 246"/>
                <a:gd name="T57" fmla="*/ 3 h 426"/>
                <a:gd name="T58" fmla="*/ 1 w 246"/>
                <a:gd name="T59" fmla="*/ 3 h 426"/>
                <a:gd name="T60" fmla="*/ 1 w 246"/>
                <a:gd name="T61" fmla="*/ 3 h 426"/>
                <a:gd name="T62" fmla="*/ 1 w 246"/>
                <a:gd name="T63" fmla="*/ 3 h 426"/>
                <a:gd name="T64" fmla="*/ 0 w 246"/>
                <a:gd name="T65" fmla="*/ 3 h 426"/>
                <a:gd name="T66" fmla="*/ 0 w 246"/>
                <a:gd name="T67" fmla="*/ 3 h 426"/>
                <a:gd name="T68" fmla="*/ 0 w 246"/>
                <a:gd name="T69" fmla="*/ 3 h 426"/>
                <a:gd name="T70" fmla="*/ 0 w 246"/>
                <a:gd name="T71" fmla="*/ 3 h 426"/>
                <a:gd name="T72" fmla="*/ 0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426"/>
                  </a:moveTo>
                  <a:lnTo>
                    <a:pt x="0" y="426"/>
                  </a:lnTo>
                  <a:lnTo>
                    <a:pt x="25" y="423"/>
                  </a:lnTo>
                  <a:lnTo>
                    <a:pt x="50" y="417"/>
                  </a:lnTo>
                  <a:lnTo>
                    <a:pt x="74" y="407"/>
                  </a:lnTo>
                  <a:lnTo>
                    <a:pt x="96" y="392"/>
                  </a:lnTo>
                  <a:lnTo>
                    <a:pt x="118" y="373"/>
                  </a:lnTo>
                  <a:lnTo>
                    <a:pt x="138" y="350"/>
                  </a:lnTo>
                  <a:lnTo>
                    <a:pt x="157" y="327"/>
                  </a:lnTo>
                  <a:lnTo>
                    <a:pt x="175" y="299"/>
                  </a:lnTo>
                  <a:lnTo>
                    <a:pt x="190" y="268"/>
                  </a:lnTo>
                  <a:lnTo>
                    <a:pt x="205" y="236"/>
                  </a:lnTo>
                  <a:lnTo>
                    <a:pt x="216" y="202"/>
                  </a:lnTo>
                  <a:lnTo>
                    <a:pt x="227" y="164"/>
                  </a:lnTo>
                  <a:lnTo>
                    <a:pt x="235" y="125"/>
                  </a:lnTo>
                  <a:lnTo>
                    <a:pt x="241" y="86"/>
                  </a:lnTo>
                  <a:lnTo>
                    <a:pt x="244" y="42"/>
                  </a:lnTo>
                  <a:lnTo>
                    <a:pt x="246" y="0"/>
                  </a:lnTo>
                  <a:lnTo>
                    <a:pt x="234" y="0"/>
                  </a:lnTo>
                  <a:lnTo>
                    <a:pt x="233" y="42"/>
                  </a:lnTo>
                  <a:lnTo>
                    <a:pt x="229" y="83"/>
                  </a:lnTo>
                  <a:lnTo>
                    <a:pt x="223" y="123"/>
                  </a:lnTo>
                  <a:lnTo>
                    <a:pt x="215" y="162"/>
                  </a:lnTo>
                  <a:lnTo>
                    <a:pt x="205" y="197"/>
                  </a:lnTo>
                  <a:lnTo>
                    <a:pt x="193" y="231"/>
                  </a:lnTo>
                  <a:lnTo>
                    <a:pt x="179" y="264"/>
                  </a:lnTo>
                  <a:lnTo>
                    <a:pt x="164" y="292"/>
                  </a:lnTo>
                  <a:lnTo>
                    <a:pt x="147" y="320"/>
                  </a:lnTo>
                  <a:lnTo>
                    <a:pt x="128" y="343"/>
                  </a:lnTo>
                  <a:lnTo>
                    <a:pt x="108" y="363"/>
                  </a:lnTo>
                  <a:lnTo>
                    <a:pt x="89" y="382"/>
                  </a:lnTo>
                  <a:lnTo>
                    <a:pt x="67" y="395"/>
                  </a:lnTo>
                  <a:lnTo>
                    <a:pt x="45" y="406"/>
                  </a:lnTo>
                  <a:lnTo>
                    <a:pt x="23" y="411"/>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1900" name="Freeform 58"/>
            <p:cNvSpPr>
              <a:spLocks/>
            </p:cNvSpPr>
            <p:nvPr/>
          </p:nvSpPr>
          <p:spPr bwMode="auto">
            <a:xfrm>
              <a:off x="1091" y="2172"/>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4" y="86"/>
                  </a:lnTo>
                  <a:lnTo>
                    <a:pt x="10" y="125"/>
                  </a:lnTo>
                  <a:lnTo>
                    <a:pt x="18" y="164"/>
                  </a:lnTo>
                  <a:lnTo>
                    <a:pt x="29" y="202"/>
                  </a:lnTo>
                  <a:lnTo>
                    <a:pt x="41" y="236"/>
                  </a:lnTo>
                  <a:lnTo>
                    <a:pt x="55" y="268"/>
                  </a:lnTo>
                  <a:lnTo>
                    <a:pt x="70" y="299"/>
                  </a:lnTo>
                  <a:lnTo>
                    <a:pt x="89" y="327"/>
                  </a:lnTo>
                  <a:lnTo>
                    <a:pt x="106" y="350"/>
                  </a:lnTo>
                  <a:lnTo>
                    <a:pt x="126" y="373"/>
                  </a:lnTo>
                  <a:lnTo>
                    <a:pt x="148" y="392"/>
                  </a:lnTo>
                  <a:lnTo>
                    <a:pt x="171" y="407"/>
                  </a:lnTo>
                  <a:lnTo>
                    <a:pt x="194" y="417"/>
                  </a:lnTo>
                  <a:lnTo>
                    <a:pt x="219" y="423"/>
                  </a:lnTo>
                  <a:lnTo>
                    <a:pt x="245" y="426"/>
                  </a:lnTo>
                  <a:lnTo>
                    <a:pt x="245" y="414"/>
                  </a:lnTo>
                  <a:lnTo>
                    <a:pt x="221" y="411"/>
                  </a:lnTo>
                  <a:lnTo>
                    <a:pt x="199" y="406"/>
                  </a:lnTo>
                  <a:lnTo>
                    <a:pt x="178" y="395"/>
                  </a:lnTo>
                  <a:lnTo>
                    <a:pt x="155" y="382"/>
                  </a:lnTo>
                  <a:lnTo>
                    <a:pt x="136" y="363"/>
                  </a:lnTo>
                  <a:lnTo>
                    <a:pt x="116" y="343"/>
                  </a:lnTo>
                  <a:lnTo>
                    <a:pt x="98" y="320"/>
                  </a:lnTo>
                  <a:lnTo>
                    <a:pt x="82" y="292"/>
                  </a:lnTo>
                  <a:lnTo>
                    <a:pt x="66" y="264"/>
                  </a:lnTo>
                  <a:lnTo>
                    <a:pt x="52" y="231"/>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1901" name="Freeform 59"/>
            <p:cNvSpPr>
              <a:spLocks/>
            </p:cNvSpPr>
            <p:nvPr/>
          </p:nvSpPr>
          <p:spPr bwMode="auto">
            <a:xfrm>
              <a:off x="1091" y="2087"/>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4" y="8"/>
                  </a:lnTo>
                  <a:lnTo>
                    <a:pt x="171" y="18"/>
                  </a:lnTo>
                  <a:lnTo>
                    <a:pt x="148" y="34"/>
                  </a:lnTo>
                  <a:lnTo>
                    <a:pt x="126" y="51"/>
                  </a:lnTo>
                  <a:lnTo>
                    <a:pt x="106" y="73"/>
                  </a:lnTo>
                  <a:lnTo>
                    <a:pt x="89" y="98"/>
                  </a:lnTo>
                  <a:lnTo>
                    <a:pt x="71" y="125"/>
                  </a:lnTo>
                  <a:lnTo>
                    <a:pt x="55" y="155"/>
                  </a:lnTo>
                  <a:lnTo>
                    <a:pt x="41" y="188"/>
                  </a:lnTo>
                  <a:lnTo>
                    <a:pt x="29" y="222"/>
                  </a:lnTo>
                  <a:lnTo>
                    <a:pt x="18" y="261"/>
                  </a:lnTo>
                  <a:lnTo>
                    <a:pt x="10" y="298"/>
                  </a:lnTo>
                  <a:lnTo>
                    <a:pt x="4" y="338"/>
                  </a:lnTo>
                  <a:lnTo>
                    <a:pt x="1" y="382"/>
                  </a:lnTo>
                  <a:lnTo>
                    <a:pt x="0" y="424"/>
                  </a:lnTo>
                  <a:lnTo>
                    <a:pt x="11" y="424"/>
                  </a:lnTo>
                  <a:lnTo>
                    <a:pt x="13" y="382"/>
                  </a:lnTo>
                  <a:lnTo>
                    <a:pt x="16" y="341"/>
                  </a:lnTo>
                  <a:lnTo>
                    <a:pt x="22" y="301"/>
                  </a:lnTo>
                  <a:lnTo>
                    <a:pt x="30" y="263"/>
                  </a:lnTo>
                  <a:lnTo>
                    <a:pt x="41" y="227"/>
                  </a:lnTo>
                  <a:lnTo>
                    <a:pt x="52" y="193"/>
                  </a:lnTo>
                  <a:lnTo>
                    <a:pt x="66" y="160"/>
                  </a:lnTo>
                  <a:lnTo>
                    <a:pt x="80" y="132"/>
                  </a:lnTo>
                  <a:lnTo>
                    <a:pt x="98" y="105"/>
                  </a:lnTo>
                  <a:lnTo>
                    <a:pt x="116" y="80"/>
                  </a:lnTo>
                  <a:lnTo>
                    <a:pt x="136" y="60"/>
                  </a:lnTo>
                  <a:lnTo>
                    <a:pt x="155" y="43"/>
                  </a:lnTo>
                  <a:lnTo>
                    <a:pt x="178" y="30"/>
                  </a:lnTo>
                  <a:lnTo>
                    <a:pt x="199" y="19"/>
                  </a:lnTo>
                  <a:lnTo>
                    <a:pt x="221" y="14"/>
                  </a:lnTo>
                  <a:lnTo>
                    <a:pt x="245" y="11"/>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1902" name="Freeform 60"/>
            <p:cNvSpPr>
              <a:spLocks/>
            </p:cNvSpPr>
            <p:nvPr/>
          </p:nvSpPr>
          <p:spPr bwMode="auto">
            <a:xfrm>
              <a:off x="1392" y="2118"/>
              <a:ext cx="49" cy="85"/>
            </a:xfrm>
            <a:custGeom>
              <a:avLst/>
              <a:gdLst>
                <a:gd name="T0" fmla="*/ 2 w 246"/>
                <a:gd name="T1" fmla="*/ 3 h 426"/>
                <a:gd name="T2" fmla="*/ 2 w 246"/>
                <a:gd name="T3" fmla="*/ 3 h 426"/>
                <a:gd name="T4" fmla="*/ 2 w 246"/>
                <a:gd name="T5" fmla="*/ 3 h 426"/>
                <a:gd name="T6" fmla="*/ 2 w 246"/>
                <a:gd name="T7" fmla="*/ 3 h 426"/>
                <a:gd name="T8" fmla="*/ 2 w 246"/>
                <a:gd name="T9" fmla="*/ 2 h 426"/>
                <a:gd name="T10" fmla="*/ 2 w 246"/>
                <a:gd name="T11" fmla="*/ 2 h 426"/>
                <a:gd name="T12" fmla="*/ 2 w 246"/>
                <a:gd name="T13" fmla="*/ 2 h 426"/>
                <a:gd name="T14" fmla="*/ 2 w 246"/>
                <a:gd name="T15" fmla="*/ 2 h 426"/>
                <a:gd name="T16" fmla="*/ 2 w 246"/>
                <a:gd name="T17" fmla="*/ 1 h 426"/>
                <a:gd name="T18" fmla="*/ 1 w 246"/>
                <a:gd name="T19" fmla="*/ 1 h 426"/>
                <a:gd name="T20" fmla="*/ 1 w 246"/>
                <a:gd name="T21" fmla="*/ 1 h 426"/>
                <a:gd name="T22" fmla="*/ 1 w 246"/>
                <a:gd name="T23" fmla="*/ 1 h 426"/>
                <a:gd name="T24" fmla="*/ 1 w 246"/>
                <a:gd name="T25" fmla="*/ 0 h 426"/>
                <a:gd name="T26" fmla="*/ 1 w 246"/>
                <a:gd name="T27" fmla="*/ 0 h 426"/>
                <a:gd name="T28" fmla="*/ 1 w 246"/>
                <a:gd name="T29" fmla="*/ 0 h 426"/>
                <a:gd name="T30" fmla="*/ 0 w 246"/>
                <a:gd name="T31" fmla="*/ 0 h 426"/>
                <a:gd name="T32" fmla="*/ 0 w 246"/>
                <a:gd name="T33" fmla="*/ 0 h 426"/>
                <a:gd name="T34" fmla="*/ 0 w 246"/>
                <a:gd name="T35" fmla="*/ 0 h 426"/>
                <a:gd name="T36" fmla="*/ 0 w 246"/>
                <a:gd name="T37" fmla="*/ 0 h 426"/>
                <a:gd name="T38" fmla="*/ 0 w 246"/>
                <a:gd name="T39" fmla="*/ 0 h 426"/>
                <a:gd name="T40" fmla="*/ 0 w 246"/>
                <a:gd name="T41" fmla="*/ 0 h 426"/>
                <a:gd name="T42" fmla="*/ 1 w 246"/>
                <a:gd name="T43" fmla="*/ 0 h 426"/>
                <a:gd name="T44" fmla="*/ 1 w 246"/>
                <a:gd name="T45" fmla="*/ 0 h 426"/>
                <a:gd name="T46" fmla="*/ 1 w 246"/>
                <a:gd name="T47" fmla="*/ 1 h 426"/>
                <a:gd name="T48" fmla="*/ 1 w 246"/>
                <a:gd name="T49" fmla="*/ 1 h 426"/>
                <a:gd name="T50" fmla="*/ 1 w 246"/>
                <a:gd name="T51" fmla="*/ 1 h 426"/>
                <a:gd name="T52" fmla="*/ 1 w 246"/>
                <a:gd name="T53" fmla="*/ 1 h 426"/>
                <a:gd name="T54" fmla="*/ 1 w 246"/>
                <a:gd name="T55" fmla="*/ 1 h 426"/>
                <a:gd name="T56" fmla="*/ 2 w 246"/>
                <a:gd name="T57" fmla="*/ 2 h 426"/>
                <a:gd name="T58" fmla="*/ 2 w 246"/>
                <a:gd name="T59" fmla="*/ 2 h 426"/>
                <a:gd name="T60" fmla="*/ 2 w 246"/>
                <a:gd name="T61" fmla="*/ 2 h 426"/>
                <a:gd name="T62" fmla="*/ 2 w 246"/>
                <a:gd name="T63" fmla="*/ 2 h 426"/>
                <a:gd name="T64" fmla="*/ 2 w 246"/>
                <a:gd name="T65" fmla="*/ 3 h 426"/>
                <a:gd name="T66" fmla="*/ 2 w 246"/>
                <a:gd name="T67" fmla="*/ 3 h 426"/>
                <a:gd name="T68" fmla="*/ 2 w 246"/>
                <a:gd name="T69" fmla="*/ 3 h 426"/>
                <a:gd name="T70" fmla="*/ 2 w 246"/>
                <a:gd name="T71" fmla="*/ 3 h 426"/>
                <a:gd name="T72" fmla="*/ 2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246" y="426"/>
                  </a:moveTo>
                  <a:lnTo>
                    <a:pt x="246" y="426"/>
                  </a:lnTo>
                  <a:lnTo>
                    <a:pt x="245" y="384"/>
                  </a:lnTo>
                  <a:lnTo>
                    <a:pt x="242" y="340"/>
                  </a:lnTo>
                  <a:lnTo>
                    <a:pt x="236" y="301"/>
                  </a:lnTo>
                  <a:lnTo>
                    <a:pt x="228" y="262"/>
                  </a:lnTo>
                  <a:lnTo>
                    <a:pt x="217" y="224"/>
                  </a:lnTo>
                  <a:lnTo>
                    <a:pt x="205" y="190"/>
                  </a:lnTo>
                  <a:lnTo>
                    <a:pt x="191" y="158"/>
                  </a:lnTo>
                  <a:lnTo>
                    <a:pt x="176" y="126"/>
                  </a:lnTo>
                  <a:lnTo>
                    <a:pt x="157" y="99"/>
                  </a:lnTo>
                  <a:lnTo>
                    <a:pt x="139" y="75"/>
                  </a:lnTo>
                  <a:lnTo>
                    <a:pt x="119" y="53"/>
                  </a:lnTo>
                  <a:lnTo>
                    <a:pt x="96" y="34"/>
                  </a:lnTo>
                  <a:lnTo>
                    <a:pt x="75" y="19"/>
                  </a:lnTo>
                  <a:lnTo>
                    <a:pt x="51" y="9"/>
                  </a:lnTo>
                  <a:lnTo>
                    <a:pt x="26" y="3"/>
                  </a:lnTo>
                  <a:lnTo>
                    <a:pt x="0" y="0"/>
                  </a:lnTo>
                  <a:lnTo>
                    <a:pt x="0" y="12"/>
                  </a:lnTo>
                  <a:lnTo>
                    <a:pt x="24" y="15"/>
                  </a:lnTo>
                  <a:lnTo>
                    <a:pt x="46" y="20"/>
                  </a:lnTo>
                  <a:lnTo>
                    <a:pt x="68" y="31"/>
                  </a:lnTo>
                  <a:lnTo>
                    <a:pt x="89" y="44"/>
                  </a:lnTo>
                  <a:lnTo>
                    <a:pt x="109" y="63"/>
                  </a:lnTo>
                  <a:lnTo>
                    <a:pt x="129" y="83"/>
                  </a:lnTo>
                  <a:lnTo>
                    <a:pt x="148" y="106"/>
                  </a:lnTo>
                  <a:lnTo>
                    <a:pt x="164" y="133"/>
                  </a:lnTo>
                  <a:lnTo>
                    <a:pt x="180" y="162"/>
                  </a:lnTo>
                  <a:lnTo>
                    <a:pt x="194" y="195"/>
                  </a:lnTo>
                  <a:lnTo>
                    <a:pt x="205" y="229"/>
                  </a:lnTo>
                  <a:lnTo>
                    <a:pt x="216" y="264"/>
                  </a:lnTo>
                  <a:lnTo>
                    <a:pt x="224" y="303"/>
                  </a:lnTo>
                  <a:lnTo>
                    <a:pt x="230" y="343"/>
                  </a:lnTo>
                  <a:lnTo>
                    <a:pt x="233" y="384"/>
                  </a:lnTo>
                  <a:lnTo>
                    <a:pt x="235" y="426"/>
                  </a:lnTo>
                  <a:lnTo>
                    <a:pt x="246"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1903" name="Freeform 61"/>
            <p:cNvSpPr>
              <a:spLocks/>
            </p:cNvSpPr>
            <p:nvPr/>
          </p:nvSpPr>
          <p:spPr bwMode="auto">
            <a:xfrm>
              <a:off x="1392" y="2203"/>
              <a:ext cx="49" cy="85"/>
            </a:xfrm>
            <a:custGeom>
              <a:avLst/>
              <a:gdLst>
                <a:gd name="T0" fmla="*/ 0 w 246"/>
                <a:gd name="T1" fmla="*/ 3 h 424"/>
                <a:gd name="T2" fmla="*/ 0 w 246"/>
                <a:gd name="T3" fmla="*/ 3 h 424"/>
                <a:gd name="T4" fmla="*/ 0 w 246"/>
                <a:gd name="T5" fmla="*/ 3 h 424"/>
                <a:gd name="T6" fmla="*/ 0 w 246"/>
                <a:gd name="T7" fmla="*/ 3 h 424"/>
                <a:gd name="T8" fmla="*/ 1 w 246"/>
                <a:gd name="T9" fmla="*/ 3 h 424"/>
                <a:gd name="T10" fmla="*/ 1 w 246"/>
                <a:gd name="T11" fmla="*/ 3 h 424"/>
                <a:gd name="T12" fmla="*/ 1 w 246"/>
                <a:gd name="T13" fmla="*/ 3 h 424"/>
                <a:gd name="T14" fmla="*/ 1 w 246"/>
                <a:gd name="T15" fmla="*/ 3 h 424"/>
                <a:gd name="T16" fmla="*/ 1 w 246"/>
                <a:gd name="T17" fmla="*/ 3 h 424"/>
                <a:gd name="T18" fmla="*/ 1 w 246"/>
                <a:gd name="T19" fmla="*/ 2 h 424"/>
                <a:gd name="T20" fmla="*/ 2 w 246"/>
                <a:gd name="T21" fmla="*/ 2 h 424"/>
                <a:gd name="T22" fmla="*/ 2 w 246"/>
                <a:gd name="T23" fmla="*/ 2 h 424"/>
                <a:gd name="T24" fmla="*/ 2 w 246"/>
                <a:gd name="T25" fmla="*/ 2 h 424"/>
                <a:gd name="T26" fmla="*/ 2 w 246"/>
                <a:gd name="T27" fmla="*/ 1 h 424"/>
                <a:gd name="T28" fmla="*/ 2 w 246"/>
                <a:gd name="T29" fmla="*/ 1 h 424"/>
                <a:gd name="T30" fmla="*/ 2 w 246"/>
                <a:gd name="T31" fmla="*/ 1 h 424"/>
                <a:gd name="T32" fmla="*/ 2 w 246"/>
                <a:gd name="T33" fmla="*/ 0 h 424"/>
                <a:gd name="T34" fmla="*/ 2 w 246"/>
                <a:gd name="T35" fmla="*/ 0 h 424"/>
                <a:gd name="T36" fmla="*/ 2 w 246"/>
                <a:gd name="T37" fmla="*/ 0 h 424"/>
                <a:gd name="T38" fmla="*/ 2 w 246"/>
                <a:gd name="T39" fmla="*/ 0 h 424"/>
                <a:gd name="T40" fmla="*/ 2 w 246"/>
                <a:gd name="T41" fmla="*/ 1 h 424"/>
                <a:gd name="T42" fmla="*/ 2 w 246"/>
                <a:gd name="T43" fmla="*/ 1 h 424"/>
                <a:gd name="T44" fmla="*/ 2 w 246"/>
                <a:gd name="T45" fmla="*/ 1 h 424"/>
                <a:gd name="T46" fmla="*/ 2 w 246"/>
                <a:gd name="T47" fmla="*/ 2 h 424"/>
                <a:gd name="T48" fmla="*/ 2 w 246"/>
                <a:gd name="T49" fmla="*/ 2 h 424"/>
                <a:gd name="T50" fmla="*/ 1 w 246"/>
                <a:gd name="T51" fmla="*/ 2 h 424"/>
                <a:gd name="T52" fmla="*/ 1 w 246"/>
                <a:gd name="T53" fmla="*/ 2 h 424"/>
                <a:gd name="T54" fmla="*/ 1 w 246"/>
                <a:gd name="T55" fmla="*/ 3 h 424"/>
                <a:gd name="T56" fmla="*/ 1 w 246"/>
                <a:gd name="T57" fmla="*/ 3 h 424"/>
                <a:gd name="T58" fmla="*/ 1 w 246"/>
                <a:gd name="T59" fmla="*/ 3 h 424"/>
                <a:gd name="T60" fmla="*/ 1 w 246"/>
                <a:gd name="T61" fmla="*/ 3 h 424"/>
                <a:gd name="T62" fmla="*/ 1 w 246"/>
                <a:gd name="T63" fmla="*/ 3 h 424"/>
                <a:gd name="T64" fmla="*/ 0 w 246"/>
                <a:gd name="T65" fmla="*/ 3 h 424"/>
                <a:gd name="T66" fmla="*/ 0 w 246"/>
                <a:gd name="T67" fmla="*/ 3 h 424"/>
                <a:gd name="T68" fmla="*/ 0 w 246"/>
                <a:gd name="T69" fmla="*/ 3 h 424"/>
                <a:gd name="T70" fmla="*/ 0 w 246"/>
                <a:gd name="T71" fmla="*/ 3 h 424"/>
                <a:gd name="T72" fmla="*/ 0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0" y="424"/>
                  </a:moveTo>
                  <a:lnTo>
                    <a:pt x="0" y="424"/>
                  </a:lnTo>
                  <a:lnTo>
                    <a:pt x="26" y="422"/>
                  </a:lnTo>
                  <a:lnTo>
                    <a:pt x="51" y="416"/>
                  </a:lnTo>
                  <a:lnTo>
                    <a:pt x="75" y="406"/>
                  </a:lnTo>
                  <a:lnTo>
                    <a:pt x="96" y="390"/>
                  </a:lnTo>
                  <a:lnTo>
                    <a:pt x="119" y="373"/>
                  </a:lnTo>
                  <a:lnTo>
                    <a:pt x="139" y="351"/>
                  </a:lnTo>
                  <a:lnTo>
                    <a:pt x="157" y="326"/>
                  </a:lnTo>
                  <a:lnTo>
                    <a:pt x="175" y="299"/>
                  </a:lnTo>
                  <a:lnTo>
                    <a:pt x="191" y="269"/>
                  </a:lnTo>
                  <a:lnTo>
                    <a:pt x="205" y="236"/>
                  </a:lnTo>
                  <a:lnTo>
                    <a:pt x="217" y="202"/>
                  </a:lnTo>
                  <a:lnTo>
                    <a:pt x="228" y="163"/>
                  </a:lnTo>
                  <a:lnTo>
                    <a:pt x="236" y="125"/>
                  </a:lnTo>
                  <a:lnTo>
                    <a:pt x="242" y="86"/>
                  </a:lnTo>
                  <a:lnTo>
                    <a:pt x="245" y="42"/>
                  </a:lnTo>
                  <a:lnTo>
                    <a:pt x="246" y="0"/>
                  </a:lnTo>
                  <a:lnTo>
                    <a:pt x="235" y="0"/>
                  </a:lnTo>
                  <a:lnTo>
                    <a:pt x="233" y="42"/>
                  </a:lnTo>
                  <a:lnTo>
                    <a:pt x="230" y="83"/>
                  </a:lnTo>
                  <a:lnTo>
                    <a:pt x="224" y="123"/>
                  </a:lnTo>
                  <a:lnTo>
                    <a:pt x="216" y="161"/>
                  </a:lnTo>
                  <a:lnTo>
                    <a:pt x="205" y="197"/>
                  </a:lnTo>
                  <a:lnTo>
                    <a:pt x="194" y="231"/>
                  </a:lnTo>
                  <a:lnTo>
                    <a:pt x="180" y="264"/>
                  </a:lnTo>
                  <a:lnTo>
                    <a:pt x="166" y="292"/>
                  </a:lnTo>
                  <a:lnTo>
                    <a:pt x="148" y="319"/>
                  </a:lnTo>
                  <a:lnTo>
                    <a:pt x="129" y="344"/>
                  </a:lnTo>
                  <a:lnTo>
                    <a:pt x="109" y="364"/>
                  </a:lnTo>
                  <a:lnTo>
                    <a:pt x="89" y="381"/>
                  </a:lnTo>
                  <a:lnTo>
                    <a:pt x="68" y="394"/>
                  </a:lnTo>
                  <a:lnTo>
                    <a:pt x="46" y="405"/>
                  </a:lnTo>
                  <a:lnTo>
                    <a:pt x="24" y="410"/>
                  </a:lnTo>
                  <a:lnTo>
                    <a:pt x="0" y="413"/>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1904" name="Freeform 62"/>
            <p:cNvSpPr>
              <a:spLocks/>
            </p:cNvSpPr>
            <p:nvPr/>
          </p:nvSpPr>
          <p:spPr bwMode="auto">
            <a:xfrm>
              <a:off x="1343" y="2203"/>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2" y="42"/>
                  </a:lnTo>
                  <a:lnTo>
                    <a:pt x="5" y="86"/>
                  </a:lnTo>
                  <a:lnTo>
                    <a:pt x="11" y="125"/>
                  </a:lnTo>
                  <a:lnTo>
                    <a:pt x="19" y="163"/>
                  </a:lnTo>
                  <a:lnTo>
                    <a:pt x="30" y="202"/>
                  </a:lnTo>
                  <a:lnTo>
                    <a:pt x="41" y="236"/>
                  </a:lnTo>
                  <a:lnTo>
                    <a:pt x="56" y="269"/>
                  </a:lnTo>
                  <a:lnTo>
                    <a:pt x="72" y="299"/>
                  </a:lnTo>
                  <a:lnTo>
                    <a:pt x="90" y="326"/>
                  </a:lnTo>
                  <a:lnTo>
                    <a:pt x="108" y="351"/>
                  </a:lnTo>
                  <a:lnTo>
                    <a:pt x="127" y="373"/>
                  </a:lnTo>
                  <a:lnTo>
                    <a:pt x="149" y="390"/>
                  </a:lnTo>
                  <a:lnTo>
                    <a:pt x="172" y="406"/>
                  </a:lnTo>
                  <a:lnTo>
                    <a:pt x="195" y="416"/>
                  </a:lnTo>
                  <a:lnTo>
                    <a:pt x="220" y="422"/>
                  </a:lnTo>
                  <a:lnTo>
                    <a:pt x="245" y="424"/>
                  </a:lnTo>
                  <a:lnTo>
                    <a:pt x="245" y="413"/>
                  </a:lnTo>
                  <a:lnTo>
                    <a:pt x="222" y="410"/>
                  </a:lnTo>
                  <a:lnTo>
                    <a:pt x="200" y="405"/>
                  </a:lnTo>
                  <a:lnTo>
                    <a:pt x="179" y="394"/>
                  </a:lnTo>
                  <a:lnTo>
                    <a:pt x="156" y="381"/>
                  </a:lnTo>
                  <a:lnTo>
                    <a:pt x="136" y="364"/>
                  </a:lnTo>
                  <a:lnTo>
                    <a:pt x="118" y="344"/>
                  </a:lnTo>
                  <a:lnTo>
                    <a:pt x="99" y="319"/>
                  </a:lnTo>
                  <a:lnTo>
                    <a:pt x="81" y="292"/>
                  </a:lnTo>
                  <a:lnTo>
                    <a:pt x="67" y="264"/>
                  </a:lnTo>
                  <a:lnTo>
                    <a:pt x="53" y="231"/>
                  </a:lnTo>
                  <a:lnTo>
                    <a:pt x="41" y="197"/>
                  </a:lnTo>
                  <a:lnTo>
                    <a:pt x="31" y="161"/>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1905" name="Freeform 63"/>
            <p:cNvSpPr>
              <a:spLocks/>
            </p:cNvSpPr>
            <p:nvPr/>
          </p:nvSpPr>
          <p:spPr bwMode="auto">
            <a:xfrm>
              <a:off x="1343" y="2118"/>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1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20" y="3"/>
                  </a:lnTo>
                  <a:lnTo>
                    <a:pt x="195" y="9"/>
                  </a:lnTo>
                  <a:lnTo>
                    <a:pt x="172" y="19"/>
                  </a:lnTo>
                  <a:lnTo>
                    <a:pt x="149" y="34"/>
                  </a:lnTo>
                  <a:lnTo>
                    <a:pt x="127" y="53"/>
                  </a:lnTo>
                  <a:lnTo>
                    <a:pt x="108" y="75"/>
                  </a:lnTo>
                  <a:lnTo>
                    <a:pt x="90" y="99"/>
                  </a:lnTo>
                  <a:lnTo>
                    <a:pt x="71" y="126"/>
                  </a:lnTo>
                  <a:lnTo>
                    <a:pt x="56" y="158"/>
                  </a:lnTo>
                  <a:lnTo>
                    <a:pt x="41" y="190"/>
                  </a:lnTo>
                  <a:lnTo>
                    <a:pt x="30" y="224"/>
                  </a:lnTo>
                  <a:lnTo>
                    <a:pt x="19" y="262"/>
                  </a:lnTo>
                  <a:lnTo>
                    <a:pt x="11" y="301"/>
                  </a:lnTo>
                  <a:lnTo>
                    <a:pt x="5" y="340"/>
                  </a:lnTo>
                  <a:lnTo>
                    <a:pt x="2" y="384"/>
                  </a:lnTo>
                  <a:lnTo>
                    <a:pt x="0" y="426"/>
                  </a:lnTo>
                  <a:lnTo>
                    <a:pt x="12" y="426"/>
                  </a:lnTo>
                  <a:lnTo>
                    <a:pt x="13" y="384"/>
                  </a:lnTo>
                  <a:lnTo>
                    <a:pt x="17" y="343"/>
                  </a:lnTo>
                  <a:lnTo>
                    <a:pt x="23" y="303"/>
                  </a:lnTo>
                  <a:lnTo>
                    <a:pt x="31" y="264"/>
                  </a:lnTo>
                  <a:lnTo>
                    <a:pt x="41" y="229"/>
                  </a:lnTo>
                  <a:lnTo>
                    <a:pt x="53" y="195"/>
                  </a:lnTo>
                  <a:lnTo>
                    <a:pt x="67" y="162"/>
                  </a:lnTo>
                  <a:lnTo>
                    <a:pt x="82" y="133"/>
                  </a:lnTo>
                  <a:lnTo>
                    <a:pt x="99" y="106"/>
                  </a:lnTo>
                  <a:lnTo>
                    <a:pt x="118" y="83"/>
                  </a:lnTo>
                  <a:lnTo>
                    <a:pt x="136" y="63"/>
                  </a:lnTo>
                  <a:lnTo>
                    <a:pt x="156" y="44"/>
                  </a:lnTo>
                  <a:lnTo>
                    <a:pt x="179" y="31"/>
                  </a:lnTo>
                  <a:lnTo>
                    <a:pt x="200" y="20"/>
                  </a:lnTo>
                  <a:lnTo>
                    <a:pt x="222" y="15"/>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1906" name="Freeform 64"/>
            <p:cNvSpPr>
              <a:spLocks/>
            </p:cNvSpPr>
            <p:nvPr/>
          </p:nvSpPr>
          <p:spPr bwMode="auto">
            <a:xfrm>
              <a:off x="1384" y="1859"/>
              <a:ext cx="49" cy="84"/>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1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3" y="382"/>
                  </a:lnTo>
                  <a:lnTo>
                    <a:pt x="240" y="339"/>
                  </a:lnTo>
                  <a:lnTo>
                    <a:pt x="234" y="299"/>
                  </a:lnTo>
                  <a:lnTo>
                    <a:pt x="226" y="261"/>
                  </a:lnTo>
                  <a:lnTo>
                    <a:pt x="215" y="222"/>
                  </a:lnTo>
                  <a:lnTo>
                    <a:pt x="204" y="188"/>
                  </a:lnTo>
                  <a:lnTo>
                    <a:pt x="189" y="156"/>
                  </a:lnTo>
                  <a:lnTo>
                    <a:pt x="173" y="125"/>
                  </a:lnTo>
                  <a:lnTo>
                    <a:pt x="155" y="98"/>
                  </a:lnTo>
                  <a:lnTo>
                    <a:pt x="138" y="74"/>
                  </a:lnTo>
                  <a:lnTo>
                    <a:pt x="118" y="51"/>
                  </a:lnTo>
                  <a:lnTo>
                    <a:pt x="96" y="34"/>
                  </a:lnTo>
                  <a:lnTo>
                    <a:pt x="73" y="18"/>
                  </a:lnTo>
                  <a:lnTo>
                    <a:pt x="50" y="8"/>
                  </a:lnTo>
                  <a:lnTo>
                    <a:pt x="25" y="2"/>
                  </a:lnTo>
                  <a:lnTo>
                    <a:pt x="0" y="0"/>
                  </a:lnTo>
                  <a:lnTo>
                    <a:pt x="0" y="11"/>
                  </a:lnTo>
                  <a:lnTo>
                    <a:pt x="23" y="14"/>
                  </a:lnTo>
                  <a:lnTo>
                    <a:pt x="45" y="20"/>
                  </a:lnTo>
                  <a:lnTo>
                    <a:pt x="66" y="30"/>
                  </a:lnTo>
                  <a:lnTo>
                    <a:pt x="89" y="43"/>
                  </a:lnTo>
                  <a:lnTo>
                    <a:pt x="109" y="61"/>
                  </a:lnTo>
                  <a:lnTo>
                    <a:pt x="129" y="81"/>
                  </a:lnTo>
                  <a:lnTo>
                    <a:pt x="146" y="105"/>
                  </a:lnTo>
                  <a:lnTo>
                    <a:pt x="164" y="132"/>
                  </a:lnTo>
                  <a:lnTo>
                    <a:pt x="178" y="160"/>
                  </a:lnTo>
                  <a:lnTo>
                    <a:pt x="192" y="193"/>
                  </a:lnTo>
                  <a:lnTo>
                    <a:pt x="204" y="227"/>
                  </a:lnTo>
                  <a:lnTo>
                    <a:pt x="214" y="264"/>
                  </a:lnTo>
                  <a:lnTo>
                    <a:pt x="222" y="301"/>
                  </a:lnTo>
                  <a:lnTo>
                    <a:pt x="228"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1907" name="Freeform 65"/>
            <p:cNvSpPr>
              <a:spLocks/>
            </p:cNvSpPr>
            <p:nvPr/>
          </p:nvSpPr>
          <p:spPr bwMode="auto">
            <a:xfrm>
              <a:off x="1384" y="1943"/>
              <a:ext cx="49" cy="86"/>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5" y="423"/>
                  </a:lnTo>
                  <a:lnTo>
                    <a:pt x="50" y="418"/>
                  </a:lnTo>
                  <a:lnTo>
                    <a:pt x="73" y="407"/>
                  </a:lnTo>
                  <a:lnTo>
                    <a:pt x="96" y="392"/>
                  </a:lnTo>
                  <a:lnTo>
                    <a:pt x="118" y="374"/>
                  </a:lnTo>
                  <a:lnTo>
                    <a:pt x="138" y="352"/>
                  </a:lnTo>
                  <a:lnTo>
                    <a:pt x="155" y="327"/>
                  </a:lnTo>
                  <a:lnTo>
                    <a:pt x="174" y="300"/>
                  </a:lnTo>
                  <a:lnTo>
                    <a:pt x="189" y="269"/>
                  </a:lnTo>
                  <a:lnTo>
                    <a:pt x="204" y="237"/>
                  </a:lnTo>
                  <a:lnTo>
                    <a:pt x="215" y="202"/>
                  </a:lnTo>
                  <a:lnTo>
                    <a:pt x="226" y="164"/>
                  </a:lnTo>
                  <a:lnTo>
                    <a:pt x="234" y="126"/>
                  </a:lnTo>
                  <a:lnTo>
                    <a:pt x="240" y="86"/>
                  </a:lnTo>
                  <a:lnTo>
                    <a:pt x="243" y="42"/>
                  </a:lnTo>
                  <a:lnTo>
                    <a:pt x="245" y="0"/>
                  </a:lnTo>
                  <a:lnTo>
                    <a:pt x="233" y="0"/>
                  </a:lnTo>
                  <a:lnTo>
                    <a:pt x="232" y="42"/>
                  </a:lnTo>
                  <a:lnTo>
                    <a:pt x="228" y="83"/>
                  </a:lnTo>
                  <a:lnTo>
                    <a:pt x="222" y="123"/>
                  </a:lnTo>
                  <a:lnTo>
                    <a:pt x="214" y="162"/>
                  </a:lnTo>
                  <a:lnTo>
                    <a:pt x="204" y="197"/>
                  </a:lnTo>
                  <a:lnTo>
                    <a:pt x="192" y="232"/>
                  </a:lnTo>
                  <a:lnTo>
                    <a:pt x="178" y="264"/>
                  </a:lnTo>
                  <a:lnTo>
                    <a:pt x="163" y="293"/>
                  </a:lnTo>
                  <a:lnTo>
                    <a:pt x="146" y="320"/>
                  </a:lnTo>
                  <a:lnTo>
                    <a:pt x="129" y="345"/>
                  </a:lnTo>
                  <a:lnTo>
                    <a:pt x="109" y="365"/>
                  </a:lnTo>
                  <a:lnTo>
                    <a:pt x="89" y="382"/>
                  </a:lnTo>
                  <a:lnTo>
                    <a:pt x="66" y="395"/>
                  </a:lnTo>
                  <a:lnTo>
                    <a:pt x="45" y="406"/>
                  </a:lnTo>
                  <a:lnTo>
                    <a:pt x="23"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1908" name="Freeform 66"/>
            <p:cNvSpPr>
              <a:spLocks/>
            </p:cNvSpPr>
            <p:nvPr/>
          </p:nvSpPr>
          <p:spPr bwMode="auto">
            <a:xfrm>
              <a:off x="1335" y="1943"/>
              <a:ext cx="49" cy="86"/>
            </a:xfrm>
            <a:custGeom>
              <a:avLst/>
              <a:gdLst>
                <a:gd name="T0" fmla="*/ 0 w 246"/>
                <a:gd name="T1" fmla="*/ 0 h 426"/>
                <a:gd name="T2" fmla="*/ 0 w 246"/>
                <a:gd name="T3" fmla="*/ 0 h 426"/>
                <a:gd name="T4" fmla="*/ 0 w 246"/>
                <a:gd name="T5" fmla="*/ 0 h 426"/>
                <a:gd name="T6" fmla="*/ 0 w 246"/>
                <a:gd name="T7" fmla="*/ 1 h 426"/>
                <a:gd name="T8" fmla="*/ 0 w 246"/>
                <a:gd name="T9" fmla="*/ 1 h 426"/>
                <a:gd name="T10" fmla="*/ 0 w 246"/>
                <a:gd name="T11" fmla="*/ 1 h 426"/>
                <a:gd name="T12" fmla="*/ 0 w 246"/>
                <a:gd name="T13" fmla="*/ 2 h 426"/>
                <a:gd name="T14" fmla="*/ 0 w 246"/>
                <a:gd name="T15" fmla="*/ 2 h 426"/>
                <a:gd name="T16" fmla="*/ 0 w 246"/>
                <a:gd name="T17" fmla="*/ 2 h 426"/>
                <a:gd name="T18" fmla="*/ 1 w 246"/>
                <a:gd name="T19" fmla="*/ 2 h 426"/>
                <a:gd name="T20" fmla="*/ 1 w 246"/>
                <a:gd name="T21" fmla="*/ 3 h 426"/>
                <a:gd name="T22" fmla="*/ 1 w 246"/>
                <a:gd name="T23" fmla="*/ 3 h 426"/>
                <a:gd name="T24" fmla="*/ 1 w 246"/>
                <a:gd name="T25" fmla="*/ 3 h 426"/>
                <a:gd name="T26" fmla="*/ 1 w 246"/>
                <a:gd name="T27" fmla="*/ 3 h 426"/>
                <a:gd name="T28" fmla="*/ 1 w 246"/>
                <a:gd name="T29" fmla="*/ 3 h 426"/>
                <a:gd name="T30" fmla="*/ 2 w 246"/>
                <a:gd name="T31" fmla="*/ 3 h 426"/>
                <a:gd name="T32" fmla="*/ 2 w 246"/>
                <a:gd name="T33" fmla="*/ 3 h 426"/>
                <a:gd name="T34" fmla="*/ 2 w 246"/>
                <a:gd name="T35" fmla="*/ 3 h 426"/>
                <a:gd name="T36" fmla="*/ 2 w 246"/>
                <a:gd name="T37" fmla="*/ 3 h 426"/>
                <a:gd name="T38" fmla="*/ 2 w 246"/>
                <a:gd name="T39" fmla="*/ 3 h 426"/>
                <a:gd name="T40" fmla="*/ 2 w 246"/>
                <a:gd name="T41" fmla="*/ 3 h 426"/>
                <a:gd name="T42" fmla="*/ 1 w 246"/>
                <a:gd name="T43" fmla="*/ 3 h 426"/>
                <a:gd name="T44" fmla="*/ 1 w 246"/>
                <a:gd name="T45" fmla="*/ 3 h 426"/>
                <a:gd name="T46" fmla="*/ 1 w 246"/>
                <a:gd name="T47" fmla="*/ 3 h 426"/>
                <a:gd name="T48" fmla="*/ 1 w 246"/>
                <a:gd name="T49" fmla="*/ 3 h 426"/>
                <a:gd name="T50" fmla="*/ 1 w 246"/>
                <a:gd name="T51" fmla="*/ 3 h 426"/>
                <a:gd name="T52" fmla="*/ 1 w 246"/>
                <a:gd name="T53" fmla="*/ 2 h 426"/>
                <a:gd name="T54" fmla="*/ 1 w 246"/>
                <a:gd name="T55" fmla="*/ 2 h 426"/>
                <a:gd name="T56" fmla="*/ 0 w 246"/>
                <a:gd name="T57" fmla="*/ 2 h 426"/>
                <a:gd name="T58" fmla="*/ 0 w 246"/>
                <a:gd name="T59" fmla="*/ 2 h 426"/>
                <a:gd name="T60" fmla="*/ 0 w 246"/>
                <a:gd name="T61" fmla="*/ 1 h 426"/>
                <a:gd name="T62" fmla="*/ 0 w 246"/>
                <a:gd name="T63" fmla="*/ 1 h 426"/>
                <a:gd name="T64" fmla="*/ 0 w 246"/>
                <a:gd name="T65" fmla="*/ 1 h 426"/>
                <a:gd name="T66" fmla="*/ 0 w 246"/>
                <a:gd name="T67" fmla="*/ 0 h 426"/>
                <a:gd name="T68" fmla="*/ 0 w 246"/>
                <a:gd name="T69" fmla="*/ 0 h 426"/>
                <a:gd name="T70" fmla="*/ 0 w 246"/>
                <a:gd name="T71" fmla="*/ 0 h 426"/>
                <a:gd name="T72" fmla="*/ 0 w 246"/>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0"/>
                  </a:moveTo>
                  <a:lnTo>
                    <a:pt x="0" y="0"/>
                  </a:lnTo>
                  <a:lnTo>
                    <a:pt x="1" y="42"/>
                  </a:lnTo>
                  <a:lnTo>
                    <a:pt x="4" y="86"/>
                  </a:lnTo>
                  <a:lnTo>
                    <a:pt x="10" y="126"/>
                  </a:lnTo>
                  <a:lnTo>
                    <a:pt x="18" y="164"/>
                  </a:lnTo>
                  <a:lnTo>
                    <a:pt x="29" y="202"/>
                  </a:lnTo>
                  <a:lnTo>
                    <a:pt x="41" y="237"/>
                  </a:lnTo>
                  <a:lnTo>
                    <a:pt x="55" y="269"/>
                  </a:lnTo>
                  <a:lnTo>
                    <a:pt x="71" y="300"/>
                  </a:lnTo>
                  <a:lnTo>
                    <a:pt x="89" y="327"/>
                  </a:lnTo>
                  <a:lnTo>
                    <a:pt x="107" y="352"/>
                  </a:lnTo>
                  <a:lnTo>
                    <a:pt x="127" y="374"/>
                  </a:lnTo>
                  <a:lnTo>
                    <a:pt x="150" y="392"/>
                  </a:lnTo>
                  <a:lnTo>
                    <a:pt x="171" y="407"/>
                  </a:lnTo>
                  <a:lnTo>
                    <a:pt x="195" y="418"/>
                  </a:lnTo>
                  <a:lnTo>
                    <a:pt x="220" y="423"/>
                  </a:lnTo>
                  <a:lnTo>
                    <a:pt x="246" y="426"/>
                  </a:lnTo>
                  <a:lnTo>
                    <a:pt x="246" y="414"/>
                  </a:lnTo>
                  <a:lnTo>
                    <a:pt x="222" y="412"/>
                  </a:lnTo>
                  <a:lnTo>
                    <a:pt x="200" y="406"/>
                  </a:lnTo>
                  <a:lnTo>
                    <a:pt x="178" y="395"/>
                  </a:lnTo>
                  <a:lnTo>
                    <a:pt x="157" y="382"/>
                  </a:lnTo>
                  <a:lnTo>
                    <a:pt x="137" y="365"/>
                  </a:lnTo>
                  <a:lnTo>
                    <a:pt x="117" y="345"/>
                  </a:lnTo>
                  <a:lnTo>
                    <a:pt x="98" y="320"/>
                  </a:lnTo>
                  <a:lnTo>
                    <a:pt x="83" y="293"/>
                  </a:lnTo>
                  <a:lnTo>
                    <a:pt x="66" y="264"/>
                  </a:lnTo>
                  <a:lnTo>
                    <a:pt x="52" y="232"/>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1909" name="Freeform 67"/>
            <p:cNvSpPr>
              <a:spLocks/>
            </p:cNvSpPr>
            <p:nvPr/>
          </p:nvSpPr>
          <p:spPr bwMode="auto">
            <a:xfrm>
              <a:off x="1335" y="1859"/>
              <a:ext cx="49" cy="84"/>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1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0" y="2"/>
                  </a:lnTo>
                  <a:lnTo>
                    <a:pt x="195" y="8"/>
                  </a:lnTo>
                  <a:lnTo>
                    <a:pt x="171" y="18"/>
                  </a:lnTo>
                  <a:lnTo>
                    <a:pt x="150" y="34"/>
                  </a:lnTo>
                  <a:lnTo>
                    <a:pt x="127" y="51"/>
                  </a:lnTo>
                  <a:lnTo>
                    <a:pt x="107" y="74"/>
                  </a:lnTo>
                  <a:lnTo>
                    <a:pt x="89" y="98"/>
                  </a:lnTo>
                  <a:lnTo>
                    <a:pt x="72" y="125"/>
                  </a:lnTo>
                  <a:lnTo>
                    <a:pt x="55" y="156"/>
                  </a:lnTo>
                  <a:lnTo>
                    <a:pt x="41" y="188"/>
                  </a:lnTo>
                  <a:lnTo>
                    <a:pt x="29" y="222"/>
                  </a:lnTo>
                  <a:lnTo>
                    <a:pt x="18" y="261"/>
                  </a:lnTo>
                  <a:lnTo>
                    <a:pt x="10" y="299"/>
                  </a:lnTo>
                  <a:lnTo>
                    <a:pt x="4" y="339"/>
                  </a:lnTo>
                  <a:lnTo>
                    <a:pt x="1" y="382"/>
                  </a:lnTo>
                  <a:lnTo>
                    <a:pt x="0" y="424"/>
                  </a:lnTo>
                  <a:lnTo>
                    <a:pt x="11" y="424"/>
                  </a:lnTo>
                  <a:lnTo>
                    <a:pt x="13" y="382"/>
                  </a:lnTo>
                  <a:lnTo>
                    <a:pt x="16" y="341"/>
                  </a:lnTo>
                  <a:lnTo>
                    <a:pt x="22" y="301"/>
                  </a:lnTo>
                  <a:lnTo>
                    <a:pt x="30" y="264"/>
                  </a:lnTo>
                  <a:lnTo>
                    <a:pt x="41" y="227"/>
                  </a:lnTo>
                  <a:lnTo>
                    <a:pt x="52" y="193"/>
                  </a:lnTo>
                  <a:lnTo>
                    <a:pt x="66" y="160"/>
                  </a:lnTo>
                  <a:lnTo>
                    <a:pt x="82" y="132"/>
                  </a:lnTo>
                  <a:lnTo>
                    <a:pt x="98" y="105"/>
                  </a:lnTo>
                  <a:lnTo>
                    <a:pt x="117" y="81"/>
                  </a:lnTo>
                  <a:lnTo>
                    <a:pt x="137" y="61"/>
                  </a:lnTo>
                  <a:lnTo>
                    <a:pt x="157" y="43"/>
                  </a:lnTo>
                  <a:lnTo>
                    <a:pt x="178" y="30"/>
                  </a:lnTo>
                  <a:lnTo>
                    <a:pt x="200" y="20"/>
                  </a:lnTo>
                  <a:lnTo>
                    <a:pt x="222" y="14"/>
                  </a:lnTo>
                  <a:lnTo>
                    <a:pt x="246" y="11"/>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1910" name="Freeform 68"/>
            <p:cNvSpPr>
              <a:spLocks/>
            </p:cNvSpPr>
            <p:nvPr/>
          </p:nvSpPr>
          <p:spPr bwMode="auto">
            <a:xfrm>
              <a:off x="1552" y="1751"/>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1" y="339"/>
                  </a:lnTo>
                  <a:lnTo>
                    <a:pt x="235" y="299"/>
                  </a:lnTo>
                  <a:lnTo>
                    <a:pt x="226" y="261"/>
                  </a:lnTo>
                  <a:lnTo>
                    <a:pt x="216" y="223"/>
                  </a:lnTo>
                  <a:lnTo>
                    <a:pt x="204" y="189"/>
                  </a:lnTo>
                  <a:lnTo>
                    <a:pt x="190" y="156"/>
                  </a:lnTo>
                  <a:lnTo>
                    <a:pt x="174" y="125"/>
                  </a:lnTo>
                  <a:lnTo>
                    <a:pt x="156" y="98"/>
                  </a:lnTo>
                  <a:lnTo>
                    <a:pt x="137" y="74"/>
                  </a:lnTo>
                  <a:lnTo>
                    <a:pt x="119" y="52"/>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8" y="81"/>
                  </a:lnTo>
                  <a:lnTo>
                    <a:pt x="147" y="105"/>
                  </a:lnTo>
                  <a:lnTo>
                    <a:pt x="164" y="132"/>
                  </a:lnTo>
                  <a:lnTo>
                    <a:pt x="178" y="161"/>
                  </a:lnTo>
                  <a:lnTo>
                    <a:pt x="193" y="193"/>
                  </a:lnTo>
                  <a:lnTo>
                    <a:pt x="204" y="227"/>
                  </a:lnTo>
                  <a:lnTo>
                    <a:pt x="215" y="264"/>
                  </a:lnTo>
                  <a:lnTo>
                    <a:pt x="223" y="301"/>
                  </a:lnTo>
                  <a:lnTo>
                    <a:pt x="229" y="341"/>
                  </a:lnTo>
                  <a:lnTo>
                    <a:pt x="232" y="382"/>
                  </a:lnTo>
                  <a:lnTo>
                    <a:pt x="234"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1911" name="Freeform 69"/>
            <p:cNvSpPr>
              <a:spLocks/>
            </p:cNvSpPr>
            <p:nvPr/>
          </p:nvSpPr>
          <p:spPr bwMode="auto">
            <a:xfrm>
              <a:off x="1552" y="1836"/>
              <a:ext cx="49" cy="85"/>
            </a:xfrm>
            <a:custGeom>
              <a:avLst/>
              <a:gdLst>
                <a:gd name="T0" fmla="*/ 0 w 245"/>
                <a:gd name="T1" fmla="*/ 3 h 425"/>
                <a:gd name="T2" fmla="*/ 0 w 245"/>
                <a:gd name="T3" fmla="*/ 3 h 425"/>
                <a:gd name="T4" fmla="*/ 0 w 245"/>
                <a:gd name="T5" fmla="*/ 3 h 425"/>
                <a:gd name="T6" fmla="*/ 0 w 245"/>
                <a:gd name="T7" fmla="*/ 3 h 425"/>
                <a:gd name="T8" fmla="*/ 1 w 245"/>
                <a:gd name="T9" fmla="*/ 3 h 425"/>
                <a:gd name="T10" fmla="*/ 1 w 245"/>
                <a:gd name="T11" fmla="*/ 3 h 425"/>
                <a:gd name="T12" fmla="*/ 1 w 245"/>
                <a:gd name="T13" fmla="*/ 3 h 425"/>
                <a:gd name="T14" fmla="*/ 1 w 245"/>
                <a:gd name="T15" fmla="*/ 3 h 425"/>
                <a:gd name="T16" fmla="*/ 1 w 245"/>
                <a:gd name="T17" fmla="*/ 3 h 425"/>
                <a:gd name="T18" fmla="*/ 1 w 245"/>
                <a:gd name="T19" fmla="*/ 2 h 425"/>
                <a:gd name="T20" fmla="*/ 2 w 245"/>
                <a:gd name="T21" fmla="*/ 2 h 425"/>
                <a:gd name="T22" fmla="*/ 2 w 245"/>
                <a:gd name="T23" fmla="*/ 2 h 425"/>
                <a:gd name="T24" fmla="*/ 2 w 245"/>
                <a:gd name="T25" fmla="*/ 2 h 425"/>
                <a:gd name="T26" fmla="*/ 2 w 245"/>
                <a:gd name="T27" fmla="*/ 1 h 425"/>
                <a:gd name="T28" fmla="*/ 2 w 245"/>
                <a:gd name="T29" fmla="*/ 1 h 425"/>
                <a:gd name="T30" fmla="*/ 2 w 245"/>
                <a:gd name="T31" fmla="*/ 1 h 425"/>
                <a:gd name="T32" fmla="*/ 2 w 245"/>
                <a:gd name="T33" fmla="*/ 0 h 425"/>
                <a:gd name="T34" fmla="*/ 2 w 245"/>
                <a:gd name="T35" fmla="*/ 0 h 425"/>
                <a:gd name="T36" fmla="*/ 2 w 245"/>
                <a:gd name="T37" fmla="*/ 0 h 425"/>
                <a:gd name="T38" fmla="*/ 2 w 245"/>
                <a:gd name="T39" fmla="*/ 0 h 425"/>
                <a:gd name="T40" fmla="*/ 2 w 245"/>
                <a:gd name="T41" fmla="*/ 1 h 425"/>
                <a:gd name="T42" fmla="*/ 2 w 245"/>
                <a:gd name="T43" fmla="*/ 1 h 425"/>
                <a:gd name="T44" fmla="*/ 2 w 245"/>
                <a:gd name="T45" fmla="*/ 1 h 425"/>
                <a:gd name="T46" fmla="*/ 2 w 245"/>
                <a:gd name="T47" fmla="*/ 2 h 425"/>
                <a:gd name="T48" fmla="*/ 2 w 245"/>
                <a:gd name="T49" fmla="*/ 2 h 425"/>
                <a:gd name="T50" fmla="*/ 1 w 245"/>
                <a:gd name="T51" fmla="*/ 2 h 425"/>
                <a:gd name="T52" fmla="*/ 1 w 245"/>
                <a:gd name="T53" fmla="*/ 2 h 425"/>
                <a:gd name="T54" fmla="*/ 1 w 245"/>
                <a:gd name="T55" fmla="*/ 3 h 425"/>
                <a:gd name="T56" fmla="*/ 1 w 245"/>
                <a:gd name="T57" fmla="*/ 3 h 425"/>
                <a:gd name="T58" fmla="*/ 1 w 245"/>
                <a:gd name="T59" fmla="*/ 3 h 425"/>
                <a:gd name="T60" fmla="*/ 1 w 245"/>
                <a:gd name="T61" fmla="*/ 3 h 425"/>
                <a:gd name="T62" fmla="*/ 1 w 245"/>
                <a:gd name="T63" fmla="*/ 3 h 425"/>
                <a:gd name="T64" fmla="*/ 0 w 245"/>
                <a:gd name="T65" fmla="*/ 3 h 425"/>
                <a:gd name="T66" fmla="*/ 0 w 245"/>
                <a:gd name="T67" fmla="*/ 3 h 425"/>
                <a:gd name="T68" fmla="*/ 0 w 245"/>
                <a:gd name="T69" fmla="*/ 3 h 425"/>
                <a:gd name="T70" fmla="*/ 0 w 245"/>
                <a:gd name="T71" fmla="*/ 3 h 425"/>
                <a:gd name="T72" fmla="*/ 0 w 245"/>
                <a:gd name="T73" fmla="*/ 3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5"/>
                <a:gd name="T113" fmla="*/ 245 w 245"/>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5">
                  <a:moveTo>
                    <a:pt x="0" y="425"/>
                  </a:moveTo>
                  <a:lnTo>
                    <a:pt x="0" y="425"/>
                  </a:lnTo>
                  <a:lnTo>
                    <a:pt x="26" y="422"/>
                  </a:lnTo>
                  <a:lnTo>
                    <a:pt x="51" y="417"/>
                  </a:lnTo>
                  <a:lnTo>
                    <a:pt x="74" y="406"/>
                  </a:lnTo>
                  <a:lnTo>
                    <a:pt x="96" y="391"/>
                  </a:lnTo>
                  <a:lnTo>
                    <a:pt x="119" y="373"/>
                  </a:lnTo>
                  <a:lnTo>
                    <a:pt x="137" y="351"/>
                  </a:lnTo>
                  <a:lnTo>
                    <a:pt x="156" y="326"/>
                  </a:lnTo>
                  <a:lnTo>
                    <a:pt x="174" y="299"/>
                  </a:lnTo>
                  <a:lnTo>
                    <a:pt x="190" y="269"/>
                  </a:lnTo>
                  <a:lnTo>
                    <a:pt x="204" y="236"/>
                  </a:lnTo>
                  <a:lnTo>
                    <a:pt x="216" y="202"/>
                  </a:lnTo>
                  <a:lnTo>
                    <a:pt x="226" y="163"/>
                  </a:lnTo>
                  <a:lnTo>
                    <a:pt x="235" y="126"/>
                  </a:lnTo>
                  <a:lnTo>
                    <a:pt x="241" y="86"/>
                  </a:lnTo>
                  <a:lnTo>
                    <a:pt x="244" y="43"/>
                  </a:lnTo>
                  <a:lnTo>
                    <a:pt x="245" y="0"/>
                  </a:lnTo>
                  <a:lnTo>
                    <a:pt x="234" y="0"/>
                  </a:lnTo>
                  <a:lnTo>
                    <a:pt x="232" y="43"/>
                  </a:lnTo>
                  <a:lnTo>
                    <a:pt x="229" y="84"/>
                  </a:lnTo>
                  <a:lnTo>
                    <a:pt x="223" y="123"/>
                  </a:lnTo>
                  <a:lnTo>
                    <a:pt x="215" y="161"/>
                  </a:lnTo>
                  <a:lnTo>
                    <a:pt x="204" y="197"/>
                  </a:lnTo>
                  <a:lnTo>
                    <a:pt x="193" y="231"/>
                  </a:lnTo>
                  <a:lnTo>
                    <a:pt x="178" y="264"/>
                  </a:lnTo>
                  <a:lnTo>
                    <a:pt x="164" y="292"/>
                  </a:lnTo>
                  <a:lnTo>
                    <a:pt x="147" y="319"/>
                  </a:lnTo>
                  <a:lnTo>
                    <a:pt x="128" y="344"/>
                  </a:lnTo>
                  <a:lnTo>
                    <a:pt x="109" y="364"/>
                  </a:lnTo>
                  <a:lnTo>
                    <a:pt x="89" y="381"/>
                  </a:lnTo>
                  <a:lnTo>
                    <a:pt x="67" y="394"/>
                  </a:lnTo>
                  <a:lnTo>
                    <a:pt x="46" y="405"/>
                  </a:lnTo>
                  <a:lnTo>
                    <a:pt x="24" y="411"/>
                  </a:lnTo>
                  <a:lnTo>
                    <a:pt x="0" y="413"/>
                  </a:lnTo>
                  <a:lnTo>
                    <a:pt x="0" y="425"/>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1912" name="Freeform 70"/>
            <p:cNvSpPr>
              <a:spLocks/>
            </p:cNvSpPr>
            <p:nvPr/>
          </p:nvSpPr>
          <p:spPr bwMode="auto">
            <a:xfrm>
              <a:off x="1502" y="1836"/>
              <a:ext cx="50" cy="85"/>
            </a:xfrm>
            <a:custGeom>
              <a:avLst/>
              <a:gdLst>
                <a:gd name="T0" fmla="*/ 0 w 246"/>
                <a:gd name="T1" fmla="*/ 0 h 425"/>
                <a:gd name="T2" fmla="*/ 0 w 246"/>
                <a:gd name="T3" fmla="*/ 0 h 425"/>
                <a:gd name="T4" fmla="*/ 0 w 246"/>
                <a:gd name="T5" fmla="*/ 0 h 425"/>
                <a:gd name="T6" fmla="*/ 0 w 246"/>
                <a:gd name="T7" fmla="*/ 1 h 425"/>
                <a:gd name="T8" fmla="*/ 0 w 246"/>
                <a:gd name="T9" fmla="*/ 1 h 425"/>
                <a:gd name="T10" fmla="*/ 0 w 246"/>
                <a:gd name="T11" fmla="*/ 1 h 425"/>
                <a:gd name="T12" fmla="*/ 0 w 246"/>
                <a:gd name="T13" fmla="*/ 2 h 425"/>
                <a:gd name="T14" fmla="*/ 0 w 246"/>
                <a:gd name="T15" fmla="*/ 2 h 425"/>
                <a:gd name="T16" fmla="*/ 0 w 246"/>
                <a:gd name="T17" fmla="*/ 2 h 425"/>
                <a:gd name="T18" fmla="*/ 1 w 246"/>
                <a:gd name="T19" fmla="*/ 2 h 425"/>
                <a:gd name="T20" fmla="*/ 1 w 246"/>
                <a:gd name="T21" fmla="*/ 3 h 425"/>
                <a:gd name="T22" fmla="*/ 1 w 246"/>
                <a:gd name="T23" fmla="*/ 3 h 425"/>
                <a:gd name="T24" fmla="*/ 1 w 246"/>
                <a:gd name="T25" fmla="*/ 3 h 425"/>
                <a:gd name="T26" fmla="*/ 1 w 246"/>
                <a:gd name="T27" fmla="*/ 3 h 425"/>
                <a:gd name="T28" fmla="*/ 1 w 246"/>
                <a:gd name="T29" fmla="*/ 3 h 425"/>
                <a:gd name="T30" fmla="*/ 2 w 246"/>
                <a:gd name="T31" fmla="*/ 3 h 425"/>
                <a:gd name="T32" fmla="*/ 2 w 246"/>
                <a:gd name="T33" fmla="*/ 3 h 425"/>
                <a:gd name="T34" fmla="*/ 2 w 246"/>
                <a:gd name="T35" fmla="*/ 3 h 425"/>
                <a:gd name="T36" fmla="*/ 2 w 246"/>
                <a:gd name="T37" fmla="*/ 3 h 425"/>
                <a:gd name="T38" fmla="*/ 2 w 246"/>
                <a:gd name="T39" fmla="*/ 3 h 425"/>
                <a:gd name="T40" fmla="*/ 2 w 246"/>
                <a:gd name="T41" fmla="*/ 3 h 425"/>
                <a:gd name="T42" fmla="*/ 1 w 246"/>
                <a:gd name="T43" fmla="*/ 3 h 425"/>
                <a:gd name="T44" fmla="*/ 1 w 246"/>
                <a:gd name="T45" fmla="*/ 3 h 425"/>
                <a:gd name="T46" fmla="*/ 1 w 246"/>
                <a:gd name="T47" fmla="*/ 3 h 425"/>
                <a:gd name="T48" fmla="*/ 1 w 246"/>
                <a:gd name="T49" fmla="*/ 3 h 425"/>
                <a:gd name="T50" fmla="*/ 1 w 246"/>
                <a:gd name="T51" fmla="*/ 3 h 425"/>
                <a:gd name="T52" fmla="*/ 1 w 246"/>
                <a:gd name="T53" fmla="*/ 2 h 425"/>
                <a:gd name="T54" fmla="*/ 1 w 246"/>
                <a:gd name="T55" fmla="*/ 2 h 425"/>
                <a:gd name="T56" fmla="*/ 0 w 246"/>
                <a:gd name="T57" fmla="*/ 2 h 425"/>
                <a:gd name="T58" fmla="*/ 0 w 246"/>
                <a:gd name="T59" fmla="*/ 2 h 425"/>
                <a:gd name="T60" fmla="*/ 0 w 246"/>
                <a:gd name="T61" fmla="*/ 1 h 425"/>
                <a:gd name="T62" fmla="*/ 0 w 246"/>
                <a:gd name="T63" fmla="*/ 1 h 425"/>
                <a:gd name="T64" fmla="*/ 0 w 246"/>
                <a:gd name="T65" fmla="*/ 1 h 425"/>
                <a:gd name="T66" fmla="*/ 0 w 246"/>
                <a:gd name="T67" fmla="*/ 0 h 425"/>
                <a:gd name="T68" fmla="*/ 0 w 246"/>
                <a:gd name="T69" fmla="*/ 0 h 425"/>
                <a:gd name="T70" fmla="*/ 0 w 246"/>
                <a:gd name="T71" fmla="*/ 0 h 425"/>
                <a:gd name="T72" fmla="*/ 0 w 246"/>
                <a:gd name="T73" fmla="*/ 0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5"/>
                <a:gd name="T113" fmla="*/ 246 w 246"/>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5">
                  <a:moveTo>
                    <a:pt x="0" y="0"/>
                  </a:moveTo>
                  <a:lnTo>
                    <a:pt x="0" y="0"/>
                  </a:lnTo>
                  <a:lnTo>
                    <a:pt x="2" y="43"/>
                  </a:lnTo>
                  <a:lnTo>
                    <a:pt x="5" y="86"/>
                  </a:lnTo>
                  <a:lnTo>
                    <a:pt x="11" y="126"/>
                  </a:lnTo>
                  <a:lnTo>
                    <a:pt x="19" y="163"/>
                  </a:lnTo>
                  <a:lnTo>
                    <a:pt x="30" y="202"/>
                  </a:lnTo>
                  <a:lnTo>
                    <a:pt x="41" y="236"/>
                  </a:lnTo>
                  <a:lnTo>
                    <a:pt x="55" y="269"/>
                  </a:lnTo>
                  <a:lnTo>
                    <a:pt x="73" y="299"/>
                  </a:lnTo>
                  <a:lnTo>
                    <a:pt x="89" y="326"/>
                  </a:lnTo>
                  <a:lnTo>
                    <a:pt x="108" y="351"/>
                  </a:lnTo>
                  <a:lnTo>
                    <a:pt x="128" y="373"/>
                  </a:lnTo>
                  <a:lnTo>
                    <a:pt x="150" y="391"/>
                  </a:lnTo>
                  <a:lnTo>
                    <a:pt x="171" y="406"/>
                  </a:lnTo>
                  <a:lnTo>
                    <a:pt x="196" y="417"/>
                  </a:lnTo>
                  <a:lnTo>
                    <a:pt x="221" y="422"/>
                  </a:lnTo>
                  <a:lnTo>
                    <a:pt x="246" y="425"/>
                  </a:lnTo>
                  <a:lnTo>
                    <a:pt x="246" y="413"/>
                  </a:lnTo>
                  <a:lnTo>
                    <a:pt x="223" y="411"/>
                  </a:lnTo>
                  <a:lnTo>
                    <a:pt x="201" y="405"/>
                  </a:lnTo>
                  <a:lnTo>
                    <a:pt x="178" y="394"/>
                  </a:lnTo>
                  <a:lnTo>
                    <a:pt x="157" y="381"/>
                  </a:lnTo>
                  <a:lnTo>
                    <a:pt x="137" y="364"/>
                  </a:lnTo>
                  <a:lnTo>
                    <a:pt x="117" y="344"/>
                  </a:lnTo>
                  <a:lnTo>
                    <a:pt x="99" y="319"/>
                  </a:lnTo>
                  <a:lnTo>
                    <a:pt x="82" y="292"/>
                  </a:lnTo>
                  <a:lnTo>
                    <a:pt x="67" y="264"/>
                  </a:lnTo>
                  <a:lnTo>
                    <a:pt x="53" y="231"/>
                  </a:lnTo>
                  <a:lnTo>
                    <a:pt x="41" y="197"/>
                  </a:lnTo>
                  <a:lnTo>
                    <a:pt x="31" y="161"/>
                  </a:lnTo>
                  <a:lnTo>
                    <a:pt x="23" y="123"/>
                  </a:lnTo>
                  <a:lnTo>
                    <a:pt x="17" y="84"/>
                  </a:lnTo>
                  <a:lnTo>
                    <a:pt x="13" y="4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1913" name="Freeform 71"/>
            <p:cNvSpPr>
              <a:spLocks/>
            </p:cNvSpPr>
            <p:nvPr/>
          </p:nvSpPr>
          <p:spPr bwMode="auto">
            <a:xfrm>
              <a:off x="1502" y="1751"/>
              <a:ext cx="50" cy="85"/>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2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1" y="2"/>
                  </a:lnTo>
                  <a:lnTo>
                    <a:pt x="196" y="8"/>
                  </a:lnTo>
                  <a:lnTo>
                    <a:pt x="171" y="19"/>
                  </a:lnTo>
                  <a:lnTo>
                    <a:pt x="150" y="34"/>
                  </a:lnTo>
                  <a:lnTo>
                    <a:pt x="128" y="52"/>
                  </a:lnTo>
                  <a:lnTo>
                    <a:pt x="108" y="74"/>
                  </a:lnTo>
                  <a:lnTo>
                    <a:pt x="89" y="98"/>
                  </a:lnTo>
                  <a:lnTo>
                    <a:pt x="73" y="125"/>
                  </a:lnTo>
                  <a:lnTo>
                    <a:pt x="55" y="156"/>
                  </a:lnTo>
                  <a:lnTo>
                    <a:pt x="41" y="189"/>
                  </a:lnTo>
                  <a:lnTo>
                    <a:pt x="30" y="223"/>
                  </a:lnTo>
                  <a:lnTo>
                    <a:pt x="19" y="261"/>
                  </a:lnTo>
                  <a:lnTo>
                    <a:pt x="11" y="299"/>
                  </a:lnTo>
                  <a:lnTo>
                    <a:pt x="5" y="339"/>
                  </a:lnTo>
                  <a:lnTo>
                    <a:pt x="2" y="382"/>
                  </a:lnTo>
                  <a:lnTo>
                    <a:pt x="0" y="424"/>
                  </a:lnTo>
                  <a:lnTo>
                    <a:pt x="12" y="424"/>
                  </a:lnTo>
                  <a:lnTo>
                    <a:pt x="13" y="382"/>
                  </a:lnTo>
                  <a:lnTo>
                    <a:pt x="17" y="341"/>
                  </a:lnTo>
                  <a:lnTo>
                    <a:pt x="23" y="301"/>
                  </a:lnTo>
                  <a:lnTo>
                    <a:pt x="31" y="264"/>
                  </a:lnTo>
                  <a:lnTo>
                    <a:pt x="41" y="227"/>
                  </a:lnTo>
                  <a:lnTo>
                    <a:pt x="53" y="193"/>
                  </a:lnTo>
                  <a:lnTo>
                    <a:pt x="67" y="161"/>
                  </a:lnTo>
                  <a:lnTo>
                    <a:pt x="82" y="132"/>
                  </a:lnTo>
                  <a:lnTo>
                    <a:pt x="99" y="105"/>
                  </a:lnTo>
                  <a:lnTo>
                    <a:pt x="117" y="81"/>
                  </a:lnTo>
                  <a:lnTo>
                    <a:pt x="137" y="61"/>
                  </a:lnTo>
                  <a:lnTo>
                    <a:pt x="157" y="43"/>
                  </a:lnTo>
                  <a:lnTo>
                    <a:pt x="178" y="30"/>
                  </a:lnTo>
                  <a:lnTo>
                    <a:pt x="201" y="20"/>
                  </a:lnTo>
                  <a:lnTo>
                    <a:pt x="223" y="14"/>
                  </a:lnTo>
                  <a:lnTo>
                    <a:pt x="246" y="12"/>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1914" name="Freeform 72"/>
            <p:cNvSpPr>
              <a:spLocks/>
            </p:cNvSpPr>
            <p:nvPr/>
          </p:nvSpPr>
          <p:spPr bwMode="auto">
            <a:xfrm>
              <a:off x="1565" y="2016"/>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0" y="339"/>
                  </a:lnTo>
                  <a:lnTo>
                    <a:pt x="234" y="299"/>
                  </a:lnTo>
                  <a:lnTo>
                    <a:pt x="226" y="261"/>
                  </a:lnTo>
                  <a:lnTo>
                    <a:pt x="216" y="223"/>
                  </a:lnTo>
                  <a:lnTo>
                    <a:pt x="204" y="189"/>
                  </a:lnTo>
                  <a:lnTo>
                    <a:pt x="190" y="156"/>
                  </a:lnTo>
                  <a:lnTo>
                    <a:pt x="174" y="125"/>
                  </a:lnTo>
                  <a:lnTo>
                    <a:pt x="156" y="98"/>
                  </a:lnTo>
                  <a:lnTo>
                    <a:pt x="138" y="74"/>
                  </a:lnTo>
                  <a:lnTo>
                    <a:pt x="118" y="51"/>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9" y="81"/>
                  </a:lnTo>
                  <a:lnTo>
                    <a:pt x="147" y="105"/>
                  </a:lnTo>
                  <a:lnTo>
                    <a:pt x="164" y="132"/>
                  </a:lnTo>
                  <a:lnTo>
                    <a:pt x="178" y="160"/>
                  </a:lnTo>
                  <a:lnTo>
                    <a:pt x="192" y="193"/>
                  </a:lnTo>
                  <a:lnTo>
                    <a:pt x="204" y="227"/>
                  </a:lnTo>
                  <a:lnTo>
                    <a:pt x="215" y="264"/>
                  </a:lnTo>
                  <a:lnTo>
                    <a:pt x="223" y="301"/>
                  </a:lnTo>
                  <a:lnTo>
                    <a:pt x="229"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1915" name="Freeform 73"/>
            <p:cNvSpPr>
              <a:spLocks/>
            </p:cNvSpPr>
            <p:nvPr/>
          </p:nvSpPr>
          <p:spPr bwMode="auto">
            <a:xfrm>
              <a:off x="1565" y="2101"/>
              <a:ext cx="49" cy="85"/>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6" y="423"/>
                  </a:lnTo>
                  <a:lnTo>
                    <a:pt x="51" y="418"/>
                  </a:lnTo>
                  <a:lnTo>
                    <a:pt x="74" y="407"/>
                  </a:lnTo>
                  <a:lnTo>
                    <a:pt x="96" y="392"/>
                  </a:lnTo>
                  <a:lnTo>
                    <a:pt x="118" y="373"/>
                  </a:lnTo>
                  <a:lnTo>
                    <a:pt x="138" y="351"/>
                  </a:lnTo>
                  <a:lnTo>
                    <a:pt x="156" y="327"/>
                  </a:lnTo>
                  <a:lnTo>
                    <a:pt x="175" y="299"/>
                  </a:lnTo>
                  <a:lnTo>
                    <a:pt x="190" y="269"/>
                  </a:lnTo>
                  <a:lnTo>
                    <a:pt x="204" y="236"/>
                  </a:lnTo>
                  <a:lnTo>
                    <a:pt x="216" y="202"/>
                  </a:lnTo>
                  <a:lnTo>
                    <a:pt x="226" y="164"/>
                  </a:lnTo>
                  <a:lnTo>
                    <a:pt x="234" y="126"/>
                  </a:lnTo>
                  <a:lnTo>
                    <a:pt x="240" y="86"/>
                  </a:lnTo>
                  <a:lnTo>
                    <a:pt x="244" y="42"/>
                  </a:lnTo>
                  <a:lnTo>
                    <a:pt x="245" y="0"/>
                  </a:lnTo>
                  <a:lnTo>
                    <a:pt x="233" y="0"/>
                  </a:lnTo>
                  <a:lnTo>
                    <a:pt x="232" y="42"/>
                  </a:lnTo>
                  <a:lnTo>
                    <a:pt x="229" y="83"/>
                  </a:lnTo>
                  <a:lnTo>
                    <a:pt x="223" y="123"/>
                  </a:lnTo>
                  <a:lnTo>
                    <a:pt x="215" y="162"/>
                  </a:lnTo>
                  <a:lnTo>
                    <a:pt x="204" y="197"/>
                  </a:lnTo>
                  <a:lnTo>
                    <a:pt x="192" y="231"/>
                  </a:lnTo>
                  <a:lnTo>
                    <a:pt x="178" y="264"/>
                  </a:lnTo>
                  <a:lnTo>
                    <a:pt x="163" y="292"/>
                  </a:lnTo>
                  <a:lnTo>
                    <a:pt x="147" y="320"/>
                  </a:lnTo>
                  <a:lnTo>
                    <a:pt x="129" y="344"/>
                  </a:lnTo>
                  <a:lnTo>
                    <a:pt x="109" y="364"/>
                  </a:lnTo>
                  <a:lnTo>
                    <a:pt x="89" y="382"/>
                  </a:lnTo>
                  <a:lnTo>
                    <a:pt x="67" y="395"/>
                  </a:lnTo>
                  <a:lnTo>
                    <a:pt x="46" y="406"/>
                  </a:lnTo>
                  <a:lnTo>
                    <a:pt x="24"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1916" name="Freeform 74"/>
            <p:cNvSpPr>
              <a:spLocks/>
            </p:cNvSpPr>
            <p:nvPr/>
          </p:nvSpPr>
          <p:spPr bwMode="auto">
            <a:xfrm>
              <a:off x="1516" y="2101"/>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5" y="86"/>
                  </a:lnTo>
                  <a:lnTo>
                    <a:pt x="11" y="126"/>
                  </a:lnTo>
                  <a:lnTo>
                    <a:pt x="19" y="164"/>
                  </a:lnTo>
                  <a:lnTo>
                    <a:pt x="30" y="202"/>
                  </a:lnTo>
                  <a:lnTo>
                    <a:pt x="41" y="236"/>
                  </a:lnTo>
                  <a:lnTo>
                    <a:pt x="55" y="269"/>
                  </a:lnTo>
                  <a:lnTo>
                    <a:pt x="71" y="299"/>
                  </a:lnTo>
                  <a:lnTo>
                    <a:pt x="89" y="327"/>
                  </a:lnTo>
                  <a:lnTo>
                    <a:pt x="107" y="351"/>
                  </a:lnTo>
                  <a:lnTo>
                    <a:pt x="127" y="373"/>
                  </a:lnTo>
                  <a:lnTo>
                    <a:pt x="149" y="392"/>
                  </a:lnTo>
                  <a:lnTo>
                    <a:pt x="171" y="407"/>
                  </a:lnTo>
                  <a:lnTo>
                    <a:pt x="195" y="418"/>
                  </a:lnTo>
                  <a:lnTo>
                    <a:pt x="219" y="423"/>
                  </a:lnTo>
                  <a:lnTo>
                    <a:pt x="245" y="426"/>
                  </a:lnTo>
                  <a:lnTo>
                    <a:pt x="245" y="414"/>
                  </a:lnTo>
                  <a:lnTo>
                    <a:pt x="222" y="412"/>
                  </a:lnTo>
                  <a:lnTo>
                    <a:pt x="199" y="406"/>
                  </a:lnTo>
                  <a:lnTo>
                    <a:pt x="178" y="395"/>
                  </a:lnTo>
                  <a:lnTo>
                    <a:pt x="156" y="382"/>
                  </a:lnTo>
                  <a:lnTo>
                    <a:pt x="136" y="364"/>
                  </a:lnTo>
                  <a:lnTo>
                    <a:pt x="116" y="344"/>
                  </a:lnTo>
                  <a:lnTo>
                    <a:pt x="99" y="320"/>
                  </a:lnTo>
                  <a:lnTo>
                    <a:pt x="82" y="292"/>
                  </a:lnTo>
                  <a:lnTo>
                    <a:pt x="67" y="264"/>
                  </a:lnTo>
                  <a:lnTo>
                    <a:pt x="53" y="231"/>
                  </a:lnTo>
                  <a:lnTo>
                    <a:pt x="41" y="197"/>
                  </a:lnTo>
                  <a:lnTo>
                    <a:pt x="31" y="162"/>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1917" name="Freeform 75"/>
            <p:cNvSpPr>
              <a:spLocks/>
            </p:cNvSpPr>
            <p:nvPr/>
          </p:nvSpPr>
          <p:spPr bwMode="auto">
            <a:xfrm>
              <a:off x="1516" y="2016"/>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5" y="8"/>
                  </a:lnTo>
                  <a:lnTo>
                    <a:pt x="171" y="19"/>
                  </a:lnTo>
                  <a:lnTo>
                    <a:pt x="149" y="34"/>
                  </a:lnTo>
                  <a:lnTo>
                    <a:pt x="127" y="51"/>
                  </a:lnTo>
                  <a:lnTo>
                    <a:pt x="107" y="74"/>
                  </a:lnTo>
                  <a:lnTo>
                    <a:pt x="89" y="98"/>
                  </a:lnTo>
                  <a:lnTo>
                    <a:pt x="72" y="125"/>
                  </a:lnTo>
                  <a:lnTo>
                    <a:pt x="55" y="156"/>
                  </a:lnTo>
                  <a:lnTo>
                    <a:pt x="41" y="189"/>
                  </a:lnTo>
                  <a:lnTo>
                    <a:pt x="30" y="223"/>
                  </a:lnTo>
                  <a:lnTo>
                    <a:pt x="19" y="261"/>
                  </a:lnTo>
                  <a:lnTo>
                    <a:pt x="11" y="299"/>
                  </a:lnTo>
                  <a:lnTo>
                    <a:pt x="5" y="339"/>
                  </a:lnTo>
                  <a:lnTo>
                    <a:pt x="1" y="382"/>
                  </a:lnTo>
                  <a:lnTo>
                    <a:pt x="0" y="424"/>
                  </a:lnTo>
                  <a:lnTo>
                    <a:pt x="12" y="424"/>
                  </a:lnTo>
                  <a:lnTo>
                    <a:pt x="13" y="382"/>
                  </a:lnTo>
                  <a:lnTo>
                    <a:pt x="17" y="341"/>
                  </a:lnTo>
                  <a:lnTo>
                    <a:pt x="23" y="301"/>
                  </a:lnTo>
                  <a:lnTo>
                    <a:pt x="31" y="264"/>
                  </a:lnTo>
                  <a:lnTo>
                    <a:pt x="41" y="227"/>
                  </a:lnTo>
                  <a:lnTo>
                    <a:pt x="53" y="193"/>
                  </a:lnTo>
                  <a:lnTo>
                    <a:pt x="67" y="160"/>
                  </a:lnTo>
                  <a:lnTo>
                    <a:pt x="81" y="132"/>
                  </a:lnTo>
                  <a:lnTo>
                    <a:pt x="99" y="105"/>
                  </a:lnTo>
                  <a:lnTo>
                    <a:pt x="116" y="81"/>
                  </a:lnTo>
                  <a:lnTo>
                    <a:pt x="136" y="61"/>
                  </a:lnTo>
                  <a:lnTo>
                    <a:pt x="156" y="43"/>
                  </a:lnTo>
                  <a:lnTo>
                    <a:pt x="178" y="30"/>
                  </a:lnTo>
                  <a:lnTo>
                    <a:pt x="199" y="20"/>
                  </a:lnTo>
                  <a:lnTo>
                    <a:pt x="222"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sp>
        <p:nvSpPr>
          <p:cNvPr id="121864" name="Rectangle 77"/>
          <p:cNvSpPr>
            <a:spLocks noChangeArrowheads="1"/>
          </p:cNvSpPr>
          <p:nvPr/>
        </p:nvSpPr>
        <p:spPr bwMode="auto">
          <a:xfrm>
            <a:off x="611188" y="0"/>
            <a:ext cx="6388100" cy="6477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3000"/>
              <a:t>Sem. 2 - Mercredi</a:t>
            </a:r>
          </a:p>
        </p:txBody>
      </p:sp>
      <p:sp>
        <p:nvSpPr>
          <p:cNvPr id="121865" name="Text Box 78"/>
          <p:cNvSpPr txBox="1">
            <a:spLocks noChangeArrowheads="1"/>
          </p:cNvSpPr>
          <p:nvPr/>
        </p:nvSpPr>
        <p:spPr bwMode="auto">
          <a:xfrm>
            <a:off x="566738" y="2697163"/>
            <a:ext cx="3217862"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2. Pas de commandes</a:t>
            </a:r>
          </a:p>
        </p:txBody>
      </p:sp>
      <p:sp>
        <p:nvSpPr>
          <p:cNvPr id="121866" name="Text Box 79"/>
          <p:cNvSpPr txBox="1">
            <a:spLocks noChangeArrowheads="1"/>
          </p:cNvSpPr>
          <p:nvPr/>
        </p:nvSpPr>
        <p:spPr bwMode="auto">
          <a:xfrm>
            <a:off x="566738" y="5211763"/>
            <a:ext cx="6543675" cy="4429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eaLnBrk="1" hangingPunct="1">
              <a:spcBef>
                <a:spcPct val="0"/>
              </a:spcBef>
              <a:buFontTx/>
              <a:buNone/>
            </a:pPr>
            <a:r>
              <a:rPr lang="fr-FR" altLang="fr-FR" sz="2300"/>
              <a:t>4. Pointez la production sur votre feuille de suivi</a:t>
            </a:r>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22882" name="Group 2"/>
          <p:cNvGrpSpPr>
            <a:grpSpLocks/>
          </p:cNvGrpSpPr>
          <p:nvPr/>
        </p:nvGrpSpPr>
        <p:grpSpPr bwMode="auto">
          <a:xfrm>
            <a:off x="7073900" y="215900"/>
            <a:ext cx="1878013" cy="1250950"/>
            <a:chOff x="4456" y="136"/>
            <a:chExt cx="1183" cy="788"/>
          </a:xfrm>
        </p:grpSpPr>
        <p:grpSp>
          <p:nvGrpSpPr>
            <p:cNvPr id="122942" name="Group 3"/>
            <p:cNvGrpSpPr>
              <a:grpSpLocks/>
            </p:cNvGrpSpPr>
            <p:nvPr/>
          </p:nvGrpSpPr>
          <p:grpSpPr bwMode="auto">
            <a:xfrm>
              <a:off x="4766" y="232"/>
              <a:ext cx="873" cy="692"/>
              <a:chOff x="2185" y="310"/>
              <a:chExt cx="873" cy="692"/>
            </a:xfrm>
          </p:grpSpPr>
          <p:sp>
            <p:nvSpPr>
              <p:cNvPr id="122953" name="Freeform 4"/>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accent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2954" name="Freeform 5"/>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2955" name="Freeform 6"/>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2956" name="Freeform 7"/>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2957" name="Freeform 8"/>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2958" name="Freeform 9"/>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2959" name="Freeform 10"/>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grpSp>
          <p:nvGrpSpPr>
            <p:cNvPr id="122943" name="Group 11"/>
            <p:cNvGrpSpPr>
              <a:grpSpLocks/>
            </p:cNvGrpSpPr>
            <p:nvPr/>
          </p:nvGrpSpPr>
          <p:grpSpPr bwMode="auto">
            <a:xfrm>
              <a:off x="4949" y="336"/>
              <a:ext cx="591" cy="468"/>
              <a:chOff x="2185" y="310"/>
              <a:chExt cx="873" cy="692"/>
            </a:xfrm>
          </p:grpSpPr>
          <p:sp>
            <p:nvSpPr>
              <p:cNvPr id="122946" name="Freeform 12"/>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2947" name="Freeform 13"/>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2948" name="Freeform 14"/>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2949" name="Freeform 15"/>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2950" name="Freeform 16"/>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2951" name="Freeform 17"/>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2952" name="Freeform 18"/>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pic>
          <p:nvPicPr>
            <p:cNvPr id="122944" name="Picture 19"/>
            <p:cNvPicPr>
              <a:picLocks noChangeAspect="1" noChangeArrowheads="1"/>
            </p:cNvPicPr>
            <p:nvPr/>
          </p:nvPicPr>
          <p:blipFill>
            <a:blip r:embed="rId3" cstate="print">
              <a:extLst>
                <a:ext uri="{28A0092B-C50C-407E-A947-70E740481C1C}">
                  <a14:useLocalDpi xmlns:a14="http://schemas.microsoft.com/office/drawing/2010/main" val="0"/>
                </a:ext>
              </a:extLst>
            </a:blip>
            <a:srcRect l="-4282" t="-4369" r="-5199" b="-12012"/>
            <a:stretch>
              <a:fillRect/>
            </a:stretch>
          </p:blipFill>
          <p:spPr bwMode="auto">
            <a:xfrm>
              <a:off x="4456" y="136"/>
              <a:ext cx="480" cy="5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22945" name="Text Box 20"/>
            <p:cNvSpPr txBox="1">
              <a:spLocks noChangeArrowheads="1"/>
            </p:cNvSpPr>
            <p:nvPr/>
          </p:nvSpPr>
          <p:spPr bwMode="auto">
            <a:xfrm>
              <a:off x="4946" y="314"/>
              <a:ext cx="596" cy="49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4500" b="1">
                  <a:solidFill>
                    <a:srgbClr val="FF0000"/>
                  </a:solidFill>
                  <a:latin typeface="Arial Black" pitchFamily="34" charset="0"/>
                </a:rPr>
                <a:t>21</a:t>
              </a:r>
              <a:endParaRPr lang="fr-FR" altLang="fr-FR" sz="3200">
                <a:solidFill>
                  <a:schemeClr val="tx1"/>
                </a:solidFill>
                <a:latin typeface="Arial Black" pitchFamily="34" charset="0"/>
              </a:endParaRPr>
            </a:p>
          </p:txBody>
        </p:sp>
      </p:grpSp>
      <p:sp>
        <p:nvSpPr>
          <p:cNvPr id="122884" name="Text Box 22"/>
          <p:cNvSpPr txBox="1">
            <a:spLocks noChangeArrowheads="1"/>
          </p:cNvSpPr>
          <p:nvPr/>
        </p:nvSpPr>
        <p:spPr bwMode="auto">
          <a:xfrm>
            <a:off x="566738" y="1363663"/>
            <a:ext cx="1946275"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1. Tirez le dé</a:t>
            </a:r>
          </a:p>
        </p:txBody>
      </p:sp>
      <p:sp>
        <p:nvSpPr>
          <p:cNvPr id="122885" name="Text Box 23"/>
          <p:cNvSpPr txBox="1">
            <a:spLocks noChangeArrowheads="1"/>
          </p:cNvSpPr>
          <p:nvPr/>
        </p:nvSpPr>
        <p:spPr bwMode="auto">
          <a:xfrm>
            <a:off x="566738" y="3935413"/>
            <a:ext cx="18796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3. Produisez</a:t>
            </a:r>
          </a:p>
        </p:txBody>
      </p:sp>
      <p:grpSp>
        <p:nvGrpSpPr>
          <p:cNvPr id="122886" name="Group 24"/>
          <p:cNvGrpSpPr>
            <a:grpSpLocks/>
          </p:cNvGrpSpPr>
          <p:nvPr/>
        </p:nvGrpSpPr>
        <p:grpSpPr bwMode="auto">
          <a:xfrm>
            <a:off x="2986088" y="1306513"/>
            <a:ext cx="446087" cy="534987"/>
            <a:chOff x="868" y="1439"/>
            <a:chExt cx="811" cy="972"/>
          </a:xfrm>
        </p:grpSpPr>
        <p:sp>
          <p:nvSpPr>
            <p:cNvPr id="122891" name="Freeform 25"/>
            <p:cNvSpPr>
              <a:spLocks/>
            </p:cNvSpPr>
            <p:nvPr/>
          </p:nvSpPr>
          <p:spPr bwMode="auto">
            <a:xfrm>
              <a:off x="1548" y="2014"/>
              <a:ext cx="123" cy="100"/>
            </a:xfrm>
            <a:custGeom>
              <a:avLst/>
              <a:gdLst>
                <a:gd name="T0" fmla="*/ 5 w 618"/>
                <a:gd name="T1" fmla="*/ 0 h 502"/>
                <a:gd name="T2" fmla="*/ 5 w 618"/>
                <a:gd name="T3" fmla="*/ 0 h 502"/>
                <a:gd name="T4" fmla="*/ 0 w 618"/>
                <a:gd name="T5" fmla="*/ 4 h 502"/>
                <a:gd name="T6" fmla="*/ 0 w 618"/>
                <a:gd name="T7" fmla="*/ 4 h 502"/>
                <a:gd name="T8" fmla="*/ 5 w 618"/>
                <a:gd name="T9" fmla="*/ 0 h 502"/>
                <a:gd name="T10" fmla="*/ 5 w 618"/>
                <a:gd name="T11" fmla="*/ 0 h 502"/>
                <a:gd name="T12" fmla="*/ 5 w 618"/>
                <a:gd name="T13" fmla="*/ 0 h 502"/>
                <a:gd name="T14" fmla="*/ 5 w 618"/>
                <a:gd name="T15" fmla="*/ 0 h 502"/>
                <a:gd name="T16" fmla="*/ 5 w 618"/>
                <a:gd name="T17" fmla="*/ 0 h 502"/>
                <a:gd name="T18" fmla="*/ 5 w 618"/>
                <a:gd name="T19" fmla="*/ 0 h 502"/>
                <a:gd name="T20" fmla="*/ 5 w 618"/>
                <a:gd name="T21" fmla="*/ 0 h 502"/>
                <a:gd name="T22" fmla="*/ 5 w 618"/>
                <a:gd name="T23" fmla="*/ 0 h 502"/>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618"/>
                <a:gd name="T37" fmla="*/ 0 h 502"/>
                <a:gd name="T38" fmla="*/ 618 w 618"/>
                <a:gd name="T39" fmla="*/ 502 h 502"/>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618" h="502">
                  <a:moveTo>
                    <a:pt x="611" y="0"/>
                  </a:moveTo>
                  <a:lnTo>
                    <a:pt x="606" y="2"/>
                  </a:lnTo>
                  <a:lnTo>
                    <a:pt x="0" y="490"/>
                  </a:lnTo>
                  <a:lnTo>
                    <a:pt x="10" y="502"/>
                  </a:lnTo>
                  <a:lnTo>
                    <a:pt x="616" y="14"/>
                  </a:lnTo>
                  <a:lnTo>
                    <a:pt x="611" y="16"/>
                  </a:lnTo>
                  <a:lnTo>
                    <a:pt x="616" y="14"/>
                  </a:lnTo>
                  <a:lnTo>
                    <a:pt x="618" y="9"/>
                  </a:lnTo>
                  <a:lnTo>
                    <a:pt x="617" y="3"/>
                  </a:lnTo>
                  <a:lnTo>
                    <a:pt x="612" y="1"/>
                  </a:lnTo>
                  <a:lnTo>
                    <a:pt x="606" y="2"/>
                  </a:lnTo>
                  <a:lnTo>
                    <a:pt x="611"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2892" name="Freeform 26"/>
            <p:cNvSpPr>
              <a:spLocks/>
            </p:cNvSpPr>
            <p:nvPr/>
          </p:nvSpPr>
          <p:spPr bwMode="auto">
            <a:xfrm>
              <a:off x="876" y="1852"/>
              <a:ext cx="82" cy="373"/>
            </a:xfrm>
            <a:custGeom>
              <a:avLst/>
              <a:gdLst>
                <a:gd name="T0" fmla="*/ 3 w 413"/>
                <a:gd name="T1" fmla="*/ 15 h 1865"/>
                <a:gd name="T2" fmla="*/ 3 w 413"/>
                <a:gd name="T3" fmla="*/ 15 h 1865"/>
                <a:gd name="T4" fmla="*/ 0 w 413"/>
                <a:gd name="T5" fmla="*/ 0 h 1865"/>
                <a:gd name="T6" fmla="*/ 0 w 413"/>
                <a:gd name="T7" fmla="*/ 0 h 1865"/>
                <a:gd name="T8" fmla="*/ 3 w 413"/>
                <a:gd name="T9" fmla="*/ 15 h 1865"/>
                <a:gd name="T10" fmla="*/ 3 w 413"/>
                <a:gd name="T11" fmla="*/ 15 h 1865"/>
                <a:gd name="T12" fmla="*/ 3 w 413"/>
                <a:gd name="T13" fmla="*/ 15 h 1865"/>
                <a:gd name="T14" fmla="*/ 3 w 413"/>
                <a:gd name="T15" fmla="*/ 15 h 1865"/>
                <a:gd name="T16" fmla="*/ 3 w 413"/>
                <a:gd name="T17" fmla="*/ 15 h 1865"/>
                <a:gd name="T18" fmla="*/ 3 w 413"/>
                <a:gd name="T19" fmla="*/ 15 h 1865"/>
                <a:gd name="T20" fmla="*/ 3 w 413"/>
                <a:gd name="T21" fmla="*/ 15 h 1865"/>
                <a:gd name="T22" fmla="*/ 3 w 413"/>
                <a:gd name="T23" fmla="*/ 15 h 186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413"/>
                <a:gd name="T37" fmla="*/ 0 h 1865"/>
                <a:gd name="T38" fmla="*/ 413 w 413"/>
                <a:gd name="T39" fmla="*/ 1865 h 1865"/>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413" h="1865">
                  <a:moveTo>
                    <a:pt x="400" y="1864"/>
                  </a:moveTo>
                  <a:lnTo>
                    <a:pt x="413" y="1856"/>
                  </a:lnTo>
                  <a:lnTo>
                    <a:pt x="17" y="0"/>
                  </a:lnTo>
                  <a:lnTo>
                    <a:pt x="0" y="2"/>
                  </a:lnTo>
                  <a:lnTo>
                    <a:pt x="396" y="1858"/>
                  </a:lnTo>
                  <a:lnTo>
                    <a:pt x="409" y="1850"/>
                  </a:lnTo>
                  <a:lnTo>
                    <a:pt x="396" y="1858"/>
                  </a:lnTo>
                  <a:lnTo>
                    <a:pt x="400" y="1864"/>
                  </a:lnTo>
                  <a:lnTo>
                    <a:pt x="406" y="1865"/>
                  </a:lnTo>
                  <a:lnTo>
                    <a:pt x="410" y="1862"/>
                  </a:lnTo>
                  <a:lnTo>
                    <a:pt x="413" y="1856"/>
                  </a:lnTo>
                  <a:lnTo>
                    <a:pt x="400" y="186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2893" name="Freeform 27"/>
            <p:cNvSpPr>
              <a:spLocks/>
            </p:cNvSpPr>
            <p:nvPr/>
          </p:nvSpPr>
          <p:spPr bwMode="auto">
            <a:xfrm>
              <a:off x="1282" y="1533"/>
              <a:ext cx="35" cy="161"/>
            </a:xfrm>
            <a:custGeom>
              <a:avLst/>
              <a:gdLst>
                <a:gd name="T0" fmla="*/ 1 w 175"/>
                <a:gd name="T1" fmla="*/ 6 h 807"/>
                <a:gd name="T2" fmla="*/ 1 w 175"/>
                <a:gd name="T3" fmla="*/ 6 h 807"/>
                <a:gd name="T4" fmla="*/ 1 w 175"/>
                <a:gd name="T5" fmla="*/ 6 h 807"/>
                <a:gd name="T6" fmla="*/ 1 w 175"/>
                <a:gd name="T7" fmla="*/ 5 h 807"/>
                <a:gd name="T8" fmla="*/ 1 w 175"/>
                <a:gd name="T9" fmla="*/ 5 h 807"/>
                <a:gd name="T10" fmla="*/ 1 w 175"/>
                <a:gd name="T11" fmla="*/ 5 h 807"/>
                <a:gd name="T12" fmla="*/ 1 w 175"/>
                <a:gd name="T13" fmla="*/ 4 h 807"/>
                <a:gd name="T14" fmla="*/ 1 w 175"/>
                <a:gd name="T15" fmla="*/ 4 h 807"/>
                <a:gd name="T16" fmla="*/ 1 w 175"/>
                <a:gd name="T17" fmla="*/ 3 h 807"/>
                <a:gd name="T18" fmla="*/ 1 w 175"/>
                <a:gd name="T19" fmla="*/ 3 h 807"/>
                <a:gd name="T20" fmla="*/ 1 w 175"/>
                <a:gd name="T21" fmla="*/ 3 h 807"/>
                <a:gd name="T22" fmla="*/ 1 w 175"/>
                <a:gd name="T23" fmla="*/ 2 h 807"/>
                <a:gd name="T24" fmla="*/ 1 w 175"/>
                <a:gd name="T25" fmla="*/ 2 h 807"/>
                <a:gd name="T26" fmla="*/ 1 w 175"/>
                <a:gd name="T27" fmla="*/ 2 h 807"/>
                <a:gd name="T28" fmla="*/ 1 w 175"/>
                <a:gd name="T29" fmla="*/ 1 h 807"/>
                <a:gd name="T30" fmla="*/ 1 w 175"/>
                <a:gd name="T31" fmla="*/ 1 h 807"/>
                <a:gd name="T32" fmla="*/ 1 w 175"/>
                <a:gd name="T33" fmla="*/ 1 h 807"/>
                <a:gd name="T34" fmla="*/ 1 w 175"/>
                <a:gd name="T35" fmla="*/ 0 h 807"/>
                <a:gd name="T36" fmla="*/ 1 w 175"/>
                <a:gd name="T37" fmla="*/ 0 h 807"/>
                <a:gd name="T38" fmla="*/ 1 w 175"/>
                <a:gd name="T39" fmla="*/ 0 h 807"/>
                <a:gd name="T40" fmla="*/ 0 w 175"/>
                <a:gd name="T41" fmla="*/ 1 h 807"/>
                <a:gd name="T42" fmla="*/ 0 w 175"/>
                <a:gd name="T43" fmla="*/ 1 h 807"/>
                <a:gd name="T44" fmla="*/ 0 w 175"/>
                <a:gd name="T45" fmla="*/ 1 h 807"/>
                <a:gd name="T46" fmla="*/ 0 w 175"/>
                <a:gd name="T47" fmla="*/ 2 h 807"/>
                <a:gd name="T48" fmla="*/ 0 w 175"/>
                <a:gd name="T49" fmla="*/ 2 h 807"/>
                <a:gd name="T50" fmla="*/ 0 w 175"/>
                <a:gd name="T51" fmla="*/ 3 h 807"/>
                <a:gd name="T52" fmla="*/ 0 w 175"/>
                <a:gd name="T53" fmla="*/ 3 h 807"/>
                <a:gd name="T54" fmla="*/ 0 w 175"/>
                <a:gd name="T55" fmla="*/ 3 h 807"/>
                <a:gd name="T56" fmla="*/ 0 w 175"/>
                <a:gd name="T57" fmla="*/ 4 h 807"/>
                <a:gd name="T58" fmla="*/ 0 w 175"/>
                <a:gd name="T59" fmla="*/ 4 h 807"/>
                <a:gd name="T60" fmla="*/ 0 w 175"/>
                <a:gd name="T61" fmla="*/ 5 h 807"/>
                <a:gd name="T62" fmla="*/ 0 w 175"/>
                <a:gd name="T63" fmla="*/ 5 h 807"/>
                <a:gd name="T64" fmla="*/ 0 w 175"/>
                <a:gd name="T65" fmla="*/ 5 h 807"/>
                <a:gd name="T66" fmla="*/ 1 w 175"/>
                <a:gd name="T67" fmla="*/ 6 h 807"/>
                <a:gd name="T68" fmla="*/ 1 w 175"/>
                <a:gd name="T69" fmla="*/ 6 h 807"/>
                <a:gd name="T70" fmla="*/ 1 w 175"/>
                <a:gd name="T71" fmla="*/ 6 h 807"/>
                <a:gd name="T72" fmla="*/ 1 w 175"/>
                <a:gd name="T73" fmla="*/ 6 h 807"/>
                <a:gd name="T74" fmla="*/ 1 w 175"/>
                <a:gd name="T75" fmla="*/ 6 h 807"/>
                <a:gd name="T76" fmla="*/ 1 w 175"/>
                <a:gd name="T77" fmla="*/ 6 h 807"/>
                <a:gd name="T78" fmla="*/ 1 w 175"/>
                <a:gd name="T79" fmla="*/ 6 h 807"/>
                <a:gd name="T80" fmla="*/ 1 w 175"/>
                <a:gd name="T81" fmla="*/ 6 h 807"/>
                <a:gd name="T82" fmla="*/ 1 w 175"/>
                <a:gd name="T83" fmla="*/ 6 h 807"/>
                <a:gd name="T84" fmla="*/ 1 w 175"/>
                <a:gd name="T85" fmla="*/ 6 h 807"/>
                <a:gd name="T86" fmla="*/ 1 w 175"/>
                <a:gd name="T87" fmla="*/ 6 h 807"/>
                <a:gd name="T88" fmla="*/ 1 w 175"/>
                <a:gd name="T89" fmla="*/ 6 h 807"/>
                <a:gd name="T90" fmla="*/ 1 w 175"/>
                <a:gd name="T91" fmla="*/ 6 h 80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175"/>
                <a:gd name="T139" fmla="*/ 0 h 807"/>
                <a:gd name="T140" fmla="*/ 175 w 175"/>
                <a:gd name="T141" fmla="*/ 807 h 80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175" h="807">
                  <a:moveTo>
                    <a:pt x="169" y="740"/>
                  </a:moveTo>
                  <a:lnTo>
                    <a:pt x="169" y="739"/>
                  </a:lnTo>
                  <a:lnTo>
                    <a:pt x="149" y="698"/>
                  </a:lnTo>
                  <a:lnTo>
                    <a:pt x="133" y="656"/>
                  </a:lnTo>
                  <a:lnTo>
                    <a:pt x="120" y="611"/>
                  </a:lnTo>
                  <a:lnTo>
                    <a:pt x="108" y="565"/>
                  </a:lnTo>
                  <a:lnTo>
                    <a:pt x="100" y="520"/>
                  </a:lnTo>
                  <a:lnTo>
                    <a:pt x="96" y="472"/>
                  </a:lnTo>
                  <a:lnTo>
                    <a:pt x="93" y="425"/>
                  </a:lnTo>
                  <a:lnTo>
                    <a:pt x="93" y="377"/>
                  </a:lnTo>
                  <a:lnTo>
                    <a:pt x="96" y="330"/>
                  </a:lnTo>
                  <a:lnTo>
                    <a:pt x="100" y="283"/>
                  </a:lnTo>
                  <a:lnTo>
                    <a:pt x="106" y="238"/>
                  </a:lnTo>
                  <a:lnTo>
                    <a:pt x="115" y="195"/>
                  </a:lnTo>
                  <a:lnTo>
                    <a:pt x="126" y="153"/>
                  </a:lnTo>
                  <a:lnTo>
                    <a:pt x="139" y="114"/>
                  </a:lnTo>
                  <a:lnTo>
                    <a:pt x="153" y="77"/>
                  </a:lnTo>
                  <a:lnTo>
                    <a:pt x="169" y="43"/>
                  </a:lnTo>
                  <a:lnTo>
                    <a:pt x="87" y="0"/>
                  </a:lnTo>
                  <a:lnTo>
                    <a:pt x="69" y="39"/>
                  </a:lnTo>
                  <a:lnTo>
                    <a:pt x="52" y="81"/>
                  </a:lnTo>
                  <a:lnTo>
                    <a:pt x="37" y="127"/>
                  </a:lnTo>
                  <a:lnTo>
                    <a:pt x="24" y="174"/>
                  </a:lnTo>
                  <a:lnTo>
                    <a:pt x="15" y="222"/>
                  </a:lnTo>
                  <a:lnTo>
                    <a:pt x="7" y="271"/>
                  </a:lnTo>
                  <a:lnTo>
                    <a:pt x="2" y="323"/>
                  </a:lnTo>
                  <a:lnTo>
                    <a:pt x="0" y="374"/>
                  </a:lnTo>
                  <a:lnTo>
                    <a:pt x="0" y="427"/>
                  </a:lnTo>
                  <a:lnTo>
                    <a:pt x="2" y="479"/>
                  </a:lnTo>
                  <a:lnTo>
                    <a:pt x="9" y="531"/>
                  </a:lnTo>
                  <a:lnTo>
                    <a:pt x="17" y="584"/>
                  </a:lnTo>
                  <a:lnTo>
                    <a:pt x="29" y="635"/>
                  </a:lnTo>
                  <a:lnTo>
                    <a:pt x="44" y="686"/>
                  </a:lnTo>
                  <a:lnTo>
                    <a:pt x="65" y="736"/>
                  </a:lnTo>
                  <a:lnTo>
                    <a:pt x="87" y="784"/>
                  </a:lnTo>
                  <a:lnTo>
                    <a:pt x="87" y="782"/>
                  </a:lnTo>
                  <a:lnTo>
                    <a:pt x="87" y="784"/>
                  </a:lnTo>
                  <a:lnTo>
                    <a:pt x="100" y="799"/>
                  </a:lnTo>
                  <a:lnTo>
                    <a:pt x="117" y="807"/>
                  </a:lnTo>
                  <a:lnTo>
                    <a:pt x="134" y="807"/>
                  </a:lnTo>
                  <a:lnTo>
                    <a:pt x="151" y="801"/>
                  </a:lnTo>
                  <a:lnTo>
                    <a:pt x="164" y="791"/>
                  </a:lnTo>
                  <a:lnTo>
                    <a:pt x="173" y="777"/>
                  </a:lnTo>
                  <a:lnTo>
                    <a:pt x="175" y="759"/>
                  </a:lnTo>
                  <a:lnTo>
                    <a:pt x="169" y="739"/>
                  </a:lnTo>
                  <a:lnTo>
                    <a:pt x="169" y="74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2894" name="Freeform 28"/>
            <p:cNvSpPr>
              <a:spLocks/>
            </p:cNvSpPr>
            <p:nvPr/>
          </p:nvSpPr>
          <p:spPr bwMode="auto">
            <a:xfrm>
              <a:off x="1299" y="1681"/>
              <a:ext cx="157" cy="281"/>
            </a:xfrm>
            <a:custGeom>
              <a:avLst/>
              <a:gdLst>
                <a:gd name="T0" fmla="*/ 6 w 787"/>
                <a:gd name="T1" fmla="*/ 11 h 1404"/>
                <a:gd name="T2" fmla="*/ 6 w 787"/>
                <a:gd name="T3" fmla="*/ 11 h 1404"/>
                <a:gd name="T4" fmla="*/ 1 w 787"/>
                <a:gd name="T5" fmla="*/ 0 h 1404"/>
                <a:gd name="T6" fmla="*/ 0 w 787"/>
                <a:gd name="T7" fmla="*/ 0 h 1404"/>
                <a:gd name="T8" fmla="*/ 6 w 787"/>
                <a:gd name="T9" fmla="*/ 11 h 1404"/>
                <a:gd name="T10" fmla="*/ 6 w 787"/>
                <a:gd name="T11" fmla="*/ 11 h 1404"/>
                <a:gd name="T12" fmla="*/ 6 w 787"/>
                <a:gd name="T13" fmla="*/ 11 h 1404"/>
                <a:gd name="T14" fmla="*/ 6 w 787"/>
                <a:gd name="T15" fmla="*/ 11 h 1404"/>
                <a:gd name="T16" fmla="*/ 6 w 787"/>
                <a:gd name="T17" fmla="*/ 11 h 1404"/>
                <a:gd name="T18" fmla="*/ 6 w 787"/>
                <a:gd name="T19" fmla="*/ 11 h 1404"/>
                <a:gd name="T20" fmla="*/ 6 w 787"/>
                <a:gd name="T21" fmla="*/ 11 h 1404"/>
                <a:gd name="T22" fmla="*/ 6 w 787"/>
                <a:gd name="T23" fmla="*/ 11 h 1404"/>
                <a:gd name="T24" fmla="*/ 6 w 787"/>
                <a:gd name="T25" fmla="*/ 11 h 1404"/>
                <a:gd name="T26" fmla="*/ 6 w 787"/>
                <a:gd name="T27" fmla="*/ 11 h 1404"/>
                <a:gd name="T28" fmla="*/ 6 w 787"/>
                <a:gd name="T29" fmla="*/ 11 h 1404"/>
                <a:gd name="T30" fmla="*/ 6 w 787"/>
                <a:gd name="T31" fmla="*/ 11 h 1404"/>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787"/>
                <a:gd name="T49" fmla="*/ 0 h 1404"/>
                <a:gd name="T50" fmla="*/ 787 w 787"/>
                <a:gd name="T51" fmla="*/ 1404 h 1404"/>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787" h="1404">
                  <a:moveTo>
                    <a:pt x="781" y="1334"/>
                  </a:moveTo>
                  <a:lnTo>
                    <a:pt x="781" y="1337"/>
                  </a:lnTo>
                  <a:lnTo>
                    <a:pt x="82" y="0"/>
                  </a:lnTo>
                  <a:lnTo>
                    <a:pt x="0" y="42"/>
                  </a:lnTo>
                  <a:lnTo>
                    <a:pt x="699" y="1379"/>
                  </a:lnTo>
                  <a:lnTo>
                    <a:pt x="699" y="1381"/>
                  </a:lnTo>
                  <a:lnTo>
                    <a:pt x="699" y="1379"/>
                  </a:lnTo>
                  <a:lnTo>
                    <a:pt x="712" y="1395"/>
                  </a:lnTo>
                  <a:lnTo>
                    <a:pt x="727" y="1402"/>
                  </a:lnTo>
                  <a:lnTo>
                    <a:pt x="744" y="1404"/>
                  </a:lnTo>
                  <a:lnTo>
                    <a:pt x="761" y="1398"/>
                  </a:lnTo>
                  <a:lnTo>
                    <a:pt x="775" y="1388"/>
                  </a:lnTo>
                  <a:lnTo>
                    <a:pt x="784" y="1373"/>
                  </a:lnTo>
                  <a:lnTo>
                    <a:pt x="787" y="1357"/>
                  </a:lnTo>
                  <a:lnTo>
                    <a:pt x="781" y="1337"/>
                  </a:lnTo>
                  <a:lnTo>
                    <a:pt x="781" y="13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2895" name="Freeform 29"/>
            <p:cNvSpPr>
              <a:spLocks/>
            </p:cNvSpPr>
            <p:nvPr/>
          </p:nvSpPr>
          <p:spPr bwMode="auto">
            <a:xfrm>
              <a:off x="1439" y="1948"/>
              <a:ext cx="125" cy="76"/>
            </a:xfrm>
            <a:custGeom>
              <a:avLst/>
              <a:gdLst>
                <a:gd name="T0" fmla="*/ 5 w 628"/>
                <a:gd name="T1" fmla="*/ 2 h 383"/>
                <a:gd name="T2" fmla="*/ 5 w 628"/>
                <a:gd name="T3" fmla="*/ 2 h 383"/>
                <a:gd name="T4" fmla="*/ 4 w 628"/>
                <a:gd name="T5" fmla="*/ 2 h 383"/>
                <a:gd name="T6" fmla="*/ 4 w 628"/>
                <a:gd name="T7" fmla="*/ 2 h 383"/>
                <a:gd name="T8" fmla="*/ 4 w 628"/>
                <a:gd name="T9" fmla="*/ 2 h 383"/>
                <a:gd name="T10" fmla="*/ 3 w 628"/>
                <a:gd name="T11" fmla="*/ 2 h 383"/>
                <a:gd name="T12" fmla="*/ 3 w 628"/>
                <a:gd name="T13" fmla="*/ 2 h 383"/>
                <a:gd name="T14" fmla="*/ 3 w 628"/>
                <a:gd name="T15" fmla="*/ 2 h 383"/>
                <a:gd name="T16" fmla="*/ 3 w 628"/>
                <a:gd name="T17" fmla="*/ 2 h 383"/>
                <a:gd name="T18" fmla="*/ 2 w 628"/>
                <a:gd name="T19" fmla="*/ 2 h 383"/>
                <a:gd name="T20" fmla="*/ 2 w 628"/>
                <a:gd name="T21" fmla="*/ 2 h 383"/>
                <a:gd name="T22" fmla="*/ 2 w 628"/>
                <a:gd name="T23" fmla="*/ 1 h 383"/>
                <a:gd name="T24" fmla="*/ 2 w 628"/>
                <a:gd name="T25" fmla="*/ 1 h 383"/>
                <a:gd name="T26" fmla="*/ 1 w 628"/>
                <a:gd name="T27" fmla="*/ 1 h 383"/>
                <a:gd name="T28" fmla="*/ 1 w 628"/>
                <a:gd name="T29" fmla="*/ 1 h 383"/>
                <a:gd name="T30" fmla="*/ 1 w 628"/>
                <a:gd name="T31" fmla="*/ 1 h 383"/>
                <a:gd name="T32" fmla="*/ 1 w 628"/>
                <a:gd name="T33" fmla="*/ 0 h 383"/>
                <a:gd name="T34" fmla="*/ 1 w 628"/>
                <a:gd name="T35" fmla="*/ 0 h 383"/>
                <a:gd name="T36" fmla="*/ 0 w 628"/>
                <a:gd name="T37" fmla="*/ 0 h 383"/>
                <a:gd name="T38" fmla="*/ 0 w 628"/>
                <a:gd name="T39" fmla="*/ 1 h 383"/>
                <a:gd name="T40" fmla="*/ 0 w 628"/>
                <a:gd name="T41" fmla="*/ 1 h 383"/>
                <a:gd name="T42" fmla="*/ 1 w 628"/>
                <a:gd name="T43" fmla="*/ 1 h 383"/>
                <a:gd name="T44" fmla="*/ 1 w 628"/>
                <a:gd name="T45" fmla="*/ 1 h 383"/>
                <a:gd name="T46" fmla="*/ 1 w 628"/>
                <a:gd name="T47" fmla="*/ 2 h 383"/>
                <a:gd name="T48" fmla="*/ 1 w 628"/>
                <a:gd name="T49" fmla="*/ 2 h 383"/>
                <a:gd name="T50" fmla="*/ 2 w 628"/>
                <a:gd name="T51" fmla="*/ 2 h 383"/>
                <a:gd name="T52" fmla="*/ 2 w 628"/>
                <a:gd name="T53" fmla="*/ 2 h 383"/>
                <a:gd name="T54" fmla="*/ 2 w 628"/>
                <a:gd name="T55" fmla="*/ 2 h 383"/>
                <a:gd name="T56" fmla="*/ 3 w 628"/>
                <a:gd name="T57" fmla="*/ 3 h 383"/>
                <a:gd name="T58" fmla="*/ 3 w 628"/>
                <a:gd name="T59" fmla="*/ 3 h 383"/>
                <a:gd name="T60" fmla="*/ 3 w 628"/>
                <a:gd name="T61" fmla="*/ 3 h 383"/>
                <a:gd name="T62" fmla="*/ 4 w 628"/>
                <a:gd name="T63" fmla="*/ 3 h 383"/>
                <a:gd name="T64" fmla="*/ 4 w 628"/>
                <a:gd name="T65" fmla="*/ 3 h 383"/>
                <a:gd name="T66" fmla="*/ 4 w 628"/>
                <a:gd name="T67" fmla="*/ 3 h 383"/>
                <a:gd name="T68" fmla="*/ 5 w 628"/>
                <a:gd name="T69" fmla="*/ 3 h 383"/>
                <a:gd name="T70" fmla="*/ 5 w 628"/>
                <a:gd name="T71" fmla="*/ 3 h 383"/>
                <a:gd name="T72" fmla="*/ 5 w 628"/>
                <a:gd name="T73" fmla="*/ 3 h 383"/>
                <a:gd name="T74" fmla="*/ 5 w 628"/>
                <a:gd name="T75" fmla="*/ 3 h 383"/>
                <a:gd name="T76" fmla="*/ 5 w 628"/>
                <a:gd name="T77" fmla="*/ 3 h 383"/>
                <a:gd name="T78" fmla="*/ 5 w 628"/>
                <a:gd name="T79" fmla="*/ 3 h 383"/>
                <a:gd name="T80" fmla="*/ 5 w 628"/>
                <a:gd name="T81" fmla="*/ 3 h 383"/>
                <a:gd name="T82" fmla="*/ 5 w 628"/>
                <a:gd name="T83" fmla="*/ 3 h 383"/>
                <a:gd name="T84" fmla="*/ 5 w 628"/>
                <a:gd name="T85" fmla="*/ 2 h 383"/>
                <a:gd name="T86" fmla="*/ 5 w 628"/>
                <a:gd name="T87" fmla="*/ 2 h 383"/>
                <a:gd name="T88" fmla="*/ 5 w 628"/>
                <a:gd name="T89" fmla="*/ 2 h 383"/>
                <a:gd name="T90" fmla="*/ 5 w 628"/>
                <a:gd name="T91" fmla="*/ 2 h 38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628"/>
                <a:gd name="T139" fmla="*/ 0 h 383"/>
                <a:gd name="T140" fmla="*/ 628 w 628"/>
                <a:gd name="T141" fmla="*/ 383 h 38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628" h="383">
                  <a:moveTo>
                    <a:pt x="581" y="289"/>
                  </a:moveTo>
                  <a:lnTo>
                    <a:pt x="582" y="289"/>
                  </a:lnTo>
                  <a:lnTo>
                    <a:pt x="541" y="287"/>
                  </a:lnTo>
                  <a:lnTo>
                    <a:pt x="500" y="283"/>
                  </a:lnTo>
                  <a:lnTo>
                    <a:pt x="462" y="276"/>
                  </a:lnTo>
                  <a:lnTo>
                    <a:pt x="424" y="268"/>
                  </a:lnTo>
                  <a:lnTo>
                    <a:pt x="389" y="255"/>
                  </a:lnTo>
                  <a:lnTo>
                    <a:pt x="352" y="242"/>
                  </a:lnTo>
                  <a:lnTo>
                    <a:pt x="320" y="227"/>
                  </a:lnTo>
                  <a:lnTo>
                    <a:pt x="287" y="209"/>
                  </a:lnTo>
                  <a:lnTo>
                    <a:pt x="255" y="189"/>
                  </a:lnTo>
                  <a:lnTo>
                    <a:pt x="226" y="168"/>
                  </a:lnTo>
                  <a:lnTo>
                    <a:pt x="198" y="145"/>
                  </a:lnTo>
                  <a:lnTo>
                    <a:pt x="172" y="119"/>
                  </a:lnTo>
                  <a:lnTo>
                    <a:pt x="146" y="92"/>
                  </a:lnTo>
                  <a:lnTo>
                    <a:pt x="122" y="64"/>
                  </a:lnTo>
                  <a:lnTo>
                    <a:pt x="100" y="33"/>
                  </a:lnTo>
                  <a:lnTo>
                    <a:pt x="82" y="0"/>
                  </a:lnTo>
                  <a:lnTo>
                    <a:pt x="0" y="47"/>
                  </a:lnTo>
                  <a:lnTo>
                    <a:pt x="23" y="85"/>
                  </a:lnTo>
                  <a:lnTo>
                    <a:pt x="49" y="120"/>
                  </a:lnTo>
                  <a:lnTo>
                    <a:pt x="76" y="153"/>
                  </a:lnTo>
                  <a:lnTo>
                    <a:pt x="104" y="185"/>
                  </a:lnTo>
                  <a:lnTo>
                    <a:pt x="137" y="215"/>
                  </a:lnTo>
                  <a:lnTo>
                    <a:pt x="170" y="241"/>
                  </a:lnTo>
                  <a:lnTo>
                    <a:pt x="204" y="267"/>
                  </a:lnTo>
                  <a:lnTo>
                    <a:pt x="240" y="289"/>
                  </a:lnTo>
                  <a:lnTo>
                    <a:pt x="277" y="309"/>
                  </a:lnTo>
                  <a:lnTo>
                    <a:pt x="317" y="329"/>
                  </a:lnTo>
                  <a:lnTo>
                    <a:pt x="358" y="344"/>
                  </a:lnTo>
                  <a:lnTo>
                    <a:pt x="400" y="357"/>
                  </a:lnTo>
                  <a:lnTo>
                    <a:pt x="444" y="367"/>
                  </a:lnTo>
                  <a:lnTo>
                    <a:pt x="488" y="374"/>
                  </a:lnTo>
                  <a:lnTo>
                    <a:pt x="534" y="380"/>
                  </a:lnTo>
                  <a:lnTo>
                    <a:pt x="580" y="383"/>
                  </a:lnTo>
                  <a:lnTo>
                    <a:pt x="581" y="383"/>
                  </a:lnTo>
                  <a:lnTo>
                    <a:pt x="580" y="383"/>
                  </a:lnTo>
                  <a:lnTo>
                    <a:pt x="600" y="379"/>
                  </a:lnTo>
                  <a:lnTo>
                    <a:pt x="615" y="369"/>
                  </a:lnTo>
                  <a:lnTo>
                    <a:pt x="624" y="353"/>
                  </a:lnTo>
                  <a:lnTo>
                    <a:pt x="628" y="337"/>
                  </a:lnTo>
                  <a:lnTo>
                    <a:pt x="625" y="319"/>
                  </a:lnTo>
                  <a:lnTo>
                    <a:pt x="617" y="304"/>
                  </a:lnTo>
                  <a:lnTo>
                    <a:pt x="602" y="294"/>
                  </a:lnTo>
                  <a:lnTo>
                    <a:pt x="582" y="289"/>
                  </a:lnTo>
                  <a:lnTo>
                    <a:pt x="581" y="28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2896" name="Freeform 30"/>
            <p:cNvSpPr>
              <a:spLocks/>
            </p:cNvSpPr>
            <p:nvPr/>
          </p:nvSpPr>
          <p:spPr bwMode="auto">
            <a:xfrm>
              <a:off x="1587" y="1880"/>
              <a:ext cx="85" cy="49"/>
            </a:xfrm>
            <a:custGeom>
              <a:avLst/>
              <a:gdLst>
                <a:gd name="T0" fmla="*/ 3 w 426"/>
                <a:gd name="T1" fmla="*/ 0 h 245"/>
                <a:gd name="T2" fmla="*/ 3 w 426"/>
                <a:gd name="T3" fmla="*/ 0 h 245"/>
                <a:gd name="T4" fmla="*/ 3 w 426"/>
                <a:gd name="T5" fmla="*/ 0 h 245"/>
                <a:gd name="T6" fmla="*/ 3 w 426"/>
                <a:gd name="T7" fmla="*/ 0 h 245"/>
                <a:gd name="T8" fmla="*/ 2 w 426"/>
                <a:gd name="T9" fmla="*/ 0 h 245"/>
                <a:gd name="T10" fmla="*/ 2 w 426"/>
                <a:gd name="T11" fmla="*/ 0 h 245"/>
                <a:gd name="T12" fmla="*/ 2 w 426"/>
                <a:gd name="T13" fmla="*/ 0 h 245"/>
                <a:gd name="T14" fmla="*/ 2 w 426"/>
                <a:gd name="T15" fmla="*/ 0 h 245"/>
                <a:gd name="T16" fmla="*/ 1 w 426"/>
                <a:gd name="T17" fmla="*/ 0 h 245"/>
                <a:gd name="T18" fmla="*/ 1 w 426"/>
                <a:gd name="T19" fmla="*/ 1 h 245"/>
                <a:gd name="T20" fmla="*/ 1 w 426"/>
                <a:gd name="T21" fmla="*/ 1 h 245"/>
                <a:gd name="T22" fmla="*/ 1 w 426"/>
                <a:gd name="T23" fmla="*/ 1 h 245"/>
                <a:gd name="T24" fmla="*/ 0 w 426"/>
                <a:gd name="T25" fmla="*/ 1 h 245"/>
                <a:gd name="T26" fmla="*/ 0 w 426"/>
                <a:gd name="T27" fmla="*/ 1 h 245"/>
                <a:gd name="T28" fmla="*/ 0 w 426"/>
                <a:gd name="T29" fmla="*/ 1 h 245"/>
                <a:gd name="T30" fmla="*/ 0 w 426"/>
                <a:gd name="T31" fmla="*/ 2 h 245"/>
                <a:gd name="T32" fmla="*/ 0 w 426"/>
                <a:gd name="T33" fmla="*/ 2 h 245"/>
                <a:gd name="T34" fmla="*/ 0 w 426"/>
                <a:gd name="T35" fmla="*/ 2 h 245"/>
                <a:gd name="T36" fmla="*/ 0 w 426"/>
                <a:gd name="T37" fmla="*/ 2 h 245"/>
                <a:gd name="T38" fmla="*/ 0 w 426"/>
                <a:gd name="T39" fmla="*/ 2 h 245"/>
                <a:gd name="T40" fmla="*/ 0 w 426"/>
                <a:gd name="T41" fmla="*/ 2 h 245"/>
                <a:gd name="T42" fmla="*/ 0 w 426"/>
                <a:gd name="T43" fmla="*/ 1 h 245"/>
                <a:gd name="T44" fmla="*/ 0 w 426"/>
                <a:gd name="T45" fmla="*/ 1 h 245"/>
                <a:gd name="T46" fmla="*/ 0 w 426"/>
                <a:gd name="T47" fmla="*/ 1 h 245"/>
                <a:gd name="T48" fmla="*/ 1 w 426"/>
                <a:gd name="T49" fmla="*/ 1 h 245"/>
                <a:gd name="T50" fmla="*/ 1 w 426"/>
                <a:gd name="T51" fmla="*/ 1 h 245"/>
                <a:gd name="T52" fmla="*/ 1 w 426"/>
                <a:gd name="T53" fmla="*/ 1 h 245"/>
                <a:gd name="T54" fmla="*/ 1 w 426"/>
                <a:gd name="T55" fmla="*/ 1 h 245"/>
                <a:gd name="T56" fmla="*/ 2 w 426"/>
                <a:gd name="T57" fmla="*/ 0 h 245"/>
                <a:gd name="T58" fmla="*/ 2 w 426"/>
                <a:gd name="T59" fmla="*/ 0 h 245"/>
                <a:gd name="T60" fmla="*/ 2 w 426"/>
                <a:gd name="T61" fmla="*/ 0 h 245"/>
                <a:gd name="T62" fmla="*/ 2 w 426"/>
                <a:gd name="T63" fmla="*/ 0 h 245"/>
                <a:gd name="T64" fmla="*/ 3 w 426"/>
                <a:gd name="T65" fmla="*/ 0 h 245"/>
                <a:gd name="T66" fmla="*/ 3 w 426"/>
                <a:gd name="T67" fmla="*/ 0 h 245"/>
                <a:gd name="T68" fmla="*/ 3 w 426"/>
                <a:gd name="T69" fmla="*/ 0 h 245"/>
                <a:gd name="T70" fmla="*/ 3 w 426"/>
                <a:gd name="T71" fmla="*/ 0 h 245"/>
                <a:gd name="T72" fmla="*/ 3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426" y="0"/>
                  </a:moveTo>
                  <a:lnTo>
                    <a:pt x="426" y="0"/>
                  </a:lnTo>
                  <a:lnTo>
                    <a:pt x="384" y="1"/>
                  </a:lnTo>
                  <a:lnTo>
                    <a:pt x="340" y="4"/>
                  </a:lnTo>
                  <a:lnTo>
                    <a:pt x="300" y="10"/>
                  </a:lnTo>
                  <a:lnTo>
                    <a:pt x="262" y="18"/>
                  </a:lnTo>
                  <a:lnTo>
                    <a:pt x="224" y="29"/>
                  </a:lnTo>
                  <a:lnTo>
                    <a:pt x="189" y="41"/>
                  </a:lnTo>
                  <a:lnTo>
                    <a:pt x="157" y="55"/>
                  </a:lnTo>
                  <a:lnTo>
                    <a:pt x="126" y="70"/>
                  </a:lnTo>
                  <a:lnTo>
                    <a:pt x="99" y="89"/>
                  </a:lnTo>
                  <a:lnTo>
                    <a:pt x="74" y="106"/>
                  </a:lnTo>
                  <a:lnTo>
                    <a:pt x="52" y="126"/>
                  </a:lnTo>
                  <a:lnTo>
                    <a:pt x="34" y="148"/>
                  </a:lnTo>
                  <a:lnTo>
                    <a:pt x="19" y="171"/>
                  </a:lnTo>
                  <a:lnTo>
                    <a:pt x="9" y="194"/>
                  </a:lnTo>
                  <a:lnTo>
                    <a:pt x="3" y="219"/>
                  </a:lnTo>
                  <a:lnTo>
                    <a:pt x="0" y="245"/>
                  </a:lnTo>
                  <a:lnTo>
                    <a:pt x="12" y="245"/>
                  </a:lnTo>
                  <a:lnTo>
                    <a:pt x="15" y="221"/>
                  </a:lnTo>
                  <a:lnTo>
                    <a:pt x="20" y="199"/>
                  </a:lnTo>
                  <a:lnTo>
                    <a:pt x="31" y="178"/>
                  </a:lnTo>
                  <a:lnTo>
                    <a:pt x="44" y="156"/>
                  </a:lnTo>
                  <a:lnTo>
                    <a:pt x="61" y="136"/>
                  </a:lnTo>
                  <a:lnTo>
                    <a:pt x="81" y="116"/>
                  </a:lnTo>
                  <a:lnTo>
                    <a:pt x="106" y="98"/>
                  </a:lnTo>
                  <a:lnTo>
                    <a:pt x="133" y="82"/>
                  </a:lnTo>
                  <a:lnTo>
                    <a:pt x="162" y="66"/>
                  </a:lnTo>
                  <a:lnTo>
                    <a:pt x="194" y="52"/>
                  </a:lnTo>
                  <a:lnTo>
                    <a:pt x="229" y="41"/>
                  </a:lnTo>
                  <a:lnTo>
                    <a:pt x="264" y="30"/>
                  </a:lnTo>
                  <a:lnTo>
                    <a:pt x="303" y="22"/>
                  </a:lnTo>
                  <a:lnTo>
                    <a:pt x="343" y="16"/>
                  </a:lnTo>
                  <a:lnTo>
                    <a:pt x="384" y="12"/>
                  </a:lnTo>
                  <a:lnTo>
                    <a:pt x="426" y="11"/>
                  </a:lnTo>
                  <a:lnTo>
                    <a:pt x="42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2897" name="Freeform 31"/>
            <p:cNvSpPr>
              <a:spLocks/>
            </p:cNvSpPr>
            <p:nvPr/>
          </p:nvSpPr>
          <p:spPr bwMode="auto">
            <a:xfrm>
              <a:off x="1587" y="1929"/>
              <a:ext cx="85" cy="49"/>
            </a:xfrm>
            <a:custGeom>
              <a:avLst/>
              <a:gdLst>
                <a:gd name="T0" fmla="*/ 0 w 426"/>
                <a:gd name="T1" fmla="*/ 0 h 245"/>
                <a:gd name="T2" fmla="*/ 0 w 426"/>
                <a:gd name="T3" fmla="*/ 0 h 245"/>
                <a:gd name="T4" fmla="*/ 0 w 426"/>
                <a:gd name="T5" fmla="*/ 0 h 245"/>
                <a:gd name="T6" fmla="*/ 0 w 426"/>
                <a:gd name="T7" fmla="*/ 0 h 245"/>
                <a:gd name="T8" fmla="*/ 0 w 426"/>
                <a:gd name="T9" fmla="*/ 1 h 245"/>
                <a:gd name="T10" fmla="*/ 0 w 426"/>
                <a:gd name="T11" fmla="*/ 1 h 245"/>
                <a:gd name="T12" fmla="*/ 0 w 426"/>
                <a:gd name="T13" fmla="*/ 1 h 245"/>
                <a:gd name="T14" fmla="*/ 1 w 426"/>
                <a:gd name="T15" fmla="*/ 1 h 245"/>
                <a:gd name="T16" fmla="*/ 1 w 426"/>
                <a:gd name="T17" fmla="*/ 1 h 245"/>
                <a:gd name="T18" fmla="*/ 1 w 426"/>
                <a:gd name="T19" fmla="*/ 1 h 245"/>
                <a:gd name="T20" fmla="*/ 1 w 426"/>
                <a:gd name="T21" fmla="*/ 2 h 245"/>
                <a:gd name="T22" fmla="*/ 2 w 426"/>
                <a:gd name="T23" fmla="*/ 2 h 245"/>
                <a:gd name="T24" fmla="*/ 2 w 426"/>
                <a:gd name="T25" fmla="*/ 2 h 245"/>
                <a:gd name="T26" fmla="*/ 2 w 426"/>
                <a:gd name="T27" fmla="*/ 2 h 245"/>
                <a:gd name="T28" fmla="*/ 2 w 426"/>
                <a:gd name="T29" fmla="*/ 2 h 245"/>
                <a:gd name="T30" fmla="*/ 3 w 426"/>
                <a:gd name="T31" fmla="*/ 2 h 245"/>
                <a:gd name="T32" fmla="*/ 3 w 426"/>
                <a:gd name="T33" fmla="*/ 2 h 245"/>
                <a:gd name="T34" fmla="*/ 3 w 426"/>
                <a:gd name="T35" fmla="*/ 2 h 245"/>
                <a:gd name="T36" fmla="*/ 3 w 426"/>
                <a:gd name="T37" fmla="*/ 2 h 245"/>
                <a:gd name="T38" fmla="*/ 3 w 426"/>
                <a:gd name="T39" fmla="*/ 2 h 245"/>
                <a:gd name="T40" fmla="*/ 3 w 426"/>
                <a:gd name="T41" fmla="*/ 2 h 245"/>
                <a:gd name="T42" fmla="*/ 2 w 426"/>
                <a:gd name="T43" fmla="*/ 2 h 245"/>
                <a:gd name="T44" fmla="*/ 2 w 426"/>
                <a:gd name="T45" fmla="*/ 2 h 245"/>
                <a:gd name="T46" fmla="*/ 2 w 426"/>
                <a:gd name="T47" fmla="*/ 2 h 245"/>
                <a:gd name="T48" fmla="*/ 2 w 426"/>
                <a:gd name="T49" fmla="*/ 2 h 245"/>
                <a:gd name="T50" fmla="*/ 1 w 426"/>
                <a:gd name="T51" fmla="*/ 1 h 245"/>
                <a:gd name="T52" fmla="*/ 1 w 426"/>
                <a:gd name="T53" fmla="*/ 1 h 245"/>
                <a:gd name="T54" fmla="*/ 1 w 426"/>
                <a:gd name="T55" fmla="*/ 1 h 245"/>
                <a:gd name="T56" fmla="*/ 1 w 426"/>
                <a:gd name="T57" fmla="*/ 1 h 245"/>
                <a:gd name="T58" fmla="*/ 0 w 426"/>
                <a:gd name="T59" fmla="*/ 1 h 245"/>
                <a:gd name="T60" fmla="*/ 0 w 426"/>
                <a:gd name="T61" fmla="*/ 1 h 245"/>
                <a:gd name="T62" fmla="*/ 0 w 426"/>
                <a:gd name="T63" fmla="*/ 1 h 245"/>
                <a:gd name="T64" fmla="*/ 0 w 426"/>
                <a:gd name="T65" fmla="*/ 0 h 245"/>
                <a:gd name="T66" fmla="*/ 0 w 426"/>
                <a:gd name="T67" fmla="*/ 0 h 245"/>
                <a:gd name="T68" fmla="*/ 0 w 426"/>
                <a:gd name="T69" fmla="*/ 0 h 245"/>
                <a:gd name="T70" fmla="*/ 0 w 426"/>
                <a:gd name="T71" fmla="*/ 0 h 245"/>
                <a:gd name="T72" fmla="*/ 0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0" y="0"/>
                  </a:moveTo>
                  <a:lnTo>
                    <a:pt x="0" y="0"/>
                  </a:lnTo>
                  <a:lnTo>
                    <a:pt x="3" y="25"/>
                  </a:lnTo>
                  <a:lnTo>
                    <a:pt x="9" y="50"/>
                  </a:lnTo>
                  <a:lnTo>
                    <a:pt x="19" y="73"/>
                  </a:lnTo>
                  <a:lnTo>
                    <a:pt x="34" y="96"/>
                  </a:lnTo>
                  <a:lnTo>
                    <a:pt x="52" y="118"/>
                  </a:lnTo>
                  <a:lnTo>
                    <a:pt x="74" y="138"/>
                  </a:lnTo>
                  <a:lnTo>
                    <a:pt x="99" y="156"/>
                  </a:lnTo>
                  <a:lnTo>
                    <a:pt x="126" y="174"/>
                  </a:lnTo>
                  <a:lnTo>
                    <a:pt x="157" y="190"/>
                  </a:lnTo>
                  <a:lnTo>
                    <a:pt x="189" y="204"/>
                  </a:lnTo>
                  <a:lnTo>
                    <a:pt x="224" y="215"/>
                  </a:lnTo>
                  <a:lnTo>
                    <a:pt x="262" y="226"/>
                  </a:lnTo>
                  <a:lnTo>
                    <a:pt x="300" y="234"/>
                  </a:lnTo>
                  <a:lnTo>
                    <a:pt x="340" y="240"/>
                  </a:lnTo>
                  <a:lnTo>
                    <a:pt x="384" y="244"/>
                  </a:lnTo>
                  <a:lnTo>
                    <a:pt x="426" y="245"/>
                  </a:lnTo>
                  <a:lnTo>
                    <a:pt x="426" y="233"/>
                  </a:lnTo>
                  <a:lnTo>
                    <a:pt x="384" y="232"/>
                  </a:lnTo>
                  <a:lnTo>
                    <a:pt x="343" y="228"/>
                  </a:lnTo>
                  <a:lnTo>
                    <a:pt x="303" y="222"/>
                  </a:lnTo>
                  <a:lnTo>
                    <a:pt x="264" y="214"/>
                  </a:lnTo>
                  <a:lnTo>
                    <a:pt x="229" y="204"/>
                  </a:lnTo>
                  <a:lnTo>
                    <a:pt x="194" y="192"/>
                  </a:lnTo>
                  <a:lnTo>
                    <a:pt x="162" y="178"/>
                  </a:lnTo>
                  <a:lnTo>
                    <a:pt x="133" y="163"/>
                  </a:lnTo>
                  <a:lnTo>
                    <a:pt x="106" y="146"/>
                  </a:lnTo>
                  <a:lnTo>
                    <a:pt x="81" y="129"/>
                  </a:lnTo>
                  <a:lnTo>
                    <a:pt x="61" y="109"/>
                  </a:lnTo>
                  <a:lnTo>
                    <a:pt x="44" y="89"/>
                  </a:lnTo>
                  <a:lnTo>
                    <a:pt x="31" y="66"/>
                  </a:lnTo>
                  <a:lnTo>
                    <a:pt x="20" y="45"/>
                  </a:lnTo>
                  <a:lnTo>
                    <a:pt x="15" y="2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2898" name="Freeform 32"/>
            <p:cNvSpPr>
              <a:spLocks/>
            </p:cNvSpPr>
            <p:nvPr/>
          </p:nvSpPr>
          <p:spPr bwMode="auto">
            <a:xfrm>
              <a:off x="878" y="1448"/>
              <a:ext cx="792" cy="954"/>
            </a:xfrm>
            <a:custGeom>
              <a:avLst/>
              <a:gdLst>
                <a:gd name="T0" fmla="*/ 13 w 3960"/>
                <a:gd name="T1" fmla="*/ 38 h 4768"/>
                <a:gd name="T2" fmla="*/ 14 w 3960"/>
                <a:gd name="T3" fmla="*/ 38 h 4768"/>
                <a:gd name="T4" fmla="*/ 15 w 3960"/>
                <a:gd name="T5" fmla="*/ 38 h 4768"/>
                <a:gd name="T6" fmla="*/ 15 w 3960"/>
                <a:gd name="T7" fmla="*/ 38 h 4768"/>
                <a:gd name="T8" fmla="*/ 16 w 3960"/>
                <a:gd name="T9" fmla="*/ 38 h 4768"/>
                <a:gd name="T10" fmla="*/ 17 w 3960"/>
                <a:gd name="T11" fmla="*/ 38 h 4768"/>
                <a:gd name="T12" fmla="*/ 17 w 3960"/>
                <a:gd name="T13" fmla="*/ 38 h 4768"/>
                <a:gd name="T14" fmla="*/ 18 w 3960"/>
                <a:gd name="T15" fmla="*/ 38 h 4768"/>
                <a:gd name="T16" fmla="*/ 18 w 3960"/>
                <a:gd name="T17" fmla="*/ 38 h 4768"/>
                <a:gd name="T18" fmla="*/ 29 w 3960"/>
                <a:gd name="T19" fmla="*/ 30 h 4768"/>
                <a:gd name="T20" fmla="*/ 30 w 3960"/>
                <a:gd name="T21" fmla="*/ 30 h 4768"/>
                <a:gd name="T22" fmla="*/ 30 w 3960"/>
                <a:gd name="T23" fmla="*/ 29 h 4768"/>
                <a:gd name="T24" fmla="*/ 31 w 3960"/>
                <a:gd name="T25" fmla="*/ 28 h 4768"/>
                <a:gd name="T26" fmla="*/ 31 w 3960"/>
                <a:gd name="T27" fmla="*/ 28 h 4768"/>
                <a:gd name="T28" fmla="*/ 31 w 3960"/>
                <a:gd name="T29" fmla="*/ 27 h 4768"/>
                <a:gd name="T30" fmla="*/ 32 w 3960"/>
                <a:gd name="T31" fmla="*/ 26 h 4768"/>
                <a:gd name="T32" fmla="*/ 32 w 3960"/>
                <a:gd name="T33" fmla="*/ 25 h 4768"/>
                <a:gd name="T34" fmla="*/ 32 w 3960"/>
                <a:gd name="T35" fmla="*/ 11 h 4768"/>
                <a:gd name="T36" fmla="*/ 32 w 3960"/>
                <a:gd name="T37" fmla="*/ 10 h 4768"/>
                <a:gd name="T38" fmla="*/ 31 w 3960"/>
                <a:gd name="T39" fmla="*/ 9 h 4768"/>
                <a:gd name="T40" fmla="*/ 31 w 3960"/>
                <a:gd name="T41" fmla="*/ 9 h 4768"/>
                <a:gd name="T42" fmla="*/ 31 w 3960"/>
                <a:gd name="T43" fmla="*/ 8 h 4768"/>
                <a:gd name="T44" fmla="*/ 31 w 3960"/>
                <a:gd name="T45" fmla="*/ 8 h 4768"/>
                <a:gd name="T46" fmla="*/ 30 w 3960"/>
                <a:gd name="T47" fmla="*/ 7 h 4768"/>
                <a:gd name="T48" fmla="*/ 30 w 3960"/>
                <a:gd name="T49" fmla="*/ 7 h 4768"/>
                <a:gd name="T50" fmla="*/ 29 w 3960"/>
                <a:gd name="T51" fmla="*/ 6 h 4768"/>
                <a:gd name="T52" fmla="*/ 19 w 3960"/>
                <a:gd name="T53" fmla="*/ 1 h 4768"/>
                <a:gd name="T54" fmla="*/ 18 w 3960"/>
                <a:gd name="T55" fmla="*/ 0 h 4768"/>
                <a:gd name="T56" fmla="*/ 17 w 3960"/>
                <a:gd name="T57" fmla="*/ 0 h 4768"/>
                <a:gd name="T58" fmla="*/ 17 w 3960"/>
                <a:gd name="T59" fmla="*/ 0 h 4768"/>
                <a:gd name="T60" fmla="*/ 16 w 3960"/>
                <a:gd name="T61" fmla="*/ 0 h 4768"/>
                <a:gd name="T62" fmla="*/ 15 w 3960"/>
                <a:gd name="T63" fmla="*/ 0 h 4768"/>
                <a:gd name="T64" fmla="*/ 14 w 3960"/>
                <a:gd name="T65" fmla="*/ 0 h 4768"/>
                <a:gd name="T66" fmla="*/ 14 w 3960"/>
                <a:gd name="T67" fmla="*/ 0 h 4768"/>
                <a:gd name="T68" fmla="*/ 2 w 3960"/>
                <a:gd name="T69" fmla="*/ 6 h 4768"/>
                <a:gd name="T70" fmla="*/ 2 w 3960"/>
                <a:gd name="T71" fmla="*/ 7 h 4768"/>
                <a:gd name="T72" fmla="*/ 1 w 3960"/>
                <a:gd name="T73" fmla="*/ 7 h 4768"/>
                <a:gd name="T74" fmla="*/ 1 w 3960"/>
                <a:gd name="T75" fmla="*/ 8 h 4768"/>
                <a:gd name="T76" fmla="*/ 1 w 3960"/>
                <a:gd name="T77" fmla="*/ 8 h 4768"/>
                <a:gd name="T78" fmla="*/ 0 w 3960"/>
                <a:gd name="T79" fmla="*/ 9 h 4768"/>
                <a:gd name="T80" fmla="*/ 0 w 3960"/>
                <a:gd name="T81" fmla="*/ 9 h 4768"/>
                <a:gd name="T82" fmla="*/ 0 w 3960"/>
                <a:gd name="T83" fmla="*/ 10 h 4768"/>
                <a:gd name="T84" fmla="*/ 0 w 3960"/>
                <a:gd name="T85" fmla="*/ 11 h 4768"/>
                <a:gd name="T86" fmla="*/ 0 w 3960"/>
                <a:gd name="T87" fmla="*/ 25 h 4768"/>
                <a:gd name="T88" fmla="*/ 0 w 3960"/>
                <a:gd name="T89" fmla="*/ 26 h 4768"/>
                <a:gd name="T90" fmla="*/ 0 w 3960"/>
                <a:gd name="T91" fmla="*/ 27 h 4768"/>
                <a:gd name="T92" fmla="*/ 1 w 3960"/>
                <a:gd name="T93" fmla="*/ 28 h 4768"/>
                <a:gd name="T94" fmla="*/ 1 w 3960"/>
                <a:gd name="T95" fmla="*/ 29 h 4768"/>
                <a:gd name="T96" fmla="*/ 1 w 3960"/>
                <a:gd name="T97" fmla="*/ 29 h 4768"/>
                <a:gd name="T98" fmla="*/ 2 w 3960"/>
                <a:gd name="T99" fmla="*/ 30 h 4768"/>
                <a:gd name="T100" fmla="*/ 3 w 3960"/>
                <a:gd name="T101" fmla="*/ 31 h 4768"/>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w 3960"/>
                <a:gd name="T154" fmla="*/ 0 h 4768"/>
                <a:gd name="T155" fmla="*/ 3960 w 3960"/>
                <a:gd name="T156" fmla="*/ 4768 h 4768"/>
              </a:gdLst>
              <a:ahLst/>
              <a:cxnLst>
                <a:cxn ang="T102">
                  <a:pos x="T0" y="T1"/>
                </a:cxn>
                <a:cxn ang="T103">
                  <a:pos x="T2" y="T3"/>
                </a:cxn>
                <a:cxn ang="T104">
                  <a:pos x="T4" y="T5"/>
                </a:cxn>
                <a:cxn ang="T105">
                  <a:pos x="T6" y="T7"/>
                </a:cxn>
                <a:cxn ang="T106">
                  <a:pos x="T8" y="T9"/>
                </a:cxn>
                <a:cxn ang="T107">
                  <a:pos x="T10" y="T11"/>
                </a:cxn>
                <a:cxn ang="T108">
                  <a:pos x="T12" y="T13"/>
                </a:cxn>
                <a:cxn ang="T109">
                  <a:pos x="T14" y="T15"/>
                </a:cxn>
                <a:cxn ang="T110">
                  <a:pos x="T16" y="T17"/>
                </a:cxn>
                <a:cxn ang="T111">
                  <a:pos x="T18" y="T19"/>
                </a:cxn>
                <a:cxn ang="T112">
                  <a:pos x="T20" y="T21"/>
                </a:cxn>
                <a:cxn ang="T113">
                  <a:pos x="T22" y="T23"/>
                </a:cxn>
                <a:cxn ang="T114">
                  <a:pos x="T24" y="T25"/>
                </a:cxn>
                <a:cxn ang="T115">
                  <a:pos x="T26" y="T27"/>
                </a:cxn>
                <a:cxn ang="T116">
                  <a:pos x="T28" y="T29"/>
                </a:cxn>
                <a:cxn ang="T117">
                  <a:pos x="T30" y="T31"/>
                </a:cxn>
                <a:cxn ang="T118">
                  <a:pos x="T32" y="T33"/>
                </a:cxn>
                <a:cxn ang="T119">
                  <a:pos x="T34" y="T35"/>
                </a:cxn>
                <a:cxn ang="T120">
                  <a:pos x="T36" y="T37"/>
                </a:cxn>
                <a:cxn ang="T121">
                  <a:pos x="T38" y="T39"/>
                </a:cxn>
                <a:cxn ang="T122">
                  <a:pos x="T40" y="T41"/>
                </a:cxn>
                <a:cxn ang="T123">
                  <a:pos x="T42" y="T43"/>
                </a:cxn>
                <a:cxn ang="T124">
                  <a:pos x="T44" y="T45"/>
                </a:cxn>
                <a:cxn ang="T125">
                  <a:pos x="T46" y="T47"/>
                </a:cxn>
                <a:cxn ang="T126">
                  <a:pos x="T48" y="T49"/>
                </a:cxn>
                <a:cxn ang="T127">
                  <a:pos x="T50" y="T51"/>
                </a:cxn>
                <a:cxn ang="T128">
                  <a:pos x="T52" y="T53"/>
                </a:cxn>
                <a:cxn ang="T129">
                  <a:pos x="T54" y="T55"/>
                </a:cxn>
                <a:cxn ang="T130">
                  <a:pos x="T56" y="T57"/>
                </a:cxn>
                <a:cxn ang="T131">
                  <a:pos x="T58" y="T59"/>
                </a:cxn>
                <a:cxn ang="T132">
                  <a:pos x="T60" y="T61"/>
                </a:cxn>
                <a:cxn ang="T133">
                  <a:pos x="T62" y="T63"/>
                </a:cxn>
                <a:cxn ang="T134">
                  <a:pos x="T64" y="T65"/>
                </a:cxn>
                <a:cxn ang="T135">
                  <a:pos x="T66" y="T67"/>
                </a:cxn>
                <a:cxn ang="T136">
                  <a:pos x="T68" y="T69"/>
                </a:cxn>
                <a:cxn ang="T137">
                  <a:pos x="T70" y="T71"/>
                </a:cxn>
                <a:cxn ang="T138">
                  <a:pos x="T72" y="T73"/>
                </a:cxn>
                <a:cxn ang="T139">
                  <a:pos x="T74" y="T75"/>
                </a:cxn>
                <a:cxn ang="T140">
                  <a:pos x="T76" y="T77"/>
                </a:cxn>
                <a:cxn ang="T141">
                  <a:pos x="T78" y="T79"/>
                </a:cxn>
                <a:cxn ang="T142">
                  <a:pos x="T80" y="T81"/>
                </a:cxn>
                <a:cxn ang="T143">
                  <a:pos x="T82" y="T83"/>
                </a:cxn>
                <a:cxn ang="T144">
                  <a:pos x="T84" y="T85"/>
                </a:cxn>
                <a:cxn ang="T145">
                  <a:pos x="T86" y="T87"/>
                </a:cxn>
                <a:cxn ang="T146">
                  <a:pos x="T88" y="T89"/>
                </a:cxn>
                <a:cxn ang="T147">
                  <a:pos x="T90" y="T91"/>
                </a:cxn>
                <a:cxn ang="T148">
                  <a:pos x="T92" y="T93"/>
                </a:cxn>
                <a:cxn ang="T149">
                  <a:pos x="T94" y="T95"/>
                </a:cxn>
                <a:cxn ang="T150">
                  <a:pos x="T96" y="T97"/>
                </a:cxn>
                <a:cxn ang="T151">
                  <a:pos x="T98" y="T99"/>
                </a:cxn>
                <a:cxn ang="T152">
                  <a:pos x="T100" y="T101"/>
                </a:cxn>
              </a:cxnLst>
              <a:rect l="T153" t="T154" r="T155" b="T156"/>
              <a:pathLst>
                <a:path w="3960" h="4768">
                  <a:moveTo>
                    <a:pt x="353" y="3849"/>
                  </a:moveTo>
                  <a:lnTo>
                    <a:pt x="1661" y="4700"/>
                  </a:lnTo>
                  <a:lnTo>
                    <a:pt x="1697" y="4717"/>
                  </a:lnTo>
                  <a:lnTo>
                    <a:pt x="1736" y="4731"/>
                  </a:lnTo>
                  <a:lnTo>
                    <a:pt x="1776" y="4742"/>
                  </a:lnTo>
                  <a:lnTo>
                    <a:pt x="1818" y="4753"/>
                  </a:lnTo>
                  <a:lnTo>
                    <a:pt x="1860" y="4760"/>
                  </a:lnTo>
                  <a:lnTo>
                    <a:pt x="1902" y="4765"/>
                  </a:lnTo>
                  <a:lnTo>
                    <a:pt x="1946" y="4768"/>
                  </a:lnTo>
                  <a:lnTo>
                    <a:pt x="1988" y="4768"/>
                  </a:lnTo>
                  <a:lnTo>
                    <a:pt x="2031" y="4767"/>
                  </a:lnTo>
                  <a:lnTo>
                    <a:pt x="2073" y="4763"/>
                  </a:lnTo>
                  <a:lnTo>
                    <a:pt x="2114" y="4758"/>
                  </a:lnTo>
                  <a:lnTo>
                    <a:pt x="2154" y="4751"/>
                  </a:lnTo>
                  <a:lnTo>
                    <a:pt x="2193" y="4740"/>
                  </a:lnTo>
                  <a:lnTo>
                    <a:pt x="2230" y="4729"/>
                  </a:lnTo>
                  <a:lnTo>
                    <a:pt x="2264" y="4715"/>
                  </a:lnTo>
                  <a:lnTo>
                    <a:pt x="2297" y="4700"/>
                  </a:lnTo>
                  <a:lnTo>
                    <a:pt x="3639" y="3825"/>
                  </a:lnTo>
                  <a:lnTo>
                    <a:pt x="3673" y="3795"/>
                  </a:lnTo>
                  <a:lnTo>
                    <a:pt x="3707" y="3761"/>
                  </a:lnTo>
                  <a:lnTo>
                    <a:pt x="3738" y="3725"/>
                  </a:lnTo>
                  <a:lnTo>
                    <a:pt x="3768" y="3685"/>
                  </a:lnTo>
                  <a:lnTo>
                    <a:pt x="3796" y="3644"/>
                  </a:lnTo>
                  <a:lnTo>
                    <a:pt x="3821" y="3599"/>
                  </a:lnTo>
                  <a:lnTo>
                    <a:pt x="3846" y="3553"/>
                  </a:lnTo>
                  <a:lnTo>
                    <a:pt x="3868" y="3505"/>
                  </a:lnTo>
                  <a:lnTo>
                    <a:pt x="3888" y="3456"/>
                  </a:lnTo>
                  <a:lnTo>
                    <a:pt x="3907" y="3406"/>
                  </a:lnTo>
                  <a:lnTo>
                    <a:pt x="3922" y="3354"/>
                  </a:lnTo>
                  <a:lnTo>
                    <a:pt x="3935" y="3303"/>
                  </a:lnTo>
                  <a:lnTo>
                    <a:pt x="3946" y="3250"/>
                  </a:lnTo>
                  <a:lnTo>
                    <a:pt x="3953" y="3197"/>
                  </a:lnTo>
                  <a:lnTo>
                    <a:pt x="3957" y="3144"/>
                  </a:lnTo>
                  <a:lnTo>
                    <a:pt x="3960" y="3092"/>
                  </a:lnTo>
                  <a:lnTo>
                    <a:pt x="3959" y="1313"/>
                  </a:lnTo>
                  <a:lnTo>
                    <a:pt x="3955" y="1271"/>
                  </a:lnTo>
                  <a:lnTo>
                    <a:pt x="3949" y="1229"/>
                  </a:lnTo>
                  <a:lnTo>
                    <a:pt x="3941" y="1189"/>
                  </a:lnTo>
                  <a:lnTo>
                    <a:pt x="3930" y="1149"/>
                  </a:lnTo>
                  <a:lnTo>
                    <a:pt x="3918" y="1111"/>
                  </a:lnTo>
                  <a:lnTo>
                    <a:pt x="3902" y="1075"/>
                  </a:lnTo>
                  <a:lnTo>
                    <a:pt x="3886" y="1040"/>
                  </a:lnTo>
                  <a:lnTo>
                    <a:pt x="3867" y="1006"/>
                  </a:lnTo>
                  <a:lnTo>
                    <a:pt x="3846" y="973"/>
                  </a:lnTo>
                  <a:lnTo>
                    <a:pt x="3823" y="942"/>
                  </a:lnTo>
                  <a:lnTo>
                    <a:pt x="3798" y="913"/>
                  </a:lnTo>
                  <a:lnTo>
                    <a:pt x="3771" y="886"/>
                  </a:lnTo>
                  <a:lnTo>
                    <a:pt x="3743" y="860"/>
                  </a:lnTo>
                  <a:lnTo>
                    <a:pt x="3714" y="837"/>
                  </a:lnTo>
                  <a:lnTo>
                    <a:pt x="3682" y="816"/>
                  </a:lnTo>
                  <a:lnTo>
                    <a:pt x="3649" y="796"/>
                  </a:lnTo>
                  <a:lnTo>
                    <a:pt x="2386" y="83"/>
                  </a:lnTo>
                  <a:lnTo>
                    <a:pt x="2350" y="65"/>
                  </a:lnTo>
                  <a:lnTo>
                    <a:pt x="2310" y="50"/>
                  </a:lnTo>
                  <a:lnTo>
                    <a:pt x="2268" y="36"/>
                  </a:lnTo>
                  <a:lnTo>
                    <a:pt x="2223" y="24"/>
                  </a:lnTo>
                  <a:lnTo>
                    <a:pt x="2178" y="15"/>
                  </a:lnTo>
                  <a:lnTo>
                    <a:pt x="2131" y="8"/>
                  </a:lnTo>
                  <a:lnTo>
                    <a:pt x="2082" y="3"/>
                  </a:lnTo>
                  <a:lnTo>
                    <a:pt x="2032" y="0"/>
                  </a:lnTo>
                  <a:lnTo>
                    <a:pt x="1982" y="1"/>
                  </a:lnTo>
                  <a:lnTo>
                    <a:pt x="1933" y="3"/>
                  </a:lnTo>
                  <a:lnTo>
                    <a:pt x="1882" y="9"/>
                  </a:lnTo>
                  <a:lnTo>
                    <a:pt x="1833" y="17"/>
                  </a:lnTo>
                  <a:lnTo>
                    <a:pt x="1785" y="29"/>
                  </a:lnTo>
                  <a:lnTo>
                    <a:pt x="1737" y="43"/>
                  </a:lnTo>
                  <a:lnTo>
                    <a:pt x="1691" y="62"/>
                  </a:lnTo>
                  <a:lnTo>
                    <a:pt x="1647" y="83"/>
                  </a:lnTo>
                  <a:lnTo>
                    <a:pt x="311" y="782"/>
                  </a:lnTo>
                  <a:lnTo>
                    <a:pt x="276" y="803"/>
                  </a:lnTo>
                  <a:lnTo>
                    <a:pt x="243" y="826"/>
                  </a:lnTo>
                  <a:lnTo>
                    <a:pt x="213" y="852"/>
                  </a:lnTo>
                  <a:lnTo>
                    <a:pt x="184" y="879"/>
                  </a:lnTo>
                  <a:lnTo>
                    <a:pt x="155" y="908"/>
                  </a:lnTo>
                  <a:lnTo>
                    <a:pt x="131" y="939"/>
                  </a:lnTo>
                  <a:lnTo>
                    <a:pt x="107" y="971"/>
                  </a:lnTo>
                  <a:lnTo>
                    <a:pt x="86" y="1005"/>
                  </a:lnTo>
                  <a:lnTo>
                    <a:pt x="68" y="1040"/>
                  </a:lnTo>
                  <a:lnTo>
                    <a:pt x="50" y="1076"/>
                  </a:lnTo>
                  <a:lnTo>
                    <a:pt x="36" y="1115"/>
                  </a:lnTo>
                  <a:lnTo>
                    <a:pt x="23" y="1153"/>
                  </a:lnTo>
                  <a:lnTo>
                    <a:pt x="14" y="1195"/>
                  </a:lnTo>
                  <a:lnTo>
                    <a:pt x="7" y="1236"/>
                  </a:lnTo>
                  <a:lnTo>
                    <a:pt x="2" y="1279"/>
                  </a:lnTo>
                  <a:lnTo>
                    <a:pt x="0" y="1322"/>
                  </a:lnTo>
                  <a:lnTo>
                    <a:pt x="0" y="3093"/>
                  </a:lnTo>
                  <a:lnTo>
                    <a:pt x="2" y="3147"/>
                  </a:lnTo>
                  <a:lnTo>
                    <a:pt x="7" y="3202"/>
                  </a:lnTo>
                  <a:lnTo>
                    <a:pt x="15" y="3257"/>
                  </a:lnTo>
                  <a:lnTo>
                    <a:pt x="27" y="3312"/>
                  </a:lnTo>
                  <a:lnTo>
                    <a:pt x="42" y="3366"/>
                  </a:lnTo>
                  <a:lnTo>
                    <a:pt x="59" y="3420"/>
                  </a:lnTo>
                  <a:lnTo>
                    <a:pt x="79" y="3474"/>
                  </a:lnTo>
                  <a:lnTo>
                    <a:pt x="102" y="3525"/>
                  </a:lnTo>
                  <a:lnTo>
                    <a:pt x="127" y="3576"/>
                  </a:lnTo>
                  <a:lnTo>
                    <a:pt x="154" y="3624"/>
                  </a:lnTo>
                  <a:lnTo>
                    <a:pt x="184" y="3670"/>
                  </a:lnTo>
                  <a:lnTo>
                    <a:pt x="214" y="3712"/>
                  </a:lnTo>
                  <a:lnTo>
                    <a:pt x="247" y="3752"/>
                  </a:lnTo>
                  <a:lnTo>
                    <a:pt x="281" y="3788"/>
                  </a:lnTo>
                  <a:lnTo>
                    <a:pt x="317" y="3821"/>
                  </a:lnTo>
                  <a:lnTo>
                    <a:pt x="353" y="384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2899" name="Freeform 33"/>
            <p:cNvSpPr>
              <a:spLocks/>
            </p:cNvSpPr>
            <p:nvPr/>
          </p:nvSpPr>
          <p:spPr bwMode="auto">
            <a:xfrm>
              <a:off x="943" y="2210"/>
              <a:ext cx="276" cy="187"/>
            </a:xfrm>
            <a:custGeom>
              <a:avLst/>
              <a:gdLst>
                <a:gd name="T0" fmla="*/ 11 w 1380"/>
                <a:gd name="T1" fmla="*/ 7 h 937"/>
                <a:gd name="T2" fmla="*/ 11 w 1380"/>
                <a:gd name="T3" fmla="*/ 7 h 937"/>
                <a:gd name="T4" fmla="*/ 0 w 1380"/>
                <a:gd name="T5" fmla="*/ 0 h 937"/>
                <a:gd name="T6" fmla="*/ 0 w 1380"/>
                <a:gd name="T7" fmla="*/ 1 h 937"/>
                <a:gd name="T8" fmla="*/ 10 w 1380"/>
                <a:gd name="T9" fmla="*/ 7 h 937"/>
                <a:gd name="T10" fmla="*/ 10 w 1380"/>
                <a:gd name="T11" fmla="*/ 7 h 937"/>
                <a:gd name="T12" fmla="*/ 10 w 1380"/>
                <a:gd name="T13" fmla="*/ 7 h 937"/>
                <a:gd name="T14" fmla="*/ 11 w 1380"/>
                <a:gd name="T15" fmla="*/ 7 h 937"/>
                <a:gd name="T16" fmla="*/ 11 w 1380"/>
                <a:gd name="T17" fmla="*/ 7 h 937"/>
                <a:gd name="T18" fmla="*/ 11 w 1380"/>
                <a:gd name="T19" fmla="*/ 7 h 937"/>
                <a:gd name="T20" fmla="*/ 11 w 1380"/>
                <a:gd name="T21" fmla="*/ 7 h 937"/>
                <a:gd name="T22" fmla="*/ 11 w 1380"/>
                <a:gd name="T23" fmla="*/ 7 h 937"/>
                <a:gd name="T24" fmla="*/ 11 w 1380"/>
                <a:gd name="T25" fmla="*/ 7 h 937"/>
                <a:gd name="T26" fmla="*/ 11 w 1380"/>
                <a:gd name="T27" fmla="*/ 7 h 937"/>
                <a:gd name="T28" fmla="*/ 11 w 1380"/>
                <a:gd name="T29" fmla="*/ 7 h 937"/>
                <a:gd name="T30" fmla="*/ 11 w 1380"/>
                <a:gd name="T31" fmla="*/ 7 h 93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80"/>
                <a:gd name="T49" fmla="*/ 0 h 937"/>
                <a:gd name="T50" fmla="*/ 1380 w 1380"/>
                <a:gd name="T51" fmla="*/ 937 h 93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80" h="937">
                  <a:moveTo>
                    <a:pt x="1354" y="848"/>
                  </a:moveTo>
                  <a:lnTo>
                    <a:pt x="1359" y="851"/>
                  </a:lnTo>
                  <a:lnTo>
                    <a:pt x="51" y="0"/>
                  </a:lnTo>
                  <a:lnTo>
                    <a:pt x="0" y="78"/>
                  </a:lnTo>
                  <a:lnTo>
                    <a:pt x="1307" y="929"/>
                  </a:lnTo>
                  <a:lnTo>
                    <a:pt x="1312" y="932"/>
                  </a:lnTo>
                  <a:lnTo>
                    <a:pt x="1307" y="929"/>
                  </a:lnTo>
                  <a:lnTo>
                    <a:pt x="1326" y="937"/>
                  </a:lnTo>
                  <a:lnTo>
                    <a:pt x="1345" y="936"/>
                  </a:lnTo>
                  <a:lnTo>
                    <a:pt x="1360" y="929"/>
                  </a:lnTo>
                  <a:lnTo>
                    <a:pt x="1372" y="916"/>
                  </a:lnTo>
                  <a:lnTo>
                    <a:pt x="1379" y="899"/>
                  </a:lnTo>
                  <a:lnTo>
                    <a:pt x="1380" y="883"/>
                  </a:lnTo>
                  <a:lnTo>
                    <a:pt x="1374" y="865"/>
                  </a:lnTo>
                  <a:lnTo>
                    <a:pt x="1359" y="851"/>
                  </a:lnTo>
                  <a:lnTo>
                    <a:pt x="1354" y="84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2900" name="Freeform 34"/>
            <p:cNvSpPr>
              <a:spLocks/>
            </p:cNvSpPr>
            <p:nvPr/>
          </p:nvSpPr>
          <p:spPr bwMode="auto">
            <a:xfrm>
              <a:off x="1206" y="2379"/>
              <a:ext cx="140" cy="32"/>
            </a:xfrm>
            <a:custGeom>
              <a:avLst/>
              <a:gdLst>
                <a:gd name="T0" fmla="*/ 5 w 703"/>
                <a:gd name="T1" fmla="*/ 0 h 162"/>
                <a:gd name="T2" fmla="*/ 5 w 703"/>
                <a:gd name="T3" fmla="*/ 0 h 162"/>
                <a:gd name="T4" fmla="*/ 5 w 703"/>
                <a:gd name="T5" fmla="*/ 0 h 162"/>
                <a:gd name="T6" fmla="*/ 5 w 703"/>
                <a:gd name="T7" fmla="*/ 0 h 162"/>
                <a:gd name="T8" fmla="*/ 4 w 703"/>
                <a:gd name="T9" fmla="*/ 0 h 162"/>
                <a:gd name="T10" fmla="*/ 4 w 703"/>
                <a:gd name="T11" fmla="*/ 0 h 162"/>
                <a:gd name="T12" fmla="*/ 4 w 703"/>
                <a:gd name="T13" fmla="*/ 0 h 162"/>
                <a:gd name="T14" fmla="*/ 3 w 703"/>
                <a:gd name="T15" fmla="*/ 1 h 162"/>
                <a:gd name="T16" fmla="*/ 3 w 703"/>
                <a:gd name="T17" fmla="*/ 1 h 162"/>
                <a:gd name="T18" fmla="*/ 3 w 703"/>
                <a:gd name="T19" fmla="*/ 1 h 162"/>
                <a:gd name="T20" fmla="*/ 2 w 703"/>
                <a:gd name="T21" fmla="*/ 1 h 162"/>
                <a:gd name="T22" fmla="*/ 2 w 703"/>
                <a:gd name="T23" fmla="*/ 1 h 162"/>
                <a:gd name="T24" fmla="*/ 2 w 703"/>
                <a:gd name="T25" fmla="*/ 0 h 162"/>
                <a:gd name="T26" fmla="*/ 1 w 703"/>
                <a:gd name="T27" fmla="*/ 0 h 162"/>
                <a:gd name="T28" fmla="*/ 1 w 703"/>
                <a:gd name="T29" fmla="*/ 0 h 162"/>
                <a:gd name="T30" fmla="*/ 1 w 703"/>
                <a:gd name="T31" fmla="*/ 0 h 162"/>
                <a:gd name="T32" fmla="*/ 1 w 703"/>
                <a:gd name="T33" fmla="*/ 0 h 162"/>
                <a:gd name="T34" fmla="*/ 0 w 703"/>
                <a:gd name="T35" fmla="*/ 0 h 162"/>
                <a:gd name="T36" fmla="*/ 0 w 703"/>
                <a:gd name="T37" fmla="*/ 1 h 162"/>
                <a:gd name="T38" fmla="*/ 0 w 703"/>
                <a:gd name="T39" fmla="*/ 1 h 162"/>
                <a:gd name="T40" fmla="*/ 1 w 703"/>
                <a:gd name="T41" fmla="*/ 1 h 162"/>
                <a:gd name="T42" fmla="*/ 1 w 703"/>
                <a:gd name="T43" fmla="*/ 1 h 162"/>
                <a:gd name="T44" fmla="*/ 1 w 703"/>
                <a:gd name="T45" fmla="*/ 1 h 162"/>
                <a:gd name="T46" fmla="*/ 2 w 703"/>
                <a:gd name="T47" fmla="*/ 1 h 162"/>
                <a:gd name="T48" fmla="*/ 2 w 703"/>
                <a:gd name="T49" fmla="*/ 1 h 162"/>
                <a:gd name="T50" fmla="*/ 2 w 703"/>
                <a:gd name="T51" fmla="*/ 1 h 162"/>
                <a:gd name="T52" fmla="*/ 3 w 703"/>
                <a:gd name="T53" fmla="*/ 1 h 162"/>
                <a:gd name="T54" fmla="*/ 3 w 703"/>
                <a:gd name="T55" fmla="*/ 1 h 162"/>
                <a:gd name="T56" fmla="*/ 3 w 703"/>
                <a:gd name="T57" fmla="*/ 1 h 162"/>
                <a:gd name="T58" fmla="*/ 4 w 703"/>
                <a:gd name="T59" fmla="*/ 1 h 162"/>
                <a:gd name="T60" fmla="*/ 4 w 703"/>
                <a:gd name="T61" fmla="*/ 1 h 162"/>
                <a:gd name="T62" fmla="*/ 5 w 703"/>
                <a:gd name="T63" fmla="*/ 1 h 162"/>
                <a:gd name="T64" fmla="*/ 5 w 703"/>
                <a:gd name="T65" fmla="*/ 1 h 162"/>
                <a:gd name="T66" fmla="*/ 5 w 703"/>
                <a:gd name="T67" fmla="*/ 1 h 162"/>
                <a:gd name="T68" fmla="*/ 5 w 703"/>
                <a:gd name="T69" fmla="*/ 1 h 162"/>
                <a:gd name="T70" fmla="*/ 5 w 703"/>
                <a:gd name="T71" fmla="*/ 1 h 162"/>
                <a:gd name="T72" fmla="*/ 5 w 703"/>
                <a:gd name="T73" fmla="*/ 1 h 162"/>
                <a:gd name="T74" fmla="*/ 5 w 703"/>
                <a:gd name="T75" fmla="*/ 1 h 162"/>
                <a:gd name="T76" fmla="*/ 6 w 703"/>
                <a:gd name="T77" fmla="*/ 0 h 162"/>
                <a:gd name="T78" fmla="*/ 6 w 703"/>
                <a:gd name="T79" fmla="*/ 0 h 162"/>
                <a:gd name="T80" fmla="*/ 6 w 703"/>
                <a:gd name="T81" fmla="*/ 0 h 162"/>
                <a:gd name="T82" fmla="*/ 5 w 703"/>
                <a:gd name="T83" fmla="*/ 0 h 162"/>
                <a:gd name="T84" fmla="*/ 5 w 703"/>
                <a:gd name="T85" fmla="*/ 0 h 162"/>
                <a:gd name="T86" fmla="*/ 5 w 703"/>
                <a:gd name="T87" fmla="*/ 0 h 162"/>
                <a:gd name="T88" fmla="*/ 5 w 703"/>
                <a:gd name="T89" fmla="*/ 0 h 162"/>
                <a:gd name="T90" fmla="*/ 5 w 703"/>
                <a:gd name="T91" fmla="*/ 0 h 162"/>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703"/>
                <a:gd name="T139" fmla="*/ 0 h 162"/>
                <a:gd name="T140" fmla="*/ 703 w 703"/>
                <a:gd name="T141" fmla="*/ 162 h 162"/>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703" h="162">
                  <a:moveTo>
                    <a:pt x="631" y="8"/>
                  </a:moveTo>
                  <a:lnTo>
                    <a:pt x="636" y="6"/>
                  </a:lnTo>
                  <a:lnTo>
                    <a:pt x="606" y="20"/>
                  </a:lnTo>
                  <a:lnTo>
                    <a:pt x="575" y="32"/>
                  </a:lnTo>
                  <a:lnTo>
                    <a:pt x="540" y="42"/>
                  </a:lnTo>
                  <a:lnTo>
                    <a:pt x="504" y="52"/>
                  </a:lnTo>
                  <a:lnTo>
                    <a:pt x="467" y="59"/>
                  </a:lnTo>
                  <a:lnTo>
                    <a:pt x="428" y="64"/>
                  </a:lnTo>
                  <a:lnTo>
                    <a:pt x="389" y="67"/>
                  </a:lnTo>
                  <a:lnTo>
                    <a:pt x="348" y="68"/>
                  </a:lnTo>
                  <a:lnTo>
                    <a:pt x="308" y="68"/>
                  </a:lnTo>
                  <a:lnTo>
                    <a:pt x="267" y="65"/>
                  </a:lnTo>
                  <a:lnTo>
                    <a:pt x="226" y="61"/>
                  </a:lnTo>
                  <a:lnTo>
                    <a:pt x="187" y="54"/>
                  </a:lnTo>
                  <a:lnTo>
                    <a:pt x="148" y="44"/>
                  </a:lnTo>
                  <a:lnTo>
                    <a:pt x="110" y="33"/>
                  </a:lnTo>
                  <a:lnTo>
                    <a:pt x="75" y="20"/>
                  </a:lnTo>
                  <a:lnTo>
                    <a:pt x="42" y="5"/>
                  </a:lnTo>
                  <a:lnTo>
                    <a:pt x="0" y="89"/>
                  </a:lnTo>
                  <a:lnTo>
                    <a:pt x="40" y="107"/>
                  </a:lnTo>
                  <a:lnTo>
                    <a:pt x="82" y="122"/>
                  </a:lnTo>
                  <a:lnTo>
                    <a:pt x="124" y="135"/>
                  </a:lnTo>
                  <a:lnTo>
                    <a:pt x="169" y="146"/>
                  </a:lnTo>
                  <a:lnTo>
                    <a:pt x="214" y="153"/>
                  </a:lnTo>
                  <a:lnTo>
                    <a:pt x="258" y="158"/>
                  </a:lnTo>
                  <a:lnTo>
                    <a:pt x="303" y="162"/>
                  </a:lnTo>
                  <a:lnTo>
                    <a:pt x="348" y="162"/>
                  </a:lnTo>
                  <a:lnTo>
                    <a:pt x="394" y="161"/>
                  </a:lnTo>
                  <a:lnTo>
                    <a:pt x="439" y="157"/>
                  </a:lnTo>
                  <a:lnTo>
                    <a:pt x="481" y="150"/>
                  </a:lnTo>
                  <a:lnTo>
                    <a:pt x="525" y="143"/>
                  </a:lnTo>
                  <a:lnTo>
                    <a:pt x="566" y="132"/>
                  </a:lnTo>
                  <a:lnTo>
                    <a:pt x="606" y="121"/>
                  </a:lnTo>
                  <a:lnTo>
                    <a:pt x="643" y="105"/>
                  </a:lnTo>
                  <a:lnTo>
                    <a:pt x="678" y="88"/>
                  </a:lnTo>
                  <a:lnTo>
                    <a:pt x="683" y="86"/>
                  </a:lnTo>
                  <a:lnTo>
                    <a:pt x="678" y="88"/>
                  </a:lnTo>
                  <a:lnTo>
                    <a:pt x="695" y="75"/>
                  </a:lnTo>
                  <a:lnTo>
                    <a:pt x="702" y="60"/>
                  </a:lnTo>
                  <a:lnTo>
                    <a:pt x="703" y="42"/>
                  </a:lnTo>
                  <a:lnTo>
                    <a:pt x="698" y="26"/>
                  </a:lnTo>
                  <a:lnTo>
                    <a:pt x="688" y="12"/>
                  </a:lnTo>
                  <a:lnTo>
                    <a:pt x="674" y="3"/>
                  </a:lnTo>
                  <a:lnTo>
                    <a:pt x="656" y="0"/>
                  </a:lnTo>
                  <a:lnTo>
                    <a:pt x="636" y="6"/>
                  </a:lnTo>
                  <a:lnTo>
                    <a:pt x="631"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2901" name="Freeform 35"/>
            <p:cNvSpPr>
              <a:spLocks/>
            </p:cNvSpPr>
            <p:nvPr/>
          </p:nvSpPr>
          <p:spPr bwMode="auto">
            <a:xfrm>
              <a:off x="1332" y="2204"/>
              <a:ext cx="283" cy="192"/>
            </a:xfrm>
            <a:custGeom>
              <a:avLst/>
              <a:gdLst>
                <a:gd name="T0" fmla="*/ 11 w 1415"/>
                <a:gd name="T1" fmla="*/ 0 h 960"/>
                <a:gd name="T2" fmla="*/ 11 w 1415"/>
                <a:gd name="T3" fmla="*/ 0 h 960"/>
                <a:gd name="T4" fmla="*/ 0 w 1415"/>
                <a:gd name="T5" fmla="*/ 7 h 960"/>
                <a:gd name="T6" fmla="*/ 0 w 1415"/>
                <a:gd name="T7" fmla="*/ 8 h 960"/>
                <a:gd name="T8" fmla="*/ 11 w 1415"/>
                <a:gd name="T9" fmla="*/ 1 h 960"/>
                <a:gd name="T10" fmla="*/ 11 w 1415"/>
                <a:gd name="T11" fmla="*/ 1 h 960"/>
                <a:gd name="T12" fmla="*/ 11 w 1415"/>
                <a:gd name="T13" fmla="*/ 1 h 960"/>
                <a:gd name="T14" fmla="*/ 11 w 1415"/>
                <a:gd name="T15" fmla="*/ 1 h 960"/>
                <a:gd name="T16" fmla="*/ 11 w 1415"/>
                <a:gd name="T17" fmla="*/ 0 h 960"/>
                <a:gd name="T18" fmla="*/ 11 w 1415"/>
                <a:gd name="T19" fmla="*/ 0 h 960"/>
                <a:gd name="T20" fmla="*/ 11 w 1415"/>
                <a:gd name="T21" fmla="*/ 0 h 960"/>
                <a:gd name="T22" fmla="*/ 11 w 1415"/>
                <a:gd name="T23" fmla="*/ 0 h 960"/>
                <a:gd name="T24" fmla="*/ 11 w 1415"/>
                <a:gd name="T25" fmla="*/ 0 h 960"/>
                <a:gd name="T26" fmla="*/ 11 w 1415"/>
                <a:gd name="T27" fmla="*/ 0 h 960"/>
                <a:gd name="T28" fmla="*/ 11 w 1415"/>
                <a:gd name="T29" fmla="*/ 0 h 960"/>
                <a:gd name="T30" fmla="*/ 11 w 1415"/>
                <a:gd name="T31" fmla="*/ 0 h 96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15"/>
                <a:gd name="T49" fmla="*/ 0 h 960"/>
                <a:gd name="T50" fmla="*/ 1415 w 1415"/>
                <a:gd name="T51" fmla="*/ 960 h 96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15" h="960">
                  <a:moveTo>
                    <a:pt x="1338" y="10"/>
                  </a:moveTo>
                  <a:lnTo>
                    <a:pt x="1342" y="8"/>
                  </a:lnTo>
                  <a:lnTo>
                    <a:pt x="0" y="882"/>
                  </a:lnTo>
                  <a:lnTo>
                    <a:pt x="52" y="960"/>
                  </a:lnTo>
                  <a:lnTo>
                    <a:pt x="1393" y="85"/>
                  </a:lnTo>
                  <a:lnTo>
                    <a:pt x="1397" y="83"/>
                  </a:lnTo>
                  <a:lnTo>
                    <a:pt x="1393" y="85"/>
                  </a:lnTo>
                  <a:lnTo>
                    <a:pt x="1409" y="71"/>
                  </a:lnTo>
                  <a:lnTo>
                    <a:pt x="1415" y="53"/>
                  </a:lnTo>
                  <a:lnTo>
                    <a:pt x="1413" y="37"/>
                  </a:lnTo>
                  <a:lnTo>
                    <a:pt x="1406" y="21"/>
                  </a:lnTo>
                  <a:lnTo>
                    <a:pt x="1395" y="8"/>
                  </a:lnTo>
                  <a:lnTo>
                    <a:pt x="1379" y="1"/>
                  </a:lnTo>
                  <a:lnTo>
                    <a:pt x="1361" y="0"/>
                  </a:lnTo>
                  <a:lnTo>
                    <a:pt x="1342" y="8"/>
                  </a:lnTo>
                  <a:lnTo>
                    <a:pt x="1338" y="1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2902" name="Freeform 36"/>
            <p:cNvSpPr>
              <a:spLocks/>
            </p:cNvSpPr>
            <p:nvPr/>
          </p:nvSpPr>
          <p:spPr bwMode="auto">
            <a:xfrm>
              <a:off x="1599" y="2057"/>
              <a:ext cx="80" cy="163"/>
            </a:xfrm>
            <a:custGeom>
              <a:avLst/>
              <a:gdLst>
                <a:gd name="T0" fmla="*/ 2 w 398"/>
                <a:gd name="T1" fmla="*/ 0 h 817"/>
                <a:gd name="T2" fmla="*/ 2 w 398"/>
                <a:gd name="T3" fmla="*/ 0 h 817"/>
                <a:gd name="T4" fmla="*/ 2 w 398"/>
                <a:gd name="T5" fmla="*/ 1 h 817"/>
                <a:gd name="T6" fmla="*/ 2 w 398"/>
                <a:gd name="T7" fmla="*/ 1 h 817"/>
                <a:gd name="T8" fmla="*/ 2 w 398"/>
                <a:gd name="T9" fmla="*/ 2 h 817"/>
                <a:gd name="T10" fmla="*/ 2 w 398"/>
                <a:gd name="T11" fmla="*/ 2 h 817"/>
                <a:gd name="T12" fmla="*/ 2 w 398"/>
                <a:gd name="T13" fmla="*/ 2 h 817"/>
                <a:gd name="T14" fmla="*/ 2 w 398"/>
                <a:gd name="T15" fmla="*/ 3 h 817"/>
                <a:gd name="T16" fmla="*/ 2 w 398"/>
                <a:gd name="T17" fmla="*/ 3 h 817"/>
                <a:gd name="T18" fmla="*/ 2 w 398"/>
                <a:gd name="T19" fmla="*/ 4 h 817"/>
                <a:gd name="T20" fmla="*/ 2 w 398"/>
                <a:gd name="T21" fmla="*/ 4 h 817"/>
                <a:gd name="T22" fmla="*/ 1 w 398"/>
                <a:gd name="T23" fmla="*/ 4 h 817"/>
                <a:gd name="T24" fmla="*/ 1 w 398"/>
                <a:gd name="T25" fmla="*/ 5 h 817"/>
                <a:gd name="T26" fmla="*/ 1 w 398"/>
                <a:gd name="T27" fmla="*/ 5 h 817"/>
                <a:gd name="T28" fmla="*/ 1 w 398"/>
                <a:gd name="T29" fmla="*/ 5 h 817"/>
                <a:gd name="T30" fmla="*/ 1 w 398"/>
                <a:gd name="T31" fmla="*/ 5 h 817"/>
                <a:gd name="T32" fmla="*/ 0 w 398"/>
                <a:gd name="T33" fmla="*/ 6 h 817"/>
                <a:gd name="T34" fmla="*/ 0 w 398"/>
                <a:gd name="T35" fmla="*/ 6 h 817"/>
                <a:gd name="T36" fmla="*/ 0 w 398"/>
                <a:gd name="T37" fmla="*/ 7 h 817"/>
                <a:gd name="T38" fmla="*/ 1 w 398"/>
                <a:gd name="T39" fmla="*/ 6 h 817"/>
                <a:gd name="T40" fmla="*/ 1 w 398"/>
                <a:gd name="T41" fmla="*/ 6 h 817"/>
                <a:gd name="T42" fmla="*/ 1 w 398"/>
                <a:gd name="T43" fmla="*/ 6 h 817"/>
                <a:gd name="T44" fmla="*/ 2 w 398"/>
                <a:gd name="T45" fmla="*/ 5 h 817"/>
                <a:gd name="T46" fmla="*/ 2 w 398"/>
                <a:gd name="T47" fmla="*/ 5 h 817"/>
                <a:gd name="T48" fmla="*/ 2 w 398"/>
                <a:gd name="T49" fmla="*/ 5 h 817"/>
                <a:gd name="T50" fmla="*/ 2 w 398"/>
                <a:gd name="T51" fmla="*/ 4 h 817"/>
                <a:gd name="T52" fmla="*/ 2 w 398"/>
                <a:gd name="T53" fmla="*/ 4 h 817"/>
                <a:gd name="T54" fmla="*/ 3 w 398"/>
                <a:gd name="T55" fmla="*/ 3 h 817"/>
                <a:gd name="T56" fmla="*/ 3 w 398"/>
                <a:gd name="T57" fmla="*/ 3 h 817"/>
                <a:gd name="T58" fmla="*/ 3 w 398"/>
                <a:gd name="T59" fmla="*/ 3 h 817"/>
                <a:gd name="T60" fmla="*/ 3 w 398"/>
                <a:gd name="T61" fmla="*/ 2 h 817"/>
                <a:gd name="T62" fmla="*/ 3 w 398"/>
                <a:gd name="T63" fmla="*/ 2 h 817"/>
                <a:gd name="T64" fmla="*/ 3 w 398"/>
                <a:gd name="T65" fmla="*/ 1 h 817"/>
                <a:gd name="T66" fmla="*/ 3 w 398"/>
                <a:gd name="T67" fmla="*/ 1 h 817"/>
                <a:gd name="T68" fmla="*/ 3 w 398"/>
                <a:gd name="T69" fmla="*/ 0 h 817"/>
                <a:gd name="T70" fmla="*/ 3 w 398"/>
                <a:gd name="T71" fmla="*/ 0 h 817"/>
                <a:gd name="T72" fmla="*/ 3 w 398"/>
                <a:gd name="T73" fmla="*/ 0 h 817"/>
                <a:gd name="T74" fmla="*/ 3 w 398"/>
                <a:gd name="T75" fmla="*/ 0 h 817"/>
                <a:gd name="T76" fmla="*/ 3 w 398"/>
                <a:gd name="T77" fmla="*/ 0 h 817"/>
                <a:gd name="T78" fmla="*/ 3 w 398"/>
                <a:gd name="T79" fmla="*/ 0 h 817"/>
                <a:gd name="T80" fmla="*/ 3 w 398"/>
                <a:gd name="T81" fmla="*/ 0 h 817"/>
                <a:gd name="T82" fmla="*/ 3 w 398"/>
                <a:gd name="T83" fmla="*/ 0 h 817"/>
                <a:gd name="T84" fmla="*/ 3 w 398"/>
                <a:gd name="T85" fmla="*/ 0 h 817"/>
                <a:gd name="T86" fmla="*/ 2 w 398"/>
                <a:gd name="T87" fmla="*/ 0 h 817"/>
                <a:gd name="T88" fmla="*/ 2 w 398"/>
                <a:gd name="T89" fmla="*/ 0 h 817"/>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398"/>
                <a:gd name="T136" fmla="*/ 0 h 817"/>
                <a:gd name="T137" fmla="*/ 398 w 398"/>
                <a:gd name="T138" fmla="*/ 817 h 817"/>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398" h="817">
                  <a:moveTo>
                    <a:pt x="304" y="47"/>
                  </a:moveTo>
                  <a:lnTo>
                    <a:pt x="304" y="47"/>
                  </a:lnTo>
                  <a:lnTo>
                    <a:pt x="301" y="97"/>
                  </a:lnTo>
                  <a:lnTo>
                    <a:pt x="297" y="147"/>
                  </a:lnTo>
                  <a:lnTo>
                    <a:pt x="291" y="198"/>
                  </a:lnTo>
                  <a:lnTo>
                    <a:pt x="280" y="247"/>
                  </a:lnTo>
                  <a:lnTo>
                    <a:pt x="268" y="297"/>
                  </a:lnTo>
                  <a:lnTo>
                    <a:pt x="253" y="347"/>
                  </a:lnTo>
                  <a:lnTo>
                    <a:pt x="236" y="395"/>
                  </a:lnTo>
                  <a:lnTo>
                    <a:pt x="217" y="442"/>
                  </a:lnTo>
                  <a:lnTo>
                    <a:pt x="195" y="487"/>
                  </a:lnTo>
                  <a:lnTo>
                    <a:pt x="171" y="532"/>
                  </a:lnTo>
                  <a:lnTo>
                    <a:pt x="147" y="574"/>
                  </a:lnTo>
                  <a:lnTo>
                    <a:pt x="121" y="613"/>
                  </a:lnTo>
                  <a:lnTo>
                    <a:pt x="93" y="650"/>
                  </a:lnTo>
                  <a:lnTo>
                    <a:pt x="64" y="684"/>
                  </a:lnTo>
                  <a:lnTo>
                    <a:pt x="32" y="716"/>
                  </a:lnTo>
                  <a:lnTo>
                    <a:pt x="0" y="744"/>
                  </a:lnTo>
                  <a:lnTo>
                    <a:pt x="59" y="817"/>
                  </a:lnTo>
                  <a:lnTo>
                    <a:pt x="95" y="784"/>
                  </a:lnTo>
                  <a:lnTo>
                    <a:pt x="132" y="748"/>
                  </a:lnTo>
                  <a:lnTo>
                    <a:pt x="166" y="709"/>
                  </a:lnTo>
                  <a:lnTo>
                    <a:pt x="196" y="667"/>
                  </a:lnTo>
                  <a:lnTo>
                    <a:pt x="227" y="623"/>
                  </a:lnTo>
                  <a:lnTo>
                    <a:pt x="253" y="576"/>
                  </a:lnTo>
                  <a:lnTo>
                    <a:pt x="279" y="530"/>
                  </a:lnTo>
                  <a:lnTo>
                    <a:pt x="301" y="479"/>
                  </a:lnTo>
                  <a:lnTo>
                    <a:pt x="323" y="428"/>
                  </a:lnTo>
                  <a:lnTo>
                    <a:pt x="342" y="375"/>
                  </a:lnTo>
                  <a:lnTo>
                    <a:pt x="359" y="321"/>
                  </a:lnTo>
                  <a:lnTo>
                    <a:pt x="372" y="268"/>
                  </a:lnTo>
                  <a:lnTo>
                    <a:pt x="382" y="212"/>
                  </a:lnTo>
                  <a:lnTo>
                    <a:pt x="391" y="157"/>
                  </a:lnTo>
                  <a:lnTo>
                    <a:pt x="395" y="102"/>
                  </a:lnTo>
                  <a:lnTo>
                    <a:pt x="398" y="47"/>
                  </a:lnTo>
                  <a:lnTo>
                    <a:pt x="394" y="27"/>
                  </a:lnTo>
                  <a:lnTo>
                    <a:pt x="383" y="11"/>
                  </a:lnTo>
                  <a:lnTo>
                    <a:pt x="368" y="3"/>
                  </a:lnTo>
                  <a:lnTo>
                    <a:pt x="351" y="0"/>
                  </a:lnTo>
                  <a:lnTo>
                    <a:pt x="333" y="3"/>
                  </a:lnTo>
                  <a:lnTo>
                    <a:pt x="319" y="11"/>
                  </a:lnTo>
                  <a:lnTo>
                    <a:pt x="307" y="27"/>
                  </a:lnTo>
                  <a:lnTo>
                    <a:pt x="304" y="4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2903" name="Freeform 37"/>
            <p:cNvSpPr>
              <a:spLocks/>
            </p:cNvSpPr>
            <p:nvPr/>
          </p:nvSpPr>
          <p:spPr bwMode="auto">
            <a:xfrm>
              <a:off x="1660" y="1701"/>
              <a:ext cx="19" cy="365"/>
            </a:xfrm>
            <a:custGeom>
              <a:avLst/>
              <a:gdLst>
                <a:gd name="T0" fmla="*/ 0 w 95"/>
                <a:gd name="T1" fmla="*/ 0 h 1826"/>
                <a:gd name="T2" fmla="*/ 0 w 95"/>
                <a:gd name="T3" fmla="*/ 0 h 1826"/>
                <a:gd name="T4" fmla="*/ 0 w 95"/>
                <a:gd name="T5" fmla="*/ 15 h 1826"/>
                <a:gd name="T6" fmla="*/ 1 w 95"/>
                <a:gd name="T7" fmla="*/ 15 h 1826"/>
                <a:gd name="T8" fmla="*/ 1 w 95"/>
                <a:gd name="T9" fmla="*/ 0 h 1826"/>
                <a:gd name="T10" fmla="*/ 1 w 95"/>
                <a:gd name="T11" fmla="*/ 0 h 1826"/>
                <a:gd name="T12" fmla="*/ 1 w 95"/>
                <a:gd name="T13" fmla="*/ 0 h 1826"/>
                <a:gd name="T14" fmla="*/ 1 w 95"/>
                <a:gd name="T15" fmla="*/ 0 h 1826"/>
                <a:gd name="T16" fmla="*/ 1 w 95"/>
                <a:gd name="T17" fmla="*/ 0 h 1826"/>
                <a:gd name="T18" fmla="*/ 1 w 95"/>
                <a:gd name="T19" fmla="*/ 0 h 1826"/>
                <a:gd name="T20" fmla="*/ 0 w 95"/>
                <a:gd name="T21" fmla="*/ 0 h 1826"/>
                <a:gd name="T22" fmla="*/ 0 w 95"/>
                <a:gd name="T23" fmla="*/ 0 h 1826"/>
                <a:gd name="T24" fmla="*/ 0 w 95"/>
                <a:gd name="T25" fmla="*/ 0 h 1826"/>
                <a:gd name="T26" fmla="*/ 0 w 95"/>
                <a:gd name="T27" fmla="*/ 0 h 1826"/>
                <a:gd name="T28" fmla="*/ 0 w 95"/>
                <a:gd name="T29" fmla="*/ 0 h 1826"/>
                <a:gd name="T30" fmla="*/ 0 w 95"/>
                <a:gd name="T31" fmla="*/ 0 h 182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95"/>
                <a:gd name="T49" fmla="*/ 0 h 1826"/>
                <a:gd name="T50" fmla="*/ 95 w 95"/>
                <a:gd name="T51" fmla="*/ 1826 h 182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95" h="1826">
                  <a:moveTo>
                    <a:pt x="0" y="49"/>
                  </a:moveTo>
                  <a:lnTo>
                    <a:pt x="0" y="47"/>
                  </a:lnTo>
                  <a:lnTo>
                    <a:pt x="1" y="1826"/>
                  </a:lnTo>
                  <a:lnTo>
                    <a:pt x="95" y="1826"/>
                  </a:lnTo>
                  <a:lnTo>
                    <a:pt x="93" y="47"/>
                  </a:lnTo>
                  <a:lnTo>
                    <a:pt x="93" y="45"/>
                  </a:lnTo>
                  <a:lnTo>
                    <a:pt x="93" y="47"/>
                  </a:lnTo>
                  <a:lnTo>
                    <a:pt x="90" y="27"/>
                  </a:lnTo>
                  <a:lnTo>
                    <a:pt x="79" y="12"/>
                  </a:lnTo>
                  <a:lnTo>
                    <a:pt x="64" y="4"/>
                  </a:lnTo>
                  <a:lnTo>
                    <a:pt x="47" y="0"/>
                  </a:lnTo>
                  <a:lnTo>
                    <a:pt x="29" y="4"/>
                  </a:lnTo>
                  <a:lnTo>
                    <a:pt x="15" y="12"/>
                  </a:lnTo>
                  <a:lnTo>
                    <a:pt x="3" y="27"/>
                  </a:lnTo>
                  <a:lnTo>
                    <a:pt x="0" y="47"/>
                  </a:lnTo>
                  <a:lnTo>
                    <a:pt x="0" y="4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2904" name="Freeform 38"/>
            <p:cNvSpPr>
              <a:spLocks/>
            </p:cNvSpPr>
            <p:nvPr/>
          </p:nvSpPr>
          <p:spPr bwMode="auto">
            <a:xfrm>
              <a:off x="1598" y="1598"/>
              <a:ext cx="81" cy="113"/>
            </a:xfrm>
            <a:custGeom>
              <a:avLst/>
              <a:gdLst>
                <a:gd name="T0" fmla="*/ 0 w 401"/>
                <a:gd name="T1" fmla="*/ 1 h 566"/>
                <a:gd name="T2" fmla="*/ 0 w 401"/>
                <a:gd name="T3" fmla="*/ 1 h 566"/>
                <a:gd name="T4" fmla="*/ 0 w 401"/>
                <a:gd name="T5" fmla="*/ 1 h 566"/>
                <a:gd name="T6" fmla="*/ 1 w 401"/>
                <a:gd name="T7" fmla="*/ 1 h 566"/>
                <a:gd name="T8" fmla="*/ 1 w 401"/>
                <a:gd name="T9" fmla="*/ 1 h 566"/>
                <a:gd name="T10" fmla="*/ 1 w 401"/>
                <a:gd name="T11" fmla="*/ 1 h 566"/>
                <a:gd name="T12" fmla="*/ 1 w 401"/>
                <a:gd name="T13" fmla="*/ 2 h 566"/>
                <a:gd name="T14" fmla="*/ 1 w 401"/>
                <a:gd name="T15" fmla="*/ 2 h 566"/>
                <a:gd name="T16" fmla="*/ 2 w 401"/>
                <a:gd name="T17" fmla="*/ 2 h 566"/>
                <a:gd name="T18" fmla="*/ 2 w 401"/>
                <a:gd name="T19" fmla="*/ 2 h 566"/>
                <a:gd name="T20" fmla="*/ 2 w 401"/>
                <a:gd name="T21" fmla="*/ 2 h 566"/>
                <a:gd name="T22" fmla="*/ 2 w 401"/>
                <a:gd name="T23" fmla="*/ 3 h 566"/>
                <a:gd name="T24" fmla="*/ 2 w 401"/>
                <a:gd name="T25" fmla="*/ 3 h 566"/>
                <a:gd name="T26" fmla="*/ 2 w 401"/>
                <a:gd name="T27" fmla="*/ 3 h 566"/>
                <a:gd name="T28" fmla="*/ 2 w 401"/>
                <a:gd name="T29" fmla="*/ 4 h 566"/>
                <a:gd name="T30" fmla="*/ 2 w 401"/>
                <a:gd name="T31" fmla="*/ 4 h 566"/>
                <a:gd name="T32" fmla="*/ 2 w 401"/>
                <a:gd name="T33" fmla="*/ 4 h 566"/>
                <a:gd name="T34" fmla="*/ 3 w 401"/>
                <a:gd name="T35" fmla="*/ 5 h 566"/>
                <a:gd name="T36" fmla="*/ 3 w 401"/>
                <a:gd name="T37" fmla="*/ 4 h 566"/>
                <a:gd name="T38" fmla="*/ 3 w 401"/>
                <a:gd name="T39" fmla="*/ 4 h 566"/>
                <a:gd name="T40" fmla="*/ 3 w 401"/>
                <a:gd name="T41" fmla="*/ 4 h 566"/>
                <a:gd name="T42" fmla="*/ 3 w 401"/>
                <a:gd name="T43" fmla="*/ 3 h 566"/>
                <a:gd name="T44" fmla="*/ 3 w 401"/>
                <a:gd name="T45" fmla="*/ 3 h 566"/>
                <a:gd name="T46" fmla="*/ 3 w 401"/>
                <a:gd name="T47" fmla="*/ 3 h 566"/>
                <a:gd name="T48" fmla="*/ 3 w 401"/>
                <a:gd name="T49" fmla="*/ 2 h 566"/>
                <a:gd name="T50" fmla="*/ 3 w 401"/>
                <a:gd name="T51" fmla="*/ 2 h 566"/>
                <a:gd name="T52" fmla="*/ 2 w 401"/>
                <a:gd name="T53" fmla="*/ 2 h 566"/>
                <a:gd name="T54" fmla="*/ 2 w 401"/>
                <a:gd name="T55" fmla="*/ 2 h 566"/>
                <a:gd name="T56" fmla="*/ 2 w 401"/>
                <a:gd name="T57" fmla="*/ 1 h 566"/>
                <a:gd name="T58" fmla="*/ 2 w 401"/>
                <a:gd name="T59" fmla="*/ 1 h 566"/>
                <a:gd name="T60" fmla="*/ 2 w 401"/>
                <a:gd name="T61" fmla="*/ 1 h 566"/>
                <a:gd name="T62" fmla="*/ 1 w 401"/>
                <a:gd name="T63" fmla="*/ 1 h 566"/>
                <a:gd name="T64" fmla="*/ 1 w 401"/>
                <a:gd name="T65" fmla="*/ 0 h 566"/>
                <a:gd name="T66" fmla="*/ 1 w 401"/>
                <a:gd name="T67" fmla="*/ 0 h 566"/>
                <a:gd name="T68" fmla="*/ 1 w 401"/>
                <a:gd name="T69" fmla="*/ 0 h 566"/>
                <a:gd name="T70" fmla="*/ 1 w 401"/>
                <a:gd name="T71" fmla="*/ 0 h 566"/>
                <a:gd name="T72" fmla="*/ 1 w 401"/>
                <a:gd name="T73" fmla="*/ 0 h 566"/>
                <a:gd name="T74" fmla="*/ 0 w 401"/>
                <a:gd name="T75" fmla="*/ 0 h 566"/>
                <a:gd name="T76" fmla="*/ 0 w 401"/>
                <a:gd name="T77" fmla="*/ 0 h 566"/>
                <a:gd name="T78" fmla="*/ 0 w 401"/>
                <a:gd name="T79" fmla="*/ 0 h 566"/>
                <a:gd name="T80" fmla="*/ 0 w 401"/>
                <a:gd name="T81" fmla="*/ 0 h 566"/>
                <a:gd name="T82" fmla="*/ 0 w 401"/>
                <a:gd name="T83" fmla="*/ 0 h 566"/>
                <a:gd name="T84" fmla="*/ 0 w 401"/>
                <a:gd name="T85" fmla="*/ 0 h 566"/>
                <a:gd name="T86" fmla="*/ 0 w 401"/>
                <a:gd name="T87" fmla="*/ 1 h 566"/>
                <a:gd name="T88" fmla="*/ 0 w 401"/>
                <a:gd name="T89" fmla="*/ 1 h 56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401"/>
                <a:gd name="T136" fmla="*/ 0 h 566"/>
                <a:gd name="T137" fmla="*/ 401 w 401"/>
                <a:gd name="T138" fmla="*/ 566 h 566"/>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401" h="566">
                  <a:moveTo>
                    <a:pt x="23" y="88"/>
                  </a:moveTo>
                  <a:lnTo>
                    <a:pt x="23" y="88"/>
                  </a:lnTo>
                  <a:lnTo>
                    <a:pt x="53" y="107"/>
                  </a:lnTo>
                  <a:lnTo>
                    <a:pt x="83" y="125"/>
                  </a:lnTo>
                  <a:lnTo>
                    <a:pt x="108" y="147"/>
                  </a:lnTo>
                  <a:lnTo>
                    <a:pt x="135" y="171"/>
                  </a:lnTo>
                  <a:lnTo>
                    <a:pt x="160" y="196"/>
                  </a:lnTo>
                  <a:lnTo>
                    <a:pt x="182" y="223"/>
                  </a:lnTo>
                  <a:lnTo>
                    <a:pt x="205" y="251"/>
                  </a:lnTo>
                  <a:lnTo>
                    <a:pt x="223" y="281"/>
                  </a:lnTo>
                  <a:lnTo>
                    <a:pt x="240" y="312"/>
                  </a:lnTo>
                  <a:lnTo>
                    <a:pt x="256" y="345"/>
                  </a:lnTo>
                  <a:lnTo>
                    <a:pt x="270" y="379"/>
                  </a:lnTo>
                  <a:lnTo>
                    <a:pt x="282" y="414"/>
                  </a:lnTo>
                  <a:lnTo>
                    <a:pt x="291" y="450"/>
                  </a:lnTo>
                  <a:lnTo>
                    <a:pt x="299" y="488"/>
                  </a:lnTo>
                  <a:lnTo>
                    <a:pt x="304" y="526"/>
                  </a:lnTo>
                  <a:lnTo>
                    <a:pt x="308" y="566"/>
                  </a:lnTo>
                  <a:lnTo>
                    <a:pt x="401" y="562"/>
                  </a:lnTo>
                  <a:lnTo>
                    <a:pt x="398" y="517"/>
                  </a:lnTo>
                  <a:lnTo>
                    <a:pt x="391" y="471"/>
                  </a:lnTo>
                  <a:lnTo>
                    <a:pt x="383" y="429"/>
                  </a:lnTo>
                  <a:lnTo>
                    <a:pt x="371" y="386"/>
                  </a:lnTo>
                  <a:lnTo>
                    <a:pt x="357" y="346"/>
                  </a:lnTo>
                  <a:lnTo>
                    <a:pt x="340" y="307"/>
                  </a:lnTo>
                  <a:lnTo>
                    <a:pt x="324" y="270"/>
                  </a:lnTo>
                  <a:lnTo>
                    <a:pt x="303" y="232"/>
                  </a:lnTo>
                  <a:lnTo>
                    <a:pt x="280" y="197"/>
                  </a:lnTo>
                  <a:lnTo>
                    <a:pt x="255" y="164"/>
                  </a:lnTo>
                  <a:lnTo>
                    <a:pt x="228" y="132"/>
                  </a:lnTo>
                  <a:lnTo>
                    <a:pt x="199" y="103"/>
                  </a:lnTo>
                  <a:lnTo>
                    <a:pt x="169" y="76"/>
                  </a:lnTo>
                  <a:lnTo>
                    <a:pt x="137" y="50"/>
                  </a:lnTo>
                  <a:lnTo>
                    <a:pt x="103" y="27"/>
                  </a:lnTo>
                  <a:lnTo>
                    <a:pt x="67" y="6"/>
                  </a:lnTo>
                  <a:lnTo>
                    <a:pt x="48" y="0"/>
                  </a:lnTo>
                  <a:lnTo>
                    <a:pt x="30" y="2"/>
                  </a:lnTo>
                  <a:lnTo>
                    <a:pt x="16" y="12"/>
                  </a:lnTo>
                  <a:lnTo>
                    <a:pt x="5" y="25"/>
                  </a:lnTo>
                  <a:lnTo>
                    <a:pt x="0" y="41"/>
                  </a:lnTo>
                  <a:lnTo>
                    <a:pt x="0" y="59"/>
                  </a:lnTo>
                  <a:lnTo>
                    <a:pt x="8" y="75"/>
                  </a:lnTo>
                  <a:lnTo>
                    <a:pt x="23"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2905" name="Freeform 39"/>
            <p:cNvSpPr>
              <a:spLocks/>
            </p:cNvSpPr>
            <p:nvPr/>
          </p:nvSpPr>
          <p:spPr bwMode="auto">
            <a:xfrm>
              <a:off x="1346" y="1455"/>
              <a:ext cx="266" cy="160"/>
            </a:xfrm>
            <a:custGeom>
              <a:avLst/>
              <a:gdLst>
                <a:gd name="T0" fmla="*/ 0 w 1330"/>
                <a:gd name="T1" fmla="*/ 1 h 801"/>
                <a:gd name="T2" fmla="*/ 0 w 1330"/>
                <a:gd name="T3" fmla="*/ 1 h 801"/>
                <a:gd name="T4" fmla="*/ 10 w 1330"/>
                <a:gd name="T5" fmla="*/ 6 h 801"/>
                <a:gd name="T6" fmla="*/ 11 w 1330"/>
                <a:gd name="T7" fmla="*/ 6 h 801"/>
                <a:gd name="T8" fmla="*/ 1 w 1330"/>
                <a:gd name="T9" fmla="*/ 0 h 801"/>
                <a:gd name="T10" fmla="*/ 1 w 1330"/>
                <a:gd name="T11" fmla="*/ 0 h 801"/>
                <a:gd name="T12" fmla="*/ 1 w 1330"/>
                <a:gd name="T13" fmla="*/ 0 h 801"/>
                <a:gd name="T14" fmla="*/ 0 w 1330"/>
                <a:gd name="T15" fmla="*/ 0 h 801"/>
                <a:gd name="T16" fmla="*/ 0 w 1330"/>
                <a:gd name="T17" fmla="*/ 0 h 801"/>
                <a:gd name="T18" fmla="*/ 0 w 1330"/>
                <a:gd name="T19" fmla="*/ 0 h 801"/>
                <a:gd name="T20" fmla="*/ 0 w 1330"/>
                <a:gd name="T21" fmla="*/ 0 h 801"/>
                <a:gd name="T22" fmla="*/ 0 w 1330"/>
                <a:gd name="T23" fmla="*/ 0 h 801"/>
                <a:gd name="T24" fmla="*/ 0 w 1330"/>
                <a:gd name="T25" fmla="*/ 0 h 801"/>
                <a:gd name="T26" fmla="*/ 0 w 1330"/>
                <a:gd name="T27" fmla="*/ 1 h 801"/>
                <a:gd name="T28" fmla="*/ 0 w 1330"/>
                <a:gd name="T29" fmla="*/ 1 h 801"/>
                <a:gd name="T30" fmla="*/ 0 w 1330"/>
                <a:gd name="T31" fmla="*/ 1 h 801"/>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30"/>
                <a:gd name="T49" fmla="*/ 0 h 801"/>
                <a:gd name="T50" fmla="*/ 1330 w 1330"/>
                <a:gd name="T51" fmla="*/ 801 h 801"/>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30" h="801">
                  <a:moveTo>
                    <a:pt x="24" y="88"/>
                  </a:moveTo>
                  <a:lnTo>
                    <a:pt x="23" y="88"/>
                  </a:lnTo>
                  <a:lnTo>
                    <a:pt x="1286" y="801"/>
                  </a:lnTo>
                  <a:lnTo>
                    <a:pt x="1330" y="719"/>
                  </a:lnTo>
                  <a:lnTo>
                    <a:pt x="67" y="6"/>
                  </a:lnTo>
                  <a:lnTo>
                    <a:pt x="66" y="6"/>
                  </a:lnTo>
                  <a:lnTo>
                    <a:pt x="67" y="6"/>
                  </a:lnTo>
                  <a:lnTo>
                    <a:pt x="48" y="0"/>
                  </a:lnTo>
                  <a:lnTo>
                    <a:pt x="30" y="2"/>
                  </a:lnTo>
                  <a:lnTo>
                    <a:pt x="16" y="12"/>
                  </a:lnTo>
                  <a:lnTo>
                    <a:pt x="5" y="25"/>
                  </a:lnTo>
                  <a:lnTo>
                    <a:pt x="0" y="41"/>
                  </a:lnTo>
                  <a:lnTo>
                    <a:pt x="0" y="59"/>
                  </a:lnTo>
                  <a:lnTo>
                    <a:pt x="8" y="75"/>
                  </a:lnTo>
                  <a:lnTo>
                    <a:pt x="23" y="88"/>
                  </a:lnTo>
                  <a:lnTo>
                    <a:pt x="24"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2906" name="Freeform 40"/>
            <p:cNvSpPr>
              <a:spLocks/>
            </p:cNvSpPr>
            <p:nvPr/>
          </p:nvSpPr>
          <p:spPr bwMode="auto">
            <a:xfrm>
              <a:off x="1198" y="1439"/>
              <a:ext cx="161" cy="35"/>
            </a:xfrm>
            <a:custGeom>
              <a:avLst/>
              <a:gdLst>
                <a:gd name="T0" fmla="*/ 1 w 806"/>
                <a:gd name="T1" fmla="*/ 1 h 177"/>
                <a:gd name="T2" fmla="*/ 1 w 806"/>
                <a:gd name="T3" fmla="*/ 1 h 177"/>
                <a:gd name="T4" fmla="*/ 1 w 806"/>
                <a:gd name="T5" fmla="*/ 1 h 177"/>
                <a:gd name="T6" fmla="*/ 1 w 806"/>
                <a:gd name="T7" fmla="*/ 1 h 177"/>
                <a:gd name="T8" fmla="*/ 2 w 806"/>
                <a:gd name="T9" fmla="*/ 1 h 177"/>
                <a:gd name="T10" fmla="*/ 2 w 806"/>
                <a:gd name="T11" fmla="*/ 1 h 177"/>
                <a:gd name="T12" fmla="*/ 2 w 806"/>
                <a:gd name="T13" fmla="*/ 1 h 177"/>
                <a:gd name="T14" fmla="*/ 3 w 806"/>
                <a:gd name="T15" fmla="*/ 1 h 177"/>
                <a:gd name="T16" fmla="*/ 3 w 806"/>
                <a:gd name="T17" fmla="*/ 1 h 177"/>
                <a:gd name="T18" fmla="*/ 3 w 806"/>
                <a:gd name="T19" fmla="*/ 1 h 177"/>
                <a:gd name="T20" fmla="*/ 4 w 806"/>
                <a:gd name="T21" fmla="*/ 1 h 177"/>
                <a:gd name="T22" fmla="*/ 4 w 806"/>
                <a:gd name="T23" fmla="*/ 1 h 177"/>
                <a:gd name="T24" fmla="*/ 5 w 806"/>
                <a:gd name="T25" fmla="*/ 1 h 177"/>
                <a:gd name="T26" fmla="*/ 5 w 806"/>
                <a:gd name="T27" fmla="*/ 1 h 177"/>
                <a:gd name="T28" fmla="*/ 5 w 806"/>
                <a:gd name="T29" fmla="*/ 1 h 177"/>
                <a:gd name="T30" fmla="*/ 6 w 806"/>
                <a:gd name="T31" fmla="*/ 1 h 177"/>
                <a:gd name="T32" fmla="*/ 6 w 806"/>
                <a:gd name="T33" fmla="*/ 1 h 177"/>
                <a:gd name="T34" fmla="*/ 6 w 806"/>
                <a:gd name="T35" fmla="*/ 1 h 177"/>
                <a:gd name="T36" fmla="*/ 6 w 806"/>
                <a:gd name="T37" fmla="*/ 1 h 177"/>
                <a:gd name="T38" fmla="*/ 6 w 806"/>
                <a:gd name="T39" fmla="*/ 1 h 177"/>
                <a:gd name="T40" fmla="*/ 6 w 806"/>
                <a:gd name="T41" fmla="*/ 0 h 177"/>
                <a:gd name="T42" fmla="*/ 5 w 806"/>
                <a:gd name="T43" fmla="*/ 0 h 177"/>
                <a:gd name="T44" fmla="*/ 5 w 806"/>
                <a:gd name="T45" fmla="*/ 0 h 177"/>
                <a:gd name="T46" fmla="*/ 5 w 806"/>
                <a:gd name="T47" fmla="*/ 0 h 177"/>
                <a:gd name="T48" fmla="*/ 4 w 806"/>
                <a:gd name="T49" fmla="*/ 0 h 177"/>
                <a:gd name="T50" fmla="*/ 4 w 806"/>
                <a:gd name="T51" fmla="*/ 0 h 177"/>
                <a:gd name="T52" fmla="*/ 3 w 806"/>
                <a:gd name="T53" fmla="*/ 0 h 177"/>
                <a:gd name="T54" fmla="*/ 3 w 806"/>
                <a:gd name="T55" fmla="*/ 0 h 177"/>
                <a:gd name="T56" fmla="*/ 3 w 806"/>
                <a:gd name="T57" fmla="*/ 0 h 177"/>
                <a:gd name="T58" fmla="*/ 2 w 806"/>
                <a:gd name="T59" fmla="*/ 0 h 177"/>
                <a:gd name="T60" fmla="*/ 2 w 806"/>
                <a:gd name="T61" fmla="*/ 0 h 177"/>
                <a:gd name="T62" fmla="*/ 1 w 806"/>
                <a:gd name="T63" fmla="*/ 0 h 177"/>
                <a:gd name="T64" fmla="*/ 1 w 806"/>
                <a:gd name="T65" fmla="*/ 0 h 177"/>
                <a:gd name="T66" fmla="*/ 1 w 806"/>
                <a:gd name="T67" fmla="*/ 1 h 177"/>
                <a:gd name="T68" fmla="*/ 0 w 806"/>
                <a:gd name="T69" fmla="*/ 1 h 177"/>
                <a:gd name="T70" fmla="*/ 0 w 806"/>
                <a:gd name="T71" fmla="*/ 1 h 177"/>
                <a:gd name="T72" fmla="*/ 0 w 806"/>
                <a:gd name="T73" fmla="*/ 1 h 177"/>
                <a:gd name="T74" fmla="*/ 0 w 806"/>
                <a:gd name="T75" fmla="*/ 1 h 177"/>
                <a:gd name="T76" fmla="*/ 0 w 806"/>
                <a:gd name="T77" fmla="*/ 1 h 177"/>
                <a:gd name="T78" fmla="*/ 0 w 806"/>
                <a:gd name="T79" fmla="*/ 1 h 177"/>
                <a:gd name="T80" fmla="*/ 0 w 806"/>
                <a:gd name="T81" fmla="*/ 1 h 177"/>
                <a:gd name="T82" fmla="*/ 0 w 806"/>
                <a:gd name="T83" fmla="*/ 1 h 177"/>
                <a:gd name="T84" fmla="*/ 0 w 806"/>
                <a:gd name="T85" fmla="*/ 1 h 177"/>
                <a:gd name="T86" fmla="*/ 0 w 806"/>
                <a:gd name="T87" fmla="*/ 1 h 177"/>
                <a:gd name="T88" fmla="*/ 1 w 806"/>
                <a:gd name="T89" fmla="*/ 1 h 177"/>
                <a:gd name="T90" fmla="*/ 1 w 806"/>
                <a:gd name="T91" fmla="*/ 1 h 17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806"/>
                <a:gd name="T139" fmla="*/ 0 h 177"/>
                <a:gd name="T140" fmla="*/ 806 w 806"/>
                <a:gd name="T141" fmla="*/ 177 h 17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806" h="177">
                  <a:moveTo>
                    <a:pt x="67" y="171"/>
                  </a:moveTo>
                  <a:lnTo>
                    <a:pt x="68" y="171"/>
                  </a:lnTo>
                  <a:lnTo>
                    <a:pt x="109" y="151"/>
                  </a:lnTo>
                  <a:lnTo>
                    <a:pt x="151" y="135"/>
                  </a:lnTo>
                  <a:lnTo>
                    <a:pt x="196" y="122"/>
                  </a:lnTo>
                  <a:lnTo>
                    <a:pt x="242" y="110"/>
                  </a:lnTo>
                  <a:lnTo>
                    <a:pt x="287" y="102"/>
                  </a:lnTo>
                  <a:lnTo>
                    <a:pt x="335" y="97"/>
                  </a:lnTo>
                  <a:lnTo>
                    <a:pt x="382" y="95"/>
                  </a:lnTo>
                  <a:lnTo>
                    <a:pt x="430" y="94"/>
                  </a:lnTo>
                  <a:lnTo>
                    <a:pt x="477" y="97"/>
                  </a:lnTo>
                  <a:lnTo>
                    <a:pt x="524" y="102"/>
                  </a:lnTo>
                  <a:lnTo>
                    <a:pt x="568" y="108"/>
                  </a:lnTo>
                  <a:lnTo>
                    <a:pt x="612" y="117"/>
                  </a:lnTo>
                  <a:lnTo>
                    <a:pt x="654" y="128"/>
                  </a:lnTo>
                  <a:lnTo>
                    <a:pt x="693" y="141"/>
                  </a:lnTo>
                  <a:lnTo>
                    <a:pt x="730" y="155"/>
                  </a:lnTo>
                  <a:lnTo>
                    <a:pt x="764" y="171"/>
                  </a:lnTo>
                  <a:lnTo>
                    <a:pt x="806" y="89"/>
                  </a:lnTo>
                  <a:lnTo>
                    <a:pt x="768" y="70"/>
                  </a:lnTo>
                  <a:lnTo>
                    <a:pt x="725" y="54"/>
                  </a:lnTo>
                  <a:lnTo>
                    <a:pt x="680" y="39"/>
                  </a:lnTo>
                  <a:lnTo>
                    <a:pt x="633" y="26"/>
                  </a:lnTo>
                  <a:lnTo>
                    <a:pt x="585" y="16"/>
                  </a:lnTo>
                  <a:lnTo>
                    <a:pt x="536" y="8"/>
                  </a:lnTo>
                  <a:lnTo>
                    <a:pt x="484" y="3"/>
                  </a:lnTo>
                  <a:lnTo>
                    <a:pt x="433" y="0"/>
                  </a:lnTo>
                  <a:lnTo>
                    <a:pt x="380" y="1"/>
                  </a:lnTo>
                  <a:lnTo>
                    <a:pt x="328" y="3"/>
                  </a:lnTo>
                  <a:lnTo>
                    <a:pt x="276" y="10"/>
                  </a:lnTo>
                  <a:lnTo>
                    <a:pt x="223" y="19"/>
                  </a:lnTo>
                  <a:lnTo>
                    <a:pt x="172" y="30"/>
                  </a:lnTo>
                  <a:lnTo>
                    <a:pt x="121" y="46"/>
                  </a:lnTo>
                  <a:lnTo>
                    <a:pt x="72" y="67"/>
                  </a:lnTo>
                  <a:lnTo>
                    <a:pt x="24" y="89"/>
                  </a:lnTo>
                  <a:lnTo>
                    <a:pt x="25" y="89"/>
                  </a:lnTo>
                  <a:lnTo>
                    <a:pt x="24" y="89"/>
                  </a:lnTo>
                  <a:lnTo>
                    <a:pt x="8" y="102"/>
                  </a:lnTo>
                  <a:lnTo>
                    <a:pt x="0" y="118"/>
                  </a:lnTo>
                  <a:lnTo>
                    <a:pt x="0" y="136"/>
                  </a:lnTo>
                  <a:lnTo>
                    <a:pt x="6" y="152"/>
                  </a:lnTo>
                  <a:lnTo>
                    <a:pt x="17" y="165"/>
                  </a:lnTo>
                  <a:lnTo>
                    <a:pt x="31" y="175"/>
                  </a:lnTo>
                  <a:lnTo>
                    <a:pt x="48" y="177"/>
                  </a:lnTo>
                  <a:lnTo>
                    <a:pt x="68" y="171"/>
                  </a:lnTo>
                  <a:lnTo>
                    <a:pt x="67" y="1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2907" name="Freeform 41"/>
            <p:cNvSpPr>
              <a:spLocks/>
            </p:cNvSpPr>
            <p:nvPr/>
          </p:nvSpPr>
          <p:spPr bwMode="auto">
            <a:xfrm>
              <a:off x="931" y="1456"/>
              <a:ext cx="280" cy="158"/>
            </a:xfrm>
            <a:custGeom>
              <a:avLst/>
              <a:gdLst>
                <a:gd name="T0" fmla="*/ 1 w 1402"/>
                <a:gd name="T1" fmla="*/ 6 h 787"/>
                <a:gd name="T2" fmla="*/ 1 w 1402"/>
                <a:gd name="T3" fmla="*/ 6 h 787"/>
                <a:gd name="T4" fmla="*/ 11 w 1402"/>
                <a:gd name="T5" fmla="*/ 1 h 787"/>
                <a:gd name="T6" fmla="*/ 11 w 1402"/>
                <a:gd name="T7" fmla="*/ 0 h 787"/>
                <a:gd name="T8" fmla="*/ 0 w 1402"/>
                <a:gd name="T9" fmla="*/ 6 h 787"/>
                <a:gd name="T10" fmla="*/ 0 w 1402"/>
                <a:gd name="T11" fmla="*/ 6 h 787"/>
                <a:gd name="T12" fmla="*/ 0 w 1402"/>
                <a:gd name="T13" fmla="*/ 6 h 787"/>
                <a:gd name="T14" fmla="*/ 0 w 1402"/>
                <a:gd name="T15" fmla="*/ 6 h 787"/>
                <a:gd name="T16" fmla="*/ 0 w 1402"/>
                <a:gd name="T17" fmla="*/ 6 h 787"/>
                <a:gd name="T18" fmla="*/ 0 w 1402"/>
                <a:gd name="T19" fmla="*/ 6 h 787"/>
                <a:gd name="T20" fmla="*/ 0 w 1402"/>
                <a:gd name="T21" fmla="*/ 6 h 787"/>
                <a:gd name="T22" fmla="*/ 0 w 1402"/>
                <a:gd name="T23" fmla="*/ 6 h 787"/>
                <a:gd name="T24" fmla="*/ 0 w 1402"/>
                <a:gd name="T25" fmla="*/ 6 h 787"/>
                <a:gd name="T26" fmla="*/ 0 w 1402"/>
                <a:gd name="T27" fmla="*/ 6 h 787"/>
                <a:gd name="T28" fmla="*/ 1 w 1402"/>
                <a:gd name="T29" fmla="*/ 6 h 787"/>
                <a:gd name="T30" fmla="*/ 1 w 1402"/>
                <a:gd name="T31" fmla="*/ 6 h 78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02"/>
                <a:gd name="T49" fmla="*/ 0 h 787"/>
                <a:gd name="T50" fmla="*/ 1402 w 1402"/>
                <a:gd name="T51" fmla="*/ 787 h 78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02" h="787">
                  <a:moveTo>
                    <a:pt x="69" y="781"/>
                  </a:moveTo>
                  <a:lnTo>
                    <a:pt x="66" y="781"/>
                  </a:lnTo>
                  <a:lnTo>
                    <a:pt x="1402" y="82"/>
                  </a:lnTo>
                  <a:lnTo>
                    <a:pt x="1360" y="0"/>
                  </a:lnTo>
                  <a:lnTo>
                    <a:pt x="24" y="699"/>
                  </a:lnTo>
                  <a:lnTo>
                    <a:pt x="22" y="699"/>
                  </a:lnTo>
                  <a:lnTo>
                    <a:pt x="24" y="699"/>
                  </a:lnTo>
                  <a:lnTo>
                    <a:pt x="8" y="712"/>
                  </a:lnTo>
                  <a:lnTo>
                    <a:pt x="1" y="727"/>
                  </a:lnTo>
                  <a:lnTo>
                    <a:pt x="0" y="744"/>
                  </a:lnTo>
                  <a:lnTo>
                    <a:pt x="5" y="761"/>
                  </a:lnTo>
                  <a:lnTo>
                    <a:pt x="15" y="775"/>
                  </a:lnTo>
                  <a:lnTo>
                    <a:pt x="30" y="784"/>
                  </a:lnTo>
                  <a:lnTo>
                    <a:pt x="46" y="787"/>
                  </a:lnTo>
                  <a:lnTo>
                    <a:pt x="66" y="781"/>
                  </a:lnTo>
                  <a:lnTo>
                    <a:pt x="69" y="7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2908" name="Freeform 42"/>
            <p:cNvSpPr>
              <a:spLocks/>
            </p:cNvSpPr>
            <p:nvPr/>
          </p:nvSpPr>
          <p:spPr bwMode="auto">
            <a:xfrm>
              <a:off x="868" y="1596"/>
              <a:ext cx="77" cy="126"/>
            </a:xfrm>
            <a:custGeom>
              <a:avLst/>
              <a:gdLst>
                <a:gd name="T0" fmla="*/ 1 w 382"/>
                <a:gd name="T1" fmla="*/ 5 h 628"/>
                <a:gd name="T2" fmla="*/ 1 w 382"/>
                <a:gd name="T3" fmla="*/ 5 h 628"/>
                <a:gd name="T4" fmla="*/ 1 w 382"/>
                <a:gd name="T5" fmla="*/ 4 h 628"/>
                <a:gd name="T6" fmla="*/ 1 w 382"/>
                <a:gd name="T7" fmla="*/ 4 h 628"/>
                <a:gd name="T8" fmla="*/ 1 w 382"/>
                <a:gd name="T9" fmla="*/ 4 h 628"/>
                <a:gd name="T10" fmla="*/ 1 w 382"/>
                <a:gd name="T11" fmla="*/ 3 h 628"/>
                <a:gd name="T12" fmla="*/ 1 w 382"/>
                <a:gd name="T13" fmla="*/ 3 h 628"/>
                <a:gd name="T14" fmla="*/ 1 w 382"/>
                <a:gd name="T15" fmla="*/ 3 h 628"/>
                <a:gd name="T16" fmla="*/ 1 w 382"/>
                <a:gd name="T17" fmla="*/ 3 h 628"/>
                <a:gd name="T18" fmla="*/ 1 w 382"/>
                <a:gd name="T19" fmla="*/ 2 h 628"/>
                <a:gd name="T20" fmla="*/ 2 w 382"/>
                <a:gd name="T21" fmla="*/ 2 h 628"/>
                <a:gd name="T22" fmla="*/ 2 w 382"/>
                <a:gd name="T23" fmla="*/ 2 h 628"/>
                <a:gd name="T24" fmla="*/ 2 w 382"/>
                <a:gd name="T25" fmla="*/ 2 h 628"/>
                <a:gd name="T26" fmla="*/ 2 w 382"/>
                <a:gd name="T27" fmla="*/ 1 h 628"/>
                <a:gd name="T28" fmla="*/ 2 w 382"/>
                <a:gd name="T29" fmla="*/ 1 h 628"/>
                <a:gd name="T30" fmla="*/ 3 w 382"/>
                <a:gd name="T31" fmla="*/ 1 h 628"/>
                <a:gd name="T32" fmla="*/ 3 w 382"/>
                <a:gd name="T33" fmla="*/ 1 h 628"/>
                <a:gd name="T34" fmla="*/ 3 w 382"/>
                <a:gd name="T35" fmla="*/ 1 h 628"/>
                <a:gd name="T36" fmla="*/ 3 w 382"/>
                <a:gd name="T37" fmla="*/ 0 h 628"/>
                <a:gd name="T38" fmla="*/ 2 w 382"/>
                <a:gd name="T39" fmla="*/ 0 h 628"/>
                <a:gd name="T40" fmla="*/ 2 w 382"/>
                <a:gd name="T41" fmla="*/ 0 h 628"/>
                <a:gd name="T42" fmla="*/ 2 w 382"/>
                <a:gd name="T43" fmla="*/ 1 h 628"/>
                <a:gd name="T44" fmla="*/ 2 w 382"/>
                <a:gd name="T45" fmla="*/ 1 h 628"/>
                <a:gd name="T46" fmla="*/ 1 w 382"/>
                <a:gd name="T47" fmla="*/ 1 h 628"/>
                <a:gd name="T48" fmla="*/ 1 w 382"/>
                <a:gd name="T49" fmla="*/ 1 h 628"/>
                <a:gd name="T50" fmla="*/ 1 w 382"/>
                <a:gd name="T51" fmla="*/ 2 h 628"/>
                <a:gd name="T52" fmla="*/ 1 w 382"/>
                <a:gd name="T53" fmla="*/ 2 h 628"/>
                <a:gd name="T54" fmla="*/ 1 w 382"/>
                <a:gd name="T55" fmla="*/ 2 h 628"/>
                <a:gd name="T56" fmla="*/ 0 w 382"/>
                <a:gd name="T57" fmla="*/ 3 h 628"/>
                <a:gd name="T58" fmla="*/ 0 w 382"/>
                <a:gd name="T59" fmla="*/ 3 h 628"/>
                <a:gd name="T60" fmla="*/ 0 w 382"/>
                <a:gd name="T61" fmla="*/ 3 h 628"/>
                <a:gd name="T62" fmla="*/ 0 w 382"/>
                <a:gd name="T63" fmla="*/ 4 h 628"/>
                <a:gd name="T64" fmla="*/ 0 w 382"/>
                <a:gd name="T65" fmla="*/ 4 h 628"/>
                <a:gd name="T66" fmla="*/ 0 w 382"/>
                <a:gd name="T67" fmla="*/ 4 h 628"/>
                <a:gd name="T68" fmla="*/ 0 w 382"/>
                <a:gd name="T69" fmla="*/ 5 h 628"/>
                <a:gd name="T70" fmla="*/ 0 w 382"/>
                <a:gd name="T71" fmla="*/ 5 h 628"/>
                <a:gd name="T72" fmla="*/ 0 w 382"/>
                <a:gd name="T73" fmla="*/ 5 h 628"/>
                <a:gd name="T74" fmla="*/ 0 w 382"/>
                <a:gd name="T75" fmla="*/ 5 h 628"/>
                <a:gd name="T76" fmla="*/ 0 w 382"/>
                <a:gd name="T77" fmla="*/ 5 h 628"/>
                <a:gd name="T78" fmla="*/ 0 w 382"/>
                <a:gd name="T79" fmla="*/ 5 h 628"/>
                <a:gd name="T80" fmla="*/ 0 w 382"/>
                <a:gd name="T81" fmla="*/ 5 h 628"/>
                <a:gd name="T82" fmla="*/ 1 w 382"/>
                <a:gd name="T83" fmla="*/ 5 h 628"/>
                <a:gd name="T84" fmla="*/ 1 w 382"/>
                <a:gd name="T85" fmla="*/ 5 h 628"/>
                <a:gd name="T86" fmla="*/ 1 w 382"/>
                <a:gd name="T87" fmla="*/ 5 h 628"/>
                <a:gd name="T88" fmla="*/ 1 w 382"/>
                <a:gd name="T89" fmla="*/ 5 h 628"/>
                <a:gd name="T90" fmla="*/ 1 w 382"/>
                <a:gd name="T91" fmla="*/ 5 h 628"/>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382"/>
                <a:gd name="T139" fmla="*/ 0 h 628"/>
                <a:gd name="T140" fmla="*/ 382 w 382"/>
                <a:gd name="T141" fmla="*/ 628 h 628"/>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382" h="628">
                  <a:moveTo>
                    <a:pt x="94" y="581"/>
                  </a:moveTo>
                  <a:lnTo>
                    <a:pt x="94" y="582"/>
                  </a:lnTo>
                  <a:lnTo>
                    <a:pt x="96" y="541"/>
                  </a:lnTo>
                  <a:lnTo>
                    <a:pt x="99" y="500"/>
                  </a:lnTo>
                  <a:lnTo>
                    <a:pt x="106" y="463"/>
                  </a:lnTo>
                  <a:lnTo>
                    <a:pt x="115" y="424"/>
                  </a:lnTo>
                  <a:lnTo>
                    <a:pt x="127" y="389"/>
                  </a:lnTo>
                  <a:lnTo>
                    <a:pt x="140" y="353"/>
                  </a:lnTo>
                  <a:lnTo>
                    <a:pt x="156" y="320"/>
                  </a:lnTo>
                  <a:lnTo>
                    <a:pt x="173" y="287"/>
                  </a:lnTo>
                  <a:lnTo>
                    <a:pt x="193" y="255"/>
                  </a:lnTo>
                  <a:lnTo>
                    <a:pt x="214" y="226"/>
                  </a:lnTo>
                  <a:lnTo>
                    <a:pt x="238" y="198"/>
                  </a:lnTo>
                  <a:lnTo>
                    <a:pt x="263" y="172"/>
                  </a:lnTo>
                  <a:lnTo>
                    <a:pt x="290" y="146"/>
                  </a:lnTo>
                  <a:lnTo>
                    <a:pt x="318" y="122"/>
                  </a:lnTo>
                  <a:lnTo>
                    <a:pt x="349" y="101"/>
                  </a:lnTo>
                  <a:lnTo>
                    <a:pt x="382" y="82"/>
                  </a:lnTo>
                  <a:lnTo>
                    <a:pt x="335" y="0"/>
                  </a:lnTo>
                  <a:lnTo>
                    <a:pt x="297" y="23"/>
                  </a:lnTo>
                  <a:lnTo>
                    <a:pt x="262" y="49"/>
                  </a:lnTo>
                  <a:lnTo>
                    <a:pt x="229" y="76"/>
                  </a:lnTo>
                  <a:lnTo>
                    <a:pt x="198" y="104"/>
                  </a:lnTo>
                  <a:lnTo>
                    <a:pt x="167" y="137"/>
                  </a:lnTo>
                  <a:lnTo>
                    <a:pt x="142" y="170"/>
                  </a:lnTo>
                  <a:lnTo>
                    <a:pt x="116" y="204"/>
                  </a:lnTo>
                  <a:lnTo>
                    <a:pt x="94" y="240"/>
                  </a:lnTo>
                  <a:lnTo>
                    <a:pt x="74" y="278"/>
                  </a:lnTo>
                  <a:lnTo>
                    <a:pt x="54" y="317"/>
                  </a:lnTo>
                  <a:lnTo>
                    <a:pt x="38" y="359"/>
                  </a:lnTo>
                  <a:lnTo>
                    <a:pt x="26" y="401"/>
                  </a:lnTo>
                  <a:lnTo>
                    <a:pt x="15" y="444"/>
                  </a:lnTo>
                  <a:lnTo>
                    <a:pt x="8" y="489"/>
                  </a:lnTo>
                  <a:lnTo>
                    <a:pt x="2" y="534"/>
                  </a:lnTo>
                  <a:lnTo>
                    <a:pt x="0" y="580"/>
                  </a:lnTo>
                  <a:lnTo>
                    <a:pt x="0" y="581"/>
                  </a:lnTo>
                  <a:lnTo>
                    <a:pt x="0" y="580"/>
                  </a:lnTo>
                  <a:lnTo>
                    <a:pt x="3" y="600"/>
                  </a:lnTo>
                  <a:lnTo>
                    <a:pt x="14" y="615"/>
                  </a:lnTo>
                  <a:lnTo>
                    <a:pt x="29" y="625"/>
                  </a:lnTo>
                  <a:lnTo>
                    <a:pt x="45" y="628"/>
                  </a:lnTo>
                  <a:lnTo>
                    <a:pt x="63" y="626"/>
                  </a:lnTo>
                  <a:lnTo>
                    <a:pt x="78" y="616"/>
                  </a:lnTo>
                  <a:lnTo>
                    <a:pt x="89" y="602"/>
                  </a:lnTo>
                  <a:lnTo>
                    <a:pt x="94" y="582"/>
                  </a:lnTo>
                  <a:lnTo>
                    <a:pt x="94" y="5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2909" name="Freeform 43"/>
            <p:cNvSpPr>
              <a:spLocks/>
            </p:cNvSpPr>
            <p:nvPr/>
          </p:nvSpPr>
          <p:spPr bwMode="auto">
            <a:xfrm>
              <a:off x="868" y="1712"/>
              <a:ext cx="19" cy="364"/>
            </a:xfrm>
            <a:custGeom>
              <a:avLst/>
              <a:gdLst>
                <a:gd name="T0" fmla="*/ 1 w 94"/>
                <a:gd name="T1" fmla="*/ 14 h 1818"/>
                <a:gd name="T2" fmla="*/ 1 w 94"/>
                <a:gd name="T3" fmla="*/ 14 h 1818"/>
                <a:gd name="T4" fmla="*/ 1 w 94"/>
                <a:gd name="T5" fmla="*/ 0 h 1818"/>
                <a:gd name="T6" fmla="*/ 0 w 94"/>
                <a:gd name="T7" fmla="*/ 0 h 1818"/>
                <a:gd name="T8" fmla="*/ 0 w 94"/>
                <a:gd name="T9" fmla="*/ 14 h 1818"/>
                <a:gd name="T10" fmla="*/ 0 w 94"/>
                <a:gd name="T11" fmla="*/ 14 h 1818"/>
                <a:gd name="T12" fmla="*/ 0 w 94"/>
                <a:gd name="T13" fmla="*/ 14 h 1818"/>
                <a:gd name="T14" fmla="*/ 0 w 94"/>
                <a:gd name="T15" fmla="*/ 14 h 1818"/>
                <a:gd name="T16" fmla="*/ 0 w 94"/>
                <a:gd name="T17" fmla="*/ 14 h 1818"/>
                <a:gd name="T18" fmla="*/ 0 w 94"/>
                <a:gd name="T19" fmla="*/ 15 h 1818"/>
                <a:gd name="T20" fmla="*/ 0 w 94"/>
                <a:gd name="T21" fmla="*/ 15 h 1818"/>
                <a:gd name="T22" fmla="*/ 1 w 94"/>
                <a:gd name="T23" fmla="*/ 15 h 1818"/>
                <a:gd name="T24" fmla="*/ 1 w 94"/>
                <a:gd name="T25" fmla="*/ 14 h 1818"/>
                <a:gd name="T26" fmla="*/ 1 w 94"/>
                <a:gd name="T27" fmla="*/ 14 h 1818"/>
                <a:gd name="T28" fmla="*/ 1 w 94"/>
                <a:gd name="T29" fmla="*/ 14 h 1818"/>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94"/>
                <a:gd name="T46" fmla="*/ 0 h 1818"/>
                <a:gd name="T47" fmla="*/ 94 w 94"/>
                <a:gd name="T48" fmla="*/ 1818 h 1818"/>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94" h="1818">
                  <a:moveTo>
                    <a:pt x="94" y="1771"/>
                  </a:moveTo>
                  <a:lnTo>
                    <a:pt x="94" y="1771"/>
                  </a:lnTo>
                  <a:lnTo>
                    <a:pt x="94" y="0"/>
                  </a:lnTo>
                  <a:lnTo>
                    <a:pt x="0" y="0"/>
                  </a:lnTo>
                  <a:lnTo>
                    <a:pt x="0" y="1771"/>
                  </a:lnTo>
                  <a:lnTo>
                    <a:pt x="3" y="1791"/>
                  </a:lnTo>
                  <a:lnTo>
                    <a:pt x="15" y="1806"/>
                  </a:lnTo>
                  <a:lnTo>
                    <a:pt x="29" y="1814"/>
                  </a:lnTo>
                  <a:lnTo>
                    <a:pt x="47" y="1818"/>
                  </a:lnTo>
                  <a:lnTo>
                    <a:pt x="64" y="1814"/>
                  </a:lnTo>
                  <a:lnTo>
                    <a:pt x="79" y="1806"/>
                  </a:lnTo>
                  <a:lnTo>
                    <a:pt x="90" y="1791"/>
                  </a:lnTo>
                  <a:lnTo>
                    <a:pt x="94" y="17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2910" name="Freeform 44"/>
            <p:cNvSpPr>
              <a:spLocks/>
            </p:cNvSpPr>
            <p:nvPr/>
          </p:nvSpPr>
          <p:spPr bwMode="auto">
            <a:xfrm>
              <a:off x="868" y="2067"/>
              <a:ext cx="90" cy="160"/>
            </a:xfrm>
            <a:custGeom>
              <a:avLst/>
              <a:gdLst>
                <a:gd name="T0" fmla="*/ 3 w 449"/>
                <a:gd name="T1" fmla="*/ 6 h 803"/>
                <a:gd name="T2" fmla="*/ 3 w 449"/>
                <a:gd name="T3" fmla="*/ 6 h 803"/>
                <a:gd name="T4" fmla="*/ 3 w 449"/>
                <a:gd name="T5" fmla="*/ 5 h 803"/>
                <a:gd name="T6" fmla="*/ 3 w 449"/>
                <a:gd name="T7" fmla="*/ 5 h 803"/>
                <a:gd name="T8" fmla="*/ 3 w 449"/>
                <a:gd name="T9" fmla="*/ 5 h 803"/>
                <a:gd name="T10" fmla="*/ 2 w 449"/>
                <a:gd name="T11" fmla="*/ 5 h 803"/>
                <a:gd name="T12" fmla="*/ 2 w 449"/>
                <a:gd name="T13" fmla="*/ 4 h 803"/>
                <a:gd name="T14" fmla="*/ 2 w 449"/>
                <a:gd name="T15" fmla="*/ 4 h 803"/>
                <a:gd name="T16" fmla="*/ 2 w 449"/>
                <a:gd name="T17" fmla="*/ 4 h 803"/>
                <a:gd name="T18" fmla="*/ 2 w 449"/>
                <a:gd name="T19" fmla="*/ 3 h 803"/>
                <a:gd name="T20" fmla="*/ 1 w 449"/>
                <a:gd name="T21" fmla="*/ 3 h 803"/>
                <a:gd name="T22" fmla="*/ 1 w 449"/>
                <a:gd name="T23" fmla="*/ 2 h 803"/>
                <a:gd name="T24" fmla="*/ 1 w 449"/>
                <a:gd name="T25" fmla="*/ 2 h 803"/>
                <a:gd name="T26" fmla="*/ 1 w 449"/>
                <a:gd name="T27" fmla="*/ 2 h 803"/>
                <a:gd name="T28" fmla="*/ 1 w 449"/>
                <a:gd name="T29" fmla="*/ 1 h 803"/>
                <a:gd name="T30" fmla="*/ 1 w 449"/>
                <a:gd name="T31" fmla="*/ 1 h 803"/>
                <a:gd name="T32" fmla="*/ 1 w 449"/>
                <a:gd name="T33" fmla="*/ 0 h 803"/>
                <a:gd name="T34" fmla="*/ 1 w 449"/>
                <a:gd name="T35" fmla="*/ 0 h 803"/>
                <a:gd name="T36" fmla="*/ 0 w 449"/>
                <a:gd name="T37" fmla="*/ 0 h 803"/>
                <a:gd name="T38" fmla="*/ 0 w 449"/>
                <a:gd name="T39" fmla="*/ 0 h 803"/>
                <a:gd name="T40" fmla="*/ 0 w 449"/>
                <a:gd name="T41" fmla="*/ 1 h 803"/>
                <a:gd name="T42" fmla="*/ 0 w 449"/>
                <a:gd name="T43" fmla="*/ 1 h 803"/>
                <a:gd name="T44" fmla="*/ 0 w 449"/>
                <a:gd name="T45" fmla="*/ 2 h 803"/>
                <a:gd name="T46" fmla="*/ 0 w 449"/>
                <a:gd name="T47" fmla="*/ 2 h 803"/>
                <a:gd name="T48" fmla="*/ 0 w 449"/>
                <a:gd name="T49" fmla="*/ 3 h 803"/>
                <a:gd name="T50" fmla="*/ 1 w 449"/>
                <a:gd name="T51" fmla="*/ 3 h 803"/>
                <a:gd name="T52" fmla="*/ 1 w 449"/>
                <a:gd name="T53" fmla="*/ 4 h 803"/>
                <a:gd name="T54" fmla="*/ 1 w 449"/>
                <a:gd name="T55" fmla="*/ 4 h 803"/>
                <a:gd name="T56" fmla="*/ 1 w 449"/>
                <a:gd name="T57" fmla="*/ 4 h 803"/>
                <a:gd name="T58" fmla="*/ 2 w 449"/>
                <a:gd name="T59" fmla="*/ 5 h 803"/>
                <a:gd name="T60" fmla="*/ 2 w 449"/>
                <a:gd name="T61" fmla="*/ 5 h 803"/>
                <a:gd name="T62" fmla="*/ 2 w 449"/>
                <a:gd name="T63" fmla="*/ 5 h 803"/>
                <a:gd name="T64" fmla="*/ 2 w 449"/>
                <a:gd name="T65" fmla="*/ 6 h 803"/>
                <a:gd name="T66" fmla="*/ 3 w 449"/>
                <a:gd name="T67" fmla="*/ 6 h 803"/>
                <a:gd name="T68" fmla="*/ 3 w 449"/>
                <a:gd name="T69" fmla="*/ 6 h 803"/>
                <a:gd name="T70" fmla="*/ 3 w 449"/>
                <a:gd name="T71" fmla="*/ 6 h 803"/>
                <a:gd name="T72" fmla="*/ 3 w 449"/>
                <a:gd name="T73" fmla="*/ 6 h 803"/>
                <a:gd name="T74" fmla="*/ 3 w 449"/>
                <a:gd name="T75" fmla="*/ 6 h 803"/>
                <a:gd name="T76" fmla="*/ 3 w 449"/>
                <a:gd name="T77" fmla="*/ 6 h 803"/>
                <a:gd name="T78" fmla="*/ 3 w 449"/>
                <a:gd name="T79" fmla="*/ 6 h 803"/>
                <a:gd name="T80" fmla="*/ 4 w 449"/>
                <a:gd name="T81" fmla="*/ 6 h 803"/>
                <a:gd name="T82" fmla="*/ 4 w 449"/>
                <a:gd name="T83" fmla="*/ 6 h 803"/>
                <a:gd name="T84" fmla="*/ 4 w 449"/>
                <a:gd name="T85" fmla="*/ 6 h 803"/>
                <a:gd name="T86" fmla="*/ 4 w 449"/>
                <a:gd name="T87" fmla="*/ 6 h 803"/>
                <a:gd name="T88" fmla="*/ 3 w 449"/>
                <a:gd name="T89" fmla="*/ 6 h 803"/>
                <a:gd name="T90" fmla="*/ 3 w 449"/>
                <a:gd name="T91" fmla="*/ 6 h 80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449"/>
                <a:gd name="T139" fmla="*/ 0 h 803"/>
                <a:gd name="T140" fmla="*/ 449 w 449"/>
                <a:gd name="T141" fmla="*/ 803 h 80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449" h="803">
                  <a:moveTo>
                    <a:pt x="426" y="717"/>
                  </a:moveTo>
                  <a:lnTo>
                    <a:pt x="427" y="717"/>
                  </a:lnTo>
                  <a:lnTo>
                    <a:pt x="395" y="693"/>
                  </a:lnTo>
                  <a:lnTo>
                    <a:pt x="361" y="662"/>
                  </a:lnTo>
                  <a:lnTo>
                    <a:pt x="329" y="628"/>
                  </a:lnTo>
                  <a:lnTo>
                    <a:pt x="299" y="591"/>
                  </a:lnTo>
                  <a:lnTo>
                    <a:pt x="269" y="551"/>
                  </a:lnTo>
                  <a:lnTo>
                    <a:pt x="241" y="507"/>
                  </a:lnTo>
                  <a:lnTo>
                    <a:pt x="215" y="460"/>
                  </a:lnTo>
                  <a:lnTo>
                    <a:pt x="191" y="412"/>
                  </a:lnTo>
                  <a:lnTo>
                    <a:pt x="170" y="363"/>
                  </a:lnTo>
                  <a:lnTo>
                    <a:pt x="151" y="312"/>
                  </a:lnTo>
                  <a:lnTo>
                    <a:pt x="133" y="259"/>
                  </a:lnTo>
                  <a:lnTo>
                    <a:pt x="119" y="207"/>
                  </a:lnTo>
                  <a:lnTo>
                    <a:pt x="108" y="156"/>
                  </a:lnTo>
                  <a:lnTo>
                    <a:pt x="101" y="103"/>
                  </a:lnTo>
                  <a:lnTo>
                    <a:pt x="96" y="51"/>
                  </a:lnTo>
                  <a:lnTo>
                    <a:pt x="94" y="0"/>
                  </a:lnTo>
                  <a:lnTo>
                    <a:pt x="0" y="0"/>
                  </a:lnTo>
                  <a:lnTo>
                    <a:pt x="2" y="56"/>
                  </a:lnTo>
                  <a:lnTo>
                    <a:pt x="7" y="115"/>
                  </a:lnTo>
                  <a:lnTo>
                    <a:pt x="16" y="172"/>
                  </a:lnTo>
                  <a:lnTo>
                    <a:pt x="28" y="231"/>
                  </a:lnTo>
                  <a:lnTo>
                    <a:pt x="44" y="287"/>
                  </a:lnTo>
                  <a:lnTo>
                    <a:pt x="62" y="342"/>
                  </a:lnTo>
                  <a:lnTo>
                    <a:pt x="83" y="398"/>
                  </a:lnTo>
                  <a:lnTo>
                    <a:pt x="106" y="452"/>
                  </a:lnTo>
                  <a:lnTo>
                    <a:pt x="133" y="505"/>
                  </a:lnTo>
                  <a:lnTo>
                    <a:pt x="161" y="554"/>
                  </a:lnTo>
                  <a:lnTo>
                    <a:pt x="192" y="602"/>
                  </a:lnTo>
                  <a:lnTo>
                    <a:pt x="224" y="647"/>
                  </a:lnTo>
                  <a:lnTo>
                    <a:pt x="259" y="689"/>
                  </a:lnTo>
                  <a:lnTo>
                    <a:pt x="295" y="728"/>
                  </a:lnTo>
                  <a:lnTo>
                    <a:pt x="334" y="763"/>
                  </a:lnTo>
                  <a:lnTo>
                    <a:pt x="374" y="795"/>
                  </a:lnTo>
                  <a:lnTo>
                    <a:pt x="375" y="795"/>
                  </a:lnTo>
                  <a:lnTo>
                    <a:pt x="374" y="795"/>
                  </a:lnTo>
                  <a:lnTo>
                    <a:pt x="392" y="803"/>
                  </a:lnTo>
                  <a:lnTo>
                    <a:pt x="411" y="803"/>
                  </a:lnTo>
                  <a:lnTo>
                    <a:pt x="426" y="795"/>
                  </a:lnTo>
                  <a:lnTo>
                    <a:pt x="439" y="782"/>
                  </a:lnTo>
                  <a:lnTo>
                    <a:pt x="446" y="766"/>
                  </a:lnTo>
                  <a:lnTo>
                    <a:pt x="449" y="749"/>
                  </a:lnTo>
                  <a:lnTo>
                    <a:pt x="441" y="732"/>
                  </a:lnTo>
                  <a:lnTo>
                    <a:pt x="427" y="717"/>
                  </a:lnTo>
                  <a:lnTo>
                    <a:pt x="426" y="71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2911" name="Freeform 45"/>
            <p:cNvSpPr>
              <a:spLocks/>
            </p:cNvSpPr>
            <p:nvPr/>
          </p:nvSpPr>
          <p:spPr bwMode="auto">
            <a:xfrm>
              <a:off x="883" y="1673"/>
              <a:ext cx="379" cy="690"/>
            </a:xfrm>
            <a:custGeom>
              <a:avLst/>
              <a:gdLst>
                <a:gd name="T0" fmla="*/ 12 w 1897"/>
                <a:gd name="T1" fmla="*/ 6 h 3450"/>
                <a:gd name="T2" fmla="*/ 13 w 1897"/>
                <a:gd name="T3" fmla="*/ 7 h 3450"/>
                <a:gd name="T4" fmla="*/ 13 w 1897"/>
                <a:gd name="T5" fmla="*/ 7 h 3450"/>
                <a:gd name="T6" fmla="*/ 14 w 1897"/>
                <a:gd name="T7" fmla="*/ 8 h 3450"/>
                <a:gd name="T8" fmla="*/ 14 w 1897"/>
                <a:gd name="T9" fmla="*/ 9 h 3450"/>
                <a:gd name="T10" fmla="*/ 15 w 1897"/>
                <a:gd name="T11" fmla="*/ 10 h 3450"/>
                <a:gd name="T12" fmla="*/ 15 w 1897"/>
                <a:gd name="T13" fmla="*/ 11 h 3450"/>
                <a:gd name="T14" fmla="*/ 15 w 1897"/>
                <a:gd name="T15" fmla="*/ 11 h 3450"/>
                <a:gd name="T16" fmla="*/ 15 w 1897"/>
                <a:gd name="T17" fmla="*/ 12 h 3450"/>
                <a:gd name="T18" fmla="*/ 15 w 1897"/>
                <a:gd name="T19" fmla="*/ 26 h 3450"/>
                <a:gd name="T20" fmla="*/ 15 w 1897"/>
                <a:gd name="T21" fmla="*/ 26 h 3450"/>
                <a:gd name="T22" fmla="*/ 15 w 1897"/>
                <a:gd name="T23" fmla="*/ 27 h 3450"/>
                <a:gd name="T24" fmla="*/ 15 w 1897"/>
                <a:gd name="T25" fmla="*/ 27 h 3450"/>
                <a:gd name="T26" fmla="*/ 14 w 1897"/>
                <a:gd name="T27" fmla="*/ 27 h 3450"/>
                <a:gd name="T28" fmla="*/ 14 w 1897"/>
                <a:gd name="T29" fmla="*/ 28 h 3450"/>
                <a:gd name="T30" fmla="*/ 13 w 1897"/>
                <a:gd name="T31" fmla="*/ 28 h 3450"/>
                <a:gd name="T32" fmla="*/ 13 w 1897"/>
                <a:gd name="T33" fmla="*/ 27 h 3450"/>
                <a:gd name="T34" fmla="*/ 3 w 1897"/>
                <a:gd name="T35" fmla="*/ 21 h 3450"/>
                <a:gd name="T36" fmla="*/ 2 w 1897"/>
                <a:gd name="T37" fmla="*/ 21 h 3450"/>
                <a:gd name="T38" fmla="*/ 2 w 1897"/>
                <a:gd name="T39" fmla="*/ 20 h 3450"/>
                <a:gd name="T40" fmla="*/ 1 w 1897"/>
                <a:gd name="T41" fmla="*/ 19 h 3450"/>
                <a:gd name="T42" fmla="*/ 1 w 1897"/>
                <a:gd name="T43" fmla="*/ 19 h 3450"/>
                <a:gd name="T44" fmla="*/ 0 w 1897"/>
                <a:gd name="T45" fmla="*/ 18 h 3450"/>
                <a:gd name="T46" fmla="*/ 0 w 1897"/>
                <a:gd name="T47" fmla="*/ 17 h 3450"/>
                <a:gd name="T48" fmla="*/ 0 w 1897"/>
                <a:gd name="T49" fmla="*/ 16 h 3450"/>
                <a:gd name="T50" fmla="*/ 0 w 1897"/>
                <a:gd name="T51" fmla="*/ 15 h 3450"/>
                <a:gd name="T52" fmla="*/ 0 w 1897"/>
                <a:gd name="T53" fmla="*/ 2 h 3450"/>
                <a:gd name="T54" fmla="*/ 0 w 1897"/>
                <a:gd name="T55" fmla="*/ 1 h 3450"/>
                <a:gd name="T56" fmla="*/ 0 w 1897"/>
                <a:gd name="T57" fmla="*/ 1 h 3450"/>
                <a:gd name="T58" fmla="*/ 1 w 1897"/>
                <a:gd name="T59" fmla="*/ 0 h 3450"/>
                <a:gd name="T60" fmla="*/ 1 w 1897"/>
                <a:gd name="T61" fmla="*/ 0 h 3450"/>
                <a:gd name="T62" fmla="*/ 1 w 1897"/>
                <a:gd name="T63" fmla="*/ 0 h 3450"/>
                <a:gd name="T64" fmla="*/ 2 w 1897"/>
                <a:gd name="T65" fmla="*/ 0 h 3450"/>
                <a:gd name="T66" fmla="*/ 3 w 1897"/>
                <a:gd name="T67" fmla="*/ 0 h 3450"/>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897"/>
                <a:gd name="T103" fmla="*/ 0 h 3450"/>
                <a:gd name="T104" fmla="*/ 1897 w 1897"/>
                <a:gd name="T105" fmla="*/ 3450 h 3450"/>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897" h="3450">
                  <a:moveTo>
                    <a:pt x="357" y="49"/>
                  </a:moveTo>
                  <a:lnTo>
                    <a:pt x="1542" y="806"/>
                  </a:lnTo>
                  <a:lnTo>
                    <a:pt x="1579" y="832"/>
                  </a:lnTo>
                  <a:lnTo>
                    <a:pt x="1614" y="861"/>
                  </a:lnTo>
                  <a:lnTo>
                    <a:pt x="1648" y="895"/>
                  </a:lnTo>
                  <a:lnTo>
                    <a:pt x="1681" y="933"/>
                  </a:lnTo>
                  <a:lnTo>
                    <a:pt x="1711" y="973"/>
                  </a:lnTo>
                  <a:lnTo>
                    <a:pt x="1740" y="1016"/>
                  </a:lnTo>
                  <a:lnTo>
                    <a:pt x="1768" y="1062"/>
                  </a:lnTo>
                  <a:lnTo>
                    <a:pt x="1793" y="1109"/>
                  </a:lnTo>
                  <a:lnTo>
                    <a:pt x="1816" y="1158"/>
                  </a:lnTo>
                  <a:lnTo>
                    <a:pt x="1836" y="1208"/>
                  </a:lnTo>
                  <a:lnTo>
                    <a:pt x="1854" y="1260"/>
                  </a:lnTo>
                  <a:lnTo>
                    <a:pt x="1869" y="1313"/>
                  </a:lnTo>
                  <a:lnTo>
                    <a:pt x="1881" y="1364"/>
                  </a:lnTo>
                  <a:lnTo>
                    <a:pt x="1890" y="1417"/>
                  </a:lnTo>
                  <a:lnTo>
                    <a:pt x="1895" y="1469"/>
                  </a:lnTo>
                  <a:lnTo>
                    <a:pt x="1897" y="1519"/>
                  </a:lnTo>
                  <a:lnTo>
                    <a:pt x="1897" y="3142"/>
                  </a:lnTo>
                  <a:lnTo>
                    <a:pt x="1895" y="3190"/>
                  </a:lnTo>
                  <a:lnTo>
                    <a:pt x="1890" y="3235"/>
                  </a:lnTo>
                  <a:lnTo>
                    <a:pt x="1881" y="3276"/>
                  </a:lnTo>
                  <a:lnTo>
                    <a:pt x="1869" y="3313"/>
                  </a:lnTo>
                  <a:lnTo>
                    <a:pt x="1854" y="3346"/>
                  </a:lnTo>
                  <a:lnTo>
                    <a:pt x="1836" y="3375"/>
                  </a:lnTo>
                  <a:lnTo>
                    <a:pt x="1816" y="3398"/>
                  </a:lnTo>
                  <a:lnTo>
                    <a:pt x="1793" y="3418"/>
                  </a:lnTo>
                  <a:lnTo>
                    <a:pt x="1768" y="3434"/>
                  </a:lnTo>
                  <a:lnTo>
                    <a:pt x="1740" y="3444"/>
                  </a:lnTo>
                  <a:lnTo>
                    <a:pt x="1711" y="3450"/>
                  </a:lnTo>
                  <a:lnTo>
                    <a:pt x="1681" y="3450"/>
                  </a:lnTo>
                  <a:lnTo>
                    <a:pt x="1648" y="3445"/>
                  </a:lnTo>
                  <a:lnTo>
                    <a:pt x="1614" y="3436"/>
                  </a:lnTo>
                  <a:lnTo>
                    <a:pt x="1579" y="3421"/>
                  </a:lnTo>
                  <a:lnTo>
                    <a:pt x="1542" y="3400"/>
                  </a:lnTo>
                  <a:lnTo>
                    <a:pt x="357" y="2643"/>
                  </a:lnTo>
                  <a:lnTo>
                    <a:pt x="320" y="2618"/>
                  </a:lnTo>
                  <a:lnTo>
                    <a:pt x="285" y="2588"/>
                  </a:lnTo>
                  <a:lnTo>
                    <a:pt x="251" y="2554"/>
                  </a:lnTo>
                  <a:lnTo>
                    <a:pt x="218" y="2517"/>
                  </a:lnTo>
                  <a:lnTo>
                    <a:pt x="187" y="2477"/>
                  </a:lnTo>
                  <a:lnTo>
                    <a:pt x="157" y="2433"/>
                  </a:lnTo>
                  <a:lnTo>
                    <a:pt x="130" y="2388"/>
                  </a:lnTo>
                  <a:lnTo>
                    <a:pt x="105" y="2341"/>
                  </a:lnTo>
                  <a:lnTo>
                    <a:pt x="81" y="2292"/>
                  </a:lnTo>
                  <a:lnTo>
                    <a:pt x="61" y="2241"/>
                  </a:lnTo>
                  <a:lnTo>
                    <a:pt x="44" y="2190"/>
                  </a:lnTo>
                  <a:lnTo>
                    <a:pt x="29" y="2138"/>
                  </a:lnTo>
                  <a:lnTo>
                    <a:pt x="17" y="2085"/>
                  </a:lnTo>
                  <a:lnTo>
                    <a:pt x="7" y="2033"/>
                  </a:lnTo>
                  <a:lnTo>
                    <a:pt x="3" y="1981"/>
                  </a:lnTo>
                  <a:lnTo>
                    <a:pt x="0" y="1931"/>
                  </a:lnTo>
                  <a:lnTo>
                    <a:pt x="0" y="308"/>
                  </a:lnTo>
                  <a:lnTo>
                    <a:pt x="3" y="260"/>
                  </a:lnTo>
                  <a:lnTo>
                    <a:pt x="7" y="215"/>
                  </a:lnTo>
                  <a:lnTo>
                    <a:pt x="17" y="174"/>
                  </a:lnTo>
                  <a:lnTo>
                    <a:pt x="29" y="137"/>
                  </a:lnTo>
                  <a:lnTo>
                    <a:pt x="44" y="104"/>
                  </a:lnTo>
                  <a:lnTo>
                    <a:pt x="61" y="76"/>
                  </a:lnTo>
                  <a:lnTo>
                    <a:pt x="81" y="51"/>
                  </a:lnTo>
                  <a:lnTo>
                    <a:pt x="105" y="31"/>
                  </a:lnTo>
                  <a:lnTo>
                    <a:pt x="130" y="16"/>
                  </a:lnTo>
                  <a:lnTo>
                    <a:pt x="157" y="5"/>
                  </a:lnTo>
                  <a:lnTo>
                    <a:pt x="187" y="0"/>
                  </a:lnTo>
                  <a:lnTo>
                    <a:pt x="218" y="0"/>
                  </a:lnTo>
                  <a:lnTo>
                    <a:pt x="251" y="3"/>
                  </a:lnTo>
                  <a:lnTo>
                    <a:pt x="285" y="14"/>
                  </a:lnTo>
                  <a:lnTo>
                    <a:pt x="320" y="29"/>
                  </a:lnTo>
                  <a:lnTo>
                    <a:pt x="357" y="49"/>
                  </a:lnTo>
                  <a:close/>
                </a:path>
              </a:pathLst>
            </a:custGeom>
            <a:solidFill>
              <a:srgbClr val="BFBFB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2912" name="Freeform 46"/>
            <p:cNvSpPr>
              <a:spLocks/>
            </p:cNvSpPr>
            <p:nvPr/>
          </p:nvSpPr>
          <p:spPr bwMode="auto">
            <a:xfrm>
              <a:off x="1268" y="1663"/>
              <a:ext cx="393" cy="711"/>
            </a:xfrm>
            <a:custGeom>
              <a:avLst/>
              <a:gdLst>
                <a:gd name="T0" fmla="*/ 3 w 1962"/>
                <a:gd name="T1" fmla="*/ 7 h 3555"/>
                <a:gd name="T2" fmla="*/ 2 w 1962"/>
                <a:gd name="T3" fmla="*/ 7 h 3555"/>
                <a:gd name="T4" fmla="*/ 2 w 1962"/>
                <a:gd name="T5" fmla="*/ 8 h 3555"/>
                <a:gd name="T6" fmla="*/ 1 w 1962"/>
                <a:gd name="T7" fmla="*/ 8 h 3555"/>
                <a:gd name="T8" fmla="*/ 1 w 1962"/>
                <a:gd name="T9" fmla="*/ 9 h 3555"/>
                <a:gd name="T10" fmla="*/ 1 w 1962"/>
                <a:gd name="T11" fmla="*/ 10 h 3555"/>
                <a:gd name="T12" fmla="*/ 0 w 1962"/>
                <a:gd name="T13" fmla="*/ 11 h 3555"/>
                <a:gd name="T14" fmla="*/ 0 w 1962"/>
                <a:gd name="T15" fmla="*/ 12 h 3555"/>
                <a:gd name="T16" fmla="*/ 0 w 1962"/>
                <a:gd name="T17" fmla="*/ 13 h 3555"/>
                <a:gd name="T18" fmla="*/ 0 w 1962"/>
                <a:gd name="T19" fmla="*/ 26 h 3555"/>
                <a:gd name="T20" fmla="*/ 0 w 1962"/>
                <a:gd name="T21" fmla="*/ 27 h 3555"/>
                <a:gd name="T22" fmla="*/ 0 w 1962"/>
                <a:gd name="T23" fmla="*/ 28 h 3555"/>
                <a:gd name="T24" fmla="*/ 1 w 1962"/>
                <a:gd name="T25" fmla="*/ 28 h 3555"/>
                <a:gd name="T26" fmla="*/ 1 w 1962"/>
                <a:gd name="T27" fmla="*/ 28 h 3555"/>
                <a:gd name="T28" fmla="*/ 2 w 1962"/>
                <a:gd name="T29" fmla="*/ 28 h 3555"/>
                <a:gd name="T30" fmla="*/ 2 w 1962"/>
                <a:gd name="T31" fmla="*/ 28 h 3555"/>
                <a:gd name="T32" fmla="*/ 3 w 1962"/>
                <a:gd name="T33" fmla="*/ 28 h 3555"/>
                <a:gd name="T34" fmla="*/ 13 w 1962"/>
                <a:gd name="T35" fmla="*/ 22 h 3555"/>
                <a:gd name="T36" fmla="*/ 13 w 1962"/>
                <a:gd name="T37" fmla="*/ 21 h 3555"/>
                <a:gd name="T38" fmla="*/ 14 w 1962"/>
                <a:gd name="T39" fmla="*/ 21 h 3555"/>
                <a:gd name="T40" fmla="*/ 14 w 1962"/>
                <a:gd name="T41" fmla="*/ 20 h 3555"/>
                <a:gd name="T42" fmla="*/ 15 w 1962"/>
                <a:gd name="T43" fmla="*/ 19 h 3555"/>
                <a:gd name="T44" fmla="*/ 15 w 1962"/>
                <a:gd name="T45" fmla="*/ 18 h 3555"/>
                <a:gd name="T46" fmla="*/ 16 w 1962"/>
                <a:gd name="T47" fmla="*/ 18 h 3555"/>
                <a:gd name="T48" fmla="*/ 16 w 1962"/>
                <a:gd name="T49" fmla="*/ 17 h 3555"/>
                <a:gd name="T50" fmla="*/ 16 w 1962"/>
                <a:gd name="T51" fmla="*/ 16 h 3555"/>
                <a:gd name="T52" fmla="*/ 16 w 1962"/>
                <a:gd name="T53" fmla="*/ 2 h 3555"/>
                <a:gd name="T54" fmla="*/ 16 w 1962"/>
                <a:gd name="T55" fmla="*/ 1 h 3555"/>
                <a:gd name="T56" fmla="*/ 15 w 1962"/>
                <a:gd name="T57" fmla="*/ 1 h 3555"/>
                <a:gd name="T58" fmla="*/ 15 w 1962"/>
                <a:gd name="T59" fmla="*/ 0 h 3555"/>
                <a:gd name="T60" fmla="*/ 15 w 1962"/>
                <a:gd name="T61" fmla="*/ 0 h 3555"/>
                <a:gd name="T62" fmla="*/ 14 w 1962"/>
                <a:gd name="T63" fmla="*/ 0 h 3555"/>
                <a:gd name="T64" fmla="*/ 14 w 1962"/>
                <a:gd name="T65" fmla="*/ 0 h 3555"/>
                <a:gd name="T66" fmla="*/ 13 w 1962"/>
                <a:gd name="T67" fmla="*/ 0 h 3555"/>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962"/>
                <a:gd name="T103" fmla="*/ 0 h 3555"/>
                <a:gd name="T104" fmla="*/ 1962 w 1962"/>
                <a:gd name="T105" fmla="*/ 3555 h 3555"/>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962" h="3555">
                  <a:moveTo>
                    <a:pt x="1594" y="50"/>
                  </a:moveTo>
                  <a:lnTo>
                    <a:pt x="368" y="831"/>
                  </a:lnTo>
                  <a:lnTo>
                    <a:pt x="330" y="858"/>
                  </a:lnTo>
                  <a:lnTo>
                    <a:pt x="294" y="888"/>
                  </a:lnTo>
                  <a:lnTo>
                    <a:pt x="259" y="922"/>
                  </a:lnTo>
                  <a:lnTo>
                    <a:pt x="225" y="961"/>
                  </a:lnTo>
                  <a:lnTo>
                    <a:pt x="193" y="1003"/>
                  </a:lnTo>
                  <a:lnTo>
                    <a:pt x="163" y="1047"/>
                  </a:lnTo>
                  <a:lnTo>
                    <a:pt x="133" y="1094"/>
                  </a:lnTo>
                  <a:lnTo>
                    <a:pt x="108" y="1143"/>
                  </a:lnTo>
                  <a:lnTo>
                    <a:pt x="84" y="1193"/>
                  </a:lnTo>
                  <a:lnTo>
                    <a:pt x="63" y="1246"/>
                  </a:lnTo>
                  <a:lnTo>
                    <a:pt x="44" y="1299"/>
                  </a:lnTo>
                  <a:lnTo>
                    <a:pt x="29" y="1353"/>
                  </a:lnTo>
                  <a:lnTo>
                    <a:pt x="16" y="1405"/>
                  </a:lnTo>
                  <a:lnTo>
                    <a:pt x="7" y="1459"/>
                  </a:lnTo>
                  <a:lnTo>
                    <a:pt x="2" y="1512"/>
                  </a:lnTo>
                  <a:lnTo>
                    <a:pt x="0" y="1565"/>
                  </a:lnTo>
                  <a:lnTo>
                    <a:pt x="0" y="3237"/>
                  </a:lnTo>
                  <a:lnTo>
                    <a:pt x="2" y="3287"/>
                  </a:lnTo>
                  <a:lnTo>
                    <a:pt x="7" y="3333"/>
                  </a:lnTo>
                  <a:lnTo>
                    <a:pt x="16" y="3375"/>
                  </a:lnTo>
                  <a:lnTo>
                    <a:pt x="29" y="3413"/>
                  </a:lnTo>
                  <a:lnTo>
                    <a:pt x="44" y="3447"/>
                  </a:lnTo>
                  <a:lnTo>
                    <a:pt x="63" y="3477"/>
                  </a:lnTo>
                  <a:lnTo>
                    <a:pt x="84" y="3502"/>
                  </a:lnTo>
                  <a:lnTo>
                    <a:pt x="108" y="3522"/>
                  </a:lnTo>
                  <a:lnTo>
                    <a:pt x="133" y="3538"/>
                  </a:lnTo>
                  <a:lnTo>
                    <a:pt x="163" y="3549"/>
                  </a:lnTo>
                  <a:lnTo>
                    <a:pt x="193" y="3555"/>
                  </a:lnTo>
                  <a:lnTo>
                    <a:pt x="225" y="3555"/>
                  </a:lnTo>
                  <a:lnTo>
                    <a:pt x="259" y="3550"/>
                  </a:lnTo>
                  <a:lnTo>
                    <a:pt x="294" y="3541"/>
                  </a:lnTo>
                  <a:lnTo>
                    <a:pt x="330" y="3524"/>
                  </a:lnTo>
                  <a:lnTo>
                    <a:pt x="368" y="3503"/>
                  </a:lnTo>
                  <a:lnTo>
                    <a:pt x="1594" y="2722"/>
                  </a:lnTo>
                  <a:lnTo>
                    <a:pt x="1632" y="2696"/>
                  </a:lnTo>
                  <a:lnTo>
                    <a:pt x="1668" y="2665"/>
                  </a:lnTo>
                  <a:lnTo>
                    <a:pt x="1703" y="2631"/>
                  </a:lnTo>
                  <a:lnTo>
                    <a:pt x="1737" y="2592"/>
                  </a:lnTo>
                  <a:lnTo>
                    <a:pt x="1769" y="2551"/>
                  </a:lnTo>
                  <a:lnTo>
                    <a:pt x="1799" y="2506"/>
                  </a:lnTo>
                  <a:lnTo>
                    <a:pt x="1829" y="2460"/>
                  </a:lnTo>
                  <a:lnTo>
                    <a:pt x="1854" y="2411"/>
                  </a:lnTo>
                  <a:lnTo>
                    <a:pt x="1878" y="2361"/>
                  </a:lnTo>
                  <a:lnTo>
                    <a:pt x="1899" y="2308"/>
                  </a:lnTo>
                  <a:lnTo>
                    <a:pt x="1918" y="2256"/>
                  </a:lnTo>
                  <a:lnTo>
                    <a:pt x="1933" y="2202"/>
                  </a:lnTo>
                  <a:lnTo>
                    <a:pt x="1946" y="2149"/>
                  </a:lnTo>
                  <a:lnTo>
                    <a:pt x="1955" y="2095"/>
                  </a:lnTo>
                  <a:lnTo>
                    <a:pt x="1960" y="2042"/>
                  </a:lnTo>
                  <a:lnTo>
                    <a:pt x="1962" y="1989"/>
                  </a:lnTo>
                  <a:lnTo>
                    <a:pt x="1962" y="319"/>
                  </a:lnTo>
                  <a:lnTo>
                    <a:pt x="1960" y="269"/>
                  </a:lnTo>
                  <a:lnTo>
                    <a:pt x="1955" y="223"/>
                  </a:lnTo>
                  <a:lnTo>
                    <a:pt x="1946" y="180"/>
                  </a:lnTo>
                  <a:lnTo>
                    <a:pt x="1933" y="143"/>
                  </a:lnTo>
                  <a:lnTo>
                    <a:pt x="1918" y="109"/>
                  </a:lnTo>
                  <a:lnTo>
                    <a:pt x="1899" y="79"/>
                  </a:lnTo>
                  <a:lnTo>
                    <a:pt x="1878" y="54"/>
                  </a:lnTo>
                  <a:lnTo>
                    <a:pt x="1854" y="33"/>
                  </a:lnTo>
                  <a:lnTo>
                    <a:pt x="1829" y="17"/>
                  </a:lnTo>
                  <a:lnTo>
                    <a:pt x="1799" y="7"/>
                  </a:lnTo>
                  <a:lnTo>
                    <a:pt x="1769" y="0"/>
                  </a:lnTo>
                  <a:lnTo>
                    <a:pt x="1737" y="0"/>
                  </a:lnTo>
                  <a:lnTo>
                    <a:pt x="1703" y="4"/>
                  </a:lnTo>
                  <a:lnTo>
                    <a:pt x="1668" y="14"/>
                  </a:lnTo>
                  <a:lnTo>
                    <a:pt x="1632" y="29"/>
                  </a:lnTo>
                  <a:lnTo>
                    <a:pt x="1594" y="50"/>
                  </a:lnTo>
                  <a:close/>
                </a:path>
              </a:pathLst>
            </a:custGeom>
            <a:solidFill>
              <a:srgbClr val="E5E5E5"/>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2913" name="Freeform 47"/>
            <p:cNvSpPr>
              <a:spLocks noEditPoints="1"/>
            </p:cNvSpPr>
            <p:nvPr/>
          </p:nvSpPr>
          <p:spPr bwMode="auto">
            <a:xfrm>
              <a:off x="916" y="1589"/>
              <a:ext cx="697" cy="698"/>
            </a:xfrm>
            <a:custGeom>
              <a:avLst/>
              <a:gdLst>
                <a:gd name="T0" fmla="*/ 16 w 3485"/>
                <a:gd name="T1" fmla="*/ 0 h 3490"/>
                <a:gd name="T2" fmla="*/ 17 w 3485"/>
                <a:gd name="T3" fmla="*/ 2 h 3490"/>
                <a:gd name="T4" fmla="*/ 17 w 3485"/>
                <a:gd name="T5" fmla="*/ 3 h 3490"/>
                <a:gd name="T6" fmla="*/ 14 w 3485"/>
                <a:gd name="T7" fmla="*/ 4 h 3490"/>
                <a:gd name="T8" fmla="*/ 12 w 3485"/>
                <a:gd name="T9" fmla="*/ 4 h 3490"/>
                <a:gd name="T10" fmla="*/ 11 w 3485"/>
                <a:gd name="T11" fmla="*/ 2 h 3490"/>
                <a:gd name="T12" fmla="*/ 11 w 3485"/>
                <a:gd name="T13" fmla="*/ 1 h 3490"/>
                <a:gd name="T14" fmla="*/ 14 w 3485"/>
                <a:gd name="T15" fmla="*/ 0 h 3490"/>
                <a:gd name="T16" fmla="*/ 3 w 3485"/>
                <a:gd name="T17" fmla="*/ 7 h 3490"/>
                <a:gd name="T18" fmla="*/ 4 w 3485"/>
                <a:gd name="T19" fmla="*/ 9 h 3490"/>
                <a:gd name="T20" fmla="*/ 3 w 3485"/>
                <a:gd name="T21" fmla="*/ 12 h 3490"/>
                <a:gd name="T22" fmla="*/ 2 w 3485"/>
                <a:gd name="T23" fmla="*/ 13 h 3490"/>
                <a:gd name="T24" fmla="*/ 1 w 3485"/>
                <a:gd name="T25" fmla="*/ 12 h 3490"/>
                <a:gd name="T26" fmla="*/ 0 w 3485"/>
                <a:gd name="T27" fmla="*/ 10 h 3490"/>
                <a:gd name="T28" fmla="*/ 0 w 3485"/>
                <a:gd name="T29" fmla="*/ 8 h 3490"/>
                <a:gd name="T30" fmla="*/ 2 w 3485"/>
                <a:gd name="T31" fmla="*/ 6 h 3490"/>
                <a:gd name="T32" fmla="*/ 10 w 3485"/>
                <a:gd name="T33" fmla="*/ 20 h 3490"/>
                <a:gd name="T34" fmla="*/ 11 w 3485"/>
                <a:gd name="T35" fmla="*/ 22 h 3490"/>
                <a:gd name="T36" fmla="*/ 11 w 3485"/>
                <a:gd name="T37" fmla="*/ 25 h 3490"/>
                <a:gd name="T38" fmla="*/ 10 w 3485"/>
                <a:gd name="T39" fmla="*/ 27 h 3490"/>
                <a:gd name="T40" fmla="*/ 8 w 3485"/>
                <a:gd name="T41" fmla="*/ 26 h 3490"/>
                <a:gd name="T42" fmla="*/ 7 w 3485"/>
                <a:gd name="T43" fmla="*/ 24 h 3490"/>
                <a:gd name="T44" fmla="*/ 7 w 3485"/>
                <a:gd name="T45" fmla="*/ 22 h 3490"/>
                <a:gd name="T46" fmla="*/ 8 w 3485"/>
                <a:gd name="T47" fmla="*/ 20 h 3490"/>
                <a:gd name="T48" fmla="*/ 20 w 3485"/>
                <a:gd name="T49" fmla="*/ 21 h 3490"/>
                <a:gd name="T50" fmla="*/ 21 w 3485"/>
                <a:gd name="T51" fmla="*/ 23 h 3490"/>
                <a:gd name="T52" fmla="*/ 21 w 3485"/>
                <a:gd name="T53" fmla="*/ 26 h 3490"/>
                <a:gd name="T54" fmla="*/ 20 w 3485"/>
                <a:gd name="T55" fmla="*/ 28 h 3490"/>
                <a:gd name="T56" fmla="*/ 18 w 3485"/>
                <a:gd name="T57" fmla="*/ 28 h 3490"/>
                <a:gd name="T58" fmla="*/ 17 w 3485"/>
                <a:gd name="T59" fmla="*/ 26 h 3490"/>
                <a:gd name="T60" fmla="*/ 17 w 3485"/>
                <a:gd name="T61" fmla="*/ 23 h 3490"/>
                <a:gd name="T62" fmla="*/ 18 w 3485"/>
                <a:gd name="T63" fmla="*/ 21 h 3490"/>
                <a:gd name="T64" fmla="*/ 19 w 3485"/>
                <a:gd name="T65" fmla="*/ 11 h 3490"/>
                <a:gd name="T66" fmla="*/ 20 w 3485"/>
                <a:gd name="T67" fmla="*/ 13 h 3490"/>
                <a:gd name="T68" fmla="*/ 21 w 3485"/>
                <a:gd name="T69" fmla="*/ 15 h 3490"/>
                <a:gd name="T70" fmla="*/ 20 w 3485"/>
                <a:gd name="T71" fmla="*/ 17 h 3490"/>
                <a:gd name="T72" fmla="*/ 18 w 3485"/>
                <a:gd name="T73" fmla="*/ 17 h 3490"/>
                <a:gd name="T74" fmla="*/ 17 w 3485"/>
                <a:gd name="T75" fmla="*/ 16 h 3490"/>
                <a:gd name="T76" fmla="*/ 17 w 3485"/>
                <a:gd name="T77" fmla="*/ 13 h 3490"/>
                <a:gd name="T78" fmla="*/ 18 w 3485"/>
                <a:gd name="T79" fmla="*/ 11 h 3490"/>
                <a:gd name="T80" fmla="*/ 26 w 3485"/>
                <a:gd name="T81" fmla="*/ 7 h 3490"/>
                <a:gd name="T82" fmla="*/ 27 w 3485"/>
                <a:gd name="T83" fmla="*/ 8 h 3490"/>
                <a:gd name="T84" fmla="*/ 27 w 3485"/>
                <a:gd name="T85" fmla="*/ 11 h 3490"/>
                <a:gd name="T86" fmla="*/ 26 w 3485"/>
                <a:gd name="T87" fmla="*/ 13 h 3490"/>
                <a:gd name="T88" fmla="*/ 25 w 3485"/>
                <a:gd name="T89" fmla="*/ 13 h 3490"/>
                <a:gd name="T90" fmla="*/ 24 w 3485"/>
                <a:gd name="T91" fmla="*/ 12 h 3490"/>
                <a:gd name="T92" fmla="*/ 24 w 3485"/>
                <a:gd name="T93" fmla="*/ 9 h 3490"/>
                <a:gd name="T94" fmla="*/ 24 w 3485"/>
                <a:gd name="T95" fmla="*/ 7 h 3490"/>
                <a:gd name="T96" fmla="*/ 26 w 3485"/>
                <a:gd name="T97" fmla="*/ 17 h 3490"/>
                <a:gd name="T98" fmla="*/ 27 w 3485"/>
                <a:gd name="T99" fmla="*/ 18 h 3490"/>
                <a:gd name="T100" fmla="*/ 28 w 3485"/>
                <a:gd name="T101" fmla="*/ 21 h 3490"/>
                <a:gd name="T102" fmla="*/ 27 w 3485"/>
                <a:gd name="T103" fmla="*/ 23 h 3490"/>
                <a:gd name="T104" fmla="*/ 26 w 3485"/>
                <a:gd name="T105" fmla="*/ 24 h 3490"/>
                <a:gd name="T106" fmla="*/ 24 w 3485"/>
                <a:gd name="T107" fmla="*/ 23 h 3490"/>
                <a:gd name="T108" fmla="*/ 24 w 3485"/>
                <a:gd name="T109" fmla="*/ 20 h 3490"/>
                <a:gd name="T110" fmla="*/ 25 w 3485"/>
                <a:gd name="T111" fmla="*/ 18 h 3490"/>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w 3485"/>
                <a:gd name="T169" fmla="*/ 0 h 3490"/>
                <a:gd name="T170" fmla="*/ 3485 w 3485"/>
                <a:gd name="T171" fmla="*/ 3490 h 3490"/>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T168" t="T169" r="T170" b="T171"/>
              <a:pathLst>
                <a:path w="3485" h="3490">
                  <a:moveTo>
                    <a:pt x="1754" y="0"/>
                  </a:moveTo>
                  <a:lnTo>
                    <a:pt x="1797" y="2"/>
                  </a:lnTo>
                  <a:lnTo>
                    <a:pt x="1840" y="5"/>
                  </a:lnTo>
                  <a:lnTo>
                    <a:pt x="1881" y="12"/>
                  </a:lnTo>
                  <a:lnTo>
                    <a:pt x="1921" y="20"/>
                  </a:lnTo>
                  <a:lnTo>
                    <a:pt x="1959" y="31"/>
                  </a:lnTo>
                  <a:lnTo>
                    <a:pt x="1994" y="44"/>
                  </a:lnTo>
                  <a:lnTo>
                    <a:pt x="2028" y="59"/>
                  </a:lnTo>
                  <a:lnTo>
                    <a:pt x="2058" y="74"/>
                  </a:lnTo>
                  <a:lnTo>
                    <a:pt x="2086" y="93"/>
                  </a:lnTo>
                  <a:lnTo>
                    <a:pt x="2111" y="113"/>
                  </a:lnTo>
                  <a:lnTo>
                    <a:pt x="2132" y="133"/>
                  </a:lnTo>
                  <a:lnTo>
                    <a:pt x="2151" y="155"/>
                  </a:lnTo>
                  <a:lnTo>
                    <a:pt x="2165" y="179"/>
                  </a:lnTo>
                  <a:lnTo>
                    <a:pt x="2175" y="203"/>
                  </a:lnTo>
                  <a:lnTo>
                    <a:pt x="2182" y="229"/>
                  </a:lnTo>
                  <a:lnTo>
                    <a:pt x="2185" y="255"/>
                  </a:lnTo>
                  <a:lnTo>
                    <a:pt x="2182" y="281"/>
                  </a:lnTo>
                  <a:lnTo>
                    <a:pt x="2175" y="305"/>
                  </a:lnTo>
                  <a:lnTo>
                    <a:pt x="2165" y="330"/>
                  </a:lnTo>
                  <a:lnTo>
                    <a:pt x="2151" y="353"/>
                  </a:lnTo>
                  <a:lnTo>
                    <a:pt x="2132" y="376"/>
                  </a:lnTo>
                  <a:lnTo>
                    <a:pt x="2111" y="397"/>
                  </a:lnTo>
                  <a:lnTo>
                    <a:pt x="2086" y="417"/>
                  </a:lnTo>
                  <a:lnTo>
                    <a:pt x="2058" y="434"/>
                  </a:lnTo>
                  <a:lnTo>
                    <a:pt x="2028" y="451"/>
                  </a:lnTo>
                  <a:lnTo>
                    <a:pt x="1994" y="466"/>
                  </a:lnTo>
                  <a:lnTo>
                    <a:pt x="1959" y="479"/>
                  </a:lnTo>
                  <a:lnTo>
                    <a:pt x="1921" y="489"/>
                  </a:lnTo>
                  <a:lnTo>
                    <a:pt x="1881" y="498"/>
                  </a:lnTo>
                  <a:lnTo>
                    <a:pt x="1840" y="505"/>
                  </a:lnTo>
                  <a:lnTo>
                    <a:pt x="1797" y="508"/>
                  </a:lnTo>
                  <a:lnTo>
                    <a:pt x="1754" y="509"/>
                  </a:lnTo>
                  <a:lnTo>
                    <a:pt x="1710" y="508"/>
                  </a:lnTo>
                  <a:lnTo>
                    <a:pt x="1667" y="505"/>
                  </a:lnTo>
                  <a:lnTo>
                    <a:pt x="1626" y="498"/>
                  </a:lnTo>
                  <a:lnTo>
                    <a:pt x="1586" y="489"/>
                  </a:lnTo>
                  <a:lnTo>
                    <a:pt x="1548" y="479"/>
                  </a:lnTo>
                  <a:lnTo>
                    <a:pt x="1512" y="466"/>
                  </a:lnTo>
                  <a:lnTo>
                    <a:pt x="1479" y="451"/>
                  </a:lnTo>
                  <a:lnTo>
                    <a:pt x="1449" y="434"/>
                  </a:lnTo>
                  <a:lnTo>
                    <a:pt x="1421" y="417"/>
                  </a:lnTo>
                  <a:lnTo>
                    <a:pt x="1395" y="397"/>
                  </a:lnTo>
                  <a:lnTo>
                    <a:pt x="1374" y="376"/>
                  </a:lnTo>
                  <a:lnTo>
                    <a:pt x="1355" y="353"/>
                  </a:lnTo>
                  <a:lnTo>
                    <a:pt x="1341" y="330"/>
                  </a:lnTo>
                  <a:lnTo>
                    <a:pt x="1331" y="305"/>
                  </a:lnTo>
                  <a:lnTo>
                    <a:pt x="1324" y="281"/>
                  </a:lnTo>
                  <a:lnTo>
                    <a:pt x="1321" y="255"/>
                  </a:lnTo>
                  <a:lnTo>
                    <a:pt x="1324" y="229"/>
                  </a:lnTo>
                  <a:lnTo>
                    <a:pt x="1331" y="203"/>
                  </a:lnTo>
                  <a:lnTo>
                    <a:pt x="1341" y="179"/>
                  </a:lnTo>
                  <a:lnTo>
                    <a:pt x="1355" y="155"/>
                  </a:lnTo>
                  <a:lnTo>
                    <a:pt x="1374" y="133"/>
                  </a:lnTo>
                  <a:lnTo>
                    <a:pt x="1395" y="113"/>
                  </a:lnTo>
                  <a:lnTo>
                    <a:pt x="1421" y="93"/>
                  </a:lnTo>
                  <a:lnTo>
                    <a:pt x="1449" y="74"/>
                  </a:lnTo>
                  <a:lnTo>
                    <a:pt x="1479" y="59"/>
                  </a:lnTo>
                  <a:lnTo>
                    <a:pt x="1512" y="44"/>
                  </a:lnTo>
                  <a:lnTo>
                    <a:pt x="1548" y="31"/>
                  </a:lnTo>
                  <a:lnTo>
                    <a:pt x="1586" y="20"/>
                  </a:lnTo>
                  <a:lnTo>
                    <a:pt x="1626" y="12"/>
                  </a:lnTo>
                  <a:lnTo>
                    <a:pt x="1667" y="5"/>
                  </a:lnTo>
                  <a:lnTo>
                    <a:pt x="1710" y="2"/>
                  </a:lnTo>
                  <a:lnTo>
                    <a:pt x="1754" y="0"/>
                  </a:lnTo>
                  <a:close/>
                  <a:moveTo>
                    <a:pt x="239" y="786"/>
                  </a:moveTo>
                  <a:lnTo>
                    <a:pt x="263" y="788"/>
                  </a:lnTo>
                  <a:lnTo>
                    <a:pt x="287" y="794"/>
                  </a:lnTo>
                  <a:lnTo>
                    <a:pt x="309" y="805"/>
                  </a:lnTo>
                  <a:lnTo>
                    <a:pt x="331" y="819"/>
                  </a:lnTo>
                  <a:lnTo>
                    <a:pt x="352" y="836"/>
                  </a:lnTo>
                  <a:lnTo>
                    <a:pt x="372" y="857"/>
                  </a:lnTo>
                  <a:lnTo>
                    <a:pt x="390" y="882"/>
                  </a:lnTo>
                  <a:lnTo>
                    <a:pt x="407" y="909"/>
                  </a:lnTo>
                  <a:lnTo>
                    <a:pt x="423" y="940"/>
                  </a:lnTo>
                  <a:lnTo>
                    <a:pt x="437" y="971"/>
                  </a:lnTo>
                  <a:lnTo>
                    <a:pt x="448" y="1006"/>
                  </a:lnTo>
                  <a:lnTo>
                    <a:pt x="459" y="1043"/>
                  </a:lnTo>
                  <a:lnTo>
                    <a:pt x="467" y="1081"/>
                  </a:lnTo>
                  <a:lnTo>
                    <a:pt x="473" y="1121"/>
                  </a:lnTo>
                  <a:lnTo>
                    <a:pt x="476" y="1163"/>
                  </a:lnTo>
                  <a:lnTo>
                    <a:pt x="478" y="1206"/>
                  </a:lnTo>
                  <a:lnTo>
                    <a:pt x="476" y="1248"/>
                  </a:lnTo>
                  <a:lnTo>
                    <a:pt x="473" y="1290"/>
                  </a:lnTo>
                  <a:lnTo>
                    <a:pt x="467" y="1330"/>
                  </a:lnTo>
                  <a:lnTo>
                    <a:pt x="459" y="1367"/>
                  </a:lnTo>
                  <a:lnTo>
                    <a:pt x="448" y="1405"/>
                  </a:lnTo>
                  <a:lnTo>
                    <a:pt x="437" y="1439"/>
                  </a:lnTo>
                  <a:lnTo>
                    <a:pt x="423" y="1472"/>
                  </a:lnTo>
                  <a:lnTo>
                    <a:pt x="407" y="1501"/>
                  </a:lnTo>
                  <a:lnTo>
                    <a:pt x="390" y="1528"/>
                  </a:lnTo>
                  <a:lnTo>
                    <a:pt x="372" y="1553"/>
                  </a:lnTo>
                  <a:lnTo>
                    <a:pt x="352" y="1574"/>
                  </a:lnTo>
                  <a:lnTo>
                    <a:pt x="331" y="1591"/>
                  </a:lnTo>
                  <a:lnTo>
                    <a:pt x="309" y="1605"/>
                  </a:lnTo>
                  <a:lnTo>
                    <a:pt x="287" y="1616"/>
                  </a:lnTo>
                  <a:lnTo>
                    <a:pt x="263" y="1622"/>
                  </a:lnTo>
                  <a:lnTo>
                    <a:pt x="239" y="1624"/>
                  </a:lnTo>
                  <a:lnTo>
                    <a:pt x="214" y="1622"/>
                  </a:lnTo>
                  <a:lnTo>
                    <a:pt x="191" y="1616"/>
                  </a:lnTo>
                  <a:lnTo>
                    <a:pt x="168" y="1605"/>
                  </a:lnTo>
                  <a:lnTo>
                    <a:pt x="146" y="1591"/>
                  </a:lnTo>
                  <a:lnTo>
                    <a:pt x="125" y="1574"/>
                  </a:lnTo>
                  <a:lnTo>
                    <a:pt x="105" y="1553"/>
                  </a:lnTo>
                  <a:lnTo>
                    <a:pt x="87" y="1528"/>
                  </a:lnTo>
                  <a:lnTo>
                    <a:pt x="70" y="1501"/>
                  </a:lnTo>
                  <a:lnTo>
                    <a:pt x="55" y="1472"/>
                  </a:lnTo>
                  <a:lnTo>
                    <a:pt x="41" y="1439"/>
                  </a:lnTo>
                  <a:lnTo>
                    <a:pt x="29" y="1405"/>
                  </a:lnTo>
                  <a:lnTo>
                    <a:pt x="18" y="1367"/>
                  </a:lnTo>
                  <a:lnTo>
                    <a:pt x="10" y="1330"/>
                  </a:lnTo>
                  <a:lnTo>
                    <a:pt x="4" y="1290"/>
                  </a:lnTo>
                  <a:lnTo>
                    <a:pt x="1" y="1248"/>
                  </a:lnTo>
                  <a:lnTo>
                    <a:pt x="0" y="1206"/>
                  </a:lnTo>
                  <a:lnTo>
                    <a:pt x="1" y="1163"/>
                  </a:lnTo>
                  <a:lnTo>
                    <a:pt x="4" y="1121"/>
                  </a:lnTo>
                  <a:lnTo>
                    <a:pt x="10" y="1081"/>
                  </a:lnTo>
                  <a:lnTo>
                    <a:pt x="18" y="1043"/>
                  </a:lnTo>
                  <a:lnTo>
                    <a:pt x="29" y="1006"/>
                  </a:lnTo>
                  <a:lnTo>
                    <a:pt x="41" y="971"/>
                  </a:lnTo>
                  <a:lnTo>
                    <a:pt x="55" y="940"/>
                  </a:lnTo>
                  <a:lnTo>
                    <a:pt x="70" y="909"/>
                  </a:lnTo>
                  <a:lnTo>
                    <a:pt x="87" y="882"/>
                  </a:lnTo>
                  <a:lnTo>
                    <a:pt x="105" y="857"/>
                  </a:lnTo>
                  <a:lnTo>
                    <a:pt x="125" y="836"/>
                  </a:lnTo>
                  <a:lnTo>
                    <a:pt x="146" y="819"/>
                  </a:lnTo>
                  <a:lnTo>
                    <a:pt x="168" y="805"/>
                  </a:lnTo>
                  <a:lnTo>
                    <a:pt x="191" y="794"/>
                  </a:lnTo>
                  <a:lnTo>
                    <a:pt x="214" y="788"/>
                  </a:lnTo>
                  <a:lnTo>
                    <a:pt x="239" y="786"/>
                  </a:lnTo>
                  <a:close/>
                  <a:moveTo>
                    <a:pt x="1119" y="2495"/>
                  </a:moveTo>
                  <a:lnTo>
                    <a:pt x="1143" y="2498"/>
                  </a:lnTo>
                  <a:lnTo>
                    <a:pt x="1167" y="2504"/>
                  </a:lnTo>
                  <a:lnTo>
                    <a:pt x="1190" y="2514"/>
                  </a:lnTo>
                  <a:lnTo>
                    <a:pt x="1211" y="2528"/>
                  </a:lnTo>
                  <a:lnTo>
                    <a:pt x="1232" y="2546"/>
                  </a:lnTo>
                  <a:lnTo>
                    <a:pt x="1252" y="2567"/>
                  </a:lnTo>
                  <a:lnTo>
                    <a:pt x="1271" y="2592"/>
                  </a:lnTo>
                  <a:lnTo>
                    <a:pt x="1288" y="2618"/>
                  </a:lnTo>
                  <a:lnTo>
                    <a:pt x="1304" y="2648"/>
                  </a:lnTo>
                  <a:lnTo>
                    <a:pt x="1318" y="2681"/>
                  </a:lnTo>
                  <a:lnTo>
                    <a:pt x="1329" y="2715"/>
                  </a:lnTo>
                  <a:lnTo>
                    <a:pt x="1340" y="2752"/>
                  </a:lnTo>
                  <a:lnTo>
                    <a:pt x="1348" y="2790"/>
                  </a:lnTo>
                  <a:lnTo>
                    <a:pt x="1354" y="2830"/>
                  </a:lnTo>
                  <a:lnTo>
                    <a:pt x="1358" y="2872"/>
                  </a:lnTo>
                  <a:lnTo>
                    <a:pt x="1359" y="2914"/>
                  </a:lnTo>
                  <a:lnTo>
                    <a:pt x="1358" y="2956"/>
                  </a:lnTo>
                  <a:lnTo>
                    <a:pt x="1354" y="2998"/>
                  </a:lnTo>
                  <a:lnTo>
                    <a:pt x="1348" y="3038"/>
                  </a:lnTo>
                  <a:lnTo>
                    <a:pt x="1340" y="3077"/>
                  </a:lnTo>
                  <a:lnTo>
                    <a:pt x="1329" y="3113"/>
                  </a:lnTo>
                  <a:lnTo>
                    <a:pt x="1318" y="3147"/>
                  </a:lnTo>
                  <a:lnTo>
                    <a:pt x="1304" y="3180"/>
                  </a:lnTo>
                  <a:lnTo>
                    <a:pt x="1288" y="3209"/>
                  </a:lnTo>
                  <a:lnTo>
                    <a:pt x="1271" y="3238"/>
                  </a:lnTo>
                  <a:lnTo>
                    <a:pt x="1252" y="3261"/>
                  </a:lnTo>
                  <a:lnTo>
                    <a:pt x="1232" y="3282"/>
                  </a:lnTo>
                  <a:lnTo>
                    <a:pt x="1211" y="3301"/>
                  </a:lnTo>
                  <a:lnTo>
                    <a:pt x="1190" y="3315"/>
                  </a:lnTo>
                  <a:lnTo>
                    <a:pt x="1167" y="3325"/>
                  </a:lnTo>
                  <a:lnTo>
                    <a:pt x="1143" y="3331"/>
                  </a:lnTo>
                  <a:lnTo>
                    <a:pt x="1119" y="3334"/>
                  </a:lnTo>
                  <a:lnTo>
                    <a:pt x="1094" y="3331"/>
                  </a:lnTo>
                  <a:lnTo>
                    <a:pt x="1070" y="3325"/>
                  </a:lnTo>
                  <a:lnTo>
                    <a:pt x="1048" y="3315"/>
                  </a:lnTo>
                  <a:lnTo>
                    <a:pt x="1026" y="3301"/>
                  </a:lnTo>
                  <a:lnTo>
                    <a:pt x="1005" y="3282"/>
                  </a:lnTo>
                  <a:lnTo>
                    <a:pt x="985" y="3261"/>
                  </a:lnTo>
                  <a:lnTo>
                    <a:pt x="967" y="3238"/>
                  </a:lnTo>
                  <a:lnTo>
                    <a:pt x="950" y="3209"/>
                  </a:lnTo>
                  <a:lnTo>
                    <a:pt x="935" y="3180"/>
                  </a:lnTo>
                  <a:lnTo>
                    <a:pt x="921" y="3147"/>
                  </a:lnTo>
                  <a:lnTo>
                    <a:pt x="909" y="3113"/>
                  </a:lnTo>
                  <a:lnTo>
                    <a:pt x="898" y="3077"/>
                  </a:lnTo>
                  <a:lnTo>
                    <a:pt x="890" y="3038"/>
                  </a:lnTo>
                  <a:lnTo>
                    <a:pt x="884" y="2998"/>
                  </a:lnTo>
                  <a:lnTo>
                    <a:pt x="881" y="2956"/>
                  </a:lnTo>
                  <a:lnTo>
                    <a:pt x="880" y="2914"/>
                  </a:lnTo>
                  <a:lnTo>
                    <a:pt x="881" y="2872"/>
                  </a:lnTo>
                  <a:lnTo>
                    <a:pt x="884" y="2830"/>
                  </a:lnTo>
                  <a:lnTo>
                    <a:pt x="890" y="2790"/>
                  </a:lnTo>
                  <a:lnTo>
                    <a:pt x="898" y="2752"/>
                  </a:lnTo>
                  <a:lnTo>
                    <a:pt x="909" y="2715"/>
                  </a:lnTo>
                  <a:lnTo>
                    <a:pt x="921" y="2681"/>
                  </a:lnTo>
                  <a:lnTo>
                    <a:pt x="935" y="2648"/>
                  </a:lnTo>
                  <a:lnTo>
                    <a:pt x="950" y="2618"/>
                  </a:lnTo>
                  <a:lnTo>
                    <a:pt x="967" y="2592"/>
                  </a:lnTo>
                  <a:lnTo>
                    <a:pt x="985" y="2567"/>
                  </a:lnTo>
                  <a:lnTo>
                    <a:pt x="1005" y="2546"/>
                  </a:lnTo>
                  <a:lnTo>
                    <a:pt x="1026" y="2528"/>
                  </a:lnTo>
                  <a:lnTo>
                    <a:pt x="1048" y="2514"/>
                  </a:lnTo>
                  <a:lnTo>
                    <a:pt x="1070" y="2504"/>
                  </a:lnTo>
                  <a:lnTo>
                    <a:pt x="1094" y="2498"/>
                  </a:lnTo>
                  <a:lnTo>
                    <a:pt x="1119" y="2495"/>
                  </a:lnTo>
                  <a:close/>
                  <a:moveTo>
                    <a:pt x="2380" y="2651"/>
                  </a:moveTo>
                  <a:lnTo>
                    <a:pt x="2405" y="2654"/>
                  </a:lnTo>
                  <a:lnTo>
                    <a:pt x="2428" y="2660"/>
                  </a:lnTo>
                  <a:lnTo>
                    <a:pt x="2452" y="2670"/>
                  </a:lnTo>
                  <a:lnTo>
                    <a:pt x="2473" y="2684"/>
                  </a:lnTo>
                  <a:lnTo>
                    <a:pt x="2494" y="2703"/>
                  </a:lnTo>
                  <a:lnTo>
                    <a:pt x="2514" y="2724"/>
                  </a:lnTo>
                  <a:lnTo>
                    <a:pt x="2533" y="2747"/>
                  </a:lnTo>
                  <a:lnTo>
                    <a:pt x="2550" y="2774"/>
                  </a:lnTo>
                  <a:lnTo>
                    <a:pt x="2565" y="2805"/>
                  </a:lnTo>
                  <a:lnTo>
                    <a:pt x="2580" y="2838"/>
                  </a:lnTo>
                  <a:lnTo>
                    <a:pt x="2591" y="2872"/>
                  </a:lnTo>
                  <a:lnTo>
                    <a:pt x="2602" y="2908"/>
                  </a:lnTo>
                  <a:lnTo>
                    <a:pt x="2610" y="2947"/>
                  </a:lnTo>
                  <a:lnTo>
                    <a:pt x="2616" y="2987"/>
                  </a:lnTo>
                  <a:lnTo>
                    <a:pt x="2619" y="3029"/>
                  </a:lnTo>
                  <a:lnTo>
                    <a:pt x="2621" y="3071"/>
                  </a:lnTo>
                  <a:lnTo>
                    <a:pt x="2619" y="3113"/>
                  </a:lnTo>
                  <a:lnTo>
                    <a:pt x="2616" y="3155"/>
                  </a:lnTo>
                  <a:lnTo>
                    <a:pt x="2610" y="3195"/>
                  </a:lnTo>
                  <a:lnTo>
                    <a:pt x="2602" y="3233"/>
                  </a:lnTo>
                  <a:lnTo>
                    <a:pt x="2591" y="3270"/>
                  </a:lnTo>
                  <a:lnTo>
                    <a:pt x="2580" y="3304"/>
                  </a:lnTo>
                  <a:lnTo>
                    <a:pt x="2565" y="3337"/>
                  </a:lnTo>
                  <a:lnTo>
                    <a:pt x="2550" y="3367"/>
                  </a:lnTo>
                  <a:lnTo>
                    <a:pt x="2533" y="3393"/>
                  </a:lnTo>
                  <a:lnTo>
                    <a:pt x="2514" y="3418"/>
                  </a:lnTo>
                  <a:lnTo>
                    <a:pt x="2494" y="3439"/>
                  </a:lnTo>
                  <a:lnTo>
                    <a:pt x="2473" y="3457"/>
                  </a:lnTo>
                  <a:lnTo>
                    <a:pt x="2452" y="3471"/>
                  </a:lnTo>
                  <a:lnTo>
                    <a:pt x="2428" y="3481"/>
                  </a:lnTo>
                  <a:lnTo>
                    <a:pt x="2405" y="3487"/>
                  </a:lnTo>
                  <a:lnTo>
                    <a:pt x="2380" y="3490"/>
                  </a:lnTo>
                  <a:lnTo>
                    <a:pt x="2356" y="3487"/>
                  </a:lnTo>
                  <a:lnTo>
                    <a:pt x="2332" y="3481"/>
                  </a:lnTo>
                  <a:lnTo>
                    <a:pt x="2310" y="3471"/>
                  </a:lnTo>
                  <a:lnTo>
                    <a:pt x="2288" y="3457"/>
                  </a:lnTo>
                  <a:lnTo>
                    <a:pt x="2267" y="3439"/>
                  </a:lnTo>
                  <a:lnTo>
                    <a:pt x="2248" y="3418"/>
                  </a:lnTo>
                  <a:lnTo>
                    <a:pt x="2229" y="3393"/>
                  </a:lnTo>
                  <a:lnTo>
                    <a:pt x="2212" y="3367"/>
                  </a:lnTo>
                  <a:lnTo>
                    <a:pt x="2196" y="3337"/>
                  </a:lnTo>
                  <a:lnTo>
                    <a:pt x="2182" y="3304"/>
                  </a:lnTo>
                  <a:lnTo>
                    <a:pt x="2171" y="3270"/>
                  </a:lnTo>
                  <a:lnTo>
                    <a:pt x="2160" y="3233"/>
                  </a:lnTo>
                  <a:lnTo>
                    <a:pt x="2152" y="3195"/>
                  </a:lnTo>
                  <a:lnTo>
                    <a:pt x="2146" y="3155"/>
                  </a:lnTo>
                  <a:lnTo>
                    <a:pt x="2142" y="3113"/>
                  </a:lnTo>
                  <a:lnTo>
                    <a:pt x="2141" y="3071"/>
                  </a:lnTo>
                  <a:lnTo>
                    <a:pt x="2142" y="3029"/>
                  </a:lnTo>
                  <a:lnTo>
                    <a:pt x="2146" y="2987"/>
                  </a:lnTo>
                  <a:lnTo>
                    <a:pt x="2152" y="2947"/>
                  </a:lnTo>
                  <a:lnTo>
                    <a:pt x="2160" y="2908"/>
                  </a:lnTo>
                  <a:lnTo>
                    <a:pt x="2171" y="2872"/>
                  </a:lnTo>
                  <a:lnTo>
                    <a:pt x="2182" y="2838"/>
                  </a:lnTo>
                  <a:lnTo>
                    <a:pt x="2196" y="2805"/>
                  </a:lnTo>
                  <a:lnTo>
                    <a:pt x="2212" y="2774"/>
                  </a:lnTo>
                  <a:lnTo>
                    <a:pt x="2229" y="2747"/>
                  </a:lnTo>
                  <a:lnTo>
                    <a:pt x="2248" y="2724"/>
                  </a:lnTo>
                  <a:lnTo>
                    <a:pt x="2267" y="2703"/>
                  </a:lnTo>
                  <a:lnTo>
                    <a:pt x="2288" y="2684"/>
                  </a:lnTo>
                  <a:lnTo>
                    <a:pt x="2310" y="2670"/>
                  </a:lnTo>
                  <a:lnTo>
                    <a:pt x="2332" y="2660"/>
                  </a:lnTo>
                  <a:lnTo>
                    <a:pt x="2356" y="2654"/>
                  </a:lnTo>
                  <a:lnTo>
                    <a:pt x="2380" y="2651"/>
                  </a:lnTo>
                  <a:close/>
                  <a:moveTo>
                    <a:pt x="2342" y="1355"/>
                  </a:moveTo>
                  <a:lnTo>
                    <a:pt x="2366" y="1357"/>
                  </a:lnTo>
                  <a:lnTo>
                    <a:pt x="2390" y="1363"/>
                  </a:lnTo>
                  <a:lnTo>
                    <a:pt x="2412" y="1373"/>
                  </a:lnTo>
                  <a:lnTo>
                    <a:pt x="2434" y="1387"/>
                  </a:lnTo>
                  <a:lnTo>
                    <a:pt x="2455" y="1405"/>
                  </a:lnTo>
                  <a:lnTo>
                    <a:pt x="2475" y="1426"/>
                  </a:lnTo>
                  <a:lnTo>
                    <a:pt x="2493" y="1451"/>
                  </a:lnTo>
                  <a:lnTo>
                    <a:pt x="2510" y="1478"/>
                  </a:lnTo>
                  <a:lnTo>
                    <a:pt x="2526" y="1507"/>
                  </a:lnTo>
                  <a:lnTo>
                    <a:pt x="2540" y="1540"/>
                  </a:lnTo>
                  <a:lnTo>
                    <a:pt x="2551" y="1574"/>
                  </a:lnTo>
                  <a:lnTo>
                    <a:pt x="2562" y="1611"/>
                  </a:lnTo>
                  <a:lnTo>
                    <a:pt x="2570" y="1649"/>
                  </a:lnTo>
                  <a:lnTo>
                    <a:pt x="2576" y="1689"/>
                  </a:lnTo>
                  <a:lnTo>
                    <a:pt x="2580" y="1731"/>
                  </a:lnTo>
                  <a:lnTo>
                    <a:pt x="2581" y="1773"/>
                  </a:lnTo>
                  <a:lnTo>
                    <a:pt x="2580" y="1815"/>
                  </a:lnTo>
                  <a:lnTo>
                    <a:pt x="2576" y="1858"/>
                  </a:lnTo>
                  <a:lnTo>
                    <a:pt x="2570" y="1897"/>
                  </a:lnTo>
                  <a:lnTo>
                    <a:pt x="2562" y="1936"/>
                  </a:lnTo>
                  <a:lnTo>
                    <a:pt x="2551" y="1972"/>
                  </a:lnTo>
                  <a:lnTo>
                    <a:pt x="2540" y="2008"/>
                  </a:lnTo>
                  <a:lnTo>
                    <a:pt x="2526" y="2039"/>
                  </a:lnTo>
                  <a:lnTo>
                    <a:pt x="2510" y="2070"/>
                  </a:lnTo>
                  <a:lnTo>
                    <a:pt x="2493" y="2097"/>
                  </a:lnTo>
                  <a:lnTo>
                    <a:pt x="2475" y="2121"/>
                  </a:lnTo>
                  <a:lnTo>
                    <a:pt x="2455" y="2142"/>
                  </a:lnTo>
                  <a:lnTo>
                    <a:pt x="2434" y="2160"/>
                  </a:lnTo>
                  <a:lnTo>
                    <a:pt x="2412" y="2174"/>
                  </a:lnTo>
                  <a:lnTo>
                    <a:pt x="2390" y="2185"/>
                  </a:lnTo>
                  <a:lnTo>
                    <a:pt x="2366" y="2191"/>
                  </a:lnTo>
                  <a:lnTo>
                    <a:pt x="2342" y="2193"/>
                  </a:lnTo>
                  <a:lnTo>
                    <a:pt x="2317" y="2191"/>
                  </a:lnTo>
                  <a:lnTo>
                    <a:pt x="2294" y="2185"/>
                  </a:lnTo>
                  <a:lnTo>
                    <a:pt x="2270" y="2174"/>
                  </a:lnTo>
                  <a:lnTo>
                    <a:pt x="2249" y="2160"/>
                  </a:lnTo>
                  <a:lnTo>
                    <a:pt x="2228" y="2142"/>
                  </a:lnTo>
                  <a:lnTo>
                    <a:pt x="2208" y="2121"/>
                  </a:lnTo>
                  <a:lnTo>
                    <a:pt x="2189" y="2097"/>
                  </a:lnTo>
                  <a:lnTo>
                    <a:pt x="2173" y="2070"/>
                  </a:lnTo>
                  <a:lnTo>
                    <a:pt x="2157" y="2039"/>
                  </a:lnTo>
                  <a:lnTo>
                    <a:pt x="2142" y="2008"/>
                  </a:lnTo>
                  <a:lnTo>
                    <a:pt x="2131" y="1972"/>
                  </a:lnTo>
                  <a:lnTo>
                    <a:pt x="2120" y="1936"/>
                  </a:lnTo>
                  <a:lnTo>
                    <a:pt x="2112" y="1897"/>
                  </a:lnTo>
                  <a:lnTo>
                    <a:pt x="2106" y="1858"/>
                  </a:lnTo>
                  <a:lnTo>
                    <a:pt x="2103" y="1815"/>
                  </a:lnTo>
                  <a:lnTo>
                    <a:pt x="2101" y="1773"/>
                  </a:lnTo>
                  <a:lnTo>
                    <a:pt x="2103" y="1731"/>
                  </a:lnTo>
                  <a:lnTo>
                    <a:pt x="2106" y="1689"/>
                  </a:lnTo>
                  <a:lnTo>
                    <a:pt x="2112" y="1649"/>
                  </a:lnTo>
                  <a:lnTo>
                    <a:pt x="2120" y="1611"/>
                  </a:lnTo>
                  <a:lnTo>
                    <a:pt x="2131" y="1574"/>
                  </a:lnTo>
                  <a:lnTo>
                    <a:pt x="2142" y="1540"/>
                  </a:lnTo>
                  <a:lnTo>
                    <a:pt x="2157" y="1507"/>
                  </a:lnTo>
                  <a:lnTo>
                    <a:pt x="2173" y="1478"/>
                  </a:lnTo>
                  <a:lnTo>
                    <a:pt x="2189" y="1451"/>
                  </a:lnTo>
                  <a:lnTo>
                    <a:pt x="2208" y="1426"/>
                  </a:lnTo>
                  <a:lnTo>
                    <a:pt x="2228" y="1405"/>
                  </a:lnTo>
                  <a:lnTo>
                    <a:pt x="2249" y="1387"/>
                  </a:lnTo>
                  <a:lnTo>
                    <a:pt x="2270" y="1373"/>
                  </a:lnTo>
                  <a:lnTo>
                    <a:pt x="2294" y="1363"/>
                  </a:lnTo>
                  <a:lnTo>
                    <a:pt x="2317" y="1357"/>
                  </a:lnTo>
                  <a:lnTo>
                    <a:pt x="2342" y="1355"/>
                  </a:lnTo>
                  <a:close/>
                  <a:moveTo>
                    <a:pt x="3179" y="819"/>
                  </a:moveTo>
                  <a:lnTo>
                    <a:pt x="3204" y="821"/>
                  </a:lnTo>
                  <a:lnTo>
                    <a:pt x="3227" y="827"/>
                  </a:lnTo>
                  <a:lnTo>
                    <a:pt x="3250" y="838"/>
                  </a:lnTo>
                  <a:lnTo>
                    <a:pt x="3272" y="852"/>
                  </a:lnTo>
                  <a:lnTo>
                    <a:pt x="3293" y="869"/>
                  </a:lnTo>
                  <a:lnTo>
                    <a:pt x="3312" y="890"/>
                  </a:lnTo>
                  <a:lnTo>
                    <a:pt x="3331" y="915"/>
                  </a:lnTo>
                  <a:lnTo>
                    <a:pt x="3348" y="942"/>
                  </a:lnTo>
                  <a:lnTo>
                    <a:pt x="3363" y="971"/>
                  </a:lnTo>
                  <a:lnTo>
                    <a:pt x="3377" y="1004"/>
                  </a:lnTo>
                  <a:lnTo>
                    <a:pt x="3389" y="1038"/>
                  </a:lnTo>
                  <a:lnTo>
                    <a:pt x="3400" y="1076"/>
                  </a:lnTo>
                  <a:lnTo>
                    <a:pt x="3408" y="1113"/>
                  </a:lnTo>
                  <a:lnTo>
                    <a:pt x="3414" y="1153"/>
                  </a:lnTo>
                  <a:lnTo>
                    <a:pt x="3417" y="1195"/>
                  </a:lnTo>
                  <a:lnTo>
                    <a:pt x="3418" y="1237"/>
                  </a:lnTo>
                  <a:lnTo>
                    <a:pt x="3417" y="1280"/>
                  </a:lnTo>
                  <a:lnTo>
                    <a:pt x="3414" y="1322"/>
                  </a:lnTo>
                  <a:lnTo>
                    <a:pt x="3408" y="1362"/>
                  </a:lnTo>
                  <a:lnTo>
                    <a:pt x="3400" y="1399"/>
                  </a:lnTo>
                  <a:lnTo>
                    <a:pt x="3389" y="1437"/>
                  </a:lnTo>
                  <a:lnTo>
                    <a:pt x="3377" y="1471"/>
                  </a:lnTo>
                  <a:lnTo>
                    <a:pt x="3363" y="1503"/>
                  </a:lnTo>
                  <a:lnTo>
                    <a:pt x="3348" y="1533"/>
                  </a:lnTo>
                  <a:lnTo>
                    <a:pt x="3331" y="1560"/>
                  </a:lnTo>
                  <a:lnTo>
                    <a:pt x="3312" y="1584"/>
                  </a:lnTo>
                  <a:lnTo>
                    <a:pt x="3293" y="1605"/>
                  </a:lnTo>
                  <a:lnTo>
                    <a:pt x="3272" y="1623"/>
                  </a:lnTo>
                  <a:lnTo>
                    <a:pt x="3250" y="1637"/>
                  </a:lnTo>
                  <a:lnTo>
                    <a:pt x="3227" y="1648"/>
                  </a:lnTo>
                  <a:lnTo>
                    <a:pt x="3204" y="1654"/>
                  </a:lnTo>
                  <a:lnTo>
                    <a:pt x="3179" y="1656"/>
                  </a:lnTo>
                  <a:lnTo>
                    <a:pt x="3155" y="1654"/>
                  </a:lnTo>
                  <a:lnTo>
                    <a:pt x="3131" y="1648"/>
                  </a:lnTo>
                  <a:lnTo>
                    <a:pt x="3108" y="1637"/>
                  </a:lnTo>
                  <a:lnTo>
                    <a:pt x="3087" y="1623"/>
                  </a:lnTo>
                  <a:lnTo>
                    <a:pt x="3066" y="1605"/>
                  </a:lnTo>
                  <a:lnTo>
                    <a:pt x="3046" y="1584"/>
                  </a:lnTo>
                  <a:lnTo>
                    <a:pt x="3027" y="1560"/>
                  </a:lnTo>
                  <a:lnTo>
                    <a:pt x="3011" y="1533"/>
                  </a:lnTo>
                  <a:lnTo>
                    <a:pt x="2994" y="1503"/>
                  </a:lnTo>
                  <a:lnTo>
                    <a:pt x="2980" y="1471"/>
                  </a:lnTo>
                  <a:lnTo>
                    <a:pt x="2968" y="1437"/>
                  </a:lnTo>
                  <a:lnTo>
                    <a:pt x="2958" y="1399"/>
                  </a:lnTo>
                  <a:lnTo>
                    <a:pt x="2950" y="1362"/>
                  </a:lnTo>
                  <a:lnTo>
                    <a:pt x="2944" y="1322"/>
                  </a:lnTo>
                  <a:lnTo>
                    <a:pt x="2940" y="1280"/>
                  </a:lnTo>
                  <a:lnTo>
                    <a:pt x="2939" y="1237"/>
                  </a:lnTo>
                  <a:lnTo>
                    <a:pt x="2940" y="1195"/>
                  </a:lnTo>
                  <a:lnTo>
                    <a:pt x="2944" y="1153"/>
                  </a:lnTo>
                  <a:lnTo>
                    <a:pt x="2950" y="1113"/>
                  </a:lnTo>
                  <a:lnTo>
                    <a:pt x="2958" y="1076"/>
                  </a:lnTo>
                  <a:lnTo>
                    <a:pt x="2968" y="1038"/>
                  </a:lnTo>
                  <a:lnTo>
                    <a:pt x="2980" y="1004"/>
                  </a:lnTo>
                  <a:lnTo>
                    <a:pt x="2994" y="971"/>
                  </a:lnTo>
                  <a:lnTo>
                    <a:pt x="3011" y="942"/>
                  </a:lnTo>
                  <a:lnTo>
                    <a:pt x="3027" y="915"/>
                  </a:lnTo>
                  <a:lnTo>
                    <a:pt x="3046" y="890"/>
                  </a:lnTo>
                  <a:lnTo>
                    <a:pt x="3066" y="869"/>
                  </a:lnTo>
                  <a:lnTo>
                    <a:pt x="3087" y="852"/>
                  </a:lnTo>
                  <a:lnTo>
                    <a:pt x="3108" y="838"/>
                  </a:lnTo>
                  <a:lnTo>
                    <a:pt x="3131" y="827"/>
                  </a:lnTo>
                  <a:lnTo>
                    <a:pt x="3155" y="821"/>
                  </a:lnTo>
                  <a:lnTo>
                    <a:pt x="3179" y="819"/>
                  </a:lnTo>
                  <a:close/>
                  <a:moveTo>
                    <a:pt x="3246" y="2144"/>
                  </a:moveTo>
                  <a:lnTo>
                    <a:pt x="3271" y="2146"/>
                  </a:lnTo>
                  <a:lnTo>
                    <a:pt x="3294" y="2152"/>
                  </a:lnTo>
                  <a:lnTo>
                    <a:pt x="3316" y="2162"/>
                  </a:lnTo>
                  <a:lnTo>
                    <a:pt x="3339" y="2176"/>
                  </a:lnTo>
                  <a:lnTo>
                    <a:pt x="3360" y="2194"/>
                  </a:lnTo>
                  <a:lnTo>
                    <a:pt x="3380" y="2215"/>
                  </a:lnTo>
                  <a:lnTo>
                    <a:pt x="3397" y="2240"/>
                  </a:lnTo>
                  <a:lnTo>
                    <a:pt x="3415" y="2267"/>
                  </a:lnTo>
                  <a:lnTo>
                    <a:pt x="3430" y="2296"/>
                  </a:lnTo>
                  <a:lnTo>
                    <a:pt x="3444" y="2329"/>
                  </a:lnTo>
                  <a:lnTo>
                    <a:pt x="3456" y="2363"/>
                  </a:lnTo>
                  <a:lnTo>
                    <a:pt x="3466" y="2400"/>
                  </a:lnTo>
                  <a:lnTo>
                    <a:pt x="3475" y="2438"/>
                  </a:lnTo>
                  <a:lnTo>
                    <a:pt x="3480" y="2478"/>
                  </a:lnTo>
                  <a:lnTo>
                    <a:pt x="3484" y="2520"/>
                  </a:lnTo>
                  <a:lnTo>
                    <a:pt x="3485" y="2562"/>
                  </a:lnTo>
                  <a:lnTo>
                    <a:pt x="3484" y="2604"/>
                  </a:lnTo>
                  <a:lnTo>
                    <a:pt x="3480" y="2647"/>
                  </a:lnTo>
                  <a:lnTo>
                    <a:pt x="3475" y="2686"/>
                  </a:lnTo>
                  <a:lnTo>
                    <a:pt x="3466" y="2725"/>
                  </a:lnTo>
                  <a:lnTo>
                    <a:pt x="3456" y="2762"/>
                  </a:lnTo>
                  <a:lnTo>
                    <a:pt x="3444" y="2796"/>
                  </a:lnTo>
                  <a:lnTo>
                    <a:pt x="3430" y="2828"/>
                  </a:lnTo>
                  <a:lnTo>
                    <a:pt x="3415" y="2858"/>
                  </a:lnTo>
                  <a:lnTo>
                    <a:pt x="3397" y="2886"/>
                  </a:lnTo>
                  <a:lnTo>
                    <a:pt x="3380" y="2909"/>
                  </a:lnTo>
                  <a:lnTo>
                    <a:pt x="3360" y="2930"/>
                  </a:lnTo>
                  <a:lnTo>
                    <a:pt x="3339" y="2949"/>
                  </a:lnTo>
                  <a:lnTo>
                    <a:pt x="3316" y="2963"/>
                  </a:lnTo>
                  <a:lnTo>
                    <a:pt x="3294" y="2974"/>
                  </a:lnTo>
                  <a:lnTo>
                    <a:pt x="3271" y="2980"/>
                  </a:lnTo>
                  <a:lnTo>
                    <a:pt x="3246" y="2982"/>
                  </a:lnTo>
                  <a:lnTo>
                    <a:pt x="3222" y="2980"/>
                  </a:lnTo>
                  <a:lnTo>
                    <a:pt x="3198" y="2974"/>
                  </a:lnTo>
                  <a:lnTo>
                    <a:pt x="3176" y="2963"/>
                  </a:lnTo>
                  <a:lnTo>
                    <a:pt x="3154" y="2949"/>
                  </a:lnTo>
                  <a:lnTo>
                    <a:pt x="3133" y="2930"/>
                  </a:lnTo>
                  <a:lnTo>
                    <a:pt x="3113" y="2909"/>
                  </a:lnTo>
                  <a:lnTo>
                    <a:pt x="3095" y="2886"/>
                  </a:lnTo>
                  <a:lnTo>
                    <a:pt x="3077" y="2858"/>
                  </a:lnTo>
                  <a:lnTo>
                    <a:pt x="3062" y="2828"/>
                  </a:lnTo>
                  <a:lnTo>
                    <a:pt x="3048" y="2796"/>
                  </a:lnTo>
                  <a:lnTo>
                    <a:pt x="3036" y="2762"/>
                  </a:lnTo>
                  <a:lnTo>
                    <a:pt x="3026" y="2725"/>
                  </a:lnTo>
                  <a:lnTo>
                    <a:pt x="3018" y="2686"/>
                  </a:lnTo>
                  <a:lnTo>
                    <a:pt x="3012" y="2647"/>
                  </a:lnTo>
                  <a:lnTo>
                    <a:pt x="3008" y="2604"/>
                  </a:lnTo>
                  <a:lnTo>
                    <a:pt x="3007" y="2562"/>
                  </a:lnTo>
                  <a:lnTo>
                    <a:pt x="3008" y="2520"/>
                  </a:lnTo>
                  <a:lnTo>
                    <a:pt x="3012" y="2478"/>
                  </a:lnTo>
                  <a:lnTo>
                    <a:pt x="3018" y="2438"/>
                  </a:lnTo>
                  <a:lnTo>
                    <a:pt x="3026" y="2400"/>
                  </a:lnTo>
                  <a:lnTo>
                    <a:pt x="3036" y="2363"/>
                  </a:lnTo>
                  <a:lnTo>
                    <a:pt x="3048" y="2329"/>
                  </a:lnTo>
                  <a:lnTo>
                    <a:pt x="3062" y="2296"/>
                  </a:lnTo>
                  <a:lnTo>
                    <a:pt x="3077" y="2267"/>
                  </a:lnTo>
                  <a:lnTo>
                    <a:pt x="3095" y="2240"/>
                  </a:lnTo>
                  <a:lnTo>
                    <a:pt x="3113" y="2215"/>
                  </a:lnTo>
                  <a:lnTo>
                    <a:pt x="3133" y="2194"/>
                  </a:lnTo>
                  <a:lnTo>
                    <a:pt x="3154" y="2176"/>
                  </a:lnTo>
                  <a:lnTo>
                    <a:pt x="3176" y="2162"/>
                  </a:lnTo>
                  <a:lnTo>
                    <a:pt x="3198" y="2152"/>
                  </a:lnTo>
                  <a:lnTo>
                    <a:pt x="3222" y="2146"/>
                  </a:lnTo>
                  <a:lnTo>
                    <a:pt x="3246" y="214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2914" name="Freeform 48"/>
            <p:cNvSpPr>
              <a:spLocks/>
            </p:cNvSpPr>
            <p:nvPr/>
          </p:nvSpPr>
          <p:spPr bwMode="auto">
            <a:xfrm>
              <a:off x="1267" y="1588"/>
              <a:ext cx="87" cy="52"/>
            </a:xfrm>
            <a:custGeom>
              <a:avLst/>
              <a:gdLst>
                <a:gd name="T0" fmla="*/ 3 w 437"/>
                <a:gd name="T1" fmla="*/ 2 h 260"/>
                <a:gd name="T2" fmla="*/ 3 w 437"/>
                <a:gd name="T3" fmla="*/ 2 h 260"/>
                <a:gd name="T4" fmla="*/ 3 w 437"/>
                <a:gd name="T5" fmla="*/ 2 h 260"/>
                <a:gd name="T6" fmla="*/ 3 w 437"/>
                <a:gd name="T7" fmla="*/ 2 h 260"/>
                <a:gd name="T8" fmla="*/ 3 w 437"/>
                <a:gd name="T9" fmla="*/ 1 h 260"/>
                <a:gd name="T10" fmla="*/ 3 w 437"/>
                <a:gd name="T11" fmla="*/ 1 h 260"/>
                <a:gd name="T12" fmla="*/ 3 w 437"/>
                <a:gd name="T13" fmla="*/ 1 h 260"/>
                <a:gd name="T14" fmla="*/ 3 w 437"/>
                <a:gd name="T15" fmla="*/ 1 h 260"/>
                <a:gd name="T16" fmla="*/ 3 w 437"/>
                <a:gd name="T17" fmla="*/ 1 h 260"/>
                <a:gd name="T18" fmla="*/ 2 w 437"/>
                <a:gd name="T19" fmla="*/ 1 h 260"/>
                <a:gd name="T20" fmla="*/ 2 w 437"/>
                <a:gd name="T21" fmla="*/ 0 h 260"/>
                <a:gd name="T22" fmla="*/ 2 w 437"/>
                <a:gd name="T23" fmla="*/ 0 h 260"/>
                <a:gd name="T24" fmla="*/ 2 w 437"/>
                <a:gd name="T25" fmla="*/ 0 h 260"/>
                <a:gd name="T26" fmla="*/ 1 w 437"/>
                <a:gd name="T27" fmla="*/ 0 h 260"/>
                <a:gd name="T28" fmla="*/ 1 w 437"/>
                <a:gd name="T29" fmla="*/ 0 h 260"/>
                <a:gd name="T30" fmla="*/ 1 w 437"/>
                <a:gd name="T31" fmla="*/ 0 h 260"/>
                <a:gd name="T32" fmla="*/ 0 w 437"/>
                <a:gd name="T33" fmla="*/ 0 h 260"/>
                <a:gd name="T34" fmla="*/ 0 w 437"/>
                <a:gd name="T35" fmla="*/ 0 h 260"/>
                <a:gd name="T36" fmla="*/ 0 w 437"/>
                <a:gd name="T37" fmla="*/ 0 h 260"/>
                <a:gd name="T38" fmla="*/ 0 w 437"/>
                <a:gd name="T39" fmla="*/ 0 h 260"/>
                <a:gd name="T40" fmla="*/ 1 w 437"/>
                <a:gd name="T41" fmla="*/ 0 h 260"/>
                <a:gd name="T42" fmla="*/ 1 w 437"/>
                <a:gd name="T43" fmla="*/ 0 h 260"/>
                <a:gd name="T44" fmla="*/ 1 w 437"/>
                <a:gd name="T45" fmla="*/ 0 h 260"/>
                <a:gd name="T46" fmla="*/ 2 w 437"/>
                <a:gd name="T47" fmla="*/ 0 h 260"/>
                <a:gd name="T48" fmla="*/ 2 w 437"/>
                <a:gd name="T49" fmla="*/ 0 h 260"/>
                <a:gd name="T50" fmla="*/ 2 w 437"/>
                <a:gd name="T51" fmla="*/ 1 h 260"/>
                <a:gd name="T52" fmla="*/ 2 w 437"/>
                <a:gd name="T53" fmla="*/ 1 h 260"/>
                <a:gd name="T54" fmla="*/ 3 w 437"/>
                <a:gd name="T55" fmla="*/ 1 h 260"/>
                <a:gd name="T56" fmla="*/ 3 w 437"/>
                <a:gd name="T57" fmla="*/ 1 h 260"/>
                <a:gd name="T58" fmla="*/ 3 w 437"/>
                <a:gd name="T59" fmla="*/ 1 h 260"/>
                <a:gd name="T60" fmla="*/ 3 w 437"/>
                <a:gd name="T61" fmla="*/ 1 h 260"/>
                <a:gd name="T62" fmla="*/ 3 w 437"/>
                <a:gd name="T63" fmla="*/ 1 h 260"/>
                <a:gd name="T64" fmla="*/ 3 w 437"/>
                <a:gd name="T65" fmla="*/ 2 h 260"/>
                <a:gd name="T66" fmla="*/ 3 w 437"/>
                <a:gd name="T67" fmla="*/ 2 h 260"/>
                <a:gd name="T68" fmla="*/ 3 w 437"/>
                <a:gd name="T69" fmla="*/ 2 h 260"/>
                <a:gd name="T70" fmla="*/ 3 w 437"/>
                <a:gd name="T71" fmla="*/ 2 h 260"/>
                <a:gd name="T72" fmla="*/ 3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437" y="260"/>
                  </a:moveTo>
                  <a:lnTo>
                    <a:pt x="437" y="260"/>
                  </a:lnTo>
                  <a:lnTo>
                    <a:pt x="434" y="233"/>
                  </a:lnTo>
                  <a:lnTo>
                    <a:pt x="427" y="206"/>
                  </a:lnTo>
                  <a:lnTo>
                    <a:pt x="417" y="181"/>
                  </a:lnTo>
                  <a:lnTo>
                    <a:pt x="401" y="157"/>
                  </a:lnTo>
                  <a:lnTo>
                    <a:pt x="383" y="133"/>
                  </a:lnTo>
                  <a:lnTo>
                    <a:pt x="360" y="113"/>
                  </a:lnTo>
                  <a:lnTo>
                    <a:pt x="336" y="93"/>
                  </a:lnTo>
                  <a:lnTo>
                    <a:pt x="308" y="73"/>
                  </a:lnTo>
                  <a:lnTo>
                    <a:pt x="276" y="58"/>
                  </a:lnTo>
                  <a:lnTo>
                    <a:pt x="242" y="43"/>
                  </a:lnTo>
                  <a:lnTo>
                    <a:pt x="207" y="30"/>
                  </a:lnTo>
                  <a:lnTo>
                    <a:pt x="168" y="19"/>
                  </a:lnTo>
                  <a:lnTo>
                    <a:pt x="128" y="11"/>
                  </a:lnTo>
                  <a:lnTo>
                    <a:pt x="87" y="4"/>
                  </a:lnTo>
                  <a:lnTo>
                    <a:pt x="43" y="1"/>
                  </a:lnTo>
                  <a:lnTo>
                    <a:pt x="0" y="0"/>
                  </a:lnTo>
                  <a:lnTo>
                    <a:pt x="0" y="11"/>
                  </a:lnTo>
                  <a:lnTo>
                    <a:pt x="43" y="12"/>
                  </a:lnTo>
                  <a:lnTo>
                    <a:pt x="85" y="16"/>
                  </a:lnTo>
                  <a:lnTo>
                    <a:pt x="126" y="23"/>
                  </a:lnTo>
                  <a:lnTo>
                    <a:pt x="166" y="31"/>
                  </a:lnTo>
                  <a:lnTo>
                    <a:pt x="202" y="42"/>
                  </a:lnTo>
                  <a:lnTo>
                    <a:pt x="237" y="55"/>
                  </a:lnTo>
                  <a:lnTo>
                    <a:pt x="271" y="70"/>
                  </a:lnTo>
                  <a:lnTo>
                    <a:pt x="301" y="85"/>
                  </a:lnTo>
                  <a:lnTo>
                    <a:pt x="329" y="103"/>
                  </a:lnTo>
                  <a:lnTo>
                    <a:pt x="353" y="123"/>
                  </a:lnTo>
                  <a:lnTo>
                    <a:pt x="373" y="143"/>
                  </a:lnTo>
                  <a:lnTo>
                    <a:pt x="392" y="164"/>
                  </a:lnTo>
                  <a:lnTo>
                    <a:pt x="405" y="186"/>
                  </a:lnTo>
                  <a:lnTo>
                    <a:pt x="415" y="211"/>
                  </a:lnTo>
                  <a:lnTo>
                    <a:pt x="422" y="235"/>
                  </a:lnTo>
                  <a:lnTo>
                    <a:pt x="425" y="260"/>
                  </a:lnTo>
                  <a:lnTo>
                    <a:pt x="437"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2915" name="Freeform 49"/>
            <p:cNvSpPr>
              <a:spLocks/>
            </p:cNvSpPr>
            <p:nvPr/>
          </p:nvSpPr>
          <p:spPr bwMode="auto">
            <a:xfrm>
              <a:off x="1267" y="1640"/>
              <a:ext cx="87" cy="52"/>
            </a:xfrm>
            <a:custGeom>
              <a:avLst/>
              <a:gdLst>
                <a:gd name="T0" fmla="*/ 0 w 437"/>
                <a:gd name="T1" fmla="*/ 2 h 260"/>
                <a:gd name="T2" fmla="*/ 0 w 437"/>
                <a:gd name="T3" fmla="*/ 2 h 260"/>
                <a:gd name="T4" fmla="*/ 0 w 437"/>
                <a:gd name="T5" fmla="*/ 2 h 260"/>
                <a:gd name="T6" fmla="*/ 1 w 437"/>
                <a:gd name="T7" fmla="*/ 2 h 260"/>
                <a:gd name="T8" fmla="*/ 1 w 437"/>
                <a:gd name="T9" fmla="*/ 2 h 260"/>
                <a:gd name="T10" fmla="*/ 1 w 437"/>
                <a:gd name="T11" fmla="*/ 2 h 260"/>
                <a:gd name="T12" fmla="*/ 2 w 437"/>
                <a:gd name="T13" fmla="*/ 2 h 260"/>
                <a:gd name="T14" fmla="*/ 2 w 437"/>
                <a:gd name="T15" fmla="*/ 2 h 260"/>
                <a:gd name="T16" fmla="*/ 2 w 437"/>
                <a:gd name="T17" fmla="*/ 2 h 260"/>
                <a:gd name="T18" fmla="*/ 2 w 437"/>
                <a:gd name="T19" fmla="*/ 1 h 260"/>
                <a:gd name="T20" fmla="*/ 3 w 437"/>
                <a:gd name="T21" fmla="*/ 1 h 260"/>
                <a:gd name="T22" fmla="*/ 3 w 437"/>
                <a:gd name="T23" fmla="*/ 1 h 260"/>
                <a:gd name="T24" fmla="*/ 3 w 437"/>
                <a:gd name="T25" fmla="*/ 1 h 260"/>
                <a:gd name="T26" fmla="*/ 3 w 437"/>
                <a:gd name="T27" fmla="*/ 1 h 260"/>
                <a:gd name="T28" fmla="*/ 3 w 437"/>
                <a:gd name="T29" fmla="*/ 1 h 260"/>
                <a:gd name="T30" fmla="*/ 3 w 437"/>
                <a:gd name="T31" fmla="*/ 0 h 260"/>
                <a:gd name="T32" fmla="*/ 3 w 437"/>
                <a:gd name="T33" fmla="*/ 0 h 260"/>
                <a:gd name="T34" fmla="*/ 3 w 437"/>
                <a:gd name="T35" fmla="*/ 0 h 260"/>
                <a:gd name="T36" fmla="*/ 3 w 437"/>
                <a:gd name="T37" fmla="*/ 0 h 260"/>
                <a:gd name="T38" fmla="*/ 3 w 437"/>
                <a:gd name="T39" fmla="*/ 0 h 260"/>
                <a:gd name="T40" fmla="*/ 3 w 437"/>
                <a:gd name="T41" fmla="*/ 0 h 260"/>
                <a:gd name="T42" fmla="*/ 3 w 437"/>
                <a:gd name="T43" fmla="*/ 1 h 260"/>
                <a:gd name="T44" fmla="*/ 3 w 437"/>
                <a:gd name="T45" fmla="*/ 1 h 260"/>
                <a:gd name="T46" fmla="*/ 3 w 437"/>
                <a:gd name="T47" fmla="*/ 1 h 260"/>
                <a:gd name="T48" fmla="*/ 3 w 437"/>
                <a:gd name="T49" fmla="*/ 1 h 260"/>
                <a:gd name="T50" fmla="*/ 3 w 437"/>
                <a:gd name="T51" fmla="*/ 1 h 260"/>
                <a:gd name="T52" fmla="*/ 2 w 437"/>
                <a:gd name="T53" fmla="*/ 1 h 260"/>
                <a:gd name="T54" fmla="*/ 2 w 437"/>
                <a:gd name="T55" fmla="*/ 2 h 260"/>
                <a:gd name="T56" fmla="*/ 2 w 437"/>
                <a:gd name="T57" fmla="*/ 2 h 260"/>
                <a:gd name="T58" fmla="*/ 2 w 437"/>
                <a:gd name="T59" fmla="*/ 2 h 260"/>
                <a:gd name="T60" fmla="*/ 1 w 437"/>
                <a:gd name="T61" fmla="*/ 2 h 260"/>
                <a:gd name="T62" fmla="*/ 1 w 437"/>
                <a:gd name="T63" fmla="*/ 2 h 260"/>
                <a:gd name="T64" fmla="*/ 1 w 437"/>
                <a:gd name="T65" fmla="*/ 2 h 260"/>
                <a:gd name="T66" fmla="*/ 0 w 437"/>
                <a:gd name="T67" fmla="*/ 2 h 260"/>
                <a:gd name="T68" fmla="*/ 0 w 437"/>
                <a:gd name="T69" fmla="*/ 2 h 260"/>
                <a:gd name="T70" fmla="*/ 0 w 437"/>
                <a:gd name="T71" fmla="*/ 2 h 260"/>
                <a:gd name="T72" fmla="*/ 0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0" y="260"/>
                  </a:moveTo>
                  <a:lnTo>
                    <a:pt x="0" y="260"/>
                  </a:lnTo>
                  <a:lnTo>
                    <a:pt x="43" y="259"/>
                  </a:lnTo>
                  <a:lnTo>
                    <a:pt x="87" y="255"/>
                  </a:lnTo>
                  <a:lnTo>
                    <a:pt x="128" y="248"/>
                  </a:lnTo>
                  <a:lnTo>
                    <a:pt x="168" y="240"/>
                  </a:lnTo>
                  <a:lnTo>
                    <a:pt x="207" y="230"/>
                  </a:lnTo>
                  <a:lnTo>
                    <a:pt x="242" y="217"/>
                  </a:lnTo>
                  <a:lnTo>
                    <a:pt x="276" y="202"/>
                  </a:lnTo>
                  <a:lnTo>
                    <a:pt x="308" y="185"/>
                  </a:lnTo>
                  <a:lnTo>
                    <a:pt x="336" y="166"/>
                  </a:lnTo>
                  <a:lnTo>
                    <a:pt x="360" y="146"/>
                  </a:lnTo>
                  <a:lnTo>
                    <a:pt x="383" y="125"/>
                  </a:lnTo>
                  <a:lnTo>
                    <a:pt x="401" y="102"/>
                  </a:lnTo>
                  <a:lnTo>
                    <a:pt x="417" y="77"/>
                  </a:lnTo>
                  <a:lnTo>
                    <a:pt x="427" y="53"/>
                  </a:lnTo>
                  <a:lnTo>
                    <a:pt x="434" y="27"/>
                  </a:lnTo>
                  <a:lnTo>
                    <a:pt x="437" y="0"/>
                  </a:lnTo>
                  <a:lnTo>
                    <a:pt x="425" y="0"/>
                  </a:lnTo>
                  <a:lnTo>
                    <a:pt x="422" y="24"/>
                  </a:lnTo>
                  <a:lnTo>
                    <a:pt x="415" y="48"/>
                  </a:lnTo>
                  <a:lnTo>
                    <a:pt x="405" y="73"/>
                  </a:lnTo>
                  <a:lnTo>
                    <a:pt x="392" y="95"/>
                  </a:lnTo>
                  <a:lnTo>
                    <a:pt x="373" y="116"/>
                  </a:lnTo>
                  <a:lnTo>
                    <a:pt x="353" y="137"/>
                  </a:lnTo>
                  <a:lnTo>
                    <a:pt x="329" y="157"/>
                  </a:lnTo>
                  <a:lnTo>
                    <a:pt x="301" y="173"/>
                  </a:lnTo>
                  <a:lnTo>
                    <a:pt x="271" y="190"/>
                  </a:lnTo>
                  <a:lnTo>
                    <a:pt x="237" y="205"/>
                  </a:lnTo>
                  <a:lnTo>
                    <a:pt x="202" y="218"/>
                  </a:lnTo>
                  <a:lnTo>
                    <a:pt x="166" y="228"/>
                  </a:lnTo>
                  <a:lnTo>
                    <a:pt x="126" y="237"/>
                  </a:lnTo>
                  <a:lnTo>
                    <a:pt x="85" y="244"/>
                  </a:lnTo>
                  <a:lnTo>
                    <a:pt x="43" y="247"/>
                  </a:lnTo>
                  <a:lnTo>
                    <a:pt x="0" y="248"/>
                  </a:lnTo>
                  <a:lnTo>
                    <a:pt x="0"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2916" name="Freeform 50"/>
            <p:cNvSpPr>
              <a:spLocks/>
            </p:cNvSpPr>
            <p:nvPr/>
          </p:nvSpPr>
          <p:spPr bwMode="auto">
            <a:xfrm>
              <a:off x="1179" y="1640"/>
              <a:ext cx="88" cy="52"/>
            </a:xfrm>
            <a:custGeom>
              <a:avLst/>
              <a:gdLst>
                <a:gd name="T0" fmla="*/ 0 w 439"/>
                <a:gd name="T1" fmla="*/ 0 h 260"/>
                <a:gd name="T2" fmla="*/ 0 w 439"/>
                <a:gd name="T3" fmla="*/ 0 h 260"/>
                <a:gd name="T4" fmla="*/ 0 w 439"/>
                <a:gd name="T5" fmla="*/ 0 h 260"/>
                <a:gd name="T6" fmla="*/ 0 w 439"/>
                <a:gd name="T7" fmla="*/ 0 h 260"/>
                <a:gd name="T8" fmla="*/ 0 w 439"/>
                <a:gd name="T9" fmla="*/ 1 h 260"/>
                <a:gd name="T10" fmla="*/ 0 w 439"/>
                <a:gd name="T11" fmla="*/ 1 h 260"/>
                <a:gd name="T12" fmla="*/ 0 w 439"/>
                <a:gd name="T13" fmla="*/ 1 h 260"/>
                <a:gd name="T14" fmla="*/ 1 w 439"/>
                <a:gd name="T15" fmla="*/ 1 h 260"/>
                <a:gd name="T16" fmla="*/ 1 w 439"/>
                <a:gd name="T17" fmla="*/ 1 h 260"/>
                <a:gd name="T18" fmla="*/ 1 w 439"/>
                <a:gd name="T19" fmla="*/ 1 h 260"/>
                <a:gd name="T20" fmla="*/ 1 w 439"/>
                <a:gd name="T21" fmla="*/ 2 h 260"/>
                <a:gd name="T22" fmla="*/ 2 w 439"/>
                <a:gd name="T23" fmla="*/ 2 h 260"/>
                <a:gd name="T24" fmla="*/ 2 w 439"/>
                <a:gd name="T25" fmla="*/ 2 h 260"/>
                <a:gd name="T26" fmla="*/ 2 w 439"/>
                <a:gd name="T27" fmla="*/ 2 h 260"/>
                <a:gd name="T28" fmla="*/ 2 w 439"/>
                <a:gd name="T29" fmla="*/ 2 h 260"/>
                <a:gd name="T30" fmla="*/ 3 w 439"/>
                <a:gd name="T31" fmla="*/ 2 h 260"/>
                <a:gd name="T32" fmla="*/ 3 w 439"/>
                <a:gd name="T33" fmla="*/ 2 h 260"/>
                <a:gd name="T34" fmla="*/ 4 w 439"/>
                <a:gd name="T35" fmla="*/ 2 h 260"/>
                <a:gd name="T36" fmla="*/ 4 w 439"/>
                <a:gd name="T37" fmla="*/ 2 h 260"/>
                <a:gd name="T38" fmla="*/ 3 w 439"/>
                <a:gd name="T39" fmla="*/ 2 h 260"/>
                <a:gd name="T40" fmla="*/ 3 w 439"/>
                <a:gd name="T41" fmla="*/ 2 h 260"/>
                <a:gd name="T42" fmla="*/ 3 w 439"/>
                <a:gd name="T43" fmla="*/ 2 h 260"/>
                <a:gd name="T44" fmla="*/ 2 w 439"/>
                <a:gd name="T45" fmla="*/ 2 h 260"/>
                <a:gd name="T46" fmla="*/ 2 w 439"/>
                <a:gd name="T47" fmla="*/ 2 h 260"/>
                <a:gd name="T48" fmla="*/ 2 w 439"/>
                <a:gd name="T49" fmla="*/ 2 h 260"/>
                <a:gd name="T50" fmla="*/ 1 w 439"/>
                <a:gd name="T51" fmla="*/ 2 h 260"/>
                <a:gd name="T52" fmla="*/ 1 w 439"/>
                <a:gd name="T53" fmla="*/ 1 h 260"/>
                <a:gd name="T54" fmla="*/ 1 w 439"/>
                <a:gd name="T55" fmla="*/ 1 h 260"/>
                <a:gd name="T56" fmla="*/ 1 w 439"/>
                <a:gd name="T57" fmla="*/ 1 h 260"/>
                <a:gd name="T58" fmla="*/ 1 w 439"/>
                <a:gd name="T59" fmla="*/ 1 h 260"/>
                <a:gd name="T60" fmla="*/ 0 w 439"/>
                <a:gd name="T61" fmla="*/ 1 h 260"/>
                <a:gd name="T62" fmla="*/ 0 w 439"/>
                <a:gd name="T63" fmla="*/ 1 h 260"/>
                <a:gd name="T64" fmla="*/ 0 w 439"/>
                <a:gd name="T65" fmla="*/ 0 h 260"/>
                <a:gd name="T66" fmla="*/ 0 w 439"/>
                <a:gd name="T67" fmla="*/ 0 h 260"/>
                <a:gd name="T68" fmla="*/ 0 w 439"/>
                <a:gd name="T69" fmla="*/ 0 h 260"/>
                <a:gd name="T70" fmla="*/ 0 w 439"/>
                <a:gd name="T71" fmla="*/ 0 h 260"/>
                <a:gd name="T72" fmla="*/ 0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0" y="0"/>
                  </a:moveTo>
                  <a:lnTo>
                    <a:pt x="0" y="0"/>
                  </a:lnTo>
                  <a:lnTo>
                    <a:pt x="3" y="27"/>
                  </a:lnTo>
                  <a:lnTo>
                    <a:pt x="10" y="53"/>
                  </a:lnTo>
                  <a:lnTo>
                    <a:pt x="20" y="77"/>
                  </a:lnTo>
                  <a:lnTo>
                    <a:pt x="35" y="102"/>
                  </a:lnTo>
                  <a:lnTo>
                    <a:pt x="54" y="125"/>
                  </a:lnTo>
                  <a:lnTo>
                    <a:pt x="76" y="146"/>
                  </a:lnTo>
                  <a:lnTo>
                    <a:pt x="102" y="166"/>
                  </a:lnTo>
                  <a:lnTo>
                    <a:pt x="130" y="185"/>
                  </a:lnTo>
                  <a:lnTo>
                    <a:pt x="162" y="202"/>
                  </a:lnTo>
                  <a:lnTo>
                    <a:pt x="195" y="217"/>
                  </a:lnTo>
                  <a:lnTo>
                    <a:pt x="231" y="230"/>
                  </a:lnTo>
                  <a:lnTo>
                    <a:pt x="270" y="240"/>
                  </a:lnTo>
                  <a:lnTo>
                    <a:pt x="310" y="248"/>
                  </a:lnTo>
                  <a:lnTo>
                    <a:pt x="351" y="255"/>
                  </a:lnTo>
                  <a:lnTo>
                    <a:pt x="395" y="259"/>
                  </a:lnTo>
                  <a:lnTo>
                    <a:pt x="439" y="260"/>
                  </a:lnTo>
                  <a:lnTo>
                    <a:pt x="439" y="248"/>
                  </a:lnTo>
                  <a:lnTo>
                    <a:pt x="395" y="247"/>
                  </a:lnTo>
                  <a:lnTo>
                    <a:pt x="353" y="244"/>
                  </a:lnTo>
                  <a:lnTo>
                    <a:pt x="312" y="237"/>
                  </a:lnTo>
                  <a:lnTo>
                    <a:pt x="272" y="228"/>
                  </a:lnTo>
                  <a:lnTo>
                    <a:pt x="236" y="218"/>
                  </a:lnTo>
                  <a:lnTo>
                    <a:pt x="200" y="205"/>
                  </a:lnTo>
                  <a:lnTo>
                    <a:pt x="167" y="190"/>
                  </a:lnTo>
                  <a:lnTo>
                    <a:pt x="137" y="173"/>
                  </a:lnTo>
                  <a:lnTo>
                    <a:pt x="109" y="157"/>
                  </a:lnTo>
                  <a:lnTo>
                    <a:pt x="84" y="137"/>
                  </a:lnTo>
                  <a:lnTo>
                    <a:pt x="64" y="116"/>
                  </a:lnTo>
                  <a:lnTo>
                    <a:pt x="45" y="95"/>
                  </a:lnTo>
                  <a:lnTo>
                    <a:pt x="32" y="73"/>
                  </a:lnTo>
                  <a:lnTo>
                    <a:pt x="21" y="48"/>
                  </a:lnTo>
                  <a:lnTo>
                    <a:pt x="14" y="24"/>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2917" name="Freeform 51"/>
            <p:cNvSpPr>
              <a:spLocks/>
            </p:cNvSpPr>
            <p:nvPr/>
          </p:nvSpPr>
          <p:spPr bwMode="auto">
            <a:xfrm>
              <a:off x="1179" y="1588"/>
              <a:ext cx="88" cy="52"/>
            </a:xfrm>
            <a:custGeom>
              <a:avLst/>
              <a:gdLst>
                <a:gd name="T0" fmla="*/ 4 w 439"/>
                <a:gd name="T1" fmla="*/ 0 h 260"/>
                <a:gd name="T2" fmla="*/ 4 w 439"/>
                <a:gd name="T3" fmla="*/ 0 h 260"/>
                <a:gd name="T4" fmla="*/ 3 w 439"/>
                <a:gd name="T5" fmla="*/ 0 h 260"/>
                <a:gd name="T6" fmla="*/ 3 w 439"/>
                <a:gd name="T7" fmla="*/ 0 h 260"/>
                <a:gd name="T8" fmla="*/ 2 w 439"/>
                <a:gd name="T9" fmla="*/ 0 h 260"/>
                <a:gd name="T10" fmla="*/ 2 w 439"/>
                <a:gd name="T11" fmla="*/ 0 h 260"/>
                <a:gd name="T12" fmla="*/ 2 w 439"/>
                <a:gd name="T13" fmla="*/ 0 h 260"/>
                <a:gd name="T14" fmla="*/ 2 w 439"/>
                <a:gd name="T15" fmla="*/ 0 h 260"/>
                <a:gd name="T16" fmla="*/ 1 w 439"/>
                <a:gd name="T17" fmla="*/ 0 h 260"/>
                <a:gd name="T18" fmla="*/ 1 w 439"/>
                <a:gd name="T19" fmla="*/ 1 h 260"/>
                <a:gd name="T20" fmla="*/ 1 w 439"/>
                <a:gd name="T21" fmla="*/ 1 h 260"/>
                <a:gd name="T22" fmla="*/ 1 w 439"/>
                <a:gd name="T23" fmla="*/ 1 h 260"/>
                <a:gd name="T24" fmla="*/ 0 w 439"/>
                <a:gd name="T25" fmla="*/ 1 h 260"/>
                <a:gd name="T26" fmla="*/ 0 w 439"/>
                <a:gd name="T27" fmla="*/ 1 h 260"/>
                <a:gd name="T28" fmla="*/ 0 w 439"/>
                <a:gd name="T29" fmla="*/ 1 h 260"/>
                <a:gd name="T30" fmla="*/ 0 w 439"/>
                <a:gd name="T31" fmla="*/ 2 h 260"/>
                <a:gd name="T32" fmla="*/ 0 w 439"/>
                <a:gd name="T33" fmla="*/ 2 h 260"/>
                <a:gd name="T34" fmla="*/ 0 w 439"/>
                <a:gd name="T35" fmla="*/ 2 h 260"/>
                <a:gd name="T36" fmla="*/ 0 w 439"/>
                <a:gd name="T37" fmla="*/ 2 h 260"/>
                <a:gd name="T38" fmla="*/ 0 w 439"/>
                <a:gd name="T39" fmla="*/ 2 h 260"/>
                <a:gd name="T40" fmla="*/ 0 w 439"/>
                <a:gd name="T41" fmla="*/ 2 h 260"/>
                <a:gd name="T42" fmla="*/ 0 w 439"/>
                <a:gd name="T43" fmla="*/ 1 h 260"/>
                <a:gd name="T44" fmla="*/ 0 w 439"/>
                <a:gd name="T45" fmla="*/ 1 h 260"/>
                <a:gd name="T46" fmla="*/ 1 w 439"/>
                <a:gd name="T47" fmla="*/ 1 h 260"/>
                <a:gd name="T48" fmla="*/ 1 w 439"/>
                <a:gd name="T49" fmla="*/ 1 h 260"/>
                <a:gd name="T50" fmla="*/ 1 w 439"/>
                <a:gd name="T51" fmla="*/ 1 h 260"/>
                <a:gd name="T52" fmla="*/ 1 w 439"/>
                <a:gd name="T53" fmla="*/ 1 h 260"/>
                <a:gd name="T54" fmla="*/ 1 w 439"/>
                <a:gd name="T55" fmla="*/ 1 h 260"/>
                <a:gd name="T56" fmla="*/ 2 w 439"/>
                <a:gd name="T57" fmla="*/ 0 h 260"/>
                <a:gd name="T58" fmla="*/ 2 w 439"/>
                <a:gd name="T59" fmla="*/ 0 h 260"/>
                <a:gd name="T60" fmla="*/ 2 w 439"/>
                <a:gd name="T61" fmla="*/ 0 h 260"/>
                <a:gd name="T62" fmla="*/ 3 w 439"/>
                <a:gd name="T63" fmla="*/ 0 h 260"/>
                <a:gd name="T64" fmla="*/ 3 w 439"/>
                <a:gd name="T65" fmla="*/ 0 h 260"/>
                <a:gd name="T66" fmla="*/ 3 w 439"/>
                <a:gd name="T67" fmla="*/ 0 h 260"/>
                <a:gd name="T68" fmla="*/ 4 w 439"/>
                <a:gd name="T69" fmla="*/ 0 h 260"/>
                <a:gd name="T70" fmla="*/ 4 w 439"/>
                <a:gd name="T71" fmla="*/ 0 h 260"/>
                <a:gd name="T72" fmla="*/ 4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439" y="0"/>
                  </a:moveTo>
                  <a:lnTo>
                    <a:pt x="439" y="0"/>
                  </a:lnTo>
                  <a:lnTo>
                    <a:pt x="395" y="1"/>
                  </a:lnTo>
                  <a:lnTo>
                    <a:pt x="351" y="4"/>
                  </a:lnTo>
                  <a:lnTo>
                    <a:pt x="310" y="11"/>
                  </a:lnTo>
                  <a:lnTo>
                    <a:pt x="270" y="19"/>
                  </a:lnTo>
                  <a:lnTo>
                    <a:pt x="231" y="30"/>
                  </a:lnTo>
                  <a:lnTo>
                    <a:pt x="195" y="43"/>
                  </a:lnTo>
                  <a:lnTo>
                    <a:pt x="162" y="58"/>
                  </a:lnTo>
                  <a:lnTo>
                    <a:pt x="130" y="73"/>
                  </a:lnTo>
                  <a:lnTo>
                    <a:pt x="102" y="93"/>
                  </a:lnTo>
                  <a:lnTo>
                    <a:pt x="76" y="113"/>
                  </a:lnTo>
                  <a:lnTo>
                    <a:pt x="54" y="133"/>
                  </a:lnTo>
                  <a:lnTo>
                    <a:pt x="35" y="157"/>
                  </a:lnTo>
                  <a:lnTo>
                    <a:pt x="20" y="181"/>
                  </a:lnTo>
                  <a:lnTo>
                    <a:pt x="10" y="206"/>
                  </a:lnTo>
                  <a:lnTo>
                    <a:pt x="3" y="233"/>
                  </a:lnTo>
                  <a:lnTo>
                    <a:pt x="0" y="260"/>
                  </a:lnTo>
                  <a:lnTo>
                    <a:pt x="12" y="260"/>
                  </a:lnTo>
                  <a:lnTo>
                    <a:pt x="14" y="235"/>
                  </a:lnTo>
                  <a:lnTo>
                    <a:pt x="21" y="211"/>
                  </a:lnTo>
                  <a:lnTo>
                    <a:pt x="32" y="186"/>
                  </a:lnTo>
                  <a:lnTo>
                    <a:pt x="45" y="164"/>
                  </a:lnTo>
                  <a:lnTo>
                    <a:pt x="64" y="143"/>
                  </a:lnTo>
                  <a:lnTo>
                    <a:pt x="84" y="123"/>
                  </a:lnTo>
                  <a:lnTo>
                    <a:pt x="109" y="103"/>
                  </a:lnTo>
                  <a:lnTo>
                    <a:pt x="137" y="85"/>
                  </a:lnTo>
                  <a:lnTo>
                    <a:pt x="167" y="70"/>
                  </a:lnTo>
                  <a:lnTo>
                    <a:pt x="200" y="55"/>
                  </a:lnTo>
                  <a:lnTo>
                    <a:pt x="236" y="42"/>
                  </a:lnTo>
                  <a:lnTo>
                    <a:pt x="272" y="31"/>
                  </a:lnTo>
                  <a:lnTo>
                    <a:pt x="312" y="23"/>
                  </a:lnTo>
                  <a:lnTo>
                    <a:pt x="353" y="16"/>
                  </a:lnTo>
                  <a:lnTo>
                    <a:pt x="395" y="12"/>
                  </a:lnTo>
                  <a:lnTo>
                    <a:pt x="439" y="11"/>
                  </a:lnTo>
                  <a:lnTo>
                    <a:pt x="439"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2918" name="Freeform 52"/>
            <p:cNvSpPr>
              <a:spLocks/>
            </p:cNvSpPr>
            <p:nvPr/>
          </p:nvSpPr>
          <p:spPr bwMode="auto">
            <a:xfrm>
              <a:off x="964" y="1745"/>
              <a:ext cx="48" cy="85"/>
            </a:xfrm>
            <a:custGeom>
              <a:avLst/>
              <a:gdLst>
                <a:gd name="T0" fmla="*/ 2 w 244"/>
                <a:gd name="T1" fmla="*/ 3 h 426"/>
                <a:gd name="T2" fmla="*/ 2 w 244"/>
                <a:gd name="T3" fmla="*/ 3 h 426"/>
                <a:gd name="T4" fmla="*/ 2 w 244"/>
                <a:gd name="T5" fmla="*/ 3 h 426"/>
                <a:gd name="T6" fmla="*/ 2 w 244"/>
                <a:gd name="T7" fmla="*/ 3 h 426"/>
                <a:gd name="T8" fmla="*/ 2 w 244"/>
                <a:gd name="T9" fmla="*/ 2 h 426"/>
                <a:gd name="T10" fmla="*/ 2 w 244"/>
                <a:gd name="T11" fmla="*/ 2 h 426"/>
                <a:gd name="T12" fmla="*/ 2 w 244"/>
                <a:gd name="T13" fmla="*/ 2 h 426"/>
                <a:gd name="T14" fmla="*/ 2 w 244"/>
                <a:gd name="T15" fmla="*/ 2 h 426"/>
                <a:gd name="T16" fmla="*/ 1 w 244"/>
                <a:gd name="T17" fmla="*/ 1 h 426"/>
                <a:gd name="T18" fmla="*/ 1 w 244"/>
                <a:gd name="T19" fmla="*/ 1 h 426"/>
                <a:gd name="T20" fmla="*/ 1 w 244"/>
                <a:gd name="T21" fmla="*/ 1 h 426"/>
                <a:gd name="T22" fmla="*/ 1 w 244"/>
                <a:gd name="T23" fmla="*/ 1 h 426"/>
                <a:gd name="T24" fmla="*/ 1 w 244"/>
                <a:gd name="T25" fmla="*/ 0 h 426"/>
                <a:gd name="T26" fmla="*/ 1 w 244"/>
                <a:gd name="T27" fmla="*/ 0 h 426"/>
                <a:gd name="T28" fmla="*/ 1 w 244"/>
                <a:gd name="T29" fmla="*/ 0 h 426"/>
                <a:gd name="T30" fmla="*/ 0 w 244"/>
                <a:gd name="T31" fmla="*/ 0 h 426"/>
                <a:gd name="T32" fmla="*/ 0 w 244"/>
                <a:gd name="T33" fmla="*/ 0 h 426"/>
                <a:gd name="T34" fmla="*/ 0 w 244"/>
                <a:gd name="T35" fmla="*/ 0 h 426"/>
                <a:gd name="T36" fmla="*/ 0 w 244"/>
                <a:gd name="T37" fmla="*/ 0 h 426"/>
                <a:gd name="T38" fmla="*/ 0 w 244"/>
                <a:gd name="T39" fmla="*/ 0 h 426"/>
                <a:gd name="T40" fmla="*/ 0 w 244"/>
                <a:gd name="T41" fmla="*/ 0 h 426"/>
                <a:gd name="T42" fmla="*/ 1 w 244"/>
                <a:gd name="T43" fmla="*/ 0 h 426"/>
                <a:gd name="T44" fmla="*/ 1 w 244"/>
                <a:gd name="T45" fmla="*/ 0 h 426"/>
                <a:gd name="T46" fmla="*/ 1 w 244"/>
                <a:gd name="T47" fmla="*/ 0 h 426"/>
                <a:gd name="T48" fmla="*/ 1 w 244"/>
                <a:gd name="T49" fmla="*/ 1 h 426"/>
                <a:gd name="T50" fmla="*/ 1 w 244"/>
                <a:gd name="T51" fmla="*/ 1 h 426"/>
                <a:gd name="T52" fmla="*/ 1 w 244"/>
                <a:gd name="T53" fmla="*/ 1 h 426"/>
                <a:gd name="T54" fmla="*/ 1 w 244"/>
                <a:gd name="T55" fmla="*/ 1 h 426"/>
                <a:gd name="T56" fmla="*/ 1 w 244"/>
                <a:gd name="T57" fmla="*/ 2 h 426"/>
                <a:gd name="T58" fmla="*/ 2 w 244"/>
                <a:gd name="T59" fmla="*/ 2 h 426"/>
                <a:gd name="T60" fmla="*/ 2 w 244"/>
                <a:gd name="T61" fmla="*/ 2 h 426"/>
                <a:gd name="T62" fmla="*/ 2 w 244"/>
                <a:gd name="T63" fmla="*/ 2 h 426"/>
                <a:gd name="T64" fmla="*/ 2 w 244"/>
                <a:gd name="T65" fmla="*/ 3 h 426"/>
                <a:gd name="T66" fmla="*/ 2 w 244"/>
                <a:gd name="T67" fmla="*/ 3 h 426"/>
                <a:gd name="T68" fmla="*/ 2 w 244"/>
                <a:gd name="T69" fmla="*/ 3 h 426"/>
                <a:gd name="T70" fmla="*/ 2 w 244"/>
                <a:gd name="T71" fmla="*/ 3 h 426"/>
                <a:gd name="T72" fmla="*/ 2 w 244"/>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6"/>
                <a:gd name="T113" fmla="*/ 244 w 244"/>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6">
                  <a:moveTo>
                    <a:pt x="244" y="426"/>
                  </a:moveTo>
                  <a:lnTo>
                    <a:pt x="244" y="426"/>
                  </a:lnTo>
                  <a:lnTo>
                    <a:pt x="243" y="383"/>
                  </a:lnTo>
                  <a:lnTo>
                    <a:pt x="240" y="340"/>
                  </a:lnTo>
                  <a:lnTo>
                    <a:pt x="234" y="300"/>
                  </a:lnTo>
                  <a:lnTo>
                    <a:pt x="226" y="262"/>
                  </a:lnTo>
                  <a:lnTo>
                    <a:pt x="215" y="224"/>
                  </a:lnTo>
                  <a:lnTo>
                    <a:pt x="203" y="189"/>
                  </a:lnTo>
                  <a:lnTo>
                    <a:pt x="189" y="157"/>
                  </a:lnTo>
                  <a:lnTo>
                    <a:pt x="174" y="126"/>
                  </a:lnTo>
                  <a:lnTo>
                    <a:pt x="155" y="99"/>
                  </a:lnTo>
                  <a:lnTo>
                    <a:pt x="138" y="74"/>
                  </a:lnTo>
                  <a:lnTo>
                    <a:pt x="118" y="52"/>
                  </a:lnTo>
                  <a:lnTo>
                    <a:pt x="96" y="34"/>
                  </a:lnTo>
                  <a:lnTo>
                    <a:pt x="73" y="19"/>
                  </a:lnTo>
                  <a:lnTo>
                    <a:pt x="50" y="8"/>
                  </a:lnTo>
                  <a:lnTo>
                    <a:pt x="25" y="2"/>
                  </a:lnTo>
                  <a:lnTo>
                    <a:pt x="0" y="0"/>
                  </a:lnTo>
                  <a:lnTo>
                    <a:pt x="0" y="12"/>
                  </a:lnTo>
                  <a:lnTo>
                    <a:pt x="23" y="14"/>
                  </a:lnTo>
                  <a:lnTo>
                    <a:pt x="45" y="20"/>
                  </a:lnTo>
                  <a:lnTo>
                    <a:pt x="66" y="31"/>
                  </a:lnTo>
                  <a:lnTo>
                    <a:pt x="89" y="43"/>
                  </a:lnTo>
                  <a:lnTo>
                    <a:pt x="109" y="61"/>
                  </a:lnTo>
                  <a:lnTo>
                    <a:pt x="129" y="81"/>
                  </a:lnTo>
                  <a:lnTo>
                    <a:pt x="146" y="106"/>
                  </a:lnTo>
                  <a:lnTo>
                    <a:pt x="162" y="133"/>
                  </a:lnTo>
                  <a:lnTo>
                    <a:pt x="178" y="162"/>
                  </a:lnTo>
                  <a:lnTo>
                    <a:pt x="192" y="194"/>
                  </a:lnTo>
                  <a:lnTo>
                    <a:pt x="203" y="229"/>
                  </a:lnTo>
                  <a:lnTo>
                    <a:pt x="214" y="264"/>
                  </a:lnTo>
                  <a:lnTo>
                    <a:pt x="222" y="303"/>
                  </a:lnTo>
                  <a:lnTo>
                    <a:pt x="228" y="342"/>
                  </a:lnTo>
                  <a:lnTo>
                    <a:pt x="232" y="383"/>
                  </a:lnTo>
                  <a:lnTo>
                    <a:pt x="233" y="426"/>
                  </a:lnTo>
                  <a:lnTo>
                    <a:pt x="244"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2919" name="Freeform 53"/>
            <p:cNvSpPr>
              <a:spLocks/>
            </p:cNvSpPr>
            <p:nvPr/>
          </p:nvSpPr>
          <p:spPr bwMode="auto">
            <a:xfrm>
              <a:off x="964" y="1830"/>
              <a:ext cx="48" cy="85"/>
            </a:xfrm>
            <a:custGeom>
              <a:avLst/>
              <a:gdLst>
                <a:gd name="T0" fmla="*/ 0 w 244"/>
                <a:gd name="T1" fmla="*/ 3 h 424"/>
                <a:gd name="T2" fmla="*/ 0 w 244"/>
                <a:gd name="T3" fmla="*/ 3 h 424"/>
                <a:gd name="T4" fmla="*/ 0 w 244"/>
                <a:gd name="T5" fmla="*/ 3 h 424"/>
                <a:gd name="T6" fmla="*/ 0 w 244"/>
                <a:gd name="T7" fmla="*/ 3 h 424"/>
                <a:gd name="T8" fmla="*/ 1 w 244"/>
                <a:gd name="T9" fmla="*/ 3 h 424"/>
                <a:gd name="T10" fmla="*/ 1 w 244"/>
                <a:gd name="T11" fmla="*/ 3 h 424"/>
                <a:gd name="T12" fmla="*/ 1 w 244"/>
                <a:gd name="T13" fmla="*/ 3 h 424"/>
                <a:gd name="T14" fmla="*/ 1 w 244"/>
                <a:gd name="T15" fmla="*/ 3 h 424"/>
                <a:gd name="T16" fmla="*/ 1 w 244"/>
                <a:gd name="T17" fmla="*/ 3 h 424"/>
                <a:gd name="T18" fmla="*/ 1 w 244"/>
                <a:gd name="T19" fmla="*/ 2 h 424"/>
                <a:gd name="T20" fmla="*/ 1 w 244"/>
                <a:gd name="T21" fmla="*/ 2 h 424"/>
                <a:gd name="T22" fmla="*/ 2 w 244"/>
                <a:gd name="T23" fmla="*/ 2 h 424"/>
                <a:gd name="T24" fmla="*/ 2 w 244"/>
                <a:gd name="T25" fmla="*/ 2 h 424"/>
                <a:gd name="T26" fmla="*/ 2 w 244"/>
                <a:gd name="T27" fmla="*/ 1 h 424"/>
                <a:gd name="T28" fmla="*/ 2 w 244"/>
                <a:gd name="T29" fmla="*/ 1 h 424"/>
                <a:gd name="T30" fmla="*/ 2 w 244"/>
                <a:gd name="T31" fmla="*/ 1 h 424"/>
                <a:gd name="T32" fmla="*/ 2 w 244"/>
                <a:gd name="T33" fmla="*/ 0 h 424"/>
                <a:gd name="T34" fmla="*/ 2 w 244"/>
                <a:gd name="T35" fmla="*/ 0 h 424"/>
                <a:gd name="T36" fmla="*/ 2 w 244"/>
                <a:gd name="T37" fmla="*/ 0 h 424"/>
                <a:gd name="T38" fmla="*/ 2 w 244"/>
                <a:gd name="T39" fmla="*/ 0 h 424"/>
                <a:gd name="T40" fmla="*/ 2 w 244"/>
                <a:gd name="T41" fmla="*/ 1 h 424"/>
                <a:gd name="T42" fmla="*/ 2 w 244"/>
                <a:gd name="T43" fmla="*/ 1 h 424"/>
                <a:gd name="T44" fmla="*/ 2 w 244"/>
                <a:gd name="T45" fmla="*/ 1 h 424"/>
                <a:gd name="T46" fmla="*/ 2 w 244"/>
                <a:gd name="T47" fmla="*/ 2 h 424"/>
                <a:gd name="T48" fmla="*/ 1 w 244"/>
                <a:gd name="T49" fmla="*/ 2 h 424"/>
                <a:gd name="T50" fmla="*/ 1 w 244"/>
                <a:gd name="T51" fmla="*/ 2 h 424"/>
                <a:gd name="T52" fmla="*/ 1 w 244"/>
                <a:gd name="T53" fmla="*/ 2 h 424"/>
                <a:gd name="T54" fmla="*/ 1 w 244"/>
                <a:gd name="T55" fmla="*/ 3 h 424"/>
                <a:gd name="T56" fmla="*/ 1 w 244"/>
                <a:gd name="T57" fmla="*/ 3 h 424"/>
                <a:gd name="T58" fmla="*/ 1 w 244"/>
                <a:gd name="T59" fmla="*/ 3 h 424"/>
                <a:gd name="T60" fmla="*/ 1 w 244"/>
                <a:gd name="T61" fmla="*/ 3 h 424"/>
                <a:gd name="T62" fmla="*/ 1 w 244"/>
                <a:gd name="T63" fmla="*/ 3 h 424"/>
                <a:gd name="T64" fmla="*/ 0 w 244"/>
                <a:gd name="T65" fmla="*/ 3 h 424"/>
                <a:gd name="T66" fmla="*/ 0 w 244"/>
                <a:gd name="T67" fmla="*/ 3 h 424"/>
                <a:gd name="T68" fmla="*/ 0 w 244"/>
                <a:gd name="T69" fmla="*/ 3 h 424"/>
                <a:gd name="T70" fmla="*/ 0 w 244"/>
                <a:gd name="T71" fmla="*/ 3 h 424"/>
                <a:gd name="T72" fmla="*/ 0 w 244"/>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4"/>
                <a:gd name="T113" fmla="*/ 244 w 244"/>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4">
                  <a:moveTo>
                    <a:pt x="0" y="424"/>
                  </a:moveTo>
                  <a:lnTo>
                    <a:pt x="0" y="424"/>
                  </a:lnTo>
                  <a:lnTo>
                    <a:pt x="25" y="422"/>
                  </a:lnTo>
                  <a:lnTo>
                    <a:pt x="50" y="416"/>
                  </a:lnTo>
                  <a:lnTo>
                    <a:pt x="73" y="405"/>
                  </a:lnTo>
                  <a:lnTo>
                    <a:pt x="96" y="390"/>
                  </a:lnTo>
                  <a:lnTo>
                    <a:pt x="118" y="373"/>
                  </a:lnTo>
                  <a:lnTo>
                    <a:pt x="138" y="350"/>
                  </a:lnTo>
                  <a:lnTo>
                    <a:pt x="155" y="326"/>
                  </a:lnTo>
                  <a:lnTo>
                    <a:pt x="173" y="299"/>
                  </a:lnTo>
                  <a:lnTo>
                    <a:pt x="189" y="268"/>
                  </a:lnTo>
                  <a:lnTo>
                    <a:pt x="203" y="235"/>
                  </a:lnTo>
                  <a:lnTo>
                    <a:pt x="215" y="201"/>
                  </a:lnTo>
                  <a:lnTo>
                    <a:pt x="226" y="163"/>
                  </a:lnTo>
                  <a:lnTo>
                    <a:pt x="234" y="125"/>
                  </a:lnTo>
                  <a:lnTo>
                    <a:pt x="240" y="85"/>
                  </a:lnTo>
                  <a:lnTo>
                    <a:pt x="243" y="42"/>
                  </a:lnTo>
                  <a:lnTo>
                    <a:pt x="244" y="0"/>
                  </a:lnTo>
                  <a:lnTo>
                    <a:pt x="233" y="0"/>
                  </a:lnTo>
                  <a:lnTo>
                    <a:pt x="232" y="42"/>
                  </a:lnTo>
                  <a:lnTo>
                    <a:pt x="228" y="83"/>
                  </a:lnTo>
                  <a:lnTo>
                    <a:pt x="222" y="123"/>
                  </a:lnTo>
                  <a:lnTo>
                    <a:pt x="214" y="160"/>
                  </a:lnTo>
                  <a:lnTo>
                    <a:pt x="203" y="197"/>
                  </a:lnTo>
                  <a:lnTo>
                    <a:pt x="192" y="231"/>
                  </a:lnTo>
                  <a:lnTo>
                    <a:pt x="178" y="263"/>
                  </a:lnTo>
                  <a:lnTo>
                    <a:pt x="164" y="292"/>
                  </a:lnTo>
                  <a:lnTo>
                    <a:pt x="146" y="319"/>
                  </a:lnTo>
                  <a:lnTo>
                    <a:pt x="129" y="343"/>
                  </a:lnTo>
                  <a:lnTo>
                    <a:pt x="109" y="363"/>
                  </a:lnTo>
                  <a:lnTo>
                    <a:pt x="89" y="381"/>
                  </a:lnTo>
                  <a:lnTo>
                    <a:pt x="66" y="394"/>
                  </a:lnTo>
                  <a:lnTo>
                    <a:pt x="45" y="404"/>
                  </a:lnTo>
                  <a:lnTo>
                    <a:pt x="23" y="410"/>
                  </a:lnTo>
                  <a:lnTo>
                    <a:pt x="0" y="412"/>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2920" name="Freeform 54"/>
            <p:cNvSpPr>
              <a:spLocks/>
            </p:cNvSpPr>
            <p:nvPr/>
          </p:nvSpPr>
          <p:spPr bwMode="auto">
            <a:xfrm>
              <a:off x="915" y="1830"/>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1" y="42"/>
                  </a:lnTo>
                  <a:lnTo>
                    <a:pt x="4" y="85"/>
                  </a:lnTo>
                  <a:lnTo>
                    <a:pt x="10" y="125"/>
                  </a:lnTo>
                  <a:lnTo>
                    <a:pt x="19" y="163"/>
                  </a:lnTo>
                  <a:lnTo>
                    <a:pt x="29" y="201"/>
                  </a:lnTo>
                  <a:lnTo>
                    <a:pt x="41" y="235"/>
                  </a:lnTo>
                  <a:lnTo>
                    <a:pt x="55" y="268"/>
                  </a:lnTo>
                  <a:lnTo>
                    <a:pt x="71" y="299"/>
                  </a:lnTo>
                  <a:lnTo>
                    <a:pt x="89" y="326"/>
                  </a:lnTo>
                  <a:lnTo>
                    <a:pt x="106" y="350"/>
                  </a:lnTo>
                  <a:lnTo>
                    <a:pt x="126" y="373"/>
                  </a:lnTo>
                  <a:lnTo>
                    <a:pt x="149" y="390"/>
                  </a:lnTo>
                  <a:lnTo>
                    <a:pt x="171" y="405"/>
                  </a:lnTo>
                  <a:lnTo>
                    <a:pt x="194" y="416"/>
                  </a:lnTo>
                  <a:lnTo>
                    <a:pt x="219" y="422"/>
                  </a:lnTo>
                  <a:lnTo>
                    <a:pt x="245" y="424"/>
                  </a:lnTo>
                  <a:lnTo>
                    <a:pt x="245" y="412"/>
                  </a:lnTo>
                  <a:lnTo>
                    <a:pt x="221" y="410"/>
                  </a:lnTo>
                  <a:lnTo>
                    <a:pt x="199" y="404"/>
                  </a:lnTo>
                  <a:lnTo>
                    <a:pt x="178" y="394"/>
                  </a:lnTo>
                  <a:lnTo>
                    <a:pt x="156" y="381"/>
                  </a:lnTo>
                  <a:lnTo>
                    <a:pt x="136" y="363"/>
                  </a:lnTo>
                  <a:lnTo>
                    <a:pt x="116" y="343"/>
                  </a:lnTo>
                  <a:lnTo>
                    <a:pt x="98" y="319"/>
                  </a:lnTo>
                  <a:lnTo>
                    <a:pt x="81" y="292"/>
                  </a:lnTo>
                  <a:lnTo>
                    <a:pt x="67" y="263"/>
                  </a:lnTo>
                  <a:lnTo>
                    <a:pt x="52" y="231"/>
                  </a:lnTo>
                  <a:lnTo>
                    <a:pt x="41" y="197"/>
                  </a:lnTo>
                  <a:lnTo>
                    <a:pt x="30" y="160"/>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2921" name="Freeform 55"/>
            <p:cNvSpPr>
              <a:spLocks/>
            </p:cNvSpPr>
            <p:nvPr/>
          </p:nvSpPr>
          <p:spPr bwMode="auto">
            <a:xfrm>
              <a:off x="915" y="1745"/>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0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19" y="2"/>
                  </a:lnTo>
                  <a:lnTo>
                    <a:pt x="194" y="8"/>
                  </a:lnTo>
                  <a:lnTo>
                    <a:pt x="171" y="19"/>
                  </a:lnTo>
                  <a:lnTo>
                    <a:pt x="149" y="34"/>
                  </a:lnTo>
                  <a:lnTo>
                    <a:pt x="126" y="52"/>
                  </a:lnTo>
                  <a:lnTo>
                    <a:pt x="106" y="74"/>
                  </a:lnTo>
                  <a:lnTo>
                    <a:pt x="89" y="99"/>
                  </a:lnTo>
                  <a:lnTo>
                    <a:pt x="70" y="126"/>
                  </a:lnTo>
                  <a:lnTo>
                    <a:pt x="55" y="157"/>
                  </a:lnTo>
                  <a:lnTo>
                    <a:pt x="41" y="189"/>
                  </a:lnTo>
                  <a:lnTo>
                    <a:pt x="29" y="224"/>
                  </a:lnTo>
                  <a:lnTo>
                    <a:pt x="19" y="262"/>
                  </a:lnTo>
                  <a:lnTo>
                    <a:pt x="10" y="300"/>
                  </a:lnTo>
                  <a:lnTo>
                    <a:pt x="4" y="340"/>
                  </a:lnTo>
                  <a:lnTo>
                    <a:pt x="1" y="383"/>
                  </a:lnTo>
                  <a:lnTo>
                    <a:pt x="0" y="426"/>
                  </a:lnTo>
                  <a:lnTo>
                    <a:pt x="11" y="426"/>
                  </a:lnTo>
                  <a:lnTo>
                    <a:pt x="13" y="383"/>
                  </a:lnTo>
                  <a:lnTo>
                    <a:pt x="16" y="342"/>
                  </a:lnTo>
                  <a:lnTo>
                    <a:pt x="22" y="303"/>
                  </a:lnTo>
                  <a:lnTo>
                    <a:pt x="30" y="264"/>
                  </a:lnTo>
                  <a:lnTo>
                    <a:pt x="41" y="229"/>
                  </a:lnTo>
                  <a:lnTo>
                    <a:pt x="52" y="194"/>
                  </a:lnTo>
                  <a:lnTo>
                    <a:pt x="67" y="162"/>
                  </a:lnTo>
                  <a:lnTo>
                    <a:pt x="82" y="133"/>
                  </a:lnTo>
                  <a:lnTo>
                    <a:pt x="98" y="106"/>
                  </a:lnTo>
                  <a:lnTo>
                    <a:pt x="116" y="81"/>
                  </a:lnTo>
                  <a:lnTo>
                    <a:pt x="136" y="61"/>
                  </a:lnTo>
                  <a:lnTo>
                    <a:pt x="156" y="43"/>
                  </a:lnTo>
                  <a:lnTo>
                    <a:pt x="178" y="31"/>
                  </a:lnTo>
                  <a:lnTo>
                    <a:pt x="199" y="20"/>
                  </a:lnTo>
                  <a:lnTo>
                    <a:pt x="221"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2922" name="Freeform 56"/>
            <p:cNvSpPr>
              <a:spLocks/>
            </p:cNvSpPr>
            <p:nvPr/>
          </p:nvSpPr>
          <p:spPr bwMode="auto">
            <a:xfrm>
              <a:off x="1140" y="2087"/>
              <a:ext cx="49" cy="85"/>
            </a:xfrm>
            <a:custGeom>
              <a:avLst/>
              <a:gdLst>
                <a:gd name="T0" fmla="*/ 2 w 246"/>
                <a:gd name="T1" fmla="*/ 3 h 424"/>
                <a:gd name="T2" fmla="*/ 2 w 246"/>
                <a:gd name="T3" fmla="*/ 3 h 424"/>
                <a:gd name="T4" fmla="*/ 2 w 246"/>
                <a:gd name="T5" fmla="*/ 3 h 424"/>
                <a:gd name="T6" fmla="*/ 2 w 246"/>
                <a:gd name="T7" fmla="*/ 3 h 424"/>
                <a:gd name="T8" fmla="*/ 2 w 246"/>
                <a:gd name="T9" fmla="*/ 2 h 424"/>
                <a:gd name="T10" fmla="*/ 2 w 246"/>
                <a:gd name="T11" fmla="*/ 2 h 424"/>
                <a:gd name="T12" fmla="*/ 2 w 246"/>
                <a:gd name="T13" fmla="*/ 2 h 424"/>
                <a:gd name="T14" fmla="*/ 2 w 246"/>
                <a:gd name="T15" fmla="*/ 2 h 424"/>
                <a:gd name="T16" fmla="*/ 2 w 246"/>
                <a:gd name="T17" fmla="*/ 1 h 424"/>
                <a:gd name="T18" fmla="*/ 1 w 246"/>
                <a:gd name="T19" fmla="*/ 1 h 424"/>
                <a:gd name="T20" fmla="*/ 1 w 246"/>
                <a:gd name="T21" fmla="*/ 1 h 424"/>
                <a:gd name="T22" fmla="*/ 1 w 246"/>
                <a:gd name="T23" fmla="*/ 1 h 424"/>
                <a:gd name="T24" fmla="*/ 1 w 246"/>
                <a:gd name="T25" fmla="*/ 0 h 424"/>
                <a:gd name="T26" fmla="*/ 1 w 246"/>
                <a:gd name="T27" fmla="*/ 0 h 424"/>
                <a:gd name="T28" fmla="*/ 1 w 246"/>
                <a:gd name="T29" fmla="*/ 0 h 424"/>
                <a:gd name="T30" fmla="*/ 0 w 246"/>
                <a:gd name="T31" fmla="*/ 0 h 424"/>
                <a:gd name="T32" fmla="*/ 0 w 246"/>
                <a:gd name="T33" fmla="*/ 0 h 424"/>
                <a:gd name="T34" fmla="*/ 0 w 246"/>
                <a:gd name="T35" fmla="*/ 0 h 424"/>
                <a:gd name="T36" fmla="*/ 0 w 246"/>
                <a:gd name="T37" fmla="*/ 0 h 424"/>
                <a:gd name="T38" fmla="*/ 0 w 246"/>
                <a:gd name="T39" fmla="*/ 0 h 424"/>
                <a:gd name="T40" fmla="*/ 0 w 246"/>
                <a:gd name="T41" fmla="*/ 0 h 424"/>
                <a:gd name="T42" fmla="*/ 1 w 246"/>
                <a:gd name="T43" fmla="*/ 0 h 424"/>
                <a:gd name="T44" fmla="*/ 1 w 246"/>
                <a:gd name="T45" fmla="*/ 0 h 424"/>
                <a:gd name="T46" fmla="*/ 1 w 246"/>
                <a:gd name="T47" fmla="*/ 0 h 424"/>
                <a:gd name="T48" fmla="*/ 1 w 246"/>
                <a:gd name="T49" fmla="*/ 1 h 424"/>
                <a:gd name="T50" fmla="*/ 1 w 246"/>
                <a:gd name="T51" fmla="*/ 1 h 424"/>
                <a:gd name="T52" fmla="*/ 1 w 246"/>
                <a:gd name="T53" fmla="*/ 1 h 424"/>
                <a:gd name="T54" fmla="*/ 1 w 246"/>
                <a:gd name="T55" fmla="*/ 1 h 424"/>
                <a:gd name="T56" fmla="*/ 2 w 246"/>
                <a:gd name="T57" fmla="*/ 2 h 424"/>
                <a:gd name="T58" fmla="*/ 2 w 246"/>
                <a:gd name="T59" fmla="*/ 2 h 424"/>
                <a:gd name="T60" fmla="*/ 2 w 246"/>
                <a:gd name="T61" fmla="*/ 2 h 424"/>
                <a:gd name="T62" fmla="*/ 2 w 246"/>
                <a:gd name="T63" fmla="*/ 2 h 424"/>
                <a:gd name="T64" fmla="*/ 2 w 246"/>
                <a:gd name="T65" fmla="*/ 3 h 424"/>
                <a:gd name="T66" fmla="*/ 2 w 246"/>
                <a:gd name="T67" fmla="*/ 3 h 424"/>
                <a:gd name="T68" fmla="*/ 2 w 246"/>
                <a:gd name="T69" fmla="*/ 3 h 424"/>
                <a:gd name="T70" fmla="*/ 2 w 246"/>
                <a:gd name="T71" fmla="*/ 3 h 424"/>
                <a:gd name="T72" fmla="*/ 2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424"/>
                  </a:moveTo>
                  <a:lnTo>
                    <a:pt x="246" y="424"/>
                  </a:lnTo>
                  <a:lnTo>
                    <a:pt x="244" y="382"/>
                  </a:lnTo>
                  <a:lnTo>
                    <a:pt x="241" y="338"/>
                  </a:lnTo>
                  <a:lnTo>
                    <a:pt x="235" y="298"/>
                  </a:lnTo>
                  <a:lnTo>
                    <a:pt x="227" y="261"/>
                  </a:lnTo>
                  <a:lnTo>
                    <a:pt x="216" y="222"/>
                  </a:lnTo>
                  <a:lnTo>
                    <a:pt x="205" y="188"/>
                  </a:lnTo>
                  <a:lnTo>
                    <a:pt x="190" y="155"/>
                  </a:lnTo>
                  <a:lnTo>
                    <a:pt x="174" y="125"/>
                  </a:lnTo>
                  <a:lnTo>
                    <a:pt x="157" y="98"/>
                  </a:lnTo>
                  <a:lnTo>
                    <a:pt x="138" y="73"/>
                  </a:lnTo>
                  <a:lnTo>
                    <a:pt x="118" y="51"/>
                  </a:lnTo>
                  <a:lnTo>
                    <a:pt x="96" y="34"/>
                  </a:lnTo>
                  <a:lnTo>
                    <a:pt x="74" y="18"/>
                  </a:lnTo>
                  <a:lnTo>
                    <a:pt x="50" y="8"/>
                  </a:lnTo>
                  <a:lnTo>
                    <a:pt x="25" y="2"/>
                  </a:lnTo>
                  <a:lnTo>
                    <a:pt x="0" y="0"/>
                  </a:lnTo>
                  <a:lnTo>
                    <a:pt x="0" y="11"/>
                  </a:lnTo>
                  <a:lnTo>
                    <a:pt x="23" y="14"/>
                  </a:lnTo>
                  <a:lnTo>
                    <a:pt x="45" y="19"/>
                  </a:lnTo>
                  <a:lnTo>
                    <a:pt x="67" y="30"/>
                  </a:lnTo>
                  <a:lnTo>
                    <a:pt x="89" y="43"/>
                  </a:lnTo>
                  <a:lnTo>
                    <a:pt x="108" y="60"/>
                  </a:lnTo>
                  <a:lnTo>
                    <a:pt x="128" y="80"/>
                  </a:lnTo>
                  <a:lnTo>
                    <a:pt x="147" y="105"/>
                  </a:lnTo>
                  <a:lnTo>
                    <a:pt x="165" y="132"/>
                  </a:lnTo>
                  <a:lnTo>
                    <a:pt x="179" y="160"/>
                  </a:lnTo>
                  <a:lnTo>
                    <a:pt x="193" y="193"/>
                  </a:lnTo>
                  <a:lnTo>
                    <a:pt x="205" y="227"/>
                  </a:lnTo>
                  <a:lnTo>
                    <a:pt x="215" y="263"/>
                  </a:lnTo>
                  <a:lnTo>
                    <a:pt x="223" y="301"/>
                  </a:lnTo>
                  <a:lnTo>
                    <a:pt x="229" y="341"/>
                  </a:lnTo>
                  <a:lnTo>
                    <a:pt x="233" y="382"/>
                  </a:lnTo>
                  <a:lnTo>
                    <a:pt x="234" y="424"/>
                  </a:lnTo>
                  <a:lnTo>
                    <a:pt x="246"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2923" name="Freeform 57"/>
            <p:cNvSpPr>
              <a:spLocks/>
            </p:cNvSpPr>
            <p:nvPr/>
          </p:nvSpPr>
          <p:spPr bwMode="auto">
            <a:xfrm>
              <a:off x="1140" y="2172"/>
              <a:ext cx="49" cy="85"/>
            </a:xfrm>
            <a:custGeom>
              <a:avLst/>
              <a:gdLst>
                <a:gd name="T0" fmla="*/ 0 w 246"/>
                <a:gd name="T1" fmla="*/ 3 h 426"/>
                <a:gd name="T2" fmla="*/ 0 w 246"/>
                <a:gd name="T3" fmla="*/ 3 h 426"/>
                <a:gd name="T4" fmla="*/ 0 w 246"/>
                <a:gd name="T5" fmla="*/ 3 h 426"/>
                <a:gd name="T6" fmla="*/ 0 w 246"/>
                <a:gd name="T7" fmla="*/ 3 h 426"/>
                <a:gd name="T8" fmla="*/ 1 w 246"/>
                <a:gd name="T9" fmla="*/ 3 h 426"/>
                <a:gd name="T10" fmla="*/ 1 w 246"/>
                <a:gd name="T11" fmla="*/ 3 h 426"/>
                <a:gd name="T12" fmla="*/ 1 w 246"/>
                <a:gd name="T13" fmla="*/ 3 h 426"/>
                <a:gd name="T14" fmla="*/ 1 w 246"/>
                <a:gd name="T15" fmla="*/ 3 h 426"/>
                <a:gd name="T16" fmla="*/ 1 w 246"/>
                <a:gd name="T17" fmla="*/ 3 h 426"/>
                <a:gd name="T18" fmla="*/ 1 w 246"/>
                <a:gd name="T19" fmla="*/ 2 h 426"/>
                <a:gd name="T20" fmla="*/ 2 w 246"/>
                <a:gd name="T21" fmla="*/ 2 h 426"/>
                <a:gd name="T22" fmla="*/ 2 w 246"/>
                <a:gd name="T23" fmla="*/ 2 h 426"/>
                <a:gd name="T24" fmla="*/ 2 w 246"/>
                <a:gd name="T25" fmla="*/ 2 h 426"/>
                <a:gd name="T26" fmla="*/ 2 w 246"/>
                <a:gd name="T27" fmla="*/ 1 h 426"/>
                <a:gd name="T28" fmla="*/ 2 w 246"/>
                <a:gd name="T29" fmla="*/ 1 h 426"/>
                <a:gd name="T30" fmla="*/ 2 w 246"/>
                <a:gd name="T31" fmla="*/ 1 h 426"/>
                <a:gd name="T32" fmla="*/ 2 w 246"/>
                <a:gd name="T33" fmla="*/ 0 h 426"/>
                <a:gd name="T34" fmla="*/ 2 w 246"/>
                <a:gd name="T35" fmla="*/ 0 h 426"/>
                <a:gd name="T36" fmla="*/ 2 w 246"/>
                <a:gd name="T37" fmla="*/ 0 h 426"/>
                <a:gd name="T38" fmla="*/ 2 w 246"/>
                <a:gd name="T39" fmla="*/ 0 h 426"/>
                <a:gd name="T40" fmla="*/ 2 w 246"/>
                <a:gd name="T41" fmla="*/ 1 h 426"/>
                <a:gd name="T42" fmla="*/ 2 w 246"/>
                <a:gd name="T43" fmla="*/ 1 h 426"/>
                <a:gd name="T44" fmla="*/ 2 w 246"/>
                <a:gd name="T45" fmla="*/ 1 h 426"/>
                <a:gd name="T46" fmla="*/ 2 w 246"/>
                <a:gd name="T47" fmla="*/ 2 h 426"/>
                <a:gd name="T48" fmla="*/ 2 w 246"/>
                <a:gd name="T49" fmla="*/ 2 h 426"/>
                <a:gd name="T50" fmla="*/ 1 w 246"/>
                <a:gd name="T51" fmla="*/ 2 h 426"/>
                <a:gd name="T52" fmla="*/ 1 w 246"/>
                <a:gd name="T53" fmla="*/ 2 h 426"/>
                <a:gd name="T54" fmla="*/ 1 w 246"/>
                <a:gd name="T55" fmla="*/ 3 h 426"/>
                <a:gd name="T56" fmla="*/ 1 w 246"/>
                <a:gd name="T57" fmla="*/ 3 h 426"/>
                <a:gd name="T58" fmla="*/ 1 w 246"/>
                <a:gd name="T59" fmla="*/ 3 h 426"/>
                <a:gd name="T60" fmla="*/ 1 w 246"/>
                <a:gd name="T61" fmla="*/ 3 h 426"/>
                <a:gd name="T62" fmla="*/ 1 w 246"/>
                <a:gd name="T63" fmla="*/ 3 h 426"/>
                <a:gd name="T64" fmla="*/ 0 w 246"/>
                <a:gd name="T65" fmla="*/ 3 h 426"/>
                <a:gd name="T66" fmla="*/ 0 w 246"/>
                <a:gd name="T67" fmla="*/ 3 h 426"/>
                <a:gd name="T68" fmla="*/ 0 w 246"/>
                <a:gd name="T69" fmla="*/ 3 h 426"/>
                <a:gd name="T70" fmla="*/ 0 w 246"/>
                <a:gd name="T71" fmla="*/ 3 h 426"/>
                <a:gd name="T72" fmla="*/ 0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426"/>
                  </a:moveTo>
                  <a:lnTo>
                    <a:pt x="0" y="426"/>
                  </a:lnTo>
                  <a:lnTo>
                    <a:pt x="25" y="423"/>
                  </a:lnTo>
                  <a:lnTo>
                    <a:pt x="50" y="417"/>
                  </a:lnTo>
                  <a:lnTo>
                    <a:pt x="74" y="407"/>
                  </a:lnTo>
                  <a:lnTo>
                    <a:pt x="96" y="392"/>
                  </a:lnTo>
                  <a:lnTo>
                    <a:pt x="118" y="373"/>
                  </a:lnTo>
                  <a:lnTo>
                    <a:pt x="138" y="350"/>
                  </a:lnTo>
                  <a:lnTo>
                    <a:pt x="157" y="327"/>
                  </a:lnTo>
                  <a:lnTo>
                    <a:pt x="175" y="299"/>
                  </a:lnTo>
                  <a:lnTo>
                    <a:pt x="190" y="268"/>
                  </a:lnTo>
                  <a:lnTo>
                    <a:pt x="205" y="236"/>
                  </a:lnTo>
                  <a:lnTo>
                    <a:pt x="216" y="202"/>
                  </a:lnTo>
                  <a:lnTo>
                    <a:pt x="227" y="164"/>
                  </a:lnTo>
                  <a:lnTo>
                    <a:pt x="235" y="125"/>
                  </a:lnTo>
                  <a:lnTo>
                    <a:pt x="241" y="86"/>
                  </a:lnTo>
                  <a:lnTo>
                    <a:pt x="244" y="42"/>
                  </a:lnTo>
                  <a:lnTo>
                    <a:pt x="246" y="0"/>
                  </a:lnTo>
                  <a:lnTo>
                    <a:pt x="234" y="0"/>
                  </a:lnTo>
                  <a:lnTo>
                    <a:pt x="233" y="42"/>
                  </a:lnTo>
                  <a:lnTo>
                    <a:pt x="229" y="83"/>
                  </a:lnTo>
                  <a:lnTo>
                    <a:pt x="223" y="123"/>
                  </a:lnTo>
                  <a:lnTo>
                    <a:pt x="215" y="162"/>
                  </a:lnTo>
                  <a:lnTo>
                    <a:pt x="205" y="197"/>
                  </a:lnTo>
                  <a:lnTo>
                    <a:pt x="193" y="231"/>
                  </a:lnTo>
                  <a:lnTo>
                    <a:pt x="179" y="264"/>
                  </a:lnTo>
                  <a:lnTo>
                    <a:pt x="164" y="292"/>
                  </a:lnTo>
                  <a:lnTo>
                    <a:pt x="147" y="320"/>
                  </a:lnTo>
                  <a:lnTo>
                    <a:pt x="128" y="343"/>
                  </a:lnTo>
                  <a:lnTo>
                    <a:pt x="108" y="363"/>
                  </a:lnTo>
                  <a:lnTo>
                    <a:pt x="89" y="382"/>
                  </a:lnTo>
                  <a:lnTo>
                    <a:pt x="67" y="395"/>
                  </a:lnTo>
                  <a:lnTo>
                    <a:pt x="45" y="406"/>
                  </a:lnTo>
                  <a:lnTo>
                    <a:pt x="23" y="411"/>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2924" name="Freeform 58"/>
            <p:cNvSpPr>
              <a:spLocks/>
            </p:cNvSpPr>
            <p:nvPr/>
          </p:nvSpPr>
          <p:spPr bwMode="auto">
            <a:xfrm>
              <a:off x="1091" y="2172"/>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4" y="86"/>
                  </a:lnTo>
                  <a:lnTo>
                    <a:pt x="10" y="125"/>
                  </a:lnTo>
                  <a:lnTo>
                    <a:pt x="18" y="164"/>
                  </a:lnTo>
                  <a:lnTo>
                    <a:pt x="29" y="202"/>
                  </a:lnTo>
                  <a:lnTo>
                    <a:pt x="41" y="236"/>
                  </a:lnTo>
                  <a:lnTo>
                    <a:pt x="55" y="268"/>
                  </a:lnTo>
                  <a:lnTo>
                    <a:pt x="70" y="299"/>
                  </a:lnTo>
                  <a:lnTo>
                    <a:pt x="89" y="327"/>
                  </a:lnTo>
                  <a:lnTo>
                    <a:pt x="106" y="350"/>
                  </a:lnTo>
                  <a:lnTo>
                    <a:pt x="126" y="373"/>
                  </a:lnTo>
                  <a:lnTo>
                    <a:pt x="148" y="392"/>
                  </a:lnTo>
                  <a:lnTo>
                    <a:pt x="171" y="407"/>
                  </a:lnTo>
                  <a:lnTo>
                    <a:pt x="194" y="417"/>
                  </a:lnTo>
                  <a:lnTo>
                    <a:pt x="219" y="423"/>
                  </a:lnTo>
                  <a:lnTo>
                    <a:pt x="245" y="426"/>
                  </a:lnTo>
                  <a:lnTo>
                    <a:pt x="245" y="414"/>
                  </a:lnTo>
                  <a:lnTo>
                    <a:pt x="221" y="411"/>
                  </a:lnTo>
                  <a:lnTo>
                    <a:pt x="199" y="406"/>
                  </a:lnTo>
                  <a:lnTo>
                    <a:pt x="178" y="395"/>
                  </a:lnTo>
                  <a:lnTo>
                    <a:pt x="155" y="382"/>
                  </a:lnTo>
                  <a:lnTo>
                    <a:pt x="136" y="363"/>
                  </a:lnTo>
                  <a:lnTo>
                    <a:pt x="116" y="343"/>
                  </a:lnTo>
                  <a:lnTo>
                    <a:pt x="98" y="320"/>
                  </a:lnTo>
                  <a:lnTo>
                    <a:pt x="82" y="292"/>
                  </a:lnTo>
                  <a:lnTo>
                    <a:pt x="66" y="264"/>
                  </a:lnTo>
                  <a:lnTo>
                    <a:pt x="52" y="231"/>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2925" name="Freeform 59"/>
            <p:cNvSpPr>
              <a:spLocks/>
            </p:cNvSpPr>
            <p:nvPr/>
          </p:nvSpPr>
          <p:spPr bwMode="auto">
            <a:xfrm>
              <a:off x="1091" y="2087"/>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4" y="8"/>
                  </a:lnTo>
                  <a:lnTo>
                    <a:pt x="171" y="18"/>
                  </a:lnTo>
                  <a:lnTo>
                    <a:pt x="148" y="34"/>
                  </a:lnTo>
                  <a:lnTo>
                    <a:pt x="126" y="51"/>
                  </a:lnTo>
                  <a:lnTo>
                    <a:pt x="106" y="73"/>
                  </a:lnTo>
                  <a:lnTo>
                    <a:pt x="89" y="98"/>
                  </a:lnTo>
                  <a:lnTo>
                    <a:pt x="71" y="125"/>
                  </a:lnTo>
                  <a:lnTo>
                    <a:pt x="55" y="155"/>
                  </a:lnTo>
                  <a:lnTo>
                    <a:pt x="41" y="188"/>
                  </a:lnTo>
                  <a:lnTo>
                    <a:pt x="29" y="222"/>
                  </a:lnTo>
                  <a:lnTo>
                    <a:pt x="18" y="261"/>
                  </a:lnTo>
                  <a:lnTo>
                    <a:pt x="10" y="298"/>
                  </a:lnTo>
                  <a:lnTo>
                    <a:pt x="4" y="338"/>
                  </a:lnTo>
                  <a:lnTo>
                    <a:pt x="1" y="382"/>
                  </a:lnTo>
                  <a:lnTo>
                    <a:pt x="0" y="424"/>
                  </a:lnTo>
                  <a:lnTo>
                    <a:pt x="11" y="424"/>
                  </a:lnTo>
                  <a:lnTo>
                    <a:pt x="13" y="382"/>
                  </a:lnTo>
                  <a:lnTo>
                    <a:pt x="16" y="341"/>
                  </a:lnTo>
                  <a:lnTo>
                    <a:pt x="22" y="301"/>
                  </a:lnTo>
                  <a:lnTo>
                    <a:pt x="30" y="263"/>
                  </a:lnTo>
                  <a:lnTo>
                    <a:pt x="41" y="227"/>
                  </a:lnTo>
                  <a:lnTo>
                    <a:pt x="52" y="193"/>
                  </a:lnTo>
                  <a:lnTo>
                    <a:pt x="66" y="160"/>
                  </a:lnTo>
                  <a:lnTo>
                    <a:pt x="80" y="132"/>
                  </a:lnTo>
                  <a:lnTo>
                    <a:pt x="98" y="105"/>
                  </a:lnTo>
                  <a:lnTo>
                    <a:pt x="116" y="80"/>
                  </a:lnTo>
                  <a:lnTo>
                    <a:pt x="136" y="60"/>
                  </a:lnTo>
                  <a:lnTo>
                    <a:pt x="155" y="43"/>
                  </a:lnTo>
                  <a:lnTo>
                    <a:pt x="178" y="30"/>
                  </a:lnTo>
                  <a:lnTo>
                    <a:pt x="199" y="19"/>
                  </a:lnTo>
                  <a:lnTo>
                    <a:pt x="221" y="14"/>
                  </a:lnTo>
                  <a:lnTo>
                    <a:pt x="245" y="11"/>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2926" name="Freeform 60"/>
            <p:cNvSpPr>
              <a:spLocks/>
            </p:cNvSpPr>
            <p:nvPr/>
          </p:nvSpPr>
          <p:spPr bwMode="auto">
            <a:xfrm>
              <a:off x="1392" y="2118"/>
              <a:ext cx="49" cy="85"/>
            </a:xfrm>
            <a:custGeom>
              <a:avLst/>
              <a:gdLst>
                <a:gd name="T0" fmla="*/ 2 w 246"/>
                <a:gd name="T1" fmla="*/ 3 h 426"/>
                <a:gd name="T2" fmla="*/ 2 w 246"/>
                <a:gd name="T3" fmla="*/ 3 h 426"/>
                <a:gd name="T4" fmla="*/ 2 w 246"/>
                <a:gd name="T5" fmla="*/ 3 h 426"/>
                <a:gd name="T6" fmla="*/ 2 w 246"/>
                <a:gd name="T7" fmla="*/ 3 h 426"/>
                <a:gd name="T8" fmla="*/ 2 w 246"/>
                <a:gd name="T9" fmla="*/ 2 h 426"/>
                <a:gd name="T10" fmla="*/ 2 w 246"/>
                <a:gd name="T11" fmla="*/ 2 h 426"/>
                <a:gd name="T12" fmla="*/ 2 w 246"/>
                <a:gd name="T13" fmla="*/ 2 h 426"/>
                <a:gd name="T14" fmla="*/ 2 w 246"/>
                <a:gd name="T15" fmla="*/ 2 h 426"/>
                <a:gd name="T16" fmla="*/ 2 w 246"/>
                <a:gd name="T17" fmla="*/ 1 h 426"/>
                <a:gd name="T18" fmla="*/ 1 w 246"/>
                <a:gd name="T19" fmla="*/ 1 h 426"/>
                <a:gd name="T20" fmla="*/ 1 w 246"/>
                <a:gd name="T21" fmla="*/ 1 h 426"/>
                <a:gd name="T22" fmla="*/ 1 w 246"/>
                <a:gd name="T23" fmla="*/ 1 h 426"/>
                <a:gd name="T24" fmla="*/ 1 w 246"/>
                <a:gd name="T25" fmla="*/ 0 h 426"/>
                <a:gd name="T26" fmla="*/ 1 w 246"/>
                <a:gd name="T27" fmla="*/ 0 h 426"/>
                <a:gd name="T28" fmla="*/ 1 w 246"/>
                <a:gd name="T29" fmla="*/ 0 h 426"/>
                <a:gd name="T30" fmla="*/ 0 w 246"/>
                <a:gd name="T31" fmla="*/ 0 h 426"/>
                <a:gd name="T32" fmla="*/ 0 w 246"/>
                <a:gd name="T33" fmla="*/ 0 h 426"/>
                <a:gd name="T34" fmla="*/ 0 w 246"/>
                <a:gd name="T35" fmla="*/ 0 h 426"/>
                <a:gd name="T36" fmla="*/ 0 w 246"/>
                <a:gd name="T37" fmla="*/ 0 h 426"/>
                <a:gd name="T38" fmla="*/ 0 w 246"/>
                <a:gd name="T39" fmla="*/ 0 h 426"/>
                <a:gd name="T40" fmla="*/ 0 w 246"/>
                <a:gd name="T41" fmla="*/ 0 h 426"/>
                <a:gd name="T42" fmla="*/ 1 w 246"/>
                <a:gd name="T43" fmla="*/ 0 h 426"/>
                <a:gd name="T44" fmla="*/ 1 w 246"/>
                <a:gd name="T45" fmla="*/ 0 h 426"/>
                <a:gd name="T46" fmla="*/ 1 w 246"/>
                <a:gd name="T47" fmla="*/ 1 h 426"/>
                <a:gd name="T48" fmla="*/ 1 w 246"/>
                <a:gd name="T49" fmla="*/ 1 h 426"/>
                <a:gd name="T50" fmla="*/ 1 w 246"/>
                <a:gd name="T51" fmla="*/ 1 h 426"/>
                <a:gd name="T52" fmla="*/ 1 w 246"/>
                <a:gd name="T53" fmla="*/ 1 h 426"/>
                <a:gd name="T54" fmla="*/ 1 w 246"/>
                <a:gd name="T55" fmla="*/ 1 h 426"/>
                <a:gd name="T56" fmla="*/ 2 w 246"/>
                <a:gd name="T57" fmla="*/ 2 h 426"/>
                <a:gd name="T58" fmla="*/ 2 w 246"/>
                <a:gd name="T59" fmla="*/ 2 h 426"/>
                <a:gd name="T60" fmla="*/ 2 w 246"/>
                <a:gd name="T61" fmla="*/ 2 h 426"/>
                <a:gd name="T62" fmla="*/ 2 w 246"/>
                <a:gd name="T63" fmla="*/ 2 h 426"/>
                <a:gd name="T64" fmla="*/ 2 w 246"/>
                <a:gd name="T65" fmla="*/ 3 h 426"/>
                <a:gd name="T66" fmla="*/ 2 w 246"/>
                <a:gd name="T67" fmla="*/ 3 h 426"/>
                <a:gd name="T68" fmla="*/ 2 w 246"/>
                <a:gd name="T69" fmla="*/ 3 h 426"/>
                <a:gd name="T70" fmla="*/ 2 w 246"/>
                <a:gd name="T71" fmla="*/ 3 h 426"/>
                <a:gd name="T72" fmla="*/ 2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246" y="426"/>
                  </a:moveTo>
                  <a:lnTo>
                    <a:pt x="246" y="426"/>
                  </a:lnTo>
                  <a:lnTo>
                    <a:pt x="245" y="384"/>
                  </a:lnTo>
                  <a:lnTo>
                    <a:pt x="242" y="340"/>
                  </a:lnTo>
                  <a:lnTo>
                    <a:pt x="236" y="301"/>
                  </a:lnTo>
                  <a:lnTo>
                    <a:pt x="228" y="262"/>
                  </a:lnTo>
                  <a:lnTo>
                    <a:pt x="217" y="224"/>
                  </a:lnTo>
                  <a:lnTo>
                    <a:pt x="205" y="190"/>
                  </a:lnTo>
                  <a:lnTo>
                    <a:pt x="191" y="158"/>
                  </a:lnTo>
                  <a:lnTo>
                    <a:pt x="176" y="126"/>
                  </a:lnTo>
                  <a:lnTo>
                    <a:pt x="157" y="99"/>
                  </a:lnTo>
                  <a:lnTo>
                    <a:pt x="139" y="75"/>
                  </a:lnTo>
                  <a:lnTo>
                    <a:pt x="119" y="53"/>
                  </a:lnTo>
                  <a:lnTo>
                    <a:pt x="96" y="34"/>
                  </a:lnTo>
                  <a:lnTo>
                    <a:pt x="75" y="19"/>
                  </a:lnTo>
                  <a:lnTo>
                    <a:pt x="51" y="9"/>
                  </a:lnTo>
                  <a:lnTo>
                    <a:pt x="26" y="3"/>
                  </a:lnTo>
                  <a:lnTo>
                    <a:pt x="0" y="0"/>
                  </a:lnTo>
                  <a:lnTo>
                    <a:pt x="0" y="12"/>
                  </a:lnTo>
                  <a:lnTo>
                    <a:pt x="24" y="15"/>
                  </a:lnTo>
                  <a:lnTo>
                    <a:pt x="46" y="20"/>
                  </a:lnTo>
                  <a:lnTo>
                    <a:pt x="68" y="31"/>
                  </a:lnTo>
                  <a:lnTo>
                    <a:pt x="89" y="44"/>
                  </a:lnTo>
                  <a:lnTo>
                    <a:pt x="109" y="63"/>
                  </a:lnTo>
                  <a:lnTo>
                    <a:pt x="129" y="83"/>
                  </a:lnTo>
                  <a:lnTo>
                    <a:pt x="148" y="106"/>
                  </a:lnTo>
                  <a:lnTo>
                    <a:pt x="164" y="133"/>
                  </a:lnTo>
                  <a:lnTo>
                    <a:pt x="180" y="162"/>
                  </a:lnTo>
                  <a:lnTo>
                    <a:pt x="194" y="195"/>
                  </a:lnTo>
                  <a:lnTo>
                    <a:pt x="205" y="229"/>
                  </a:lnTo>
                  <a:lnTo>
                    <a:pt x="216" y="264"/>
                  </a:lnTo>
                  <a:lnTo>
                    <a:pt x="224" y="303"/>
                  </a:lnTo>
                  <a:lnTo>
                    <a:pt x="230" y="343"/>
                  </a:lnTo>
                  <a:lnTo>
                    <a:pt x="233" y="384"/>
                  </a:lnTo>
                  <a:lnTo>
                    <a:pt x="235" y="426"/>
                  </a:lnTo>
                  <a:lnTo>
                    <a:pt x="246"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2927" name="Freeform 61"/>
            <p:cNvSpPr>
              <a:spLocks/>
            </p:cNvSpPr>
            <p:nvPr/>
          </p:nvSpPr>
          <p:spPr bwMode="auto">
            <a:xfrm>
              <a:off x="1392" y="2203"/>
              <a:ext cx="49" cy="85"/>
            </a:xfrm>
            <a:custGeom>
              <a:avLst/>
              <a:gdLst>
                <a:gd name="T0" fmla="*/ 0 w 246"/>
                <a:gd name="T1" fmla="*/ 3 h 424"/>
                <a:gd name="T2" fmla="*/ 0 w 246"/>
                <a:gd name="T3" fmla="*/ 3 h 424"/>
                <a:gd name="T4" fmla="*/ 0 w 246"/>
                <a:gd name="T5" fmla="*/ 3 h 424"/>
                <a:gd name="T6" fmla="*/ 0 w 246"/>
                <a:gd name="T7" fmla="*/ 3 h 424"/>
                <a:gd name="T8" fmla="*/ 1 w 246"/>
                <a:gd name="T9" fmla="*/ 3 h 424"/>
                <a:gd name="T10" fmla="*/ 1 w 246"/>
                <a:gd name="T11" fmla="*/ 3 h 424"/>
                <a:gd name="T12" fmla="*/ 1 w 246"/>
                <a:gd name="T13" fmla="*/ 3 h 424"/>
                <a:gd name="T14" fmla="*/ 1 w 246"/>
                <a:gd name="T15" fmla="*/ 3 h 424"/>
                <a:gd name="T16" fmla="*/ 1 w 246"/>
                <a:gd name="T17" fmla="*/ 3 h 424"/>
                <a:gd name="T18" fmla="*/ 1 w 246"/>
                <a:gd name="T19" fmla="*/ 2 h 424"/>
                <a:gd name="T20" fmla="*/ 2 w 246"/>
                <a:gd name="T21" fmla="*/ 2 h 424"/>
                <a:gd name="T22" fmla="*/ 2 w 246"/>
                <a:gd name="T23" fmla="*/ 2 h 424"/>
                <a:gd name="T24" fmla="*/ 2 w 246"/>
                <a:gd name="T25" fmla="*/ 2 h 424"/>
                <a:gd name="T26" fmla="*/ 2 w 246"/>
                <a:gd name="T27" fmla="*/ 1 h 424"/>
                <a:gd name="T28" fmla="*/ 2 w 246"/>
                <a:gd name="T29" fmla="*/ 1 h 424"/>
                <a:gd name="T30" fmla="*/ 2 w 246"/>
                <a:gd name="T31" fmla="*/ 1 h 424"/>
                <a:gd name="T32" fmla="*/ 2 w 246"/>
                <a:gd name="T33" fmla="*/ 0 h 424"/>
                <a:gd name="T34" fmla="*/ 2 w 246"/>
                <a:gd name="T35" fmla="*/ 0 h 424"/>
                <a:gd name="T36" fmla="*/ 2 w 246"/>
                <a:gd name="T37" fmla="*/ 0 h 424"/>
                <a:gd name="T38" fmla="*/ 2 w 246"/>
                <a:gd name="T39" fmla="*/ 0 h 424"/>
                <a:gd name="T40" fmla="*/ 2 w 246"/>
                <a:gd name="T41" fmla="*/ 1 h 424"/>
                <a:gd name="T42" fmla="*/ 2 w 246"/>
                <a:gd name="T43" fmla="*/ 1 h 424"/>
                <a:gd name="T44" fmla="*/ 2 w 246"/>
                <a:gd name="T45" fmla="*/ 1 h 424"/>
                <a:gd name="T46" fmla="*/ 2 w 246"/>
                <a:gd name="T47" fmla="*/ 2 h 424"/>
                <a:gd name="T48" fmla="*/ 2 w 246"/>
                <a:gd name="T49" fmla="*/ 2 h 424"/>
                <a:gd name="T50" fmla="*/ 1 w 246"/>
                <a:gd name="T51" fmla="*/ 2 h 424"/>
                <a:gd name="T52" fmla="*/ 1 w 246"/>
                <a:gd name="T53" fmla="*/ 2 h 424"/>
                <a:gd name="T54" fmla="*/ 1 w 246"/>
                <a:gd name="T55" fmla="*/ 3 h 424"/>
                <a:gd name="T56" fmla="*/ 1 w 246"/>
                <a:gd name="T57" fmla="*/ 3 h 424"/>
                <a:gd name="T58" fmla="*/ 1 w 246"/>
                <a:gd name="T59" fmla="*/ 3 h 424"/>
                <a:gd name="T60" fmla="*/ 1 w 246"/>
                <a:gd name="T61" fmla="*/ 3 h 424"/>
                <a:gd name="T62" fmla="*/ 1 w 246"/>
                <a:gd name="T63" fmla="*/ 3 h 424"/>
                <a:gd name="T64" fmla="*/ 0 w 246"/>
                <a:gd name="T65" fmla="*/ 3 h 424"/>
                <a:gd name="T66" fmla="*/ 0 w 246"/>
                <a:gd name="T67" fmla="*/ 3 h 424"/>
                <a:gd name="T68" fmla="*/ 0 w 246"/>
                <a:gd name="T69" fmla="*/ 3 h 424"/>
                <a:gd name="T70" fmla="*/ 0 w 246"/>
                <a:gd name="T71" fmla="*/ 3 h 424"/>
                <a:gd name="T72" fmla="*/ 0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0" y="424"/>
                  </a:moveTo>
                  <a:lnTo>
                    <a:pt x="0" y="424"/>
                  </a:lnTo>
                  <a:lnTo>
                    <a:pt x="26" y="422"/>
                  </a:lnTo>
                  <a:lnTo>
                    <a:pt x="51" y="416"/>
                  </a:lnTo>
                  <a:lnTo>
                    <a:pt x="75" y="406"/>
                  </a:lnTo>
                  <a:lnTo>
                    <a:pt x="96" y="390"/>
                  </a:lnTo>
                  <a:lnTo>
                    <a:pt x="119" y="373"/>
                  </a:lnTo>
                  <a:lnTo>
                    <a:pt x="139" y="351"/>
                  </a:lnTo>
                  <a:lnTo>
                    <a:pt x="157" y="326"/>
                  </a:lnTo>
                  <a:lnTo>
                    <a:pt x="175" y="299"/>
                  </a:lnTo>
                  <a:lnTo>
                    <a:pt x="191" y="269"/>
                  </a:lnTo>
                  <a:lnTo>
                    <a:pt x="205" y="236"/>
                  </a:lnTo>
                  <a:lnTo>
                    <a:pt x="217" y="202"/>
                  </a:lnTo>
                  <a:lnTo>
                    <a:pt x="228" y="163"/>
                  </a:lnTo>
                  <a:lnTo>
                    <a:pt x="236" y="125"/>
                  </a:lnTo>
                  <a:lnTo>
                    <a:pt x="242" y="86"/>
                  </a:lnTo>
                  <a:lnTo>
                    <a:pt x="245" y="42"/>
                  </a:lnTo>
                  <a:lnTo>
                    <a:pt x="246" y="0"/>
                  </a:lnTo>
                  <a:lnTo>
                    <a:pt x="235" y="0"/>
                  </a:lnTo>
                  <a:lnTo>
                    <a:pt x="233" y="42"/>
                  </a:lnTo>
                  <a:lnTo>
                    <a:pt x="230" y="83"/>
                  </a:lnTo>
                  <a:lnTo>
                    <a:pt x="224" y="123"/>
                  </a:lnTo>
                  <a:lnTo>
                    <a:pt x="216" y="161"/>
                  </a:lnTo>
                  <a:lnTo>
                    <a:pt x="205" y="197"/>
                  </a:lnTo>
                  <a:lnTo>
                    <a:pt x="194" y="231"/>
                  </a:lnTo>
                  <a:lnTo>
                    <a:pt x="180" y="264"/>
                  </a:lnTo>
                  <a:lnTo>
                    <a:pt x="166" y="292"/>
                  </a:lnTo>
                  <a:lnTo>
                    <a:pt x="148" y="319"/>
                  </a:lnTo>
                  <a:lnTo>
                    <a:pt x="129" y="344"/>
                  </a:lnTo>
                  <a:lnTo>
                    <a:pt x="109" y="364"/>
                  </a:lnTo>
                  <a:lnTo>
                    <a:pt x="89" y="381"/>
                  </a:lnTo>
                  <a:lnTo>
                    <a:pt x="68" y="394"/>
                  </a:lnTo>
                  <a:lnTo>
                    <a:pt x="46" y="405"/>
                  </a:lnTo>
                  <a:lnTo>
                    <a:pt x="24" y="410"/>
                  </a:lnTo>
                  <a:lnTo>
                    <a:pt x="0" y="413"/>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2928" name="Freeform 62"/>
            <p:cNvSpPr>
              <a:spLocks/>
            </p:cNvSpPr>
            <p:nvPr/>
          </p:nvSpPr>
          <p:spPr bwMode="auto">
            <a:xfrm>
              <a:off x="1343" y="2203"/>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2" y="42"/>
                  </a:lnTo>
                  <a:lnTo>
                    <a:pt x="5" y="86"/>
                  </a:lnTo>
                  <a:lnTo>
                    <a:pt x="11" y="125"/>
                  </a:lnTo>
                  <a:lnTo>
                    <a:pt x="19" y="163"/>
                  </a:lnTo>
                  <a:lnTo>
                    <a:pt x="30" y="202"/>
                  </a:lnTo>
                  <a:lnTo>
                    <a:pt x="41" y="236"/>
                  </a:lnTo>
                  <a:lnTo>
                    <a:pt x="56" y="269"/>
                  </a:lnTo>
                  <a:lnTo>
                    <a:pt x="72" y="299"/>
                  </a:lnTo>
                  <a:lnTo>
                    <a:pt x="90" y="326"/>
                  </a:lnTo>
                  <a:lnTo>
                    <a:pt x="108" y="351"/>
                  </a:lnTo>
                  <a:lnTo>
                    <a:pt x="127" y="373"/>
                  </a:lnTo>
                  <a:lnTo>
                    <a:pt x="149" y="390"/>
                  </a:lnTo>
                  <a:lnTo>
                    <a:pt x="172" y="406"/>
                  </a:lnTo>
                  <a:lnTo>
                    <a:pt x="195" y="416"/>
                  </a:lnTo>
                  <a:lnTo>
                    <a:pt x="220" y="422"/>
                  </a:lnTo>
                  <a:lnTo>
                    <a:pt x="245" y="424"/>
                  </a:lnTo>
                  <a:lnTo>
                    <a:pt x="245" y="413"/>
                  </a:lnTo>
                  <a:lnTo>
                    <a:pt x="222" y="410"/>
                  </a:lnTo>
                  <a:lnTo>
                    <a:pt x="200" y="405"/>
                  </a:lnTo>
                  <a:lnTo>
                    <a:pt x="179" y="394"/>
                  </a:lnTo>
                  <a:lnTo>
                    <a:pt x="156" y="381"/>
                  </a:lnTo>
                  <a:lnTo>
                    <a:pt x="136" y="364"/>
                  </a:lnTo>
                  <a:lnTo>
                    <a:pt x="118" y="344"/>
                  </a:lnTo>
                  <a:lnTo>
                    <a:pt x="99" y="319"/>
                  </a:lnTo>
                  <a:lnTo>
                    <a:pt x="81" y="292"/>
                  </a:lnTo>
                  <a:lnTo>
                    <a:pt x="67" y="264"/>
                  </a:lnTo>
                  <a:lnTo>
                    <a:pt x="53" y="231"/>
                  </a:lnTo>
                  <a:lnTo>
                    <a:pt x="41" y="197"/>
                  </a:lnTo>
                  <a:lnTo>
                    <a:pt x="31" y="161"/>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2929" name="Freeform 63"/>
            <p:cNvSpPr>
              <a:spLocks/>
            </p:cNvSpPr>
            <p:nvPr/>
          </p:nvSpPr>
          <p:spPr bwMode="auto">
            <a:xfrm>
              <a:off x="1343" y="2118"/>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1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20" y="3"/>
                  </a:lnTo>
                  <a:lnTo>
                    <a:pt x="195" y="9"/>
                  </a:lnTo>
                  <a:lnTo>
                    <a:pt x="172" y="19"/>
                  </a:lnTo>
                  <a:lnTo>
                    <a:pt x="149" y="34"/>
                  </a:lnTo>
                  <a:lnTo>
                    <a:pt x="127" y="53"/>
                  </a:lnTo>
                  <a:lnTo>
                    <a:pt x="108" y="75"/>
                  </a:lnTo>
                  <a:lnTo>
                    <a:pt x="90" y="99"/>
                  </a:lnTo>
                  <a:lnTo>
                    <a:pt x="71" y="126"/>
                  </a:lnTo>
                  <a:lnTo>
                    <a:pt x="56" y="158"/>
                  </a:lnTo>
                  <a:lnTo>
                    <a:pt x="41" y="190"/>
                  </a:lnTo>
                  <a:lnTo>
                    <a:pt x="30" y="224"/>
                  </a:lnTo>
                  <a:lnTo>
                    <a:pt x="19" y="262"/>
                  </a:lnTo>
                  <a:lnTo>
                    <a:pt x="11" y="301"/>
                  </a:lnTo>
                  <a:lnTo>
                    <a:pt x="5" y="340"/>
                  </a:lnTo>
                  <a:lnTo>
                    <a:pt x="2" y="384"/>
                  </a:lnTo>
                  <a:lnTo>
                    <a:pt x="0" y="426"/>
                  </a:lnTo>
                  <a:lnTo>
                    <a:pt x="12" y="426"/>
                  </a:lnTo>
                  <a:lnTo>
                    <a:pt x="13" y="384"/>
                  </a:lnTo>
                  <a:lnTo>
                    <a:pt x="17" y="343"/>
                  </a:lnTo>
                  <a:lnTo>
                    <a:pt x="23" y="303"/>
                  </a:lnTo>
                  <a:lnTo>
                    <a:pt x="31" y="264"/>
                  </a:lnTo>
                  <a:lnTo>
                    <a:pt x="41" y="229"/>
                  </a:lnTo>
                  <a:lnTo>
                    <a:pt x="53" y="195"/>
                  </a:lnTo>
                  <a:lnTo>
                    <a:pt x="67" y="162"/>
                  </a:lnTo>
                  <a:lnTo>
                    <a:pt x="82" y="133"/>
                  </a:lnTo>
                  <a:lnTo>
                    <a:pt x="99" y="106"/>
                  </a:lnTo>
                  <a:lnTo>
                    <a:pt x="118" y="83"/>
                  </a:lnTo>
                  <a:lnTo>
                    <a:pt x="136" y="63"/>
                  </a:lnTo>
                  <a:lnTo>
                    <a:pt x="156" y="44"/>
                  </a:lnTo>
                  <a:lnTo>
                    <a:pt x="179" y="31"/>
                  </a:lnTo>
                  <a:lnTo>
                    <a:pt x="200" y="20"/>
                  </a:lnTo>
                  <a:lnTo>
                    <a:pt x="222" y="15"/>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2930" name="Freeform 64"/>
            <p:cNvSpPr>
              <a:spLocks/>
            </p:cNvSpPr>
            <p:nvPr/>
          </p:nvSpPr>
          <p:spPr bwMode="auto">
            <a:xfrm>
              <a:off x="1384" y="1859"/>
              <a:ext cx="49" cy="84"/>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1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3" y="382"/>
                  </a:lnTo>
                  <a:lnTo>
                    <a:pt x="240" y="339"/>
                  </a:lnTo>
                  <a:lnTo>
                    <a:pt x="234" y="299"/>
                  </a:lnTo>
                  <a:lnTo>
                    <a:pt x="226" y="261"/>
                  </a:lnTo>
                  <a:lnTo>
                    <a:pt x="215" y="222"/>
                  </a:lnTo>
                  <a:lnTo>
                    <a:pt x="204" y="188"/>
                  </a:lnTo>
                  <a:lnTo>
                    <a:pt x="189" y="156"/>
                  </a:lnTo>
                  <a:lnTo>
                    <a:pt x="173" y="125"/>
                  </a:lnTo>
                  <a:lnTo>
                    <a:pt x="155" y="98"/>
                  </a:lnTo>
                  <a:lnTo>
                    <a:pt x="138" y="74"/>
                  </a:lnTo>
                  <a:lnTo>
                    <a:pt x="118" y="51"/>
                  </a:lnTo>
                  <a:lnTo>
                    <a:pt x="96" y="34"/>
                  </a:lnTo>
                  <a:lnTo>
                    <a:pt x="73" y="18"/>
                  </a:lnTo>
                  <a:lnTo>
                    <a:pt x="50" y="8"/>
                  </a:lnTo>
                  <a:lnTo>
                    <a:pt x="25" y="2"/>
                  </a:lnTo>
                  <a:lnTo>
                    <a:pt x="0" y="0"/>
                  </a:lnTo>
                  <a:lnTo>
                    <a:pt x="0" y="11"/>
                  </a:lnTo>
                  <a:lnTo>
                    <a:pt x="23" y="14"/>
                  </a:lnTo>
                  <a:lnTo>
                    <a:pt x="45" y="20"/>
                  </a:lnTo>
                  <a:lnTo>
                    <a:pt x="66" y="30"/>
                  </a:lnTo>
                  <a:lnTo>
                    <a:pt x="89" y="43"/>
                  </a:lnTo>
                  <a:lnTo>
                    <a:pt x="109" y="61"/>
                  </a:lnTo>
                  <a:lnTo>
                    <a:pt x="129" y="81"/>
                  </a:lnTo>
                  <a:lnTo>
                    <a:pt x="146" y="105"/>
                  </a:lnTo>
                  <a:lnTo>
                    <a:pt x="164" y="132"/>
                  </a:lnTo>
                  <a:lnTo>
                    <a:pt x="178" y="160"/>
                  </a:lnTo>
                  <a:lnTo>
                    <a:pt x="192" y="193"/>
                  </a:lnTo>
                  <a:lnTo>
                    <a:pt x="204" y="227"/>
                  </a:lnTo>
                  <a:lnTo>
                    <a:pt x="214" y="264"/>
                  </a:lnTo>
                  <a:lnTo>
                    <a:pt x="222" y="301"/>
                  </a:lnTo>
                  <a:lnTo>
                    <a:pt x="228"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2931" name="Freeform 65"/>
            <p:cNvSpPr>
              <a:spLocks/>
            </p:cNvSpPr>
            <p:nvPr/>
          </p:nvSpPr>
          <p:spPr bwMode="auto">
            <a:xfrm>
              <a:off x="1384" y="1943"/>
              <a:ext cx="49" cy="86"/>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5" y="423"/>
                  </a:lnTo>
                  <a:lnTo>
                    <a:pt x="50" y="418"/>
                  </a:lnTo>
                  <a:lnTo>
                    <a:pt x="73" y="407"/>
                  </a:lnTo>
                  <a:lnTo>
                    <a:pt x="96" y="392"/>
                  </a:lnTo>
                  <a:lnTo>
                    <a:pt x="118" y="374"/>
                  </a:lnTo>
                  <a:lnTo>
                    <a:pt x="138" y="352"/>
                  </a:lnTo>
                  <a:lnTo>
                    <a:pt x="155" y="327"/>
                  </a:lnTo>
                  <a:lnTo>
                    <a:pt x="174" y="300"/>
                  </a:lnTo>
                  <a:lnTo>
                    <a:pt x="189" y="269"/>
                  </a:lnTo>
                  <a:lnTo>
                    <a:pt x="204" y="237"/>
                  </a:lnTo>
                  <a:lnTo>
                    <a:pt x="215" y="202"/>
                  </a:lnTo>
                  <a:lnTo>
                    <a:pt x="226" y="164"/>
                  </a:lnTo>
                  <a:lnTo>
                    <a:pt x="234" y="126"/>
                  </a:lnTo>
                  <a:lnTo>
                    <a:pt x="240" y="86"/>
                  </a:lnTo>
                  <a:lnTo>
                    <a:pt x="243" y="42"/>
                  </a:lnTo>
                  <a:lnTo>
                    <a:pt x="245" y="0"/>
                  </a:lnTo>
                  <a:lnTo>
                    <a:pt x="233" y="0"/>
                  </a:lnTo>
                  <a:lnTo>
                    <a:pt x="232" y="42"/>
                  </a:lnTo>
                  <a:lnTo>
                    <a:pt x="228" y="83"/>
                  </a:lnTo>
                  <a:lnTo>
                    <a:pt x="222" y="123"/>
                  </a:lnTo>
                  <a:lnTo>
                    <a:pt x="214" y="162"/>
                  </a:lnTo>
                  <a:lnTo>
                    <a:pt x="204" y="197"/>
                  </a:lnTo>
                  <a:lnTo>
                    <a:pt x="192" y="232"/>
                  </a:lnTo>
                  <a:lnTo>
                    <a:pt x="178" y="264"/>
                  </a:lnTo>
                  <a:lnTo>
                    <a:pt x="163" y="293"/>
                  </a:lnTo>
                  <a:lnTo>
                    <a:pt x="146" y="320"/>
                  </a:lnTo>
                  <a:lnTo>
                    <a:pt x="129" y="345"/>
                  </a:lnTo>
                  <a:lnTo>
                    <a:pt x="109" y="365"/>
                  </a:lnTo>
                  <a:lnTo>
                    <a:pt x="89" y="382"/>
                  </a:lnTo>
                  <a:lnTo>
                    <a:pt x="66" y="395"/>
                  </a:lnTo>
                  <a:lnTo>
                    <a:pt x="45" y="406"/>
                  </a:lnTo>
                  <a:lnTo>
                    <a:pt x="23"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2932" name="Freeform 66"/>
            <p:cNvSpPr>
              <a:spLocks/>
            </p:cNvSpPr>
            <p:nvPr/>
          </p:nvSpPr>
          <p:spPr bwMode="auto">
            <a:xfrm>
              <a:off x="1335" y="1943"/>
              <a:ext cx="49" cy="86"/>
            </a:xfrm>
            <a:custGeom>
              <a:avLst/>
              <a:gdLst>
                <a:gd name="T0" fmla="*/ 0 w 246"/>
                <a:gd name="T1" fmla="*/ 0 h 426"/>
                <a:gd name="T2" fmla="*/ 0 w 246"/>
                <a:gd name="T3" fmla="*/ 0 h 426"/>
                <a:gd name="T4" fmla="*/ 0 w 246"/>
                <a:gd name="T5" fmla="*/ 0 h 426"/>
                <a:gd name="T6" fmla="*/ 0 w 246"/>
                <a:gd name="T7" fmla="*/ 1 h 426"/>
                <a:gd name="T8" fmla="*/ 0 w 246"/>
                <a:gd name="T9" fmla="*/ 1 h 426"/>
                <a:gd name="T10" fmla="*/ 0 w 246"/>
                <a:gd name="T11" fmla="*/ 1 h 426"/>
                <a:gd name="T12" fmla="*/ 0 w 246"/>
                <a:gd name="T13" fmla="*/ 2 h 426"/>
                <a:gd name="T14" fmla="*/ 0 w 246"/>
                <a:gd name="T15" fmla="*/ 2 h 426"/>
                <a:gd name="T16" fmla="*/ 0 w 246"/>
                <a:gd name="T17" fmla="*/ 2 h 426"/>
                <a:gd name="T18" fmla="*/ 1 w 246"/>
                <a:gd name="T19" fmla="*/ 2 h 426"/>
                <a:gd name="T20" fmla="*/ 1 w 246"/>
                <a:gd name="T21" fmla="*/ 3 h 426"/>
                <a:gd name="T22" fmla="*/ 1 w 246"/>
                <a:gd name="T23" fmla="*/ 3 h 426"/>
                <a:gd name="T24" fmla="*/ 1 w 246"/>
                <a:gd name="T25" fmla="*/ 3 h 426"/>
                <a:gd name="T26" fmla="*/ 1 w 246"/>
                <a:gd name="T27" fmla="*/ 3 h 426"/>
                <a:gd name="T28" fmla="*/ 1 w 246"/>
                <a:gd name="T29" fmla="*/ 3 h 426"/>
                <a:gd name="T30" fmla="*/ 2 w 246"/>
                <a:gd name="T31" fmla="*/ 3 h 426"/>
                <a:gd name="T32" fmla="*/ 2 w 246"/>
                <a:gd name="T33" fmla="*/ 3 h 426"/>
                <a:gd name="T34" fmla="*/ 2 w 246"/>
                <a:gd name="T35" fmla="*/ 3 h 426"/>
                <a:gd name="T36" fmla="*/ 2 w 246"/>
                <a:gd name="T37" fmla="*/ 3 h 426"/>
                <a:gd name="T38" fmla="*/ 2 w 246"/>
                <a:gd name="T39" fmla="*/ 3 h 426"/>
                <a:gd name="T40" fmla="*/ 2 w 246"/>
                <a:gd name="T41" fmla="*/ 3 h 426"/>
                <a:gd name="T42" fmla="*/ 1 w 246"/>
                <a:gd name="T43" fmla="*/ 3 h 426"/>
                <a:gd name="T44" fmla="*/ 1 w 246"/>
                <a:gd name="T45" fmla="*/ 3 h 426"/>
                <a:gd name="T46" fmla="*/ 1 w 246"/>
                <a:gd name="T47" fmla="*/ 3 h 426"/>
                <a:gd name="T48" fmla="*/ 1 w 246"/>
                <a:gd name="T49" fmla="*/ 3 h 426"/>
                <a:gd name="T50" fmla="*/ 1 w 246"/>
                <a:gd name="T51" fmla="*/ 3 h 426"/>
                <a:gd name="T52" fmla="*/ 1 w 246"/>
                <a:gd name="T53" fmla="*/ 2 h 426"/>
                <a:gd name="T54" fmla="*/ 1 w 246"/>
                <a:gd name="T55" fmla="*/ 2 h 426"/>
                <a:gd name="T56" fmla="*/ 0 w 246"/>
                <a:gd name="T57" fmla="*/ 2 h 426"/>
                <a:gd name="T58" fmla="*/ 0 w 246"/>
                <a:gd name="T59" fmla="*/ 2 h 426"/>
                <a:gd name="T60" fmla="*/ 0 w 246"/>
                <a:gd name="T61" fmla="*/ 1 h 426"/>
                <a:gd name="T62" fmla="*/ 0 w 246"/>
                <a:gd name="T63" fmla="*/ 1 h 426"/>
                <a:gd name="T64" fmla="*/ 0 w 246"/>
                <a:gd name="T65" fmla="*/ 1 h 426"/>
                <a:gd name="T66" fmla="*/ 0 w 246"/>
                <a:gd name="T67" fmla="*/ 0 h 426"/>
                <a:gd name="T68" fmla="*/ 0 w 246"/>
                <a:gd name="T69" fmla="*/ 0 h 426"/>
                <a:gd name="T70" fmla="*/ 0 w 246"/>
                <a:gd name="T71" fmla="*/ 0 h 426"/>
                <a:gd name="T72" fmla="*/ 0 w 246"/>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0"/>
                  </a:moveTo>
                  <a:lnTo>
                    <a:pt x="0" y="0"/>
                  </a:lnTo>
                  <a:lnTo>
                    <a:pt x="1" y="42"/>
                  </a:lnTo>
                  <a:lnTo>
                    <a:pt x="4" y="86"/>
                  </a:lnTo>
                  <a:lnTo>
                    <a:pt x="10" y="126"/>
                  </a:lnTo>
                  <a:lnTo>
                    <a:pt x="18" y="164"/>
                  </a:lnTo>
                  <a:lnTo>
                    <a:pt x="29" y="202"/>
                  </a:lnTo>
                  <a:lnTo>
                    <a:pt x="41" y="237"/>
                  </a:lnTo>
                  <a:lnTo>
                    <a:pt x="55" y="269"/>
                  </a:lnTo>
                  <a:lnTo>
                    <a:pt x="71" y="300"/>
                  </a:lnTo>
                  <a:lnTo>
                    <a:pt x="89" y="327"/>
                  </a:lnTo>
                  <a:lnTo>
                    <a:pt x="107" y="352"/>
                  </a:lnTo>
                  <a:lnTo>
                    <a:pt x="127" y="374"/>
                  </a:lnTo>
                  <a:lnTo>
                    <a:pt x="150" y="392"/>
                  </a:lnTo>
                  <a:lnTo>
                    <a:pt x="171" y="407"/>
                  </a:lnTo>
                  <a:lnTo>
                    <a:pt x="195" y="418"/>
                  </a:lnTo>
                  <a:lnTo>
                    <a:pt x="220" y="423"/>
                  </a:lnTo>
                  <a:lnTo>
                    <a:pt x="246" y="426"/>
                  </a:lnTo>
                  <a:lnTo>
                    <a:pt x="246" y="414"/>
                  </a:lnTo>
                  <a:lnTo>
                    <a:pt x="222" y="412"/>
                  </a:lnTo>
                  <a:lnTo>
                    <a:pt x="200" y="406"/>
                  </a:lnTo>
                  <a:lnTo>
                    <a:pt x="178" y="395"/>
                  </a:lnTo>
                  <a:lnTo>
                    <a:pt x="157" y="382"/>
                  </a:lnTo>
                  <a:lnTo>
                    <a:pt x="137" y="365"/>
                  </a:lnTo>
                  <a:lnTo>
                    <a:pt x="117" y="345"/>
                  </a:lnTo>
                  <a:lnTo>
                    <a:pt x="98" y="320"/>
                  </a:lnTo>
                  <a:lnTo>
                    <a:pt x="83" y="293"/>
                  </a:lnTo>
                  <a:lnTo>
                    <a:pt x="66" y="264"/>
                  </a:lnTo>
                  <a:lnTo>
                    <a:pt x="52" y="232"/>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2933" name="Freeform 67"/>
            <p:cNvSpPr>
              <a:spLocks/>
            </p:cNvSpPr>
            <p:nvPr/>
          </p:nvSpPr>
          <p:spPr bwMode="auto">
            <a:xfrm>
              <a:off x="1335" y="1859"/>
              <a:ext cx="49" cy="84"/>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1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0" y="2"/>
                  </a:lnTo>
                  <a:lnTo>
                    <a:pt x="195" y="8"/>
                  </a:lnTo>
                  <a:lnTo>
                    <a:pt x="171" y="18"/>
                  </a:lnTo>
                  <a:lnTo>
                    <a:pt x="150" y="34"/>
                  </a:lnTo>
                  <a:lnTo>
                    <a:pt x="127" y="51"/>
                  </a:lnTo>
                  <a:lnTo>
                    <a:pt x="107" y="74"/>
                  </a:lnTo>
                  <a:lnTo>
                    <a:pt x="89" y="98"/>
                  </a:lnTo>
                  <a:lnTo>
                    <a:pt x="72" y="125"/>
                  </a:lnTo>
                  <a:lnTo>
                    <a:pt x="55" y="156"/>
                  </a:lnTo>
                  <a:lnTo>
                    <a:pt x="41" y="188"/>
                  </a:lnTo>
                  <a:lnTo>
                    <a:pt x="29" y="222"/>
                  </a:lnTo>
                  <a:lnTo>
                    <a:pt x="18" y="261"/>
                  </a:lnTo>
                  <a:lnTo>
                    <a:pt x="10" y="299"/>
                  </a:lnTo>
                  <a:lnTo>
                    <a:pt x="4" y="339"/>
                  </a:lnTo>
                  <a:lnTo>
                    <a:pt x="1" y="382"/>
                  </a:lnTo>
                  <a:lnTo>
                    <a:pt x="0" y="424"/>
                  </a:lnTo>
                  <a:lnTo>
                    <a:pt x="11" y="424"/>
                  </a:lnTo>
                  <a:lnTo>
                    <a:pt x="13" y="382"/>
                  </a:lnTo>
                  <a:lnTo>
                    <a:pt x="16" y="341"/>
                  </a:lnTo>
                  <a:lnTo>
                    <a:pt x="22" y="301"/>
                  </a:lnTo>
                  <a:lnTo>
                    <a:pt x="30" y="264"/>
                  </a:lnTo>
                  <a:lnTo>
                    <a:pt x="41" y="227"/>
                  </a:lnTo>
                  <a:lnTo>
                    <a:pt x="52" y="193"/>
                  </a:lnTo>
                  <a:lnTo>
                    <a:pt x="66" y="160"/>
                  </a:lnTo>
                  <a:lnTo>
                    <a:pt x="82" y="132"/>
                  </a:lnTo>
                  <a:lnTo>
                    <a:pt x="98" y="105"/>
                  </a:lnTo>
                  <a:lnTo>
                    <a:pt x="117" y="81"/>
                  </a:lnTo>
                  <a:lnTo>
                    <a:pt x="137" y="61"/>
                  </a:lnTo>
                  <a:lnTo>
                    <a:pt x="157" y="43"/>
                  </a:lnTo>
                  <a:lnTo>
                    <a:pt x="178" y="30"/>
                  </a:lnTo>
                  <a:lnTo>
                    <a:pt x="200" y="20"/>
                  </a:lnTo>
                  <a:lnTo>
                    <a:pt x="222" y="14"/>
                  </a:lnTo>
                  <a:lnTo>
                    <a:pt x="246" y="11"/>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2934" name="Freeform 68"/>
            <p:cNvSpPr>
              <a:spLocks/>
            </p:cNvSpPr>
            <p:nvPr/>
          </p:nvSpPr>
          <p:spPr bwMode="auto">
            <a:xfrm>
              <a:off x="1552" y="1751"/>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1" y="339"/>
                  </a:lnTo>
                  <a:lnTo>
                    <a:pt x="235" y="299"/>
                  </a:lnTo>
                  <a:lnTo>
                    <a:pt x="226" y="261"/>
                  </a:lnTo>
                  <a:lnTo>
                    <a:pt x="216" y="223"/>
                  </a:lnTo>
                  <a:lnTo>
                    <a:pt x="204" y="189"/>
                  </a:lnTo>
                  <a:lnTo>
                    <a:pt x="190" y="156"/>
                  </a:lnTo>
                  <a:lnTo>
                    <a:pt x="174" y="125"/>
                  </a:lnTo>
                  <a:lnTo>
                    <a:pt x="156" y="98"/>
                  </a:lnTo>
                  <a:lnTo>
                    <a:pt x="137" y="74"/>
                  </a:lnTo>
                  <a:lnTo>
                    <a:pt x="119" y="52"/>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8" y="81"/>
                  </a:lnTo>
                  <a:lnTo>
                    <a:pt x="147" y="105"/>
                  </a:lnTo>
                  <a:lnTo>
                    <a:pt x="164" y="132"/>
                  </a:lnTo>
                  <a:lnTo>
                    <a:pt x="178" y="161"/>
                  </a:lnTo>
                  <a:lnTo>
                    <a:pt x="193" y="193"/>
                  </a:lnTo>
                  <a:lnTo>
                    <a:pt x="204" y="227"/>
                  </a:lnTo>
                  <a:lnTo>
                    <a:pt x="215" y="264"/>
                  </a:lnTo>
                  <a:lnTo>
                    <a:pt x="223" y="301"/>
                  </a:lnTo>
                  <a:lnTo>
                    <a:pt x="229" y="341"/>
                  </a:lnTo>
                  <a:lnTo>
                    <a:pt x="232" y="382"/>
                  </a:lnTo>
                  <a:lnTo>
                    <a:pt x="234"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2935" name="Freeform 69"/>
            <p:cNvSpPr>
              <a:spLocks/>
            </p:cNvSpPr>
            <p:nvPr/>
          </p:nvSpPr>
          <p:spPr bwMode="auto">
            <a:xfrm>
              <a:off x="1552" y="1836"/>
              <a:ext cx="49" cy="85"/>
            </a:xfrm>
            <a:custGeom>
              <a:avLst/>
              <a:gdLst>
                <a:gd name="T0" fmla="*/ 0 w 245"/>
                <a:gd name="T1" fmla="*/ 3 h 425"/>
                <a:gd name="T2" fmla="*/ 0 w 245"/>
                <a:gd name="T3" fmla="*/ 3 h 425"/>
                <a:gd name="T4" fmla="*/ 0 w 245"/>
                <a:gd name="T5" fmla="*/ 3 h 425"/>
                <a:gd name="T6" fmla="*/ 0 w 245"/>
                <a:gd name="T7" fmla="*/ 3 h 425"/>
                <a:gd name="T8" fmla="*/ 1 w 245"/>
                <a:gd name="T9" fmla="*/ 3 h 425"/>
                <a:gd name="T10" fmla="*/ 1 w 245"/>
                <a:gd name="T11" fmla="*/ 3 h 425"/>
                <a:gd name="T12" fmla="*/ 1 w 245"/>
                <a:gd name="T13" fmla="*/ 3 h 425"/>
                <a:gd name="T14" fmla="*/ 1 w 245"/>
                <a:gd name="T15" fmla="*/ 3 h 425"/>
                <a:gd name="T16" fmla="*/ 1 w 245"/>
                <a:gd name="T17" fmla="*/ 3 h 425"/>
                <a:gd name="T18" fmla="*/ 1 w 245"/>
                <a:gd name="T19" fmla="*/ 2 h 425"/>
                <a:gd name="T20" fmla="*/ 2 w 245"/>
                <a:gd name="T21" fmla="*/ 2 h 425"/>
                <a:gd name="T22" fmla="*/ 2 w 245"/>
                <a:gd name="T23" fmla="*/ 2 h 425"/>
                <a:gd name="T24" fmla="*/ 2 w 245"/>
                <a:gd name="T25" fmla="*/ 2 h 425"/>
                <a:gd name="T26" fmla="*/ 2 w 245"/>
                <a:gd name="T27" fmla="*/ 1 h 425"/>
                <a:gd name="T28" fmla="*/ 2 w 245"/>
                <a:gd name="T29" fmla="*/ 1 h 425"/>
                <a:gd name="T30" fmla="*/ 2 w 245"/>
                <a:gd name="T31" fmla="*/ 1 h 425"/>
                <a:gd name="T32" fmla="*/ 2 w 245"/>
                <a:gd name="T33" fmla="*/ 0 h 425"/>
                <a:gd name="T34" fmla="*/ 2 w 245"/>
                <a:gd name="T35" fmla="*/ 0 h 425"/>
                <a:gd name="T36" fmla="*/ 2 w 245"/>
                <a:gd name="T37" fmla="*/ 0 h 425"/>
                <a:gd name="T38" fmla="*/ 2 w 245"/>
                <a:gd name="T39" fmla="*/ 0 h 425"/>
                <a:gd name="T40" fmla="*/ 2 w 245"/>
                <a:gd name="T41" fmla="*/ 1 h 425"/>
                <a:gd name="T42" fmla="*/ 2 w 245"/>
                <a:gd name="T43" fmla="*/ 1 h 425"/>
                <a:gd name="T44" fmla="*/ 2 w 245"/>
                <a:gd name="T45" fmla="*/ 1 h 425"/>
                <a:gd name="T46" fmla="*/ 2 w 245"/>
                <a:gd name="T47" fmla="*/ 2 h 425"/>
                <a:gd name="T48" fmla="*/ 2 w 245"/>
                <a:gd name="T49" fmla="*/ 2 h 425"/>
                <a:gd name="T50" fmla="*/ 1 w 245"/>
                <a:gd name="T51" fmla="*/ 2 h 425"/>
                <a:gd name="T52" fmla="*/ 1 w 245"/>
                <a:gd name="T53" fmla="*/ 2 h 425"/>
                <a:gd name="T54" fmla="*/ 1 w 245"/>
                <a:gd name="T55" fmla="*/ 3 h 425"/>
                <a:gd name="T56" fmla="*/ 1 w 245"/>
                <a:gd name="T57" fmla="*/ 3 h 425"/>
                <a:gd name="T58" fmla="*/ 1 w 245"/>
                <a:gd name="T59" fmla="*/ 3 h 425"/>
                <a:gd name="T60" fmla="*/ 1 w 245"/>
                <a:gd name="T61" fmla="*/ 3 h 425"/>
                <a:gd name="T62" fmla="*/ 1 w 245"/>
                <a:gd name="T63" fmla="*/ 3 h 425"/>
                <a:gd name="T64" fmla="*/ 0 w 245"/>
                <a:gd name="T65" fmla="*/ 3 h 425"/>
                <a:gd name="T66" fmla="*/ 0 w 245"/>
                <a:gd name="T67" fmla="*/ 3 h 425"/>
                <a:gd name="T68" fmla="*/ 0 w 245"/>
                <a:gd name="T69" fmla="*/ 3 h 425"/>
                <a:gd name="T70" fmla="*/ 0 w 245"/>
                <a:gd name="T71" fmla="*/ 3 h 425"/>
                <a:gd name="T72" fmla="*/ 0 w 245"/>
                <a:gd name="T73" fmla="*/ 3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5"/>
                <a:gd name="T113" fmla="*/ 245 w 245"/>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5">
                  <a:moveTo>
                    <a:pt x="0" y="425"/>
                  </a:moveTo>
                  <a:lnTo>
                    <a:pt x="0" y="425"/>
                  </a:lnTo>
                  <a:lnTo>
                    <a:pt x="26" y="422"/>
                  </a:lnTo>
                  <a:lnTo>
                    <a:pt x="51" y="417"/>
                  </a:lnTo>
                  <a:lnTo>
                    <a:pt x="74" y="406"/>
                  </a:lnTo>
                  <a:lnTo>
                    <a:pt x="96" y="391"/>
                  </a:lnTo>
                  <a:lnTo>
                    <a:pt x="119" y="373"/>
                  </a:lnTo>
                  <a:lnTo>
                    <a:pt x="137" y="351"/>
                  </a:lnTo>
                  <a:lnTo>
                    <a:pt x="156" y="326"/>
                  </a:lnTo>
                  <a:lnTo>
                    <a:pt x="174" y="299"/>
                  </a:lnTo>
                  <a:lnTo>
                    <a:pt x="190" y="269"/>
                  </a:lnTo>
                  <a:lnTo>
                    <a:pt x="204" y="236"/>
                  </a:lnTo>
                  <a:lnTo>
                    <a:pt x="216" y="202"/>
                  </a:lnTo>
                  <a:lnTo>
                    <a:pt x="226" y="163"/>
                  </a:lnTo>
                  <a:lnTo>
                    <a:pt x="235" y="126"/>
                  </a:lnTo>
                  <a:lnTo>
                    <a:pt x="241" y="86"/>
                  </a:lnTo>
                  <a:lnTo>
                    <a:pt x="244" y="43"/>
                  </a:lnTo>
                  <a:lnTo>
                    <a:pt x="245" y="0"/>
                  </a:lnTo>
                  <a:lnTo>
                    <a:pt x="234" y="0"/>
                  </a:lnTo>
                  <a:lnTo>
                    <a:pt x="232" y="43"/>
                  </a:lnTo>
                  <a:lnTo>
                    <a:pt x="229" y="84"/>
                  </a:lnTo>
                  <a:lnTo>
                    <a:pt x="223" y="123"/>
                  </a:lnTo>
                  <a:lnTo>
                    <a:pt x="215" y="161"/>
                  </a:lnTo>
                  <a:lnTo>
                    <a:pt x="204" y="197"/>
                  </a:lnTo>
                  <a:lnTo>
                    <a:pt x="193" y="231"/>
                  </a:lnTo>
                  <a:lnTo>
                    <a:pt x="178" y="264"/>
                  </a:lnTo>
                  <a:lnTo>
                    <a:pt x="164" y="292"/>
                  </a:lnTo>
                  <a:lnTo>
                    <a:pt x="147" y="319"/>
                  </a:lnTo>
                  <a:lnTo>
                    <a:pt x="128" y="344"/>
                  </a:lnTo>
                  <a:lnTo>
                    <a:pt x="109" y="364"/>
                  </a:lnTo>
                  <a:lnTo>
                    <a:pt x="89" y="381"/>
                  </a:lnTo>
                  <a:lnTo>
                    <a:pt x="67" y="394"/>
                  </a:lnTo>
                  <a:lnTo>
                    <a:pt x="46" y="405"/>
                  </a:lnTo>
                  <a:lnTo>
                    <a:pt x="24" y="411"/>
                  </a:lnTo>
                  <a:lnTo>
                    <a:pt x="0" y="413"/>
                  </a:lnTo>
                  <a:lnTo>
                    <a:pt x="0" y="425"/>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2936" name="Freeform 70"/>
            <p:cNvSpPr>
              <a:spLocks/>
            </p:cNvSpPr>
            <p:nvPr/>
          </p:nvSpPr>
          <p:spPr bwMode="auto">
            <a:xfrm>
              <a:off x="1502" y="1836"/>
              <a:ext cx="50" cy="85"/>
            </a:xfrm>
            <a:custGeom>
              <a:avLst/>
              <a:gdLst>
                <a:gd name="T0" fmla="*/ 0 w 246"/>
                <a:gd name="T1" fmla="*/ 0 h 425"/>
                <a:gd name="T2" fmla="*/ 0 w 246"/>
                <a:gd name="T3" fmla="*/ 0 h 425"/>
                <a:gd name="T4" fmla="*/ 0 w 246"/>
                <a:gd name="T5" fmla="*/ 0 h 425"/>
                <a:gd name="T6" fmla="*/ 0 w 246"/>
                <a:gd name="T7" fmla="*/ 1 h 425"/>
                <a:gd name="T8" fmla="*/ 0 w 246"/>
                <a:gd name="T9" fmla="*/ 1 h 425"/>
                <a:gd name="T10" fmla="*/ 0 w 246"/>
                <a:gd name="T11" fmla="*/ 1 h 425"/>
                <a:gd name="T12" fmla="*/ 0 w 246"/>
                <a:gd name="T13" fmla="*/ 2 h 425"/>
                <a:gd name="T14" fmla="*/ 0 w 246"/>
                <a:gd name="T15" fmla="*/ 2 h 425"/>
                <a:gd name="T16" fmla="*/ 0 w 246"/>
                <a:gd name="T17" fmla="*/ 2 h 425"/>
                <a:gd name="T18" fmla="*/ 1 w 246"/>
                <a:gd name="T19" fmla="*/ 2 h 425"/>
                <a:gd name="T20" fmla="*/ 1 w 246"/>
                <a:gd name="T21" fmla="*/ 3 h 425"/>
                <a:gd name="T22" fmla="*/ 1 w 246"/>
                <a:gd name="T23" fmla="*/ 3 h 425"/>
                <a:gd name="T24" fmla="*/ 1 w 246"/>
                <a:gd name="T25" fmla="*/ 3 h 425"/>
                <a:gd name="T26" fmla="*/ 1 w 246"/>
                <a:gd name="T27" fmla="*/ 3 h 425"/>
                <a:gd name="T28" fmla="*/ 1 w 246"/>
                <a:gd name="T29" fmla="*/ 3 h 425"/>
                <a:gd name="T30" fmla="*/ 2 w 246"/>
                <a:gd name="T31" fmla="*/ 3 h 425"/>
                <a:gd name="T32" fmla="*/ 2 w 246"/>
                <a:gd name="T33" fmla="*/ 3 h 425"/>
                <a:gd name="T34" fmla="*/ 2 w 246"/>
                <a:gd name="T35" fmla="*/ 3 h 425"/>
                <a:gd name="T36" fmla="*/ 2 w 246"/>
                <a:gd name="T37" fmla="*/ 3 h 425"/>
                <a:gd name="T38" fmla="*/ 2 w 246"/>
                <a:gd name="T39" fmla="*/ 3 h 425"/>
                <a:gd name="T40" fmla="*/ 2 w 246"/>
                <a:gd name="T41" fmla="*/ 3 h 425"/>
                <a:gd name="T42" fmla="*/ 1 w 246"/>
                <a:gd name="T43" fmla="*/ 3 h 425"/>
                <a:gd name="T44" fmla="*/ 1 w 246"/>
                <a:gd name="T45" fmla="*/ 3 h 425"/>
                <a:gd name="T46" fmla="*/ 1 w 246"/>
                <a:gd name="T47" fmla="*/ 3 h 425"/>
                <a:gd name="T48" fmla="*/ 1 w 246"/>
                <a:gd name="T49" fmla="*/ 3 h 425"/>
                <a:gd name="T50" fmla="*/ 1 w 246"/>
                <a:gd name="T51" fmla="*/ 3 h 425"/>
                <a:gd name="T52" fmla="*/ 1 w 246"/>
                <a:gd name="T53" fmla="*/ 2 h 425"/>
                <a:gd name="T54" fmla="*/ 1 w 246"/>
                <a:gd name="T55" fmla="*/ 2 h 425"/>
                <a:gd name="T56" fmla="*/ 0 w 246"/>
                <a:gd name="T57" fmla="*/ 2 h 425"/>
                <a:gd name="T58" fmla="*/ 0 w 246"/>
                <a:gd name="T59" fmla="*/ 2 h 425"/>
                <a:gd name="T60" fmla="*/ 0 w 246"/>
                <a:gd name="T61" fmla="*/ 1 h 425"/>
                <a:gd name="T62" fmla="*/ 0 w 246"/>
                <a:gd name="T63" fmla="*/ 1 h 425"/>
                <a:gd name="T64" fmla="*/ 0 w 246"/>
                <a:gd name="T65" fmla="*/ 1 h 425"/>
                <a:gd name="T66" fmla="*/ 0 w 246"/>
                <a:gd name="T67" fmla="*/ 0 h 425"/>
                <a:gd name="T68" fmla="*/ 0 w 246"/>
                <a:gd name="T69" fmla="*/ 0 h 425"/>
                <a:gd name="T70" fmla="*/ 0 w 246"/>
                <a:gd name="T71" fmla="*/ 0 h 425"/>
                <a:gd name="T72" fmla="*/ 0 w 246"/>
                <a:gd name="T73" fmla="*/ 0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5"/>
                <a:gd name="T113" fmla="*/ 246 w 246"/>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5">
                  <a:moveTo>
                    <a:pt x="0" y="0"/>
                  </a:moveTo>
                  <a:lnTo>
                    <a:pt x="0" y="0"/>
                  </a:lnTo>
                  <a:lnTo>
                    <a:pt x="2" y="43"/>
                  </a:lnTo>
                  <a:lnTo>
                    <a:pt x="5" y="86"/>
                  </a:lnTo>
                  <a:lnTo>
                    <a:pt x="11" y="126"/>
                  </a:lnTo>
                  <a:lnTo>
                    <a:pt x="19" y="163"/>
                  </a:lnTo>
                  <a:lnTo>
                    <a:pt x="30" y="202"/>
                  </a:lnTo>
                  <a:lnTo>
                    <a:pt x="41" y="236"/>
                  </a:lnTo>
                  <a:lnTo>
                    <a:pt x="55" y="269"/>
                  </a:lnTo>
                  <a:lnTo>
                    <a:pt x="73" y="299"/>
                  </a:lnTo>
                  <a:lnTo>
                    <a:pt x="89" y="326"/>
                  </a:lnTo>
                  <a:lnTo>
                    <a:pt x="108" y="351"/>
                  </a:lnTo>
                  <a:lnTo>
                    <a:pt x="128" y="373"/>
                  </a:lnTo>
                  <a:lnTo>
                    <a:pt x="150" y="391"/>
                  </a:lnTo>
                  <a:lnTo>
                    <a:pt x="171" y="406"/>
                  </a:lnTo>
                  <a:lnTo>
                    <a:pt x="196" y="417"/>
                  </a:lnTo>
                  <a:lnTo>
                    <a:pt x="221" y="422"/>
                  </a:lnTo>
                  <a:lnTo>
                    <a:pt x="246" y="425"/>
                  </a:lnTo>
                  <a:lnTo>
                    <a:pt x="246" y="413"/>
                  </a:lnTo>
                  <a:lnTo>
                    <a:pt x="223" y="411"/>
                  </a:lnTo>
                  <a:lnTo>
                    <a:pt x="201" y="405"/>
                  </a:lnTo>
                  <a:lnTo>
                    <a:pt x="178" y="394"/>
                  </a:lnTo>
                  <a:lnTo>
                    <a:pt x="157" y="381"/>
                  </a:lnTo>
                  <a:lnTo>
                    <a:pt x="137" y="364"/>
                  </a:lnTo>
                  <a:lnTo>
                    <a:pt x="117" y="344"/>
                  </a:lnTo>
                  <a:lnTo>
                    <a:pt x="99" y="319"/>
                  </a:lnTo>
                  <a:lnTo>
                    <a:pt x="82" y="292"/>
                  </a:lnTo>
                  <a:lnTo>
                    <a:pt x="67" y="264"/>
                  </a:lnTo>
                  <a:lnTo>
                    <a:pt x="53" y="231"/>
                  </a:lnTo>
                  <a:lnTo>
                    <a:pt x="41" y="197"/>
                  </a:lnTo>
                  <a:lnTo>
                    <a:pt x="31" y="161"/>
                  </a:lnTo>
                  <a:lnTo>
                    <a:pt x="23" y="123"/>
                  </a:lnTo>
                  <a:lnTo>
                    <a:pt x="17" y="84"/>
                  </a:lnTo>
                  <a:lnTo>
                    <a:pt x="13" y="4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2937" name="Freeform 71"/>
            <p:cNvSpPr>
              <a:spLocks/>
            </p:cNvSpPr>
            <p:nvPr/>
          </p:nvSpPr>
          <p:spPr bwMode="auto">
            <a:xfrm>
              <a:off x="1502" y="1751"/>
              <a:ext cx="50" cy="85"/>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2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1" y="2"/>
                  </a:lnTo>
                  <a:lnTo>
                    <a:pt x="196" y="8"/>
                  </a:lnTo>
                  <a:lnTo>
                    <a:pt x="171" y="19"/>
                  </a:lnTo>
                  <a:lnTo>
                    <a:pt x="150" y="34"/>
                  </a:lnTo>
                  <a:lnTo>
                    <a:pt x="128" y="52"/>
                  </a:lnTo>
                  <a:lnTo>
                    <a:pt x="108" y="74"/>
                  </a:lnTo>
                  <a:lnTo>
                    <a:pt x="89" y="98"/>
                  </a:lnTo>
                  <a:lnTo>
                    <a:pt x="73" y="125"/>
                  </a:lnTo>
                  <a:lnTo>
                    <a:pt x="55" y="156"/>
                  </a:lnTo>
                  <a:lnTo>
                    <a:pt x="41" y="189"/>
                  </a:lnTo>
                  <a:lnTo>
                    <a:pt x="30" y="223"/>
                  </a:lnTo>
                  <a:lnTo>
                    <a:pt x="19" y="261"/>
                  </a:lnTo>
                  <a:lnTo>
                    <a:pt x="11" y="299"/>
                  </a:lnTo>
                  <a:lnTo>
                    <a:pt x="5" y="339"/>
                  </a:lnTo>
                  <a:lnTo>
                    <a:pt x="2" y="382"/>
                  </a:lnTo>
                  <a:lnTo>
                    <a:pt x="0" y="424"/>
                  </a:lnTo>
                  <a:lnTo>
                    <a:pt x="12" y="424"/>
                  </a:lnTo>
                  <a:lnTo>
                    <a:pt x="13" y="382"/>
                  </a:lnTo>
                  <a:lnTo>
                    <a:pt x="17" y="341"/>
                  </a:lnTo>
                  <a:lnTo>
                    <a:pt x="23" y="301"/>
                  </a:lnTo>
                  <a:lnTo>
                    <a:pt x="31" y="264"/>
                  </a:lnTo>
                  <a:lnTo>
                    <a:pt x="41" y="227"/>
                  </a:lnTo>
                  <a:lnTo>
                    <a:pt x="53" y="193"/>
                  </a:lnTo>
                  <a:lnTo>
                    <a:pt x="67" y="161"/>
                  </a:lnTo>
                  <a:lnTo>
                    <a:pt x="82" y="132"/>
                  </a:lnTo>
                  <a:lnTo>
                    <a:pt x="99" y="105"/>
                  </a:lnTo>
                  <a:lnTo>
                    <a:pt x="117" y="81"/>
                  </a:lnTo>
                  <a:lnTo>
                    <a:pt x="137" y="61"/>
                  </a:lnTo>
                  <a:lnTo>
                    <a:pt x="157" y="43"/>
                  </a:lnTo>
                  <a:lnTo>
                    <a:pt x="178" y="30"/>
                  </a:lnTo>
                  <a:lnTo>
                    <a:pt x="201" y="20"/>
                  </a:lnTo>
                  <a:lnTo>
                    <a:pt x="223" y="14"/>
                  </a:lnTo>
                  <a:lnTo>
                    <a:pt x="246" y="12"/>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2938" name="Freeform 72"/>
            <p:cNvSpPr>
              <a:spLocks/>
            </p:cNvSpPr>
            <p:nvPr/>
          </p:nvSpPr>
          <p:spPr bwMode="auto">
            <a:xfrm>
              <a:off x="1565" y="2016"/>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0" y="339"/>
                  </a:lnTo>
                  <a:lnTo>
                    <a:pt x="234" y="299"/>
                  </a:lnTo>
                  <a:lnTo>
                    <a:pt x="226" y="261"/>
                  </a:lnTo>
                  <a:lnTo>
                    <a:pt x="216" y="223"/>
                  </a:lnTo>
                  <a:lnTo>
                    <a:pt x="204" y="189"/>
                  </a:lnTo>
                  <a:lnTo>
                    <a:pt x="190" y="156"/>
                  </a:lnTo>
                  <a:lnTo>
                    <a:pt x="174" y="125"/>
                  </a:lnTo>
                  <a:lnTo>
                    <a:pt x="156" y="98"/>
                  </a:lnTo>
                  <a:lnTo>
                    <a:pt x="138" y="74"/>
                  </a:lnTo>
                  <a:lnTo>
                    <a:pt x="118" y="51"/>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9" y="81"/>
                  </a:lnTo>
                  <a:lnTo>
                    <a:pt x="147" y="105"/>
                  </a:lnTo>
                  <a:lnTo>
                    <a:pt x="164" y="132"/>
                  </a:lnTo>
                  <a:lnTo>
                    <a:pt x="178" y="160"/>
                  </a:lnTo>
                  <a:lnTo>
                    <a:pt x="192" y="193"/>
                  </a:lnTo>
                  <a:lnTo>
                    <a:pt x="204" y="227"/>
                  </a:lnTo>
                  <a:lnTo>
                    <a:pt x="215" y="264"/>
                  </a:lnTo>
                  <a:lnTo>
                    <a:pt x="223" y="301"/>
                  </a:lnTo>
                  <a:lnTo>
                    <a:pt x="229"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2939" name="Freeform 73"/>
            <p:cNvSpPr>
              <a:spLocks/>
            </p:cNvSpPr>
            <p:nvPr/>
          </p:nvSpPr>
          <p:spPr bwMode="auto">
            <a:xfrm>
              <a:off x="1565" y="2101"/>
              <a:ext cx="49" cy="85"/>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6" y="423"/>
                  </a:lnTo>
                  <a:lnTo>
                    <a:pt x="51" y="418"/>
                  </a:lnTo>
                  <a:lnTo>
                    <a:pt x="74" y="407"/>
                  </a:lnTo>
                  <a:lnTo>
                    <a:pt x="96" y="392"/>
                  </a:lnTo>
                  <a:lnTo>
                    <a:pt x="118" y="373"/>
                  </a:lnTo>
                  <a:lnTo>
                    <a:pt x="138" y="351"/>
                  </a:lnTo>
                  <a:lnTo>
                    <a:pt x="156" y="327"/>
                  </a:lnTo>
                  <a:lnTo>
                    <a:pt x="175" y="299"/>
                  </a:lnTo>
                  <a:lnTo>
                    <a:pt x="190" y="269"/>
                  </a:lnTo>
                  <a:lnTo>
                    <a:pt x="204" y="236"/>
                  </a:lnTo>
                  <a:lnTo>
                    <a:pt x="216" y="202"/>
                  </a:lnTo>
                  <a:lnTo>
                    <a:pt x="226" y="164"/>
                  </a:lnTo>
                  <a:lnTo>
                    <a:pt x="234" y="126"/>
                  </a:lnTo>
                  <a:lnTo>
                    <a:pt x="240" y="86"/>
                  </a:lnTo>
                  <a:lnTo>
                    <a:pt x="244" y="42"/>
                  </a:lnTo>
                  <a:lnTo>
                    <a:pt x="245" y="0"/>
                  </a:lnTo>
                  <a:lnTo>
                    <a:pt x="233" y="0"/>
                  </a:lnTo>
                  <a:lnTo>
                    <a:pt x="232" y="42"/>
                  </a:lnTo>
                  <a:lnTo>
                    <a:pt x="229" y="83"/>
                  </a:lnTo>
                  <a:lnTo>
                    <a:pt x="223" y="123"/>
                  </a:lnTo>
                  <a:lnTo>
                    <a:pt x="215" y="162"/>
                  </a:lnTo>
                  <a:lnTo>
                    <a:pt x="204" y="197"/>
                  </a:lnTo>
                  <a:lnTo>
                    <a:pt x="192" y="231"/>
                  </a:lnTo>
                  <a:lnTo>
                    <a:pt x="178" y="264"/>
                  </a:lnTo>
                  <a:lnTo>
                    <a:pt x="163" y="292"/>
                  </a:lnTo>
                  <a:lnTo>
                    <a:pt x="147" y="320"/>
                  </a:lnTo>
                  <a:lnTo>
                    <a:pt x="129" y="344"/>
                  </a:lnTo>
                  <a:lnTo>
                    <a:pt x="109" y="364"/>
                  </a:lnTo>
                  <a:lnTo>
                    <a:pt x="89" y="382"/>
                  </a:lnTo>
                  <a:lnTo>
                    <a:pt x="67" y="395"/>
                  </a:lnTo>
                  <a:lnTo>
                    <a:pt x="46" y="406"/>
                  </a:lnTo>
                  <a:lnTo>
                    <a:pt x="24"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2940" name="Freeform 74"/>
            <p:cNvSpPr>
              <a:spLocks/>
            </p:cNvSpPr>
            <p:nvPr/>
          </p:nvSpPr>
          <p:spPr bwMode="auto">
            <a:xfrm>
              <a:off x="1516" y="2101"/>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5" y="86"/>
                  </a:lnTo>
                  <a:lnTo>
                    <a:pt x="11" y="126"/>
                  </a:lnTo>
                  <a:lnTo>
                    <a:pt x="19" y="164"/>
                  </a:lnTo>
                  <a:lnTo>
                    <a:pt x="30" y="202"/>
                  </a:lnTo>
                  <a:lnTo>
                    <a:pt x="41" y="236"/>
                  </a:lnTo>
                  <a:lnTo>
                    <a:pt x="55" y="269"/>
                  </a:lnTo>
                  <a:lnTo>
                    <a:pt x="71" y="299"/>
                  </a:lnTo>
                  <a:lnTo>
                    <a:pt x="89" y="327"/>
                  </a:lnTo>
                  <a:lnTo>
                    <a:pt x="107" y="351"/>
                  </a:lnTo>
                  <a:lnTo>
                    <a:pt x="127" y="373"/>
                  </a:lnTo>
                  <a:lnTo>
                    <a:pt x="149" y="392"/>
                  </a:lnTo>
                  <a:lnTo>
                    <a:pt x="171" y="407"/>
                  </a:lnTo>
                  <a:lnTo>
                    <a:pt x="195" y="418"/>
                  </a:lnTo>
                  <a:lnTo>
                    <a:pt x="219" y="423"/>
                  </a:lnTo>
                  <a:lnTo>
                    <a:pt x="245" y="426"/>
                  </a:lnTo>
                  <a:lnTo>
                    <a:pt x="245" y="414"/>
                  </a:lnTo>
                  <a:lnTo>
                    <a:pt x="222" y="412"/>
                  </a:lnTo>
                  <a:lnTo>
                    <a:pt x="199" y="406"/>
                  </a:lnTo>
                  <a:lnTo>
                    <a:pt x="178" y="395"/>
                  </a:lnTo>
                  <a:lnTo>
                    <a:pt x="156" y="382"/>
                  </a:lnTo>
                  <a:lnTo>
                    <a:pt x="136" y="364"/>
                  </a:lnTo>
                  <a:lnTo>
                    <a:pt x="116" y="344"/>
                  </a:lnTo>
                  <a:lnTo>
                    <a:pt x="99" y="320"/>
                  </a:lnTo>
                  <a:lnTo>
                    <a:pt x="82" y="292"/>
                  </a:lnTo>
                  <a:lnTo>
                    <a:pt x="67" y="264"/>
                  </a:lnTo>
                  <a:lnTo>
                    <a:pt x="53" y="231"/>
                  </a:lnTo>
                  <a:lnTo>
                    <a:pt x="41" y="197"/>
                  </a:lnTo>
                  <a:lnTo>
                    <a:pt x="31" y="162"/>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2941" name="Freeform 75"/>
            <p:cNvSpPr>
              <a:spLocks/>
            </p:cNvSpPr>
            <p:nvPr/>
          </p:nvSpPr>
          <p:spPr bwMode="auto">
            <a:xfrm>
              <a:off x="1516" y="2016"/>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5" y="8"/>
                  </a:lnTo>
                  <a:lnTo>
                    <a:pt x="171" y="19"/>
                  </a:lnTo>
                  <a:lnTo>
                    <a:pt x="149" y="34"/>
                  </a:lnTo>
                  <a:lnTo>
                    <a:pt x="127" y="51"/>
                  </a:lnTo>
                  <a:lnTo>
                    <a:pt x="107" y="74"/>
                  </a:lnTo>
                  <a:lnTo>
                    <a:pt x="89" y="98"/>
                  </a:lnTo>
                  <a:lnTo>
                    <a:pt x="72" y="125"/>
                  </a:lnTo>
                  <a:lnTo>
                    <a:pt x="55" y="156"/>
                  </a:lnTo>
                  <a:lnTo>
                    <a:pt x="41" y="189"/>
                  </a:lnTo>
                  <a:lnTo>
                    <a:pt x="30" y="223"/>
                  </a:lnTo>
                  <a:lnTo>
                    <a:pt x="19" y="261"/>
                  </a:lnTo>
                  <a:lnTo>
                    <a:pt x="11" y="299"/>
                  </a:lnTo>
                  <a:lnTo>
                    <a:pt x="5" y="339"/>
                  </a:lnTo>
                  <a:lnTo>
                    <a:pt x="1" y="382"/>
                  </a:lnTo>
                  <a:lnTo>
                    <a:pt x="0" y="424"/>
                  </a:lnTo>
                  <a:lnTo>
                    <a:pt x="12" y="424"/>
                  </a:lnTo>
                  <a:lnTo>
                    <a:pt x="13" y="382"/>
                  </a:lnTo>
                  <a:lnTo>
                    <a:pt x="17" y="341"/>
                  </a:lnTo>
                  <a:lnTo>
                    <a:pt x="23" y="301"/>
                  </a:lnTo>
                  <a:lnTo>
                    <a:pt x="31" y="264"/>
                  </a:lnTo>
                  <a:lnTo>
                    <a:pt x="41" y="227"/>
                  </a:lnTo>
                  <a:lnTo>
                    <a:pt x="53" y="193"/>
                  </a:lnTo>
                  <a:lnTo>
                    <a:pt x="67" y="160"/>
                  </a:lnTo>
                  <a:lnTo>
                    <a:pt x="81" y="132"/>
                  </a:lnTo>
                  <a:lnTo>
                    <a:pt x="99" y="105"/>
                  </a:lnTo>
                  <a:lnTo>
                    <a:pt x="116" y="81"/>
                  </a:lnTo>
                  <a:lnTo>
                    <a:pt x="136" y="61"/>
                  </a:lnTo>
                  <a:lnTo>
                    <a:pt x="156" y="43"/>
                  </a:lnTo>
                  <a:lnTo>
                    <a:pt x="178" y="30"/>
                  </a:lnTo>
                  <a:lnTo>
                    <a:pt x="199" y="20"/>
                  </a:lnTo>
                  <a:lnTo>
                    <a:pt x="222"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sp>
        <p:nvSpPr>
          <p:cNvPr id="122888" name="Rectangle 77"/>
          <p:cNvSpPr>
            <a:spLocks noChangeArrowheads="1"/>
          </p:cNvSpPr>
          <p:nvPr/>
        </p:nvSpPr>
        <p:spPr bwMode="auto">
          <a:xfrm>
            <a:off x="611188" y="0"/>
            <a:ext cx="6388100" cy="6477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3000"/>
              <a:t>Sem. 2 - Mercredi</a:t>
            </a:r>
          </a:p>
        </p:txBody>
      </p:sp>
      <p:sp>
        <p:nvSpPr>
          <p:cNvPr id="122889" name="Text Box 78"/>
          <p:cNvSpPr txBox="1">
            <a:spLocks noChangeArrowheads="1"/>
          </p:cNvSpPr>
          <p:nvPr/>
        </p:nvSpPr>
        <p:spPr bwMode="auto">
          <a:xfrm>
            <a:off x="566738" y="2697163"/>
            <a:ext cx="3217862"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2. Pas de commandes</a:t>
            </a:r>
          </a:p>
        </p:txBody>
      </p:sp>
      <p:sp>
        <p:nvSpPr>
          <p:cNvPr id="122890" name="Text Box 79"/>
          <p:cNvSpPr txBox="1">
            <a:spLocks noChangeArrowheads="1"/>
          </p:cNvSpPr>
          <p:nvPr/>
        </p:nvSpPr>
        <p:spPr bwMode="auto">
          <a:xfrm>
            <a:off x="566738" y="5211763"/>
            <a:ext cx="6543675" cy="4429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eaLnBrk="1" hangingPunct="1">
              <a:spcBef>
                <a:spcPct val="0"/>
              </a:spcBef>
              <a:buFontTx/>
              <a:buNone/>
            </a:pPr>
            <a:r>
              <a:rPr lang="fr-FR" altLang="fr-FR" sz="2300"/>
              <a:t>4. Pointez la production sur votre feuille de suivi</a:t>
            </a:r>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23906" name="Group 2"/>
          <p:cNvGrpSpPr>
            <a:grpSpLocks/>
          </p:cNvGrpSpPr>
          <p:nvPr/>
        </p:nvGrpSpPr>
        <p:grpSpPr bwMode="auto">
          <a:xfrm>
            <a:off x="7073900" y="215900"/>
            <a:ext cx="1878013" cy="1250950"/>
            <a:chOff x="4456" y="136"/>
            <a:chExt cx="1183" cy="788"/>
          </a:xfrm>
        </p:grpSpPr>
        <p:grpSp>
          <p:nvGrpSpPr>
            <p:cNvPr id="123966" name="Group 3"/>
            <p:cNvGrpSpPr>
              <a:grpSpLocks/>
            </p:cNvGrpSpPr>
            <p:nvPr/>
          </p:nvGrpSpPr>
          <p:grpSpPr bwMode="auto">
            <a:xfrm>
              <a:off x="4766" y="232"/>
              <a:ext cx="873" cy="692"/>
              <a:chOff x="2185" y="310"/>
              <a:chExt cx="873" cy="692"/>
            </a:xfrm>
          </p:grpSpPr>
          <p:sp>
            <p:nvSpPr>
              <p:cNvPr id="123977" name="Freeform 4"/>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accent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3978" name="Freeform 5"/>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3979" name="Freeform 6"/>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3980" name="Freeform 7"/>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3981" name="Freeform 8"/>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3982" name="Freeform 9"/>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3983" name="Freeform 10"/>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grpSp>
          <p:nvGrpSpPr>
            <p:cNvPr id="123967" name="Group 11"/>
            <p:cNvGrpSpPr>
              <a:grpSpLocks/>
            </p:cNvGrpSpPr>
            <p:nvPr/>
          </p:nvGrpSpPr>
          <p:grpSpPr bwMode="auto">
            <a:xfrm>
              <a:off x="4949" y="336"/>
              <a:ext cx="591" cy="468"/>
              <a:chOff x="2185" y="310"/>
              <a:chExt cx="873" cy="692"/>
            </a:xfrm>
          </p:grpSpPr>
          <p:sp>
            <p:nvSpPr>
              <p:cNvPr id="123970" name="Freeform 12"/>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3971" name="Freeform 13"/>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3972" name="Freeform 14"/>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3973" name="Freeform 15"/>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3974" name="Freeform 16"/>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3975" name="Freeform 17"/>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3976" name="Freeform 18"/>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pic>
          <p:nvPicPr>
            <p:cNvPr id="123968" name="Picture 19"/>
            <p:cNvPicPr>
              <a:picLocks noChangeAspect="1" noChangeArrowheads="1"/>
            </p:cNvPicPr>
            <p:nvPr/>
          </p:nvPicPr>
          <p:blipFill>
            <a:blip r:embed="rId3" cstate="print">
              <a:extLst>
                <a:ext uri="{28A0092B-C50C-407E-A947-70E740481C1C}">
                  <a14:useLocalDpi xmlns:a14="http://schemas.microsoft.com/office/drawing/2010/main" val="0"/>
                </a:ext>
              </a:extLst>
            </a:blip>
            <a:srcRect l="-4282" t="-4369" r="-5199" b="-12012"/>
            <a:stretch>
              <a:fillRect/>
            </a:stretch>
          </p:blipFill>
          <p:spPr bwMode="auto">
            <a:xfrm>
              <a:off x="4456" y="136"/>
              <a:ext cx="480" cy="5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23969" name="Text Box 20"/>
            <p:cNvSpPr txBox="1">
              <a:spLocks noChangeArrowheads="1"/>
            </p:cNvSpPr>
            <p:nvPr/>
          </p:nvSpPr>
          <p:spPr bwMode="auto">
            <a:xfrm>
              <a:off x="4946" y="314"/>
              <a:ext cx="596" cy="49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4500" b="1">
                  <a:solidFill>
                    <a:srgbClr val="FF0000"/>
                  </a:solidFill>
                  <a:latin typeface="Arial Black" pitchFamily="34" charset="0"/>
                </a:rPr>
                <a:t>22</a:t>
              </a:r>
              <a:endParaRPr lang="fr-FR" altLang="fr-FR" sz="3200">
                <a:solidFill>
                  <a:schemeClr val="tx1"/>
                </a:solidFill>
                <a:latin typeface="Arial Black" pitchFamily="34" charset="0"/>
              </a:endParaRPr>
            </a:p>
          </p:txBody>
        </p:sp>
      </p:grpSp>
      <p:sp>
        <p:nvSpPr>
          <p:cNvPr id="123908" name="Text Box 22"/>
          <p:cNvSpPr txBox="1">
            <a:spLocks noChangeArrowheads="1"/>
          </p:cNvSpPr>
          <p:nvPr/>
        </p:nvSpPr>
        <p:spPr bwMode="auto">
          <a:xfrm>
            <a:off x="566738" y="1363663"/>
            <a:ext cx="1946275"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1. Tirez le dé</a:t>
            </a:r>
          </a:p>
        </p:txBody>
      </p:sp>
      <p:sp>
        <p:nvSpPr>
          <p:cNvPr id="123909" name="Text Box 23"/>
          <p:cNvSpPr txBox="1">
            <a:spLocks noChangeArrowheads="1"/>
          </p:cNvSpPr>
          <p:nvPr/>
        </p:nvSpPr>
        <p:spPr bwMode="auto">
          <a:xfrm>
            <a:off x="566738" y="3935413"/>
            <a:ext cx="18796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3. Produisez</a:t>
            </a:r>
          </a:p>
        </p:txBody>
      </p:sp>
      <p:grpSp>
        <p:nvGrpSpPr>
          <p:cNvPr id="123910" name="Group 24"/>
          <p:cNvGrpSpPr>
            <a:grpSpLocks/>
          </p:cNvGrpSpPr>
          <p:nvPr/>
        </p:nvGrpSpPr>
        <p:grpSpPr bwMode="auto">
          <a:xfrm>
            <a:off x="2986088" y="1306513"/>
            <a:ext cx="446087" cy="534987"/>
            <a:chOff x="868" y="1439"/>
            <a:chExt cx="811" cy="972"/>
          </a:xfrm>
        </p:grpSpPr>
        <p:sp>
          <p:nvSpPr>
            <p:cNvPr id="123915" name="Freeform 25"/>
            <p:cNvSpPr>
              <a:spLocks/>
            </p:cNvSpPr>
            <p:nvPr/>
          </p:nvSpPr>
          <p:spPr bwMode="auto">
            <a:xfrm>
              <a:off x="1548" y="2014"/>
              <a:ext cx="123" cy="100"/>
            </a:xfrm>
            <a:custGeom>
              <a:avLst/>
              <a:gdLst>
                <a:gd name="T0" fmla="*/ 5 w 618"/>
                <a:gd name="T1" fmla="*/ 0 h 502"/>
                <a:gd name="T2" fmla="*/ 5 w 618"/>
                <a:gd name="T3" fmla="*/ 0 h 502"/>
                <a:gd name="T4" fmla="*/ 0 w 618"/>
                <a:gd name="T5" fmla="*/ 4 h 502"/>
                <a:gd name="T6" fmla="*/ 0 w 618"/>
                <a:gd name="T7" fmla="*/ 4 h 502"/>
                <a:gd name="T8" fmla="*/ 5 w 618"/>
                <a:gd name="T9" fmla="*/ 0 h 502"/>
                <a:gd name="T10" fmla="*/ 5 w 618"/>
                <a:gd name="T11" fmla="*/ 0 h 502"/>
                <a:gd name="T12" fmla="*/ 5 w 618"/>
                <a:gd name="T13" fmla="*/ 0 h 502"/>
                <a:gd name="T14" fmla="*/ 5 w 618"/>
                <a:gd name="T15" fmla="*/ 0 h 502"/>
                <a:gd name="T16" fmla="*/ 5 w 618"/>
                <a:gd name="T17" fmla="*/ 0 h 502"/>
                <a:gd name="T18" fmla="*/ 5 w 618"/>
                <a:gd name="T19" fmla="*/ 0 h 502"/>
                <a:gd name="T20" fmla="*/ 5 w 618"/>
                <a:gd name="T21" fmla="*/ 0 h 502"/>
                <a:gd name="T22" fmla="*/ 5 w 618"/>
                <a:gd name="T23" fmla="*/ 0 h 502"/>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618"/>
                <a:gd name="T37" fmla="*/ 0 h 502"/>
                <a:gd name="T38" fmla="*/ 618 w 618"/>
                <a:gd name="T39" fmla="*/ 502 h 502"/>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618" h="502">
                  <a:moveTo>
                    <a:pt x="611" y="0"/>
                  </a:moveTo>
                  <a:lnTo>
                    <a:pt x="606" y="2"/>
                  </a:lnTo>
                  <a:lnTo>
                    <a:pt x="0" y="490"/>
                  </a:lnTo>
                  <a:lnTo>
                    <a:pt x="10" y="502"/>
                  </a:lnTo>
                  <a:lnTo>
                    <a:pt x="616" y="14"/>
                  </a:lnTo>
                  <a:lnTo>
                    <a:pt x="611" y="16"/>
                  </a:lnTo>
                  <a:lnTo>
                    <a:pt x="616" y="14"/>
                  </a:lnTo>
                  <a:lnTo>
                    <a:pt x="618" y="9"/>
                  </a:lnTo>
                  <a:lnTo>
                    <a:pt x="617" y="3"/>
                  </a:lnTo>
                  <a:lnTo>
                    <a:pt x="612" y="1"/>
                  </a:lnTo>
                  <a:lnTo>
                    <a:pt x="606" y="2"/>
                  </a:lnTo>
                  <a:lnTo>
                    <a:pt x="611"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3916" name="Freeform 26"/>
            <p:cNvSpPr>
              <a:spLocks/>
            </p:cNvSpPr>
            <p:nvPr/>
          </p:nvSpPr>
          <p:spPr bwMode="auto">
            <a:xfrm>
              <a:off x="876" y="1852"/>
              <a:ext cx="82" cy="373"/>
            </a:xfrm>
            <a:custGeom>
              <a:avLst/>
              <a:gdLst>
                <a:gd name="T0" fmla="*/ 3 w 413"/>
                <a:gd name="T1" fmla="*/ 15 h 1865"/>
                <a:gd name="T2" fmla="*/ 3 w 413"/>
                <a:gd name="T3" fmla="*/ 15 h 1865"/>
                <a:gd name="T4" fmla="*/ 0 w 413"/>
                <a:gd name="T5" fmla="*/ 0 h 1865"/>
                <a:gd name="T6" fmla="*/ 0 w 413"/>
                <a:gd name="T7" fmla="*/ 0 h 1865"/>
                <a:gd name="T8" fmla="*/ 3 w 413"/>
                <a:gd name="T9" fmla="*/ 15 h 1865"/>
                <a:gd name="T10" fmla="*/ 3 w 413"/>
                <a:gd name="T11" fmla="*/ 15 h 1865"/>
                <a:gd name="T12" fmla="*/ 3 w 413"/>
                <a:gd name="T13" fmla="*/ 15 h 1865"/>
                <a:gd name="T14" fmla="*/ 3 w 413"/>
                <a:gd name="T15" fmla="*/ 15 h 1865"/>
                <a:gd name="T16" fmla="*/ 3 w 413"/>
                <a:gd name="T17" fmla="*/ 15 h 1865"/>
                <a:gd name="T18" fmla="*/ 3 w 413"/>
                <a:gd name="T19" fmla="*/ 15 h 1865"/>
                <a:gd name="T20" fmla="*/ 3 w 413"/>
                <a:gd name="T21" fmla="*/ 15 h 1865"/>
                <a:gd name="T22" fmla="*/ 3 w 413"/>
                <a:gd name="T23" fmla="*/ 15 h 186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413"/>
                <a:gd name="T37" fmla="*/ 0 h 1865"/>
                <a:gd name="T38" fmla="*/ 413 w 413"/>
                <a:gd name="T39" fmla="*/ 1865 h 1865"/>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413" h="1865">
                  <a:moveTo>
                    <a:pt x="400" y="1864"/>
                  </a:moveTo>
                  <a:lnTo>
                    <a:pt x="413" y="1856"/>
                  </a:lnTo>
                  <a:lnTo>
                    <a:pt x="17" y="0"/>
                  </a:lnTo>
                  <a:lnTo>
                    <a:pt x="0" y="2"/>
                  </a:lnTo>
                  <a:lnTo>
                    <a:pt x="396" y="1858"/>
                  </a:lnTo>
                  <a:lnTo>
                    <a:pt x="409" y="1850"/>
                  </a:lnTo>
                  <a:lnTo>
                    <a:pt x="396" y="1858"/>
                  </a:lnTo>
                  <a:lnTo>
                    <a:pt x="400" y="1864"/>
                  </a:lnTo>
                  <a:lnTo>
                    <a:pt x="406" y="1865"/>
                  </a:lnTo>
                  <a:lnTo>
                    <a:pt x="410" y="1862"/>
                  </a:lnTo>
                  <a:lnTo>
                    <a:pt x="413" y="1856"/>
                  </a:lnTo>
                  <a:lnTo>
                    <a:pt x="400" y="186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3917" name="Freeform 27"/>
            <p:cNvSpPr>
              <a:spLocks/>
            </p:cNvSpPr>
            <p:nvPr/>
          </p:nvSpPr>
          <p:spPr bwMode="auto">
            <a:xfrm>
              <a:off x="1282" y="1533"/>
              <a:ext cx="35" cy="161"/>
            </a:xfrm>
            <a:custGeom>
              <a:avLst/>
              <a:gdLst>
                <a:gd name="T0" fmla="*/ 1 w 175"/>
                <a:gd name="T1" fmla="*/ 6 h 807"/>
                <a:gd name="T2" fmla="*/ 1 w 175"/>
                <a:gd name="T3" fmla="*/ 6 h 807"/>
                <a:gd name="T4" fmla="*/ 1 w 175"/>
                <a:gd name="T5" fmla="*/ 6 h 807"/>
                <a:gd name="T6" fmla="*/ 1 w 175"/>
                <a:gd name="T7" fmla="*/ 5 h 807"/>
                <a:gd name="T8" fmla="*/ 1 w 175"/>
                <a:gd name="T9" fmla="*/ 5 h 807"/>
                <a:gd name="T10" fmla="*/ 1 w 175"/>
                <a:gd name="T11" fmla="*/ 5 h 807"/>
                <a:gd name="T12" fmla="*/ 1 w 175"/>
                <a:gd name="T13" fmla="*/ 4 h 807"/>
                <a:gd name="T14" fmla="*/ 1 w 175"/>
                <a:gd name="T15" fmla="*/ 4 h 807"/>
                <a:gd name="T16" fmla="*/ 1 w 175"/>
                <a:gd name="T17" fmla="*/ 3 h 807"/>
                <a:gd name="T18" fmla="*/ 1 w 175"/>
                <a:gd name="T19" fmla="*/ 3 h 807"/>
                <a:gd name="T20" fmla="*/ 1 w 175"/>
                <a:gd name="T21" fmla="*/ 3 h 807"/>
                <a:gd name="T22" fmla="*/ 1 w 175"/>
                <a:gd name="T23" fmla="*/ 2 h 807"/>
                <a:gd name="T24" fmla="*/ 1 w 175"/>
                <a:gd name="T25" fmla="*/ 2 h 807"/>
                <a:gd name="T26" fmla="*/ 1 w 175"/>
                <a:gd name="T27" fmla="*/ 2 h 807"/>
                <a:gd name="T28" fmla="*/ 1 w 175"/>
                <a:gd name="T29" fmla="*/ 1 h 807"/>
                <a:gd name="T30" fmla="*/ 1 w 175"/>
                <a:gd name="T31" fmla="*/ 1 h 807"/>
                <a:gd name="T32" fmla="*/ 1 w 175"/>
                <a:gd name="T33" fmla="*/ 1 h 807"/>
                <a:gd name="T34" fmla="*/ 1 w 175"/>
                <a:gd name="T35" fmla="*/ 0 h 807"/>
                <a:gd name="T36" fmla="*/ 1 w 175"/>
                <a:gd name="T37" fmla="*/ 0 h 807"/>
                <a:gd name="T38" fmla="*/ 1 w 175"/>
                <a:gd name="T39" fmla="*/ 0 h 807"/>
                <a:gd name="T40" fmla="*/ 0 w 175"/>
                <a:gd name="T41" fmla="*/ 1 h 807"/>
                <a:gd name="T42" fmla="*/ 0 w 175"/>
                <a:gd name="T43" fmla="*/ 1 h 807"/>
                <a:gd name="T44" fmla="*/ 0 w 175"/>
                <a:gd name="T45" fmla="*/ 1 h 807"/>
                <a:gd name="T46" fmla="*/ 0 w 175"/>
                <a:gd name="T47" fmla="*/ 2 h 807"/>
                <a:gd name="T48" fmla="*/ 0 w 175"/>
                <a:gd name="T49" fmla="*/ 2 h 807"/>
                <a:gd name="T50" fmla="*/ 0 w 175"/>
                <a:gd name="T51" fmla="*/ 3 h 807"/>
                <a:gd name="T52" fmla="*/ 0 w 175"/>
                <a:gd name="T53" fmla="*/ 3 h 807"/>
                <a:gd name="T54" fmla="*/ 0 w 175"/>
                <a:gd name="T55" fmla="*/ 3 h 807"/>
                <a:gd name="T56" fmla="*/ 0 w 175"/>
                <a:gd name="T57" fmla="*/ 4 h 807"/>
                <a:gd name="T58" fmla="*/ 0 w 175"/>
                <a:gd name="T59" fmla="*/ 4 h 807"/>
                <a:gd name="T60" fmla="*/ 0 w 175"/>
                <a:gd name="T61" fmla="*/ 5 h 807"/>
                <a:gd name="T62" fmla="*/ 0 w 175"/>
                <a:gd name="T63" fmla="*/ 5 h 807"/>
                <a:gd name="T64" fmla="*/ 0 w 175"/>
                <a:gd name="T65" fmla="*/ 5 h 807"/>
                <a:gd name="T66" fmla="*/ 1 w 175"/>
                <a:gd name="T67" fmla="*/ 6 h 807"/>
                <a:gd name="T68" fmla="*/ 1 w 175"/>
                <a:gd name="T69" fmla="*/ 6 h 807"/>
                <a:gd name="T70" fmla="*/ 1 w 175"/>
                <a:gd name="T71" fmla="*/ 6 h 807"/>
                <a:gd name="T72" fmla="*/ 1 w 175"/>
                <a:gd name="T73" fmla="*/ 6 h 807"/>
                <a:gd name="T74" fmla="*/ 1 w 175"/>
                <a:gd name="T75" fmla="*/ 6 h 807"/>
                <a:gd name="T76" fmla="*/ 1 w 175"/>
                <a:gd name="T77" fmla="*/ 6 h 807"/>
                <a:gd name="T78" fmla="*/ 1 w 175"/>
                <a:gd name="T79" fmla="*/ 6 h 807"/>
                <a:gd name="T80" fmla="*/ 1 w 175"/>
                <a:gd name="T81" fmla="*/ 6 h 807"/>
                <a:gd name="T82" fmla="*/ 1 w 175"/>
                <a:gd name="T83" fmla="*/ 6 h 807"/>
                <a:gd name="T84" fmla="*/ 1 w 175"/>
                <a:gd name="T85" fmla="*/ 6 h 807"/>
                <a:gd name="T86" fmla="*/ 1 w 175"/>
                <a:gd name="T87" fmla="*/ 6 h 807"/>
                <a:gd name="T88" fmla="*/ 1 w 175"/>
                <a:gd name="T89" fmla="*/ 6 h 807"/>
                <a:gd name="T90" fmla="*/ 1 w 175"/>
                <a:gd name="T91" fmla="*/ 6 h 80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175"/>
                <a:gd name="T139" fmla="*/ 0 h 807"/>
                <a:gd name="T140" fmla="*/ 175 w 175"/>
                <a:gd name="T141" fmla="*/ 807 h 80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175" h="807">
                  <a:moveTo>
                    <a:pt x="169" y="740"/>
                  </a:moveTo>
                  <a:lnTo>
                    <a:pt x="169" y="739"/>
                  </a:lnTo>
                  <a:lnTo>
                    <a:pt x="149" y="698"/>
                  </a:lnTo>
                  <a:lnTo>
                    <a:pt x="133" y="656"/>
                  </a:lnTo>
                  <a:lnTo>
                    <a:pt x="120" y="611"/>
                  </a:lnTo>
                  <a:lnTo>
                    <a:pt x="108" y="565"/>
                  </a:lnTo>
                  <a:lnTo>
                    <a:pt x="100" y="520"/>
                  </a:lnTo>
                  <a:lnTo>
                    <a:pt x="96" y="472"/>
                  </a:lnTo>
                  <a:lnTo>
                    <a:pt x="93" y="425"/>
                  </a:lnTo>
                  <a:lnTo>
                    <a:pt x="93" y="377"/>
                  </a:lnTo>
                  <a:lnTo>
                    <a:pt x="96" y="330"/>
                  </a:lnTo>
                  <a:lnTo>
                    <a:pt x="100" y="283"/>
                  </a:lnTo>
                  <a:lnTo>
                    <a:pt x="106" y="238"/>
                  </a:lnTo>
                  <a:lnTo>
                    <a:pt x="115" y="195"/>
                  </a:lnTo>
                  <a:lnTo>
                    <a:pt x="126" y="153"/>
                  </a:lnTo>
                  <a:lnTo>
                    <a:pt x="139" y="114"/>
                  </a:lnTo>
                  <a:lnTo>
                    <a:pt x="153" y="77"/>
                  </a:lnTo>
                  <a:lnTo>
                    <a:pt x="169" y="43"/>
                  </a:lnTo>
                  <a:lnTo>
                    <a:pt x="87" y="0"/>
                  </a:lnTo>
                  <a:lnTo>
                    <a:pt x="69" y="39"/>
                  </a:lnTo>
                  <a:lnTo>
                    <a:pt x="52" y="81"/>
                  </a:lnTo>
                  <a:lnTo>
                    <a:pt x="37" y="127"/>
                  </a:lnTo>
                  <a:lnTo>
                    <a:pt x="24" y="174"/>
                  </a:lnTo>
                  <a:lnTo>
                    <a:pt x="15" y="222"/>
                  </a:lnTo>
                  <a:lnTo>
                    <a:pt x="7" y="271"/>
                  </a:lnTo>
                  <a:lnTo>
                    <a:pt x="2" y="323"/>
                  </a:lnTo>
                  <a:lnTo>
                    <a:pt x="0" y="374"/>
                  </a:lnTo>
                  <a:lnTo>
                    <a:pt x="0" y="427"/>
                  </a:lnTo>
                  <a:lnTo>
                    <a:pt x="2" y="479"/>
                  </a:lnTo>
                  <a:lnTo>
                    <a:pt x="9" y="531"/>
                  </a:lnTo>
                  <a:lnTo>
                    <a:pt x="17" y="584"/>
                  </a:lnTo>
                  <a:lnTo>
                    <a:pt x="29" y="635"/>
                  </a:lnTo>
                  <a:lnTo>
                    <a:pt x="44" y="686"/>
                  </a:lnTo>
                  <a:lnTo>
                    <a:pt x="65" y="736"/>
                  </a:lnTo>
                  <a:lnTo>
                    <a:pt x="87" y="784"/>
                  </a:lnTo>
                  <a:lnTo>
                    <a:pt x="87" y="782"/>
                  </a:lnTo>
                  <a:lnTo>
                    <a:pt x="87" y="784"/>
                  </a:lnTo>
                  <a:lnTo>
                    <a:pt x="100" y="799"/>
                  </a:lnTo>
                  <a:lnTo>
                    <a:pt x="117" y="807"/>
                  </a:lnTo>
                  <a:lnTo>
                    <a:pt x="134" y="807"/>
                  </a:lnTo>
                  <a:lnTo>
                    <a:pt x="151" y="801"/>
                  </a:lnTo>
                  <a:lnTo>
                    <a:pt x="164" y="791"/>
                  </a:lnTo>
                  <a:lnTo>
                    <a:pt x="173" y="777"/>
                  </a:lnTo>
                  <a:lnTo>
                    <a:pt x="175" y="759"/>
                  </a:lnTo>
                  <a:lnTo>
                    <a:pt x="169" y="739"/>
                  </a:lnTo>
                  <a:lnTo>
                    <a:pt x="169" y="74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3918" name="Freeform 28"/>
            <p:cNvSpPr>
              <a:spLocks/>
            </p:cNvSpPr>
            <p:nvPr/>
          </p:nvSpPr>
          <p:spPr bwMode="auto">
            <a:xfrm>
              <a:off x="1299" y="1681"/>
              <a:ext cx="157" cy="281"/>
            </a:xfrm>
            <a:custGeom>
              <a:avLst/>
              <a:gdLst>
                <a:gd name="T0" fmla="*/ 6 w 787"/>
                <a:gd name="T1" fmla="*/ 11 h 1404"/>
                <a:gd name="T2" fmla="*/ 6 w 787"/>
                <a:gd name="T3" fmla="*/ 11 h 1404"/>
                <a:gd name="T4" fmla="*/ 1 w 787"/>
                <a:gd name="T5" fmla="*/ 0 h 1404"/>
                <a:gd name="T6" fmla="*/ 0 w 787"/>
                <a:gd name="T7" fmla="*/ 0 h 1404"/>
                <a:gd name="T8" fmla="*/ 6 w 787"/>
                <a:gd name="T9" fmla="*/ 11 h 1404"/>
                <a:gd name="T10" fmla="*/ 6 w 787"/>
                <a:gd name="T11" fmla="*/ 11 h 1404"/>
                <a:gd name="T12" fmla="*/ 6 w 787"/>
                <a:gd name="T13" fmla="*/ 11 h 1404"/>
                <a:gd name="T14" fmla="*/ 6 w 787"/>
                <a:gd name="T15" fmla="*/ 11 h 1404"/>
                <a:gd name="T16" fmla="*/ 6 w 787"/>
                <a:gd name="T17" fmla="*/ 11 h 1404"/>
                <a:gd name="T18" fmla="*/ 6 w 787"/>
                <a:gd name="T19" fmla="*/ 11 h 1404"/>
                <a:gd name="T20" fmla="*/ 6 w 787"/>
                <a:gd name="T21" fmla="*/ 11 h 1404"/>
                <a:gd name="T22" fmla="*/ 6 w 787"/>
                <a:gd name="T23" fmla="*/ 11 h 1404"/>
                <a:gd name="T24" fmla="*/ 6 w 787"/>
                <a:gd name="T25" fmla="*/ 11 h 1404"/>
                <a:gd name="T26" fmla="*/ 6 w 787"/>
                <a:gd name="T27" fmla="*/ 11 h 1404"/>
                <a:gd name="T28" fmla="*/ 6 w 787"/>
                <a:gd name="T29" fmla="*/ 11 h 1404"/>
                <a:gd name="T30" fmla="*/ 6 w 787"/>
                <a:gd name="T31" fmla="*/ 11 h 1404"/>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787"/>
                <a:gd name="T49" fmla="*/ 0 h 1404"/>
                <a:gd name="T50" fmla="*/ 787 w 787"/>
                <a:gd name="T51" fmla="*/ 1404 h 1404"/>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787" h="1404">
                  <a:moveTo>
                    <a:pt x="781" y="1334"/>
                  </a:moveTo>
                  <a:lnTo>
                    <a:pt x="781" y="1337"/>
                  </a:lnTo>
                  <a:lnTo>
                    <a:pt x="82" y="0"/>
                  </a:lnTo>
                  <a:lnTo>
                    <a:pt x="0" y="42"/>
                  </a:lnTo>
                  <a:lnTo>
                    <a:pt x="699" y="1379"/>
                  </a:lnTo>
                  <a:lnTo>
                    <a:pt x="699" y="1381"/>
                  </a:lnTo>
                  <a:lnTo>
                    <a:pt x="699" y="1379"/>
                  </a:lnTo>
                  <a:lnTo>
                    <a:pt x="712" y="1395"/>
                  </a:lnTo>
                  <a:lnTo>
                    <a:pt x="727" y="1402"/>
                  </a:lnTo>
                  <a:lnTo>
                    <a:pt x="744" y="1404"/>
                  </a:lnTo>
                  <a:lnTo>
                    <a:pt x="761" y="1398"/>
                  </a:lnTo>
                  <a:lnTo>
                    <a:pt x="775" y="1388"/>
                  </a:lnTo>
                  <a:lnTo>
                    <a:pt x="784" y="1373"/>
                  </a:lnTo>
                  <a:lnTo>
                    <a:pt x="787" y="1357"/>
                  </a:lnTo>
                  <a:lnTo>
                    <a:pt x="781" y="1337"/>
                  </a:lnTo>
                  <a:lnTo>
                    <a:pt x="781" y="13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3919" name="Freeform 29"/>
            <p:cNvSpPr>
              <a:spLocks/>
            </p:cNvSpPr>
            <p:nvPr/>
          </p:nvSpPr>
          <p:spPr bwMode="auto">
            <a:xfrm>
              <a:off x="1439" y="1948"/>
              <a:ext cx="125" cy="76"/>
            </a:xfrm>
            <a:custGeom>
              <a:avLst/>
              <a:gdLst>
                <a:gd name="T0" fmla="*/ 5 w 628"/>
                <a:gd name="T1" fmla="*/ 2 h 383"/>
                <a:gd name="T2" fmla="*/ 5 w 628"/>
                <a:gd name="T3" fmla="*/ 2 h 383"/>
                <a:gd name="T4" fmla="*/ 4 w 628"/>
                <a:gd name="T5" fmla="*/ 2 h 383"/>
                <a:gd name="T6" fmla="*/ 4 w 628"/>
                <a:gd name="T7" fmla="*/ 2 h 383"/>
                <a:gd name="T8" fmla="*/ 4 w 628"/>
                <a:gd name="T9" fmla="*/ 2 h 383"/>
                <a:gd name="T10" fmla="*/ 3 w 628"/>
                <a:gd name="T11" fmla="*/ 2 h 383"/>
                <a:gd name="T12" fmla="*/ 3 w 628"/>
                <a:gd name="T13" fmla="*/ 2 h 383"/>
                <a:gd name="T14" fmla="*/ 3 w 628"/>
                <a:gd name="T15" fmla="*/ 2 h 383"/>
                <a:gd name="T16" fmla="*/ 3 w 628"/>
                <a:gd name="T17" fmla="*/ 2 h 383"/>
                <a:gd name="T18" fmla="*/ 2 w 628"/>
                <a:gd name="T19" fmla="*/ 2 h 383"/>
                <a:gd name="T20" fmla="*/ 2 w 628"/>
                <a:gd name="T21" fmla="*/ 2 h 383"/>
                <a:gd name="T22" fmla="*/ 2 w 628"/>
                <a:gd name="T23" fmla="*/ 1 h 383"/>
                <a:gd name="T24" fmla="*/ 2 w 628"/>
                <a:gd name="T25" fmla="*/ 1 h 383"/>
                <a:gd name="T26" fmla="*/ 1 w 628"/>
                <a:gd name="T27" fmla="*/ 1 h 383"/>
                <a:gd name="T28" fmla="*/ 1 w 628"/>
                <a:gd name="T29" fmla="*/ 1 h 383"/>
                <a:gd name="T30" fmla="*/ 1 w 628"/>
                <a:gd name="T31" fmla="*/ 1 h 383"/>
                <a:gd name="T32" fmla="*/ 1 w 628"/>
                <a:gd name="T33" fmla="*/ 0 h 383"/>
                <a:gd name="T34" fmla="*/ 1 w 628"/>
                <a:gd name="T35" fmla="*/ 0 h 383"/>
                <a:gd name="T36" fmla="*/ 0 w 628"/>
                <a:gd name="T37" fmla="*/ 0 h 383"/>
                <a:gd name="T38" fmla="*/ 0 w 628"/>
                <a:gd name="T39" fmla="*/ 1 h 383"/>
                <a:gd name="T40" fmla="*/ 0 w 628"/>
                <a:gd name="T41" fmla="*/ 1 h 383"/>
                <a:gd name="T42" fmla="*/ 1 w 628"/>
                <a:gd name="T43" fmla="*/ 1 h 383"/>
                <a:gd name="T44" fmla="*/ 1 w 628"/>
                <a:gd name="T45" fmla="*/ 1 h 383"/>
                <a:gd name="T46" fmla="*/ 1 w 628"/>
                <a:gd name="T47" fmla="*/ 2 h 383"/>
                <a:gd name="T48" fmla="*/ 1 w 628"/>
                <a:gd name="T49" fmla="*/ 2 h 383"/>
                <a:gd name="T50" fmla="*/ 2 w 628"/>
                <a:gd name="T51" fmla="*/ 2 h 383"/>
                <a:gd name="T52" fmla="*/ 2 w 628"/>
                <a:gd name="T53" fmla="*/ 2 h 383"/>
                <a:gd name="T54" fmla="*/ 2 w 628"/>
                <a:gd name="T55" fmla="*/ 2 h 383"/>
                <a:gd name="T56" fmla="*/ 3 w 628"/>
                <a:gd name="T57" fmla="*/ 3 h 383"/>
                <a:gd name="T58" fmla="*/ 3 w 628"/>
                <a:gd name="T59" fmla="*/ 3 h 383"/>
                <a:gd name="T60" fmla="*/ 3 w 628"/>
                <a:gd name="T61" fmla="*/ 3 h 383"/>
                <a:gd name="T62" fmla="*/ 4 w 628"/>
                <a:gd name="T63" fmla="*/ 3 h 383"/>
                <a:gd name="T64" fmla="*/ 4 w 628"/>
                <a:gd name="T65" fmla="*/ 3 h 383"/>
                <a:gd name="T66" fmla="*/ 4 w 628"/>
                <a:gd name="T67" fmla="*/ 3 h 383"/>
                <a:gd name="T68" fmla="*/ 5 w 628"/>
                <a:gd name="T69" fmla="*/ 3 h 383"/>
                <a:gd name="T70" fmla="*/ 5 w 628"/>
                <a:gd name="T71" fmla="*/ 3 h 383"/>
                <a:gd name="T72" fmla="*/ 5 w 628"/>
                <a:gd name="T73" fmla="*/ 3 h 383"/>
                <a:gd name="T74" fmla="*/ 5 w 628"/>
                <a:gd name="T75" fmla="*/ 3 h 383"/>
                <a:gd name="T76" fmla="*/ 5 w 628"/>
                <a:gd name="T77" fmla="*/ 3 h 383"/>
                <a:gd name="T78" fmla="*/ 5 w 628"/>
                <a:gd name="T79" fmla="*/ 3 h 383"/>
                <a:gd name="T80" fmla="*/ 5 w 628"/>
                <a:gd name="T81" fmla="*/ 3 h 383"/>
                <a:gd name="T82" fmla="*/ 5 w 628"/>
                <a:gd name="T83" fmla="*/ 3 h 383"/>
                <a:gd name="T84" fmla="*/ 5 w 628"/>
                <a:gd name="T85" fmla="*/ 2 h 383"/>
                <a:gd name="T86" fmla="*/ 5 w 628"/>
                <a:gd name="T87" fmla="*/ 2 h 383"/>
                <a:gd name="T88" fmla="*/ 5 w 628"/>
                <a:gd name="T89" fmla="*/ 2 h 383"/>
                <a:gd name="T90" fmla="*/ 5 w 628"/>
                <a:gd name="T91" fmla="*/ 2 h 38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628"/>
                <a:gd name="T139" fmla="*/ 0 h 383"/>
                <a:gd name="T140" fmla="*/ 628 w 628"/>
                <a:gd name="T141" fmla="*/ 383 h 38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628" h="383">
                  <a:moveTo>
                    <a:pt x="581" y="289"/>
                  </a:moveTo>
                  <a:lnTo>
                    <a:pt x="582" y="289"/>
                  </a:lnTo>
                  <a:lnTo>
                    <a:pt x="541" y="287"/>
                  </a:lnTo>
                  <a:lnTo>
                    <a:pt x="500" y="283"/>
                  </a:lnTo>
                  <a:lnTo>
                    <a:pt x="462" y="276"/>
                  </a:lnTo>
                  <a:lnTo>
                    <a:pt x="424" y="268"/>
                  </a:lnTo>
                  <a:lnTo>
                    <a:pt x="389" y="255"/>
                  </a:lnTo>
                  <a:lnTo>
                    <a:pt x="352" y="242"/>
                  </a:lnTo>
                  <a:lnTo>
                    <a:pt x="320" y="227"/>
                  </a:lnTo>
                  <a:lnTo>
                    <a:pt x="287" y="209"/>
                  </a:lnTo>
                  <a:lnTo>
                    <a:pt x="255" y="189"/>
                  </a:lnTo>
                  <a:lnTo>
                    <a:pt x="226" y="168"/>
                  </a:lnTo>
                  <a:lnTo>
                    <a:pt x="198" y="145"/>
                  </a:lnTo>
                  <a:lnTo>
                    <a:pt x="172" y="119"/>
                  </a:lnTo>
                  <a:lnTo>
                    <a:pt x="146" y="92"/>
                  </a:lnTo>
                  <a:lnTo>
                    <a:pt x="122" y="64"/>
                  </a:lnTo>
                  <a:lnTo>
                    <a:pt x="100" y="33"/>
                  </a:lnTo>
                  <a:lnTo>
                    <a:pt x="82" y="0"/>
                  </a:lnTo>
                  <a:lnTo>
                    <a:pt x="0" y="47"/>
                  </a:lnTo>
                  <a:lnTo>
                    <a:pt x="23" y="85"/>
                  </a:lnTo>
                  <a:lnTo>
                    <a:pt x="49" y="120"/>
                  </a:lnTo>
                  <a:lnTo>
                    <a:pt x="76" y="153"/>
                  </a:lnTo>
                  <a:lnTo>
                    <a:pt x="104" y="185"/>
                  </a:lnTo>
                  <a:lnTo>
                    <a:pt x="137" y="215"/>
                  </a:lnTo>
                  <a:lnTo>
                    <a:pt x="170" y="241"/>
                  </a:lnTo>
                  <a:lnTo>
                    <a:pt x="204" y="267"/>
                  </a:lnTo>
                  <a:lnTo>
                    <a:pt x="240" y="289"/>
                  </a:lnTo>
                  <a:lnTo>
                    <a:pt x="277" y="309"/>
                  </a:lnTo>
                  <a:lnTo>
                    <a:pt x="317" y="329"/>
                  </a:lnTo>
                  <a:lnTo>
                    <a:pt x="358" y="344"/>
                  </a:lnTo>
                  <a:lnTo>
                    <a:pt x="400" y="357"/>
                  </a:lnTo>
                  <a:lnTo>
                    <a:pt x="444" y="367"/>
                  </a:lnTo>
                  <a:lnTo>
                    <a:pt x="488" y="374"/>
                  </a:lnTo>
                  <a:lnTo>
                    <a:pt x="534" y="380"/>
                  </a:lnTo>
                  <a:lnTo>
                    <a:pt x="580" y="383"/>
                  </a:lnTo>
                  <a:lnTo>
                    <a:pt x="581" y="383"/>
                  </a:lnTo>
                  <a:lnTo>
                    <a:pt x="580" y="383"/>
                  </a:lnTo>
                  <a:lnTo>
                    <a:pt x="600" y="379"/>
                  </a:lnTo>
                  <a:lnTo>
                    <a:pt x="615" y="369"/>
                  </a:lnTo>
                  <a:lnTo>
                    <a:pt x="624" y="353"/>
                  </a:lnTo>
                  <a:lnTo>
                    <a:pt x="628" y="337"/>
                  </a:lnTo>
                  <a:lnTo>
                    <a:pt x="625" y="319"/>
                  </a:lnTo>
                  <a:lnTo>
                    <a:pt x="617" y="304"/>
                  </a:lnTo>
                  <a:lnTo>
                    <a:pt x="602" y="294"/>
                  </a:lnTo>
                  <a:lnTo>
                    <a:pt x="582" y="289"/>
                  </a:lnTo>
                  <a:lnTo>
                    <a:pt x="581" y="28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3920" name="Freeform 30"/>
            <p:cNvSpPr>
              <a:spLocks/>
            </p:cNvSpPr>
            <p:nvPr/>
          </p:nvSpPr>
          <p:spPr bwMode="auto">
            <a:xfrm>
              <a:off x="1587" y="1880"/>
              <a:ext cx="85" cy="49"/>
            </a:xfrm>
            <a:custGeom>
              <a:avLst/>
              <a:gdLst>
                <a:gd name="T0" fmla="*/ 3 w 426"/>
                <a:gd name="T1" fmla="*/ 0 h 245"/>
                <a:gd name="T2" fmla="*/ 3 w 426"/>
                <a:gd name="T3" fmla="*/ 0 h 245"/>
                <a:gd name="T4" fmla="*/ 3 w 426"/>
                <a:gd name="T5" fmla="*/ 0 h 245"/>
                <a:gd name="T6" fmla="*/ 3 w 426"/>
                <a:gd name="T7" fmla="*/ 0 h 245"/>
                <a:gd name="T8" fmla="*/ 2 w 426"/>
                <a:gd name="T9" fmla="*/ 0 h 245"/>
                <a:gd name="T10" fmla="*/ 2 w 426"/>
                <a:gd name="T11" fmla="*/ 0 h 245"/>
                <a:gd name="T12" fmla="*/ 2 w 426"/>
                <a:gd name="T13" fmla="*/ 0 h 245"/>
                <a:gd name="T14" fmla="*/ 2 w 426"/>
                <a:gd name="T15" fmla="*/ 0 h 245"/>
                <a:gd name="T16" fmla="*/ 1 w 426"/>
                <a:gd name="T17" fmla="*/ 0 h 245"/>
                <a:gd name="T18" fmla="*/ 1 w 426"/>
                <a:gd name="T19" fmla="*/ 1 h 245"/>
                <a:gd name="T20" fmla="*/ 1 w 426"/>
                <a:gd name="T21" fmla="*/ 1 h 245"/>
                <a:gd name="T22" fmla="*/ 1 w 426"/>
                <a:gd name="T23" fmla="*/ 1 h 245"/>
                <a:gd name="T24" fmla="*/ 0 w 426"/>
                <a:gd name="T25" fmla="*/ 1 h 245"/>
                <a:gd name="T26" fmla="*/ 0 w 426"/>
                <a:gd name="T27" fmla="*/ 1 h 245"/>
                <a:gd name="T28" fmla="*/ 0 w 426"/>
                <a:gd name="T29" fmla="*/ 1 h 245"/>
                <a:gd name="T30" fmla="*/ 0 w 426"/>
                <a:gd name="T31" fmla="*/ 2 h 245"/>
                <a:gd name="T32" fmla="*/ 0 w 426"/>
                <a:gd name="T33" fmla="*/ 2 h 245"/>
                <a:gd name="T34" fmla="*/ 0 w 426"/>
                <a:gd name="T35" fmla="*/ 2 h 245"/>
                <a:gd name="T36" fmla="*/ 0 w 426"/>
                <a:gd name="T37" fmla="*/ 2 h 245"/>
                <a:gd name="T38" fmla="*/ 0 w 426"/>
                <a:gd name="T39" fmla="*/ 2 h 245"/>
                <a:gd name="T40" fmla="*/ 0 w 426"/>
                <a:gd name="T41" fmla="*/ 2 h 245"/>
                <a:gd name="T42" fmla="*/ 0 w 426"/>
                <a:gd name="T43" fmla="*/ 1 h 245"/>
                <a:gd name="T44" fmla="*/ 0 w 426"/>
                <a:gd name="T45" fmla="*/ 1 h 245"/>
                <a:gd name="T46" fmla="*/ 0 w 426"/>
                <a:gd name="T47" fmla="*/ 1 h 245"/>
                <a:gd name="T48" fmla="*/ 1 w 426"/>
                <a:gd name="T49" fmla="*/ 1 h 245"/>
                <a:gd name="T50" fmla="*/ 1 w 426"/>
                <a:gd name="T51" fmla="*/ 1 h 245"/>
                <a:gd name="T52" fmla="*/ 1 w 426"/>
                <a:gd name="T53" fmla="*/ 1 h 245"/>
                <a:gd name="T54" fmla="*/ 1 w 426"/>
                <a:gd name="T55" fmla="*/ 1 h 245"/>
                <a:gd name="T56" fmla="*/ 2 w 426"/>
                <a:gd name="T57" fmla="*/ 0 h 245"/>
                <a:gd name="T58" fmla="*/ 2 w 426"/>
                <a:gd name="T59" fmla="*/ 0 h 245"/>
                <a:gd name="T60" fmla="*/ 2 w 426"/>
                <a:gd name="T61" fmla="*/ 0 h 245"/>
                <a:gd name="T62" fmla="*/ 2 w 426"/>
                <a:gd name="T63" fmla="*/ 0 h 245"/>
                <a:gd name="T64" fmla="*/ 3 w 426"/>
                <a:gd name="T65" fmla="*/ 0 h 245"/>
                <a:gd name="T66" fmla="*/ 3 w 426"/>
                <a:gd name="T67" fmla="*/ 0 h 245"/>
                <a:gd name="T68" fmla="*/ 3 w 426"/>
                <a:gd name="T69" fmla="*/ 0 h 245"/>
                <a:gd name="T70" fmla="*/ 3 w 426"/>
                <a:gd name="T71" fmla="*/ 0 h 245"/>
                <a:gd name="T72" fmla="*/ 3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426" y="0"/>
                  </a:moveTo>
                  <a:lnTo>
                    <a:pt x="426" y="0"/>
                  </a:lnTo>
                  <a:lnTo>
                    <a:pt x="384" y="1"/>
                  </a:lnTo>
                  <a:lnTo>
                    <a:pt x="340" y="4"/>
                  </a:lnTo>
                  <a:lnTo>
                    <a:pt x="300" y="10"/>
                  </a:lnTo>
                  <a:lnTo>
                    <a:pt x="262" y="18"/>
                  </a:lnTo>
                  <a:lnTo>
                    <a:pt x="224" y="29"/>
                  </a:lnTo>
                  <a:lnTo>
                    <a:pt x="189" y="41"/>
                  </a:lnTo>
                  <a:lnTo>
                    <a:pt x="157" y="55"/>
                  </a:lnTo>
                  <a:lnTo>
                    <a:pt x="126" y="70"/>
                  </a:lnTo>
                  <a:lnTo>
                    <a:pt x="99" y="89"/>
                  </a:lnTo>
                  <a:lnTo>
                    <a:pt x="74" y="106"/>
                  </a:lnTo>
                  <a:lnTo>
                    <a:pt x="52" y="126"/>
                  </a:lnTo>
                  <a:lnTo>
                    <a:pt x="34" y="148"/>
                  </a:lnTo>
                  <a:lnTo>
                    <a:pt x="19" y="171"/>
                  </a:lnTo>
                  <a:lnTo>
                    <a:pt x="9" y="194"/>
                  </a:lnTo>
                  <a:lnTo>
                    <a:pt x="3" y="219"/>
                  </a:lnTo>
                  <a:lnTo>
                    <a:pt x="0" y="245"/>
                  </a:lnTo>
                  <a:lnTo>
                    <a:pt x="12" y="245"/>
                  </a:lnTo>
                  <a:lnTo>
                    <a:pt x="15" y="221"/>
                  </a:lnTo>
                  <a:lnTo>
                    <a:pt x="20" y="199"/>
                  </a:lnTo>
                  <a:lnTo>
                    <a:pt x="31" y="178"/>
                  </a:lnTo>
                  <a:lnTo>
                    <a:pt x="44" y="156"/>
                  </a:lnTo>
                  <a:lnTo>
                    <a:pt x="61" y="136"/>
                  </a:lnTo>
                  <a:lnTo>
                    <a:pt x="81" y="116"/>
                  </a:lnTo>
                  <a:lnTo>
                    <a:pt x="106" y="98"/>
                  </a:lnTo>
                  <a:lnTo>
                    <a:pt x="133" y="82"/>
                  </a:lnTo>
                  <a:lnTo>
                    <a:pt x="162" y="66"/>
                  </a:lnTo>
                  <a:lnTo>
                    <a:pt x="194" y="52"/>
                  </a:lnTo>
                  <a:lnTo>
                    <a:pt x="229" y="41"/>
                  </a:lnTo>
                  <a:lnTo>
                    <a:pt x="264" y="30"/>
                  </a:lnTo>
                  <a:lnTo>
                    <a:pt x="303" y="22"/>
                  </a:lnTo>
                  <a:lnTo>
                    <a:pt x="343" y="16"/>
                  </a:lnTo>
                  <a:lnTo>
                    <a:pt x="384" y="12"/>
                  </a:lnTo>
                  <a:lnTo>
                    <a:pt x="426" y="11"/>
                  </a:lnTo>
                  <a:lnTo>
                    <a:pt x="42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3921" name="Freeform 31"/>
            <p:cNvSpPr>
              <a:spLocks/>
            </p:cNvSpPr>
            <p:nvPr/>
          </p:nvSpPr>
          <p:spPr bwMode="auto">
            <a:xfrm>
              <a:off x="1587" y="1929"/>
              <a:ext cx="85" cy="49"/>
            </a:xfrm>
            <a:custGeom>
              <a:avLst/>
              <a:gdLst>
                <a:gd name="T0" fmla="*/ 0 w 426"/>
                <a:gd name="T1" fmla="*/ 0 h 245"/>
                <a:gd name="T2" fmla="*/ 0 w 426"/>
                <a:gd name="T3" fmla="*/ 0 h 245"/>
                <a:gd name="T4" fmla="*/ 0 w 426"/>
                <a:gd name="T5" fmla="*/ 0 h 245"/>
                <a:gd name="T6" fmla="*/ 0 w 426"/>
                <a:gd name="T7" fmla="*/ 0 h 245"/>
                <a:gd name="T8" fmla="*/ 0 w 426"/>
                <a:gd name="T9" fmla="*/ 1 h 245"/>
                <a:gd name="T10" fmla="*/ 0 w 426"/>
                <a:gd name="T11" fmla="*/ 1 h 245"/>
                <a:gd name="T12" fmla="*/ 0 w 426"/>
                <a:gd name="T13" fmla="*/ 1 h 245"/>
                <a:gd name="T14" fmla="*/ 1 w 426"/>
                <a:gd name="T15" fmla="*/ 1 h 245"/>
                <a:gd name="T16" fmla="*/ 1 w 426"/>
                <a:gd name="T17" fmla="*/ 1 h 245"/>
                <a:gd name="T18" fmla="*/ 1 w 426"/>
                <a:gd name="T19" fmla="*/ 1 h 245"/>
                <a:gd name="T20" fmla="*/ 1 w 426"/>
                <a:gd name="T21" fmla="*/ 2 h 245"/>
                <a:gd name="T22" fmla="*/ 2 w 426"/>
                <a:gd name="T23" fmla="*/ 2 h 245"/>
                <a:gd name="T24" fmla="*/ 2 w 426"/>
                <a:gd name="T25" fmla="*/ 2 h 245"/>
                <a:gd name="T26" fmla="*/ 2 w 426"/>
                <a:gd name="T27" fmla="*/ 2 h 245"/>
                <a:gd name="T28" fmla="*/ 2 w 426"/>
                <a:gd name="T29" fmla="*/ 2 h 245"/>
                <a:gd name="T30" fmla="*/ 3 w 426"/>
                <a:gd name="T31" fmla="*/ 2 h 245"/>
                <a:gd name="T32" fmla="*/ 3 w 426"/>
                <a:gd name="T33" fmla="*/ 2 h 245"/>
                <a:gd name="T34" fmla="*/ 3 w 426"/>
                <a:gd name="T35" fmla="*/ 2 h 245"/>
                <a:gd name="T36" fmla="*/ 3 w 426"/>
                <a:gd name="T37" fmla="*/ 2 h 245"/>
                <a:gd name="T38" fmla="*/ 3 w 426"/>
                <a:gd name="T39" fmla="*/ 2 h 245"/>
                <a:gd name="T40" fmla="*/ 3 w 426"/>
                <a:gd name="T41" fmla="*/ 2 h 245"/>
                <a:gd name="T42" fmla="*/ 2 w 426"/>
                <a:gd name="T43" fmla="*/ 2 h 245"/>
                <a:gd name="T44" fmla="*/ 2 w 426"/>
                <a:gd name="T45" fmla="*/ 2 h 245"/>
                <a:gd name="T46" fmla="*/ 2 w 426"/>
                <a:gd name="T47" fmla="*/ 2 h 245"/>
                <a:gd name="T48" fmla="*/ 2 w 426"/>
                <a:gd name="T49" fmla="*/ 2 h 245"/>
                <a:gd name="T50" fmla="*/ 1 w 426"/>
                <a:gd name="T51" fmla="*/ 1 h 245"/>
                <a:gd name="T52" fmla="*/ 1 w 426"/>
                <a:gd name="T53" fmla="*/ 1 h 245"/>
                <a:gd name="T54" fmla="*/ 1 w 426"/>
                <a:gd name="T55" fmla="*/ 1 h 245"/>
                <a:gd name="T56" fmla="*/ 1 w 426"/>
                <a:gd name="T57" fmla="*/ 1 h 245"/>
                <a:gd name="T58" fmla="*/ 0 w 426"/>
                <a:gd name="T59" fmla="*/ 1 h 245"/>
                <a:gd name="T60" fmla="*/ 0 w 426"/>
                <a:gd name="T61" fmla="*/ 1 h 245"/>
                <a:gd name="T62" fmla="*/ 0 w 426"/>
                <a:gd name="T63" fmla="*/ 1 h 245"/>
                <a:gd name="T64" fmla="*/ 0 w 426"/>
                <a:gd name="T65" fmla="*/ 0 h 245"/>
                <a:gd name="T66" fmla="*/ 0 w 426"/>
                <a:gd name="T67" fmla="*/ 0 h 245"/>
                <a:gd name="T68" fmla="*/ 0 w 426"/>
                <a:gd name="T69" fmla="*/ 0 h 245"/>
                <a:gd name="T70" fmla="*/ 0 w 426"/>
                <a:gd name="T71" fmla="*/ 0 h 245"/>
                <a:gd name="T72" fmla="*/ 0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0" y="0"/>
                  </a:moveTo>
                  <a:lnTo>
                    <a:pt x="0" y="0"/>
                  </a:lnTo>
                  <a:lnTo>
                    <a:pt x="3" y="25"/>
                  </a:lnTo>
                  <a:lnTo>
                    <a:pt x="9" y="50"/>
                  </a:lnTo>
                  <a:lnTo>
                    <a:pt x="19" y="73"/>
                  </a:lnTo>
                  <a:lnTo>
                    <a:pt x="34" y="96"/>
                  </a:lnTo>
                  <a:lnTo>
                    <a:pt x="52" y="118"/>
                  </a:lnTo>
                  <a:lnTo>
                    <a:pt x="74" y="138"/>
                  </a:lnTo>
                  <a:lnTo>
                    <a:pt x="99" y="156"/>
                  </a:lnTo>
                  <a:lnTo>
                    <a:pt x="126" y="174"/>
                  </a:lnTo>
                  <a:lnTo>
                    <a:pt x="157" y="190"/>
                  </a:lnTo>
                  <a:lnTo>
                    <a:pt x="189" y="204"/>
                  </a:lnTo>
                  <a:lnTo>
                    <a:pt x="224" y="215"/>
                  </a:lnTo>
                  <a:lnTo>
                    <a:pt x="262" y="226"/>
                  </a:lnTo>
                  <a:lnTo>
                    <a:pt x="300" y="234"/>
                  </a:lnTo>
                  <a:lnTo>
                    <a:pt x="340" y="240"/>
                  </a:lnTo>
                  <a:lnTo>
                    <a:pt x="384" y="244"/>
                  </a:lnTo>
                  <a:lnTo>
                    <a:pt x="426" y="245"/>
                  </a:lnTo>
                  <a:lnTo>
                    <a:pt x="426" y="233"/>
                  </a:lnTo>
                  <a:lnTo>
                    <a:pt x="384" y="232"/>
                  </a:lnTo>
                  <a:lnTo>
                    <a:pt x="343" y="228"/>
                  </a:lnTo>
                  <a:lnTo>
                    <a:pt x="303" y="222"/>
                  </a:lnTo>
                  <a:lnTo>
                    <a:pt x="264" y="214"/>
                  </a:lnTo>
                  <a:lnTo>
                    <a:pt x="229" y="204"/>
                  </a:lnTo>
                  <a:lnTo>
                    <a:pt x="194" y="192"/>
                  </a:lnTo>
                  <a:lnTo>
                    <a:pt x="162" y="178"/>
                  </a:lnTo>
                  <a:lnTo>
                    <a:pt x="133" y="163"/>
                  </a:lnTo>
                  <a:lnTo>
                    <a:pt x="106" y="146"/>
                  </a:lnTo>
                  <a:lnTo>
                    <a:pt x="81" y="129"/>
                  </a:lnTo>
                  <a:lnTo>
                    <a:pt x="61" y="109"/>
                  </a:lnTo>
                  <a:lnTo>
                    <a:pt x="44" y="89"/>
                  </a:lnTo>
                  <a:lnTo>
                    <a:pt x="31" y="66"/>
                  </a:lnTo>
                  <a:lnTo>
                    <a:pt x="20" y="45"/>
                  </a:lnTo>
                  <a:lnTo>
                    <a:pt x="15" y="2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3922" name="Freeform 32"/>
            <p:cNvSpPr>
              <a:spLocks/>
            </p:cNvSpPr>
            <p:nvPr/>
          </p:nvSpPr>
          <p:spPr bwMode="auto">
            <a:xfrm>
              <a:off x="878" y="1448"/>
              <a:ext cx="792" cy="954"/>
            </a:xfrm>
            <a:custGeom>
              <a:avLst/>
              <a:gdLst>
                <a:gd name="T0" fmla="*/ 13 w 3960"/>
                <a:gd name="T1" fmla="*/ 38 h 4768"/>
                <a:gd name="T2" fmla="*/ 14 w 3960"/>
                <a:gd name="T3" fmla="*/ 38 h 4768"/>
                <a:gd name="T4" fmla="*/ 15 w 3960"/>
                <a:gd name="T5" fmla="*/ 38 h 4768"/>
                <a:gd name="T6" fmla="*/ 15 w 3960"/>
                <a:gd name="T7" fmla="*/ 38 h 4768"/>
                <a:gd name="T8" fmla="*/ 16 w 3960"/>
                <a:gd name="T9" fmla="*/ 38 h 4768"/>
                <a:gd name="T10" fmla="*/ 17 w 3960"/>
                <a:gd name="T11" fmla="*/ 38 h 4768"/>
                <a:gd name="T12" fmla="*/ 17 w 3960"/>
                <a:gd name="T13" fmla="*/ 38 h 4768"/>
                <a:gd name="T14" fmla="*/ 18 w 3960"/>
                <a:gd name="T15" fmla="*/ 38 h 4768"/>
                <a:gd name="T16" fmla="*/ 18 w 3960"/>
                <a:gd name="T17" fmla="*/ 38 h 4768"/>
                <a:gd name="T18" fmla="*/ 29 w 3960"/>
                <a:gd name="T19" fmla="*/ 30 h 4768"/>
                <a:gd name="T20" fmla="*/ 30 w 3960"/>
                <a:gd name="T21" fmla="*/ 30 h 4768"/>
                <a:gd name="T22" fmla="*/ 30 w 3960"/>
                <a:gd name="T23" fmla="*/ 29 h 4768"/>
                <a:gd name="T24" fmla="*/ 31 w 3960"/>
                <a:gd name="T25" fmla="*/ 28 h 4768"/>
                <a:gd name="T26" fmla="*/ 31 w 3960"/>
                <a:gd name="T27" fmla="*/ 28 h 4768"/>
                <a:gd name="T28" fmla="*/ 31 w 3960"/>
                <a:gd name="T29" fmla="*/ 27 h 4768"/>
                <a:gd name="T30" fmla="*/ 32 w 3960"/>
                <a:gd name="T31" fmla="*/ 26 h 4768"/>
                <a:gd name="T32" fmla="*/ 32 w 3960"/>
                <a:gd name="T33" fmla="*/ 25 h 4768"/>
                <a:gd name="T34" fmla="*/ 32 w 3960"/>
                <a:gd name="T35" fmla="*/ 11 h 4768"/>
                <a:gd name="T36" fmla="*/ 32 w 3960"/>
                <a:gd name="T37" fmla="*/ 10 h 4768"/>
                <a:gd name="T38" fmla="*/ 31 w 3960"/>
                <a:gd name="T39" fmla="*/ 9 h 4768"/>
                <a:gd name="T40" fmla="*/ 31 w 3960"/>
                <a:gd name="T41" fmla="*/ 9 h 4768"/>
                <a:gd name="T42" fmla="*/ 31 w 3960"/>
                <a:gd name="T43" fmla="*/ 8 h 4768"/>
                <a:gd name="T44" fmla="*/ 31 w 3960"/>
                <a:gd name="T45" fmla="*/ 8 h 4768"/>
                <a:gd name="T46" fmla="*/ 30 w 3960"/>
                <a:gd name="T47" fmla="*/ 7 h 4768"/>
                <a:gd name="T48" fmla="*/ 30 w 3960"/>
                <a:gd name="T49" fmla="*/ 7 h 4768"/>
                <a:gd name="T50" fmla="*/ 29 w 3960"/>
                <a:gd name="T51" fmla="*/ 6 h 4768"/>
                <a:gd name="T52" fmla="*/ 19 w 3960"/>
                <a:gd name="T53" fmla="*/ 1 h 4768"/>
                <a:gd name="T54" fmla="*/ 18 w 3960"/>
                <a:gd name="T55" fmla="*/ 0 h 4768"/>
                <a:gd name="T56" fmla="*/ 17 w 3960"/>
                <a:gd name="T57" fmla="*/ 0 h 4768"/>
                <a:gd name="T58" fmla="*/ 17 w 3960"/>
                <a:gd name="T59" fmla="*/ 0 h 4768"/>
                <a:gd name="T60" fmla="*/ 16 w 3960"/>
                <a:gd name="T61" fmla="*/ 0 h 4768"/>
                <a:gd name="T62" fmla="*/ 15 w 3960"/>
                <a:gd name="T63" fmla="*/ 0 h 4768"/>
                <a:gd name="T64" fmla="*/ 14 w 3960"/>
                <a:gd name="T65" fmla="*/ 0 h 4768"/>
                <a:gd name="T66" fmla="*/ 14 w 3960"/>
                <a:gd name="T67" fmla="*/ 0 h 4768"/>
                <a:gd name="T68" fmla="*/ 2 w 3960"/>
                <a:gd name="T69" fmla="*/ 6 h 4768"/>
                <a:gd name="T70" fmla="*/ 2 w 3960"/>
                <a:gd name="T71" fmla="*/ 7 h 4768"/>
                <a:gd name="T72" fmla="*/ 1 w 3960"/>
                <a:gd name="T73" fmla="*/ 7 h 4768"/>
                <a:gd name="T74" fmla="*/ 1 w 3960"/>
                <a:gd name="T75" fmla="*/ 8 h 4768"/>
                <a:gd name="T76" fmla="*/ 1 w 3960"/>
                <a:gd name="T77" fmla="*/ 8 h 4768"/>
                <a:gd name="T78" fmla="*/ 0 w 3960"/>
                <a:gd name="T79" fmla="*/ 9 h 4768"/>
                <a:gd name="T80" fmla="*/ 0 w 3960"/>
                <a:gd name="T81" fmla="*/ 9 h 4768"/>
                <a:gd name="T82" fmla="*/ 0 w 3960"/>
                <a:gd name="T83" fmla="*/ 10 h 4768"/>
                <a:gd name="T84" fmla="*/ 0 w 3960"/>
                <a:gd name="T85" fmla="*/ 11 h 4768"/>
                <a:gd name="T86" fmla="*/ 0 w 3960"/>
                <a:gd name="T87" fmla="*/ 25 h 4768"/>
                <a:gd name="T88" fmla="*/ 0 w 3960"/>
                <a:gd name="T89" fmla="*/ 26 h 4768"/>
                <a:gd name="T90" fmla="*/ 0 w 3960"/>
                <a:gd name="T91" fmla="*/ 27 h 4768"/>
                <a:gd name="T92" fmla="*/ 1 w 3960"/>
                <a:gd name="T93" fmla="*/ 28 h 4768"/>
                <a:gd name="T94" fmla="*/ 1 w 3960"/>
                <a:gd name="T95" fmla="*/ 29 h 4768"/>
                <a:gd name="T96" fmla="*/ 1 w 3960"/>
                <a:gd name="T97" fmla="*/ 29 h 4768"/>
                <a:gd name="T98" fmla="*/ 2 w 3960"/>
                <a:gd name="T99" fmla="*/ 30 h 4768"/>
                <a:gd name="T100" fmla="*/ 3 w 3960"/>
                <a:gd name="T101" fmla="*/ 31 h 4768"/>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w 3960"/>
                <a:gd name="T154" fmla="*/ 0 h 4768"/>
                <a:gd name="T155" fmla="*/ 3960 w 3960"/>
                <a:gd name="T156" fmla="*/ 4768 h 4768"/>
              </a:gdLst>
              <a:ahLst/>
              <a:cxnLst>
                <a:cxn ang="T102">
                  <a:pos x="T0" y="T1"/>
                </a:cxn>
                <a:cxn ang="T103">
                  <a:pos x="T2" y="T3"/>
                </a:cxn>
                <a:cxn ang="T104">
                  <a:pos x="T4" y="T5"/>
                </a:cxn>
                <a:cxn ang="T105">
                  <a:pos x="T6" y="T7"/>
                </a:cxn>
                <a:cxn ang="T106">
                  <a:pos x="T8" y="T9"/>
                </a:cxn>
                <a:cxn ang="T107">
                  <a:pos x="T10" y="T11"/>
                </a:cxn>
                <a:cxn ang="T108">
                  <a:pos x="T12" y="T13"/>
                </a:cxn>
                <a:cxn ang="T109">
                  <a:pos x="T14" y="T15"/>
                </a:cxn>
                <a:cxn ang="T110">
                  <a:pos x="T16" y="T17"/>
                </a:cxn>
                <a:cxn ang="T111">
                  <a:pos x="T18" y="T19"/>
                </a:cxn>
                <a:cxn ang="T112">
                  <a:pos x="T20" y="T21"/>
                </a:cxn>
                <a:cxn ang="T113">
                  <a:pos x="T22" y="T23"/>
                </a:cxn>
                <a:cxn ang="T114">
                  <a:pos x="T24" y="T25"/>
                </a:cxn>
                <a:cxn ang="T115">
                  <a:pos x="T26" y="T27"/>
                </a:cxn>
                <a:cxn ang="T116">
                  <a:pos x="T28" y="T29"/>
                </a:cxn>
                <a:cxn ang="T117">
                  <a:pos x="T30" y="T31"/>
                </a:cxn>
                <a:cxn ang="T118">
                  <a:pos x="T32" y="T33"/>
                </a:cxn>
                <a:cxn ang="T119">
                  <a:pos x="T34" y="T35"/>
                </a:cxn>
                <a:cxn ang="T120">
                  <a:pos x="T36" y="T37"/>
                </a:cxn>
                <a:cxn ang="T121">
                  <a:pos x="T38" y="T39"/>
                </a:cxn>
                <a:cxn ang="T122">
                  <a:pos x="T40" y="T41"/>
                </a:cxn>
                <a:cxn ang="T123">
                  <a:pos x="T42" y="T43"/>
                </a:cxn>
                <a:cxn ang="T124">
                  <a:pos x="T44" y="T45"/>
                </a:cxn>
                <a:cxn ang="T125">
                  <a:pos x="T46" y="T47"/>
                </a:cxn>
                <a:cxn ang="T126">
                  <a:pos x="T48" y="T49"/>
                </a:cxn>
                <a:cxn ang="T127">
                  <a:pos x="T50" y="T51"/>
                </a:cxn>
                <a:cxn ang="T128">
                  <a:pos x="T52" y="T53"/>
                </a:cxn>
                <a:cxn ang="T129">
                  <a:pos x="T54" y="T55"/>
                </a:cxn>
                <a:cxn ang="T130">
                  <a:pos x="T56" y="T57"/>
                </a:cxn>
                <a:cxn ang="T131">
                  <a:pos x="T58" y="T59"/>
                </a:cxn>
                <a:cxn ang="T132">
                  <a:pos x="T60" y="T61"/>
                </a:cxn>
                <a:cxn ang="T133">
                  <a:pos x="T62" y="T63"/>
                </a:cxn>
                <a:cxn ang="T134">
                  <a:pos x="T64" y="T65"/>
                </a:cxn>
                <a:cxn ang="T135">
                  <a:pos x="T66" y="T67"/>
                </a:cxn>
                <a:cxn ang="T136">
                  <a:pos x="T68" y="T69"/>
                </a:cxn>
                <a:cxn ang="T137">
                  <a:pos x="T70" y="T71"/>
                </a:cxn>
                <a:cxn ang="T138">
                  <a:pos x="T72" y="T73"/>
                </a:cxn>
                <a:cxn ang="T139">
                  <a:pos x="T74" y="T75"/>
                </a:cxn>
                <a:cxn ang="T140">
                  <a:pos x="T76" y="T77"/>
                </a:cxn>
                <a:cxn ang="T141">
                  <a:pos x="T78" y="T79"/>
                </a:cxn>
                <a:cxn ang="T142">
                  <a:pos x="T80" y="T81"/>
                </a:cxn>
                <a:cxn ang="T143">
                  <a:pos x="T82" y="T83"/>
                </a:cxn>
                <a:cxn ang="T144">
                  <a:pos x="T84" y="T85"/>
                </a:cxn>
                <a:cxn ang="T145">
                  <a:pos x="T86" y="T87"/>
                </a:cxn>
                <a:cxn ang="T146">
                  <a:pos x="T88" y="T89"/>
                </a:cxn>
                <a:cxn ang="T147">
                  <a:pos x="T90" y="T91"/>
                </a:cxn>
                <a:cxn ang="T148">
                  <a:pos x="T92" y="T93"/>
                </a:cxn>
                <a:cxn ang="T149">
                  <a:pos x="T94" y="T95"/>
                </a:cxn>
                <a:cxn ang="T150">
                  <a:pos x="T96" y="T97"/>
                </a:cxn>
                <a:cxn ang="T151">
                  <a:pos x="T98" y="T99"/>
                </a:cxn>
                <a:cxn ang="T152">
                  <a:pos x="T100" y="T101"/>
                </a:cxn>
              </a:cxnLst>
              <a:rect l="T153" t="T154" r="T155" b="T156"/>
              <a:pathLst>
                <a:path w="3960" h="4768">
                  <a:moveTo>
                    <a:pt x="353" y="3849"/>
                  </a:moveTo>
                  <a:lnTo>
                    <a:pt x="1661" y="4700"/>
                  </a:lnTo>
                  <a:lnTo>
                    <a:pt x="1697" y="4717"/>
                  </a:lnTo>
                  <a:lnTo>
                    <a:pt x="1736" y="4731"/>
                  </a:lnTo>
                  <a:lnTo>
                    <a:pt x="1776" y="4742"/>
                  </a:lnTo>
                  <a:lnTo>
                    <a:pt x="1818" y="4753"/>
                  </a:lnTo>
                  <a:lnTo>
                    <a:pt x="1860" y="4760"/>
                  </a:lnTo>
                  <a:lnTo>
                    <a:pt x="1902" y="4765"/>
                  </a:lnTo>
                  <a:lnTo>
                    <a:pt x="1946" y="4768"/>
                  </a:lnTo>
                  <a:lnTo>
                    <a:pt x="1988" y="4768"/>
                  </a:lnTo>
                  <a:lnTo>
                    <a:pt x="2031" y="4767"/>
                  </a:lnTo>
                  <a:lnTo>
                    <a:pt x="2073" y="4763"/>
                  </a:lnTo>
                  <a:lnTo>
                    <a:pt x="2114" y="4758"/>
                  </a:lnTo>
                  <a:lnTo>
                    <a:pt x="2154" y="4751"/>
                  </a:lnTo>
                  <a:lnTo>
                    <a:pt x="2193" y="4740"/>
                  </a:lnTo>
                  <a:lnTo>
                    <a:pt x="2230" y="4729"/>
                  </a:lnTo>
                  <a:lnTo>
                    <a:pt x="2264" y="4715"/>
                  </a:lnTo>
                  <a:lnTo>
                    <a:pt x="2297" y="4700"/>
                  </a:lnTo>
                  <a:lnTo>
                    <a:pt x="3639" y="3825"/>
                  </a:lnTo>
                  <a:lnTo>
                    <a:pt x="3673" y="3795"/>
                  </a:lnTo>
                  <a:lnTo>
                    <a:pt x="3707" y="3761"/>
                  </a:lnTo>
                  <a:lnTo>
                    <a:pt x="3738" y="3725"/>
                  </a:lnTo>
                  <a:lnTo>
                    <a:pt x="3768" y="3685"/>
                  </a:lnTo>
                  <a:lnTo>
                    <a:pt x="3796" y="3644"/>
                  </a:lnTo>
                  <a:lnTo>
                    <a:pt x="3821" y="3599"/>
                  </a:lnTo>
                  <a:lnTo>
                    <a:pt x="3846" y="3553"/>
                  </a:lnTo>
                  <a:lnTo>
                    <a:pt x="3868" y="3505"/>
                  </a:lnTo>
                  <a:lnTo>
                    <a:pt x="3888" y="3456"/>
                  </a:lnTo>
                  <a:lnTo>
                    <a:pt x="3907" y="3406"/>
                  </a:lnTo>
                  <a:lnTo>
                    <a:pt x="3922" y="3354"/>
                  </a:lnTo>
                  <a:lnTo>
                    <a:pt x="3935" y="3303"/>
                  </a:lnTo>
                  <a:lnTo>
                    <a:pt x="3946" y="3250"/>
                  </a:lnTo>
                  <a:lnTo>
                    <a:pt x="3953" y="3197"/>
                  </a:lnTo>
                  <a:lnTo>
                    <a:pt x="3957" y="3144"/>
                  </a:lnTo>
                  <a:lnTo>
                    <a:pt x="3960" y="3092"/>
                  </a:lnTo>
                  <a:lnTo>
                    <a:pt x="3959" y="1313"/>
                  </a:lnTo>
                  <a:lnTo>
                    <a:pt x="3955" y="1271"/>
                  </a:lnTo>
                  <a:lnTo>
                    <a:pt x="3949" y="1229"/>
                  </a:lnTo>
                  <a:lnTo>
                    <a:pt x="3941" y="1189"/>
                  </a:lnTo>
                  <a:lnTo>
                    <a:pt x="3930" y="1149"/>
                  </a:lnTo>
                  <a:lnTo>
                    <a:pt x="3918" y="1111"/>
                  </a:lnTo>
                  <a:lnTo>
                    <a:pt x="3902" y="1075"/>
                  </a:lnTo>
                  <a:lnTo>
                    <a:pt x="3886" y="1040"/>
                  </a:lnTo>
                  <a:lnTo>
                    <a:pt x="3867" y="1006"/>
                  </a:lnTo>
                  <a:lnTo>
                    <a:pt x="3846" y="973"/>
                  </a:lnTo>
                  <a:lnTo>
                    <a:pt x="3823" y="942"/>
                  </a:lnTo>
                  <a:lnTo>
                    <a:pt x="3798" y="913"/>
                  </a:lnTo>
                  <a:lnTo>
                    <a:pt x="3771" y="886"/>
                  </a:lnTo>
                  <a:lnTo>
                    <a:pt x="3743" y="860"/>
                  </a:lnTo>
                  <a:lnTo>
                    <a:pt x="3714" y="837"/>
                  </a:lnTo>
                  <a:lnTo>
                    <a:pt x="3682" y="816"/>
                  </a:lnTo>
                  <a:lnTo>
                    <a:pt x="3649" y="796"/>
                  </a:lnTo>
                  <a:lnTo>
                    <a:pt x="2386" y="83"/>
                  </a:lnTo>
                  <a:lnTo>
                    <a:pt x="2350" y="65"/>
                  </a:lnTo>
                  <a:lnTo>
                    <a:pt x="2310" y="50"/>
                  </a:lnTo>
                  <a:lnTo>
                    <a:pt x="2268" y="36"/>
                  </a:lnTo>
                  <a:lnTo>
                    <a:pt x="2223" y="24"/>
                  </a:lnTo>
                  <a:lnTo>
                    <a:pt x="2178" y="15"/>
                  </a:lnTo>
                  <a:lnTo>
                    <a:pt x="2131" y="8"/>
                  </a:lnTo>
                  <a:lnTo>
                    <a:pt x="2082" y="3"/>
                  </a:lnTo>
                  <a:lnTo>
                    <a:pt x="2032" y="0"/>
                  </a:lnTo>
                  <a:lnTo>
                    <a:pt x="1982" y="1"/>
                  </a:lnTo>
                  <a:lnTo>
                    <a:pt x="1933" y="3"/>
                  </a:lnTo>
                  <a:lnTo>
                    <a:pt x="1882" y="9"/>
                  </a:lnTo>
                  <a:lnTo>
                    <a:pt x="1833" y="17"/>
                  </a:lnTo>
                  <a:lnTo>
                    <a:pt x="1785" y="29"/>
                  </a:lnTo>
                  <a:lnTo>
                    <a:pt x="1737" y="43"/>
                  </a:lnTo>
                  <a:lnTo>
                    <a:pt x="1691" y="62"/>
                  </a:lnTo>
                  <a:lnTo>
                    <a:pt x="1647" y="83"/>
                  </a:lnTo>
                  <a:lnTo>
                    <a:pt x="311" y="782"/>
                  </a:lnTo>
                  <a:lnTo>
                    <a:pt x="276" y="803"/>
                  </a:lnTo>
                  <a:lnTo>
                    <a:pt x="243" y="826"/>
                  </a:lnTo>
                  <a:lnTo>
                    <a:pt x="213" y="852"/>
                  </a:lnTo>
                  <a:lnTo>
                    <a:pt x="184" y="879"/>
                  </a:lnTo>
                  <a:lnTo>
                    <a:pt x="155" y="908"/>
                  </a:lnTo>
                  <a:lnTo>
                    <a:pt x="131" y="939"/>
                  </a:lnTo>
                  <a:lnTo>
                    <a:pt x="107" y="971"/>
                  </a:lnTo>
                  <a:lnTo>
                    <a:pt x="86" y="1005"/>
                  </a:lnTo>
                  <a:lnTo>
                    <a:pt x="68" y="1040"/>
                  </a:lnTo>
                  <a:lnTo>
                    <a:pt x="50" y="1076"/>
                  </a:lnTo>
                  <a:lnTo>
                    <a:pt x="36" y="1115"/>
                  </a:lnTo>
                  <a:lnTo>
                    <a:pt x="23" y="1153"/>
                  </a:lnTo>
                  <a:lnTo>
                    <a:pt x="14" y="1195"/>
                  </a:lnTo>
                  <a:lnTo>
                    <a:pt x="7" y="1236"/>
                  </a:lnTo>
                  <a:lnTo>
                    <a:pt x="2" y="1279"/>
                  </a:lnTo>
                  <a:lnTo>
                    <a:pt x="0" y="1322"/>
                  </a:lnTo>
                  <a:lnTo>
                    <a:pt x="0" y="3093"/>
                  </a:lnTo>
                  <a:lnTo>
                    <a:pt x="2" y="3147"/>
                  </a:lnTo>
                  <a:lnTo>
                    <a:pt x="7" y="3202"/>
                  </a:lnTo>
                  <a:lnTo>
                    <a:pt x="15" y="3257"/>
                  </a:lnTo>
                  <a:lnTo>
                    <a:pt x="27" y="3312"/>
                  </a:lnTo>
                  <a:lnTo>
                    <a:pt x="42" y="3366"/>
                  </a:lnTo>
                  <a:lnTo>
                    <a:pt x="59" y="3420"/>
                  </a:lnTo>
                  <a:lnTo>
                    <a:pt x="79" y="3474"/>
                  </a:lnTo>
                  <a:lnTo>
                    <a:pt x="102" y="3525"/>
                  </a:lnTo>
                  <a:lnTo>
                    <a:pt x="127" y="3576"/>
                  </a:lnTo>
                  <a:lnTo>
                    <a:pt x="154" y="3624"/>
                  </a:lnTo>
                  <a:lnTo>
                    <a:pt x="184" y="3670"/>
                  </a:lnTo>
                  <a:lnTo>
                    <a:pt x="214" y="3712"/>
                  </a:lnTo>
                  <a:lnTo>
                    <a:pt x="247" y="3752"/>
                  </a:lnTo>
                  <a:lnTo>
                    <a:pt x="281" y="3788"/>
                  </a:lnTo>
                  <a:lnTo>
                    <a:pt x="317" y="3821"/>
                  </a:lnTo>
                  <a:lnTo>
                    <a:pt x="353" y="384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3923" name="Freeform 33"/>
            <p:cNvSpPr>
              <a:spLocks/>
            </p:cNvSpPr>
            <p:nvPr/>
          </p:nvSpPr>
          <p:spPr bwMode="auto">
            <a:xfrm>
              <a:off x="943" y="2210"/>
              <a:ext cx="276" cy="187"/>
            </a:xfrm>
            <a:custGeom>
              <a:avLst/>
              <a:gdLst>
                <a:gd name="T0" fmla="*/ 11 w 1380"/>
                <a:gd name="T1" fmla="*/ 7 h 937"/>
                <a:gd name="T2" fmla="*/ 11 w 1380"/>
                <a:gd name="T3" fmla="*/ 7 h 937"/>
                <a:gd name="T4" fmla="*/ 0 w 1380"/>
                <a:gd name="T5" fmla="*/ 0 h 937"/>
                <a:gd name="T6" fmla="*/ 0 w 1380"/>
                <a:gd name="T7" fmla="*/ 1 h 937"/>
                <a:gd name="T8" fmla="*/ 10 w 1380"/>
                <a:gd name="T9" fmla="*/ 7 h 937"/>
                <a:gd name="T10" fmla="*/ 10 w 1380"/>
                <a:gd name="T11" fmla="*/ 7 h 937"/>
                <a:gd name="T12" fmla="*/ 10 w 1380"/>
                <a:gd name="T13" fmla="*/ 7 h 937"/>
                <a:gd name="T14" fmla="*/ 11 w 1380"/>
                <a:gd name="T15" fmla="*/ 7 h 937"/>
                <a:gd name="T16" fmla="*/ 11 w 1380"/>
                <a:gd name="T17" fmla="*/ 7 h 937"/>
                <a:gd name="T18" fmla="*/ 11 w 1380"/>
                <a:gd name="T19" fmla="*/ 7 h 937"/>
                <a:gd name="T20" fmla="*/ 11 w 1380"/>
                <a:gd name="T21" fmla="*/ 7 h 937"/>
                <a:gd name="T22" fmla="*/ 11 w 1380"/>
                <a:gd name="T23" fmla="*/ 7 h 937"/>
                <a:gd name="T24" fmla="*/ 11 w 1380"/>
                <a:gd name="T25" fmla="*/ 7 h 937"/>
                <a:gd name="T26" fmla="*/ 11 w 1380"/>
                <a:gd name="T27" fmla="*/ 7 h 937"/>
                <a:gd name="T28" fmla="*/ 11 w 1380"/>
                <a:gd name="T29" fmla="*/ 7 h 937"/>
                <a:gd name="T30" fmla="*/ 11 w 1380"/>
                <a:gd name="T31" fmla="*/ 7 h 93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80"/>
                <a:gd name="T49" fmla="*/ 0 h 937"/>
                <a:gd name="T50" fmla="*/ 1380 w 1380"/>
                <a:gd name="T51" fmla="*/ 937 h 93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80" h="937">
                  <a:moveTo>
                    <a:pt x="1354" y="848"/>
                  </a:moveTo>
                  <a:lnTo>
                    <a:pt x="1359" y="851"/>
                  </a:lnTo>
                  <a:lnTo>
                    <a:pt x="51" y="0"/>
                  </a:lnTo>
                  <a:lnTo>
                    <a:pt x="0" y="78"/>
                  </a:lnTo>
                  <a:lnTo>
                    <a:pt x="1307" y="929"/>
                  </a:lnTo>
                  <a:lnTo>
                    <a:pt x="1312" y="932"/>
                  </a:lnTo>
                  <a:lnTo>
                    <a:pt x="1307" y="929"/>
                  </a:lnTo>
                  <a:lnTo>
                    <a:pt x="1326" y="937"/>
                  </a:lnTo>
                  <a:lnTo>
                    <a:pt x="1345" y="936"/>
                  </a:lnTo>
                  <a:lnTo>
                    <a:pt x="1360" y="929"/>
                  </a:lnTo>
                  <a:lnTo>
                    <a:pt x="1372" y="916"/>
                  </a:lnTo>
                  <a:lnTo>
                    <a:pt x="1379" y="899"/>
                  </a:lnTo>
                  <a:lnTo>
                    <a:pt x="1380" y="883"/>
                  </a:lnTo>
                  <a:lnTo>
                    <a:pt x="1374" y="865"/>
                  </a:lnTo>
                  <a:lnTo>
                    <a:pt x="1359" y="851"/>
                  </a:lnTo>
                  <a:lnTo>
                    <a:pt x="1354" y="84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3924" name="Freeform 34"/>
            <p:cNvSpPr>
              <a:spLocks/>
            </p:cNvSpPr>
            <p:nvPr/>
          </p:nvSpPr>
          <p:spPr bwMode="auto">
            <a:xfrm>
              <a:off x="1206" y="2379"/>
              <a:ext cx="140" cy="32"/>
            </a:xfrm>
            <a:custGeom>
              <a:avLst/>
              <a:gdLst>
                <a:gd name="T0" fmla="*/ 5 w 703"/>
                <a:gd name="T1" fmla="*/ 0 h 162"/>
                <a:gd name="T2" fmla="*/ 5 w 703"/>
                <a:gd name="T3" fmla="*/ 0 h 162"/>
                <a:gd name="T4" fmla="*/ 5 w 703"/>
                <a:gd name="T5" fmla="*/ 0 h 162"/>
                <a:gd name="T6" fmla="*/ 5 w 703"/>
                <a:gd name="T7" fmla="*/ 0 h 162"/>
                <a:gd name="T8" fmla="*/ 4 w 703"/>
                <a:gd name="T9" fmla="*/ 0 h 162"/>
                <a:gd name="T10" fmla="*/ 4 w 703"/>
                <a:gd name="T11" fmla="*/ 0 h 162"/>
                <a:gd name="T12" fmla="*/ 4 w 703"/>
                <a:gd name="T13" fmla="*/ 0 h 162"/>
                <a:gd name="T14" fmla="*/ 3 w 703"/>
                <a:gd name="T15" fmla="*/ 1 h 162"/>
                <a:gd name="T16" fmla="*/ 3 w 703"/>
                <a:gd name="T17" fmla="*/ 1 h 162"/>
                <a:gd name="T18" fmla="*/ 3 w 703"/>
                <a:gd name="T19" fmla="*/ 1 h 162"/>
                <a:gd name="T20" fmla="*/ 2 w 703"/>
                <a:gd name="T21" fmla="*/ 1 h 162"/>
                <a:gd name="T22" fmla="*/ 2 w 703"/>
                <a:gd name="T23" fmla="*/ 1 h 162"/>
                <a:gd name="T24" fmla="*/ 2 w 703"/>
                <a:gd name="T25" fmla="*/ 0 h 162"/>
                <a:gd name="T26" fmla="*/ 1 w 703"/>
                <a:gd name="T27" fmla="*/ 0 h 162"/>
                <a:gd name="T28" fmla="*/ 1 w 703"/>
                <a:gd name="T29" fmla="*/ 0 h 162"/>
                <a:gd name="T30" fmla="*/ 1 w 703"/>
                <a:gd name="T31" fmla="*/ 0 h 162"/>
                <a:gd name="T32" fmla="*/ 1 w 703"/>
                <a:gd name="T33" fmla="*/ 0 h 162"/>
                <a:gd name="T34" fmla="*/ 0 w 703"/>
                <a:gd name="T35" fmla="*/ 0 h 162"/>
                <a:gd name="T36" fmla="*/ 0 w 703"/>
                <a:gd name="T37" fmla="*/ 1 h 162"/>
                <a:gd name="T38" fmla="*/ 0 w 703"/>
                <a:gd name="T39" fmla="*/ 1 h 162"/>
                <a:gd name="T40" fmla="*/ 1 w 703"/>
                <a:gd name="T41" fmla="*/ 1 h 162"/>
                <a:gd name="T42" fmla="*/ 1 w 703"/>
                <a:gd name="T43" fmla="*/ 1 h 162"/>
                <a:gd name="T44" fmla="*/ 1 w 703"/>
                <a:gd name="T45" fmla="*/ 1 h 162"/>
                <a:gd name="T46" fmla="*/ 2 w 703"/>
                <a:gd name="T47" fmla="*/ 1 h 162"/>
                <a:gd name="T48" fmla="*/ 2 w 703"/>
                <a:gd name="T49" fmla="*/ 1 h 162"/>
                <a:gd name="T50" fmla="*/ 2 w 703"/>
                <a:gd name="T51" fmla="*/ 1 h 162"/>
                <a:gd name="T52" fmla="*/ 3 w 703"/>
                <a:gd name="T53" fmla="*/ 1 h 162"/>
                <a:gd name="T54" fmla="*/ 3 w 703"/>
                <a:gd name="T55" fmla="*/ 1 h 162"/>
                <a:gd name="T56" fmla="*/ 3 w 703"/>
                <a:gd name="T57" fmla="*/ 1 h 162"/>
                <a:gd name="T58" fmla="*/ 4 w 703"/>
                <a:gd name="T59" fmla="*/ 1 h 162"/>
                <a:gd name="T60" fmla="*/ 4 w 703"/>
                <a:gd name="T61" fmla="*/ 1 h 162"/>
                <a:gd name="T62" fmla="*/ 5 w 703"/>
                <a:gd name="T63" fmla="*/ 1 h 162"/>
                <a:gd name="T64" fmla="*/ 5 w 703"/>
                <a:gd name="T65" fmla="*/ 1 h 162"/>
                <a:gd name="T66" fmla="*/ 5 w 703"/>
                <a:gd name="T67" fmla="*/ 1 h 162"/>
                <a:gd name="T68" fmla="*/ 5 w 703"/>
                <a:gd name="T69" fmla="*/ 1 h 162"/>
                <a:gd name="T70" fmla="*/ 5 w 703"/>
                <a:gd name="T71" fmla="*/ 1 h 162"/>
                <a:gd name="T72" fmla="*/ 5 w 703"/>
                <a:gd name="T73" fmla="*/ 1 h 162"/>
                <a:gd name="T74" fmla="*/ 5 w 703"/>
                <a:gd name="T75" fmla="*/ 1 h 162"/>
                <a:gd name="T76" fmla="*/ 6 w 703"/>
                <a:gd name="T77" fmla="*/ 0 h 162"/>
                <a:gd name="T78" fmla="*/ 6 w 703"/>
                <a:gd name="T79" fmla="*/ 0 h 162"/>
                <a:gd name="T80" fmla="*/ 6 w 703"/>
                <a:gd name="T81" fmla="*/ 0 h 162"/>
                <a:gd name="T82" fmla="*/ 5 w 703"/>
                <a:gd name="T83" fmla="*/ 0 h 162"/>
                <a:gd name="T84" fmla="*/ 5 w 703"/>
                <a:gd name="T85" fmla="*/ 0 h 162"/>
                <a:gd name="T86" fmla="*/ 5 w 703"/>
                <a:gd name="T87" fmla="*/ 0 h 162"/>
                <a:gd name="T88" fmla="*/ 5 w 703"/>
                <a:gd name="T89" fmla="*/ 0 h 162"/>
                <a:gd name="T90" fmla="*/ 5 w 703"/>
                <a:gd name="T91" fmla="*/ 0 h 162"/>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703"/>
                <a:gd name="T139" fmla="*/ 0 h 162"/>
                <a:gd name="T140" fmla="*/ 703 w 703"/>
                <a:gd name="T141" fmla="*/ 162 h 162"/>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703" h="162">
                  <a:moveTo>
                    <a:pt x="631" y="8"/>
                  </a:moveTo>
                  <a:lnTo>
                    <a:pt x="636" y="6"/>
                  </a:lnTo>
                  <a:lnTo>
                    <a:pt x="606" y="20"/>
                  </a:lnTo>
                  <a:lnTo>
                    <a:pt x="575" y="32"/>
                  </a:lnTo>
                  <a:lnTo>
                    <a:pt x="540" y="42"/>
                  </a:lnTo>
                  <a:lnTo>
                    <a:pt x="504" y="52"/>
                  </a:lnTo>
                  <a:lnTo>
                    <a:pt x="467" y="59"/>
                  </a:lnTo>
                  <a:lnTo>
                    <a:pt x="428" y="64"/>
                  </a:lnTo>
                  <a:lnTo>
                    <a:pt x="389" y="67"/>
                  </a:lnTo>
                  <a:lnTo>
                    <a:pt x="348" y="68"/>
                  </a:lnTo>
                  <a:lnTo>
                    <a:pt x="308" y="68"/>
                  </a:lnTo>
                  <a:lnTo>
                    <a:pt x="267" y="65"/>
                  </a:lnTo>
                  <a:lnTo>
                    <a:pt x="226" y="61"/>
                  </a:lnTo>
                  <a:lnTo>
                    <a:pt x="187" y="54"/>
                  </a:lnTo>
                  <a:lnTo>
                    <a:pt x="148" y="44"/>
                  </a:lnTo>
                  <a:lnTo>
                    <a:pt x="110" y="33"/>
                  </a:lnTo>
                  <a:lnTo>
                    <a:pt x="75" y="20"/>
                  </a:lnTo>
                  <a:lnTo>
                    <a:pt x="42" y="5"/>
                  </a:lnTo>
                  <a:lnTo>
                    <a:pt x="0" y="89"/>
                  </a:lnTo>
                  <a:lnTo>
                    <a:pt x="40" y="107"/>
                  </a:lnTo>
                  <a:lnTo>
                    <a:pt x="82" y="122"/>
                  </a:lnTo>
                  <a:lnTo>
                    <a:pt x="124" y="135"/>
                  </a:lnTo>
                  <a:lnTo>
                    <a:pt x="169" y="146"/>
                  </a:lnTo>
                  <a:lnTo>
                    <a:pt x="214" y="153"/>
                  </a:lnTo>
                  <a:lnTo>
                    <a:pt x="258" y="158"/>
                  </a:lnTo>
                  <a:lnTo>
                    <a:pt x="303" y="162"/>
                  </a:lnTo>
                  <a:lnTo>
                    <a:pt x="348" y="162"/>
                  </a:lnTo>
                  <a:lnTo>
                    <a:pt x="394" y="161"/>
                  </a:lnTo>
                  <a:lnTo>
                    <a:pt x="439" y="157"/>
                  </a:lnTo>
                  <a:lnTo>
                    <a:pt x="481" y="150"/>
                  </a:lnTo>
                  <a:lnTo>
                    <a:pt x="525" y="143"/>
                  </a:lnTo>
                  <a:lnTo>
                    <a:pt x="566" y="132"/>
                  </a:lnTo>
                  <a:lnTo>
                    <a:pt x="606" y="121"/>
                  </a:lnTo>
                  <a:lnTo>
                    <a:pt x="643" y="105"/>
                  </a:lnTo>
                  <a:lnTo>
                    <a:pt x="678" y="88"/>
                  </a:lnTo>
                  <a:lnTo>
                    <a:pt x="683" y="86"/>
                  </a:lnTo>
                  <a:lnTo>
                    <a:pt x="678" y="88"/>
                  </a:lnTo>
                  <a:lnTo>
                    <a:pt x="695" y="75"/>
                  </a:lnTo>
                  <a:lnTo>
                    <a:pt x="702" y="60"/>
                  </a:lnTo>
                  <a:lnTo>
                    <a:pt x="703" y="42"/>
                  </a:lnTo>
                  <a:lnTo>
                    <a:pt x="698" y="26"/>
                  </a:lnTo>
                  <a:lnTo>
                    <a:pt x="688" y="12"/>
                  </a:lnTo>
                  <a:lnTo>
                    <a:pt x="674" y="3"/>
                  </a:lnTo>
                  <a:lnTo>
                    <a:pt x="656" y="0"/>
                  </a:lnTo>
                  <a:lnTo>
                    <a:pt x="636" y="6"/>
                  </a:lnTo>
                  <a:lnTo>
                    <a:pt x="631"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3925" name="Freeform 35"/>
            <p:cNvSpPr>
              <a:spLocks/>
            </p:cNvSpPr>
            <p:nvPr/>
          </p:nvSpPr>
          <p:spPr bwMode="auto">
            <a:xfrm>
              <a:off x="1332" y="2204"/>
              <a:ext cx="283" cy="192"/>
            </a:xfrm>
            <a:custGeom>
              <a:avLst/>
              <a:gdLst>
                <a:gd name="T0" fmla="*/ 11 w 1415"/>
                <a:gd name="T1" fmla="*/ 0 h 960"/>
                <a:gd name="T2" fmla="*/ 11 w 1415"/>
                <a:gd name="T3" fmla="*/ 0 h 960"/>
                <a:gd name="T4" fmla="*/ 0 w 1415"/>
                <a:gd name="T5" fmla="*/ 7 h 960"/>
                <a:gd name="T6" fmla="*/ 0 w 1415"/>
                <a:gd name="T7" fmla="*/ 8 h 960"/>
                <a:gd name="T8" fmla="*/ 11 w 1415"/>
                <a:gd name="T9" fmla="*/ 1 h 960"/>
                <a:gd name="T10" fmla="*/ 11 w 1415"/>
                <a:gd name="T11" fmla="*/ 1 h 960"/>
                <a:gd name="T12" fmla="*/ 11 w 1415"/>
                <a:gd name="T13" fmla="*/ 1 h 960"/>
                <a:gd name="T14" fmla="*/ 11 w 1415"/>
                <a:gd name="T15" fmla="*/ 1 h 960"/>
                <a:gd name="T16" fmla="*/ 11 w 1415"/>
                <a:gd name="T17" fmla="*/ 0 h 960"/>
                <a:gd name="T18" fmla="*/ 11 w 1415"/>
                <a:gd name="T19" fmla="*/ 0 h 960"/>
                <a:gd name="T20" fmla="*/ 11 w 1415"/>
                <a:gd name="T21" fmla="*/ 0 h 960"/>
                <a:gd name="T22" fmla="*/ 11 w 1415"/>
                <a:gd name="T23" fmla="*/ 0 h 960"/>
                <a:gd name="T24" fmla="*/ 11 w 1415"/>
                <a:gd name="T25" fmla="*/ 0 h 960"/>
                <a:gd name="T26" fmla="*/ 11 w 1415"/>
                <a:gd name="T27" fmla="*/ 0 h 960"/>
                <a:gd name="T28" fmla="*/ 11 w 1415"/>
                <a:gd name="T29" fmla="*/ 0 h 960"/>
                <a:gd name="T30" fmla="*/ 11 w 1415"/>
                <a:gd name="T31" fmla="*/ 0 h 96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15"/>
                <a:gd name="T49" fmla="*/ 0 h 960"/>
                <a:gd name="T50" fmla="*/ 1415 w 1415"/>
                <a:gd name="T51" fmla="*/ 960 h 96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15" h="960">
                  <a:moveTo>
                    <a:pt x="1338" y="10"/>
                  </a:moveTo>
                  <a:lnTo>
                    <a:pt x="1342" y="8"/>
                  </a:lnTo>
                  <a:lnTo>
                    <a:pt x="0" y="882"/>
                  </a:lnTo>
                  <a:lnTo>
                    <a:pt x="52" y="960"/>
                  </a:lnTo>
                  <a:lnTo>
                    <a:pt x="1393" y="85"/>
                  </a:lnTo>
                  <a:lnTo>
                    <a:pt x="1397" y="83"/>
                  </a:lnTo>
                  <a:lnTo>
                    <a:pt x="1393" y="85"/>
                  </a:lnTo>
                  <a:lnTo>
                    <a:pt x="1409" y="71"/>
                  </a:lnTo>
                  <a:lnTo>
                    <a:pt x="1415" y="53"/>
                  </a:lnTo>
                  <a:lnTo>
                    <a:pt x="1413" y="37"/>
                  </a:lnTo>
                  <a:lnTo>
                    <a:pt x="1406" y="21"/>
                  </a:lnTo>
                  <a:lnTo>
                    <a:pt x="1395" y="8"/>
                  </a:lnTo>
                  <a:lnTo>
                    <a:pt x="1379" y="1"/>
                  </a:lnTo>
                  <a:lnTo>
                    <a:pt x="1361" y="0"/>
                  </a:lnTo>
                  <a:lnTo>
                    <a:pt x="1342" y="8"/>
                  </a:lnTo>
                  <a:lnTo>
                    <a:pt x="1338" y="1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3926" name="Freeform 36"/>
            <p:cNvSpPr>
              <a:spLocks/>
            </p:cNvSpPr>
            <p:nvPr/>
          </p:nvSpPr>
          <p:spPr bwMode="auto">
            <a:xfrm>
              <a:off x="1599" y="2057"/>
              <a:ext cx="80" cy="163"/>
            </a:xfrm>
            <a:custGeom>
              <a:avLst/>
              <a:gdLst>
                <a:gd name="T0" fmla="*/ 2 w 398"/>
                <a:gd name="T1" fmla="*/ 0 h 817"/>
                <a:gd name="T2" fmla="*/ 2 w 398"/>
                <a:gd name="T3" fmla="*/ 0 h 817"/>
                <a:gd name="T4" fmla="*/ 2 w 398"/>
                <a:gd name="T5" fmla="*/ 1 h 817"/>
                <a:gd name="T6" fmla="*/ 2 w 398"/>
                <a:gd name="T7" fmla="*/ 1 h 817"/>
                <a:gd name="T8" fmla="*/ 2 w 398"/>
                <a:gd name="T9" fmla="*/ 2 h 817"/>
                <a:gd name="T10" fmla="*/ 2 w 398"/>
                <a:gd name="T11" fmla="*/ 2 h 817"/>
                <a:gd name="T12" fmla="*/ 2 w 398"/>
                <a:gd name="T13" fmla="*/ 2 h 817"/>
                <a:gd name="T14" fmla="*/ 2 w 398"/>
                <a:gd name="T15" fmla="*/ 3 h 817"/>
                <a:gd name="T16" fmla="*/ 2 w 398"/>
                <a:gd name="T17" fmla="*/ 3 h 817"/>
                <a:gd name="T18" fmla="*/ 2 w 398"/>
                <a:gd name="T19" fmla="*/ 4 h 817"/>
                <a:gd name="T20" fmla="*/ 2 w 398"/>
                <a:gd name="T21" fmla="*/ 4 h 817"/>
                <a:gd name="T22" fmla="*/ 1 w 398"/>
                <a:gd name="T23" fmla="*/ 4 h 817"/>
                <a:gd name="T24" fmla="*/ 1 w 398"/>
                <a:gd name="T25" fmla="*/ 5 h 817"/>
                <a:gd name="T26" fmla="*/ 1 w 398"/>
                <a:gd name="T27" fmla="*/ 5 h 817"/>
                <a:gd name="T28" fmla="*/ 1 w 398"/>
                <a:gd name="T29" fmla="*/ 5 h 817"/>
                <a:gd name="T30" fmla="*/ 1 w 398"/>
                <a:gd name="T31" fmla="*/ 5 h 817"/>
                <a:gd name="T32" fmla="*/ 0 w 398"/>
                <a:gd name="T33" fmla="*/ 6 h 817"/>
                <a:gd name="T34" fmla="*/ 0 w 398"/>
                <a:gd name="T35" fmla="*/ 6 h 817"/>
                <a:gd name="T36" fmla="*/ 0 w 398"/>
                <a:gd name="T37" fmla="*/ 7 h 817"/>
                <a:gd name="T38" fmla="*/ 1 w 398"/>
                <a:gd name="T39" fmla="*/ 6 h 817"/>
                <a:gd name="T40" fmla="*/ 1 w 398"/>
                <a:gd name="T41" fmla="*/ 6 h 817"/>
                <a:gd name="T42" fmla="*/ 1 w 398"/>
                <a:gd name="T43" fmla="*/ 6 h 817"/>
                <a:gd name="T44" fmla="*/ 2 w 398"/>
                <a:gd name="T45" fmla="*/ 5 h 817"/>
                <a:gd name="T46" fmla="*/ 2 w 398"/>
                <a:gd name="T47" fmla="*/ 5 h 817"/>
                <a:gd name="T48" fmla="*/ 2 w 398"/>
                <a:gd name="T49" fmla="*/ 5 h 817"/>
                <a:gd name="T50" fmla="*/ 2 w 398"/>
                <a:gd name="T51" fmla="*/ 4 h 817"/>
                <a:gd name="T52" fmla="*/ 2 w 398"/>
                <a:gd name="T53" fmla="*/ 4 h 817"/>
                <a:gd name="T54" fmla="*/ 3 w 398"/>
                <a:gd name="T55" fmla="*/ 3 h 817"/>
                <a:gd name="T56" fmla="*/ 3 w 398"/>
                <a:gd name="T57" fmla="*/ 3 h 817"/>
                <a:gd name="T58" fmla="*/ 3 w 398"/>
                <a:gd name="T59" fmla="*/ 3 h 817"/>
                <a:gd name="T60" fmla="*/ 3 w 398"/>
                <a:gd name="T61" fmla="*/ 2 h 817"/>
                <a:gd name="T62" fmla="*/ 3 w 398"/>
                <a:gd name="T63" fmla="*/ 2 h 817"/>
                <a:gd name="T64" fmla="*/ 3 w 398"/>
                <a:gd name="T65" fmla="*/ 1 h 817"/>
                <a:gd name="T66" fmla="*/ 3 w 398"/>
                <a:gd name="T67" fmla="*/ 1 h 817"/>
                <a:gd name="T68" fmla="*/ 3 w 398"/>
                <a:gd name="T69" fmla="*/ 0 h 817"/>
                <a:gd name="T70" fmla="*/ 3 w 398"/>
                <a:gd name="T71" fmla="*/ 0 h 817"/>
                <a:gd name="T72" fmla="*/ 3 w 398"/>
                <a:gd name="T73" fmla="*/ 0 h 817"/>
                <a:gd name="T74" fmla="*/ 3 w 398"/>
                <a:gd name="T75" fmla="*/ 0 h 817"/>
                <a:gd name="T76" fmla="*/ 3 w 398"/>
                <a:gd name="T77" fmla="*/ 0 h 817"/>
                <a:gd name="T78" fmla="*/ 3 w 398"/>
                <a:gd name="T79" fmla="*/ 0 h 817"/>
                <a:gd name="T80" fmla="*/ 3 w 398"/>
                <a:gd name="T81" fmla="*/ 0 h 817"/>
                <a:gd name="T82" fmla="*/ 3 w 398"/>
                <a:gd name="T83" fmla="*/ 0 h 817"/>
                <a:gd name="T84" fmla="*/ 3 w 398"/>
                <a:gd name="T85" fmla="*/ 0 h 817"/>
                <a:gd name="T86" fmla="*/ 2 w 398"/>
                <a:gd name="T87" fmla="*/ 0 h 817"/>
                <a:gd name="T88" fmla="*/ 2 w 398"/>
                <a:gd name="T89" fmla="*/ 0 h 817"/>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398"/>
                <a:gd name="T136" fmla="*/ 0 h 817"/>
                <a:gd name="T137" fmla="*/ 398 w 398"/>
                <a:gd name="T138" fmla="*/ 817 h 817"/>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398" h="817">
                  <a:moveTo>
                    <a:pt x="304" y="47"/>
                  </a:moveTo>
                  <a:lnTo>
                    <a:pt x="304" y="47"/>
                  </a:lnTo>
                  <a:lnTo>
                    <a:pt x="301" y="97"/>
                  </a:lnTo>
                  <a:lnTo>
                    <a:pt x="297" y="147"/>
                  </a:lnTo>
                  <a:lnTo>
                    <a:pt x="291" y="198"/>
                  </a:lnTo>
                  <a:lnTo>
                    <a:pt x="280" y="247"/>
                  </a:lnTo>
                  <a:lnTo>
                    <a:pt x="268" y="297"/>
                  </a:lnTo>
                  <a:lnTo>
                    <a:pt x="253" y="347"/>
                  </a:lnTo>
                  <a:lnTo>
                    <a:pt x="236" y="395"/>
                  </a:lnTo>
                  <a:lnTo>
                    <a:pt x="217" y="442"/>
                  </a:lnTo>
                  <a:lnTo>
                    <a:pt x="195" y="487"/>
                  </a:lnTo>
                  <a:lnTo>
                    <a:pt x="171" y="532"/>
                  </a:lnTo>
                  <a:lnTo>
                    <a:pt x="147" y="574"/>
                  </a:lnTo>
                  <a:lnTo>
                    <a:pt x="121" y="613"/>
                  </a:lnTo>
                  <a:lnTo>
                    <a:pt x="93" y="650"/>
                  </a:lnTo>
                  <a:lnTo>
                    <a:pt x="64" y="684"/>
                  </a:lnTo>
                  <a:lnTo>
                    <a:pt x="32" y="716"/>
                  </a:lnTo>
                  <a:lnTo>
                    <a:pt x="0" y="744"/>
                  </a:lnTo>
                  <a:lnTo>
                    <a:pt x="59" y="817"/>
                  </a:lnTo>
                  <a:lnTo>
                    <a:pt x="95" y="784"/>
                  </a:lnTo>
                  <a:lnTo>
                    <a:pt x="132" y="748"/>
                  </a:lnTo>
                  <a:lnTo>
                    <a:pt x="166" y="709"/>
                  </a:lnTo>
                  <a:lnTo>
                    <a:pt x="196" y="667"/>
                  </a:lnTo>
                  <a:lnTo>
                    <a:pt x="227" y="623"/>
                  </a:lnTo>
                  <a:lnTo>
                    <a:pt x="253" y="576"/>
                  </a:lnTo>
                  <a:lnTo>
                    <a:pt x="279" y="530"/>
                  </a:lnTo>
                  <a:lnTo>
                    <a:pt x="301" y="479"/>
                  </a:lnTo>
                  <a:lnTo>
                    <a:pt x="323" y="428"/>
                  </a:lnTo>
                  <a:lnTo>
                    <a:pt x="342" y="375"/>
                  </a:lnTo>
                  <a:lnTo>
                    <a:pt x="359" y="321"/>
                  </a:lnTo>
                  <a:lnTo>
                    <a:pt x="372" y="268"/>
                  </a:lnTo>
                  <a:lnTo>
                    <a:pt x="382" y="212"/>
                  </a:lnTo>
                  <a:lnTo>
                    <a:pt x="391" y="157"/>
                  </a:lnTo>
                  <a:lnTo>
                    <a:pt x="395" y="102"/>
                  </a:lnTo>
                  <a:lnTo>
                    <a:pt x="398" y="47"/>
                  </a:lnTo>
                  <a:lnTo>
                    <a:pt x="394" y="27"/>
                  </a:lnTo>
                  <a:lnTo>
                    <a:pt x="383" y="11"/>
                  </a:lnTo>
                  <a:lnTo>
                    <a:pt x="368" y="3"/>
                  </a:lnTo>
                  <a:lnTo>
                    <a:pt x="351" y="0"/>
                  </a:lnTo>
                  <a:lnTo>
                    <a:pt x="333" y="3"/>
                  </a:lnTo>
                  <a:lnTo>
                    <a:pt x="319" y="11"/>
                  </a:lnTo>
                  <a:lnTo>
                    <a:pt x="307" y="27"/>
                  </a:lnTo>
                  <a:lnTo>
                    <a:pt x="304" y="4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3927" name="Freeform 37"/>
            <p:cNvSpPr>
              <a:spLocks/>
            </p:cNvSpPr>
            <p:nvPr/>
          </p:nvSpPr>
          <p:spPr bwMode="auto">
            <a:xfrm>
              <a:off x="1660" y="1701"/>
              <a:ext cx="19" cy="365"/>
            </a:xfrm>
            <a:custGeom>
              <a:avLst/>
              <a:gdLst>
                <a:gd name="T0" fmla="*/ 0 w 95"/>
                <a:gd name="T1" fmla="*/ 0 h 1826"/>
                <a:gd name="T2" fmla="*/ 0 w 95"/>
                <a:gd name="T3" fmla="*/ 0 h 1826"/>
                <a:gd name="T4" fmla="*/ 0 w 95"/>
                <a:gd name="T5" fmla="*/ 15 h 1826"/>
                <a:gd name="T6" fmla="*/ 1 w 95"/>
                <a:gd name="T7" fmla="*/ 15 h 1826"/>
                <a:gd name="T8" fmla="*/ 1 w 95"/>
                <a:gd name="T9" fmla="*/ 0 h 1826"/>
                <a:gd name="T10" fmla="*/ 1 w 95"/>
                <a:gd name="T11" fmla="*/ 0 h 1826"/>
                <a:gd name="T12" fmla="*/ 1 w 95"/>
                <a:gd name="T13" fmla="*/ 0 h 1826"/>
                <a:gd name="T14" fmla="*/ 1 w 95"/>
                <a:gd name="T15" fmla="*/ 0 h 1826"/>
                <a:gd name="T16" fmla="*/ 1 w 95"/>
                <a:gd name="T17" fmla="*/ 0 h 1826"/>
                <a:gd name="T18" fmla="*/ 1 w 95"/>
                <a:gd name="T19" fmla="*/ 0 h 1826"/>
                <a:gd name="T20" fmla="*/ 0 w 95"/>
                <a:gd name="T21" fmla="*/ 0 h 1826"/>
                <a:gd name="T22" fmla="*/ 0 w 95"/>
                <a:gd name="T23" fmla="*/ 0 h 1826"/>
                <a:gd name="T24" fmla="*/ 0 w 95"/>
                <a:gd name="T25" fmla="*/ 0 h 1826"/>
                <a:gd name="T26" fmla="*/ 0 w 95"/>
                <a:gd name="T27" fmla="*/ 0 h 1826"/>
                <a:gd name="T28" fmla="*/ 0 w 95"/>
                <a:gd name="T29" fmla="*/ 0 h 1826"/>
                <a:gd name="T30" fmla="*/ 0 w 95"/>
                <a:gd name="T31" fmla="*/ 0 h 182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95"/>
                <a:gd name="T49" fmla="*/ 0 h 1826"/>
                <a:gd name="T50" fmla="*/ 95 w 95"/>
                <a:gd name="T51" fmla="*/ 1826 h 182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95" h="1826">
                  <a:moveTo>
                    <a:pt x="0" y="49"/>
                  </a:moveTo>
                  <a:lnTo>
                    <a:pt x="0" y="47"/>
                  </a:lnTo>
                  <a:lnTo>
                    <a:pt x="1" y="1826"/>
                  </a:lnTo>
                  <a:lnTo>
                    <a:pt x="95" y="1826"/>
                  </a:lnTo>
                  <a:lnTo>
                    <a:pt x="93" y="47"/>
                  </a:lnTo>
                  <a:lnTo>
                    <a:pt x="93" y="45"/>
                  </a:lnTo>
                  <a:lnTo>
                    <a:pt x="93" y="47"/>
                  </a:lnTo>
                  <a:lnTo>
                    <a:pt x="90" y="27"/>
                  </a:lnTo>
                  <a:lnTo>
                    <a:pt x="79" y="12"/>
                  </a:lnTo>
                  <a:lnTo>
                    <a:pt x="64" y="4"/>
                  </a:lnTo>
                  <a:lnTo>
                    <a:pt x="47" y="0"/>
                  </a:lnTo>
                  <a:lnTo>
                    <a:pt x="29" y="4"/>
                  </a:lnTo>
                  <a:lnTo>
                    <a:pt x="15" y="12"/>
                  </a:lnTo>
                  <a:lnTo>
                    <a:pt x="3" y="27"/>
                  </a:lnTo>
                  <a:lnTo>
                    <a:pt x="0" y="47"/>
                  </a:lnTo>
                  <a:lnTo>
                    <a:pt x="0" y="4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3928" name="Freeform 38"/>
            <p:cNvSpPr>
              <a:spLocks/>
            </p:cNvSpPr>
            <p:nvPr/>
          </p:nvSpPr>
          <p:spPr bwMode="auto">
            <a:xfrm>
              <a:off x="1598" y="1598"/>
              <a:ext cx="81" cy="113"/>
            </a:xfrm>
            <a:custGeom>
              <a:avLst/>
              <a:gdLst>
                <a:gd name="T0" fmla="*/ 0 w 401"/>
                <a:gd name="T1" fmla="*/ 1 h 566"/>
                <a:gd name="T2" fmla="*/ 0 w 401"/>
                <a:gd name="T3" fmla="*/ 1 h 566"/>
                <a:gd name="T4" fmla="*/ 0 w 401"/>
                <a:gd name="T5" fmla="*/ 1 h 566"/>
                <a:gd name="T6" fmla="*/ 1 w 401"/>
                <a:gd name="T7" fmla="*/ 1 h 566"/>
                <a:gd name="T8" fmla="*/ 1 w 401"/>
                <a:gd name="T9" fmla="*/ 1 h 566"/>
                <a:gd name="T10" fmla="*/ 1 w 401"/>
                <a:gd name="T11" fmla="*/ 1 h 566"/>
                <a:gd name="T12" fmla="*/ 1 w 401"/>
                <a:gd name="T13" fmla="*/ 2 h 566"/>
                <a:gd name="T14" fmla="*/ 1 w 401"/>
                <a:gd name="T15" fmla="*/ 2 h 566"/>
                <a:gd name="T16" fmla="*/ 2 w 401"/>
                <a:gd name="T17" fmla="*/ 2 h 566"/>
                <a:gd name="T18" fmla="*/ 2 w 401"/>
                <a:gd name="T19" fmla="*/ 2 h 566"/>
                <a:gd name="T20" fmla="*/ 2 w 401"/>
                <a:gd name="T21" fmla="*/ 2 h 566"/>
                <a:gd name="T22" fmla="*/ 2 w 401"/>
                <a:gd name="T23" fmla="*/ 3 h 566"/>
                <a:gd name="T24" fmla="*/ 2 w 401"/>
                <a:gd name="T25" fmla="*/ 3 h 566"/>
                <a:gd name="T26" fmla="*/ 2 w 401"/>
                <a:gd name="T27" fmla="*/ 3 h 566"/>
                <a:gd name="T28" fmla="*/ 2 w 401"/>
                <a:gd name="T29" fmla="*/ 4 h 566"/>
                <a:gd name="T30" fmla="*/ 2 w 401"/>
                <a:gd name="T31" fmla="*/ 4 h 566"/>
                <a:gd name="T32" fmla="*/ 2 w 401"/>
                <a:gd name="T33" fmla="*/ 4 h 566"/>
                <a:gd name="T34" fmla="*/ 3 w 401"/>
                <a:gd name="T35" fmla="*/ 5 h 566"/>
                <a:gd name="T36" fmla="*/ 3 w 401"/>
                <a:gd name="T37" fmla="*/ 4 h 566"/>
                <a:gd name="T38" fmla="*/ 3 w 401"/>
                <a:gd name="T39" fmla="*/ 4 h 566"/>
                <a:gd name="T40" fmla="*/ 3 w 401"/>
                <a:gd name="T41" fmla="*/ 4 h 566"/>
                <a:gd name="T42" fmla="*/ 3 w 401"/>
                <a:gd name="T43" fmla="*/ 3 h 566"/>
                <a:gd name="T44" fmla="*/ 3 w 401"/>
                <a:gd name="T45" fmla="*/ 3 h 566"/>
                <a:gd name="T46" fmla="*/ 3 w 401"/>
                <a:gd name="T47" fmla="*/ 3 h 566"/>
                <a:gd name="T48" fmla="*/ 3 w 401"/>
                <a:gd name="T49" fmla="*/ 2 h 566"/>
                <a:gd name="T50" fmla="*/ 3 w 401"/>
                <a:gd name="T51" fmla="*/ 2 h 566"/>
                <a:gd name="T52" fmla="*/ 2 w 401"/>
                <a:gd name="T53" fmla="*/ 2 h 566"/>
                <a:gd name="T54" fmla="*/ 2 w 401"/>
                <a:gd name="T55" fmla="*/ 2 h 566"/>
                <a:gd name="T56" fmla="*/ 2 w 401"/>
                <a:gd name="T57" fmla="*/ 1 h 566"/>
                <a:gd name="T58" fmla="*/ 2 w 401"/>
                <a:gd name="T59" fmla="*/ 1 h 566"/>
                <a:gd name="T60" fmla="*/ 2 w 401"/>
                <a:gd name="T61" fmla="*/ 1 h 566"/>
                <a:gd name="T62" fmla="*/ 1 w 401"/>
                <a:gd name="T63" fmla="*/ 1 h 566"/>
                <a:gd name="T64" fmla="*/ 1 w 401"/>
                <a:gd name="T65" fmla="*/ 0 h 566"/>
                <a:gd name="T66" fmla="*/ 1 w 401"/>
                <a:gd name="T67" fmla="*/ 0 h 566"/>
                <a:gd name="T68" fmla="*/ 1 w 401"/>
                <a:gd name="T69" fmla="*/ 0 h 566"/>
                <a:gd name="T70" fmla="*/ 1 w 401"/>
                <a:gd name="T71" fmla="*/ 0 h 566"/>
                <a:gd name="T72" fmla="*/ 1 w 401"/>
                <a:gd name="T73" fmla="*/ 0 h 566"/>
                <a:gd name="T74" fmla="*/ 0 w 401"/>
                <a:gd name="T75" fmla="*/ 0 h 566"/>
                <a:gd name="T76" fmla="*/ 0 w 401"/>
                <a:gd name="T77" fmla="*/ 0 h 566"/>
                <a:gd name="T78" fmla="*/ 0 w 401"/>
                <a:gd name="T79" fmla="*/ 0 h 566"/>
                <a:gd name="T80" fmla="*/ 0 w 401"/>
                <a:gd name="T81" fmla="*/ 0 h 566"/>
                <a:gd name="T82" fmla="*/ 0 w 401"/>
                <a:gd name="T83" fmla="*/ 0 h 566"/>
                <a:gd name="T84" fmla="*/ 0 w 401"/>
                <a:gd name="T85" fmla="*/ 0 h 566"/>
                <a:gd name="T86" fmla="*/ 0 w 401"/>
                <a:gd name="T87" fmla="*/ 1 h 566"/>
                <a:gd name="T88" fmla="*/ 0 w 401"/>
                <a:gd name="T89" fmla="*/ 1 h 56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401"/>
                <a:gd name="T136" fmla="*/ 0 h 566"/>
                <a:gd name="T137" fmla="*/ 401 w 401"/>
                <a:gd name="T138" fmla="*/ 566 h 566"/>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401" h="566">
                  <a:moveTo>
                    <a:pt x="23" y="88"/>
                  </a:moveTo>
                  <a:lnTo>
                    <a:pt x="23" y="88"/>
                  </a:lnTo>
                  <a:lnTo>
                    <a:pt x="53" y="107"/>
                  </a:lnTo>
                  <a:lnTo>
                    <a:pt x="83" y="125"/>
                  </a:lnTo>
                  <a:lnTo>
                    <a:pt x="108" y="147"/>
                  </a:lnTo>
                  <a:lnTo>
                    <a:pt x="135" y="171"/>
                  </a:lnTo>
                  <a:lnTo>
                    <a:pt x="160" y="196"/>
                  </a:lnTo>
                  <a:lnTo>
                    <a:pt x="182" y="223"/>
                  </a:lnTo>
                  <a:lnTo>
                    <a:pt x="205" y="251"/>
                  </a:lnTo>
                  <a:lnTo>
                    <a:pt x="223" y="281"/>
                  </a:lnTo>
                  <a:lnTo>
                    <a:pt x="240" y="312"/>
                  </a:lnTo>
                  <a:lnTo>
                    <a:pt x="256" y="345"/>
                  </a:lnTo>
                  <a:lnTo>
                    <a:pt x="270" y="379"/>
                  </a:lnTo>
                  <a:lnTo>
                    <a:pt x="282" y="414"/>
                  </a:lnTo>
                  <a:lnTo>
                    <a:pt x="291" y="450"/>
                  </a:lnTo>
                  <a:lnTo>
                    <a:pt x="299" y="488"/>
                  </a:lnTo>
                  <a:lnTo>
                    <a:pt x="304" y="526"/>
                  </a:lnTo>
                  <a:lnTo>
                    <a:pt x="308" y="566"/>
                  </a:lnTo>
                  <a:lnTo>
                    <a:pt x="401" y="562"/>
                  </a:lnTo>
                  <a:lnTo>
                    <a:pt x="398" y="517"/>
                  </a:lnTo>
                  <a:lnTo>
                    <a:pt x="391" y="471"/>
                  </a:lnTo>
                  <a:lnTo>
                    <a:pt x="383" y="429"/>
                  </a:lnTo>
                  <a:lnTo>
                    <a:pt x="371" y="386"/>
                  </a:lnTo>
                  <a:lnTo>
                    <a:pt x="357" y="346"/>
                  </a:lnTo>
                  <a:lnTo>
                    <a:pt x="340" y="307"/>
                  </a:lnTo>
                  <a:lnTo>
                    <a:pt x="324" y="270"/>
                  </a:lnTo>
                  <a:lnTo>
                    <a:pt x="303" y="232"/>
                  </a:lnTo>
                  <a:lnTo>
                    <a:pt x="280" y="197"/>
                  </a:lnTo>
                  <a:lnTo>
                    <a:pt x="255" y="164"/>
                  </a:lnTo>
                  <a:lnTo>
                    <a:pt x="228" y="132"/>
                  </a:lnTo>
                  <a:lnTo>
                    <a:pt x="199" y="103"/>
                  </a:lnTo>
                  <a:lnTo>
                    <a:pt x="169" y="76"/>
                  </a:lnTo>
                  <a:lnTo>
                    <a:pt x="137" y="50"/>
                  </a:lnTo>
                  <a:lnTo>
                    <a:pt x="103" y="27"/>
                  </a:lnTo>
                  <a:lnTo>
                    <a:pt x="67" y="6"/>
                  </a:lnTo>
                  <a:lnTo>
                    <a:pt x="48" y="0"/>
                  </a:lnTo>
                  <a:lnTo>
                    <a:pt x="30" y="2"/>
                  </a:lnTo>
                  <a:lnTo>
                    <a:pt x="16" y="12"/>
                  </a:lnTo>
                  <a:lnTo>
                    <a:pt x="5" y="25"/>
                  </a:lnTo>
                  <a:lnTo>
                    <a:pt x="0" y="41"/>
                  </a:lnTo>
                  <a:lnTo>
                    <a:pt x="0" y="59"/>
                  </a:lnTo>
                  <a:lnTo>
                    <a:pt x="8" y="75"/>
                  </a:lnTo>
                  <a:lnTo>
                    <a:pt x="23"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3929" name="Freeform 39"/>
            <p:cNvSpPr>
              <a:spLocks/>
            </p:cNvSpPr>
            <p:nvPr/>
          </p:nvSpPr>
          <p:spPr bwMode="auto">
            <a:xfrm>
              <a:off x="1346" y="1455"/>
              <a:ext cx="266" cy="160"/>
            </a:xfrm>
            <a:custGeom>
              <a:avLst/>
              <a:gdLst>
                <a:gd name="T0" fmla="*/ 0 w 1330"/>
                <a:gd name="T1" fmla="*/ 1 h 801"/>
                <a:gd name="T2" fmla="*/ 0 w 1330"/>
                <a:gd name="T3" fmla="*/ 1 h 801"/>
                <a:gd name="T4" fmla="*/ 10 w 1330"/>
                <a:gd name="T5" fmla="*/ 6 h 801"/>
                <a:gd name="T6" fmla="*/ 11 w 1330"/>
                <a:gd name="T7" fmla="*/ 6 h 801"/>
                <a:gd name="T8" fmla="*/ 1 w 1330"/>
                <a:gd name="T9" fmla="*/ 0 h 801"/>
                <a:gd name="T10" fmla="*/ 1 w 1330"/>
                <a:gd name="T11" fmla="*/ 0 h 801"/>
                <a:gd name="T12" fmla="*/ 1 w 1330"/>
                <a:gd name="T13" fmla="*/ 0 h 801"/>
                <a:gd name="T14" fmla="*/ 0 w 1330"/>
                <a:gd name="T15" fmla="*/ 0 h 801"/>
                <a:gd name="T16" fmla="*/ 0 w 1330"/>
                <a:gd name="T17" fmla="*/ 0 h 801"/>
                <a:gd name="T18" fmla="*/ 0 w 1330"/>
                <a:gd name="T19" fmla="*/ 0 h 801"/>
                <a:gd name="T20" fmla="*/ 0 w 1330"/>
                <a:gd name="T21" fmla="*/ 0 h 801"/>
                <a:gd name="T22" fmla="*/ 0 w 1330"/>
                <a:gd name="T23" fmla="*/ 0 h 801"/>
                <a:gd name="T24" fmla="*/ 0 w 1330"/>
                <a:gd name="T25" fmla="*/ 0 h 801"/>
                <a:gd name="T26" fmla="*/ 0 w 1330"/>
                <a:gd name="T27" fmla="*/ 1 h 801"/>
                <a:gd name="T28" fmla="*/ 0 w 1330"/>
                <a:gd name="T29" fmla="*/ 1 h 801"/>
                <a:gd name="T30" fmla="*/ 0 w 1330"/>
                <a:gd name="T31" fmla="*/ 1 h 801"/>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30"/>
                <a:gd name="T49" fmla="*/ 0 h 801"/>
                <a:gd name="T50" fmla="*/ 1330 w 1330"/>
                <a:gd name="T51" fmla="*/ 801 h 801"/>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30" h="801">
                  <a:moveTo>
                    <a:pt x="24" y="88"/>
                  </a:moveTo>
                  <a:lnTo>
                    <a:pt x="23" y="88"/>
                  </a:lnTo>
                  <a:lnTo>
                    <a:pt x="1286" y="801"/>
                  </a:lnTo>
                  <a:lnTo>
                    <a:pt x="1330" y="719"/>
                  </a:lnTo>
                  <a:lnTo>
                    <a:pt x="67" y="6"/>
                  </a:lnTo>
                  <a:lnTo>
                    <a:pt x="66" y="6"/>
                  </a:lnTo>
                  <a:lnTo>
                    <a:pt x="67" y="6"/>
                  </a:lnTo>
                  <a:lnTo>
                    <a:pt x="48" y="0"/>
                  </a:lnTo>
                  <a:lnTo>
                    <a:pt x="30" y="2"/>
                  </a:lnTo>
                  <a:lnTo>
                    <a:pt x="16" y="12"/>
                  </a:lnTo>
                  <a:lnTo>
                    <a:pt x="5" y="25"/>
                  </a:lnTo>
                  <a:lnTo>
                    <a:pt x="0" y="41"/>
                  </a:lnTo>
                  <a:lnTo>
                    <a:pt x="0" y="59"/>
                  </a:lnTo>
                  <a:lnTo>
                    <a:pt x="8" y="75"/>
                  </a:lnTo>
                  <a:lnTo>
                    <a:pt x="23" y="88"/>
                  </a:lnTo>
                  <a:lnTo>
                    <a:pt x="24"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3930" name="Freeform 40"/>
            <p:cNvSpPr>
              <a:spLocks/>
            </p:cNvSpPr>
            <p:nvPr/>
          </p:nvSpPr>
          <p:spPr bwMode="auto">
            <a:xfrm>
              <a:off x="1198" y="1439"/>
              <a:ext cx="161" cy="35"/>
            </a:xfrm>
            <a:custGeom>
              <a:avLst/>
              <a:gdLst>
                <a:gd name="T0" fmla="*/ 1 w 806"/>
                <a:gd name="T1" fmla="*/ 1 h 177"/>
                <a:gd name="T2" fmla="*/ 1 w 806"/>
                <a:gd name="T3" fmla="*/ 1 h 177"/>
                <a:gd name="T4" fmla="*/ 1 w 806"/>
                <a:gd name="T5" fmla="*/ 1 h 177"/>
                <a:gd name="T6" fmla="*/ 1 w 806"/>
                <a:gd name="T7" fmla="*/ 1 h 177"/>
                <a:gd name="T8" fmla="*/ 2 w 806"/>
                <a:gd name="T9" fmla="*/ 1 h 177"/>
                <a:gd name="T10" fmla="*/ 2 w 806"/>
                <a:gd name="T11" fmla="*/ 1 h 177"/>
                <a:gd name="T12" fmla="*/ 2 w 806"/>
                <a:gd name="T13" fmla="*/ 1 h 177"/>
                <a:gd name="T14" fmla="*/ 3 w 806"/>
                <a:gd name="T15" fmla="*/ 1 h 177"/>
                <a:gd name="T16" fmla="*/ 3 w 806"/>
                <a:gd name="T17" fmla="*/ 1 h 177"/>
                <a:gd name="T18" fmla="*/ 3 w 806"/>
                <a:gd name="T19" fmla="*/ 1 h 177"/>
                <a:gd name="T20" fmla="*/ 4 w 806"/>
                <a:gd name="T21" fmla="*/ 1 h 177"/>
                <a:gd name="T22" fmla="*/ 4 w 806"/>
                <a:gd name="T23" fmla="*/ 1 h 177"/>
                <a:gd name="T24" fmla="*/ 5 w 806"/>
                <a:gd name="T25" fmla="*/ 1 h 177"/>
                <a:gd name="T26" fmla="*/ 5 w 806"/>
                <a:gd name="T27" fmla="*/ 1 h 177"/>
                <a:gd name="T28" fmla="*/ 5 w 806"/>
                <a:gd name="T29" fmla="*/ 1 h 177"/>
                <a:gd name="T30" fmla="*/ 6 w 806"/>
                <a:gd name="T31" fmla="*/ 1 h 177"/>
                <a:gd name="T32" fmla="*/ 6 w 806"/>
                <a:gd name="T33" fmla="*/ 1 h 177"/>
                <a:gd name="T34" fmla="*/ 6 w 806"/>
                <a:gd name="T35" fmla="*/ 1 h 177"/>
                <a:gd name="T36" fmla="*/ 6 w 806"/>
                <a:gd name="T37" fmla="*/ 1 h 177"/>
                <a:gd name="T38" fmla="*/ 6 w 806"/>
                <a:gd name="T39" fmla="*/ 1 h 177"/>
                <a:gd name="T40" fmla="*/ 6 w 806"/>
                <a:gd name="T41" fmla="*/ 0 h 177"/>
                <a:gd name="T42" fmla="*/ 5 w 806"/>
                <a:gd name="T43" fmla="*/ 0 h 177"/>
                <a:gd name="T44" fmla="*/ 5 w 806"/>
                <a:gd name="T45" fmla="*/ 0 h 177"/>
                <a:gd name="T46" fmla="*/ 5 w 806"/>
                <a:gd name="T47" fmla="*/ 0 h 177"/>
                <a:gd name="T48" fmla="*/ 4 w 806"/>
                <a:gd name="T49" fmla="*/ 0 h 177"/>
                <a:gd name="T50" fmla="*/ 4 w 806"/>
                <a:gd name="T51" fmla="*/ 0 h 177"/>
                <a:gd name="T52" fmla="*/ 3 w 806"/>
                <a:gd name="T53" fmla="*/ 0 h 177"/>
                <a:gd name="T54" fmla="*/ 3 w 806"/>
                <a:gd name="T55" fmla="*/ 0 h 177"/>
                <a:gd name="T56" fmla="*/ 3 w 806"/>
                <a:gd name="T57" fmla="*/ 0 h 177"/>
                <a:gd name="T58" fmla="*/ 2 w 806"/>
                <a:gd name="T59" fmla="*/ 0 h 177"/>
                <a:gd name="T60" fmla="*/ 2 w 806"/>
                <a:gd name="T61" fmla="*/ 0 h 177"/>
                <a:gd name="T62" fmla="*/ 1 w 806"/>
                <a:gd name="T63" fmla="*/ 0 h 177"/>
                <a:gd name="T64" fmla="*/ 1 w 806"/>
                <a:gd name="T65" fmla="*/ 0 h 177"/>
                <a:gd name="T66" fmla="*/ 1 w 806"/>
                <a:gd name="T67" fmla="*/ 1 h 177"/>
                <a:gd name="T68" fmla="*/ 0 w 806"/>
                <a:gd name="T69" fmla="*/ 1 h 177"/>
                <a:gd name="T70" fmla="*/ 0 w 806"/>
                <a:gd name="T71" fmla="*/ 1 h 177"/>
                <a:gd name="T72" fmla="*/ 0 w 806"/>
                <a:gd name="T73" fmla="*/ 1 h 177"/>
                <a:gd name="T74" fmla="*/ 0 w 806"/>
                <a:gd name="T75" fmla="*/ 1 h 177"/>
                <a:gd name="T76" fmla="*/ 0 w 806"/>
                <a:gd name="T77" fmla="*/ 1 h 177"/>
                <a:gd name="T78" fmla="*/ 0 w 806"/>
                <a:gd name="T79" fmla="*/ 1 h 177"/>
                <a:gd name="T80" fmla="*/ 0 w 806"/>
                <a:gd name="T81" fmla="*/ 1 h 177"/>
                <a:gd name="T82" fmla="*/ 0 w 806"/>
                <a:gd name="T83" fmla="*/ 1 h 177"/>
                <a:gd name="T84" fmla="*/ 0 w 806"/>
                <a:gd name="T85" fmla="*/ 1 h 177"/>
                <a:gd name="T86" fmla="*/ 0 w 806"/>
                <a:gd name="T87" fmla="*/ 1 h 177"/>
                <a:gd name="T88" fmla="*/ 1 w 806"/>
                <a:gd name="T89" fmla="*/ 1 h 177"/>
                <a:gd name="T90" fmla="*/ 1 w 806"/>
                <a:gd name="T91" fmla="*/ 1 h 17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806"/>
                <a:gd name="T139" fmla="*/ 0 h 177"/>
                <a:gd name="T140" fmla="*/ 806 w 806"/>
                <a:gd name="T141" fmla="*/ 177 h 17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806" h="177">
                  <a:moveTo>
                    <a:pt x="67" y="171"/>
                  </a:moveTo>
                  <a:lnTo>
                    <a:pt x="68" y="171"/>
                  </a:lnTo>
                  <a:lnTo>
                    <a:pt x="109" y="151"/>
                  </a:lnTo>
                  <a:lnTo>
                    <a:pt x="151" y="135"/>
                  </a:lnTo>
                  <a:lnTo>
                    <a:pt x="196" y="122"/>
                  </a:lnTo>
                  <a:lnTo>
                    <a:pt x="242" y="110"/>
                  </a:lnTo>
                  <a:lnTo>
                    <a:pt x="287" y="102"/>
                  </a:lnTo>
                  <a:lnTo>
                    <a:pt x="335" y="97"/>
                  </a:lnTo>
                  <a:lnTo>
                    <a:pt x="382" y="95"/>
                  </a:lnTo>
                  <a:lnTo>
                    <a:pt x="430" y="94"/>
                  </a:lnTo>
                  <a:lnTo>
                    <a:pt x="477" y="97"/>
                  </a:lnTo>
                  <a:lnTo>
                    <a:pt x="524" y="102"/>
                  </a:lnTo>
                  <a:lnTo>
                    <a:pt x="568" y="108"/>
                  </a:lnTo>
                  <a:lnTo>
                    <a:pt x="612" y="117"/>
                  </a:lnTo>
                  <a:lnTo>
                    <a:pt x="654" y="128"/>
                  </a:lnTo>
                  <a:lnTo>
                    <a:pt x="693" y="141"/>
                  </a:lnTo>
                  <a:lnTo>
                    <a:pt x="730" y="155"/>
                  </a:lnTo>
                  <a:lnTo>
                    <a:pt x="764" y="171"/>
                  </a:lnTo>
                  <a:lnTo>
                    <a:pt x="806" y="89"/>
                  </a:lnTo>
                  <a:lnTo>
                    <a:pt x="768" y="70"/>
                  </a:lnTo>
                  <a:lnTo>
                    <a:pt x="725" y="54"/>
                  </a:lnTo>
                  <a:lnTo>
                    <a:pt x="680" y="39"/>
                  </a:lnTo>
                  <a:lnTo>
                    <a:pt x="633" y="26"/>
                  </a:lnTo>
                  <a:lnTo>
                    <a:pt x="585" y="16"/>
                  </a:lnTo>
                  <a:lnTo>
                    <a:pt x="536" y="8"/>
                  </a:lnTo>
                  <a:lnTo>
                    <a:pt x="484" y="3"/>
                  </a:lnTo>
                  <a:lnTo>
                    <a:pt x="433" y="0"/>
                  </a:lnTo>
                  <a:lnTo>
                    <a:pt x="380" y="1"/>
                  </a:lnTo>
                  <a:lnTo>
                    <a:pt x="328" y="3"/>
                  </a:lnTo>
                  <a:lnTo>
                    <a:pt x="276" y="10"/>
                  </a:lnTo>
                  <a:lnTo>
                    <a:pt x="223" y="19"/>
                  </a:lnTo>
                  <a:lnTo>
                    <a:pt x="172" y="30"/>
                  </a:lnTo>
                  <a:lnTo>
                    <a:pt x="121" y="46"/>
                  </a:lnTo>
                  <a:lnTo>
                    <a:pt x="72" y="67"/>
                  </a:lnTo>
                  <a:lnTo>
                    <a:pt x="24" y="89"/>
                  </a:lnTo>
                  <a:lnTo>
                    <a:pt x="25" y="89"/>
                  </a:lnTo>
                  <a:lnTo>
                    <a:pt x="24" y="89"/>
                  </a:lnTo>
                  <a:lnTo>
                    <a:pt x="8" y="102"/>
                  </a:lnTo>
                  <a:lnTo>
                    <a:pt x="0" y="118"/>
                  </a:lnTo>
                  <a:lnTo>
                    <a:pt x="0" y="136"/>
                  </a:lnTo>
                  <a:lnTo>
                    <a:pt x="6" y="152"/>
                  </a:lnTo>
                  <a:lnTo>
                    <a:pt x="17" y="165"/>
                  </a:lnTo>
                  <a:lnTo>
                    <a:pt x="31" y="175"/>
                  </a:lnTo>
                  <a:lnTo>
                    <a:pt x="48" y="177"/>
                  </a:lnTo>
                  <a:lnTo>
                    <a:pt x="68" y="171"/>
                  </a:lnTo>
                  <a:lnTo>
                    <a:pt x="67" y="1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3931" name="Freeform 41"/>
            <p:cNvSpPr>
              <a:spLocks/>
            </p:cNvSpPr>
            <p:nvPr/>
          </p:nvSpPr>
          <p:spPr bwMode="auto">
            <a:xfrm>
              <a:off x="931" y="1456"/>
              <a:ext cx="280" cy="158"/>
            </a:xfrm>
            <a:custGeom>
              <a:avLst/>
              <a:gdLst>
                <a:gd name="T0" fmla="*/ 1 w 1402"/>
                <a:gd name="T1" fmla="*/ 6 h 787"/>
                <a:gd name="T2" fmla="*/ 1 w 1402"/>
                <a:gd name="T3" fmla="*/ 6 h 787"/>
                <a:gd name="T4" fmla="*/ 11 w 1402"/>
                <a:gd name="T5" fmla="*/ 1 h 787"/>
                <a:gd name="T6" fmla="*/ 11 w 1402"/>
                <a:gd name="T7" fmla="*/ 0 h 787"/>
                <a:gd name="T8" fmla="*/ 0 w 1402"/>
                <a:gd name="T9" fmla="*/ 6 h 787"/>
                <a:gd name="T10" fmla="*/ 0 w 1402"/>
                <a:gd name="T11" fmla="*/ 6 h 787"/>
                <a:gd name="T12" fmla="*/ 0 w 1402"/>
                <a:gd name="T13" fmla="*/ 6 h 787"/>
                <a:gd name="T14" fmla="*/ 0 w 1402"/>
                <a:gd name="T15" fmla="*/ 6 h 787"/>
                <a:gd name="T16" fmla="*/ 0 w 1402"/>
                <a:gd name="T17" fmla="*/ 6 h 787"/>
                <a:gd name="T18" fmla="*/ 0 w 1402"/>
                <a:gd name="T19" fmla="*/ 6 h 787"/>
                <a:gd name="T20" fmla="*/ 0 w 1402"/>
                <a:gd name="T21" fmla="*/ 6 h 787"/>
                <a:gd name="T22" fmla="*/ 0 w 1402"/>
                <a:gd name="T23" fmla="*/ 6 h 787"/>
                <a:gd name="T24" fmla="*/ 0 w 1402"/>
                <a:gd name="T25" fmla="*/ 6 h 787"/>
                <a:gd name="T26" fmla="*/ 0 w 1402"/>
                <a:gd name="T27" fmla="*/ 6 h 787"/>
                <a:gd name="T28" fmla="*/ 1 w 1402"/>
                <a:gd name="T29" fmla="*/ 6 h 787"/>
                <a:gd name="T30" fmla="*/ 1 w 1402"/>
                <a:gd name="T31" fmla="*/ 6 h 78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02"/>
                <a:gd name="T49" fmla="*/ 0 h 787"/>
                <a:gd name="T50" fmla="*/ 1402 w 1402"/>
                <a:gd name="T51" fmla="*/ 787 h 78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02" h="787">
                  <a:moveTo>
                    <a:pt x="69" y="781"/>
                  </a:moveTo>
                  <a:lnTo>
                    <a:pt x="66" y="781"/>
                  </a:lnTo>
                  <a:lnTo>
                    <a:pt x="1402" y="82"/>
                  </a:lnTo>
                  <a:lnTo>
                    <a:pt x="1360" y="0"/>
                  </a:lnTo>
                  <a:lnTo>
                    <a:pt x="24" y="699"/>
                  </a:lnTo>
                  <a:lnTo>
                    <a:pt x="22" y="699"/>
                  </a:lnTo>
                  <a:lnTo>
                    <a:pt x="24" y="699"/>
                  </a:lnTo>
                  <a:lnTo>
                    <a:pt x="8" y="712"/>
                  </a:lnTo>
                  <a:lnTo>
                    <a:pt x="1" y="727"/>
                  </a:lnTo>
                  <a:lnTo>
                    <a:pt x="0" y="744"/>
                  </a:lnTo>
                  <a:lnTo>
                    <a:pt x="5" y="761"/>
                  </a:lnTo>
                  <a:lnTo>
                    <a:pt x="15" y="775"/>
                  </a:lnTo>
                  <a:lnTo>
                    <a:pt x="30" y="784"/>
                  </a:lnTo>
                  <a:lnTo>
                    <a:pt x="46" y="787"/>
                  </a:lnTo>
                  <a:lnTo>
                    <a:pt x="66" y="781"/>
                  </a:lnTo>
                  <a:lnTo>
                    <a:pt x="69" y="7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3932" name="Freeform 42"/>
            <p:cNvSpPr>
              <a:spLocks/>
            </p:cNvSpPr>
            <p:nvPr/>
          </p:nvSpPr>
          <p:spPr bwMode="auto">
            <a:xfrm>
              <a:off x="868" y="1596"/>
              <a:ext cx="77" cy="126"/>
            </a:xfrm>
            <a:custGeom>
              <a:avLst/>
              <a:gdLst>
                <a:gd name="T0" fmla="*/ 1 w 382"/>
                <a:gd name="T1" fmla="*/ 5 h 628"/>
                <a:gd name="T2" fmla="*/ 1 w 382"/>
                <a:gd name="T3" fmla="*/ 5 h 628"/>
                <a:gd name="T4" fmla="*/ 1 w 382"/>
                <a:gd name="T5" fmla="*/ 4 h 628"/>
                <a:gd name="T6" fmla="*/ 1 w 382"/>
                <a:gd name="T7" fmla="*/ 4 h 628"/>
                <a:gd name="T8" fmla="*/ 1 w 382"/>
                <a:gd name="T9" fmla="*/ 4 h 628"/>
                <a:gd name="T10" fmla="*/ 1 w 382"/>
                <a:gd name="T11" fmla="*/ 3 h 628"/>
                <a:gd name="T12" fmla="*/ 1 w 382"/>
                <a:gd name="T13" fmla="*/ 3 h 628"/>
                <a:gd name="T14" fmla="*/ 1 w 382"/>
                <a:gd name="T15" fmla="*/ 3 h 628"/>
                <a:gd name="T16" fmla="*/ 1 w 382"/>
                <a:gd name="T17" fmla="*/ 3 h 628"/>
                <a:gd name="T18" fmla="*/ 1 w 382"/>
                <a:gd name="T19" fmla="*/ 2 h 628"/>
                <a:gd name="T20" fmla="*/ 2 w 382"/>
                <a:gd name="T21" fmla="*/ 2 h 628"/>
                <a:gd name="T22" fmla="*/ 2 w 382"/>
                <a:gd name="T23" fmla="*/ 2 h 628"/>
                <a:gd name="T24" fmla="*/ 2 w 382"/>
                <a:gd name="T25" fmla="*/ 2 h 628"/>
                <a:gd name="T26" fmla="*/ 2 w 382"/>
                <a:gd name="T27" fmla="*/ 1 h 628"/>
                <a:gd name="T28" fmla="*/ 2 w 382"/>
                <a:gd name="T29" fmla="*/ 1 h 628"/>
                <a:gd name="T30" fmla="*/ 3 w 382"/>
                <a:gd name="T31" fmla="*/ 1 h 628"/>
                <a:gd name="T32" fmla="*/ 3 w 382"/>
                <a:gd name="T33" fmla="*/ 1 h 628"/>
                <a:gd name="T34" fmla="*/ 3 w 382"/>
                <a:gd name="T35" fmla="*/ 1 h 628"/>
                <a:gd name="T36" fmla="*/ 3 w 382"/>
                <a:gd name="T37" fmla="*/ 0 h 628"/>
                <a:gd name="T38" fmla="*/ 2 w 382"/>
                <a:gd name="T39" fmla="*/ 0 h 628"/>
                <a:gd name="T40" fmla="*/ 2 w 382"/>
                <a:gd name="T41" fmla="*/ 0 h 628"/>
                <a:gd name="T42" fmla="*/ 2 w 382"/>
                <a:gd name="T43" fmla="*/ 1 h 628"/>
                <a:gd name="T44" fmla="*/ 2 w 382"/>
                <a:gd name="T45" fmla="*/ 1 h 628"/>
                <a:gd name="T46" fmla="*/ 1 w 382"/>
                <a:gd name="T47" fmla="*/ 1 h 628"/>
                <a:gd name="T48" fmla="*/ 1 w 382"/>
                <a:gd name="T49" fmla="*/ 1 h 628"/>
                <a:gd name="T50" fmla="*/ 1 w 382"/>
                <a:gd name="T51" fmla="*/ 2 h 628"/>
                <a:gd name="T52" fmla="*/ 1 w 382"/>
                <a:gd name="T53" fmla="*/ 2 h 628"/>
                <a:gd name="T54" fmla="*/ 1 w 382"/>
                <a:gd name="T55" fmla="*/ 2 h 628"/>
                <a:gd name="T56" fmla="*/ 0 w 382"/>
                <a:gd name="T57" fmla="*/ 3 h 628"/>
                <a:gd name="T58" fmla="*/ 0 w 382"/>
                <a:gd name="T59" fmla="*/ 3 h 628"/>
                <a:gd name="T60" fmla="*/ 0 w 382"/>
                <a:gd name="T61" fmla="*/ 3 h 628"/>
                <a:gd name="T62" fmla="*/ 0 w 382"/>
                <a:gd name="T63" fmla="*/ 4 h 628"/>
                <a:gd name="T64" fmla="*/ 0 w 382"/>
                <a:gd name="T65" fmla="*/ 4 h 628"/>
                <a:gd name="T66" fmla="*/ 0 w 382"/>
                <a:gd name="T67" fmla="*/ 4 h 628"/>
                <a:gd name="T68" fmla="*/ 0 w 382"/>
                <a:gd name="T69" fmla="*/ 5 h 628"/>
                <a:gd name="T70" fmla="*/ 0 w 382"/>
                <a:gd name="T71" fmla="*/ 5 h 628"/>
                <a:gd name="T72" fmla="*/ 0 w 382"/>
                <a:gd name="T73" fmla="*/ 5 h 628"/>
                <a:gd name="T74" fmla="*/ 0 w 382"/>
                <a:gd name="T75" fmla="*/ 5 h 628"/>
                <a:gd name="T76" fmla="*/ 0 w 382"/>
                <a:gd name="T77" fmla="*/ 5 h 628"/>
                <a:gd name="T78" fmla="*/ 0 w 382"/>
                <a:gd name="T79" fmla="*/ 5 h 628"/>
                <a:gd name="T80" fmla="*/ 0 w 382"/>
                <a:gd name="T81" fmla="*/ 5 h 628"/>
                <a:gd name="T82" fmla="*/ 1 w 382"/>
                <a:gd name="T83" fmla="*/ 5 h 628"/>
                <a:gd name="T84" fmla="*/ 1 w 382"/>
                <a:gd name="T85" fmla="*/ 5 h 628"/>
                <a:gd name="T86" fmla="*/ 1 w 382"/>
                <a:gd name="T87" fmla="*/ 5 h 628"/>
                <a:gd name="T88" fmla="*/ 1 w 382"/>
                <a:gd name="T89" fmla="*/ 5 h 628"/>
                <a:gd name="T90" fmla="*/ 1 w 382"/>
                <a:gd name="T91" fmla="*/ 5 h 628"/>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382"/>
                <a:gd name="T139" fmla="*/ 0 h 628"/>
                <a:gd name="T140" fmla="*/ 382 w 382"/>
                <a:gd name="T141" fmla="*/ 628 h 628"/>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382" h="628">
                  <a:moveTo>
                    <a:pt x="94" y="581"/>
                  </a:moveTo>
                  <a:lnTo>
                    <a:pt x="94" y="582"/>
                  </a:lnTo>
                  <a:lnTo>
                    <a:pt x="96" y="541"/>
                  </a:lnTo>
                  <a:lnTo>
                    <a:pt x="99" y="500"/>
                  </a:lnTo>
                  <a:lnTo>
                    <a:pt x="106" y="463"/>
                  </a:lnTo>
                  <a:lnTo>
                    <a:pt x="115" y="424"/>
                  </a:lnTo>
                  <a:lnTo>
                    <a:pt x="127" y="389"/>
                  </a:lnTo>
                  <a:lnTo>
                    <a:pt x="140" y="353"/>
                  </a:lnTo>
                  <a:lnTo>
                    <a:pt x="156" y="320"/>
                  </a:lnTo>
                  <a:lnTo>
                    <a:pt x="173" y="287"/>
                  </a:lnTo>
                  <a:lnTo>
                    <a:pt x="193" y="255"/>
                  </a:lnTo>
                  <a:lnTo>
                    <a:pt x="214" y="226"/>
                  </a:lnTo>
                  <a:lnTo>
                    <a:pt x="238" y="198"/>
                  </a:lnTo>
                  <a:lnTo>
                    <a:pt x="263" y="172"/>
                  </a:lnTo>
                  <a:lnTo>
                    <a:pt x="290" y="146"/>
                  </a:lnTo>
                  <a:lnTo>
                    <a:pt x="318" y="122"/>
                  </a:lnTo>
                  <a:lnTo>
                    <a:pt x="349" y="101"/>
                  </a:lnTo>
                  <a:lnTo>
                    <a:pt x="382" y="82"/>
                  </a:lnTo>
                  <a:lnTo>
                    <a:pt x="335" y="0"/>
                  </a:lnTo>
                  <a:lnTo>
                    <a:pt x="297" y="23"/>
                  </a:lnTo>
                  <a:lnTo>
                    <a:pt x="262" y="49"/>
                  </a:lnTo>
                  <a:lnTo>
                    <a:pt x="229" y="76"/>
                  </a:lnTo>
                  <a:lnTo>
                    <a:pt x="198" y="104"/>
                  </a:lnTo>
                  <a:lnTo>
                    <a:pt x="167" y="137"/>
                  </a:lnTo>
                  <a:lnTo>
                    <a:pt x="142" y="170"/>
                  </a:lnTo>
                  <a:lnTo>
                    <a:pt x="116" y="204"/>
                  </a:lnTo>
                  <a:lnTo>
                    <a:pt x="94" y="240"/>
                  </a:lnTo>
                  <a:lnTo>
                    <a:pt x="74" y="278"/>
                  </a:lnTo>
                  <a:lnTo>
                    <a:pt x="54" y="317"/>
                  </a:lnTo>
                  <a:lnTo>
                    <a:pt x="38" y="359"/>
                  </a:lnTo>
                  <a:lnTo>
                    <a:pt x="26" y="401"/>
                  </a:lnTo>
                  <a:lnTo>
                    <a:pt x="15" y="444"/>
                  </a:lnTo>
                  <a:lnTo>
                    <a:pt x="8" y="489"/>
                  </a:lnTo>
                  <a:lnTo>
                    <a:pt x="2" y="534"/>
                  </a:lnTo>
                  <a:lnTo>
                    <a:pt x="0" y="580"/>
                  </a:lnTo>
                  <a:lnTo>
                    <a:pt x="0" y="581"/>
                  </a:lnTo>
                  <a:lnTo>
                    <a:pt x="0" y="580"/>
                  </a:lnTo>
                  <a:lnTo>
                    <a:pt x="3" y="600"/>
                  </a:lnTo>
                  <a:lnTo>
                    <a:pt x="14" y="615"/>
                  </a:lnTo>
                  <a:lnTo>
                    <a:pt x="29" y="625"/>
                  </a:lnTo>
                  <a:lnTo>
                    <a:pt x="45" y="628"/>
                  </a:lnTo>
                  <a:lnTo>
                    <a:pt x="63" y="626"/>
                  </a:lnTo>
                  <a:lnTo>
                    <a:pt x="78" y="616"/>
                  </a:lnTo>
                  <a:lnTo>
                    <a:pt x="89" y="602"/>
                  </a:lnTo>
                  <a:lnTo>
                    <a:pt x="94" y="582"/>
                  </a:lnTo>
                  <a:lnTo>
                    <a:pt x="94" y="5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3933" name="Freeform 43"/>
            <p:cNvSpPr>
              <a:spLocks/>
            </p:cNvSpPr>
            <p:nvPr/>
          </p:nvSpPr>
          <p:spPr bwMode="auto">
            <a:xfrm>
              <a:off x="868" y="1712"/>
              <a:ext cx="19" cy="364"/>
            </a:xfrm>
            <a:custGeom>
              <a:avLst/>
              <a:gdLst>
                <a:gd name="T0" fmla="*/ 1 w 94"/>
                <a:gd name="T1" fmla="*/ 14 h 1818"/>
                <a:gd name="T2" fmla="*/ 1 w 94"/>
                <a:gd name="T3" fmla="*/ 14 h 1818"/>
                <a:gd name="T4" fmla="*/ 1 w 94"/>
                <a:gd name="T5" fmla="*/ 0 h 1818"/>
                <a:gd name="T6" fmla="*/ 0 w 94"/>
                <a:gd name="T7" fmla="*/ 0 h 1818"/>
                <a:gd name="T8" fmla="*/ 0 w 94"/>
                <a:gd name="T9" fmla="*/ 14 h 1818"/>
                <a:gd name="T10" fmla="*/ 0 w 94"/>
                <a:gd name="T11" fmla="*/ 14 h 1818"/>
                <a:gd name="T12" fmla="*/ 0 w 94"/>
                <a:gd name="T13" fmla="*/ 14 h 1818"/>
                <a:gd name="T14" fmla="*/ 0 w 94"/>
                <a:gd name="T15" fmla="*/ 14 h 1818"/>
                <a:gd name="T16" fmla="*/ 0 w 94"/>
                <a:gd name="T17" fmla="*/ 14 h 1818"/>
                <a:gd name="T18" fmla="*/ 0 w 94"/>
                <a:gd name="T19" fmla="*/ 15 h 1818"/>
                <a:gd name="T20" fmla="*/ 0 w 94"/>
                <a:gd name="T21" fmla="*/ 15 h 1818"/>
                <a:gd name="T22" fmla="*/ 1 w 94"/>
                <a:gd name="T23" fmla="*/ 15 h 1818"/>
                <a:gd name="T24" fmla="*/ 1 w 94"/>
                <a:gd name="T25" fmla="*/ 14 h 1818"/>
                <a:gd name="T26" fmla="*/ 1 w 94"/>
                <a:gd name="T27" fmla="*/ 14 h 1818"/>
                <a:gd name="T28" fmla="*/ 1 w 94"/>
                <a:gd name="T29" fmla="*/ 14 h 1818"/>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94"/>
                <a:gd name="T46" fmla="*/ 0 h 1818"/>
                <a:gd name="T47" fmla="*/ 94 w 94"/>
                <a:gd name="T48" fmla="*/ 1818 h 1818"/>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94" h="1818">
                  <a:moveTo>
                    <a:pt x="94" y="1771"/>
                  </a:moveTo>
                  <a:lnTo>
                    <a:pt x="94" y="1771"/>
                  </a:lnTo>
                  <a:lnTo>
                    <a:pt x="94" y="0"/>
                  </a:lnTo>
                  <a:lnTo>
                    <a:pt x="0" y="0"/>
                  </a:lnTo>
                  <a:lnTo>
                    <a:pt x="0" y="1771"/>
                  </a:lnTo>
                  <a:lnTo>
                    <a:pt x="3" y="1791"/>
                  </a:lnTo>
                  <a:lnTo>
                    <a:pt x="15" y="1806"/>
                  </a:lnTo>
                  <a:lnTo>
                    <a:pt x="29" y="1814"/>
                  </a:lnTo>
                  <a:lnTo>
                    <a:pt x="47" y="1818"/>
                  </a:lnTo>
                  <a:lnTo>
                    <a:pt x="64" y="1814"/>
                  </a:lnTo>
                  <a:lnTo>
                    <a:pt x="79" y="1806"/>
                  </a:lnTo>
                  <a:lnTo>
                    <a:pt x="90" y="1791"/>
                  </a:lnTo>
                  <a:lnTo>
                    <a:pt x="94" y="17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3934" name="Freeform 44"/>
            <p:cNvSpPr>
              <a:spLocks/>
            </p:cNvSpPr>
            <p:nvPr/>
          </p:nvSpPr>
          <p:spPr bwMode="auto">
            <a:xfrm>
              <a:off x="868" y="2067"/>
              <a:ext cx="90" cy="160"/>
            </a:xfrm>
            <a:custGeom>
              <a:avLst/>
              <a:gdLst>
                <a:gd name="T0" fmla="*/ 3 w 449"/>
                <a:gd name="T1" fmla="*/ 6 h 803"/>
                <a:gd name="T2" fmla="*/ 3 w 449"/>
                <a:gd name="T3" fmla="*/ 6 h 803"/>
                <a:gd name="T4" fmla="*/ 3 w 449"/>
                <a:gd name="T5" fmla="*/ 5 h 803"/>
                <a:gd name="T6" fmla="*/ 3 w 449"/>
                <a:gd name="T7" fmla="*/ 5 h 803"/>
                <a:gd name="T8" fmla="*/ 3 w 449"/>
                <a:gd name="T9" fmla="*/ 5 h 803"/>
                <a:gd name="T10" fmla="*/ 2 w 449"/>
                <a:gd name="T11" fmla="*/ 5 h 803"/>
                <a:gd name="T12" fmla="*/ 2 w 449"/>
                <a:gd name="T13" fmla="*/ 4 h 803"/>
                <a:gd name="T14" fmla="*/ 2 w 449"/>
                <a:gd name="T15" fmla="*/ 4 h 803"/>
                <a:gd name="T16" fmla="*/ 2 w 449"/>
                <a:gd name="T17" fmla="*/ 4 h 803"/>
                <a:gd name="T18" fmla="*/ 2 w 449"/>
                <a:gd name="T19" fmla="*/ 3 h 803"/>
                <a:gd name="T20" fmla="*/ 1 w 449"/>
                <a:gd name="T21" fmla="*/ 3 h 803"/>
                <a:gd name="T22" fmla="*/ 1 w 449"/>
                <a:gd name="T23" fmla="*/ 2 h 803"/>
                <a:gd name="T24" fmla="*/ 1 w 449"/>
                <a:gd name="T25" fmla="*/ 2 h 803"/>
                <a:gd name="T26" fmla="*/ 1 w 449"/>
                <a:gd name="T27" fmla="*/ 2 h 803"/>
                <a:gd name="T28" fmla="*/ 1 w 449"/>
                <a:gd name="T29" fmla="*/ 1 h 803"/>
                <a:gd name="T30" fmla="*/ 1 w 449"/>
                <a:gd name="T31" fmla="*/ 1 h 803"/>
                <a:gd name="T32" fmla="*/ 1 w 449"/>
                <a:gd name="T33" fmla="*/ 0 h 803"/>
                <a:gd name="T34" fmla="*/ 1 w 449"/>
                <a:gd name="T35" fmla="*/ 0 h 803"/>
                <a:gd name="T36" fmla="*/ 0 w 449"/>
                <a:gd name="T37" fmla="*/ 0 h 803"/>
                <a:gd name="T38" fmla="*/ 0 w 449"/>
                <a:gd name="T39" fmla="*/ 0 h 803"/>
                <a:gd name="T40" fmla="*/ 0 w 449"/>
                <a:gd name="T41" fmla="*/ 1 h 803"/>
                <a:gd name="T42" fmla="*/ 0 w 449"/>
                <a:gd name="T43" fmla="*/ 1 h 803"/>
                <a:gd name="T44" fmla="*/ 0 w 449"/>
                <a:gd name="T45" fmla="*/ 2 h 803"/>
                <a:gd name="T46" fmla="*/ 0 w 449"/>
                <a:gd name="T47" fmla="*/ 2 h 803"/>
                <a:gd name="T48" fmla="*/ 0 w 449"/>
                <a:gd name="T49" fmla="*/ 3 h 803"/>
                <a:gd name="T50" fmla="*/ 1 w 449"/>
                <a:gd name="T51" fmla="*/ 3 h 803"/>
                <a:gd name="T52" fmla="*/ 1 w 449"/>
                <a:gd name="T53" fmla="*/ 4 h 803"/>
                <a:gd name="T54" fmla="*/ 1 w 449"/>
                <a:gd name="T55" fmla="*/ 4 h 803"/>
                <a:gd name="T56" fmla="*/ 1 w 449"/>
                <a:gd name="T57" fmla="*/ 4 h 803"/>
                <a:gd name="T58" fmla="*/ 2 w 449"/>
                <a:gd name="T59" fmla="*/ 5 h 803"/>
                <a:gd name="T60" fmla="*/ 2 w 449"/>
                <a:gd name="T61" fmla="*/ 5 h 803"/>
                <a:gd name="T62" fmla="*/ 2 w 449"/>
                <a:gd name="T63" fmla="*/ 5 h 803"/>
                <a:gd name="T64" fmla="*/ 2 w 449"/>
                <a:gd name="T65" fmla="*/ 6 h 803"/>
                <a:gd name="T66" fmla="*/ 3 w 449"/>
                <a:gd name="T67" fmla="*/ 6 h 803"/>
                <a:gd name="T68" fmla="*/ 3 w 449"/>
                <a:gd name="T69" fmla="*/ 6 h 803"/>
                <a:gd name="T70" fmla="*/ 3 w 449"/>
                <a:gd name="T71" fmla="*/ 6 h 803"/>
                <a:gd name="T72" fmla="*/ 3 w 449"/>
                <a:gd name="T73" fmla="*/ 6 h 803"/>
                <a:gd name="T74" fmla="*/ 3 w 449"/>
                <a:gd name="T75" fmla="*/ 6 h 803"/>
                <a:gd name="T76" fmla="*/ 3 w 449"/>
                <a:gd name="T77" fmla="*/ 6 h 803"/>
                <a:gd name="T78" fmla="*/ 3 w 449"/>
                <a:gd name="T79" fmla="*/ 6 h 803"/>
                <a:gd name="T80" fmla="*/ 4 w 449"/>
                <a:gd name="T81" fmla="*/ 6 h 803"/>
                <a:gd name="T82" fmla="*/ 4 w 449"/>
                <a:gd name="T83" fmla="*/ 6 h 803"/>
                <a:gd name="T84" fmla="*/ 4 w 449"/>
                <a:gd name="T85" fmla="*/ 6 h 803"/>
                <a:gd name="T86" fmla="*/ 4 w 449"/>
                <a:gd name="T87" fmla="*/ 6 h 803"/>
                <a:gd name="T88" fmla="*/ 3 w 449"/>
                <a:gd name="T89" fmla="*/ 6 h 803"/>
                <a:gd name="T90" fmla="*/ 3 w 449"/>
                <a:gd name="T91" fmla="*/ 6 h 80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449"/>
                <a:gd name="T139" fmla="*/ 0 h 803"/>
                <a:gd name="T140" fmla="*/ 449 w 449"/>
                <a:gd name="T141" fmla="*/ 803 h 80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449" h="803">
                  <a:moveTo>
                    <a:pt x="426" y="717"/>
                  </a:moveTo>
                  <a:lnTo>
                    <a:pt x="427" y="717"/>
                  </a:lnTo>
                  <a:lnTo>
                    <a:pt x="395" y="693"/>
                  </a:lnTo>
                  <a:lnTo>
                    <a:pt x="361" y="662"/>
                  </a:lnTo>
                  <a:lnTo>
                    <a:pt x="329" y="628"/>
                  </a:lnTo>
                  <a:lnTo>
                    <a:pt x="299" y="591"/>
                  </a:lnTo>
                  <a:lnTo>
                    <a:pt x="269" y="551"/>
                  </a:lnTo>
                  <a:lnTo>
                    <a:pt x="241" y="507"/>
                  </a:lnTo>
                  <a:lnTo>
                    <a:pt x="215" y="460"/>
                  </a:lnTo>
                  <a:lnTo>
                    <a:pt x="191" y="412"/>
                  </a:lnTo>
                  <a:lnTo>
                    <a:pt x="170" y="363"/>
                  </a:lnTo>
                  <a:lnTo>
                    <a:pt x="151" y="312"/>
                  </a:lnTo>
                  <a:lnTo>
                    <a:pt x="133" y="259"/>
                  </a:lnTo>
                  <a:lnTo>
                    <a:pt x="119" y="207"/>
                  </a:lnTo>
                  <a:lnTo>
                    <a:pt x="108" y="156"/>
                  </a:lnTo>
                  <a:lnTo>
                    <a:pt x="101" y="103"/>
                  </a:lnTo>
                  <a:lnTo>
                    <a:pt x="96" y="51"/>
                  </a:lnTo>
                  <a:lnTo>
                    <a:pt x="94" y="0"/>
                  </a:lnTo>
                  <a:lnTo>
                    <a:pt x="0" y="0"/>
                  </a:lnTo>
                  <a:lnTo>
                    <a:pt x="2" y="56"/>
                  </a:lnTo>
                  <a:lnTo>
                    <a:pt x="7" y="115"/>
                  </a:lnTo>
                  <a:lnTo>
                    <a:pt x="16" y="172"/>
                  </a:lnTo>
                  <a:lnTo>
                    <a:pt x="28" y="231"/>
                  </a:lnTo>
                  <a:lnTo>
                    <a:pt x="44" y="287"/>
                  </a:lnTo>
                  <a:lnTo>
                    <a:pt x="62" y="342"/>
                  </a:lnTo>
                  <a:lnTo>
                    <a:pt x="83" y="398"/>
                  </a:lnTo>
                  <a:lnTo>
                    <a:pt x="106" y="452"/>
                  </a:lnTo>
                  <a:lnTo>
                    <a:pt x="133" y="505"/>
                  </a:lnTo>
                  <a:lnTo>
                    <a:pt x="161" y="554"/>
                  </a:lnTo>
                  <a:lnTo>
                    <a:pt x="192" y="602"/>
                  </a:lnTo>
                  <a:lnTo>
                    <a:pt x="224" y="647"/>
                  </a:lnTo>
                  <a:lnTo>
                    <a:pt x="259" y="689"/>
                  </a:lnTo>
                  <a:lnTo>
                    <a:pt x="295" y="728"/>
                  </a:lnTo>
                  <a:lnTo>
                    <a:pt x="334" y="763"/>
                  </a:lnTo>
                  <a:lnTo>
                    <a:pt x="374" y="795"/>
                  </a:lnTo>
                  <a:lnTo>
                    <a:pt x="375" y="795"/>
                  </a:lnTo>
                  <a:lnTo>
                    <a:pt x="374" y="795"/>
                  </a:lnTo>
                  <a:lnTo>
                    <a:pt x="392" y="803"/>
                  </a:lnTo>
                  <a:lnTo>
                    <a:pt x="411" y="803"/>
                  </a:lnTo>
                  <a:lnTo>
                    <a:pt x="426" y="795"/>
                  </a:lnTo>
                  <a:lnTo>
                    <a:pt x="439" y="782"/>
                  </a:lnTo>
                  <a:lnTo>
                    <a:pt x="446" y="766"/>
                  </a:lnTo>
                  <a:lnTo>
                    <a:pt x="449" y="749"/>
                  </a:lnTo>
                  <a:lnTo>
                    <a:pt x="441" y="732"/>
                  </a:lnTo>
                  <a:lnTo>
                    <a:pt x="427" y="717"/>
                  </a:lnTo>
                  <a:lnTo>
                    <a:pt x="426" y="71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3935" name="Freeform 45"/>
            <p:cNvSpPr>
              <a:spLocks/>
            </p:cNvSpPr>
            <p:nvPr/>
          </p:nvSpPr>
          <p:spPr bwMode="auto">
            <a:xfrm>
              <a:off x="883" y="1673"/>
              <a:ext cx="379" cy="690"/>
            </a:xfrm>
            <a:custGeom>
              <a:avLst/>
              <a:gdLst>
                <a:gd name="T0" fmla="*/ 12 w 1897"/>
                <a:gd name="T1" fmla="*/ 6 h 3450"/>
                <a:gd name="T2" fmla="*/ 13 w 1897"/>
                <a:gd name="T3" fmla="*/ 7 h 3450"/>
                <a:gd name="T4" fmla="*/ 13 w 1897"/>
                <a:gd name="T5" fmla="*/ 7 h 3450"/>
                <a:gd name="T6" fmla="*/ 14 w 1897"/>
                <a:gd name="T7" fmla="*/ 8 h 3450"/>
                <a:gd name="T8" fmla="*/ 14 w 1897"/>
                <a:gd name="T9" fmla="*/ 9 h 3450"/>
                <a:gd name="T10" fmla="*/ 15 w 1897"/>
                <a:gd name="T11" fmla="*/ 10 h 3450"/>
                <a:gd name="T12" fmla="*/ 15 w 1897"/>
                <a:gd name="T13" fmla="*/ 11 h 3450"/>
                <a:gd name="T14" fmla="*/ 15 w 1897"/>
                <a:gd name="T15" fmla="*/ 11 h 3450"/>
                <a:gd name="T16" fmla="*/ 15 w 1897"/>
                <a:gd name="T17" fmla="*/ 12 h 3450"/>
                <a:gd name="T18" fmla="*/ 15 w 1897"/>
                <a:gd name="T19" fmla="*/ 26 h 3450"/>
                <a:gd name="T20" fmla="*/ 15 w 1897"/>
                <a:gd name="T21" fmla="*/ 26 h 3450"/>
                <a:gd name="T22" fmla="*/ 15 w 1897"/>
                <a:gd name="T23" fmla="*/ 27 h 3450"/>
                <a:gd name="T24" fmla="*/ 15 w 1897"/>
                <a:gd name="T25" fmla="*/ 27 h 3450"/>
                <a:gd name="T26" fmla="*/ 14 w 1897"/>
                <a:gd name="T27" fmla="*/ 27 h 3450"/>
                <a:gd name="T28" fmla="*/ 14 w 1897"/>
                <a:gd name="T29" fmla="*/ 28 h 3450"/>
                <a:gd name="T30" fmla="*/ 13 w 1897"/>
                <a:gd name="T31" fmla="*/ 28 h 3450"/>
                <a:gd name="T32" fmla="*/ 13 w 1897"/>
                <a:gd name="T33" fmla="*/ 27 h 3450"/>
                <a:gd name="T34" fmla="*/ 3 w 1897"/>
                <a:gd name="T35" fmla="*/ 21 h 3450"/>
                <a:gd name="T36" fmla="*/ 2 w 1897"/>
                <a:gd name="T37" fmla="*/ 21 h 3450"/>
                <a:gd name="T38" fmla="*/ 2 w 1897"/>
                <a:gd name="T39" fmla="*/ 20 h 3450"/>
                <a:gd name="T40" fmla="*/ 1 w 1897"/>
                <a:gd name="T41" fmla="*/ 19 h 3450"/>
                <a:gd name="T42" fmla="*/ 1 w 1897"/>
                <a:gd name="T43" fmla="*/ 19 h 3450"/>
                <a:gd name="T44" fmla="*/ 0 w 1897"/>
                <a:gd name="T45" fmla="*/ 18 h 3450"/>
                <a:gd name="T46" fmla="*/ 0 w 1897"/>
                <a:gd name="T47" fmla="*/ 17 h 3450"/>
                <a:gd name="T48" fmla="*/ 0 w 1897"/>
                <a:gd name="T49" fmla="*/ 16 h 3450"/>
                <a:gd name="T50" fmla="*/ 0 w 1897"/>
                <a:gd name="T51" fmla="*/ 15 h 3450"/>
                <a:gd name="T52" fmla="*/ 0 w 1897"/>
                <a:gd name="T53" fmla="*/ 2 h 3450"/>
                <a:gd name="T54" fmla="*/ 0 w 1897"/>
                <a:gd name="T55" fmla="*/ 1 h 3450"/>
                <a:gd name="T56" fmla="*/ 0 w 1897"/>
                <a:gd name="T57" fmla="*/ 1 h 3450"/>
                <a:gd name="T58" fmla="*/ 1 w 1897"/>
                <a:gd name="T59" fmla="*/ 0 h 3450"/>
                <a:gd name="T60" fmla="*/ 1 w 1897"/>
                <a:gd name="T61" fmla="*/ 0 h 3450"/>
                <a:gd name="T62" fmla="*/ 1 w 1897"/>
                <a:gd name="T63" fmla="*/ 0 h 3450"/>
                <a:gd name="T64" fmla="*/ 2 w 1897"/>
                <a:gd name="T65" fmla="*/ 0 h 3450"/>
                <a:gd name="T66" fmla="*/ 3 w 1897"/>
                <a:gd name="T67" fmla="*/ 0 h 3450"/>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897"/>
                <a:gd name="T103" fmla="*/ 0 h 3450"/>
                <a:gd name="T104" fmla="*/ 1897 w 1897"/>
                <a:gd name="T105" fmla="*/ 3450 h 3450"/>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897" h="3450">
                  <a:moveTo>
                    <a:pt x="357" y="49"/>
                  </a:moveTo>
                  <a:lnTo>
                    <a:pt x="1542" y="806"/>
                  </a:lnTo>
                  <a:lnTo>
                    <a:pt x="1579" y="832"/>
                  </a:lnTo>
                  <a:lnTo>
                    <a:pt x="1614" y="861"/>
                  </a:lnTo>
                  <a:lnTo>
                    <a:pt x="1648" y="895"/>
                  </a:lnTo>
                  <a:lnTo>
                    <a:pt x="1681" y="933"/>
                  </a:lnTo>
                  <a:lnTo>
                    <a:pt x="1711" y="973"/>
                  </a:lnTo>
                  <a:lnTo>
                    <a:pt x="1740" y="1016"/>
                  </a:lnTo>
                  <a:lnTo>
                    <a:pt x="1768" y="1062"/>
                  </a:lnTo>
                  <a:lnTo>
                    <a:pt x="1793" y="1109"/>
                  </a:lnTo>
                  <a:lnTo>
                    <a:pt x="1816" y="1158"/>
                  </a:lnTo>
                  <a:lnTo>
                    <a:pt x="1836" y="1208"/>
                  </a:lnTo>
                  <a:lnTo>
                    <a:pt x="1854" y="1260"/>
                  </a:lnTo>
                  <a:lnTo>
                    <a:pt x="1869" y="1313"/>
                  </a:lnTo>
                  <a:lnTo>
                    <a:pt x="1881" y="1364"/>
                  </a:lnTo>
                  <a:lnTo>
                    <a:pt x="1890" y="1417"/>
                  </a:lnTo>
                  <a:lnTo>
                    <a:pt x="1895" y="1469"/>
                  </a:lnTo>
                  <a:lnTo>
                    <a:pt x="1897" y="1519"/>
                  </a:lnTo>
                  <a:lnTo>
                    <a:pt x="1897" y="3142"/>
                  </a:lnTo>
                  <a:lnTo>
                    <a:pt x="1895" y="3190"/>
                  </a:lnTo>
                  <a:lnTo>
                    <a:pt x="1890" y="3235"/>
                  </a:lnTo>
                  <a:lnTo>
                    <a:pt x="1881" y="3276"/>
                  </a:lnTo>
                  <a:lnTo>
                    <a:pt x="1869" y="3313"/>
                  </a:lnTo>
                  <a:lnTo>
                    <a:pt x="1854" y="3346"/>
                  </a:lnTo>
                  <a:lnTo>
                    <a:pt x="1836" y="3375"/>
                  </a:lnTo>
                  <a:lnTo>
                    <a:pt x="1816" y="3398"/>
                  </a:lnTo>
                  <a:lnTo>
                    <a:pt x="1793" y="3418"/>
                  </a:lnTo>
                  <a:lnTo>
                    <a:pt x="1768" y="3434"/>
                  </a:lnTo>
                  <a:lnTo>
                    <a:pt x="1740" y="3444"/>
                  </a:lnTo>
                  <a:lnTo>
                    <a:pt x="1711" y="3450"/>
                  </a:lnTo>
                  <a:lnTo>
                    <a:pt x="1681" y="3450"/>
                  </a:lnTo>
                  <a:lnTo>
                    <a:pt x="1648" y="3445"/>
                  </a:lnTo>
                  <a:lnTo>
                    <a:pt x="1614" y="3436"/>
                  </a:lnTo>
                  <a:lnTo>
                    <a:pt x="1579" y="3421"/>
                  </a:lnTo>
                  <a:lnTo>
                    <a:pt x="1542" y="3400"/>
                  </a:lnTo>
                  <a:lnTo>
                    <a:pt x="357" y="2643"/>
                  </a:lnTo>
                  <a:lnTo>
                    <a:pt x="320" y="2618"/>
                  </a:lnTo>
                  <a:lnTo>
                    <a:pt x="285" y="2588"/>
                  </a:lnTo>
                  <a:lnTo>
                    <a:pt x="251" y="2554"/>
                  </a:lnTo>
                  <a:lnTo>
                    <a:pt x="218" y="2517"/>
                  </a:lnTo>
                  <a:lnTo>
                    <a:pt x="187" y="2477"/>
                  </a:lnTo>
                  <a:lnTo>
                    <a:pt x="157" y="2433"/>
                  </a:lnTo>
                  <a:lnTo>
                    <a:pt x="130" y="2388"/>
                  </a:lnTo>
                  <a:lnTo>
                    <a:pt x="105" y="2341"/>
                  </a:lnTo>
                  <a:lnTo>
                    <a:pt x="81" y="2292"/>
                  </a:lnTo>
                  <a:lnTo>
                    <a:pt x="61" y="2241"/>
                  </a:lnTo>
                  <a:lnTo>
                    <a:pt x="44" y="2190"/>
                  </a:lnTo>
                  <a:lnTo>
                    <a:pt x="29" y="2138"/>
                  </a:lnTo>
                  <a:lnTo>
                    <a:pt x="17" y="2085"/>
                  </a:lnTo>
                  <a:lnTo>
                    <a:pt x="7" y="2033"/>
                  </a:lnTo>
                  <a:lnTo>
                    <a:pt x="3" y="1981"/>
                  </a:lnTo>
                  <a:lnTo>
                    <a:pt x="0" y="1931"/>
                  </a:lnTo>
                  <a:lnTo>
                    <a:pt x="0" y="308"/>
                  </a:lnTo>
                  <a:lnTo>
                    <a:pt x="3" y="260"/>
                  </a:lnTo>
                  <a:lnTo>
                    <a:pt x="7" y="215"/>
                  </a:lnTo>
                  <a:lnTo>
                    <a:pt x="17" y="174"/>
                  </a:lnTo>
                  <a:lnTo>
                    <a:pt x="29" y="137"/>
                  </a:lnTo>
                  <a:lnTo>
                    <a:pt x="44" y="104"/>
                  </a:lnTo>
                  <a:lnTo>
                    <a:pt x="61" y="76"/>
                  </a:lnTo>
                  <a:lnTo>
                    <a:pt x="81" y="51"/>
                  </a:lnTo>
                  <a:lnTo>
                    <a:pt x="105" y="31"/>
                  </a:lnTo>
                  <a:lnTo>
                    <a:pt x="130" y="16"/>
                  </a:lnTo>
                  <a:lnTo>
                    <a:pt x="157" y="5"/>
                  </a:lnTo>
                  <a:lnTo>
                    <a:pt x="187" y="0"/>
                  </a:lnTo>
                  <a:lnTo>
                    <a:pt x="218" y="0"/>
                  </a:lnTo>
                  <a:lnTo>
                    <a:pt x="251" y="3"/>
                  </a:lnTo>
                  <a:lnTo>
                    <a:pt x="285" y="14"/>
                  </a:lnTo>
                  <a:lnTo>
                    <a:pt x="320" y="29"/>
                  </a:lnTo>
                  <a:lnTo>
                    <a:pt x="357" y="49"/>
                  </a:lnTo>
                  <a:close/>
                </a:path>
              </a:pathLst>
            </a:custGeom>
            <a:solidFill>
              <a:srgbClr val="BFBFB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3936" name="Freeform 46"/>
            <p:cNvSpPr>
              <a:spLocks/>
            </p:cNvSpPr>
            <p:nvPr/>
          </p:nvSpPr>
          <p:spPr bwMode="auto">
            <a:xfrm>
              <a:off x="1268" y="1663"/>
              <a:ext cx="393" cy="711"/>
            </a:xfrm>
            <a:custGeom>
              <a:avLst/>
              <a:gdLst>
                <a:gd name="T0" fmla="*/ 3 w 1962"/>
                <a:gd name="T1" fmla="*/ 7 h 3555"/>
                <a:gd name="T2" fmla="*/ 2 w 1962"/>
                <a:gd name="T3" fmla="*/ 7 h 3555"/>
                <a:gd name="T4" fmla="*/ 2 w 1962"/>
                <a:gd name="T5" fmla="*/ 8 h 3555"/>
                <a:gd name="T6" fmla="*/ 1 w 1962"/>
                <a:gd name="T7" fmla="*/ 8 h 3555"/>
                <a:gd name="T8" fmla="*/ 1 w 1962"/>
                <a:gd name="T9" fmla="*/ 9 h 3555"/>
                <a:gd name="T10" fmla="*/ 1 w 1962"/>
                <a:gd name="T11" fmla="*/ 10 h 3555"/>
                <a:gd name="T12" fmla="*/ 0 w 1962"/>
                <a:gd name="T13" fmla="*/ 11 h 3555"/>
                <a:gd name="T14" fmla="*/ 0 w 1962"/>
                <a:gd name="T15" fmla="*/ 12 h 3555"/>
                <a:gd name="T16" fmla="*/ 0 w 1962"/>
                <a:gd name="T17" fmla="*/ 13 h 3555"/>
                <a:gd name="T18" fmla="*/ 0 w 1962"/>
                <a:gd name="T19" fmla="*/ 26 h 3555"/>
                <a:gd name="T20" fmla="*/ 0 w 1962"/>
                <a:gd name="T21" fmla="*/ 27 h 3555"/>
                <a:gd name="T22" fmla="*/ 0 w 1962"/>
                <a:gd name="T23" fmla="*/ 28 h 3555"/>
                <a:gd name="T24" fmla="*/ 1 w 1962"/>
                <a:gd name="T25" fmla="*/ 28 h 3555"/>
                <a:gd name="T26" fmla="*/ 1 w 1962"/>
                <a:gd name="T27" fmla="*/ 28 h 3555"/>
                <a:gd name="T28" fmla="*/ 2 w 1962"/>
                <a:gd name="T29" fmla="*/ 28 h 3555"/>
                <a:gd name="T30" fmla="*/ 2 w 1962"/>
                <a:gd name="T31" fmla="*/ 28 h 3555"/>
                <a:gd name="T32" fmla="*/ 3 w 1962"/>
                <a:gd name="T33" fmla="*/ 28 h 3555"/>
                <a:gd name="T34" fmla="*/ 13 w 1962"/>
                <a:gd name="T35" fmla="*/ 22 h 3555"/>
                <a:gd name="T36" fmla="*/ 13 w 1962"/>
                <a:gd name="T37" fmla="*/ 21 h 3555"/>
                <a:gd name="T38" fmla="*/ 14 w 1962"/>
                <a:gd name="T39" fmla="*/ 21 h 3555"/>
                <a:gd name="T40" fmla="*/ 14 w 1962"/>
                <a:gd name="T41" fmla="*/ 20 h 3555"/>
                <a:gd name="T42" fmla="*/ 15 w 1962"/>
                <a:gd name="T43" fmla="*/ 19 h 3555"/>
                <a:gd name="T44" fmla="*/ 15 w 1962"/>
                <a:gd name="T45" fmla="*/ 18 h 3555"/>
                <a:gd name="T46" fmla="*/ 16 w 1962"/>
                <a:gd name="T47" fmla="*/ 18 h 3555"/>
                <a:gd name="T48" fmla="*/ 16 w 1962"/>
                <a:gd name="T49" fmla="*/ 17 h 3555"/>
                <a:gd name="T50" fmla="*/ 16 w 1962"/>
                <a:gd name="T51" fmla="*/ 16 h 3555"/>
                <a:gd name="T52" fmla="*/ 16 w 1962"/>
                <a:gd name="T53" fmla="*/ 2 h 3555"/>
                <a:gd name="T54" fmla="*/ 16 w 1962"/>
                <a:gd name="T55" fmla="*/ 1 h 3555"/>
                <a:gd name="T56" fmla="*/ 15 w 1962"/>
                <a:gd name="T57" fmla="*/ 1 h 3555"/>
                <a:gd name="T58" fmla="*/ 15 w 1962"/>
                <a:gd name="T59" fmla="*/ 0 h 3555"/>
                <a:gd name="T60" fmla="*/ 15 w 1962"/>
                <a:gd name="T61" fmla="*/ 0 h 3555"/>
                <a:gd name="T62" fmla="*/ 14 w 1962"/>
                <a:gd name="T63" fmla="*/ 0 h 3555"/>
                <a:gd name="T64" fmla="*/ 14 w 1962"/>
                <a:gd name="T65" fmla="*/ 0 h 3555"/>
                <a:gd name="T66" fmla="*/ 13 w 1962"/>
                <a:gd name="T67" fmla="*/ 0 h 3555"/>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962"/>
                <a:gd name="T103" fmla="*/ 0 h 3555"/>
                <a:gd name="T104" fmla="*/ 1962 w 1962"/>
                <a:gd name="T105" fmla="*/ 3555 h 3555"/>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962" h="3555">
                  <a:moveTo>
                    <a:pt x="1594" y="50"/>
                  </a:moveTo>
                  <a:lnTo>
                    <a:pt x="368" y="831"/>
                  </a:lnTo>
                  <a:lnTo>
                    <a:pt x="330" y="858"/>
                  </a:lnTo>
                  <a:lnTo>
                    <a:pt x="294" y="888"/>
                  </a:lnTo>
                  <a:lnTo>
                    <a:pt x="259" y="922"/>
                  </a:lnTo>
                  <a:lnTo>
                    <a:pt x="225" y="961"/>
                  </a:lnTo>
                  <a:lnTo>
                    <a:pt x="193" y="1003"/>
                  </a:lnTo>
                  <a:lnTo>
                    <a:pt x="163" y="1047"/>
                  </a:lnTo>
                  <a:lnTo>
                    <a:pt x="133" y="1094"/>
                  </a:lnTo>
                  <a:lnTo>
                    <a:pt x="108" y="1143"/>
                  </a:lnTo>
                  <a:lnTo>
                    <a:pt x="84" y="1193"/>
                  </a:lnTo>
                  <a:lnTo>
                    <a:pt x="63" y="1246"/>
                  </a:lnTo>
                  <a:lnTo>
                    <a:pt x="44" y="1299"/>
                  </a:lnTo>
                  <a:lnTo>
                    <a:pt x="29" y="1353"/>
                  </a:lnTo>
                  <a:lnTo>
                    <a:pt x="16" y="1405"/>
                  </a:lnTo>
                  <a:lnTo>
                    <a:pt x="7" y="1459"/>
                  </a:lnTo>
                  <a:lnTo>
                    <a:pt x="2" y="1512"/>
                  </a:lnTo>
                  <a:lnTo>
                    <a:pt x="0" y="1565"/>
                  </a:lnTo>
                  <a:lnTo>
                    <a:pt x="0" y="3237"/>
                  </a:lnTo>
                  <a:lnTo>
                    <a:pt x="2" y="3287"/>
                  </a:lnTo>
                  <a:lnTo>
                    <a:pt x="7" y="3333"/>
                  </a:lnTo>
                  <a:lnTo>
                    <a:pt x="16" y="3375"/>
                  </a:lnTo>
                  <a:lnTo>
                    <a:pt x="29" y="3413"/>
                  </a:lnTo>
                  <a:lnTo>
                    <a:pt x="44" y="3447"/>
                  </a:lnTo>
                  <a:lnTo>
                    <a:pt x="63" y="3477"/>
                  </a:lnTo>
                  <a:lnTo>
                    <a:pt x="84" y="3502"/>
                  </a:lnTo>
                  <a:lnTo>
                    <a:pt x="108" y="3522"/>
                  </a:lnTo>
                  <a:lnTo>
                    <a:pt x="133" y="3538"/>
                  </a:lnTo>
                  <a:lnTo>
                    <a:pt x="163" y="3549"/>
                  </a:lnTo>
                  <a:lnTo>
                    <a:pt x="193" y="3555"/>
                  </a:lnTo>
                  <a:lnTo>
                    <a:pt x="225" y="3555"/>
                  </a:lnTo>
                  <a:lnTo>
                    <a:pt x="259" y="3550"/>
                  </a:lnTo>
                  <a:lnTo>
                    <a:pt x="294" y="3541"/>
                  </a:lnTo>
                  <a:lnTo>
                    <a:pt x="330" y="3524"/>
                  </a:lnTo>
                  <a:lnTo>
                    <a:pt x="368" y="3503"/>
                  </a:lnTo>
                  <a:lnTo>
                    <a:pt x="1594" y="2722"/>
                  </a:lnTo>
                  <a:lnTo>
                    <a:pt x="1632" y="2696"/>
                  </a:lnTo>
                  <a:lnTo>
                    <a:pt x="1668" y="2665"/>
                  </a:lnTo>
                  <a:lnTo>
                    <a:pt x="1703" y="2631"/>
                  </a:lnTo>
                  <a:lnTo>
                    <a:pt x="1737" y="2592"/>
                  </a:lnTo>
                  <a:lnTo>
                    <a:pt x="1769" y="2551"/>
                  </a:lnTo>
                  <a:lnTo>
                    <a:pt x="1799" y="2506"/>
                  </a:lnTo>
                  <a:lnTo>
                    <a:pt x="1829" y="2460"/>
                  </a:lnTo>
                  <a:lnTo>
                    <a:pt x="1854" y="2411"/>
                  </a:lnTo>
                  <a:lnTo>
                    <a:pt x="1878" y="2361"/>
                  </a:lnTo>
                  <a:lnTo>
                    <a:pt x="1899" y="2308"/>
                  </a:lnTo>
                  <a:lnTo>
                    <a:pt x="1918" y="2256"/>
                  </a:lnTo>
                  <a:lnTo>
                    <a:pt x="1933" y="2202"/>
                  </a:lnTo>
                  <a:lnTo>
                    <a:pt x="1946" y="2149"/>
                  </a:lnTo>
                  <a:lnTo>
                    <a:pt x="1955" y="2095"/>
                  </a:lnTo>
                  <a:lnTo>
                    <a:pt x="1960" y="2042"/>
                  </a:lnTo>
                  <a:lnTo>
                    <a:pt x="1962" y="1989"/>
                  </a:lnTo>
                  <a:lnTo>
                    <a:pt x="1962" y="319"/>
                  </a:lnTo>
                  <a:lnTo>
                    <a:pt x="1960" y="269"/>
                  </a:lnTo>
                  <a:lnTo>
                    <a:pt x="1955" y="223"/>
                  </a:lnTo>
                  <a:lnTo>
                    <a:pt x="1946" y="180"/>
                  </a:lnTo>
                  <a:lnTo>
                    <a:pt x="1933" y="143"/>
                  </a:lnTo>
                  <a:lnTo>
                    <a:pt x="1918" y="109"/>
                  </a:lnTo>
                  <a:lnTo>
                    <a:pt x="1899" y="79"/>
                  </a:lnTo>
                  <a:lnTo>
                    <a:pt x="1878" y="54"/>
                  </a:lnTo>
                  <a:lnTo>
                    <a:pt x="1854" y="33"/>
                  </a:lnTo>
                  <a:lnTo>
                    <a:pt x="1829" y="17"/>
                  </a:lnTo>
                  <a:lnTo>
                    <a:pt x="1799" y="7"/>
                  </a:lnTo>
                  <a:lnTo>
                    <a:pt x="1769" y="0"/>
                  </a:lnTo>
                  <a:lnTo>
                    <a:pt x="1737" y="0"/>
                  </a:lnTo>
                  <a:lnTo>
                    <a:pt x="1703" y="4"/>
                  </a:lnTo>
                  <a:lnTo>
                    <a:pt x="1668" y="14"/>
                  </a:lnTo>
                  <a:lnTo>
                    <a:pt x="1632" y="29"/>
                  </a:lnTo>
                  <a:lnTo>
                    <a:pt x="1594" y="50"/>
                  </a:lnTo>
                  <a:close/>
                </a:path>
              </a:pathLst>
            </a:custGeom>
            <a:solidFill>
              <a:srgbClr val="E5E5E5"/>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3937" name="Freeform 47"/>
            <p:cNvSpPr>
              <a:spLocks noEditPoints="1"/>
            </p:cNvSpPr>
            <p:nvPr/>
          </p:nvSpPr>
          <p:spPr bwMode="auto">
            <a:xfrm>
              <a:off x="916" y="1589"/>
              <a:ext cx="697" cy="698"/>
            </a:xfrm>
            <a:custGeom>
              <a:avLst/>
              <a:gdLst>
                <a:gd name="T0" fmla="*/ 16 w 3485"/>
                <a:gd name="T1" fmla="*/ 0 h 3490"/>
                <a:gd name="T2" fmla="*/ 17 w 3485"/>
                <a:gd name="T3" fmla="*/ 2 h 3490"/>
                <a:gd name="T4" fmla="*/ 17 w 3485"/>
                <a:gd name="T5" fmla="*/ 3 h 3490"/>
                <a:gd name="T6" fmla="*/ 14 w 3485"/>
                <a:gd name="T7" fmla="*/ 4 h 3490"/>
                <a:gd name="T8" fmla="*/ 12 w 3485"/>
                <a:gd name="T9" fmla="*/ 4 h 3490"/>
                <a:gd name="T10" fmla="*/ 11 w 3485"/>
                <a:gd name="T11" fmla="*/ 2 h 3490"/>
                <a:gd name="T12" fmla="*/ 11 w 3485"/>
                <a:gd name="T13" fmla="*/ 1 h 3490"/>
                <a:gd name="T14" fmla="*/ 14 w 3485"/>
                <a:gd name="T15" fmla="*/ 0 h 3490"/>
                <a:gd name="T16" fmla="*/ 3 w 3485"/>
                <a:gd name="T17" fmla="*/ 7 h 3490"/>
                <a:gd name="T18" fmla="*/ 4 w 3485"/>
                <a:gd name="T19" fmla="*/ 9 h 3490"/>
                <a:gd name="T20" fmla="*/ 3 w 3485"/>
                <a:gd name="T21" fmla="*/ 12 h 3490"/>
                <a:gd name="T22" fmla="*/ 2 w 3485"/>
                <a:gd name="T23" fmla="*/ 13 h 3490"/>
                <a:gd name="T24" fmla="*/ 1 w 3485"/>
                <a:gd name="T25" fmla="*/ 12 h 3490"/>
                <a:gd name="T26" fmla="*/ 0 w 3485"/>
                <a:gd name="T27" fmla="*/ 10 h 3490"/>
                <a:gd name="T28" fmla="*/ 0 w 3485"/>
                <a:gd name="T29" fmla="*/ 8 h 3490"/>
                <a:gd name="T30" fmla="*/ 2 w 3485"/>
                <a:gd name="T31" fmla="*/ 6 h 3490"/>
                <a:gd name="T32" fmla="*/ 10 w 3485"/>
                <a:gd name="T33" fmla="*/ 20 h 3490"/>
                <a:gd name="T34" fmla="*/ 11 w 3485"/>
                <a:gd name="T35" fmla="*/ 22 h 3490"/>
                <a:gd name="T36" fmla="*/ 11 w 3485"/>
                <a:gd name="T37" fmla="*/ 25 h 3490"/>
                <a:gd name="T38" fmla="*/ 10 w 3485"/>
                <a:gd name="T39" fmla="*/ 27 h 3490"/>
                <a:gd name="T40" fmla="*/ 8 w 3485"/>
                <a:gd name="T41" fmla="*/ 26 h 3490"/>
                <a:gd name="T42" fmla="*/ 7 w 3485"/>
                <a:gd name="T43" fmla="*/ 24 h 3490"/>
                <a:gd name="T44" fmla="*/ 7 w 3485"/>
                <a:gd name="T45" fmla="*/ 22 h 3490"/>
                <a:gd name="T46" fmla="*/ 8 w 3485"/>
                <a:gd name="T47" fmla="*/ 20 h 3490"/>
                <a:gd name="T48" fmla="*/ 20 w 3485"/>
                <a:gd name="T49" fmla="*/ 21 h 3490"/>
                <a:gd name="T50" fmla="*/ 21 w 3485"/>
                <a:gd name="T51" fmla="*/ 23 h 3490"/>
                <a:gd name="T52" fmla="*/ 21 w 3485"/>
                <a:gd name="T53" fmla="*/ 26 h 3490"/>
                <a:gd name="T54" fmla="*/ 20 w 3485"/>
                <a:gd name="T55" fmla="*/ 28 h 3490"/>
                <a:gd name="T56" fmla="*/ 18 w 3485"/>
                <a:gd name="T57" fmla="*/ 28 h 3490"/>
                <a:gd name="T58" fmla="*/ 17 w 3485"/>
                <a:gd name="T59" fmla="*/ 26 h 3490"/>
                <a:gd name="T60" fmla="*/ 17 w 3485"/>
                <a:gd name="T61" fmla="*/ 23 h 3490"/>
                <a:gd name="T62" fmla="*/ 18 w 3485"/>
                <a:gd name="T63" fmla="*/ 21 h 3490"/>
                <a:gd name="T64" fmla="*/ 19 w 3485"/>
                <a:gd name="T65" fmla="*/ 11 h 3490"/>
                <a:gd name="T66" fmla="*/ 20 w 3485"/>
                <a:gd name="T67" fmla="*/ 13 h 3490"/>
                <a:gd name="T68" fmla="*/ 21 w 3485"/>
                <a:gd name="T69" fmla="*/ 15 h 3490"/>
                <a:gd name="T70" fmla="*/ 20 w 3485"/>
                <a:gd name="T71" fmla="*/ 17 h 3490"/>
                <a:gd name="T72" fmla="*/ 18 w 3485"/>
                <a:gd name="T73" fmla="*/ 17 h 3490"/>
                <a:gd name="T74" fmla="*/ 17 w 3485"/>
                <a:gd name="T75" fmla="*/ 16 h 3490"/>
                <a:gd name="T76" fmla="*/ 17 w 3485"/>
                <a:gd name="T77" fmla="*/ 13 h 3490"/>
                <a:gd name="T78" fmla="*/ 18 w 3485"/>
                <a:gd name="T79" fmla="*/ 11 h 3490"/>
                <a:gd name="T80" fmla="*/ 26 w 3485"/>
                <a:gd name="T81" fmla="*/ 7 h 3490"/>
                <a:gd name="T82" fmla="*/ 27 w 3485"/>
                <a:gd name="T83" fmla="*/ 8 h 3490"/>
                <a:gd name="T84" fmla="*/ 27 w 3485"/>
                <a:gd name="T85" fmla="*/ 11 h 3490"/>
                <a:gd name="T86" fmla="*/ 26 w 3485"/>
                <a:gd name="T87" fmla="*/ 13 h 3490"/>
                <a:gd name="T88" fmla="*/ 25 w 3485"/>
                <a:gd name="T89" fmla="*/ 13 h 3490"/>
                <a:gd name="T90" fmla="*/ 24 w 3485"/>
                <a:gd name="T91" fmla="*/ 12 h 3490"/>
                <a:gd name="T92" fmla="*/ 24 w 3485"/>
                <a:gd name="T93" fmla="*/ 9 h 3490"/>
                <a:gd name="T94" fmla="*/ 24 w 3485"/>
                <a:gd name="T95" fmla="*/ 7 h 3490"/>
                <a:gd name="T96" fmla="*/ 26 w 3485"/>
                <a:gd name="T97" fmla="*/ 17 h 3490"/>
                <a:gd name="T98" fmla="*/ 27 w 3485"/>
                <a:gd name="T99" fmla="*/ 18 h 3490"/>
                <a:gd name="T100" fmla="*/ 28 w 3485"/>
                <a:gd name="T101" fmla="*/ 21 h 3490"/>
                <a:gd name="T102" fmla="*/ 27 w 3485"/>
                <a:gd name="T103" fmla="*/ 23 h 3490"/>
                <a:gd name="T104" fmla="*/ 26 w 3485"/>
                <a:gd name="T105" fmla="*/ 24 h 3490"/>
                <a:gd name="T106" fmla="*/ 24 w 3485"/>
                <a:gd name="T107" fmla="*/ 23 h 3490"/>
                <a:gd name="T108" fmla="*/ 24 w 3485"/>
                <a:gd name="T109" fmla="*/ 20 h 3490"/>
                <a:gd name="T110" fmla="*/ 25 w 3485"/>
                <a:gd name="T111" fmla="*/ 18 h 3490"/>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w 3485"/>
                <a:gd name="T169" fmla="*/ 0 h 3490"/>
                <a:gd name="T170" fmla="*/ 3485 w 3485"/>
                <a:gd name="T171" fmla="*/ 3490 h 3490"/>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T168" t="T169" r="T170" b="T171"/>
              <a:pathLst>
                <a:path w="3485" h="3490">
                  <a:moveTo>
                    <a:pt x="1754" y="0"/>
                  </a:moveTo>
                  <a:lnTo>
                    <a:pt x="1797" y="2"/>
                  </a:lnTo>
                  <a:lnTo>
                    <a:pt x="1840" y="5"/>
                  </a:lnTo>
                  <a:lnTo>
                    <a:pt x="1881" y="12"/>
                  </a:lnTo>
                  <a:lnTo>
                    <a:pt x="1921" y="20"/>
                  </a:lnTo>
                  <a:lnTo>
                    <a:pt x="1959" y="31"/>
                  </a:lnTo>
                  <a:lnTo>
                    <a:pt x="1994" y="44"/>
                  </a:lnTo>
                  <a:lnTo>
                    <a:pt x="2028" y="59"/>
                  </a:lnTo>
                  <a:lnTo>
                    <a:pt x="2058" y="74"/>
                  </a:lnTo>
                  <a:lnTo>
                    <a:pt x="2086" y="93"/>
                  </a:lnTo>
                  <a:lnTo>
                    <a:pt x="2111" y="113"/>
                  </a:lnTo>
                  <a:lnTo>
                    <a:pt x="2132" y="133"/>
                  </a:lnTo>
                  <a:lnTo>
                    <a:pt x="2151" y="155"/>
                  </a:lnTo>
                  <a:lnTo>
                    <a:pt x="2165" y="179"/>
                  </a:lnTo>
                  <a:lnTo>
                    <a:pt x="2175" y="203"/>
                  </a:lnTo>
                  <a:lnTo>
                    <a:pt x="2182" y="229"/>
                  </a:lnTo>
                  <a:lnTo>
                    <a:pt x="2185" y="255"/>
                  </a:lnTo>
                  <a:lnTo>
                    <a:pt x="2182" y="281"/>
                  </a:lnTo>
                  <a:lnTo>
                    <a:pt x="2175" y="305"/>
                  </a:lnTo>
                  <a:lnTo>
                    <a:pt x="2165" y="330"/>
                  </a:lnTo>
                  <a:lnTo>
                    <a:pt x="2151" y="353"/>
                  </a:lnTo>
                  <a:lnTo>
                    <a:pt x="2132" y="376"/>
                  </a:lnTo>
                  <a:lnTo>
                    <a:pt x="2111" y="397"/>
                  </a:lnTo>
                  <a:lnTo>
                    <a:pt x="2086" y="417"/>
                  </a:lnTo>
                  <a:lnTo>
                    <a:pt x="2058" y="434"/>
                  </a:lnTo>
                  <a:lnTo>
                    <a:pt x="2028" y="451"/>
                  </a:lnTo>
                  <a:lnTo>
                    <a:pt x="1994" y="466"/>
                  </a:lnTo>
                  <a:lnTo>
                    <a:pt x="1959" y="479"/>
                  </a:lnTo>
                  <a:lnTo>
                    <a:pt x="1921" y="489"/>
                  </a:lnTo>
                  <a:lnTo>
                    <a:pt x="1881" y="498"/>
                  </a:lnTo>
                  <a:lnTo>
                    <a:pt x="1840" y="505"/>
                  </a:lnTo>
                  <a:lnTo>
                    <a:pt x="1797" y="508"/>
                  </a:lnTo>
                  <a:lnTo>
                    <a:pt x="1754" y="509"/>
                  </a:lnTo>
                  <a:lnTo>
                    <a:pt x="1710" y="508"/>
                  </a:lnTo>
                  <a:lnTo>
                    <a:pt x="1667" y="505"/>
                  </a:lnTo>
                  <a:lnTo>
                    <a:pt x="1626" y="498"/>
                  </a:lnTo>
                  <a:lnTo>
                    <a:pt x="1586" y="489"/>
                  </a:lnTo>
                  <a:lnTo>
                    <a:pt x="1548" y="479"/>
                  </a:lnTo>
                  <a:lnTo>
                    <a:pt x="1512" y="466"/>
                  </a:lnTo>
                  <a:lnTo>
                    <a:pt x="1479" y="451"/>
                  </a:lnTo>
                  <a:lnTo>
                    <a:pt x="1449" y="434"/>
                  </a:lnTo>
                  <a:lnTo>
                    <a:pt x="1421" y="417"/>
                  </a:lnTo>
                  <a:lnTo>
                    <a:pt x="1395" y="397"/>
                  </a:lnTo>
                  <a:lnTo>
                    <a:pt x="1374" y="376"/>
                  </a:lnTo>
                  <a:lnTo>
                    <a:pt x="1355" y="353"/>
                  </a:lnTo>
                  <a:lnTo>
                    <a:pt x="1341" y="330"/>
                  </a:lnTo>
                  <a:lnTo>
                    <a:pt x="1331" y="305"/>
                  </a:lnTo>
                  <a:lnTo>
                    <a:pt x="1324" y="281"/>
                  </a:lnTo>
                  <a:lnTo>
                    <a:pt x="1321" y="255"/>
                  </a:lnTo>
                  <a:lnTo>
                    <a:pt x="1324" y="229"/>
                  </a:lnTo>
                  <a:lnTo>
                    <a:pt x="1331" y="203"/>
                  </a:lnTo>
                  <a:lnTo>
                    <a:pt x="1341" y="179"/>
                  </a:lnTo>
                  <a:lnTo>
                    <a:pt x="1355" y="155"/>
                  </a:lnTo>
                  <a:lnTo>
                    <a:pt x="1374" y="133"/>
                  </a:lnTo>
                  <a:lnTo>
                    <a:pt x="1395" y="113"/>
                  </a:lnTo>
                  <a:lnTo>
                    <a:pt x="1421" y="93"/>
                  </a:lnTo>
                  <a:lnTo>
                    <a:pt x="1449" y="74"/>
                  </a:lnTo>
                  <a:lnTo>
                    <a:pt x="1479" y="59"/>
                  </a:lnTo>
                  <a:lnTo>
                    <a:pt x="1512" y="44"/>
                  </a:lnTo>
                  <a:lnTo>
                    <a:pt x="1548" y="31"/>
                  </a:lnTo>
                  <a:lnTo>
                    <a:pt x="1586" y="20"/>
                  </a:lnTo>
                  <a:lnTo>
                    <a:pt x="1626" y="12"/>
                  </a:lnTo>
                  <a:lnTo>
                    <a:pt x="1667" y="5"/>
                  </a:lnTo>
                  <a:lnTo>
                    <a:pt x="1710" y="2"/>
                  </a:lnTo>
                  <a:lnTo>
                    <a:pt x="1754" y="0"/>
                  </a:lnTo>
                  <a:close/>
                  <a:moveTo>
                    <a:pt x="239" y="786"/>
                  </a:moveTo>
                  <a:lnTo>
                    <a:pt x="263" y="788"/>
                  </a:lnTo>
                  <a:lnTo>
                    <a:pt x="287" y="794"/>
                  </a:lnTo>
                  <a:lnTo>
                    <a:pt x="309" y="805"/>
                  </a:lnTo>
                  <a:lnTo>
                    <a:pt x="331" y="819"/>
                  </a:lnTo>
                  <a:lnTo>
                    <a:pt x="352" y="836"/>
                  </a:lnTo>
                  <a:lnTo>
                    <a:pt x="372" y="857"/>
                  </a:lnTo>
                  <a:lnTo>
                    <a:pt x="390" y="882"/>
                  </a:lnTo>
                  <a:lnTo>
                    <a:pt x="407" y="909"/>
                  </a:lnTo>
                  <a:lnTo>
                    <a:pt x="423" y="940"/>
                  </a:lnTo>
                  <a:lnTo>
                    <a:pt x="437" y="971"/>
                  </a:lnTo>
                  <a:lnTo>
                    <a:pt x="448" y="1006"/>
                  </a:lnTo>
                  <a:lnTo>
                    <a:pt x="459" y="1043"/>
                  </a:lnTo>
                  <a:lnTo>
                    <a:pt x="467" y="1081"/>
                  </a:lnTo>
                  <a:lnTo>
                    <a:pt x="473" y="1121"/>
                  </a:lnTo>
                  <a:lnTo>
                    <a:pt x="476" y="1163"/>
                  </a:lnTo>
                  <a:lnTo>
                    <a:pt x="478" y="1206"/>
                  </a:lnTo>
                  <a:lnTo>
                    <a:pt x="476" y="1248"/>
                  </a:lnTo>
                  <a:lnTo>
                    <a:pt x="473" y="1290"/>
                  </a:lnTo>
                  <a:lnTo>
                    <a:pt x="467" y="1330"/>
                  </a:lnTo>
                  <a:lnTo>
                    <a:pt x="459" y="1367"/>
                  </a:lnTo>
                  <a:lnTo>
                    <a:pt x="448" y="1405"/>
                  </a:lnTo>
                  <a:lnTo>
                    <a:pt x="437" y="1439"/>
                  </a:lnTo>
                  <a:lnTo>
                    <a:pt x="423" y="1472"/>
                  </a:lnTo>
                  <a:lnTo>
                    <a:pt x="407" y="1501"/>
                  </a:lnTo>
                  <a:lnTo>
                    <a:pt x="390" y="1528"/>
                  </a:lnTo>
                  <a:lnTo>
                    <a:pt x="372" y="1553"/>
                  </a:lnTo>
                  <a:lnTo>
                    <a:pt x="352" y="1574"/>
                  </a:lnTo>
                  <a:lnTo>
                    <a:pt x="331" y="1591"/>
                  </a:lnTo>
                  <a:lnTo>
                    <a:pt x="309" y="1605"/>
                  </a:lnTo>
                  <a:lnTo>
                    <a:pt x="287" y="1616"/>
                  </a:lnTo>
                  <a:lnTo>
                    <a:pt x="263" y="1622"/>
                  </a:lnTo>
                  <a:lnTo>
                    <a:pt x="239" y="1624"/>
                  </a:lnTo>
                  <a:lnTo>
                    <a:pt x="214" y="1622"/>
                  </a:lnTo>
                  <a:lnTo>
                    <a:pt x="191" y="1616"/>
                  </a:lnTo>
                  <a:lnTo>
                    <a:pt x="168" y="1605"/>
                  </a:lnTo>
                  <a:lnTo>
                    <a:pt x="146" y="1591"/>
                  </a:lnTo>
                  <a:lnTo>
                    <a:pt x="125" y="1574"/>
                  </a:lnTo>
                  <a:lnTo>
                    <a:pt x="105" y="1553"/>
                  </a:lnTo>
                  <a:lnTo>
                    <a:pt x="87" y="1528"/>
                  </a:lnTo>
                  <a:lnTo>
                    <a:pt x="70" y="1501"/>
                  </a:lnTo>
                  <a:lnTo>
                    <a:pt x="55" y="1472"/>
                  </a:lnTo>
                  <a:lnTo>
                    <a:pt x="41" y="1439"/>
                  </a:lnTo>
                  <a:lnTo>
                    <a:pt x="29" y="1405"/>
                  </a:lnTo>
                  <a:lnTo>
                    <a:pt x="18" y="1367"/>
                  </a:lnTo>
                  <a:lnTo>
                    <a:pt x="10" y="1330"/>
                  </a:lnTo>
                  <a:lnTo>
                    <a:pt x="4" y="1290"/>
                  </a:lnTo>
                  <a:lnTo>
                    <a:pt x="1" y="1248"/>
                  </a:lnTo>
                  <a:lnTo>
                    <a:pt x="0" y="1206"/>
                  </a:lnTo>
                  <a:lnTo>
                    <a:pt x="1" y="1163"/>
                  </a:lnTo>
                  <a:lnTo>
                    <a:pt x="4" y="1121"/>
                  </a:lnTo>
                  <a:lnTo>
                    <a:pt x="10" y="1081"/>
                  </a:lnTo>
                  <a:lnTo>
                    <a:pt x="18" y="1043"/>
                  </a:lnTo>
                  <a:lnTo>
                    <a:pt x="29" y="1006"/>
                  </a:lnTo>
                  <a:lnTo>
                    <a:pt x="41" y="971"/>
                  </a:lnTo>
                  <a:lnTo>
                    <a:pt x="55" y="940"/>
                  </a:lnTo>
                  <a:lnTo>
                    <a:pt x="70" y="909"/>
                  </a:lnTo>
                  <a:lnTo>
                    <a:pt x="87" y="882"/>
                  </a:lnTo>
                  <a:lnTo>
                    <a:pt x="105" y="857"/>
                  </a:lnTo>
                  <a:lnTo>
                    <a:pt x="125" y="836"/>
                  </a:lnTo>
                  <a:lnTo>
                    <a:pt x="146" y="819"/>
                  </a:lnTo>
                  <a:lnTo>
                    <a:pt x="168" y="805"/>
                  </a:lnTo>
                  <a:lnTo>
                    <a:pt x="191" y="794"/>
                  </a:lnTo>
                  <a:lnTo>
                    <a:pt x="214" y="788"/>
                  </a:lnTo>
                  <a:lnTo>
                    <a:pt x="239" y="786"/>
                  </a:lnTo>
                  <a:close/>
                  <a:moveTo>
                    <a:pt x="1119" y="2495"/>
                  </a:moveTo>
                  <a:lnTo>
                    <a:pt x="1143" y="2498"/>
                  </a:lnTo>
                  <a:lnTo>
                    <a:pt x="1167" y="2504"/>
                  </a:lnTo>
                  <a:lnTo>
                    <a:pt x="1190" y="2514"/>
                  </a:lnTo>
                  <a:lnTo>
                    <a:pt x="1211" y="2528"/>
                  </a:lnTo>
                  <a:lnTo>
                    <a:pt x="1232" y="2546"/>
                  </a:lnTo>
                  <a:lnTo>
                    <a:pt x="1252" y="2567"/>
                  </a:lnTo>
                  <a:lnTo>
                    <a:pt x="1271" y="2592"/>
                  </a:lnTo>
                  <a:lnTo>
                    <a:pt x="1288" y="2618"/>
                  </a:lnTo>
                  <a:lnTo>
                    <a:pt x="1304" y="2648"/>
                  </a:lnTo>
                  <a:lnTo>
                    <a:pt x="1318" y="2681"/>
                  </a:lnTo>
                  <a:lnTo>
                    <a:pt x="1329" y="2715"/>
                  </a:lnTo>
                  <a:lnTo>
                    <a:pt x="1340" y="2752"/>
                  </a:lnTo>
                  <a:lnTo>
                    <a:pt x="1348" y="2790"/>
                  </a:lnTo>
                  <a:lnTo>
                    <a:pt x="1354" y="2830"/>
                  </a:lnTo>
                  <a:lnTo>
                    <a:pt x="1358" y="2872"/>
                  </a:lnTo>
                  <a:lnTo>
                    <a:pt x="1359" y="2914"/>
                  </a:lnTo>
                  <a:lnTo>
                    <a:pt x="1358" y="2956"/>
                  </a:lnTo>
                  <a:lnTo>
                    <a:pt x="1354" y="2998"/>
                  </a:lnTo>
                  <a:lnTo>
                    <a:pt x="1348" y="3038"/>
                  </a:lnTo>
                  <a:lnTo>
                    <a:pt x="1340" y="3077"/>
                  </a:lnTo>
                  <a:lnTo>
                    <a:pt x="1329" y="3113"/>
                  </a:lnTo>
                  <a:lnTo>
                    <a:pt x="1318" y="3147"/>
                  </a:lnTo>
                  <a:lnTo>
                    <a:pt x="1304" y="3180"/>
                  </a:lnTo>
                  <a:lnTo>
                    <a:pt x="1288" y="3209"/>
                  </a:lnTo>
                  <a:lnTo>
                    <a:pt x="1271" y="3238"/>
                  </a:lnTo>
                  <a:lnTo>
                    <a:pt x="1252" y="3261"/>
                  </a:lnTo>
                  <a:lnTo>
                    <a:pt x="1232" y="3282"/>
                  </a:lnTo>
                  <a:lnTo>
                    <a:pt x="1211" y="3301"/>
                  </a:lnTo>
                  <a:lnTo>
                    <a:pt x="1190" y="3315"/>
                  </a:lnTo>
                  <a:lnTo>
                    <a:pt x="1167" y="3325"/>
                  </a:lnTo>
                  <a:lnTo>
                    <a:pt x="1143" y="3331"/>
                  </a:lnTo>
                  <a:lnTo>
                    <a:pt x="1119" y="3334"/>
                  </a:lnTo>
                  <a:lnTo>
                    <a:pt x="1094" y="3331"/>
                  </a:lnTo>
                  <a:lnTo>
                    <a:pt x="1070" y="3325"/>
                  </a:lnTo>
                  <a:lnTo>
                    <a:pt x="1048" y="3315"/>
                  </a:lnTo>
                  <a:lnTo>
                    <a:pt x="1026" y="3301"/>
                  </a:lnTo>
                  <a:lnTo>
                    <a:pt x="1005" y="3282"/>
                  </a:lnTo>
                  <a:lnTo>
                    <a:pt x="985" y="3261"/>
                  </a:lnTo>
                  <a:lnTo>
                    <a:pt x="967" y="3238"/>
                  </a:lnTo>
                  <a:lnTo>
                    <a:pt x="950" y="3209"/>
                  </a:lnTo>
                  <a:lnTo>
                    <a:pt x="935" y="3180"/>
                  </a:lnTo>
                  <a:lnTo>
                    <a:pt x="921" y="3147"/>
                  </a:lnTo>
                  <a:lnTo>
                    <a:pt x="909" y="3113"/>
                  </a:lnTo>
                  <a:lnTo>
                    <a:pt x="898" y="3077"/>
                  </a:lnTo>
                  <a:lnTo>
                    <a:pt x="890" y="3038"/>
                  </a:lnTo>
                  <a:lnTo>
                    <a:pt x="884" y="2998"/>
                  </a:lnTo>
                  <a:lnTo>
                    <a:pt x="881" y="2956"/>
                  </a:lnTo>
                  <a:lnTo>
                    <a:pt x="880" y="2914"/>
                  </a:lnTo>
                  <a:lnTo>
                    <a:pt x="881" y="2872"/>
                  </a:lnTo>
                  <a:lnTo>
                    <a:pt x="884" y="2830"/>
                  </a:lnTo>
                  <a:lnTo>
                    <a:pt x="890" y="2790"/>
                  </a:lnTo>
                  <a:lnTo>
                    <a:pt x="898" y="2752"/>
                  </a:lnTo>
                  <a:lnTo>
                    <a:pt x="909" y="2715"/>
                  </a:lnTo>
                  <a:lnTo>
                    <a:pt x="921" y="2681"/>
                  </a:lnTo>
                  <a:lnTo>
                    <a:pt x="935" y="2648"/>
                  </a:lnTo>
                  <a:lnTo>
                    <a:pt x="950" y="2618"/>
                  </a:lnTo>
                  <a:lnTo>
                    <a:pt x="967" y="2592"/>
                  </a:lnTo>
                  <a:lnTo>
                    <a:pt x="985" y="2567"/>
                  </a:lnTo>
                  <a:lnTo>
                    <a:pt x="1005" y="2546"/>
                  </a:lnTo>
                  <a:lnTo>
                    <a:pt x="1026" y="2528"/>
                  </a:lnTo>
                  <a:lnTo>
                    <a:pt x="1048" y="2514"/>
                  </a:lnTo>
                  <a:lnTo>
                    <a:pt x="1070" y="2504"/>
                  </a:lnTo>
                  <a:lnTo>
                    <a:pt x="1094" y="2498"/>
                  </a:lnTo>
                  <a:lnTo>
                    <a:pt x="1119" y="2495"/>
                  </a:lnTo>
                  <a:close/>
                  <a:moveTo>
                    <a:pt x="2380" y="2651"/>
                  </a:moveTo>
                  <a:lnTo>
                    <a:pt x="2405" y="2654"/>
                  </a:lnTo>
                  <a:lnTo>
                    <a:pt x="2428" y="2660"/>
                  </a:lnTo>
                  <a:lnTo>
                    <a:pt x="2452" y="2670"/>
                  </a:lnTo>
                  <a:lnTo>
                    <a:pt x="2473" y="2684"/>
                  </a:lnTo>
                  <a:lnTo>
                    <a:pt x="2494" y="2703"/>
                  </a:lnTo>
                  <a:lnTo>
                    <a:pt x="2514" y="2724"/>
                  </a:lnTo>
                  <a:lnTo>
                    <a:pt x="2533" y="2747"/>
                  </a:lnTo>
                  <a:lnTo>
                    <a:pt x="2550" y="2774"/>
                  </a:lnTo>
                  <a:lnTo>
                    <a:pt x="2565" y="2805"/>
                  </a:lnTo>
                  <a:lnTo>
                    <a:pt x="2580" y="2838"/>
                  </a:lnTo>
                  <a:lnTo>
                    <a:pt x="2591" y="2872"/>
                  </a:lnTo>
                  <a:lnTo>
                    <a:pt x="2602" y="2908"/>
                  </a:lnTo>
                  <a:lnTo>
                    <a:pt x="2610" y="2947"/>
                  </a:lnTo>
                  <a:lnTo>
                    <a:pt x="2616" y="2987"/>
                  </a:lnTo>
                  <a:lnTo>
                    <a:pt x="2619" y="3029"/>
                  </a:lnTo>
                  <a:lnTo>
                    <a:pt x="2621" y="3071"/>
                  </a:lnTo>
                  <a:lnTo>
                    <a:pt x="2619" y="3113"/>
                  </a:lnTo>
                  <a:lnTo>
                    <a:pt x="2616" y="3155"/>
                  </a:lnTo>
                  <a:lnTo>
                    <a:pt x="2610" y="3195"/>
                  </a:lnTo>
                  <a:lnTo>
                    <a:pt x="2602" y="3233"/>
                  </a:lnTo>
                  <a:lnTo>
                    <a:pt x="2591" y="3270"/>
                  </a:lnTo>
                  <a:lnTo>
                    <a:pt x="2580" y="3304"/>
                  </a:lnTo>
                  <a:lnTo>
                    <a:pt x="2565" y="3337"/>
                  </a:lnTo>
                  <a:lnTo>
                    <a:pt x="2550" y="3367"/>
                  </a:lnTo>
                  <a:lnTo>
                    <a:pt x="2533" y="3393"/>
                  </a:lnTo>
                  <a:lnTo>
                    <a:pt x="2514" y="3418"/>
                  </a:lnTo>
                  <a:lnTo>
                    <a:pt x="2494" y="3439"/>
                  </a:lnTo>
                  <a:lnTo>
                    <a:pt x="2473" y="3457"/>
                  </a:lnTo>
                  <a:lnTo>
                    <a:pt x="2452" y="3471"/>
                  </a:lnTo>
                  <a:lnTo>
                    <a:pt x="2428" y="3481"/>
                  </a:lnTo>
                  <a:lnTo>
                    <a:pt x="2405" y="3487"/>
                  </a:lnTo>
                  <a:lnTo>
                    <a:pt x="2380" y="3490"/>
                  </a:lnTo>
                  <a:lnTo>
                    <a:pt x="2356" y="3487"/>
                  </a:lnTo>
                  <a:lnTo>
                    <a:pt x="2332" y="3481"/>
                  </a:lnTo>
                  <a:lnTo>
                    <a:pt x="2310" y="3471"/>
                  </a:lnTo>
                  <a:lnTo>
                    <a:pt x="2288" y="3457"/>
                  </a:lnTo>
                  <a:lnTo>
                    <a:pt x="2267" y="3439"/>
                  </a:lnTo>
                  <a:lnTo>
                    <a:pt x="2248" y="3418"/>
                  </a:lnTo>
                  <a:lnTo>
                    <a:pt x="2229" y="3393"/>
                  </a:lnTo>
                  <a:lnTo>
                    <a:pt x="2212" y="3367"/>
                  </a:lnTo>
                  <a:lnTo>
                    <a:pt x="2196" y="3337"/>
                  </a:lnTo>
                  <a:lnTo>
                    <a:pt x="2182" y="3304"/>
                  </a:lnTo>
                  <a:lnTo>
                    <a:pt x="2171" y="3270"/>
                  </a:lnTo>
                  <a:lnTo>
                    <a:pt x="2160" y="3233"/>
                  </a:lnTo>
                  <a:lnTo>
                    <a:pt x="2152" y="3195"/>
                  </a:lnTo>
                  <a:lnTo>
                    <a:pt x="2146" y="3155"/>
                  </a:lnTo>
                  <a:lnTo>
                    <a:pt x="2142" y="3113"/>
                  </a:lnTo>
                  <a:lnTo>
                    <a:pt x="2141" y="3071"/>
                  </a:lnTo>
                  <a:lnTo>
                    <a:pt x="2142" y="3029"/>
                  </a:lnTo>
                  <a:lnTo>
                    <a:pt x="2146" y="2987"/>
                  </a:lnTo>
                  <a:lnTo>
                    <a:pt x="2152" y="2947"/>
                  </a:lnTo>
                  <a:lnTo>
                    <a:pt x="2160" y="2908"/>
                  </a:lnTo>
                  <a:lnTo>
                    <a:pt x="2171" y="2872"/>
                  </a:lnTo>
                  <a:lnTo>
                    <a:pt x="2182" y="2838"/>
                  </a:lnTo>
                  <a:lnTo>
                    <a:pt x="2196" y="2805"/>
                  </a:lnTo>
                  <a:lnTo>
                    <a:pt x="2212" y="2774"/>
                  </a:lnTo>
                  <a:lnTo>
                    <a:pt x="2229" y="2747"/>
                  </a:lnTo>
                  <a:lnTo>
                    <a:pt x="2248" y="2724"/>
                  </a:lnTo>
                  <a:lnTo>
                    <a:pt x="2267" y="2703"/>
                  </a:lnTo>
                  <a:lnTo>
                    <a:pt x="2288" y="2684"/>
                  </a:lnTo>
                  <a:lnTo>
                    <a:pt x="2310" y="2670"/>
                  </a:lnTo>
                  <a:lnTo>
                    <a:pt x="2332" y="2660"/>
                  </a:lnTo>
                  <a:lnTo>
                    <a:pt x="2356" y="2654"/>
                  </a:lnTo>
                  <a:lnTo>
                    <a:pt x="2380" y="2651"/>
                  </a:lnTo>
                  <a:close/>
                  <a:moveTo>
                    <a:pt x="2342" y="1355"/>
                  </a:moveTo>
                  <a:lnTo>
                    <a:pt x="2366" y="1357"/>
                  </a:lnTo>
                  <a:lnTo>
                    <a:pt x="2390" y="1363"/>
                  </a:lnTo>
                  <a:lnTo>
                    <a:pt x="2412" y="1373"/>
                  </a:lnTo>
                  <a:lnTo>
                    <a:pt x="2434" y="1387"/>
                  </a:lnTo>
                  <a:lnTo>
                    <a:pt x="2455" y="1405"/>
                  </a:lnTo>
                  <a:lnTo>
                    <a:pt x="2475" y="1426"/>
                  </a:lnTo>
                  <a:lnTo>
                    <a:pt x="2493" y="1451"/>
                  </a:lnTo>
                  <a:lnTo>
                    <a:pt x="2510" y="1478"/>
                  </a:lnTo>
                  <a:lnTo>
                    <a:pt x="2526" y="1507"/>
                  </a:lnTo>
                  <a:lnTo>
                    <a:pt x="2540" y="1540"/>
                  </a:lnTo>
                  <a:lnTo>
                    <a:pt x="2551" y="1574"/>
                  </a:lnTo>
                  <a:lnTo>
                    <a:pt x="2562" y="1611"/>
                  </a:lnTo>
                  <a:lnTo>
                    <a:pt x="2570" y="1649"/>
                  </a:lnTo>
                  <a:lnTo>
                    <a:pt x="2576" y="1689"/>
                  </a:lnTo>
                  <a:lnTo>
                    <a:pt x="2580" y="1731"/>
                  </a:lnTo>
                  <a:lnTo>
                    <a:pt x="2581" y="1773"/>
                  </a:lnTo>
                  <a:lnTo>
                    <a:pt x="2580" y="1815"/>
                  </a:lnTo>
                  <a:lnTo>
                    <a:pt x="2576" y="1858"/>
                  </a:lnTo>
                  <a:lnTo>
                    <a:pt x="2570" y="1897"/>
                  </a:lnTo>
                  <a:lnTo>
                    <a:pt x="2562" y="1936"/>
                  </a:lnTo>
                  <a:lnTo>
                    <a:pt x="2551" y="1972"/>
                  </a:lnTo>
                  <a:lnTo>
                    <a:pt x="2540" y="2008"/>
                  </a:lnTo>
                  <a:lnTo>
                    <a:pt x="2526" y="2039"/>
                  </a:lnTo>
                  <a:lnTo>
                    <a:pt x="2510" y="2070"/>
                  </a:lnTo>
                  <a:lnTo>
                    <a:pt x="2493" y="2097"/>
                  </a:lnTo>
                  <a:lnTo>
                    <a:pt x="2475" y="2121"/>
                  </a:lnTo>
                  <a:lnTo>
                    <a:pt x="2455" y="2142"/>
                  </a:lnTo>
                  <a:lnTo>
                    <a:pt x="2434" y="2160"/>
                  </a:lnTo>
                  <a:lnTo>
                    <a:pt x="2412" y="2174"/>
                  </a:lnTo>
                  <a:lnTo>
                    <a:pt x="2390" y="2185"/>
                  </a:lnTo>
                  <a:lnTo>
                    <a:pt x="2366" y="2191"/>
                  </a:lnTo>
                  <a:lnTo>
                    <a:pt x="2342" y="2193"/>
                  </a:lnTo>
                  <a:lnTo>
                    <a:pt x="2317" y="2191"/>
                  </a:lnTo>
                  <a:lnTo>
                    <a:pt x="2294" y="2185"/>
                  </a:lnTo>
                  <a:lnTo>
                    <a:pt x="2270" y="2174"/>
                  </a:lnTo>
                  <a:lnTo>
                    <a:pt x="2249" y="2160"/>
                  </a:lnTo>
                  <a:lnTo>
                    <a:pt x="2228" y="2142"/>
                  </a:lnTo>
                  <a:lnTo>
                    <a:pt x="2208" y="2121"/>
                  </a:lnTo>
                  <a:lnTo>
                    <a:pt x="2189" y="2097"/>
                  </a:lnTo>
                  <a:lnTo>
                    <a:pt x="2173" y="2070"/>
                  </a:lnTo>
                  <a:lnTo>
                    <a:pt x="2157" y="2039"/>
                  </a:lnTo>
                  <a:lnTo>
                    <a:pt x="2142" y="2008"/>
                  </a:lnTo>
                  <a:lnTo>
                    <a:pt x="2131" y="1972"/>
                  </a:lnTo>
                  <a:lnTo>
                    <a:pt x="2120" y="1936"/>
                  </a:lnTo>
                  <a:lnTo>
                    <a:pt x="2112" y="1897"/>
                  </a:lnTo>
                  <a:lnTo>
                    <a:pt x="2106" y="1858"/>
                  </a:lnTo>
                  <a:lnTo>
                    <a:pt x="2103" y="1815"/>
                  </a:lnTo>
                  <a:lnTo>
                    <a:pt x="2101" y="1773"/>
                  </a:lnTo>
                  <a:lnTo>
                    <a:pt x="2103" y="1731"/>
                  </a:lnTo>
                  <a:lnTo>
                    <a:pt x="2106" y="1689"/>
                  </a:lnTo>
                  <a:lnTo>
                    <a:pt x="2112" y="1649"/>
                  </a:lnTo>
                  <a:lnTo>
                    <a:pt x="2120" y="1611"/>
                  </a:lnTo>
                  <a:lnTo>
                    <a:pt x="2131" y="1574"/>
                  </a:lnTo>
                  <a:lnTo>
                    <a:pt x="2142" y="1540"/>
                  </a:lnTo>
                  <a:lnTo>
                    <a:pt x="2157" y="1507"/>
                  </a:lnTo>
                  <a:lnTo>
                    <a:pt x="2173" y="1478"/>
                  </a:lnTo>
                  <a:lnTo>
                    <a:pt x="2189" y="1451"/>
                  </a:lnTo>
                  <a:lnTo>
                    <a:pt x="2208" y="1426"/>
                  </a:lnTo>
                  <a:lnTo>
                    <a:pt x="2228" y="1405"/>
                  </a:lnTo>
                  <a:lnTo>
                    <a:pt x="2249" y="1387"/>
                  </a:lnTo>
                  <a:lnTo>
                    <a:pt x="2270" y="1373"/>
                  </a:lnTo>
                  <a:lnTo>
                    <a:pt x="2294" y="1363"/>
                  </a:lnTo>
                  <a:lnTo>
                    <a:pt x="2317" y="1357"/>
                  </a:lnTo>
                  <a:lnTo>
                    <a:pt x="2342" y="1355"/>
                  </a:lnTo>
                  <a:close/>
                  <a:moveTo>
                    <a:pt x="3179" y="819"/>
                  </a:moveTo>
                  <a:lnTo>
                    <a:pt x="3204" y="821"/>
                  </a:lnTo>
                  <a:lnTo>
                    <a:pt x="3227" y="827"/>
                  </a:lnTo>
                  <a:lnTo>
                    <a:pt x="3250" y="838"/>
                  </a:lnTo>
                  <a:lnTo>
                    <a:pt x="3272" y="852"/>
                  </a:lnTo>
                  <a:lnTo>
                    <a:pt x="3293" y="869"/>
                  </a:lnTo>
                  <a:lnTo>
                    <a:pt x="3312" y="890"/>
                  </a:lnTo>
                  <a:lnTo>
                    <a:pt x="3331" y="915"/>
                  </a:lnTo>
                  <a:lnTo>
                    <a:pt x="3348" y="942"/>
                  </a:lnTo>
                  <a:lnTo>
                    <a:pt x="3363" y="971"/>
                  </a:lnTo>
                  <a:lnTo>
                    <a:pt x="3377" y="1004"/>
                  </a:lnTo>
                  <a:lnTo>
                    <a:pt x="3389" y="1038"/>
                  </a:lnTo>
                  <a:lnTo>
                    <a:pt x="3400" y="1076"/>
                  </a:lnTo>
                  <a:lnTo>
                    <a:pt x="3408" y="1113"/>
                  </a:lnTo>
                  <a:lnTo>
                    <a:pt x="3414" y="1153"/>
                  </a:lnTo>
                  <a:lnTo>
                    <a:pt x="3417" y="1195"/>
                  </a:lnTo>
                  <a:lnTo>
                    <a:pt x="3418" y="1237"/>
                  </a:lnTo>
                  <a:lnTo>
                    <a:pt x="3417" y="1280"/>
                  </a:lnTo>
                  <a:lnTo>
                    <a:pt x="3414" y="1322"/>
                  </a:lnTo>
                  <a:lnTo>
                    <a:pt x="3408" y="1362"/>
                  </a:lnTo>
                  <a:lnTo>
                    <a:pt x="3400" y="1399"/>
                  </a:lnTo>
                  <a:lnTo>
                    <a:pt x="3389" y="1437"/>
                  </a:lnTo>
                  <a:lnTo>
                    <a:pt x="3377" y="1471"/>
                  </a:lnTo>
                  <a:lnTo>
                    <a:pt x="3363" y="1503"/>
                  </a:lnTo>
                  <a:lnTo>
                    <a:pt x="3348" y="1533"/>
                  </a:lnTo>
                  <a:lnTo>
                    <a:pt x="3331" y="1560"/>
                  </a:lnTo>
                  <a:lnTo>
                    <a:pt x="3312" y="1584"/>
                  </a:lnTo>
                  <a:lnTo>
                    <a:pt x="3293" y="1605"/>
                  </a:lnTo>
                  <a:lnTo>
                    <a:pt x="3272" y="1623"/>
                  </a:lnTo>
                  <a:lnTo>
                    <a:pt x="3250" y="1637"/>
                  </a:lnTo>
                  <a:lnTo>
                    <a:pt x="3227" y="1648"/>
                  </a:lnTo>
                  <a:lnTo>
                    <a:pt x="3204" y="1654"/>
                  </a:lnTo>
                  <a:lnTo>
                    <a:pt x="3179" y="1656"/>
                  </a:lnTo>
                  <a:lnTo>
                    <a:pt x="3155" y="1654"/>
                  </a:lnTo>
                  <a:lnTo>
                    <a:pt x="3131" y="1648"/>
                  </a:lnTo>
                  <a:lnTo>
                    <a:pt x="3108" y="1637"/>
                  </a:lnTo>
                  <a:lnTo>
                    <a:pt x="3087" y="1623"/>
                  </a:lnTo>
                  <a:lnTo>
                    <a:pt x="3066" y="1605"/>
                  </a:lnTo>
                  <a:lnTo>
                    <a:pt x="3046" y="1584"/>
                  </a:lnTo>
                  <a:lnTo>
                    <a:pt x="3027" y="1560"/>
                  </a:lnTo>
                  <a:lnTo>
                    <a:pt x="3011" y="1533"/>
                  </a:lnTo>
                  <a:lnTo>
                    <a:pt x="2994" y="1503"/>
                  </a:lnTo>
                  <a:lnTo>
                    <a:pt x="2980" y="1471"/>
                  </a:lnTo>
                  <a:lnTo>
                    <a:pt x="2968" y="1437"/>
                  </a:lnTo>
                  <a:lnTo>
                    <a:pt x="2958" y="1399"/>
                  </a:lnTo>
                  <a:lnTo>
                    <a:pt x="2950" y="1362"/>
                  </a:lnTo>
                  <a:lnTo>
                    <a:pt x="2944" y="1322"/>
                  </a:lnTo>
                  <a:lnTo>
                    <a:pt x="2940" y="1280"/>
                  </a:lnTo>
                  <a:lnTo>
                    <a:pt x="2939" y="1237"/>
                  </a:lnTo>
                  <a:lnTo>
                    <a:pt x="2940" y="1195"/>
                  </a:lnTo>
                  <a:lnTo>
                    <a:pt x="2944" y="1153"/>
                  </a:lnTo>
                  <a:lnTo>
                    <a:pt x="2950" y="1113"/>
                  </a:lnTo>
                  <a:lnTo>
                    <a:pt x="2958" y="1076"/>
                  </a:lnTo>
                  <a:lnTo>
                    <a:pt x="2968" y="1038"/>
                  </a:lnTo>
                  <a:lnTo>
                    <a:pt x="2980" y="1004"/>
                  </a:lnTo>
                  <a:lnTo>
                    <a:pt x="2994" y="971"/>
                  </a:lnTo>
                  <a:lnTo>
                    <a:pt x="3011" y="942"/>
                  </a:lnTo>
                  <a:lnTo>
                    <a:pt x="3027" y="915"/>
                  </a:lnTo>
                  <a:lnTo>
                    <a:pt x="3046" y="890"/>
                  </a:lnTo>
                  <a:lnTo>
                    <a:pt x="3066" y="869"/>
                  </a:lnTo>
                  <a:lnTo>
                    <a:pt x="3087" y="852"/>
                  </a:lnTo>
                  <a:lnTo>
                    <a:pt x="3108" y="838"/>
                  </a:lnTo>
                  <a:lnTo>
                    <a:pt x="3131" y="827"/>
                  </a:lnTo>
                  <a:lnTo>
                    <a:pt x="3155" y="821"/>
                  </a:lnTo>
                  <a:lnTo>
                    <a:pt x="3179" y="819"/>
                  </a:lnTo>
                  <a:close/>
                  <a:moveTo>
                    <a:pt x="3246" y="2144"/>
                  </a:moveTo>
                  <a:lnTo>
                    <a:pt x="3271" y="2146"/>
                  </a:lnTo>
                  <a:lnTo>
                    <a:pt x="3294" y="2152"/>
                  </a:lnTo>
                  <a:lnTo>
                    <a:pt x="3316" y="2162"/>
                  </a:lnTo>
                  <a:lnTo>
                    <a:pt x="3339" y="2176"/>
                  </a:lnTo>
                  <a:lnTo>
                    <a:pt x="3360" y="2194"/>
                  </a:lnTo>
                  <a:lnTo>
                    <a:pt x="3380" y="2215"/>
                  </a:lnTo>
                  <a:lnTo>
                    <a:pt x="3397" y="2240"/>
                  </a:lnTo>
                  <a:lnTo>
                    <a:pt x="3415" y="2267"/>
                  </a:lnTo>
                  <a:lnTo>
                    <a:pt x="3430" y="2296"/>
                  </a:lnTo>
                  <a:lnTo>
                    <a:pt x="3444" y="2329"/>
                  </a:lnTo>
                  <a:lnTo>
                    <a:pt x="3456" y="2363"/>
                  </a:lnTo>
                  <a:lnTo>
                    <a:pt x="3466" y="2400"/>
                  </a:lnTo>
                  <a:lnTo>
                    <a:pt x="3475" y="2438"/>
                  </a:lnTo>
                  <a:lnTo>
                    <a:pt x="3480" y="2478"/>
                  </a:lnTo>
                  <a:lnTo>
                    <a:pt x="3484" y="2520"/>
                  </a:lnTo>
                  <a:lnTo>
                    <a:pt x="3485" y="2562"/>
                  </a:lnTo>
                  <a:lnTo>
                    <a:pt x="3484" y="2604"/>
                  </a:lnTo>
                  <a:lnTo>
                    <a:pt x="3480" y="2647"/>
                  </a:lnTo>
                  <a:lnTo>
                    <a:pt x="3475" y="2686"/>
                  </a:lnTo>
                  <a:lnTo>
                    <a:pt x="3466" y="2725"/>
                  </a:lnTo>
                  <a:lnTo>
                    <a:pt x="3456" y="2762"/>
                  </a:lnTo>
                  <a:lnTo>
                    <a:pt x="3444" y="2796"/>
                  </a:lnTo>
                  <a:lnTo>
                    <a:pt x="3430" y="2828"/>
                  </a:lnTo>
                  <a:lnTo>
                    <a:pt x="3415" y="2858"/>
                  </a:lnTo>
                  <a:lnTo>
                    <a:pt x="3397" y="2886"/>
                  </a:lnTo>
                  <a:lnTo>
                    <a:pt x="3380" y="2909"/>
                  </a:lnTo>
                  <a:lnTo>
                    <a:pt x="3360" y="2930"/>
                  </a:lnTo>
                  <a:lnTo>
                    <a:pt x="3339" y="2949"/>
                  </a:lnTo>
                  <a:lnTo>
                    <a:pt x="3316" y="2963"/>
                  </a:lnTo>
                  <a:lnTo>
                    <a:pt x="3294" y="2974"/>
                  </a:lnTo>
                  <a:lnTo>
                    <a:pt x="3271" y="2980"/>
                  </a:lnTo>
                  <a:lnTo>
                    <a:pt x="3246" y="2982"/>
                  </a:lnTo>
                  <a:lnTo>
                    <a:pt x="3222" y="2980"/>
                  </a:lnTo>
                  <a:lnTo>
                    <a:pt x="3198" y="2974"/>
                  </a:lnTo>
                  <a:lnTo>
                    <a:pt x="3176" y="2963"/>
                  </a:lnTo>
                  <a:lnTo>
                    <a:pt x="3154" y="2949"/>
                  </a:lnTo>
                  <a:lnTo>
                    <a:pt x="3133" y="2930"/>
                  </a:lnTo>
                  <a:lnTo>
                    <a:pt x="3113" y="2909"/>
                  </a:lnTo>
                  <a:lnTo>
                    <a:pt x="3095" y="2886"/>
                  </a:lnTo>
                  <a:lnTo>
                    <a:pt x="3077" y="2858"/>
                  </a:lnTo>
                  <a:lnTo>
                    <a:pt x="3062" y="2828"/>
                  </a:lnTo>
                  <a:lnTo>
                    <a:pt x="3048" y="2796"/>
                  </a:lnTo>
                  <a:lnTo>
                    <a:pt x="3036" y="2762"/>
                  </a:lnTo>
                  <a:lnTo>
                    <a:pt x="3026" y="2725"/>
                  </a:lnTo>
                  <a:lnTo>
                    <a:pt x="3018" y="2686"/>
                  </a:lnTo>
                  <a:lnTo>
                    <a:pt x="3012" y="2647"/>
                  </a:lnTo>
                  <a:lnTo>
                    <a:pt x="3008" y="2604"/>
                  </a:lnTo>
                  <a:lnTo>
                    <a:pt x="3007" y="2562"/>
                  </a:lnTo>
                  <a:lnTo>
                    <a:pt x="3008" y="2520"/>
                  </a:lnTo>
                  <a:lnTo>
                    <a:pt x="3012" y="2478"/>
                  </a:lnTo>
                  <a:lnTo>
                    <a:pt x="3018" y="2438"/>
                  </a:lnTo>
                  <a:lnTo>
                    <a:pt x="3026" y="2400"/>
                  </a:lnTo>
                  <a:lnTo>
                    <a:pt x="3036" y="2363"/>
                  </a:lnTo>
                  <a:lnTo>
                    <a:pt x="3048" y="2329"/>
                  </a:lnTo>
                  <a:lnTo>
                    <a:pt x="3062" y="2296"/>
                  </a:lnTo>
                  <a:lnTo>
                    <a:pt x="3077" y="2267"/>
                  </a:lnTo>
                  <a:lnTo>
                    <a:pt x="3095" y="2240"/>
                  </a:lnTo>
                  <a:lnTo>
                    <a:pt x="3113" y="2215"/>
                  </a:lnTo>
                  <a:lnTo>
                    <a:pt x="3133" y="2194"/>
                  </a:lnTo>
                  <a:lnTo>
                    <a:pt x="3154" y="2176"/>
                  </a:lnTo>
                  <a:lnTo>
                    <a:pt x="3176" y="2162"/>
                  </a:lnTo>
                  <a:lnTo>
                    <a:pt x="3198" y="2152"/>
                  </a:lnTo>
                  <a:lnTo>
                    <a:pt x="3222" y="2146"/>
                  </a:lnTo>
                  <a:lnTo>
                    <a:pt x="3246" y="214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3938" name="Freeform 48"/>
            <p:cNvSpPr>
              <a:spLocks/>
            </p:cNvSpPr>
            <p:nvPr/>
          </p:nvSpPr>
          <p:spPr bwMode="auto">
            <a:xfrm>
              <a:off x="1267" y="1588"/>
              <a:ext cx="87" cy="52"/>
            </a:xfrm>
            <a:custGeom>
              <a:avLst/>
              <a:gdLst>
                <a:gd name="T0" fmla="*/ 3 w 437"/>
                <a:gd name="T1" fmla="*/ 2 h 260"/>
                <a:gd name="T2" fmla="*/ 3 w 437"/>
                <a:gd name="T3" fmla="*/ 2 h 260"/>
                <a:gd name="T4" fmla="*/ 3 w 437"/>
                <a:gd name="T5" fmla="*/ 2 h 260"/>
                <a:gd name="T6" fmla="*/ 3 w 437"/>
                <a:gd name="T7" fmla="*/ 2 h 260"/>
                <a:gd name="T8" fmla="*/ 3 w 437"/>
                <a:gd name="T9" fmla="*/ 1 h 260"/>
                <a:gd name="T10" fmla="*/ 3 w 437"/>
                <a:gd name="T11" fmla="*/ 1 h 260"/>
                <a:gd name="T12" fmla="*/ 3 w 437"/>
                <a:gd name="T13" fmla="*/ 1 h 260"/>
                <a:gd name="T14" fmla="*/ 3 w 437"/>
                <a:gd name="T15" fmla="*/ 1 h 260"/>
                <a:gd name="T16" fmla="*/ 3 w 437"/>
                <a:gd name="T17" fmla="*/ 1 h 260"/>
                <a:gd name="T18" fmla="*/ 2 w 437"/>
                <a:gd name="T19" fmla="*/ 1 h 260"/>
                <a:gd name="T20" fmla="*/ 2 w 437"/>
                <a:gd name="T21" fmla="*/ 0 h 260"/>
                <a:gd name="T22" fmla="*/ 2 w 437"/>
                <a:gd name="T23" fmla="*/ 0 h 260"/>
                <a:gd name="T24" fmla="*/ 2 w 437"/>
                <a:gd name="T25" fmla="*/ 0 h 260"/>
                <a:gd name="T26" fmla="*/ 1 w 437"/>
                <a:gd name="T27" fmla="*/ 0 h 260"/>
                <a:gd name="T28" fmla="*/ 1 w 437"/>
                <a:gd name="T29" fmla="*/ 0 h 260"/>
                <a:gd name="T30" fmla="*/ 1 w 437"/>
                <a:gd name="T31" fmla="*/ 0 h 260"/>
                <a:gd name="T32" fmla="*/ 0 w 437"/>
                <a:gd name="T33" fmla="*/ 0 h 260"/>
                <a:gd name="T34" fmla="*/ 0 w 437"/>
                <a:gd name="T35" fmla="*/ 0 h 260"/>
                <a:gd name="T36" fmla="*/ 0 w 437"/>
                <a:gd name="T37" fmla="*/ 0 h 260"/>
                <a:gd name="T38" fmla="*/ 0 w 437"/>
                <a:gd name="T39" fmla="*/ 0 h 260"/>
                <a:gd name="T40" fmla="*/ 1 w 437"/>
                <a:gd name="T41" fmla="*/ 0 h 260"/>
                <a:gd name="T42" fmla="*/ 1 w 437"/>
                <a:gd name="T43" fmla="*/ 0 h 260"/>
                <a:gd name="T44" fmla="*/ 1 w 437"/>
                <a:gd name="T45" fmla="*/ 0 h 260"/>
                <a:gd name="T46" fmla="*/ 2 w 437"/>
                <a:gd name="T47" fmla="*/ 0 h 260"/>
                <a:gd name="T48" fmla="*/ 2 w 437"/>
                <a:gd name="T49" fmla="*/ 0 h 260"/>
                <a:gd name="T50" fmla="*/ 2 w 437"/>
                <a:gd name="T51" fmla="*/ 1 h 260"/>
                <a:gd name="T52" fmla="*/ 2 w 437"/>
                <a:gd name="T53" fmla="*/ 1 h 260"/>
                <a:gd name="T54" fmla="*/ 3 w 437"/>
                <a:gd name="T55" fmla="*/ 1 h 260"/>
                <a:gd name="T56" fmla="*/ 3 w 437"/>
                <a:gd name="T57" fmla="*/ 1 h 260"/>
                <a:gd name="T58" fmla="*/ 3 w 437"/>
                <a:gd name="T59" fmla="*/ 1 h 260"/>
                <a:gd name="T60" fmla="*/ 3 w 437"/>
                <a:gd name="T61" fmla="*/ 1 h 260"/>
                <a:gd name="T62" fmla="*/ 3 w 437"/>
                <a:gd name="T63" fmla="*/ 1 h 260"/>
                <a:gd name="T64" fmla="*/ 3 w 437"/>
                <a:gd name="T65" fmla="*/ 2 h 260"/>
                <a:gd name="T66" fmla="*/ 3 w 437"/>
                <a:gd name="T67" fmla="*/ 2 h 260"/>
                <a:gd name="T68" fmla="*/ 3 w 437"/>
                <a:gd name="T69" fmla="*/ 2 h 260"/>
                <a:gd name="T70" fmla="*/ 3 w 437"/>
                <a:gd name="T71" fmla="*/ 2 h 260"/>
                <a:gd name="T72" fmla="*/ 3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437" y="260"/>
                  </a:moveTo>
                  <a:lnTo>
                    <a:pt x="437" y="260"/>
                  </a:lnTo>
                  <a:lnTo>
                    <a:pt x="434" y="233"/>
                  </a:lnTo>
                  <a:lnTo>
                    <a:pt x="427" y="206"/>
                  </a:lnTo>
                  <a:lnTo>
                    <a:pt x="417" y="181"/>
                  </a:lnTo>
                  <a:lnTo>
                    <a:pt x="401" y="157"/>
                  </a:lnTo>
                  <a:lnTo>
                    <a:pt x="383" y="133"/>
                  </a:lnTo>
                  <a:lnTo>
                    <a:pt x="360" y="113"/>
                  </a:lnTo>
                  <a:lnTo>
                    <a:pt x="336" y="93"/>
                  </a:lnTo>
                  <a:lnTo>
                    <a:pt x="308" y="73"/>
                  </a:lnTo>
                  <a:lnTo>
                    <a:pt x="276" y="58"/>
                  </a:lnTo>
                  <a:lnTo>
                    <a:pt x="242" y="43"/>
                  </a:lnTo>
                  <a:lnTo>
                    <a:pt x="207" y="30"/>
                  </a:lnTo>
                  <a:lnTo>
                    <a:pt x="168" y="19"/>
                  </a:lnTo>
                  <a:lnTo>
                    <a:pt x="128" y="11"/>
                  </a:lnTo>
                  <a:lnTo>
                    <a:pt x="87" y="4"/>
                  </a:lnTo>
                  <a:lnTo>
                    <a:pt x="43" y="1"/>
                  </a:lnTo>
                  <a:lnTo>
                    <a:pt x="0" y="0"/>
                  </a:lnTo>
                  <a:lnTo>
                    <a:pt x="0" y="11"/>
                  </a:lnTo>
                  <a:lnTo>
                    <a:pt x="43" y="12"/>
                  </a:lnTo>
                  <a:lnTo>
                    <a:pt x="85" y="16"/>
                  </a:lnTo>
                  <a:lnTo>
                    <a:pt x="126" y="23"/>
                  </a:lnTo>
                  <a:lnTo>
                    <a:pt x="166" y="31"/>
                  </a:lnTo>
                  <a:lnTo>
                    <a:pt x="202" y="42"/>
                  </a:lnTo>
                  <a:lnTo>
                    <a:pt x="237" y="55"/>
                  </a:lnTo>
                  <a:lnTo>
                    <a:pt x="271" y="70"/>
                  </a:lnTo>
                  <a:lnTo>
                    <a:pt x="301" y="85"/>
                  </a:lnTo>
                  <a:lnTo>
                    <a:pt x="329" y="103"/>
                  </a:lnTo>
                  <a:lnTo>
                    <a:pt x="353" y="123"/>
                  </a:lnTo>
                  <a:lnTo>
                    <a:pt x="373" y="143"/>
                  </a:lnTo>
                  <a:lnTo>
                    <a:pt x="392" y="164"/>
                  </a:lnTo>
                  <a:lnTo>
                    <a:pt x="405" y="186"/>
                  </a:lnTo>
                  <a:lnTo>
                    <a:pt x="415" y="211"/>
                  </a:lnTo>
                  <a:lnTo>
                    <a:pt x="422" y="235"/>
                  </a:lnTo>
                  <a:lnTo>
                    <a:pt x="425" y="260"/>
                  </a:lnTo>
                  <a:lnTo>
                    <a:pt x="437"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3939" name="Freeform 49"/>
            <p:cNvSpPr>
              <a:spLocks/>
            </p:cNvSpPr>
            <p:nvPr/>
          </p:nvSpPr>
          <p:spPr bwMode="auto">
            <a:xfrm>
              <a:off x="1267" y="1640"/>
              <a:ext cx="87" cy="52"/>
            </a:xfrm>
            <a:custGeom>
              <a:avLst/>
              <a:gdLst>
                <a:gd name="T0" fmla="*/ 0 w 437"/>
                <a:gd name="T1" fmla="*/ 2 h 260"/>
                <a:gd name="T2" fmla="*/ 0 w 437"/>
                <a:gd name="T3" fmla="*/ 2 h 260"/>
                <a:gd name="T4" fmla="*/ 0 w 437"/>
                <a:gd name="T5" fmla="*/ 2 h 260"/>
                <a:gd name="T6" fmla="*/ 1 w 437"/>
                <a:gd name="T7" fmla="*/ 2 h 260"/>
                <a:gd name="T8" fmla="*/ 1 w 437"/>
                <a:gd name="T9" fmla="*/ 2 h 260"/>
                <a:gd name="T10" fmla="*/ 1 w 437"/>
                <a:gd name="T11" fmla="*/ 2 h 260"/>
                <a:gd name="T12" fmla="*/ 2 w 437"/>
                <a:gd name="T13" fmla="*/ 2 h 260"/>
                <a:gd name="T14" fmla="*/ 2 w 437"/>
                <a:gd name="T15" fmla="*/ 2 h 260"/>
                <a:gd name="T16" fmla="*/ 2 w 437"/>
                <a:gd name="T17" fmla="*/ 2 h 260"/>
                <a:gd name="T18" fmla="*/ 2 w 437"/>
                <a:gd name="T19" fmla="*/ 1 h 260"/>
                <a:gd name="T20" fmla="*/ 3 w 437"/>
                <a:gd name="T21" fmla="*/ 1 h 260"/>
                <a:gd name="T22" fmla="*/ 3 w 437"/>
                <a:gd name="T23" fmla="*/ 1 h 260"/>
                <a:gd name="T24" fmla="*/ 3 w 437"/>
                <a:gd name="T25" fmla="*/ 1 h 260"/>
                <a:gd name="T26" fmla="*/ 3 w 437"/>
                <a:gd name="T27" fmla="*/ 1 h 260"/>
                <a:gd name="T28" fmla="*/ 3 w 437"/>
                <a:gd name="T29" fmla="*/ 1 h 260"/>
                <a:gd name="T30" fmla="*/ 3 w 437"/>
                <a:gd name="T31" fmla="*/ 0 h 260"/>
                <a:gd name="T32" fmla="*/ 3 w 437"/>
                <a:gd name="T33" fmla="*/ 0 h 260"/>
                <a:gd name="T34" fmla="*/ 3 w 437"/>
                <a:gd name="T35" fmla="*/ 0 h 260"/>
                <a:gd name="T36" fmla="*/ 3 w 437"/>
                <a:gd name="T37" fmla="*/ 0 h 260"/>
                <a:gd name="T38" fmla="*/ 3 w 437"/>
                <a:gd name="T39" fmla="*/ 0 h 260"/>
                <a:gd name="T40" fmla="*/ 3 w 437"/>
                <a:gd name="T41" fmla="*/ 0 h 260"/>
                <a:gd name="T42" fmla="*/ 3 w 437"/>
                <a:gd name="T43" fmla="*/ 1 h 260"/>
                <a:gd name="T44" fmla="*/ 3 w 437"/>
                <a:gd name="T45" fmla="*/ 1 h 260"/>
                <a:gd name="T46" fmla="*/ 3 w 437"/>
                <a:gd name="T47" fmla="*/ 1 h 260"/>
                <a:gd name="T48" fmla="*/ 3 w 437"/>
                <a:gd name="T49" fmla="*/ 1 h 260"/>
                <a:gd name="T50" fmla="*/ 3 w 437"/>
                <a:gd name="T51" fmla="*/ 1 h 260"/>
                <a:gd name="T52" fmla="*/ 2 w 437"/>
                <a:gd name="T53" fmla="*/ 1 h 260"/>
                <a:gd name="T54" fmla="*/ 2 w 437"/>
                <a:gd name="T55" fmla="*/ 2 h 260"/>
                <a:gd name="T56" fmla="*/ 2 w 437"/>
                <a:gd name="T57" fmla="*/ 2 h 260"/>
                <a:gd name="T58" fmla="*/ 2 w 437"/>
                <a:gd name="T59" fmla="*/ 2 h 260"/>
                <a:gd name="T60" fmla="*/ 1 w 437"/>
                <a:gd name="T61" fmla="*/ 2 h 260"/>
                <a:gd name="T62" fmla="*/ 1 w 437"/>
                <a:gd name="T63" fmla="*/ 2 h 260"/>
                <a:gd name="T64" fmla="*/ 1 w 437"/>
                <a:gd name="T65" fmla="*/ 2 h 260"/>
                <a:gd name="T66" fmla="*/ 0 w 437"/>
                <a:gd name="T67" fmla="*/ 2 h 260"/>
                <a:gd name="T68" fmla="*/ 0 w 437"/>
                <a:gd name="T69" fmla="*/ 2 h 260"/>
                <a:gd name="T70" fmla="*/ 0 w 437"/>
                <a:gd name="T71" fmla="*/ 2 h 260"/>
                <a:gd name="T72" fmla="*/ 0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0" y="260"/>
                  </a:moveTo>
                  <a:lnTo>
                    <a:pt x="0" y="260"/>
                  </a:lnTo>
                  <a:lnTo>
                    <a:pt x="43" y="259"/>
                  </a:lnTo>
                  <a:lnTo>
                    <a:pt x="87" y="255"/>
                  </a:lnTo>
                  <a:lnTo>
                    <a:pt x="128" y="248"/>
                  </a:lnTo>
                  <a:lnTo>
                    <a:pt x="168" y="240"/>
                  </a:lnTo>
                  <a:lnTo>
                    <a:pt x="207" y="230"/>
                  </a:lnTo>
                  <a:lnTo>
                    <a:pt x="242" y="217"/>
                  </a:lnTo>
                  <a:lnTo>
                    <a:pt x="276" y="202"/>
                  </a:lnTo>
                  <a:lnTo>
                    <a:pt x="308" y="185"/>
                  </a:lnTo>
                  <a:lnTo>
                    <a:pt x="336" y="166"/>
                  </a:lnTo>
                  <a:lnTo>
                    <a:pt x="360" y="146"/>
                  </a:lnTo>
                  <a:lnTo>
                    <a:pt x="383" y="125"/>
                  </a:lnTo>
                  <a:lnTo>
                    <a:pt x="401" y="102"/>
                  </a:lnTo>
                  <a:lnTo>
                    <a:pt x="417" y="77"/>
                  </a:lnTo>
                  <a:lnTo>
                    <a:pt x="427" y="53"/>
                  </a:lnTo>
                  <a:lnTo>
                    <a:pt x="434" y="27"/>
                  </a:lnTo>
                  <a:lnTo>
                    <a:pt x="437" y="0"/>
                  </a:lnTo>
                  <a:lnTo>
                    <a:pt x="425" y="0"/>
                  </a:lnTo>
                  <a:lnTo>
                    <a:pt x="422" y="24"/>
                  </a:lnTo>
                  <a:lnTo>
                    <a:pt x="415" y="48"/>
                  </a:lnTo>
                  <a:lnTo>
                    <a:pt x="405" y="73"/>
                  </a:lnTo>
                  <a:lnTo>
                    <a:pt x="392" y="95"/>
                  </a:lnTo>
                  <a:lnTo>
                    <a:pt x="373" y="116"/>
                  </a:lnTo>
                  <a:lnTo>
                    <a:pt x="353" y="137"/>
                  </a:lnTo>
                  <a:lnTo>
                    <a:pt x="329" y="157"/>
                  </a:lnTo>
                  <a:lnTo>
                    <a:pt x="301" y="173"/>
                  </a:lnTo>
                  <a:lnTo>
                    <a:pt x="271" y="190"/>
                  </a:lnTo>
                  <a:lnTo>
                    <a:pt x="237" y="205"/>
                  </a:lnTo>
                  <a:lnTo>
                    <a:pt x="202" y="218"/>
                  </a:lnTo>
                  <a:lnTo>
                    <a:pt x="166" y="228"/>
                  </a:lnTo>
                  <a:lnTo>
                    <a:pt x="126" y="237"/>
                  </a:lnTo>
                  <a:lnTo>
                    <a:pt x="85" y="244"/>
                  </a:lnTo>
                  <a:lnTo>
                    <a:pt x="43" y="247"/>
                  </a:lnTo>
                  <a:lnTo>
                    <a:pt x="0" y="248"/>
                  </a:lnTo>
                  <a:lnTo>
                    <a:pt x="0"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3940" name="Freeform 50"/>
            <p:cNvSpPr>
              <a:spLocks/>
            </p:cNvSpPr>
            <p:nvPr/>
          </p:nvSpPr>
          <p:spPr bwMode="auto">
            <a:xfrm>
              <a:off x="1179" y="1640"/>
              <a:ext cx="88" cy="52"/>
            </a:xfrm>
            <a:custGeom>
              <a:avLst/>
              <a:gdLst>
                <a:gd name="T0" fmla="*/ 0 w 439"/>
                <a:gd name="T1" fmla="*/ 0 h 260"/>
                <a:gd name="T2" fmla="*/ 0 w 439"/>
                <a:gd name="T3" fmla="*/ 0 h 260"/>
                <a:gd name="T4" fmla="*/ 0 w 439"/>
                <a:gd name="T5" fmla="*/ 0 h 260"/>
                <a:gd name="T6" fmla="*/ 0 w 439"/>
                <a:gd name="T7" fmla="*/ 0 h 260"/>
                <a:gd name="T8" fmla="*/ 0 w 439"/>
                <a:gd name="T9" fmla="*/ 1 h 260"/>
                <a:gd name="T10" fmla="*/ 0 w 439"/>
                <a:gd name="T11" fmla="*/ 1 h 260"/>
                <a:gd name="T12" fmla="*/ 0 w 439"/>
                <a:gd name="T13" fmla="*/ 1 h 260"/>
                <a:gd name="T14" fmla="*/ 1 w 439"/>
                <a:gd name="T15" fmla="*/ 1 h 260"/>
                <a:gd name="T16" fmla="*/ 1 w 439"/>
                <a:gd name="T17" fmla="*/ 1 h 260"/>
                <a:gd name="T18" fmla="*/ 1 w 439"/>
                <a:gd name="T19" fmla="*/ 1 h 260"/>
                <a:gd name="T20" fmla="*/ 1 w 439"/>
                <a:gd name="T21" fmla="*/ 2 h 260"/>
                <a:gd name="T22" fmla="*/ 2 w 439"/>
                <a:gd name="T23" fmla="*/ 2 h 260"/>
                <a:gd name="T24" fmla="*/ 2 w 439"/>
                <a:gd name="T25" fmla="*/ 2 h 260"/>
                <a:gd name="T26" fmla="*/ 2 w 439"/>
                <a:gd name="T27" fmla="*/ 2 h 260"/>
                <a:gd name="T28" fmla="*/ 2 w 439"/>
                <a:gd name="T29" fmla="*/ 2 h 260"/>
                <a:gd name="T30" fmla="*/ 3 w 439"/>
                <a:gd name="T31" fmla="*/ 2 h 260"/>
                <a:gd name="T32" fmla="*/ 3 w 439"/>
                <a:gd name="T33" fmla="*/ 2 h 260"/>
                <a:gd name="T34" fmla="*/ 4 w 439"/>
                <a:gd name="T35" fmla="*/ 2 h 260"/>
                <a:gd name="T36" fmla="*/ 4 w 439"/>
                <a:gd name="T37" fmla="*/ 2 h 260"/>
                <a:gd name="T38" fmla="*/ 3 w 439"/>
                <a:gd name="T39" fmla="*/ 2 h 260"/>
                <a:gd name="T40" fmla="*/ 3 w 439"/>
                <a:gd name="T41" fmla="*/ 2 h 260"/>
                <a:gd name="T42" fmla="*/ 3 w 439"/>
                <a:gd name="T43" fmla="*/ 2 h 260"/>
                <a:gd name="T44" fmla="*/ 2 w 439"/>
                <a:gd name="T45" fmla="*/ 2 h 260"/>
                <a:gd name="T46" fmla="*/ 2 w 439"/>
                <a:gd name="T47" fmla="*/ 2 h 260"/>
                <a:gd name="T48" fmla="*/ 2 w 439"/>
                <a:gd name="T49" fmla="*/ 2 h 260"/>
                <a:gd name="T50" fmla="*/ 1 w 439"/>
                <a:gd name="T51" fmla="*/ 2 h 260"/>
                <a:gd name="T52" fmla="*/ 1 w 439"/>
                <a:gd name="T53" fmla="*/ 1 h 260"/>
                <a:gd name="T54" fmla="*/ 1 w 439"/>
                <a:gd name="T55" fmla="*/ 1 h 260"/>
                <a:gd name="T56" fmla="*/ 1 w 439"/>
                <a:gd name="T57" fmla="*/ 1 h 260"/>
                <a:gd name="T58" fmla="*/ 1 w 439"/>
                <a:gd name="T59" fmla="*/ 1 h 260"/>
                <a:gd name="T60" fmla="*/ 0 w 439"/>
                <a:gd name="T61" fmla="*/ 1 h 260"/>
                <a:gd name="T62" fmla="*/ 0 w 439"/>
                <a:gd name="T63" fmla="*/ 1 h 260"/>
                <a:gd name="T64" fmla="*/ 0 w 439"/>
                <a:gd name="T65" fmla="*/ 0 h 260"/>
                <a:gd name="T66" fmla="*/ 0 w 439"/>
                <a:gd name="T67" fmla="*/ 0 h 260"/>
                <a:gd name="T68" fmla="*/ 0 w 439"/>
                <a:gd name="T69" fmla="*/ 0 h 260"/>
                <a:gd name="T70" fmla="*/ 0 w 439"/>
                <a:gd name="T71" fmla="*/ 0 h 260"/>
                <a:gd name="T72" fmla="*/ 0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0" y="0"/>
                  </a:moveTo>
                  <a:lnTo>
                    <a:pt x="0" y="0"/>
                  </a:lnTo>
                  <a:lnTo>
                    <a:pt x="3" y="27"/>
                  </a:lnTo>
                  <a:lnTo>
                    <a:pt x="10" y="53"/>
                  </a:lnTo>
                  <a:lnTo>
                    <a:pt x="20" y="77"/>
                  </a:lnTo>
                  <a:lnTo>
                    <a:pt x="35" y="102"/>
                  </a:lnTo>
                  <a:lnTo>
                    <a:pt x="54" y="125"/>
                  </a:lnTo>
                  <a:lnTo>
                    <a:pt x="76" y="146"/>
                  </a:lnTo>
                  <a:lnTo>
                    <a:pt x="102" y="166"/>
                  </a:lnTo>
                  <a:lnTo>
                    <a:pt x="130" y="185"/>
                  </a:lnTo>
                  <a:lnTo>
                    <a:pt x="162" y="202"/>
                  </a:lnTo>
                  <a:lnTo>
                    <a:pt x="195" y="217"/>
                  </a:lnTo>
                  <a:lnTo>
                    <a:pt x="231" y="230"/>
                  </a:lnTo>
                  <a:lnTo>
                    <a:pt x="270" y="240"/>
                  </a:lnTo>
                  <a:lnTo>
                    <a:pt x="310" y="248"/>
                  </a:lnTo>
                  <a:lnTo>
                    <a:pt x="351" y="255"/>
                  </a:lnTo>
                  <a:lnTo>
                    <a:pt x="395" y="259"/>
                  </a:lnTo>
                  <a:lnTo>
                    <a:pt x="439" y="260"/>
                  </a:lnTo>
                  <a:lnTo>
                    <a:pt x="439" y="248"/>
                  </a:lnTo>
                  <a:lnTo>
                    <a:pt x="395" y="247"/>
                  </a:lnTo>
                  <a:lnTo>
                    <a:pt x="353" y="244"/>
                  </a:lnTo>
                  <a:lnTo>
                    <a:pt x="312" y="237"/>
                  </a:lnTo>
                  <a:lnTo>
                    <a:pt x="272" y="228"/>
                  </a:lnTo>
                  <a:lnTo>
                    <a:pt x="236" y="218"/>
                  </a:lnTo>
                  <a:lnTo>
                    <a:pt x="200" y="205"/>
                  </a:lnTo>
                  <a:lnTo>
                    <a:pt x="167" y="190"/>
                  </a:lnTo>
                  <a:lnTo>
                    <a:pt x="137" y="173"/>
                  </a:lnTo>
                  <a:lnTo>
                    <a:pt x="109" y="157"/>
                  </a:lnTo>
                  <a:lnTo>
                    <a:pt x="84" y="137"/>
                  </a:lnTo>
                  <a:lnTo>
                    <a:pt x="64" y="116"/>
                  </a:lnTo>
                  <a:lnTo>
                    <a:pt x="45" y="95"/>
                  </a:lnTo>
                  <a:lnTo>
                    <a:pt x="32" y="73"/>
                  </a:lnTo>
                  <a:lnTo>
                    <a:pt x="21" y="48"/>
                  </a:lnTo>
                  <a:lnTo>
                    <a:pt x="14" y="24"/>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3941" name="Freeform 51"/>
            <p:cNvSpPr>
              <a:spLocks/>
            </p:cNvSpPr>
            <p:nvPr/>
          </p:nvSpPr>
          <p:spPr bwMode="auto">
            <a:xfrm>
              <a:off x="1179" y="1588"/>
              <a:ext cx="88" cy="52"/>
            </a:xfrm>
            <a:custGeom>
              <a:avLst/>
              <a:gdLst>
                <a:gd name="T0" fmla="*/ 4 w 439"/>
                <a:gd name="T1" fmla="*/ 0 h 260"/>
                <a:gd name="T2" fmla="*/ 4 w 439"/>
                <a:gd name="T3" fmla="*/ 0 h 260"/>
                <a:gd name="T4" fmla="*/ 3 w 439"/>
                <a:gd name="T5" fmla="*/ 0 h 260"/>
                <a:gd name="T6" fmla="*/ 3 w 439"/>
                <a:gd name="T7" fmla="*/ 0 h 260"/>
                <a:gd name="T8" fmla="*/ 2 w 439"/>
                <a:gd name="T9" fmla="*/ 0 h 260"/>
                <a:gd name="T10" fmla="*/ 2 w 439"/>
                <a:gd name="T11" fmla="*/ 0 h 260"/>
                <a:gd name="T12" fmla="*/ 2 w 439"/>
                <a:gd name="T13" fmla="*/ 0 h 260"/>
                <a:gd name="T14" fmla="*/ 2 w 439"/>
                <a:gd name="T15" fmla="*/ 0 h 260"/>
                <a:gd name="T16" fmla="*/ 1 w 439"/>
                <a:gd name="T17" fmla="*/ 0 h 260"/>
                <a:gd name="T18" fmla="*/ 1 w 439"/>
                <a:gd name="T19" fmla="*/ 1 h 260"/>
                <a:gd name="T20" fmla="*/ 1 w 439"/>
                <a:gd name="T21" fmla="*/ 1 h 260"/>
                <a:gd name="T22" fmla="*/ 1 w 439"/>
                <a:gd name="T23" fmla="*/ 1 h 260"/>
                <a:gd name="T24" fmla="*/ 0 w 439"/>
                <a:gd name="T25" fmla="*/ 1 h 260"/>
                <a:gd name="T26" fmla="*/ 0 w 439"/>
                <a:gd name="T27" fmla="*/ 1 h 260"/>
                <a:gd name="T28" fmla="*/ 0 w 439"/>
                <a:gd name="T29" fmla="*/ 1 h 260"/>
                <a:gd name="T30" fmla="*/ 0 w 439"/>
                <a:gd name="T31" fmla="*/ 2 h 260"/>
                <a:gd name="T32" fmla="*/ 0 w 439"/>
                <a:gd name="T33" fmla="*/ 2 h 260"/>
                <a:gd name="T34" fmla="*/ 0 w 439"/>
                <a:gd name="T35" fmla="*/ 2 h 260"/>
                <a:gd name="T36" fmla="*/ 0 w 439"/>
                <a:gd name="T37" fmla="*/ 2 h 260"/>
                <a:gd name="T38" fmla="*/ 0 w 439"/>
                <a:gd name="T39" fmla="*/ 2 h 260"/>
                <a:gd name="T40" fmla="*/ 0 w 439"/>
                <a:gd name="T41" fmla="*/ 2 h 260"/>
                <a:gd name="T42" fmla="*/ 0 w 439"/>
                <a:gd name="T43" fmla="*/ 1 h 260"/>
                <a:gd name="T44" fmla="*/ 0 w 439"/>
                <a:gd name="T45" fmla="*/ 1 h 260"/>
                <a:gd name="T46" fmla="*/ 1 w 439"/>
                <a:gd name="T47" fmla="*/ 1 h 260"/>
                <a:gd name="T48" fmla="*/ 1 w 439"/>
                <a:gd name="T49" fmla="*/ 1 h 260"/>
                <a:gd name="T50" fmla="*/ 1 w 439"/>
                <a:gd name="T51" fmla="*/ 1 h 260"/>
                <a:gd name="T52" fmla="*/ 1 w 439"/>
                <a:gd name="T53" fmla="*/ 1 h 260"/>
                <a:gd name="T54" fmla="*/ 1 w 439"/>
                <a:gd name="T55" fmla="*/ 1 h 260"/>
                <a:gd name="T56" fmla="*/ 2 w 439"/>
                <a:gd name="T57" fmla="*/ 0 h 260"/>
                <a:gd name="T58" fmla="*/ 2 w 439"/>
                <a:gd name="T59" fmla="*/ 0 h 260"/>
                <a:gd name="T60" fmla="*/ 2 w 439"/>
                <a:gd name="T61" fmla="*/ 0 h 260"/>
                <a:gd name="T62" fmla="*/ 3 w 439"/>
                <a:gd name="T63" fmla="*/ 0 h 260"/>
                <a:gd name="T64" fmla="*/ 3 w 439"/>
                <a:gd name="T65" fmla="*/ 0 h 260"/>
                <a:gd name="T66" fmla="*/ 3 w 439"/>
                <a:gd name="T67" fmla="*/ 0 h 260"/>
                <a:gd name="T68" fmla="*/ 4 w 439"/>
                <a:gd name="T69" fmla="*/ 0 h 260"/>
                <a:gd name="T70" fmla="*/ 4 w 439"/>
                <a:gd name="T71" fmla="*/ 0 h 260"/>
                <a:gd name="T72" fmla="*/ 4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439" y="0"/>
                  </a:moveTo>
                  <a:lnTo>
                    <a:pt x="439" y="0"/>
                  </a:lnTo>
                  <a:lnTo>
                    <a:pt x="395" y="1"/>
                  </a:lnTo>
                  <a:lnTo>
                    <a:pt x="351" y="4"/>
                  </a:lnTo>
                  <a:lnTo>
                    <a:pt x="310" y="11"/>
                  </a:lnTo>
                  <a:lnTo>
                    <a:pt x="270" y="19"/>
                  </a:lnTo>
                  <a:lnTo>
                    <a:pt x="231" y="30"/>
                  </a:lnTo>
                  <a:lnTo>
                    <a:pt x="195" y="43"/>
                  </a:lnTo>
                  <a:lnTo>
                    <a:pt x="162" y="58"/>
                  </a:lnTo>
                  <a:lnTo>
                    <a:pt x="130" y="73"/>
                  </a:lnTo>
                  <a:lnTo>
                    <a:pt x="102" y="93"/>
                  </a:lnTo>
                  <a:lnTo>
                    <a:pt x="76" y="113"/>
                  </a:lnTo>
                  <a:lnTo>
                    <a:pt x="54" y="133"/>
                  </a:lnTo>
                  <a:lnTo>
                    <a:pt x="35" y="157"/>
                  </a:lnTo>
                  <a:lnTo>
                    <a:pt x="20" y="181"/>
                  </a:lnTo>
                  <a:lnTo>
                    <a:pt x="10" y="206"/>
                  </a:lnTo>
                  <a:lnTo>
                    <a:pt x="3" y="233"/>
                  </a:lnTo>
                  <a:lnTo>
                    <a:pt x="0" y="260"/>
                  </a:lnTo>
                  <a:lnTo>
                    <a:pt x="12" y="260"/>
                  </a:lnTo>
                  <a:lnTo>
                    <a:pt x="14" y="235"/>
                  </a:lnTo>
                  <a:lnTo>
                    <a:pt x="21" y="211"/>
                  </a:lnTo>
                  <a:lnTo>
                    <a:pt x="32" y="186"/>
                  </a:lnTo>
                  <a:lnTo>
                    <a:pt x="45" y="164"/>
                  </a:lnTo>
                  <a:lnTo>
                    <a:pt x="64" y="143"/>
                  </a:lnTo>
                  <a:lnTo>
                    <a:pt x="84" y="123"/>
                  </a:lnTo>
                  <a:lnTo>
                    <a:pt x="109" y="103"/>
                  </a:lnTo>
                  <a:lnTo>
                    <a:pt x="137" y="85"/>
                  </a:lnTo>
                  <a:lnTo>
                    <a:pt x="167" y="70"/>
                  </a:lnTo>
                  <a:lnTo>
                    <a:pt x="200" y="55"/>
                  </a:lnTo>
                  <a:lnTo>
                    <a:pt x="236" y="42"/>
                  </a:lnTo>
                  <a:lnTo>
                    <a:pt x="272" y="31"/>
                  </a:lnTo>
                  <a:lnTo>
                    <a:pt x="312" y="23"/>
                  </a:lnTo>
                  <a:lnTo>
                    <a:pt x="353" y="16"/>
                  </a:lnTo>
                  <a:lnTo>
                    <a:pt x="395" y="12"/>
                  </a:lnTo>
                  <a:lnTo>
                    <a:pt x="439" y="11"/>
                  </a:lnTo>
                  <a:lnTo>
                    <a:pt x="439"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3942" name="Freeform 52"/>
            <p:cNvSpPr>
              <a:spLocks/>
            </p:cNvSpPr>
            <p:nvPr/>
          </p:nvSpPr>
          <p:spPr bwMode="auto">
            <a:xfrm>
              <a:off x="964" y="1745"/>
              <a:ext cx="48" cy="85"/>
            </a:xfrm>
            <a:custGeom>
              <a:avLst/>
              <a:gdLst>
                <a:gd name="T0" fmla="*/ 2 w 244"/>
                <a:gd name="T1" fmla="*/ 3 h 426"/>
                <a:gd name="T2" fmla="*/ 2 w 244"/>
                <a:gd name="T3" fmla="*/ 3 h 426"/>
                <a:gd name="T4" fmla="*/ 2 w 244"/>
                <a:gd name="T5" fmla="*/ 3 h 426"/>
                <a:gd name="T6" fmla="*/ 2 w 244"/>
                <a:gd name="T7" fmla="*/ 3 h 426"/>
                <a:gd name="T8" fmla="*/ 2 w 244"/>
                <a:gd name="T9" fmla="*/ 2 h 426"/>
                <a:gd name="T10" fmla="*/ 2 w 244"/>
                <a:gd name="T11" fmla="*/ 2 h 426"/>
                <a:gd name="T12" fmla="*/ 2 w 244"/>
                <a:gd name="T13" fmla="*/ 2 h 426"/>
                <a:gd name="T14" fmla="*/ 2 w 244"/>
                <a:gd name="T15" fmla="*/ 2 h 426"/>
                <a:gd name="T16" fmla="*/ 1 w 244"/>
                <a:gd name="T17" fmla="*/ 1 h 426"/>
                <a:gd name="T18" fmla="*/ 1 w 244"/>
                <a:gd name="T19" fmla="*/ 1 h 426"/>
                <a:gd name="T20" fmla="*/ 1 w 244"/>
                <a:gd name="T21" fmla="*/ 1 h 426"/>
                <a:gd name="T22" fmla="*/ 1 w 244"/>
                <a:gd name="T23" fmla="*/ 1 h 426"/>
                <a:gd name="T24" fmla="*/ 1 w 244"/>
                <a:gd name="T25" fmla="*/ 0 h 426"/>
                <a:gd name="T26" fmla="*/ 1 w 244"/>
                <a:gd name="T27" fmla="*/ 0 h 426"/>
                <a:gd name="T28" fmla="*/ 1 w 244"/>
                <a:gd name="T29" fmla="*/ 0 h 426"/>
                <a:gd name="T30" fmla="*/ 0 w 244"/>
                <a:gd name="T31" fmla="*/ 0 h 426"/>
                <a:gd name="T32" fmla="*/ 0 w 244"/>
                <a:gd name="T33" fmla="*/ 0 h 426"/>
                <a:gd name="T34" fmla="*/ 0 w 244"/>
                <a:gd name="T35" fmla="*/ 0 h 426"/>
                <a:gd name="T36" fmla="*/ 0 w 244"/>
                <a:gd name="T37" fmla="*/ 0 h 426"/>
                <a:gd name="T38" fmla="*/ 0 w 244"/>
                <a:gd name="T39" fmla="*/ 0 h 426"/>
                <a:gd name="T40" fmla="*/ 0 w 244"/>
                <a:gd name="T41" fmla="*/ 0 h 426"/>
                <a:gd name="T42" fmla="*/ 1 w 244"/>
                <a:gd name="T43" fmla="*/ 0 h 426"/>
                <a:gd name="T44" fmla="*/ 1 w 244"/>
                <a:gd name="T45" fmla="*/ 0 h 426"/>
                <a:gd name="T46" fmla="*/ 1 w 244"/>
                <a:gd name="T47" fmla="*/ 0 h 426"/>
                <a:gd name="T48" fmla="*/ 1 w 244"/>
                <a:gd name="T49" fmla="*/ 1 h 426"/>
                <a:gd name="T50" fmla="*/ 1 w 244"/>
                <a:gd name="T51" fmla="*/ 1 h 426"/>
                <a:gd name="T52" fmla="*/ 1 w 244"/>
                <a:gd name="T53" fmla="*/ 1 h 426"/>
                <a:gd name="T54" fmla="*/ 1 w 244"/>
                <a:gd name="T55" fmla="*/ 1 h 426"/>
                <a:gd name="T56" fmla="*/ 1 w 244"/>
                <a:gd name="T57" fmla="*/ 2 h 426"/>
                <a:gd name="T58" fmla="*/ 2 w 244"/>
                <a:gd name="T59" fmla="*/ 2 h 426"/>
                <a:gd name="T60" fmla="*/ 2 w 244"/>
                <a:gd name="T61" fmla="*/ 2 h 426"/>
                <a:gd name="T62" fmla="*/ 2 w 244"/>
                <a:gd name="T63" fmla="*/ 2 h 426"/>
                <a:gd name="T64" fmla="*/ 2 w 244"/>
                <a:gd name="T65" fmla="*/ 3 h 426"/>
                <a:gd name="T66" fmla="*/ 2 w 244"/>
                <a:gd name="T67" fmla="*/ 3 h 426"/>
                <a:gd name="T68" fmla="*/ 2 w 244"/>
                <a:gd name="T69" fmla="*/ 3 h 426"/>
                <a:gd name="T70" fmla="*/ 2 w 244"/>
                <a:gd name="T71" fmla="*/ 3 h 426"/>
                <a:gd name="T72" fmla="*/ 2 w 244"/>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6"/>
                <a:gd name="T113" fmla="*/ 244 w 244"/>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6">
                  <a:moveTo>
                    <a:pt x="244" y="426"/>
                  </a:moveTo>
                  <a:lnTo>
                    <a:pt x="244" y="426"/>
                  </a:lnTo>
                  <a:lnTo>
                    <a:pt x="243" y="383"/>
                  </a:lnTo>
                  <a:lnTo>
                    <a:pt x="240" y="340"/>
                  </a:lnTo>
                  <a:lnTo>
                    <a:pt x="234" y="300"/>
                  </a:lnTo>
                  <a:lnTo>
                    <a:pt x="226" y="262"/>
                  </a:lnTo>
                  <a:lnTo>
                    <a:pt x="215" y="224"/>
                  </a:lnTo>
                  <a:lnTo>
                    <a:pt x="203" y="189"/>
                  </a:lnTo>
                  <a:lnTo>
                    <a:pt x="189" y="157"/>
                  </a:lnTo>
                  <a:lnTo>
                    <a:pt x="174" y="126"/>
                  </a:lnTo>
                  <a:lnTo>
                    <a:pt x="155" y="99"/>
                  </a:lnTo>
                  <a:lnTo>
                    <a:pt x="138" y="74"/>
                  </a:lnTo>
                  <a:lnTo>
                    <a:pt x="118" y="52"/>
                  </a:lnTo>
                  <a:lnTo>
                    <a:pt x="96" y="34"/>
                  </a:lnTo>
                  <a:lnTo>
                    <a:pt x="73" y="19"/>
                  </a:lnTo>
                  <a:lnTo>
                    <a:pt x="50" y="8"/>
                  </a:lnTo>
                  <a:lnTo>
                    <a:pt x="25" y="2"/>
                  </a:lnTo>
                  <a:lnTo>
                    <a:pt x="0" y="0"/>
                  </a:lnTo>
                  <a:lnTo>
                    <a:pt x="0" y="12"/>
                  </a:lnTo>
                  <a:lnTo>
                    <a:pt x="23" y="14"/>
                  </a:lnTo>
                  <a:lnTo>
                    <a:pt x="45" y="20"/>
                  </a:lnTo>
                  <a:lnTo>
                    <a:pt x="66" y="31"/>
                  </a:lnTo>
                  <a:lnTo>
                    <a:pt x="89" y="43"/>
                  </a:lnTo>
                  <a:lnTo>
                    <a:pt x="109" y="61"/>
                  </a:lnTo>
                  <a:lnTo>
                    <a:pt x="129" y="81"/>
                  </a:lnTo>
                  <a:lnTo>
                    <a:pt x="146" y="106"/>
                  </a:lnTo>
                  <a:lnTo>
                    <a:pt x="162" y="133"/>
                  </a:lnTo>
                  <a:lnTo>
                    <a:pt x="178" y="162"/>
                  </a:lnTo>
                  <a:lnTo>
                    <a:pt x="192" y="194"/>
                  </a:lnTo>
                  <a:lnTo>
                    <a:pt x="203" y="229"/>
                  </a:lnTo>
                  <a:lnTo>
                    <a:pt x="214" y="264"/>
                  </a:lnTo>
                  <a:lnTo>
                    <a:pt x="222" y="303"/>
                  </a:lnTo>
                  <a:lnTo>
                    <a:pt x="228" y="342"/>
                  </a:lnTo>
                  <a:lnTo>
                    <a:pt x="232" y="383"/>
                  </a:lnTo>
                  <a:lnTo>
                    <a:pt x="233" y="426"/>
                  </a:lnTo>
                  <a:lnTo>
                    <a:pt x="244"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3943" name="Freeform 53"/>
            <p:cNvSpPr>
              <a:spLocks/>
            </p:cNvSpPr>
            <p:nvPr/>
          </p:nvSpPr>
          <p:spPr bwMode="auto">
            <a:xfrm>
              <a:off x="964" y="1830"/>
              <a:ext cx="48" cy="85"/>
            </a:xfrm>
            <a:custGeom>
              <a:avLst/>
              <a:gdLst>
                <a:gd name="T0" fmla="*/ 0 w 244"/>
                <a:gd name="T1" fmla="*/ 3 h 424"/>
                <a:gd name="T2" fmla="*/ 0 w 244"/>
                <a:gd name="T3" fmla="*/ 3 h 424"/>
                <a:gd name="T4" fmla="*/ 0 w 244"/>
                <a:gd name="T5" fmla="*/ 3 h 424"/>
                <a:gd name="T6" fmla="*/ 0 w 244"/>
                <a:gd name="T7" fmla="*/ 3 h 424"/>
                <a:gd name="T8" fmla="*/ 1 w 244"/>
                <a:gd name="T9" fmla="*/ 3 h 424"/>
                <a:gd name="T10" fmla="*/ 1 w 244"/>
                <a:gd name="T11" fmla="*/ 3 h 424"/>
                <a:gd name="T12" fmla="*/ 1 w 244"/>
                <a:gd name="T13" fmla="*/ 3 h 424"/>
                <a:gd name="T14" fmla="*/ 1 w 244"/>
                <a:gd name="T15" fmla="*/ 3 h 424"/>
                <a:gd name="T16" fmla="*/ 1 w 244"/>
                <a:gd name="T17" fmla="*/ 3 h 424"/>
                <a:gd name="T18" fmla="*/ 1 w 244"/>
                <a:gd name="T19" fmla="*/ 2 h 424"/>
                <a:gd name="T20" fmla="*/ 1 w 244"/>
                <a:gd name="T21" fmla="*/ 2 h 424"/>
                <a:gd name="T22" fmla="*/ 2 w 244"/>
                <a:gd name="T23" fmla="*/ 2 h 424"/>
                <a:gd name="T24" fmla="*/ 2 w 244"/>
                <a:gd name="T25" fmla="*/ 2 h 424"/>
                <a:gd name="T26" fmla="*/ 2 w 244"/>
                <a:gd name="T27" fmla="*/ 1 h 424"/>
                <a:gd name="T28" fmla="*/ 2 w 244"/>
                <a:gd name="T29" fmla="*/ 1 h 424"/>
                <a:gd name="T30" fmla="*/ 2 w 244"/>
                <a:gd name="T31" fmla="*/ 1 h 424"/>
                <a:gd name="T32" fmla="*/ 2 w 244"/>
                <a:gd name="T33" fmla="*/ 0 h 424"/>
                <a:gd name="T34" fmla="*/ 2 w 244"/>
                <a:gd name="T35" fmla="*/ 0 h 424"/>
                <a:gd name="T36" fmla="*/ 2 w 244"/>
                <a:gd name="T37" fmla="*/ 0 h 424"/>
                <a:gd name="T38" fmla="*/ 2 w 244"/>
                <a:gd name="T39" fmla="*/ 0 h 424"/>
                <a:gd name="T40" fmla="*/ 2 w 244"/>
                <a:gd name="T41" fmla="*/ 1 h 424"/>
                <a:gd name="T42" fmla="*/ 2 w 244"/>
                <a:gd name="T43" fmla="*/ 1 h 424"/>
                <a:gd name="T44" fmla="*/ 2 w 244"/>
                <a:gd name="T45" fmla="*/ 1 h 424"/>
                <a:gd name="T46" fmla="*/ 2 w 244"/>
                <a:gd name="T47" fmla="*/ 2 h 424"/>
                <a:gd name="T48" fmla="*/ 1 w 244"/>
                <a:gd name="T49" fmla="*/ 2 h 424"/>
                <a:gd name="T50" fmla="*/ 1 w 244"/>
                <a:gd name="T51" fmla="*/ 2 h 424"/>
                <a:gd name="T52" fmla="*/ 1 w 244"/>
                <a:gd name="T53" fmla="*/ 2 h 424"/>
                <a:gd name="T54" fmla="*/ 1 w 244"/>
                <a:gd name="T55" fmla="*/ 3 h 424"/>
                <a:gd name="T56" fmla="*/ 1 w 244"/>
                <a:gd name="T57" fmla="*/ 3 h 424"/>
                <a:gd name="T58" fmla="*/ 1 w 244"/>
                <a:gd name="T59" fmla="*/ 3 h 424"/>
                <a:gd name="T60" fmla="*/ 1 w 244"/>
                <a:gd name="T61" fmla="*/ 3 h 424"/>
                <a:gd name="T62" fmla="*/ 1 w 244"/>
                <a:gd name="T63" fmla="*/ 3 h 424"/>
                <a:gd name="T64" fmla="*/ 0 w 244"/>
                <a:gd name="T65" fmla="*/ 3 h 424"/>
                <a:gd name="T66" fmla="*/ 0 w 244"/>
                <a:gd name="T67" fmla="*/ 3 h 424"/>
                <a:gd name="T68" fmla="*/ 0 w 244"/>
                <a:gd name="T69" fmla="*/ 3 h 424"/>
                <a:gd name="T70" fmla="*/ 0 w 244"/>
                <a:gd name="T71" fmla="*/ 3 h 424"/>
                <a:gd name="T72" fmla="*/ 0 w 244"/>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4"/>
                <a:gd name="T113" fmla="*/ 244 w 244"/>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4">
                  <a:moveTo>
                    <a:pt x="0" y="424"/>
                  </a:moveTo>
                  <a:lnTo>
                    <a:pt x="0" y="424"/>
                  </a:lnTo>
                  <a:lnTo>
                    <a:pt x="25" y="422"/>
                  </a:lnTo>
                  <a:lnTo>
                    <a:pt x="50" y="416"/>
                  </a:lnTo>
                  <a:lnTo>
                    <a:pt x="73" y="405"/>
                  </a:lnTo>
                  <a:lnTo>
                    <a:pt x="96" y="390"/>
                  </a:lnTo>
                  <a:lnTo>
                    <a:pt x="118" y="373"/>
                  </a:lnTo>
                  <a:lnTo>
                    <a:pt x="138" y="350"/>
                  </a:lnTo>
                  <a:lnTo>
                    <a:pt x="155" y="326"/>
                  </a:lnTo>
                  <a:lnTo>
                    <a:pt x="173" y="299"/>
                  </a:lnTo>
                  <a:lnTo>
                    <a:pt x="189" y="268"/>
                  </a:lnTo>
                  <a:lnTo>
                    <a:pt x="203" y="235"/>
                  </a:lnTo>
                  <a:lnTo>
                    <a:pt x="215" y="201"/>
                  </a:lnTo>
                  <a:lnTo>
                    <a:pt x="226" y="163"/>
                  </a:lnTo>
                  <a:lnTo>
                    <a:pt x="234" y="125"/>
                  </a:lnTo>
                  <a:lnTo>
                    <a:pt x="240" y="85"/>
                  </a:lnTo>
                  <a:lnTo>
                    <a:pt x="243" y="42"/>
                  </a:lnTo>
                  <a:lnTo>
                    <a:pt x="244" y="0"/>
                  </a:lnTo>
                  <a:lnTo>
                    <a:pt x="233" y="0"/>
                  </a:lnTo>
                  <a:lnTo>
                    <a:pt x="232" y="42"/>
                  </a:lnTo>
                  <a:lnTo>
                    <a:pt x="228" y="83"/>
                  </a:lnTo>
                  <a:lnTo>
                    <a:pt x="222" y="123"/>
                  </a:lnTo>
                  <a:lnTo>
                    <a:pt x="214" y="160"/>
                  </a:lnTo>
                  <a:lnTo>
                    <a:pt x="203" y="197"/>
                  </a:lnTo>
                  <a:lnTo>
                    <a:pt x="192" y="231"/>
                  </a:lnTo>
                  <a:lnTo>
                    <a:pt x="178" y="263"/>
                  </a:lnTo>
                  <a:lnTo>
                    <a:pt x="164" y="292"/>
                  </a:lnTo>
                  <a:lnTo>
                    <a:pt x="146" y="319"/>
                  </a:lnTo>
                  <a:lnTo>
                    <a:pt x="129" y="343"/>
                  </a:lnTo>
                  <a:lnTo>
                    <a:pt x="109" y="363"/>
                  </a:lnTo>
                  <a:lnTo>
                    <a:pt x="89" y="381"/>
                  </a:lnTo>
                  <a:lnTo>
                    <a:pt x="66" y="394"/>
                  </a:lnTo>
                  <a:lnTo>
                    <a:pt x="45" y="404"/>
                  </a:lnTo>
                  <a:lnTo>
                    <a:pt x="23" y="410"/>
                  </a:lnTo>
                  <a:lnTo>
                    <a:pt x="0" y="412"/>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3944" name="Freeform 54"/>
            <p:cNvSpPr>
              <a:spLocks/>
            </p:cNvSpPr>
            <p:nvPr/>
          </p:nvSpPr>
          <p:spPr bwMode="auto">
            <a:xfrm>
              <a:off x="915" y="1830"/>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1" y="42"/>
                  </a:lnTo>
                  <a:lnTo>
                    <a:pt x="4" y="85"/>
                  </a:lnTo>
                  <a:lnTo>
                    <a:pt x="10" y="125"/>
                  </a:lnTo>
                  <a:lnTo>
                    <a:pt x="19" y="163"/>
                  </a:lnTo>
                  <a:lnTo>
                    <a:pt x="29" y="201"/>
                  </a:lnTo>
                  <a:lnTo>
                    <a:pt x="41" y="235"/>
                  </a:lnTo>
                  <a:lnTo>
                    <a:pt x="55" y="268"/>
                  </a:lnTo>
                  <a:lnTo>
                    <a:pt x="71" y="299"/>
                  </a:lnTo>
                  <a:lnTo>
                    <a:pt x="89" y="326"/>
                  </a:lnTo>
                  <a:lnTo>
                    <a:pt x="106" y="350"/>
                  </a:lnTo>
                  <a:lnTo>
                    <a:pt x="126" y="373"/>
                  </a:lnTo>
                  <a:lnTo>
                    <a:pt x="149" y="390"/>
                  </a:lnTo>
                  <a:lnTo>
                    <a:pt x="171" y="405"/>
                  </a:lnTo>
                  <a:lnTo>
                    <a:pt x="194" y="416"/>
                  </a:lnTo>
                  <a:lnTo>
                    <a:pt x="219" y="422"/>
                  </a:lnTo>
                  <a:lnTo>
                    <a:pt x="245" y="424"/>
                  </a:lnTo>
                  <a:lnTo>
                    <a:pt x="245" y="412"/>
                  </a:lnTo>
                  <a:lnTo>
                    <a:pt x="221" y="410"/>
                  </a:lnTo>
                  <a:lnTo>
                    <a:pt x="199" y="404"/>
                  </a:lnTo>
                  <a:lnTo>
                    <a:pt x="178" y="394"/>
                  </a:lnTo>
                  <a:lnTo>
                    <a:pt x="156" y="381"/>
                  </a:lnTo>
                  <a:lnTo>
                    <a:pt x="136" y="363"/>
                  </a:lnTo>
                  <a:lnTo>
                    <a:pt x="116" y="343"/>
                  </a:lnTo>
                  <a:lnTo>
                    <a:pt x="98" y="319"/>
                  </a:lnTo>
                  <a:lnTo>
                    <a:pt x="81" y="292"/>
                  </a:lnTo>
                  <a:lnTo>
                    <a:pt x="67" y="263"/>
                  </a:lnTo>
                  <a:lnTo>
                    <a:pt x="52" y="231"/>
                  </a:lnTo>
                  <a:lnTo>
                    <a:pt x="41" y="197"/>
                  </a:lnTo>
                  <a:lnTo>
                    <a:pt x="30" y="160"/>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3945" name="Freeform 55"/>
            <p:cNvSpPr>
              <a:spLocks/>
            </p:cNvSpPr>
            <p:nvPr/>
          </p:nvSpPr>
          <p:spPr bwMode="auto">
            <a:xfrm>
              <a:off x="915" y="1745"/>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0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19" y="2"/>
                  </a:lnTo>
                  <a:lnTo>
                    <a:pt x="194" y="8"/>
                  </a:lnTo>
                  <a:lnTo>
                    <a:pt x="171" y="19"/>
                  </a:lnTo>
                  <a:lnTo>
                    <a:pt x="149" y="34"/>
                  </a:lnTo>
                  <a:lnTo>
                    <a:pt x="126" y="52"/>
                  </a:lnTo>
                  <a:lnTo>
                    <a:pt x="106" y="74"/>
                  </a:lnTo>
                  <a:lnTo>
                    <a:pt x="89" y="99"/>
                  </a:lnTo>
                  <a:lnTo>
                    <a:pt x="70" y="126"/>
                  </a:lnTo>
                  <a:lnTo>
                    <a:pt x="55" y="157"/>
                  </a:lnTo>
                  <a:lnTo>
                    <a:pt x="41" y="189"/>
                  </a:lnTo>
                  <a:lnTo>
                    <a:pt x="29" y="224"/>
                  </a:lnTo>
                  <a:lnTo>
                    <a:pt x="19" y="262"/>
                  </a:lnTo>
                  <a:lnTo>
                    <a:pt x="10" y="300"/>
                  </a:lnTo>
                  <a:lnTo>
                    <a:pt x="4" y="340"/>
                  </a:lnTo>
                  <a:lnTo>
                    <a:pt x="1" y="383"/>
                  </a:lnTo>
                  <a:lnTo>
                    <a:pt x="0" y="426"/>
                  </a:lnTo>
                  <a:lnTo>
                    <a:pt x="11" y="426"/>
                  </a:lnTo>
                  <a:lnTo>
                    <a:pt x="13" y="383"/>
                  </a:lnTo>
                  <a:lnTo>
                    <a:pt x="16" y="342"/>
                  </a:lnTo>
                  <a:lnTo>
                    <a:pt x="22" y="303"/>
                  </a:lnTo>
                  <a:lnTo>
                    <a:pt x="30" y="264"/>
                  </a:lnTo>
                  <a:lnTo>
                    <a:pt x="41" y="229"/>
                  </a:lnTo>
                  <a:lnTo>
                    <a:pt x="52" y="194"/>
                  </a:lnTo>
                  <a:lnTo>
                    <a:pt x="67" y="162"/>
                  </a:lnTo>
                  <a:lnTo>
                    <a:pt x="82" y="133"/>
                  </a:lnTo>
                  <a:lnTo>
                    <a:pt x="98" y="106"/>
                  </a:lnTo>
                  <a:lnTo>
                    <a:pt x="116" y="81"/>
                  </a:lnTo>
                  <a:lnTo>
                    <a:pt x="136" y="61"/>
                  </a:lnTo>
                  <a:lnTo>
                    <a:pt x="156" y="43"/>
                  </a:lnTo>
                  <a:lnTo>
                    <a:pt x="178" y="31"/>
                  </a:lnTo>
                  <a:lnTo>
                    <a:pt x="199" y="20"/>
                  </a:lnTo>
                  <a:lnTo>
                    <a:pt x="221"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3946" name="Freeform 56"/>
            <p:cNvSpPr>
              <a:spLocks/>
            </p:cNvSpPr>
            <p:nvPr/>
          </p:nvSpPr>
          <p:spPr bwMode="auto">
            <a:xfrm>
              <a:off x="1140" y="2087"/>
              <a:ext cx="49" cy="85"/>
            </a:xfrm>
            <a:custGeom>
              <a:avLst/>
              <a:gdLst>
                <a:gd name="T0" fmla="*/ 2 w 246"/>
                <a:gd name="T1" fmla="*/ 3 h 424"/>
                <a:gd name="T2" fmla="*/ 2 w 246"/>
                <a:gd name="T3" fmla="*/ 3 h 424"/>
                <a:gd name="T4" fmla="*/ 2 w 246"/>
                <a:gd name="T5" fmla="*/ 3 h 424"/>
                <a:gd name="T6" fmla="*/ 2 w 246"/>
                <a:gd name="T7" fmla="*/ 3 h 424"/>
                <a:gd name="T8" fmla="*/ 2 w 246"/>
                <a:gd name="T9" fmla="*/ 2 h 424"/>
                <a:gd name="T10" fmla="*/ 2 w 246"/>
                <a:gd name="T11" fmla="*/ 2 h 424"/>
                <a:gd name="T12" fmla="*/ 2 w 246"/>
                <a:gd name="T13" fmla="*/ 2 h 424"/>
                <a:gd name="T14" fmla="*/ 2 w 246"/>
                <a:gd name="T15" fmla="*/ 2 h 424"/>
                <a:gd name="T16" fmla="*/ 2 w 246"/>
                <a:gd name="T17" fmla="*/ 1 h 424"/>
                <a:gd name="T18" fmla="*/ 1 w 246"/>
                <a:gd name="T19" fmla="*/ 1 h 424"/>
                <a:gd name="T20" fmla="*/ 1 w 246"/>
                <a:gd name="T21" fmla="*/ 1 h 424"/>
                <a:gd name="T22" fmla="*/ 1 w 246"/>
                <a:gd name="T23" fmla="*/ 1 h 424"/>
                <a:gd name="T24" fmla="*/ 1 w 246"/>
                <a:gd name="T25" fmla="*/ 0 h 424"/>
                <a:gd name="T26" fmla="*/ 1 w 246"/>
                <a:gd name="T27" fmla="*/ 0 h 424"/>
                <a:gd name="T28" fmla="*/ 1 w 246"/>
                <a:gd name="T29" fmla="*/ 0 h 424"/>
                <a:gd name="T30" fmla="*/ 0 w 246"/>
                <a:gd name="T31" fmla="*/ 0 h 424"/>
                <a:gd name="T32" fmla="*/ 0 w 246"/>
                <a:gd name="T33" fmla="*/ 0 h 424"/>
                <a:gd name="T34" fmla="*/ 0 w 246"/>
                <a:gd name="T35" fmla="*/ 0 h 424"/>
                <a:gd name="T36" fmla="*/ 0 w 246"/>
                <a:gd name="T37" fmla="*/ 0 h 424"/>
                <a:gd name="T38" fmla="*/ 0 w 246"/>
                <a:gd name="T39" fmla="*/ 0 h 424"/>
                <a:gd name="T40" fmla="*/ 0 w 246"/>
                <a:gd name="T41" fmla="*/ 0 h 424"/>
                <a:gd name="T42" fmla="*/ 1 w 246"/>
                <a:gd name="T43" fmla="*/ 0 h 424"/>
                <a:gd name="T44" fmla="*/ 1 w 246"/>
                <a:gd name="T45" fmla="*/ 0 h 424"/>
                <a:gd name="T46" fmla="*/ 1 w 246"/>
                <a:gd name="T47" fmla="*/ 0 h 424"/>
                <a:gd name="T48" fmla="*/ 1 w 246"/>
                <a:gd name="T49" fmla="*/ 1 h 424"/>
                <a:gd name="T50" fmla="*/ 1 w 246"/>
                <a:gd name="T51" fmla="*/ 1 h 424"/>
                <a:gd name="T52" fmla="*/ 1 w 246"/>
                <a:gd name="T53" fmla="*/ 1 h 424"/>
                <a:gd name="T54" fmla="*/ 1 w 246"/>
                <a:gd name="T55" fmla="*/ 1 h 424"/>
                <a:gd name="T56" fmla="*/ 2 w 246"/>
                <a:gd name="T57" fmla="*/ 2 h 424"/>
                <a:gd name="T58" fmla="*/ 2 w 246"/>
                <a:gd name="T59" fmla="*/ 2 h 424"/>
                <a:gd name="T60" fmla="*/ 2 w 246"/>
                <a:gd name="T61" fmla="*/ 2 h 424"/>
                <a:gd name="T62" fmla="*/ 2 w 246"/>
                <a:gd name="T63" fmla="*/ 2 h 424"/>
                <a:gd name="T64" fmla="*/ 2 w 246"/>
                <a:gd name="T65" fmla="*/ 3 h 424"/>
                <a:gd name="T66" fmla="*/ 2 w 246"/>
                <a:gd name="T67" fmla="*/ 3 h 424"/>
                <a:gd name="T68" fmla="*/ 2 w 246"/>
                <a:gd name="T69" fmla="*/ 3 h 424"/>
                <a:gd name="T70" fmla="*/ 2 w 246"/>
                <a:gd name="T71" fmla="*/ 3 h 424"/>
                <a:gd name="T72" fmla="*/ 2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424"/>
                  </a:moveTo>
                  <a:lnTo>
                    <a:pt x="246" y="424"/>
                  </a:lnTo>
                  <a:lnTo>
                    <a:pt x="244" y="382"/>
                  </a:lnTo>
                  <a:lnTo>
                    <a:pt x="241" y="338"/>
                  </a:lnTo>
                  <a:lnTo>
                    <a:pt x="235" y="298"/>
                  </a:lnTo>
                  <a:lnTo>
                    <a:pt x="227" y="261"/>
                  </a:lnTo>
                  <a:lnTo>
                    <a:pt x="216" y="222"/>
                  </a:lnTo>
                  <a:lnTo>
                    <a:pt x="205" y="188"/>
                  </a:lnTo>
                  <a:lnTo>
                    <a:pt x="190" y="155"/>
                  </a:lnTo>
                  <a:lnTo>
                    <a:pt x="174" y="125"/>
                  </a:lnTo>
                  <a:lnTo>
                    <a:pt x="157" y="98"/>
                  </a:lnTo>
                  <a:lnTo>
                    <a:pt x="138" y="73"/>
                  </a:lnTo>
                  <a:lnTo>
                    <a:pt x="118" y="51"/>
                  </a:lnTo>
                  <a:lnTo>
                    <a:pt x="96" y="34"/>
                  </a:lnTo>
                  <a:lnTo>
                    <a:pt x="74" y="18"/>
                  </a:lnTo>
                  <a:lnTo>
                    <a:pt x="50" y="8"/>
                  </a:lnTo>
                  <a:lnTo>
                    <a:pt x="25" y="2"/>
                  </a:lnTo>
                  <a:lnTo>
                    <a:pt x="0" y="0"/>
                  </a:lnTo>
                  <a:lnTo>
                    <a:pt x="0" y="11"/>
                  </a:lnTo>
                  <a:lnTo>
                    <a:pt x="23" y="14"/>
                  </a:lnTo>
                  <a:lnTo>
                    <a:pt x="45" y="19"/>
                  </a:lnTo>
                  <a:lnTo>
                    <a:pt x="67" y="30"/>
                  </a:lnTo>
                  <a:lnTo>
                    <a:pt x="89" y="43"/>
                  </a:lnTo>
                  <a:lnTo>
                    <a:pt x="108" y="60"/>
                  </a:lnTo>
                  <a:lnTo>
                    <a:pt x="128" y="80"/>
                  </a:lnTo>
                  <a:lnTo>
                    <a:pt x="147" y="105"/>
                  </a:lnTo>
                  <a:lnTo>
                    <a:pt x="165" y="132"/>
                  </a:lnTo>
                  <a:lnTo>
                    <a:pt x="179" y="160"/>
                  </a:lnTo>
                  <a:lnTo>
                    <a:pt x="193" y="193"/>
                  </a:lnTo>
                  <a:lnTo>
                    <a:pt x="205" y="227"/>
                  </a:lnTo>
                  <a:lnTo>
                    <a:pt x="215" y="263"/>
                  </a:lnTo>
                  <a:lnTo>
                    <a:pt x="223" y="301"/>
                  </a:lnTo>
                  <a:lnTo>
                    <a:pt x="229" y="341"/>
                  </a:lnTo>
                  <a:lnTo>
                    <a:pt x="233" y="382"/>
                  </a:lnTo>
                  <a:lnTo>
                    <a:pt x="234" y="424"/>
                  </a:lnTo>
                  <a:lnTo>
                    <a:pt x="246"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3947" name="Freeform 57"/>
            <p:cNvSpPr>
              <a:spLocks/>
            </p:cNvSpPr>
            <p:nvPr/>
          </p:nvSpPr>
          <p:spPr bwMode="auto">
            <a:xfrm>
              <a:off x="1140" y="2172"/>
              <a:ext cx="49" cy="85"/>
            </a:xfrm>
            <a:custGeom>
              <a:avLst/>
              <a:gdLst>
                <a:gd name="T0" fmla="*/ 0 w 246"/>
                <a:gd name="T1" fmla="*/ 3 h 426"/>
                <a:gd name="T2" fmla="*/ 0 w 246"/>
                <a:gd name="T3" fmla="*/ 3 h 426"/>
                <a:gd name="T4" fmla="*/ 0 w 246"/>
                <a:gd name="T5" fmla="*/ 3 h 426"/>
                <a:gd name="T6" fmla="*/ 0 w 246"/>
                <a:gd name="T7" fmla="*/ 3 h 426"/>
                <a:gd name="T8" fmla="*/ 1 w 246"/>
                <a:gd name="T9" fmla="*/ 3 h 426"/>
                <a:gd name="T10" fmla="*/ 1 w 246"/>
                <a:gd name="T11" fmla="*/ 3 h 426"/>
                <a:gd name="T12" fmla="*/ 1 w 246"/>
                <a:gd name="T13" fmla="*/ 3 h 426"/>
                <a:gd name="T14" fmla="*/ 1 w 246"/>
                <a:gd name="T15" fmla="*/ 3 h 426"/>
                <a:gd name="T16" fmla="*/ 1 w 246"/>
                <a:gd name="T17" fmla="*/ 3 h 426"/>
                <a:gd name="T18" fmla="*/ 1 w 246"/>
                <a:gd name="T19" fmla="*/ 2 h 426"/>
                <a:gd name="T20" fmla="*/ 2 w 246"/>
                <a:gd name="T21" fmla="*/ 2 h 426"/>
                <a:gd name="T22" fmla="*/ 2 w 246"/>
                <a:gd name="T23" fmla="*/ 2 h 426"/>
                <a:gd name="T24" fmla="*/ 2 w 246"/>
                <a:gd name="T25" fmla="*/ 2 h 426"/>
                <a:gd name="T26" fmla="*/ 2 w 246"/>
                <a:gd name="T27" fmla="*/ 1 h 426"/>
                <a:gd name="T28" fmla="*/ 2 w 246"/>
                <a:gd name="T29" fmla="*/ 1 h 426"/>
                <a:gd name="T30" fmla="*/ 2 w 246"/>
                <a:gd name="T31" fmla="*/ 1 h 426"/>
                <a:gd name="T32" fmla="*/ 2 w 246"/>
                <a:gd name="T33" fmla="*/ 0 h 426"/>
                <a:gd name="T34" fmla="*/ 2 w 246"/>
                <a:gd name="T35" fmla="*/ 0 h 426"/>
                <a:gd name="T36" fmla="*/ 2 w 246"/>
                <a:gd name="T37" fmla="*/ 0 h 426"/>
                <a:gd name="T38" fmla="*/ 2 w 246"/>
                <a:gd name="T39" fmla="*/ 0 h 426"/>
                <a:gd name="T40" fmla="*/ 2 w 246"/>
                <a:gd name="T41" fmla="*/ 1 h 426"/>
                <a:gd name="T42" fmla="*/ 2 w 246"/>
                <a:gd name="T43" fmla="*/ 1 h 426"/>
                <a:gd name="T44" fmla="*/ 2 w 246"/>
                <a:gd name="T45" fmla="*/ 1 h 426"/>
                <a:gd name="T46" fmla="*/ 2 w 246"/>
                <a:gd name="T47" fmla="*/ 2 h 426"/>
                <a:gd name="T48" fmla="*/ 2 w 246"/>
                <a:gd name="T49" fmla="*/ 2 h 426"/>
                <a:gd name="T50" fmla="*/ 1 w 246"/>
                <a:gd name="T51" fmla="*/ 2 h 426"/>
                <a:gd name="T52" fmla="*/ 1 w 246"/>
                <a:gd name="T53" fmla="*/ 2 h 426"/>
                <a:gd name="T54" fmla="*/ 1 w 246"/>
                <a:gd name="T55" fmla="*/ 3 h 426"/>
                <a:gd name="T56" fmla="*/ 1 w 246"/>
                <a:gd name="T57" fmla="*/ 3 h 426"/>
                <a:gd name="T58" fmla="*/ 1 w 246"/>
                <a:gd name="T59" fmla="*/ 3 h 426"/>
                <a:gd name="T60" fmla="*/ 1 w 246"/>
                <a:gd name="T61" fmla="*/ 3 h 426"/>
                <a:gd name="T62" fmla="*/ 1 w 246"/>
                <a:gd name="T63" fmla="*/ 3 h 426"/>
                <a:gd name="T64" fmla="*/ 0 w 246"/>
                <a:gd name="T65" fmla="*/ 3 h 426"/>
                <a:gd name="T66" fmla="*/ 0 w 246"/>
                <a:gd name="T67" fmla="*/ 3 h 426"/>
                <a:gd name="T68" fmla="*/ 0 w 246"/>
                <a:gd name="T69" fmla="*/ 3 h 426"/>
                <a:gd name="T70" fmla="*/ 0 w 246"/>
                <a:gd name="T71" fmla="*/ 3 h 426"/>
                <a:gd name="T72" fmla="*/ 0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426"/>
                  </a:moveTo>
                  <a:lnTo>
                    <a:pt x="0" y="426"/>
                  </a:lnTo>
                  <a:lnTo>
                    <a:pt x="25" y="423"/>
                  </a:lnTo>
                  <a:lnTo>
                    <a:pt x="50" y="417"/>
                  </a:lnTo>
                  <a:lnTo>
                    <a:pt x="74" y="407"/>
                  </a:lnTo>
                  <a:lnTo>
                    <a:pt x="96" y="392"/>
                  </a:lnTo>
                  <a:lnTo>
                    <a:pt x="118" y="373"/>
                  </a:lnTo>
                  <a:lnTo>
                    <a:pt x="138" y="350"/>
                  </a:lnTo>
                  <a:lnTo>
                    <a:pt x="157" y="327"/>
                  </a:lnTo>
                  <a:lnTo>
                    <a:pt x="175" y="299"/>
                  </a:lnTo>
                  <a:lnTo>
                    <a:pt x="190" y="268"/>
                  </a:lnTo>
                  <a:lnTo>
                    <a:pt x="205" y="236"/>
                  </a:lnTo>
                  <a:lnTo>
                    <a:pt x="216" y="202"/>
                  </a:lnTo>
                  <a:lnTo>
                    <a:pt x="227" y="164"/>
                  </a:lnTo>
                  <a:lnTo>
                    <a:pt x="235" y="125"/>
                  </a:lnTo>
                  <a:lnTo>
                    <a:pt x="241" y="86"/>
                  </a:lnTo>
                  <a:lnTo>
                    <a:pt x="244" y="42"/>
                  </a:lnTo>
                  <a:lnTo>
                    <a:pt x="246" y="0"/>
                  </a:lnTo>
                  <a:lnTo>
                    <a:pt x="234" y="0"/>
                  </a:lnTo>
                  <a:lnTo>
                    <a:pt x="233" y="42"/>
                  </a:lnTo>
                  <a:lnTo>
                    <a:pt x="229" y="83"/>
                  </a:lnTo>
                  <a:lnTo>
                    <a:pt x="223" y="123"/>
                  </a:lnTo>
                  <a:lnTo>
                    <a:pt x="215" y="162"/>
                  </a:lnTo>
                  <a:lnTo>
                    <a:pt x="205" y="197"/>
                  </a:lnTo>
                  <a:lnTo>
                    <a:pt x="193" y="231"/>
                  </a:lnTo>
                  <a:lnTo>
                    <a:pt x="179" y="264"/>
                  </a:lnTo>
                  <a:lnTo>
                    <a:pt x="164" y="292"/>
                  </a:lnTo>
                  <a:lnTo>
                    <a:pt x="147" y="320"/>
                  </a:lnTo>
                  <a:lnTo>
                    <a:pt x="128" y="343"/>
                  </a:lnTo>
                  <a:lnTo>
                    <a:pt x="108" y="363"/>
                  </a:lnTo>
                  <a:lnTo>
                    <a:pt x="89" y="382"/>
                  </a:lnTo>
                  <a:lnTo>
                    <a:pt x="67" y="395"/>
                  </a:lnTo>
                  <a:lnTo>
                    <a:pt x="45" y="406"/>
                  </a:lnTo>
                  <a:lnTo>
                    <a:pt x="23" y="411"/>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3948" name="Freeform 58"/>
            <p:cNvSpPr>
              <a:spLocks/>
            </p:cNvSpPr>
            <p:nvPr/>
          </p:nvSpPr>
          <p:spPr bwMode="auto">
            <a:xfrm>
              <a:off x="1091" y="2172"/>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4" y="86"/>
                  </a:lnTo>
                  <a:lnTo>
                    <a:pt x="10" y="125"/>
                  </a:lnTo>
                  <a:lnTo>
                    <a:pt x="18" y="164"/>
                  </a:lnTo>
                  <a:lnTo>
                    <a:pt x="29" y="202"/>
                  </a:lnTo>
                  <a:lnTo>
                    <a:pt x="41" y="236"/>
                  </a:lnTo>
                  <a:lnTo>
                    <a:pt x="55" y="268"/>
                  </a:lnTo>
                  <a:lnTo>
                    <a:pt x="70" y="299"/>
                  </a:lnTo>
                  <a:lnTo>
                    <a:pt x="89" y="327"/>
                  </a:lnTo>
                  <a:lnTo>
                    <a:pt x="106" y="350"/>
                  </a:lnTo>
                  <a:lnTo>
                    <a:pt x="126" y="373"/>
                  </a:lnTo>
                  <a:lnTo>
                    <a:pt x="148" y="392"/>
                  </a:lnTo>
                  <a:lnTo>
                    <a:pt x="171" y="407"/>
                  </a:lnTo>
                  <a:lnTo>
                    <a:pt x="194" y="417"/>
                  </a:lnTo>
                  <a:lnTo>
                    <a:pt x="219" y="423"/>
                  </a:lnTo>
                  <a:lnTo>
                    <a:pt x="245" y="426"/>
                  </a:lnTo>
                  <a:lnTo>
                    <a:pt x="245" y="414"/>
                  </a:lnTo>
                  <a:lnTo>
                    <a:pt x="221" y="411"/>
                  </a:lnTo>
                  <a:lnTo>
                    <a:pt x="199" y="406"/>
                  </a:lnTo>
                  <a:lnTo>
                    <a:pt x="178" y="395"/>
                  </a:lnTo>
                  <a:lnTo>
                    <a:pt x="155" y="382"/>
                  </a:lnTo>
                  <a:lnTo>
                    <a:pt x="136" y="363"/>
                  </a:lnTo>
                  <a:lnTo>
                    <a:pt x="116" y="343"/>
                  </a:lnTo>
                  <a:lnTo>
                    <a:pt x="98" y="320"/>
                  </a:lnTo>
                  <a:lnTo>
                    <a:pt x="82" y="292"/>
                  </a:lnTo>
                  <a:lnTo>
                    <a:pt x="66" y="264"/>
                  </a:lnTo>
                  <a:lnTo>
                    <a:pt x="52" y="231"/>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3949" name="Freeform 59"/>
            <p:cNvSpPr>
              <a:spLocks/>
            </p:cNvSpPr>
            <p:nvPr/>
          </p:nvSpPr>
          <p:spPr bwMode="auto">
            <a:xfrm>
              <a:off x="1091" y="2087"/>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4" y="8"/>
                  </a:lnTo>
                  <a:lnTo>
                    <a:pt x="171" y="18"/>
                  </a:lnTo>
                  <a:lnTo>
                    <a:pt x="148" y="34"/>
                  </a:lnTo>
                  <a:lnTo>
                    <a:pt x="126" y="51"/>
                  </a:lnTo>
                  <a:lnTo>
                    <a:pt x="106" y="73"/>
                  </a:lnTo>
                  <a:lnTo>
                    <a:pt x="89" y="98"/>
                  </a:lnTo>
                  <a:lnTo>
                    <a:pt x="71" y="125"/>
                  </a:lnTo>
                  <a:lnTo>
                    <a:pt x="55" y="155"/>
                  </a:lnTo>
                  <a:lnTo>
                    <a:pt x="41" y="188"/>
                  </a:lnTo>
                  <a:lnTo>
                    <a:pt x="29" y="222"/>
                  </a:lnTo>
                  <a:lnTo>
                    <a:pt x="18" y="261"/>
                  </a:lnTo>
                  <a:lnTo>
                    <a:pt x="10" y="298"/>
                  </a:lnTo>
                  <a:lnTo>
                    <a:pt x="4" y="338"/>
                  </a:lnTo>
                  <a:lnTo>
                    <a:pt x="1" y="382"/>
                  </a:lnTo>
                  <a:lnTo>
                    <a:pt x="0" y="424"/>
                  </a:lnTo>
                  <a:lnTo>
                    <a:pt x="11" y="424"/>
                  </a:lnTo>
                  <a:lnTo>
                    <a:pt x="13" y="382"/>
                  </a:lnTo>
                  <a:lnTo>
                    <a:pt x="16" y="341"/>
                  </a:lnTo>
                  <a:lnTo>
                    <a:pt x="22" y="301"/>
                  </a:lnTo>
                  <a:lnTo>
                    <a:pt x="30" y="263"/>
                  </a:lnTo>
                  <a:lnTo>
                    <a:pt x="41" y="227"/>
                  </a:lnTo>
                  <a:lnTo>
                    <a:pt x="52" y="193"/>
                  </a:lnTo>
                  <a:lnTo>
                    <a:pt x="66" y="160"/>
                  </a:lnTo>
                  <a:lnTo>
                    <a:pt x="80" y="132"/>
                  </a:lnTo>
                  <a:lnTo>
                    <a:pt x="98" y="105"/>
                  </a:lnTo>
                  <a:lnTo>
                    <a:pt x="116" y="80"/>
                  </a:lnTo>
                  <a:lnTo>
                    <a:pt x="136" y="60"/>
                  </a:lnTo>
                  <a:lnTo>
                    <a:pt x="155" y="43"/>
                  </a:lnTo>
                  <a:lnTo>
                    <a:pt x="178" y="30"/>
                  </a:lnTo>
                  <a:lnTo>
                    <a:pt x="199" y="19"/>
                  </a:lnTo>
                  <a:lnTo>
                    <a:pt x="221" y="14"/>
                  </a:lnTo>
                  <a:lnTo>
                    <a:pt x="245" y="11"/>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3950" name="Freeform 60"/>
            <p:cNvSpPr>
              <a:spLocks/>
            </p:cNvSpPr>
            <p:nvPr/>
          </p:nvSpPr>
          <p:spPr bwMode="auto">
            <a:xfrm>
              <a:off x="1392" y="2118"/>
              <a:ext cx="49" cy="85"/>
            </a:xfrm>
            <a:custGeom>
              <a:avLst/>
              <a:gdLst>
                <a:gd name="T0" fmla="*/ 2 w 246"/>
                <a:gd name="T1" fmla="*/ 3 h 426"/>
                <a:gd name="T2" fmla="*/ 2 w 246"/>
                <a:gd name="T3" fmla="*/ 3 h 426"/>
                <a:gd name="T4" fmla="*/ 2 w 246"/>
                <a:gd name="T5" fmla="*/ 3 h 426"/>
                <a:gd name="T6" fmla="*/ 2 w 246"/>
                <a:gd name="T7" fmla="*/ 3 h 426"/>
                <a:gd name="T8" fmla="*/ 2 w 246"/>
                <a:gd name="T9" fmla="*/ 2 h 426"/>
                <a:gd name="T10" fmla="*/ 2 w 246"/>
                <a:gd name="T11" fmla="*/ 2 h 426"/>
                <a:gd name="T12" fmla="*/ 2 w 246"/>
                <a:gd name="T13" fmla="*/ 2 h 426"/>
                <a:gd name="T14" fmla="*/ 2 w 246"/>
                <a:gd name="T15" fmla="*/ 2 h 426"/>
                <a:gd name="T16" fmla="*/ 2 w 246"/>
                <a:gd name="T17" fmla="*/ 1 h 426"/>
                <a:gd name="T18" fmla="*/ 1 w 246"/>
                <a:gd name="T19" fmla="*/ 1 h 426"/>
                <a:gd name="T20" fmla="*/ 1 w 246"/>
                <a:gd name="T21" fmla="*/ 1 h 426"/>
                <a:gd name="T22" fmla="*/ 1 w 246"/>
                <a:gd name="T23" fmla="*/ 1 h 426"/>
                <a:gd name="T24" fmla="*/ 1 w 246"/>
                <a:gd name="T25" fmla="*/ 0 h 426"/>
                <a:gd name="T26" fmla="*/ 1 w 246"/>
                <a:gd name="T27" fmla="*/ 0 h 426"/>
                <a:gd name="T28" fmla="*/ 1 w 246"/>
                <a:gd name="T29" fmla="*/ 0 h 426"/>
                <a:gd name="T30" fmla="*/ 0 w 246"/>
                <a:gd name="T31" fmla="*/ 0 h 426"/>
                <a:gd name="T32" fmla="*/ 0 w 246"/>
                <a:gd name="T33" fmla="*/ 0 h 426"/>
                <a:gd name="T34" fmla="*/ 0 w 246"/>
                <a:gd name="T35" fmla="*/ 0 h 426"/>
                <a:gd name="T36" fmla="*/ 0 w 246"/>
                <a:gd name="T37" fmla="*/ 0 h 426"/>
                <a:gd name="T38" fmla="*/ 0 w 246"/>
                <a:gd name="T39" fmla="*/ 0 h 426"/>
                <a:gd name="T40" fmla="*/ 0 w 246"/>
                <a:gd name="T41" fmla="*/ 0 h 426"/>
                <a:gd name="T42" fmla="*/ 1 w 246"/>
                <a:gd name="T43" fmla="*/ 0 h 426"/>
                <a:gd name="T44" fmla="*/ 1 w 246"/>
                <a:gd name="T45" fmla="*/ 0 h 426"/>
                <a:gd name="T46" fmla="*/ 1 w 246"/>
                <a:gd name="T47" fmla="*/ 1 h 426"/>
                <a:gd name="T48" fmla="*/ 1 w 246"/>
                <a:gd name="T49" fmla="*/ 1 h 426"/>
                <a:gd name="T50" fmla="*/ 1 w 246"/>
                <a:gd name="T51" fmla="*/ 1 h 426"/>
                <a:gd name="T52" fmla="*/ 1 w 246"/>
                <a:gd name="T53" fmla="*/ 1 h 426"/>
                <a:gd name="T54" fmla="*/ 1 w 246"/>
                <a:gd name="T55" fmla="*/ 1 h 426"/>
                <a:gd name="T56" fmla="*/ 2 w 246"/>
                <a:gd name="T57" fmla="*/ 2 h 426"/>
                <a:gd name="T58" fmla="*/ 2 w 246"/>
                <a:gd name="T59" fmla="*/ 2 h 426"/>
                <a:gd name="T60" fmla="*/ 2 w 246"/>
                <a:gd name="T61" fmla="*/ 2 h 426"/>
                <a:gd name="T62" fmla="*/ 2 w 246"/>
                <a:gd name="T63" fmla="*/ 2 h 426"/>
                <a:gd name="T64" fmla="*/ 2 w 246"/>
                <a:gd name="T65" fmla="*/ 3 h 426"/>
                <a:gd name="T66" fmla="*/ 2 w 246"/>
                <a:gd name="T67" fmla="*/ 3 h 426"/>
                <a:gd name="T68" fmla="*/ 2 w 246"/>
                <a:gd name="T69" fmla="*/ 3 h 426"/>
                <a:gd name="T70" fmla="*/ 2 w 246"/>
                <a:gd name="T71" fmla="*/ 3 h 426"/>
                <a:gd name="T72" fmla="*/ 2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246" y="426"/>
                  </a:moveTo>
                  <a:lnTo>
                    <a:pt x="246" y="426"/>
                  </a:lnTo>
                  <a:lnTo>
                    <a:pt x="245" y="384"/>
                  </a:lnTo>
                  <a:lnTo>
                    <a:pt x="242" y="340"/>
                  </a:lnTo>
                  <a:lnTo>
                    <a:pt x="236" y="301"/>
                  </a:lnTo>
                  <a:lnTo>
                    <a:pt x="228" y="262"/>
                  </a:lnTo>
                  <a:lnTo>
                    <a:pt x="217" y="224"/>
                  </a:lnTo>
                  <a:lnTo>
                    <a:pt x="205" y="190"/>
                  </a:lnTo>
                  <a:lnTo>
                    <a:pt x="191" y="158"/>
                  </a:lnTo>
                  <a:lnTo>
                    <a:pt x="176" y="126"/>
                  </a:lnTo>
                  <a:lnTo>
                    <a:pt x="157" y="99"/>
                  </a:lnTo>
                  <a:lnTo>
                    <a:pt x="139" y="75"/>
                  </a:lnTo>
                  <a:lnTo>
                    <a:pt x="119" y="53"/>
                  </a:lnTo>
                  <a:lnTo>
                    <a:pt x="96" y="34"/>
                  </a:lnTo>
                  <a:lnTo>
                    <a:pt x="75" y="19"/>
                  </a:lnTo>
                  <a:lnTo>
                    <a:pt x="51" y="9"/>
                  </a:lnTo>
                  <a:lnTo>
                    <a:pt x="26" y="3"/>
                  </a:lnTo>
                  <a:lnTo>
                    <a:pt x="0" y="0"/>
                  </a:lnTo>
                  <a:lnTo>
                    <a:pt x="0" y="12"/>
                  </a:lnTo>
                  <a:lnTo>
                    <a:pt x="24" y="15"/>
                  </a:lnTo>
                  <a:lnTo>
                    <a:pt x="46" y="20"/>
                  </a:lnTo>
                  <a:lnTo>
                    <a:pt x="68" y="31"/>
                  </a:lnTo>
                  <a:lnTo>
                    <a:pt x="89" y="44"/>
                  </a:lnTo>
                  <a:lnTo>
                    <a:pt x="109" y="63"/>
                  </a:lnTo>
                  <a:lnTo>
                    <a:pt x="129" y="83"/>
                  </a:lnTo>
                  <a:lnTo>
                    <a:pt x="148" y="106"/>
                  </a:lnTo>
                  <a:lnTo>
                    <a:pt x="164" y="133"/>
                  </a:lnTo>
                  <a:lnTo>
                    <a:pt x="180" y="162"/>
                  </a:lnTo>
                  <a:lnTo>
                    <a:pt x="194" y="195"/>
                  </a:lnTo>
                  <a:lnTo>
                    <a:pt x="205" y="229"/>
                  </a:lnTo>
                  <a:lnTo>
                    <a:pt x="216" y="264"/>
                  </a:lnTo>
                  <a:lnTo>
                    <a:pt x="224" y="303"/>
                  </a:lnTo>
                  <a:lnTo>
                    <a:pt x="230" y="343"/>
                  </a:lnTo>
                  <a:lnTo>
                    <a:pt x="233" y="384"/>
                  </a:lnTo>
                  <a:lnTo>
                    <a:pt x="235" y="426"/>
                  </a:lnTo>
                  <a:lnTo>
                    <a:pt x="246"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3951" name="Freeform 61"/>
            <p:cNvSpPr>
              <a:spLocks/>
            </p:cNvSpPr>
            <p:nvPr/>
          </p:nvSpPr>
          <p:spPr bwMode="auto">
            <a:xfrm>
              <a:off x="1392" y="2203"/>
              <a:ext cx="49" cy="85"/>
            </a:xfrm>
            <a:custGeom>
              <a:avLst/>
              <a:gdLst>
                <a:gd name="T0" fmla="*/ 0 w 246"/>
                <a:gd name="T1" fmla="*/ 3 h 424"/>
                <a:gd name="T2" fmla="*/ 0 w 246"/>
                <a:gd name="T3" fmla="*/ 3 h 424"/>
                <a:gd name="T4" fmla="*/ 0 w 246"/>
                <a:gd name="T5" fmla="*/ 3 h 424"/>
                <a:gd name="T6" fmla="*/ 0 w 246"/>
                <a:gd name="T7" fmla="*/ 3 h 424"/>
                <a:gd name="T8" fmla="*/ 1 w 246"/>
                <a:gd name="T9" fmla="*/ 3 h 424"/>
                <a:gd name="T10" fmla="*/ 1 w 246"/>
                <a:gd name="T11" fmla="*/ 3 h 424"/>
                <a:gd name="T12" fmla="*/ 1 w 246"/>
                <a:gd name="T13" fmla="*/ 3 h 424"/>
                <a:gd name="T14" fmla="*/ 1 w 246"/>
                <a:gd name="T15" fmla="*/ 3 h 424"/>
                <a:gd name="T16" fmla="*/ 1 w 246"/>
                <a:gd name="T17" fmla="*/ 3 h 424"/>
                <a:gd name="T18" fmla="*/ 1 w 246"/>
                <a:gd name="T19" fmla="*/ 2 h 424"/>
                <a:gd name="T20" fmla="*/ 2 w 246"/>
                <a:gd name="T21" fmla="*/ 2 h 424"/>
                <a:gd name="T22" fmla="*/ 2 w 246"/>
                <a:gd name="T23" fmla="*/ 2 h 424"/>
                <a:gd name="T24" fmla="*/ 2 w 246"/>
                <a:gd name="T25" fmla="*/ 2 h 424"/>
                <a:gd name="T26" fmla="*/ 2 w 246"/>
                <a:gd name="T27" fmla="*/ 1 h 424"/>
                <a:gd name="T28" fmla="*/ 2 w 246"/>
                <a:gd name="T29" fmla="*/ 1 h 424"/>
                <a:gd name="T30" fmla="*/ 2 w 246"/>
                <a:gd name="T31" fmla="*/ 1 h 424"/>
                <a:gd name="T32" fmla="*/ 2 w 246"/>
                <a:gd name="T33" fmla="*/ 0 h 424"/>
                <a:gd name="T34" fmla="*/ 2 w 246"/>
                <a:gd name="T35" fmla="*/ 0 h 424"/>
                <a:gd name="T36" fmla="*/ 2 w 246"/>
                <a:gd name="T37" fmla="*/ 0 h 424"/>
                <a:gd name="T38" fmla="*/ 2 w 246"/>
                <a:gd name="T39" fmla="*/ 0 h 424"/>
                <a:gd name="T40" fmla="*/ 2 w 246"/>
                <a:gd name="T41" fmla="*/ 1 h 424"/>
                <a:gd name="T42" fmla="*/ 2 w 246"/>
                <a:gd name="T43" fmla="*/ 1 h 424"/>
                <a:gd name="T44" fmla="*/ 2 w 246"/>
                <a:gd name="T45" fmla="*/ 1 h 424"/>
                <a:gd name="T46" fmla="*/ 2 w 246"/>
                <a:gd name="T47" fmla="*/ 2 h 424"/>
                <a:gd name="T48" fmla="*/ 2 w 246"/>
                <a:gd name="T49" fmla="*/ 2 h 424"/>
                <a:gd name="T50" fmla="*/ 1 w 246"/>
                <a:gd name="T51" fmla="*/ 2 h 424"/>
                <a:gd name="T52" fmla="*/ 1 w 246"/>
                <a:gd name="T53" fmla="*/ 2 h 424"/>
                <a:gd name="T54" fmla="*/ 1 w 246"/>
                <a:gd name="T55" fmla="*/ 3 h 424"/>
                <a:gd name="T56" fmla="*/ 1 w 246"/>
                <a:gd name="T57" fmla="*/ 3 h 424"/>
                <a:gd name="T58" fmla="*/ 1 w 246"/>
                <a:gd name="T59" fmla="*/ 3 h 424"/>
                <a:gd name="T60" fmla="*/ 1 w 246"/>
                <a:gd name="T61" fmla="*/ 3 h 424"/>
                <a:gd name="T62" fmla="*/ 1 w 246"/>
                <a:gd name="T63" fmla="*/ 3 h 424"/>
                <a:gd name="T64" fmla="*/ 0 w 246"/>
                <a:gd name="T65" fmla="*/ 3 h 424"/>
                <a:gd name="T66" fmla="*/ 0 w 246"/>
                <a:gd name="T67" fmla="*/ 3 h 424"/>
                <a:gd name="T68" fmla="*/ 0 w 246"/>
                <a:gd name="T69" fmla="*/ 3 h 424"/>
                <a:gd name="T70" fmla="*/ 0 w 246"/>
                <a:gd name="T71" fmla="*/ 3 h 424"/>
                <a:gd name="T72" fmla="*/ 0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0" y="424"/>
                  </a:moveTo>
                  <a:lnTo>
                    <a:pt x="0" y="424"/>
                  </a:lnTo>
                  <a:lnTo>
                    <a:pt x="26" y="422"/>
                  </a:lnTo>
                  <a:lnTo>
                    <a:pt x="51" y="416"/>
                  </a:lnTo>
                  <a:lnTo>
                    <a:pt x="75" y="406"/>
                  </a:lnTo>
                  <a:lnTo>
                    <a:pt x="96" y="390"/>
                  </a:lnTo>
                  <a:lnTo>
                    <a:pt x="119" y="373"/>
                  </a:lnTo>
                  <a:lnTo>
                    <a:pt x="139" y="351"/>
                  </a:lnTo>
                  <a:lnTo>
                    <a:pt x="157" y="326"/>
                  </a:lnTo>
                  <a:lnTo>
                    <a:pt x="175" y="299"/>
                  </a:lnTo>
                  <a:lnTo>
                    <a:pt x="191" y="269"/>
                  </a:lnTo>
                  <a:lnTo>
                    <a:pt x="205" y="236"/>
                  </a:lnTo>
                  <a:lnTo>
                    <a:pt x="217" y="202"/>
                  </a:lnTo>
                  <a:lnTo>
                    <a:pt x="228" y="163"/>
                  </a:lnTo>
                  <a:lnTo>
                    <a:pt x="236" y="125"/>
                  </a:lnTo>
                  <a:lnTo>
                    <a:pt x="242" y="86"/>
                  </a:lnTo>
                  <a:lnTo>
                    <a:pt x="245" y="42"/>
                  </a:lnTo>
                  <a:lnTo>
                    <a:pt x="246" y="0"/>
                  </a:lnTo>
                  <a:lnTo>
                    <a:pt x="235" y="0"/>
                  </a:lnTo>
                  <a:lnTo>
                    <a:pt x="233" y="42"/>
                  </a:lnTo>
                  <a:lnTo>
                    <a:pt x="230" y="83"/>
                  </a:lnTo>
                  <a:lnTo>
                    <a:pt x="224" y="123"/>
                  </a:lnTo>
                  <a:lnTo>
                    <a:pt x="216" y="161"/>
                  </a:lnTo>
                  <a:lnTo>
                    <a:pt x="205" y="197"/>
                  </a:lnTo>
                  <a:lnTo>
                    <a:pt x="194" y="231"/>
                  </a:lnTo>
                  <a:lnTo>
                    <a:pt x="180" y="264"/>
                  </a:lnTo>
                  <a:lnTo>
                    <a:pt x="166" y="292"/>
                  </a:lnTo>
                  <a:lnTo>
                    <a:pt x="148" y="319"/>
                  </a:lnTo>
                  <a:lnTo>
                    <a:pt x="129" y="344"/>
                  </a:lnTo>
                  <a:lnTo>
                    <a:pt x="109" y="364"/>
                  </a:lnTo>
                  <a:lnTo>
                    <a:pt x="89" y="381"/>
                  </a:lnTo>
                  <a:lnTo>
                    <a:pt x="68" y="394"/>
                  </a:lnTo>
                  <a:lnTo>
                    <a:pt x="46" y="405"/>
                  </a:lnTo>
                  <a:lnTo>
                    <a:pt x="24" y="410"/>
                  </a:lnTo>
                  <a:lnTo>
                    <a:pt x="0" y="413"/>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3952" name="Freeform 62"/>
            <p:cNvSpPr>
              <a:spLocks/>
            </p:cNvSpPr>
            <p:nvPr/>
          </p:nvSpPr>
          <p:spPr bwMode="auto">
            <a:xfrm>
              <a:off x="1343" y="2203"/>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2" y="42"/>
                  </a:lnTo>
                  <a:lnTo>
                    <a:pt x="5" y="86"/>
                  </a:lnTo>
                  <a:lnTo>
                    <a:pt x="11" y="125"/>
                  </a:lnTo>
                  <a:lnTo>
                    <a:pt x="19" y="163"/>
                  </a:lnTo>
                  <a:lnTo>
                    <a:pt x="30" y="202"/>
                  </a:lnTo>
                  <a:lnTo>
                    <a:pt x="41" y="236"/>
                  </a:lnTo>
                  <a:lnTo>
                    <a:pt x="56" y="269"/>
                  </a:lnTo>
                  <a:lnTo>
                    <a:pt x="72" y="299"/>
                  </a:lnTo>
                  <a:lnTo>
                    <a:pt x="90" y="326"/>
                  </a:lnTo>
                  <a:lnTo>
                    <a:pt x="108" y="351"/>
                  </a:lnTo>
                  <a:lnTo>
                    <a:pt x="127" y="373"/>
                  </a:lnTo>
                  <a:lnTo>
                    <a:pt x="149" y="390"/>
                  </a:lnTo>
                  <a:lnTo>
                    <a:pt x="172" y="406"/>
                  </a:lnTo>
                  <a:lnTo>
                    <a:pt x="195" y="416"/>
                  </a:lnTo>
                  <a:lnTo>
                    <a:pt x="220" y="422"/>
                  </a:lnTo>
                  <a:lnTo>
                    <a:pt x="245" y="424"/>
                  </a:lnTo>
                  <a:lnTo>
                    <a:pt x="245" y="413"/>
                  </a:lnTo>
                  <a:lnTo>
                    <a:pt x="222" y="410"/>
                  </a:lnTo>
                  <a:lnTo>
                    <a:pt x="200" y="405"/>
                  </a:lnTo>
                  <a:lnTo>
                    <a:pt x="179" y="394"/>
                  </a:lnTo>
                  <a:lnTo>
                    <a:pt x="156" y="381"/>
                  </a:lnTo>
                  <a:lnTo>
                    <a:pt x="136" y="364"/>
                  </a:lnTo>
                  <a:lnTo>
                    <a:pt x="118" y="344"/>
                  </a:lnTo>
                  <a:lnTo>
                    <a:pt x="99" y="319"/>
                  </a:lnTo>
                  <a:lnTo>
                    <a:pt x="81" y="292"/>
                  </a:lnTo>
                  <a:lnTo>
                    <a:pt x="67" y="264"/>
                  </a:lnTo>
                  <a:lnTo>
                    <a:pt x="53" y="231"/>
                  </a:lnTo>
                  <a:lnTo>
                    <a:pt x="41" y="197"/>
                  </a:lnTo>
                  <a:lnTo>
                    <a:pt x="31" y="161"/>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3953" name="Freeform 63"/>
            <p:cNvSpPr>
              <a:spLocks/>
            </p:cNvSpPr>
            <p:nvPr/>
          </p:nvSpPr>
          <p:spPr bwMode="auto">
            <a:xfrm>
              <a:off x="1343" y="2118"/>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1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20" y="3"/>
                  </a:lnTo>
                  <a:lnTo>
                    <a:pt x="195" y="9"/>
                  </a:lnTo>
                  <a:lnTo>
                    <a:pt x="172" y="19"/>
                  </a:lnTo>
                  <a:lnTo>
                    <a:pt x="149" y="34"/>
                  </a:lnTo>
                  <a:lnTo>
                    <a:pt x="127" y="53"/>
                  </a:lnTo>
                  <a:lnTo>
                    <a:pt x="108" y="75"/>
                  </a:lnTo>
                  <a:lnTo>
                    <a:pt x="90" y="99"/>
                  </a:lnTo>
                  <a:lnTo>
                    <a:pt x="71" y="126"/>
                  </a:lnTo>
                  <a:lnTo>
                    <a:pt x="56" y="158"/>
                  </a:lnTo>
                  <a:lnTo>
                    <a:pt x="41" y="190"/>
                  </a:lnTo>
                  <a:lnTo>
                    <a:pt x="30" y="224"/>
                  </a:lnTo>
                  <a:lnTo>
                    <a:pt x="19" y="262"/>
                  </a:lnTo>
                  <a:lnTo>
                    <a:pt x="11" y="301"/>
                  </a:lnTo>
                  <a:lnTo>
                    <a:pt x="5" y="340"/>
                  </a:lnTo>
                  <a:lnTo>
                    <a:pt x="2" y="384"/>
                  </a:lnTo>
                  <a:lnTo>
                    <a:pt x="0" y="426"/>
                  </a:lnTo>
                  <a:lnTo>
                    <a:pt x="12" y="426"/>
                  </a:lnTo>
                  <a:lnTo>
                    <a:pt x="13" y="384"/>
                  </a:lnTo>
                  <a:lnTo>
                    <a:pt x="17" y="343"/>
                  </a:lnTo>
                  <a:lnTo>
                    <a:pt x="23" y="303"/>
                  </a:lnTo>
                  <a:lnTo>
                    <a:pt x="31" y="264"/>
                  </a:lnTo>
                  <a:lnTo>
                    <a:pt x="41" y="229"/>
                  </a:lnTo>
                  <a:lnTo>
                    <a:pt x="53" y="195"/>
                  </a:lnTo>
                  <a:lnTo>
                    <a:pt x="67" y="162"/>
                  </a:lnTo>
                  <a:lnTo>
                    <a:pt x="82" y="133"/>
                  </a:lnTo>
                  <a:lnTo>
                    <a:pt x="99" y="106"/>
                  </a:lnTo>
                  <a:lnTo>
                    <a:pt x="118" y="83"/>
                  </a:lnTo>
                  <a:lnTo>
                    <a:pt x="136" y="63"/>
                  </a:lnTo>
                  <a:lnTo>
                    <a:pt x="156" y="44"/>
                  </a:lnTo>
                  <a:lnTo>
                    <a:pt x="179" y="31"/>
                  </a:lnTo>
                  <a:lnTo>
                    <a:pt x="200" y="20"/>
                  </a:lnTo>
                  <a:lnTo>
                    <a:pt x="222" y="15"/>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3954" name="Freeform 64"/>
            <p:cNvSpPr>
              <a:spLocks/>
            </p:cNvSpPr>
            <p:nvPr/>
          </p:nvSpPr>
          <p:spPr bwMode="auto">
            <a:xfrm>
              <a:off x="1384" y="1859"/>
              <a:ext cx="49" cy="84"/>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1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3" y="382"/>
                  </a:lnTo>
                  <a:lnTo>
                    <a:pt x="240" y="339"/>
                  </a:lnTo>
                  <a:lnTo>
                    <a:pt x="234" y="299"/>
                  </a:lnTo>
                  <a:lnTo>
                    <a:pt x="226" y="261"/>
                  </a:lnTo>
                  <a:lnTo>
                    <a:pt x="215" y="222"/>
                  </a:lnTo>
                  <a:lnTo>
                    <a:pt x="204" y="188"/>
                  </a:lnTo>
                  <a:lnTo>
                    <a:pt x="189" y="156"/>
                  </a:lnTo>
                  <a:lnTo>
                    <a:pt x="173" y="125"/>
                  </a:lnTo>
                  <a:lnTo>
                    <a:pt x="155" y="98"/>
                  </a:lnTo>
                  <a:lnTo>
                    <a:pt x="138" y="74"/>
                  </a:lnTo>
                  <a:lnTo>
                    <a:pt x="118" y="51"/>
                  </a:lnTo>
                  <a:lnTo>
                    <a:pt x="96" y="34"/>
                  </a:lnTo>
                  <a:lnTo>
                    <a:pt x="73" y="18"/>
                  </a:lnTo>
                  <a:lnTo>
                    <a:pt x="50" y="8"/>
                  </a:lnTo>
                  <a:lnTo>
                    <a:pt x="25" y="2"/>
                  </a:lnTo>
                  <a:lnTo>
                    <a:pt x="0" y="0"/>
                  </a:lnTo>
                  <a:lnTo>
                    <a:pt x="0" y="11"/>
                  </a:lnTo>
                  <a:lnTo>
                    <a:pt x="23" y="14"/>
                  </a:lnTo>
                  <a:lnTo>
                    <a:pt x="45" y="20"/>
                  </a:lnTo>
                  <a:lnTo>
                    <a:pt x="66" y="30"/>
                  </a:lnTo>
                  <a:lnTo>
                    <a:pt x="89" y="43"/>
                  </a:lnTo>
                  <a:lnTo>
                    <a:pt x="109" y="61"/>
                  </a:lnTo>
                  <a:lnTo>
                    <a:pt x="129" y="81"/>
                  </a:lnTo>
                  <a:lnTo>
                    <a:pt x="146" y="105"/>
                  </a:lnTo>
                  <a:lnTo>
                    <a:pt x="164" y="132"/>
                  </a:lnTo>
                  <a:lnTo>
                    <a:pt x="178" y="160"/>
                  </a:lnTo>
                  <a:lnTo>
                    <a:pt x="192" y="193"/>
                  </a:lnTo>
                  <a:lnTo>
                    <a:pt x="204" y="227"/>
                  </a:lnTo>
                  <a:lnTo>
                    <a:pt x="214" y="264"/>
                  </a:lnTo>
                  <a:lnTo>
                    <a:pt x="222" y="301"/>
                  </a:lnTo>
                  <a:lnTo>
                    <a:pt x="228"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3955" name="Freeform 65"/>
            <p:cNvSpPr>
              <a:spLocks/>
            </p:cNvSpPr>
            <p:nvPr/>
          </p:nvSpPr>
          <p:spPr bwMode="auto">
            <a:xfrm>
              <a:off x="1384" y="1943"/>
              <a:ext cx="49" cy="86"/>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5" y="423"/>
                  </a:lnTo>
                  <a:lnTo>
                    <a:pt x="50" y="418"/>
                  </a:lnTo>
                  <a:lnTo>
                    <a:pt x="73" y="407"/>
                  </a:lnTo>
                  <a:lnTo>
                    <a:pt x="96" y="392"/>
                  </a:lnTo>
                  <a:lnTo>
                    <a:pt x="118" y="374"/>
                  </a:lnTo>
                  <a:lnTo>
                    <a:pt x="138" y="352"/>
                  </a:lnTo>
                  <a:lnTo>
                    <a:pt x="155" y="327"/>
                  </a:lnTo>
                  <a:lnTo>
                    <a:pt x="174" y="300"/>
                  </a:lnTo>
                  <a:lnTo>
                    <a:pt x="189" y="269"/>
                  </a:lnTo>
                  <a:lnTo>
                    <a:pt x="204" y="237"/>
                  </a:lnTo>
                  <a:lnTo>
                    <a:pt x="215" y="202"/>
                  </a:lnTo>
                  <a:lnTo>
                    <a:pt x="226" y="164"/>
                  </a:lnTo>
                  <a:lnTo>
                    <a:pt x="234" y="126"/>
                  </a:lnTo>
                  <a:lnTo>
                    <a:pt x="240" y="86"/>
                  </a:lnTo>
                  <a:lnTo>
                    <a:pt x="243" y="42"/>
                  </a:lnTo>
                  <a:lnTo>
                    <a:pt x="245" y="0"/>
                  </a:lnTo>
                  <a:lnTo>
                    <a:pt x="233" y="0"/>
                  </a:lnTo>
                  <a:lnTo>
                    <a:pt x="232" y="42"/>
                  </a:lnTo>
                  <a:lnTo>
                    <a:pt x="228" y="83"/>
                  </a:lnTo>
                  <a:lnTo>
                    <a:pt x="222" y="123"/>
                  </a:lnTo>
                  <a:lnTo>
                    <a:pt x="214" y="162"/>
                  </a:lnTo>
                  <a:lnTo>
                    <a:pt x="204" y="197"/>
                  </a:lnTo>
                  <a:lnTo>
                    <a:pt x="192" y="232"/>
                  </a:lnTo>
                  <a:lnTo>
                    <a:pt x="178" y="264"/>
                  </a:lnTo>
                  <a:lnTo>
                    <a:pt x="163" y="293"/>
                  </a:lnTo>
                  <a:lnTo>
                    <a:pt x="146" y="320"/>
                  </a:lnTo>
                  <a:lnTo>
                    <a:pt x="129" y="345"/>
                  </a:lnTo>
                  <a:lnTo>
                    <a:pt x="109" y="365"/>
                  </a:lnTo>
                  <a:lnTo>
                    <a:pt x="89" y="382"/>
                  </a:lnTo>
                  <a:lnTo>
                    <a:pt x="66" y="395"/>
                  </a:lnTo>
                  <a:lnTo>
                    <a:pt x="45" y="406"/>
                  </a:lnTo>
                  <a:lnTo>
                    <a:pt x="23"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3956" name="Freeform 66"/>
            <p:cNvSpPr>
              <a:spLocks/>
            </p:cNvSpPr>
            <p:nvPr/>
          </p:nvSpPr>
          <p:spPr bwMode="auto">
            <a:xfrm>
              <a:off x="1335" y="1943"/>
              <a:ext cx="49" cy="86"/>
            </a:xfrm>
            <a:custGeom>
              <a:avLst/>
              <a:gdLst>
                <a:gd name="T0" fmla="*/ 0 w 246"/>
                <a:gd name="T1" fmla="*/ 0 h 426"/>
                <a:gd name="T2" fmla="*/ 0 w 246"/>
                <a:gd name="T3" fmla="*/ 0 h 426"/>
                <a:gd name="T4" fmla="*/ 0 w 246"/>
                <a:gd name="T5" fmla="*/ 0 h 426"/>
                <a:gd name="T6" fmla="*/ 0 w 246"/>
                <a:gd name="T7" fmla="*/ 1 h 426"/>
                <a:gd name="T8" fmla="*/ 0 w 246"/>
                <a:gd name="T9" fmla="*/ 1 h 426"/>
                <a:gd name="T10" fmla="*/ 0 w 246"/>
                <a:gd name="T11" fmla="*/ 1 h 426"/>
                <a:gd name="T12" fmla="*/ 0 w 246"/>
                <a:gd name="T13" fmla="*/ 2 h 426"/>
                <a:gd name="T14" fmla="*/ 0 w 246"/>
                <a:gd name="T15" fmla="*/ 2 h 426"/>
                <a:gd name="T16" fmla="*/ 0 w 246"/>
                <a:gd name="T17" fmla="*/ 2 h 426"/>
                <a:gd name="T18" fmla="*/ 1 w 246"/>
                <a:gd name="T19" fmla="*/ 2 h 426"/>
                <a:gd name="T20" fmla="*/ 1 w 246"/>
                <a:gd name="T21" fmla="*/ 3 h 426"/>
                <a:gd name="T22" fmla="*/ 1 w 246"/>
                <a:gd name="T23" fmla="*/ 3 h 426"/>
                <a:gd name="T24" fmla="*/ 1 w 246"/>
                <a:gd name="T25" fmla="*/ 3 h 426"/>
                <a:gd name="T26" fmla="*/ 1 w 246"/>
                <a:gd name="T27" fmla="*/ 3 h 426"/>
                <a:gd name="T28" fmla="*/ 1 w 246"/>
                <a:gd name="T29" fmla="*/ 3 h 426"/>
                <a:gd name="T30" fmla="*/ 2 w 246"/>
                <a:gd name="T31" fmla="*/ 3 h 426"/>
                <a:gd name="T32" fmla="*/ 2 w 246"/>
                <a:gd name="T33" fmla="*/ 3 h 426"/>
                <a:gd name="T34" fmla="*/ 2 w 246"/>
                <a:gd name="T35" fmla="*/ 3 h 426"/>
                <a:gd name="T36" fmla="*/ 2 w 246"/>
                <a:gd name="T37" fmla="*/ 3 h 426"/>
                <a:gd name="T38" fmla="*/ 2 w 246"/>
                <a:gd name="T39" fmla="*/ 3 h 426"/>
                <a:gd name="T40" fmla="*/ 2 w 246"/>
                <a:gd name="T41" fmla="*/ 3 h 426"/>
                <a:gd name="T42" fmla="*/ 1 w 246"/>
                <a:gd name="T43" fmla="*/ 3 h 426"/>
                <a:gd name="T44" fmla="*/ 1 w 246"/>
                <a:gd name="T45" fmla="*/ 3 h 426"/>
                <a:gd name="T46" fmla="*/ 1 w 246"/>
                <a:gd name="T47" fmla="*/ 3 h 426"/>
                <a:gd name="T48" fmla="*/ 1 w 246"/>
                <a:gd name="T49" fmla="*/ 3 h 426"/>
                <a:gd name="T50" fmla="*/ 1 w 246"/>
                <a:gd name="T51" fmla="*/ 3 h 426"/>
                <a:gd name="T52" fmla="*/ 1 w 246"/>
                <a:gd name="T53" fmla="*/ 2 h 426"/>
                <a:gd name="T54" fmla="*/ 1 w 246"/>
                <a:gd name="T55" fmla="*/ 2 h 426"/>
                <a:gd name="T56" fmla="*/ 0 w 246"/>
                <a:gd name="T57" fmla="*/ 2 h 426"/>
                <a:gd name="T58" fmla="*/ 0 w 246"/>
                <a:gd name="T59" fmla="*/ 2 h 426"/>
                <a:gd name="T60" fmla="*/ 0 w 246"/>
                <a:gd name="T61" fmla="*/ 1 h 426"/>
                <a:gd name="T62" fmla="*/ 0 w 246"/>
                <a:gd name="T63" fmla="*/ 1 h 426"/>
                <a:gd name="T64" fmla="*/ 0 w 246"/>
                <a:gd name="T65" fmla="*/ 1 h 426"/>
                <a:gd name="T66" fmla="*/ 0 w 246"/>
                <a:gd name="T67" fmla="*/ 0 h 426"/>
                <a:gd name="T68" fmla="*/ 0 w 246"/>
                <a:gd name="T69" fmla="*/ 0 h 426"/>
                <a:gd name="T70" fmla="*/ 0 w 246"/>
                <a:gd name="T71" fmla="*/ 0 h 426"/>
                <a:gd name="T72" fmla="*/ 0 w 246"/>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0"/>
                  </a:moveTo>
                  <a:lnTo>
                    <a:pt x="0" y="0"/>
                  </a:lnTo>
                  <a:lnTo>
                    <a:pt x="1" y="42"/>
                  </a:lnTo>
                  <a:lnTo>
                    <a:pt x="4" y="86"/>
                  </a:lnTo>
                  <a:lnTo>
                    <a:pt x="10" y="126"/>
                  </a:lnTo>
                  <a:lnTo>
                    <a:pt x="18" y="164"/>
                  </a:lnTo>
                  <a:lnTo>
                    <a:pt x="29" y="202"/>
                  </a:lnTo>
                  <a:lnTo>
                    <a:pt x="41" y="237"/>
                  </a:lnTo>
                  <a:lnTo>
                    <a:pt x="55" y="269"/>
                  </a:lnTo>
                  <a:lnTo>
                    <a:pt x="71" y="300"/>
                  </a:lnTo>
                  <a:lnTo>
                    <a:pt x="89" y="327"/>
                  </a:lnTo>
                  <a:lnTo>
                    <a:pt x="107" y="352"/>
                  </a:lnTo>
                  <a:lnTo>
                    <a:pt x="127" y="374"/>
                  </a:lnTo>
                  <a:lnTo>
                    <a:pt x="150" y="392"/>
                  </a:lnTo>
                  <a:lnTo>
                    <a:pt x="171" y="407"/>
                  </a:lnTo>
                  <a:lnTo>
                    <a:pt x="195" y="418"/>
                  </a:lnTo>
                  <a:lnTo>
                    <a:pt x="220" y="423"/>
                  </a:lnTo>
                  <a:lnTo>
                    <a:pt x="246" y="426"/>
                  </a:lnTo>
                  <a:lnTo>
                    <a:pt x="246" y="414"/>
                  </a:lnTo>
                  <a:lnTo>
                    <a:pt x="222" y="412"/>
                  </a:lnTo>
                  <a:lnTo>
                    <a:pt x="200" y="406"/>
                  </a:lnTo>
                  <a:lnTo>
                    <a:pt x="178" y="395"/>
                  </a:lnTo>
                  <a:lnTo>
                    <a:pt x="157" y="382"/>
                  </a:lnTo>
                  <a:lnTo>
                    <a:pt x="137" y="365"/>
                  </a:lnTo>
                  <a:lnTo>
                    <a:pt x="117" y="345"/>
                  </a:lnTo>
                  <a:lnTo>
                    <a:pt x="98" y="320"/>
                  </a:lnTo>
                  <a:lnTo>
                    <a:pt x="83" y="293"/>
                  </a:lnTo>
                  <a:lnTo>
                    <a:pt x="66" y="264"/>
                  </a:lnTo>
                  <a:lnTo>
                    <a:pt x="52" y="232"/>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3957" name="Freeform 67"/>
            <p:cNvSpPr>
              <a:spLocks/>
            </p:cNvSpPr>
            <p:nvPr/>
          </p:nvSpPr>
          <p:spPr bwMode="auto">
            <a:xfrm>
              <a:off x="1335" y="1859"/>
              <a:ext cx="49" cy="84"/>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1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0" y="2"/>
                  </a:lnTo>
                  <a:lnTo>
                    <a:pt x="195" y="8"/>
                  </a:lnTo>
                  <a:lnTo>
                    <a:pt x="171" y="18"/>
                  </a:lnTo>
                  <a:lnTo>
                    <a:pt x="150" y="34"/>
                  </a:lnTo>
                  <a:lnTo>
                    <a:pt x="127" y="51"/>
                  </a:lnTo>
                  <a:lnTo>
                    <a:pt x="107" y="74"/>
                  </a:lnTo>
                  <a:lnTo>
                    <a:pt x="89" y="98"/>
                  </a:lnTo>
                  <a:lnTo>
                    <a:pt x="72" y="125"/>
                  </a:lnTo>
                  <a:lnTo>
                    <a:pt x="55" y="156"/>
                  </a:lnTo>
                  <a:lnTo>
                    <a:pt x="41" y="188"/>
                  </a:lnTo>
                  <a:lnTo>
                    <a:pt x="29" y="222"/>
                  </a:lnTo>
                  <a:lnTo>
                    <a:pt x="18" y="261"/>
                  </a:lnTo>
                  <a:lnTo>
                    <a:pt x="10" y="299"/>
                  </a:lnTo>
                  <a:lnTo>
                    <a:pt x="4" y="339"/>
                  </a:lnTo>
                  <a:lnTo>
                    <a:pt x="1" y="382"/>
                  </a:lnTo>
                  <a:lnTo>
                    <a:pt x="0" y="424"/>
                  </a:lnTo>
                  <a:lnTo>
                    <a:pt x="11" y="424"/>
                  </a:lnTo>
                  <a:lnTo>
                    <a:pt x="13" y="382"/>
                  </a:lnTo>
                  <a:lnTo>
                    <a:pt x="16" y="341"/>
                  </a:lnTo>
                  <a:lnTo>
                    <a:pt x="22" y="301"/>
                  </a:lnTo>
                  <a:lnTo>
                    <a:pt x="30" y="264"/>
                  </a:lnTo>
                  <a:lnTo>
                    <a:pt x="41" y="227"/>
                  </a:lnTo>
                  <a:lnTo>
                    <a:pt x="52" y="193"/>
                  </a:lnTo>
                  <a:lnTo>
                    <a:pt x="66" y="160"/>
                  </a:lnTo>
                  <a:lnTo>
                    <a:pt x="82" y="132"/>
                  </a:lnTo>
                  <a:lnTo>
                    <a:pt x="98" y="105"/>
                  </a:lnTo>
                  <a:lnTo>
                    <a:pt x="117" y="81"/>
                  </a:lnTo>
                  <a:lnTo>
                    <a:pt x="137" y="61"/>
                  </a:lnTo>
                  <a:lnTo>
                    <a:pt x="157" y="43"/>
                  </a:lnTo>
                  <a:lnTo>
                    <a:pt x="178" y="30"/>
                  </a:lnTo>
                  <a:lnTo>
                    <a:pt x="200" y="20"/>
                  </a:lnTo>
                  <a:lnTo>
                    <a:pt x="222" y="14"/>
                  </a:lnTo>
                  <a:lnTo>
                    <a:pt x="246" y="11"/>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3958" name="Freeform 68"/>
            <p:cNvSpPr>
              <a:spLocks/>
            </p:cNvSpPr>
            <p:nvPr/>
          </p:nvSpPr>
          <p:spPr bwMode="auto">
            <a:xfrm>
              <a:off x="1552" y="1751"/>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1" y="339"/>
                  </a:lnTo>
                  <a:lnTo>
                    <a:pt x="235" y="299"/>
                  </a:lnTo>
                  <a:lnTo>
                    <a:pt x="226" y="261"/>
                  </a:lnTo>
                  <a:lnTo>
                    <a:pt x="216" y="223"/>
                  </a:lnTo>
                  <a:lnTo>
                    <a:pt x="204" y="189"/>
                  </a:lnTo>
                  <a:lnTo>
                    <a:pt x="190" y="156"/>
                  </a:lnTo>
                  <a:lnTo>
                    <a:pt x="174" y="125"/>
                  </a:lnTo>
                  <a:lnTo>
                    <a:pt x="156" y="98"/>
                  </a:lnTo>
                  <a:lnTo>
                    <a:pt x="137" y="74"/>
                  </a:lnTo>
                  <a:lnTo>
                    <a:pt x="119" y="52"/>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8" y="81"/>
                  </a:lnTo>
                  <a:lnTo>
                    <a:pt x="147" y="105"/>
                  </a:lnTo>
                  <a:lnTo>
                    <a:pt x="164" y="132"/>
                  </a:lnTo>
                  <a:lnTo>
                    <a:pt x="178" y="161"/>
                  </a:lnTo>
                  <a:lnTo>
                    <a:pt x="193" y="193"/>
                  </a:lnTo>
                  <a:lnTo>
                    <a:pt x="204" y="227"/>
                  </a:lnTo>
                  <a:lnTo>
                    <a:pt x="215" y="264"/>
                  </a:lnTo>
                  <a:lnTo>
                    <a:pt x="223" y="301"/>
                  </a:lnTo>
                  <a:lnTo>
                    <a:pt x="229" y="341"/>
                  </a:lnTo>
                  <a:lnTo>
                    <a:pt x="232" y="382"/>
                  </a:lnTo>
                  <a:lnTo>
                    <a:pt x="234"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3959" name="Freeform 69"/>
            <p:cNvSpPr>
              <a:spLocks/>
            </p:cNvSpPr>
            <p:nvPr/>
          </p:nvSpPr>
          <p:spPr bwMode="auto">
            <a:xfrm>
              <a:off x="1552" y="1836"/>
              <a:ext cx="49" cy="85"/>
            </a:xfrm>
            <a:custGeom>
              <a:avLst/>
              <a:gdLst>
                <a:gd name="T0" fmla="*/ 0 w 245"/>
                <a:gd name="T1" fmla="*/ 3 h 425"/>
                <a:gd name="T2" fmla="*/ 0 w 245"/>
                <a:gd name="T3" fmla="*/ 3 h 425"/>
                <a:gd name="T4" fmla="*/ 0 w 245"/>
                <a:gd name="T5" fmla="*/ 3 h 425"/>
                <a:gd name="T6" fmla="*/ 0 w 245"/>
                <a:gd name="T7" fmla="*/ 3 h 425"/>
                <a:gd name="T8" fmla="*/ 1 w 245"/>
                <a:gd name="T9" fmla="*/ 3 h 425"/>
                <a:gd name="T10" fmla="*/ 1 w 245"/>
                <a:gd name="T11" fmla="*/ 3 h 425"/>
                <a:gd name="T12" fmla="*/ 1 w 245"/>
                <a:gd name="T13" fmla="*/ 3 h 425"/>
                <a:gd name="T14" fmla="*/ 1 w 245"/>
                <a:gd name="T15" fmla="*/ 3 h 425"/>
                <a:gd name="T16" fmla="*/ 1 w 245"/>
                <a:gd name="T17" fmla="*/ 3 h 425"/>
                <a:gd name="T18" fmla="*/ 1 w 245"/>
                <a:gd name="T19" fmla="*/ 2 h 425"/>
                <a:gd name="T20" fmla="*/ 2 w 245"/>
                <a:gd name="T21" fmla="*/ 2 h 425"/>
                <a:gd name="T22" fmla="*/ 2 w 245"/>
                <a:gd name="T23" fmla="*/ 2 h 425"/>
                <a:gd name="T24" fmla="*/ 2 w 245"/>
                <a:gd name="T25" fmla="*/ 2 h 425"/>
                <a:gd name="T26" fmla="*/ 2 w 245"/>
                <a:gd name="T27" fmla="*/ 1 h 425"/>
                <a:gd name="T28" fmla="*/ 2 w 245"/>
                <a:gd name="T29" fmla="*/ 1 h 425"/>
                <a:gd name="T30" fmla="*/ 2 w 245"/>
                <a:gd name="T31" fmla="*/ 1 h 425"/>
                <a:gd name="T32" fmla="*/ 2 w 245"/>
                <a:gd name="T33" fmla="*/ 0 h 425"/>
                <a:gd name="T34" fmla="*/ 2 w 245"/>
                <a:gd name="T35" fmla="*/ 0 h 425"/>
                <a:gd name="T36" fmla="*/ 2 w 245"/>
                <a:gd name="T37" fmla="*/ 0 h 425"/>
                <a:gd name="T38" fmla="*/ 2 w 245"/>
                <a:gd name="T39" fmla="*/ 0 h 425"/>
                <a:gd name="T40" fmla="*/ 2 w 245"/>
                <a:gd name="T41" fmla="*/ 1 h 425"/>
                <a:gd name="T42" fmla="*/ 2 w 245"/>
                <a:gd name="T43" fmla="*/ 1 h 425"/>
                <a:gd name="T44" fmla="*/ 2 w 245"/>
                <a:gd name="T45" fmla="*/ 1 h 425"/>
                <a:gd name="T46" fmla="*/ 2 w 245"/>
                <a:gd name="T47" fmla="*/ 2 h 425"/>
                <a:gd name="T48" fmla="*/ 2 w 245"/>
                <a:gd name="T49" fmla="*/ 2 h 425"/>
                <a:gd name="T50" fmla="*/ 1 w 245"/>
                <a:gd name="T51" fmla="*/ 2 h 425"/>
                <a:gd name="T52" fmla="*/ 1 w 245"/>
                <a:gd name="T53" fmla="*/ 2 h 425"/>
                <a:gd name="T54" fmla="*/ 1 w 245"/>
                <a:gd name="T55" fmla="*/ 3 h 425"/>
                <a:gd name="T56" fmla="*/ 1 w 245"/>
                <a:gd name="T57" fmla="*/ 3 h 425"/>
                <a:gd name="T58" fmla="*/ 1 w 245"/>
                <a:gd name="T59" fmla="*/ 3 h 425"/>
                <a:gd name="T60" fmla="*/ 1 w 245"/>
                <a:gd name="T61" fmla="*/ 3 h 425"/>
                <a:gd name="T62" fmla="*/ 1 w 245"/>
                <a:gd name="T63" fmla="*/ 3 h 425"/>
                <a:gd name="T64" fmla="*/ 0 w 245"/>
                <a:gd name="T65" fmla="*/ 3 h 425"/>
                <a:gd name="T66" fmla="*/ 0 w 245"/>
                <a:gd name="T67" fmla="*/ 3 h 425"/>
                <a:gd name="T68" fmla="*/ 0 w 245"/>
                <a:gd name="T69" fmla="*/ 3 h 425"/>
                <a:gd name="T70" fmla="*/ 0 w 245"/>
                <a:gd name="T71" fmla="*/ 3 h 425"/>
                <a:gd name="T72" fmla="*/ 0 w 245"/>
                <a:gd name="T73" fmla="*/ 3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5"/>
                <a:gd name="T113" fmla="*/ 245 w 245"/>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5">
                  <a:moveTo>
                    <a:pt x="0" y="425"/>
                  </a:moveTo>
                  <a:lnTo>
                    <a:pt x="0" y="425"/>
                  </a:lnTo>
                  <a:lnTo>
                    <a:pt x="26" y="422"/>
                  </a:lnTo>
                  <a:lnTo>
                    <a:pt x="51" y="417"/>
                  </a:lnTo>
                  <a:lnTo>
                    <a:pt x="74" y="406"/>
                  </a:lnTo>
                  <a:lnTo>
                    <a:pt x="96" y="391"/>
                  </a:lnTo>
                  <a:lnTo>
                    <a:pt x="119" y="373"/>
                  </a:lnTo>
                  <a:lnTo>
                    <a:pt x="137" y="351"/>
                  </a:lnTo>
                  <a:lnTo>
                    <a:pt x="156" y="326"/>
                  </a:lnTo>
                  <a:lnTo>
                    <a:pt x="174" y="299"/>
                  </a:lnTo>
                  <a:lnTo>
                    <a:pt x="190" y="269"/>
                  </a:lnTo>
                  <a:lnTo>
                    <a:pt x="204" y="236"/>
                  </a:lnTo>
                  <a:lnTo>
                    <a:pt x="216" y="202"/>
                  </a:lnTo>
                  <a:lnTo>
                    <a:pt x="226" y="163"/>
                  </a:lnTo>
                  <a:lnTo>
                    <a:pt x="235" y="126"/>
                  </a:lnTo>
                  <a:lnTo>
                    <a:pt x="241" y="86"/>
                  </a:lnTo>
                  <a:lnTo>
                    <a:pt x="244" y="43"/>
                  </a:lnTo>
                  <a:lnTo>
                    <a:pt x="245" y="0"/>
                  </a:lnTo>
                  <a:lnTo>
                    <a:pt x="234" y="0"/>
                  </a:lnTo>
                  <a:lnTo>
                    <a:pt x="232" y="43"/>
                  </a:lnTo>
                  <a:lnTo>
                    <a:pt x="229" y="84"/>
                  </a:lnTo>
                  <a:lnTo>
                    <a:pt x="223" y="123"/>
                  </a:lnTo>
                  <a:lnTo>
                    <a:pt x="215" y="161"/>
                  </a:lnTo>
                  <a:lnTo>
                    <a:pt x="204" y="197"/>
                  </a:lnTo>
                  <a:lnTo>
                    <a:pt x="193" y="231"/>
                  </a:lnTo>
                  <a:lnTo>
                    <a:pt x="178" y="264"/>
                  </a:lnTo>
                  <a:lnTo>
                    <a:pt x="164" y="292"/>
                  </a:lnTo>
                  <a:lnTo>
                    <a:pt x="147" y="319"/>
                  </a:lnTo>
                  <a:lnTo>
                    <a:pt x="128" y="344"/>
                  </a:lnTo>
                  <a:lnTo>
                    <a:pt x="109" y="364"/>
                  </a:lnTo>
                  <a:lnTo>
                    <a:pt x="89" y="381"/>
                  </a:lnTo>
                  <a:lnTo>
                    <a:pt x="67" y="394"/>
                  </a:lnTo>
                  <a:lnTo>
                    <a:pt x="46" y="405"/>
                  </a:lnTo>
                  <a:lnTo>
                    <a:pt x="24" y="411"/>
                  </a:lnTo>
                  <a:lnTo>
                    <a:pt x="0" y="413"/>
                  </a:lnTo>
                  <a:lnTo>
                    <a:pt x="0" y="425"/>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3960" name="Freeform 70"/>
            <p:cNvSpPr>
              <a:spLocks/>
            </p:cNvSpPr>
            <p:nvPr/>
          </p:nvSpPr>
          <p:spPr bwMode="auto">
            <a:xfrm>
              <a:off x="1502" y="1836"/>
              <a:ext cx="50" cy="85"/>
            </a:xfrm>
            <a:custGeom>
              <a:avLst/>
              <a:gdLst>
                <a:gd name="T0" fmla="*/ 0 w 246"/>
                <a:gd name="T1" fmla="*/ 0 h 425"/>
                <a:gd name="T2" fmla="*/ 0 w 246"/>
                <a:gd name="T3" fmla="*/ 0 h 425"/>
                <a:gd name="T4" fmla="*/ 0 w 246"/>
                <a:gd name="T5" fmla="*/ 0 h 425"/>
                <a:gd name="T6" fmla="*/ 0 w 246"/>
                <a:gd name="T7" fmla="*/ 1 h 425"/>
                <a:gd name="T8" fmla="*/ 0 w 246"/>
                <a:gd name="T9" fmla="*/ 1 h 425"/>
                <a:gd name="T10" fmla="*/ 0 w 246"/>
                <a:gd name="T11" fmla="*/ 1 h 425"/>
                <a:gd name="T12" fmla="*/ 0 w 246"/>
                <a:gd name="T13" fmla="*/ 2 h 425"/>
                <a:gd name="T14" fmla="*/ 0 w 246"/>
                <a:gd name="T15" fmla="*/ 2 h 425"/>
                <a:gd name="T16" fmla="*/ 0 w 246"/>
                <a:gd name="T17" fmla="*/ 2 h 425"/>
                <a:gd name="T18" fmla="*/ 1 w 246"/>
                <a:gd name="T19" fmla="*/ 2 h 425"/>
                <a:gd name="T20" fmla="*/ 1 w 246"/>
                <a:gd name="T21" fmla="*/ 3 h 425"/>
                <a:gd name="T22" fmla="*/ 1 w 246"/>
                <a:gd name="T23" fmla="*/ 3 h 425"/>
                <a:gd name="T24" fmla="*/ 1 w 246"/>
                <a:gd name="T25" fmla="*/ 3 h 425"/>
                <a:gd name="T26" fmla="*/ 1 w 246"/>
                <a:gd name="T27" fmla="*/ 3 h 425"/>
                <a:gd name="T28" fmla="*/ 1 w 246"/>
                <a:gd name="T29" fmla="*/ 3 h 425"/>
                <a:gd name="T30" fmla="*/ 2 w 246"/>
                <a:gd name="T31" fmla="*/ 3 h 425"/>
                <a:gd name="T32" fmla="*/ 2 w 246"/>
                <a:gd name="T33" fmla="*/ 3 h 425"/>
                <a:gd name="T34" fmla="*/ 2 w 246"/>
                <a:gd name="T35" fmla="*/ 3 h 425"/>
                <a:gd name="T36" fmla="*/ 2 w 246"/>
                <a:gd name="T37" fmla="*/ 3 h 425"/>
                <a:gd name="T38" fmla="*/ 2 w 246"/>
                <a:gd name="T39" fmla="*/ 3 h 425"/>
                <a:gd name="T40" fmla="*/ 2 w 246"/>
                <a:gd name="T41" fmla="*/ 3 h 425"/>
                <a:gd name="T42" fmla="*/ 1 w 246"/>
                <a:gd name="T43" fmla="*/ 3 h 425"/>
                <a:gd name="T44" fmla="*/ 1 w 246"/>
                <a:gd name="T45" fmla="*/ 3 h 425"/>
                <a:gd name="T46" fmla="*/ 1 w 246"/>
                <a:gd name="T47" fmla="*/ 3 h 425"/>
                <a:gd name="T48" fmla="*/ 1 w 246"/>
                <a:gd name="T49" fmla="*/ 3 h 425"/>
                <a:gd name="T50" fmla="*/ 1 w 246"/>
                <a:gd name="T51" fmla="*/ 3 h 425"/>
                <a:gd name="T52" fmla="*/ 1 w 246"/>
                <a:gd name="T53" fmla="*/ 2 h 425"/>
                <a:gd name="T54" fmla="*/ 1 w 246"/>
                <a:gd name="T55" fmla="*/ 2 h 425"/>
                <a:gd name="T56" fmla="*/ 0 w 246"/>
                <a:gd name="T57" fmla="*/ 2 h 425"/>
                <a:gd name="T58" fmla="*/ 0 w 246"/>
                <a:gd name="T59" fmla="*/ 2 h 425"/>
                <a:gd name="T60" fmla="*/ 0 w 246"/>
                <a:gd name="T61" fmla="*/ 1 h 425"/>
                <a:gd name="T62" fmla="*/ 0 w 246"/>
                <a:gd name="T63" fmla="*/ 1 h 425"/>
                <a:gd name="T64" fmla="*/ 0 w 246"/>
                <a:gd name="T65" fmla="*/ 1 h 425"/>
                <a:gd name="T66" fmla="*/ 0 w 246"/>
                <a:gd name="T67" fmla="*/ 0 h 425"/>
                <a:gd name="T68" fmla="*/ 0 w 246"/>
                <a:gd name="T69" fmla="*/ 0 h 425"/>
                <a:gd name="T70" fmla="*/ 0 w 246"/>
                <a:gd name="T71" fmla="*/ 0 h 425"/>
                <a:gd name="T72" fmla="*/ 0 w 246"/>
                <a:gd name="T73" fmla="*/ 0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5"/>
                <a:gd name="T113" fmla="*/ 246 w 246"/>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5">
                  <a:moveTo>
                    <a:pt x="0" y="0"/>
                  </a:moveTo>
                  <a:lnTo>
                    <a:pt x="0" y="0"/>
                  </a:lnTo>
                  <a:lnTo>
                    <a:pt x="2" y="43"/>
                  </a:lnTo>
                  <a:lnTo>
                    <a:pt x="5" y="86"/>
                  </a:lnTo>
                  <a:lnTo>
                    <a:pt x="11" y="126"/>
                  </a:lnTo>
                  <a:lnTo>
                    <a:pt x="19" y="163"/>
                  </a:lnTo>
                  <a:lnTo>
                    <a:pt x="30" y="202"/>
                  </a:lnTo>
                  <a:lnTo>
                    <a:pt x="41" y="236"/>
                  </a:lnTo>
                  <a:lnTo>
                    <a:pt x="55" y="269"/>
                  </a:lnTo>
                  <a:lnTo>
                    <a:pt x="73" y="299"/>
                  </a:lnTo>
                  <a:lnTo>
                    <a:pt x="89" y="326"/>
                  </a:lnTo>
                  <a:lnTo>
                    <a:pt x="108" y="351"/>
                  </a:lnTo>
                  <a:lnTo>
                    <a:pt x="128" y="373"/>
                  </a:lnTo>
                  <a:lnTo>
                    <a:pt x="150" y="391"/>
                  </a:lnTo>
                  <a:lnTo>
                    <a:pt x="171" y="406"/>
                  </a:lnTo>
                  <a:lnTo>
                    <a:pt x="196" y="417"/>
                  </a:lnTo>
                  <a:lnTo>
                    <a:pt x="221" y="422"/>
                  </a:lnTo>
                  <a:lnTo>
                    <a:pt x="246" y="425"/>
                  </a:lnTo>
                  <a:lnTo>
                    <a:pt x="246" y="413"/>
                  </a:lnTo>
                  <a:lnTo>
                    <a:pt x="223" y="411"/>
                  </a:lnTo>
                  <a:lnTo>
                    <a:pt x="201" y="405"/>
                  </a:lnTo>
                  <a:lnTo>
                    <a:pt x="178" y="394"/>
                  </a:lnTo>
                  <a:lnTo>
                    <a:pt x="157" y="381"/>
                  </a:lnTo>
                  <a:lnTo>
                    <a:pt x="137" y="364"/>
                  </a:lnTo>
                  <a:lnTo>
                    <a:pt x="117" y="344"/>
                  </a:lnTo>
                  <a:lnTo>
                    <a:pt x="99" y="319"/>
                  </a:lnTo>
                  <a:lnTo>
                    <a:pt x="82" y="292"/>
                  </a:lnTo>
                  <a:lnTo>
                    <a:pt x="67" y="264"/>
                  </a:lnTo>
                  <a:lnTo>
                    <a:pt x="53" y="231"/>
                  </a:lnTo>
                  <a:lnTo>
                    <a:pt x="41" y="197"/>
                  </a:lnTo>
                  <a:lnTo>
                    <a:pt x="31" y="161"/>
                  </a:lnTo>
                  <a:lnTo>
                    <a:pt x="23" y="123"/>
                  </a:lnTo>
                  <a:lnTo>
                    <a:pt x="17" y="84"/>
                  </a:lnTo>
                  <a:lnTo>
                    <a:pt x="13" y="4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3961" name="Freeform 71"/>
            <p:cNvSpPr>
              <a:spLocks/>
            </p:cNvSpPr>
            <p:nvPr/>
          </p:nvSpPr>
          <p:spPr bwMode="auto">
            <a:xfrm>
              <a:off x="1502" y="1751"/>
              <a:ext cx="50" cy="85"/>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2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1" y="2"/>
                  </a:lnTo>
                  <a:lnTo>
                    <a:pt x="196" y="8"/>
                  </a:lnTo>
                  <a:lnTo>
                    <a:pt x="171" y="19"/>
                  </a:lnTo>
                  <a:lnTo>
                    <a:pt x="150" y="34"/>
                  </a:lnTo>
                  <a:lnTo>
                    <a:pt x="128" y="52"/>
                  </a:lnTo>
                  <a:lnTo>
                    <a:pt x="108" y="74"/>
                  </a:lnTo>
                  <a:lnTo>
                    <a:pt x="89" y="98"/>
                  </a:lnTo>
                  <a:lnTo>
                    <a:pt x="73" y="125"/>
                  </a:lnTo>
                  <a:lnTo>
                    <a:pt x="55" y="156"/>
                  </a:lnTo>
                  <a:lnTo>
                    <a:pt x="41" y="189"/>
                  </a:lnTo>
                  <a:lnTo>
                    <a:pt x="30" y="223"/>
                  </a:lnTo>
                  <a:lnTo>
                    <a:pt x="19" y="261"/>
                  </a:lnTo>
                  <a:lnTo>
                    <a:pt x="11" y="299"/>
                  </a:lnTo>
                  <a:lnTo>
                    <a:pt x="5" y="339"/>
                  </a:lnTo>
                  <a:lnTo>
                    <a:pt x="2" y="382"/>
                  </a:lnTo>
                  <a:lnTo>
                    <a:pt x="0" y="424"/>
                  </a:lnTo>
                  <a:lnTo>
                    <a:pt x="12" y="424"/>
                  </a:lnTo>
                  <a:lnTo>
                    <a:pt x="13" y="382"/>
                  </a:lnTo>
                  <a:lnTo>
                    <a:pt x="17" y="341"/>
                  </a:lnTo>
                  <a:lnTo>
                    <a:pt x="23" y="301"/>
                  </a:lnTo>
                  <a:lnTo>
                    <a:pt x="31" y="264"/>
                  </a:lnTo>
                  <a:lnTo>
                    <a:pt x="41" y="227"/>
                  </a:lnTo>
                  <a:lnTo>
                    <a:pt x="53" y="193"/>
                  </a:lnTo>
                  <a:lnTo>
                    <a:pt x="67" y="161"/>
                  </a:lnTo>
                  <a:lnTo>
                    <a:pt x="82" y="132"/>
                  </a:lnTo>
                  <a:lnTo>
                    <a:pt x="99" y="105"/>
                  </a:lnTo>
                  <a:lnTo>
                    <a:pt x="117" y="81"/>
                  </a:lnTo>
                  <a:lnTo>
                    <a:pt x="137" y="61"/>
                  </a:lnTo>
                  <a:lnTo>
                    <a:pt x="157" y="43"/>
                  </a:lnTo>
                  <a:lnTo>
                    <a:pt x="178" y="30"/>
                  </a:lnTo>
                  <a:lnTo>
                    <a:pt x="201" y="20"/>
                  </a:lnTo>
                  <a:lnTo>
                    <a:pt x="223" y="14"/>
                  </a:lnTo>
                  <a:lnTo>
                    <a:pt x="246" y="12"/>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3962" name="Freeform 72"/>
            <p:cNvSpPr>
              <a:spLocks/>
            </p:cNvSpPr>
            <p:nvPr/>
          </p:nvSpPr>
          <p:spPr bwMode="auto">
            <a:xfrm>
              <a:off x="1565" y="2016"/>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0" y="339"/>
                  </a:lnTo>
                  <a:lnTo>
                    <a:pt x="234" y="299"/>
                  </a:lnTo>
                  <a:lnTo>
                    <a:pt x="226" y="261"/>
                  </a:lnTo>
                  <a:lnTo>
                    <a:pt x="216" y="223"/>
                  </a:lnTo>
                  <a:lnTo>
                    <a:pt x="204" y="189"/>
                  </a:lnTo>
                  <a:lnTo>
                    <a:pt x="190" y="156"/>
                  </a:lnTo>
                  <a:lnTo>
                    <a:pt x="174" y="125"/>
                  </a:lnTo>
                  <a:lnTo>
                    <a:pt x="156" y="98"/>
                  </a:lnTo>
                  <a:lnTo>
                    <a:pt x="138" y="74"/>
                  </a:lnTo>
                  <a:lnTo>
                    <a:pt x="118" y="51"/>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9" y="81"/>
                  </a:lnTo>
                  <a:lnTo>
                    <a:pt x="147" y="105"/>
                  </a:lnTo>
                  <a:lnTo>
                    <a:pt x="164" y="132"/>
                  </a:lnTo>
                  <a:lnTo>
                    <a:pt x="178" y="160"/>
                  </a:lnTo>
                  <a:lnTo>
                    <a:pt x="192" y="193"/>
                  </a:lnTo>
                  <a:lnTo>
                    <a:pt x="204" y="227"/>
                  </a:lnTo>
                  <a:lnTo>
                    <a:pt x="215" y="264"/>
                  </a:lnTo>
                  <a:lnTo>
                    <a:pt x="223" y="301"/>
                  </a:lnTo>
                  <a:lnTo>
                    <a:pt x="229"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3963" name="Freeform 73"/>
            <p:cNvSpPr>
              <a:spLocks/>
            </p:cNvSpPr>
            <p:nvPr/>
          </p:nvSpPr>
          <p:spPr bwMode="auto">
            <a:xfrm>
              <a:off x="1565" y="2101"/>
              <a:ext cx="49" cy="85"/>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6" y="423"/>
                  </a:lnTo>
                  <a:lnTo>
                    <a:pt x="51" y="418"/>
                  </a:lnTo>
                  <a:lnTo>
                    <a:pt x="74" y="407"/>
                  </a:lnTo>
                  <a:lnTo>
                    <a:pt x="96" y="392"/>
                  </a:lnTo>
                  <a:lnTo>
                    <a:pt x="118" y="373"/>
                  </a:lnTo>
                  <a:lnTo>
                    <a:pt x="138" y="351"/>
                  </a:lnTo>
                  <a:lnTo>
                    <a:pt x="156" y="327"/>
                  </a:lnTo>
                  <a:lnTo>
                    <a:pt x="175" y="299"/>
                  </a:lnTo>
                  <a:lnTo>
                    <a:pt x="190" y="269"/>
                  </a:lnTo>
                  <a:lnTo>
                    <a:pt x="204" y="236"/>
                  </a:lnTo>
                  <a:lnTo>
                    <a:pt x="216" y="202"/>
                  </a:lnTo>
                  <a:lnTo>
                    <a:pt x="226" y="164"/>
                  </a:lnTo>
                  <a:lnTo>
                    <a:pt x="234" y="126"/>
                  </a:lnTo>
                  <a:lnTo>
                    <a:pt x="240" y="86"/>
                  </a:lnTo>
                  <a:lnTo>
                    <a:pt x="244" y="42"/>
                  </a:lnTo>
                  <a:lnTo>
                    <a:pt x="245" y="0"/>
                  </a:lnTo>
                  <a:lnTo>
                    <a:pt x="233" y="0"/>
                  </a:lnTo>
                  <a:lnTo>
                    <a:pt x="232" y="42"/>
                  </a:lnTo>
                  <a:lnTo>
                    <a:pt x="229" y="83"/>
                  </a:lnTo>
                  <a:lnTo>
                    <a:pt x="223" y="123"/>
                  </a:lnTo>
                  <a:lnTo>
                    <a:pt x="215" y="162"/>
                  </a:lnTo>
                  <a:lnTo>
                    <a:pt x="204" y="197"/>
                  </a:lnTo>
                  <a:lnTo>
                    <a:pt x="192" y="231"/>
                  </a:lnTo>
                  <a:lnTo>
                    <a:pt x="178" y="264"/>
                  </a:lnTo>
                  <a:lnTo>
                    <a:pt x="163" y="292"/>
                  </a:lnTo>
                  <a:lnTo>
                    <a:pt x="147" y="320"/>
                  </a:lnTo>
                  <a:lnTo>
                    <a:pt x="129" y="344"/>
                  </a:lnTo>
                  <a:lnTo>
                    <a:pt x="109" y="364"/>
                  </a:lnTo>
                  <a:lnTo>
                    <a:pt x="89" y="382"/>
                  </a:lnTo>
                  <a:lnTo>
                    <a:pt x="67" y="395"/>
                  </a:lnTo>
                  <a:lnTo>
                    <a:pt x="46" y="406"/>
                  </a:lnTo>
                  <a:lnTo>
                    <a:pt x="24"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3964" name="Freeform 74"/>
            <p:cNvSpPr>
              <a:spLocks/>
            </p:cNvSpPr>
            <p:nvPr/>
          </p:nvSpPr>
          <p:spPr bwMode="auto">
            <a:xfrm>
              <a:off x="1516" y="2101"/>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5" y="86"/>
                  </a:lnTo>
                  <a:lnTo>
                    <a:pt x="11" y="126"/>
                  </a:lnTo>
                  <a:lnTo>
                    <a:pt x="19" y="164"/>
                  </a:lnTo>
                  <a:lnTo>
                    <a:pt x="30" y="202"/>
                  </a:lnTo>
                  <a:lnTo>
                    <a:pt x="41" y="236"/>
                  </a:lnTo>
                  <a:lnTo>
                    <a:pt x="55" y="269"/>
                  </a:lnTo>
                  <a:lnTo>
                    <a:pt x="71" y="299"/>
                  </a:lnTo>
                  <a:lnTo>
                    <a:pt x="89" y="327"/>
                  </a:lnTo>
                  <a:lnTo>
                    <a:pt x="107" y="351"/>
                  </a:lnTo>
                  <a:lnTo>
                    <a:pt x="127" y="373"/>
                  </a:lnTo>
                  <a:lnTo>
                    <a:pt x="149" y="392"/>
                  </a:lnTo>
                  <a:lnTo>
                    <a:pt x="171" y="407"/>
                  </a:lnTo>
                  <a:lnTo>
                    <a:pt x="195" y="418"/>
                  </a:lnTo>
                  <a:lnTo>
                    <a:pt x="219" y="423"/>
                  </a:lnTo>
                  <a:lnTo>
                    <a:pt x="245" y="426"/>
                  </a:lnTo>
                  <a:lnTo>
                    <a:pt x="245" y="414"/>
                  </a:lnTo>
                  <a:lnTo>
                    <a:pt x="222" y="412"/>
                  </a:lnTo>
                  <a:lnTo>
                    <a:pt x="199" y="406"/>
                  </a:lnTo>
                  <a:lnTo>
                    <a:pt x="178" y="395"/>
                  </a:lnTo>
                  <a:lnTo>
                    <a:pt x="156" y="382"/>
                  </a:lnTo>
                  <a:lnTo>
                    <a:pt x="136" y="364"/>
                  </a:lnTo>
                  <a:lnTo>
                    <a:pt x="116" y="344"/>
                  </a:lnTo>
                  <a:lnTo>
                    <a:pt x="99" y="320"/>
                  </a:lnTo>
                  <a:lnTo>
                    <a:pt x="82" y="292"/>
                  </a:lnTo>
                  <a:lnTo>
                    <a:pt x="67" y="264"/>
                  </a:lnTo>
                  <a:lnTo>
                    <a:pt x="53" y="231"/>
                  </a:lnTo>
                  <a:lnTo>
                    <a:pt x="41" y="197"/>
                  </a:lnTo>
                  <a:lnTo>
                    <a:pt x="31" y="162"/>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3965" name="Freeform 75"/>
            <p:cNvSpPr>
              <a:spLocks/>
            </p:cNvSpPr>
            <p:nvPr/>
          </p:nvSpPr>
          <p:spPr bwMode="auto">
            <a:xfrm>
              <a:off x="1516" y="2016"/>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5" y="8"/>
                  </a:lnTo>
                  <a:lnTo>
                    <a:pt x="171" y="19"/>
                  </a:lnTo>
                  <a:lnTo>
                    <a:pt x="149" y="34"/>
                  </a:lnTo>
                  <a:lnTo>
                    <a:pt x="127" y="51"/>
                  </a:lnTo>
                  <a:lnTo>
                    <a:pt x="107" y="74"/>
                  </a:lnTo>
                  <a:lnTo>
                    <a:pt x="89" y="98"/>
                  </a:lnTo>
                  <a:lnTo>
                    <a:pt x="72" y="125"/>
                  </a:lnTo>
                  <a:lnTo>
                    <a:pt x="55" y="156"/>
                  </a:lnTo>
                  <a:lnTo>
                    <a:pt x="41" y="189"/>
                  </a:lnTo>
                  <a:lnTo>
                    <a:pt x="30" y="223"/>
                  </a:lnTo>
                  <a:lnTo>
                    <a:pt x="19" y="261"/>
                  </a:lnTo>
                  <a:lnTo>
                    <a:pt x="11" y="299"/>
                  </a:lnTo>
                  <a:lnTo>
                    <a:pt x="5" y="339"/>
                  </a:lnTo>
                  <a:lnTo>
                    <a:pt x="1" y="382"/>
                  </a:lnTo>
                  <a:lnTo>
                    <a:pt x="0" y="424"/>
                  </a:lnTo>
                  <a:lnTo>
                    <a:pt x="12" y="424"/>
                  </a:lnTo>
                  <a:lnTo>
                    <a:pt x="13" y="382"/>
                  </a:lnTo>
                  <a:lnTo>
                    <a:pt x="17" y="341"/>
                  </a:lnTo>
                  <a:lnTo>
                    <a:pt x="23" y="301"/>
                  </a:lnTo>
                  <a:lnTo>
                    <a:pt x="31" y="264"/>
                  </a:lnTo>
                  <a:lnTo>
                    <a:pt x="41" y="227"/>
                  </a:lnTo>
                  <a:lnTo>
                    <a:pt x="53" y="193"/>
                  </a:lnTo>
                  <a:lnTo>
                    <a:pt x="67" y="160"/>
                  </a:lnTo>
                  <a:lnTo>
                    <a:pt x="81" y="132"/>
                  </a:lnTo>
                  <a:lnTo>
                    <a:pt x="99" y="105"/>
                  </a:lnTo>
                  <a:lnTo>
                    <a:pt x="116" y="81"/>
                  </a:lnTo>
                  <a:lnTo>
                    <a:pt x="136" y="61"/>
                  </a:lnTo>
                  <a:lnTo>
                    <a:pt x="156" y="43"/>
                  </a:lnTo>
                  <a:lnTo>
                    <a:pt x="178" y="30"/>
                  </a:lnTo>
                  <a:lnTo>
                    <a:pt x="199" y="20"/>
                  </a:lnTo>
                  <a:lnTo>
                    <a:pt x="222"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sp>
        <p:nvSpPr>
          <p:cNvPr id="123912" name="Rectangle 77"/>
          <p:cNvSpPr>
            <a:spLocks noChangeArrowheads="1"/>
          </p:cNvSpPr>
          <p:nvPr/>
        </p:nvSpPr>
        <p:spPr bwMode="auto">
          <a:xfrm>
            <a:off x="611188" y="0"/>
            <a:ext cx="6388100" cy="6477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3000"/>
              <a:t>Sem. 2 - Mercredi</a:t>
            </a:r>
          </a:p>
        </p:txBody>
      </p:sp>
      <p:sp>
        <p:nvSpPr>
          <p:cNvPr id="123913" name="Text Box 78"/>
          <p:cNvSpPr txBox="1">
            <a:spLocks noChangeArrowheads="1"/>
          </p:cNvSpPr>
          <p:nvPr/>
        </p:nvSpPr>
        <p:spPr bwMode="auto">
          <a:xfrm>
            <a:off x="566738" y="2697163"/>
            <a:ext cx="3217862"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2. Pas de commandes</a:t>
            </a:r>
          </a:p>
        </p:txBody>
      </p:sp>
      <p:sp>
        <p:nvSpPr>
          <p:cNvPr id="123914" name="Text Box 79"/>
          <p:cNvSpPr txBox="1">
            <a:spLocks noChangeArrowheads="1"/>
          </p:cNvSpPr>
          <p:nvPr/>
        </p:nvSpPr>
        <p:spPr bwMode="auto">
          <a:xfrm>
            <a:off x="566738" y="5211763"/>
            <a:ext cx="6543675" cy="4429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eaLnBrk="1" hangingPunct="1">
              <a:spcBef>
                <a:spcPct val="0"/>
              </a:spcBef>
              <a:buFontTx/>
              <a:buNone/>
            </a:pPr>
            <a:r>
              <a:rPr lang="fr-FR" altLang="fr-FR" sz="2300"/>
              <a:t>4. Pointez la production sur votre feuille de suivi</a:t>
            </a:r>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24930" name="Group 2"/>
          <p:cNvGrpSpPr>
            <a:grpSpLocks/>
          </p:cNvGrpSpPr>
          <p:nvPr/>
        </p:nvGrpSpPr>
        <p:grpSpPr bwMode="auto">
          <a:xfrm>
            <a:off x="7073900" y="215900"/>
            <a:ext cx="1878013" cy="1250950"/>
            <a:chOff x="4456" y="136"/>
            <a:chExt cx="1183" cy="788"/>
          </a:xfrm>
        </p:grpSpPr>
        <p:grpSp>
          <p:nvGrpSpPr>
            <p:cNvPr id="124990" name="Group 3"/>
            <p:cNvGrpSpPr>
              <a:grpSpLocks/>
            </p:cNvGrpSpPr>
            <p:nvPr/>
          </p:nvGrpSpPr>
          <p:grpSpPr bwMode="auto">
            <a:xfrm>
              <a:off x="4766" y="232"/>
              <a:ext cx="873" cy="692"/>
              <a:chOff x="2185" y="310"/>
              <a:chExt cx="873" cy="692"/>
            </a:xfrm>
          </p:grpSpPr>
          <p:sp>
            <p:nvSpPr>
              <p:cNvPr id="125001" name="Freeform 4"/>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accent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5002" name="Freeform 5"/>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5003" name="Freeform 6"/>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5004" name="Freeform 7"/>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5005" name="Freeform 8"/>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5006" name="Freeform 9"/>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5007" name="Freeform 10"/>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grpSp>
          <p:nvGrpSpPr>
            <p:cNvPr id="124991" name="Group 11"/>
            <p:cNvGrpSpPr>
              <a:grpSpLocks/>
            </p:cNvGrpSpPr>
            <p:nvPr/>
          </p:nvGrpSpPr>
          <p:grpSpPr bwMode="auto">
            <a:xfrm>
              <a:off x="4949" y="336"/>
              <a:ext cx="591" cy="468"/>
              <a:chOff x="2185" y="310"/>
              <a:chExt cx="873" cy="692"/>
            </a:xfrm>
          </p:grpSpPr>
          <p:sp>
            <p:nvSpPr>
              <p:cNvPr id="124994" name="Freeform 12"/>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4995" name="Freeform 13"/>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4996" name="Freeform 14"/>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4997" name="Freeform 15"/>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4998" name="Freeform 16"/>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4999" name="Freeform 17"/>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5000" name="Freeform 18"/>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pic>
          <p:nvPicPr>
            <p:cNvPr id="124992" name="Picture 19"/>
            <p:cNvPicPr>
              <a:picLocks noChangeAspect="1" noChangeArrowheads="1"/>
            </p:cNvPicPr>
            <p:nvPr/>
          </p:nvPicPr>
          <p:blipFill>
            <a:blip r:embed="rId3" cstate="print">
              <a:extLst>
                <a:ext uri="{28A0092B-C50C-407E-A947-70E740481C1C}">
                  <a14:useLocalDpi xmlns:a14="http://schemas.microsoft.com/office/drawing/2010/main" val="0"/>
                </a:ext>
              </a:extLst>
            </a:blip>
            <a:srcRect l="-4282" t="-4369" r="-5199" b="-12012"/>
            <a:stretch>
              <a:fillRect/>
            </a:stretch>
          </p:blipFill>
          <p:spPr bwMode="auto">
            <a:xfrm>
              <a:off x="4456" y="136"/>
              <a:ext cx="480" cy="5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24993" name="Text Box 20"/>
            <p:cNvSpPr txBox="1">
              <a:spLocks noChangeArrowheads="1"/>
            </p:cNvSpPr>
            <p:nvPr/>
          </p:nvSpPr>
          <p:spPr bwMode="auto">
            <a:xfrm>
              <a:off x="4946" y="314"/>
              <a:ext cx="596" cy="49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4500" b="1">
                  <a:solidFill>
                    <a:srgbClr val="FF0000"/>
                  </a:solidFill>
                  <a:latin typeface="Arial Black" pitchFamily="34" charset="0"/>
                </a:rPr>
                <a:t>23</a:t>
              </a:r>
              <a:endParaRPr lang="fr-FR" altLang="fr-FR" sz="3200">
                <a:solidFill>
                  <a:schemeClr val="tx1"/>
                </a:solidFill>
                <a:latin typeface="Arial Black" pitchFamily="34" charset="0"/>
              </a:endParaRPr>
            </a:p>
          </p:txBody>
        </p:sp>
      </p:grpSp>
      <p:sp>
        <p:nvSpPr>
          <p:cNvPr id="124932" name="Text Box 22"/>
          <p:cNvSpPr txBox="1">
            <a:spLocks noChangeArrowheads="1"/>
          </p:cNvSpPr>
          <p:nvPr/>
        </p:nvSpPr>
        <p:spPr bwMode="auto">
          <a:xfrm>
            <a:off x="566738" y="1363663"/>
            <a:ext cx="1946275"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1. Tirez le dé</a:t>
            </a:r>
          </a:p>
        </p:txBody>
      </p:sp>
      <p:sp>
        <p:nvSpPr>
          <p:cNvPr id="124933" name="Text Box 23"/>
          <p:cNvSpPr txBox="1">
            <a:spLocks noChangeArrowheads="1"/>
          </p:cNvSpPr>
          <p:nvPr/>
        </p:nvSpPr>
        <p:spPr bwMode="auto">
          <a:xfrm>
            <a:off x="566738" y="3935413"/>
            <a:ext cx="18796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3. Produisez</a:t>
            </a:r>
          </a:p>
        </p:txBody>
      </p:sp>
      <p:grpSp>
        <p:nvGrpSpPr>
          <p:cNvPr id="124934" name="Group 24"/>
          <p:cNvGrpSpPr>
            <a:grpSpLocks/>
          </p:cNvGrpSpPr>
          <p:nvPr/>
        </p:nvGrpSpPr>
        <p:grpSpPr bwMode="auto">
          <a:xfrm>
            <a:off x="2986088" y="1306513"/>
            <a:ext cx="446087" cy="534987"/>
            <a:chOff x="868" y="1439"/>
            <a:chExt cx="811" cy="972"/>
          </a:xfrm>
        </p:grpSpPr>
        <p:sp>
          <p:nvSpPr>
            <p:cNvPr id="124939" name="Freeform 25"/>
            <p:cNvSpPr>
              <a:spLocks/>
            </p:cNvSpPr>
            <p:nvPr/>
          </p:nvSpPr>
          <p:spPr bwMode="auto">
            <a:xfrm>
              <a:off x="1548" y="2014"/>
              <a:ext cx="123" cy="100"/>
            </a:xfrm>
            <a:custGeom>
              <a:avLst/>
              <a:gdLst>
                <a:gd name="T0" fmla="*/ 5 w 618"/>
                <a:gd name="T1" fmla="*/ 0 h 502"/>
                <a:gd name="T2" fmla="*/ 5 w 618"/>
                <a:gd name="T3" fmla="*/ 0 h 502"/>
                <a:gd name="T4" fmla="*/ 0 w 618"/>
                <a:gd name="T5" fmla="*/ 4 h 502"/>
                <a:gd name="T6" fmla="*/ 0 w 618"/>
                <a:gd name="T7" fmla="*/ 4 h 502"/>
                <a:gd name="T8" fmla="*/ 5 w 618"/>
                <a:gd name="T9" fmla="*/ 0 h 502"/>
                <a:gd name="T10" fmla="*/ 5 w 618"/>
                <a:gd name="T11" fmla="*/ 0 h 502"/>
                <a:gd name="T12" fmla="*/ 5 w 618"/>
                <a:gd name="T13" fmla="*/ 0 h 502"/>
                <a:gd name="T14" fmla="*/ 5 w 618"/>
                <a:gd name="T15" fmla="*/ 0 h 502"/>
                <a:gd name="T16" fmla="*/ 5 w 618"/>
                <a:gd name="T17" fmla="*/ 0 h 502"/>
                <a:gd name="T18" fmla="*/ 5 w 618"/>
                <a:gd name="T19" fmla="*/ 0 h 502"/>
                <a:gd name="T20" fmla="*/ 5 w 618"/>
                <a:gd name="T21" fmla="*/ 0 h 502"/>
                <a:gd name="T22" fmla="*/ 5 w 618"/>
                <a:gd name="T23" fmla="*/ 0 h 502"/>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618"/>
                <a:gd name="T37" fmla="*/ 0 h 502"/>
                <a:gd name="T38" fmla="*/ 618 w 618"/>
                <a:gd name="T39" fmla="*/ 502 h 502"/>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618" h="502">
                  <a:moveTo>
                    <a:pt x="611" y="0"/>
                  </a:moveTo>
                  <a:lnTo>
                    <a:pt x="606" y="2"/>
                  </a:lnTo>
                  <a:lnTo>
                    <a:pt x="0" y="490"/>
                  </a:lnTo>
                  <a:lnTo>
                    <a:pt x="10" y="502"/>
                  </a:lnTo>
                  <a:lnTo>
                    <a:pt x="616" y="14"/>
                  </a:lnTo>
                  <a:lnTo>
                    <a:pt x="611" y="16"/>
                  </a:lnTo>
                  <a:lnTo>
                    <a:pt x="616" y="14"/>
                  </a:lnTo>
                  <a:lnTo>
                    <a:pt x="618" y="9"/>
                  </a:lnTo>
                  <a:lnTo>
                    <a:pt x="617" y="3"/>
                  </a:lnTo>
                  <a:lnTo>
                    <a:pt x="612" y="1"/>
                  </a:lnTo>
                  <a:lnTo>
                    <a:pt x="606" y="2"/>
                  </a:lnTo>
                  <a:lnTo>
                    <a:pt x="611"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4940" name="Freeform 26"/>
            <p:cNvSpPr>
              <a:spLocks/>
            </p:cNvSpPr>
            <p:nvPr/>
          </p:nvSpPr>
          <p:spPr bwMode="auto">
            <a:xfrm>
              <a:off x="876" y="1852"/>
              <a:ext cx="82" cy="373"/>
            </a:xfrm>
            <a:custGeom>
              <a:avLst/>
              <a:gdLst>
                <a:gd name="T0" fmla="*/ 3 w 413"/>
                <a:gd name="T1" fmla="*/ 15 h 1865"/>
                <a:gd name="T2" fmla="*/ 3 w 413"/>
                <a:gd name="T3" fmla="*/ 15 h 1865"/>
                <a:gd name="T4" fmla="*/ 0 w 413"/>
                <a:gd name="T5" fmla="*/ 0 h 1865"/>
                <a:gd name="T6" fmla="*/ 0 w 413"/>
                <a:gd name="T7" fmla="*/ 0 h 1865"/>
                <a:gd name="T8" fmla="*/ 3 w 413"/>
                <a:gd name="T9" fmla="*/ 15 h 1865"/>
                <a:gd name="T10" fmla="*/ 3 w 413"/>
                <a:gd name="T11" fmla="*/ 15 h 1865"/>
                <a:gd name="T12" fmla="*/ 3 w 413"/>
                <a:gd name="T13" fmla="*/ 15 h 1865"/>
                <a:gd name="T14" fmla="*/ 3 w 413"/>
                <a:gd name="T15" fmla="*/ 15 h 1865"/>
                <a:gd name="T16" fmla="*/ 3 w 413"/>
                <a:gd name="T17" fmla="*/ 15 h 1865"/>
                <a:gd name="T18" fmla="*/ 3 w 413"/>
                <a:gd name="T19" fmla="*/ 15 h 1865"/>
                <a:gd name="T20" fmla="*/ 3 w 413"/>
                <a:gd name="T21" fmla="*/ 15 h 1865"/>
                <a:gd name="T22" fmla="*/ 3 w 413"/>
                <a:gd name="T23" fmla="*/ 15 h 186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413"/>
                <a:gd name="T37" fmla="*/ 0 h 1865"/>
                <a:gd name="T38" fmla="*/ 413 w 413"/>
                <a:gd name="T39" fmla="*/ 1865 h 1865"/>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413" h="1865">
                  <a:moveTo>
                    <a:pt x="400" y="1864"/>
                  </a:moveTo>
                  <a:lnTo>
                    <a:pt x="413" y="1856"/>
                  </a:lnTo>
                  <a:lnTo>
                    <a:pt x="17" y="0"/>
                  </a:lnTo>
                  <a:lnTo>
                    <a:pt x="0" y="2"/>
                  </a:lnTo>
                  <a:lnTo>
                    <a:pt x="396" y="1858"/>
                  </a:lnTo>
                  <a:lnTo>
                    <a:pt x="409" y="1850"/>
                  </a:lnTo>
                  <a:lnTo>
                    <a:pt x="396" y="1858"/>
                  </a:lnTo>
                  <a:lnTo>
                    <a:pt x="400" y="1864"/>
                  </a:lnTo>
                  <a:lnTo>
                    <a:pt x="406" y="1865"/>
                  </a:lnTo>
                  <a:lnTo>
                    <a:pt x="410" y="1862"/>
                  </a:lnTo>
                  <a:lnTo>
                    <a:pt x="413" y="1856"/>
                  </a:lnTo>
                  <a:lnTo>
                    <a:pt x="400" y="186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4941" name="Freeform 27"/>
            <p:cNvSpPr>
              <a:spLocks/>
            </p:cNvSpPr>
            <p:nvPr/>
          </p:nvSpPr>
          <p:spPr bwMode="auto">
            <a:xfrm>
              <a:off x="1282" y="1533"/>
              <a:ext cx="35" cy="161"/>
            </a:xfrm>
            <a:custGeom>
              <a:avLst/>
              <a:gdLst>
                <a:gd name="T0" fmla="*/ 1 w 175"/>
                <a:gd name="T1" fmla="*/ 6 h 807"/>
                <a:gd name="T2" fmla="*/ 1 w 175"/>
                <a:gd name="T3" fmla="*/ 6 h 807"/>
                <a:gd name="T4" fmla="*/ 1 w 175"/>
                <a:gd name="T5" fmla="*/ 6 h 807"/>
                <a:gd name="T6" fmla="*/ 1 w 175"/>
                <a:gd name="T7" fmla="*/ 5 h 807"/>
                <a:gd name="T8" fmla="*/ 1 w 175"/>
                <a:gd name="T9" fmla="*/ 5 h 807"/>
                <a:gd name="T10" fmla="*/ 1 w 175"/>
                <a:gd name="T11" fmla="*/ 5 h 807"/>
                <a:gd name="T12" fmla="*/ 1 w 175"/>
                <a:gd name="T13" fmla="*/ 4 h 807"/>
                <a:gd name="T14" fmla="*/ 1 w 175"/>
                <a:gd name="T15" fmla="*/ 4 h 807"/>
                <a:gd name="T16" fmla="*/ 1 w 175"/>
                <a:gd name="T17" fmla="*/ 3 h 807"/>
                <a:gd name="T18" fmla="*/ 1 w 175"/>
                <a:gd name="T19" fmla="*/ 3 h 807"/>
                <a:gd name="T20" fmla="*/ 1 w 175"/>
                <a:gd name="T21" fmla="*/ 3 h 807"/>
                <a:gd name="T22" fmla="*/ 1 w 175"/>
                <a:gd name="T23" fmla="*/ 2 h 807"/>
                <a:gd name="T24" fmla="*/ 1 w 175"/>
                <a:gd name="T25" fmla="*/ 2 h 807"/>
                <a:gd name="T26" fmla="*/ 1 w 175"/>
                <a:gd name="T27" fmla="*/ 2 h 807"/>
                <a:gd name="T28" fmla="*/ 1 w 175"/>
                <a:gd name="T29" fmla="*/ 1 h 807"/>
                <a:gd name="T30" fmla="*/ 1 w 175"/>
                <a:gd name="T31" fmla="*/ 1 h 807"/>
                <a:gd name="T32" fmla="*/ 1 w 175"/>
                <a:gd name="T33" fmla="*/ 1 h 807"/>
                <a:gd name="T34" fmla="*/ 1 w 175"/>
                <a:gd name="T35" fmla="*/ 0 h 807"/>
                <a:gd name="T36" fmla="*/ 1 w 175"/>
                <a:gd name="T37" fmla="*/ 0 h 807"/>
                <a:gd name="T38" fmla="*/ 1 w 175"/>
                <a:gd name="T39" fmla="*/ 0 h 807"/>
                <a:gd name="T40" fmla="*/ 0 w 175"/>
                <a:gd name="T41" fmla="*/ 1 h 807"/>
                <a:gd name="T42" fmla="*/ 0 w 175"/>
                <a:gd name="T43" fmla="*/ 1 h 807"/>
                <a:gd name="T44" fmla="*/ 0 w 175"/>
                <a:gd name="T45" fmla="*/ 1 h 807"/>
                <a:gd name="T46" fmla="*/ 0 w 175"/>
                <a:gd name="T47" fmla="*/ 2 h 807"/>
                <a:gd name="T48" fmla="*/ 0 w 175"/>
                <a:gd name="T49" fmla="*/ 2 h 807"/>
                <a:gd name="T50" fmla="*/ 0 w 175"/>
                <a:gd name="T51" fmla="*/ 3 h 807"/>
                <a:gd name="T52" fmla="*/ 0 w 175"/>
                <a:gd name="T53" fmla="*/ 3 h 807"/>
                <a:gd name="T54" fmla="*/ 0 w 175"/>
                <a:gd name="T55" fmla="*/ 3 h 807"/>
                <a:gd name="T56" fmla="*/ 0 w 175"/>
                <a:gd name="T57" fmla="*/ 4 h 807"/>
                <a:gd name="T58" fmla="*/ 0 w 175"/>
                <a:gd name="T59" fmla="*/ 4 h 807"/>
                <a:gd name="T60" fmla="*/ 0 w 175"/>
                <a:gd name="T61" fmla="*/ 5 h 807"/>
                <a:gd name="T62" fmla="*/ 0 w 175"/>
                <a:gd name="T63" fmla="*/ 5 h 807"/>
                <a:gd name="T64" fmla="*/ 0 w 175"/>
                <a:gd name="T65" fmla="*/ 5 h 807"/>
                <a:gd name="T66" fmla="*/ 1 w 175"/>
                <a:gd name="T67" fmla="*/ 6 h 807"/>
                <a:gd name="T68" fmla="*/ 1 w 175"/>
                <a:gd name="T69" fmla="*/ 6 h 807"/>
                <a:gd name="T70" fmla="*/ 1 w 175"/>
                <a:gd name="T71" fmla="*/ 6 h 807"/>
                <a:gd name="T72" fmla="*/ 1 w 175"/>
                <a:gd name="T73" fmla="*/ 6 h 807"/>
                <a:gd name="T74" fmla="*/ 1 w 175"/>
                <a:gd name="T75" fmla="*/ 6 h 807"/>
                <a:gd name="T76" fmla="*/ 1 w 175"/>
                <a:gd name="T77" fmla="*/ 6 h 807"/>
                <a:gd name="T78" fmla="*/ 1 w 175"/>
                <a:gd name="T79" fmla="*/ 6 h 807"/>
                <a:gd name="T80" fmla="*/ 1 w 175"/>
                <a:gd name="T81" fmla="*/ 6 h 807"/>
                <a:gd name="T82" fmla="*/ 1 w 175"/>
                <a:gd name="T83" fmla="*/ 6 h 807"/>
                <a:gd name="T84" fmla="*/ 1 w 175"/>
                <a:gd name="T85" fmla="*/ 6 h 807"/>
                <a:gd name="T86" fmla="*/ 1 w 175"/>
                <a:gd name="T87" fmla="*/ 6 h 807"/>
                <a:gd name="T88" fmla="*/ 1 w 175"/>
                <a:gd name="T89" fmla="*/ 6 h 807"/>
                <a:gd name="T90" fmla="*/ 1 w 175"/>
                <a:gd name="T91" fmla="*/ 6 h 80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175"/>
                <a:gd name="T139" fmla="*/ 0 h 807"/>
                <a:gd name="T140" fmla="*/ 175 w 175"/>
                <a:gd name="T141" fmla="*/ 807 h 80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175" h="807">
                  <a:moveTo>
                    <a:pt x="169" y="740"/>
                  </a:moveTo>
                  <a:lnTo>
                    <a:pt x="169" y="739"/>
                  </a:lnTo>
                  <a:lnTo>
                    <a:pt x="149" y="698"/>
                  </a:lnTo>
                  <a:lnTo>
                    <a:pt x="133" y="656"/>
                  </a:lnTo>
                  <a:lnTo>
                    <a:pt x="120" y="611"/>
                  </a:lnTo>
                  <a:lnTo>
                    <a:pt x="108" y="565"/>
                  </a:lnTo>
                  <a:lnTo>
                    <a:pt x="100" y="520"/>
                  </a:lnTo>
                  <a:lnTo>
                    <a:pt x="96" y="472"/>
                  </a:lnTo>
                  <a:lnTo>
                    <a:pt x="93" y="425"/>
                  </a:lnTo>
                  <a:lnTo>
                    <a:pt x="93" y="377"/>
                  </a:lnTo>
                  <a:lnTo>
                    <a:pt x="96" y="330"/>
                  </a:lnTo>
                  <a:lnTo>
                    <a:pt x="100" y="283"/>
                  </a:lnTo>
                  <a:lnTo>
                    <a:pt x="106" y="238"/>
                  </a:lnTo>
                  <a:lnTo>
                    <a:pt x="115" y="195"/>
                  </a:lnTo>
                  <a:lnTo>
                    <a:pt x="126" y="153"/>
                  </a:lnTo>
                  <a:lnTo>
                    <a:pt x="139" y="114"/>
                  </a:lnTo>
                  <a:lnTo>
                    <a:pt x="153" y="77"/>
                  </a:lnTo>
                  <a:lnTo>
                    <a:pt x="169" y="43"/>
                  </a:lnTo>
                  <a:lnTo>
                    <a:pt x="87" y="0"/>
                  </a:lnTo>
                  <a:lnTo>
                    <a:pt x="69" y="39"/>
                  </a:lnTo>
                  <a:lnTo>
                    <a:pt x="52" y="81"/>
                  </a:lnTo>
                  <a:lnTo>
                    <a:pt x="37" y="127"/>
                  </a:lnTo>
                  <a:lnTo>
                    <a:pt x="24" y="174"/>
                  </a:lnTo>
                  <a:lnTo>
                    <a:pt x="15" y="222"/>
                  </a:lnTo>
                  <a:lnTo>
                    <a:pt x="7" y="271"/>
                  </a:lnTo>
                  <a:lnTo>
                    <a:pt x="2" y="323"/>
                  </a:lnTo>
                  <a:lnTo>
                    <a:pt x="0" y="374"/>
                  </a:lnTo>
                  <a:lnTo>
                    <a:pt x="0" y="427"/>
                  </a:lnTo>
                  <a:lnTo>
                    <a:pt x="2" y="479"/>
                  </a:lnTo>
                  <a:lnTo>
                    <a:pt x="9" y="531"/>
                  </a:lnTo>
                  <a:lnTo>
                    <a:pt x="17" y="584"/>
                  </a:lnTo>
                  <a:lnTo>
                    <a:pt x="29" y="635"/>
                  </a:lnTo>
                  <a:lnTo>
                    <a:pt x="44" y="686"/>
                  </a:lnTo>
                  <a:lnTo>
                    <a:pt x="65" y="736"/>
                  </a:lnTo>
                  <a:lnTo>
                    <a:pt x="87" y="784"/>
                  </a:lnTo>
                  <a:lnTo>
                    <a:pt x="87" y="782"/>
                  </a:lnTo>
                  <a:lnTo>
                    <a:pt x="87" y="784"/>
                  </a:lnTo>
                  <a:lnTo>
                    <a:pt x="100" y="799"/>
                  </a:lnTo>
                  <a:lnTo>
                    <a:pt x="117" y="807"/>
                  </a:lnTo>
                  <a:lnTo>
                    <a:pt x="134" y="807"/>
                  </a:lnTo>
                  <a:lnTo>
                    <a:pt x="151" y="801"/>
                  </a:lnTo>
                  <a:lnTo>
                    <a:pt x="164" y="791"/>
                  </a:lnTo>
                  <a:lnTo>
                    <a:pt x="173" y="777"/>
                  </a:lnTo>
                  <a:lnTo>
                    <a:pt x="175" y="759"/>
                  </a:lnTo>
                  <a:lnTo>
                    <a:pt x="169" y="739"/>
                  </a:lnTo>
                  <a:lnTo>
                    <a:pt x="169" y="74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4942" name="Freeform 28"/>
            <p:cNvSpPr>
              <a:spLocks/>
            </p:cNvSpPr>
            <p:nvPr/>
          </p:nvSpPr>
          <p:spPr bwMode="auto">
            <a:xfrm>
              <a:off x="1299" y="1681"/>
              <a:ext cx="157" cy="281"/>
            </a:xfrm>
            <a:custGeom>
              <a:avLst/>
              <a:gdLst>
                <a:gd name="T0" fmla="*/ 6 w 787"/>
                <a:gd name="T1" fmla="*/ 11 h 1404"/>
                <a:gd name="T2" fmla="*/ 6 w 787"/>
                <a:gd name="T3" fmla="*/ 11 h 1404"/>
                <a:gd name="T4" fmla="*/ 1 w 787"/>
                <a:gd name="T5" fmla="*/ 0 h 1404"/>
                <a:gd name="T6" fmla="*/ 0 w 787"/>
                <a:gd name="T7" fmla="*/ 0 h 1404"/>
                <a:gd name="T8" fmla="*/ 6 w 787"/>
                <a:gd name="T9" fmla="*/ 11 h 1404"/>
                <a:gd name="T10" fmla="*/ 6 w 787"/>
                <a:gd name="T11" fmla="*/ 11 h 1404"/>
                <a:gd name="T12" fmla="*/ 6 w 787"/>
                <a:gd name="T13" fmla="*/ 11 h 1404"/>
                <a:gd name="T14" fmla="*/ 6 w 787"/>
                <a:gd name="T15" fmla="*/ 11 h 1404"/>
                <a:gd name="T16" fmla="*/ 6 w 787"/>
                <a:gd name="T17" fmla="*/ 11 h 1404"/>
                <a:gd name="T18" fmla="*/ 6 w 787"/>
                <a:gd name="T19" fmla="*/ 11 h 1404"/>
                <a:gd name="T20" fmla="*/ 6 w 787"/>
                <a:gd name="T21" fmla="*/ 11 h 1404"/>
                <a:gd name="T22" fmla="*/ 6 w 787"/>
                <a:gd name="T23" fmla="*/ 11 h 1404"/>
                <a:gd name="T24" fmla="*/ 6 w 787"/>
                <a:gd name="T25" fmla="*/ 11 h 1404"/>
                <a:gd name="T26" fmla="*/ 6 w 787"/>
                <a:gd name="T27" fmla="*/ 11 h 1404"/>
                <a:gd name="T28" fmla="*/ 6 w 787"/>
                <a:gd name="T29" fmla="*/ 11 h 1404"/>
                <a:gd name="T30" fmla="*/ 6 w 787"/>
                <a:gd name="T31" fmla="*/ 11 h 1404"/>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787"/>
                <a:gd name="T49" fmla="*/ 0 h 1404"/>
                <a:gd name="T50" fmla="*/ 787 w 787"/>
                <a:gd name="T51" fmla="*/ 1404 h 1404"/>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787" h="1404">
                  <a:moveTo>
                    <a:pt x="781" y="1334"/>
                  </a:moveTo>
                  <a:lnTo>
                    <a:pt x="781" y="1337"/>
                  </a:lnTo>
                  <a:lnTo>
                    <a:pt x="82" y="0"/>
                  </a:lnTo>
                  <a:lnTo>
                    <a:pt x="0" y="42"/>
                  </a:lnTo>
                  <a:lnTo>
                    <a:pt x="699" y="1379"/>
                  </a:lnTo>
                  <a:lnTo>
                    <a:pt x="699" y="1381"/>
                  </a:lnTo>
                  <a:lnTo>
                    <a:pt x="699" y="1379"/>
                  </a:lnTo>
                  <a:lnTo>
                    <a:pt x="712" y="1395"/>
                  </a:lnTo>
                  <a:lnTo>
                    <a:pt x="727" y="1402"/>
                  </a:lnTo>
                  <a:lnTo>
                    <a:pt x="744" y="1404"/>
                  </a:lnTo>
                  <a:lnTo>
                    <a:pt x="761" y="1398"/>
                  </a:lnTo>
                  <a:lnTo>
                    <a:pt x="775" y="1388"/>
                  </a:lnTo>
                  <a:lnTo>
                    <a:pt x="784" y="1373"/>
                  </a:lnTo>
                  <a:lnTo>
                    <a:pt x="787" y="1357"/>
                  </a:lnTo>
                  <a:lnTo>
                    <a:pt x="781" y="1337"/>
                  </a:lnTo>
                  <a:lnTo>
                    <a:pt x="781" y="13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4943" name="Freeform 29"/>
            <p:cNvSpPr>
              <a:spLocks/>
            </p:cNvSpPr>
            <p:nvPr/>
          </p:nvSpPr>
          <p:spPr bwMode="auto">
            <a:xfrm>
              <a:off x="1439" y="1948"/>
              <a:ext cx="125" cy="76"/>
            </a:xfrm>
            <a:custGeom>
              <a:avLst/>
              <a:gdLst>
                <a:gd name="T0" fmla="*/ 5 w 628"/>
                <a:gd name="T1" fmla="*/ 2 h 383"/>
                <a:gd name="T2" fmla="*/ 5 w 628"/>
                <a:gd name="T3" fmla="*/ 2 h 383"/>
                <a:gd name="T4" fmla="*/ 4 w 628"/>
                <a:gd name="T5" fmla="*/ 2 h 383"/>
                <a:gd name="T6" fmla="*/ 4 w 628"/>
                <a:gd name="T7" fmla="*/ 2 h 383"/>
                <a:gd name="T8" fmla="*/ 4 w 628"/>
                <a:gd name="T9" fmla="*/ 2 h 383"/>
                <a:gd name="T10" fmla="*/ 3 w 628"/>
                <a:gd name="T11" fmla="*/ 2 h 383"/>
                <a:gd name="T12" fmla="*/ 3 w 628"/>
                <a:gd name="T13" fmla="*/ 2 h 383"/>
                <a:gd name="T14" fmla="*/ 3 w 628"/>
                <a:gd name="T15" fmla="*/ 2 h 383"/>
                <a:gd name="T16" fmla="*/ 3 w 628"/>
                <a:gd name="T17" fmla="*/ 2 h 383"/>
                <a:gd name="T18" fmla="*/ 2 w 628"/>
                <a:gd name="T19" fmla="*/ 2 h 383"/>
                <a:gd name="T20" fmla="*/ 2 w 628"/>
                <a:gd name="T21" fmla="*/ 2 h 383"/>
                <a:gd name="T22" fmla="*/ 2 w 628"/>
                <a:gd name="T23" fmla="*/ 1 h 383"/>
                <a:gd name="T24" fmla="*/ 2 w 628"/>
                <a:gd name="T25" fmla="*/ 1 h 383"/>
                <a:gd name="T26" fmla="*/ 1 w 628"/>
                <a:gd name="T27" fmla="*/ 1 h 383"/>
                <a:gd name="T28" fmla="*/ 1 w 628"/>
                <a:gd name="T29" fmla="*/ 1 h 383"/>
                <a:gd name="T30" fmla="*/ 1 w 628"/>
                <a:gd name="T31" fmla="*/ 1 h 383"/>
                <a:gd name="T32" fmla="*/ 1 w 628"/>
                <a:gd name="T33" fmla="*/ 0 h 383"/>
                <a:gd name="T34" fmla="*/ 1 w 628"/>
                <a:gd name="T35" fmla="*/ 0 h 383"/>
                <a:gd name="T36" fmla="*/ 0 w 628"/>
                <a:gd name="T37" fmla="*/ 0 h 383"/>
                <a:gd name="T38" fmla="*/ 0 w 628"/>
                <a:gd name="T39" fmla="*/ 1 h 383"/>
                <a:gd name="T40" fmla="*/ 0 w 628"/>
                <a:gd name="T41" fmla="*/ 1 h 383"/>
                <a:gd name="T42" fmla="*/ 1 w 628"/>
                <a:gd name="T43" fmla="*/ 1 h 383"/>
                <a:gd name="T44" fmla="*/ 1 w 628"/>
                <a:gd name="T45" fmla="*/ 1 h 383"/>
                <a:gd name="T46" fmla="*/ 1 w 628"/>
                <a:gd name="T47" fmla="*/ 2 h 383"/>
                <a:gd name="T48" fmla="*/ 1 w 628"/>
                <a:gd name="T49" fmla="*/ 2 h 383"/>
                <a:gd name="T50" fmla="*/ 2 w 628"/>
                <a:gd name="T51" fmla="*/ 2 h 383"/>
                <a:gd name="T52" fmla="*/ 2 w 628"/>
                <a:gd name="T53" fmla="*/ 2 h 383"/>
                <a:gd name="T54" fmla="*/ 2 w 628"/>
                <a:gd name="T55" fmla="*/ 2 h 383"/>
                <a:gd name="T56" fmla="*/ 3 w 628"/>
                <a:gd name="T57" fmla="*/ 3 h 383"/>
                <a:gd name="T58" fmla="*/ 3 w 628"/>
                <a:gd name="T59" fmla="*/ 3 h 383"/>
                <a:gd name="T60" fmla="*/ 3 w 628"/>
                <a:gd name="T61" fmla="*/ 3 h 383"/>
                <a:gd name="T62" fmla="*/ 4 w 628"/>
                <a:gd name="T63" fmla="*/ 3 h 383"/>
                <a:gd name="T64" fmla="*/ 4 w 628"/>
                <a:gd name="T65" fmla="*/ 3 h 383"/>
                <a:gd name="T66" fmla="*/ 4 w 628"/>
                <a:gd name="T67" fmla="*/ 3 h 383"/>
                <a:gd name="T68" fmla="*/ 5 w 628"/>
                <a:gd name="T69" fmla="*/ 3 h 383"/>
                <a:gd name="T70" fmla="*/ 5 w 628"/>
                <a:gd name="T71" fmla="*/ 3 h 383"/>
                <a:gd name="T72" fmla="*/ 5 w 628"/>
                <a:gd name="T73" fmla="*/ 3 h 383"/>
                <a:gd name="T74" fmla="*/ 5 w 628"/>
                <a:gd name="T75" fmla="*/ 3 h 383"/>
                <a:gd name="T76" fmla="*/ 5 w 628"/>
                <a:gd name="T77" fmla="*/ 3 h 383"/>
                <a:gd name="T78" fmla="*/ 5 w 628"/>
                <a:gd name="T79" fmla="*/ 3 h 383"/>
                <a:gd name="T80" fmla="*/ 5 w 628"/>
                <a:gd name="T81" fmla="*/ 3 h 383"/>
                <a:gd name="T82" fmla="*/ 5 w 628"/>
                <a:gd name="T83" fmla="*/ 3 h 383"/>
                <a:gd name="T84" fmla="*/ 5 w 628"/>
                <a:gd name="T85" fmla="*/ 2 h 383"/>
                <a:gd name="T86" fmla="*/ 5 w 628"/>
                <a:gd name="T87" fmla="*/ 2 h 383"/>
                <a:gd name="T88" fmla="*/ 5 w 628"/>
                <a:gd name="T89" fmla="*/ 2 h 383"/>
                <a:gd name="T90" fmla="*/ 5 w 628"/>
                <a:gd name="T91" fmla="*/ 2 h 38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628"/>
                <a:gd name="T139" fmla="*/ 0 h 383"/>
                <a:gd name="T140" fmla="*/ 628 w 628"/>
                <a:gd name="T141" fmla="*/ 383 h 38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628" h="383">
                  <a:moveTo>
                    <a:pt x="581" y="289"/>
                  </a:moveTo>
                  <a:lnTo>
                    <a:pt x="582" y="289"/>
                  </a:lnTo>
                  <a:lnTo>
                    <a:pt x="541" y="287"/>
                  </a:lnTo>
                  <a:lnTo>
                    <a:pt x="500" y="283"/>
                  </a:lnTo>
                  <a:lnTo>
                    <a:pt x="462" y="276"/>
                  </a:lnTo>
                  <a:lnTo>
                    <a:pt x="424" y="268"/>
                  </a:lnTo>
                  <a:lnTo>
                    <a:pt x="389" y="255"/>
                  </a:lnTo>
                  <a:lnTo>
                    <a:pt x="352" y="242"/>
                  </a:lnTo>
                  <a:lnTo>
                    <a:pt x="320" y="227"/>
                  </a:lnTo>
                  <a:lnTo>
                    <a:pt x="287" y="209"/>
                  </a:lnTo>
                  <a:lnTo>
                    <a:pt x="255" y="189"/>
                  </a:lnTo>
                  <a:lnTo>
                    <a:pt x="226" y="168"/>
                  </a:lnTo>
                  <a:lnTo>
                    <a:pt x="198" y="145"/>
                  </a:lnTo>
                  <a:lnTo>
                    <a:pt x="172" y="119"/>
                  </a:lnTo>
                  <a:lnTo>
                    <a:pt x="146" y="92"/>
                  </a:lnTo>
                  <a:lnTo>
                    <a:pt x="122" y="64"/>
                  </a:lnTo>
                  <a:lnTo>
                    <a:pt x="100" y="33"/>
                  </a:lnTo>
                  <a:lnTo>
                    <a:pt x="82" y="0"/>
                  </a:lnTo>
                  <a:lnTo>
                    <a:pt x="0" y="47"/>
                  </a:lnTo>
                  <a:lnTo>
                    <a:pt x="23" y="85"/>
                  </a:lnTo>
                  <a:lnTo>
                    <a:pt x="49" y="120"/>
                  </a:lnTo>
                  <a:lnTo>
                    <a:pt x="76" y="153"/>
                  </a:lnTo>
                  <a:lnTo>
                    <a:pt x="104" y="185"/>
                  </a:lnTo>
                  <a:lnTo>
                    <a:pt x="137" y="215"/>
                  </a:lnTo>
                  <a:lnTo>
                    <a:pt x="170" y="241"/>
                  </a:lnTo>
                  <a:lnTo>
                    <a:pt x="204" y="267"/>
                  </a:lnTo>
                  <a:lnTo>
                    <a:pt x="240" y="289"/>
                  </a:lnTo>
                  <a:lnTo>
                    <a:pt x="277" y="309"/>
                  </a:lnTo>
                  <a:lnTo>
                    <a:pt x="317" y="329"/>
                  </a:lnTo>
                  <a:lnTo>
                    <a:pt x="358" y="344"/>
                  </a:lnTo>
                  <a:lnTo>
                    <a:pt x="400" y="357"/>
                  </a:lnTo>
                  <a:lnTo>
                    <a:pt x="444" y="367"/>
                  </a:lnTo>
                  <a:lnTo>
                    <a:pt x="488" y="374"/>
                  </a:lnTo>
                  <a:lnTo>
                    <a:pt x="534" y="380"/>
                  </a:lnTo>
                  <a:lnTo>
                    <a:pt x="580" y="383"/>
                  </a:lnTo>
                  <a:lnTo>
                    <a:pt x="581" y="383"/>
                  </a:lnTo>
                  <a:lnTo>
                    <a:pt x="580" y="383"/>
                  </a:lnTo>
                  <a:lnTo>
                    <a:pt x="600" y="379"/>
                  </a:lnTo>
                  <a:lnTo>
                    <a:pt x="615" y="369"/>
                  </a:lnTo>
                  <a:lnTo>
                    <a:pt x="624" y="353"/>
                  </a:lnTo>
                  <a:lnTo>
                    <a:pt x="628" y="337"/>
                  </a:lnTo>
                  <a:lnTo>
                    <a:pt x="625" y="319"/>
                  </a:lnTo>
                  <a:lnTo>
                    <a:pt x="617" y="304"/>
                  </a:lnTo>
                  <a:lnTo>
                    <a:pt x="602" y="294"/>
                  </a:lnTo>
                  <a:lnTo>
                    <a:pt x="582" y="289"/>
                  </a:lnTo>
                  <a:lnTo>
                    <a:pt x="581" y="28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4944" name="Freeform 30"/>
            <p:cNvSpPr>
              <a:spLocks/>
            </p:cNvSpPr>
            <p:nvPr/>
          </p:nvSpPr>
          <p:spPr bwMode="auto">
            <a:xfrm>
              <a:off x="1587" y="1880"/>
              <a:ext cx="85" cy="49"/>
            </a:xfrm>
            <a:custGeom>
              <a:avLst/>
              <a:gdLst>
                <a:gd name="T0" fmla="*/ 3 w 426"/>
                <a:gd name="T1" fmla="*/ 0 h 245"/>
                <a:gd name="T2" fmla="*/ 3 w 426"/>
                <a:gd name="T3" fmla="*/ 0 h 245"/>
                <a:gd name="T4" fmla="*/ 3 w 426"/>
                <a:gd name="T5" fmla="*/ 0 h 245"/>
                <a:gd name="T6" fmla="*/ 3 w 426"/>
                <a:gd name="T7" fmla="*/ 0 h 245"/>
                <a:gd name="T8" fmla="*/ 2 w 426"/>
                <a:gd name="T9" fmla="*/ 0 h 245"/>
                <a:gd name="T10" fmla="*/ 2 w 426"/>
                <a:gd name="T11" fmla="*/ 0 h 245"/>
                <a:gd name="T12" fmla="*/ 2 w 426"/>
                <a:gd name="T13" fmla="*/ 0 h 245"/>
                <a:gd name="T14" fmla="*/ 2 w 426"/>
                <a:gd name="T15" fmla="*/ 0 h 245"/>
                <a:gd name="T16" fmla="*/ 1 w 426"/>
                <a:gd name="T17" fmla="*/ 0 h 245"/>
                <a:gd name="T18" fmla="*/ 1 w 426"/>
                <a:gd name="T19" fmla="*/ 1 h 245"/>
                <a:gd name="T20" fmla="*/ 1 w 426"/>
                <a:gd name="T21" fmla="*/ 1 h 245"/>
                <a:gd name="T22" fmla="*/ 1 w 426"/>
                <a:gd name="T23" fmla="*/ 1 h 245"/>
                <a:gd name="T24" fmla="*/ 0 w 426"/>
                <a:gd name="T25" fmla="*/ 1 h 245"/>
                <a:gd name="T26" fmla="*/ 0 w 426"/>
                <a:gd name="T27" fmla="*/ 1 h 245"/>
                <a:gd name="T28" fmla="*/ 0 w 426"/>
                <a:gd name="T29" fmla="*/ 1 h 245"/>
                <a:gd name="T30" fmla="*/ 0 w 426"/>
                <a:gd name="T31" fmla="*/ 2 h 245"/>
                <a:gd name="T32" fmla="*/ 0 w 426"/>
                <a:gd name="T33" fmla="*/ 2 h 245"/>
                <a:gd name="T34" fmla="*/ 0 w 426"/>
                <a:gd name="T35" fmla="*/ 2 h 245"/>
                <a:gd name="T36" fmla="*/ 0 w 426"/>
                <a:gd name="T37" fmla="*/ 2 h 245"/>
                <a:gd name="T38" fmla="*/ 0 w 426"/>
                <a:gd name="T39" fmla="*/ 2 h 245"/>
                <a:gd name="T40" fmla="*/ 0 w 426"/>
                <a:gd name="T41" fmla="*/ 2 h 245"/>
                <a:gd name="T42" fmla="*/ 0 w 426"/>
                <a:gd name="T43" fmla="*/ 1 h 245"/>
                <a:gd name="T44" fmla="*/ 0 w 426"/>
                <a:gd name="T45" fmla="*/ 1 h 245"/>
                <a:gd name="T46" fmla="*/ 0 w 426"/>
                <a:gd name="T47" fmla="*/ 1 h 245"/>
                <a:gd name="T48" fmla="*/ 1 w 426"/>
                <a:gd name="T49" fmla="*/ 1 h 245"/>
                <a:gd name="T50" fmla="*/ 1 w 426"/>
                <a:gd name="T51" fmla="*/ 1 h 245"/>
                <a:gd name="T52" fmla="*/ 1 w 426"/>
                <a:gd name="T53" fmla="*/ 1 h 245"/>
                <a:gd name="T54" fmla="*/ 1 w 426"/>
                <a:gd name="T55" fmla="*/ 1 h 245"/>
                <a:gd name="T56" fmla="*/ 2 w 426"/>
                <a:gd name="T57" fmla="*/ 0 h 245"/>
                <a:gd name="T58" fmla="*/ 2 w 426"/>
                <a:gd name="T59" fmla="*/ 0 h 245"/>
                <a:gd name="T60" fmla="*/ 2 w 426"/>
                <a:gd name="T61" fmla="*/ 0 h 245"/>
                <a:gd name="T62" fmla="*/ 2 w 426"/>
                <a:gd name="T63" fmla="*/ 0 h 245"/>
                <a:gd name="T64" fmla="*/ 3 w 426"/>
                <a:gd name="T65" fmla="*/ 0 h 245"/>
                <a:gd name="T66" fmla="*/ 3 w 426"/>
                <a:gd name="T67" fmla="*/ 0 h 245"/>
                <a:gd name="T68" fmla="*/ 3 w 426"/>
                <a:gd name="T69" fmla="*/ 0 h 245"/>
                <a:gd name="T70" fmla="*/ 3 w 426"/>
                <a:gd name="T71" fmla="*/ 0 h 245"/>
                <a:gd name="T72" fmla="*/ 3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426" y="0"/>
                  </a:moveTo>
                  <a:lnTo>
                    <a:pt x="426" y="0"/>
                  </a:lnTo>
                  <a:lnTo>
                    <a:pt x="384" y="1"/>
                  </a:lnTo>
                  <a:lnTo>
                    <a:pt x="340" y="4"/>
                  </a:lnTo>
                  <a:lnTo>
                    <a:pt x="300" y="10"/>
                  </a:lnTo>
                  <a:lnTo>
                    <a:pt x="262" y="18"/>
                  </a:lnTo>
                  <a:lnTo>
                    <a:pt x="224" y="29"/>
                  </a:lnTo>
                  <a:lnTo>
                    <a:pt x="189" y="41"/>
                  </a:lnTo>
                  <a:lnTo>
                    <a:pt x="157" y="55"/>
                  </a:lnTo>
                  <a:lnTo>
                    <a:pt x="126" y="70"/>
                  </a:lnTo>
                  <a:lnTo>
                    <a:pt x="99" y="89"/>
                  </a:lnTo>
                  <a:lnTo>
                    <a:pt x="74" y="106"/>
                  </a:lnTo>
                  <a:lnTo>
                    <a:pt x="52" y="126"/>
                  </a:lnTo>
                  <a:lnTo>
                    <a:pt x="34" y="148"/>
                  </a:lnTo>
                  <a:lnTo>
                    <a:pt x="19" y="171"/>
                  </a:lnTo>
                  <a:lnTo>
                    <a:pt x="9" y="194"/>
                  </a:lnTo>
                  <a:lnTo>
                    <a:pt x="3" y="219"/>
                  </a:lnTo>
                  <a:lnTo>
                    <a:pt x="0" y="245"/>
                  </a:lnTo>
                  <a:lnTo>
                    <a:pt x="12" y="245"/>
                  </a:lnTo>
                  <a:lnTo>
                    <a:pt x="15" y="221"/>
                  </a:lnTo>
                  <a:lnTo>
                    <a:pt x="20" y="199"/>
                  </a:lnTo>
                  <a:lnTo>
                    <a:pt x="31" y="178"/>
                  </a:lnTo>
                  <a:lnTo>
                    <a:pt x="44" y="156"/>
                  </a:lnTo>
                  <a:lnTo>
                    <a:pt x="61" y="136"/>
                  </a:lnTo>
                  <a:lnTo>
                    <a:pt x="81" y="116"/>
                  </a:lnTo>
                  <a:lnTo>
                    <a:pt x="106" y="98"/>
                  </a:lnTo>
                  <a:lnTo>
                    <a:pt x="133" y="82"/>
                  </a:lnTo>
                  <a:lnTo>
                    <a:pt x="162" y="66"/>
                  </a:lnTo>
                  <a:lnTo>
                    <a:pt x="194" y="52"/>
                  </a:lnTo>
                  <a:lnTo>
                    <a:pt x="229" y="41"/>
                  </a:lnTo>
                  <a:lnTo>
                    <a:pt x="264" y="30"/>
                  </a:lnTo>
                  <a:lnTo>
                    <a:pt x="303" y="22"/>
                  </a:lnTo>
                  <a:lnTo>
                    <a:pt x="343" y="16"/>
                  </a:lnTo>
                  <a:lnTo>
                    <a:pt x="384" y="12"/>
                  </a:lnTo>
                  <a:lnTo>
                    <a:pt x="426" y="11"/>
                  </a:lnTo>
                  <a:lnTo>
                    <a:pt x="42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4945" name="Freeform 31"/>
            <p:cNvSpPr>
              <a:spLocks/>
            </p:cNvSpPr>
            <p:nvPr/>
          </p:nvSpPr>
          <p:spPr bwMode="auto">
            <a:xfrm>
              <a:off x="1587" y="1929"/>
              <a:ext cx="85" cy="49"/>
            </a:xfrm>
            <a:custGeom>
              <a:avLst/>
              <a:gdLst>
                <a:gd name="T0" fmla="*/ 0 w 426"/>
                <a:gd name="T1" fmla="*/ 0 h 245"/>
                <a:gd name="T2" fmla="*/ 0 w 426"/>
                <a:gd name="T3" fmla="*/ 0 h 245"/>
                <a:gd name="T4" fmla="*/ 0 w 426"/>
                <a:gd name="T5" fmla="*/ 0 h 245"/>
                <a:gd name="T6" fmla="*/ 0 w 426"/>
                <a:gd name="T7" fmla="*/ 0 h 245"/>
                <a:gd name="T8" fmla="*/ 0 w 426"/>
                <a:gd name="T9" fmla="*/ 1 h 245"/>
                <a:gd name="T10" fmla="*/ 0 w 426"/>
                <a:gd name="T11" fmla="*/ 1 h 245"/>
                <a:gd name="T12" fmla="*/ 0 w 426"/>
                <a:gd name="T13" fmla="*/ 1 h 245"/>
                <a:gd name="T14" fmla="*/ 1 w 426"/>
                <a:gd name="T15" fmla="*/ 1 h 245"/>
                <a:gd name="T16" fmla="*/ 1 w 426"/>
                <a:gd name="T17" fmla="*/ 1 h 245"/>
                <a:gd name="T18" fmla="*/ 1 w 426"/>
                <a:gd name="T19" fmla="*/ 1 h 245"/>
                <a:gd name="T20" fmla="*/ 1 w 426"/>
                <a:gd name="T21" fmla="*/ 2 h 245"/>
                <a:gd name="T22" fmla="*/ 2 w 426"/>
                <a:gd name="T23" fmla="*/ 2 h 245"/>
                <a:gd name="T24" fmla="*/ 2 w 426"/>
                <a:gd name="T25" fmla="*/ 2 h 245"/>
                <a:gd name="T26" fmla="*/ 2 w 426"/>
                <a:gd name="T27" fmla="*/ 2 h 245"/>
                <a:gd name="T28" fmla="*/ 2 w 426"/>
                <a:gd name="T29" fmla="*/ 2 h 245"/>
                <a:gd name="T30" fmla="*/ 3 w 426"/>
                <a:gd name="T31" fmla="*/ 2 h 245"/>
                <a:gd name="T32" fmla="*/ 3 w 426"/>
                <a:gd name="T33" fmla="*/ 2 h 245"/>
                <a:gd name="T34" fmla="*/ 3 w 426"/>
                <a:gd name="T35" fmla="*/ 2 h 245"/>
                <a:gd name="T36" fmla="*/ 3 w 426"/>
                <a:gd name="T37" fmla="*/ 2 h 245"/>
                <a:gd name="T38" fmla="*/ 3 w 426"/>
                <a:gd name="T39" fmla="*/ 2 h 245"/>
                <a:gd name="T40" fmla="*/ 3 w 426"/>
                <a:gd name="T41" fmla="*/ 2 h 245"/>
                <a:gd name="T42" fmla="*/ 2 w 426"/>
                <a:gd name="T43" fmla="*/ 2 h 245"/>
                <a:gd name="T44" fmla="*/ 2 w 426"/>
                <a:gd name="T45" fmla="*/ 2 h 245"/>
                <a:gd name="T46" fmla="*/ 2 w 426"/>
                <a:gd name="T47" fmla="*/ 2 h 245"/>
                <a:gd name="T48" fmla="*/ 2 w 426"/>
                <a:gd name="T49" fmla="*/ 2 h 245"/>
                <a:gd name="T50" fmla="*/ 1 w 426"/>
                <a:gd name="T51" fmla="*/ 1 h 245"/>
                <a:gd name="T52" fmla="*/ 1 w 426"/>
                <a:gd name="T53" fmla="*/ 1 h 245"/>
                <a:gd name="T54" fmla="*/ 1 w 426"/>
                <a:gd name="T55" fmla="*/ 1 h 245"/>
                <a:gd name="T56" fmla="*/ 1 w 426"/>
                <a:gd name="T57" fmla="*/ 1 h 245"/>
                <a:gd name="T58" fmla="*/ 0 w 426"/>
                <a:gd name="T59" fmla="*/ 1 h 245"/>
                <a:gd name="T60" fmla="*/ 0 w 426"/>
                <a:gd name="T61" fmla="*/ 1 h 245"/>
                <a:gd name="T62" fmla="*/ 0 w 426"/>
                <a:gd name="T63" fmla="*/ 1 h 245"/>
                <a:gd name="T64" fmla="*/ 0 w 426"/>
                <a:gd name="T65" fmla="*/ 0 h 245"/>
                <a:gd name="T66" fmla="*/ 0 w 426"/>
                <a:gd name="T67" fmla="*/ 0 h 245"/>
                <a:gd name="T68" fmla="*/ 0 w 426"/>
                <a:gd name="T69" fmla="*/ 0 h 245"/>
                <a:gd name="T70" fmla="*/ 0 w 426"/>
                <a:gd name="T71" fmla="*/ 0 h 245"/>
                <a:gd name="T72" fmla="*/ 0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0" y="0"/>
                  </a:moveTo>
                  <a:lnTo>
                    <a:pt x="0" y="0"/>
                  </a:lnTo>
                  <a:lnTo>
                    <a:pt x="3" y="25"/>
                  </a:lnTo>
                  <a:lnTo>
                    <a:pt x="9" y="50"/>
                  </a:lnTo>
                  <a:lnTo>
                    <a:pt x="19" y="73"/>
                  </a:lnTo>
                  <a:lnTo>
                    <a:pt x="34" y="96"/>
                  </a:lnTo>
                  <a:lnTo>
                    <a:pt x="52" y="118"/>
                  </a:lnTo>
                  <a:lnTo>
                    <a:pt x="74" y="138"/>
                  </a:lnTo>
                  <a:lnTo>
                    <a:pt x="99" y="156"/>
                  </a:lnTo>
                  <a:lnTo>
                    <a:pt x="126" y="174"/>
                  </a:lnTo>
                  <a:lnTo>
                    <a:pt x="157" y="190"/>
                  </a:lnTo>
                  <a:lnTo>
                    <a:pt x="189" y="204"/>
                  </a:lnTo>
                  <a:lnTo>
                    <a:pt x="224" y="215"/>
                  </a:lnTo>
                  <a:lnTo>
                    <a:pt x="262" y="226"/>
                  </a:lnTo>
                  <a:lnTo>
                    <a:pt x="300" y="234"/>
                  </a:lnTo>
                  <a:lnTo>
                    <a:pt x="340" y="240"/>
                  </a:lnTo>
                  <a:lnTo>
                    <a:pt x="384" y="244"/>
                  </a:lnTo>
                  <a:lnTo>
                    <a:pt x="426" y="245"/>
                  </a:lnTo>
                  <a:lnTo>
                    <a:pt x="426" y="233"/>
                  </a:lnTo>
                  <a:lnTo>
                    <a:pt x="384" y="232"/>
                  </a:lnTo>
                  <a:lnTo>
                    <a:pt x="343" y="228"/>
                  </a:lnTo>
                  <a:lnTo>
                    <a:pt x="303" y="222"/>
                  </a:lnTo>
                  <a:lnTo>
                    <a:pt x="264" y="214"/>
                  </a:lnTo>
                  <a:lnTo>
                    <a:pt x="229" y="204"/>
                  </a:lnTo>
                  <a:lnTo>
                    <a:pt x="194" y="192"/>
                  </a:lnTo>
                  <a:lnTo>
                    <a:pt x="162" y="178"/>
                  </a:lnTo>
                  <a:lnTo>
                    <a:pt x="133" y="163"/>
                  </a:lnTo>
                  <a:lnTo>
                    <a:pt x="106" y="146"/>
                  </a:lnTo>
                  <a:lnTo>
                    <a:pt x="81" y="129"/>
                  </a:lnTo>
                  <a:lnTo>
                    <a:pt x="61" y="109"/>
                  </a:lnTo>
                  <a:lnTo>
                    <a:pt x="44" y="89"/>
                  </a:lnTo>
                  <a:lnTo>
                    <a:pt x="31" y="66"/>
                  </a:lnTo>
                  <a:lnTo>
                    <a:pt x="20" y="45"/>
                  </a:lnTo>
                  <a:lnTo>
                    <a:pt x="15" y="2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4946" name="Freeform 32"/>
            <p:cNvSpPr>
              <a:spLocks/>
            </p:cNvSpPr>
            <p:nvPr/>
          </p:nvSpPr>
          <p:spPr bwMode="auto">
            <a:xfrm>
              <a:off x="878" y="1448"/>
              <a:ext cx="792" cy="954"/>
            </a:xfrm>
            <a:custGeom>
              <a:avLst/>
              <a:gdLst>
                <a:gd name="T0" fmla="*/ 13 w 3960"/>
                <a:gd name="T1" fmla="*/ 38 h 4768"/>
                <a:gd name="T2" fmla="*/ 14 w 3960"/>
                <a:gd name="T3" fmla="*/ 38 h 4768"/>
                <a:gd name="T4" fmla="*/ 15 w 3960"/>
                <a:gd name="T5" fmla="*/ 38 h 4768"/>
                <a:gd name="T6" fmla="*/ 15 w 3960"/>
                <a:gd name="T7" fmla="*/ 38 h 4768"/>
                <a:gd name="T8" fmla="*/ 16 w 3960"/>
                <a:gd name="T9" fmla="*/ 38 h 4768"/>
                <a:gd name="T10" fmla="*/ 17 w 3960"/>
                <a:gd name="T11" fmla="*/ 38 h 4768"/>
                <a:gd name="T12" fmla="*/ 17 w 3960"/>
                <a:gd name="T13" fmla="*/ 38 h 4768"/>
                <a:gd name="T14" fmla="*/ 18 w 3960"/>
                <a:gd name="T15" fmla="*/ 38 h 4768"/>
                <a:gd name="T16" fmla="*/ 18 w 3960"/>
                <a:gd name="T17" fmla="*/ 38 h 4768"/>
                <a:gd name="T18" fmla="*/ 29 w 3960"/>
                <a:gd name="T19" fmla="*/ 30 h 4768"/>
                <a:gd name="T20" fmla="*/ 30 w 3960"/>
                <a:gd name="T21" fmla="*/ 30 h 4768"/>
                <a:gd name="T22" fmla="*/ 30 w 3960"/>
                <a:gd name="T23" fmla="*/ 29 h 4768"/>
                <a:gd name="T24" fmla="*/ 31 w 3960"/>
                <a:gd name="T25" fmla="*/ 28 h 4768"/>
                <a:gd name="T26" fmla="*/ 31 w 3960"/>
                <a:gd name="T27" fmla="*/ 28 h 4768"/>
                <a:gd name="T28" fmla="*/ 31 w 3960"/>
                <a:gd name="T29" fmla="*/ 27 h 4768"/>
                <a:gd name="T30" fmla="*/ 32 w 3960"/>
                <a:gd name="T31" fmla="*/ 26 h 4768"/>
                <a:gd name="T32" fmla="*/ 32 w 3960"/>
                <a:gd name="T33" fmla="*/ 25 h 4768"/>
                <a:gd name="T34" fmla="*/ 32 w 3960"/>
                <a:gd name="T35" fmla="*/ 11 h 4768"/>
                <a:gd name="T36" fmla="*/ 32 w 3960"/>
                <a:gd name="T37" fmla="*/ 10 h 4768"/>
                <a:gd name="T38" fmla="*/ 31 w 3960"/>
                <a:gd name="T39" fmla="*/ 9 h 4768"/>
                <a:gd name="T40" fmla="*/ 31 w 3960"/>
                <a:gd name="T41" fmla="*/ 9 h 4768"/>
                <a:gd name="T42" fmla="*/ 31 w 3960"/>
                <a:gd name="T43" fmla="*/ 8 h 4768"/>
                <a:gd name="T44" fmla="*/ 31 w 3960"/>
                <a:gd name="T45" fmla="*/ 8 h 4768"/>
                <a:gd name="T46" fmla="*/ 30 w 3960"/>
                <a:gd name="T47" fmla="*/ 7 h 4768"/>
                <a:gd name="T48" fmla="*/ 30 w 3960"/>
                <a:gd name="T49" fmla="*/ 7 h 4768"/>
                <a:gd name="T50" fmla="*/ 29 w 3960"/>
                <a:gd name="T51" fmla="*/ 6 h 4768"/>
                <a:gd name="T52" fmla="*/ 19 w 3960"/>
                <a:gd name="T53" fmla="*/ 1 h 4768"/>
                <a:gd name="T54" fmla="*/ 18 w 3960"/>
                <a:gd name="T55" fmla="*/ 0 h 4768"/>
                <a:gd name="T56" fmla="*/ 17 w 3960"/>
                <a:gd name="T57" fmla="*/ 0 h 4768"/>
                <a:gd name="T58" fmla="*/ 17 w 3960"/>
                <a:gd name="T59" fmla="*/ 0 h 4768"/>
                <a:gd name="T60" fmla="*/ 16 w 3960"/>
                <a:gd name="T61" fmla="*/ 0 h 4768"/>
                <a:gd name="T62" fmla="*/ 15 w 3960"/>
                <a:gd name="T63" fmla="*/ 0 h 4768"/>
                <a:gd name="T64" fmla="*/ 14 w 3960"/>
                <a:gd name="T65" fmla="*/ 0 h 4768"/>
                <a:gd name="T66" fmla="*/ 14 w 3960"/>
                <a:gd name="T67" fmla="*/ 0 h 4768"/>
                <a:gd name="T68" fmla="*/ 2 w 3960"/>
                <a:gd name="T69" fmla="*/ 6 h 4768"/>
                <a:gd name="T70" fmla="*/ 2 w 3960"/>
                <a:gd name="T71" fmla="*/ 7 h 4768"/>
                <a:gd name="T72" fmla="*/ 1 w 3960"/>
                <a:gd name="T73" fmla="*/ 7 h 4768"/>
                <a:gd name="T74" fmla="*/ 1 w 3960"/>
                <a:gd name="T75" fmla="*/ 8 h 4768"/>
                <a:gd name="T76" fmla="*/ 1 w 3960"/>
                <a:gd name="T77" fmla="*/ 8 h 4768"/>
                <a:gd name="T78" fmla="*/ 0 w 3960"/>
                <a:gd name="T79" fmla="*/ 9 h 4768"/>
                <a:gd name="T80" fmla="*/ 0 w 3960"/>
                <a:gd name="T81" fmla="*/ 9 h 4768"/>
                <a:gd name="T82" fmla="*/ 0 w 3960"/>
                <a:gd name="T83" fmla="*/ 10 h 4768"/>
                <a:gd name="T84" fmla="*/ 0 w 3960"/>
                <a:gd name="T85" fmla="*/ 11 h 4768"/>
                <a:gd name="T86" fmla="*/ 0 w 3960"/>
                <a:gd name="T87" fmla="*/ 25 h 4768"/>
                <a:gd name="T88" fmla="*/ 0 w 3960"/>
                <a:gd name="T89" fmla="*/ 26 h 4768"/>
                <a:gd name="T90" fmla="*/ 0 w 3960"/>
                <a:gd name="T91" fmla="*/ 27 h 4768"/>
                <a:gd name="T92" fmla="*/ 1 w 3960"/>
                <a:gd name="T93" fmla="*/ 28 h 4768"/>
                <a:gd name="T94" fmla="*/ 1 w 3960"/>
                <a:gd name="T95" fmla="*/ 29 h 4768"/>
                <a:gd name="T96" fmla="*/ 1 w 3960"/>
                <a:gd name="T97" fmla="*/ 29 h 4768"/>
                <a:gd name="T98" fmla="*/ 2 w 3960"/>
                <a:gd name="T99" fmla="*/ 30 h 4768"/>
                <a:gd name="T100" fmla="*/ 3 w 3960"/>
                <a:gd name="T101" fmla="*/ 31 h 4768"/>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w 3960"/>
                <a:gd name="T154" fmla="*/ 0 h 4768"/>
                <a:gd name="T155" fmla="*/ 3960 w 3960"/>
                <a:gd name="T156" fmla="*/ 4768 h 4768"/>
              </a:gdLst>
              <a:ahLst/>
              <a:cxnLst>
                <a:cxn ang="T102">
                  <a:pos x="T0" y="T1"/>
                </a:cxn>
                <a:cxn ang="T103">
                  <a:pos x="T2" y="T3"/>
                </a:cxn>
                <a:cxn ang="T104">
                  <a:pos x="T4" y="T5"/>
                </a:cxn>
                <a:cxn ang="T105">
                  <a:pos x="T6" y="T7"/>
                </a:cxn>
                <a:cxn ang="T106">
                  <a:pos x="T8" y="T9"/>
                </a:cxn>
                <a:cxn ang="T107">
                  <a:pos x="T10" y="T11"/>
                </a:cxn>
                <a:cxn ang="T108">
                  <a:pos x="T12" y="T13"/>
                </a:cxn>
                <a:cxn ang="T109">
                  <a:pos x="T14" y="T15"/>
                </a:cxn>
                <a:cxn ang="T110">
                  <a:pos x="T16" y="T17"/>
                </a:cxn>
                <a:cxn ang="T111">
                  <a:pos x="T18" y="T19"/>
                </a:cxn>
                <a:cxn ang="T112">
                  <a:pos x="T20" y="T21"/>
                </a:cxn>
                <a:cxn ang="T113">
                  <a:pos x="T22" y="T23"/>
                </a:cxn>
                <a:cxn ang="T114">
                  <a:pos x="T24" y="T25"/>
                </a:cxn>
                <a:cxn ang="T115">
                  <a:pos x="T26" y="T27"/>
                </a:cxn>
                <a:cxn ang="T116">
                  <a:pos x="T28" y="T29"/>
                </a:cxn>
                <a:cxn ang="T117">
                  <a:pos x="T30" y="T31"/>
                </a:cxn>
                <a:cxn ang="T118">
                  <a:pos x="T32" y="T33"/>
                </a:cxn>
                <a:cxn ang="T119">
                  <a:pos x="T34" y="T35"/>
                </a:cxn>
                <a:cxn ang="T120">
                  <a:pos x="T36" y="T37"/>
                </a:cxn>
                <a:cxn ang="T121">
                  <a:pos x="T38" y="T39"/>
                </a:cxn>
                <a:cxn ang="T122">
                  <a:pos x="T40" y="T41"/>
                </a:cxn>
                <a:cxn ang="T123">
                  <a:pos x="T42" y="T43"/>
                </a:cxn>
                <a:cxn ang="T124">
                  <a:pos x="T44" y="T45"/>
                </a:cxn>
                <a:cxn ang="T125">
                  <a:pos x="T46" y="T47"/>
                </a:cxn>
                <a:cxn ang="T126">
                  <a:pos x="T48" y="T49"/>
                </a:cxn>
                <a:cxn ang="T127">
                  <a:pos x="T50" y="T51"/>
                </a:cxn>
                <a:cxn ang="T128">
                  <a:pos x="T52" y="T53"/>
                </a:cxn>
                <a:cxn ang="T129">
                  <a:pos x="T54" y="T55"/>
                </a:cxn>
                <a:cxn ang="T130">
                  <a:pos x="T56" y="T57"/>
                </a:cxn>
                <a:cxn ang="T131">
                  <a:pos x="T58" y="T59"/>
                </a:cxn>
                <a:cxn ang="T132">
                  <a:pos x="T60" y="T61"/>
                </a:cxn>
                <a:cxn ang="T133">
                  <a:pos x="T62" y="T63"/>
                </a:cxn>
                <a:cxn ang="T134">
                  <a:pos x="T64" y="T65"/>
                </a:cxn>
                <a:cxn ang="T135">
                  <a:pos x="T66" y="T67"/>
                </a:cxn>
                <a:cxn ang="T136">
                  <a:pos x="T68" y="T69"/>
                </a:cxn>
                <a:cxn ang="T137">
                  <a:pos x="T70" y="T71"/>
                </a:cxn>
                <a:cxn ang="T138">
                  <a:pos x="T72" y="T73"/>
                </a:cxn>
                <a:cxn ang="T139">
                  <a:pos x="T74" y="T75"/>
                </a:cxn>
                <a:cxn ang="T140">
                  <a:pos x="T76" y="T77"/>
                </a:cxn>
                <a:cxn ang="T141">
                  <a:pos x="T78" y="T79"/>
                </a:cxn>
                <a:cxn ang="T142">
                  <a:pos x="T80" y="T81"/>
                </a:cxn>
                <a:cxn ang="T143">
                  <a:pos x="T82" y="T83"/>
                </a:cxn>
                <a:cxn ang="T144">
                  <a:pos x="T84" y="T85"/>
                </a:cxn>
                <a:cxn ang="T145">
                  <a:pos x="T86" y="T87"/>
                </a:cxn>
                <a:cxn ang="T146">
                  <a:pos x="T88" y="T89"/>
                </a:cxn>
                <a:cxn ang="T147">
                  <a:pos x="T90" y="T91"/>
                </a:cxn>
                <a:cxn ang="T148">
                  <a:pos x="T92" y="T93"/>
                </a:cxn>
                <a:cxn ang="T149">
                  <a:pos x="T94" y="T95"/>
                </a:cxn>
                <a:cxn ang="T150">
                  <a:pos x="T96" y="T97"/>
                </a:cxn>
                <a:cxn ang="T151">
                  <a:pos x="T98" y="T99"/>
                </a:cxn>
                <a:cxn ang="T152">
                  <a:pos x="T100" y="T101"/>
                </a:cxn>
              </a:cxnLst>
              <a:rect l="T153" t="T154" r="T155" b="T156"/>
              <a:pathLst>
                <a:path w="3960" h="4768">
                  <a:moveTo>
                    <a:pt x="353" y="3849"/>
                  </a:moveTo>
                  <a:lnTo>
                    <a:pt x="1661" y="4700"/>
                  </a:lnTo>
                  <a:lnTo>
                    <a:pt x="1697" y="4717"/>
                  </a:lnTo>
                  <a:lnTo>
                    <a:pt x="1736" y="4731"/>
                  </a:lnTo>
                  <a:lnTo>
                    <a:pt x="1776" y="4742"/>
                  </a:lnTo>
                  <a:lnTo>
                    <a:pt x="1818" y="4753"/>
                  </a:lnTo>
                  <a:lnTo>
                    <a:pt x="1860" y="4760"/>
                  </a:lnTo>
                  <a:lnTo>
                    <a:pt x="1902" y="4765"/>
                  </a:lnTo>
                  <a:lnTo>
                    <a:pt x="1946" y="4768"/>
                  </a:lnTo>
                  <a:lnTo>
                    <a:pt x="1988" y="4768"/>
                  </a:lnTo>
                  <a:lnTo>
                    <a:pt x="2031" y="4767"/>
                  </a:lnTo>
                  <a:lnTo>
                    <a:pt x="2073" y="4763"/>
                  </a:lnTo>
                  <a:lnTo>
                    <a:pt x="2114" y="4758"/>
                  </a:lnTo>
                  <a:lnTo>
                    <a:pt x="2154" y="4751"/>
                  </a:lnTo>
                  <a:lnTo>
                    <a:pt x="2193" y="4740"/>
                  </a:lnTo>
                  <a:lnTo>
                    <a:pt x="2230" y="4729"/>
                  </a:lnTo>
                  <a:lnTo>
                    <a:pt x="2264" y="4715"/>
                  </a:lnTo>
                  <a:lnTo>
                    <a:pt x="2297" y="4700"/>
                  </a:lnTo>
                  <a:lnTo>
                    <a:pt x="3639" y="3825"/>
                  </a:lnTo>
                  <a:lnTo>
                    <a:pt x="3673" y="3795"/>
                  </a:lnTo>
                  <a:lnTo>
                    <a:pt x="3707" y="3761"/>
                  </a:lnTo>
                  <a:lnTo>
                    <a:pt x="3738" y="3725"/>
                  </a:lnTo>
                  <a:lnTo>
                    <a:pt x="3768" y="3685"/>
                  </a:lnTo>
                  <a:lnTo>
                    <a:pt x="3796" y="3644"/>
                  </a:lnTo>
                  <a:lnTo>
                    <a:pt x="3821" y="3599"/>
                  </a:lnTo>
                  <a:lnTo>
                    <a:pt x="3846" y="3553"/>
                  </a:lnTo>
                  <a:lnTo>
                    <a:pt x="3868" y="3505"/>
                  </a:lnTo>
                  <a:lnTo>
                    <a:pt x="3888" y="3456"/>
                  </a:lnTo>
                  <a:lnTo>
                    <a:pt x="3907" y="3406"/>
                  </a:lnTo>
                  <a:lnTo>
                    <a:pt x="3922" y="3354"/>
                  </a:lnTo>
                  <a:lnTo>
                    <a:pt x="3935" y="3303"/>
                  </a:lnTo>
                  <a:lnTo>
                    <a:pt x="3946" y="3250"/>
                  </a:lnTo>
                  <a:lnTo>
                    <a:pt x="3953" y="3197"/>
                  </a:lnTo>
                  <a:lnTo>
                    <a:pt x="3957" y="3144"/>
                  </a:lnTo>
                  <a:lnTo>
                    <a:pt x="3960" y="3092"/>
                  </a:lnTo>
                  <a:lnTo>
                    <a:pt x="3959" y="1313"/>
                  </a:lnTo>
                  <a:lnTo>
                    <a:pt x="3955" y="1271"/>
                  </a:lnTo>
                  <a:lnTo>
                    <a:pt x="3949" y="1229"/>
                  </a:lnTo>
                  <a:lnTo>
                    <a:pt x="3941" y="1189"/>
                  </a:lnTo>
                  <a:lnTo>
                    <a:pt x="3930" y="1149"/>
                  </a:lnTo>
                  <a:lnTo>
                    <a:pt x="3918" y="1111"/>
                  </a:lnTo>
                  <a:lnTo>
                    <a:pt x="3902" y="1075"/>
                  </a:lnTo>
                  <a:lnTo>
                    <a:pt x="3886" y="1040"/>
                  </a:lnTo>
                  <a:lnTo>
                    <a:pt x="3867" y="1006"/>
                  </a:lnTo>
                  <a:lnTo>
                    <a:pt x="3846" y="973"/>
                  </a:lnTo>
                  <a:lnTo>
                    <a:pt x="3823" y="942"/>
                  </a:lnTo>
                  <a:lnTo>
                    <a:pt x="3798" y="913"/>
                  </a:lnTo>
                  <a:lnTo>
                    <a:pt x="3771" y="886"/>
                  </a:lnTo>
                  <a:lnTo>
                    <a:pt x="3743" y="860"/>
                  </a:lnTo>
                  <a:lnTo>
                    <a:pt x="3714" y="837"/>
                  </a:lnTo>
                  <a:lnTo>
                    <a:pt x="3682" y="816"/>
                  </a:lnTo>
                  <a:lnTo>
                    <a:pt x="3649" y="796"/>
                  </a:lnTo>
                  <a:lnTo>
                    <a:pt x="2386" y="83"/>
                  </a:lnTo>
                  <a:lnTo>
                    <a:pt x="2350" y="65"/>
                  </a:lnTo>
                  <a:lnTo>
                    <a:pt x="2310" y="50"/>
                  </a:lnTo>
                  <a:lnTo>
                    <a:pt x="2268" y="36"/>
                  </a:lnTo>
                  <a:lnTo>
                    <a:pt x="2223" y="24"/>
                  </a:lnTo>
                  <a:lnTo>
                    <a:pt x="2178" y="15"/>
                  </a:lnTo>
                  <a:lnTo>
                    <a:pt x="2131" y="8"/>
                  </a:lnTo>
                  <a:lnTo>
                    <a:pt x="2082" y="3"/>
                  </a:lnTo>
                  <a:lnTo>
                    <a:pt x="2032" y="0"/>
                  </a:lnTo>
                  <a:lnTo>
                    <a:pt x="1982" y="1"/>
                  </a:lnTo>
                  <a:lnTo>
                    <a:pt x="1933" y="3"/>
                  </a:lnTo>
                  <a:lnTo>
                    <a:pt x="1882" y="9"/>
                  </a:lnTo>
                  <a:lnTo>
                    <a:pt x="1833" y="17"/>
                  </a:lnTo>
                  <a:lnTo>
                    <a:pt x="1785" y="29"/>
                  </a:lnTo>
                  <a:lnTo>
                    <a:pt x="1737" y="43"/>
                  </a:lnTo>
                  <a:lnTo>
                    <a:pt x="1691" y="62"/>
                  </a:lnTo>
                  <a:lnTo>
                    <a:pt x="1647" y="83"/>
                  </a:lnTo>
                  <a:lnTo>
                    <a:pt x="311" y="782"/>
                  </a:lnTo>
                  <a:lnTo>
                    <a:pt x="276" y="803"/>
                  </a:lnTo>
                  <a:lnTo>
                    <a:pt x="243" y="826"/>
                  </a:lnTo>
                  <a:lnTo>
                    <a:pt x="213" y="852"/>
                  </a:lnTo>
                  <a:lnTo>
                    <a:pt x="184" y="879"/>
                  </a:lnTo>
                  <a:lnTo>
                    <a:pt x="155" y="908"/>
                  </a:lnTo>
                  <a:lnTo>
                    <a:pt x="131" y="939"/>
                  </a:lnTo>
                  <a:lnTo>
                    <a:pt x="107" y="971"/>
                  </a:lnTo>
                  <a:lnTo>
                    <a:pt x="86" y="1005"/>
                  </a:lnTo>
                  <a:lnTo>
                    <a:pt x="68" y="1040"/>
                  </a:lnTo>
                  <a:lnTo>
                    <a:pt x="50" y="1076"/>
                  </a:lnTo>
                  <a:lnTo>
                    <a:pt x="36" y="1115"/>
                  </a:lnTo>
                  <a:lnTo>
                    <a:pt x="23" y="1153"/>
                  </a:lnTo>
                  <a:lnTo>
                    <a:pt x="14" y="1195"/>
                  </a:lnTo>
                  <a:lnTo>
                    <a:pt x="7" y="1236"/>
                  </a:lnTo>
                  <a:lnTo>
                    <a:pt x="2" y="1279"/>
                  </a:lnTo>
                  <a:lnTo>
                    <a:pt x="0" y="1322"/>
                  </a:lnTo>
                  <a:lnTo>
                    <a:pt x="0" y="3093"/>
                  </a:lnTo>
                  <a:lnTo>
                    <a:pt x="2" y="3147"/>
                  </a:lnTo>
                  <a:lnTo>
                    <a:pt x="7" y="3202"/>
                  </a:lnTo>
                  <a:lnTo>
                    <a:pt x="15" y="3257"/>
                  </a:lnTo>
                  <a:lnTo>
                    <a:pt x="27" y="3312"/>
                  </a:lnTo>
                  <a:lnTo>
                    <a:pt x="42" y="3366"/>
                  </a:lnTo>
                  <a:lnTo>
                    <a:pt x="59" y="3420"/>
                  </a:lnTo>
                  <a:lnTo>
                    <a:pt x="79" y="3474"/>
                  </a:lnTo>
                  <a:lnTo>
                    <a:pt x="102" y="3525"/>
                  </a:lnTo>
                  <a:lnTo>
                    <a:pt x="127" y="3576"/>
                  </a:lnTo>
                  <a:lnTo>
                    <a:pt x="154" y="3624"/>
                  </a:lnTo>
                  <a:lnTo>
                    <a:pt x="184" y="3670"/>
                  </a:lnTo>
                  <a:lnTo>
                    <a:pt x="214" y="3712"/>
                  </a:lnTo>
                  <a:lnTo>
                    <a:pt x="247" y="3752"/>
                  </a:lnTo>
                  <a:lnTo>
                    <a:pt x="281" y="3788"/>
                  </a:lnTo>
                  <a:lnTo>
                    <a:pt x="317" y="3821"/>
                  </a:lnTo>
                  <a:lnTo>
                    <a:pt x="353" y="384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4947" name="Freeform 33"/>
            <p:cNvSpPr>
              <a:spLocks/>
            </p:cNvSpPr>
            <p:nvPr/>
          </p:nvSpPr>
          <p:spPr bwMode="auto">
            <a:xfrm>
              <a:off x="943" y="2210"/>
              <a:ext cx="276" cy="187"/>
            </a:xfrm>
            <a:custGeom>
              <a:avLst/>
              <a:gdLst>
                <a:gd name="T0" fmla="*/ 11 w 1380"/>
                <a:gd name="T1" fmla="*/ 7 h 937"/>
                <a:gd name="T2" fmla="*/ 11 w 1380"/>
                <a:gd name="T3" fmla="*/ 7 h 937"/>
                <a:gd name="T4" fmla="*/ 0 w 1380"/>
                <a:gd name="T5" fmla="*/ 0 h 937"/>
                <a:gd name="T6" fmla="*/ 0 w 1380"/>
                <a:gd name="T7" fmla="*/ 1 h 937"/>
                <a:gd name="T8" fmla="*/ 10 w 1380"/>
                <a:gd name="T9" fmla="*/ 7 h 937"/>
                <a:gd name="T10" fmla="*/ 10 w 1380"/>
                <a:gd name="T11" fmla="*/ 7 h 937"/>
                <a:gd name="T12" fmla="*/ 10 w 1380"/>
                <a:gd name="T13" fmla="*/ 7 h 937"/>
                <a:gd name="T14" fmla="*/ 11 w 1380"/>
                <a:gd name="T15" fmla="*/ 7 h 937"/>
                <a:gd name="T16" fmla="*/ 11 w 1380"/>
                <a:gd name="T17" fmla="*/ 7 h 937"/>
                <a:gd name="T18" fmla="*/ 11 w 1380"/>
                <a:gd name="T19" fmla="*/ 7 h 937"/>
                <a:gd name="T20" fmla="*/ 11 w 1380"/>
                <a:gd name="T21" fmla="*/ 7 h 937"/>
                <a:gd name="T22" fmla="*/ 11 w 1380"/>
                <a:gd name="T23" fmla="*/ 7 h 937"/>
                <a:gd name="T24" fmla="*/ 11 w 1380"/>
                <a:gd name="T25" fmla="*/ 7 h 937"/>
                <a:gd name="T26" fmla="*/ 11 w 1380"/>
                <a:gd name="T27" fmla="*/ 7 h 937"/>
                <a:gd name="T28" fmla="*/ 11 w 1380"/>
                <a:gd name="T29" fmla="*/ 7 h 937"/>
                <a:gd name="T30" fmla="*/ 11 w 1380"/>
                <a:gd name="T31" fmla="*/ 7 h 93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80"/>
                <a:gd name="T49" fmla="*/ 0 h 937"/>
                <a:gd name="T50" fmla="*/ 1380 w 1380"/>
                <a:gd name="T51" fmla="*/ 937 h 93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80" h="937">
                  <a:moveTo>
                    <a:pt x="1354" y="848"/>
                  </a:moveTo>
                  <a:lnTo>
                    <a:pt x="1359" y="851"/>
                  </a:lnTo>
                  <a:lnTo>
                    <a:pt x="51" y="0"/>
                  </a:lnTo>
                  <a:lnTo>
                    <a:pt x="0" y="78"/>
                  </a:lnTo>
                  <a:lnTo>
                    <a:pt x="1307" y="929"/>
                  </a:lnTo>
                  <a:lnTo>
                    <a:pt x="1312" y="932"/>
                  </a:lnTo>
                  <a:lnTo>
                    <a:pt x="1307" y="929"/>
                  </a:lnTo>
                  <a:lnTo>
                    <a:pt x="1326" y="937"/>
                  </a:lnTo>
                  <a:lnTo>
                    <a:pt x="1345" y="936"/>
                  </a:lnTo>
                  <a:lnTo>
                    <a:pt x="1360" y="929"/>
                  </a:lnTo>
                  <a:lnTo>
                    <a:pt x="1372" y="916"/>
                  </a:lnTo>
                  <a:lnTo>
                    <a:pt x="1379" y="899"/>
                  </a:lnTo>
                  <a:lnTo>
                    <a:pt x="1380" y="883"/>
                  </a:lnTo>
                  <a:lnTo>
                    <a:pt x="1374" y="865"/>
                  </a:lnTo>
                  <a:lnTo>
                    <a:pt x="1359" y="851"/>
                  </a:lnTo>
                  <a:lnTo>
                    <a:pt x="1354" y="84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4948" name="Freeform 34"/>
            <p:cNvSpPr>
              <a:spLocks/>
            </p:cNvSpPr>
            <p:nvPr/>
          </p:nvSpPr>
          <p:spPr bwMode="auto">
            <a:xfrm>
              <a:off x="1206" y="2379"/>
              <a:ext cx="140" cy="32"/>
            </a:xfrm>
            <a:custGeom>
              <a:avLst/>
              <a:gdLst>
                <a:gd name="T0" fmla="*/ 5 w 703"/>
                <a:gd name="T1" fmla="*/ 0 h 162"/>
                <a:gd name="T2" fmla="*/ 5 w 703"/>
                <a:gd name="T3" fmla="*/ 0 h 162"/>
                <a:gd name="T4" fmla="*/ 5 w 703"/>
                <a:gd name="T5" fmla="*/ 0 h 162"/>
                <a:gd name="T6" fmla="*/ 5 w 703"/>
                <a:gd name="T7" fmla="*/ 0 h 162"/>
                <a:gd name="T8" fmla="*/ 4 w 703"/>
                <a:gd name="T9" fmla="*/ 0 h 162"/>
                <a:gd name="T10" fmla="*/ 4 w 703"/>
                <a:gd name="T11" fmla="*/ 0 h 162"/>
                <a:gd name="T12" fmla="*/ 4 w 703"/>
                <a:gd name="T13" fmla="*/ 0 h 162"/>
                <a:gd name="T14" fmla="*/ 3 w 703"/>
                <a:gd name="T15" fmla="*/ 1 h 162"/>
                <a:gd name="T16" fmla="*/ 3 w 703"/>
                <a:gd name="T17" fmla="*/ 1 h 162"/>
                <a:gd name="T18" fmla="*/ 3 w 703"/>
                <a:gd name="T19" fmla="*/ 1 h 162"/>
                <a:gd name="T20" fmla="*/ 2 w 703"/>
                <a:gd name="T21" fmla="*/ 1 h 162"/>
                <a:gd name="T22" fmla="*/ 2 w 703"/>
                <a:gd name="T23" fmla="*/ 1 h 162"/>
                <a:gd name="T24" fmla="*/ 2 w 703"/>
                <a:gd name="T25" fmla="*/ 0 h 162"/>
                <a:gd name="T26" fmla="*/ 1 w 703"/>
                <a:gd name="T27" fmla="*/ 0 h 162"/>
                <a:gd name="T28" fmla="*/ 1 w 703"/>
                <a:gd name="T29" fmla="*/ 0 h 162"/>
                <a:gd name="T30" fmla="*/ 1 w 703"/>
                <a:gd name="T31" fmla="*/ 0 h 162"/>
                <a:gd name="T32" fmla="*/ 1 w 703"/>
                <a:gd name="T33" fmla="*/ 0 h 162"/>
                <a:gd name="T34" fmla="*/ 0 w 703"/>
                <a:gd name="T35" fmla="*/ 0 h 162"/>
                <a:gd name="T36" fmla="*/ 0 w 703"/>
                <a:gd name="T37" fmla="*/ 1 h 162"/>
                <a:gd name="T38" fmla="*/ 0 w 703"/>
                <a:gd name="T39" fmla="*/ 1 h 162"/>
                <a:gd name="T40" fmla="*/ 1 w 703"/>
                <a:gd name="T41" fmla="*/ 1 h 162"/>
                <a:gd name="T42" fmla="*/ 1 w 703"/>
                <a:gd name="T43" fmla="*/ 1 h 162"/>
                <a:gd name="T44" fmla="*/ 1 w 703"/>
                <a:gd name="T45" fmla="*/ 1 h 162"/>
                <a:gd name="T46" fmla="*/ 2 w 703"/>
                <a:gd name="T47" fmla="*/ 1 h 162"/>
                <a:gd name="T48" fmla="*/ 2 w 703"/>
                <a:gd name="T49" fmla="*/ 1 h 162"/>
                <a:gd name="T50" fmla="*/ 2 w 703"/>
                <a:gd name="T51" fmla="*/ 1 h 162"/>
                <a:gd name="T52" fmla="*/ 3 w 703"/>
                <a:gd name="T53" fmla="*/ 1 h 162"/>
                <a:gd name="T54" fmla="*/ 3 w 703"/>
                <a:gd name="T55" fmla="*/ 1 h 162"/>
                <a:gd name="T56" fmla="*/ 3 w 703"/>
                <a:gd name="T57" fmla="*/ 1 h 162"/>
                <a:gd name="T58" fmla="*/ 4 w 703"/>
                <a:gd name="T59" fmla="*/ 1 h 162"/>
                <a:gd name="T60" fmla="*/ 4 w 703"/>
                <a:gd name="T61" fmla="*/ 1 h 162"/>
                <a:gd name="T62" fmla="*/ 5 w 703"/>
                <a:gd name="T63" fmla="*/ 1 h 162"/>
                <a:gd name="T64" fmla="*/ 5 w 703"/>
                <a:gd name="T65" fmla="*/ 1 h 162"/>
                <a:gd name="T66" fmla="*/ 5 w 703"/>
                <a:gd name="T67" fmla="*/ 1 h 162"/>
                <a:gd name="T68" fmla="*/ 5 w 703"/>
                <a:gd name="T69" fmla="*/ 1 h 162"/>
                <a:gd name="T70" fmla="*/ 5 w 703"/>
                <a:gd name="T71" fmla="*/ 1 h 162"/>
                <a:gd name="T72" fmla="*/ 5 w 703"/>
                <a:gd name="T73" fmla="*/ 1 h 162"/>
                <a:gd name="T74" fmla="*/ 5 w 703"/>
                <a:gd name="T75" fmla="*/ 1 h 162"/>
                <a:gd name="T76" fmla="*/ 6 w 703"/>
                <a:gd name="T77" fmla="*/ 0 h 162"/>
                <a:gd name="T78" fmla="*/ 6 w 703"/>
                <a:gd name="T79" fmla="*/ 0 h 162"/>
                <a:gd name="T80" fmla="*/ 6 w 703"/>
                <a:gd name="T81" fmla="*/ 0 h 162"/>
                <a:gd name="T82" fmla="*/ 5 w 703"/>
                <a:gd name="T83" fmla="*/ 0 h 162"/>
                <a:gd name="T84" fmla="*/ 5 w 703"/>
                <a:gd name="T85" fmla="*/ 0 h 162"/>
                <a:gd name="T86" fmla="*/ 5 w 703"/>
                <a:gd name="T87" fmla="*/ 0 h 162"/>
                <a:gd name="T88" fmla="*/ 5 w 703"/>
                <a:gd name="T89" fmla="*/ 0 h 162"/>
                <a:gd name="T90" fmla="*/ 5 w 703"/>
                <a:gd name="T91" fmla="*/ 0 h 162"/>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703"/>
                <a:gd name="T139" fmla="*/ 0 h 162"/>
                <a:gd name="T140" fmla="*/ 703 w 703"/>
                <a:gd name="T141" fmla="*/ 162 h 162"/>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703" h="162">
                  <a:moveTo>
                    <a:pt x="631" y="8"/>
                  </a:moveTo>
                  <a:lnTo>
                    <a:pt x="636" y="6"/>
                  </a:lnTo>
                  <a:lnTo>
                    <a:pt x="606" y="20"/>
                  </a:lnTo>
                  <a:lnTo>
                    <a:pt x="575" y="32"/>
                  </a:lnTo>
                  <a:lnTo>
                    <a:pt x="540" y="42"/>
                  </a:lnTo>
                  <a:lnTo>
                    <a:pt x="504" y="52"/>
                  </a:lnTo>
                  <a:lnTo>
                    <a:pt x="467" y="59"/>
                  </a:lnTo>
                  <a:lnTo>
                    <a:pt x="428" y="64"/>
                  </a:lnTo>
                  <a:lnTo>
                    <a:pt x="389" y="67"/>
                  </a:lnTo>
                  <a:lnTo>
                    <a:pt x="348" y="68"/>
                  </a:lnTo>
                  <a:lnTo>
                    <a:pt x="308" y="68"/>
                  </a:lnTo>
                  <a:lnTo>
                    <a:pt x="267" y="65"/>
                  </a:lnTo>
                  <a:lnTo>
                    <a:pt x="226" y="61"/>
                  </a:lnTo>
                  <a:lnTo>
                    <a:pt x="187" y="54"/>
                  </a:lnTo>
                  <a:lnTo>
                    <a:pt x="148" y="44"/>
                  </a:lnTo>
                  <a:lnTo>
                    <a:pt x="110" y="33"/>
                  </a:lnTo>
                  <a:lnTo>
                    <a:pt x="75" y="20"/>
                  </a:lnTo>
                  <a:lnTo>
                    <a:pt x="42" y="5"/>
                  </a:lnTo>
                  <a:lnTo>
                    <a:pt x="0" y="89"/>
                  </a:lnTo>
                  <a:lnTo>
                    <a:pt x="40" y="107"/>
                  </a:lnTo>
                  <a:lnTo>
                    <a:pt x="82" y="122"/>
                  </a:lnTo>
                  <a:lnTo>
                    <a:pt x="124" y="135"/>
                  </a:lnTo>
                  <a:lnTo>
                    <a:pt x="169" y="146"/>
                  </a:lnTo>
                  <a:lnTo>
                    <a:pt x="214" y="153"/>
                  </a:lnTo>
                  <a:lnTo>
                    <a:pt x="258" y="158"/>
                  </a:lnTo>
                  <a:lnTo>
                    <a:pt x="303" y="162"/>
                  </a:lnTo>
                  <a:lnTo>
                    <a:pt x="348" y="162"/>
                  </a:lnTo>
                  <a:lnTo>
                    <a:pt x="394" y="161"/>
                  </a:lnTo>
                  <a:lnTo>
                    <a:pt x="439" y="157"/>
                  </a:lnTo>
                  <a:lnTo>
                    <a:pt x="481" y="150"/>
                  </a:lnTo>
                  <a:lnTo>
                    <a:pt x="525" y="143"/>
                  </a:lnTo>
                  <a:lnTo>
                    <a:pt x="566" y="132"/>
                  </a:lnTo>
                  <a:lnTo>
                    <a:pt x="606" y="121"/>
                  </a:lnTo>
                  <a:lnTo>
                    <a:pt x="643" y="105"/>
                  </a:lnTo>
                  <a:lnTo>
                    <a:pt x="678" y="88"/>
                  </a:lnTo>
                  <a:lnTo>
                    <a:pt x="683" y="86"/>
                  </a:lnTo>
                  <a:lnTo>
                    <a:pt x="678" y="88"/>
                  </a:lnTo>
                  <a:lnTo>
                    <a:pt x="695" y="75"/>
                  </a:lnTo>
                  <a:lnTo>
                    <a:pt x="702" y="60"/>
                  </a:lnTo>
                  <a:lnTo>
                    <a:pt x="703" y="42"/>
                  </a:lnTo>
                  <a:lnTo>
                    <a:pt x="698" y="26"/>
                  </a:lnTo>
                  <a:lnTo>
                    <a:pt x="688" y="12"/>
                  </a:lnTo>
                  <a:lnTo>
                    <a:pt x="674" y="3"/>
                  </a:lnTo>
                  <a:lnTo>
                    <a:pt x="656" y="0"/>
                  </a:lnTo>
                  <a:lnTo>
                    <a:pt x="636" y="6"/>
                  </a:lnTo>
                  <a:lnTo>
                    <a:pt x="631"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4949" name="Freeform 35"/>
            <p:cNvSpPr>
              <a:spLocks/>
            </p:cNvSpPr>
            <p:nvPr/>
          </p:nvSpPr>
          <p:spPr bwMode="auto">
            <a:xfrm>
              <a:off x="1332" y="2204"/>
              <a:ext cx="283" cy="192"/>
            </a:xfrm>
            <a:custGeom>
              <a:avLst/>
              <a:gdLst>
                <a:gd name="T0" fmla="*/ 11 w 1415"/>
                <a:gd name="T1" fmla="*/ 0 h 960"/>
                <a:gd name="T2" fmla="*/ 11 w 1415"/>
                <a:gd name="T3" fmla="*/ 0 h 960"/>
                <a:gd name="T4" fmla="*/ 0 w 1415"/>
                <a:gd name="T5" fmla="*/ 7 h 960"/>
                <a:gd name="T6" fmla="*/ 0 w 1415"/>
                <a:gd name="T7" fmla="*/ 8 h 960"/>
                <a:gd name="T8" fmla="*/ 11 w 1415"/>
                <a:gd name="T9" fmla="*/ 1 h 960"/>
                <a:gd name="T10" fmla="*/ 11 w 1415"/>
                <a:gd name="T11" fmla="*/ 1 h 960"/>
                <a:gd name="T12" fmla="*/ 11 w 1415"/>
                <a:gd name="T13" fmla="*/ 1 h 960"/>
                <a:gd name="T14" fmla="*/ 11 w 1415"/>
                <a:gd name="T15" fmla="*/ 1 h 960"/>
                <a:gd name="T16" fmla="*/ 11 w 1415"/>
                <a:gd name="T17" fmla="*/ 0 h 960"/>
                <a:gd name="T18" fmla="*/ 11 w 1415"/>
                <a:gd name="T19" fmla="*/ 0 h 960"/>
                <a:gd name="T20" fmla="*/ 11 w 1415"/>
                <a:gd name="T21" fmla="*/ 0 h 960"/>
                <a:gd name="T22" fmla="*/ 11 w 1415"/>
                <a:gd name="T23" fmla="*/ 0 h 960"/>
                <a:gd name="T24" fmla="*/ 11 w 1415"/>
                <a:gd name="T25" fmla="*/ 0 h 960"/>
                <a:gd name="T26" fmla="*/ 11 w 1415"/>
                <a:gd name="T27" fmla="*/ 0 h 960"/>
                <a:gd name="T28" fmla="*/ 11 w 1415"/>
                <a:gd name="T29" fmla="*/ 0 h 960"/>
                <a:gd name="T30" fmla="*/ 11 w 1415"/>
                <a:gd name="T31" fmla="*/ 0 h 96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15"/>
                <a:gd name="T49" fmla="*/ 0 h 960"/>
                <a:gd name="T50" fmla="*/ 1415 w 1415"/>
                <a:gd name="T51" fmla="*/ 960 h 96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15" h="960">
                  <a:moveTo>
                    <a:pt x="1338" y="10"/>
                  </a:moveTo>
                  <a:lnTo>
                    <a:pt x="1342" y="8"/>
                  </a:lnTo>
                  <a:lnTo>
                    <a:pt x="0" y="882"/>
                  </a:lnTo>
                  <a:lnTo>
                    <a:pt x="52" y="960"/>
                  </a:lnTo>
                  <a:lnTo>
                    <a:pt x="1393" y="85"/>
                  </a:lnTo>
                  <a:lnTo>
                    <a:pt x="1397" y="83"/>
                  </a:lnTo>
                  <a:lnTo>
                    <a:pt x="1393" y="85"/>
                  </a:lnTo>
                  <a:lnTo>
                    <a:pt x="1409" y="71"/>
                  </a:lnTo>
                  <a:lnTo>
                    <a:pt x="1415" y="53"/>
                  </a:lnTo>
                  <a:lnTo>
                    <a:pt x="1413" y="37"/>
                  </a:lnTo>
                  <a:lnTo>
                    <a:pt x="1406" y="21"/>
                  </a:lnTo>
                  <a:lnTo>
                    <a:pt x="1395" y="8"/>
                  </a:lnTo>
                  <a:lnTo>
                    <a:pt x="1379" y="1"/>
                  </a:lnTo>
                  <a:lnTo>
                    <a:pt x="1361" y="0"/>
                  </a:lnTo>
                  <a:lnTo>
                    <a:pt x="1342" y="8"/>
                  </a:lnTo>
                  <a:lnTo>
                    <a:pt x="1338" y="1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4950" name="Freeform 36"/>
            <p:cNvSpPr>
              <a:spLocks/>
            </p:cNvSpPr>
            <p:nvPr/>
          </p:nvSpPr>
          <p:spPr bwMode="auto">
            <a:xfrm>
              <a:off x="1599" y="2057"/>
              <a:ext cx="80" cy="163"/>
            </a:xfrm>
            <a:custGeom>
              <a:avLst/>
              <a:gdLst>
                <a:gd name="T0" fmla="*/ 2 w 398"/>
                <a:gd name="T1" fmla="*/ 0 h 817"/>
                <a:gd name="T2" fmla="*/ 2 w 398"/>
                <a:gd name="T3" fmla="*/ 0 h 817"/>
                <a:gd name="T4" fmla="*/ 2 w 398"/>
                <a:gd name="T5" fmla="*/ 1 h 817"/>
                <a:gd name="T6" fmla="*/ 2 w 398"/>
                <a:gd name="T7" fmla="*/ 1 h 817"/>
                <a:gd name="T8" fmla="*/ 2 w 398"/>
                <a:gd name="T9" fmla="*/ 2 h 817"/>
                <a:gd name="T10" fmla="*/ 2 w 398"/>
                <a:gd name="T11" fmla="*/ 2 h 817"/>
                <a:gd name="T12" fmla="*/ 2 w 398"/>
                <a:gd name="T13" fmla="*/ 2 h 817"/>
                <a:gd name="T14" fmla="*/ 2 w 398"/>
                <a:gd name="T15" fmla="*/ 3 h 817"/>
                <a:gd name="T16" fmla="*/ 2 w 398"/>
                <a:gd name="T17" fmla="*/ 3 h 817"/>
                <a:gd name="T18" fmla="*/ 2 w 398"/>
                <a:gd name="T19" fmla="*/ 4 h 817"/>
                <a:gd name="T20" fmla="*/ 2 w 398"/>
                <a:gd name="T21" fmla="*/ 4 h 817"/>
                <a:gd name="T22" fmla="*/ 1 w 398"/>
                <a:gd name="T23" fmla="*/ 4 h 817"/>
                <a:gd name="T24" fmla="*/ 1 w 398"/>
                <a:gd name="T25" fmla="*/ 5 h 817"/>
                <a:gd name="T26" fmla="*/ 1 w 398"/>
                <a:gd name="T27" fmla="*/ 5 h 817"/>
                <a:gd name="T28" fmla="*/ 1 w 398"/>
                <a:gd name="T29" fmla="*/ 5 h 817"/>
                <a:gd name="T30" fmla="*/ 1 w 398"/>
                <a:gd name="T31" fmla="*/ 5 h 817"/>
                <a:gd name="T32" fmla="*/ 0 w 398"/>
                <a:gd name="T33" fmla="*/ 6 h 817"/>
                <a:gd name="T34" fmla="*/ 0 w 398"/>
                <a:gd name="T35" fmla="*/ 6 h 817"/>
                <a:gd name="T36" fmla="*/ 0 w 398"/>
                <a:gd name="T37" fmla="*/ 7 h 817"/>
                <a:gd name="T38" fmla="*/ 1 w 398"/>
                <a:gd name="T39" fmla="*/ 6 h 817"/>
                <a:gd name="T40" fmla="*/ 1 w 398"/>
                <a:gd name="T41" fmla="*/ 6 h 817"/>
                <a:gd name="T42" fmla="*/ 1 w 398"/>
                <a:gd name="T43" fmla="*/ 6 h 817"/>
                <a:gd name="T44" fmla="*/ 2 w 398"/>
                <a:gd name="T45" fmla="*/ 5 h 817"/>
                <a:gd name="T46" fmla="*/ 2 w 398"/>
                <a:gd name="T47" fmla="*/ 5 h 817"/>
                <a:gd name="T48" fmla="*/ 2 w 398"/>
                <a:gd name="T49" fmla="*/ 5 h 817"/>
                <a:gd name="T50" fmla="*/ 2 w 398"/>
                <a:gd name="T51" fmla="*/ 4 h 817"/>
                <a:gd name="T52" fmla="*/ 2 w 398"/>
                <a:gd name="T53" fmla="*/ 4 h 817"/>
                <a:gd name="T54" fmla="*/ 3 w 398"/>
                <a:gd name="T55" fmla="*/ 3 h 817"/>
                <a:gd name="T56" fmla="*/ 3 w 398"/>
                <a:gd name="T57" fmla="*/ 3 h 817"/>
                <a:gd name="T58" fmla="*/ 3 w 398"/>
                <a:gd name="T59" fmla="*/ 3 h 817"/>
                <a:gd name="T60" fmla="*/ 3 w 398"/>
                <a:gd name="T61" fmla="*/ 2 h 817"/>
                <a:gd name="T62" fmla="*/ 3 w 398"/>
                <a:gd name="T63" fmla="*/ 2 h 817"/>
                <a:gd name="T64" fmla="*/ 3 w 398"/>
                <a:gd name="T65" fmla="*/ 1 h 817"/>
                <a:gd name="T66" fmla="*/ 3 w 398"/>
                <a:gd name="T67" fmla="*/ 1 h 817"/>
                <a:gd name="T68" fmla="*/ 3 w 398"/>
                <a:gd name="T69" fmla="*/ 0 h 817"/>
                <a:gd name="T70" fmla="*/ 3 w 398"/>
                <a:gd name="T71" fmla="*/ 0 h 817"/>
                <a:gd name="T72" fmla="*/ 3 w 398"/>
                <a:gd name="T73" fmla="*/ 0 h 817"/>
                <a:gd name="T74" fmla="*/ 3 w 398"/>
                <a:gd name="T75" fmla="*/ 0 h 817"/>
                <a:gd name="T76" fmla="*/ 3 w 398"/>
                <a:gd name="T77" fmla="*/ 0 h 817"/>
                <a:gd name="T78" fmla="*/ 3 w 398"/>
                <a:gd name="T79" fmla="*/ 0 h 817"/>
                <a:gd name="T80" fmla="*/ 3 w 398"/>
                <a:gd name="T81" fmla="*/ 0 h 817"/>
                <a:gd name="T82" fmla="*/ 3 w 398"/>
                <a:gd name="T83" fmla="*/ 0 h 817"/>
                <a:gd name="T84" fmla="*/ 3 w 398"/>
                <a:gd name="T85" fmla="*/ 0 h 817"/>
                <a:gd name="T86" fmla="*/ 2 w 398"/>
                <a:gd name="T87" fmla="*/ 0 h 817"/>
                <a:gd name="T88" fmla="*/ 2 w 398"/>
                <a:gd name="T89" fmla="*/ 0 h 817"/>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398"/>
                <a:gd name="T136" fmla="*/ 0 h 817"/>
                <a:gd name="T137" fmla="*/ 398 w 398"/>
                <a:gd name="T138" fmla="*/ 817 h 817"/>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398" h="817">
                  <a:moveTo>
                    <a:pt x="304" y="47"/>
                  </a:moveTo>
                  <a:lnTo>
                    <a:pt x="304" y="47"/>
                  </a:lnTo>
                  <a:lnTo>
                    <a:pt x="301" y="97"/>
                  </a:lnTo>
                  <a:lnTo>
                    <a:pt x="297" y="147"/>
                  </a:lnTo>
                  <a:lnTo>
                    <a:pt x="291" y="198"/>
                  </a:lnTo>
                  <a:lnTo>
                    <a:pt x="280" y="247"/>
                  </a:lnTo>
                  <a:lnTo>
                    <a:pt x="268" y="297"/>
                  </a:lnTo>
                  <a:lnTo>
                    <a:pt x="253" y="347"/>
                  </a:lnTo>
                  <a:lnTo>
                    <a:pt x="236" y="395"/>
                  </a:lnTo>
                  <a:lnTo>
                    <a:pt x="217" y="442"/>
                  </a:lnTo>
                  <a:lnTo>
                    <a:pt x="195" y="487"/>
                  </a:lnTo>
                  <a:lnTo>
                    <a:pt x="171" y="532"/>
                  </a:lnTo>
                  <a:lnTo>
                    <a:pt x="147" y="574"/>
                  </a:lnTo>
                  <a:lnTo>
                    <a:pt x="121" y="613"/>
                  </a:lnTo>
                  <a:lnTo>
                    <a:pt x="93" y="650"/>
                  </a:lnTo>
                  <a:lnTo>
                    <a:pt x="64" y="684"/>
                  </a:lnTo>
                  <a:lnTo>
                    <a:pt x="32" y="716"/>
                  </a:lnTo>
                  <a:lnTo>
                    <a:pt x="0" y="744"/>
                  </a:lnTo>
                  <a:lnTo>
                    <a:pt x="59" y="817"/>
                  </a:lnTo>
                  <a:lnTo>
                    <a:pt x="95" y="784"/>
                  </a:lnTo>
                  <a:lnTo>
                    <a:pt x="132" y="748"/>
                  </a:lnTo>
                  <a:lnTo>
                    <a:pt x="166" y="709"/>
                  </a:lnTo>
                  <a:lnTo>
                    <a:pt x="196" y="667"/>
                  </a:lnTo>
                  <a:lnTo>
                    <a:pt x="227" y="623"/>
                  </a:lnTo>
                  <a:lnTo>
                    <a:pt x="253" y="576"/>
                  </a:lnTo>
                  <a:lnTo>
                    <a:pt x="279" y="530"/>
                  </a:lnTo>
                  <a:lnTo>
                    <a:pt x="301" y="479"/>
                  </a:lnTo>
                  <a:lnTo>
                    <a:pt x="323" y="428"/>
                  </a:lnTo>
                  <a:lnTo>
                    <a:pt x="342" y="375"/>
                  </a:lnTo>
                  <a:lnTo>
                    <a:pt x="359" y="321"/>
                  </a:lnTo>
                  <a:lnTo>
                    <a:pt x="372" y="268"/>
                  </a:lnTo>
                  <a:lnTo>
                    <a:pt x="382" y="212"/>
                  </a:lnTo>
                  <a:lnTo>
                    <a:pt x="391" y="157"/>
                  </a:lnTo>
                  <a:lnTo>
                    <a:pt x="395" y="102"/>
                  </a:lnTo>
                  <a:lnTo>
                    <a:pt x="398" y="47"/>
                  </a:lnTo>
                  <a:lnTo>
                    <a:pt x="394" y="27"/>
                  </a:lnTo>
                  <a:lnTo>
                    <a:pt x="383" y="11"/>
                  </a:lnTo>
                  <a:lnTo>
                    <a:pt x="368" y="3"/>
                  </a:lnTo>
                  <a:lnTo>
                    <a:pt x="351" y="0"/>
                  </a:lnTo>
                  <a:lnTo>
                    <a:pt x="333" y="3"/>
                  </a:lnTo>
                  <a:lnTo>
                    <a:pt x="319" y="11"/>
                  </a:lnTo>
                  <a:lnTo>
                    <a:pt x="307" y="27"/>
                  </a:lnTo>
                  <a:lnTo>
                    <a:pt x="304" y="4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4951" name="Freeform 37"/>
            <p:cNvSpPr>
              <a:spLocks/>
            </p:cNvSpPr>
            <p:nvPr/>
          </p:nvSpPr>
          <p:spPr bwMode="auto">
            <a:xfrm>
              <a:off x="1660" y="1701"/>
              <a:ext cx="19" cy="365"/>
            </a:xfrm>
            <a:custGeom>
              <a:avLst/>
              <a:gdLst>
                <a:gd name="T0" fmla="*/ 0 w 95"/>
                <a:gd name="T1" fmla="*/ 0 h 1826"/>
                <a:gd name="T2" fmla="*/ 0 w 95"/>
                <a:gd name="T3" fmla="*/ 0 h 1826"/>
                <a:gd name="T4" fmla="*/ 0 w 95"/>
                <a:gd name="T5" fmla="*/ 15 h 1826"/>
                <a:gd name="T6" fmla="*/ 1 w 95"/>
                <a:gd name="T7" fmla="*/ 15 h 1826"/>
                <a:gd name="T8" fmla="*/ 1 w 95"/>
                <a:gd name="T9" fmla="*/ 0 h 1826"/>
                <a:gd name="T10" fmla="*/ 1 w 95"/>
                <a:gd name="T11" fmla="*/ 0 h 1826"/>
                <a:gd name="T12" fmla="*/ 1 w 95"/>
                <a:gd name="T13" fmla="*/ 0 h 1826"/>
                <a:gd name="T14" fmla="*/ 1 w 95"/>
                <a:gd name="T15" fmla="*/ 0 h 1826"/>
                <a:gd name="T16" fmla="*/ 1 w 95"/>
                <a:gd name="T17" fmla="*/ 0 h 1826"/>
                <a:gd name="T18" fmla="*/ 1 w 95"/>
                <a:gd name="T19" fmla="*/ 0 h 1826"/>
                <a:gd name="T20" fmla="*/ 0 w 95"/>
                <a:gd name="T21" fmla="*/ 0 h 1826"/>
                <a:gd name="T22" fmla="*/ 0 w 95"/>
                <a:gd name="T23" fmla="*/ 0 h 1826"/>
                <a:gd name="T24" fmla="*/ 0 w 95"/>
                <a:gd name="T25" fmla="*/ 0 h 1826"/>
                <a:gd name="T26" fmla="*/ 0 w 95"/>
                <a:gd name="T27" fmla="*/ 0 h 1826"/>
                <a:gd name="T28" fmla="*/ 0 w 95"/>
                <a:gd name="T29" fmla="*/ 0 h 1826"/>
                <a:gd name="T30" fmla="*/ 0 w 95"/>
                <a:gd name="T31" fmla="*/ 0 h 182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95"/>
                <a:gd name="T49" fmla="*/ 0 h 1826"/>
                <a:gd name="T50" fmla="*/ 95 w 95"/>
                <a:gd name="T51" fmla="*/ 1826 h 182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95" h="1826">
                  <a:moveTo>
                    <a:pt x="0" y="49"/>
                  </a:moveTo>
                  <a:lnTo>
                    <a:pt x="0" y="47"/>
                  </a:lnTo>
                  <a:lnTo>
                    <a:pt x="1" y="1826"/>
                  </a:lnTo>
                  <a:lnTo>
                    <a:pt x="95" y="1826"/>
                  </a:lnTo>
                  <a:lnTo>
                    <a:pt x="93" y="47"/>
                  </a:lnTo>
                  <a:lnTo>
                    <a:pt x="93" y="45"/>
                  </a:lnTo>
                  <a:lnTo>
                    <a:pt x="93" y="47"/>
                  </a:lnTo>
                  <a:lnTo>
                    <a:pt x="90" y="27"/>
                  </a:lnTo>
                  <a:lnTo>
                    <a:pt x="79" y="12"/>
                  </a:lnTo>
                  <a:lnTo>
                    <a:pt x="64" y="4"/>
                  </a:lnTo>
                  <a:lnTo>
                    <a:pt x="47" y="0"/>
                  </a:lnTo>
                  <a:lnTo>
                    <a:pt x="29" y="4"/>
                  </a:lnTo>
                  <a:lnTo>
                    <a:pt x="15" y="12"/>
                  </a:lnTo>
                  <a:lnTo>
                    <a:pt x="3" y="27"/>
                  </a:lnTo>
                  <a:lnTo>
                    <a:pt x="0" y="47"/>
                  </a:lnTo>
                  <a:lnTo>
                    <a:pt x="0" y="4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4952" name="Freeform 38"/>
            <p:cNvSpPr>
              <a:spLocks/>
            </p:cNvSpPr>
            <p:nvPr/>
          </p:nvSpPr>
          <p:spPr bwMode="auto">
            <a:xfrm>
              <a:off x="1598" y="1598"/>
              <a:ext cx="81" cy="113"/>
            </a:xfrm>
            <a:custGeom>
              <a:avLst/>
              <a:gdLst>
                <a:gd name="T0" fmla="*/ 0 w 401"/>
                <a:gd name="T1" fmla="*/ 1 h 566"/>
                <a:gd name="T2" fmla="*/ 0 w 401"/>
                <a:gd name="T3" fmla="*/ 1 h 566"/>
                <a:gd name="T4" fmla="*/ 0 w 401"/>
                <a:gd name="T5" fmla="*/ 1 h 566"/>
                <a:gd name="T6" fmla="*/ 1 w 401"/>
                <a:gd name="T7" fmla="*/ 1 h 566"/>
                <a:gd name="T8" fmla="*/ 1 w 401"/>
                <a:gd name="T9" fmla="*/ 1 h 566"/>
                <a:gd name="T10" fmla="*/ 1 w 401"/>
                <a:gd name="T11" fmla="*/ 1 h 566"/>
                <a:gd name="T12" fmla="*/ 1 w 401"/>
                <a:gd name="T13" fmla="*/ 2 h 566"/>
                <a:gd name="T14" fmla="*/ 1 w 401"/>
                <a:gd name="T15" fmla="*/ 2 h 566"/>
                <a:gd name="T16" fmla="*/ 2 w 401"/>
                <a:gd name="T17" fmla="*/ 2 h 566"/>
                <a:gd name="T18" fmla="*/ 2 w 401"/>
                <a:gd name="T19" fmla="*/ 2 h 566"/>
                <a:gd name="T20" fmla="*/ 2 w 401"/>
                <a:gd name="T21" fmla="*/ 2 h 566"/>
                <a:gd name="T22" fmla="*/ 2 w 401"/>
                <a:gd name="T23" fmla="*/ 3 h 566"/>
                <a:gd name="T24" fmla="*/ 2 w 401"/>
                <a:gd name="T25" fmla="*/ 3 h 566"/>
                <a:gd name="T26" fmla="*/ 2 w 401"/>
                <a:gd name="T27" fmla="*/ 3 h 566"/>
                <a:gd name="T28" fmla="*/ 2 w 401"/>
                <a:gd name="T29" fmla="*/ 4 h 566"/>
                <a:gd name="T30" fmla="*/ 2 w 401"/>
                <a:gd name="T31" fmla="*/ 4 h 566"/>
                <a:gd name="T32" fmla="*/ 2 w 401"/>
                <a:gd name="T33" fmla="*/ 4 h 566"/>
                <a:gd name="T34" fmla="*/ 3 w 401"/>
                <a:gd name="T35" fmla="*/ 5 h 566"/>
                <a:gd name="T36" fmla="*/ 3 w 401"/>
                <a:gd name="T37" fmla="*/ 4 h 566"/>
                <a:gd name="T38" fmla="*/ 3 w 401"/>
                <a:gd name="T39" fmla="*/ 4 h 566"/>
                <a:gd name="T40" fmla="*/ 3 w 401"/>
                <a:gd name="T41" fmla="*/ 4 h 566"/>
                <a:gd name="T42" fmla="*/ 3 w 401"/>
                <a:gd name="T43" fmla="*/ 3 h 566"/>
                <a:gd name="T44" fmla="*/ 3 w 401"/>
                <a:gd name="T45" fmla="*/ 3 h 566"/>
                <a:gd name="T46" fmla="*/ 3 w 401"/>
                <a:gd name="T47" fmla="*/ 3 h 566"/>
                <a:gd name="T48" fmla="*/ 3 w 401"/>
                <a:gd name="T49" fmla="*/ 2 h 566"/>
                <a:gd name="T50" fmla="*/ 3 w 401"/>
                <a:gd name="T51" fmla="*/ 2 h 566"/>
                <a:gd name="T52" fmla="*/ 2 w 401"/>
                <a:gd name="T53" fmla="*/ 2 h 566"/>
                <a:gd name="T54" fmla="*/ 2 w 401"/>
                <a:gd name="T55" fmla="*/ 2 h 566"/>
                <a:gd name="T56" fmla="*/ 2 w 401"/>
                <a:gd name="T57" fmla="*/ 1 h 566"/>
                <a:gd name="T58" fmla="*/ 2 w 401"/>
                <a:gd name="T59" fmla="*/ 1 h 566"/>
                <a:gd name="T60" fmla="*/ 2 w 401"/>
                <a:gd name="T61" fmla="*/ 1 h 566"/>
                <a:gd name="T62" fmla="*/ 1 w 401"/>
                <a:gd name="T63" fmla="*/ 1 h 566"/>
                <a:gd name="T64" fmla="*/ 1 w 401"/>
                <a:gd name="T65" fmla="*/ 0 h 566"/>
                <a:gd name="T66" fmla="*/ 1 w 401"/>
                <a:gd name="T67" fmla="*/ 0 h 566"/>
                <a:gd name="T68" fmla="*/ 1 w 401"/>
                <a:gd name="T69" fmla="*/ 0 h 566"/>
                <a:gd name="T70" fmla="*/ 1 w 401"/>
                <a:gd name="T71" fmla="*/ 0 h 566"/>
                <a:gd name="T72" fmla="*/ 1 w 401"/>
                <a:gd name="T73" fmla="*/ 0 h 566"/>
                <a:gd name="T74" fmla="*/ 0 w 401"/>
                <a:gd name="T75" fmla="*/ 0 h 566"/>
                <a:gd name="T76" fmla="*/ 0 w 401"/>
                <a:gd name="T77" fmla="*/ 0 h 566"/>
                <a:gd name="T78" fmla="*/ 0 w 401"/>
                <a:gd name="T79" fmla="*/ 0 h 566"/>
                <a:gd name="T80" fmla="*/ 0 w 401"/>
                <a:gd name="T81" fmla="*/ 0 h 566"/>
                <a:gd name="T82" fmla="*/ 0 w 401"/>
                <a:gd name="T83" fmla="*/ 0 h 566"/>
                <a:gd name="T84" fmla="*/ 0 w 401"/>
                <a:gd name="T85" fmla="*/ 0 h 566"/>
                <a:gd name="T86" fmla="*/ 0 w 401"/>
                <a:gd name="T87" fmla="*/ 1 h 566"/>
                <a:gd name="T88" fmla="*/ 0 w 401"/>
                <a:gd name="T89" fmla="*/ 1 h 56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401"/>
                <a:gd name="T136" fmla="*/ 0 h 566"/>
                <a:gd name="T137" fmla="*/ 401 w 401"/>
                <a:gd name="T138" fmla="*/ 566 h 566"/>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401" h="566">
                  <a:moveTo>
                    <a:pt x="23" y="88"/>
                  </a:moveTo>
                  <a:lnTo>
                    <a:pt x="23" y="88"/>
                  </a:lnTo>
                  <a:lnTo>
                    <a:pt x="53" y="107"/>
                  </a:lnTo>
                  <a:lnTo>
                    <a:pt x="83" y="125"/>
                  </a:lnTo>
                  <a:lnTo>
                    <a:pt x="108" y="147"/>
                  </a:lnTo>
                  <a:lnTo>
                    <a:pt x="135" y="171"/>
                  </a:lnTo>
                  <a:lnTo>
                    <a:pt x="160" y="196"/>
                  </a:lnTo>
                  <a:lnTo>
                    <a:pt x="182" y="223"/>
                  </a:lnTo>
                  <a:lnTo>
                    <a:pt x="205" y="251"/>
                  </a:lnTo>
                  <a:lnTo>
                    <a:pt x="223" y="281"/>
                  </a:lnTo>
                  <a:lnTo>
                    <a:pt x="240" y="312"/>
                  </a:lnTo>
                  <a:lnTo>
                    <a:pt x="256" y="345"/>
                  </a:lnTo>
                  <a:lnTo>
                    <a:pt x="270" y="379"/>
                  </a:lnTo>
                  <a:lnTo>
                    <a:pt x="282" y="414"/>
                  </a:lnTo>
                  <a:lnTo>
                    <a:pt x="291" y="450"/>
                  </a:lnTo>
                  <a:lnTo>
                    <a:pt x="299" y="488"/>
                  </a:lnTo>
                  <a:lnTo>
                    <a:pt x="304" y="526"/>
                  </a:lnTo>
                  <a:lnTo>
                    <a:pt x="308" y="566"/>
                  </a:lnTo>
                  <a:lnTo>
                    <a:pt x="401" y="562"/>
                  </a:lnTo>
                  <a:lnTo>
                    <a:pt x="398" y="517"/>
                  </a:lnTo>
                  <a:lnTo>
                    <a:pt x="391" y="471"/>
                  </a:lnTo>
                  <a:lnTo>
                    <a:pt x="383" y="429"/>
                  </a:lnTo>
                  <a:lnTo>
                    <a:pt x="371" y="386"/>
                  </a:lnTo>
                  <a:lnTo>
                    <a:pt x="357" y="346"/>
                  </a:lnTo>
                  <a:lnTo>
                    <a:pt x="340" y="307"/>
                  </a:lnTo>
                  <a:lnTo>
                    <a:pt x="324" y="270"/>
                  </a:lnTo>
                  <a:lnTo>
                    <a:pt x="303" y="232"/>
                  </a:lnTo>
                  <a:lnTo>
                    <a:pt x="280" y="197"/>
                  </a:lnTo>
                  <a:lnTo>
                    <a:pt x="255" y="164"/>
                  </a:lnTo>
                  <a:lnTo>
                    <a:pt x="228" y="132"/>
                  </a:lnTo>
                  <a:lnTo>
                    <a:pt x="199" y="103"/>
                  </a:lnTo>
                  <a:lnTo>
                    <a:pt x="169" y="76"/>
                  </a:lnTo>
                  <a:lnTo>
                    <a:pt x="137" y="50"/>
                  </a:lnTo>
                  <a:lnTo>
                    <a:pt x="103" y="27"/>
                  </a:lnTo>
                  <a:lnTo>
                    <a:pt x="67" y="6"/>
                  </a:lnTo>
                  <a:lnTo>
                    <a:pt x="48" y="0"/>
                  </a:lnTo>
                  <a:lnTo>
                    <a:pt x="30" y="2"/>
                  </a:lnTo>
                  <a:lnTo>
                    <a:pt x="16" y="12"/>
                  </a:lnTo>
                  <a:lnTo>
                    <a:pt x="5" y="25"/>
                  </a:lnTo>
                  <a:lnTo>
                    <a:pt x="0" y="41"/>
                  </a:lnTo>
                  <a:lnTo>
                    <a:pt x="0" y="59"/>
                  </a:lnTo>
                  <a:lnTo>
                    <a:pt x="8" y="75"/>
                  </a:lnTo>
                  <a:lnTo>
                    <a:pt x="23"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4953" name="Freeform 39"/>
            <p:cNvSpPr>
              <a:spLocks/>
            </p:cNvSpPr>
            <p:nvPr/>
          </p:nvSpPr>
          <p:spPr bwMode="auto">
            <a:xfrm>
              <a:off x="1346" y="1455"/>
              <a:ext cx="266" cy="160"/>
            </a:xfrm>
            <a:custGeom>
              <a:avLst/>
              <a:gdLst>
                <a:gd name="T0" fmla="*/ 0 w 1330"/>
                <a:gd name="T1" fmla="*/ 1 h 801"/>
                <a:gd name="T2" fmla="*/ 0 w 1330"/>
                <a:gd name="T3" fmla="*/ 1 h 801"/>
                <a:gd name="T4" fmla="*/ 10 w 1330"/>
                <a:gd name="T5" fmla="*/ 6 h 801"/>
                <a:gd name="T6" fmla="*/ 11 w 1330"/>
                <a:gd name="T7" fmla="*/ 6 h 801"/>
                <a:gd name="T8" fmla="*/ 1 w 1330"/>
                <a:gd name="T9" fmla="*/ 0 h 801"/>
                <a:gd name="T10" fmla="*/ 1 w 1330"/>
                <a:gd name="T11" fmla="*/ 0 h 801"/>
                <a:gd name="T12" fmla="*/ 1 w 1330"/>
                <a:gd name="T13" fmla="*/ 0 h 801"/>
                <a:gd name="T14" fmla="*/ 0 w 1330"/>
                <a:gd name="T15" fmla="*/ 0 h 801"/>
                <a:gd name="T16" fmla="*/ 0 w 1330"/>
                <a:gd name="T17" fmla="*/ 0 h 801"/>
                <a:gd name="T18" fmla="*/ 0 w 1330"/>
                <a:gd name="T19" fmla="*/ 0 h 801"/>
                <a:gd name="T20" fmla="*/ 0 w 1330"/>
                <a:gd name="T21" fmla="*/ 0 h 801"/>
                <a:gd name="T22" fmla="*/ 0 w 1330"/>
                <a:gd name="T23" fmla="*/ 0 h 801"/>
                <a:gd name="T24" fmla="*/ 0 w 1330"/>
                <a:gd name="T25" fmla="*/ 0 h 801"/>
                <a:gd name="T26" fmla="*/ 0 w 1330"/>
                <a:gd name="T27" fmla="*/ 1 h 801"/>
                <a:gd name="T28" fmla="*/ 0 w 1330"/>
                <a:gd name="T29" fmla="*/ 1 h 801"/>
                <a:gd name="T30" fmla="*/ 0 w 1330"/>
                <a:gd name="T31" fmla="*/ 1 h 801"/>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30"/>
                <a:gd name="T49" fmla="*/ 0 h 801"/>
                <a:gd name="T50" fmla="*/ 1330 w 1330"/>
                <a:gd name="T51" fmla="*/ 801 h 801"/>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30" h="801">
                  <a:moveTo>
                    <a:pt x="24" y="88"/>
                  </a:moveTo>
                  <a:lnTo>
                    <a:pt x="23" y="88"/>
                  </a:lnTo>
                  <a:lnTo>
                    <a:pt x="1286" y="801"/>
                  </a:lnTo>
                  <a:lnTo>
                    <a:pt x="1330" y="719"/>
                  </a:lnTo>
                  <a:lnTo>
                    <a:pt x="67" y="6"/>
                  </a:lnTo>
                  <a:lnTo>
                    <a:pt x="66" y="6"/>
                  </a:lnTo>
                  <a:lnTo>
                    <a:pt x="67" y="6"/>
                  </a:lnTo>
                  <a:lnTo>
                    <a:pt x="48" y="0"/>
                  </a:lnTo>
                  <a:lnTo>
                    <a:pt x="30" y="2"/>
                  </a:lnTo>
                  <a:lnTo>
                    <a:pt x="16" y="12"/>
                  </a:lnTo>
                  <a:lnTo>
                    <a:pt x="5" y="25"/>
                  </a:lnTo>
                  <a:lnTo>
                    <a:pt x="0" y="41"/>
                  </a:lnTo>
                  <a:lnTo>
                    <a:pt x="0" y="59"/>
                  </a:lnTo>
                  <a:lnTo>
                    <a:pt x="8" y="75"/>
                  </a:lnTo>
                  <a:lnTo>
                    <a:pt x="23" y="88"/>
                  </a:lnTo>
                  <a:lnTo>
                    <a:pt x="24"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4954" name="Freeform 40"/>
            <p:cNvSpPr>
              <a:spLocks/>
            </p:cNvSpPr>
            <p:nvPr/>
          </p:nvSpPr>
          <p:spPr bwMode="auto">
            <a:xfrm>
              <a:off x="1198" y="1439"/>
              <a:ext cx="161" cy="35"/>
            </a:xfrm>
            <a:custGeom>
              <a:avLst/>
              <a:gdLst>
                <a:gd name="T0" fmla="*/ 1 w 806"/>
                <a:gd name="T1" fmla="*/ 1 h 177"/>
                <a:gd name="T2" fmla="*/ 1 w 806"/>
                <a:gd name="T3" fmla="*/ 1 h 177"/>
                <a:gd name="T4" fmla="*/ 1 w 806"/>
                <a:gd name="T5" fmla="*/ 1 h 177"/>
                <a:gd name="T6" fmla="*/ 1 w 806"/>
                <a:gd name="T7" fmla="*/ 1 h 177"/>
                <a:gd name="T8" fmla="*/ 2 w 806"/>
                <a:gd name="T9" fmla="*/ 1 h 177"/>
                <a:gd name="T10" fmla="*/ 2 w 806"/>
                <a:gd name="T11" fmla="*/ 1 h 177"/>
                <a:gd name="T12" fmla="*/ 2 w 806"/>
                <a:gd name="T13" fmla="*/ 1 h 177"/>
                <a:gd name="T14" fmla="*/ 3 w 806"/>
                <a:gd name="T15" fmla="*/ 1 h 177"/>
                <a:gd name="T16" fmla="*/ 3 w 806"/>
                <a:gd name="T17" fmla="*/ 1 h 177"/>
                <a:gd name="T18" fmla="*/ 3 w 806"/>
                <a:gd name="T19" fmla="*/ 1 h 177"/>
                <a:gd name="T20" fmla="*/ 4 w 806"/>
                <a:gd name="T21" fmla="*/ 1 h 177"/>
                <a:gd name="T22" fmla="*/ 4 w 806"/>
                <a:gd name="T23" fmla="*/ 1 h 177"/>
                <a:gd name="T24" fmla="*/ 5 w 806"/>
                <a:gd name="T25" fmla="*/ 1 h 177"/>
                <a:gd name="T26" fmla="*/ 5 w 806"/>
                <a:gd name="T27" fmla="*/ 1 h 177"/>
                <a:gd name="T28" fmla="*/ 5 w 806"/>
                <a:gd name="T29" fmla="*/ 1 h 177"/>
                <a:gd name="T30" fmla="*/ 6 w 806"/>
                <a:gd name="T31" fmla="*/ 1 h 177"/>
                <a:gd name="T32" fmla="*/ 6 w 806"/>
                <a:gd name="T33" fmla="*/ 1 h 177"/>
                <a:gd name="T34" fmla="*/ 6 w 806"/>
                <a:gd name="T35" fmla="*/ 1 h 177"/>
                <a:gd name="T36" fmla="*/ 6 w 806"/>
                <a:gd name="T37" fmla="*/ 1 h 177"/>
                <a:gd name="T38" fmla="*/ 6 w 806"/>
                <a:gd name="T39" fmla="*/ 1 h 177"/>
                <a:gd name="T40" fmla="*/ 6 w 806"/>
                <a:gd name="T41" fmla="*/ 0 h 177"/>
                <a:gd name="T42" fmla="*/ 5 w 806"/>
                <a:gd name="T43" fmla="*/ 0 h 177"/>
                <a:gd name="T44" fmla="*/ 5 w 806"/>
                <a:gd name="T45" fmla="*/ 0 h 177"/>
                <a:gd name="T46" fmla="*/ 5 w 806"/>
                <a:gd name="T47" fmla="*/ 0 h 177"/>
                <a:gd name="T48" fmla="*/ 4 w 806"/>
                <a:gd name="T49" fmla="*/ 0 h 177"/>
                <a:gd name="T50" fmla="*/ 4 w 806"/>
                <a:gd name="T51" fmla="*/ 0 h 177"/>
                <a:gd name="T52" fmla="*/ 3 w 806"/>
                <a:gd name="T53" fmla="*/ 0 h 177"/>
                <a:gd name="T54" fmla="*/ 3 w 806"/>
                <a:gd name="T55" fmla="*/ 0 h 177"/>
                <a:gd name="T56" fmla="*/ 3 w 806"/>
                <a:gd name="T57" fmla="*/ 0 h 177"/>
                <a:gd name="T58" fmla="*/ 2 w 806"/>
                <a:gd name="T59" fmla="*/ 0 h 177"/>
                <a:gd name="T60" fmla="*/ 2 w 806"/>
                <a:gd name="T61" fmla="*/ 0 h 177"/>
                <a:gd name="T62" fmla="*/ 1 w 806"/>
                <a:gd name="T63" fmla="*/ 0 h 177"/>
                <a:gd name="T64" fmla="*/ 1 w 806"/>
                <a:gd name="T65" fmla="*/ 0 h 177"/>
                <a:gd name="T66" fmla="*/ 1 w 806"/>
                <a:gd name="T67" fmla="*/ 1 h 177"/>
                <a:gd name="T68" fmla="*/ 0 w 806"/>
                <a:gd name="T69" fmla="*/ 1 h 177"/>
                <a:gd name="T70" fmla="*/ 0 w 806"/>
                <a:gd name="T71" fmla="*/ 1 h 177"/>
                <a:gd name="T72" fmla="*/ 0 w 806"/>
                <a:gd name="T73" fmla="*/ 1 h 177"/>
                <a:gd name="T74" fmla="*/ 0 w 806"/>
                <a:gd name="T75" fmla="*/ 1 h 177"/>
                <a:gd name="T76" fmla="*/ 0 w 806"/>
                <a:gd name="T77" fmla="*/ 1 h 177"/>
                <a:gd name="T78" fmla="*/ 0 w 806"/>
                <a:gd name="T79" fmla="*/ 1 h 177"/>
                <a:gd name="T80" fmla="*/ 0 w 806"/>
                <a:gd name="T81" fmla="*/ 1 h 177"/>
                <a:gd name="T82" fmla="*/ 0 w 806"/>
                <a:gd name="T83" fmla="*/ 1 h 177"/>
                <a:gd name="T84" fmla="*/ 0 w 806"/>
                <a:gd name="T85" fmla="*/ 1 h 177"/>
                <a:gd name="T86" fmla="*/ 0 w 806"/>
                <a:gd name="T87" fmla="*/ 1 h 177"/>
                <a:gd name="T88" fmla="*/ 1 w 806"/>
                <a:gd name="T89" fmla="*/ 1 h 177"/>
                <a:gd name="T90" fmla="*/ 1 w 806"/>
                <a:gd name="T91" fmla="*/ 1 h 17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806"/>
                <a:gd name="T139" fmla="*/ 0 h 177"/>
                <a:gd name="T140" fmla="*/ 806 w 806"/>
                <a:gd name="T141" fmla="*/ 177 h 17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806" h="177">
                  <a:moveTo>
                    <a:pt x="67" y="171"/>
                  </a:moveTo>
                  <a:lnTo>
                    <a:pt x="68" y="171"/>
                  </a:lnTo>
                  <a:lnTo>
                    <a:pt x="109" y="151"/>
                  </a:lnTo>
                  <a:lnTo>
                    <a:pt x="151" y="135"/>
                  </a:lnTo>
                  <a:lnTo>
                    <a:pt x="196" y="122"/>
                  </a:lnTo>
                  <a:lnTo>
                    <a:pt x="242" y="110"/>
                  </a:lnTo>
                  <a:lnTo>
                    <a:pt x="287" y="102"/>
                  </a:lnTo>
                  <a:lnTo>
                    <a:pt x="335" y="97"/>
                  </a:lnTo>
                  <a:lnTo>
                    <a:pt x="382" y="95"/>
                  </a:lnTo>
                  <a:lnTo>
                    <a:pt x="430" y="94"/>
                  </a:lnTo>
                  <a:lnTo>
                    <a:pt x="477" y="97"/>
                  </a:lnTo>
                  <a:lnTo>
                    <a:pt x="524" y="102"/>
                  </a:lnTo>
                  <a:lnTo>
                    <a:pt x="568" y="108"/>
                  </a:lnTo>
                  <a:lnTo>
                    <a:pt x="612" y="117"/>
                  </a:lnTo>
                  <a:lnTo>
                    <a:pt x="654" y="128"/>
                  </a:lnTo>
                  <a:lnTo>
                    <a:pt x="693" y="141"/>
                  </a:lnTo>
                  <a:lnTo>
                    <a:pt x="730" y="155"/>
                  </a:lnTo>
                  <a:lnTo>
                    <a:pt x="764" y="171"/>
                  </a:lnTo>
                  <a:lnTo>
                    <a:pt x="806" y="89"/>
                  </a:lnTo>
                  <a:lnTo>
                    <a:pt x="768" y="70"/>
                  </a:lnTo>
                  <a:lnTo>
                    <a:pt x="725" y="54"/>
                  </a:lnTo>
                  <a:lnTo>
                    <a:pt x="680" y="39"/>
                  </a:lnTo>
                  <a:lnTo>
                    <a:pt x="633" y="26"/>
                  </a:lnTo>
                  <a:lnTo>
                    <a:pt x="585" y="16"/>
                  </a:lnTo>
                  <a:lnTo>
                    <a:pt x="536" y="8"/>
                  </a:lnTo>
                  <a:lnTo>
                    <a:pt x="484" y="3"/>
                  </a:lnTo>
                  <a:lnTo>
                    <a:pt x="433" y="0"/>
                  </a:lnTo>
                  <a:lnTo>
                    <a:pt x="380" y="1"/>
                  </a:lnTo>
                  <a:lnTo>
                    <a:pt x="328" y="3"/>
                  </a:lnTo>
                  <a:lnTo>
                    <a:pt x="276" y="10"/>
                  </a:lnTo>
                  <a:lnTo>
                    <a:pt x="223" y="19"/>
                  </a:lnTo>
                  <a:lnTo>
                    <a:pt x="172" y="30"/>
                  </a:lnTo>
                  <a:lnTo>
                    <a:pt x="121" y="46"/>
                  </a:lnTo>
                  <a:lnTo>
                    <a:pt x="72" y="67"/>
                  </a:lnTo>
                  <a:lnTo>
                    <a:pt x="24" y="89"/>
                  </a:lnTo>
                  <a:lnTo>
                    <a:pt x="25" y="89"/>
                  </a:lnTo>
                  <a:lnTo>
                    <a:pt x="24" y="89"/>
                  </a:lnTo>
                  <a:lnTo>
                    <a:pt x="8" y="102"/>
                  </a:lnTo>
                  <a:lnTo>
                    <a:pt x="0" y="118"/>
                  </a:lnTo>
                  <a:lnTo>
                    <a:pt x="0" y="136"/>
                  </a:lnTo>
                  <a:lnTo>
                    <a:pt x="6" y="152"/>
                  </a:lnTo>
                  <a:lnTo>
                    <a:pt x="17" y="165"/>
                  </a:lnTo>
                  <a:lnTo>
                    <a:pt x="31" y="175"/>
                  </a:lnTo>
                  <a:lnTo>
                    <a:pt x="48" y="177"/>
                  </a:lnTo>
                  <a:lnTo>
                    <a:pt x="68" y="171"/>
                  </a:lnTo>
                  <a:lnTo>
                    <a:pt x="67" y="1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4955" name="Freeform 41"/>
            <p:cNvSpPr>
              <a:spLocks/>
            </p:cNvSpPr>
            <p:nvPr/>
          </p:nvSpPr>
          <p:spPr bwMode="auto">
            <a:xfrm>
              <a:off x="931" y="1456"/>
              <a:ext cx="280" cy="158"/>
            </a:xfrm>
            <a:custGeom>
              <a:avLst/>
              <a:gdLst>
                <a:gd name="T0" fmla="*/ 1 w 1402"/>
                <a:gd name="T1" fmla="*/ 6 h 787"/>
                <a:gd name="T2" fmla="*/ 1 w 1402"/>
                <a:gd name="T3" fmla="*/ 6 h 787"/>
                <a:gd name="T4" fmla="*/ 11 w 1402"/>
                <a:gd name="T5" fmla="*/ 1 h 787"/>
                <a:gd name="T6" fmla="*/ 11 w 1402"/>
                <a:gd name="T7" fmla="*/ 0 h 787"/>
                <a:gd name="T8" fmla="*/ 0 w 1402"/>
                <a:gd name="T9" fmla="*/ 6 h 787"/>
                <a:gd name="T10" fmla="*/ 0 w 1402"/>
                <a:gd name="T11" fmla="*/ 6 h 787"/>
                <a:gd name="T12" fmla="*/ 0 w 1402"/>
                <a:gd name="T13" fmla="*/ 6 h 787"/>
                <a:gd name="T14" fmla="*/ 0 w 1402"/>
                <a:gd name="T15" fmla="*/ 6 h 787"/>
                <a:gd name="T16" fmla="*/ 0 w 1402"/>
                <a:gd name="T17" fmla="*/ 6 h 787"/>
                <a:gd name="T18" fmla="*/ 0 w 1402"/>
                <a:gd name="T19" fmla="*/ 6 h 787"/>
                <a:gd name="T20" fmla="*/ 0 w 1402"/>
                <a:gd name="T21" fmla="*/ 6 h 787"/>
                <a:gd name="T22" fmla="*/ 0 w 1402"/>
                <a:gd name="T23" fmla="*/ 6 h 787"/>
                <a:gd name="T24" fmla="*/ 0 w 1402"/>
                <a:gd name="T25" fmla="*/ 6 h 787"/>
                <a:gd name="T26" fmla="*/ 0 w 1402"/>
                <a:gd name="T27" fmla="*/ 6 h 787"/>
                <a:gd name="T28" fmla="*/ 1 w 1402"/>
                <a:gd name="T29" fmla="*/ 6 h 787"/>
                <a:gd name="T30" fmla="*/ 1 w 1402"/>
                <a:gd name="T31" fmla="*/ 6 h 78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02"/>
                <a:gd name="T49" fmla="*/ 0 h 787"/>
                <a:gd name="T50" fmla="*/ 1402 w 1402"/>
                <a:gd name="T51" fmla="*/ 787 h 78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02" h="787">
                  <a:moveTo>
                    <a:pt x="69" y="781"/>
                  </a:moveTo>
                  <a:lnTo>
                    <a:pt x="66" y="781"/>
                  </a:lnTo>
                  <a:lnTo>
                    <a:pt x="1402" y="82"/>
                  </a:lnTo>
                  <a:lnTo>
                    <a:pt x="1360" y="0"/>
                  </a:lnTo>
                  <a:lnTo>
                    <a:pt x="24" y="699"/>
                  </a:lnTo>
                  <a:lnTo>
                    <a:pt x="22" y="699"/>
                  </a:lnTo>
                  <a:lnTo>
                    <a:pt x="24" y="699"/>
                  </a:lnTo>
                  <a:lnTo>
                    <a:pt x="8" y="712"/>
                  </a:lnTo>
                  <a:lnTo>
                    <a:pt x="1" y="727"/>
                  </a:lnTo>
                  <a:lnTo>
                    <a:pt x="0" y="744"/>
                  </a:lnTo>
                  <a:lnTo>
                    <a:pt x="5" y="761"/>
                  </a:lnTo>
                  <a:lnTo>
                    <a:pt x="15" y="775"/>
                  </a:lnTo>
                  <a:lnTo>
                    <a:pt x="30" y="784"/>
                  </a:lnTo>
                  <a:lnTo>
                    <a:pt x="46" y="787"/>
                  </a:lnTo>
                  <a:lnTo>
                    <a:pt x="66" y="781"/>
                  </a:lnTo>
                  <a:lnTo>
                    <a:pt x="69" y="7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4956" name="Freeform 42"/>
            <p:cNvSpPr>
              <a:spLocks/>
            </p:cNvSpPr>
            <p:nvPr/>
          </p:nvSpPr>
          <p:spPr bwMode="auto">
            <a:xfrm>
              <a:off x="868" y="1596"/>
              <a:ext cx="77" cy="126"/>
            </a:xfrm>
            <a:custGeom>
              <a:avLst/>
              <a:gdLst>
                <a:gd name="T0" fmla="*/ 1 w 382"/>
                <a:gd name="T1" fmla="*/ 5 h 628"/>
                <a:gd name="T2" fmla="*/ 1 w 382"/>
                <a:gd name="T3" fmla="*/ 5 h 628"/>
                <a:gd name="T4" fmla="*/ 1 w 382"/>
                <a:gd name="T5" fmla="*/ 4 h 628"/>
                <a:gd name="T6" fmla="*/ 1 w 382"/>
                <a:gd name="T7" fmla="*/ 4 h 628"/>
                <a:gd name="T8" fmla="*/ 1 w 382"/>
                <a:gd name="T9" fmla="*/ 4 h 628"/>
                <a:gd name="T10" fmla="*/ 1 w 382"/>
                <a:gd name="T11" fmla="*/ 3 h 628"/>
                <a:gd name="T12" fmla="*/ 1 w 382"/>
                <a:gd name="T13" fmla="*/ 3 h 628"/>
                <a:gd name="T14" fmla="*/ 1 w 382"/>
                <a:gd name="T15" fmla="*/ 3 h 628"/>
                <a:gd name="T16" fmla="*/ 1 w 382"/>
                <a:gd name="T17" fmla="*/ 3 h 628"/>
                <a:gd name="T18" fmla="*/ 1 w 382"/>
                <a:gd name="T19" fmla="*/ 2 h 628"/>
                <a:gd name="T20" fmla="*/ 2 w 382"/>
                <a:gd name="T21" fmla="*/ 2 h 628"/>
                <a:gd name="T22" fmla="*/ 2 w 382"/>
                <a:gd name="T23" fmla="*/ 2 h 628"/>
                <a:gd name="T24" fmla="*/ 2 w 382"/>
                <a:gd name="T25" fmla="*/ 2 h 628"/>
                <a:gd name="T26" fmla="*/ 2 w 382"/>
                <a:gd name="T27" fmla="*/ 1 h 628"/>
                <a:gd name="T28" fmla="*/ 2 w 382"/>
                <a:gd name="T29" fmla="*/ 1 h 628"/>
                <a:gd name="T30" fmla="*/ 3 w 382"/>
                <a:gd name="T31" fmla="*/ 1 h 628"/>
                <a:gd name="T32" fmla="*/ 3 w 382"/>
                <a:gd name="T33" fmla="*/ 1 h 628"/>
                <a:gd name="T34" fmla="*/ 3 w 382"/>
                <a:gd name="T35" fmla="*/ 1 h 628"/>
                <a:gd name="T36" fmla="*/ 3 w 382"/>
                <a:gd name="T37" fmla="*/ 0 h 628"/>
                <a:gd name="T38" fmla="*/ 2 w 382"/>
                <a:gd name="T39" fmla="*/ 0 h 628"/>
                <a:gd name="T40" fmla="*/ 2 w 382"/>
                <a:gd name="T41" fmla="*/ 0 h 628"/>
                <a:gd name="T42" fmla="*/ 2 w 382"/>
                <a:gd name="T43" fmla="*/ 1 h 628"/>
                <a:gd name="T44" fmla="*/ 2 w 382"/>
                <a:gd name="T45" fmla="*/ 1 h 628"/>
                <a:gd name="T46" fmla="*/ 1 w 382"/>
                <a:gd name="T47" fmla="*/ 1 h 628"/>
                <a:gd name="T48" fmla="*/ 1 w 382"/>
                <a:gd name="T49" fmla="*/ 1 h 628"/>
                <a:gd name="T50" fmla="*/ 1 w 382"/>
                <a:gd name="T51" fmla="*/ 2 h 628"/>
                <a:gd name="T52" fmla="*/ 1 w 382"/>
                <a:gd name="T53" fmla="*/ 2 h 628"/>
                <a:gd name="T54" fmla="*/ 1 w 382"/>
                <a:gd name="T55" fmla="*/ 2 h 628"/>
                <a:gd name="T56" fmla="*/ 0 w 382"/>
                <a:gd name="T57" fmla="*/ 3 h 628"/>
                <a:gd name="T58" fmla="*/ 0 w 382"/>
                <a:gd name="T59" fmla="*/ 3 h 628"/>
                <a:gd name="T60" fmla="*/ 0 w 382"/>
                <a:gd name="T61" fmla="*/ 3 h 628"/>
                <a:gd name="T62" fmla="*/ 0 w 382"/>
                <a:gd name="T63" fmla="*/ 4 h 628"/>
                <a:gd name="T64" fmla="*/ 0 w 382"/>
                <a:gd name="T65" fmla="*/ 4 h 628"/>
                <a:gd name="T66" fmla="*/ 0 w 382"/>
                <a:gd name="T67" fmla="*/ 4 h 628"/>
                <a:gd name="T68" fmla="*/ 0 w 382"/>
                <a:gd name="T69" fmla="*/ 5 h 628"/>
                <a:gd name="T70" fmla="*/ 0 w 382"/>
                <a:gd name="T71" fmla="*/ 5 h 628"/>
                <a:gd name="T72" fmla="*/ 0 w 382"/>
                <a:gd name="T73" fmla="*/ 5 h 628"/>
                <a:gd name="T74" fmla="*/ 0 w 382"/>
                <a:gd name="T75" fmla="*/ 5 h 628"/>
                <a:gd name="T76" fmla="*/ 0 w 382"/>
                <a:gd name="T77" fmla="*/ 5 h 628"/>
                <a:gd name="T78" fmla="*/ 0 w 382"/>
                <a:gd name="T79" fmla="*/ 5 h 628"/>
                <a:gd name="T80" fmla="*/ 0 w 382"/>
                <a:gd name="T81" fmla="*/ 5 h 628"/>
                <a:gd name="T82" fmla="*/ 1 w 382"/>
                <a:gd name="T83" fmla="*/ 5 h 628"/>
                <a:gd name="T84" fmla="*/ 1 w 382"/>
                <a:gd name="T85" fmla="*/ 5 h 628"/>
                <a:gd name="T86" fmla="*/ 1 w 382"/>
                <a:gd name="T87" fmla="*/ 5 h 628"/>
                <a:gd name="T88" fmla="*/ 1 w 382"/>
                <a:gd name="T89" fmla="*/ 5 h 628"/>
                <a:gd name="T90" fmla="*/ 1 w 382"/>
                <a:gd name="T91" fmla="*/ 5 h 628"/>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382"/>
                <a:gd name="T139" fmla="*/ 0 h 628"/>
                <a:gd name="T140" fmla="*/ 382 w 382"/>
                <a:gd name="T141" fmla="*/ 628 h 628"/>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382" h="628">
                  <a:moveTo>
                    <a:pt x="94" y="581"/>
                  </a:moveTo>
                  <a:lnTo>
                    <a:pt x="94" y="582"/>
                  </a:lnTo>
                  <a:lnTo>
                    <a:pt x="96" y="541"/>
                  </a:lnTo>
                  <a:lnTo>
                    <a:pt x="99" y="500"/>
                  </a:lnTo>
                  <a:lnTo>
                    <a:pt x="106" y="463"/>
                  </a:lnTo>
                  <a:lnTo>
                    <a:pt x="115" y="424"/>
                  </a:lnTo>
                  <a:lnTo>
                    <a:pt x="127" y="389"/>
                  </a:lnTo>
                  <a:lnTo>
                    <a:pt x="140" y="353"/>
                  </a:lnTo>
                  <a:lnTo>
                    <a:pt x="156" y="320"/>
                  </a:lnTo>
                  <a:lnTo>
                    <a:pt x="173" y="287"/>
                  </a:lnTo>
                  <a:lnTo>
                    <a:pt x="193" y="255"/>
                  </a:lnTo>
                  <a:lnTo>
                    <a:pt x="214" y="226"/>
                  </a:lnTo>
                  <a:lnTo>
                    <a:pt x="238" y="198"/>
                  </a:lnTo>
                  <a:lnTo>
                    <a:pt x="263" y="172"/>
                  </a:lnTo>
                  <a:lnTo>
                    <a:pt x="290" y="146"/>
                  </a:lnTo>
                  <a:lnTo>
                    <a:pt x="318" y="122"/>
                  </a:lnTo>
                  <a:lnTo>
                    <a:pt x="349" y="101"/>
                  </a:lnTo>
                  <a:lnTo>
                    <a:pt x="382" y="82"/>
                  </a:lnTo>
                  <a:lnTo>
                    <a:pt x="335" y="0"/>
                  </a:lnTo>
                  <a:lnTo>
                    <a:pt x="297" y="23"/>
                  </a:lnTo>
                  <a:lnTo>
                    <a:pt x="262" y="49"/>
                  </a:lnTo>
                  <a:lnTo>
                    <a:pt x="229" y="76"/>
                  </a:lnTo>
                  <a:lnTo>
                    <a:pt x="198" y="104"/>
                  </a:lnTo>
                  <a:lnTo>
                    <a:pt x="167" y="137"/>
                  </a:lnTo>
                  <a:lnTo>
                    <a:pt x="142" y="170"/>
                  </a:lnTo>
                  <a:lnTo>
                    <a:pt x="116" y="204"/>
                  </a:lnTo>
                  <a:lnTo>
                    <a:pt x="94" y="240"/>
                  </a:lnTo>
                  <a:lnTo>
                    <a:pt x="74" y="278"/>
                  </a:lnTo>
                  <a:lnTo>
                    <a:pt x="54" y="317"/>
                  </a:lnTo>
                  <a:lnTo>
                    <a:pt x="38" y="359"/>
                  </a:lnTo>
                  <a:lnTo>
                    <a:pt x="26" y="401"/>
                  </a:lnTo>
                  <a:lnTo>
                    <a:pt x="15" y="444"/>
                  </a:lnTo>
                  <a:lnTo>
                    <a:pt x="8" y="489"/>
                  </a:lnTo>
                  <a:lnTo>
                    <a:pt x="2" y="534"/>
                  </a:lnTo>
                  <a:lnTo>
                    <a:pt x="0" y="580"/>
                  </a:lnTo>
                  <a:lnTo>
                    <a:pt x="0" y="581"/>
                  </a:lnTo>
                  <a:lnTo>
                    <a:pt x="0" y="580"/>
                  </a:lnTo>
                  <a:lnTo>
                    <a:pt x="3" y="600"/>
                  </a:lnTo>
                  <a:lnTo>
                    <a:pt x="14" y="615"/>
                  </a:lnTo>
                  <a:lnTo>
                    <a:pt x="29" y="625"/>
                  </a:lnTo>
                  <a:lnTo>
                    <a:pt x="45" y="628"/>
                  </a:lnTo>
                  <a:lnTo>
                    <a:pt x="63" y="626"/>
                  </a:lnTo>
                  <a:lnTo>
                    <a:pt x="78" y="616"/>
                  </a:lnTo>
                  <a:lnTo>
                    <a:pt x="89" y="602"/>
                  </a:lnTo>
                  <a:lnTo>
                    <a:pt x="94" y="582"/>
                  </a:lnTo>
                  <a:lnTo>
                    <a:pt x="94" y="5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4957" name="Freeform 43"/>
            <p:cNvSpPr>
              <a:spLocks/>
            </p:cNvSpPr>
            <p:nvPr/>
          </p:nvSpPr>
          <p:spPr bwMode="auto">
            <a:xfrm>
              <a:off x="868" y="1712"/>
              <a:ext cx="19" cy="364"/>
            </a:xfrm>
            <a:custGeom>
              <a:avLst/>
              <a:gdLst>
                <a:gd name="T0" fmla="*/ 1 w 94"/>
                <a:gd name="T1" fmla="*/ 14 h 1818"/>
                <a:gd name="T2" fmla="*/ 1 w 94"/>
                <a:gd name="T3" fmla="*/ 14 h 1818"/>
                <a:gd name="T4" fmla="*/ 1 w 94"/>
                <a:gd name="T5" fmla="*/ 0 h 1818"/>
                <a:gd name="T6" fmla="*/ 0 w 94"/>
                <a:gd name="T7" fmla="*/ 0 h 1818"/>
                <a:gd name="T8" fmla="*/ 0 w 94"/>
                <a:gd name="T9" fmla="*/ 14 h 1818"/>
                <a:gd name="T10" fmla="*/ 0 w 94"/>
                <a:gd name="T11" fmla="*/ 14 h 1818"/>
                <a:gd name="T12" fmla="*/ 0 w 94"/>
                <a:gd name="T13" fmla="*/ 14 h 1818"/>
                <a:gd name="T14" fmla="*/ 0 w 94"/>
                <a:gd name="T15" fmla="*/ 14 h 1818"/>
                <a:gd name="T16" fmla="*/ 0 w 94"/>
                <a:gd name="T17" fmla="*/ 14 h 1818"/>
                <a:gd name="T18" fmla="*/ 0 w 94"/>
                <a:gd name="T19" fmla="*/ 15 h 1818"/>
                <a:gd name="T20" fmla="*/ 0 w 94"/>
                <a:gd name="T21" fmla="*/ 15 h 1818"/>
                <a:gd name="T22" fmla="*/ 1 w 94"/>
                <a:gd name="T23" fmla="*/ 15 h 1818"/>
                <a:gd name="T24" fmla="*/ 1 w 94"/>
                <a:gd name="T25" fmla="*/ 14 h 1818"/>
                <a:gd name="T26" fmla="*/ 1 w 94"/>
                <a:gd name="T27" fmla="*/ 14 h 1818"/>
                <a:gd name="T28" fmla="*/ 1 w 94"/>
                <a:gd name="T29" fmla="*/ 14 h 1818"/>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94"/>
                <a:gd name="T46" fmla="*/ 0 h 1818"/>
                <a:gd name="T47" fmla="*/ 94 w 94"/>
                <a:gd name="T48" fmla="*/ 1818 h 1818"/>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94" h="1818">
                  <a:moveTo>
                    <a:pt x="94" y="1771"/>
                  </a:moveTo>
                  <a:lnTo>
                    <a:pt x="94" y="1771"/>
                  </a:lnTo>
                  <a:lnTo>
                    <a:pt x="94" y="0"/>
                  </a:lnTo>
                  <a:lnTo>
                    <a:pt x="0" y="0"/>
                  </a:lnTo>
                  <a:lnTo>
                    <a:pt x="0" y="1771"/>
                  </a:lnTo>
                  <a:lnTo>
                    <a:pt x="3" y="1791"/>
                  </a:lnTo>
                  <a:lnTo>
                    <a:pt x="15" y="1806"/>
                  </a:lnTo>
                  <a:lnTo>
                    <a:pt x="29" y="1814"/>
                  </a:lnTo>
                  <a:lnTo>
                    <a:pt x="47" y="1818"/>
                  </a:lnTo>
                  <a:lnTo>
                    <a:pt x="64" y="1814"/>
                  </a:lnTo>
                  <a:lnTo>
                    <a:pt x="79" y="1806"/>
                  </a:lnTo>
                  <a:lnTo>
                    <a:pt x="90" y="1791"/>
                  </a:lnTo>
                  <a:lnTo>
                    <a:pt x="94" y="17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4958" name="Freeform 44"/>
            <p:cNvSpPr>
              <a:spLocks/>
            </p:cNvSpPr>
            <p:nvPr/>
          </p:nvSpPr>
          <p:spPr bwMode="auto">
            <a:xfrm>
              <a:off x="868" y="2067"/>
              <a:ext cx="90" cy="160"/>
            </a:xfrm>
            <a:custGeom>
              <a:avLst/>
              <a:gdLst>
                <a:gd name="T0" fmla="*/ 3 w 449"/>
                <a:gd name="T1" fmla="*/ 6 h 803"/>
                <a:gd name="T2" fmla="*/ 3 w 449"/>
                <a:gd name="T3" fmla="*/ 6 h 803"/>
                <a:gd name="T4" fmla="*/ 3 w 449"/>
                <a:gd name="T5" fmla="*/ 5 h 803"/>
                <a:gd name="T6" fmla="*/ 3 w 449"/>
                <a:gd name="T7" fmla="*/ 5 h 803"/>
                <a:gd name="T8" fmla="*/ 3 w 449"/>
                <a:gd name="T9" fmla="*/ 5 h 803"/>
                <a:gd name="T10" fmla="*/ 2 w 449"/>
                <a:gd name="T11" fmla="*/ 5 h 803"/>
                <a:gd name="T12" fmla="*/ 2 w 449"/>
                <a:gd name="T13" fmla="*/ 4 h 803"/>
                <a:gd name="T14" fmla="*/ 2 w 449"/>
                <a:gd name="T15" fmla="*/ 4 h 803"/>
                <a:gd name="T16" fmla="*/ 2 w 449"/>
                <a:gd name="T17" fmla="*/ 4 h 803"/>
                <a:gd name="T18" fmla="*/ 2 w 449"/>
                <a:gd name="T19" fmla="*/ 3 h 803"/>
                <a:gd name="T20" fmla="*/ 1 w 449"/>
                <a:gd name="T21" fmla="*/ 3 h 803"/>
                <a:gd name="T22" fmla="*/ 1 w 449"/>
                <a:gd name="T23" fmla="*/ 2 h 803"/>
                <a:gd name="T24" fmla="*/ 1 w 449"/>
                <a:gd name="T25" fmla="*/ 2 h 803"/>
                <a:gd name="T26" fmla="*/ 1 w 449"/>
                <a:gd name="T27" fmla="*/ 2 h 803"/>
                <a:gd name="T28" fmla="*/ 1 w 449"/>
                <a:gd name="T29" fmla="*/ 1 h 803"/>
                <a:gd name="T30" fmla="*/ 1 w 449"/>
                <a:gd name="T31" fmla="*/ 1 h 803"/>
                <a:gd name="T32" fmla="*/ 1 w 449"/>
                <a:gd name="T33" fmla="*/ 0 h 803"/>
                <a:gd name="T34" fmla="*/ 1 w 449"/>
                <a:gd name="T35" fmla="*/ 0 h 803"/>
                <a:gd name="T36" fmla="*/ 0 w 449"/>
                <a:gd name="T37" fmla="*/ 0 h 803"/>
                <a:gd name="T38" fmla="*/ 0 w 449"/>
                <a:gd name="T39" fmla="*/ 0 h 803"/>
                <a:gd name="T40" fmla="*/ 0 w 449"/>
                <a:gd name="T41" fmla="*/ 1 h 803"/>
                <a:gd name="T42" fmla="*/ 0 w 449"/>
                <a:gd name="T43" fmla="*/ 1 h 803"/>
                <a:gd name="T44" fmla="*/ 0 w 449"/>
                <a:gd name="T45" fmla="*/ 2 h 803"/>
                <a:gd name="T46" fmla="*/ 0 w 449"/>
                <a:gd name="T47" fmla="*/ 2 h 803"/>
                <a:gd name="T48" fmla="*/ 0 w 449"/>
                <a:gd name="T49" fmla="*/ 3 h 803"/>
                <a:gd name="T50" fmla="*/ 1 w 449"/>
                <a:gd name="T51" fmla="*/ 3 h 803"/>
                <a:gd name="T52" fmla="*/ 1 w 449"/>
                <a:gd name="T53" fmla="*/ 4 h 803"/>
                <a:gd name="T54" fmla="*/ 1 w 449"/>
                <a:gd name="T55" fmla="*/ 4 h 803"/>
                <a:gd name="T56" fmla="*/ 1 w 449"/>
                <a:gd name="T57" fmla="*/ 4 h 803"/>
                <a:gd name="T58" fmla="*/ 2 w 449"/>
                <a:gd name="T59" fmla="*/ 5 h 803"/>
                <a:gd name="T60" fmla="*/ 2 w 449"/>
                <a:gd name="T61" fmla="*/ 5 h 803"/>
                <a:gd name="T62" fmla="*/ 2 w 449"/>
                <a:gd name="T63" fmla="*/ 5 h 803"/>
                <a:gd name="T64" fmla="*/ 2 w 449"/>
                <a:gd name="T65" fmla="*/ 6 h 803"/>
                <a:gd name="T66" fmla="*/ 3 w 449"/>
                <a:gd name="T67" fmla="*/ 6 h 803"/>
                <a:gd name="T68" fmla="*/ 3 w 449"/>
                <a:gd name="T69" fmla="*/ 6 h 803"/>
                <a:gd name="T70" fmla="*/ 3 w 449"/>
                <a:gd name="T71" fmla="*/ 6 h 803"/>
                <a:gd name="T72" fmla="*/ 3 w 449"/>
                <a:gd name="T73" fmla="*/ 6 h 803"/>
                <a:gd name="T74" fmla="*/ 3 w 449"/>
                <a:gd name="T75" fmla="*/ 6 h 803"/>
                <a:gd name="T76" fmla="*/ 3 w 449"/>
                <a:gd name="T77" fmla="*/ 6 h 803"/>
                <a:gd name="T78" fmla="*/ 3 w 449"/>
                <a:gd name="T79" fmla="*/ 6 h 803"/>
                <a:gd name="T80" fmla="*/ 4 w 449"/>
                <a:gd name="T81" fmla="*/ 6 h 803"/>
                <a:gd name="T82" fmla="*/ 4 w 449"/>
                <a:gd name="T83" fmla="*/ 6 h 803"/>
                <a:gd name="T84" fmla="*/ 4 w 449"/>
                <a:gd name="T85" fmla="*/ 6 h 803"/>
                <a:gd name="T86" fmla="*/ 4 w 449"/>
                <a:gd name="T87" fmla="*/ 6 h 803"/>
                <a:gd name="T88" fmla="*/ 3 w 449"/>
                <a:gd name="T89" fmla="*/ 6 h 803"/>
                <a:gd name="T90" fmla="*/ 3 w 449"/>
                <a:gd name="T91" fmla="*/ 6 h 80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449"/>
                <a:gd name="T139" fmla="*/ 0 h 803"/>
                <a:gd name="T140" fmla="*/ 449 w 449"/>
                <a:gd name="T141" fmla="*/ 803 h 80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449" h="803">
                  <a:moveTo>
                    <a:pt x="426" y="717"/>
                  </a:moveTo>
                  <a:lnTo>
                    <a:pt x="427" y="717"/>
                  </a:lnTo>
                  <a:lnTo>
                    <a:pt x="395" y="693"/>
                  </a:lnTo>
                  <a:lnTo>
                    <a:pt x="361" y="662"/>
                  </a:lnTo>
                  <a:lnTo>
                    <a:pt x="329" y="628"/>
                  </a:lnTo>
                  <a:lnTo>
                    <a:pt x="299" y="591"/>
                  </a:lnTo>
                  <a:lnTo>
                    <a:pt x="269" y="551"/>
                  </a:lnTo>
                  <a:lnTo>
                    <a:pt x="241" y="507"/>
                  </a:lnTo>
                  <a:lnTo>
                    <a:pt x="215" y="460"/>
                  </a:lnTo>
                  <a:lnTo>
                    <a:pt x="191" y="412"/>
                  </a:lnTo>
                  <a:lnTo>
                    <a:pt x="170" y="363"/>
                  </a:lnTo>
                  <a:lnTo>
                    <a:pt x="151" y="312"/>
                  </a:lnTo>
                  <a:lnTo>
                    <a:pt x="133" y="259"/>
                  </a:lnTo>
                  <a:lnTo>
                    <a:pt x="119" y="207"/>
                  </a:lnTo>
                  <a:lnTo>
                    <a:pt x="108" y="156"/>
                  </a:lnTo>
                  <a:lnTo>
                    <a:pt x="101" y="103"/>
                  </a:lnTo>
                  <a:lnTo>
                    <a:pt x="96" y="51"/>
                  </a:lnTo>
                  <a:lnTo>
                    <a:pt x="94" y="0"/>
                  </a:lnTo>
                  <a:lnTo>
                    <a:pt x="0" y="0"/>
                  </a:lnTo>
                  <a:lnTo>
                    <a:pt x="2" y="56"/>
                  </a:lnTo>
                  <a:lnTo>
                    <a:pt x="7" y="115"/>
                  </a:lnTo>
                  <a:lnTo>
                    <a:pt x="16" y="172"/>
                  </a:lnTo>
                  <a:lnTo>
                    <a:pt x="28" y="231"/>
                  </a:lnTo>
                  <a:lnTo>
                    <a:pt x="44" y="287"/>
                  </a:lnTo>
                  <a:lnTo>
                    <a:pt x="62" y="342"/>
                  </a:lnTo>
                  <a:lnTo>
                    <a:pt x="83" y="398"/>
                  </a:lnTo>
                  <a:lnTo>
                    <a:pt x="106" y="452"/>
                  </a:lnTo>
                  <a:lnTo>
                    <a:pt x="133" y="505"/>
                  </a:lnTo>
                  <a:lnTo>
                    <a:pt x="161" y="554"/>
                  </a:lnTo>
                  <a:lnTo>
                    <a:pt x="192" y="602"/>
                  </a:lnTo>
                  <a:lnTo>
                    <a:pt x="224" y="647"/>
                  </a:lnTo>
                  <a:lnTo>
                    <a:pt x="259" y="689"/>
                  </a:lnTo>
                  <a:lnTo>
                    <a:pt x="295" y="728"/>
                  </a:lnTo>
                  <a:lnTo>
                    <a:pt x="334" y="763"/>
                  </a:lnTo>
                  <a:lnTo>
                    <a:pt x="374" y="795"/>
                  </a:lnTo>
                  <a:lnTo>
                    <a:pt x="375" y="795"/>
                  </a:lnTo>
                  <a:lnTo>
                    <a:pt x="374" y="795"/>
                  </a:lnTo>
                  <a:lnTo>
                    <a:pt x="392" y="803"/>
                  </a:lnTo>
                  <a:lnTo>
                    <a:pt x="411" y="803"/>
                  </a:lnTo>
                  <a:lnTo>
                    <a:pt x="426" y="795"/>
                  </a:lnTo>
                  <a:lnTo>
                    <a:pt x="439" y="782"/>
                  </a:lnTo>
                  <a:lnTo>
                    <a:pt x="446" y="766"/>
                  </a:lnTo>
                  <a:lnTo>
                    <a:pt x="449" y="749"/>
                  </a:lnTo>
                  <a:lnTo>
                    <a:pt x="441" y="732"/>
                  </a:lnTo>
                  <a:lnTo>
                    <a:pt x="427" y="717"/>
                  </a:lnTo>
                  <a:lnTo>
                    <a:pt x="426" y="71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4959" name="Freeform 45"/>
            <p:cNvSpPr>
              <a:spLocks/>
            </p:cNvSpPr>
            <p:nvPr/>
          </p:nvSpPr>
          <p:spPr bwMode="auto">
            <a:xfrm>
              <a:off x="883" y="1673"/>
              <a:ext cx="379" cy="690"/>
            </a:xfrm>
            <a:custGeom>
              <a:avLst/>
              <a:gdLst>
                <a:gd name="T0" fmla="*/ 12 w 1897"/>
                <a:gd name="T1" fmla="*/ 6 h 3450"/>
                <a:gd name="T2" fmla="*/ 13 w 1897"/>
                <a:gd name="T3" fmla="*/ 7 h 3450"/>
                <a:gd name="T4" fmla="*/ 13 w 1897"/>
                <a:gd name="T5" fmla="*/ 7 h 3450"/>
                <a:gd name="T6" fmla="*/ 14 w 1897"/>
                <a:gd name="T7" fmla="*/ 8 h 3450"/>
                <a:gd name="T8" fmla="*/ 14 w 1897"/>
                <a:gd name="T9" fmla="*/ 9 h 3450"/>
                <a:gd name="T10" fmla="*/ 15 w 1897"/>
                <a:gd name="T11" fmla="*/ 10 h 3450"/>
                <a:gd name="T12" fmla="*/ 15 w 1897"/>
                <a:gd name="T13" fmla="*/ 11 h 3450"/>
                <a:gd name="T14" fmla="*/ 15 w 1897"/>
                <a:gd name="T15" fmla="*/ 11 h 3450"/>
                <a:gd name="T16" fmla="*/ 15 w 1897"/>
                <a:gd name="T17" fmla="*/ 12 h 3450"/>
                <a:gd name="T18" fmla="*/ 15 w 1897"/>
                <a:gd name="T19" fmla="*/ 26 h 3450"/>
                <a:gd name="T20" fmla="*/ 15 w 1897"/>
                <a:gd name="T21" fmla="*/ 26 h 3450"/>
                <a:gd name="T22" fmla="*/ 15 w 1897"/>
                <a:gd name="T23" fmla="*/ 27 h 3450"/>
                <a:gd name="T24" fmla="*/ 15 w 1897"/>
                <a:gd name="T25" fmla="*/ 27 h 3450"/>
                <a:gd name="T26" fmla="*/ 14 w 1897"/>
                <a:gd name="T27" fmla="*/ 27 h 3450"/>
                <a:gd name="T28" fmla="*/ 14 w 1897"/>
                <a:gd name="T29" fmla="*/ 28 h 3450"/>
                <a:gd name="T30" fmla="*/ 13 w 1897"/>
                <a:gd name="T31" fmla="*/ 28 h 3450"/>
                <a:gd name="T32" fmla="*/ 13 w 1897"/>
                <a:gd name="T33" fmla="*/ 27 h 3450"/>
                <a:gd name="T34" fmla="*/ 3 w 1897"/>
                <a:gd name="T35" fmla="*/ 21 h 3450"/>
                <a:gd name="T36" fmla="*/ 2 w 1897"/>
                <a:gd name="T37" fmla="*/ 21 h 3450"/>
                <a:gd name="T38" fmla="*/ 2 w 1897"/>
                <a:gd name="T39" fmla="*/ 20 h 3450"/>
                <a:gd name="T40" fmla="*/ 1 w 1897"/>
                <a:gd name="T41" fmla="*/ 19 h 3450"/>
                <a:gd name="T42" fmla="*/ 1 w 1897"/>
                <a:gd name="T43" fmla="*/ 19 h 3450"/>
                <a:gd name="T44" fmla="*/ 0 w 1897"/>
                <a:gd name="T45" fmla="*/ 18 h 3450"/>
                <a:gd name="T46" fmla="*/ 0 w 1897"/>
                <a:gd name="T47" fmla="*/ 17 h 3450"/>
                <a:gd name="T48" fmla="*/ 0 w 1897"/>
                <a:gd name="T49" fmla="*/ 16 h 3450"/>
                <a:gd name="T50" fmla="*/ 0 w 1897"/>
                <a:gd name="T51" fmla="*/ 15 h 3450"/>
                <a:gd name="T52" fmla="*/ 0 w 1897"/>
                <a:gd name="T53" fmla="*/ 2 h 3450"/>
                <a:gd name="T54" fmla="*/ 0 w 1897"/>
                <a:gd name="T55" fmla="*/ 1 h 3450"/>
                <a:gd name="T56" fmla="*/ 0 w 1897"/>
                <a:gd name="T57" fmla="*/ 1 h 3450"/>
                <a:gd name="T58" fmla="*/ 1 w 1897"/>
                <a:gd name="T59" fmla="*/ 0 h 3450"/>
                <a:gd name="T60" fmla="*/ 1 w 1897"/>
                <a:gd name="T61" fmla="*/ 0 h 3450"/>
                <a:gd name="T62" fmla="*/ 1 w 1897"/>
                <a:gd name="T63" fmla="*/ 0 h 3450"/>
                <a:gd name="T64" fmla="*/ 2 w 1897"/>
                <a:gd name="T65" fmla="*/ 0 h 3450"/>
                <a:gd name="T66" fmla="*/ 3 w 1897"/>
                <a:gd name="T67" fmla="*/ 0 h 3450"/>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897"/>
                <a:gd name="T103" fmla="*/ 0 h 3450"/>
                <a:gd name="T104" fmla="*/ 1897 w 1897"/>
                <a:gd name="T105" fmla="*/ 3450 h 3450"/>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897" h="3450">
                  <a:moveTo>
                    <a:pt x="357" y="49"/>
                  </a:moveTo>
                  <a:lnTo>
                    <a:pt x="1542" y="806"/>
                  </a:lnTo>
                  <a:lnTo>
                    <a:pt x="1579" y="832"/>
                  </a:lnTo>
                  <a:lnTo>
                    <a:pt x="1614" y="861"/>
                  </a:lnTo>
                  <a:lnTo>
                    <a:pt x="1648" y="895"/>
                  </a:lnTo>
                  <a:lnTo>
                    <a:pt x="1681" y="933"/>
                  </a:lnTo>
                  <a:lnTo>
                    <a:pt x="1711" y="973"/>
                  </a:lnTo>
                  <a:lnTo>
                    <a:pt x="1740" y="1016"/>
                  </a:lnTo>
                  <a:lnTo>
                    <a:pt x="1768" y="1062"/>
                  </a:lnTo>
                  <a:lnTo>
                    <a:pt x="1793" y="1109"/>
                  </a:lnTo>
                  <a:lnTo>
                    <a:pt x="1816" y="1158"/>
                  </a:lnTo>
                  <a:lnTo>
                    <a:pt x="1836" y="1208"/>
                  </a:lnTo>
                  <a:lnTo>
                    <a:pt x="1854" y="1260"/>
                  </a:lnTo>
                  <a:lnTo>
                    <a:pt x="1869" y="1313"/>
                  </a:lnTo>
                  <a:lnTo>
                    <a:pt x="1881" y="1364"/>
                  </a:lnTo>
                  <a:lnTo>
                    <a:pt x="1890" y="1417"/>
                  </a:lnTo>
                  <a:lnTo>
                    <a:pt x="1895" y="1469"/>
                  </a:lnTo>
                  <a:lnTo>
                    <a:pt x="1897" y="1519"/>
                  </a:lnTo>
                  <a:lnTo>
                    <a:pt x="1897" y="3142"/>
                  </a:lnTo>
                  <a:lnTo>
                    <a:pt x="1895" y="3190"/>
                  </a:lnTo>
                  <a:lnTo>
                    <a:pt x="1890" y="3235"/>
                  </a:lnTo>
                  <a:lnTo>
                    <a:pt x="1881" y="3276"/>
                  </a:lnTo>
                  <a:lnTo>
                    <a:pt x="1869" y="3313"/>
                  </a:lnTo>
                  <a:lnTo>
                    <a:pt x="1854" y="3346"/>
                  </a:lnTo>
                  <a:lnTo>
                    <a:pt x="1836" y="3375"/>
                  </a:lnTo>
                  <a:lnTo>
                    <a:pt x="1816" y="3398"/>
                  </a:lnTo>
                  <a:lnTo>
                    <a:pt x="1793" y="3418"/>
                  </a:lnTo>
                  <a:lnTo>
                    <a:pt x="1768" y="3434"/>
                  </a:lnTo>
                  <a:lnTo>
                    <a:pt x="1740" y="3444"/>
                  </a:lnTo>
                  <a:lnTo>
                    <a:pt x="1711" y="3450"/>
                  </a:lnTo>
                  <a:lnTo>
                    <a:pt x="1681" y="3450"/>
                  </a:lnTo>
                  <a:lnTo>
                    <a:pt x="1648" y="3445"/>
                  </a:lnTo>
                  <a:lnTo>
                    <a:pt x="1614" y="3436"/>
                  </a:lnTo>
                  <a:lnTo>
                    <a:pt x="1579" y="3421"/>
                  </a:lnTo>
                  <a:lnTo>
                    <a:pt x="1542" y="3400"/>
                  </a:lnTo>
                  <a:lnTo>
                    <a:pt x="357" y="2643"/>
                  </a:lnTo>
                  <a:lnTo>
                    <a:pt x="320" y="2618"/>
                  </a:lnTo>
                  <a:lnTo>
                    <a:pt x="285" y="2588"/>
                  </a:lnTo>
                  <a:lnTo>
                    <a:pt x="251" y="2554"/>
                  </a:lnTo>
                  <a:lnTo>
                    <a:pt x="218" y="2517"/>
                  </a:lnTo>
                  <a:lnTo>
                    <a:pt x="187" y="2477"/>
                  </a:lnTo>
                  <a:lnTo>
                    <a:pt x="157" y="2433"/>
                  </a:lnTo>
                  <a:lnTo>
                    <a:pt x="130" y="2388"/>
                  </a:lnTo>
                  <a:lnTo>
                    <a:pt x="105" y="2341"/>
                  </a:lnTo>
                  <a:lnTo>
                    <a:pt x="81" y="2292"/>
                  </a:lnTo>
                  <a:lnTo>
                    <a:pt x="61" y="2241"/>
                  </a:lnTo>
                  <a:lnTo>
                    <a:pt x="44" y="2190"/>
                  </a:lnTo>
                  <a:lnTo>
                    <a:pt x="29" y="2138"/>
                  </a:lnTo>
                  <a:lnTo>
                    <a:pt x="17" y="2085"/>
                  </a:lnTo>
                  <a:lnTo>
                    <a:pt x="7" y="2033"/>
                  </a:lnTo>
                  <a:lnTo>
                    <a:pt x="3" y="1981"/>
                  </a:lnTo>
                  <a:lnTo>
                    <a:pt x="0" y="1931"/>
                  </a:lnTo>
                  <a:lnTo>
                    <a:pt x="0" y="308"/>
                  </a:lnTo>
                  <a:lnTo>
                    <a:pt x="3" y="260"/>
                  </a:lnTo>
                  <a:lnTo>
                    <a:pt x="7" y="215"/>
                  </a:lnTo>
                  <a:lnTo>
                    <a:pt x="17" y="174"/>
                  </a:lnTo>
                  <a:lnTo>
                    <a:pt x="29" y="137"/>
                  </a:lnTo>
                  <a:lnTo>
                    <a:pt x="44" y="104"/>
                  </a:lnTo>
                  <a:lnTo>
                    <a:pt x="61" y="76"/>
                  </a:lnTo>
                  <a:lnTo>
                    <a:pt x="81" y="51"/>
                  </a:lnTo>
                  <a:lnTo>
                    <a:pt x="105" y="31"/>
                  </a:lnTo>
                  <a:lnTo>
                    <a:pt x="130" y="16"/>
                  </a:lnTo>
                  <a:lnTo>
                    <a:pt x="157" y="5"/>
                  </a:lnTo>
                  <a:lnTo>
                    <a:pt x="187" y="0"/>
                  </a:lnTo>
                  <a:lnTo>
                    <a:pt x="218" y="0"/>
                  </a:lnTo>
                  <a:lnTo>
                    <a:pt x="251" y="3"/>
                  </a:lnTo>
                  <a:lnTo>
                    <a:pt x="285" y="14"/>
                  </a:lnTo>
                  <a:lnTo>
                    <a:pt x="320" y="29"/>
                  </a:lnTo>
                  <a:lnTo>
                    <a:pt x="357" y="49"/>
                  </a:lnTo>
                  <a:close/>
                </a:path>
              </a:pathLst>
            </a:custGeom>
            <a:solidFill>
              <a:srgbClr val="BFBFB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4960" name="Freeform 46"/>
            <p:cNvSpPr>
              <a:spLocks/>
            </p:cNvSpPr>
            <p:nvPr/>
          </p:nvSpPr>
          <p:spPr bwMode="auto">
            <a:xfrm>
              <a:off x="1268" y="1663"/>
              <a:ext cx="393" cy="711"/>
            </a:xfrm>
            <a:custGeom>
              <a:avLst/>
              <a:gdLst>
                <a:gd name="T0" fmla="*/ 3 w 1962"/>
                <a:gd name="T1" fmla="*/ 7 h 3555"/>
                <a:gd name="T2" fmla="*/ 2 w 1962"/>
                <a:gd name="T3" fmla="*/ 7 h 3555"/>
                <a:gd name="T4" fmla="*/ 2 w 1962"/>
                <a:gd name="T5" fmla="*/ 8 h 3555"/>
                <a:gd name="T6" fmla="*/ 1 w 1962"/>
                <a:gd name="T7" fmla="*/ 8 h 3555"/>
                <a:gd name="T8" fmla="*/ 1 w 1962"/>
                <a:gd name="T9" fmla="*/ 9 h 3555"/>
                <a:gd name="T10" fmla="*/ 1 w 1962"/>
                <a:gd name="T11" fmla="*/ 10 h 3555"/>
                <a:gd name="T12" fmla="*/ 0 w 1962"/>
                <a:gd name="T13" fmla="*/ 11 h 3555"/>
                <a:gd name="T14" fmla="*/ 0 w 1962"/>
                <a:gd name="T15" fmla="*/ 12 h 3555"/>
                <a:gd name="T16" fmla="*/ 0 w 1962"/>
                <a:gd name="T17" fmla="*/ 13 h 3555"/>
                <a:gd name="T18" fmla="*/ 0 w 1962"/>
                <a:gd name="T19" fmla="*/ 26 h 3555"/>
                <a:gd name="T20" fmla="*/ 0 w 1962"/>
                <a:gd name="T21" fmla="*/ 27 h 3555"/>
                <a:gd name="T22" fmla="*/ 0 w 1962"/>
                <a:gd name="T23" fmla="*/ 28 h 3555"/>
                <a:gd name="T24" fmla="*/ 1 w 1962"/>
                <a:gd name="T25" fmla="*/ 28 h 3555"/>
                <a:gd name="T26" fmla="*/ 1 w 1962"/>
                <a:gd name="T27" fmla="*/ 28 h 3555"/>
                <a:gd name="T28" fmla="*/ 2 w 1962"/>
                <a:gd name="T29" fmla="*/ 28 h 3555"/>
                <a:gd name="T30" fmla="*/ 2 w 1962"/>
                <a:gd name="T31" fmla="*/ 28 h 3555"/>
                <a:gd name="T32" fmla="*/ 3 w 1962"/>
                <a:gd name="T33" fmla="*/ 28 h 3555"/>
                <a:gd name="T34" fmla="*/ 13 w 1962"/>
                <a:gd name="T35" fmla="*/ 22 h 3555"/>
                <a:gd name="T36" fmla="*/ 13 w 1962"/>
                <a:gd name="T37" fmla="*/ 21 h 3555"/>
                <a:gd name="T38" fmla="*/ 14 w 1962"/>
                <a:gd name="T39" fmla="*/ 21 h 3555"/>
                <a:gd name="T40" fmla="*/ 14 w 1962"/>
                <a:gd name="T41" fmla="*/ 20 h 3555"/>
                <a:gd name="T42" fmla="*/ 15 w 1962"/>
                <a:gd name="T43" fmla="*/ 19 h 3555"/>
                <a:gd name="T44" fmla="*/ 15 w 1962"/>
                <a:gd name="T45" fmla="*/ 18 h 3555"/>
                <a:gd name="T46" fmla="*/ 16 w 1962"/>
                <a:gd name="T47" fmla="*/ 18 h 3555"/>
                <a:gd name="T48" fmla="*/ 16 w 1962"/>
                <a:gd name="T49" fmla="*/ 17 h 3555"/>
                <a:gd name="T50" fmla="*/ 16 w 1962"/>
                <a:gd name="T51" fmla="*/ 16 h 3555"/>
                <a:gd name="T52" fmla="*/ 16 w 1962"/>
                <a:gd name="T53" fmla="*/ 2 h 3555"/>
                <a:gd name="T54" fmla="*/ 16 w 1962"/>
                <a:gd name="T55" fmla="*/ 1 h 3555"/>
                <a:gd name="T56" fmla="*/ 15 w 1962"/>
                <a:gd name="T57" fmla="*/ 1 h 3555"/>
                <a:gd name="T58" fmla="*/ 15 w 1962"/>
                <a:gd name="T59" fmla="*/ 0 h 3555"/>
                <a:gd name="T60" fmla="*/ 15 w 1962"/>
                <a:gd name="T61" fmla="*/ 0 h 3555"/>
                <a:gd name="T62" fmla="*/ 14 w 1962"/>
                <a:gd name="T63" fmla="*/ 0 h 3555"/>
                <a:gd name="T64" fmla="*/ 14 w 1962"/>
                <a:gd name="T65" fmla="*/ 0 h 3555"/>
                <a:gd name="T66" fmla="*/ 13 w 1962"/>
                <a:gd name="T67" fmla="*/ 0 h 3555"/>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962"/>
                <a:gd name="T103" fmla="*/ 0 h 3555"/>
                <a:gd name="T104" fmla="*/ 1962 w 1962"/>
                <a:gd name="T105" fmla="*/ 3555 h 3555"/>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962" h="3555">
                  <a:moveTo>
                    <a:pt x="1594" y="50"/>
                  </a:moveTo>
                  <a:lnTo>
                    <a:pt x="368" y="831"/>
                  </a:lnTo>
                  <a:lnTo>
                    <a:pt x="330" y="858"/>
                  </a:lnTo>
                  <a:lnTo>
                    <a:pt x="294" y="888"/>
                  </a:lnTo>
                  <a:lnTo>
                    <a:pt x="259" y="922"/>
                  </a:lnTo>
                  <a:lnTo>
                    <a:pt x="225" y="961"/>
                  </a:lnTo>
                  <a:lnTo>
                    <a:pt x="193" y="1003"/>
                  </a:lnTo>
                  <a:lnTo>
                    <a:pt x="163" y="1047"/>
                  </a:lnTo>
                  <a:lnTo>
                    <a:pt x="133" y="1094"/>
                  </a:lnTo>
                  <a:lnTo>
                    <a:pt x="108" y="1143"/>
                  </a:lnTo>
                  <a:lnTo>
                    <a:pt x="84" y="1193"/>
                  </a:lnTo>
                  <a:lnTo>
                    <a:pt x="63" y="1246"/>
                  </a:lnTo>
                  <a:lnTo>
                    <a:pt x="44" y="1299"/>
                  </a:lnTo>
                  <a:lnTo>
                    <a:pt x="29" y="1353"/>
                  </a:lnTo>
                  <a:lnTo>
                    <a:pt x="16" y="1405"/>
                  </a:lnTo>
                  <a:lnTo>
                    <a:pt x="7" y="1459"/>
                  </a:lnTo>
                  <a:lnTo>
                    <a:pt x="2" y="1512"/>
                  </a:lnTo>
                  <a:lnTo>
                    <a:pt x="0" y="1565"/>
                  </a:lnTo>
                  <a:lnTo>
                    <a:pt x="0" y="3237"/>
                  </a:lnTo>
                  <a:lnTo>
                    <a:pt x="2" y="3287"/>
                  </a:lnTo>
                  <a:lnTo>
                    <a:pt x="7" y="3333"/>
                  </a:lnTo>
                  <a:lnTo>
                    <a:pt x="16" y="3375"/>
                  </a:lnTo>
                  <a:lnTo>
                    <a:pt x="29" y="3413"/>
                  </a:lnTo>
                  <a:lnTo>
                    <a:pt x="44" y="3447"/>
                  </a:lnTo>
                  <a:lnTo>
                    <a:pt x="63" y="3477"/>
                  </a:lnTo>
                  <a:lnTo>
                    <a:pt x="84" y="3502"/>
                  </a:lnTo>
                  <a:lnTo>
                    <a:pt x="108" y="3522"/>
                  </a:lnTo>
                  <a:lnTo>
                    <a:pt x="133" y="3538"/>
                  </a:lnTo>
                  <a:lnTo>
                    <a:pt x="163" y="3549"/>
                  </a:lnTo>
                  <a:lnTo>
                    <a:pt x="193" y="3555"/>
                  </a:lnTo>
                  <a:lnTo>
                    <a:pt x="225" y="3555"/>
                  </a:lnTo>
                  <a:lnTo>
                    <a:pt x="259" y="3550"/>
                  </a:lnTo>
                  <a:lnTo>
                    <a:pt x="294" y="3541"/>
                  </a:lnTo>
                  <a:lnTo>
                    <a:pt x="330" y="3524"/>
                  </a:lnTo>
                  <a:lnTo>
                    <a:pt x="368" y="3503"/>
                  </a:lnTo>
                  <a:lnTo>
                    <a:pt x="1594" y="2722"/>
                  </a:lnTo>
                  <a:lnTo>
                    <a:pt x="1632" y="2696"/>
                  </a:lnTo>
                  <a:lnTo>
                    <a:pt x="1668" y="2665"/>
                  </a:lnTo>
                  <a:lnTo>
                    <a:pt x="1703" y="2631"/>
                  </a:lnTo>
                  <a:lnTo>
                    <a:pt x="1737" y="2592"/>
                  </a:lnTo>
                  <a:lnTo>
                    <a:pt x="1769" y="2551"/>
                  </a:lnTo>
                  <a:lnTo>
                    <a:pt x="1799" y="2506"/>
                  </a:lnTo>
                  <a:lnTo>
                    <a:pt x="1829" y="2460"/>
                  </a:lnTo>
                  <a:lnTo>
                    <a:pt x="1854" y="2411"/>
                  </a:lnTo>
                  <a:lnTo>
                    <a:pt x="1878" y="2361"/>
                  </a:lnTo>
                  <a:lnTo>
                    <a:pt x="1899" y="2308"/>
                  </a:lnTo>
                  <a:lnTo>
                    <a:pt x="1918" y="2256"/>
                  </a:lnTo>
                  <a:lnTo>
                    <a:pt x="1933" y="2202"/>
                  </a:lnTo>
                  <a:lnTo>
                    <a:pt x="1946" y="2149"/>
                  </a:lnTo>
                  <a:lnTo>
                    <a:pt x="1955" y="2095"/>
                  </a:lnTo>
                  <a:lnTo>
                    <a:pt x="1960" y="2042"/>
                  </a:lnTo>
                  <a:lnTo>
                    <a:pt x="1962" y="1989"/>
                  </a:lnTo>
                  <a:lnTo>
                    <a:pt x="1962" y="319"/>
                  </a:lnTo>
                  <a:lnTo>
                    <a:pt x="1960" y="269"/>
                  </a:lnTo>
                  <a:lnTo>
                    <a:pt x="1955" y="223"/>
                  </a:lnTo>
                  <a:lnTo>
                    <a:pt x="1946" y="180"/>
                  </a:lnTo>
                  <a:lnTo>
                    <a:pt x="1933" y="143"/>
                  </a:lnTo>
                  <a:lnTo>
                    <a:pt x="1918" y="109"/>
                  </a:lnTo>
                  <a:lnTo>
                    <a:pt x="1899" y="79"/>
                  </a:lnTo>
                  <a:lnTo>
                    <a:pt x="1878" y="54"/>
                  </a:lnTo>
                  <a:lnTo>
                    <a:pt x="1854" y="33"/>
                  </a:lnTo>
                  <a:lnTo>
                    <a:pt x="1829" y="17"/>
                  </a:lnTo>
                  <a:lnTo>
                    <a:pt x="1799" y="7"/>
                  </a:lnTo>
                  <a:lnTo>
                    <a:pt x="1769" y="0"/>
                  </a:lnTo>
                  <a:lnTo>
                    <a:pt x="1737" y="0"/>
                  </a:lnTo>
                  <a:lnTo>
                    <a:pt x="1703" y="4"/>
                  </a:lnTo>
                  <a:lnTo>
                    <a:pt x="1668" y="14"/>
                  </a:lnTo>
                  <a:lnTo>
                    <a:pt x="1632" y="29"/>
                  </a:lnTo>
                  <a:lnTo>
                    <a:pt x="1594" y="50"/>
                  </a:lnTo>
                  <a:close/>
                </a:path>
              </a:pathLst>
            </a:custGeom>
            <a:solidFill>
              <a:srgbClr val="E5E5E5"/>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4961" name="Freeform 47"/>
            <p:cNvSpPr>
              <a:spLocks noEditPoints="1"/>
            </p:cNvSpPr>
            <p:nvPr/>
          </p:nvSpPr>
          <p:spPr bwMode="auto">
            <a:xfrm>
              <a:off x="916" y="1589"/>
              <a:ext cx="697" cy="698"/>
            </a:xfrm>
            <a:custGeom>
              <a:avLst/>
              <a:gdLst>
                <a:gd name="T0" fmla="*/ 16 w 3485"/>
                <a:gd name="T1" fmla="*/ 0 h 3490"/>
                <a:gd name="T2" fmla="*/ 17 w 3485"/>
                <a:gd name="T3" fmla="*/ 2 h 3490"/>
                <a:gd name="T4" fmla="*/ 17 w 3485"/>
                <a:gd name="T5" fmla="*/ 3 h 3490"/>
                <a:gd name="T6" fmla="*/ 14 w 3485"/>
                <a:gd name="T7" fmla="*/ 4 h 3490"/>
                <a:gd name="T8" fmla="*/ 12 w 3485"/>
                <a:gd name="T9" fmla="*/ 4 h 3490"/>
                <a:gd name="T10" fmla="*/ 11 w 3485"/>
                <a:gd name="T11" fmla="*/ 2 h 3490"/>
                <a:gd name="T12" fmla="*/ 11 w 3485"/>
                <a:gd name="T13" fmla="*/ 1 h 3490"/>
                <a:gd name="T14" fmla="*/ 14 w 3485"/>
                <a:gd name="T15" fmla="*/ 0 h 3490"/>
                <a:gd name="T16" fmla="*/ 3 w 3485"/>
                <a:gd name="T17" fmla="*/ 7 h 3490"/>
                <a:gd name="T18" fmla="*/ 4 w 3485"/>
                <a:gd name="T19" fmla="*/ 9 h 3490"/>
                <a:gd name="T20" fmla="*/ 3 w 3485"/>
                <a:gd name="T21" fmla="*/ 12 h 3490"/>
                <a:gd name="T22" fmla="*/ 2 w 3485"/>
                <a:gd name="T23" fmla="*/ 13 h 3490"/>
                <a:gd name="T24" fmla="*/ 1 w 3485"/>
                <a:gd name="T25" fmla="*/ 12 h 3490"/>
                <a:gd name="T26" fmla="*/ 0 w 3485"/>
                <a:gd name="T27" fmla="*/ 10 h 3490"/>
                <a:gd name="T28" fmla="*/ 0 w 3485"/>
                <a:gd name="T29" fmla="*/ 8 h 3490"/>
                <a:gd name="T30" fmla="*/ 2 w 3485"/>
                <a:gd name="T31" fmla="*/ 6 h 3490"/>
                <a:gd name="T32" fmla="*/ 10 w 3485"/>
                <a:gd name="T33" fmla="*/ 20 h 3490"/>
                <a:gd name="T34" fmla="*/ 11 w 3485"/>
                <a:gd name="T35" fmla="*/ 22 h 3490"/>
                <a:gd name="T36" fmla="*/ 11 w 3485"/>
                <a:gd name="T37" fmla="*/ 25 h 3490"/>
                <a:gd name="T38" fmla="*/ 10 w 3485"/>
                <a:gd name="T39" fmla="*/ 27 h 3490"/>
                <a:gd name="T40" fmla="*/ 8 w 3485"/>
                <a:gd name="T41" fmla="*/ 26 h 3490"/>
                <a:gd name="T42" fmla="*/ 7 w 3485"/>
                <a:gd name="T43" fmla="*/ 24 h 3490"/>
                <a:gd name="T44" fmla="*/ 7 w 3485"/>
                <a:gd name="T45" fmla="*/ 22 h 3490"/>
                <a:gd name="T46" fmla="*/ 8 w 3485"/>
                <a:gd name="T47" fmla="*/ 20 h 3490"/>
                <a:gd name="T48" fmla="*/ 20 w 3485"/>
                <a:gd name="T49" fmla="*/ 21 h 3490"/>
                <a:gd name="T50" fmla="*/ 21 w 3485"/>
                <a:gd name="T51" fmla="*/ 23 h 3490"/>
                <a:gd name="T52" fmla="*/ 21 w 3485"/>
                <a:gd name="T53" fmla="*/ 26 h 3490"/>
                <a:gd name="T54" fmla="*/ 20 w 3485"/>
                <a:gd name="T55" fmla="*/ 28 h 3490"/>
                <a:gd name="T56" fmla="*/ 18 w 3485"/>
                <a:gd name="T57" fmla="*/ 28 h 3490"/>
                <a:gd name="T58" fmla="*/ 17 w 3485"/>
                <a:gd name="T59" fmla="*/ 26 h 3490"/>
                <a:gd name="T60" fmla="*/ 17 w 3485"/>
                <a:gd name="T61" fmla="*/ 23 h 3490"/>
                <a:gd name="T62" fmla="*/ 18 w 3485"/>
                <a:gd name="T63" fmla="*/ 21 h 3490"/>
                <a:gd name="T64" fmla="*/ 19 w 3485"/>
                <a:gd name="T65" fmla="*/ 11 h 3490"/>
                <a:gd name="T66" fmla="*/ 20 w 3485"/>
                <a:gd name="T67" fmla="*/ 13 h 3490"/>
                <a:gd name="T68" fmla="*/ 21 w 3485"/>
                <a:gd name="T69" fmla="*/ 15 h 3490"/>
                <a:gd name="T70" fmla="*/ 20 w 3485"/>
                <a:gd name="T71" fmla="*/ 17 h 3490"/>
                <a:gd name="T72" fmla="*/ 18 w 3485"/>
                <a:gd name="T73" fmla="*/ 17 h 3490"/>
                <a:gd name="T74" fmla="*/ 17 w 3485"/>
                <a:gd name="T75" fmla="*/ 16 h 3490"/>
                <a:gd name="T76" fmla="*/ 17 w 3485"/>
                <a:gd name="T77" fmla="*/ 13 h 3490"/>
                <a:gd name="T78" fmla="*/ 18 w 3485"/>
                <a:gd name="T79" fmla="*/ 11 h 3490"/>
                <a:gd name="T80" fmla="*/ 26 w 3485"/>
                <a:gd name="T81" fmla="*/ 7 h 3490"/>
                <a:gd name="T82" fmla="*/ 27 w 3485"/>
                <a:gd name="T83" fmla="*/ 8 h 3490"/>
                <a:gd name="T84" fmla="*/ 27 w 3485"/>
                <a:gd name="T85" fmla="*/ 11 h 3490"/>
                <a:gd name="T86" fmla="*/ 26 w 3485"/>
                <a:gd name="T87" fmla="*/ 13 h 3490"/>
                <a:gd name="T88" fmla="*/ 25 w 3485"/>
                <a:gd name="T89" fmla="*/ 13 h 3490"/>
                <a:gd name="T90" fmla="*/ 24 w 3485"/>
                <a:gd name="T91" fmla="*/ 12 h 3490"/>
                <a:gd name="T92" fmla="*/ 24 w 3485"/>
                <a:gd name="T93" fmla="*/ 9 h 3490"/>
                <a:gd name="T94" fmla="*/ 24 w 3485"/>
                <a:gd name="T95" fmla="*/ 7 h 3490"/>
                <a:gd name="T96" fmla="*/ 26 w 3485"/>
                <a:gd name="T97" fmla="*/ 17 h 3490"/>
                <a:gd name="T98" fmla="*/ 27 w 3485"/>
                <a:gd name="T99" fmla="*/ 18 h 3490"/>
                <a:gd name="T100" fmla="*/ 28 w 3485"/>
                <a:gd name="T101" fmla="*/ 21 h 3490"/>
                <a:gd name="T102" fmla="*/ 27 w 3485"/>
                <a:gd name="T103" fmla="*/ 23 h 3490"/>
                <a:gd name="T104" fmla="*/ 26 w 3485"/>
                <a:gd name="T105" fmla="*/ 24 h 3490"/>
                <a:gd name="T106" fmla="*/ 24 w 3485"/>
                <a:gd name="T107" fmla="*/ 23 h 3490"/>
                <a:gd name="T108" fmla="*/ 24 w 3485"/>
                <a:gd name="T109" fmla="*/ 20 h 3490"/>
                <a:gd name="T110" fmla="*/ 25 w 3485"/>
                <a:gd name="T111" fmla="*/ 18 h 3490"/>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w 3485"/>
                <a:gd name="T169" fmla="*/ 0 h 3490"/>
                <a:gd name="T170" fmla="*/ 3485 w 3485"/>
                <a:gd name="T171" fmla="*/ 3490 h 3490"/>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T168" t="T169" r="T170" b="T171"/>
              <a:pathLst>
                <a:path w="3485" h="3490">
                  <a:moveTo>
                    <a:pt x="1754" y="0"/>
                  </a:moveTo>
                  <a:lnTo>
                    <a:pt x="1797" y="2"/>
                  </a:lnTo>
                  <a:lnTo>
                    <a:pt x="1840" y="5"/>
                  </a:lnTo>
                  <a:lnTo>
                    <a:pt x="1881" y="12"/>
                  </a:lnTo>
                  <a:lnTo>
                    <a:pt x="1921" y="20"/>
                  </a:lnTo>
                  <a:lnTo>
                    <a:pt x="1959" y="31"/>
                  </a:lnTo>
                  <a:lnTo>
                    <a:pt x="1994" y="44"/>
                  </a:lnTo>
                  <a:lnTo>
                    <a:pt x="2028" y="59"/>
                  </a:lnTo>
                  <a:lnTo>
                    <a:pt x="2058" y="74"/>
                  </a:lnTo>
                  <a:lnTo>
                    <a:pt x="2086" y="93"/>
                  </a:lnTo>
                  <a:lnTo>
                    <a:pt x="2111" y="113"/>
                  </a:lnTo>
                  <a:lnTo>
                    <a:pt x="2132" y="133"/>
                  </a:lnTo>
                  <a:lnTo>
                    <a:pt x="2151" y="155"/>
                  </a:lnTo>
                  <a:lnTo>
                    <a:pt x="2165" y="179"/>
                  </a:lnTo>
                  <a:lnTo>
                    <a:pt x="2175" y="203"/>
                  </a:lnTo>
                  <a:lnTo>
                    <a:pt x="2182" y="229"/>
                  </a:lnTo>
                  <a:lnTo>
                    <a:pt x="2185" y="255"/>
                  </a:lnTo>
                  <a:lnTo>
                    <a:pt x="2182" y="281"/>
                  </a:lnTo>
                  <a:lnTo>
                    <a:pt x="2175" y="305"/>
                  </a:lnTo>
                  <a:lnTo>
                    <a:pt x="2165" y="330"/>
                  </a:lnTo>
                  <a:lnTo>
                    <a:pt x="2151" y="353"/>
                  </a:lnTo>
                  <a:lnTo>
                    <a:pt x="2132" y="376"/>
                  </a:lnTo>
                  <a:lnTo>
                    <a:pt x="2111" y="397"/>
                  </a:lnTo>
                  <a:lnTo>
                    <a:pt x="2086" y="417"/>
                  </a:lnTo>
                  <a:lnTo>
                    <a:pt x="2058" y="434"/>
                  </a:lnTo>
                  <a:lnTo>
                    <a:pt x="2028" y="451"/>
                  </a:lnTo>
                  <a:lnTo>
                    <a:pt x="1994" y="466"/>
                  </a:lnTo>
                  <a:lnTo>
                    <a:pt x="1959" y="479"/>
                  </a:lnTo>
                  <a:lnTo>
                    <a:pt x="1921" y="489"/>
                  </a:lnTo>
                  <a:lnTo>
                    <a:pt x="1881" y="498"/>
                  </a:lnTo>
                  <a:lnTo>
                    <a:pt x="1840" y="505"/>
                  </a:lnTo>
                  <a:lnTo>
                    <a:pt x="1797" y="508"/>
                  </a:lnTo>
                  <a:lnTo>
                    <a:pt x="1754" y="509"/>
                  </a:lnTo>
                  <a:lnTo>
                    <a:pt x="1710" y="508"/>
                  </a:lnTo>
                  <a:lnTo>
                    <a:pt x="1667" y="505"/>
                  </a:lnTo>
                  <a:lnTo>
                    <a:pt x="1626" y="498"/>
                  </a:lnTo>
                  <a:lnTo>
                    <a:pt x="1586" y="489"/>
                  </a:lnTo>
                  <a:lnTo>
                    <a:pt x="1548" y="479"/>
                  </a:lnTo>
                  <a:lnTo>
                    <a:pt x="1512" y="466"/>
                  </a:lnTo>
                  <a:lnTo>
                    <a:pt x="1479" y="451"/>
                  </a:lnTo>
                  <a:lnTo>
                    <a:pt x="1449" y="434"/>
                  </a:lnTo>
                  <a:lnTo>
                    <a:pt x="1421" y="417"/>
                  </a:lnTo>
                  <a:lnTo>
                    <a:pt x="1395" y="397"/>
                  </a:lnTo>
                  <a:lnTo>
                    <a:pt x="1374" y="376"/>
                  </a:lnTo>
                  <a:lnTo>
                    <a:pt x="1355" y="353"/>
                  </a:lnTo>
                  <a:lnTo>
                    <a:pt x="1341" y="330"/>
                  </a:lnTo>
                  <a:lnTo>
                    <a:pt x="1331" y="305"/>
                  </a:lnTo>
                  <a:lnTo>
                    <a:pt x="1324" y="281"/>
                  </a:lnTo>
                  <a:lnTo>
                    <a:pt x="1321" y="255"/>
                  </a:lnTo>
                  <a:lnTo>
                    <a:pt x="1324" y="229"/>
                  </a:lnTo>
                  <a:lnTo>
                    <a:pt x="1331" y="203"/>
                  </a:lnTo>
                  <a:lnTo>
                    <a:pt x="1341" y="179"/>
                  </a:lnTo>
                  <a:lnTo>
                    <a:pt x="1355" y="155"/>
                  </a:lnTo>
                  <a:lnTo>
                    <a:pt x="1374" y="133"/>
                  </a:lnTo>
                  <a:lnTo>
                    <a:pt x="1395" y="113"/>
                  </a:lnTo>
                  <a:lnTo>
                    <a:pt x="1421" y="93"/>
                  </a:lnTo>
                  <a:lnTo>
                    <a:pt x="1449" y="74"/>
                  </a:lnTo>
                  <a:lnTo>
                    <a:pt x="1479" y="59"/>
                  </a:lnTo>
                  <a:lnTo>
                    <a:pt x="1512" y="44"/>
                  </a:lnTo>
                  <a:lnTo>
                    <a:pt x="1548" y="31"/>
                  </a:lnTo>
                  <a:lnTo>
                    <a:pt x="1586" y="20"/>
                  </a:lnTo>
                  <a:lnTo>
                    <a:pt x="1626" y="12"/>
                  </a:lnTo>
                  <a:lnTo>
                    <a:pt x="1667" y="5"/>
                  </a:lnTo>
                  <a:lnTo>
                    <a:pt x="1710" y="2"/>
                  </a:lnTo>
                  <a:lnTo>
                    <a:pt x="1754" y="0"/>
                  </a:lnTo>
                  <a:close/>
                  <a:moveTo>
                    <a:pt x="239" y="786"/>
                  </a:moveTo>
                  <a:lnTo>
                    <a:pt x="263" y="788"/>
                  </a:lnTo>
                  <a:lnTo>
                    <a:pt x="287" y="794"/>
                  </a:lnTo>
                  <a:lnTo>
                    <a:pt x="309" y="805"/>
                  </a:lnTo>
                  <a:lnTo>
                    <a:pt x="331" y="819"/>
                  </a:lnTo>
                  <a:lnTo>
                    <a:pt x="352" y="836"/>
                  </a:lnTo>
                  <a:lnTo>
                    <a:pt x="372" y="857"/>
                  </a:lnTo>
                  <a:lnTo>
                    <a:pt x="390" y="882"/>
                  </a:lnTo>
                  <a:lnTo>
                    <a:pt x="407" y="909"/>
                  </a:lnTo>
                  <a:lnTo>
                    <a:pt x="423" y="940"/>
                  </a:lnTo>
                  <a:lnTo>
                    <a:pt x="437" y="971"/>
                  </a:lnTo>
                  <a:lnTo>
                    <a:pt x="448" y="1006"/>
                  </a:lnTo>
                  <a:lnTo>
                    <a:pt x="459" y="1043"/>
                  </a:lnTo>
                  <a:lnTo>
                    <a:pt x="467" y="1081"/>
                  </a:lnTo>
                  <a:lnTo>
                    <a:pt x="473" y="1121"/>
                  </a:lnTo>
                  <a:lnTo>
                    <a:pt x="476" y="1163"/>
                  </a:lnTo>
                  <a:lnTo>
                    <a:pt x="478" y="1206"/>
                  </a:lnTo>
                  <a:lnTo>
                    <a:pt x="476" y="1248"/>
                  </a:lnTo>
                  <a:lnTo>
                    <a:pt x="473" y="1290"/>
                  </a:lnTo>
                  <a:lnTo>
                    <a:pt x="467" y="1330"/>
                  </a:lnTo>
                  <a:lnTo>
                    <a:pt x="459" y="1367"/>
                  </a:lnTo>
                  <a:lnTo>
                    <a:pt x="448" y="1405"/>
                  </a:lnTo>
                  <a:lnTo>
                    <a:pt x="437" y="1439"/>
                  </a:lnTo>
                  <a:lnTo>
                    <a:pt x="423" y="1472"/>
                  </a:lnTo>
                  <a:lnTo>
                    <a:pt x="407" y="1501"/>
                  </a:lnTo>
                  <a:lnTo>
                    <a:pt x="390" y="1528"/>
                  </a:lnTo>
                  <a:lnTo>
                    <a:pt x="372" y="1553"/>
                  </a:lnTo>
                  <a:lnTo>
                    <a:pt x="352" y="1574"/>
                  </a:lnTo>
                  <a:lnTo>
                    <a:pt x="331" y="1591"/>
                  </a:lnTo>
                  <a:lnTo>
                    <a:pt x="309" y="1605"/>
                  </a:lnTo>
                  <a:lnTo>
                    <a:pt x="287" y="1616"/>
                  </a:lnTo>
                  <a:lnTo>
                    <a:pt x="263" y="1622"/>
                  </a:lnTo>
                  <a:lnTo>
                    <a:pt x="239" y="1624"/>
                  </a:lnTo>
                  <a:lnTo>
                    <a:pt x="214" y="1622"/>
                  </a:lnTo>
                  <a:lnTo>
                    <a:pt x="191" y="1616"/>
                  </a:lnTo>
                  <a:lnTo>
                    <a:pt x="168" y="1605"/>
                  </a:lnTo>
                  <a:lnTo>
                    <a:pt x="146" y="1591"/>
                  </a:lnTo>
                  <a:lnTo>
                    <a:pt x="125" y="1574"/>
                  </a:lnTo>
                  <a:lnTo>
                    <a:pt x="105" y="1553"/>
                  </a:lnTo>
                  <a:lnTo>
                    <a:pt x="87" y="1528"/>
                  </a:lnTo>
                  <a:lnTo>
                    <a:pt x="70" y="1501"/>
                  </a:lnTo>
                  <a:lnTo>
                    <a:pt x="55" y="1472"/>
                  </a:lnTo>
                  <a:lnTo>
                    <a:pt x="41" y="1439"/>
                  </a:lnTo>
                  <a:lnTo>
                    <a:pt x="29" y="1405"/>
                  </a:lnTo>
                  <a:lnTo>
                    <a:pt x="18" y="1367"/>
                  </a:lnTo>
                  <a:lnTo>
                    <a:pt x="10" y="1330"/>
                  </a:lnTo>
                  <a:lnTo>
                    <a:pt x="4" y="1290"/>
                  </a:lnTo>
                  <a:lnTo>
                    <a:pt x="1" y="1248"/>
                  </a:lnTo>
                  <a:lnTo>
                    <a:pt x="0" y="1206"/>
                  </a:lnTo>
                  <a:lnTo>
                    <a:pt x="1" y="1163"/>
                  </a:lnTo>
                  <a:lnTo>
                    <a:pt x="4" y="1121"/>
                  </a:lnTo>
                  <a:lnTo>
                    <a:pt x="10" y="1081"/>
                  </a:lnTo>
                  <a:lnTo>
                    <a:pt x="18" y="1043"/>
                  </a:lnTo>
                  <a:lnTo>
                    <a:pt x="29" y="1006"/>
                  </a:lnTo>
                  <a:lnTo>
                    <a:pt x="41" y="971"/>
                  </a:lnTo>
                  <a:lnTo>
                    <a:pt x="55" y="940"/>
                  </a:lnTo>
                  <a:lnTo>
                    <a:pt x="70" y="909"/>
                  </a:lnTo>
                  <a:lnTo>
                    <a:pt x="87" y="882"/>
                  </a:lnTo>
                  <a:lnTo>
                    <a:pt x="105" y="857"/>
                  </a:lnTo>
                  <a:lnTo>
                    <a:pt x="125" y="836"/>
                  </a:lnTo>
                  <a:lnTo>
                    <a:pt x="146" y="819"/>
                  </a:lnTo>
                  <a:lnTo>
                    <a:pt x="168" y="805"/>
                  </a:lnTo>
                  <a:lnTo>
                    <a:pt x="191" y="794"/>
                  </a:lnTo>
                  <a:lnTo>
                    <a:pt x="214" y="788"/>
                  </a:lnTo>
                  <a:lnTo>
                    <a:pt x="239" y="786"/>
                  </a:lnTo>
                  <a:close/>
                  <a:moveTo>
                    <a:pt x="1119" y="2495"/>
                  </a:moveTo>
                  <a:lnTo>
                    <a:pt x="1143" y="2498"/>
                  </a:lnTo>
                  <a:lnTo>
                    <a:pt x="1167" y="2504"/>
                  </a:lnTo>
                  <a:lnTo>
                    <a:pt x="1190" y="2514"/>
                  </a:lnTo>
                  <a:lnTo>
                    <a:pt x="1211" y="2528"/>
                  </a:lnTo>
                  <a:lnTo>
                    <a:pt x="1232" y="2546"/>
                  </a:lnTo>
                  <a:lnTo>
                    <a:pt x="1252" y="2567"/>
                  </a:lnTo>
                  <a:lnTo>
                    <a:pt x="1271" y="2592"/>
                  </a:lnTo>
                  <a:lnTo>
                    <a:pt x="1288" y="2618"/>
                  </a:lnTo>
                  <a:lnTo>
                    <a:pt x="1304" y="2648"/>
                  </a:lnTo>
                  <a:lnTo>
                    <a:pt x="1318" y="2681"/>
                  </a:lnTo>
                  <a:lnTo>
                    <a:pt x="1329" y="2715"/>
                  </a:lnTo>
                  <a:lnTo>
                    <a:pt x="1340" y="2752"/>
                  </a:lnTo>
                  <a:lnTo>
                    <a:pt x="1348" y="2790"/>
                  </a:lnTo>
                  <a:lnTo>
                    <a:pt x="1354" y="2830"/>
                  </a:lnTo>
                  <a:lnTo>
                    <a:pt x="1358" y="2872"/>
                  </a:lnTo>
                  <a:lnTo>
                    <a:pt x="1359" y="2914"/>
                  </a:lnTo>
                  <a:lnTo>
                    <a:pt x="1358" y="2956"/>
                  </a:lnTo>
                  <a:lnTo>
                    <a:pt x="1354" y="2998"/>
                  </a:lnTo>
                  <a:lnTo>
                    <a:pt x="1348" y="3038"/>
                  </a:lnTo>
                  <a:lnTo>
                    <a:pt x="1340" y="3077"/>
                  </a:lnTo>
                  <a:lnTo>
                    <a:pt x="1329" y="3113"/>
                  </a:lnTo>
                  <a:lnTo>
                    <a:pt x="1318" y="3147"/>
                  </a:lnTo>
                  <a:lnTo>
                    <a:pt x="1304" y="3180"/>
                  </a:lnTo>
                  <a:lnTo>
                    <a:pt x="1288" y="3209"/>
                  </a:lnTo>
                  <a:lnTo>
                    <a:pt x="1271" y="3238"/>
                  </a:lnTo>
                  <a:lnTo>
                    <a:pt x="1252" y="3261"/>
                  </a:lnTo>
                  <a:lnTo>
                    <a:pt x="1232" y="3282"/>
                  </a:lnTo>
                  <a:lnTo>
                    <a:pt x="1211" y="3301"/>
                  </a:lnTo>
                  <a:lnTo>
                    <a:pt x="1190" y="3315"/>
                  </a:lnTo>
                  <a:lnTo>
                    <a:pt x="1167" y="3325"/>
                  </a:lnTo>
                  <a:lnTo>
                    <a:pt x="1143" y="3331"/>
                  </a:lnTo>
                  <a:lnTo>
                    <a:pt x="1119" y="3334"/>
                  </a:lnTo>
                  <a:lnTo>
                    <a:pt x="1094" y="3331"/>
                  </a:lnTo>
                  <a:lnTo>
                    <a:pt x="1070" y="3325"/>
                  </a:lnTo>
                  <a:lnTo>
                    <a:pt x="1048" y="3315"/>
                  </a:lnTo>
                  <a:lnTo>
                    <a:pt x="1026" y="3301"/>
                  </a:lnTo>
                  <a:lnTo>
                    <a:pt x="1005" y="3282"/>
                  </a:lnTo>
                  <a:lnTo>
                    <a:pt x="985" y="3261"/>
                  </a:lnTo>
                  <a:lnTo>
                    <a:pt x="967" y="3238"/>
                  </a:lnTo>
                  <a:lnTo>
                    <a:pt x="950" y="3209"/>
                  </a:lnTo>
                  <a:lnTo>
                    <a:pt x="935" y="3180"/>
                  </a:lnTo>
                  <a:lnTo>
                    <a:pt x="921" y="3147"/>
                  </a:lnTo>
                  <a:lnTo>
                    <a:pt x="909" y="3113"/>
                  </a:lnTo>
                  <a:lnTo>
                    <a:pt x="898" y="3077"/>
                  </a:lnTo>
                  <a:lnTo>
                    <a:pt x="890" y="3038"/>
                  </a:lnTo>
                  <a:lnTo>
                    <a:pt x="884" y="2998"/>
                  </a:lnTo>
                  <a:lnTo>
                    <a:pt x="881" y="2956"/>
                  </a:lnTo>
                  <a:lnTo>
                    <a:pt x="880" y="2914"/>
                  </a:lnTo>
                  <a:lnTo>
                    <a:pt x="881" y="2872"/>
                  </a:lnTo>
                  <a:lnTo>
                    <a:pt x="884" y="2830"/>
                  </a:lnTo>
                  <a:lnTo>
                    <a:pt x="890" y="2790"/>
                  </a:lnTo>
                  <a:lnTo>
                    <a:pt x="898" y="2752"/>
                  </a:lnTo>
                  <a:lnTo>
                    <a:pt x="909" y="2715"/>
                  </a:lnTo>
                  <a:lnTo>
                    <a:pt x="921" y="2681"/>
                  </a:lnTo>
                  <a:lnTo>
                    <a:pt x="935" y="2648"/>
                  </a:lnTo>
                  <a:lnTo>
                    <a:pt x="950" y="2618"/>
                  </a:lnTo>
                  <a:lnTo>
                    <a:pt x="967" y="2592"/>
                  </a:lnTo>
                  <a:lnTo>
                    <a:pt x="985" y="2567"/>
                  </a:lnTo>
                  <a:lnTo>
                    <a:pt x="1005" y="2546"/>
                  </a:lnTo>
                  <a:lnTo>
                    <a:pt x="1026" y="2528"/>
                  </a:lnTo>
                  <a:lnTo>
                    <a:pt x="1048" y="2514"/>
                  </a:lnTo>
                  <a:lnTo>
                    <a:pt x="1070" y="2504"/>
                  </a:lnTo>
                  <a:lnTo>
                    <a:pt x="1094" y="2498"/>
                  </a:lnTo>
                  <a:lnTo>
                    <a:pt x="1119" y="2495"/>
                  </a:lnTo>
                  <a:close/>
                  <a:moveTo>
                    <a:pt x="2380" y="2651"/>
                  </a:moveTo>
                  <a:lnTo>
                    <a:pt x="2405" y="2654"/>
                  </a:lnTo>
                  <a:lnTo>
                    <a:pt x="2428" y="2660"/>
                  </a:lnTo>
                  <a:lnTo>
                    <a:pt x="2452" y="2670"/>
                  </a:lnTo>
                  <a:lnTo>
                    <a:pt x="2473" y="2684"/>
                  </a:lnTo>
                  <a:lnTo>
                    <a:pt x="2494" y="2703"/>
                  </a:lnTo>
                  <a:lnTo>
                    <a:pt x="2514" y="2724"/>
                  </a:lnTo>
                  <a:lnTo>
                    <a:pt x="2533" y="2747"/>
                  </a:lnTo>
                  <a:lnTo>
                    <a:pt x="2550" y="2774"/>
                  </a:lnTo>
                  <a:lnTo>
                    <a:pt x="2565" y="2805"/>
                  </a:lnTo>
                  <a:lnTo>
                    <a:pt x="2580" y="2838"/>
                  </a:lnTo>
                  <a:lnTo>
                    <a:pt x="2591" y="2872"/>
                  </a:lnTo>
                  <a:lnTo>
                    <a:pt x="2602" y="2908"/>
                  </a:lnTo>
                  <a:lnTo>
                    <a:pt x="2610" y="2947"/>
                  </a:lnTo>
                  <a:lnTo>
                    <a:pt x="2616" y="2987"/>
                  </a:lnTo>
                  <a:lnTo>
                    <a:pt x="2619" y="3029"/>
                  </a:lnTo>
                  <a:lnTo>
                    <a:pt x="2621" y="3071"/>
                  </a:lnTo>
                  <a:lnTo>
                    <a:pt x="2619" y="3113"/>
                  </a:lnTo>
                  <a:lnTo>
                    <a:pt x="2616" y="3155"/>
                  </a:lnTo>
                  <a:lnTo>
                    <a:pt x="2610" y="3195"/>
                  </a:lnTo>
                  <a:lnTo>
                    <a:pt x="2602" y="3233"/>
                  </a:lnTo>
                  <a:lnTo>
                    <a:pt x="2591" y="3270"/>
                  </a:lnTo>
                  <a:lnTo>
                    <a:pt x="2580" y="3304"/>
                  </a:lnTo>
                  <a:lnTo>
                    <a:pt x="2565" y="3337"/>
                  </a:lnTo>
                  <a:lnTo>
                    <a:pt x="2550" y="3367"/>
                  </a:lnTo>
                  <a:lnTo>
                    <a:pt x="2533" y="3393"/>
                  </a:lnTo>
                  <a:lnTo>
                    <a:pt x="2514" y="3418"/>
                  </a:lnTo>
                  <a:lnTo>
                    <a:pt x="2494" y="3439"/>
                  </a:lnTo>
                  <a:lnTo>
                    <a:pt x="2473" y="3457"/>
                  </a:lnTo>
                  <a:lnTo>
                    <a:pt x="2452" y="3471"/>
                  </a:lnTo>
                  <a:lnTo>
                    <a:pt x="2428" y="3481"/>
                  </a:lnTo>
                  <a:lnTo>
                    <a:pt x="2405" y="3487"/>
                  </a:lnTo>
                  <a:lnTo>
                    <a:pt x="2380" y="3490"/>
                  </a:lnTo>
                  <a:lnTo>
                    <a:pt x="2356" y="3487"/>
                  </a:lnTo>
                  <a:lnTo>
                    <a:pt x="2332" y="3481"/>
                  </a:lnTo>
                  <a:lnTo>
                    <a:pt x="2310" y="3471"/>
                  </a:lnTo>
                  <a:lnTo>
                    <a:pt x="2288" y="3457"/>
                  </a:lnTo>
                  <a:lnTo>
                    <a:pt x="2267" y="3439"/>
                  </a:lnTo>
                  <a:lnTo>
                    <a:pt x="2248" y="3418"/>
                  </a:lnTo>
                  <a:lnTo>
                    <a:pt x="2229" y="3393"/>
                  </a:lnTo>
                  <a:lnTo>
                    <a:pt x="2212" y="3367"/>
                  </a:lnTo>
                  <a:lnTo>
                    <a:pt x="2196" y="3337"/>
                  </a:lnTo>
                  <a:lnTo>
                    <a:pt x="2182" y="3304"/>
                  </a:lnTo>
                  <a:lnTo>
                    <a:pt x="2171" y="3270"/>
                  </a:lnTo>
                  <a:lnTo>
                    <a:pt x="2160" y="3233"/>
                  </a:lnTo>
                  <a:lnTo>
                    <a:pt x="2152" y="3195"/>
                  </a:lnTo>
                  <a:lnTo>
                    <a:pt x="2146" y="3155"/>
                  </a:lnTo>
                  <a:lnTo>
                    <a:pt x="2142" y="3113"/>
                  </a:lnTo>
                  <a:lnTo>
                    <a:pt x="2141" y="3071"/>
                  </a:lnTo>
                  <a:lnTo>
                    <a:pt x="2142" y="3029"/>
                  </a:lnTo>
                  <a:lnTo>
                    <a:pt x="2146" y="2987"/>
                  </a:lnTo>
                  <a:lnTo>
                    <a:pt x="2152" y="2947"/>
                  </a:lnTo>
                  <a:lnTo>
                    <a:pt x="2160" y="2908"/>
                  </a:lnTo>
                  <a:lnTo>
                    <a:pt x="2171" y="2872"/>
                  </a:lnTo>
                  <a:lnTo>
                    <a:pt x="2182" y="2838"/>
                  </a:lnTo>
                  <a:lnTo>
                    <a:pt x="2196" y="2805"/>
                  </a:lnTo>
                  <a:lnTo>
                    <a:pt x="2212" y="2774"/>
                  </a:lnTo>
                  <a:lnTo>
                    <a:pt x="2229" y="2747"/>
                  </a:lnTo>
                  <a:lnTo>
                    <a:pt x="2248" y="2724"/>
                  </a:lnTo>
                  <a:lnTo>
                    <a:pt x="2267" y="2703"/>
                  </a:lnTo>
                  <a:lnTo>
                    <a:pt x="2288" y="2684"/>
                  </a:lnTo>
                  <a:lnTo>
                    <a:pt x="2310" y="2670"/>
                  </a:lnTo>
                  <a:lnTo>
                    <a:pt x="2332" y="2660"/>
                  </a:lnTo>
                  <a:lnTo>
                    <a:pt x="2356" y="2654"/>
                  </a:lnTo>
                  <a:lnTo>
                    <a:pt x="2380" y="2651"/>
                  </a:lnTo>
                  <a:close/>
                  <a:moveTo>
                    <a:pt x="2342" y="1355"/>
                  </a:moveTo>
                  <a:lnTo>
                    <a:pt x="2366" y="1357"/>
                  </a:lnTo>
                  <a:lnTo>
                    <a:pt x="2390" y="1363"/>
                  </a:lnTo>
                  <a:lnTo>
                    <a:pt x="2412" y="1373"/>
                  </a:lnTo>
                  <a:lnTo>
                    <a:pt x="2434" y="1387"/>
                  </a:lnTo>
                  <a:lnTo>
                    <a:pt x="2455" y="1405"/>
                  </a:lnTo>
                  <a:lnTo>
                    <a:pt x="2475" y="1426"/>
                  </a:lnTo>
                  <a:lnTo>
                    <a:pt x="2493" y="1451"/>
                  </a:lnTo>
                  <a:lnTo>
                    <a:pt x="2510" y="1478"/>
                  </a:lnTo>
                  <a:lnTo>
                    <a:pt x="2526" y="1507"/>
                  </a:lnTo>
                  <a:lnTo>
                    <a:pt x="2540" y="1540"/>
                  </a:lnTo>
                  <a:lnTo>
                    <a:pt x="2551" y="1574"/>
                  </a:lnTo>
                  <a:lnTo>
                    <a:pt x="2562" y="1611"/>
                  </a:lnTo>
                  <a:lnTo>
                    <a:pt x="2570" y="1649"/>
                  </a:lnTo>
                  <a:lnTo>
                    <a:pt x="2576" y="1689"/>
                  </a:lnTo>
                  <a:lnTo>
                    <a:pt x="2580" y="1731"/>
                  </a:lnTo>
                  <a:lnTo>
                    <a:pt x="2581" y="1773"/>
                  </a:lnTo>
                  <a:lnTo>
                    <a:pt x="2580" y="1815"/>
                  </a:lnTo>
                  <a:lnTo>
                    <a:pt x="2576" y="1858"/>
                  </a:lnTo>
                  <a:lnTo>
                    <a:pt x="2570" y="1897"/>
                  </a:lnTo>
                  <a:lnTo>
                    <a:pt x="2562" y="1936"/>
                  </a:lnTo>
                  <a:lnTo>
                    <a:pt x="2551" y="1972"/>
                  </a:lnTo>
                  <a:lnTo>
                    <a:pt x="2540" y="2008"/>
                  </a:lnTo>
                  <a:lnTo>
                    <a:pt x="2526" y="2039"/>
                  </a:lnTo>
                  <a:lnTo>
                    <a:pt x="2510" y="2070"/>
                  </a:lnTo>
                  <a:lnTo>
                    <a:pt x="2493" y="2097"/>
                  </a:lnTo>
                  <a:lnTo>
                    <a:pt x="2475" y="2121"/>
                  </a:lnTo>
                  <a:lnTo>
                    <a:pt x="2455" y="2142"/>
                  </a:lnTo>
                  <a:lnTo>
                    <a:pt x="2434" y="2160"/>
                  </a:lnTo>
                  <a:lnTo>
                    <a:pt x="2412" y="2174"/>
                  </a:lnTo>
                  <a:lnTo>
                    <a:pt x="2390" y="2185"/>
                  </a:lnTo>
                  <a:lnTo>
                    <a:pt x="2366" y="2191"/>
                  </a:lnTo>
                  <a:lnTo>
                    <a:pt x="2342" y="2193"/>
                  </a:lnTo>
                  <a:lnTo>
                    <a:pt x="2317" y="2191"/>
                  </a:lnTo>
                  <a:lnTo>
                    <a:pt x="2294" y="2185"/>
                  </a:lnTo>
                  <a:lnTo>
                    <a:pt x="2270" y="2174"/>
                  </a:lnTo>
                  <a:lnTo>
                    <a:pt x="2249" y="2160"/>
                  </a:lnTo>
                  <a:lnTo>
                    <a:pt x="2228" y="2142"/>
                  </a:lnTo>
                  <a:lnTo>
                    <a:pt x="2208" y="2121"/>
                  </a:lnTo>
                  <a:lnTo>
                    <a:pt x="2189" y="2097"/>
                  </a:lnTo>
                  <a:lnTo>
                    <a:pt x="2173" y="2070"/>
                  </a:lnTo>
                  <a:lnTo>
                    <a:pt x="2157" y="2039"/>
                  </a:lnTo>
                  <a:lnTo>
                    <a:pt x="2142" y="2008"/>
                  </a:lnTo>
                  <a:lnTo>
                    <a:pt x="2131" y="1972"/>
                  </a:lnTo>
                  <a:lnTo>
                    <a:pt x="2120" y="1936"/>
                  </a:lnTo>
                  <a:lnTo>
                    <a:pt x="2112" y="1897"/>
                  </a:lnTo>
                  <a:lnTo>
                    <a:pt x="2106" y="1858"/>
                  </a:lnTo>
                  <a:lnTo>
                    <a:pt x="2103" y="1815"/>
                  </a:lnTo>
                  <a:lnTo>
                    <a:pt x="2101" y="1773"/>
                  </a:lnTo>
                  <a:lnTo>
                    <a:pt x="2103" y="1731"/>
                  </a:lnTo>
                  <a:lnTo>
                    <a:pt x="2106" y="1689"/>
                  </a:lnTo>
                  <a:lnTo>
                    <a:pt x="2112" y="1649"/>
                  </a:lnTo>
                  <a:lnTo>
                    <a:pt x="2120" y="1611"/>
                  </a:lnTo>
                  <a:lnTo>
                    <a:pt x="2131" y="1574"/>
                  </a:lnTo>
                  <a:lnTo>
                    <a:pt x="2142" y="1540"/>
                  </a:lnTo>
                  <a:lnTo>
                    <a:pt x="2157" y="1507"/>
                  </a:lnTo>
                  <a:lnTo>
                    <a:pt x="2173" y="1478"/>
                  </a:lnTo>
                  <a:lnTo>
                    <a:pt x="2189" y="1451"/>
                  </a:lnTo>
                  <a:lnTo>
                    <a:pt x="2208" y="1426"/>
                  </a:lnTo>
                  <a:lnTo>
                    <a:pt x="2228" y="1405"/>
                  </a:lnTo>
                  <a:lnTo>
                    <a:pt x="2249" y="1387"/>
                  </a:lnTo>
                  <a:lnTo>
                    <a:pt x="2270" y="1373"/>
                  </a:lnTo>
                  <a:lnTo>
                    <a:pt x="2294" y="1363"/>
                  </a:lnTo>
                  <a:lnTo>
                    <a:pt x="2317" y="1357"/>
                  </a:lnTo>
                  <a:lnTo>
                    <a:pt x="2342" y="1355"/>
                  </a:lnTo>
                  <a:close/>
                  <a:moveTo>
                    <a:pt x="3179" y="819"/>
                  </a:moveTo>
                  <a:lnTo>
                    <a:pt x="3204" y="821"/>
                  </a:lnTo>
                  <a:lnTo>
                    <a:pt x="3227" y="827"/>
                  </a:lnTo>
                  <a:lnTo>
                    <a:pt x="3250" y="838"/>
                  </a:lnTo>
                  <a:lnTo>
                    <a:pt x="3272" y="852"/>
                  </a:lnTo>
                  <a:lnTo>
                    <a:pt x="3293" y="869"/>
                  </a:lnTo>
                  <a:lnTo>
                    <a:pt x="3312" y="890"/>
                  </a:lnTo>
                  <a:lnTo>
                    <a:pt x="3331" y="915"/>
                  </a:lnTo>
                  <a:lnTo>
                    <a:pt x="3348" y="942"/>
                  </a:lnTo>
                  <a:lnTo>
                    <a:pt x="3363" y="971"/>
                  </a:lnTo>
                  <a:lnTo>
                    <a:pt x="3377" y="1004"/>
                  </a:lnTo>
                  <a:lnTo>
                    <a:pt x="3389" y="1038"/>
                  </a:lnTo>
                  <a:lnTo>
                    <a:pt x="3400" y="1076"/>
                  </a:lnTo>
                  <a:lnTo>
                    <a:pt x="3408" y="1113"/>
                  </a:lnTo>
                  <a:lnTo>
                    <a:pt x="3414" y="1153"/>
                  </a:lnTo>
                  <a:lnTo>
                    <a:pt x="3417" y="1195"/>
                  </a:lnTo>
                  <a:lnTo>
                    <a:pt x="3418" y="1237"/>
                  </a:lnTo>
                  <a:lnTo>
                    <a:pt x="3417" y="1280"/>
                  </a:lnTo>
                  <a:lnTo>
                    <a:pt x="3414" y="1322"/>
                  </a:lnTo>
                  <a:lnTo>
                    <a:pt x="3408" y="1362"/>
                  </a:lnTo>
                  <a:lnTo>
                    <a:pt x="3400" y="1399"/>
                  </a:lnTo>
                  <a:lnTo>
                    <a:pt x="3389" y="1437"/>
                  </a:lnTo>
                  <a:lnTo>
                    <a:pt x="3377" y="1471"/>
                  </a:lnTo>
                  <a:lnTo>
                    <a:pt x="3363" y="1503"/>
                  </a:lnTo>
                  <a:lnTo>
                    <a:pt x="3348" y="1533"/>
                  </a:lnTo>
                  <a:lnTo>
                    <a:pt x="3331" y="1560"/>
                  </a:lnTo>
                  <a:lnTo>
                    <a:pt x="3312" y="1584"/>
                  </a:lnTo>
                  <a:lnTo>
                    <a:pt x="3293" y="1605"/>
                  </a:lnTo>
                  <a:lnTo>
                    <a:pt x="3272" y="1623"/>
                  </a:lnTo>
                  <a:lnTo>
                    <a:pt x="3250" y="1637"/>
                  </a:lnTo>
                  <a:lnTo>
                    <a:pt x="3227" y="1648"/>
                  </a:lnTo>
                  <a:lnTo>
                    <a:pt x="3204" y="1654"/>
                  </a:lnTo>
                  <a:lnTo>
                    <a:pt x="3179" y="1656"/>
                  </a:lnTo>
                  <a:lnTo>
                    <a:pt x="3155" y="1654"/>
                  </a:lnTo>
                  <a:lnTo>
                    <a:pt x="3131" y="1648"/>
                  </a:lnTo>
                  <a:lnTo>
                    <a:pt x="3108" y="1637"/>
                  </a:lnTo>
                  <a:lnTo>
                    <a:pt x="3087" y="1623"/>
                  </a:lnTo>
                  <a:lnTo>
                    <a:pt x="3066" y="1605"/>
                  </a:lnTo>
                  <a:lnTo>
                    <a:pt x="3046" y="1584"/>
                  </a:lnTo>
                  <a:lnTo>
                    <a:pt x="3027" y="1560"/>
                  </a:lnTo>
                  <a:lnTo>
                    <a:pt x="3011" y="1533"/>
                  </a:lnTo>
                  <a:lnTo>
                    <a:pt x="2994" y="1503"/>
                  </a:lnTo>
                  <a:lnTo>
                    <a:pt x="2980" y="1471"/>
                  </a:lnTo>
                  <a:lnTo>
                    <a:pt x="2968" y="1437"/>
                  </a:lnTo>
                  <a:lnTo>
                    <a:pt x="2958" y="1399"/>
                  </a:lnTo>
                  <a:lnTo>
                    <a:pt x="2950" y="1362"/>
                  </a:lnTo>
                  <a:lnTo>
                    <a:pt x="2944" y="1322"/>
                  </a:lnTo>
                  <a:lnTo>
                    <a:pt x="2940" y="1280"/>
                  </a:lnTo>
                  <a:lnTo>
                    <a:pt x="2939" y="1237"/>
                  </a:lnTo>
                  <a:lnTo>
                    <a:pt x="2940" y="1195"/>
                  </a:lnTo>
                  <a:lnTo>
                    <a:pt x="2944" y="1153"/>
                  </a:lnTo>
                  <a:lnTo>
                    <a:pt x="2950" y="1113"/>
                  </a:lnTo>
                  <a:lnTo>
                    <a:pt x="2958" y="1076"/>
                  </a:lnTo>
                  <a:lnTo>
                    <a:pt x="2968" y="1038"/>
                  </a:lnTo>
                  <a:lnTo>
                    <a:pt x="2980" y="1004"/>
                  </a:lnTo>
                  <a:lnTo>
                    <a:pt x="2994" y="971"/>
                  </a:lnTo>
                  <a:lnTo>
                    <a:pt x="3011" y="942"/>
                  </a:lnTo>
                  <a:lnTo>
                    <a:pt x="3027" y="915"/>
                  </a:lnTo>
                  <a:lnTo>
                    <a:pt x="3046" y="890"/>
                  </a:lnTo>
                  <a:lnTo>
                    <a:pt x="3066" y="869"/>
                  </a:lnTo>
                  <a:lnTo>
                    <a:pt x="3087" y="852"/>
                  </a:lnTo>
                  <a:lnTo>
                    <a:pt x="3108" y="838"/>
                  </a:lnTo>
                  <a:lnTo>
                    <a:pt x="3131" y="827"/>
                  </a:lnTo>
                  <a:lnTo>
                    <a:pt x="3155" y="821"/>
                  </a:lnTo>
                  <a:lnTo>
                    <a:pt x="3179" y="819"/>
                  </a:lnTo>
                  <a:close/>
                  <a:moveTo>
                    <a:pt x="3246" y="2144"/>
                  </a:moveTo>
                  <a:lnTo>
                    <a:pt x="3271" y="2146"/>
                  </a:lnTo>
                  <a:lnTo>
                    <a:pt x="3294" y="2152"/>
                  </a:lnTo>
                  <a:lnTo>
                    <a:pt x="3316" y="2162"/>
                  </a:lnTo>
                  <a:lnTo>
                    <a:pt x="3339" y="2176"/>
                  </a:lnTo>
                  <a:lnTo>
                    <a:pt x="3360" y="2194"/>
                  </a:lnTo>
                  <a:lnTo>
                    <a:pt x="3380" y="2215"/>
                  </a:lnTo>
                  <a:lnTo>
                    <a:pt x="3397" y="2240"/>
                  </a:lnTo>
                  <a:lnTo>
                    <a:pt x="3415" y="2267"/>
                  </a:lnTo>
                  <a:lnTo>
                    <a:pt x="3430" y="2296"/>
                  </a:lnTo>
                  <a:lnTo>
                    <a:pt x="3444" y="2329"/>
                  </a:lnTo>
                  <a:lnTo>
                    <a:pt x="3456" y="2363"/>
                  </a:lnTo>
                  <a:lnTo>
                    <a:pt x="3466" y="2400"/>
                  </a:lnTo>
                  <a:lnTo>
                    <a:pt x="3475" y="2438"/>
                  </a:lnTo>
                  <a:lnTo>
                    <a:pt x="3480" y="2478"/>
                  </a:lnTo>
                  <a:lnTo>
                    <a:pt x="3484" y="2520"/>
                  </a:lnTo>
                  <a:lnTo>
                    <a:pt x="3485" y="2562"/>
                  </a:lnTo>
                  <a:lnTo>
                    <a:pt x="3484" y="2604"/>
                  </a:lnTo>
                  <a:lnTo>
                    <a:pt x="3480" y="2647"/>
                  </a:lnTo>
                  <a:lnTo>
                    <a:pt x="3475" y="2686"/>
                  </a:lnTo>
                  <a:lnTo>
                    <a:pt x="3466" y="2725"/>
                  </a:lnTo>
                  <a:lnTo>
                    <a:pt x="3456" y="2762"/>
                  </a:lnTo>
                  <a:lnTo>
                    <a:pt x="3444" y="2796"/>
                  </a:lnTo>
                  <a:lnTo>
                    <a:pt x="3430" y="2828"/>
                  </a:lnTo>
                  <a:lnTo>
                    <a:pt x="3415" y="2858"/>
                  </a:lnTo>
                  <a:lnTo>
                    <a:pt x="3397" y="2886"/>
                  </a:lnTo>
                  <a:lnTo>
                    <a:pt x="3380" y="2909"/>
                  </a:lnTo>
                  <a:lnTo>
                    <a:pt x="3360" y="2930"/>
                  </a:lnTo>
                  <a:lnTo>
                    <a:pt x="3339" y="2949"/>
                  </a:lnTo>
                  <a:lnTo>
                    <a:pt x="3316" y="2963"/>
                  </a:lnTo>
                  <a:lnTo>
                    <a:pt x="3294" y="2974"/>
                  </a:lnTo>
                  <a:lnTo>
                    <a:pt x="3271" y="2980"/>
                  </a:lnTo>
                  <a:lnTo>
                    <a:pt x="3246" y="2982"/>
                  </a:lnTo>
                  <a:lnTo>
                    <a:pt x="3222" y="2980"/>
                  </a:lnTo>
                  <a:lnTo>
                    <a:pt x="3198" y="2974"/>
                  </a:lnTo>
                  <a:lnTo>
                    <a:pt x="3176" y="2963"/>
                  </a:lnTo>
                  <a:lnTo>
                    <a:pt x="3154" y="2949"/>
                  </a:lnTo>
                  <a:lnTo>
                    <a:pt x="3133" y="2930"/>
                  </a:lnTo>
                  <a:lnTo>
                    <a:pt x="3113" y="2909"/>
                  </a:lnTo>
                  <a:lnTo>
                    <a:pt x="3095" y="2886"/>
                  </a:lnTo>
                  <a:lnTo>
                    <a:pt x="3077" y="2858"/>
                  </a:lnTo>
                  <a:lnTo>
                    <a:pt x="3062" y="2828"/>
                  </a:lnTo>
                  <a:lnTo>
                    <a:pt x="3048" y="2796"/>
                  </a:lnTo>
                  <a:lnTo>
                    <a:pt x="3036" y="2762"/>
                  </a:lnTo>
                  <a:lnTo>
                    <a:pt x="3026" y="2725"/>
                  </a:lnTo>
                  <a:lnTo>
                    <a:pt x="3018" y="2686"/>
                  </a:lnTo>
                  <a:lnTo>
                    <a:pt x="3012" y="2647"/>
                  </a:lnTo>
                  <a:lnTo>
                    <a:pt x="3008" y="2604"/>
                  </a:lnTo>
                  <a:lnTo>
                    <a:pt x="3007" y="2562"/>
                  </a:lnTo>
                  <a:lnTo>
                    <a:pt x="3008" y="2520"/>
                  </a:lnTo>
                  <a:lnTo>
                    <a:pt x="3012" y="2478"/>
                  </a:lnTo>
                  <a:lnTo>
                    <a:pt x="3018" y="2438"/>
                  </a:lnTo>
                  <a:lnTo>
                    <a:pt x="3026" y="2400"/>
                  </a:lnTo>
                  <a:lnTo>
                    <a:pt x="3036" y="2363"/>
                  </a:lnTo>
                  <a:lnTo>
                    <a:pt x="3048" y="2329"/>
                  </a:lnTo>
                  <a:lnTo>
                    <a:pt x="3062" y="2296"/>
                  </a:lnTo>
                  <a:lnTo>
                    <a:pt x="3077" y="2267"/>
                  </a:lnTo>
                  <a:lnTo>
                    <a:pt x="3095" y="2240"/>
                  </a:lnTo>
                  <a:lnTo>
                    <a:pt x="3113" y="2215"/>
                  </a:lnTo>
                  <a:lnTo>
                    <a:pt x="3133" y="2194"/>
                  </a:lnTo>
                  <a:lnTo>
                    <a:pt x="3154" y="2176"/>
                  </a:lnTo>
                  <a:lnTo>
                    <a:pt x="3176" y="2162"/>
                  </a:lnTo>
                  <a:lnTo>
                    <a:pt x="3198" y="2152"/>
                  </a:lnTo>
                  <a:lnTo>
                    <a:pt x="3222" y="2146"/>
                  </a:lnTo>
                  <a:lnTo>
                    <a:pt x="3246" y="214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4962" name="Freeform 48"/>
            <p:cNvSpPr>
              <a:spLocks/>
            </p:cNvSpPr>
            <p:nvPr/>
          </p:nvSpPr>
          <p:spPr bwMode="auto">
            <a:xfrm>
              <a:off x="1267" y="1588"/>
              <a:ext cx="87" cy="52"/>
            </a:xfrm>
            <a:custGeom>
              <a:avLst/>
              <a:gdLst>
                <a:gd name="T0" fmla="*/ 3 w 437"/>
                <a:gd name="T1" fmla="*/ 2 h 260"/>
                <a:gd name="T2" fmla="*/ 3 w 437"/>
                <a:gd name="T3" fmla="*/ 2 h 260"/>
                <a:gd name="T4" fmla="*/ 3 w 437"/>
                <a:gd name="T5" fmla="*/ 2 h 260"/>
                <a:gd name="T6" fmla="*/ 3 w 437"/>
                <a:gd name="T7" fmla="*/ 2 h 260"/>
                <a:gd name="T8" fmla="*/ 3 w 437"/>
                <a:gd name="T9" fmla="*/ 1 h 260"/>
                <a:gd name="T10" fmla="*/ 3 w 437"/>
                <a:gd name="T11" fmla="*/ 1 h 260"/>
                <a:gd name="T12" fmla="*/ 3 w 437"/>
                <a:gd name="T13" fmla="*/ 1 h 260"/>
                <a:gd name="T14" fmla="*/ 3 w 437"/>
                <a:gd name="T15" fmla="*/ 1 h 260"/>
                <a:gd name="T16" fmla="*/ 3 w 437"/>
                <a:gd name="T17" fmla="*/ 1 h 260"/>
                <a:gd name="T18" fmla="*/ 2 w 437"/>
                <a:gd name="T19" fmla="*/ 1 h 260"/>
                <a:gd name="T20" fmla="*/ 2 w 437"/>
                <a:gd name="T21" fmla="*/ 0 h 260"/>
                <a:gd name="T22" fmla="*/ 2 w 437"/>
                <a:gd name="T23" fmla="*/ 0 h 260"/>
                <a:gd name="T24" fmla="*/ 2 w 437"/>
                <a:gd name="T25" fmla="*/ 0 h 260"/>
                <a:gd name="T26" fmla="*/ 1 w 437"/>
                <a:gd name="T27" fmla="*/ 0 h 260"/>
                <a:gd name="T28" fmla="*/ 1 w 437"/>
                <a:gd name="T29" fmla="*/ 0 h 260"/>
                <a:gd name="T30" fmla="*/ 1 w 437"/>
                <a:gd name="T31" fmla="*/ 0 h 260"/>
                <a:gd name="T32" fmla="*/ 0 w 437"/>
                <a:gd name="T33" fmla="*/ 0 h 260"/>
                <a:gd name="T34" fmla="*/ 0 w 437"/>
                <a:gd name="T35" fmla="*/ 0 h 260"/>
                <a:gd name="T36" fmla="*/ 0 w 437"/>
                <a:gd name="T37" fmla="*/ 0 h 260"/>
                <a:gd name="T38" fmla="*/ 0 w 437"/>
                <a:gd name="T39" fmla="*/ 0 h 260"/>
                <a:gd name="T40" fmla="*/ 1 w 437"/>
                <a:gd name="T41" fmla="*/ 0 h 260"/>
                <a:gd name="T42" fmla="*/ 1 w 437"/>
                <a:gd name="T43" fmla="*/ 0 h 260"/>
                <a:gd name="T44" fmla="*/ 1 w 437"/>
                <a:gd name="T45" fmla="*/ 0 h 260"/>
                <a:gd name="T46" fmla="*/ 2 w 437"/>
                <a:gd name="T47" fmla="*/ 0 h 260"/>
                <a:gd name="T48" fmla="*/ 2 w 437"/>
                <a:gd name="T49" fmla="*/ 0 h 260"/>
                <a:gd name="T50" fmla="*/ 2 w 437"/>
                <a:gd name="T51" fmla="*/ 1 h 260"/>
                <a:gd name="T52" fmla="*/ 2 w 437"/>
                <a:gd name="T53" fmla="*/ 1 h 260"/>
                <a:gd name="T54" fmla="*/ 3 w 437"/>
                <a:gd name="T55" fmla="*/ 1 h 260"/>
                <a:gd name="T56" fmla="*/ 3 w 437"/>
                <a:gd name="T57" fmla="*/ 1 h 260"/>
                <a:gd name="T58" fmla="*/ 3 w 437"/>
                <a:gd name="T59" fmla="*/ 1 h 260"/>
                <a:gd name="T60" fmla="*/ 3 w 437"/>
                <a:gd name="T61" fmla="*/ 1 h 260"/>
                <a:gd name="T62" fmla="*/ 3 w 437"/>
                <a:gd name="T63" fmla="*/ 1 h 260"/>
                <a:gd name="T64" fmla="*/ 3 w 437"/>
                <a:gd name="T65" fmla="*/ 2 h 260"/>
                <a:gd name="T66" fmla="*/ 3 w 437"/>
                <a:gd name="T67" fmla="*/ 2 h 260"/>
                <a:gd name="T68" fmla="*/ 3 w 437"/>
                <a:gd name="T69" fmla="*/ 2 h 260"/>
                <a:gd name="T70" fmla="*/ 3 w 437"/>
                <a:gd name="T71" fmla="*/ 2 h 260"/>
                <a:gd name="T72" fmla="*/ 3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437" y="260"/>
                  </a:moveTo>
                  <a:lnTo>
                    <a:pt x="437" y="260"/>
                  </a:lnTo>
                  <a:lnTo>
                    <a:pt x="434" y="233"/>
                  </a:lnTo>
                  <a:lnTo>
                    <a:pt x="427" y="206"/>
                  </a:lnTo>
                  <a:lnTo>
                    <a:pt x="417" y="181"/>
                  </a:lnTo>
                  <a:lnTo>
                    <a:pt x="401" y="157"/>
                  </a:lnTo>
                  <a:lnTo>
                    <a:pt x="383" y="133"/>
                  </a:lnTo>
                  <a:lnTo>
                    <a:pt x="360" y="113"/>
                  </a:lnTo>
                  <a:lnTo>
                    <a:pt x="336" y="93"/>
                  </a:lnTo>
                  <a:lnTo>
                    <a:pt x="308" y="73"/>
                  </a:lnTo>
                  <a:lnTo>
                    <a:pt x="276" y="58"/>
                  </a:lnTo>
                  <a:lnTo>
                    <a:pt x="242" y="43"/>
                  </a:lnTo>
                  <a:lnTo>
                    <a:pt x="207" y="30"/>
                  </a:lnTo>
                  <a:lnTo>
                    <a:pt x="168" y="19"/>
                  </a:lnTo>
                  <a:lnTo>
                    <a:pt x="128" y="11"/>
                  </a:lnTo>
                  <a:lnTo>
                    <a:pt x="87" y="4"/>
                  </a:lnTo>
                  <a:lnTo>
                    <a:pt x="43" y="1"/>
                  </a:lnTo>
                  <a:lnTo>
                    <a:pt x="0" y="0"/>
                  </a:lnTo>
                  <a:lnTo>
                    <a:pt x="0" y="11"/>
                  </a:lnTo>
                  <a:lnTo>
                    <a:pt x="43" y="12"/>
                  </a:lnTo>
                  <a:lnTo>
                    <a:pt x="85" y="16"/>
                  </a:lnTo>
                  <a:lnTo>
                    <a:pt x="126" y="23"/>
                  </a:lnTo>
                  <a:lnTo>
                    <a:pt x="166" y="31"/>
                  </a:lnTo>
                  <a:lnTo>
                    <a:pt x="202" y="42"/>
                  </a:lnTo>
                  <a:lnTo>
                    <a:pt x="237" y="55"/>
                  </a:lnTo>
                  <a:lnTo>
                    <a:pt x="271" y="70"/>
                  </a:lnTo>
                  <a:lnTo>
                    <a:pt x="301" y="85"/>
                  </a:lnTo>
                  <a:lnTo>
                    <a:pt x="329" y="103"/>
                  </a:lnTo>
                  <a:lnTo>
                    <a:pt x="353" y="123"/>
                  </a:lnTo>
                  <a:lnTo>
                    <a:pt x="373" y="143"/>
                  </a:lnTo>
                  <a:lnTo>
                    <a:pt x="392" y="164"/>
                  </a:lnTo>
                  <a:lnTo>
                    <a:pt x="405" y="186"/>
                  </a:lnTo>
                  <a:lnTo>
                    <a:pt x="415" y="211"/>
                  </a:lnTo>
                  <a:lnTo>
                    <a:pt x="422" y="235"/>
                  </a:lnTo>
                  <a:lnTo>
                    <a:pt x="425" y="260"/>
                  </a:lnTo>
                  <a:lnTo>
                    <a:pt x="437"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4963" name="Freeform 49"/>
            <p:cNvSpPr>
              <a:spLocks/>
            </p:cNvSpPr>
            <p:nvPr/>
          </p:nvSpPr>
          <p:spPr bwMode="auto">
            <a:xfrm>
              <a:off x="1267" y="1640"/>
              <a:ext cx="87" cy="52"/>
            </a:xfrm>
            <a:custGeom>
              <a:avLst/>
              <a:gdLst>
                <a:gd name="T0" fmla="*/ 0 w 437"/>
                <a:gd name="T1" fmla="*/ 2 h 260"/>
                <a:gd name="T2" fmla="*/ 0 w 437"/>
                <a:gd name="T3" fmla="*/ 2 h 260"/>
                <a:gd name="T4" fmla="*/ 0 w 437"/>
                <a:gd name="T5" fmla="*/ 2 h 260"/>
                <a:gd name="T6" fmla="*/ 1 w 437"/>
                <a:gd name="T7" fmla="*/ 2 h 260"/>
                <a:gd name="T8" fmla="*/ 1 w 437"/>
                <a:gd name="T9" fmla="*/ 2 h 260"/>
                <a:gd name="T10" fmla="*/ 1 w 437"/>
                <a:gd name="T11" fmla="*/ 2 h 260"/>
                <a:gd name="T12" fmla="*/ 2 w 437"/>
                <a:gd name="T13" fmla="*/ 2 h 260"/>
                <a:gd name="T14" fmla="*/ 2 w 437"/>
                <a:gd name="T15" fmla="*/ 2 h 260"/>
                <a:gd name="T16" fmla="*/ 2 w 437"/>
                <a:gd name="T17" fmla="*/ 2 h 260"/>
                <a:gd name="T18" fmla="*/ 2 w 437"/>
                <a:gd name="T19" fmla="*/ 1 h 260"/>
                <a:gd name="T20" fmla="*/ 3 w 437"/>
                <a:gd name="T21" fmla="*/ 1 h 260"/>
                <a:gd name="T22" fmla="*/ 3 w 437"/>
                <a:gd name="T23" fmla="*/ 1 h 260"/>
                <a:gd name="T24" fmla="*/ 3 w 437"/>
                <a:gd name="T25" fmla="*/ 1 h 260"/>
                <a:gd name="T26" fmla="*/ 3 w 437"/>
                <a:gd name="T27" fmla="*/ 1 h 260"/>
                <a:gd name="T28" fmla="*/ 3 w 437"/>
                <a:gd name="T29" fmla="*/ 1 h 260"/>
                <a:gd name="T30" fmla="*/ 3 w 437"/>
                <a:gd name="T31" fmla="*/ 0 h 260"/>
                <a:gd name="T32" fmla="*/ 3 w 437"/>
                <a:gd name="T33" fmla="*/ 0 h 260"/>
                <a:gd name="T34" fmla="*/ 3 w 437"/>
                <a:gd name="T35" fmla="*/ 0 h 260"/>
                <a:gd name="T36" fmla="*/ 3 w 437"/>
                <a:gd name="T37" fmla="*/ 0 h 260"/>
                <a:gd name="T38" fmla="*/ 3 w 437"/>
                <a:gd name="T39" fmla="*/ 0 h 260"/>
                <a:gd name="T40" fmla="*/ 3 w 437"/>
                <a:gd name="T41" fmla="*/ 0 h 260"/>
                <a:gd name="T42" fmla="*/ 3 w 437"/>
                <a:gd name="T43" fmla="*/ 1 h 260"/>
                <a:gd name="T44" fmla="*/ 3 w 437"/>
                <a:gd name="T45" fmla="*/ 1 h 260"/>
                <a:gd name="T46" fmla="*/ 3 w 437"/>
                <a:gd name="T47" fmla="*/ 1 h 260"/>
                <a:gd name="T48" fmla="*/ 3 w 437"/>
                <a:gd name="T49" fmla="*/ 1 h 260"/>
                <a:gd name="T50" fmla="*/ 3 w 437"/>
                <a:gd name="T51" fmla="*/ 1 h 260"/>
                <a:gd name="T52" fmla="*/ 2 w 437"/>
                <a:gd name="T53" fmla="*/ 1 h 260"/>
                <a:gd name="T54" fmla="*/ 2 w 437"/>
                <a:gd name="T55" fmla="*/ 2 h 260"/>
                <a:gd name="T56" fmla="*/ 2 w 437"/>
                <a:gd name="T57" fmla="*/ 2 h 260"/>
                <a:gd name="T58" fmla="*/ 2 w 437"/>
                <a:gd name="T59" fmla="*/ 2 h 260"/>
                <a:gd name="T60" fmla="*/ 1 w 437"/>
                <a:gd name="T61" fmla="*/ 2 h 260"/>
                <a:gd name="T62" fmla="*/ 1 w 437"/>
                <a:gd name="T63" fmla="*/ 2 h 260"/>
                <a:gd name="T64" fmla="*/ 1 w 437"/>
                <a:gd name="T65" fmla="*/ 2 h 260"/>
                <a:gd name="T66" fmla="*/ 0 w 437"/>
                <a:gd name="T67" fmla="*/ 2 h 260"/>
                <a:gd name="T68" fmla="*/ 0 w 437"/>
                <a:gd name="T69" fmla="*/ 2 h 260"/>
                <a:gd name="T70" fmla="*/ 0 w 437"/>
                <a:gd name="T71" fmla="*/ 2 h 260"/>
                <a:gd name="T72" fmla="*/ 0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0" y="260"/>
                  </a:moveTo>
                  <a:lnTo>
                    <a:pt x="0" y="260"/>
                  </a:lnTo>
                  <a:lnTo>
                    <a:pt x="43" y="259"/>
                  </a:lnTo>
                  <a:lnTo>
                    <a:pt x="87" y="255"/>
                  </a:lnTo>
                  <a:lnTo>
                    <a:pt x="128" y="248"/>
                  </a:lnTo>
                  <a:lnTo>
                    <a:pt x="168" y="240"/>
                  </a:lnTo>
                  <a:lnTo>
                    <a:pt x="207" y="230"/>
                  </a:lnTo>
                  <a:lnTo>
                    <a:pt x="242" y="217"/>
                  </a:lnTo>
                  <a:lnTo>
                    <a:pt x="276" y="202"/>
                  </a:lnTo>
                  <a:lnTo>
                    <a:pt x="308" y="185"/>
                  </a:lnTo>
                  <a:lnTo>
                    <a:pt x="336" y="166"/>
                  </a:lnTo>
                  <a:lnTo>
                    <a:pt x="360" y="146"/>
                  </a:lnTo>
                  <a:lnTo>
                    <a:pt x="383" y="125"/>
                  </a:lnTo>
                  <a:lnTo>
                    <a:pt x="401" y="102"/>
                  </a:lnTo>
                  <a:lnTo>
                    <a:pt x="417" y="77"/>
                  </a:lnTo>
                  <a:lnTo>
                    <a:pt x="427" y="53"/>
                  </a:lnTo>
                  <a:lnTo>
                    <a:pt x="434" y="27"/>
                  </a:lnTo>
                  <a:lnTo>
                    <a:pt x="437" y="0"/>
                  </a:lnTo>
                  <a:lnTo>
                    <a:pt x="425" y="0"/>
                  </a:lnTo>
                  <a:lnTo>
                    <a:pt x="422" y="24"/>
                  </a:lnTo>
                  <a:lnTo>
                    <a:pt x="415" y="48"/>
                  </a:lnTo>
                  <a:lnTo>
                    <a:pt x="405" y="73"/>
                  </a:lnTo>
                  <a:lnTo>
                    <a:pt x="392" y="95"/>
                  </a:lnTo>
                  <a:lnTo>
                    <a:pt x="373" y="116"/>
                  </a:lnTo>
                  <a:lnTo>
                    <a:pt x="353" y="137"/>
                  </a:lnTo>
                  <a:lnTo>
                    <a:pt x="329" y="157"/>
                  </a:lnTo>
                  <a:lnTo>
                    <a:pt x="301" y="173"/>
                  </a:lnTo>
                  <a:lnTo>
                    <a:pt x="271" y="190"/>
                  </a:lnTo>
                  <a:lnTo>
                    <a:pt x="237" y="205"/>
                  </a:lnTo>
                  <a:lnTo>
                    <a:pt x="202" y="218"/>
                  </a:lnTo>
                  <a:lnTo>
                    <a:pt x="166" y="228"/>
                  </a:lnTo>
                  <a:lnTo>
                    <a:pt x="126" y="237"/>
                  </a:lnTo>
                  <a:lnTo>
                    <a:pt x="85" y="244"/>
                  </a:lnTo>
                  <a:lnTo>
                    <a:pt x="43" y="247"/>
                  </a:lnTo>
                  <a:lnTo>
                    <a:pt x="0" y="248"/>
                  </a:lnTo>
                  <a:lnTo>
                    <a:pt x="0"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4964" name="Freeform 50"/>
            <p:cNvSpPr>
              <a:spLocks/>
            </p:cNvSpPr>
            <p:nvPr/>
          </p:nvSpPr>
          <p:spPr bwMode="auto">
            <a:xfrm>
              <a:off x="1179" y="1640"/>
              <a:ext cx="88" cy="52"/>
            </a:xfrm>
            <a:custGeom>
              <a:avLst/>
              <a:gdLst>
                <a:gd name="T0" fmla="*/ 0 w 439"/>
                <a:gd name="T1" fmla="*/ 0 h 260"/>
                <a:gd name="T2" fmla="*/ 0 w 439"/>
                <a:gd name="T3" fmla="*/ 0 h 260"/>
                <a:gd name="T4" fmla="*/ 0 w 439"/>
                <a:gd name="T5" fmla="*/ 0 h 260"/>
                <a:gd name="T6" fmla="*/ 0 w 439"/>
                <a:gd name="T7" fmla="*/ 0 h 260"/>
                <a:gd name="T8" fmla="*/ 0 w 439"/>
                <a:gd name="T9" fmla="*/ 1 h 260"/>
                <a:gd name="T10" fmla="*/ 0 w 439"/>
                <a:gd name="T11" fmla="*/ 1 h 260"/>
                <a:gd name="T12" fmla="*/ 0 w 439"/>
                <a:gd name="T13" fmla="*/ 1 h 260"/>
                <a:gd name="T14" fmla="*/ 1 w 439"/>
                <a:gd name="T15" fmla="*/ 1 h 260"/>
                <a:gd name="T16" fmla="*/ 1 w 439"/>
                <a:gd name="T17" fmla="*/ 1 h 260"/>
                <a:gd name="T18" fmla="*/ 1 w 439"/>
                <a:gd name="T19" fmla="*/ 1 h 260"/>
                <a:gd name="T20" fmla="*/ 1 w 439"/>
                <a:gd name="T21" fmla="*/ 2 h 260"/>
                <a:gd name="T22" fmla="*/ 2 w 439"/>
                <a:gd name="T23" fmla="*/ 2 h 260"/>
                <a:gd name="T24" fmla="*/ 2 w 439"/>
                <a:gd name="T25" fmla="*/ 2 h 260"/>
                <a:gd name="T26" fmla="*/ 2 w 439"/>
                <a:gd name="T27" fmla="*/ 2 h 260"/>
                <a:gd name="T28" fmla="*/ 2 w 439"/>
                <a:gd name="T29" fmla="*/ 2 h 260"/>
                <a:gd name="T30" fmla="*/ 3 w 439"/>
                <a:gd name="T31" fmla="*/ 2 h 260"/>
                <a:gd name="T32" fmla="*/ 3 w 439"/>
                <a:gd name="T33" fmla="*/ 2 h 260"/>
                <a:gd name="T34" fmla="*/ 4 w 439"/>
                <a:gd name="T35" fmla="*/ 2 h 260"/>
                <a:gd name="T36" fmla="*/ 4 w 439"/>
                <a:gd name="T37" fmla="*/ 2 h 260"/>
                <a:gd name="T38" fmla="*/ 3 w 439"/>
                <a:gd name="T39" fmla="*/ 2 h 260"/>
                <a:gd name="T40" fmla="*/ 3 w 439"/>
                <a:gd name="T41" fmla="*/ 2 h 260"/>
                <a:gd name="T42" fmla="*/ 3 w 439"/>
                <a:gd name="T43" fmla="*/ 2 h 260"/>
                <a:gd name="T44" fmla="*/ 2 w 439"/>
                <a:gd name="T45" fmla="*/ 2 h 260"/>
                <a:gd name="T46" fmla="*/ 2 w 439"/>
                <a:gd name="T47" fmla="*/ 2 h 260"/>
                <a:gd name="T48" fmla="*/ 2 w 439"/>
                <a:gd name="T49" fmla="*/ 2 h 260"/>
                <a:gd name="T50" fmla="*/ 1 w 439"/>
                <a:gd name="T51" fmla="*/ 2 h 260"/>
                <a:gd name="T52" fmla="*/ 1 w 439"/>
                <a:gd name="T53" fmla="*/ 1 h 260"/>
                <a:gd name="T54" fmla="*/ 1 w 439"/>
                <a:gd name="T55" fmla="*/ 1 h 260"/>
                <a:gd name="T56" fmla="*/ 1 w 439"/>
                <a:gd name="T57" fmla="*/ 1 h 260"/>
                <a:gd name="T58" fmla="*/ 1 w 439"/>
                <a:gd name="T59" fmla="*/ 1 h 260"/>
                <a:gd name="T60" fmla="*/ 0 w 439"/>
                <a:gd name="T61" fmla="*/ 1 h 260"/>
                <a:gd name="T62" fmla="*/ 0 w 439"/>
                <a:gd name="T63" fmla="*/ 1 h 260"/>
                <a:gd name="T64" fmla="*/ 0 w 439"/>
                <a:gd name="T65" fmla="*/ 0 h 260"/>
                <a:gd name="T66" fmla="*/ 0 w 439"/>
                <a:gd name="T67" fmla="*/ 0 h 260"/>
                <a:gd name="T68" fmla="*/ 0 w 439"/>
                <a:gd name="T69" fmla="*/ 0 h 260"/>
                <a:gd name="T70" fmla="*/ 0 w 439"/>
                <a:gd name="T71" fmla="*/ 0 h 260"/>
                <a:gd name="T72" fmla="*/ 0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0" y="0"/>
                  </a:moveTo>
                  <a:lnTo>
                    <a:pt x="0" y="0"/>
                  </a:lnTo>
                  <a:lnTo>
                    <a:pt x="3" y="27"/>
                  </a:lnTo>
                  <a:lnTo>
                    <a:pt x="10" y="53"/>
                  </a:lnTo>
                  <a:lnTo>
                    <a:pt x="20" y="77"/>
                  </a:lnTo>
                  <a:lnTo>
                    <a:pt x="35" y="102"/>
                  </a:lnTo>
                  <a:lnTo>
                    <a:pt x="54" y="125"/>
                  </a:lnTo>
                  <a:lnTo>
                    <a:pt x="76" y="146"/>
                  </a:lnTo>
                  <a:lnTo>
                    <a:pt x="102" y="166"/>
                  </a:lnTo>
                  <a:lnTo>
                    <a:pt x="130" y="185"/>
                  </a:lnTo>
                  <a:lnTo>
                    <a:pt x="162" y="202"/>
                  </a:lnTo>
                  <a:lnTo>
                    <a:pt x="195" y="217"/>
                  </a:lnTo>
                  <a:lnTo>
                    <a:pt x="231" y="230"/>
                  </a:lnTo>
                  <a:lnTo>
                    <a:pt x="270" y="240"/>
                  </a:lnTo>
                  <a:lnTo>
                    <a:pt x="310" y="248"/>
                  </a:lnTo>
                  <a:lnTo>
                    <a:pt x="351" y="255"/>
                  </a:lnTo>
                  <a:lnTo>
                    <a:pt x="395" y="259"/>
                  </a:lnTo>
                  <a:lnTo>
                    <a:pt x="439" y="260"/>
                  </a:lnTo>
                  <a:lnTo>
                    <a:pt x="439" y="248"/>
                  </a:lnTo>
                  <a:lnTo>
                    <a:pt x="395" y="247"/>
                  </a:lnTo>
                  <a:lnTo>
                    <a:pt x="353" y="244"/>
                  </a:lnTo>
                  <a:lnTo>
                    <a:pt x="312" y="237"/>
                  </a:lnTo>
                  <a:lnTo>
                    <a:pt x="272" y="228"/>
                  </a:lnTo>
                  <a:lnTo>
                    <a:pt x="236" y="218"/>
                  </a:lnTo>
                  <a:lnTo>
                    <a:pt x="200" y="205"/>
                  </a:lnTo>
                  <a:lnTo>
                    <a:pt x="167" y="190"/>
                  </a:lnTo>
                  <a:lnTo>
                    <a:pt x="137" y="173"/>
                  </a:lnTo>
                  <a:lnTo>
                    <a:pt x="109" y="157"/>
                  </a:lnTo>
                  <a:lnTo>
                    <a:pt x="84" y="137"/>
                  </a:lnTo>
                  <a:lnTo>
                    <a:pt x="64" y="116"/>
                  </a:lnTo>
                  <a:lnTo>
                    <a:pt x="45" y="95"/>
                  </a:lnTo>
                  <a:lnTo>
                    <a:pt x="32" y="73"/>
                  </a:lnTo>
                  <a:lnTo>
                    <a:pt x="21" y="48"/>
                  </a:lnTo>
                  <a:lnTo>
                    <a:pt x="14" y="24"/>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4965" name="Freeform 51"/>
            <p:cNvSpPr>
              <a:spLocks/>
            </p:cNvSpPr>
            <p:nvPr/>
          </p:nvSpPr>
          <p:spPr bwMode="auto">
            <a:xfrm>
              <a:off x="1179" y="1588"/>
              <a:ext cx="88" cy="52"/>
            </a:xfrm>
            <a:custGeom>
              <a:avLst/>
              <a:gdLst>
                <a:gd name="T0" fmla="*/ 4 w 439"/>
                <a:gd name="T1" fmla="*/ 0 h 260"/>
                <a:gd name="T2" fmla="*/ 4 w 439"/>
                <a:gd name="T3" fmla="*/ 0 h 260"/>
                <a:gd name="T4" fmla="*/ 3 w 439"/>
                <a:gd name="T5" fmla="*/ 0 h 260"/>
                <a:gd name="T6" fmla="*/ 3 w 439"/>
                <a:gd name="T7" fmla="*/ 0 h 260"/>
                <a:gd name="T8" fmla="*/ 2 w 439"/>
                <a:gd name="T9" fmla="*/ 0 h 260"/>
                <a:gd name="T10" fmla="*/ 2 w 439"/>
                <a:gd name="T11" fmla="*/ 0 h 260"/>
                <a:gd name="T12" fmla="*/ 2 w 439"/>
                <a:gd name="T13" fmla="*/ 0 h 260"/>
                <a:gd name="T14" fmla="*/ 2 w 439"/>
                <a:gd name="T15" fmla="*/ 0 h 260"/>
                <a:gd name="T16" fmla="*/ 1 w 439"/>
                <a:gd name="T17" fmla="*/ 0 h 260"/>
                <a:gd name="T18" fmla="*/ 1 w 439"/>
                <a:gd name="T19" fmla="*/ 1 h 260"/>
                <a:gd name="T20" fmla="*/ 1 w 439"/>
                <a:gd name="T21" fmla="*/ 1 h 260"/>
                <a:gd name="T22" fmla="*/ 1 w 439"/>
                <a:gd name="T23" fmla="*/ 1 h 260"/>
                <a:gd name="T24" fmla="*/ 0 w 439"/>
                <a:gd name="T25" fmla="*/ 1 h 260"/>
                <a:gd name="T26" fmla="*/ 0 w 439"/>
                <a:gd name="T27" fmla="*/ 1 h 260"/>
                <a:gd name="T28" fmla="*/ 0 w 439"/>
                <a:gd name="T29" fmla="*/ 1 h 260"/>
                <a:gd name="T30" fmla="*/ 0 w 439"/>
                <a:gd name="T31" fmla="*/ 2 h 260"/>
                <a:gd name="T32" fmla="*/ 0 w 439"/>
                <a:gd name="T33" fmla="*/ 2 h 260"/>
                <a:gd name="T34" fmla="*/ 0 w 439"/>
                <a:gd name="T35" fmla="*/ 2 h 260"/>
                <a:gd name="T36" fmla="*/ 0 w 439"/>
                <a:gd name="T37" fmla="*/ 2 h 260"/>
                <a:gd name="T38" fmla="*/ 0 w 439"/>
                <a:gd name="T39" fmla="*/ 2 h 260"/>
                <a:gd name="T40" fmla="*/ 0 w 439"/>
                <a:gd name="T41" fmla="*/ 2 h 260"/>
                <a:gd name="T42" fmla="*/ 0 w 439"/>
                <a:gd name="T43" fmla="*/ 1 h 260"/>
                <a:gd name="T44" fmla="*/ 0 w 439"/>
                <a:gd name="T45" fmla="*/ 1 h 260"/>
                <a:gd name="T46" fmla="*/ 1 w 439"/>
                <a:gd name="T47" fmla="*/ 1 h 260"/>
                <a:gd name="T48" fmla="*/ 1 w 439"/>
                <a:gd name="T49" fmla="*/ 1 h 260"/>
                <a:gd name="T50" fmla="*/ 1 w 439"/>
                <a:gd name="T51" fmla="*/ 1 h 260"/>
                <a:gd name="T52" fmla="*/ 1 w 439"/>
                <a:gd name="T53" fmla="*/ 1 h 260"/>
                <a:gd name="T54" fmla="*/ 1 w 439"/>
                <a:gd name="T55" fmla="*/ 1 h 260"/>
                <a:gd name="T56" fmla="*/ 2 w 439"/>
                <a:gd name="T57" fmla="*/ 0 h 260"/>
                <a:gd name="T58" fmla="*/ 2 w 439"/>
                <a:gd name="T59" fmla="*/ 0 h 260"/>
                <a:gd name="T60" fmla="*/ 2 w 439"/>
                <a:gd name="T61" fmla="*/ 0 h 260"/>
                <a:gd name="T62" fmla="*/ 3 w 439"/>
                <a:gd name="T63" fmla="*/ 0 h 260"/>
                <a:gd name="T64" fmla="*/ 3 w 439"/>
                <a:gd name="T65" fmla="*/ 0 h 260"/>
                <a:gd name="T66" fmla="*/ 3 w 439"/>
                <a:gd name="T67" fmla="*/ 0 h 260"/>
                <a:gd name="T68" fmla="*/ 4 w 439"/>
                <a:gd name="T69" fmla="*/ 0 h 260"/>
                <a:gd name="T70" fmla="*/ 4 w 439"/>
                <a:gd name="T71" fmla="*/ 0 h 260"/>
                <a:gd name="T72" fmla="*/ 4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439" y="0"/>
                  </a:moveTo>
                  <a:lnTo>
                    <a:pt x="439" y="0"/>
                  </a:lnTo>
                  <a:lnTo>
                    <a:pt x="395" y="1"/>
                  </a:lnTo>
                  <a:lnTo>
                    <a:pt x="351" y="4"/>
                  </a:lnTo>
                  <a:lnTo>
                    <a:pt x="310" y="11"/>
                  </a:lnTo>
                  <a:lnTo>
                    <a:pt x="270" y="19"/>
                  </a:lnTo>
                  <a:lnTo>
                    <a:pt x="231" y="30"/>
                  </a:lnTo>
                  <a:lnTo>
                    <a:pt x="195" y="43"/>
                  </a:lnTo>
                  <a:lnTo>
                    <a:pt x="162" y="58"/>
                  </a:lnTo>
                  <a:lnTo>
                    <a:pt x="130" y="73"/>
                  </a:lnTo>
                  <a:lnTo>
                    <a:pt x="102" y="93"/>
                  </a:lnTo>
                  <a:lnTo>
                    <a:pt x="76" y="113"/>
                  </a:lnTo>
                  <a:lnTo>
                    <a:pt x="54" y="133"/>
                  </a:lnTo>
                  <a:lnTo>
                    <a:pt x="35" y="157"/>
                  </a:lnTo>
                  <a:lnTo>
                    <a:pt x="20" y="181"/>
                  </a:lnTo>
                  <a:lnTo>
                    <a:pt x="10" y="206"/>
                  </a:lnTo>
                  <a:lnTo>
                    <a:pt x="3" y="233"/>
                  </a:lnTo>
                  <a:lnTo>
                    <a:pt x="0" y="260"/>
                  </a:lnTo>
                  <a:lnTo>
                    <a:pt x="12" y="260"/>
                  </a:lnTo>
                  <a:lnTo>
                    <a:pt x="14" y="235"/>
                  </a:lnTo>
                  <a:lnTo>
                    <a:pt x="21" y="211"/>
                  </a:lnTo>
                  <a:lnTo>
                    <a:pt x="32" y="186"/>
                  </a:lnTo>
                  <a:lnTo>
                    <a:pt x="45" y="164"/>
                  </a:lnTo>
                  <a:lnTo>
                    <a:pt x="64" y="143"/>
                  </a:lnTo>
                  <a:lnTo>
                    <a:pt x="84" y="123"/>
                  </a:lnTo>
                  <a:lnTo>
                    <a:pt x="109" y="103"/>
                  </a:lnTo>
                  <a:lnTo>
                    <a:pt x="137" y="85"/>
                  </a:lnTo>
                  <a:lnTo>
                    <a:pt x="167" y="70"/>
                  </a:lnTo>
                  <a:lnTo>
                    <a:pt x="200" y="55"/>
                  </a:lnTo>
                  <a:lnTo>
                    <a:pt x="236" y="42"/>
                  </a:lnTo>
                  <a:lnTo>
                    <a:pt x="272" y="31"/>
                  </a:lnTo>
                  <a:lnTo>
                    <a:pt x="312" y="23"/>
                  </a:lnTo>
                  <a:lnTo>
                    <a:pt x="353" y="16"/>
                  </a:lnTo>
                  <a:lnTo>
                    <a:pt x="395" y="12"/>
                  </a:lnTo>
                  <a:lnTo>
                    <a:pt x="439" y="11"/>
                  </a:lnTo>
                  <a:lnTo>
                    <a:pt x="439"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4966" name="Freeform 52"/>
            <p:cNvSpPr>
              <a:spLocks/>
            </p:cNvSpPr>
            <p:nvPr/>
          </p:nvSpPr>
          <p:spPr bwMode="auto">
            <a:xfrm>
              <a:off x="964" y="1745"/>
              <a:ext cx="48" cy="85"/>
            </a:xfrm>
            <a:custGeom>
              <a:avLst/>
              <a:gdLst>
                <a:gd name="T0" fmla="*/ 2 w 244"/>
                <a:gd name="T1" fmla="*/ 3 h 426"/>
                <a:gd name="T2" fmla="*/ 2 w 244"/>
                <a:gd name="T3" fmla="*/ 3 h 426"/>
                <a:gd name="T4" fmla="*/ 2 w 244"/>
                <a:gd name="T5" fmla="*/ 3 h 426"/>
                <a:gd name="T6" fmla="*/ 2 w 244"/>
                <a:gd name="T7" fmla="*/ 3 h 426"/>
                <a:gd name="T8" fmla="*/ 2 w 244"/>
                <a:gd name="T9" fmla="*/ 2 h 426"/>
                <a:gd name="T10" fmla="*/ 2 w 244"/>
                <a:gd name="T11" fmla="*/ 2 h 426"/>
                <a:gd name="T12" fmla="*/ 2 w 244"/>
                <a:gd name="T13" fmla="*/ 2 h 426"/>
                <a:gd name="T14" fmla="*/ 2 w 244"/>
                <a:gd name="T15" fmla="*/ 2 h 426"/>
                <a:gd name="T16" fmla="*/ 1 w 244"/>
                <a:gd name="T17" fmla="*/ 1 h 426"/>
                <a:gd name="T18" fmla="*/ 1 w 244"/>
                <a:gd name="T19" fmla="*/ 1 h 426"/>
                <a:gd name="T20" fmla="*/ 1 w 244"/>
                <a:gd name="T21" fmla="*/ 1 h 426"/>
                <a:gd name="T22" fmla="*/ 1 w 244"/>
                <a:gd name="T23" fmla="*/ 1 h 426"/>
                <a:gd name="T24" fmla="*/ 1 w 244"/>
                <a:gd name="T25" fmla="*/ 0 h 426"/>
                <a:gd name="T26" fmla="*/ 1 w 244"/>
                <a:gd name="T27" fmla="*/ 0 h 426"/>
                <a:gd name="T28" fmla="*/ 1 w 244"/>
                <a:gd name="T29" fmla="*/ 0 h 426"/>
                <a:gd name="T30" fmla="*/ 0 w 244"/>
                <a:gd name="T31" fmla="*/ 0 h 426"/>
                <a:gd name="T32" fmla="*/ 0 w 244"/>
                <a:gd name="T33" fmla="*/ 0 h 426"/>
                <a:gd name="T34" fmla="*/ 0 w 244"/>
                <a:gd name="T35" fmla="*/ 0 h 426"/>
                <a:gd name="T36" fmla="*/ 0 w 244"/>
                <a:gd name="T37" fmla="*/ 0 h 426"/>
                <a:gd name="T38" fmla="*/ 0 w 244"/>
                <a:gd name="T39" fmla="*/ 0 h 426"/>
                <a:gd name="T40" fmla="*/ 0 w 244"/>
                <a:gd name="T41" fmla="*/ 0 h 426"/>
                <a:gd name="T42" fmla="*/ 1 w 244"/>
                <a:gd name="T43" fmla="*/ 0 h 426"/>
                <a:gd name="T44" fmla="*/ 1 w 244"/>
                <a:gd name="T45" fmla="*/ 0 h 426"/>
                <a:gd name="T46" fmla="*/ 1 w 244"/>
                <a:gd name="T47" fmla="*/ 0 h 426"/>
                <a:gd name="T48" fmla="*/ 1 w 244"/>
                <a:gd name="T49" fmla="*/ 1 h 426"/>
                <a:gd name="T50" fmla="*/ 1 w 244"/>
                <a:gd name="T51" fmla="*/ 1 h 426"/>
                <a:gd name="T52" fmla="*/ 1 w 244"/>
                <a:gd name="T53" fmla="*/ 1 h 426"/>
                <a:gd name="T54" fmla="*/ 1 w 244"/>
                <a:gd name="T55" fmla="*/ 1 h 426"/>
                <a:gd name="T56" fmla="*/ 1 w 244"/>
                <a:gd name="T57" fmla="*/ 2 h 426"/>
                <a:gd name="T58" fmla="*/ 2 w 244"/>
                <a:gd name="T59" fmla="*/ 2 h 426"/>
                <a:gd name="T60" fmla="*/ 2 w 244"/>
                <a:gd name="T61" fmla="*/ 2 h 426"/>
                <a:gd name="T62" fmla="*/ 2 w 244"/>
                <a:gd name="T63" fmla="*/ 2 h 426"/>
                <a:gd name="T64" fmla="*/ 2 w 244"/>
                <a:gd name="T65" fmla="*/ 3 h 426"/>
                <a:gd name="T66" fmla="*/ 2 w 244"/>
                <a:gd name="T67" fmla="*/ 3 h 426"/>
                <a:gd name="T68" fmla="*/ 2 w 244"/>
                <a:gd name="T69" fmla="*/ 3 h 426"/>
                <a:gd name="T70" fmla="*/ 2 w 244"/>
                <a:gd name="T71" fmla="*/ 3 h 426"/>
                <a:gd name="T72" fmla="*/ 2 w 244"/>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6"/>
                <a:gd name="T113" fmla="*/ 244 w 244"/>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6">
                  <a:moveTo>
                    <a:pt x="244" y="426"/>
                  </a:moveTo>
                  <a:lnTo>
                    <a:pt x="244" y="426"/>
                  </a:lnTo>
                  <a:lnTo>
                    <a:pt x="243" y="383"/>
                  </a:lnTo>
                  <a:lnTo>
                    <a:pt x="240" y="340"/>
                  </a:lnTo>
                  <a:lnTo>
                    <a:pt x="234" y="300"/>
                  </a:lnTo>
                  <a:lnTo>
                    <a:pt x="226" y="262"/>
                  </a:lnTo>
                  <a:lnTo>
                    <a:pt x="215" y="224"/>
                  </a:lnTo>
                  <a:lnTo>
                    <a:pt x="203" y="189"/>
                  </a:lnTo>
                  <a:lnTo>
                    <a:pt x="189" y="157"/>
                  </a:lnTo>
                  <a:lnTo>
                    <a:pt x="174" y="126"/>
                  </a:lnTo>
                  <a:lnTo>
                    <a:pt x="155" y="99"/>
                  </a:lnTo>
                  <a:lnTo>
                    <a:pt x="138" y="74"/>
                  </a:lnTo>
                  <a:lnTo>
                    <a:pt x="118" y="52"/>
                  </a:lnTo>
                  <a:lnTo>
                    <a:pt x="96" y="34"/>
                  </a:lnTo>
                  <a:lnTo>
                    <a:pt x="73" y="19"/>
                  </a:lnTo>
                  <a:lnTo>
                    <a:pt x="50" y="8"/>
                  </a:lnTo>
                  <a:lnTo>
                    <a:pt x="25" y="2"/>
                  </a:lnTo>
                  <a:lnTo>
                    <a:pt x="0" y="0"/>
                  </a:lnTo>
                  <a:lnTo>
                    <a:pt x="0" y="12"/>
                  </a:lnTo>
                  <a:lnTo>
                    <a:pt x="23" y="14"/>
                  </a:lnTo>
                  <a:lnTo>
                    <a:pt x="45" y="20"/>
                  </a:lnTo>
                  <a:lnTo>
                    <a:pt x="66" y="31"/>
                  </a:lnTo>
                  <a:lnTo>
                    <a:pt x="89" y="43"/>
                  </a:lnTo>
                  <a:lnTo>
                    <a:pt x="109" y="61"/>
                  </a:lnTo>
                  <a:lnTo>
                    <a:pt x="129" y="81"/>
                  </a:lnTo>
                  <a:lnTo>
                    <a:pt x="146" y="106"/>
                  </a:lnTo>
                  <a:lnTo>
                    <a:pt x="162" y="133"/>
                  </a:lnTo>
                  <a:lnTo>
                    <a:pt x="178" y="162"/>
                  </a:lnTo>
                  <a:lnTo>
                    <a:pt x="192" y="194"/>
                  </a:lnTo>
                  <a:lnTo>
                    <a:pt x="203" y="229"/>
                  </a:lnTo>
                  <a:lnTo>
                    <a:pt x="214" y="264"/>
                  </a:lnTo>
                  <a:lnTo>
                    <a:pt x="222" y="303"/>
                  </a:lnTo>
                  <a:lnTo>
                    <a:pt x="228" y="342"/>
                  </a:lnTo>
                  <a:lnTo>
                    <a:pt x="232" y="383"/>
                  </a:lnTo>
                  <a:lnTo>
                    <a:pt x="233" y="426"/>
                  </a:lnTo>
                  <a:lnTo>
                    <a:pt x="244"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4967" name="Freeform 53"/>
            <p:cNvSpPr>
              <a:spLocks/>
            </p:cNvSpPr>
            <p:nvPr/>
          </p:nvSpPr>
          <p:spPr bwMode="auto">
            <a:xfrm>
              <a:off x="964" y="1830"/>
              <a:ext cx="48" cy="85"/>
            </a:xfrm>
            <a:custGeom>
              <a:avLst/>
              <a:gdLst>
                <a:gd name="T0" fmla="*/ 0 w 244"/>
                <a:gd name="T1" fmla="*/ 3 h 424"/>
                <a:gd name="T2" fmla="*/ 0 w 244"/>
                <a:gd name="T3" fmla="*/ 3 h 424"/>
                <a:gd name="T4" fmla="*/ 0 w 244"/>
                <a:gd name="T5" fmla="*/ 3 h 424"/>
                <a:gd name="T6" fmla="*/ 0 w 244"/>
                <a:gd name="T7" fmla="*/ 3 h 424"/>
                <a:gd name="T8" fmla="*/ 1 w 244"/>
                <a:gd name="T9" fmla="*/ 3 h 424"/>
                <a:gd name="T10" fmla="*/ 1 w 244"/>
                <a:gd name="T11" fmla="*/ 3 h 424"/>
                <a:gd name="T12" fmla="*/ 1 w 244"/>
                <a:gd name="T13" fmla="*/ 3 h 424"/>
                <a:gd name="T14" fmla="*/ 1 w 244"/>
                <a:gd name="T15" fmla="*/ 3 h 424"/>
                <a:gd name="T16" fmla="*/ 1 w 244"/>
                <a:gd name="T17" fmla="*/ 3 h 424"/>
                <a:gd name="T18" fmla="*/ 1 w 244"/>
                <a:gd name="T19" fmla="*/ 2 h 424"/>
                <a:gd name="T20" fmla="*/ 1 w 244"/>
                <a:gd name="T21" fmla="*/ 2 h 424"/>
                <a:gd name="T22" fmla="*/ 2 w 244"/>
                <a:gd name="T23" fmla="*/ 2 h 424"/>
                <a:gd name="T24" fmla="*/ 2 w 244"/>
                <a:gd name="T25" fmla="*/ 2 h 424"/>
                <a:gd name="T26" fmla="*/ 2 w 244"/>
                <a:gd name="T27" fmla="*/ 1 h 424"/>
                <a:gd name="T28" fmla="*/ 2 w 244"/>
                <a:gd name="T29" fmla="*/ 1 h 424"/>
                <a:gd name="T30" fmla="*/ 2 w 244"/>
                <a:gd name="T31" fmla="*/ 1 h 424"/>
                <a:gd name="T32" fmla="*/ 2 w 244"/>
                <a:gd name="T33" fmla="*/ 0 h 424"/>
                <a:gd name="T34" fmla="*/ 2 w 244"/>
                <a:gd name="T35" fmla="*/ 0 h 424"/>
                <a:gd name="T36" fmla="*/ 2 w 244"/>
                <a:gd name="T37" fmla="*/ 0 h 424"/>
                <a:gd name="T38" fmla="*/ 2 w 244"/>
                <a:gd name="T39" fmla="*/ 0 h 424"/>
                <a:gd name="T40" fmla="*/ 2 w 244"/>
                <a:gd name="T41" fmla="*/ 1 h 424"/>
                <a:gd name="T42" fmla="*/ 2 w 244"/>
                <a:gd name="T43" fmla="*/ 1 h 424"/>
                <a:gd name="T44" fmla="*/ 2 w 244"/>
                <a:gd name="T45" fmla="*/ 1 h 424"/>
                <a:gd name="T46" fmla="*/ 2 w 244"/>
                <a:gd name="T47" fmla="*/ 2 h 424"/>
                <a:gd name="T48" fmla="*/ 1 w 244"/>
                <a:gd name="T49" fmla="*/ 2 h 424"/>
                <a:gd name="T50" fmla="*/ 1 w 244"/>
                <a:gd name="T51" fmla="*/ 2 h 424"/>
                <a:gd name="T52" fmla="*/ 1 w 244"/>
                <a:gd name="T53" fmla="*/ 2 h 424"/>
                <a:gd name="T54" fmla="*/ 1 w 244"/>
                <a:gd name="T55" fmla="*/ 3 h 424"/>
                <a:gd name="T56" fmla="*/ 1 w 244"/>
                <a:gd name="T57" fmla="*/ 3 h 424"/>
                <a:gd name="T58" fmla="*/ 1 w 244"/>
                <a:gd name="T59" fmla="*/ 3 h 424"/>
                <a:gd name="T60" fmla="*/ 1 w 244"/>
                <a:gd name="T61" fmla="*/ 3 h 424"/>
                <a:gd name="T62" fmla="*/ 1 w 244"/>
                <a:gd name="T63" fmla="*/ 3 h 424"/>
                <a:gd name="T64" fmla="*/ 0 w 244"/>
                <a:gd name="T65" fmla="*/ 3 h 424"/>
                <a:gd name="T66" fmla="*/ 0 w 244"/>
                <a:gd name="T67" fmla="*/ 3 h 424"/>
                <a:gd name="T68" fmla="*/ 0 w 244"/>
                <a:gd name="T69" fmla="*/ 3 h 424"/>
                <a:gd name="T70" fmla="*/ 0 w 244"/>
                <a:gd name="T71" fmla="*/ 3 h 424"/>
                <a:gd name="T72" fmla="*/ 0 w 244"/>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4"/>
                <a:gd name="T113" fmla="*/ 244 w 244"/>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4">
                  <a:moveTo>
                    <a:pt x="0" y="424"/>
                  </a:moveTo>
                  <a:lnTo>
                    <a:pt x="0" y="424"/>
                  </a:lnTo>
                  <a:lnTo>
                    <a:pt x="25" y="422"/>
                  </a:lnTo>
                  <a:lnTo>
                    <a:pt x="50" y="416"/>
                  </a:lnTo>
                  <a:lnTo>
                    <a:pt x="73" y="405"/>
                  </a:lnTo>
                  <a:lnTo>
                    <a:pt x="96" y="390"/>
                  </a:lnTo>
                  <a:lnTo>
                    <a:pt x="118" y="373"/>
                  </a:lnTo>
                  <a:lnTo>
                    <a:pt x="138" y="350"/>
                  </a:lnTo>
                  <a:lnTo>
                    <a:pt x="155" y="326"/>
                  </a:lnTo>
                  <a:lnTo>
                    <a:pt x="173" y="299"/>
                  </a:lnTo>
                  <a:lnTo>
                    <a:pt x="189" y="268"/>
                  </a:lnTo>
                  <a:lnTo>
                    <a:pt x="203" y="235"/>
                  </a:lnTo>
                  <a:lnTo>
                    <a:pt x="215" y="201"/>
                  </a:lnTo>
                  <a:lnTo>
                    <a:pt x="226" y="163"/>
                  </a:lnTo>
                  <a:lnTo>
                    <a:pt x="234" y="125"/>
                  </a:lnTo>
                  <a:lnTo>
                    <a:pt x="240" y="85"/>
                  </a:lnTo>
                  <a:lnTo>
                    <a:pt x="243" y="42"/>
                  </a:lnTo>
                  <a:lnTo>
                    <a:pt x="244" y="0"/>
                  </a:lnTo>
                  <a:lnTo>
                    <a:pt x="233" y="0"/>
                  </a:lnTo>
                  <a:lnTo>
                    <a:pt x="232" y="42"/>
                  </a:lnTo>
                  <a:lnTo>
                    <a:pt x="228" y="83"/>
                  </a:lnTo>
                  <a:lnTo>
                    <a:pt x="222" y="123"/>
                  </a:lnTo>
                  <a:lnTo>
                    <a:pt x="214" y="160"/>
                  </a:lnTo>
                  <a:lnTo>
                    <a:pt x="203" y="197"/>
                  </a:lnTo>
                  <a:lnTo>
                    <a:pt x="192" y="231"/>
                  </a:lnTo>
                  <a:lnTo>
                    <a:pt x="178" y="263"/>
                  </a:lnTo>
                  <a:lnTo>
                    <a:pt x="164" y="292"/>
                  </a:lnTo>
                  <a:lnTo>
                    <a:pt x="146" y="319"/>
                  </a:lnTo>
                  <a:lnTo>
                    <a:pt x="129" y="343"/>
                  </a:lnTo>
                  <a:lnTo>
                    <a:pt x="109" y="363"/>
                  </a:lnTo>
                  <a:lnTo>
                    <a:pt x="89" y="381"/>
                  </a:lnTo>
                  <a:lnTo>
                    <a:pt x="66" y="394"/>
                  </a:lnTo>
                  <a:lnTo>
                    <a:pt x="45" y="404"/>
                  </a:lnTo>
                  <a:lnTo>
                    <a:pt x="23" y="410"/>
                  </a:lnTo>
                  <a:lnTo>
                    <a:pt x="0" y="412"/>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4968" name="Freeform 54"/>
            <p:cNvSpPr>
              <a:spLocks/>
            </p:cNvSpPr>
            <p:nvPr/>
          </p:nvSpPr>
          <p:spPr bwMode="auto">
            <a:xfrm>
              <a:off x="915" y="1830"/>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1" y="42"/>
                  </a:lnTo>
                  <a:lnTo>
                    <a:pt x="4" y="85"/>
                  </a:lnTo>
                  <a:lnTo>
                    <a:pt x="10" y="125"/>
                  </a:lnTo>
                  <a:lnTo>
                    <a:pt x="19" y="163"/>
                  </a:lnTo>
                  <a:lnTo>
                    <a:pt x="29" y="201"/>
                  </a:lnTo>
                  <a:lnTo>
                    <a:pt x="41" y="235"/>
                  </a:lnTo>
                  <a:lnTo>
                    <a:pt x="55" y="268"/>
                  </a:lnTo>
                  <a:lnTo>
                    <a:pt x="71" y="299"/>
                  </a:lnTo>
                  <a:lnTo>
                    <a:pt x="89" y="326"/>
                  </a:lnTo>
                  <a:lnTo>
                    <a:pt x="106" y="350"/>
                  </a:lnTo>
                  <a:lnTo>
                    <a:pt x="126" y="373"/>
                  </a:lnTo>
                  <a:lnTo>
                    <a:pt x="149" y="390"/>
                  </a:lnTo>
                  <a:lnTo>
                    <a:pt x="171" y="405"/>
                  </a:lnTo>
                  <a:lnTo>
                    <a:pt x="194" y="416"/>
                  </a:lnTo>
                  <a:lnTo>
                    <a:pt x="219" y="422"/>
                  </a:lnTo>
                  <a:lnTo>
                    <a:pt x="245" y="424"/>
                  </a:lnTo>
                  <a:lnTo>
                    <a:pt x="245" y="412"/>
                  </a:lnTo>
                  <a:lnTo>
                    <a:pt x="221" y="410"/>
                  </a:lnTo>
                  <a:lnTo>
                    <a:pt x="199" y="404"/>
                  </a:lnTo>
                  <a:lnTo>
                    <a:pt x="178" y="394"/>
                  </a:lnTo>
                  <a:lnTo>
                    <a:pt x="156" y="381"/>
                  </a:lnTo>
                  <a:lnTo>
                    <a:pt x="136" y="363"/>
                  </a:lnTo>
                  <a:lnTo>
                    <a:pt x="116" y="343"/>
                  </a:lnTo>
                  <a:lnTo>
                    <a:pt x="98" y="319"/>
                  </a:lnTo>
                  <a:lnTo>
                    <a:pt x="81" y="292"/>
                  </a:lnTo>
                  <a:lnTo>
                    <a:pt x="67" y="263"/>
                  </a:lnTo>
                  <a:lnTo>
                    <a:pt x="52" y="231"/>
                  </a:lnTo>
                  <a:lnTo>
                    <a:pt x="41" y="197"/>
                  </a:lnTo>
                  <a:lnTo>
                    <a:pt x="30" y="160"/>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4969" name="Freeform 55"/>
            <p:cNvSpPr>
              <a:spLocks/>
            </p:cNvSpPr>
            <p:nvPr/>
          </p:nvSpPr>
          <p:spPr bwMode="auto">
            <a:xfrm>
              <a:off x="915" y="1745"/>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0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19" y="2"/>
                  </a:lnTo>
                  <a:lnTo>
                    <a:pt x="194" y="8"/>
                  </a:lnTo>
                  <a:lnTo>
                    <a:pt x="171" y="19"/>
                  </a:lnTo>
                  <a:lnTo>
                    <a:pt x="149" y="34"/>
                  </a:lnTo>
                  <a:lnTo>
                    <a:pt x="126" y="52"/>
                  </a:lnTo>
                  <a:lnTo>
                    <a:pt x="106" y="74"/>
                  </a:lnTo>
                  <a:lnTo>
                    <a:pt x="89" y="99"/>
                  </a:lnTo>
                  <a:lnTo>
                    <a:pt x="70" y="126"/>
                  </a:lnTo>
                  <a:lnTo>
                    <a:pt x="55" y="157"/>
                  </a:lnTo>
                  <a:lnTo>
                    <a:pt x="41" y="189"/>
                  </a:lnTo>
                  <a:lnTo>
                    <a:pt x="29" y="224"/>
                  </a:lnTo>
                  <a:lnTo>
                    <a:pt x="19" y="262"/>
                  </a:lnTo>
                  <a:lnTo>
                    <a:pt x="10" y="300"/>
                  </a:lnTo>
                  <a:lnTo>
                    <a:pt x="4" y="340"/>
                  </a:lnTo>
                  <a:lnTo>
                    <a:pt x="1" y="383"/>
                  </a:lnTo>
                  <a:lnTo>
                    <a:pt x="0" y="426"/>
                  </a:lnTo>
                  <a:lnTo>
                    <a:pt x="11" y="426"/>
                  </a:lnTo>
                  <a:lnTo>
                    <a:pt x="13" y="383"/>
                  </a:lnTo>
                  <a:lnTo>
                    <a:pt x="16" y="342"/>
                  </a:lnTo>
                  <a:lnTo>
                    <a:pt x="22" y="303"/>
                  </a:lnTo>
                  <a:lnTo>
                    <a:pt x="30" y="264"/>
                  </a:lnTo>
                  <a:lnTo>
                    <a:pt x="41" y="229"/>
                  </a:lnTo>
                  <a:lnTo>
                    <a:pt x="52" y="194"/>
                  </a:lnTo>
                  <a:lnTo>
                    <a:pt x="67" y="162"/>
                  </a:lnTo>
                  <a:lnTo>
                    <a:pt x="82" y="133"/>
                  </a:lnTo>
                  <a:lnTo>
                    <a:pt x="98" y="106"/>
                  </a:lnTo>
                  <a:lnTo>
                    <a:pt x="116" y="81"/>
                  </a:lnTo>
                  <a:lnTo>
                    <a:pt x="136" y="61"/>
                  </a:lnTo>
                  <a:lnTo>
                    <a:pt x="156" y="43"/>
                  </a:lnTo>
                  <a:lnTo>
                    <a:pt x="178" y="31"/>
                  </a:lnTo>
                  <a:lnTo>
                    <a:pt x="199" y="20"/>
                  </a:lnTo>
                  <a:lnTo>
                    <a:pt x="221"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4970" name="Freeform 56"/>
            <p:cNvSpPr>
              <a:spLocks/>
            </p:cNvSpPr>
            <p:nvPr/>
          </p:nvSpPr>
          <p:spPr bwMode="auto">
            <a:xfrm>
              <a:off x="1140" y="2087"/>
              <a:ext cx="49" cy="85"/>
            </a:xfrm>
            <a:custGeom>
              <a:avLst/>
              <a:gdLst>
                <a:gd name="T0" fmla="*/ 2 w 246"/>
                <a:gd name="T1" fmla="*/ 3 h 424"/>
                <a:gd name="T2" fmla="*/ 2 w 246"/>
                <a:gd name="T3" fmla="*/ 3 h 424"/>
                <a:gd name="T4" fmla="*/ 2 w 246"/>
                <a:gd name="T5" fmla="*/ 3 h 424"/>
                <a:gd name="T6" fmla="*/ 2 w 246"/>
                <a:gd name="T7" fmla="*/ 3 h 424"/>
                <a:gd name="T8" fmla="*/ 2 w 246"/>
                <a:gd name="T9" fmla="*/ 2 h 424"/>
                <a:gd name="T10" fmla="*/ 2 w 246"/>
                <a:gd name="T11" fmla="*/ 2 h 424"/>
                <a:gd name="T12" fmla="*/ 2 w 246"/>
                <a:gd name="T13" fmla="*/ 2 h 424"/>
                <a:gd name="T14" fmla="*/ 2 w 246"/>
                <a:gd name="T15" fmla="*/ 2 h 424"/>
                <a:gd name="T16" fmla="*/ 2 w 246"/>
                <a:gd name="T17" fmla="*/ 1 h 424"/>
                <a:gd name="T18" fmla="*/ 1 w 246"/>
                <a:gd name="T19" fmla="*/ 1 h 424"/>
                <a:gd name="T20" fmla="*/ 1 w 246"/>
                <a:gd name="T21" fmla="*/ 1 h 424"/>
                <a:gd name="T22" fmla="*/ 1 w 246"/>
                <a:gd name="T23" fmla="*/ 1 h 424"/>
                <a:gd name="T24" fmla="*/ 1 w 246"/>
                <a:gd name="T25" fmla="*/ 0 h 424"/>
                <a:gd name="T26" fmla="*/ 1 w 246"/>
                <a:gd name="T27" fmla="*/ 0 h 424"/>
                <a:gd name="T28" fmla="*/ 1 w 246"/>
                <a:gd name="T29" fmla="*/ 0 h 424"/>
                <a:gd name="T30" fmla="*/ 0 w 246"/>
                <a:gd name="T31" fmla="*/ 0 h 424"/>
                <a:gd name="T32" fmla="*/ 0 w 246"/>
                <a:gd name="T33" fmla="*/ 0 h 424"/>
                <a:gd name="T34" fmla="*/ 0 w 246"/>
                <a:gd name="T35" fmla="*/ 0 h 424"/>
                <a:gd name="T36" fmla="*/ 0 w 246"/>
                <a:gd name="T37" fmla="*/ 0 h 424"/>
                <a:gd name="T38" fmla="*/ 0 w 246"/>
                <a:gd name="T39" fmla="*/ 0 h 424"/>
                <a:gd name="T40" fmla="*/ 0 w 246"/>
                <a:gd name="T41" fmla="*/ 0 h 424"/>
                <a:gd name="T42" fmla="*/ 1 w 246"/>
                <a:gd name="T43" fmla="*/ 0 h 424"/>
                <a:gd name="T44" fmla="*/ 1 w 246"/>
                <a:gd name="T45" fmla="*/ 0 h 424"/>
                <a:gd name="T46" fmla="*/ 1 w 246"/>
                <a:gd name="T47" fmla="*/ 0 h 424"/>
                <a:gd name="T48" fmla="*/ 1 w 246"/>
                <a:gd name="T49" fmla="*/ 1 h 424"/>
                <a:gd name="T50" fmla="*/ 1 w 246"/>
                <a:gd name="T51" fmla="*/ 1 h 424"/>
                <a:gd name="T52" fmla="*/ 1 w 246"/>
                <a:gd name="T53" fmla="*/ 1 h 424"/>
                <a:gd name="T54" fmla="*/ 1 w 246"/>
                <a:gd name="T55" fmla="*/ 1 h 424"/>
                <a:gd name="T56" fmla="*/ 2 w 246"/>
                <a:gd name="T57" fmla="*/ 2 h 424"/>
                <a:gd name="T58" fmla="*/ 2 w 246"/>
                <a:gd name="T59" fmla="*/ 2 h 424"/>
                <a:gd name="T60" fmla="*/ 2 w 246"/>
                <a:gd name="T61" fmla="*/ 2 h 424"/>
                <a:gd name="T62" fmla="*/ 2 w 246"/>
                <a:gd name="T63" fmla="*/ 2 h 424"/>
                <a:gd name="T64" fmla="*/ 2 w 246"/>
                <a:gd name="T65" fmla="*/ 3 h 424"/>
                <a:gd name="T66" fmla="*/ 2 w 246"/>
                <a:gd name="T67" fmla="*/ 3 h 424"/>
                <a:gd name="T68" fmla="*/ 2 w 246"/>
                <a:gd name="T69" fmla="*/ 3 h 424"/>
                <a:gd name="T70" fmla="*/ 2 w 246"/>
                <a:gd name="T71" fmla="*/ 3 h 424"/>
                <a:gd name="T72" fmla="*/ 2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424"/>
                  </a:moveTo>
                  <a:lnTo>
                    <a:pt x="246" y="424"/>
                  </a:lnTo>
                  <a:lnTo>
                    <a:pt x="244" y="382"/>
                  </a:lnTo>
                  <a:lnTo>
                    <a:pt x="241" y="338"/>
                  </a:lnTo>
                  <a:lnTo>
                    <a:pt x="235" y="298"/>
                  </a:lnTo>
                  <a:lnTo>
                    <a:pt x="227" y="261"/>
                  </a:lnTo>
                  <a:lnTo>
                    <a:pt x="216" y="222"/>
                  </a:lnTo>
                  <a:lnTo>
                    <a:pt x="205" y="188"/>
                  </a:lnTo>
                  <a:lnTo>
                    <a:pt x="190" y="155"/>
                  </a:lnTo>
                  <a:lnTo>
                    <a:pt x="174" y="125"/>
                  </a:lnTo>
                  <a:lnTo>
                    <a:pt x="157" y="98"/>
                  </a:lnTo>
                  <a:lnTo>
                    <a:pt x="138" y="73"/>
                  </a:lnTo>
                  <a:lnTo>
                    <a:pt x="118" y="51"/>
                  </a:lnTo>
                  <a:lnTo>
                    <a:pt x="96" y="34"/>
                  </a:lnTo>
                  <a:lnTo>
                    <a:pt x="74" y="18"/>
                  </a:lnTo>
                  <a:lnTo>
                    <a:pt x="50" y="8"/>
                  </a:lnTo>
                  <a:lnTo>
                    <a:pt x="25" y="2"/>
                  </a:lnTo>
                  <a:lnTo>
                    <a:pt x="0" y="0"/>
                  </a:lnTo>
                  <a:lnTo>
                    <a:pt x="0" y="11"/>
                  </a:lnTo>
                  <a:lnTo>
                    <a:pt x="23" y="14"/>
                  </a:lnTo>
                  <a:lnTo>
                    <a:pt x="45" y="19"/>
                  </a:lnTo>
                  <a:lnTo>
                    <a:pt x="67" y="30"/>
                  </a:lnTo>
                  <a:lnTo>
                    <a:pt x="89" y="43"/>
                  </a:lnTo>
                  <a:lnTo>
                    <a:pt x="108" y="60"/>
                  </a:lnTo>
                  <a:lnTo>
                    <a:pt x="128" y="80"/>
                  </a:lnTo>
                  <a:lnTo>
                    <a:pt x="147" y="105"/>
                  </a:lnTo>
                  <a:lnTo>
                    <a:pt x="165" y="132"/>
                  </a:lnTo>
                  <a:lnTo>
                    <a:pt x="179" y="160"/>
                  </a:lnTo>
                  <a:lnTo>
                    <a:pt x="193" y="193"/>
                  </a:lnTo>
                  <a:lnTo>
                    <a:pt x="205" y="227"/>
                  </a:lnTo>
                  <a:lnTo>
                    <a:pt x="215" y="263"/>
                  </a:lnTo>
                  <a:lnTo>
                    <a:pt x="223" y="301"/>
                  </a:lnTo>
                  <a:lnTo>
                    <a:pt x="229" y="341"/>
                  </a:lnTo>
                  <a:lnTo>
                    <a:pt x="233" y="382"/>
                  </a:lnTo>
                  <a:lnTo>
                    <a:pt x="234" y="424"/>
                  </a:lnTo>
                  <a:lnTo>
                    <a:pt x="246"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4971" name="Freeform 57"/>
            <p:cNvSpPr>
              <a:spLocks/>
            </p:cNvSpPr>
            <p:nvPr/>
          </p:nvSpPr>
          <p:spPr bwMode="auto">
            <a:xfrm>
              <a:off x="1140" y="2172"/>
              <a:ext cx="49" cy="85"/>
            </a:xfrm>
            <a:custGeom>
              <a:avLst/>
              <a:gdLst>
                <a:gd name="T0" fmla="*/ 0 w 246"/>
                <a:gd name="T1" fmla="*/ 3 h 426"/>
                <a:gd name="T2" fmla="*/ 0 w 246"/>
                <a:gd name="T3" fmla="*/ 3 h 426"/>
                <a:gd name="T4" fmla="*/ 0 w 246"/>
                <a:gd name="T5" fmla="*/ 3 h 426"/>
                <a:gd name="T6" fmla="*/ 0 w 246"/>
                <a:gd name="T7" fmla="*/ 3 h 426"/>
                <a:gd name="T8" fmla="*/ 1 w 246"/>
                <a:gd name="T9" fmla="*/ 3 h 426"/>
                <a:gd name="T10" fmla="*/ 1 w 246"/>
                <a:gd name="T11" fmla="*/ 3 h 426"/>
                <a:gd name="T12" fmla="*/ 1 w 246"/>
                <a:gd name="T13" fmla="*/ 3 h 426"/>
                <a:gd name="T14" fmla="*/ 1 w 246"/>
                <a:gd name="T15" fmla="*/ 3 h 426"/>
                <a:gd name="T16" fmla="*/ 1 w 246"/>
                <a:gd name="T17" fmla="*/ 3 h 426"/>
                <a:gd name="T18" fmla="*/ 1 w 246"/>
                <a:gd name="T19" fmla="*/ 2 h 426"/>
                <a:gd name="T20" fmla="*/ 2 w 246"/>
                <a:gd name="T21" fmla="*/ 2 h 426"/>
                <a:gd name="T22" fmla="*/ 2 w 246"/>
                <a:gd name="T23" fmla="*/ 2 h 426"/>
                <a:gd name="T24" fmla="*/ 2 w 246"/>
                <a:gd name="T25" fmla="*/ 2 h 426"/>
                <a:gd name="T26" fmla="*/ 2 w 246"/>
                <a:gd name="T27" fmla="*/ 1 h 426"/>
                <a:gd name="T28" fmla="*/ 2 w 246"/>
                <a:gd name="T29" fmla="*/ 1 h 426"/>
                <a:gd name="T30" fmla="*/ 2 w 246"/>
                <a:gd name="T31" fmla="*/ 1 h 426"/>
                <a:gd name="T32" fmla="*/ 2 w 246"/>
                <a:gd name="T33" fmla="*/ 0 h 426"/>
                <a:gd name="T34" fmla="*/ 2 w 246"/>
                <a:gd name="T35" fmla="*/ 0 h 426"/>
                <a:gd name="T36" fmla="*/ 2 w 246"/>
                <a:gd name="T37" fmla="*/ 0 h 426"/>
                <a:gd name="T38" fmla="*/ 2 w 246"/>
                <a:gd name="T39" fmla="*/ 0 h 426"/>
                <a:gd name="T40" fmla="*/ 2 w 246"/>
                <a:gd name="T41" fmla="*/ 1 h 426"/>
                <a:gd name="T42" fmla="*/ 2 w 246"/>
                <a:gd name="T43" fmla="*/ 1 h 426"/>
                <a:gd name="T44" fmla="*/ 2 w 246"/>
                <a:gd name="T45" fmla="*/ 1 h 426"/>
                <a:gd name="T46" fmla="*/ 2 w 246"/>
                <a:gd name="T47" fmla="*/ 2 h 426"/>
                <a:gd name="T48" fmla="*/ 2 w 246"/>
                <a:gd name="T49" fmla="*/ 2 h 426"/>
                <a:gd name="T50" fmla="*/ 1 w 246"/>
                <a:gd name="T51" fmla="*/ 2 h 426"/>
                <a:gd name="T52" fmla="*/ 1 w 246"/>
                <a:gd name="T53" fmla="*/ 2 h 426"/>
                <a:gd name="T54" fmla="*/ 1 w 246"/>
                <a:gd name="T55" fmla="*/ 3 h 426"/>
                <a:gd name="T56" fmla="*/ 1 w 246"/>
                <a:gd name="T57" fmla="*/ 3 h 426"/>
                <a:gd name="T58" fmla="*/ 1 w 246"/>
                <a:gd name="T59" fmla="*/ 3 h 426"/>
                <a:gd name="T60" fmla="*/ 1 w 246"/>
                <a:gd name="T61" fmla="*/ 3 h 426"/>
                <a:gd name="T62" fmla="*/ 1 w 246"/>
                <a:gd name="T63" fmla="*/ 3 h 426"/>
                <a:gd name="T64" fmla="*/ 0 w 246"/>
                <a:gd name="T65" fmla="*/ 3 h 426"/>
                <a:gd name="T66" fmla="*/ 0 w 246"/>
                <a:gd name="T67" fmla="*/ 3 h 426"/>
                <a:gd name="T68" fmla="*/ 0 w 246"/>
                <a:gd name="T69" fmla="*/ 3 h 426"/>
                <a:gd name="T70" fmla="*/ 0 w 246"/>
                <a:gd name="T71" fmla="*/ 3 h 426"/>
                <a:gd name="T72" fmla="*/ 0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426"/>
                  </a:moveTo>
                  <a:lnTo>
                    <a:pt x="0" y="426"/>
                  </a:lnTo>
                  <a:lnTo>
                    <a:pt x="25" y="423"/>
                  </a:lnTo>
                  <a:lnTo>
                    <a:pt x="50" y="417"/>
                  </a:lnTo>
                  <a:lnTo>
                    <a:pt x="74" y="407"/>
                  </a:lnTo>
                  <a:lnTo>
                    <a:pt x="96" y="392"/>
                  </a:lnTo>
                  <a:lnTo>
                    <a:pt x="118" y="373"/>
                  </a:lnTo>
                  <a:lnTo>
                    <a:pt x="138" y="350"/>
                  </a:lnTo>
                  <a:lnTo>
                    <a:pt x="157" y="327"/>
                  </a:lnTo>
                  <a:lnTo>
                    <a:pt x="175" y="299"/>
                  </a:lnTo>
                  <a:lnTo>
                    <a:pt x="190" y="268"/>
                  </a:lnTo>
                  <a:lnTo>
                    <a:pt x="205" y="236"/>
                  </a:lnTo>
                  <a:lnTo>
                    <a:pt x="216" y="202"/>
                  </a:lnTo>
                  <a:lnTo>
                    <a:pt x="227" y="164"/>
                  </a:lnTo>
                  <a:lnTo>
                    <a:pt x="235" y="125"/>
                  </a:lnTo>
                  <a:lnTo>
                    <a:pt x="241" y="86"/>
                  </a:lnTo>
                  <a:lnTo>
                    <a:pt x="244" y="42"/>
                  </a:lnTo>
                  <a:lnTo>
                    <a:pt x="246" y="0"/>
                  </a:lnTo>
                  <a:lnTo>
                    <a:pt x="234" y="0"/>
                  </a:lnTo>
                  <a:lnTo>
                    <a:pt x="233" y="42"/>
                  </a:lnTo>
                  <a:lnTo>
                    <a:pt x="229" y="83"/>
                  </a:lnTo>
                  <a:lnTo>
                    <a:pt x="223" y="123"/>
                  </a:lnTo>
                  <a:lnTo>
                    <a:pt x="215" y="162"/>
                  </a:lnTo>
                  <a:lnTo>
                    <a:pt x="205" y="197"/>
                  </a:lnTo>
                  <a:lnTo>
                    <a:pt x="193" y="231"/>
                  </a:lnTo>
                  <a:lnTo>
                    <a:pt x="179" y="264"/>
                  </a:lnTo>
                  <a:lnTo>
                    <a:pt x="164" y="292"/>
                  </a:lnTo>
                  <a:lnTo>
                    <a:pt x="147" y="320"/>
                  </a:lnTo>
                  <a:lnTo>
                    <a:pt x="128" y="343"/>
                  </a:lnTo>
                  <a:lnTo>
                    <a:pt x="108" y="363"/>
                  </a:lnTo>
                  <a:lnTo>
                    <a:pt x="89" y="382"/>
                  </a:lnTo>
                  <a:lnTo>
                    <a:pt x="67" y="395"/>
                  </a:lnTo>
                  <a:lnTo>
                    <a:pt x="45" y="406"/>
                  </a:lnTo>
                  <a:lnTo>
                    <a:pt x="23" y="411"/>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4972" name="Freeform 58"/>
            <p:cNvSpPr>
              <a:spLocks/>
            </p:cNvSpPr>
            <p:nvPr/>
          </p:nvSpPr>
          <p:spPr bwMode="auto">
            <a:xfrm>
              <a:off x="1091" y="2172"/>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4" y="86"/>
                  </a:lnTo>
                  <a:lnTo>
                    <a:pt x="10" y="125"/>
                  </a:lnTo>
                  <a:lnTo>
                    <a:pt x="18" y="164"/>
                  </a:lnTo>
                  <a:lnTo>
                    <a:pt x="29" y="202"/>
                  </a:lnTo>
                  <a:lnTo>
                    <a:pt x="41" y="236"/>
                  </a:lnTo>
                  <a:lnTo>
                    <a:pt x="55" y="268"/>
                  </a:lnTo>
                  <a:lnTo>
                    <a:pt x="70" y="299"/>
                  </a:lnTo>
                  <a:lnTo>
                    <a:pt x="89" y="327"/>
                  </a:lnTo>
                  <a:lnTo>
                    <a:pt x="106" y="350"/>
                  </a:lnTo>
                  <a:lnTo>
                    <a:pt x="126" y="373"/>
                  </a:lnTo>
                  <a:lnTo>
                    <a:pt x="148" y="392"/>
                  </a:lnTo>
                  <a:lnTo>
                    <a:pt x="171" y="407"/>
                  </a:lnTo>
                  <a:lnTo>
                    <a:pt x="194" y="417"/>
                  </a:lnTo>
                  <a:lnTo>
                    <a:pt x="219" y="423"/>
                  </a:lnTo>
                  <a:lnTo>
                    <a:pt x="245" y="426"/>
                  </a:lnTo>
                  <a:lnTo>
                    <a:pt x="245" y="414"/>
                  </a:lnTo>
                  <a:lnTo>
                    <a:pt x="221" y="411"/>
                  </a:lnTo>
                  <a:lnTo>
                    <a:pt x="199" y="406"/>
                  </a:lnTo>
                  <a:lnTo>
                    <a:pt x="178" y="395"/>
                  </a:lnTo>
                  <a:lnTo>
                    <a:pt x="155" y="382"/>
                  </a:lnTo>
                  <a:lnTo>
                    <a:pt x="136" y="363"/>
                  </a:lnTo>
                  <a:lnTo>
                    <a:pt x="116" y="343"/>
                  </a:lnTo>
                  <a:lnTo>
                    <a:pt x="98" y="320"/>
                  </a:lnTo>
                  <a:lnTo>
                    <a:pt x="82" y="292"/>
                  </a:lnTo>
                  <a:lnTo>
                    <a:pt x="66" y="264"/>
                  </a:lnTo>
                  <a:lnTo>
                    <a:pt x="52" y="231"/>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4973" name="Freeform 59"/>
            <p:cNvSpPr>
              <a:spLocks/>
            </p:cNvSpPr>
            <p:nvPr/>
          </p:nvSpPr>
          <p:spPr bwMode="auto">
            <a:xfrm>
              <a:off x="1091" y="2087"/>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4" y="8"/>
                  </a:lnTo>
                  <a:lnTo>
                    <a:pt x="171" y="18"/>
                  </a:lnTo>
                  <a:lnTo>
                    <a:pt x="148" y="34"/>
                  </a:lnTo>
                  <a:lnTo>
                    <a:pt x="126" y="51"/>
                  </a:lnTo>
                  <a:lnTo>
                    <a:pt x="106" y="73"/>
                  </a:lnTo>
                  <a:lnTo>
                    <a:pt x="89" y="98"/>
                  </a:lnTo>
                  <a:lnTo>
                    <a:pt x="71" y="125"/>
                  </a:lnTo>
                  <a:lnTo>
                    <a:pt x="55" y="155"/>
                  </a:lnTo>
                  <a:lnTo>
                    <a:pt x="41" y="188"/>
                  </a:lnTo>
                  <a:lnTo>
                    <a:pt x="29" y="222"/>
                  </a:lnTo>
                  <a:lnTo>
                    <a:pt x="18" y="261"/>
                  </a:lnTo>
                  <a:lnTo>
                    <a:pt x="10" y="298"/>
                  </a:lnTo>
                  <a:lnTo>
                    <a:pt x="4" y="338"/>
                  </a:lnTo>
                  <a:lnTo>
                    <a:pt x="1" y="382"/>
                  </a:lnTo>
                  <a:lnTo>
                    <a:pt x="0" y="424"/>
                  </a:lnTo>
                  <a:lnTo>
                    <a:pt x="11" y="424"/>
                  </a:lnTo>
                  <a:lnTo>
                    <a:pt x="13" y="382"/>
                  </a:lnTo>
                  <a:lnTo>
                    <a:pt x="16" y="341"/>
                  </a:lnTo>
                  <a:lnTo>
                    <a:pt x="22" y="301"/>
                  </a:lnTo>
                  <a:lnTo>
                    <a:pt x="30" y="263"/>
                  </a:lnTo>
                  <a:lnTo>
                    <a:pt x="41" y="227"/>
                  </a:lnTo>
                  <a:lnTo>
                    <a:pt x="52" y="193"/>
                  </a:lnTo>
                  <a:lnTo>
                    <a:pt x="66" y="160"/>
                  </a:lnTo>
                  <a:lnTo>
                    <a:pt x="80" y="132"/>
                  </a:lnTo>
                  <a:lnTo>
                    <a:pt x="98" y="105"/>
                  </a:lnTo>
                  <a:lnTo>
                    <a:pt x="116" y="80"/>
                  </a:lnTo>
                  <a:lnTo>
                    <a:pt x="136" y="60"/>
                  </a:lnTo>
                  <a:lnTo>
                    <a:pt x="155" y="43"/>
                  </a:lnTo>
                  <a:lnTo>
                    <a:pt x="178" y="30"/>
                  </a:lnTo>
                  <a:lnTo>
                    <a:pt x="199" y="19"/>
                  </a:lnTo>
                  <a:lnTo>
                    <a:pt x="221" y="14"/>
                  </a:lnTo>
                  <a:lnTo>
                    <a:pt x="245" y="11"/>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4974" name="Freeform 60"/>
            <p:cNvSpPr>
              <a:spLocks/>
            </p:cNvSpPr>
            <p:nvPr/>
          </p:nvSpPr>
          <p:spPr bwMode="auto">
            <a:xfrm>
              <a:off x="1392" y="2118"/>
              <a:ext cx="49" cy="85"/>
            </a:xfrm>
            <a:custGeom>
              <a:avLst/>
              <a:gdLst>
                <a:gd name="T0" fmla="*/ 2 w 246"/>
                <a:gd name="T1" fmla="*/ 3 h 426"/>
                <a:gd name="T2" fmla="*/ 2 w 246"/>
                <a:gd name="T3" fmla="*/ 3 h 426"/>
                <a:gd name="T4" fmla="*/ 2 w 246"/>
                <a:gd name="T5" fmla="*/ 3 h 426"/>
                <a:gd name="T6" fmla="*/ 2 w 246"/>
                <a:gd name="T7" fmla="*/ 3 h 426"/>
                <a:gd name="T8" fmla="*/ 2 w 246"/>
                <a:gd name="T9" fmla="*/ 2 h 426"/>
                <a:gd name="T10" fmla="*/ 2 w 246"/>
                <a:gd name="T11" fmla="*/ 2 h 426"/>
                <a:gd name="T12" fmla="*/ 2 w 246"/>
                <a:gd name="T13" fmla="*/ 2 h 426"/>
                <a:gd name="T14" fmla="*/ 2 w 246"/>
                <a:gd name="T15" fmla="*/ 2 h 426"/>
                <a:gd name="T16" fmla="*/ 2 w 246"/>
                <a:gd name="T17" fmla="*/ 1 h 426"/>
                <a:gd name="T18" fmla="*/ 1 w 246"/>
                <a:gd name="T19" fmla="*/ 1 h 426"/>
                <a:gd name="T20" fmla="*/ 1 w 246"/>
                <a:gd name="T21" fmla="*/ 1 h 426"/>
                <a:gd name="T22" fmla="*/ 1 w 246"/>
                <a:gd name="T23" fmla="*/ 1 h 426"/>
                <a:gd name="T24" fmla="*/ 1 w 246"/>
                <a:gd name="T25" fmla="*/ 0 h 426"/>
                <a:gd name="T26" fmla="*/ 1 w 246"/>
                <a:gd name="T27" fmla="*/ 0 h 426"/>
                <a:gd name="T28" fmla="*/ 1 w 246"/>
                <a:gd name="T29" fmla="*/ 0 h 426"/>
                <a:gd name="T30" fmla="*/ 0 w 246"/>
                <a:gd name="T31" fmla="*/ 0 h 426"/>
                <a:gd name="T32" fmla="*/ 0 w 246"/>
                <a:gd name="T33" fmla="*/ 0 h 426"/>
                <a:gd name="T34" fmla="*/ 0 w 246"/>
                <a:gd name="T35" fmla="*/ 0 h 426"/>
                <a:gd name="T36" fmla="*/ 0 w 246"/>
                <a:gd name="T37" fmla="*/ 0 h 426"/>
                <a:gd name="T38" fmla="*/ 0 w 246"/>
                <a:gd name="T39" fmla="*/ 0 h 426"/>
                <a:gd name="T40" fmla="*/ 0 w 246"/>
                <a:gd name="T41" fmla="*/ 0 h 426"/>
                <a:gd name="T42" fmla="*/ 1 w 246"/>
                <a:gd name="T43" fmla="*/ 0 h 426"/>
                <a:gd name="T44" fmla="*/ 1 w 246"/>
                <a:gd name="T45" fmla="*/ 0 h 426"/>
                <a:gd name="T46" fmla="*/ 1 w 246"/>
                <a:gd name="T47" fmla="*/ 1 h 426"/>
                <a:gd name="T48" fmla="*/ 1 w 246"/>
                <a:gd name="T49" fmla="*/ 1 h 426"/>
                <a:gd name="T50" fmla="*/ 1 w 246"/>
                <a:gd name="T51" fmla="*/ 1 h 426"/>
                <a:gd name="T52" fmla="*/ 1 w 246"/>
                <a:gd name="T53" fmla="*/ 1 h 426"/>
                <a:gd name="T54" fmla="*/ 1 w 246"/>
                <a:gd name="T55" fmla="*/ 1 h 426"/>
                <a:gd name="T56" fmla="*/ 2 w 246"/>
                <a:gd name="T57" fmla="*/ 2 h 426"/>
                <a:gd name="T58" fmla="*/ 2 w 246"/>
                <a:gd name="T59" fmla="*/ 2 h 426"/>
                <a:gd name="T60" fmla="*/ 2 w 246"/>
                <a:gd name="T61" fmla="*/ 2 h 426"/>
                <a:gd name="T62" fmla="*/ 2 w 246"/>
                <a:gd name="T63" fmla="*/ 2 h 426"/>
                <a:gd name="T64" fmla="*/ 2 w 246"/>
                <a:gd name="T65" fmla="*/ 3 h 426"/>
                <a:gd name="T66" fmla="*/ 2 w 246"/>
                <a:gd name="T67" fmla="*/ 3 h 426"/>
                <a:gd name="T68" fmla="*/ 2 w 246"/>
                <a:gd name="T69" fmla="*/ 3 h 426"/>
                <a:gd name="T70" fmla="*/ 2 w 246"/>
                <a:gd name="T71" fmla="*/ 3 h 426"/>
                <a:gd name="T72" fmla="*/ 2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246" y="426"/>
                  </a:moveTo>
                  <a:lnTo>
                    <a:pt x="246" y="426"/>
                  </a:lnTo>
                  <a:lnTo>
                    <a:pt x="245" y="384"/>
                  </a:lnTo>
                  <a:lnTo>
                    <a:pt x="242" y="340"/>
                  </a:lnTo>
                  <a:lnTo>
                    <a:pt x="236" y="301"/>
                  </a:lnTo>
                  <a:lnTo>
                    <a:pt x="228" y="262"/>
                  </a:lnTo>
                  <a:lnTo>
                    <a:pt x="217" y="224"/>
                  </a:lnTo>
                  <a:lnTo>
                    <a:pt x="205" y="190"/>
                  </a:lnTo>
                  <a:lnTo>
                    <a:pt x="191" y="158"/>
                  </a:lnTo>
                  <a:lnTo>
                    <a:pt x="176" y="126"/>
                  </a:lnTo>
                  <a:lnTo>
                    <a:pt x="157" y="99"/>
                  </a:lnTo>
                  <a:lnTo>
                    <a:pt x="139" y="75"/>
                  </a:lnTo>
                  <a:lnTo>
                    <a:pt x="119" y="53"/>
                  </a:lnTo>
                  <a:lnTo>
                    <a:pt x="96" y="34"/>
                  </a:lnTo>
                  <a:lnTo>
                    <a:pt x="75" y="19"/>
                  </a:lnTo>
                  <a:lnTo>
                    <a:pt x="51" y="9"/>
                  </a:lnTo>
                  <a:lnTo>
                    <a:pt x="26" y="3"/>
                  </a:lnTo>
                  <a:lnTo>
                    <a:pt x="0" y="0"/>
                  </a:lnTo>
                  <a:lnTo>
                    <a:pt x="0" y="12"/>
                  </a:lnTo>
                  <a:lnTo>
                    <a:pt x="24" y="15"/>
                  </a:lnTo>
                  <a:lnTo>
                    <a:pt x="46" y="20"/>
                  </a:lnTo>
                  <a:lnTo>
                    <a:pt x="68" y="31"/>
                  </a:lnTo>
                  <a:lnTo>
                    <a:pt x="89" y="44"/>
                  </a:lnTo>
                  <a:lnTo>
                    <a:pt x="109" y="63"/>
                  </a:lnTo>
                  <a:lnTo>
                    <a:pt x="129" y="83"/>
                  </a:lnTo>
                  <a:lnTo>
                    <a:pt x="148" y="106"/>
                  </a:lnTo>
                  <a:lnTo>
                    <a:pt x="164" y="133"/>
                  </a:lnTo>
                  <a:lnTo>
                    <a:pt x="180" y="162"/>
                  </a:lnTo>
                  <a:lnTo>
                    <a:pt x="194" y="195"/>
                  </a:lnTo>
                  <a:lnTo>
                    <a:pt x="205" y="229"/>
                  </a:lnTo>
                  <a:lnTo>
                    <a:pt x="216" y="264"/>
                  </a:lnTo>
                  <a:lnTo>
                    <a:pt x="224" y="303"/>
                  </a:lnTo>
                  <a:lnTo>
                    <a:pt x="230" y="343"/>
                  </a:lnTo>
                  <a:lnTo>
                    <a:pt x="233" y="384"/>
                  </a:lnTo>
                  <a:lnTo>
                    <a:pt x="235" y="426"/>
                  </a:lnTo>
                  <a:lnTo>
                    <a:pt x="246"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4975" name="Freeform 61"/>
            <p:cNvSpPr>
              <a:spLocks/>
            </p:cNvSpPr>
            <p:nvPr/>
          </p:nvSpPr>
          <p:spPr bwMode="auto">
            <a:xfrm>
              <a:off x="1392" y="2203"/>
              <a:ext cx="49" cy="85"/>
            </a:xfrm>
            <a:custGeom>
              <a:avLst/>
              <a:gdLst>
                <a:gd name="T0" fmla="*/ 0 w 246"/>
                <a:gd name="T1" fmla="*/ 3 h 424"/>
                <a:gd name="T2" fmla="*/ 0 w 246"/>
                <a:gd name="T3" fmla="*/ 3 h 424"/>
                <a:gd name="T4" fmla="*/ 0 w 246"/>
                <a:gd name="T5" fmla="*/ 3 h 424"/>
                <a:gd name="T6" fmla="*/ 0 w 246"/>
                <a:gd name="T7" fmla="*/ 3 h 424"/>
                <a:gd name="T8" fmla="*/ 1 w 246"/>
                <a:gd name="T9" fmla="*/ 3 h 424"/>
                <a:gd name="T10" fmla="*/ 1 w 246"/>
                <a:gd name="T11" fmla="*/ 3 h 424"/>
                <a:gd name="T12" fmla="*/ 1 w 246"/>
                <a:gd name="T13" fmla="*/ 3 h 424"/>
                <a:gd name="T14" fmla="*/ 1 w 246"/>
                <a:gd name="T15" fmla="*/ 3 h 424"/>
                <a:gd name="T16" fmla="*/ 1 w 246"/>
                <a:gd name="T17" fmla="*/ 3 h 424"/>
                <a:gd name="T18" fmla="*/ 1 w 246"/>
                <a:gd name="T19" fmla="*/ 2 h 424"/>
                <a:gd name="T20" fmla="*/ 2 w 246"/>
                <a:gd name="T21" fmla="*/ 2 h 424"/>
                <a:gd name="T22" fmla="*/ 2 w 246"/>
                <a:gd name="T23" fmla="*/ 2 h 424"/>
                <a:gd name="T24" fmla="*/ 2 w 246"/>
                <a:gd name="T25" fmla="*/ 2 h 424"/>
                <a:gd name="T26" fmla="*/ 2 w 246"/>
                <a:gd name="T27" fmla="*/ 1 h 424"/>
                <a:gd name="T28" fmla="*/ 2 w 246"/>
                <a:gd name="T29" fmla="*/ 1 h 424"/>
                <a:gd name="T30" fmla="*/ 2 w 246"/>
                <a:gd name="T31" fmla="*/ 1 h 424"/>
                <a:gd name="T32" fmla="*/ 2 w 246"/>
                <a:gd name="T33" fmla="*/ 0 h 424"/>
                <a:gd name="T34" fmla="*/ 2 w 246"/>
                <a:gd name="T35" fmla="*/ 0 h 424"/>
                <a:gd name="T36" fmla="*/ 2 w 246"/>
                <a:gd name="T37" fmla="*/ 0 h 424"/>
                <a:gd name="T38" fmla="*/ 2 w 246"/>
                <a:gd name="T39" fmla="*/ 0 h 424"/>
                <a:gd name="T40" fmla="*/ 2 w 246"/>
                <a:gd name="T41" fmla="*/ 1 h 424"/>
                <a:gd name="T42" fmla="*/ 2 w 246"/>
                <a:gd name="T43" fmla="*/ 1 h 424"/>
                <a:gd name="T44" fmla="*/ 2 w 246"/>
                <a:gd name="T45" fmla="*/ 1 h 424"/>
                <a:gd name="T46" fmla="*/ 2 w 246"/>
                <a:gd name="T47" fmla="*/ 2 h 424"/>
                <a:gd name="T48" fmla="*/ 2 w 246"/>
                <a:gd name="T49" fmla="*/ 2 h 424"/>
                <a:gd name="T50" fmla="*/ 1 w 246"/>
                <a:gd name="T51" fmla="*/ 2 h 424"/>
                <a:gd name="T52" fmla="*/ 1 w 246"/>
                <a:gd name="T53" fmla="*/ 2 h 424"/>
                <a:gd name="T54" fmla="*/ 1 w 246"/>
                <a:gd name="T55" fmla="*/ 3 h 424"/>
                <a:gd name="T56" fmla="*/ 1 w 246"/>
                <a:gd name="T57" fmla="*/ 3 h 424"/>
                <a:gd name="T58" fmla="*/ 1 w 246"/>
                <a:gd name="T59" fmla="*/ 3 h 424"/>
                <a:gd name="T60" fmla="*/ 1 w 246"/>
                <a:gd name="T61" fmla="*/ 3 h 424"/>
                <a:gd name="T62" fmla="*/ 1 w 246"/>
                <a:gd name="T63" fmla="*/ 3 h 424"/>
                <a:gd name="T64" fmla="*/ 0 w 246"/>
                <a:gd name="T65" fmla="*/ 3 h 424"/>
                <a:gd name="T66" fmla="*/ 0 w 246"/>
                <a:gd name="T67" fmla="*/ 3 h 424"/>
                <a:gd name="T68" fmla="*/ 0 w 246"/>
                <a:gd name="T69" fmla="*/ 3 h 424"/>
                <a:gd name="T70" fmla="*/ 0 w 246"/>
                <a:gd name="T71" fmla="*/ 3 h 424"/>
                <a:gd name="T72" fmla="*/ 0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0" y="424"/>
                  </a:moveTo>
                  <a:lnTo>
                    <a:pt x="0" y="424"/>
                  </a:lnTo>
                  <a:lnTo>
                    <a:pt x="26" y="422"/>
                  </a:lnTo>
                  <a:lnTo>
                    <a:pt x="51" y="416"/>
                  </a:lnTo>
                  <a:lnTo>
                    <a:pt x="75" y="406"/>
                  </a:lnTo>
                  <a:lnTo>
                    <a:pt x="96" y="390"/>
                  </a:lnTo>
                  <a:lnTo>
                    <a:pt x="119" y="373"/>
                  </a:lnTo>
                  <a:lnTo>
                    <a:pt x="139" y="351"/>
                  </a:lnTo>
                  <a:lnTo>
                    <a:pt x="157" y="326"/>
                  </a:lnTo>
                  <a:lnTo>
                    <a:pt x="175" y="299"/>
                  </a:lnTo>
                  <a:lnTo>
                    <a:pt x="191" y="269"/>
                  </a:lnTo>
                  <a:lnTo>
                    <a:pt x="205" y="236"/>
                  </a:lnTo>
                  <a:lnTo>
                    <a:pt x="217" y="202"/>
                  </a:lnTo>
                  <a:lnTo>
                    <a:pt x="228" y="163"/>
                  </a:lnTo>
                  <a:lnTo>
                    <a:pt x="236" y="125"/>
                  </a:lnTo>
                  <a:lnTo>
                    <a:pt x="242" y="86"/>
                  </a:lnTo>
                  <a:lnTo>
                    <a:pt x="245" y="42"/>
                  </a:lnTo>
                  <a:lnTo>
                    <a:pt x="246" y="0"/>
                  </a:lnTo>
                  <a:lnTo>
                    <a:pt x="235" y="0"/>
                  </a:lnTo>
                  <a:lnTo>
                    <a:pt x="233" y="42"/>
                  </a:lnTo>
                  <a:lnTo>
                    <a:pt x="230" y="83"/>
                  </a:lnTo>
                  <a:lnTo>
                    <a:pt x="224" y="123"/>
                  </a:lnTo>
                  <a:lnTo>
                    <a:pt x="216" y="161"/>
                  </a:lnTo>
                  <a:lnTo>
                    <a:pt x="205" y="197"/>
                  </a:lnTo>
                  <a:lnTo>
                    <a:pt x="194" y="231"/>
                  </a:lnTo>
                  <a:lnTo>
                    <a:pt x="180" y="264"/>
                  </a:lnTo>
                  <a:lnTo>
                    <a:pt x="166" y="292"/>
                  </a:lnTo>
                  <a:lnTo>
                    <a:pt x="148" y="319"/>
                  </a:lnTo>
                  <a:lnTo>
                    <a:pt x="129" y="344"/>
                  </a:lnTo>
                  <a:lnTo>
                    <a:pt x="109" y="364"/>
                  </a:lnTo>
                  <a:lnTo>
                    <a:pt x="89" y="381"/>
                  </a:lnTo>
                  <a:lnTo>
                    <a:pt x="68" y="394"/>
                  </a:lnTo>
                  <a:lnTo>
                    <a:pt x="46" y="405"/>
                  </a:lnTo>
                  <a:lnTo>
                    <a:pt x="24" y="410"/>
                  </a:lnTo>
                  <a:lnTo>
                    <a:pt x="0" y="413"/>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4976" name="Freeform 62"/>
            <p:cNvSpPr>
              <a:spLocks/>
            </p:cNvSpPr>
            <p:nvPr/>
          </p:nvSpPr>
          <p:spPr bwMode="auto">
            <a:xfrm>
              <a:off x="1343" y="2203"/>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2" y="42"/>
                  </a:lnTo>
                  <a:lnTo>
                    <a:pt x="5" y="86"/>
                  </a:lnTo>
                  <a:lnTo>
                    <a:pt x="11" y="125"/>
                  </a:lnTo>
                  <a:lnTo>
                    <a:pt x="19" y="163"/>
                  </a:lnTo>
                  <a:lnTo>
                    <a:pt x="30" y="202"/>
                  </a:lnTo>
                  <a:lnTo>
                    <a:pt x="41" y="236"/>
                  </a:lnTo>
                  <a:lnTo>
                    <a:pt x="56" y="269"/>
                  </a:lnTo>
                  <a:lnTo>
                    <a:pt x="72" y="299"/>
                  </a:lnTo>
                  <a:lnTo>
                    <a:pt x="90" y="326"/>
                  </a:lnTo>
                  <a:lnTo>
                    <a:pt x="108" y="351"/>
                  </a:lnTo>
                  <a:lnTo>
                    <a:pt x="127" y="373"/>
                  </a:lnTo>
                  <a:lnTo>
                    <a:pt x="149" y="390"/>
                  </a:lnTo>
                  <a:lnTo>
                    <a:pt x="172" y="406"/>
                  </a:lnTo>
                  <a:lnTo>
                    <a:pt x="195" y="416"/>
                  </a:lnTo>
                  <a:lnTo>
                    <a:pt x="220" y="422"/>
                  </a:lnTo>
                  <a:lnTo>
                    <a:pt x="245" y="424"/>
                  </a:lnTo>
                  <a:lnTo>
                    <a:pt x="245" y="413"/>
                  </a:lnTo>
                  <a:lnTo>
                    <a:pt x="222" y="410"/>
                  </a:lnTo>
                  <a:lnTo>
                    <a:pt x="200" y="405"/>
                  </a:lnTo>
                  <a:lnTo>
                    <a:pt x="179" y="394"/>
                  </a:lnTo>
                  <a:lnTo>
                    <a:pt x="156" y="381"/>
                  </a:lnTo>
                  <a:lnTo>
                    <a:pt x="136" y="364"/>
                  </a:lnTo>
                  <a:lnTo>
                    <a:pt x="118" y="344"/>
                  </a:lnTo>
                  <a:lnTo>
                    <a:pt x="99" y="319"/>
                  </a:lnTo>
                  <a:lnTo>
                    <a:pt x="81" y="292"/>
                  </a:lnTo>
                  <a:lnTo>
                    <a:pt x="67" y="264"/>
                  </a:lnTo>
                  <a:lnTo>
                    <a:pt x="53" y="231"/>
                  </a:lnTo>
                  <a:lnTo>
                    <a:pt x="41" y="197"/>
                  </a:lnTo>
                  <a:lnTo>
                    <a:pt x="31" y="161"/>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4977" name="Freeform 63"/>
            <p:cNvSpPr>
              <a:spLocks/>
            </p:cNvSpPr>
            <p:nvPr/>
          </p:nvSpPr>
          <p:spPr bwMode="auto">
            <a:xfrm>
              <a:off x="1343" y="2118"/>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1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20" y="3"/>
                  </a:lnTo>
                  <a:lnTo>
                    <a:pt x="195" y="9"/>
                  </a:lnTo>
                  <a:lnTo>
                    <a:pt x="172" y="19"/>
                  </a:lnTo>
                  <a:lnTo>
                    <a:pt x="149" y="34"/>
                  </a:lnTo>
                  <a:lnTo>
                    <a:pt x="127" y="53"/>
                  </a:lnTo>
                  <a:lnTo>
                    <a:pt x="108" y="75"/>
                  </a:lnTo>
                  <a:lnTo>
                    <a:pt x="90" y="99"/>
                  </a:lnTo>
                  <a:lnTo>
                    <a:pt x="71" y="126"/>
                  </a:lnTo>
                  <a:lnTo>
                    <a:pt x="56" y="158"/>
                  </a:lnTo>
                  <a:lnTo>
                    <a:pt x="41" y="190"/>
                  </a:lnTo>
                  <a:lnTo>
                    <a:pt x="30" y="224"/>
                  </a:lnTo>
                  <a:lnTo>
                    <a:pt x="19" y="262"/>
                  </a:lnTo>
                  <a:lnTo>
                    <a:pt x="11" y="301"/>
                  </a:lnTo>
                  <a:lnTo>
                    <a:pt x="5" y="340"/>
                  </a:lnTo>
                  <a:lnTo>
                    <a:pt x="2" y="384"/>
                  </a:lnTo>
                  <a:lnTo>
                    <a:pt x="0" y="426"/>
                  </a:lnTo>
                  <a:lnTo>
                    <a:pt x="12" y="426"/>
                  </a:lnTo>
                  <a:lnTo>
                    <a:pt x="13" y="384"/>
                  </a:lnTo>
                  <a:lnTo>
                    <a:pt x="17" y="343"/>
                  </a:lnTo>
                  <a:lnTo>
                    <a:pt x="23" y="303"/>
                  </a:lnTo>
                  <a:lnTo>
                    <a:pt x="31" y="264"/>
                  </a:lnTo>
                  <a:lnTo>
                    <a:pt x="41" y="229"/>
                  </a:lnTo>
                  <a:lnTo>
                    <a:pt x="53" y="195"/>
                  </a:lnTo>
                  <a:lnTo>
                    <a:pt x="67" y="162"/>
                  </a:lnTo>
                  <a:lnTo>
                    <a:pt x="82" y="133"/>
                  </a:lnTo>
                  <a:lnTo>
                    <a:pt x="99" y="106"/>
                  </a:lnTo>
                  <a:lnTo>
                    <a:pt x="118" y="83"/>
                  </a:lnTo>
                  <a:lnTo>
                    <a:pt x="136" y="63"/>
                  </a:lnTo>
                  <a:lnTo>
                    <a:pt x="156" y="44"/>
                  </a:lnTo>
                  <a:lnTo>
                    <a:pt x="179" y="31"/>
                  </a:lnTo>
                  <a:lnTo>
                    <a:pt x="200" y="20"/>
                  </a:lnTo>
                  <a:lnTo>
                    <a:pt x="222" y="15"/>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4978" name="Freeform 64"/>
            <p:cNvSpPr>
              <a:spLocks/>
            </p:cNvSpPr>
            <p:nvPr/>
          </p:nvSpPr>
          <p:spPr bwMode="auto">
            <a:xfrm>
              <a:off x="1384" y="1859"/>
              <a:ext cx="49" cy="84"/>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1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3" y="382"/>
                  </a:lnTo>
                  <a:lnTo>
                    <a:pt x="240" y="339"/>
                  </a:lnTo>
                  <a:lnTo>
                    <a:pt x="234" y="299"/>
                  </a:lnTo>
                  <a:lnTo>
                    <a:pt x="226" y="261"/>
                  </a:lnTo>
                  <a:lnTo>
                    <a:pt x="215" y="222"/>
                  </a:lnTo>
                  <a:lnTo>
                    <a:pt x="204" y="188"/>
                  </a:lnTo>
                  <a:lnTo>
                    <a:pt x="189" y="156"/>
                  </a:lnTo>
                  <a:lnTo>
                    <a:pt x="173" y="125"/>
                  </a:lnTo>
                  <a:lnTo>
                    <a:pt x="155" y="98"/>
                  </a:lnTo>
                  <a:lnTo>
                    <a:pt x="138" y="74"/>
                  </a:lnTo>
                  <a:lnTo>
                    <a:pt x="118" y="51"/>
                  </a:lnTo>
                  <a:lnTo>
                    <a:pt x="96" y="34"/>
                  </a:lnTo>
                  <a:lnTo>
                    <a:pt x="73" y="18"/>
                  </a:lnTo>
                  <a:lnTo>
                    <a:pt x="50" y="8"/>
                  </a:lnTo>
                  <a:lnTo>
                    <a:pt x="25" y="2"/>
                  </a:lnTo>
                  <a:lnTo>
                    <a:pt x="0" y="0"/>
                  </a:lnTo>
                  <a:lnTo>
                    <a:pt x="0" y="11"/>
                  </a:lnTo>
                  <a:lnTo>
                    <a:pt x="23" y="14"/>
                  </a:lnTo>
                  <a:lnTo>
                    <a:pt x="45" y="20"/>
                  </a:lnTo>
                  <a:lnTo>
                    <a:pt x="66" y="30"/>
                  </a:lnTo>
                  <a:lnTo>
                    <a:pt x="89" y="43"/>
                  </a:lnTo>
                  <a:lnTo>
                    <a:pt x="109" y="61"/>
                  </a:lnTo>
                  <a:lnTo>
                    <a:pt x="129" y="81"/>
                  </a:lnTo>
                  <a:lnTo>
                    <a:pt x="146" y="105"/>
                  </a:lnTo>
                  <a:lnTo>
                    <a:pt x="164" y="132"/>
                  </a:lnTo>
                  <a:lnTo>
                    <a:pt x="178" y="160"/>
                  </a:lnTo>
                  <a:lnTo>
                    <a:pt x="192" y="193"/>
                  </a:lnTo>
                  <a:lnTo>
                    <a:pt x="204" y="227"/>
                  </a:lnTo>
                  <a:lnTo>
                    <a:pt x="214" y="264"/>
                  </a:lnTo>
                  <a:lnTo>
                    <a:pt x="222" y="301"/>
                  </a:lnTo>
                  <a:lnTo>
                    <a:pt x="228"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4979" name="Freeform 65"/>
            <p:cNvSpPr>
              <a:spLocks/>
            </p:cNvSpPr>
            <p:nvPr/>
          </p:nvSpPr>
          <p:spPr bwMode="auto">
            <a:xfrm>
              <a:off x="1384" y="1943"/>
              <a:ext cx="49" cy="86"/>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5" y="423"/>
                  </a:lnTo>
                  <a:lnTo>
                    <a:pt x="50" y="418"/>
                  </a:lnTo>
                  <a:lnTo>
                    <a:pt x="73" y="407"/>
                  </a:lnTo>
                  <a:lnTo>
                    <a:pt x="96" y="392"/>
                  </a:lnTo>
                  <a:lnTo>
                    <a:pt x="118" y="374"/>
                  </a:lnTo>
                  <a:lnTo>
                    <a:pt x="138" y="352"/>
                  </a:lnTo>
                  <a:lnTo>
                    <a:pt x="155" y="327"/>
                  </a:lnTo>
                  <a:lnTo>
                    <a:pt x="174" y="300"/>
                  </a:lnTo>
                  <a:lnTo>
                    <a:pt x="189" y="269"/>
                  </a:lnTo>
                  <a:lnTo>
                    <a:pt x="204" y="237"/>
                  </a:lnTo>
                  <a:lnTo>
                    <a:pt x="215" y="202"/>
                  </a:lnTo>
                  <a:lnTo>
                    <a:pt x="226" y="164"/>
                  </a:lnTo>
                  <a:lnTo>
                    <a:pt x="234" y="126"/>
                  </a:lnTo>
                  <a:lnTo>
                    <a:pt x="240" y="86"/>
                  </a:lnTo>
                  <a:lnTo>
                    <a:pt x="243" y="42"/>
                  </a:lnTo>
                  <a:lnTo>
                    <a:pt x="245" y="0"/>
                  </a:lnTo>
                  <a:lnTo>
                    <a:pt x="233" y="0"/>
                  </a:lnTo>
                  <a:lnTo>
                    <a:pt x="232" y="42"/>
                  </a:lnTo>
                  <a:lnTo>
                    <a:pt x="228" y="83"/>
                  </a:lnTo>
                  <a:lnTo>
                    <a:pt x="222" y="123"/>
                  </a:lnTo>
                  <a:lnTo>
                    <a:pt x="214" y="162"/>
                  </a:lnTo>
                  <a:lnTo>
                    <a:pt x="204" y="197"/>
                  </a:lnTo>
                  <a:lnTo>
                    <a:pt x="192" y="232"/>
                  </a:lnTo>
                  <a:lnTo>
                    <a:pt x="178" y="264"/>
                  </a:lnTo>
                  <a:lnTo>
                    <a:pt x="163" y="293"/>
                  </a:lnTo>
                  <a:lnTo>
                    <a:pt x="146" y="320"/>
                  </a:lnTo>
                  <a:lnTo>
                    <a:pt x="129" y="345"/>
                  </a:lnTo>
                  <a:lnTo>
                    <a:pt x="109" y="365"/>
                  </a:lnTo>
                  <a:lnTo>
                    <a:pt x="89" y="382"/>
                  </a:lnTo>
                  <a:lnTo>
                    <a:pt x="66" y="395"/>
                  </a:lnTo>
                  <a:lnTo>
                    <a:pt x="45" y="406"/>
                  </a:lnTo>
                  <a:lnTo>
                    <a:pt x="23"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4980" name="Freeform 66"/>
            <p:cNvSpPr>
              <a:spLocks/>
            </p:cNvSpPr>
            <p:nvPr/>
          </p:nvSpPr>
          <p:spPr bwMode="auto">
            <a:xfrm>
              <a:off x="1335" y="1943"/>
              <a:ext cx="49" cy="86"/>
            </a:xfrm>
            <a:custGeom>
              <a:avLst/>
              <a:gdLst>
                <a:gd name="T0" fmla="*/ 0 w 246"/>
                <a:gd name="T1" fmla="*/ 0 h 426"/>
                <a:gd name="T2" fmla="*/ 0 w 246"/>
                <a:gd name="T3" fmla="*/ 0 h 426"/>
                <a:gd name="T4" fmla="*/ 0 w 246"/>
                <a:gd name="T5" fmla="*/ 0 h 426"/>
                <a:gd name="T6" fmla="*/ 0 w 246"/>
                <a:gd name="T7" fmla="*/ 1 h 426"/>
                <a:gd name="T8" fmla="*/ 0 w 246"/>
                <a:gd name="T9" fmla="*/ 1 h 426"/>
                <a:gd name="T10" fmla="*/ 0 w 246"/>
                <a:gd name="T11" fmla="*/ 1 h 426"/>
                <a:gd name="T12" fmla="*/ 0 w 246"/>
                <a:gd name="T13" fmla="*/ 2 h 426"/>
                <a:gd name="T14" fmla="*/ 0 w 246"/>
                <a:gd name="T15" fmla="*/ 2 h 426"/>
                <a:gd name="T16" fmla="*/ 0 w 246"/>
                <a:gd name="T17" fmla="*/ 2 h 426"/>
                <a:gd name="T18" fmla="*/ 1 w 246"/>
                <a:gd name="T19" fmla="*/ 2 h 426"/>
                <a:gd name="T20" fmla="*/ 1 w 246"/>
                <a:gd name="T21" fmla="*/ 3 h 426"/>
                <a:gd name="T22" fmla="*/ 1 w 246"/>
                <a:gd name="T23" fmla="*/ 3 h 426"/>
                <a:gd name="T24" fmla="*/ 1 w 246"/>
                <a:gd name="T25" fmla="*/ 3 h 426"/>
                <a:gd name="T26" fmla="*/ 1 w 246"/>
                <a:gd name="T27" fmla="*/ 3 h 426"/>
                <a:gd name="T28" fmla="*/ 1 w 246"/>
                <a:gd name="T29" fmla="*/ 3 h 426"/>
                <a:gd name="T30" fmla="*/ 2 w 246"/>
                <a:gd name="T31" fmla="*/ 3 h 426"/>
                <a:gd name="T32" fmla="*/ 2 w 246"/>
                <a:gd name="T33" fmla="*/ 3 h 426"/>
                <a:gd name="T34" fmla="*/ 2 w 246"/>
                <a:gd name="T35" fmla="*/ 3 h 426"/>
                <a:gd name="T36" fmla="*/ 2 w 246"/>
                <a:gd name="T37" fmla="*/ 3 h 426"/>
                <a:gd name="T38" fmla="*/ 2 w 246"/>
                <a:gd name="T39" fmla="*/ 3 h 426"/>
                <a:gd name="T40" fmla="*/ 2 w 246"/>
                <a:gd name="T41" fmla="*/ 3 h 426"/>
                <a:gd name="T42" fmla="*/ 1 w 246"/>
                <a:gd name="T43" fmla="*/ 3 h 426"/>
                <a:gd name="T44" fmla="*/ 1 w 246"/>
                <a:gd name="T45" fmla="*/ 3 h 426"/>
                <a:gd name="T46" fmla="*/ 1 w 246"/>
                <a:gd name="T47" fmla="*/ 3 h 426"/>
                <a:gd name="T48" fmla="*/ 1 w 246"/>
                <a:gd name="T49" fmla="*/ 3 h 426"/>
                <a:gd name="T50" fmla="*/ 1 w 246"/>
                <a:gd name="T51" fmla="*/ 3 h 426"/>
                <a:gd name="T52" fmla="*/ 1 w 246"/>
                <a:gd name="T53" fmla="*/ 2 h 426"/>
                <a:gd name="T54" fmla="*/ 1 w 246"/>
                <a:gd name="T55" fmla="*/ 2 h 426"/>
                <a:gd name="T56" fmla="*/ 0 w 246"/>
                <a:gd name="T57" fmla="*/ 2 h 426"/>
                <a:gd name="T58" fmla="*/ 0 w 246"/>
                <a:gd name="T59" fmla="*/ 2 h 426"/>
                <a:gd name="T60" fmla="*/ 0 w 246"/>
                <a:gd name="T61" fmla="*/ 1 h 426"/>
                <a:gd name="T62" fmla="*/ 0 w 246"/>
                <a:gd name="T63" fmla="*/ 1 h 426"/>
                <a:gd name="T64" fmla="*/ 0 w 246"/>
                <a:gd name="T65" fmla="*/ 1 h 426"/>
                <a:gd name="T66" fmla="*/ 0 w 246"/>
                <a:gd name="T67" fmla="*/ 0 h 426"/>
                <a:gd name="T68" fmla="*/ 0 w 246"/>
                <a:gd name="T69" fmla="*/ 0 h 426"/>
                <a:gd name="T70" fmla="*/ 0 w 246"/>
                <a:gd name="T71" fmla="*/ 0 h 426"/>
                <a:gd name="T72" fmla="*/ 0 w 246"/>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0"/>
                  </a:moveTo>
                  <a:lnTo>
                    <a:pt x="0" y="0"/>
                  </a:lnTo>
                  <a:lnTo>
                    <a:pt x="1" y="42"/>
                  </a:lnTo>
                  <a:lnTo>
                    <a:pt x="4" y="86"/>
                  </a:lnTo>
                  <a:lnTo>
                    <a:pt x="10" y="126"/>
                  </a:lnTo>
                  <a:lnTo>
                    <a:pt x="18" y="164"/>
                  </a:lnTo>
                  <a:lnTo>
                    <a:pt x="29" y="202"/>
                  </a:lnTo>
                  <a:lnTo>
                    <a:pt x="41" y="237"/>
                  </a:lnTo>
                  <a:lnTo>
                    <a:pt x="55" y="269"/>
                  </a:lnTo>
                  <a:lnTo>
                    <a:pt x="71" y="300"/>
                  </a:lnTo>
                  <a:lnTo>
                    <a:pt x="89" y="327"/>
                  </a:lnTo>
                  <a:lnTo>
                    <a:pt x="107" y="352"/>
                  </a:lnTo>
                  <a:lnTo>
                    <a:pt x="127" y="374"/>
                  </a:lnTo>
                  <a:lnTo>
                    <a:pt x="150" y="392"/>
                  </a:lnTo>
                  <a:lnTo>
                    <a:pt x="171" y="407"/>
                  </a:lnTo>
                  <a:lnTo>
                    <a:pt x="195" y="418"/>
                  </a:lnTo>
                  <a:lnTo>
                    <a:pt x="220" y="423"/>
                  </a:lnTo>
                  <a:lnTo>
                    <a:pt x="246" y="426"/>
                  </a:lnTo>
                  <a:lnTo>
                    <a:pt x="246" y="414"/>
                  </a:lnTo>
                  <a:lnTo>
                    <a:pt x="222" y="412"/>
                  </a:lnTo>
                  <a:lnTo>
                    <a:pt x="200" y="406"/>
                  </a:lnTo>
                  <a:lnTo>
                    <a:pt x="178" y="395"/>
                  </a:lnTo>
                  <a:lnTo>
                    <a:pt x="157" y="382"/>
                  </a:lnTo>
                  <a:lnTo>
                    <a:pt x="137" y="365"/>
                  </a:lnTo>
                  <a:lnTo>
                    <a:pt x="117" y="345"/>
                  </a:lnTo>
                  <a:lnTo>
                    <a:pt x="98" y="320"/>
                  </a:lnTo>
                  <a:lnTo>
                    <a:pt x="83" y="293"/>
                  </a:lnTo>
                  <a:lnTo>
                    <a:pt x="66" y="264"/>
                  </a:lnTo>
                  <a:lnTo>
                    <a:pt x="52" y="232"/>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4981" name="Freeform 67"/>
            <p:cNvSpPr>
              <a:spLocks/>
            </p:cNvSpPr>
            <p:nvPr/>
          </p:nvSpPr>
          <p:spPr bwMode="auto">
            <a:xfrm>
              <a:off x="1335" y="1859"/>
              <a:ext cx="49" cy="84"/>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1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0" y="2"/>
                  </a:lnTo>
                  <a:lnTo>
                    <a:pt x="195" y="8"/>
                  </a:lnTo>
                  <a:lnTo>
                    <a:pt x="171" y="18"/>
                  </a:lnTo>
                  <a:lnTo>
                    <a:pt x="150" y="34"/>
                  </a:lnTo>
                  <a:lnTo>
                    <a:pt x="127" y="51"/>
                  </a:lnTo>
                  <a:lnTo>
                    <a:pt x="107" y="74"/>
                  </a:lnTo>
                  <a:lnTo>
                    <a:pt x="89" y="98"/>
                  </a:lnTo>
                  <a:lnTo>
                    <a:pt x="72" y="125"/>
                  </a:lnTo>
                  <a:lnTo>
                    <a:pt x="55" y="156"/>
                  </a:lnTo>
                  <a:lnTo>
                    <a:pt x="41" y="188"/>
                  </a:lnTo>
                  <a:lnTo>
                    <a:pt x="29" y="222"/>
                  </a:lnTo>
                  <a:lnTo>
                    <a:pt x="18" y="261"/>
                  </a:lnTo>
                  <a:lnTo>
                    <a:pt x="10" y="299"/>
                  </a:lnTo>
                  <a:lnTo>
                    <a:pt x="4" y="339"/>
                  </a:lnTo>
                  <a:lnTo>
                    <a:pt x="1" y="382"/>
                  </a:lnTo>
                  <a:lnTo>
                    <a:pt x="0" y="424"/>
                  </a:lnTo>
                  <a:lnTo>
                    <a:pt x="11" y="424"/>
                  </a:lnTo>
                  <a:lnTo>
                    <a:pt x="13" y="382"/>
                  </a:lnTo>
                  <a:lnTo>
                    <a:pt x="16" y="341"/>
                  </a:lnTo>
                  <a:lnTo>
                    <a:pt x="22" y="301"/>
                  </a:lnTo>
                  <a:lnTo>
                    <a:pt x="30" y="264"/>
                  </a:lnTo>
                  <a:lnTo>
                    <a:pt x="41" y="227"/>
                  </a:lnTo>
                  <a:lnTo>
                    <a:pt x="52" y="193"/>
                  </a:lnTo>
                  <a:lnTo>
                    <a:pt x="66" y="160"/>
                  </a:lnTo>
                  <a:lnTo>
                    <a:pt x="82" y="132"/>
                  </a:lnTo>
                  <a:lnTo>
                    <a:pt x="98" y="105"/>
                  </a:lnTo>
                  <a:lnTo>
                    <a:pt x="117" y="81"/>
                  </a:lnTo>
                  <a:lnTo>
                    <a:pt x="137" y="61"/>
                  </a:lnTo>
                  <a:lnTo>
                    <a:pt x="157" y="43"/>
                  </a:lnTo>
                  <a:lnTo>
                    <a:pt x="178" y="30"/>
                  </a:lnTo>
                  <a:lnTo>
                    <a:pt x="200" y="20"/>
                  </a:lnTo>
                  <a:lnTo>
                    <a:pt x="222" y="14"/>
                  </a:lnTo>
                  <a:lnTo>
                    <a:pt x="246" y="11"/>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4982" name="Freeform 68"/>
            <p:cNvSpPr>
              <a:spLocks/>
            </p:cNvSpPr>
            <p:nvPr/>
          </p:nvSpPr>
          <p:spPr bwMode="auto">
            <a:xfrm>
              <a:off x="1552" y="1751"/>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1" y="339"/>
                  </a:lnTo>
                  <a:lnTo>
                    <a:pt x="235" y="299"/>
                  </a:lnTo>
                  <a:lnTo>
                    <a:pt x="226" y="261"/>
                  </a:lnTo>
                  <a:lnTo>
                    <a:pt x="216" y="223"/>
                  </a:lnTo>
                  <a:lnTo>
                    <a:pt x="204" y="189"/>
                  </a:lnTo>
                  <a:lnTo>
                    <a:pt x="190" y="156"/>
                  </a:lnTo>
                  <a:lnTo>
                    <a:pt x="174" y="125"/>
                  </a:lnTo>
                  <a:lnTo>
                    <a:pt x="156" y="98"/>
                  </a:lnTo>
                  <a:lnTo>
                    <a:pt x="137" y="74"/>
                  </a:lnTo>
                  <a:lnTo>
                    <a:pt x="119" y="52"/>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8" y="81"/>
                  </a:lnTo>
                  <a:lnTo>
                    <a:pt x="147" y="105"/>
                  </a:lnTo>
                  <a:lnTo>
                    <a:pt x="164" y="132"/>
                  </a:lnTo>
                  <a:lnTo>
                    <a:pt x="178" y="161"/>
                  </a:lnTo>
                  <a:lnTo>
                    <a:pt x="193" y="193"/>
                  </a:lnTo>
                  <a:lnTo>
                    <a:pt x="204" y="227"/>
                  </a:lnTo>
                  <a:lnTo>
                    <a:pt x="215" y="264"/>
                  </a:lnTo>
                  <a:lnTo>
                    <a:pt x="223" y="301"/>
                  </a:lnTo>
                  <a:lnTo>
                    <a:pt x="229" y="341"/>
                  </a:lnTo>
                  <a:lnTo>
                    <a:pt x="232" y="382"/>
                  </a:lnTo>
                  <a:lnTo>
                    <a:pt x="234"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4983" name="Freeform 69"/>
            <p:cNvSpPr>
              <a:spLocks/>
            </p:cNvSpPr>
            <p:nvPr/>
          </p:nvSpPr>
          <p:spPr bwMode="auto">
            <a:xfrm>
              <a:off x="1552" y="1836"/>
              <a:ext cx="49" cy="85"/>
            </a:xfrm>
            <a:custGeom>
              <a:avLst/>
              <a:gdLst>
                <a:gd name="T0" fmla="*/ 0 w 245"/>
                <a:gd name="T1" fmla="*/ 3 h 425"/>
                <a:gd name="T2" fmla="*/ 0 w 245"/>
                <a:gd name="T3" fmla="*/ 3 h 425"/>
                <a:gd name="T4" fmla="*/ 0 w 245"/>
                <a:gd name="T5" fmla="*/ 3 h 425"/>
                <a:gd name="T6" fmla="*/ 0 w 245"/>
                <a:gd name="T7" fmla="*/ 3 h 425"/>
                <a:gd name="T8" fmla="*/ 1 w 245"/>
                <a:gd name="T9" fmla="*/ 3 h 425"/>
                <a:gd name="T10" fmla="*/ 1 w 245"/>
                <a:gd name="T11" fmla="*/ 3 h 425"/>
                <a:gd name="T12" fmla="*/ 1 w 245"/>
                <a:gd name="T13" fmla="*/ 3 h 425"/>
                <a:gd name="T14" fmla="*/ 1 w 245"/>
                <a:gd name="T15" fmla="*/ 3 h 425"/>
                <a:gd name="T16" fmla="*/ 1 w 245"/>
                <a:gd name="T17" fmla="*/ 3 h 425"/>
                <a:gd name="T18" fmla="*/ 1 w 245"/>
                <a:gd name="T19" fmla="*/ 2 h 425"/>
                <a:gd name="T20" fmla="*/ 2 w 245"/>
                <a:gd name="T21" fmla="*/ 2 h 425"/>
                <a:gd name="T22" fmla="*/ 2 w 245"/>
                <a:gd name="T23" fmla="*/ 2 h 425"/>
                <a:gd name="T24" fmla="*/ 2 w 245"/>
                <a:gd name="T25" fmla="*/ 2 h 425"/>
                <a:gd name="T26" fmla="*/ 2 w 245"/>
                <a:gd name="T27" fmla="*/ 1 h 425"/>
                <a:gd name="T28" fmla="*/ 2 w 245"/>
                <a:gd name="T29" fmla="*/ 1 h 425"/>
                <a:gd name="T30" fmla="*/ 2 w 245"/>
                <a:gd name="T31" fmla="*/ 1 h 425"/>
                <a:gd name="T32" fmla="*/ 2 w 245"/>
                <a:gd name="T33" fmla="*/ 0 h 425"/>
                <a:gd name="T34" fmla="*/ 2 w 245"/>
                <a:gd name="T35" fmla="*/ 0 h 425"/>
                <a:gd name="T36" fmla="*/ 2 w 245"/>
                <a:gd name="T37" fmla="*/ 0 h 425"/>
                <a:gd name="T38" fmla="*/ 2 w 245"/>
                <a:gd name="T39" fmla="*/ 0 h 425"/>
                <a:gd name="T40" fmla="*/ 2 w 245"/>
                <a:gd name="T41" fmla="*/ 1 h 425"/>
                <a:gd name="T42" fmla="*/ 2 w 245"/>
                <a:gd name="T43" fmla="*/ 1 h 425"/>
                <a:gd name="T44" fmla="*/ 2 w 245"/>
                <a:gd name="T45" fmla="*/ 1 h 425"/>
                <a:gd name="T46" fmla="*/ 2 w 245"/>
                <a:gd name="T47" fmla="*/ 2 h 425"/>
                <a:gd name="T48" fmla="*/ 2 w 245"/>
                <a:gd name="T49" fmla="*/ 2 h 425"/>
                <a:gd name="T50" fmla="*/ 1 w 245"/>
                <a:gd name="T51" fmla="*/ 2 h 425"/>
                <a:gd name="T52" fmla="*/ 1 w 245"/>
                <a:gd name="T53" fmla="*/ 2 h 425"/>
                <a:gd name="T54" fmla="*/ 1 w 245"/>
                <a:gd name="T55" fmla="*/ 3 h 425"/>
                <a:gd name="T56" fmla="*/ 1 w 245"/>
                <a:gd name="T57" fmla="*/ 3 h 425"/>
                <a:gd name="T58" fmla="*/ 1 w 245"/>
                <a:gd name="T59" fmla="*/ 3 h 425"/>
                <a:gd name="T60" fmla="*/ 1 w 245"/>
                <a:gd name="T61" fmla="*/ 3 h 425"/>
                <a:gd name="T62" fmla="*/ 1 w 245"/>
                <a:gd name="T63" fmla="*/ 3 h 425"/>
                <a:gd name="T64" fmla="*/ 0 w 245"/>
                <a:gd name="T65" fmla="*/ 3 h 425"/>
                <a:gd name="T66" fmla="*/ 0 w 245"/>
                <a:gd name="T67" fmla="*/ 3 h 425"/>
                <a:gd name="T68" fmla="*/ 0 w 245"/>
                <a:gd name="T69" fmla="*/ 3 h 425"/>
                <a:gd name="T70" fmla="*/ 0 w 245"/>
                <a:gd name="T71" fmla="*/ 3 h 425"/>
                <a:gd name="T72" fmla="*/ 0 w 245"/>
                <a:gd name="T73" fmla="*/ 3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5"/>
                <a:gd name="T113" fmla="*/ 245 w 245"/>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5">
                  <a:moveTo>
                    <a:pt x="0" y="425"/>
                  </a:moveTo>
                  <a:lnTo>
                    <a:pt x="0" y="425"/>
                  </a:lnTo>
                  <a:lnTo>
                    <a:pt x="26" y="422"/>
                  </a:lnTo>
                  <a:lnTo>
                    <a:pt x="51" y="417"/>
                  </a:lnTo>
                  <a:lnTo>
                    <a:pt x="74" y="406"/>
                  </a:lnTo>
                  <a:lnTo>
                    <a:pt x="96" y="391"/>
                  </a:lnTo>
                  <a:lnTo>
                    <a:pt x="119" y="373"/>
                  </a:lnTo>
                  <a:lnTo>
                    <a:pt x="137" y="351"/>
                  </a:lnTo>
                  <a:lnTo>
                    <a:pt x="156" y="326"/>
                  </a:lnTo>
                  <a:lnTo>
                    <a:pt x="174" y="299"/>
                  </a:lnTo>
                  <a:lnTo>
                    <a:pt x="190" y="269"/>
                  </a:lnTo>
                  <a:lnTo>
                    <a:pt x="204" y="236"/>
                  </a:lnTo>
                  <a:lnTo>
                    <a:pt x="216" y="202"/>
                  </a:lnTo>
                  <a:lnTo>
                    <a:pt x="226" y="163"/>
                  </a:lnTo>
                  <a:lnTo>
                    <a:pt x="235" y="126"/>
                  </a:lnTo>
                  <a:lnTo>
                    <a:pt x="241" y="86"/>
                  </a:lnTo>
                  <a:lnTo>
                    <a:pt x="244" y="43"/>
                  </a:lnTo>
                  <a:lnTo>
                    <a:pt x="245" y="0"/>
                  </a:lnTo>
                  <a:lnTo>
                    <a:pt x="234" y="0"/>
                  </a:lnTo>
                  <a:lnTo>
                    <a:pt x="232" y="43"/>
                  </a:lnTo>
                  <a:lnTo>
                    <a:pt x="229" y="84"/>
                  </a:lnTo>
                  <a:lnTo>
                    <a:pt x="223" y="123"/>
                  </a:lnTo>
                  <a:lnTo>
                    <a:pt x="215" y="161"/>
                  </a:lnTo>
                  <a:lnTo>
                    <a:pt x="204" y="197"/>
                  </a:lnTo>
                  <a:lnTo>
                    <a:pt x="193" y="231"/>
                  </a:lnTo>
                  <a:lnTo>
                    <a:pt x="178" y="264"/>
                  </a:lnTo>
                  <a:lnTo>
                    <a:pt x="164" y="292"/>
                  </a:lnTo>
                  <a:lnTo>
                    <a:pt x="147" y="319"/>
                  </a:lnTo>
                  <a:lnTo>
                    <a:pt x="128" y="344"/>
                  </a:lnTo>
                  <a:lnTo>
                    <a:pt x="109" y="364"/>
                  </a:lnTo>
                  <a:lnTo>
                    <a:pt x="89" y="381"/>
                  </a:lnTo>
                  <a:lnTo>
                    <a:pt x="67" y="394"/>
                  </a:lnTo>
                  <a:lnTo>
                    <a:pt x="46" y="405"/>
                  </a:lnTo>
                  <a:lnTo>
                    <a:pt x="24" y="411"/>
                  </a:lnTo>
                  <a:lnTo>
                    <a:pt x="0" y="413"/>
                  </a:lnTo>
                  <a:lnTo>
                    <a:pt x="0" y="425"/>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4984" name="Freeform 70"/>
            <p:cNvSpPr>
              <a:spLocks/>
            </p:cNvSpPr>
            <p:nvPr/>
          </p:nvSpPr>
          <p:spPr bwMode="auto">
            <a:xfrm>
              <a:off x="1502" y="1836"/>
              <a:ext cx="50" cy="85"/>
            </a:xfrm>
            <a:custGeom>
              <a:avLst/>
              <a:gdLst>
                <a:gd name="T0" fmla="*/ 0 w 246"/>
                <a:gd name="T1" fmla="*/ 0 h 425"/>
                <a:gd name="T2" fmla="*/ 0 w 246"/>
                <a:gd name="T3" fmla="*/ 0 h 425"/>
                <a:gd name="T4" fmla="*/ 0 w 246"/>
                <a:gd name="T5" fmla="*/ 0 h 425"/>
                <a:gd name="T6" fmla="*/ 0 w 246"/>
                <a:gd name="T7" fmla="*/ 1 h 425"/>
                <a:gd name="T8" fmla="*/ 0 w 246"/>
                <a:gd name="T9" fmla="*/ 1 h 425"/>
                <a:gd name="T10" fmla="*/ 0 w 246"/>
                <a:gd name="T11" fmla="*/ 1 h 425"/>
                <a:gd name="T12" fmla="*/ 0 w 246"/>
                <a:gd name="T13" fmla="*/ 2 h 425"/>
                <a:gd name="T14" fmla="*/ 0 w 246"/>
                <a:gd name="T15" fmla="*/ 2 h 425"/>
                <a:gd name="T16" fmla="*/ 0 w 246"/>
                <a:gd name="T17" fmla="*/ 2 h 425"/>
                <a:gd name="T18" fmla="*/ 1 w 246"/>
                <a:gd name="T19" fmla="*/ 2 h 425"/>
                <a:gd name="T20" fmla="*/ 1 w 246"/>
                <a:gd name="T21" fmla="*/ 3 h 425"/>
                <a:gd name="T22" fmla="*/ 1 w 246"/>
                <a:gd name="T23" fmla="*/ 3 h 425"/>
                <a:gd name="T24" fmla="*/ 1 w 246"/>
                <a:gd name="T25" fmla="*/ 3 h 425"/>
                <a:gd name="T26" fmla="*/ 1 w 246"/>
                <a:gd name="T27" fmla="*/ 3 h 425"/>
                <a:gd name="T28" fmla="*/ 1 w 246"/>
                <a:gd name="T29" fmla="*/ 3 h 425"/>
                <a:gd name="T30" fmla="*/ 2 w 246"/>
                <a:gd name="T31" fmla="*/ 3 h 425"/>
                <a:gd name="T32" fmla="*/ 2 w 246"/>
                <a:gd name="T33" fmla="*/ 3 h 425"/>
                <a:gd name="T34" fmla="*/ 2 w 246"/>
                <a:gd name="T35" fmla="*/ 3 h 425"/>
                <a:gd name="T36" fmla="*/ 2 w 246"/>
                <a:gd name="T37" fmla="*/ 3 h 425"/>
                <a:gd name="T38" fmla="*/ 2 w 246"/>
                <a:gd name="T39" fmla="*/ 3 h 425"/>
                <a:gd name="T40" fmla="*/ 2 w 246"/>
                <a:gd name="T41" fmla="*/ 3 h 425"/>
                <a:gd name="T42" fmla="*/ 1 w 246"/>
                <a:gd name="T43" fmla="*/ 3 h 425"/>
                <a:gd name="T44" fmla="*/ 1 w 246"/>
                <a:gd name="T45" fmla="*/ 3 h 425"/>
                <a:gd name="T46" fmla="*/ 1 w 246"/>
                <a:gd name="T47" fmla="*/ 3 h 425"/>
                <a:gd name="T48" fmla="*/ 1 w 246"/>
                <a:gd name="T49" fmla="*/ 3 h 425"/>
                <a:gd name="T50" fmla="*/ 1 w 246"/>
                <a:gd name="T51" fmla="*/ 3 h 425"/>
                <a:gd name="T52" fmla="*/ 1 w 246"/>
                <a:gd name="T53" fmla="*/ 2 h 425"/>
                <a:gd name="T54" fmla="*/ 1 w 246"/>
                <a:gd name="T55" fmla="*/ 2 h 425"/>
                <a:gd name="T56" fmla="*/ 0 w 246"/>
                <a:gd name="T57" fmla="*/ 2 h 425"/>
                <a:gd name="T58" fmla="*/ 0 w 246"/>
                <a:gd name="T59" fmla="*/ 2 h 425"/>
                <a:gd name="T60" fmla="*/ 0 w 246"/>
                <a:gd name="T61" fmla="*/ 1 h 425"/>
                <a:gd name="T62" fmla="*/ 0 w 246"/>
                <a:gd name="T63" fmla="*/ 1 h 425"/>
                <a:gd name="T64" fmla="*/ 0 w 246"/>
                <a:gd name="T65" fmla="*/ 1 h 425"/>
                <a:gd name="T66" fmla="*/ 0 w 246"/>
                <a:gd name="T67" fmla="*/ 0 h 425"/>
                <a:gd name="T68" fmla="*/ 0 w 246"/>
                <a:gd name="T69" fmla="*/ 0 h 425"/>
                <a:gd name="T70" fmla="*/ 0 w 246"/>
                <a:gd name="T71" fmla="*/ 0 h 425"/>
                <a:gd name="T72" fmla="*/ 0 w 246"/>
                <a:gd name="T73" fmla="*/ 0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5"/>
                <a:gd name="T113" fmla="*/ 246 w 246"/>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5">
                  <a:moveTo>
                    <a:pt x="0" y="0"/>
                  </a:moveTo>
                  <a:lnTo>
                    <a:pt x="0" y="0"/>
                  </a:lnTo>
                  <a:lnTo>
                    <a:pt x="2" y="43"/>
                  </a:lnTo>
                  <a:lnTo>
                    <a:pt x="5" y="86"/>
                  </a:lnTo>
                  <a:lnTo>
                    <a:pt x="11" y="126"/>
                  </a:lnTo>
                  <a:lnTo>
                    <a:pt x="19" y="163"/>
                  </a:lnTo>
                  <a:lnTo>
                    <a:pt x="30" y="202"/>
                  </a:lnTo>
                  <a:lnTo>
                    <a:pt x="41" y="236"/>
                  </a:lnTo>
                  <a:lnTo>
                    <a:pt x="55" y="269"/>
                  </a:lnTo>
                  <a:lnTo>
                    <a:pt x="73" y="299"/>
                  </a:lnTo>
                  <a:lnTo>
                    <a:pt x="89" y="326"/>
                  </a:lnTo>
                  <a:lnTo>
                    <a:pt x="108" y="351"/>
                  </a:lnTo>
                  <a:lnTo>
                    <a:pt x="128" y="373"/>
                  </a:lnTo>
                  <a:lnTo>
                    <a:pt x="150" y="391"/>
                  </a:lnTo>
                  <a:lnTo>
                    <a:pt x="171" y="406"/>
                  </a:lnTo>
                  <a:lnTo>
                    <a:pt x="196" y="417"/>
                  </a:lnTo>
                  <a:lnTo>
                    <a:pt x="221" y="422"/>
                  </a:lnTo>
                  <a:lnTo>
                    <a:pt x="246" y="425"/>
                  </a:lnTo>
                  <a:lnTo>
                    <a:pt x="246" y="413"/>
                  </a:lnTo>
                  <a:lnTo>
                    <a:pt x="223" y="411"/>
                  </a:lnTo>
                  <a:lnTo>
                    <a:pt x="201" y="405"/>
                  </a:lnTo>
                  <a:lnTo>
                    <a:pt x="178" y="394"/>
                  </a:lnTo>
                  <a:lnTo>
                    <a:pt x="157" y="381"/>
                  </a:lnTo>
                  <a:lnTo>
                    <a:pt x="137" y="364"/>
                  </a:lnTo>
                  <a:lnTo>
                    <a:pt x="117" y="344"/>
                  </a:lnTo>
                  <a:lnTo>
                    <a:pt x="99" y="319"/>
                  </a:lnTo>
                  <a:lnTo>
                    <a:pt x="82" y="292"/>
                  </a:lnTo>
                  <a:lnTo>
                    <a:pt x="67" y="264"/>
                  </a:lnTo>
                  <a:lnTo>
                    <a:pt x="53" y="231"/>
                  </a:lnTo>
                  <a:lnTo>
                    <a:pt x="41" y="197"/>
                  </a:lnTo>
                  <a:lnTo>
                    <a:pt x="31" y="161"/>
                  </a:lnTo>
                  <a:lnTo>
                    <a:pt x="23" y="123"/>
                  </a:lnTo>
                  <a:lnTo>
                    <a:pt x="17" y="84"/>
                  </a:lnTo>
                  <a:lnTo>
                    <a:pt x="13" y="4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4985" name="Freeform 71"/>
            <p:cNvSpPr>
              <a:spLocks/>
            </p:cNvSpPr>
            <p:nvPr/>
          </p:nvSpPr>
          <p:spPr bwMode="auto">
            <a:xfrm>
              <a:off x="1502" y="1751"/>
              <a:ext cx="50" cy="85"/>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2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1" y="2"/>
                  </a:lnTo>
                  <a:lnTo>
                    <a:pt x="196" y="8"/>
                  </a:lnTo>
                  <a:lnTo>
                    <a:pt x="171" y="19"/>
                  </a:lnTo>
                  <a:lnTo>
                    <a:pt x="150" y="34"/>
                  </a:lnTo>
                  <a:lnTo>
                    <a:pt x="128" y="52"/>
                  </a:lnTo>
                  <a:lnTo>
                    <a:pt x="108" y="74"/>
                  </a:lnTo>
                  <a:lnTo>
                    <a:pt x="89" y="98"/>
                  </a:lnTo>
                  <a:lnTo>
                    <a:pt x="73" y="125"/>
                  </a:lnTo>
                  <a:lnTo>
                    <a:pt x="55" y="156"/>
                  </a:lnTo>
                  <a:lnTo>
                    <a:pt x="41" y="189"/>
                  </a:lnTo>
                  <a:lnTo>
                    <a:pt x="30" y="223"/>
                  </a:lnTo>
                  <a:lnTo>
                    <a:pt x="19" y="261"/>
                  </a:lnTo>
                  <a:lnTo>
                    <a:pt x="11" y="299"/>
                  </a:lnTo>
                  <a:lnTo>
                    <a:pt x="5" y="339"/>
                  </a:lnTo>
                  <a:lnTo>
                    <a:pt x="2" y="382"/>
                  </a:lnTo>
                  <a:lnTo>
                    <a:pt x="0" y="424"/>
                  </a:lnTo>
                  <a:lnTo>
                    <a:pt x="12" y="424"/>
                  </a:lnTo>
                  <a:lnTo>
                    <a:pt x="13" y="382"/>
                  </a:lnTo>
                  <a:lnTo>
                    <a:pt x="17" y="341"/>
                  </a:lnTo>
                  <a:lnTo>
                    <a:pt x="23" y="301"/>
                  </a:lnTo>
                  <a:lnTo>
                    <a:pt x="31" y="264"/>
                  </a:lnTo>
                  <a:lnTo>
                    <a:pt x="41" y="227"/>
                  </a:lnTo>
                  <a:lnTo>
                    <a:pt x="53" y="193"/>
                  </a:lnTo>
                  <a:lnTo>
                    <a:pt x="67" y="161"/>
                  </a:lnTo>
                  <a:lnTo>
                    <a:pt x="82" y="132"/>
                  </a:lnTo>
                  <a:lnTo>
                    <a:pt x="99" y="105"/>
                  </a:lnTo>
                  <a:lnTo>
                    <a:pt x="117" y="81"/>
                  </a:lnTo>
                  <a:lnTo>
                    <a:pt x="137" y="61"/>
                  </a:lnTo>
                  <a:lnTo>
                    <a:pt x="157" y="43"/>
                  </a:lnTo>
                  <a:lnTo>
                    <a:pt x="178" y="30"/>
                  </a:lnTo>
                  <a:lnTo>
                    <a:pt x="201" y="20"/>
                  </a:lnTo>
                  <a:lnTo>
                    <a:pt x="223" y="14"/>
                  </a:lnTo>
                  <a:lnTo>
                    <a:pt x="246" y="12"/>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4986" name="Freeform 72"/>
            <p:cNvSpPr>
              <a:spLocks/>
            </p:cNvSpPr>
            <p:nvPr/>
          </p:nvSpPr>
          <p:spPr bwMode="auto">
            <a:xfrm>
              <a:off x="1565" y="2016"/>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0" y="339"/>
                  </a:lnTo>
                  <a:lnTo>
                    <a:pt x="234" y="299"/>
                  </a:lnTo>
                  <a:lnTo>
                    <a:pt x="226" y="261"/>
                  </a:lnTo>
                  <a:lnTo>
                    <a:pt x="216" y="223"/>
                  </a:lnTo>
                  <a:lnTo>
                    <a:pt x="204" y="189"/>
                  </a:lnTo>
                  <a:lnTo>
                    <a:pt x="190" y="156"/>
                  </a:lnTo>
                  <a:lnTo>
                    <a:pt x="174" y="125"/>
                  </a:lnTo>
                  <a:lnTo>
                    <a:pt x="156" y="98"/>
                  </a:lnTo>
                  <a:lnTo>
                    <a:pt x="138" y="74"/>
                  </a:lnTo>
                  <a:lnTo>
                    <a:pt x="118" y="51"/>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9" y="81"/>
                  </a:lnTo>
                  <a:lnTo>
                    <a:pt x="147" y="105"/>
                  </a:lnTo>
                  <a:lnTo>
                    <a:pt x="164" y="132"/>
                  </a:lnTo>
                  <a:lnTo>
                    <a:pt x="178" y="160"/>
                  </a:lnTo>
                  <a:lnTo>
                    <a:pt x="192" y="193"/>
                  </a:lnTo>
                  <a:lnTo>
                    <a:pt x="204" y="227"/>
                  </a:lnTo>
                  <a:lnTo>
                    <a:pt x="215" y="264"/>
                  </a:lnTo>
                  <a:lnTo>
                    <a:pt x="223" y="301"/>
                  </a:lnTo>
                  <a:lnTo>
                    <a:pt x="229"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4987" name="Freeform 73"/>
            <p:cNvSpPr>
              <a:spLocks/>
            </p:cNvSpPr>
            <p:nvPr/>
          </p:nvSpPr>
          <p:spPr bwMode="auto">
            <a:xfrm>
              <a:off x="1565" y="2101"/>
              <a:ext cx="49" cy="85"/>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6" y="423"/>
                  </a:lnTo>
                  <a:lnTo>
                    <a:pt x="51" y="418"/>
                  </a:lnTo>
                  <a:lnTo>
                    <a:pt x="74" y="407"/>
                  </a:lnTo>
                  <a:lnTo>
                    <a:pt x="96" y="392"/>
                  </a:lnTo>
                  <a:lnTo>
                    <a:pt x="118" y="373"/>
                  </a:lnTo>
                  <a:lnTo>
                    <a:pt x="138" y="351"/>
                  </a:lnTo>
                  <a:lnTo>
                    <a:pt x="156" y="327"/>
                  </a:lnTo>
                  <a:lnTo>
                    <a:pt x="175" y="299"/>
                  </a:lnTo>
                  <a:lnTo>
                    <a:pt x="190" y="269"/>
                  </a:lnTo>
                  <a:lnTo>
                    <a:pt x="204" y="236"/>
                  </a:lnTo>
                  <a:lnTo>
                    <a:pt x="216" y="202"/>
                  </a:lnTo>
                  <a:lnTo>
                    <a:pt x="226" y="164"/>
                  </a:lnTo>
                  <a:lnTo>
                    <a:pt x="234" y="126"/>
                  </a:lnTo>
                  <a:lnTo>
                    <a:pt x="240" y="86"/>
                  </a:lnTo>
                  <a:lnTo>
                    <a:pt x="244" y="42"/>
                  </a:lnTo>
                  <a:lnTo>
                    <a:pt x="245" y="0"/>
                  </a:lnTo>
                  <a:lnTo>
                    <a:pt x="233" y="0"/>
                  </a:lnTo>
                  <a:lnTo>
                    <a:pt x="232" y="42"/>
                  </a:lnTo>
                  <a:lnTo>
                    <a:pt x="229" y="83"/>
                  </a:lnTo>
                  <a:lnTo>
                    <a:pt x="223" y="123"/>
                  </a:lnTo>
                  <a:lnTo>
                    <a:pt x="215" y="162"/>
                  </a:lnTo>
                  <a:lnTo>
                    <a:pt x="204" y="197"/>
                  </a:lnTo>
                  <a:lnTo>
                    <a:pt x="192" y="231"/>
                  </a:lnTo>
                  <a:lnTo>
                    <a:pt x="178" y="264"/>
                  </a:lnTo>
                  <a:lnTo>
                    <a:pt x="163" y="292"/>
                  </a:lnTo>
                  <a:lnTo>
                    <a:pt x="147" y="320"/>
                  </a:lnTo>
                  <a:lnTo>
                    <a:pt x="129" y="344"/>
                  </a:lnTo>
                  <a:lnTo>
                    <a:pt x="109" y="364"/>
                  </a:lnTo>
                  <a:lnTo>
                    <a:pt x="89" y="382"/>
                  </a:lnTo>
                  <a:lnTo>
                    <a:pt x="67" y="395"/>
                  </a:lnTo>
                  <a:lnTo>
                    <a:pt x="46" y="406"/>
                  </a:lnTo>
                  <a:lnTo>
                    <a:pt x="24"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4988" name="Freeform 74"/>
            <p:cNvSpPr>
              <a:spLocks/>
            </p:cNvSpPr>
            <p:nvPr/>
          </p:nvSpPr>
          <p:spPr bwMode="auto">
            <a:xfrm>
              <a:off x="1516" y="2101"/>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5" y="86"/>
                  </a:lnTo>
                  <a:lnTo>
                    <a:pt x="11" y="126"/>
                  </a:lnTo>
                  <a:lnTo>
                    <a:pt x="19" y="164"/>
                  </a:lnTo>
                  <a:lnTo>
                    <a:pt x="30" y="202"/>
                  </a:lnTo>
                  <a:lnTo>
                    <a:pt x="41" y="236"/>
                  </a:lnTo>
                  <a:lnTo>
                    <a:pt x="55" y="269"/>
                  </a:lnTo>
                  <a:lnTo>
                    <a:pt x="71" y="299"/>
                  </a:lnTo>
                  <a:lnTo>
                    <a:pt x="89" y="327"/>
                  </a:lnTo>
                  <a:lnTo>
                    <a:pt x="107" y="351"/>
                  </a:lnTo>
                  <a:lnTo>
                    <a:pt x="127" y="373"/>
                  </a:lnTo>
                  <a:lnTo>
                    <a:pt x="149" y="392"/>
                  </a:lnTo>
                  <a:lnTo>
                    <a:pt x="171" y="407"/>
                  </a:lnTo>
                  <a:lnTo>
                    <a:pt x="195" y="418"/>
                  </a:lnTo>
                  <a:lnTo>
                    <a:pt x="219" y="423"/>
                  </a:lnTo>
                  <a:lnTo>
                    <a:pt x="245" y="426"/>
                  </a:lnTo>
                  <a:lnTo>
                    <a:pt x="245" y="414"/>
                  </a:lnTo>
                  <a:lnTo>
                    <a:pt x="222" y="412"/>
                  </a:lnTo>
                  <a:lnTo>
                    <a:pt x="199" y="406"/>
                  </a:lnTo>
                  <a:lnTo>
                    <a:pt x="178" y="395"/>
                  </a:lnTo>
                  <a:lnTo>
                    <a:pt x="156" y="382"/>
                  </a:lnTo>
                  <a:lnTo>
                    <a:pt x="136" y="364"/>
                  </a:lnTo>
                  <a:lnTo>
                    <a:pt x="116" y="344"/>
                  </a:lnTo>
                  <a:lnTo>
                    <a:pt x="99" y="320"/>
                  </a:lnTo>
                  <a:lnTo>
                    <a:pt x="82" y="292"/>
                  </a:lnTo>
                  <a:lnTo>
                    <a:pt x="67" y="264"/>
                  </a:lnTo>
                  <a:lnTo>
                    <a:pt x="53" y="231"/>
                  </a:lnTo>
                  <a:lnTo>
                    <a:pt x="41" y="197"/>
                  </a:lnTo>
                  <a:lnTo>
                    <a:pt x="31" y="162"/>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4989" name="Freeform 75"/>
            <p:cNvSpPr>
              <a:spLocks/>
            </p:cNvSpPr>
            <p:nvPr/>
          </p:nvSpPr>
          <p:spPr bwMode="auto">
            <a:xfrm>
              <a:off x="1516" y="2016"/>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5" y="8"/>
                  </a:lnTo>
                  <a:lnTo>
                    <a:pt x="171" y="19"/>
                  </a:lnTo>
                  <a:lnTo>
                    <a:pt x="149" y="34"/>
                  </a:lnTo>
                  <a:lnTo>
                    <a:pt x="127" y="51"/>
                  </a:lnTo>
                  <a:lnTo>
                    <a:pt x="107" y="74"/>
                  </a:lnTo>
                  <a:lnTo>
                    <a:pt x="89" y="98"/>
                  </a:lnTo>
                  <a:lnTo>
                    <a:pt x="72" y="125"/>
                  </a:lnTo>
                  <a:lnTo>
                    <a:pt x="55" y="156"/>
                  </a:lnTo>
                  <a:lnTo>
                    <a:pt x="41" y="189"/>
                  </a:lnTo>
                  <a:lnTo>
                    <a:pt x="30" y="223"/>
                  </a:lnTo>
                  <a:lnTo>
                    <a:pt x="19" y="261"/>
                  </a:lnTo>
                  <a:lnTo>
                    <a:pt x="11" y="299"/>
                  </a:lnTo>
                  <a:lnTo>
                    <a:pt x="5" y="339"/>
                  </a:lnTo>
                  <a:lnTo>
                    <a:pt x="1" y="382"/>
                  </a:lnTo>
                  <a:lnTo>
                    <a:pt x="0" y="424"/>
                  </a:lnTo>
                  <a:lnTo>
                    <a:pt x="12" y="424"/>
                  </a:lnTo>
                  <a:lnTo>
                    <a:pt x="13" y="382"/>
                  </a:lnTo>
                  <a:lnTo>
                    <a:pt x="17" y="341"/>
                  </a:lnTo>
                  <a:lnTo>
                    <a:pt x="23" y="301"/>
                  </a:lnTo>
                  <a:lnTo>
                    <a:pt x="31" y="264"/>
                  </a:lnTo>
                  <a:lnTo>
                    <a:pt x="41" y="227"/>
                  </a:lnTo>
                  <a:lnTo>
                    <a:pt x="53" y="193"/>
                  </a:lnTo>
                  <a:lnTo>
                    <a:pt x="67" y="160"/>
                  </a:lnTo>
                  <a:lnTo>
                    <a:pt x="81" y="132"/>
                  </a:lnTo>
                  <a:lnTo>
                    <a:pt x="99" y="105"/>
                  </a:lnTo>
                  <a:lnTo>
                    <a:pt x="116" y="81"/>
                  </a:lnTo>
                  <a:lnTo>
                    <a:pt x="136" y="61"/>
                  </a:lnTo>
                  <a:lnTo>
                    <a:pt x="156" y="43"/>
                  </a:lnTo>
                  <a:lnTo>
                    <a:pt x="178" y="30"/>
                  </a:lnTo>
                  <a:lnTo>
                    <a:pt x="199" y="20"/>
                  </a:lnTo>
                  <a:lnTo>
                    <a:pt x="222"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sp>
        <p:nvSpPr>
          <p:cNvPr id="124936" name="Rectangle 77"/>
          <p:cNvSpPr>
            <a:spLocks noChangeArrowheads="1"/>
          </p:cNvSpPr>
          <p:nvPr/>
        </p:nvSpPr>
        <p:spPr bwMode="auto">
          <a:xfrm>
            <a:off x="611188" y="0"/>
            <a:ext cx="6388100" cy="6477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3000"/>
              <a:t>Sem. 2 - Mercredi</a:t>
            </a:r>
          </a:p>
        </p:txBody>
      </p:sp>
      <p:sp>
        <p:nvSpPr>
          <p:cNvPr id="124937" name="Text Box 78"/>
          <p:cNvSpPr txBox="1">
            <a:spLocks noChangeArrowheads="1"/>
          </p:cNvSpPr>
          <p:nvPr/>
        </p:nvSpPr>
        <p:spPr bwMode="auto">
          <a:xfrm>
            <a:off x="566738" y="2697163"/>
            <a:ext cx="3217862"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2. Pas de commandes</a:t>
            </a:r>
          </a:p>
        </p:txBody>
      </p:sp>
      <p:sp>
        <p:nvSpPr>
          <p:cNvPr id="124938" name="Text Box 79"/>
          <p:cNvSpPr txBox="1">
            <a:spLocks noChangeArrowheads="1"/>
          </p:cNvSpPr>
          <p:nvPr/>
        </p:nvSpPr>
        <p:spPr bwMode="auto">
          <a:xfrm>
            <a:off x="566738" y="5211763"/>
            <a:ext cx="6543675" cy="4429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eaLnBrk="1" hangingPunct="1">
              <a:spcBef>
                <a:spcPct val="0"/>
              </a:spcBef>
              <a:buFontTx/>
              <a:buNone/>
            </a:pPr>
            <a:r>
              <a:rPr lang="fr-FR" altLang="fr-FR" sz="2300"/>
              <a:t>4. Pointez la production sur votre feuille de suivi</a:t>
            </a:r>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25954" name="Group 2"/>
          <p:cNvGrpSpPr>
            <a:grpSpLocks/>
          </p:cNvGrpSpPr>
          <p:nvPr/>
        </p:nvGrpSpPr>
        <p:grpSpPr bwMode="auto">
          <a:xfrm>
            <a:off x="7073900" y="215900"/>
            <a:ext cx="1878013" cy="1250950"/>
            <a:chOff x="4456" y="136"/>
            <a:chExt cx="1183" cy="788"/>
          </a:xfrm>
        </p:grpSpPr>
        <p:grpSp>
          <p:nvGrpSpPr>
            <p:cNvPr id="126014" name="Group 3"/>
            <p:cNvGrpSpPr>
              <a:grpSpLocks/>
            </p:cNvGrpSpPr>
            <p:nvPr/>
          </p:nvGrpSpPr>
          <p:grpSpPr bwMode="auto">
            <a:xfrm>
              <a:off x="4766" y="232"/>
              <a:ext cx="873" cy="692"/>
              <a:chOff x="2185" y="310"/>
              <a:chExt cx="873" cy="692"/>
            </a:xfrm>
          </p:grpSpPr>
          <p:sp>
            <p:nvSpPr>
              <p:cNvPr id="126025" name="Freeform 4"/>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accent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6026" name="Freeform 5"/>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6027" name="Freeform 6"/>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6028" name="Freeform 7"/>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6029" name="Freeform 8"/>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6030" name="Freeform 9"/>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6031" name="Freeform 10"/>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grpSp>
          <p:nvGrpSpPr>
            <p:cNvPr id="126015" name="Group 11"/>
            <p:cNvGrpSpPr>
              <a:grpSpLocks/>
            </p:cNvGrpSpPr>
            <p:nvPr/>
          </p:nvGrpSpPr>
          <p:grpSpPr bwMode="auto">
            <a:xfrm>
              <a:off x="4949" y="336"/>
              <a:ext cx="591" cy="468"/>
              <a:chOff x="2185" y="310"/>
              <a:chExt cx="873" cy="692"/>
            </a:xfrm>
          </p:grpSpPr>
          <p:sp>
            <p:nvSpPr>
              <p:cNvPr id="126018" name="Freeform 12"/>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6019" name="Freeform 13"/>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6020" name="Freeform 14"/>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6021" name="Freeform 15"/>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6022" name="Freeform 16"/>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6023" name="Freeform 17"/>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6024" name="Freeform 18"/>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pic>
          <p:nvPicPr>
            <p:cNvPr id="126016" name="Picture 19"/>
            <p:cNvPicPr>
              <a:picLocks noChangeAspect="1" noChangeArrowheads="1"/>
            </p:cNvPicPr>
            <p:nvPr/>
          </p:nvPicPr>
          <p:blipFill>
            <a:blip r:embed="rId3" cstate="print">
              <a:extLst>
                <a:ext uri="{28A0092B-C50C-407E-A947-70E740481C1C}">
                  <a14:useLocalDpi xmlns:a14="http://schemas.microsoft.com/office/drawing/2010/main" val="0"/>
                </a:ext>
              </a:extLst>
            </a:blip>
            <a:srcRect l="-4282" t="-4369" r="-5199" b="-12012"/>
            <a:stretch>
              <a:fillRect/>
            </a:stretch>
          </p:blipFill>
          <p:spPr bwMode="auto">
            <a:xfrm>
              <a:off x="4456" y="136"/>
              <a:ext cx="480" cy="5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26017" name="Text Box 20"/>
            <p:cNvSpPr txBox="1">
              <a:spLocks noChangeArrowheads="1"/>
            </p:cNvSpPr>
            <p:nvPr/>
          </p:nvSpPr>
          <p:spPr bwMode="auto">
            <a:xfrm>
              <a:off x="4946" y="314"/>
              <a:ext cx="596" cy="49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4500" b="1">
                  <a:solidFill>
                    <a:srgbClr val="FF0000"/>
                  </a:solidFill>
                  <a:latin typeface="Arial Black" pitchFamily="34" charset="0"/>
                </a:rPr>
                <a:t>24</a:t>
              </a:r>
              <a:endParaRPr lang="fr-FR" altLang="fr-FR" sz="3200">
                <a:solidFill>
                  <a:schemeClr val="tx1"/>
                </a:solidFill>
                <a:latin typeface="Arial Black" pitchFamily="34" charset="0"/>
              </a:endParaRPr>
            </a:p>
          </p:txBody>
        </p:sp>
      </p:grpSp>
      <p:sp>
        <p:nvSpPr>
          <p:cNvPr id="125956" name="Text Box 22"/>
          <p:cNvSpPr txBox="1">
            <a:spLocks noChangeArrowheads="1"/>
          </p:cNvSpPr>
          <p:nvPr/>
        </p:nvSpPr>
        <p:spPr bwMode="auto">
          <a:xfrm>
            <a:off x="566738" y="1363663"/>
            <a:ext cx="1946275"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1. Tirez le dé</a:t>
            </a:r>
          </a:p>
        </p:txBody>
      </p:sp>
      <p:sp>
        <p:nvSpPr>
          <p:cNvPr id="125957" name="Text Box 23"/>
          <p:cNvSpPr txBox="1">
            <a:spLocks noChangeArrowheads="1"/>
          </p:cNvSpPr>
          <p:nvPr/>
        </p:nvSpPr>
        <p:spPr bwMode="auto">
          <a:xfrm>
            <a:off x="566738" y="3935413"/>
            <a:ext cx="18796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3. Produisez</a:t>
            </a:r>
          </a:p>
        </p:txBody>
      </p:sp>
      <p:grpSp>
        <p:nvGrpSpPr>
          <p:cNvPr id="125958" name="Group 24"/>
          <p:cNvGrpSpPr>
            <a:grpSpLocks/>
          </p:cNvGrpSpPr>
          <p:nvPr/>
        </p:nvGrpSpPr>
        <p:grpSpPr bwMode="auto">
          <a:xfrm>
            <a:off x="2986088" y="1306513"/>
            <a:ext cx="446087" cy="534987"/>
            <a:chOff x="868" y="1439"/>
            <a:chExt cx="811" cy="972"/>
          </a:xfrm>
        </p:grpSpPr>
        <p:sp>
          <p:nvSpPr>
            <p:cNvPr id="125963" name="Freeform 25"/>
            <p:cNvSpPr>
              <a:spLocks/>
            </p:cNvSpPr>
            <p:nvPr/>
          </p:nvSpPr>
          <p:spPr bwMode="auto">
            <a:xfrm>
              <a:off x="1548" y="2014"/>
              <a:ext cx="123" cy="100"/>
            </a:xfrm>
            <a:custGeom>
              <a:avLst/>
              <a:gdLst>
                <a:gd name="T0" fmla="*/ 5 w 618"/>
                <a:gd name="T1" fmla="*/ 0 h 502"/>
                <a:gd name="T2" fmla="*/ 5 w 618"/>
                <a:gd name="T3" fmla="*/ 0 h 502"/>
                <a:gd name="T4" fmla="*/ 0 w 618"/>
                <a:gd name="T5" fmla="*/ 4 h 502"/>
                <a:gd name="T6" fmla="*/ 0 w 618"/>
                <a:gd name="T7" fmla="*/ 4 h 502"/>
                <a:gd name="T8" fmla="*/ 5 w 618"/>
                <a:gd name="T9" fmla="*/ 0 h 502"/>
                <a:gd name="T10" fmla="*/ 5 w 618"/>
                <a:gd name="T11" fmla="*/ 0 h 502"/>
                <a:gd name="T12" fmla="*/ 5 w 618"/>
                <a:gd name="T13" fmla="*/ 0 h 502"/>
                <a:gd name="T14" fmla="*/ 5 w 618"/>
                <a:gd name="T15" fmla="*/ 0 h 502"/>
                <a:gd name="T16" fmla="*/ 5 w 618"/>
                <a:gd name="T17" fmla="*/ 0 h 502"/>
                <a:gd name="T18" fmla="*/ 5 w 618"/>
                <a:gd name="T19" fmla="*/ 0 h 502"/>
                <a:gd name="T20" fmla="*/ 5 w 618"/>
                <a:gd name="T21" fmla="*/ 0 h 502"/>
                <a:gd name="T22" fmla="*/ 5 w 618"/>
                <a:gd name="T23" fmla="*/ 0 h 502"/>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618"/>
                <a:gd name="T37" fmla="*/ 0 h 502"/>
                <a:gd name="T38" fmla="*/ 618 w 618"/>
                <a:gd name="T39" fmla="*/ 502 h 502"/>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618" h="502">
                  <a:moveTo>
                    <a:pt x="611" y="0"/>
                  </a:moveTo>
                  <a:lnTo>
                    <a:pt x="606" y="2"/>
                  </a:lnTo>
                  <a:lnTo>
                    <a:pt x="0" y="490"/>
                  </a:lnTo>
                  <a:lnTo>
                    <a:pt x="10" y="502"/>
                  </a:lnTo>
                  <a:lnTo>
                    <a:pt x="616" y="14"/>
                  </a:lnTo>
                  <a:lnTo>
                    <a:pt x="611" y="16"/>
                  </a:lnTo>
                  <a:lnTo>
                    <a:pt x="616" y="14"/>
                  </a:lnTo>
                  <a:lnTo>
                    <a:pt x="618" y="9"/>
                  </a:lnTo>
                  <a:lnTo>
                    <a:pt x="617" y="3"/>
                  </a:lnTo>
                  <a:lnTo>
                    <a:pt x="612" y="1"/>
                  </a:lnTo>
                  <a:lnTo>
                    <a:pt x="606" y="2"/>
                  </a:lnTo>
                  <a:lnTo>
                    <a:pt x="611"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5964" name="Freeform 26"/>
            <p:cNvSpPr>
              <a:spLocks/>
            </p:cNvSpPr>
            <p:nvPr/>
          </p:nvSpPr>
          <p:spPr bwMode="auto">
            <a:xfrm>
              <a:off x="876" y="1852"/>
              <a:ext cx="82" cy="373"/>
            </a:xfrm>
            <a:custGeom>
              <a:avLst/>
              <a:gdLst>
                <a:gd name="T0" fmla="*/ 3 w 413"/>
                <a:gd name="T1" fmla="*/ 15 h 1865"/>
                <a:gd name="T2" fmla="*/ 3 w 413"/>
                <a:gd name="T3" fmla="*/ 15 h 1865"/>
                <a:gd name="T4" fmla="*/ 0 w 413"/>
                <a:gd name="T5" fmla="*/ 0 h 1865"/>
                <a:gd name="T6" fmla="*/ 0 w 413"/>
                <a:gd name="T7" fmla="*/ 0 h 1865"/>
                <a:gd name="T8" fmla="*/ 3 w 413"/>
                <a:gd name="T9" fmla="*/ 15 h 1865"/>
                <a:gd name="T10" fmla="*/ 3 w 413"/>
                <a:gd name="T11" fmla="*/ 15 h 1865"/>
                <a:gd name="T12" fmla="*/ 3 w 413"/>
                <a:gd name="T13" fmla="*/ 15 h 1865"/>
                <a:gd name="T14" fmla="*/ 3 w 413"/>
                <a:gd name="T15" fmla="*/ 15 h 1865"/>
                <a:gd name="T16" fmla="*/ 3 w 413"/>
                <a:gd name="T17" fmla="*/ 15 h 1865"/>
                <a:gd name="T18" fmla="*/ 3 w 413"/>
                <a:gd name="T19" fmla="*/ 15 h 1865"/>
                <a:gd name="T20" fmla="*/ 3 w 413"/>
                <a:gd name="T21" fmla="*/ 15 h 1865"/>
                <a:gd name="T22" fmla="*/ 3 w 413"/>
                <a:gd name="T23" fmla="*/ 15 h 186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413"/>
                <a:gd name="T37" fmla="*/ 0 h 1865"/>
                <a:gd name="T38" fmla="*/ 413 w 413"/>
                <a:gd name="T39" fmla="*/ 1865 h 1865"/>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413" h="1865">
                  <a:moveTo>
                    <a:pt x="400" y="1864"/>
                  </a:moveTo>
                  <a:lnTo>
                    <a:pt x="413" y="1856"/>
                  </a:lnTo>
                  <a:lnTo>
                    <a:pt x="17" y="0"/>
                  </a:lnTo>
                  <a:lnTo>
                    <a:pt x="0" y="2"/>
                  </a:lnTo>
                  <a:lnTo>
                    <a:pt x="396" y="1858"/>
                  </a:lnTo>
                  <a:lnTo>
                    <a:pt x="409" y="1850"/>
                  </a:lnTo>
                  <a:lnTo>
                    <a:pt x="396" y="1858"/>
                  </a:lnTo>
                  <a:lnTo>
                    <a:pt x="400" y="1864"/>
                  </a:lnTo>
                  <a:lnTo>
                    <a:pt x="406" y="1865"/>
                  </a:lnTo>
                  <a:lnTo>
                    <a:pt x="410" y="1862"/>
                  </a:lnTo>
                  <a:lnTo>
                    <a:pt x="413" y="1856"/>
                  </a:lnTo>
                  <a:lnTo>
                    <a:pt x="400" y="186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5965" name="Freeform 27"/>
            <p:cNvSpPr>
              <a:spLocks/>
            </p:cNvSpPr>
            <p:nvPr/>
          </p:nvSpPr>
          <p:spPr bwMode="auto">
            <a:xfrm>
              <a:off x="1282" y="1533"/>
              <a:ext cx="35" cy="161"/>
            </a:xfrm>
            <a:custGeom>
              <a:avLst/>
              <a:gdLst>
                <a:gd name="T0" fmla="*/ 1 w 175"/>
                <a:gd name="T1" fmla="*/ 6 h 807"/>
                <a:gd name="T2" fmla="*/ 1 w 175"/>
                <a:gd name="T3" fmla="*/ 6 h 807"/>
                <a:gd name="T4" fmla="*/ 1 w 175"/>
                <a:gd name="T5" fmla="*/ 6 h 807"/>
                <a:gd name="T6" fmla="*/ 1 w 175"/>
                <a:gd name="T7" fmla="*/ 5 h 807"/>
                <a:gd name="T8" fmla="*/ 1 w 175"/>
                <a:gd name="T9" fmla="*/ 5 h 807"/>
                <a:gd name="T10" fmla="*/ 1 w 175"/>
                <a:gd name="T11" fmla="*/ 5 h 807"/>
                <a:gd name="T12" fmla="*/ 1 w 175"/>
                <a:gd name="T13" fmla="*/ 4 h 807"/>
                <a:gd name="T14" fmla="*/ 1 w 175"/>
                <a:gd name="T15" fmla="*/ 4 h 807"/>
                <a:gd name="T16" fmla="*/ 1 w 175"/>
                <a:gd name="T17" fmla="*/ 3 h 807"/>
                <a:gd name="T18" fmla="*/ 1 w 175"/>
                <a:gd name="T19" fmla="*/ 3 h 807"/>
                <a:gd name="T20" fmla="*/ 1 w 175"/>
                <a:gd name="T21" fmla="*/ 3 h 807"/>
                <a:gd name="T22" fmla="*/ 1 w 175"/>
                <a:gd name="T23" fmla="*/ 2 h 807"/>
                <a:gd name="T24" fmla="*/ 1 w 175"/>
                <a:gd name="T25" fmla="*/ 2 h 807"/>
                <a:gd name="T26" fmla="*/ 1 w 175"/>
                <a:gd name="T27" fmla="*/ 2 h 807"/>
                <a:gd name="T28" fmla="*/ 1 w 175"/>
                <a:gd name="T29" fmla="*/ 1 h 807"/>
                <a:gd name="T30" fmla="*/ 1 w 175"/>
                <a:gd name="T31" fmla="*/ 1 h 807"/>
                <a:gd name="T32" fmla="*/ 1 w 175"/>
                <a:gd name="T33" fmla="*/ 1 h 807"/>
                <a:gd name="T34" fmla="*/ 1 w 175"/>
                <a:gd name="T35" fmla="*/ 0 h 807"/>
                <a:gd name="T36" fmla="*/ 1 w 175"/>
                <a:gd name="T37" fmla="*/ 0 h 807"/>
                <a:gd name="T38" fmla="*/ 1 w 175"/>
                <a:gd name="T39" fmla="*/ 0 h 807"/>
                <a:gd name="T40" fmla="*/ 0 w 175"/>
                <a:gd name="T41" fmla="*/ 1 h 807"/>
                <a:gd name="T42" fmla="*/ 0 w 175"/>
                <a:gd name="T43" fmla="*/ 1 h 807"/>
                <a:gd name="T44" fmla="*/ 0 w 175"/>
                <a:gd name="T45" fmla="*/ 1 h 807"/>
                <a:gd name="T46" fmla="*/ 0 w 175"/>
                <a:gd name="T47" fmla="*/ 2 h 807"/>
                <a:gd name="T48" fmla="*/ 0 w 175"/>
                <a:gd name="T49" fmla="*/ 2 h 807"/>
                <a:gd name="T50" fmla="*/ 0 w 175"/>
                <a:gd name="T51" fmla="*/ 3 h 807"/>
                <a:gd name="T52" fmla="*/ 0 w 175"/>
                <a:gd name="T53" fmla="*/ 3 h 807"/>
                <a:gd name="T54" fmla="*/ 0 w 175"/>
                <a:gd name="T55" fmla="*/ 3 h 807"/>
                <a:gd name="T56" fmla="*/ 0 w 175"/>
                <a:gd name="T57" fmla="*/ 4 h 807"/>
                <a:gd name="T58" fmla="*/ 0 w 175"/>
                <a:gd name="T59" fmla="*/ 4 h 807"/>
                <a:gd name="T60" fmla="*/ 0 w 175"/>
                <a:gd name="T61" fmla="*/ 5 h 807"/>
                <a:gd name="T62" fmla="*/ 0 w 175"/>
                <a:gd name="T63" fmla="*/ 5 h 807"/>
                <a:gd name="T64" fmla="*/ 0 w 175"/>
                <a:gd name="T65" fmla="*/ 5 h 807"/>
                <a:gd name="T66" fmla="*/ 1 w 175"/>
                <a:gd name="T67" fmla="*/ 6 h 807"/>
                <a:gd name="T68" fmla="*/ 1 w 175"/>
                <a:gd name="T69" fmla="*/ 6 h 807"/>
                <a:gd name="T70" fmla="*/ 1 w 175"/>
                <a:gd name="T71" fmla="*/ 6 h 807"/>
                <a:gd name="T72" fmla="*/ 1 w 175"/>
                <a:gd name="T73" fmla="*/ 6 h 807"/>
                <a:gd name="T74" fmla="*/ 1 w 175"/>
                <a:gd name="T75" fmla="*/ 6 h 807"/>
                <a:gd name="T76" fmla="*/ 1 w 175"/>
                <a:gd name="T77" fmla="*/ 6 h 807"/>
                <a:gd name="T78" fmla="*/ 1 w 175"/>
                <a:gd name="T79" fmla="*/ 6 h 807"/>
                <a:gd name="T80" fmla="*/ 1 w 175"/>
                <a:gd name="T81" fmla="*/ 6 h 807"/>
                <a:gd name="T82" fmla="*/ 1 w 175"/>
                <a:gd name="T83" fmla="*/ 6 h 807"/>
                <a:gd name="T84" fmla="*/ 1 w 175"/>
                <a:gd name="T85" fmla="*/ 6 h 807"/>
                <a:gd name="T86" fmla="*/ 1 w 175"/>
                <a:gd name="T87" fmla="*/ 6 h 807"/>
                <a:gd name="T88" fmla="*/ 1 w 175"/>
                <a:gd name="T89" fmla="*/ 6 h 807"/>
                <a:gd name="T90" fmla="*/ 1 w 175"/>
                <a:gd name="T91" fmla="*/ 6 h 80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175"/>
                <a:gd name="T139" fmla="*/ 0 h 807"/>
                <a:gd name="T140" fmla="*/ 175 w 175"/>
                <a:gd name="T141" fmla="*/ 807 h 80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175" h="807">
                  <a:moveTo>
                    <a:pt x="169" y="740"/>
                  </a:moveTo>
                  <a:lnTo>
                    <a:pt x="169" y="739"/>
                  </a:lnTo>
                  <a:lnTo>
                    <a:pt x="149" y="698"/>
                  </a:lnTo>
                  <a:lnTo>
                    <a:pt x="133" y="656"/>
                  </a:lnTo>
                  <a:lnTo>
                    <a:pt x="120" y="611"/>
                  </a:lnTo>
                  <a:lnTo>
                    <a:pt x="108" y="565"/>
                  </a:lnTo>
                  <a:lnTo>
                    <a:pt x="100" y="520"/>
                  </a:lnTo>
                  <a:lnTo>
                    <a:pt x="96" y="472"/>
                  </a:lnTo>
                  <a:lnTo>
                    <a:pt x="93" y="425"/>
                  </a:lnTo>
                  <a:lnTo>
                    <a:pt x="93" y="377"/>
                  </a:lnTo>
                  <a:lnTo>
                    <a:pt x="96" y="330"/>
                  </a:lnTo>
                  <a:lnTo>
                    <a:pt x="100" y="283"/>
                  </a:lnTo>
                  <a:lnTo>
                    <a:pt x="106" y="238"/>
                  </a:lnTo>
                  <a:lnTo>
                    <a:pt x="115" y="195"/>
                  </a:lnTo>
                  <a:lnTo>
                    <a:pt x="126" y="153"/>
                  </a:lnTo>
                  <a:lnTo>
                    <a:pt x="139" y="114"/>
                  </a:lnTo>
                  <a:lnTo>
                    <a:pt x="153" y="77"/>
                  </a:lnTo>
                  <a:lnTo>
                    <a:pt x="169" y="43"/>
                  </a:lnTo>
                  <a:lnTo>
                    <a:pt x="87" y="0"/>
                  </a:lnTo>
                  <a:lnTo>
                    <a:pt x="69" y="39"/>
                  </a:lnTo>
                  <a:lnTo>
                    <a:pt x="52" y="81"/>
                  </a:lnTo>
                  <a:lnTo>
                    <a:pt x="37" y="127"/>
                  </a:lnTo>
                  <a:lnTo>
                    <a:pt x="24" y="174"/>
                  </a:lnTo>
                  <a:lnTo>
                    <a:pt x="15" y="222"/>
                  </a:lnTo>
                  <a:lnTo>
                    <a:pt x="7" y="271"/>
                  </a:lnTo>
                  <a:lnTo>
                    <a:pt x="2" y="323"/>
                  </a:lnTo>
                  <a:lnTo>
                    <a:pt x="0" y="374"/>
                  </a:lnTo>
                  <a:lnTo>
                    <a:pt x="0" y="427"/>
                  </a:lnTo>
                  <a:lnTo>
                    <a:pt x="2" y="479"/>
                  </a:lnTo>
                  <a:lnTo>
                    <a:pt x="9" y="531"/>
                  </a:lnTo>
                  <a:lnTo>
                    <a:pt x="17" y="584"/>
                  </a:lnTo>
                  <a:lnTo>
                    <a:pt x="29" y="635"/>
                  </a:lnTo>
                  <a:lnTo>
                    <a:pt x="44" y="686"/>
                  </a:lnTo>
                  <a:lnTo>
                    <a:pt x="65" y="736"/>
                  </a:lnTo>
                  <a:lnTo>
                    <a:pt x="87" y="784"/>
                  </a:lnTo>
                  <a:lnTo>
                    <a:pt x="87" y="782"/>
                  </a:lnTo>
                  <a:lnTo>
                    <a:pt x="87" y="784"/>
                  </a:lnTo>
                  <a:lnTo>
                    <a:pt x="100" y="799"/>
                  </a:lnTo>
                  <a:lnTo>
                    <a:pt x="117" y="807"/>
                  </a:lnTo>
                  <a:lnTo>
                    <a:pt x="134" y="807"/>
                  </a:lnTo>
                  <a:lnTo>
                    <a:pt x="151" y="801"/>
                  </a:lnTo>
                  <a:lnTo>
                    <a:pt x="164" y="791"/>
                  </a:lnTo>
                  <a:lnTo>
                    <a:pt x="173" y="777"/>
                  </a:lnTo>
                  <a:lnTo>
                    <a:pt x="175" y="759"/>
                  </a:lnTo>
                  <a:lnTo>
                    <a:pt x="169" y="739"/>
                  </a:lnTo>
                  <a:lnTo>
                    <a:pt x="169" y="74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5966" name="Freeform 28"/>
            <p:cNvSpPr>
              <a:spLocks/>
            </p:cNvSpPr>
            <p:nvPr/>
          </p:nvSpPr>
          <p:spPr bwMode="auto">
            <a:xfrm>
              <a:off x="1299" y="1681"/>
              <a:ext cx="157" cy="281"/>
            </a:xfrm>
            <a:custGeom>
              <a:avLst/>
              <a:gdLst>
                <a:gd name="T0" fmla="*/ 6 w 787"/>
                <a:gd name="T1" fmla="*/ 11 h 1404"/>
                <a:gd name="T2" fmla="*/ 6 w 787"/>
                <a:gd name="T3" fmla="*/ 11 h 1404"/>
                <a:gd name="T4" fmla="*/ 1 w 787"/>
                <a:gd name="T5" fmla="*/ 0 h 1404"/>
                <a:gd name="T6" fmla="*/ 0 w 787"/>
                <a:gd name="T7" fmla="*/ 0 h 1404"/>
                <a:gd name="T8" fmla="*/ 6 w 787"/>
                <a:gd name="T9" fmla="*/ 11 h 1404"/>
                <a:gd name="T10" fmla="*/ 6 w 787"/>
                <a:gd name="T11" fmla="*/ 11 h 1404"/>
                <a:gd name="T12" fmla="*/ 6 w 787"/>
                <a:gd name="T13" fmla="*/ 11 h 1404"/>
                <a:gd name="T14" fmla="*/ 6 w 787"/>
                <a:gd name="T15" fmla="*/ 11 h 1404"/>
                <a:gd name="T16" fmla="*/ 6 w 787"/>
                <a:gd name="T17" fmla="*/ 11 h 1404"/>
                <a:gd name="T18" fmla="*/ 6 w 787"/>
                <a:gd name="T19" fmla="*/ 11 h 1404"/>
                <a:gd name="T20" fmla="*/ 6 w 787"/>
                <a:gd name="T21" fmla="*/ 11 h 1404"/>
                <a:gd name="T22" fmla="*/ 6 w 787"/>
                <a:gd name="T23" fmla="*/ 11 h 1404"/>
                <a:gd name="T24" fmla="*/ 6 w 787"/>
                <a:gd name="T25" fmla="*/ 11 h 1404"/>
                <a:gd name="T26" fmla="*/ 6 w 787"/>
                <a:gd name="T27" fmla="*/ 11 h 1404"/>
                <a:gd name="T28" fmla="*/ 6 w 787"/>
                <a:gd name="T29" fmla="*/ 11 h 1404"/>
                <a:gd name="T30" fmla="*/ 6 w 787"/>
                <a:gd name="T31" fmla="*/ 11 h 1404"/>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787"/>
                <a:gd name="T49" fmla="*/ 0 h 1404"/>
                <a:gd name="T50" fmla="*/ 787 w 787"/>
                <a:gd name="T51" fmla="*/ 1404 h 1404"/>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787" h="1404">
                  <a:moveTo>
                    <a:pt x="781" y="1334"/>
                  </a:moveTo>
                  <a:lnTo>
                    <a:pt x="781" y="1337"/>
                  </a:lnTo>
                  <a:lnTo>
                    <a:pt x="82" y="0"/>
                  </a:lnTo>
                  <a:lnTo>
                    <a:pt x="0" y="42"/>
                  </a:lnTo>
                  <a:lnTo>
                    <a:pt x="699" y="1379"/>
                  </a:lnTo>
                  <a:lnTo>
                    <a:pt x="699" y="1381"/>
                  </a:lnTo>
                  <a:lnTo>
                    <a:pt x="699" y="1379"/>
                  </a:lnTo>
                  <a:lnTo>
                    <a:pt x="712" y="1395"/>
                  </a:lnTo>
                  <a:lnTo>
                    <a:pt x="727" y="1402"/>
                  </a:lnTo>
                  <a:lnTo>
                    <a:pt x="744" y="1404"/>
                  </a:lnTo>
                  <a:lnTo>
                    <a:pt x="761" y="1398"/>
                  </a:lnTo>
                  <a:lnTo>
                    <a:pt x="775" y="1388"/>
                  </a:lnTo>
                  <a:lnTo>
                    <a:pt x="784" y="1373"/>
                  </a:lnTo>
                  <a:lnTo>
                    <a:pt x="787" y="1357"/>
                  </a:lnTo>
                  <a:lnTo>
                    <a:pt x="781" y="1337"/>
                  </a:lnTo>
                  <a:lnTo>
                    <a:pt x="781" y="13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5967" name="Freeform 29"/>
            <p:cNvSpPr>
              <a:spLocks/>
            </p:cNvSpPr>
            <p:nvPr/>
          </p:nvSpPr>
          <p:spPr bwMode="auto">
            <a:xfrm>
              <a:off x="1439" y="1948"/>
              <a:ext cx="125" cy="76"/>
            </a:xfrm>
            <a:custGeom>
              <a:avLst/>
              <a:gdLst>
                <a:gd name="T0" fmla="*/ 5 w 628"/>
                <a:gd name="T1" fmla="*/ 2 h 383"/>
                <a:gd name="T2" fmla="*/ 5 w 628"/>
                <a:gd name="T3" fmla="*/ 2 h 383"/>
                <a:gd name="T4" fmla="*/ 4 w 628"/>
                <a:gd name="T5" fmla="*/ 2 h 383"/>
                <a:gd name="T6" fmla="*/ 4 w 628"/>
                <a:gd name="T7" fmla="*/ 2 h 383"/>
                <a:gd name="T8" fmla="*/ 4 w 628"/>
                <a:gd name="T9" fmla="*/ 2 h 383"/>
                <a:gd name="T10" fmla="*/ 3 w 628"/>
                <a:gd name="T11" fmla="*/ 2 h 383"/>
                <a:gd name="T12" fmla="*/ 3 w 628"/>
                <a:gd name="T13" fmla="*/ 2 h 383"/>
                <a:gd name="T14" fmla="*/ 3 w 628"/>
                <a:gd name="T15" fmla="*/ 2 h 383"/>
                <a:gd name="T16" fmla="*/ 3 w 628"/>
                <a:gd name="T17" fmla="*/ 2 h 383"/>
                <a:gd name="T18" fmla="*/ 2 w 628"/>
                <a:gd name="T19" fmla="*/ 2 h 383"/>
                <a:gd name="T20" fmla="*/ 2 w 628"/>
                <a:gd name="T21" fmla="*/ 2 h 383"/>
                <a:gd name="T22" fmla="*/ 2 w 628"/>
                <a:gd name="T23" fmla="*/ 1 h 383"/>
                <a:gd name="T24" fmla="*/ 2 w 628"/>
                <a:gd name="T25" fmla="*/ 1 h 383"/>
                <a:gd name="T26" fmla="*/ 1 w 628"/>
                <a:gd name="T27" fmla="*/ 1 h 383"/>
                <a:gd name="T28" fmla="*/ 1 w 628"/>
                <a:gd name="T29" fmla="*/ 1 h 383"/>
                <a:gd name="T30" fmla="*/ 1 w 628"/>
                <a:gd name="T31" fmla="*/ 1 h 383"/>
                <a:gd name="T32" fmla="*/ 1 w 628"/>
                <a:gd name="T33" fmla="*/ 0 h 383"/>
                <a:gd name="T34" fmla="*/ 1 w 628"/>
                <a:gd name="T35" fmla="*/ 0 h 383"/>
                <a:gd name="T36" fmla="*/ 0 w 628"/>
                <a:gd name="T37" fmla="*/ 0 h 383"/>
                <a:gd name="T38" fmla="*/ 0 w 628"/>
                <a:gd name="T39" fmla="*/ 1 h 383"/>
                <a:gd name="T40" fmla="*/ 0 w 628"/>
                <a:gd name="T41" fmla="*/ 1 h 383"/>
                <a:gd name="T42" fmla="*/ 1 w 628"/>
                <a:gd name="T43" fmla="*/ 1 h 383"/>
                <a:gd name="T44" fmla="*/ 1 w 628"/>
                <a:gd name="T45" fmla="*/ 1 h 383"/>
                <a:gd name="T46" fmla="*/ 1 w 628"/>
                <a:gd name="T47" fmla="*/ 2 h 383"/>
                <a:gd name="T48" fmla="*/ 1 w 628"/>
                <a:gd name="T49" fmla="*/ 2 h 383"/>
                <a:gd name="T50" fmla="*/ 2 w 628"/>
                <a:gd name="T51" fmla="*/ 2 h 383"/>
                <a:gd name="T52" fmla="*/ 2 w 628"/>
                <a:gd name="T53" fmla="*/ 2 h 383"/>
                <a:gd name="T54" fmla="*/ 2 w 628"/>
                <a:gd name="T55" fmla="*/ 2 h 383"/>
                <a:gd name="T56" fmla="*/ 3 w 628"/>
                <a:gd name="T57" fmla="*/ 3 h 383"/>
                <a:gd name="T58" fmla="*/ 3 w 628"/>
                <a:gd name="T59" fmla="*/ 3 h 383"/>
                <a:gd name="T60" fmla="*/ 3 w 628"/>
                <a:gd name="T61" fmla="*/ 3 h 383"/>
                <a:gd name="T62" fmla="*/ 4 w 628"/>
                <a:gd name="T63" fmla="*/ 3 h 383"/>
                <a:gd name="T64" fmla="*/ 4 w 628"/>
                <a:gd name="T65" fmla="*/ 3 h 383"/>
                <a:gd name="T66" fmla="*/ 4 w 628"/>
                <a:gd name="T67" fmla="*/ 3 h 383"/>
                <a:gd name="T68" fmla="*/ 5 w 628"/>
                <a:gd name="T69" fmla="*/ 3 h 383"/>
                <a:gd name="T70" fmla="*/ 5 w 628"/>
                <a:gd name="T71" fmla="*/ 3 h 383"/>
                <a:gd name="T72" fmla="*/ 5 w 628"/>
                <a:gd name="T73" fmla="*/ 3 h 383"/>
                <a:gd name="T74" fmla="*/ 5 w 628"/>
                <a:gd name="T75" fmla="*/ 3 h 383"/>
                <a:gd name="T76" fmla="*/ 5 w 628"/>
                <a:gd name="T77" fmla="*/ 3 h 383"/>
                <a:gd name="T78" fmla="*/ 5 w 628"/>
                <a:gd name="T79" fmla="*/ 3 h 383"/>
                <a:gd name="T80" fmla="*/ 5 w 628"/>
                <a:gd name="T81" fmla="*/ 3 h 383"/>
                <a:gd name="T82" fmla="*/ 5 w 628"/>
                <a:gd name="T83" fmla="*/ 3 h 383"/>
                <a:gd name="T84" fmla="*/ 5 w 628"/>
                <a:gd name="T85" fmla="*/ 2 h 383"/>
                <a:gd name="T86" fmla="*/ 5 w 628"/>
                <a:gd name="T87" fmla="*/ 2 h 383"/>
                <a:gd name="T88" fmla="*/ 5 w 628"/>
                <a:gd name="T89" fmla="*/ 2 h 383"/>
                <a:gd name="T90" fmla="*/ 5 w 628"/>
                <a:gd name="T91" fmla="*/ 2 h 38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628"/>
                <a:gd name="T139" fmla="*/ 0 h 383"/>
                <a:gd name="T140" fmla="*/ 628 w 628"/>
                <a:gd name="T141" fmla="*/ 383 h 38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628" h="383">
                  <a:moveTo>
                    <a:pt x="581" y="289"/>
                  </a:moveTo>
                  <a:lnTo>
                    <a:pt x="582" y="289"/>
                  </a:lnTo>
                  <a:lnTo>
                    <a:pt x="541" y="287"/>
                  </a:lnTo>
                  <a:lnTo>
                    <a:pt x="500" y="283"/>
                  </a:lnTo>
                  <a:lnTo>
                    <a:pt x="462" y="276"/>
                  </a:lnTo>
                  <a:lnTo>
                    <a:pt x="424" y="268"/>
                  </a:lnTo>
                  <a:lnTo>
                    <a:pt x="389" y="255"/>
                  </a:lnTo>
                  <a:lnTo>
                    <a:pt x="352" y="242"/>
                  </a:lnTo>
                  <a:lnTo>
                    <a:pt x="320" y="227"/>
                  </a:lnTo>
                  <a:lnTo>
                    <a:pt x="287" y="209"/>
                  </a:lnTo>
                  <a:lnTo>
                    <a:pt x="255" y="189"/>
                  </a:lnTo>
                  <a:lnTo>
                    <a:pt x="226" y="168"/>
                  </a:lnTo>
                  <a:lnTo>
                    <a:pt x="198" y="145"/>
                  </a:lnTo>
                  <a:lnTo>
                    <a:pt x="172" y="119"/>
                  </a:lnTo>
                  <a:lnTo>
                    <a:pt x="146" y="92"/>
                  </a:lnTo>
                  <a:lnTo>
                    <a:pt x="122" y="64"/>
                  </a:lnTo>
                  <a:lnTo>
                    <a:pt x="100" y="33"/>
                  </a:lnTo>
                  <a:lnTo>
                    <a:pt x="82" y="0"/>
                  </a:lnTo>
                  <a:lnTo>
                    <a:pt x="0" y="47"/>
                  </a:lnTo>
                  <a:lnTo>
                    <a:pt x="23" y="85"/>
                  </a:lnTo>
                  <a:lnTo>
                    <a:pt x="49" y="120"/>
                  </a:lnTo>
                  <a:lnTo>
                    <a:pt x="76" y="153"/>
                  </a:lnTo>
                  <a:lnTo>
                    <a:pt x="104" y="185"/>
                  </a:lnTo>
                  <a:lnTo>
                    <a:pt x="137" y="215"/>
                  </a:lnTo>
                  <a:lnTo>
                    <a:pt x="170" y="241"/>
                  </a:lnTo>
                  <a:lnTo>
                    <a:pt x="204" y="267"/>
                  </a:lnTo>
                  <a:lnTo>
                    <a:pt x="240" y="289"/>
                  </a:lnTo>
                  <a:lnTo>
                    <a:pt x="277" y="309"/>
                  </a:lnTo>
                  <a:lnTo>
                    <a:pt x="317" y="329"/>
                  </a:lnTo>
                  <a:lnTo>
                    <a:pt x="358" y="344"/>
                  </a:lnTo>
                  <a:lnTo>
                    <a:pt x="400" y="357"/>
                  </a:lnTo>
                  <a:lnTo>
                    <a:pt x="444" y="367"/>
                  </a:lnTo>
                  <a:lnTo>
                    <a:pt x="488" y="374"/>
                  </a:lnTo>
                  <a:lnTo>
                    <a:pt x="534" y="380"/>
                  </a:lnTo>
                  <a:lnTo>
                    <a:pt x="580" y="383"/>
                  </a:lnTo>
                  <a:lnTo>
                    <a:pt x="581" y="383"/>
                  </a:lnTo>
                  <a:lnTo>
                    <a:pt x="580" y="383"/>
                  </a:lnTo>
                  <a:lnTo>
                    <a:pt x="600" y="379"/>
                  </a:lnTo>
                  <a:lnTo>
                    <a:pt x="615" y="369"/>
                  </a:lnTo>
                  <a:lnTo>
                    <a:pt x="624" y="353"/>
                  </a:lnTo>
                  <a:lnTo>
                    <a:pt x="628" y="337"/>
                  </a:lnTo>
                  <a:lnTo>
                    <a:pt x="625" y="319"/>
                  </a:lnTo>
                  <a:lnTo>
                    <a:pt x="617" y="304"/>
                  </a:lnTo>
                  <a:lnTo>
                    <a:pt x="602" y="294"/>
                  </a:lnTo>
                  <a:lnTo>
                    <a:pt x="582" y="289"/>
                  </a:lnTo>
                  <a:lnTo>
                    <a:pt x="581" y="28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5968" name="Freeform 30"/>
            <p:cNvSpPr>
              <a:spLocks/>
            </p:cNvSpPr>
            <p:nvPr/>
          </p:nvSpPr>
          <p:spPr bwMode="auto">
            <a:xfrm>
              <a:off x="1587" y="1880"/>
              <a:ext cx="85" cy="49"/>
            </a:xfrm>
            <a:custGeom>
              <a:avLst/>
              <a:gdLst>
                <a:gd name="T0" fmla="*/ 3 w 426"/>
                <a:gd name="T1" fmla="*/ 0 h 245"/>
                <a:gd name="T2" fmla="*/ 3 w 426"/>
                <a:gd name="T3" fmla="*/ 0 h 245"/>
                <a:gd name="T4" fmla="*/ 3 w 426"/>
                <a:gd name="T5" fmla="*/ 0 h 245"/>
                <a:gd name="T6" fmla="*/ 3 w 426"/>
                <a:gd name="T7" fmla="*/ 0 h 245"/>
                <a:gd name="T8" fmla="*/ 2 w 426"/>
                <a:gd name="T9" fmla="*/ 0 h 245"/>
                <a:gd name="T10" fmla="*/ 2 w 426"/>
                <a:gd name="T11" fmla="*/ 0 h 245"/>
                <a:gd name="T12" fmla="*/ 2 w 426"/>
                <a:gd name="T13" fmla="*/ 0 h 245"/>
                <a:gd name="T14" fmla="*/ 2 w 426"/>
                <a:gd name="T15" fmla="*/ 0 h 245"/>
                <a:gd name="T16" fmla="*/ 1 w 426"/>
                <a:gd name="T17" fmla="*/ 0 h 245"/>
                <a:gd name="T18" fmla="*/ 1 w 426"/>
                <a:gd name="T19" fmla="*/ 1 h 245"/>
                <a:gd name="T20" fmla="*/ 1 w 426"/>
                <a:gd name="T21" fmla="*/ 1 h 245"/>
                <a:gd name="T22" fmla="*/ 1 w 426"/>
                <a:gd name="T23" fmla="*/ 1 h 245"/>
                <a:gd name="T24" fmla="*/ 0 w 426"/>
                <a:gd name="T25" fmla="*/ 1 h 245"/>
                <a:gd name="T26" fmla="*/ 0 w 426"/>
                <a:gd name="T27" fmla="*/ 1 h 245"/>
                <a:gd name="T28" fmla="*/ 0 w 426"/>
                <a:gd name="T29" fmla="*/ 1 h 245"/>
                <a:gd name="T30" fmla="*/ 0 w 426"/>
                <a:gd name="T31" fmla="*/ 2 h 245"/>
                <a:gd name="T32" fmla="*/ 0 w 426"/>
                <a:gd name="T33" fmla="*/ 2 h 245"/>
                <a:gd name="T34" fmla="*/ 0 w 426"/>
                <a:gd name="T35" fmla="*/ 2 h 245"/>
                <a:gd name="T36" fmla="*/ 0 w 426"/>
                <a:gd name="T37" fmla="*/ 2 h 245"/>
                <a:gd name="T38" fmla="*/ 0 w 426"/>
                <a:gd name="T39" fmla="*/ 2 h 245"/>
                <a:gd name="T40" fmla="*/ 0 w 426"/>
                <a:gd name="T41" fmla="*/ 2 h 245"/>
                <a:gd name="T42" fmla="*/ 0 w 426"/>
                <a:gd name="T43" fmla="*/ 1 h 245"/>
                <a:gd name="T44" fmla="*/ 0 w 426"/>
                <a:gd name="T45" fmla="*/ 1 h 245"/>
                <a:gd name="T46" fmla="*/ 0 w 426"/>
                <a:gd name="T47" fmla="*/ 1 h 245"/>
                <a:gd name="T48" fmla="*/ 1 w 426"/>
                <a:gd name="T49" fmla="*/ 1 h 245"/>
                <a:gd name="T50" fmla="*/ 1 w 426"/>
                <a:gd name="T51" fmla="*/ 1 h 245"/>
                <a:gd name="T52" fmla="*/ 1 w 426"/>
                <a:gd name="T53" fmla="*/ 1 h 245"/>
                <a:gd name="T54" fmla="*/ 1 w 426"/>
                <a:gd name="T55" fmla="*/ 1 h 245"/>
                <a:gd name="T56" fmla="*/ 2 w 426"/>
                <a:gd name="T57" fmla="*/ 0 h 245"/>
                <a:gd name="T58" fmla="*/ 2 w 426"/>
                <a:gd name="T59" fmla="*/ 0 h 245"/>
                <a:gd name="T60" fmla="*/ 2 w 426"/>
                <a:gd name="T61" fmla="*/ 0 h 245"/>
                <a:gd name="T62" fmla="*/ 2 w 426"/>
                <a:gd name="T63" fmla="*/ 0 h 245"/>
                <a:gd name="T64" fmla="*/ 3 w 426"/>
                <a:gd name="T65" fmla="*/ 0 h 245"/>
                <a:gd name="T66" fmla="*/ 3 w 426"/>
                <a:gd name="T67" fmla="*/ 0 h 245"/>
                <a:gd name="T68" fmla="*/ 3 w 426"/>
                <a:gd name="T69" fmla="*/ 0 h 245"/>
                <a:gd name="T70" fmla="*/ 3 w 426"/>
                <a:gd name="T71" fmla="*/ 0 h 245"/>
                <a:gd name="T72" fmla="*/ 3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426" y="0"/>
                  </a:moveTo>
                  <a:lnTo>
                    <a:pt x="426" y="0"/>
                  </a:lnTo>
                  <a:lnTo>
                    <a:pt x="384" y="1"/>
                  </a:lnTo>
                  <a:lnTo>
                    <a:pt x="340" y="4"/>
                  </a:lnTo>
                  <a:lnTo>
                    <a:pt x="300" y="10"/>
                  </a:lnTo>
                  <a:lnTo>
                    <a:pt x="262" y="18"/>
                  </a:lnTo>
                  <a:lnTo>
                    <a:pt x="224" y="29"/>
                  </a:lnTo>
                  <a:lnTo>
                    <a:pt x="189" y="41"/>
                  </a:lnTo>
                  <a:lnTo>
                    <a:pt x="157" y="55"/>
                  </a:lnTo>
                  <a:lnTo>
                    <a:pt x="126" y="70"/>
                  </a:lnTo>
                  <a:lnTo>
                    <a:pt x="99" y="89"/>
                  </a:lnTo>
                  <a:lnTo>
                    <a:pt x="74" y="106"/>
                  </a:lnTo>
                  <a:lnTo>
                    <a:pt x="52" y="126"/>
                  </a:lnTo>
                  <a:lnTo>
                    <a:pt x="34" y="148"/>
                  </a:lnTo>
                  <a:lnTo>
                    <a:pt x="19" y="171"/>
                  </a:lnTo>
                  <a:lnTo>
                    <a:pt x="9" y="194"/>
                  </a:lnTo>
                  <a:lnTo>
                    <a:pt x="3" y="219"/>
                  </a:lnTo>
                  <a:lnTo>
                    <a:pt x="0" y="245"/>
                  </a:lnTo>
                  <a:lnTo>
                    <a:pt x="12" y="245"/>
                  </a:lnTo>
                  <a:lnTo>
                    <a:pt x="15" y="221"/>
                  </a:lnTo>
                  <a:lnTo>
                    <a:pt x="20" y="199"/>
                  </a:lnTo>
                  <a:lnTo>
                    <a:pt x="31" y="178"/>
                  </a:lnTo>
                  <a:lnTo>
                    <a:pt x="44" y="156"/>
                  </a:lnTo>
                  <a:lnTo>
                    <a:pt x="61" y="136"/>
                  </a:lnTo>
                  <a:lnTo>
                    <a:pt x="81" y="116"/>
                  </a:lnTo>
                  <a:lnTo>
                    <a:pt x="106" y="98"/>
                  </a:lnTo>
                  <a:lnTo>
                    <a:pt x="133" y="82"/>
                  </a:lnTo>
                  <a:lnTo>
                    <a:pt x="162" y="66"/>
                  </a:lnTo>
                  <a:lnTo>
                    <a:pt x="194" y="52"/>
                  </a:lnTo>
                  <a:lnTo>
                    <a:pt x="229" y="41"/>
                  </a:lnTo>
                  <a:lnTo>
                    <a:pt x="264" y="30"/>
                  </a:lnTo>
                  <a:lnTo>
                    <a:pt x="303" y="22"/>
                  </a:lnTo>
                  <a:lnTo>
                    <a:pt x="343" y="16"/>
                  </a:lnTo>
                  <a:lnTo>
                    <a:pt x="384" y="12"/>
                  </a:lnTo>
                  <a:lnTo>
                    <a:pt x="426" y="11"/>
                  </a:lnTo>
                  <a:lnTo>
                    <a:pt x="42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5969" name="Freeform 31"/>
            <p:cNvSpPr>
              <a:spLocks/>
            </p:cNvSpPr>
            <p:nvPr/>
          </p:nvSpPr>
          <p:spPr bwMode="auto">
            <a:xfrm>
              <a:off x="1587" y="1929"/>
              <a:ext cx="85" cy="49"/>
            </a:xfrm>
            <a:custGeom>
              <a:avLst/>
              <a:gdLst>
                <a:gd name="T0" fmla="*/ 0 w 426"/>
                <a:gd name="T1" fmla="*/ 0 h 245"/>
                <a:gd name="T2" fmla="*/ 0 w 426"/>
                <a:gd name="T3" fmla="*/ 0 h 245"/>
                <a:gd name="T4" fmla="*/ 0 w 426"/>
                <a:gd name="T5" fmla="*/ 0 h 245"/>
                <a:gd name="T6" fmla="*/ 0 w 426"/>
                <a:gd name="T7" fmla="*/ 0 h 245"/>
                <a:gd name="T8" fmla="*/ 0 w 426"/>
                <a:gd name="T9" fmla="*/ 1 h 245"/>
                <a:gd name="T10" fmla="*/ 0 w 426"/>
                <a:gd name="T11" fmla="*/ 1 h 245"/>
                <a:gd name="T12" fmla="*/ 0 w 426"/>
                <a:gd name="T13" fmla="*/ 1 h 245"/>
                <a:gd name="T14" fmla="*/ 1 w 426"/>
                <a:gd name="T15" fmla="*/ 1 h 245"/>
                <a:gd name="T16" fmla="*/ 1 w 426"/>
                <a:gd name="T17" fmla="*/ 1 h 245"/>
                <a:gd name="T18" fmla="*/ 1 w 426"/>
                <a:gd name="T19" fmla="*/ 1 h 245"/>
                <a:gd name="T20" fmla="*/ 1 w 426"/>
                <a:gd name="T21" fmla="*/ 2 h 245"/>
                <a:gd name="T22" fmla="*/ 2 w 426"/>
                <a:gd name="T23" fmla="*/ 2 h 245"/>
                <a:gd name="T24" fmla="*/ 2 w 426"/>
                <a:gd name="T25" fmla="*/ 2 h 245"/>
                <a:gd name="T26" fmla="*/ 2 w 426"/>
                <a:gd name="T27" fmla="*/ 2 h 245"/>
                <a:gd name="T28" fmla="*/ 2 w 426"/>
                <a:gd name="T29" fmla="*/ 2 h 245"/>
                <a:gd name="T30" fmla="*/ 3 w 426"/>
                <a:gd name="T31" fmla="*/ 2 h 245"/>
                <a:gd name="T32" fmla="*/ 3 w 426"/>
                <a:gd name="T33" fmla="*/ 2 h 245"/>
                <a:gd name="T34" fmla="*/ 3 w 426"/>
                <a:gd name="T35" fmla="*/ 2 h 245"/>
                <a:gd name="T36" fmla="*/ 3 w 426"/>
                <a:gd name="T37" fmla="*/ 2 h 245"/>
                <a:gd name="T38" fmla="*/ 3 w 426"/>
                <a:gd name="T39" fmla="*/ 2 h 245"/>
                <a:gd name="T40" fmla="*/ 3 w 426"/>
                <a:gd name="T41" fmla="*/ 2 h 245"/>
                <a:gd name="T42" fmla="*/ 2 w 426"/>
                <a:gd name="T43" fmla="*/ 2 h 245"/>
                <a:gd name="T44" fmla="*/ 2 w 426"/>
                <a:gd name="T45" fmla="*/ 2 h 245"/>
                <a:gd name="T46" fmla="*/ 2 w 426"/>
                <a:gd name="T47" fmla="*/ 2 h 245"/>
                <a:gd name="T48" fmla="*/ 2 w 426"/>
                <a:gd name="T49" fmla="*/ 2 h 245"/>
                <a:gd name="T50" fmla="*/ 1 w 426"/>
                <a:gd name="T51" fmla="*/ 1 h 245"/>
                <a:gd name="T52" fmla="*/ 1 w 426"/>
                <a:gd name="T53" fmla="*/ 1 h 245"/>
                <a:gd name="T54" fmla="*/ 1 w 426"/>
                <a:gd name="T55" fmla="*/ 1 h 245"/>
                <a:gd name="T56" fmla="*/ 1 w 426"/>
                <a:gd name="T57" fmla="*/ 1 h 245"/>
                <a:gd name="T58" fmla="*/ 0 w 426"/>
                <a:gd name="T59" fmla="*/ 1 h 245"/>
                <a:gd name="T60" fmla="*/ 0 w 426"/>
                <a:gd name="T61" fmla="*/ 1 h 245"/>
                <a:gd name="T62" fmla="*/ 0 w 426"/>
                <a:gd name="T63" fmla="*/ 1 h 245"/>
                <a:gd name="T64" fmla="*/ 0 w 426"/>
                <a:gd name="T65" fmla="*/ 0 h 245"/>
                <a:gd name="T66" fmla="*/ 0 w 426"/>
                <a:gd name="T67" fmla="*/ 0 h 245"/>
                <a:gd name="T68" fmla="*/ 0 w 426"/>
                <a:gd name="T69" fmla="*/ 0 h 245"/>
                <a:gd name="T70" fmla="*/ 0 w 426"/>
                <a:gd name="T71" fmla="*/ 0 h 245"/>
                <a:gd name="T72" fmla="*/ 0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0" y="0"/>
                  </a:moveTo>
                  <a:lnTo>
                    <a:pt x="0" y="0"/>
                  </a:lnTo>
                  <a:lnTo>
                    <a:pt x="3" y="25"/>
                  </a:lnTo>
                  <a:lnTo>
                    <a:pt x="9" y="50"/>
                  </a:lnTo>
                  <a:lnTo>
                    <a:pt x="19" y="73"/>
                  </a:lnTo>
                  <a:lnTo>
                    <a:pt x="34" y="96"/>
                  </a:lnTo>
                  <a:lnTo>
                    <a:pt x="52" y="118"/>
                  </a:lnTo>
                  <a:lnTo>
                    <a:pt x="74" y="138"/>
                  </a:lnTo>
                  <a:lnTo>
                    <a:pt x="99" y="156"/>
                  </a:lnTo>
                  <a:lnTo>
                    <a:pt x="126" y="174"/>
                  </a:lnTo>
                  <a:lnTo>
                    <a:pt x="157" y="190"/>
                  </a:lnTo>
                  <a:lnTo>
                    <a:pt x="189" y="204"/>
                  </a:lnTo>
                  <a:lnTo>
                    <a:pt x="224" y="215"/>
                  </a:lnTo>
                  <a:lnTo>
                    <a:pt x="262" y="226"/>
                  </a:lnTo>
                  <a:lnTo>
                    <a:pt x="300" y="234"/>
                  </a:lnTo>
                  <a:lnTo>
                    <a:pt x="340" y="240"/>
                  </a:lnTo>
                  <a:lnTo>
                    <a:pt x="384" y="244"/>
                  </a:lnTo>
                  <a:lnTo>
                    <a:pt x="426" y="245"/>
                  </a:lnTo>
                  <a:lnTo>
                    <a:pt x="426" y="233"/>
                  </a:lnTo>
                  <a:lnTo>
                    <a:pt x="384" y="232"/>
                  </a:lnTo>
                  <a:lnTo>
                    <a:pt x="343" y="228"/>
                  </a:lnTo>
                  <a:lnTo>
                    <a:pt x="303" y="222"/>
                  </a:lnTo>
                  <a:lnTo>
                    <a:pt x="264" y="214"/>
                  </a:lnTo>
                  <a:lnTo>
                    <a:pt x="229" y="204"/>
                  </a:lnTo>
                  <a:lnTo>
                    <a:pt x="194" y="192"/>
                  </a:lnTo>
                  <a:lnTo>
                    <a:pt x="162" y="178"/>
                  </a:lnTo>
                  <a:lnTo>
                    <a:pt x="133" y="163"/>
                  </a:lnTo>
                  <a:lnTo>
                    <a:pt x="106" y="146"/>
                  </a:lnTo>
                  <a:lnTo>
                    <a:pt x="81" y="129"/>
                  </a:lnTo>
                  <a:lnTo>
                    <a:pt x="61" y="109"/>
                  </a:lnTo>
                  <a:lnTo>
                    <a:pt x="44" y="89"/>
                  </a:lnTo>
                  <a:lnTo>
                    <a:pt x="31" y="66"/>
                  </a:lnTo>
                  <a:lnTo>
                    <a:pt x="20" y="45"/>
                  </a:lnTo>
                  <a:lnTo>
                    <a:pt x="15" y="2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5970" name="Freeform 32"/>
            <p:cNvSpPr>
              <a:spLocks/>
            </p:cNvSpPr>
            <p:nvPr/>
          </p:nvSpPr>
          <p:spPr bwMode="auto">
            <a:xfrm>
              <a:off x="878" y="1448"/>
              <a:ext cx="792" cy="954"/>
            </a:xfrm>
            <a:custGeom>
              <a:avLst/>
              <a:gdLst>
                <a:gd name="T0" fmla="*/ 13 w 3960"/>
                <a:gd name="T1" fmla="*/ 38 h 4768"/>
                <a:gd name="T2" fmla="*/ 14 w 3960"/>
                <a:gd name="T3" fmla="*/ 38 h 4768"/>
                <a:gd name="T4" fmla="*/ 15 w 3960"/>
                <a:gd name="T5" fmla="*/ 38 h 4768"/>
                <a:gd name="T6" fmla="*/ 15 w 3960"/>
                <a:gd name="T7" fmla="*/ 38 h 4768"/>
                <a:gd name="T8" fmla="*/ 16 w 3960"/>
                <a:gd name="T9" fmla="*/ 38 h 4768"/>
                <a:gd name="T10" fmla="*/ 17 w 3960"/>
                <a:gd name="T11" fmla="*/ 38 h 4768"/>
                <a:gd name="T12" fmla="*/ 17 w 3960"/>
                <a:gd name="T13" fmla="*/ 38 h 4768"/>
                <a:gd name="T14" fmla="*/ 18 w 3960"/>
                <a:gd name="T15" fmla="*/ 38 h 4768"/>
                <a:gd name="T16" fmla="*/ 18 w 3960"/>
                <a:gd name="T17" fmla="*/ 38 h 4768"/>
                <a:gd name="T18" fmla="*/ 29 w 3960"/>
                <a:gd name="T19" fmla="*/ 30 h 4768"/>
                <a:gd name="T20" fmla="*/ 30 w 3960"/>
                <a:gd name="T21" fmla="*/ 30 h 4768"/>
                <a:gd name="T22" fmla="*/ 30 w 3960"/>
                <a:gd name="T23" fmla="*/ 29 h 4768"/>
                <a:gd name="T24" fmla="*/ 31 w 3960"/>
                <a:gd name="T25" fmla="*/ 28 h 4768"/>
                <a:gd name="T26" fmla="*/ 31 w 3960"/>
                <a:gd name="T27" fmla="*/ 28 h 4768"/>
                <a:gd name="T28" fmla="*/ 31 w 3960"/>
                <a:gd name="T29" fmla="*/ 27 h 4768"/>
                <a:gd name="T30" fmla="*/ 32 w 3960"/>
                <a:gd name="T31" fmla="*/ 26 h 4768"/>
                <a:gd name="T32" fmla="*/ 32 w 3960"/>
                <a:gd name="T33" fmla="*/ 25 h 4768"/>
                <a:gd name="T34" fmla="*/ 32 w 3960"/>
                <a:gd name="T35" fmla="*/ 11 h 4768"/>
                <a:gd name="T36" fmla="*/ 32 w 3960"/>
                <a:gd name="T37" fmla="*/ 10 h 4768"/>
                <a:gd name="T38" fmla="*/ 31 w 3960"/>
                <a:gd name="T39" fmla="*/ 9 h 4768"/>
                <a:gd name="T40" fmla="*/ 31 w 3960"/>
                <a:gd name="T41" fmla="*/ 9 h 4768"/>
                <a:gd name="T42" fmla="*/ 31 w 3960"/>
                <a:gd name="T43" fmla="*/ 8 h 4768"/>
                <a:gd name="T44" fmla="*/ 31 w 3960"/>
                <a:gd name="T45" fmla="*/ 8 h 4768"/>
                <a:gd name="T46" fmla="*/ 30 w 3960"/>
                <a:gd name="T47" fmla="*/ 7 h 4768"/>
                <a:gd name="T48" fmla="*/ 30 w 3960"/>
                <a:gd name="T49" fmla="*/ 7 h 4768"/>
                <a:gd name="T50" fmla="*/ 29 w 3960"/>
                <a:gd name="T51" fmla="*/ 6 h 4768"/>
                <a:gd name="T52" fmla="*/ 19 w 3960"/>
                <a:gd name="T53" fmla="*/ 1 h 4768"/>
                <a:gd name="T54" fmla="*/ 18 w 3960"/>
                <a:gd name="T55" fmla="*/ 0 h 4768"/>
                <a:gd name="T56" fmla="*/ 17 w 3960"/>
                <a:gd name="T57" fmla="*/ 0 h 4768"/>
                <a:gd name="T58" fmla="*/ 17 w 3960"/>
                <a:gd name="T59" fmla="*/ 0 h 4768"/>
                <a:gd name="T60" fmla="*/ 16 w 3960"/>
                <a:gd name="T61" fmla="*/ 0 h 4768"/>
                <a:gd name="T62" fmla="*/ 15 w 3960"/>
                <a:gd name="T63" fmla="*/ 0 h 4768"/>
                <a:gd name="T64" fmla="*/ 14 w 3960"/>
                <a:gd name="T65" fmla="*/ 0 h 4768"/>
                <a:gd name="T66" fmla="*/ 14 w 3960"/>
                <a:gd name="T67" fmla="*/ 0 h 4768"/>
                <a:gd name="T68" fmla="*/ 2 w 3960"/>
                <a:gd name="T69" fmla="*/ 6 h 4768"/>
                <a:gd name="T70" fmla="*/ 2 w 3960"/>
                <a:gd name="T71" fmla="*/ 7 h 4768"/>
                <a:gd name="T72" fmla="*/ 1 w 3960"/>
                <a:gd name="T73" fmla="*/ 7 h 4768"/>
                <a:gd name="T74" fmla="*/ 1 w 3960"/>
                <a:gd name="T75" fmla="*/ 8 h 4768"/>
                <a:gd name="T76" fmla="*/ 1 w 3960"/>
                <a:gd name="T77" fmla="*/ 8 h 4768"/>
                <a:gd name="T78" fmla="*/ 0 w 3960"/>
                <a:gd name="T79" fmla="*/ 9 h 4768"/>
                <a:gd name="T80" fmla="*/ 0 w 3960"/>
                <a:gd name="T81" fmla="*/ 9 h 4768"/>
                <a:gd name="T82" fmla="*/ 0 w 3960"/>
                <a:gd name="T83" fmla="*/ 10 h 4768"/>
                <a:gd name="T84" fmla="*/ 0 w 3960"/>
                <a:gd name="T85" fmla="*/ 11 h 4768"/>
                <a:gd name="T86" fmla="*/ 0 w 3960"/>
                <a:gd name="T87" fmla="*/ 25 h 4768"/>
                <a:gd name="T88" fmla="*/ 0 w 3960"/>
                <a:gd name="T89" fmla="*/ 26 h 4768"/>
                <a:gd name="T90" fmla="*/ 0 w 3960"/>
                <a:gd name="T91" fmla="*/ 27 h 4768"/>
                <a:gd name="T92" fmla="*/ 1 w 3960"/>
                <a:gd name="T93" fmla="*/ 28 h 4768"/>
                <a:gd name="T94" fmla="*/ 1 w 3960"/>
                <a:gd name="T95" fmla="*/ 29 h 4768"/>
                <a:gd name="T96" fmla="*/ 1 w 3960"/>
                <a:gd name="T97" fmla="*/ 29 h 4768"/>
                <a:gd name="T98" fmla="*/ 2 w 3960"/>
                <a:gd name="T99" fmla="*/ 30 h 4768"/>
                <a:gd name="T100" fmla="*/ 3 w 3960"/>
                <a:gd name="T101" fmla="*/ 31 h 4768"/>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w 3960"/>
                <a:gd name="T154" fmla="*/ 0 h 4768"/>
                <a:gd name="T155" fmla="*/ 3960 w 3960"/>
                <a:gd name="T156" fmla="*/ 4768 h 4768"/>
              </a:gdLst>
              <a:ahLst/>
              <a:cxnLst>
                <a:cxn ang="T102">
                  <a:pos x="T0" y="T1"/>
                </a:cxn>
                <a:cxn ang="T103">
                  <a:pos x="T2" y="T3"/>
                </a:cxn>
                <a:cxn ang="T104">
                  <a:pos x="T4" y="T5"/>
                </a:cxn>
                <a:cxn ang="T105">
                  <a:pos x="T6" y="T7"/>
                </a:cxn>
                <a:cxn ang="T106">
                  <a:pos x="T8" y="T9"/>
                </a:cxn>
                <a:cxn ang="T107">
                  <a:pos x="T10" y="T11"/>
                </a:cxn>
                <a:cxn ang="T108">
                  <a:pos x="T12" y="T13"/>
                </a:cxn>
                <a:cxn ang="T109">
                  <a:pos x="T14" y="T15"/>
                </a:cxn>
                <a:cxn ang="T110">
                  <a:pos x="T16" y="T17"/>
                </a:cxn>
                <a:cxn ang="T111">
                  <a:pos x="T18" y="T19"/>
                </a:cxn>
                <a:cxn ang="T112">
                  <a:pos x="T20" y="T21"/>
                </a:cxn>
                <a:cxn ang="T113">
                  <a:pos x="T22" y="T23"/>
                </a:cxn>
                <a:cxn ang="T114">
                  <a:pos x="T24" y="T25"/>
                </a:cxn>
                <a:cxn ang="T115">
                  <a:pos x="T26" y="T27"/>
                </a:cxn>
                <a:cxn ang="T116">
                  <a:pos x="T28" y="T29"/>
                </a:cxn>
                <a:cxn ang="T117">
                  <a:pos x="T30" y="T31"/>
                </a:cxn>
                <a:cxn ang="T118">
                  <a:pos x="T32" y="T33"/>
                </a:cxn>
                <a:cxn ang="T119">
                  <a:pos x="T34" y="T35"/>
                </a:cxn>
                <a:cxn ang="T120">
                  <a:pos x="T36" y="T37"/>
                </a:cxn>
                <a:cxn ang="T121">
                  <a:pos x="T38" y="T39"/>
                </a:cxn>
                <a:cxn ang="T122">
                  <a:pos x="T40" y="T41"/>
                </a:cxn>
                <a:cxn ang="T123">
                  <a:pos x="T42" y="T43"/>
                </a:cxn>
                <a:cxn ang="T124">
                  <a:pos x="T44" y="T45"/>
                </a:cxn>
                <a:cxn ang="T125">
                  <a:pos x="T46" y="T47"/>
                </a:cxn>
                <a:cxn ang="T126">
                  <a:pos x="T48" y="T49"/>
                </a:cxn>
                <a:cxn ang="T127">
                  <a:pos x="T50" y="T51"/>
                </a:cxn>
                <a:cxn ang="T128">
                  <a:pos x="T52" y="T53"/>
                </a:cxn>
                <a:cxn ang="T129">
                  <a:pos x="T54" y="T55"/>
                </a:cxn>
                <a:cxn ang="T130">
                  <a:pos x="T56" y="T57"/>
                </a:cxn>
                <a:cxn ang="T131">
                  <a:pos x="T58" y="T59"/>
                </a:cxn>
                <a:cxn ang="T132">
                  <a:pos x="T60" y="T61"/>
                </a:cxn>
                <a:cxn ang="T133">
                  <a:pos x="T62" y="T63"/>
                </a:cxn>
                <a:cxn ang="T134">
                  <a:pos x="T64" y="T65"/>
                </a:cxn>
                <a:cxn ang="T135">
                  <a:pos x="T66" y="T67"/>
                </a:cxn>
                <a:cxn ang="T136">
                  <a:pos x="T68" y="T69"/>
                </a:cxn>
                <a:cxn ang="T137">
                  <a:pos x="T70" y="T71"/>
                </a:cxn>
                <a:cxn ang="T138">
                  <a:pos x="T72" y="T73"/>
                </a:cxn>
                <a:cxn ang="T139">
                  <a:pos x="T74" y="T75"/>
                </a:cxn>
                <a:cxn ang="T140">
                  <a:pos x="T76" y="T77"/>
                </a:cxn>
                <a:cxn ang="T141">
                  <a:pos x="T78" y="T79"/>
                </a:cxn>
                <a:cxn ang="T142">
                  <a:pos x="T80" y="T81"/>
                </a:cxn>
                <a:cxn ang="T143">
                  <a:pos x="T82" y="T83"/>
                </a:cxn>
                <a:cxn ang="T144">
                  <a:pos x="T84" y="T85"/>
                </a:cxn>
                <a:cxn ang="T145">
                  <a:pos x="T86" y="T87"/>
                </a:cxn>
                <a:cxn ang="T146">
                  <a:pos x="T88" y="T89"/>
                </a:cxn>
                <a:cxn ang="T147">
                  <a:pos x="T90" y="T91"/>
                </a:cxn>
                <a:cxn ang="T148">
                  <a:pos x="T92" y="T93"/>
                </a:cxn>
                <a:cxn ang="T149">
                  <a:pos x="T94" y="T95"/>
                </a:cxn>
                <a:cxn ang="T150">
                  <a:pos x="T96" y="T97"/>
                </a:cxn>
                <a:cxn ang="T151">
                  <a:pos x="T98" y="T99"/>
                </a:cxn>
                <a:cxn ang="T152">
                  <a:pos x="T100" y="T101"/>
                </a:cxn>
              </a:cxnLst>
              <a:rect l="T153" t="T154" r="T155" b="T156"/>
              <a:pathLst>
                <a:path w="3960" h="4768">
                  <a:moveTo>
                    <a:pt x="353" y="3849"/>
                  </a:moveTo>
                  <a:lnTo>
                    <a:pt x="1661" y="4700"/>
                  </a:lnTo>
                  <a:lnTo>
                    <a:pt x="1697" y="4717"/>
                  </a:lnTo>
                  <a:lnTo>
                    <a:pt x="1736" y="4731"/>
                  </a:lnTo>
                  <a:lnTo>
                    <a:pt x="1776" y="4742"/>
                  </a:lnTo>
                  <a:lnTo>
                    <a:pt x="1818" y="4753"/>
                  </a:lnTo>
                  <a:lnTo>
                    <a:pt x="1860" y="4760"/>
                  </a:lnTo>
                  <a:lnTo>
                    <a:pt x="1902" y="4765"/>
                  </a:lnTo>
                  <a:lnTo>
                    <a:pt x="1946" y="4768"/>
                  </a:lnTo>
                  <a:lnTo>
                    <a:pt x="1988" y="4768"/>
                  </a:lnTo>
                  <a:lnTo>
                    <a:pt x="2031" y="4767"/>
                  </a:lnTo>
                  <a:lnTo>
                    <a:pt x="2073" y="4763"/>
                  </a:lnTo>
                  <a:lnTo>
                    <a:pt x="2114" y="4758"/>
                  </a:lnTo>
                  <a:lnTo>
                    <a:pt x="2154" y="4751"/>
                  </a:lnTo>
                  <a:lnTo>
                    <a:pt x="2193" y="4740"/>
                  </a:lnTo>
                  <a:lnTo>
                    <a:pt x="2230" y="4729"/>
                  </a:lnTo>
                  <a:lnTo>
                    <a:pt x="2264" y="4715"/>
                  </a:lnTo>
                  <a:lnTo>
                    <a:pt x="2297" y="4700"/>
                  </a:lnTo>
                  <a:lnTo>
                    <a:pt x="3639" y="3825"/>
                  </a:lnTo>
                  <a:lnTo>
                    <a:pt x="3673" y="3795"/>
                  </a:lnTo>
                  <a:lnTo>
                    <a:pt x="3707" y="3761"/>
                  </a:lnTo>
                  <a:lnTo>
                    <a:pt x="3738" y="3725"/>
                  </a:lnTo>
                  <a:lnTo>
                    <a:pt x="3768" y="3685"/>
                  </a:lnTo>
                  <a:lnTo>
                    <a:pt x="3796" y="3644"/>
                  </a:lnTo>
                  <a:lnTo>
                    <a:pt x="3821" y="3599"/>
                  </a:lnTo>
                  <a:lnTo>
                    <a:pt x="3846" y="3553"/>
                  </a:lnTo>
                  <a:lnTo>
                    <a:pt x="3868" y="3505"/>
                  </a:lnTo>
                  <a:lnTo>
                    <a:pt x="3888" y="3456"/>
                  </a:lnTo>
                  <a:lnTo>
                    <a:pt x="3907" y="3406"/>
                  </a:lnTo>
                  <a:lnTo>
                    <a:pt x="3922" y="3354"/>
                  </a:lnTo>
                  <a:lnTo>
                    <a:pt x="3935" y="3303"/>
                  </a:lnTo>
                  <a:lnTo>
                    <a:pt x="3946" y="3250"/>
                  </a:lnTo>
                  <a:lnTo>
                    <a:pt x="3953" y="3197"/>
                  </a:lnTo>
                  <a:lnTo>
                    <a:pt x="3957" y="3144"/>
                  </a:lnTo>
                  <a:lnTo>
                    <a:pt x="3960" y="3092"/>
                  </a:lnTo>
                  <a:lnTo>
                    <a:pt x="3959" y="1313"/>
                  </a:lnTo>
                  <a:lnTo>
                    <a:pt x="3955" y="1271"/>
                  </a:lnTo>
                  <a:lnTo>
                    <a:pt x="3949" y="1229"/>
                  </a:lnTo>
                  <a:lnTo>
                    <a:pt x="3941" y="1189"/>
                  </a:lnTo>
                  <a:lnTo>
                    <a:pt x="3930" y="1149"/>
                  </a:lnTo>
                  <a:lnTo>
                    <a:pt x="3918" y="1111"/>
                  </a:lnTo>
                  <a:lnTo>
                    <a:pt x="3902" y="1075"/>
                  </a:lnTo>
                  <a:lnTo>
                    <a:pt x="3886" y="1040"/>
                  </a:lnTo>
                  <a:lnTo>
                    <a:pt x="3867" y="1006"/>
                  </a:lnTo>
                  <a:lnTo>
                    <a:pt x="3846" y="973"/>
                  </a:lnTo>
                  <a:lnTo>
                    <a:pt x="3823" y="942"/>
                  </a:lnTo>
                  <a:lnTo>
                    <a:pt x="3798" y="913"/>
                  </a:lnTo>
                  <a:lnTo>
                    <a:pt x="3771" y="886"/>
                  </a:lnTo>
                  <a:lnTo>
                    <a:pt x="3743" y="860"/>
                  </a:lnTo>
                  <a:lnTo>
                    <a:pt x="3714" y="837"/>
                  </a:lnTo>
                  <a:lnTo>
                    <a:pt x="3682" y="816"/>
                  </a:lnTo>
                  <a:lnTo>
                    <a:pt x="3649" y="796"/>
                  </a:lnTo>
                  <a:lnTo>
                    <a:pt x="2386" y="83"/>
                  </a:lnTo>
                  <a:lnTo>
                    <a:pt x="2350" y="65"/>
                  </a:lnTo>
                  <a:lnTo>
                    <a:pt x="2310" y="50"/>
                  </a:lnTo>
                  <a:lnTo>
                    <a:pt x="2268" y="36"/>
                  </a:lnTo>
                  <a:lnTo>
                    <a:pt x="2223" y="24"/>
                  </a:lnTo>
                  <a:lnTo>
                    <a:pt x="2178" y="15"/>
                  </a:lnTo>
                  <a:lnTo>
                    <a:pt x="2131" y="8"/>
                  </a:lnTo>
                  <a:lnTo>
                    <a:pt x="2082" y="3"/>
                  </a:lnTo>
                  <a:lnTo>
                    <a:pt x="2032" y="0"/>
                  </a:lnTo>
                  <a:lnTo>
                    <a:pt x="1982" y="1"/>
                  </a:lnTo>
                  <a:lnTo>
                    <a:pt x="1933" y="3"/>
                  </a:lnTo>
                  <a:lnTo>
                    <a:pt x="1882" y="9"/>
                  </a:lnTo>
                  <a:lnTo>
                    <a:pt x="1833" y="17"/>
                  </a:lnTo>
                  <a:lnTo>
                    <a:pt x="1785" y="29"/>
                  </a:lnTo>
                  <a:lnTo>
                    <a:pt x="1737" y="43"/>
                  </a:lnTo>
                  <a:lnTo>
                    <a:pt x="1691" y="62"/>
                  </a:lnTo>
                  <a:lnTo>
                    <a:pt x="1647" y="83"/>
                  </a:lnTo>
                  <a:lnTo>
                    <a:pt x="311" y="782"/>
                  </a:lnTo>
                  <a:lnTo>
                    <a:pt x="276" y="803"/>
                  </a:lnTo>
                  <a:lnTo>
                    <a:pt x="243" y="826"/>
                  </a:lnTo>
                  <a:lnTo>
                    <a:pt x="213" y="852"/>
                  </a:lnTo>
                  <a:lnTo>
                    <a:pt x="184" y="879"/>
                  </a:lnTo>
                  <a:lnTo>
                    <a:pt x="155" y="908"/>
                  </a:lnTo>
                  <a:lnTo>
                    <a:pt x="131" y="939"/>
                  </a:lnTo>
                  <a:lnTo>
                    <a:pt x="107" y="971"/>
                  </a:lnTo>
                  <a:lnTo>
                    <a:pt x="86" y="1005"/>
                  </a:lnTo>
                  <a:lnTo>
                    <a:pt x="68" y="1040"/>
                  </a:lnTo>
                  <a:lnTo>
                    <a:pt x="50" y="1076"/>
                  </a:lnTo>
                  <a:lnTo>
                    <a:pt x="36" y="1115"/>
                  </a:lnTo>
                  <a:lnTo>
                    <a:pt x="23" y="1153"/>
                  </a:lnTo>
                  <a:lnTo>
                    <a:pt x="14" y="1195"/>
                  </a:lnTo>
                  <a:lnTo>
                    <a:pt x="7" y="1236"/>
                  </a:lnTo>
                  <a:lnTo>
                    <a:pt x="2" y="1279"/>
                  </a:lnTo>
                  <a:lnTo>
                    <a:pt x="0" y="1322"/>
                  </a:lnTo>
                  <a:lnTo>
                    <a:pt x="0" y="3093"/>
                  </a:lnTo>
                  <a:lnTo>
                    <a:pt x="2" y="3147"/>
                  </a:lnTo>
                  <a:lnTo>
                    <a:pt x="7" y="3202"/>
                  </a:lnTo>
                  <a:lnTo>
                    <a:pt x="15" y="3257"/>
                  </a:lnTo>
                  <a:lnTo>
                    <a:pt x="27" y="3312"/>
                  </a:lnTo>
                  <a:lnTo>
                    <a:pt x="42" y="3366"/>
                  </a:lnTo>
                  <a:lnTo>
                    <a:pt x="59" y="3420"/>
                  </a:lnTo>
                  <a:lnTo>
                    <a:pt x="79" y="3474"/>
                  </a:lnTo>
                  <a:lnTo>
                    <a:pt x="102" y="3525"/>
                  </a:lnTo>
                  <a:lnTo>
                    <a:pt x="127" y="3576"/>
                  </a:lnTo>
                  <a:lnTo>
                    <a:pt x="154" y="3624"/>
                  </a:lnTo>
                  <a:lnTo>
                    <a:pt x="184" y="3670"/>
                  </a:lnTo>
                  <a:lnTo>
                    <a:pt x="214" y="3712"/>
                  </a:lnTo>
                  <a:lnTo>
                    <a:pt x="247" y="3752"/>
                  </a:lnTo>
                  <a:lnTo>
                    <a:pt x="281" y="3788"/>
                  </a:lnTo>
                  <a:lnTo>
                    <a:pt x="317" y="3821"/>
                  </a:lnTo>
                  <a:lnTo>
                    <a:pt x="353" y="384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5971" name="Freeform 33"/>
            <p:cNvSpPr>
              <a:spLocks/>
            </p:cNvSpPr>
            <p:nvPr/>
          </p:nvSpPr>
          <p:spPr bwMode="auto">
            <a:xfrm>
              <a:off x="943" y="2210"/>
              <a:ext cx="276" cy="187"/>
            </a:xfrm>
            <a:custGeom>
              <a:avLst/>
              <a:gdLst>
                <a:gd name="T0" fmla="*/ 11 w 1380"/>
                <a:gd name="T1" fmla="*/ 7 h 937"/>
                <a:gd name="T2" fmla="*/ 11 w 1380"/>
                <a:gd name="T3" fmla="*/ 7 h 937"/>
                <a:gd name="T4" fmla="*/ 0 w 1380"/>
                <a:gd name="T5" fmla="*/ 0 h 937"/>
                <a:gd name="T6" fmla="*/ 0 w 1380"/>
                <a:gd name="T7" fmla="*/ 1 h 937"/>
                <a:gd name="T8" fmla="*/ 10 w 1380"/>
                <a:gd name="T9" fmla="*/ 7 h 937"/>
                <a:gd name="T10" fmla="*/ 10 w 1380"/>
                <a:gd name="T11" fmla="*/ 7 h 937"/>
                <a:gd name="T12" fmla="*/ 10 w 1380"/>
                <a:gd name="T13" fmla="*/ 7 h 937"/>
                <a:gd name="T14" fmla="*/ 11 w 1380"/>
                <a:gd name="T15" fmla="*/ 7 h 937"/>
                <a:gd name="T16" fmla="*/ 11 w 1380"/>
                <a:gd name="T17" fmla="*/ 7 h 937"/>
                <a:gd name="T18" fmla="*/ 11 w 1380"/>
                <a:gd name="T19" fmla="*/ 7 h 937"/>
                <a:gd name="T20" fmla="*/ 11 w 1380"/>
                <a:gd name="T21" fmla="*/ 7 h 937"/>
                <a:gd name="T22" fmla="*/ 11 w 1380"/>
                <a:gd name="T23" fmla="*/ 7 h 937"/>
                <a:gd name="T24" fmla="*/ 11 w 1380"/>
                <a:gd name="T25" fmla="*/ 7 h 937"/>
                <a:gd name="T26" fmla="*/ 11 w 1380"/>
                <a:gd name="T27" fmla="*/ 7 h 937"/>
                <a:gd name="T28" fmla="*/ 11 w 1380"/>
                <a:gd name="T29" fmla="*/ 7 h 937"/>
                <a:gd name="T30" fmla="*/ 11 w 1380"/>
                <a:gd name="T31" fmla="*/ 7 h 93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80"/>
                <a:gd name="T49" fmla="*/ 0 h 937"/>
                <a:gd name="T50" fmla="*/ 1380 w 1380"/>
                <a:gd name="T51" fmla="*/ 937 h 93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80" h="937">
                  <a:moveTo>
                    <a:pt x="1354" y="848"/>
                  </a:moveTo>
                  <a:lnTo>
                    <a:pt x="1359" y="851"/>
                  </a:lnTo>
                  <a:lnTo>
                    <a:pt x="51" y="0"/>
                  </a:lnTo>
                  <a:lnTo>
                    <a:pt x="0" y="78"/>
                  </a:lnTo>
                  <a:lnTo>
                    <a:pt x="1307" y="929"/>
                  </a:lnTo>
                  <a:lnTo>
                    <a:pt x="1312" y="932"/>
                  </a:lnTo>
                  <a:lnTo>
                    <a:pt x="1307" y="929"/>
                  </a:lnTo>
                  <a:lnTo>
                    <a:pt x="1326" y="937"/>
                  </a:lnTo>
                  <a:lnTo>
                    <a:pt x="1345" y="936"/>
                  </a:lnTo>
                  <a:lnTo>
                    <a:pt x="1360" y="929"/>
                  </a:lnTo>
                  <a:lnTo>
                    <a:pt x="1372" y="916"/>
                  </a:lnTo>
                  <a:lnTo>
                    <a:pt x="1379" y="899"/>
                  </a:lnTo>
                  <a:lnTo>
                    <a:pt x="1380" y="883"/>
                  </a:lnTo>
                  <a:lnTo>
                    <a:pt x="1374" y="865"/>
                  </a:lnTo>
                  <a:lnTo>
                    <a:pt x="1359" y="851"/>
                  </a:lnTo>
                  <a:lnTo>
                    <a:pt x="1354" y="84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5972" name="Freeform 34"/>
            <p:cNvSpPr>
              <a:spLocks/>
            </p:cNvSpPr>
            <p:nvPr/>
          </p:nvSpPr>
          <p:spPr bwMode="auto">
            <a:xfrm>
              <a:off x="1206" y="2379"/>
              <a:ext cx="140" cy="32"/>
            </a:xfrm>
            <a:custGeom>
              <a:avLst/>
              <a:gdLst>
                <a:gd name="T0" fmla="*/ 5 w 703"/>
                <a:gd name="T1" fmla="*/ 0 h 162"/>
                <a:gd name="T2" fmla="*/ 5 w 703"/>
                <a:gd name="T3" fmla="*/ 0 h 162"/>
                <a:gd name="T4" fmla="*/ 5 w 703"/>
                <a:gd name="T5" fmla="*/ 0 h 162"/>
                <a:gd name="T6" fmla="*/ 5 w 703"/>
                <a:gd name="T7" fmla="*/ 0 h 162"/>
                <a:gd name="T8" fmla="*/ 4 w 703"/>
                <a:gd name="T9" fmla="*/ 0 h 162"/>
                <a:gd name="T10" fmla="*/ 4 w 703"/>
                <a:gd name="T11" fmla="*/ 0 h 162"/>
                <a:gd name="T12" fmla="*/ 4 w 703"/>
                <a:gd name="T13" fmla="*/ 0 h 162"/>
                <a:gd name="T14" fmla="*/ 3 w 703"/>
                <a:gd name="T15" fmla="*/ 1 h 162"/>
                <a:gd name="T16" fmla="*/ 3 w 703"/>
                <a:gd name="T17" fmla="*/ 1 h 162"/>
                <a:gd name="T18" fmla="*/ 3 w 703"/>
                <a:gd name="T19" fmla="*/ 1 h 162"/>
                <a:gd name="T20" fmla="*/ 2 w 703"/>
                <a:gd name="T21" fmla="*/ 1 h 162"/>
                <a:gd name="T22" fmla="*/ 2 w 703"/>
                <a:gd name="T23" fmla="*/ 1 h 162"/>
                <a:gd name="T24" fmla="*/ 2 w 703"/>
                <a:gd name="T25" fmla="*/ 0 h 162"/>
                <a:gd name="T26" fmla="*/ 1 w 703"/>
                <a:gd name="T27" fmla="*/ 0 h 162"/>
                <a:gd name="T28" fmla="*/ 1 w 703"/>
                <a:gd name="T29" fmla="*/ 0 h 162"/>
                <a:gd name="T30" fmla="*/ 1 w 703"/>
                <a:gd name="T31" fmla="*/ 0 h 162"/>
                <a:gd name="T32" fmla="*/ 1 w 703"/>
                <a:gd name="T33" fmla="*/ 0 h 162"/>
                <a:gd name="T34" fmla="*/ 0 w 703"/>
                <a:gd name="T35" fmla="*/ 0 h 162"/>
                <a:gd name="T36" fmla="*/ 0 w 703"/>
                <a:gd name="T37" fmla="*/ 1 h 162"/>
                <a:gd name="T38" fmla="*/ 0 w 703"/>
                <a:gd name="T39" fmla="*/ 1 h 162"/>
                <a:gd name="T40" fmla="*/ 1 w 703"/>
                <a:gd name="T41" fmla="*/ 1 h 162"/>
                <a:gd name="T42" fmla="*/ 1 w 703"/>
                <a:gd name="T43" fmla="*/ 1 h 162"/>
                <a:gd name="T44" fmla="*/ 1 w 703"/>
                <a:gd name="T45" fmla="*/ 1 h 162"/>
                <a:gd name="T46" fmla="*/ 2 w 703"/>
                <a:gd name="T47" fmla="*/ 1 h 162"/>
                <a:gd name="T48" fmla="*/ 2 w 703"/>
                <a:gd name="T49" fmla="*/ 1 h 162"/>
                <a:gd name="T50" fmla="*/ 2 w 703"/>
                <a:gd name="T51" fmla="*/ 1 h 162"/>
                <a:gd name="T52" fmla="*/ 3 w 703"/>
                <a:gd name="T53" fmla="*/ 1 h 162"/>
                <a:gd name="T54" fmla="*/ 3 w 703"/>
                <a:gd name="T55" fmla="*/ 1 h 162"/>
                <a:gd name="T56" fmla="*/ 3 w 703"/>
                <a:gd name="T57" fmla="*/ 1 h 162"/>
                <a:gd name="T58" fmla="*/ 4 w 703"/>
                <a:gd name="T59" fmla="*/ 1 h 162"/>
                <a:gd name="T60" fmla="*/ 4 w 703"/>
                <a:gd name="T61" fmla="*/ 1 h 162"/>
                <a:gd name="T62" fmla="*/ 5 w 703"/>
                <a:gd name="T63" fmla="*/ 1 h 162"/>
                <a:gd name="T64" fmla="*/ 5 w 703"/>
                <a:gd name="T65" fmla="*/ 1 h 162"/>
                <a:gd name="T66" fmla="*/ 5 w 703"/>
                <a:gd name="T67" fmla="*/ 1 h 162"/>
                <a:gd name="T68" fmla="*/ 5 w 703"/>
                <a:gd name="T69" fmla="*/ 1 h 162"/>
                <a:gd name="T70" fmla="*/ 5 w 703"/>
                <a:gd name="T71" fmla="*/ 1 h 162"/>
                <a:gd name="T72" fmla="*/ 5 w 703"/>
                <a:gd name="T73" fmla="*/ 1 h 162"/>
                <a:gd name="T74" fmla="*/ 5 w 703"/>
                <a:gd name="T75" fmla="*/ 1 h 162"/>
                <a:gd name="T76" fmla="*/ 6 w 703"/>
                <a:gd name="T77" fmla="*/ 0 h 162"/>
                <a:gd name="T78" fmla="*/ 6 w 703"/>
                <a:gd name="T79" fmla="*/ 0 h 162"/>
                <a:gd name="T80" fmla="*/ 6 w 703"/>
                <a:gd name="T81" fmla="*/ 0 h 162"/>
                <a:gd name="T82" fmla="*/ 5 w 703"/>
                <a:gd name="T83" fmla="*/ 0 h 162"/>
                <a:gd name="T84" fmla="*/ 5 w 703"/>
                <a:gd name="T85" fmla="*/ 0 h 162"/>
                <a:gd name="T86" fmla="*/ 5 w 703"/>
                <a:gd name="T87" fmla="*/ 0 h 162"/>
                <a:gd name="T88" fmla="*/ 5 w 703"/>
                <a:gd name="T89" fmla="*/ 0 h 162"/>
                <a:gd name="T90" fmla="*/ 5 w 703"/>
                <a:gd name="T91" fmla="*/ 0 h 162"/>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703"/>
                <a:gd name="T139" fmla="*/ 0 h 162"/>
                <a:gd name="T140" fmla="*/ 703 w 703"/>
                <a:gd name="T141" fmla="*/ 162 h 162"/>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703" h="162">
                  <a:moveTo>
                    <a:pt x="631" y="8"/>
                  </a:moveTo>
                  <a:lnTo>
                    <a:pt x="636" y="6"/>
                  </a:lnTo>
                  <a:lnTo>
                    <a:pt x="606" y="20"/>
                  </a:lnTo>
                  <a:lnTo>
                    <a:pt x="575" y="32"/>
                  </a:lnTo>
                  <a:lnTo>
                    <a:pt x="540" y="42"/>
                  </a:lnTo>
                  <a:lnTo>
                    <a:pt x="504" y="52"/>
                  </a:lnTo>
                  <a:lnTo>
                    <a:pt x="467" y="59"/>
                  </a:lnTo>
                  <a:lnTo>
                    <a:pt x="428" y="64"/>
                  </a:lnTo>
                  <a:lnTo>
                    <a:pt x="389" y="67"/>
                  </a:lnTo>
                  <a:lnTo>
                    <a:pt x="348" y="68"/>
                  </a:lnTo>
                  <a:lnTo>
                    <a:pt x="308" y="68"/>
                  </a:lnTo>
                  <a:lnTo>
                    <a:pt x="267" y="65"/>
                  </a:lnTo>
                  <a:lnTo>
                    <a:pt x="226" y="61"/>
                  </a:lnTo>
                  <a:lnTo>
                    <a:pt x="187" y="54"/>
                  </a:lnTo>
                  <a:lnTo>
                    <a:pt x="148" y="44"/>
                  </a:lnTo>
                  <a:lnTo>
                    <a:pt x="110" y="33"/>
                  </a:lnTo>
                  <a:lnTo>
                    <a:pt x="75" y="20"/>
                  </a:lnTo>
                  <a:lnTo>
                    <a:pt x="42" y="5"/>
                  </a:lnTo>
                  <a:lnTo>
                    <a:pt x="0" y="89"/>
                  </a:lnTo>
                  <a:lnTo>
                    <a:pt x="40" y="107"/>
                  </a:lnTo>
                  <a:lnTo>
                    <a:pt x="82" y="122"/>
                  </a:lnTo>
                  <a:lnTo>
                    <a:pt x="124" y="135"/>
                  </a:lnTo>
                  <a:lnTo>
                    <a:pt x="169" y="146"/>
                  </a:lnTo>
                  <a:lnTo>
                    <a:pt x="214" y="153"/>
                  </a:lnTo>
                  <a:lnTo>
                    <a:pt x="258" y="158"/>
                  </a:lnTo>
                  <a:lnTo>
                    <a:pt x="303" y="162"/>
                  </a:lnTo>
                  <a:lnTo>
                    <a:pt x="348" y="162"/>
                  </a:lnTo>
                  <a:lnTo>
                    <a:pt x="394" y="161"/>
                  </a:lnTo>
                  <a:lnTo>
                    <a:pt x="439" y="157"/>
                  </a:lnTo>
                  <a:lnTo>
                    <a:pt x="481" y="150"/>
                  </a:lnTo>
                  <a:lnTo>
                    <a:pt x="525" y="143"/>
                  </a:lnTo>
                  <a:lnTo>
                    <a:pt x="566" y="132"/>
                  </a:lnTo>
                  <a:lnTo>
                    <a:pt x="606" y="121"/>
                  </a:lnTo>
                  <a:lnTo>
                    <a:pt x="643" y="105"/>
                  </a:lnTo>
                  <a:lnTo>
                    <a:pt x="678" y="88"/>
                  </a:lnTo>
                  <a:lnTo>
                    <a:pt x="683" y="86"/>
                  </a:lnTo>
                  <a:lnTo>
                    <a:pt x="678" y="88"/>
                  </a:lnTo>
                  <a:lnTo>
                    <a:pt x="695" y="75"/>
                  </a:lnTo>
                  <a:lnTo>
                    <a:pt x="702" y="60"/>
                  </a:lnTo>
                  <a:lnTo>
                    <a:pt x="703" y="42"/>
                  </a:lnTo>
                  <a:lnTo>
                    <a:pt x="698" y="26"/>
                  </a:lnTo>
                  <a:lnTo>
                    <a:pt x="688" y="12"/>
                  </a:lnTo>
                  <a:lnTo>
                    <a:pt x="674" y="3"/>
                  </a:lnTo>
                  <a:lnTo>
                    <a:pt x="656" y="0"/>
                  </a:lnTo>
                  <a:lnTo>
                    <a:pt x="636" y="6"/>
                  </a:lnTo>
                  <a:lnTo>
                    <a:pt x="631"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5973" name="Freeform 35"/>
            <p:cNvSpPr>
              <a:spLocks/>
            </p:cNvSpPr>
            <p:nvPr/>
          </p:nvSpPr>
          <p:spPr bwMode="auto">
            <a:xfrm>
              <a:off x="1332" y="2204"/>
              <a:ext cx="283" cy="192"/>
            </a:xfrm>
            <a:custGeom>
              <a:avLst/>
              <a:gdLst>
                <a:gd name="T0" fmla="*/ 11 w 1415"/>
                <a:gd name="T1" fmla="*/ 0 h 960"/>
                <a:gd name="T2" fmla="*/ 11 w 1415"/>
                <a:gd name="T3" fmla="*/ 0 h 960"/>
                <a:gd name="T4" fmla="*/ 0 w 1415"/>
                <a:gd name="T5" fmla="*/ 7 h 960"/>
                <a:gd name="T6" fmla="*/ 0 w 1415"/>
                <a:gd name="T7" fmla="*/ 8 h 960"/>
                <a:gd name="T8" fmla="*/ 11 w 1415"/>
                <a:gd name="T9" fmla="*/ 1 h 960"/>
                <a:gd name="T10" fmla="*/ 11 w 1415"/>
                <a:gd name="T11" fmla="*/ 1 h 960"/>
                <a:gd name="T12" fmla="*/ 11 w 1415"/>
                <a:gd name="T13" fmla="*/ 1 h 960"/>
                <a:gd name="T14" fmla="*/ 11 w 1415"/>
                <a:gd name="T15" fmla="*/ 1 h 960"/>
                <a:gd name="T16" fmla="*/ 11 w 1415"/>
                <a:gd name="T17" fmla="*/ 0 h 960"/>
                <a:gd name="T18" fmla="*/ 11 w 1415"/>
                <a:gd name="T19" fmla="*/ 0 h 960"/>
                <a:gd name="T20" fmla="*/ 11 w 1415"/>
                <a:gd name="T21" fmla="*/ 0 h 960"/>
                <a:gd name="T22" fmla="*/ 11 w 1415"/>
                <a:gd name="T23" fmla="*/ 0 h 960"/>
                <a:gd name="T24" fmla="*/ 11 w 1415"/>
                <a:gd name="T25" fmla="*/ 0 h 960"/>
                <a:gd name="T26" fmla="*/ 11 w 1415"/>
                <a:gd name="T27" fmla="*/ 0 h 960"/>
                <a:gd name="T28" fmla="*/ 11 w 1415"/>
                <a:gd name="T29" fmla="*/ 0 h 960"/>
                <a:gd name="T30" fmla="*/ 11 w 1415"/>
                <a:gd name="T31" fmla="*/ 0 h 96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15"/>
                <a:gd name="T49" fmla="*/ 0 h 960"/>
                <a:gd name="T50" fmla="*/ 1415 w 1415"/>
                <a:gd name="T51" fmla="*/ 960 h 96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15" h="960">
                  <a:moveTo>
                    <a:pt x="1338" y="10"/>
                  </a:moveTo>
                  <a:lnTo>
                    <a:pt x="1342" y="8"/>
                  </a:lnTo>
                  <a:lnTo>
                    <a:pt x="0" y="882"/>
                  </a:lnTo>
                  <a:lnTo>
                    <a:pt x="52" y="960"/>
                  </a:lnTo>
                  <a:lnTo>
                    <a:pt x="1393" y="85"/>
                  </a:lnTo>
                  <a:lnTo>
                    <a:pt x="1397" y="83"/>
                  </a:lnTo>
                  <a:lnTo>
                    <a:pt x="1393" y="85"/>
                  </a:lnTo>
                  <a:lnTo>
                    <a:pt x="1409" y="71"/>
                  </a:lnTo>
                  <a:lnTo>
                    <a:pt x="1415" y="53"/>
                  </a:lnTo>
                  <a:lnTo>
                    <a:pt x="1413" y="37"/>
                  </a:lnTo>
                  <a:lnTo>
                    <a:pt x="1406" y="21"/>
                  </a:lnTo>
                  <a:lnTo>
                    <a:pt x="1395" y="8"/>
                  </a:lnTo>
                  <a:lnTo>
                    <a:pt x="1379" y="1"/>
                  </a:lnTo>
                  <a:lnTo>
                    <a:pt x="1361" y="0"/>
                  </a:lnTo>
                  <a:lnTo>
                    <a:pt x="1342" y="8"/>
                  </a:lnTo>
                  <a:lnTo>
                    <a:pt x="1338" y="1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5974" name="Freeform 36"/>
            <p:cNvSpPr>
              <a:spLocks/>
            </p:cNvSpPr>
            <p:nvPr/>
          </p:nvSpPr>
          <p:spPr bwMode="auto">
            <a:xfrm>
              <a:off x="1599" y="2057"/>
              <a:ext cx="80" cy="163"/>
            </a:xfrm>
            <a:custGeom>
              <a:avLst/>
              <a:gdLst>
                <a:gd name="T0" fmla="*/ 2 w 398"/>
                <a:gd name="T1" fmla="*/ 0 h 817"/>
                <a:gd name="T2" fmla="*/ 2 w 398"/>
                <a:gd name="T3" fmla="*/ 0 h 817"/>
                <a:gd name="T4" fmla="*/ 2 w 398"/>
                <a:gd name="T5" fmla="*/ 1 h 817"/>
                <a:gd name="T6" fmla="*/ 2 w 398"/>
                <a:gd name="T7" fmla="*/ 1 h 817"/>
                <a:gd name="T8" fmla="*/ 2 w 398"/>
                <a:gd name="T9" fmla="*/ 2 h 817"/>
                <a:gd name="T10" fmla="*/ 2 w 398"/>
                <a:gd name="T11" fmla="*/ 2 h 817"/>
                <a:gd name="T12" fmla="*/ 2 w 398"/>
                <a:gd name="T13" fmla="*/ 2 h 817"/>
                <a:gd name="T14" fmla="*/ 2 w 398"/>
                <a:gd name="T15" fmla="*/ 3 h 817"/>
                <a:gd name="T16" fmla="*/ 2 w 398"/>
                <a:gd name="T17" fmla="*/ 3 h 817"/>
                <a:gd name="T18" fmla="*/ 2 w 398"/>
                <a:gd name="T19" fmla="*/ 4 h 817"/>
                <a:gd name="T20" fmla="*/ 2 w 398"/>
                <a:gd name="T21" fmla="*/ 4 h 817"/>
                <a:gd name="T22" fmla="*/ 1 w 398"/>
                <a:gd name="T23" fmla="*/ 4 h 817"/>
                <a:gd name="T24" fmla="*/ 1 w 398"/>
                <a:gd name="T25" fmla="*/ 5 h 817"/>
                <a:gd name="T26" fmla="*/ 1 w 398"/>
                <a:gd name="T27" fmla="*/ 5 h 817"/>
                <a:gd name="T28" fmla="*/ 1 w 398"/>
                <a:gd name="T29" fmla="*/ 5 h 817"/>
                <a:gd name="T30" fmla="*/ 1 w 398"/>
                <a:gd name="T31" fmla="*/ 5 h 817"/>
                <a:gd name="T32" fmla="*/ 0 w 398"/>
                <a:gd name="T33" fmla="*/ 6 h 817"/>
                <a:gd name="T34" fmla="*/ 0 w 398"/>
                <a:gd name="T35" fmla="*/ 6 h 817"/>
                <a:gd name="T36" fmla="*/ 0 w 398"/>
                <a:gd name="T37" fmla="*/ 7 h 817"/>
                <a:gd name="T38" fmla="*/ 1 w 398"/>
                <a:gd name="T39" fmla="*/ 6 h 817"/>
                <a:gd name="T40" fmla="*/ 1 w 398"/>
                <a:gd name="T41" fmla="*/ 6 h 817"/>
                <a:gd name="T42" fmla="*/ 1 w 398"/>
                <a:gd name="T43" fmla="*/ 6 h 817"/>
                <a:gd name="T44" fmla="*/ 2 w 398"/>
                <a:gd name="T45" fmla="*/ 5 h 817"/>
                <a:gd name="T46" fmla="*/ 2 w 398"/>
                <a:gd name="T47" fmla="*/ 5 h 817"/>
                <a:gd name="T48" fmla="*/ 2 w 398"/>
                <a:gd name="T49" fmla="*/ 5 h 817"/>
                <a:gd name="T50" fmla="*/ 2 w 398"/>
                <a:gd name="T51" fmla="*/ 4 h 817"/>
                <a:gd name="T52" fmla="*/ 2 w 398"/>
                <a:gd name="T53" fmla="*/ 4 h 817"/>
                <a:gd name="T54" fmla="*/ 3 w 398"/>
                <a:gd name="T55" fmla="*/ 3 h 817"/>
                <a:gd name="T56" fmla="*/ 3 w 398"/>
                <a:gd name="T57" fmla="*/ 3 h 817"/>
                <a:gd name="T58" fmla="*/ 3 w 398"/>
                <a:gd name="T59" fmla="*/ 3 h 817"/>
                <a:gd name="T60" fmla="*/ 3 w 398"/>
                <a:gd name="T61" fmla="*/ 2 h 817"/>
                <a:gd name="T62" fmla="*/ 3 w 398"/>
                <a:gd name="T63" fmla="*/ 2 h 817"/>
                <a:gd name="T64" fmla="*/ 3 w 398"/>
                <a:gd name="T65" fmla="*/ 1 h 817"/>
                <a:gd name="T66" fmla="*/ 3 w 398"/>
                <a:gd name="T67" fmla="*/ 1 h 817"/>
                <a:gd name="T68" fmla="*/ 3 w 398"/>
                <a:gd name="T69" fmla="*/ 0 h 817"/>
                <a:gd name="T70" fmla="*/ 3 w 398"/>
                <a:gd name="T71" fmla="*/ 0 h 817"/>
                <a:gd name="T72" fmla="*/ 3 w 398"/>
                <a:gd name="T73" fmla="*/ 0 h 817"/>
                <a:gd name="T74" fmla="*/ 3 w 398"/>
                <a:gd name="T75" fmla="*/ 0 h 817"/>
                <a:gd name="T76" fmla="*/ 3 w 398"/>
                <a:gd name="T77" fmla="*/ 0 h 817"/>
                <a:gd name="T78" fmla="*/ 3 w 398"/>
                <a:gd name="T79" fmla="*/ 0 h 817"/>
                <a:gd name="T80" fmla="*/ 3 w 398"/>
                <a:gd name="T81" fmla="*/ 0 h 817"/>
                <a:gd name="T82" fmla="*/ 3 w 398"/>
                <a:gd name="T83" fmla="*/ 0 h 817"/>
                <a:gd name="T84" fmla="*/ 3 w 398"/>
                <a:gd name="T85" fmla="*/ 0 h 817"/>
                <a:gd name="T86" fmla="*/ 2 w 398"/>
                <a:gd name="T87" fmla="*/ 0 h 817"/>
                <a:gd name="T88" fmla="*/ 2 w 398"/>
                <a:gd name="T89" fmla="*/ 0 h 817"/>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398"/>
                <a:gd name="T136" fmla="*/ 0 h 817"/>
                <a:gd name="T137" fmla="*/ 398 w 398"/>
                <a:gd name="T138" fmla="*/ 817 h 817"/>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398" h="817">
                  <a:moveTo>
                    <a:pt x="304" y="47"/>
                  </a:moveTo>
                  <a:lnTo>
                    <a:pt x="304" y="47"/>
                  </a:lnTo>
                  <a:lnTo>
                    <a:pt x="301" y="97"/>
                  </a:lnTo>
                  <a:lnTo>
                    <a:pt x="297" y="147"/>
                  </a:lnTo>
                  <a:lnTo>
                    <a:pt x="291" y="198"/>
                  </a:lnTo>
                  <a:lnTo>
                    <a:pt x="280" y="247"/>
                  </a:lnTo>
                  <a:lnTo>
                    <a:pt x="268" y="297"/>
                  </a:lnTo>
                  <a:lnTo>
                    <a:pt x="253" y="347"/>
                  </a:lnTo>
                  <a:lnTo>
                    <a:pt x="236" y="395"/>
                  </a:lnTo>
                  <a:lnTo>
                    <a:pt x="217" y="442"/>
                  </a:lnTo>
                  <a:lnTo>
                    <a:pt x="195" y="487"/>
                  </a:lnTo>
                  <a:lnTo>
                    <a:pt x="171" y="532"/>
                  </a:lnTo>
                  <a:lnTo>
                    <a:pt x="147" y="574"/>
                  </a:lnTo>
                  <a:lnTo>
                    <a:pt x="121" y="613"/>
                  </a:lnTo>
                  <a:lnTo>
                    <a:pt x="93" y="650"/>
                  </a:lnTo>
                  <a:lnTo>
                    <a:pt x="64" y="684"/>
                  </a:lnTo>
                  <a:lnTo>
                    <a:pt x="32" y="716"/>
                  </a:lnTo>
                  <a:lnTo>
                    <a:pt x="0" y="744"/>
                  </a:lnTo>
                  <a:lnTo>
                    <a:pt x="59" y="817"/>
                  </a:lnTo>
                  <a:lnTo>
                    <a:pt x="95" y="784"/>
                  </a:lnTo>
                  <a:lnTo>
                    <a:pt x="132" y="748"/>
                  </a:lnTo>
                  <a:lnTo>
                    <a:pt x="166" y="709"/>
                  </a:lnTo>
                  <a:lnTo>
                    <a:pt x="196" y="667"/>
                  </a:lnTo>
                  <a:lnTo>
                    <a:pt x="227" y="623"/>
                  </a:lnTo>
                  <a:lnTo>
                    <a:pt x="253" y="576"/>
                  </a:lnTo>
                  <a:lnTo>
                    <a:pt x="279" y="530"/>
                  </a:lnTo>
                  <a:lnTo>
                    <a:pt x="301" y="479"/>
                  </a:lnTo>
                  <a:lnTo>
                    <a:pt x="323" y="428"/>
                  </a:lnTo>
                  <a:lnTo>
                    <a:pt x="342" y="375"/>
                  </a:lnTo>
                  <a:lnTo>
                    <a:pt x="359" y="321"/>
                  </a:lnTo>
                  <a:lnTo>
                    <a:pt x="372" y="268"/>
                  </a:lnTo>
                  <a:lnTo>
                    <a:pt x="382" y="212"/>
                  </a:lnTo>
                  <a:lnTo>
                    <a:pt x="391" y="157"/>
                  </a:lnTo>
                  <a:lnTo>
                    <a:pt x="395" y="102"/>
                  </a:lnTo>
                  <a:lnTo>
                    <a:pt x="398" y="47"/>
                  </a:lnTo>
                  <a:lnTo>
                    <a:pt x="394" y="27"/>
                  </a:lnTo>
                  <a:lnTo>
                    <a:pt x="383" y="11"/>
                  </a:lnTo>
                  <a:lnTo>
                    <a:pt x="368" y="3"/>
                  </a:lnTo>
                  <a:lnTo>
                    <a:pt x="351" y="0"/>
                  </a:lnTo>
                  <a:lnTo>
                    <a:pt x="333" y="3"/>
                  </a:lnTo>
                  <a:lnTo>
                    <a:pt x="319" y="11"/>
                  </a:lnTo>
                  <a:lnTo>
                    <a:pt x="307" y="27"/>
                  </a:lnTo>
                  <a:lnTo>
                    <a:pt x="304" y="4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5975" name="Freeform 37"/>
            <p:cNvSpPr>
              <a:spLocks/>
            </p:cNvSpPr>
            <p:nvPr/>
          </p:nvSpPr>
          <p:spPr bwMode="auto">
            <a:xfrm>
              <a:off x="1660" y="1701"/>
              <a:ext cx="19" cy="365"/>
            </a:xfrm>
            <a:custGeom>
              <a:avLst/>
              <a:gdLst>
                <a:gd name="T0" fmla="*/ 0 w 95"/>
                <a:gd name="T1" fmla="*/ 0 h 1826"/>
                <a:gd name="T2" fmla="*/ 0 w 95"/>
                <a:gd name="T3" fmla="*/ 0 h 1826"/>
                <a:gd name="T4" fmla="*/ 0 w 95"/>
                <a:gd name="T5" fmla="*/ 15 h 1826"/>
                <a:gd name="T6" fmla="*/ 1 w 95"/>
                <a:gd name="T7" fmla="*/ 15 h 1826"/>
                <a:gd name="T8" fmla="*/ 1 w 95"/>
                <a:gd name="T9" fmla="*/ 0 h 1826"/>
                <a:gd name="T10" fmla="*/ 1 w 95"/>
                <a:gd name="T11" fmla="*/ 0 h 1826"/>
                <a:gd name="T12" fmla="*/ 1 w 95"/>
                <a:gd name="T13" fmla="*/ 0 h 1826"/>
                <a:gd name="T14" fmla="*/ 1 w 95"/>
                <a:gd name="T15" fmla="*/ 0 h 1826"/>
                <a:gd name="T16" fmla="*/ 1 w 95"/>
                <a:gd name="T17" fmla="*/ 0 h 1826"/>
                <a:gd name="T18" fmla="*/ 1 w 95"/>
                <a:gd name="T19" fmla="*/ 0 h 1826"/>
                <a:gd name="T20" fmla="*/ 0 w 95"/>
                <a:gd name="T21" fmla="*/ 0 h 1826"/>
                <a:gd name="T22" fmla="*/ 0 w 95"/>
                <a:gd name="T23" fmla="*/ 0 h 1826"/>
                <a:gd name="T24" fmla="*/ 0 w 95"/>
                <a:gd name="T25" fmla="*/ 0 h 1826"/>
                <a:gd name="T26" fmla="*/ 0 w 95"/>
                <a:gd name="T27" fmla="*/ 0 h 1826"/>
                <a:gd name="T28" fmla="*/ 0 w 95"/>
                <a:gd name="T29" fmla="*/ 0 h 1826"/>
                <a:gd name="T30" fmla="*/ 0 w 95"/>
                <a:gd name="T31" fmla="*/ 0 h 182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95"/>
                <a:gd name="T49" fmla="*/ 0 h 1826"/>
                <a:gd name="T50" fmla="*/ 95 w 95"/>
                <a:gd name="T51" fmla="*/ 1826 h 182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95" h="1826">
                  <a:moveTo>
                    <a:pt x="0" y="49"/>
                  </a:moveTo>
                  <a:lnTo>
                    <a:pt x="0" y="47"/>
                  </a:lnTo>
                  <a:lnTo>
                    <a:pt x="1" y="1826"/>
                  </a:lnTo>
                  <a:lnTo>
                    <a:pt x="95" y="1826"/>
                  </a:lnTo>
                  <a:lnTo>
                    <a:pt x="93" y="47"/>
                  </a:lnTo>
                  <a:lnTo>
                    <a:pt x="93" y="45"/>
                  </a:lnTo>
                  <a:lnTo>
                    <a:pt x="93" y="47"/>
                  </a:lnTo>
                  <a:lnTo>
                    <a:pt x="90" y="27"/>
                  </a:lnTo>
                  <a:lnTo>
                    <a:pt x="79" y="12"/>
                  </a:lnTo>
                  <a:lnTo>
                    <a:pt x="64" y="4"/>
                  </a:lnTo>
                  <a:lnTo>
                    <a:pt x="47" y="0"/>
                  </a:lnTo>
                  <a:lnTo>
                    <a:pt x="29" y="4"/>
                  </a:lnTo>
                  <a:lnTo>
                    <a:pt x="15" y="12"/>
                  </a:lnTo>
                  <a:lnTo>
                    <a:pt x="3" y="27"/>
                  </a:lnTo>
                  <a:lnTo>
                    <a:pt x="0" y="47"/>
                  </a:lnTo>
                  <a:lnTo>
                    <a:pt x="0" y="4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5976" name="Freeform 38"/>
            <p:cNvSpPr>
              <a:spLocks/>
            </p:cNvSpPr>
            <p:nvPr/>
          </p:nvSpPr>
          <p:spPr bwMode="auto">
            <a:xfrm>
              <a:off x="1598" y="1598"/>
              <a:ext cx="81" cy="113"/>
            </a:xfrm>
            <a:custGeom>
              <a:avLst/>
              <a:gdLst>
                <a:gd name="T0" fmla="*/ 0 w 401"/>
                <a:gd name="T1" fmla="*/ 1 h 566"/>
                <a:gd name="T2" fmla="*/ 0 w 401"/>
                <a:gd name="T3" fmla="*/ 1 h 566"/>
                <a:gd name="T4" fmla="*/ 0 w 401"/>
                <a:gd name="T5" fmla="*/ 1 h 566"/>
                <a:gd name="T6" fmla="*/ 1 w 401"/>
                <a:gd name="T7" fmla="*/ 1 h 566"/>
                <a:gd name="T8" fmla="*/ 1 w 401"/>
                <a:gd name="T9" fmla="*/ 1 h 566"/>
                <a:gd name="T10" fmla="*/ 1 w 401"/>
                <a:gd name="T11" fmla="*/ 1 h 566"/>
                <a:gd name="T12" fmla="*/ 1 w 401"/>
                <a:gd name="T13" fmla="*/ 2 h 566"/>
                <a:gd name="T14" fmla="*/ 1 w 401"/>
                <a:gd name="T15" fmla="*/ 2 h 566"/>
                <a:gd name="T16" fmla="*/ 2 w 401"/>
                <a:gd name="T17" fmla="*/ 2 h 566"/>
                <a:gd name="T18" fmla="*/ 2 w 401"/>
                <a:gd name="T19" fmla="*/ 2 h 566"/>
                <a:gd name="T20" fmla="*/ 2 w 401"/>
                <a:gd name="T21" fmla="*/ 2 h 566"/>
                <a:gd name="T22" fmla="*/ 2 w 401"/>
                <a:gd name="T23" fmla="*/ 3 h 566"/>
                <a:gd name="T24" fmla="*/ 2 w 401"/>
                <a:gd name="T25" fmla="*/ 3 h 566"/>
                <a:gd name="T26" fmla="*/ 2 w 401"/>
                <a:gd name="T27" fmla="*/ 3 h 566"/>
                <a:gd name="T28" fmla="*/ 2 w 401"/>
                <a:gd name="T29" fmla="*/ 4 h 566"/>
                <a:gd name="T30" fmla="*/ 2 w 401"/>
                <a:gd name="T31" fmla="*/ 4 h 566"/>
                <a:gd name="T32" fmla="*/ 2 w 401"/>
                <a:gd name="T33" fmla="*/ 4 h 566"/>
                <a:gd name="T34" fmla="*/ 3 w 401"/>
                <a:gd name="T35" fmla="*/ 5 h 566"/>
                <a:gd name="T36" fmla="*/ 3 w 401"/>
                <a:gd name="T37" fmla="*/ 4 h 566"/>
                <a:gd name="T38" fmla="*/ 3 w 401"/>
                <a:gd name="T39" fmla="*/ 4 h 566"/>
                <a:gd name="T40" fmla="*/ 3 w 401"/>
                <a:gd name="T41" fmla="*/ 4 h 566"/>
                <a:gd name="T42" fmla="*/ 3 w 401"/>
                <a:gd name="T43" fmla="*/ 3 h 566"/>
                <a:gd name="T44" fmla="*/ 3 w 401"/>
                <a:gd name="T45" fmla="*/ 3 h 566"/>
                <a:gd name="T46" fmla="*/ 3 w 401"/>
                <a:gd name="T47" fmla="*/ 3 h 566"/>
                <a:gd name="T48" fmla="*/ 3 w 401"/>
                <a:gd name="T49" fmla="*/ 2 h 566"/>
                <a:gd name="T50" fmla="*/ 3 w 401"/>
                <a:gd name="T51" fmla="*/ 2 h 566"/>
                <a:gd name="T52" fmla="*/ 2 w 401"/>
                <a:gd name="T53" fmla="*/ 2 h 566"/>
                <a:gd name="T54" fmla="*/ 2 w 401"/>
                <a:gd name="T55" fmla="*/ 2 h 566"/>
                <a:gd name="T56" fmla="*/ 2 w 401"/>
                <a:gd name="T57" fmla="*/ 1 h 566"/>
                <a:gd name="T58" fmla="*/ 2 w 401"/>
                <a:gd name="T59" fmla="*/ 1 h 566"/>
                <a:gd name="T60" fmla="*/ 2 w 401"/>
                <a:gd name="T61" fmla="*/ 1 h 566"/>
                <a:gd name="T62" fmla="*/ 1 w 401"/>
                <a:gd name="T63" fmla="*/ 1 h 566"/>
                <a:gd name="T64" fmla="*/ 1 w 401"/>
                <a:gd name="T65" fmla="*/ 0 h 566"/>
                <a:gd name="T66" fmla="*/ 1 w 401"/>
                <a:gd name="T67" fmla="*/ 0 h 566"/>
                <a:gd name="T68" fmla="*/ 1 w 401"/>
                <a:gd name="T69" fmla="*/ 0 h 566"/>
                <a:gd name="T70" fmla="*/ 1 w 401"/>
                <a:gd name="T71" fmla="*/ 0 h 566"/>
                <a:gd name="T72" fmla="*/ 1 w 401"/>
                <a:gd name="T73" fmla="*/ 0 h 566"/>
                <a:gd name="T74" fmla="*/ 0 w 401"/>
                <a:gd name="T75" fmla="*/ 0 h 566"/>
                <a:gd name="T76" fmla="*/ 0 w 401"/>
                <a:gd name="T77" fmla="*/ 0 h 566"/>
                <a:gd name="T78" fmla="*/ 0 w 401"/>
                <a:gd name="T79" fmla="*/ 0 h 566"/>
                <a:gd name="T80" fmla="*/ 0 w 401"/>
                <a:gd name="T81" fmla="*/ 0 h 566"/>
                <a:gd name="T82" fmla="*/ 0 w 401"/>
                <a:gd name="T83" fmla="*/ 0 h 566"/>
                <a:gd name="T84" fmla="*/ 0 w 401"/>
                <a:gd name="T85" fmla="*/ 0 h 566"/>
                <a:gd name="T86" fmla="*/ 0 w 401"/>
                <a:gd name="T87" fmla="*/ 1 h 566"/>
                <a:gd name="T88" fmla="*/ 0 w 401"/>
                <a:gd name="T89" fmla="*/ 1 h 56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401"/>
                <a:gd name="T136" fmla="*/ 0 h 566"/>
                <a:gd name="T137" fmla="*/ 401 w 401"/>
                <a:gd name="T138" fmla="*/ 566 h 566"/>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401" h="566">
                  <a:moveTo>
                    <a:pt x="23" y="88"/>
                  </a:moveTo>
                  <a:lnTo>
                    <a:pt x="23" y="88"/>
                  </a:lnTo>
                  <a:lnTo>
                    <a:pt x="53" y="107"/>
                  </a:lnTo>
                  <a:lnTo>
                    <a:pt x="83" y="125"/>
                  </a:lnTo>
                  <a:lnTo>
                    <a:pt x="108" y="147"/>
                  </a:lnTo>
                  <a:lnTo>
                    <a:pt x="135" y="171"/>
                  </a:lnTo>
                  <a:lnTo>
                    <a:pt x="160" y="196"/>
                  </a:lnTo>
                  <a:lnTo>
                    <a:pt x="182" y="223"/>
                  </a:lnTo>
                  <a:lnTo>
                    <a:pt x="205" y="251"/>
                  </a:lnTo>
                  <a:lnTo>
                    <a:pt x="223" y="281"/>
                  </a:lnTo>
                  <a:lnTo>
                    <a:pt x="240" y="312"/>
                  </a:lnTo>
                  <a:lnTo>
                    <a:pt x="256" y="345"/>
                  </a:lnTo>
                  <a:lnTo>
                    <a:pt x="270" y="379"/>
                  </a:lnTo>
                  <a:lnTo>
                    <a:pt x="282" y="414"/>
                  </a:lnTo>
                  <a:lnTo>
                    <a:pt x="291" y="450"/>
                  </a:lnTo>
                  <a:lnTo>
                    <a:pt x="299" y="488"/>
                  </a:lnTo>
                  <a:lnTo>
                    <a:pt x="304" y="526"/>
                  </a:lnTo>
                  <a:lnTo>
                    <a:pt x="308" y="566"/>
                  </a:lnTo>
                  <a:lnTo>
                    <a:pt x="401" y="562"/>
                  </a:lnTo>
                  <a:lnTo>
                    <a:pt x="398" y="517"/>
                  </a:lnTo>
                  <a:lnTo>
                    <a:pt x="391" y="471"/>
                  </a:lnTo>
                  <a:lnTo>
                    <a:pt x="383" y="429"/>
                  </a:lnTo>
                  <a:lnTo>
                    <a:pt x="371" y="386"/>
                  </a:lnTo>
                  <a:lnTo>
                    <a:pt x="357" y="346"/>
                  </a:lnTo>
                  <a:lnTo>
                    <a:pt x="340" y="307"/>
                  </a:lnTo>
                  <a:lnTo>
                    <a:pt x="324" y="270"/>
                  </a:lnTo>
                  <a:lnTo>
                    <a:pt x="303" y="232"/>
                  </a:lnTo>
                  <a:lnTo>
                    <a:pt x="280" y="197"/>
                  </a:lnTo>
                  <a:lnTo>
                    <a:pt x="255" y="164"/>
                  </a:lnTo>
                  <a:lnTo>
                    <a:pt x="228" y="132"/>
                  </a:lnTo>
                  <a:lnTo>
                    <a:pt x="199" y="103"/>
                  </a:lnTo>
                  <a:lnTo>
                    <a:pt x="169" y="76"/>
                  </a:lnTo>
                  <a:lnTo>
                    <a:pt x="137" y="50"/>
                  </a:lnTo>
                  <a:lnTo>
                    <a:pt x="103" y="27"/>
                  </a:lnTo>
                  <a:lnTo>
                    <a:pt x="67" y="6"/>
                  </a:lnTo>
                  <a:lnTo>
                    <a:pt x="48" y="0"/>
                  </a:lnTo>
                  <a:lnTo>
                    <a:pt x="30" y="2"/>
                  </a:lnTo>
                  <a:lnTo>
                    <a:pt x="16" y="12"/>
                  </a:lnTo>
                  <a:lnTo>
                    <a:pt x="5" y="25"/>
                  </a:lnTo>
                  <a:lnTo>
                    <a:pt x="0" y="41"/>
                  </a:lnTo>
                  <a:lnTo>
                    <a:pt x="0" y="59"/>
                  </a:lnTo>
                  <a:lnTo>
                    <a:pt x="8" y="75"/>
                  </a:lnTo>
                  <a:lnTo>
                    <a:pt x="23"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5977" name="Freeform 39"/>
            <p:cNvSpPr>
              <a:spLocks/>
            </p:cNvSpPr>
            <p:nvPr/>
          </p:nvSpPr>
          <p:spPr bwMode="auto">
            <a:xfrm>
              <a:off x="1346" y="1455"/>
              <a:ext cx="266" cy="160"/>
            </a:xfrm>
            <a:custGeom>
              <a:avLst/>
              <a:gdLst>
                <a:gd name="T0" fmla="*/ 0 w 1330"/>
                <a:gd name="T1" fmla="*/ 1 h 801"/>
                <a:gd name="T2" fmla="*/ 0 w 1330"/>
                <a:gd name="T3" fmla="*/ 1 h 801"/>
                <a:gd name="T4" fmla="*/ 10 w 1330"/>
                <a:gd name="T5" fmla="*/ 6 h 801"/>
                <a:gd name="T6" fmla="*/ 11 w 1330"/>
                <a:gd name="T7" fmla="*/ 6 h 801"/>
                <a:gd name="T8" fmla="*/ 1 w 1330"/>
                <a:gd name="T9" fmla="*/ 0 h 801"/>
                <a:gd name="T10" fmla="*/ 1 w 1330"/>
                <a:gd name="T11" fmla="*/ 0 h 801"/>
                <a:gd name="T12" fmla="*/ 1 w 1330"/>
                <a:gd name="T13" fmla="*/ 0 h 801"/>
                <a:gd name="T14" fmla="*/ 0 w 1330"/>
                <a:gd name="T15" fmla="*/ 0 h 801"/>
                <a:gd name="T16" fmla="*/ 0 w 1330"/>
                <a:gd name="T17" fmla="*/ 0 h 801"/>
                <a:gd name="T18" fmla="*/ 0 w 1330"/>
                <a:gd name="T19" fmla="*/ 0 h 801"/>
                <a:gd name="T20" fmla="*/ 0 w 1330"/>
                <a:gd name="T21" fmla="*/ 0 h 801"/>
                <a:gd name="T22" fmla="*/ 0 w 1330"/>
                <a:gd name="T23" fmla="*/ 0 h 801"/>
                <a:gd name="T24" fmla="*/ 0 w 1330"/>
                <a:gd name="T25" fmla="*/ 0 h 801"/>
                <a:gd name="T26" fmla="*/ 0 w 1330"/>
                <a:gd name="T27" fmla="*/ 1 h 801"/>
                <a:gd name="T28" fmla="*/ 0 w 1330"/>
                <a:gd name="T29" fmla="*/ 1 h 801"/>
                <a:gd name="T30" fmla="*/ 0 w 1330"/>
                <a:gd name="T31" fmla="*/ 1 h 801"/>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30"/>
                <a:gd name="T49" fmla="*/ 0 h 801"/>
                <a:gd name="T50" fmla="*/ 1330 w 1330"/>
                <a:gd name="T51" fmla="*/ 801 h 801"/>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30" h="801">
                  <a:moveTo>
                    <a:pt x="24" y="88"/>
                  </a:moveTo>
                  <a:lnTo>
                    <a:pt x="23" y="88"/>
                  </a:lnTo>
                  <a:lnTo>
                    <a:pt x="1286" y="801"/>
                  </a:lnTo>
                  <a:lnTo>
                    <a:pt x="1330" y="719"/>
                  </a:lnTo>
                  <a:lnTo>
                    <a:pt x="67" y="6"/>
                  </a:lnTo>
                  <a:lnTo>
                    <a:pt x="66" y="6"/>
                  </a:lnTo>
                  <a:lnTo>
                    <a:pt x="67" y="6"/>
                  </a:lnTo>
                  <a:lnTo>
                    <a:pt x="48" y="0"/>
                  </a:lnTo>
                  <a:lnTo>
                    <a:pt x="30" y="2"/>
                  </a:lnTo>
                  <a:lnTo>
                    <a:pt x="16" y="12"/>
                  </a:lnTo>
                  <a:lnTo>
                    <a:pt x="5" y="25"/>
                  </a:lnTo>
                  <a:lnTo>
                    <a:pt x="0" y="41"/>
                  </a:lnTo>
                  <a:lnTo>
                    <a:pt x="0" y="59"/>
                  </a:lnTo>
                  <a:lnTo>
                    <a:pt x="8" y="75"/>
                  </a:lnTo>
                  <a:lnTo>
                    <a:pt x="23" y="88"/>
                  </a:lnTo>
                  <a:lnTo>
                    <a:pt x="24"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5978" name="Freeform 40"/>
            <p:cNvSpPr>
              <a:spLocks/>
            </p:cNvSpPr>
            <p:nvPr/>
          </p:nvSpPr>
          <p:spPr bwMode="auto">
            <a:xfrm>
              <a:off x="1198" y="1439"/>
              <a:ext cx="161" cy="35"/>
            </a:xfrm>
            <a:custGeom>
              <a:avLst/>
              <a:gdLst>
                <a:gd name="T0" fmla="*/ 1 w 806"/>
                <a:gd name="T1" fmla="*/ 1 h 177"/>
                <a:gd name="T2" fmla="*/ 1 w 806"/>
                <a:gd name="T3" fmla="*/ 1 h 177"/>
                <a:gd name="T4" fmla="*/ 1 w 806"/>
                <a:gd name="T5" fmla="*/ 1 h 177"/>
                <a:gd name="T6" fmla="*/ 1 w 806"/>
                <a:gd name="T7" fmla="*/ 1 h 177"/>
                <a:gd name="T8" fmla="*/ 2 w 806"/>
                <a:gd name="T9" fmla="*/ 1 h 177"/>
                <a:gd name="T10" fmla="*/ 2 w 806"/>
                <a:gd name="T11" fmla="*/ 1 h 177"/>
                <a:gd name="T12" fmla="*/ 2 w 806"/>
                <a:gd name="T13" fmla="*/ 1 h 177"/>
                <a:gd name="T14" fmla="*/ 3 w 806"/>
                <a:gd name="T15" fmla="*/ 1 h 177"/>
                <a:gd name="T16" fmla="*/ 3 w 806"/>
                <a:gd name="T17" fmla="*/ 1 h 177"/>
                <a:gd name="T18" fmla="*/ 3 w 806"/>
                <a:gd name="T19" fmla="*/ 1 h 177"/>
                <a:gd name="T20" fmla="*/ 4 w 806"/>
                <a:gd name="T21" fmla="*/ 1 h 177"/>
                <a:gd name="T22" fmla="*/ 4 w 806"/>
                <a:gd name="T23" fmla="*/ 1 h 177"/>
                <a:gd name="T24" fmla="*/ 5 w 806"/>
                <a:gd name="T25" fmla="*/ 1 h 177"/>
                <a:gd name="T26" fmla="*/ 5 w 806"/>
                <a:gd name="T27" fmla="*/ 1 h 177"/>
                <a:gd name="T28" fmla="*/ 5 w 806"/>
                <a:gd name="T29" fmla="*/ 1 h 177"/>
                <a:gd name="T30" fmla="*/ 6 w 806"/>
                <a:gd name="T31" fmla="*/ 1 h 177"/>
                <a:gd name="T32" fmla="*/ 6 w 806"/>
                <a:gd name="T33" fmla="*/ 1 h 177"/>
                <a:gd name="T34" fmla="*/ 6 w 806"/>
                <a:gd name="T35" fmla="*/ 1 h 177"/>
                <a:gd name="T36" fmla="*/ 6 w 806"/>
                <a:gd name="T37" fmla="*/ 1 h 177"/>
                <a:gd name="T38" fmla="*/ 6 w 806"/>
                <a:gd name="T39" fmla="*/ 1 h 177"/>
                <a:gd name="T40" fmla="*/ 6 w 806"/>
                <a:gd name="T41" fmla="*/ 0 h 177"/>
                <a:gd name="T42" fmla="*/ 5 w 806"/>
                <a:gd name="T43" fmla="*/ 0 h 177"/>
                <a:gd name="T44" fmla="*/ 5 w 806"/>
                <a:gd name="T45" fmla="*/ 0 h 177"/>
                <a:gd name="T46" fmla="*/ 5 w 806"/>
                <a:gd name="T47" fmla="*/ 0 h 177"/>
                <a:gd name="T48" fmla="*/ 4 w 806"/>
                <a:gd name="T49" fmla="*/ 0 h 177"/>
                <a:gd name="T50" fmla="*/ 4 w 806"/>
                <a:gd name="T51" fmla="*/ 0 h 177"/>
                <a:gd name="T52" fmla="*/ 3 w 806"/>
                <a:gd name="T53" fmla="*/ 0 h 177"/>
                <a:gd name="T54" fmla="*/ 3 w 806"/>
                <a:gd name="T55" fmla="*/ 0 h 177"/>
                <a:gd name="T56" fmla="*/ 3 w 806"/>
                <a:gd name="T57" fmla="*/ 0 h 177"/>
                <a:gd name="T58" fmla="*/ 2 w 806"/>
                <a:gd name="T59" fmla="*/ 0 h 177"/>
                <a:gd name="T60" fmla="*/ 2 w 806"/>
                <a:gd name="T61" fmla="*/ 0 h 177"/>
                <a:gd name="T62" fmla="*/ 1 w 806"/>
                <a:gd name="T63" fmla="*/ 0 h 177"/>
                <a:gd name="T64" fmla="*/ 1 w 806"/>
                <a:gd name="T65" fmla="*/ 0 h 177"/>
                <a:gd name="T66" fmla="*/ 1 w 806"/>
                <a:gd name="T67" fmla="*/ 1 h 177"/>
                <a:gd name="T68" fmla="*/ 0 w 806"/>
                <a:gd name="T69" fmla="*/ 1 h 177"/>
                <a:gd name="T70" fmla="*/ 0 w 806"/>
                <a:gd name="T71" fmla="*/ 1 h 177"/>
                <a:gd name="T72" fmla="*/ 0 w 806"/>
                <a:gd name="T73" fmla="*/ 1 h 177"/>
                <a:gd name="T74" fmla="*/ 0 w 806"/>
                <a:gd name="T75" fmla="*/ 1 h 177"/>
                <a:gd name="T76" fmla="*/ 0 w 806"/>
                <a:gd name="T77" fmla="*/ 1 h 177"/>
                <a:gd name="T78" fmla="*/ 0 w 806"/>
                <a:gd name="T79" fmla="*/ 1 h 177"/>
                <a:gd name="T80" fmla="*/ 0 w 806"/>
                <a:gd name="T81" fmla="*/ 1 h 177"/>
                <a:gd name="T82" fmla="*/ 0 w 806"/>
                <a:gd name="T83" fmla="*/ 1 h 177"/>
                <a:gd name="T84" fmla="*/ 0 w 806"/>
                <a:gd name="T85" fmla="*/ 1 h 177"/>
                <a:gd name="T86" fmla="*/ 0 w 806"/>
                <a:gd name="T87" fmla="*/ 1 h 177"/>
                <a:gd name="T88" fmla="*/ 1 w 806"/>
                <a:gd name="T89" fmla="*/ 1 h 177"/>
                <a:gd name="T90" fmla="*/ 1 w 806"/>
                <a:gd name="T91" fmla="*/ 1 h 17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806"/>
                <a:gd name="T139" fmla="*/ 0 h 177"/>
                <a:gd name="T140" fmla="*/ 806 w 806"/>
                <a:gd name="T141" fmla="*/ 177 h 17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806" h="177">
                  <a:moveTo>
                    <a:pt x="67" y="171"/>
                  </a:moveTo>
                  <a:lnTo>
                    <a:pt x="68" y="171"/>
                  </a:lnTo>
                  <a:lnTo>
                    <a:pt x="109" y="151"/>
                  </a:lnTo>
                  <a:lnTo>
                    <a:pt x="151" y="135"/>
                  </a:lnTo>
                  <a:lnTo>
                    <a:pt x="196" y="122"/>
                  </a:lnTo>
                  <a:lnTo>
                    <a:pt x="242" y="110"/>
                  </a:lnTo>
                  <a:lnTo>
                    <a:pt x="287" y="102"/>
                  </a:lnTo>
                  <a:lnTo>
                    <a:pt x="335" y="97"/>
                  </a:lnTo>
                  <a:lnTo>
                    <a:pt x="382" y="95"/>
                  </a:lnTo>
                  <a:lnTo>
                    <a:pt x="430" y="94"/>
                  </a:lnTo>
                  <a:lnTo>
                    <a:pt x="477" y="97"/>
                  </a:lnTo>
                  <a:lnTo>
                    <a:pt x="524" y="102"/>
                  </a:lnTo>
                  <a:lnTo>
                    <a:pt x="568" y="108"/>
                  </a:lnTo>
                  <a:lnTo>
                    <a:pt x="612" y="117"/>
                  </a:lnTo>
                  <a:lnTo>
                    <a:pt x="654" y="128"/>
                  </a:lnTo>
                  <a:lnTo>
                    <a:pt x="693" y="141"/>
                  </a:lnTo>
                  <a:lnTo>
                    <a:pt x="730" y="155"/>
                  </a:lnTo>
                  <a:lnTo>
                    <a:pt x="764" y="171"/>
                  </a:lnTo>
                  <a:lnTo>
                    <a:pt x="806" y="89"/>
                  </a:lnTo>
                  <a:lnTo>
                    <a:pt x="768" y="70"/>
                  </a:lnTo>
                  <a:lnTo>
                    <a:pt x="725" y="54"/>
                  </a:lnTo>
                  <a:lnTo>
                    <a:pt x="680" y="39"/>
                  </a:lnTo>
                  <a:lnTo>
                    <a:pt x="633" y="26"/>
                  </a:lnTo>
                  <a:lnTo>
                    <a:pt x="585" y="16"/>
                  </a:lnTo>
                  <a:lnTo>
                    <a:pt x="536" y="8"/>
                  </a:lnTo>
                  <a:lnTo>
                    <a:pt x="484" y="3"/>
                  </a:lnTo>
                  <a:lnTo>
                    <a:pt x="433" y="0"/>
                  </a:lnTo>
                  <a:lnTo>
                    <a:pt x="380" y="1"/>
                  </a:lnTo>
                  <a:lnTo>
                    <a:pt x="328" y="3"/>
                  </a:lnTo>
                  <a:lnTo>
                    <a:pt x="276" y="10"/>
                  </a:lnTo>
                  <a:lnTo>
                    <a:pt x="223" y="19"/>
                  </a:lnTo>
                  <a:lnTo>
                    <a:pt x="172" y="30"/>
                  </a:lnTo>
                  <a:lnTo>
                    <a:pt x="121" y="46"/>
                  </a:lnTo>
                  <a:lnTo>
                    <a:pt x="72" y="67"/>
                  </a:lnTo>
                  <a:lnTo>
                    <a:pt x="24" y="89"/>
                  </a:lnTo>
                  <a:lnTo>
                    <a:pt x="25" y="89"/>
                  </a:lnTo>
                  <a:lnTo>
                    <a:pt x="24" y="89"/>
                  </a:lnTo>
                  <a:lnTo>
                    <a:pt x="8" y="102"/>
                  </a:lnTo>
                  <a:lnTo>
                    <a:pt x="0" y="118"/>
                  </a:lnTo>
                  <a:lnTo>
                    <a:pt x="0" y="136"/>
                  </a:lnTo>
                  <a:lnTo>
                    <a:pt x="6" y="152"/>
                  </a:lnTo>
                  <a:lnTo>
                    <a:pt x="17" y="165"/>
                  </a:lnTo>
                  <a:lnTo>
                    <a:pt x="31" y="175"/>
                  </a:lnTo>
                  <a:lnTo>
                    <a:pt x="48" y="177"/>
                  </a:lnTo>
                  <a:lnTo>
                    <a:pt x="68" y="171"/>
                  </a:lnTo>
                  <a:lnTo>
                    <a:pt x="67" y="1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5979" name="Freeform 41"/>
            <p:cNvSpPr>
              <a:spLocks/>
            </p:cNvSpPr>
            <p:nvPr/>
          </p:nvSpPr>
          <p:spPr bwMode="auto">
            <a:xfrm>
              <a:off x="931" y="1456"/>
              <a:ext cx="280" cy="158"/>
            </a:xfrm>
            <a:custGeom>
              <a:avLst/>
              <a:gdLst>
                <a:gd name="T0" fmla="*/ 1 w 1402"/>
                <a:gd name="T1" fmla="*/ 6 h 787"/>
                <a:gd name="T2" fmla="*/ 1 w 1402"/>
                <a:gd name="T3" fmla="*/ 6 h 787"/>
                <a:gd name="T4" fmla="*/ 11 w 1402"/>
                <a:gd name="T5" fmla="*/ 1 h 787"/>
                <a:gd name="T6" fmla="*/ 11 w 1402"/>
                <a:gd name="T7" fmla="*/ 0 h 787"/>
                <a:gd name="T8" fmla="*/ 0 w 1402"/>
                <a:gd name="T9" fmla="*/ 6 h 787"/>
                <a:gd name="T10" fmla="*/ 0 w 1402"/>
                <a:gd name="T11" fmla="*/ 6 h 787"/>
                <a:gd name="T12" fmla="*/ 0 w 1402"/>
                <a:gd name="T13" fmla="*/ 6 h 787"/>
                <a:gd name="T14" fmla="*/ 0 w 1402"/>
                <a:gd name="T15" fmla="*/ 6 h 787"/>
                <a:gd name="T16" fmla="*/ 0 w 1402"/>
                <a:gd name="T17" fmla="*/ 6 h 787"/>
                <a:gd name="T18" fmla="*/ 0 w 1402"/>
                <a:gd name="T19" fmla="*/ 6 h 787"/>
                <a:gd name="T20" fmla="*/ 0 w 1402"/>
                <a:gd name="T21" fmla="*/ 6 h 787"/>
                <a:gd name="T22" fmla="*/ 0 w 1402"/>
                <a:gd name="T23" fmla="*/ 6 h 787"/>
                <a:gd name="T24" fmla="*/ 0 w 1402"/>
                <a:gd name="T25" fmla="*/ 6 h 787"/>
                <a:gd name="T26" fmla="*/ 0 w 1402"/>
                <a:gd name="T27" fmla="*/ 6 h 787"/>
                <a:gd name="T28" fmla="*/ 1 w 1402"/>
                <a:gd name="T29" fmla="*/ 6 h 787"/>
                <a:gd name="T30" fmla="*/ 1 w 1402"/>
                <a:gd name="T31" fmla="*/ 6 h 78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02"/>
                <a:gd name="T49" fmla="*/ 0 h 787"/>
                <a:gd name="T50" fmla="*/ 1402 w 1402"/>
                <a:gd name="T51" fmla="*/ 787 h 78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02" h="787">
                  <a:moveTo>
                    <a:pt x="69" y="781"/>
                  </a:moveTo>
                  <a:lnTo>
                    <a:pt x="66" y="781"/>
                  </a:lnTo>
                  <a:lnTo>
                    <a:pt x="1402" y="82"/>
                  </a:lnTo>
                  <a:lnTo>
                    <a:pt x="1360" y="0"/>
                  </a:lnTo>
                  <a:lnTo>
                    <a:pt x="24" y="699"/>
                  </a:lnTo>
                  <a:lnTo>
                    <a:pt x="22" y="699"/>
                  </a:lnTo>
                  <a:lnTo>
                    <a:pt x="24" y="699"/>
                  </a:lnTo>
                  <a:lnTo>
                    <a:pt x="8" y="712"/>
                  </a:lnTo>
                  <a:lnTo>
                    <a:pt x="1" y="727"/>
                  </a:lnTo>
                  <a:lnTo>
                    <a:pt x="0" y="744"/>
                  </a:lnTo>
                  <a:lnTo>
                    <a:pt x="5" y="761"/>
                  </a:lnTo>
                  <a:lnTo>
                    <a:pt x="15" y="775"/>
                  </a:lnTo>
                  <a:lnTo>
                    <a:pt x="30" y="784"/>
                  </a:lnTo>
                  <a:lnTo>
                    <a:pt x="46" y="787"/>
                  </a:lnTo>
                  <a:lnTo>
                    <a:pt x="66" y="781"/>
                  </a:lnTo>
                  <a:lnTo>
                    <a:pt x="69" y="7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5980" name="Freeform 42"/>
            <p:cNvSpPr>
              <a:spLocks/>
            </p:cNvSpPr>
            <p:nvPr/>
          </p:nvSpPr>
          <p:spPr bwMode="auto">
            <a:xfrm>
              <a:off x="868" y="1596"/>
              <a:ext cx="77" cy="126"/>
            </a:xfrm>
            <a:custGeom>
              <a:avLst/>
              <a:gdLst>
                <a:gd name="T0" fmla="*/ 1 w 382"/>
                <a:gd name="T1" fmla="*/ 5 h 628"/>
                <a:gd name="T2" fmla="*/ 1 w 382"/>
                <a:gd name="T3" fmla="*/ 5 h 628"/>
                <a:gd name="T4" fmla="*/ 1 w 382"/>
                <a:gd name="T5" fmla="*/ 4 h 628"/>
                <a:gd name="T6" fmla="*/ 1 w 382"/>
                <a:gd name="T7" fmla="*/ 4 h 628"/>
                <a:gd name="T8" fmla="*/ 1 w 382"/>
                <a:gd name="T9" fmla="*/ 4 h 628"/>
                <a:gd name="T10" fmla="*/ 1 w 382"/>
                <a:gd name="T11" fmla="*/ 3 h 628"/>
                <a:gd name="T12" fmla="*/ 1 w 382"/>
                <a:gd name="T13" fmla="*/ 3 h 628"/>
                <a:gd name="T14" fmla="*/ 1 w 382"/>
                <a:gd name="T15" fmla="*/ 3 h 628"/>
                <a:gd name="T16" fmla="*/ 1 w 382"/>
                <a:gd name="T17" fmla="*/ 3 h 628"/>
                <a:gd name="T18" fmla="*/ 1 w 382"/>
                <a:gd name="T19" fmla="*/ 2 h 628"/>
                <a:gd name="T20" fmla="*/ 2 w 382"/>
                <a:gd name="T21" fmla="*/ 2 h 628"/>
                <a:gd name="T22" fmla="*/ 2 w 382"/>
                <a:gd name="T23" fmla="*/ 2 h 628"/>
                <a:gd name="T24" fmla="*/ 2 w 382"/>
                <a:gd name="T25" fmla="*/ 2 h 628"/>
                <a:gd name="T26" fmla="*/ 2 w 382"/>
                <a:gd name="T27" fmla="*/ 1 h 628"/>
                <a:gd name="T28" fmla="*/ 2 w 382"/>
                <a:gd name="T29" fmla="*/ 1 h 628"/>
                <a:gd name="T30" fmla="*/ 3 w 382"/>
                <a:gd name="T31" fmla="*/ 1 h 628"/>
                <a:gd name="T32" fmla="*/ 3 w 382"/>
                <a:gd name="T33" fmla="*/ 1 h 628"/>
                <a:gd name="T34" fmla="*/ 3 w 382"/>
                <a:gd name="T35" fmla="*/ 1 h 628"/>
                <a:gd name="T36" fmla="*/ 3 w 382"/>
                <a:gd name="T37" fmla="*/ 0 h 628"/>
                <a:gd name="T38" fmla="*/ 2 w 382"/>
                <a:gd name="T39" fmla="*/ 0 h 628"/>
                <a:gd name="T40" fmla="*/ 2 w 382"/>
                <a:gd name="T41" fmla="*/ 0 h 628"/>
                <a:gd name="T42" fmla="*/ 2 w 382"/>
                <a:gd name="T43" fmla="*/ 1 h 628"/>
                <a:gd name="T44" fmla="*/ 2 w 382"/>
                <a:gd name="T45" fmla="*/ 1 h 628"/>
                <a:gd name="T46" fmla="*/ 1 w 382"/>
                <a:gd name="T47" fmla="*/ 1 h 628"/>
                <a:gd name="T48" fmla="*/ 1 w 382"/>
                <a:gd name="T49" fmla="*/ 1 h 628"/>
                <a:gd name="T50" fmla="*/ 1 w 382"/>
                <a:gd name="T51" fmla="*/ 2 h 628"/>
                <a:gd name="T52" fmla="*/ 1 w 382"/>
                <a:gd name="T53" fmla="*/ 2 h 628"/>
                <a:gd name="T54" fmla="*/ 1 w 382"/>
                <a:gd name="T55" fmla="*/ 2 h 628"/>
                <a:gd name="T56" fmla="*/ 0 w 382"/>
                <a:gd name="T57" fmla="*/ 3 h 628"/>
                <a:gd name="T58" fmla="*/ 0 w 382"/>
                <a:gd name="T59" fmla="*/ 3 h 628"/>
                <a:gd name="T60" fmla="*/ 0 w 382"/>
                <a:gd name="T61" fmla="*/ 3 h 628"/>
                <a:gd name="T62" fmla="*/ 0 w 382"/>
                <a:gd name="T63" fmla="*/ 4 h 628"/>
                <a:gd name="T64" fmla="*/ 0 w 382"/>
                <a:gd name="T65" fmla="*/ 4 h 628"/>
                <a:gd name="T66" fmla="*/ 0 w 382"/>
                <a:gd name="T67" fmla="*/ 4 h 628"/>
                <a:gd name="T68" fmla="*/ 0 w 382"/>
                <a:gd name="T69" fmla="*/ 5 h 628"/>
                <a:gd name="T70" fmla="*/ 0 w 382"/>
                <a:gd name="T71" fmla="*/ 5 h 628"/>
                <a:gd name="T72" fmla="*/ 0 w 382"/>
                <a:gd name="T73" fmla="*/ 5 h 628"/>
                <a:gd name="T74" fmla="*/ 0 w 382"/>
                <a:gd name="T75" fmla="*/ 5 h 628"/>
                <a:gd name="T76" fmla="*/ 0 w 382"/>
                <a:gd name="T77" fmla="*/ 5 h 628"/>
                <a:gd name="T78" fmla="*/ 0 w 382"/>
                <a:gd name="T79" fmla="*/ 5 h 628"/>
                <a:gd name="T80" fmla="*/ 0 w 382"/>
                <a:gd name="T81" fmla="*/ 5 h 628"/>
                <a:gd name="T82" fmla="*/ 1 w 382"/>
                <a:gd name="T83" fmla="*/ 5 h 628"/>
                <a:gd name="T84" fmla="*/ 1 w 382"/>
                <a:gd name="T85" fmla="*/ 5 h 628"/>
                <a:gd name="T86" fmla="*/ 1 w 382"/>
                <a:gd name="T87" fmla="*/ 5 h 628"/>
                <a:gd name="T88" fmla="*/ 1 w 382"/>
                <a:gd name="T89" fmla="*/ 5 h 628"/>
                <a:gd name="T90" fmla="*/ 1 w 382"/>
                <a:gd name="T91" fmla="*/ 5 h 628"/>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382"/>
                <a:gd name="T139" fmla="*/ 0 h 628"/>
                <a:gd name="T140" fmla="*/ 382 w 382"/>
                <a:gd name="T141" fmla="*/ 628 h 628"/>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382" h="628">
                  <a:moveTo>
                    <a:pt x="94" y="581"/>
                  </a:moveTo>
                  <a:lnTo>
                    <a:pt x="94" y="582"/>
                  </a:lnTo>
                  <a:lnTo>
                    <a:pt x="96" y="541"/>
                  </a:lnTo>
                  <a:lnTo>
                    <a:pt x="99" y="500"/>
                  </a:lnTo>
                  <a:lnTo>
                    <a:pt x="106" y="463"/>
                  </a:lnTo>
                  <a:lnTo>
                    <a:pt x="115" y="424"/>
                  </a:lnTo>
                  <a:lnTo>
                    <a:pt x="127" y="389"/>
                  </a:lnTo>
                  <a:lnTo>
                    <a:pt x="140" y="353"/>
                  </a:lnTo>
                  <a:lnTo>
                    <a:pt x="156" y="320"/>
                  </a:lnTo>
                  <a:lnTo>
                    <a:pt x="173" y="287"/>
                  </a:lnTo>
                  <a:lnTo>
                    <a:pt x="193" y="255"/>
                  </a:lnTo>
                  <a:lnTo>
                    <a:pt x="214" y="226"/>
                  </a:lnTo>
                  <a:lnTo>
                    <a:pt x="238" y="198"/>
                  </a:lnTo>
                  <a:lnTo>
                    <a:pt x="263" y="172"/>
                  </a:lnTo>
                  <a:lnTo>
                    <a:pt x="290" y="146"/>
                  </a:lnTo>
                  <a:lnTo>
                    <a:pt x="318" y="122"/>
                  </a:lnTo>
                  <a:lnTo>
                    <a:pt x="349" y="101"/>
                  </a:lnTo>
                  <a:lnTo>
                    <a:pt x="382" y="82"/>
                  </a:lnTo>
                  <a:lnTo>
                    <a:pt x="335" y="0"/>
                  </a:lnTo>
                  <a:lnTo>
                    <a:pt x="297" y="23"/>
                  </a:lnTo>
                  <a:lnTo>
                    <a:pt x="262" y="49"/>
                  </a:lnTo>
                  <a:lnTo>
                    <a:pt x="229" y="76"/>
                  </a:lnTo>
                  <a:lnTo>
                    <a:pt x="198" y="104"/>
                  </a:lnTo>
                  <a:lnTo>
                    <a:pt x="167" y="137"/>
                  </a:lnTo>
                  <a:lnTo>
                    <a:pt x="142" y="170"/>
                  </a:lnTo>
                  <a:lnTo>
                    <a:pt x="116" y="204"/>
                  </a:lnTo>
                  <a:lnTo>
                    <a:pt x="94" y="240"/>
                  </a:lnTo>
                  <a:lnTo>
                    <a:pt x="74" y="278"/>
                  </a:lnTo>
                  <a:lnTo>
                    <a:pt x="54" y="317"/>
                  </a:lnTo>
                  <a:lnTo>
                    <a:pt x="38" y="359"/>
                  </a:lnTo>
                  <a:lnTo>
                    <a:pt x="26" y="401"/>
                  </a:lnTo>
                  <a:lnTo>
                    <a:pt x="15" y="444"/>
                  </a:lnTo>
                  <a:lnTo>
                    <a:pt x="8" y="489"/>
                  </a:lnTo>
                  <a:lnTo>
                    <a:pt x="2" y="534"/>
                  </a:lnTo>
                  <a:lnTo>
                    <a:pt x="0" y="580"/>
                  </a:lnTo>
                  <a:lnTo>
                    <a:pt x="0" y="581"/>
                  </a:lnTo>
                  <a:lnTo>
                    <a:pt x="0" y="580"/>
                  </a:lnTo>
                  <a:lnTo>
                    <a:pt x="3" y="600"/>
                  </a:lnTo>
                  <a:lnTo>
                    <a:pt x="14" y="615"/>
                  </a:lnTo>
                  <a:lnTo>
                    <a:pt x="29" y="625"/>
                  </a:lnTo>
                  <a:lnTo>
                    <a:pt x="45" y="628"/>
                  </a:lnTo>
                  <a:lnTo>
                    <a:pt x="63" y="626"/>
                  </a:lnTo>
                  <a:lnTo>
                    <a:pt x="78" y="616"/>
                  </a:lnTo>
                  <a:lnTo>
                    <a:pt x="89" y="602"/>
                  </a:lnTo>
                  <a:lnTo>
                    <a:pt x="94" y="582"/>
                  </a:lnTo>
                  <a:lnTo>
                    <a:pt x="94" y="5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5981" name="Freeform 43"/>
            <p:cNvSpPr>
              <a:spLocks/>
            </p:cNvSpPr>
            <p:nvPr/>
          </p:nvSpPr>
          <p:spPr bwMode="auto">
            <a:xfrm>
              <a:off x="868" y="1712"/>
              <a:ext cx="19" cy="364"/>
            </a:xfrm>
            <a:custGeom>
              <a:avLst/>
              <a:gdLst>
                <a:gd name="T0" fmla="*/ 1 w 94"/>
                <a:gd name="T1" fmla="*/ 14 h 1818"/>
                <a:gd name="T2" fmla="*/ 1 w 94"/>
                <a:gd name="T3" fmla="*/ 14 h 1818"/>
                <a:gd name="T4" fmla="*/ 1 w 94"/>
                <a:gd name="T5" fmla="*/ 0 h 1818"/>
                <a:gd name="T6" fmla="*/ 0 w 94"/>
                <a:gd name="T7" fmla="*/ 0 h 1818"/>
                <a:gd name="T8" fmla="*/ 0 w 94"/>
                <a:gd name="T9" fmla="*/ 14 h 1818"/>
                <a:gd name="T10" fmla="*/ 0 w 94"/>
                <a:gd name="T11" fmla="*/ 14 h 1818"/>
                <a:gd name="T12" fmla="*/ 0 w 94"/>
                <a:gd name="T13" fmla="*/ 14 h 1818"/>
                <a:gd name="T14" fmla="*/ 0 w 94"/>
                <a:gd name="T15" fmla="*/ 14 h 1818"/>
                <a:gd name="T16" fmla="*/ 0 w 94"/>
                <a:gd name="T17" fmla="*/ 14 h 1818"/>
                <a:gd name="T18" fmla="*/ 0 w 94"/>
                <a:gd name="T19" fmla="*/ 15 h 1818"/>
                <a:gd name="T20" fmla="*/ 0 w 94"/>
                <a:gd name="T21" fmla="*/ 15 h 1818"/>
                <a:gd name="T22" fmla="*/ 1 w 94"/>
                <a:gd name="T23" fmla="*/ 15 h 1818"/>
                <a:gd name="T24" fmla="*/ 1 w 94"/>
                <a:gd name="T25" fmla="*/ 14 h 1818"/>
                <a:gd name="T26" fmla="*/ 1 w 94"/>
                <a:gd name="T27" fmla="*/ 14 h 1818"/>
                <a:gd name="T28" fmla="*/ 1 w 94"/>
                <a:gd name="T29" fmla="*/ 14 h 1818"/>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94"/>
                <a:gd name="T46" fmla="*/ 0 h 1818"/>
                <a:gd name="T47" fmla="*/ 94 w 94"/>
                <a:gd name="T48" fmla="*/ 1818 h 1818"/>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94" h="1818">
                  <a:moveTo>
                    <a:pt x="94" y="1771"/>
                  </a:moveTo>
                  <a:lnTo>
                    <a:pt x="94" y="1771"/>
                  </a:lnTo>
                  <a:lnTo>
                    <a:pt x="94" y="0"/>
                  </a:lnTo>
                  <a:lnTo>
                    <a:pt x="0" y="0"/>
                  </a:lnTo>
                  <a:lnTo>
                    <a:pt x="0" y="1771"/>
                  </a:lnTo>
                  <a:lnTo>
                    <a:pt x="3" y="1791"/>
                  </a:lnTo>
                  <a:lnTo>
                    <a:pt x="15" y="1806"/>
                  </a:lnTo>
                  <a:lnTo>
                    <a:pt x="29" y="1814"/>
                  </a:lnTo>
                  <a:lnTo>
                    <a:pt x="47" y="1818"/>
                  </a:lnTo>
                  <a:lnTo>
                    <a:pt x="64" y="1814"/>
                  </a:lnTo>
                  <a:lnTo>
                    <a:pt x="79" y="1806"/>
                  </a:lnTo>
                  <a:lnTo>
                    <a:pt x="90" y="1791"/>
                  </a:lnTo>
                  <a:lnTo>
                    <a:pt x="94" y="17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5982" name="Freeform 44"/>
            <p:cNvSpPr>
              <a:spLocks/>
            </p:cNvSpPr>
            <p:nvPr/>
          </p:nvSpPr>
          <p:spPr bwMode="auto">
            <a:xfrm>
              <a:off x="868" y="2067"/>
              <a:ext cx="90" cy="160"/>
            </a:xfrm>
            <a:custGeom>
              <a:avLst/>
              <a:gdLst>
                <a:gd name="T0" fmla="*/ 3 w 449"/>
                <a:gd name="T1" fmla="*/ 6 h 803"/>
                <a:gd name="T2" fmla="*/ 3 w 449"/>
                <a:gd name="T3" fmla="*/ 6 h 803"/>
                <a:gd name="T4" fmla="*/ 3 w 449"/>
                <a:gd name="T5" fmla="*/ 5 h 803"/>
                <a:gd name="T6" fmla="*/ 3 w 449"/>
                <a:gd name="T7" fmla="*/ 5 h 803"/>
                <a:gd name="T8" fmla="*/ 3 w 449"/>
                <a:gd name="T9" fmla="*/ 5 h 803"/>
                <a:gd name="T10" fmla="*/ 2 w 449"/>
                <a:gd name="T11" fmla="*/ 5 h 803"/>
                <a:gd name="T12" fmla="*/ 2 w 449"/>
                <a:gd name="T13" fmla="*/ 4 h 803"/>
                <a:gd name="T14" fmla="*/ 2 w 449"/>
                <a:gd name="T15" fmla="*/ 4 h 803"/>
                <a:gd name="T16" fmla="*/ 2 w 449"/>
                <a:gd name="T17" fmla="*/ 4 h 803"/>
                <a:gd name="T18" fmla="*/ 2 w 449"/>
                <a:gd name="T19" fmla="*/ 3 h 803"/>
                <a:gd name="T20" fmla="*/ 1 w 449"/>
                <a:gd name="T21" fmla="*/ 3 h 803"/>
                <a:gd name="T22" fmla="*/ 1 w 449"/>
                <a:gd name="T23" fmla="*/ 2 h 803"/>
                <a:gd name="T24" fmla="*/ 1 w 449"/>
                <a:gd name="T25" fmla="*/ 2 h 803"/>
                <a:gd name="T26" fmla="*/ 1 w 449"/>
                <a:gd name="T27" fmla="*/ 2 h 803"/>
                <a:gd name="T28" fmla="*/ 1 w 449"/>
                <a:gd name="T29" fmla="*/ 1 h 803"/>
                <a:gd name="T30" fmla="*/ 1 w 449"/>
                <a:gd name="T31" fmla="*/ 1 h 803"/>
                <a:gd name="T32" fmla="*/ 1 w 449"/>
                <a:gd name="T33" fmla="*/ 0 h 803"/>
                <a:gd name="T34" fmla="*/ 1 w 449"/>
                <a:gd name="T35" fmla="*/ 0 h 803"/>
                <a:gd name="T36" fmla="*/ 0 w 449"/>
                <a:gd name="T37" fmla="*/ 0 h 803"/>
                <a:gd name="T38" fmla="*/ 0 w 449"/>
                <a:gd name="T39" fmla="*/ 0 h 803"/>
                <a:gd name="T40" fmla="*/ 0 w 449"/>
                <a:gd name="T41" fmla="*/ 1 h 803"/>
                <a:gd name="T42" fmla="*/ 0 w 449"/>
                <a:gd name="T43" fmla="*/ 1 h 803"/>
                <a:gd name="T44" fmla="*/ 0 w 449"/>
                <a:gd name="T45" fmla="*/ 2 h 803"/>
                <a:gd name="T46" fmla="*/ 0 w 449"/>
                <a:gd name="T47" fmla="*/ 2 h 803"/>
                <a:gd name="T48" fmla="*/ 0 w 449"/>
                <a:gd name="T49" fmla="*/ 3 h 803"/>
                <a:gd name="T50" fmla="*/ 1 w 449"/>
                <a:gd name="T51" fmla="*/ 3 h 803"/>
                <a:gd name="T52" fmla="*/ 1 w 449"/>
                <a:gd name="T53" fmla="*/ 4 h 803"/>
                <a:gd name="T54" fmla="*/ 1 w 449"/>
                <a:gd name="T55" fmla="*/ 4 h 803"/>
                <a:gd name="T56" fmla="*/ 1 w 449"/>
                <a:gd name="T57" fmla="*/ 4 h 803"/>
                <a:gd name="T58" fmla="*/ 2 w 449"/>
                <a:gd name="T59" fmla="*/ 5 h 803"/>
                <a:gd name="T60" fmla="*/ 2 w 449"/>
                <a:gd name="T61" fmla="*/ 5 h 803"/>
                <a:gd name="T62" fmla="*/ 2 w 449"/>
                <a:gd name="T63" fmla="*/ 5 h 803"/>
                <a:gd name="T64" fmla="*/ 2 w 449"/>
                <a:gd name="T65" fmla="*/ 6 h 803"/>
                <a:gd name="T66" fmla="*/ 3 w 449"/>
                <a:gd name="T67" fmla="*/ 6 h 803"/>
                <a:gd name="T68" fmla="*/ 3 w 449"/>
                <a:gd name="T69" fmla="*/ 6 h 803"/>
                <a:gd name="T70" fmla="*/ 3 w 449"/>
                <a:gd name="T71" fmla="*/ 6 h 803"/>
                <a:gd name="T72" fmla="*/ 3 w 449"/>
                <a:gd name="T73" fmla="*/ 6 h 803"/>
                <a:gd name="T74" fmla="*/ 3 w 449"/>
                <a:gd name="T75" fmla="*/ 6 h 803"/>
                <a:gd name="T76" fmla="*/ 3 w 449"/>
                <a:gd name="T77" fmla="*/ 6 h 803"/>
                <a:gd name="T78" fmla="*/ 3 w 449"/>
                <a:gd name="T79" fmla="*/ 6 h 803"/>
                <a:gd name="T80" fmla="*/ 4 w 449"/>
                <a:gd name="T81" fmla="*/ 6 h 803"/>
                <a:gd name="T82" fmla="*/ 4 w 449"/>
                <a:gd name="T83" fmla="*/ 6 h 803"/>
                <a:gd name="T84" fmla="*/ 4 w 449"/>
                <a:gd name="T85" fmla="*/ 6 h 803"/>
                <a:gd name="T86" fmla="*/ 4 w 449"/>
                <a:gd name="T87" fmla="*/ 6 h 803"/>
                <a:gd name="T88" fmla="*/ 3 w 449"/>
                <a:gd name="T89" fmla="*/ 6 h 803"/>
                <a:gd name="T90" fmla="*/ 3 w 449"/>
                <a:gd name="T91" fmla="*/ 6 h 80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449"/>
                <a:gd name="T139" fmla="*/ 0 h 803"/>
                <a:gd name="T140" fmla="*/ 449 w 449"/>
                <a:gd name="T141" fmla="*/ 803 h 80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449" h="803">
                  <a:moveTo>
                    <a:pt x="426" y="717"/>
                  </a:moveTo>
                  <a:lnTo>
                    <a:pt x="427" y="717"/>
                  </a:lnTo>
                  <a:lnTo>
                    <a:pt x="395" y="693"/>
                  </a:lnTo>
                  <a:lnTo>
                    <a:pt x="361" y="662"/>
                  </a:lnTo>
                  <a:lnTo>
                    <a:pt x="329" y="628"/>
                  </a:lnTo>
                  <a:lnTo>
                    <a:pt x="299" y="591"/>
                  </a:lnTo>
                  <a:lnTo>
                    <a:pt x="269" y="551"/>
                  </a:lnTo>
                  <a:lnTo>
                    <a:pt x="241" y="507"/>
                  </a:lnTo>
                  <a:lnTo>
                    <a:pt x="215" y="460"/>
                  </a:lnTo>
                  <a:lnTo>
                    <a:pt x="191" y="412"/>
                  </a:lnTo>
                  <a:lnTo>
                    <a:pt x="170" y="363"/>
                  </a:lnTo>
                  <a:lnTo>
                    <a:pt x="151" y="312"/>
                  </a:lnTo>
                  <a:lnTo>
                    <a:pt x="133" y="259"/>
                  </a:lnTo>
                  <a:lnTo>
                    <a:pt x="119" y="207"/>
                  </a:lnTo>
                  <a:lnTo>
                    <a:pt x="108" y="156"/>
                  </a:lnTo>
                  <a:lnTo>
                    <a:pt x="101" y="103"/>
                  </a:lnTo>
                  <a:lnTo>
                    <a:pt x="96" y="51"/>
                  </a:lnTo>
                  <a:lnTo>
                    <a:pt x="94" y="0"/>
                  </a:lnTo>
                  <a:lnTo>
                    <a:pt x="0" y="0"/>
                  </a:lnTo>
                  <a:lnTo>
                    <a:pt x="2" y="56"/>
                  </a:lnTo>
                  <a:lnTo>
                    <a:pt x="7" y="115"/>
                  </a:lnTo>
                  <a:lnTo>
                    <a:pt x="16" y="172"/>
                  </a:lnTo>
                  <a:lnTo>
                    <a:pt x="28" y="231"/>
                  </a:lnTo>
                  <a:lnTo>
                    <a:pt x="44" y="287"/>
                  </a:lnTo>
                  <a:lnTo>
                    <a:pt x="62" y="342"/>
                  </a:lnTo>
                  <a:lnTo>
                    <a:pt x="83" y="398"/>
                  </a:lnTo>
                  <a:lnTo>
                    <a:pt x="106" y="452"/>
                  </a:lnTo>
                  <a:lnTo>
                    <a:pt x="133" y="505"/>
                  </a:lnTo>
                  <a:lnTo>
                    <a:pt x="161" y="554"/>
                  </a:lnTo>
                  <a:lnTo>
                    <a:pt x="192" y="602"/>
                  </a:lnTo>
                  <a:lnTo>
                    <a:pt x="224" y="647"/>
                  </a:lnTo>
                  <a:lnTo>
                    <a:pt x="259" y="689"/>
                  </a:lnTo>
                  <a:lnTo>
                    <a:pt x="295" y="728"/>
                  </a:lnTo>
                  <a:lnTo>
                    <a:pt x="334" y="763"/>
                  </a:lnTo>
                  <a:lnTo>
                    <a:pt x="374" y="795"/>
                  </a:lnTo>
                  <a:lnTo>
                    <a:pt x="375" y="795"/>
                  </a:lnTo>
                  <a:lnTo>
                    <a:pt x="374" y="795"/>
                  </a:lnTo>
                  <a:lnTo>
                    <a:pt x="392" y="803"/>
                  </a:lnTo>
                  <a:lnTo>
                    <a:pt x="411" y="803"/>
                  </a:lnTo>
                  <a:lnTo>
                    <a:pt x="426" y="795"/>
                  </a:lnTo>
                  <a:lnTo>
                    <a:pt x="439" y="782"/>
                  </a:lnTo>
                  <a:lnTo>
                    <a:pt x="446" y="766"/>
                  </a:lnTo>
                  <a:lnTo>
                    <a:pt x="449" y="749"/>
                  </a:lnTo>
                  <a:lnTo>
                    <a:pt x="441" y="732"/>
                  </a:lnTo>
                  <a:lnTo>
                    <a:pt x="427" y="717"/>
                  </a:lnTo>
                  <a:lnTo>
                    <a:pt x="426" y="71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5983" name="Freeform 45"/>
            <p:cNvSpPr>
              <a:spLocks/>
            </p:cNvSpPr>
            <p:nvPr/>
          </p:nvSpPr>
          <p:spPr bwMode="auto">
            <a:xfrm>
              <a:off x="883" y="1673"/>
              <a:ext cx="379" cy="690"/>
            </a:xfrm>
            <a:custGeom>
              <a:avLst/>
              <a:gdLst>
                <a:gd name="T0" fmla="*/ 12 w 1897"/>
                <a:gd name="T1" fmla="*/ 6 h 3450"/>
                <a:gd name="T2" fmla="*/ 13 w 1897"/>
                <a:gd name="T3" fmla="*/ 7 h 3450"/>
                <a:gd name="T4" fmla="*/ 13 w 1897"/>
                <a:gd name="T5" fmla="*/ 7 h 3450"/>
                <a:gd name="T6" fmla="*/ 14 w 1897"/>
                <a:gd name="T7" fmla="*/ 8 h 3450"/>
                <a:gd name="T8" fmla="*/ 14 w 1897"/>
                <a:gd name="T9" fmla="*/ 9 h 3450"/>
                <a:gd name="T10" fmla="*/ 15 w 1897"/>
                <a:gd name="T11" fmla="*/ 10 h 3450"/>
                <a:gd name="T12" fmla="*/ 15 w 1897"/>
                <a:gd name="T13" fmla="*/ 11 h 3450"/>
                <a:gd name="T14" fmla="*/ 15 w 1897"/>
                <a:gd name="T15" fmla="*/ 11 h 3450"/>
                <a:gd name="T16" fmla="*/ 15 w 1897"/>
                <a:gd name="T17" fmla="*/ 12 h 3450"/>
                <a:gd name="T18" fmla="*/ 15 w 1897"/>
                <a:gd name="T19" fmla="*/ 26 h 3450"/>
                <a:gd name="T20" fmla="*/ 15 w 1897"/>
                <a:gd name="T21" fmla="*/ 26 h 3450"/>
                <a:gd name="T22" fmla="*/ 15 w 1897"/>
                <a:gd name="T23" fmla="*/ 27 h 3450"/>
                <a:gd name="T24" fmla="*/ 15 w 1897"/>
                <a:gd name="T25" fmla="*/ 27 h 3450"/>
                <a:gd name="T26" fmla="*/ 14 w 1897"/>
                <a:gd name="T27" fmla="*/ 27 h 3450"/>
                <a:gd name="T28" fmla="*/ 14 w 1897"/>
                <a:gd name="T29" fmla="*/ 28 h 3450"/>
                <a:gd name="T30" fmla="*/ 13 w 1897"/>
                <a:gd name="T31" fmla="*/ 28 h 3450"/>
                <a:gd name="T32" fmla="*/ 13 w 1897"/>
                <a:gd name="T33" fmla="*/ 27 h 3450"/>
                <a:gd name="T34" fmla="*/ 3 w 1897"/>
                <a:gd name="T35" fmla="*/ 21 h 3450"/>
                <a:gd name="T36" fmla="*/ 2 w 1897"/>
                <a:gd name="T37" fmla="*/ 21 h 3450"/>
                <a:gd name="T38" fmla="*/ 2 w 1897"/>
                <a:gd name="T39" fmla="*/ 20 h 3450"/>
                <a:gd name="T40" fmla="*/ 1 w 1897"/>
                <a:gd name="T41" fmla="*/ 19 h 3450"/>
                <a:gd name="T42" fmla="*/ 1 w 1897"/>
                <a:gd name="T43" fmla="*/ 19 h 3450"/>
                <a:gd name="T44" fmla="*/ 0 w 1897"/>
                <a:gd name="T45" fmla="*/ 18 h 3450"/>
                <a:gd name="T46" fmla="*/ 0 w 1897"/>
                <a:gd name="T47" fmla="*/ 17 h 3450"/>
                <a:gd name="T48" fmla="*/ 0 w 1897"/>
                <a:gd name="T49" fmla="*/ 16 h 3450"/>
                <a:gd name="T50" fmla="*/ 0 w 1897"/>
                <a:gd name="T51" fmla="*/ 15 h 3450"/>
                <a:gd name="T52" fmla="*/ 0 w 1897"/>
                <a:gd name="T53" fmla="*/ 2 h 3450"/>
                <a:gd name="T54" fmla="*/ 0 w 1897"/>
                <a:gd name="T55" fmla="*/ 1 h 3450"/>
                <a:gd name="T56" fmla="*/ 0 w 1897"/>
                <a:gd name="T57" fmla="*/ 1 h 3450"/>
                <a:gd name="T58" fmla="*/ 1 w 1897"/>
                <a:gd name="T59" fmla="*/ 0 h 3450"/>
                <a:gd name="T60" fmla="*/ 1 w 1897"/>
                <a:gd name="T61" fmla="*/ 0 h 3450"/>
                <a:gd name="T62" fmla="*/ 1 w 1897"/>
                <a:gd name="T63" fmla="*/ 0 h 3450"/>
                <a:gd name="T64" fmla="*/ 2 w 1897"/>
                <a:gd name="T65" fmla="*/ 0 h 3450"/>
                <a:gd name="T66" fmla="*/ 3 w 1897"/>
                <a:gd name="T67" fmla="*/ 0 h 3450"/>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897"/>
                <a:gd name="T103" fmla="*/ 0 h 3450"/>
                <a:gd name="T104" fmla="*/ 1897 w 1897"/>
                <a:gd name="T105" fmla="*/ 3450 h 3450"/>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897" h="3450">
                  <a:moveTo>
                    <a:pt x="357" y="49"/>
                  </a:moveTo>
                  <a:lnTo>
                    <a:pt x="1542" y="806"/>
                  </a:lnTo>
                  <a:lnTo>
                    <a:pt x="1579" y="832"/>
                  </a:lnTo>
                  <a:lnTo>
                    <a:pt x="1614" y="861"/>
                  </a:lnTo>
                  <a:lnTo>
                    <a:pt x="1648" y="895"/>
                  </a:lnTo>
                  <a:lnTo>
                    <a:pt x="1681" y="933"/>
                  </a:lnTo>
                  <a:lnTo>
                    <a:pt x="1711" y="973"/>
                  </a:lnTo>
                  <a:lnTo>
                    <a:pt x="1740" y="1016"/>
                  </a:lnTo>
                  <a:lnTo>
                    <a:pt x="1768" y="1062"/>
                  </a:lnTo>
                  <a:lnTo>
                    <a:pt x="1793" y="1109"/>
                  </a:lnTo>
                  <a:lnTo>
                    <a:pt x="1816" y="1158"/>
                  </a:lnTo>
                  <a:lnTo>
                    <a:pt x="1836" y="1208"/>
                  </a:lnTo>
                  <a:lnTo>
                    <a:pt x="1854" y="1260"/>
                  </a:lnTo>
                  <a:lnTo>
                    <a:pt x="1869" y="1313"/>
                  </a:lnTo>
                  <a:lnTo>
                    <a:pt x="1881" y="1364"/>
                  </a:lnTo>
                  <a:lnTo>
                    <a:pt x="1890" y="1417"/>
                  </a:lnTo>
                  <a:lnTo>
                    <a:pt x="1895" y="1469"/>
                  </a:lnTo>
                  <a:lnTo>
                    <a:pt x="1897" y="1519"/>
                  </a:lnTo>
                  <a:lnTo>
                    <a:pt x="1897" y="3142"/>
                  </a:lnTo>
                  <a:lnTo>
                    <a:pt x="1895" y="3190"/>
                  </a:lnTo>
                  <a:lnTo>
                    <a:pt x="1890" y="3235"/>
                  </a:lnTo>
                  <a:lnTo>
                    <a:pt x="1881" y="3276"/>
                  </a:lnTo>
                  <a:lnTo>
                    <a:pt x="1869" y="3313"/>
                  </a:lnTo>
                  <a:lnTo>
                    <a:pt x="1854" y="3346"/>
                  </a:lnTo>
                  <a:lnTo>
                    <a:pt x="1836" y="3375"/>
                  </a:lnTo>
                  <a:lnTo>
                    <a:pt x="1816" y="3398"/>
                  </a:lnTo>
                  <a:lnTo>
                    <a:pt x="1793" y="3418"/>
                  </a:lnTo>
                  <a:lnTo>
                    <a:pt x="1768" y="3434"/>
                  </a:lnTo>
                  <a:lnTo>
                    <a:pt x="1740" y="3444"/>
                  </a:lnTo>
                  <a:lnTo>
                    <a:pt x="1711" y="3450"/>
                  </a:lnTo>
                  <a:lnTo>
                    <a:pt x="1681" y="3450"/>
                  </a:lnTo>
                  <a:lnTo>
                    <a:pt x="1648" y="3445"/>
                  </a:lnTo>
                  <a:lnTo>
                    <a:pt x="1614" y="3436"/>
                  </a:lnTo>
                  <a:lnTo>
                    <a:pt x="1579" y="3421"/>
                  </a:lnTo>
                  <a:lnTo>
                    <a:pt x="1542" y="3400"/>
                  </a:lnTo>
                  <a:lnTo>
                    <a:pt x="357" y="2643"/>
                  </a:lnTo>
                  <a:lnTo>
                    <a:pt x="320" y="2618"/>
                  </a:lnTo>
                  <a:lnTo>
                    <a:pt x="285" y="2588"/>
                  </a:lnTo>
                  <a:lnTo>
                    <a:pt x="251" y="2554"/>
                  </a:lnTo>
                  <a:lnTo>
                    <a:pt x="218" y="2517"/>
                  </a:lnTo>
                  <a:lnTo>
                    <a:pt x="187" y="2477"/>
                  </a:lnTo>
                  <a:lnTo>
                    <a:pt x="157" y="2433"/>
                  </a:lnTo>
                  <a:lnTo>
                    <a:pt x="130" y="2388"/>
                  </a:lnTo>
                  <a:lnTo>
                    <a:pt x="105" y="2341"/>
                  </a:lnTo>
                  <a:lnTo>
                    <a:pt x="81" y="2292"/>
                  </a:lnTo>
                  <a:lnTo>
                    <a:pt x="61" y="2241"/>
                  </a:lnTo>
                  <a:lnTo>
                    <a:pt x="44" y="2190"/>
                  </a:lnTo>
                  <a:lnTo>
                    <a:pt x="29" y="2138"/>
                  </a:lnTo>
                  <a:lnTo>
                    <a:pt x="17" y="2085"/>
                  </a:lnTo>
                  <a:lnTo>
                    <a:pt x="7" y="2033"/>
                  </a:lnTo>
                  <a:lnTo>
                    <a:pt x="3" y="1981"/>
                  </a:lnTo>
                  <a:lnTo>
                    <a:pt x="0" y="1931"/>
                  </a:lnTo>
                  <a:lnTo>
                    <a:pt x="0" y="308"/>
                  </a:lnTo>
                  <a:lnTo>
                    <a:pt x="3" y="260"/>
                  </a:lnTo>
                  <a:lnTo>
                    <a:pt x="7" y="215"/>
                  </a:lnTo>
                  <a:lnTo>
                    <a:pt x="17" y="174"/>
                  </a:lnTo>
                  <a:lnTo>
                    <a:pt x="29" y="137"/>
                  </a:lnTo>
                  <a:lnTo>
                    <a:pt x="44" y="104"/>
                  </a:lnTo>
                  <a:lnTo>
                    <a:pt x="61" y="76"/>
                  </a:lnTo>
                  <a:lnTo>
                    <a:pt x="81" y="51"/>
                  </a:lnTo>
                  <a:lnTo>
                    <a:pt x="105" y="31"/>
                  </a:lnTo>
                  <a:lnTo>
                    <a:pt x="130" y="16"/>
                  </a:lnTo>
                  <a:lnTo>
                    <a:pt x="157" y="5"/>
                  </a:lnTo>
                  <a:lnTo>
                    <a:pt x="187" y="0"/>
                  </a:lnTo>
                  <a:lnTo>
                    <a:pt x="218" y="0"/>
                  </a:lnTo>
                  <a:lnTo>
                    <a:pt x="251" y="3"/>
                  </a:lnTo>
                  <a:lnTo>
                    <a:pt x="285" y="14"/>
                  </a:lnTo>
                  <a:lnTo>
                    <a:pt x="320" y="29"/>
                  </a:lnTo>
                  <a:lnTo>
                    <a:pt x="357" y="49"/>
                  </a:lnTo>
                  <a:close/>
                </a:path>
              </a:pathLst>
            </a:custGeom>
            <a:solidFill>
              <a:srgbClr val="BFBFB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5984" name="Freeform 46"/>
            <p:cNvSpPr>
              <a:spLocks/>
            </p:cNvSpPr>
            <p:nvPr/>
          </p:nvSpPr>
          <p:spPr bwMode="auto">
            <a:xfrm>
              <a:off x="1268" y="1663"/>
              <a:ext cx="393" cy="711"/>
            </a:xfrm>
            <a:custGeom>
              <a:avLst/>
              <a:gdLst>
                <a:gd name="T0" fmla="*/ 3 w 1962"/>
                <a:gd name="T1" fmla="*/ 7 h 3555"/>
                <a:gd name="T2" fmla="*/ 2 w 1962"/>
                <a:gd name="T3" fmla="*/ 7 h 3555"/>
                <a:gd name="T4" fmla="*/ 2 w 1962"/>
                <a:gd name="T5" fmla="*/ 8 h 3555"/>
                <a:gd name="T6" fmla="*/ 1 w 1962"/>
                <a:gd name="T7" fmla="*/ 8 h 3555"/>
                <a:gd name="T8" fmla="*/ 1 w 1962"/>
                <a:gd name="T9" fmla="*/ 9 h 3555"/>
                <a:gd name="T10" fmla="*/ 1 w 1962"/>
                <a:gd name="T11" fmla="*/ 10 h 3555"/>
                <a:gd name="T12" fmla="*/ 0 w 1962"/>
                <a:gd name="T13" fmla="*/ 11 h 3555"/>
                <a:gd name="T14" fmla="*/ 0 w 1962"/>
                <a:gd name="T15" fmla="*/ 12 h 3555"/>
                <a:gd name="T16" fmla="*/ 0 w 1962"/>
                <a:gd name="T17" fmla="*/ 13 h 3555"/>
                <a:gd name="T18" fmla="*/ 0 w 1962"/>
                <a:gd name="T19" fmla="*/ 26 h 3555"/>
                <a:gd name="T20" fmla="*/ 0 w 1962"/>
                <a:gd name="T21" fmla="*/ 27 h 3555"/>
                <a:gd name="T22" fmla="*/ 0 w 1962"/>
                <a:gd name="T23" fmla="*/ 28 h 3555"/>
                <a:gd name="T24" fmla="*/ 1 w 1962"/>
                <a:gd name="T25" fmla="*/ 28 h 3555"/>
                <a:gd name="T26" fmla="*/ 1 w 1962"/>
                <a:gd name="T27" fmla="*/ 28 h 3555"/>
                <a:gd name="T28" fmla="*/ 2 w 1962"/>
                <a:gd name="T29" fmla="*/ 28 h 3555"/>
                <a:gd name="T30" fmla="*/ 2 w 1962"/>
                <a:gd name="T31" fmla="*/ 28 h 3555"/>
                <a:gd name="T32" fmla="*/ 3 w 1962"/>
                <a:gd name="T33" fmla="*/ 28 h 3555"/>
                <a:gd name="T34" fmla="*/ 13 w 1962"/>
                <a:gd name="T35" fmla="*/ 22 h 3555"/>
                <a:gd name="T36" fmla="*/ 13 w 1962"/>
                <a:gd name="T37" fmla="*/ 21 h 3555"/>
                <a:gd name="T38" fmla="*/ 14 w 1962"/>
                <a:gd name="T39" fmla="*/ 21 h 3555"/>
                <a:gd name="T40" fmla="*/ 14 w 1962"/>
                <a:gd name="T41" fmla="*/ 20 h 3555"/>
                <a:gd name="T42" fmla="*/ 15 w 1962"/>
                <a:gd name="T43" fmla="*/ 19 h 3555"/>
                <a:gd name="T44" fmla="*/ 15 w 1962"/>
                <a:gd name="T45" fmla="*/ 18 h 3555"/>
                <a:gd name="T46" fmla="*/ 16 w 1962"/>
                <a:gd name="T47" fmla="*/ 18 h 3555"/>
                <a:gd name="T48" fmla="*/ 16 w 1962"/>
                <a:gd name="T49" fmla="*/ 17 h 3555"/>
                <a:gd name="T50" fmla="*/ 16 w 1962"/>
                <a:gd name="T51" fmla="*/ 16 h 3555"/>
                <a:gd name="T52" fmla="*/ 16 w 1962"/>
                <a:gd name="T53" fmla="*/ 2 h 3555"/>
                <a:gd name="T54" fmla="*/ 16 w 1962"/>
                <a:gd name="T55" fmla="*/ 1 h 3555"/>
                <a:gd name="T56" fmla="*/ 15 w 1962"/>
                <a:gd name="T57" fmla="*/ 1 h 3555"/>
                <a:gd name="T58" fmla="*/ 15 w 1962"/>
                <a:gd name="T59" fmla="*/ 0 h 3555"/>
                <a:gd name="T60" fmla="*/ 15 w 1962"/>
                <a:gd name="T61" fmla="*/ 0 h 3555"/>
                <a:gd name="T62" fmla="*/ 14 w 1962"/>
                <a:gd name="T63" fmla="*/ 0 h 3555"/>
                <a:gd name="T64" fmla="*/ 14 w 1962"/>
                <a:gd name="T65" fmla="*/ 0 h 3555"/>
                <a:gd name="T66" fmla="*/ 13 w 1962"/>
                <a:gd name="T67" fmla="*/ 0 h 3555"/>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962"/>
                <a:gd name="T103" fmla="*/ 0 h 3555"/>
                <a:gd name="T104" fmla="*/ 1962 w 1962"/>
                <a:gd name="T105" fmla="*/ 3555 h 3555"/>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962" h="3555">
                  <a:moveTo>
                    <a:pt x="1594" y="50"/>
                  </a:moveTo>
                  <a:lnTo>
                    <a:pt x="368" y="831"/>
                  </a:lnTo>
                  <a:lnTo>
                    <a:pt x="330" y="858"/>
                  </a:lnTo>
                  <a:lnTo>
                    <a:pt x="294" y="888"/>
                  </a:lnTo>
                  <a:lnTo>
                    <a:pt x="259" y="922"/>
                  </a:lnTo>
                  <a:lnTo>
                    <a:pt x="225" y="961"/>
                  </a:lnTo>
                  <a:lnTo>
                    <a:pt x="193" y="1003"/>
                  </a:lnTo>
                  <a:lnTo>
                    <a:pt x="163" y="1047"/>
                  </a:lnTo>
                  <a:lnTo>
                    <a:pt x="133" y="1094"/>
                  </a:lnTo>
                  <a:lnTo>
                    <a:pt x="108" y="1143"/>
                  </a:lnTo>
                  <a:lnTo>
                    <a:pt x="84" y="1193"/>
                  </a:lnTo>
                  <a:lnTo>
                    <a:pt x="63" y="1246"/>
                  </a:lnTo>
                  <a:lnTo>
                    <a:pt x="44" y="1299"/>
                  </a:lnTo>
                  <a:lnTo>
                    <a:pt x="29" y="1353"/>
                  </a:lnTo>
                  <a:lnTo>
                    <a:pt x="16" y="1405"/>
                  </a:lnTo>
                  <a:lnTo>
                    <a:pt x="7" y="1459"/>
                  </a:lnTo>
                  <a:lnTo>
                    <a:pt x="2" y="1512"/>
                  </a:lnTo>
                  <a:lnTo>
                    <a:pt x="0" y="1565"/>
                  </a:lnTo>
                  <a:lnTo>
                    <a:pt x="0" y="3237"/>
                  </a:lnTo>
                  <a:lnTo>
                    <a:pt x="2" y="3287"/>
                  </a:lnTo>
                  <a:lnTo>
                    <a:pt x="7" y="3333"/>
                  </a:lnTo>
                  <a:lnTo>
                    <a:pt x="16" y="3375"/>
                  </a:lnTo>
                  <a:lnTo>
                    <a:pt x="29" y="3413"/>
                  </a:lnTo>
                  <a:lnTo>
                    <a:pt x="44" y="3447"/>
                  </a:lnTo>
                  <a:lnTo>
                    <a:pt x="63" y="3477"/>
                  </a:lnTo>
                  <a:lnTo>
                    <a:pt x="84" y="3502"/>
                  </a:lnTo>
                  <a:lnTo>
                    <a:pt x="108" y="3522"/>
                  </a:lnTo>
                  <a:lnTo>
                    <a:pt x="133" y="3538"/>
                  </a:lnTo>
                  <a:lnTo>
                    <a:pt x="163" y="3549"/>
                  </a:lnTo>
                  <a:lnTo>
                    <a:pt x="193" y="3555"/>
                  </a:lnTo>
                  <a:lnTo>
                    <a:pt x="225" y="3555"/>
                  </a:lnTo>
                  <a:lnTo>
                    <a:pt x="259" y="3550"/>
                  </a:lnTo>
                  <a:lnTo>
                    <a:pt x="294" y="3541"/>
                  </a:lnTo>
                  <a:lnTo>
                    <a:pt x="330" y="3524"/>
                  </a:lnTo>
                  <a:lnTo>
                    <a:pt x="368" y="3503"/>
                  </a:lnTo>
                  <a:lnTo>
                    <a:pt x="1594" y="2722"/>
                  </a:lnTo>
                  <a:lnTo>
                    <a:pt x="1632" y="2696"/>
                  </a:lnTo>
                  <a:lnTo>
                    <a:pt x="1668" y="2665"/>
                  </a:lnTo>
                  <a:lnTo>
                    <a:pt x="1703" y="2631"/>
                  </a:lnTo>
                  <a:lnTo>
                    <a:pt x="1737" y="2592"/>
                  </a:lnTo>
                  <a:lnTo>
                    <a:pt x="1769" y="2551"/>
                  </a:lnTo>
                  <a:lnTo>
                    <a:pt x="1799" y="2506"/>
                  </a:lnTo>
                  <a:lnTo>
                    <a:pt x="1829" y="2460"/>
                  </a:lnTo>
                  <a:lnTo>
                    <a:pt x="1854" y="2411"/>
                  </a:lnTo>
                  <a:lnTo>
                    <a:pt x="1878" y="2361"/>
                  </a:lnTo>
                  <a:lnTo>
                    <a:pt x="1899" y="2308"/>
                  </a:lnTo>
                  <a:lnTo>
                    <a:pt x="1918" y="2256"/>
                  </a:lnTo>
                  <a:lnTo>
                    <a:pt x="1933" y="2202"/>
                  </a:lnTo>
                  <a:lnTo>
                    <a:pt x="1946" y="2149"/>
                  </a:lnTo>
                  <a:lnTo>
                    <a:pt x="1955" y="2095"/>
                  </a:lnTo>
                  <a:lnTo>
                    <a:pt x="1960" y="2042"/>
                  </a:lnTo>
                  <a:lnTo>
                    <a:pt x="1962" y="1989"/>
                  </a:lnTo>
                  <a:lnTo>
                    <a:pt x="1962" y="319"/>
                  </a:lnTo>
                  <a:lnTo>
                    <a:pt x="1960" y="269"/>
                  </a:lnTo>
                  <a:lnTo>
                    <a:pt x="1955" y="223"/>
                  </a:lnTo>
                  <a:lnTo>
                    <a:pt x="1946" y="180"/>
                  </a:lnTo>
                  <a:lnTo>
                    <a:pt x="1933" y="143"/>
                  </a:lnTo>
                  <a:lnTo>
                    <a:pt x="1918" y="109"/>
                  </a:lnTo>
                  <a:lnTo>
                    <a:pt x="1899" y="79"/>
                  </a:lnTo>
                  <a:lnTo>
                    <a:pt x="1878" y="54"/>
                  </a:lnTo>
                  <a:lnTo>
                    <a:pt x="1854" y="33"/>
                  </a:lnTo>
                  <a:lnTo>
                    <a:pt x="1829" y="17"/>
                  </a:lnTo>
                  <a:lnTo>
                    <a:pt x="1799" y="7"/>
                  </a:lnTo>
                  <a:lnTo>
                    <a:pt x="1769" y="0"/>
                  </a:lnTo>
                  <a:lnTo>
                    <a:pt x="1737" y="0"/>
                  </a:lnTo>
                  <a:lnTo>
                    <a:pt x="1703" y="4"/>
                  </a:lnTo>
                  <a:lnTo>
                    <a:pt x="1668" y="14"/>
                  </a:lnTo>
                  <a:lnTo>
                    <a:pt x="1632" y="29"/>
                  </a:lnTo>
                  <a:lnTo>
                    <a:pt x="1594" y="50"/>
                  </a:lnTo>
                  <a:close/>
                </a:path>
              </a:pathLst>
            </a:custGeom>
            <a:solidFill>
              <a:srgbClr val="E5E5E5"/>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5985" name="Freeform 47"/>
            <p:cNvSpPr>
              <a:spLocks noEditPoints="1"/>
            </p:cNvSpPr>
            <p:nvPr/>
          </p:nvSpPr>
          <p:spPr bwMode="auto">
            <a:xfrm>
              <a:off x="916" y="1589"/>
              <a:ext cx="697" cy="698"/>
            </a:xfrm>
            <a:custGeom>
              <a:avLst/>
              <a:gdLst>
                <a:gd name="T0" fmla="*/ 16 w 3485"/>
                <a:gd name="T1" fmla="*/ 0 h 3490"/>
                <a:gd name="T2" fmla="*/ 17 w 3485"/>
                <a:gd name="T3" fmla="*/ 2 h 3490"/>
                <a:gd name="T4" fmla="*/ 17 w 3485"/>
                <a:gd name="T5" fmla="*/ 3 h 3490"/>
                <a:gd name="T6" fmla="*/ 14 w 3485"/>
                <a:gd name="T7" fmla="*/ 4 h 3490"/>
                <a:gd name="T8" fmla="*/ 12 w 3485"/>
                <a:gd name="T9" fmla="*/ 4 h 3490"/>
                <a:gd name="T10" fmla="*/ 11 w 3485"/>
                <a:gd name="T11" fmla="*/ 2 h 3490"/>
                <a:gd name="T12" fmla="*/ 11 w 3485"/>
                <a:gd name="T13" fmla="*/ 1 h 3490"/>
                <a:gd name="T14" fmla="*/ 14 w 3485"/>
                <a:gd name="T15" fmla="*/ 0 h 3490"/>
                <a:gd name="T16" fmla="*/ 3 w 3485"/>
                <a:gd name="T17" fmla="*/ 7 h 3490"/>
                <a:gd name="T18" fmla="*/ 4 w 3485"/>
                <a:gd name="T19" fmla="*/ 9 h 3490"/>
                <a:gd name="T20" fmla="*/ 3 w 3485"/>
                <a:gd name="T21" fmla="*/ 12 h 3490"/>
                <a:gd name="T22" fmla="*/ 2 w 3485"/>
                <a:gd name="T23" fmla="*/ 13 h 3490"/>
                <a:gd name="T24" fmla="*/ 1 w 3485"/>
                <a:gd name="T25" fmla="*/ 12 h 3490"/>
                <a:gd name="T26" fmla="*/ 0 w 3485"/>
                <a:gd name="T27" fmla="*/ 10 h 3490"/>
                <a:gd name="T28" fmla="*/ 0 w 3485"/>
                <a:gd name="T29" fmla="*/ 8 h 3490"/>
                <a:gd name="T30" fmla="*/ 2 w 3485"/>
                <a:gd name="T31" fmla="*/ 6 h 3490"/>
                <a:gd name="T32" fmla="*/ 10 w 3485"/>
                <a:gd name="T33" fmla="*/ 20 h 3490"/>
                <a:gd name="T34" fmla="*/ 11 w 3485"/>
                <a:gd name="T35" fmla="*/ 22 h 3490"/>
                <a:gd name="T36" fmla="*/ 11 w 3485"/>
                <a:gd name="T37" fmla="*/ 25 h 3490"/>
                <a:gd name="T38" fmla="*/ 10 w 3485"/>
                <a:gd name="T39" fmla="*/ 27 h 3490"/>
                <a:gd name="T40" fmla="*/ 8 w 3485"/>
                <a:gd name="T41" fmla="*/ 26 h 3490"/>
                <a:gd name="T42" fmla="*/ 7 w 3485"/>
                <a:gd name="T43" fmla="*/ 24 h 3490"/>
                <a:gd name="T44" fmla="*/ 7 w 3485"/>
                <a:gd name="T45" fmla="*/ 22 h 3490"/>
                <a:gd name="T46" fmla="*/ 8 w 3485"/>
                <a:gd name="T47" fmla="*/ 20 h 3490"/>
                <a:gd name="T48" fmla="*/ 20 w 3485"/>
                <a:gd name="T49" fmla="*/ 21 h 3490"/>
                <a:gd name="T50" fmla="*/ 21 w 3485"/>
                <a:gd name="T51" fmla="*/ 23 h 3490"/>
                <a:gd name="T52" fmla="*/ 21 w 3485"/>
                <a:gd name="T53" fmla="*/ 26 h 3490"/>
                <a:gd name="T54" fmla="*/ 20 w 3485"/>
                <a:gd name="T55" fmla="*/ 28 h 3490"/>
                <a:gd name="T56" fmla="*/ 18 w 3485"/>
                <a:gd name="T57" fmla="*/ 28 h 3490"/>
                <a:gd name="T58" fmla="*/ 17 w 3485"/>
                <a:gd name="T59" fmla="*/ 26 h 3490"/>
                <a:gd name="T60" fmla="*/ 17 w 3485"/>
                <a:gd name="T61" fmla="*/ 23 h 3490"/>
                <a:gd name="T62" fmla="*/ 18 w 3485"/>
                <a:gd name="T63" fmla="*/ 21 h 3490"/>
                <a:gd name="T64" fmla="*/ 19 w 3485"/>
                <a:gd name="T65" fmla="*/ 11 h 3490"/>
                <a:gd name="T66" fmla="*/ 20 w 3485"/>
                <a:gd name="T67" fmla="*/ 13 h 3490"/>
                <a:gd name="T68" fmla="*/ 21 w 3485"/>
                <a:gd name="T69" fmla="*/ 15 h 3490"/>
                <a:gd name="T70" fmla="*/ 20 w 3485"/>
                <a:gd name="T71" fmla="*/ 17 h 3490"/>
                <a:gd name="T72" fmla="*/ 18 w 3485"/>
                <a:gd name="T73" fmla="*/ 17 h 3490"/>
                <a:gd name="T74" fmla="*/ 17 w 3485"/>
                <a:gd name="T75" fmla="*/ 16 h 3490"/>
                <a:gd name="T76" fmla="*/ 17 w 3485"/>
                <a:gd name="T77" fmla="*/ 13 h 3490"/>
                <a:gd name="T78" fmla="*/ 18 w 3485"/>
                <a:gd name="T79" fmla="*/ 11 h 3490"/>
                <a:gd name="T80" fmla="*/ 26 w 3485"/>
                <a:gd name="T81" fmla="*/ 7 h 3490"/>
                <a:gd name="T82" fmla="*/ 27 w 3485"/>
                <a:gd name="T83" fmla="*/ 8 h 3490"/>
                <a:gd name="T84" fmla="*/ 27 w 3485"/>
                <a:gd name="T85" fmla="*/ 11 h 3490"/>
                <a:gd name="T86" fmla="*/ 26 w 3485"/>
                <a:gd name="T87" fmla="*/ 13 h 3490"/>
                <a:gd name="T88" fmla="*/ 25 w 3485"/>
                <a:gd name="T89" fmla="*/ 13 h 3490"/>
                <a:gd name="T90" fmla="*/ 24 w 3485"/>
                <a:gd name="T91" fmla="*/ 12 h 3490"/>
                <a:gd name="T92" fmla="*/ 24 w 3485"/>
                <a:gd name="T93" fmla="*/ 9 h 3490"/>
                <a:gd name="T94" fmla="*/ 24 w 3485"/>
                <a:gd name="T95" fmla="*/ 7 h 3490"/>
                <a:gd name="T96" fmla="*/ 26 w 3485"/>
                <a:gd name="T97" fmla="*/ 17 h 3490"/>
                <a:gd name="T98" fmla="*/ 27 w 3485"/>
                <a:gd name="T99" fmla="*/ 18 h 3490"/>
                <a:gd name="T100" fmla="*/ 28 w 3485"/>
                <a:gd name="T101" fmla="*/ 21 h 3490"/>
                <a:gd name="T102" fmla="*/ 27 w 3485"/>
                <a:gd name="T103" fmla="*/ 23 h 3490"/>
                <a:gd name="T104" fmla="*/ 26 w 3485"/>
                <a:gd name="T105" fmla="*/ 24 h 3490"/>
                <a:gd name="T106" fmla="*/ 24 w 3485"/>
                <a:gd name="T107" fmla="*/ 23 h 3490"/>
                <a:gd name="T108" fmla="*/ 24 w 3485"/>
                <a:gd name="T109" fmla="*/ 20 h 3490"/>
                <a:gd name="T110" fmla="*/ 25 w 3485"/>
                <a:gd name="T111" fmla="*/ 18 h 3490"/>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w 3485"/>
                <a:gd name="T169" fmla="*/ 0 h 3490"/>
                <a:gd name="T170" fmla="*/ 3485 w 3485"/>
                <a:gd name="T171" fmla="*/ 3490 h 3490"/>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T168" t="T169" r="T170" b="T171"/>
              <a:pathLst>
                <a:path w="3485" h="3490">
                  <a:moveTo>
                    <a:pt x="1754" y="0"/>
                  </a:moveTo>
                  <a:lnTo>
                    <a:pt x="1797" y="2"/>
                  </a:lnTo>
                  <a:lnTo>
                    <a:pt x="1840" y="5"/>
                  </a:lnTo>
                  <a:lnTo>
                    <a:pt x="1881" y="12"/>
                  </a:lnTo>
                  <a:lnTo>
                    <a:pt x="1921" y="20"/>
                  </a:lnTo>
                  <a:lnTo>
                    <a:pt x="1959" y="31"/>
                  </a:lnTo>
                  <a:lnTo>
                    <a:pt x="1994" y="44"/>
                  </a:lnTo>
                  <a:lnTo>
                    <a:pt x="2028" y="59"/>
                  </a:lnTo>
                  <a:lnTo>
                    <a:pt x="2058" y="74"/>
                  </a:lnTo>
                  <a:lnTo>
                    <a:pt x="2086" y="93"/>
                  </a:lnTo>
                  <a:lnTo>
                    <a:pt x="2111" y="113"/>
                  </a:lnTo>
                  <a:lnTo>
                    <a:pt x="2132" y="133"/>
                  </a:lnTo>
                  <a:lnTo>
                    <a:pt x="2151" y="155"/>
                  </a:lnTo>
                  <a:lnTo>
                    <a:pt x="2165" y="179"/>
                  </a:lnTo>
                  <a:lnTo>
                    <a:pt x="2175" y="203"/>
                  </a:lnTo>
                  <a:lnTo>
                    <a:pt x="2182" y="229"/>
                  </a:lnTo>
                  <a:lnTo>
                    <a:pt x="2185" y="255"/>
                  </a:lnTo>
                  <a:lnTo>
                    <a:pt x="2182" y="281"/>
                  </a:lnTo>
                  <a:lnTo>
                    <a:pt x="2175" y="305"/>
                  </a:lnTo>
                  <a:lnTo>
                    <a:pt x="2165" y="330"/>
                  </a:lnTo>
                  <a:lnTo>
                    <a:pt x="2151" y="353"/>
                  </a:lnTo>
                  <a:lnTo>
                    <a:pt x="2132" y="376"/>
                  </a:lnTo>
                  <a:lnTo>
                    <a:pt x="2111" y="397"/>
                  </a:lnTo>
                  <a:lnTo>
                    <a:pt x="2086" y="417"/>
                  </a:lnTo>
                  <a:lnTo>
                    <a:pt x="2058" y="434"/>
                  </a:lnTo>
                  <a:lnTo>
                    <a:pt x="2028" y="451"/>
                  </a:lnTo>
                  <a:lnTo>
                    <a:pt x="1994" y="466"/>
                  </a:lnTo>
                  <a:lnTo>
                    <a:pt x="1959" y="479"/>
                  </a:lnTo>
                  <a:lnTo>
                    <a:pt x="1921" y="489"/>
                  </a:lnTo>
                  <a:lnTo>
                    <a:pt x="1881" y="498"/>
                  </a:lnTo>
                  <a:lnTo>
                    <a:pt x="1840" y="505"/>
                  </a:lnTo>
                  <a:lnTo>
                    <a:pt x="1797" y="508"/>
                  </a:lnTo>
                  <a:lnTo>
                    <a:pt x="1754" y="509"/>
                  </a:lnTo>
                  <a:lnTo>
                    <a:pt x="1710" y="508"/>
                  </a:lnTo>
                  <a:lnTo>
                    <a:pt x="1667" y="505"/>
                  </a:lnTo>
                  <a:lnTo>
                    <a:pt x="1626" y="498"/>
                  </a:lnTo>
                  <a:lnTo>
                    <a:pt x="1586" y="489"/>
                  </a:lnTo>
                  <a:lnTo>
                    <a:pt x="1548" y="479"/>
                  </a:lnTo>
                  <a:lnTo>
                    <a:pt x="1512" y="466"/>
                  </a:lnTo>
                  <a:lnTo>
                    <a:pt x="1479" y="451"/>
                  </a:lnTo>
                  <a:lnTo>
                    <a:pt x="1449" y="434"/>
                  </a:lnTo>
                  <a:lnTo>
                    <a:pt x="1421" y="417"/>
                  </a:lnTo>
                  <a:lnTo>
                    <a:pt x="1395" y="397"/>
                  </a:lnTo>
                  <a:lnTo>
                    <a:pt x="1374" y="376"/>
                  </a:lnTo>
                  <a:lnTo>
                    <a:pt x="1355" y="353"/>
                  </a:lnTo>
                  <a:lnTo>
                    <a:pt x="1341" y="330"/>
                  </a:lnTo>
                  <a:lnTo>
                    <a:pt x="1331" y="305"/>
                  </a:lnTo>
                  <a:lnTo>
                    <a:pt x="1324" y="281"/>
                  </a:lnTo>
                  <a:lnTo>
                    <a:pt x="1321" y="255"/>
                  </a:lnTo>
                  <a:lnTo>
                    <a:pt x="1324" y="229"/>
                  </a:lnTo>
                  <a:lnTo>
                    <a:pt x="1331" y="203"/>
                  </a:lnTo>
                  <a:lnTo>
                    <a:pt x="1341" y="179"/>
                  </a:lnTo>
                  <a:lnTo>
                    <a:pt x="1355" y="155"/>
                  </a:lnTo>
                  <a:lnTo>
                    <a:pt x="1374" y="133"/>
                  </a:lnTo>
                  <a:lnTo>
                    <a:pt x="1395" y="113"/>
                  </a:lnTo>
                  <a:lnTo>
                    <a:pt x="1421" y="93"/>
                  </a:lnTo>
                  <a:lnTo>
                    <a:pt x="1449" y="74"/>
                  </a:lnTo>
                  <a:lnTo>
                    <a:pt x="1479" y="59"/>
                  </a:lnTo>
                  <a:lnTo>
                    <a:pt x="1512" y="44"/>
                  </a:lnTo>
                  <a:lnTo>
                    <a:pt x="1548" y="31"/>
                  </a:lnTo>
                  <a:lnTo>
                    <a:pt x="1586" y="20"/>
                  </a:lnTo>
                  <a:lnTo>
                    <a:pt x="1626" y="12"/>
                  </a:lnTo>
                  <a:lnTo>
                    <a:pt x="1667" y="5"/>
                  </a:lnTo>
                  <a:lnTo>
                    <a:pt x="1710" y="2"/>
                  </a:lnTo>
                  <a:lnTo>
                    <a:pt x="1754" y="0"/>
                  </a:lnTo>
                  <a:close/>
                  <a:moveTo>
                    <a:pt x="239" y="786"/>
                  </a:moveTo>
                  <a:lnTo>
                    <a:pt x="263" y="788"/>
                  </a:lnTo>
                  <a:lnTo>
                    <a:pt x="287" y="794"/>
                  </a:lnTo>
                  <a:lnTo>
                    <a:pt x="309" y="805"/>
                  </a:lnTo>
                  <a:lnTo>
                    <a:pt x="331" y="819"/>
                  </a:lnTo>
                  <a:lnTo>
                    <a:pt x="352" y="836"/>
                  </a:lnTo>
                  <a:lnTo>
                    <a:pt x="372" y="857"/>
                  </a:lnTo>
                  <a:lnTo>
                    <a:pt x="390" y="882"/>
                  </a:lnTo>
                  <a:lnTo>
                    <a:pt x="407" y="909"/>
                  </a:lnTo>
                  <a:lnTo>
                    <a:pt x="423" y="940"/>
                  </a:lnTo>
                  <a:lnTo>
                    <a:pt x="437" y="971"/>
                  </a:lnTo>
                  <a:lnTo>
                    <a:pt x="448" y="1006"/>
                  </a:lnTo>
                  <a:lnTo>
                    <a:pt x="459" y="1043"/>
                  </a:lnTo>
                  <a:lnTo>
                    <a:pt x="467" y="1081"/>
                  </a:lnTo>
                  <a:lnTo>
                    <a:pt x="473" y="1121"/>
                  </a:lnTo>
                  <a:lnTo>
                    <a:pt x="476" y="1163"/>
                  </a:lnTo>
                  <a:lnTo>
                    <a:pt x="478" y="1206"/>
                  </a:lnTo>
                  <a:lnTo>
                    <a:pt x="476" y="1248"/>
                  </a:lnTo>
                  <a:lnTo>
                    <a:pt x="473" y="1290"/>
                  </a:lnTo>
                  <a:lnTo>
                    <a:pt x="467" y="1330"/>
                  </a:lnTo>
                  <a:lnTo>
                    <a:pt x="459" y="1367"/>
                  </a:lnTo>
                  <a:lnTo>
                    <a:pt x="448" y="1405"/>
                  </a:lnTo>
                  <a:lnTo>
                    <a:pt x="437" y="1439"/>
                  </a:lnTo>
                  <a:lnTo>
                    <a:pt x="423" y="1472"/>
                  </a:lnTo>
                  <a:lnTo>
                    <a:pt x="407" y="1501"/>
                  </a:lnTo>
                  <a:lnTo>
                    <a:pt x="390" y="1528"/>
                  </a:lnTo>
                  <a:lnTo>
                    <a:pt x="372" y="1553"/>
                  </a:lnTo>
                  <a:lnTo>
                    <a:pt x="352" y="1574"/>
                  </a:lnTo>
                  <a:lnTo>
                    <a:pt x="331" y="1591"/>
                  </a:lnTo>
                  <a:lnTo>
                    <a:pt x="309" y="1605"/>
                  </a:lnTo>
                  <a:lnTo>
                    <a:pt x="287" y="1616"/>
                  </a:lnTo>
                  <a:lnTo>
                    <a:pt x="263" y="1622"/>
                  </a:lnTo>
                  <a:lnTo>
                    <a:pt x="239" y="1624"/>
                  </a:lnTo>
                  <a:lnTo>
                    <a:pt x="214" y="1622"/>
                  </a:lnTo>
                  <a:lnTo>
                    <a:pt x="191" y="1616"/>
                  </a:lnTo>
                  <a:lnTo>
                    <a:pt x="168" y="1605"/>
                  </a:lnTo>
                  <a:lnTo>
                    <a:pt x="146" y="1591"/>
                  </a:lnTo>
                  <a:lnTo>
                    <a:pt x="125" y="1574"/>
                  </a:lnTo>
                  <a:lnTo>
                    <a:pt x="105" y="1553"/>
                  </a:lnTo>
                  <a:lnTo>
                    <a:pt x="87" y="1528"/>
                  </a:lnTo>
                  <a:lnTo>
                    <a:pt x="70" y="1501"/>
                  </a:lnTo>
                  <a:lnTo>
                    <a:pt x="55" y="1472"/>
                  </a:lnTo>
                  <a:lnTo>
                    <a:pt x="41" y="1439"/>
                  </a:lnTo>
                  <a:lnTo>
                    <a:pt x="29" y="1405"/>
                  </a:lnTo>
                  <a:lnTo>
                    <a:pt x="18" y="1367"/>
                  </a:lnTo>
                  <a:lnTo>
                    <a:pt x="10" y="1330"/>
                  </a:lnTo>
                  <a:lnTo>
                    <a:pt x="4" y="1290"/>
                  </a:lnTo>
                  <a:lnTo>
                    <a:pt x="1" y="1248"/>
                  </a:lnTo>
                  <a:lnTo>
                    <a:pt x="0" y="1206"/>
                  </a:lnTo>
                  <a:lnTo>
                    <a:pt x="1" y="1163"/>
                  </a:lnTo>
                  <a:lnTo>
                    <a:pt x="4" y="1121"/>
                  </a:lnTo>
                  <a:lnTo>
                    <a:pt x="10" y="1081"/>
                  </a:lnTo>
                  <a:lnTo>
                    <a:pt x="18" y="1043"/>
                  </a:lnTo>
                  <a:lnTo>
                    <a:pt x="29" y="1006"/>
                  </a:lnTo>
                  <a:lnTo>
                    <a:pt x="41" y="971"/>
                  </a:lnTo>
                  <a:lnTo>
                    <a:pt x="55" y="940"/>
                  </a:lnTo>
                  <a:lnTo>
                    <a:pt x="70" y="909"/>
                  </a:lnTo>
                  <a:lnTo>
                    <a:pt x="87" y="882"/>
                  </a:lnTo>
                  <a:lnTo>
                    <a:pt x="105" y="857"/>
                  </a:lnTo>
                  <a:lnTo>
                    <a:pt x="125" y="836"/>
                  </a:lnTo>
                  <a:lnTo>
                    <a:pt x="146" y="819"/>
                  </a:lnTo>
                  <a:lnTo>
                    <a:pt x="168" y="805"/>
                  </a:lnTo>
                  <a:lnTo>
                    <a:pt x="191" y="794"/>
                  </a:lnTo>
                  <a:lnTo>
                    <a:pt x="214" y="788"/>
                  </a:lnTo>
                  <a:lnTo>
                    <a:pt x="239" y="786"/>
                  </a:lnTo>
                  <a:close/>
                  <a:moveTo>
                    <a:pt x="1119" y="2495"/>
                  </a:moveTo>
                  <a:lnTo>
                    <a:pt x="1143" y="2498"/>
                  </a:lnTo>
                  <a:lnTo>
                    <a:pt x="1167" y="2504"/>
                  </a:lnTo>
                  <a:lnTo>
                    <a:pt x="1190" y="2514"/>
                  </a:lnTo>
                  <a:lnTo>
                    <a:pt x="1211" y="2528"/>
                  </a:lnTo>
                  <a:lnTo>
                    <a:pt x="1232" y="2546"/>
                  </a:lnTo>
                  <a:lnTo>
                    <a:pt x="1252" y="2567"/>
                  </a:lnTo>
                  <a:lnTo>
                    <a:pt x="1271" y="2592"/>
                  </a:lnTo>
                  <a:lnTo>
                    <a:pt x="1288" y="2618"/>
                  </a:lnTo>
                  <a:lnTo>
                    <a:pt x="1304" y="2648"/>
                  </a:lnTo>
                  <a:lnTo>
                    <a:pt x="1318" y="2681"/>
                  </a:lnTo>
                  <a:lnTo>
                    <a:pt x="1329" y="2715"/>
                  </a:lnTo>
                  <a:lnTo>
                    <a:pt x="1340" y="2752"/>
                  </a:lnTo>
                  <a:lnTo>
                    <a:pt x="1348" y="2790"/>
                  </a:lnTo>
                  <a:lnTo>
                    <a:pt x="1354" y="2830"/>
                  </a:lnTo>
                  <a:lnTo>
                    <a:pt x="1358" y="2872"/>
                  </a:lnTo>
                  <a:lnTo>
                    <a:pt x="1359" y="2914"/>
                  </a:lnTo>
                  <a:lnTo>
                    <a:pt x="1358" y="2956"/>
                  </a:lnTo>
                  <a:lnTo>
                    <a:pt x="1354" y="2998"/>
                  </a:lnTo>
                  <a:lnTo>
                    <a:pt x="1348" y="3038"/>
                  </a:lnTo>
                  <a:lnTo>
                    <a:pt x="1340" y="3077"/>
                  </a:lnTo>
                  <a:lnTo>
                    <a:pt x="1329" y="3113"/>
                  </a:lnTo>
                  <a:lnTo>
                    <a:pt x="1318" y="3147"/>
                  </a:lnTo>
                  <a:lnTo>
                    <a:pt x="1304" y="3180"/>
                  </a:lnTo>
                  <a:lnTo>
                    <a:pt x="1288" y="3209"/>
                  </a:lnTo>
                  <a:lnTo>
                    <a:pt x="1271" y="3238"/>
                  </a:lnTo>
                  <a:lnTo>
                    <a:pt x="1252" y="3261"/>
                  </a:lnTo>
                  <a:lnTo>
                    <a:pt x="1232" y="3282"/>
                  </a:lnTo>
                  <a:lnTo>
                    <a:pt x="1211" y="3301"/>
                  </a:lnTo>
                  <a:lnTo>
                    <a:pt x="1190" y="3315"/>
                  </a:lnTo>
                  <a:lnTo>
                    <a:pt x="1167" y="3325"/>
                  </a:lnTo>
                  <a:lnTo>
                    <a:pt x="1143" y="3331"/>
                  </a:lnTo>
                  <a:lnTo>
                    <a:pt x="1119" y="3334"/>
                  </a:lnTo>
                  <a:lnTo>
                    <a:pt x="1094" y="3331"/>
                  </a:lnTo>
                  <a:lnTo>
                    <a:pt x="1070" y="3325"/>
                  </a:lnTo>
                  <a:lnTo>
                    <a:pt x="1048" y="3315"/>
                  </a:lnTo>
                  <a:lnTo>
                    <a:pt x="1026" y="3301"/>
                  </a:lnTo>
                  <a:lnTo>
                    <a:pt x="1005" y="3282"/>
                  </a:lnTo>
                  <a:lnTo>
                    <a:pt x="985" y="3261"/>
                  </a:lnTo>
                  <a:lnTo>
                    <a:pt x="967" y="3238"/>
                  </a:lnTo>
                  <a:lnTo>
                    <a:pt x="950" y="3209"/>
                  </a:lnTo>
                  <a:lnTo>
                    <a:pt x="935" y="3180"/>
                  </a:lnTo>
                  <a:lnTo>
                    <a:pt x="921" y="3147"/>
                  </a:lnTo>
                  <a:lnTo>
                    <a:pt x="909" y="3113"/>
                  </a:lnTo>
                  <a:lnTo>
                    <a:pt x="898" y="3077"/>
                  </a:lnTo>
                  <a:lnTo>
                    <a:pt x="890" y="3038"/>
                  </a:lnTo>
                  <a:lnTo>
                    <a:pt x="884" y="2998"/>
                  </a:lnTo>
                  <a:lnTo>
                    <a:pt x="881" y="2956"/>
                  </a:lnTo>
                  <a:lnTo>
                    <a:pt x="880" y="2914"/>
                  </a:lnTo>
                  <a:lnTo>
                    <a:pt x="881" y="2872"/>
                  </a:lnTo>
                  <a:lnTo>
                    <a:pt x="884" y="2830"/>
                  </a:lnTo>
                  <a:lnTo>
                    <a:pt x="890" y="2790"/>
                  </a:lnTo>
                  <a:lnTo>
                    <a:pt x="898" y="2752"/>
                  </a:lnTo>
                  <a:lnTo>
                    <a:pt x="909" y="2715"/>
                  </a:lnTo>
                  <a:lnTo>
                    <a:pt x="921" y="2681"/>
                  </a:lnTo>
                  <a:lnTo>
                    <a:pt x="935" y="2648"/>
                  </a:lnTo>
                  <a:lnTo>
                    <a:pt x="950" y="2618"/>
                  </a:lnTo>
                  <a:lnTo>
                    <a:pt x="967" y="2592"/>
                  </a:lnTo>
                  <a:lnTo>
                    <a:pt x="985" y="2567"/>
                  </a:lnTo>
                  <a:lnTo>
                    <a:pt x="1005" y="2546"/>
                  </a:lnTo>
                  <a:lnTo>
                    <a:pt x="1026" y="2528"/>
                  </a:lnTo>
                  <a:lnTo>
                    <a:pt x="1048" y="2514"/>
                  </a:lnTo>
                  <a:lnTo>
                    <a:pt x="1070" y="2504"/>
                  </a:lnTo>
                  <a:lnTo>
                    <a:pt x="1094" y="2498"/>
                  </a:lnTo>
                  <a:lnTo>
                    <a:pt x="1119" y="2495"/>
                  </a:lnTo>
                  <a:close/>
                  <a:moveTo>
                    <a:pt x="2380" y="2651"/>
                  </a:moveTo>
                  <a:lnTo>
                    <a:pt x="2405" y="2654"/>
                  </a:lnTo>
                  <a:lnTo>
                    <a:pt x="2428" y="2660"/>
                  </a:lnTo>
                  <a:lnTo>
                    <a:pt x="2452" y="2670"/>
                  </a:lnTo>
                  <a:lnTo>
                    <a:pt x="2473" y="2684"/>
                  </a:lnTo>
                  <a:lnTo>
                    <a:pt x="2494" y="2703"/>
                  </a:lnTo>
                  <a:lnTo>
                    <a:pt x="2514" y="2724"/>
                  </a:lnTo>
                  <a:lnTo>
                    <a:pt x="2533" y="2747"/>
                  </a:lnTo>
                  <a:lnTo>
                    <a:pt x="2550" y="2774"/>
                  </a:lnTo>
                  <a:lnTo>
                    <a:pt x="2565" y="2805"/>
                  </a:lnTo>
                  <a:lnTo>
                    <a:pt x="2580" y="2838"/>
                  </a:lnTo>
                  <a:lnTo>
                    <a:pt x="2591" y="2872"/>
                  </a:lnTo>
                  <a:lnTo>
                    <a:pt x="2602" y="2908"/>
                  </a:lnTo>
                  <a:lnTo>
                    <a:pt x="2610" y="2947"/>
                  </a:lnTo>
                  <a:lnTo>
                    <a:pt x="2616" y="2987"/>
                  </a:lnTo>
                  <a:lnTo>
                    <a:pt x="2619" y="3029"/>
                  </a:lnTo>
                  <a:lnTo>
                    <a:pt x="2621" y="3071"/>
                  </a:lnTo>
                  <a:lnTo>
                    <a:pt x="2619" y="3113"/>
                  </a:lnTo>
                  <a:lnTo>
                    <a:pt x="2616" y="3155"/>
                  </a:lnTo>
                  <a:lnTo>
                    <a:pt x="2610" y="3195"/>
                  </a:lnTo>
                  <a:lnTo>
                    <a:pt x="2602" y="3233"/>
                  </a:lnTo>
                  <a:lnTo>
                    <a:pt x="2591" y="3270"/>
                  </a:lnTo>
                  <a:lnTo>
                    <a:pt x="2580" y="3304"/>
                  </a:lnTo>
                  <a:lnTo>
                    <a:pt x="2565" y="3337"/>
                  </a:lnTo>
                  <a:lnTo>
                    <a:pt x="2550" y="3367"/>
                  </a:lnTo>
                  <a:lnTo>
                    <a:pt x="2533" y="3393"/>
                  </a:lnTo>
                  <a:lnTo>
                    <a:pt x="2514" y="3418"/>
                  </a:lnTo>
                  <a:lnTo>
                    <a:pt x="2494" y="3439"/>
                  </a:lnTo>
                  <a:lnTo>
                    <a:pt x="2473" y="3457"/>
                  </a:lnTo>
                  <a:lnTo>
                    <a:pt x="2452" y="3471"/>
                  </a:lnTo>
                  <a:lnTo>
                    <a:pt x="2428" y="3481"/>
                  </a:lnTo>
                  <a:lnTo>
                    <a:pt x="2405" y="3487"/>
                  </a:lnTo>
                  <a:lnTo>
                    <a:pt x="2380" y="3490"/>
                  </a:lnTo>
                  <a:lnTo>
                    <a:pt x="2356" y="3487"/>
                  </a:lnTo>
                  <a:lnTo>
                    <a:pt x="2332" y="3481"/>
                  </a:lnTo>
                  <a:lnTo>
                    <a:pt x="2310" y="3471"/>
                  </a:lnTo>
                  <a:lnTo>
                    <a:pt x="2288" y="3457"/>
                  </a:lnTo>
                  <a:lnTo>
                    <a:pt x="2267" y="3439"/>
                  </a:lnTo>
                  <a:lnTo>
                    <a:pt x="2248" y="3418"/>
                  </a:lnTo>
                  <a:lnTo>
                    <a:pt x="2229" y="3393"/>
                  </a:lnTo>
                  <a:lnTo>
                    <a:pt x="2212" y="3367"/>
                  </a:lnTo>
                  <a:lnTo>
                    <a:pt x="2196" y="3337"/>
                  </a:lnTo>
                  <a:lnTo>
                    <a:pt x="2182" y="3304"/>
                  </a:lnTo>
                  <a:lnTo>
                    <a:pt x="2171" y="3270"/>
                  </a:lnTo>
                  <a:lnTo>
                    <a:pt x="2160" y="3233"/>
                  </a:lnTo>
                  <a:lnTo>
                    <a:pt x="2152" y="3195"/>
                  </a:lnTo>
                  <a:lnTo>
                    <a:pt x="2146" y="3155"/>
                  </a:lnTo>
                  <a:lnTo>
                    <a:pt x="2142" y="3113"/>
                  </a:lnTo>
                  <a:lnTo>
                    <a:pt x="2141" y="3071"/>
                  </a:lnTo>
                  <a:lnTo>
                    <a:pt x="2142" y="3029"/>
                  </a:lnTo>
                  <a:lnTo>
                    <a:pt x="2146" y="2987"/>
                  </a:lnTo>
                  <a:lnTo>
                    <a:pt x="2152" y="2947"/>
                  </a:lnTo>
                  <a:lnTo>
                    <a:pt x="2160" y="2908"/>
                  </a:lnTo>
                  <a:lnTo>
                    <a:pt x="2171" y="2872"/>
                  </a:lnTo>
                  <a:lnTo>
                    <a:pt x="2182" y="2838"/>
                  </a:lnTo>
                  <a:lnTo>
                    <a:pt x="2196" y="2805"/>
                  </a:lnTo>
                  <a:lnTo>
                    <a:pt x="2212" y="2774"/>
                  </a:lnTo>
                  <a:lnTo>
                    <a:pt x="2229" y="2747"/>
                  </a:lnTo>
                  <a:lnTo>
                    <a:pt x="2248" y="2724"/>
                  </a:lnTo>
                  <a:lnTo>
                    <a:pt x="2267" y="2703"/>
                  </a:lnTo>
                  <a:lnTo>
                    <a:pt x="2288" y="2684"/>
                  </a:lnTo>
                  <a:lnTo>
                    <a:pt x="2310" y="2670"/>
                  </a:lnTo>
                  <a:lnTo>
                    <a:pt x="2332" y="2660"/>
                  </a:lnTo>
                  <a:lnTo>
                    <a:pt x="2356" y="2654"/>
                  </a:lnTo>
                  <a:lnTo>
                    <a:pt x="2380" y="2651"/>
                  </a:lnTo>
                  <a:close/>
                  <a:moveTo>
                    <a:pt x="2342" y="1355"/>
                  </a:moveTo>
                  <a:lnTo>
                    <a:pt x="2366" y="1357"/>
                  </a:lnTo>
                  <a:lnTo>
                    <a:pt x="2390" y="1363"/>
                  </a:lnTo>
                  <a:lnTo>
                    <a:pt x="2412" y="1373"/>
                  </a:lnTo>
                  <a:lnTo>
                    <a:pt x="2434" y="1387"/>
                  </a:lnTo>
                  <a:lnTo>
                    <a:pt x="2455" y="1405"/>
                  </a:lnTo>
                  <a:lnTo>
                    <a:pt x="2475" y="1426"/>
                  </a:lnTo>
                  <a:lnTo>
                    <a:pt x="2493" y="1451"/>
                  </a:lnTo>
                  <a:lnTo>
                    <a:pt x="2510" y="1478"/>
                  </a:lnTo>
                  <a:lnTo>
                    <a:pt x="2526" y="1507"/>
                  </a:lnTo>
                  <a:lnTo>
                    <a:pt x="2540" y="1540"/>
                  </a:lnTo>
                  <a:lnTo>
                    <a:pt x="2551" y="1574"/>
                  </a:lnTo>
                  <a:lnTo>
                    <a:pt x="2562" y="1611"/>
                  </a:lnTo>
                  <a:lnTo>
                    <a:pt x="2570" y="1649"/>
                  </a:lnTo>
                  <a:lnTo>
                    <a:pt x="2576" y="1689"/>
                  </a:lnTo>
                  <a:lnTo>
                    <a:pt x="2580" y="1731"/>
                  </a:lnTo>
                  <a:lnTo>
                    <a:pt x="2581" y="1773"/>
                  </a:lnTo>
                  <a:lnTo>
                    <a:pt x="2580" y="1815"/>
                  </a:lnTo>
                  <a:lnTo>
                    <a:pt x="2576" y="1858"/>
                  </a:lnTo>
                  <a:lnTo>
                    <a:pt x="2570" y="1897"/>
                  </a:lnTo>
                  <a:lnTo>
                    <a:pt x="2562" y="1936"/>
                  </a:lnTo>
                  <a:lnTo>
                    <a:pt x="2551" y="1972"/>
                  </a:lnTo>
                  <a:lnTo>
                    <a:pt x="2540" y="2008"/>
                  </a:lnTo>
                  <a:lnTo>
                    <a:pt x="2526" y="2039"/>
                  </a:lnTo>
                  <a:lnTo>
                    <a:pt x="2510" y="2070"/>
                  </a:lnTo>
                  <a:lnTo>
                    <a:pt x="2493" y="2097"/>
                  </a:lnTo>
                  <a:lnTo>
                    <a:pt x="2475" y="2121"/>
                  </a:lnTo>
                  <a:lnTo>
                    <a:pt x="2455" y="2142"/>
                  </a:lnTo>
                  <a:lnTo>
                    <a:pt x="2434" y="2160"/>
                  </a:lnTo>
                  <a:lnTo>
                    <a:pt x="2412" y="2174"/>
                  </a:lnTo>
                  <a:lnTo>
                    <a:pt x="2390" y="2185"/>
                  </a:lnTo>
                  <a:lnTo>
                    <a:pt x="2366" y="2191"/>
                  </a:lnTo>
                  <a:lnTo>
                    <a:pt x="2342" y="2193"/>
                  </a:lnTo>
                  <a:lnTo>
                    <a:pt x="2317" y="2191"/>
                  </a:lnTo>
                  <a:lnTo>
                    <a:pt x="2294" y="2185"/>
                  </a:lnTo>
                  <a:lnTo>
                    <a:pt x="2270" y="2174"/>
                  </a:lnTo>
                  <a:lnTo>
                    <a:pt x="2249" y="2160"/>
                  </a:lnTo>
                  <a:lnTo>
                    <a:pt x="2228" y="2142"/>
                  </a:lnTo>
                  <a:lnTo>
                    <a:pt x="2208" y="2121"/>
                  </a:lnTo>
                  <a:lnTo>
                    <a:pt x="2189" y="2097"/>
                  </a:lnTo>
                  <a:lnTo>
                    <a:pt x="2173" y="2070"/>
                  </a:lnTo>
                  <a:lnTo>
                    <a:pt x="2157" y="2039"/>
                  </a:lnTo>
                  <a:lnTo>
                    <a:pt x="2142" y="2008"/>
                  </a:lnTo>
                  <a:lnTo>
                    <a:pt x="2131" y="1972"/>
                  </a:lnTo>
                  <a:lnTo>
                    <a:pt x="2120" y="1936"/>
                  </a:lnTo>
                  <a:lnTo>
                    <a:pt x="2112" y="1897"/>
                  </a:lnTo>
                  <a:lnTo>
                    <a:pt x="2106" y="1858"/>
                  </a:lnTo>
                  <a:lnTo>
                    <a:pt x="2103" y="1815"/>
                  </a:lnTo>
                  <a:lnTo>
                    <a:pt x="2101" y="1773"/>
                  </a:lnTo>
                  <a:lnTo>
                    <a:pt x="2103" y="1731"/>
                  </a:lnTo>
                  <a:lnTo>
                    <a:pt x="2106" y="1689"/>
                  </a:lnTo>
                  <a:lnTo>
                    <a:pt x="2112" y="1649"/>
                  </a:lnTo>
                  <a:lnTo>
                    <a:pt x="2120" y="1611"/>
                  </a:lnTo>
                  <a:lnTo>
                    <a:pt x="2131" y="1574"/>
                  </a:lnTo>
                  <a:lnTo>
                    <a:pt x="2142" y="1540"/>
                  </a:lnTo>
                  <a:lnTo>
                    <a:pt x="2157" y="1507"/>
                  </a:lnTo>
                  <a:lnTo>
                    <a:pt x="2173" y="1478"/>
                  </a:lnTo>
                  <a:lnTo>
                    <a:pt x="2189" y="1451"/>
                  </a:lnTo>
                  <a:lnTo>
                    <a:pt x="2208" y="1426"/>
                  </a:lnTo>
                  <a:lnTo>
                    <a:pt x="2228" y="1405"/>
                  </a:lnTo>
                  <a:lnTo>
                    <a:pt x="2249" y="1387"/>
                  </a:lnTo>
                  <a:lnTo>
                    <a:pt x="2270" y="1373"/>
                  </a:lnTo>
                  <a:lnTo>
                    <a:pt x="2294" y="1363"/>
                  </a:lnTo>
                  <a:lnTo>
                    <a:pt x="2317" y="1357"/>
                  </a:lnTo>
                  <a:lnTo>
                    <a:pt x="2342" y="1355"/>
                  </a:lnTo>
                  <a:close/>
                  <a:moveTo>
                    <a:pt x="3179" y="819"/>
                  </a:moveTo>
                  <a:lnTo>
                    <a:pt x="3204" y="821"/>
                  </a:lnTo>
                  <a:lnTo>
                    <a:pt x="3227" y="827"/>
                  </a:lnTo>
                  <a:lnTo>
                    <a:pt x="3250" y="838"/>
                  </a:lnTo>
                  <a:lnTo>
                    <a:pt x="3272" y="852"/>
                  </a:lnTo>
                  <a:lnTo>
                    <a:pt x="3293" y="869"/>
                  </a:lnTo>
                  <a:lnTo>
                    <a:pt x="3312" y="890"/>
                  </a:lnTo>
                  <a:lnTo>
                    <a:pt x="3331" y="915"/>
                  </a:lnTo>
                  <a:lnTo>
                    <a:pt x="3348" y="942"/>
                  </a:lnTo>
                  <a:lnTo>
                    <a:pt x="3363" y="971"/>
                  </a:lnTo>
                  <a:lnTo>
                    <a:pt x="3377" y="1004"/>
                  </a:lnTo>
                  <a:lnTo>
                    <a:pt x="3389" y="1038"/>
                  </a:lnTo>
                  <a:lnTo>
                    <a:pt x="3400" y="1076"/>
                  </a:lnTo>
                  <a:lnTo>
                    <a:pt x="3408" y="1113"/>
                  </a:lnTo>
                  <a:lnTo>
                    <a:pt x="3414" y="1153"/>
                  </a:lnTo>
                  <a:lnTo>
                    <a:pt x="3417" y="1195"/>
                  </a:lnTo>
                  <a:lnTo>
                    <a:pt x="3418" y="1237"/>
                  </a:lnTo>
                  <a:lnTo>
                    <a:pt x="3417" y="1280"/>
                  </a:lnTo>
                  <a:lnTo>
                    <a:pt x="3414" y="1322"/>
                  </a:lnTo>
                  <a:lnTo>
                    <a:pt x="3408" y="1362"/>
                  </a:lnTo>
                  <a:lnTo>
                    <a:pt x="3400" y="1399"/>
                  </a:lnTo>
                  <a:lnTo>
                    <a:pt x="3389" y="1437"/>
                  </a:lnTo>
                  <a:lnTo>
                    <a:pt x="3377" y="1471"/>
                  </a:lnTo>
                  <a:lnTo>
                    <a:pt x="3363" y="1503"/>
                  </a:lnTo>
                  <a:lnTo>
                    <a:pt x="3348" y="1533"/>
                  </a:lnTo>
                  <a:lnTo>
                    <a:pt x="3331" y="1560"/>
                  </a:lnTo>
                  <a:lnTo>
                    <a:pt x="3312" y="1584"/>
                  </a:lnTo>
                  <a:lnTo>
                    <a:pt x="3293" y="1605"/>
                  </a:lnTo>
                  <a:lnTo>
                    <a:pt x="3272" y="1623"/>
                  </a:lnTo>
                  <a:lnTo>
                    <a:pt x="3250" y="1637"/>
                  </a:lnTo>
                  <a:lnTo>
                    <a:pt x="3227" y="1648"/>
                  </a:lnTo>
                  <a:lnTo>
                    <a:pt x="3204" y="1654"/>
                  </a:lnTo>
                  <a:lnTo>
                    <a:pt x="3179" y="1656"/>
                  </a:lnTo>
                  <a:lnTo>
                    <a:pt x="3155" y="1654"/>
                  </a:lnTo>
                  <a:lnTo>
                    <a:pt x="3131" y="1648"/>
                  </a:lnTo>
                  <a:lnTo>
                    <a:pt x="3108" y="1637"/>
                  </a:lnTo>
                  <a:lnTo>
                    <a:pt x="3087" y="1623"/>
                  </a:lnTo>
                  <a:lnTo>
                    <a:pt x="3066" y="1605"/>
                  </a:lnTo>
                  <a:lnTo>
                    <a:pt x="3046" y="1584"/>
                  </a:lnTo>
                  <a:lnTo>
                    <a:pt x="3027" y="1560"/>
                  </a:lnTo>
                  <a:lnTo>
                    <a:pt x="3011" y="1533"/>
                  </a:lnTo>
                  <a:lnTo>
                    <a:pt x="2994" y="1503"/>
                  </a:lnTo>
                  <a:lnTo>
                    <a:pt x="2980" y="1471"/>
                  </a:lnTo>
                  <a:lnTo>
                    <a:pt x="2968" y="1437"/>
                  </a:lnTo>
                  <a:lnTo>
                    <a:pt x="2958" y="1399"/>
                  </a:lnTo>
                  <a:lnTo>
                    <a:pt x="2950" y="1362"/>
                  </a:lnTo>
                  <a:lnTo>
                    <a:pt x="2944" y="1322"/>
                  </a:lnTo>
                  <a:lnTo>
                    <a:pt x="2940" y="1280"/>
                  </a:lnTo>
                  <a:lnTo>
                    <a:pt x="2939" y="1237"/>
                  </a:lnTo>
                  <a:lnTo>
                    <a:pt x="2940" y="1195"/>
                  </a:lnTo>
                  <a:lnTo>
                    <a:pt x="2944" y="1153"/>
                  </a:lnTo>
                  <a:lnTo>
                    <a:pt x="2950" y="1113"/>
                  </a:lnTo>
                  <a:lnTo>
                    <a:pt x="2958" y="1076"/>
                  </a:lnTo>
                  <a:lnTo>
                    <a:pt x="2968" y="1038"/>
                  </a:lnTo>
                  <a:lnTo>
                    <a:pt x="2980" y="1004"/>
                  </a:lnTo>
                  <a:lnTo>
                    <a:pt x="2994" y="971"/>
                  </a:lnTo>
                  <a:lnTo>
                    <a:pt x="3011" y="942"/>
                  </a:lnTo>
                  <a:lnTo>
                    <a:pt x="3027" y="915"/>
                  </a:lnTo>
                  <a:lnTo>
                    <a:pt x="3046" y="890"/>
                  </a:lnTo>
                  <a:lnTo>
                    <a:pt x="3066" y="869"/>
                  </a:lnTo>
                  <a:lnTo>
                    <a:pt x="3087" y="852"/>
                  </a:lnTo>
                  <a:lnTo>
                    <a:pt x="3108" y="838"/>
                  </a:lnTo>
                  <a:lnTo>
                    <a:pt x="3131" y="827"/>
                  </a:lnTo>
                  <a:lnTo>
                    <a:pt x="3155" y="821"/>
                  </a:lnTo>
                  <a:lnTo>
                    <a:pt x="3179" y="819"/>
                  </a:lnTo>
                  <a:close/>
                  <a:moveTo>
                    <a:pt x="3246" y="2144"/>
                  </a:moveTo>
                  <a:lnTo>
                    <a:pt x="3271" y="2146"/>
                  </a:lnTo>
                  <a:lnTo>
                    <a:pt x="3294" y="2152"/>
                  </a:lnTo>
                  <a:lnTo>
                    <a:pt x="3316" y="2162"/>
                  </a:lnTo>
                  <a:lnTo>
                    <a:pt x="3339" y="2176"/>
                  </a:lnTo>
                  <a:lnTo>
                    <a:pt x="3360" y="2194"/>
                  </a:lnTo>
                  <a:lnTo>
                    <a:pt x="3380" y="2215"/>
                  </a:lnTo>
                  <a:lnTo>
                    <a:pt x="3397" y="2240"/>
                  </a:lnTo>
                  <a:lnTo>
                    <a:pt x="3415" y="2267"/>
                  </a:lnTo>
                  <a:lnTo>
                    <a:pt x="3430" y="2296"/>
                  </a:lnTo>
                  <a:lnTo>
                    <a:pt x="3444" y="2329"/>
                  </a:lnTo>
                  <a:lnTo>
                    <a:pt x="3456" y="2363"/>
                  </a:lnTo>
                  <a:lnTo>
                    <a:pt x="3466" y="2400"/>
                  </a:lnTo>
                  <a:lnTo>
                    <a:pt x="3475" y="2438"/>
                  </a:lnTo>
                  <a:lnTo>
                    <a:pt x="3480" y="2478"/>
                  </a:lnTo>
                  <a:lnTo>
                    <a:pt x="3484" y="2520"/>
                  </a:lnTo>
                  <a:lnTo>
                    <a:pt x="3485" y="2562"/>
                  </a:lnTo>
                  <a:lnTo>
                    <a:pt x="3484" y="2604"/>
                  </a:lnTo>
                  <a:lnTo>
                    <a:pt x="3480" y="2647"/>
                  </a:lnTo>
                  <a:lnTo>
                    <a:pt x="3475" y="2686"/>
                  </a:lnTo>
                  <a:lnTo>
                    <a:pt x="3466" y="2725"/>
                  </a:lnTo>
                  <a:lnTo>
                    <a:pt x="3456" y="2762"/>
                  </a:lnTo>
                  <a:lnTo>
                    <a:pt x="3444" y="2796"/>
                  </a:lnTo>
                  <a:lnTo>
                    <a:pt x="3430" y="2828"/>
                  </a:lnTo>
                  <a:lnTo>
                    <a:pt x="3415" y="2858"/>
                  </a:lnTo>
                  <a:lnTo>
                    <a:pt x="3397" y="2886"/>
                  </a:lnTo>
                  <a:lnTo>
                    <a:pt x="3380" y="2909"/>
                  </a:lnTo>
                  <a:lnTo>
                    <a:pt x="3360" y="2930"/>
                  </a:lnTo>
                  <a:lnTo>
                    <a:pt x="3339" y="2949"/>
                  </a:lnTo>
                  <a:lnTo>
                    <a:pt x="3316" y="2963"/>
                  </a:lnTo>
                  <a:lnTo>
                    <a:pt x="3294" y="2974"/>
                  </a:lnTo>
                  <a:lnTo>
                    <a:pt x="3271" y="2980"/>
                  </a:lnTo>
                  <a:lnTo>
                    <a:pt x="3246" y="2982"/>
                  </a:lnTo>
                  <a:lnTo>
                    <a:pt x="3222" y="2980"/>
                  </a:lnTo>
                  <a:lnTo>
                    <a:pt x="3198" y="2974"/>
                  </a:lnTo>
                  <a:lnTo>
                    <a:pt x="3176" y="2963"/>
                  </a:lnTo>
                  <a:lnTo>
                    <a:pt x="3154" y="2949"/>
                  </a:lnTo>
                  <a:lnTo>
                    <a:pt x="3133" y="2930"/>
                  </a:lnTo>
                  <a:lnTo>
                    <a:pt x="3113" y="2909"/>
                  </a:lnTo>
                  <a:lnTo>
                    <a:pt x="3095" y="2886"/>
                  </a:lnTo>
                  <a:lnTo>
                    <a:pt x="3077" y="2858"/>
                  </a:lnTo>
                  <a:lnTo>
                    <a:pt x="3062" y="2828"/>
                  </a:lnTo>
                  <a:lnTo>
                    <a:pt x="3048" y="2796"/>
                  </a:lnTo>
                  <a:lnTo>
                    <a:pt x="3036" y="2762"/>
                  </a:lnTo>
                  <a:lnTo>
                    <a:pt x="3026" y="2725"/>
                  </a:lnTo>
                  <a:lnTo>
                    <a:pt x="3018" y="2686"/>
                  </a:lnTo>
                  <a:lnTo>
                    <a:pt x="3012" y="2647"/>
                  </a:lnTo>
                  <a:lnTo>
                    <a:pt x="3008" y="2604"/>
                  </a:lnTo>
                  <a:lnTo>
                    <a:pt x="3007" y="2562"/>
                  </a:lnTo>
                  <a:lnTo>
                    <a:pt x="3008" y="2520"/>
                  </a:lnTo>
                  <a:lnTo>
                    <a:pt x="3012" y="2478"/>
                  </a:lnTo>
                  <a:lnTo>
                    <a:pt x="3018" y="2438"/>
                  </a:lnTo>
                  <a:lnTo>
                    <a:pt x="3026" y="2400"/>
                  </a:lnTo>
                  <a:lnTo>
                    <a:pt x="3036" y="2363"/>
                  </a:lnTo>
                  <a:lnTo>
                    <a:pt x="3048" y="2329"/>
                  </a:lnTo>
                  <a:lnTo>
                    <a:pt x="3062" y="2296"/>
                  </a:lnTo>
                  <a:lnTo>
                    <a:pt x="3077" y="2267"/>
                  </a:lnTo>
                  <a:lnTo>
                    <a:pt x="3095" y="2240"/>
                  </a:lnTo>
                  <a:lnTo>
                    <a:pt x="3113" y="2215"/>
                  </a:lnTo>
                  <a:lnTo>
                    <a:pt x="3133" y="2194"/>
                  </a:lnTo>
                  <a:lnTo>
                    <a:pt x="3154" y="2176"/>
                  </a:lnTo>
                  <a:lnTo>
                    <a:pt x="3176" y="2162"/>
                  </a:lnTo>
                  <a:lnTo>
                    <a:pt x="3198" y="2152"/>
                  </a:lnTo>
                  <a:lnTo>
                    <a:pt x="3222" y="2146"/>
                  </a:lnTo>
                  <a:lnTo>
                    <a:pt x="3246" y="214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5986" name="Freeform 48"/>
            <p:cNvSpPr>
              <a:spLocks/>
            </p:cNvSpPr>
            <p:nvPr/>
          </p:nvSpPr>
          <p:spPr bwMode="auto">
            <a:xfrm>
              <a:off x="1267" y="1588"/>
              <a:ext cx="87" cy="52"/>
            </a:xfrm>
            <a:custGeom>
              <a:avLst/>
              <a:gdLst>
                <a:gd name="T0" fmla="*/ 3 w 437"/>
                <a:gd name="T1" fmla="*/ 2 h 260"/>
                <a:gd name="T2" fmla="*/ 3 w 437"/>
                <a:gd name="T3" fmla="*/ 2 h 260"/>
                <a:gd name="T4" fmla="*/ 3 w 437"/>
                <a:gd name="T5" fmla="*/ 2 h 260"/>
                <a:gd name="T6" fmla="*/ 3 w 437"/>
                <a:gd name="T7" fmla="*/ 2 h 260"/>
                <a:gd name="T8" fmla="*/ 3 w 437"/>
                <a:gd name="T9" fmla="*/ 1 h 260"/>
                <a:gd name="T10" fmla="*/ 3 w 437"/>
                <a:gd name="T11" fmla="*/ 1 h 260"/>
                <a:gd name="T12" fmla="*/ 3 w 437"/>
                <a:gd name="T13" fmla="*/ 1 h 260"/>
                <a:gd name="T14" fmla="*/ 3 w 437"/>
                <a:gd name="T15" fmla="*/ 1 h 260"/>
                <a:gd name="T16" fmla="*/ 3 w 437"/>
                <a:gd name="T17" fmla="*/ 1 h 260"/>
                <a:gd name="T18" fmla="*/ 2 w 437"/>
                <a:gd name="T19" fmla="*/ 1 h 260"/>
                <a:gd name="T20" fmla="*/ 2 w 437"/>
                <a:gd name="T21" fmla="*/ 0 h 260"/>
                <a:gd name="T22" fmla="*/ 2 w 437"/>
                <a:gd name="T23" fmla="*/ 0 h 260"/>
                <a:gd name="T24" fmla="*/ 2 w 437"/>
                <a:gd name="T25" fmla="*/ 0 h 260"/>
                <a:gd name="T26" fmla="*/ 1 w 437"/>
                <a:gd name="T27" fmla="*/ 0 h 260"/>
                <a:gd name="T28" fmla="*/ 1 w 437"/>
                <a:gd name="T29" fmla="*/ 0 h 260"/>
                <a:gd name="T30" fmla="*/ 1 w 437"/>
                <a:gd name="T31" fmla="*/ 0 h 260"/>
                <a:gd name="T32" fmla="*/ 0 w 437"/>
                <a:gd name="T33" fmla="*/ 0 h 260"/>
                <a:gd name="T34" fmla="*/ 0 w 437"/>
                <a:gd name="T35" fmla="*/ 0 h 260"/>
                <a:gd name="T36" fmla="*/ 0 w 437"/>
                <a:gd name="T37" fmla="*/ 0 h 260"/>
                <a:gd name="T38" fmla="*/ 0 w 437"/>
                <a:gd name="T39" fmla="*/ 0 h 260"/>
                <a:gd name="T40" fmla="*/ 1 w 437"/>
                <a:gd name="T41" fmla="*/ 0 h 260"/>
                <a:gd name="T42" fmla="*/ 1 w 437"/>
                <a:gd name="T43" fmla="*/ 0 h 260"/>
                <a:gd name="T44" fmla="*/ 1 w 437"/>
                <a:gd name="T45" fmla="*/ 0 h 260"/>
                <a:gd name="T46" fmla="*/ 2 w 437"/>
                <a:gd name="T47" fmla="*/ 0 h 260"/>
                <a:gd name="T48" fmla="*/ 2 w 437"/>
                <a:gd name="T49" fmla="*/ 0 h 260"/>
                <a:gd name="T50" fmla="*/ 2 w 437"/>
                <a:gd name="T51" fmla="*/ 1 h 260"/>
                <a:gd name="T52" fmla="*/ 2 w 437"/>
                <a:gd name="T53" fmla="*/ 1 h 260"/>
                <a:gd name="T54" fmla="*/ 3 w 437"/>
                <a:gd name="T55" fmla="*/ 1 h 260"/>
                <a:gd name="T56" fmla="*/ 3 w 437"/>
                <a:gd name="T57" fmla="*/ 1 h 260"/>
                <a:gd name="T58" fmla="*/ 3 w 437"/>
                <a:gd name="T59" fmla="*/ 1 h 260"/>
                <a:gd name="T60" fmla="*/ 3 w 437"/>
                <a:gd name="T61" fmla="*/ 1 h 260"/>
                <a:gd name="T62" fmla="*/ 3 w 437"/>
                <a:gd name="T63" fmla="*/ 1 h 260"/>
                <a:gd name="T64" fmla="*/ 3 w 437"/>
                <a:gd name="T65" fmla="*/ 2 h 260"/>
                <a:gd name="T66" fmla="*/ 3 w 437"/>
                <a:gd name="T67" fmla="*/ 2 h 260"/>
                <a:gd name="T68" fmla="*/ 3 w 437"/>
                <a:gd name="T69" fmla="*/ 2 h 260"/>
                <a:gd name="T70" fmla="*/ 3 w 437"/>
                <a:gd name="T71" fmla="*/ 2 h 260"/>
                <a:gd name="T72" fmla="*/ 3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437" y="260"/>
                  </a:moveTo>
                  <a:lnTo>
                    <a:pt x="437" y="260"/>
                  </a:lnTo>
                  <a:lnTo>
                    <a:pt x="434" y="233"/>
                  </a:lnTo>
                  <a:lnTo>
                    <a:pt x="427" y="206"/>
                  </a:lnTo>
                  <a:lnTo>
                    <a:pt x="417" y="181"/>
                  </a:lnTo>
                  <a:lnTo>
                    <a:pt x="401" y="157"/>
                  </a:lnTo>
                  <a:lnTo>
                    <a:pt x="383" y="133"/>
                  </a:lnTo>
                  <a:lnTo>
                    <a:pt x="360" y="113"/>
                  </a:lnTo>
                  <a:lnTo>
                    <a:pt x="336" y="93"/>
                  </a:lnTo>
                  <a:lnTo>
                    <a:pt x="308" y="73"/>
                  </a:lnTo>
                  <a:lnTo>
                    <a:pt x="276" y="58"/>
                  </a:lnTo>
                  <a:lnTo>
                    <a:pt x="242" y="43"/>
                  </a:lnTo>
                  <a:lnTo>
                    <a:pt x="207" y="30"/>
                  </a:lnTo>
                  <a:lnTo>
                    <a:pt x="168" y="19"/>
                  </a:lnTo>
                  <a:lnTo>
                    <a:pt x="128" y="11"/>
                  </a:lnTo>
                  <a:lnTo>
                    <a:pt x="87" y="4"/>
                  </a:lnTo>
                  <a:lnTo>
                    <a:pt x="43" y="1"/>
                  </a:lnTo>
                  <a:lnTo>
                    <a:pt x="0" y="0"/>
                  </a:lnTo>
                  <a:lnTo>
                    <a:pt x="0" y="11"/>
                  </a:lnTo>
                  <a:lnTo>
                    <a:pt x="43" y="12"/>
                  </a:lnTo>
                  <a:lnTo>
                    <a:pt x="85" y="16"/>
                  </a:lnTo>
                  <a:lnTo>
                    <a:pt x="126" y="23"/>
                  </a:lnTo>
                  <a:lnTo>
                    <a:pt x="166" y="31"/>
                  </a:lnTo>
                  <a:lnTo>
                    <a:pt x="202" y="42"/>
                  </a:lnTo>
                  <a:lnTo>
                    <a:pt x="237" y="55"/>
                  </a:lnTo>
                  <a:lnTo>
                    <a:pt x="271" y="70"/>
                  </a:lnTo>
                  <a:lnTo>
                    <a:pt x="301" y="85"/>
                  </a:lnTo>
                  <a:lnTo>
                    <a:pt x="329" y="103"/>
                  </a:lnTo>
                  <a:lnTo>
                    <a:pt x="353" y="123"/>
                  </a:lnTo>
                  <a:lnTo>
                    <a:pt x="373" y="143"/>
                  </a:lnTo>
                  <a:lnTo>
                    <a:pt x="392" y="164"/>
                  </a:lnTo>
                  <a:lnTo>
                    <a:pt x="405" y="186"/>
                  </a:lnTo>
                  <a:lnTo>
                    <a:pt x="415" y="211"/>
                  </a:lnTo>
                  <a:lnTo>
                    <a:pt x="422" y="235"/>
                  </a:lnTo>
                  <a:lnTo>
                    <a:pt x="425" y="260"/>
                  </a:lnTo>
                  <a:lnTo>
                    <a:pt x="437"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5987" name="Freeform 49"/>
            <p:cNvSpPr>
              <a:spLocks/>
            </p:cNvSpPr>
            <p:nvPr/>
          </p:nvSpPr>
          <p:spPr bwMode="auto">
            <a:xfrm>
              <a:off x="1267" y="1640"/>
              <a:ext cx="87" cy="52"/>
            </a:xfrm>
            <a:custGeom>
              <a:avLst/>
              <a:gdLst>
                <a:gd name="T0" fmla="*/ 0 w 437"/>
                <a:gd name="T1" fmla="*/ 2 h 260"/>
                <a:gd name="T2" fmla="*/ 0 w 437"/>
                <a:gd name="T3" fmla="*/ 2 h 260"/>
                <a:gd name="T4" fmla="*/ 0 w 437"/>
                <a:gd name="T5" fmla="*/ 2 h 260"/>
                <a:gd name="T6" fmla="*/ 1 w 437"/>
                <a:gd name="T7" fmla="*/ 2 h 260"/>
                <a:gd name="T8" fmla="*/ 1 w 437"/>
                <a:gd name="T9" fmla="*/ 2 h 260"/>
                <a:gd name="T10" fmla="*/ 1 w 437"/>
                <a:gd name="T11" fmla="*/ 2 h 260"/>
                <a:gd name="T12" fmla="*/ 2 w 437"/>
                <a:gd name="T13" fmla="*/ 2 h 260"/>
                <a:gd name="T14" fmla="*/ 2 w 437"/>
                <a:gd name="T15" fmla="*/ 2 h 260"/>
                <a:gd name="T16" fmla="*/ 2 w 437"/>
                <a:gd name="T17" fmla="*/ 2 h 260"/>
                <a:gd name="T18" fmla="*/ 2 w 437"/>
                <a:gd name="T19" fmla="*/ 1 h 260"/>
                <a:gd name="T20" fmla="*/ 3 w 437"/>
                <a:gd name="T21" fmla="*/ 1 h 260"/>
                <a:gd name="T22" fmla="*/ 3 w 437"/>
                <a:gd name="T23" fmla="*/ 1 h 260"/>
                <a:gd name="T24" fmla="*/ 3 w 437"/>
                <a:gd name="T25" fmla="*/ 1 h 260"/>
                <a:gd name="T26" fmla="*/ 3 w 437"/>
                <a:gd name="T27" fmla="*/ 1 h 260"/>
                <a:gd name="T28" fmla="*/ 3 w 437"/>
                <a:gd name="T29" fmla="*/ 1 h 260"/>
                <a:gd name="T30" fmla="*/ 3 w 437"/>
                <a:gd name="T31" fmla="*/ 0 h 260"/>
                <a:gd name="T32" fmla="*/ 3 w 437"/>
                <a:gd name="T33" fmla="*/ 0 h 260"/>
                <a:gd name="T34" fmla="*/ 3 w 437"/>
                <a:gd name="T35" fmla="*/ 0 h 260"/>
                <a:gd name="T36" fmla="*/ 3 w 437"/>
                <a:gd name="T37" fmla="*/ 0 h 260"/>
                <a:gd name="T38" fmla="*/ 3 w 437"/>
                <a:gd name="T39" fmla="*/ 0 h 260"/>
                <a:gd name="T40" fmla="*/ 3 w 437"/>
                <a:gd name="T41" fmla="*/ 0 h 260"/>
                <a:gd name="T42" fmla="*/ 3 w 437"/>
                <a:gd name="T43" fmla="*/ 1 h 260"/>
                <a:gd name="T44" fmla="*/ 3 w 437"/>
                <a:gd name="T45" fmla="*/ 1 h 260"/>
                <a:gd name="T46" fmla="*/ 3 w 437"/>
                <a:gd name="T47" fmla="*/ 1 h 260"/>
                <a:gd name="T48" fmla="*/ 3 w 437"/>
                <a:gd name="T49" fmla="*/ 1 h 260"/>
                <a:gd name="T50" fmla="*/ 3 w 437"/>
                <a:gd name="T51" fmla="*/ 1 h 260"/>
                <a:gd name="T52" fmla="*/ 2 w 437"/>
                <a:gd name="T53" fmla="*/ 1 h 260"/>
                <a:gd name="T54" fmla="*/ 2 w 437"/>
                <a:gd name="T55" fmla="*/ 2 h 260"/>
                <a:gd name="T56" fmla="*/ 2 w 437"/>
                <a:gd name="T57" fmla="*/ 2 h 260"/>
                <a:gd name="T58" fmla="*/ 2 w 437"/>
                <a:gd name="T59" fmla="*/ 2 h 260"/>
                <a:gd name="T60" fmla="*/ 1 w 437"/>
                <a:gd name="T61" fmla="*/ 2 h 260"/>
                <a:gd name="T62" fmla="*/ 1 w 437"/>
                <a:gd name="T63" fmla="*/ 2 h 260"/>
                <a:gd name="T64" fmla="*/ 1 w 437"/>
                <a:gd name="T65" fmla="*/ 2 h 260"/>
                <a:gd name="T66" fmla="*/ 0 w 437"/>
                <a:gd name="T67" fmla="*/ 2 h 260"/>
                <a:gd name="T68" fmla="*/ 0 w 437"/>
                <a:gd name="T69" fmla="*/ 2 h 260"/>
                <a:gd name="T70" fmla="*/ 0 w 437"/>
                <a:gd name="T71" fmla="*/ 2 h 260"/>
                <a:gd name="T72" fmla="*/ 0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0" y="260"/>
                  </a:moveTo>
                  <a:lnTo>
                    <a:pt x="0" y="260"/>
                  </a:lnTo>
                  <a:lnTo>
                    <a:pt x="43" y="259"/>
                  </a:lnTo>
                  <a:lnTo>
                    <a:pt x="87" y="255"/>
                  </a:lnTo>
                  <a:lnTo>
                    <a:pt x="128" y="248"/>
                  </a:lnTo>
                  <a:lnTo>
                    <a:pt x="168" y="240"/>
                  </a:lnTo>
                  <a:lnTo>
                    <a:pt x="207" y="230"/>
                  </a:lnTo>
                  <a:lnTo>
                    <a:pt x="242" y="217"/>
                  </a:lnTo>
                  <a:lnTo>
                    <a:pt x="276" y="202"/>
                  </a:lnTo>
                  <a:lnTo>
                    <a:pt x="308" y="185"/>
                  </a:lnTo>
                  <a:lnTo>
                    <a:pt x="336" y="166"/>
                  </a:lnTo>
                  <a:lnTo>
                    <a:pt x="360" y="146"/>
                  </a:lnTo>
                  <a:lnTo>
                    <a:pt x="383" y="125"/>
                  </a:lnTo>
                  <a:lnTo>
                    <a:pt x="401" y="102"/>
                  </a:lnTo>
                  <a:lnTo>
                    <a:pt x="417" y="77"/>
                  </a:lnTo>
                  <a:lnTo>
                    <a:pt x="427" y="53"/>
                  </a:lnTo>
                  <a:lnTo>
                    <a:pt x="434" y="27"/>
                  </a:lnTo>
                  <a:lnTo>
                    <a:pt x="437" y="0"/>
                  </a:lnTo>
                  <a:lnTo>
                    <a:pt x="425" y="0"/>
                  </a:lnTo>
                  <a:lnTo>
                    <a:pt x="422" y="24"/>
                  </a:lnTo>
                  <a:lnTo>
                    <a:pt x="415" y="48"/>
                  </a:lnTo>
                  <a:lnTo>
                    <a:pt x="405" y="73"/>
                  </a:lnTo>
                  <a:lnTo>
                    <a:pt x="392" y="95"/>
                  </a:lnTo>
                  <a:lnTo>
                    <a:pt x="373" y="116"/>
                  </a:lnTo>
                  <a:lnTo>
                    <a:pt x="353" y="137"/>
                  </a:lnTo>
                  <a:lnTo>
                    <a:pt x="329" y="157"/>
                  </a:lnTo>
                  <a:lnTo>
                    <a:pt x="301" y="173"/>
                  </a:lnTo>
                  <a:lnTo>
                    <a:pt x="271" y="190"/>
                  </a:lnTo>
                  <a:lnTo>
                    <a:pt x="237" y="205"/>
                  </a:lnTo>
                  <a:lnTo>
                    <a:pt x="202" y="218"/>
                  </a:lnTo>
                  <a:lnTo>
                    <a:pt x="166" y="228"/>
                  </a:lnTo>
                  <a:lnTo>
                    <a:pt x="126" y="237"/>
                  </a:lnTo>
                  <a:lnTo>
                    <a:pt x="85" y="244"/>
                  </a:lnTo>
                  <a:lnTo>
                    <a:pt x="43" y="247"/>
                  </a:lnTo>
                  <a:lnTo>
                    <a:pt x="0" y="248"/>
                  </a:lnTo>
                  <a:lnTo>
                    <a:pt x="0"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5988" name="Freeform 50"/>
            <p:cNvSpPr>
              <a:spLocks/>
            </p:cNvSpPr>
            <p:nvPr/>
          </p:nvSpPr>
          <p:spPr bwMode="auto">
            <a:xfrm>
              <a:off x="1179" y="1640"/>
              <a:ext cx="88" cy="52"/>
            </a:xfrm>
            <a:custGeom>
              <a:avLst/>
              <a:gdLst>
                <a:gd name="T0" fmla="*/ 0 w 439"/>
                <a:gd name="T1" fmla="*/ 0 h 260"/>
                <a:gd name="T2" fmla="*/ 0 w 439"/>
                <a:gd name="T3" fmla="*/ 0 h 260"/>
                <a:gd name="T4" fmla="*/ 0 w 439"/>
                <a:gd name="T5" fmla="*/ 0 h 260"/>
                <a:gd name="T6" fmla="*/ 0 w 439"/>
                <a:gd name="T7" fmla="*/ 0 h 260"/>
                <a:gd name="T8" fmla="*/ 0 w 439"/>
                <a:gd name="T9" fmla="*/ 1 h 260"/>
                <a:gd name="T10" fmla="*/ 0 w 439"/>
                <a:gd name="T11" fmla="*/ 1 h 260"/>
                <a:gd name="T12" fmla="*/ 0 w 439"/>
                <a:gd name="T13" fmla="*/ 1 h 260"/>
                <a:gd name="T14" fmla="*/ 1 w 439"/>
                <a:gd name="T15" fmla="*/ 1 h 260"/>
                <a:gd name="T16" fmla="*/ 1 w 439"/>
                <a:gd name="T17" fmla="*/ 1 h 260"/>
                <a:gd name="T18" fmla="*/ 1 w 439"/>
                <a:gd name="T19" fmla="*/ 1 h 260"/>
                <a:gd name="T20" fmla="*/ 1 w 439"/>
                <a:gd name="T21" fmla="*/ 2 h 260"/>
                <a:gd name="T22" fmla="*/ 2 w 439"/>
                <a:gd name="T23" fmla="*/ 2 h 260"/>
                <a:gd name="T24" fmla="*/ 2 w 439"/>
                <a:gd name="T25" fmla="*/ 2 h 260"/>
                <a:gd name="T26" fmla="*/ 2 w 439"/>
                <a:gd name="T27" fmla="*/ 2 h 260"/>
                <a:gd name="T28" fmla="*/ 2 w 439"/>
                <a:gd name="T29" fmla="*/ 2 h 260"/>
                <a:gd name="T30" fmla="*/ 3 w 439"/>
                <a:gd name="T31" fmla="*/ 2 h 260"/>
                <a:gd name="T32" fmla="*/ 3 w 439"/>
                <a:gd name="T33" fmla="*/ 2 h 260"/>
                <a:gd name="T34" fmla="*/ 4 w 439"/>
                <a:gd name="T35" fmla="*/ 2 h 260"/>
                <a:gd name="T36" fmla="*/ 4 w 439"/>
                <a:gd name="T37" fmla="*/ 2 h 260"/>
                <a:gd name="T38" fmla="*/ 3 w 439"/>
                <a:gd name="T39" fmla="*/ 2 h 260"/>
                <a:gd name="T40" fmla="*/ 3 w 439"/>
                <a:gd name="T41" fmla="*/ 2 h 260"/>
                <a:gd name="T42" fmla="*/ 3 w 439"/>
                <a:gd name="T43" fmla="*/ 2 h 260"/>
                <a:gd name="T44" fmla="*/ 2 w 439"/>
                <a:gd name="T45" fmla="*/ 2 h 260"/>
                <a:gd name="T46" fmla="*/ 2 w 439"/>
                <a:gd name="T47" fmla="*/ 2 h 260"/>
                <a:gd name="T48" fmla="*/ 2 w 439"/>
                <a:gd name="T49" fmla="*/ 2 h 260"/>
                <a:gd name="T50" fmla="*/ 1 w 439"/>
                <a:gd name="T51" fmla="*/ 2 h 260"/>
                <a:gd name="T52" fmla="*/ 1 w 439"/>
                <a:gd name="T53" fmla="*/ 1 h 260"/>
                <a:gd name="T54" fmla="*/ 1 w 439"/>
                <a:gd name="T55" fmla="*/ 1 h 260"/>
                <a:gd name="T56" fmla="*/ 1 w 439"/>
                <a:gd name="T57" fmla="*/ 1 h 260"/>
                <a:gd name="T58" fmla="*/ 1 w 439"/>
                <a:gd name="T59" fmla="*/ 1 h 260"/>
                <a:gd name="T60" fmla="*/ 0 w 439"/>
                <a:gd name="T61" fmla="*/ 1 h 260"/>
                <a:gd name="T62" fmla="*/ 0 w 439"/>
                <a:gd name="T63" fmla="*/ 1 h 260"/>
                <a:gd name="T64" fmla="*/ 0 w 439"/>
                <a:gd name="T65" fmla="*/ 0 h 260"/>
                <a:gd name="T66" fmla="*/ 0 w 439"/>
                <a:gd name="T67" fmla="*/ 0 h 260"/>
                <a:gd name="T68" fmla="*/ 0 w 439"/>
                <a:gd name="T69" fmla="*/ 0 h 260"/>
                <a:gd name="T70" fmla="*/ 0 w 439"/>
                <a:gd name="T71" fmla="*/ 0 h 260"/>
                <a:gd name="T72" fmla="*/ 0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0" y="0"/>
                  </a:moveTo>
                  <a:lnTo>
                    <a:pt x="0" y="0"/>
                  </a:lnTo>
                  <a:lnTo>
                    <a:pt x="3" y="27"/>
                  </a:lnTo>
                  <a:lnTo>
                    <a:pt x="10" y="53"/>
                  </a:lnTo>
                  <a:lnTo>
                    <a:pt x="20" y="77"/>
                  </a:lnTo>
                  <a:lnTo>
                    <a:pt x="35" y="102"/>
                  </a:lnTo>
                  <a:lnTo>
                    <a:pt x="54" y="125"/>
                  </a:lnTo>
                  <a:lnTo>
                    <a:pt x="76" y="146"/>
                  </a:lnTo>
                  <a:lnTo>
                    <a:pt x="102" y="166"/>
                  </a:lnTo>
                  <a:lnTo>
                    <a:pt x="130" y="185"/>
                  </a:lnTo>
                  <a:lnTo>
                    <a:pt x="162" y="202"/>
                  </a:lnTo>
                  <a:lnTo>
                    <a:pt x="195" y="217"/>
                  </a:lnTo>
                  <a:lnTo>
                    <a:pt x="231" y="230"/>
                  </a:lnTo>
                  <a:lnTo>
                    <a:pt x="270" y="240"/>
                  </a:lnTo>
                  <a:lnTo>
                    <a:pt x="310" y="248"/>
                  </a:lnTo>
                  <a:lnTo>
                    <a:pt x="351" y="255"/>
                  </a:lnTo>
                  <a:lnTo>
                    <a:pt x="395" y="259"/>
                  </a:lnTo>
                  <a:lnTo>
                    <a:pt x="439" y="260"/>
                  </a:lnTo>
                  <a:lnTo>
                    <a:pt x="439" y="248"/>
                  </a:lnTo>
                  <a:lnTo>
                    <a:pt x="395" y="247"/>
                  </a:lnTo>
                  <a:lnTo>
                    <a:pt x="353" y="244"/>
                  </a:lnTo>
                  <a:lnTo>
                    <a:pt x="312" y="237"/>
                  </a:lnTo>
                  <a:lnTo>
                    <a:pt x="272" y="228"/>
                  </a:lnTo>
                  <a:lnTo>
                    <a:pt x="236" y="218"/>
                  </a:lnTo>
                  <a:lnTo>
                    <a:pt x="200" y="205"/>
                  </a:lnTo>
                  <a:lnTo>
                    <a:pt x="167" y="190"/>
                  </a:lnTo>
                  <a:lnTo>
                    <a:pt x="137" y="173"/>
                  </a:lnTo>
                  <a:lnTo>
                    <a:pt x="109" y="157"/>
                  </a:lnTo>
                  <a:lnTo>
                    <a:pt x="84" y="137"/>
                  </a:lnTo>
                  <a:lnTo>
                    <a:pt x="64" y="116"/>
                  </a:lnTo>
                  <a:lnTo>
                    <a:pt x="45" y="95"/>
                  </a:lnTo>
                  <a:lnTo>
                    <a:pt x="32" y="73"/>
                  </a:lnTo>
                  <a:lnTo>
                    <a:pt x="21" y="48"/>
                  </a:lnTo>
                  <a:lnTo>
                    <a:pt x="14" y="24"/>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5989" name="Freeform 51"/>
            <p:cNvSpPr>
              <a:spLocks/>
            </p:cNvSpPr>
            <p:nvPr/>
          </p:nvSpPr>
          <p:spPr bwMode="auto">
            <a:xfrm>
              <a:off x="1179" y="1588"/>
              <a:ext cx="88" cy="52"/>
            </a:xfrm>
            <a:custGeom>
              <a:avLst/>
              <a:gdLst>
                <a:gd name="T0" fmla="*/ 4 w 439"/>
                <a:gd name="T1" fmla="*/ 0 h 260"/>
                <a:gd name="T2" fmla="*/ 4 w 439"/>
                <a:gd name="T3" fmla="*/ 0 h 260"/>
                <a:gd name="T4" fmla="*/ 3 w 439"/>
                <a:gd name="T5" fmla="*/ 0 h 260"/>
                <a:gd name="T6" fmla="*/ 3 w 439"/>
                <a:gd name="T7" fmla="*/ 0 h 260"/>
                <a:gd name="T8" fmla="*/ 2 w 439"/>
                <a:gd name="T9" fmla="*/ 0 h 260"/>
                <a:gd name="T10" fmla="*/ 2 w 439"/>
                <a:gd name="T11" fmla="*/ 0 h 260"/>
                <a:gd name="T12" fmla="*/ 2 w 439"/>
                <a:gd name="T13" fmla="*/ 0 h 260"/>
                <a:gd name="T14" fmla="*/ 2 w 439"/>
                <a:gd name="T15" fmla="*/ 0 h 260"/>
                <a:gd name="T16" fmla="*/ 1 w 439"/>
                <a:gd name="T17" fmla="*/ 0 h 260"/>
                <a:gd name="T18" fmla="*/ 1 w 439"/>
                <a:gd name="T19" fmla="*/ 1 h 260"/>
                <a:gd name="T20" fmla="*/ 1 w 439"/>
                <a:gd name="T21" fmla="*/ 1 h 260"/>
                <a:gd name="T22" fmla="*/ 1 w 439"/>
                <a:gd name="T23" fmla="*/ 1 h 260"/>
                <a:gd name="T24" fmla="*/ 0 w 439"/>
                <a:gd name="T25" fmla="*/ 1 h 260"/>
                <a:gd name="T26" fmla="*/ 0 w 439"/>
                <a:gd name="T27" fmla="*/ 1 h 260"/>
                <a:gd name="T28" fmla="*/ 0 w 439"/>
                <a:gd name="T29" fmla="*/ 1 h 260"/>
                <a:gd name="T30" fmla="*/ 0 w 439"/>
                <a:gd name="T31" fmla="*/ 2 h 260"/>
                <a:gd name="T32" fmla="*/ 0 w 439"/>
                <a:gd name="T33" fmla="*/ 2 h 260"/>
                <a:gd name="T34" fmla="*/ 0 w 439"/>
                <a:gd name="T35" fmla="*/ 2 h 260"/>
                <a:gd name="T36" fmla="*/ 0 w 439"/>
                <a:gd name="T37" fmla="*/ 2 h 260"/>
                <a:gd name="T38" fmla="*/ 0 w 439"/>
                <a:gd name="T39" fmla="*/ 2 h 260"/>
                <a:gd name="T40" fmla="*/ 0 w 439"/>
                <a:gd name="T41" fmla="*/ 2 h 260"/>
                <a:gd name="T42" fmla="*/ 0 w 439"/>
                <a:gd name="T43" fmla="*/ 1 h 260"/>
                <a:gd name="T44" fmla="*/ 0 w 439"/>
                <a:gd name="T45" fmla="*/ 1 h 260"/>
                <a:gd name="T46" fmla="*/ 1 w 439"/>
                <a:gd name="T47" fmla="*/ 1 h 260"/>
                <a:gd name="T48" fmla="*/ 1 w 439"/>
                <a:gd name="T49" fmla="*/ 1 h 260"/>
                <a:gd name="T50" fmla="*/ 1 w 439"/>
                <a:gd name="T51" fmla="*/ 1 h 260"/>
                <a:gd name="T52" fmla="*/ 1 w 439"/>
                <a:gd name="T53" fmla="*/ 1 h 260"/>
                <a:gd name="T54" fmla="*/ 1 w 439"/>
                <a:gd name="T55" fmla="*/ 1 h 260"/>
                <a:gd name="T56" fmla="*/ 2 w 439"/>
                <a:gd name="T57" fmla="*/ 0 h 260"/>
                <a:gd name="T58" fmla="*/ 2 w 439"/>
                <a:gd name="T59" fmla="*/ 0 h 260"/>
                <a:gd name="T60" fmla="*/ 2 w 439"/>
                <a:gd name="T61" fmla="*/ 0 h 260"/>
                <a:gd name="T62" fmla="*/ 3 w 439"/>
                <a:gd name="T63" fmla="*/ 0 h 260"/>
                <a:gd name="T64" fmla="*/ 3 w 439"/>
                <a:gd name="T65" fmla="*/ 0 h 260"/>
                <a:gd name="T66" fmla="*/ 3 w 439"/>
                <a:gd name="T67" fmla="*/ 0 h 260"/>
                <a:gd name="T68" fmla="*/ 4 w 439"/>
                <a:gd name="T69" fmla="*/ 0 h 260"/>
                <a:gd name="T70" fmla="*/ 4 w 439"/>
                <a:gd name="T71" fmla="*/ 0 h 260"/>
                <a:gd name="T72" fmla="*/ 4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439" y="0"/>
                  </a:moveTo>
                  <a:lnTo>
                    <a:pt x="439" y="0"/>
                  </a:lnTo>
                  <a:lnTo>
                    <a:pt x="395" y="1"/>
                  </a:lnTo>
                  <a:lnTo>
                    <a:pt x="351" y="4"/>
                  </a:lnTo>
                  <a:lnTo>
                    <a:pt x="310" y="11"/>
                  </a:lnTo>
                  <a:lnTo>
                    <a:pt x="270" y="19"/>
                  </a:lnTo>
                  <a:lnTo>
                    <a:pt x="231" y="30"/>
                  </a:lnTo>
                  <a:lnTo>
                    <a:pt x="195" y="43"/>
                  </a:lnTo>
                  <a:lnTo>
                    <a:pt x="162" y="58"/>
                  </a:lnTo>
                  <a:lnTo>
                    <a:pt x="130" y="73"/>
                  </a:lnTo>
                  <a:lnTo>
                    <a:pt x="102" y="93"/>
                  </a:lnTo>
                  <a:lnTo>
                    <a:pt x="76" y="113"/>
                  </a:lnTo>
                  <a:lnTo>
                    <a:pt x="54" y="133"/>
                  </a:lnTo>
                  <a:lnTo>
                    <a:pt x="35" y="157"/>
                  </a:lnTo>
                  <a:lnTo>
                    <a:pt x="20" y="181"/>
                  </a:lnTo>
                  <a:lnTo>
                    <a:pt x="10" y="206"/>
                  </a:lnTo>
                  <a:lnTo>
                    <a:pt x="3" y="233"/>
                  </a:lnTo>
                  <a:lnTo>
                    <a:pt x="0" y="260"/>
                  </a:lnTo>
                  <a:lnTo>
                    <a:pt x="12" y="260"/>
                  </a:lnTo>
                  <a:lnTo>
                    <a:pt x="14" y="235"/>
                  </a:lnTo>
                  <a:lnTo>
                    <a:pt x="21" y="211"/>
                  </a:lnTo>
                  <a:lnTo>
                    <a:pt x="32" y="186"/>
                  </a:lnTo>
                  <a:lnTo>
                    <a:pt x="45" y="164"/>
                  </a:lnTo>
                  <a:lnTo>
                    <a:pt x="64" y="143"/>
                  </a:lnTo>
                  <a:lnTo>
                    <a:pt x="84" y="123"/>
                  </a:lnTo>
                  <a:lnTo>
                    <a:pt x="109" y="103"/>
                  </a:lnTo>
                  <a:lnTo>
                    <a:pt x="137" y="85"/>
                  </a:lnTo>
                  <a:lnTo>
                    <a:pt x="167" y="70"/>
                  </a:lnTo>
                  <a:lnTo>
                    <a:pt x="200" y="55"/>
                  </a:lnTo>
                  <a:lnTo>
                    <a:pt x="236" y="42"/>
                  </a:lnTo>
                  <a:lnTo>
                    <a:pt x="272" y="31"/>
                  </a:lnTo>
                  <a:lnTo>
                    <a:pt x="312" y="23"/>
                  </a:lnTo>
                  <a:lnTo>
                    <a:pt x="353" y="16"/>
                  </a:lnTo>
                  <a:lnTo>
                    <a:pt x="395" y="12"/>
                  </a:lnTo>
                  <a:lnTo>
                    <a:pt x="439" y="11"/>
                  </a:lnTo>
                  <a:lnTo>
                    <a:pt x="439"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5990" name="Freeform 52"/>
            <p:cNvSpPr>
              <a:spLocks/>
            </p:cNvSpPr>
            <p:nvPr/>
          </p:nvSpPr>
          <p:spPr bwMode="auto">
            <a:xfrm>
              <a:off x="964" y="1745"/>
              <a:ext cx="48" cy="85"/>
            </a:xfrm>
            <a:custGeom>
              <a:avLst/>
              <a:gdLst>
                <a:gd name="T0" fmla="*/ 2 w 244"/>
                <a:gd name="T1" fmla="*/ 3 h 426"/>
                <a:gd name="T2" fmla="*/ 2 w 244"/>
                <a:gd name="T3" fmla="*/ 3 h 426"/>
                <a:gd name="T4" fmla="*/ 2 w 244"/>
                <a:gd name="T5" fmla="*/ 3 h 426"/>
                <a:gd name="T6" fmla="*/ 2 w 244"/>
                <a:gd name="T7" fmla="*/ 3 h 426"/>
                <a:gd name="T8" fmla="*/ 2 w 244"/>
                <a:gd name="T9" fmla="*/ 2 h 426"/>
                <a:gd name="T10" fmla="*/ 2 w 244"/>
                <a:gd name="T11" fmla="*/ 2 h 426"/>
                <a:gd name="T12" fmla="*/ 2 w 244"/>
                <a:gd name="T13" fmla="*/ 2 h 426"/>
                <a:gd name="T14" fmla="*/ 2 w 244"/>
                <a:gd name="T15" fmla="*/ 2 h 426"/>
                <a:gd name="T16" fmla="*/ 1 w 244"/>
                <a:gd name="T17" fmla="*/ 1 h 426"/>
                <a:gd name="T18" fmla="*/ 1 w 244"/>
                <a:gd name="T19" fmla="*/ 1 h 426"/>
                <a:gd name="T20" fmla="*/ 1 w 244"/>
                <a:gd name="T21" fmla="*/ 1 h 426"/>
                <a:gd name="T22" fmla="*/ 1 w 244"/>
                <a:gd name="T23" fmla="*/ 1 h 426"/>
                <a:gd name="T24" fmla="*/ 1 w 244"/>
                <a:gd name="T25" fmla="*/ 0 h 426"/>
                <a:gd name="T26" fmla="*/ 1 w 244"/>
                <a:gd name="T27" fmla="*/ 0 h 426"/>
                <a:gd name="T28" fmla="*/ 1 w 244"/>
                <a:gd name="T29" fmla="*/ 0 h 426"/>
                <a:gd name="T30" fmla="*/ 0 w 244"/>
                <a:gd name="T31" fmla="*/ 0 h 426"/>
                <a:gd name="T32" fmla="*/ 0 w 244"/>
                <a:gd name="T33" fmla="*/ 0 h 426"/>
                <a:gd name="T34" fmla="*/ 0 w 244"/>
                <a:gd name="T35" fmla="*/ 0 h 426"/>
                <a:gd name="T36" fmla="*/ 0 w 244"/>
                <a:gd name="T37" fmla="*/ 0 h 426"/>
                <a:gd name="T38" fmla="*/ 0 w 244"/>
                <a:gd name="T39" fmla="*/ 0 h 426"/>
                <a:gd name="T40" fmla="*/ 0 w 244"/>
                <a:gd name="T41" fmla="*/ 0 h 426"/>
                <a:gd name="T42" fmla="*/ 1 w 244"/>
                <a:gd name="T43" fmla="*/ 0 h 426"/>
                <a:gd name="T44" fmla="*/ 1 w 244"/>
                <a:gd name="T45" fmla="*/ 0 h 426"/>
                <a:gd name="T46" fmla="*/ 1 w 244"/>
                <a:gd name="T47" fmla="*/ 0 h 426"/>
                <a:gd name="T48" fmla="*/ 1 w 244"/>
                <a:gd name="T49" fmla="*/ 1 h 426"/>
                <a:gd name="T50" fmla="*/ 1 w 244"/>
                <a:gd name="T51" fmla="*/ 1 h 426"/>
                <a:gd name="T52" fmla="*/ 1 w 244"/>
                <a:gd name="T53" fmla="*/ 1 h 426"/>
                <a:gd name="T54" fmla="*/ 1 w 244"/>
                <a:gd name="T55" fmla="*/ 1 h 426"/>
                <a:gd name="T56" fmla="*/ 1 w 244"/>
                <a:gd name="T57" fmla="*/ 2 h 426"/>
                <a:gd name="T58" fmla="*/ 2 w 244"/>
                <a:gd name="T59" fmla="*/ 2 h 426"/>
                <a:gd name="T60" fmla="*/ 2 w 244"/>
                <a:gd name="T61" fmla="*/ 2 h 426"/>
                <a:gd name="T62" fmla="*/ 2 w 244"/>
                <a:gd name="T63" fmla="*/ 2 h 426"/>
                <a:gd name="T64" fmla="*/ 2 w 244"/>
                <a:gd name="T65" fmla="*/ 3 h 426"/>
                <a:gd name="T66" fmla="*/ 2 w 244"/>
                <a:gd name="T67" fmla="*/ 3 h 426"/>
                <a:gd name="T68" fmla="*/ 2 w 244"/>
                <a:gd name="T69" fmla="*/ 3 h 426"/>
                <a:gd name="T70" fmla="*/ 2 w 244"/>
                <a:gd name="T71" fmla="*/ 3 h 426"/>
                <a:gd name="T72" fmla="*/ 2 w 244"/>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6"/>
                <a:gd name="T113" fmla="*/ 244 w 244"/>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6">
                  <a:moveTo>
                    <a:pt x="244" y="426"/>
                  </a:moveTo>
                  <a:lnTo>
                    <a:pt x="244" y="426"/>
                  </a:lnTo>
                  <a:lnTo>
                    <a:pt x="243" y="383"/>
                  </a:lnTo>
                  <a:lnTo>
                    <a:pt x="240" y="340"/>
                  </a:lnTo>
                  <a:lnTo>
                    <a:pt x="234" y="300"/>
                  </a:lnTo>
                  <a:lnTo>
                    <a:pt x="226" y="262"/>
                  </a:lnTo>
                  <a:lnTo>
                    <a:pt x="215" y="224"/>
                  </a:lnTo>
                  <a:lnTo>
                    <a:pt x="203" y="189"/>
                  </a:lnTo>
                  <a:lnTo>
                    <a:pt x="189" y="157"/>
                  </a:lnTo>
                  <a:lnTo>
                    <a:pt x="174" y="126"/>
                  </a:lnTo>
                  <a:lnTo>
                    <a:pt x="155" y="99"/>
                  </a:lnTo>
                  <a:lnTo>
                    <a:pt x="138" y="74"/>
                  </a:lnTo>
                  <a:lnTo>
                    <a:pt x="118" y="52"/>
                  </a:lnTo>
                  <a:lnTo>
                    <a:pt x="96" y="34"/>
                  </a:lnTo>
                  <a:lnTo>
                    <a:pt x="73" y="19"/>
                  </a:lnTo>
                  <a:lnTo>
                    <a:pt x="50" y="8"/>
                  </a:lnTo>
                  <a:lnTo>
                    <a:pt x="25" y="2"/>
                  </a:lnTo>
                  <a:lnTo>
                    <a:pt x="0" y="0"/>
                  </a:lnTo>
                  <a:lnTo>
                    <a:pt x="0" y="12"/>
                  </a:lnTo>
                  <a:lnTo>
                    <a:pt x="23" y="14"/>
                  </a:lnTo>
                  <a:lnTo>
                    <a:pt x="45" y="20"/>
                  </a:lnTo>
                  <a:lnTo>
                    <a:pt x="66" y="31"/>
                  </a:lnTo>
                  <a:lnTo>
                    <a:pt x="89" y="43"/>
                  </a:lnTo>
                  <a:lnTo>
                    <a:pt x="109" y="61"/>
                  </a:lnTo>
                  <a:lnTo>
                    <a:pt x="129" y="81"/>
                  </a:lnTo>
                  <a:lnTo>
                    <a:pt x="146" y="106"/>
                  </a:lnTo>
                  <a:lnTo>
                    <a:pt x="162" y="133"/>
                  </a:lnTo>
                  <a:lnTo>
                    <a:pt x="178" y="162"/>
                  </a:lnTo>
                  <a:lnTo>
                    <a:pt x="192" y="194"/>
                  </a:lnTo>
                  <a:lnTo>
                    <a:pt x="203" y="229"/>
                  </a:lnTo>
                  <a:lnTo>
                    <a:pt x="214" y="264"/>
                  </a:lnTo>
                  <a:lnTo>
                    <a:pt x="222" y="303"/>
                  </a:lnTo>
                  <a:lnTo>
                    <a:pt x="228" y="342"/>
                  </a:lnTo>
                  <a:lnTo>
                    <a:pt x="232" y="383"/>
                  </a:lnTo>
                  <a:lnTo>
                    <a:pt x="233" y="426"/>
                  </a:lnTo>
                  <a:lnTo>
                    <a:pt x="244"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5991" name="Freeform 53"/>
            <p:cNvSpPr>
              <a:spLocks/>
            </p:cNvSpPr>
            <p:nvPr/>
          </p:nvSpPr>
          <p:spPr bwMode="auto">
            <a:xfrm>
              <a:off x="964" y="1830"/>
              <a:ext cx="48" cy="85"/>
            </a:xfrm>
            <a:custGeom>
              <a:avLst/>
              <a:gdLst>
                <a:gd name="T0" fmla="*/ 0 w 244"/>
                <a:gd name="T1" fmla="*/ 3 h 424"/>
                <a:gd name="T2" fmla="*/ 0 w 244"/>
                <a:gd name="T3" fmla="*/ 3 h 424"/>
                <a:gd name="T4" fmla="*/ 0 w 244"/>
                <a:gd name="T5" fmla="*/ 3 h 424"/>
                <a:gd name="T6" fmla="*/ 0 w 244"/>
                <a:gd name="T7" fmla="*/ 3 h 424"/>
                <a:gd name="T8" fmla="*/ 1 w 244"/>
                <a:gd name="T9" fmla="*/ 3 h 424"/>
                <a:gd name="T10" fmla="*/ 1 w 244"/>
                <a:gd name="T11" fmla="*/ 3 h 424"/>
                <a:gd name="T12" fmla="*/ 1 w 244"/>
                <a:gd name="T13" fmla="*/ 3 h 424"/>
                <a:gd name="T14" fmla="*/ 1 w 244"/>
                <a:gd name="T15" fmla="*/ 3 h 424"/>
                <a:gd name="T16" fmla="*/ 1 w 244"/>
                <a:gd name="T17" fmla="*/ 3 h 424"/>
                <a:gd name="T18" fmla="*/ 1 w 244"/>
                <a:gd name="T19" fmla="*/ 2 h 424"/>
                <a:gd name="T20" fmla="*/ 1 w 244"/>
                <a:gd name="T21" fmla="*/ 2 h 424"/>
                <a:gd name="T22" fmla="*/ 2 w 244"/>
                <a:gd name="T23" fmla="*/ 2 h 424"/>
                <a:gd name="T24" fmla="*/ 2 w 244"/>
                <a:gd name="T25" fmla="*/ 2 h 424"/>
                <a:gd name="T26" fmla="*/ 2 w 244"/>
                <a:gd name="T27" fmla="*/ 1 h 424"/>
                <a:gd name="T28" fmla="*/ 2 w 244"/>
                <a:gd name="T29" fmla="*/ 1 h 424"/>
                <a:gd name="T30" fmla="*/ 2 w 244"/>
                <a:gd name="T31" fmla="*/ 1 h 424"/>
                <a:gd name="T32" fmla="*/ 2 w 244"/>
                <a:gd name="T33" fmla="*/ 0 h 424"/>
                <a:gd name="T34" fmla="*/ 2 w 244"/>
                <a:gd name="T35" fmla="*/ 0 h 424"/>
                <a:gd name="T36" fmla="*/ 2 w 244"/>
                <a:gd name="T37" fmla="*/ 0 h 424"/>
                <a:gd name="T38" fmla="*/ 2 w 244"/>
                <a:gd name="T39" fmla="*/ 0 h 424"/>
                <a:gd name="T40" fmla="*/ 2 w 244"/>
                <a:gd name="T41" fmla="*/ 1 h 424"/>
                <a:gd name="T42" fmla="*/ 2 w 244"/>
                <a:gd name="T43" fmla="*/ 1 h 424"/>
                <a:gd name="T44" fmla="*/ 2 w 244"/>
                <a:gd name="T45" fmla="*/ 1 h 424"/>
                <a:gd name="T46" fmla="*/ 2 w 244"/>
                <a:gd name="T47" fmla="*/ 2 h 424"/>
                <a:gd name="T48" fmla="*/ 1 w 244"/>
                <a:gd name="T49" fmla="*/ 2 h 424"/>
                <a:gd name="T50" fmla="*/ 1 w 244"/>
                <a:gd name="T51" fmla="*/ 2 h 424"/>
                <a:gd name="T52" fmla="*/ 1 w 244"/>
                <a:gd name="T53" fmla="*/ 2 h 424"/>
                <a:gd name="T54" fmla="*/ 1 w 244"/>
                <a:gd name="T55" fmla="*/ 3 h 424"/>
                <a:gd name="T56" fmla="*/ 1 w 244"/>
                <a:gd name="T57" fmla="*/ 3 h 424"/>
                <a:gd name="T58" fmla="*/ 1 w 244"/>
                <a:gd name="T59" fmla="*/ 3 h 424"/>
                <a:gd name="T60" fmla="*/ 1 w 244"/>
                <a:gd name="T61" fmla="*/ 3 h 424"/>
                <a:gd name="T62" fmla="*/ 1 w 244"/>
                <a:gd name="T63" fmla="*/ 3 h 424"/>
                <a:gd name="T64" fmla="*/ 0 w 244"/>
                <a:gd name="T65" fmla="*/ 3 h 424"/>
                <a:gd name="T66" fmla="*/ 0 w 244"/>
                <a:gd name="T67" fmla="*/ 3 h 424"/>
                <a:gd name="T68" fmla="*/ 0 w 244"/>
                <a:gd name="T69" fmla="*/ 3 h 424"/>
                <a:gd name="T70" fmla="*/ 0 w 244"/>
                <a:gd name="T71" fmla="*/ 3 h 424"/>
                <a:gd name="T72" fmla="*/ 0 w 244"/>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4"/>
                <a:gd name="T113" fmla="*/ 244 w 244"/>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4">
                  <a:moveTo>
                    <a:pt x="0" y="424"/>
                  </a:moveTo>
                  <a:lnTo>
                    <a:pt x="0" y="424"/>
                  </a:lnTo>
                  <a:lnTo>
                    <a:pt x="25" y="422"/>
                  </a:lnTo>
                  <a:lnTo>
                    <a:pt x="50" y="416"/>
                  </a:lnTo>
                  <a:lnTo>
                    <a:pt x="73" y="405"/>
                  </a:lnTo>
                  <a:lnTo>
                    <a:pt x="96" y="390"/>
                  </a:lnTo>
                  <a:lnTo>
                    <a:pt x="118" y="373"/>
                  </a:lnTo>
                  <a:lnTo>
                    <a:pt x="138" y="350"/>
                  </a:lnTo>
                  <a:lnTo>
                    <a:pt x="155" y="326"/>
                  </a:lnTo>
                  <a:lnTo>
                    <a:pt x="173" y="299"/>
                  </a:lnTo>
                  <a:lnTo>
                    <a:pt x="189" y="268"/>
                  </a:lnTo>
                  <a:lnTo>
                    <a:pt x="203" y="235"/>
                  </a:lnTo>
                  <a:lnTo>
                    <a:pt x="215" y="201"/>
                  </a:lnTo>
                  <a:lnTo>
                    <a:pt x="226" y="163"/>
                  </a:lnTo>
                  <a:lnTo>
                    <a:pt x="234" y="125"/>
                  </a:lnTo>
                  <a:lnTo>
                    <a:pt x="240" y="85"/>
                  </a:lnTo>
                  <a:lnTo>
                    <a:pt x="243" y="42"/>
                  </a:lnTo>
                  <a:lnTo>
                    <a:pt x="244" y="0"/>
                  </a:lnTo>
                  <a:lnTo>
                    <a:pt x="233" y="0"/>
                  </a:lnTo>
                  <a:lnTo>
                    <a:pt x="232" y="42"/>
                  </a:lnTo>
                  <a:lnTo>
                    <a:pt x="228" y="83"/>
                  </a:lnTo>
                  <a:lnTo>
                    <a:pt x="222" y="123"/>
                  </a:lnTo>
                  <a:lnTo>
                    <a:pt x="214" y="160"/>
                  </a:lnTo>
                  <a:lnTo>
                    <a:pt x="203" y="197"/>
                  </a:lnTo>
                  <a:lnTo>
                    <a:pt x="192" y="231"/>
                  </a:lnTo>
                  <a:lnTo>
                    <a:pt x="178" y="263"/>
                  </a:lnTo>
                  <a:lnTo>
                    <a:pt x="164" y="292"/>
                  </a:lnTo>
                  <a:lnTo>
                    <a:pt x="146" y="319"/>
                  </a:lnTo>
                  <a:lnTo>
                    <a:pt x="129" y="343"/>
                  </a:lnTo>
                  <a:lnTo>
                    <a:pt x="109" y="363"/>
                  </a:lnTo>
                  <a:lnTo>
                    <a:pt x="89" y="381"/>
                  </a:lnTo>
                  <a:lnTo>
                    <a:pt x="66" y="394"/>
                  </a:lnTo>
                  <a:lnTo>
                    <a:pt x="45" y="404"/>
                  </a:lnTo>
                  <a:lnTo>
                    <a:pt x="23" y="410"/>
                  </a:lnTo>
                  <a:lnTo>
                    <a:pt x="0" y="412"/>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5992" name="Freeform 54"/>
            <p:cNvSpPr>
              <a:spLocks/>
            </p:cNvSpPr>
            <p:nvPr/>
          </p:nvSpPr>
          <p:spPr bwMode="auto">
            <a:xfrm>
              <a:off x="915" y="1830"/>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1" y="42"/>
                  </a:lnTo>
                  <a:lnTo>
                    <a:pt x="4" y="85"/>
                  </a:lnTo>
                  <a:lnTo>
                    <a:pt x="10" y="125"/>
                  </a:lnTo>
                  <a:lnTo>
                    <a:pt x="19" y="163"/>
                  </a:lnTo>
                  <a:lnTo>
                    <a:pt x="29" y="201"/>
                  </a:lnTo>
                  <a:lnTo>
                    <a:pt x="41" y="235"/>
                  </a:lnTo>
                  <a:lnTo>
                    <a:pt x="55" y="268"/>
                  </a:lnTo>
                  <a:lnTo>
                    <a:pt x="71" y="299"/>
                  </a:lnTo>
                  <a:lnTo>
                    <a:pt x="89" y="326"/>
                  </a:lnTo>
                  <a:lnTo>
                    <a:pt x="106" y="350"/>
                  </a:lnTo>
                  <a:lnTo>
                    <a:pt x="126" y="373"/>
                  </a:lnTo>
                  <a:lnTo>
                    <a:pt x="149" y="390"/>
                  </a:lnTo>
                  <a:lnTo>
                    <a:pt x="171" y="405"/>
                  </a:lnTo>
                  <a:lnTo>
                    <a:pt x="194" y="416"/>
                  </a:lnTo>
                  <a:lnTo>
                    <a:pt x="219" y="422"/>
                  </a:lnTo>
                  <a:lnTo>
                    <a:pt x="245" y="424"/>
                  </a:lnTo>
                  <a:lnTo>
                    <a:pt x="245" y="412"/>
                  </a:lnTo>
                  <a:lnTo>
                    <a:pt x="221" y="410"/>
                  </a:lnTo>
                  <a:lnTo>
                    <a:pt x="199" y="404"/>
                  </a:lnTo>
                  <a:lnTo>
                    <a:pt x="178" y="394"/>
                  </a:lnTo>
                  <a:lnTo>
                    <a:pt x="156" y="381"/>
                  </a:lnTo>
                  <a:lnTo>
                    <a:pt x="136" y="363"/>
                  </a:lnTo>
                  <a:lnTo>
                    <a:pt x="116" y="343"/>
                  </a:lnTo>
                  <a:lnTo>
                    <a:pt x="98" y="319"/>
                  </a:lnTo>
                  <a:lnTo>
                    <a:pt x="81" y="292"/>
                  </a:lnTo>
                  <a:lnTo>
                    <a:pt x="67" y="263"/>
                  </a:lnTo>
                  <a:lnTo>
                    <a:pt x="52" y="231"/>
                  </a:lnTo>
                  <a:lnTo>
                    <a:pt x="41" y="197"/>
                  </a:lnTo>
                  <a:lnTo>
                    <a:pt x="30" y="160"/>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5993" name="Freeform 55"/>
            <p:cNvSpPr>
              <a:spLocks/>
            </p:cNvSpPr>
            <p:nvPr/>
          </p:nvSpPr>
          <p:spPr bwMode="auto">
            <a:xfrm>
              <a:off x="915" y="1745"/>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0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19" y="2"/>
                  </a:lnTo>
                  <a:lnTo>
                    <a:pt x="194" y="8"/>
                  </a:lnTo>
                  <a:lnTo>
                    <a:pt x="171" y="19"/>
                  </a:lnTo>
                  <a:lnTo>
                    <a:pt x="149" y="34"/>
                  </a:lnTo>
                  <a:lnTo>
                    <a:pt x="126" y="52"/>
                  </a:lnTo>
                  <a:lnTo>
                    <a:pt x="106" y="74"/>
                  </a:lnTo>
                  <a:lnTo>
                    <a:pt x="89" y="99"/>
                  </a:lnTo>
                  <a:lnTo>
                    <a:pt x="70" y="126"/>
                  </a:lnTo>
                  <a:lnTo>
                    <a:pt x="55" y="157"/>
                  </a:lnTo>
                  <a:lnTo>
                    <a:pt x="41" y="189"/>
                  </a:lnTo>
                  <a:lnTo>
                    <a:pt x="29" y="224"/>
                  </a:lnTo>
                  <a:lnTo>
                    <a:pt x="19" y="262"/>
                  </a:lnTo>
                  <a:lnTo>
                    <a:pt x="10" y="300"/>
                  </a:lnTo>
                  <a:lnTo>
                    <a:pt x="4" y="340"/>
                  </a:lnTo>
                  <a:lnTo>
                    <a:pt x="1" y="383"/>
                  </a:lnTo>
                  <a:lnTo>
                    <a:pt x="0" y="426"/>
                  </a:lnTo>
                  <a:lnTo>
                    <a:pt x="11" y="426"/>
                  </a:lnTo>
                  <a:lnTo>
                    <a:pt x="13" y="383"/>
                  </a:lnTo>
                  <a:lnTo>
                    <a:pt x="16" y="342"/>
                  </a:lnTo>
                  <a:lnTo>
                    <a:pt x="22" y="303"/>
                  </a:lnTo>
                  <a:lnTo>
                    <a:pt x="30" y="264"/>
                  </a:lnTo>
                  <a:lnTo>
                    <a:pt x="41" y="229"/>
                  </a:lnTo>
                  <a:lnTo>
                    <a:pt x="52" y="194"/>
                  </a:lnTo>
                  <a:lnTo>
                    <a:pt x="67" y="162"/>
                  </a:lnTo>
                  <a:lnTo>
                    <a:pt x="82" y="133"/>
                  </a:lnTo>
                  <a:lnTo>
                    <a:pt x="98" y="106"/>
                  </a:lnTo>
                  <a:lnTo>
                    <a:pt x="116" y="81"/>
                  </a:lnTo>
                  <a:lnTo>
                    <a:pt x="136" y="61"/>
                  </a:lnTo>
                  <a:lnTo>
                    <a:pt x="156" y="43"/>
                  </a:lnTo>
                  <a:lnTo>
                    <a:pt x="178" y="31"/>
                  </a:lnTo>
                  <a:lnTo>
                    <a:pt x="199" y="20"/>
                  </a:lnTo>
                  <a:lnTo>
                    <a:pt x="221"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5994" name="Freeform 56"/>
            <p:cNvSpPr>
              <a:spLocks/>
            </p:cNvSpPr>
            <p:nvPr/>
          </p:nvSpPr>
          <p:spPr bwMode="auto">
            <a:xfrm>
              <a:off x="1140" y="2087"/>
              <a:ext cx="49" cy="85"/>
            </a:xfrm>
            <a:custGeom>
              <a:avLst/>
              <a:gdLst>
                <a:gd name="T0" fmla="*/ 2 w 246"/>
                <a:gd name="T1" fmla="*/ 3 h 424"/>
                <a:gd name="T2" fmla="*/ 2 w 246"/>
                <a:gd name="T3" fmla="*/ 3 h 424"/>
                <a:gd name="T4" fmla="*/ 2 w 246"/>
                <a:gd name="T5" fmla="*/ 3 h 424"/>
                <a:gd name="T6" fmla="*/ 2 w 246"/>
                <a:gd name="T7" fmla="*/ 3 h 424"/>
                <a:gd name="T8" fmla="*/ 2 w 246"/>
                <a:gd name="T9" fmla="*/ 2 h 424"/>
                <a:gd name="T10" fmla="*/ 2 w 246"/>
                <a:gd name="T11" fmla="*/ 2 h 424"/>
                <a:gd name="T12" fmla="*/ 2 w 246"/>
                <a:gd name="T13" fmla="*/ 2 h 424"/>
                <a:gd name="T14" fmla="*/ 2 w 246"/>
                <a:gd name="T15" fmla="*/ 2 h 424"/>
                <a:gd name="T16" fmla="*/ 2 w 246"/>
                <a:gd name="T17" fmla="*/ 1 h 424"/>
                <a:gd name="T18" fmla="*/ 1 w 246"/>
                <a:gd name="T19" fmla="*/ 1 h 424"/>
                <a:gd name="T20" fmla="*/ 1 w 246"/>
                <a:gd name="T21" fmla="*/ 1 h 424"/>
                <a:gd name="T22" fmla="*/ 1 w 246"/>
                <a:gd name="T23" fmla="*/ 1 h 424"/>
                <a:gd name="T24" fmla="*/ 1 w 246"/>
                <a:gd name="T25" fmla="*/ 0 h 424"/>
                <a:gd name="T26" fmla="*/ 1 w 246"/>
                <a:gd name="T27" fmla="*/ 0 h 424"/>
                <a:gd name="T28" fmla="*/ 1 w 246"/>
                <a:gd name="T29" fmla="*/ 0 h 424"/>
                <a:gd name="T30" fmla="*/ 0 w 246"/>
                <a:gd name="T31" fmla="*/ 0 h 424"/>
                <a:gd name="T32" fmla="*/ 0 w 246"/>
                <a:gd name="T33" fmla="*/ 0 h 424"/>
                <a:gd name="T34" fmla="*/ 0 w 246"/>
                <a:gd name="T35" fmla="*/ 0 h 424"/>
                <a:gd name="T36" fmla="*/ 0 w 246"/>
                <a:gd name="T37" fmla="*/ 0 h 424"/>
                <a:gd name="T38" fmla="*/ 0 w 246"/>
                <a:gd name="T39" fmla="*/ 0 h 424"/>
                <a:gd name="T40" fmla="*/ 0 w 246"/>
                <a:gd name="T41" fmla="*/ 0 h 424"/>
                <a:gd name="T42" fmla="*/ 1 w 246"/>
                <a:gd name="T43" fmla="*/ 0 h 424"/>
                <a:gd name="T44" fmla="*/ 1 w 246"/>
                <a:gd name="T45" fmla="*/ 0 h 424"/>
                <a:gd name="T46" fmla="*/ 1 w 246"/>
                <a:gd name="T47" fmla="*/ 0 h 424"/>
                <a:gd name="T48" fmla="*/ 1 w 246"/>
                <a:gd name="T49" fmla="*/ 1 h 424"/>
                <a:gd name="T50" fmla="*/ 1 w 246"/>
                <a:gd name="T51" fmla="*/ 1 h 424"/>
                <a:gd name="T52" fmla="*/ 1 w 246"/>
                <a:gd name="T53" fmla="*/ 1 h 424"/>
                <a:gd name="T54" fmla="*/ 1 w 246"/>
                <a:gd name="T55" fmla="*/ 1 h 424"/>
                <a:gd name="T56" fmla="*/ 2 w 246"/>
                <a:gd name="T57" fmla="*/ 2 h 424"/>
                <a:gd name="T58" fmla="*/ 2 w 246"/>
                <a:gd name="T59" fmla="*/ 2 h 424"/>
                <a:gd name="T60" fmla="*/ 2 w 246"/>
                <a:gd name="T61" fmla="*/ 2 h 424"/>
                <a:gd name="T62" fmla="*/ 2 w 246"/>
                <a:gd name="T63" fmla="*/ 2 h 424"/>
                <a:gd name="T64" fmla="*/ 2 w 246"/>
                <a:gd name="T65" fmla="*/ 3 h 424"/>
                <a:gd name="T66" fmla="*/ 2 w 246"/>
                <a:gd name="T67" fmla="*/ 3 h 424"/>
                <a:gd name="T68" fmla="*/ 2 w 246"/>
                <a:gd name="T69" fmla="*/ 3 h 424"/>
                <a:gd name="T70" fmla="*/ 2 w 246"/>
                <a:gd name="T71" fmla="*/ 3 h 424"/>
                <a:gd name="T72" fmla="*/ 2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424"/>
                  </a:moveTo>
                  <a:lnTo>
                    <a:pt x="246" y="424"/>
                  </a:lnTo>
                  <a:lnTo>
                    <a:pt x="244" y="382"/>
                  </a:lnTo>
                  <a:lnTo>
                    <a:pt x="241" y="338"/>
                  </a:lnTo>
                  <a:lnTo>
                    <a:pt x="235" y="298"/>
                  </a:lnTo>
                  <a:lnTo>
                    <a:pt x="227" y="261"/>
                  </a:lnTo>
                  <a:lnTo>
                    <a:pt x="216" y="222"/>
                  </a:lnTo>
                  <a:lnTo>
                    <a:pt x="205" y="188"/>
                  </a:lnTo>
                  <a:lnTo>
                    <a:pt x="190" y="155"/>
                  </a:lnTo>
                  <a:lnTo>
                    <a:pt x="174" y="125"/>
                  </a:lnTo>
                  <a:lnTo>
                    <a:pt x="157" y="98"/>
                  </a:lnTo>
                  <a:lnTo>
                    <a:pt x="138" y="73"/>
                  </a:lnTo>
                  <a:lnTo>
                    <a:pt x="118" y="51"/>
                  </a:lnTo>
                  <a:lnTo>
                    <a:pt x="96" y="34"/>
                  </a:lnTo>
                  <a:lnTo>
                    <a:pt x="74" y="18"/>
                  </a:lnTo>
                  <a:lnTo>
                    <a:pt x="50" y="8"/>
                  </a:lnTo>
                  <a:lnTo>
                    <a:pt x="25" y="2"/>
                  </a:lnTo>
                  <a:lnTo>
                    <a:pt x="0" y="0"/>
                  </a:lnTo>
                  <a:lnTo>
                    <a:pt x="0" y="11"/>
                  </a:lnTo>
                  <a:lnTo>
                    <a:pt x="23" y="14"/>
                  </a:lnTo>
                  <a:lnTo>
                    <a:pt x="45" y="19"/>
                  </a:lnTo>
                  <a:lnTo>
                    <a:pt x="67" y="30"/>
                  </a:lnTo>
                  <a:lnTo>
                    <a:pt x="89" y="43"/>
                  </a:lnTo>
                  <a:lnTo>
                    <a:pt x="108" y="60"/>
                  </a:lnTo>
                  <a:lnTo>
                    <a:pt x="128" y="80"/>
                  </a:lnTo>
                  <a:lnTo>
                    <a:pt x="147" y="105"/>
                  </a:lnTo>
                  <a:lnTo>
                    <a:pt x="165" y="132"/>
                  </a:lnTo>
                  <a:lnTo>
                    <a:pt x="179" y="160"/>
                  </a:lnTo>
                  <a:lnTo>
                    <a:pt x="193" y="193"/>
                  </a:lnTo>
                  <a:lnTo>
                    <a:pt x="205" y="227"/>
                  </a:lnTo>
                  <a:lnTo>
                    <a:pt x="215" y="263"/>
                  </a:lnTo>
                  <a:lnTo>
                    <a:pt x="223" y="301"/>
                  </a:lnTo>
                  <a:lnTo>
                    <a:pt x="229" y="341"/>
                  </a:lnTo>
                  <a:lnTo>
                    <a:pt x="233" y="382"/>
                  </a:lnTo>
                  <a:lnTo>
                    <a:pt x="234" y="424"/>
                  </a:lnTo>
                  <a:lnTo>
                    <a:pt x="246"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5995" name="Freeform 57"/>
            <p:cNvSpPr>
              <a:spLocks/>
            </p:cNvSpPr>
            <p:nvPr/>
          </p:nvSpPr>
          <p:spPr bwMode="auto">
            <a:xfrm>
              <a:off x="1140" y="2172"/>
              <a:ext cx="49" cy="85"/>
            </a:xfrm>
            <a:custGeom>
              <a:avLst/>
              <a:gdLst>
                <a:gd name="T0" fmla="*/ 0 w 246"/>
                <a:gd name="T1" fmla="*/ 3 h 426"/>
                <a:gd name="T2" fmla="*/ 0 w 246"/>
                <a:gd name="T3" fmla="*/ 3 h 426"/>
                <a:gd name="T4" fmla="*/ 0 w 246"/>
                <a:gd name="T5" fmla="*/ 3 h 426"/>
                <a:gd name="T6" fmla="*/ 0 w 246"/>
                <a:gd name="T7" fmla="*/ 3 h 426"/>
                <a:gd name="T8" fmla="*/ 1 w 246"/>
                <a:gd name="T9" fmla="*/ 3 h 426"/>
                <a:gd name="T10" fmla="*/ 1 w 246"/>
                <a:gd name="T11" fmla="*/ 3 h 426"/>
                <a:gd name="T12" fmla="*/ 1 w 246"/>
                <a:gd name="T13" fmla="*/ 3 h 426"/>
                <a:gd name="T14" fmla="*/ 1 w 246"/>
                <a:gd name="T15" fmla="*/ 3 h 426"/>
                <a:gd name="T16" fmla="*/ 1 w 246"/>
                <a:gd name="T17" fmla="*/ 3 h 426"/>
                <a:gd name="T18" fmla="*/ 1 w 246"/>
                <a:gd name="T19" fmla="*/ 2 h 426"/>
                <a:gd name="T20" fmla="*/ 2 w 246"/>
                <a:gd name="T21" fmla="*/ 2 h 426"/>
                <a:gd name="T22" fmla="*/ 2 w 246"/>
                <a:gd name="T23" fmla="*/ 2 h 426"/>
                <a:gd name="T24" fmla="*/ 2 w 246"/>
                <a:gd name="T25" fmla="*/ 2 h 426"/>
                <a:gd name="T26" fmla="*/ 2 w 246"/>
                <a:gd name="T27" fmla="*/ 1 h 426"/>
                <a:gd name="T28" fmla="*/ 2 w 246"/>
                <a:gd name="T29" fmla="*/ 1 h 426"/>
                <a:gd name="T30" fmla="*/ 2 w 246"/>
                <a:gd name="T31" fmla="*/ 1 h 426"/>
                <a:gd name="T32" fmla="*/ 2 w 246"/>
                <a:gd name="T33" fmla="*/ 0 h 426"/>
                <a:gd name="T34" fmla="*/ 2 w 246"/>
                <a:gd name="T35" fmla="*/ 0 h 426"/>
                <a:gd name="T36" fmla="*/ 2 w 246"/>
                <a:gd name="T37" fmla="*/ 0 h 426"/>
                <a:gd name="T38" fmla="*/ 2 w 246"/>
                <a:gd name="T39" fmla="*/ 0 h 426"/>
                <a:gd name="T40" fmla="*/ 2 w 246"/>
                <a:gd name="T41" fmla="*/ 1 h 426"/>
                <a:gd name="T42" fmla="*/ 2 w 246"/>
                <a:gd name="T43" fmla="*/ 1 h 426"/>
                <a:gd name="T44" fmla="*/ 2 w 246"/>
                <a:gd name="T45" fmla="*/ 1 h 426"/>
                <a:gd name="T46" fmla="*/ 2 w 246"/>
                <a:gd name="T47" fmla="*/ 2 h 426"/>
                <a:gd name="T48" fmla="*/ 2 w 246"/>
                <a:gd name="T49" fmla="*/ 2 h 426"/>
                <a:gd name="T50" fmla="*/ 1 w 246"/>
                <a:gd name="T51" fmla="*/ 2 h 426"/>
                <a:gd name="T52" fmla="*/ 1 w 246"/>
                <a:gd name="T53" fmla="*/ 2 h 426"/>
                <a:gd name="T54" fmla="*/ 1 w 246"/>
                <a:gd name="T55" fmla="*/ 3 h 426"/>
                <a:gd name="T56" fmla="*/ 1 w 246"/>
                <a:gd name="T57" fmla="*/ 3 h 426"/>
                <a:gd name="T58" fmla="*/ 1 w 246"/>
                <a:gd name="T59" fmla="*/ 3 h 426"/>
                <a:gd name="T60" fmla="*/ 1 w 246"/>
                <a:gd name="T61" fmla="*/ 3 h 426"/>
                <a:gd name="T62" fmla="*/ 1 w 246"/>
                <a:gd name="T63" fmla="*/ 3 h 426"/>
                <a:gd name="T64" fmla="*/ 0 w 246"/>
                <a:gd name="T65" fmla="*/ 3 h 426"/>
                <a:gd name="T66" fmla="*/ 0 w 246"/>
                <a:gd name="T67" fmla="*/ 3 h 426"/>
                <a:gd name="T68" fmla="*/ 0 w 246"/>
                <a:gd name="T69" fmla="*/ 3 h 426"/>
                <a:gd name="T70" fmla="*/ 0 w 246"/>
                <a:gd name="T71" fmla="*/ 3 h 426"/>
                <a:gd name="T72" fmla="*/ 0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426"/>
                  </a:moveTo>
                  <a:lnTo>
                    <a:pt x="0" y="426"/>
                  </a:lnTo>
                  <a:lnTo>
                    <a:pt x="25" y="423"/>
                  </a:lnTo>
                  <a:lnTo>
                    <a:pt x="50" y="417"/>
                  </a:lnTo>
                  <a:lnTo>
                    <a:pt x="74" y="407"/>
                  </a:lnTo>
                  <a:lnTo>
                    <a:pt x="96" y="392"/>
                  </a:lnTo>
                  <a:lnTo>
                    <a:pt x="118" y="373"/>
                  </a:lnTo>
                  <a:lnTo>
                    <a:pt x="138" y="350"/>
                  </a:lnTo>
                  <a:lnTo>
                    <a:pt x="157" y="327"/>
                  </a:lnTo>
                  <a:lnTo>
                    <a:pt x="175" y="299"/>
                  </a:lnTo>
                  <a:lnTo>
                    <a:pt x="190" y="268"/>
                  </a:lnTo>
                  <a:lnTo>
                    <a:pt x="205" y="236"/>
                  </a:lnTo>
                  <a:lnTo>
                    <a:pt x="216" y="202"/>
                  </a:lnTo>
                  <a:lnTo>
                    <a:pt x="227" y="164"/>
                  </a:lnTo>
                  <a:lnTo>
                    <a:pt x="235" y="125"/>
                  </a:lnTo>
                  <a:lnTo>
                    <a:pt x="241" y="86"/>
                  </a:lnTo>
                  <a:lnTo>
                    <a:pt x="244" y="42"/>
                  </a:lnTo>
                  <a:lnTo>
                    <a:pt x="246" y="0"/>
                  </a:lnTo>
                  <a:lnTo>
                    <a:pt x="234" y="0"/>
                  </a:lnTo>
                  <a:lnTo>
                    <a:pt x="233" y="42"/>
                  </a:lnTo>
                  <a:lnTo>
                    <a:pt x="229" y="83"/>
                  </a:lnTo>
                  <a:lnTo>
                    <a:pt x="223" y="123"/>
                  </a:lnTo>
                  <a:lnTo>
                    <a:pt x="215" y="162"/>
                  </a:lnTo>
                  <a:lnTo>
                    <a:pt x="205" y="197"/>
                  </a:lnTo>
                  <a:lnTo>
                    <a:pt x="193" y="231"/>
                  </a:lnTo>
                  <a:lnTo>
                    <a:pt x="179" y="264"/>
                  </a:lnTo>
                  <a:lnTo>
                    <a:pt x="164" y="292"/>
                  </a:lnTo>
                  <a:lnTo>
                    <a:pt x="147" y="320"/>
                  </a:lnTo>
                  <a:lnTo>
                    <a:pt x="128" y="343"/>
                  </a:lnTo>
                  <a:lnTo>
                    <a:pt x="108" y="363"/>
                  </a:lnTo>
                  <a:lnTo>
                    <a:pt x="89" y="382"/>
                  </a:lnTo>
                  <a:lnTo>
                    <a:pt x="67" y="395"/>
                  </a:lnTo>
                  <a:lnTo>
                    <a:pt x="45" y="406"/>
                  </a:lnTo>
                  <a:lnTo>
                    <a:pt x="23" y="411"/>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5996" name="Freeform 58"/>
            <p:cNvSpPr>
              <a:spLocks/>
            </p:cNvSpPr>
            <p:nvPr/>
          </p:nvSpPr>
          <p:spPr bwMode="auto">
            <a:xfrm>
              <a:off x="1091" y="2172"/>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4" y="86"/>
                  </a:lnTo>
                  <a:lnTo>
                    <a:pt x="10" y="125"/>
                  </a:lnTo>
                  <a:lnTo>
                    <a:pt x="18" y="164"/>
                  </a:lnTo>
                  <a:lnTo>
                    <a:pt x="29" y="202"/>
                  </a:lnTo>
                  <a:lnTo>
                    <a:pt x="41" y="236"/>
                  </a:lnTo>
                  <a:lnTo>
                    <a:pt x="55" y="268"/>
                  </a:lnTo>
                  <a:lnTo>
                    <a:pt x="70" y="299"/>
                  </a:lnTo>
                  <a:lnTo>
                    <a:pt x="89" y="327"/>
                  </a:lnTo>
                  <a:lnTo>
                    <a:pt x="106" y="350"/>
                  </a:lnTo>
                  <a:lnTo>
                    <a:pt x="126" y="373"/>
                  </a:lnTo>
                  <a:lnTo>
                    <a:pt x="148" y="392"/>
                  </a:lnTo>
                  <a:lnTo>
                    <a:pt x="171" y="407"/>
                  </a:lnTo>
                  <a:lnTo>
                    <a:pt x="194" y="417"/>
                  </a:lnTo>
                  <a:lnTo>
                    <a:pt x="219" y="423"/>
                  </a:lnTo>
                  <a:lnTo>
                    <a:pt x="245" y="426"/>
                  </a:lnTo>
                  <a:lnTo>
                    <a:pt x="245" y="414"/>
                  </a:lnTo>
                  <a:lnTo>
                    <a:pt x="221" y="411"/>
                  </a:lnTo>
                  <a:lnTo>
                    <a:pt x="199" y="406"/>
                  </a:lnTo>
                  <a:lnTo>
                    <a:pt x="178" y="395"/>
                  </a:lnTo>
                  <a:lnTo>
                    <a:pt x="155" y="382"/>
                  </a:lnTo>
                  <a:lnTo>
                    <a:pt x="136" y="363"/>
                  </a:lnTo>
                  <a:lnTo>
                    <a:pt x="116" y="343"/>
                  </a:lnTo>
                  <a:lnTo>
                    <a:pt x="98" y="320"/>
                  </a:lnTo>
                  <a:lnTo>
                    <a:pt x="82" y="292"/>
                  </a:lnTo>
                  <a:lnTo>
                    <a:pt x="66" y="264"/>
                  </a:lnTo>
                  <a:lnTo>
                    <a:pt x="52" y="231"/>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5997" name="Freeform 59"/>
            <p:cNvSpPr>
              <a:spLocks/>
            </p:cNvSpPr>
            <p:nvPr/>
          </p:nvSpPr>
          <p:spPr bwMode="auto">
            <a:xfrm>
              <a:off x="1091" y="2087"/>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4" y="8"/>
                  </a:lnTo>
                  <a:lnTo>
                    <a:pt x="171" y="18"/>
                  </a:lnTo>
                  <a:lnTo>
                    <a:pt x="148" y="34"/>
                  </a:lnTo>
                  <a:lnTo>
                    <a:pt x="126" y="51"/>
                  </a:lnTo>
                  <a:lnTo>
                    <a:pt x="106" y="73"/>
                  </a:lnTo>
                  <a:lnTo>
                    <a:pt x="89" y="98"/>
                  </a:lnTo>
                  <a:lnTo>
                    <a:pt x="71" y="125"/>
                  </a:lnTo>
                  <a:lnTo>
                    <a:pt x="55" y="155"/>
                  </a:lnTo>
                  <a:lnTo>
                    <a:pt x="41" y="188"/>
                  </a:lnTo>
                  <a:lnTo>
                    <a:pt x="29" y="222"/>
                  </a:lnTo>
                  <a:lnTo>
                    <a:pt x="18" y="261"/>
                  </a:lnTo>
                  <a:lnTo>
                    <a:pt x="10" y="298"/>
                  </a:lnTo>
                  <a:lnTo>
                    <a:pt x="4" y="338"/>
                  </a:lnTo>
                  <a:lnTo>
                    <a:pt x="1" y="382"/>
                  </a:lnTo>
                  <a:lnTo>
                    <a:pt x="0" y="424"/>
                  </a:lnTo>
                  <a:lnTo>
                    <a:pt x="11" y="424"/>
                  </a:lnTo>
                  <a:lnTo>
                    <a:pt x="13" y="382"/>
                  </a:lnTo>
                  <a:lnTo>
                    <a:pt x="16" y="341"/>
                  </a:lnTo>
                  <a:lnTo>
                    <a:pt x="22" y="301"/>
                  </a:lnTo>
                  <a:lnTo>
                    <a:pt x="30" y="263"/>
                  </a:lnTo>
                  <a:lnTo>
                    <a:pt x="41" y="227"/>
                  </a:lnTo>
                  <a:lnTo>
                    <a:pt x="52" y="193"/>
                  </a:lnTo>
                  <a:lnTo>
                    <a:pt x="66" y="160"/>
                  </a:lnTo>
                  <a:lnTo>
                    <a:pt x="80" y="132"/>
                  </a:lnTo>
                  <a:lnTo>
                    <a:pt x="98" y="105"/>
                  </a:lnTo>
                  <a:lnTo>
                    <a:pt x="116" y="80"/>
                  </a:lnTo>
                  <a:lnTo>
                    <a:pt x="136" y="60"/>
                  </a:lnTo>
                  <a:lnTo>
                    <a:pt x="155" y="43"/>
                  </a:lnTo>
                  <a:lnTo>
                    <a:pt x="178" y="30"/>
                  </a:lnTo>
                  <a:lnTo>
                    <a:pt x="199" y="19"/>
                  </a:lnTo>
                  <a:lnTo>
                    <a:pt x="221" y="14"/>
                  </a:lnTo>
                  <a:lnTo>
                    <a:pt x="245" y="11"/>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5998" name="Freeform 60"/>
            <p:cNvSpPr>
              <a:spLocks/>
            </p:cNvSpPr>
            <p:nvPr/>
          </p:nvSpPr>
          <p:spPr bwMode="auto">
            <a:xfrm>
              <a:off x="1392" y="2118"/>
              <a:ext cx="49" cy="85"/>
            </a:xfrm>
            <a:custGeom>
              <a:avLst/>
              <a:gdLst>
                <a:gd name="T0" fmla="*/ 2 w 246"/>
                <a:gd name="T1" fmla="*/ 3 h 426"/>
                <a:gd name="T2" fmla="*/ 2 w 246"/>
                <a:gd name="T3" fmla="*/ 3 h 426"/>
                <a:gd name="T4" fmla="*/ 2 w 246"/>
                <a:gd name="T5" fmla="*/ 3 h 426"/>
                <a:gd name="T6" fmla="*/ 2 w 246"/>
                <a:gd name="T7" fmla="*/ 3 h 426"/>
                <a:gd name="T8" fmla="*/ 2 w 246"/>
                <a:gd name="T9" fmla="*/ 2 h 426"/>
                <a:gd name="T10" fmla="*/ 2 w 246"/>
                <a:gd name="T11" fmla="*/ 2 h 426"/>
                <a:gd name="T12" fmla="*/ 2 w 246"/>
                <a:gd name="T13" fmla="*/ 2 h 426"/>
                <a:gd name="T14" fmla="*/ 2 w 246"/>
                <a:gd name="T15" fmla="*/ 2 h 426"/>
                <a:gd name="T16" fmla="*/ 2 w 246"/>
                <a:gd name="T17" fmla="*/ 1 h 426"/>
                <a:gd name="T18" fmla="*/ 1 w 246"/>
                <a:gd name="T19" fmla="*/ 1 h 426"/>
                <a:gd name="T20" fmla="*/ 1 w 246"/>
                <a:gd name="T21" fmla="*/ 1 h 426"/>
                <a:gd name="T22" fmla="*/ 1 w 246"/>
                <a:gd name="T23" fmla="*/ 1 h 426"/>
                <a:gd name="T24" fmla="*/ 1 w 246"/>
                <a:gd name="T25" fmla="*/ 0 h 426"/>
                <a:gd name="T26" fmla="*/ 1 w 246"/>
                <a:gd name="T27" fmla="*/ 0 h 426"/>
                <a:gd name="T28" fmla="*/ 1 w 246"/>
                <a:gd name="T29" fmla="*/ 0 h 426"/>
                <a:gd name="T30" fmla="*/ 0 w 246"/>
                <a:gd name="T31" fmla="*/ 0 h 426"/>
                <a:gd name="T32" fmla="*/ 0 w 246"/>
                <a:gd name="T33" fmla="*/ 0 h 426"/>
                <a:gd name="T34" fmla="*/ 0 w 246"/>
                <a:gd name="T35" fmla="*/ 0 h 426"/>
                <a:gd name="T36" fmla="*/ 0 w 246"/>
                <a:gd name="T37" fmla="*/ 0 h 426"/>
                <a:gd name="T38" fmla="*/ 0 w 246"/>
                <a:gd name="T39" fmla="*/ 0 h 426"/>
                <a:gd name="T40" fmla="*/ 0 w 246"/>
                <a:gd name="T41" fmla="*/ 0 h 426"/>
                <a:gd name="T42" fmla="*/ 1 w 246"/>
                <a:gd name="T43" fmla="*/ 0 h 426"/>
                <a:gd name="T44" fmla="*/ 1 w 246"/>
                <a:gd name="T45" fmla="*/ 0 h 426"/>
                <a:gd name="T46" fmla="*/ 1 w 246"/>
                <a:gd name="T47" fmla="*/ 1 h 426"/>
                <a:gd name="T48" fmla="*/ 1 w 246"/>
                <a:gd name="T49" fmla="*/ 1 h 426"/>
                <a:gd name="T50" fmla="*/ 1 w 246"/>
                <a:gd name="T51" fmla="*/ 1 h 426"/>
                <a:gd name="T52" fmla="*/ 1 w 246"/>
                <a:gd name="T53" fmla="*/ 1 h 426"/>
                <a:gd name="T54" fmla="*/ 1 w 246"/>
                <a:gd name="T55" fmla="*/ 1 h 426"/>
                <a:gd name="T56" fmla="*/ 2 w 246"/>
                <a:gd name="T57" fmla="*/ 2 h 426"/>
                <a:gd name="T58" fmla="*/ 2 w 246"/>
                <a:gd name="T59" fmla="*/ 2 h 426"/>
                <a:gd name="T60" fmla="*/ 2 w 246"/>
                <a:gd name="T61" fmla="*/ 2 h 426"/>
                <a:gd name="T62" fmla="*/ 2 w 246"/>
                <a:gd name="T63" fmla="*/ 2 h 426"/>
                <a:gd name="T64" fmla="*/ 2 w 246"/>
                <a:gd name="T65" fmla="*/ 3 h 426"/>
                <a:gd name="T66" fmla="*/ 2 w 246"/>
                <a:gd name="T67" fmla="*/ 3 h 426"/>
                <a:gd name="T68" fmla="*/ 2 w 246"/>
                <a:gd name="T69" fmla="*/ 3 h 426"/>
                <a:gd name="T70" fmla="*/ 2 w 246"/>
                <a:gd name="T71" fmla="*/ 3 h 426"/>
                <a:gd name="T72" fmla="*/ 2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246" y="426"/>
                  </a:moveTo>
                  <a:lnTo>
                    <a:pt x="246" y="426"/>
                  </a:lnTo>
                  <a:lnTo>
                    <a:pt x="245" y="384"/>
                  </a:lnTo>
                  <a:lnTo>
                    <a:pt x="242" y="340"/>
                  </a:lnTo>
                  <a:lnTo>
                    <a:pt x="236" y="301"/>
                  </a:lnTo>
                  <a:lnTo>
                    <a:pt x="228" y="262"/>
                  </a:lnTo>
                  <a:lnTo>
                    <a:pt x="217" y="224"/>
                  </a:lnTo>
                  <a:lnTo>
                    <a:pt x="205" y="190"/>
                  </a:lnTo>
                  <a:lnTo>
                    <a:pt x="191" y="158"/>
                  </a:lnTo>
                  <a:lnTo>
                    <a:pt x="176" y="126"/>
                  </a:lnTo>
                  <a:lnTo>
                    <a:pt x="157" y="99"/>
                  </a:lnTo>
                  <a:lnTo>
                    <a:pt x="139" y="75"/>
                  </a:lnTo>
                  <a:lnTo>
                    <a:pt x="119" y="53"/>
                  </a:lnTo>
                  <a:lnTo>
                    <a:pt x="96" y="34"/>
                  </a:lnTo>
                  <a:lnTo>
                    <a:pt x="75" y="19"/>
                  </a:lnTo>
                  <a:lnTo>
                    <a:pt x="51" y="9"/>
                  </a:lnTo>
                  <a:lnTo>
                    <a:pt x="26" y="3"/>
                  </a:lnTo>
                  <a:lnTo>
                    <a:pt x="0" y="0"/>
                  </a:lnTo>
                  <a:lnTo>
                    <a:pt x="0" y="12"/>
                  </a:lnTo>
                  <a:lnTo>
                    <a:pt x="24" y="15"/>
                  </a:lnTo>
                  <a:lnTo>
                    <a:pt x="46" y="20"/>
                  </a:lnTo>
                  <a:lnTo>
                    <a:pt x="68" y="31"/>
                  </a:lnTo>
                  <a:lnTo>
                    <a:pt x="89" y="44"/>
                  </a:lnTo>
                  <a:lnTo>
                    <a:pt x="109" y="63"/>
                  </a:lnTo>
                  <a:lnTo>
                    <a:pt x="129" y="83"/>
                  </a:lnTo>
                  <a:lnTo>
                    <a:pt x="148" y="106"/>
                  </a:lnTo>
                  <a:lnTo>
                    <a:pt x="164" y="133"/>
                  </a:lnTo>
                  <a:lnTo>
                    <a:pt x="180" y="162"/>
                  </a:lnTo>
                  <a:lnTo>
                    <a:pt x="194" y="195"/>
                  </a:lnTo>
                  <a:lnTo>
                    <a:pt x="205" y="229"/>
                  </a:lnTo>
                  <a:lnTo>
                    <a:pt x="216" y="264"/>
                  </a:lnTo>
                  <a:lnTo>
                    <a:pt x="224" y="303"/>
                  </a:lnTo>
                  <a:lnTo>
                    <a:pt x="230" y="343"/>
                  </a:lnTo>
                  <a:lnTo>
                    <a:pt x="233" y="384"/>
                  </a:lnTo>
                  <a:lnTo>
                    <a:pt x="235" y="426"/>
                  </a:lnTo>
                  <a:lnTo>
                    <a:pt x="246"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5999" name="Freeform 61"/>
            <p:cNvSpPr>
              <a:spLocks/>
            </p:cNvSpPr>
            <p:nvPr/>
          </p:nvSpPr>
          <p:spPr bwMode="auto">
            <a:xfrm>
              <a:off x="1392" y="2203"/>
              <a:ext cx="49" cy="85"/>
            </a:xfrm>
            <a:custGeom>
              <a:avLst/>
              <a:gdLst>
                <a:gd name="T0" fmla="*/ 0 w 246"/>
                <a:gd name="T1" fmla="*/ 3 h 424"/>
                <a:gd name="T2" fmla="*/ 0 w 246"/>
                <a:gd name="T3" fmla="*/ 3 h 424"/>
                <a:gd name="T4" fmla="*/ 0 w 246"/>
                <a:gd name="T5" fmla="*/ 3 h 424"/>
                <a:gd name="T6" fmla="*/ 0 w 246"/>
                <a:gd name="T7" fmla="*/ 3 h 424"/>
                <a:gd name="T8" fmla="*/ 1 w 246"/>
                <a:gd name="T9" fmla="*/ 3 h 424"/>
                <a:gd name="T10" fmla="*/ 1 w 246"/>
                <a:gd name="T11" fmla="*/ 3 h 424"/>
                <a:gd name="T12" fmla="*/ 1 w 246"/>
                <a:gd name="T13" fmla="*/ 3 h 424"/>
                <a:gd name="T14" fmla="*/ 1 w 246"/>
                <a:gd name="T15" fmla="*/ 3 h 424"/>
                <a:gd name="T16" fmla="*/ 1 w 246"/>
                <a:gd name="T17" fmla="*/ 3 h 424"/>
                <a:gd name="T18" fmla="*/ 1 w 246"/>
                <a:gd name="T19" fmla="*/ 2 h 424"/>
                <a:gd name="T20" fmla="*/ 2 w 246"/>
                <a:gd name="T21" fmla="*/ 2 h 424"/>
                <a:gd name="T22" fmla="*/ 2 w 246"/>
                <a:gd name="T23" fmla="*/ 2 h 424"/>
                <a:gd name="T24" fmla="*/ 2 w 246"/>
                <a:gd name="T25" fmla="*/ 2 h 424"/>
                <a:gd name="T26" fmla="*/ 2 w 246"/>
                <a:gd name="T27" fmla="*/ 1 h 424"/>
                <a:gd name="T28" fmla="*/ 2 w 246"/>
                <a:gd name="T29" fmla="*/ 1 h 424"/>
                <a:gd name="T30" fmla="*/ 2 w 246"/>
                <a:gd name="T31" fmla="*/ 1 h 424"/>
                <a:gd name="T32" fmla="*/ 2 w 246"/>
                <a:gd name="T33" fmla="*/ 0 h 424"/>
                <a:gd name="T34" fmla="*/ 2 w 246"/>
                <a:gd name="T35" fmla="*/ 0 h 424"/>
                <a:gd name="T36" fmla="*/ 2 w 246"/>
                <a:gd name="T37" fmla="*/ 0 h 424"/>
                <a:gd name="T38" fmla="*/ 2 w 246"/>
                <a:gd name="T39" fmla="*/ 0 h 424"/>
                <a:gd name="T40" fmla="*/ 2 w 246"/>
                <a:gd name="T41" fmla="*/ 1 h 424"/>
                <a:gd name="T42" fmla="*/ 2 w 246"/>
                <a:gd name="T43" fmla="*/ 1 h 424"/>
                <a:gd name="T44" fmla="*/ 2 w 246"/>
                <a:gd name="T45" fmla="*/ 1 h 424"/>
                <a:gd name="T46" fmla="*/ 2 w 246"/>
                <a:gd name="T47" fmla="*/ 2 h 424"/>
                <a:gd name="T48" fmla="*/ 2 w 246"/>
                <a:gd name="T49" fmla="*/ 2 h 424"/>
                <a:gd name="T50" fmla="*/ 1 w 246"/>
                <a:gd name="T51" fmla="*/ 2 h 424"/>
                <a:gd name="T52" fmla="*/ 1 w 246"/>
                <a:gd name="T53" fmla="*/ 2 h 424"/>
                <a:gd name="T54" fmla="*/ 1 w 246"/>
                <a:gd name="T55" fmla="*/ 3 h 424"/>
                <a:gd name="T56" fmla="*/ 1 w 246"/>
                <a:gd name="T57" fmla="*/ 3 h 424"/>
                <a:gd name="T58" fmla="*/ 1 w 246"/>
                <a:gd name="T59" fmla="*/ 3 h 424"/>
                <a:gd name="T60" fmla="*/ 1 w 246"/>
                <a:gd name="T61" fmla="*/ 3 h 424"/>
                <a:gd name="T62" fmla="*/ 1 w 246"/>
                <a:gd name="T63" fmla="*/ 3 h 424"/>
                <a:gd name="T64" fmla="*/ 0 w 246"/>
                <a:gd name="T65" fmla="*/ 3 h 424"/>
                <a:gd name="T66" fmla="*/ 0 w 246"/>
                <a:gd name="T67" fmla="*/ 3 h 424"/>
                <a:gd name="T68" fmla="*/ 0 w 246"/>
                <a:gd name="T69" fmla="*/ 3 h 424"/>
                <a:gd name="T70" fmla="*/ 0 w 246"/>
                <a:gd name="T71" fmla="*/ 3 h 424"/>
                <a:gd name="T72" fmla="*/ 0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0" y="424"/>
                  </a:moveTo>
                  <a:lnTo>
                    <a:pt x="0" y="424"/>
                  </a:lnTo>
                  <a:lnTo>
                    <a:pt x="26" y="422"/>
                  </a:lnTo>
                  <a:lnTo>
                    <a:pt x="51" y="416"/>
                  </a:lnTo>
                  <a:lnTo>
                    <a:pt x="75" y="406"/>
                  </a:lnTo>
                  <a:lnTo>
                    <a:pt x="96" y="390"/>
                  </a:lnTo>
                  <a:lnTo>
                    <a:pt x="119" y="373"/>
                  </a:lnTo>
                  <a:lnTo>
                    <a:pt x="139" y="351"/>
                  </a:lnTo>
                  <a:lnTo>
                    <a:pt x="157" y="326"/>
                  </a:lnTo>
                  <a:lnTo>
                    <a:pt x="175" y="299"/>
                  </a:lnTo>
                  <a:lnTo>
                    <a:pt x="191" y="269"/>
                  </a:lnTo>
                  <a:lnTo>
                    <a:pt x="205" y="236"/>
                  </a:lnTo>
                  <a:lnTo>
                    <a:pt x="217" y="202"/>
                  </a:lnTo>
                  <a:lnTo>
                    <a:pt x="228" y="163"/>
                  </a:lnTo>
                  <a:lnTo>
                    <a:pt x="236" y="125"/>
                  </a:lnTo>
                  <a:lnTo>
                    <a:pt x="242" y="86"/>
                  </a:lnTo>
                  <a:lnTo>
                    <a:pt x="245" y="42"/>
                  </a:lnTo>
                  <a:lnTo>
                    <a:pt x="246" y="0"/>
                  </a:lnTo>
                  <a:lnTo>
                    <a:pt x="235" y="0"/>
                  </a:lnTo>
                  <a:lnTo>
                    <a:pt x="233" y="42"/>
                  </a:lnTo>
                  <a:lnTo>
                    <a:pt x="230" y="83"/>
                  </a:lnTo>
                  <a:lnTo>
                    <a:pt x="224" y="123"/>
                  </a:lnTo>
                  <a:lnTo>
                    <a:pt x="216" y="161"/>
                  </a:lnTo>
                  <a:lnTo>
                    <a:pt x="205" y="197"/>
                  </a:lnTo>
                  <a:lnTo>
                    <a:pt x="194" y="231"/>
                  </a:lnTo>
                  <a:lnTo>
                    <a:pt x="180" y="264"/>
                  </a:lnTo>
                  <a:lnTo>
                    <a:pt x="166" y="292"/>
                  </a:lnTo>
                  <a:lnTo>
                    <a:pt x="148" y="319"/>
                  </a:lnTo>
                  <a:lnTo>
                    <a:pt x="129" y="344"/>
                  </a:lnTo>
                  <a:lnTo>
                    <a:pt x="109" y="364"/>
                  </a:lnTo>
                  <a:lnTo>
                    <a:pt x="89" y="381"/>
                  </a:lnTo>
                  <a:lnTo>
                    <a:pt x="68" y="394"/>
                  </a:lnTo>
                  <a:lnTo>
                    <a:pt x="46" y="405"/>
                  </a:lnTo>
                  <a:lnTo>
                    <a:pt x="24" y="410"/>
                  </a:lnTo>
                  <a:lnTo>
                    <a:pt x="0" y="413"/>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6000" name="Freeform 62"/>
            <p:cNvSpPr>
              <a:spLocks/>
            </p:cNvSpPr>
            <p:nvPr/>
          </p:nvSpPr>
          <p:spPr bwMode="auto">
            <a:xfrm>
              <a:off x="1343" y="2203"/>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2" y="42"/>
                  </a:lnTo>
                  <a:lnTo>
                    <a:pt x="5" y="86"/>
                  </a:lnTo>
                  <a:lnTo>
                    <a:pt x="11" y="125"/>
                  </a:lnTo>
                  <a:lnTo>
                    <a:pt x="19" y="163"/>
                  </a:lnTo>
                  <a:lnTo>
                    <a:pt x="30" y="202"/>
                  </a:lnTo>
                  <a:lnTo>
                    <a:pt x="41" y="236"/>
                  </a:lnTo>
                  <a:lnTo>
                    <a:pt x="56" y="269"/>
                  </a:lnTo>
                  <a:lnTo>
                    <a:pt x="72" y="299"/>
                  </a:lnTo>
                  <a:lnTo>
                    <a:pt x="90" y="326"/>
                  </a:lnTo>
                  <a:lnTo>
                    <a:pt x="108" y="351"/>
                  </a:lnTo>
                  <a:lnTo>
                    <a:pt x="127" y="373"/>
                  </a:lnTo>
                  <a:lnTo>
                    <a:pt x="149" y="390"/>
                  </a:lnTo>
                  <a:lnTo>
                    <a:pt x="172" y="406"/>
                  </a:lnTo>
                  <a:lnTo>
                    <a:pt x="195" y="416"/>
                  </a:lnTo>
                  <a:lnTo>
                    <a:pt x="220" y="422"/>
                  </a:lnTo>
                  <a:lnTo>
                    <a:pt x="245" y="424"/>
                  </a:lnTo>
                  <a:lnTo>
                    <a:pt x="245" y="413"/>
                  </a:lnTo>
                  <a:lnTo>
                    <a:pt x="222" y="410"/>
                  </a:lnTo>
                  <a:lnTo>
                    <a:pt x="200" y="405"/>
                  </a:lnTo>
                  <a:lnTo>
                    <a:pt x="179" y="394"/>
                  </a:lnTo>
                  <a:lnTo>
                    <a:pt x="156" y="381"/>
                  </a:lnTo>
                  <a:lnTo>
                    <a:pt x="136" y="364"/>
                  </a:lnTo>
                  <a:lnTo>
                    <a:pt x="118" y="344"/>
                  </a:lnTo>
                  <a:lnTo>
                    <a:pt x="99" y="319"/>
                  </a:lnTo>
                  <a:lnTo>
                    <a:pt x="81" y="292"/>
                  </a:lnTo>
                  <a:lnTo>
                    <a:pt x="67" y="264"/>
                  </a:lnTo>
                  <a:lnTo>
                    <a:pt x="53" y="231"/>
                  </a:lnTo>
                  <a:lnTo>
                    <a:pt x="41" y="197"/>
                  </a:lnTo>
                  <a:lnTo>
                    <a:pt x="31" y="161"/>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6001" name="Freeform 63"/>
            <p:cNvSpPr>
              <a:spLocks/>
            </p:cNvSpPr>
            <p:nvPr/>
          </p:nvSpPr>
          <p:spPr bwMode="auto">
            <a:xfrm>
              <a:off x="1343" y="2118"/>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1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20" y="3"/>
                  </a:lnTo>
                  <a:lnTo>
                    <a:pt x="195" y="9"/>
                  </a:lnTo>
                  <a:lnTo>
                    <a:pt x="172" y="19"/>
                  </a:lnTo>
                  <a:lnTo>
                    <a:pt x="149" y="34"/>
                  </a:lnTo>
                  <a:lnTo>
                    <a:pt x="127" y="53"/>
                  </a:lnTo>
                  <a:lnTo>
                    <a:pt x="108" y="75"/>
                  </a:lnTo>
                  <a:lnTo>
                    <a:pt x="90" y="99"/>
                  </a:lnTo>
                  <a:lnTo>
                    <a:pt x="71" y="126"/>
                  </a:lnTo>
                  <a:lnTo>
                    <a:pt x="56" y="158"/>
                  </a:lnTo>
                  <a:lnTo>
                    <a:pt x="41" y="190"/>
                  </a:lnTo>
                  <a:lnTo>
                    <a:pt x="30" y="224"/>
                  </a:lnTo>
                  <a:lnTo>
                    <a:pt x="19" y="262"/>
                  </a:lnTo>
                  <a:lnTo>
                    <a:pt x="11" y="301"/>
                  </a:lnTo>
                  <a:lnTo>
                    <a:pt x="5" y="340"/>
                  </a:lnTo>
                  <a:lnTo>
                    <a:pt x="2" y="384"/>
                  </a:lnTo>
                  <a:lnTo>
                    <a:pt x="0" y="426"/>
                  </a:lnTo>
                  <a:lnTo>
                    <a:pt x="12" y="426"/>
                  </a:lnTo>
                  <a:lnTo>
                    <a:pt x="13" y="384"/>
                  </a:lnTo>
                  <a:lnTo>
                    <a:pt x="17" y="343"/>
                  </a:lnTo>
                  <a:lnTo>
                    <a:pt x="23" y="303"/>
                  </a:lnTo>
                  <a:lnTo>
                    <a:pt x="31" y="264"/>
                  </a:lnTo>
                  <a:lnTo>
                    <a:pt x="41" y="229"/>
                  </a:lnTo>
                  <a:lnTo>
                    <a:pt x="53" y="195"/>
                  </a:lnTo>
                  <a:lnTo>
                    <a:pt x="67" y="162"/>
                  </a:lnTo>
                  <a:lnTo>
                    <a:pt x="82" y="133"/>
                  </a:lnTo>
                  <a:lnTo>
                    <a:pt x="99" y="106"/>
                  </a:lnTo>
                  <a:lnTo>
                    <a:pt x="118" y="83"/>
                  </a:lnTo>
                  <a:lnTo>
                    <a:pt x="136" y="63"/>
                  </a:lnTo>
                  <a:lnTo>
                    <a:pt x="156" y="44"/>
                  </a:lnTo>
                  <a:lnTo>
                    <a:pt x="179" y="31"/>
                  </a:lnTo>
                  <a:lnTo>
                    <a:pt x="200" y="20"/>
                  </a:lnTo>
                  <a:lnTo>
                    <a:pt x="222" y="15"/>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6002" name="Freeform 64"/>
            <p:cNvSpPr>
              <a:spLocks/>
            </p:cNvSpPr>
            <p:nvPr/>
          </p:nvSpPr>
          <p:spPr bwMode="auto">
            <a:xfrm>
              <a:off x="1384" y="1859"/>
              <a:ext cx="49" cy="84"/>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1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3" y="382"/>
                  </a:lnTo>
                  <a:lnTo>
                    <a:pt x="240" y="339"/>
                  </a:lnTo>
                  <a:lnTo>
                    <a:pt x="234" y="299"/>
                  </a:lnTo>
                  <a:lnTo>
                    <a:pt x="226" y="261"/>
                  </a:lnTo>
                  <a:lnTo>
                    <a:pt x="215" y="222"/>
                  </a:lnTo>
                  <a:lnTo>
                    <a:pt x="204" y="188"/>
                  </a:lnTo>
                  <a:lnTo>
                    <a:pt x="189" y="156"/>
                  </a:lnTo>
                  <a:lnTo>
                    <a:pt x="173" y="125"/>
                  </a:lnTo>
                  <a:lnTo>
                    <a:pt x="155" y="98"/>
                  </a:lnTo>
                  <a:lnTo>
                    <a:pt x="138" y="74"/>
                  </a:lnTo>
                  <a:lnTo>
                    <a:pt x="118" y="51"/>
                  </a:lnTo>
                  <a:lnTo>
                    <a:pt x="96" y="34"/>
                  </a:lnTo>
                  <a:lnTo>
                    <a:pt x="73" y="18"/>
                  </a:lnTo>
                  <a:lnTo>
                    <a:pt x="50" y="8"/>
                  </a:lnTo>
                  <a:lnTo>
                    <a:pt x="25" y="2"/>
                  </a:lnTo>
                  <a:lnTo>
                    <a:pt x="0" y="0"/>
                  </a:lnTo>
                  <a:lnTo>
                    <a:pt x="0" y="11"/>
                  </a:lnTo>
                  <a:lnTo>
                    <a:pt x="23" y="14"/>
                  </a:lnTo>
                  <a:lnTo>
                    <a:pt x="45" y="20"/>
                  </a:lnTo>
                  <a:lnTo>
                    <a:pt x="66" y="30"/>
                  </a:lnTo>
                  <a:lnTo>
                    <a:pt x="89" y="43"/>
                  </a:lnTo>
                  <a:lnTo>
                    <a:pt x="109" y="61"/>
                  </a:lnTo>
                  <a:lnTo>
                    <a:pt x="129" y="81"/>
                  </a:lnTo>
                  <a:lnTo>
                    <a:pt x="146" y="105"/>
                  </a:lnTo>
                  <a:lnTo>
                    <a:pt x="164" y="132"/>
                  </a:lnTo>
                  <a:lnTo>
                    <a:pt x="178" y="160"/>
                  </a:lnTo>
                  <a:lnTo>
                    <a:pt x="192" y="193"/>
                  </a:lnTo>
                  <a:lnTo>
                    <a:pt x="204" y="227"/>
                  </a:lnTo>
                  <a:lnTo>
                    <a:pt x="214" y="264"/>
                  </a:lnTo>
                  <a:lnTo>
                    <a:pt x="222" y="301"/>
                  </a:lnTo>
                  <a:lnTo>
                    <a:pt x="228"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6003" name="Freeform 65"/>
            <p:cNvSpPr>
              <a:spLocks/>
            </p:cNvSpPr>
            <p:nvPr/>
          </p:nvSpPr>
          <p:spPr bwMode="auto">
            <a:xfrm>
              <a:off x="1384" y="1943"/>
              <a:ext cx="49" cy="86"/>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5" y="423"/>
                  </a:lnTo>
                  <a:lnTo>
                    <a:pt x="50" y="418"/>
                  </a:lnTo>
                  <a:lnTo>
                    <a:pt x="73" y="407"/>
                  </a:lnTo>
                  <a:lnTo>
                    <a:pt x="96" y="392"/>
                  </a:lnTo>
                  <a:lnTo>
                    <a:pt x="118" y="374"/>
                  </a:lnTo>
                  <a:lnTo>
                    <a:pt x="138" y="352"/>
                  </a:lnTo>
                  <a:lnTo>
                    <a:pt x="155" y="327"/>
                  </a:lnTo>
                  <a:lnTo>
                    <a:pt x="174" y="300"/>
                  </a:lnTo>
                  <a:lnTo>
                    <a:pt x="189" y="269"/>
                  </a:lnTo>
                  <a:lnTo>
                    <a:pt x="204" y="237"/>
                  </a:lnTo>
                  <a:lnTo>
                    <a:pt x="215" y="202"/>
                  </a:lnTo>
                  <a:lnTo>
                    <a:pt x="226" y="164"/>
                  </a:lnTo>
                  <a:lnTo>
                    <a:pt x="234" y="126"/>
                  </a:lnTo>
                  <a:lnTo>
                    <a:pt x="240" y="86"/>
                  </a:lnTo>
                  <a:lnTo>
                    <a:pt x="243" y="42"/>
                  </a:lnTo>
                  <a:lnTo>
                    <a:pt x="245" y="0"/>
                  </a:lnTo>
                  <a:lnTo>
                    <a:pt x="233" y="0"/>
                  </a:lnTo>
                  <a:lnTo>
                    <a:pt x="232" y="42"/>
                  </a:lnTo>
                  <a:lnTo>
                    <a:pt x="228" y="83"/>
                  </a:lnTo>
                  <a:lnTo>
                    <a:pt x="222" y="123"/>
                  </a:lnTo>
                  <a:lnTo>
                    <a:pt x="214" y="162"/>
                  </a:lnTo>
                  <a:lnTo>
                    <a:pt x="204" y="197"/>
                  </a:lnTo>
                  <a:lnTo>
                    <a:pt x="192" y="232"/>
                  </a:lnTo>
                  <a:lnTo>
                    <a:pt x="178" y="264"/>
                  </a:lnTo>
                  <a:lnTo>
                    <a:pt x="163" y="293"/>
                  </a:lnTo>
                  <a:lnTo>
                    <a:pt x="146" y="320"/>
                  </a:lnTo>
                  <a:lnTo>
                    <a:pt x="129" y="345"/>
                  </a:lnTo>
                  <a:lnTo>
                    <a:pt x="109" y="365"/>
                  </a:lnTo>
                  <a:lnTo>
                    <a:pt x="89" y="382"/>
                  </a:lnTo>
                  <a:lnTo>
                    <a:pt x="66" y="395"/>
                  </a:lnTo>
                  <a:lnTo>
                    <a:pt x="45" y="406"/>
                  </a:lnTo>
                  <a:lnTo>
                    <a:pt x="23"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6004" name="Freeform 66"/>
            <p:cNvSpPr>
              <a:spLocks/>
            </p:cNvSpPr>
            <p:nvPr/>
          </p:nvSpPr>
          <p:spPr bwMode="auto">
            <a:xfrm>
              <a:off x="1335" y="1943"/>
              <a:ext cx="49" cy="86"/>
            </a:xfrm>
            <a:custGeom>
              <a:avLst/>
              <a:gdLst>
                <a:gd name="T0" fmla="*/ 0 w 246"/>
                <a:gd name="T1" fmla="*/ 0 h 426"/>
                <a:gd name="T2" fmla="*/ 0 w 246"/>
                <a:gd name="T3" fmla="*/ 0 h 426"/>
                <a:gd name="T4" fmla="*/ 0 w 246"/>
                <a:gd name="T5" fmla="*/ 0 h 426"/>
                <a:gd name="T6" fmla="*/ 0 w 246"/>
                <a:gd name="T7" fmla="*/ 1 h 426"/>
                <a:gd name="T8" fmla="*/ 0 w 246"/>
                <a:gd name="T9" fmla="*/ 1 h 426"/>
                <a:gd name="T10" fmla="*/ 0 w 246"/>
                <a:gd name="T11" fmla="*/ 1 h 426"/>
                <a:gd name="T12" fmla="*/ 0 w 246"/>
                <a:gd name="T13" fmla="*/ 2 h 426"/>
                <a:gd name="T14" fmla="*/ 0 w 246"/>
                <a:gd name="T15" fmla="*/ 2 h 426"/>
                <a:gd name="T16" fmla="*/ 0 w 246"/>
                <a:gd name="T17" fmla="*/ 2 h 426"/>
                <a:gd name="T18" fmla="*/ 1 w 246"/>
                <a:gd name="T19" fmla="*/ 2 h 426"/>
                <a:gd name="T20" fmla="*/ 1 w 246"/>
                <a:gd name="T21" fmla="*/ 3 h 426"/>
                <a:gd name="T22" fmla="*/ 1 w 246"/>
                <a:gd name="T23" fmla="*/ 3 h 426"/>
                <a:gd name="T24" fmla="*/ 1 w 246"/>
                <a:gd name="T25" fmla="*/ 3 h 426"/>
                <a:gd name="T26" fmla="*/ 1 w 246"/>
                <a:gd name="T27" fmla="*/ 3 h 426"/>
                <a:gd name="T28" fmla="*/ 1 w 246"/>
                <a:gd name="T29" fmla="*/ 3 h 426"/>
                <a:gd name="T30" fmla="*/ 2 w 246"/>
                <a:gd name="T31" fmla="*/ 3 h 426"/>
                <a:gd name="T32" fmla="*/ 2 w 246"/>
                <a:gd name="T33" fmla="*/ 3 h 426"/>
                <a:gd name="T34" fmla="*/ 2 w 246"/>
                <a:gd name="T35" fmla="*/ 3 h 426"/>
                <a:gd name="T36" fmla="*/ 2 w 246"/>
                <a:gd name="T37" fmla="*/ 3 h 426"/>
                <a:gd name="T38" fmla="*/ 2 w 246"/>
                <a:gd name="T39" fmla="*/ 3 h 426"/>
                <a:gd name="T40" fmla="*/ 2 w 246"/>
                <a:gd name="T41" fmla="*/ 3 h 426"/>
                <a:gd name="T42" fmla="*/ 1 w 246"/>
                <a:gd name="T43" fmla="*/ 3 h 426"/>
                <a:gd name="T44" fmla="*/ 1 w 246"/>
                <a:gd name="T45" fmla="*/ 3 h 426"/>
                <a:gd name="T46" fmla="*/ 1 w 246"/>
                <a:gd name="T47" fmla="*/ 3 h 426"/>
                <a:gd name="T48" fmla="*/ 1 w 246"/>
                <a:gd name="T49" fmla="*/ 3 h 426"/>
                <a:gd name="T50" fmla="*/ 1 w 246"/>
                <a:gd name="T51" fmla="*/ 3 h 426"/>
                <a:gd name="T52" fmla="*/ 1 w 246"/>
                <a:gd name="T53" fmla="*/ 2 h 426"/>
                <a:gd name="T54" fmla="*/ 1 w 246"/>
                <a:gd name="T55" fmla="*/ 2 h 426"/>
                <a:gd name="T56" fmla="*/ 0 w 246"/>
                <a:gd name="T57" fmla="*/ 2 h 426"/>
                <a:gd name="T58" fmla="*/ 0 w 246"/>
                <a:gd name="T59" fmla="*/ 2 h 426"/>
                <a:gd name="T60" fmla="*/ 0 w 246"/>
                <a:gd name="T61" fmla="*/ 1 h 426"/>
                <a:gd name="T62" fmla="*/ 0 w 246"/>
                <a:gd name="T63" fmla="*/ 1 h 426"/>
                <a:gd name="T64" fmla="*/ 0 w 246"/>
                <a:gd name="T65" fmla="*/ 1 h 426"/>
                <a:gd name="T66" fmla="*/ 0 w 246"/>
                <a:gd name="T67" fmla="*/ 0 h 426"/>
                <a:gd name="T68" fmla="*/ 0 w 246"/>
                <a:gd name="T69" fmla="*/ 0 h 426"/>
                <a:gd name="T70" fmla="*/ 0 w 246"/>
                <a:gd name="T71" fmla="*/ 0 h 426"/>
                <a:gd name="T72" fmla="*/ 0 w 246"/>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0"/>
                  </a:moveTo>
                  <a:lnTo>
                    <a:pt x="0" y="0"/>
                  </a:lnTo>
                  <a:lnTo>
                    <a:pt x="1" y="42"/>
                  </a:lnTo>
                  <a:lnTo>
                    <a:pt x="4" y="86"/>
                  </a:lnTo>
                  <a:lnTo>
                    <a:pt x="10" y="126"/>
                  </a:lnTo>
                  <a:lnTo>
                    <a:pt x="18" y="164"/>
                  </a:lnTo>
                  <a:lnTo>
                    <a:pt x="29" y="202"/>
                  </a:lnTo>
                  <a:lnTo>
                    <a:pt x="41" y="237"/>
                  </a:lnTo>
                  <a:lnTo>
                    <a:pt x="55" y="269"/>
                  </a:lnTo>
                  <a:lnTo>
                    <a:pt x="71" y="300"/>
                  </a:lnTo>
                  <a:lnTo>
                    <a:pt x="89" y="327"/>
                  </a:lnTo>
                  <a:lnTo>
                    <a:pt x="107" y="352"/>
                  </a:lnTo>
                  <a:lnTo>
                    <a:pt x="127" y="374"/>
                  </a:lnTo>
                  <a:lnTo>
                    <a:pt x="150" y="392"/>
                  </a:lnTo>
                  <a:lnTo>
                    <a:pt x="171" y="407"/>
                  </a:lnTo>
                  <a:lnTo>
                    <a:pt x="195" y="418"/>
                  </a:lnTo>
                  <a:lnTo>
                    <a:pt x="220" y="423"/>
                  </a:lnTo>
                  <a:lnTo>
                    <a:pt x="246" y="426"/>
                  </a:lnTo>
                  <a:lnTo>
                    <a:pt x="246" y="414"/>
                  </a:lnTo>
                  <a:lnTo>
                    <a:pt x="222" y="412"/>
                  </a:lnTo>
                  <a:lnTo>
                    <a:pt x="200" y="406"/>
                  </a:lnTo>
                  <a:lnTo>
                    <a:pt x="178" y="395"/>
                  </a:lnTo>
                  <a:lnTo>
                    <a:pt x="157" y="382"/>
                  </a:lnTo>
                  <a:lnTo>
                    <a:pt x="137" y="365"/>
                  </a:lnTo>
                  <a:lnTo>
                    <a:pt x="117" y="345"/>
                  </a:lnTo>
                  <a:lnTo>
                    <a:pt x="98" y="320"/>
                  </a:lnTo>
                  <a:lnTo>
                    <a:pt x="83" y="293"/>
                  </a:lnTo>
                  <a:lnTo>
                    <a:pt x="66" y="264"/>
                  </a:lnTo>
                  <a:lnTo>
                    <a:pt x="52" y="232"/>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6005" name="Freeform 67"/>
            <p:cNvSpPr>
              <a:spLocks/>
            </p:cNvSpPr>
            <p:nvPr/>
          </p:nvSpPr>
          <p:spPr bwMode="auto">
            <a:xfrm>
              <a:off x="1335" y="1859"/>
              <a:ext cx="49" cy="84"/>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1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0" y="2"/>
                  </a:lnTo>
                  <a:lnTo>
                    <a:pt x="195" y="8"/>
                  </a:lnTo>
                  <a:lnTo>
                    <a:pt x="171" y="18"/>
                  </a:lnTo>
                  <a:lnTo>
                    <a:pt x="150" y="34"/>
                  </a:lnTo>
                  <a:lnTo>
                    <a:pt x="127" y="51"/>
                  </a:lnTo>
                  <a:lnTo>
                    <a:pt x="107" y="74"/>
                  </a:lnTo>
                  <a:lnTo>
                    <a:pt x="89" y="98"/>
                  </a:lnTo>
                  <a:lnTo>
                    <a:pt x="72" y="125"/>
                  </a:lnTo>
                  <a:lnTo>
                    <a:pt x="55" y="156"/>
                  </a:lnTo>
                  <a:lnTo>
                    <a:pt x="41" y="188"/>
                  </a:lnTo>
                  <a:lnTo>
                    <a:pt x="29" y="222"/>
                  </a:lnTo>
                  <a:lnTo>
                    <a:pt x="18" y="261"/>
                  </a:lnTo>
                  <a:lnTo>
                    <a:pt x="10" y="299"/>
                  </a:lnTo>
                  <a:lnTo>
                    <a:pt x="4" y="339"/>
                  </a:lnTo>
                  <a:lnTo>
                    <a:pt x="1" y="382"/>
                  </a:lnTo>
                  <a:lnTo>
                    <a:pt x="0" y="424"/>
                  </a:lnTo>
                  <a:lnTo>
                    <a:pt x="11" y="424"/>
                  </a:lnTo>
                  <a:lnTo>
                    <a:pt x="13" y="382"/>
                  </a:lnTo>
                  <a:lnTo>
                    <a:pt x="16" y="341"/>
                  </a:lnTo>
                  <a:lnTo>
                    <a:pt x="22" y="301"/>
                  </a:lnTo>
                  <a:lnTo>
                    <a:pt x="30" y="264"/>
                  </a:lnTo>
                  <a:lnTo>
                    <a:pt x="41" y="227"/>
                  </a:lnTo>
                  <a:lnTo>
                    <a:pt x="52" y="193"/>
                  </a:lnTo>
                  <a:lnTo>
                    <a:pt x="66" y="160"/>
                  </a:lnTo>
                  <a:lnTo>
                    <a:pt x="82" y="132"/>
                  </a:lnTo>
                  <a:lnTo>
                    <a:pt x="98" y="105"/>
                  </a:lnTo>
                  <a:lnTo>
                    <a:pt x="117" y="81"/>
                  </a:lnTo>
                  <a:lnTo>
                    <a:pt x="137" y="61"/>
                  </a:lnTo>
                  <a:lnTo>
                    <a:pt x="157" y="43"/>
                  </a:lnTo>
                  <a:lnTo>
                    <a:pt x="178" y="30"/>
                  </a:lnTo>
                  <a:lnTo>
                    <a:pt x="200" y="20"/>
                  </a:lnTo>
                  <a:lnTo>
                    <a:pt x="222" y="14"/>
                  </a:lnTo>
                  <a:lnTo>
                    <a:pt x="246" y="11"/>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6006" name="Freeform 68"/>
            <p:cNvSpPr>
              <a:spLocks/>
            </p:cNvSpPr>
            <p:nvPr/>
          </p:nvSpPr>
          <p:spPr bwMode="auto">
            <a:xfrm>
              <a:off x="1552" y="1751"/>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1" y="339"/>
                  </a:lnTo>
                  <a:lnTo>
                    <a:pt x="235" y="299"/>
                  </a:lnTo>
                  <a:lnTo>
                    <a:pt x="226" y="261"/>
                  </a:lnTo>
                  <a:lnTo>
                    <a:pt x="216" y="223"/>
                  </a:lnTo>
                  <a:lnTo>
                    <a:pt x="204" y="189"/>
                  </a:lnTo>
                  <a:lnTo>
                    <a:pt x="190" y="156"/>
                  </a:lnTo>
                  <a:lnTo>
                    <a:pt x="174" y="125"/>
                  </a:lnTo>
                  <a:lnTo>
                    <a:pt x="156" y="98"/>
                  </a:lnTo>
                  <a:lnTo>
                    <a:pt x="137" y="74"/>
                  </a:lnTo>
                  <a:lnTo>
                    <a:pt x="119" y="52"/>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8" y="81"/>
                  </a:lnTo>
                  <a:lnTo>
                    <a:pt x="147" y="105"/>
                  </a:lnTo>
                  <a:lnTo>
                    <a:pt x="164" y="132"/>
                  </a:lnTo>
                  <a:lnTo>
                    <a:pt x="178" y="161"/>
                  </a:lnTo>
                  <a:lnTo>
                    <a:pt x="193" y="193"/>
                  </a:lnTo>
                  <a:lnTo>
                    <a:pt x="204" y="227"/>
                  </a:lnTo>
                  <a:lnTo>
                    <a:pt x="215" y="264"/>
                  </a:lnTo>
                  <a:lnTo>
                    <a:pt x="223" y="301"/>
                  </a:lnTo>
                  <a:lnTo>
                    <a:pt x="229" y="341"/>
                  </a:lnTo>
                  <a:lnTo>
                    <a:pt x="232" y="382"/>
                  </a:lnTo>
                  <a:lnTo>
                    <a:pt x="234"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6007" name="Freeform 69"/>
            <p:cNvSpPr>
              <a:spLocks/>
            </p:cNvSpPr>
            <p:nvPr/>
          </p:nvSpPr>
          <p:spPr bwMode="auto">
            <a:xfrm>
              <a:off x="1552" y="1836"/>
              <a:ext cx="49" cy="85"/>
            </a:xfrm>
            <a:custGeom>
              <a:avLst/>
              <a:gdLst>
                <a:gd name="T0" fmla="*/ 0 w 245"/>
                <a:gd name="T1" fmla="*/ 3 h 425"/>
                <a:gd name="T2" fmla="*/ 0 w 245"/>
                <a:gd name="T3" fmla="*/ 3 h 425"/>
                <a:gd name="T4" fmla="*/ 0 w 245"/>
                <a:gd name="T5" fmla="*/ 3 h 425"/>
                <a:gd name="T6" fmla="*/ 0 w 245"/>
                <a:gd name="T7" fmla="*/ 3 h 425"/>
                <a:gd name="T8" fmla="*/ 1 w 245"/>
                <a:gd name="T9" fmla="*/ 3 h 425"/>
                <a:gd name="T10" fmla="*/ 1 w 245"/>
                <a:gd name="T11" fmla="*/ 3 h 425"/>
                <a:gd name="T12" fmla="*/ 1 w 245"/>
                <a:gd name="T13" fmla="*/ 3 h 425"/>
                <a:gd name="T14" fmla="*/ 1 w 245"/>
                <a:gd name="T15" fmla="*/ 3 h 425"/>
                <a:gd name="T16" fmla="*/ 1 w 245"/>
                <a:gd name="T17" fmla="*/ 3 h 425"/>
                <a:gd name="T18" fmla="*/ 1 w 245"/>
                <a:gd name="T19" fmla="*/ 2 h 425"/>
                <a:gd name="T20" fmla="*/ 2 w 245"/>
                <a:gd name="T21" fmla="*/ 2 h 425"/>
                <a:gd name="T22" fmla="*/ 2 w 245"/>
                <a:gd name="T23" fmla="*/ 2 h 425"/>
                <a:gd name="T24" fmla="*/ 2 w 245"/>
                <a:gd name="T25" fmla="*/ 2 h 425"/>
                <a:gd name="T26" fmla="*/ 2 w 245"/>
                <a:gd name="T27" fmla="*/ 1 h 425"/>
                <a:gd name="T28" fmla="*/ 2 w 245"/>
                <a:gd name="T29" fmla="*/ 1 h 425"/>
                <a:gd name="T30" fmla="*/ 2 w 245"/>
                <a:gd name="T31" fmla="*/ 1 h 425"/>
                <a:gd name="T32" fmla="*/ 2 w 245"/>
                <a:gd name="T33" fmla="*/ 0 h 425"/>
                <a:gd name="T34" fmla="*/ 2 w 245"/>
                <a:gd name="T35" fmla="*/ 0 h 425"/>
                <a:gd name="T36" fmla="*/ 2 w 245"/>
                <a:gd name="T37" fmla="*/ 0 h 425"/>
                <a:gd name="T38" fmla="*/ 2 w 245"/>
                <a:gd name="T39" fmla="*/ 0 h 425"/>
                <a:gd name="T40" fmla="*/ 2 w 245"/>
                <a:gd name="T41" fmla="*/ 1 h 425"/>
                <a:gd name="T42" fmla="*/ 2 w 245"/>
                <a:gd name="T43" fmla="*/ 1 h 425"/>
                <a:gd name="T44" fmla="*/ 2 w 245"/>
                <a:gd name="T45" fmla="*/ 1 h 425"/>
                <a:gd name="T46" fmla="*/ 2 w 245"/>
                <a:gd name="T47" fmla="*/ 2 h 425"/>
                <a:gd name="T48" fmla="*/ 2 w 245"/>
                <a:gd name="T49" fmla="*/ 2 h 425"/>
                <a:gd name="T50" fmla="*/ 1 w 245"/>
                <a:gd name="T51" fmla="*/ 2 h 425"/>
                <a:gd name="T52" fmla="*/ 1 w 245"/>
                <a:gd name="T53" fmla="*/ 2 h 425"/>
                <a:gd name="T54" fmla="*/ 1 w 245"/>
                <a:gd name="T55" fmla="*/ 3 h 425"/>
                <a:gd name="T56" fmla="*/ 1 w 245"/>
                <a:gd name="T57" fmla="*/ 3 h 425"/>
                <a:gd name="T58" fmla="*/ 1 w 245"/>
                <a:gd name="T59" fmla="*/ 3 h 425"/>
                <a:gd name="T60" fmla="*/ 1 w 245"/>
                <a:gd name="T61" fmla="*/ 3 h 425"/>
                <a:gd name="T62" fmla="*/ 1 w 245"/>
                <a:gd name="T63" fmla="*/ 3 h 425"/>
                <a:gd name="T64" fmla="*/ 0 w 245"/>
                <a:gd name="T65" fmla="*/ 3 h 425"/>
                <a:gd name="T66" fmla="*/ 0 w 245"/>
                <a:gd name="T67" fmla="*/ 3 h 425"/>
                <a:gd name="T68" fmla="*/ 0 w 245"/>
                <a:gd name="T69" fmla="*/ 3 h 425"/>
                <a:gd name="T70" fmla="*/ 0 w 245"/>
                <a:gd name="T71" fmla="*/ 3 h 425"/>
                <a:gd name="T72" fmla="*/ 0 w 245"/>
                <a:gd name="T73" fmla="*/ 3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5"/>
                <a:gd name="T113" fmla="*/ 245 w 245"/>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5">
                  <a:moveTo>
                    <a:pt x="0" y="425"/>
                  </a:moveTo>
                  <a:lnTo>
                    <a:pt x="0" y="425"/>
                  </a:lnTo>
                  <a:lnTo>
                    <a:pt x="26" y="422"/>
                  </a:lnTo>
                  <a:lnTo>
                    <a:pt x="51" y="417"/>
                  </a:lnTo>
                  <a:lnTo>
                    <a:pt x="74" y="406"/>
                  </a:lnTo>
                  <a:lnTo>
                    <a:pt x="96" y="391"/>
                  </a:lnTo>
                  <a:lnTo>
                    <a:pt x="119" y="373"/>
                  </a:lnTo>
                  <a:lnTo>
                    <a:pt x="137" y="351"/>
                  </a:lnTo>
                  <a:lnTo>
                    <a:pt x="156" y="326"/>
                  </a:lnTo>
                  <a:lnTo>
                    <a:pt x="174" y="299"/>
                  </a:lnTo>
                  <a:lnTo>
                    <a:pt x="190" y="269"/>
                  </a:lnTo>
                  <a:lnTo>
                    <a:pt x="204" y="236"/>
                  </a:lnTo>
                  <a:lnTo>
                    <a:pt x="216" y="202"/>
                  </a:lnTo>
                  <a:lnTo>
                    <a:pt x="226" y="163"/>
                  </a:lnTo>
                  <a:lnTo>
                    <a:pt x="235" y="126"/>
                  </a:lnTo>
                  <a:lnTo>
                    <a:pt x="241" y="86"/>
                  </a:lnTo>
                  <a:lnTo>
                    <a:pt x="244" y="43"/>
                  </a:lnTo>
                  <a:lnTo>
                    <a:pt x="245" y="0"/>
                  </a:lnTo>
                  <a:lnTo>
                    <a:pt x="234" y="0"/>
                  </a:lnTo>
                  <a:lnTo>
                    <a:pt x="232" y="43"/>
                  </a:lnTo>
                  <a:lnTo>
                    <a:pt x="229" y="84"/>
                  </a:lnTo>
                  <a:lnTo>
                    <a:pt x="223" y="123"/>
                  </a:lnTo>
                  <a:lnTo>
                    <a:pt x="215" y="161"/>
                  </a:lnTo>
                  <a:lnTo>
                    <a:pt x="204" y="197"/>
                  </a:lnTo>
                  <a:lnTo>
                    <a:pt x="193" y="231"/>
                  </a:lnTo>
                  <a:lnTo>
                    <a:pt x="178" y="264"/>
                  </a:lnTo>
                  <a:lnTo>
                    <a:pt x="164" y="292"/>
                  </a:lnTo>
                  <a:lnTo>
                    <a:pt x="147" y="319"/>
                  </a:lnTo>
                  <a:lnTo>
                    <a:pt x="128" y="344"/>
                  </a:lnTo>
                  <a:lnTo>
                    <a:pt x="109" y="364"/>
                  </a:lnTo>
                  <a:lnTo>
                    <a:pt x="89" y="381"/>
                  </a:lnTo>
                  <a:lnTo>
                    <a:pt x="67" y="394"/>
                  </a:lnTo>
                  <a:lnTo>
                    <a:pt x="46" y="405"/>
                  </a:lnTo>
                  <a:lnTo>
                    <a:pt x="24" y="411"/>
                  </a:lnTo>
                  <a:lnTo>
                    <a:pt x="0" y="413"/>
                  </a:lnTo>
                  <a:lnTo>
                    <a:pt x="0" y="425"/>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6008" name="Freeform 70"/>
            <p:cNvSpPr>
              <a:spLocks/>
            </p:cNvSpPr>
            <p:nvPr/>
          </p:nvSpPr>
          <p:spPr bwMode="auto">
            <a:xfrm>
              <a:off x="1502" y="1836"/>
              <a:ext cx="50" cy="85"/>
            </a:xfrm>
            <a:custGeom>
              <a:avLst/>
              <a:gdLst>
                <a:gd name="T0" fmla="*/ 0 w 246"/>
                <a:gd name="T1" fmla="*/ 0 h 425"/>
                <a:gd name="T2" fmla="*/ 0 w 246"/>
                <a:gd name="T3" fmla="*/ 0 h 425"/>
                <a:gd name="T4" fmla="*/ 0 w 246"/>
                <a:gd name="T5" fmla="*/ 0 h 425"/>
                <a:gd name="T6" fmla="*/ 0 w 246"/>
                <a:gd name="T7" fmla="*/ 1 h 425"/>
                <a:gd name="T8" fmla="*/ 0 w 246"/>
                <a:gd name="T9" fmla="*/ 1 h 425"/>
                <a:gd name="T10" fmla="*/ 0 w 246"/>
                <a:gd name="T11" fmla="*/ 1 h 425"/>
                <a:gd name="T12" fmla="*/ 0 w 246"/>
                <a:gd name="T13" fmla="*/ 2 h 425"/>
                <a:gd name="T14" fmla="*/ 0 w 246"/>
                <a:gd name="T15" fmla="*/ 2 h 425"/>
                <a:gd name="T16" fmla="*/ 0 w 246"/>
                <a:gd name="T17" fmla="*/ 2 h 425"/>
                <a:gd name="T18" fmla="*/ 1 w 246"/>
                <a:gd name="T19" fmla="*/ 2 h 425"/>
                <a:gd name="T20" fmla="*/ 1 w 246"/>
                <a:gd name="T21" fmla="*/ 3 h 425"/>
                <a:gd name="T22" fmla="*/ 1 w 246"/>
                <a:gd name="T23" fmla="*/ 3 h 425"/>
                <a:gd name="T24" fmla="*/ 1 w 246"/>
                <a:gd name="T25" fmla="*/ 3 h 425"/>
                <a:gd name="T26" fmla="*/ 1 w 246"/>
                <a:gd name="T27" fmla="*/ 3 h 425"/>
                <a:gd name="T28" fmla="*/ 1 w 246"/>
                <a:gd name="T29" fmla="*/ 3 h 425"/>
                <a:gd name="T30" fmla="*/ 2 w 246"/>
                <a:gd name="T31" fmla="*/ 3 h 425"/>
                <a:gd name="T32" fmla="*/ 2 w 246"/>
                <a:gd name="T33" fmla="*/ 3 h 425"/>
                <a:gd name="T34" fmla="*/ 2 w 246"/>
                <a:gd name="T35" fmla="*/ 3 h 425"/>
                <a:gd name="T36" fmla="*/ 2 w 246"/>
                <a:gd name="T37" fmla="*/ 3 h 425"/>
                <a:gd name="T38" fmla="*/ 2 w 246"/>
                <a:gd name="T39" fmla="*/ 3 h 425"/>
                <a:gd name="T40" fmla="*/ 2 w 246"/>
                <a:gd name="T41" fmla="*/ 3 h 425"/>
                <a:gd name="T42" fmla="*/ 1 w 246"/>
                <a:gd name="T43" fmla="*/ 3 h 425"/>
                <a:gd name="T44" fmla="*/ 1 w 246"/>
                <a:gd name="T45" fmla="*/ 3 h 425"/>
                <a:gd name="T46" fmla="*/ 1 w 246"/>
                <a:gd name="T47" fmla="*/ 3 h 425"/>
                <a:gd name="T48" fmla="*/ 1 w 246"/>
                <a:gd name="T49" fmla="*/ 3 h 425"/>
                <a:gd name="T50" fmla="*/ 1 w 246"/>
                <a:gd name="T51" fmla="*/ 3 h 425"/>
                <a:gd name="T52" fmla="*/ 1 w 246"/>
                <a:gd name="T53" fmla="*/ 2 h 425"/>
                <a:gd name="T54" fmla="*/ 1 w 246"/>
                <a:gd name="T55" fmla="*/ 2 h 425"/>
                <a:gd name="T56" fmla="*/ 0 w 246"/>
                <a:gd name="T57" fmla="*/ 2 h 425"/>
                <a:gd name="T58" fmla="*/ 0 w 246"/>
                <a:gd name="T59" fmla="*/ 2 h 425"/>
                <a:gd name="T60" fmla="*/ 0 w 246"/>
                <a:gd name="T61" fmla="*/ 1 h 425"/>
                <a:gd name="T62" fmla="*/ 0 w 246"/>
                <a:gd name="T63" fmla="*/ 1 h 425"/>
                <a:gd name="T64" fmla="*/ 0 w 246"/>
                <a:gd name="T65" fmla="*/ 1 h 425"/>
                <a:gd name="T66" fmla="*/ 0 w 246"/>
                <a:gd name="T67" fmla="*/ 0 h 425"/>
                <a:gd name="T68" fmla="*/ 0 w 246"/>
                <a:gd name="T69" fmla="*/ 0 h 425"/>
                <a:gd name="T70" fmla="*/ 0 w 246"/>
                <a:gd name="T71" fmla="*/ 0 h 425"/>
                <a:gd name="T72" fmla="*/ 0 w 246"/>
                <a:gd name="T73" fmla="*/ 0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5"/>
                <a:gd name="T113" fmla="*/ 246 w 246"/>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5">
                  <a:moveTo>
                    <a:pt x="0" y="0"/>
                  </a:moveTo>
                  <a:lnTo>
                    <a:pt x="0" y="0"/>
                  </a:lnTo>
                  <a:lnTo>
                    <a:pt x="2" y="43"/>
                  </a:lnTo>
                  <a:lnTo>
                    <a:pt x="5" y="86"/>
                  </a:lnTo>
                  <a:lnTo>
                    <a:pt x="11" y="126"/>
                  </a:lnTo>
                  <a:lnTo>
                    <a:pt x="19" y="163"/>
                  </a:lnTo>
                  <a:lnTo>
                    <a:pt x="30" y="202"/>
                  </a:lnTo>
                  <a:lnTo>
                    <a:pt x="41" y="236"/>
                  </a:lnTo>
                  <a:lnTo>
                    <a:pt x="55" y="269"/>
                  </a:lnTo>
                  <a:lnTo>
                    <a:pt x="73" y="299"/>
                  </a:lnTo>
                  <a:lnTo>
                    <a:pt x="89" y="326"/>
                  </a:lnTo>
                  <a:lnTo>
                    <a:pt x="108" y="351"/>
                  </a:lnTo>
                  <a:lnTo>
                    <a:pt x="128" y="373"/>
                  </a:lnTo>
                  <a:lnTo>
                    <a:pt x="150" y="391"/>
                  </a:lnTo>
                  <a:lnTo>
                    <a:pt x="171" y="406"/>
                  </a:lnTo>
                  <a:lnTo>
                    <a:pt x="196" y="417"/>
                  </a:lnTo>
                  <a:lnTo>
                    <a:pt x="221" y="422"/>
                  </a:lnTo>
                  <a:lnTo>
                    <a:pt x="246" y="425"/>
                  </a:lnTo>
                  <a:lnTo>
                    <a:pt x="246" y="413"/>
                  </a:lnTo>
                  <a:lnTo>
                    <a:pt x="223" y="411"/>
                  </a:lnTo>
                  <a:lnTo>
                    <a:pt x="201" y="405"/>
                  </a:lnTo>
                  <a:lnTo>
                    <a:pt x="178" y="394"/>
                  </a:lnTo>
                  <a:lnTo>
                    <a:pt x="157" y="381"/>
                  </a:lnTo>
                  <a:lnTo>
                    <a:pt x="137" y="364"/>
                  </a:lnTo>
                  <a:lnTo>
                    <a:pt x="117" y="344"/>
                  </a:lnTo>
                  <a:lnTo>
                    <a:pt x="99" y="319"/>
                  </a:lnTo>
                  <a:lnTo>
                    <a:pt x="82" y="292"/>
                  </a:lnTo>
                  <a:lnTo>
                    <a:pt x="67" y="264"/>
                  </a:lnTo>
                  <a:lnTo>
                    <a:pt x="53" y="231"/>
                  </a:lnTo>
                  <a:lnTo>
                    <a:pt x="41" y="197"/>
                  </a:lnTo>
                  <a:lnTo>
                    <a:pt x="31" y="161"/>
                  </a:lnTo>
                  <a:lnTo>
                    <a:pt x="23" y="123"/>
                  </a:lnTo>
                  <a:lnTo>
                    <a:pt x="17" y="84"/>
                  </a:lnTo>
                  <a:lnTo>
                    <a:pt x="13" y="4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6009" name="Freeform 71"/>
            <p:cNvSpPr>
              <a:spLocks/>
            </p:cNvSpPr>
            <p:nvPr/>
          </p:nvSpPr>
          <p:spPr bwMode="auto">
            <a:xfrm>
              <a:off x="1502" y="1751"/>
              <a:ext cx="50" cy="85"/>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2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1" y="2"/>
                  </a:lnTo>
                  <a:lnTo>
                    <a:pt x="196" y="8"/>
                  </a:lnTo>
                  <a:lnTo>
                    <a:pt x="171" y="19"/>
                  </a:lnTo>
                  <a:lnTo>
                    <a:pt x="150" y="34"/>
                  </a:lnTo>
                  <a:lnTo>
                    <a:pt x="128" y="52"/>
                  </a:lnTo>
                  <a:lnTo>
                    <a:pt x="108" y="74"/>
                  </a:lnTo>
                  <a:lnTo>
                    <a:pt x="89" y="98"/>
                  </a:lnTo>
                  <a:lnTo>
                    <a:pt x="73" y="125"/>
                  </a:lnTo>
                  <a:lnTo>
                    <a:pt x="55" y="156"/>
                  </a:lnTo>
                  <a:lnTo>
                    <a:pt x="41" y="189"/>
                  </a:lnTo>
                  <a:lnTo>
                    <a:pt x="30" y="223"/>
                  </a:lnTo>
                  <a:lnTo>
                    <a:pt x="19" y="261"/>
                  </a:lnTo>
                  <a:lnTo>
                    <a:pt x="11" y="299"/>
                  </a:lnTo>
                  <a:lnTo>
                    <a:pt x="5" y="339"/>
                  </a:lnTo>
                  <a:lnTo>
                    <a:pt x="2" y="382"/>
                  </a:lnTo>
                  <a:lnTo>
                    <a:pt x="0" y="424"/>
                  </a:lnTo>
                  <a:lnTo>
                    <a:pt x="12" y="424"/>
                  </a:lnTo>
                  <a:lnTo>
                    <a:pt x="13" y="382"/>
                  </a:lnTo>
                  <a:lnTo>
                    <a:pt x="17" y="341"/>
                  </a:lnTo>
                  <a:lnTo>
                    <a:pt x="23" y="301"/>
                  </a:lnTo>
                  <a:lnTo>
                    <a:pt x="31" y="264"/>
                  </a:lnTo>
                  <a:lnTo>
                    <a:pt x="41" y="227"/>
                  </a:lnTo>
                  <a:lnTo>
                    <a:pt x="53" y="193"/>
                  </a:lnTo>
                  <a:lnTo>
                    <a:pt x="67" y="161"/>
                  </a:lnTo>
                  <a:lnTo>
                    <a:pt x="82" y="132"/>
                  </a:lnTo>
                  <a:lnTo>
                    <a:pt x="99" y="105"/>
                  </a:lnTo>
                  <a:lnTo>
                    <a:pt x="117" y="81"/>
                  </a:lnTo>
                  <a:lnTo>
                    <a:pt x="137" y="61"/>
                  </a:lnTo>
                  <a:lnTo>
                    <a:pt x="157" y="43"/>
                  </a:lnTo>
                  <a:lnTo>
                    <a:pt x="178" y="30"/>
                  </a:lnTo>
                  <a:lnTo>
                    <a:pt x="201" y="20"/>
                  </a:lnTo>
                  <a:lnTo>
                    <a:pt x="223" y="14"/>
                  </a:lnTo>
                  <a:lnTo>
                    <a:pt x="246" y="12"/>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6010" name="Freeform 72"/>
            <p:cNvSpPr>
              <a:spLocks/>
            </p:cNvSpPr>
            <p:nvPr/>
          </p:nvSpPr>
          <p:spPr bwMode="auto">
            <a:xfrm>
              <a:off x="1565" y="2016"/>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0" y="339"/>
                  </a:lnTo>
                  <a:lnTo>
                    <a:pt x="234" y="299"/>
                  </a:lnTo>
                  <a:lnTo>
                    <a:pt x="226" y="261"/>
                  </a:lnTo>
                  <a:lnTo>
                    <a:pt x="216" y="223"/>
                  </a:lnTo>
                  <a:lnTo>
                    <a:pt x="204" y="189"/>
                  </a:lnTo>
                  <a:lnTo>
                    <a:pt x="190" y="156"/>
                  </a:lnTo>
                  <a:lnTo>
                    <a:pt x="174" y="125"/>
                  </a:lnTo>
                  <a:lnTo>
                    <a:pt x="156" y="98"/>
                  </a:lnTo>
                  <a:lnTo>
                    <a:pt x="138" y="74"/>
                  </a:lnTo>
                  <a:lnTo>
                    <a:pt x="118" y="51"/>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9" y="81"/>
                  </a:lnTo>
                  <a:lnTo>
                    <a:pt x="147" y="105"/>
                  </a:lnTo>
                  <a:lnTo>
                    <a:pt x="164" y="132"/>
                  </a:lnTo>
                  <a:lnTo>
                    <a:pt x="178" y="160"/>
                  </a:lnTo>
                  <a:lnTo>
                    <a:pt x="192" y="193"/>
                  </a:lnTo>
                  <a:lnTo>
                    <a:pt x="204" y="227"/>
                  </a:lnTo>
                  <a:lnTo>
                    <a:pt x="215" y="264"/>
                  </a:lnTo>
                  <a:lnTo>
                    <a:pt x="223" y="301"/>
                  </a:lnTo>
                  <a:lnTo>
                    <a:pt x="229"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6011" name="Freeform 73"/>
            <p:cNvSpPr>
              <a:spLocks/>
            </p:cNvSpPr>
            <p:nvPr/>
          </p:nvSpPr>
          <p:spPr bwMode="auto">
            <a:xfrm>
              <a:off x="1565" y="2101"/>
              <a:ext cx="49" cy="85"/>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6" y="423"/>
                  </a:lnTo>
                  <a:lnTo>
                    <a:pt x="51" y="418"/>
                  </a:lnTo>
                  <a:lnTo>
                    <a:pt x="74" y="407"/>
                  </a:lnTo>
                  <a:lnTo>
                    <a:pt x="96" y="392"/>
                  </a:lnTo>
                  <a:lnTo>
                    <a:pt x="118" y="373"/>
                  </a:lnTo>
                  <a:lnTo>
                    <a:pt x="138" y="351"/>
                  </a:lnTo>
                  <a:lnTo>
                    <a:pt x="156" y="327"/>
                  </a:lnTo>
                  <a:lnTo>
                    <a:pt x="175" y="299"/>
                  </a:lnTo>
                  <a:lnTo>
                    <a:pt x="190" y="269"/>
                  </a:lnTo>
                  <a:lnTo>
                    <a:pt x="204" y="236"/>
                  </a:lnTo>
                  <a:lnTo>
                    <a:pt x="216" y="202"/>
                  </a:lnTo>
                  <a:lnTo>
                    <a:pt x="226" y="164"/>
                  </a:lnTo>
                  <a:lnTo>
                    <a:pt x="234" y="126"/>
                  </a:lnTo>
                  <a:lnTo>
                    <a:pt x="240" y="86"/>
                  </a:lnTo>
                  <a:lnTo>
                    <a:pt x="244" y="42"/>
                  </a:lnTo>
                  <a:lnTo>
                    <a:pt x="245" y="0"/>
                  </a:lnTo>
                  <a:lnTo>
                    <a:pt x="233" y="0"/>
                  </a:lnTo>
                  <a:lnTo>
                    <a:pt x="232" y="42"/>
                  </a:lnTo>
                  <a:lnTo>
                    <a:pt x="229" y="83"/>
                  </a:lnTo>
                  <a:lnTo>
                    <a:pt x="223" y="123"/>
                  </a:lnTo>
                  <a:lnTo>
                    <a:pt x="215" y="162"/>
                  </a:lnTo>
                  <a:lnTo>
                    <a:pt x="204" y="197"/>
                  </a:lnTo>
                  <a:lnTo>
                    <a:pt x="192" y="231"/>
                  </a:lnTo>
                  <a:lnTo>
                    <a:pt x="178" y="264"/>
                  </a:lnTo>
                  <a:lnTo>
                    <a:pt x="163" y="292"/>
                  </a:lnTo>
                  <a:lnTo>
                    <a:pt x="147" y="320"/>
                  </a:lnTo>
                  <a:lnTo>
                    <a:pt x="129" y="344"/>
                  </a:lnTo>
                  <a:lnTo>
                    <a:pt x="109" y="364"/>
                  </a:lnTo>
                  <a:lnTo>
                    <a:pt x="89" y="382"/>
                  </a:lnTo>
                  <a:lnTo>
                    <a:pt x="67" y="395"/>
                  </a:lnTo>
                  <a:lnTo>
                    <a:pt x="46" y="406"/>
                  </a:lnTo>
                  <a:lnTo>
                    <a:pt x="24"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6012" name="Freeform 74"/>
            <p:cNvSpPr>
              <a:spLocks/>
            </p:cNvSpPr>
            <p:nvPr/>
          </p:nvSpPr>
          <p:spPr bwMode="auto">
            <a:xfrm>
              <a:off x="1516" y="2101"/>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5" y="86"/>
                  </a:lnTo>
                  <a:lnTo>
                    <a:pt x="11" y="126"/>
                  </a:lnTo>
                  <a:lnTo>
                    <a:pt x="19" y="164"/>
                  </a:lnTo>
                  <a:lnTo>
                    <a:pt x="30" y="202"/>
                  </a:lnTo>
                  <a:lnTo>
                    <a:pt x="41" y="236"/>
                  </a:lnTo>
                  <a:lnTo>
                    <a:pt x="55" y="269"/>
                  </a:lnTo>
                  <a:lnTo>
                    <a:pt x="71" y="299"/>
                  </a:lnTo>
                  <a:lnTo>
                    <a:pt x="89" y="327"/>
                  </a:lnTo>
                  <a:lnTo>
                    <a:pt x="107" y="351"/>
                  </a:lnTo>
                  <a:lnTo>
                    <a:pt x="127" y="373"/>
                  </a:lnTo>
                  <a:lnTo>
                    <a:pt x="149" y="392"/>
                  </a:lnTo>
                  <a:lnTo>
                    <a:pt x="171" y="407"/>
                  </a:lnTo>
                  <a:lnTo>
                    <a:pt x="195" y="418"/>
                  </a:lnTo>
                  <a:lnTo>
                    <a:pt x="219" y="423"/>
                  </a:lnTo>
                  <a:lnTo>
                    <a:pt x="245" y="426"/>
                  </a:lnTo>
                  <a:lnTo>
                    <a:pt x="245" y="414"/>
                  </a:lnTo>
                  <a:lnTo>
                    <a:pt x="222" y="412"/>
                  </a:lnTo>
                  <a:lnTo>
                    <a:pt x="199" y="406"/>
                  </a:lnTo>
                  <a:lnTo>
                    <a:pt x="178" y="395"/>
                  </a:lnTo>
                  <a:lnTo>
                    <a:pt x="156" y="382"/>
                  </a:lnTo>
                  <a:lnTo>
                    <a:pt x="136" y="364"/>
                  </a:lnTo>
                  <a:lnTo>
                    <a:pt x="116" y="344"/>
                  </a:lnTo>
                  <a:lnTo>
                    <a:pt x="99" y="320"/>
                  </a:lnTo>
                  <a:lnTo>
                    <a:pt x="82" y="292"/>
                  </a:lnTo>
                  <a:lnTo>
                    <a:pt x="67" y="264"/>
                  </a:lnTo>
                  <a:lnTo>
                    <a:pt x="53" y="231"/>
                  </a:lnTo>
                  <a:lnTo>
                    <a:pt x="41" y="197"/>
                  </a:lnTo>
                  <a:lnTo>
                    <a:pt x="31" y="162"/>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6013" name="Freeform 75"/>
            <p:cNvSpPr>
              <a:spLocks/>
            </p:cNvSpPr>
            <p:nvPr/>
          </p:nvSpPr>
          <p:spPr bwMode="auto">
            <a:xfrm>
              <a:off x="1516" y="2016"/>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5" y="8"/>
                  </a:lnTo>
                  <a:lnTo>
                    <a:pt x="171" y="19"/>
                  </a:lnTo>
                  <a:lnTo>
                    <a:pt x="149" y="34"/>
                  </a:lnTo>
                  <a:lnTo>
                    <a:pt x="127" y="51"/>
                  </a:lnTo>
                  <a:lnTo>
                    <a:pt x="107" y="74"/>
                  </a:lnTo>
                  <a:lnTo>
                    <a:pt x="89" y="98"/>
                  </a:lnTo>
                  <a:lnTo>
                    <a:pt x="72" y="125"/>
                  </a:lnTo>
                  <a:lnTo>
                    <a:pt x="55" y="156"/>
                  </a:lnTo>
                  <a:lnTo>
                    <a:pt x="41" y="189"/>
                  </a:lnTo>
                  <a:lnTo>
                    <a:pt x="30" y="223"/>
                  </a:lnTo>
                  <a:lnTo>
                    <a:pt x="19" y="261"/>
                  </a:lnTo>
                  <a:lnTo>
                    <a:pt x="11" y="299"/>
                  </a:lnTo>
                  <a:lnTo>
                    <a:pt x="5" y="339"/>
                  </a:lnTo>
                  <a:lnTo>
                    <a:pt x="1" y="382"/>
                  </a:lnTo>
                  <a:lnTo>
                    <a:pt x="0" y="424"/>
                  </a:lnTo>
                  <a:lnTo>
                    <a:pt x="12" y="424"/>
                  </a:lnTo>
                  <a:lnTo>
                    <a:pt x="13" y="382"/>
                  </a:lnTo>
                  <a:lnTo>
                    <a:pt x="17" y="341"/>
                  </a:lnTo>
                  <a:lnTo>
                    <a:pt x="23" y="301"/>
                  </a:lnTo>
                  <a:lnTo>
                    <a:pt x="31" y="264"/>
                  </a:lnTo>
                  <a:lnTo>
                    <a:pt x="41" y="227"/>
                  </a:lnTo>
                  <a:lnTo>
                    <a:pt x="53" y="193"/>
                  </a:lnTo>
                  <a:lnTo>
                    <a:pt x="67" y="160"/>
                  </a:lnTo>
                  <a:lnTo>
                    <a:pt x="81" y="132"/>
                  </a:lnTo>
                  <a:lnTo>
                    <a:pt x="99" y="105"/>
                  </a:lnTo>
                  <a:lnTo>
                    <a:pt x="116" y="81"/>
                  </a:lnTo>
                  <a:lnTo>
                    <a:pt x="136" y="61"/>
                  </a:lnTo>
                  <a:lnTo>
                    <a:pt x="156" y="43"/>
                  </a:lnTo>
                  <a:lnTo>
                    <a:pt x="178" y="30"/>
                  </a:lnTo>
                  <a:lnTo>
                    <a:pt x="199" y="20"/>
                  </a:lnTo>
                  <a:lnTo>
                    <a:pt x="222"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sp>
        <p:nvSpPr>
          <p:cNvPr id="125960" name="Rectangle 77"/>
          <p:cNvSpPr>
            <a:spLocks noChangeArrowheads="1"/>
          </p:cNvSpPr>
          <p:nvPr/>
        </p:nvSpPr>
        <p:spPr bwMode="auto">
          <a:xfrm>
            <a:off x="611188" y="0"/>
            <a:ext cx="6388100" cy="6477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3000"/>
              <a:t>Sem. 2 - Mercredi</a:t>
            </a:r>
          </a:p>
        </p:txBody>
      </p:sp>
      <p:sp>
        <p:nvSpPr>
          <p:cNvPr id="125961" name="Text Box 78"/>
          <p:cNvSpPr txBox="1">
            <a:spLocks noChangeArrowheads="1"/>
          </p:cNvSpPr>
          <p:nvPr/>
        </p:nvSpPr>
        <p:spPr bwMode="auto">
          <a:xfrm>
            <a:off x="566738" y="2697163"/>
            <a:ext cx="3217862"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2. Pas de commandes</a:t>
            </a:r>
          </a:p>
        </p:txBody>
      </p:sp>
      <p:sp>
        <p:nvSpPr>
          <p:cNvPr id="125962" name="Text Box 79"/>
          <p:cNvSpPr txBox="1">
            <a:spLocks noChangeArrowheads="1"/>
          </p:cNvSpPr>
          <p:nvPr/>
        </p:nvSpPr>
        <p:spPr bwMode="auto">
          <a:xfrm>
            <a:off x="566738" y="5211763"/>
            <a:ext cx="6543675" cy="4429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eaLnBrk="1" hangingPunct="1">
              <a:spcBef>
                <a:spcPct val="0"/>
              </a:spcBef>
              <a:buFontTx/>
              <a:buNone/>
            </a:pPr>
            <a:r>
              <a:rPr lang="fr-FR" altLang="fr-FR" sz="2300"/>
              <a:t>4. Pointez la production sur votre feuille de suivi</a:t>
            </a:r>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26979" name="Group 3"/>
          <p:cNvGrpSpPr>
            <a:grpSpLocks/>
          </p:cNvGrpSpPr>
          <p:nvPr/>
        </p:nvGrpSpPr>
        <p:grpSpPr bwMode="auto">
          <a:xfrm>
            <a:off x="7073900" y="215900"/>
            <a:ext cx="1878013" cy="1250950"/>
            <a:chOff x="4456" y="136"/>
            <a:chExt cx="1183" cy="788"/>
          </a:xfrm>
        </p:grpSpPr>
        <p:grpSp>
          <p:nvGrpSpPr>
            <p:cNvPr id="127073" name="Group 4"/>
            <p:cNvGrpSpPr>
              <a:grpSpLocks/>
            </p:cNvGrpSpPr>
            <p:nvPr/>
          </p:nvGrpSpPr>
          <p:grpSpPr bwMode="auto">
            <a:xfrm>
              <a:off x="4766" y="232"/>
              <a:ext cx="873" cy="692"/>
              <a:chOff x="2185" y="310"/>
              <a:chExt cx="873" cy="692"/>
            </a:xfrm>
          </p:grpSpPr>
          <p:sp>
            <p:nvSpPr>
              <p:cNvPr id="127084" name="Freeform 5"/>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accent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7085" name="Freeform 6"/>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7086" name="Freeform 7"/>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7087" name="Freeform 8"/>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7088" name="Freeform 9"/>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7089" name="Freeform 10"/>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7090" name="Freeform 11"/>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grpSp>
          <p:nvGrpSpPr>
            <p:cNvPr id="127074" name="Group 12"/>
            <p:cNvGrpSpPr>
              <a:grpSpLocks/>
            </p:cNvGrpSpPr>
            <p:nvPr/>
          </p:nvGrpSpPr>
          <p:grpSpPr bwMode="auto">
            <a:xfrm>
              <a:off x="4949" y="336"/>
              <a:ext cx="591" cy="468"/>
              <a:chOff x="2185" y="310"/>
              <a:chExt cx="873" cy="692"/>
            </a:xfrm>
          </p:grpSpPr>
          <p:sp>
            <p:nvSpPr>
              <p:cNvPr id="127077" name="Freeform 13"/>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7078" name="Freeform 14"/>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7079" name="Freeform 15"/>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7080" name="Freeform 16"/>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7081" name="Freeform 17"/>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7082" name="Freeform 18"/>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7083" name="Freeform 19"/>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pic>
          <p:nvPicPr>
            <p:cNvPr id="127075" name="Picture 20"/>
            <p:cNvPicPr>
              <a:picLocks noChangeAspect="1" noChangeArrowheads="1"/>
            </p:cNvPicPr>
            <p:nvPr/>
          </p:nvPicPr>
          <p:blipFill>
            <a:blip r:embed="rId3" cstate="print">
              <a:extLst>
                <a:ext uri="{28A0092B-C50C-407E-A947-70E740481C1C}">
                  <a14:useLocalDpi xmlns:a14="http://schemas.microsoft.com/office/drawing/2010/main" val="0"/>
                </a:ext>
              </a:extLst>
            </a:blip>
            <a:srcRect l="-4282" t="-4369" r="-5199" b="-12012"/>
            <a:stretch>
              <a:fillRect/>
            </a:stretch>
          </p:blipFill>
          <p:spPr bwMode="auto">
            <a:xfrm>
              <a:off x="4456" y="136"/>
              <a:ext cx="480" cy="5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27076" name="Text Box 21"/>
            <p:cNvSpPr txBox="1">
              <a:spLocks noChangeArrowheads="1"/>
            </p:cNvSpPr>
            <p:nvPr/>
          </p:nvSpPr>
          <p:spPr bwMode="auto">
            <a:xfrm>
              <a:off x="4946" y="314"/>
              <a:ext cx="596" cy="49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4500" b="1">
                  <a:solidFill>
                    <a:srgbClr val="FF0000"/>
                  </a:solidFill>
                  <a:latin typeface="Arial Black" pitchFamily="34" charset="0"/>
                </a:rPr>
                <a:t>25</a:t>
              </a:r>
              <a:endParaRPr lang="fr-FR" altLang="fr-FR" sz="3200">
                <a:solidFill>
                  <a:schemeClr val="tx1"/>
                </a:solidFill>
                <a:latin typeface="Arial Black" pitchFamily="34" charset="0"/>
              </a:endParaRPr>
            </a:p>
          </p:txBody>
        </p:sp>
      </p:grpSp>
      <p:sp>
        <p:nvSpPr>
          <p:cNvPr id="126980" name="Text Box 22"/>
          <p:cNvSpPr txBox="1">
            <a:spLocks noChangeArrowheads="1"/>
          </p:cNvSpPr>
          <p:nvPr/>
        </p:nvSpPr>
        <p:spPr bwMode="auto">
          <a:xfrm>
            <a:off x="782638" y="3638550"/>
            <a:ext cx="828675"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a:spcBef>
                <a:spcPct val="0"/>
              </a:spcBef>
              <a:buFontTx/>
              <a:buNone/>
            </a:pPr>
            <a:r>
              <a:rPr lang="fr-FR" altLang="fr-FR" sz="2400">
                <a:solidFill>
                  <a:srgbClr val="FC2C1C"/>
                </a:solidFill>
              </a:rPr>
              <a:t>1 R1</a:t>
            </a:r>
          </a:p>
        </p:txBody>
      </p:sp>
      <p:sp>
        <p:nvSpPr>
          <p:cNvPr id="126981" name="Text Box 23"/>
          <p:cNvSpPr txBox="1">
            <a:spLocks noChangeArrowheads="1"/>
          </p:cNvSpPr>
          <p:nvPr/>
        </p:nvSpPr>
        <p:spPr bwMode="auto">
          <a:xfrm>
            <a:off x="2263775" y="3638550"/>
            <a:ext cx="828675"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a:spcBef>
                <a:spcPct val="0"/>
              </a:spcBef>
              <a:buFontTx/>
              <a:buNone/>
            </a:pPr>
            <a:r>
              <a:rPr lang="fr-FR" altLang="fr-FR" sz="2400">
                <a:solidFill>
                  <a:srgbClr val="FC2C1C"/>
                </a:solidFill>
              </a:rPr>
              <a:t>1 R3</a:t>
            </a:r>
          </a:p>
        </p:txBody>
      </p:sp>
      <p:sp>
        <p:nvSpPr>
          <p:cNvPr id="126982" name="Text Box 24"/>
          <p:cNvSpPr txBox="1">
            <a:spLocks noChangeArrowheads="1"/>
          </p:cNvSpPr>
          <p:nvPr/>
        </p:nvSpPr>
        <p:spPr bwMode="auto">
          <a:xfrm>
            <a:off x="3649663" y="3638550"/>
            <a:ext cx="828675"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a:spcBef>
                <a:spcPct val="0"/>
              </a:spcBef>
              <a:buFontTx/>
              <a:buNone/>
            </a:pPr>
            <a:r>
              <a:rPr lang="fr-FR" altLang="fr-FR" sz="2400">
                <a:solidFill>
                  <a:srgbClr val="FC2C1C"/>
                </a:solidFill>
              </a:rPr>
              <a:t>1 R4</a:t>
            </a:r>
          </a:p>
        </p:txBody>
      </p:sp>
      <p:sp>
        <p:nvSpPr>
          <p:cNvPr id="126983" name="Rectangle 27"/>
          <p:cNvSpPr>
            <a:spLocks noGrp="1" noChangeArrowheads="1"/>
          </p:cNvSpPr>
          <p:nvPr>
            <p:ph type="title"/>
          </p:nvPr>
        </p:nvSpPr>
        <p:spPr>
          <a:xfrm>
            <a:off x="1381125" y="0"/>
            <a:ext cx="5516563" cy="647700"/>
          </a:xfrm>
        </p:spPr>
        <p:txBody>
          <a:bodyPr/>
          <a:lstStyle/>
          <a:p>
            <a:pPr eaLnBrk="1" hangingPunct="1"/>
            <a:r>
              <a:rPr lang="fr-FR" altLang="fr-FR"/>
              <a:t>Sem. 2 - Jeudi (Ste Marguerite)</a:t>
            </a:r>
          </a:p>
        </p:txBody>
      </p:sp>
      <p:sp>
        <p:nvSpPr>
          <p:cNvPr id="126984" name="Text Box 28"/>
          <p:cNvSpPr txBox="1">
            <a:spLocks noChangeArrowheads="1"/>
          </p:cNvSpPr>
          <p:nvPr/>
        </p:nvSpPr>
        <p:spPr bwMode="auto">
          <a:xfrm>
            <a:off x="574675" y="2030413"/>
            <a:ext cx="3557588"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2. Livrez les commandes</a:t>
            </a:r>
          </a:p>
        </p:txBody>
      </p:sp>
      <p:sp>
        <p:nvSpPr>
          <p:cNvPr id="126985" name="Text Box 29"/>
          <p:cNvSpPr txBox="1">
            <a:spLocks noChangeArrowheads="1"/>
          </p:cNvSpPr>
          <p:nvPr/>
        </p:nvSpPr>
        <p:spPr bwMode="auto">
          <a:xfrm>
            <a:off x="566738" y="1154113"/>
            <a:ext cx="1946275"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1. Tirez le dé</a:t>
            </a:r>
          </a:p>
        </p:txBody>
      </p:sp>
      <p:sp>
        <p:nvSpPr>
          <p:cNvPr id="126986" name="Text Box 30"/>
          <p:cNvSpPr txBox="1">
            <a:spLocks noChangeArrowheads="1"/>
          </p:cNvSpPr>
          <p:nvPr/>
        </p:nvSpPr>
        <p:spPr bwMode="auto">
          <a:xfrm>
            <a:off x="579438" y="4316413"/>
            <a:ext cx="18796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3. Produisez</a:t>
            </a:r>
          </a:p>
        </p:txBody>
      </p:sp>
      <p:grpSp>
        <p:nvGrpSpPr>
          <p:cNvPr id="126987" name="Group 32"/>
          <p:cNvGrpSpPr>
            <a:grpSpLocks/>
          </p:cNvGrpSpPr>
          <p:nvPr/>
        </p:nvGrpSpPr>
        <p:grpSpPr bwMode="auto">
          <a:xfrm>
            <a:off x="2843213" y="1106488"/>
            <a:ext cx="446087" cy="534987"/>
            <a:chOff x="868" y="1439"/>
            <a:chExt cx="811" cy="972"/>
          </a:xfrm>
        </p:grpSpPr>
        <p:sp>
          <p:nvSpPr>
            <p:cNvPr id="127022" name="Freeform 33"/>
            <p:cNvSpPr>
              <a:spLocks/>
            </p:cNvSpPr>
            <p:nvPr/>
          </p:nvSpPr>
          <p:spPr bwMode="auto">
            <a:xfrm>
              <a:off x="1548" y="2014"/>
              <a:ext cx="123" cy="100"/>
            </a:xfrm>
            <a:custGeom>
              <a:avLst/>
              <a:gdLst>
                <a:gd name="T0" fmla="*/ 5 w 618"/>
                <a:gd name="T1" fmla="*/ 0 h 502"/>
                <a:gd name="T2" fmla="*/ 5 w 618"/>
                <a:gd name="T3" fmla="*/ 0 h 502"/>
                <a:gd name="T4" fmla="*/ 0 w 618"/>
                <a:gd name="T5" fmla="*/ 4 h 502"/>
                <a:gd name="T6" fmla="*/ 0 w 618"/>
                <a:gd name="T7" fmla="*/ 4 h 502"/>
                <a:gd name="T8" fmla="*/ 5 w 618"/>
                <a:gd name="T9" fmla="*/ 0 h 502"/>
                <a:gd name="T10" fmla="*/ 5 w 618"/>
                <a:gd name="T11" fmla="*/ 0 h 502"/>
                <a:gd name="T12" fmla="*/ 5 w 618"/>
                <a:gd name="T13" fmla="*/ 0 h 502"/>
                <a:gd name="T14" fmla="*/ 5 w 618"/>
                <a:gd name="T15" fmla="*/ 0 h 502"/>
                <a:gd name="T16" fmla="*/ 5 w 618"/>
                <a:gd name="T17" fmla="*/ 0 h 502"/>
                <a:gd name="T18" fmla="*/ 5 w 618"/>
                <a:gd name="T19" fmla="*/ 0 h 502"/>
                <a:gd name="T20" fmla="*/ 5 w 618"/>
                <a:gd name="T21" fmla="*/ 0 h 502"/>
                <a:gd name="T22" fmla="*/ 5 w 618"/>
                <a:gd name="T23" fmla="*/ 0 h 502"/>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618"/>
                <a:gd name="T37" fmla="*/ 0 h 502"/>
                <a:gd name="T38" fmla="*/ 618 w 618"/>
                <a:gd name="T39" fmla="*/ 502 h 502"/>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618" h="502">
                  <a:moveTo>
                    <a:pt x="611" y="0"/>
                  </a:moveTo>
                  <a:lnTo>
                    <a:pt x="606" y="2"/>
                  </a:lnTo>
                  <a:lnTo>
                    <a:pt x="0" y="490"/>
                  </a:lnTo>
                  <a:lnTo>
                    <a:pt x="10" y="502"/>
                  </a:lnTo>
                  <a:lnTo>
                    <a:pt x="616" y="14"/>
                  </a:lnTo>
                  <a:lnTo>
                    <a:pt x="611" y="16"/>
                  </a:lnTo>
                  <a:lnTo>
                    <a:pt x="616" y="14"/>
                  </a:lnTo>
                  <a:lnTo>
                    <a:pt x="618" y="9"/>
                  </a:lnTo>
                  <a:lnTo>
                    <a:pt x="617" y="3"/>
                  </a:lnTo>
                  <a:lnTo>
                    <a:pt x="612" y="1"/>
                  </a:lnTo>
                  <a:lnTo>
                    <a:pt x="606" y="2"/>
                  </a:lnTo>
                  <a:lnTo>
                    <a:pt x="611"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7023" name="Freeform 34"/>
            <p:cNvSpPr>
              <a:spLocks/>
            </p:cNvSpPr>
            <p:nvPr/>
          </p:nvSpPr>
          <p:spPr bwMode="auto">
            <a:xfrm>
              <a:off x="876" y="1852"/>
              <a:ext cx="82" cy="373"/>
            </a:xfrm>
            <a:custGeom>
              <a:avLst/>
              <a:gdLst>
                <a:gd name="T0" fmla="*/ 3 w 413"/>
                <a:gd name="T1" fmla="*/ 15 h 1865"/>
                <a:gd name="T2" fmla="*/ 3 w 413"/>
                <a:gd name="T3" fmla="*/ 15 h 1865"/>
                <a:gd name="T4" fmla="*/ 0 w 413"/>
                <a:gd name="T5" fmla="*/ 0 h 1865"/>
                <a:gd name="T6" fmla="*/ 0 w 413"/>
                <a:gd name="T7" fmla="*/ 0 h 1865"/>
                <a:gd name="T8" fmla="*/ 3 w 413"/>
                <a:gd name="T9" fmla="*/ 15 h 1865"/>
                <a:gd name="T10" fmla="*/ 3 w 413"/>
                <a:gd name="T11" fmla="*/ 15 h 1865"/>
                <a:gd name="T12" fmla="*/ 3 w 413"/>
                <a:gd name="T13" fmla="*/ 15 h 1865"/>
                <a:gd name="T14" fmla="*/ 3 w 413"/>
                <a:gd name="T15" fmla="*/ 15 h 1865"/>
                <a:gd name="T16" fmla="*/ 3 w 413"/>
                <a:gd name="T17" fmla="*/ 15 h 1865"/>
                <a:gd name="T18" fmla="*/ 3 w 413"/>
                <a:gd name="T19" fmla="*/ 15 h 1865"/>
                <a:gd name="T20" fmla="*/ 3 w 413"/>
                <a:gd name="T21" fmla="*/ 15 h 1865"/>
                <a:gd name="T22" fmla="*/ 3 w 413"/>
                <a:gd name="T23" fmla="*/ 15 h 186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413"/>
                <a:gd name="T37" fmla="*/ 0 h 1865"/>
                <a:gd name="T38" fmla="*/ 413 w 413"/>
                <a:gd name="T39" fmla="*/ 1865 h 1865"/>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413" h="1865">
                  <a:moveTo>
                    <a:pt x="400" y="1864"/>
                  </a:moveTo>
                  <a:lnTo>
                    <a:pt x="413" y="1856"/>
                  </a:lnTo>
                  <a:lnTo>
                    <a:pt x="17" y="0"/>
                  </a:lnTo>
                  <a:lnTo>
                    <a:pt x="0" y="2"/>
                  </a:lnTo>
                  <a:lnTo>
                    <a:pt x="396" y="1858"/>
                  </a:lnTo>
                  <a:lnTo>
                    <a:pt x="409" y="1850"/>
                  </a:lnTo>
                  <a:lnTo>
                    <a:pt x="396" y="1858"/>
                  </a:lnTo>
                  <a:lnTo>
                    <a:pt x="400" y="1864"/>
                  </a:lnTo>
                  <a:lnTo>
                    <a:pt x="406" y="1865"/>
                  </a:lnTo>
                  <a:lnTo>
                    <a:pt x="410" y="1862"/>
                  </a:lnTo>
                  <a:lnTo>
                    <a:pt x="413" y="1856"/>
                  </a:lnTo>
                  <a:lnTo>
                    <a:pt x="400" y="186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7024" name="Freeform 35"/>
            <p:cNvSpPr>
              <a:spLocks/>
            </p:cNvSpPr>
            <p:nvPr/>
          </p:nvSpPr>
          <p:spPr bwMode="auto">
            <a:xfrm>
              <a:off x="1282" y="1533"/>
              <a:ext cx="35" cy="161"/>
            </a:xfrm>
            <a:custGeom>
              <a:avLst/>
              <a:gdLst>
                <a:gd name="T0" fmla="*/ 1 w 175"/>
                <a:gd name="T1" fmla="*/ 6 h 807"/>
                <a:gd name="T2" fmla="*/ 1 w 175"/>
                <a:gd name="T3" fmla="*/ 6 h 807"/>
                <a:gd name="T4" fmla="*/ 1 w 175"/>
                <a:gd name="T5" fmla="*/ 6 h 807"/>
                <a:gd name="T6" fmla="*/ 1 w 175"/>
                <a:gd name="T7" fmla="*/ 5 h 807"/>
                <a:gd name="T8" fmla="*/ 1 w 175"/>
                <a:gd name="T9" fmla="*/ 5 h 807"/>
                <a:gd name="T10" fmla="*/ 1 w 175"/>
                <a:gd name="T11" fmla="*/ 5 h 807"/>
                <a:gd name="T12" fmla="*/ 1 w 175"/>
                <a:gd name="T13" fmla="*/ 4 h 807"/>
                <a:gd name="T14" fmla="*/ 1 w 175"/>
                <a:gd name="T15" fmla="*/ 4 h 807"/>
                <a:gd name="T16" fmla="*/ 1 w 175"/>
                <a:gd name="T17" fmla="*/ 3 h 807"/>
                <a:gd name="T18" fmla="*/ 1 w 175"/>
                <a:gd name="T19" fmla="*/ 3 h 807"/>
                <a:gd name="T20" fmla="*/ 1 w 175"/>
                <a:gd name="T21" fmla="*/ 3 h 807"/>
                <a:gd name="T22" fmla="*/ 1 w 175"/>
                <a:gd name="T23" fmla="*/ 2 h 807"/>
                <a:gd name="T24" fmla="*/ 1 w 175"/>
                <a:gd name="T25" fmla="*/ 2 h 807"/>
                <a:gd name="T26" fmla="*/ 1 w 175"/>
                <a:gd name="T27" fmla="*/ 2 h 807"/>
                <a:gd name="T28" fmla="*/ 1 w 175"/>
                <a:gd name="T29" fmla="*/ 1 h 807"/>
                <a:gd name="T30" fmla="*/ 1 w 175"/>
                <a:gd name="T31" fmla="*/ 1 h 807"/>
                <a:gd name="T32" fmla="*/ 1 w 175"/>
                <a:gd name="T33" fmla="*/ 1 h 807"/>
                <a:gd name="T34" fmla="*/ 1 w 175"/>
                <a:gd name="T35" fmla="*/ 0 h 807"/>
                <a:gd name="T36" fmla="*/ 1 w 175"/>
                <a:gd name="T37" fmla="*/ 0 h 807"/>
                <a:gd name="T38" fmla="*/ 1 w 175"/>
                <a:gd name="T39" fmla="*/ 0 h 807"/>
                <a:gd name="T40" fmla="*/ 0 w 175"/>
                <a:gd name="T41" fmla="*/ 1 h 807"/>
                <a:gd name="T42" fmla="*/ 0 w 175"/>
                <a:gd name="T43" fmla="*/ 1 h 807"/>
                <a:gd name="T44" fmla="*/ 0 w 175"/>
                <a:gd name="T45" fmla="*/ 1 h 807"/>
                <a:gd name="T46" fmla="*/ 0 w 175"/>
                <a:gd name="T47" fmla="*/ 2 h 807"/>
                <a:gd name="T48" fmla="*/ 0 w 175"/>
                <a:gd name="T49" fmla="*/ 2 h 807"/>
                <a:gd name="T50" fmla="*/ 0 w 175"/>
                <a:gd name="T51" fmla="*/ 3 h 807"/>
                <a:gd name="T52" fmla="*/ 0 w 175"/>
                <a:gd name="T53" fmla="*/ 3 h 807"/>
                <a:gd name="T54" fmla="*/ 0 w 175"/>
                <a:gd name="T55" fmla="*/ 3 h 807"/>
                <a:gd name="T56" fmla="*/ 0 w 175"/>
                <a:gd name="T57" fmla="*/ 4 h 807"/>
                <a:gd name="T58" fmla="*/ 0 w 175"/>
                <a:gd name="T59" fmla="*/ 4 h 807"/>
                <a:gd name="T60" fmla="*/ 0 w 175"/>
                <a:gd name="T61" fmla="*/ 5 h 807"/>
                <a:gd name="T62" fmla="*/ 0 w 175"/>
                <a:gd name="T63" fmla="*/ 5 h 807"/>
                <a:gd name="T64" fmla="*/ 0 w 175"/>
                <a:gd name="T65" fmla="*/ 5 h 807"/>
                <a:gd name="T66" fmla="*/ 1 w 175"/>
                <a:gd name="T67" fmla="*/ 6 h 807"/>
                <a:gd name="T68" fmla="*/ 1 w 175"/>
                <a:gd name="T69" fmla="*/ 6 h 807"/>
                <a:gd name="T70" fmla="*/ 1 w 175"/>
                <a:gd name="T71" fmla="*/ 6 h 807"/>
                <a:gd name="T72" fmla="*/ 1 w 175"/>
                <a:gd name="T73" fmla="*/ 6 h 807"/>
                <a:gd name="T74" fmla="*/ 1 w 175"/>
                <a:gd name="T75" fmla="*/ 6 h 807"/>
                <a:gd name="T76" fmla="*/ 1 w 175"/>
                <a:gd name="T77" fmla="*/ 6 h 807"/>
                <a:gd name="T78" fmla="*/ 1 w 175"/>
                <a:gd name="T79" fmla="*/ 6 h 807"/>
                <a:gd name="T80" fmla="*/ 1 w 175"/>
                <a:gd name="T81" fmla="*/ 6 h 807"/>
                <a:gd name="T82" fmla="*/ 1 w 175"/>
                <a:gd name="T83" fmla="*/ 6 h 807"/>
                <a:gd name="T84" fmla="*/ 1 w 175"/>
                <a:gd name="T85" fmla="*/ 6 h 807"/>
                <a:gd name="T86" fmla="*/ 1 w 175"/>
                <a:gd name="T87" fmla="*/ 6 h 807"/>
                <a:gd name="T88" fmla="*/ 1 w 175"/>
                <a:gd name="T89" fmla="*/ 6 h 807"/>
                <a:gd name="T90" fmla="*/ 1 w 175"/>
                <a:gd name="T91" fmla="*/ 6 h 80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175"/>
                <a:gd name="T139" fmla="*/ 0 h 807"/>
                <a:gd name="T140" fmla="*/ 175 w 175"/>
                <a:gd name="T141" fmla="*/ 807 h 80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175" h="807">
                  <a:moveTo>
                    <a:pt x="169" y="740"/>
                  </a:moveTo>
                  <a:lnTo>
                    <a:pt x="169" y="739"/>
                  </a:lnTo>
                  <a:lnTo>
                    <a:pt x="149" y="698"/>
                  </a:lnTo>
                  <a:lnTo>
                    <a:pt x="133" y="656"/>
                  </a:lnTo>
                  <a:lnTo>
                    <a:pt x="120" y="611"/>
                  </a:lnTo>
                  <a:lnTo>
                    <a:pt x="108" y="565"/>
                  </a:lnTo>
                  <a:lnTo>
                    <a:pt x="100" y="520"/>
                  </a:lnTo>
                  <a:lnTo>
                    <a:pt x="96" y="472"/>
                  </a:lnTo>
                  <a:lnTo>
                    <a:pt x="93" y="425"/>
                  </a:lnTo>
                  <a:lnTo>
                    <a:pt x="93" y="377"/>
                  </a:lnTo>
                  <a:lnTo>
                    <a:pt x="96" y="330"/>
                  </a:lnTo>
                  <a:lnTo>
                    <a:pt x="100" y="283"/>
                  </a:lnTo>
                  <a:lnTo>
                    <a:pt x="106" y="238"/>
                  </a:lnTo>
                  <a:lnTo>
                    <a:pt x="115" y="195"/>
                  </a:lnTo>
                  <a:lnTo>
                    <a:pt x="126" y="153"/>
                  </a:lnTo>
                  <a:lnTo>
                    <a:pt x="139" y="114"/>
                  </a:lnTo>
                  <a:lnTo>
                    <a:pt x="153" y="77"/>
                  </a:lnTo>
                  <a:lnTo>
                    <a:pt x="169" y="43"/>
                  </a:lnTo>
                  <a:lnTo>
                    <a:pt x="87" y="0"/>
                  </a:lnTo>
                  <a:lnTo>
                    <a:pt x="69" y="39"/>
                  </a:lnTo>
                  <a:lnTo>
                    <a:pt x="52" y="81"/>
                  </a:lnTo>
                  <a:lnTo>
                    <a:pt x="37" y="127"/>
                  </a:lnTo>
                  <a:lnTo>
                    <a:pt x="24" y="174"/>
                  </a:lnTo>
                  <a:lnTo>
                    <a:pt x="15" y="222"/>
                  </a:lnTo>
                  <a:lnTo>
                    <a:pt x="7" y="271"/>
                  </a:lnTo>
                  <a:lnTo>
                    <a:pt x="2" y="323"/>
                  </a:lnTo>
                  <a:lnTo>
                    <a:pt x="0" y="374"/>
                  </a:lnTo>
                  <a:lnTo>
                    <a:pt x="0" y="427"/>
                  </a:lnTo>
                  <a:lnTo>
                    <a:pt x="2" y="479"/>
                  </a:lnTo>
                  <a:lnTo>
                    <a:pt x="9" y="531"/>
                  </a:lnTo>
                  <a:lnTo>
                    <a:pt x="17" y="584"/>
                  </a:lnTo>
                  <a:lnTo>
                    <a:pt x="29" y="635"/>
                  </a:lnTo>
                  <a:lnTo>
                    <a:pt x="44" y="686"/>
                  </a:lnTo>
                  <a:lnTo>
                    <a:pt x="65" y="736"/>
                  </a:lnTo>
                  <a:lnTo>
                    <a:pt x="87" y="784"/>
                  </a:lnTo>
                  <a:lnTo>
                    <a:pt x="87" y="782"/>
                  </a:lnTo>
                  <a:lnTo>
                    <a:pt x="87" y="784"/>
                  </a:lnTo>
                  <a:lnTo>
                    <a:pt x="100" y="799"/>
                  </a:lnTo>
                  <a:lnTo>
                    <a:pt x="117" y="807"/>
                  </a:lnTo>
                  <a:lnTo>
                    <a:pt x="134" y="807"/>
                  </a:lnTo>
                  <a:lnTo>
                    <a:pt x="151" y="801"/>
                  </a:lnTo>
                  <a:lnTo>
                    <a:pt x="164" y="791"/>
                  </a:lnTo>
                  <a:lnTo>
                    <a:pt x="173" y="777"/>
                  </a:lnTo>
                  <a:lnTo>
                    <a:pt x="175" y="759"/>
                  </a:lnTo>
                  <a:lnTo>
                    <a:pt x="169" y="739"/>
                  </a:lnTo>
                  <a:lnTo>
                    <a:pt x="169" y="74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7025" name="Freeform 36"/>
            <p:cNvSpPr>
              <a:spLocks/>
            </p:cNvSpPr>
            <p:nvPr/>
          </p:nvSpPr>
          <p:spPr bwMode="auto">
            <a:xfrm>
              <a:off x="1299" y="1681"/>
              <a:ext cx="157" cy="281"/>
            </a:xfrm>
            <a:custGeom>
              <a:avLst/>
              <a:gdLst>
                <a:gd name="T0" fmla="*/ 6 w 787"/>
                <a:gd name="T1" fmla="*/ 11 h 1404"/>
                <a:gd name="T2" fmla="*/ 6 w 787"/>
                <a:gd name="T3" fmla="*/ 11 h 1404"/>
                <a:gd name="T4" fmla="*/ 1 w 787"/>
                <a:gd name="T5" fmla="*/ 0 h 1404"/>
                <a:gd name="T6" fmla="*/ 0 w 787"/>
                <a:gd name="T7" fmla="*/ 0 h 1404"/>
                <a:gd name="T8" fmla="*/ 6 w 787"/>
                <a:gd name="T9" fmla="*/ 11 h 1404"/>
                <a:gd name="T10" fmla="*/ 6 w 787"/>
                <a:gd name="T11" fmla="*/ 11 h 1404"/>
                <a:gd name="T12" fmla="*/ 6 w 787"/>
                <a:gd name="T13" fmla="*/ 11 h 1404"/>
                <a:gd name="T14" fmla="*/ 6 w 787"/>
                <a:gd name="T15" fmla="*/ 11 h 1404"/>
                <a:gd name="T16" fmla="*/ 6 w 787"/>
                <a:gd name="T17" fmla="*/ 11 h 1404"/>
                <a:gd name="T18" fmla="*/ 6 w 787"/>
                <a:gd name="T19" fmla="*/ 11 h 1404"/>
                <a:gd name="T20" fmla="*/ 6 w 787"/>
                <a:gd name="T21" fmla="*/ 11 h 1404"/>
                <a:gd name="T22" fmla="*/ 6 w 787"/>
                <a:gd name="T23" fmla="*/ 11 h 1404"/>
                <a:gd name="T24" fmla="*/ 6 w 787"/>
                <a:gd name="T25" fmla="*/ 11 h 1404"/>
                <a:gd name="T26" fmla="*/ 6 w 787"/>
                <a:gd name="T27" fmla="*/ 11 h 1404"/>
                <a:gd name="T28" fmla="*/ 6 w 787"/>
                <a:gd name="T29" fmla="*/ 11 h 1404"/>
                <a:gd name="T30" fmla="*/ 6 w 787"/>
                <a:gd name="T31" fmla="*/ 11 h 1404"/>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787"/>
                <a:gd name="T49" fmla="*/ 0 h 1404"/>
                <a:gd name="T50" fmla="*/ 787 w 787"/>
                <a:gd name="T51" fmla="*/ 1404 h 1404"/>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787" h="1404">
                  <a:moveTo>
                    <a:pt x="781" y="1334"/>
                  </a:moveTo>
                  <a:lnTo>
                    <a:pt x="781" y="1337"/>
                  </a:lnTo>
                  <a:lnTo>
                    <a:pt x="82" y="0"/>
                  </a:lnTo>
                  <a:lnTo>
                    <a:pt x="0" y="42"/>
                  </a:lnTo>
                  <a:lnTo>
                    <a:pt x="699" y="1379"/>
                  </a:lnTo>
                  <a:lnTo>
                    <a:pt x="699" y="1381"/>
                  </a:lnTo>
                  <a:lnTo>
                    <a:pt x="699" y="1379"/>
                  </a:lnTo>
                  <a:lnTo>
                    <a:pt x="712" y="1395"/>
                  </a:lnTo>
                  <a:lnTo>
                    <a:pt x="727" y="1402"/>
                  </a:lnTo>
                  <a:lnTo>
                    <a:pt x="744" y="1404"/>
                  </a:lnTo>
                  <a:lnTo>
                    <a:pt x="761" y="1398"/>
                  </a:lnTo>
                  <a:lnTo>
                    <a:pt x="775" y="1388"/>
                  </a:lnTo>
                  <a:lnTo>
                    <a:pt x="784" y="1373"/>
                  </a:lnTo>
                  <a:lnTo>
                    <a:pt x="787" y="1357"/>
                  </a:lnTo>
                  <a:lnTo>
                    <a:pt x="781" y="1337"/>
                  </a:lnTo>
                  <a:lnTo>
                    <a:pt x="781" y="13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7026" name="Freeform 37"/>
            <p:cNvSpPr>
              <a:spLocks/>
            </p:cNvSpPr>
            <p:nvPr/>
          </p:nvSpPr>
          <p:spPr bwMode="auto">
            <a:xfrm>
              <a:off x="1439" y="1948"/>
              <a:ext cx="125" cy="76"/>
            </a:xfrm>
            <a:custGeom>
              <a:avLst/>
              <a:gdLst>
                <a:gd name="T0" fmla="*/ 5 w 628"/>
                <a:gd name="T1" fmla="*/ 2 h 383"/>
                <a:gd name="T2" fmla="*/ 5 w 628"/>
                <a:gd name="T3" fmla="*/ 2 h 383"/>
                <a:gd name="T4" fmla="*/ 4 w 628"/>
                <a:gd name="T5" fmla="*/ 2 h 383"/>
                <a:gd name="T6" fmla="*/ 4 w 628"/>
                <a:gd name="T7" fmla="*/ 2 h 383"/>
                <a:gd name="T8" fmla="*/ 4 w 628"/>
                <a:gd name="T9" fmla="*/ 2 h 383"/>
                <a:gd name="T10" fmla="*/ 3 w 628"/>
                <a:gd name="T11" fmla="*/ 2 h 383"/>
                <a:gd name="T12" fmla="*/ 3 w 628"/>
                <a:gd name="T13" fmla="*/ 2 h 383"/>
                <a:gd name="T14" fmla="*/ 3 w 628"/>
                <a:gd name="T15" fmla="*/ 2 h 383"/>
                <a:gd name="T16" fmla="*/ 3 w 628"/>
                <a:gd name="T17" fmla="*/ 2 h 383"/>
                <a:gd name="T18" fmla="*/ 2 w 628"/>
                <a:gd name="T19" fmla="*/ 2 h 383"/>
                <a:gd name="T20" fmla="*/ 2 w 628"/>
                <a:gd name="T21" fmla="*/ 2 h 383"/>
                <a:gd name="T22" fmla="*/ 2 w 628"/>
                <a:gd name="T23" fmla="*/ 1 h 383"/>
                <a:gd name="T24" fmla="*/ 2 w 628"/>
                <a:gd name="T25" fmla="*/ 1 h 383"/>
                <a:gd name="T26" fmla="*/ 1 w 628"/>
                <a:gd name="T27" fmla="*/ 1 h 383"/>
                <a:gd name="T28" fmla="*/ 1 w 628"/>
                <a:gd name="T29" fmla="*/ 1 h 383"/>
                <a:gd name="T30" fmla="*/ 1 w 628"/>
                <a:gd name="T31" fmla="*/ 1 h 383"/>
                <a:gd name="T32" fmla="*/ 1 w 628"/>
                <a:gd name="T33" fmla="*/ 0 h 383"/>
                <a:gd name="T34" fmla="*/ 1 w 628"/>
                <a:gd name="T35" fmla="*/ 0 h 383"/>
                <a:gd name="T36" fmla="*/ 0 w 628"/>
                <a:gd name="T37" fmla="*/ 0 h 383"/>
                <a:gd name="T38" fmla="*/ 0 w 628"/>
                <a:gd name="T39" fmla="*/ 1 h 383"/>
                <a:gd name="T40" fmla="*/ 0 w 628"/>
                <a:gd name="T41" fmla="*/ 1 h 383"/>
                <a:gd name="T42" fmla="*/ 1 w 628"/>
                <a:gd name="T43" fmla="*/ 1 h 383"/>
                <a:gd name="T44" fmla="*/ 1 w 628"/>
                <a:gd name="T45" fmla="*/ 1 h 383"/>
                <a:gd name="T46" fmla="*/ 1 w 628"/>
                <a:gd name="T47" fmla="*/ 2 h 383"/>
                <a:gd name="T48" fmla="*/ 1 w 628"/>
                <a:gd name="T49" fmla="*/ 2 h 383"/>
                <a:gd name="T50" fmla="*/ 2 w 628"/>
                <a:gd name="T51" fmla="*/ 2 h 383"/>
                <a:gd name="T52" fmla="*/ 2 w 628"/>
                <a:gd name="T53" fmla="*/ 2 h 383"/>
                <a:gd name="T54" fmla="*/ 2 w 628"/>
                <a:gd name="T55" fmla="*/ 2 h 383"/>
                <a:gd name="T56" fmla="*/ 3 w 628"/>
                <a:gd name="T57" fmla="*/ 3 h 383"/>
                <a:gd name="T58" fmla="*/ 3 w 628"/>
                <a:gd name="T59" fmla="*/ 3 h 383"/>
                <a:gd name="T60" fmla="*/ 3 w 628"/>
                <a:gd name="T61" fmla="*/ 3 h 383"/>
                <a:gd name="T62" fmla="*/ 4 w 628"/>
                <a:gd name="T63" fmla="*/ 3 h 383"/>
                <a:gd name="T64" fmla="*/ 4 w 628"/>
                <a:gd name="T65" fmla="*/ 3 h 383"/>
                <a:gd name="T66" fmla="*/ 4 w 628"/>
                <a:gd name="T67" fmla="*/ 3 h 383"/>
                <a:gd name="T68" fmla="*/ 5 w 628"/>
                <a:gd name="T69" fmla="*/ 3 h 383"/>
                <a:gd name="T70" fmla="*/ 5 w 628"/>
                <a:gd name="T71" fmla="*/ 3 h 383"/>
                <a:gd name="T72" fmla="*/ 5 w 628"/>
                <a:gd name="T73" fmla="*/ 3 h 383"/>
                <a:gd name="T74" fmla="*/ 5 w 628"/>
                <a:gd name="T75" fmla="*/ 3 h 383"/>
                <a:gd name="T76" fmla="*/ 5 w 628"/>
                <a:gd name="T77" fmla="*/ 3 h 383"/>
                <a:gd name="T78" fmla="*/ 5 w 628"/>
                <a:gd name="T79" fmla="*/ 3 h 383"/>
                <a:gd name="T80" fmla="*/ 5 w 628"/>
                <a:gd name="T81" fmla="*/ 3 h 383"/>
                <a:gd name="T82" fmla="*/ 5 w 628"/>
                <a:gd name="T83" fmla="*/ 3 h 383"/>
                <a:gd name="T84" fmla="*/ 5 w 628"/>
                <a:gd name="T85" fmla="*/ 2 h 383"/>
                <a:gd name="T86" fmla="*/ 5 w 628"/>
                <a:gd name="T87" fmla="*/ 2 h 383"/>
                <a:gd name="T88" fmla="*/ 5 w 628"/>
                <a:gd name="T89" fmla="*/ 2 h 383"/>
                <a:gd name="T90" fmla="*/ 5 w 628"/>
                <a:gd name="T91" fmla="*/ 2 h 38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628"/>
                <a:gd name="T139" fmla="*/ 0 h 383"/>
                <a:gd name="T140" fmla="*/ 628 w 628"/>
                <a:gd name="T141" fmla="*/ 383 h 38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628" h="383">
                  <a:moveTo>
                    <a:pt x="581" y="289"/>
                  </a:moveTo>
                  <a:lnTo>
                    <a:pt x="582" y="289"/>
                  </a:lnTo>
                  <a:lnTo>
                    <a:pt x="541" y="287"/>
                  </a:lnTo>
                  <a:lnTo>
                    <a:pt x="500" y="283"/>
                  </a:lnTo>
                  <a:lnTo>
                    <a:pt x="462" y="276"/>
                  </a:lnTo>
                  <a:lnTo>
                    <a:pt x="424" y="268"/>
                  </a:lnTo>
                  <a:lnTo>
                    <a:pt x="389" y="255"/>
                  </a:lnTo>
                  <a:lnTo>
                    <a:pt x="352" y="242"/>
                  </a:lnTo>
                  <a:lnTo>
                    <a:pt x="320" y="227"/>
                  </a:lnTo>
                  <a:lnTo>
                    <a:pt x="287" y="209"/>
                  </a:lnTo>
                  <a:lnTo>
                    <a:pt x="255" y="189"/>
                  </a:lnTo>
                  <a:lnTo>
                    <a:pt x="226" y="168"/>
                  </a:lnTo>
                  <a:lnTo>
                    <a:pt x="198" y="145"/>
                  </a:lnTo>
                  <a:lnTo>
                    <a:pt x="172" y="119"/>
                  </a:lnTo>
                  <a:lnTo>
                    <a:pt x="146" y="92"/>
                  </a:lnTo>
                  <a:lnTo>
                    <a:pt x="122" y="64"/>
                  </a:lnTo>
                  <a:lnTo>
                    <a:pt x="100" y="33"/>
                  </a:lnTo>
                  <a:lnTo>
                    <a:pt x="82" y="0"/>
                  </a:lnTo>
                  <a:lnTo>
                    <a:pt x="0" y="47"/>
                  </a:lnTo>
                  <a:lnTo>
                    <a:pt x="23" y="85"/>
                  </a:lnTo>
                  <a:lnTo>
                    <a:pt x="49" y="120"/>
                  </a:lnTo>
                  <a:lnTo>
                    <a:pt x="76" y="153"/>
                  </a:lnTo>
                  <a:lnTo>
                    <a:pt x="104" y="185"/>
                  </a:lnTo>
                  <a:lnTo>
                    <a:pt x="137" y="215"/>
                  </a:lnTo>
                  <a:lnTo>
                    <a:pt x="170" y="241"/>
                  </a:lnTo>
                  <a:lnTo>
                    <a:pt x="204" y="267"/>
                  </a:lnTo>
                  <a:lnTo>
                    <a:pt x="240" y="289"/>
                  </a:lnTo>
                  <a:lnTo>
                    <a:pt x="277" y="309"/>
                  </a:lnTo>
                  <a:lnTo>
                    <a:pt x="317" y="329"/>
                  </a:lnTo>
                  <a:lnTo>
                    <a:pt x="358" y="344"/>
                  </a:lnTo>
                  <a:lnTo>
                    <a:pt x="400" y="357"/>
                  </a:lnTo>
                  <a:lnTo>
                    <a:pt x="444" y="367"/>
                  </a:lnTo>
                  <a:lnTo>
                    <a:pt x="488" y="374"/>
                  </a:lnTo>
                  <a:lnTo>
                    <a:pt x="534" y="380"/>
                  </a:lnTo>
                  <a:lnTo>
                    <a:pt x="580" y="383"/>
                  </a:lnTo>
                  <a:lnTo>
                    <a:pt x="581" y="383"/>
                  </a:lnTo>
                  <a:lnTo>
                    <a:pt x="580" y="383"/>
                  </a:lnTo>
                  <a:lnTo>
                    <a:pt x="600" y="379"/>
                  </a:lnTo>
                  <a:lnTo>
                    <a:pt x="615" y="369"/>
                  </a:lnTo>
                  <a:lnTo>
                    <a:pt x="624" y="353"/>
                  </a:lnTo>
                  <a:lnTo>
                    <a:pt x="628" y="337"/>
                  </a:lnTo>
                  <a:lnTo>
                    <a:pt x="625" y="319"/>
                  </a:lnTo>
                  <a:lnTo>
                    <a:pt x="617" y="304"/>
                  </a:lnTo>
                  <a:lnTo>
                    <a:pt x="602" y="294"/>
                  </a:lnTo>
                  <a:lnTo>
                    <a:pt x="582" y="289"/>
                  </a:lnTo>
                  <a:lnTo>
                    <a:pt x="581" y="28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7027" name="Freeform 38"/>
            <p:cNvSpPr>
              <a:spLocks/>
            </p:cNvSpPr>
            <p:nvPr/>
          </p:nvSpPr>
          <p:spPr bwMode="auto">
            <a:xfrm>
              <a:off x="1587" y="1880"/>
              <a:ext cx="85" cy="49"/>
            </a:xfrm>
            <a:custGeom>
              <a:avLst/>
              <a:gdLst>
                <a:gd name="T0" fmla="*/ 3 w 426"/>
                <a:gd name="T1" fmla="*/ 0 h 245"/>
                <a:gd name="T2" fmla="*/ 3 w 426"/>
                <a:gd name="T3" fmla="*/ 0 h 245"/>
                <a:gd name="T4" fmla="*/ 3 w 426"/>
                <a:gd name="T5" fmla="*/ 0 h 245"/>
                <a:gd name="T6" fmla="*/ 3 w 426"/>
                <a:gd name="T7" fmla="*/ 0 h 245"/>
                <a:gd name="T8" fmla="*/ 2 w 426"/>
                <a:gd name="T9" fmla="*/ 0 h 245"/>
                <a:gd name="T10" fmla="*/ 2 w 426"/>
                <a:gd name="T11" fmla="*/ 0 h 245"/>
                <a:gd name="T12" fmla="*/ 2 w 426"/>
                <a:gd name="T13" fmla="*/ 0 h 245"/>
                <a:gd name="T14" fmla="*/ 2 w 426"/>
                <a:gd name="T15" fmla="*/ 0 h 245"/>
                <a:gd name="T16" fmla="*/ 1 w 426"/>
                <a:gd name="T17" fmla="*/ 0 h 245"/>
                <a:gd name="T18" fmla="*/ 1 w 426"/>
                <a:gd name="T19" fmla="*/ 1 h 245"/>
                <a:gd name="T20" fmla="*/ 1 w 426"/>
                <a:gd name="T21" fmla="*/ 1 h 245"/>
                <a:gd name="T22" fmla="*/ 1 w 426"/>
                <a:gd name="T23" fmla="*/ 1 h 245"/>
                <a:gd name="T24" fmla="*/ 0 w 426"/>
                <a:gd name="T25" fmla="*/ 1 h 245"/>
                <a:gd name="T26" fmla="*/ 0 w 426"/>
                <a:gd name="T27" fmla="*/ 1 h 245"/>
                <a:gd name="T28" fmla="*/ 0 w 426"/>
                <a:gd name="T29" fmla="*/ 1 h 245"/>
                <a:gd name="T30" fmla="*/ 0 w 426"/>
                <a:gd name="T31" fmla="*/ 2 h 245"/>
                <a:gd name="T32" fmla="*/ 0 w 426"/>
                <a:gd name="T33" fmla="*/ 2 h 245"/>
                <a:gd name="T34" fmla="*/ 0 w 426"/>
                <a:gd name="T35" fmla="*/ 2 h 245"/>
                <a:gd name="T36" fmla="*/ 0 w 426"/>
                <a:gd name="T37" fmla="*/ 2 h 245"/>
                <a:gd name="T38" fmla="*/ 0 w 426"/>
                <a:gd name="T39" fmla="*/ 2 h 245"/>
                <a:gd name="T40" fmla="*/ 0 w 426"/>
                <a:gd name="T41" fmla="*/ 2 h 245"/>
                <a:gd name="T42" fmla="*/ 0 w 426"/>
                <a:gd name="T43" fmla="*/ 1 h 245"/>
                <a:gd name="T44" fmla="*/ 0 w 426"/>
                <a:gd name="T45" fmla="*/ 1 h 245"/>
                <a:gd name="T46" fmla="*/ 0 w 426"/>
                <a:gd name="T47" fmla="*/ 1 h 245"/>
                <a:gd name="T48" fmla="*/ 1 w 426"/>
                <a:gd name="T49" fmla="*/ 1 h 245"/>
                <a:gd name="T50" fmla="*/ 1 w 426"/>
                <a:gd name="T51" fmla="*/ 1 h 245"/>
                <a:gd name="T52" fmla="*/ 1 w 426"/>
                <a:gd name="T53" fmla="*/ 1 h 245"/>
                <a:gd name="T54" fmla="*/ 1 w 426"/>
                <a:gd name="T55" fmla="*/ 1 h 245"/>
                <a:gd name="T56" fmla="*/ 2 w 426"/>
                <a:gd name="T57" fmla="*/ 0 h 245"/>
                <a:gd name="T58" fmla="*/ 2 w 426"/>
                <a:gd name="T59" fmla="*/ 0 h 245"/>
                <a:gd name="T60" fmla="*/ 2 w 426"/>
                <a:gd name="T61" fmla="*/ 0 h 245"/>
                <a:gd name="T62" fmla="*/ 2 w 426"/>
                <a:gd name="T63" fmla="*/ 0 h 245"/>
                <a:gd name="T64" fmla="*/ 3 w 426"/>
                <a:gd name="T65" fmla="*/ 0 h 245"/>
                <a:gd name="T66" fmla="*/ 3 w 426"/>
                <a:gd name="T67" fmla="*/ 0 h 245"/>
                <a:gd name="T68" fmla="*/ 3 w 426"/>
                <a:gd name="T69" fmla="*/ 0 h 245"/>
                <a:gd name="T70" fmla="*/ 3 w 426"/>
                <a:gd name="T71" fmla="*/ 0 h 245"/>
                <a:gd name="T72" fmla="*/ 3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426" y="0"/>
                  </a:moveTo>
                  <a:lnTo>
                    <a:pt x="426" y="0"/>
                  </a:lnTo>
                  <a:lnTo>
                    <a:pt x="384" y="1"/>
                  </a:lnTo>
                  <a:lnTo>
                    <a:pt x="340" y="4"/>
                  </a:lnTo>
                  <a:lnTo>
                    <a:pt x="300" y="10"/>
                  </a:lnTo>
                  <a:lnTo>
                    <a:pt x="262" y="18"/>
                  </a:lnTo>
                  <a:lnTo>
                    <a:pt x="224" y="29"/>
                  </a:lnTo>
                  <a:lnTo>
                    <a:pt x="189" y="41"/>
                  </a:lnTo>
                  <a:lnTo>
                    <a:pt x="157" y="55"/>
                  </a:lnTo>
                  <a:lnTo>
                    <a:pt x="126" y="70"/>
                  </a:lnTo>
                  <a:lnTo>
                    <a:pt x="99" y="89"/>
                  </a:lnTo>
                  <a:lnTo>
                    <a:pt x="74" y="106"/>
                  </a:lnTo>
                  <a:lnTo>
                    <a:pt x="52" y="126"/>
                  </a:lnTo>
                  <a:lnTo>
                    <a:pt x="34" y="148"/>
                  </a:lnTo>
                  <a:lnTo>
                    <a:pt x="19" y="171"/>
                  </a:lnTo>
                  <a:lnTo>
                    <a:pt x="9" y="194"/>
                  </a:lnTo>
                  <a:lnTo>
                    <a:pt x="3" y="219"/>
                  </a:lnTo>
                  <a:lnTo>
                    <a:pt x="0" y="245"/>
                  </a:lnTo>
                  <a:lnTo>
                    <a:pt x="12" y="245"/>
                  </a:lnTo>
                  <a:lnTo>
                    <a:pt x="15" y="221"/>
                  </a:lnTo>
                  <a:lnTo>
                    <a:pt x="20" y="199"/>
                  </a:lnTo>
                  <a:lnTo>
                    <a:pt x="31" y="178"/>
                  </a:lnTo>
                  <a:lnTo>
                    <a:pt x="44" y="156"/>
                  </a:lnTo>
                  <a:lnTo>
                    <a:pt x="61" y="136"/>
                  </a:lnTo>
                  <a:lnTo>
                    <a:pt x="81" y="116"/>
                  </a:lnTo>
                  <a:lnTo>
                    <a:pt x="106" y="98"/>
                  </a:lnTo>
                  <a:lnTo>
                    <a:pt x="133" y="82"/>
                  </a:lnTo>
                  <a:lnTo>
                    <a:pt x="162" y="66"/>
                  </a:lnTo>
                  <a:lnTo>
                    <a:pt x="194" y="52"/>
                  </a:lnTo>
                  <a:lnTo>
                    <a:pt x="229" y="41"/>
                  </a:lnTo>
                  <a:lnTo>
                    <a:pt x="264" y="30"/>
                  </a:lnTo>
                  <a:lnTo>
                    <a:pt x="303" y="22"/>
                  </a:lnTo>
                  <a:lnTo>
                    <a:pt x="343" y="16"/>
                  </a:lnTo>
                  <a:lnTo>
                    <a:pt x="384" y="12"/>
                  </a:lnTo>
                  <a:lnTo>
                    <a:pt x="426" y="11"/>
                  </a:lnTo>
                  <a:lnTo>
                    <a:pt x="42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7028" name="Freeform 39"/>
            <p:cNvSpPr>
              <a:spLocks/>
            </p:cNvSpPr>
            <p:nvPr/>
          </p:nvSpPr>
          <p:spPr bwMode="auto">
            <a:xfrm>
              <a:off x="1587" y="1929"/>
              <a:ext cx="85" cy="49"/>
            </a:xfrm>
            <a:custGeom>
              <a:avLst/>
              <a:gdLst>
                <a:gd name="T0" fmla="*/ 0 w 426"/>
                <a:gd name="T1" fmla="*/ 0 h 245"/>
                <a:gd name="T2" fmla="*/ 0 w 426"/>
                <a:gd name="T3" fmla="*/ 0 h 245"/>
                <a:gd name="T4" fmla="*/ 0 w 426"/>
                <a:gd name="T5" fmla="*/ 0 h 245"/>
                <a:gd name="T6" fmla="*/ 0 w 426"/>
                <a:gd name="T7" fmla="*/ 0 h 245"/>
                <a:gd name="T8" fmla="*/ 0 w 426"/>
                <a:gd name="T9" fmla="*/ 1 h 245"/>
                <a:gd name="T10" fmla="*/ 0 w 426"/>
                <a:gd name="T11" fmla="*/ 1 h 245"/>
                <a:gd name="T12" fmla="*/ 0 w 426"/>
                <a:gd name="T13" fmla="*/ 1 h 245"/>
                <a:gd name="T14" fmla="*/ 1 w 426"/>
                <a:gd name="T15" fmla="*/ 1 h 245"/>
                <a:gd name="T16" fmla="*/ 1 w 426"/>
                <a:gd name="T17" fmla="*/ 1 h 245"/>
                <a:gd name="T18" fmla="*/ 1 w 426"/>
                <a:gd name="T19" fmla="*/ 1 h 245"/>
                <a:gd name="T20" fmla="*/ 1 w 426"/>
                <a:gd name="T21" fmla="*/ 2 h 245"/>
                <a:gd name="T22" fmla="*/ 2 w 426"/>
                <a:gd name="T23" fmla="*/ 2 h 245"/>
                <a:gd name="T24" fmla="*/ 2 w 426"/>
                <a:gd name="T25" fmla="*/ 2 h 245"/>
                <a:gd name="T26" fmla="*/ 2 w 426"/>
                <a:gd name="T27" fmla="*/ 2 h 245"/>
                <a:gd name="T28" fmla="*/ 2 w 426"/>
                <a:gd name="T29" fmla="*/ 2 h 245"/>
                <a:gd name="T30" fmla="*/ 3 w 426"/>
                <a:gd name="T31" fmla="*/ 2 h 245"/>
                <a:gd name="T32" fmla="*/ 3 w 426"/>
                <a:gd name="T33" fmla="*/ 2 h 245"/>
                <a:gd name="T34" fmla="*/ 3 w 426"/>
                <a:gd name="T35" fmla="*/ 2 h 245"/>
                <a:gd name="T36" fmla="*/ 3 w 426"/>
                <a:gd name="T37" fmla="*/ 2 h 245"/>
                <a:gd name="T38" fmla="*/ 3 w 426"/>
                <a:gd name="T39" fmla="*/ 2 h 245"/>
                <a:gd name="T40" fmla="*/ 3 w 426"/>
                <a:gd name="T41" fmla="*/ 2 h 245"/>
                <a:gd name="T42" fmla="*/ 2 w 426"/>
                <a:gd name="T43" fmla="*/ 2 h 245"/>
                <a:gd name="T44" fmla="*/ 2 w 426"/>
                <a:gd name="T45" fmla="*/ 2 h 245"/>
                <a:gd name="T46" fmla="*/ 2 w 426"/>
                <a:gd name="T47" fmla="*/ 2 h 245"/>
                <a:gd name="T48" fmla="*/ 2 w 426"/>
                <a:gd name="T49" fmla="*/ 2 h 245"/>
                <a:gd name="T50" fmla="*/ 1 w 426"/>
                <a:gd name="T51" fmla="*/ 1 h 245"/>
                <a:gd name="T52" fmla="*/ 1 w 426"/>
                <a:gd name="T53" fmla="*/ 1 h 245"/>
                <a:gd name="T54" fmla="*/ 1 w 426"/>
                <a:gd name="T55" fmla="*/ 1 h 245"/>
                <a:gd name="T56" fmla="*/ 1 w 426"/>
                <a:gd name="T57" fmla="*/ 1 h 245"/>
                <a:gd name="T58" fmla="*/ 0 w 426"/>
                <a:gd name="T59" fmla="*/ 1 h 245"/>
                <a:gd name="T60" fmla="*/ 0 w 426"/>
                <a:gd name="T61" fmla="*/ 1 h 245"/>
                <a:gd name="T62" fmla="*/ 0 w 426"/>
                <a:gd name="T63" fmla="*/ 1 h 245"/>
                <a:gd name="T64" fmla="*/ 0 w 426"/>
                <a:gd name="T65" fmla="*/ 0 h 245"/>
                <a:gd name="T66" fmla="*/ 0 w 426"/>
                <a:gd name="T67" fmla="*/ 0 h 245"/>
                <a:gd name="T68" fmla="*/ 0 w 426"/>
                <a:gd name="T69" fmla="*/ 0 h 245"/>
                <a:gd name="T70" fmla="*/ 0 w 426"/>
                <a:gd name="T71" fmla="*/ 0 h 245"/>
                <a:gd name="T72" fmla="*/ 0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0" y="0"/>
                  </a:moveTo>
                  <a:lnTo>
                    <a:pt x="0" y="0"/>
                  </a:lnTo>
                  <a:lnTo>
                    <a:pt x="3" y="25"/>
                  </a:lnTo>
                  <a:lnTo>
                    <a:pt x="9" y="50"/>
                  </a:lnTo>
                  <a:lnTo>
                    <a:pt x="19" y="73"/>
                  </a:lnTo>
                  <a:lnTo>
                    <a:pt x="34" y="96"/>
                  </a:lnTo>
                  <a:lnTo>
                    <a:pt x="52" y="118"/>
                  </a:lnTo>
                  <a:lnTo>
                    <a:pt x="74" y="138"/>
                  </a:lnTo>
                  <a:lnTo>
                    <a:pt x="99" y="156"/>
                  </a:lnTo>
                  <a:lnTo>
                    <a:pt x="126" y="174"/>
                  </a:lnTo>
                  <a:lnTo>
                    <a:pt x="157" y="190"/>
                  </a:lnTo>
                  <a:lnTo>
                    <a:pt x="189" y="204"/>
                  </a:lnTo>
                  <a:lnTo>
                    <a:pt x="224" y="215"/>
                  </a:lnTo>
                  <a:lnTo>
                    <a:pt x="262" y="226"/>
                  </a:lnTo>
                  <a:lnTo>
                    <a:pt x="300" y="234"/>
                  </a:lnTo>
                  <a:lnTo>
                    <a:pt x="340" y="240"/>
                  </a:lnTo>
                  <a:lnTo>
                    <a:pt x="384" y="244"/>
                  </a:lnTo>
                  <a:lnTo>
                    <a:pt x="426" y="245"/>
                  </a:lnTo>
                  <a:lnTo>
                    <a:pt x="426" y="233"/>
                  </a:lnTo>
                  <a:lnTo>
                    <a:pt x="384" y="232"/>
                  </a:lnTo>
                  <a:lnTo>
                    <a:pt x="343" y="228"/>
                  </a:lnTo>
                  <a:lnTo>
                    <a:pt x="303" y="222"/>
                  </a:lnTo>
                  <a:lnTo>
                    <a:pt x="264" y="214"/>
                  </a:lnTo>
                  <a:lnTo>
                    <a:pt x="229" y="204"/>
                  </a:lnTo>
                  <a:lnTo>
                    <a:pt x="194" y="192"/>
                  </a:lnTo>
                  <a:lnTo>
                    <a:pt x="162" y="178"/>
                  </a:lnTo>
                  <a:lnTo>
                    <a:pt x="133" y="163"/>
                  </a:lnTo>
                  <a:lnTo>
                    <a:pt x="106" y="146"/>
                  </a:lnTo>
                  <a:lnTo>
                    <a:pt x="81" y="129"/>
                  </a:lnTo>
                  <a:lnTo>
                    <a:pt x="61" y="109"/>
                  </a:lnTo>
                  <a:lnTo>
                    <a:pt x="44" y="89"/>
                  </a:lnTo>
                  <a:lnTo>
                    <a:pt x="31" y="66"/>
                  </a:lnTo>
                  <a:lnTo>
                    <a:pt x="20" y="45"/>
                  </a:lnTo>
                  <a:lnTo>
                    <a:pt x="15" y="2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7029" name="Freeform 40"/>
            <p:cNvSpPr>
              <a:spLocks/>
            </p:cNvSpPr>
            <p:nvPr/>
          </p:nvSpPr>
          <p:spPr bwMode="auto">
            <a:xfrm>
              <a:off x="878" y="1448"/>
              <a:ext cx="792" cy="954"/>
            </a:xfrm>
            <a:custGeom>
              <a:avLst/>
              <a:gdLst>
                <a:gd name="T0" fmla="*/ 13 w 3960"/>
                <a:gd name="T1" fmla="*/ 38 h 4768"/>
                <a:gd name="T2" fmla="*/ 14 w 3960"/>
                <a:gd name="T3" fmla="*/ 38 h 4768"/>
                <a:gd name="T4" fmla="*/ 15 w 3960"/>
                <a:gd name="T5" fmla="*/ 38 h 4768"/>
                <a:gd name="T6" fmla="*/ 15 w 3960"/>
                <a:gd name="T7" fmla="*/ 38 h 4768"/>
                <a:gd name="T8" fmla="*/ 16 w 3960"/>
                <a:gd name="T9" fmla="*/ 38 h 4768"/>
                <a:gd name="T10" fmla="*/ 17 w 3960"/>
                <a:gd name="T11" fmla="*/ 38 h 4768"/>
                <a:gd name="T12" fmla="*/ 17 w 3960"/>
                <a:gd name="T13" fmla="*/ 38 h 4768"/>
                <a:gd name="T14" fmla="*/ 18 w 3960"/>
                <a:gd name="T15" fmla="*/ 38 h 4768"/>
                <a:gd name="T16" fmla="*/ 18 w 3960"/>
                <a:gd name="T17" fmla="*/ 38 h 4768"/>
                <a:gd name="T18" fmla="*/ 29 w 3960"/>
                <a:gd name="T19" fmla="*/ 30 h 4768"/>
                <a:gd name="T20" fmla="*/ 30 w 3960"/>
                <a:gd name="T21" fmla="*/ 30 h 4768"/>
                <a:gd name="T22" fmla="*/ 30 w 3960"/>
                <a:gd name="T23" fmla="*/ 29 h 4768"/>
                <a:gd name="T24" fmla="*/ 31 w 3960"/>
                <a:gd name="T25" fmla="*/ 28 h 4768"/>
                <a:gd name="T26" fmla="*/ 31 w 3960"/>
                <a:gd name="T27" fmla="*/ 28 h 4768"/>
                <a:gd name="T28" fmla="*/ 31 w 3960"/>
                <a:gd name="T29" fmla="*/ 27 h 4768"/>
                <a:gd name="T30" fmla="*/ 32 w 3960"/>
                <a:gd name="T31" fmla="*/ 26 h 4768"/>
                <a:gd name="T32" fmla="*/ 32 w 3960"/>
                <a:gd name="T33" fmla="*/ 25 h 4768"/>
                <a:gd name="T34" fmla="*/ 32 w 3960"/>
                <a:gd name="T35" fmla="*/ 11 h 4768"/>
                <a:gd name="T36" fmla="*/ 32 w 3960"/>
                <a:gd name="T37" fmla="*/ 10 h 4768"/>
                <a:gd name="T38" fmla="*/ 31 w 3960"/>
                <a:gd name="T39" fmla="*/ 9 h 4768"/>
                <a:gd name="T40" fmla="*/ 31 w 3960"/>
                <a:gd name="T41" fmla="*/ 9 h 4768"/>
                <a:gd name="T42" fmla="*/ 31 w 3960"/>
                <a:gd name="T43" fmla="*/ 8 h 4768"/>
                <a:gd name="T44" fmla="*/ 31 w 3960"/>
                <a:gd name="T45" fmla="*/ 8 h 4768"/>
                <a:gd name="T46" fmla="*/ 30 w 3960"/>
                <a:gd name="T47" fmla="*/ 7 h 4768"/>
                <a:gd name="T48" fmla="*/ 30 w 3960"/>
                <a:gd name="T49" fmla="*/ 7 h 4768"/>
                <a:gd name="T50" fmla="*/ 29 w 3960"/>
                <a:gd name="T51" fmla="*/ 6 h 4768"/>
                <a:gd name="T52" fmla="*/ 19 w 3960"/>
                <a:gd name="T53" fmla="*/ 1 h 4768"/>
                <a:gd name="T54" fmla="*/ 18 w 3960"/>
                <a:gd name="T55" fmla="*/ 0 h 4768"/>
                <a:gd name="T56" fmla="*/ 17 w 3960"/>
                <a:gd name="T57" fmla="*/ 0 h 4768"/>
                <a:gd name="T58" fmla="*/ 17 w 3960"/>
                <a:gd name="T59" fmla="*/ 0 h 4768"/>
                <a:gd name="T60" fmla="*/ 16 w 3960"/>
                <a:gd name="T61" fmla="*/ 0 h 4768"/>
                <a:gd name="T62" fmla="*/ 15 w 3960"/>
                <a:gd name="T63" fmla="*/ 0 h 4768"/>
                <a:gd name="T64" fmla="*/ 14 w 3960"/>
                <a:gd name="T65" fmla="*/ 0 h 4768"/>
                <a:gd name="T66" fmla="*/ 14 w 3960"/>
                <a:gd name="T67" fmla="*/ 0 h 4768"/>
                <a:gd name="T68" fmla="*/ 2 w 3960"/>
                <a:gd name="T69" fmla="*/ 6 h 4768"/>
                <a:gd name="T70" fmla="*/ 2 w 3960"/>
                <a:gd name="T71" fmla="*/ 7 h 4768"/>
                <a:gd name="T72" fmla="*/ 1 w 3960"/>
                <a:gd name="T73" fmla="*/ 7 h 4768"/>
                <a:gd name="T74" fmla="*/ 1 w 3960"/>
                <a:gd name="T75" fmla="*/ 8 h 4768"/>
                <a:gd name="T76" fmla="*/ 1 w 3960"/>
                <a:gd name="T77" fmla="*/ 8 h 4768"/>
                <a:gd name="T78" fmla="*/ 0 w 3960"/>
                <a:gd name="T79" fmla="*/ 9 h 4768"/>
                <a:gd name="T80" fmla="*/ 0 w 3960"/>
                <a:gd name="T81" fmla="*/ 9 h 4768"/>
                <a:gd name="T82" fmla="*/ 0 w 3960"/>
                <a:gd name="T83" fmla="*/ 10 h 4768"/>
                <a:gd name="T84" fmla="*/ 0 w 3960"/>
                <a:gd name="T85" fmla="*/ 11 h 4768"/>
                <a:gd name="T86" fmla="*/ 0 w 3960"/>
                <a:gd name="T87" fmla="*/ 25 h 4768"/>
                <a:gd name="T88" fmla="*/ 0 w 3960"/>
                <a:gd name="T89" fmla="*/ 26 h 4768"/>
                <a:gd name="T90" fmla="*/ 0 w 3960"/>
                <a:gd name="T91" fmla="*/ 27 h 4768"/>
                <a:gd name="T92" fmla="*/ 1 w 3960"/>
                <a:gd name="T93" fmla="*/ 28 h 4768"/>
                <a:gd name="T94" fmla="*/ 1 w 3960"/>
                <a:gd name="T95" fmla="*/ 29 h 4768"/>
                <a:gd name="T96" fmla="*/ 1 w 3960"/>
                <a:gd name="T97" fmla="*/ 29 h 4768"/>
                <a:gd name="T98" fmla="*/ 2 w 3960"/>
                <a:gd name="T99" fmla="*/ 30 h 4768"/>
                <a:gd name="T100" fmla="*/ 3 w 3960"/>
                <a:gd name="T101" fmla="*/ 31 h 4768"/>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w 3960"/>
                <a:gd name="T154" fmla="*/ 0 h 4768"/>
                <a:gd name="T155" fmla="*/ 3960 w 3960"/>
                <a:gd name="T156" fmla="*/ 4768 h 4768"/>
              </a:gdLst>
              <a:ahLst/>
              <a:cxnLst>
                <a:cxn ang="T102">
                  <a:pos x="T0" y="T1"/>
                </a:cxn>
                <a:cxn ang="T103">
                  <a:pos x="T2" y="T3"/>
                </a:cxn>
                <a:cxn ang="T104">
                  <a:pos x="T4" y="T5"/>
                </a:cxn>
                <a:cxn ang="T105">
                  <a:pos x="T6" y="T7"/>
                </a:cxn>
                <a:cxn ang="T106">
                  <a:pos x="T8" y="T9"/>
                </a:cxn>
                <a:cxn ang="T107">
                  <a:pos x="T10" y="T11"/>
                </a:cxn>
                <a:cxn ang="T108">
                  <a:pos x="T12" y="T13"/>
                </a:cxn>
                <a:cxn ang="T109">
                  <a:pos x="T14" y="T15"/>
                </a:cxn>
                <a:cxn ang="T110">
                  <a:pos x="T16" y="T17"/>
                </a:cxn>
                <a:cxn ang="T111">
                  <a:pos x="T18" y="T19"/>
                </a:cxn>
                <a:cxn ang="T112">
                  <a:pos x="T20" y="T21"/>
                </a:cxn>
                <a:cxn ang="T113">
                  <a:pos x="T22" y="T23"/>
                </a:cxn>
                <a:cxn ang="T114">
                  <a:pos x="T24" y="T25"/>
                </a:cxn>
                <a:cxn ang="T115">
                  <a:pos x="T26" y="T27"/>
                </a:cxn>
                <a:cxn ang="T116">
                  <a:pos x="T28" y="T29"/>
                </a:cxn>
                <a:cxn ang="T117">
                  <a:pos x="T30" y="T31"/>
                </a:cxn>
                <a:cxn ang="T118">
                  <a:pos x="T32" y="T33"/>
                </a:cxn>
                <a:cxn ang="T119">
                  <a:pos x="T34" y="T35"/>
                </a:cxn>
                <a:cxn ang="T120">
                  <a:pos x="T36" y="T37"/>
                </a:cxn>
                <a:cxn ang="T121">
                  <a:pos x="T38" y="T39"/>
                </a:cxn>
                <a:cxn ang="T122">
                  <a:pos x="T40" y="T41"/>
                </a:cxn>
                <a:cxn ang="T123">
                  <a:pos x="T42" y="T43"/>
                </a:cxn>
                <a:cxn ang="T124">
                  <a:pos x="T44" y="T45"/>
                </a:cxn>
                <a:cxn ang="T125">
                  <a:pos x="T46" y="T47"/>
                </a:cxn>
                <a:cxn ang="T126">
                  <a:pos x="T48" y="T49"/>
                </a:cxn>
                <a:cxn ang="T127">
                  <a:pos x="T50" y="T51"/>
                </a:cxn>
                <a:cxn ang="T128">
                  <a:pos x="T52" y="T53"/>
                </a:cxn>
                <a:cxn ang="T129">
                  <a:pos x="T54" y="T55"/>
                </a:cxn>
                <a:cxn ang="T130">
                  <a:pos x="T56" y="T57"/>
                </a:cxn>
                <a:cxn ang="T131">
                  <a:pos x="T58" y="T59"/>
                </a:cxn>
                <a:cxn ang="T132">
                  <a:pos x="T60" y="T61"/>
                </a:cxn>
                <a:cxn ang="T133">
                  <a:pos x="T62" y="T63"/>
                </a:cxn>
                <a:cxn ang="T134">
                  <a:pos x="T64" y="T65"/>
                </a:cxn>
                <a:cxn ang="T135">
                  <a:pos x="T66" y="T67"/>
                </a:cxn>
                <a:cxn ang="T136">
                  <a:pos x="T68" y="T69"/>
                </a:cxn>
                <a:cxn ang="T137">
                  <a:pos x="T70" y="T71"/>
                </a:cxn>
                <a:cxn ang="T138">
                  <a:pos x="T72" y="T73"/>
                </a:cxn>
                <a:cxn ang="T139">
                  <a:pos x="T74" y="T75"/>
                </a:cxn>
                <a:cxn ang="T140">
                  <a:pos x="T76" y="T77"/>
                </a:cxn>
                <a:cxn ang="T141">
                  <a:pos x="T78" y="T79"/>
                </a:cxn>
                <a:cxn ang="T142">
                  <a:pos x="T80" y="T81"/>
                </a:cxn>
                <a:cxn ang="T143">
                  <a:pos x="T82" y="T83"/>
                </a:cxn>
                <a:cxn ang="T144">
                  <a:pos x="T84" y="T85"/>
                </a:cxn>
                <a:cxn ang="T145">
                  <a:pos x="T86" y="T87"/>
                </a:cxn>
                <a:cxn ang="T146">
                  <a:pos x="T88" y="T89"/>
                </a:cxn>
                <a:cxn ang="T147">
                  <a:pos x="T90" y="T91"/>
                </a:cxn>
                <a:cxn ang="T148">
                  <a:pos x="T92" y="T93"/>
                </a:cxn>
                <a:cxn ang="T149">
                  <a:pos x="T94" y="T95"/>
                </a:cxn>
                <a:cxn ang="T150">
                  <a:pos x="T96" y="T97"/>
                </a:cxn>
                <a:cxn ang="T151">
                  <a:pos x="T98" y="T99"/>
                </a:cxn>
                <a:cxn ang="T152">
                  <a:pos x="T100" y="T101"/>
                </a:cxn>
              </a:cxnLst>
              <a:rect l="T153" t="T154" r="T155" b="T156"/>
              <a:pathLst>
                <a:path w="3960" h="4768">
                  <a:moveTo>
                    <a:pt x="353" y="3849"/>
                  </a:moveTo>
                  <a:lnTo>
                    <a:pt x="1661" y="4700"/>
                  </a:lnTo>
                  <a:lnTo>
                    <a:pt x="1697" y="4717"/>
                  </a:lnTo>
                  <a:lnTo>
                    <a:pt x="1736" y="4731"/>
                  </a:lnTo>
                  <a:lnTo>
                    <a:pt x="1776" y="4742"/>
                  </a:lnTo>
                  <a:lnTo>
                    <a:pt x="1818" y="4753"/>
                  </a:lnTo>
                  <a:lnTo>
                    <a:pt x="1860" y="4760"/>
                  </a:lnTo>
                  <a:lnTo>
                    <a:pt x="1902" y="4765"/>
                  </a:lnTo>
                  <a:lnTo>
                    <a:pt x="1946" y="4768"/>
                  </a:lnTo>
                  <a:lnTo>
                    <a:pt x="1988" y="4768"/>
                  </a:lnTo>
                  <a:lnTo>
                    <a:pt x="2031" y="4767"/>
                  </a:lnTo>
                  <a:lnTo>
                    <a:pt x="2073" y="4763"/>
                  </a:lnTo>
                  <a:lnTo>
                    <a:pt x="2114" y="4758"/>
                  </a:lnTo>
                  <a:lnTo>
                    <a:pt x="2154" y="4751"/>
                  </a:lnTo>
                  <a:lnTo>
                    <a:pt x="2193" y="4740"/>
                  </a:lnTo>
                  <a:lnTo>
                    <a:pt x="2230" y="4729"/>
                  </a:lnTo>
                  <a:lnTo>
                    <a:pt x="2264" y="4715"/>
                  </a:lnTo>
                  <a:lnTo>
                    <a:pt x="2297" y="4700"/>
                  </a:lnTo>
                  <a:lnTo>
                    <a:pt x="3639" y="3825"/>
                  </a:lnTo>
                  <a:lnTo>
                    <a:pt x="3673" y="3795"/>
                  </a:lnTo>
                  <a:lnTo>
                    <a:pt x="3707" y="3761"/>
                  </a:lnTo>
                  <a:lnTo>
                    <a:pt x="3738" y="3725"/>
                  </a:lnTo>
                  <a:lnTo>
                    <a:pt x="3768" y="3685"/>
                  </a:lnTo>
                  <a:lnTo>
                    <a:pt x="3796" y="3644"/>
                  </a:lnTo>
                  <a:lnTo>
                    <a:pt x="3821" y="3599"/>
                  </a:lnTo>
                  <a:lnTo>
                    <a:pt x="3846" y="3553"/>
                  </a:lnTo>
                  <a:lnTo>
                    <a:pt x="3868" y="3505"/>
                  </a:lnTo>
                  <a:lnTo>
                    <a:pt x="3888" y="3456"/>
                  </a:lnTo>
                  <a:lnTo>
                    <a:pt x="3907" y="3406"/>
                  </a:lnTo>
                  <a:lnTo>
                    <a:pt x="3922" y="3354"/>
                  </a:lnTo>
                  <a:lnTo>
                    <a:pt x="3935" y="3303"/>
                  </a:lnTo>
                  <a:lnTo>
                    <a:pt x="3946" y="3250"/>
                  </a:lnTo>
                  <a:lnTo>
                    <a:pt x="3953" y="3197"/>
                  </a:lnTo>
                  <a:lnTo>
                    <a:pt x="3957" y="3144"/>
                  </a:lnTo>
                  <a:lnTo>
                    <a:pt x="3960" y="3092"/>
                  </a:lnTo>
                  <a:lnTo>
                    <a:pt x="3959" y="1313"/>
                  </a:lnTo>
                  <a:lnTo>
                    <a:pt x="3955" y="1271"/>
                  </a:lnTo>
                  <a:lnTo>
                    <a:pt x="3949" y="1229"/>
                  </a:lnTo>
                  <a:lnTo>
                    <a:pt x="3941" y="1189"/>
                  </a:lnTo>
                  <a:lnTo>
                    <a:pt x="3930" y="1149"/>
                  </a:lnTo>
                  <a:lnTo>
                    <a:pt x="3918" y="1111"/>
                  </a:lnTo>
                  <a:lnTo>
                    <a:pt x="3902" y="1075"/>
                  </a:lnTo>
                  <a:lnTo>
                    <a:pt x="3886" y="1040"/>
                  </a:lnTo>
                  <a:lnTo>
                    <a:pt x="3867" y="1006"/>
                  </a:lnTo>
                  <a:lnTo>
                    <a:pt x="3846" y="973"/>
                  </a:lnTo>
                  <a:lnTo>
                    <a:pt x="3823" y="942"/>
                  </a:lnTo>
                  <a:lnTo>
                    <a:pt x="3798" y="913"/>
                  </a:lnTo>
                  <a:lnTo>
                    <a:pt x="3771" y="886"/>
                  </a:lnTo>
                  <a:lnTo>
                    <a:pt x="3743" y="860"/>
                  </a:lnTo>
                  <a:lnTo>
                    <a:pt x="3714" y="837"/>
                  </a:lnTo>
                  <a:lnTo>
                    <a:pt x="3682" y="816"/>
                  </a:lnTo>
                  <a:lnTo>
                    <a:pt x="3649" y="796"/>
                  </a:lnTo>
                  <a:lnTo>
                    <a:pt x="2386" y="83"/>
                  </a:lnTo>
                  <a:lnTo>
                    <a:pt x="2350" y="65"/>
                  </a:lnTo>
                  <a:lnTo>
                    <a:pt x="2310" y="50"/>
                  </a:lnTo>
                  <a:lnTo>
                    <a:pt x="2268" y="36"/>
                  </a:lnTo>
                  <a:lnTo>
                    <a:pt x="2223" y="24"/>
                  </a:lnTo>
                  <a:lnTo>
                    <a:pt x="2178" y="15"/>
                  </a:lnTo>
                  <a:lnTo>
                    <a:pt x="2131" y="8"/>
                  </a:lnTo>
                  <a:lnTo>
                    <a:pt x="2082" y="3"/>
                  </a:lnTo>
                  <a:lnTo>
                    <a:pt x="2032" y="0"/>
                  </a:lnTo>
                  <a:lnTo>
                    <a:pt x="1982" y="1"/>
                  </a:lnTo>
                  <a:lnTo>
                    <a:pt x="1933" y="3"/>
                  </a:lnTo>
                  <a:lnTo>
                    <a:pt x="1882" y="9"/>
                  </a:lnTo>
                  <a:lnTo>
                    <a:pt x="1833" y="17"/>
                  </a:lnTo>
                  <a:lnTo>
                    <a:pt x="1785" y="29"/>
                  </a:lnTo>
                  <a:lnTo>
                    <a:pt x="1737" y="43"/>
                  </a:lnTo>
                  <a:lnTo>
                    <a:pt x="1691" y="62"/>
                  </a:lnTo>
                  <a:lnTo>
                    <a:pt x="1647" y="83"/>
                  </a:lnTo>
                  <a:lnTo>
                    <a:pt x="311" y="782"/>
                  </a:lnTo>
                  <a:lnTo>
                    <a:pt x="276" y="803"/>
                  </a:lnTo>
                  <a:lnTo>
                    <a:pt x="243" y="826"/>
                  </a:lnTo>
                  <a:lnTo>
                    <a:pt x="213" y="852"/>
                  </a:lnTo>
                  <a:lnTo>
                    <a:pt x="184" y="879"/>
                  </a:lnTo>
                  <a:lnTo>
                    <a:pt x="155" y="908"/>
                  </a:lnTo>
                  <a:lnTo>
                    <a:pt x="131" y="939"/>
                  </a:lnTo>
                  <a:lnTo>
                    <a:pt x="107" y="971"/>
                  </a:lnTo>
                  <a:lnTo>
                    <a:pt x="86" y="1005"/>
                  </a:lnTo>
                  <a:lnTo>
                    <a:pt x="68" y="1040"/>
                  </a:lnTo>
                  <a:lnTo>
                    <a:pt x="50" y="1076"/>
                  </a:lnTo>
                  <a:lnTo>
                    <a:pt x="36" y="1115"/>
                  </a:lnTo>
                  <a:lnTo>
                    <a:pt x="23" y="1153"/>
                  </a:lnTo>
                  <a:lnTo>
                    <a:pt x="14" y="1195"/>
                  </a:lnTo>
                  <a:lnTo>
                    <a:pt x="7" y="1236"/>
                  </a:lnTo>
                  <a:lnTo>
                    <a:pt x="2" y="1279"/>
                  </a:lnTo>
                  <a:lnTo>
                    <a:pt x="0" y="1322"/>
                  </a:lnTo>
                  <a:lnTo>
                    <a:pt x="0" y="3093"/>
                  </a:lnTo>
                  <a:lnTo>
                    <a:pt x="2" y="3147"/>
                  </a:lnTo>
                  <a:lnTo>
                    <a:pt x="7" y="3202"/>
                  </a:lnTo>
                  <a:lnTo>
                    <a:pt x="15" y="3257"/>
                  </a:lnTo>
                  <a:lnTo>
                    <a:pt x="27" y="3312"/>
                  </a:lnTo>
                  <a:lnTo>
                    <a:pt x="42" y="3366"/>
                  </a:lnTo>
                  <a:lnTo>
                    <a:pt x="59" y="3420"/>
                  </a:lnTo>
                  <a:lnTo>
                    <a:pt x="79" y="3474"/>
                  </a:lnTo>
                  <a:lnTo>
                    <a:pt x="102" y="3525"/>
                  </a:lnTo>
                  <a:lnTo>
                    <a:pt x="127" y="3576"/>
                  </a:lnTo>
                  <a:lnTo>
                    <a:pt x="154" y="3624"/>
                  </a:lnTo>
                  <a:lnTo>
                    <a:pt x="184" y="3670"/>
                  </a:lnTo>
                  <a:lnTo>
                    <a:pt x="214" y="3712"/>
                  </a:lnTo>
                  <a:lnTo>
                    <a:pt x="247" y="3752"/>
                  </a:lnTo>
                  <a:lnTo>
                    <a:pt x="281" y="3788"/>
                  </a:lnTo>
                  <a:lnTo>
                    <a:pt x="317" y="3821"/>
                  </a:lnTo>
                  <a:lnTo>
                    <a:pt x="353" y="384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7030" name="Freeform 41"/>
            <p:cNvSpPr>
              <a:spLocks/>
            </p:cNvSpPr>
            <p:nvPr/>
          </p:nvSpPr>
          <p:spPr bwMode="auto">
            <a:xfrm>
              <a:off x="943" y="2210"/>
              <a:ext cx="276" cy="187"/>
            </a:xfrm>
            <a:custGeom>
              <a:avLst/>
              <a:gdLst>
                <a:gd name="T0" fmla="*/ 11 w 1380"/>
                <a:gd name="T1" fmla="*/ 7 h 937"/>
                <a:gd name="T2" fmla="*/ 11 w 1380"/>
                <a:gd name="T3" fmla="*/ 7 h 937"/>
                <a:gd name="T4" fmla="*/ 0 w 1380"/>
                <a:gd name="T5" fmla="*/ 0 h 937"/>
                <a:gd name="T6" fmla="*/ 0 w 1380"/>
                <a:gd name="T7" fmla="*/ 1 h 937"/>
                <a:gd name="T8" fmla="*/ 10 w 1380"/>
                <a:gd name="T9" fmla="*/ 7 h 937"/>
                <a:gd name="T10" fmla="*/ 10 w 1380"/>
                <a:gd name="T11" fmla="*/ 7 h 937"/>
                <a:gd name="T12" fmla="*/ 10 w 1380"/>
                <a:gd name="T13" fmla="*/ 7 h 937"/>
                <a:gd name="T14" fmla="*/ 11 w 1380"/>
                <a:gd name="T15" fmla="*/ 7 h 937"/>
                <a:gd name="T16" fmla="*/ 11 w 1380"/>
                <a:gd name="T17" fmla="*/ 7 h 937"/>
                <a:gd name="T18" fmla="*/ 11 w 1380"/>
                <a:gd name="T19" fmla="*/ 7 h 937"/>
                <a:gd name="T20" fmla="*/ 11 w 1380"/>
                <a:gd name="T21" fmla="*/ 7 h 937"/>
                <a:gd name="T22" fmla="*/ 11 w 1380"/>
                <a:gd name="T23" fmla="*/ 7 h 937"/>
                <a:gd name="T24" fmla="*/ 11 w 1380"/>
                <a:gd name="T25" fmla="*/ 7 h 937"/>
                <a:gd name="T26" fmla="*/ 11 w 1380"/>
                <a:gd name="T27" fmla="*/ 7 h 937"/>
                <a:gd name="T28" fmla="*/ 11 w 1380"/>
                <a:gd name="T29" fmla="*/ 7 h 937"/>
                <a:gd name="T30" fmla="*/ 11 w 1380"/>
                <a:gd name="T31" fmla="*/ 7 h 93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80"/>
                <a:gd name="T49" fmla="*/ 0 h 937"/>
                <a:gd name="T50" fmla="*/ 1380 w 1380"/>
                <a:gd name="T51" fmla="*/ 937 h 93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80" h="937">
                  <a:moveTo>
                    <a:pt x="1354" y="848"/>
                  </a:moveTo>
                  <a:lnTo>
                    <a:pt x="1359" y="851"/>
                  </a:lnTo>
                  <a:lnTo>
                    <a:pt x="51" y="0"/>
                  </a:lnTo>
                  <a:lnTo>
                    <a:pt x="0" y="78"/>
                  </a:lnTo>
                  <a:lnTo>
                    <a:pt x="1307" y="929"/>
                  </a:lnTo>
                  <a:lnTo>
                    <a:pt x="1312" y="932"/>
                  </a:lnTo>
                  <a:lnTo>
                    <a:pt x="1307" y="929"/>
                  </a:lnTo>
                  <a:lnTo>
                    <a:pt x="1326" y="937"/>
                  </a:lnTo>
                  <a:lnTo>
                    <a:pt x="1345" y="936"/>
                  </a:lnTo>
                  <a:lnTo>
                    <a:pt x="1360" y="929"/>
                  </a:lnTo>
                  <a:lnTo>
                    <a:pt x="1372" y="916"/>
                  </a:lnTo>
                  <a:lnTo>
                    <a:pt x="1379" y="899"/>
                  </a:lnTo>
                  <a:lnTo>
                    <a:pt x="1380" y="883"/>
                  </a:lnTo>
                  <a:lnTo>
                    <a:pt x="1374" y="865"/>
                  </a:lnTo>
                  <a:lnTo>
                    <a:pt x="1359" y="851"/>
                  </a:lnTo>
                  <a:lnTo>
                    <a:pt x="1354" y="84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7031" name="Freeform 42"/>
            <p:cNvSpPr>
              <a:spLocks/>
            </p:cNvSpPr>
            <p:nvPr/>
          </p:nvSpPr>
          <p:spPr bwMode="auto">
            <a:xfrm>
              <a:off x="1206" y="2379"/>
              <a:ext cx="140" cy="32"/>
            </a:xfrm>
            <a:custGeom>
              <a:avLst/>
              <a:gdLst>
                <a:gd name="T0" fmla="*/ 5 w 703"/>
                <a:gd name="T1" fmla="*/ 0 h 162"/>
                <a:gd name="T2" fmla="*/ 5 w 703"/>
                <a:gd name="T3" fmla="*/ 0 h 162"/>
                <a:gd name="T4" fmla="*/ 5 w 703"/>
                <a:gd name="T5" fmla="*/ 0 h 162"/>
                <a:gd name="T6" fmla="*/ 5 w 703"/>
                <a:gd name="T7" fmla="*/ 0 h 162"/>
                <a:gd name="T8" fmla="*/ 4 w 703"/>
                <a:gd name="T9" fmla="*/ 0 h 162"/>
                <a:gd name="T10" fmla="*/ 4 w 703"/>
                <a:gd name="T11" fmla="*/ 0 h 162"/>
                <a:gd name="T12" fmla="*/ 4 w 703"/>
                <a:gd name="T13" fmla="*/ 0 h 162"/>
                <a:gd name="T14" fmla="*/ 3 w 703"/>
                <a:gd name="T15" fmla="*/ 1 h 162"/>
                <a:gd name="T16" fmla="*/ 3 w 703"/>
                <a:gd name="T17" fmla="*/ 1 h 162"/>
                <a:gd name="T18" fmla="*/ 3 w 703"/>
                <a:gd name="T19" fmla="*/ 1 h 162"/>
                <a:gd name="T20" fmla="*/ 2 w 703"/>
                <a:gd name="T21" fmla="*/ 1 h 162"/>
                <a:gd name="T22" fmla="*/ 2 w 703"/>
                <a:gd name="T23" fmla="*/ 1 h 162"/>
                <a:gd name="T24" fmla="*/ 2 w 703"/>
                <a:gd name="T25" fmla="*/ 0 h 162"/>
                <a:gd name="T26" fmla="*/ 1 w 703"/>
                <a:gd name="T27" fmla="*/ 0 h 162"/>
                <a:gd name="T28" fmla="*/ 1 w 703"/>
                <a:gd name="T29" fmla="*/ 0 h 162"/>
                <a:gd name="T30" fmla="*/ 1 w 703"/>
                <a:gd name="T31" fmla="*/ 0 h 162"/>
                <a:gd name="T32" fmla="*/ 1 w 703"/>
                <a:gd name="T33" fmla="*/ 0 h 162"/>
                <a:gd name="T34" fmla="*/ 0 w 703"/>
                <a:gd name="T35" fmla="*/ 0 h 162"/>
                <a:gd name="T36" fmla="*/ 0 w 703"/>
                <a:gd name="T37" fmla="*/ 1 h 162"/>
                <a:gd name="T38" fmla="*/ 0 w 703"/>
                <a:gd name="T39" fmla="*/ 1 h 162"/>
                <a:gd name="T40" fmla="*/ 1 w 703"/>
                <a:gd name="T41" fmla="*/ 1 h 162"/>
                <a:gd name="T42" fmla="*/ 1 w 703"/>
                <a:gd name="T43" fmla="*/ 1 h 162"/>
                <a:gd name="T44" fmla="*/ 1 w 703"/>
                <a:gd name="T45" fmla="*/ 1 h 162"/>
                <a:gd name="T46" fmla="*/ 2 w 703"/>
                <a:gd name="T47" fmla="*/ 1 h 162"/>
                <a:gd name="T48" fmla="*/ 2 w 703"/>
                <a:gd name="T49" fmla="*/ 1 h 162"/>
                <a:gd name="T50" fmla="*/ 2 w 703"/>
                <a:gd name="T51" fmla="*/ 1 h 162"/>
                <a:gd name="T52" fmla="*/ 3 w 703"/>
                <a:gd name="T53" fmla="*/ 1 h 162"/>
                <a:gd name="T54" fmla="*/ 3 w 703"/>
                <a:gd name="T55" fmla="*/ 1 h 162"/>
                <a:gd name="T56" fmla="*/ 3 w 703"/>
                <a:gd name="T57" fmla="*/ 1 h 162"/>
                <a:gd name="T58" fmla="*/ 4 w 703"/>
                <a:gd name="T59" fmla="*/ 1 h 162"/>
                <a:gd name="T60" fmla="*/ 4 w 703"/>
                <a:gd name="T61" fmla="*/ 1 h 162"/>
                <a:gd name="T62" fmla="*/ 5 w 703"/>
                <a:gd name="T63" fmla="*/ 1 h 162"/>
                <a:gd name="T64" fmla="*/ 5 w 703"/>
                <a:gd name="T65" fmla="*/ 1 h 162"/>
                <a:gd name="T66" fmla="*/ 5 w 703"/>
                <a:gd name="T67" fmla="*/ 1 h 162"/>
                <a:gd name="T68" fmla="*/ 5 w 703"/>
                <a:gd name="T69" fmla="*/ 1 h 162"/>
                <a:gd name="T70" fmla="*/ 5 w 703"/>
                <a:gd name="T71" fmla="*/ 1 h 162"/>
                <a:gd name="T72" fmla="*/ 5 w 703"/>
                <a:gd name="T73" fmla="*/ 1 h 162"/>
                <a:gd name="T74" fmla="*/ 5 w 703"/>
                <a:gd name="T75" fmla="*/ 1 h 162"/>
                <a:gd name="T76" fmla="*/ 6 w 703"/>
                <a:gd name="T77" fmla="*/ 0 h 162"/>
                <a:gd name="T78" fmla="*/ 6 w 703"/>
                <a:gd name="T79" fmla="*/ 0 h 162"/>
                <a:gd name="T80" fmla="*/ 6 w 703"/>
                <a:gd name="T81" fmla="*/ 0 h 162"/>
                <a:gd name="T82" fmla="*/ 5 w 703"/>
                <a:gd name="T83" fmla="*/ 0 h 162"/>
                <a:gd name="T84" fmla="*/ 5 w 703"/>
                <a:gd name="T85" fmla="*/ 0 h 162"/>
                <a:gd name="T86" fmla="*/ 5 w 703"/>
                <a:gd name="T87" fmla="*/ 0 h 162"/>
                <a:gd name="T88" fmla="*/ 5 w 703"/>
                <a:gd name="T89" fmla="*/ 0 h 162"/>
                <a:gd name="T90" fmla="*/ 5 w 703"/>
                <a:gd name="T91" fmla="*/ 0 h 162"/>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703"/>
                <a:gd name="T139" fmla="*/ 0 h 162"/>
                <a:gd name="T140" fmla="*/ 703 w 703"/>
                <a:gd name="T141" fmla="*/ 162 h 162"/>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703" h="162">
                  <a:moveTo>
                    <a:pt x="631" y="8"/>
                  </a:moveTo>
                  <a:lnTo>
                    <a:pt x="636" y="6"/>
                  </a:lnTo>
                  <a:lnTo>
                    <a:pt x="606" y="20"/>
                  </a:lnTo>
                  <a:lnTo>
                    <a:pt x="575" y="32"/>
                  </a:lnTo>
                  <a:lnTo>
                    <a:pt x="540" y="42"/>
                  </a:lnTo>
                  <a:lnTo>
                    <a:pt x="504" y="52"/>
                  </a:lnTo>
                  <a:lnTo>
                    <a:pt x="467" y="59"/>
                  </a:lnTo>
                  <a:lnTo>
                    <a:pt x="428" y="64"/>
                  </a:lnTo>
                  <a:lnTo>
                    <a:pt x="389" y="67"/>
                  </a:lnTo>
                  <a:lnTo>
                    <a:pt x="348" y="68"/>
                  </a:lnTo>
                  <a:lnTo>
                    <a:pt x="308" y="68"/>
                  </a:lnTo>
                  <a:lnTo>
                    <a:pt x="267" y="65"/>
                  </a:lnTo>
                  <a:lnTo>
                    <a:pt x="226" y="61"/>
                  </a:lnTo>
                  <a:lnTo>
                    <a:pt x="187" y="54"/>
                  </a:lnTo>
                  <a:lnTo>
                    <a:pt x="148" y="44"/>
                  </a:lnTo>
                  <a:lnTo>
                    <a:pt x="110" y="33"/>
                  </a:lnTo>
                  <a:lnTo>
                    <a:pt x="75" y="20"/>
                  </a:lnTo>
                  <a:lnTo>
                    <a:pt x="42" y="5"/>
                  </a:lnTo>
                  <a:lnTo>
                    <a:pt x="0" y="89"/>
                  </a:lnTo>
                  <a:lnTo>
                    <a:pt x="40" y="107"/>
                  </a:lnTo>
                  <a:lnTo>
                    <a:pt x="82" y="122"/>
                  </a:lnTo>
                  <a:lnTo>
                    <a:pt x="124" y="135"/>
                  </a:lnTo>
                  <a:lnTo>
                    <a:pt x="169" y="146"/>
                  </a:lnTo>
                  <a:lnTo>
                    <a:pt x="214" y="153"/>
                  </a:lnTo>
                  <a:lnTo>
                    <a:pt x="258" y="158"/>
                  </a:lnTo>
                  <a:lnTo>
                    <a:pt x="303" y="162"/>
                  </a:lnTo>
                  <a:lnTo>
                    <a:pt x="348" y="162"/>
                  </a:lnTo>
                  <a:lnTo>
                    <a:pt x="394" y="161"/>
                  </a:lnTo>
                  <a:lnTo>
                    <a:pt x="439" y="157"/>
                  </a:lnTo>
                  <a:lnTo>
                    <a:pt x="481" y="150"/>
                  </a:lnTo>
                  <a:lnTo>
                    <a:pt x="525" y="143"/>
                  </a:lnTo>
                  <a:lnTo>
                    <a:pt x="566" y="132"/>
                  </a:lnTo>
                  <a:lnTo>
                    <a:pt x="606" y="121"/>
                  </a:lnTo>
                  <a:lnTo>
                    <a:pt x="643" y="105"/>
                  </a:lnTo>
                  <a:lnTo>
                    <a:pt x="678" y="88"/>
                  </a:lnTo>
                  <a:lnTo>
                    <a:pt x="683" y="86"/>
                  </a:lnTo>
                  <a:lnTo>
                    <a:pt x="678" y="88"/>
                  </a:lnTo>
                  <a:lnTo>
                    <a:pt x="695" y="75"/>
                  </a:lnTo>
                  <a:lnTo>
                    <a:pt x="702" y="60"/>
                  </a:lnTo>
                  <a:lnTo>
                    <a:pt x="703" y="42"/>
                  </a:lnTo>
                  <a:lnTo>
                    <a:pt x="698" y="26"/>
                  </a:lnTo>
                  <a:lnTo>
                    <a:pt x="688" y="12"/>
                  </a:lnTo>
                  <a:lnTo>
                    <a:pt x="674" y="3"/>
                  </a:lnTo>
                  <a:lnTo>
                    <a:pt x="656" y="0"/>
                  </a:lnTo>
                  <a:lnTo>
                    <a:pt x="636" y="6"/>
                  </a:lnTo>
                  <a:lnTo>
                    <a:pt x="631"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7032" name="Freeform 43"/>
            <p:cNvSpPr>
              <a:spLocks/>
            </p:cNvSpPr>
            <p:nvPr/>
          </p:nvSpPr>
          <p:spPr bwMode="auto">
            <a:xfrm>
              <a:off x="1332" y="2204"/>
              <a:ext cx="283" cy="192"/>
            </a:xfrm>
            <a:custGeom>
              <a:avLst/>
              <a:gdLst>
                <a:gd name="T0" fmla="*/ 11 w 1415"/>
                <a:gd name="T1" fmla="*/ 0 h 960"/>
                <a:gd name="T2" fmla="*/ 11 w 1415"/>
                <a:gd name="T3" fmla="*/ 0 h 960"/>
                <a:gd name="T4" fmla="*/ 0 w 1415"/>
                <a:gd name="T5" fmla="*/ 7 h 960"/>
                <a:gd name="T6" fmla="*/ 0 w 1415"/>
                <a:gd name="T7" fmla="*/ 8 h 960"/>
                <a:gd name="T8" fmla="*/ 11 w 1415"/>
                <a:gd name="T9" fmla="*/ 1 h 960"/>
                <a:gd name="T10" fmla="*/ 11 w 1415"/>
                <a:gd name="T11" fmla="*/ 1 h 960"/>
                <a:gd name="T12" fmla="*/ 11 w 1415"/>
                <a:gd name="T13" fmla="*/ 1 h 960"/>
                <a:gd name="T14" fmla="*/ 11 w 1415"/>
                <a:gd name="T15" fmla="*/ 1 h 960"/>
                <a:gd name="T16" fmla="*/ 11 w 1415"/>
                <a:gd name="T17" fmla="*/ 0 h 960"/>
                <a:gd name="T18" fmla="*/ 11 w 1415"/>
                <a:gd name="T19" fmla="*/ 0 h 960"/>
                <a:gd name="T20" fmla="*/ 11 w 1415"/>
                <a:gd name="T21" fmla="*/ 0 h 960"/>
                <a:gd name="T22" fmla="*/ 11 w 1415"/>
                <a:gd name="T23" fmla="*/ 0 h 960"/>
                <a:gd name="T24" fmla="*/ 11 w 1415"/>
                <a:gd name="T25" fmla="*/ 0 h 960"/>
                <a:gd name="T26" fmla="*/ 11 w 1415"/>
                <a:gd name="T27" fmla="*/ 0 h 960"/>
                <a:gd name="T28" fmla="*/ 11 w 1415"/>
                <a:gd name="T29" fmla="*/ 0 h 960"/>
                <a:gd name="T30" fmla="*/ 11 w 1415"/>
                <a:gd name="T31" fmla="*/ 0 h 96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15"/>
                <a:gd name="T49" fmla="*/ 0 h 960"/>
                <a:gd name="T50" fmla="*/ 1415 w 1415"/>
                <a:gd name="T51" fmla="*/ 960 h 96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15" h="960">
                  <a:moveTo>
                    <a:pt x="1338" y="10"/>
                  </a:moveTo>
                  <a:lnTo>
                    <a:pt x="1342" y="8"/>
                  </a:lnTo>
                  <a:lnTo>
                    <a:pt x="0" y="882"/>
                  </a:lnTo>
                  <a:lnTo>
                    <a:pt x="52" y="960"/>
                  </a:lnTo>
                  <a:lnTo>
                    <a:pt x="1393" y="85"/>
                  </a:lnTo>
                  <a:lnTo>
                    <a:pt x="1397" y="83"/>
                  </a:lnTo>
                  <a:lnTo>
                    <a:pt x="1393" y="85"/>
                  </a:lnTo>
                  <a:lnTo>
                    <a:pt x="1409" y="71"/>
                  </a:lnTo>
                  <a:lnTo>
                    <a:pt x="1415" y="53"/>
                  </a:lnTo>
                  <a:lnTo>
                    <a:pt x="1413" y="37"/>
                  </a:lnTo>
                  <a:lnTo>
                    <a:pt x="1406" y="21"/>
                  </a:lnTo>
                  <a:lnTo>
                    <a:pt x="1395" y="8"/>
                  </a:lnTo>
                  <a:lnTo>
                    <a:pt x="1379" y="1"/>
                  </a:lnTo>
                  <a:lnTo>
                    <a:pt x="1361" y="0"/>
                  </a:lnTo>
                  <a:lnTo>
                    <a:pt x="1342" y="8"/>
                  </a:lnTo>
                  <a:lnTo>
                    <a:pt x="1338" y="1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7033" name="Freeform 44"/>
            <p:cNvSpPr>
              <a:spLocks/>
            </p:cNvSpPr>
            <p:nvPr/>
          </p:nvSpPr>
          <p:spPr bwMode="auto">
            <a:xfrm>
              <a:off x="1599" y="2057"/>
              <a:ext cx="80" cy="163"/>
            </a:xfrm>
            <a:custGeom>
              <a:avLst/>
              <a:gdLst>
                <a:gd name="T0" fmla="*/ 2 w 398"/>
                <a:gd name="T1" fmla="*/ 0 h 817"/>
                <a:gd name="T2" fmla="*/ 2 w 398"/>
                <a:gd name="T3" fmla="*/ 0 h 817"/>
                <a:gd name="T4" fmla="*/ 2 w 398"/>
                <a:gd name="T5" fmla="*/ 1 h 817"/>
                <a:gd name="T6" fmla="*/ 2 w 398"/>
                <a:gd name="T7" fmla="*/ 1 h 817"/>
                <a:gd name="T8" fmla="*/ 2 w 398"/>
                <a:gd name="T9" fmla="*/ 2 h 817"/>
                <a:gd name="T10" fmla="*/ 2 w 398"/>
                <a:gd name="T11" fmla="*/ 2 h 817"/>
                <a:gd name="T12" fmla="*/ 2 w 398"/>
                <a:gd name="T13" fmla="*/ 2 h 817"/>
                <a:gd name="T14" fmla="*/ 2 w 398"/>
                <a:gd name="T15" fmla="*/ 3 h 817"/>
                <a:gd name="T16" fmla="*/ 2 w 398"/>
                <a:gd name="T17" fmla="*/ 3 h 817"/>
                <a:gd name="T18" fmla="*/ 2 w 398"/>
                <a:gd name="T19" fmla="*/ 4 h 817"/>
                <a:gd name="T20" fmla="*/ 2 w 398"/>
                <a:gd name="T21" fmla="*/ 4 h 817"/>
                <a:gd name="T22" fmla="*/ 1 w 398"/>
                <a:gd name="T23" fmla="*/ 4 h 817"/>
                <a:gd name="T24" fmla="*/ 1 w 398"/>
                <a:gd name="T25" fmla="*/ 5 h 817"/>
                <a:gd name="T26" fmla="*/ 1 w 398"/>
                <a:gd name="T27" fmla="*/ 5 h 817"/>
                <a:gd name="T28" fmla="*/ 1 w 398"/>
                <a:gd name="T29" fmla="*/ 5 h 817"/>
                <a:gd name="T30" fmla="*/ 1 w 398"/>
                <a:gd name="T31" fmla="*/ 5 h 817"/>
                <a:gd name="T32" fmla="*/ 0 w 398"/>
                <a:gd name="T33" fmla="*/ 6 h 817"/>
                <a:gd name="T34" fmla="*/ 0 w 398"/>
                <a:gd name="T35" fmla="*/ 6 h 817"/>
                <a:gd name="T36" fmla="*/ 0 w 398"/>
                <a:gd name="T37" fmla="*/ 7 h 817"/>
                <a:gd name="T38" fmla="*/ 1 w 398"/>
                <a:gd name="T39" fmla="*/ 6 h 817"/>
                <a:gd name="T40" fmla="*/ 1 w 398"/>
                <a:gd name="T41" fmla="*/ 6 h 817"/>
                <a:gd name="T42" fmla="*/ 1 w 398"/>
                <a:gd name="T43" fmla="*/ 6 h 817"/>
                <a:gd name="T44" fmla="*/ 2 w 398"/>
                <a:gd name="T45" fmla="*/ 5 h 817"/>
                <a:gd name="T46" fmla="*/ 2 w 398"/>
                <a:gd name="T47" fmla="*/ 5 h 817"/>
                <a:gd name="T48" fmla="*/ 2 w 398"/>
                <a:gd name="T49" fmla="*/ 5 h 817"/>
                <a:gd name="T50" fmla="*/ 2 w 398"/>
                <a:gd name="T51" fmla="*/ 4 h 817"/>
                <a:gd name="T52" fmla="*/ 2 w 398"/>
                <a:gd name="T53" fmla="*/ 4 h 817"/>
                <a:gd name="T54" fmla="*/ 3 w 398"/>
                <a:gd name="T55" fmla="*/ 3 h 817"/>
                <a:gd name="T56" fmla="*/ 3 w 398"/>
                <a:gd name="T57" fmla="*/ 3 h 817"/>
                <a:gd name="T58" fmla="*/ 3 w 398"/>
                <a:gd name="T59" fmla="*/ 3 h 817"/>
                <a:gd name="T60" fmla="*/ 3 w 398"/>
                <a:gd name="T61" fmla="*/ 2 h 817"/>
                <a:gd name="T62" fmla="*/ 3 w 398"/>
                <a:gd name="T63" fmla="*/ 2 h 817"/>
                <a:gd name="T64" fmla="*/ 3 w 398"/>
                <a:gd name="T65" fmla="*/ 1 h 817"/>
                <a:gd name="T66" fmla="*/ 3 w 398"/>
                <a:gd name="T67" fmla="*/ 1 h 817"/>
                <a:gd name="T68" fmla="*/ 3 w 398"/>
                <a:gd name="T69" fmla="*/ 0 h 817"/>
                <a:gd name="T70" fmla="*/ 3 w 398"/>
                <a:gd name="T71" fmla="*/ 0 h 817"/>
                <a:gd name="T72" fmla="*/ 3 w 398"/>
                <a:gd name="T73" fmla="*/ 0 h 817"/>
                <a:gd name="T74" fmla="*/ 3 w 398"/>
                <a:gd name="T75" fmla="*/ 0 h 817"/>
                <a:gd name="T76" fmla="*/ 3 w 398"/>
                <a:gd name="T77" fmla="*/ 0 h 817"/>
                <a:gd name="T78" fmla="*/ 3 w 398"/>
                <a:gd name="T79" fmla="*/ 0 h 817"/>
                <a:gd name="T80" fmla="*/ 3 w 398"/>
                <a:gd name="T81" fmla="*/ 0 h 817"/>
                <a:gd name="T82" fmla="*/ 3 w 398"/>
                <a:gd name="T83" fmla="*/ 0 h 817"/>
                <a:gd name="T84" fmla="*/ 3 w 398"/>
                <a:gd name="T85" fmla="*/ 0 h 817"/>
                <a:gd name="T86" fmla="*/ 2 w 398"/>
                <a:gd name="T87" fmla="*/ 0 h 817"/>
                <a:gd name="T88" fmla="*/ 2 w 398"/>
                <a:gd name="T89" fmla="*/ 0 h 817"/>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398"/>
                <a:gd name="T136" fmla="*/ 0 h 817"/>
                <a:gd name="T137" fmla="*/ 398 w 398"/>
                <a:gd name="T138" fmla="*/ 817 h 817"/>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398" h="817">
                  <a:moveTo>
                    <a:pt x="304" y="47"/>
                  </a:moveTo>
                  <a:lnTo>
                    <a:pt x="304" y="47"/>
                  </a:lnTo>
                  <a:lnTo>
                    <a:pt x="301" y="97"/>
                  </a:lnTo>
                  <a:lnTo>
                    <a:pt x="297" y="147"/>
                  </a:lnTo>
                  <a:lnTo>
                    <a:pt x="291" y="198"/>
                  </a:lnTo>
                  <a:lnTo>
                    <a:pt x="280" y="247"/>
                  </a:lnTo>
                  <a:lnTo>
                    <a:pt x="268" y="297"/>
                  </a:lnTo>
                  <a:lnTo>
                    <a:pt x="253" y="347"/>
                  </a:lnTo>
                  <a:lnTo>
                    <a:pt x="236" y="395"/>
                  </a:lnTo>
                  <a:lnTo>
                    <a:pt x="217" y="442"/>
                  </a:lnTo>
                  <a:lnTo>
                    <a:pt x="195" y="487"/>
                  </a:lnTo>
                  <a:lnTo>
                    <a:pt x="171" y="532"/>
                  </a:lnTo>
                  <a:lnTo>
                    <a:pt x="147" y="574"/>
                  </a:lnTo>
                  <a:lnTo>
                    <a:pt x="121" y="613"/>
                  </a:lnTo>
                  <a:lnTo>
                    <a:pt x="93" y="650"/>
                  </a:lnTo>
                  <a:lnTo>
                    <a:pt x="64" y="684"/>
                  </a:lnTo>
                  <a:lnTo>
                    <a:pt x="32" y="716"/>
                  </a:lnTo>
                  <a:lnTo>
                    <a:pt x="0" y="744"/>
                  </a:lnTo>
                  <a:lnTo>
                    <a:pt x="59" y="817"/>
                  </a:lnTo>
                  <a:lnTo>
                    <a:pt x="95" y="784"/>
                  </a:lnTo>
                  <a:lnTo>
                    <a:pt x="132" y="748"/>
                  </a:lnTo>
                  <a:lnTo>
                    <a:pt x="166" y="709"/>
                  </a:lnTo>
                  <a:lnTo>
                    <a:pt x="196" y="667"/>
                  </a:lnTo>
                  <a:lnTo>
                    <a:pt x="227" y="623"/>
                  </a:lnTo>
                  <a:lnTo>
                    <a:pt x="253" y="576"/>
                  </a:lnTo>
                  <a:lnTo>
                    <a:pt x="279" y="530"/>
                  </a:lnTo>
                  <a:lnTo>
                    <a:pt x="301" y="479"/>
                  </a:lnTo>
                  <a:lnTo>
                    <a:pt x="323" y="428"/>
                  </a:lnTo>
                  <a:lnTo>
                    <a:pt x="342" y="375"/>
                  </a:lnTo>
                  <a:lnTo>
                    <a:pt x="359" y="321"/>
                  </a:lnTo>
                  <a:lnTo>
                    <a:pt x="372" y="268"/>
                  </a:lnTo>
                  <a:lnTo>
                    <a:pt x="382" y="212"/>
                  </a:lnTo>
                  <a:lnTo>
                    <a:pt x="391" y="157"/>
                  </a:lnTo>
                  <a:lnTo>
                    <a:pt x="395" y="102"/>
                  </a:lnTo>
                  <a:lnTo>
                    <a:pt x="398" y="47"/>
                  </a:lnTo>
                  <a:lnTo>
                    <a:pt x="394" y="27"/>
                  </a:lnTo>
                  <a:lnTo>
                    <a:pt x="383" y="11"/>
                  </a:lnTo>
                  <a:lnTo>
                    <a:pt x="368" y="3"/>
                  </a:lnTo>
                  <a:lnTo>
                    <a:pt x="351" y="0"/>
                  </a:lnTo>
                  <a:lnTo>
                    <a:pt x="333" y="3"/>
                  </a:lnTo>
                  <a:lnTo>
                    <a:pt x="319" y="11"/>
                  </a:lnTo>
                  <a:lnTo>
                    <a:pt x="307" y="27"/>
                  </a:lnTo>
                  <a:lnTo>
                    <a:pt x="304" y="4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7034" name="Freeform 45"/>
            <p:cNvSpPr>
              <a:spLocks/>
            </p:cNvSpPr>
            <p:nvPr/>
          </p:nvSpPr>
          <p:spPr bwMode="auto">
            <a:xfrm>
              <a:off x="1660" y="1701"/>
              <a:ext cx="19" cy="365"/>
            </a:xfrm>
            <a:custGeom>
              <a:avLst/>
              <a:gdLst>
                <a:gd name="T0" fmla="*/ 0 w 95"/>
                <a:gd name="T1" fmla="*/ 0 h 1826"/>
                <a:gd name="T2" fmla="*/ 0 w 95"/>
                <a:gd name="T3" fmla="*/ 0 h 1826"/>
                <a:gd name="T4" fmla="*/ 0 w 95"/>
                <a:gd name="T5" fmla="*/ 15 h 1826"/>
                <a:gd name="T6" fmla="*/ 1 w 95"/>
                <a:gd name="T7" fmla="*/ 15 h 1826"/>
                <a:gd name="T8" fmla="*/ 1 w 95"/>
                <a:gd name="T9" fmla="*/ 0 h 1826"/>
                <a:gd name="T10" fmla="*/ 1 w 95"/>
                <a:gd name="T11" fmla="*/ 0 h 1826"/>
                <a:gd name="T12" fmla="*/ 1 w 95"/>
                <a:gd name="T13" fmla="*/ 0 h 1826"/>
                <a:gd name="T14" fmla="*/ 1 w 95"/>
                <a:gd name="T15" fmla="*/ 0 h 1826"/>
                <a:gd name="T16" fmla="*/ 1 w 95"/>
                <a:gd name="T17" fmla="*/ 0 h 1826"/>
                <a:gd name="T18" fmla="*/ 1 w 95"/>
                <a:gd name="T19" fmla="*/ 0 h 1826"/>
                <a:gd name="T20" fmla="*/ 0 w 95"/>
                <a:gd name="T21" fmla="*/ 0 h 1826"/>
                <a:gd name="T22" fmla="*/ 0 w 95"/>
                <a:gd name="T23" fmla="*/ 0 h 1826"/>
                <a:gd name="T24" fmla="*/ 0 w 95"/>
                <a:gd name="T25" fmla="*/ 0 h 1826"/>
                <a:gd name="T26" fmla="*/ 0 w 95"/>
                <a:gd name="T27" fmla="*/ 0 h 1826"/>
                <a:gd name="T28" fmla="*/ 0 w 95"/>
                <a:gd name="T29" fmla="*/ 0 h 1826"/>
                <a:gd name="T30" fmla="*/ 0 w 95"/>
                <a:gd name="T31" fmla="*/ 0 h 182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95"/>
                <a:gd name="T49" fmla="*/ 0 h 1826"/>
                <a:gd name="T50" fmla="*/ 95 w 95"/>
                <a:gd name="T51" fmla="*/ 1826 h 182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95" h="1826">
                  <a:moveTo>
                    <a:pt x="0" y="49"/>
                  </a:moveTo>
                  <a:lnTo>
                    <a:pt x="0" y="47"/>
                  </a:lnTo>
                  <a:lnTo>
                    <a:pt x="1" y="1826"/>
                  </a:lnTo>
                  <a:lnTo>
                    <a:pt x="95" y="1826"/>
                  </a:lnTo>
                  <a:lnTo>
                    <a:pt x="93" y="47"/>
                  </a:lnTo>
                  <a:lnTo>
                    <a:pt x="93" y="45"/>
                  </a:lnTo>
                  <a:lnTo>
                    <a:pt x="93" y="47"/>
                  </a:lnTo>
                  <a:lnTo>
                    <a:pt x="90" y="27"/>
                  </a:lnTo>
                  <a:lnTo>
                    <a:pt x="79" y="12"/>
                  </a:lnTo>
                  <a:lnTo>
                    <a:pt x="64" y="4"/>
                  </a:lnTo>
                  <a:lnTo>
                    <a:pt x="47" y="0"/>
                  </a:lnTo>
                  <a:lnTo>
                    <a:pt x="29" y="4"/>
                  </a:lnTo>
                  <a:lnTo>
                    <a:pt x="15" y="12"/>
                  </a:lnTo>
                  <a:lnTo>
                    <a:pt x="3" y="27"/>
                  </a:lnTo>
                  <a:lnTo>
                    <a:pt x="0" y="47"/>
                  </a:lnTo>
                  <a:lnTo>
                    <a:pt x="0" y="4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7035" name="Freeform 46"/>
            <p:cNvSpPr>
              <a:spLocks/>
            </p:cNvSpPr>
            <p:nvPr/>
          </p:nvSpPr>
          <p:spPr bwMode="auto">
            <a:xfrm>
              <a:off x="1598" y="1598"/>
              <a:ext cx="81" cy="113"/>
            </a:xfrm>
            <a:custGeom>
              <a:avLst/>
              <a:gdLst>
                <a:gd name="T0" fmla="*/ 0 w 401"/>
                <a:gd name="T1" fmla="*/ 1 h 566"/>
                <a:gd name="T2" fmla="*/ 0 w 401"/>
                <a:gd name="T3" fmla="*/ 1 h 566"/>
                <a:gd name="T4" fmla="*/ 0 w 401"/>
                <a:gd name="T5" fmla="*/ 1 h 566"/>
                <a:gd name="T6" fmla="*/ 1 w 401"/>
                <a:gd name="T7" fmla="*/ 1 h 566"/>
                <a:gd name="T8" fmla="*/ 1 w 401"/>
                <a:gd name="T9" fmla="*/ 1 h 566"/>
                <a:gd name="T10" fmla="*/ 1 w 401"/>
                <a:gd name="T11" fmla="*/ 1 h 566"/>
                <a:gd name="T12" fmla="*/ 1 w 401"/>
                <a:gd name="T13" fmla="*/ 2 h 566"/>
                <a:gd name="T14" fmla="*/ 1 w 401"/>
                <a:gd name="T15" fmla="*/ 2 h 566"/>
                <a:gd name="T16" fmla="*/ 2 w 401"/>
                <a:gd name="T17" fmla="*/ 2 h 566"/>
                <a:gd name="T18" fmla="*/ 2 w 401"/>
                <a:gd name="T19" fmla="*/ 2 h 566"/>
                <a:gd name="T20" fmla="*/ 2 w 401"/>
                <a:gd name="T21" fmla="*/ 2 h 566"/>
                <a:gd name="T22" fmla="*/ 2 w 401"/>
                <a:gd name="T23" fmla="*/ 3 h 566"/>
                <a:gd name="T24" fmla="*/ 2 w 401"/>
                <a:gd name="T25" fmla="*/ 3 h 566"/>
                <a:gd name="T26" fmla="*/ 2 w 401"/>
                <a:gd name="T27" fmla="*/ 3 h 566"/>
                <a:gd name="T28" fmla="*/ 2 w 401"/>
                <a:gd name="T29" fmla="*/ 4 h 566"/>
                <a:gd name="T30" fmla="*/ 2 w 401"/>
                <a:gd name="T31" fmla="*/ 4 h 566"/>
                <a:gd name="T32" fmla="*/ 2 w 401"/>
                <a:gd name="T33" fmla="*/ 4 h 566"/>
                <a:gd name="T34" fmla="*/ 3 w 401"/>
                <a:gd name="T35" fmla="*/ 5 h 566"/>
                <a:gd name="T36" fmla="*/ 3 w 401"/>
                <a:gd name="T37" fmla="*/ 4 h 566"/>
                <a:gd name="T38" fmla="*/ 3 w 401"/>
                <a:gd name="T39" fmla="*/ 4 h 566"/>
                <a:gd name="T40" fmla="*/ 3 w 401"/>
                <a:gd name="T41" fmla="*/ 4 h 566"/>
                <a:gd name="T42" fmla="*/ 3 w 401"/>
                <a:gd name="T43" fmla="*/ 3 h 566"/>
                <a:gd name="T44" fmla="*/ 3 w 401"/>
                <a:gd name="T45" fmla="*/ 3 h 566"/>
                <a:gd name="T46" fmla="*/ 3 w 401"/>
                <a:gd name="T47" fmla="*/ 3 h 566"/>
                <a:gd name="T48" fmla="*/ 3 w 401"/>
                <a:gd name="T49" fmla="*/ 2 h 566"/>
                <a:gd name="T50" fmla="*/ 3 w 401"/>
                <a:gd name="T51" fmla="*/ 2 h 566"/>
                <a:gd name="T52" fmla="*/ 2 w 401"/>
                <a:gd name="T53" fmla="*/ 2 h 566"/>
                <a:gd name="T54" fmla="*/ 2 w 401"/>
                <a:gd name="T55" fmla="*/ 2 h 566"/>
                <a:gd name="T56" fmla="*/ 2 w 401"/>
                <a:gd name="T57" fmla="*/ 1 h 566"/>
                <a:gd name="T58" fmla="*/ 2 w 401"/>
                <a:gd name="T59" fmla="*/ 1 h 566"/>
                <a:gd name="T60" fmla="*/ 2 w 401"/>
                <a:gd name="T61" fmla="*/ 1 h 566"/>
                <a:gd name="T62" fmla="*/ 1 w 401"/>
                <a:gd name="T63" fmla="*/ 1 h 566"/>
                <a:gd name="T64" fmla="*/ 1 w 401"/>
                <a:gd name="T65" fmla="*/ 0 h 566"/>
                <a:gd name="T66" fmla="*/ 1 w 401"/>
                <a:gd name="T67" fmla="*/ 0 h 566"/>
                <a:gd name="T68" fmla="*/ 1 w 401"/>
                <a:gd name="T69" fmla="*/ 0 h 566"/>
                <a:gd name="T70" fmla="*/ 1 w 401"/>
                <a:gd name="T71" fmla="*/ 0 h 566"/>
                <a:gd name="T72" fmla="*/ 1 w 401"/>
                <a:gd name="T73" fmla="*/ 0 h 566"/>
                <a:gd name="T74" fmla="*/ 0 w 401"/>
                <a:gd name="T75" fmla="*/ 0 h 566"/>
                <a:gd name="T76" fmla="*/ 0 w 401"/>
                <a:gd name="T77" fmla="*/ 0 h 566"/>
                <a:gd name="T78" fmla="*/ 0 w 401"/>
                <a:gd name="T79" fmla="*/ 0 h 566"/>
                <a:gd name="T80" fmla="*/ 0 w 401"/>
                <a:gd name="T81" fmla="*/ 0 h 566"/>
                <a:gd name="T82" fmla="*/ 0 w 401"/>
                <a:gd name="T83" fmla="*/ 0 h 566"/>
                <a:gd name="T84" fmla="*/ 0 w 401"/>
                <a:gd name="T85" fmla="*/ 0 h 566"/>
                <a:gd name="T86" fmla="*/ 0 w 401"/>
                <a:gd name="T87" fmla="*/ 1 h 566"/>
                <a:gd name="T88" fmla="*/ 0 w 401"/>
                <a:gd name="T89" fmla="*/ 1 h 56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401"/>
                <a:gd name="T136" fmla="*/ 0 h 566"/>
                <a:gd name="T137" fmla="*/ 401 w 401"/>
                <a:gd name="T138" fmla="*/ 566 h 566"/>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401" h="566">
                  <a:moveTo>
                    <a:pt x="23" y="88"/>
                  </a:moveTo>
                  <a:lnTo>
                    <a:pt x="23" y="88"/>
                  </a:lnTo>
                  <a:lnTo>
                    <a:pt x="53" y="107"/>
                  </a:lnTo>
                  <a:lnTo>
                    <a:pt x="83" y="125"/>
                  </a:lnTo>
                  <a:lnTo>
                    <a:pt x="108" y="147"/>
                  </a:lnTo>
                  <a:lnTo>
                    <a:pt x="135" y="171"/>
                  </a:lnTo>
                  <a:lnTo>
                    <a:pt x="160" y="196"/>
                  </a:lnTo>
                  <a:lnTo>
                    <a:pt x="182" y="223"/>
                  </a:lnTo>
                  <a:lnTo>
                    <a:pt x="205" y="251"/>
                  </a:lnTo>
                  <a:lnTo>
                    <a:pt x="223" y="281"/>
                  </a:lnTo>
                  <a:lnTo>
                    <a:pt x="240" y="312"/>
                  </a:lnTo>
                  <a:lnTo>
                    <a:pt x="256" y="345"/>
                  </a:lnTo>
                  <a:lnTo>
                    <a:pt x="270" y="379"/>
                  </a:lnTo>
                  <a:lnTo>
                    <a:pt x="282" y="414"/>
                  </a:lnTo>
                  <a:lnTo>
                    <a:pt x="291" y="450"/>
                  </a:lnTo>
                  <a:lnTo>
                    <a:pt x="299" y="488"/>
                  </a:lnTo>
                  <a:lnTo>
                    <a:pt x="304" y="526"/>
                  </a:lnTo>
                  <a:lnTo>
                    <a:pt x="308" y="566"/>
                  </a:lnTo>
                  <a:lnTo>
                    <a:pt x="401" y="562"/>
                  </a:lnTo>
                  <a:lnTo>
                    <a:pt x="398" y="517"/>
                  </a:lnTo>
                  <a:lnTo>
                    <a:pt x="391" y="471"/>
                  </a:lnTo>
                  <a:lnTo>
                    <a:pt x="383" y="429"/>
                  </a:lnTo>
                  <a:lnTo>
                    <a:pt x="371" y="386"/>
                  </a:lnTo>
                  <a:lnTo>
                    <a:pt x="357" y="346"/>
                  </a:lnTo>
                  <a:lnTo>
                    <a:pt x="340" y="307"/>
                  </a:lnTo>
                  <a:lnTo>
                    <a:pt x="324" y="270"/>
                  </a:lnTo>
                  <a:lnTo>
                    <a:pt x="303" y="232"/>
                  </a:lnTo>
                  <a:lnTo>
                    <a:pt x="280" y="197"/>
                  </a:lnTo>
                  <a:lnTo>
                    <a:pt x="255" y="164"/>
                  </a:lnTo>
                  <a:lnTo>
                    <a:pt x="228" y="132"/>
                  </a:lnTo>
                  <a:lnTo>
                    <a:pt x="199" y="103"/>
                  </a:lnTo>
                  <a:lnTo>
                    <a:pt x="169" y="76"/>
                  </a:lnTo>
                  <a:lnTo>
                    <a:pt x="137" y="50"/>
                  </a:lnTo>
                  <a:lnTo>
                    <a:pt x="103" y="27"/>
                  </a:lnTo>
                  <a:lnTo>
                    <a:pt x="67" y="6"/>
                  </a:lnTo>
                  <a:lnTo>
                    <a:pt x="48" y="0"/>
                  </a:lnTo>
                  <a:lnTo>
                    <a:pt x="30" y="2"/>
                  </a:lnTo>
                  <a:lnTo>
                    <a:pt x="16" y="12"/>
                  </a:lnTo>
                  <a:lnTo>
                    <a:pt x="5" y="25"/>
                  </a:lnTo>
                  <a:lnTo>
                    <a:pt x="0" y="41"/>
                  </a:lnTo>
                  <a:lnTo>
                    <a:pt x="0" y="59"/>
                  </a:lnTo>
                  <a:lnTo>
                    <a:pt x="8" y="75"/>
                  </a:lnTo>
                  <a:lnTo>
                    <a:pt x="23"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7036" name="Freeform 47"/>
            <p:cNvSpPr>
              <a:spLocks/>
            </p:cNvSpPr>
            <p:nvPr/>
          </p:nvSpPr>
          <p:spPr bwMode="auto">
            <a:xfrm>
              <a:off x="1346" y="1455"/>
              <a:ext cx="266" cy="160"/>
            </a:xfrm>
            <a:custGeom>
              <a:avLst/>
              <a:gdLst>
                <a:gd name="T0" fmla="*/ 0 w 1330"/>
                <a:gd name="T1" fmla="*/ 1 h 801"/>
                <a:gd name="T2" fmla="*/ 0 w 1330"/>
                <a:gd name="T3" fmla="*/ 1 h 801"/>
                <a:gd name="T4" fmla="*/ 10 w 1330"/>
                <a:gd name="T5" fmla="*/ 6 h 801"/>
                <a:gd name="T6" fmla="*/ 11 w 1330"/>
                <a:gd name="T7" fmla="*/ 6 h 801"/>
                <a:gd name="T8" fmla="*/ 1 w 1330"/>
                <a:gd name="T9" fmla="*/ 0 h 801"/>
                <a:gd name="T10" fmla="*/ 1 w 1330"/>
                <a:gd name="T11" fmla="*/ 0 h 801"/>
                <a:gd name="T12" fmla="*/ 1 w 1330"/>
                <a:gd name="T13" fmla="*/ 0 h 801"/>
                <a:gd name="T14" fmla="*/ 0 w 1330"/>
                <a:gd name="T15" fmla="*/ 0 h 801"/>
                <a:gd name="T16" fmla="*/ 0 w 1330"/>
                <a:gd name="T17" fmla="*/ 0 h 801"/>
                <a:gd name="T18" fmla="*/ 0 w 1330"/>
                <a:gd name="T19" fmla="*/ 0 h 801"/>
                <a:gd name="T20" fmla="*/ 0 w 1330"/>
                <a:gd name="T21" fmla="*/ 0 h 801"/>
                <a:gd name="T22" fmla="*/ 0 w 1330"/>
                <a:gd name="T23" fmla="*/ 0 h 801"/>
                <a:gd name="T24" fmla="*/ 0 w 1330"/>
                <a:gd name="T25" fmla="*/ 0 h 801"/>
                <a:gd name="T26" fmla="*/ 0 w 1330"/>
                <a:gd name="T27" fmla="*/ 1 h 801"/>
                <a:gd name="T28" fmla="*/ 0 w 1330"/>
                <a:gd name="T29" fmla="*/ 1 h 801"/>
                <a:gd name="T30" fmla="*/ 0 w 1330"/>
                <a:gd name="T31" fmla="*/ 1 h 801"/>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30"/>
                <a:gd name="T49" fmla="*/ 0 h 801"/>
                <a:gd name="T50" fmla="*/ 1330 w 1330"/>
                <a:gd name="T51" fmla="*/ 801 h 801"/>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30" h="801">
                  <a:moveTo>
                    <a:pt x="24" y="88"/>
                  </a:moveTo>
                  <a:lnTo>
                    <a:pt x="23" y="88"/>
                  </a:lnTo>
                  <a:lnTo>
                    <a:pt x="1286" y="801"/>
                  </a:lnTo>
                  <a:lnTo>
                    <a:pt x="1330" y="719"/>
                  </a:lnTo>
                  <a:lnTo>
                    <a:pt x="67" y="6"/>
                  </a:lnTo>
                  <a:lnTo>
                    <a:pt x="66" y="6"/>
                  </a:lnTo>
                  <a:lnTo>
                    <a:pt x="67" y="6"/>
                  </a:lnTo>
                  <a:lnTo>
                    <a:pt x="48" y="0"/>
                  </a:lnTo>
                  <a:lnTo>
                    <a:pt x="30" y="2"/>
                  </a:lnTo>
                  <a:lnTo>
                    <a:pt x="16" y="12"/>
                  </a:lnTo>
                  <a:lnTo>
                    <a:pt x="5" y="25"/>
                  </a:lnTo>
                  <a:lnTo>
                    <a:pt x="0" y="41"/>
                  </a:lnTo>
                  <a:lnTo>
                    <a:pt x="0" y="59"/>
                  </a:lnTo>
                  <a:lnTo>
                    <a:pt x="8" y="75"/>
                  </a:lnTo>
                  <a:lnTo>
                    <a:pt x="23" y="88"/>
                  </a:lnTo>
                  <a:lnTo>
                    <a:pt x="24"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7037" name="Freeform 48"/>
            <p:cNvSpPr>
              <a:spLocks/>
            </p:cNvSpPr>
            <p:nvPr/>
          </p:nvSpPr>
          <p:spPr bwMode="auto">
            <a:xfrm>
              <a:off x="1198" y="1439"/>
              <a:ext cx="161" cy="35"/>
            </a:xfrm>
            <a:custGeom>
              <a:avLst/>
              <a:gdLst>
                <a:gd name="T0" fmla="*/ 1 w 806"/>
                <a:gd name="T1" fmla="*/ 1 h 177"/>
                <a:gd name="T2" fmla="*/ 1 w 806"/>
                <a:gd name="T3" fmla="*/ 1 h 177"/>
                <a:gd name="T4" fmla="*/ 1 w 806"/>
                <a:gd name="T5" fmla="*/ 1 h 177"/>
                <a:gd name="T6" fmla="*/ 1 w 806"/>
                <a:gd name="T7" fmla="*/ 1 h 177"/>
                <a:gd name="T8" fmla="*/ 2 w 806"/>
                <a:gd name="T9" fmla="*/ 1 h 177"/>
                <a:gd name="T10" fmla="*/ 2 w 806"/>
                <a:gd name="T11" fmla="*/ 1 h 177"/>
                <a:gd name="T12" fmla="*/ 2 w 806"/>
                <a:gd name="T13" fmla="*/ 1 h 177"/>
                <a:gd name="T14" fmla="*/ 3 w 806"/>
                <a:gd name="T15" fmla="*/ 1 h 177"/>
                <a:gd name="T16" fmla="*/ 3 w 806"/>
                <a:gd name="T17" fmla="*/ 1 h 177"/>
                <a:gd name="T18" fmla="*/ 3 w 806"/>
                <a:gd name="T19" fmla="*/ 1 h 177"/>
                <a:gd name="T20" fmla="*/ 4 w 806"/>
                <a:gd name="T21" fmla="*/ 1 h 177"/>
                <a:gd name="T22" fmla="*/ 4 w 806"/>
                <a:gd name="T23" fmla="*/ 1 h 177"/>
                <a:gd name="T24" fmla="*/ 5 w 806"/>
                <a:gd name="T25" fmla="*/ 1 h 177"/>
                <a:gd name="T26" fmla="*/ 5 w 806"/>
                <a:gd name="T27" fmla="*/ 1 h 177"/>
                <a:gd name="T28" fmla="*/ 5 w 806"/>
                <a:gd name="T29" fmla="*/ 1 h 177"/>
                <a:gd name="T30" fmla="*/ 6 w 806"/>
                <a:gd name="T31" fmla="*/ 1 h 177"/>
                <a:gd name="T32" fmla="*/ 6 w 806"/>
                <a:gd name="T33" fmla="*/ 1 h 177"/>
                <a:gd name="T34" fmla="*/ 6 w 806"/>
                <a:gd name="T35" fmla="*/ 1 h 177"/>
                <a:gd name="T36" fmla="*/ 6 w 806"/>
                <a:gd name="T37" fmla="*/ 1 h 177"/>
                <a:gd name="T38" fmla="*/ 6 w 806"/>
                <a:gd name="T39" fmla="*/ 1 h 177"/>
                <a:gd name="T40" fmla="*/ 6 w 806"/>
                <a:gd name="T41" fmla="*/ 0 h 177"/>
                <a:gd name="T42" fmla="*/ 5 w 806"/>
                <a:gd name="T43" fmla="*/ 0 h 177"/>
                <a:gd name="T44" fmla="*/ 5 w 806"/>
                <a:gd name="T45" fmla="*/ 0 h 177"/>
                <a:gd name="T46" fmla="*/ 5 w 806"/>
                <a:gd name="T47" fmla="*/ 0 h 177"/>
                <a:gd name="T48" fmla="*/ 4 w 806"/>
                <a:gd name="T49" fmla="*/ 0 h 177"/>
                <a:gd name="T50" fmla="*/ 4 w 806"/>
                <a:gd name="T51" fmla="*/ 0 h 177"/>
                <a:gd name="T52" fmla="*/ 3 w 806"/>
                <a:gd name="T53" fmla="*/ 0 h 177"/>
                <a:gd name="T54" fmla="*/ 3 w 806"/>
                <a:gd name="T55" fmla="*/ 0 h 177"/>
                <a:gd name="T56" fmla="*/ 3 w 806"/>
                <a:gd name="T57" fmla="*/ 0 h 177"/>
                <a:gd name="T58" fmla="*/ 2 w 806"/>
                <a:gd name="T59" fmla="*/ 0 h 177"/>
                <a:gd name="T60" fmla="*/ 2 w 806"/>
                <a:gd name="T61" fmla="*/ 0 h 177"/>
                <a:gd name="T62" fmla="*/ 1 w 806"/>
                <a:gd name="T63" fmla="*/ 0 h 177"/>
                <a:gd name="T64" fmla="*/ 1 w 806"/>
                <a:gd name="T65" fmla="*/ 0 h 177"/>
                <a:gd name="T66" fmla="*/ 1 w 806"/>
                <a:gd name="T67" fmla="*/ 1 h 177"/>
                <a:gd name="T68" fmla="*/ 0 w 806"/>
                <a:gd name="T69" fmla="*/ 1 h 177"/>
                <a:gd name="T70" fmla="*/ 0 w 806"/>
                <a:gd name="T71" fmla="*/ 1 h 177"/>
                <a:gd name="T72" fmla="*/ 0 w 806"/>
                <a:gd name="T73" fmla="*/ 1 h 177"/>
                <a:gd name="T74" fmla="*/ 0 w 806"/>
                <a:gd name="T75" fmla="*/ 1 h 177"/>
                <a:gd name="T76" fmla="*/ 0 w 806"/>
                <a:gd name="T77" fmla="*/ 1 h 177"/>
                <a:gd name="T78" fmla="*/ 0 w 806"/>
                <a:gd name="T79" fmla="*/ 1 h 177"/>
                <a:gd name="T80" fmla="*/ 0 w 806"/>
                <a:gd name="T81" fmla="*/ 1 h 177"/>
                <a:gd name="T82" fmla="*/ 0 w 806"/>
                <a:gd name="T83" fmla="*/ 1 h 177"/>
                <a:gd name="T84" fmla="*/ 0 w 806"/>
                <a:gd name="T85" fmla="*/ 1 h 177"/>
                <a:gd name="T86" fmla="*/ 0 w 806"/>
                <a:gd name="T87" fmla="*/ 1 h 177"/>
                <a:gd name="T88" fmla="*/ 1 w 806"/>
                <a:gd name="T89" fmla="*/ 1 h 177"/>
                <a:gd name="T90" fmla="*/ 1 w 806"/>
                <a:gd name="T91" fmla="*/ 1 h 17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806"/>
                <a:gd name="T139" fmla="*/ 0 h 177"/>
                <a:gd name="T140" fmla="*/ 806 w 806"/>
                <a:gd name="T141" fmla="*/ 177 h 17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806" h="177">
                  <a:moveTo>
                    <a:pt x="67" y="171"/>
                  </a:moveTo>
                  <a:lnTo>
                    <a:pt x="68" y="171"/>
                  </a:lnTo>
                  <a:lnTo>
                    <a:pt x="109" y="151"/>
                  </a:lnTo>
                  <a:lnTo>
                    <a:pt x="151" y="135"/>
                  </a:lnTo>
                  <a:lnTo>
                    <a:pt x="196" y="122"/>
                  </a:lnTo>
                  <a:lnTo>
                    <a:pt x="242" y="110"/>
                  </a:lnTo>
                  <a:lnTo>
                    <a:pt x="287" y="102"/>
                  </a:lnTo>
                  <a:lnTo>
                    <a:pt x="335" y="97"/>
                  </a:lnTo>
                  <a:lnTo>
                    <a:pt x="382" y="95"/>
                  </a:lnTo>
                  <a:lnTo>
                    <a:pt x="430" y="94"/>
                  </a:lnTo>
                  <a:lnTo>
                    <a:pt x="477" y="97"/>
                  </a:lnTo>
                  <a:lnTo>
                    <a:pt x="524" y="102"/>
                  </a:lnTo>
                  <a:lnTo>
                    <a:pt x="568" y="108"/>
                  </a:lnTo>
                  <a:lnTo>
                    <a:pt x="612" y="117"/>
                  </a:lnTo>
                  <a:lnTo>
                    <a:pt x="654" y="128"/>
                  </a:lnTo>
                  <a:lnTo>
                    <a:pt x="693" y="141"/>
                  </a:lnTo>
                  <a:lnTo>
                    <a:pt x="730" y="155"/>
                  </a:lnTo>
                  <a:lnTo>
                    <a:pt x="764" y="171"/>
                  </a:lnTo>
                  <a:lnTo>
                    <a:pt x="806" y="89"/>
                  </a:lnTo>
                  <a:lnTo>
                    <a:pt x="768" y="70"/>
                  </a:lnTo>
                  <a:lnTo>
                    <a:pt x="725" y="54"/>
                  </a:lnTo>
                  <a:lnTo>
                    <a:pt x="680" y="39"/>
                  </a:lnTo>
                  <a:lnTo>
                    <a:pt x="633" y="26"/>
                  </a:lnTo>
                  <a:lnTo>
                    <a:pt x="585" y="16"/>
                  </a:lnTo>
                  <a:lnTo>
                    <a:pt x="536" y="8"/>
                  </a:lnTo>
                  <a:lnTo>
                    <a:pt x="484" y="3"/>
                  </a:lnTo>
                  <a:lnTo>
                    <a:pt x="433" y="0"/>
                  </a:lnTo>
                  <a:lnTo>
                    <a:pt x="380" y="1"/>
                  </a:lnTo>
                  <a:lnTo>
                    <a:pt x="328" y="3"/>
                  </a:lnTo>
                  <a:lnTo>
                    <a:pt x="276" y="10"/>
                  </a:lnTo>
                  <a:lnTo>
                    <a:pt x="223" y="19"/>
                  </a:lnTo>
                  <a:lnTo>
                    <a:pt x="172" y="30"/>
                  </a:lnTo>
                  <a:lnTo>
                    <a:pt x="121" y="46"/>
                  </a:lnTo>
                  <a:lnTo>
                    <a:pt x="72" y="67"/>
                  </a:lnTo>
                  <a:lnTo>
                    <a:pt x="24" y="89"/>
                  </a:lnTo>
                  <a:lnTo>
                    <a:pt x="25" y="89"/>
                  </a:lnTo>
                  <a:lnTo>
                    <a:pt x="24" y="89"/>
                  </a:lnTo>
                  <a:lnTo>
                    <a:pt x="8" y="102"/>
                  </a:lnTo>
                  <a:lnTo>
                    <a:pt x="0" y="118"/>
                  </a:lnTo>
                  <a:lnTo>
                    <a:pt x="0" y="136"/>
                  </a:lnTo>
                  <a:lnTo>
                    <a:pt x="6" y="152"/>
                  </a:lnTo>
                  <a:lnTo>
                    <a:pt x="17" y="165"/>
                  </a:lnTo>
                  <a:lnTo>
                    <a:pt x="31" y="175"/>
                  </a:lnTo>
                  <a:lnTo>
                    <a:pt x="48" y="177"/>
                  </a:lnTo>
                  <a:lnTo>
                    <a:pt x="68" y="171"/>
                  </a:lnTo>
                  <a:lnTo>
                    <a:pt x="67" y="1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7038" name="Freeform 49"/>
            <p:cNvSpPr>
              <a:spLocks/>
            </p:cNvSpPr>
            <p:nvPr/>
          </p:nvSpPr>
          <p:spPr bwMode="auto">
            <a:xfrm>
              <a:off x="931" y="1456"/>
              <a:ext cx="280" cy="158"/>
            </a:xfrm>
            <a:custGeom>
              <a:avLst/>
              <a:gdLst>
                <a:gd name="T0" fmla="*/ 1 w 1402"/>
                <a:gd name="T1" fmla="*/ 6 h 787"/>
                <a:gd name="T2" fmla="*/ 1 w 1402"/>
                <a:gd name="T3" fmla="*/ 6 h 787"/>
                <a:gd name="T4" fmla="*/ 11 w 1402"/>
                <a:gd name="T5" fmla="*/ 1 h 787"/>
                <a:gd name="T6" fmla="*/ 11 w 1402"/>
                <a:gd name="T7" fmla="*/ 0 h 787"/>
                <a:gd name="T8" fmla="*/ 0 w 1402"/>
                <a:gd name="T9" fmla="*/ 6 h 787"/>
                <a:gd name="T10" fmla="*/ 0 w 1402"/>
                <a:gd name="T11" fmla="*/ 6 h 787"/>
                <a:gd name="T12" fmla="*/ 0 w 1402"/>
                <a:gd name="T13" fmla="*/ 6 h 787"/>
                <a:gd name="T14" fmla="*/ 0 w 1402"/>
                <a:gd name="T15" fmla="*/ 6 h 787"/>
                <a:gd name="T16" fmla="*/ 0 w 1402"/>
                <a:gd name="T17" fmla="*/ 6 h 787"/>
                <a:gd name="T18" fmla="*/ 0 w 1402"/>
                <a:gd name="T19" fmla="*/ 6 h 787"/>
                <a:gd name="T20" fmla="*/ 0 w 1402"/>
                <a:gd name="T21" fmla="*/ 6 h 787"/>
                <a:gd name="T22" fmla="*/ 0 w 1402"/>
                <a:gd name="T23" fmla="*/ 6 h 787"/>
                <a:gd name="T24" fmla="*/ 0 w 1402"/>
                <a:gd name="T25" fmla="*/ 6 h 787"/>
                <a:gd name="T26" fmla="*/ 0 w 1402"/>
                <a:gd name="T27" fmla="*/ 6 h 787"/>
                <a:gd name="T28" fmla="*/ 1 w 1402"/>
                <a:gd name="T29" fmla="*/ 6 h 787"/>
                <a:gd name="T30" fmla="*/ 1 w 1402"/>
                <a:gd name="T31" fmla="*/ 6 h 78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02"/>
                <a:gd name="T49" fmla="*/ 0 h 787"/>
                <a:gd name="T50" fmla="*/ 1402 w 1402"/>
                <a:gd name="T51" fmla="*/ 787 h 78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02" h="787">
                  <a:moveTo>
                    <a:pt x="69" y="781"/>
                  </a:moveTo>
                  <a:lnTo>
                    <a:pt x="66" y="781"/>
                  </a:lnTo>
                  <a:lnTo>
                    <a:pt x="1402" y="82"/>
                  </a:lnTo>
                  <a:lnTo>
                    <a:pt x="1360" y="0"/>
                  </a:lnTo>
                  <a:lnTo>
                    <a:pt x="24" y="699"/>
                  </a:lnTo>
                  <a:lnTo>
                    <a:pt x="22" y="699"/>
                  </a:lnTo>
                  <a:lnTo>
                    <a:pt x="24" y="699"/>
                  </a:lnTo>
                  <a:lnTo>
                    <a:pt x="8" y="712"/>
                  </a:lnTo>
                  <a:lnTo>
                    <a:pt x="1" y="727"/>
                  </a:lnTo>
                  <a:lnTo>
                    <a:pt x="0" y="744"/>
                  </a:lnTo>
                  <a:lnTo>
                    <a:pt x="5" y="761"/>
                  </a:lnTo>
                  <a:lnTo>
                    <a:pt x="15" y="775"/>
                  </a:lnTo>
                  <a:lnTo>
                    <a:pt x="30" y="784"/>
                  </a:lnTo>
                  <a:lnTo>
                    <a:pt x="46" y="787"/>
                  </a:lnTo>
                  <a:lnTo>
                    <a:pt x="66" y="781"/>
                  </a:lnTo>
                  <a:lnTo>
                    <a:pt x="69" y="7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7039" name="Freeform 50"/>
            <p:cNvSpPr>
              <a:spLocks/>
            </p:cNvSpPr>
            <p:nvPr/>
          </p:nvSpPr>
          <p:spPr bwMode="auto">
            <a:xfrm>
              <a:off x="868" y="1596"/>
              <a:ext cx="77" cy="126"/>
            </a:xfrm>
            <a:custGeom>
              <a:avLst/>
              <a:gdLst>
                <a:gd name="T0" fmla="*/ 1 w 382"/>
                <a:gd name="T1" fmla="*/ 5 h 628"/>
                <a:gd name="T2" fmla="*/ 1 w 382"/>
                <a:gd name="T3" fmla="*/ 5 h 628"/>
                <a:gd name="T4" fmla="*/ 1 w 382"/>
                <a:gd name="T5" fmla="*/ 4 h 628"/>
                <a:gd name="T6" fmla="*/ 1 w 382"/>
                <a:gd name="T7" fmla="*/ 4 h 628"/>
                <a:gd name="T8" fmla="*/ 1 w 382"/>
                <a:gd name="T9" fmla="*/ 4 h 628"/>
                <a:gd name="T10" fmla="*/ 1 w 382"/>
                <a:gd name="T11" fmla="*/ 3 h 628"/>
                <a:gd name="T12" fmla="*/ 1 w 382"/>
                <a:gd name="T13" fmla="*/ 3 h 628"/>
                <a:gd name="T14" fmla="*/ 1 w 382"/>
                <a:gd name="T15" fmla="*/ 3 h 628"/>
                <a:gd name="T16" fmla="*/ 1 w 382"/>
                <a:gd name="T17" fmla="*/ 3 h 628"/>
                <a:gd name="T18" fmla="*/ 1 w 382"/>
                <a:gd name="T19" fmla="*/ 2 h 628"/>
                <a:gd name="T20" fmla="*/ 2 w 382"/>
                <a:gd name="T21" fmla="*/ 2 h 628"/>
                <a:gd name="T22" fmla="*/ 2 w 382"/>
                <a:gd name="T23" fmla="*/ 2 h 628"/>
                <a:gd name="T24" fmla="*/ 2 w 382"/>
                <a:gd name="T25" fmla="*/ 2 h 628"/>
                <a:gd name="T26" fmla="*/ 2 w 382"/>
                <a:gd name="T27" fmla="*/ 1 h 628"/>
                <a:gd name="T28" fmla="*/ 2 w 382"/>
                <a:gd name="T29" fmla="*/ 1 h 628"/>
                <a:gd name="T30" fmla="*/ 3 w 382"/>
                <a:gd name="T31" fmla="*/ 1 h 628"/>
                <a:gd name="T32" fmla="*/ 3 w 382"/>
                <a:gd name="T33" fmla="*/ 1 h 628"/>
                <a:gd name="T34" fmla="*/ 3 w 382"/>
                <a:gd name="T35" fmla="*/ 1 h 628"/>
                <a:gd name="T36" fmla="*/ 3 w 382"/>
                <a:gd name="T37" fmla="*/ 0 h 628"/>
                <a:gd name="T38" fmla="*/ 2 w 382"/>
                <a:gd name="T39" fmla="*/ 0 h 628"/>
                <a:gd name="T40" fmla="*/ 2 w 382"/>
                <a:gd name="T41" fmla="*/ 0 h 628"/>
                <a:gd name="T42" fmla="*/ 2 w 382"/>
                <a:gd name="T43" fmla="*/ 1 h 628"/>
                <a:gd name="T44" fmla="*/ 2 w 382"/>
                <a:gd name="T45" fmla="*/ 1 h 628"/>
                <a:gd name="T46" fmla="*/ 1 w 382"/>
                <a:gd name="T47" fmla="*/ 1 h 628"/>
                <a:gd name="T48" fmla="*/ 1 w 382"/>
                <a:gd name="T49" fmla="*/ 1 h 628"/>
                <a:gd name="T50" fmla="*/ 1 w 382"/>
                <a:gd name="T51" fmla="*/ 2 h 628"/>
                <a:gd name="T52" fmla="*/ 1 w 382"/>
                <a:gd name="T53" fmla="*/ 2 h 628"/>
                <a:gd name="T54" fmla="*/ 1 w 382"/>
                <a:gd name="T55" fmla="*/ 2 h 628"/>
                <a:gd name="T56" fmla="*/ 0 w 382"/>
                <a:gd name="T57" fmla="*/ 3 h 628"/>
                <a:gd name="T58" fmla="*/ 0 w 382"/>
                <a:gd name="T59" fmla="*/ 3 h 628"/>
                <a:gd name="T60" fmla="*/ 0 w 382"/>
                <a:gd name="T61" fmla="*/ 3 h 628"/>
                <a:gd name="T62" fmla="*/ 0 w 382"/>
                <a:gd name="T63" fmla="*/ 4 h 628"/>
                <a:gd name="T64" fmla="*/ 0 w 382"/>
                <a:gd name="T65" fmla="*/ 4 h 628"/>
                <a:gd name="T66" fmla="*/ 0 w 382"/>
                <a:gd name="T67" fmla="*/ 4 h 628"/>
                <a:gd name="T68" fmla="*/ 0 w 382"/>
                <a:gd name="T69" fmla="*/ 5 h 628"/>
                <a:gd name="T70" fmla="*/ 0 w 382"/>
                <a:gd name="T71" fmla="*/ 5 h 628"/>
                <a:gd name="T72" fmla="*/ 0 w 382"/>
                <a:gd name="T73" fmla="*/ 5 h 628"/>
                <a:gd name="T74" fmla="*/ 0 w 382"/>
                <a:gd name="T75" fmla="*/ 5 h 628"/>
                <a:gd name="T76" fmla="*/ 0 w 382"/>
                <a:gd name="T77" fmla="*/ 5 h 628"/>
                <a:gd name="T78" fmla="*/ 0 w 382"/>
                <a:gd name="T79" fmla="*/ 5 h 628"/>
                <a:gd name="T80" fmla="*/ 0 w 382"/>
                <a:gd name="T81" fmla="*/ 5 h 628"/>
                <a:gd name="T82" fmla="*/ 1 w 382"/>
                <a:gd name="T83" fmla="*/ 5 h 628"/>
                <a:gd name="T84" fmla="*/ 1 w 382"/>
                <a:gd name="T85" fmla="*/ 5 h 628"/>
                <a:gd name="T86" fmla="*/ 1 w 382"/>
                <a:gd name="T87" fmla="*/ 5 h 628"/>
                <a:gd name="T88" fmla="*/ 1 w 382"/>
                <a:gd name="T89" fmla="*/ 5 h 628"/>
                <a:gd name="T90" fmla="*/ 1 w 382"/>
                <a:gd name="T91" fmla="*/ 5 h 628"/>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382"/>
                <a:gd name="T139" fmla="*/ 0 h 628"/>
                <a:gd name="T140" fmla="*/ 382 w 382"/>
                <a:gd name="T141" fmla="*/ 628 h 628"/>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382" h="628">
                  <a:moveTo>
                    <a:pt x="94" y="581"/>
                  </a:moveTo>
                  <a:lnTo>
                    <a:pt x="94" y="582"/>
                  </a:lnTo>
                  <a:lnTo>
                    <a:pt x="96" y="541"/>
                  </a:lnTo>
                  <a:lnTo>
                    <a:pt x="99" y="500"/>
                  </a:lnTo>
                  <a:lnTo>
                    <a:pt x="106" y="463"/>
                  </a:lnTo>
                  <a:lnTo>
                    <a:pt x="115" y="424"/>
                  </a:lnTo>
                  <a:lnTo>
                    <a:pt x="127" y="389"/>
                  </a:lnTo>
                  <a:lnTo>
                    <a:pt x="140" y="353"/>
                  </a:lnTo>
                  <a:lnTo>
                    <a:pt x="156" y="320"/>
                  </a:lnTo>
                  <a:lnTo>
                    <a:pt x="173" y="287"/>
                  </a:lnTo>
                  <a:lnTo>
                    <a:pt x="193" y="255"/>
                  </a:lnTo>
                  <a:lnTo>
                    <a:pt x="214" y="226"/>
                  </a:lnTo>
                  <a:lnTo>
                    <a:pt x="238" y="198"/>
                  </a:lnTo>
                  <a:lnTo>
                    <a:pt x="263" y="172"/>
                  </a:lnTo>
                  <a:lnTo>
                    <a:pt x="290" y="146"/>
                  </a:lnTo>
                  <a:lnTo>
                    <a:pt x="318" y="122"/>
                  </a:lnTo>
                  <a:lnTo>
                    <a:pt x="349" y="101"/>
                  </a:lnTo>
                  <a:lnTo>
                    <a:pt x="382" y="82"/>
                  </a:lnTo>
                  <a:lnTo>
                    <a:pt x="335" y="0"/>
                  </a:lnTo>
                  <a:lnTo>
                    <a:pt x="297" y="23"/>
                  </a:lnTo>
                  <a:lnTo>
                    <a:pt x="262" y="49"/>
                  </a:lnTo>
                  <a:lnTo>
                    <a:pt x="229" y="76"/>
                  </a:lnTo>
                  <a:lnTo>
                    <a:pt x="198" y="104"/>
                  </a:lnTo>
                  <a:lnTo>
                    <a:pt x="167" y="137"/>
                  </a:lnTo>
                  <a:lnTo>
                    <a:pt x="142" y="170"/>
                  </a:lnTo>
                  <a:lnTo>
                    <a:pt x="116" y="204"/>
                  </a:lnTo>
                  <a:lnTo>
                    <a:pt x="94" y="240"/>
                  </a:lnTo>
                  <a:lnTo>
                    <a:pt x="74" y="278"/>
                  </a:lnTo>
                  <a:lnTo>
                    <a:pt x="54" y="317"/>
                  </a:lnTo>
                  <a:lnTo>
                    <a:pt x="38" y="359"/>
                  </a:lnTo>
                  <a:lnTo>
                    <a:pt x="26" y="401"/>
                  </a:lnTo>
                  <a:lnTo>
                    <a:pt x="15" y="444"/>
                  </a:lnTo>
                  <a:lnTo>
                    <a:pt x="8" y="489"/>
                  </a:lnTo>
                  <a:lnTo>
                    <a:pt x="2" y="534"/>
                  </a:lnTo>
                  <a:lnTo>
                    <a:pt x="0" y="580"/>
                  </a:lnTo>
                  <a:lnTo>
                    <a:pt x="0" y="581"/>
                  </a:lnTo>
                  <a:lnTo>
                    <a:pt x="0" y="580"/>
                  </a:lnTo>
                  <a:lnTo>
                    <a:pt x="3" y="600"/>
                  </a:lnTo>
                  <a:lnTo>
                    <a:pt x="14" y="615"/>
                  </a:lnTo>
                  <a:lnTo>
                    <a:pt x="29" y="625"/>
                  </a:lnTo>
                  <a:lnTo>
                    <a:pt x="45" y="628"/>
                  </a:lnTo>
                  <a:lnTo>
                    <a:pt x="63" y="626"/>
                  </a:lnTo>
                  <a:lnTo>
                    <a:pt x="78" y="616"/>
                  </a:lnTo>
                  <a:lnTo>
                    <a:pt x="89" y="602"/>
                  </a:lnTo>
                  <a:lnTo>
                    <a:pt x="94" y="582"/>
                  </a:lnTo>
                  <a:lnTo>
                    <a:pt x="94" y="5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7040" name="Freeform 51"/>
            <p:cNvSpPr>
              <a:spLocks/>
            </p:cNvSpPr>
            <p:nvPr/>
          </p:nvSpPr>
          <p:spPr bwMode="auto">
            <a:xfrm>
              <a:off x="868" y="1712"/>
              <a:ext cx="19" cy="364"/>
            </a:xfrm>
            <a:custGeom>
              <a:avLst/>
              <a:gdLst>
                <a:gd name="T0" fmla="*/ 1 w 94"/>
                <a:gd name="T1" fmla="*/ 14 h 1818"/>
                <a:gd name="T2" fmla="*/ 1 w 94"/>
                <a:gd name="T3" fmla="*/ 14 h 1818"/>
                <a:gd name="T4" fmla="*/ 1 w 94"/>
                <a:gd name="T5" fmla="*/ 0 h 1818"/>
                <a:gd name="T6" fmla="*/ 0 w 94"/>
                <a:gd name="T7" fmla="*/ 0 h 1818"/>
                <a:gd name="T8" fmla="*/ 0 w 94"/>
                <a:gd name="T9" fmla="*/ 14 h 1818"/>
                <a:gd name="T10" fmla="*/ 0 w 94"/>
                <a:gd name="T11" fmla="*/ 14 h 1818"/>
                <a:gd name="T12" fmla="*/ 0 w 94"/>
                <a:gd name="T13" fmla="*/ 14 h 1818"/>
                <a:gd name="T14" fmla="*/ 0 w 94"/>
                <a:gd name="T15" fmla="*/ 14 h 1818"/>
                <a:gd name="T16" fmla="*/ 0 w 94"/>
                <a:gd name="T17" fmla="*/ 14 h 1818"/>
                <a:gd name="T18" fmla="*/ 0 w 94"/>
                <a:gd name="T19" fmla="*/ 15 h 1818"/>
                <a:gd name="T20" fmla="*/ 0 w 94"/>
                <a:gd name="T21" fmla="*/ 15 h 1818"/>
                <a:gd name="T22" fmla="*/ 1 w 94"/>
                <a:gd name="T23" fmla="*/ 15 h 1818"/>
                <a:gd name="T24" fmla="*/ 1 w 94"/>
                <a:gd name="T25" fmla="*/ 14 h 1818"/>
                <a:gd name="T26" fmla="*/ 1 w 94"/>
                <a:gd name="T27" fmla="*/ 14 h 1818"/>
                <a:gd name="T28" fmla="*/ 1 w 94"/>
                <a:gd name="T29" fmla="*/ 14 h 1818"/>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94"/>
                <a:gd name="T46" fmla="*/ 0 h 1818"/>
                <a:gd name="T47" fmla="*/ 94 w 94"/>
                <a:gd name="T48" fmla="*/ 1818 h 1818"/>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94" h="1818">
                  <a:moveTo>
                    <a:pt x="94" y="1771"/>
                  </a:moveTo>
                  <a:lnTo>
                    <a:pt x="94" y="1771"/>
                  </a:lnTo>
                  <a:lnTo>
                    <a:pt x="94" y="0"/>
                  </a:lnTo>
                  <a:lnTo>
                    <a:pt x="0" y="0"/>
                  </a:lnTo>
                  <a:lnTo>
                    <a:pt x="0" y="1771"/>
                  </a:lnTo>
                  <a:lnTo>
                    <a:pt x="3" y="1791"/>
                  </a:lnTo>
                  <a:lnTo>
                    <a:pt x="15" y="1806"/>
                  </a:lnTo>
                  <a:lnTo>
                    <a:pt x="29" y="1814"/>
                  </a:lnTo>
                  <a:lnTo>
                    <a:pt x="47" y="1818"/>
                  </a:lnTo>
                  <a:lnTo>
                    <a:pt x="64" y="1814"/>
                  </a:lnTo>
                  <a:lnTo>
                    <a:pt x="79" y="1806"/>
                  </a:lnTo>
                  <a:lnTo>
                    <a:pt x="90" y="1791"/>
                  </a:lnTo>
                  <a:lnTo>
                    <a:pt x="94" y="17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7041" name="Freeform 52"/>
            <p:cNvSpPr>
              <a:spLocks/>
            </p:cNvSpPr>
            <p:nvPr/>
          </p:nvSpPr>
          <p:spPr bwMode="auto">
            <a:xfrm>
              <a:off x="868" y="2067"/>
              <a:ext cx="90" cy="160"/>
            </a:xfrm>
            <a:custGeom>
              <a:avLst/>
              <a:gdLst>
                <a:gd name="T0" fmla="*/ 3 w 449"/>
                <a:gd name="T1" fmla="*/ 6 h 803"/>
                <a:gd name="T2" fmla="*/ 3 w 449"/>
                <a:gd name="T3" fmla="*/ 6 h 803"/>
                <a:gd name="T4" fmla="*/ 3 w 449"/>
                <a:gd name="T5" fmla="*/ 5 h 803"/>
                <a:gd name="T6" fmla="*/ 3 w 449"/>
                <a:gd name="T7" fmla="*/ 5 h 803"/>
                <a:gd name="T8" fmla="*/ 3 w 449"/>
                <a:gd name="T9" fmla="*/ 5 h 803"/>
                <a:gd name="T10" fmla="*/ 2 w 449"/>
                <a:gd name="T11" fmla="*/ 5 h 803"/>
                <a:gd name="T12" fmla="*/ 2 w 449"/>
                <a:gd name="T13" fmla="*/ 4 h 803"/>
                <a:gd name="T14" fmla="*/ 2 w 449"/>
                <a:gd name="T15" fmla="*/ 4 h 803"/>
                <a:gd name="T16" fmla="*/ 2 w 449"/>
                <a:gd name="T17" fmla="*/ 4 h 803"/>
                <a:gd name="T18" fmla="*/ 2 w 449"/>
                <a:gd name="T19" fmla="*/ 3 h 803"/>
                <a:gd name="T20" fmla="*/ 1 w 449"/>
                <a:gd name="T21" fmla="*/ 3 h 803"/>
                <a:gd name="T22" fmla="*/ 1 w 449"/>
                <a:gd name="T23" fmla="*/ 2 h 803"/>
                <a:gd name="T24" fmla="*/ 1 w 449"/>
                <a:gd name="T25" fmla="*/ 2 h 803"/>
                <a:gd name="T26" fmla="*/ 1 w 449"/>
                <a:gd name="T27" fmla="*/ 2 h 803"/>
                <a:gd name="T28" fmla="*/ 1 w 449"/>
                <a:gd name="T29" fmla="*/ 1 h 803"/>
                <a:gd name="T30" fmla="*/ 1 w 449"/>
                <a:gd name="T31" fmla="*/ 1 h 803"/>
                <a:gd name="T32" fmla="*/ 1 w 449"/>
                <a:gd name="T33" fmla="*/ 0 h 803"/>
                <a:gd name="T34" fmla="*/ 1 w 449"/>
                <a:gd name="T35" fmla="*/ 0 h 803"/>
                <a:gd name="T36" fmla="*/ 0 w 449"/>
                <a:gd name="T37" fmla="*/ 0 h 803"/>
                <a:gd name="T38" fmla="*/ 0 w 449"/>
                <a:gd name="T39" fmla="*/ 0 h 803"/>
                <a:gd name="T40" fmla="*/ 0 w 449"/>
                <a:gd name="T41" fmla="*/ 1 h 803"/>
                <a:gd name="T42" fmla="*/ 0 w 449"/>
                <a:gd name="T43" fmla="*/ 1 h 803"/>
                <a:gd name="T44" fmla="*/ 0 w 449"/>
                <a:gd name="T45" fmla="*/ 2 h 803"/>
                <a:gd name="T46" fmla="*/ 0 w 449"/>
                <a:gd name="T47" fmla="*/ 2 h 803"/>
                <a:gd name="T48" fmla="*/ 0 w 449"/>
                <a:gd name="T49" fmla="*/ 3 h 803"/>
                <a:gd name="T50" fmla="*/ 1 w 449"/>
                <a:gd name="T51" fmla="*/ 3 h 803"/>
                <a:gd name="T52" fmla="*/ 1 w 449"/>
                <a:gd name="T53" fmla="*/ 4 h 803"/>
                <a:gd name="T54" fmla="*/ 1 w 449"/>
                <a:gd name="T55" fmla="*/ 4 h 803"/>
                <a:gd name="T56" fmla="*/ 1 w 449"/>
                <a:gd name="T57" fmla="*/ 4 h 803"/>
                <a:gd name="T58" fmla="*/ 2 w 449"/>
                <a:gd name="T59" fmla="*/ 5 h 803"/>
                <a:gd name="T60" fmla="*/ 2 w 449"/>
                <a:gd name="T61" fmla="*/ 5 h 803"/>
                <a:gd name="T62" fmla="*/ 2 w 449"/>
                <a:gd name="T63" fmla="*/ 5 h 803"/>
                <a:gd name="T64" fmla="*/ 2 w 449"/>
                <a:gd name="T65" fmla="*/ 6 h 803"/>
                <a:gd name="T66" fmla="*/ 3 w 449"/>
                <a:gd name="T67" fmla="*/ 6 h 803"/>
                <a:gd name="T68" fmla="*/ 3 w 449"/>
                <a:gd name="T69" fmla="*/ 6 h 803"/>
                <a:gd name="T70" fmla="*/ 3 w 449"/>
                <a:gd name="T71" fmla="*/ 6 h 803"/>
                <a:gd name="T72" fmla="*/ 3 w 449"/>
                <a:gd name="T73" fmla="*/ 6 h 803"/>
                <a:gd name="T74" fmla="*/ 3 w 449"/>
                <a:gd name="T75" fmla="*/ 6 h 803"/>
                <a:gd name="T76" fmla="*/ 3 w 449"/>
                <a:gd name="T77" fmla="*/ 6 h 803"/>
                <a:gd name="T78" fmla="*/ 3 w 449"/>
                <a:gd name="T79" fmla="*/ 6 h 803"/>
                <a:gd name="T80" fmla="*/ 4 w 449"/>
                <a:gd name="T81" fmla="*/ 6 h 803"/>
                <a:gd name="T82" fmla="*/ 4 w 449"/>
                <a:gd name="T83" fmla="*/ 6 h 803"/>
                <a:gd name="T84" fmla="*/ 4 w 449"/>
                <a:gd name="T85" fmla="*/ 6 h 803"/>
                <a:gd name="T86" fmla="*/ 4 w 449"/>
                <a:gd name="T87" fmla="*/ 6 h 803"/>
                <a:gd name="T88" fmla="*/ 3 w 449"/>
                <a:gd name="T89" fmla="*/ 6 h 803"/>
                <a:gd name="T90" fmla="*/ 3 w 449"/>
                <a:gd name="T91" fmla="*/ 6 h 80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449"/>
                <a:gd name="T139" fmla="*/ 0 h 803"/>
                <a:gd name="T140" fmla="*/ 449 w 449"/>
                <a:gd name="T141" fmla="*/ 803 h 80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449" h="803">
                  <a:moveTo>
                    <a:pt x="426" y="717"/>
                  </a:moveTo>
                  <a:lnTo>
                    <a:pt x="427" y="717"/>
                  </a:lnTo>
                  <a:lnTo>
                    <a:pt x="395" y="693"/>
                  </a:lnTo>
                  <a:lnTo>
                    <a:pt x="361" y="662"/>
                  </a:lnTo>
                  <a:lnTo>
                    <a:pt x="329" y="628"/>
                  </a:lnTo>
                  <a:lnTo>
                    <a:pt x="299" y="591"/>
                  </a:lnTo>
                  <a:lnTo>
                    <a:pt x="269" y="551"/>
                  </a:lnTo>
                  <a:lnTo>
                    <a:pt x="241" y="507"/>
                  </a:lnTo>
                  <a:lnTo>
                    <a:pt x="215" y="460"/>
                  </a:lnTo>
                  <a:lnTo>
                    <a:pt x="191" y="412"/>
                  </a:lnTo>
                  <a:lnTo>
                    <a:pt x="170" y="363"/>
                  </a:lnTo>
                  <a:lnTo>
                    <a:pt x="151" y="312"/>
                  </a:lnTo>
                  <a:lnTo>
                    <a:pt x="133" y="259"/>
                  </a:lnTo>
                  <a:lnTo>
                    <a:pt x="119" y="207"/>
                  </a:lnTo>
                  <a:lnTo>
                    <a:pt x="108" y="156"/>
                  </a:lnTo>
                  <a:lnTo>
                    <a:pt x="101" y="103"/>
                  </a:lnTo>
                  <a:lnTo>
                    <a:pt x="96" y="51"/>
                  </a:lnTo>
                  <a:lnTo>
                    <a:pt x="94" y="0"/>
                  </a:lnTo>
                  <a:lnTo>
                    <a:pt x="0" y="0"/>
                  </a:lnTo>
                  <a:lnTo>
                    <a:pt x="2" y="56"/>
                  </a:lnTo>
                  <a:lnTo>
                    <a:pt x="7" y="115"/>
                  </a:lnTo>
                  <a:lnTo>
                    <a:pt x="16" y="172"/>
                  </a:lnTo>
                  <a:lnTo>
                    <a:pt x="28" y="231"/>
                  </a:lnTo>
                  <a:lnTo>
                    <a:pt x="44" y="287"/>
                  </a:lnTo>
                  <a:lnTo>
                    <a:pt x="62" y="342"/>
                  </a:lnTo>
                  <a:lnTo>
                    <a:pt x="83" y="398"/>
                  </a:lnTo>
                  <a:lnTo>
                    <a:pt x="106" y="452"/>
                  </a:lnTo>
                  <a:lnTo>
                    <a:pt x="133" y="505"/>
                  </a:lnTo>
                  <a:lnTo>
                    <a:pt x="161" y="554"/>
                  </a:lnTo>
                  <a:lnTo>
                    <a:pt x="192" y="602"/>
                  </a:lnTo>
                  <a:lnTo>
                    <a:pt x="224" y="647"/>
                  </a:lnTo>
                  <a:lnTo>
                    <a:pt x="259" y="689"/>
                  </a:lnTo>
                  <a:lnTo>
                    <a:pt x="295" y="728"/>
                  </a:lnTo>
                  <a:lnTo>
                    <a:pt x="334" y="763"/>
                  </a:lnTo>
                  <a:lnTo>
                    <a:pt x="374" y="795"/>
                  </a:lnTo>
                  <a:lnTo>
                    <a:pt x="375" y="795"/>
                  </a:lnTo>
                  <a:lnTo>
                    <a:pt x="374" y="795"/>
                  </a:lnTo>
                  <a:lnTo>
                    <a:pt x="392" y="803"/>
                  </a:lnTo>
                  <a:lnTo>
                    <a:pt x="411" y="803"/>
                  </a:lnTo>
                  <a:lnTo>
                    <a:pt x="426" y="795"/>
                  </a:lnTo>
                  <a:lnTo>
                    <a:pt x="439" y="782"/>
                  </a:lnTo>
                  <a:lnTo>
                    <a:pt x="446" y="766"/>
                  </a:lnTo>
                  <a:lnTo>
                    <a:pt x="449" y="749"/>
                  </a:lnTo>
                  <a:lnTo>
                    <a:pt x="441" y="732"/>
                  </a:lnTo>
                  <a:lnTo>
                    <a:pt x="427" y="717"/>
                  </a:lnTo>
                  <a:lnTo>
                    <a:pt x="426" y="71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7042" name="Freeform 53"/>
            <p:cNvSpPr>
              <a:spLocks/>
            </p:cNvSpPr>
            <p:nvPr/>
          </p:nvSpPr>
          <p:spPr bwMode="auto">
            <a:xfrm>
              <a:off x="883" y="1673"/>
              <a:ext cx="379" cy="690"/>
            </a:xfrm>
            <a:custGeom>
              <a:avLst/>
              <a:gdLst>
                <a:gd name="T0" fmla="*/ 12 w 1897"/>
                <a:gd name="T1" fmla="*/ 6 h 3450"/>
                <a:gd name="T2" fmla="*/ 13 w 1897"/>
                <a:gd name="T3" fmla="*/ 7 h 3450"/>
                <a:gd name="T4" fmla="*/ 13 w 1897"/>
                <a:gd name="T5" fmla="*/ 7 h 3450"/>
                <a:gd name="T6" fmla="*/ 14 w 1897"/>
                <a:gd name="T7" fmla="*/ 8 h 3450"/>
                <a:gd name="T8" fmla="*/ 14 w 1897"/>
                <a:gd name="T9" fmla="*/ 9 h 3450"/>
                <a:gd name="T10" fmla="*/ 15 w 1897"/>
                <a:gd name="T11" fmla="*/ 10 h 3450"/>
                <a:gd name="T12" fmla="*/ 15 w 1897"/>
                <a:gd name="T13" fmla="*/ 11 h 3450"/>
                <a:gd name="T14" fmla="*/ 15 w 1897"/>
                <a:gd name="T15" fmla="*/ 11 h 3450"/>
                <a:gd name="T16" fmla="*/ 15 w 1897"/>
                <a:gd name="T17" fmla="*/ 12 h 3450"/>
                <a:gd name="T18" fmla="*/ 15 w 1897"/>
                <a:gd name="T19" fmla="*/ 26 h 3450"/>
                <a:gd name="T20" fmla="*/ 15 w 1897"/>
                <a:gd name="T21" fmla="*/ 26 h 3450"/>
                <a:gd name="T22" fmla="*/ 15 w 1897"/>
                <a:gd name="T23" fmla="*/ 27 h 3450"/>
                <a:gd name="T24" fmla="*/ 15 w 1897"/>
                <a:gd name="T25" fmla="*/ 27 h 3450"/>
                <a:gd name="T26" fmla="*/ 14 w 1897"/>
                <a:gd name="T27" fmla="*/ 27 h 3450"/>
                <a:gd name="T28" fmla="*/ 14 w 1897"/>
                <a:gd name="T29" fmla="*/ 28 h 3450"/>
                <a:gd name="T30" fmla="*/ 13 w 1897"/>
                <a:gd name="T31" fmla="*/ 28 h 3450"/>
                <a:gd name="T32" fmla="*/ 13 w 1897"/>
                <a:gd name="T33" fmla="*/ 27 h 3450"/>
                <a:gd name="T34" fmla="*/ 3 w 1897"/>
                <a:gd name="T35" fmla="*/ 21 h 3450"/>
                <a:gd name="T36" fmla="*/ 2 w 1897"/>
                <a:gd name="T37" fmla="*/ 21 h 3450"/>
                <a:gd name="T38" fmla="*/ 2 w 1897"/>
                <a:gd name="T39" fmla="*/ 20 h 3450"/>
                <a:gd name="T40" fmla="*/ 1 w 1897"/>
                <a:gd name="T41" fmla="*/ 19 h 3450"/>
                <a:gd name="T42" fmla="*/ 1 w 1897"/>
                <a:gd name="T43" fmla="*/ 19 h 3450"/>
                <a:gd name="T44" fmla="*/ 0 w 1897"/>
                <a:gd name="T45" fmla="*/ 18 h 3450"/>
                <a:gd name="T46" fmla="*/ 0 w 1897"/>
                <a:gd name="T47" fmla="*/ 17 h 3450"/>
                <a:gd name="T48" fmla="*/ 0 w 1897"/>
                <a:gd name="T49" fmla="*/ 16 h 3450"/>
                <a:gd name="T50" fmla="*/ 0 w 1897"/>
                <a:gd name="T51" fmla="*/ 15 h 3450"/>
                <a:gd name="T52" fmla="*/ 0 w 1897"/>
                <a:gd name="T53" fmla="*/ 2 h 3450"/>
                <a:gd name="T54" fmla="*/ 0 w 1897"/>
                <a:gd name="T55" fmla="*/ 1 h 3450"/>
                <a:gd name="T56" fmla="*/ 0 w 1897"/>
                <a:gd name="T57" fmla="*/ 1 h 3450"/>
                <a:gd name="T58" fmla="*/ 1 w 1897"/>
                <a:gd name="T59" fmla="*/ 0 h 3450"/>
                <a:gd name="T60" fmla="*/ 1 w 1897"/>
                <a:gd name="T61" fmla="*/ 0 h 3450"/>
                <a:gd name="T62" fmla="*/ 1 w 1897"/>
                <a:gd name="T63" fmla="*/ 0 h 3450"/>
                <a:gd name="T64" fmla="*/ 2 w 1897"/>
                <a:gd name="T65" fmla="*/ 0 h 3450"/>
                <a:gd name="T66" fmla="*/ 3 w 1897"/>
                <a:gd name="T67" fmla="*/ 0 h 3450"/>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897"/>
                <a:gd name="T103" fmla="*/ 0 h 3450"/>
                <a:gd name="T104" fmla="*/ 1897 w 1897"/>
                <a:gd name="T105" fmla="*/ 3450 h 3450"/>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897" h="3450">
                  <a:moveTo>
                    <a:pt x="357" y="49"/>
                  </a:moveTo>
                  <a:lnTo>
                    <a:pt x="1542" y="806"/>
                  </a:lnTo>
                  <a:lnTo>
                    <a:pt x="1579" y="832"/>
                  </a:lnTo>
                  <a:lnTo>
                    <a:pt x="1614" y="861"/>
                  </a:lnTo>
                  <a:lnTo>
                    <a:pt x="1648" y="895"/>
                  </a:lnTo>
                  <a:lnTo>
                    <a:pt x="1681" y="933"/>
                  </a:lnTo>
                  <a:lnTo>
                    <a:pt x="1711" y="973"/>
                  </a:lnTo>
                  <a:lnTo>
                    <a:pt x="1740" y="1016"/>
                  </a:lnTo>
                  <a:lnTo>
                    <a:pt x="1768" y="1062"/>
                  </a:lnTo>
                  <a:lnTo>
                    <a:pt x="1793" y="1109"/>
                  </a:lnTo>
                  <a:lnTo>
                    <a:pt x="1816" y="1158"/>
                  </a:lnTo>
                  <a:lnTo>
                    <a:pt x="1836" y="1208"/>
                  </a:lnTo>
                  <a:lnTo>
                    <a:pt x="1854" y="1260"/>
                  </a:lnTo>
                  <a:lnTo>
                    <a:pt x="1869" y="1313"/>
                  </a:lnTo>
                  <a:lnTo>
                    <a:pt x="1881" y="1364"/>
                  </a:lnTo>
                  <a:lnTo>
                    <a:pt x="1890" y="1417"/>
                  </a:lnTo>
                  <a:lnTo>
                    <a:pt x="1895" y="1469"/>
                  </a:lnTo>
                  <a:lnTo>
                    <a:pt x="1897" y="1519"/>
                  </a:lnTo>
                  <a:lnTo>
                    <a:pt x="1897" y="3142"/>
                  </a:lnTo>
                  <a:lnTo>
                    <a:pt x="1895" y="3190"/>
                  </a:lnTo>
                  <a:lnTo>
                    <a:pt x="1890" y="3235"/>
                  </a:lnTo>
                  <a:lnTo>
                    <a:pt x="1881" y="3276"/>
                  </a:lnTo>
                  <a:lnTo>
                    <a:pt x="1869" y="3313"/>
                  </a:lnTo>
                  <a:lnTo>
                    <a:pt x="1854" y="3346"/>
                  </a:lnTo>
                  <a:lnTo>
                    <a:pt x="1836" y="3375"/>
                  </a:lnTo>
                  <a:lnTo>
                    <a:pt x="1816" y="3398"/>
                  </a:lnTo>
                  <a:lnTo>
                    <a:pt x="1793" y="3418"/>
                  </a:lnTo>
                  <a:lnTo>
                    <a:pt x="1768" y="3434"/>
                  </a:lnTo>
                  <a:lnTo>
                    <a:pt x="1740" y="3444"/>
                  </a:lnTo>
                  <a:lnTo>
                    <a:pt x="1711" y="3450"/>
                  </a:lnTo>
                  <a:lnTo>
                    <a:pt x="1681" y="3450"/>
                  </a:lnTo>
                  <a:lnTo>
                    <a:pt x="1648" y="3445"/>
                  </a:lnTo>
                  <a:lnTo>
                    <a:pt x="1614" y="3436"/>
                  </a:lnTo>
                  <a:lnTo>
                    <a:pt x="1579" y="3421"/>
                  </a:lnTo>
                  <a:lnTo>
                    <a:pt x="1542" y="3400"/>
                  </a:lnTo>
                  <a:lnTo>
                    <a:pt x="357" y="2643"/>
                  </a:lnTo>
                  <a:lnTo>
                    <a:pt x="320" y="2618"/>
                  </a:lnTo>
                  <a:lnTo>
                    <a:pt x="285" y="2588"/>
                  </a:lnTo>
                  <a:lnTo>
                    <a:pt x="251" y="2554"/>
                  </a:lnTo>
                  <a:lnTo>
                    <a:pt x="218" y="2517"/>
                  </a:lnTo>
                  <a:lnTo>
                    <a:pt x="187" y="2477"/>
                  </a:lnTo>
                  <a:lnTo>
                    <a:pt x="157" y="2433"/>
                  </a:lnTo>
                  <a:lnTo>
                    <a:pt x="130" y="2388"/>
                  </a:lnTo>
                  <a:lnTo>
                    <a:pt x="105" y="2341"/>
                  </a:lnTo>
                  <a:lnTo>
                    <a:pt x="81" y="2292"/>
                  </a:lnTo>
                  <a:lnTo>
                    <a:pt x="61" y="2241"/>
                  </a:lnTo>
                  <a:lnTo>
                    <a:pt x="44" y="2190"/>
                  </a:lnTo>
                  <a:lnTo>
                    <a:pt x="29" y="2138"/>
                  </a:lnTo>
                  <a:lnTo>
                    <a:pt x="17" y="2085"/>
                  </a:lnTo>
                  <a:lnTo>
                    <a:pt x="7" y="2033"/>
                  </a:lnTo>
                  <a:lnTo>
                    <a:pt x="3" y="1981"/>
                  </a:lnTo>
                  <a:lnTo>
                    <a:pt x="0" y="1931"/>
                  </a:lnTo>
                  <a:lnTo>
                    <a:pt x="0" y="308"/>
                  </a:lnTo>
                  <a:lnTo>
                    <a:pt x="3" y="260"/>
                  </a:lnTo>
                  <a:lnTo>
                    <a:pt x="7" y="215"/>
                  </a:lnTo>
                  <a:lnTo>
                    <a:pt x="17" y="174"/>
                  </a:lnTo>
                  <a:lnTo>
                    <a:pt x="29" y="137"/>
                  </a:lnTo>
                  <a:lnTo>
                    <a:pt x="44" y="104"/>
                  </a:lnTo>
                  <a:lnTo>
                    <a:pt x="61" y="76"/>
                  </a:lnTo>
                  <a:lnTo>
                    <a:pt x="81" y="51"/>
                  </a:lnTo>
                  <a:lnTo>
                    <a:pt x="105" y="31"/>
                  </a:lnTo>
                  <a:lnTo>
                    <a:pt x="130" y="16"/>
                  </a:lnTo>
                  <a:lnTo>
                    <a:pt x="157" y="5"/>
                  </a:lnTo>
                  <a:lnTo>
                    <a:pt x="187" y="0"/>
                  </a:lnTo>
                  <a:lnTo>
                    <a:pt x="218" y="0"/>
                  </a:lnTo>
                  <a:lnTo>
                    <a:pt x="251" y="3"/>
                  </a:lnTo>
                  <a:lnTo>
                    <a:pt x="285" y="14"/>
                  </a:lnTo>
                  <a:lnTo>
                    <a:pt x="320" y="29"/>
                  </a:lnTo>
                  <a:lnTo>
                    <a:pt x="357" y="49"/>
                  </a:lnTo>
                  <a:close/>
                </a:path>
              </a:pathLst>
            </a:custGeom>
            <a:solidFill>
              <a:srgbClr val="BFBFB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7043" name="Freeform 54"/>
            <p:cNvSpPr>
              <a:spLocks/>
            </p:cNvSpPr>
            <p:nvPr/>
          </p:nvSpPr>
          <p:spPr bwMode="auto">
            <a:xfrm>
              <a:off x="1268" y="1663"/>
              <a:ext cx="393" cy="711"/>
            </a:xfrm>
            <a:custGeom>
              <a:avLst/>
              <a:gdLst>
                <a:gd name="T0" fmla="*/ 3 w 1962"/>
                <a:gd name="T1" fmla="*/ 7 h 3555"/>
                <a:gd name="T2" fmla="*/ 2 w 1962"/>
                <a:gd name="T3" fmla="*/ 7 h 3555"/>
                <a:gd name="T4" fmla="*/ 2 w 1962"/>
                <a:gd name="T5" fmla="*/ 8 h 3555"/>
                <a:gd name="T6" fmla="*/ 1 w 1962"/>
                <a:gd name="T7" fmla="*/ 8 h 3555"/>
                <a:gd name="T8" fmla="*/ 1 w 1962"/>
                <a:gd name="T9" fmla="*/ 9 h 3555"/>
                <a:gd name="T10" fmla="*/ 1 w 1962"/>
                <a:gd name="T11" fmla="*/ 10 h 3555"/>
                <a:gd name="T12" fmla="*/ 0 w 1962"/>
                <a:gd name="T13" fmla="*/ 11 h 3555"/>
                <a:gd name="T14" fmla="*/ 0 w 1962"/>
                <a:gd name="T15" fmla="*/ 12 h 3555"/>
                <a:gd name="T16" fmla="*/ 0 w 1962"/>
                <a:gd name="T17" fmla="*/ 13 h 3555"/>
                <a:gd name="T18" fmla="*/ 0 w 1962"/>
                <a:gd name="T19" fmla="*/ 26 h 3555"/>
                <a:gd name="T20" fmla="*/ 0 w 1962"/>
                <a:gd name="T21" fmla="*/ 27 h 3555"/>
                <a:gd name="T22" fmla="*/ 0 w 1962"/>
                <a:gd name="T23" fmla="*/ 28 h 3555"/>
                <a:gd name="T24" fmla="*/ 1 w 1962"/>
                <a:gd name="T25" fmla="*/ 28 h 3555"/>
                <a:gd name="T26" fmla="*/ 1 w 1962"/>
                <a:gd name="T27" fmla="*/ 28 h 3555"/>
                <a:gd name="T28" fmla="*/ 2 w 1962"/>
                <a:gd name="T29" fmla="*/ 28 h 3555"/>
                <a:gd name="T30" fmla="*/ 2 w 1962"/>
                <a:gd name="T31" fmla="*/ 28 h 3555"/>
                <a:gd name="T32" fmla="*/ 3 w 1962"/>
                <a:gd name="T33" fmla="*/ 28 h 3555"/>
                <a:gd name="T34" fmla="*/ 13 w 1962"/>
                <a:gd name="T35" fmla="*/ 22 h 3555"/>
                <a:gd name="T36" fmla="*/ 13 w 1962"/>
                <a:gd name="T37" fmla="*/ 21 h 3555"/>
                <a:gd name="T38" fmla="*/ 14 w 1962"/>
                <a:gd name="T39" fmla="*/ 21 h 3555"/>
                <a:gd name="T40" fmla="*/ 14 w 1962"/>
                <a:gd name="T41" fmla="*/ 20 h 3555"/>
                <a:gd name="T42" fmla="*/ 15 w 1962"/>
                <a:gd name="T43" fmla="*/ 19 h 3555"/>
                <a:gd name="T44" fmla="*/ 15 w 1962"/>
                <a:gd name="T45" fmla="*/ 18 h 3555"/>
                <a:gd name="T46" fmla="*/ 16 w 1962"/>
                <a:gd name="T47" fmla="*/ 18 h 3555"/>
                <a:gd name="T48" fmla="*/ 16 w 1962"/>
                <a:gd name="T49" fmla="*/ 17 h 3555"/>
                <a:gd name="T50" fmla="*/ 16 w 1962"/>
                <a:gd name="T51" fmla="*/ 16 h 3555"/>
                <a:gd name="T52" fmla="*/ 16 w 1962"/>
                <a:gd name="T53" fmla="*/ 2 h 3555"/>
                <a:gd name="T54" fmla="*/ 16 w 1962"/>
                <a:gd name="T55" fmla="*/ 1 h 3555"/>
                <a:gd name="T56" fmla="*/ 15 w 1962"/>
                <a:gd name="T57" fmla="*/ 1 h 3555"/>
                <a:gd name="T58" fmla="*/ 15 w 1962"/>
                <a:gd name="T59" fmla="*/ 0 h 3555"/>
                <a:gd name="T60" fmla="*/ 15 w 1962"/>
                <a:gd name="T61" fmla="*/ 0 h 3555"/>
                <a:gd name="T62" fmla="*/ 14 w 1962"/>
                <a:gd name="T63" fmla="*/ 0 h 3555"/>
                <a:gd name="T64" fmla="*/ 14 w 1962"/>
                <a:gd name="T65" fmla="*/ 0 h 3555"/>
                <a:gd name="T66" fmla="*/ 13 w 1962"/>
                <a:gd name="T67" fmla="*/ 0 h 3555"/>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962"/>
                <a:gd name="T103" fmla="*/ 0 h 3555"/>
                <a:gd name="T104" fmla="*/ 1962 w 1962"/>
                <a:gd name="T105" fmla="*/ 3555 h 3555"/>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962" h="3555">
                  <a:moveTo>
                    <a:pt x="1594" y="50"/>
                  </a:moveTo>
                  <a:lnTo>
                    <a:pt x="368" y="831"/>
                  </a:lnTo>
                  <a:lnTo>
                    <a:pt x="330" y="858"/>
                  </a:lnTo>
                  <a:lnTo>
                    <a:pt x="294" y="888"/>
                  </a:lnTo>
                  <a:lnTo>
                    <a:pt x="259" y="922"/>
                  </a:lnTo>
                  <a:lnTo>
                    <a:pt x="225" y="961"/>
                  </a:lnTo>
                  <a:lnTo>
                    <a:pt x="193" y="1003"/>
                  </a:lnTo>
                  <a:lnTo>
                    <a:pt x="163" y="1047"/>
                  </a:lnTo>
                  <a:lnTo>
                    <a:pt x="133" y="1094"/>
                  </a:lnTo>
                  <a:lnTo>
                    <a:pt x="108" y="1143"/>
                  </a:lnTo>
                  <a:lnTo>
                    <a:pt x="84" y="1193"/>
                  </a:lnTo>
                  <a:lnTo>
                    <a:pt x="63" y="1246"/>
                  </a:lnTo>
                  <a:lnTo>
                    <a:pt x="44" y="1299"/>
                  </a:lnTo>
                  <a:lnTo>
                    <a:pt x="29" y="1353"/>
                  </a:lnTo>
                  <a:lnTo>
                    <a:pt x="16" y="1405"/>
                  </a:lnTo>
                  <a:lnTo>
                    <a:pt x="7" y="1459"/>
                  </a:lnTo>
                  <a:lnTo>
                    <a:pt x="2" y="1512"/>
                  </a:lnTo>
                  <a:lnTo>
                    <a:pt x="0" y="1565"/>
                  </a:lnTo>
                  <a:lnTo>
                    <a:pt x="0" y="3237"/>
                  </a:lnTo>
                  <a:lnTo>
                    <a:pt x="2" y="3287"/>
                  </a:lnTo>
                  <a:lnTo>
                    <a:pt x="7" y="3333"/>
                  </a:lnTo>
                  <a:lnTo>
                    <a:pt x="16" y="3375"/>
                  </a:lnTo>
                  <a:lnTo>
                    <a:pt x="29" y="3413"/>
                  </a:lnTo>
                  <a:lnTo>
                    <a:pt x="44" y="3447"/>
                  </a:lnTo>
                  <a:lnTo>
                    <a:pt x="63" y="3477"/>
                  </a:lnTo>
                  <a:lnTo>
                    <a:pt x="84" y="3502"/>
                  </a:lnTo>
                  <a:lnTo>
                    <a:pt x="108" y="3522"/>
                  </a:lnTo>
                  <a:lnTo>
                    <a:pt x="133" y="3538"/>
                  </a:lnTo>
                  <a:lnTo>
                    <a:pt x="163" y="3549"/>
                  </a:lnTo>
                  <a:lnTo>
                    <a:pt x="193" y="3555"/>
                  </a:lnTo>
                  <a:lnTo>
                    <a:pt x="225" y="3555"/>
                  </a:lnTo>
                  <a:lnTo>
                    <a:pt x="259" y="3550"/>
                  </a:lnTo>
                  <a:lnTo>
                    <a:pt x="294" y="3541"/>
                  </a:lnTo>
                  <a:lnTo>
                    <a:pt x="330" y="3524"/>
                  </a:lnTo>
                  <a:lnTo>
                    <a:pt x="368" y="3503"/>
                  </a:lnTo>
                  <a:lnTo>
                    <a:pt x="1594" y="2722"/>
                  </a:lnTo>
                  <a:lnTo>
                    <a:pt x="1632" y="2696"/>
                  </a:lnTo>
                  <a:lnTo>
                    <a:pt x="1668" y="2665"/>
                  </a:lnTo>
                  <a:lnTo>
                    <a:pt x="1703" y="2631"/>
                  </a:lnTo>
                  <a:lnTo>
                    <a:pt x="1737" y="2592"/>
                  </a:lnTo>
                  <a:lnTo>
                    <a:pt x="1769" y="2551"/>
                  </a:lnTo>
                  <a:lnTo>
                    <a:pt x="1799" y="2506"/>
                  </a:lnTo>
                  <a:lnTo>
                    <a:pt x="1829" y="2460"/>
                  </a:lnTo>
                  <a:lnTo>
                    <a:pt x="1854" y="2411"/>
                  </a:lnTo>
                  <a:lnTo>
                    <a:pt x="1878" y="2361"/>
                  </a:lnTo>
                  <a:lnTo>
                    <a:pt x="1899" y="2308"/>
                  </a:lnTo>
                  <a:lnTo>
                    <a:pt x="1918" y="2256"/>
                  </a:lnTo>
                  <a:lnTo>
                    <a:pt x="1933" y="2202"/>
                  </a:lnTo>
                  <a:lnTo>
                    <a:pt x="1946" y="2149"/>
                  </a:lnTo>
                  <a:lnTo>
                    <a:pt x="1955" y="2095"/>
                  </a:lnTo>
                  <a:lnTo>
                    <a:pt x="1960" y="2042"/>
                  </a:lnTo>
                  <a:lnTo>
                    <a:pt x="1962" y="1989"/>
                  </a:lnTo>
                  <a:lnTo>
                    <a:pt x="1962" y="319"/>
                  </a:lnTo>
                  <a:lnTo>
                    <a:pt x="1960" y="269"/>
                  </a:lnTo>
                  <a:lnTo>
                    <a:pt x="1955" y="223"/>
                  </a:lnTo>
                  <a:lnTo>
                    <a:pt x="1946" y="180"/>
                  </a:lnTo>
                  <a:lnTo>
                    <a:pt x="1933" y="143"/>
                  </a:lnTo>
                  <a:lnTo>
                    <a:pt x="1918" y="109"/>
                  </a:lnTo>
                  <a:lnTo>
                    <a:pt x="1899" y="79"/>
                  </a:lnTo>
                  <a:lnTo>
                    <a:pt x="1878" y="54"/>
                  </a:lnTo>
                  <a:lnTo>
                    <a:pt x="1854" y="33"/>
                  </a:lnTo>
                  <a:lnTo>
                    <a:pt x="1829" y="17"/>
                  </a:lnTo>
                  <a:lnTo>
                    <a:pt x="1799" y="7"/>
                  </a:lnTo>
                  <a:lnTo>
                    <a:pt x="1769" y="0"/>
                  </a:lnTo>
                  <a:lnTo>
                    <a:pt x="1737" y="0"/>
                  </a:lnTo>
                  <a:lnTo>
                    <a:pt x="1703" y="4"/>
                  </a:lnTo>
                  <a:lnTo>
                    <a:pt x="1668" y="14"/>
                  </a:lnTo>
                  <a:lnTo>
                    <a:pt x="1632" y="29"/>
                  </a:lnTo>
                  <a:lnTo>
                    <a:pt x="1594" y="50"/>
                  </a:lnTo>
                  <a:close/>
                </a:path>
              </a:pathLst>
            </a:custGeom>
            <a:solidFill>
              <a:srgbClr val="E5E5E5"/>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7044" name="Freeform 55"/>
            <p:cNvSpPr>
              <a:spLocks noEditPoints="1"/>
            </p:cNvSpPr>
            <p:nvPr/>
          </p:nvSpPr>
          <p:spPr bwMode="auto">
            <a:xfrm>
              <a:off x="916" y="1589"/>
              <a:ext cx="697" cy="698"/>
            </a:xfrm>
            <a:custGeom>
              <a:avLst/>
              <a:gdLst>
                <a:gd name="T0" fmla="*/ 16 w 3485"/>
                <a:gd name="T1" fmla="*/ 0 h 3490"/>
                <a:gd name="T2" fmla="*/ 17 w 3485"/>
                <a:gd name="T3" fmla="*/ 2 h 3490"/>
                <a:gd name="T4" fmla="*/ 17 w 3485"/>
                <a:gd name="T5" fmla="*/ 3 h 3490"/>
                <a:gd name="T6" fmla="*/ 14 w 3485"/>
                <a:gd name="T7" fmla="*/ 4 h 3490"/>
                <a:gd name="T8" fmla="*/ 12 w 3485"/>
                <a:gd name="T9" fmla="*/ 4 h 3490"/>
                <a:gd name="T10" fmla="*/ 11 w 3485"/>
                <a:gd name="T11" fmla="*/ 2 h 3490"/>
                <a:gd name="T12" fmla="*/ 11 w 3485"/>
                <a:gd name="T13" fmla="*/ 1 h 3490"/>
                <a:gd name="T14" fmla="*/ 14 w 3485"/>
                <a:gd name="T15" fmla="*/ 0 h 3490"/>
                <a:gd name="T16" fmla="*/ 3 w 3485"/>
                <a:gd name="T17" fmla="*/ 7 h 3490"/>
                <a:gd name="T18" fmla="*/ 4 w 3485"/>
                <a:gd name="T19" fmla="*/ 9 h 3490"/>
                <a:gd name="T20" fmla="*/ 3 w 3485"/>
                <a:gd name="T21" fmla="*/ 12 h 3490"/>
                <a:gd name="T22" fmla="*/ 2 w 3485"/>
                <a:gd name="T23" fmla="*/ 13 h 3490"/>
                <a:gd name="T24" fmla="*/ 1 w 3485"/>
                <a:gd name="T25" fmla="*/ 12 h 3490"/>
                <a:gd name="T26" fmla="*/ 0 w 3485"/>
                <a:gd name="T27" fmla="*/ 10 h 3490"/>
                <a:gd name="T28" fmla="*/ 0 w 3485"/>
                <a:gd name="T29" fmla="*/ 8 h 3490"/>
                <a:gd name="T30" fmla="*/ 2 w 3485"/>
                <a:gd name="T31" fmla="*/ 6 h 3490"/>
                <a:gd name="T32" fmla="*/ 10 w 3485"/>
                <a:gd name="T33" fmla="*/ 20 h 3490"/>
                <a:gd name="T34" fmla="*/ 11 w 3485"/>
                <a:gd name="T35" fmla="*/ 22 h 3490"/>
                <a:gd name="T36" fmla="*/ 11 w 3485"/>
                <a:gd name="T37" fmla="*/ 25 h 3490"/>
                <a:gd name="T38" fmla="*/ 10 w 3485"/>
                <a:gd name="T39" fmla="*/ 27 h 3490"/>
                <a:gd name="T40" fmla="*/ 8 w 3485"/>
                <a:gd name="T41" fmla="*/ 26 h 3490"/>
                <a:gd name="T42" fmla="*/ 7 w 3485"/>
                <a:gd name="T43" fmla="*/ 24 h 3490"/>
                <a:gd name="T44" fmla="*/ 7 w 3485"/>
                <a:gd name="T45" fmla="*/ 22 h 3490"/>
                <a:gd name="T46" fmla="*/ 8 w 3485"/>
                <a:gd name="T47" fmla="*/ 20 h 3490"/>
                <a:gd name="T48" fmla="*/ 20 w 3485"/>
                <a:gd name="T49" fmla="*/ 21 h 3490"/>
                <a:gd name="T50" fmla="*/ 21 w 3485"/>
                <a:gd name="T51" fmla="*/ 23 h 3490"/>
                <a:gd name="T52" fmla="*/ 21 w 3485"/>
                <a:gd name="T53" fmla="*/ 26 h 3490"/>
                <a:gd name="T54" fmla="*/ 20 w 3485"/>
                <a:gd name="T55" fmla="*/ 28 h 3490"/>
                <a:gd name="T56" fmla="*/ 18 w 3485"/>
                <a:gd name="T57" fmla="*/ 28 h 3490"/>
                <a:gd name="T58" fmla="*/ 17 w 3485"/>
                <a:gd name="T59" fmla="*/ 26 h 3490"/>
                <a:gd name="T60" fmla="*/ 17 w 3485"/>
                <a:gd name="T61" fmla="*/ 23 h 3490"/>
                <a:gd name="T62" fmla="*/ 18 w 3485"/>
                <a:gd name="T63" fmla="*/ 21 h 3490"/>
                <a:gd name="T64" fmla="*/ 19 w 3485"/>
                <a:gd name="T65" fmla="*/ 11 h 3490"/>
                <a:gd name="T66" fmla="*/ 20 w 3485"/>
                <a:gd name="T67" fmla="*/ 13 h 3490"/>
                <a:gd name="T68" fmla="*/ 21 w 3485"/>
                <a:gd name="T69" fmla="*/ 15 h 3490"/>
                <a:gd name="T70" fmla="*/ 20 w 3485"/>
                <a:gd name="T71" fmla="*/ 17 h 3490"/>
                <a:gd name="T72" fmla="*/ 18 w 3485"/>
                <a:gd name="T73" fmla="*/ 17 h 3490"/>
                <a:gd name="T74" fmla="*/ 17 w 3485"/>
                <a:gd name="T75" fmla="*/ 16 h 3490"/>
                <a:gd name="T76" fmla="*/ 17 w 3485"/>
                <a:gd name="T77" fmla="*/ 13 h 3490"/>
                <a:gd name="T78" fmla="*/ 18 w 3485"/>
                <a:gd name="T79" fmla="*/ 11 h 3490"/>
                <a:gd name="T80" fmla="*/ 26 w 3485"/>
                <a:gd name="T81" fmla="*/ 7 h 3490"/>
                <a:gd name="T82" fmla="*/ 27 w 3485"/>
                <a:gd name="T83" fmla="*/ 8 h 3490"/>
                <a:gd name="T84" fmla="*/ 27 w 3485"/>
                <a:gd name="T85" fmla="*/ 11 h 3490"/>
                <a:gd name="T86" fmla="*/ 26 w 3485"/>
                <a:gd name="T87" fmla="*/ 13 h 3490"/>
                <a:gd name="T88" fmla="*/ 25 w 3485"/>
                <a:gd name="T89" fmla="*/ 13 h 3490"/>
                <a:gd name="T90" fmla="*/ 24 w 3485"/>
                <a:gd name="T91" fmla="*/ 12 h 3490"/>
                <a:gd name="T92" fmla="*/ 24 w 3485"/>
                <a:gd name="T93" fmla="*/ 9 h 3490"/>
                <a:gd name="T94" fmla="*/ 24 w 3485"/>
                <a:gd name="T95" fmla="*/ 7 h 3490"/>
                <a:gd name="T96" fmla="*/ 26 w 3485"/>
                <a:gd name="T97" fmla="*/ 17 h 3490"/>
                <a:gd name="T98" fmla="*/ 27 w 3485"/>
                <a:gd name="T99" fmla="*/ 18 h 3490"/>
                <a:gd name="T100" fmla="*/ 28 w 3485"/>
                <a:gd name="T101" fmla="*/ 21 h 3490"/>
                <a:gd name="T102" fmla="*/ 27 w 3485"/>
                <a:gd name="T103" fmla="*/ 23 h 3490"/>
                <a:gd name="T104" fmla="*/ 26 w 3485"/>
                <a:gd name="T105" fmla="*/ 24 h 3490"/>
                <a:gd name="T106" fmla="*/ 24 w 3485"/>
                <a:gd name="T107" fmla="*/ 23 h 3490"/>
                <a:gd name="T108" fmla="*/ 24 w 3485"/>
                <a:gd name="T109" fmla="*/ 20 h 3490"/>
                <a:gd name="T110" fmla="*/ 25 w 3485"/>
                <a:gd name="T111" fmla="*/ 18 h 3490"/>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w 3485"/>
                <a:gd name="T169" fmla="*/ 0 h 3490"/>
                <a:gd name="T170" fmla="*/ 3485 w 3485"/>
                <a:gd name="T171" fmla="*/ 3490 h 3490"/>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T168" t="T169" r="T170" b="T171"/>
              <a:pathLst>
                <a:path w="3485" h="3490">
                  <a:moveTo>
                    <a:pt x="1754" y="0"/>
                  </a:moveTo>
                  <a:lnTo>
                    <a:pt x="1797" y="2"/>
                  </a:lnTo>
                  <a:lnTo>
                    <a:pt x="1840" y="5"/>
                  </a:lnTo>
                  <a:lnTo>
                    <a:pt x="1881" y="12"/>
                  </a:lnTo>
                  <a:lnTo>
                    <a:pt x="1921" y="20"/>
                  </a:lnTo>
                  <a:lnTo>
                    <a:pt x="1959" y="31"/>
                  </a:lnTo>
                  <a:lnTo>
                    <a:pt x="1994" y="44"/>
                  </a:lnTo>
                  <a:lnTo>
                    <a:pt x="2028" y="59"/>
                  </a:lnTo>
                  <a:lnTo>
                    <a:pt x="2058" y="74"/>
                  </a:lnTo>
                  <a:lnTo>
                    <a:pt x="2086" y="93"/>
                  </a:lnTo>
                  <a:lnTo>
                    <a:pt x="2111" y="113"/>
                  </a:lnTo>
                  <a:lnTo>
                    <a:pt x="2132" y="133"/>
                  </a:lnTo>
                  <a:lnTo>
                    <a:pt x="2151" y="155"/>
                  </a:lnTo>
                  <a:lnTo>
                    <a:pt x="2165" y="179"/>
                  </a:lnTo>
                  <a:lnTo>
                    <a:pt x="2175" y="203"/>
                  </a:lnTo>
                  <a:lnTo>
                    <a:pt x="2182" y="229"/>
                  </a:lnTo>
                  <a:lnTo>
                    <a:pt x="2185" y="255"/>
                  </a:lnTo>
                  <a:lnTo>
                    <a:pt x="2182" y="281"/>
                  </a:lnTo>
                  <a:lnTo>
                    <a:pt x="2175" y="305"/>
                  </a:lnTo>
                  <a:lnTo>
                    <a:pt x="2165" y="330"/>
                  </a:lnTo>
                  <a:lnTo>
                    <a:pt x="2151" y="353"/>
                  </a:lnTo>
                  <a:lnTo>
                    <a:pt x="2132" y="376"/>
                  </a:lnTo>
                  <a:lnTo>
                    <a:pt x="2111" y="397"/>
                  </a:lnTo>
                  <a:lnTo>
                    <a:pt x="2086" y="417"/>
                  </a:lnTo>
                  <a:lnTo>
                    <a:pt x="2058" y="434"/>
                  </a:lnTo>
                  <a:lnTo>
                    <a:pt x="2028" y="451"/>
                  </a:lnTo>
                  <a:lnTo>
                    <a:pt x="1994" y="466"/>
                  </a:lnTo>
                  <a:lnTo>
                    <a:pt x="1959" y="479"/>
                  </a:lnTo>
                  <a:lnTo>
                    <a:pt x="1921" y="489"/>
                  </a:lnTo>
                  <a:lnTo>
                    <a:pt x="1881" y="498"/>
                  </a:lnTo>
                  <a:lnTo>
                    <a:pt x="1840" y="505"/>
                  </a:lnTo>
                  <a:lnTo>
                    <a:pt x="1797" y="508"/>
                  </a:lnTo>
                  <a:lnTo>
                    <a:pt x="1754" y="509"/>
                  </a:lnTo>
                  <a:lnTo>
                    <a:pt x="1710" y="508"/>
                  </a:lnTo>
                  <a:lnTo>
                    <a:pt x="1667" y="505"/>
                  </a:lnTo>
                  <a:lnTo>
                    <a:pt x="1626" y="498"/>
                  </a:lnTo>
                  <a:lnTo>
                    <a:pt x="1586" y="489"/>
                  </a:lnTo>
                  <a:lnTo>
                    <a:pt x="1548" y="479"/>
                  </a:lnTo>
                  <a:lnTo>
                    <a:pt x="1512" y="466"/>
                  </a:lnTo>
                  <a:lnTo>
                    <a:pt x="1479" y="451"/>
                  </a:lnTo>
                  <a:lnTo>
                    <a:pt x="1449" y="434"/>
                  </a:lnTo>
                  <a:lnTo>
                    <a:pt x="1421" y="417"/>
                  </a:lnTo>
                  <a:lnTo>
                    <a:pt x="1395" y="397"/>
                  </a:lnTo>
                  <a:lnTo>
                    <a:pt x="1374" y="376"/>
                  </a:lnTo>
                  <a:lnTo>
                    <a:pt x="1355" y="353"/>
                  </a:lnTo>
                  <a:lnTo>
                    <a:pt x="1341" y="330"/>
                  </a:lnTo>
                  <a:lnTo>
                    <a:pt x="1331" y="305"/>
                  </a:lnTo>
                  <a:lnTo>
                    <a:pt x="1324" y="281"/>
                  </a:lnTo>
                  <a:lnTo>
                    <a:pt x="1321" y="255"/>
                  </a:lnTo>
                  <a:lnTo>
                    <a:pt x="1324" y="229"/>
                  </a:lnTo>
                  <a:lnTo>
                    <a:pt x="1331" y="203"/>
                  </a:lnTo>
                  <a:lnTo>
                    <a:pt x="1341" y="179"/>
                  </a:lnTo>
                  <a:lnTo>
                    <a:pt x="1355" y="155"/>
                  </a:lnTo>
                  <a:lnTo>
                    <a:pt x="1374" y="133"/>
                  </a:lnTo>
                  <a:lnTo>
                    <a:pt x="1395" y="113"/>
                  </a:lnTo>
                  <a:lnTo>
                    <a:pt x="1421" y="93"/>
                  </a:lnTo>
                  <a:lnTo>
                    <a:pt x="1449" y="74"/>
                  </a:lnTo>
                  <a:lnTo>
                    <a:pt x="1479" y="59"/>
                  </a:lnTo>
                  <a:lnTo>
                    <a:pt x="1512" y="44"/>
                  </a:lnTo>
                  <a:lnTo>
                    <a:pt x="1548" y="31"/>
                  </a:lnTo>
                  <a:lnTo>
                    <a:pt x="1586" y="20"/>
                  </a:lnTo>
                  <a:lnTo>
                    <a:pt x="1626" y="12"/>
                  </a:lnTo>
                  <a:lnTo>
                    <a:pt x="1667" y="5"/>
                  </a:lnTo>
                  <a:lnTo>
                    <a:pt x="1710" y="2"/>
                  </a:lnTo>
                  <a:lnTo>
                    <a:pt x="1754" y="0"/>
                  </a:lnTo>
                  <a:close/>
                  <a:moveTo>
                    <a:pt x="239" y="786"/>
                  </a:moveTo>
                  <a:lnTo>
                    <a:pt x="263" y="788"/>
                  </a:lnTo>
                  <a:lnTo>
                    <a:pt x="287" y="794"/>
                  </a:lnTo>
                  <a:lnTo>
                    <a:pt x="309" y="805"/>
                  </a:lnTo>
                  <a:lnTo>
                    <a:pt x="331" y="819"/>
                  </a:lnTo>
                  <a:lnTo>
                    <a:pt x="352" y="836"/>
                  </a:lnTo>
                  <a:lnTo>
                    <a:pt x="372" y="857"/>
                  </a:lnTo>
                  <a:lnTo>
                    <a:pt x="390" y="882"/>
                  </a:lnTo>
                  <a:lnTo>
                    <a:pt x="407" y="909"/>
                  </a:lnTo>
                  <a:lnTo>
                    <a:pt x="423" y="940"/>
                  </a:lnTo>
                  <a:lnTo>
                    <a:pt x="437" y="971"/>
                  </a:lnTo>
                  <a:lnTo>
                    <a:pt x="448" y="1006"/>
                  </a:lnTo>
                  <a:lnTo>
                    <a:pt x="459" y="1043"/>
                  </a:lnTo>
                  <a:lnTo>
                    <a:pt x="467" y="1081"/>
                  </a:lnTo>
                  <a:lnTo>
                    <a:pt x="473" y="1121"/>
                  </a:lnTo>
                  <a:lnTo>
                    <a:pt x="476" y="1163"/>
                  </a:lnTo>
                  <a:lnTo>
                    <a:pt x="478" y="1206"/>
                  </a:lnTo>
                  <a:lnTo>
                    <a:pt x="476" y="1248"/>
                  </a:lnTo>
                  <a:lnTo>
                    <a:pt x="473" y="1290"/>
                  </a:lnTo>
                  <a:lnTo>
                    <a:pt x="467" y="1330"/>
                  </a:lnTo>
                  <a:lnTo>
                    <a:pt x="459" y="1367"/>
                  </a:lnTo>
                  <a:lnTo>
                    <a:pt x="448" y="1405"/>
                  </a:lnTo>
                  <a:lnTo>
                    <a:pt x="437" y="1439"/>
                  </a:lnTo>
                  <a:lnTo>
                    <a:pt x="423" y="1472"/>
                  </a:lnTo>
                  <a:lnTo>
                    <a:pt x="407" y="1501"/>
                  </a:lnTo>
                  <a:lnTo>
                    <a:pt x="390" y="1528"/>
                  </a:lnTo>
                  <a:lnTo>
                    <a:pt x="372" y="1553"/>
                  </a:lnTo>
                  <a:lnTo>
                    <a:pt x="352" y="1574"/>
                  </a:lnTo>
                  <a:lnTo>
                    <a:pt x="331" y="1591"/>
                  </a:lnTo>
                  <a:lnTo>
                    <a:pt x="309" y="1605"/>
                  </a:lnTo>
                  <a:lnTo>
                    <a:pt x="287" y="1616"/>
                  </a:lnTo>
                  <a:lnTo>
                    <a:pt x="263" y="1622"/>
                  </a:lnTo>
                  <a:lnTo>
                    <a:pt x="239" y="1624"/>
                  </a:lnTo>
                  <a:lnTo>
                    <a:pt x="214" y="1622"/>
                  </a:lnTo>
                  <a:lnTo>
                    <a:pt x="191" y="1616"/>
                  </a:lnTo>
                  <a:lnTo>
                    <a:pt x="168" y="1605"/>
                  </a:lnTo>
                  <a:lnTo>
                    <a:pt x="146" y="1591"/>
                  </a:lnTo>
                  <a:lnTo>
                    <a:pt x="125" y="1574"/>
                  </a:lnTo>
                  <a:lnTo>
                    <a:pt x="105" y="1553"/>
                  </a:lnTo>
                  <a:lnTo>
                    <a:pt x="87" y="1528"/>
                  </a:lnTo>
                  <a:lnTo>
                    <a:pt x="70" y="1501"/>
                  </a:lnTo>
                  <a:lnTo>
                    <a:pt x="55" y="1472"/>
                  </a:lnTo>
                  <a:lnTo>
                    <a:pt x="41" y="1439"/>
                  </a:lnTo>
                  <a:lnTo>
                    <a:pt x="29" y="1405"/>
                  </a:lnTo>
                  <a:lnTo>
                    <a:pt x="18" y="1367"/>
                  </a:lnTo>
                  <a:lnTo>
                    <a:pt x="10" y="1330"/>
                  </a:lnTo>
                  <a:lnTo>
                    <a:pt x="4" y="1290"/>
                  </a:lnTo>
                  <a:lnTo>
                    <a:pt x="1" y="1248"/>
                  </a:lnTo>
                  <a:lnTo>
                    <a:pt x="0" y="1206"/>
                  </a:lnTo>
                  <a:lnTo>
                    <a:pt x="1" y="1163"/>
                  </a:lnTo>
                  <a:lnTo>
                    <a:pt x="4" y="1121"/>
                  </a:lnTo>
                  <a:lnTo>
                    <a:pt x="10" y="1081"/>
                  </a:lnTo>
                  <a:lnTo>
                    <a:pt x="18" y="1043"/>
                  </a:lnTo>
                  <a:lnTo>
                    <a:pt x="29" y="1006"/>
                  </a:lnTo>
                  <a:lnTo>
                    <a:pt x="41" y="971"/>
                  </a:lnTo>
                  <a:lnTo>
                    <a:pt x="55" y="940"/>
                  </a:lnTo>
                  <a:lnTo>
                    <a:pt x="70" y="909"/>
                  </a:lnTo>
                  <a:lnTo>
                    <a:pt x="87" y="882"/>
                  </a:lnTo>
                  <a:lnTo>
                    <a:pt x="105" y="857"/>
                  </a:lnTo>
                  <a:lnTo>
                    <a:pt x="125" y="836"/>
                  </a:lnTo>
                  <a:lnTo>
                    <a:pt x="146" y="819"/>
                  </a:lnTo>
                  <a:lnTo>
                    <a:pt x="168" y="805"/>
                  </a:lnTo>
                  <a:lnTo>
                    <a:pt x="191" y="794"/>
                  </a:lnTo>
                  <a:lnTo>
                    <a:pt x="214" y="788"/>
                  </a:lnTo>
                  <a:lnTo>
                    <a:pt x="239" y="786"/>
                  </a:lnTo>
                  <a:close/>
                  <a:moveTo>
                    <a:pt x="1119" y="2495"/>
                  </a:moveTo>
                  <a:lnTo>
                    <a:pt x="1143" y="2498"/>
                  </a:lnTo>
                  <a:lnTo>
                    <a:pt x="1167" y="2504"/>
                  </a:lnTo>
                  <a:lnTo>
                    <a:pt x="1190" y="2514"/>
                  </a:lnTo>
                  <a:lnTo>
                    <a:pt x="1211" y="2528"/>
                  </a:lnTo>
                  <a:lnTo>
                    <a:pt x="1232" y="2546"/>
                  </a:lnTo>
                  <a:lnTo>
                    <a:pt x="1252" y="2567"/>
                  </a:lnTo>
                  <a:lnTo>
                    <a:pt x="1271" y="2592"/>
                  </a:lnTo>
                  <a:lnTo>
                    <a:pt x="1288" y="2618"/>
                  </a:lnTo>
                  <a:lnTo>
                    <a:pt x="1304" y="2648"/>
                  </a:lnTo>
                  <a:lnTo>
                    <a:pt x="1318" y="2681"/>
                  </a:lnTo>
                  <a:lnTo>
                    <a:pt x="1329" y="2715"/>
                  </a:lnTo>
                  <a:lnTo>
                    <a:pt x="1340" y="2752"/>
                  </a:lnTo>
                  <a:lnTo>
                    <a:pt x="1348" y="2790"/>
                  </a:lnTo>
                  <a:lnTo>
                    <a:pt x="1354" y="2830"/>
                  </a:lnTo>
                  <a:lnTo>
                    <a:pt x="1358" y="2872"/>
                  </a:lnTo>
                  <a:lnTo>
                    <a:pt x="1359" y="2914"/>
                  </a:lnTo>
                  <a:lnTo>
                    <a:pt x="1358" y="2956"/>
                  </a:lnTo>
                  <a:lnTo>
                    <a:pt x="1354" y="2998"/>
                  </a:lnTo>
                  <a:lnTo>
                    <a:pt x="1348" y="3038"/>
                  </a:lnTo>
                  <a:lnTo>
                    <a:pt x="1340" y="3077"/>
                  </a:lnTo>
                  <a:lnTo>
                    <a:pt x="1329" y="3113"/>
                  </a:lnTo>
                  <a:lnTo>
                    <a:pt x="1318" y="3147"/>
                  </a:lnTo>
                  <a:lnTo>
                    <a:pt x="1304" y="3180"/>
                  </a:lnTo>
                  <a:lnTo>
                    <a:pt x="1288" y="3209"/>
                  </a:lnTo>
                  <a:lnTo>
                    <a:pt x="1271" y="3238"/>
                  </a:lnTo>
                  <a:lnTo>
                    <a:pt x="1252" y="3261"/>
                  </a:lnTo>
                  <a:lnTo>
                    <a:pt x="1232" y="3282"/>
                  </a:lnTo>
                  <a:lnTo>
                    <a:pt x="1211" y="3301"/>
                  </a:lnTo>
                  <a:lnTo>
                    <a:pt x="1190" y="3315"/>
                  </a:lnTo>
                  <a:lnTo>
                    <a:pt x="1167" y="3325"/>
                  </a:lnTo>
                  <a:lnTo>
                    <a:pt x="1143" y="3331"/>
                  </a:lnTo>
                  <a:lnTo>
                    <a:pt x="1119" y="3334"/>
                  </a:lnTo>
                  <a:lnTo>
                    <a:pt x="1094" y="3331"/>
                  </a:lnTo>
                  <a:lnTo>
                    <a:pt x="1070" y="3325"/>
                  </a:lnTo>
                  <a:lnTo>
                    <a:pt x="1048" y="3315"/>
                  </a:lnTo>
                  <a:lnTo>
                    <a:pt x="1026" y="3301"/>
                  </a:lnTo>
                  <a:lnTo>
                    <a:pt x="1005" y="3282"/>
                  </a:lnTo>
                  <a:lnTo>
                    <a:pt x="985" y="3261"/>
                  </a:lnTo>
                  <a:lnTo>
                    <a:pt x="967" y="3238"/>
                  </a:lnTo>
                  <a:lnTo>
                    <a:pt x="950" y="3209"/>
                  </a:lnTo>
                  <a:lnTo>
                    <a:pt x="935" y="3180"/>
                  </a:lnTo>
                  <a:lnTo>
                    <a:pt x="921" y="3147"/>
                  </a:lnTo>
                  <a:lnTo>
                    <a:pt x="909" y="3113"/>
                  </a:lnTo>
                  <a:lnTo>
                    <a:pt x="898" y="3077"/>
                  </a:lnTo>
                  <a:lnTo>
                    <a:pt x="890" y="3038"/>
                  </a:lnTo>
                  <a:lnTo>
                    <a:pt x="884" y="2998"/>
                  </a:lnTo>
                  <a:lnTo>
                    <a:pt x="881" y="2956"/>
                  </a:lnTo>
                  <a:lnTo>
                    <a:pt x="880" y="2914"/>
                  </a:lnTo>
                  <a:lnTo>
                    <a:pt x="881" y="2872"/>
                  </a:lnTo>
                  <a:lnTo>
                    <a:pt x="884" y="2830"/>
                  </a:lnTo>
                  <a:lnTo>
                    <a:pt x="890" y="2790"/>
                  </a:lnTo>
                  <a:lnTo>
                    <a:pt x="898" y="2752"/>
                  </a:lnTo>
                  <a:lnTo>
                    <a:pt x="909" y="2715"/>
                  </a:lnTo>
                  <a:lnTo>
                    <a:pt x="921" y="2681"/>
                  </a:lnTo>
                  <a:lnTo>
                    <a:pt x="935" y="2648"/>
                  </a:lnTo>
                  <a:lnTo>
                    <a:pt x="950" y="2618"/>
                  </a:lnTo>
                  <a:lnTo>
                    <a:pt x="967" y="2592"/>
                  </a:lnTo>
                  <a:lnTo>
                    <a:pt x="985" y="2567"/>
                  </a:lnTo>
                  <a:lnTo>
                    <a:pt x="1005" y="2546"/>
                  </a:lnTo>
                  <a:lnTo>
                    <a:pt x="1026" y="2528"/>
                  </a:lnTo>
                  <a:lnTo>
                    <a:pt x="1048" y="2514"/>
                  </a:lnTo>
                  <a:lnTo>
                    <a:pt x="1070" y="2504"/>
                  </a:lnTo>
                  <a:lnTo>
                    <a:pt x="1094" y="2498"/>
                  </a:lnTo>
                  <a:lnTo>
                    <a:pt x="1119" y="2495"/>
                  </a:lnTo>
                  <a:close/>
                  <a:moveTo>
                    <a:pt x="2380" y="2651"/>
                  </a:moveTo>
                  <a:lnTo>
                    <a:pt x="2405" y="2654"/>
                  </a:lnTo>
                  <a:lnTo>
                    <a:pt x="2428" y="2660"/>
                  </a:lnTo>
                  <a:lnTo>
                    <a:pt x="2452" y="2670"/>
                  </a:lnTo>
                  <a:lnTo>
                    <a:pt x="2473" y="2684"/>
                  </a:lnTo>
                  <a:lnTo>
                    <a:pt x="2494" y="2703"/>
                  </a:lnTo>
                  <a:lnTo>
                    <a:pt x="2514" y="2724"/>
                  </a:lnTo>
                  <a:lnTo>
                    <a:pt x="2533" y="2747"/>
                  </a:lnTo>
                  <a:lnTo>
                    <a:pt x="2550" y="2774"/>
                  </a:lnTo>
                  <a:lnTo>
                    <a:pt x="2565" y="2805"/>
                  </a:lnTo>
                  <a:lnTo>
                    <a:pt x="2580" y="2838"/>
                  </a:lnTo>
                  <a:lnTo>
                    <a:pt x="2591" y="2872"/>
                  </a:lnTo>
                  <a:lnTo>
                    <a:pt x="2602" y="2908"/>
                  </a:lnTo>
                  <a:lnTo>
                    <a:pt x="2610" y="2947"/>
                  </a:lnTo>
                  <a:lnTo>
                    <a:pt x="2616" y="2987"/>
                  </a:lnTo>
                  <a:lnTo>
                    <a:pt x="2619" y="3029"/>
                  </a:lnTo>
                  <a:lnTo>
                    <a:pt x="2621" y="3071"/>
                  </a:lnTo>
                  <a:lnTo>
                    <a:pt x="2619" y="3113"/>
                  </a:lnTo>
                  <a:lnTo>
                    <a:pt x="2616" y="3155"/>
                  </a:lnTo>
                  <a:lnTo>
                    <a:pt x="2610" y="3195"/>
                  </a:lnTo>
                  <a:lnTo>
                    <a:pt x="2602" y="3233"/>
                  </a:lnTo>
                  <a:lnTo>
                    <a:pt x="2591" y="3270"/>
                  </a:lnTo>
                  <a:lnTo>
                    <a:pt x="2580" y="3304"/>
                  </a:lnTo>
                  <a:lnTo>
                    <a:pt x="2565" y="3337"/>
                  </a:lnTo>
                  <a:lnTo>
                    <a:pt x="2550" y="3367"/>
                  </a:lnTo>
                  <a:lnTo>
                    <a:pt x="2533" y="3393"/>
                  </a:lnTo>
                  <a:lnTo>
                    <a:pt x="2514" y="3418"/>
                  </a:lnTo>
                  <a:lnTo>
                    <a:pt x="2494" y="3439"/>
                  </a:lnTo>
                  <a:lnTo>
                    <a:pt x="2473" y="3457"/>
                  </a:lnTo>
                  <a:lnTo>
                    <a:pt x="2452" y="3471"/>
                  </a:lnTo>
                  <a:lnTo>
                    <a:pt x="2428" y="3481"/>
                  </a:lnTo>
                  <a:lnTo>
                    <a:pt x="2405" y="3487"/>
                  </a:lnTo>
                  <a:lnTo>
                    <a:pt x="2380" y="3490"/>
                  </a:lnTo>
                  <a:lnTo>
                    <a:pt x="2356" y="3487"/>
                  </a:lnTo>
                  <a:lnTo>
                    <a:pt x="2332" y="3481"/>
                  </a:lnTo>
                  <a:lnTo>
                    <a:pt x="2310" y="3471"/>
                  </a:lnTo>
                  <a:lnTo>
                    <a:pt x="2288" y="3457"/>
                  </a:lnTo>
                  <a:lnTo>
                    <a:pt x="2267" y="3439"/>
                  </a:lnTo>
                  <a:lnTo>
                    <a:pt x="2248" y="3418"/>
                  </a:lnTo>
                  <a:lnTo>
                    <a:pt x="2229" y="3393"/>
                  </a:lnTo>
                  <a:lnTo>
                    <a:pt x="2212" y="3367"/>
                  </a:lnTo>
                  <a:lnTo>
                    <a:pt x="2196" y="3337"/>
                  </a:lnTo>
                  <a:lnTo>
                    <a:pt x="2182" y="3304"/>
                  </a:lnTo>
                  <a:lnTo>
                    <a:pt x="2171" y="3270"/>
                  </a:lnTo>
                  <a:lnTo>
                    <a:pt x="2160" y="3233"/>
                  </a:lnTo>
                  <a:lnTo>
                    <a:pt x="2152" y="3195"/>
                  </a:lnTo>
                  <a:lnTo>
                    <a:pt x="2146" y="3155"/>
                  </a:lnTo>
                  <a:lnTo>
                    <a:pt x="2142" y="3113"/>
                  </a:lnTo>
                  <a:lnTo>
                    <a:pt x="2141" y="3071"/>
                  </a:lnTo>
                  <a:lnTo>
                    <a:pt x="2142" y="3029"/>
                  </a:lnTo>
                  <a:lnTo>
                    <a:pt x="2146" y="2987"/>
                  </a:lnTo>
                  <a:lnTo>
                    <a:pt x="2152" y="2947"/>
                  </a:lnTo>
                  <a:lnTo>
                    <a:pt x="2160" y="2908"/>
                  </a:lnTo>
                  <a:lnTo>
                    <a:pt x="2171" y="2872"/>
                  </a:lnTo>
                  <a:lnTo>
                    <a:pt x="2182" y="2838"/>
                  </a:lnTo>
                  <a:lnTo>
                    <a:pt x="2196" y="2805"/>
                  </a:lnTo>
                  <a:lnTo>
                    <a:pt x="2212" y="2774"/>
                  </a:lnTo>
                  <a:lnTo>
                    <a:pt x="2229" y="2747"/>
                  </a:lnTo>
                  <a:lnTo>
                    <a:pt x="2248" y="2724"/>
                  </a:lnTo>
                  <a:lnTo>
                    <a:pt x="2267" y="2703"/>
                  </a:lnTo>
                  <a:lnTo>
                    <a:pt x="2288" y="2684"/>
                  </a:lnTo>
                  <a:lnTo>
                    <a:pt x="2310" y="2670"/>
                  </a:lnTo>
                  <a:lnTo>
                    <a:pt x="2332" y="2660"/>
                  </a:lnTo>
                  <a:lnTo>
                    <a:pt x="2356" y="2654"/>
                  </a:lnTo>
                  <a:lnTo>
                    <a:pt x="2380" y="2651"/>
                  </a:lnTo>
                  <a:close/>
                  <a:moveTo>
                    <a:pt x="2342" y="1355"/>
                  </a:moveTo>
                  <a:lnTo>
                    <a:pt x="2366" y="1357"/>
                  </a:lnTo>
                  <a:lnTo>
                    <a:pt x="2390" y="1363"/>
                  </a:lnTo>
                  <a:lnTo>
                    <a:pt x="2412" y="1373"/>
                  </a:lnTo>
                  <a:lnTo>
                    <a:pt x="2434" y="1387"/>
                  </a:lnTo>
                  <a:lnTo>
                    <a:pt x="2455" y="1405"/>
                  </a:lnTo>
                  <a:lnTo>
                    <a:pt x="2475" y="1426"/>
                  </a:lnTo>
                  <a:lnTo>
                    <a:pt x="2493" y="1451"/>
                  </a:lnTo>
                  <a:lnTo>
                    <a:pt x="2510" y="1478"/>
                  </a:lnTo>
                  <a:lnTo>
                    <a:pt x="2526" y="1507"/>
                  </a:lnTo>
                  <a:lnTo>
                    <a:pt x="2540" y="1540"/>
                  </a:lnTo>
                  <a:lnTo>
                    <a:pt x="2551" y="1574"/>
                  </a:lnTo>
                  <a:lnTo>
                    <a:pt x="2562" y="1611"/>
                  </a:lnTo>
                  <a:lnTo>
                    <a:pt x="2570" y="1649"/>
                  </a:lnTo>
                  <a:lnTo>
                    <a:pt x="2576" y="1689"/>
                  </a:lnTo>
                  <a:lnTo>
                    <a:pt x="2580" y="1731"/>
                  </a:lnTo>
                  <a:lnTo>
                    <a:pt x="2581" y="1773"/>
                  </a:lnTo>
                  <a:lnTo>
                    <a:pt x="2580" y="1815"/>
                  </a:lnTo>
                  <a:lnTo>
                    <a:pt x="2576" y="1858"/>
                  </a:lnTo>
                  <a:lnTo>
                    <a:pt x="2570" y="1897"/>
                  </a:lnTo>
                  <a:lnTo>
                    <a:pt x="2562" y="1936"/>
                  </a:lnTo>
                  <a:lnTo>
                    <a:pt x="2551" y="1972"/>
                  </a:lnTo>
                  <a:lnTo>
                    <a:pt x="2540" y="2008"/>
                  </a:lnTo>
                  <a:lnTo>
                    <a:pt x="2526" y="2039"/>
                  </a:lnTo>
                  <a:lnTo>
                    <a:pt x="2510" y="2070"/>
                  </a:lnTo>
                  <a:lnTo>
                    <a:pt x="2493" y="2097"/>
                  </a:lnTo>
                  <a:lnTo>
                    <a:pt x="2475" y="2121"/>
                  </a:lnTo>
                  <a:lnTo>
                    <a:pt x="2455" y="2142"/>
                  </a:lnTo>
                  <a:lnTo>
                    <a:pt x="2434" y="2160"/>
                  </a:lnTo>
                  <a:lnTo>
                    <a:pt x="2412" y="2174"/>
                  </a:lnTo>
                  <a:lnTo>
                    <a:pt x="2390" y="2185"/>
                  </a:lnTo>
                  <a:lnTo>
                    <a:pt x="2366" y="2191"/>
                  </a:lnTo>
                  <a:lnTo>
                    <a:pt x="2342" y="2193"/>
                  </a:lnTo>
                  <a:lnTo>
                    <a:pt x="2317" y="2191"/>
                  </a:lnTo>
                  <a:lnTo>
                    <a:pt x="2294" y="2185"/>
                  </a:lnTo>
                  <a:lnTo>
                    <a:pt x="2270" y="2174"/>
                  </a:lnTo>
                  <a:lnTo>
                    <a:pt x="2249" y="2160"/>
                  </a:lnTo>
                  <a:lnTo>
                    <a:pt x="2228" y="2142"/>
                  </a:lnTo>
                  <a:lnTo>
                    <a:pt x="2208" y="2121"/>
                  </a:lnTo>
                  <a:lnTo>
                    <a:pt x="2189" y="2097"/>
                  </a:lnTo>
                  <a:lnTo>
                    <a:pt x="2173" y="2070"/>
                  </a:lnTo>
                  <a:lnTo>
                    <a:pt x="2157" y="2039"/>
                  </a:lnTo>
                  <a:lnTo>
                    <a:pt x="2142" y="2008"/>
                  </a:lnTo>
                  <a:lnTo>
                    <a:pt x="2131" y="1972"/>
                  </a:lnTo>
                  <a:lnTo>
                    <a:pt x="2120" y="1936"/>
                  </a:lnTo>
                  <a:lnTo>
                    <a:pt x="2112" y="1897"/>
                  </a:lnTo>
                  <a:lnTo>
                    <a:pt x="2106" y="1858"/>
                  </a:lnTo>
                  <a:lnTo>
                    <a:pt x="2103" y="1815"/>
                  </a:lnTo>
                  <a:lnTo>
                    <a:pt x="2101" y="1773"/>
                  </a:lnTo>
                  <a:lnTo>
                    <a:pt x="2103" y="1731"/>
                  </a:lnTo>
                  <a:lnTo>
                    <a:pt x="2106" y="1689"/>
                  </a:lnTo>
                  <a:lnTo>
                    <a:pt x="2112" y="1649"/>
                  </a:lnTo>
                  <a:lnTo>
                    <a:pt x="2120" y="1611"/>
                  </a:lnTo>
                  <a:lnTo>
                    <a:pt x="2131" y="1574"/>
                  </a:lnTo>
                  <a:lnTo>
                    <a:pt x="2142" y="1540"/>
                  </a:lnTo>
                  <a:lnTo>
                    <a:pt x="2157" y="1507"/>
                  </a:lnTo>
                  <a:lnTo>
                    <a:pt x="2173" y="1478"/>
                  </a:lnTo>
                  <a:lnTo>
                    <a:pt x="2189" y="1451"/>
                  </a:lnTo>
                  <a:lnTo>
                    <a:pt x="2208" y="1426"/>
                  </a:lnTo>
                  <a:lnTo>
                    <a:pt x="2228" y="1405"/>
                  </a:lnTo>
                  <a:lnTo>
                    <a:pt x="2249" y="1387"/>
                  </a:lnTo>
                  <a:lnTo>
                    <a:pt x="2270" y="1373"/>
                  </a:lnTo>
                  <a:lnTo>
                    <a:pt x="2294" y="1363"/>
                  </a:lnTo>
                  <a:lnTo>
                    <a:pt x="2317" y="1357"/>
                  </a:lnTo>
                  <a:lnTo>
                    <a:pt x="2342" y="1355"/>
                  </a:lnTo>
                  <a:close/>
                  <a:moveTo>
                    <a:pt x="3179" y="819"/>
                  </a:moveTo>
                  <a:lnTo>
                    <a:pt x="3204" y="821"/>
                  </a:lnTo>
                  <a:lnTo>
                    <a:pt x="3227" y="827"/>
                  </a:lnTo>
                  <a:lnTo>
                    <a:pt x="3250" y="838"/>
                  </a:lnTo>
                  <a:lnTo>
                    <a:pt x="3272" y="852"/>
                  </a:lnTo>
                  <a:lnTo>
                    <a:pt x="3293" y="869"/>
                  </a:lnTo>
                  <a:lnTo>
                    <a:pt x="3312" y="890"/>
                  </a:lnTo>
                  <a:lnTo>
                    <a:pt x="3331" y="915"/>
                  </a:lnTo>
                  <a:lnTo>
                    <a:pt x="3348" y="942"/>
                  </a:lnTo>
                  <a:lnTo>
                    <a:pt x="3363" y="971"/>
                  </a:lnTo>
                  <a:lnTo>
                    <a:pt x="3377" y="1004"/>
                  </a:lnTo>
                  <a:lnTo>
                    <a:pt x="3389" y="1038"/>
                  </a:lnTo>
                  <a:lnTo>
                    <a:pt x="3400" y="1076"/>
                  </a:lnTo>
                  <a:lnTo>
                    <a:pt x="3408" y="1113"/>
                  </a:lnTo>
                  <a:lnTo>
                    <a:pt x="3414" y="1153"/>
                  </a:lnTo>
                  <a:lnTo>
                    <a:pt x="3417" y="1195"/>
                  </a:lnTo>
                  <a:lnTo>
                    <a:pt x="3418" y="1237"/>
                  </a:lnTo>
                  <a:lnTo>
                    <a:pt x="3417" y="1280"/>
                  </a:lnTo>
                  <a:lnTo>
                    <a:pt x="3414" y="1322"/>
                  </a:lnTo>
                  <a:lnTo>
                    <a:pt x="3408" y="1362"/>
                  </a:lnTo>
                  <a:lnTo>
                    <a:pt x="3400" y="1399"/>
                  </a:lnTo>
                  <a:lnTo>
                    <a:pt x="3389" y="1437"/>
                  </a:lnTo>
                  <a:lnTo>
                    <a:pt x="3377" y="1471"/>
                  </a:lnTo>
                  <a:lnTo>
                    <a:pt x="3363" y="1503"/>
                  </a:lnTo>
                  <a:lnTo>
                    <a:pt x="3348" y="1533"/>
                  </a:lnTo>
                  <a:lnTo>
                    <a:pt x="3331" y="1560"/>
                  </a:lnTo>
                  <a:lnTo>
                    <a:pt x="3312" y="1584"/>
                  </a:lnTo>
                  <a:lnTo>
                    <a:pt x="3293" y="1605"/>
                  </a:lnTo>
                  <a:lnTo>
                    <a:pt x="3272" y="1623"/>
                  </a:lnTo>
                  <a:lnTo>
                    <a:pt x="3250" y="1637"/>
                  </a:lnTo>
                  <a:lnTo>
                    <a:pt x="3227" y="1648"/>
                  </a:lnTo>
                  <a:lnTo>
                    <a:pt x="3204" y="1654"/>
                  </a:lnTo>
                  <a:lnTo>
                    <a:pt x="3179" y="1656"/>
                  </a:lnTo>
                  <a:lnTo>
                    <a:pt x="3155" y="1654"/>
                  </a:lnTo>
                  <a:lnTo>
                    <a:pt x="3131" y="1648"/>
                  </a:lnTo>
                  <a:lnTo>
                    <a:pt x="3108" y="1637"/>
                  </a:lnTo>
                  <a:lnTo>
                    <a:pt x="3087" y="1623"/>
                  </a:lnTo>
                  <a:lnTo>
                    <a:pt x="3066" y="1605"/>
                  </a:lnTo>
                  <a:lnTo>
                    <a:pt x="3046" y="1584"/>
                  </a:lnTo>
                  <a:lnTo>
                    <a:pt x="3027" y="1560"/>
                  </a:lnTo>
                  <a:lnTo>
                    <a:pt x="3011" y="1533"/>
                  </a:lnTo>
                  <a:lnTo>
                    <a:pt x="2994" y="1503"/>
                  </a:lnTo>
                  <a:lnTo>
                    <a:pt x="2980" y="1471"/>
                  </a:lnTo>
                  <a:lnTo>
                    <a:pt x="2968" y="1437"/>
                  </a:lnTo>
                  <a:lnTo>
                    <a:pt x="2958" y="1399"/>
                  </a:lnTo>
                  <a:lnTo>
                    <a:pt x="2950" y="1362"/>
                  </a:lnTo>
                  <a:lnTo>
                    <a:pt x="2944" y="1322"/>
                  </a:lnTo>
                  <a:lnTo>
                    <a:pt x="2940" y="1280"/>
                  </a:lnTo>
                  <a:lnTo>
                    <a:pt x="2939" y="1237"/>
                  </a:lnTo>
                  <a:lnTo>
                    <a:pt x="2940" y="1195"/>
                  </a:lnTo>
                  <a:lnTo>
                    <a:pt x="2944" y="1153"/>
                  </a:lnTo>
                  <a:lnTo>
                    <a:pt x="2950" y="1113"/>
                  </a:lnTo>
                  <a:lnTo>
                    <a:pt x="2958" y="1076"/>
                  </a:lnTo>
                  <a:lnTo>
                    <a:pt x="2968" y="1038"/>
                  </a:lnTo>
                  <a:lnTo>
                    <a:pt x="2980" y="1004"/>
                  </a:lnTo>
                  <a:lnTo>
                    <a:pt x="2994" y="971"/>
                  </a:lnTo>
                  <a:lnTo>
                    <a:pt x="3011" y="942"/>
                  </a:lnTo>
                  <a:lnTo>
                    <a:pt x="3027" y="915"/>
                  </a:lnTo>
                  <a:lnTo>
                    <a:pt x="3046" y="890"/>
                  </a:lnTo>
                  <a:lnTo>
                    <a:pt x="3066" y="869"/>
                  </a:lnTo>
                  <a:lnTo>
                    <a:pt x="3087" y="852"/>
                  </a:lnTo>
                  <a:lnTo>
                    <a:pt x="3108" y="838"/>
                  </a:lnTo>
                  <a:lnTo>
                    <a:pt x="3131" y="827"/>
                  </a:lnTo>
                  <a:lnTo>
                    <a:pt x="3155" y="821"/>
                  </a:lnTo>
                  <a:lnTo>
                    <a:pt x="3179" y="819"/>
                  </a:lnTo>
                  <a:close/>
                  <a:moveTo>
                    <a:pt x="3246" y="2144"/>
                  </a:moveTo>
                  <a:lnTo>
                    <a:pt x="3271" y="2146"/>
                  </a:lnTo>
                  <a:lnTo>
                    <a:pt x="3294" y="2152"/>
                  </a:lnTo>
                  <a:lnTo>
                    <a:pt x="3316" y="2162"/>
                  </a:lnTo>
                  <a:lnTo>
                    <a:pt x="3339" y="2176"/>
                  </a:lnTo>
                  <a:lnTo>
                    <a:pt x="3360" y="2194"/>
                  </a:lnTo>
                  <a:lnTo>
                    <a:pt x="3380" y="2215"/>
                  </a:lnTo>
                  <a:lnTo>
                    <a:pt x="3397" y="2240"/>
                  </a:lnTo>
                  <a:lnTo>
                    <a:pt x="3415" y="2267"/>
                  </a:lnTo>
                  <a:lnTo>
                    <a:pt x="3430" y="2296"/>
                  </a:lnTo>
                  <a:lnTo>
                    <a:pt x="3444" y="2329"/>
                  </a:lnTo>
                  <a:lnTo>
                    <a:pt x="3456" y="2363"/>
                  </a:lnTo>
                  <a:lnTo>
                    <a:pt x="3466" y="2400"/>
                  </a:lnTo>
                  <a:lnTo>
                    <a:pt x="3475" y="2438"/>
                  </a:lnTo>
                  <a:lnTo>
                    <a:pt x="3480" y="2478"/>
                  </a:lnTo>
                  <a:lnTo>
                    <a:pt x="3484" y="2520"/>
                  </a:lnTo>
                  <a:lnTo>
                    <a:pt x="3485" y="2562"/>
                  </a:lnTo>
                  <a:lnTo>
                    <a:pt x="3484" y="2604"/>
                  </a:lnTo>
                  <a:lnTo>
                    <a:pt x="3480" y="2647"/>
                  </a:lnTo>
                  <a:lnTo>
                    <a:pt x="3475" y="2686"/>
                  </a:lnTo>
                  <a:lnTo>
                    <a:pt x="3466" y="2725"/>
                  </a:lnTo>
                  <a:lnTo>
                    <a:pt x="3456" y="2762"/>
                  </a:lnTo>
                  <a:lnTo>
                    <a:pt x="3444" y="2796"/>
                  </a:lnTo>
                  <a:lnTo>
                    <a:pt x="3430" y="2828"/>
                  </a:lnTo>
                  <a:lnTo>
                    <a:pt x="3415" y="2858"/>
                  </a:lnTo>
                  <a:lnTo>
                    <a:pt x="3397" y="2886"/>
                  </a:lnTo>
                  <a:lnTo>
                    <a:pt x="3380" y="2909"/>
                  </a:lnTo>
                  <a:lnTo>
                    <a:pt x="3360" y="2930"/>
                  </a:lnTo>
                  <a:lnTo>
                    <a:pt x="3339" y="2949"/>
                  </a:lnTo>
                  <a:lnTo>
                    <a:pt x="3316" y="2963"/>
                  </a:lnTo>
                  <a:lnTo>
                    <a:pt x="3294" y="2974"/>
                  </a:lnTo>
                  <a:lnTo>
                    <a:pt x="3271" y="2980"/>
                  </a:lnTo>
                  <a:lnTo>
                    <a:pt x="3246" y="2982"/>
                  </a:lnTo>
                  <a:lnTo>
                    <a:pt x="3222" y="2980"/>
                  </a:lnTo>
                  <a:lnTo>
                    <a:pt x="3198" y="2974"/>
                  </a:lnTo>
                  <a:lnTo>
                    <a:pt x="3176" y="2963"/>
                  </a:lnTo>
                  <a:lnTo>
                    <a:pt x="3154" y="2949"/>
                  </a:lnTo>
                  <a:lnTo>
                    <a:pt x="3133" y="2930"/>
                  </a:lnTo>
                  <a:lnTo>
                    <a:pt x="3113" y="2909"/>
                  </a:lnTo>
                  <a:lnTo>
                    <a:pt x="3095" y="2886"/>
                  </a:lnTo>
                  <a:lnTo>
                    <a:pt x="3077" y="2858"/>
                  </a:lnTo>
                  <a:lnTo>
                    <a:pt x="3062" y="2828"/>
                  </a:lnTo>
                  <a:lnTo>
                    <a:pt x="3048" y="2796"/>
                  </a:lnTo>
                  <a:lnTo>
                    <a:pt x="3036" y="2762"/>
                  </a:lnTo>
                  <a:lnTo>
                    <a:pt x="3026" y="2725"/>
                  </a:lnTo>
                  <a:lnTo>
                    <a:pt x="3018" y="2686"/>
                  </a:lnTo>
                  <a:lnTo>
                    <a:pt x="3012" y="2647"/>
                  </a:lnTo>
                  <a:lnTo>
                    <a:pt x="3008" y="2604"/>
                  </a:lnTo>
                  <a:lnTo>
                    <a:pt x="3007" y="2562"/>
                  </a:lnTo>
                  <a:lnTo>
                    <a:pt x="3008" y="2520"/>
                  </a:lnTo>
                  <a:lnTo>
                    <a:pt x="3012" y="2478"/>
                  </a:lnTo>
                  <a:lnTo>
                    <a:pt x="3018" y="2438"/>
                  </a:lnTo>
                  <a:lnTo>
                    <a:pt x="3026" y="2400"/>
                  </a:lnTo>
                  <a:lnTo>
                    <a:pt x="3036" y="2363"/>
                  </a:lnTo>
                  <a:lnTo>
                    <a:pt x="3048" y="2329"/>
                  </a:lnTo>
                  <a:lnTo>
                    <a:pt x="3062" y="2296"/>
                  </a:lnTo>
                  <a:lnTo>
                    <a:pt x="3077" y="2267"/>
                  </a:lnTo>
                  <a:lnTo>
                    <a:pt x="3095" y="2240"/>
                  </a:lnTo>
                  <a:lnTo>
                    <a:pt x="3113" y="2215"/>
                  </a:lnTo>
                  <a:lnTo>
                    <a:pt x="3133" y="2194"/>
                  </a:lnTo>
                  <a:lnTo>
                    <a:pt x="3154" y="2176"/>
                  </a:lnTo>
                  <a:lnTo>
                    <a:pt x="3176" y="2162"/>
                  </a:lnTo>
                  <a:lnTo>
                    <a:pt x="3198" y="2152"/>
                  </a:lnTo>
                  <a:lnTo>
                    <a:pt x="3222" y="2146"/>
                  </a:lnTo>
                  <a:lnTo>
                    <a:pt x="3246" y="214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7045" name="Freeform 56"/>
            <p:cNvSpPr>
              <a:spLocks/>
            </p:cNvSpPr>
            <p:nvPr/>
          </p:nvSpPr>
          <p:spPr bwMode="auto">
            <a:xfrm>
              <a:off x="1267" y="1588"/>
              <a:ext cx="87" cy="52"/>
            </a:xfrm>
            <a:custGeom>
              <a:avLst/>
              <a:gdLst>
                <a:gd name="T0" fmla="*/ 3 w 437"/>
                <a:gd name="T1" fmla="*/ 2 h 260"/>
                <a:gd name="T2" fmla="*/ 3 w 437"/>
                <a:gd name="T3" fmla="*/ 2 h 260"/>
                <a:gd name="T4" fmla="*/ 3 w 437"/>
                <a:gd name="T5" fmla="*/ 2 h 260"/>
                <a:gd name="T6" fmla="*/ 3 w 437"/>
                <a:gd name="T7" fmla="*/ 2 h 260"/>
                <a:gd name="T8" fmla="*/ 3 w 437"/>
                <a:gd name="T9" fmla="*/ 1 h 260"/>
                <a:gd name="T10" fmla="*/ 3 w 437"/>
                <a:gd name="T11" fmla="*/ 1 h 260"/>
                <a:gd name="T12" fmla="*/ 3 w 437"/>
                <a:gd name="T13" fmla="*/ 1 h 260"/>
                <a:gd name="T14" fmla="*/ 3 w 437"/>
                <a:gd name="T15" fmla="*/ 1 h 260"/>
                <a:gd name="T16" fmla="*/ 3 w 437"/>
                <a:gd name="T17" fmla="*/ 1 h 260"/>
                <a:gd name="T18" fmla="*/ 2 w 437"/>
                <a:gd name="T19" fmla="*/ 1 h 260"/>
                <a:gd name="T20" fmla="*/ 2 w 437"/>
                <a:gd name="T21" fmla="*/ 0 h 260"/>
                <a:gd name="T22" fmla="*/ 2 w 437"/>
                <a:gd name="T23" fmla="*/ 0 h 260"/>
                <a:gd name="T24" fmla="*/ 2 w 437"/>
                <a:gd name="T25" fmla="*/ 0 h 260"/>
                <a:gd name="T26" fmla="*/ 1 w 437"/>
                <a:gd name="T27" fmla="*/ 0 h 260"/>
                <a:gd name="T28" fmla="*/ 1 w 437"/>
                <a:gd name="T29" fmla="*/ 0 h 260"/>
                <a:gd name="T30" fmla="*/ 1 w 437"/>
                <a:gd name="T31" fmla="*/ 0 h 260"/>
                <a:gd name="T32" fmla="*/ 0 w 437"/>
                <a:gd name="T33" fmla="*/ 0 h 260"/>
                <a:gd name="T34" fmla="*/ 0 w 437"/>
                <a:gd name="T35" fmla="*/ 0 h 260"/>
                <a:gd name="T36" fmla="*/ 0 w 437"/>
                <a:gd name="T37" fmla="*/ 0 h 260"/>
                <a:gd name="T38" fmla="*/ 0 w 437"/>
                <a:gd name="T39" fmla="*/ 0 h 260"/>
                <a:gd name="T40" fmla="*/ 1 w 437"/>
                <a:gd name="T41" fmla="*/ 0 h 260"/>
                <a:gd name="T42" fmla="*/ 1 w 437"/>
                <a:gd name="T43" fmla="*/ 0 h 260"/>
                <a:gd name="T44" fmla="*/ 1 w 437"/>
                <a:gd name="T45" fmla="*/ 0 h 260"/>
                <a:gd name="T46" fmla="*/ 2 w 437"/>
                <a:gd name="T47" fmla="*/ 0 h 260"/>
                <a:gd name="T48" fmla="*/ 2 w 437"/>
                <a:gd name="T49" fmla="*/ 0 h 260"/>
                <a:gd name="T50" fmla="*/ 2 w 437"/>
                <a:gd name="T51" fmla="*/ 1 h 260"/>
                <a:gd name="T52" fmla="*/ 2 w 437"/>
                <a:gd name="T53" fmla="*/ 1 h 260"/>
                <a:gd name="T54" fmla="*/ 3 w 437"/>
                <a:gd name="T55" fmla="*/ 1 h 260"/>
                <a:gd name="T56" fmla="*/ 3 w 437"/>
                <a:gd name="T57" fmla="*/ 1 h 260"/>
                <a:gd name="T58" fmla="*/ 3 w 437"/>
                <a:gd name="T59" fmla="*/ 1 h 260"/>
                <a:gd name="T60" fmla="*/ 3 w 437"/>
                <a:gd name="T61" fmla="*/ 1 h 260"/>
                <a:gd name="T62" fmla="*/ 3 w 437"/>
                <a:gd name="T63" fmla="*/ 1 h 260"/>
                <a:gd name="T64" fmla="*/ 3 w 437"/>
                <a:gd name="T65" fmla="*/ 2 h 260"/>
                <a:gd name="T66" fmla="*/ 3 w 437"/>
                <a:gd name="T67" fmla="*/ 2 h 260"/>
                <a:gd name="T68" fmla="*/ 3 w 437"/>
                <a:gd name="T69" fmla="*/ 2 h 260"/>
                <a:gd name="T70" fmla="*/ 3 w 437"/>
                <a:gd name="T71" fmla="*/ 2 h 260"/>
                <a:gd name="T72" fmla="*/ 3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437" y="260"/>
                  </a:moveTo>
                  <a:lnTo>
                    <a:pt x="437" y="260"/>
                  </a:lnTo>
                  <a:lnTo>
                    <a:pt x="434" y="233"/>
                  </a:lnTo>
                  <a:lnTo>
                    <a:pt x="427" y="206"/>
                  </a:lnTo>
                  <a:lnTo>
                    <a:pt x="417" y="181"/>
                  </a:lnTo>
                  <a:lnTo>
                    <a:pt x="401" y="157"/>
                  </a:lnTo>
                  <a:lnTo>
                    <a:pt x="383" y="133"/>
                  </a:lnTo>
                  <a:lnTo>
                    <a:pt x="360" y="113"/>
                  </a:lnTo>
                  <a:lnTo>
                    <a:pt x="336" y="93"/>
                  </a:lnTo>
                  <a:lnTo>
                    <a:pt x="308" y="73"/>
                  </a:lnTo>
                  <a:lnTo>
                    <a:pt x="276" y="58"/>
                  </a:lnTo>
                  <a:lnTo>
                    <a:pt x="242" y="43"/>
                  </a:lnTo>
                  <a:lnTo>
                    <a:pt x="207" y="30"/>
                  </a:lnTo>
                  <a:lnTo>
                    <a:pt x="168" y="19"/>
                  </a:lnTo>
                  <a:lnTo>
                    <a:pt x="128" y="11"/>
                  </a:lnTo>
                  <a:lnTo>
                    <a:pt x="87" y="4"/>
                  </a:lnTo>
                  <a:lnTo>
                    <a:pt x="43" y="1"/>
                  </a:lnTo>
                  <a:lnTo>
                    <a:pt x="0" y="0"/>
                  </a:lnTo>
                  <a:lnTo>
                    <a:pt x="0" y="11"/>
                  </a:lnTo>
                  <a:lnTo>
                    <a:pt x="43" y="12"/>
                  </a:lnTo>
                  <a:lnTo>
                    <a:pt x="85" y="16"/>
                  </a:lnTo>
                  <a:lnTo>
                    <a:pt x="126" y="23"/>
                  </a:lnTo>
                  <a:lnTo>
                    <a:pt x="166" y="31"/>
                  </a:lnTo>
                  <a:lnTo>
                    <a:pt x="202" y="42"/>
                  </a:lnTo>
                  <a:lnTo>
                    <a:pt x="237" y="55"/>
                  </a:lnTo>
                  <a:lnTo>
                    <a:pt x="271" y="70"/>
                  </a:lnTo>
                  <a:lnTo>
                    <a:pt x="301" y="85"/>
                  </a:lnTo>
                  <a:lnTo>
                    <a:pt x="329" y="103"/>
                  </a:lnTo>
                  <a:lnTo>
                    <a:pt x="353" y="123"/>
                  </a:lnTo>
                  <a:lnTo>
                    <a:pt x="373" y="143"/>
                  </a:lnTo>
                  <a:lnTo>
                    <a:pt x="392" y="164"/>
                  </a:lnTo>
                  <a:lnTo>
                    <a:pt x="405" y="186"/>
                  </a:lnTo>
                  <a:lnTo>
                    <a:pt x="415" y="211"/>
                  </a:lnTo>
                  <a:lnTo>
                    <a:pt x="422" y="235"/>
                  </a:lnTo>
                  <a:lnTo>
                    <a:pt x="425" y="260"/>
                  </a:lnTo>
                  <a:lnTo>
                    <a:pt x="437"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7046" name="Freeform 57"/>
            <p:cNvSpPr>
              <a:spLocks/>
            </p:cNvSpPr>
            <p:nvPr/>
          </p:nvSpPr>
          <p:spPr bwMode="auto">
            <a:xfrm>
              <a:off x="1267" y="1640"/>
              <a:ext cx="87" cy="52"/>
            </a:xfrm>
            <a:custGeom>
              <a:avLst/>
              <a:gdLst>
                <a:gd name="T0" fmla="*/ 0 w 437"/>
                <a:gd name="T1" fmla="*/ 2 h 260"/>
                <a:gd name="T2" fmla="*/ 0 w 437"/>
                <a:gd name="T3" fmla="*/ 2 h 260"/>
                <a:gd name="T4" fmla="*/ 0 w 437"/>
                <a:gd name="T5" fmla="*/ 2 h 260"/>
                <a:gd name="T6" fmla="*/ 1 w 437"/>
                <a:gd name="T7" fmla="*/ 2 h 260"/>
                <a:gd name="T8" fmla="*/ 1 w 437"/>
                <a:gd name="T9" fmla="*/ 2 h 260"/>
                <a:gd name="T10" fmla="*/ 1 w 437"/>
                <a:gd name="T11" fmla="*/ 2 h 260"/>
                <a:gd name="T12" fmla="*/ 2 w 437"/>
                <a:gd name="T13" fmla="*/ 2 h 260"/>
                <a:gd name="T14" fmla="*/ 2 w 437"/>
                <a:gd name="T15" fmla="*/ 2 h 260"/>
                <a:gd name="T16" fmla="*/ 2 w 437"/>
                <a:gd name="T17" fmla="*/ 2 h 260"/>
                <a:gd name="T18" fmla="*/ 2 w 437"/>
                <a:gd name="T19" fmla="*/ 1 h 260"/>
                <a:gd name="T20" fmla="*/ 3 w 437"/>
                <a:gd name="T21" fmla="*/ 1 h 260"/>
                <a:gd name="T22" fmla="*/ 3 w 437"/>
                <a:gd name="T23" fmla="*/ 1 h 260"/>
                <a:gd name="T24" fmla="*/ 3 w 437"/>
                <a:gd name="T25" fmla="*/ 1 h 260"/>
                <a:gd name="T26" fmla="*/ 3 w 437"/>
                <a:gd name="T27" fmla="*/ 1 h 260"/>
                <a:gd name="T28" fmla="*/ 3 w 437"/>
                <a:gd name="T29" fmla="*/ 1 h 260"/>
                <a:gd name="T30" fmla="*/ 3 w 437"/>
                <a:gd name="T31" fmla="*/ 0 h 260"/>
                <a:gd name="T32" fmla="*/ 3 w 437"/>
                <a:gd name="T33" fmla="*/ 0 h 260"/>
                <a:gd name="T34" fmla="*/ 3 w 437"/>
                <a:gd name="T35" fmla="*/ 0 h 260"/>
                <a:gd name="T36" fmla="*/ 3 w 437"/>
                <a:gd name="T37" fmla="*/ 0 h 260"/>
                <a:gd name="T38" fmla="*/ 3 w 437"/>
                <a:gd name="T39" fmla="*/ 0 h 260"/>
                <a:gd name="T40" fmla="*/ 3 w 437"/>
                <a:gd name="T41" fmla="*/ 0 h 260"/>
                <a:gd name="T42" fmla="*/ 3 w 437"/>
                <a:gd name="T43" fmla="*/ 1 h 260"/>
                <a:gd name="T44" fmla="*/ 3 w 437"/>
                <a:gd name="T45" fmla="*/ 1 h 260"/>
                <a:gd name="T46" fmla="*/ 3 w 437"/>
                <a:gd name="T47" fmla="*/ 1 h 260"/>
                <a:gd name="T48" fmla="*/ 3 w 437"/>
                <a:gd name="T49" fmla="*/ 1 h 260"/>
                <a:gd name="T50" fmla="*/ 3 w 437"/>
                <a:gd name="T51" fmla="*/ 1 h 260"/>
                <a:gd name="T52" fmla="*/ 2 w 437"/>
                <a:gd name="T53" fmla="*/ 1 h 260"/>
                <a:gd name="T54" fmla="*/ 2 w 437"/>
                <a:gd name="T55" fmla="*/ 2 h 260"/>
                <a:gd name="T56" fmla="*/ 2 w 437"/>
                <a:gd name="T57" fmla="*/ 2 h 260"/>
                <a:gd name="T58" fmla="*/ 2 w 437"/>
                <a:gd name="T59" fmla="*/ 2 h 260"/>
                <a:gd name="T60" fmla="*/ 1 w 437"/>
                <a:gd name="T61" fmla="*/ 2 h 260"/>
                <a:gd name="T62" fmla="*/ 1 w 437"/>
                <a:gd name="T63" fmla="*/ 2 h 260"/>
                <a:gd name="T64" fmla="*/ 1 w 437"/>
                <a:gd name="T65" fmla="*/ 2 h 260"/>
                <a:gd name="T66" fmla="*/ 0 w 437"/>
                <a:gd name="T67" fmla="*/ 2 h 260"/>
                <a:gd name="T68" fmla="*/ 0 w 437"/>
                <a:gd name="T69" fmla="*/ 2 h 260"/>
                <a:gd name="T70" fmla="*/ 0 w 437"/>
                <a:gd name="T71" fmla="*/ 2 h 260"/>
                <a:gd name="T72" fmla="*/ 0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0" y="260"/>
                  </a:moveTo>
                  <a:lnTo>
                    <a:pt x="0" y="260"/>
                  </a:lnTo>
                  <a:lnTo>
                    <a:pt x="43" y="259"/>
                  </a:lnTo>
                  <a:lnTo>
                    <a:pt x="87" y="255"/>
                  </a:lnTo>
                  <a:lnTo>
                    <a:pt x="128" y="248"/>
                  </a:lnTo>
                  <a:lnTo>
                    <a:pt x="168" y="240"/>
                  </a:lnTo>
                  <a:lnTo>
                    <a:pt x="207" y="230"/>
                  </a:lnTo>
                  <a:lnTo>
                    <a:pt x="242" y="217"/>
                  </a:lnTo>
                  <a:lnTo>
                    <a:pt x="276" y="202"/>
                  </a:lnTo>
                  <a:lnTo>
                    <a:pt x="308" y="185"/>
                  </a:lnTo>
                  <a:lnTo>
                    <a:pt x="336" y="166"/>
                  </a:lnTo>
                  <a:lnTo>
                    <a:pt x="360" y="146"/>
                  </a:lnTo>
                  <a:lnTo>
                    <a:pt x="383" y="125"/>
                  </a:lnTo>
                  <a:lnTo>
                    <a:pt x="401" y="102"/>
                  </a:lnTo>
                  <a:lnTo>
                    <a:pt x="417" y="77"/>
                  </a:lnTo>
                  <a:lnTo>
                    <a:pt x="427" y="53"/>
                  </a:lnTo>
                  <a:lnTo>
                    <a:pt x="434" y="27"/>
                  </a:lnTo>
                  <a:lnTo>
                    <a:pt x="437" y="0"/>
                  </a:lnTo>
                  <a:lnTo>
                    <a:pt x="425" y="0"/>
                  </a:lnTo>
                  <a:lnTo>
                    <a:pt x="422" y="24"/>
                  </a:lnTo>
                  <a:lnTo>
                    <a:pt x="415" y="48"/>
                  </a:lnTo>
                  <a:lnTo>
                    <a:pt x="405" y="73"/>
                  </a:lnTo>
                  <a:lnTo>
                    <a:pt x="392" y="95"/>
                  </a:lnTo>
                  <a:lnTo>
                    <a:pt x="373" y="116"/>
                  </a:lnTo>
                  <a:lnTo>
                    <a:pt x="353" y="137"/>
                  </a:lnTo>
                  <a:lnTo>
                    <a:pt x="329" y="157"/>
                  </a:lnTo>
                  <a:lnTo>
                    <a:pt x="301" y="173"/>
                  </a:lnTo>
                  <a:lnTo>
                    <a:pt x="271" y="190"/>
                  </a:lnTo>
                  <a:lnTo>
                    <a:pt x="237" y="205"/>
                  </a:lnTo>
                  <a:lnTo>
                    <a:pt x="202" y="218"/>
                  </a:lnTo>
                  <a:lnTo>
                    <a:pt x="166" y="228"/>
                  </a:lnTo>
                  <a:lnTo>
                    <a:pt x="126" y="237"/>
                  </a:lnTo>
                  <a:lnTo>
                    <a:pt x="85" y="244"/>
                  </a:lnTo>
                  <a:lnTo>
                    <a:pt x="43" y="247"/>
                  </a:lnTo>
                  <a:lnTo>
                    <a:pt x="0" y="248"/>
                  </a:lnTo>
                  <a:lnTo>
                    <a:pt x="0"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7047" name="Freeform 58"/>
            <p:cNvSpPr>
              <a:spLocks/>
            </p:cNvSpPr>
            <p:nvPr/>
          </p:nvSpPr>
          <p:spPr bwMode="auto">
            <a:xfrm>
              <a:off x="1179" y="1640"/>
              <a:ext cx="88" cy="52"/>
            </a:xfrm>
            <a:custGeom>
              <a:avLst/>
              <a:gdLst>
                <a:gd name="T0" fmla="*/ 0 w 439"/>
                <a:gd name="T1" fmla="*/ 0 h 260"/>
                <a:gd name="T2" fmla="*/ 0 w 439"/>
                <a:gd name="T3" fmla="*/ 0 h 260"/>
                <a:gd name="T4" fmla="*/ 0 w 439"/>
                <a:gd name="T5" fmla="*/ 0 h 260"/>
                <a:gd name="T6" fmla="*/ 0 w 439"/>
                <a:gd name="T7" fmla="*/ 0 h 260"/>
                <a:gd name="T8" fmla="*/ 0 w 439"/>
                <a:gd name="T9" fmla="*/ 1 h 260"/>
                <a:gd name="T10" fmla="*/ 0 w 439"/>
                <a:gd name="T11" fmla="*/ 1 h 260"/>
                <a:gd name="T12" fmla="*/ 0 w 439"/>
                <a:gd name="T13" fmla="*/ 1 h 260"/>
                <a:gd name="T14" fmla="*/ 1 w 439"/>
                <a:gd name="T15" fmla="*/ 1 h 260"/>
                <a:gd name="T16" fmla="*/ 1 w 439"/>
                <a:gd name="T17" fmla="*/ 1 h 260"/>
                <a:gd name="T18" fmla="*/ 1 w 439"/>
                <a:gd name="T19" fmla="*/ 1 h 260"/>
                <a:gd name="T20" fmla="*/ 1 w 439"/>
                <a:gd name="T21" fmla="*/ 2 h 260"/>
                <a:gd name="T22" fmla="*/ 2 w 439"/>
                <a:gd name="T23" fmla="*/ 2 h 260"/>
                <a:gd name="T24" fmla="*/ 2 w 439"/>
                <a:gd name="T25" fmla="*/ 2 h 260"/>
                <a:gd name="T26" fmla="*/ 2 w 439"/>
                <a:gd name="T27" fmla="*/ 2 h 260"/>
                <a:gd name="T28" fmla="*/ 2 w 439"/>
                <a:gd name="T29" fmla="*/ 2 h 260"/>
                <a:gd name="T30" fmla="*/ 3 w 439"/>
                <a:gd name="T31" fmla="*/ 2 h 260"/>
                <a:gd name="T32" fmla="*/ 3 w 439"/>
                <a:gd name="T33" fmla="*/ 2 h 260"/>
                <a:gd name="T34" fmla="*/ 4 w 439"/>
                <a:gd name="T35" fmla="*/ 2 h 260"/>
                <a:gd name="T36" fmla="*/ 4 w 439"/>
                <a:gd name="T37" fmla="*/ 2 h 260"/>
                <a:gd name="T38" fmla="*/ 3 w 439"/>
                <a:gd name="T39" fmla="*/ 2 h 260"/>
                <a:gd name="T40" fmla="*/ 3 w 439"/>
                <a:gd name="T41" fmla="*/ 2 h 260"/>
                <a:gd name="T42" fmla="*/ 3 w 439"/>
                <a:gd name="T43" fmla="*/ 2 h 260"/>
                <a:gd name="T44" fmla="*/ 2 w 439"/>
                <a:gd name="T45" fmla="*/ 2 h 260"/>
                <a:gd name="T46" fmla="*/ 2 w 439"/>
                <a:gd name="T47" fmla="*/ 2 h 260"/>
                <a:gd name="T48" fmla="*/ 2 w 439"/>
                <a:gd name="T49" fmla="*/ 2 h 260"/>
                <a:gd name="T50" fmla="*/ 1 w 439"/>
                <a:gd name="T51" fmla="*/ 2 h 260"/>
                <a:gd name="T52" fmla="*/ 1 w 439"/>
                <a:gd name="T53" fmla="*/ 1 h 260"/>
                <a:gd name="T54" fmla="*/ 1 w 439"/>
                <a:gd name="T55" fmla="*/ 1 h 260"/>
                <a:gd name="T56" fmla="*/ 1 w 439"/>
                <a:gd name="T57" fmla="*/ 1 h 260"/>
                <a:gd name="T58" fmla="*/ 1 w 439"/>
                <a:gd name="T59" fmla="*/ 1 h 260"/>
                <a:gd name="T60" fmla="*/ 0 w 439"/>
                <a:gd name="T61" fmla="*/ 1 h 260"/>
                <a:gd name="T62" fmla="*/ 0 w 439"/>
                <a:gd name="T63" fmla="*/ 1 h 260"/>
                <a:gd name="T64" fmla="*/ 0 w 439"/>
                <a:gd name="T65" fmla="*/ 0 h 260"/>
                <a:gd name="T66" fmla="*/ 0 w 439"/>
                <a:gd name="T67" fmla="*/ 0 h 260"/>
                <a:gd name="T68" fmla="*/ 0 w 439"/>
                <a:gd name="T69" fmla="*/ 0 h 260"/>
                <a:gd name="T70" fmla="*/ 0 w 439"/>
                <a:gd name="T71" fmla="*/ 0 h 260"/>
                <a:gd name="T72" fmla="*/ 0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0" y="0"/>
                  </a:moveTo>
                  <a:lnTo>
                    <a:pt x="0" y="0"/>
                  </a:lnTo>
                  <a:lnTo>
                    <a:pt x="3" y="27"/>
                  </a:lnTo>
                  <a:lnTo>
                    <a:pt x="10" y="53"/>
                  </a:lnTo>
                  <a:lnTo>
                    <a:pt x="20" y="77"/>
                  </a:lnTo>
                  <a:lnTo>
                    <a:pt x="35" y="102"/>
                  </a:lnTo>
                  <a:lnTo>
                    <a:pt x="54" y="125"/>
                  </a:lnTo>
                  <a:lnTo>
                    <a:pt x="76" y="146"/>
                  </a:lnTo>
                  <a:lnTo>
                    <a:pt x="102" y="166"/>
                  </a:lnTo>
                  <a:lnTo>
                    <a:pt x="130" y="185"/>
                  </a:lnTo>
                  <a:lnTo>
                    <a:pt x="162" y="202"/>
                  </a:lnTo>
                  <a:lnTo>
                    <a:pt x="195" y="217"/>
                  </a:lnTo>
                  <a:lnTo>
                    <a:pt x="231" y="230"/>
                  </a:lnTo>
                  <a:lnTo>
                    <a:pt x="270" y="240"/>
                  </a:lnTo>
                  <a:lnTo>
                    <a:pt x="310" y="248"/>
                  </a:lnTo>
                  <a:lnTo>
                    <a:pt x="351" y="255"/>
                  </a:lnTo>
                  <a:lnTo>
                    <a:pt x="395" y="259"/>
                  </a:lnTo>
                  <a:lnTo>
                    <a:pt x="439" y="260"/>
                  </a:lnTo>
                  <a:lnTo>
                    <a:pt x="439" y="248"/>
                  </a:lnTo>
                  <a:lnTo>
                    <a:pt x="395" y="247"/>
                  </a:lnTo>
                  <a:lnTo>
                    <a:pt x="353" y="244"/>
                  </a:lnTo>
                  <a:lnTo>
                    <a:pt x="312" y="237"/>
                  </a:lnTo>
                  <a:lnTo>
                    <a:pt x="272" y="228"/>
                  </a:lnTo>
                  <a:lnTo>
                    <a:pt x="236" y="218"/>
                  </a:lnTo>
                  <a:lnTo>
                    <a:pt x="200" y="205"/>
                  </a:lnTo>
                  <a:lnTo>
                    <a:pt x="167" y="190"/>
                  </a:lnTo>
                  <a:lnTo>
                    <a:pt x="137" y="173"/>
                  </a:lnTo>
                  <a:lnTo>
                    <a:pt x="109" y="157"/>
                  </a:lnTo>
                  <a:lnTo>
                    <a:pt x="84" y="137"/>
                  </a:lnTo>
                  <a:lnTo>
                    <a:pt x="64" y="116"/>
                  </a:lnTo>
                  <a:lnTo>
                    <a:pt x="45" y="95"/>
                  </a:lnTo>
                  <a:lnTo>
                    <a:pt x="32" y="73"/>
                  </a:lnTo>
                  <a:lnTo>
                    <a:pt x="21" y="48"/>
                  </a:lnTo>
                  <a:lnTo>
                    <a:pt x="14" y="24"/>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7048" name="Freeform 59"/>
            <p:cNvSpPr>
              <a:spLocks/>
            </p:cNvSpPr>
            <p:nvPr/>
          </p:nvSpPr>
          <p:spPr bwMode="auto">
            <a:xfrm>
              <a:off x="1179" y="1588"/>
              <a:ext cx="88" cy="52"/>
            </a:xfrm>
            <a:custGeom>
              <a:avLst/>
              <a:gdLst>
                <a:gd name="T0" fmla="*/ 4 w 439"/>
                <a:gd name="T1" fmla="*/ 0 h 260"/>
                <a:gd name="T2" fmla="*/ 4 w 439"/>
                <a:gd name="T3" fmla="*/ 0 h 260"/>
                <a:gd name="T4" fmla="*/ 3 w 439"/>
                <a:gd name="T5" fmla="*/ 0 h 260"/>
                <a:gd name="T6" fmla="*/ 3 w 439"/>
                <a:gd name="T7" fmla="*/ 0 h 260"/>
                <a:gd name="T8" fmla="*/ 2 w 439"/>
                <a:gd name="T9" fmla="*/ 0 h 260"/>
                <a:gd name="T10" fmla="*/ 2 w 439"/>
                <a:gd name="T11" fmla="*/ 0 h 260"/>
                <a:gd name="T12" fmla="*/ 2 w 439"/>
                <a:gd name="T13" fmla="*/ 0 h 260"/>
                <a:gd name="T14" fmla="*/ 2 w 439"/>
                <a:gd name="T15" fmla="*/ 0 h 260"/>
                <a:gd name="T16" fmla="*/ 1 w 439"/>
                <a:gd name="T17" fmla="*/ 0 h 260"/>
                <a:gd name="T18" fmla="*/ 1 w 439"/>
                <a:gd name="T19" fmla="*/ 1 h 260"/>
                <a:gd name="T20" fmla="*/ 1 w 439"/>
                <a:gd name="T21" fmla="*/ 1 h 260"/>
                <a:gd name="T22" fmla="*/ 1 w 439"/>
                <a:gd name="T23" fmla="*/ 1 h 260"/>
                <a:gd name="T24" fmla="*/ 0 w 439"/>
                <a:gd name="T25" fmla="*/ 1 h 260"/>
                <a:gd name="T26" fmla="*/ 0 w 439"/>
                <a:gd name="T27" fmla="*/ 1 h 260"/>
                <a:gd name="T28" fmla="*/ 0 w 439"/>
                <a:gd name="T29" fmla="*/ 1 h 260"/>
                <a:gd name="T30" fmla="*/ 0 w 439"/>
                <a:gd name="T31" fmla="*/ 2 h 260"/>
                <a:gd name="T32" fmla="*/ 0 w 439"/>
                <a:gd name="T33" fmla="*/ 2 h 260"/>
                <a:gd name="T34" fmla="*/ 0 w 439"/>
                <a:gd name="T35" fmla="*/ 2 h 260"/>
                <a:gd name="T36" fmla="*/ 0 w 439"/>
                <a:gd name="T37" fmla="*/ 2 h 260"/>
                <a:gd name="T38" fmla="*/ 0 w 439"/>
                <a:gd name="T39" fmla="*/ 2 h 260"/>
                <a:gd name="T40" fmla="*/ 0 w 439"/>
                <a:gd name="T41" fmla="*/ 2 h 260"/>
                <a:gd name="T42" fmla="*/ 0 w 439"/>
                <a:gd name="T43" fmla="*/ 1 h 260"/>
                <a:gd name="T44" fmla="*/ 0 w 439"/>
                <a:gd name="T45" fmla="*/ 1 h 260"/>
                <a:gd name="T46" fmla="*/ 1 w 439"/>
                <a:gd name="T47" fmla="*/ 1 h 260"/>
                <a:gd name="T48" fmla="*/ 1 w 439"/>
                <a:gd name="T49" fmla="*/ 1 h 260"/>
                <a:gd name="T50" fmla="*/ 1 w 439"/>
                <a:gd name="T51" fmla="*/ 1 h 260"/>
                <a:gd name="T52" fmla="*/ 1 w 439"/>
                <a:gd name="T53" fmla="*/ 1 h 260"/>
                <a:gd name="T54" fmla="*/ 1 w 439"/>
                <a:gd name="T55" fmla="*/ 1 h 260"/>
                <a:gd name="T56" fmla="*/ 2 w 439"/>
                <a:gd name="T57" fmla="*/ 0 h 260"/>
                <a:gd name="T58" fmla="*/ 2 w 439"/>
                <a:gd name="T59" fmla="*/ 0 h 260"/>
                <a:gd name="T60" fmla="*/ 2 w 439"/>
                <a:gd name="T61" fmla="*/ 0 h 260"/>
                <a:gd name="T62" fmla="*/ 3 w 439"/>
                <a:gd name="T63" fmla="*/ 0 h 260"/>
                <a:gd name="T64" fmla="*/ 3 w 439"/>
                <a:gd name="T65" fmla="*/ 0 h 260"/>
                <a:gd name="T66" fmla="*/ 3 w 439"/>
                <a:gd name="T67" fmla="*/ 0 h 260"/>
                <a:gd name="T68" fmla="*/ 4 w 439"/>
                <a:gd name="T69" fmla="*/ 0 h 260"/>
                <a:gd name="T70" fmla="*/ 4 w 439"/>
                <a:gd name="T71" fmla="*/ 0 h 260"/>
                <a:gd name="T72" fmla="*/ 4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439" y="0"/>
                  </a:moveTo>
                  <a:lnTo>
                    <a:pt x="439" y="0"/>
                  </a:lnTo>
                  <a:lnTo>
                    <a:pt x="395" y="1"/>
                  </a:lnTo>
                  <a:lnTo>
                    <a:pt x="351" y="4"/>
                  </a:lnTo>
                  <a:lnTo>
                    <a:pt x="310" y="11"/>
                  </a:lnTo>
                  <a:lnTo>
                    <a:pt x="270" y="19"/>
                  </a:lnTo>
                  <a:lnTo>
                    <a:pt x="231" y="30"/>
                  </a:lnTo>
                  <a:lnTo>
                    <a:pt x="195" y="43"/>
                  </a:lnTo>
                  <a:lnTo>
                    <a:pt x="162" y="58"/>
                  </a:lnTo>
                  <a:lnTo>
                    <a:pt x="130" y="73"/>
                  </a:lnTo>
                  <a:lnTo>
                    <a:pt x="102" y="93"/>
                  </a:lnTo>
                  <a:lnTo>
                    <a:pt x="76" y="113"/>
                  </a:lnTo>
                  <a:lnTo>
                    <a:pt x="54" y="133"/>
                  </a:lnTo>
                  <a:lnTo>
                    <a:pt x="35" y="157"/>
                  </a:lnTo>
                  <a:lnTo>
                    <a:pt x="20" y="181"/>
                  </a:lnTo>
                  <a:lnTo>
                    <a:pt x="10" y="206"/>
                  </a:lnTo>
                  <a:lnTo>
                    <a:pt x="3" y="233"/>
                  </a:lnTo>
                  <a:lnTo>
                    <a:pt x="0" y="260"/>
                  </a:lnTo>
                  <a:lnTo>
                    <a:pt x="12" y="260"/>
                  </a:lnTo>
                  <a:lnTo>
                    <a:pt x="14" y="235"/>
                  </a:lnTo>
                  <a:lnTo>
                    <a:pt x="21" y="211"/>
                  </a:lnTo>
                  <a:lnTo>
                    <a:pt x="32" y="186"/>
                  </a:lnTo>
                  <a:lnTo>
                    <a:pt x="45" y="164"/>
                  </a:lnTo>
                  <a:lnTo>
                    <a:pt x="64" y="143"/>
                  </a:lnTo>
                  <a:lnTo>
                    <a:pt x="84" y="123"/>
                  </a:lnTo>
                  <a:lnTo>
                    <a:pt x="109" y="103"/>
                  </a:lnTo>
                  <a:lnTo>
                    <a:pt x="137" y="85"/>
                  </a:lnTo>
                  <a:lnTo>
                    <a:pt x="167" y="70"/>
                  </a:lnTo>
                  <a:lnTo>
                    <a:pt x="200" y="55"/>
                  </a:lnTo>
                  <a:lnTo>
                    <a:pt x="236" y="42"/>
                  </a:lnTo>
                  <a:lnTo>
                    <a:pt x="272" y="31"/>
                  </a:lnTo>
                  <a:lnTo>
                    <a:pt x="312" y="23"/>
                  </a:lnTo>
                  <a:lnTo>
                    <a:pt x="353" y="16"/>
                  </a:lnTo>
                  <a:lnTo>
                    <a:pt x="395" y="12"/>
                  </a:lnTo>
                  <a:lnTo>
                    <a:pt x="439" y="11"/>
                  </a:lnTo>
                  <a:lnTo>
                    <a:pt x="439"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7049" name="Freeform 60"/>
            <p:cNvSpPr>
              <a:spLocks/>
            </p:cNvSpPr>
            <p:nvPr/>
          </p:nvSpPr>
          <p:spPr bwMode="auto">
            <a:xfrm>
              <a:off x="964" y="1745"/>
              <a:ext cx="48" cy="85"/>
            </a:xfrm>
            <a:custGeom>
              <a:avLst/>
              <a:gdLst>
                <a:gd name="T0" fmla="*/ 2 w 244"/>
                <a:gd name="T1" fmla="*/ 3 h 426"/>
                <a:gd name="T2" fmla="*/ 2 w 244"/>
                <a:gd name="T3" fmla="*/ 3 h 426"/>
                <a:gd name="T4" fmla="*/ 2 w 244"/>
                <a:gd name="T5" fmla="*/ 3 h 426"/>
                <a:gd name="T6" fmla="*/ 2 w 244"/>
                <a:gd name="T7" fmla="*/ 3 h 426"/>
                <a:gd name="T8" fmla="*/ 2 w 244"/>
                <a:gd name="T9" fmla="*/ 2 h 426"/>
                <a:gd name="T10" fmla="*/ 2 w 244"/>
                <a:gd name="T11" fmla="*/ 2 h 426"/>
                <a:gd name="T12" fmla="*/ 2 w 244"/>
                <a:gd name="T13" fmla="*/ 2 h 426"/>
                <a:gd name="T14" fmla="*/ 2 w 244"/>
                <a:gd name="T15" fmla="*/ 2 h 426"/>
                <a:gd name="T16" fmla="*/ 1 w 244"/>
                <a:gd name="T17" fmla="*/ 1 h 426"/>
                <a:gd name="T18" fmla="*/ 1 w 244"/>
                <a:gd name="T19" fmla="*/ 1 h 426"/>
                <a:gd name="T20" fmla="*/ 1 w 244"/>
                <a:gd name="T21" fmla="*/ 1 h 426"/>
                <a:gd name="T22" fmla="*/ 1 w 244"/>
                <a:gd name="T23" fmla="*/ 1 h 426"/>
                <a:gd name="T24" fmla="*/ 1 w 244"/>
                <a:gd name="T25" fmla="*/ 0 h 426"/>
                <a:gd name="T26" fmla="*/ 1 w 244"/>
                <a:gd name="T27" fmla="*/ 0 h 426"/>
                <a:gd name="T28" fmla="*/ 1 w 244"/>
                <a:gd name="T29" fmla="*/ 0 h 426"/>
                <a:gd name="T30" fmla="*/ 0 w 244"/>
                <a:gd name="T31" fmla="*/ 0 h 426"/>
                <a:gd name="T32" fmla="*/ 0 w 244"/>
                <a:gd name="T33" fmla="*/ 0 h 426"/>
                <a:gd name="T34" fmla="*/ 0 w 244"/>
                <a:gd name="T35" fmla="*/ 0 h 426"/>
                <a:gd name="T36" fmla="*/ 0 w 244"/>
                <a:gd name="T37" fmla="*/ 0 h 426"/>
                <a:gd name="T38" fmla="*/ 0 w 244"/>
                <a:gd name="T39" fmla="*/ 0 h 426"/>
                <a:gd name="T40" fmla="*/ 0 w 244"/>
                <a:gd name="T41" fmla="*/ 0 h 426"/>
                <a:gd name="T42" fmla="*/ 1 w 244"/>
                <a:gd name="T43" fmla="*/ 0 h 426"/>
                <a:gd name="T44" fmla="*/ 1 w 244"/>
                <a:gd name="T45" fmla="*/ 0 h 426"/>
                <a:gd name="T46" fmla="*/ 1 w 244"/>
                <a:gd name="T47" fmla="*/ 0 h 426"/>
                <a:gd name="T48" fmla="*/ 1 w 244"/>
                <a:gd name="T49" fmla="*/ 1 h 426"/>
                <a:gd name="T50" fmla="*/ 1 w 244"/>
                <a:gd name="T51" fmla="*/ 1 h 426"/>
                <a:gd name="T52" fmla="*/ 1 w 244"/>
                <a:gd name="T53" fmla="*/ 1 h 426"/>
                <a:gd name="T54" fmla="*/ 1 w 244"/>
                <a:gd name="T55" fmla="*/ 1 h 426"/>
                <a:gd name="T56" fmla="*/ 1 w 244"/>
                <a:gd name="T57" fmla="*/ 2 h 426"/>
                <a:gd name="T58" fmla="*/ 2 w 244"/>
                <a:gd name="T59" fmla="*/ 2 h 426"/>
                <a:gd name="T60" fmla="*/ 2 w 244"/>
                <a:gd name="T61" fmla="*/ 2 h 426"/>
                <a:gd name="T62" fmla="*/ 2 w 244"/>
                <a:gd name="T63" fmla="*/ 2 h 426"/>
                <a:gd name="T64" fmla="*/ 2 w 244"/>
                <a:gd name="T65" fmla="*/ 3 h 426"/>
                <a:gd name="T66" fmla="*/ 2 w 244"/>
                <a:gd name="T67" fmla="*/ 3 h 426"/>
                <a:gd name="T68" fmla="*/ 2 w 244"/>
                <a:gd name="T69" fmla="*/ 3 h 426"/>
                <a:gd name="T70" fmla="*/ 2 w 244"/>
                <a:gd name="T71" fmla="*/ 3 h 426"/>
                <a:gd name="T72" fmla="*/ 2 w 244"/>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6"/>
                <a:gd name="T113" fmla="*/ 244 w 244"/>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6">
                  <a:moveTo>
                    <a:pt x="244" y="426"/>
                  </a:moveTo>
                  <a:lnTo>
                    <a:pt x="244" y="426"/>
                  </a:lnTo>
                  <a:lnTo>
                    <a:pt x="243" y="383"/>
                  </a:lnTo>
                  <a:lnTo>
                    <a:pt x="240" y="340"/>
                  </a:lnTo>
                  <a:lnTo>
                    <a:pt x="234" y="300"/>
                  </a:lnTo>
                  <a:lnTo>
                    <a:pt x="226" y="262"/>
                  </a:lnTo>
                  <a:lnTo>
                    <a:pt x="215" y="224"/>
                  </a:lnTo>
                  <a:lnTo>
                    <a:pt x="203" y="189"/>
                  </a:lnTo>
                  <a:lnTo>
                    <a:pt x="189" y="157"/>
                  </a:lnTo>
                  <a:lnTo>
                    <a:pt x="174" y="126"/>
                  </a:lnTo>
                  <a:lnTo>
                    <a:pt x="155" y="99"/>
                  </a:lnTo>
                  <a:lnTo>
                    <a:pt x="138" y="74"/>
                  </a:lnTo>
                  <a:lnTo>
                    <a:pt x="118" y="52"/>
                  </a:lnTo>
                  <a:lnTo>
                    <a:pt x="96" y="34"/>
                  </a:lnTo>
                  <a:lnTo>
                    <a:pt x="73" y="19"/>
                  </a:lnTo>
                  <a:lnTo>
                    <a:pt x="50" y="8"/>
                  </a:lnTo>
                  <a:lnTo>
                    <a:pt x="25" y="2"/>
                  </a:lnTo>
                  <a:lnTo>
                    <a:pt x="0" y="0"/>
                  </a:lnTo>
                  <a:lnTo>
                    <a:pt x="0" y="12"/>
                  </a:lnTo>
                  <a:lnTo>
                    <a:pt x="23" y="14"/>
                  </a:lnTo>
                  <a:lnTo>
                    <a:pt x="45" y="20"/>
                  </a:lnTo>
                  <a:lnTo>
                    <a:pt x="66" y="31"/>
                  </a:lnTo>
                  <a:lnTo>
                    <a:pt x="89" y="43"/>
                  </a:lnTo>
                  <a:lnTo>
                    <a:pt x="109" y="61"/>
                  </a:lnTo>
                  <a:lnTo>
                    <a:pt x="129" y="81"/>
                  </a:lnTo>
                  <a:lnTo>
                    <a:pt x="146" y="106"/>
                  </a:lnTo>
                  <a:lnTo>
                    <a:pt x="162" y="133"/>
                  </a:lnTo>
                  <a:lnTo>
                    <a:pt x="178" y="162"/>
                  </a:lnTo>
                  <a:lnTo>
                    <a:pt x="192" y="194"/>
                  </a:lnTo>
                  <a:lnTo>
                    <a:pt x="203" y="229"/>
                  </a:lnTo>
                  <a:lnTo>
                    <a:pt x="214" y="264"/>
                  </a:lnTo>
                  <a:lnTo>
                    <a:pt x="222" y="303"/>
                  </a:lnTo>
                  <a:lnTo>
                    <a:pt x="228" y="342"/>
                  </a:lnTo>
                  <a:lnTo>
                    <a:pt x="232" y="383"/>
                  </a:lnTo>
                  <a:lnTo>
                    <a:pt x="233" y="426"/>
                  </a:lnTo>
                  <a:lnTo>
                    <a:pt x="244"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7050" name="Freeform 61"/>
            <p:cNvSpPr>
              <a:spLocks/>
            </p:cNvSpPr>
            <p:nvPr/>
          </p:nvSpPr>
          <p:spPr bwMode="auto">
            <a:xfrm>
              <a:off x="964" y="1830"/>
              <a:ext cx="48" cy="85"/>
            </a:xfrm>
            <a:custGeom>
              <a:avLst/>
              <a:gdLst>
                <a:gd name="T0" fmla="*/ 0 w 244"/>
                <a:gd name="T1" fmla="*/ 3 h 424"/>
                <a:gd name="T2" fmla="*/ 0 w 244"/>
                <a:gd name="T3" fmla="*/ 3 h 424"/>
                <a:gd name="T4" fmla="*/ 0 w 244"/>
                <a:gd name="T5" fmla="*/ 3 h 424"/>
                <a:gd name="T6" fmla="*/ 0 w 244"/>
                <a:gd name="T7" fmla="*/ 3 h 424"/>
                <a:gd name="T8" fmla="*/ 1 w 244"/>
                <a:gd name="T9" fmla="*/ 3 h 424"/>
                <a:gd name="T10" fmla="*/ 1 w 244"/>
                <a:gd name="T11" fmla="*/ 3 h 424"/>
                <a:gd name="T12" fmla="*/ 1 w 244"/>
                <a:gd name="T13" fmla="*/ 3 h 424"/>
                <a:gd name="T14" fmla="*/ 1 w 244"/>
                <a:gd name="T15" fmla="*/ 3 h 424"/>
                <a:gd name="T16" fmla="*/ 1 w 244"/>
                <a:gd name="T17" fmla="*/ 3 h 424"/>
                <a:gd name="T18" fmla="*/ 1 w 244"/>
                <a:gd name="T19" fmla="*/ 2 h 424"/>
                <a:gd name="T20" fmla="*/ 1 w 244"/>
                <a:gd name="T21" fmla="*/ 2 h 424"/>
                <a:gd name="T22" fmla="*/ 2 w 244"/>
                <a:gd name="T23" fmla="*/ 2 h 424"/>
                <a:gd name="T24" fmla="*/ 2 w 244"/>
                <a:gd name="T25" fmla="*/ 2 h 424"/>
                <a:gd name="T26" fmla="*/ 2 w 244"/>
                <a:gd name="T27" fmla="*/ 1 h 424"/>
                <a:gd name="T28" fmla="*/ 2 w 244"/>
                <a:gd name="T29" fmla="*/ 1 h 424"/>
                <a:gd name="T30" fmla="*/ 2 w 244"/>
                <a:gd name="T31" fmla="*/ 1 h 424"/>
                <a:gd name="T32" fmla="*/ 2 w 244"/>
                <a:gd name="T33" fmla="*/ 0 h 424"/>
                <a:gd name="T34" fmla="*/ 2 w 244"/>
                <a:gd name="T35" fmla="*/ 0 h 424"/>
                <a:gd name="T36" fmla="*/ 2 w 244"/>
                <a:gd name="T37" fmla="*/ 0 h 424"/>
                <a:gd name="T38" fmla="*/ 2 w 244"/>
                <a:gd name="T39" fmla="*/ 0 h 424"/>
                <a:gd name="T40" fmla="*/ 2 w 244"/>
                <a:gd name="T41" fmla="*/ 1 h 424"/>
                <a:gd name="T42" fmla="*/ 2 w 244"/>
                <a:gd name="T43" fmla="*/ 1 h 424"/>
                <a:gd name="T44" fmla="*/ 2 w 244"/>
                <a:gd name="T45" fmla="*/ 1 h 424"/>
                <a:gd name="T46" fmla="*/ 2 w 244"/>
                <a:gd name="T47" fmla="*/ 2 h 424"/>
                <a:gd name="T48" fmla="*/ 1 w 244"/>
                <a:gd name="T49" fmla="*/ 2 h 424"/>
                <a:gd name="T50" fmla="*/ 1 w 244"/>
                <a:gd name="T51" fmla="*/ 2 h 424"/>
                <a:gd name="T52" fmla="*/ 1 w 244"/>
                <a:gd name="T53" fmla="*/ 2 h 424"/>
                <a:gd name="T54" fmla="*/ 1 w 244"/>
                <a:gd name="T55" fmla="*/ 3 h 424"/>
                <a:gd name="T56" fmla="*/ 1 w 244"/>
                <a:gd name="T57" fmla="*/ 3 h 424"/>
                <a:gd name="T58" fmla="*/ 1 w 244"/>
                <a:gd name="T59" fmla="*/ 3 h 424"/>
                <a:gd name="T60" fmla="*/ 1 w 244"/>
                <a:gd name="T61" fmla="*/ 3 h 424"/>
                <a:gd name="T62" fmla="*/ 1 w 244"/>
                <a:gd name="T63" fmla="*/ 3 h 424"/>
                <a:gd name="T64" fmla="*/ 0 w 244"/>
                <a:gd name="T65" fmla="*/ 3 h 424"/>
                <a:gd name="T66" fmla="*/ 0 w 244"/>
                <a:gd name="T67" fmla="*/ 3 h 424"/>
                <a:gd name="T68" fmla="*/ 0 w 244"/>
                <a:gd name="T69" fmla="*/ 3 h 424"/>
                <a:gd name="T70" fmla="*/ 0 w 244"/>
                <a:gd name="T71" fmla="*/ 3 h 424"/>
                <a:gd name="T72" fmla="*/ 0 w 244"/>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4"/>
                <a:gd name="T113" fmla="*/ 244 w 244"/>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4">
                  <a:moveTo>
                    <a:pt x="0" y="424"/>
                  </a:moveTo>
                  <a:lnTo>
                    <a:pt x="0" y="424"/>
                  </a:lnTo>
                  <a:lnTo>
                    <a:pt x="25" y="422"/>
                  </a:lnTo>
                  <a:lnTo>
                    <a:pt x="50" y="416"/>
                  </a:lnTo>
                  <a:lnTo>
                    <a:pt x="73" y="405"/>
                  </a:lnTo>
                  <a:lnTo>
                    <a:pt x="96" y="390"/>
                  </a:lnTo>
                  <a:lnTo>
                    <a:pt x="118" y="373"/>
                  </a:lnTo>
                  <a:lnTo>
                    <a:pt x="138" y="350"/>
                  </a:lnTo>
                  <a:lnTo>
                    <a:pt x="155" y="326"/>
                  </a:lnTo>
                  <a:lnTo>
                    <a:pt x="173" y="299"/>
                  </a:lnTo>
                  <a:lnTo>
                    <a:pt x="189" y="268"/>
                  </a:lnTo>
                  <a:lnTo>
                    <a:pt x="203" y="235"/>
                  </a:lnTo>
                  <a:lnTo>
                    <a:pt x="215" y="201"/>
                  </a:lnTo>
                  <a:lnTo>
                    <a:pt x="226" y="163"/>
                  </a:lnTo>
                  <a:lnTo>
                    <a:pt x="234" y="125"/>
                  </a:lnTo>
                  <a:lnTo>
                    <a:pt x="240" y="85"/>
                  </a:lnTo>
                  <a:lnTo>
                    <a:pt x="243" y="42"/>
                  </a:lnTo>
                  <a:lnTo>
                    <a:pt x="244" y="0"/>
                  </a:lnTo>
                  <a:lnTo>
                    <a:pt x="233" y="0"/>
                  </a:lnTo>
                  <a:lnTo>
                    <a:pt x="232" y="42"/>
                  </a:lnTo>
                  <a:lnTo>
                    <a:pt x="228" y="83"/>
                  </a:lnTo>
                  <a:lnTo>
                    <a:pt x="222" y="123"/>
                  </a:lnTo>
                  <a:lnTo>
                    <a:pt x="214" y="160"/>
                  </a:lnTo>
                  <a:lnTo>
                    <a:pt x="203" y="197"/>
                  </a:lnTo>
                  <a:lnTo>
                    <a:pt x="192" y="231"/>
                  </a:lnTo>
                  <a:lnTo>
                    <a:pt x="178" y="263"/>
                  </a:lnTo>
                  <a:lnTo>
                    <a:pt x="164" y="292"/>
                  </a:lnTo>
                  <a:lnTo>
                    <a:pt x="146" y="319"/>
                  </a:lnTo>
                  <a:lnTo>
                    <a:pt x="129" y="343"/>
                  </a:lnTo>
                  <a:lnTo>
                    <a:pt x="109" y="363"/>
                  </a:lnTo>
                  <a:lnTo>
                    <a:pt x="89" y="381"/>
                  </a:lnTo>
                  <a:lnTo>
                    <a:pt x="66" y="394"/>
                  </a:lnTo>
                  <a:lnTo>
                    <a:pt x="45" y="404"/>
                  </a:lnTo>
                  <a:lnTo>
                    <a:pt x="23" y="410"/>
                  </a:lnTo>
                  <a:lnTo>
                    <a:pt x="0" y="412"/>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7051" name="Freeform 62"/>
            <p:cNvSpPr>
              <a:spLocks/>
            </p:cNvSpPr>
            <p:nvPr/>
          </p:nvSpPr>
          <p:spPr bwMode="auto">
            <a:xfrm>
              <a:off x="915" y="1830"/>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1" y="42"/>
                  </a:lnTo>
                  <a:lnTo>
                    <a:pt x="4" y="85"/>
                  </a:lnTo>
                  <a:lnTo>
                    <a:pt x="10" y="125"/>
                  </a:lnTo>
                  <a:lnTo>
                    <a:pt x="19" y="163"/>
                  </a:lnTo>
                  <a:lnTo>
                    <a:pt x="29" y="201"/>
                  </a:lnTo>
                  <a:lnTo>
                    <a:pt x="41" y="235"/>
                  </a:lnTo>
                  <a:lnTo>
                    <a:pt x="55" y="268"/>
                  </a:lnTo>
                  <a:lnTo>
                    <a:pt x="71" y="299"/>
                  </a:lnTo>
                  <a:lnTo>
                    <a:pt x="89" y="326"/>
                  </a:lnTo>
                  <a:lnTo>
                    <a:pt x="106" y="350"/>
                  </a:lnTo>
                  <a:lnTo>
                    <a:pt x="126" y="373"/>
                  </a:lnTo>
                  <a:lnTo>
                    <a:pt x="149" y="390"/>
                  </a:lnTo>
                  <a:lnTo>
                    <a:pt x="171" y="405"/>
                  </a:lnTo>
                  <a:lnTo>
                    <a:pt x="194" y="416"/>
                  </a:lnTo>
                  <a:lnTo>
                    <a:pt x="219" y="422"/>
                  </a:lnTo>
                  <a:lnTo>
                    <a:pt x="245" y="424"/>
                  </a:lnTo>
                  <a:lnTo>
                    <a:pt x="245" y="412"/>
                  </a:lnTo>
                  <a:lnTo>
                    <a:pt x="221" y="410"/>
                  </a:lnTo>
                  <a:lnTo>
                    <a:pt x="199" y="404"/>
                  </a:lnTo>
                  <a:lnTo>
                    <a:pt x="178" y="394"/>
                  </a:lnTo>
                  <a:lnTo>
                    <a:pt x="156" y="381"/>
                  </a:lnTo>
                  <a:lnTo>
                    <a:pt x="136" y="363"/>
                  </a:lnTo>
                  <a:lnTo>
                    <a:pt x="116" y="343"/>
                  </a:lnTo>
                  <a:lnTo>
                    <a:pt x="98" y="319"/>
                  </a:lnTo>
                  <a:lnTo>
                    <a:pt x="81" y="292"/>
                  </a:lnTo>
                  <a:lnTo>
                    <a:pt x="67" y="263"/>
                  </a:lnTo>
                  <a:lnTo>
                    <a:pt x="52" y="231"/>
                  </a:lnTo>
                  <a:lnTo>
                    <a:pt x="41" y="197"/>
                  </a:lnTo>
                  <a:lnTo>
                    <a:pt x="30" y="160"/>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7052" name="Freeform 63"/>
            <p:cNvSpPr>
              <a:spLocks/>
            </p:cNvSpPr>
            <p:nvPr/>
          </p:nvSpPr>
          <p:spPr bwMode="auto">
            <a:xfrm>
              <a:off x="915" y="1745"/>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0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19" y="2"/>
                  </a:lnTo>
                  <a:lnTo>
                    <a:pt x="194" y="8"/>
                  </a:lnTo>
                  <a:lnTo>
                    <a:pt x="171" y="19"/>
                  </a:lnTo>
                  <a:lnTo>
                    <a:pt x="149" y="34"/>
                  </a:lnTo>
                  <a:lnTo>
                    <a:pt x="126" y="52"/>
                  </a:lnTo>
                  <a:lnTo>
                    <a:pt x="106" y="74"/>
                  </a:lnTo>
                  <a:lnTo>
                    <a:pt x="89" y="99"/>
                  </a:lnTo>
                  <a:lnTo>
                    <a:pt x="70" y="126"/>
                  </a:lnTo>
                  <a:lnTo>
                    <a:pt x="55" y="157"/>
                  </a:lnTo>
                  <a:lnTo>
                    <a:pt x="41" y="189"/>
                  </a:lnTo>
                  <a:lnTo>
                    <a:pt x="29" y="224"/>
                  </a:lnTo>
                  <a:lnTo>
                    <a:pt x="19" y="262"/>
                  </a:lnTo>
                  <a:lnTo>
                    <a:pt x="10" y="300"/>
                  </a:lnTo>
                  <a:lnTo>
                    <a:pt x="4" y="340"/>
                  </a:lnTo>
                  <a:lnTo>
                    <a:pt x="1" y="383"/>
                  </a:lnTo>
                  <a:lnTo>
                    <a:pt x="0" y="426"/>
                  </a:lnTo>
                  <a:lnTo>
                    <a:pt x="11" y="426"/>
                  </a:lnTo>
                  <a:lnTo>
                    <a:pt x="13" y="383"/>
                  </a:lnTo>
                  <a:lnTo>
                    <a:pt x="16" y="342"/>
                  </a:lnTo>
                  <a:lnTo>
                    <a:pt x="22" y="303"/>
                  </a:lnTo>
                  <a:lnTo>
                    <a:pt x="30" y="264"/>
                  </a:lnTo>
                  <a:lnTo>
                    <a:pt x="41" y="229"/>
                  </a:lnTo>
                  <a:lnTo>
                    <a:pt x="52" y="194"/>
                  </a:lnTo>
                  <a:lnTo>
                    <a:pt x="67" y="162"/>
                  </a:lnTo>
                  <a:lnTo>
                    <a:pt x="82" y="133"/>
                  </a:lnTo>
                  <a:lnTo>
                    <a:pt x="98" y="106"/>
                  </a:lnTo>
                  <a:lnTo>
                    <a:pt x="116" y="81"/>
                  </a:lnTo>
                  <a:lnTo>
                    <a:pt x="136" y="61"/>
                  </a:lnTo>
                  <a:lnTo>
                    <a:pt x="156" y="43"/>
                  </a:lnTo>
                  <a:lnTo>
                    <a:pt x="178" y="31"/>
                  </a:lnTo>
                  <a:lnTo>
                    <a:pt x="199" y="20"/>
                  </a:lnTo>
                  <a:lnTo>
                    <a:pt x="221"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7053" name="Freeform 64"/>
            <p:cNvSpPr>
              <a:spLocks/>
            </p:cNvSpPr>
            <p:nvPr/>
          </p:nvSpPr>
          <p:spPr bwMode="auto">
            <a:xfrm>
              <a:off x="1140" y="2087"/>
              <a:ext cx="49" cy="85"/>
            </a:xfrm>
            <a:custGeom>
              <a:avLst/>
              <a:gdLst>
                <a:gd name="T0" fmla="*/ 2 w 246"/>
                <a:gd name="T1" fmla="*/ 3 h 424"/>
                <a:gd name="T2" fmla="*/ 2 w 246"/>
                <a:gd name="T3" fmla="*/ 3 h 424"/>
                <a:gd name="T4" fmla="*/ 2 w 246"/>
                <a:gd name="T5" fmla="*/ 3 h 424"/>
                <a:gd name="T6" fmla="*/ 2 w 246"/>
                <a:gd name="T7" fmla="*/ 3 h 424"/>
                <a:gd name="T8" fmla="*/ 2 w 246"/>
                <a:gd name="T9" fmla="*/ 2 h 424"/>
                <a:gd name="T10" fmla="*/ 2 w 246"/>
                <a:gd name="T11" fmla="*/ 2 h 424"/>
                <a:gd name="T12" fmla="*/ 2 w 246"/>
                <a:gd name="T13" fmla="*/ 2 h 424"/>
                <a:gd name="T14" fmla="*/ 2 w 246"/>
                <a:gd name="T15" fmla="*/ 2 h 424"/>
                <a:gd name="T16" fmla="*/ 2 w 246"/>
                <a:gd name="T17" fmla="*/ 1 h 424"/>
                <a:gd name="T18" fmla="*/ 1 w 246"/>
                <a:gd name="T19" fmla="*/ 1 h 424"/>
                <a:gd name="T20" fmla="*/ 1 w 246"/>
                <a:gd name="T21" fmla="*/ 1 h 424"/>
                <a:gd name="T22" fmla="*/ 1 w 246"/>
                <a:gd name="T23" fmla="*/ 1 h 424"/>
                <a:gd name="T24" fmla="*/ 1 w 246"/>
                <a:gd name="T25" fmla="*/ 0 h 424"/>
                <a:gd name="T26" fmla="*/ 1 w 246"/>
                <a:gd name="T27" fmla="*/ 0 h 424"/>
                <a:gd name="T28" fmla="*/ 1 w 246"/>
                <a:gd name="T29" fmla="*/ 0 h 424"/>
                <a:gd name="T30" fmla="*/ 0 w 246"/>
                <a:gd name="T31" fmla="*/ 0 h 424"/>
                <a:gd name="T32" fmla="*/ 0 w 246"/>
                <a:gd name="T33" fmla="*/ 0 h 424"/>
                <a:gd name="T34" fmla="*/ 0 w 246"/>
                <a:gd name="T35" fmla="*/ 0 h 424"/>
                <a:gd name="T36" fmla="*/ 0 w 246"/>
                <a:gd name="T37" fmla="*/ 0 h 424"/>
                <a:gd name="T38" fmla="*/ 0 w 246"/>
                <a:gd name="T39" fmla="*/ 0 h 424"/>
                <a:gd name="T40" fmla="*/ 0 w 246"/>
                <a:gd name="T41" fmla="*/ 0 h 424"/>
                <a:gd name="T42" fmla="*/ 1 w 246"/>
                <a:gd name="T43" fmla="*/ 0 h 424"/>
                <a:gd name="T44" fmla="*/ 1 w 246"/>
                <a:gd name="T45" fmla="*/ 0 h 424"/>
                <a:gd name="T46" fmla="*/ 1 w 246"/>
                <a:gd name="T47" fmla="*/ 0 h 424"/>
                <a:gd name="T48" fmla="*/ 1 w 246"/>
                <a:gd name="T49" fmla="*/ 1 h 424"/>
                <a:gd name="T50" fmla="*/ 1 w 246"/>
                <a:gd name="T51" fmla="*/ 1 h 424"/>
                <a:gd name="T52" fmla="*/ 1 w 246"/>
                <a:gd name="T53" fmla="*/ 1 h 424"/>
                <a:gd name="T54" fmla="*/ 1 w 246"/>
                <a:gd name="T55" fmla="*/ 1 h 424"/>
                <a:gd name="T56" fmla="*/ 2 w 246"/>
                <a:gd name="T57" fmla="*/ 2 h 424"/>
                <a:gd name="T58" fmla="*/ 2 w 246"/>
                <a:gd name="T59" fmla="*/ 2 h 424"/>
                <a:gd name="T60" fmla="*/ 2 w 246"/>
                <a:gd name="T61" fmla="*/ 2 h 424"/>
                <a:gd name="T62" fmla="*/ 2 w 246"/>
                <a:gd name="T63" fmla="*/ 2 h 424"/>
                <a:gd name="T64" fmla="*/ 2 w 246"/>
                <a:gd name="T65" fmla="*/ 3 h 424"/>
                <a:gd name="T66" fmla="*/ 2 w 246"/>
                <a:gd name="T67" fmla="*/ 3 h 424"/>
                <a:gd name="T68" fmla="*/ 2 w 246"/>
                <a:gd name="T69" fmla="*/ 3 h 424"/>
                <a:gd name="T70" fmla="*/ 2 w 246"/>
                <a:gd name="T71" fmla="*/ 3 h 424"/>
                <a:gd name="T72" fmla="*/ 2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424"/>
                  </a:moveTo>
                  <a:lnTo>
                    <a:pt x="246" y="424"/>
                  </a:lnTo>
                  <a:lnTo>
                    <a:pt x="244" y="382"/>
                  </a:lnTo>
                  <a:lnTo>
                    <a:pt x="241" y="338"/>
                  </a:lnTo>
                  <a:lnTo>
                    <a:pt x="235" y="298"/>
                  </a:lnTo>
                  <a:lnTo>
                    <a:pt x="227" y="261"/>
                  </a:lnTo>
                  <a:lnTo>
                    <a:pt x="216" y="222"/>
                  </a:lnTo>
                  <a:lnTo>
                    <a:pt x="205" y="188"/>
                  </a:lnTo>
                  <a:lnTo>
                    <a:pt x="190" y="155"/>
                  </a:lnTo>
                  <a:lnTo>
                    <a:pt x="174" y="125"/>
                  </a:lnTo>
                  <a:lnTo>
                    <a:pt x="157" y="98"/>
                  </a:lnTo>
                  <a:lnTo>
                    <a:pt x="138" y="73"/>
                  </a:lnTo>
                  <a:lnTo>
                    <a:pt x="118" y="51"/>
                  </a:lnTo>
                  <a:lnTo>
                    <a:pt x="96" y="34"/>
                  </a:lnTo>
                  <a:lnTo>
                    <a:pt x="74" y="18"/>
                  </a:lnTo>
                  <a:lnTo>
                    <a:pt x="50" y="8"/>
                  </a:lnTo>
                  <a:lnTo>
                    <a:pt x="25" y="2"/>
                  </a:lnTo>
                  <a:lnTo>
                    <a:pt x="0" y="0"/>
                  </a:lnTo>
                  <a:lnTo>
                    <a:pt x="0" y="11"/>
                  </a:lnTo>
                  <a:lnTo>
                    <a:pt x="23" y="14"/>
                  </a:lnTo>
                  <a:lnTo>
                    <a:pt x="45" y="19"/>
                  </a:lnTo>
                  <a:lnTo>
                    <a:pt x="67" y="30"/>
                  </a:lnTo>
                  <a:lnTo>
                    <a:pt x="89" y="43"/>
                  </a:lnTo>
                  <a:lnTo>
                    <a:pt x="108" y="60"/>
                  </a:lnTo>
                  <a:lnTo>
                    <a:pt x="128" y="80"/>
                  </a:lnTo>
                  <a:lnTo>
                    <a:pt x="147" y="105"/>
                  </a:lnTo>
                  <a:lnTo>
                    <a:pt x="165" y="132"/>
                  </a:lnTo>
                  <a:lnTo>
                    <a:pt x="179" y="160"/>
                  </a:lnTo>
                  <a:lnTo>
                    <a:pt x="193" y="193"/>
                  </a:lnTo>
                  <a:lnTo>
                    <a:pt x="205" y="227"/>
                  </a:lnTo>
                  <a:lnTo>
                    <a:pt x="215" y="263"/>
                  </a:lnTo>
                  <a:lnTo>
                    <a:pt x="223" y="301"/>
                  </a:lnTo>
                  <a:lnTo>
                    <a:pt x="229" y="341"/>
                  </a:lnTo>
                  <a:lnTo>
                    <a:pt x="233" y="382"/>
                  </a:lnTo>
                  <a:lnTo>
                    <a:pt x="234" y="424"/>
                  </a:lnTo>
                  <a:lnTo>
                    <a:pt x="246"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7054" name="Freeform 65"/>
            <p:cNvSpPr>
              <a:spLocks/>
            </p:cNvSpPr>
            <p:nvPr/>
          </p:nvSpPr>
          <p:spPr bwMode="auto">
            <a:xfrm>
              <a:off x="1140" y="2172"/>
              <a:ext cx="49" cy="85"/>
            </a:xfrm>
            <a:custGeom>
              <a:avLst/>
              <a:gdLst>
                <a:gd name="T0" fmla="*/ 0 w 246"/>
                <a:gd name="T1" fmla="*/ 3 h 426"/>
                <a:gd name="T2" fmla="*/ 0 w 246"/>
                <a:gd name="T3" fmla="*/ 3 h 426"/>
                <a:gd name="T4" fmla="*/ 0 w 246"/>
                <a:gd name="T5" fmla="*/ 3 h 426"/>
                <a:gd name="T6" fmla="*/ 0 w 246"/>
                <a:gd name="T7" fmla="*/ 3 h 426"/>
                <a:gd name="T8" fmla="*/ 1 w 246"/>
                <a:gd name="T9" fmla="*/ 3 h 426"/>
                <a:gd name="T10" fmla="*/ 1 w 246"/>
                <a:gd name="T11" fmla="*/ 3 h 426"/>
                <a:gd name="T12" fmla="*/ 1 w 246"/>
                <a:gd name="T13" fmla="*/ 3 h 426"/>
                <a:gd name="T14" fmla="*/ 1 w 246"/>
                <a:gd name="T15" fmla="*/ 3 h 426"/>
                <a:gd name="T16" fmla="*/ 1 w 246"/>
                <a:gd name="T17" fmla="*/ 3 h 426"/>
                <a:gd name="T18" fmla="*/ 1 w 246"/>
                <a:gd name="T19" fmla="*/ 2 h 426"/>
                <a:gd name="T20" fmla="*/ 2 w 246"/>
                <a:gd name="T21" fmla="*/ 2 h 426"/>
                <a:gd name="T22" fmla="*/ 2 w 246"/>
                <a:gd name="T23" fmla="*/ 2 h 426"/>
                <a:gd name="T24" fmla="*/ 2 w 246"/>
                <a:gd name="T25" fmla="*/ 2 h 426"/>
                <a:gd name="T26" fmla="*/ 2 w 246"/>
                <a:gd name="T27" fmla="*/ 1 h 426"/>
                <a:gd name="T28" fmla="*/ 2 w 246"/>
                <a:gd name="T29" fmla="*/ 1 h 426"/>
                <a:gd name="T30" fmla="*/ 2 w 246"/>
                <a:gd name="T31" fmla="*/ 1 h 426"/>
                <a:gd name="T32" fmla="*/ 2 w 246"/>
                <a:gd name="T33" fmla="*/ 0 h 426"/>
                <a:gd name="T34" fmla="*/ 2 w 246"/>
                <a:gd name="T35" fmla="*/ 0 h 426"/>
                <a:gd name="T36" fmla="*/ 2 w 246"/>
                <a:gd name="T37" fmla="*/ 0 h 426"/>
                <a:gd name="T38" fmla="*/ 2 w 246"/>
                <a:gd name="T39" fmla="*/ 0 h 426"/>
                <a:gd name="T40" fmla="*/ 2 w 246"/>
                <a:gd name="T41" fmla="*/ 1 h 426"/>
                <a:gd name="T42" fmla="*/ 2 w 246"/>
                <a:gd name="T43" fmla="*/ 1 h 426"/>
                <a:gd name="T44" fmla="*/ 2 w 246"/>
                <a:gd name="T45" fmla="*/ 1 h 426"/>
                <a:gd name="T46" fmla="*/ 2 w 246"/>
                <a:gd name="T47" fmla="*/ 2 h 426"/>
                <a:gd name="T48" fmla="*/ 2 w 246"/>
                <a:gd name="T49" fmla="*/ 2 h 426"/>
                <a:gd name="T50" fmla="*/ 1 w 246"/>
                <a:gd name="T51" fmla="*/ 2 h 426"/>
                <a:gd name="T52" fmla="*/ 1 w 246"/>
                <a:gd name="T53" fmla="*/ 2 h 426"/>
                <a:gd name="T54" fmla="*/ 1 w 246"/>
                <a:gd name="T55" fmla="*/ 3 h 426"/>
                <a:gd name="T56" fmla="*/ 1 w 246"/>
                <a:gd name="T57" fmla="*/ 3 h 426"/>
                <a:gd name="T58" fmla="*/ 1 w 246"/>
                <a:gd name="T59" fmla="*/ 3 h 426"/>
                <a:gd name="T60" fmla="*/ 1 w 246"/>
                <a:gd name="T61" fmla="*/ 3 h 426"/>
                <a:gd name="T62" fmla="*/ 1 w 246"/>
                <a:gd name="T63" fmla="*/ 3 h 426"/>
                <a:gd name="T64" fmla="*/ 0 w 246"/>
                <a:gd name="T65" fmla="*/ 3 h 426"/>
                <a:gd name="T66" fmla="*/ 0 w 246"/>
                <a:gd name="T67" fmla="*/ 3 h 426"/>
                <a:gd name="T68" fmla="*/ 0 w 246"/>
                <a:gd name="T69" fmla="*/ 3 h 426"/>
                <a:gd name="T70" fmla="*/ 0 w 246"/>
                <a:gd name="T71" fmla="*/ 3 h 426"/>
                <a:gd name="T72" fmla="*/ 0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426"/>
                  </a:moveTo>
                  <a:lnTo>
                    <a:pt x="0" y="426"/>
                  </a:lnTo>
                  <a:lnTo>
                    <a:pt x="25" y="423"/>
                  </a:lnTo>
                  <a:lnTo>
                    <a:pt x="50" y="417"/>
                  </a:lnTo>
                  <a:lnTo>
                    <a:pt x="74" y="407"/>
                  </a:lnTo>
                  <a:lnTo>
                    <a:pt x="96" y="392"/>
                  </a:lnTo>
                  <a:lnTo>
                    <a:pt x="118" y="373"/>
                  </a:lnTo>
                  <a:lnTo>
                    <a:pt x="138" y="350"/>
                  </a:lnTo>
                  <a:lnTo>
                    <a:pt x="157" y="327"/>
                  </a:lnTo>
                  <a:lnTo>
                    <a:pt x="175" y="299"/>
                  </a:lnTo>
                  <a:lnTo>
                    <a:pt x="190" y="268"/>
                  </a:lnTo>
                  <a:lnTo>
                    <a:pt x="205" y="236"/>
                  </a:lnTo>
                  <a:lnTo>
                    <a:pt x="216" y="202"/>
                  </a:lnTo>
                  <a:lnTo>
                    <a:pt x="227" y="164"/>
                  </a:lnTo>
                  <a:lnTo>
                    <a:pt x="235" y="125"/>
                  </a:lnTo>
                  <a:lnTo>
                    <a:pt x="241" y="86"/>
                  </a:lnTo>
                  <a:lnTo>
                    <a:pt x="244" y="42"/>
                  </a:lnTo>
                  <a:lnTo>
                    <a:pt x="246" y="0"/>
                  </a:lnTo>
                  <a:lnTo>
                    <a:pt x="234" y="0"/>
                  </a:lnTo>
                  <a:lnTo>
                    <a:pt x="233" y="42"/>
                  </a:lnTo>
                  <a:lnTo>
                    <a:pt x="229" y="83"/>
                  </a:lnTo>
                  <a:lnTo>
                    <a:pt x="223" y="123"/>
                  </a:lnTo>
                  <a:lnTo>
                    <a:pt x="215" y="162"/>
                  </a:lnTo>
                  <a:lnTo>
                    <a:pt x="205" y="197"/>
                  </a:lnTo>
                  <a:lnTo>
                    <a:pt x="193" y="231"/>
                  </a:lnTo>
                  <a:lnTo>
                    <a:pt x="179" y="264"/>
                  </a:lnTo>
                  <a:lnTo>
                    <a:pt x="164" y="292"/>
                  </a:lnTo>
                  <a:lnTo>
                    <a:pt x="147" y="320"/>
                  </a:lnTo>
                  <a:lnTo>
                    <a:pt x="128" y="343"/>
                  </a:lnTo>
                  <a:lnTo>
                    <a:pt x="108" y="363"/>
                  </a:lnTo>
                  <a:lnTo>
                    <a:pt x="89" y="382"/>
                  </a:lnTo>
                  <a:lnTo>
                    <a:pt x="67" y="395"/>
                  </a:lnTo>
                  <a:lnTo>
                    <a:pt x="45" y="406"/>
                  </a:lnTo>
                  <a:lnTo>
                    <a:pt x="23" y="411"/>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7055" name="Freeform 66"/>
            <p:cNvSpPr>
              <a:spLocks/>
            </p:cNvSpPr>
            <p:nvPr/>
          </p:nvSpPr>
          <p:spPr bwMode="auto">
            <a:xfrm>
              <a:off x="1091" y="2172"/>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4" y="86"/>
                  </a:lnTo>
                  <a:lnTo>
                    <a:pt x="10" y="125"/>
                  </a:lnTo>
                  <a:lnTo>
                    <a:pt x="18" y="164"/>
                  </a:lnTo>
                  <a:lnTo>
                    <a:pt x="29" y="202"/>
                  </a:lnTo>
                  <a:lnTo>
                    <a:pt x="41" y="236"/>
                  </a:lnTo>
                  <a:lnTo>
                    <a:pt x="55" y="268"/>
                  </a:lnTo>
                  <a:lnTo>
                    <a:pt x="70" y="299"/>
                  </a:lnTo>
                  <a:lnTo>
                    <a:pt x="89" y="327"/>
                  </a:lnTo>
                  <a:lnTo>
                    <a:pt x="106" y="350"/>
                  </a:lnTo>
                  <a:lnTo>
                    <a:pt x="126" y="373"/>
                  </a:lnTo>
                  <a:lnTo>
                    <a:pt x="148" y="392"/>
                  </a:lnTo>
                  <a:lnTo>
                    <a:pt x="171" y="407"/>
                  </a:lnTo>
                  <a:lnTo>
                    <a:pt x="194" y="417"/>
                  </a:lnTo>
                  <a:lnTo>
                    <a:pt x="219" y="423"/>
                  </a:lnTo>
                  <a:lnTo>
                    <a:pt x="245" y="426"/>
                  </a:lnTo>
                  <a:lnTo>
                    <a:pt x="245" y="414"/>
                  </a:lnTo>
                  <a:lnTo>
                    <a:pt x="221" y="411"/>
                  </a:lnTo>
                  <a:lnTo>
                    <a:pt x="199" y="406"/>
                  </a:lnTo>
                  <a:lnTo>
                    <a:pt x="178" y="395"/>
                  </a:lnTo>
                  <a:lnTo>
                    <a:pt x="155" y="382"/>
                  </a:lnTo>
                  <a:lnTo>
                    <a:pt x="136" y="363"/>
                  </a:lnTo>
                  <a:lnTo>
                    <a:pt x="116" y="343"/>
                  </a:lnTo>
                  <a:lnTo>
                    <a:pt x="98" y="320"/>
                  </a:lnTo>
                  <a:lnTo>
                    <a:pt x="82" y="292"/>
                  </a:lnTo>
                  <a:lnTo>
                    <a:pt x="66" y="264"/>
                  </a:lnTo>
                  <a:lnTo>
                    <a:pt x="52" y="231"/>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7056" name="Freeform 67"/>
            <p:cNvSpPr>
              <a:spLocks/>
            </p:cNvSpPr>
            <p:nvPr/>
          </p:nvSpPr>
          <p:spPr bwMode="auto">
            <a:xfrm>
              <a:off x="1091" y="2087"/>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4" y="8"/>
                  </a:lnTo>
                  <a:lnTo>
                    <a:pt x="171" y="18"/>
                  </a:lnTo>
                  <a:lnTo>
                    <a:pt x="148" y="34"/>
                  </a:lnTo>
                  <a:lnTo>
                    <a:pt x="126" y="51"/>
                  </a:lnTo>
                  <a:lnTo>
                    <a:pt x="106" y="73"/>
                  </a:lnTo>
                  <a:lnTo>
                    <a:pt x="89" y="98"/>
                  </a:lnTo>
                  <a:lnTo>
                    <a:pt x="71" y="125"/>
                  </a:lnTo>
                  <a:lnTo>
                    <a:pt x="55" y="155"/>
                  </a:lnTo>
                  <a:lnTo>
                    <a:pt x="41" y="188"/>
                  </a:lnTo>
                  <a:lnTo>
                    <a:pt x="29" y="222"/>
                  </a:lnTo>
                  <a:lnTo>
                    <a:pt x="18" y="261"/>
                  </a:lnTo>
                  <a:lnTo>
                    <a:pt x="10" y="298"/>
                  </a:lnTo>
                  <a:lnTo>
                    <a:pt x="4" y="338"/>
                  </a:lnTo>
                  <a:lnTo>
                    <a:pt x="1" y="382"/>
                  </a:lnTo>
                  <a:lnTo>
                    <a:pt x="0" y="424"/>
                  </a:lnTo>
                  <a:lnTo>
                    <a:pt x="11" y="424"/>
                  </a:lnTo>
                  <a:lnTo>
                    <a:pt x="13" y="382"/>
                  </a:lnTo>
                  <a:lnTo>
                    <a:pt x="16" y="341"/>
                  </a:lnTo>
                  <a:lnTo>
                    <a:pt x="22" y="301"/>
                  </a:lnTo>
                  <a:lnTo>
                    <a:pt x="30" y="263"/>
                  </a:lnTo>
                  <a:lnTo>
                    <a:pt x="41" y="227"/>
                  </a:lnTo>
                  <a:lnTo>
                    <a:pt x="52" y="193"/>
                  </a:lnTo>
                  <a:lnTo>
                    <a:pt x="66" y="160"/>
                  </a:lnTo>
                  <a:lnTo>
                    <a:pt x="80" y="132"/>
                  </a:lnTo>
                  <a:lnTo>
                    <a:pt x="98" y="105"/>
                  </a:lnTo>
                  <a:lnTo>
                    <a:pt x="116" y="80"/>
                  </a:lnTo>
                  <a:lnTo>
                    <a:pt x="136" y="60"/>
                  </a:lnTo>
                  <a:lnTo>
                    <a:pt x="155" y="43"/>
                  </a:lnTo>
                  <a:lnTo>
                    <a:pt x="178" y="30"/>
                  </a:lnTo>
                  <a:lnTo>
                    <a:pt x="199" y="19"/>
                  </a:lnTo>
                  <a:lnTo>
                    <a:pt x="221" y="14"/>
                  </a:lnTo>
                  <a:lnTo>
                    <a:pt x="245" y="11"/>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7057" name="Freeform 68"/>
            <p:cNvSpPr>
              <a:spLocks/>
            </p:cNvSpPr>
            <p:nvPr/>
          </p:nvSpPr>
          <p:spPr bwMode="auto">
            <a:xfrm>
              <a:off x="1392" y="2118"/>
              <a:ext cx="49" cy="85"/>
            </a:xfrm>
            <a:custGeom>
              <a:avLst/>
              <a:gdLst>
                <a:gd name="T0" fmla="*/ 2 w 246"/>
                <a:gd name="T1" fmla="*/ 3 h 426"/>
                <a:gd name="T2" fmla="*/ 2 w 246"/>
                <a:gd name="T3" fmla="*/ 3 h 426"/>
                <a:gd name="T4" fmla="*/ 2 w 246"/>
                <a:gd name="T5" fmla="*/ 3 h 426"/>
                <a:gd name="T6" fmla="*/ 2 w 246"/>
                <a:gd name="T7" fmla="*/ 3 h 426"/>
                <a:gd name="T8" fmla="*/ 2 w 246"/>
                <a:gd name="T9" fmla="*/ 2 h 426"/>
                <a:gd name="T10" fmla="*/ 2 w 246"/>
                <a:gd name="T11" fmla="*/ 2 h 426"/>
                <a:gd name="T12" fmla="*/ 2 w 246"/>
                <a:gd name="T13" fmla="*/ 2 h 426"/>
                <a:gd name="T14" fmla="*/ 2 w 246"/>
                <a:gd name="T15" fmla="*/ 2 h 426"/>
                <a:gd name="T16" fmla="*/ 2 w 246"/>
                <a:gd name="T17" fmla="*/ 1 h 426"/>
                <a:gd name="T18" fmla="*/ 1 w 246"/>
                <a:gd name="T19" fmla="*/ 1 h 426"/>
                <a:gd name="T20" fmla="*/ 1 w 246"/>
                <a:gd name="T21" fmla="*/ 1 h 426"/>
                <a:gd name="T22" fmla="*/ 1 w 246"/>
                <a:gd name="T23" fmla="*/ 1 h 426"/>
                <a:gd name="T24" fmla="*/ 1 w 246"/>
                <a:gd name="T25" fmla="*/ 0 h 426"/>
                <a:gd name="T26" fmla="*/ 1 w 246"/>
                <a:gd name="T27" fmla="*/ 0 h 426"/>
                <a:gd name="T28" fmla="*/ 1 w 246"/>
                <a:gd name="T29" fmla="*/ 0 h 426"/>
                <a:gd name="T30" fmla="*/ 0 w 246"/>
                <a:gd name="T31" fmla="*/ 0 h 426"/>
                <a:gd name="T32" fmla="*/ 0 w 246"/>
                <a:gd name="T33" fmla="*/ 0 h 426"/>
                <a:gd name="T34" fmla="*/ 0 w 246"/>
                <a:gd name="T35" fmla="*/ 0 h 426"/>
                <a:gd name="T36" fmla="*/ 0 w 246"/>
                <a:gd name="T37" fmla="*/ 0 h 426"/>
                <a:gd name="T38" fmla="*/ 0 w 246"/>
                <a:gd name="T39" fmla="*/ 0 h 426"/>
                <a:gd name="T40" fmla="*/ 0 w 246"/>
                <a:gd name="T41" fmla="*/ 0 h 426"/>
                <a:gd name="T42" fmla="*/ 1 w 246"/>
                <a:gd name="T43" fmla="*/ 0 h 426"/>
                <a:gd name="T44" fmla="*/ 1 w 246"/>
                <a:gd name="T45" fmla="*/ 0 h 426"/>
                <a:gd name="T46" fmla="*/ 1 w 246"/>
                <a:gd name="T47" fmla="*/ 1 h 426"/>
                <a:gd name="T48" fmla="*/ 1 w 246"/>
                <a:gd name="T49" fmla="*/ 1 h 426"/>
                <a:gd name="T50" fmla="*/ 1 w 246"/>
                <a:gd name="T51" fmla="*/ 1 h 426"/>
                <a:gd name="T52" fmla="*/ 1 w 246"/>
                <a:gd name="T53" fmla="*/ 1 h 426"/>
                <a:gd name="T54" fmla="*/ 1 w 246"/>
                <a:gd name="T55" fmla="*/ 1 h 426"/>
                <a:gd name="T56" fmla="*/ 2 w 246"/>
                <a:gd name="T57" fmla="*/ 2 h 426"/>
                <a:gd name="T58" fmla="*/ 2 w 246"/>
                <a:gd name="T59" fmla="*/ 2 h 426"/>
                <a:gd name="T60" fmla="*/ 2 w 246"/>
                <a:gd name="T61" fmla="*/ 2 h 426"/>
                <a:gd name="T62" fmla="*/ 2 w 246"/>
                <a:gd name="T63" fmla="*/ 2 h 426"/>
                <a:gd name="T64" fmla="*/ 2 w 246"/>
                <a:gd name="T65" fmla="*/ 3 h 426"/>
                <a:gd name="T66" fmla="*/ 2 w 246"/>
                <a:gd name="T67" fmla="*/ 3 h 426"/>
                <a:gd name="T68" fmla="*/ 2 w 246"/>
                <a:gd name="T69" fmla="*/ 3 h 426"/>
                <a:gd name="T70" fmla="*/ 2 w 246"/>
                <a:gd name="T71" fmla="*/ 3 h 426"/>
                <a:gd name="T72" fmla="*/ 2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246" y="426"/>
                  </a:moveTo>
                  <a:lnTo>
                    <a:pt x="246" y="426"/>
                  </a:lnTo>
                  <a:lnTo>
                    <a:pt x="245" y="384"/>
                  </a:lnTo>
                  <a:lnTo>
                    <a:pt x="242" y="340"/>
                  </a:lnTo>
                  <a:lnTo>
                    <a:pt x="236" y="301"/>
                  </a:lnTo>
                  <a:lnTo>
                    <a:pt x="228" y="262"/>
                  </a:lnTo>
                  <a:lnTo>
                    <a:pt x="217" y="224"/>
                  </a:lnTo>
                  <a:lnTo>
                    <a:pt x="205" y="190"/>
                  </a:lnTo>
                  <a:lnTo>
                    <a:pt x="191" y="158"/>
                  </a:lnTo>
                  <a:lnTo>
                    <a:pt x="176" y="126"/>
                  </a:lnTo>
                  <a:lnTo>
                    <a:pt x="157" y="99"/>
                  </a:lnTo>
                  <a:lnTo>
                    <a:pt x="139" y="75"/>
                  </a:lnTo>
                  <a:lnTo>
                    <a:pt x="119" y="53"/>
                  </a:lnTo>
                  <a:lnTo>
                    <a:pt x="96" y="34"/>
                  </a:lnTo>
                  <a:lnTo>
                    <a:pt x="75" y="19"/>
                  </a:lnTo>
                  <a:lnTo>
                    <a:pt x="51" y="9"/>
                  </a:lnTo>
                  <a:lnTo>
                    <a:pt x="26" y="3"/>
                  </a:lnTo>
                  <a:lnTo>
                    <a:pt x="0" y="0"/>
                  </a:lnTo>
                  <a:lnTo>
                    <a:pt x="0" y="12"/>
                  </a:lnTo>
                  <a:lnTo>
                    <a:pt x="24" y="15"/>
                  </a:lnTo>
                  <a:lnTo>
                    <a:pt x="46" y="20"/>
                  </a:lnTo>
                  <a:lnTo>
                    <a:pt x="68" y="31"/>
                  </a:lnTo>
                  <a:lnTo>
                    <a:pt x="89" y="44"/>
                  </a:lnTo>
                  <a:lnTo>
                    <a:pt x="109" y="63"/>
                  </a:lnTo>
                  <a:lnTo>
                    <a:pt x="129" y="83"/>
                  </a:lnTo>
                  <a:lnTo>
                    <a:pt x="148" y="106"/>
                  </a:lnTo>
                  <a:lnTo>
                    <a:pt x="164" y="133"/>
                  </a:lnTo>
                  <a:lnTo>
                    <a:pt x="180" y="162"/>
                  </a:lnTo>
                  <a:lnTo>
                    <a:pt x="194" y="195"/>
                  </a:lnTo>
                  <a:lnTo>
                    <a:pt x="205" y="229"/>
                  </a:lnTo>
                  <a:lnTo>
                    <a:pt x="216" y="264"/>
                  </a:lnTo>
                  <a:lnTo>
                    <a:pt x="224" y="303"/>
                  </a:lnTo>
                  <a:lnTo>
                    <a:pt x="230" y="343"/>
                  </a:lnTo>
                  <a:lnTo>
                    <a:pt x="233" y="384"/>
                  </a:lnTo>
                  <a:lnTo>
                    <a:pt x="235" y="426"/>
                  </a:lnTo>
                  <a:lnTo>
                    <a:pt x="246"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7058" name="Freeform 69"/>
            <p:cNvSpPr>
              <a:spLocks/>
            </p:cNvSpPr>
            <p:nvPr/>
          </p:nvSpPr>
          <p:spPr bwMode="auto">
            <a:xfrm>
              <a:off x="1392" y="2203"/>
              <a:ext cx="49" cy="85"/>
            </a:xfrm>
            <a:custGeom>
              <a:avLst/>
              <a:gdLst>
                <a:gd name="T0" fmla="*/ 0 w 246"/>
                <a:gd name="T1" fmla="*/ 3 h 424"/>
                <a:gd name="T2" fmla="*/ 0 w 246"/>
                <a:gd name="T3" fmla="*/ 3 h 424"/>
                <a:gd name="T4" fmla="*/ 0 w 246"/>
                <a:gd name="T5" fmla="*/ 3 h 424"/>
                <a:gd name="T6" fmla="*/ 0 w 246"/>
                <a:gd name="T7" fmla="*/ 3 h 424"/>
                <a:gd name="T8" fmla="*/ 1 w 246"/>
                <a:gd name="T9" fmla="*/ 3 h 424"/>
                <a:gd name="T10" fmla="*/ 1 w 246"/>
                <a:gd name="T11" fmla="*/ 3 h 424"/>
                <a:gd name="T12" fmla="*/ 1 w 246"/>
                <a:gd name="T13" fmla="*/ 3 h 424"/>
                <a:gd name="T14" fmla="*/ 1 w 246"/>
                <a:gd name="T15" fmla="*/ 3 h 424"/>
                <a:gd name="T16" fmla="*/ 1 w 246"/>
                <a:gd name="T17" fmla="*/ 3 h 424"/>
                <a:gd name="T18" fmla="*/ 1 w 246"/>
                <a:gd name="T19" fmla="*/ 2 h 424"/>
                <a:gd name="T20" fmla="*/ 2 w 246"/>
                <a:gd name="T21" fmla="*/ 2 h 424"/>
                <a:gd name="T22" fmla="*/ 2 w 246"/>
                <a:gd name="T23" fmla="*/ 2 h 424"/>
                <a:gd name="T24" fmla="*/ 2 w 246"/>
                <a:gd name="T25" fmla="*/ 2 h 424"/>
                <a:gd name="T26" fmla="*/ 2 w 246"/>
                <a:gd name="T27" fmla="*/ 1 h 424"/>
                <a:gd name="T28" fmla="*/ 2 w 246"/>
                <a:gd name="T29" fmla="*/ 1 h 424"/>
                <a:gd name="T30" fmla="*/ 2 w 246"/>
                <a:gd name="T31" fmla="*/ 1 h 424"/>
                <a:gd name="T32" fmla="*/ 2 w 246"/>
                <a:gd name="T33" fmla="*/ 0 h 424"/>
                <a:gd name="T34" fmla="*/ 2 w 246"/>
                <a:gd name="T35" fmla="*/ 0 h 424"/>
                <a:gd name="T36" fmla="*/ 2 w 246"/>
                <a:gd name="T37" fmla="*/ 0 h 424"/>
                <a:gd name="T38" fmla="*/ 2 w 246"/>
                <a:gd name="T39" fmla="*/ 0 h 424"/>
                <a:gd name="T40" fmla="*/ 2 w 246"/>
                <a:gd name="T41" fmla="*/ 1 h 424"/>
                <a:gd name="T42" fmla="*/ 2 w 246"/>
                <a:gd name="T43" fmla="*/ 1 h 424"/>
                <a:gd name="T44" fmla="*/ 2 w 246"/>
                <a:gd name="T45" fmla="*/ 1 h 424"/>
                <a:gd name="T46" fmla="*/ 2 w 246"/>
                <a:gd name="T47" fmla="*/ 2 h 424"/>
                <a:gd name="T48" fmla="*/ 2 w 246"/>
                <a:gd name="T49" fmla="*/ 2 h 424"/>
                <a:gd name="T50" fmla="*/ 1 w 246"/>
                <a:gd name="T51" fmla="*/ 2 h 424"/>
                <a:gd name="T52" fmla="*/ 1 w 246"/>
                <a:gd name="T53" fmla="*/ 2 h 424"/>
                <a:gd name="T54" fmla="*/ 1 w 246"/>
                <a:gd name="T55" fmla="*/ 3 h 424"/>
                <a:gd name="T56" fmla="*/ 1 w 246"/>
                <a:gd name="T57" fmla="*/ 3 h 424"/>
                <a:gd name="T58" fmla="*/ 1 w 246"/>
                <a:gd name="T59" fmla="*/ 3 h 424"/>
                <a:gd name="T60" fmla="*/ 1 w 246"/>
                <a:gd name="T61" fmla="*/ 3 h 424"/>
                <a:gd name="T62" fmla="*/ 1 w 246"/>
                <a:gd name="T63" fmla="*/ 3 h 424"/>
                <a:gd name="T64" fmla="*/ 0 w 246"/>
                <a:gd name="T65" fmla="*/ 3 h 424"/>
                <a:gd name="T66" fmla="*/ 0 w 246"/>
                <a:gd name="T67" fmla="*/ 3 h 424"/>
                <a:gd name="T68" fmla="*/ 0 w 246"/>
                <a:gd name="T69" fmla="*/ 3 h 424"/>
                <a:gd name="T70" fmla="*/ 0 w 246"/>
                <a:gd name="T71" fmla="*/ 3 h 424"/>
                <a:gd name="T72" fmla="*/ 0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0" y="424"/>
                  </a:moveTo>
                  <a:lnTo>
                    <a:pt x="0" y="424"/>
                  </a:lnTo>
                  <a:lnTo>
                    <a:pt x="26" y="422"/>
                  </a:lnTo>
                  <a:lnTo>
                    <a:pt x="51" y="416"/>
                  </a:lnTo>
                  <a:lnTo>
                    <a:pt x="75" y="406"/>
                  </a:lnTo>
                  <a:lnTo>
                    <a:pt x="96" y="390"/>
                  </a:lnTo>
                  <a:lnTo>
                    <a:pt x="119" y="373"/>
                  </a:lnTo>
                  <a:lnTo>
                    <a:pt x="139" y="351"/>
                  </a:lnTo>
                  <a:lnTo>
                    <a:pt x="157" y="326"/>
                  </a:lnTo>
                  <a:lnTo>
                    <a:pt x="175" y="299"/>
                  </a:lnTo>
                  <a:lnTo>
                    <a:pt x="191" y="269"/>
                  </a:lnTo>
                  <a:lnTo>
                    <a:pt x="205" y="236"/>
                  </a:lnTo>
                  <a:lnTo>
                    <a:pt x="217" y="202"/>
                  </a:lnTo>
                  <a:lnTo>
                    <a:pt x="228" y="163"/>
                  </a:lnTo>
                  <a:lnTo>
                    <a:pt x="236" y="125"/>
                  </a:lnTo>
                  <a:lnTo>
                    <a:pt x="242" y="86"/>
                  </a:lnTo>
                  <a:lnTo>
                    <a:pt x="245" y="42"/>
                  </a:lnTo>
                  <a:lnTo>
                    <a:pt x="246" y="0"/>
                  </a:lnTo>
                  <a:lnTo>
                    <a:pt x="235" y="0"/>
                  </a:lnTo>
                  <a:lnTo>
                    <a:pt x="233" y="42"/>
                  </a:lnTo>
                  <a:lnTo>
                    <a:pt x="230" y="83"/>
                  </a:lnTo>
                  <a:lnTo>
                    <a:pt x="224" y="123"/>
                  </a:lnTo>
                  <a:lnTo>
                    <a:pt x="216" y="161"/>
                  </a:lnTo>
                  <a:lnTo>
                    <a:pt x="205" y="197"/>
                  </a:lnTo>
                  <a:lnTo>
                    <a:pt x="194" y="231"/>
                  </a:lnTo>
                  <a:lnTo>
                    <a:pt x="180" y="264"/>
                  </a:lnTo>
                  <a:lnTo>
                    <a:pt x="166" y="292"/>
                  </a:lnTo>
                  <a:lnTo>
                    <a:pt x="148" y="319"/>
                  </a:lnTo>
                  <a:lnTo>
                    <a:pt x="129" y="344"/>
                  </a:lnTo>
                  <a:lnTo>
                    <a:pt x="109" y="364"/>
                  </a:lnTo>
                  <a:lnTo>
                    <a:pt x="89" y="381"/>
                  </a:lnTo>
                  <a:lnTo>
                    <a:pt x="68" y="394"/>
                  </a:lnTo>
                  <a:lnTo>
                    <a:pt x="46" y="405"/>
                  </a:lnTo>
                  <a:lnTo>
                    <a:pt x="24" y="410"/>
                  </a:lnTo>
                  <a:lnTo>
                    <a:pt x="0" y="413"/>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7059" name="Freeform 70"/>
            <p:cNvSpPr>
              <a:spLocks/>
            </p:cNvSpPr>
            <p:nvPr/>
          </p:nvSpPr>
          <p:spPr bwMode="auto">
            <a:xfrm>
              <a:off x="1343" y="2203"/>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2" y="42"/>
                  </a:lnTo>
                  <a:lnTo>
                    <a:pt x="5" y="86"/>
                  </a:lnTo>
                  <a:lnTo>
                    <a:pt x="11" y="125"/>
                  </a:lnTo>
                  <a:lnTo>
                    <a:pt x="19" y="163"/>
                  </a:lnTo>
                  <a:lnTo>
                    <a:pt x="30" y="202"/>
                  </a:lnTo>
                  <a:lnTo>
                    <a:pt x="41" y="236"/>
                  </a:lnTo>
                  <a:lnTo>
                    <a:pt x="56" y="269"/>
                  </a:lnTo>
                  <a:lnTo>
                    <a:pt x="72" y="299"/>
                  </a:lnTo>
                  <a:lnTo>
                    <a:pt x="90" y="326"/>
                  </a:lnTo>
                  <a:lnTo>
                    <a:pt x="108" y="351"/>
                  </a:lnTo>
                  <a:lnTo>
                    <a:pt x="127" y="373"/>
                  </a:lnTo>
                  <a:lnTo>
                    <a:pt x="149" y="390"/>
                  </a:lnTo>
                  <a:lnTo>
                    <a:pt x="172" y="406"/>
                  </a:lnTo>
                  <a:lnTo>
                    <a:pt x="195" y="416"/>
                  </a:lnTo>
                  <a:lnTo>
                    <a:pt x="220" y="422"/>
                  </a:lnTo>
                  <a:lnTo>
                    <a:pt x="245" y="424"/>
                  </a:lnTo>
                  <a:lnTo>
                    <a:pt x="245" y="413"/>
                  </a:lnTo>
                  <a:lnTo>
                    <a:pt x="222" y="410"/>
                  </a:lnTo>
                  <a:lnTo>
                    <a:pt x="200" y="405"/>
                  </a:lnTo>
                  <a:lnTo>
                    <a:pt x="179" y="394"/>
                  </a:lnTo>
                  <a:lnTo>
                    <a:pt x="156" y="381"/>
                  </a:lnTo>
                  <a:lnTo>
                    <a:pt x="136" y="364"/>
                  </a:lnTo>
                  <a:lnTo>
                    <a:pt x="118" y="344"/>
                  </a:lnTo>
                  <a:lnTo>
                    <a:pt x="99" y="319"/>
                  </a:lnTo>
                  <a:lnTo>
                    <a:pt x="81" y="292"/>
                  </a:lnTo>
                  <a:lnTo>
                    <a:pt x="67" y="264"/>
                  </a:lnTo>
                  <a:lnTo>
                    <a:pt x="53" y="231"/>
                  </a:lnTo>
                  <a:lnTo>
                    <a:pt x="41" y="197"/>
                  </a:lnTo>
                  <a:lnTo>
                    <a:pt x="31" y="161"/>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7060" name="Freeform 71"/>
            <p:cNvSpPr>
              <a:spLocks/>
            </p:cNvSpPr>
            <p:nvPr/>
          </p:nvSpPr>
          <p:spPr bwMode="auto">
            <a:xfrm>
              <a:off x="1343" y="2118"/>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1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20" y="3"/>
                  </a:lnTo>
                  <a:lnTo>
                    <a:pt x="195" y="9"/>
                  </a:lnTo>
                  <a:lnTo>
                    <a:pt x="172" y="19"/>
                  </a:lnTo>
                  <a:lnTo>
                    <a:pt x="149" y="34"/>
                  </a:lnTo>
                  <a:lnTo>
                    <a:pt x="127" y="53"/>
                  </a:lnTo>
                  <a:lnTo>
                    <a:pt x="108" y="75"/>
                  </a:lnTo>
                  <a:lnTo>
                    <a:pt x="90" y="99"/>
                  </a:lnTo>
                  <a:lnTo>
                    <a:pt x="71" y="126"/>
                  </a:lnTo>
                  <a:lnTo>
                    <a:pt x="56" y="158"/>
                  </a:lnTo>
                  <a:lnTo>
                    <a:pt x="41" y="190"/>
                  </a:lnTo>
                  <a:lnTo>
                    <a:pt x="30" y="224"/>
                  </a:lnTo>
                  <a:lnTo>
                    <a:pt x="19" y="262"/>
                  </a:lnTo>
                  <a:lnTo>
                    <a:pt x="11" y="301"/>
                  </a:lnTo>
                  <a:lnTo>
                    <a:pt x="5" y="340"/>
                  </a:lnTo>
                  <a:lnTo>
                    <a:pt x="2" y="384"/>
                  </a:lnTo>
                  <a:lnTo>
                    <a:pt x="0" y="426"/>
                  </a:lnTo>
                  <a:lnTo>
                    <a:pt x="12" y="426"/>
                  </a:lnTo>
                  <a:lnTo>
                    <a:pt x="13" y="384"/>
                  </a:lnTo>
                  <a:lnTo>
                    <a:pt x="17" y="343"/>
                  </a:lnTo>
                  <a:lnTo>
                    <a:pt x="23" y="303"/>
                  </a:lnTo>
                  <a:lnTo>
                    <a:pt x="31" y="264"/>
                  </a:lnTo>
                  <a:lnTo>
                    <a:pt x="41" y="229"/>
                  </a:lnTo>
                  <a:lnTo>
                    <a:pt x="53" y="195"/>
                  </a:lnTo>
                  <a:lnTo>
                    <a:pt x="67" y="162"/>
                  </a:lnTo>
                  <a:lnTo>
                    <a:pt x="82" y="133"/>
                  </a:lnTo>
                  <a:lnTo>
                    <a:pt x="99" y="106"/>
                  </a:lnTo>
                  <a:lnTo>
                    <a:pt x="118" y="83"/>
                  </a:lnTo>
                  <a:lnTo>
                    <a:pt x="136" y="63"/>
                  </a:lnTo>
                  <a:lnTo>
                    <a:pt x="156" y="44"/>
                  </a:lnTo>
                  <a:lnTo>
                    <a:pt x="179" y="31"/>
                  </a:lnTo>
                  <a:lnTo>
                    <a:pt x="200" y="20"/>
                  </a:lnTo>
                  <a:lnTo>
                    <a:pt x="222" y="15"/>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7061" name="Freeform 72"/>
            <p:cNvSpPr>
              <a:spLocks/>
            </p:cNvSpPr>
            <p:nvPr/>
          </p:nvSpPr>
          <p:spPr bwMode="auto">
            <a:xfrm>
              <a:off x="1384" y="1859"/>
              <a:ext cx="49" cy="84"/>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1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3" y="382"/>
                  </a:lnTo>
                  <a:lnTo>
                    <a:pt x="240" y="339"/>
                  </a:lnTo>
                  <a:lnTo>
                    <a:pt x="234" y="299"/>
                  </a:lnTo>
                  <a:lnTo>
                    <a:pt x="226" y="261"/>
                  </a:lnTo>
                  <a:lnTo>
                    <a:pt x="215" y="222"/>
                  </a:lnTo>
                  <a:lnTo>
                    <a:pt x="204" y="188"/>
                  </a:lnTo>
                  <a:lnTo>
                    <a:pt x="189" y="156"/>
                  </a:lnTo>
                  <a:lnTo>
                    <a:pt x="173" y="125"/>
                  </a:lnTo>
                  <a:lnTo>
                    <a:pt x="155" y="98"/>
                  </a:lnTo>
                  <a:lnTo>
                    <a:pt x="138" y="74"/>
                  </a:lnTo>
                  <a:lnTo>
                    <a:pt x="118" y="51"/>
                  </a:lnTo>
                  <a:lnTo>
                    <a:pt x="96" y="34"/>
                  </a:lnTo>
                  <a:lnTo>
                    <a:pt x="73" y="18"/>
                  </a:lnTo>
                  <a:lnTo>
                    <a:pt x="50" y="8"/>
                  </a:lnTo>
                  <a:lnTo>
                    <a:pt x="25" y="2"/>
                  </a:lnTo>
                  <a:lnTo>
                    <a:pt x="0" y="0"/>
                  </a:lnTo>
                  <a:lnTo>
                    <a:pt x="0" y="11"/>
                  </a:lnTo>
                  <a:lnTo>
                    <a:pt x="23" y="14"/>
                  </a:lnTo>
                  <a:lnTo>
                    <a:pt x="45" y="20"/>
                  </a:lnTo>
                  <a:lnTo>
                    <a:pt x="66" y="30"/>
                  </a:lnTo>
                  <a:lnTo>
                    <a:pt x="89" y="43"/>
                  </a:lnTo>
                  <a:lnTo>
                    <a:pt x="109" y="61"/>
                  </a:lnTo>
                  <a:lnTo>
                    <a:pt x="129" y="81"/>
                  </a:lnTo>
                  <a:lnTo>
                    <a:pt x="146" y="105"/>
                  </a:lnTo>
                  <a:lnTo>
                    <a:pt x="164" y="132"/>
                  </a:lnTo>
                  <a:lnTo>
                    <a:pt x="178" y="160"/>
                  </a:lnTo>
                  <a:lnTo>
                    <a:pt x="192" y="193"/>
                  </a:lnTo>
                  <a:lnTo>
                    <a:pt x="204" y="227"/>
                  </a:lnTo>
                  <a:lnTo>
                    <a:pt x="214" y="264"/>
                  </a:lnTo>
                  <a:lnTo>
                    <a:pt x="222" y="301"/>
                  </a:lnTo>
                  <a:lnTo>
                    <a:pt x="228"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7062" name="Freeform 73"/>
            <p:cNvSpPr>
              <a:spLocks/>
            </p:cNvSpPr>
            <p:nvPr/>
          </p:nvSpPr>
          <p:spPr bwMode="auto">
            <a:xfrm>
              <a:off x="1384" y="1943"/>
              <a:ext cx="49" cy="86"/>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5" y="423"/>
                  </a:lnTo>
                  <a:lnTo>
                    <a:pt x="50" y="418"/>
                  </a:lnTo>
                  <a:lnTo>
                    <a:pt x="73" y="407"/>
                  </a:lnTo>
                  <a:lnTo>
                    <a:pt x="96" y="392"/>
                  </a:lnTo>
                  <a:lnTo>
                    <a:pt x="118" y="374"/>
                  </a:lnTo>
                  <a:lnTo>
                    <a:pt x="138" y="352"/>
                  </a:lnTo>
                  <a:lnTo>
                    <a:pt x="155" y="327"/>
                  </a:lnTo>
                  <a:lnTo>
                    <a:pt x="174" y="300"/>
                  </a:lnTo>
                  <a:lnTo>
                    <a:pt x="189" y="269"/>
                  </a:lnTo>
                  <a:lnTo>
                    <a:pt x="204" y="237"/>
                  </a:lnTo>
                  <a:lnTo>
                    <a:pt x="215" y="202"/>
                  </a:lnTo>
                  <a:lnTo>
                    <a:pt x="226" y="164"/>
                  </a:lnTo>
                  <a:lnTo>
                    <a:pt x="234" y="126"/>
                  </a:lnTo>
                  <a:lnTo>
                    <a:pt x="240" y="86"/>
                  </a:lnTo>
                  <a:lnTo>
                    <a:pt x="243" y="42"/>
                  </a:lnTo>
                  <a:lnTo>
                    <a:pt x="245" y="0"/>
                  </a:lnTo>
                  <a:lnTo>
                    <a:pt x="233" y="0"/>
                  </a:lnTo>
                  <a:lnTo>
                    <a:pt x="232" y="42"/>
                  </a:lnTo>
                  <a:lnTo>
                    <a:pt x="228" y="83"/>
                  </a:lnTo>
                  <a:lnTo>
                    <a:pt x="222" y="123"/>
                  </a:lnTo>
                  <a:lnTo>
                    <a:pt x="214" y="162"/>
                  </a:lnTo>
                  <a:lnTo>
                    <a:pt x="204" y="197"/>
                  </a:lnTo>
                  <a:lnTo>
                    <a:pt x="192" y="232"/>
                  </a:lnTo>
                  <a:lnTo>
                    <a:pt x="178" y="264"/>
                  </a:lnTo>
                  <a:lnTo>
                    <a:pt x="163" y="293"/>
                  </a:lnTo>
                  <a:lnTo>
                    <a:pt x="146" y="320"/>
                  </a:lnTo>
                  <a:lnTo>
                    <a:pt x="129" y="345"/>
                  </a:lnTo>
                  <a:lnTo>
                    <a:pt x="109" y="365"/>
                  </a:lnTo>
                  <a:lnTo>
                    <a:pt x="89" y="382"/>
                  </a:lnTo>
                  <a:lnTo>
                    <a:pt x="66" y="395"/>
                  </a:lnTo>
                  <a:lnTo>
                    <a:pt x="45" y="406"/>
                  </a:lnTo>
                  <a:lnTo>
                    <a:pt x="23"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7063" name="Freeform 74"/>
            <p:cNvSpPr>
              <a:spLocks/>
            </p:cNvSpPr>
            <p:nvPr/>
          </p:nvSpPr>
          <p:spPr bwMode="auto">
            <a:xfrm>
              <a:off x="1335" y="1943"/>
              <a:ext cx="49" cy="86"/>
            </a:xfrm>
            <a:custGeom>
              <a:avLst/>
              <a:gdLst>
                <a:gd name="T0" fmla="*/ 0 w 246"/>
                <a:gd name="T1" fmla="*/ 0 h 426"/>
                <a:gd name="T2" fmla="*/ 0 w 246"/>
                <a:gd name="T3" fmla="*/ 0 h 426"/>
                <a:gd name="T4" fmla="*/ 0 w 246"/>
                <a:gd name="T5" fmla="*/ 0 h 426"/>
                <a:gd name="T6" fmla="*/ 0 w 246"/>
                <a:gd name="T7" fmla="*/ 1 h 426"/>
                <a:gd name="T8" fmla="*/ 0 w 246"/>
                <a:gd name="T9" fmla="*/ 1 h 426"/>
                <a:gd name="T10" fmla="*/ 0 w 246"/>
                <a:gd name="T11" fmla="*/ 1 h 426"/>
                <a:gd name="T12" fmla="*/ 0 w 246"/>
                <a:gd name="T13" fmla="*/ 2 h 426"/>
                <a:gd name="T14" fmla="*/ 0 w 246"/>
                <a:gd name="T15" fmla="*/ 2 h 426"/>
                <a:gd name="T16" fmla="*/ 0 w 246"/>
                <a:gd name="T17" fmla="*/ 2 h 426"/>
                <a:gd name="T18" fmla="*/ 1 w 246"/>
                <a:gd name="T19" fmla="*/ 2 h 426"/>
                <a:gd name="T20" fmla="*/ 1 w 246"/>
                <a:gd name="T21" fmla="*/ 3 h 426"/>
                <a:gd name="T22" fmla="*/ 1 w 246"/>
                <a:gd name="T23" fmla="*/ 3 h 426"/>
                <a:gd name="T24" fmla="*/ 1 w 246"/>
                <a:gd name="T25" fmla="*/ 3 h 426"/>
                <a:gd name="T26" fmla="*/ 1 w 246"/>
                <a:gd name="T27" fmla="*/ 3 h 426"/>
                <a:gd name="T28" fmla="*/ 1 w 246"/>
                <a:gd name="T29" fmla="*/ 3 h 426"/>
                <a:gd name="T30" fmla="*/ 2 w 246"/>
                <a:gd name="T31" fmla="*/ 3 h 426"/>
                <a:gd name="T32" fmla="*/ 2 w 246"/>
                <a:gd name="T33" fmla="*/ 3 h 426"/>
                <a:gd name="T34" fmla="*/ 2 w 246"/>
                <a:gd name="T35" fmla="*/ 3 h 426"/>
                <a:gd name="T36" fmla="*/ 2 w 246"/>
                <a:gd name="T37" fmla="*/ 3 h 426"/>
                <a:gd name="T38" fmla="*/ 2 w 246"/>
                <a:gd name="T39" fmla="*/ 3 h 426"/>
                <a:gd name="T40" fmla="*/ 2 w 246"/>
                <a:gd name="T41" fmla="*/ 3 h 426"/>
                <a:gd name="T42" fmla="*/ 1 w 246"/>
                <a:gd name="T43" fmla="*/ 3 h 426"/>
                <a:gd name="T44" fmla="*/ 1 w 246"/>
                <a:gd name="T45" fmla="*/ 3 h 426"/>
                <a:gd name="T46" fmla="*/ 1 w 246"/>
                <a:gd name="T47" fmla="*/ 3 h 426"/>
                <a:gd name="T48" fmla="*/ 1 w 246"/>
                <a:gd name="T49" fmla="*/ 3 h 426"/>
                <a:gd name="T50" fmla="*/ 1 w 246"/>
                <a:gd name="T51" fmla="*/ 3 h 426"/>
                <a:gd name="T52" fmla="*/ 1 w 246"/>
                <a:gd name="T53" fmla="*/ 2 h 426"/>
                <a:gd name="T54" fmla="*/ 1 w 246"/>
                <a:gd name="T55" fmla="*/ 2 h 426"/>
                <a:gd name="T56" fmla="*/ 0 w 246"/>
                <a:gd name="T57" fmla="*/ 2 h 426"/>
                <a:gd name="T58" fmla="*/ 0 w 246"/>
                <a:gd name="T59" fmla="*/ 2 h 426"/>
                <a:gd name="T60" fmla="*/ 0 w 246"/>
                <a:gd name="T61" fmla="*/ 1 h 426"/>
                <a:gd name="T62" fmla="*/ 0 w 246"/>
                <a:gd name="T63" fmla="*/ 1 h 426"/>
                <a:gd name="T64" fmla="*/ 0 w 246"/>
                <a:gd name="T65" fmla="*/ 1 h 426"/>
                <a:gd name="T66" fmla="*/ 0 w 246"/>
                <a:gd name="T67" fmla="*/ 0 h 426"/>
                <a:gd name="T68" fmla="*/ 0 w 246"/>
                <a:gd name="T69" fmla="*/ 0 h 426"/>
                <a:gd name="T70" fmla="*/ 0 w 246"/>
                <a:gd name="T71" fmla="*/ 0 h 426"/>
                <a:gd name="T72" fmla="*/ 0 w 246"/>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0"/>
                  </a:moveTo>
                  <a:lnTo>
                    <a:pt x="0" y="0"/>
                  </a:lnTo>
                  <a:lnTo>
                    <a:pt x="1" y="42"/>
                  </a:lnTo>
                  <a:lnTo>
                    <a:pt x="4" y="86"/>
                  </a:lnTo>
                  <a:lnTo>
                    <a:pt x="10" y="126"/>
                  </a:lnTo>
                  <a:lnTo>
                    <a:pt x="18" y="164"/>
                  </a:lnTo>
                  <a:lnTo>
                    <a:pt x="29" y="202"/>
                  </a:lnTo>
                  <a:lnTo>
                    <a:pt x="41" y="237"/>
                  </a:lnTo>
                  <a:lnTo>
                    <a:pt x="55" y="269"/>
                  </a:lnTo>
                  <a:lnTo>
                    <a:pt x="71" y="300"/>
                  </a:lnTo>
                  <a:lnTo>
                    <a:pt x="89" y="327"/>
                  </a:lnTo>
                  <a:lnTo>
                    <a:pt x="107" y="352"/>
                  </a:lnTo>
                  <a:lnTo>
                    <a:pt x="127" y="374"/>
                  </a:lnTo>
                  <a:lnTo>
                    <a:pt x="150" y="392"/>
                  </a:lnTo>
                  <a:lnTo>
                    <a:pt x="171" y="407"/>
                  </a:lnTo>
                  <a:lnTo>
                    <a:pt x="195" y="418"/>
                  </a:lnTo>
                  <a:lnTo>
                    <a:pt x="220" y="423"/>
                  </a:lnTo>
                  <a:lnTo>
                    <a:pt x="246" y="426"/>
                  </a:lnTo>
                  <a:lnTo>
                    <a:pt x="246" y="414"/>
                  </a:lnTo>
                  <a:lnTo>
                    <a:pt x="222" y="412"/>
                  </a:lnTo>
                  <a:lnTo>
                    <a:pt x="200" y="406"/>
                  </a:lnTo>
                  <a:lnTo>
                    <a:pt x="178" y="395"/>
                  </a:lnTo>
                  <a:lnTo>
                    <a:pt x="157" y="382"/>
                  </a:lnTo>
                  <a:lnTo>
                    <a:pt x="137" y="365"/>
                  </a:lnTo>
                  <a:lnTo>
                    <a:pt x="117" y="345"/>
                  </a:lnTo>
                  <a:lnTo>
                    <a:pt x="98" y="320"/>
                  </a:lnTo>
                  <a:lnTo>
                    <a:pt x="83" y="293"/>
                  </a:lnTo>
                  <a:lnTo>
                    <a:pt x="66" y="264"/>
                  </a:lnTo>
                  <a:lnTo>
                    <a:pt x="52" y="232"/>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7064" name="Freeform 75"/>
            <p:cNvSpPr>
              <a:spLocks/>
            </p:cNvSpPr>
            <p:nvPr/>
          </p:nvSpPr>
          <p:spPr bwMode="auto">
            <a:xfrm>
              <a:off x="1335" y="1859"/>
              <a:ext cx="49" cy="84"/>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1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0" y="2"/>
                  </a:lnTo>
                  <a:lnTo>
                    <a:pt x="195" y="8"/>
                  </a:lnTo>
                  <a:lnTo>
                    <a:pt x="171" y="18"/>
                  </a:lnTo>
                  <a:lnTo>
                    <a:pt x="150" y="34"/>
                  </a:lnTo>
                  <a:lnTo>
                    <a:pt x="127" y="51"/>
                  </a:lnTo>
                  <a:lnTo>
                    <a:pt x="107" y="74"/>
                  </a:lnTo>
                  <a:lnTo>
                    <a:pt x="89" y="98"/>
                  </a:lnTo>
                  <a:lnTo>
                    <a:pt x="72" y="125"/>
                  </a:lnTo>
                  <a:lnTo>
                    <a:pt x="55" y="156"/>
                  </a:lnTo>
                  <a:lnTo>
                    <a:pt x="41" y="188"/>
                  </a:lnTo>
                  <a:lnTo>
                    <a:pt x="29" y="222"/>
                  </a:lnTo>
                  <a:lnTo>
                    <a:pt x="18" y="261"/>
                  </a:lnTo>
                  <a:lnTo>
                    <a:pt x="10" y="299"/>
                  </a:lnTo>
                  <a:lnTo>
                    <a:pt x="4" y="339"/>
                  </a:lnTo>
                  <a:lnTo>
                    <a:pt x="1" y="382"/>
                  </a:lnTo>
                  <a:lnTo>
                    <a:pt x="0" y="424"/>
                  </a:lnTo>
                  <a:lnTo>
                    <a:pt x="11" y="424"/>
                  </a:lnTo>
                  <a:lnTo>
                    <a:pt x="13" y="382"/>
                  </a:lnTo>
                  <a:lnTo>
                    <a:pt x="16" y="341"/>
                  </a:lnTo>
                  <a:lnTo>
                    <a:pt x="22" y="301"/>
                  </a:lnTo>
                  <a:lnTo>
                    <a:pt x="30" y="264"/>
                  </a:lnTo>
                  <a:lnTo>
                    <a:pt x="41" y="227"/>
                  </a:lnTo>
                  <a:lnTo>
                    <a:pt x="52" y="193"/>
                  </a:lnTo>
                  <a:lnTo>
                    <a:pt x="66" y="160"/>
                  </a:lnTo>
                  <a:lnTo>
                    <a:pt x="82" y="132"/>
                  </a:lnTo>
                  <a:lnTo>
                    <a:pt x="98" y="105"/>
                  </a:lnTo>
                  <a:lnTo>
                    <a:pt x="117" y="81"/>
                  </a:lnTo>
                  <a:lnTo>
                    <a:pt x="137" y="61"/>
                  </a:lnTo>
                  <a:lnTo>
                    <a:pt x="157" y="43"/>
                  </a:lnTo>
                  <a:lnTo>
                    <a:pt x="178" y="30"/>
                  </a:lnTo>
                  <a:lnTo>
                    <a:pt x="200" y="20"/>
                  </a:lnTo>
                  <a:lnTo>
                    <a:pt x="222" y="14"/>
                  </a:lnTo>
                  <a:lnTo>
                    <a:pt x="246" y="11"/>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7065" name="Freeform 76"/>
            <p:cNvSpPr>
              <a:spLocks/>
            </p:cNvSpPr>
            <p:nvPr/>
          </p:nvSpPr>
          <p:spPr bwMode="auto">
            <a:xfrm>
              <a:off x="1552" y="1751"/>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1" y="339"/>
                  </a:lnTo>
                  <a:lnTo>
                    <a:pt x="235" y="299"/>
                  </a:lnTo>
                  <a:lnTo>
                    <a:pt x="226" y="261"/>
                  </a:lnTo>
                  <a:lnTo>
                    <a:pt x="216" y="223"/>
                  </a:lnTo>
                  <a:lnTo>
                    <a:pt x="204" y="189"/>
                  </a:lnTo>
                  <a:lnTo>
                    <a:pt x="190" y="156"/>
                  </a:lnTo>
                  <a:lnTo>
                    <a:pt x="174" y="125"/>
                  </a:lnTo>
                  <a:lnTo>
                    <a:pt x="156" y="98"/>
                  </a:lnTo>
                  <a:lnTo>
                    <a:pt x="137" y="74"/>
                  </a:lnTo>
                  <a:lnTo>
                    <a:pt x="119" y="52"/>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8" y="81"/>
                  </a:lnTo>
                  <a:lnTo>
                    <a:pt x="147" y="105"/>
                  </a:lnTo>
                  <a:lnTo>
                    <a:pt x="164" y="132"/>
                  </a:lnTo>
                  <a:lnTo>
                    <a:pt x="178" y="161"/>
                  </a:lnTo>
                  <a:lnTo>
                    <a:pt x="193" y="193"/>
                  </a:lnTo>
                  <a:lnTo>
                    <a:pt x="204" y="227"/>
                  </a:lnTo>
                  <a:lnTo>
                    <a:pt x="215" y="264"/>
                  </a:lnTo>
                  <a:lnTo>
                    <a:pt x="223" y="301"/>
                  </a:lnTo>
                  <a:lnTo>
                    <a:pt x="229" y="341"/>
                  </a:lnTo>
                  <a:lnTo>
                    <a:pt x="232" y="382"/>
                  </a:lnTo>
                  <a:lnTo>
                    <a:pt x="234"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7066" name="Freeform 77"/>
            <p:cNvSpPr>
              <a:spLocks/>
            </p:cNvSpPr>
            <p:nvPr/>
          </p:nvSpPr>
          <p:spPr bwMode="auto">
            <a:xfrm>
              <a:off x="1552" y="1836"/>
              <a:ext cx="49" cy="85"/>
            </a:xfrm>
            <a:custGeom>
              <a:avLst/>
              <a:gdLst>
                <a:gd name="T0" fmla="*/ 0 w 245"/>
                <a:gd name="T1" fmla="*/ 3 h 425"/>
                <a:gd name="T2" fmla="*/ 0 w 245"/>
                <a:gd name="T3" fmla="*/ 3 h 425"/>
                <a:gd name="T4" fmla="*/ 0 w 245"/>
                <a:gd name="T5" fmla="*/ 3 h 425"/>
                <a:gd name="T6" fmla="*/ 0 w 245"/>
                <a:gd name="T7" fmla="*/ 3 h 425"/>
                <a:gd name="T8" fmla="*/ 1 w 245"/>
                <a:gd name="T9" fmla="*/ 3 h 425"/>
                <a:gd name="T10" fmla="*/ 1 w 245"/>
                <a:gd name="T11" fmla="*/ 3 h 425"/>
                <a:gd name="T12" fmla="*/ 1 w 245"/>
                <a:gd name="T13" fmla="*/ 3 h 425"/>
                <a:gd name="T14" fmla="*/ 1 w 245"/>
                <a:gd name="T15" fmla="*/ 3 h 425"/>
                <a:gd name="T16" fmla="*/ 1 w 245"/>
                <a:gd name="T17" fmla="*/ 3 h 425"/>
                <a:gd name="T18" fmla="*/ 1 w 245"/>
                <a:gd name="T19" fmla="*/ 2 h 425"/>
                <a:gd name="T20" fmla="*/ 2 w 245"/>
                <a:gd name="T21" fmla="*/ 2 h 425"/>
                <a:gd name="T22" fmla="*/ 2 w 245"/>
                <a:gd name="T23" fmla="*/ 2 h 425"/>
                <a:gd name="T24" fmla="*/ 2 w 245"/>
                <a:gd name="T25" fmla="*/ 2 h 425"/>
                <a:gd name="T26" fmla="*/ 2 w 245"/>
                <a:gd name="T27" fmla="*/ 1 h 425"/>
                <a:gd name="T28" fmla="*/ 2 w 245"/>
                <a:gd name="T29" fmla="*/ 1 h 425"/>
                <a:gd name="T30" fmla="*/ 2 w 245"/>
                <a:gd name="T31" fmla="*/ 1 h 425"/>
                <a:gd name="T32" fmla="*/ 2 w 245"/>
                <a:gd name="T33" fmla="*/ 0 h 425"/>
                <a:gd name="T34" fmla="*/ 2 w 245"/>
                <a:gd name="T35" fmla="*/ 0 h 425"/>
                <a:gd name="T36" fmla="*/ 2 w 245"/>
                <a:gd name="T37" fmla="*/ 0 h 425"/>
                <a:gd name="T38" fmla="*/ 2 w 245"/>
                <a:gd name="T39" fmla="*/ 0 h 425"/>
                <a:gd name="T40" fmla="*/ 2 w 245"/>
                <a:gd name="T41" fmla="*/ 1 h 425"/>
                <a:gd name="T42" fmla="*/ 2 w 245"/>
                <a:gd name="T43" fmla="*/ 1 h 425"/>
                <a:gd name="T44" fmla="*/ 2 w 245"/>
                <a:gd name="T45" fmla="*/ 1 h 425"/>
                <a:gd name="T46" fmla="*/ 2 w 245"/>
                <a:gd name="T47" fmla="*/ 2 h 425"/>
                <a:gd name="T48" fmla="*/ 2 w 245"/>
                <a:gd name="T49" fmla="*/ 2 h 425"/>
                <a:gd name="T50" fmla="*/ 1 w 245"/>
                <a:gd name="T51" fmla="*/ 2 h 425"/>
                <a:gd name="T52" fmla="*/ 1 w 245"/>
                <a:gd name="T53" fmla="*/ 2 h 425"/>
                <a:gd name="T54" fmla="*/ 1 w 245"/>
                <a:gd name="T55" fmla="*/ 3 h 425"/>
                <a:gd name="T56" fmla="*/ 1 w 245"/>
                <a:gd name="T57" fmla="*/ 3 h 425"/>
                <a:gd name="T58" fmla="*/ 1 w 245"/>
                <a:gd name="T59" fmla="*/ 3 h 425"/>
                <a:gd name="T60" fmla="*/ 1 w 245"/>
                <a:gd name="T61" fmla="*/ 3 h 425"/>
                <a:gd name="T62" fmla="*/ 1 w 245"/>
                <a:gd name="T63" fmla="*/ 3 h 425"/>
                <a:gd name="T64" fmla="*/ 0 w 245"/>
                <a:gd name="T65" fmla="*/ 3 h 425"/>
                <a:gd name="T66" fmla="*/ 0 w 245"/>
                <a:gd name="T67" fmla="*/ 3 h 425"/>
                <a:gd name="T68" fmla="*/ 0 w 245"/>
                <a:gd name="T69" fmla="*/ 3 h 425"/>
                <a:gd name="T70" fmla="*/ 0 w 245"/>
                <a:gd name="T71" fmla="*/ 3 h 425"/>
                <a:gd name="T72" fmla="*/ 0 w 245"/>
                <a:gd name="T73" fmla="*/ 3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5"/>
                <a:gd name="T113" fmla="*/ 245 w 245"/>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5">
                  <a:moveTo>
                    <a:pt x="0" y="425"/>
                  </a:moveTo>
                  <a:lnTo>
                    <a:pt x="0" y="425"/>
                  </a:lnTo>
                  <a:lnTo>
                    <a:pt x="26" y="422"/>
                  </a:lnTo>
                  <a:lnTo>
                    <a:pt x="51" y="417"/>
                  </a:lnTo>
                  <a:lnTo>
                    <a:pt x="74" y="406"/>
                  </a:lnTo>
                  <a:lnTo>
                    <a:pt x="96" y="391"/>
                  </a:lnTo>
                  <a:lnTo>
                    <a:pt x="119" y="373"/>
                  </a:lnTo>
                  <a:lnTo>
                    <a:pt x="137" y="351"/>
                  </a:lnTo>
                  <a:lnTo>
                    <a:pt x="156" y="326"/>
                  </a:lnTo>
                  <a:lnTo>
                    <a:pt x="174" y="299"/>
                  </a:lnTo>
                  <a:lnTo>
                    <a:pt x="190" y="269"/>
                  </a:lnTo>
                  <a:lnTo>
                    <a:pt x="204" y="236"/>
                  </a:lnTo>
                  <a:lnTo>
                    <a:pt x="216" y="202"/>
                  </a:lnTo>
                  <a:lnTo>
                    <a:pt x="226" y="163"/>
                  </a:lnTo>
                  <a:lnTo>
                    <a:pt x="235" y="126"/>
                  </a:lnTo>
                  <a:lnTo>
                    <a:pt x="241" y="86"/>
                  </a:lnTo>
                  <a:lnTo>
                    <a:pt x="244" y="43"/>
                  </a:lnTo>
                  <a:lnTo>
                    <a:pt x="245" y="0"/>
                  </a:lnTo>
                  <a:lnTo>
                    <a:pt x="234" y="0"/>
                  </a:lnTo>
                  <a:lnTo>
                    <a:pt x="232" y="43"/>
                  </a:lnTo>
                  <a:lnTo>
                    <a:pt x="229" y="84"/>
                  </a:lnTo>
                  <a:lnTo>
                    <a:pt x="223" y="123"/>
                  </a:lnTo>
                  <a:lnTo>
                    <a:pt x="215" y="161"/>
                  </a:lnTo>
                  <a:lnTo>
                    <a:pt x="204" y="197"/>
                  </a:lnTo>
                  <a:lnTo>
                    <a:pt x="193" y="231"/>
                  </a:lnTo>
                  <a:lnTo>
                    <a:pt x="178" y="264"/>
                  </a:lnTo>
                  <a:lnTo>
                    <a:pt x="164" y="292"/>
                  </a:lnTo>
                  <a:lnTo>
                    <a:pt x="147" y="319"/>
                  </a:lnTo>
                  <a:lnTo>
                    <a:pt x="128" y="344"/>
                  </a:lnTo>
                  <a:lnTo>
                    <a:pt x="109" y="364"/>
                  </a:lnTo>
                  <a:lnTo>
                    <a:pt x="89" y="381"/>
                  </a:lnTo>
                  <a:lnTo>
                    <a:pt x="67" y="394"/>
                  </a:lnTo>
                  <a:lnTo>
                    <a:pt x="46" y="405"/>
                  </a:lnTo>
                  <a:lnTo>
                    <a:pt x="24" y="411"/>
                  </a:lnTo>
                  <a:lnTo>
                    <a:pt x="0" y="413"/>
                  </a:lnTo>
                  <a:lnTo>
                    <a:pt x="0" y="425"/>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7067" name="Freeform 78"/>
            <p:cNvSpPr>
              <a:spLocks/>
            </p:cNvSpPr>
            <p:nvPr/>
          </p:nvSpPr>
          <p:spPr bwMode="auto">
            <a:xfrm>
              <a:off x="1502" y="1836"/>
              <a:ext cx="50" cy="85"/>
            </a:xfrm>
            <a:custGeom>
              <a:avLst/>
              <a:gdLst>
                <a:gd name="T0" fmla="*/ 0 w 246"/>
                <a:gd name="T1" fmla="*/ 0 h 425"/>
                <a:gd name="T2" fmla="*/ 0 w 246"/>
                <a:gd name="T3" fmla="*/ 0 h 425"/>
                <a:gd name="T4" fmla="*/ 0 w 246"/>
                <a:gd name="T5" fmla="*/ 0 h 425"/>
                <a:gd name="T6" fmla="*/ 0 w 246"/>
                <a:gd name="T7" fmla="*/ 1 h 425"/>
                <a:gd name="T8" fmla="*/ 0 w 246"/>
                <a:gd name="T9" fmla="*/ 1 h 425"/>
                <a:gd name="T10" fmla="*/ 0 w 246"/>
                <a:gd name="T11" fmla="*/ 1 h 425"/>
                <a:gd name="T12" fmla="*/ 0 w 246"/>
                <a:gd name="T13" fmla="*/ 2 h 425"/>
                <a:gd name="T14" fmla="*/ 0 w 246"/>
                <a:gd name="T15" fmla="*/ 2 h 425"/>
                <a:gd name="T16" fmla="*/ 0 w 246"/>
                <a:gd name="T17" fmla="*/ 2 h 425"/>
                <a:gd name="T18" fmla="*/ 1 w 246"/>
                <a:gd name="T19" fmla="*/ 2 h 425"/>
                <a:gd name="T20" fmla="*/ 1 w 246"/>
                <a:gd name="T21" fmla="*/ 3 h 425"/>
                <a:gd name="T22" fmla="*/ 1 w 246"/>
                <a:gd name="T23" fmla="*/ 3 h 425"/>
                <a:gd name="T24" fmla="*/ 1 w 246"/>
                <a:gd name="T25" fmla="*/ 3 h 425"/>
                <a:gd name="T26" fmla="*/ 1 w 246"/>
                <a:gd name="T27" fmla="*/ 3 h 425"/>
                <a:gd name="T28" fmla="*/ 1 w 246"/>
                <a:gd name="T29" fmla="*/ 3 h 425"/>
                <a:gd name="T30" fmla="*/ 2 w 246"/>
                <a:gd name="T31" fmla="*/ 3 h 425"/>
                <a:gd name="T32" fmla="*/ 2 w 246"/>
                <a:gd name="T33" fmla="*/ 3 h 425"/>
                <a:gd name="T34" fmla="*/ 2 w 246"/>
                <a:gd name="T35" fmla="*/ 3 h 425"/>
                <a:gd name="T36" fmla="*/ 2 w 246"/>
                <a:gd name="T37" fmla="*/ 3 h 425"/>
                <a:gd name="T38" fmla="*/ 2 w 246"/>
                <a:gd name="T39" fmla="*/ 3 h 425"/>
                <a:gd name="T40" fmla="*/ 2 w 246"/>
                <a:gd name="T41" fmla="*/ 3 h 425"/>
                <a:gd name="T42" fmla="*/ 1 w 246"/>
                <a:gd name="T43" fmla="*/ 3 h 425"/>
                <a:gd name="T44" fmla="*/ 1 w 246"/>
                <a:gd name="T45" fmla="*/ 3 h 425"/>
                <a:gd name="T46" fmla="*/ 1 w 246"/>
                <a:gd name="T47" fmla="*/ 3 h 425"/>
                <a:gd name="T48" fmla="*/ 1 w 246"/>
                <a:gd name="T49" fmla="*/ 3 h 425"/>
                <a:gd name="T50" fmla="*/ 1 w 246"/>
                <a:gd name="T51" fmla="*/ 3 h 425"/>
                <a:gd name="T52" fmla="*/ 1 w 246"/>
                <a:gd name="T53" fmla="*/ 2 h 425"/>
                <a:gd name="T54" fmla="*/ 1 w 246"/>
                <a:gd name="T55" fmla="*/ 2 h 425"/>
                <a:gd name="T56" fmla="*/ 0 w 246"/>
                <a:gd name="T57" fmla="*/ 2 h 425"/>
                <a:gd name="T58" fmla="*/ 0 w 246"/>
                <a:gd name="T59" fmla="*/ 2 h 425"/>
                <a:gd name="T60" fmla="*/ 0 w 246"/>
                <a:gd name="T61" fmla="*/ 1 h 425"/>
                <a:gd name="T62" fmla="*/ 0 w 246"/>
                <a:gd name="T63" fmla="*/ 1 h 425"/>
                <a:gd name="T64" fmla="*/ 0 w 246"/>
                <a:gd name="T65" fmla="*/ 1 h 425"/>
                <a:gd name="T66" fmla="*/ 0 w 246"/>
                <a:gd name="T67" fmla="*/ 0 h 425"/>
                <a:gd name="T68" fmla="*/ 0 w 246"/>
                <a:gd name="T69" fmla="*/ 0 h 425"/>
                <a:gd name="T70" fmla="*/ 0 w 246"/>
                <a:gd name="T71" fmla="*/ 0 h 425"/>
                <a:gd name="T72" fmla="*/ 0 w 246"/>
                <a:gd name="T73" fmla="*/ 0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5"/>
                <a:gd name="T113" fmla="*/ 246 w 246"/>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5">
                  <a:moveTo>
                    <a:pt x="0" y="0"/>
                  </a:moveTo>
                  <a:lnTo>
                    <a:pt x="0" y="0"/>
                  </a:lnTo>
                  <a:lnTo>
                    <a:pt x="2" y="43"/>
                  </a:lnTo>
                  <a:lnTo>
                    <a:pt x="5" y="86"/>
                  </a:lnTo>
                  <a:lnTo>
                    <a:pt x="11" y="126"/>
                  </a:lnTo>
                  <a:lnTo>
                    <a:pt x="19" y="163"/>
                  </a:lnTo>
                  <a:lnTo>
                    <a:pt x="30" y="202"/>
                  </a:lnTo>
                  <a:lnTo>
                    <a:pt x="41" y="236"/>
                  </a:lnTo>
                  <a:lnTo>
                    <a:pt x="55" y="269"/>
                  </a:lnTo>
                  <a:lnTo>
                    <a:pt x="73" y="299"/>
                  </a:lnTo>
                  <a:lnTo>
                    <a:pt x="89" y="326"/>
                  </a:lnTo>
                  <a:lnTo>
                    <a:pt x="108" y="351"/>
                  </a:lnTo>
                  <a:lnTo>
                    <a:pt x="128" y="373"/>
                  </a:lnTo>
                  <a:lnTo>
                    <a:pt x="150" y="391"/>
                  </a:lnTo>
                  <a:lnTo>
                    <a:pt x="171" y="406"/>
                  </a:lnTo>
                  <a:lnTo>
                    <a:pt x="196" y="417"/>
                  </a:lnTo>
                  <a:lnTo>
                    <a:pt x="221" y="422"/>
                  </a:lnTo>
                  <a:lnTo>
                    <a:pt x="246" y="425"/>
                  </a:lnTo>
                  <a:lnTo>
                    <a:pt x="246" y="413"/>
                  </a:lnTo>
                  <a:lnTo>
                    <a:pt x="223" y="411"/>
                  </a:lnTo>
                  <a:lnTo>
                    <a:pt x="201" y="405"/>
                  </a:lnTo>
                  <a:lnTo>
                    <a:pt x="178" y="394"/>
                  </a:lnTo>
                  <a:lnTo>
                    <a:pt x="157" y="381"/>
                  </a:lnTo>
                  <a:lnTo>
                    <a:pt x="137" y="364"/>
                  </a:lnTo>
                  <a:lnTo>
                    <a:pt x="117" y="344"/>
                  </a:lnTo>
                  <a:lnTo>
                    <a:pt x="99" y="319"/>
                  </a:lnTo>
                  <a:lnTo>
                    <a:pt x="82" y="292"/>
                  </a:lnTo>
                  <a:lnTo>
                    <a:pt x="67" y="264"/>
                  </a:lnTo>
                  <a:lnTo>
                    <a:pt x="53" y="231"/>
                  </a:lnTo>
                  <a:lnTo>
                    <a:pt x="41" y="197"/>
                  </a:lnTo>
                  <a:lnTo>
                    <a:pt x="31" y="161"/>
                  </a:lnTo>
                  <a:lnTo>
                    <a:pt x="23" y="123"/>
                  </a:lnTo>
                  <a:lnTo>
                    <a:pt x="17" y="84"/>
                  </a:lnTo>
                  <a:lnTo>
                    <a:pt x="13" y="4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7068" name="Freeform 79"/>
            <p:cNvSpPr>
              <a:spLocks/>
            </p:cNvSpPr>
            <p:nvPr/>
          </p:nvSpPr>
          <p:spPr bwMode="auto">
            <a:xfrm>
              <a:off x="1502" y="1751"/>
              <a:ext cx="50" cy="85"/>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2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1" y="2"/>
                  </a:lnTo>
                  <a:lnTo>
                    <a:pt x="196" y="8"/>
                  </a:lnTo>
                  <a:lnTo>
                    <a:pt x="171" y="19"/>
                  </a:lnTo>
                  <a:lnTo>
                    <a:pt x="150" y="34"/>
                  </a:lnTo>
                  <a:lnTo>
                    <a:pt x="128" y="52"/>
                  </a:lnTo>
                  <a:lnTo>
                    <a:pt x="108" y="74"/>
                  </a:lnTo>
                  <a:lnTo>
                    <a:pt x="89" y="98"/>
                  </a:lnTo>
                  <a:lnTo>
                    <a:pt x="73" y="125"/>
                  </a:lnTo>
                  <a:lnTo>
                    <a:pt x="55" y="156"/>
                  </a:lnTo>
                  <a:lnTo>
                    <a:pt x="41" y="189"/>
                  </a:lnTo>
                  <a:lnTo>
                    <a:pt x="30" y="223"/>
                  </a:lnTo>
                  <a:lnTo>
                    <a:pt x="19" y="261"/>
                  </a:lnTo>
                  <a:lnTo>
                    <a:pt x="11" y="299"/>
                  </a:lnTo>
                  <a:lnTo>
                    <a:pt x="5" y="339"/>
                  </a:lnTo>
                  <a:lnTo>
                    <a:pt x="2" y="382"/>
                  </a:lnTo>
                  <a:lnTo>
                    <a:pt x="0" y="424"/>
                  </a:lnTo>
                  <a:lnTo>
                    <a:pt x="12" y="424"/>
                  </a:lnTo>
                  <a:lnTo>
                    <a:pt x="13" y="382"/>
                  </a:lnTo>
                  <a:lnTo>
                    <a:pt x="17" y="341"/>
                  </a:lnTo>
                  <a:lnTo>
                    <a:pt x="23" y="301"/>
                  </a:lnTo>
                  <a:lnTo>
                    <a:pt x="31" y="264"/>
                  </a:lnTo>
                  <a:lnTo>
                    <a:pt x="41" y="227"/>
                  </a:lnTo>
                  <a:lnTo>
                    <a:pt x="53" y="193"/>
                  </a:lnTo>
                  <a:lnTo>
                    <a:pt x="67" y="161"/>
                  </a:lnTo>
                  <a:lnTo>
                    <a:pt x="82" y="132"/>
                  </a:lnTo>
                  <a:lnTo>
                    <a:pt x="99" y="105"/>
                  </a:lnTo>
                  <a:lnTo>
                    <a:pt x="117" y="81"/>
                  </a:lnTo>
                  <a:lnTo>
                    <a:pt x="137" y="61"/>
                  </a:lnTo>
                  <a:lnTo>
                    <a:pt x="157" y="43"/>
                  </a:lnTo>
                  <a:lnTo>
                    <a:pt x="178" y="30"/>
                  </a:lnTo>
                  <a:lnTo>
                    <a:pt x="201" y="20"/>
                  </a:lnTo>
                  <a:lnTo>
                    <a:pt x="223" y="14"/>
                  </a:lnTo>
                  <a:lnTo>
                    <a:pt x="246" y="12"/>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7069" name="Freeform 80"/>
            <p:cNvSpPr>
              <a:spLocks/>
            </p:cNvSpPr>
            <p:nvPr/>
          </p:nvSpPr>
          <p:spPr bwMode="auto">
            <a:xfrm>
              <a:off x="1565" y="2016"/>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0" y="339"/>
                  </a:lnTo>
                  <a:lnTo>
                    <a:pt x="234" y="299"/>
                  </a:lnTo>
                  <a:lnTo>
                    <a:pt x="226" y="261"/>
                  </a:lnTo>
                  <a:lnTo>
                    <a:pt x="216" y="223"/>
                  </a:lnTo>
                  <a:lnTo>
                    <a:pt x="204" y="189"/>
                  </a:lnTo>
                  <a:lnTo>
                    <a:pt x="190" y="156"/>
                  </a:lnTo>
                  <a:lnTo>
                    <a:pt x="174" y="125"/>
                  </a:lnTo>
                  <a:lnTo>
                    <a:pt x="156" y="98"/>
                  </a:lnTo>
                  <a:lnTo>
                    <a:pt x="138" y="74"/>
                  </a:lnTo>
                  <a:lnTo>
                    <a:pt x="118" y="51"/>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9" y="81"/>
                  </a:lnTo>
                  <a:lnTo>
                    <a:pt x="147" y="105"/>
                  </a:lnTo>
                  <a:lnTo>
                    <a:pt x="164" y="132"/>
                  </a:lnTo>
                  <a:lnTo>
                    <a:pt x="178" y="160"/>
                  </a:lnTo>
                  <a:lnTo>
                    <a:pt x="192" y="193"/>
                  </a:lnTo>
                  <a:lnTo>
                    <a:pt x="204" y="227"/>
                  </a:lnTo>
                  <a:lnTo>
                    <a:pt x="215" y="264"/>
                  </a:lnTo>
                  <a:lnTo>
                    <a:pt x="223" y="301"/>
                  </a:lnTo>
                  <a:lnTo>
                    <a:pt x="229"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7070" name="Freeform 81"/>
            <p:cNvSpPr>
              <a:spLocks/>
            </p:cNvSpPr>
            <p:nvPr/>
          </p:nvSpPr>
          <p:spPr bwMode="auto">
            <a:xfrm>
              <a:off x="1565" y="2101"/>
              <a:ext cx="49" cy="85"/>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6" y="423"/>
                  </a:lnTo>
                  <a:lnTo>
                    <a:pt x="51" y="418"/>
                  </a:lnTo>
                  <a:lnTo>
                    <a:pt x="74" y="407"/>
                  </a:lnTo>
                  <a:lnTo>
                    <a:pt x="96" y="392"/>
                  </a:lnTo>
                  <a:lnTo>
                    <a:pt x="118" y="373"/>
                  </a:lnTo>
                  <a:lnTo>
                    <a:pt x="138" y="351"/>
                  </a:lnTo>
                  <a:lnTo>
                    <a:pt x="156" y="327"/>
                  </a:lnTo>
                  <a:lnTo>
                    <a:pt x="175" y="299"/>
                  </a:lnTo>
                  <a:lnTo>
                    <a:pt x="190" y="269"/>
                  </a:lnTo>
                  <a:lnTo>
                    <a:pt x="204" y="236"/>
                  </a:lnTo>
                  <a:lnTo>
                    <a:pt x="216" y="202"/>
                  </a:lnTo>
                  <a:lnTo>
                    <a:pt x="226" y="164"/>
                  </a:lnTo>
                  <a:lnTo>
                    <a:pt x="234" y="126"/>
                  </a:lnTo>
                  <a:lnTo>
                    <a:pt x="240" y="86"/>
                  </a:lnTo>
                  <a:lnTo>
                    <a:pt x="244" y="42"/>
                  </a:lnTo>
                  <a:lnTo>
                    <a:pt x="245" y="0"/>
                  </a:lnTo>
                  <a:lnTo>
                    <a:pt x="233" y="0"/>
                  </a:lnTo>
                  <a:lnTo>
                    <a:pt x="232" y="42"/>
                  </a:lnTo>
                  <a:lnTo>
                    <a:pt x="229" y="83"/>
                  </a:lnTo>
                  <a:lnTo>
                    <a:pt x="223" y="123"/>
                  </a:lnTo>
                  <a:lnTo>
                    <a:pt x="215" y="162"/>
                  </a:lnTo>
                  <a:lnTo>
                    <a:pt x="204" y="197"/>
                  </a:lnTo>
                  <a:lnTo>
                    <a:pt x="192" y="231"/>
                  </a:lnTo>
                  <a:lnTo>
                    <a:pt x="178" y="264"/>
                  </a:lnTo>
                  <a:lnTo>
                    <a:pt x="163" y="292"/>
                  </a:lnTo>
                  <a:lnTo>
                    <a:pt x="147" y="320"/>
                  </a:lnTo>
                  <a:lnTo>
                    <a:pt x="129" y="344"/>
                  </a:lnTo>
                  <a:lnTo>
                    <a:pt x="109" y="364"/>
                  </a:lnTo>
                  <a:lnTo>
                    <a:pt x="89" y="382"/>
                  </a:lnTo>
                  <a:lnTo>
                    <a:pt x="67" y="395"/>
                  </a:lnTo>
                  <a:lnTo>
                    <a:pt x="46" y="406"/>
                  </a:lnTo>
                  <a:lnTo>
                    <a:pt x="24"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7071" name="Freeform 82"/>
            <p:cNvSpPr>
              <a:spLocks/>
            </p:cNvSpPr>
            <p:nvPr/>
          </p:nvSpPr>
          <p:spPr bwMode="auto">
            <a:xfrm>
              <a:off x="1516" y="2101"/>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5" y="86"/>
                  </a:lnTo>
                  <a:lnTo>
                    <a:pt x="11" y="126"/>
                  </a:lnTo>
                  <a:lnTo>
                    <a:pt x="19" y="164"/>
                  </a:lnTo>
                  <a:lnTo>
                    <a:pt x="30" y="202"/>
                  </a:lnTo>
                  <a:lnTo>
                    <a:pt x="41" y="236"/>
                  </a:lnTo>
                  <a:lnTo>
                    <a:pt x="55" y="269"/>
                  </a:lnTo>
                  <a:lnTo>
                    <a:pt x="71" y="299"/>
                  </a:lnTo>
                  <a:lnTo>
                    <a:pt x="89" y="327"/>
                  </a:lnTo>
                  <a:lnTo>
                    <a:pt x="107" y="351"/>
                  </a:lnTo>
                  <a:lnTo>
                    <a:pt x="127" y="373"/>
                  </a:lnTo>
                  <a:lnTo>
                    <a:pt x="149" y="392"/>
                  </a:lnTo>
                  <a:lnTo>
                    <a:pt x="171" y="407"/>
                  </a:lnTo>
                  <a:lnTo>
                    <a:pt x="195" y="418"/>
                  </a:lnTo>
                  <a:lnTo>
                    <a:pt x="219" y="423"/>
                  </a:lnTo>
                  <a:lnTo>
                    <a:pt x="245" y="426"/>
                  </a:lnTo>
                  <a:lnTo>
                    <a:pt x="245" y="414"/>
                  </a:lnTo>
                  <a:lnTo>
                    <a:pt x="222" y="412"/>
                  </a:lnTo>
                  <a:lnTo>
                    <a:pt x="199" y="406"/>
                  </a:lnTo>
                  <a:lnTo>
                    <a:pt x="178" y="395"/>
                  </a:lnTo>
                  <a:lnTo>
                    <a:pt x="156" y="382"/>
                  </a:lnTo>
                  <a:lnTo>
                    <a:pt x="136" y="364"/>
                  </a:lnTo>
                  <a:lnTo>
                    <a:pt x="116" y="344"/>
                  </a:lnTo>
                  <a:lnTo>
                    <a:pt x="99" y="320"/>
                  </a:lnTo>
                  <a:lnTo>
                    <a:pt x="82" y="292"/>
                  </a:lnTo>
                  <a:lnTo>
                    <a:pt x="67" y="264"/>
                  </a:lnTo>
                  <a:lnTo>
                    <a:pt x="53" y="231"/>
                  </a:lnTo>
                  <a:lnTo>
                    <a:pt x="41" y="197"/>
                  </a:lnTo>
                  <a:lnTo>
                    <a:pt x="31" y="162"/>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7072" name="Freeform 83"/>
            <p:cNvSpPr>
              <a:spLocks/>
            </p:cNvSpPr>
            <p:nvPr/>
          </p:nvSpPr>
          <p:spPr bwMode="auto">
            <a:xfrm>
              <a:off x="1516" y="2016"/>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5" y="8"/>
                  </a:lnTo>
                  <a:lnTo>
                    <a:pt x="171" y="19"/>
                  </a:lnTo>
                  <a:lnTo>
                    <a:pt x="149" y="34"/>
                  </a:lnTo>
                  <a:lnTo>
                    <a:pt x="127" y="51"/>
                  </a:lnTo>
                  <a:lnTo>
                    <a:pt x="107" y="74"/>
                  </a:lnTo>
                  <a:lnTo>
                    <a:pt x="89" y="98"/>
                  </a:lnTo>
                  <a:lnTo>
                    <a:pt x="72" y="125"/>
                  </a:lnTo>
                  <a:lnTo>
                    <a:pt x="55" y="156"/>
                  </a:lnTo>
                  <a:lnTo>
                    <a:pt x="41" y="189"/>
                  </a:lnTo>
                  <a:lnTo>
                    <a:pt x="30" y="223"/>
                  </a:lnTo>
                  <a:lnTo>
                    <a:pt x="19" y="261"/>
                  </a:lnTo>
                  <a:lnTo>
                    <a:pt x="11" y="299"/>
                  </a:lnTo>
                  <a:lnTo>
                    <a:pt x="5" y="339"/>
                  </a:lnTo>
                  <a:lnTo>
                    <a:pt x="1" y="382"/>
                  </a:lnTo>
                  <a:lnTo>
                    <a:pt x="0" y="424"/>
                  </a:lnTo>
                  <a:lnTo>
                    <a:pt x="12" y="424"/>
                  </a:lnTo>
                  <a:lnTo>
                    <a:pt x="13" y="382"/>
                  </a:lnTo>
                  <a:lnTo>
                    <a:pt x="17" y="341"/>
                  </a:lnTo>
                  <a:lnTo>
                    <a:pt x="23" y="301"/>
                  </a:lnTo>
                  <a:lnTo>
                    <a:pt x="31" y="264"/>
                  </a:lnTo>
                  <a:lnTo>
                    <a:pt x="41" y="227"/>
                  </a:lnTo>
                  <a:lnTo>
                    <a:pt x="53" y="193"/>
                  </a:lnTo>
                  <a:lnTo>
                    <a:pt x="67" y="160"/>
                  </a:lnTo>
                  <a:lnTo>
                    <a:pt x="81" y="132"/>
                  </a:lnTo>
                  <a:lnTo>
                    <a:pt x="99" y="105"/>
                  </a:lnTo>
                  <a:lnTo>
                    <a:pt x="116" y="81"/>
                  </a:lnTo>
                  <a:lnTo>
                    <a:pt x="136" y="61"/>
                  </a:lnTo>
                  <a:lnTo>
                    <a:pt x="156" y="43"/>
                  </a:lnTo>
                  <a:lnTo>
                    <a:pt x="178" y="30"/>
                  </a:lnTo>
                  <a:lnTo>
                    <a:pt x="199" y="20"/>
                  </a:lnTo>
                  <a:lnTo>
                    <a:pt x="222"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grpSp>
        <p:nvGrpSpPr>
          <p:cNvPr id="126988" name="Group 84"/>
          <p:cNvGrpSpPr>
            <a:grpSpLocks/>
          </p:cNvGrpSpPr>
          <p:nvPr/>
        </p:nvGrpSpPr>
        <p:grpSpPr bwMode="auto">
          <a:xfrm rot="-223274">
            <a:off x="915988" y="2820988"/>
            <a:ext cx="744537" cy="733425"/>
            <a:chOff x="2757" y="1666"/>
            <a:chExt cx="812" cy="800"/>
          </a:xfrm>
        </p:grpSpPr>
        <p:sp>
          <p:nvSpPr>
            <p:cNvPr id="127016" name="Freeform 85"/>
            <p:cNvSpPr>
              <a:spLocks/>
            </p:cNvSpPr>
            <p:nvPr/>
          </p:nvSpPr>
          <p:spPr bwMode="auto">
            <a:xfrm>
              <a:off x="2762" y="1667"/>
              <a:ext cx="807" cy="584"/>
            </a:xfrm>
            <a:custGeom>
              <a:avLst/>
              <a:gdLst>
                <a:gd name="T0" fmla="*/ 497 w 807"/>
                <a:gd name="T1" fmla="*/ 583 h 584"/>
                <a:gd name="T2" fmla="*/ 0 w 807"/>
                <a:gd name="T3" fmla="*/ 452 h 584"/>
                <a:gd name="T4" fmla="*/ 337 w 807"/>
                <a:gd name="T5" fmla="*/ 0 h 584"/>
                <a:gd name="T6" fmla="*/ 806 w 807"/>
                <a:gd name="T7" fmla="*/ 98 h 584"/>
                <a:gd name="T8" fmla="*/ 497 w 807"/>
                <a:gd name="T9" fmla="*/ 583 h 584"/>
                <a:gd name="T10" fmla="*/ 0 60000 65536"/>
                <a:gd name="T11" fmla="*/ 0 60000 65536"/>
                <a:gd name="T12" fmla="*/ 0 60000 65536"/>
                <a:gd name="T13" fmla="*/ 0 60000 65536"/>
                <a:gd name="T14" fmla="*/ 0 60000 65536"/>
                <a:gd name="T15" fmla="*/ 0 w 807"/>
                <a:gd name="T16" fmla="*/ 0 h 584"/>
                <a:gd name="T17" fmla="*/ 807 w 807"/>
                <a:gd name="T18" fmla="*/ 584 h 584"/>
              </a:gdLst>
              <a:ahLst/>
              <a:cxnLst>
                <a:cxn ang="T10">
                  <a:pos x="T0" y="T1"/>
                </a:cxn>
                <a:cxn ang="T11">
                  <a:pos x="T2" y="T3"/>
                </a:cxn>
                <a:cxn ang="T12">
                  <a:pos x="T4" y="T5"/>
                </a:cxn>
                <a:cxn ang="T13">
                  <a:pos x="T6" y="T7"/>
                </a:cxn>
                <a:cxn ang="T14">
                  <a:pos x="T8" y="T9"/>
                </a:cxn>
              </a:cxnLst>
              <a:rect l="T15" t="T16" r="T17" b="T18"/>
              <a:pathLst>
                <a:path w="807" h="584">
                  <a:moveTo>
                    <a:pt x="497" y="583"/>
                  </a:moveTo>
                  <a:lnTo>
                    <a:pt x="0" y="452"/>
                  </a:lnTo>
                  <a:lnTo>
                    <a:pt x="337" y="0"/>
                  </a:lnTo>
                  <a:lnTo>
                    <a:pt x="806" y="98"/>
                  </a:lnTo>
                  <a:lnTo>
                    <a:pt x="497" y="583"/>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127017" name="Freeform 86"/>
            <p:cNvSpPr>
              <a:spLocks/>
            </p:cNvSpPr>
            <p:nvPr/>
          </p:nvSpPr>
          <p:spPr bwMode="auto">
            <a:xfrm>
              <a:off x="2882" y="1861"/>
              <a:ext cx="578" cy="384"/>
            </a:xfrm>
            <a:custGeom>
              <a:avLst/>
              <a:gdLst>
                <a:gd name="T0" fmla="*/ 377 w 578"/>
                <a:gd name="T1" fmla="*/ 383 h 384"/>
                <a:gd name="T2" fmla="*/ 0 w 578"/>
                <a:gd name="T3" fmla="*/ 291 h 384"/>
                <a:gd name="T4" fmla="*/ 217 w 578"/>
                <a:gd name="T5" fmla="*/ 0 h 384"/>
                <a:gd name="T6" fmla="*/ 577 w 578"/>
                <a:gd name="T7" fmla="*/ 74 h 384"/>
                <a:gd name="T8" fmla="*/ 377 w 578"/>
                <a:gd name="T9" fmla="*/ 383 h 384"/>
                <a:gd name="T10" fmla="*/ 0 60000 65536"/>
                <a:gd name="T11" fmla="*/ 0 60000 65536"/>
                <a:gd name="T12" fmla="*/ 0 60000 65536"/>
                <a:gd name="T13" fmla="*/ 0 60000 65536"/>
                <a:gd name="T14" fmla="*/ 0 60000 65536"/>
                <a:gd name="T15" fmla="*/ 0 w 578"/>
                <a:gd name="T16" fmla="*/ 0 h 384"/>
                <a:gd name="T17" fmla="*/ 578 w 578"/>
                <a:gd name="T18" fmla="*/ 384 h 384"/>
              </a:gdLst>
              <a:ahLst/>
              <a:cxnLst>
                <a:cxn ang="T10">
                  <a:pos x="T0" y="T1"/>
                </a:cxn>
                <a:cxn ang="T11">
                  <a:pos x="T2" y="T3"/>
                </a:cxn>
                <a:cxn ang="T12">
                  <a:pos x="T4" y="T5"/>
                </a:cxn>
                <a:cxn ang="T13">
                  <a:pos x="T6" y="T7"/>
                </a:cxn>
                <a:cxn ang="T14">
                  <a:pos x="T8" y="T9"/>
                </a:cxn>
              </a:cxnLst>
              <a:rect l="T15" t="T16" r="T17" b="T18"/>
              <a:pathLst>
                <a:path w="578" h="384">
                  <a:moveTo>
                    <a:pt x="377" y="383"/>
                  </a:moveTo>
                  <a:lnTo>
                    <a:pt x="0" y="291"/>
                  </a:lnTo>
                  <a:lnTo>
                    <a:pt x="217" y="0"/>
                  </a:lnTo>
                  <a:lnTo>
                    <a:pt x="577" y="74"/>
                  </a:lnTo>
                  <a:lnTo>
                    <a:pt x="377" y="383"/>
                  </a:lnTo>
                </a:path>
              </a:pathLst>
            </a:custGeom>
            <a:solidFill>
              <a:srgbClr val="E22B00"/>
            </a:solidFill>
            <a:ln>
              <a:noFill/>
            </a:ln>
            <a:extLst>
              <a:ext uri="{91240B29-F687-4F45-9708-019B960494DF}">
                <a14:hiddenLine xmlns:a14="http://schemas.microsoft.com/office/drawing/2010/main" w="12700" cap="rnd" cmpd="sng">
                  <a:solidFill>
                    <a:srgbClr val="000000"/>
                  </a:solidFill>
                  <a:prstDash val="solid"/>
                  <a:round/>
                  <a:headEnd type="none" w="med" len="med"/>
                  <a:tailEnd type="none" w="med" len="med"/>
                </a14:hiddenLine>
              </a:ext>
            </a:extLst>
          </p:spPr>
          <p:txBody>
            <a:bodyPr/>
            <a:lstStyle/>
            <a:p>
              <a:endParaRPr lang="fr-FR"/>
            </a:p>
          </p:txBody>
        </p:sp>
        <p:sp>
          <p:nvSpPr>
            <p:cNvPr id="127018" name="Line 87"/>
            <p:cNvSpPr>
              <a:spLocks noChangeShapeType="1"/>
            </p:cNvSpPr>
            <p:nvPr/>
          </p:nvSpPr>
          <p:spPr bwMode="auto">
            <a:xfrm>
              <a:off x="3102" y="1862"/>
              <a:ext cx="352" cy="7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fr-FR"/>
            </a:p>
          </p:txBody>
        </p:sp>
        <p:sp>
          <p:nvSpPr>
            <p:cNvPr id="127019" name="Freeform 88"/>
            <p:cNvSpPr>
              <a:spLocks/>
            </p:cNvSpPr>
            <p:nvPr/>
          </p:nvSpPr>
          <p:spPr bwMode="auto">
            <a:xfrm>
              <a:off x="2762" y="1666"/>
              <a:ext cx="337" cy="485"/>
            </a:xfrm>
            <a:custGeom>
              <a:avLst/>
              <a:gdLst>
                <a:gd name="T0" fmla="*/ 336 w 337"/>
                <a:gd name="T1" fmla="*/ 194 h 485"/>
                <a:gd name="T2" fmla="*/ 118 w 337"/>
                <a:gd name="T3" fmla="*/ 484 h 485"/>
                <a:gd name="T4" fmla="*/ 0 w 337"/>
                <a:gd name="T5" fmla="*/ 452 h 485"/>
                <a:gd name="T6" fmla="*/ 336 w 337"/>
                <a:gd name="T7" fmla="*/ 0 h 485"/>
                <a:gd name="T8" fmla="*/ 336 w 337"/>
                <a:gd name="T9" fmla="*/ 152 h 485"/>
                <a:gd name="T10" fmla="*/ 336 w 337"/>
                <a:gd name="T11" fmla="*/ 194 h 485"/>
                <a:gd name="T12" fmla="*/ 0 60000 65536"/>
                <a:gd name="T13" fmla="*/ 0 60000 65536"/>
                <a:gd name="T14" fmla="*/ 0 60000 65536"/>
                <a:gd name="T15" fmla="*/ 0 60000 65536"/>
                <a:gd name="T16" fmla="*/ 0 60000 65536"/>
                <a:gd name="T17" fmla="*/ 0 60000 65536"/>
                <a:gd name="T18" fmla="*/ 0 w 337"/>
                <a:gd name="T19" fmla="*/ 0 h 485"/>
                <a:gd name="T20" fmla="*/ 337 w 337"/>
                <a:gd name="T21" fmla="*/ 485 h 485"/>
              </a:gdLst>
              <a:ahLst/>
              <a:cxnLst>
                <a:cxn ang="T12">
                  <a:pos x="T0" y="T1"/>
                </a:cxn>
                <a:cxn ang="T13">
                  <a:pos x="T2" y="T3"/>
                </a:cxn>
                <a:cxn ang="T14">
                  <a:pos x="T4" y="T5"/>
                </a:cxn>
                <a:cxn ang="T15">
                  <a:pos x="T6" y="T7"/>
                </a:cxn>
                <a:cxn ang="T16">
                  <a:pos x="T8" y="T9"/>
                </a:cxn>
                <a:cxn ang="T17">
                  <a:pos x="T10" y="T11"/>
                </a:cxn>
              </a:cxnLst>
              <a:rect l="T18" t="T19" r="T20" b="T21"/>
              <a:pathLst>
                <a:path w="337" h="485">
                  <a:moveTo>
                    <a:pt x="336" y="194"/>
                  </a:moveTo>
                  <a:lnTo>
                    <a:pt x="118" y="484"/>
                  </a:lnTo>
                  <a:lnTo>
                    <a:pt x="0" y="452"/>
                  </a:lnTo>
                  <a:lnTo>
                    <a:pt x="336" y="0"/>
                  </a:lnTo>
                  <a:lnTo>
                    <a:pt x="336" y="152"/>
                  </a:lnTo>
                  <a:lnTo>
                    <a:pt x="336" y="194"/>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127020" name="Freeform 89"/>
            <p:cNvSpPr>
              <a:spLocks/>
            </p:cNvSpPr>
            <p:nvPr/>
          </p:nvSpPr>
          <p:spPr bwMode="auto">
            <a:xfrm>
              <a:off x="2757" y="2124"/>
              <a:ext cx="509" cy="339"/>
            </a:xfrm>
            <a:custGeom>
              <a:avLst/>
              <a:gdLst>
                <a:gd name="T0" fmla="*/ 0 w 506"/>
                <a:gd name="T1" fmla="*/ 0 h 345"/>
                <a:gd name="T2" fmla="*/ 1 w 506"/>
                <a:gd name="T3" fmla="*/ 198 h 345"/>
                <a:gd name="T4" fmla="*/ 514 w 506"/>
                <a:gd name="T5" fmla="*/ 326 h 345"/>
                <a:gd name="T6" fmla="*/ 513 w 506"/>
                <a:gd name="T7" fmla="*/ 124 h 345"/>
                <a:gd name="T8" fmla="*/ 0 60000 65536"/>
                <a:gd name="T9" fmla="*/ 0 60000 65536"/>
                <a:gd name="T10" fmla="*/ 0 60000 65536"/>
                <a:gd name="T11" fmla="*/ 0 60000 65536"/>
                <a:gd name="T12" fmla="*/ 0 w 506"/>
                <a:gd name="T13" fmla="*/ 0 h 345"/>
                <a:gd name="T14" fmla="*/ 506 w 506"/>
                <a:gd name="T15" fmla="*/ 345 h 345"/>
              </a:gdLst>
              <a:ahLst/>
              <a:cxnLst>
                <a:cxn ang="T8">
                  <a:pos x="T0" y="T1"/>
                </a:cxn>
                <a:cxn ang="T9">
                  <a:pos x="T2" y="T3"/>
                </a:cxn>
                <a:cxn ang="T10">
                  <a:pos x="T4" y="T5"/>
                </a:cxn>
                <a:cxn ang="T11">
                  <a:pos x="T6" y="T7"/>
                </a:cxn>
              </a:cxnLst>
              <a:rect l="T12" t="T13" r="T14" b="T15"/>
              <a:pathLst>
                <a:path w="506" h="345">
                  <a:moveTo>
                    <a:pt x="0" y="0"/>
                  </a:moveTo>
                  <a:lnTo>
                    <a:pt x="1" y="209"/>
                  </a:lnTo>
                  <a:lnTo>
                    <a:pt x="505" y="344"/>
                  </a:lnTo>
                  <a:lnTo>
                    <a:pt x="504" y="130"/>
                  </a:lnTo>
                </a:path>
              </a:pathLst>
            </a:custGeom>
            <a:solidFill>
              <a:srgbClr val="FC2C1C"/>
            </a:solidFill>
            <a:ln w="12700" cap="rnd" cmpd="sng">
              <a:solidFill>
                <a:schemeClr val="bg2"/>
              </a:solidFill>
              <a:prstDash val="solid"/>
              <a:round/>
              <a:headEnd type="none" w="med" len="med"/>
              <a:tailEnd type="none" w="med" len="med"/>
            </a:ln>
          </p:spPr>
          <p:txBody>
            <a:bodyPr/>
            <a:lstStyle/>
            <a:p>
              <a:endParaRPr lang="fr-FR"/>
            </a:p>
          </p:txBody>
        </p:sp>
        <p:sp>
          <p:nvSpPr>
            <p:cNvPr id="127021" name="AutoShape 90"/>
            <p:cNvSpPr>
              <a:spLocks noChangeArrowheads="1"/>
            </p:cNvSpPr>
            <p:nvPr/>
          </p:nvSpPr>
          <p:spPr bwMode="auto">
            <a:xfrm rot="16200000" flipH="1">
              <a:off x="3067" y="1967"/>
              <a:ext cx="693" cy="306"/>
            </a:xfrm>
            <a:prstGeom prst="parallelogram">
              <a:avLst>
                <a:gd name="adj" fmla="val 156202"/>
              </a:avLst>
            </a:prstGeom>
            <a:solidFill>
              <a:srgbClr val="FC2C1C"/>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grpSp>
        <p:nvGrpSpPr>
          <p:cNvPr id="126989" name="Group 91"/>
          <p:cNvGrpSpPr>
            <a:grpSpLocks/>
          </p:cNvGrpSpPr>
          <p:nvPr/>
        </p:nvGrpSpPr>
        <p:grpSpPr bwMode="auto">
          <a:xfrm rot="-223274">
            <a:off x="2339975" y="2838450"/>
            <a:ext cx="744538" cy="733425"/>
            <a:chOff x="2757" y="1666"/>
            <a:chExt cx="812" cy="800"/>
          </a:xfrm>
        </p:grpSpPr>
        <p:sp>
          <p:nvSpPr>
            <p:cNvPr id="127010" name="Freeform 92"/>
            <p:cNvSpPr>
              <a:spLocks/>
            </p:cNvSpPr>
            <p:nvPr/>
          </p:nvSpPr>
          <p:spPr bwMode="auto">
            <a:xfrm>
              <a:off x="2762" y="1667"/>
              <a:ext cx="807" cy="584"/>
            </a:xfrm>
            <a:custGeom>
              <a:avLst/>
              <a:gdLst>
                <a:gd name="T0" fmla="*/ 497 w 807"/>
                <a:gd name="T1" fmla="*/ 583 h 584"/>
                <a:gd name="T2" fmla="*/ 0 w 807"/>
                <a:gd name="T3" fmla="*/ 452 h 584"/>
                <a:gd name="T4" fmla="*/ 337 w 807"/>
                <a:gd name="T5" fmla="*/ 0 h 584"/>
                <a:gd name="T6" fmla="*/ 806 w 807"/>
                <a:gd name="T7" fmla="*/ 98 h 584"/>
                <a:gd name="T8" fmla="*/ 497 w 807"/>
                <a:gd name="T9" fmla="*/ 583 h 584"/>
                <a:gd name="T10" fmla="*/ 0 60000 65536"/>
                <a:gd name="T11" fmla="*/ 0 60000 65536"/>
                <a:gd name="T12" fmla="*/ 0 60000 65536"/>
                <a:gd name="T13" fmla="*/ 0 60000 65536"/>
                <a:gd name="T14" fmla="*/ 0 60000 65536"/>
                <a:gd name="T15" fmla="*/ 0 w 807"/>
                <a:gd name="T16" fmla="*/ 0 h 584"/>
                <a:gd name="T17" fmla="*/ 807 w 807"/>
                <a:gd name="T18" fmla="*/ 584 h 584"/>
              </a:gdLst>
              <a:ahLst/>
              <a:cxnLst>
                <a:cxn ang="T10">
                  <a:pos x="T0" y="T1"/>
                </a:cxn>
                <a:cxn ang="T11">
                  <a:pos x="T2" y="T3"/>
                </a:cxn>
                <a:cxn ang="T12">
                  <a:pos x="T4" y="T5"/>
                </a:cxn>
                <a:cxn ang="T13">
                  <a:pos x="T6" y="T7"/>
                </a:cxn>
                <a:cxn ang="T14">
                  <a:pos x="T8" y="T9"/>
                </a:cxn>
              </a:cxnLst>
              <a:rect l="T15" t="T16" r="T17" b="T18"/>
              <a:pathLst>
                <a:path w="807" h="584">
                  <a:moveTo>
                    <a:pt x="497" y="583"/>
                  </a:moveTo>
                  <a:lnTo>
                    <a:pt x="0" y="452"/>
                  </a:lnTo>
                  <a:lnTo>
                    <a:pt x="337" y="0"/>
                  </a:lnTo>
                  <a:lnTo>
                    <a:pt x="806" y="98"/>
                  </a:lnTo>
                  <a:lnTo>
                    <a:pt x="497" y="583"/>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127011" name="Freeform 93"/>
            <p:cNvSpPr>
              <a:spLocks/>
            </p:cNvSpPr>
            <p:nvPr/>
          </p:nvSpPr>
          <p:spPr bwMode="auto">
            <a:xfrm>
              <a:off x="2882" y="1861"/>
              <a:ext cx="578" cy="384"/>
            </a:xfrm>
            <a:custGeom>
              <a:avLst/>
              <a:gdLst>
                <a:gd name="T0" fmla="*/ 377 w 578"/>
                <a:gd name="T1" fmla="*/ 383 h 384"/>
                <a:gd name="T2" fmla="*/ 0 w 578"/>
                <a:gd name="T3" fmla="*/ 291 h 384"/>
                <a:gd name="T4" fmla="*/ 217 w 578"/>
                <a:gd name="T5" fmla="*/ 0 h 384"/>
                <a:gd name="T6" fmla="*/ 577 w 578"/>
                <a:gd name="T7" fmla="*/ 74 h 384"/>
                <a:gd name="T8" fmla="*/ 377 w 578"/>
                <a:gd name="T9" fmla="*/ 383 h 384"/>
                <a:gd name="T10" fmla="*/ 0 60000 65536"/>
                <a:gd name="T11" fmla="*/ 0 60000 65536"/>
                <a:gd name="T12" fmla="*/ 0 60000 65536"/>
                <a:gd name="T13" fmla="*/ 0 60000 65536"/>
                <a:gd name="T14" fmla="*/ 0 60000 65536"/>
                <a:gd name="T15" fmla="*/ 0 w 578"/>
                <a:gd name="T16" fmla="*/ 0 h 384"/>
                <a:gd name="T17" fmla="*/ 578 w 578"/>
                <a:gd name="T18" fmla="*/ 384 h 384"/>
              </a:gdLst>
              <a:ahLst/>
              <a:cxnLst>
                <a:cxn ang="T10">
                  <a:pos x="T0" y="T1"/>
                </a:cxn>
                <a:cxn ang="T11">
                  <a:pos x="T2" y="T3"/>
                </a:cxn>
                <a:cxn ang="T12">
                  <a:pos x="T4" y="T5"/>
                </a:cxn>
                <a:cxn ang="T13">
                  <a:pos x="T6" y="T7"/>
                </a:cxn>
                <a:cxn ang="T14">
                  <a:pos x="T8" y="T9"/>
                </a:cxn>
              </a:cxnLst>
              <a:rect l="T15" t="T16" r="T17" b="T18"/>
              <a:pathLst>
                <a:path w="578" h="384">
                  <a:moveTo>
                    <a:pt x="377" y="383"/>
                  </a:moveTo>
                  <a:lnTo>
                    <a:pt x="0" y="291"/>
                  </a:lnTo>
                  <a:lnTo>
                    <a:pt x="217" y="0"/>
                  </a:lnTo>
                  <a:lnTo>
                    <a:pt x="577" y="74"/>
                  </a:lnTo>
                  <a:lnTo>
                    <a:pt x="377" y="383"/>
                  </a:lnTo>
                </a:path>
              </a:pathLst>
            </a:custGeom>
            <a:solidFill>
              <a:srgbClr val="E22B00"/>
            </a:solidFill>
            <a:ln>
              <a:noFill/>
            </a:ln>
            <a:extLst>
              <a:ext uri="{91240B29-F687-4F45-9708-019B960494DF}">
                <a14:hiddenLine xmlns:a14="http://schemas.microsoft.com/office/drawing/2010/main" w="12700" cap="rnd" cmpd="sng">
                  <a:solidFill>
                    <a:srgbClr val="000000"/>
                  </a:solidFill>
                  <a:prstDash val="solid"/>
                  <a:round/>
                  <a:headEnd type="none" w="med" len="med"/>
                  <a:tailEnd type="none" w="med" len="med"/>
                </a14:hiddenLine>
              </a:ext>
            </a:extLst>
          </p:spPr>
          <p:txBody>
            <a:bodyPr/>
            <a:lstStyle/>
            <a:p>
              <a:endParaRPr lang="fr-FR"/>
            </a:p>
          </p:txBody>
        </p:sp>
        <p:sp>
          <p:nvSpPr>
            <p:cNvPr id="127012" name="Line 94"/>
            <p:cNvSpPr>
              <a:spLocks noChangeShapeType="1"/>
            </p:cNvSpPr>
            <p:nvPr/>
          </p:nvSpPr>
          <p:spPr bwMode="auto">
            <a:xfrm>
              <a:off x="3102" y="1862"/>
              <a:ext cx="352" cy="7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fr-FR"/>
            </a:p>
          </p:txBody>
        </p:sp>
        <p:sp>
          <p:nvSpPr>
            <p:cNvPr id="127013" name="Freeform 95"/>
            <p:cNvSpPr>
              <a:spLocks/>
            </p:cNvSpPr>
            <p:nvPr/>
          </p:nvSpPr>
          <p:spPr bwMode="auto">
            <a:xfrm>
              <a:off x="2762" y="1666"/>
              <a:ext cx="337" cy="485"/>
            </a:xfrm>
            <a:custGeom>
              <a:avLst/>
              <a:gdLst>
                <a:gd name="T0" fmla="*/ 336 w 337"/>
                <a:gd name="T1" fmla="*/ 194 h 485"/>
                <a:gd name="T2" fmla="*/ 118 w 337"/>
                <a:gd name="T3" fmla="*/ 484 h 485"/>
                <a:gd name="T4" fmla="*/ 0 w 337"/>
                <a:gd name="T5" fmla="*/ 452 h 485"/>
                <a:gd name="T6" fmla="*/ 336 w 337"/>
                <a:gd name="T7" fmla="*/ 0 h 485"/>
                <a:gd name="T8" fmla="*/ 336 w 337"/>
                <a:gd name="T9" fmla="*/ 152 h 485"/>
                <a:gd name="T10" fmla="*/ 336 w 337"/>
                <a:gd name="T11" fmla="*/ 194 h 485"/>
                <a:gd name="T12" fmla="*/ 0 60000 65536"/>
                <a:gd name="T13" fmla="*/ 0 60000 65536"/>
                <a:gd name="T14" fmla="*/ 0 60000 65536"/>
                <a:gd name="T15" fmla="*/ 0 60000 65536"/>
                <a:gd name="T16" fmla="*/ 0 60000 65536"/>
                <a:gd name="T17" fmla="*/ 0 60000 65536"/>
                <a:gd name="T18" fmla="*/ 0 w 337"/>
                <a:gd name="T19" fmla="*/ 0 h 485"/>
                <a:gd name="T20" fmla="*/ 337 w 337"/>
                <a:gd name="T21" fmla="*/ 485 h 485"/>
              </a:gdLst>
              <a:ahLst/>
              <a:cxnLst>
                <a:cxn ang="T12">
                  <a:pos x="T0" y="T1"/>
                </a:cxn>
                <a:cxn ang="T13">
                  <a:pos x="T2" y="T3"/>
                </a:cxn>
                <a:cxn ang="T14">
                  <a:pos x="T4" y="T5"/>
                </a:cxn>
                <a:cxn ang="T15">
                  <a:pos x="T6" y="T7"/>
                </a:cxn>
                <a:cxn ang="T16">
                  <a:pos x="T8" y="T9"/>
                </a:cxn>
                <a:cxn ang="T17">
                  <a:pos x="T10" y="T11"/>
                </a:cxn>
              </a:cxnLst>
              <a:rect l="T18" t="T19" r="T20" b="T21"/>
              <a:pathLst>
                <a:path w="337" h="485">
                  <a:moveTo>
                    <a:pt x="336" y="194"/>
                  </a:moveTo>
                  <a:lnTo>
                    <a:pt x="118" y="484"/>
                  </a:lnTo>
                  <a:lnTo>
                    <a:pt x="0" y="452"/>
                  </a:lnTo>
                  <a:lnTo>
                    <a:pt x="336" y="0"/>
                  </a:lnTo>
                  <a:lnTo>
                    <a:pt x="336" y="152"/>
                  </a:lnTo>
                  <a:lnTo>
                    <a:pt x="336" y="194"/>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127014" name="Freeform 96"/>
            <p:cNvSpPr>
              <a:spLocks/>
            </p:cNvSpPr>
            <p:nvPr/>
          </p:nvSpPr>
          <p:spPr bwMode="auto">
            <a:xfrm>
              <a:off x="2757" y="2124"/>
              <a:ext cx="509" cy="339"/>
            </a:xfrm>
            <a:custGeom>
              <a:avLst/>
              <a:gdLst>
                <a:gd name="T0" fmla="*/ 0 w 506"/>
                <a:gd name="T1" fmla="*/ 0 h 345"/>
                <a:gd name="T2" fmla="*/ 1 w 506"/>
                <a:gd name="T3" fmla="*/ 198 h 345"/>
                <a:gd name="T4" fmla="*/ 514 w 506"/>
                <a:gd name="T5" fmla="*/ 326 h 345"/>
                <a:gd name="T6" fmla="*/ 513 w 506"/>
                <a:gd name="T7" fmla="*/ 124 h 345"/>
                <a:gd name="T8" fmla="*/ 0 60000 65536"/>
                <a:gd name="T9" fmla="*/ 0 60000 65536"/>
                <a:gd name="T10" fmla="*/ 0 60000 65536"/>
                <a:gd name="T11" fmla="*/ 0 60000 65536"/>
                <a:gd name="T12" fmla="*/ 0 w 506"/>
                <a:gd name="T13" fmla="*/ 0 h 345"/>
                <a:gd name="T14" fmla="*/ 506 w 506"/>
                <a:gd name="T15" fmla="*/ 345 h 345"/>
              </a:gdLst>
              <a:ahLst/>
              <a:cxnLst>
                <a:cxn ang="T8">
                  <a:pos x="T0" y="T1"/>
                </a:cxn>
                <a:cxn ang="T9">
                  <a:pos x="T2" y="T3"/>
                </a:cxn>
                <a:cxn ang="T10">
                  <a:pos x="T4" y="T5"/>
                </a:cxn>
                <a:cxn ang="T11">
                  <a:pos x="T6" y="T7"/>
                </a:cxn>
              </a:cxnLst>
              <a:rect l="T12" t="T13" r="T14" b="T15"/>
              <a:pathLst>
                <a:path w="506" h="345">
                  <a:moveTo>
                    <a:pt x="0" y="0"/>
                  </a:moveTo>
                  <a:lnTo>
                    <a:pt x="1" y="209"/>
                  </a:lnTo>
                  <a:lnTo>
                    <a:pt x="505" y="344"/>
                  </a:lnTo>
                  <a:lnTo>
                    <a:pt x="504" y="130"/>
                  </a:lnTo>
                </a:path>
              </a:pathLst>
            </a:custGeom>
            <a:solidFill>
              <a:srgbClr val="FC2C1C"/>
            </a:solidFill>
            <a:ln w="12700" cap="rnd" cmpd="sng">
              <a:solidFill>
                <a:schemeClr val="bg2"/>
              </a:solidFill>
              <a:prstDash val="solid"/>
              <a:round/>
              <a:headEnd type="none" w="med" len="med"/>
              <a:tailEnd type="none" w="med" len="med"/>
            </a:ln>
          </p:spPr>
          <p:txBody>
            <a:bodyPr/>
            <a:lstStyle/>
            <a:p>
              <a:endParaRPr lang="fr-FR"/>
            </a:p>
          </p:txBody>
        </p:sp>
        <p:sp>
          <p:nvSpPr>
            <p:cNvPr id="127015" name="AutoShape 97"/>
            <p:cNvSpPr>
              <a:spLocks noChangeArrowheads="1"/>
            </p:cNvSpPr>
            <p:nvPr/>
          </p:nvSpPr>
          <p:spPr bwMode="auto">
            <a:xfrm rot="16200000" flipH="1">
              <a:off x="3067" y="1967"/>
              <a:ext cx="693" cy="306"/>
            </a:xfrm>
            <a:prstGeom prst="parallelogram">
              <a:avLst>
                <a:gd name="adj" fmla="val 156202"/>
              </a:avLst>
            </a:prstGeom>
            <a:solidFill>
              <a:srgbClr val="FC2C1C"/>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grpSp>
        <p:nvGrpSpPr>
          <p:cNvPr id="126990" name="Group 98"/>
          <p:cNvGrpSpPr>
            <a:grpSpLocks/>
          </p:cNvGrpSpPr>
          <p:nvPr/>
        </p:nvGrpSpPr>
        <p:grpSpPr bwMode="auto">
          <a:xfrm rot="-223274">
            <a:off x="3751263" y="2806700"/>
            <a:ext cx="744537" cy="733425"/>
            <a:chOff x="2757" y="1666"/>
            <a:chExt cx="812" cy="800"/>
          </a:xfrm>
        </p:grpSpPr>
        <p:sp>
          <p:nvSpPr>
            <p:cNvPr id="127004" name="Freeform 99"/>
            <p:cNvSpPr>
              <a:spLocks/>
            </p:cNvSpPr>
            <p:nvPr/>
          </p:nvSpPr>
          <p:spPr bwMode="auto">
            <a:xfrm>
              <a:off x="2762" y="1667"/>
              <a:ext cx="807" cy="584"/>
            </a:xfrm>
            <a:custGeom>
              <a:avLst/>
              <a:gdLst>
                <a:gd name="T0" fmla="*/ 497 w 807"/>
                <a:gd name="T1" fmla="*/ 583 h 584"/>
                <a:gd name="T2" fmla="*/ 0 w 807"/>
                <a:gd name="T3" fmla="*/ 452 h 584"/>
                <a:gd name="T4" fmla="*/ 337 w 807"/>
                <a:gd name="T5" fmla="*/ 0 h 584"/>
                <a:gd name="T6" fmla="*/ 806 w 807"/>
                <a:gd name="T7" fmla="*/ 98 h 584"/>
                <a:gd name="T8" fmla="*/ 497 w 807"/>
                <a:gd name="T9" fmla="*/ 583 h 584"/>
                <a:gd name="T10" fmla="*/ 0 60000 65536"/>
                <a:gd name="T11" fmla="*/ 0 60000 65536"/>
                <a:gd name="T12" fmla="*/ 0 60000 65536"/>
                <a:gd name="T13" fmla="*/ 0 60000 65536"/>
                <a:gd name="T14" fmla="*/ 0 60000 65536"/>
                <a:gd name="T15" fmla="*/ 0 w 807"/>
                <a:gd name="T16" fmla="*/ 0 h 584"/>
                <a:gd name="T17" fmla="*/ 807 w 807"/>
                <a:gd name="T18" fmla="*/ 584 h 584"/>
              </a:gdLst>
              <a:ahLst/>
              <a:cxnLst>
                <a:cxn ang="T10">
                  <a:pos x="T0" y="T1"/>
                </a:cxn>
                <a:cxn ang="T11">
                  <a:pos x="T2" y="T3"/>
                </a:cxn>
                <a:cxn ang="T12">
                  <a:pos x="T4" y="T5"/>
                </a:cxn>
                <a:cxn ang="T13">
                  <a:pos x="T6" y="T7"/>
                </a:cxn>
                <a:cxn ang="T14">
                  <a:pos x="T8" y="T9"/>
                </a:cxn>
              </a:cxnLst>
              <a:rect l="T15" t="T16" r="T17" b="T18"/>
              <a:pathLst>
                <a:path w="807" h="584">
                  <a:moveTo>
                    <a:pt x="497" y="583"/>
                  </a:moveTo>
                  <a:lnTo>
                    <a:pt x="0" y="452"/>
                  </a:lnTo>
                  <a:lnTo>
                    <a:pt x="337" y="0"/>
                  </a:lnTo>
                  <a:lnTo>
                    <a:pt x="806" y="98"/>
                  </a:lnTo>
                  <a:lnTo>
                    <a:pt x="497" y="583"/>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127005" name="Freeform 100"/>
            <p:cNvSpPr>
              <a:spLocks/>
            </p:cNvSpPr>
            <p:nvPr/>
          </p:nvSpPr>
          <p:spPr bwMode="auto">
            <a:xfrm>
              <a:off x="2882" y="1861"/>
              <a:ext cx="578" cy="384"/>
            </a:xfrm>
            <a:custGeom>
              <a:avLst/>
              <a:gdLst>
                <a:gd name="T0" fmla="*/ 377 w 578"/>
                <a:gd name="T1" fmla="*/ 383 h 384"/>
                <a:gd name="T2" fmla="*/ 0 w 578"/>
                <a:gd name="T3" fmla="*/ 291 h 384"/>
                <a:gd name="T4" fmla="*/ 217 w 578"/>
                <a:gd name="T5" fmla="*/ 0 h 384"/>
                <a:gd name="T6" fmla="*/ 577 w 578"/>
                <a:gd name="T7" fmla="*/ 74 h 384"/>
                <a:gd name="T8" fmla="*/ 377 w 578"/>
                <a:gd name="T9" fmla="*/ 383 h 384"/>
                <a:gd name="T10" fmla="*/ 0 60000 65536"/>
                <a:gd name="T11" fmla="*/ 0 60000 65536"/>
                <a:gd name="T12" fmla="*/ 0 60000 65536"/>
                <a:gd name="T13" fmla="*/ 0 60000 65536"/>
                <a:gd name="T14" fmla="*/ 0 60000 65536"/>
                <a:gd name="T15" fmla="*/ 0 w 578"/>
                <a:gd name="T16" fmla="*/ 0 h 384"/>
                <a:gd name="T17" fmla="*/ 578 w 578"/>
                <a:gd name="T18" fmla="*/ 384 h 384"/>
              </a:gdLst>
              <a:ahLst/>
              <a:cxnLst>
                <a:cxn ang="T10">
                  <a:pos x="T0" y="T1"/>
                </a:cxn>
                <a:cxn ang="T11">
                  <a:pos x="T2" y="T3"/>
                </a:cxn>
                <a:cxn ang="T12">
                  <a:pos x="T4" y="T5"/>
                </a:cxn>
                <a:cxn ang="T13">
                  <a:pos x="T6" y="T7"/>
                </a:cxn>
                <a:cxn ang="T14">
                  <a:pos x="T8" y="T9"/>
                </a:cxn>
              </a:cxnLst>
              <a:rect l="T15" t="T16" r="T17" b="T18"/>
              <a:pathLst>
                <a:path w="578" h="384">
                  <a:moveTo>
                    <a:pt x="377" y="383"/>
                  </a:moveTo>
                  <a:lnTo>
                    <a:pt x="0" y="291"/>
                  </a:lnTo>
                  <a:lnTo>
                    <a:pt x="217" y="0"/>
                  </a:lnTo>
                  <a:lnTo>
                    <a:pt x="577" y="74"/>
                  </a:lnTo>
                  <a:lnTo>
                    <a:pt x="377" y="383"/>
                  </a:lnTo>
                </a:path>
              </a:pathLst>
            </a:custGeom>
            <a:solidFill>
              <a:srgbClr val="E22B00"/>
            </a:solidFill>
            <a:ln>
              <a:noFill/>
            </a:ln>
            <a:extLst>
              <a:ext uri="{91240B29-F687-4F45-9708-019B960494DF}">
                <a14:hiddenLine xmlns:a14="http://schemas.microsoft.com/office/drawing/2010/main" w="12700" cap="rnd" cmpd="sng">
                  <a:solidFill>
                    <a:srgbClr val="000000"/>
                  </a:solidFill>
                  <a:prstDash val="solid"/>
                  <a:round/>
                  <a:headEnd type="none" w="med" len="med"/>
                  <a:tailEnd type="none" w="med" len="med"/>
                </a14:hiddenLine>
              </a:ext>
            </a:extLst>
          </p:spPr>
          <p:txBody>
            <a:bodyPr/>
            <a:lstStyle/>
            <a:p>
              <a:endParaRPr lang="fr-FR"/>
            </a:p>
          </p:txBody>
        </p:sp>
        <p:sp>
          <p:nvSpPr>
            <p:cNvPr id="127006" name="Line 101"/>
            <p:cNvSpPr>
              <a:spLocks noChangeShapeType="1"/>
            </p:cNvSpPr>
            <p:nvPr/>
          </p:nvSpPr>
          <p:spPr bwMode="auto">
            <a:xfrm>
              <a:off x="3102" y="1862"/>
              <a:ext cx="352" cy="7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fr-FR"/>
            </a:p>
          </p:txBody>
        </p:sp>
        <p:sp>
          <p:nvSpPr>
            <p:cNvPr id="127007" name="Freeform 102"/>
            <p:cNvSpPr>
              <a:spLocks/>
            </p:cNvSpPr>
            <p:nvPr/>
          </p:nvSpPr>
          <p:spPr bwMode="auto">
            <a:xfrm>
              <a:off x="2762" y="1666"/>
              <a:ext cx="337" cy="485"/>
            </a:xfrm>
            <a:custGeom>
              <a:avLst/>
              <a:gdLst>
                <a:gd name="T0" fmla="*/ 336 w 337"/>
                <a:gd name="T1" fmla="*/ 194 h 485"/>
                <a:gd name="T2" fmla="*/ 118 w 337"/>
                <a:gd name="T3" fmla="*/ 484 h 485"/>
                <a:gd name="T4" fmla="*/ 0 w 337"/>
                <a:gd name="T5" fmla="*/ 452 h 485"/>
                <a:gd name="T6" fmla="*/ 336 w 337"/>
                <a:gd name="T7" fmla="*/ 0 h 485"/>
                <a:gd name="T8" fmla="*/ 336 w 337"/>
                <a:gd name="T9" fmla="*/ 152 h 485"/>
                <a:gd name="T10" fmla="*/ 336 w 337"/>
                <a:gd name="T11" fmla="*/ 194 h 485"/>
                <a:gd name="T12" fmla="*/ 0 60000 65536"/>
                <a:gd name="T13" fmla="*/ 0 60000 65536"/>
                <a:gd name="T14" fmla="*/ 0 60000 65536"/>
                <a:gd name="T15" fmla="*/ 0 60000 65536"/>
                <a:gd name="T16" fmla="*/ 0 60000 65536"/>
                <a:gd name="T17" fmla="*/ 0 60000 65536"/>
                <a:gd name="T18" fmla="*/ 0 w 337"/>
                <a:gd name="T19" fmla="*/ 0 h 485"/>
                <a:gd name="T20" fmla="*/ 337 w 337"/>
                <a:gd name="T21" fmla="*/ 485 h 485"/>
              </a:gdLst>
              <a:ahLst/>
              <a:cxnLst>
                <a:cxn ang="T12">
                  <a:pos x="T0" y="T1"/>
                </a:cxn>
                <a:cxn ang="T13">
                  <a:pos x="T2" y="T3"/>
                </a:cxn>
                <a:cxn ang="T14">
                  <a:pos x="T4" y="T5"/>
                </a:cxn>
                <a:cxn ang="T15">
                  <a:pos x="T6" y="T7"/>
                </a:cxn>
                <a:cxn ang="T16">
                  <a:pos x="T8" y="T9"/>
                </a:cxn>
                <a:cxn ang="T17">
                  <a:pos x="T10" y="T11"/>
                </a:cxn>
              </a:cxnLst>
              <a:rect l="T18" t="T19" r="T20" b="T21"/>
              <a:pathLst>
                <a:path w="337" h="485">
                  <a:moveTo>
                    <a:pt x="336" y="194"/>
                  </a:moveTo>
                  <a:lnTo>
                    <a:pt x="118" y="484"/>
                  </a:lnTo>
                  <a:lnTo>
                    <a:pt x="0" y="452"/>
                  </a:lnTo>
                  <a:lnTo>
                    <a:pt x="336" y="0"/>
                  </a:lnTo>
                  <a:lnTo>
                    <a:pt x="336" y="152"/>
                  </a:lnTo>
                  <a:lnTo>
                    <a:pt x="336" y="194"/>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127008" name="Freeform 103"/>
            <p:cNvSpPr>
              <a:spLocks/>
            </p:cNvSpPr>
            <p:nvPr/>
          </p:nvSpPr>
          <p:spPr bwMode="auto">
            <a:xfrm>
              <a:off x="2757" y="2124"/>
              <a:ext cx="509" cy="339"/>
            </a:xfrm>
            <a:custGeom>
              <a:avLst/>
              <a:gdLst>
                <a:gd name="T0" fmla="*/ 0 w 506"/>
                <a:gd name="T1" fmla="*/ 0 h 345"/>
                <a:gd name="T2" fmla="*/ 1 w 506"/>
                <a:gd name="T3" fmla="*/ 198 h 345"/>
                <a:gd name="T4" fmla="*/ 514 w 506"/>
                <a:gd name="T5" fmla="*/ 326 h 345"/>
                <a:gd name="T6" fmla="*/ 513 w 506"/>
                <a:gd name="T7" fmla="*/ 124 h 345"/>
                <a:gd name="T8" fmla="*/ 0 60000 65536"/>
                <a:gd name="T9" fmla="*/ 0 60000 65536"/>
                <a:gd name="T10" fmla="*/ 0 60000 65536"/>
                <a:gd name="T11" fmla="*/ 0 60000 65536"/>
                <a:gd name="T12" fmla="*/ 0 w 506"/>
                <a:gd name="T13" fmla="*/ 0 h 345"/>
                <a:gd name="T14" fmla="*/ 506 w 506"/>
                <a:gd name="T15" fmla="*/ 345 h 345"/>
              </a:gdLst>
              <a:ahLst/>
              <a:cxnLst>
                <a:cxn ang="T8">
                  <a:pos x="T0" y="T1"/>
                </a:cxn>
                <a:cxn ang="T9">
                  <a:pos x="T2" y="T3"/>
                </a:cxn>
                <a:cxn ang="T10">
                  <a:pos x="T4" y="T5"/>
                </a:cxn>
                <a:cxn ang="T11">
                  <a:pos x="T6" y="T7"/>
                </a:cxn>
              </a:cxnLst>
              <a:rect l="T12" t="T13" r="T14" b="T15"/>
              <a:pathLst>
                <a:path w="506" h="345">
                  <a:moveTo>
                    <a:pt x="0" y="0"/>
                  </a:moveTo>
                  <a:lnTo>
                    <a:pt x="1" y="209"/>
                  </a:lnTo>
                  <a:lnTo>
                    <a:pt x="505" y="344"/>
                  </a:lnTo>
                  <a:lnTo>
                    <a:pt x="504" y="130"/>
                  </a:lnTo>
                </a:path>
              </a:pathLst>
            </a:custGeom>
            <a:solidFill>
              <a:srgbClr val="FC2C1C"/>
            </a:solidFill>
            <a:ln w="12700" cap="rnd" cmpd="sng">
              <a:solidFill>
                <a:schemeClr val="bg2"/>
              </a:solidFill>
              <a:prstDash val="solid"/>
              <a:round/>
              <a:headEnd type="none" w="med" len="med"/>
              <a:tailEnd type="none" w="med" len="med"/>
            </a:ln>
          </p:spPr>
          <p:txBody>
            <a:bodyPr/>
            <a:lstStyle/>
            <a:p>
              <a:endParaRPr lang="fr-FR"/>
            </a:p>
          </p:txBody>
        </p:sp>
        <p:sp>
          <p:nvSpPr>
            <p:cNvPr id="127009" name="AutoShape 104"/>
            <p:cNvSpPr>
              <a:spLocks noChangeArrowheads="1"/>
            </p:cNvSpPr>
            <p:nvPr/>
          </p:nvSpPr>
          <p:spPr bwMode="auto">
            <a:xfrm rot="16200000" flipH="1">
              <a:off x="3067" y="1967"/>
              <a:ext cx="693" cy="306"/>
            </a:xfrm>
            <a:prstGeom prst="parallelogram">
              <a:avLst>
                <a:gd name="adj" fmla="val 156202"/>
              </a:avLst>
            </a:prstGeom>
            <a:solidFill>
              <a:srgbClr val="FC2C1C"/>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grpSp>
        <p:nvGrpSpPr>
          <p:cNvPr id="126991" name="Group 123"/>
          <p:cNvGrpSpPr>
            <a:grpSpLocks/>
          </p:cNvGrpSpPr>
          <p:nvPr/>
        </p:nvGrpSpPr>
        <p:grpSpPr bwMode="auto">
          <a:xfrm rot="-223274">
            <a:off x="5195888" y="2849563"/>
            <a:ext cx="744537" cy="733425"/>
            <a:chOff x="2757" y="1666"/>
            <a:chExt cx="812" cy="800"/>
          </a:xfrm>
        </p:grpSpPr>
        <p:sp>
          <p:nvSpPr>
            <p:cNvPr id="126998" name="Freeform 124"/>
            <p:cNvSpPr>
              <a:spLocks/>
            </p:cNvSpPr>
            <p:nvPr/>
          </p:nvSpPr>
          <p:spPr bwMode="auto">
            <a:xfrm>
              <a:off x="2762" y="1667"/>
              <a:ext cx="807" cy="584"/>
            </a:xfrm>
            <a:custGeom>
              <a:avLst/>
              <a:gdLst>
                <a:gd name="T0" fmla="*/ 497 w 807"/>
                <a:gd name="T1" fmla="*/ 583 h 584"/>
                <a:gd name="T2" fmla="*/ 0 w 807"/>
                <a:gd name="T3" fmla="*/ 452 h 584"/>
                <a:gd name="T4" fmla="*/ 337 w 807"/>
                <a:gd name="T5" fmla="*/ 0 h 584"/>
                <a:gd name="T6" fmla="*/ 806 w 807"/>
                <a:gd name="T7" fmla="*/ 98 h 584"/>
                <a:gd name="T8" fmla="*/ 497 w 807"/>
                <a:gd name="T9" fmla="*/ 583 h 584"/>
                <a:gd name="T10" fmla="*/ 0 60000 65536"/>
                <a:gd name="T11" fmla="*/ 0 60000 65536"/>
                <a:gd name="T12" fmla="*/ 0 60000 65536"/>
                <a:gd name="T13" fmla="*/ 0 60000 65536"/>
                <a:gd name="T14" fmla="*/ 0 60000 65536"/>
                <a:gd name="T15" fmla="*/ 0 w 807"/>
                <a:gd name="T16" fmla="*/ 0 h 584"/>
                <a:gd name="T17" fmla="*/ 807 w 807"/>
                <a:gd name="T18" fmla="*/ 584 h 584"/>
              </a:gdLst>
              <a:ahLst/>
              <a:cxnLst>
                <a:cxn ang="T10">
                  <a:pos x="T0" y="T1"/>
                </a:cxn>
                <a:cxn ang="T11">
                  <a:pos x="T2" y="T3"/>
                </a:cxn>
                <a:cxn ang="T12">
                  <a:pos x="T4" y="T5"/>
                </a:cxn>
                <a:cxn ang="T13">
                  <a:pos x="T6" y="T7"/>
                </a:cxn>
                <a:cxn ang="T14">
                  <a:pos x="T8" y="T9"/>
                </a:cxn>
              </a:cxnLst>
              <a:rect l="T15" t="T16" r="T17" b="T18"/>
              <a:pathLst>
                <a:path w="807" h="584">
                  <a:moveTo>
                    <a:pt x="497" y="583"/>
                  </a:moveTo>
                  <a:lnTo>
                    <a:pt x="0" y="452"/>
                  </a:lnTo>
                  <a:lnTo>
                    <a:pt x="337" y="0"/>
                  </a:lnTo>
                  <a:lnTo>
                    <a:pt x="806" y="98"/>
                  </a:lnTo>
                  <a:lnTo>
                    <a:pt x="497" y="583"/>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126999" name="Freeform 125"/>
            <p:cNvSpPr>
              <a:spLocks/>
            </p:cNvSpPr>
            <p:nvPr/>
          </p:nvSpPr>
          <p:spPr bwMode="auto">
            <a:xfrm>
              <a:off x="2882" y="1861"/>
              <a:ext cx="578" cy="384"/>
            </a:xfrm>
            <a:custGeom>
              <a:avLst/>
              <a:gdLst>
                <a:gd name="T0" fmla="*/ 377 w 578"/>
                <a:gd name="T1" fmla="*/ 383 h 384"/>
                <a:gd name="T2" fmla="*/ 0 w 578"/>
                <a:gd name="T3" fmla="*/ 291 h 384"/>
                <a:gd name="T4" fmla="*/ 217 w 578"/>
                <a:gd name="T5" fmla="*/ 0 h 384"/>
                <a:gd name="T6" fmla="*/ 577 w 578"/>
                <a:gd name="T7" fmla="*/ 74 h 384"/>
                <a:gd name="T8" fmla="*/ 377 w 578"/>
                <a:gd name="T9" fmla="*/ 383 h 384"/>
                <a:gd name="T10" fmla="*/ 0 60000 65536"/>
                <a:gd name="T11" fmla="*/ 0 60000 65536"/>
                <a:gd name="T12" fmla="*/ 0 60000 65536"/>
                <a:gd name="T13" fmla="*/ 0 60000 65536"/>
                <a:gd name="T14" fmla="*/ 0 60000 65536"/>
                <a:gd name="T15" fmla="*/ 0 w 578"/>
                <a:gd name="T16" fmla="*/ 0 h 384"/>
                <a:gd name="T17" fmla="*/ 578 w 578"/>
                <a:gd name="T18" fmla="*/ 384 h 384"/>
              </a:gdLst>
              <a:ahLst/>
              <a:cxnLst>
                <a:cxn ang="T10">
                  <a:pos x="T0" y="T1"/>
                </a:cxn>
                <a:cxn ang="T11">
                  <a:pos x="T2" y="T3"/>
                </a:cxn>
                <a:cxn ang="T12">
                  <a:pos x="T4" y="T5"/>
                </a:cxn>
                <a:cxn ang="T13">
                  <a:pos x="T6" y="T7"/>
                </a:cxn>
                <a:cxn ang="T14">
                  <a:pos x="T8" y="T9"/>
                </a:cxn>
              </a:cxnLst>
              <a:rect l="T15" t="T16" r="T17" b="T18"/>
              <a:pathLst>
                <a:path w="578" h="384">
                  <a:moveTo>
                    <a:pt x="377" y="383"/>
                  </a:moveTo>
                  <a:lnTo>
                    <a:pt x="0" y="291"/>
                  </a:lnTo>
                  <a:lnTo>
                    <a:pt x="217" y="0"/>
                  </a:lnTo>
                  <a:lnTo>
                    <a:pt x="577" y="74"/>
                  </a:lnTo>
                  <a:lnTo>
                    <a:pt x="377" y="383"/>
                  </a:lnTo>
                </a:path>
              </a:pathLst>
            </a:custGeom>
            <a:solidFill>
              <a:srgbClr val="E22B00"/>
            </a:solidFill>
            <a:ln>
              <a:noFill/>
            </a:ln>
            <a:extLst>
              <a:ext uri="{91240B29-F687-4F45-9708-019B960494DF}">
                <a14:hiddenLine xmlns:a14="http://schemas.microsoft.com/office/drawing/2010/main" w="12700" cap="rnd" cmpd="sng">
                  <a:solidFill>
                    <a:srgbClr val="000000"/>
                  </a:solidFill>
                  <a:prstDash val="solid"/>
                  <a:round/>
                  <a:headEnd type="none" w="med" len="med"/>
                  <a:tailEnd type="none" w="med" len="med"/>
                </a14:hiddenLine>
              </a:ext>
            </a:extLst>
          </p:spPr>
          <p:txBody>
            <a:bodyPr/>
            <a:lstStyle/>
            <a:p>
              <a:endParaRPr lang="fr-FR"/>
            </a:p>
          </p:txBody>
        </p:sp>
        <p:sp>
          <p:nvSpPr>
            <p:cNvPr id="127000" name="Line 126"/>
            <p:cNvSpPr>
              <a:spLocks noChangeShapeType="1"/>
            </p:cNvSpPr>
            <p:nvPr/>
          </p:nvSpPr>
          <p:spPr bwMode="auto">
            <a:xfrm>
              <a:off x="3102" y="1862"/>
              <a:ext cx="352" cy="7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fr-FR"/>
            </a:p>
          </p:txBody>
        </p:sp>
        <p:sp>
          <p:nvSpPr>
            <p:cNvPr id="127001" name="Freeform 127"/>
            <p:cNvSpPr>
              <a:spLocks/>
            </p:cNvSpPr>
            <p:nvPr/>
          </p:nvSpPr>
          <p:spPr bwMode="auto">
            <a:xfrm>
              <a:off x="2762" y="1666"/>
              <a:ext cx="337" cy="485"/>
            </a:xfrm>
            <a:custGeom>
              <a:avLst/>
              <a:gdLst>
                <a:gd name="T0" fmla="*/ 336 w 337"/>
                <a:gd name="T1" fmla="*/ 194 h 485"/>
                <a:gd name="T2" fmla="*/ 118 w 337"/>
                <a:gd name="T3" fmla="*/ 484 h 485"/>
                <a:gd name="T4" fmla="*/ 0 w 337"/>
                <a:gd name="T5" fmla="*/ 452 h 485"/>
                <a:gd name="T6" fmla="*/ 336 w 337"/>
                <a:gd name="T7" fmla="*/ 0 h 485"/>
                <a:gd name="T8" fmla="*/ 336 w 337"/>
                <a:gd name="T9" fmla="*/ 152 h 485"/>
                <a:gd name="T10" fmla="*/ 336 w 337"/>
                <a:gd name="T11" fmla="*/ 194 h 485"/>
                <a:gd name="T12" fmla="*/ 0 60000 65536"/>
                <a:gd name="T13" fmla="*/ 0 60000 65536"/>
                <a:gd name="T14" fmla="*/ 0 60000 65536"/>
                <a:gd name="T15" fmla="*/ 0 60000 65536"/>
                <a:gd name="T16" fmla="*/ 0 60000 65536"/>
                <a:gd name="T17" fmla="*/ 0 60000 65536"/>
                <a:gd name="T18" fmla="*/ 0 w 337"/>
                <a:gd name="T19" fmla="*/ 0 h 485"/>
                <a:gd name="T20" fmla="*/ 337 w 337"/>
                <a:gd name="T21" fmla="*/ 485 h 485"/>
              </a:gdLst>
              <a:ahLst/>
              <a:cxnLst>
                <a:cxn ang="T12">
                  <a:pos x="T0" y="T1"/>
                </a:cxn>
                <a:cxn ang="T13">
                  <a:pos x="T2" y="T3"/>
                </a:cxn>
                <a:cxn ang="T14">
                  <a:pos x="T4" y="T5"/>
                </a:cxn>
                <a:cxn ang="T15">
                  <a:pos x="T6" y="T7"/>
                </a:cxn>
                <a:cxn ang="T16">
                  <a:pos x="T8" y="T9"/>
                </a:cxn>
                <a:cxn ang="T17">
                  <a:pos x="T10" y="T11"/>
                </a:cxn>
              </a:cxnLst>
              <a:rect l="T18" t="T19" r="T20" b="T21"/>
              <a:pathLst>
                <a:path w="337" h="485">
                  <a:moveTo>
                    <a:pt x="336" y="194"/>
                  </a:moveTo>
                  <a:lnTo>
                    <a:pt x="118" y="484"/>
                  </a:lnTo>
                  <a:lnTo>
                    <a:pt x="0" y="452"/>
                  </a:lnTo>
                  <a:lnTo>
                    <a:pt x="336" y="0"/>
                  </a:lnTo>
                  <a:lnTo>
                    <a:pt x="336" y="152"/>
                  </a:lnTo>
                  <a:lnTo>
                    <a:pt x="336" y="194"/>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127002" name="Freeform 128"/>
            <p:cNvSpPr>
              <a:spLocks/>
            </p:cNvSpPr>
            <p:nvPr/>
          </p:nvSpPr>
          <p:spPr bwMode="auto">
            <a:xfrm>
              <a:off x="2757" y="2124"/>
              <a:ext cx="509" cy="339"/>
            </a:xfrm>
            <a:custGeom>
              <a:avLst/>
              <a:gdLst>
                <a:gd name="T0" fmla="*/ 0 w 506"/>
                <a:gd name="T1" fmla="*/ 0 h 345"/>
                <a:gd name="T2" fmla="*/ 1 w 506"/>
                <a:gd name="T3" fmla="*/ 198 h 345"/>
                <a:gd name="T4" fmla="*/ 514 w 506"/>
                <a:gd name="T5" fmla="*/ 326 h 345"/>
                <a:gd name="T6" fmla="*/ 513 w 506"/>
                <a:gd name="T7" fmla="*/ 124 h 345"/>
                <a:gd name="T8" fmla="*/ 0 60000 65536"/>
                <a:gd name="T9" fmla="*/ 0 60000 65536"/>
                <a:gd name="T10" fmla="*/ 0 60000 65536"/>
                <a:gd name="T11" fmla="*/ 0 60000 65536"/>
                <a:gd name="T12" fmla="*/ 0 w 506"/>
                <a:gd name="T13" fmla="*/ 0 h 345"/>
                <a:gd name="T14" fmla="*/ 506 w 506"/>
                <a:gd name="T15" fmla="*/ 345 h 345"/>
              </a:gdLst>
              <a:ahLst/>
              <a:cxnLst>
                <a:cxn ang="T8">
                  <a:pos x="T0" y="T1"/>
                </a:cxn>
                <a:cxn ang="T9">
                  <a:pos x="T2" y="T3"/>
                </a:cxn>
                <a:cxn ang="T10">
                  <a:pos x="T4" y="T5"/>
                </a:cxn>
                <a:cxn ang="T11">
                  <a:pos x="T6" y="T7"/>
                </a:cxn>
              </a:cxnLst>
              <a:rect l="T12" t="T13" r="T14" b="T15"/>
              <a:pathLst>
                <a:path w="506" h="345">
                  <a:moveTo>
                    <a:pt x="0" y="0"/>
                  </a:moveTo>
                  <a:lnTo>
                    <a:pt x="1" y="209"/>
                  </a:lnTo>
                  <a:lnTo>
                    <a:pt x="505" y="344"/>
                  </a:lnTo>
                  <a:lnTo>
                    <a:pt x="504" y="130"/>
                  </a:lnTo>
                </a:path>
              </a:pathLst>
            </a:custGeom>
            <a:solidFill>
              <a:srgbClr val="FC2C1C"/>
            </a:solidFill>
            <a:ln w="12700" cap="rnd" cmpd="sng">
              <a:solidFill>
                <a:schemeClr val="bg2"/>
              </a:solidFill>
              <a:prstDash val="solid"/>
              <a:round/>
              <a:headEnd type="none" w="med" len="med"/>
              <a:tailEnd type="none" w="med" len="med"/>
            </a:ln>
          </p:spPr>
          <p:txBody>
            <a:bodyPr/>
            <a:lstStyle/>
            <a:p>
              <a:endParaRPr lang="fr-FR"/>
            </a:p>
          </p:txBody>
        </p:sp>
        <p:sp>
          <p:nvSpPr>
            <p:cNvPr id="127003" name="AutoShape 129"/>
            <p:cNvSpPr>
              <a:spLocks noChangeArrowheads="1"/>
            </p:cNvSpPr>
            <p:nvPr/>
          </p:nvSpPr>
          <p:spPr bwMode="auto">
            <a:xfrm rot="16200000" flipH="1">
              <a:off x="3067" y="1967"/>
              <a:ext cx="693" cy="306"/>
            </a:xfrm>
            <a:prstGeom prst="parallelogram">
              <a:avLst>
                <a:gd name="adj" fmla="val 156202"/>
              </a:avLst>
            </a:prstGeom>
            <a:solidFill>
              <a:srgbClr val="FC2C1C"/>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sp>
        <p:nvSpPr>
          <p:cNvPr id="126992" name="Text Box 130"/>
          <p:cNvSpPr txBox="1">
            <a:spLocks noChangeArrowheads="1"/>
          </p:cNvSpPr>
          <p:nvPr/>
        </p:nvSpPr>
        <p:spPr bwMode="auto">
          <a:xfrm>
            <a:off x="5037138" y="3638550"/>
            <a:ext cx="828675"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a:spcBef>
                <a:spcPct val="0"/>
              </a:spcBef>
              <a:buFontTx/>
              <a:buNone/>
            </a:pPr>
            <a:r>
              <a:rPr lang="fr-FR" altLang="fr-FR" sz="2400">
                <a:solidFill>
                  <a:srgbClr val="FC2C1C"/>
                </a:solidFill>
              </a:rPr>
              <a:t>1 R6</a:t>
            </a:r>
          </a:p>
        </p:txBody>
      </p:sp>
      <p:sp>
        <p:nvSpPr>
          <p:cNvPr id="126993" name="Text Box 131"/>
          <p:cNvSpPr txBox="1">
            <a:spLocks noChangeArrowheads="1"/>
          </p:cNvSpPr>
          <p:nvPr/>
        </p:nvSpPr>
        <p:spPr bwMode="auto">
          <a:xfrm>
            <a:off x="604838" y="5364163"/>
            <a:ext cx="6543675" cy="4429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eaLnBrk="1" hangingPunct="1">
              <a:spcBef>
                <a:spcPct val="0"/>
              </a:spcBef>
              <a:buFontTx/>
              <a:buNone/>
            </a:pPr>
            <a:r>
              <a:rPr lang="fr-FR" altLang="fr-FR" sz="2300"/>
              <a:t>4. Pointez la production sur votre feuille de suivi</a:t>
            </a:r>
          </a:p>
        </p:txBody>
      </p:sp>
      <p:sp>
        <p:nvSpPr>
          <p:cNvPr id="126994" name="Text Box 132"/>
          <p:cNvSpPr txBox="1">
            <a:spLocks noChangeArrowheads="1"/>
          </p:cNvSpPr>
          <p:nvPr/>
        </p:nvSpPr>
        <p:spPr bwMode="auto">
          <a:xfrm>
            <a:off x="6261100" y="3640138"/>
            <a:ext cx="21971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a:spcBef>
                <a:spcPct val="0"/>
              </a:spcBef>
              <a:buFontTx/>
              <a:buNone/>
            </a:pPr>
            <a:r>
              <a:rPr lang="fr-FR" altLang="fr-FR" sz="2400">
                <a:solidFill>
                  <a:srgbClr val="FC2C1C"/>
                </a:solidFill>
              </a:rPr>
              <a:t>3 Couronnes</a:t>
            </a:r>
          </a:p>
        </p:txBody>
      </p:sp>
      <p:sp>
        <p:nvSpPr>
          <p:cNvPr id="126995" name="Oval 133"/>
          <p:cNvSpPr>
            <a:spLocks noChangeArrowheads="1"/>
          </p:cNvSpPr>
          <p:nvPr/>
        </p:nvSpPr>
        <p:spPr bwMode="auto">
          <a:xfrm rot="-5400000">
            <a:off x="6641307" y="3123406"/>
            <a:ext cx="336550" cy="312737"/>
          </a:xfrm>
          <a:prstGeom prst="ellipse">
            <a:avLst/>
          </a:prstGeom>
          <a:solidFill>
            <a:schemeClr val="bg1"/>
          </a:solidFill>
          <a:ln w="9525">
            <a:solidFill>
              <a:schemeClr val="tx1"/>
            </a:solidFill>
            <a:round/>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126996" name="Oval 134"/>
          <p:cNvSpPr>
            <a:spLocks noChangeArrowheads="1"/>
          </p:cNvSpPr>
          <p:nvPr/>
        </p:nvSpPr>
        <p:spPr bwMode="auto">
          <a:xfrm rot="-5400000">
            <a:off x="7004844" y="3123406"/>
            <a:ext cx="336550" cy="312738"/>
          </a:xfrm>
          <a:prstGeom prst="ellipse">
            <a:avLst/>
          </a:prstGeom>
          <a:solidFill>
            <a:schemeClr val="bg1"/>
          </a:solidFill>
          <a:ln w="9525">
            <a:solidFill>
              <a:schemeClr val="tx1"/>
            </a:solidFill>
            <a:round/>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126997" name="Oval 135"/>
          <p:cNvSpPr>
            <a:spLocks noChangeArrowheads="1"/>
          </p:cNvSpPr>
          <p:nvPr/>
        </p:nvSpPr>
        <p:spPr bwMode="auto">
          <a:xfrm rot="-5400000">
            <a:off x="7381082" y="3121819"/>
            <a:ext cx="336550" cy="312737"/>
          </a:xfrm>
          <a:prstGeom prst="ellipse">
            <a:avLst/>
          </a:prstGeom>
          <a:solidFill>
            <a:schemeClr val="bg1"/>
          </a:solidFill>
          <a:ln w="9525">
            <a:solidFill>
              <a:schemeClr val="tx1"/>
            </a:solidFill>
            <a:round/>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28002" name="Group 2"/>
          <p:cNvGrpSpPr>
            <a:grpSpLocks/>
          </p:cNvGrpSpPr>
          <p:nvPr/>
        </p:nvGrpSpPr>
        <p:grpSpPr bwMode="auto">
          <a:xfrm>
            <a:off x="7073900" y="215900"/>
            <a:ext cx="1878013" cy="1250950"/>
            <a:chOff x="4456" y="136"/>
            <a:chExt cx="1183" cy="788"/>
          </a:xfrm>
        </p:grpSpPr>
        <p:grpSp>
          <p:nvGrpSpPr>
            <p:cNvPr id="128062" name="Group 3"/>
            <p:cNvGrpSpPr>
              <a:grpSpLocks/>
            </p:cNvGrpSpPr>
            <p:nvPr/>
          </p:nvGrpSpPr>
          <p:grpSpPr bwMode="auto">
            <a:xfrm>
              <a:off x="4766" y="232"/>
              <a:ext cx="873" cy="692"/>
              <a:chOff x="2185" y="310"/>
              <a:chExt cx="873" cy="692"/>
            </a:xfrm>
          </p:grpSpPr>
          <p:sp>
            <p:nvSpPr>
              <p:cNvPr id="128073" name="Freeform 4"/>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accent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8074" name="Freeform 5"/>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8075" name="Freeform 6"/>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8076" name="Freeform 7"/>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8077" name="Freeform 8"/>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8078" name="Freeform 9"/>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8079" name="Freeform 10"/>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grpSp>
          <p:nvGrpSpPr>
            <p:cNvPr id="128063" name="Group 11"/>
            <p:cNvGrpSpPr>
              <a:grpSpLocks/>
            </p:cNvGrpSpPr>
            <p:nvPr/>
          </p:nvGrpSpPr>
          <p:grpSpPr bwMode="auto">
            <a:xfrm>
              <a:off x="4949" y="336"/>
              <a:ext cx="591" cy="468"/>
              <a:chOff x="2185" y="310"/>
              <a:chExt cx="873" cy="692"/>
            </a:xfrm>
          </p:grpSpPr>
          <p:sp>
            <p:nvSpPr>
              <p:cNvPr id="128066" name="Freeform 12"/>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8067" name="Freeform 13"/>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8068" name="Freeform 14"/>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8069" name="Freeform 15"/>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8070" name="Freeform 16"/>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8071" name="Freeform 17"/>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8072" name="Freeform 18"/>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pic>
          <p:nvPicPr>
            <p:cNvPr id="128064" name="Picture 19"/>
            <p:cNvPicPr>
              <a:picLocks noChangeAspect="1" noChangeArrowheads="1"/>
            </p:cNvPicPr>
            <p:nvPr/>
          </p:nvPicPr>
          <p:blipFill>
            <a:blip r:embed="rId3" cstate="print">
              <a:extLst>
                <a:ext uri="{28A0092B-C50C-407E-A947-70E740481C1C}">
                  <a14:useLocalDpi xmlns:a14="http://schemas.microsoft.com/office/drawing/2010/main" val="0"/>
                </a:ext>
              </a:extLst>
            </a:blip>
            <a:srcRect l="-4282" t="-4369" r="-5199" b="-12012"/>
            <a:stretch>
              <a:fillRect/>
            </a:stretch>
          </p:blipFill>
          <p:spPr bwMode="auto">
            <a:xfrm>
              <a:off x="4456" y="136"/>
              <a:ext cx="480" cy="5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28065" name="Text Box 20"/>
            <p:cNvSpPr txBox="1">
              <a:spLocks noChangeArrowheads="1"/>
            </p:cNvSpPr>
            <p:nvPr/>
          </p:nvSpPr>
          <p:spPr bwMode="auto">
            <a:xfrm>
              <a:off x="4946" y="314"/>
              <a:ext cx="596" cy="49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4500" b="1">
                  <a:solidFill>
                    <a:srgbClr val="FF0000"/>
                  </a:solidFill>
                  <a:latin typeface="Arial Black" pitchFamily="34" charset="0"/>
                </a:rPr>
                <a:t>26</a:t>
              </a:r>
              <a:endParaRPr lang="fr-FR" altLang="fr-FR" sz="3200">
                <a:solidFill>
                  <a:schemeClr val="tx1"/>
                </a:solidFill>
                <a:latin typeface="Arial Black" pitchFamily="34" charset="0"/>
              </a:endParaRPr>
            </a:p>
          </p:txBody>
        </p:sp>
      </p:grpSp>
      <p:sp>
        <p:nvSpPr>
          <p:cNvPr id="128004" name="Text Box 22"/>
          <p:cNvSpPr txBox="1">
            <a:spLocks noChangeArrowheads="1"/>
          </p:cNvSpPr>
          <p:nvPr/>
        </p:nvSpPr>
        <p:spPr bwMode="auto">
          <a:xfrm>
            <a:off x="566738" y="1363663"/>
            <a:ext cx="1946275"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1. Tirez le dé</a:t>
            </a:r>
          </a:p>
        </p:txBody>
      </p:sp>
      <p:sp>
        <p:nvSpPr>
          <p:cNvPr id="128005" name="Text Box 23"/>
          <p:cNvSpPr txBox="1">
            <a:spLocks noChangeArrowheads="1"/>
          </p:cNvSpPr>
          <p:nvPr/>
        </p:nvSpPr>
        <p:spPr bwMode="auto">
          <a:xfrm>
            <a:off x="566738" y="3935413"/>
            <a:ext cx="18796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3. Produisez</a:t>
            </a:r>
          </a:p>
        </p:txBody>
      </p:sp>
      <p:grpSp>
        <p:nvGrpSpPr>
          <p:cNvPr id="128006" name="Group 24"/>
          <p:cNvGrpSpPr>
            <a:grpSpLocks/>
          </p:cNvGrpSpPr>
          <p:nvPr/>
        </p:nvGrpSpPr>
        <p:grpSpPr bwMode="auto">
          <a:xfrm>
            <a:off x="2986088" y="1306513"/>
            <a:ext cx="446087" cy="534987"/>
            <a:chOff x="868" y="1439"/>
            <a:chExt cx="811" cy="972"/>
          </a:xfrm>
        </p:grpSpPr>
        <p:sp>
          <p:nvSpPr>
            <p:cNvPr id="128011" name="Freeform 25"/>
            <p:cNvSpPr>
              <a:spLocks/>
            </p:cNvSpPr>
            <p:nvPr/>
          </p:nvSpPr>
          <p:spPr bwMode="auto">
            <a:xfrm>
              <a:off x="1548" y="2014"/>
              <a:ext cx="123" cy="100"/>
            </a:xfrm>
            <a:custGeom>
              <a:avLst/>
              <a:gdLst>
                <a:gd name="T0" fmla="*/ 5 w 618"/>
                <a:gd name="T1" fmla="*/ 0 h 502"/>
                <a:gd name="T2" fmla="*/ 5 w 618"/>
                <a:gd name="T3" fmla="*/ 0 h 502"/>
                <a:gd name="T4" fmla="*/ 0 w 618"/>
                <a:gd name="T5" fmla="*/ 4 h 502"/>
                <a:gd name="T6" fmla="*/ 0 w 618"/>
                <a:gd name="T7" fmla="*/ 4 h 502"/>
                <a:gd name="T8" fmla="*/ 5 w 618"/>
                <a:gd name="T9" fmla="*/ 0 h 502"/>
                <a:gd name="T10" fmla="*/ 5 w 618"/>
                <a:gd name="T11" fmla="*/ 0 h 502"/>
                <a:gd name="T12" fmla="*/ 5 w 618"/>
                <a:gd name="T13" fmla="*/ 0 h 502"/>
                <a:gd name="T14" fmla="*/ 5 w 618"/>
                <a:gd name="T15" fmla="*/ 0 h 502"/>
                <a:gd name="T16" fmla="*/ 5 w 618"/>
                <a:gd name="T17" fmla="*/ 0 h 502"/>
                <a:gd name="T18" fmla="*/ 5 w 618"/>
                <a:gd name="T19" fmla="*/ 0 h 502"/>
                <a:gd name="T20" fmla="*/ 5 w 618"/>
                <a:gd name="T21" fmla="*/ 0 h 502"/>
                <a:gd name="T22" fmla="*/ 5 w 618"/>
                <a:gd name="T23" fmla="*/ 0 h 502"/>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618"/>
                <a:gd name="T37" fmla="*/ 0 h 502"/>
                <a:gd name="T38" fmla="*/ 618 w 618"/>
                <a:gd name="T39" fmla="*/ 502 h 502"/>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618" h="502">
                  <a:moveTo>
                    <a:pt x="611" y="0"/>
                  </a:moveTo>
                  <a:lnTo>
                    <a:pt x="606" y="2"/>
                  </a:lnTo>
                  <a:lnTo>
                    <a:pt x="0" y="490"/>
                  </a:lnTo>
                  <a:lnTo>
                    <a:pt x="10" y="502"/>
                  </a:lnTo>
                  <a:lnTo>
                    <a:pt x="616" y="14"/>
                  </a:lnTo>
                  <a:lnTo>
                    <a:pt x="611" y="16"/>
                  </a:lnTo>
                  <a:lnTo>
                    <a:pt x="616" y="14"/>
                  </a:lnTo>
                  <a:lnTo>
                    <a:pt x="618" y="9"/>
                  </a:lnTo>
                  <a:lnTo>
                    <a:pt x="617" y="3"/>
                  </a:lnTo>
                  <a:lnTo>
                    <a:pt x="612" y="1"/>
                  </a:lnTo>
                  <a:lnTo>
                    <a:pt x="606" y="2"/>
                  </a:lnTo>
                  <a:lnTo>
                    <a:pt x="611"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8012" name="Freeform 26"/>
            <p:cNvSpPr>
              <a:spLocks/>
            </p:cNvSpPr>
            <p:nvPr/>
          </p:nvSpPr>
          <p:spPr bwMode="auto">
            <a:xfrm>
              <a:off x="876" y="1852"/>
              <a:ext cx="82" cy="373"/>
            </a:xfrm>
            <a:custGeom>
              <a:avLst/>
              <a:gdLst>
                <a:gd name="T0" fmla="*/ 3 w 413"/>
                <a:gd name="T1" fmla="*/ 15 h 1865"/>
                <a:gd name="T2" fmla="*/ 3 w 413"/>
                <a:gd name="T3" fmla="*/ 15 h 1865"/>
                <a:gd name="T4" fmla="*/ 0 w 413"/>
                <a:gd name="T5" fmla="*/ 0 h 1865"/>
                <a:gd name="T6" fmla="*/ 0 w 413"/>
                <a:gd name="T7" fmla="*/ 0 h 1865"/>
                <a:gd name="T8" fmla="*/ 3 w 413"/>
                <a:gd name="T9" fmla="*/ 15 h 1865"/>
                <a:gd name="T10" fmla="*/ 3 w 413"/>
                <a:gd name="T11" fmla="*/ 15 h 1865"/>
                <a:gd name="T12" fmla="*/ 3 w 413"/>
                <a:gd name="T13" fmla="*/ 15 h 1865"/>
                <a:gd name="T14" fmla="*/ 3 w 413"/>
                <a:gd name="T15" fmla="*/ 15 h 1865"/>
                <a:gd name="T16" fmla="*/ 3 w 413"/>
                <a:gd name="T17" fmla="*/ 15 h 1865"/>
                <a:gd name="T18" fmla="*/ 3 w 413"/>
                <a:gd name="T19" fmla="*/ 15 h 1865"/>
                <a:gd name="T20" fmla="*/ 3 w 413"/>
                <a:gd name="T21" fmla="*/ 15 h 1865"/>
                <a:gd name="T22" fmla="*/ 3 w 413"/>
                <a:gd name="T23" fmla="*/ 15 h 186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413"/>
                <a:gd name="T37" fmla="*/ 0 h 1865"/>
                <a:gd name="T38" fmla="*/ 413 w 413"/>
                <a:gd name="T39" fmla="*/ 1865 h 1865"/>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413" h="1865">
                  <a:moveTo>
                    <a:pt x="400" y="1864"/>
                  </a:moveTo>
                  <a:lnTo>
                    <a:pt x="413" y="1856"/>
                  </a:lnTo>
                  <a:lnTo>
                    <a:pt x="17" y="0"/>
                  </a:lnTo>
                  <a:lnTo>
                    <a:pt x="0" y="2"/>
                  </a:lnTo>
                  <a:lnTo>
                    <a:pt x="396" y="1858"/>
                  </a:lnTo>
                  <a:lnTo>
                    <a:pt x="409" y="1850"/>
                  </a:lnTo>
                  <a:lnTo>
                    <a:pt x="396" y="1858"/>
                  </a:lnTo>
                  <a:lnTo>
                    <a:pt x="400" y="1864"/>
                  </a:lnTo>
                  <a:lnTo>
                    <a:pt x="406" y="1865"/>
                  </a:lnTo>
                  <a:lnTo>
                    <a:pt x="410" y="1862"/>
                  </a:lnTo>
                  <a:lnTo>
                    <a:pt x="413" y="1856"/>
                  </a:lnTo>
                  <a:lnTo>
                    <a:pt x="400" y="186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8013" name="Freeform 27"/>
            <p:cNvSpPr>
              <a:spLocks/>
            </p:cNvSpPr>
            <p:nvPr/>
          </p:nvSpPr>
          <p:spPr bwMode="auto">
            <a:xfrm>
              <a:off x="1282" y="1533"/>
              <a:ext cx="35" cy="161"/>
            </a:xfrm>
            <a:custGeom>
              <a:avLst/>
              <a:gdLst>
                <a:gd name="T0" fmla="*/ 1 w 175"/>
                <a:gd name="T1" fmla="*/ 6 h 807"/>
                <a:gd name="T2" fmla="*/ 1 w 175"/>
                <a:gd name="T3" fmla="*/ 6 h 807"/>
                <a:gd name="T4" fmla="*/ 1 w 175"/>
                <a:gd name="T5" fmla="*/ 6 h 807"/>
                <a:gd name="T6" fmla="*/ 1 w 175"/>
                <a:gd name="T7" fmla="*/ 5 h 807"/>
                <a:gd name="T8" fmla="*/ 1 w 175"/>
                <a:gd name="T9" fmla="*/ 5 h 807"/>
                <a:gd name="T10" fmla="*/ 1 w 175"/>
                <a:gd name="T11" fmla="*/ 5 h 807"/>
                <a:gd name="T12" fmla="*/ 1 w 175"/>
                <a:gd name="T13" fmla="*/ 4 h 807"/>
                <a:gd name="T14" fmla="*/ 1 w 175"/>
                <a:gd name="T15" fmla="*/ 4 h 807"/>
                <a:gd name="T16" fmla="*/ 1 w 175"/>
                <a:gd name="T17" fmla="*/ 3 h 807"/>
                <a:gd name="T18" fmla="*/ 1 w 175"/>
                <a:gd name="T19" fmla="*/ 3 h 807"/>
                <a:gd name="T20" fmla="*/ 1 w 175"/>
                <a:gd name="T21" fmla="*/ 3 h 807"/>
                <a:gd name="T22" fmla="*/ 1 w 175"/>
                <a:gd name="T23" fmla="*/ 2 h 807"/>
                <a:gd name="T24" fmla="*/ 1 w 175"/>
                <a:gd name="T25" fmla="*/ 2 h 807"/>
                <a:gd name="T26" fmla="*/ 1 w 175"/>
                <a:gd name="T27" fmla="*/ 2 h 807"/>
                <a:gd name="T28" fmla="*/ 1 w 175"/>
                <a:gd name="T29" fmla="*/ 1 h 807"/>
                <a:gd name="T30" fmla="*/ 1 w 175"/>
                <a:gd name="T31" fmla="*/ 1 h 807"/>
                <a:gd name="T32" fmla="*/ 1 w 175"/>
                <a:gd name="T33" fmla="*/ 1 h 807"/>
                <a:gd name="T34" fmla="*/ 1 w 175"/>
                <a:gd name="T35" fmla="*/ 0 h 807"/>
                <a:gd name="T36" fmla="*/ 1 w 175"/>
                <a:gd name="T37" fmla="*/ 0 h 807"/>
                <a:gd name="T38" fmla="*/ 1 w 175"/>
                <a:gd name="T39" fmla="*/ 0 h 807"/>
                <a:gd name="T40" fmla="*/ 0 w 175"/>
                <a:gd name="T41" fmla="*/ 1 h 807"/>
                <a:gd name="T42" fmla="*/ 0 w 175"/>
                <a:gd name="T43" fmla="*/ 1 h 807"/>
                <a:gd name="T44" fmla="*/ 0 w 175"/>
                <a:gd name="T45" fmla="*/ 1 h 807"/>
                <a:gd name="T46" fmla="*/ 0 w 175"/>
                <a:gd name="T47" fmla="*/ 2 h 807"/>
                <a:gd name="T48" fmla="*/ 0 w 175"/>
                <a:gd name="T49" fmla="*/ 2 h 807"/>
                <a:gd name="T50" fmla="*/ 0 w 175"/>
                <a:gd name="T51" fmla="*/ 3 h 807"/>
                <a:gd name="T52" fmla="*/ 0 w 175"/>
                <a:gd name="T53" fmla="*/ 3 h 807"/>
                <a:gd name="T54" fmla="*/ 0 w 175"/>
                <a:gd name="T55" fmla="*/ 3 h 807"/>
                <a:gd name="T56" fmla="*/ 0 w 175"/>
                <a:gd name="T57" fmla="*/ 4 h 807"/>
                <a:gd name="T58" fmla="*/ 0 w 175"/>
                <a:gd name="T59" fmla="*/ 4 h 807"/>
                <a:gd name="T60" fmla="*/ 0 w 175"/>
                <a:gd name="T61" fmla="*/ 5 h 807"/>
                <a:gd name="T62" fmla="*/ 0 w 175"/>
                <a:gd name="T63" fmla="*/ 5 h 807"/>
                <a:gd name="T64" fmla="*/ 0 w 175"/>
                <a:gd name="T65" fmla="*/ 5 h 807"/>
                <a:gd name="T66" fmla="*/ 1 w 175"/>
                <a:gd name="T67" fmla="*/ 6 h 807"/>
                <a:gd name="T68" fmla="*/ 1 w 175"/>
                <a:gd name="T69" fmla="*/ 6 h 807"/>
                <a:gd name="T70" fmla="*/ 1 w 175"/>
                <a:gd name="T71" fmla="*/ 6 h 807"/>
                <a:gd name="T72" fmla="*/ 1 w 175"/>
                <a:gd name="T73" fmla="*/ 6 h 807"/>
                <a:gd name="T74" fmla="*/ 1 w 175"/>
                <a:gd name="T75" fmla="*/ 6 h 807"/>
                <a:gd name="T76" fmla="*/ 1 w 175"/>
                <a:gd name="T77" fmla="*/ 6 h 807"/>
                <a:gd name="T78" fmla="*/ 1 w 175"/>
                <a:gd name="T79" fmla="*/ 6 h 807"/>
                <a:gd name="T80" fmla="*/ 1 w 175"/>
                <a:gd name="T81" fmla="*/ 6 h 807"/>
                <a:gd name="T82" fmla="*/ 1 w 175"/>
                <a:gd name="T83" fmla="*/ 6 h 807"/>
                <a:gd name="T84" fmla="*/ 1 w 175"/>
                <a:gd name="T85" fmla="*/ 6 h 807"/>
                <a:gd name="T86" fmla="*/ 1 w 175"/>
                <a:gd name="T87" fmla="*/ 6 h 807"/>
                <a:gd name="T88" fmla="*/ 1 w 175"/>
                <a:gd name="T89" fmla="*/ 6 h 807"/>
                <a:gd name="T90" fmla="*/ 1 w 175"/>
                <a:gd name="T91" fmla="*/ 6 h 80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175"/>
                <a:gd name="T139" fmla="*/ 0 h 807"/>
                <a:gd name="T140" fmla="*/ 175 w 175"/>
                <a:gd name="T141" fmla="*/ 807 h 80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175" h="807">
                  <a:moveTo>
                    <a:pt x="169" y="740"/>
                  </a:moveTo>
                  <a:lnTo>
                    <a:pt x="169" y="739"/>
                  </a:lnTo>
                  <a:lnTo>
                    <a:pt x="149" y="698"/>
                  </a:lnTo>
                  <a:lnTo>
                    <a:pt x="133" y="656"/>
                  </a:lnTo>
                  <a:lnTo>
                    <a:pt x="120" y="611"/>
                  </a:lnTo>
                  <a:lnTo>
                    <a:pt x="108" y="565"/>
                  </a:lnTo>
                  <a:lnTo>
                    <a:pt x="100" y="520"/>
                  </a:lnTo>
                  <a:lnTo>
                    <a:pt x="96" y="472"/>
                  </a:lnTo>
                  <a:lnTo>
                    <a:pt x="93" y="425"/>
                  </a:lnTo>
                  <a:lnTo>
                    <a:pt x="93" y="377"/>
                  </a:lnTo>
                  <a:lnTo>
                    <a:pt x="96" y="330"/>
                  </a:lnTo>
                  <a:lnTo>
                    <a:pt x="100" y="283"/>
                  </a:lnTo>
                  <a:lnTo>
                    <a:pt x="106" y="238"/>
                  </a:lnTo>
                  <a:lnTo>
                    <a:pt x="115" y="195"/>
                  </a:lnTo>
                  <a:lnTo>
                    <a:pt x="126" y="153"/>
                  </a:lnTo>
                  <a:lnTo>
                    <a:pt x="139" y="114"/>
                  </a:lnTo>
                  <a:lnTo>
                    <a:pt x="153" y="77"/>
                  </a:lnTo>
                  <a:lnTo>
                    <a:pt x="169" y="43"/>
                  </a:lnTo>
                  <a:lnTo>
                    <a:pt x="87" y="0"/>
                  </a:lnTo>
                  <a:lnTo>
                    <a:pt x="69" y="39"/>
                  </a:lnTo>
                  <a:lnTo>
                    <a:pt x="52" y="81"/>
                  </a:lnTo>
                  <a:lnTo>
                    <a:pt x="37" y="127"/>
                  </a:lnTo>
                  <a:lnTo>
                    <a:pt x="24" y="174"/>
                  </a:lnTo>
                  <a:lnTo>
                    <a:pt x="15" y="222"/>
                  </a:lnTo>
                  <a:lnTo>
                    <a:pt x="7" y="271"/>
                  </a:lnTo>
                  <a:lnTo>
                    <a:pt x="2" y="323"/>
                  </a:lnTo>
                  <a:lnTo>
                    <a:pt x="0" y="374"/>
                  </a:lnTo>
                  <a:lnTo>
                    <a:pt x="0" y="427"/>
                  </a:lnTo>
                  <a:lnTo>
                    <a:pt x="2" y="479"/>
                  </a:lnTo>
                  <a:lnTo>
                    <a:pt x="9" y="531"/>
                  </a:lnTo>
                  <a:lnTo>
                    <a:pt x="17" y="584"/>
                  </a:lnTo>
                  <a:lnTo>
                    <a:pt x="29" y="635"/>
                  </a:lnTo>
                  <a:lnTo>
                    <a:pt x="44" y="686"/>
                  </a:lnTo>
                  <a:lnTo>
                    <a:pt x="65" y="736"/>
                  </a:lnTo>
                  <a:lnTo>
                    <a:pt x="87" y="784"/>
                  </a:lnTo>
                  <a:lnTo>
                    <a:pt x="87" y="782"/>
                  </a:lnTo>
                  <a:lnTo>
                    <a:pt x="87" y="784"/>
                  </a:lnTo>
                  <a:lnTo>
                    <a:pt x="100" y="799"/>
                  </a:lnTo>
                  <a:lnTo>
                    <a:pt x="117" y="807"/>
                  </a:lnTo>
                  <a:lnTo>
                    <a:pt x="134" y="807"/>
                  </a:lnTo>
                  <a:lnTo>
                    <a:pt x="151" y="801"/>
                  </a:lnTo>
                  <a:lnTo>
                    <a:pt x="164" y="791"/>
                  </a:lnTo>
                  <a:lnTo>
                    <a:pt x="173" y="777"/>
                  </a:lnTo>
                  <a:lnTo>
                    <a:pt x="175" y="759"/>
                  </a:lnTo>
                  <a:lnTo>
                    <a:pt x="169" y="739"/>
                  </a:lnTo>
                  <a:lnTo>
                    <a:pt x="169" y="74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8014" name="Freeform 28"/>
            <p:cNvSpPr>
              <a:spLocks/>
            </p:cNvSpPr>
            <p:nvPr/>
          </p:nvSpPr>
          <p:spPr bwMode="auto">
            <a:xfrm>
              <a:off x="1299" y="1681"/>
              <a:ext cx="157" cy="281"/>
            </a:xfrm>
            <a:custGeom>
              <a:avLst/>
              <a:gdLst>
                <a:gd name="T0" fmla="*/ 6 w 787"/>
                <a:gd name="T1" fmla="*/ 11 h 1404"/>
                <a:gd name="T2" fmla="*/ 6 w 787"/>
                <a:gd name="T3" fmla="*/ 11 h 1404"/>
                <a:gd name="T4" fmla="*/ 1 w 787"/>
                <a:gd name="T5" fmla="*/ 0 h 1404"/>
                <a:gd name="T6" fmla="*/ 0 w 787"/>
                <a:gd name="T7" fmla="*/ 0 h 1404"/>
                <a:gd name="T8" fmla="*/ 6 w 787"/>
                <a:gd name="T9" fmla="*/ 11 h 1404"/>
                <a:gd name="T10" fmla="*/ 6 w 787"/>
                <a:gd name="T11" fmla="*/ 11 h 1404"/>
                <a:gd name="T12" fmla="*/ 6 w 787"/>
                <a:gd name="T13" fmla="*/ 11 h 1404"/>
                <a:gd name="T14" fmla="*/ 6 w 787"/>
                <a:gd name="T15" fmla="*/ 11 h 1404"/>
                <a:gd name="T16" fmla="*/ 6 w 787"/>
                <a:gd name="T17" fmla="*/ 11 h 1404"/>
                <a:gd name="T18" fmla="*/ 6 w 787"/>
                <a:gd name="T19" fmla="*/ 11 h 1404"/>
                <a:gd name="T20" fmla="*/ 6 w 787"/>
                <a:gd name="T21" fmla="*/ 11 h 1404"/>
                <a:gd name="T22" fmla="*/ 6 w 787"/>
                <a:gd name="T23" fmla="*/ 11 h 1404"/>
                <a:gd name="T24" fmla="*/ 6 w 787"/>
                <a:gd name="T25" fmla="*/ 11 h 1404"/>
                <a:gd name="T26" fmla="*/ 6 w 787"/>
                <a:gd name="T27" fmla="*/ 11 h 1404"/>
                <a:gd name="T28" fmla="*/ 6 w 787"/>
                <a:gd name="T29" fmla="*/ 11 h 1404"/>
                <a:gd name="T30" fmla="*/ 6 w 787"/>
                <a:gd name="T31" fmla="*/ 11 h 1404"/>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787"/>
                <a:gd name="T49" fmla="*/ 0 h 1404"/>
                <a:gd name="T50" fmla="*/ 787 w 787"/>
                <a:gd name="T51" fmla="*/ 1404 h 1404"/>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787" h="1404">
                  <a:moveTo>
                    <a:pt x="781" y="1334"/>
                  </a:moveTo>
                  <a:lnTo>
                    <a:pt x="781" y="1337"/>
                  </a:lnTo>
                  <a:lnTo>
                    <a:pt x="82" y="0"/>
                  </a:lnTo>
                  <a:lnTo>
                    <a:pt x="0" y="42"/>
                  </a:lnTo>
                  <a:lnTo>
                    <a:pt x="699" y="1379"/>
                  </a:lnTo>
                  <a:lnTo>
                    <a:pt x="699" y="1381"/>
                  </a:lnTo>
                  <a:lnTo>
                    <a:pt x="699" y="1379"/>
                  </a:lnTo>
                  <a:lnTo>
                    <a:pt x="712" y="1395"/>
                  </a:lnTo>
                  <a:lnTo>
                    <a:pt x="727" y="1402"/>
                  </a:lnTo>
                  <a:lnTo>
                    <a:pt x="744" y="1404"/>
                  </a:lnTo>
                  <a:lnTo>
                    <a:pt x="761" y="1398"/>
                  </a:lnTo>
                  <a:lnTo>
                    <a:pt x="775" y="1388"/>
                  </a:lnTo>
                  <a:lnTo>
                    <a:pt x="784" y="1373"/>
                  </a:lnTo>
                  <a:lnTo>
                    <a:pt x="787" y="1357"/>
                  </a:lnTo>
                  <a:lnTo>
                    <a:pt x="781" y="1337"/>
                  </a:lnTo>
                  <a:lnTo>
                    <a:pt x="781" y="13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8015" name="Freeform 29"/>
            <p:cNvSpPr>
              <a:spLocks/>
            </p:cNvSpPr>
            <p:nvPr/>
          </p:nvSpPr>
          <p:spPr bwMode="auto">
            <a:xfrm>
              <a:off x="1439" y="1948"/>
              <a:ext cx="125" cy="76"/>
            </a:xfrm>
            <a:custGeom>
              <a:avLst/>
              <a:gdLst>
                <a:gd name="T0" fmla="*/ 5 w 628"/>
                <a:gd name="T1" fmla="*/ 2 h 383"/>
                <a:gd name="T2" fmla="*/ 5 w 628"/>
                <a:gd name="T3" fmla="*/ 2 h 383"/>
                <a:gd name="T4" fmla="*/ 4 w 628"/>
                <a:gd name="T5" fmla="*/ 2 h 383"/>
                <a:gd name="T6" fmla="*/ 4 w 628"/>
                <a:gd name="T7" fmla="*/ 2 h 383"/>
                <a:gd name="T8" fmla="*/ 4 w 628"/>
                <a:gd name="T9" fmla="*/ 2 h 383"/>
                <a:gd name="T10" fmla="*/ 3 w 628"/>
                <a:gd name="T11" fmla="*/ 2 h 383"/>
                <a:gd name="T12" fmla="*/ 3 w 628"/>
                <a:gd name="T13" fmla="*/ 2 h 383"/>
                <a:gd name="T14" fmla="*/ 3 w 628"/>
                <a:gd name="T15" fmla="*/ 2 h 383"/>
                <a:gd name="T16" fmla="*/ 3 w 628"/>
                <a:gd name="T17" fmla="*/ 2 h 383"/>
                <a:gd name="T18" fmla="*/ 2 w 628"/>
                <a:gd name="T19" fmla="*/ 2 h 383"/>
                <a:gd name="T20" fmla="*/ 2 w 628"/>
                <a:gd name="T21" fmla="*/ 2 h 383"/>
                <a:gd name="T22" fmla="*/ 2 w 628"/>
                <a:gd name="T23" fmla="*/ 1 h 383"/>
                <a:gd name="T24" fmla="*/ 2 w 628"/>
                <a:gd name="T25" fmla="*/ 1 h 383"/>
                <a:gd name="T26" fmla="*/ 1 w 628"/>
                <a:gd name="T27" fmla="*/ 1 h 383"/>
                <a:gd name="T28" fmla="*/ 1 w 628"/>
                <a:gd name="T29" fmla="*/ 1 h 383"/>
                <a:gd name="T30" fmla="*/ 1 w 628"/>
                <a:gd name="T31" fmla="*/ 1 h 383"/>
                <a:gd name="T32" fmla="*/ 1 w 628"/>
                <a:gd name="T33" fmla="*/ 0 h 383"/>
                <a:gd name="T34" fmla="*/ 1 w 628"/>
                <a:gd name="T35" fmla="*/ 0 h 383"/>
                <a:gd name="T36" fmla="*/ 0 w 628"/>
                <a:gd name="T37" fmla="*/ 0 h 383"/>
                <a:gd name="T38" fmla="*/ 0 w 628"/>
                <a:gd name="T39" fmla="*/ 1 h 383"/>
                <a:gd name="T40" fmla="*/ 0 w 628"/>
                <a:gd name="T41" fmla="*/ 1 h 383"/>
                <a:gd name="T42" fmla="*/ 1 w 628"/>
                <a:gd name="T43" fmla="*/ 1 h 383"/>
                <a:gd name="T44" fmla="*/ 1 w 628"/>
                <a:gd name="T45" fmla="*/ 1 h 383"/>
                <a:gd name="T46" fmla="*/ 1 w 628"/>
                <a:gd name="T47" fmla="*/ 2 h 383"/>
                <a:gd name="T48" fmla="*/ 1 w 628"/>
                <a:gd name="T49" fmla="*/ 2 h 383"/>
                <a:gd name="T50" fmla="*/ 2 w 628"/>
                <a:gd name="T51" fmla="*/ 2 h 383"/>
                <a:gd name="T52" fmla="*/ 2 w 628"/>
                <a:gd name="T53" fmla="*/ 2 h 383"/>
                <a:gd name="T54" fmla="*/ 2 w 628"/>
                <a:gd name="T55" fmla="*/ 2 h 383"/>
                <a:gd name="T56" fmla="*/ 3 w 628"/>
                <a:gd name="T57" fmla="*/ 3 h 383"/>
                <a:gd name="T58" fmla="*/ 3 w 628"/>
                <a:gd name="T59" fmla="*/ 3 h 383"/>
                <a:gd name="T60" fmla="*/ 3 w 628"/>
                <a:gd name="T61" fmla="*/ 3 h 383"/>
                <a:gd name="T62" fmla="*/ 4 w 628"/>
                <a:gd name="T63" fmla="*/ 3 h 383"/>
                <a:gd name="T64" fmla="*/ 4 w 628"/>
                <a:gd name="T65" fmla="*/ 3 h 383"/>
                <a:gd name="T66" fmla="*/ 4 w 628"/>
                <a:gd name="T67" fmla="*/ 3 h 383"/>
                <a:gd name="T68" fmla="*/ 5 w 628"/>
                <a:gd name="T69" fmla="*/ 3 h 383"/>
                <a:gd name="T70" fmla="*/ 5 w 628"/>
                <a:gd name="T71" fmla="*/ 3 h 383"/>
                <a:gd name="T72" fmla="*/ 5 w 628"/>
                <a:gd name="T73" fmla="*/ 3 h 383"/>
                <a:gd name="T74" fmla="*/ 5 w 628"/>
                <a:gd name="T75" fmla="*/ 3 h 383"/>
                <a:gd name="T76" fmla="*/ 5 w 628"/>
                <a:gd name="T77" fmla="*/ 3 h 383"/>
                <a:gd name="T78" fmla="*/ 5 w 628"/>
                <a:gd name="T79" fmla="*/ 3 h 383"/>
                <a:gd name="T80" fmla="*/ 5 w 628"/>
                <a:gd name="T81" fmla="*/ 3 h 383"/>
                <a:gd name="T82" fmla="*/ 5 w 628"/>
                <a:gd name="T83" fmla="*/ 3 h 383"/>
                <a:gd name="T84" fmla="*/ 5 w 628"/>
                <a:gd name="T85" fmla="*/ 2 h 383"/>
                <a:gd name="T86" fmla="*/ 5 w 628"/>
                <a:gd name="T87" fmla="*/ 2 h 383"/>
                <a:gd name="T88" fmla="*/ 5 w 628"/>
                <a:gd name="T89" fmla="*/ 2 h 383"/>
                <a:gd name="T90" fmla="*/ 5 w 628"/>
                <a:gd name="T91" fmla="*/ 2 h 38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628"/>
                <a:gd name="T139" fmla="*/ 0 h 383"/>
                <a:gd name="T140" fmla="*/ 628 w 628"/>
                <a:gd name="T141" fmla="*/ 383 h 38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628" h="383">
                  <a:moveTo>
                    <a:pt x="581" y="289"/>
                  </a:moveTo>
                  <a:lnTo>
                    <a:pt x="582" y="289"/>
                  </a:lnTo>
                  <a:lnTo>
                    <a:pt x="541" y="287"/>
                  </a:lnTo>
                  <a:lnTo>
                    <a:pt x="500" y="283"/>
                  </a:lnTo>
                  <a:lnTo>
                    <a:pt x="462" y="276"/>
                  </a:lnTo>
                  <a:lnTo>
                    <a:pt x="424" y="268"/>
                  </a:lnTo>
                  <a:lnTo>
                    <a:pt x="389" y="255"/>
                  </a:lnTo>
                  <a:lnTo>
                    <a:pt x="352" y="242"/>
                  </a:lnTo>
                  <a:lnTo>
                    <a:pt x="320" y="227"/>
                  </a:lnTo>
                  <a:lnTo>
                    <a:pt x="287" y="209"/>
                  </a:lnTo>
                  <a:lnTo>
                    <a:pt x="255" y="189"/>
                  </a:lnTo>
                  <a:lnTo>
                    <a:pt x="226" y="168"/>
                  </a:lnTo>
                  <a:lnTo>
                    <a:pt x="198" y="145"/>
                  </a:lnTo>
                  <a:lnTo>
                    <a:pt x="172" y="119"/>
                  </a:lnTo>
                  <a:lnTo>
                    <a:pt x="146" y="92"/>
                  </a:lnTo>
                  <a:lnTo>
                    <a:pt x="122" y="64"/>
                  </a:lnTo>
                  <a:lnTo>
                    <a:pt x="100" y="33"/>
                  </a:lnTo>
                  <a:lnTo>
                    <a:pt x="82" y="0"/>
                  </a:lnTo>
                  <a:lnTo>
                    <a:pt x="0" y="47"/>
                  </a:lnTo>
                  <a:lnTo>
                    <a:pt x="23" y="85"/>
                  </a:lnTo>
                  <a:lnTo>
                    <a:pt x="49" y="120"/>
                  </a:lnTo>
                  <a:lnTo>
                    <a:pt x="76" y="153"/>
                  </a:lnTo>
                  <a:lnTo>
                    <a:pt x="104" y="185"/>
                  </a:lnTo>
                  <a:lnTo>
                    <a:pt x="137" y="215"/>
                  </a:lnTo>
                  <a:lnTo>
                    <a:pt x="170" y="241"/>
                  </a:lnTo>
                  <a:lnTo>
                    <a:pt x="204" y="267"/>
                  </a:lnTo>
                  <a:lnTo>
                    <a:pt x="240" y="289"/>
                  </a:lnTo>
                  <a:lnTo>
                    <a:pt x="277" y="309"/>
                  </a:lnTo>
                  <a:lnTo>
                    <a:pt x="317" y="329"/>
                  </a:lnTo>
                  <a:lnTo>
                    <a:pt x="358" y="344"/>
                  </a:lnTo>
                  <a:lnTo>
                    <a:pt x="400" y="357"/>
                  </a:lnTo>
                  <a:lnTo>
                    <a:pt x="444" y="367"/>
                  </a:lnTo>
                  <a:lnTo>
                    <a:pt x="488" y="374"/>
                  </a:lnTo>
                  <a:lnTo>
                    <a:pt x="534" y="380"/>
                  </a:lnTo>
                  <a:lnTo>
                    <a:pt x="580" y="383"/>
                  </a:lnTo>
                  <a:lnTo>
                    <a:pt x="581" y="383"/>
                  </a:lnTo>
                  <a:lnTo>
                    <a:pt x="580" y="383"/>
                  </a:lnTo>
                  <a:lnTo>
                    <a:pt x="600" y="379"/>
                  </a:lnTo>
                  <a:lnTo>
                    <a:pt x="615" y="369"/>
                  </a:lnTo>
                  <a:lnTo>
                    <a:pt x="624" y="353"/>
                  </a:lnTo>
                  <a:lnTo>
                    <a:pt x="628" y="337"/>
                  </a:lnTo>
                  <a:lnTo>
                    <a:pt x="625" y="319"/>
                  </a:lnTo>
                  <a:lnTo>
                    <a:pt x="617" y="304"/>
                  </a:lnTo>
                  <a:lnTo>
                    <a:pt x="602" y="294"/>
                  </a:lnTo>
                  <a:lnTo>
                    <a:pt x="582" y="289"/>
                  </a:lnTo>
                  <a:lnTo>
                    <a:pt x="581" y="28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8016" name="Freeform 30"/>
            <p:cNvSpPr>
              <a:spLocks/>
            </p:cNvSpPr>
            <p:nvPr/>
          </p:nvSpPr>
          <p:spPr bwMode="auto">
            <a:xfrm>
              <a:off x="1587" y="1880"/>
              <a:ext cx="85" cy="49"/>
            </a:xfrm>
            <a:custGeom>
              <a:avLst/>
              <a:gdLst>
                <a:gd name="T0" fmla="*/ 3 w 426"/>
                <a:gd name="T1" fmla="*/ 0 h 245"/>
                <a:gd name="T2" fmla="*/ 3 w 426"/>
                <a:gd name="T3" fmla="*/ 0 h 245"/>
                <a:gd name="T4" fmla="*/ 3 w 426"/>
                <a:gd name="T5" fmla="*/ 0 h 245"/>
                <a:gd name="T6" fmla="*/ 3 w 426"/>
                <a:gd name="T7" fmla="*/ 0 h 245"/>
                <a:gd name="T8" fmla="*/ 2 w 426"/>
                <a:gd name="T9" fmla="*/ 0 h 245"/>
                <a:gd name="T10" fmla="*/ 2 w 426"/>
                <a:gd name="T11" fmla="*/ 0 h 245"/>
                <a:gd name="T12" fmla="*/ 2 w 426"/>
                <a:gd name="T13" fmla="*/ 0 h 245"/>
                <a:gd name="T14" fmla="*/ 2 w 426"/>
                <a:gd name="T15" fmla="*/ 0 h 245"/>
                <a:gd name="T16" fmla="*/ 1 w 426"/>
                <a:gd name="T17" fmla="*/ 0 h 245"/>
                <a:gd name="T18" fmla="*/ 1 w 426"/>
                <a:gd name="T19" fmla="*/ 1 h 245"/>
                <a:gd name="T20" fmla="*/ 1 w 426"/>
                <a:gd name="T21" fmla="*/ 1 h 245"/>
                <a:gd name="T22" fmla="*/ 1 w 426"/>
                <a:gd name="T23" fmla="*/ 1 h 245"/>
                <a:gd name="T24" fmla="*/ 0 w 426"/>
                <a:gd name="T25" fmla="*/ 1 h 245"/>
                <a:gd name="T26" fmla="*/ 0 w 426"/>
                <a:gd name="T27" fmla="*/ 1 h 245"/>
                <a:gd name="T28" fmla="*/ 0 w 426"/>
                <a:gd name="T29" fmla="*/ 1 h 245"/>
                <a:gd name="T30" fmla="*/ 0 w 426"/>
                <a:gd name="T31" fmla="*/ 2 h 245"/>
                <a:gd name="T32" fmla="*/ 0 w 426"/>
                <a:gd name="T33" fmla="*/ 2 h 245"/>
                <a:gd name="T34" fmla="*/ 0 w 426"/>
                <a:gd name="T35" fmla="*/ 2 h 245"/>
                <a:gd name="T36" fmla="*/ 0 w 426"/>
                <a:gd name="T37" fmla="*/ 2 h 245"/>
                <a:gd name="T38" fmla="*/ 0 w 426"/>
                <a:gd name="T39" fmla="*/ 2 h 245"/>
                <a:gd name="T40" fmla="*/ 0 w 426"/>
                <a:gd name="T41" fmla="*/ 2 h 245"/>
                <a:gd name="T42" fmla="*/ 0 w 426"/>
                <a:gd name="T43" fmla="*/ 1 h 245"/>
                <a:gd name="T44" fmla="*/ 0 w 426"/>
                <a:gd name="T45" fmla="*/ 1 h 245"/>
                <a:gd name="T46" fmla="*/ 0 w 426"/>
                <a:gd name="T47" fmla="*/ 1 h 245"/>
                <a:gd name="T48" fmla="*/ 1 w 426"/>
                <a:gd name="T49" fmla="*/ 1 h 245"/>
                <a:gd name="T50" fmla="*/ 1 w 426"/>
                <a:gd name="T51" fmla="*/ 1 h 245"/>
                <a:gd name="T52" fmla="*/ 1 w 426"/>
                <a:gd name="T53" fmla="*/ 1 h 245"/>
                <a:gd name="T54" fmla="*/ 1 w 426"/>
                <a:gd name="T55" fmla="*/ 1 h 245"/>
                <a:gd name="T56" fmla="*/ 2 w 426"/>
                <a:gd name="T57" fmla="*/ 0 h 245"/>
                <a:gd name="T58" fmla="*/ 2 w 426"/>
                <a:gd name="T59" fmla="*/ 0 h 245"/>
                <a:gd name="T60" fmla="*/ 2 w 426"/>
                <a:gd name="T61" fmla="*/ 0 h 245"/>
                <a:gd name="T62" fmla="*/ 2 w 426"/>
                <a:gd name="T63" fmla="*/ 0 h 245"/>
                <a:gd name="T64" fmla="*/ 3 w 426"/>
                <a:gd name="T65" fmla="*/ 0 h 245"/>
                <a:gd name="T66" fmla="*/ 3 w 426"/>
                <a:gd name="T67" fmla="*/ 0 h 245"/>
                <a:gd name="T68" fmla="*/ 3 w 426"/>
                <a:gd name="T69" fmla="*/ 0 h 245"/>
                <a:gd name="T70" fmla="*/ 3 w 426"/>
                <a:gd name="T71" fmla="*/ 0 h 245"/>
                <a:gd name="T72" fmla="*/ 3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426" y="0"/>
                  </a:moveTo>
                  <a:lnTo>
                    <a:pt x="426" y="0"/>
                  </a:lnTo>
                  <a:lnTo>
                    <a:pt x="384" y="1"/>
                  </a:lnTo>
                  <a:lnTo>
                    <a:pt x="340" y="4"/>
                  </a:lnTo>
                  <a:lnTo>
                    <a:pt x="300" y="10"/>
                  </a:lnTo>
                  <a:lnTo>
                    <a:pt x="262" y="18"/>
                  </a:lnTo>
                  <a:lnTo>
                    <a:pt x="224" y="29"/>
                  </a:lnTo>
                  <a:lnTo>
                    <a:pt x="189" y="41"/>
                  </a:lnTo>
                  <a:lnTo>
                    <a:pt x="157" y="55"/>
                  </a:lnTo>
                  <a:lnTo>
                    <a:pt x="126" y="70"/>
                  </a:lnTo>
                  <a:lnTo>
                    <a:pt x="99" y="89"/>
                  </a:lnTo>
                  <a:lnTo>
                    <a:pt x="74" y="106"/>
                  </a:lnTo>
                  <a:lnTo>
                    <a:pt x="52" y="126"/>
                  </a:lnTo>
                  <a:lnTo>
                    <a:pt x="34" y="148"/>
                  </a:lnTo>
                  <a:lnTo>
                    <a:pt x="19" y="171"/>
                  </a:lnTo>
                  <a:lnTo>
                    <a:pt x="9" y="194"/>
                  </a:lnTo>
                  <a:lnTo>
                    <a:pt x="3" y="219"/>
                  </a:lnTo>
                  <a:lnTo>
                    <a:pt x="0" y="245"/>
                  </a:lnTo>
                  <a:lnTo>
                    <a:pt x="12" y="245"/>
                  </a:lnTo>
                  <a:lnTo>
                    <a:pt x="15" y="221"/>
                  </a:lnTo>
                  <a:lnTo>
                    <a:pt x="20" y="199"/>
                  </a:lnTo>
                  <a:lnTo>
                    <a:pt x="31" y="178"/>
                  </a:lnTo>
                  <a:lnTo>
                    <a:pt x="44" y="156"/>
                  </a:lnTo>
                  <a:lnTo>
                    <a:pt x="61" y="136"/>
                  </a:lnTo>
                  <a:lnTo>
                    <a:pt x="81" y="116"/>
                  </a:lnTo>
                  <a:lnTo>
                    <a:pt x="106" y="98"/>
                  </a:lnTo>
                  <a:lnTo>
                    <a:pt x="133" y="82"/>
                  </a:lnTo>
                  <a:lnTo>
                    <a:pt x="162" y="66"/>
                  </a:lnTo>
                  <a:lnTo>
                    <a:pt x="194" y="52"/>
                  </a:lnTo>
                  <a:lnTo>
                    <a:pt x="229" y="41"/>
                  </a:lnTo>
                  <a:lnTo>
                    <a:pt x="264" y="30"/>
                  </a:lnTo>
                  <a:lnTo>
                    <a:pt x="303" y="22"/>
                  </a:lnTo>
                  <a:lnTo>
                    <a:pt x="343" y="16"/>
                  </a:lnTo>
                  <a:lnTo>
                    <a:pt x="384" y="12"/>
                  </a:lnTo>
                  <a:lnTo>
                    <a:pt x="426" y="11"/>
                  </a:lnTo>
                  <a:lnTo>
                    <a:pt x="42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8017" name="Freeform 31"/>
            <p:cNvSpPr>
              <a:spLocks/>
            </p:cNvSpPr>
            <p:nvPr/>
          </p:nvSpPr>
          <p:spPr bwMode="auto">
            <a:xfrm>
              <a:off x="1587" y="1929"/>
              <a:ext cx="85" cy="49"/>
            </a:xfrm>
            <a:custGeom>
              <a:avLst/>
              <a:gdLst>
                <a:gd name="T0" fmla="*/ 0 w 426"/>
                <a:gd name="T1" fmla="*/ 0 h 245"/>
                <a:gd name="T2" fmla="*/ 0 w 426"/>
                <a:gd name="T3" fmla="*/ 0 h 245"/>
                <a:gd name="T4" fmla="*/ 0 w 426"/>
                <a:gd name="T5" fmla="*/ 0 h 245"/>
                <a:gd name="T6" fmla="*/ 0 w 426"/>
                <a:gd name="T7" fmla="*/ 0 h 245"/>
                <a:gd name="T8" fmla="*/ 0 w 426"/>
                <a:gd name="T9" fmla="*/ 1 h 245"/>
                <a:gd name="T10" fmla="*/ 0 w 426"/>
                <a:gd name="T11" fmla="*/ 1 h 245"/>
                <a:gd name="T12" fmla="*/ 0 w 426"/>
                <a:gd name="T13" fmla="*/ 1 h 245"/>
                <a:gd name="T14" fmla="*/ 1 w 426"/>
                <a:gd name="T15" fmla="*/ 1 h 245"/>
                <a:gd name="T16" fmla="*/ 1 w 426"/>
                <a:gd name="T17" fmla="*/ 1 h 245"/>
                <a:gd name="T18" fmla="*/ 1 w 426"/>
                <a:gd name="T19" fmla="*/ 1 h 245"/>
                <a:gd name="T20" fmla="*/ 1 w 426"/>
                <a:gd name="T21" fmla="*/ 2 h 245"/>
                <a:gd name="T22" fmla="*/ 2 w 426"/>
                <a:gd name="T23" fmla="*/ 2 h 245"/>
                <a:gd name="T24" fmla="*/ 2 w 426"/>
                <a:gd name="T25" fmla="*/ 2 h 245"/>
                <a:gd name="T26" fmla="*/ 2 w 426"/>
                <a:gd name="T27" fmla="*/ 2 h 245"/>
                <a:gd name="T28" fmla="*/ 2 w 426"/>
                <a:gd name="T29" fmla="*/ 2 h 245"/>
                <a:gd name="T30" fmla="*/ 3 w 426"/>
                <a:gd name="T31" fmla="*/ 2 h 245"/>
                <a:gd name="T32" fmla="*/ 3 w 426"/>
                <a:gd name="T33" fmla="*/ 2 h 245"/>
                <a:gd name="T34" fmla="*/ 3 w 426"/>
                <a:gd name="T35" fmla="*/ 2 h 245"/>
                <a:gd name="T36" fmla="*/ 3 w 426"/>
                <a:gd name="T37" fmla="*/ 2 h 245"/>
                <a:gd name="T38" fmla="*/ 3 w 426"/>
                <a:gd name="T39" fmla="*/ 2 h 245"/>
                <a:gd name="T40" fmla="*/ 3 w 426"/>
                <a:gd name="T41" fmla="*/ 2 h 245"/>
                <a:gd name="T42" fmla="*/ 2 w 426"/>
                <a:gd name="T43" fmla="*/ 2 h 245"/>
                <a:gd name="T44" fmla="*/ 2 w 426"/>
                <a:gd name="T45" fmla="*/ 2 h 245"/>
                <a:gd name="T46" fmla="*/ 2 w 426"/>
                <a:gd name="T47" fmla="*/ 2 h 245"/>
                <a:gd name="T48" fmla="*/ 2 w 426"/>
                <a:gd name="T49" fmla="*/ 2 h 245"/>
                <a:gd name="T50" fmla="*/ 1 w 426"/>
                <a:gd name="T51" fmla="*/ 1 h 245"/>
                <a:gd name="T52" fmla="*/ 1 w 426"/>
                <a:gd name="T53" fmla="*/ 1 h 245"/>
                <a:gd name="T54" fmla="*/ 1 w 426"/>
                <a:gd name="T55" fmla="*/ 1 h 245"/>
                <a:gd name="T56" fmla="*/ 1 w 426"/>
                <a:gd name="T57" fmla="*/ 1 h 245"/>
                <a:gd name="T58" fmla="*/ 0 w 426"/>
                <a:gd name="T59" fmla="*/ 1 h 245"/>
                <a:gd name="T60" fmla="*/ 0 w 426"/>
                <a:gd name="T61" fmla="*/ 1 h 245"/>
                <a:gd name="T62" fmla="*/ 0 w 426"/>
                <a:gd name="T63" fmla="*/ 1 h 245"/>
                <a:gd name="T64" fmla="*/ 0 w 426"/>
                <a:gd name="T65" fmla="*/ 0 h 245"/>
                <a:gd name="T66" fmla="*/ 0 w 426"/>
                <a:gd name="T67" fmla="*/ 0 h 245"/>
                <a:gd name="T68" fmla="*/ 0 w 426"/>
                <a:gd name="T69" fmla="*/ 0 h 245"/>
                <a:gd name="T70" fmla="*/ 0 w 426"/>
                <a:gd name="T71" fmla="*/ 0 h 245"/>
                <a:gd name="T72" fmla="*/ 0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0" y="0"/>
                  </a:moveTo>
                  <a:lnTo>
                    <a:pt x="0" y="0"/>
                  </a:lnTo>
                  <a:lnTo>
                    <a:pt x="3" y="25"/>
                  </a:lnTo>
                  <a:lnTo>
                    <a:pt x="9" y="50"/>
                  </a:lnTo>
                  <a:lnTo>
                    <a:pt x="19" y="73"/>
                  </a:lnTo>
                  <a:lnTo>
                    <a:pt x="34" y="96"/>
                  </a:lnTo>
                  <a:lnTo>
                    <a:pt x="52" y="118"/>
                  </a:lnTo>
                  <a:lnTo>
                    <a:pt x="74" y="138"/>
                  </a:lnTo>
                  <a:lnTo>
                    <a:pt x="99" y="156"/>
                  </a:lnTo>
                  <a:lnTo>
                    <a:pt x="126" y="174"/>
                  </a:lnTo>
                  <a:lnTo>
                    <a:pt x="157" y="190"/>
                  </a:lnTo>
                  <a:lnTo>
                    <a:pt x="189" y="204"/>
                  </a:lnTo>
                  <a:lnTo>
                    <a:pt x="224" y="215"/>
                  </a:lnTo>
                  <a:lnTo>
                    <a:pt x="262" y="226"/>
                  </a:lnTo>
                  <a:lnTo>
                    <a:pt x="300" y="234"/>
                  </a:lnTo>
                  <a:lnTo>
                    <a:pt x="340" y="240"/>
                  </a:lnTo>
                  <a:lnTo>
                    <a:pt x="384" y="244"/>
                  </a:lnTo>
                  <a:lnTo>
                    <a:pt x="426" y="245"/>
                  </a:lnTo>
                  <a:lnTo>
                    <a:pt x="426" y="233"/>
                  </a:lnTo>
                  <a:lnTo>
                    <a:pt x="384" y="232"/>
                  </a:lnTo>
                  <a:lnTo>
                    <a:pt x="343" y="228"/>
                  </a:lnTo>
                  <a:lnTo>
                    <a:pt x="303" y="222"/>
                  </a:lnTo>
                  <a:lnTo>
                    <a:pt x="264" y="214"/>
                  </a:lnTo>
                  <a:lnTo>
                    <a:pt x="229" y="204"/>
                  </a:lnTo>
                  <a:lnTo>
                    <a:pt x="194" y="192"/>
                  </a:lnTo>
                  <a:lnTo>
                    <a:pt x="162" y="178"/>
                  </a:lnTo>
                  <a:lnTo>
                    <a:pt x="133" y="163"/>
                  </a:lnTo>
                  <a:lnTo>
                    <a:pt x="106" y="146"/>
                  </a:lnTo>
                  <a:lnTo>
                    <a:pt x="81" y="129"/>
                  </a:lnTo>
                  <a:lnTo>
                    <a:pt x="61" y="109"/>
                  </a:lnTo>
                  <a:lnTo>
                    <a:pt x="44" y="89"/>
                  </a:lnTo>
                  <a:lnTo>
                    <a:pt x="31" y="66"/>
                  </a:lnTo>
                  <a:lnTo>
                    <a:pt x="20" y="45"/>
                  </a:lnTo>
                  <a:lnTo>
                    <a:pt x="15" y="2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8018" name="Freeform 32"/>
            <p:cNvSpPr>
              <a:spLocks/>
            </p:cNvSpPr>
            <p:nvPr/>
          </p:nvSpPr>
          <p:spPr bwMode="auto">
            <a:xfrm>
              <a:off x="878" y="1448"/>
              <a:ext cx="792" cy="954"/>
            </a:xfrm>
            <a:custGeom>
              <a:avLst/>
              <a:gdLst>
                <a:gd name="T0" fmla="*/ 13 w 3960"/>
                <a:gd name="T1" fmla="*/ 38 h 4768"/>
                <a:gd name="T2" fmla="*/ 14 w 3960"/>
                <a:gd name="T3" fmla="*/ 38 h 4768"/>
                <a:gd name="T4" fmla="*/ 15 w 3960"/>
                <a:gd name="T5" fmla="*/ 38 h 4768"/>
                <a:gd name="T6" fmla="*/ 15 w 3960"/>
                <a:gd name="T7" fmla="*/ 38 h 4768"/>
                <a:gd name="T8" fmla="*/ 16 w 3960"/>
                <a:gd name="T9" fmla="*/ 38 h 4768"/>
                <a:gd name="T10" fmla="*/ 17 w 3960"/>
                <a:gd name="T11" fmla="*/ 38 h 4768"/>
                <a:gd name="T12" fmla="*/ 17 w 3960"/>
                <a:gd name="T13" fmla="*/ 38 h 4768"/>
                <a:gd name="T14" fmla="*/ 18 w 3960"/>
                <a:gd name="T15" fmla="*/ 38 h 4768"/>
                <a:gd name="T16" fmla="*/ 18 w 3960"/>
                <a:gd name="T17" fmla="*/ 38 h 4768"/>
                <a:gd name="T18" fmla="*/ 29 w 3960"/>
                <a:gd name="T19" fmla="*/ 30 h 4768"/>
                <a:gd name="T20" fmla="*/ 30 w 3960"/>
                <a:gd name="T21" fmla="*/ 30 h 4768"/>
                <a:gd name="T22" fmla="*/ 30 w 3960"/>
                <a:gd name="T23" fmla="*/ 29 h 4768"/>
                <a:gd name="T24" fmla="*/ 31 w 3960"/>
                <a:gd name="T25" fmla="*/ 28 h 4768"/>
                <a:gd name="T26" fmla="*/ 31 w 3960"/>
                <a:gd name="T27" fmla="*/ 28 h 4768"/>
                <a:gd name="T28" fmla="*/ 31 w 3960"/>
                <a:gd name="T29" fmla="*/ 27 h 4768"/>
                <a:gd name="T30" fmla="*/ 32 w 3960"/>
                <a:gd name="T31" fmla="*/ 26 h 4768"/>
                <a:gd name="T32" fmla="*/ 32 w 3960"/>
                <a:gd name="T33" fmla="*/ 25 h 4768"/>
                <a:gd name="T34" fmla="*/ 32 w 3960"/>
                <a:gd name="T35" fmla="*/ 11 h 4768"/>
                <a:gd name="T36" fmla="*/ 32 w 3960"/>
                <a:gd name="T37" fmla="*/ 10 h 4768"/>
                <a:gd name="T38" fmla="*/ 31 w 3960"/>
                <a:gd name="T39" fmla="*/ 9 h 4768"/>
                <a:gd name="T40" fmla="*/ 31 w 3960"/>
                <a:gd name="T41" fmla="*/ 9 h 4768"/>
                <a:gd name="T42" fmla="*/ 31 w 3960"/>
                <a:gd name="T43" fmla="*/ 8 h 4768"/>
                <a:gd name="T44" fmla="*/ 31 w 3960"/>
                <a:gd name="T45" fmla="*/ 8 h 4768"/>
                <a:gd name="T46" fmla="*/ 30 w 3960"/>
                <a:gd name="T47" fmla="*/ 7 h 4768"/>
                <a:gd name="T48" fmla="*/ 30 w 3960"/>
                <a:gd name="T49" fmla="*/ 7 h 4768"/>
                <a:gd name="T50" fmla="*/ 29 w 3960"/>
                <a:gd name="T51" fmla="*/ 6 h 4768"/>
                <a:gd name="T52" fmla="*/ 19 w 3960"/>
                <a:gd name="T53" fmla="*/ 1 h 4768"/>
                <a:gd name="T54" fmla="*/ 18 w 3960"/>
                <a:gd name="T55" fmla="*/ 0 h 4768"/>
                <a:gd name="T56" fmla="*/ 17 w 3960"/>
                <a:gd name="T57" fmla="*/ 0 h 4768"/>
                <a:gd name="T58" fmla="*/ 17 w 3960"/>
                <a:gd name="T59" fmla="*/ 0 h 4768"/>
                <a:gd name="T60" fmla="*/ 16 w 3960"/>
                <a:gd name="T61" fmla="*/ 0 h 4768"/>
                <a:gd name="T62" fmla="*/ 15 w 3960"/>
                <a:gd name="T63" fmla="*/ 0 h 4768"/>
                <a:gd name="T64" fmla="*/ 14 w 3960"/>
                <a:gd name="T65" fmla="*/ 0 h 4768"/>
                <a:gd name="T66" fmla="*/ 14 w 3960"/>
                <a:gd name="T67" fmla="*/ 0 h 4768"/>
                <a:gd name="T68" fmla="*/ 2 w 3960"/>
                <a:gd name="T69" fmla="*/ 6 h 4768"/>
                <a:gd name="T70" fmla="*/ 2 w 3960"/>
                <a:gd name="T71" fmla="*/ 7 h 4768"/>
                <a:gd name="T72" fmla="*/ 1 w 3960"/>
                <a:gd name="T73" fmla="*/ 7 h 4768"/>
                <a:gd name="T74" fmla="*/ 1 w 3960"/>
                <a:gd name="T75" fmla="*/ 8 h 4768"/>
                <a:gd name="T76" fmla="*/ 1 w 3960"/>
                <a:gd name="T77" fmla="*/ 8 h 4768"/>
                <a:gd name="T78" fmla="*/ 0 w 3960"/>
                <a:gd name="T79" fmla="*/ 9 h 4768"/>
                <a:gd name="T80" fmla="*/ 0 w 3960"/>
                <a:gd name="T81" fmla="*/ 9 h 4768"/>
                <a:gd name="T82" fmla="*/ 0 w 3960"/>
                <a:gd name="T83" fmla="*/ 10 h 4768"/>
                <a:gd name="T84" fmla="*/ 0 w 3960"/>
                <a:gd name="T85" fmla="*/ 11 h 4768"/>
                <a:gd name="T86" fmla="*/ 0 w 3960"/>
                <a:gd name="T87" fmla="*/ 25 h 4768"/>
                <a:gd name="T88" fmla="*/ 0 w 3960"/>
                <a:gd name="T89" fmla="*/ 26 h 4768"/>
                <a:gd name="T90" fmla="*/ 0 w 3960"/>
                <a:gd name="T91" fmla="*/ 27 h 4768"/>
                <a:gd name="T92" fmla="*/ 1 w 3960"/>
                <a:gd name="T93" fmla="*/ 28 h 4768"/>
                <a:gd name="T94" fmla="*/ 1 w 3960"/>
                <a:gd name="T95" fmla="*/ 29 h 4768"/>
                <a:gd name="T96" fmla="*/ 1 w 3960"/>
                <a:gd name="T97" fmla="*/ 29 h 4768"/>
                <a:gd name="T98" fmla="*/ 2 w 3960"/>
                <a:gd name="T99" fmla="*/ 30 h 4768"/>
                <a:gd name="T100" fmla="*/ 3 w 3960"/>
                <a:gd name="T101" fmla="*/ 31 h 4768"/>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w 3960"/>
                <a:gd name="T154" fmla="*/ 0 h 4768"/>
                <a:gd name="T155" fmla="*/ 3960 w 3960"/>
                <a:gd name="T156" fmla="*/ 4768 h 4768"/>
              </a:gdLst>
              <a:ahLst/>
              <a:cxnLst>
                <a:cxn ang="T102">
                  <a:pos x="T0" y="T1"/>
                </a:cxn>
                <a:cxn ang="T103">
                  <a:pos x="T2" y="T3"/>
                </a:cxn>
                <a:cxn ang="T104">
                  <a:pos x="T4" y="T5"/>
                </a:cxn>
                <a:cxn ang="T105">
                  <a:pos x="T6" y="T7"/>
                </a:cxn>
                <a:cxn ang="T106">
                  <a:pos x="T8" y="T9"/>
                </a:cxn>
                <a:cxn ang="T107">
                  <a:pos x="T10" y="T11"/>
                </a:cxn>
                <a:cxn ang="T108">
                  <a:pos x="T12" y="T13"/>
                </a:cxn>
                <a:cxn ang="T109">
                  <a:pos x="T14" y="T15"/>
                </a:cxn>
                <a:cxn ang="T110">
                  <a:pos x="T16" y="T17"/>
                </a:cxn>
                <a:cxn ang="T111">
                  <a:pos x="T18" y="T19"/>
                </a:cxn>
                <a:cxn ang="T112">
                  <a:pos x="T20" y="T21"/>
                </a:cxn>
                <a:cxn ang="T113">
                  <a:pos x="T22" y="T23"/>
                </a:cxn>
                <a:cxn ang="T114">
                  <a:pos x="T24" y="T25"/>
                </a:cxn>
                <a:cxn ang="T115">
                  <a:pos x="T26" y="T27"/>
                </a:cxn>
                <a:cxn ang="T116">
                  <a:pos x="T28" y="T29"/>
                </a:cxn>
                <a:cxn ang="T117">
                  <a:pos x="T30" y="T31"/>
                </a:cxn>
                <a:cxn ang="T118">
                  <a:pos x="T32" y="T33"/>
                </a:cxn>
                <a:cxn ang="T119">
                  <a:pos x="T34" y="T35"/>
                </a:cxn>
                <a:cxn ang="T120">
                  <a:pos x="T36" y="T37"/>
                </a:cxn>
                <a:cxn ang="T121">
                  <a:pos x="T38" y="T39"/>
                </a:cxn>
                <a:cxn ang="T122">
                  <a:pos x="T40" y="T41"/>
                </a:cxn>
                <a:cxn ang="T123">
                  <a:pos x="T42" y="T43"/>
                </a:cxn>
                <a:cxn ang="T124">
                  <a:pos x="T44" y="T45"/>
                </a:cxn>
                <a:cxn ang="T125">
                  <a:pos x="T46" y="T47"/>
                </a:cxn>
                <a:cxn ang="T126">
                  <a:pos x="T48" y="T49"/>
                </a:cxn>
                <a:cxn ang="T127">
                  <a:pos x="T50" y="T51"/>
                </a:cxn>
                <a:cxn ang="T128">
                  <a:pos x="T52" y="T53"/>
                </a:cxn>
                <a:cxn ang="T129">
                  <a:pos x="T54" y="T55"/>
                </a:cxn>
                <a:cxn ang="T130">
                  <a:pos x="T56" y="T57"/>
                </a:cxn>
                <a:cxn ang="T131">
                  <a:pos x="T58" y="T59"/>
                </a:cxn>
                <a:cxn ang="T132">
                  <a:pos x="T60" y="T61"/>
                </a:cxn>
                <a:cxn ang="T133">
                  <a:pos x="T62" y="T63"/>
                </a:cxn>
                <a:cxn ang="T134">
                  <a:pos x="T64" y="T65"/>
                </a:cxn>
                <a:cxn ang="T135">
                  <a:pos x="T66" y="T67"/>
                </a:cxn>
                <a:cxn ang="T136">
                  <a:pos x="T68" y="T69"/>
                </a:cxn>
                <a:cxn ang="T137">
                  <a:pos x="T70" y="T71"/>
                </a:cxn>
                <a:cxn ang="T138">
                  <a:pos x="T72" y="T73"/>
                </a:cxn>
                <a:cxn ang="T139">
                  <a:pos x="T74" y="T75"/>
                </a:cxn>
                <a:cxn ang="T140">
                  <a:pos x="T76" y="T77"/>
                </a:cxn>
                <a:cxn ang="T141">
                  <a:pos x="T78" y="T79"/>
                </a:cxn>
                <a:cxn ang="T142">
                  <a:pos x="T80" y="T81"/>
                </a:cxn>
                <a:cxn ang="T143">
                  <a:pos x="T82" y="T83"/>
                </a:cxn>
                <a:cxn ang="T144">
                  <a:pos x="T84" y="T85"/>
                </a:cxn>
                <a:cxn ang="T145">
                  <a:pos x="T86" y="T87"/>
                </a:cxn>
                <a:cxn ang="T146">
                  <a:pos x="T88" y="T89"/>
                </a:cxn>
                <a:cxn ang="T147">
                  <a:pos x="T90" y="T91"/>
                </a:cxn>
                <a:cxn ang="T148">
                  <a:pos x="T92" y="T93"/>
                </a:cxn>
                <a:cxn ang="T149">
                  <a:pos x="T94" y="T95"/>
                </a:cxn>
                <a:cxn ang="T150">
                  <a:pos x="T96" y="T97"/>
                </a:cxn>
                <a:cxn ang="T151">
                  <a:pos x="T98" y="T99"/>
                </a:cxn>
                <a:cxn ang="T152">
                  <a:pos x="T100" y="T101"/>
                </a:cxn>
              </a:cxnLst>
              <a:rect l="T153" t="T154" r="T155" b="T156"/>
              <a:pathLst>
                <a:path w="3960" h="4768">
                  <a:moveTo>
                    <a:pt x="353" y="3849"/>
                  </a:moveTo>
                  <a:lnTo>
                    <a:pt x="1661" y="4700"/>
                  </a:lnTo>
                  <a:lnTo>
                    <a:pt x="1697" y="4717"/>
                  </a:lnTo>
                  <a:lnTo>
                    <a:pt x="1736" y="4731"/>
                  </a:lnTo>
                  <a:lnTo>
                    <a:pt x="1776" y="4742"/>
                  </a:lnTo>
                  <a:lnTo>
                    <a:pt x="1818" y="4753"/>
                  </a:lnTo>
                  <a:lnTo>
                    <a:pt x="1860" y="4760"/>
                  </a:lnTo>
                  <a:lnTo>
                    <a:pt x="1902" y="4765"/>
                  </a:lnTo>
                  <a:lnTo>
                    <a:pt x="1946" y="4768"/>
                  </a:lnTo>
                  <a:lnTo>
                    <a:pt x="1988" y="4768"/>
                  </a:lnTo>
                  <a:lnTo>
                    <a:pt x="2031" y="4767"/>
                  </a:lnTo>
                  <a:lnTo>
                    <a:pt x="2073" y="4763"/>
                  </a:lnTo>
                  <a:lnTo>
                    <a:pt x="2114" y="4758"/>
                  </a:lnTo>
                  <a:lnTo>
                    <a:pt x="2154" y="4751"/>
                  </a:lnTo>
                  <a:lnTo>
                    <a:pt x="2193" y="4740"/>
                  </a:lnTo>
                  <a:lnTo>
                    <a:pt x="2230" y="4729"/>
                  </a:lnTo>
                  <a:lnTo>
                    <a:pt x="2264" y="4715"/>
                  </a:lnTo>
                  <a:lnTo>
                    <a:pt x="2297" y="4700"/>
                  </a:lnTo>
                  <a:lnTo>
                    <a:pt x="3639" y="3825"/>
                  </a:lnTo>
                  <a:lnTo>
                    <a:pt x="3673" y="3795"/>
                  </a:lnTo>
                  <a:lnTo>
                    <a:pt x="3707" y="3761"/>
                  </a:lnTo>
                  <a:lnTo>
                    <a:pt x="3738" y="3725"/>
                  </a:lnTo>
                  <a:lnTo>
                    <a:pt x="3768" y="3685"/>
                  </a:lnTo>
                  <a:lnTo>
                    <a:pt x="3796" y="3644"/>
                  </a:lnTo>
                  <a:lnTo>
                    <a:pt x="3821" y="3599"/>
                  </a:lnTo>
                  <a:lnTo>
                    <a:pt x="3846" y="3553"/>
                  </a:lnTo>
                  <a:lnTo>
                    <a:pt x="3868" y="3505"/>
                  </a:lnTo>
                  <a:lnTo>
                    <a:pt x="3888" y="3456"/>
                  </a:lnTo>
                  <a:lnTo>
                    <a:pt x="3907" y="3406"/>
                  </a:lnTo>
                  <a:lnTo>
                    <a:pt x="3922" y="3354"/>
                  </a:lnTo>
                  <a:lnTo>
                    <a:pt x="3935" y="3303"/>
                  </a:lnTo>
                  <a:lnTo>
                    <a:pt x="3946" y="3250"/>
                  </a:lnTo>
                  <a:lnTo>
                    <a:pt x="3953" y="3197"/>
                  </a:lnTo>
                  <a:lnTo>
                    <a:pt x="3957" y="3144"/>
                  </a:lnTo>
                  <a:lnTo>
                    <a:pt x="3960" y="3092"/>
                  </a:lnTo>
                  <a:lnTo>
                    <a:pt x="3959" y="1313"/>
                  </a:lnTo>
                  <a:lnTo>
                    <a:pt x="3955" y="1271"/>
                  </a:lnTo>
                  <a:lnTo>
                    <a:pt x="3949" y="1229"/>
                  </a:lnTo>
                  <a:lnTo>
                    <a:pt x="3941" y="1189"/>
                  </a:lnTo>
                  <a:lnTo>
                    <a:pt x="3930" y="1149"/>
                  </a:lnTo>
                  <a:lnTo>
                    <a:pt x="3918" y="1111"/>
                  </a:lnTo>
                  <a:lnTo>
                    <a:pt x="3902" y="1075"/>
                  </a:lnTo>
                  <a:lnTo>
                    <a:pt x="3886" y="1040"/>
                  </a:lnTo>
                  <a:lnTo>
                    <a:pt x="3867" y="1006"/>
                  </a:lnTo>
                  <a:lnTo>
                    <a:pt x="3846" y="973"/>
                  </a:lnTo>
                  <a:lnTo>
                    <a:pt x="3823" y="942"/>
                  </a:lnTo>
                  <a:lnTo>
                    <a:pt x="3798" y="913"/>
                  </a:lnTo>
                  <a:lnTo>
                    <a:pt x="3771" y="886"/>
                  </a:lnTo>
                  <a:lnTo>
                    <a:pt x="3743" y="860"/>
                  </a:lnTo>
                  <a:lnTo>
                    <a:pt x="3714" y="837"/>
                  </a:lnTo>
                  <a:lnTo>
                    <a:pt x="3682" y="816"/>
                  </a:lnTo>
                  <a:lnTo>
                    <a:pt x="3649" y="796"/>
                  </a:lnTo>
                  <a:lnTo>
                    <a:pt x="2386" y="83"/>
                  </a:lnTo>
                  <a:lnTo>
                    <a:pt x="2350" y="65"/>
                  </a:lnTo>
                  <a:lnTo>
                    <a:pt x="2310" y="50"/>
                  </a:lnTo>
                  <a:lnTo>
                    <a:pt x="2268" y="36"/>
                  </a:lnTo>
                  <a:lnTo>
                    <a:pt x="2223" y="24"/>
                  </a:lnTo>
                  <a:lnTo>
                    <a:pt x="2178" y="15"/>
                  </a:lnTo>
                  <a:lnTo>
                    <a:pt x="2131" y="8"/>
                  </a:lnTo>
                  <a:lnTo>
                    <a:pt x="2082" y="3"/>
                  </a:lnTo>
                  <a:lnTo>
                    <a:pt x="2032" y="0"/>
                  </a:lnTo>
                  <a:lnTo>
                    <a:pt x="1982" y="1"/>
                  </a:lnTo>
                  <a:lnTo>
                    <a:pt x="1933" y="3"/>
                  </a:lnTo>
                  <a:lnTo>
                    <a:pt x="1882" y="9"/>
                  </a:lnTo>
                  <a:lnTo>
                    <a:pt x="1833" y="17"/>
                  </a:lnTo>
                  <a:lnTo>
                    <a:pt x="1785" y="29"/>
                  </a:lnTo>
                  <a:lnTo>
                    <a:pt x="1737" y="43"/>
                  </a:lnTo>
                  <a:lnTo>
                    <a:pt x="1691" y="62"/>
                  </a:lnTo>
                  <a:lnTo>
                    <a:pt x="1647" y="83"/>
                  </a:lnTo>
                  <a:lnTo>
                    <a:pt x="311" y="782"/>
                  </a:lnTo>
                  <a:lnTo>
                    <a:pt x="276" y="803"/>
                  </a:lnTo>
                  <a:lnTo>
                    <a:pt x="243" y="826"/>
                  </a:lnTo>
                  <a:lnTo>
                    <a:pt x="213" y="852"/>
                  </a:lnTo>
                  <a:lnTo>
                    <a:pt x="184" y="879"/>
                  </a:lnTo>
                  <a:lnTo>
                    <a:pt x="155" y="908"/>
                  </a:lnTo>
                  <a:lnTo>
                    <a:pt x="131" y="939"/>
                  </a:lnTo>
                  <a:lnTo>
                    <a:pt x="107" y="971"/>
                  </a:lnTo>
                  <a:lnTo>
                    <a:pt x="86" y="1005"/>
                  </a:lnTo>
                  <a:lnTo>
                    <a:pt x="68" y="1040"/>
                  </a:lnTo>
                  <a:lnTo>
                    <a:pt x="50" y="1076"/>
                  </a:lnTo>
                  <a:lnTo>
                    <a:pt x="36" y="1115"/>
                  </a:lnTo>
                  <a:lnTo>
                    <a:pt x="23" y="1153"/>
                  </a:lnTo>
                  <a:lnTo>
                    <a:pt x="14" y="1195"/>
                  </a:lnTo>
                  <a:lnTo>
                    <a:pt x="7" y="1236"/>
                  </a:lnTo>
                  <a:lnTo>
                    <a:pt x="2" y="1279"/>
                  </a:lnTo>
                  <a:lnTo>
                    <a:pt x="0" y="1322"/>
                  </a:lnTo>
                  <a:lnTo>
                    <a:pt x="0" y="3093"/>
                  </a:lnTo>
                  <a:lnTo>
                    <a:pt x="2" y="3147"/>
                  </a:lnTo>
                  <a:lnTo>
                    <a:pt x="7" y="3202"/>
                  </a:lnTo>
                  <a:lnTo>
                    <a:pt x="15" y="3257"/>
                  </a:lnTo>
                  <a:lnTo>
                    <a:pt x="27" y="3312"/>
                  </a:lnTo>
                  <a:lnTo>
                    <a:pt x="42" y="3366"/>
                  </a:lnTo>
                  <a:lnTo>
                    <a:pt x="59" y="3420"/>
                  </a:lnTo>
                  <a:lnTo>
                    <a:pt x="79" y="3474"/>
                  </a:lnTo>
                  <a:lnTo>
                    <a:pt x="102" y="3525"/>
                  </a:lnTo>
                  <a:lnTo>
                    <a:pt x="127" y="3576"/>
                  </a:lnTo>
                  <a:lnTo>
                    <a:pt x="154" y="3624"/>
                  </a:lnTo>
                  <a:lnTo>
                    <a:pt x="184" y="3670"/>
                  </a:lnTo>
                  <a:lnTo>
                    <a:pt x="214" y="3712"/>
                  </a:lnTo>
                  <a:lnTo>
                    <a:pt x="247" y="3752"/>
                  </a:lnTo>
                  <a:lnTo>
                    <a:pt x="281" y="3788"/>
                  </a:lnTo>
                  <a:lnTo>
                    <a:pt x="317" y="3821"/>
                  </a:lnTo>
                  <a:lnTo>
                    <a:pt x="353" y="384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8019" name="Freeform 33"/>
            <p:cNvSpPr>
              <a:spLocks/>
            </p:cNvSpPr>
            <p:nvPr/>
          </p:nvSpPr>
          <p:spPr bwMode="auto">
            <a:xfrm>
              <a:off x="943" y="2210"/>
              <a:ext cx="276" cy="187"/>
            </a:xfrm>
            <a:custGeom>
              <a:avLst/>
              <a:gdLst>
                <a:gd name="T0" fmla="*/ 11 w 1380"/>
                <a:gd name="T1" fmla="*/ 7 h 937"/>
                <a:gd name="T2" fmla="*/ 11 w 1380"/>
                <a:gd name="T3" fmla="*/ 7 h 937"/>
                <a:gd name="T4" fmla="*/ 0 w 1380"/>
                <a:gd name="T5" fmla="*/ 0 h 937"/>
                <a:gd name="T6" fmla="*/ 0 w 1380"/>
                <a:gd name="T7" fmla="*/ 1 h 937"/>
                <a:gd name="T8" fmla="*/ 10 w 1380"/>
                <a:gd name="T9" fmla="*/ 7 h 937"/>
                <a:gd name="T10" fmla="*/ 10 w 1380"/>
                <a:gd name="T11" fmla="*/ 7 h 937"/>
                <a:gd name="T12" fmla="*/ 10 w 1380"/>
                <a:gd name="T13" fmla="*/ 7 h 937"/>
                <a:gd name="T14" fmla="*/ 11 w 1380"/>
                <a:gd name="T15" fmla="*/ 7 h 937"/>
                <a:gd name="T16" fmla="*/ 11 w 1380"/>
                <a:gd name="T17" fmla="*/ 7 h 937"/>
                <a:gd name="T18" fmla="*/ 11 w 1380"/>
                <a:gd name="T19" fmla="*/ 7 h 937"/>
                <a:gd name="T20" fmla="*/ 11 w 1380"/>
                <a:gd name="T21" fmla="*/ 7 h 937"/>
                <a:gd name="T22" fmla="*/ 11 w 1380"/>
                <a:gd name="T23" fmla="*/ 7 h 937"/>
                <a:gd name="T24" fmla="*/ 11 w 1380"/>
                <a:gd name="T25" fmla="*/ 7 h 937"/>
                <a:gd name="T26" fmla="*/ 11 w 1380"/>
                <a:gd name="T27" fmla="*/ 7 h 937"/>
                <a:gd name="T28" fmla="*/ 11 w 1380"/>
                <a:gd name="T29" fmla="*/ 7 h 937"/>
                <a:gd name="T30" fmla="*/ 11 w 1380"/>
                <a:gd name="T31" fmla="*/ 7 h 93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80"/>
                <a:gd name="T49" fmla="*/ 0 h 937"/>
                <a:gd name="T50" fmla="*/ 1380 w 1380"/>
                <a:gd name="T51" fmla="*/ 937 h 93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80" h="937">
                  <a:moveTo>
                    <a:pt x="1354" y="848"/>
                  </a:moveTo>
                  <a:lnTo>
                    <a:pt x="1359" y="851"/>
                  </a:lnTo>
                  <a:lnTo>
                    <a:pt x="51" y="0"/>
                  </a:lnTo>
                  <a:lnTo>
                    <a:pt x="0" y="78"/>
                  </a:lnTo>
                  <a:lnTo>
                    <a:pt x="1307" y="929"/>
                  </a:lnTo>
                  <a:lnTo>
                    <a:pt x="1312" y="932"/>
                  </a:lnTo>
                  <a:lnTo>
                    <a:pt x="1307" y="929"/>
                  </a:lnTo>
                  <a:lnTo>
                    <a:pt x="1326" y="937"/>
                  </a:lnTo>
                  <a:lnTo>
                    <a:pt x="1345" y="936"/>
                  </a:lnTo>
                  <a:lnTo>
                    <a:pt x="1360" y="929"/>
                  </a:lnTo>
                  <a:lnTo>
                    <a:pt x="1372" y="916"/>
                  </a:lnTo>
                  <a:lnTo>
                    <a:pt x="1379" y="899"/>
                  </a:lnTo>
                  <a:lnTo>
                    <a:pt x="1380" y="883"/>
                  </a:lnTo>
                  <a:lnTo>
                    <a:pt x="1374" y="865"/>
                  </a:lnTo>
                  <a:lnTo>
                    <a:pt x="1359" y="851"/>
                  </a:lnTo>
                  <a:lnTo>
                    <a:pt x="1354" y="84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8020" name="Freeform 34"/>
            <p:cNvSpPr>
              <a:spLocks/>
            </p:cNvSpPr>
            <p:nvPr/>
          </p:nvSpPr>
          <p:spPr bwMode="auto">
            <a:xfrm>
              <a:off x="1206" y="2379"/>
              <a:ext cx="140" cy="32"/>
            </a:xfrm>
            <a:custGeom>
              <a:avLst/>
              <a:gdLst>
                <a:gd name="T0" fmla="*/ 5 w 703"/>
                <a:gd name="T1" fmla="*/ 0 h 162"/>
                <a:gd name="T2" fmla="*/ 5 w 703"/>
                <a:gd name="T3" fmla="*/ 0 h 162"/>
                <a:gd name="T4" fmla="*/ 5 w 703"/>
                <a:gd name="T5" fmla="*/ 0 h 162"/>
                <a:gd name="T6" fmla="*/ 5 w 703"/>
                <a:gd name="T7" fmla="*/ 0 h 162"/>
                <a:gd name="T8" fmla="*/ 4 w 703"/>
                <a:gd name="T9" fmla="*/ 0 h 162"/>
                <a:gd name="T10" fmla="*/ 4 w 703"/>
                <a:gd name="T11" fmla="*/ 0 h 162"/>
                <a:gd name="T12" fmla="*/ 4 w 703"/>
                <a:gd name="T13" fmla="*/ 0 h 162"/>
                <a:gd name="T14" fmla="*/ 3 w 703"/>
                <a:gd name="T15" fmla="*/ 1 h 162"/>
                <a:gd name="T16" fmla="*/ 3 w 703"/>
                <a:gd name="T17" fmla="*/ 1 h 162"/>
                <a:gd name="T18" fmla="*/ 3 w 703"/>
                <a:gd name="T19" fmla="*/ 1 h 162"/>
                <a:gd name="T20" fmla="*/ 2 w 703"/>
                <a:gd name="T21" fmla="*/ 1 h 162"/>
                <a:gd name="T22" fmla="*/ 2 w 703"/>
                <a:gd name="T23" fmla="*/ 1 h 162"/>
                <a:gd name="T24" fmla="*/ 2 w 703"/>
                <a:gd name="T25" fmla="*/ 0 h 162"/>
                <a:gd name="T26" fmla="*/ 1 w 703"/>
                <a:gd name="T27" fmla="*/ 0 h 162"/>
                <a:gd name="T28" fmla="*/ 1 w 703"/>
                <a:gd name="T29" fmla="*/ 0 h 162"/>
                <a:gd name="T30" fmla="*/ 1 w 703"/>
                <a:gd name="T31" fmla="*/ 0 h 162"/>
                <a:gd name="T32" fmla="*/ 1 w 703"/>
                <a:gd name="T33" fmla="*/ 0 h 162"/>
                <a:gd name="T34" fmla="*/ 0 w 703"/>
                <a:gd name="T35" fmla="*/ 0 h 162"/>
                <a:gd name="T36" fmla="*/ 0 w 703"/>
                <a:gd name="T37" fmla="*/ 1 h 162"/>
                <a:gd name="T38" fmla="*/ 0 w 703"/>
                <a:gd name="T39" fmla="*/ 1 h 162"/>
                <a:gd name="T40" fmla="*/ 1 w 703"/>
                <a:gd name="T41" fmla="*/ 1 h 162"/>
                <a:gd name="T42" fmla="*/ 1 w 703"/>
                <a:gd name="T43" fmla="*/ 1 h 162"/>
                <a:gd name="T44" fmla="*/ 1 w 703"/>
                <a:gd name="T45" fmla="*/ 1 h 162"/>
                <a:gd name="T46" fmla="*/ 2 w 703"/>
                <a:gd name="T47" fmla="*/ 1 h 162"/>
                <a:gd name="T48" fmla="*/ 2 w 703"/>
                <a:gd name="T49" fmla="*/ 1 h 162"/>
                <a:gd name="T50" fmla="*/ 2 w 703"/>
                <a:gd name="T51" fmla="*/ 1 h 162"/>
                <a:gd name="T52" fmla="*/ 3 w 703"/>
                <a:gd name="T53" fmla="*/ 1 h 162"/>
                <a:gd name="T54" fmla="*/ 3 w 703"/>
                <a:gd name="T55" fmla="*/ 1 h 162"/>
                <a:gd name="T56" fmla="*/ 3 w 703"/>
                <a:gd name="T57" fmla="*/ 1 h 162"/>
                <a:gd name="T58" fmla="*/ 4 w 703"/>
                <a:gd name="T59" fmla="*/ 1 h 162"/>
                <a:gd name="T60" fmla="*/ 4 w 703"/>
                <a:gd name="T61" fmla="*/ 1 h 162"/>
                <a:gd name="T62" fmla="*/ 5 w 703"/>
                <a:gd name="T63" fmla="*/ 1 h 162"/>
                <a:gd name="T64" fmla="*/ 5 w 703"/>
                <a:gd name="T65" fmla="*/ 1 h 162"/>
                <a:gd name="T66" fmla="*/ 5 w 703"/>
                <a:gd name="T67" fmla="*/ 1 h 162"/>
                <a:gd name="T68" fmla="*/ 5 w 703"/>
                <a:gd name="T69" fmla="*/ 1 h 162"/>
                <a:gd name="T70" fmla="*/ 5 w 703"/>
                <a:gd name="T71" fmla="*/ 1 h 162"/>
                <a:gd name="T72" fmla="*/ 5 w 703"/>
                <a:gd name="T73" fmla="*/ 1 h 162"/>
                <a:gd name="T74" fmla="*/ 5 w 703"/>
                <a:gd name="T75" fmla="*/ 1 h 162"/>
                <a:gd name="T76" fmla="*/ 6 w 703"/>
                <a:gd name="T77" fmla="*/ 0 h 162"/>
                <a:gd name="T78" fmla="*/ 6 w 703"/>
                <a:gd name="T79" fmla="*/ 0 h 162"/>
                <a:gd name="T80" fmla="*/ 6 w 703"/>
                <a:gd name="T81" fmla="*/ 0 h 162"/>
                <a:gd name="T82" fmla="*/ 5 w 703"/>
                <a:gd name="T83" fmla="*/ 0 h 162"/>
                <a:gd name="T84" fmla="*/ 5 w 703"/>
                <a:gd name="T85" fmla="*/ 0 h 162"/>
                <a:gd name="T86" fmla="*/ 5 w 703"/>
                <a:gd name="T87" fmla="*/ 0 h 162"/>
                <a:gd name="T88" fmla="*/ 5 w 703"/>
                <a:gd name="T89" fmla="*/ 0 h 162"/>
                <a:gd name="T90" fmla="*/ 5 w 703"/>
                <a:gd name="T91" fmla="*/ 0 h 162"/>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703"/>
                <a:gd name="T139" fmla="*/ 0 h 162"/>
                <a:gd name="T140" fmla="*/ 703 w 703"/>
                <a:gd name="T141" fmla="*/ 162 h 162"/>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703" h="162">
                  <a:moveTo>
                    <a:pt x="631" y="8"/>
                  </a:moveTo>
                  <a:lnTo>
                    <a:pt x="636" y="6"/>
                  </a:lnTo>
                  <a:lnTo>
                    <a:pt x="606" y="20"/>
                  </a:lnTo>
                  <a:lnTo>
                    <a:pt x="575" y="32"/>
                  </a:lnTo>
                  <a:lnTo>
                    <a:pt x="540" y="42"/>
                  </a:lnTo>
                  <a:lnTo>
                    <a:pt x="504" y="52"/>
                  </a:lnTo>
                  <a:lnTo>
                    <a:pt x="467" y="59"/>
                  </a:lnTo>
                  <a:lnTo>
                    <a:pt x="428" y="64"/>
                  </a:lnTo>
                  <a:lnTo>
                    <a:pt x="389" y="67"/>
                  </a:lnTo>
                  <a:lnTo>
                    <a:pt x="348" y="68"/>
                  </a:lnTo>
                  <a:lnTo>
                    <a:pt x="308" y="68"/>
                  </a:lnTo>
                  <a:lnTo>
                    <a:pt x="267" y="65"/>
                  </a:lnTo>
                  <a:lnTo>
                    <a:pt x="226" y="61"/>
                  </a:lnTo>
                  <a:lnTo>
                    <a:pt x="187" y="54"/>
                  </a:lnTo>
                  <a:lnTo>
                    <a:pt x="148" y="44"/>
                  </a:lnTo>
                  <a:lnTo>
                    <a:pt x="110" y="33"/>
                  </a:lnTo>
                  <a:lnTo>
                    <a:pt x="75" y="20"/>
                  </a:lnTo>
                  <a:lnTo>
                    <a:pt x="42" y="5"/>
                  </a:lnTo>
                  <a:lnTo>
                    <a:pt x="0" y="89"/>
                  </a:lnTo>
                  <a:lnTo>
                    <a:pt x="40" y="107"/>
                  </a:lnTo>
                  <a:lnTo>
                    <a:pt x="82" y="122"/>
                  </a:lnTo>
                  <a:lnTo>
                    <a:pt x="124" y="135"/>
                  </a:lnTo>
                  <a:lnTo>
                    <a:pt x="169" y="146"/>
                  </a:lnTo>
                  <a:lnTo>
                    <a:pt x="214" y="153"/>
                  </a:lnTo>
                  <a:lnTo>
                    <a:pt x="258" y="158"/>
                  </a:lnTo>
                  <a:lnTo>
                    <a:pt x="303" y="162"/>
                  </a:lnTo>
                  <a:lnTo>
                    <a:pt x="348" y="162"/>
                  </a:lnTo>
                  <a:lnTo>
                    <a:pt x="394" y="161"/>
                  </a:lnTo>
                  <a:lnTo>
                    <a:pt x="439" y="157"/>
                  </a:lnTo>
                  <a:lnTo>
                    <a:pt x="481" y="150"/>
                  </a:lnTo>
                  <a:lnTo>
                    <a:pt x="525" y="143"/>
                  </a:lnTo>
                  <a:lnTo>
                    <a:pt x="566" y="132"/>
                  </a:lnTo>
                  <a:lnTo>
                    <a:pt x="606" y="121"/>
                  </a:lnTo>
                  <a:lnTo>
                    <a:pt x="643" y="105"/>
                  </a:lnTo>
                  <a:lnTo>
                    <a:pt x="678" y="88"/>
                  </a:lnTo>
                  <a:lnTo>
                    <a:pt x="683" y="86"/>
                  </a:lnTo>
                  <a:lnTo>
                    <a:pt x="678" y="88"/>
                  </a:lnTo>
                  <a:lnTo>
                    <a:pt x="695" y="75"/>
                  </a:lnTo>
                  <a:lnTo>
                    <a:pt x="702" y="60"/>
                  </a:lnTo>
                  <a:lnTo>
                    <a:pt x="703" y="42"/>
                  </a:lnTo>
                  <a:lnTo>
                    <a:pt x="698" y="26"/>
                  </a:lnTo>
                  <a:lnTo>
                    <a:pt x="688" y="12"/>
                  </a:lnTo>
                  <a:lnTo>
                    <a:pt x="674" y="3"/>
                  </a:lnTo>
                  <a:lnTo>
                    <a:pt x="656" y="0"/>
                  </a:lnTo>
                  <a:lnTo>
                    <a:pt x="636" y="6"/>
                  </a:lnTo>
                  <a:lnTo>
                    <a:pt x="631"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8021" name="Freeform 35"/>
            <p:cNvSpPr>
              <a:spLocks/>
            </p:cNvSpPr>
            <p:nvPr/>
          </p:nvSpPr>
          <p:spPr bwMode="auto">
            <a:xfrm>
              <a:off x="1332" y="2204"/>
              <a:ext cx="283" cy="192"/>
            </a:xfrm>
            <a:custGeom>
              <a:avLst/>
              <a:gdLst>
                <a:gd name="T0" fmla="*/ 11 w 1415"/>
                <a:gd name="T1" fmla="*/ 0 h 960"/>
                <a:gd name="T2" fmla="*/ 11 w 1415"/>
                <a:gd name="T3" fmla="*/ 0 h 960"/>
                <a:gd name="T4" fmla="*/ 0 w 1415"/>
                <a:gd name="T5" fmla="*/ 7 h 960"/>
                <a:gd name="T6" fmla="*/ 0 w 1415"/>
                <a:gd name="T7" fmla="*/ 8 h 960"/>
                <a:gd name="T8" fmla="*/ 11 w 1415"/>
                <a:gd name="T9" fmla="*/ 1 h 960"/>
                <a:gd name="T10" fmla="*/ 11 w 1415"/>
                <a:gd name="T11" fmla="*/ 1 h 960"/>
                <a:gd name="T12" fmla="*/ 11 w 1415"/>
                <a:gd name="T13" fmla="*/ 1 h 960"/>
                <a:gd name="T14" fmla="*/ 11 w 1415"/>
                <a:gd name="T15" fmla="*/ 1 h 960"/>
                <a:gd name="T16" fmla="*/ 11 w 1415"/>
                <a:gd name="T17" fmla="*/ 0 h 960"/>
                <a:gd name="T18" fmla="*/ 11 w 1415"/>
                <a:gd name="T19" fmla="*/ 0 h 960"/>
                <a:gd name="T20" fmla="*/ 11 w 1415"/>
                <a:gd name="T21" fmla="*/ 0 h 960"/>
                <a:gd name="T22" fmla="*/ 11 w 1415"/>
                <a:gd name="T23" fmla="*/ 0 h 960"/>
                <a:gd name="T24" fmla="*/ 11 w 1415"/>
                <a:gd name="T25" fmla="*/ 0 h 960"/>
                <a:gd name="T26" fmla="*/ 11 w 1415"/>
                <a:gd name="T27" fmla="*/ 0 h 960"/>
                <a:gd name="T28" fmla="*/ 11 w 1415"/>
                <a:gd name="T29" fmla="*/ 0 h 960"/>
                <a:gd name="T30" fmla="*/ 11 w 1415"/>
                <a:gd name="T31" fmla="*/ 0 h 96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15"/>
                <a:gd name="T49" fmla="*/ 0 h 960"/>
                <a:gd name="T50" fmla="*/ 1415 w 1415"/>
                <a:gd name="T51" fmla="*/ 960 h 96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15" h="960">
                  <a:moveTo>
                    <a:pt x="1338" y="10"/>
                  </a:moveTo>
                  <a:lnTo>
                    <a:pt x="1342" y="8"/>
                  </a:lnTo>
                  <a:lnTo>
                    <a:pt x="0" y="882"/>
                  </a:lnTo>
                  <a:lnTo>
                    <a:pt x="52" y="960"/>
                  </a:lnTo>
                  <a:lnTo>
                    <a:pt x="1393" y="85"/>
                  </a:lnTo>
                  <a:lnTo>
                    <a:pt x="1397" y="83"/>
                  </a:lnTo>
                  <a:lnTo>
                    <a:pt x="1393" y="85"/>
                  </a:lnTo>
                  <a:lnTo>
                    <a:pt x="1409" y="71"/>
                  </a:lnTo>
                  <a:lnTo>
                    <a:pt x="1415" y="53"/>
                  </a:lnTo>
                  <a:lnTo>
                    <a:pt x="1413" y="37"/>
                  </a:lnTo>
                  <a:lnTo>
                    <a:pt x="1406" y="21"/>
                  </a:lnTo>
                  <a:lnTo>
                    <a:pt x="1395" y="8"/>
                  </a:lnTo>
                  <a:lnTo>
                    <a:pt x="1379" y="1"/>
                  </a:lnTo>
                  <a:lnTo>
                    <a:pt x="1361" y="0"/>
                  </a:lnTo>
                  <a:lnTo>
                    <a:pt x="1342" y="8"/>
                  </a:lnTo>
                  <a:lnTo>
                    <a:pt x="1338" y="1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8022" name="Freeform 36"/>
            <p:cNvSpPr>
              <a:spLocks/>
            </p:cNvSpPr>
            <p:nvPr/>
          </p:nvSpPr>
          <p:spPr bwMode="auto">
            <a:xfrm>
              <a:off x="1599" y="2057"/>
              <a:ext cx="80" cy="163"/>
            </a:xfrm>
            <a:custGeom>
              <a:avLst/>
              <a:gdLst>
                <a:gd name="T0" fmla="*/ 2 w 398"/>
                <a:gd name="T1" fmla="*/ 0 h 817"/>
                <a:gd name="T2" fmla="*/ 2 w 398"/>
                <a:gd name="T3" fmla="*/ 0 h 817"/>
                <a:gd name="T4" fmla="*/ 2 w 398"/>
                <a:gd name="T5" fmla="*/ 1 h 817"/>
                <a:gd name="T6" fmla="*/ 2 w 398"/>
                <a:gd name="T7" fmla="*/ 1 h 817"/>
                <a:gd name="T8" fmla="*/ 2 w 398"/>
                <a:gd name="T9" fmla="*/ 2 h 817"/>
                <a:gd name="T10" fmla="*/ 2 w 398"/>
                <a:gd name="T11" fmla="*/ 2 h 817"/>
                <a:gd name="T12" fmla="*/ 2 w 398"/>
                <a:gd name="T13" fmla="*/ 2 h 817"/>
                <a:gd name="T14" fmla="*/ 2 w 398"/>
                <a:gd name="T15" fmla="*/ 3 h 817"/>
                <a:gd name="T16" fmla="*/ 2 w 398"/>
                <a:gd name="T17" fmla="*/ 3 h 817"/>
                <a:gd name="T18" fmla="*/ 2 w 398"/>
                <a:gd name="T19" fmla="*/ 4 h 817"/>
                <a:gd name="T20" fmla="*/ 2 w 398"/>
                <a:gd name="T21" fmla="*/ 4 h 817"/>
                <a:gd name="T22" fmla="*/ 1 w 398"/>
                <a:gd name="T23" fmla="*/ 4 h 817"/>
                <a:gd name="T24" fmla="*/ 1 w 398"/>
                <a:gd name="T25" fmla="*/ 5 h 817"/>
                <a:gd name="T26" fmla="*/ 1 w 398"/>
                <a:gd name="T27" fmla="*/ 5 h 817"/>
                <a:gd name="T28" fmla="*/ 1 w 398"/>
                <a:gd name="T29" fmla="*/ 5 h 817"/>
                <a:gd name="T30" fmla="*/ 1 w 398"/>
                <a:gd name="T31" fmla="*/ 5 h 817"/>
                <a:gd name="T32" fmla="*/ 0 w 398"/>
                <a:gd name="T33" fmla="*/ 6 h 817"/>
                <a:gd name="T34" fmla="*/ 0 w 398"/>
                <a:gd name="T35" fmla="*/ 6 h 817"/>
                <a:gd name="T36" fmla="*/ 0 w 398"/>
                <a:gd name="T37" fmla="*/ 7 h 817"/>
                <a:gd name="T38" fmla="*/ 1 w 398"/>
                <a:gd name="T39" fmla="*/ 6 h 817"/>
                <a:gd name="T40" fmla="*/ 1 w 398"/>
                <a:gd name="T41" fmla="*/ 6 h 817"/>
                <a:gd name="T42" fmla="*/ 1 w 398"/>
                <a:gd name="T43" fmla="*/ 6 h 817"/>
                <a:gd name="T44" fmla="*/ 2 w 398"/>
                <a:gd name="T45" fmla="*/ 5 h 817"/>
                <a:gd name="T46" fmla="*/ 2 w 398"/>
                <a:gd name="T47" fmla="*/ 5 h 817"/>
                <a:gd name="T48" fmla="*/ 2 w 398"/>
                <a:gd name="T49" fmla="*/ 5 h 817"/>
                <a:gd name="T50" fmla="*/ 2 w 398"/>
                <a:gd name="T51" fmla="*/ 4 h 817"/>
                <a:gd name="T52" fmla="*/ 2 w 398"/>
                <a:gd name="T53" fmla="*/ 4 h 817"/>
                <a:gd name="T54" fmla="*/ 3 w 398"/>
                <a:gd name="T55" fmla="*/ 3 h 817"/>
                <a:gd name="T56" fmla="*/ 3 w 398"/>
                <a:gd name="T57" fmla="*/ 3 h 817"/>
                <a:gd name="T58" fmla="*/ 3 w 398"/>
                <a:gd name="T59" fmla="*/ 3 h 817"/>
                <a:gd name="T60" fmla="*/ 3 w 398"/>
                <a:gd name="T61" fmla="*/ 2 h 817"/>
                <a:gd name="T62" fmla="*/ 3 w 398"/>
                <a:gd name="T63" fmla="*/ 2 h 817"/>
                <a:gd name="T64" fmla="*/ 3 w 398"/>
                <a:gd name="T65" fmla="*/ 1 h 817"/>
                <a:gd name="T66" fmla="*/ 3 w 398"/>
                <a:gd name="T67" fmla="*/ 1 h 817"/>
                <a:gd name="T68" fmla="*/ 3 w 398"/>
                <a:gd name="T69" fmla="*/ 0 h 817"/>
                <a:gd name="T70" fmla="*/ 3 w 398"/>
                <a:gd name="T71" fmla="*/ 0 h 817"/>
                <a:gd name="T72" fmla="*/ 3 w 398"/>
                <a:gd name="T73" fmla="*/ 0 h 817"/>
                <a:gd name="T74" fmla="*/ 3 w 398"/>
                <a:gd name="T75" fmla="*/ 0 h 817"/>
                <a:gd name="T76" fmla="*/ 3 w 398"/>
                <a:gd name="T77" fmla="*/ 0 h 817"/>
                <a:gd name="T78" fmla="*/ 3 w 398"/>
                <a:gd name="T79" fmla="*/ 0 h 817"/>
                <a:gd name="T80" fmla="*/ 3 w 398"/>
                <a:gd name="T81" fmla="*/ 0 h 817"/>
                <a:gd name="T82" fmla="*/ 3 w 398"/>
                <a:gd name="T83" fmla="*/ 0 h 817"/>
                <a:gd name="T84" fmla="*/ 3 w 398"/>
                <a:gd name="T85" fmla="*/ 0 h 817"/>
                <a:gd name="T86" fmla="*/ 2 w 398"/>
                <a:gd name="T87" fmla="*/ 0 h 817"/>
                <a:gd name="T88" fmla="*/ 2 w 398"/>
                <a:gd name="T89" fmla="*/ 0 h 817"/>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398"/>
                <a:gd name="T136" fmla="*/ 0 h 817"/>
                <a:gd name="T137" fmla="*/ 398 w 398"/>
                <a:gd name="T138" fmla="*/ 817 h 817"/>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398" h="817">
                  <a:moveTo>
                    <a:pt x="304" y="47"/>
                  </a:moveTo>
                  <a:lnTo>
                    <a:pt x="304" y="47"/>
                  </a:lnTo>
                  <a:lnTo>
                    <a:pt x="301" y="97"/>
                  </a:lnTo>
                  <a:lnTo>
                    <a:pt x="297" y="147"/>
                  </a:lnTo>
                  <a:lnTo>
                    <a:pt x="291" y="198"/>
                  </a:lnTo>
                  <a:lnTo>
                    <a:pt x="280" y="247"/>
                  </a:lnTo>
                  <a:lnTo>
                    <a:pt x="268" y="297"/>
                  </a:lnTo>
                  <a:lnTo>
                    <a:pt x="253" y="347"/>
                  </a:lnTo>
                  <a:lnTo>
                    <a:pt x="236" y="395"/>
                  </a:lnTo>
                  <a:lnTo>
                    <a:pt x="217" y="442"/>
                  </a:lnTo>
                  <a:lnTo>
                    <a:pt x="195" y="487"/>
                  </a:lnTo>
                  <a:lnTo>
                    <a:pt x="171" y="532"/>
                  </a:lnTo>
                  <a:lnTo>
                    <a:pt x="147" y="574"/>
                  </a:lnTo>
                  <a:lnTo>
                    <a:pt x="121" y="613"/>
                  </a:lnTo>
                  <a:lnTo>
                    <a:pt x="93" y="650"/>
                  </a:lnTo>
                  <a:lnTo>
                    <a:pt x="64" y="684"/>
                  </a:lnTo>
                  <a:lnTo>
                    <a:pt x="32" y="716"/>
                  </a:lnTo>
                  <a:lnTo>
                    <a:pt x="0" y="744"/>
                  </a:lnTo>
                  <a:lnTo>
                    <a:pt x="59" y="817"/>
                  </a:lnTo>
                  <a:lnTo>
                    <a:pt x="95" y="784"/>
                  </a:lnTo>
                  <a:lnTo>
                    <a:pt x="132" y="748"/>
                  </a:lnTo>
                  <a:lnTo>
                    <a:pt x="166" y="709"/>
                  </a:lnTo>
                  <a:lnTo>
                    <a:pt x="196" y="667"/>
                  </a:lnTo>
                  <a:lnTo>
                    <a:pt x="227" y="623"/>
                  </a:lnTo>
                  <a:lnTo>
                    <a:pt x="253" y="576"/>
                  </a:lnTo>
                  <a:lnTo>
                    <a:pt x="279" y="530"/>
                  </a:lnTo>
                  <a:lnTo>
                    <a:pt x="301" y="479"/>
                  </a:lnTo>
                  <a:lnTo>
                    <a:pt x="323" y="428"/>
                  </a:lnTo>
                  <a:lnTo>
                    <a:pt x="342" y="375"/>
                  </a:lnTo>
                  <a:lnTo>
                    <a:pt x="359" y="321"/>
                  </a:lnTo>
                  <a:lnTo>
                    <a:pt x="372" y="268"/>
                  </a:lnTo>
                  <a:lnTo>
                    <a:pt x="382" y="212"/>
                  </a:lnTo>
                  <a:lnTo>
                    <a:pt x="391" y="157"/>
                  </a:lnTo>
                  <a:lnTo>
                    <a:pt x="395" y="102"/>
                  </a:lnTo>
                  <a:lnTo>
                    <a:pt x="398" y="47"/>
                  </a:lnTo>
                  <a:lnTo>
                    <a:pt x="394" y="27"/>
                  </a:lnTo>
                  <a:lnTo>
                    <a:pt x="383" y="11"/>
                  </a:lnTo>
                  <a:lnTo>
                    <a:pt x="368" y="3"/>
                  </a:lnTo>
                  <a:lnTo>
                    <a:pt x="351" y="0"/>
                  </a:lnTo>
                  <a:lnTo>
                    <a:pt x="333" y="3"/>
                  </a:lnTo>
                  <a:lnTo>
                    <a:pt x="319" y="11"/>
                  </a:lnTo>
                  <a:lnTo>
                    <a:pt x="307" y="27"/>
                  </a:lnTo>
                  <a:lnTo>
                    <a:pt x="304" y="4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8023" name="Freeform 37"/>
            <p:cNvSpPr>
              <a:spLocks/>
            </p:cNvSpPr>
            <p:nvPr/>
          </p:nvSpPr>
          <p:spPr bwMode="auto">
            <a:xfrm>
              <a:off x="1660" y="1701"/>
              <a:ext cx="19" cy="365"/>
            </a:xfrm>
            <a:custGeom>
              <a:avLst/>
              <a:gdLst>
                <a:gd name="T0" fmla="*/ 0 w 95"/>
                <a:gd name="T1" fmla="*/ 0 h 1826"/>
                <a:gd name="T2" fmla="*/ 0 w 95"/>
                <a:gd name="T3" fmla="*/ 0 h 1826"/>
                <a:gd name="T4" fmla="*/ 0 w 95"/>
                <a:gd name="T5" fmla="*/ 15 h 1826"/>
                <a:gd name="T6" fmla="*/ 1 w 95"/>
                <a:gd name="T7" fmla="*/ 15 h 1826"/>
                <a:gd name="T8" fmla="*/ 1 w 95"/>
                <a:gd name="T9" fmla="*/ 0 h 1826"/>
                <a:gd name="T10" fmla="*/ 1 w 95"/>
                <a:gd name="T11" fmla="*/ 0 h 1826"/>
                <a:gd name="T12" fmla="*/ 1 w 95"/>
                <a:gd name="T13" fmla="*/ 0 h 1826"/>
                <a:gd name="T14" fmla="*/ 1 w 95"/>
                <a:gd name="T15" fmla="*/ 0 h 1826"/>
                <a:gd name="T16" fmla="*/ 1 w 95"/>
                <a:gd name="T17" fmla="*/ 0 h 1826"/>
                <a:gd name="T18" fmla="*/ 1 w 95"/>
                <a:gd name="T19" fmla="*/ 0 h 1826"/>
                <a:gd name="T20" fmla="*/ 0 w 95"/>
                <a:gd name="T21" fmla="*/ 0 h 1826"/>
                <a:gd name="T22" fmla="*/ 0 w 95"/>
                <a:gd name="T23" fmla="*/ 0 h 1826"/>
                <a:gd name="T24" fmla="*/ 0 w 95"/>
                <a:gd name="T25" fmla="*/ 0 h 1826"/>
                <a:gd name="T26" fmla="*/ 0 w 95"/>
                <a:gd name="T27" fmla="*/ 0 h 1826"/>
                <a:gd name="T28" fmla="*/ 0 w 95"/>
                <a:gd name="T29" fmla="*/ 0 h 1826"/>
                <a:gd name="T30" fmla="*/ 0 w 95"/>
                <a:gd name="T31" fmla="*/ 0 h 182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95"/>
                <a:gd name="T49" fmla="*/ 0 h 1826"/>
                <a:gd name="T50" fmla="*/ 95 w 95"/>
                <a:gd name="T51" fmla="*/ 1826 h 182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95" h="1826">
                  <a:moveTo>
                    <a:pt x="0" y="49"/>
                  </a:moveTo>
                  <a:lnTo>
                    <a:pt x="0" y="47"/>
                  </a:lnTo>
                  <a:lnTo>
                    <a:pt x="1" y="1826"/>
                  </a:lnTo>
                  <a:lnTo>
                    <a:pt x="95" y="1826"/>
                  </a:lnTo>
                  <a:lnTo>
                    <a:pt x="93" y="47"/>
                  </a:lnTo>
                  <a:lnTo>
                    <a:pt x="93" y="45"/>
                  </a:lnTo>
                  <a:lnTo>
                    <a:pt x="93" y="47"/>
                  </a:lnTo>
                  <a:lnTo>
                    <a:pt x="90" y="27"/>
                  </a:lnTo>
                  <a:lnTo>
                    <a:pt x="79" y="12"/>
                  </a:lnTo>
                  <a:lnTo>
                    <a:pt x="64" y="4"/>
                  </a:lnTo>
                  <a:lnTo>
                    <a:pt x="47" y="0"/>
                  </a:lnTo>
                  <a:lnTo>
                    <a:pt x="29" y="4"/>
                  </a:lnTo>
                  <a:lnTo>
                    <a:pt x="15" y="12"/>
                  </a:lnTo>
                  <a:lnTo>
                    <a:pt x="3" y="27"/>
                  </a:lnTo>
                  <a:lnTo>
                    <a:pt x="0" y="47"/>
                  </a:lnTo>
                  <a:lnTo>
                    <a:pt x="0" y="4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8024" name="Freeform 38"/>
            <p:cNvSpPr>
              <a:spLocks/>
            </p:cNvSpPr>
            <p:nvPr/>
          </p:nvSpPr>
          <p:spPr bwMode="auto">
            <a:xfrm>
              <a:off x="1598" y="1598"/>
              <a:ext cx="81" cy="113"/>
            </a:xfrm>
            <a:custGeom>
              <a:avLst/>
              <a:gdLst>
                <a:gd name="T0" fmla="*/ 0 w 401"/>
                <a:gd name="T1" fmla="*/ 1 h 566"/>
                <a:gd name="T2" fmla="*/ 0 w 401"/>
                <a:gd name="T3" fmla="*/ 1 h 566"/>
                <a:gd name="T4" fmla="*/ 0 w 401"/>
                <a:gd name="T5" fmla="*/ 1 h 566"/>
                <a:gd name="T6" fmla="*/ 1 w 401"/>
                <a:gd name="T7" fmla="*/ 1 h 566"/>
                <a:gd name="T8" fmla="*/ 1 w 401"/>
                <a:gd name="T9" fmla="*/ 1 h 566"/>
                <a:gd name="T10" fmla="*/ 1 w 401"/>
                <a:gd name="T11" fmla="*/ 1 h 566"/>
                <a:gd name="T12" fmla="*/ 1 w 401"/>
                <a:gd name="T13" fmla="*/ 2 h 566"/>
                <a:gd name="T14" fmla="*/ 1 w 401"/>
                <a:gd name="T15" fmla="*/ 2 h 566"/>
                <a:gd name="T16" fmla="*/ 2 w 401"/>
                <a:gd name="T17" fmla="*/ 2 h 566"/>
                <a:gd name="T18" fmla="*/ 2 w 401"/>
                <a:gd name="T19" fmla="*/ 2 h 566"/>
                <a:gd name="T20" fmla="*/ 2 w 401"/>
                <a:gd name="T21" fmla="*/ 2 h 566"/>
                <a:gd name="T22" fmla="*/ 2 w 401"/>
                <a:gd name="T23" fmla="*/ 3 h 566"/>
                <a:gd name="T24" fmla="*/ 2 w 401"/>
                <a:gd name="T25" fmla="*/ 3 h 566"/>
                <a:gd name="T26" fmla="*/ 2 w 401"/>
                <a:gd name="T27" fmla="*/ 3 h 566"/>
                <a:gd name="T28" fmla="*/ 2 w 401"/>
                <a:gd name="T29" fmla="*/ 4 h 566"/>
                <a:gd name="T30" fmla="*/ 2 w 401"/>
                <a:gd name="T31" fmla="*/ 4 h 566"/>
                <a:gd name="T32" fmla="*/ 2 w 401"/>
                <a:gd name="T33" fmla="*/ 4 h 566"/>
                <a:gd name="T34" fmla="*/ 3 w 401"/>
                <a:gd name="T35" fmla="*/ 5 h 566"/>
                <a:gd name="T36" fmla="*/ 3 w 401"/>
                <a:gd name="T37" fmla="*/ 4 h 566"/>
                <a:gd name="T38" fmla="*/ 3 w 401"/>
                <a:gd name="T39" fmla="*/ 4 h 566"/>
                <a:gd name="T40" fmla="*/ 3 w 401"/>
                <a:gd name="T41" fmla="*/ 4 h 566"/>
                <a:gd name="T42" fmla="*/ 3 w 401"/>
                <a:gd name="T43" fmla="*/ 3 h 566"/>
                <a:gd name="T44" fmla="*/ 3 w 401"/>
                <a:gd name="T45" fmla="*/ 3 h 566"/>
                <a:gd name="T46" fmla="*/ 3 w 401"/>
                <a:gd name="T47" fmla="*/ 3 h 566"/>
                <a:gd name="T48" fmla="*/ 3 w 401"/>
                <a:gd name="T49" fmla="*/ 2 h 566"/>
                <a:gd name="T50" fmla="*/ 3 w 401"/>
                <a:gd name="T51" fmla="*/ 2 h 566"/>
                <a:gd name="T52" fmla="*/ 2 w 401"/>
                <a:gd name="T53" fmla="*/ 2 h 566"/>
                <a:gd name="T54" fmla="*/ 2 w 401"/>
                <a:gd name="T55" fmla="*/ 2 h 566"/>
                <a:gd name="T56" fmla="*/ 2 w 401"/>
                <a:gd name="T57" fmla="*/ 1 h 566"/>
                <a:gd name="T58" fmla="*/ 2 w 401"/>
                <a:gd name="T59" fmla="*/ 1 h 566"/>
                <a:gd name="T60" fmla="*/ 2 w 401"/>
                <a:gd name="T61" fmla="*/ 1 h 566"/>
                <a:gd name="T62" fmla="*/ 1 w 401"/>
                <a:gd name="T63" fmla="*/ 1 h 566"/>
                <a:gd name="T64" fmla="*/ 1 w 401"/>
                <a:gd name="T65" fmla="*/ 0 h 566"/>
                <a:gd name="T66" fmla="*/ 1 w 401"/>
                <a:gd name="T67" fmla="*/ 0 h 566"/>
                <a:gd name="T68" fmla="*/ 1 w 401"/>
                <a:gd name="T69" fmla="*/ 0 h 566"/>
                <a:gd name="T70" fmla="*/ 1 w 401"/>
                <a:gd name="T71" fmla="*/ 0 h 566"/>
                <a:gd name="T72" fmla="*/ 1 w 401"/>
                <a:gd name="T73" fmla="*/ 0 h 566"/>
                <a:gd name="T74" fmla="*/ 0 w 401"/>
                <a:gd name="T75" fmla="*/ 0 h 566"/>
                <a:gd name="T76" fmla="*/ 0 w 401"/>
                <a:gd name="T77" fmla="*/ 0 h 566"/>
                <a:gd name="T78" fmla="*/ 0 w 401"/>
                <a:gd name="T79" fmla="*/ 0 h 566"/>
                <a:gd name="T80" fmla="*/ 0 w 401"/>
                <a:gd name="T81" fmla="*/ 0 h 566"/>
                <a:gd name="T82" fmla="*/ 0 w 401"/>
                <a:gd name="T83" fmla="*/ 0 h 566"/>
                <a:gd name="T84" fmla="*/ 0 w 401"/>
                <a:gd name="T85" fmla="*/ 0 h 566"/>
                <a:gd name="T86" fmla="*/ 0 w 401"/>
                <a:gd name="T87" fmla="*/ 1 h 566"/>
                <a:gd name="T88" fmla="*/ 0 w 401"/>
                <a:gd name="T89" fmla="*/ 1 h 56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401"/>
                <a:gd name="T136" fmla="*/ 0 h 566"/>
                <a:gd name="T137" fmla="*/ 401 w 401"/>
                <a:gd name="T138" fmla="*/ 566 h 566"/>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401" h="566">
                  <a:moveTo>
                    <a:pt x="23" y="88"/>
                  </a:moveTo>
                  <a:lnTo>
                    <a:pt x="23" y="88"/>
                  </a:lnTo>
                  <a:lnTo>
                    <a:pt x="53" y="107"/>
                  </a:lnTo>
                  <a:lnTo>
                    <a:pt x="83" y="125"/>
                  </a:lnTo>
                  <a:lnTo>
                    <a:pt x="108" y="147"/>
                  </a:lnTo>
                  <a:lnTo>
                    <a:pt x="135" y="171"/>
                  </a:lnTo>
                  <a:lnTo>
                    <a:pt x="160" y="196"/>
                  </a:lnTo>
                  <a:lnTo>
                    <a:pt x="182" y="223"/>
                  </a:lnTo>
                  <a:lnTo>
                    <a:pt x="205" y="251"/>
                  </a:lnTo>
                  <a:lnTo>
                    <a:pt x="223" y="281"/>
                  </a:lnTo>
                  <a:lnTo>
                    <a:pt x="240" y="312"/>
                  </a:lnTo>
                  <a:lnTo>
                    <a:pt x="256" y="345"/>
                  </a:lnTo>
                  <a:lnTo>
                    <a:pt x="270" y="379"/>
                  </a:lnTo>
                  <a:lnTo>
                    <a:pt x="282" y="414"/>
                  </a:lnTo>
                  <a:lnTo>
                    <a:pt x="291" y="450"/>
                  </a:lnTo>
                  <a:lnTo>
                    <a:pt x="299" y="488"/>
                  </a:lnTo>
                  <a:lnTo>
                    <a:pt x="304" y="526"/>
                  </a:lnTo>
                  <a:lnTo>
                    <a:pt x="308" y="566"/>
                  </a:lnTo>
                  <a:lnTo>
                    <a:pt x="401" y="562"/>
                  </a:lnTo>
                  <a:lnTo>
                    <a:pt x="398" y="517"/>
                  </a:lnTo>
                  <a:lnTo>
                    <a:pt x="391" y="471"/>
                  </a:lnTo>
                  <a:lnTo>
                    <a:pt x="383" y="429"/>
                  </a:lnTo>
                  <a:lnTo>
                    <a:pt x="371" y="386"/>
                  </a:lnTo>
                  <a:lnTo>
                    <a:pt x="357" y="346"/>
                  </a:lnTo>
                  <a:lnTo>
                    <a:pt x="340" y="307"/>
                  </a:lnTo>
                  <a:lnTo>
                    <a:pt x="324" y="270"/>
                  </a:lnTo>
                  <a:lnTo>
                    <a:pt x="303" y="232"/>
                  </a:lnTo>
                  <a:lnTo>
                    <a:pt x="280" y="197"/>
                  </a:lnTo>
                  <a:lnTo>
                    <a:pt x="255" y="164"/>
                  </a:lnTo>
                  <a:lnTo>
                    <a:pt x="228" y="132"/>
                  </a:lnTo>
                  <a:lnTo>
                    <a:pt x="199" y="103"/>
                  </a:lnTo>
                  <a:lnTo>
                    <a:pt x="169" y="76"/>
                  </a:lnTo>
                  <a:lnTo>
                    <a:pt x="137" y="50"/>
                  </a:lnTo>
                  <a:lnTo>
                    <a:pt x="103" y="27"/>
                  </a:lnTo>
                  <a:lnTo>
                    <a:pt x="67" y="6"/>
                  </a:lnTo>
                  <a:lnTo>
                    <a:pt x="48" y="0"/>
                  </a:lnTo>
                  <a:lnTo>
                    <a:pt x="30" y="2"/>
                  </a:lnTo>
                  <a:lnTo>
                    <a:pt x="16" y="12"/>
                  </a:lnTo>
                  <a:lnTo>
                    <a:pt x="5" y="25"/>
                  </a:lnTo>
                  <a:lnTo>
                    <a:pt x="0" y="41"/>
                  </a:lnTo>
                  <a:lnTo>
                    <a:pt x="0" y="59"/>
                  </a:lnTo>
                  <a:lnTo>
                    <a:pt x="8" y="75"/>
                  </a:lnTo>
                  <a:lnTo>
                    <a:pt x="23"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8025" name="Freeform 39"/>
            <p:cNvSpPr>
              <a:spLocks/>
            </p:cNvSpPr>
            <p:nvPr/>
          </p:nvSpPr>
          <p:spPr bwMode="auto">
            <a:xfrm>
              <a:off x="1346" y="1455"/>
              <a:ext cx="266" cy="160"/>
            </a:xfrm>
            <a:custGeom>
              <a:avLst/>
              <a:gdLst>
                <a:gd name="T0" fmla="*/ 0 w 1330"/>
                <a:gd name="T1" fmla="*/ 1 h 801"/>
                <a:gd name="T2" fmla="*/ 0 w 1330"/>
                <a:gd name="T3" fmla="*/ 1 h 801"/>
                <a:gd name="T4" fmla="*/ 10 w 1330"/>
                <a:gd name="T5" fmla="*/ 6 h 801"/>
                <a:gd name="T6" fmla="*/ 11 w 1330"/>
                <a:gd name="T7" fmla="*/ 6 h 801"/>
                <a:gd name="T8" fmla="*/ 1 w 1330"/>
                <a:gd name="T9" fmla="*/ 0 h 801"/>
                <a:gd name="T10" fmla="*/ 1 w 1330"/>
                <a:gd name="T11" fmla="*/ 0 h 801"/>
                <a:gd name="T12" fmla="*/ 1 w 1330"/>
                <a:gd name="T13" fmla="*/ 0 h 801"/>
                <a:gd name="T14" fmla="*/ 0 w 1330"/>
                <a:gd name="T15" fmla="*/ 0 h 801"/>
                <a:gd name="T16" fmla="*/ 0 w 1330"/>
                <a:gd name="T17" fmla="*/ 0 h 801"/>
                <a:gd name="T18" fmla="*/ 0 w 1330"/>
                <a:gd name="T19" fmla="*/ 0 h 801"/>
                <a:gd name="T20" fmla="*/ 0 w 1330"/>
                <a:gd name="T21" fmla="*/ 0 h 801"/>
                <a:gd name="T22" fmla="*/ 0 w 1330"/>
                <a:gd name="T23" fmla="*/ 0 h 801"/>
                <a:gd name="T24" fmla="*/ 0 w 1330"/>
                <a:gd name="T25" fmla="*/ 0 h 801"/>
                <a:gd name="T26" fmla="*/ 0 w 1330"/>
                <a:gd name="T27" fmla="*/ 1 h 801"/>
                <a:gd name="T28" fmla="*/ 0 w 1330"/>
                <a:gd name="T29" fmla="*/ 1 h 801"/>
                <a:gd name="T30" fmla="*/ 0 w 1330"/>
                <a:gd name="T31" fmla="*/ 1 h 801"/>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30"/>
                <a:gd name="T49" fmla="*/ 0 h 801"/>
                <a:gd name="T50" fmla="*/ 1330 w 1330"/>
                <a:gd name="T51" fmla="*/ 801 h 801"/>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30" h="801">
                  <a:moveTo>
                    <a:pt x="24" y="88"/>
                  </a:moveTo>
                  <a:lnTo>
                    <a:pt x="23" y="88"/>
                  </a:lnTo>
                  <a:lnTo>
                    <a:pt x="1286" y="801"/>
                  </a:lnTo>
                  <a:lnTo>
                    <a:pt x="1330" y="719"/>
                  </a:lnTo>
                  <a:lnTo>
                    <a:pt x="67" y="6"/>
                  </a:lnTo>
                  <a:lnTo>
                    <a:pt x="66" y="6"/>
                  </a:lnTo>
                  <a:lnTo>
                    <a:pt x="67" y="6"/>
                  </a:lnTo>
                  <a:lnTo>
                    <a:pt x="48" y="0"/>
                  </a:lnTo>
                  <a:lnTo>
                    <a:pt x="30" y="2"/>
                  </a:lnTo>
                  <a:lnTo>
                    <a:pt x="16" y="12"/>
                  </a:lnTo>
                  <a:lnTo>
                    <a:pt x="5" y="25"/>
                  </a:lnTo>
                  <a:lnTo>
                    <a:pt x="0" y="41"/>
                  </a:lnTo>
                  <a:lnTo>
                    <a:pt x="0" y="59"/>
                  </a:lnTo>
                  <a:lnTo>
                    <a:pt x="8" y="75"/>
                  </a:lnTo>
                  <a:lnTo>
                    <a:pt x="23" y="88"/>
                  </a:lnTo>
                  <a:lnTo>
                    <a:pt x="24"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8026" name="Freeform 40"/>
            <p:cNvSpPr>
              <a:spLocks/>
            </p:cNvSpPr>
            <p:nvPr/>
          </p:nvSpPr>
          <p:spPr bwMode="auto">
            <a:xfrm>
              <a:off x="1198" y="1439"/>
              <a:ext cx="161" cy="35"/>
            </a:xfrm>
            <a:custGeom>
              <a:avLst/>
              <a:gdLst>
                <a:gd name="T0" fmla="*/ 1 w 806"/>
                <a:gd name="T1" fmla="*/ 1 h 177"/>
                <a:gd name="T2" fmla="*/ 1 w 806"/>
                <a:gd name="T3" fmla="*/ 1 h 177"/>
                <a:gd name="T4" fmla="*/ 1 w 806"/>
                <a:gd name="T5" fmla="*/ 1 h 177"/>
                <a:gd name="T6" fmla="*/ 1 w 806"/>
                <a:gd name="T7" fmla="*/ 1 h 177"/>
                <a:gd name="T8" fmla="*/ 2 w 806"/>
                <a:gd name="T9" fmla="*/ 1 h 177"/>
                <a:gd name="T10" fmla="*/ 2 w 806"/>
                <a:gd name="T11" fmla="*/ 1 h 177"/>
                <a:gd name="T12" fmla="*/ 2 w 806"/>
                <a:gd name="T13" fmla="*/ 1 h 177"/>
                <a:gd name="T14" fmla="*/ 3 w 806"/>
                <a:gd name="T15" fmla="*/ 1 h 177"/>
                <a:gd name="T16" fmla="*/ 3 w 806"/>
                <a:gd name="T17" fmla="*/ 1 h 177"/>
                <a:gd name="T18" fmla="*/ 3 w 806"/>
                <a:gd name="T19" fmla="*/ 1 h 177"/>
                <a:gd name="T20" fmla="*/ 4 w 806"/>
                <a:gd name="T21" fmla="*/ 1 h 177"/>
                <a:gd name="T22" fmla="*/ 4 w 806"/>
                <a:gd name="T23" fmla="*/ 1 h 177"/>
                <a:gd name="T24" fmla="*/ 5 w 806"/>
                <a:gd name="T25" fmla="*/ 1 h 177"/>
                <a:gd name="T26" fmla="*/ 5 w 806"/>
                <a:gd name="T27" fmla="*/ 1 h 177"/>
                <a:gd name="T28" fmla="*/ 5 w 806"/>
                <a:gd name="T29" fmla="*/ 1 h 177"/>
                <a:gd name="T30" fmla="*/ 6 w 806"/>
                <a:gd name="T31" fmla="*/ 1 h 177"/>
                <a:gd name="T32" fmla="*/ 6 w 806"/>
                <a:gd name="T33" fmla="*/ 1 h 177"/>
                <a:gd name="T34" fmla="*/ 6 w 806"/>
                <a:gd name="T35" fmla="*/ 1 h 177"/>
                <a:gd name="T36" fmla="*/ 6 w 806"/>
                <a:gd name="T37" fmla="*/ 1 h 177"/>
                <a:gd name="T38" fmla="*/ 6 w 806"/>
                <a:gd name="T39" fmla="*/ 1 h 177"/>
                <a:gd name="T40" fmla="*/ 6 w 806"/>
                <a:gd name="T41" fmla="*/ 0 h 177"/>
                <a:gd name="T42" fmla="*/ 5 w 806"/>
                <a:gd name="T43" fmla="*/ 0 h 177"/>
                <a:gd name="T44" fmla="*/ 5 w 806"/>
                <a:gd name="T45" fmla="*/ 0 h 177"/>
                <a:gd name="T46" fmla="*/ 5 w 806"/>
                <a:gd name="T47" fmla="*/ 0 h 177"/>
                <a:gd name="T48" fmla="*/ 4 w 806"/>
                <a:gd name="T49" fmla="*/ 0 h 177"/>
                <a:gd name="T50" fmla="*/ 4 w 806"/>
                <a:gd name="T51" fmla="*/ 0 h 177"/>
                <a:gd name="T52" fmla="*/ 3 w 806"/>
                <a:gd name="T53" fmla="*/ 0 h 177"/>
                <a:gd name="T54" fmla="*/ 3 w 806"/>
                <a:gd name="T55" fmla="*/ 0 h 177"/>
                <a:gd name="T56" fmla="*/ 3 w 806"/>
                <a:gd name="T57" fmla="*/ 0 h 177"/>
                <a:gd name="T58" fmla="*/ 2 w 806"/>
                <a:gd name="T59" fmla="*/ 0 h 177"/>
                <a:gd name="T60" fmla="*/ 2 w 806"/>
                <a:gd name="T61" fmla="*/ 0 h 177"/>
                <a:gd name="T62" fmla="*/ 1 w 806"/>
                <a:gd name="T63" fmla="*/ 0 h 177"/>
                <a:gd name="T64" fmla="*/ 1 w 806"/>
                <a:gd name="T65" fmla="*/ 0 h 177"/>
                <a:gd name="T66" fmla="*/ 1 w 806"/>
                <a:gd name="T67" fmla="*/ 1 h 177"/>
                <a:gd name="T68" fmla="*/ 0 w 806"/>
                <a:gd name="T69" fmla="*/ 1 h 177"/>
                <a:gd name="T70" fmla="*/ 0 w 806"/>
                <a:gd name="T71" fmla="*/ 1 h 177"/>
                <a:gd name="T72" fmla="*/ 0 w 806"/>
                <a:gd name="T73" fmla="*/ 1 h 177"/>
                <a:gd name="T74" fmla="*/ 0 w 806"/>
                <a:gd name="T75" fmla="*/ 1 h 177"/>
                <a:gd name="T76" fmla="*/ 0 w 806"/>
                <a:gd name="T77" fmla="*/ 1 h 177"/>
                <a:gd name="T78" fmla="*/ 0 w 806"/>
                <a:gd name="T79" fmla="*/ 1 h 177"/>
                <a:gd name="T80" fmla="*/ 0 w 806"/>
                <a:gd name="T81" fmla="*/ 1 h 177"/>
                <a:gd name="T82" fmla="*/ 0 w 806"/>
                <a:gd name="T83" fmla="*/ 1 h 177"/>
                <a:gd name="T84" fmla="*/ 0 w 806"/>
                <a:gd name="T85" fmla="*/ 1 h 177"/>
                <a:gd name="T86" fmla="*/ 0 w 806"/>
                <a:gd name="T87" fmla="*/ 1 h 177"/>
                <a:gd name="T88" fmla="*/ 1 w 806"/>
                <a:gd name="T89" fmla="*/ 1 h 177"/>
                <a:gd name="T90" fmla="*/ 1 w 806"/>
                <a:gd name="T91" fmla="*/ 1 h 17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806"/>
                <a:gd name="T139" fmla="*/ 0 h 177"/>
                <a:gd name="T140" fmla="*/ 806 w 806"/>
                <a:gd name="T141" fmla="*/ 177 h 17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806" h="177">
                  <a:moveTo>
                    <a:pt x="67" y="171"/>
                  </a:moveTo>
                  <a:lnTo>
                    <a:pt x="68" y="171"/>
                  </a:lnTo>
                  <a:lnTo>
                    <a:pt x="109" y="151"/>
                  </a:lnTo>
                  <a:lnTo>
                    <a:pt x="151" y="135"/>
                  </a:lnTo>
                  <a:lnTo>
                    <a:pt x="196" y="122"/>
                  </a:lnTo>
                  <a:lnTo>
                    <a:pt x="242" y="110"/>
                  </a:lnTo>
                  <a:lnTo>
                    <a:pt x="287" y="102"/>
                  </a:lnTo>
                  <a:lnTo>
                    <a:pt x="335" y="97"/>
                  </a:lnTo>
                  <a:lnTo>
                    <a:pt x="382" y="95"/>
                  </a:lnTo>
                  <a:lnTo>
                    <a:pt x="430" y="94"/>
                  </a:lnTo>
                  <a:lnTo>
                    <a:pt x="477" y="97"/>
                  </a:lnTo>
                  <a:lnTo>
                    <a:pt x="524" y="102"/>
                  </a:lnTo>
                  <a:lnTo>
                    <a:pt x="568" y="108"/>
                  </a:lnTo>
                  <a:lnTo>
                    <a:pt x="612" y="117"/>
                  </a:lnTo>
                  <a:lnTo>
                    <a:pt x="654" y="128"/>
                  </a:lnTo>
                  <a:lnTo>
                    <a:pt x="693" y="141"/>
                  </a:lnTo>
                  <a:lnTo>
                    <a:pt x="730" y="155"/>
                  </a:lnTo>
                  <a:lnTo>
                    <a:pt x="764" y="171"/>
                  </a:lnTo>
                  <a:lnTo>
                    <a:pt x="806" y="89"/>
                  </a:lnTo>
                  <a:lnTo>
                    <a:pt x="768" y="70"/>
                  </a:lnTo>
                  <a:lnTo>
                    <a:pt x="725" y="54"/>
                  </a:lnTo>
                  <a:lnTo>
                    <a:pt x="680" y="39"/>
                  </a:lnTo>
                  <a:lnTo>
                    <a:pt x="633" y="26"/>
                  </a:lnTo>
                  <a:lnTo>
                    <a:pt x="585" y="16"/>
                  </a:lnTo>
                  <a:lnTo>
                    <a:pt x="536" y="8"/>
                  </a:lnTo>
                  <a:lnTo>
                    <a:pt x="484" y="3"/>
                  </a:lnTo>
                  <a:lnTo>
                    <a:pt x="433" y="0"/>
                  </a:lnTo>
                  <a:lnTo>
                    <a:pt x="380" y="1"/>
                  </a:lnTo>
                  <a:lnTo>
                    <a:pt x="328" y="3"/>
                  </a:lnTo>
                  <a:lnTo>
                    <a:pt x="276" y="10"/>
                  </a:lnTo>
                  <a:lnTo>
                    <a:pt x="223" y="19"/>
                  </a:lnTo>
                  <a:lnTo>
                    <a:pt x="172" y="30"/>
                  </a:lnTo>
                  <a:lnTo>
                    <a:pt x="121" y="46"/>
                  </a:lnTo>
                  <a:lnTo>
                    <a:pt x="72" y="67"/>
                  </a:lnTo>
                  <a:lnTo>
                    <a:pt x="24" y="89"/>
                  </a:lnTo>
                  <a:lnTo>
                    <a:pt x="25" y="89"/>
                  </a:lnTo>
                  <a:lnTo>
                    <a:pt x="24" y="89"/>
                  </a:lnTo>
                  <a:lnTo>
                    <a:pt x="8" y="102"/>
                  </a:lnTo>
                  <a:lnTo>
                    <a:pt x="0" y="118"/>
                  </a:lnTo>
                  <a:lnTo>
                    <a:pt x="0" y="136"/>
                  </a:lnTo>
                  <a:lnTo>
                    <a:pt x="6" y="152"/>
                  </a:lnTo>
                  <a:lnTo>
                    <a:pt x="17" y="165"/>
                  </a:lnTo>
                  <a:lnTo>
                    <a:pt x="31" y="175"/>
                  </a:lnTo>
                  <a:lnTo>
                    <a:pt x="48" y="177"/>
                  </a:lnTo>
                  <a:lnTo>
                    <a:pt x="68" y="171"/>
                  </a:lnTo>
                  <a:lnTo>
                    <a:pt x="67" y="1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8027" name="Freeform 41"/>
            <p:cNvSpPr>
              <a:spLocks/>
            </p:cNvSpPr>
            <p:nvPr/>
          </p:nvSpPr>
          <p:spPr bwMode="auto">
            <a:xfrm>
              <a:off x="931" y="1456"/>
              <a:ext cx="280" cy="158"/>
            </a:xfrm>
            <a:custGeom>
              <a:avLst/>
              <a:gdLst>
                <a:gd name="T0" fmla="*/ 1 w 1402"/>
                <a:gd name="T1" fmla="*/ 6 h 787"/>
                <a:gd name="T2" fmla="*/ 1 w 1402"/>
                <a:gd name="T3" fmla="*/ 6 h 787"/>
                <a:gd name="T4" fmla="*/ 11 w 1402"/>
                <a:gd name="T5" fmla="*/ 1 h 787"/>
                <a:gd name="T6" fmla="*/ 11 w 1402"/>
                <a:gd name="T7" fmla="*/ 0 h 787"/>
                <a:gd name="T8" fmla="*/ 0 w 1402"/>
                <a:gd name="T9" fmla="*/ 6 h 787"/>
                <a:gd name="T10" fmla="*/ 0 w 1402"/>
                <a:gd name="T11" fmla="*/ 6 h 787"/>
                <a:gd name="T12" fmla="*/ 0 w 1402"/>
                <a:gd name="T13" fmla="*/ 6 h 787"/>
                <a:gd name="T14" fmla="*/ 0 w 1402"/>
                <a:gd name="T15" fmla="*/ 6 h 787"/>
                <a:gd name="T16" fmla="*/ 0 w 1402"/>
                <a:gd name="T17" fmla="*/ 6 h 787"/>
                <a:gd name="T18" fmla="*/ 0 w 1402"/>
                <a:gd name="T19" fmla="*/ 6 h 787"/>
                <a:gd name="T20" fmla="*/ 0 w 1402"/>
                <a:gd name="T21" fmla="*/ 6 h 787"/>
                <a:gd name="T22" fmla="*/ 0 w 1402"/>
                <a:gd name="T23" fmla="*/ 6 h 787"/>
                <a:gd name="T24" fmla="*/ 0 w 1402"/>
                <a:gd name="T25" fmla="*/ 6 h 787"/>
                <a:gd name="T26" fmla="*/ 0 w 1402"/>
                <a:gd name="T27" fmla="*/ 6 h 787"/>
                <a:gd name="T28" fmla="*/ 1 w 1402"/>
                <a:gd name="T29" fmla="*/ 6 h 787"/>
                <a:gd name="T30" fmla="*/ 1 w 1402"/>
                <a:gd name="T31" fmla="*/ 6 h 78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02"/>
                <a:gd name="T49" fmla="*/ 0 h 787"/>
                <a:gd name="T50" fmla="*/ 1402 w 1402"/>
                <a:gd name="T51" fmla="*/ 787 h 78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02" h="787">
                  <a:moveTo>
                    <a:pt x="69" y="781"/>
                  </a:moveTo>
                  <a:lnTo>
                    <a:pt x="66" y="781"/>
                  </a:lnTo>
                  <a:lnTo>
                    <a:pt x="1402" y="82"/>
                  </a:lnTo>
                  <a:lnTo>
                    <a:pt x="1360" y="0"/>
                  </a:lnTo>
                  <a:lnTo>
                    <a:pt x="24" y="699"/>
                  </a:lnTo>
                  <a:lnTo>
                    <a:pt x="22" y="699"/>
                  </a:lnTo>
                  <a:lnTo>
                    <a:pt x="24" y="699"/>
                  </a:lnTo>
                  <a:lnTo>
                    <a:pt x="8" y="712"/>
                  </a:lnTo>
                  <a:lnTo>
                    <a:pt x="1" y="727"/>
                  </a:lnTo>
                  <a:lnTo>
                    <a:pt x="0" y="744"/>
                  </a:lnTo>
                  <a:lnTo>
                    <a:pt x="5" y="761"/>
                  </a:lnTo>
                  <a:lnTo>
                    <a:pt x="15" y="775"/>
                  </a:lnTo>
                  <a:lnTo>
                    <a:pt x="30" y="784"/>
                  </a:lnTo>
                  <a:lnTo>
                    <a:pt x="46" y="787"/>
                  </a:lnTo>
                  <a:lnTo>
                    <a:pt x="66" y="781"/>
                  </a:lnTo>
                  <a:lnTo>
                    <a:pt x="69" y="7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8028" name="Freeform 42"/>
            <p:cNvSpPr>
              <a:spLocks/>
            </p:cNvSpPr>
            <p:nvPr/>
          </p:nvSpPr>
          <p:spPr bwMode="auto">
            <a:xfrm>
              <a:off x="868" y="1596"/>
              <a:ext cx="77" cy="126"/>
            </a:xfrm>
            <a:custGeom>
              <a:avLst/>
              <a:gdLst>
                <a:gd name="T0" fmla="*/ 1 w 382"/>
                <a:gd name="T1" fmla="*/ 5 h 628"/>
                <a:gd name="T2" fmla="*/ 1 w 382"/>
                <a:gd name="T3" fmla="*/ 5 h 628"/>
                <a:gd name="T4" fmla="*/ 1 w 382"/>
                <a:gd name="T5" fmla="*/ 4 h 628"/>
                <a:gd name="T6" fmla="*/ 1 w 382"/>
                <a:gd name="T7" fmla="*/ 4 h 628"/>
                <a:gd name="T8" fmla="*/ 1 w 382"/>
                <a:gd name="T9" fmla="*/ 4 h 628"/>
                <a:gd name="T10" fmla="*/ 1 w 382"/>
                <a:gd name="T11" fmla="*/ 3 h 628"/>
                <a:gd name="T12" fmla="*/ 1 w 382"/>
                <a:gd name="T13" fmla="*/ 3 h 628"/>
                <a:gd name="T14" fmla="*/ 1 w 382"/>
                <a:gd name="T15" fmla="*/ 3 h 628"/>
                <a:gd name="T16" fmla="*/ 1 w 382"/>
                <a:gd name="T17" fmla="*/ 3 h 628"/>
                <a:gd name="T18" fmla="*/ 1 w 382"/>
                <a:gd name="T19" fmla="*/ 2 h 628"/>
                <a:gd name="T20" fmla="*/ 2 w 382"/>
                <a:gd name="T21" fmla="*/ 2 h 628"/>
                <a:gd name="T22" fmla="*/ 2 w 382"/>
                <a:gd name="T23" fmla="*/ 2 h 628"/>
                <a:gd name="T24" fmla="*/ 2 w 382"/>
                <a:gd name="T25" fmla="*/ 2 h 628"/>
                <a:gd name="T26" fmla="*/ 2 w 382"/>
                <a:gd name="T27" fmla="*/ 1 h 628"/>
                <a:gd name="T28" fmla="*/ 2 w 382"/>
                <a:gd name="T29" fmla="*/ 1 h 628"/>
                <a:gd name="T30" fmla="*/ 3 w 382"/>
                <a:gd name="T31" fmla="*/ 1 h 628"/>
                <a:gd name="T32" fmla="*/ 3 w 382"/>
                <a:gd name="T33" fmla="*/ 1 h 628"/>
                <a:gd name="T34" fmla="*/ 3 w 382"/>
                <a:gd name="T35" fmla="*/ 1 h 628"/>
                <a:gd name="T36" fmla="*/ 3 w 382"/>
                <a:gd name="T37" fmla="*/ 0 h 628"/>
                <a:gd name="T38" fmla="*/ 2 w 382"/>
                <a:gd name="T39" fmla="*/ 0 h 628"/>
                <a:gd name="T40" fmla="*/ 2 w 382"/>
                <a:gd name="T41" fmla="*/ 0 h 628"/>
                <a:gd name="T42" fmla="*/ 2 w 382"/>
                <a:gd name="T43" fmla="*/ 1 h 628"/>
                <a:gd name="T44" fmla="*/ 2 w 382"/>
                <a:gd name="T45" fmla="*/ 1 h 628"/>
                <a:gd name="T46" fmla="*/ 1 w 382"/>
                <a:gd name="T47" fmla="*/ 1 h 628"/>
                <a:gd name="T48" fmla="*/ 1 w 382"/>
                <a:gd name="T49" fmla="*/ 1 h 628"/>
                <a:gd name="T50" fmla="*/ 1 w 382"/>
                <a:gd name="T51" fmla="*/ 2 h 628"/>
                <a:gd name="T52" fmla="*/ 1 w 382"/>
                <a:gd name="T53" fmla="*/ 2 h 628"/>
                <a:gd name="T54" fmla="*/ 1 w 382"/>
                <a:gd name="T55" fmla="*/ 2 h 628"/>
                <a:gd name="T56" fmla="*/ 0 w 382"/>
                <a:gd name="T57" fmla="*/ 3 h 628"/>
                <a:gd name="T58" fmla="*/ 0 w 382"/>
                <a:gd name="T59" fmla="*/ 3 h 628"/>
                <a:gd name="T60" fmla="*/ 0 w 382"/>
                <a:gd name="T61" fmla="*/ 3 h 628"/>
                <a:gd name="T62" fmla="*/ 0 w 382"/>
                <a:gd name="T63" fmla="*/ 4 h 628"/>
                <a:gd name="T64" fmla="*/ 0 w 382"/>
                <a:gd name="T65" fmla="*/ 4 h 628"/>
                <a:gd name="T66" fmla="*/ 0 w 382"/>
                <a:gd name="T67" fmla="*/ 4 h 628"/>
                <a:gd name="T68" fmla="*/ 0 w 382"/>
                <a:gd name="T69" fmla="*/ 5 h 628"/>
                <a:gd name="T70" fmla="*/ 0 w 382"/>
                <a:gd name="T71" fmla="*/ 5 h 628"/>
                <a:gd name="T72" fmla="*/ 0 w 382"/>
                <a:gd name="T73" fmla="*/ 5 h 628"/>
                <a:gd name="T74" fmla="*/ 0 w 382"/>
                <a:gd name="T75" fmla="*/ 5 h 628"/>
                <a:gd name="T76" fmla="*/ 0 w 382"/>
                <a:gd name="T77" fmla="*/ 5 h 628"/>
                <a:gd name="T78" fmla="*/ 0 w 382"/>
                <a:gd name="T79" fmla="*/ 5 h 628"/>
                <a:gd name="T80" fmla="*/ 0 w 382"/>
                <a:gd name="T81" fmla="*/ 5 h 628"/>
                <a:gd name="T82" fmla="*/ 1 w 382"/>
                <a:gd name="T83" fmla="*/ 5 h 628"/>
                <a:gd name="T84" fmla="*/ 1 w 382"/>
                <a:gd name="T85" fmla="*/ 5 h 628"/>
                <a:gd name="T86" fmla="*/ 1 w 382"/>
                <a:gd name="T87" fmla="*/ 5 h 628"/>
                <a:gd name="T88" fmla="*/ 1 w 382"/>
                <a:gd name="T89" fmla="*/ 5 h 628"/>
                <a:gd name="T90" fmla="*/ 1 w 382"/>
                <a:gd name="T91" fmla="*/ 5 h 628"/>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382"/>
                <a:gd name="T139" fmla="*/ 0 h 628"/>
                <a:gd name="T140" fmla="*/ 382 w 382"/>
                <a:gd name="T141" fmla="*/ 628 h 628"/>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382" h="628">
                  <a:moveTo>
                    <a:pt x="94" y="581"/>
                  </a:moveTo>
                  <a:lnTo>
                    <a:pt x="94" y="582"/>
                  </a:lnTo>
                  <a:lnTo>
                    <a:pt x="96" y="541"/>
                  </a:lnTo>
                  <a:lnTo>
                    <a:pt x="99" y="500"/>
                  </a:lnTo>
                  <a:lnTo>
                    <a:pt x="106" y="463"/>
                  </a:lnTo>
                  <a:lnTo>
                    <a:pt x="115" y="424"/>
                  </a:lnTo>
                  <a:lnTo>
                    <a:pt x="127" y="389"/>
                  </a:lnTo>
                  <a:lnTo>
                    <a:pt x="140" y="353"/>
                  </a:lnTo>
                  <a:lnTo>
                    <a:pt x="156" y="320"/>
                  </a:lnTo>
                  <a:lnTo>
                    <a:pt x="173" y="287"/>
                  </a:lnTo>
                  <a:lnTo>
                    <a:pt x="193" y="255"/>
                  </a:lnTo>
                  <a:lnTo>
                    <a:pt x="214" y="226"/>
                  </a:lnTo>
                  <a:lnTo>
                    <a:pt x="238" y="198"/>
                  </a:lnTo>
                  <a:lnTo>
                    <a:pt x="263" y="172"/>
                  </a:lnTo>
                  <a:lnTo>
                    <a:pt x="290" y="146"/>
                  </a:lnTo>
                  <a:lnTo>
                    <a:pt x="318" y="122"/>
                  </a:lnTo>
                  <a:lnTo>
                    <a:pt x="349" y="101"/>
                  </a:lnTo>
                  <a:lnTo>
                    <a:pt x="382" y="82"/>
                  </a:lnTo>
                  <a:lnTo>
                    <a:pt x="335" y="0"/>
                  </a:lnTo>
                  <a:lnTo>
                    <a:pt x="297" y="23"/>
                  </a:lnTo>
                  <a:lnTo>
                    <a:pt x="262" y="49"/>
                  </a:lnTo>
                  <a:lnTo>
                    <a:pt x="229" y="76"/>
                  </a:lnTo>
                  <a:lnTo>
                    <a:pt x="198" y="104"/>
                  </a:lnTo>
                  <a:lnTo>
                    <a:pt x="167" y="137"/>
                  </a:lnTo>
                  <a:lnTo>
                    <a:pt x="142" y="170"/>
                  </a:lnTo>
                  <a:lnTo>
                    <a:pt x="116" y="204"/>
                  </a:lnTo>
                  <a:lnTo>
                    <a:pt x="94" y="240"/>
                  </a:lnTo>
                  <a:lnTo>
                    <a:pt x="74" y="278"/>
                  </a:lnTo>
                  <a:lnTo>
                    <a:pt x="54" y="317"/>
                  </a:lnTo>
                  <a:lnTo>
                    <a:pt x="38" y="359"/>
                  </a:lnTo>
                  <a:lnTo>
                    <a:pt x="26" y="401"/>
                  </a:lnTo>
                  <a:lnTo>
                    <a:pt x="15" y="444"/>
                  </a:lnTo>
                  <a:lnTo>
                    <a:pt x="8" y="489"/>
                  </a:lnTo>
                  <a:lnTo>
                    <a:pt x="2" y="534"/>
                  </a:lnTo>
                  <a:lnTo>
                    <a:pt x="0" y="580"/>
                  </a:lnTo>
                  <a:lnTo>
                    <a:pt x="0" y="581"/>
                  </a:lnTo>
                  <a:lnTo>
                    <a:pt x="0" y="580"/>
                  </a:lnTo>
                  <a:lnTo>
                    <a:pt x="3" y="600"/>
                  </a:lnTo>
                  <a:lnTo>
                    <a:pt x="14" y="615"/>
                  </a:lnTo>
                  <a:lnTo>
                    <a:pt x="29" y="625"/>
                  </a:lnTo>
                  <a:lnTo>
                    <a:pt x="45" y="628"/>
                  </a:lnTo>
                  <a:lnTo>
                    <a:pt x="63" y="626"/>
                  </a:lnTo>
                  <a:lnTo>
                    <a:pt x="78" y="616"/>
                  </a:lnTo>
                  <a:lnTo>
                    <a:pt x="89" y="602"/>
                  </a:lnTo>
                  <a:lnTo>
                    <a:pt x="94" y="582"/>
                  </a:lnTo>
                  <a:lnTo>
                    <a:pt x="94" y="5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8029" name="Freeform 43"/>
            <p:cNvSpPr>
              <a:spLocks/>
            </p:cNvSpPr>
            <p:nvPr/>
          </p:nvSpPr>
          <p:spPr bwMode="auto">
            <a:xfrm>
              <a:off x="868" y="1712"/>
              <a:ext cx="19" cy="364"/>
            </a:xfrm>
            <a:custGeom>
              <a:avLst/>
              <a:gdLst>
                <a:gd name="T0" fmla="*/ 1 w 94"/>
                <a:gd name="T1" fmla="*/ 14 h 1818"/>
                <a:gd name="T2" fmla="*/ 1 w 94"/>
                <a:gd name="T3" fmla="*/ 14 h 1818"/>
                <a:gd name="T4" fmla="*/ 1 w 94"/>
                <a:gd name="T5" fmla="*/ 0 h 1818"/>
                <a:gd name="T6" fmla="*/ 0 w 94"/>
                <a:gd name="T7" fmla="*/ 0 h 1818"/>
                <a:gd name="T8" fmla="*/ 0 w 94"/>
                <a:gd name="T9" fmla="*/ 14 h 1818"/>
                <a:gd name="T10" fmla="*/ 0 w 94"/>
                <a:gd name="T11" fmla="*/ 14 h 1818"/>
                <a:gd name="T12" fmla="*/ 0 w 94"/>
                <a:gd name="T13" fmla="*/ 14 h 1818"/>
                <a:gd name="T14" fmla="*/ 0 w 94"/>
                <a:gd name="T15" fmla="*/ 14 h 1818"/>
                <a:gd name="T16" fmla="*/ 0 w 94"/>
                <a:gd name="T17" fmla="*/ 14 h 1818"/>
                <a:gd name="T18" fmla="*/ 0 w 94"/>
                <a:gd name="T19" fmla="*/ 15 h 1818"/>
                <a:gd name="T20" fmla="*/ 0 w 94"/>
                <a:gd name="T21" fmla="*/ 15 h 1818"/>
                <a:gd name="T22" fmla="*/ 1 w 94"/>
                <a:gd name="T23" fmla="*/ 15 h 1818"/>
                <a:gd name="T24" fmla="*/ 1 w 94"/>
                <a:gd name="T25" fmla="*/ 14 h 1818"/>
                <a:gd name="T26" fmla="*/ 1 w 94"/>
                <a:gd name="T27" fmla="*/ 14 h 1818"/>
                <a:gd name="T28" fmla="*/ 1 w 94"/>
                <a:gd name="T29" fmla="*/ 14 h 1818"/>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94"/>
                <a:gd name="T46" fmla="*/ 0 h 1818"/>
                <a:gd name="T47" fmla="*/ 94 w 94"/>
                <a:gd name="T48" fmla="*/ 1818 h 1818"/>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94" h="1818">
                  <a:moveTo>
                    <a:pt x="94" y="1771"/>
                  </a:moveTo>
                  <a:lnTo>
                    <a:pt x="94" y="1771"/>
                  </a:lnTo>
                  <a:lnTo>
                    <a:pt x="94" y="0"/>
                  </a:lnTo>
                  <a:lnTo>
                    <a:pt x="0" y="0"/>
                  </a:lnTo>
                  <a:lnTo>
                    <a:pt x="0" y="1771"/>
                  </a:lnTo>
                  <a:lnTo>
                    <a:pt x="3" y="1791"/>
                  </a:lnTo>
                  <a:lnTo>
                    <a:pt x="15" y="1806"/>
                  </a:lnTo>
                  <a:lnTo>
                    <a:pt x="29" y="1814"/>
                  </a:lnTo>
                  <a:lnTo>
                    <a:pt x="47" y="1818"/>
                  </a:lnTo>
                  <a:lnTo>
                    <a:pt x="64" y="1814"/>
                  </a:lnTo>
                  <a:lnTo>
                    <a:pt x="79" y="1806"/>
                  </a:lnTo>
                  <a:lnTo>
                    <a:pt x="90" y="1791"/>
                  </a:lnTo>
                  <a:lnTo>
                    <a:pt x="94" y="17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8030" name="Freeform 44"/>
            <p:cNvSpPr>
              <a:spLocks/>
            </p:cNvSpPr>
            <p:nvPr/>
          </p:nvSpPr>
          <p:spPr bwMode="auto">
            <a:xfrm>
              <a:off x="868" y="2067"/>
              <a:ext cx="90" cy="160"/>
            </a:xfrm>
            <a:custGeom>
              <a:avLst/>
              <a:gdLst>
                <a:gd name="T0" fmla="*/ 3 w 449"/>
                <a:gd name="T1" fmla="*/ 6 h 803"/>
                <a:gd name="T2" fmla="*/ 3 w 449"/>
                <a:gd name="T3" fmla="*/ 6 h 803"/>
                <a:gd name="T4" fmla="*/ 3 w 449"/>
                <a:gd name="T5" fmla="*/ 5 h 803"/>
                <a:gd name="T6" fmla="*/ 3 w 449"/>
                <a:gd name="T7" fmla="*/ 5 h 803"/>
                <a:gd name="T8" fmla="*/ 3 w 449"/>
                <a:gd name="T9" fmla="*/ 5 h 803"/>
                <a:gd name="T10" fmla="*/ 2 w 449"/>
                <a:gd name="T11" fmla="*/ 5 h 803"/>
                <a:gd name="T12" fmla="*/ 2 w 449"/>
                <a:gd name="T13" fmla="*/ 4 h 803"/>
                <a:gd name="T14" fmla="*/ 2 w 449"/>
                <a:gd name="T15" fmla="*/ 4 h 803"/>
                <a:gd name="T16" fmla="*/ 2 w 449"/>
                <a:gd name="T17" fmla="*/ 4 h 803"/>
                <a:gd name="T18" fmla="*/ 2 w 449"/>
                <a:gd name="T19" fmla="*/ 3 h 803"/>
                <a:gd name="T20" fmla="*/ 1 w 449"/>
                <a:gd name="T21" fmla="*/ 3 h 803"/>
                <a:gd name="T22" fmla="*/ 1 w 449"/>
                <a:gd name="T23" fmla="*/ 2 h 803"/>
                <a:gd name="T24" fmla="*/ 1 w 449"/>
                <a:gd name="T25" fmla="*/ 2 h 803"/>
                <a:gd name="T26" fmla="*/ 1 w 449"/>
                <a:gd name="T27" fmla="*/ 2 h 803"/>
                <a:gd name="T28" fmla="*/ 1 w 449"/>
                <a:gd name="T29" fmla="*/ 1 h 803"/>
                <a:gd name="T30" fmla="*/ 1 w 449"/>
                <a:gd name="T31" fmla="*/ 1 h 803"/>
                <a:gd name="T32" fmla="*/ 1 w 449"/>
                <a:gd name="T33" fmla="*/ 0 h 803"/>
                <a:gd name="T34" fmla="*/ 1 w 449"/>
                <a:gd name="T35" fmla="*/ 0 h 803"/>
                <a:gd name="T36" fmla="*/ 0 w 449"/>
                <a:gd name="T37" fmla="*/ 0 h 803"/>
                <a:gd name="T38" fmla="*/ 0 w 449"/>
                <a:gd name="T39" fmla="*/ 0 h 803"/>
                <a:gd name="T40" fmla="*/ 0 w 449"/>
                <a:gd name="T41" fmla="*/ 1 h 803"/>
                <a:gd name="T42" fmla="*/ 0 w 449"/>
                <a:gd name="T43" fmla="*/ 1 h 803"/>
                <a:gd name="T44" fmla="*/ 0 w 449"/>
                <a:gd name="T45" fmla="*/ 2 h 803"/>
                <a:gd name="T46" fmla="*/ 0 w 449"/>
                <a:gd name="T47" fmla="*/ 2 h 803"/>
                <a:gd name="T48" fmla="*/ 0 w 449"/>
                <a:gd name="T49" fmla="*/ 3 h 803"/>
                <a:gd name="T50" fmla="*/ 1 w 449"/>
                <a:gd name="T51" fmla="*/ 3 h 803"/>
                <a:gd name="T52" fmla="*/ 1 w 449"/>
                <a:gd name="T53" fmla="*/ 4 h 803"/>
                <a:gd name="T54" fmla="*/ 1 w 449"/>
                <a:gd name="T55" fmla="*/ 4 h 803"/>
                <a:gd name="T56" fmla="*/ 1 w 449"/>
                <a:gd name="T57" fmla="*/ 4 h 803"/>
                <a:gd name="T58" fmla="*/ 2 w 449"/>
                <a:gd name="T59" fmla="*/ 5 h 803"/>
                <a:gd name="T60" fmla="*/ 2 w 449"/>
                <a:gd name="T61" fmla="*/ 5 h 803"/>
                <a:gd name="T62" fmla="*/ 2 w 449"/>
                <a:gd name="T63" fmla="*/ 5 h 803"/>
                <a:gd name="T64" fmla="*/ 2 w 449"/>
                <a:gd name="T65" fmla="*/ 6 h 803"/>
                <a:gd name="T66" fmla="*/ 3 w 449"/>
                <a:gd name="T67" fmla="*/ 6 h 803"/>
                <a:gd name="T68" fmla="*/ 3 w 449"/>
                <a:gd name="T69" fmla="*/ 6 h 803"/>
                <a:gd name="T70" fmla="*/ 3 w 449"/>
                <a:gd name="T71" fmla="*/ 6 h 803"/>
                <a:gd name="T72" fmla="*/ 3 w 449"/>
                <a:gd name="T73" fmla="*/ 6 h 803"/>
                <a:gd name="T74" fmla="*/ 3 w 449"/>
                <a:gd name="T75" fmla="*/ 6 h 803"/>
                <a:gd name="T76" fmla="*/ 3 w 449"/>
                <a:gd name="T77" fmla="*/ 6 h 803"/>
                <a:gd name="T78" fmla="*/ 3 w 449"/>
                <a:gd name="T79" fmla="*/ 6 h 803"/>
                <a:gd name="T80" fmla="*/ 4 w 449"/>
                <a:gd name="T81" fmla="*/ 6 h 803"/>
                <a:gd name="T82" fmla="*/ 4 w 449"/>
                <a:gd name="T83" fmla="*/ 6 h 803"/>
                <a:gd name="T84" fmla="*/ 4 w 449"/>
                <a:gd name="T85" fmla="*/ 6 h 803"/>
                <a:gd name="T86" fmla="*/ 4 w 449"/>
                <a:gd name="T87" fmla="*/ 6 h 803"/>
                <a:gd name="T88" fmla="*/ 3 w 449"/>
                <a:gd name="T89" fmla="*/ 6 h 803"/>
                <a:gd name="T90" fmla="*/ 3 w 449"/>
                <a:gd name="T91" fmla="*/ 6 h 80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449"/>
                <a:gd name="T139" fmla="*/ 0 h 803"/>
                <a:gd name="T140" fmla="*/ 449 w 449"/>
                <a:gd name="T141" fmla="*/ 803 h 80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449" h="803">
                  <a:moveTo>
                    <a:pt x="426" y="717"/>
                  </a:moveTo>
                  <a:lnTo>
                    <a:pt x="427" y="717"/>
                  </a:lnTo>
                  <a:lnTo>
                    <a:pt x="395" y="693"/>
                  </a:lnTo>
                  <a:lnTo>
                    <a:pt x="361" y="662"/>
                  </a:lnTo>
                  <a:lnTo>
                    <a:pt x="329" y="628"/>
                  </a:lnTo>
                  <a:lnTo>
                    <a:pt x="299" y="591"/>
                  </a:lnTo>
                  <a:lnTo>
                    <a:pt x="269" y="551"/>
                  </a:lnTo>
                  <a:lnTo>
                    <a:pt x="241" y="507"/>
                  </a:lnTo>
                  <a:lnTo>
                    <a:pt x="215" y="460"/>
                  </a:lnTo>
                  <a:lnTo>
                    <a:pt x="191" y="412"/>
                  </a:lnTo>
                  <a:lnTo>
                    <a:pt x="170" y="363"/>
                  </a:lnTo>
                  <a:lnTo>
                    <a:pt x="151" y="312"/>
                  </a:lnTo>
                  <a:lnTo>
                    <a:pt x="133" y="259"/>
                  </a:lnTo>
                  <a:lnTo>
                    <a:pt x="119" y="207"/>
                  </a:lnTo>
                  <a:lnTo>
                    <a:pt x="108" y="156"/>
                  </a:lnTo>
                  <a:lnTo>
                    <a:pt x="101" y="103"/>
                  </a:lnTo>
                  <a:lnTo>
                    <a:pt x="96" y="51"/>
                  </a:lnTo>
                  <a:lnTo>
                    <a:pt x="94" y="0"/>
                  </a:lnTo>
                  <a:lnTo>
                    <a:pt x="0" y="0"/>
                  </a:lnTo>
                  <a:lnTo>
                    <a:pt x="2" y="56"/>
                  </a:lnTo>
                  <a:lnTo>
                    <a:pt x="7" y="115"/>
                  </a:lnTo>
                  <a:lnTo>
                    <a:pt x="16" y="172"/>
                  </a:lnTo>
                  <a:lnTo>
                    <a:pt x="28" y="231"/>
                  </a:lnTo>
                  <a:lnTo>
                    <a:pt x="44" y="287"/>
                  </a:lnTo>
                  <a:lnTo>
                    <a:pt x="62" y="342"/>
                  </a:lnTo>
                  <a:lnTo>
                    <a:pt x="83" y="398"/>
                  </a:lnTo>
                  <a:lnTo>
                    <a:pt x="106" y="452"/>
                  </a:lnTo>
                  <a:lnTo>
                    <a:pt x="133" y="505"/>
                  </a:lnTo>
                  <a:lnTo>
                    <a:pt x="161" y="554"/>
                  </a:lnTo>
                  <a:lnTo>
                    <a:pt x="192" y="602"/>
                  </a:lnTo>
                  <a:lnTo>
                    <a:pt x="224" y="647"/>
                  </a:lnTo>
                  <a:lnTo>
                    <a:pt x="259" y="689"/>
                  </a:lnTo>
                  <a:lnTo>
                    <a:pt x="295" y="728"/>
                  </a:lnTo>
                  <a:lnTo>
                    <a:pt x="334" y="763"/>
                  </a:lnTo>
                  <a:lnTo>
                    <a:pt x="374" y="795"/>
                  </a:lnTo>
                  <a:lnTo>
                    <a:pt x="375" y="795"/>
                  </a:lnTo>
                  <a:lnTo>
                    <a:pt x="374" y="795"/>
                  </a:lnTo>
                  <a:lnTo>
                    <a:pt x="392" y="803"/>
                  </a:lnTo>
                  <a:lnTo>
                    <a:pt x="411" y="803"/>
                  </a:lnTo>
                  <a:lnTo>
                    <a:pt x="426" y="795"/>
                  </a:lnTo>
                  <a:lnTo>
                    <a:pt x="439" y="782"/>
                  </a:lnTo>
                  <a:lnTo>
                    <a:pt x="446" y="766"/>
                  </a:lnTo>
                  <a:lnTo>
                    <a:pt x="449" y="749"/>
                  </a:lnTo>
                  <a:lnTo>
                    <a:pt x="441" y="732"/>
                  </a:lnTo>
                  <a:lnTo>
                    <a:pt x="427" y="717"/>
                  </a:lnTo>
                  <a:lnTo>
                    <a:pt x="426" y="71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8031" name="Freeform 45"/>
            <p:cNvSpPr>
              <a:spLocks/>
            </p:cNvSpPr>
            <p:nvPr/>
          </p:nvSpPr>
          <p:spPr bwMode="auto">
            <a:xfrm>
              <a:off x="883" y="1673"/>
              <a:ext cx="379" cy="690"/>
            </a:xfrm>
            <a:custGeom>
              <a:avLst/>
              <a:gdLst>
                <a:gd name="T0" fmla="*/ 12 w 1897"/>
                <a:gd name="T1" fmla="*/ 6 h 3450"/>
                <a:gd name="T2" fmla="*/ 13 w 1897"/>
                <a:gd name="T3" fmla="*/ 7 h 3450"/>
                <a:gd name="T4" fmla="*/ 13 w 1897"/>
                <a:gd name="T5" fmla="*/ 7 h 3450"/>
                <a:gd name="T6" fmla="*/ 14 w 1897"/>
                <a:gd name="T7" fmla="*/ 8 h 3450"/>
                <a:gd name="T8" fmla="*/ 14 w 1897"/>
                <a:gd name="T9" fmla="*/ 9 h 3450"/>
                <a:gd name="T10" fmla="*/ 15 w 1897"/>
                <a:gd name="T11" fmla="*/ 10 h 3450"/>
                <a:gd name="T12" fmla="*/ 15 w 1897"/>
                <a:gd name="T13" fmla="*/ 11 h 3450"/>
                <a:gd name="T14" fmla="*/ 15 w 1897"/>
                <a:gd name="T15" fmla="*/ 11 h 3450"/>
                <a:gd name="T16" fmla="*/ 15 w 1897"/>
                <a:gd name="T17" fmla="*/ 12 h 3450"/>
                <a:gd name="T18" fmla="*/ 15 w 1897"/>
                <a:gd name="T19" fmla="*/ 26 h 3450"/>
                <a:gd name="T20" fmla="*/ 15 w 1897"/>
                <a:gd name="T21" fmla="*/ 26 h 3450"/>
                <a:gd name="T22" fmla="*/ 15 w 1897"/>
                <a:gd name="T23" fmla="*/ 27 h 3450"/>
                <a:gd name="T24" fmla="*/ 15 w 1897"/>
                <a:gd name="T25" fmla="*/ 27 h 3450"/>
                <a:gd name="T26" fmla="*/ 14 w 1897"/>
                <a:gd name="T27" fmla="*/ 27 h 3450"/>
                <a:gd name="T28" fmla="*/ 14 w 1897"/>
                <a:gd name="T29" fmla="*/ 28 h 3450"/>
                <a:gd name="T30" fmla="*/ 13 w 1897"/>
                <a:gd name="T31" fmla="*/ 28 h 3450"/>
                <a:gd name="T32" fmla="*/ 13 w 1897"/>
                <a:gd name="T33" fmla="*/ 27 h 3450"/>
                <a:gd name="T34" fmla="*/ 3 w 1897"/>
                <a:gd name="T35" fmla="*/ 21 h 3450"/>
                <a:gd name="T36" fmla="*/ 2 w 1897"/>
                <a:gd name="T37" fmla="*/ 21 h 3450"/>
                <a:gd name="T38" fmla="*/ 2 w 1897"/>
                <a:gd name="T39" fmla="*/ 20 h 3450"/>
                <a:gd name="T40" fmla="*/ 1 w 1897"/>
                <a:gd name="T41" fmla="*/ 19 h 3450"/>
                <a:gd name="T42" fmla="*/ 1 w 1897"/>
                <a:gd name="T43" fmla="*/ 19 h 3450"/>
                <a:gd name="T44" fmla="*/ 0 w 1897"/>
                <a:gd name="T45" fmla="*/ 18 h 3450"/>
                <a:gd name="T46" fmla="*/ 0 w 1897"/>
                <a:gd name="T47" fmla="*/ 17 h 3450"/>
                <a:gd name="T48" fmla="*/ 0 w 1897"/>
                <a:gd name="T49" fmla="*/ 16 h 3450"/>
                <a:gd name="T50" fmla="*/ 0 w 1897"/>
                <a:gd name="T51" fmla="*/ 15 h 3450"/>
                <a:gd name="T52" fmla="*/ 0 w 1897"/>
                <a:gd name="T53" fmla="*/ 2 h 3450"/>
                <a:gd name="T54" fmla="*/ 0 w 1897"/>
                <a:gd name="T55" fmla="*/ 1 h 3450"/>
                <a:gd name="T56" fmla="*/ 0 w 1897"/>
                <a:gd name="T57" fmla="*/ 1 h 3450"/>
                <a:gd name="T58" fmla="*/ 1 w 1897"/>
                <a:gd name="T59" fmla="*/ 0 h 3450"/>
                <a:gd name="T60" fmla="*/ 1 w 1897"/>
                <a:gd name="T61" fmla="*/ 0 h 3450"/>
                <a:gd name="T62" fmla="*/ 1 w 1897"/>
                <a:gd name="T63" fmla="*/ 0 h 3450"/>
                <a:gd name="T64" fmla="*/ 2 w 1897"/>
                <a:gd name="T65" fmla="*/ 0 h 3450"/>
                <a:gd name="T66" fmla="*/ 3 w 1897"/>
                <a:gd name="T67" fmla="*/ 0 h 3450"/>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897"/>
                <a:gd name="T103" fmla="*/ 0 h 3450"/>
                <a:gd name="T104" fmla="*/ 1897 w 1897"/>
                <a:gd name="T105" fmla="*/ 3450 h 3450"/>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897" h="3450">
                  <a:moveTo>
                    <a:pt x="357" y="49"/>
                  </a:moveTo>
                  <a:lnTo>
                    <a:pt x="1542" y="806"/>
                  </a:lnTo>
                  <a:lnTo>
                    <a:pt x="1579" y="832"/>
                  </a:lnTo>
                  <a:lnTo>
                    <a:pt x="1614" y="861"/>
                  </a:lnTo>
                  <a:lnTo>
                    <a:pt x="1648" y="895"/>
                  </a:lnTo>
                  <a:lnTo>
                    <a:pt x="1681" y="933"/>
                  </a:lnTo>
                  <a:lnTo>
                    <a:pt x="1711" y="973"/>
                  </a:lnTo>
                  <a:lnTo>
                    <a:pt x="1740" y="1016"/>
                  </a:lnTo>
                  <a:lnTo>
                    <a:pt x="1768" y="1062"/>
                  </a:lnTo>
                  <a:lnTo>
                    <a:pt x="1793" y="1109"/>
                  </a:lnTo>
                  <a:lnTo>
                    <a:pt x="1816" y="1158"/>
                  </a:lnTo>
                  <a:lnTo>
                    <a:pt x="1836" y="1208"/>
                  </a:lnTo>
                  <a:lnTo>
                    <a:pt x="1854" y="1260"/>
                  </a:lnTo>
                  <a:lnTo>
                    <a:pt x="1869" y="1313"/>
                  </a:lnTo>
                  <a:lnTo>
                    <a:pt x="1881" y="1364"/>
                  </a:lnTo>
                  <a:lnTo>
                    <a:pt x="1890" y="1417"/>
                  </a:lnTo>
                  <a:lnTo>
                    <a:pt x="1895" y="1469"/>
                  </a:lnTo>
                  <a:lnTo>
                    <a:pt x="1897" y="1519"/>
                  </a:lnTo>
                  <a:lnTo>
                    <a:pt x="1897" y="3142"/>
                  </a:lnTo>
                  <a:lnTo>
                    <a:pt x="1895" y="3190"/>
                  </a:lnTo>
                  <a:lnTo>
                    <a:pt x="1890" y="3235"/>
                  </a:lnTo>
                  <a:lnTo>
                    <a:pt x="1881" y="3276"/>
                  </a:lnTo>
                  <a:lnTo>
                    <a:pt x="1869" y="3313"/>
                  </a:lnTo>
                  <a:lnTo>
                    <a:pt x="1854" y="3346"/>
                  </a:lnTo>
                  <a:lnTo>
                    <a:pt x="1836" y="3375"/>
                  </a:lnTo>
                  <a:lnTo>
                    <a:pt x="1816" y="3398"/>
                  </a:lnTo>
                  <a:lnTo>
                    <a:pt x="1793" y="3418"/>
                  </a:lnTo>
                  <a:lnTo>
                    <a:pt x="1768" y="3434"/>
                  </a:lnTo>
                  <a:lnTo>
                    <a:pt x="1740" y="3444"/>
                  </a:lnTo>
                  <a:lnTo>
                    <a:pt x="1711" y="3450"/>
                  </a:lnTo>
                  <a:lnTo>
                    <a:pt x="1681" y="3450"/>
                  </a:lnTo>
                  <a:lnTo>
                    <a:pt x="1648" y="3445"/>
                  </a:lnTo>
                  <a:lnTo>
                    <a:pt x="1614" y="3436"/>
                  </a:lnTo>
                  <a:lnTo>
                    <a:pt x="1579" y="3421"/>
                  </a:lnTo>
                  <a:lnTo>
                    <a:pt x="1542" y="3400"/>
                  </a:lnTo>
                  <a:lnTo>
                    <a:pt x="357" y="2643"/>
                  </a:lnTo>
                  <a:lnTo>
                    <a:pt x="320" y="2618"/>
                  </a:lnTo>
                  <a:lnTo>
                    <a:pt x="285" y="2588"/>
                  </a:lnTo>
                  <a:lnTo>
                    <a:pt x="251" y="2554"/>
                  </a:lnTo>
                  <a:lnTo>
                    <a:pt x="218" y="2517"/>
                  </a:lnTo>
                  <a:lnTo>
                    <a:pt x="187" y="2477"/>
                  </a:lnTo>
                  <a:lnTo>
                    <a:pt x="157" y="2433"/>
                  </a:lnTo>
                  <a:lnTo>
                    <a:pt x="130" y="2388"/>
                  </a:lnTo>
                  <a:lnTo>
                    <a:pt x="105" y="2341"/>
                  </a:lnTo>
                  <a:lnTo>
                    <a:pt x="81" y="2292"/>
                  </a:lnTo>
                  <a:lnTo>
                    <a:pt x="61" y="2241"/>
                  </a:lnTo>
                  <a:lnTo>
                    <a:pt x="44" y="2190"/>
                  </a:lnTo>
                  <a:lnTo>
                    <a:pt x="29" y="2138"/>
                  </a:lnTo>
                  <a:lnTo>
                    <a:pt x="17" y="2085"/>
                  </a:lnTo>
                  <a:lnTo>
                    <a:pt x="7" y="2033"/>
                  </a:lnTo>
                  <a:lnTo>
                    <a:pt x="3" y="1981"/>
                  </a:lnTo>
                  <a:lnTo>
                    <a:pt x="0" y="1931"/>
                  </a:lnTo>
                  <a:lnTo>
                    <a:pt x="0" y="308"/>
                  </a:lnTo>
                  <a:lnTo>
                    <a:pt x="3" y="260"/>
                  </a:lnTo>
                  <a:lnTo>
                    <a:pt x="7" y="215"/>
                  </a:lnTo>
                  <a:lnTo>
                    <a:pt x="17" y="174"/>
                  </a:lnTo>
                  <a:lnTo>
                    <a:pt x="29" y="137"/>
                  </a:lnTo>
                  <a:lnTo>
                    <a:pt x="44" y="104"/>
                  </a:lnTo>
                  <a:lnTo>
                    <a:pt x="61" y="76"/>
                  </a:lnTo>
                  <a:lnTo>
                    <a:pt x="81" y="51"/>
                  </a:lnTo>
                  <a:lnTo>
                    <a:pt x="105" y="31"/>
                  </a:lnTo>
                  <a:lnTo>
                    <a:pt x="130" y="16"/>
                  </a:lnTo>
                  <a:lnTo>
                    <a:pt x="157" y="5"/>
                  </a:lnTo>
                  <a:lnTo>
                    <a:pt x="187" y="0"/>
                  </a:lnTo>
                  <a:lnTo>
                    <a:pt x="218" y="0"/>
                  </a:lnTo>
                  <a:lnTo>
                    <a:pt x="251" y="3"/>
                  </a:lnTo>
                  <a:lnTo>
                    <a:pt x="285" y="14"/>
                  </a:lnTo>
                  <a:lnTo>
                    <a:pt x="320" y="29"/>
                  </a:lnTo>
                  <a:lnTo>
                    <a:pt x="357" y="49"/>
                  </a:lnTo>
                  <a:close/>
                </a:path>
              </a:pathLst>
            </a:custGeom>
            <a:solidFill>
              <a:srgbClr val="BFBFB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8032" name="Freeform 46"/>
            <p:cNvSpPr>
              <a:spLocks/>
            </p:cNvSpPr>
            <p:nvPr/>
          </p:nvSpPr>
          <p:spPr bwMode="auto">
            <a:xfrm>
              <a:off x="1268" y="1663"/>
              <a:ext cx="393" cy="711"/>
            </a:xfrm>
            <a:custGeom>
              <a:avLst/>
              <a:gdLst>
                <a:gd name="T0" fmla="*/ 3 w 1962"/>
                <a:gd name="T1" fmla="*/ 7 h 3555"/>
                <a:gd name="T2" fmla="*/ 2 w 1962"/>
                <a:gd name="T3" fmla="*/ 7 h 3555"/>
                <a:gd name="T4" fmla="*/ 2 w 1962"/>
                <a:gd name="T5" fmla="*/ 8 h 3555"/>
                <a:gd name="T6" fmla="*/ 1 w 1962"/>
                <a:gd name="T7" fmla="*/ 8 h 3555"/>
                <a:gd name="T8" fmla="*/ 1 w 1962"/>
                <a:gd name="T9" fmla="*/ 9 h 3555"/>
                <a:gd name="T10" fmla="*/ 1 w 1962"/>
                <a:gd name="T11" fmla="*/ 10 h 3555"/>
                <a:gd name="T12" fmla="*/ 0 w 1962"/>
                <a:gd name="T13" fmla="*/ 11 h 3555"/>
                <a:gd name="T14" fmla="*/ 0 w 1962"/>
                <a:gd name="T15" fmla="*/ 12 h 3555"/>
                <a:gd name="T16" fmla="*/ 0 w 1962"/>
                <a:gd name="T17" fmla="*/ 13 h 3555"/>
                <a:gd name="T18" fmla="*/ 0 w 1962"/>
                <a:gd name="T19" fmla="*/ 26 h 3555"/>
                <a:gd name="T20" fmla="*/ 0 w 1962"/>
                <a:gd name="T21" fmla="*/ 27 h 3555"/>
                <a:gd name="T22" fmla="*/ 0 w 1962"/>
                <a:gd name="T23" fmla="*/ 28 h 3555"/>
                <a:gd name="T24" fmla="*/ 1 w 1962"/>
                <a:gd name="T25" fmla="*/ 28 h 3555"/>
                <a:gd name="T26" fmla="*/ 1 w 1962"/>
                <a:gd name="T27" fmla="*/ 28 h 3555"/>
                <a:gd name="T28" fmla="*/ 2 w 1962"/>
                <a:gd name="T29" fmla="*/ 28 h 3555"/>
                <a:gd name="T30" fmla="*/ 2 w 1962"/>
                <a:gd name="T31" fmla="*/ 28 h 3555"/>
                <a:gd name="T32" fmla="*/ 3 w 1962"/>
                <a:gd name="T33" fmla="*/ 28 h 3555"/>
                <a:gd name="T34" fmla="*/ 13 w 1962"/>
                <a:gd name="T35" fmla="*/ 22 h 3555"/>
                <a:gd name="T36" fmla="*/ 13 w 1962"/>
                <a:gd name="T37" fmla="*/ 21 h 3555"/>
                <a:gd name="T38" fmla="*/ 14 w 1962"/>
                <a:gd name="T39" fmla="*/ 21 h 3555"/>
                <a:gd name="T40" fmla="*/ 14 w 1962"/>
                <a:gd name="T41" fmla="*/ 20 h 3555"/>
                <a:gd name="T42" fmla="*/ 15 w 1962"/>
                <a:gd name="T43" fmla="*/ 19 h 3555"/>
                <a:gd name="T44" fmla="*/ 15 w 1962"/>
                <a:gd name="T45" fmla="*/ 18 h 3555"/>
                <a:gd name="T46" fmla="*/ 16 w 1962"/>
                <a:gd name="T47" fmla="*/ 18 h 3555"/>
                <a:gd name="T48" fmla="*/ 16 w 1962"/>
                <a:gd name="T49" fmla="*/ 17 h 3555"/>
                <a:gd name="T50" fmla="*/ 16 w 1962"/>
                <a:gd name="T51" fmla="*/ 16 h 3555"/>
                <a:gd name="T52" fmla="*/ 16 w 1962"/>
                <a:gd name="T53" fmla="*/ 2 h 3555"/>
                <a:gd name="T54" fmla="*/ 16 w 1962"/>
                <a:gd name="T55" fmla="*/ 1 h 3555"/>
                <a:gd name="T56" fmla="*/ 15 w 1962"/>
                <a:gd name="T57" fmla="*/ 1 h 3555"/>
                <a:gd name="T58" fmla="*/ 15 w 1962"/>
                <a:gd name="T59" fmla="*/ 0 h 3555"/>
                <a:gd name="T60" fmla="*/ 15 w 1962"/>
                <a:gd name="T61" fmla="*/ 0 h 3555"/>
                <a:gd name="T62" fmla="*/ 14 w 1962"/>
                <a:gd name="T63" fmla="*/ 0 h 3555"/>
                <a:gd name="T64" fmla="*/ 14 w 1962"/>
                <a:gd name="T65" fmla="*/ 0 h 3555"/>
                <a:gd name="T66" fmla="*/ 13 w 1962"/>
                <a:gd name="T67" fmla="*/ 0 h 3555"/>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962"/>
                <a:gd name="T103" fmla="*/ 0 h 3555"/>
                <a:gd name="T104" fmla="*/ 1962 w 1962"/>
                <a:gd name="T105" fmla="*/ 3555 h 3555"/>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962" h="3555">
                  <a:moveTo>
                    <a:pt x="1594" y="50"/>
                  </a:moveTo>
                  <a:lnTo>
                    <a:pt x="368" y="831"/>
                  </a:lnTo>
                  <a:lnTo>
                    <a:pt x="330" y="858"/>
                  </a:lnTo>
                  <a:lnTo>
                    <a:pt x="294" y="888"/>
                  </a:lnTo>
                  <a:lnTo>
                    <a:pt x="259" y="922"/>
                  </a:lnTo>
                  <a:lnTo>
                    <a:pt x="225" y="961"/>
                  </a:lnTo>
                  <a:lnTo>
                    <a:pt x="193" y="1003"/>
                  </a:lnTo>
                  <a:lnTo>
                    <a:pt x="163" y="1047"/>
                  </a:lnTo>
                  <a:lnTo>
                    <a:pt x="133" y="1094"/>
                  </a:lnTo>
                  <a:lnTo>
                    <a:pt x="108" y="1143"/>
                  </a:lnTo>
                  <a:lnTo>
                    <a:pt x="84" y="1193"/>
                  </a:lnTo>
                  <a:lnTo>
                    <a:pt x="63" y="1246"/>
                  </a:lnTo>
                  <a:lnTo>
                    <a:pt x="44" y="1299"/>
                  </a:lnTo>
                  <a:lnTo>
                    <a:pt x="29" y="1353"/>
                  </a:lnTo>
                  <a:lnTo>
                    <a:pt x="16" y="1405"/>
                  </a:lnTo>
                  <a:lnTo>
                    <a:pt x="7" y="1459"/>
                  </a:lnTo>
                  <a:lnTo>
                    <a:pt x="2" y="1512"/>
                  </a:lnTo>
                  <a:lnTo>
                    <a:pt x="0" y="1565"/>
                  </a:lnTo>
                  <a:lnTo>
                    <a:pt x="0" y="3237"/>
                  </a:lnTo>
                  <a:lnTo>
                    <a:pt x="2" y="3287"/>
                  </a:lnTo>
                  <a:lnTo>
                    <a:pt x="7" y="3333"/>
                  </a:lnTo>
                  <a:lnTo>
                    <a:pt x="16" y="3375"/>
                  </a:lnTo>
                  <a:lnTo>
                    <a:pt x="29" y="3413"/>
                  </a:lnTo>
                  <a:lnTo>
                    <a:pt x="44" y="3447"/>
                  </a:lnTo>
                  <a:lnTo>
                    <a:pt x="63" y="3477"/>
                  </a:lnTo>
                  <a:lnTo>
                    <a:pt x="84" y="3502"/>
                  </a:lnTo>
                  <a:lnTo>
                    <a:pt x="108" y="3522"/>
                  </a:lnTo>
                  <a:lnTo>
                    <a:pt x="133" y="3538"/>
                  </a:lnTo>
                  <a:lnTo>
                    <a:pt x="163" y="3549"/>
                  </a:lnTo>
                  <a:lnTo>
                    <a:pt x="193" y="3555"/>
                  </a:lnTo>
                  <a:lnTo>
                    <a:pt x="225" y="3555"/>
                  </a:lnTo>
                  <a:lnTo>
                    <a:pt x="259" y="3550"/>
                  </a:lnTo>
                  <a:lnTo>
                    <a:pt x="294" y="3541"/>
                  </a:lnTo>
                  <a:lnTo>
                    <a:pt x="330" y="3524"/>
                  </a:lnTo>
                  <a:lnTo>
                    <a:pt x="368" y="3503"/>
                  </a:lnTo>
                  <a:lnTo>
                    <a:pt x="1594" y="2722"/>
                  </a:lnTo>
                  <a:lnTo>
                    <a:pt x="1632" y="2696"/>
                  </a:lnTo>
                  <a:lnTo>
                    <a:pt x="1668" y="2665"/>
                  </a:lnTo>
                  <a:lnTo>
                    <a:pt x="1703" y="2631"/>
                  </a:lnTo>
                  <a:lnTo>
                    <a:pt x="1737" y="2592"/>
                  </a:lnTo>
                  <a:lnTo>
                    <a:pt x="1769" y="2551"/>
                  </a:lnTo>
                  <a:lnTo>
                    <a:pt x="1799" y="2506"/>
                  </a:lnTo>
                  <a:lnTo>
                    <a:pt x="1829" y="2460"/>
                  </a:lnTo>
                  <a:lnTo>
                    <a:pt x="1854" y="2411"/>
                  </a:lnTo>
                  <a:lnTo>
                    <a:pt x="1878" y="2361"/>
                  </a:lnTo>
                  <a:lnTo>
                    <a:pt x="1899" y="2308"/>
                  </a:lnTo>
                  <a:lnTo>
                    <a:pt x="1918" y="2256"/>
                  </a:lnTo>
                  <a:lnTo>
                    <a:pt x="1933" y="2202"/>
                  </a:lnTo>
                  <a:lnTo>
                    <a:pt x="1946" y="2149"/>
                  </a:lnTo>
                  <a:lnTo>
                    <a:pt x="1955" y="2095"/>
                  </a:lnTo>
                  <a:lnTo>
                    <a:pt x="1960" y="2042"/>
                  </a:lnTo>
                  <a:lnTo>
                    <a:pt x="1962" y="1989"/>
                  </a:lnTo>
                  <a:lnTo>
                    <a:pt x="1962" y="319"/>
                  </a:lnTo>
                  <a:lnTo>
                    <a:pt x="1960" y="269"/>
                  </a:lnTo>
                  <a:lnTo>
                    <a:pt x="1955" y="223"/>
                  </a:lnTo>
                  <a:lnTo>
                    <a:pt x="1946" y="180"/>
                  </a:lnTo>
                  <a:lnTo>
                    <a:pt x="1933" y="143"/>
                  </a:lnTo>
                  <a:lnTo>
                    <a:pt x="1918" y="109"/>
                  </a:lnTo>
                  <a:lnTo>
                    <a:pt x="1899" y="79"/>
                  </a:lnTo>
                  <a:lnTo>
                    <a:pt x="1878" y="54"/>
                  </a:lnTo>
                  <a:lnTo>
                    <a:pt x="1854" y="33"/>
                  </a:lnTo>
                  <a:lnTo>
                    <a:pt x="1829" y="17"/>
                  </a:lnTo>
                  <a:lnTo>
                    <a:pt x="1799" y="7"/>
                  </a:lnTo>
                  <a:lnTo>
                    <a:pt x="1769" y="0"/>
                  </a:lnTo>
                  <a:lnTo>
                    <a:pt x="1737" y="0"/>
                  </a:lnTo>
                  <a:lnTo>
                    <a:pt x="1703" y="4"/>
                  </a:lnTo>
                  <a:lnTo>
                    <a:pt x="1668" y="14"/>
                  </a:lnTo>
                  <a:lnTo>
                    <a:pt x="1632" y="29"/>
                  </a:lnTo>
                  <a:lnTo>
                    <a:pt x="1594" y="50"/>
                  </a:lnTo>
                  <a:close/>
                </a:path>
              </a:pathLst>
            </a:custGeom>
            <a:solidFill>
              <a:srgbClr val="E5E5E5"/>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8033" name="Freeform 47"/>
            <p:cNvSpPr>
              <a:spLocks noEditPoints="1"/>
            </p:cNvSpPr>
            <p:nvPr/>
          </p:nvSpPr>
          <p:spPr bwMode="auto">
            <a:xfrm>
              <a:off x="916" y="1589"/>
              <a:ext cx="697" cy="698"/>
            </a:xfrm>
            <a:custGeom>
              <a:avLst/>
              <a:gdLst>
                <a:gd name="T0" fmla="*/ 16 w 3485"/>
                <a:gd name="T1" fmla="*/ 0 h 3490"/>
                <a:gd name="T2" fmla="*/ 17 w 3485"/>
                <a:gd name="T3" fmla="*/ 2 h 3490"/>
                <a:gd name="T4" fmla="*/ 17 w 3485"/>
                <a:gd name="T5" fmla="*/ 3 h 3490"/>
                <a:gd name="T6" fmla="*/ 14 w 3485"/>
                <a:gd name="T7" fmla="*/ 4 h 3490"/>
                <a:gd name="T8" fmla="*/ 12 w 3485"/>
                <a:gd name="T9" fmla="*/ 4 h 3490"/>
                <a:gd name="T10" fmla="*/ 11 w 3485"/>
                <a:gd name="T11" fmla="*/ 2 h 3490"/>
                <a:gd name="T12" fmla="*/ 11 w 3485"/>
                <a:gd name="T13" fmla="*/ 1 h 3490"/>
                <a:gd name="T14" fmla="*/ 14 w 3485"/>
                <a:gd name="T15" fmla="*/ 0 h 3490"/>
                <a:gd name="T16" fmla="*/ 3 w 3485"/>
                <a:gd name="T17" fmla="*/ 7 h 3490"/>
                <a:gd name="T18" fmla="*/ 4 w 3485"/>
                <a:gd name="T19" fmla="*/ 9 h 3490"/>
                <a:gd name="T20" fmla="*/ 3 w 3485"/>
                <a:gd name="T21" fmla="*/ 12 h 3490"/>
                <a:gd name="T22" fmla="*/ 2 w 3485"/>
                <a:gd name="T23" fmla="*/ 13 h 3490"/>
                <a:gd name="T24" fmla="*/ 1 w 3485"/>
                <a:gd name="T25" fmla="*/ 12 h 3490"/>
                <a:gd name="T26" fmla="*/ 0 w 3485"/>
                <a:gd name="T27" fmla="*/ 10 h 3490"/>
                <a:gd name="T28" fmla="*/ 0 w 3485"/>
                <a:gd name="T29" fmla="*/ 8 h 3490"/>
                <a:gd name="T30" fmla="*/ 2 w 3485"/>
                <a:gd name="T31" fmla="*/ 6 h 3490"/>
                <a:gd name="T32" fmla="*/ 10 w 3485"/>
                <a:gd name="T33" fmla="*/ 20 h 3490"/>
                <a:gd name="T34" fmla="*/ 11 w 3485"/>
                <a:gd name="T35" fmla="*/ 22 h 3490"/>
                <a:gd name="T36" fmla="*/ 11 w 3485"/>
                <a:gd name="T37" fmla="*/ 25 h 3490"/>
                <a:gd name="T38" fmla="*/ 10 w 3485"/>
                <a:gd name="T39" fmla="*/ 27 h 3490"/>
                <a:gd name="T40" fmla="*/ 8 w 3485"/>
                <a:gd name="T41" fmla="*/ 26 h 3490"/>
                <a:gd name="T42" fmla="*/ 7 w 3485"/>
                <a:gd name="T43" fmla="*/ 24 h 3490"/>
                <a:gd name="T44" fmla="*/ 7 w 3485"/>
                <a:gd name="T45" fmla="*/ 22 h 3490"/>
                <a:gd name="T46" fmla="*/ 8 w 3485"/>
                <a:gd name="T47" fmla="*/ 20 h 3490"/>
                <a:gd name="T48" fmla="*/ 20 w 3485"/>
                <a:gd name="T49" fmla="*/ 21 h 3490"/>
                <a:gd name="T50" fmla="*/ 21 w 3485"/>
                <a:gd name="T51" fmla="*/ 23 h 3490"/>
                <a:gd name="T52" fmla="*/ 21 w 3485"/>
                <a:gd name="T53" fmla="*/ 26 h 3490"/>
                <a:gd name="T54" fmla="*/ 20 w 3485"/>
                <a:gd name="T55" fmla="*/ 28 h 3490"/>
                <a:gd name="T56" fmla="*/ 18 w 3485"/>
                <a:gd name="T57" fmla="*/ 28 h 3490"/>
                <a:gd name="T58" fmla="*/ 17 w 3485"/>
                <a:gd name="T59" fmla="*/ 26 h 3490"/>
                <a:gd name="T60" fmla="*/ 17 w 3485"/>
                <a:gd name="T61" fmla="*/ 23 h 3490"/>
                <a:gd name="T62" fmla="*/ 18 w 3485"/>
                <a:gd name="T63" fmla="*/ 21 h 3490"/>
                <a:gd name="T64" fmla="*/ 19 w 3485"/>
                <a:gd name="T65" fmla="*/ 11 h 3490"/>
                <a:gd name="T66" fmla="*/ 20 w 3485"/>
                <a:gd name="T67" fmla="*/ 13 h 3490"/>
                <a:gd name="T68" fmla="*/ 21 w 3485"/>
                <a:gd name="T69" fmla="*/ 15 h 3490"/>
                <a:gd name="T70" fmla="*/ 20 w 3485"/>
                <a:gd name="T71" fmla="*/ 17 h 3490"/>
                <a:gd name="T72" fmla="*/ 18 w 3485"/>
                <a:gd name="T73" fmla="*/ 17 h 3490"/>
                <a:gd name="T74" fmla="*/ 17 w 3485"/>
                <a:gd name="T75" fmla="*/ 16 h 3490"/>
                <a:gd name="T76" fmla="*/ 17 w 3485"/>
                <a:gd name="T77" fmla="*/ 13 h 3490"/>
                <a:gd name="T78" fmla="*/ 18 w 3485"/>
                <a:gd name="T79" fmla="*/ 11 h 3490"/>
                <a:gd name="T80" fmla="*/ 26 w 3485"/>
                <a:gd name="T81" fmla="*/ 7 h 3490"/>
                <a:gd name="T82" fmla="*/ 27 w 3485"/>
                <a:gd name="T83" fmla="*/ 8 h 3490"/>
                <a:gd name="T84" fmla="*/ 27 w 3485"/>
                <a:gd name="T85" fmla="*/ 11 h 3490"/>
                <a:gd name="T86" fmla="*/ 26 w 3485"/>
                <a:gd name="T87" fmla="*/ 13 h 3490"/>
                <a:gd name="T88" fmla="*/ 25 w 3485"/>
                <a:gd name="T89" fmla="*/ 13 h 3490"/>
                <a:gd name="T90" fmla="*/ 24 w 3485"/>
                <a:gd name="T91" fmla="*/ 12 h 3490"/>
                <a:gd name="T92" fmla="*/ 24 w 3485"/>
                <a:gd name="T93" fmla="*/ 9 h 3490"/>
                <a:gd name="T94" fmla="*/ 24 w 3485"/>
                <a:gd name="T95" fmla="*/ 7 h 3490"/>
                <a:gd name="T96" fmla="*/ 26 w 3485"/>
                <a:gd name="T97" fmla="*/ 17 h 3490"/>
                <a:gd name="T98" fmla="*/ 27 w 3485"/>
                <a:gd name="T99" fmla="*/ 18 h 3490"/>
                <a:gd name="T100" fmla="*/ 28 w 3485"/>
                <a:gd name="T101" fmla="*/ 21 h 3490"/>
                <a:gd name="T102" fmla="*/ 27 w 3485"/>
                <a:gd name="T103" fmla="*/ 23 h 3490"/>
                <a:gd name="T104" fmla="*/ 26 w 3485"/>
                <a:gd name="T105" fmla="*/ 24 h 3490"/>
                <a:gd name="T106" fmla="*/ 24 w 3485"/>
                <a:gd name="T107" fmla="*/ 23 h 3490"/>
                <a:gd name="T108" fmla="*/ 24 w 3485"/>
                <a:gd name="T109" fmla="*/ 20 h 3490"/>
                <a:gd name="T110" fmla="*/ 25 w 3485"/>
                <a:gd name="T111" fmla="*/ 18 h 3490"/>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w 3485"/>
                <a:gd name="T169" fmla="*/ 0 h 3490"/>
                <a:gd name="T170" fmla="*/ 3485 w 3485"/>
                <a:gd name="T171" fmla="*/ 3490 h 3490"/>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T168" t="T169" r="T170" b="T171"/>
              <a:pathLst>
                <a:path w="3485" h="3490">
                  <a:moveTo>
                    <a:pt x="1754" y="0"/>
                  </a:moveTo>
                  <a:lnTo>
                    <a:pt x="1797" y="2"/>
                  </a:lnTo>
                  <a:lnTo>
                    <a:pt x="1840" y="5"/>
                  </a:lnTo>
                  <a:lnTo>
                    <a:pt x="1881" y="12"/>
                  </a:lnTo>
                  <a:lnTo>
                    <a:pt x="1921" y="20"/>
                  </a:lnTo>
                  <a:lnTo>
                    <a:pt x="1959" y="31"/>
                  </a:lnTo>
                  <a:lnTo>
                    <a:pt x="1994" y="44"/>
                  </a:lnTo>
                  <a:lnTo>
                    <a:pt x="2028" y="59"/>
                  </a:lnTo>
                  <a:lnTo>
                    <a:pt x="2058" y="74"/>
                  </a:lnTo>
                  <a:lnTo>
                    <a:pt x="2086" y="93"/>
                  </a:lnTo>
                  <a:lnTo>
                    <a:pt x="2111" y="113"/>
                  </a:lnTo>
                  <a:lnTo>
                    <a:pt x="2132" y="133"/>
                  </a:lnTo>
                  <a:lnTo>
                    <a:pt x="2151" y="155"/>
                  </a:lnTo>
                  <a:lnTo>
                    <a:pt x="2165" y="179"/>
                  </a:lnTo>
                  <a:lnTo>
                    <a:pt x="2175" y="203"/>
                  </a:lnTo>
                  <a:lnTo>
                    <a:pt x="2182" y="229"/>
                  </a:lnTo>
                  <a:lnTo>
                    <a:pt x="2185" y="255"/>
                  </a:lnTo>
                  <a:lnTo>
                    <a:pt x="2182" y="281"/>
                  </a:lnTo>
                  <a:lnTo>
                    <a:pt x="2175" y="305"/>
                  </a:lnTo>
                  <a:lnTo>
                    <a:pt x="2165" y="330"/>
                  </a:lnTo>
                  <a:lnTo>
                    <a:pt x="2151" y="353"/>
                  </a:lnTo>
                  <a:lnTo>
                    <a:pt x="2132" y="376"/>
                  </a:lnTo>
                  <a:lnTo>
                    <a:pt x="2111" y="397"/>
                  </a:lnTo>
                  <a:lnTo>
                    <a:pt x="2086" y="417"/>
                  </a:lnTo>
                  <a:lnTo>
                    <a:pt x="2058" y="434"/>
                  </a:lnTo>
                  <a:lnTo>
                    <a:pt x="2028" y="451"/>
                  </a:lnTo>
                  <a:lnTo>
                    <a:pt x="1994" y="466"/>
                  </a:lnTo>
                  <a:lnTo>
                    <a:pt x="1959" y="479"/>
                  </a:lnTo>
                  <a:lnTo>
                    <a:pt x="1921" y="489"/>
                  </a:lnTo>
                  <a:lnTo>
                    <a:pt x="1881" y="498"/>
                  </a:lnTo>
                  <a:lnTo>
                    <a:pt x="1840" y="505"/>
                  </a:lnTo>
                  <a:lnTo>
                    <a:pt x="1797" y="508"/>
                  </a:lnTo>
                  <a:lnTo>
                    <a:pt x="1754" y="509"/>
                  </a:lnTo>
                  <a:lnTo>
                    <a:pt x="1710" y="508"/>
                  </a:lnTo>
                  <a:lnTo>
                    <a:pt x="1667" y="505"/>
                  </a:lnTo>
                  <a:lnTo>
                    <a:pt x="1626" y="498"/>
                  </a:lnTo>
                  <a:lnTo>
                    <a:pt x="1586" y="489"/>
                  </a:lnTo>
                  <a:lnTo>
                    <a:pt x="1548" y="479"/>
                  </a:lnTo>
                  <a:lnTo>
                    <a:pt x="1512" y="466"/>
                  </a:lnTo>
                  <a:lnTo>
                    <a:pt x="1479" y="451"/>
                  </a:lnTo>
                  <a:lnTo>
                    <a:pt x="1449" y="434"/>
                  </a:lnTo>
                  <a:lnTo>
                    <a:pt x="1421" y="417"/>
                  </a:lnTo>
                  <a:lnTo>
                    <a:pt x="1395" y="397"/>
                  </a:lnTo>
                  <a:lnTo>
                    <a:pt x="1374" y="376"/>
                  </a:lnTo>
                  <a:lnTo>
                    <a:pt x="1355" y="353"/>
                  </a:lnTo>
                  <a:lnTo>
                    <a:pt x="1341" y="330"/>
                  </a:lnTo>
                  <a:lnTo>
                    <a:pt x="1331" y="305"/>
                  </a:lnTo>
                  <a:lnTo>
                    <a:pt x="1324" y="281"/>
                  </a:lnTo>
                  <a:lnTo>
                    <a:pt x="1321" y="255"/>
                  </a:lnTo>
                  <a:lnTo>
                    <a:pt x="1324" y="229"/>
                  </a:lnTo>
                  <a:lnTo>
                    <a:pt x="1331" y="203"/>
                  </a:lnTo>
                  <a:lnTo>
                    <a:pt x="1341" y="179"/>
                  </a:lnTo>
                  <a:lnTo>
                    <a:pt x="1355" y="155"/>
                  </a:lnTo>
                  <a:lnTo>
                    <a:pt x="1374" y="133"/>
                  </a:lnTo>
                  <a:lnTo>
                    <a:pt x="1395" y="113"/>
                  </a:lnTo>
                  <a:lnTo>
                    <a:pt x="1421" y="93"/>
                  </a:lnTo>
                  <a:lnTo>
                    <a:pt x="1449" y="74"/>
                  </a:lnTo>
                  <a:lnTo>
                    <a:pt x="1479" y="59"/>
                  </a:lnTo>
                  <a:lnTo>
                    <a:pt x="1512" y="44"/>
                  </a:lnTo>
                  <a:lnTo>
                    <a:pt x="1548" y="31"/>
                  </a:lnTo>
                  <a:lnTo>
                    <a:pt x="1586" y="20"/>
                  </a:lnTo>
                  <a:lnTo>
                    <a:pt x="1626" y="12"/>
                  </a:lnTo>
                  <a:lnTo>
                    <a:pt x="1667" y="5"/>
                  </a:lnTo>
                  <a:lnTo>
                    <a:pt x="1710" y="2"/>
                  </a:lnTo>
                  <a:lnTo>
                    <a:pt x="1754" y="0"/>
                  </a:lnTo>
                  <a:close/>
                  <a:moveTo>
                    <a:pt x="239" y="786"/>
                  </a:moveTo>
                  <a:lnTo>
                    <a:pt x="263" y="788"/>
                  </a:lnTo>
                  <a:lnTo>
                    <a:pt x="287" y="794"/>
                  </a:lnTo>
                  <a:lnTo>
                    <a:pt x="309" y="805"/>
                  </a:lnTo>
                  <a:lnTo>
                    <a:pt x="331" y="819"/>
                  </a:lnTo>
                  <a:lnTo>
                    <a:pt x="352" y="836"/>
                  </a:lnTo>
                  <a:lnTo>
                    <a:pt x="372" y="857"/>
                  </a:lnTo>
                  <a:lnTo>
                    <a:pt x="390" y="882"/>
                  </a:lnTo>
                  <a:lnTo>
                    <a:pt x="407" y="909"/>
                  </a:lnTo>
                  <a:lnTo>
                    <a:pt x="423" y="940"/>
                  </a:lnTo>
                  <a:lnTo>
                    <a:pt x="437" y="971"/>
                  </a:lnTo>
                  <a:lnTo>
                    <a:pt x="448" y="1006"/>
                  </a:lnTo>
                  <a:lnTo>
                    <a:pt x="459" y="1043"/>
                  </a:lnTo>
                  <a:lnTo>
                    <a:pt x="467" y="1081"/>
                  </a:lnTo>
                  <a:lnTo>
                    <a:pt x="473" y="1121"/>
                  </a:lnTo>
                  <a:lnTo>
                    <a:pt x="476" y="1163"/>
                  </a:lnTo>
                  <a:lnTo>
                    <a:pt x="478" y="1206"/>
                  </a:lnTo>
                  <a:lnTo>
                    <a:pt x="476" y="1248"/>
                  </a:lnTo>
                  <a:lnTo>
                    <a:pt x="473" y="1290"/>
                  </a:lnTo>
                  <a:lnTo>
                    <a:pt x="467" y="1330"/>
                  </a:lnTo>
                  <a:lnTo>
                    <a:pt x="459" y="1367"/>
                  </a:lnTo>
                  <a:lnTo>
                    <a:pt x="448" y="1405"/>
                  </a:lnTo>
                  <a:lnTo>
                    <a:pt x="437" y="1439"/>
                  </a:lnTo>
                  <a:lnTo>
                    <a:pt x="423" y="1472"/>
                  </a:lnTo>
                  <a:lnTo>
                    <a:pt x="407" y="1501"/>
                  </a:lnTo>
                  <a:lnTo>
                    <a:pt x="390" y="1528"/>
                  </a:lnTo>
                  <a:lnTo>
                    <a:pt x="372" y="1553"/>
                  </a:lnTo>
                  <a:lnTo>
                    <a:pt x="352" y="1574"/>
                  </a:lnTo>
                  <a:lnTo>
                    <a:pt x="331" y="1591"/>
                  </a:lnTo>
                  <a:lnTo>
                    <a:pt x="309" y="1605"/>
                  </a:lnTo>
                  <a:lnTo>
                    <a:pt x="287" y="1616"/>
                  </a:lnTo>
                  <a:lnTo>
                    <a:pt x="263" y="1622"/>
                  </a:lnTo>
                  <a:lnTo>
                    <a:pt x="239" y="1624"/>
                  </a:lnTo>
                  <a:lnTo>
                    <a:pt x="214" y="1622"/>
                  </a:lnTo>
                  <a:lnTo>
                    <a:pt x="191" y="1616"/>
                  </a:lnTo>
                  <a:lnTo>
                    <a:pt x="168" y="1605"/>
                  </a:lnTo>
                  <a:lnTo>
                    <a:pt x="146" y="1591"/>
                  </a:lnTo>
                  <a:lnTo>
                    <a:pt x="125" y="1574"/>
                  </a:lnTo>
                  <a:lnTo>
                    <a:pt x="105" y="1553"/>
                  </a:lnTo>
                  <a:lnTo>
                    <a:pt x="87" y="1528"/>
                  </a:lnTo>
                  <a:lnTo>
                    <a:pt x="70" y="1501"/>
                  </a:lnTo>
                  <a:lnTo>
                    <a:pt x="55" y="1472"/>
                  </a:lnTo>
                  <a:lnTo>
                    <a:pt x="41" y="1439"/>
                  </a:lnTo>
                  <a:lnTo>
                    <a:pt x="29" y="1405"/>
                  </a:lnTo>
                  <a:lnTo>
                    <a:pt x="18" y="1367"/>
                  </a:lnTo>
                  <a:lnTo>
                    <a:pt x="10" y="1330"/>
                  </a:lnTo>
                  <a:lnTo>
                    <a:pt x="4" y="1290"/>
                  </a:lnTo>
                  <a:lnTo>
                    <a:pt x="1" y="1248"/>
                  </a:lnTo>
                  <a:lnTo>
                    <a:pt x="0" y="1206"/>
                  </a:lnTo>
                  <a:lnTo>
                    <a:pt x="1" y="1163"/>
                  </a:lnTo>
                  <a:lnTo>
                    <a:pt x="4" y="1121"/>
                  </a:lnTo>
                  <a:lnTo>
                    <a:pt x="10" y="1081"/>
                  </a:lnTo>
                  <a:lnTo>
                    <a:pt x="18" y="1043"/>
                  </a:lnTo>
                  <a:lnTo>
                    <a:pt x="29" y="1006"/>
                  </a:lnTo>
                  <a:lnTo>
                    <a:pt x="41" y="971"/>
                  </a:lnTo>
                  <a:lnTo>
                    <a:pt x="55" y="940"/>
                  </a:lnTo>
                  <a:lnTo>
                    <a:pt x="70" y="909"/>
                  </a:lnTo>
                  <a:lnTo>
                    <a:pt x="87" y="882"/>
                  </a:lnTo>
                  <a:lnTo>
                    <a:pt x="105" y="857"/>
                  </a:lnTo>
                  <a:lnTo>
                    <a:pt x="125" y="836"/>
                  </a:lnTo>
                  <a:lnTo>
                    <a:pt x="146" y="819"/>
                  </a:lnTo>
                  <a:lnTo>
                    <a:pt x="168" y="805"/>
                  </a:lnTo>
                  <a:lnTo>
                    <a:pt x="191" y="794"/>
                  </a:lnTo>
                  <a:lnTo>
                    <a:pt x="214" y="788"/>
                  </a:lnTo>
                  <a:lnTo>
                    <a:pt x="239" y="786"/>
                  </a:lnTo>
                  <a:close/>
                  <a:moveTo>
                    <a:pt x="1119" y="2495"/>
                  </a:moveTo>
                  <a:lnTo>
                    <a:pt x="1143" y="2498"/>
                  </a:lnTo>
                  <a:lnTo>
                    <a:pt x="1167" y="2504"/>
                  </a:lnTo>
                  <a:lnTo>
                    <a:pt x="1190" y="2514"/>
                  </a:lnTo>
                  <a:lnTo>
                    <a:pt x="1211" y="2528"/>
                  </a:lnTo>
                  <a:lnTo>
                    <a:pt x="1232" y="2546"/>
                  </a:lnTo>
                  <a:lnTo>
                    <a:pt x="1252" y="2567"/>
                  </a:lnTo>
                  <a:lnTo>
                    <a:pt x="1271" y="2592"/>
                  </a:lnTo>
                  <a:lnTo>
                    <a:pt x="1288" y="2618"/>
                  </a:lnTo>
                  <a:lnTo>
                    <a:pt x="1304" y="2648"/>
                  </a:lnTo>
                  <a:lnTo>
                    <a:pt x="1318" y="2681"/>
                  </a:lnTo>
                  <a:lnTo>
                    <a:pt x="1329" y="2715"/>
                  </a:lnTo>
                  <a:lnTo>
                    <a:pt x="1340" y="2752"/>
                  </a:lnTo>
                  <a:lnTo>
                    <a:pt x="1348" y="2790"/>
                  </a:lnTo>
                  <a:lnTo>
                    <a:pt x="1354" y="2830"/>
                  </a:lnTo>
                  <a:lnTo>
                    <a:pt x="1358" y="2872"/>
                  </a:lnTo>
                  <a:lnTo>
                    <a:pt x="1359" y="2914"/>
                  </a:lnTo>
                  <a:lnTo>
                    <a:pt x="1358" y="2956"/>
                  </a:lnTo>
                  <a:lnTo>
                    <a:pt x="1354" y="2998"/>
                  </a:lnTo>
                  <a:lnTo>
                    <a:pt x="1348" y="3038"/>
                  </a:lnTo>
                  <a:lnTo>
                    <a:pt x="1340" y="3077"/>
                  </a:lnTo>
                  <a:lnTo>
                    <a:pt x="1329" y="3113"/>
                  </a:lnTo>
                  <a:lnTo>
                    <a:pt x="1318" y="3147"/>
                  </a:lnTo>
                  <a:lnTo>
                    <a:pt x="1304" y="3180"/>
                  </a:lnTo>
                  <a:lnTo>
                    <a:pt x="1288" y="3209"/>
                  </a:lnTo>
                  <a:lnTo>
                    <a:pt x="1271" y="3238"/>
                  </a:lnTo>
                  <a:lnTo>
                    <a:pt x="1252" y="3261"/>
                  </a:lnTo>
                  <a:lnTo>
                    <a:pt x="1232" y="3282"/>
                  </a:lnTo>
                  <a:lnTo>
                    <a:pt x="1211" y="3301"/>
                  </a:lnTo>
                  <a:lnTo>
                    <a:pt x="1190" y="3315"/>
                  </a:lnTo>
                  <a:lnTo>
                    <a:pt x="1167" y="3325"/>
                  </a:lnTo>
                  <a:lnTo>
                    <a:pt x="1143" y="3331"/>
                  </a:lnTo>
                  <a:lnTo>
                    <a:pt x="1119" y="3334"/>
                  </a:lnTo>
                  <a:lnTo>
                    <a:pt x="1094" y="3331"/>
                  </a:lnTo>
                  <a:lnTo>
                    <a:pt x="1070" y="3325"/>
                  </a:lnTo>
                  <a:lnTo>
                    <a:pt x="1048" y="3315"/>
                  </a:lnTo>
                  <a:lnTo>
                    <a:pt x="1026" y="3301"/>
                  </a:lnTo>
                  <a:lnTo>
                    <a:pt x="1005" y="3282"/>
                  </a:lnTo>
                  <a:lnTo>
                    <a:pt x="985" y="3261"/>
                  </a:lnTo>
                  <a:lnTo>
                    <a:pt x="967" y="3238"/>
                  </a:lnTo>
                  <a:lnTo>
                    <a:pt x="950" y="3209"/>
                  </a:lnTo>
                  <a:lnTo>
                    <a:pt x="935" y="3180"/>
                  </a:lnTo>
                  <a:lnTo>
                    <a:pt x="921" y="3147"/>
                  </a:lnTo>
                  <a:lnTo>
                    <a:pt x="909" y="3113"/>
                  </a:lnTo>
                  <a:lnTo>
                    <a:pt x="898" y="3077"/>
                  </a:lnTo>
                  <a:lnTo>
                    <a:pt x="890" y="3038"/>
                  </a:lnTo>
                  <a:lnTo>
                    <a:pt x="884" y="2998"/>
                  </a:lnTo>
                  <a:lnTo>
                    <a:pt x="881" y="2956"/>
                  </a:lnTo>
                  <a:lnTo>
                    <a:pt x="880" y="2914"/>
                  </a:lnTo>
                  <a:lnTo>
                    <a:pt x="881" y="2872"/>
                  </a:lnTo>
                  <a:lnTo>
                    <a:pt x="884" y="2830"/>
                  </a:lnTo>
                  <a:lnTo>
                    <a:pt x="890" y="2790"/>
                  </a:lnTo>
                  <a:lnTo>
                    <a:pt x="898" y="2752"/>
                  </a:lnTo>
                  <a:lnTo>
                    <a:pt x="909" y="2715"/>
                  </a:lnTo>
                  <a:lnTo>
                    <a:pt x="921" y="2681"/>
                  </a:lnTo>
                  <a:lnTo>
                    <a:pt x="935" y="2648"/>
                  </a:lnTo>
                  <a:lnTo>
                    <a:pt x="950" y="2618"/>
                  </a:lnTo>
                  <a:lnTo>
                    <a:pt x="967" y="2592"/>
                  </a:lnTo>
                  <a:lnTo>
                    <a:pt x="985" y="2567"/>
                  </a:lnTo>
                  <a:lnTo>
                    <a:pt x="1005" y="2546"/>
                  </a:lnTo>
                  <a:lnTo>
                    <a:pt x="1026" y="2528"/>
                  </a:lnTo>
                  <a:lnTo>
                    <a:pt x="1048" y="2514"/>
                  </a:lnTo>
                  <a:lnTo>
                    <a:pt x="1070" y="2504"/>
                  </a:lnTo>
                  <a:lnTo>
                    <a:pt x="1094" y="2498"/>
                  </a:lnTo>
                  <a:lnTo>
                    <a:pt x="1119" y="2495"/>
                  </a:lnTo>
                  <a:close/>
                  <a:moveTo>
                    <a:pt x="2380" y="2651"/>
                  </a:moveTo>
                  <a:lnTo>
                    <a:pt x="2405" y="2654"/>
                  </a:lnTo>
                  <a:lnTo>
                    <a:pt x="2428" y="2660"/>
                  </a:lnTo>
                  <a:lnTo>
                    <a:pt x="2452" y="2670"/>
                  </a:lnTo>
                  <a:lnTo>
                    <a:pt x="2473" y="2684"/>
                  </a:lnTo>
                  <a:lnTo>
                    <a:pt x="2494" y="2703"/>
                  </a:lnTo>
                  <a:lnTo>
                    <a:pt x="2514" y="2724"/>
                  </a:lnTo>
                  <a:lnTo>
                    <a:pt x="2533" y="2747"/>
                  </a:lnTo>
                  <a:lnTo>
                    <a:pt x="2550" y="2774"/>
                  </a:lnTo>
                  <a:lnTo>
                    <a:pt x="2565" y="2805"/>
                  </a:lnTo>
                  <a:lnTo>
                    <a:pt x="2580" y="2838"/>
                  </a:lnTo>
                  <a:lnTo>
                    <a:pt x="2591" y="2872"/>
                  </a:lnTo>
                  <a:lnTo>
                    <a:pt x="2602" y="2908"/>
                  </a:lnTo>
                  <a:lnTo>
                    <a:pt x="2610" y="2947"/>
                  </a:lnTo>
                  <a:lnTo>
                    <a:pt x="2616" y="2987"/>
                  </a:lnTo>
                  <a:lnTo>
                    <a:pt x="2619" y="3029"/>
                  </a:lnTo>
                  <a:lnTo>
                    <a:pt x="2621" y="3071"/>
                  </a:lnTo>
                  <a:lnTo>
                    <a:pt x="2619" y="3113"/>
                  </a:lnTo>
                  <a:lnTo>
                    <a:pt x="2616" y="3155"/>
                  </a:lnTo>
                  <a:lnTo>
                    <a:pt x="2610" y="3195"/>
                  </a:lnTo>
                  <a:lnTo>
                    <a:pt x="2602" y="3233"/>
                  </a:lnTo>
                  <a:lnTo>
                    <a:pt x="2591" y="3270"/>
                  </a:lnTo>
                  <a:lnTo>
                    <a:pt x="2580" y="3304"/>
                  </a:lnTo>
                  <a:lnTo>
                    <a:pt x="2565" y="3337"/>
                  </a:lnTo>
                  <a:lnTo>
                    <a:pt x="2550" y="3367"/>
                  </a:lnTo>
                  <a:lnTo>
                    <a:pt x="2533" y="3393"/>
                  </a:lnTo>
                  <a:lnTo>
                    <a:pt x="2514" y="3418"/>
                  </a:lnTo>
                  <a:lnTo>
                    <a:pt x="2494" y="3439"/>
                  </a:lnTo>
                  <a:lnTo>
                    <a:pt x="2473" y="3457"/>
                  </a:lnTo>
                  <a:lnTo>
                    <a:pt x="2452" y="3471"/>
                  </a:lnTo>
                  <a:lnTo>
                    <a:pt x="2428" y="3481"/>
                  </a:lnTo>
                  <a:lnTo>
                    <a:pt x="2405" y="3487"/>
                  </a:lnTo>
                  <a:lnTo>
                    <a:pt x="2380" y="3490"/>
                  </a:lnTo>
                  <a:lnTo>
                    <a:pt x="2356" y="3487"/>
                  </a:lnTo>
                  <a:lnTo>
                    <a:pt x="2332" y="3481"/>
                  </a:lnTo>
                  <a:lnTo>
                    <a:pt x="2310" y="3471"/>
                  </a:lnTo>
                  <a:lnTo>
                    <a:pt x="2288" y="3457"/>
                  </a:lnTo>
                  <a:lnTo>
                    <a:pt x="2267" y="3439"/>
                  </a:lnTo>
                  <a:lnTo>
                    <a:pt x="2248" y="3418"/>
                  </a:lnTo>
                  <a:lnTo>
                    <a:pt x="2229" y="3393"/>
                  </a:lnTo>
                  <a:lnTo>
                    <a:pt x="2212" y="3367"/>
                  </a:lnTo>
                  <a:lnTo>
                    <a:pt x="2196" y="3337"/>
                  </a:lnTo>
                  <a:lnTo>
                    <a:pt x="2182" y="3304"/>
                  </a:lnTo>
                  <a:lnTo>
                    <a:pt x="2171" y="3270"/>
                  </a:lnTo>
                  <a:lnTo>
                    <a:pt x="2160" y="3233"/>
                  </a:lnTo>
                  <a:lnTo>
                    <a:pt x="2152" y="3195"/>
                  </a:lnTo>
                  <a:lnTo>
                    <a:pt x="2146" y="3155"/>
                  </a:lnTo>
                  <a:lnTo>
                    <a:pt x="2142" y="3113"/>
                  </a:lnTo>
                  <a:lnTo>
                    <a:pt x="2141" y="3071"/>
                  </a:lnTo>
                  <a:lnTo>
                    <a:pt x="2142" y="3029"/>
                  </a:lnTo>
                  <a:lnTo>
                    <a:pt x="2146" y="2987"/>
                  </a:lnTo>
                  <a:lnTo>
                    <a:pt x="2152" y="2947"/>
                  </a:lnTo>
                  <a:lnTo>
                    <a:pt x="2160" y="2908"/>
                  </a:lnTo>
                  <a:lnTo>
                    <a:pt x="2171" y="2872"/>
                  </a:lnTo>
                  <a:lnTo>
                    <a:pt x="2182" y="2838"/>
                  </a:lnTo>
                  <a:lnTo>
                    <a:pt x="2196" y="2805"/>
                  </a:lnTo>
                  <a:lnTo>
                    <a:pt x="2212" y="2774"/>
                  </a:lnTo>
                  <a:lnTo>
                    <a:pt x="2229" y="2747"/>
                  </a:lnTo>
                  <a:lnTo>
                    <a:pt x="2248" y="2724"/>
                  </a:lnTo>
                  <a:lnTo>
                    <a:pt x="2267" y="2703"/>
                  </a:lnTo>
                  <a:lnTo>
                    <a:pt x="2288" y="2684"/>
                  </a:lnTo>
                  <a:lnTo>
                    <a:pt x="2310" y="2670"/>
                  </a:lnTo>
                  <a:lnTo>
                    <a:pt x="2332" y="2660"/>
                  </a:lnTo>
                  <a:lnTo>
                    <a:pt x="2356" y="2654"/>
                  </a:lnTo>
                  <a:lnTo>
                    <a:pt x="2380" y="2651"/>
                  </a:lnTo>
                  <a:close/>
                  <a:moveTo>
                    <a:pt x="2342" y="1355"/>
                  </a:moveTo>
                  <a:lnTo>
                    <a:pt x="2366" y="1357"/>
                  </a:lnTo>
                  <a:lnTo>
                    <a:pt x="2390" y="1363"/>
                  </a:lnTo>
                  <a:lnTo>
                    <a:pt x="2412" y="1373"/>
                  </a:lnTo>
                  <a:lnTo>
                    <a:pt x="2434" y="1387"/>
                  </a:lnTo>
                  <a:lnTo>
                    <a:pt x="2455" y="1405"/>
                  </a:lnTo>
                  <a:lnTo>
                    <a:pt x="2475" y="1426"/>
                  </a:lnTo>
                  <a:lnTo>
                    <a:pt x="2493" y="1451"/>
                  </a:lnTo>
                  <a:lnTo>
                    <a:pt x="2510" y="1478"/>
                  </a:lnTo>
                  <a:lnTo>
                    <a:pt x="2526" y="1507"/>
                  </a:lnTo>
                  <a:lnTo>
                    <a:pt x="2540" y="1540"/>
                  </a:lnTo>
                  <a:lnTo>
                    <a:pt x="2551" y="1574"/>
                  </a:lnTo>
                  <a:lnTo>
                    <a:pt x="2562" y="1611"/>
                  </a:lnTo>
                  <a:lnTo>
                    <a:pt x="2570" y="1649"/>
                  </a:lnTo>
                  <a:lnTo>
                    <a:pt x="2576" y="1689"/>
                  </a:lnTo>
                  <a:lnTo>
                    <a:pt x="2580" y="1731"/>
                  </a:lnTo>
                  <a:lnTo>
                    <a:pt x="2581" y="1773"/>
                  </a:lnTo>
                  <a:lnTo>
                    <a:pt x="2580" y="1815"/>
                  </a:lnTo>
                  <a:lnTo>
                    <a:pt x="2576" y="1858"/>
                  </a:lnTo>
                  <a:lnTo>
                    <a:pt x="2570" y="1897"/>
                  </a:lnTo>
                  <a:lnTo>
                    <a:pt x="2562" y="1936"/>
                  </a:lnTo>
                  <a:lnTo>
                    <a:pt x="2551" y="1972"/>
                  </a:lnTo>
                  <a:lnTo>
                    <a:pt x="2540" y="2008"/>
                  </a:lnTo>
                  <a:lnTo>
                    <a:pt x="2526" y="2039"/>
                  </a:lnTo>
                  <a:lnTo>
                    <a:pt x="2510" y="2070"/>
                  </a:lnTo>
                  <a:lnTo>
                    <a:pt x="2493" y="2097"/>
                  </a:lnTo>
                  <a:lnTo>
                    <a:pt x="2475" y="2121"/>
                  </a:lnTo>
                  <a:lnTo>
                    <a:pt x="2455" y="2142"/>
                  </a:lnTo>
                  <a:lnTo>
                    <a:pt x="2434" y="2160"/>
                  </a:lnTo>
                  <a:lnTo>
                    <a:pt x="2412" y="2174"/>
                  </a:lnTo>
                  <a:lnTo>
                    <a:pt x="2390" y="2185"/>
                  </a:lnTo>
                  <a:lnTo>
                    <a:pt x="2366" y="2191"/>
                  </a:lnTo>
                  <a:lnTo>
                    <a:pt x="2342" y="2193"/>
                  </a:lnTo>
                  <a:lnTo>
                    <a:pt x="2317" y="2191"/>
                  </a:lnTo>
                  <a:lnTo>
                    <a:pt x="2294" y="2185"/>
                  </a:lnTo>
                  <a:lnTo>
                    <a:pt x="2270" y="2174"/>
                  </a:lnTo>
                  <a:lnTo>
                    <a:pt x="2249" y="2160"/>
                  </a:lnTo>
                  <a:lnTo>
                    <a:pt x="2228" y="2142"/>
                  </a:lnTo>
                  <a:lnTo>
                    <a:pt x="2208" y="2121"/>
                  </a:lnTo>
                  <a:lnTo>
                    <a:pt x="2189" y="2097"/>
                  </a:lnTo>
                  <a:lnTo>
                    <a:pt x="2173" y="2070"/>
                  </a:lnTo>
                  <a:lnTo>
                    <a:pt x="2157" y="2039"/>
                  </a:lnTo>
                  <a:lnTo>
                    <a:pt x="2142" y="2008"/>
                  </a:lnTo>
                  <a:lnTo>
                    <a:pt x="2131" y="1972"/>
                  </a:lnTo>
                  <a:lnTo>
                    <a:pt x="2120" y="1936"/>
                  </a:lnTo>
                  <a:lnTo>
                    <a:pt x="2112" y="1897"/>
                  </a:lnTo>
                  <a:lnTo>
                    <a:pt x="2106" y="1858"/>
                  </a:lnTo>
                  <a:lnTo>
                    <a:pt x="2103" y="1815"/>
                  </a:lnTo>
                  <a:lnTo>
                    <a:pt x="2101" y="1773"/>
                  </a:lnTo>
                  <a:lnTo>
                    <a:pt x="2103" y="1731"/>
                  </a:lnTo>
                  <a:lnTo>
                    <a:pt x="2106" y="1689"/>
                  </a:lnTo>
                  <a:lnTo>
                    <a:pt x="2112" y="1649"/>
                  </a:lnTo>
                  <a:lnTo>
                    <a:pt x="2120" y="1611"/>
                  </a:lnTo>
                  <a:lnTo>
                    <a:pt x="2131" y="1574"/>
                  </a:lnTo>
                  <a:lnTo>
                    <a:pt x="2142" y="1540"/>
                  </a:lnTo>
                  <a:lnTo>
                    <a:pt x="2157" y="1507"/>
                  </a:lnTo>
                  <a:lnTo>
                    <a:pt x="2173" y="1478"/>
                  </a:lnTo>
                  <a:lnTo>
                    <a:pt x="2189" y="1451"/>
                  </a:lnTo>
                  <a:lnTo>
                    <a:pt x="2208" y="1426"/>
                  </a:lnTo>
                  <a:lnTo>
                    <a:pt x="2228" y="1405"/>
                  </a:lnTo>
                  <a:lnTo>
                    <a:pt x="2249" y="1387"/>
                  </a:lnTo>
                  <a:lnTo>
                    <a:pt x="2270" y="1373"/>
                  </a:lnTo>
                  <a:lnTo>
                    <a:pt x="2294" y="1363"/>
                  </a:lnTo>
                  <a:lnTo>
                    <a:pt x="2317" y="1357"/>
                  </a:lnTo>
                  <a:lnTo>
                    <a:pt x="2342" y="1355"/>
                  </a:lnTo>
                  <a:close/>
                  <a:moveTo>
                    <a:pt x="3179" y="819"/>
                  </a:moveTo>
                  <a:lnTo>
                    <a:pt x="3204" y="821"/>
                  </a:lnTo>
                  <a:lnTo>
                    <a:pt x="3227" y="827"/>
                  </a:lnTo>
                  <a:lnTo>
                    <a:pt x="3250" y="838"/>
                  </a:lnTo>
                  <a:lnTo>
                    <a:pt x="3272" y="852"/>
                  </a:lnTo>
                  <a:lnTo>
                    <a:pt x="3293" y="869"/>
                  </a:lnTo>
                  <a:lnTo>
                    <a:pt x="3312" y="890"/>
                  </a:lnTo>
                  <a:lnTo>
                    <a:pt x="3331" y="915"/>
                  </a:lnTo>
                  <a:lnTo>
                    <a:pt x="3348" y="942"/>
                  </a:lnTo>
                  <a:lnTo>
                    <a:pt x="3363" y="971"/>
                  </a:lnTo>
                  <a:lnTo>
                    <a:pt x="3377" y="1004"/>
                  </a:lnTo>
                  <a:lnTo>
                    <a:pt x="3389" y="1038"/>
                  </a:lnTo>
                  <a:lnTo>
                    <a:pt x="3400" y="1076"/>
                  </a:lnTo>
                  <a:lnTo>
                    <a:pt x="3408" y="1113"/>
                  </a:lnTo>
                  <a:lnTo>
                    <a:pt x="3414" y="1153"/>
                  </a:lnTo>
                  <a:lnTo>
                    <a:pt x="3417" y="1195"/>
                  </a:lnTo>
                  <a:lnTo>
                    <a:pt x="3418" y="1237"/>
                  </a:lnTo>
                  <a:lnTo>
                    <a:pt x="3417" y="1280"/>
                  </a:lnTo>
                  <a:lnTo>
                    <a:pt x="3414" y="1322"/>
                  </a:lnTo>
                  <a:lnTo>
                    <a:pt x="3408" y="1362"/>
                  </a:lnTo>
                  <a:lnTo>
                    <a:pt x="3400" y="1399"/>
                  </a:lnTo>
                  <a:lnTo>
                    <a:pt x="3389" y="1437"/>
                  </a:lnTo>
                  <a:lnTo>
                    <a:pt x="3377" y="1471"/>
                  </a:lnTo>
                  <a:lnTo>
                    <a:pt x="3363" y="1503"/>
                  </a:lnTo>
                  <a:lnTo>
                    <a:pt x="3348" y="1533"/>
                  </a:lnTo>
                  <a:lnTo>
                    <a:pt x="3331" y="1560"/>
                  </a:lnTo>
                  <a:lnTo>
                    <a:pt x="3312" y="1584"/>
                  </a:lnTo>
                  <a:lnTo>
                    <a:pt x="3293" y="1605"/>
                  </a:lnTo>
                  <a:lnTo>
                    <a:pt x="3272" y="1623"/>
                  </a:lnTo>
                  <a:lnTo>
                    <a:pt x="3250" y="1637"/>
                  </a:lnTo>
                  <a:lnTo>
                    <a:pt x="3227" y="1648"/>
                  </a:lnTo>
                  <a:lnTo>
                    <a:pt x="3204" y="1654"/>
                  </a:lnTo>
                  <a:lnTo>
                    <a:pt x="3179" y="1656"/>
                  </a:lnTo>
                  <a:lnTo>
                    <a:pt x="3155" y="1654"/>
                  </a:lnTo>
                  <a:lnTo>
                    <a:pt x="3131" y="1648"/>
                  </a:lnTo>
                  <a:lnTo>
                    <a:pt x="3108" y="1637"/>
                  </a:lnTo>
                  <a:lnTo>
                    <a:pt x="3087" y="1623"/>
                  </a:lnTo>
                  <a:lnTo>
                    <a:pt x="3066" y="1605"/>
                  </a:lnTo>
                  <a:lnTo>
                    <a:pt x="3046" y="1584"/>
                  </a:lnTo>
                  <a:lnTo>
                    <a:pt x="3027" y="1560"/>
                  </a:lnTo>
                  <a:lnTo>
                    <a:pt x="3011" y="1533"/>
                  </a:lnTo>
                  <a:lnTo>
                    <a:pt x="2994" y="1503"/>
                  </a:lnTo>
                  <a:lnTo>
                    <a:pt x="2980" y="1471"/>
                  </a:lnTo>
                  <a:lnTo>
                    <a:pt x="2968" y="1437"/>
                  </a:lnTo>
                  <a:lnTo>
                    <a:pt x="2958" y="1399"/>
                  </a:lnTo>
                  <a:lnTo>
                    <a:pt x="2950" y="1362"/>
                  </a:lnTo>
                  <a:lnTo>
                    <a:pt x="2944" y="1322"/>
                  </a:lnTo>
                  <a:lnTo>
                    <a:pt x="2940" y="1280"/>
                  </a:lnTo>
                  <a:lnTo>
                    <a:pt x="2939" y="1237"/>
                  </a:lnTo>
                  <a:lnTo>
                    <a:pt x="2940" y="1195"/>
                  </a:lnTo>
                  <a:lnTo>
                    <a:pt x="2944" y="1153"/>
                  </a:lnTo>
                  <a:lnTo>
                    <a:pt x="2950" y="1113"/>
                  </a:lnTo>
                  <a:lnTo>
                    <a:pt x="2958" y="1076"/>
                  </a:lnTo>
                  <a:lnTo>
                    <a:pt x="2968" y="1038"/>
                  </a:lnTo>
                  <a:lnTo>
                    <a:pt x="2980" y="1004"/>
                  </a:lnTo>
                  <a:lnTo>
                    <a:pt x="2994" y="971"/>
                  </a:lnTo>
                  <a:lnTo>
                    <a:pt x="3011" y="942"/>
                  </a:lnTo>
                  <a:lnTo>
                    <a:pt x="3027" y="915"/>
                  </a:lnTo>
                  <a:lnTo>
                    <a:pt x="3046" y="890"/>
                  </a:lnTo>
                  <a:lnTo>
                    <a:pt x="3066" y="869"/>
                  </a:lnTo>
                  <a:lnTo>
                    <a:pt x="3087" y="852"/>
                  </a:lnTo>
                  <a:lnTo>
                    <a:pt x="3108" y="838"/>
                  </a:lnTo>
                  <a:lnTo>
                    <a:pt x="3131" y="827"/>
                  </a:lnTo>
                  <a:lnTo>
                    <a:pt x="3155" y="821"/>
                  </a:lnTo>
                  <a:lnTo>
                    <a:pt x="3179" y="819"/>
                  </a:lnTo>
                  <a:close/>
                  <a:moveTo>
                    <a:pt x="3246" y="2144"/>
                  </a:moveTo>
                  <a:lnTo>
                    <a:pt x="3271" y="2146"/>
                  </a:lnTo>
                  <a:lnTo>
                    <a:pt x="3294" y="2152"/>
                  </a:lnTo>
                  <a:lnTo>
                    <a:pt x="3316" y="2162"/>
                  </a:lnTo>
                  <a:lnTo>
                    <a:pt x="3339" y="2176"/>
                  </a:lnTo>
                  <a:lnTo>
                    <a:pt x="3360" y="2194"/>
                  </a:lnTo>
                  <a:lnTo>
                    <a:pt x="3380" y="2215"/>
                  </a:lnTo>
                  <a:lnTo>
                    <a:pt x="3397" y="2240"/>
                  </a:lnTo>
                  <a:lnTo>
                    <a:pt x="3415" y="2267"/>
                  </a:lnTo>
                  <a:lnTo>
                    <a:pt x="3430" y="2296"/>
                  </a:lnTo>
                  <a:lnTo>
                    <a:pt x="3444" y="2329"/>
                  </a:lnTo>
                  <a:lnTo>
                    <a:pt x="3456" y="2363"/>
                  </a:lnTo>
                  <a:lnTo>
                    <a:pt x="3466" y="2400"/>
                  </a:lnTo>
                  <a:lnTo>
                    <a:pt x="3475" y="2438"/>
                  </a:lnTo>
                  <a:lnTo>
                    <a:pt x="3480" y="2478"/>
                  </a:lnTo>
                  <a:lnTo>
                    <a:pt x="3484" y="2520"/>
                  </a:lnTo>
                  <a:lnTo>
                    <a:pt x="3485" y="2562"/>
                  </a:lnTo>
                  <a:lnTo>
                    <a:pt x="3484" y="2604"/>
                  </a:lnTo>
                  <a:lnTo>
                    <a:pt x="3480" y="2647"/>
                  </a:lnTo>
                  <a:lnTo>
                    <a:pt x="3475" y="2686"/>
                  </a:lnTo>
                  <a:lnTo>
                    <a:pt x="3466" y="2725"/>
                  </a:lnTo>
                  <a:lnTo>
                    <a:pt x="3456" y="2762"/>
                  </a:lnTo>
                  <a:lnTo>
                    <a:pt x="3444" y="2796"/>
                  </a:lnTo>
                  <a:lnTo>
                    <a:pt x="3430" y="2828"/>
                  </a:lnTo>
                  <a:lnTo>
                    <a:pt x="3415" y="2858"/>
                  </a:lnTo>
                  <a:lnTo>
                    <a:pt x="3397" y="2886"/>
                  </a:lnTo>
                  <a:lnTo>
                    <a:pt x="3380" y="2909"/>
                  </a:lnTo>
                  <a:lnTo>
                    <a:pt x="3360" y="2930"/>
                  </a:lnTo>
                  <a:lnTo>
                    <a:pt x="3339" y="2949"/>
                  </a:lnTo>
                  <a:lnTo>
                    <a:pt x="3316" y="2963"/>
                  </a:lnTo>
                  <a:lnTo>
                    <a:pt x="3294" y="2974"/>
                  </a:lnTo>
                  <a:lnTo>
                    <a:pt x="3271" y="2980"/>
                  </a:lnTo>
                  <a:lnTo>
                    <a:pt x="3246" y="2982"/>
                  </a:lnTo>
                  <a:lnTo>
                    <a:pt x="3222" y="2980"/>
                  </a:lnTo>
                  <a:lnTo>
                    <a:pt x="3198" y="2974"/>
                  </a:lnTo>
                  <a:lnTo>
                    <a:pt x="3176" y="2963"/>
                  </a:lnTo>
                  <a:lnTo>
                    <a:pt x="3154" y="2949"/>
                  </a:lnTo>
                  <a:lnTo>
                    <a:pt x="3133" y="2930"/>
                  </a:lnTo>
                  <a:lnTo>
                    <a:pt x="3113" y="2909"/>
                  </a:lnTo>
                  <a:lnTo>
                    <a:pt x="3095" y="2886"/>
                  </a:lnTo>
                  <a:lnTo>
                    <a:pt x="3077" y="2858"/>
                  </a:lnTo>
                  <a:lnTo>
                    <a:pt x="3062" y="2828"/>
                  </a:lnTo>
                  <a:lnTo>
                    <a:pt x="3048" y="2796"/>
                  </a:lnTo>
                  <a:lnTo>
                    <a:pt x="3036" y="2762"/>
                  </a:lnTo>
                  <a:lnTo>
                    <a:pt x="3026" y="2725"/>
                  </a:lnTo>
                  <a:lnTo>
                    <a:pt x="3018" y="2686"/>
                  </a:lnTo>
                  <a:lnTo>
                    <a:pt x="3012" y="2647"/>
                  </a:lnTo>
                  <a:lnTo>
                    <a:pt x="3008" y="2604"/>
                  </a:lnTo>
                  <a:lnTo>
                    <a:pt x="3007" y="2562"/>
                  </a:lnTo>
                  <a:lnTo>
                    <a:pt x="3008" y="2520"/>
                  </a:lnTo>
                  <a:lnTo>
                    <a:pt x="3012" y="2478"/>
                  </a:lnTo>
                  <a:lnTo>
                    <a:pt x="3018" y="2438"/>
                  </a:lnTo>
                  <a:lnTo>
                    <a:pt x="3026" y="2400"/>
                  </a:lnTo>
                  <a:lnTo>
                    <a:pt x="3036" y="2363"/>
                  </a:lnTo>
                  <a:lnTo>
                    <a:pt x="3048" y="2329"/>
                  </a:lnTo>
                  <a:lnTo>
                    <a:pt x="3062" y="2296"/>
                  </a:lnTo>
                  <a:lnTo>
                    <a:pt x="3077" y="2267"/>
                  </a:lnTo>
                  <a:lnTo>
                    <a:pt x="3095" y="2240"/>
                  </a:lnTo>
                  <a:lnTo>
                    <a:pt x="3113" y="2215"/>
                  </a:lnTo>
                  <a:lnTo>
                    <a:pt x="3133" y="2194"/>
                  </a:lnTo>
                  <a:lnTo>
                    <a:pt x="3154" y="2176"/>
                  </a:lnTo>
                  <a:lnTo>
                    <a:pt x="3176" y="2162"/>
                  </a:lnTo>
                  <a:lnTo>
                    <a:pt x="3198" y="2152"/>
                  </a:lnTo>
                  <a:lnTo>
                    <a:pt x="3222" y="2146"/>
                  </a:lnTo>
                  <a:lnTo>
                    <a:pt x="3246" y="214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8034" name="Freeform 48"/>
            <p:cNvSpPr>
              <a:spLocks/>
            </p:cNvSpPr>
            <p:nvPr/>
          </p:nvSpPr>
          <p:spPr bwMode="auto">
            <a:xfrm>
              <a:off x="1267" y="1588"/>
              <a:ext cx="87" cy="52"/>
            </a:xfrm>
            <a:custGeom>
              <a:avLst/>
              <a:gdLst>
                <a:gd name="T0" fmla="*/ 3 w 437"/>
                <a:gd name="T1" fmla="*/ 2 h 260"/>
                <a:gd name="T2" fmla="*/ 3 w 437"/>
                <a:gd name="T3" fmla="*/ 2 h 260"/>
                <a:gd name="T4" fmla="*/ 3 w 437"/>
                <a:gd name="T5" fmla="*/ 2 h 260"/>
                <a:gd name="T6" fmla="*/ 3 w 437"/>
                <a:gd name="T7" fmla="*/ 2 h 260"/>
                <a:gd name="T8" fmla="*/ 3 w 437"/>
                <a:gd name="T9" fmla="*/ 1 h 260"/>
                <a:gd name="T10" fmla="*/ 3 w 437"/>
                <a:gd name="T11" fmla="*/ 1 h 260"/>
                <a:gd name="T12" fmla="*/ 3 w 437"/>
                <a:gd name="T13" fmla="*/ 1 h 260"/>
                <a:gd name="T14" fmla="*/ 3 w 437"/>
                <a:gd name="T15" fmla="*/ 1 h 260"/>
                <a:gd name="T16" fmla="*/ 3 w 437"/>
                <a:gd name="T17" fmla="*/ 1 h 260"/>
                <a:gd name="T18" fmla="*/ 2 w 437"/>
                <a:gd name="T19" fmla="*/ 1 h 260"/>
                <a:gd name="T20" fmla="*/ 2 w 437"/>
                <a:gd name="T21" fmla="*/ 0 h 260"/>
                <a:gd name="T22" fmla="*/ 2 w 437"/>
                <a:gd name="T23" fmla="*/ 0 h 260"/>
                <a:gd name="T24" fmla="*/ 2 w 437"/>
                <a:gd name="T25" fmla="*/ 0 h 260"/>
                <a:gd name="T26" fmla="*/ 1 w 437"/>
                <a:gd name="T27" fmla="*/ 0 h 260"/>
                <a:gd name="T28" fmla="*/ 1 w 437"/>
                <a:gd name="T29" fmla="*/ 0 h 260"/>
                <a:gd name="T30" fmla="*/ 1 w 437"/>
                <a:gd name="T31" fmla="*/ 0 h 260"/>
                <a:gd name="T32" fmla="*/ 0 w 437"/>
                <a:gd name="T33" fmla="*/ 0 h 260"/>
                <a:gd name="T34" fmla="*/ 0 w 437"/>
                <a:gd name="T35" fmla="*/ 0 h 260"/>
                <a:gd name="T36" fmla="*/ 0 w 437"/>
                <a:gd name="T37" fmla="*/ 0 h 260"/>
                <a:gd name="T38" fmla="*/ 0 w 437"/>
                <a:gd name="T39" fmla="*/ 0 h 260"/>
                <a:gd name="T40" fmla="*/ 1 w 437"/>
                <a:gd name="T41" fmla="*/ 0 h 260"/>
                <a:gd name="T42" fmla="*/ 1 w 437"/>
                <a:gd name="T43" fmla="*/ 0 h 260"/>
                <a:gd name="T44" fmla="*/ 1 w 437"/>
                <a:gd name="T45" fmla="*/ 0 h 260"/>
                <a:gd name="T46" fmla="*/ 2 w 437"/>
                <a:gd name="T47" fmla="*/ 0 h 260"/>
                <a:gd name="T48" fmla="*/ 2 w 437"/>
                <a:gd name="T49" fmla="*/ 0 h 260"/>
                <a:gd name="T50" fmla="*/ 2 w 437"/>
                <a:gd name="T51" fmla="*/ 1 h 260"/>
                <a:gd name="T52" fmla="*/ 2 w 437"/>
                <a:gd name="T53" fmla="*/ 1 h 260"/>
                <a:gd name="T54" fmla="*/ 3 w 437"/>
                <a:gd name="T55" fmla="*/ 1 h 260"/>
                <a:gd name="T56" fmla="*/ 3 w 437"/>
                <a:gd name="T57" fmla="*/ 1 h 260"/>
                <a:gd name="T58" fmla="*/ 3 w 437"/>
                <a:gd name="T59" fmla="*/ 1 h 260"/>
                <a:gd name="T60" fmla="*/ 3 w 437"/>
                <a:gd name="T61" fmla="*/ 1 h 260"/>
                <a:gd name="T62" fmla="*/ 3 w 437"/>
                <a:gd name="T63" fmla="*/ 1 h 260"/>
                <a:gd name="T64" fmla="*/ 3 w 437"/>
                <a:gd name="T65" fmla="*/ 2 h 260"/>
                <a:gd name="T66" fmla="*/ 3 w 437"/>
                <a:gd name="T67" fmla="*/ 2 h 260"/>
                <a:gd name="T68" fmla="*/ 3 w 437"/>
                <a:gd name="T69" fmla="*/ 2 h 260"/>
                <a:gd name="T70" fmla="*/ 3 w 437"/>
                <a:gd name="T71" fmla="*/ 2 h 260"/>
                <a:gd name="T72" fmla="*/ 3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437" y="260"/>
                  </a:moveTo>
                  <a:lnTo>
                    <a:pt x="437" y="260"/>
                  </a:lnTo>
                  <a:lnTo>
                    <a:pt x="434" y="233"/>
                  </a:lnTo>
                  <a:lnTo>
                    <a:pt x="427" y="206"/>
                  </a:lnTo>
                  <a:lnTo>
                    <a:pt x="417" y="181"/>
                  </a:lnTo>
                  <a:lnTo>
                    <a:pt x="401" y="157"/>
                  </a:lnTo>
                  <a:lnTo>
                    <a:pt x="383" y="133"/>
                  </a:lnTo>
                  <a:lnTo>
                    <a:pt x="360" y="113"/>
                  </a:lnTo>
                  <a:lnTo>
                    <a:pt x="336" y="93"/>
                  </a:lnTo>
                  <a:lnTo>
                    <a:pt x="308" y="73"/>
                  </a:lnTo>
                  <a:lnTo>
                    <a:pt x="276" y="58"/>
                  </a:lnTo>
                  <a:lnTo>
                    <a:pt x="242" y="43"/>
                  </a:lnTo>
                  <a:lnTo>
                    <a:pt x="207" y="30"/>
                  </a:lnTo>
                  <a:lnTo>
                    <a:pt x="168" y="19"/>
                  </a:lnTo>
                  <a:lnTo>
                    <a:pt x="128" y="11"/>
                  </a:lnTo>
                  <a:lnTo>
                    <a:pt x="87" y="4"/>
                  </a:lnTo>
                  <a:lnTo>
                    <a:pt x="43" y="1"/>
                  </a:lnTo>
                  <a:lnTo>
                    <a:pt x="0" y="0"/>
                  </a:lnTo>
                  <a:lnTo>
                    <a:pt x="0" y="11"/>
                  </a:lnTo>
                  <a:lnTo>
                    <a:pt x="43" y="12"/>
                  </a:lnTo>
                  <a:lnTo>
                    <a:pt x="85" y="16"/>
                  </a:lnTo>
                  <a:lnTo>
                    <a:pt x="126" y="23"/>
                  </a:lnTo>
                  <a:lnTo>
                    <a:pt x="166" y="31"/>
                  </a:lnTo>
                  <a:lnTo>
                    <a:pt x="202" y="42"/>
                  </a:lnTo>
                  <a:lnTo>
                    <a:pt x="237" y="55"/>
                  </a:lnTo>
                  <a:lnTo>
                    <a:pt x="271" y="70"/>
                  </a:lnTo>
                  <a:lnTo>
                    <a:pt x="301" y="85"/>
                  </a:lnTo>
                  <a:lnTo>
                    <a:pt x="329" y="103"/>
                  </a:lnTo>
                  <a:lnTo>
                    <a:pt x="353" y="123"/>
                  </a:lnTo>
                  <a:lnTo>
                    <a:pt x="373" y="143"/>
                  </a:lnTo>
                  <a:lnTo>
                    <a:pt x="392" y="164"/>
                  </a:lnTo>
                  <a:lnTo>
                    <a:pt x="405" y="186"/>
                  </a:lnTo>
                  <a:lnTo>
                    <a:pt x="415" y="211"/>
                  </a:lnTo>
                  <a:lnTo>
                    <a:pt x="422" y="235"/>
                  </a:lnTo>
                  <a:lnTo>
                    <a:pt x="425" y="260"/>
                  </a:lnTo>
                  <a:lnTo>
                    <a:pt x="437"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8035" name="Freeform 49"/>
            <p:cNvSpPr>
              <a:spLocks/>
            </p:cNvSpPr>
            <p:nvPr/>
          </p:nvSpPr>
          <p:spPr bwMode="auto">
            <a:xfrm>
              <a:off x="1267" y="1640"/>
              <a:ext cx="87" cy="52"/>
            </a:xfrm>
            <a:custGeom>
              <a:avLst/>
              <a:gdLst>
                <a:gd name="T0" fmla="*/ 0 w 437"/>
                <a:gd name="T1" fmla="*/ 2 h 260"/>
                <a:gd name="T2" fmla="*/ 0 w 437"/>
                <a:gd name="T3" fmla="*/ 2 h 260"/>
                <a:gd name="T4" fmla="*/ 0 w 437"/>
                <a:gd name="T5" fmla="*/ 2 h 260"/>
                <a:gd name="T6" fmla="*/ 1 w 437"/>
                <a:gd name="T7" fmla="*/ 2 h 260"/>
                <a:gd name="T8" fmla="*/ 1 w 437"/>
                <a:gd name="T9" fmla="*/ 2 h 260"/>
                <a:gd name="T10" fmla="*/ 1 w 437"/>
                <a:gd name="T11" fmla="*/ 2 h 260"/>
                <a:gd name="T12" fmla="*/ 2 w 437"/>
                <a:gd name="T13" fmla="*/ 2 h 260"/>
                <a:gd name="T14" fmla="*/ 2 w 437"/>
                <a:gd name="T15" fmla="*/ 2 h 260"/>
                <a:gd name="T16" fmla="*/ 2 w 437"/>
                <a:gd name="T17" fmla="*/ 2 h 260"/>
                <a:gd name="T18" fmla="*/ 2 w 437"/>
                <a:gd name="T19" fmla="*/ 1 h 260"/>
                <a:gd name="T20" fmla="*/ 3 w 437"/>
                <a:gd name="T21" fmla="*/ 1 h 260"/>
                <a:gd name="T22" fmla="*/ 3 w 437"/>
                <a:gd name="T23" fmla="*/ 1 h 260"/>
                <a:gd name="T24" fmla="*/ 3 w 437"/>
                <a:gd name="T25" fmla="*/ 1 h 260"/>
                <a:gd name="T26" fmla="*/ 3 w 437"/>
                <a:gd name="T27" fmla="*/ 1 h 260"/>
                <a:gd name="T28" fmla="*/ 3 w 437"/>
                <a:gd name="T29" fmla="*/ 1 h 260"/>
                <a:gd name="T30" fmla="*/ 3 w 437"/>
                <a:gd name="T31" fmla="*/ 0 h 260"/>
                <a:gd name="T32" fmla="*/ 3 w 437"/>
                <a:gd name="T33" fmla="*/ 0 h 260"/>
                <a:gd name="T34" fmla="*/ 3 w 437"/>
                <a:gd name="T35" fmla="*/ 0 h 260"/>
                <a:gd name="T36" fmla="*/ 3 w 437"/>
                <a:gd name="T37" fmla="*/ 0 h 260"/>
                <a:gd name="T38" fmla="*/ 3 w 437"/>
                <a:gd name="T39" fmla="*/ 0 h 260"/>
                <a:gd name="T40" fmla="*/ 3 w 437"/>
                <a:gd name="T41" fmla="*/ 0 h 260"/>
                <a:gd name="T42" fmla="*/ 3 w 437"/>
                <a:gd name="T43" fmla="*/ 1 h 260"/>
                <a:gd name="T44" fmla="*/ 3 w 437"/>
                <a:gd name="T45" fmla="*/ 1 h 260"/>
                <a:gd name="T46" fmla="*/ 3 w 437"/>
                <a:gd name="T47" fmla="*/ 1 h 260"/>
                <a:gd name="T48" fmla="*/ 3 w 437"/>
                <a:gd name="T49" fmla="*/ 1 h 260"/>
                <a:gd name="T50" fmla="*/ 3 w 437"/>
                <a:gd name="T51" fmla="*/ 1 h 260"/>
                <a:gd name="T52" fmla="*/ 2 w 437"/>
                <a:gd name="T53" fmla="*/ 1 h 260"/>
                <a:gd name="T54" fmla="*/ 2 w 437"/>
                <a:gd name="T55" fmla="*/ 2 h 260"/>
                <a:gd name="T56" fmla="*/ 2 w 437"/>
                <a:gd name="T57" fmla="*/ 2 h 260"/>
                <a:gd name="T58" fmla="*/ 2 w 437"/>
                <a:gd name="T59" fmla="*/ 2 h 260"/>
                <a:gd name="T60" fmla="*/ 1 w 437"/>
                <a:gd name="T61" fmla="*/ 2 h 260"/>
                <a:gd name="T62" fmla="*/ 1 w 437"/>
                <a:gd name="T63" fmla="*/ 2 h 260"/>
                <a:gd name="T64" fmla="*/ 1 w 437"/>
                <a:gd name="T65" fmla="*/ 2 h 260"/>
                <a:gd name="T66" fmla="*/ 0 w 437"/>
                <a:gd name="T67" fmla="*/ 2 h 260"/>
                <a:gd name="T68" fmla="*/ 0 w 437"/>
                <a:gd name="T69" fmla="*/ 2 h 260"/>
                <a:gd name="T70" fmla="*/ 0 w 437"/>
                <a:gd name="T71" fmla="*/ 2 h 260"/>
                <a:gd name="T72" fmla="*/ 0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0" y="260"/>
                  </a:moveTo>
                  <a:lnTo>
                    <a:pt x="0" y="260"/>
                  </a:lnTo>
                  <a:lnTo>
                    <a:pt x="43" y="259"/>
                  </a:lnTo>
                  <a:lnTo>
                    <a:pt x="87" y="255"/>
                  </a:lnTo>
                  <a:lnTo>
                    <a:pt x="128" y="248"/>
                  </a:lnTo>
                  <a:lnTo>
                    <a:pt x="168" y="240"/>
                  </a:lnTo>
                  <a:lnTo>
                    <a:pt x="207" y="230"/>
                  </a:lnTo>
                  <a:lnTo>
                    <a:pt x="242" y="217"/>
                  </a:lnTo>
                  <a:lnTo>
                    <a:pt x="276" y="202"/>
                  </a:lnTo>
                  <a:lnTo>
                    <a:pt x="308" y="185"/>
                  </a:lnTo>
                  <a:lnTo>
                    <a:pt x="336" y="166"/>
                  </a:lnTo>
                  <a:lnTo>
                    <a:pt x="360" y="146"/>
                  </a:lnTo>
                  <a:lnTo>
                    <a:pt x="383" y="125"/>
                  </a:lnTo>
                  <a:lnTo>
                    <a:pt x="401" y="102"/>
                  </a:lnTo>
                  <a:lnTo>
                    <a:pt x="417" y="77"/>
                  </a:lnTo>
                  <a:lnTo>
                    <a:pt x="427" y="53"/>
                  </a:lnTo>
                  <a:lnTo>
                    <a:pt x="434" y="27"/>
                  </a:lnTo>
                  <a:lnTo>
                    <a:pt x="437" y="0"/>
                  </a:lnTo>
                  <a:lnTo>
                    <a:pt x="425" y="0"/>
                  </a:lnTo>
                  <a:lnTo>
                    <a:pt x="422" y="24"/>
                  </a:lnTo>
                  <a:lnTo>
                    <a:pt x="415" y="48"/>
                  </a:lnTo>
                  <a:lnTo>
                    <a:pt x="405" y="73"/>
                  </a:lnTo>
                  <a:lnTo>
                    <a:pt x="392" y="95"/>
                  </a:lnTo>
                  <a:lnTo>
                    <a:pt x="373" y="116"/>
                  </a:lnTo>
                  <a:lnTo>
                    <a:pt x="353" y="137"/>
                  </a:lnTo>
                  <a:lnTo>
                    <a:pt x="329" y="157"/>
                  </a:lnTo>
                  <a:lnTo>
                    <a:pt x="301" y="173"/>
                  </a:lnTo>
                  <a:lnTo>
                    <a:pt x="271" y="190"/>
                  </a:lnTo>
                  <a:lnTo>
                    <a:pt x="237" y="205"/>
                  </a:lnTo>
                  <a:lnTo>
                    <a:pt x="202" y="218"/>
                  </a:lnTo>
                  <a:lnTo>
                    <a:pt x="166" y="228"/>
                  </a:lnTo>
                  <a:lnTo>
                    <a:pt x="126" y="237"/>
                  </a:lnTo>
                  <a:lnTo>
                    <a:pt x="85" y="244"/>
                  </a:lnTo>
                  <a:lnTo>
                    <a:pt x="43" y="247"/>
                  </a:lnTo>
                  <a:lnTo>
                    <a:pt x="0" y="248"/>
                  </a:lnTo>
                  <a:lnTo>
                    <a:pt x="0"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8036" name="Freeform 50"/>
            <p:cNvSpPr>
              <a:spLocks/>
            </p:cNvSpPr>
            <p:nvPr/>
          </p:nvSpPr>
          <p:spPr bwMode="auto">
            <a:xfrm>
              <a:off x="1179" y="1640"/>
              <a:ext cx="88" cy="52"/>
            </a:xfrm>
            <a:custGeom>
              <a:avLst/>
              <a:gdLst>
                <a:gd name="T0" fmla="*/ 0 w 439"/>
                <a:gd name="T1" fmla="*/ 0 h 260"/>
                <a:gd name="T2" fmla="*/ 0 w 439"/>
                <a:gd name="T3" fmla="*/ 0 h 260"/>
                <a:gd name="T4" fmla="*/ 0 w 439"/>
                <a:gd name="T5" fmla="*/ 0 h 260"/>
                <a:gd name="T6" fmla="*/ 0 w 439"/>
                <a:gd name="T7" fmla="*/ 0 h 260"/>
                <a:gd name="T8" fmla="*/ 0 w 439"/>
                <a:gd name="T9" fmla="*/ 1 h 260"/>
                <a:gd name="T10" fmla="*/ 0 w 439"/>
                <a:gd name="T11" fmla="*/ 1 h 260"/>
                <a:gd name="T12" fmla="*/ 0 w 439"/>
                <a:gd name="T13" fmla="*/ 1 h 260"/>
                <a:gd name="T14" fmla="*/ 1 w 439"/>
                <a:gd name="T15" fmla="*/ 1 h 260"/>
                <a:gd name="T16" fmla="*/ 1 w 439"/>
                <a:gd name="T17" fmla="*/ 1 h 260"/>
                <a:gd name="T18" fmla="*/ 1 w 439"/>
                <a:gd name="T19" fmla="*/ 1 h 260"/>
                <a:gd name="T20" fmla="*/ 1 w 439"/>
                <a:gd name="T21" fmla="*/ 2 h 260"/>
                <a:gd name="T22" fmla="*/ 2 w 439"/>
                <a:gd name="T23" fmla="*/ 2 h 260"/>
                <a:gd name="T24" fmla="*/ 2 w 439"/>
                <a:gd name="T25" fmla="*/ 2 h 260"/>
                <a:gd name="T26" fmla="*/ 2 w 439"/>
                <a:gd name="T27" fmla="*/ 2 h 260"/>
                <a:gd name="T28" fmla="*/ 2 w 439"/>
                <a:gd name="T29" fmla="*/ 2 h 260"/>
                <a:gd name="T30" fmla="*/ 3 w 439"/>
                <a:gd name="T31" fmla="*/ 2 h 260"/>
                <a:gd name="T32" fmla="*/ 3 w 439"/>
                <a:gd name="T33" fmla="*/ 2 h 260"/>
                <a:gd name="T34" fmla="*/ 4 w 439"/>
                <a:gd name="T35" fmla="*/ 2 h 260"/>
                <a:gd name="T36" fmla="*/ 4 w 439"/>
                <a:gd name="T37" fmla="*/ 2 h 260"/>
                <a:gd name="T38" fmla="*/ 3 w 439"/>
                <a:gd name="T39" fmla="*/ 2 h 260"/>
                <a:gd name="T40" fmla="*/ 3 w 439"/>
                <a:gd name="T41" fmla="*/ 2 h 260"/>
                <a:gd name="T42" fmla="*/ 3 w 439"/>
                <a:gd name="T43" fmla="*/ 2 h 260"/>
                <a:gd name="T44" fmla="*/ 2 w 439"/>
                <a:gd name="T45" fmla="*/ 2 h 260"/>
                <a:gd name="T46" fmla="*/ 2 w 439"/>
                <a:gd name="T47" fmla="*/ 2 h 260"/>
                <a:gd name="T48" fmla="*/ 2 w 439"/>
                <a:gd name="T49" fmla="*/ 2 h 260"/>
                <a:gd name="T50" fmla="*/ 1 w 439"/>
                <a:gd name="T51" fmla="*/ 2 h 260"/>
                <a:gd name="T52" fmla="*/ 1 w 439"/>
                <a:gd name="T53" fmla="*/ 1 h 260"/>
                <a:gd name="T54" fmla="*/ 1 w 439"/>
                <a:gd name="T55" fmla="*/ 1 h 260"/>
                <a:gd name="T56" fmla="*/ 1 w 439"/>
                <a:gd name="T57" fmla="*/ 1 h 260"/>
                <a:gd name="T58" fmla="*/ 1 w 439"/>
                <a:gd name="T59" fmla="*/ 1 h 260"/>
                <a:gd name="T60" fmla="*/ 0 w 439"/>
                <a:gd name="T61" fmla="*/ 1 h 260"/>
                <a:gd name="T62" fmla="*/ 0 w 439"/>
                <a:gd name="T63" fmla="*/ 1 h 260"/>
                <a:gd name="T64" fmla="*/ 0 w 439"/>
                <a:gd name="T65" fmla="*/ 0 h 260"/>
                <a:gd name="T66" fmla="*/ 0 w 439"/>
                <a:gd name="T67" fmla="*/ 0 h 260"/>
                <a:gd name="T68" fmla="*/ 0 w 439"/>
                <a:gd name="T69" fmla="*/ 0 h 260"/>
                <a:gd name="T70" fmla="*/ 0 w 439"/>
                <a:gd name="T71" fmla="*/ 0 h 260"/>
                <a:gd name="T72" fmla="*/ 0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0" y="0"/>
                  </a:moveTo>
                  <a:lnTo>
                    <a:pt x="0" y="0"/>
                  </a:lnTo>
                  <a:lnTo>
                    <a:pt x="3" y="27"/>
                  </a:lnTo>
                  <a:lnTo>
                    <a:pt x="10" y="53"/>
                  </a:lnTo>
                  <a:lnTo>
                    <a:pt x="20" y="77"/>
                  </a:lnTo>
                  <a:lnTo>
                    <a:pt x="35" y="102"/>
                  </a:lnTo>
                  <a:lnTo>
                    <a:pt x="54" y="125"/>
                  </a:lnTo>
                  <a:lnTo>
                    <a:pt x="76" y="146"/>
                  </a:lnTo>
                  <a:lnTo>
                    <a:pt x="102" y="166"/>
                  </a:lnTo>
                  <a:lnTo>
                    <a:pt x="130" y="185"/>
                  </a:lnTo>
                  <a:lnTo>
                    <a:pt x="162" y="202"/>
                  </a:lnTo>
                  <a:lnTo>
                    <a:pt x="195" y="217"/>
                  </a:lnTo>
                  <a:lnTo>
                    <a:pt x="231" y="230"/>
                  </a:lnTo>
                  <a:lnTo>
                    <a:pt x="270" y="240"/>
                  </a:lnTo>
                  <a:lnTo>
                    <a:pt x="310" y="248"/>
                  </a:lnTo>
                  <a:lnTo>
                    <a:pt x="351" y="255"/>
                  </a:lnTo>
                  <a:lnTo>
                    <a:pt x="395" y="259"/>
                  </a:lnTo>
                  <a:lnTo>
                    <a:pt x="439" y="260"/>
                  </a:lnTo>
                  <a:lnTo>
                    <a:pt x="439" y="248"/>
                  </a:lnTo>
                  <a:lnTo>
                    <a:pt x="395" y="247"/>
                  </a:lnTo>
                  <a:lnTo>
                    <a:pt x="353" y="244"/>
                  </a:lnTo>
                  <a:lnTo>
                    <a:pt x="312" y="237"/>
                  </a:lnTo>
                  <a:lnTo>
                    <a:pt x="272" y="228"/>
                  </a:lnTo>
                  <a:lnTo>
                    <a:pt x="236" y="218"/>
                  </a:lnTo>
                  <a:lnTo>
                    <a:pt x="200" y="205"/>
                  </a:lnTo>
                  <a:lnTo>
                    <a:pt x="167" y="190"/>
                  </a:lnTo>
                  <a:lnTo>
                    <a:pt x="137" y="173"/>
                  </a:lnTo>
                  <a:lnTo>
                    <a:pt x="109" y="157"/>
                  </a:lnTo>
                  <a:lnTo>
                    <a:pt x="84" y="137"/>
                  </a:lnTo>
                  <a:lnTo>
                    <a:pt x="64" y="116"/>
                  </a:lnTo>
                  <a:lnTo>
                    <a:pt x="45" y="95"/>
                  </a:lnTo>
                  <a:lnTo>
                    <a:pt x="32" y="73"/>
                  </a:lnTo>
                  <a:lnTo>
                    <a:pt x="21" y="48"/>
                  </a:lnTo>
                  <a:lnTo>
                    <a:pt x="14" y="24"/>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8037" name="Freeform 51"/>
            <p:cNvSpPr>
              <a:spLocks/>
            </p:cNvSpPr>
            <p:nvPr/>
          </p:nvSpPr>
          <p:spPr bwMode="auto">
            <a:xfrm>
              <a:off x="1179" y="1588"/>
              <a:ext cx="88" cy="52"/>
            </a:xfrm>
            <a:custGeom>
              <a:avLst/>
              <a:gdLst>
                <a:gd name="T0" fmla="*/ 4 w 439"/>
                <a:gd name="T1" fmla="*/ 0 h 260"/>
                <a:gd name="T2" fmla="*/ 4 w 439"/>
                <a:gd name="T3" fmla="*/ 0 h 260"/>
                <a:gd name="T4" fmla="*/ 3 w 439"/>
                <a:gd name="T5" fmla="*/ 0 h 260"/>
                <a:gd name="T6" fmla="*/ 3 w 439"/>
                <a:gd name="T7" fmla="*/ 0 h 260"/>
                <a:gd name="T8" fmla="*/ 2 w 439"/>
                <a:gd name="T9" fmla="*/ 0 h 260"/>
                <a:gd name="T10" fmla="*/ 2 w 439"/>
                <a:gd name="T11" fmla="*/ 0 h 260"/>
                <a:gd name="T12" fmla="*/ 2 w 439"/>
                <a:gd name="T13" fmla="*/ 0 h 260"/>
                <a:gd name="T14" fmla="*/ 2 w 439"/>
                <a:gd name="T15" fmla="*/ 0 h 260"/>
                <a:gd name="T16" fmla="*/ 1 w 439"/>
                <a:gd name="T17" fmla="*/ 0 h 260"/>
                <a:gd name="T18" fmla="*/ 1 w 439"/>
                <a:gd name="T19" fmla="*/ 1 h 260"/>
                <a:gd name="T20" fmla="*/ 1 w 439"/>
                <a:gd name="T21" fmla="*/ 1 h 260"/>
                <a:gd name="T22" fmla="*/ 1 w 439"/>
                <a:gd name="T23" fmla="*/ 1 h 260"/>
                <a:gd name="T24" fmla="*/ 0 w 439"/>
                <a:gd name="T25" fmla="*/ 1 h 260"/>
                <a:gd name="T26" fmla="*/ 0 w 439"/>
                <a:gd name="T27" fmla="*/ 1 h 260"/>
                <a:gd name="T28" fmla="*/ 0 w 439"/>
                <a:gd name="T29" fmla="*/ 1 h 260"/>
                <a:gd name="T30" fmla="*/ 0 w 439"/>
                <a:gd name="T31" fmla="*/ 2 h 260"/>
                <a:gd name="T32" fmla="*/ 0 w 439"/>
                <a:gd name="T33" fmla="*/ 2 h 260"/>
                <a:gd name="T34" fmla="*/ 0 w 439"/>
                <a:gd name="T35" fmla="*/ 2 h 260"/>
                <a:gd name="T36" fmla="*/ 0 w 439"/>
                <a:gd name="T37" fmla="*/ 2 h 260"/>
                <a:gd name="T38" fmla="*/ 0 w 439"/>
                <a:gd name="T39" fmla="*/ 2 h 260"/>
                <a:gd name="T40" fmla="*/ 0 w 439"/>
                <a:gd name="T41" fmla="*/ 2 h 260"/>
                <a:gd name="T42" fmla="*/ 0 w 439"/>
                <a:gd name="T43" fmla="*/ 1 h 260"/>
                <a:gd name="T44" fmla="*/ 0 w 439"/>
                <a:gd name="T45" fmla="*/ 1 h 260"/>
                <a:gd name="T46" fmla="*/ 1 w 439"/>
                <a:gd name="T47" fmla="*/ 1 h 260"/>
                <a:gd name="T48" fmla="*/ 1 w 439"/>
                <a:gd name="T49" fmla="*/ 1 h 260"/>
                <a:gd name="T50" fmla="*/ 1 w 439"/>
                <a:gd name="T51" fmla="*/ 1 h 260"/>
                <a:gd name="T52" fmla="*/ 1 w 439"/>
                <a:gd name="T53" fmla="*/ 1 h 260"/>
                <a:gd name="T54" fmla="*/ 1 w 439"/>
                <a:gd name="T55" fmla="*/ 1 h 260"/>
                <a:gd name="T56" fmla="*/ 2 w 439"/>
                <a:gd name="T57" fmla="*/ 0 h 260"/>
                <a:gd name="T58" fmla="*/ 2 w 439"/>
                <a:gd name="T59" fmla="*/ 0 h 260"/>
                <a:gd name="T60" fmla="*/ 2 w 439"/>
                <a:gd name="T61" fmla="*/ 0 h 260"/>
                <a:gd name="T62" fmla="*/ 3 w 439"/>
                <a:gd name="T63" fmla="*/ 0 h 260"/>
                <a:gd name="T64" fmla="*/ 3 w 439"/>
                <a:gd name="T65" fmla="*/ 0 h 260"/>
                <a:gd name="T66" fmla="*/ 3 w 439"/>
                <a:gd name="T67" fmla="*/ 0 h 260"/>
                <a:gd name="T68" fmla="*/ 4 w 439"/>
                <a:gd name="T69" fmla="*/ 0 h 260"/>
                <a:gd name="T70" fmla="*/ 4 w 439"/>
                <a:gd name="T71" fmla="*/ 0 h 260"/>
                <a:gd name="T72" fmla="*/ 4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439" y="0"/>
                  </a:moveTo>
                  <a:lnTo>
                    <a:pt x="439" y="0"/>
                  </a:lnTo>
                  <a:lnTo>
                    <a:pt x="395" y="1"/>
                  </a:lnTo>
                  <a:lnTo>
                    <a:pt x="351" y="4"/>
                  </a:lnTo>
                  <a:lnTo>
                    <a:pt x="310" y="11"/>
                  </a:lnTo>
                  <a:lnTo>
                    <a:pt x="270" y="19"/>
                  </a:lnTo>
                  <a:lnTo>
                    <a:pt x="231" y="30"/>
                  </a:lnTo>
                  <a:lnTo>
                    <a:pt x="195" y="43"/>
                  </a:lnTo>
                  <a:lnTo>
                    <a:pt x="162" y="58"/>
                  </a:lnTo>
                  <a:lnTo>
                    <a:pt x="130" y="73"/>
                  </a:lnTo>
                  <a:lnTo>
                    <a:pt x="102" y="93"/>
                  </a:lnTo>
                  <a:lnTo>
                    <a:pt x="76" y="113"/>
                  </a:lnTo>
                  <a:lnTo>
                    <a:pt x="54" y="133"/>
                  </a:lnTo>
                  <a:lnTo>
                    <a:pt x="35" y="157"/>
                  </a:lnTo>
                  <a:lnTo>
                    <a:pt x="20" y="181"/>
                  </a:lnTo>
                  <a:lnTo>
                    <a:pt x="10" y="206"/>
                  </a:lnTo>
                  <a:lnTo>
                    <a:pt x="3" y="233"/>
                  </a:lnTo>
                  <a:lnTo>
                    <a:pt x="0" y="260"/>
                  </a:lnTo>
                  <a:lnTo>
                    <a:pt x="12" y="260"/>
                  </a:lnTo>
                  <a:lnTo>
                    <a:pt x="14" y="235"/>
                  </a:lnTo>
                  <a:lnTo>
                    <a:pt x="21" y="211"/>
                  </a:lnTo>
                  <a:lnTo>
                    <a:pt x="32" y="186"/>
                  </a:lnTo>
                  <a:lnTo>
                    <a:pt x="45" y="164"/>
                  </a:lnTo>
                  <a:lnTo>
                    <a:pt x="64" y="143"/>
                  </a:lnTo>
                  <a:lnTo>
                    <a:pt x="84" y="123"/>
                  </a:lnTo>
                  <a:lnTo>
                    <a:pt x="109" y="103"/>
                  </a:lnTo>
                  <a:lnTo>
                    <a:pt x="137" y="85"/>
                  </a:lnTo>
                  <a:lnTo>
                    <a:pt x="167" y="70"/>
                  </a:lnTo>
                  <a:lnTo>
                    <a:pt x="200" y="55"/>
                  </a:lnTo>
                  <a:lnTo>
                    <a:pt x="236" y="42"/>
                  </a:lnTo>
                  <a:lnTo>
                    <a:pt x="272" y="31"/>
                  </a:lnTo>
                  <a:lnTo>
                    <a:pt x="312" y="23"/>
                  </a:lnTo>
                  <a:lnTo>
                    <a:pt x="353" y="16"/>
                  </a:lnTo>
                  <a:lnTo>
                    <a:pt x="395" y="12"/>
                  </a:lnTo>
                  <a:lnTo>
                    <a:pt x="439" y="11"/>
                  </a:lnTo>
                  <a:lnTo>
                    <a:pt x="439"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8038" name="Freeform 52"/>
            <p:cNvSpPr>
              <a:spLocks/>
            </p:cNvSpPr>
            <p:nvPr/>
          </p:nvSpPr>
          <p:spPr bwMode="auto">
            <a:xfrm>
              <a:off x="964" y="1745"/>
              <a:ext cx="48" cy="85"/>
            </a:xfrm>
            <a:custGeom>
              <a:avLst/>
              <a:gdLst>
                <a:gd name="T0" fmla="*/ 2 w 244"/>
                <a:gd name="T1" fmla="*/ 3 h 426"/>
                <a:gd name="T2" fmla="*/ 2 w 244"/>
                <a:gd name="T3" fmla="*/ 3 h 426"/>
                <a:gd name="T4" fmla="*/ 2 w 244"/>
                <a:gd name="T5" fmla="*/ 3 h 426"/>
                <a:gd name="T6" fmla="*/ 2 w 244"/>
                <a:gd name="T7" fmla="*/ 3 h 426"/>
                <a:gd name="T8" fmla="*/ 2 w 244"/>
                <a:gd name="T9" fmla="*/ 2 h 426"/>
                <a:gd name="T10" fmla="*/ 2 w 244"/>
                <a:gd name="T11" fmla="*/ 2 h 426"/>
                <a:gd name="T12" fmla="*/ 2 w 244"/>
                <a:gd name="T13" fmla="*/ 2 h 426"/>
                <a:gd name="T14" fmla="*/ 2 w 244"/>
                <a:gd name="T15" fmla="*/ 2 h 426"/>
                <a:gd name="T16" fmla="*/ 1 w 244"/>
                <a:gd name="T17" fmla="*/ 1 h 426"/>
                <a:gd name="T18" fmla="*/ 1 w 244"/>
                <a:gd name="T19" fmla="*/ 1 h 426"/>
                <a:gd name="T20" fmla="*/ 1 w 244"/>
                <a:gd name="T21" fmla="*/ 1 h 426"/>
                <a:gd name="T22" fmla="*/ 1 w 244"/>
                <a:gd name="T23" fmla="*/ 1 h 426"/>
                <a:gd name="T24" fmla="*/ 1 w 244"/>
                <a:gd name="T25" fmla="*/ 0 h 426"/>
                <a:gd name="T26" fmla="*/ 1 w 244"/>
                <a:gd name="T27" fmla="*/ 0 h 426"/>
                <a:gd name="T28" fmla="*/ 1 w 244"/>
                <a:gd name="T29" fmla="*/ 0 h 426"/>
                <a:gd name="T30" fmla="*/ 0 w 244"/>
                <a:gd name="T31" fmla="*/ 0 h 426"/>
                <a:gd name="T32" fmla="*/ 0 w 244"/>
                <a:gd name="T33" fmla="*/ 0 h 426"/>
                <a:gd name="T34" fmla="*/ 0 w 244"/>
                <a:gd name="T35" fmla="*/ 0 h 426"/>
                <a:gd name="T36" fmla="*/ 0 w 244"/>
                <a:gd name="T37" fmla="*/ 0 h 426"/>
                <a:gd name="T38" fmla="*/ 0 w 244"/>
                <a:gd name="T39" fmla="*/ 0 h 426"/>
                <a:gd name="T40" fmla="*/ 0 w 244"/>
                <a:gd name="T41" fmla="*/ 0 h 426"/>
                <a:gd name="T42" fmla="*/ 1 w 244"/>
                <a:gd name="T43" fmla="*/ 0 h 426"/>
                <a:gd name="T44" fmla="*/ 1 w 244"/>
                <a:gd name="T45" fmla="*/ 0 h 426"/>
                <a:gd name="T46" fmla="*/ 1 w 244"/>
                <a:gd name="T47" fmla="*/ 0 h 426"/>
                <a:gd name="T48" fmla="*/ 1 w 244"/>
                <a:gd name="T49" fmla="*/ 1 h 426"/>
                <a:gd name="T50" fmla="*/ 1 w 244"/>
                <a:gd name="T51" fmla="*/ 1 h 426"/>
                <a:gd name="T52" fmla="*/ 1 w 244"/>
                <a:gd name="T53" fmla="*/ 1 h 426"/>
                <a:gd name="T54" fmla="*/ 1 w 244"/>
                <a:gd name="T55" fmla="*/ 1 h 426"/>
                <a:gd name="T56" fmla="*/ 1 w 244"/>
                <a:gd name="T57" fmla="*/ 2 h 426"/>
                <a:gd name="T58" fmla="*/ 2 w 244"/>
                <a:gd name="T59" fmla="*/ 2 h 426"/>
                <a:gd name="T60" fmla="*/ 2 w 244"/>
                <a:gd name="T61" fmla="*/ 2 h 426"/>
                <a:gd name="T62" fmla="*/ 2 w 244"/>
                <a:gd name="T63" fmla="*/ 2 h 426"/>
                <a:gd name="T64" fmla="*/ 2 w 244"/>
                <a:gd name="T65" fmla="*/ 3 h 426"/>
                <a:gd name="T66" fmla="*/ 2 w 244"/>
                <a:gd name="T67" fmla="*/ 3 h 426"/>
                <a:gd name="T68" fmla="*/ 2 w 244"/>
                <a:gd name="T69" fmla="*/ 3 h 426"/>
                <a:gd name="T70" fmla="*/ 2 w 244"/>
                <a:gd name="T71" fmla="*/ 3 h 426"/>
                <a:gd name="T72" fmla="*/ 2 w 244"/>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6"/>
                <a:gd name="T113" fmla="*/ 244 w 244"/>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6">
                  <a:moveTo>
                    <a:pt x="244" y="426"/>
                  </a:moveTo>
                  <a:lnTo>
                    <a:pt x="244" y="426"/>
                  </a:lnTo>
                  <a:lnTo>
                    <a:pt x="243" y="383"/>
                  </a:lnTo>
                  <a:lnTo>
                    <a:pt x="240" y="340"/>
                  </a:lnTo>
                  <a:lnTo>
                    <a:pt x="234" y="300"/>
                  </a:lnTo>
                  <a:lnTo>
                    <a:pt x="226" y="262"/>
                  </a:lnTo>
                  <a:lnTo>
                    <a:pt x="215" y="224"/>
                  </a:lnTo>
                  <a:lnTo>
                    <a:pt x="203" y="189"/>
                  </a:lnTo>
                  <a:lnTo>
                    <a:pt x="189" y="157"/>
                  </a:lnTo>
                  <a:lnTo>
                    <a:pt x="174" y="126"/>
                  </a:lnTo>
                  <a:lnTo>
                    <a:pt x="155" y="99"/>
                  </a:lnTo>
                  <a:lnTo>
                    <a:pt x="138" y="74"/>
                  </a:lnTo>
                  <a:lnTo>
                    <a:pt x="118" y="52"/>
                  </a:lnTo>
                  <a:lnTo>
                    <a:pt x="96" y="34"/>
                  </a:lnTo>
                  <a:lnTo>
                    <a:pt x="73" y="19"/>
                  </a:lnTo>
                  <a:lnTo>
                    <a:pt x="50" y="8"/>
                  </a:lnTo>
                  <a:lnTo>
                    <a:pt x="25" y="2"/>
                  </a:lnTo>
                  <a:lnTo>
                    <a:pt x="0" y="0"/>
                  </a:lnTo>
                  <a:lnTo>
                    <a:pt x="0" y="12"/>
                  </a:lnTo>
                  <a:lnTo>
                    <a:pt x="23" y="14"/>
                  </a:lnTo>
                  <a:lnTo>
                    <a:pt x="45" y="20"/>
                  </a:lnTo>
                  <a:lnTo>
                    <a:pt x="66" y="31"/>
                  </a:lnTo>
                  <a:lnTo>
                    <a:pt x="89" y="43"/>
                  </a:lnTo>
                  <a:lnTo>
                    <a:pt x="109" y="61"/>
                  </a:lnTo>
                  <a:lnTo>
                    <a:pt x="129" y="81"/>
                  </a:lnTo>
                  <a:lnTo>
                    <a:pt x="146" y="106"/>
                  </a:lnTo>
                  <a:lnTo>
                    <a:pt x="162" y="133"/>
                  </a:lnTo>
                  <a:lnTo>
                    <a:pt x="178" y="162"/>
                  </a:lnTo>
                  <a:lnTo>
                    <a:pt x="192" y="194"/>
                  </a:lnTo>
                  <a:lnTo>
                    <a:pt x="203" y="229"/>
                  </a:lnTo>
                  <a:lnTo>
                    <a:pt x="214" y="264"/>
                  </a:lnTo>
                  <a:lnTo>
                    <a:pt x="222" y="303"/>
                  </a:lnTo>
                  <a:lnTo>
                    <a:pt x="228" y="342"/>
                  </a:lnTo>
                  <a:lnTo>
                    <a:pt x="232" y="383"/>
                  </a:lnTo>
                  <a:lnTo>
                    <a:pt x="233" y="426"/>
                  </a:lnTo>
                  <a:lnTo>
                    <a:pt x="244"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8039" name="Freeform 53"/>
            <p:cNvSpPr>
              <a:spLocks/>
            </p:cNvSpPr>
            <p:nvPr/>
          </p:nvSpPr>
          <p:spPr bwMode="auto">
            <a:xfrm>
              <a:off x="964" y="1830"/>
              <a:ext cx="48" cy="85"/>
            </a:xfrm>
            <a:custGeom>
              <a:avLst/>
              <a:gdLst>
                <a:gd name="T0" fmla="*/ 0 w 244"/>
                <a:gd name="T1" fmla="*/ 3 h 424"/>
                <a:gd name="T2" fmla="*/ 0 w 244"/>
                <a:gd name="T3" fmla="*/ 3 h 424"/>
                <a:gd name="T4" fmla="*/ 0 w 244"/>
                <a:gd name="T5" fmla="*/ 3 h 424"/>
                <a:gd name="T6" fmla="*/ 0 w 244"/>
                <a:gd name="T7" fmla="*/ 3 h 424"/>
                <a:gd name="T8" fmla="*/ 1 w 244"/>
                <a:gd name="T9" fmla="*/ 3 h 424"/>
                <a:gd name="T10" fmla="*/ 1 w 244"/>
                <a:gd name="T11" fmla="*/ 3 h 424"/>
                <a:gd name="T12" fmla="*/ 1 w 244"/>
                <a:gd name="T13" fmla="*/ 3 h 424"/>
                <a:gd name="T14" fmla="*/ 1 w 244"/>
                <a:gd name="T15" fmla="*/ 3 h 424"/>
                <a:gd name="T16" fmla="*/ 1 w 244"/>
                <a:gd name="T17" fmla="*/ 3 h 424"/>
                <a:gd name="T18" fmla="*/ 1 w 244"/>
                <a:gd name="T19" fmla="*/ 2 h 424"/>
                <a:gd name="T20" fmla="*/ 1 w 244"/>
                <a:gd name="T21" fmla="*/ 2 h 424"/>
                <a:gd name="T22" fmla="*/ 2 w 244"/>
                <a:gd name="T23" fmla="*/ 2 h 424"/>
                <a:gd name="T24" fmla="*/ 2 w 244"/>
                <a:gd name="T25" fmla="*/ 2 h 424"/>
                <a:gd name="T26" fmla="*/ 2 w 244"/>
                <a:gd name="T27" fmla="*/ 1 h 424"/>
                <a:gd name="T28" fmla="*/ 2 w 244"/>
                <a:gd name="T29" fmla="*/ 1 h 424"/>
                <a:gd name="T30" fmla="*/ 2 w 244"/>
                <a:gd name="T31" fmla="*/ 1 h 424"/>
                <a:gd name="T32" fmla="*/ 2 w 244"/>
                <a:gd name="T33" fmla="*/ 0 h 424"/>
                <a:gd name="T34" fmla="*/ 2 w 244"/>
                <a:gd name="T35" fmla="*/ 0 h 424"/>
                <a:gd name="T36" fmla="*/ 2 w 244"/>
                <a:gd name="T37" fmla="*/ 0 h 424"/>
                <a:gd name="T38" fmla="*/ 2 w 244"/>
                <a:gd name="T39" fmla="*/ 0 h 424"/>
                <a:gd name="T40" fmla="*/ 2 w 244"/>
                <a:gd name="T41" fmla="*/ 1 h 424"/>
                <a:gd name="T42" fmla="*/ 2 w 244"/>
                <a:gd name="T43" fmla="*/ 1 h 424"/>
                <a:gd name="T44" fmla="*/ 2 w 244"/>
                <a:gd name="T45" fmla="*/ 1 h 424"/>
                <a:gd name="T46" fmla="*/ 2 w 244"/>
                <a:gd name="T47" fmla="*/ 2 h 424"/>
                <a:gd name="T48" fmla="*/ 1 w 244"/>
                <a:gd name="T49" fmla="*/ 2 h 424"/>
                <a:gd name="T50" fmla="*/ 1 w 244"/>
                <a:gd name="T51" fmla="*/ 2 h 424"/>
                <a:gd name="T52" fmla="*/ 1 w 244"/>
                <a:gd name="T53" fmla="*/ 2 h 424"/>
                <a:gd name="T54" fmla="*/ 1 w 244"/>
                <a:gd name="T55" fmla="*/ 3 h 424"/>
                <a:gd name="T56" fmla="*/ 1 w 244"/>
                <a:gd name="T57" fmla="*/ 3 h 424"/>
                <a:gd name="T58" fmla="*/ 1 w 244"/>
                <a:gd name="T59" fmla="*/ 3 h 424"/>
                <a:gd name="T60" fmla="*/ 1 w 244"/>
                <a:gd name="T61" fmla="*/ 3 h 424"/>
                <a:gd name="T62" fmla="*/ 1 w 244"/>
                <a:gd name="T63" fmla="*/ 3 h 424"/>
                <a:gd name="T64" fmla="*/ 0 w 244"/>
                <a:gd name="T65" fmla="*/ 3 h 424"/>
                <a:gd name="T66" fmla="*/ 0 w 244"/>
                <a:gd name="T67" fmla="*/ 3 h 424"/>
                <a:gd name="T68" fmla="*/ 0 w 244"/>
                <a:gd name="T69" fmla="*/ 3 h 424"/>
                <a:gd name="T70" fmla="*/ 0 w 244"/>
                <a:gd name="T71" fmla="*/ 3 h 424"/>
                <a:gd name="T72" fmla="*/ 0 w 244"/>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4"/>
                <a:gd name="T113" fmla="*/ 244 w 244"/>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4">
                  <a:moveTo>
                    <a:pt x="0" y="424"/>
                  </a:moveTo>
                  <a:lnTo>
                    <a:pt x="0" y="424"/>
                  </a:lnTo>
                  <a:lnTo>
                    <a:pt x="25" y="422"/>
                  </a:lnTo>
                  <a:lnTo>
                    <a:pt x="50" y="416"/>
                  </a:lnTo>
                  <a:lnTo>
                    <a:pt x="73" y="405"/>
                  </a:lnTo>
                  <a:lnTo>
                    <a:pt x="96" y="390"/>
                  </a:lnTo>
                  <a:lnTo>
                    <a:pt x="118" y="373"/>
                  </a:lnTo>
                  <a:lnTo>
                    <a:pt x="138" y="350"/>
                  </a:lnTo>
                  <a:lnTo>
                    <a:pt x="155" y="326"/>
                  </a:lnTo>
                  <a:lnTo>
                    <a:pt x="173" y="299"/>
                  </a:lnTo>
                  <a:lnTo>
                    <a:pt x="189" y="268"/>
                  </a:lnTo>
                  <a:lnTo>
                    <a:pt x="203" y="235"/>
                  </a:lnTo>
                  <a:lnTo>
                    <a:pt x="215" y="201"/>
                  </a:lnTo>
                  <a:lnTo>
                    <a:pt x="226" y="163"/>
                  </a:lnTo>
                  <a:lnTo>
                    <a:pt x="234" y="125"/>
                  </a:lnTo>
                  <a:lnTo>
                    <a:pt x="240" y="85"/>
                  </a:lnTo>
                  <a:lnTo>
                    <a:pt x="243" y="42"/>
                  </a:lnTo>
                  <a:lnTo>
                    <a:pt x="244" y="0"/>
                  </a:lnTo>
                  <a:lnTo>
                    <a:pt x="233" y="0"/>
                  </a:lnTo>
                  <a:lnTo>
                    <a:pt x="232" y="42"/>
                  </a:lnTo>
                  <a:lnTo>
                    <a:pt x="228" y="83"/>
                  </a:lnTo>
                  <a:lnTo>
                    <a:pt x="222" y="123"/>
                  </a:lnTo>
                  <a:lnTo>
                    <a:pt x="214" y="160"/>
                  </a:lnTo>
                  <a:lnTo>
                    <a:pt x="203" y="197"/>
                  </a:lnTo>
                  <a:lnTo>
                    <a:pt x="192" y="231"/>
                  </a:lnTo>
                  <a:lnTo>
                    <a:pt x="178" y="263"/>
                  </a:lnTo>
                  <a:lnTo>
                    <a:pt x="164" y="292"/>
                  </a:lnTo>
                  <a:lnTo>
                    <a:pt x="146" y="319"/>
                  </a:lnTo>
                  <a:lnTo>
                    <a:pt x="129" y="343"/>
                  </a:lnTo>
                  <a:lnTo>
                    <a:pt x="109" y="363"/>
                  </a:lnTo>
                  <a:lnTo>
                    <a:pt x="89" y="381"/>
                  </a:lnTo>
                  <a:lnTo>
                    <a:pt x="66" y="394"/>
                  </a:lnTo>
                  <a:lnTo>
                    <a:pt x="45" y="404"/>
                  </a:lnTo>
                  <a:lnTo>
                    <a:pt x="23" y="410"/>
                  </a:lnTo>
                  <a:lnTo>
                    <a:pt x="0" y="412"/>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8040" name="Freeform 54"/>
            <p:cNvSpPr>
              <a:spLocks/>
            </p:cNvSpPr>
            <p:nvPr/>
          </p:nvSpPr>
          <p:spPr bwMode="auto">
            <a:xfrm>
              <a:off x="915" y="1830"/>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1" y="42"/>
                  </a:lnTo>
                  <a:lnTo>
                    <a:pt x="4" y="85"/>
                  </a:lnTo>
                  <a:lnTo>
                    <a:pt x="10" y="125"/>
                  </a:lnTo>
                  <a:lnTo>
                    <a:pt x="19" y="163"/>
                  </a:lnTo>
                  <a:lnTo>
                    <a:pt x="29" y="201"/>
                  </a:lnTo>
                  <a:lnTo>
                    <a:pt x="41" y="235"/>
                  </a:lnTo>
                  <a:lnTo>
                    <a:pt x="55" y="268"/>
                  </a:lnTo>
                  <a:lnTo>
                    <a:pt x="71" y="299"/>
                  </a:lnTo>
                  <a:lnTo>
                    <a:pt x="89" y="326"/>
                  </a:lnTo>
                  <a:lnTo>
                    <a:pt x="106" y="350"/>
                  </a:lnTo>
                  <a:lnTo>
                    <a:pt x="126" y="373"/>
                  </a:lnTo>
                  <a:lnTo>
                    <a:pt x="149" y="390"/>
                  </a:lnTo>
                  <a:lnTo>
                    <a:pt x="171" y="405"/>
                  </a:lnTo>
                  <a:lnTo>
                    <a:pt x="194" y="416"/>
                  </a:lnTo>
                  <a:lnTo>
                    <a:pt x="219" y="422"/>
                  </a:lnTo>
                  <a:lnTo>
                    <a:pt x="245" y="424"/>
                  </a:lnTo>
                  <a:lnTo>
                    <a:pt x="245" y="412"/>
                  </a:lnTo>
                  <a:lnTo>
                    <a:pt x="221" y="410"/>
                  </a:lnTo>
                  <a:lnTo>
                    <a:pt x="199" y="404"/>
                  </a:lnTo>
                  <a:lnTo>
                    <a:pt x="178" y="394"/>
                  </a:lnTo>
                  <a:lnTo>
                    <a:pt x="156" y="381"/>
                  </a:lnTo>
                  <a:lnTo>
                    <a:pt x="136" y="363"/>
                  </a:lnTo>
                  <a:lnTo>
                    <a:pt x="116" y="343"/>
                  </a:lnTo>
                  <a:lnTo>
                    <a:pt x="98" y="319"/>
                  </a:lnTo>
                  <a:lnTo>
                    <a:pt x="81" y="292"/>
                  </a:lnTo>
                  <a:lnTo>
                    <a:pt x="67" y="263"/>
                  </a:lnTo>
                  <a:lnTo>
                    <a:pt x="52" y="231"/>
                  </a:lnTo>
                  <a:lnTo>
                    <a:pt x="41" y="197"/>
                  </a:lnTo>
                  <a:lnTo>
                    <a:pt x="30" y="160"/>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8041" name="Freeform 55"/>
            <p:cNvSpPr>
              <a:spLocks/>
            </p:cNvSpPr>
            <p:nvPr/>
          </p:nvSpPr>
          <p:spPr bwMode="auto">
            <a:xfrm>
              <a:off x="915" y="1745"/>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0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19" y="2"/>
                  </a:lnTo>
                  <a:lnTo>
                    <a:pt x="194" y="8"/>
                  </a:lnTo>
                  <a:lnTo>
                    <a:pt x="171" y="19"/>
                  </a:lnTo>
                  <a:lnTo>
                    <a:pt x="149" y="34"/>
                  </a:lnTo>
                  <a:lnTo>
                    <a:pt x="126" y="52"/>
                  </a:lnTo>
                  <a:lnTo>
                    <a:pt x="106" y="74"/>
                  </a:lnTo>
                  <a:lnTo>
                    <a:pt x="89" y="99"/>
                  </a:lnTo>
                  <a:lnTo>
                    <a:pt x="70" y="126"/>
                  </a:lnTo>
                  <a:lnTo>
                    <a:pt x="55" y="157"/>
                  </a:lnTo>
                  <a:lnTo>
                    <a:pt x="41" y="189"/>
                  </a:lnTo>
                  <a:lnTo>
                    <a:pt x="29" y="224"/>
                  </a:lnTo>
                  <a:lnTo>
                    <a:pt x="19" y="262"/>
                  </a:lnTo>
                  <a:lnTo>
                    <a:pt x="10" y="300"/>
                  </a:lnTo>
                  <a:lnTo>
                    <a:pt x="4" y="340"/>
                  </a:lnTo>
                  <a:lnTo>
                    <a:pt x="1" y="383"/>
                  </a:lnTo>
                  <a:lnTo>
                    <a:pt x="0" y="426"/>
                  </a:lnTo>
                  <a:lnTo>
                    <a:pt x="11" y="426"/>
                  </a:lnTo>
                  <a:lnTo>
                    <a:pt x="13" y="383"/>
                  </a:lnTo>
                  <a:lnTo>
                    <a:pt x="16" y="342"/>
                  </a:lnTo>
                  <a:lnTo>
                    <a:pt x="22" y="303"/>
                  </a:lnTo>
                  <a:lnTo>
                    <a:pt x="30" y="264"/>
                  </a:lnTo>
                  <a:lnTo>
                    <a:pt x="41" y="229"/>
                  </a:lnTo>
                  <a:lnTo>
                    <a:pt x="52" y="194"/>
                  </a:lnTo>
                  <a:lnTo>
                    <a:pt x="67" y="162"/>
                  </a:lnTo>
                  <a:lnTo>
                    <a:pt x="82" y="133"/>
                  </a:lnTo>
                  <a:lnTo>
                    <a:pt x="98" y="106"/>
                  </a:lnTo>
                  <a:lnTo>
                    <a:pt x="116" y="81"/>
                  </a:lnTo>
                  <a:lnTo>
                    <a:pt x="136" y="61"/>
                  </a:lnTo>
                  <a:lnTo>
                    <a:pt x="156" y="43"/>
                  </a:lnTo>
                  <a:lnTo>
                    <a:pt x="178" y="31"/>
                  </a:lnTo>
                  <a:lnTo>
                    <a:pt x="199" y="20"/>
                  </a:lnTo>
                  <a:lnTo>
                    <a:pt x="221"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8042" name="Freeform 56"/>
            <p:cNvSpPr>
              <a:spLocks/>
            </p:cNvSpPr>
            <p:nvPr/>
          </p:nvSpPr>
          <p:spPr bwMode="auto">
            <a:xfrm>
              <a:off x="1140" y="2087"/>
              <a:ext cx="49" cy="85"/>
            </a:xfrm>
            <a:custGeom>
              <a:avLst/>
              <a:gdLst>
                <a:gd name="T0" fmla="*/ 2 w 246"/>
                <a:gd name="T1" fmla="*/ 3 h 424"/>
                <a:gd name="T2" fmla="*/ 2 w 246"/>
                <a:gd name="T3" fmla="*/ 3 h 424"/>
                <a:gd name="T4" fmla="*/ 2 w 246"/>
                <a:gd name="T5" fmla="*/ 3 h 424"/>
                <a:gd name="T6" fmla="*/ 2 w 246"/>
                <a:gd name="T7" fmla="*/ 3 h 424"/>
                <a:gd name="T8" fmla="*/ 2 w 246"/>
                <a:gd name="T9" fmla="*/ 2 h 424"/>
                <a:gd name="T10" fmla="*/ 2 w 246"/>
                <a:gd name="T11" fmla="*/ 2 h 424"/>
                <a:gd name="T12" fmla="*/ 2 w 246"/>
                <a:gd name="T13" fmla="*/ 2 h 424"/>
                <a:gd name="T14" fmla="*/ 2 w 246"/>
                <a:gd name="T15" fmla="*/ 2 h 424"/>
                <a:gd name="T16" fmla="*/ 2 w 246"/>
                <a:gd name="T17" fmla="*/ 1 h 424"/>
                <a:gd name="T18" fmla="*/ 1 w 246"/>
                <a:gd name="T19" fmla="*/ 1 h 424"/>
                <a:gd name="T20" fmla="*/ 1 w 246"/>
                <a:gd name="T21" fmla="*/ 1 h 424"/>
                <a:gd name="T22" fmla="*/ 1 w 246"/>
                <a:gd name="T23" fmla="*/ 1 h 424"/>
                <a:gd name="T24" fmla="*/ 1 w 246"/>
                <a:gd name="T25" fmla="*/ 0 h 424"/>
                <a:gd name="T26" fmla="*/ 1 w 246"/>
                <a:gd name="T27" fmla="*/ 0 h 424"/>
                <a:gd name="T28" fmla="*/ 1 w 246"/>
                <a:gd name="T29" fmla="*/ 0 h 424"/>
                <a:gd name="T30" fmla="*/ 0 w 246"/>
                <a:gd name="T31" fmla="*/ 0 h 424"/>
                <a:gd name="T32" fmla="*/ 0 w 246"/>
                <a:gd name="T33" fmla="*/ 0 h 424"/>
                <a:gd name="T34" fmla="*/ 0 w 246"/>
                <a:gd name="T35" fmla="*/ 0 h 424"/>
                <a:gd name="T36" fmla="*/ 0 w 246"/>
                <a:gd name="T37" fmla="*/ 0 h 424"/>
                <a:gd name="T38" fmla="*/ 0 w 246"/>
                <a:gd name="T39" fmla="*/ 0 h 424"/>
                <a:gd name="T40" fmla="*/ 0 w 246"/>
                <a:gd name="T41" fmla="*/ 0 h 424"/>
                <a:gd name="T42" fmla="*/ 1 w 246"/>
                <a:gd name="T43" fmla="*/ 0 h 424"/>
                <a:gd name="T44" fmla="*/ 1 w 246"/>
                <a:gd name="T45" fmla="*/ 0 h 424"/>
                <a:gd name="T46" fmla="*/ 1 w 246"/>
                <a:gd name="T47" fmla="*/ 0 h 424"/>
                <a:gd name="T48" fmla="*/ 1 w 246"/>
                <a:gd name="T49" fmla="*/ 1 h 424"/>
                <a:gd name="T50" fmla="*/ 1 w 246"/>
                <a:gd name="T51" fmla="*/ 1 h 424"/>
                <a:gd name="T52" fmla="*/ 1 w 246"/>
                <a:gd name="T53" fmla="*/ 1 h 424"/>
                <a:gd name="T54" fmla="*/ 1 w 246"/>
                <a:gd name="T55" fmla="*/ 1 h 424"/>
                <a:gd name="T56" fmla="*/ 2 w 246"/>
                <a:gd name="T57" fmla="*/ 2 h 424"/>
                <a:gd name="T58" fmla="*/ 2 w 246"/>
                <a:gd name="T59" fmla="*/ 2 h 424"/>
                <a:gd name="T60" fmla="*/ 2 w 246"/>
                <a:gd name="T61" fmla="*/ 2 h 424"/>
                <a:gd name="T62" fmla="*/ 2 w 246"/>
                <a:gd name="T63" fmla="*/ 2 h 424"/>
                <a:gd name="T64" fmla="*/ 2 w 246"/>
                <a:gd name="T65" fmla="*/ 3 h 424"/>
                <a:gd name="T66" fmla="*/ 2 w 246"/>
                <a:gd name="T67" fmla="*/ 3 h 424"/>
                <a:gd name="T68" fmla="*/ 2 w 246"/>
                <a:gd name="T69" fmla="*/ 3 h 424"/>
                <a:gd name="T70" fmla="*/ 2 w 246"/>
                <a:gd name="T71" fmla="*/ 3 h 424"/>
                <a:gd name="T72" fmla="*/ 2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424"/>
                  </a:moveTo>
                  <a:lnTo>
                    <a:pt x="246" y="424"/>
                  </a:lnTo>
                  <a:lnTo>
                    <a:pt x="244" y="382"/>
                  </a:lnTo>
                  <a:lnTo>
                    <a:pt x="241" y="338"/>
                  </a:lnTo>
                  <a:lnTo>
                    <a:pt x="235" y="298"/>
                  </a:lnTo>
                  <a:lnTo>
                    <a:pt x="227" y="261"/>
                  </a:lnTo>
                  <a:lnTo>
                    <a:pt x="216" y="222"/>
                  </a:lnTo>
                  <a:lnTo>
                    <a:pt x="205" y="188"/>
                  </a:lnTo>
                  <a:lnTo>
                    <a:pt x="190" y="155"/>
                  </a:lnTo>
                  <a:lnTo>
                    <a:pt x="174" y="125"/>
                  </a:lnTo>
                  <a:lnTo>
                    <a:pt x="157" y="98"/>
                  </a:lnTo>
                  <a:lnTo>
                    <a:pt x="138" y="73"/>
                  </a:lnTo>
                  <a:lnTo>
                    <a:pt x="118" y="51"/>
                  </a:lnTo>
                  <a:lnTo>
                    <a:pt x="96" y="34"/>
                  </a:lnTo>
                  <a:lnTo>
                    <a:pt x="74" y="18"/>
                  </a:lnTo>
                  <a:lnTo>
                    <a:pt x="50" y="8"/>
                  </a:lnTo>
                  <a:lnTo>
                    <a:pt x="25" y="2"/>
                  </a:lnTo>
                  <a:lnTo>
                    <a:pt x="0" y="0"/>
                  </a:lnTo>
                  <a:lnTo>
                    <a:pt x="0" y="11"/>
                  </a:lnTo>
                  <a:lnTo>
                    <a:pt x="23" y="14"/>
                  </a:lnTo>
                  <a:lnTo>
                    <a:pt x="45" y="19"/>
                  </a:lnTo>
                  <a:lnTo>
                    <a:pt x="67" y="30"/>
                  </a:lnTo>
                  <a:lnTo>
                    <a:pt x="89" y="43"/>
                  </a:lnTo>
                  <a:lnTo>
                    <a:pt x="108" y="60"/>
                  </a:lnTo>
                  <a:lnTo>
                    <a:pt x="128" y="80"/>
                  </a:lnTo>
                  <a:lnTo>
                    <a:pt x="147" y="105"/>
                  </a:lnTo>
                  <a:lnTo>
                    <a:pt x="165" y="132"/>
                  </a:lnTo>
                  <a:lnTo>
                    <a:pt x="179" y="160"/>
                  </a:lnTo>
                  <a:lnTo>
                    <a:pt x="193" y="193"/>
                  </a:lnTo>
                  <a:lnTo>
                    <a:pt x="205" y="227"/>
                  </a:lnTo>
                  <a:lnTo>
                    <a:pt x="215" y="263"/>
                  </a:lnTo>
                  <a:lnTo>
                    <a:pt x="223" y="301"/>
                  </a:lnTo>
                  <a:lnTo>
                    <a:pt x="229" y="341"/>
                  </a:lnTo>
                  <a:lnTo>
                    <a:pt x="233" y="382"/>
                  </a:lnTo>
                  <a:lnTo>
                    <a:pt x="234" y="424"/>
                  </a:lnTo>
                  <a:lnTo>
                    <a:pt x="246"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8043" name="Freeform 57"/>
            <p:cNvSpPr>
              <a:spLocks/>
            </p:cNvSpPr>
            <p:nvPr/>
          </p:nvSpPr>
          <p:spPr bwMode="auto">
            <a:xfrm>
              <a:off x="1140" y="2172"/>
              <a:ext cx="49" cy="85"/>
            </a:xfrm>
            <a:custGeom>
              <a:avLst/>
              <a:gdLst>
                <a:gd name="T0" fmla="*/ 0 w 246"/>
                <a:gd name="T1" fmla="*/ 3 h 426"/>
                <a:gd name="T2" fmla="*/ 0 w 246"/>
                <a:gd name="T3" fmla="*/ 3 h 426"/>
                <a:gd name="T4" fmla="*/ 0 w 246"/>
                <a:gd name="T5" fmla="*/ 3 h 426"/>
                <a:gd name="T6" fmla="*/ 0 w 246"/>
                <a:gd name="T7" fmla="*/ 3 h 426"/>
                <a:gd name="T8" fmla="*/ 1 w 246"/>
                <a:gd name="T9" fmla="*/ 3 h 426"/>
                <a:gd name="T10" fmla="*/ 1 w 246"/>
                <a:gd name="T11" fmla="*/ 3 h 426"/>
                <a:gd name="T12" fmla="*/ 1 w 246"/>
                <a:gd name="T13" fmla="*/ 3 h 426"/>
                <a:gd name="T14" fmla="*/ 1 w 246"/>
                <a:gd name="T15" fmla="*/ 3 h 426"/>
                <a:gd name="T16" fmla="*/ 1 w 246"/>
                <a:gd name="T17" fmla="*/ 3 h 426"/>
                <a:gd name="T18" fmla="*/ 1 w 246"/>
                <a:gd name="T19" fmla="*/ 2 h 426"/>
                <a:gd name="T20" fmla="*/ 2 w 246"/>
                <a:gd name="T21" fmla="*/ 2 h 426"/>
                <a:gd name="T22" fmla="*/ 2 w 246"/>
                <a:gd name="T23" fmla="*/ 2 h 426"/>
                <a:gd name="T24" fmla="*/ 2 w 246"/>
                <a:gd name="T25" fmla="*/ 2 h 426"/>
                <a:gd name="T26" fmla="*/ 2 w 246"/>
                <a:gd name="T27" fmla="*/ 1 h 426"/>
                <a:gd name="T28" fmla="*/ 2 w 246"/>
                <a:gd name="T29" fmla="*/ 1 h 426"/>
                <a:gd name="T30" fmla="*/ 2 w 246"/>
                <a:gd name="T31" fmla="*/ 1 h 426"/>
                <a:gd name="T32" fmla="*/ 2 w 246"/>
                <a:gd name="T33" fmla="*/ 0 h 426"/>
                <a:gd name="T34" fmla="*/ 2 w 246"/>
                <a:gd name="T35" fmla="*/ 0 h 426"/>
                <a:gd name="T36" fmla="*/ 2 w 246"/>
                <a:gd name="T37" fmla="*/ 0 h 426"/>
                <a:gd name="T38" fmla="*/ 2 w 246"/>
                <a:gd name="T39" fmla="*/ 0 h 426"/>
                <a:gd name="T40" fmla="*/ 2 w 246"/>
                <a:gd name="T41" fmla="*/ 1 h 426"/>
                <a:gd name="T42" fmla="*/ 2 w 246"/>
                <a:gd name="T43" fmla="*/ 1 h 426"/>
                <a:gd name="T44" fmla="*/ 2 w 246"/>
                <a:gd name="T45" fmla="*/ 1 h 426"/>
                <a:gd name="T46" fmla="*/ 2 w 246"/>
                <a:gd name="T47" fmla="*/ 2 h 426"/>
                <a:gd name="T48" fmla="*/ 2 w 246"/>
                <a:gd name="T49" fmla="*/ 2 h 426"/>
                <a:gd name="T50" fmla="*/ 1 w 246"/>
                <a:gd name="T51" fmla="*/ 2 h 426"/>
                <a:gd name="T52" fmla="*/ 1 w 246"/>
                <a:gd name="T53" fmla="*/ 2 h 426"/>
                <a:gd name="T54" fmla="*/ 1 w 246"/>
                <a:gd name="T55" fmla="*/ 3 h 426"/>
                <a:gd name="T56" fmla="*/ 1 w 246"/>
                <a:gd name="T57" fmla="*/ 3 h 426"/>
                <a:gd name="T58" fmla="*/ 1 w 246"/>
                <a:gd name="T59" fmla="*/ 3 h 426"/>
                <a:gd name="T60" fmla="*/ 1 w 246"/>
                <a:gd name="T61" fmla="*/ 3 h 426"/>
                <a:gd name="T62" fmla="*/ 1 w 246"/>
                <a:gd name="T63" fmla="*/ 3 h 426"/>
                <a:gd name="T64" fmla="*/ 0 w 246"/>
                <a:gd name="T65" fmla="*/ 3 h 426"/>
                <a:gd name="T66" fmla="*/ 0 w 246"/>
                <a:gd name="T67" fmla="*/ 3 h 426"/>
                <a:gd name="T68" fmla="*/ 0 w 246"/>
                <a:gd name="T69" fmla="*/ 3 h 426"/>
                <a:gd name="T70" fmla="*/ 0 w 246"/>
                <a:gd name="T71" fmla="*/ 3 h 426"/>
                <a:gd name="T72" fmla="*/ 0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426"/>
                  </a:moveTo>
                  <a:lnTo>
                    <a:pt x="0" y="426"/>
                  </a:lnTo>
                  <a:lnTo>
                    <a:pt x="25" y="423"/>
                  </a:lnTo>
                  <a:lnTo>
                    <a:pt x="50" y="417"/>
                  </a:lnTo>
                  <a:lnTo>
                    <a:pt x="74" y="407"/>
                  </a:lnTo>
                  <a:lnTo>
                    <a:pt x="96" y="392"/>
                  </a:lnTo>
                  <a:lnTo>
                    <a:pt x="118" y="373"/>
                  </a:lnTo>
                  <a:lnTo>
                    <a:pt x="138" y="350"/>
                  </a:lnTo>
                  <a:lnTo>
                    <a:pt x="157" y="327"/>
                  </a:lnTo>
                  <a:lnTo>
                    <a:pt x="175" y="299"/>
                  </a:lnTo>
                  <a:lnTo>
                    <a:pt x="190" y="268"/>
                  </a:lnTo>
                  <a:lnTo>
                    <a:pt x="205" y="236"/>
                  </a:lnTo>
                  <a:lnTo>
                    <a:pt x="216" y="202"/>
                  </a:lnTo>
                  <a:lnTo>
                    <a:pt x="227" y="164"/>
                  </a:lnTo>
                  <a:lnTo>
                    <a:pt x="235" y="125"/>
                  </a:lnTo>
                  <a:lnTo>
                    <a:pt x="241" y="86"/>
                  </a:lnTo>
                  <a:lnTo>
                    <a:pt x="244" y="42"/>
                  </a:lnTo>
                  <a:lnTo>
                    <a:pt x="246" y="0"/>
                  </a:lnTo>
                  <a:lnTo>
                    <a:pt x="234" y="0"/>
                  </a:lnTo>
                  <a:lnTo>
                    <a:pt x="233" y="42"/>
                  </a:lnTo>
                  <a:lnTo>
                    <a:pt x="229" y="83"/>
                  </a:lnTo>
                  <a:lnTo>
                    <a:pt x="223" y="123"/>
                  </a:lnTo>
                  <a:lnTo>
                    <a:pt x="215" y="162"/>
                  </a:lnTo>
                  <a:lnTo>
                    <a:pt x="205" y="197"/>
                  </a:lnTo>
                  <a:lnTo>
                    <a:pt x="193" y="231"/>
                  </a:lnTo>
                  <a:lnTo>
                    <a:pt x="179" y="264"/>
                  </a:lnTo>
                  <a:lnTo>
                    <a:pt x="164" y="292"/>
                  </a:lnTo>
                  <a:lnTo>
                    <a:pt x="147" y="320"/>
                  </a:lnTo>
                  <a:lnTo>
                    <a:pt x="128" y="343"/>
                  </a:lnTo>
                  <a:lnTo>
                    <a:pt x="108" y="363"/>
                  </a:lnTo>
                  <a:lnTo>
                    <a:pt x="89" y="382"/>
                  </a:lnTo>
                  <a:lnTo>
                    <a:pt x="67" y="395"/>
                  </a:lnTo>
                  <a:lnTo>
                    <a:pt x="45" y="406"/>
                  </a:lnTo>
                  <a:lnTo>
                    <a:pt x="23" y="411"/>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8044" name="Freeform 58"/>
            <p:cNvSpPr>
              <a:spLocks/>
            </p:cNvSpPr>
            <p:nvPr/>
          </p:nvSpPr>
          <p:spPr bwMode="auto">
            <a:xfrm>
              <a:off x="1091" y="2172"/>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4" y="86"/>
                  </a:lnTo>
                  <a:lnTo>
                    <a:pt x="10" y="125"/>
                  </a:lnTo>
                  <a:lnTo>
                    <a:pt x="18" y="164"/>
                  </a:lnTo>
                  <a:lnTo>
                    <a:pt x="29" y="202"/>
                  </a:lnTo>
                  <a:lnTo>
                    <a:pt x="41" y="236"/>
                  </a:lnTo>
                  <a:lnTo>
                    <a:pt x="55" y="268"/>
                  </a:lnTo>
                  <a:lnTo>
                    <a:pt x="70" y="299"/>
                  </a:lnTo>
                  <a:lnTo>
                    <a:pt x="89" y="327"/>
                  </a:lnTo>
                  <a:lnTo>
                    <a:pt x="106" y="350"/>
                  </a:lnTo>
                  <a:lnTo>
                    <a:pt x="126" y="373"/>
                  </a:lnTo>
                  <a:lnTo>
                    <a:pt x="148" y="392"/>
                  </a:lnTo>
                  <a:lnTo>
                    <a:pt x="171" y="407"/>
                  </a:lnTo>
                  <a:lnTo>
                    <a:pt x="194" y="417"/>
                  </a:lnTo>
                  <a:lnTo>
                    <a:pt x="219" y="423"/>
                  </a:lnTo>
                  <a:lnTo>
                    <a:pt x="245" y="426"/>
                  </a:lnTo>
                  <a:lnTo>
                    <a:pt x="245" y="414"/>
                  </a:lnTo>
                  <a:lnTo>
                    <a:pt x="221" y="411"/>
                  </a:lnTo>
                  <a:lnTo>
                    <a:pt x="199" y="406"/>
                  </a:lnTo>
                  <a:lnTo>
                    <a:pt x="178" y="395"/>
                  </a:lnTo>
                  <a:lnTo>
                    <a:pt x="155" y="382"/>
                  </a:lnTo>
                  <a:lnTo>
                    <a:pt x="136" y="363"/>
                  </a:lnTo>
                  <a:lnTo>
                    <a:pt x="116" y="343"/>
                  </a:lnTo>
                  <a:lnTo>
                    <a:pt x="98" y="320"/>
                  </a:lnTo>
                  <a:lnTo>
                    <a:pt x="82" y="292"/>
                  </a:lnTo>
                  <a:lnTo>
                    <a:pt x="66" y="264"/>
                  </a:lnTo>
                  <a:lnTo>
                    <a:pt x="52" y="231"/>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8045" name="Freeform 59"/>
            <p:cNvSpPr>
              <a:spLocks/>
            </p:cNvSpPr>
            <p:nvPr/>
          </p:nvSpPr>
          <p:spPr bwMode="auto">
            <a:xfrm>
              <a:off x="1091" y="2087"/>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4" y="8"/>
                  </a:lnTo>
                  <a:lnTo>
                    <a:pt x="171" y="18"/>
                  </a:lnTo>
                  <a:lnTo>
                    <a:pt x="148" y="34"/>
                  </a:lnTo>
                  <a:lnTo>
                    <a:pt x="126" y="51"/>
                  </a:lnTo>
                  <a:lnTo>
                    <a:pt x="106" y="73"/>
                  </a:lnTo>
                  <a:lnTo>
                    <a:pt x="89" y="98"/>
                  </a:lnTo>
                  <a:lnTo>
                    <a:pt x="71" y="125"/>
                  </a:lnTo>
                  <a:lnTo>
                    <a:pt x="55" y="155"/>
                  </a:lnTo>
                  <a:lnTo>
                    <a:pt x="41" y="188"/>
                  </a:lnTo>
                  <a:lnTo>
                    <a:pt x="29" y="222"/>
                  </a:lnTo>
                  <a:lnTo>
                    <a:pt x="18" y="261"/>
                  </a:lnTo>
                  <a:lnTo>
                    <a:pt x="10" y="298"/>
                  </a:lnTo>
                  <a:lnTo>
                    <a:pt x="4" y="338"/>
                  </a:lnTo>
                  <a:lnTo>
                    <a:pt x="1" y="382"/>
                  </a:lnTo>
                  <a:lnTo>
                    <a:pt x="0" y="424"/>
                  </a:lnTo>
                  <a:lnTo>
                    <a:pt x="11" y="424"/>
                  </a:lnTo>
                  <a:lnTo>
                    <a:pt x="13" y="382"/>
                  </a:lnTo>
                  <a:lnTo>
                    <a:pt x="16" y="341"/>
                  </a:lnTo>
                  <a:lnTo>
                    <a:pt x="22" y="301"/>
                  </a:lnTo>
                  <a:lnTo>
                    <a:pt x="30" y="263"/>
                  </a:lnTo>
                  <a:lnTo>
                    <a:pt x="41" y="227"/>
                  </a:lnTo>
                  <a:lnTo>
                    <a:pt x="52" y="193"/>
                  </a:lnTo>
                  <a:lnTo>
                    <a:pt x="66" y="160"/>
                  </a:lnTo>
                  <a:lnTo>
                    <a:pt x="80" y="132"/>
                  </a:lnTo>
                  <a:lnTo>
                    <a:pt x="98" y="105"/>
                  </a:lnTo>
                  <a:lnTo>
                    <a:pt x="116" y="80"/>
                  </a:lnTo>
                  <a:lnTo>
                    <a:pt x="136" y="60"/>
                  </a:lnTo>
                  <a:lnTo>
                    <a:pt x="155" y="43"/>
                  </a:lnTo>
                  <a:lnTo>
                    <a:pt x="178" y="30"/>
                  </a:lnTo>
                  <a:lnTo>
                    <a:pt x="199" y="19"/>
                  </a:lnTo>
                  <a:lnTo>
                    <a:pt x="221" y="14"/>
                  </a:lnTo>
                  <a:lnTo>
                    <a:pt x="245" y="11"/>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8046" name="Freeform 60"/>
            <p:cNvSpPr>
              <a:spLocks/>
            </p:cNvSpPr>
            <p:nvPr/>
          </p:nvSpPr>
          <p:spPr bwMode="auto">
            <a:xfrm>
              <a:off x="1392" y="2118"/>
              <a:ext cx="49" cy="85"/>
            </a:xfrm>
            <a:custGeom>
              <a:avLst/>
              <a:gdLst>
                <a:gd name="T0" fmla="*/ 2 w 246"/>
                <a:gd name="T1" fmla="*/ 3 h 426"/>
                <a:gd name="T2" fmla="*/ 2 w 246"/>
                <a:gd name="T3" fmla="*/ 3 h 426"/>
                <a:gd name="T4" fmla="*/ 2 w 246"/>
                <a:gd name="T5" fmla="*/ 3 h 426"/>
                <a:gd name="T6" fmla="*/ 2 w 246"/>
                <a:gd name="T7" fmla="*/ 3 h 426"/>
                <a:gd name="T8" fmla="*/ 2 w 246"/>
                <a:gd name="T9" fmla="*/ 2 h 426"/>
                <a:gd name="T10" fmla="*/ 2 w 246"/>
                <a:gd name="T11" fmla="*/ 2 h 426"/>
                <a:gd name="T12" fmla="*/ 2 w 246"/>
                <a:gd name="T13" fmla="*/ 2 h 426"/>
                <a:gd name="T14" fmla="*/ 2 w 246"/>
                <a:gd name="T15" fmla="*/ 2 h 426"/>
                <a:gd name="T16" fmla="*/ 2 w 246"/>
                <a:gd name="T17" fmla="*/ 1 h 426"/>
                <a:gd name="T18" fmla="*/ 1 w 246"/>
                <a:gd name="T19" fmla="*/ 1 h 426"/>
                <a:gd name="T20" fmla="*/ 1 w 246"/>
                <a:gd name="T21" fmla="*/ 1 h 426"/>
                <a:gd name="T22" fmla="*/ 1 w 246"/>
                <a:gd name="T23" fmla="*/ 1 h 426"/>
                <a:gd name="T24" fmla="*/ 1 w 246"/>
                <a:gd name="T25" fmla="*/ 0 h 426"/>
                <a:gd name="T26" fmla="*/ 1 w 246"/>
                <a:gd name="T27" fmla="*/ 0 h 426"/>
                <a:gd name="T28" fmla="*/ 1 w 246"/>
                <a:gd name="T29" fmla="*/ 0 h 426"/>
                <a:gd name="T30" fmla="*/ 0 w 246"/>
                <a:gd name="T31" fmla="*/ 0 h 426"/>
                <a:gd name="T32" fmla="*/ 0 w 246"/>
                <a:gd name="T33" fmla="*/ 0 h 426"/>
                <a:gd name="T34" fmla="*/ 0 w 246"/>
                <a:gd name="T35" fmla="*/ 0 h 426"/>
                <a:gd name="T36" fmla="*/ 0 w 246"/>
                <a:gd name="T37" fmla="*/ 0 h 426"/>
                <a:gd name="T38" fmla="*/ 0 w 246"/>
                <a:gd name="T39" fmla="*/ 0 h 426"/>
                <a:gd name="T40" fmla="*/ 0 w 246"/>
                <a:gd name="T41" fmla="*/ 0 h 426"/>
                <a:gd name="T42" fmla="*/ 1 w 246"/>
                <a:gd name="T43" fmla="*/ 0 h 426"/>
                <a:gd name="T44" fmla="*/ 1 w 246"/>
                <a:gd name="T45" fmla="*/ 0 h 426"/>
                <a:gd name="T46" fmla="*/ 1 w 246"/>
                <a:gd name="T47" fmla="*/ 1 h 426"/>
                <a:gd name="T48" fmla="*/ 1 w 246"/>
                <a:gd name="T49" fmla="*/ 1 h 426"/>
                <a:gd name="T50" fmla="*/ 1 w 246"/>
                <a:gd name="T51" fmla="*/ 1 h 426"/>
                <a:gd name="T52" fmla="*/ 1 w 246"/>
                <a:gd name="T53" fmla="*/ 1 h 426"/>
                <a:gd name="T54" fmla="*/ 1 w 246"/>
                <a:gd name="T55" fmla="*/ 1 h 426"/>
                <a:gd name="T56" fmla="*/ 2 w 246"/>
                <a:gd name="T57" fmla="*/ 2 h 426"/>
                <a:gd name="T58" fmla="*/ 2 w 246"/>
                <a:gd name="T59" fmla="*/ 2 h 426"/>
                <a:gd name="T60" fmla="*/ 2 w 246"/>
                <a:gd name="T61" fmla="*/ 2 h 426"/>
                <a:gd name="T62" fmla="*/ 2 w 246"/>
                <a:gd name="T63" fmla="*/ 2 h 426"/>
                <a:gd name="T64" fmla="*/ 2 w 246"/>
                <a:gd name="T65" fmla="*/ 3 h 426"/>
                <a:gd name="T66" fmla="*/ 2 w 246"/>
                <a:gd name="T67" fmla="*/ 3 h 426"/>
                <a:gd name="T68" fmla="*/ 2 w 246"/>
                <a:gd name="T69" fmla="*/ 3 h 426"/>
                <a:gd name="T70" fmla="*/ 2 w 246"/>
                <a:gd name="T71" fmla="*/ 3 h 426"/>
                <a:gd name="T72" fmla="*/ 2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246" y="426"/>
                  </a:moveTo>
                  <a:lnTo>
                    <a:pt x="246" y="426"/>
                  </a:lnTo>
                  <a:lnTo>
                    <a:pt x="245" y="384"/>
                  </a:lnTo>
                  <a:lnTo>
                    <a:pt x="242" y="340"/>
                  </a:lnTo>
                  <a:lnTo>
                    <a:pt x="236" y="301"/>
                  </a:lnTo>
                  <a:lnTo>
                    <a:pt x="228" y="262"/>
                  </a:lnTo>
                  <a:lnTo>
                    <a:pt x="217" y="224"/>
                  </a:lnTo>
                  <a:lnTo>
                    <a:pt x="205" y="190"/>
                  </a:lnTo>
                  <a:lnTo>
                    <a:pt x="191" y="158"/>
                  </a:lnTo>
                  <a:lnTo>
                    <a:pt x="176" y="126"/>
                  </a:lnTo>
                  <a:lnTo>
                    <a:pt x="157" y="99"/>
                  </a:lnTo>
                  <a:lnTo>
                    <a:pt x="139" y="75"/>
                  </a:lnTo>
                  <a:lnTo>
                    <a:pt x="119" y="53"/>
                  </a:lnTo>
                  <a:lnTo>
                    <a:pt x="96" y="34"/>
                  </a:lnTo>
                  <a:lnTo>
                    <a:pt x="75" y="19"/>
                  </a:lnTo>
                  <a:lnTo>
                    <a:pt x="51" y="9"/>
                  </a:lnTo>
                  <a:lnTo>
                    <a:pt x="26" y="3"/>
                  </a:lnTo>
                  <a:lnTo>
                    <a:pt x="0" y="0"/>
                  </a:lnTo>
                  <a:lnTo>
                    <a:pt x="0" y="12"/>
                  </a:lnTo>
                  <a:lnTo>
                    <a:pt x="24" y="15"/>
                  </a:lnTo>
                  <a:lnTo>
                    <a:pt x="46" y="20"/>
                  </a:lnTo>
                  <a:lnTo>
                    <a:pt x="68" y="31"/>
                  </a:lnTo>
                  <a:lnTo>
                    <a:pt x="89" y="44"/>
                  </a:lnTo>
                  <a:lnTo>
                    <a:pt x="109" y="63"/>
                  </a:lnTo>
                  <a:lnTo>
                    <a:pt x="129" y="83"/>
                  </a:lnTo>
                  <a:lnTo>
                    <a:pt x="148" y="106"/>
                  </a:lnTo>
                  <a:lnTo>
                    <a:pt x="164" y="133"/>
                  </a:lnTo>
                  <a:lnTo>
                    <a:pt x="180" y="162"/>
                  </a:lnTo>
                  <a:lnTo>
                    <a:pt x="194" y="195"/>
                  </a:lnTo>
                  <a:lnTo>
                    <a:pt x="205" y="229"/>
                  </a:lnTo>
                  <a:lnTo>
                    <a:pt x="216" y="264"/>
                  </a:lnTo>
                  <a:lnTo>
                    <a:pt x="224" y="303"/>
                  </a:lnTo>
                  <a:lnTo>
                    <a:pt x="230" y="343"/>
                  </a:lnTo>
                  <a:lnTo>
                    <a:pt x="233" y="384"/>
                  </a:lnTo>
                  <a:lnTo>
                    <a:pt x="235" y="426"/>
                  </a:lnTo>
                  <a:lnTo>
                    <a:pt x="246"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8047" name="Freeform 61"/>
            <p:cNvSpPr>
              <a:spLocks/>
            </p:cNvSpPr>
            <p:nvPr/>
          </p:nvSpPr>
          <p:spPr bwMode="auto">
            <a:xfrm>
              <a:off x="1392" y="2203"/>
              <a:ext cx="49" cy="85"/>
            </a:xfrm>
            <a:custGeom>
              <a:avLst/>
              <a:gdLst>
                <a:gd name="T0" fmla="*/ 0 w 246"/>
                <a:gd name="T1" fmla="*/ 3 h 424"/>
                <a:gd name="T2" fmla="*/ 0 w 246"/>
                <a:gd name="T3" fmla="*/ 3 h 424"/>
                <a:gd name="T4" fmla="*/ 0 w 246"/>
                <a:gd name="T5" fmla="*/ 3 h 424"/>
                <a:gd name="T6" fmla="*/ 0 w 246"/>
                <a:gd name="T7" fmla="*/ 3 h 424"/>
                <a:gd name="T8" fmla="*/ 1 w 246"/>
                <a:gd name="T9" fmla="*/ 3 h 424"/>
                <a:gd name="T10" fmla="*/ 1 w 246"/>
                <a:gd name="T11" fmla="*/ 3 h 424"/>
                <a:gd name="T12" fmla="*/ 1 w 246"/>
                <a:gd name="T13" fmla="*/ 3 h 424"/>
                <a:gd name="T14" fmla="*/ 1 w 246"/>
                <a:gd name="T15" fmla="*/ 3 h 424"/>
                <a:gd name="T16" fmla="*/ 1 w 246"/>
                <a:gd name="T17" fmla="*/ 3 h 424"/>
                <a:gd name="T18" fmla="*/ 1 w 246"/>
                <a:gd name="T19" fmla="*/ 2 h 424"/>
                <a:gd name="T20" fmla="*/ 2 w 246"/>
                <a:gd name="T21" fmla="*/ 2 h 424"/>
                <a:gd name="T22" fmla="*/ 2 w 246"/>
                <a:gd name="T23" fmla="*/ 2 h 424"/>
                <a:gd name="T24" fmla="*/ 2 w 246"/>
                <a:gd name="T25" fmla="*/ 2 h 424"/>
                <a:gd name="T26" fmla="*/ 2 w 246"/>
                <a:gd name="T27" fmla="*/ 1 h 424"/>
                <a:gd name="T28" fmla="*/ 2 w 246"/>
                <a:gd name="T29" fmla="*/ 1 h 424"/>
                <a:gd name="T30" fmla="*/ 2 w 246"/>
                <a:gd name="T31" fmla="*/ 1 h 424"/>
                <a:gd name="T32" fmla="*/ 2 w 246"/>
                <a:gd name="T33" fmla="*/ 0 h 424"/>
                <a:gd name="T34" fmla="*/ 2 w 246"/>
                <a:gd name="T35" fmla="*/ 0 h 424"/>
                <a:gd name="T36" fmla="*/ 2 w 246"/>
                <a:gd name="T37" fmla="*/ 0 h 424"/>
                <a:gd name="T38" fmla="*/ 2 w 246"/>
                <a:gd name="T39" fmla="*/ 0 h 424"/>
                <a:gd name="T40" fmla="*/ 2 w 246"/>
                <a:gd name="T41" fmla="*/ 1 h 424"/>
                <a:gd name="T42" fmla="*/ 2 w 246"/>
                <a:gd name="T43" fmla="*/ 1 h 424"/>
                <a:gd name="T44" fmla="*/ 2 w 246"/>
                <a:gd name="T45" fmla="*/ 1 h 424"/>
                <a:gd name="T46" fmla="*/ 2 w 246"/>
                <a:gd name="T47" fmla="*/ 2 h 424"/>
                <a:gd name="T48" fmla="*/ 2 w 246"/>
                <a:gd name="T49" fmla="*/ 2 h 424"/>
                <a:gd name="T50" fmla="*/ 1 w 246"/>
                <a:gd name="T51" fmla="*/ 2 h 424"/>
                <a:gd name="T52" fmla="*/ 1 w 246"/>
                <a:gd name="T53" fmla="*/ 2 h 424"/>
                <a:gd name="T54" fmla="*/ 1 w 246"/>
                <a:gd name="T55" fmla="*/ 3 h 424"/>
                <a:gd name="T56" fmla="*/ 1 w 246"/>
                <a:gd name="T57" fmla="*/ 3 h 424"/>
                <a:gd name="T58" fmla="*/ 1 w 246"/>
                <a:gd name="T59" fmla="*/ 3 h 424"/>
                <a:gd name="T60" fmla="*/ 1 w 246"/>
                <a:gd name="T61" fmla="*/ 3 h 424"/>
                <a:gd name="T62" fmla="*/ 1 w 246"/>
                <a:gd name="T63" fmla="*/ 3 h 424"/>
                <a:gd name="T64" fmla="*/ 0 w 246"/>
                <a:gd name="T65" fmla="*/ 3 h 424"/>
                <a:gd name="T66" fmla="*/ 0 w 246"/>
                <a:gd name="T67" fmla="*/ 3 h 424"/>
                <a:gd name="T68" fmla="*/ 0 w 246"/>
                <a:gd name="T69" fmla="*/ 3 h 424"/>
                <a:gd name="T70" fmla="*/ 0 w 246"/>
                <a:gd name="T71" fmla="*/ 3 h 424"/>
                <a:gd name="T72" fmla="*/ 0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0" y="424"/>
                  </a:moveTo>
                  <a:lnTo>
                    <a:pt x="0" y="424"/>
                  </a:lnTo>
                  <a:lnTo>
                    <a:pt x="26" y="422"/>
                  </a:lnTo>
                  <a:lnTo>
                    <a:pt x="51" y="416"/>
                  </a:lnTo>
                  <a:lnTo>
                    <a:pt x="75" y="406"/>
                  </a:lnTo>
                  <a:lnTo>
                    <a:pt x="96" y="390"/>
                  </a:lnTo>
                  <a:lnTo>
                    <a:pt x="119" y="373"/>
                  </a:lnTo>
                  <a:lnTo>
                    <a:pt x="139" y="351"/>
                  </a:lnTo>
                  <a:lnTo>
                    <a:pt x="157" y="326"/>
                  </a:lnTo>
                  <a:lnTo>
                    <a:pt x="175" y="299"/>
                  </a:lnTo>
                  <a:lnTo>
                    <a:pt x="191" y="269"/>
                  </a:lnTo>
                  <a:lnTo>
                    <a:pt x="205" y="236"/>
                  </a:lnTo>
                  <a:lnTo>
                    <a:pt x="217" y="202"/>
                  </a:lnTo>
                  <a:lnTo>
                    <a:pt x="228" y="163"/>
                  </a:lnTo>
                  <a:lnTo>
                    <a:pt x="236" y="125"/>
                  </a:lnTo>
                  <a:lnTo>
                    <a:pt x="242" y="86"/>
                  </a:lnTo>
                  <a:lnTo>
                    <a:pt x="245" y="42"/>
                  </a:lnTo>
                  <a:lnTo>
                    <a:pt x="246" y="0"/>
                  </a:lnTo>
                  <a:lnTo>
                    <a:pt x="235" y="0"/>
                  </a:lnTo>
                  <a:lnTo>
                    <a:pt x="233" y="42"/>
                  </a:lnTo>
                  <a:lnTo>
                    <a:pt x="230" y="83"/>
                  </a:lnTo>
                  <a:lnTo>
                    <a:pt x="224" y="123"/>
                  </a:lnTo>
                  <a:lnTo>
                    <a:pt x="216" y="161"/>
                  </a:lnTo>
                  <a:lnTo>
                    <a:pt x="205" y="197"/>
                  </a:lnTo>
                  <a:lnTo>
                    <a:pt x="194" y="231"/>
                  </a:lnTo>
                  <a:lnTo>
                    <a:pt x="180" y="264"/>
                  </a:lnTo>
                  <a:lnTo>
                    <a:pt x="166" y="292"/>
                  </a:lnTo>
                  <a:lnTo>
                    <a:pt x="148" y="319"/>
                  </a:lnTo>
                  <a:lnTo>
                    <a:pt x="129" y="344"/>
                  </a:lnTo>
                  <a:lnTo>
                    <a:pt x="109" y="364"/>
                  </a:lnTo>
                  <a:lnTo>
                    <a:pt x="89" y="381"/>
                  </a:lnTo>
                  <a:lnTo>
                    <a:pt x="68" y="394"/>
                  </a:lnTo>
                  <a:lnTo>
                    <a:pt x="46" y="405"/>
                  </a:lnTo>
                  <a:lnTo>
                    <a:pt x="24" y="410"/>
                  </a:lnTo>
                  <a:lnTo>
                    <a:pt x="0" y="413"/>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8048" name="Freeform 62"/>
            <p:cNvSpPr>
              <a:spLocks/>
            </p:cNvSpPr>
            <p:nvPr/>
          </p:nvSpPr>
          <p:spPr bwMode="auto">
            <a:xfrm>
              <a:off x="1343" y="2203"/>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2" y="42"/>
                  </a:lnTo>
                  <a:lnTo>
                    <a:pt x="5" y="86"/>
                  </a:lnTo>
                  <a:lnTo>
                    <a:pt x="11" y="125"/>
                  </a:lnTo>
                  <a:lnTo>
                    <a:pt x="19" y="163"/>
                  </a:lnTo>
                  <a:lnTo>
                    <a:pt x="30" y="202"/>
                  </a:lnTo>
                  <a:lnTo>
                    <a:pt x="41" y="236"/>
                  </a:lnTo>
                  <a:lnTo>
                    <a:pt x="56" y="269"/>
                  </a:lnTo>
                  <a:lnTo>
                    <a:pt x="72" y="299"/>
                  </a:lnTo>
                  <a:lnTo>
                    <a:pt x="90" y="326"/>
                  </a:lnTo>
                  <a:lnTo>
                    <a:pt x="108" y="351"/>
                  </a:lnTo>
                  <a:lnTo>
                    <a:pt x="127" y="373"/>
                  </a:lnTo>
                  <a:lnTo>
                    <a:pt x="149" y="390"/>
                  </a:lnTo>
                  <a:lnTo>
                    <a:pt x="172" y="406"/>
                  </a:lnTo>
                  <a:lnTo>
                    <a:pt x="195" y="416"/>
                  </a:lnTo>
                  <a:lnTo>
                    <a:pt x="220" y="422"/>
                  </a:lnTo>
                  <a:lnTo>
                    <a:pt x="245" y="424"/>
                  </a:lnTo>
                  <a:lnTo>
                    <a:pt x="245" y="413"/>
                  </a:lnTo>
                  <a:lnTo>
                    <a:pt x="222" y="410"/>
                  </a:lnTo>
                  <a:lnTo>
                    <a:pt x="200" y="405"/>
                  </a:lnTo>
                  <a:lnTo>
                    <a:pt x="179" y="394"/>
                  </a:lnTo>
                  <a:lnTo>
                    <a:pt x="156" y="381"/>
                  </a:lnTo>
                  <a:lnTo>
                    <a:pt x="136" y="364"/>
                  </a:lnTo>
                  <a:lnTo>
                    <a:pt x="118" y="344"/>
                  </a:lnTo>
                  <a:lnTo>
                    <a:pt x="99" y="319"/>
                  </a:lnTo>
                  <a:lnTo>
                    <a:pt x="81" y="292"/>
                  </a:lnTo>
                  <a:lnTo>
                    <a:pt x="67" y="264"/>
                  </a:lnTo>
                  <a:lnTo>
                    <a:pt x="53" y="231"/>
                  </a:lnTo>
                  <a:lnTo>
                    <a:pt x="41" y="197"/>
                  </a:lnTo>
                  <a:lnTo>
                    <a:pt x="31" y="161"/>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8049" name="Freeform 63"/>
            <p:cNvSpPr>
              <a:spLocks/>
            </p:cNvSpPr>
            <p:nvPr/>
          </p:nvSpPr>
          <p:spPr bwMode="auto">
            <a:xfrm>
              <a:off x="1343" y="2118"/>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1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20" y="3"/>
                  </a:lnTo>
                  <a:lnTo>
                    <a:pt x="195" y="9"/>
                  </a:lnTo>
                  <a:lnTo>
                    <a:pt x="172" y="19"/>
                  </a:lnTo>
                  <a:lnTo>
                    <a:pt x="149" y="34"/>
                  </a:lnTo>
                  <a:lnTo>
                    <a:pt x="127" y="53"/>
                  </a:lnTo>
                  <a:lnTo>
                    <a:pt x="108" y="75"/>
                  </a:lnTo>
                  <a:lnTo>
                    <a:pt x="90" y="99"/>
                  </a:lnTo>
                  <a:lnTo>
                    <a:pt x="71" y="126"/>
                  </a:lnTo>
                  <a:lnTo>
                    <a:pt x="56" y="158"/>
                  </a:lnTo>
                  <a:lnTo>
                    <a:pt x="41" y="190"/>
                  </a:lnTo>
                  <a:lnTo>
                    <a:pt x="30" y="224"/>
                  </a:lnTo>
                  <a:lnTo>
                    <a:pt x="19" y="262"/>
                  </a:lnTo>
                  <a:lnTo>
                    <a:pt x="11" y="301"/>
                  </a:lnTo>
                  <a:lnTo>
                    <a:pt x="5" y="340"/>
                  </a:lnTo>
                  <a:lnTo>
                    <a:pt x="2" y="384"/>
                  </a:lnTo>
                  <a:lnTo>
                    <a:pt x="0" y="426"/>
                  </a:lnTo>
                  <a:lnTo>
                    <a:pt x="12" y="426"/>
                  </a:lnTo>
                  <a:lnTo>
                    <a:pt x="13" y="384"/>
                  </a:lnTo>
                  <a:lnTo>
                    <a:pt x="17" y="343"/>
                  </a:lnTo>
                  <a:lnTo>
                    <a:pt x="23" y="303"/>
                  </a:lnTo>
                  <a:lnTo>
                    <a:pt x="31" y="264"/>
                  </a:lnTo>
                  <a:lnTo>
                    <a:pt x="41" y="229"/>
                  </a:lnTo>
                  <a:lnTo>
                    <a:pt x="53" y="195"/>
                  </a:lnTo>
                  <a:lnTo>
                    <a:pt x="67" y="162"/>
                  </a:lnTo>
                  <a:lnTo>
                    <a:pt x="82" y="133"/>
                  </a:lnTo>
                  <a:lnTo>
                    <a:pt x="99" y="106"/>
                  </a:lnTo>
                  <a:lnTo>
                    <a:pt x="118" y="83"/>
                  </a:lnTo>
                  <a:lnTo>
                    <a:pt x="136" y="63"/>
                  </a:lnTo>
                  <a:lnTo>
                    <a:pt x="156" y="44"/>
                  </a:lnTo>
                  <a:lnTo>
                    <a:pt x="179" y="31"/>
                  </a:lnTo>
                  <a:lnTo>
                    <a:pt x="200" y="20"/>
                  </a:lnTo>
                  <a:lnTo>
                    <a:pt x="222" y="15"/>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8050" name="Freeform 64"/>
            <p:cNvSpPr>
              <a:spLocks/>
            </p:cNvSpPr>
            <p:nvPr/>
          </p:nvSpPr>
          <p:spPr bwMode="auto">
            <a:xfrm>
              <a:off x="1384" y="1859"/>
              <a:ext cx="49" cy="84"/>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1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3" y="382"/>
                  </a:lnTo>
                  <a:lnTo>
                    <a:pt x="240" y="339"/>
                  </a:lnTo>
                  <a:lnTo>
                    <a:pt x="234" y="299"/>
                  </a:lnTo>
                  <a:lnTo>
                    <a:pt x="226" y="261"/>
                  </a:lnTo>
                  <a:lnTo>
                    <a:pt x="215" y="222"/>
                  </a:lnTo>
                  <a:lnTo>
                    <a:pt x="204" y="188"/>
                  </a:lnTo>
                  <a:lnTo>
                    <a:pt x="189" y="156"/>
                  </a:lnTo>
                  <a:lnTo>
                    <a:pt x="173" y="125"/>
                  </a:lnTo>
                  <a:lnTo>
                    <a:pt x="155" y="98"/>
                  </a:lnTo>
                  <a:lnTo>
                    <a:pt x="138" y="74"/>
                  </a:lnTo>
                  <a:lnTo>
                    <a:pt x="118" y="51"/>
                  </a:lnTo>
                  <a:lnTo>
                    <a:pt x="96" y="34"/>
                  </a:lnTo>
                  <a:lnTo>
                    <a:pt x="73" y="18"/>
                  </a:lnTo>
                  <a:lnTo>
                    <a:pt x="50" y="8"/>
                  </a:lnTo>
                  <a:lnTo>
                    <a:pt x="25" y="2"/>
                  </a:lnTo>
                  <a:lnTo>
                    <a:pt x="0" y="0"/>
                  </a:lnTo>
                  <a:lnTo>
                    <a:pt x="0" y="11"/>
                  </a:lnTo>
                  <a:lnTo>
                    <a:pt x="23" y="14"/>
                  </a:lnTo>
                  <a:lnTo>
                    <a:pt x="45" y="20"/>
                  </a:lnTo>
                  <a:lnTo>
                    <a:pt x="66" y="30"/>
                  </a:lnTo>
                  <a:lnTo>
                    <a:pt x="89" y="43"/>
                  </a:lnTo>
                  <a:lnTo>
                    <a:pt x="109" y="61"/>
                  </a:lnTo>
                  <a:lnTo>
                    <a:pt x="129" y="81"/>
                  </a:lnTo>
                  <a:lnTo>
                    <a:pt x="146" y="105"/>
                  </a:lnTo>
                  <a:lnTo>
                    <a:pt x="164" y="132"/>
                  </a:lnTo>
                  <a:lnTo>
                    <a:pt x="178" y="160"/>
                  </a:lnTo>
                  <a:lnTo>
                    <a:pt x="192" y="193"/>
                  </a:lnTo>
                  <a:lnTo>
                    <a:pt x="204" y="227"/>
                  </a:lnTo>
                  <a:lnTo>
                    <a:pt x="214" y="264"/>
                  </a:lnTo>
                  <a:lnTo>
                    <a:pt x="222" y="301"/>
                  </a:lnTo>
                  <a:lnTo>
                    <a:pt x="228"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8051" name="Freeform 65"/>
            <p:cNvSpPr>
              <a:spLocks/>
            </p:cNvSpPr>
            <p:nvPr/>
          </p:nvSpPr>
          <p:spPr bwMode="auto">
            <a:xfrm>
              <a:off x="1384" y="1943"/>
              <a:ext cx="49" cy="86"/>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5" y="423"/>
                  </a:lnTo>
                  <a:lnTo>
                    <a:pt x="50" y="418"/>
                  </a:lnTo>
                  <a:lnTo>
                    <a:pt x="73" y="407"/>
                  </a:lnTo>
                  <a:lnTo>
                    <a:pt x="96" y="392"/>
                  </a:lnTo>
                  <a:lnTo>
                    <a:pt x="118" y="374"/>
                  </a:lnTo>
                  <a:lnTo>
                    <a:pt x="138" y="352"/>
                  </a:lnTo>
                  <a:lnTo>
                    <a:pt x="155" y="327"/>
                  </a:lnTo>
                  <a:lnTo>
                    <a:pt x="174" y="300"/>
                  </a:lnTo>
                  <a:lnTo>
                    <a:pt x="189" y="269"/>
                  </a:lnTo>
                  <a:lnTo>
                    <a:pt x="204" y="237"/>
                  </a:lnTo>
                  <a:lnTo>
                    <a:pt x="215" y="202"/>
                  </a:lnTo>
                  <a:lnTo>
                    <a:pt x="226" y="164"/>
                  </a:lnTo>
                  <a:lnTo>
                    <a:pt x="234" y="126"/>
                  </a:lnTo>
                  <a:lnTo>
                    <a:pt x="240" y="86"/>
                  </a:lnTo>
                  <a:lnTo>
                    <a:pt x="243" y="42"/>
                  </a:lnTo>
                  <a:lnTo>
                    <a:pt x="245" y="0"/>
                  </a:lnTo>
                  <a:lnTo>
                    <a:pt x="233" y="0"/>
                  </a:lnTo>
                  <a:lnTo>
                    <a:pt x="232" y="42"/>
                  </a:lnTo>
                  <a:lnTo>
                    <a:pt x="228" y="83"/>
                  </a:lnTo>
                  <a:lnTo>
                    <a:pt x="222" y="123"/>
                  </a:lnTo>
                  <a:lnTo>
                    <a:pt x="214" y="162"/>
                  </a:lnTo>
                  <a:lnTo>
                    <a:pt x="204" y="197"/>
                  </a:lnTo>
                  <a:lnTo>
                    <a:pt x="192" y="232"/>
                  </a:lnTo>
                  <a:lnTo>
                    <a:pt x="178" y="264"/>
                  </a:lnTo>
                  <a:lnTo>
                    <a:pt x="163" y="293"/>
                  </a:lnTo>
                  <a:lnTo>
                    <a:pt x="146" y="320"/>
                  </a:lnTo>
                  <a:lnTo>
                    <a:pt x="129" y="345"/>
                  </a:lnTo>
                  <a:lnTo>
                    <a:pt x="109" y="365"/>
                  </a:lnTo>
                  <a:lnTo>
                    <a:pt x="89" y="382"/>
                  </a:lnTo>
                  <a:lnTo>
                    <a:pt x="66" y="395"/>
                  </a:lnTo>
                  <a:lnTo>
                    <a:pt x="45" y="406"/>
                  </a:lnTo>
                  <a:lnTo>
                    <a:pt x="23"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8052" name="Freeform 66"/>
            <p:cNvSpPr>
              <a:spLocks/>
            </p:cNvSpPr>
            <p:nvPr/>
          </p:nvSpPr>
          <p:spPr bwMode="auto">
            <a:xfrm>
              <a:off x="1335" y="1943"/>
              <a:ext cx="49" cy="86"/>
            </a:xfrm>
            <a:custGeom>
              <a:avLst/>
              <a:gdLst>
                <a:gd name="T0" fmla="*/ 0 w 246"/>
                <a:gd name="T1" fmla="*/ 0 h 426"/>
                <a:gd name="T2" fmla="*/ 0 w 246"/>
                <a:gd name="T3" fmla="*/ 0 h 426"/>
                <a:gd name="T4" fmla="*/ 0 w 246"/>
                <a:gd name="T5" fmla="*/ 0 h 426"/>
                <a:gd name="T6" fmla="*/ 0 w 246"/>
                <a:gd name="T7" fmla="*/ 1 h 426"/>
                <a:gd name="T8" fmla="*/ 0 w 246"/>
                <a:gd name="T9" fmla="*/ 1 h 426"/>
                <a:gd name="T10" fmla="*/ 0 w 246"/>
                <a:gd name="T11" fmla="*/ 1 h 426"/>
                <a:gd name="T12" fmla="*/ 0 w 246"/>
                <a:gd name="T13" fmla="*/ 2 h 426"/>
                <a:gd name="T14" fmla="*/ 0 w 246"/>
                <a:gd name="T15" fmla="*/ 2 h 426"/>
                <a:gd name="T16" fmla="*/ 0 w 246"/>
                <a:gd name="T17" fmla="*/ 2 h 426"/>
                <a:gd name="T18" fmla="*/ 1 w 246"/>
                <a:gd name="T19" fmla="*/ 2 h 426"/>
                <a:gd name="T20" fmla="*/ 1 w 246"/>
                <a:gd name="T21" fmla="*/ 3 h 426"/>
                <a:gd name="T22" fmla="*/ 1 w 246"/>
                <a:gd name="T23" fmla="*/ 3 h 426"/>
                <a:gd name="T24" fmla="*/ 1 w 246"/>
                <a:gd name="T25" fmla="*/ 3 h 426"/>
                <a:gd name="T26" fmla="*/ 1 w 246"/>
                <a:gd name="T27" fmla="*/ 3 h 426"/>
                <a:gd name="T28" fmla="*/ 1 w 246"/>
                <a:gd name="T29" fmla="*/ 3 h 426"/>
                <a:gd name="T30" fmla="*/ 2 w 246"/>
                <a:gd name="T31" fmla="*/ 3 h 426"/>
                <a:gd name="T32" fmla="*/ 2 w 246"/>
                <a:gd name="T33" fmla="*/ 3 h 426"/>
                <a:gd name="T34" fmla="*/ 2 w 246"/>
                <a:gd name="T35" fmla="*/ 3 h 426"/>
                <a:gd name="T36" fmla="*/ 2 w 246"/>
                <a:gd name="T37" fmla="*/ 3 h 426"/>
                <a:gd name="T38" fmla="*/ 2 w 246"/>
                <a:gd name="T39" fmla="*/ 3 h 426"/>
                <a:gd name="T40" fmla="*/ 2 w 246"/>
                <a:gd name="T41" fmla="*/ 3 h 426"/>
                <a:gd name="T42" fmla="*/ 1 w 246"/>
                <a:gd name="T43" fmla="*/ 3 h 426"/>
                <a:gd name="T44" fmla="*/ 1 w 246"/>
                <a:gd name="T45" fmla="*/ 3 h 426"/>
                <a:gd name="T46" fmla="*/ 1 w 246"/>
                <a:gd name="T47" fmla="*/ 3 h 426"/>
                <a:gd name="T48" fmla="*/ 1 w 246"/>
                <a:gd name="T49" fmla="*/ 3 h 426"/>
                <a:gd name="T50" fmla="*/ 1 w 246"/>
                <a:gd name="T51" fmla="*/ 3 h 426"/>
                <a:gd name="T52" fmla="*/ 1 w 246"/>
                <a:gd name="T53" fmla="*/ 2 h 426"/>
                <a:gd name="T54" fmla="*/ 1 w 246"/>
                <a:gd name="T55" fmla="*/ 2 h 426"/>
                <a:gd name="T56" fmla="*/ 0 w 246"/>
                <a:gd name="T57" fmla="*/ 2 h 426"/>
                <a:gd name="T58" fmla="*/ 0 w 246"/>
                <a:gd name="T59" fmla="*/ 2 h 426"/>
                <a:gd name="T60" fmla="*/ 0 w 246"/>
                <a:gd name="T61" fmla="*/ 1 h 426"/>
                <a:gd name="T62" fmla="*/ 0 w 246"/>
                <a:gd name="T63" fmla="*/ 1 h 426"/>
                <a:gd name="T64" fmla="*/ 0 w 246"/>
                <a:gd name="T65" fmla="*/ 1 h 426"/>
                <a:gd name="T66" fmla="*/ 0 w 246"/>
                <a:gd name="T67" fmla="*/ 0 h 426"/>
                <a:gd name="T68" fmla="*/ 0 w 246"/>
                <a:gd name="T69" fmla="*/ 0 h 426"/>
                <a:gd name="T70" fmla="*/ 0 w 246"/>
                <a:gd name="T71" fmla="*/ 0 h 426"/>
                <a:gd name="T72" fmla="*/ 0 w 246"/>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0"/>
                  </a:moveTo>
                  <a:lnTo>
                    <a:pt x="0" y="0"/>
                  </a:lnTo>
                  <a:lnTo>
                    <a:pt x="1" y="42"/>
                  </a:lnTo>
                  <a:lnTo>
                    <a:pt x="4" y="86"/>
                  </a:lnTo>
                  <a:lnTo>
                    <a:pt x="10" y="126"/>
                  </a:lnTo>
                  <a:lnTo>
                    <a:pt x="18" y="164"/>
                  </a:lnTo>
                  <a:lnTo>
                    <a:pt x="29" y="202"/>
                  </a:lnTo>
                  <a:lnTo>
                    <a:pt x="41" y="237"/>
                  </a:lnTo>
                  <a:lnTo>
                    <a:pt x="55" y="269"/>
                  </a:lnTo>
                  <a:lnTo>
                    <a:pt x="71" y="300"/>
                  </a:lnTo>
                  <a:lnTo>
                    <a:pt x="89" y="327"/>
                  </a:lnTo>
                  <a:lnTo>
                    <a:pt x="107" y="352"/>
                  </a:lnTo>
                  <a:lnTo>
                    <a:pt x="127" y="374"/>
                  </a:lnTo>
                  <a:lnTo>
                    <a:pt x="150" y="392"/>
                  </a:lnTo>
                  <a:lnTo>
                    <a:pt x="171" y="407"/>
                  </a:lnTo>
                  <a:lnTo>
                    <a:pt x="195" y="418"/>
                  </a:lnTo>
                  <a:lnTo>
                    <a:pt x="220" y="423"/>
                  </a:lnTo>
                  <a:lnTo>
                    <a:pt x="246" y="426"/>
                  </a:lnTo>
                  <a:lnTo>
                    <a:pt x="246" y="414"/>
                  </a:lnTo>
                  <a:lnTo>
                    <a:pt x="222" y="412"/>
                  </a:lnTo>
                  <a:lnTo>
                    <a:pt x="200" y="406"/>
                  </a:lnTo>
                  <a:lnTo>
                    <a:pt x="178" y="395"/>
                  </a:lnTo>
                  <a:lnTo>
                    <a:pt x="157" y="382"/>
                  </a:lnTo>
                  <a:lnTo>
                    <a:pt x="137" y="365"/>
                  </a:lnTo>
                  <a:lnTo>
                    <a:pt x="117" y="345"/>
                  </a:lnTo>
                  <a:lnTo>
                    <a:pt x="98" y="320"/>
                  </a:lnTo>
                  <a:lnTo>
                    <a:pt x="83" y="293"/>
                  </a:lnTo>
                  <a:lnTo>
                    <a:pt x="66" y="264"/>
                  </a:lnTo>
                  <a:lnTo>
                    <a:pt x="52" y="232"/>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8053" name="Freeform 67"/>
            <p:cNvSpPr>
              <a:spLocks/>
            </p:cNvSpPr>
            <p:nvPr/>
          </p:nvSpPr>
          <p:spPr bwMode="auto">
            <a:xfrm>
              <a:off x="1335" y="1859"/>
              <a:ext cx="49" cy="84"/>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1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0" y="2"/>
                  </a:lnTo>
                  <a:lnTo>
                    <a:pt x="195" y="8"/>
                  </a:lnTo>
                  <a:lnTo>
                    <a:pt x="171" y="18"/>
                  </a:lnTo>
                  <a:lnTo>
                    <a:pt x="150" y="34"/>
                  </a:lnTo>
                  <a:lnTo>
                    <a:pt x="127" y="51"/>
                  </a:lnTo>
                  <a:lnTo>
                    <a:pt x="107" y="74"/>
                  </a:lnTo>
                  <a:lnTo>
                    <a:pt x="89" y="98"/>
                  </a:lnTo>
                  <a:lnTo>
                    <a:pt x="72" y="125"/>
                  </a:lnTo>
                  <a:lnTo>
                    <a:pt x="55" y="156"/>
                  </a:lnTo>
                  <a:lnTo>
                    <a:pt x="41" y="188"/>
                  </a:lnTo>
                  <a:lnTo>
                    <a:pt x="29" y="222"/>
                  </a:lnTo>
                  <a:lnTo>
                    <a:pt x="18" y="261"/>
                  </a:lnTo>
                  <a:lnTo>
                    <a:pt x="10" y="299"/>
                  </a:lnTo>
                  <a:lnTo>
                    <a:pt x="4" y="339"/>
                  </a:lnTo>
                  <a:lnTo>
                    <a:pt x="1" y="382"/>
                  </a:lnTo>
                  <a:lnTo>
                    <a:pt x="0" y="424"/>
                  </a:lnTo>
                  <a:lnTo>
                    <a:pt x="11" y="424"/>
                  </a:lnTo>
                  <a:lnTo>
                    <a:pt x="13" y="382"/>
                  </a:lnTo>
                  <a:lnTo>
                    <a:pt x="16" y="341"/>
                  </a:lnTo>
                  <a:lnTo>
                    <a:pt x="22" y="301"/>
                  </a:lnTo>
                  <a:lnTo>
                    <a:pt x="30" y="264"/>
                  </a:lnTo>
                  <a:lnTo>
                    <a:pt x="41" y="227"/>
                  </a:lnTo>
                  <a:lnTo>
                    <a:pt x="52" y="193"/>
                  </a:lnTo>
                  <a:lnTo>
                    <a:pt x="66" y="160"/>
                  </a:lnTo>
                  <a:lnTo>
                    <a:pt x="82" y="132"/>
                  </a:lnTo>
                  <a:lnTo>
                    <a:pt x="98" y="105"/>
                  </a:lnTo>
                  <a:lnTo>
                    <a:pt x="117" y="81"/>
                  </a:lnTo>
                  <a:lnTo>
                    <a:pt x="137" y="61"/>
                  </a:lnTo>
                  <a:lnTo>
                    <a:pt x="157" y="43"/>
                  </a:lnTo>
                  <a:lnTo>
                    <a:pt x="178" y="30"/>
                  </a:lnTo>
                  <a:lnTo>
                    <a:pt x="200" y="20"/>
                  </a:lnTo>
                  <a:lnTo>
                    <a:pt x="222" y="14"/>
                  </a:lnTo>
                  <a:lnTo>
                    <a:pt x="246" y="11"/>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8054" name="Freeform 68"/>
            <p:cNvSpPr>
              <a:spLocks/>
            </p:cNvSpPr>
            <p:nvPr/>
          </p:nvSpPr>
          <p:spPr bwMode="auto">
            <a:xfrm>
              <a:off x="1552" y="1751"/>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1" y="339"/>
                  </a:lnTo>
                  <a:lnTo>
                    <a:pt x="235" y="299"/>
                  </a:lnTo>
                  <a:lnTo>
                    <a:pt x="226" y="261"/>
                  </a:lnTo>
                  <a:lnTo>
                    <a:pt x="216" y="223"/>
                  </a:lnTo>
                  <a:lnTo>
                    <a:pt x="204" y="189"/>
                  </a:lnTo>
                  <a:lnTo>
                    <a:pt x="190" y="156"/>
                  </a:lnTo>
                  <a:lnTo>
                    <a:pt x="174" y="125"/>
                  </a:lnTo>
                  <a:lnTo>
                    <a:pt x="156" y="98"/>
                  </a:lnTo>
                  <a:lnTo>
                    <a:pt x="137" y="74"/>
                  </a:lnTo>
                  <a:lnTo>
                    <a:pt x="119" y="52"/>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8" y="81"/>
                  </a:lnTo>
                  <a:lnTo>
                    <a:pt x="147" y="105"/>
                  </a:lnTo>
                  <a:lnTo>
                    <a:pt x="164" y="132"/>
                  </a:lnTo>
                  <a:lnTo>
                    <a:pt x="178" y="161"/>
                  </a:lnTo>
                  <a:lnTo>
                    <a:pt x="193" y="193"/>
                  </a:lnTo>
                  <a:lnTo>
                    <a:pt x="204" y="227"/>
                  </a:lnTo>
                  <a:lnTo>
                    <a:pt x="215" y="264"/>
                  </a:lnTo>
                  <a:lnTo>
                    <a:pt x="223" y="301"/>
                  </a:lnTo>
                  <a:lnTo>
                    <a:pt x="229" y="341"/>
                  </a:lnTo>
                  <a:lnTo>
                    <a:pt x="232" y="382"/>
                  </a:lnTo>
                  <a:lnTo>
                    <a:pt x="234"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8055" name="Freeform 69"/>
            <p:cNvSpPr>
              <a:spLocks/>
            </p:cNvSpPr>
            <p:nvPr/>
          </p:nvSpPr>
          <p:spPr bwMode="auto">
            <a:xfrm>
              <a:off x="1552" y="1836"/>
              <a:ext cx="49" cy="85"/>
            </a:xfrm>
            <a:custGeom>
              <a:avLst/>
              <a:gdLst>
                <a:gd name="T0" fmla="*/ 0 w 245"/>
                <a:gd name="T1" fmla="*/ 3 h 425"/>
                <a:gd name="T2" fmla="*/ 0 w 245"/>
                <a:gd name="T3" fmla="*/ 3 h 425"/>
                <a:gd name="T4" fmla="*/ 0 w 245"/>
                <a:gd name="T5" fmla="*/ 3 h 425"/>
                <a:gd name="T6" fmla="*/ 0 w 245"/>
                <a:gd name="T7" fmla="*/ 3 h 425"/>
                <a:gd name="T8" fmla="*/ 1 w 245"/>
                <a:gd name="T9" fmla="*/ 3 h 425"/>
                <a:gd name="T10" fmla="*/ 1 w 245"/>
                <a:gd name="T11" fmla="*/ 3 h 425"/>
                <a:gd name="T12" fmla="*/ 1 w 245"/>
                <a:gd name="T13" fmla="*/ 3 h 425"/>
                <a:gd name="T14" fmla="*/ 1 w 245"/>
                <a:gd name="T15" fmla="*/ 3 h 425"/>
                <a:gd name="T16" fmla="*/ 1 w 245"/>
                <a:gd name="T17" fmla="*/ 3 h 425"/>
                <a:gd name="T18" fmla="*/ 1 w 245"/>
                <a:gd name="T19" fmla="*/ 2 h 425"/>
                <a:gd name="T20" fmla="*/ 2 w 245"/>
                <a:gd name="T21" fmla="*/ 2 h 425"/>
                <a:gd name="T22" fmla="*/ 2 w 245"/>
                <a:gd name="T23" fmla="*/ 2 h 425"/>
                <a:gd name="T24" fmla="*/ 2 w 245"/>
                <a:gd name="T25" fmla="*/ 2 h 425"/>
                <a:gd name="T26" fmla="*/ 2 w 245"/>
                <a:gd name="T27" fmla="*/ 1 h 425"/>
                <a:gd name="T28" fmla="*/ 2 w 245"/>
                <a:gd name="T29" fmla="*/ 1 h 425"/>
                <a:gd name="T30" fmla="*/ 2 w 245"/>
                <a:gd name="T31" fmla="*/ 1 h 425"/>
                <a:gd name="T32" fmla="*/ 2 w 245"/>
                <a:gd name="T33" fmla="*/ 0 h 425"/>
                <a:gd name="T34" fmla="*/ 2 w 245"/>
                <a:gd name="T35" fmla="*/ 0 h 425"/>
                <a:gd name="T36" fmla="*/ 2 w 245"/>
                <a:gd name="T37" fmla="*/ 0 h 425"/>
                <a:gd name="T38" fmla="*/ 2 w 245"/>
                <a:gd name="T39" fmla="*/ 0 h 425"/>
                <a:gd name="T40" fmla="*/ 2 w 245"/>
                <a:gd name="T41" fmla="*/ 1 h 425"/>
                <a:gd name="T42" fmla="*/ 2 w 245"/>
                <a:gd name="T43" fmla="*/ 1 h 425"/>
                <a:gd name="T44" fmla="*/ 2 w 245"/>
                <a:gd name="T45" fmla="*/ 1 h 425"/>
                <a:gd name="T46" fmla="*/ 2 w 245"/>
                <a:gd name="T47" fmla="*/ 2 h 425"/>
                <a:gd name="T48" fmla="*/ 2 w 245"/>
                <a:gd name="T49" fmla="*/ 2 h 425"/>
                <a:gd name="T50" fmla="*/ 1 w 245"/>
                <a:gd name="T51" fmla="*/ 2 h 425"/>
                <a:gd name="T52" fmla="*/ 1 w 245"/>
                <a:gd name="T53" fmla="*/ 2 h 425"/>
                <a:gd name="T54" fmla="*/ 1 w 245"/>
                <a:gd name="T55" fmla="*/ 3 h 425"/>
                <a:gd name="T56" fmla="*/ 1 w 245"/>
                <a:gd name="T57" fmla="*/ 3 h 425"/>
                <a:gd name="T58" fmla="*/ 1 w 245"/>
                <a:gd name="T59" fmla="*/ 3 h 425"/>
                <a:gd name="T60" fmla="*/ 1 w 245"/>
                <a:gd name="T61" fmla="*/ 3 h 425"/>
                <a:gd name="T62" fmla="*/ 1 w 245"/>
                <a:gd name="T63" fmla="*/ 3 h 425"/>
                <a:gd name="T64" fmla="*/ 0 w 245"/>
                <a:gd name="T65" fmla="*/ 3 h 425"/>
                <a:gd name="T66" fmla="*/ 0 w 245"/>
                <a:gd name="T67" fmla="*/ 3 h 425"/>
                <a:gd name="T68" fmla="*/ 0 w 245"/>
                <a:gd name="T69" fmla="*/ 3 h 425"/>
                <a:gd name="T70" fmla="*/ 0 w 245"/>
                <a:gd name="T71" fmla="*/ 3 h 425"/>
                <a:gd name="T72" fmla="*/ 0 w 245"/>
                <a:gd name="T73" fmla="*/ 3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5"/>
                <a:gd name="T113" fmla="*/ 245 w 245"/>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5">
                  <a:moveTo>
                    <a:pt x="0" y="425"/>
                  </a:moveTo>
                  <a:lnTo>
                    <a:pt x="0" y="425"/>
                  </a:lnTo>
                  <a:lnTo>
                    <a:pt x="26" y="422"/>
                  </a:lnTo>
                  <a:lnTo>
                    <a:pt x="51" y="417"/>
                  </a:lnTo>
                  <a:lnTo>
                    <a:pt x="74" y="406"/>
                  </a:lnTo>
                  <a:lnTo>
                    <a:pt x="96" y="391"/>
                  </a:lnTo>
                  <a:lnTo>
                    <a:pt x="119" y="373"/>
                  </a:lnTo>
                  <a:lnTo>
                    <a:pt x="137" y="351"/>
                  </a:lnTo>
                  <a:lnTo>
                    <a:pt x="156" y="326"/>
                  </a:lnTo>
                  <a:lnTo>
                    <a:pt x="174" y="299"/>
                  </a:lnTo>
                  <a:lnTo>
                    <a:pt x="190" y="269"/>
                  </a:lnTo>
                  <a:lnTo>
                    <a:pt x="204" y="236"/>
                  </a:lnTo>
                  <a:lnTo>
                    <a:pt x="216" y="202"/>
                  </a:lnTo>
                  <a:lnTo>
                    <a:pt x="226" y="163"/>
                  </a:lnTo>
                  <a:lnTo>
                    <a:pt x="235" y="126"/>
                  </a:lnTo>
                  <a:lnTo>
                    <a:pt x="241" y="86"/>
                  </a:lnTo>
                  <a:lnTo>
                    <a:pt x="244" y="43"/>
                  </a:lnTo>
                  <a:lnTo>
                    <a:pt x="245" y="0"/>
                  </a:lnTo>
                  <a:lnTo>
                    <a:pt x="234" y="0"/>
                  </a:lnTo>
                  <a:lnTo>
                    <a:pt x="232" y="43"/>
                  </a:lnTo>
                  <a:lnTo>
                    <a:pt x="229" y="84"/>
                  </a:lnTo>
                  <a:lnTo>
                    <a:pt x="223" y="123"/>
                  </a:lnTo>
                  <a:lnTo>
                    <a:pt x="215" y="161"/>
                  </a:lnTo>
                  <a:lnTo>
                    <a:pt x="204" y="197"/>
                  </a:lnTo>
                  <a:lnTo>
                    <a:pt x="193" y="231"/>
                  </a:lnTo>
                  <a:lnTo>
                    <a:pt x="178" y="264"/>
                  </a:lnTo>
                  <a:lnTo>
                    <a:pt x="164" y="292"/>
                  </a:lnTo>
                  <a:lnTo>
                    <a:pt x="147" y="319"/>
                  </a:lnTo>
                  <a:lnTo>
                    <a:pt x="128" y="344"/>
                  </a:lnTo>
                  <a:lnTo>
                    <a:pt x="109" y="364"/>
                  </a:lnTo>
                  <a:lnTo>
                    <a:pt x="89" y="381"/>
                  </a:lnTo>
                  <a:lnTo>
                    <a:pt x="67" y="394"/>
                  </a:lnTo>
                  <a:lnTo>
                    <a:pt x="46" y="405"/>
                  </a:lnTo>
                  <a:lnTo>
                    <a:pt x="24" y="411"/>
                  </a:lnTo>
                  <a:lnTo>
                    <a:pt x="0" y="413"/>
                  </a:lnTo>
                  <a:lnTo>
                    <a:pt x="0" y="425"/>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8056" name="Freeform 70"/>
            <p:cNvSpPr>
              <a:spLocks/>
            </p:cNvSpPr>
            <p:nvPr/>
          </p:nvSpPr>
          <p:spPr bwMode="auto">
            <a:xfrm>
              <a:off x="1502" y="1836"/>
              <a:ext cx="50" cy="85"/>
            </a:xfrm>
            <a:custGeom>
              <a:avLst/>
              <a:gdLst>
                <a:gd name="T0" fmla="*/ 0 w 246"/>
                <a:gd name="T1" fmla="*/ 0 h 425"/>
                <a:gd name="T2" fmla="*/ 0 w 246"/>
                <a:gd name="T3" fmla="*/ 0 h 425"/>
                <a:gd name="T4" fmla="*/ 0 w 246"/>
                <a:gd name="T5" fmla="*/ 0 h 425"/>
                <a:gd name="T6" fmla="*/ 0 w 246"/>
                <a:gd name="T7" fmla="*/ 1 h 425"/>
                <a:gd name="T8" fmla="*/ 0 w 246"/>
                <a:gd name="T9" fmla="*/ 1 h 425"/>
                <a:gd name="T10" fmla="*/ 0 w 246"/>
                <a:gd name="T11" fmla="*/ 1 h 425"/>
                <a:gd name="T12" fmla="*/ 0 w 246"/>
                <a:gd name="T13" fmla="*/ 2 h 425"/>
                <a:gd name="T14" fmla="*/ 0 w 246"/>
                <a:gd name="T15" fmla="*/ 2 h 425"/>
                <a:gd name="T16" fmla="*/ 0 w 246"/>
                <a:gd name="T17" fmla="*/ 2 h 425"/>
                <a:gd name="T18" fmla="*/ 1 w 246"/>
                <a:gd name="T19" fmla="*/ 2 h 425"/>
                <a:gd name="T20" fmla="*/ 1 w 246"/>
                <a:gd name="T21" fmla="*/ 3 h 425"/>
                <a:gd name="T22" fmla="*/ 1 w 246"/>
                <a:gd name="T23" fmla="*/ 3 h 425"/>
                <a:gd name="T24" fmla="*/ 1 w 246"/>
                <a:gd name="T25" fmla="*/ 3 h 425"/>
                <a:gd name="T26" fmla="*/ 1 w 246"/>
                <a:gd name="T27" fmla="*/ 3 h 425"/>
                <a:gd name="T28" fmla="*/ 1 w 246"/>
                <a:gd name="T29" fmla="*/ 3 h 425"/>
                <a:gd name="T30" fmla="*/ 2 w 246"/>
                <a:gd name="T31" fmla="*/ 3 h 425"/>
                <a:gd name="T32" fmla="*/ 2 w 246"/>
                <a:gd name="T33" fmla="*/ 3 h 425"/>
                <a:gd name="T34" fmla="*/ 2 w 246"/>
                <a:gd name="T35" fmla="*/ 3 h 425"/>
                <a:gd name="T36" fmla="*/ 2 w 246"/>
                <a:gd name="T37" fmla="*/ 3 h 425"/>
                <a:gd name="T38" fmla="*/ 2 w 246"/>
                <a:gd name="T39" fmla="*/ 3 h 425"/>
                <a:gd name="T40" fmla="*/ 2 w 246"/>
                <a:gd name="T41" fmla="*/ 3 h 425"/>
                <a:gd name="T42" fmla="*/ 1 w 246"/>
                <a:gd name="T43" fmla="*/ 3 h 425"/>
                <a:gd name="T44" fmla="*/ 1 w 246"/>
                <a:gd name="T45" fmla="*/ 3 h 425"/>
                <a:gd name="T46" fmla="*/ 1 w 246"/>
                <a:gd name="T47" fmla="*/ 3 h 425"/>
                <a:gd name="T48" fmla="*/ 1 w 246"/>
                <a:gd name="T49" fmla="*/ 3 h 425"/>
                <a:gd name="T50" fmla="*/ 1 w 246"/>
                <a:gd name="T51" fmla="*/ 3 h 425"/>
                <a:gd name="T52" fmla="*/ 1 w 246"/>
                <a:gd name="T53" fmla="*/ 2 h 425"/>
                <a:gd name="T54" fmla="*/ 1 w 246"/>
                <a:gd name="T55" fmla="*/ 2 h 425"/>
                <a:gd name="T56" fmla="*/ 0 w 246"/>
                <a:gd name="T57" fmla="*/ 2 h 425"/>
                <a:gd name="T58" fmla="*/ 0 w 246"/>
                <a:gd name="T59" fmla="*/ 2 h 425"/>
                <a:gd name="T60" fmla="*/ 0 w 246"/>
                <a:gd name="T61" fmla="*/ 1 h 425"/>
                <a:gd name="T62" fmla="*/ 0 w 246"/>
                <a:gd name="T63" fmla="*/ 1 h 425"/>
                <a:gd name="T64" fmla="*/ 0 w 246"/>
                <a:gd name="T65" fmla="*/ 1 h 425"/>
                <a:gd name="T66" fmla="*/ 0 w 246"/>
                <a:gd name="T67" fmla="*/ 0 h 425"/>
                <a:gd name="T68" fmla="*/ 0 w 246"/>
                <a:gd name="T69" fmla="*/ 0 h 425"/>
                <a:gd name="T70" fmla="*/ 0 w 246"/>
                <a:gd name="T71" fmla="*/ 0 h 425"/>
                <a:gd name="T72" fmla="*/ 0 w 246"/>
                <a:gd name="T73" fmla="*/ 0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5"/>
                <a:gd name="T113" fmla="*/ 246 w 246"/>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5">
                  <a:moveTo>
                    <a:pt x="0" y="0"/>
                  </a:moveTo>
                  <a:lnTo>
                    <a:pt x="0" y="0"/>
                  </a:lnTo>
                  <a:lnTo>
                    <a:pt x="2" y="43"/>
                  </a:lnTo>
                  <a:lnTo>
                    <a:pt x="5" y="86"/>
                  </a:lnTo>
                  <a:lnTo>
                    <a:pt x="11" y="126"/>
                  </a:lnTo>
                  <a:lnTo>
                    <a:pt x="19" y="163"/>
                  </a:lnTo>
                  <a:lnTo>
                    <a:pt x="30" y="202"/>
                  </a:lnTo>
                  <a:lnTo>
                    <a:pt x="41" y="236"/>
                  </a:lnTo>
                  <a:lnTo>
                    <a:pt x="55" y="269"/>
                  </a:lnTo>
                  <a:lnTo>
                    <a:pt x="73" y="299"/>
                  </a:lnTo>
                  <a:lnTo>
                    <a:pt x="89" y="326"/>
                  </a:lnTo>
                  <a:lnTo>
                    <a:pt x="108" y="351"/>
                  </a:lnTo>
                  <a:lnTo>
                    <a:pt x="128" y="373"/>
                  </a:lnTo>
                  <a:lnTo>
                    <a:pt x="150" y="391"/>
                  </a:lnTo>
                  <a:lnTo>
                    <a:pt x="171" y="406"/>
                  </a:lnTo>
                  <a:lnTo>
                    <a:pt x="196" y="417"/>
                  </a:lnTo>
                  <a:lnTo>
                    <a:pt x="221" y="422"/>
                  </a:lnTo>
                  <a:lnTo>
                    <a:pt x="246" y="425"/>
                  </a:lnTo>
                  <a:lnTo>
                    <a:pt x="246" y="413"/>
                  </a:lnTo>
                  <a:lnTo>
                    <a:pt x="223" y="411"/>
                  </a:lnTo>
                  <a:lnTo>
                    <a:pt x="201" y="405"/>
                  </a:lnTo>
                  <a:lnTo>
                    <a:pt x="178" y="394"/>
                  </a:lnTo>
                  <a:lnTo>
                    <a:pt x="157" y="381"/>
                  </a:lnTo>
                  <a:lnTo>
                    <a:pt x="137" y="364"/>
                  </a:lnTo>
                  <a:lnTo>
                    <a:pt x="117" y="344"/>
                  </a:lnTo>
                  <a:lnTo>
                    <a:pt x="99" y="319"/>
                  </a:lnTo>
                  <a:lnTo>
                    <a:pt x="82" y="292"/>
                  </a:lnTo>
                  <a:lnTo>
                    <a:pt x="67" y="264"/>
                  </a:lnTo>
                  <a:lnTo>
                    <a:pt x="53" y="231"/>
                  </a:lnTo>
                  <a:lnTo>
                    <a:pt x="41" y="197"/>
                  </a:lnTo>
                  <a:lnTo>
                    <a:pt x="31" y="161"/>
                  </a:lnTo>
                  <a:lnTo>
                    <a:pt x="23" y="123"/>
                  </a:lnTo>
                  <a:lnTo>
                    <a:pt x="17" y="84"/>
                  </a:lnTo>
                  <a:lnTo>
                    <a:pt x="13" y="4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8057" name="Freeform 71"/>
            <p:cNvSpPr>
              <a:spLocks/>
            </p:cNvSpPr>
            <p:nvPr/>
          </p:nvSpPr>
          <p:spPr bwMode="auto">
            <a:xfrm>
              <a:off x="1502" y="1751"/>
              <a:ext cx="50" cy="85"/>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2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1" y="2"/>
                  </a:lnTo>
                  <a:lnTo>
                    <a:pt x="196" y="8"/>
                  </a:lnTo>
                  <a:lnTo>
                    <a:pt x="171" y="19"/>
                  </a:lnTo>
                  <a:lnTo>
                    <a:pt x="150" y="34"/>
                  </a:lnTo>
                  <a:lnTo>
                    <a:pt x="128" y="52"/>
                  </a:lnTo>
                  <a:lnTo>
                    <a:pt x="108" y="74"/>
                  </a:lnTo>
                  <a:lnTo>
                    <a:pt x="89" y="98"/>
                  </a:lnTo>
                  <a:lnTo>
                    <a:pt x="73" y="125"/>
                  </a:lnTo>
                  <a:lnTo>
                    <a:pt x="55" y="156"/>
                  </a:lnTo>
                  <a:lnTo>
                    <a:pt x="41" y="189"/>
                  </a:lnTo>
                  <a:lnTo>
                    <a:pt x="30" y="223"/>
                  </a:lnTo>
                  <a:lnTo>
                    <a:pt x="19" y="261"/>
                  </a:lnTo>
                  <a:lnTo>
                    <a:pt x="11" y="299"/>
                  </a:lnTo>
                  <a:lnTo>
                    <a:pt x="5" y="339"/>
                  </a:lnTo>
                  <a:lnTo>
                    <a:pt x="2" y="382"/>
                  </a:lnTo>
                  <a:lnTo>
                    <a:pt x="0" y="424"/>
                  </a:lnTo>
                  <a:lnTo>
                    <a:pt x="12" y="424"/>
                  </a:lnTo>
                  <a:lnTo>
                    <a:pt x="13" y="382"/>
                  </a:lnTo>
                  <a:lnTo>
                    <a:pt x="17" y="341"/>
                  </a:lnTo>
                  <a:lnTo>
                    <a:pt x="23" y="301"/>
                  </a:lnTo>
                  <a:lnTo>
                    <a:pt x="31" y="264"/>
                  </a:lnTo>
                  <a:lnTo>
                    <a:pt x="41" y="227"/>
                  </a:lnTo>
                  <a:lnTo>
                    <a:pt x="53" y="193"/>
                  </a:lnTo>
                  <a:lnTo>
                    <a:pt x="67" y="161"/>
                  </a:lnTo>
                  <a:lnTo>
                    <a:pt x="82" y="132"/>
                  </a:lnTo>
                  <a:lnTo>
                    <a:pt x="99" y="105"/>
                  </a:lnTo>
                  <a:lnTo>
                    <a:pt x="117" y="81"/>
                  </a:lnTo>
                  <a:lnTo>
                    <a:pt x="137" y="61"/>
                  </a:lnTo>
                  <a:lnTo>
                    <a:pt x="157" y="43"/>
                  </a:lnTo>
                  <a:lnTo>
                    <a:pt x="178" y="30"/>
                  </a:lnTo>
                  <a:lnTo>
                    <a:pt x="201" y="20"/>
                  </a:lnTo>
                  <a:lnTo>
                    <a:pt x="223" y="14"/>
                  </a:lnTo>
                  <a:lnTo>
                    <a:pt x="246" y="12"/>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8058" name="Freeform 72"/>
            <p:cNvSpPr>
              <a:spLocks/>
            </p:cNvSpPr>
            <p:nvPr/>
          </p:nvSpPr>
          <p:spPr bwMode="auto">
            <a:xfrm>
              <a:off x="1565" y="2016"/>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0" y="339"/>
                  </a:lnTo>
                  <a:lnTo>
                    <a:pt x="234" y="299"/>
                  </a:lnTo>
                  <a:lnTo>
                    <a:pt x="226" y="261"/>
                  </a:lnTo>
                  <a:lnTo>
                    <a:pt x="216" y="223"/>
                  </a:lnTo>
                  <a:lnTo>
                    <a:pt x="204" y="189"/>
                  </a:lnTo>
                  <a:lnTo>
                    <a:pt x="190" y="156"/>
                  </a:lnTo>
                  <a:lnTo>
                    <a:pt x="174" y="125"/>
                  </a:lnTo>
                  <a:lnTo>
                    <a:pt x="156" y="98"/>
                  </a:lnTo>
                  <a:lnTo>
                    <a:pt x="138" y="74"/>
                  </a:lnTo>
                  <a:lnTo>
                    <a:pt x="118" y="51"/>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9" y="81"/>
                  </a:lnTo>
                  <a:lnTo>
                    <a:pt x="147" y="105"/>
                  </a:lnTo>
                  <a:lnTo>
                    <a:pt x="164" y="132"/>
                  </a:lnTo>
                  <a:lnTo>
                    <a:pt x="178" y="160"/>
                  </a:lnTo>
                  <a:lnTo>
                    <a:pt x="192" y="193"/>
                  </a:lnTo>
                  <a:lnTo>
                    <a:pt x="204" y="227"/>
                  </a:lnTo>
                  <a:lnTo>
                    <a:pt x="215" y="264"/>
                  </a:lnTo>
                  <a:lnTo>
                    <a:pt x="223" y="301"/>
                  </a:lnTo>
                  <a:lnTo>
                    <a:pt x="229"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8059" name="Freeform 73"/>
            <p:cNvSpPr>
              <a:spLocks/>
            </p:cNvSpPr>
            <p:nvPr/>
          </p:nvSpPr>
          <p:spPr bwMode="auto">
            <a:xfrm>
              <a:off x="1565" y="2101"/>
              <a:ext cx="49" cy="85"/>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6" y="423"/>
                  </a:lnTo>
                  <a:lnTo>
                    <a:pt x="51" y="418"/>
                  </a:lnTo>
                  <a:lnTo>
                    <a:pt x="74" y="407"/>
                  </a:lnTo>
                  <a:lnTo>
                    <a:pt x="96" y="392"/>
                  </a:lnTo>
                  <a:lnTo>
                    <a:pt x="118" y="373"/>
                  </a:lnTo>
                  <a:lnTo>
                    <a:pt x="138" y="351"/>
                  </a:lnTo>
                  <a:lnTo>
                    <a:pt x="156" y="327"/>
                  </a:lnTo>
                  <a:lnTo>
                    <a:pt x="175" y="299"/>
                  </a:lnTo>
                  <a:lnTo>
                    <a:pt x="190" y="269"/>
                  </a:lnTo>
                  <a:lnTo>
                    <a:pt x="204" y="236"/>
                  </a:lnTo>
                  <a:lnTo>
                    <a:pt x="216" y="202"/>
                  </a:lnTo>
                  <a:lnTo>
                    <a:pt x="226" y="164"/>
                  </a:lnTo>
                  <a:lnTo>
                    <a:pt x="234" y="126"/>
                  </a:lnTo>
                  <a:lnTo>
                    <a:pt x="240" y="86"/>
                  </a:lnTo>
                  <a:lnTo>
                    <a:pt x="244" y="42"/>
                  </a:lnTo>
                  <a:lnTo>
                    <a:pt x="245" y="0"/>
                  </a:lnTo>
                  <a:lnTo>
                    <a:pt x="233" y="0"/>
                  </a:lnTo>
                  <a:lnTo>
                    <a:pt x="232" y="42"/>
                  </a:lnTo>
                  <a:lnTo>
                    <a:pt x="229" y="83"/>
                  </a:lnTo>
                  <a:lnTo>
                    <a:pt x="223" y="123"/>
                  </a:lnTo>
                  <a:lnTo>
                    <a:pt x="215" y="162"/>
                  </a:lnTo>
                  <a:lnTo>
                    <a:pt x="204" y="197"/>
                  </a:lnTo>
                  <a:lnTo>
                    <a:pt x="192" y="231"/>
                  </a:lnTo>
                  <a:lnTo>
                    <a:pt x="178" y="264"/>
                  </a:lnTo>
                  <a:lnTo>
                    <a:pt x="163" y="292"/>
                  </a:lnTo>
                  <a:lnTo>
                    <a:pt x="147" y="320"/>
                  </a:lnTo>
                  <a:lnTo>
                    <a:pt x="129" y="344"/>
                  </a:lnTo>
                  <a:lnTo>
                    <a:pt x="109" y="364"/>
                  </a:lnTo>
                  <a:lnTo>
                    <a:pt x="89" y="382"/>
                  </a:lnTo>
                  <a:lnTo>
                    <a:pt x="67" y="395"/>
                  </a:lnTo>
                  <a:lnTo>
                    <a:pt x="46" y="406"/>
                  </a:lnTo>
                  <a:lnTo>
                    <a:pt x="24"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8060" name="Freeform 74"/>
            <p:cNvSpPr>
              <a:spLocks/>
            </p:cNvSpPr>
            <p:nvPr/>
          </p:nvSpPr>
          <p:spPr bwMode="auto">
            <a:xfrm>
              <a:off x="1516" y="2101"/>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5" y="86"/>
                  </a:lnTo>
                  <a:lnTo>
                    <a:pt x="11" y="126"/>
                  </a:lnTo>
                  <a:lnTo>
                    <a:pt x="19" y="164"/>
                  </a:lnTo>
                  <a:lnTo>
                    <a:pt x="30" y="202"/>
                  </a:lnTo>
                  <a:lnTo>
                    <a:pt x="41" y="236"/>
                  </a:lnTo>
                  <a:lnTo>
                    <a:pt x="55" y="269"/>
                  </a:lnTo>
                  <a:lnTo>
                    <a:pt x="71" y="299"/>
                  </a:lnTo>
                  <a:lnTo>
                    <a:pt x="89" y="327"/>
                  </a:lnTo>
                  <a:lnTo>
                    <a:pt x="107" y="351"/>
                  </a:lnTo>
                  <a:lnTo>
                    <a:pt x="127" y="373"/>
                  </a:lnTo>
                  <a:lnTo>
                    <a:pt x="149" y="392"/>
                  </a:lnTo>
                  <a:lnTo>
                    <a:pt x="171" y="407"/>
                  </a:lnTo>
                  <a:lnTo>
                    <a:pt x="195" y="418"/>
                  </a:lnTo>
                  <a:lnTo>
                    <a:pt x="219" y="423"/>
                  </a:lnTo>
                  <a:lnTo>
                    <a:pt x="245" y="426"/>
                  </a:lnTo>
                  <a:lnTo>
                    <a:pt x="245" y="414"/>
                  </a:lnTo>
                  <a:lnTo>
                    <a:pt x="222" y="412"/>
                  </a:lnTo>
                  <a:lnTo>
                    <a:pt x="199" y="406"/>
                  </a:lnTo>
                  <a:lnTo>
                    <a:pt x="178" y="395"/>
                  </a:lnTo>
                  <a:lnTo>
                    <a:pt x="156" y="382"/>
                  </a:lnTo>
                  <a:lnTo>
                    <a:pt x="136" y="364"/>
                  </a:lnTo>
                  <a:lnTo>
                    <a:pt x="116" y="344"/>
                  </a:lnTo>
                  <a:lnTo>
                    <a:pt x="99" y="320"/>
                  </a:lnTo>
                  <a:lnTo>
                    <a:pt x="82" y="292"/>
                  </a:lnTo>
                  <a:lnTo>
                    <a:pt x="67" y="264"/>
                  </a:lnTo>
                  <a:lnTo>
                    <a:pt x="53" y="231"/>
                  </a:lnTo>
                  <a:lnTo>
                    <a:pt x="41" y="197"/>
                  </a:lnTo>
                  <a:lnTo>
                    <a:pt x="31" y="162"/>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8061" name="Freeform 75"/>
            <p:cNvSpPr>
              <a:spLocks/>
            </p:cNvSpPr>
            <p:nvPr/>
          </p:nvSpPr>
          <p:spPr bwMode="auto">
            <a:xfrm>
              <a:off x="1516" y="2016"/>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5" y="8"/>
                  </a:lnTo>
                  <a:lnTo>
                    <a:pt x="171" y="19"/>
                  </a:lnTo>
                  <a:lnTo>
                    <a:pt x="149" y="34"/>
                  </a:lnTo>
                  <a:lnTo>
                    <a:pt x="127" y="51"/>
                  </a:lnTo>
                  <a:lnTo>
                    <a:pt x="107" y="74"/>
                  </a:lnTo>
                  <a:lnTo>
                    <a:pt x="89" y="98"/>
                  </a:lnTo>
                  <a:lnTo>
                    <a:pt x="72" y="125"/>
                  </a:lnTo>
                  <a:lnTo>
                    <a:pt x="55" y="156"/>
                  </a:lnTo>
                  <a:lnTo>
                    <a:pt x="41" y="189"/>
                  </a:lnTo>
                  <a:lnTo>
                    <a:pt x="30" y="223"/>
                  </a:lnTo>
                  <a:lnTo>
                    <a:pt x="19" y="261"/>
                  </a:lnTo>
                  <a:lnTo>
                    <a:pt x="11" y="299"/>
                  </a:lnTo>
                  <a:lnTo>
                    <a:pt x="5" y="339"/>
                  </a:lnTo>
                  <a:lnTo>
                    <a:pt x="1" y="382"/>
                  </a:lnTo>
                  <a:lnTo>
                    <a:pt x="0" y="424"/>
                  </a:lnTo>
                  <a:lnTo>
                    <a:pt x="12" y="424"/>
                  </a:lnTo>
                  <a:lnTo>
                    <a:pt x="13" y="382"/>
                  </a:lnTo>
                  <a:lnTo>
                    <a:pt x="17" y="341"/>
                  </a:lnTo>
                  <a:lnTo>
                    <a:pt x="23" y="301"/>
                  </a:lnTo>
                  <a:lnTo>
                    <a:pt x="31" y="264"/>
                  </a:lnTo>
                  <a:lnTo>
                    <a:pt x="41" y="227"/>
                  </a:lnTo>
                  <a:lnTo>
                    <a:pt x="53" y="193"/>
                  </a:lnTo>
                  <a:lnTo>
                    <a:pt x="67" y="160"/>
                  </a:lnTo>
                  <a:lnTo>
                    <a:pt x="81" y="132"/>
                  </a:lnTo>
                  <a:lnTo>
                    <a:pt x="99" y="105"/>
                  </a:lnTo>
                  <a:lnTo>
                    <a:pt x="116" y="81"/>
                  </a:lnTo>
                  <a:lnTo>
                    <a:pt x="136" y="61"/>
                  </a:lnTo>
                  <a:lnTo>
                    <a:pt x="156" y="43"/>
                  </a:lnTo>
                  <a:lnTo>
                    <a:pt x="178" y="30"/>
                  </a:lnTo>
                  <a:lnTo>
                    <a:pt x="199" y="20"/>
                  </a:lnTo>
                  <a:lnTo>
                    <a:pt x="222"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sp>
        <p:nvSpPr>
          <p:cNvPr id="128008" name="Rectangle 77"/>
          <p:cNvSpPr>
            <a:spLocks noChangeArrowheads="1"/>
          </p:cNvSpPr>
          <p:nvPr/>
        </p:nvSpPr>
        <p:spPr bwMode="auto">
          <a:xfrm>
            <a:off x="611188" y="0"/>
            <a:ext cx="6388100" cy="6477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3000"/>
              <a:t>Sem. 2 - Jeudi</a:t>
            </a:r>
          </a:p>
        </p:txBody>
      </p:sp>
      <p:sp>
        <p:nvSpPr>
          <p:cNvPr id="128009" name="Text Box 78"/>
          <p:cNvSpPr txBox="1">
            <a:spLocks noChangeArrowheads="1"/>
          </p:cNvSpPr>
          <p:nvPr/>
        </p:nvSpPr>
        <p:spPr bwMode="auto">
          <a:xfrm>
            <a:off x="566738" y="2697163"/>
            <a:ext cx="3217862"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2. Pas de commandes</a:t>
            </a:r>
          </a:p>
        </p:txBody>
      </p:sp>
      <p:sp>
        <p:nvSpPr>
          <p:cNvPr id="128010" name="Text Box 79"/>
          <p:cNvSpPr txBox="1">
            <a:spLocks noChangeArrowheads="1"/>
          </p:cNvSpPr>
          <p:nvPr/>
        </p:nvSpPr>
        <p:spPr bwMode="auto">
          <a:xfrm>
            <a:off x="566738" y="5211763"/>
            <a:ext cx="6543675" cy="4429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eaLnBrk="1" hangingPunct="1">
              <a:spcBef>
                <a:spcPct val="0"/>
              </a:spcBef>
              <a:buFontTx/>
              <a:buNone/>
            </a:pPr>
            <a:r>
              <a:rPr lang="fr-FR" altLang="fr-FR" sz="2300"/>
              <a:t>4. Pointez la production sur votre feuille de suivi</a:t>
            </a:r>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29026" name="Group 2"/>
          <p:cNvGrpSpPr>
            <a:grpSpLocks/>
          </p:cNvGrpSpPr>
          <p:nvPr/>
        </p:nvGrpSpPr>
        <p:grpSpPr bwMode="auto">
          <a:xfrm>
            <a:off x="7073900" y="215900"/>
            <a:ext cx="1878013" cy="1250950"/>
            <a:chOff x="4456" y="136"/>
            <a:chExt cx="1183" cy="788"/>
          </a:xfrm>
        </p:grpSpPr>
        <p:grpSp>
          <p:nvGrpSpPr>
            <p:cNvPr id="129086" name="Group 3"/>
            <p:cNvGrpSpPr>
              <a:grpSpLocks/>
            </p:cNvGrpSpPr>
            <p:nvPr/>
          </p:nvGrpSpPr>
          <p:grpSpPr bwMode="auto">
            <a:xfrm>
              <a:off x="4766" y="232"/>
              <a:ext cx="873" cy="692"/>
              <a:chOff x="2185" y="310"/>
              <a:chExt cx="873" cy="692"/>
            </a:xfrm>
          </p:grpSpPr>
          <p:sp>
            <p:nvSpPr>
              <p:cNvPr id="129097" name="Freeform 4"/>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accent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9098" name="Freeform 5"/>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9099" name="Freeform 6"/>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9100" name="Freeform 7"/>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9101" name="Freeform 8"/>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9102" name="Freeform 9"/>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9103" name="Freeform 10"/>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grpSp>
          <p:nvGrpSpPr>
            <p:cNvPr id="129087" name="Group 11"/>
            <p:cNvGrpSpPr>
              <a:grpSpLocks/>
            </p:cNvGrpSpPr>
            <p:nvPr/>
          </p:nvGrpSpPr>
          <p:grpSpPr bwMode="auto">
            <a:xfrm>
              <a:off x="4949" y="336"/>
              <a:ext cx="591" cy="468"/>
              <a:chOff x="2185" y="310"/>
              <a:chExt cx="873" cy="692"/>
            </a:xfrm>
          </p:grpSpPr>
          <p:sp>
            <p:nvSpPr>
              <p:cNvPr id="129090" name="Freeform 12"/>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9091" name="Freeform 13"/>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9092" name="Freeform 14"/>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9093" name="Freeform 15"/>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9094" name="Freeform 16"/>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9095" name="Freeform 17"/>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9096" name="Freeform 18"/>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pic>
          <p:nvPicPr>
            <p:cNvPr id="129088" name="Picture 19"/>
            <p:cNvPicPr>
              <a:picLocks noChangeAspect="1" noChangeArrowheads="1"/>
            </p:cNvPicPr>
            <p:nvPr/>
          </p:nvPicPr>
          <p:blipFill>
            <a:blip r:embed="rId3" cstate="print">
              <a:extLst>
                <a:ext uri="{28A0092B-C50C-407E-A947-70E740481C1C}">
                  <a14:useLocalDpi xmlns:a14="http://schemas.microsoft.com/office/drawing/2010/main" val="0"/>
                </a:ext>
              </a:extLst>
            </a:blip>
            <a:srcRect l="-4282" t="-4369" r="-5199" b="-12012"/>
            <a:stretch>
              <a:fillRect/>
            </a:stretch>
          </p:blipFill>
          <p:spPr bwMode="auto">
            <a:xfrm>
              <a:off x="4456" y="136"/>
              <a:ext cx="480" cy="5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29089" name="Text Box 20"/>
            <p:cNvSpPr txBox="1">
              <a:spLocks noChangeArrowheads="1"/>
            </p:cNvSpPr>
            <p:nvPr/>
          </p:nvSpPr>
          <p:spPr bwMode="auto">
            <a:xfrm>
              <a:off x="4946" y="314"/>
              <a:ext cx="596" cy="49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4500" b="1">
                  <a:solidFill>
                    <a:srgbClr val="FF0000"/>
                  </a:solidFill>
                  <a:latin typeface="Arial Black" pitchFamily="34" charset="0"/>
                </a:rPr>
                <a:t>27</a:t>
              </a:r>
              <a:endParaRPr lang="fr-FR" altLang="fr-FR" sz="3200">
                <a:solidFill>
                  <a:schemeClr val="tx1"/>
                </a:solidFill>
                <a:latin typeface="Arial Black" pitchFamily="34" charset="0"/>
              </a:endParaRPr>
            </a:p>
          </p:txBody>
        </p:sp>
      </p:grpSp>
      <p:sp>
        <p:nvSpPr>
          <p:cNvPr id="129028" name="Text Box 22"/>
          <p:cNvSpPr txBox="1">
            <a:spLocks noChangeArrowheads="1"/>
          </p:cNvSpPr>
          <p:nvPr/>
        </p:nvSpPr>
        <p:spPr bwMode="auto">
          <a:xfrm>
            <a:off x="566738" y="1363663"/>
            <a:ext cx="1946275"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1. Tirez le dé</a:t>
            </a:r>
          </a:p>
        </p:txBody>
      </p:sp>
      <p:sp>
        <p:nvSpPr>
          <p:cNvPr id="129029" name="Text Box 23"/>
          <p:cNvSpPr txBox="1">
            <a:spLocks noChangeArrowheads="1"/>
          </p:cNvSpPr>
          <p:nvPr/>
        </p:nvSpPr>
        <p:spPr bwMode="auto">
          <a:xfrm>
            <a:off x="566738" y="3935413"/>
            <a:ext cx="18796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3. Produisez</a:t>
            </a:r>
          </a:p>
        </p:txBody>
      </p:sp>
      <p:grpSp>
        <p:nvGrpSpPr>
          <p:cNvPr id="129030" name="Group 24"/>
          <p:cNvGrpSpPr>
            <a:grpSpLocks/>
          </p:cNvGrpSpPr>
          <p:nvPr/>
        </p:nvGrpSpPr>
        <p:grpSpPr bwMode="auto">
          <a:xfrm>
            <a:off x="2986088" y="1306513"/>
            <a:ext cx="446087" cy="534987"/>
            <a:chOff x="868" y="1439"/>
            <a:chExt cx="811" cy="972"/>
          </a:xfrm>
        </p:grpSpPr>
        <p:sp>
          <p:nvSpPr>
            <p:cNvPr id="129035" name="Freeform 25"/>
            <p:cNvSpPr>
              <a:spLocks/>
            </p:cNvSpPr>
            <p:nvPr/>
          </p:nvSpPr>
          <p:spPr bwMode="auto">
            <a:xfrm>
              <a:off x="1548" y="2014"/>
              <a:ext cx="123" cy="100"/>
            </a:xfrm>
            <a:custGeom>
              <a:avLst/>
              <a:gdLst>
                <a:gd name="T0" fmla="*/ 5 w 618"/>
                <a:gd name="T1" fmla="*/ 0 h 502"/>
                <a:gd name="T2" fmla="*/ 5 w 618"/>
                <a:gd name="T3" fmla="*/ 0 h 502"/>
                <a:gd name="T4" fmla="*/ 0 w 618"/>
                <a:gd name="T5" fmla="*/ 4 h 502"/>
                <a:gd name="T6" fmla="*/ 0 w 618"/>
                <a:gd name="T7" fmla="*/ 4 h 502"/>
                <a:gd name="T8" fmla="*/ 5 w 618"/>
                <a:gd name="T9" fmla="*/ 0 h 502"/>
                <a:gd name="T10" fmla="*/ 5 w 618"/>
                <a:gd name="T11" fmla="*/ 0 h 502"/>
                <a:gd name="T12" fmla="*/ 5 w 618"/>
                <a:gd name="T13" fmla="*/ 0 h 502"/>
                <a:gd name="T14" fmla="*/ 5 w 618"/>
                <a:gd name="T15" fmla="*/ 0 h 502"/>
                <a:gd name="T16" fmla="*/ 5 w 618"/>
                <a:gd name="T17" fmla="*/ 0 h 502"/>
                <a:gd name="T18" fmla="*/ 5 w 618"/>
                <a:gd name="T19" fmla="*/ 0 h 502"/>
                <a:gd name="T20" fmla="*/ 5 w 618"/>
                <a:gd name="T21" fmla="*/ 0 h 502"/>
                <a:gd name="T22" fmla="*/ 5 w 618"/>
                <a:gd name="T23" fmla="*/ 0 h 502"/>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618"/>
                <a:gd name="T37" fmla="*/ 0 h 502"/>
                <a:gd name="T38" fmla="*/ 618 w 618"/>
                <a:gd name="T39" fmla="*/ 502 h 502"/>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618" h="502">
                  <a:moveTo>
                    <a:pt x="611" y="0"/>
                  </a:moveTo>
                  <a:lnTo>
                    <a:pt x="606" y="2"/>
                  </a:lnTo>
                  <a:lnTo>
                    <a:pt x="0" y="490"/>
                  </a:lnTo>
                  <a:lnTo>
                    <a:pt x="10" y="502"/>
                  </a:lnTo>
                  <a:lnTo>
                    <a:pt x="616" y="14"/>
                  </a:lnTo>
                  <a:lnTo>
                    <a:pt x="611" y="16"/>
                  </a:lnTo>
                  <a:lnTo>
                    <a:pt x="616" y="14"/>
                  </a:lnTo>
                  <a:lnTo>
                    <a:pt x="618" y="9"/>
                  </a:lnTo>
                  <a:lnTo>
                    <a:pt x="617" y="3"/>
                  </a:lnTo>
                  <a:lnTo>
                    <a:pt x="612" y="1"/>
                  </a:lnTo>
                  <a:lnTo>
                    <a:pt x="606" y="2"/>
                  </a:lnTo>
                  <a:lnTo>
                    <a:pt x="611"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9036" name="Freeform 26"/>
            <p:cNvSpPr>
              <a:spLocks/>
            </p:cNvSpPr>
            <p:nvPr/>
          </p:nvSpPr>
          <p:spPr bwMode="auto">
            <a:xfrm>
              <a:off x="876" y="1852"/>
              <a:ext cx="82" cy="373"/>
            </a:xfrm>
            <a:custGeom>
              <a:avLst/>
              <a:gdLst>
                <a:gd name="T0" fmla="*/ 3 w 413"/>
                <a:gd name="T1" fmla="*/ 15 h 1865"/>
                <a:gd name="T2" fmla="*/ 3 w 413"/>
                <a:gd name="T3" fmla="*/ 15 h 1865"/>
                <a:gd name="T4" fmla="*/ 0 w 413"/>
                <a:gd name="T5" fmla="*/ 0 h 1865"/>
                <a:gd name="T6" fmla="*/ 0 w 413"/>
                <a:gd name="T7" fmla="*/ 0 h 1865"/>
                <a:gd name="T8" fmla="*/ 3 w 413"/>
                <a:gd name="T9" fmla="*/ 15 h 1865"/>
                <a:gd name="T10" fmla="*/ 3 w 413"/>
                <a:gd name="T11" fmla="*/ 15 h 1865"/>
                <a:gd name="T12" fmla="*/ 3 w 413"/>
                <a:gd name="T13" fmla="*/ 15 h 1865"/>
                <a:gd name="T14" fmla="*/ 3 w 413"/>
                <a:gd name="T15" fmla="*/ 15 h 1865"/>
                <a:gd name="T16" fmla="*/ 3 w 413"/>
                <a:gd name="T17" fmla="*/ 15 h 1865"/>
                <a:gd name="T18" fmla="*/ 3 w 413"/>
                <a:gd name="T19" fmla="*/ 15 h 1865"/>
                <a:gd name="T20" fmla="*/ 3 w 413"/>
                <a:gd name="T21" fmla="*/ 15 h 1865"/>
                <a:gd name="T22" fmla="*/ 3 w 413"/>
                <a:gd name="T23" fmla="*/ 15 h 186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413"/>
                <a:gd name="T37" fmla="*/ 0 h 1865"/>
                <a:gd name="T38" fmla="*/ 413 w 413"/>
                <a:gd name="T39" fmla="*/ 1865 h 1865"/>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413" h="1865">
                  <a:moveTo>
                    <a:pt x="400" y="1864"/>
                  </a:moveTo>
                  <a:lnTo>
                    <a:pt x="413" y="1856"/>
                  </a:lnTo>
                  <a:lnTo>
                    <a:pt x="17" y="0"/>
                  </a:lnTo>
                  <a:lnTo>
                    <a:pt x="0" y="2"/>
                  </a:lnTo>
                  <a:lnTo>
                    <a:pt x="396" y="1858"/>
                  </a:lnTo>
                  <a:lnTo>
                    <a:pt x="409" y="1850"/>
                  </a:lnTo>
                  <a:lnTo>
                    <a:pt x="396" y="1858"/>
                  </a:lnTo>
                  <a:lnTo>
                    <a:pt x="400" y="1864"/>
                  </a:lnTo>
                  <a:lnTo>
                    <a:pt x="406" y="1865"/>
                  </a:lnTo>
                  <a:lnTo>
                    <a:pt x="410" y="1862"/>
                  </a:lnTo>
                  <a:lnTo>
                    <a:pt x="413" y="1856"/>
                  </a:lnTo>
                  <a:lnTo>
                    <a:pt x="400" y="186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9037" name="Freeform 27"/>
            <p:cNvSpPr>
              <a:spLocks/>
            </p:cNvSpPr>
            <p:nvPr/>
          </p:nvSpPr>
          <p:spPr bwMode="auto">
            <a:xfrm>
              <a:off x="1282" y="1533"/>
              <a:ext cx="35" cy="161"/>
            </a:xfrm>
            <a:custGeom>
              <a:avLst/>
              <a:gdLst>
                <a:gd name="T0" fmla="*/ 1 w 175"/>
                <a:gd name="T1" fmla="*/ 6 h 807"/>
                <a:gd name="T2" fmla="*/ 1 w 175"/>
                <a:gd name="T3" fmla="*/ 6 h 807"/>
                <a:gd name="T4" fmla="*/ 1 w 175"/>
                <a:gd name="T5" fmla="*/ 6 h 807"/>
                <a:gd name="T6" fmla="*/ 1 w 175"/>
                <a:gd name="T7" fmla="*/ 5 h 807"/>
                <a:gd name="T8" fmla="*/ 1 w 175"/>
                <a:gd name="T9" fmla="*/ 5 h 807"/>
                <a:gd name="T10" fmla="*/ 1 w 175"/>
                <a:gd name="T11" fmla="*/ 5 h 807"/>
                <a:gd name="T12" fmla="*/ 1 w 175"/>
                <a:gd name="T13" fmla="*/ 4 h 807"/>
                <a:gd name="T14" fmla="*/ 1 w 175"/>
                <a:gd name="T15" fmla="*/ 4 h 807"/>
                <a:gd name="T16" fmla="*/ 1 w 175"/>
                <a:gd name="T17" fmla="*/ 3 h 807"/>
                <a:gd name="T18" fmla="*/ 1 w 175"/>
                <a:gd name="T19" fmla="*/ 3 h 807"/>
                <a:gd name="T20" fmla="*/ 1 w 175"/>
                <a:gd name="T21" fmla="*/ 3 h 807"/>
                <a:gd name="T22" fmla="*/ 1 w 175"/>
                <a:gd name="T23" fmla="*/ 2 h 807"/>
                <a:gd name="T24" fmla="*/ 1 w 175"/>
                <a:gd name="T25" fmla="*/ 2 h 807"/>
                <a:gd name="T26" fmla="*/ 1 w 175"/>
                <a:gd name="T27" fmla="*/ 2 h 807"/>
                <a:gd name="T28" fmla="*/ 1 w 175"/>
                <a:gd name="T29" fmla="*/ 1 h 807"/>
                <a:gd name="T30" fmla="*/ 1 w 175"/>
                <a:gd name="T31" fmla="*/ 1 h 807"/>
                <a:gd name="T32" fmla="*/ 1 w 175"/>
                <a:gd name="T33" fmla="*/ 1 h 807"/>
                <a:gd name="T34" fmla="*/ 1 w 175"/>
                <a:gd name="T35" fmla="*/ 0 h 807"/>
                <a:gd name="T36" fmla="*/ 1 w 175"/>
                <a:gd name="T37" fmla="*/ 0 h 807"/>
                <a:gd name="T38" fmla="*/ 1 w 175"/>
                <a:gd name="T39" fmla="*/ 0 h 807"/>
                <a:gd name="T40" fmla="*/ 0 w 175"/>
                <a:gd name="T41" fmla="*/ 1 h 807"/>
                <a:gd name="T42" fmla="*/ 0 w 175"/>
                <a:gd name="T43" fmla="*/ 1 h 807"/>
                <a:gd name="T44" fmla="*/ 0 w 175"/>
                <a:gd name="T45" fmla="*/ 1 h 807"/>
                <a:gd name="T46" fmla="*/ 0 w 175"/>
                <a:gd name="T47" fmla="*/ 2 h 807"/>
                <a:gd name="T48" fmla="*/ 0 w 175"/>
                <a:gd name="T49" fmla="*/ 2 h 807"/>
                <a:gd name="T50" fmla="*/ 0 w 175"/>
                <a:gd name="T51" fmla="*/ 3 h 807"/>
                <a:gd name="T52" fmla="*/ 0 w 175"/>
                <a:gd name="T53" fmla="*/ 3 h 807"/>
                <a:gd name="T54" fmla="*/ 0 w 175"/>
                <a:gd name="T55" fmla="*/ 3 h 807"/>
                <a:gd name="T56" fmla="*/ 0 w 175"/>
                <a:gd name="T57" fmla="*/ 4 h 807"/>
                <a:gd name="T58" fmla="*/ 0 w 175"/>
                <a:gd name="T59" fmla="*/ 4 h 807"/>
                <a:gd name="T60" fmla="*/ 0 w 175"/>
                <a:gd name="T61" fmla="*/ 5 h 807"/>
                <a:gd name="T62" fmla="*/ 0 w 175"/>
                <a:gd name="T63" fmla="*/ 5 h 807"/>
                <a:gd name="T64" fmla="*/ 0 w 175"/>
                <a:gd name="T65" fmla="*/ 5 h 807"/>
                <a:gd name="T66" fmla="*/ 1 w 175"/>
                <a:gd name="T67" fmla="*/ 6 h 807"/>
                <a:gd name="T68" fmla="*/ 1 w 175"/>
                <a:gd name="T69" fmla="*/ 6 h 807"/>
                <a:gd name="T70" fmla="*/ 1 w 175"/>
                <a:gd name="T71" fmla="*/ 6 h 807"/>
                <a:gd name="T72" fmla="*/ 1 w 175"/>
                <a:gd name="T73" fmla="*/ 6 h 807"/>
                <a:gd name="T74" fmla="*/ 1 w 175"/>
                <a:gd name="T75" fmla="*/ 6 h 807"/>
                <a:gd name="T76" fmla="*/ 1 w 175"/>
                <a:gd name="T77" fmla="*/ 6 h 807"/>
                <a:gd name="T78" fmla="*/ 1 w 175"/>
                <a:gd name="T79" fmla="*/ 6 h 807"/>
                <a:gd name="T80" fmla="*/ 1 w 175"/>
                <a:gd name="T81" fmla="*/ 6 h 807"/>
                <a:gd name="T82" fmla="*/ 1 w 175"/>
                <a:gd name="T83" fmla="*/ 6 h 807"/>
                <a:gd name="T84" fmla="*/ 1 w 175"/>
                <a:gd name="T85" fmla="*/ 6 h 807"/>
                <a:gd name="T86" fmla="*/ 1 w 175"/>
                <a:gd name="T87" fmla="*/ 6 h 807"/>
                <a:gd name="T88" fmla="*/ 1 w 175"/>
                <a:gd name="T89" fmla="*/ 6 h 807"/>
                <a:gd name="T90" fmla="*/ 1 w 175"/>
                <a:gd name="T91" fmla="*/ 6 h 80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175"/>
                <a:gd name="T139" fmla="*/ 0 h 807"/>
                <a:gd name="T140" fmla="*/ 175 w 175"/>
                <a:gd name="T141" fmla="*/ 807 h 80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175" h="807">
                  <a:moveTo>
                    <a:pt x="169" y="740"/>
                  </a:moveTo>
                  <a:lnTo>
                    <a:pt x="169" y="739"/>
                  </a:lnTo>
                  <a:lnTo>
                    <a:pt x="149" y="698"/>
                  </a:lnTo>
                  <a:lnTo>
                    <a:pt x="133" y="656"/>
                  </a:lnTo>
                  <a:lnTo>
                    <a:pt x="120" y="611"/>
                  </a:lnTo>
                  <a:lnTo>
                    <a:pt x="108" y="565"/>
                  </a:lnTo>
                  <a:lnTo>
                    <a:pt x="100" y="520"/>
                  </a:lnTo>
                  <a:lnTo>
                    <a:pt x="96" y="472"/>
                  </a:lnTo>
                  <a:lnTo>
                    <a:pt x="93" y="425"/>
                  </a:lnTo>
                  <a:lnTo>
                    <a:pt x="93" y="377"/>
                  </a:lnTo>
                  <a:lnTo>
                    <a:pt x="96" y="330"/>
                  </a:lnTo>
                  <a:lnTo>
                    <a:pt x="100" y="283"/>
                  </a:lnTo>
                  <a:lnTo>
                    <a:pt x="106" y="238"/>
                  </a:lnTo>
                  <a:lnTo>
                    <a:pt x="115" y="195"/>
                  </a:lnTo>
                  <a:lnTo>
                    <a:pt x="126" y="153"/>
                  </a:lnTo>
                  <a:lnTo>
                    <a:pt x="139" y="114"/>
                  </a:lnTo>
                  <a:lnTo>
                    <a:pt x="153" y="77"/>
                  </a:lnTo>
                  <a:lnTo>
                    <a:pt x="169" y="43"/>
                  </a:lnTo>
                  <a:lnTo>
                    <a:pt x="87" y="0"/>
                  </a:lnTo>
                  <a:lnTo>
                    <a:pt x="69" y="39"/>
                  </a:lnTo>
                  <a:lnTo>
                    <a:pt x="52" y="81"/>
                  </a:lnTo>
                  <a:lnTo>
                    <a:pt x="37" y="127"/>
                  </a:lnTo>
                  <a:lnTo>
                    <a:pt x="24" y="174"/>
                  </a:lnTo>
                  <a:lnTo>
                    <a:pt x="15" y="222"/>
                  </a:lnTo>
                  <a:lnTo>
                    <a:pt x="7" y="271"/>
                  </a:lnTo>
                  <a:lnTo>
                    <a:pt x="2" y="323"/>
                  </a:lnTo>
                  <a:lnTo>
                    <a:pt x="0" y="374"/>
                  </a:lnTo>
                  <a:lnTo>
                    <a:pt x="0" y="427"/>
                  </a:lnTo>
                  <a:lnTo>
                    <a:pt x="2" y="479"/>
                  </a:lnTo>
                  <a:lnTo>
                    <a:pt x="9" y="531"/>
                  </a:lnTo>
                  <a:lnTo>
                    <a:pt x="17" y="584"/>
                  </a:lnTo>
                  <a:lnTo>
                    <a:pt x="29" y="635"/>
                  </a:lnTo>
                  <a:lnTo>
                    <a:pt x="44" y="686"/>
                  </a:lnTo>
                  <a:lnTo>
                    <a:pt x="65" y="736"/>
                  </a:lnTo>
                  <a:lnTo>
                    <a:pt x="87" y="784"/>
                  </a:lnTo>
                  <a:lnTo>
                    <a:pt x="87" y="782"/>
                  </a:lnTo>
                  <a:lnTo>
                    <a:pt x="87" y="784"/>
                  </a:lnTo>
                  <a:lnTo>
                    <a:pt x="100" y="799"/>
                  </a:lnTo>
                  <a:lnTo>
                    <a:pt x="117" y="807"/>
                  </a:lnTo>
                  <a:lnTo>
                    <a:pt x="134" y="807"/>
                  </a:lnTo>
                  <a:lnTo>
                    <a:pt x="151" y="801"/>
                  </a:lnTo>
                  <a:lnTo>
                    <a:pt x="164" y="791"/>
                  </a:lnTo>
                  <a:lnTo>
                    <a:pt x="173" y="777"/>
                  </a:lnTo>
                  <a:lnTo>
                    <a:pt x="175" y="759"/>
                  </a:lnTo>
                  <a:lnTo>
                    <a:pt x="169" y="739"/>
                  </a:lnTo>
                  <a:lnTo>
                    <a:pt x="169" y="74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9038" name="Freeform 28"/>
            <p:cNvSpPr>
              <a:spLocks/>
            </p:cNvSpPr>
            <p:nvPr/>
          </p:nvSpPr>
          <p:spPr bwMode="auto">
            <a:xfrm>
              <a:off x="1299" y="1681"/>
              <a:ext cx="157" cy="281"/>
            </a:xfrm>
            <a:custGeom>
              <a:avLst/>
              <a:gdLst>
                <a:gd name="T0" fmla="*/ 6 w 787"/>
                <a:gd name="T1" fmla="*/ 11 h 1404"/>
                <a:gd name="T2" fmla="*/ 6 w 787"/>
                <a:gd name="T3" fmla="*/ 11 h 1404"/>
                <a:gd name="T4" fmla="*/ 1 w 787"/>
                <a:gd name="T5" fmla="*/ 0 h 1404"/>
                <a:gd name="T6" fmla="*/ 0 w 787"/>
                <a:gd name="T7" fmla="*/ 0 h 1404"/>
                <a:gd name="T8" fmla="*/ 6 w 787"/>
                <a:gd name="T9" fmla="*/ 11 h 1404"/>
                <a:gd name="T10" fmla="*/ 6 w 787"/>
                <a:gd name="T11" fmla="*/ 11 h 1404"/>
                <a:gd name="T12" fmla="*/ 6 w 787"/>
                <a:gd name="T13" fmla="*/ 11 h 1404"/>
                <a:gd name="T14" fmla="*/ 6 w 787"/>
                <a:gd name="T15" fmla="*/ 11 h 1404"/>
                <a:gd name="T16" fmla="*/ 6 w 787"/>
                <a:gd name="T17" fmla="*/ 11 h 1404"/>
                <a:gd name="T18" fmla="*/ 6 w 787"/>
                <a:gd name="T19" fmla="*/ 11 h 1404"/>
                <a:gd name="T20" fmla="*/ 6 w 787"/>
                <a:gd name="T21" fmla="*/ 11 h 1404"/>
                <a:gd name="T22" fmla="*/ 6 w 787"/>
                <a:gd name="T23" fmla="*/ 11 h 1404"/>
                <a:gd name="T24" fmla="*/ 6 w 787"/>
                <a:gd name="T25" fmla="*/ 11 h 1404"/>
                <a:gd name="T26" fmla="*/ 6 w 787"/>
                <a:gd name="T27" fmla="*/ 11 h 1404"/>
                <a:gd name="T28" fmla="*/ 6 w 787"/>
                <a:gd name="T29" fmla="*/ 11 h 1404"/>
                <a:gd name="T30" fmla="*/ 6 w 787"/>
                <a:gd name="T31" fmla="*/ 11 h 1404"/>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787"/>
                <a:gd name="T49" fmla="*/ 0 h 1404"/>
                <a:gd name="T50" fmla="*/ 787 w 787"/>
                <a:gd name="T51" fmla="*/ 1404 h 1404"/>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787" h="1404">
                  <a:moveTo>
                    <a:pt x="781" y="1334"/>
                  </a:moveTo>
                  <a:lnTo>
                    <a:pt x="781" y="1337"/>
                  </a:lnTo>
                  <a:lnTo>
                    <a:pt x="82" y="0"/>
                  </a:lnTo>
                  <a:lnTo>
                    <a:pt x="0" y="42"/>
                  </a:lnTo>
                  <a:lnTo>
                    <a:pt x="699" y="1379"/>
                  </a:lnTo>
                  <a:lnTo>
                    <a:pt x="699" y="1381"/>
                  </a:lnTo>
                  <a:lnTo>
                    <a:pt x="699" y="1379"/>
                  </a:lnTo>
                  <a:lnTo>
                    <a:pt x="712" y="1395"/>
                  </a:lnTo>
                  <a:lnTo>
                    <a:pt x="727" y="1402"/>
                  </a:lnTo>
                  <a:lnTo>
                    <a:pt x="744" y="1404"/>
                  </a:lnTo>
                  <a:lnTo>
                    <a:pt x="761" y="1398"/>
                  </a:lnTo>
                  <a:lnTo>
                    <a:pt x="775" y="1388"/>
                  </a:lnTo>
                  <a:lnTo>
                    <a:pt x="784" y="1373"/>
                  </a:lnTo>
                  <a:lnTo>
                    <a:pt x="787" y="1357"/>
                  </a:lnTo>
                  <a:lnTo>
                    <a:pt x="781" y="1337"/>
                  </a:lnTo>
                  <a:lnTo>
                    <a:pt x="781" y="13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9039" name="Freeform 29"/>
            <p:cNvSpPr>
              <a:spLocks/>
            </p:cNvSpPr>
            <p:nvPr/>
          </p:nvSpPr>
          <p:spPr bwMode="auto">
            <a:xfrm>
              <a:off x="1439" y="1948"/>
              <a:ext cx="125" cy="76"/>
            </a:xfrm>
            <a:custGeom>
              <a:avLst/>
              <a:gdLst>
                <a:gd name="T0" fmla="*/ 5 w 628"/>
                <a:gd name="T1" fmla="*/ 2 h 383"/>
                <a:gd name="T2" fmla="*/ 5 w 628"/>
                <a:gd name="T3" fmla="*/ 2 h 383"/>
                <a:gd name="T4" fmla="*/ 4 w 628"/>
                <a:gd name="T5" fmla="*/ 2 h 383"/>
                <a:gd name="T6" fmla="*/ 4 w 628"/>
                <a:gd name="T7" fmla="*/ 2 h 383"/>
                <a:gd name="T8" fmla="*/ 4 w 628"/>
                <a:gd name="T9" fmla="*/ 2 h 383"/>
                <a:gd name="T10" fmla="*/ 3 w 628"/>
                <a:gd name="T11" fmla="*/ 2 h 383"/>
                <a:gd name="T12" fmla="*/ 3 w 628"/>
                <a:gd name="T13" fmla="*/ 2 h 383"/>
                <a:gd name="T14" fmla="*/ 3 w 628"/>
                <a:gd name="T15" fmla="*/ 2 h 383"/>
                <a:gd name="T16" fmla="*/ 3 w 628"/>
                <a:gd name="T17" fmla="*/ 2 h 383"/>
                <a:gd name="T18" fmla="*/ 2 w 628"/>
                <a:gd name="T19" fmla="*/ 2 h 383"/>
                <a:gd name="T20" fmla="*/ 2 w 628"/>
                <a:gd name="T21" fmla="*/ 2 h 383"/>
                <a:gd name="T22" fmla="*/ 2 w 628"/>
                <a:gd name="T23" fmla="*/ 1 h 383"/>
                <a:gd name="T24" fmla="*/ 2 w 628"/>
                <a:gd name="T25" fmla="*/ 1 h 383"/>
                <a:gd name="T26" fmla="*/ 1 w 628"/>
                <a:gd name="T27" fmla="*/ 1 h 383"/>
                <a:gd name="T28" fmla="*/ 1 w 628"/>
                <a:gd name="T29" fmla="*/ 1 h 383"/>
                <a:gd name="T30" fmla="*/ 1 w 628"/>
                <a:gd name="T31" fmla="*/ 1 h 383"/>
                <a:gd name="T32" fmla="*/ 1 w 628"/>
                <a:gd name="T33" fmla="*/ 0 h 383"/>
                <a:gd name="T34" fmla="*/ 1 w 628"/>
                <a:gd name="T35" fmla="*/ 0 h 383"/>
                <a:gd name="T36" fmla="*/ 0 w 628"/>
                <a:gd name="T37" fmla="*/ 0 h 383"/>
                <a:gd name="T38" fmla="*/ 0 w 628"/>
                <a:gd name="T39" fmla="*/ 1 h 383"/>
                <a:gd name="T40" fmla="*/ 0 w 628"/>
                <a:gd name="T41" fmla="*/ 1 h 383"/>
                <a:gd name="T42" fmla="*/ 1 w 628"/>
                <a:gd name="T43" fmla="*/ 1 h 383"/>
                <a:gd name="T44" fmla="*/ 1 w 628"/>
                <a:gd name="T45" fmla="*/ 1 h 383"/>
                <a:gd name="T46" fmla="*/ 1 w 628"/>
                <a:gd name="T47" fmla="*/ 2 h 383"/>
                <a:gd name="T48" fmla="*/ 1 w 628"/>
                <a:gd name="T49" fmla="*/ 2 h 383"/>
                <a:gd name="T50" fmla="*/ 2 w 628"/>
                <a:gd name="T51" fmla="*/ 2 h 383"/>
                <a:gd name="T52" fmla="*/ 2 w 628"/>
                <a:gd name="T53" fmla="*/ 2 h 383"/>
                <a:gd name="T54" fmla="*/ 2 w 628"/>
                <a:gd name="T55" fmla="*/ 2 h 383"/>
                <a:gd name="T56" fmla="*/ 3 w 628"/>
                <a:gd name="T57" fmla="*/ 3 h 383"/>
                <a:gd name="T58" fmla="*/ 3 w 628"/>
                <a:gd name="T59" fmla="*/ 3 h 383"/>
                <a:gd name="T60" fmla="*/ 3 w 628"/>
                <a:gd name="T61" fmla="*/ 3 h 383"/>
                <a:gd name="T62" fmla="*/ 4 w 628"/>
                <a:gd name="T63" fmla="*/ 3 h 383"/>
                <a:gd name="T64" fmla="*/ 4 w 628"/>
                <a:gd name="T65" fmla="*/ 3 h 383"/>
                <a:gd name="T66" fmla="*/ 4 w 628"/>
                <a:gd name="T67" fmla="*/ 3 h 383"/>
                <a:gd name="T68" fmla="*/ 5 w 628"/>
                <a:gd name="T69" fmla="*/ 3 h 383"/>
                <a:gd name="T70" fmla="*/ 5 w 628"/>
                <a:gd name="T71" fmla="*/ 3 h 383"/>
                <a:gd name="T72" fmla="*/ 5 w 628"/>
                <a:gd name="T73" fmla="*/ 3 h 383"/>
                <a:gd name="T74" fmla="*/ 5 w 628"/>
                <a:gd name="T75" fmla="*/ 3 h 383"/>
                <a:gd name="T76" fmla="*/ 5 w 628"/>
                <a:gd name="T77" fmla="*/ 3 h 383"/>
                <a:gd name="T78" fmla="*/ 5 w 628"/>
                <a:gd name="T79" fmla="*/ 3 h 383"/>
                <a:gd name="T80" fmla="*/ 5 w 628"/>
                <a:gd name="T81" fmla="*/ 3 h 383"/>
                <a:gd name="T82" fmla="*/ 5 w 628"/>
                <a:gd name="T83" fmla="*/ 3 h 383"/>
                <a:gd name="T84" fmla="*/ 5 w 628"/>
                <a:gd name="T85" fmla="*/ 2 h 383"/>
                <a:gd name="T86" fmla="*/ 5 w 628"/>
                <a:gd name="T87" fmla="*/ 2 h 383"/>
                <a:gd name="T88" fmla="*/ 5 w 628"/>
                <a:gd name="T89" fmla="*/ 2 h 383"/>
                <a:gd name="T90" fmla="*/ 5 w 628"/>
                <a:gd name="T91" fmla="*/ 2 h 38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628"/>
                <a:gd name="T139" fmla="*/ 0 h 383"/>
                <a:gd name="T140" fmla="*/ 628 w 628"/>
                <a:gd name="T141" fmla="*/ 383 h 38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628" h="383">
                  <a:moveTo>
                    <a:pt x="581" y="289"/>
                  </a:moveTo>
                  <a:lnTo>
                    <a:pt x="582" y="289"/>
                  </a:lnTo>
                  <a:lnTo>
                    <a:pt x="541" y="287"/>
                  </a:lnTo>
                  <a:lnTo>
                    <a:pt x="500" y="283"/>
                  </a:lnTo>
                  <a:lnTo>
                    <a:pt x="462" y="276"/>
                  </a:lnTo>
                  <a:lnTo>
                    <a:pt x="424" y="268"/>
                  </a:lnTo>
                  <a:lnTo>
                    <a:pt x="389" y="255"/>
                  </a:lnTo>
                  <a:lnTo>
                    <a:pt x="352" y="242"/>
                  </a:lnTo>
                  <a:lnTo>
                    <a:pt x="320" y="227"/>
                  </a:lnTo>
                  <a:lnTo>
                    <a:pt x="287" y="209"/>
                  </a:lnTo>
                  <a:lnTo>
                    <a:pt x="255" y="189"/>
                  </a:lnTo>
                  <a:lnTo>
                    <a:pt x="226" y="168"/>
                  </a:lnTo>
                  <a:lnTo>
                    <a:pt x="198" y="145"/>
                  </a:lnTo>
                  <a:lnTo>
                    <a:pt x="172" y="119"/>
                  </a:lnTo>
                  <a:lnTo>
                    <a:pt x="146" y="92"/>
                  </a:lnTo>
                  <a:lnTo>
                    <a:pt x="122" y="64"/>
                  </a:lnTo>
                  <a:lnTo>
                    <a:pt x="100" y="33"/>
                  </a:lnTo>
                  <a:lnTo>
                    <a:pt x="82" y="0"/>
                  </a:lnTo>
                  <a:lnTo>
                    <a:pt x="0" y="47"/>
                  </a:lnTo>
                  <a:lnTo>
                    <a:pt x="23" y="85"/>
                  </a:lnTo>
                  <a:lnTo>
                    <a:pt x="49" y="120"/>
                  </a:lnTo>
                  <a:lnTo>
                    <a:pt x="76" y="153"/>
                  </a:lnTo>
                  <a:lnTo>
                    <a:pt x="104" y="185"/>
                  </a:lnTo>
                  <a:lnTo>
                    <a:pt x="137" y="215"/>
                  </a:lnTo>
                  <a:lnTo>
                    <a:pt x="170" y="241"/>
                  </a:lnTo>
                  <a:lnTo>
                    <a:pt x="204" y="267"/>
                  </a:lnTo>
                  <a:lnTo>
                    <a:pt x="240" y="289"/>
                  </a:lnTo>
                  <a:lnTo>
                    <a:pt x="277" y="309"/>
                  </a:lnTo>
                  <a:lnTo>
                    <a:pt x="317" y="329"/>
                  </a:lnTo>
                  <a:lnTo>
                    <a:pt x="358" y="344"/>
                  </a:lnTo>
                  <a:lnTo>
                    <a:pt x="400" y="357"/>
                  </a:lnTo>
                  <a:lnTo>
                    <a:pt x="444" y="367"/>
                  </a:lnTo>
                  <a:lnTo>
                    <a:pt x="488" y="374"/>
                  </a:lnTo>
                  <a:lnTo>
                    <a:pt x="534" y="380"/>
                  </a:lnTo>
                  <a:lnTo>
                    <a:pt x="580" y="383"/>
                  </a:lnTo>
                  <a:lnTo>
                    <a:pt x="581" y="383"/>
                  </a:lnTo>
                  <a:lnTo>
                    <a:pt x="580" y="383"/>
                  </a:lnTo>
                  <a:lnTo>
                    <a:pt x="600" y="379"/>
                  </a:lnTo>
                  <a:lnTo>
                    <a:pt x="615" y="369"/>
                  </a:lnTo>
                  <a:lnTo>
                    <a:pt x="624" y="353"/>
                  </a:lnTo>
                  <a:lnTo>
                    <a:pt x="628" y="337"/>
                  </a:lnTo>
                  <a:lnTo>
                    <a:pt x="625" y="319"/>
                  </a:lnTo>
                  <a:lnTo>
                    <a:pt x="617" y="304"/>
                  </a:lnTo>
                  <a:lnTo>
                    <a:pt x="602" y="294"/>
                  </a:lnTo>
                  <a:lnTo>
                    <a:pt x="582" y="289"/>
                  </a:lnTo>
                  <a:lnTo>
                    <a:pt x="581" y="28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9040" name="Freeform 30"/>
            <p:cNvSpPr>
              <a:spLocks/>
            </p:cNvSpPr>
            <p:nvPr/>
          </p:nvSpPr>
          <p:spPr bwMode="auto">
            <a:xfrm>
              <a:off x="1587" y="1880"/>
              <a:ext cx="85" cy="49"/>
            </a:xfrm>
            <a:custGeom>
              <a:avLst/>
              <a:gdLst>
                <a:gd name="T0" fmla="*/ 3 w 426"/>
                <a:gd name="T1" fmla="*/ 0 h 245"/>
                <a:gd name="T2" fmla="*/ 3 w 426"/>
                <a:gd name="T3" fmla="*/ 0 h 245"/>
                <a:gd name="T4" fmla="*/ 3 w 426"/>
                <a:gd name="T5" fmla="*/ 0 h 245"/>
                <a:gd name="T6" fmla="*/ 3 w 426"/>
                <a:gd name="T7" fmla="*/ 0 h 245"/>
                <a:gd name="T8" fmla="*/ 2 w 426"/>
                <a:gd name="T9" fmla="*/ 0 h 245"/>
                <a:gd name="T10" fmla="*/ 2 w 426"/>
                <a:gd name="T11" fmla="*/ 0 h 245"/>
                <a:gd name="T12" fmla="*/ 2 w 426"/>
                <a:gd name="T13" fmla="*/ 0 h 245"/>
                <a:gd name="T14" fmla="*/ 2 w 426"/>
                <a:gd name="T15" fmla="*/ 0 h 245"/>
                <a:gd name="T16" fmla="*/ 1 w 426"/>
                <a:gd name="T17" fmla="*/ 0 h 245"/>
                <a:gd name="T18" fmla="*/ 1 w 426"/>
                <a:gd name="T19" fmla="*/ 1 h 245"/>
                <a:gd name="T20" fmla="*/ 1 w 426"/>
                <a:gd name="T21" fmla="*/ 1 h 245"/>
                <a:gd name="T22" fmla="*/ 1 w 426"/>
                <a:gd name="T23" fmla="*/ 1 h 245"/>
                <a:gd name="T24" fmla="*/ 0 w 426"/>
                <a:gd name="T25" fmla="*/ 1 h 245"/>
                <a:gd name="T26" fmla="*/ 0 w 426"/>
                <a:gd name="T27" fmla="*/ 1 h 245"/>
                <a:gd name="T28" fmla="*/ 0 w 426"/>
                <a:gd name="T29" fmla="*/ 1 h 245"/>
                <a:gd name="T30" fmla="*/ 0 w 426"/>
                <a:gd name="T31" fmla="*/ 2 h 245"/>
                <a:gd name="T32" fmla="*/ 0 w 426"/>
                <a:gd name="T33" fmla="*/ 2 h 245"/>
                <a:gd name="T34" fmla="*/ 0 w 426"/>
                <a:gd name="T35" fmla="*/ 2 h 245"/>
                <a:gd name="T36" fmla="*/ 0 w 426"/>
                <a:gd name="T37" fmla="*/ 2 h 245"/>
                <a:gd name="T38" fmla="*/ 0 w 426"/>
                <a:gd name="T39" fmla="*/ 2 h 245"/>
                <a:gd name="T40" fmla="*/ 0 w 426"/>
                <a:gd name="T41" fmla="*/ 2 h 245"/>
                <a:gd name="T42" fmla="*/ 0 w 426"/>
                <a:gd name="T43" fmla="*/ 1 h 245"/>
                <a:gd name="T44" fmla="*/ 0 w 426"/>
                <a:gd name="T45" fmla="*/ 1 h 245"/>
                <a:gd name="T46" fmla="*/ 0 w 426"/>
                <a:gd name="T47" fmla="*/ 1 h 245"/>
                <a:gd name="T48" fmla="*/ 1 w 426"/>
                <a:gd name="T49" fmla="*/ 1 h 245"/>
                <a:gd name="T50" fmla="*/ 1 w 426"/>
                <a:gd name="T51" fmla="*/ 1 h 245"/>
                <a:gd name="T52" fmla="*/ 1 w 426"/>
                <a:gd name="T53" fmla="*/ 1 h 245"/>
                <a:gd name="T54" fmla="*/ 1 w 426"/>
                <a:gd name="T55" fmla="*/ 1 h 245"/>
                <a:gd name="T56" fmla="*/ 2 w 426"/>
                <a:gd name="T57" fmla="*/ 0 h 245"/>
                <a:gd name="T58" fmla="*/ 2 w 426"/>
                <a:gd name="T59" fmla="*/ 0 h 245"/>
                <a:gd name="T60" fmla="*/ 2 w 426"/>
                <a:gd name="T61" fmla="*/ 0 h 245"/>
                <a:gd name="T62" fmla="*/ 2 w 426"/>
                <a:gd name="T63" fmla="*/ 0 h 245"/>
                <a:gd name="T64" fmla="*/ 3 w 426"/>
                <a:gd name="T65" fmla="*/ 0 h 245"/>
                <a:gd name="T66" fmla="*/ 3 w 426"/>
                <a:gd name="T67" fmla="*/ 0 h 245"/>
                <a:gd name="T68" fmla="*/ 3 w 426"/>
                <a:gd name="T69" fmla="*/ 0 h 245"/>
                <a:gd name="T70" fmla="*/ 3 w 426"/>
                <a:gd name="T71" fmla="*/ 0 h 245"/>
                <a:gd name="T72" fmla="*/ 3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426" y="0"/>
                  </a:moveTo>
                  <a:lnTo>
                    <a:pt x="426" y="0"/>
                  </a:lnTo>
                  <a:lnTo>
                    <a:pt x="384" y="1"/>
                  </a:lnTo>
                  <a:lnTo>
                    <a:pt x="340" y="4"/>
                  </a:lnTo>
                  <a:lnTo>
                    <a:pt x="300" y="10"/>
                  </a:lnTo>
                  <a:lnTo>
                    <a:pt x="262" y="18"/>
                  </a:lnTo>
                  <a:lnTo>
                    <a:pt x="224" y="29"/>
                  </a:lnTo>
                  <a:lnTo>
                    <a:pt x="189" y="41"/>
                  </a:lnTo>
                  <a:lnTo>
                    <a:pt x="157" y="55"/>
                  </a:lnTo>
                  <a:lnTo>
                    <a:pt x="126" y="70"/>
                  </a:lnTo>
                  <a:lnTo>
                    <a:pt x="99" y="89"/>
                  </a:lnTo>
                  <a:lnTo>
                    <a:pt x="74" y="106"/>
                  </a:lnTo>
                  <a:lnTo>
                    <a:pt x="52" y="126"/>
                  </a:lnTo>
                  <a:lnTo>
                    <a:pt x="34" y="148"/>
                  </a:lnTo>
                  <a:lnTo>
                    <a:pt x="19" y="171"/>
                  </a:lnTo>
                  <a:lnTo>
                    <a:pt x="9" y="194"/>
                  </a:lnTo>
                  <a:lnTo>
                    <a:pt x="3" y="219"/>
                  </a:lnTo>
                  <a:lnTo>
                    <a:pt x="0" y="245"/>
                  </a:lnTo>
                  <a:lnTo>
                    <a:pt x="12" y="245"/>
                  </a:lnTo>
                  <a:lnTo>
                    <a:pt x="15" y="221"/>
                  </a:lnTo>
                  <a:lnTo>
                    <a:pt x="20" y="199"/>
                  </a:lnTo>
                  <a:lnTo>
                    <a:pt x="31" y="178"/>
                  </a:lnTo>
                  <a:lnTo>
                    <a:pt x="44" y="156"/>
                  </a:lnTo>
                  <a:lnTo>
                    <a:pt x="61" y="136"/>
                  </a:lnTo>
                  <a:lnTo>
                    <a:pt x="81" y="116"/>
                  </a:lnTo>
                  <a:lnTo>
                    <a:pt x="106" y="98"/>
                  </a:lnTo>
                  <a:lnTo>
                    <a:pt x="133" y="82"/>
                  </a:lnTo>
                  <a:lnTo>
                    <a:pt x="162" y="66"/>
                  </a:lnTo>
                  <a:lnTo>
                    <a:pt x="194" y="52"/>
                  </a:lnTo>
                  <a:lnTo>
                    <a:pt x="229" y="41"/>
                  </a:lnTo>
                  <a:lnTo>
                    <a:pt x="264" y="30"/>
                  </a:lnTo>
                  <a:lnTo>
                    <a:pt x="303" y="22"/>
                  </a:lnTo>
                  <a:lnTo>
                    <a:pt x="343" y="16"/>
                  </a:lnTo>
                  <a:lnTo>
                    <a:pt x="384" y="12"/>
                  </a:lnTo>
                  <a:lnTo>
                    <a:pt x="426" y="11"/>
                  </a:lnTo>
                  <a:lnTo>
                    <a:pt x="42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9041" name="Freeform 31"/>
            <p:cNvSpPr>
              <a:spLocks/>
            </p:cNvSpPr>
            <p:nvPr/>
          </p:nvSpPr>
          <p:spPr bwMode="auto">
            <a:xfrm>
              <a:off x="1587" y="1929"/>
              <a:ext cx="85" cy="49"/>
            </a:xfrm>
            <a:custGeom>
              <a:avLst/>
              <a:gdLst>
                <a:gd name="T0" fmla="*/ 0 w 426"/>
                <a:gd name="T1" fmla="*/ 0 h 245"/>
                <a:gd name="T2" fmla="*/ 0 w 426"/>
                <a:gd name="T3" fmla="*/ 0 h 245"/>
                <a:gd name="T4" fmla="*/ 0 w 426"/>
                <a:gd name="T5" fmla="*/ 0 h 245"/>
                <a:gd name="T6" fmla="*/ 0 w 426"/>
                <a:gd name="T7" fmla="*/ 0 h 245"/>
                <a:gd name="T8" fmla="*/ 0 w 426"/>
                <a:gd name="T9" fmla="*/ 1 h 245"/>
                <a:gd name="T10" fmla="*/ 0 w 426"/>
                <a:gd name="T11" fmla="*/ 1 h 245"/>
                <a:gd name="T12" fmla="*/ 0 w 426"/>
                <a:gd name="T13" fmla="*/ 1 h 245"/>
                <a:gd name="T14" fmla="*/ 1 w 426"/>
                <a:gd name="T15" fmla="*/ 1 h 245"/>
                <a:gd name="T16" fmla="*/ 1 w 426"/>
                <a:gd name="T17" fmla="*/ 1 h 245"/>
                <a:gd name="T18" fmla="*/ 1 w 426"/>
                <a:gd name="T19" fmla="*/ 1 h 245"/>
                <a:gd name="T20" fmla="*/ 1 w 426"/>
                <a:gd name="T21" fmla="*/ 2 h 245"/>
                <a:gd name="T22" fmla="*/ 2 w 426"/>
                <a:gd name="T23" fmla="*/ 2 h 245"/>
                <a:gd name="T24" fmla="*/ 2 w 426"/>
                <a:gd name="T25" fmla="*/ 2 h 245"/>
                <a:gd name="T26" fmla="*/ 2 w 426"/>
                <a:gd name="T27" fmla="*/ 2 h 245"/>
                <a:gd name="T28" fmla="*/ 2 w 426"/>
                <a:gd name="T29" fmla="*/ 2 h 245"/>
                <a:gd name="T30" fmla="*/ 3 w 426"/>
                <a:gd name="T31" fmla="*/ 2 h 245"/>
                <a:gd name="T32" fmla="*/ 3 w 426"/>
                <a:gd name="T33" fmla="*/ 2 h 245"/>
                <a:gd name="T34" fmla="*/ 3 w 426"/>
                <a:gd name="T35" fmla="*/ 2 h 245"/>
                <a:gd name="T36" fmla="*/ 3 w 426"/>
                <a:gd name="T37" fmla="*/ 2 h 245"/>
                <a:gd name="T38" fmla="*/ 3 w 426"/>
                <a:gd name="T39" fmla="*/ 2 h 245"/>
                <a:gd name="T40" fmla="*/ 3 w 426"/>
                <a:gd name="T41" fmla="*/ 2 h 245"/>
                <a:gd name="T42" fmla="*/ 2 w 426"/>
                <a:gd name="T43" fmla="*/ 2 h 245"/>
                <a:gd name="T44" fmla="*/ 2 w 426"/>
                <a:gd name="T45" fmla="*/ 2 h 245"/>
                <a:gd name="T46" fmla="*/ 2 w 426"/>
                <a:gd name="T47" fmla="*/ 2 h 245"/>
                <a:gd name="T48" fmla="*/ 2 w 426"/>
                <a:gd name="T49" fmla="*/ 2 h 245"/>
                <a:gd name="T50" fmla="*/ 1 w 426"/>
                <a:gd name="T51" fmla="*/ 1 h 245"/>
                <a:gd name="T52" fmla="*/ 1 w 426"/>
                <a:gd name="T53" fmla="*/ 1 h 245"/>
                <a:gd name="T54" fmla="*/ 1 w 426"/>
                <a:gd name="T55" fmla="*/ 1 h 245"/>
                <a:gd name="T56" fmla="*/ 1 w 426"/>
                <a:gd name="T57" fmla="*/ 1 h 245"/>
                <a:gd name="T58" fmla="*/ 0 w 426"/>
                <a:gd name="T59" fmla="*/ 1 h 245"/>
                <a:gd name="T60" fmla="*/ 0 w 426"/>
                <a:gd name="T61" fmla="*/ 1 h 245"/>
                <a:gd name="T62" fmla="*/ 0 w 426"/>
                <a:gd name="T63" fmla="*/ 1 h 245"/>
                <a:gd name="T64" fmla="*/ 0 w 426"/>
                <a:gd name="T65" fmla="*/ 0 h 245"/>
                <a:gd name="T66" fmla="*/ 0 w 426"/>
                <a:gd name="T67" fmla="*/ 0 h 245"/>
                <a:gd name="T68" fmla="*/ 0 w 426"/>
                <a:gd name="T69" fmla="*/ 0 h 245"/>
                <a:gd name="T70" fmla="*/ 0 w 426"/>
                <a:gd name="T71" fmla="*/ 0 h 245"/>
                <a:gd name="T72" fmla="*/ 0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0" y="0"/>
                  </a:moveTo>
                  <a:lnTo>
                    <a:pt x="0" y="0"/>
                  </a:lnTo>
                  <a:lnTo>
                    <a:pt x="3" y="25"/>
                  </a:lnTo>
                  <a:lnTo>
                    <a:pt x="9" y="50"/>
                  </a:lnTo>
                  <a:lnTo>
                    <a:pt x="19" y="73"/>
                  </a:lnTo>
                  <a:lnTo>
                    <a:pt x="34" y="96"/>
                  </a:lnTo>
                  <a:lnTo>
                    <a:pt x="52" y="118"/>
                  </a:lnTo>
                  <a:lnTo>
                    <a:pt x="74" y="138"/>
                  </a:lnTo>
                  <a:lnTo>
                    <a:pt x="99" y="156"/>
                  </a:lnTo>
                  <a:lnTo>
                    <a:pt x="126" y="174"/>
                  </a:lnTo>
                  <a:lnTo>
                    <a:pt x="157" y="190"/>
                  </a:lnTo>
                  <a:lnTo>
                    <a:pt x="189" y="204"/>
                  </a:lnTo>
                  <a:lnTo>
                    <a:pt x="224" y="215"/>
                  </a:lnTo>
                  <a:lnTo>
                    <a:pt x="262" y="226"/>
                  </a:lnTo>
                  <a:lnTo>
                    <a:pt x="300" y="234"/>
                  </a:lnTo>
                  <a:lnTo>
                    <a:pt x="340" y="240"/>
                  </a:lnTo>
                  <a:lnTo>
                    <a:pt x="384" y="244"/>
                  </a:lnTo>
                  <a:lnTo>
                    <a:pt x="426" y="245"/>
                  </a:lnTo>
                  <a:lnTo>
                    <a:pt x="426" y="233"/>
                  </a:lnTo>
                  <a:lnTo>
                    <a:pt x="384" y="232"/>
                  </a:lnTo>
                  <a:lnTo>
                    <a:pt x="343" y="228"/>
                  </a:lnTo>
                  <a:lnTo>
                    <a:pt x="303" y="222"/>
                  </a:lnTo>
                  <a:lnTo>
                    <a:pt x="264" y="214"/>
                  </a:lnTo>
                  <a:lnTo>
                    <a:pt x="229" y="204"/>
                  </a:lnTo>
                  <a:lnTo>
                    <a:pt x="194" y="192"/>
                  </a:lnTo>
                  <a:lnTo>
                    <a:pt x="162" y="178"/>
                  </a:lnTo>
                  <a:lnTo>
                    <a:pt x="133" y="163"/>
                  </a:lnTo>
                  <a:lnTo>
                    <a:pt x="106" y="146"/>
                  </a:lnTo>
                  <a:lnTo>
                    <a:pt x="81" y="129"/>
                  </a:lnTo>
                  <a:lnTo>
                    <a:pt x="61" y="109"/>
                  </a:lnTo>
                  <a:lnTo>
                    <a:pt x="44" y="89"/>
                  </a:lnTo>
                  <a:lnTo>
                    <a:pt x="31" y="66"/>
                  </a:lnTo>
                  <a:lnTo>
                    <a:pt x="20" y="45"/>
                  </a:lnTo>
                  <a:lnTo>
                    <a:pt x="15" y="2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9042" name="Freeform 32"/>
            <p:cNvSpPr>
              <a:spLocks/>
            </p:cNvSpPr>
            <p:nvPr/>
          </p:nvSpPr>
          <p:spPr bwMode="auto">
            <a:xfrm>
              <a:off x="878" y="1448"/>
              <a:ext cx="792" cy="954"/>
            </a:xfrm>
            <a:custGeom>
              <a:avLst/>
              <a:gdLst>
                <a:gd name="T0" fmla="*/ 13 w 3960"/>
                <a:gd name="T1" fmla="*/ 38 h 4768"/>
                <a:gd name="T2" fmla="*/ 14 w 3960"/>
                <a:gd name="T3" fmla="*/ 38 h 4768"/>
                <a:gd name="T4" fmla="*/ 15 w 3960"/>
                <a:gd name="T5" fmla="*/ 38 h 4768"/>
                <a:gd name="T6" fmla="*/ 15 w 3960"/>
                <a:gd name="T7" fmla="*/ 38 h 4768"/>
                <a:gd name="T8" fmla="*/ 16 w 3960"/>
                <a:gd name="T9" fmla="*/ 38 h 4768"/>
                <a:gd name="T10" fmla="*/ 17 w 3960"/>
                <a:gd name="T11" fmla="*/ 38 h 4768"/>
                <a:gd name="T12" fmla="*/ 17 w 3960"/>
                <a:gd name="T13" fmla="*/ 38 h 4768"/>
                <a:gd name="T14" fmla="*/ 18 w 3960"/>
                <a:gd name="T15" fmla="*/ 38 h 4768"/>
                <a:gd name="T16" fmla="*/ 18 w 3960"/>
                <a:gd name="T17" fmla="*/ 38 h 4768"/>
                <a:gd name="T18" fmla="*/ 29 w 3960"/>
                <a:gd name="T19" fmla="*/ 30 h 4768"/>
                <a:gd name="T20" fmla="*/ 30 w 3960"/>
                <a:gd name="T21" fmla="*/ 30 h 4768"/>
                <a:gd name="T22" fmla="*/ 30 w 3960"/>
                <a:gd name="T23" fmla="*/ 29 h 4768"/>
                <a:gd name="T24" fmla="*/ 31 w 3960"/>
                <a:gd name="T25" fmla="*/ 28 h 4768"/>
                <a:gd name="T26" fmla="*/ 31 w 3960"/>
                <a:gd name="T27" fmla="*/ 28 h 4768"/>
                <a:gd name="T28" fmla="*/ 31 w 3960"/>
                <a:gd name="T29" fmla="*/ 27 h 4768"/>
                <a:gd name="T30" fmla="*/ 32 w 3960"/>
                <a:gd name="T31" fmla="*/ 26 h 4768"/>
                <a:gd name="T32" fmla="*/ 32 w 3960"/>
                <a:gd name="T33" fmla="*/ 25 h 4768"/>
                <a:gd name="T34" fmla="*/ 32 w 3960"/>
                <a:gd name="T35" fmla="*/ 11 h 4768"/>
                <a:gd name="T36" fmla="*/ 32 w 3960"/>
                <a:gd name="T37" fmla="*/ 10 h 4768"/>
                <a:gd name="T38" fmla="*/ 31 w 3960"/>
                <a:gd name="T39" fmla="*/ 9 h 4768"/>
                <a:gd name="T40" fmla="*/ 31 w 3960"/>
                <a:gd name="T41" fmla="*/ 9 h 4768"/>
                <a:gd name="T42" fmla="*/ 31 w 3960"/>
                <a:gd name="T43" fmla="*/ 8 h 4768"/>
                <a:gd name="T44" fmla="*/ 31 w 3960"/>
                <a:gd name="T45" fmla="*/ 8 h 4768"/>
                <a:gd name="T46" fmla="*/ 30 w 3960"/>
                <a:gd name="T47" fmla="*/ 7 h 4768"/>
                <a:gd name="T48" fmla="*/ 30 w 3960"/>
                <a:gd name="T49" fmla="*/ 7 h 4768"/>
                <a:gd name="T50" fmla="*/ 29 w 3960"/>
                <a:gd name="T51" fmla="*/ 6 h 4768"/>
                <a:gd name="T52" fmla="*/ 19 w 3960"/>
                <a:gd name="T53" fmla="*/ 1 h 4768"/>
                <a:gd name="T54" fmla="*/ 18 w 3960"/>
                <a:gd name="T55" fmla="*/ 0 h 4768"/>
                <a:gd name="T56" fmla="*/ 17 w 3960"/>
                <a:gd name="T57" fmla="*/ 0 h 4768"/>
                <a:gd name="T58" fmla="*/ 17 w 3960"/>
                <a:gd name="T59" fmla="*/ 0 h 4768"/>
                <a:gd name="T60" fmla="*/ 16 w 3960"/>
                <a:gd name="T61" fmla="*/ 0 h 4768"/>
                <a:gd name="T62" fmla="*/ 15 w 3960"/>
                <a:gd name="T63" fmla="*/ 0 h 4768"/>
                <a:gd name="T64" fmla="*/ 14 w 3960"/>
                <a:gd name="T65" fmla="*/ 0 h 4768"/>
                <a:gd name="T66" fmla="*/ 14 w 3960"/>
                <a:gd name="T67" fmla="*/ 0 h 4768"/>
                <a:gd name="T68" fmla="*/ 2 w 3960"/>
                <a:gd name="T69" fmla="*/ 6 h 4768"/>
                <a:gd name="T70" fmla="*/ 2 w 3960"/>
                <a:gd name="T71" fmla="*/ 7 h 4768"/>
                <a:gd name="T72" fmla="*/ 1 w 3960"/>
                <a:gd name="T73" fmla="*/ 7 h 4768"/>
                <a:gd name="T74" fmla="*/ 1 w 3960"/>
                <a:gd name="T75" fmla="*/ 8 h 4768"/>
                <a:gd name="T76" fmla="*/ 1 w 3960"/>
                <a:gd name="T77" fmla="*/ 8 h 4768"/>
                <a:gd name="T78" fmla="*/ 0 w 3960"/>
                <a:gd name="T79" fmla="*/ 9 h 4768"/>
                <a:gd name="T80" fmla="*/ 0 w 3960"/>
                <a:gd name="T81" fmla="*/ 9 h 4768"/>
                <a:gd name="T82" fmla="*/ 0 w 3960"/>
                <a:gd name="T83" fmla="*/ 10 h 4768"/>
                <a:gd name="T84" fmla="*/ 0 w 3960"/>
                <a:gd name="T85" fmla="*/ 11 h 4768"/>
                <a:gd name="T86" fmla="*/ 0 w 3960"/>
                <a:gd name="T87" fmla="*/ 25 h 4768"/>
                <a:gd name="T88" fmla="*/ 0 w 3960"/>
                <a:gd name="T89" fmla="*/ 26 h 4768"/>
                <a:gd name="T90" fmla="*/ 0 w 3960"/>
                <a:gd name="T91" fmla="*/ 27 h 4768"/>
                <a:gd name="T92" fmla="*/ 1 w 3960"/>
                <a:gd name="T93" fmla="*/ 28 h 4768"/>
                <a:gd name="T94" fmla="*/ 1 w 3960"/>
                <a:gd name="T95" fmla="*/ 29 h 4768"/>
                <a:gd name="T96" fmla="*/ 1 w 3960"/>
                <a:gd name="T97" fmla="*/ 29 h 4768"/>
                <a:gd name="T98" fmla="*/ 2 w 3960"/>
                <a:gd name="T99" fmla="*/ 30 h 4768"/>
                <a:gd name="T100" fmla="*/ 3 w 3960"/>
                <a:gd name="T101" fmla="*/ 31 h 4768"/>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w 3960"/>
                <a:gd name="T154" fmla="*/ 0 h 4768"/>
                <a:gd name="T155" fmla="*/ 3960 w 3960"/>
                <a:gd name="T156" fmla="*/ 4768 h 4768"/>
              </a:gdLst>
              <a:ahLst/>
              <a:cxnLst>
                <a:cxn ang="T102">
                  <a:pos x="T0" y="T1"/>
                </a:cxn>
                <a:cxn ang="T103">
                  <a:pos x="T2" y="T3"/>
                </a:cxn>
                <a:cxn ang="T104">
                  <a:pos x="T4" y="T5"/>
                </a:cxn>
                <a:cxn ang="T105">
                  <a:pos x="T6" y="T7"/>
                </a:cxn>
                <a:cxn ang="T106">
                  <a:pos x="T8" y="T9"/>
                </a:cxn>
                <a:cxn ang="T107">
                  <a:pos x="T10" y="T11"/>
                </a:cxn>
                <a:cxn ang="T108">
                  <a:pos x="T12" y="T13"/>
                </a:cxn>
                <a:cxn ang="T109">
                  <a:pos x="T14" y="T15"/>
                </a:cxn>
                <a:cxn ang="T110">
                  <a:pos x="T16" y="T17"/>
                </a:cxn>
                <a:cxn ang="T111">
                  <a:pos x="T18" y="T19"/>
                </a:cxn>
                <a:cxn ang="T112">
                  <a:pos x="T20" y="T21"/>
                </a:cxn>
                <a:cxn ang="T113">
                  <a:pos x="T22" y="T23"/>
                </a:cxn>
                <a:cxn ang="T114">
                  <a:pos x="T24" y="T25"/>
                </a:cxn>
                <a:cxn ang="T115">
                  <a:pos x="T26" y="T27"/>
                </a:cxn>
                <a:cxn ang="T116">
                  <a:pos x="T28" y="T29"/>
                </a:cxn>
                <a:cxn ang="T117">
                  <a:pos x="T30" y="T31"/>
                </a:cxn>
                <a:cxn ang="T118">
                  <a:pos x="T32" y="T33"/>
                </a:cxn>
                <a:cxn ang="T119">
                  <a:pos x="T34" y="T35"/>
                </a:cxn>
                <a:cxn ang="T120">
                  <a:pos x="T36" y="T37"/>
                </a:cxn>
                <a:cxn ang="T121">
                  <a:pos x="T38" y="T39"/>
                </a:cxn>
                <a:cxn ang="T122">
                  <a:pos x="T40" y="T41"/>
                </a:cxn>
                <a:cxn ang="T123">
                  <a:pos x="T42" y="T43"/>
                </a:cxn>
                <a:cxn ang="T124">
                  <a:pos x="T44" y="T45"/>
                </a:cxn>
                <a:cxn ang="T125">
                  <a:pos x="T46" y="T47"/>
                </a:cxn>
                <a:cxn ang="T126">
                  <a:pos x="T48" y="T49"/>
                </a:cxn>
                <a:cxn ang="T127">
                  <a:pos x="T50" y="T51"/>
                </a:cxn>
                <a:cxn ang="T128">
                  <a:pos x="T52" y="T53"/>
                </a:cxn>
                <a:cxn ang="T129">
                  <a:pos x="T54" y="T55"/>
                </a:cxn>
                <a:cxn ang="T130">
                  <a:pos x="T56" y="T57"/>
                </a:cxn>
                <a:cxn ang="T131">
                  <a:pos x="T58" y="T59"/>
                </a:cxn>
                <a:cxn ang="T132">
                  <a:pos x="T60" y="T61"/>
                </a:cxn>
                <a:cxn ang="T133">
                  <a:pos x="T62" y="T63"/>
                </a:cxn>
                <a:cxn ang="T134">
                  <a:pos x="T64" y="T65"/>
                </a:cxn>
                <a:cxn ang="T135">
                  <a:pos x="T66" y="T67"/>
                </a:cxn>
                <a:cxn ang="T136">
                  <a:pos x="T68" y="T69"/>
                </a:cxn>
                <a:cxn ang="T137">
                  <a:pos x="T70" y="T71"/>
                </a:cxn>
                <a:cxn ang="T138">
                  <a:pos x="T72" y="T73"/>
                </a:cxn>
                <a:cxn ang="T139">
                  <a:pos x="T74" y="T75"/>
                </a:cxn>
                <a:cxn ang="T140">
                  <a:pos x="T76" y="T77"/>
                </a:cxn>
                <a:cxn ang="T141">
                  <a:pos x="T78" y="T79"/>
                </a:cxn>
                <a:cxn ang="T142">
                  <a:pos x="T80" y="T81"/>
                </a:cxn>
                <a:cxn ang="T143">
                  <a:pos x="T82" y="T83"/>
                </a:cxn>
                <a:cxn ang="T144">
                  <a:pos x="T84" y="T85"/>
                </a:cxn>
                <a:cxn ang="T145">
                  <a:pos x="T86" y="T87"/>
                </a:cxn>
                <a:cxn ang="T146">
                  <a:pos x="T88" y="T89"/>
                </a:cxn>
                <a:cxn ang="T147">
                  <a:pos x="T90" y="T91"/>
                </a:cxn>
                <a:cxn ang="T148">
                  <a:pos x="T92" y="T93"/>
                </a:cxn>
                <a:cxn ang="T149">
                  <a:pos x="T94" y="T95"/>
                </a:cxn>
                <a:cxn ang="T150">
                  <a:pos x="T96" y="T97"/>
                </a:cxn>
                <a:cxn ang="T151">
                  <a:pos x="T98" y="T99"/>
                </a:cxn>
                <a:cxn ang="T152">
                  <a:pos x="T100" y="T101"/>
                </a:cxn>
              </a:cxnLst>
              <a:rect l="T153" t="T154" r="T155" b="T156"/>
              <a:pathLst>
                <a:path w="3960" h="4768">
                  <a:moveTo>
                    <a:pt x="353" y="3849"/>
                  </a:moveTo>
                  <a:lnTo>
                    <a:pt x="1661" y="4700"/>
                  </a:lnTo>
                  <a:lnTo>
                    <a:pt x="1697" y="4717"/>
                  </a:lnTo>
                  <a:lnTo>
                    <a:pt x="1736" y="4731"/>
                  </a:lnTo>
                  <a:lnTo>
                    <a:pt x="1776" y="4742"/>
                  </a:lnTo>
                  <a:lnTo>
                    <a:pt x="1818" y="4753"/>
                  </a:lnTo>
                  <a:lnTo>
                    <a:pt x="1860" y="4760"/>
                  </a:lnTo>
                  <a:lnTo>
                    <a:pt x="1902" y="4765"/>
                  </a:lnTo>
                  <a:lnTo>
                    <a:pt x="1946" y="4768"/>
                  </a:lnTo>
                  <a:lnTo>
                    <a:pt x="1988" y="4768"/>
                  </a:lnTo>
                  <a:lnTo>
                    <a:pt x="2031" y="4767"/>
                  </a:lnTo>
                  <a:lnTo>
                    <a:pt x="2073" y="4763"/>
                  </a:lnTo>
                  <a:lnTo>
                    <a:pt x="2114" y="4758"/>
                  </a:lnTo>
                  <a:lnTo>
                    <a:pt x="2154" y="4751"/>
                  </a:lnTo>
                  <a:lnTo>
                    <a:pt x="2193" y="4740"/>
                  </a:lnTo>
                  <a:lnTo>
                    <a:pt x="2230" y="4729"/>
                  </a:lnTo>
                  <a:lnTo>
                    <a:pt x="2264" y="4715"/>
                  </a:lnTo>
                  <a:lnTo>
                    <a:pt x="2297" y="4700"/>
                  </a:lnTo>
                  <a:lnTo>
                    <a:pt x="3639" y="3825"/>
                  </a:lnTo>
                  <a:lnTo>
                    <a:pt x="3673" y="3795"/>
                  </a:lnTo>
                  <a:lnTo>
                    <a:pt x="3707" y="3761"/>
                  </a:lnTo>
                  <a:lnTo>
                    <a:pt x="3738" y="3725"/>
                  </a:lnTo>
                  <a:lnTo>
                    <a:pt x="3768" y="3685"/>
                  </a:lnTo>
                  <a:lnTo>
                    <a:pt x="3796" y="3644"/>
                  </a:lnTo>
                  <a:lnTo>
                    <a:pt x="3821" y="3599"/>
                  </a:lnTo>
                  <a:lnTo>
                    <a:pt x="3846" y="3553"/>
                  </a:lnTo>
                  <a:lnTo>
                    <a:pt x="3868" y="3505"/>
                  </a:lnTo>
                  <a:lnTo>
                    <a:pt x="3888" y="3456"/>
                  </a:lnTo>
                  <a:lnTo>
                    <a:pt x="3907" y="3406"/>
                  </a:lnTo>
                  <a:lnTo>
                    <a:pt x="3922" y="3354"/>
                  </a:lnTo>
                  <a:lnTo>
                    <a:pt x="3935" y="3303"/>
                  </a:lnTo>
                  <a:lnTo>
                    <a:pt x="3946" y="3250"/>
                  </a:lnTo>
                  <a:lnTo>
                    <a:pt x="3953" y="3197"/>
                  </a:lnTo>
                  <a:lnTo>
                    <a:pt x="3957" y="3144"/>
                  </a:lnTo>
                  <a:lnTo>
                    <a:pt x="3960" y="3092"/>
                  </a:lnTo>
                  <a:lnTo>
                    <a:pt x="3959" y="1313"/>
                  </a:lnTo>
                  <a:lnTo>
                    <a:pt x="3955" y="1271"/>
                  </a:lnTo>
                  <a:lnTo>
                    <a:pt x="3949" y="1229"/>
                  </a:lnTo>
                  <a:lnTo>
                    <a:pt x="3941" y="1189"/>
                  </a:lnTo>
                  <a:lnTo>
                    <a:pt x="3930" y="1149"/>
                  </a:lnTo>
                  <a:lnTo>
                    <a:pt x="3918" y="1111"/>
                  </a:lnTo>
                  <a:lnTo>
                    <a:pt x="3902" y="1075"/>
                  </a:lnTo>
                  <a:lnTo>
                    <a:pt x="3886" y="1040"/>
                  </a:lnTo>
                  <a:lnTo>
                    <a:pt x="3867" y="1006"/>
                  </a:lnTo>
                  <a:lnTo>
                    <a:pt x="3846" y="973"/>
                  </a:lnTo>
                  <a:lnTo>
                    <a:pt x="3823" y="942"/>
                  </a:lnTo>
                  <a:lnTo>
                    <a:pt x="3798" y="913"/>
                  </a:lnTo>
                  <a:lnTo>
                    <a:pt x="3771" y="886"/>
                  </a:lnTo>
                  <a:lnTo>
                    <a:pt x="3743" y="860"/>
                  </a:lnTo>
                  <a:lnTo>
                    <a:pt x="3714" y="837"/>
                  </a:lnTo>
                  <a:lnTo>
                    <a:pt x="3682" y="816"/>
                  </a:lnTo>
                  <a:lnTo>
                    <a:pt x="3649" y="796"/>
                  </a:lnTo>
                  <a:lnTo>
                    <a:pt x="2386" y="83"/>
                  </a:lnTo>
                  <a:lnTo>
                    <a:pt x="2350" y="65"/>
                  </a:lnTo>
                  <a:lnTo>
                    <a:pt x="2310" y="50"/>
                  </a:lnTo>
                  <a:lnTo>
                    <a:pt x="2268" y="36"/>
                  </a:lnTo>
                  <a:lnTo>
                    <a:pt x="2223" y="24"/>
                  </a:lnTo>
                  <a:lnTo>
                    <a:pt x="2178" y="15"/>
                  </a:lnTo>
                  <a:lnTo>
                    <a:pt x="2131" y="8"/>
                  </a:lnTo>
                  <a:lnTo>
                    <a:pt x="2082" y="3"/>
                  </a:lnTo>
                  <a:lnTo>
                    <a:pt x="2032" y="0"/>
                  </a:lnTo>
                  <a:lnTo>
                    <a:pt x="1982" y="1"/>
                  </a:lnTo>
                  <a:lnTo>
                    <a:pt x="1933" y="3"/>
                  </a:lnTo>
                  <a:lnTo>
                    <a:pt x="1882" y="9"/>
                  </a:lnTo>
                  <a:lnTo>
                    <a:pt x="1833" y="17"/>
                  </a:lnTo>
                  <a:lnTo>
                    <a:pt x="1785" y="29"/>
                  </a:lnTo>
                  <a:lnTo>
                    <a:pt x="1737" y="43"/>
                  </a:lnTo>
                  <a:lnTo>
                    <a:pt x="1691" y="62"/>
                  </a:lnTo>
                  <a:lnTo>
                    <a:pt x="1647" y="83"/>
                  </a:lnTo>
                  <a:lnTo>
                    <a:pt x="311" y="782"/>
                  </a:lnTo>
                  <a:lnTo>
                    <a:pt x="276" y="803"/>
                  </a:lnTo>
                  <a:lnTo>
                    <a:pt x="243" y="826"/>
                  </a:lnTo>
                  <a:lnTo>
                    <a:pt x="213" y="852"/>
                  </a:lnTo>
                  <a:lnTo>
                    <a:pt x="184" y="879"/>
                  </a:lnTo>
                  <a:lnTo>
                    <a:pt x="155" y="908"/>
                  </a:lnTo>
                  <a:lnTo>
                    <a:pt x="131" y="939"/>
                  </a:lnTo>
                  <a:lnTo>
                    <a:pt x="107" y="971"/>
                  </a:lnTo>
                  <a:lnTo>
                    <a:pt x="86" y="1005"/>
                  </a:lnTo>
                  <a:lnTo>
                    <a:pt x="68" y="1040"/>
                  </a:lnTo>
                  <a:lnTo>
                    <a:pt x="50" y="1076"/>
                  </a:lnTo>
                  <a:lnTo>
                    <a:pt x="36" y="1115"/>
                  </a:lnTo>
                  <a:lnTo>
                    <a:pt x="23" y="1153"/>
                  </a:lnTo>
                  <a:lnTo>
                    <a:pt x="14" y="1195"/>
                  </a:lnTo>
                  <a:lnTo>
                    <a:pt x="7" y="1236"/>
                  </a:lnTo>
                  <a:lnTo>
                    <a:pt x="2" y="1279"/>
                  </a:lnTo>
                  <a:lnTo>
                    <a:pt x="0" y="1322"/>
                  </a:lnTo>
                  <a:lnTo>
                    <a:pt x="0" y="3093"/>
                  </a:lnTo>
                  <a:lnTo>
                    <a:pt x="2" y="3147"/>
                  </a:lnTo>
                  <a:lnTo>
                    <a:pt x="7" y="3202"/>
                  </a:lnTo>
                  <a:lnTo>
                    <a:pt x="15" y="3257"/>
                  </a:lnTo>
                  <a:lnTo>
                    <a:pt x="27" y="3312"/>
                  </a:lnTo>
                  <a:lnTo>
                    <a:pt x="42" y="3366"/>
                  </a:lnTo>
                  <a:lnTo>
                    <a:pt x="59" y="3420"/>
                  </a:lnTo>
                  <a:lnTo>
                    <a:pt x="79" y="3474"/>
                  </a:lnTo>
                  <a:lnTo>
                    <a:pt x="102" y="3525"/>
                  </a:lnTo>
                  <a:lnTo>
                    <a:pt x="127" y="3576"/>
                  </a:lnTo>
                  <a:lnTo>
                    <a:pt x="154" y="3624"/>
                  </a:lnTo>
                  <a:lnTo>
                    <a:pt x="184" y="3670"/>
                  </a:lnTo>
                  <a:lnTo>
                    <a:pt x="214" y="3712"/>
                  </a:lnTo>
                  <a:lnTo>
                    <a:pt x="247" y="3752"/>
                  </a:lnTo>
                  <a:lnTo>
                    <a:pt x="281" y="3788"/>
                  </a:lnTo>
                  <a:lnTo>
                    <a:pt x="317" y="3821"/>
                  </a:lnTo>
                  <a:lnTo>
                    <a:pt x="353" y="384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9043" name="Freeform 33"/>
            <p:cNvSpPr>
              <a:spLocks/>
            </p:cNvSpPr>
            <p:nvPr/>
          </p:nvSpPr>
          <p:spPr bwMode="auto">
            <a:xfrm>
              <a:off x="943" y="2210"/>
              <a:ext cx="276" cy="187"/>
            </a:xfrm>
            <a:custGeom>
              <a:avLst/>
              <a:gdLst>
                <a:gd name="T0" fmla="*/ 11 w 1380"/>
                <a:gd name="T1" fmla="*/ 7 h 937"/>
                <a:gd name="T2" fmla="*/ 11 w 1380"/>
                <a:gd name="T3" fmla="*/ 7 h 937"/>
                <a:gd name="T4" fmla="*/ 0 w 1380"/>
                <a:gd name="T5" fmla="*/ 0 h 937"/>
                <a:gd name="T6" fmla="*/ 0 w 1380"/>
                <a:gd name="T7" fmla="*/ 1 h 937"/>
                <a:gd name="T8" fmla="*/ 10 w 1380"/>
                <a:gd name="T9" fmla="*/ 7 h 937"/>
                <a:gd name="T10" fmla="*/ 10 w 1380"/>
                <a:gd name="T11" fmla="*/ 7 h 937"/>
                <a:gd name="T12" fmla="*/ 10 w 1380"/>
                <a:gd name="T13" fmla="*/ 7 h 937"/>
                <a:gd name="T14" fmla="*/ 11 w 1380"/>
                <a:gd name="T15" fmla="*/ 7 h 937"/>
                <a:gd name="T16" fmla="*/ 11 w 1380"/>
                <a:gd name="T17" fmla="*/ 7 h 937"/>
                <a:gd name="T18" fmla="*/ 11 w 1380"/>
                <a:gd name="T19" fmla="*/ 7 h 937"/>
                <a:gd name="T20" fmla="*/ 11 w 1380"/>
                <a:gd name="T21" fmla="*/ 7 h 937"/>
                <a:gd name="T22" fmla="*/ 11 w 1380"/>
                <a:gd name="T23" fmla="*/ 7 h 937"/>
                <a:gd name="T24" fmla="*/ 11 w 1380"/>
                <a:gd name="T25" fmla="*/ 7 h 937"/>
                <a:gd name="T26" fmla="*/ 11 w 1380"/>
                <a:gd name="T27" fmla="*/ 7 h 937"/>
                <a:gd name="T28" fmla="*/ 11 w 1380"/>
                <a:gd name="T29" fmla="*/ 7 h 937"/>
                <a:gd name="T30" fmla="*/ 11 w 1380"/>
                <a:gd name="T31" fmla="*/ 7 h 93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80"/>
                <a:gd name="T49" fmla="*/ 0 h 937"/>
                <a:gd name="T50" fmla="*/ 1380 w 1380"/>
                <a:gd name="T51" fmla="*/ 937 h 93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80" h="937">
                  <a:moveTo>
                    <a:pt x="1354" y="848"/>
                  </a:moveTo>
                  <a:lnTo>
                    <a:pt x="1359" y="851"/>
                  </a:lnTo>
                  <a:lnTo>
                    <a:pt x="51" y="0"/>
                  </a:lnTo>
                  <a:lnTo>
                    <a:pt x="0" y="78"/>
                  </a:lnTo>
                  <a:lnTo>
                    <a:pt x="1307" y="929"/>
                  </a:lnTo>
                  <a:lnTo>
                    <a:pt x="1312" y="932"/>
                  </a:lnTo>
                  <a:lnTo>
                    <a:pt x="1307" y="929"/>
                  </a:lnTo>
                  <a:lnTo>
                    <a:pt x="1326" y="937"/>
                  </a:lnTo>
                  <a:lnTo>
                    <a:pt x="1345" y="936"/>
                  </a:lnTo>
                  <a:lnTo>
                    <a:pt x="1360" y="929"/>
                  </a:lnTo>
                  <a:lnTo>
                    <a:pt x="1372" y="916"/>
                  </a:lnTo>
                  <a:lnTo>
                    <a:pt x="1379" y="899"/>
                  </a:lnTo>
                  <a:lnTo>
                    <a:pt x="1380" y="883"/>
                  </a:lnTo>
                  <a:lnTo>
                    <a:pt x="1374" y="865"/>
                  </a:lnTo>
                  <a:lnTo>
                    <a:pt x="1359" y="851"/>
                  </a:lnTo>
                  <a:lnTo>
                    <a:pt x="1354" y="84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9044" name="Freeform 34"/>
            <p:cNvSpPr>
              <a:spLocks/>
            </p:cNvSpPr>
            <p:nvPr/>
          </p:nvSpPr>
          <p:spPr bwMode="auto">
            <a:xfrm>
              <a:off x="1206" y="2379"/>
              <a:ext cx="140" cy="32"/>
            </a:xfrm>
            <a:custGeom>
              <a:avLst/>
              <a:gdLst>
                <a:gd name="T0" fmla="*/ 5 w 703"/>
                <a:gd name="T1" fmla="*/ 0 h 162"/>
                <a:gd name="T2" fmla="*/ 5 w 703"/>
                <a:gd name="T3" fmla="*/ 0 h 162"/>
                <a:gd name="T4" fmla="*/ 5 w 703"/>
                <a:gd name="T5" fmla="*/ 0 h 162"/>
                <a:gd name="T6" fmla="*/ 5 w 703"/>
                <a:gd name="T7" fmla="*/ 0 h 162"/>
                <a:gd name="T8" fmla="*/ 4 w 703"/>
                <a:gd name="T9" fmla="*/ 0 h 162"/>
                <a:gd name="T10" fmla="*/ 4 w 703"/>
                <a:gd name="T11" fmla="*/ 0 h 162"/>
                <a:gd name="T12" fmla="*/ 4 w 703"/>
                <a:gd name="T13" fmla="*/ 0 h 162"/>
                <a:gd name="T14" fmla="*/ 3 w 703"/>
                <a:gd name="T15" fmla="*/ 1 h 162"/>
                <a:gd name="T16" fmla="*/ 3 w 703"/>
                <a:gd name="T17" fmla="*/ 1 h 162"/>
                <a:gd name="T18" fmla="*/ 3 w 703"/>
                <a:gd name="T19" fmla="*/ 1 h 162"/>
                <a:gd name="T20" fmla="*/ 2 w 703"/>
                <a:gd name="T21" fmla="*/ 1 h 162"/>
                <a:gd name="T22" fmla="*/ 2 w 703"/>
                <a:gd name="T23" fmla="*/ 1 h 162"/>
                <a:gd name="T24" fmla="*/ 2 w 703"/>
                <a:gd name="T25" fmla="*/ 0 h 162"/>
                <a:gd name="T26" fmla="*/ 1 w 703"/>
                <a:gd name="T27" fmla="*/ 0 h 162"/>
                <a:gd name="T28" fmla="*/ 1 w 703"/>
                <a:gd name="T29" fmla="*/ 0 h 162"/>
                <a:gd name="T30" fmla="*/ 1 w 703"/>
                <a:gd name="T31" fmla="*/ 0 h 162"/>
                <a:gd name="T32" fmla="*/ 1 w 703"/>
                <a:gd name="T33" fmla="*/ 0 h 162"/>
                <a:gd name="T34" fmla="*/ 0 w 703"/>
                <a:gd name="T35" fmla="*/ 0 h 162"/>
                <a:gd name="T36" fmla="*/ 0 w 703"/>
                <a:gd name="T37" fmla="*/ 1 h 162"/>
                <a:gd name="T38" fmla="*/ 0 w 703"/>
                <a:gd name="T39" fmla="*/ 1 h 162"/>
                <a:gd name="T40" fmla="*/ 1 w 703"/>
                <a:gd name="T41" fmla="*/ 1 h 162"/>
                <a:gd name="T42" fmla="*/ 1 w 703"/>
                <a:gd name="T43" fmla="*/ 1 h 162"/>
                <a:gd name="T44" fmla="*/ 1 w 703"/>
                <a:gd name="T45" fmla="*/ 1 h 162"/>
                <a:gd name="T46" fmla="*/ 2 w 703"/>
                <a:gd name="T47" fmla="*/ 1 h 162"/>
                <a:gd name="T48" fmla="*/ 2 w 703"/>
                <a:gd name="T49" fmla="*/ 1 h 162"/>
                <a:gd name="T50" fmla="*/ 2 w 703"/>
                <a:gd name="T51" fmla="*/ 1 h 162"/>
                <a:gd name="T52" fmla="*/ 3 w 703"/>
                <a:gd name="T53" fmla="*/ 1 h 162"/>
                <a:gd name="T54" fmla="*/ 3 w 703"/>
                <a:gd name="T55" fmla="*/ 1 h 162"/>
                <a:gd name="T56" fmla="*/ 3 w 703"/>
                <a:gd name="T57" fmla="*/ 1 h 162"/>
                <a:gd name="T58" fmla="*/ 4 w 703"/>
                <a:gd name="T59" fmla="*/ 1 h 162"/>
                <a:gd name="T60" fmla="*/ 4 w 703"/>
                <a:gd name="T61" fmla="*/ 1 h 162"/>
                <a:gd name="T62" fmla="*/ 5 w 703"/>
                <a:gd name="T63" fmla="*/ 1 h 162"/>
                <a:gd name="T64" fmla="*/ 5 w 703"/>
                <a:gd name="T65" fmla="*/ 1 h 162"/>
                <a:gd name="T66" fmla="*/ 5 w 703"/>
                <a:gd name="T67" fmla="*/ 1 h 162"/>
                <a:gd name="T68" fmla="*/ 5 w 703"/>
                <a:gd name="T69" fmla="*/ 1 h 162"/>
                <a:gd name="T70" fmla="*/ 5 w 703"/>
                <a:gd name="T71" fmla="*/ 1 h 162"/>
                <a:gd name="T72" fmla="*/ 5 w 703"/>
                <a:gd name="T73" fmla="*/ 1 h 162"/>
                <a:gd name="T74" fmla="*/ 5 w 703"/>
                <a:gd name="T75" fmla="*/ 1 h 162"/>
                <a:gd name="T76" fmla="*/ 6 w 703"/>
                <a:gd name="T77" fmla="*/ 0 h 162"/>
                <a:gd name="T78" fmla="*/ 6 w 703"/>
                <a:gd name="T79" fmla="*/ 0 h 162"/>
                <a:gd name="T80" fmla="*/ 6 w 703"/>
                <a:gd name="T81" fmla="*/ 0 h 162"/>
                <a:gd name="T82" fmla="*/ 5 w 703"/>
                <a:gd name="T83" fmla="*/ 0 h 162"/>
                <a:gd name="T84" fmla="*/ 5 w 703"/>
                <a:gd name="T85" fmla="*/ 0 h 162"/>
                <a:gd name="T86" fmla="*/ 5 w 703"/>
                <a:gd name="T87" fmla="*/ 0 h 162"/>
                <a:gd name="T88" fmla="*/ 5 w 703"/>
                <a:gd name="T89" fmla="*/ 0 h 162"/>
                <a:gd name="T90" fmla="*/ 5 w 703"/>
                <a:gd name="T91" fmla="*/ 0 h 162"/>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703"/>
                <a:gd name="T139" fmla="*/ 0 h 162"/>
                <a:gd name="T140" fmla="*/ 703 w 703"/>
                <a:gd name="T141" fmla="*/ 162 h 162"/>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703" h="162">
                  <a:moveTo>
                    <a:pt x="631" y="8"/>
                  </a:moveTo>
                  <a:lnTo>
                    <a:pt x="636" y="6"/>
                  </a:lnTo>
                  <a:lnTo>
                    <a:pt x="606" y="20"/>
                  </a:lnTo>
                  <a:lnTo>
                    <a:pt x="575" y="32"/>
                  </a:lnTo>
                  <a:lnTo>
                    <a:pt x="540" y="42"/>
                  </a:lnTo>
                  <a:lnTo>
                    <a:pt x="504" y="52"/>
                  </a:lnTo>
                  <a:lnTo>
                    <a:pt x="467" y="59"/>
                  </a:lnTo>
                  <a:lnTo>
                    <a:pt x="428" y="64"/>
                  </a:lnTo>
                  <a:lnTo>
                    <a:pt x="389" y="67"/>
                  </a:lnTo>
                  <a:lnTo>
                    <a:pt x="348" y="68"/>
                  </a:lnTo>
                  <a:lnTo>
                    <a:pt x="308" y="68"/>
                  </a:lnTo>
                  <a:lnTo>
                    <a:pt x="267" y="65"/>
                  </a:lnTo>
                  <a:lnTo>
                    <a:pt x="226" y="61"/>
                  </a:lnTo>
                  <a:lnTo>
                    <a:pt x="187" y="54"/>
                  </a:lnTo>
                  <a:lnTo>
                    <a:pt x="148" y="44"/>
                  </a:lnTo>
                  <a:lnTo>
                    <a:pt x="110" y="33"/>
                  </a:lnTo>
                  <a:lnTo>
                    <a:pt x="75" y="20"/>
                  </a:lnTo>
                  <a:lnTo>
                    <a:pt x="42" y="5"/>
                  </a:lnTo>
                  <a:lnTo>
                    <a:pt x="0" y="89"/>
                  </a:lnTo>
                  <a:lnTo>
                    <a:pt x="40" y="107"/>
                  </a:lnTo>
                  <a:lnTo>
                    <a:pt x="82" y="122"/>
                  </a:lnTo>
                  <a:lnTo>
                    <a:pt x="124" y="135"/>
                  </a:lnTo>
                  <a:lnTo>
                    <a:pt x="169" y="146"/>
                  </a:lnTo>
                  <a:lnTo>
                    <a:pt x="214" y="153"/>
                  </a:lnTo>
                  <a:lnTo>
                    <a:pt x="258" y="158"/>
                  </a:lnTo>
                  <a:lnTo>
                    <a:pt x="303" y="162"/>
                  </a:lnTo>
                  <a:lnTo>
                    <a:pt x="348" y="162"/>
                  </a:lnTo>
                  <a:lnTo>
                    <a:pt x="394" y="161"/>
                  </a:lnTo>
                  <a:lnTo>
                    <a:pt x="439" y="157"/>
                  </a:lnTo>
                  <a:lnTo>
                    <a:pt x="481" y="150"/>
                  </a:lnTo>
                  <a:lnTo>
                    <a:pt x="525" y="143"/>
                  </a:lnTo>
                  <a:lnTo>
                    <a:pt x="566" y="132"/>
                  </a:lnTo>
                  <a:lnTo>
                    <a:pt x="606" y="121"/>
                  </a:lnTo>
                  <a:lnTo>
                    <a:pt x="643" y="105"/>
                  </a:lnTo>
                  <a:lnTo>
                    <a:pt x="678" y="88"/>
                  </a:lnTo>
                  <a:lnTo>
                    <a:pt x="683" y="86"/>
                  </a:lnTo>
                  <a:lnTo>
                    <a:pt x="678" y="88"/>
                  </a:lnTo>
                  <a:lnTo>
                    <a:pt x="695" y="75"/>
                  </a:lnTo>
                  <a:lnTo>
                    <a:pt x="702" y="60"/>
                  </a:lnTo>
                  <a:lnTo>
                    <a:pt x="703" y="42"/>
                  </a:lnTo>
                  <a:lnTo>
                    <a:pt x="698" y="26"/>
                  </a:lnTo>
                  <a:lnTo>
                    <a:pt x="688" y="12"/>
                  </a:lnTo>
                  <a:lnTo>
                    <a:pt x="674" y="3"/>
                  </a:lnTo>
                  <a:lnTo>
                    <a:pt x="656" y="0"/>
                  </a:lnTo>
                  <a:lnTo>
                    <a:pt x="636" y="6"/>
                  </a:lnTo>
                  <a:lnTo>
                    <a:pt x="631"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9045" name="Freeform 35"/>
            <p:cNvSpPr>
              <a:spLocks/>
            </p:cNvSpPr>
            <p:nvPr/>
          </p:nvSpPr>
          <p:spPr bwMode="auto">
            <a:xfrm>
              <a:off x="1332" y="2204"/>
              <a:ext cx="283" cy="192"/>
            </a:xfrm>
            <a:custGeom>
              <a:avLst/>
              <a:gdLst>
                <a:gd name="T0" fmla="*/ 11 w 1415"/>
                <a:gd name="T1" fmla="*/ 0 h 960"/>
                <a:gd name="T2" fmla="*/ 11 w 1415"/>
                <a:gd name="T3" fmla="*/ 0 h 960"/>
                <a:gd name="T4" fmla="*/ 0 w 1415"/>
                <a:gd name="T5" fmla="*/ 7 h 960"/>
                <a:gd name="T6" fmla="*/ 0 w 1415"/>
                <a:gd name="T7" fmla="*/ 8 h 960"/>
                <a:gd name="T8" fmla="*/ 11 w 1415"/>
                <a:gd name="T9" fmla="*/ 1 h 960"/>
                <a:gd name="T10" fmla="*/ 11 w 1415"/>
                <a:gd name="T11" fmla="*/ 1 h 960"/>
                <a:gd name="T12" fmla="*/ 11 w 1415"/>
                <a:gd name="T13" fmla="*/ 1 h 960"/>
                <a:gd name="T14" fmla="*/ 11 w 1415"/>
                <a:gd name="T15" fmla="*/ 1 h 960"/>
                <a:gd name="T16" fmla="*/ 11 w 1415"/>
                <a:gd name="T17" fmla="*/ 0 h 960"/>
                <a:gd name="T18" fmla="*/ 11 w 1415"/>
                <a:gd name="T19" fmla="*/ 0 h 960"/>
                <a:gd name="T20" fmla="*/ 11 w 1415"/>
                <a:gd name="T21" fmla="*/ 0 h 960"/>
                <a:gd name="T22" fmla="*/ 11 w 1415"/>
                <a:gd name="T23" fmla="*/ 0 h 960"/>
                <a:gd name="T24" fmla="*/ 11 w 1415"/>
                <a:gd name="T25" fmla="*/ 0 h 960"/>
                <a:gd name="T26" fmla="*/ 11 w 1415"/>
                <a:gd name="T27" fmla="*/ 0 h 960"/>
                <a:gd name="T28" fmla="*/ 11 w 1415"/>
                <a:gd name="T29" fmla="*/ 0 h 960"/>
                <a:gd name="T30" fmla="*/ 11 w 1415"/>
                <a:gd name="T31" fmla="*/ 0 h 96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15"/>
                <a:gd name="T49" fmla="*/ 0 h 960"/>
                <a:gd name="T50" fmla="*/ 1415 w 1415"/>
                <a:gd name="T51" fmla="*/ 960 h 96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15" h="960">
                  <a:moveTo>
                    <a:pt x="1338" y="10"/>
                  </a:moveTo>
                  <a:lnTo>
                    <a:pt x="1342" y="8"/>
                  </a:lnTo>
                  <a:lnTo>
                    <a:pt x="0" y="882"/>
                  </a:lnTo>
                  <a:lnTo>
                    <a:pt x="52" y="960"/>
                  </a:lnTo>
                  <a:lnTo>
                    <a:pt x="1393" y="85"/>
                  </a:lnTo>
                  <a:lnTo>
                    <a:pt x="1397" y="83"/>
                  </a:lnTo>
                  <a:lnTo>
                    <a:pt x="1393" y="85"/>
                  </a:lnTo>
                  <a:lnTo>
                    <a:pt x="1409" y="71"/>
                  </a:lnTo>
                  <a:lnTo>
                    <a:pt x="1415" y="53"/>
                  </a:lnTo>
                  <a:lnTo>
                    <a:pt x="1413" y="37"/>
                  </a:lnTo>
                  <a:lnTo>
                    <a:pt x="1406" y="21"/>
                  </a:lnTo>
                  <a:lnTo>
                    <a:pt x="1395" y="8"/>
                  </a:lnTo>
                  <a:lnTo>
                    <a:pt x="1379" y="1"/>
                  </a:lnTo>
                  <a:lnTo>
                    <a:pt x="1361" y="0"/>
                  </a:lnTo>
                  <a:lnTo>
                    <a:pt x="1342" y="8"/>
                  </a:lnTo>
                  <a:lnTo>
                    <a:pt x="1338" y="1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9046" name="Freeform 36"/>
            <p:cNvSpPr>
              <a:spLocks/>
            </p:cNvSpPr>
            <p:nvPr/>
          </p:nvSpPr>
          <p:spPr bwMode="auto">
            <a:xfrm>
              <a:off x="1599" y="2057"/>
              <a:ext cx="80" cy="163"/>
            </a:xfrm>
            <a:custGeom>
              <a:avLst/>
              <a:gdLst>
                <a:gd name="T0" fmla="*/ 2 w 398"/>
                <a:gd name="T1" fmla="*/ 0 h 817"/>
                <a:gd name="T2" fmla="*/ 2 w 398"/>
                <a:gd name="T3" fmla="*/ 0 h 817"/>
                <a:gd name="T4" fmla="*/ 2 w 398"/>
                <a:gd name="T5" fmla="*/ 1 h 817"/>
                <a:gd name="T6" fmla="*/ 2 w 398"/>
                <a:gd name="T7" fmla="*/ 1 h 817"/>
                <a:gd name="T8" fmla="*/ 2 w 398"/>
                <a:gd name="T9" fmla="*/ 2 h 817"/>
                <a:gd name="T10" fmla="*/ 2 w 398"/>
                <a:gd name="T11" fmla="*/ 2 h 817"/>
                <a:gd name="T12" fmla="*/ 2 w 398"/>
                <a:gd name="T13" fmla="*/ 2 h 817"/>
                <a:gd name="T14" fmla="*/ 2 w 398"/>
                <a:gd name="T15" fmla="*/ 3 h 817"/>
                <a:gd name="T16" fmla="*/ 2 w 398"/>
                <a:gd name="T17" fmla="*/ 3 h 817"/>
                <a:gd name="T18" fmla="*/ 2 w 398"/>
                <a:gd name="T19" fmla="*/ 4 h 817"/>
                <a:gd name="T20" fmla="*/ 2 w 398"/>
                <a:gd name="T21" fmla="*/ 4 h 817"/>
                <a:gd name="T22" fmla="*/ 1 w 398"/>
                <a:gd name="T23" fmla="*/ 4 h 817"/>
                <a:gd name="T24" fmla="*/ 1 w 398"/>
                <a:gd name="T25" fmla="*/ 5 h 817"/>
                <a:gd name="T26" fmla="*/ 1 w 398"/>
                <a:gd name="T27" fmla="*/ 5 h 817"/>
                <a:gd name="T28" fmla="*/ 1 w 398"/>
                <a:gd name="T29" fmla="*/ 5 h 817"/>
                <a:gd name="T30" fmla="*/ 1 w 398"/>
                <a:gd name="T31" fmla="*/ 5 h 817"/>
                <a:gd name="T32" fmla="*/ 0 w 398"/>
                <a:gd name="T33" fmla="*/ 6 h 817"/>
                <a:gd name="T34" fmla="*/ 0 w 398"/>
                <a:gd name="T35" fmla="*/ 6 h 817"/>
                <a:gd name="T36" fmla="*/ 0 w 398"/>
                <a:gd name="T37" fmla="*/ 7 h 817"/>
                <a:gd name="T38" fmla="*/ 1 w 398"/>
                <a:gd name="T39" fmla="*/ 6 h 817"/>
                <a:gd name="T40" fmla="*/ 1 w 398"/>
                <a:gd name="T41" fmla="*/ 6 h 817"/>
                <a:gd name="T42" fmla="*/ 1 w 398"/>
                <a:gd name="T43" fmla="*/ 6 h 817"/>
                <a:gd name="T44" fmla="*/ 2 w 398"/>
                <a:gd name="T45" fmla="*/ 5 h 817"/>
                <a:gd name="T46" fmla="*/ 2 w 398"/>
                <a:gd name="T47" fmla="*/ 5 h 817"/>
                <a:gd name="T48" fmla="*/ 2 w 398"/>
                <a:gd name="T49" fmla="*/ 5 h 817"/>
                <a:gd name="T50" fmla="*/ 2 w 398"/>
                <a:gd name="T51" fmla="*/ 4 h 817"/>
                <a:gd name="T52" fmla="*/ 2 w 398"/>
                <a:gd name="T53" fmla="*/ 4 h 817"/>
                <a:gd name="T54" fmla="*/ 3 w 398"/>
                <a:gd name="T55" fmla="*/ 3 h 817"/>
                <a:gd name="T56" fmla="*/ 3 w 398"/>
                <a:gd name="T57" fmla="*/ 3 h 817"/>
                <a:gd name="T58" fmla="*/ 3 w 398"/>
                <a:gd name="T59" fmla="*/ 3 h 817"/>
                <a:gd name="T60" fmla="*/ 3 w 398"/>
                <a:gd name="T61" fmla="*/ 2 h 817"/>
                <a:gd name="T62" fmla="*/ 3 w 398"/>
                <a:gd name="T63" fmla="*/ 2 h 817"/>
                <a:gd name="T64" fmla="*/ 3 w 398"/>
                <a:gd name="T65" fmla="*/ 1 h 817"/>
                <a:gd name="T66" fmla="*/ 3 w 398"/>
                <a:gd name="T67" fmla="*/ 1 h 817"/>
                <a:gd name="T68" fmla="*/ 3 w 398"/>
                <a:gd name="T69" fmla="*/ 0 h 817"/>
                <a:gd name="T70" fmla="*/ 3 w 398"/>
                <a:gd name="T71" fmla="*/ 0 h 817"/>
                <a:gd name="T72" fmla="*/ 3 w 398"/>
                <a:gd name="T73" fmla="*/ 0 h 817"/>
                <a:gd name="T74" fmla="*/ 3 w 398"/>
                <a:gd name="T75" fmla="*/ 0 h 817"/>
                <a:gd name="T76" fmla="*/ 3 w 398"/>
                <a:gd name="T77" fmla="*/ 0 h 817"/>
                <a:gd name="T78" fmla="*/ 3 w 398"/>
                <a:gd name="T79" fmla="*/ 0 h 817"/>
                <a:gd name="T80" fmla="*/ 3 w 398"/>
                <a:gd name="T81" fmla="*/ 0 h 817"/>
                <a:gd name="T82" fmla="*/ 3 w 398"/>
                <a:gd name="T83" fmla="*/ 0 h 817"/>
                <a:gd name="T84" fmla="*/ 3 w 398"/>
                <a:gd name="T85" fmla="*/ 0 h 817"/>
                <a:gd name="T86" fmla="*/ 2 w 398"/>
                <a:gd name="T87" fmla="*/ 0 h 817"/>
                <a:gd name="T88" fmla="*/ 2 w 398"/>
                <a:gd name="T89" fmla="*/ 0 h 817"/>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398"/>
                <a:gd name="T136" fmla="*/ 0 h 817"/>
                <a:gd name="T137" fmla="*/ 398 w 398"/>
                <a:gd name="T138" fmla="*/ 817 h 817"/>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398" h="817">
                  <a:moveTo>
                    <a:pt x="304" y="47"/>
                  </a:moveTo>
                  <a:lnTo>
                    <a:pt x="304" y="47"/>
                  </a:lnTo>
                  <a:lnTo>
                    <a:pt x="301" y="97"/>
                  </a:lnTo>
                  <a:lnTo>
                    <a:pt x="297" y="147"/>
                  </a:lnTo>
                  <a:lnTo>
                    <a:pt x="291" y="198"/>
                  </a:lnTo>
                  <a:lnTo>
                    <a:pt x="280" y="247"/>
                  </a:lnTo>
                  <a:lnTo>
                    <a:pt x="268" y="297"/>
                  </a:lnTo>
                  <a:lnTo>
                    <a:pt x="253" y="347"/>
                  </a:lnTo>
                  <a:lnTo>
                    <a:pt x="236" y="395"/>
                  </a:lnTo>
                  <a:lnTo>
                    <a:pt x="217" y="442"/>
                  </a:lnTo>
                  <a:lnTo>
                    <a:pt x="195" y="487"/>
                  </a:lnTo>
                  <a:lnTo>
                    <a:pt x="171" y="532"/>
                  </a:lnTo>
                  <a:lnTo>
                    <a:pt x="147" y="574"/>
                  </a:lnTo>
                  <a:lnTo>
                    <a:pt x="121" y="613"/>
                  </a:lnTo>
                  <a:lnTo>
                    <a:pt x="93" y="650"/>
                  </a:lnTo>
                  <a:lnTo>
                    <a:pt x="64" y="684"/>
                  </a:lnTo>
                  <a:lnTo>
                    <a:pt x="32" y="716"/>
                  </a:lnTo>
                  <a:lnTo>
                    <a:pt x="0" y="744"/>
                  </a:lnTo>
                  <a:lnTo>
                    <a:pt x="59" y="817"/>
                  </a:lnTo>
                  <a:lnTo>
                    <a:pt x="95" y="784"/>
                  </a:lnTo>
                  <a:lnTo>
                    <a:pt x="132" y="748"/>
                  </a:lnTo>
                  <a:lnTo>
                    <a:pt x="166" y="709"/>
                  </a:lnTo>
                  <a:lnTo>
                    <a:pt x="196" y="667"/>
                  </a:lnTo>
                  <a:lnTo>
                    <a:pt x="227" y="623"/>
                  </a:lnTo>
                  <a:lnTo>
                    <a:pt x="253" y="576"/>
                  </a:lnTo>
                  <a:lnTo>
                    <a:pt x="279" y="530"/>
                  </a:lnTo>
                  <a:lnTo>
                    <a:pt x="301" y="479"/>
                  </a:lnTo>
                  <a:lnTo>
                    <a:pt x="323" y="428"/>
                  </a:lnTo>
                  <a:lnTo>
                    <a:pt x="342" y="375"/>
                  </a:lnTo>
                  <a:lnTo>
                    <a:pt x="359" y="321"/>
                  </a:lnTo>
                  <a:lnTo>
                    <a:pt x="372" y="268"/>
                  </a:lnTo>
                  <a:lnTo>
                    <a:pt x="382" y="212"/>
                  </a:lnTo>
                  <a:lnTo>
                    <a:pt x="391" y="157"/>
                  </a:lnTo>
                  <a:lnTo>
                    <a:pt x="395" y="102"/>
                  </a:lnTo>
                  <a:lnTo>
                    <a:pt x="398" y="47"/>
                  </a:lnTo>
                  <a:lnTo>
                    <a:pt x="394" y="27"/>
                  </a:lnTo>
                  <a:lnTo>
                    <a:pt x="383" y="11"/>
                  </a:lnTo>
                  <a:lnTo>
                    <a:pt x="368" y="3"/>
                  </a:lnTo>
                  <a:lnTo>
                    <a:pt x="351" y="0"/>
                  </a:lnTo>
                  <a:lnTo>
                    <a:pt x="333" y="3"/>
                  </a:lnTo>
                  <a:lnTo>
                    <a:pt x="319" y="11"/>
                  </a:lnTo>
                  <a:lnTo>
                    <a:pt x="307" y="27"/>
                  </a:lnTo>
                  <a:lnTo>
                    <a:pt x="304" y="4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9047" name="Freeform 37"/>
            <p:cNvSpPr>
              <a:spLocks/>
            </p:cNvSpPr>
            <p:nvPr/>
          </p:nvSpPr>
          <p:spPr bwMode="auto">
            <a:xfrm>
              <a:off x="1660" y="1701"/>
              <a:ext cx="19" cy="365"/>
            </a:xfrm>
            <a:custGeom>
              <a:avLst/>
              <a:gdLst>
                <a:gd name="T0" fmla="*/ 0 w 95"/>
                <a:gd name="T1" fmla="*/ 0 h 1826"/>
                <a:gd name="T2" fmla="*/ 0 w 95"/>
                <a:gd name="T3" fmla="*/ 0 h 1826"/>
                <a:gd name="T4" fmla="*/ 0 w 95"/>
                <a:gd name="T5" fmla="*/ 15 h 1826"/>
                <a:gd name="T6" fmla="*/ 1 w 95"/>
                <a:gd name="T7" fmla="*/ 15 h 1826"/>
                <a:gd name="T8" fmla="*/ 1 w 95"/>
                <a:gd name="T9" fmla="*/ 0 h 1826"/>
                <a:gd name="T10" fmla="*/ 1 w 95"/>
                <a:gd name="T11" fmla="*/ 0 h 1826"/>
                <a:gd name="T12" fmla="*/ 1 w 95"/>
                <a:gd name="T13" fmla="*/ 0 h 1826"/>
                <a:gd name="T14" fmla="*/ 1 w 95"/>
                <a:gd name="T15" fmla="*/ 0 h 1826"/>
                <a:gd name="T16" fmla="*/ 1 w 95"/>
                <a:gd name="T17" fmla="*/ 0 h 1826"/>
                <a:gd name="T18" fmla="*/ 1 w 95"/>
                <a:gd name="T19" fmla="*/ 0 h 1826"/>
                <a:gd name="T20" fmla="*/ 0 w 95"/>
                <a:gd name="T21" fmla="*/ 0 h 1826"/>
                <a:gd name="T22" fmla="*/ 0 w 95"/>
                <a:gd name="T23" fmla="*/ 0 h 1826"/>
                <a:gd name="T24" fmla="*/ 0 w 95"/>
                <a:gd name="T25" fmla="*/ 0 h 1826"/>
                <a:gd name="T26" fmla="*/ 0 w 95"/>
                <a:gd name="T27" fmla="*/ 0 h 1826"/>
                <a:gd name="T28" fmla="*/ 0 w 95"/>
                <a:gd name="T29" fmla="*/ 0 h 1826"/>
                <a:gd name="T30" fmla="*/ 0 w 95"/>
                <a:gd name="T31" fmla="*/ 0 h 182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95"/>
                <a:gd name="T49" fmla="*/ 0 h 1826"/>
                <a:gd name="T50" fmla="*/ 95 w 95"/>
                <a:gd name="T51" fmla="*/ 1826 h 182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95" h="1826">
                  <a:moveTo>
                    <a:pt x="0" y="49"/>
                  </a:moveTo>
                  <a:lnTo>
                    <a:pt x="0" y="47"/>
                  </a:lnTo>
                  <a:lnTo>
                    <a:pt x="1" y="1826"/>
                  </a:lnTo>
                  <a:lnTo>
                    <a:pt x="95" y="1826"/>
                  </a:lnTo>
                  <a:lnTo>
                    <a:pt x="93" y="47"/>
                  </a:lnTo>
                  <a:lnTo>
                    <a:pt x="93" y="45"/>
                  </a:lnTo>
                  <a:lnTo>
                    <a:pt x="93" y="47"/>
                  </a:lnTo>
                  <a:lnTo>
                    <a:pt x="90" y="27"/>
                  </a:lnTo>
                  <a:lnTo>
                    <a:pt x="79" y="12"/>
                  </a:lnTo>
                  <a:lnTo>
                    <a:pt x="64" y="4"/>
                  </a:lnTo>
                  <a:lnTo>
                    <a:pt x="47" y="0"/>
                  </a:lnTo>
                  <a:lnTo>
                    <a:pt x="29" y="4"/>
                  </a:lnTo>
                  <a:lnTo>
                    <a:pt x="15" y="12"/>
                  </a:lnTo>
                  <a:lnTo>
                    <a:pt x="3" y="27"/>
                  </a:lnTo>
                  <a:lnTo>
                    <a:pt x="0" y="47"/>
                  </a:lnTo>
                  <a:lnTo>
                    <a:pt x="0" y="4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9048" name="Freeform 38"/>
            <p:cNvSpPr>
              <a:spLocks/>
            </p:cNvSpPr>
            <p:nvPr/>
          </p:nvSpPr>
          <p:spPr bwMode="auto">
            <a:xfrm>
              <a:off x="1598" y="1598"/>
              <a:ext cx="81" cy="113"/>
            </a:xfrm>
            <a:custGeom>
              <a:avLst/>
              <a:gdLst>
                <a:gd name="T0" fmla="*/ 0 w 401"/>
                <a:gd name="T1" fmla="*/ 1 h 566"/>
                <a:gd name="T2" fmla="*/ 0 w 401"/>
                <a:gd name="T3" fmla="*/ 1 h 566"/>
                <a:gd name="T4" fmla="*/ 0 w 401"/>
                <a:gd name="T5" fmla="*/ 1 h 566"/>
                <a:gd name="T6" fmla="*/ 1 w 401"/>
                <a:gd name="T7" fmla="*/ 1 h 566"/>
                <a:gd name="T8" fmla="*/ 1 w 401"/>
                <a:gd name="T9" fmla="*/ 1 h 566"/>
                <a:gd name="T10" fmla="*/ 1 w 401"/>
                <a:gd name="T11" fmla="*/ 1 h 566"/>
                <a:gd name="T12" fmla="*/ 1 w 401"/>
                <a:gd name="T13" fmla="*/ 2 h 566"/>
                <a:gd name="T14" fmla="*/ 1 w 401"/>
                <a:gd name="T15" fmla="*/ 2 h 566"/>
                <a:gd name="T16" fmla="*/ 2 w 401"/>
                <a:gd name="T17" fmla="*/ 2 h 566"/>
                <a:gd name="T18" fmla="*/ 2 w 401"/>
                <a:gd name="T19" fmla="*/ 2 h 566"/>
                <a:gd name="T20" fmla="*/ 2 w 401"/>
                <a:gd name="T21" fmla="*/ 2 h 566"/>
                <a:gd name="T22" fmla="*/ 2 w 401"/>
                <a:gd name="T23" fmla="*/ 3 h 566"/>
                <a:gd name="T24" fmla="*/ 2 w 401"/>
                <a:gd name="T25" fmla="*/ 3 h 566"/>
                <a:gd name="T26" fmla="*/ 2 w 401"/>
                <a:gd name="T27" fmla="*/ 3 h 566"/>
                <a:gd name="T28" fmla="*/ 2 w 401"/>
                <a:gd name="T29" fmla="*/ 4 h 566"/>
                <a:gd name="T30" fmla="*/ 2 w 401"/>
                <a:gd name="T31" fmla="*/ 4 h 566"/>
                <a:gd name="T32" fmla="*/ 2 w 401"/>
                <a:gd name="T33" fmla="*/ 4 h 566"/>
                <a:gd name="T34" fmla="*/ 3 w 401"/>
                <a:gd name="T35" fmla="*/ 5 h 566"/>
                <a:gd name="T36" fmla="*/ 3 w 401"/>
                <a:gd name="T37" fmla="*/ 4 h 566"/>
                <a:gd name="T38" fmla="*/ 3 w 401"/>
                <a:gd name="T39" fmla="*/ 4 h 566"/>
                <a:gd name="T40" fmla="*/ 3 w 401"/>
                <a:gd name="T41" fmla="*/ 4 h 566"/>
                <a:gd name="T42" fmla="*/ 3 w 401"/>
                <a:gd name="T43" fmla="*/ 3 h 566"/>
                <a:gd name="T44" fmla="*/ 3 w 401"/>
                <a:gd name="T45" fmla="*/ 3 h 566"/>
                <a:gd name="T46" fmla="*/ 3 w 401"/>
                <a:gd name="T47" fmla="*/ 3 h 566"/>
                <a:gd name="T48" fmla="*/ 3 w 401"/>
                <a:gd name="T49" fmla="*/ 2 h 566"/>
                <a:gd name="T50" fmla="*/ 3 w 401"/>
                <a:gd name="T51" fmla="*/ 2 h 566"/>
                <a:gd name="T52" fmla="*/ 2 w 401"/>
                <a:gd name="T53" fmla="*/ 2 h 566"/>
                <a:gd name="T54" fmla="*/ 2 w 401"/>
                <a:gd name="T55" fmla="*/ 2 h 566"/>
                <a:gd name="T56" fmla="*/ 2 w 401"/>
                <a:gd name="T57" fmla="*/ 1 h 566"/>
                <a:gd name="T58" fmla="*/ 2 w 401"/>
                <a:gd name="T59" fmla="*/ 1 h 566"/>
                <a:gd name="T60" fmla="*/ 2 w 401"/>
                <a:gd name="T61" fmla="*/ 1 h 566"/>
                <a:gd name="T62" fmla="*/ 1 w 401"/>
                <a:gd name="T63" fmla="*/ 1 h 566"/>
                <a:gd name="T64" fmla="*/ 1 w 401"/>
                <a:gd name="T65" fmla="*/ 0 h 566"/>
                <a:gd name="T66" fmla="*/ 1 w 401"/>
                <a:gd name="T67" fmla="*/ 0 h 566"/>
                <a:gd name="T68" fmla="*/ 1 w 401"/>
                <a:gd name="T69" fmla="*/ 0 h 566"/>
                <a:gd name="T70" fmla="*/ 1 w 401"/>
                <a:gd name="T71" fmla="*/ 0 h 566"/>
                <a:gd name="T72" fmla="*/ 1 w 401"/>
                <a:gd name="T73" fmla="*/ 0 h 566"/>
                <a:gd name="T74" fmla="*/ 0 w 401"/>
                <a:gd name="T75" fmla="*/ 0 h 566"/>
                <a:gd name="T76" fmla="*/ 0 w 401"/>
                <a:gd name="T77" fmla="*/ 0 h 566"/>
                <a:gd name="T78" fmla="*/ 0 w 401"/>
                <a:gd name="T79" fmla="*/ 0 h 566"/>
                <a:gd name="T80" fmla="*/ 0 w 401"/>
                <a:gd name="T81" fmla="*/ 0 h 566"/>
                <a:gd name="T82" fmla="*/ 0 w 401"/>
                <a:gd name="T83" fmla="*/ 0 h 566"/>
                <a:gd name="T84" fmla="*/ 0 w 401"/>
                <a:gd name="T85" fmla="*/ 0 h 566"/>
                <a:gd name="T86" fmla="*/ 0 w 401"/>
                <a:gd name="T87" fmla="*/ 1 h 566"/>
                <a:gd name="T88" fmla="*/ 0 w 401"/>
                <a:gd name="T89" fmla="*/ 1 h 56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401"/>
                <a:gd name="T136" fmla="*/ 0 h 566"/>
                <a:gd name="T137" fmla="*/ 401 w 401"/>
                <a:gd name="T138" fmla="*/ 566 h 566"/>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401" h="566">
                  <a:moveTo>
                    <a:pt x="23" y="88"/>
                  </a:moveTo>
                  <a:lnTo>
                    <a:pt x="23" y="88"/>
                  </a:lnTo>
                  <a:lnTo>
                    <a:pt x="53" y="107"/>
                  </a:lnTo>
                  <a:lnTo>
                    <a:pt x="83" y="125"/>
                  </a:lnTo>
                  <a:lnTo>
                    <a:pt x="108" y="147"/>
                  </a:lnTo>
                  <a:lnTo>
                    <a:pt x="135" y="171"/>
                  </a:lnTo>
                  <a:lnTo>
                    <a:pt x="160" y="196"/>
                  </a:lnTo>
                  <a:lnTo>
                    <a:pt x="182" y="223"/>
                  </a:lnTo>
                  <a:lnTo>
                    <a:pt x="205" y="251"/>
                  </a:lnTo>
                  <a:lnTo>
                    <a:pt x="223" y="281"/>
                  </a:lnTo>
                  <a:lnTo>
                    <a:pt x="240" y="312"/>
                  </a:lnTo>
                  <a:lnTo>
                    <a:pt x="256" y="345"/>
                  </a:lnTo>
                  <a:lnTo>
                    <a:pt x="270" y="379"/>
                  </a:lnTo>
                  <a:lnTo>
                    <a:pt x="282" y="414"/>
                  </a:lnTo>
                  <a:lnTo>
                    <a:pt x="291" y="450"/>
                  </a:lnTo>
                  <a:lnTo>
                    <a:pt x="299" y="488"/>
                  </a:lnTo>
                  <a:lnTo>
                    <a:pt x="304" y="526"/>
                  </a:lnTo>
                  <a:lnTo>
                    <a:pt x="308" y="566"/>
                  </a:lnTo>
                  <a:lnTo>
                    <a:pt x="401" y="562"/>
                  </a:lnTo>
                  <a:lnTo>
                    <a:pt x="398" y="517"/>
                  </a:lnTo>
                  <a:lnTo>
                    <a:pt x="391" y="471"/>
                  </a:lnTo>
                  <a:lnTo>
                    <a:pt x="383" y="429"/>
                  </a:lnTo>
                  <a:lnTo>
                    <a:pt x="371" y="386"/>
                  </a:lnTo>
                  <a:lnTo>
                    <a:pt x="357" y="346"/>
                  </a:lnTo>
                  <a:lnTo>
                    <a:pt x="340" y="307"/>
                  </a:lnTo>
                  <a:lnTo>
                    <a:pt x="324" y="270"/>
                  </a:lnTo>
                  <a:lnTo>
                    <a:pt x="303" y="232"/>
                  </a:lnTo>
                  <a:lnTo>
                    <a:pt x="280" y="197"/>
                  </a:lnTo>
                  <a:lnTo>
                    <a:pt x="255" y="164"/>
                  </a:lnTo>
                  <a:lnTo>
                    <a:pt x="228" y="132"/>
                  </a:lnTo>
                  <a:lnTo>
                    <a:pt x="199" y="103"/>
                  </a:lnTo>
                  <a:lnTo>
                    <a:pt x="169" y="76"/>
                  </a:lnTo>
                  <a:lnTo>
                    <a:pt x="137" y="50"/>
                  </a:lnTo>
                  <a:lnTo>
                    <a:pt x="103" y="27"/>
                  </a:lnTo>
                  <a:lnTo>
                    <a:pt x="67" y="6"/>
                  </a:lnTo>
                  <a:lnTo>
                    <a:pt x="48" y="0"/>
                  </a:lnTo>
                  <a:lnTo>
                    <a:pt x="30" y="2"/>
                  </a:lnTo>
                  <a:lnTo>
                    <a:pt x="16" y="12"/>
                  </a:lnTo>
                  <a:lnTo>
                    <a:pt x="5" y="25"/>
                  </a:lnTo>
                  <a:lnTo>
                    <a:pt x="0" y="41"/>
                  </a:lnTo>
                  <a:lnTo>
                    <a:pt x="0" y="59"/>
                  </a:lnTo>
                  <a:lnTo>
                    <a:pt x="8" y="75"/>
                  </a:lnTo>
                  <a:lnTo>
                    <a:pt x="23"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9049" name="Freeform 39"/>
            <p:cNvSpPr>
              <a:spLocks/>
            </p:cNvSpPr>
            <p:nvPr/>
          </p:nvSpPr>
          <p:spPr bwMode="auto">
            <a:xfrm>
              <a:off x="1346" y="1455"/>
              <a:ext cx="266" cy="160"/>
            </a:xfrm>
            <a:custGeom>
              <a:avLst/>
              <a:gdLst>
                <a:gd name="T0" fmla="*/ 0 w 1330"/>
                <a:gd name="T1" fmla="*/ 1 h 801"/>
                <a:gd name="T2" fmla="*/ 0 w 1330"/>
                <a:gd name="T3" fmla="*/ 1 h 801"/>
                <a:gd name="T4" fmla="*/ 10 w 1330"/>
                <a:gd name="T5" fmla="*/ 6 h 801"/>
                <a:gd name="T6" fmla="*/ 11 w 1330"/>
                <a:gd name="T7" fmla="*/ 6 h 801"/>
                <a:gd name="T8" fmla="*/ 1 w 1330"/>
                <a:gd name="T9" fmla="*/ 0 h 801"/>
                <a:gd name="T10" fmla="*/ 1 w 1330"/>
                <a:gd name="T11" fmla="*/ 0 h 801"/>
                <a:gd name="T12" fmla="*/ 1 w 1330"/>
                <a:gd name="T13" fmla="*/ 0 h 801"/>
                <a:gd name="T14" fmla="*/ 0 w 1330"/>
                <a:gd name="T15" fmla="*/ 0 h 801"/>
                <a:gd name="T16" fmla="*/ 0 w 1330"/>
                <a:gd name="T17" fmla="*/ 0 h 801"/>
                <a:gd name="T18" fmla="*/ 0 w 1330"/>
                <a:gd name="T19" fmla="*/ 0 h 801"/>
                <a:gd name="T20" fmla="*/ 0 w 1330"/>
                <a:gd name="T21" fmla="*/ 0 h 801"/>
                <a:gd name="T22" fmla="*/ 0 w 1330"/>
                <a:gd name="T23" fmla="*/ 0 h 801"/>
                <a:gd name="T24" fmla="*/ 0 w 1330"/>
                <a:gd name="T25" fmla="*/ 0 h 801"/>
                <a:gd name="T26" fmla="*/ 0 w 1330"/>
                <a:gd name="T27" fmla="*/ 1 h 801"/>
                <a:gd name="T28" fmla="*/ 0 w 1330"/>
                <a:gd name="T29" fmla="*/ 1 h 801"/>
                <a:gd name="T30" fmla="*/ 0 w 1330"/>
                <a:gd name="T31" fmla="*/ 1 h 801"/>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30"/>
                <a:gd name="T49" fmla="*/ 0 h 801"/>
                <a:gd name="T50" fmla="*/ 1330 w 1330"/>
                <a:gd name="T51" fmla="*/ 801 h 801"/>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30" h="801">
                  <a:moveTo>
                    <a:pt x="24" y="88"/>
                  </a:moveTo>
                  <a:lnTo>
                    <a:pt x="23" y="88"/>
                  </a:lnTo>
                  <a:lnTo>
                    <a:pt x="1286" y="801"/>
                  </a:lnTo>
                  <a:lnTo>
                    <a:pt x="1330" y="719"/>
                  </a:lnTo>
                  <a:lnTo>
                    <a:pt x="67" y="6"/>
                  </a:lnTo>
                  <a:lnTo>
                    <a:pt x="66" y="6"/>
                  </a:lnTo>
                  <a:lnTo>
                    <a:pt x="67" y="6"/>
                  </a:lnTo>
                  <a:lnTo>
                    <a:pt x="48" y="0"/>
                  </a:lnTo>
                  <a:lnTo>
                    <a:pt x="30" y="2"/>
                  </a:lnTo>
                  <a:lnTo>
                    <a:pt x="16" y="12"/>
                  </a:lnTo>
                  <a:lnTo>
                    <a:pt x="5" y="25"/>
                  </a:lnTo>
                  <a:lnTo>
                    <a:pt x="0" y="41"/>
                  </a:lnTo>
                  <a:lnTo>
                    <a:pt x="0" y="59"/>
                  </a:lnTo>
                  <a:lnTo>
                    <a:pt x="8" y="75"/>
                  </a:lnTo>
                  <a:lnTo>
                    <a:pt x="23" y="88"/>
                  </a:lnTo>
                  <a:lnTo>
                    <a:pt x="24"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9050" name="Freeform 40"/>
            <p:cNvSpPr>
              <a:spLocks/>
            </p:cNvSpPr>
            <p:nvPr/>
          </p:nvSpPr>
          <p:spPr bwMode="auto">
            <a:xfrm>
              <a:off x="1198" y="1439"/>
              <a:ext cx="161" cy="35"/>
            </a:xfrm>
            <a:custGeom>
              <a:avLst/>
              <a:gdLst>
                <a:gd name="T0" fmla="*/ 1 w 806"/>
                <a:gd name="T1" fmla="*/ 1 h 177"/>
                <a:gd name="T2" fmla="*/ 1 w 806"/>
                <a:gd name="T3" fmla="*/ 1 h 177"/>
                <a:gd name="T4" fmla="*/ 1 w 806"/>
                <a:gd name="T5" fmla="*/ 1 h 177"/>
                <a:gd name="T6" fmla="*/ 1 w 806"/>
                <a:gd name="T7" fmla="*/ 1 h 177"/>
                <a:gd name="T8" fmla="*/ 2 w 806"/>
                <a:gd name="T9" fmla="*/ 1 h 177"/>
                <a:gd name="T10" fmla="*/ 2 w 806"/>
                <a:gd name="T11" fmla="*/ 1 h 177"/>
                <a:gd name="T12" fmla="*/ 2 w 806"/>
                <a:gd name="T13" fmla="*/ 1 h 177"/>
                <a:gd name="T14" fmla="*/ 3 w 806"/>
                <a:gd name="T15" fmla="*/ 1 h 177"/>
                <a:gd name="T16" fmla="*/ 3 w 806"/>
                <a:gd name="T17" fmla="*/ 1 h 177"/>
                <a:gd name="T18" fmla="*/ 3 w 806"/>
                <a:gd name="T19" fmla="*/ 1 h 177"/>
                <a:gd name="T20" fmla="*/ 4 w 806"/>
                <a:gd name="T21" fmla="*/ 1 h 177"/>
                <a:gd name="T22" fmla="*/ 4 w 806"/>
                <a:gd name="T23" fmla="*/ 1 h 177"/>
                <a:gd name="T24" fmla="*/ 5 w 806"/>
                <a:gd name="T25" fmla="*/ 1 h 177"/>
                <a:gd name="T26" fmla="*/ 5 w 806"/>
                <a:gd name="T27" fmla="*/ 1 h 177"/>
                <a:gd name="T28" fmla="*/ 5 w 806"/>
                <a:gd name="T29" fmla="*/ 1 h 177"/>
                <a:gd name="T30" fmla="*/ 6 w 806"/>
                <a:gd name="T31" fmla="*/ 1 h 177"/>
                <a:gd name="T32" fmla="*/ 6 w 806"/>
                <a:gd name="T33" fmla="*/ 1 h 177"/>
                <a:gd name="T34" fmla="*/ 6 w 806"/>
                <a:gd name="T35" fmla="*/ 1 h 177"/>
                <a:gd name="T36" fmla="*/ 6 w 806"/>
                <a:gd name="T37" fmla="*/ 1 h 177"/>
                <a:gd name="T38" fmla="*/ 6 w 806"/>
                <a:gd name="T39" fmla="*/ 1 h 177"/>
                <a:gd name="T40" fmla="*/ 6 w 806"/>
                <a:gd name="T41" fmla="*/ 0 h 177"/>
                <a:gd name="T42" fmla="*/ 5 w 806"/>
                <a:gd name="T43" fmla="*/ 0 h 177"/>
                <a:gd name="T44" fmla="*/ 5 w 806"/>
                <a:gd name="T45" fmla="*/ 0 h 177"/>
                <a:gd name="T46" fmla="*/ 5 w 806"/>
                <a:gd name="T47" fmla="*/ 0 h 177"/>
                <a:gd name="T48" fmla="*/ 4 w 806"/>
                <a:gd name="T49" fmla="*/ 0 h 177"/>
                <a:gd name="T50" fmla="*/ 4 w 806"/>
                <a:gd name="T51" fmla="*/ 0 h 177"/>
                <a:gd name="T52" fmla="*/ 3 w 806"/>
                <a:gd name="T53" fmla="*/ 0 h 177"/>
                <a:gd name="T54" fmla="*/ 3 w 806"/>
                <a:gd name="T55" fmla="*/ 0 h 177"/>
                <a:gd name="T56" fmla="*/ 3 w 806"/>
                <a:gd name="T57" fmla="*/ 0 h 177"/>
                <a:gd name="T58" fmla="*/ 2 w 806"/>
                <a:gd name="T59" fmla="*/ 0 h 177"/>
                <a:gd name="T60" fmla="*/ 2 w 806"/>
                <a:gd name="T61" fmla="*/ 0 h 177"/>
                <a:gd name="T62" fmla="*/ 1 w 806"/>
                <a:gd name="T63" fmla="*/ 0 h 177"/>
                <a:gd name="T64" fmla="*/ 1 w 806"/>
                <a:gd name="T65" fmla="*/ 0 h 177"/>
                <a:gd name="T66" fmla="*/ 1 w 806"/>
                <a:gd name="T67" fmla="*/ 1 h 177"/>
                <a:gd name="T68" fmla="*/ 0 w 806"/>
                <a:gd name="T69" fmla="*/ 1 h 177"/>
                <a:gd name="T70" fmla="*/ 0 w 806"/>
                <a:gd name="T71" fmla="*/ 1 h 177"/>
                <a:gd name="T72" fmla="*/ 0 w 806"/>
                <a:gd name="T73" fmla="*/ 1 h 177"/>
                <a:gd name="T74" fmla="*/ 0 w 806"/>
                <a:gd name="T75" fmla="*/ 1 h 177"/>
                <a:gd name="T76" fmla="*/ 0 w 806"/>
                <a:gd name="T77" fmla="*/ 1 h 177"/>
                <a:gd name="T78" fmla="*/ 0 w 806"/>
                <a:gd name="T79" fmla="*/ 1 h 177"/>
                <a:gd name="T80" fmla="*/ 0 w 806"/>
                <a:gd name="T81" fmla="*/ 1 h 177"/>
                <a:gd name="T82" fmla="*/ 0 w 806"/>
                <a:gd name="T83" fmla="*/ 1 h 177"/>
                <a:gd name="T84" fmla="*/ 0 w 806"/>
                <a:gd name="T85" fmla="*/ 1 h 177"/>
                <a:gd name="T86" fmla="*/ 0 w 806"/>
                <a:gd name="T87" fmla="*/ 1 h 177"/>
                <a:gd name="T88" fmla="*/ 1 w 806"/>
                <a:gd name="T89" fmla="*/ 1 h 177"/>
                <a:gd name="T90" fmla="*/ 1 w 806"/>
                <a:gd name="T91" fmla="*/ 1 h 17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806"/>
                <a:gd name="T139" fmla="*/ 0 h 177"/>
                <a:gd name="T140" fmla="*/ 806 w 806"/>
                <a:gd name="T141" fmla="*/ 177 h 17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806" h="177">
                  <a:moveTo>
                    <a:pt x="67" y="171"/>
                  </a:moveTo>
                  <a:lnTo>
                    <a:pt x="68" y="171"/>
                  </a:lnTo>
                  <a:lnTo>
                    <a:pt x="109" y="151"/>
                  </a:lnTo>
                  <a:lnTo>
                    <a:pt x="151" y="135"/>
                  </a:lnTo>
                  <a:lnTo>
                    <a:pt x="196" y="122"/>
                  </a:lnTo>
                  <a:lnTo>
                    <a:pt x="242" y="110"/>
                  </a:lnTo>
                  <a:lnTo>
                    <a:pt x="287" y="102"/>
                  </a:lnTo>
                  <a:lnTo>
                    <a:pt x="335" y="97"/>
                  </a:lnTo>
                  <a:lnTo>
                    <a:pt x="382" y="95"/>
                  </a:lnTo>
                  <a:lnTo>
                    <a:pt x="430" y="94"/>
                  </a:lnTo>
                  <a:lnTo>
                    <a:pt x="477" y="97"/>
                  </a:lnTo>
                  <a:lnTo>
                    <a:pt x="524" y="102"/>
                  </a:lnTo>
                  <a:lnTo>
                    <a:pt x="568" y="108"/>
                  </a:lnTo>
                  <a:lnTo>
                    <a:pt x="612" y="117"/>
                  </a:lnTo>
                  <a:lnTo>
                    <a:pt x="654" y="128"/>
                  </a:lnTo>
                  <a:lnTo>
                    <a:pt x="693" y="141"/>
                  </a:lnTo>
                  <a:lnTo>
                    <a:pt x="730" y="155"/>
                  </a:lnTo>
                  <a:lnTo>
                    <a:pt x="764" y="171"/>
                  </a:lnTo>
                  <a:lnTo>
                    <a:pt x="806" y="89"/>
                  </a:lnTo>
                  <a:lnTo>
                    <a:pt x="768" y="70"/>
                  </a:lnTo>
                  <a:lnTo>
                    <a:pt x="725" y="54"/>
                  </a:lnTo>
                  <a:lnTo>
                    <a:pt x="680" y="39"/>
                  </a:lnTo>
                  <a:lnTo>
                    <a:pt x="633" y="26"/>
                  </a:lnTo>
                  <a:lnTo>
                    <a:pt x="585" y="16"/>
                  </a:lnTo>
                  <a:lnTo>
                    <a:pt x="536" y="8"/>
                  </a:lnTo>
                  <a:lnTo>
                    <a:pt x="484" y="3"/>
                  </a:lnTo>
                  <a:lnTo>
                    <a:pt x="433" y="0"/>
                  </a:lnTo>
                  <a:lnTo>
                    <a:pt x="380" y="1"/>
                  </a:lnTo>
                  <a:lnTo>
                    <a:pt x="328" y="3"/>
                  </a:lnTo>
                  <a:lnTo>
                    <a:pt x="276" y="10"/>
                  </a:lnTo>
                  <a:lnTo>
                    <a:pt x="223" y="19"/>
                  </a:lnTo>
                  <a:lnTo>
                    <a:pt x="172" y="30"/>
                  </a:lnTo>
                  <a:lnTo>
                    <a:pt x="121" y="46"/>
                  </a:lnTo>
                  <a:lnTo>
                    <a:pt x="72" y="67"/>
                  </a:lnTo>
                  <a:lnTo>
                    <a:pt x="24" y="89"/>
                  </a:lnTo>
                  <a:lnTo>
                    <a:pt x="25" y="89"/>
                  </a:lnTo>
                  <a:lnTo>
                    <a:pt x="24" y="89"/>
                  </a:lnTo>
                  <a:lnTo>
                    <a:pt x="8" y="102"/>
                  </a:lnTo>
                  <a:lnTo>
                    <a:pt x="0" y="118"/>
                  </a:lnTo>
                  <a:lnTo>
                    <a:pt x="0" y="136"/>
                  </a:lnTo>
                  <a:lnTo>
                    <a:pt x="6" y="152"/>
                  </a:lnTo>
                  <a:lnTo>
                    <a:pt x="17" y="165"/>
                  </a:lnTo>
                  <a:lnTo>
                    <a:pt x="31" y="175"/>
                  </a:lnTo>
                  <a:lnTo>
                    <a:pt x="48" y="177"/>
                  </a:lnTo>
                  <a:lnTo>
                    <a:pt x="68" y="171"/>
                  </a:lnTo>
                  <a:lnTo>
                    <a:pt x="67" y="1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9051" name="Freeform 41"/>
            <p:cNvSpPr>
              <a:spLocks/>
            </p:cNvSpPr>
            <p:nvPr/>
          </p:nvSpPr>
          <p:spPr bwMode="auto">
            <a:xfrm>
              <a:off x="931" y="1456"/>
              <a:ext cx="280" cy="158"/>
            </a:xfrm>
            <a:custGeom>
              <a:avLst/>
              <a:gdLst>
                <a:gd name="T0" fmla="*/ 1 w 1402"/>
                <a:gd name="T1" fmla="*/ 6 h 787"/>
                <a:gd name="T2" fmla="*/ 1 w 1402"/>
                <a:gd name="T3" fmla="*/ 6 h 787"/>
                <a:gd name="T4" fmla="*/ 11 w 1402"/>
                <a:gd name="T5" fmla="*/ 1 h 787"/>
                <a:gd name="T6" fmla="*/ 11 w 1402"/>
                <a:gd name="T7" fmla="*/ 0 h 787"/>
                <a:gd name="T8" fmla="*/ 0 w 1402"/>
                <a:gd name="T9" fmla="*/ 6 h 787"/>
                <a:gd name="T10" fmla="*/ 0 w 1402"/>
                <a:gd name="T11" fmla="*/ 6 h 787"/>
                <a:gd name="T12" fmla="*/ 0 w 1402"/>
                <a:gd name="T13" fmla="*/ 6 h 787"/>
                <a:gd name="T14" fmla="*/ 0 w 1402"/>
                <a:gd name="T15" fmla="*/ 6 h 787"/>
                <a:gd name="T16" fmla="*/ 0 w 1402"/>
                <a:gd name="T17" fmla="*/ 6 h 787"/>
                <a:gd name="T18" fmla="*/ 0 w 1402"/>
                <a:gd name="T19" fmla="*/ 6 h 787"/>
                <a:gd name="T20" fmla="*/ 0 w 1402"/>
                <a:gd name="T21" fmla="*/ 6 h 787"/>
                <a:gd name="T22" fmla="*/ 0 w 1402"/>
                <a:gd name="T23" fmla="*/ 6 h 787"/>
                <a:gd name="T24" fmla="*/ 0 w 1402"/>
                <a:gd name="T25" fmla="*/ 6 h 787"/>
                <a:gd name="T26" fmla="*/ 0 w 1402"/>
                <a:gd name="T27" fmla="*/ 6 h 787"/>
                <a:gd name="T28" fmla="*/ 1 w 1402"/>
                <a:gd name="T29" fmla="*/ 6 h 787"/>
                <a:gd name="T30" fmla="*/ 1 w 1402"/>
                <a:gd name="T31" fmla="*/ 6 h 78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02"/>
                <a:gd name="T49" fmla="*/ 0 h 787"/>
                <a:gd name="T50" fmla="*/ 1402 w 1402"/>
                <a:gd name="T51" fmla="*/ 787 h 78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02" h="787">
                  <a:moveTo>
                    <a:pt x="69" y="781"/>
                  </a:moveTo>
                  <a:lnTo>
                    <a:pt x="66" y="781"/>
                  </a:lnTo>
                  <a:lnTo>
                    <a:pt x="1402" y="82"/>
                  </a:lnTo>
                  <a:lnTo>
                    <a:pt x="1360" y="0"/>
                  </a:lnTo>
                  <a:lnTo>
                    <a:pt x="24" y="699"/>
                  </a:lnTo>
                  <a:lnTo>
                    <a:pt x="22" y="699"/>
                  </a:lnTo>
                  <a:lnTo>
                    <a:pt x="24" y="699"/>
                  </a:lnTo>
                  <a:lnTo>
                    <a:pt x="8" y="712"/>
                  </a:lnTo>
                  <a:lnTo>
                    <a:pt x="1" y="727"/>
                  </a:lnTo>
                  <a:lnTo>
                    <a:pt x="0" y="744"/>
                  </a:lnTo>
                  <a:lnTo>
                    <a:pt x="5" y="761"/>
                  </a:lnTo>
                  <a:lnTo>
                    <a:pt x="15" y="775"/>
                  </a:lnTo>
                  <a:lnTo>
                    <a:pt x="30" y="784"/>
                  </a:lnTo>
                  <a:lnTo>
                    <a:pt x="46" y="787"/>
                  </a:lnTo>
                  <a:lnTo>
                    <a:pt x="66" y="781"/>
                  </a:lnTo>
                  <a:lnTo>
                    <a:pt x="69" y="7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9052" name="Freeform 42"/>
            <p:cNvSpPr>
              <a:spLocks/>
            </p:cNvSpPr>
            <p:nvPr/>
          </p:nvSpPr>
          <p:spPr bwMode="auto">
            <a:xfrm>
              <a:off x="868" y="1596"/>
              <a:ext cx="77" cy="126"/>
            </a:xfrm>
            <a:custGeom>
              <a:avLst/>
              <a:gdLst>
                <a:gd name="T0" fmla="*/ 1 w 382"/>
                <a:gd name="T1" fmla="*/ 5 h 628"/>
                <a:gd name="T2" fmla="*/ 1 w 382"/>
                <a:gd name="T3" fmla="*/ 5 h 628"/>
                <a:gd name="T4" fmla="*/ 1 w 382"/>
                <a:gd name="T5" fmla="*/ 4 h 628"/>
                <a:gd name="T6" fmla="*/ 1 w 382"/>
                <a:gd name="T7" fmla="*/ 4 h 628"/>
                <a:gd name="T8" fmla="*/ 1 w 382"/>
                <a:gd name="T9" fmla="*/ 4 h 628"/>
                <a:gd name="T10" fmla="*/ 1 w 382"/>
                <a:gd name="T11" fmla="*/ 3 h 628"/>
                <a:gd name="T12" fmla="*/ 1 w 382"/>
                <a:gd name="T13" fmla="*/ 3 h 628"/>
                <a:gd name="T14" fmla="*/ 1 w 382"/>
                <a:gd name="T15" fmla="*/ 3 h 628"/>
                <a:gd name="T16" fmla="*/ 1 w 382"/>
                <a:gd name="T17" fmla="*/ 3 h 628"/>
                <a:gd name="T18" fmla="*/ 1 w 382"/>
                <a:gd name="T19" fmla="*/ 2 h 628"/>
                <a:gd name="T20" fmla="*/ 2 w 382"/>
                <a:gd name="T21" fmla="*/ 2 h 628"/>
                <a:gd name="T22" fmla="*/ 2 w 382"/>
                <a:gd name="T23" fmla="*/ 2 h 628"/>
                <a:gd name="T24" fmla="*/ 2 w 382"/>
                <a:gd name="T25" fmla="*/ 2 h 628"/>
                <a:gd name="T26" fmla="*/ 2 w 382"/>
                <a:gd name="T27" fmla="*/ 1 h 628"/>
                <a:gd name="T28" fmla="*/ 2 w 382"/>
                <a:gd name="T29" fmla="*/ 1 h 628"/>
                <a:gd name="T30" fmla="*/ 3 w 382"/>
                <a:gd name="T31" fmla="*/ 1 h 628"/>
                <a:gd name="T32" fmla="*/ 3 w 382"/>
                <a:gd name="T33" fmla="*/ 1 h 628"/>
                <a:gd name="T34" fmla="*/ 3 w 382"/>
                <a:gd name="T35" fmla="*/ 1 h 628"/>
                <a:gd name="T36" fmla="*/ 3 w 382"/>
                <a:gd name="T37" fmla="*/ 0 h 628"/>
                <a:gd name="T38" fmla="*/ 2 w 382"/>
                <a:gd name="T39" fmla="*/ 0 h 628"/>
                <a:gd name="T40" fmla="*/ 2 w 382"/>
                <a:gd name="T41" fmla="*/ 0 h 628"/>
                <a:gd name="T42" fmla="*/ 2 w 382"/>
                <a:gd name="T43" fmla="*/ 1 h 628"/>
                <a:gd name="T44" fmla="*/ 2 w 382"/>
                <a:gd name="T45" fmla="*/ 1 h 628"/>
                <a:gd name="T46" fmla="*/ 1 w 382"/>
                <a:gd name="T47" fmla="*/ 1 h 628"/>
                <a:gd name="T48" fmla="*/ 1 w 382"/>
                <a:gd name="T49" fmla="*/ 1 h 628"/>
                <a:gd name="T50" fmla="*/ 1 w 382"/>
                <a:gd name="T51" fmla="*/ 2 h 628"/>
                <a:gd name="T52" fmla="*/ 1 w 382"/>
                <a:gd name="T53" fmla="*/ 2 h 628"/>
                <a:gd name="T54" fmla="*/ 1 w 382"/>
                <a:gd name="T55" fmla="*/ 2 h 628"/>
                <a:gd name="T56" fmla="*/ 0 w 382"/>
                <a:gd name="T57" fmla="*/ 3 h 628"/>
                <a:gd name="T58" fmla="*/ 0 w 382"/>
                <a:gd name="T59" fmla="*/ 3 h 628"/>
                <a:gd name="T60" fmla="*/ 0 w 382"/>
                <a:gd name="T61" fmla="*/ 3 h 628"/>
                <a:gd name="T62" fmla="*/ 0 w 382"/>
                <a:gd name="T63" fmla="*/ 4 h 628"/>
                <a:gd name="T64" fmla="*/ 0 w 382"/>
                <a:gd name="T65" fmla="*/ 4 h 628"/>
                <a:gd name="T66" fmla="*/ 0 w 382"/>
                <a:gd name="T67" fmla="*/ 4 h 628"/>
                <a:gd name="T68" fmla="*/ 0 w 382"/>
                <a:gd name="T69" fmla="*/ 5 h 628"/>
                <a:gd name="T70" fmla="*/ 0 w 382"/>
                <a:gd name="T71" fmla="*/ 5 h 628"/>
                <a:gd name="T72" fmla="*/ 0 w 382"/>
                <a:gd name="T73" fmla="*/ 5 h 628"/>
                <a:gd name="T74" fmla="*/ 0 w 382"/>
                <a:gd name="T75" fmla="*/ 5 h 628"/>
                <a:gd name="T76" fmla="*/ 0 w 382"/>
                <a:gd name="T77" fmla="*/ 5 h 628"/>
                <a:gd name="T78" fmla="*/ 0 w 382"/>
                <a:gd name="T79" fmla="*/ 5 h 628"/>
                <a:gd name="T80" fmla="*/ 0 w 382"/>
                <a:gd name="T81" fmla="*/ 5 h 628"/>
                <a:gd name="T82" fmla="*/ 1 w 382"/>
                <a:gd name="T83" fmla="*/ 5 h 628"/>
                <a:gd name="T84" fmla="*/ 1 w 382"/>
                <a:gd name="T85" fmla="*/ 5 h 628"/>
                <a:gd name="T86" fmla="*/ 1 w 382"/>
                <a:gd name="T87" fmla="*/ 5 h 628"/>
                <a:gd name="T88" fmla="*/ 1 w 382"/>
                <a:gd name="T89" fmla="*/ 5 h 628"/>
                <a:gd name="T90" fmla="*/ 1 w 382"/>
                <a:gd name="T91" fmla="*/ 5 h 628"/>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382"/>
                <a:gd name="T139" fmla="*/ 0 h 628"/>
                <a:gd name="T140" fmla="*/ 382 w 382"/>
                <a:gd name="T141" fmla="*/ 628 h 628"/>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382" h="628">
                  <a:moveTo>
                    <a:pt x="94" y="581"/>
                  </a:moveTo>
                  <a:lnTo>
                    <a:pt x="94" y="582"/>
                  </a:lnTo>
                  <a:lnTo>
                    <a:pt x="96" y="541"/>
                  </a:lnTo>
                  <a:lnTo>
                    <a:pt x="99" y="500"/>
                  </a:lnTo>
                  <a:lnTo>
                    <a:pt x="106" y="463"/>
                  </a:lnTo>
                  <a:lnTo>
                    <a:pt x="115" y="424"/>
                  </a:lnTo>
                  <a:lnTo>
                    <a:pt x="127" y="389"/>
                  </a:lnTo>
                  <a:lnTo>
                    <a:pt x="140" y="353"/>
                  </a:lnTo>
                  <a:lnTo>
                    <a:pt x="156" y="320"/>
                  </a:lnTo>
                  <a:lnTo>
                    <a:pt x="173" y="287"/>
                  </a:lnTo>
                  <a:lnTo>
                    <a:pt x="193" y="255"/>
                  </a:lnTo>
                  <a:lnTo>
                    <a:pt x="214" y="226"/>
                  </a:lnTo>
                  <a:lnTo>
                    <a:pt x="238" y="198"/>
                  </a:lnTo>
                  <a:lnTo>
                    <a:pt x="263" y="172"/>
                  </a:lnTo>
                  <a:lnTo>
                    <a:pt x="290" y="146"/>
                  </a:lnTo>
                  <a:lnTo>
                    <a:pt x="318" y="122"/>
                  </a:lnTo>
                  <a:lnTo>
                    <a:pt x="349" y="101"/>
                  </a:lnTo>
                  <a:lnTo>
                    <a:pt x="382" y="82"/>
                  </a:lnTo>
                  <a:lnTo>
                    <a:pt x="335" y="0"/>
                  </a:lnTo>
                  <a:lnTo>
                    <a:pt x="297" y="23"/>
                  </a:lnTo>
                  <a:lnTo>
                    <a:pt x="262" y="49"/>
                  </a:lnTo>
                  <a:lnTo>
                    <a:pt x="229" y="76"/>
                  </a:lnTo>
                  <a:lnTo>
                    <a:pt x="198" y="104"/>
                  </a:lnTo>
                  <a:lnTo>
                    <a:pt x="167" y="137"/>
                  </a:lnTo>
                  <a:lnTo>
                    <a:pt x="142" y="170"/>
                  </a:lnTo>
                  <a:lnTo>
                    <a:pt x="116" y="204"/>
                  </a:lnTo>
                  <a:lnTo>
                    <a:pt x="94" y="240"/>
                  </a:lnTo>
                  <a:lnTo>
                    <a:pt x="74" y="278"/>
                  </a:lnTo>
                  <a:lnTo>
                    <a:pt x="54" y="317"/>
                  </a:lnTo>
                  <a:lnTo>
                    <a:pt x="38" y="359"/>
                  </a:lnTo>
                  <a:lnTo>
                    <a:pt x="26" y="401"/>
                  </a:lnTo>
                  <a:lnTo>
                    <a:pt x="15" y="444"/>
                  </a:lnTo>
                  <a:lnTo>
                    <a:pt x="8" y="489"/>
                  </a:lnTo>
                  <a:lnTo>
                    <a:pt x="2" y="534"/>
                  </a:lnTo>
                  <a:lnTo>
                    <a:pt x="0" y="580"/>
                  </a:lnTo>
                  <a:lnTo>
                    <a:pt x="0" y="581"/>
                  </a:lnTo>
                  <a:lnTo>
                    <a:pt x="0" y="580"/>
                  </a:lnTo>
                  <a:lnTo>
                    <a:pt x="3" y="600"/>
                  </a:lnTo>
                  <a:lnTo>
                    <a:pt x="14" y="615"/>
                  </a:lnTo>
                  <a:lnTo>
                    <a:pt x="29" y="625"/>
                  </a:lnTo>
                  <a:lnTo>
                    <a:pt x="45" y="628"/>
                  </a:lnTo>
                  <a:lnTo>
                    <a:pt x="63" y="626"/>
                  </a:lnTo>
                  <a:lnTo>
                    <a:pt x="78" y="616"/>
                  </a:lnTo>
                  <a:lnTo>
                    <a:pt x="89" y="602"/>
                  </a:lnTo>
                  <a:lnTo>
                    <a:pt x="94" y="582"/>
                  </a:lnTo>
                  <a:lnTo>
                    <a:pt x="94" y="5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9053" name="Freeform 43"/>
            <p:cNvSpPr>
              <a:spLocks/>
            </p:cNvSpPr>
            <p:nvPr/>
          </p:nvSpPr>
          <p:spPr bwMode="auto">
            <a:xfrm>
              <a:off x="868" y="1712"/>
              <a:ext cx="19" cy="364"/>
            </a:xfrm>
            <a:custGeom>
              <a:avLst/>
              <a:gdLst>
                <a:gd name="T0" fmla="*/ 1 w 94"/>
                <a:gd name="T1" fmla="*/ 14 h 1818"/>
                <a:gd name="T2" fmla="*/ 1 w 94"/>
                <a:gd name="T3" fmla="*/ 14 h 1818"/>
                <a:gd name="T4" fmla="*/ 1 w 94"/>
                <a:gd name="T5" fmla="*/ 0 h 1818"/>
                <a:gd name="T6" fmla="*/ 0 w 94"/>
                <a:gd name="T7" fmla="*/ 0 h 1818"/>
                <a:gd name="T8" fmla="*/ 0 w 94"/>
                <a:gd name="T9" fmla="*/ 14 h 1818"/>
                <a:gd name="T10" fmla="*/ 0 w 94"/>
                <a:gd name="T11" fmla="*/ 14 h 1818"/>
                <a:gd name="T12" fmla="*/ 0 w 94"/>
                <a:gd name="T13" fmla="*/ 14 h 1818"/>
                <a:gd name="T14" fmla="*/ 0 w 94"/>
                <a:gd name="T15" fmla="*/ 14 h 1818"/>
                <a:gd name="T16" fmla="*/ 0 w 94"/>
                <a:gd name="T17" fmla="*/ 14 h 1818"/>
                <a:gd name="T18" fmla="*/ 0 w 94"/>
                <a:gd name="T19" fmla="*/ 15 h 1818"/>
                <a:gd name="T20" fmla="*/ 0 w 94"/>
                <a:gd name="T21" fmla="*/ 15 h 1818"/>
                <a:gd name="T22" fmla="*/ 1 w 94"/>
                <a:gd name="T23" fmla="*/ 15 h 1818"/>
                <a:gd name="T24" fmla="*/ 1 w 94"/>
                <a:gd name="T25" fmla="*/ 14 h 1818"/>
                <a:gd name="T26" fmla="*/ 1 w 94"/>
                <a:gd name="T27" fmla="*/ 14 h 1818"/>
                <a:gd name="T28" fmla="*/ 1 w 94"/>
                <a:gd name="T29" fmla="*/ 14 h 1818"/>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94"/>
                <a:gd name="T46" fmla="*/ 0 h 1818"/>
                <a:gd name="T47" fmla="*/ 94 w 94"/>
                <a:gd name="T48" fmla="*/ 1818 h 1818"/>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94" h="1818">
                  <a:moveTo>
                    <a:pt x="94" y="1771"/>
                  </a:moveTo>
                  <a:lnTo>
                    <a:pt x="94" y="1771"/>
                  </a:lnTo>
                  <a:lnTo>
                    <a:pt x="94" y="0"/>
                  </a:lnTo>
                  <a:lnTo>
                    <a:pt x="0" y="0"/>
                  </a:lnTo>
                  <a:lnTo>
                    <a:pt x="0" y="1771"/>
                  </a:lnTo>
                  <a:lnTo>
                    <a:pt x="3" y="1791"/>
                  </a:lnTo>
                  <a:lnTo>
                    <a:pt x="15" y="1806"/>
                  </a:lnTo>
                  <a:lnTo>
                    <a:pt x="29" y="1814"/>
                  </a:lnTo>
                  <a:lnTo>
                    <a:pt x="47" y="1818"/>
                  </a:lnTo>
                  <a:lnTo>
                    <a:pt x="64" y="1814"/>
                  </a:lnTo>
                  <a:lnTo>
                    <a:pt x="79" y="1806"/>
                  </a:lnTo>
                  <a:lnTo>
                    <a:pt x="90" y="1791"/>
                  </a:lnTo>
                  <a:lnTo>
                    <a:pt x="94" y="17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9054" name="Freeform 44"/>
            <p:cNvSpPr>
              <a:spLocks/>
            </p:cNvSpPr>
            <p:nvPr/>
          </p:nvSpPr>
          <p:spPr bwMode="auto">
            <a:xfrm>
              <a:off x="868" y="2067"/>
              <a:ext cx="90" cy="160"/>
            </a:xfrm>
            <a:custGeom>
              <a:avLst/>
              <a:gdLst>
                <a:gd name="T0" fmla="*/ 3 w 449"/>
                <a:gd name="T1" fmla="*/ 6 h 803"/>
                <a:gd name="T2" fmla="*/ 3 w 449"/>
                <a:gd name="T3" fmla="*/ 6 h 803"/>
                <a:gd name="T4" fmla="*/ 3 w 449"/>
                <a:gd name="T5" fmla="*/ 5 h 803"/>
                <a:gd name="T6" fmla="*/ 3 w 449"/>
                <a:gd name="T7" fmla="*/ 5 h 803"/>
                <a:gd name="T8" fmla="*/ 3 w 449"/>
                <a:gd name="T9" fmla="*/ 5 h 803"/>
                <a:gd name="T10" fmla="*/ 2 w 449"/>
                <a:gd name="T11" fmla="*/ 5 h 803"/>
                <a:gd name="T12" fmla="*/ 2 w 449"/>
                <a:gd name="T13" fmla="*/ 4 h 803"/>
                <a:gd name="T14" fmla="*/ 2 w 449"/>
                <a:gd name="T15" fmla="*/ 4 h 803"/>
                <a:gd name="T16" fmla="*/ 2 w 449"/>
                <a:gd name="T17" fmla="*/ 4 h 803"/>
                <a:gd name="T18" fmla="*/ 2 w 449"/>
                <a:gd name="T19" fmla="*/ 3 h 803"/>
                <a:gd name="T20" fmla="*/ 1 w 449"/>
                <a:gd name="T21" fmla="*/ 3 h 803"/>
                <a:gd name="T22" fmla="*/ 1 w 449"/>
                <a:gd name="T23" fmla="*/ 2 h 803"/>
                <a:gd name="T24" fmla="*/ 1 w 449"/>
                <a:gd name="T25" fmla="*/ 2 h 803"/>
                <a:gd name="T26" fmla="*/ 1 w 449"/>
                <a:gd name="T27" fmla="*/ 2 h 803"/>
                <a:gd name="T28" fmla="*/ 1 w 449"/>
                <a:gd name="T29" fmla="*/ 1 h 803"/>
                <a:gd name="T30" fmla="*/ 1 w 449"/>
                <a:gd name="T31" fmla="*/ 1 h 803"/>
                <a:gd name="T32" fmla="*/ 1 w 449"/>
                <a:gd name="T33" fmla="*/ 0 h 803"/>
                <a:gd name="T34" fmla="*/ 1 w 449"/>
                <a:gd name="T35" fmla="*/ 0 h 803"/>
                <a:gd name="T36" fmla="*/ 0 w 449"/>
                <a:gd name="T37" fmla="*/ 0 h 803"/>
                <a:gd name="T38" fmla="*/ 0 w 449"/>
                <a:gd name="T39" fmla="*/ 0 h 803"/>
                <a:gd name="T40" fmla="*/ 0 w 449"/>
                <a:gd name="T41" fmla="*/ 1 h 803"/>
                <a:gd name="T42" fmla="*/ 0 w 449"/>
                <a:gd name="T43" fmla="*/ 1 h 803"/>
                <a:gd name="T44" fmla="*/ 0 w 449"/>
                <a:gd name="T45" fmla="*/ 2 h 803"/>
                <a:gd name="T46" fmla="*/ 0 w 449"/>
                <a:gd name="T47" fmla="*/ 2 h 803"/>
                <a:gd name="T48" fmla="*/ 0 w 449"/>
                <a:gd name="T49" fmla="*/ 3 h 803"/>
                <a:gd name="T50" fmla="*/ 1 w 449"/>
                <a:gd name="T51" fmla="*/ 3 h 803"/>
                <a:gd name="T52" fmla="*/ 1 w 449"/>
                <a:gd name="T53" fmla="*/ 4 h 803"/>
                <a:gd name="T54" fmla="*/ 1 w 449"/>
                <a:gd name="T55" fmla="*/ 4 h 803"/>
                <a:gd name="T56" fmla="*/ 1 w 449"/>
                <a:gd name="T57" fmla="*/ 4 h 803"/>
                <a:gd name="T58" fmla="*/ 2 w 449"/>
                <a:gd name="T59" fmla="*/ 5 h 803"/>
                <a:gd name="T60" fmla="*/ 2 w 449"/>
                <a:gd name="T61" fmla="*/ 5 h 803"/>
                <a:gd name="T62" fmla="*/ 2 w 449"/>
                <a:gd name="T63" fmla="*/ 5 h 803"/>
                <a:gd name="T64" fmla="*/ 2 w 449"/>
                <a:gd name="T65" fmla="*/ 6 h 803"/>
                <a:gd name="T66" fmla="*/ 3 w 449"/>
                <a:gd name="T67" fmla="*/ 6 h 803"/>
                <a:gd name="T68" fmla="*/ 3 w 449"/>
                <a:gd name="T69" fmla="*/ 6 h 803"/>
                <a:gd name="T70" fmla="*/ 3 w 449"/>
                <a:gd name="T71" fmla="*/ 6 h 803"/>
                <a:gd name="T72" fmla="*/ 3 w 449"/>
                <a:gd name="T73" fmla="*/ 6 h 803"/>
                <a:gd name="T74" fmla="*/ 3 w 449"/>
                <a:gd name="T75" fmla="*/ 6 h 803"/>
                <a:gd name="T76" fmla="*/ 3 w 449"/>
                <a:gd name="T77" fmla="*/ 6 h 803"/>
                <a:gd name="T78" fmla="*/ 3 w 449"/>
                <a:gd name="T79" fmla="*/ 6 h 803"/>
                <a:gd name="T80" fmla="*/ 4 w 449"/>
                <a:gd name="T81" fmla="*/ 6 h 803"/>
                <a:gd name="T82" fmla="*/ 4 w 449"/>
                <a:gd name="T83" fmla="*/ 6 h 803"/>
                <a:gd name="T84" fmla="*/ 4 w 449"/>
                <a:gd name="T85" fmla="*/ 6 h 803"/>
                <a:gd name="T86" fmla="*/ 4 w 449"/>
                <a:gd name="T87" fmla="*/ 6 h 803"/>
                <a:gd name="T88" fmla="*/ 3 w 449"/>
                <a:gd name="T89" fmla="*/ 6 h 803"/>
                <a:gd name="T90" fmla="*/ 3 w 449"/>
                <a:gd name="T91" fmla="*/ 6 h 80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449"/>
                <a:gd name="T139" fmla="*/ 0 h 803"/>
                <a:gd name="T140" fmla="*/ 449 w 449"/>
                <a:gd name="T141" fmla="*/ 803 h 80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449" h="803">
                  <a:moveTo>
                    <a:pt x="426" y="717"/>
                  </a:moveTo>
                  <a:lnTo>
                    <a:pt x="427" y="717"/>
                  </a:lnTo>
                  <a:lnTo>
                    <a:pt x="395" y="693"/>
                  </a:lnTo>
                  <a:lnTo>
                    <a:pt x="361" y="662"/>
                  </a:lnTo>
                  <a:lnTo>
                    <a:pt x="329" y="628"/>
                  </a:lnTo>
                  <a:lnTo>
                    <a:pt x="299" y="591"/>
                  </a:lnTo>
                  <a:lnTo>
                    <a:pt x="269" y="551"/>
                  </a:lnTo>
                  <a:lnTo>
                    <a:pt x="241" y="507"/>
                  </a:lnTo>
                  <a:lnTo>
                    <a:pt x="215" y="460"/>
                  </a:lnTo>
                  <a:lnTo>
                    <a:pt x="191" y="412"/>
                  </a:lnTo>
                  <a:lnTo>
                    <a:pt x="170" y="363"/>
                  </a:lnTo>
                  <a:lnTo>
                    <a:pt x="151" y="312"/>
                  </a:lnTo>
                  <a:lnTo>
                    <a:pt x="133" y="259"/>
                  </a:lnTo>
                  <a:lnTo>
                    <a:pt x="119" y="207"/>
                  </a:lnTo>
                  <a:lnTo>
                    <a:pt x="108" y="156"/>
                  </a:lnTo>
                  <a:lnTo>
                    <a:pt x="101" y="103"/>
                  </a:lnTo>
                  <a:lnTo>
                    <a:pt x="96" y="51"/>
                  </a:lnTo>
                  <a:lnTo>
                    <a:pt x="94" y="0"/>
                  </a:lnTo>
                  <a:lnTo>
                    <a:pt x="0" y="0"/>
                  </a:lnTo>
                  <a:lnTo>
                    <a:pt x="2" y="56"/>
                  </a:lnTo>
                  <a:lnTo>
                    <a:pt x="7" y="115"/>
                  </a:lnTo>
                  <a:lnTo>
                    <a:pt x="16" y="172"/>
                  </a:lnTo>
                  <a:lnTo>
                    <a:pt x="28" y="231"/>
                  </a:lnTo>
                  <a:lnTo>
                    <a:pt x="44" y="287"/>
                  </a:lnTo>
                  <a:lnTo>
                    <a:pt x="62" y="342"/>
                  </a:lnTo>
                  <a:lnTo>
                    <a:pt x="83" y="398"/>
                  </a:lnTo>
                  <a:lnTo>
                    <a:pt x="106" y="452"/>
                  </a:lnTo>
                  <a:lnTo>
                    <a:pt x="133" y="505"/>
                  </a:lnTo>
                  <a:lnTo>
                    <a:pt x="161" y="554"/>
                  </a:lnTo>
                  <a:lnTo>
                    <a:pt x="192" y="602"/>
                  </a:lnTo>
                  <a:lnTo>
                    <a:pt x="224" y="647"/>
                  </a:lnTo>
                  <a:lnTo>
                    <a:pt x="259" y="689"/>
                  </a:lnTo>
                  <a:lnTo>
                    <a:pt x="295" y="728"/>
                  </a:lnTo>
                  <a:lnTo>
                    <a:pt x="334" y="763"/>
                  </a:lnTo>
                  <a:lnTo>
                    <a:pt x="374" y="795"/>
                  </a:lnTo>
                  <a:lnTo>
                    <a:pt x="375" y="795"/>
                  </a:lnTo>
                  <a:lnTo>
                    <a:pt x="374" y="795"/>
                  </a:lnTo>
                  <a:lnTo>
                    <a:pt x="392" y="803"/>
                  </a:lnTo>
                  <a:lnTo>
                    <a:pt x="411" y="803"/>
                  </a:lnTo>
                  <a:lnTo>
                    <a:pt x="426" y="795"/>
                  </a:lnTo>
                  <a:lnTo>
                    <a:pt x="439" y="782"/>
                  </a:lnTo>
                  <a:lnTo>
                    <a:pt x="446" y="766"/>
                  </a:lnTo>
                  <a:lnTo>
                    <a:pt x="449" y="749"/>
                  </a:lnTo>
                  <a:lnTo>
                    <a:pt x="441" y="732"/>
                  </a:lnTo>
                  <a:lnTo>
                    <a:pt x="427" y="717"/>
                  </a:lnTo>
                  <a:lnTo>
                    <a:pt x="426" y="71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9055" name="Freeform 45"/>
            <p:cNvSpPr>
              <a:spLocks/>
            </p:cNvSpPr>
            <p:nvPr/>
          </p:nvSpPr>
          <p:spPr bwMode="auto">
            <a:xfrm>
              <a:off x="883" y="1673"/>
              <a:ext cx="379" cy="690"/>
            </a:xfrm>
            <a:custGeom>
              <a:avLst/>
              <a:gdLst>
                <a:gd name="T0" fmla="*/ 12 w 1897"/>
                <a:gd name="T1" fmla="*/ 6 h 3450"/>
                <a:gd name="T2" fmla="*/ 13 w 1897"/>
                <a:gd name="T3" fmla="*/ 7 h 3450"/>
                <a:gd name="T4" fmla="*/ 13 w 1897"/>
                <a:gd name="T5" fmla="*/ 7 h 3450"/>
                <a:gd name="T6" fmla="*/ 14 w 1897"/>
                <a:gd name="T7" fmla="*/ 8 h 3450"/>
                <a:gd name="T8" fmla="*/ 14 w 1897"/>
                <a:gd name="T9" fmla="*/ 9 h 3450"/>
                <a:gd name="T10" fmla="*/ 15 w 1897"/>
                <a:gd name="T11" fmla="*/ 10 h 3450"/>
                <a:gd name="T12" fmla="*/ 15 w 1897"/>
                <a:gd name="T13" fmla="*/ 11 h 3450"/>
                <a:gd name="T14" fmla="*/ 15 w 1897"/>
                <a:gd name="T15" fmla="*/ 11 h 3450"/>
                <a:gd name="T16" fmla="*/ 15 w 1897"/>
                <a:gd name="T17" fmla="*/ 12 h 3450"/>
                <a:gd name="T18" fmla="*/ 15 w 1897"/>
                <a:gd name="T19" fmla="*/ 26 h 3450"/>
                <a:gd name="T20" fmla="*/ 15 w 1897"/>
                <a:gd name="T21" fmla="*/ 26 h 3450"/>
                <a:gd name="T22" fmla="*/ 15 w 1897"/>
                <a:gd name="T23" fmla="*/ 27 h 3450"/>
                <a:gd name="T24" fmla="*/ 15 w 1897"/>
                <a:gd name="T25" fmla="*/ 27 h 3450"/>
                <a:gd name="T26" fmla="*/ 14 w 1897"/>
                <a:gd name="T27" fmla="*/ 27 h 3450"/>
                <a:gd name="T28" fmla="*/ 14 w 1897"/>
                <a:gd name="T29" fmla="*/ 28 h 3450"/>
                <a:gd name="T30" fmla="*/ 13 w 1897"/>
                <a:gd name="T31" fmla="*/ 28 h 3450"/>
                <a:gd name="T32" fmla="*/ 13 w 1897"/>
                <a:gd name="T33" fmla="*/ 27 h 3450"/>
                <a:gd name="T34" fmla="*/ 3 w 1897"/>
                <a:gd name="T35" fmla="*/ 21 h 3450"/>
                <a:gd name="T36" fmla="*/ 2 w 1897"/>
                <a:gd name="T37" fmla="*/ 21 h 3450"/>
                <a:gd name="T38" fmla="*/ 2 w 1897"/>
                <a:gd name="T39" fmla="*/ 20 h 3450"/>
                <a:gd name="T40" fmla="*/ 1 w 1897"/>
                <a:gd name="T41" fmla="*/ 19 h 3450"/>
                <a:gd name="T42" fmla="*/ 1 w 1897"/>
                <a:gd name="T43" fmla="*/ 19 h 3450"/>
                <a:gd name="T44" fmla="*/ 0 w 1897"/>
                <a:gd name="T45" fmla="*/ 18 h 3450"/>
                <a:gd name="T46" fmla="*/ 0 w 1897"/>
                <a:gd name="T47" fmla="*/ 17 h 3450"/>
                <a:gd name="T48" fmla="*/ 0 w 1897"/>
                <a:gd name="T49" fmla="*/ 16 h 3450"/>
                <a:gd name="T50" fmla="*/ 0 w 1897"/>
                <a:gd name="T51" fmla="*/ 15 h 3450"/>
                <a:gd name="T52" fmla="*/ 0 w 1897"/>
                <a:gd name="T53" fmla="*/ 2 h 3450"/>
                <a:gd name="T54" fmla="*/ 0 w 1897"/>
                <a:gd name="T55" fmla="*/ 1 h 3450"/>
                <a:gd name="T56" fmla="*/ 0 w 1897"/>
                <a:gd name="T57" fmla="*/ 1 h 3450"/>
                <a:gd name="T58" fmla="*/ 1 w 1897"/>
                <a:gd name="T59" fmla="*/ 0 h 3450"/>
                <a:gd name="T60" fmla="*/ 1 w 1897"/>
                <a:gd name="T61" fmla="*/ 0 h 3450"/>
                <a:gd name="T62" fmla="*/ 1 w 1897"/>
                <a:gd name="T63" fmla="*/ 0 h 3450"/>
                <a:gd name="T64" fmla="*/ 2 w 1897"/>
                <a:gd name="T65" fmla="*/ 0 h 3450"/>
                <a:gd name="T66" fmla="*/ 3 w 1897"/>
                <a:gd name="T67" fmla="*/ 0 h 3450"/>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897"/>
                <a:gd name="T103" fmla="*/ 0 h 3450"/>
                <a:gd name="T104" fmla="*/ 1897 w 1897"/>
                <a:gd name="T105" fmla="*/ 3450 h 3450"/>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897" h="3450">
                  <a:moveTo>
                    <a:pt x="357" y="49"/>
                  </a:moveTo>
                  <a:lnTo>
                    <a:pt x="1542" y="806"/>
                  </a:lnTo>
                  <a:lnTo>
                    <a:pt x="1579" y="832"/>
                  </a:lnTo>
                  <a:lnTo>
                    <a:pt x="1614" y="861"/>
                  </a:lnTo>
                  <a:lnTo>
                    <a:pt x="1648" y="895"/>
                  </a:lnTo>
                  <a:lnTo>
                    <a:pt x="1681" y="933"/>
                  </a:lnTo>
                  <a:lnTo>
                    <a:pt x="1711" y="973"/>
                  </a:lnTo>
                  <a:lnTo>
                    <a:pt x="1740" y="1016"/>
                  </a:lnTo>
                  <a:lnTo>
                    <a:pt x="1768" y="1062"/>
                  </a:lnTo>
                  <a:lnTo>
                    <a:pt x="1793" y="1109"/>
                  </a:lnTo>
                  <a:lnTo>
                    <a:pt x="1816" y="1158"/>
                  </a:lnTo>
                  <a:lnTo>
                    <a:pt x="1836" y="1208"/>
                  </a:lnTo>
                  <a:lnTo>
                    <a:pt x="1854" y="1260"/>
                  </a:lnTo>
                  <a:lnTo>
                    <a:pt x="1869" y="1313"/>
                  </a:lnTo>
                  <a:lnTo>
                    <a:pt x="1881" y="1364"/>
                  </a:lnTo>
                  <a:lnTo>
                    <a:pt x="1890" y="1417"/>
                  </a:lnTo>
                  <a:lnTo>
                    <a:pt x="1895" y="1469"/>
                  </a:lnTo>
                  <a:lnTo>
                    <a:pt x="1897" y="1519"/>
                  </a:lnTo>
                  <a:lnTo>
                    <a:pt x="1897" y="3142"/>
                  </a:lnTo>
                  <a:lnTo>
                    <a:pt x="1895" y="3190"/>
                  </a:lnTo>
                  <a:lnTo>
                    <a:pt x="1890" y="3235"/>
                  </a:lnTo>
                  <a:lnTo>
                    <a:pt x="1881" y="3276"/>
                  </a:lnTo>
                  <a:lnTo>
                    <a:pt x="1869" y="3313"/>
                  </a:lnTo>
                  <a:lnTo>
                    <a:pt x="1854" y="3346"/>
                  </a:lnTo>
                  <a:lnTo>
                    <a:pt x="1836" y="3375"/>
                  </a:lnTo>
                  <a:lnTo>
                    <a:pt x="1816" y="3398"/>
                  </a:lnTo>
                  <a:lnTo>
                    <a:pt x="1793" y="3418"/>
                  </a:lnTo>
                  <a:lnTo>
                    <a:pt x="1768" y="3434"/>
                  </a:lnTo>
                  <a:lnTo>
                    <a:pt x="1740" y="3444"/>
                  </a:lnTo>
                  <a:lnTo>
                    <a:pt x="1711" y="3450"/>
                  </a:lnTo>
                  <a:lnTo>
                    <a:pt x="1681" y="3450"/>
                  </a:lnTo>
                  <a:lnTo>
                    <a:pt x="1648" y="3445"/>
                  </a:lnTo>
                  <a:lnTo>
                    <a:pt x="1614" y="3436"/>
                  </a:lnTo>
                  <a:lnTo>
                    <a:pt x="1579" y="3421"/>
                  </a:lnTo>
                  <a:lnTo>
                    <a:pt x="1542" y="3400"/>
                  </a:lnTo>
                  <a:lnTo>
                    <a:pt x="357" y="2643"/>
                  </a:lnTo>
                  <a:lnTo>
                    <a:pt x="320" y="2618"/>
                  </a:lnTo>
                  <a:lnTo>
                    <a:pt x="285" y="2588"/>
                  </a:lnTo>
                  <a:lnTo>
                    <a:pt x="251" y="2554"/>
                  </a:lnTo>
                  <a:lnTo>
                    <a:pt x="218" y="2517"/>
                  </a:lnTo>
                  <a:lnTo>
                    <a:pt x="187" y="2477"/>
                  </a:lnTo>
                  <a:lnTo>
                    <a:pt x="157" y="2433"/>
                  </a:lnTo>
                  <a:lnTo>
                    <a:pt x="130" y="2388"/>
                  </a:lnTo>
                  <a:lnTo>
                    <a:pt x="105" y="2341"/>
                  </a:lnTo>
                  <a:lnTo>
                    <a:pt x="81" y="2292"/>
                  </a:lnTo>
                  <a:lnTo>
                    <a:pt x="61" y="2241"/>
                  </a:lnTo>
                  <a:lnTo>
                    <a:pt x="44" y="2190"/>
                  </a:lnTo>
                  <a:lnTo>
                    <a:pt x="29" y="2138"/>
                  </a:lnTo>
                  <a:lnTo>
                    <a:pt x="17" y="2085"/>
                  </a:lnTo>
                  <a:lnTo>
                    <a:pt x="7" y="2033"/>
                  </a:lnTo>
                  <a:lnTo>
                    <a:pt x="3" y="1981"/>
                  </a:lnTo>
                  <a:lnTo>
                    <a:pt x="0" y="1931"/>
                  </a:lnTo>
                  <a:lnTo>
                    <a:pt x="0" y="308"/>
                  </a:lnTo>
                  <a:lnTo>
                    <a:pt x="3" y="260"/>
                  </a:lnTo>
                  <a:lnTo>
                    <a:pt x="7" y="215"/>
                  </a:lnTo>
                  <a:lnTo>
                    <a:pt x="17" y="174"/>
                  </a:lnTo>
                  <a:lnTo>
                    <a:pt x="29" y="137"/>
                  </a:lnTo>
                  <a:lnTo>
                    <a:pt x="44" y="104"/>
                  </a:lnTo>
                  <a:lnTo>
                    <a:pt x="61" y="76"/>
                  </a:lnTo>
                  <a:lnTo>
                    <a:pt x="81" y="51"/>
                  </a:lnTo>
                  <a:lnTo>
                    <a:pt x="105" y="31"/>
                  </a:lnTo>
                  <a:lnTo>
                    <a:pt x="130" y="16"/>
                  </a:lnTo>
                  <a:lnTo>
                    <a:pt x="157" y="5"/>
                  </a:lnTo>
                  <a:lnTo>
                    <a:pt x="187" y="0"/>
                  </a:lnTo>
                  <a:lnTo>
                    <a:pt x="218" y="0"/>
                  </a:lnTo>
                  <a:lnTo>
                    <a:pt x="251" y="3"/>
                  </a:lnTo>
                  <a:lnTo>
                    <a:pt x="285" y="14"/>
                  </a:lnTo>
                  <a:lnTo>
                    <a:pt x="320" y="29"/>
                  </a:lnTo>
                  <a:lnTo>
                    <a:pt x="357" y="49"/>
                  </a:lnTo>
                  <a:close/>
                </a:path>
              </a:pathLst>
            </a:custGeom>
            <a:solidFill>
              <a:srgbClr val="BFBFB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9056" name="Freeform 46"/>
            <p:cNvSpPr>
              <a:spLocks/>
            </p:cNvSpPr>
            <p:nvPr/>
          </p:nvSpPr>
          <p:spPr bwMode="auto">
            <a:xfrm>
              <a:off x="1268" y="1663"/>
              <a:ext cx="393" cy="711"/>
            </a:xfrm>
            <a:custGeom>
              <a:avLst/>
              <a:gdLst>
                <a:gd name="T0" fmla="*/ 3 w 1962"/>
                <a:gd name="T1" fmla="*/ 7 h 3555"/>
                <a:gd name="T2" fmla="*/ 2 w 1962"/>
                <a:gd name="T3" fmla="*/ 7 h 3555"/>
                <a:gd name="T4" fmla="*/ 2 w 1962"/>
                <a:gd name="T5" fmla="*/ 8 h 3555"/>
                <a:gd name="T6" fmla="*/ 1 w 1962"/>
                <a:gd name="T7" fmla="*/ 8 h 3555"/>
                <a:gd name="T8" fmla="*/ 1 w 1962"/>
                <a:gd name="T9" fmla="*/ 9 h 3555"/>
                <a:gd name="T10" fmla="*/ 1 w 1962"/>
                <a:gd name="T11" fmla="*/ 10 h 3555"/>
                <a:gd name="T12" fmla="*/ 0 w 1962"/>
                <a:gd name="T13" fmla="*/ 11 h 3555"/>
                <a:gd name="T14" fmla="*/ 0 w 1962"/>
                <a:gd name="T15" fmla="*/ 12 h 3555"/>
                <a:gd name="T16" fmla="*/ 0 w 1962"/>
                <a:gd name="T17" fmla="*/ 13 h 3555"/>
                <a:gd name="T18" fmla="*/ 0 w 1962"/>
                <a:gd name="T19" fmla="*/ 26 h 3555"/>
                <a:gd name="T20" fmla="*/ 0 w 1962"/>
                <a:gd name="T21" fmla="*/ 27 h 3555"/>
                <a:gd name="T22" fmla="*/ 0 w 1962"/>
                <a:gd name="T23" fmla="*/ 28 h 3555"/>
                <a:gd name="T24" fmla="*/ 1 w 1962"/>
                <a:gd name="T25" fmla="*/ 28 h 3555"/>
                <a:gd name="T26" fmla="*/ 1 w 1962"/>
                <a:gd name="T27" fmla="*/ 28 h 3555"/>
                <a:gd name="T28" fmla="*/ 2 w 1962"/>
                <a:gd name="T29" fmla="*/ 28 h 3555"/>
                <a:gd name="T30" fmla="*/ 2 w 1962"/>
                <a:gd name="T31" fmla="*/ 28 h 3555"/>
                <a:gd name="T32" fmla="*/ 3 w 1962"/>
                <a:gd name="T33" fmla="*/ 28 h 3555"/>
                <a:gd name="T34" fmla="*/ 13 w 1962"/>
                <a:gd name="T35" fmla="*/ 22 h 3555"/>
                <a:gd name="T36" fmla="*/ 13 w 1962"/>
                <a:gd name="T37" fmla="*/ 21 h 3555"/>
                <a:gd name="T38" fmla="*/ 14 w 1962"/>
                <a:gd name="T39" fmla="*/ 21 h 3555"/>
                <a:gd name="T40" fmla="*/ 14 w 1962"/>
                <a:gd name="T41" fmla="*/ 20 h 3555"/>
                <a:gd name="T42" fmla="*/ 15 w 1962"/>
                <a:gd name="T43" fmla="*/ 19 h 3555"/>
                <a:gd name="T44" fmla="*/ 15 w 1962"/>
                <a:gd name="T45" fmla="*/ 18 h 3555"/>
                <a:gd name="T46" fmla="*/ 16 w 1962"/>
                <a:gd name="T47" fmla="*/ 18 h 3555"/>
                <a:gd name="T48" fmla="*/ 16 w 1962"/>
                <a:gd name="T49" fmla="*/ 17 h 3555"/>
                <a:gd name="T50" fmla="*/ 16 w 1962"/>
                <a:gd name="T51" fmla="*/ 16 h 3555"/>
                <a:gd name="T52" fmla="*/ 16 w 1962"/>
                <a:gd name="T53" fmla="*/ 2 h 3555"/>
                <a:gd name="T54" fmla="*/ 16 w 1962"/>
                <a:gd name="T55" fmla="*/ 1 h 3555"/>
                <a:gd name="T56" fmla="*/ 15 w 1962"/>
                <a:gd name="T57" fmla="*/ 1 h 3555"/>
                <a:gd name="T58" fmla="*/ 15 w 1962"/>
                <a:gd name="T59" fmla="*/ 0 h 3555"/>
                <a:gd name="T60" fmla="*/ 15 w 1962"/>
                <a:gd name="T61" fmla="*/ 0 h 3555"/>
                <a:gd name="T62" fmla="*/ 14 w 1962"/>
                <a:gd name="T63" fmla="*/ 0 h 3555"/>
                <a:gd name="T64" fmla="*/ 14 w 1962"/>
                <a:gd name="T65" fmla="*/ 0 h 3555"/>
                <a:gd name="T66" fmla="*/ 13 w 1962"/>
                <a:gd name="T67" fmla="*/ 0 h 3555"/>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962"/>
                <a:gd name="T103" fmla="*/ 0 h 3555"/>
                <a:gd name="T104" fmla="*/ 1962 w 1962"/>
                <a:gd name="T105" fmla="*/ 3555 h 3555"/>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962" h="3555">
                  <a:moveTo>
                    <a:pt x="1594" y="50"/>
                  </a:moveTo>
                  <a:lnTo>
                    <a:pt x="368" y="831"/>
                  </a:lnTo>
                  <a:lnTo>
                    <a:pt x="330" y="858"/>
                  </a:lnTo>
                  <a:lnTo>
                    <a:pt x="294" y="888"/>
                  </a:lnTo>
                  <a:lnTo>
                    <a:pt x="259" y="922"/>
                  </a:lnTo>
                  <a:lnTo>
                    <a:pt x="225" y="961"/>
                  </a:lnTo>
                  <a:lnTo>
                    <a:pt x="193" y="1003"/>
                  </a:lnTo>
                  <a:lnTo>
                    <a:pt x="163" y="1047"/>
                  </a:lnTo>
                  <a:lnTo>
                    <a:pt x="133" y="1094"/>
                  </a:lnTo>
                  <a:lnTo>
                    <a:pt x="108" y="1143"/>
                  </a:lnTo>
                  <a:lnTo>
                    <a:pt x="84" y="1193"/>
                  </a:lnTo>
                  <a:lnTo>
                    <a:pt x="63" y="1246"/>
                  </a:lnTo>
                  <a:lnTo>
                    <a:pt x="44" y="1299"/>
                  </a:lnTo>
                  <a:lnTo>
                    <a:pt x="29" y="1353"/>
                  </a:lnTo>
                  <a:lnTo>
                    <a:pt x="16" y="1405"/>
                  </a:lnTo>
                  <a:lnTo>
                    <a:pt x="7" y="1459"/>
                  </a:lnTo>
                  <a:lnTo>
                    <a:pt x="2" y="1512"/>
                  </a:lnTo>
                  <a:lnTo>
                    <a:pt x="0" y="1565"/>
                  </a:lnTo>
                  <a:lnTo>
                    <a:pt x="0" y="3237"/>
                  </a:lnTo>
                  <a:lnTo>
                    <a:pt x="2" y="3287"/>
                  </a:lnTo>
                  <a:lnTo>
                    <a:pt x="7" y="3333"/>
                  </a:lnTo>
                  <a:lnTo>
                    <a:pt x="16" y="3375"/>
                  </a:lnTo>
                  <a:lnTo>
                    <a:pt x="29" y="3413"/>
                  </a:lnTo>
                  <a:lnTo>
                    <a:pt x="44" y="3447"/>
                  </a:lnTo>
                  <a:lnTo>
                    <a:pt x="63" y="3477"/>
                  </a:lnTo>
                  <a:lnTo>
                    <a:pt x="84" y="3502"/>
                  </a:lnTo>
                  <a:lnTo>
                    <a:pt x="108" y="3522"/>
                  </a:lnTo>
                  <a:lnTo>
                    <a:pt x="133" y="3538"/>
                  </a:lnTo>
                  <a:lnTo>
                    <a:pt x="163" y="3549"/>
                  </a:lnTo>
                  <a:lnTo>
                    <a:pt x="193" y="3555"/>
                  </a:lnTo>
                  <a:lnTo>
                    <a:pt x="225" y="3555"/>
                  </a:lnTo>
                  <a:lnTo>
                    <a:pt x="259" y="3550"/>
                  </a:lnTo>
                  <a:lnTo>
                    <a:pt x="294" y="3541"/>
                  </a:lnTo>
                  <a:lnTo>
                    <a:pt x="330" y="3524"/>
                  </a:lnTo>
                  <a:lnTo>
                    <a:pt x="368" y="3503"/>
                  </a:lnTo>
                  <a:lnTo>
                    <a:pt x="1594" y="2722"/>
                  </a:lnTo>
                  <a:lnTo>
                    <a:pt x="1632" y="2696"/>
                  </a:lnTo>
                  <a:lnTo>
                    <a:pt x="1668" y="2665"/>
                  </a:lnTo>
                  <a:lnTo>
                    <a:pt x="1703" y="2631"/>
                  </a:lnTo>
                  <a:lnTo>
                    <a:pt x="1737" y="2592"/>
                  </a:lnTo>
                  <a:lnTo>
                    <a:pt x="1769" y="2551"/>
                  </a:lnTo>
                  <a:lnTo>
                    <a:pt x="1799" y="2506"/>
                  </a:lnTo>
                  <a:lnTo>
                    <a:pt x="1829" y="2460"/>
                  </a:lnTo>
                  <a:lnTo>
                    <a:pt x="1854" y="2411"/>
                  </a:lnTo>
                  <a:lnTo>
                    <a:pt x="1878" y="2361"/>
                  </a:lnTo>
                  <a:lnTo>
                    <a:pt x="1899" y="2308"/>
                  </a:lnTo>
                  <a:lnTo>
                    <a:pt x="1918" y="2256"/>
                  </a:lnTo>
                  <a:lnTo>
                    <a:pt x="1933" y="2202"/>
                  </a:lnTo>
                  <a:lnTo>
                    <a:pt x="1946" y="2149"/>
                  </a:lnTo>
                  <a:lnTo>
                    <a:pt x="1955" y="2095"/>
                  </a:lnTo>
                  <a:lnTo>
                    <a:pt x="1960" y="2042"/>
                  </a:lnTo>
                  <a:lnTo>
                    <a:pt x="1962" y="1989"/>
                  </a:lnTo>
                  <a:lnTo>
                    <a:pt x="1962" y="319"/>
                  </a:lnTo>
                  <a:lnTo>
                    <a:pt x="1960" y="269"/>
                  </a:lnTo>
                  <a:lnTo>
                    <a:pt x="1955" y="223"/>
                  </a:lnTo>
                  <a:lnTo>
                    <a:pt x="1946" y="180"/>
                  </a:lnTo>
                  <a:lnTo>
                    <a:pt x="1933" y="143"/>
                  </a:lnTo>
                  <a:lnTo>
                    <a:pt x="1918" y="109"/>
                  </a:lnTo>
                  <a:lnTo>
                    <a:pt x="1899" y="79"/>
                  </a:lnTo>
                  <a:lnTo>
                    <a:pt x="1878" y="54"/>
                  </a:lnTo>
                  <a:lnTo>
                    <a:pt x="1854" y="33"/>
                  </a:lnTo>
                  <a:lnTo>
                    <a:pt x="1829" y="17"/>
                  </a:lnTo>
                  <a:lnTo>
                    <a:pt x="1799" y="7"/>
                  </a:lnTo>
                  <a:lnTo>
                    <a:pt x="1769" y="0"/>
                  </a:lnTo>
                  <a:lnTo>
                    <a:pt x="1737" y="0"/>
                  </a:lnTo>
                  <a:lnTo>
                    <a:pt x="1703" y="4"/>
                  </a:lnTo>
                  <a:lnTo>
                    <a:pt x="1668" y="14"/>
                  </a:lnTo>
                  <a:lnTo>
                    <a:pt x="1632" y="29"/>
                  </a:lnTo>
                  <a:lnTo>
                    <a:pt x="1594" y="50"/>
                  </a:lnTo>
                  <a:close/>
                </a:path>
              </a:pathLst>
            </a:custGeom>
            <a:solidFill>
              <a:srgbClr val="E5E5E5"/>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9057" name="Freeform 47"/>
            <p:cNvSpPr>
              <a:spLocks noEditPoints="1"/>
            </p:cNvSpPr>
            <p:nvPr/>
          </p:nvSpPr>
          <p:spPr bwMode="auto">
            <a:xfrm>
              <a:off x="916" y="1589"/>
              <a:ext cx="697" cy="698"/>
            </a:xfrm>
            <a:custGeom>
              <a:avLst/>
              <a:gdLst>
                <a:gd name="T0" fmla="*/ 16 w 3485"/>
                <a:gd name="T1" fmla="*/ 0 h 3490"/>
                <a:gd name="T2" fmla="*/ 17 w 3485"/>
                <a:gd name="T3" fmla="*/ 2 h 3490"/>
                <a:gd name="T4" fmla="*/ 17 w 3485"/>
                <a:gd name="T5" fmla="*/ 3 h 3490"/>
                <a:gd name="T6" fmla="*/ 14 w 3485"/>
                <a:gd name="T7" fmla="*/ 4 h 3490"/>
                <a:gd name="T8" fmla="*/ 12 w 3485"/>
                <a:gd name="T9" fmla="*/ 4 h 3490"/>
                <a:gd name="T10" fmla="*/ 11 w 3485"/>
                <a:gd name="T11" fmla="*/ 2 h 3490"/>
                <a:gd name="T12" fmla="*/ 11 w 3485"/>
                <a:gd name="T13" fmla="*/ 1 h 3490"/>
                <a:gd name="T14" fmla="*/ 14 w 3485"/>
                <a:gd name="T15" fmla="*/ 0 h 3490"/>
                <a:gd name="T16" fmla="*/ 3 w 3485"/>
                <a:gd name="T17" fmla="*/ 7 h 3490"/>
                <a:gd name="T18" fmla="*/ 4 w 3485"/>
                <a:gd name="T19" fmla="*/ 9 h 3490"/>
                <a:gd name="T20" fmla="*/ 3 w 3485"/>
                <a:gd name="T21" fmla="*/ 12 h 3490"/>
                <a:gd name="T22" fmla="*/ 2 w 3485"/>
                <a:gd name="T23" fmla="*/ 13 h 3490"/>
                <a:gd name="T24" fmla="*/ 1 w 3485"/>
                <a:gd name="T25" fmla="*/ 12 h 3490"/>
                <a:gd name="T26" fmla="*/ 0 w 3485"/>
                <a:gd name="T27" fmla="*/ 10 h 3490"/>
                <a:gd name="T28" fmla="*/ 0 w 3485"/>
                <a:gd name="T29" fmla="*/ 8 h 3490"/>
                <a:gd name="T30" fmla="*/ 2 w 3485"/>
                <a:gd name="T31" fmla="*/ 6 h 3490"/>
                <a:gd name="T32" fmla="*/ 10 w 3485"/>
                <a:gd name="T33" fmla="*/ 20 h 3490"/>
                <a:gd name="T34" fmla="*/ 11 w 3485"/>
                <a:gd name="T35" fmla="*/ 22 h 3490"/>
                <a:gd name="T36" fmla="*/ 11 w 3485"/>
                <a:gd name="T37" fmla="*/ 25 h 3490"/>
                <a:gd name="T38" fmla="*/ 10 w 3485"/>
                <a:gd name="T39" fmla="*/ 27 h 3490"/>
                <a:gd name="T40" fmla="*/ 8 w 3485"/>
                <a:gd name="T41" fmla="*/ 26 h 3490"/>
                <a:gd name="T42" fmla="*/ 7 w 3485"/>
                <a:gd name="T43" fmla="*/ 24 h 3490"/>
                <a:gd name="T44" fmla="*/ 7 w 3485"/>
                <a:gd name="T45" fmla="*/ 22 h 3490"/>
                <a:gd name="T46" fmla="*/ 8 w 3485"/>
                <a:gd name="T47" fmla="*/ 20 h 3490"/>
                <a:gd name="T48" fmla="*/ 20 w 3485"/>
                <a:gd name="T49" fmla="*/ 21 h 3490"/>
                <a:gd name="T50" fmla="*/ 21 w 3485"/>
                <a:gd name="T51" fmla="*/ 23 h 3490"/>
                <a:gd name="T52" fmla="*/ 21 w 3485"/>
                <a:gd name="T53" fmla="*/ 26 h 3490"/>
                <a:gd name="T54" fmla="*/ 20 w 3485"/>
                <a:gd name="T55" fmla="*/ 28 h 3490"/>
                <a:gd name="T56" fmla="*/ 18 w 3485"/>
                <a:gd name="T57" fmla="*/ 28 h 3490"/>
                <a:gd name="T58" fmla="*/ 17 w 3485"/>
                <a:gd name="T59" fmla="*/ 26 h 3490"/>
                <a:gd name="T60" fmla="*/ 17 w 3485"/>
                <a:gd name="T61" fmla="*/ 23 h 3490"/>
                <a:gd name="T62" fmla="*/ 18 w 3485"/>
                <a:gd name="T63" fmla="*/ 21 h 3490"/>
                <a:gd name="T64" fmla="*/ 19 w 3485"/>
                <a:gd name="T65" fmla="*/ 11 h 3490"/>
                <a:gd name="T66" fmla="*/ 20 w 3485"/>
                <a:gd name="T67" fmla="*/ 13 h 3490"/>
                <a:gd name="T68" fmla="*/ 21 w 3485"/>
                <a:gd name="T69" fmla="*/ 15 h 3490"/>
                <a:gd name="T70" fmla="*/ 20 w 3485"/>
                <a:gd name="T71" fmla="*/ 17 h 3490"/>
                <a:gd name="T72" fmla="*/ 18 w 3485"/>
                <a:gd name="T73" fmla="*/ 17 h 3490"/>
                <a:gd name="T74" fmla="*/ 17 w 3485"/>
                <a:gd name="T75" fmla="*/ 16 h 3490"/>
                <a:gd name="T76" fmla="*/ 17 w 3485"/>
                <a:gd name="T77" fmla="*/ 13 h 3490"/>
                <a:gd name="T78" fmla="*/ 18 w 3485"/>
                <a:gd name="T79" fmla="*/ 11 h 3490"/>
                <a:gd name="T80" fmla="*/ 26 w 3485"/>
                <a:gd name="T81" fmla="*/ 7 h 3490"/>
                <a:gd name="T82" fmla="*/ 27 w 3485"/>
                <a:gd name="T83" fmla="*/ 8 h 3490"/>
                <a:gd name="T84" fmla="*/ 27 w 3485"/>
                <a:gd name="T85" fmla="*/ 11 h 3490"/>
                <a:gd name="T86" fmla="*/ 26 w 3485"/>
                <a:gd name="T87" fmla="*/ 13 h 3490"/>
                <a:gd name="T88" fmla="*/ 25 w 3485"/>
                <a:gd name="T89" fmla="*/ 13 h 3490"/>
                <a:gd name="T90" fmla="*/ 24 w 3485"/>
                <a:gd name="T91" fmla="*/ 12 h 3490"/>
                <a:gd name="T92" fmla="*/ 24 w 3485"/>
                <a:gd name="T93" fmla="*/ 9 h 3490"/>
                <a:gd name="T94" fmla="*/ 24 w 3485"/>
                <a:gd name="T95" fmla="*/ 7 h 3490"/>
                <a:gd name="T96" fmla="*/ 26 w 3485"/>
                <a:gd name="T97" fmla="*/ 17 h 3490"/>
                <a:gd name="T98" fmla="*/ 27 w 3485"/>
                <a:gd name="T99" fmla="*/ 18 h 3490"/>
                <a:gd name="T100" fmla="*/ 28 w 3485"/>
                <a:gd name="T101" fmla="*/ 21 h 3490"/>
                <a:gd name="T102" fmla="*/ 27 w 3485"/>
                <a:gd name="T103" fmla="*/ 23 h 3490"/>
                <a:gd name="T104" fmla="*/ 26 w 3485"/>
                <a:gd name="T105" fmla="*/ 24 h 3490"/>
                <a:gd name="T106" fmla="*/ 24 w 3485"/>
                <a:gd name="T107" fmla="*/ 23 h 3490"/>
                <a:gd name="T108" fmla="*/ 24 w 3485"/>
                <a:gd name="T109" fmla="*/ 20 h 3490"/>
                <a:gd name="T110" fmla="*/ 25 w 3485"/>
                <a:gd name="T111" fmla="*/ 18 h 3490"/>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w 3485"/>
                <a:gd name="T169" fmla="*/ 0 h 3490"/>
                <a:gd name="T170" fmla="*/ 3485 w 3485"/>
                <a:gd name="T171" fmla="*/ 3490 h 3490"/>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T168" t="T169" r="T170" b="T171"/>
              <a:pathLst>
                <a:path w="3485" h="3490">
                  <a:moveTo>
                    <a:pt x="1754" y="0"/>
                  </a:moveTo>
                  <a:lnTo>
                    <a:pt x="1797" y="2"/>
                  </a:lnTo>
                  <a:lnTo>
                    <a:pt x="1840" y="5"/>
                  </a:lnTo>
                  <a:lnTo>
                    <a:pt x="1881" y="12"/>
                  </a:lnTo>
                  <a:lnTo>
                    <a:pt x="1921" y="20"/>
                  </a:lnTo>
                  <a:lnTo>
                    <a:pt x="1959" y="31"/>
                  </a:lnTo>
                  <a:lnTo>
                    <a:pt x="1994" y="44"/>
                  </a:lnTo>
                  <a:lnTo>
                    <a:pt x="2028" y="59"/>
                  </a:lnTo>
                  <a:lnTo>
                    <a:pt x="2058" y="74"/>
                  </a:lnTo>
                  <a:lnTo>
                    <a:pt x="2086" y="93"/>
                  </a:lnTo>
                  <a:lnTo>
                    <a:pt x="2111" y="113"/>
                  </a:lnTo>
                  <a:lnTo>
                    <a:pt x="2132" y="133"/>
                  </a:lnTo>
                  <a:lnTo>
                    <a:pt x="2151" y="155"/>
                  </a:lnTo>
                  <a:lnTo>
                    <a:pt x="2165" y="179"/>
                  </a:lnTo>
                  <a:lnTo>
                    <a:pt x="2175" y="203"/>
                  </a:lnTo>
                  <a:lnTo>
                    <a:pt x="2182" y="229"/>
                  </a:lnTo>
                  <a:lnTo>
                    <a:pt x="2185" y="255"/>
                  </a:lnTo>
                  <a:lnTo>
                    <a:pt x="2182" y="281"/>
                  </a:lnTo>
                  <a:lnTo>
                    <a:pt x="2175" y="305"/>
                  </a:lnTo>
                  <a:lnTo>
                    <a:pt x="2165" y="330"/>
                  </a:lnTo>
                  <a:lnTo>
                    <a:pt x="2151" y="353"/>
                  </a:lnTo>
                  <a:lnTo>
                    <a:pt x="2132" y="376"/>
                  </a:lnTo>
                  <a:lnTo>
                    <a:pt x="2111" y="397"/>
                  </a:lnTo>
                  <a:lnTo>
                    <a:pt x="2086" y="417"/>
                  </a:lnTo>
                  <a:lnTo>
                    <a:pt x="2058" y="434"/>
                  </a:lnTo>
                  <a:lnTo>
                    <a:pt x="2028" y="451"/>
                  </a:lnTo>
                  <a:lnTo>
                    <a:pt x="1994" y="466"/>
                  </a:lnTo>
                  <a:lnTo>
                    <a:pt x="1959" y="479"/>
                  </a:lnTo>
                  <a:lnTo>
                    <a:pt x="1921" y="489"/>
                  </a:lnTo>
                  <a:lnTo>
                    <a:pt x="1881" y="498"/>
                  </a:lnTo>
                  <a:lnTo>
                    <a:pt x="1840" y="505"/>
                  </a:lnTo>
                  <a:lnTo>
                    <a:pt x="1797" y="508"/>
                  </a:lnTo>
                  <a:lnTo>
                    <a:pt x="1754" y="509"/>
                  </a:lnTo>
                  <a:lnTo>
                    <a:pt x="1710" y="508"/>
                  </a:lnTo>
                  <a:lnTo>
                    <a:pt x="1667" y="505"/>
                  </a:lnTo>
                  <a:lnTo>
                    <a:pt x="1626" y="498"/>
                  </a:lnTo>
                  <a:lnTo>
                    <a:pt x="1586" y="489"/>
                  </a:lnTo>
                  <a:lnTo>
                    <a:pt x="1548" y="479"/>
                  </a:lnTo>
                  <a:lnTo>
                    <a:pt x="1512" y="466"/>
                  </a:lnTo>
                  <a:lnTo>
                    <a:pt x="1479" y="451"/>
                  </a:lnTo>
                  <a:lnTo>
                    <a:pt x="1449" y="434"/>
                  </a:lnTo>
                  <a:lnTo>
                    <a:pt x="1421" y="417"/>
                  </a:lnTo>
                  <a:lnTo>
                    <a:pt x="1395" y="397"/>
                  </a:lnTo>
                  <a:lnTo>
                    <a:pt x="1374" y="376"/>
                  </a:lnTo>
                  <a:lnTo>
                    <a:pt x="1355" y="353"/>
                  </a:lnTo>
                  <a:lnTo>
                    <a:pt x="1341" y="330"/>
                  </a:lnTo>
                  <a:lnTo>
                    <a:pt x="1331" y="305"/>
                  </a:lnTo>
                  <a:lnTo>
                    <a:pt x="1324" y="281"/>
                  </a:lnTo>
                  <a:lnTo>
                    <a:pt x="1321" y="255"/>
                  </a:lnTo>
                  <a:lnTo>
                    <a:pt x="1324" y="229"/>
                  </a:lnTo>
                  <a:lnTo>
                    <a:pt x="1331" y="203"/>
                  </a:lnTo>
                  <a:lnTo>
                    <a:pt x="1341" y="179"/>
                  </a:lnTo>
                  <a:lnTo>
                    <a:pt x="1355" y="155"/>
                  </a:lnTo>
                  <a:lnTo>
                    <a:pt x="1374" y="133"/>
                  </a:lnTo>
                  <a:lnTo>
                    <a:pt x="1395" y="113"/>
                  </a:lnTo>
                  <a:lnTo>
                    <a:pt x="1421" y="93"/>
                  </a:lnTo>
                  <a:lnTo>
                    <a:pt x="1449" y="74"/>
                  </a:lnTo>
                  <a:lnTo>
                    <a:pt x="1479" y="59"/>
                  </a:lnTo>
                  <a:lnTo>
                    <a:pt x="1512" y="44"/>
                  </a:lnTo>
                  <a:lnTo>
                    <a:pt x="1548" y="31"/>
                  </a:lnTo>
                  <a:lnTo>
                    <a:pt x="1586" y="20"/>
                  </a:lnTo>
                  <a:lnTo>
                    <a:pt x="1626" y="12"/>
                  </a:lnTo>
                  <a:lnTo>
                    <a:pt x="1667" y="5"/>
                  </a:lnTo>
                  <a:lnTo>
                    <a:pt x="1710" y="2"/>
                  </a:lnTo>
                  <a:lnTo>
                    <a:pt x="1754" y="0"/>
                  </a:lnTo>
                  <a:close/>
                  <a:moveTo>
                    <a:pt x="239" y="786"/>
                  </a:moveTo>
                  <a:lnTo>
                    <a:pt x="263" y="788"/>
                  </a:lnTo>
                  <a:lnTo>
                    <a:pt x="287" y="794"/>
                  </a:lnTo>
                  <a:lnTo>
                    <a:pt x="309" y="805"/>
                  </a:lnTo>
                  <a:lnTo>
                    <a:pt x="331" y="819"/>
                  </a:lnTo>
                  <a:lnTo>
                    <a:pt x="352" y="836"/>
                  </a:lnTo>
                  <a:lnTo>
                    <a:pt x="372" y="857"/>
                  </a:lnTo>
                  <a:lnTo>
                    <a:pt x="390" y="882"/>
                  </a:lnTo>
                  <a:lnTo>
                    <a:pt x="407" y="909"/>
                  </a:lnTo>
                  <a:lnTo>
                    <a:pt x="423" y="940"/>
                  </a:lnTo>
                  <a:lnTo>
                    <a:pt x="437" y="971"/>
                  </a:lnTo>
                  <a:lnTo>
                    <a:pt x="448" y="1006"/>
                  </a:lnTo>
                  <a:lnTo>
                    <a:pt x="459" y="1043"/>
                  </a:lnTo>
                  <a:lnTo>
                    <a:pt x="467" y="1081"/>
                  </a:lnTo>
                  <a:lnTo>
                    <a:pt x="473" y="1121"/>
                  </a:lnTo>
                  <a:lnTo>
                    <a:pt x="476" y="1163"/>
                  </a:lnTo>
                  <a:lnTo>
                    <a:pt x="478" y="1206"/>
                  </a:lnTo>
                  <a:lnTo>
                    <a:pt x="476" y="1248"/>
                  </a:lnTo>
                  <a:lnTo>
                    <a:pt x="473" y="1290"/>
                  </a:lnTo>
                  <a:lnTo>
                    <a:pt x="467" y="1330"/>
                  </a:lnTo>
                  <a:lnTo>
                    <a:pt x="459" y="1367"/>
                  </a:lnTo>
                  <a:lnTo>
                    <a:pt x="448" y="1405"/>
                  </a:lnTo>
                  <a:lnTo>
                    <a:pt x="437" y="1439"/>
                  </a:lnTo>
                  <a:lnTo>
                    <a:pt x="423" y="1472"/>
                  </a:lnTo>
                  <a:lnTo>
                    <a:pt x="407" y="1501"/>
                  </a:lnTo>
                  <a:lnTo>
                    <a:pt x="390" y="1528"/>
                  </a:lnTo>
                  <a:lnTo>
                    <a:pt x="372" y="1553"/>
                  </a:lnTo>
                  <a:lnTo>
                    <a:pt x="352" y="1574"/>
                  </a:lnTo>
                  <a:lnTo>
                    <a:pt x="331" y="1591"/>
                  </a:lnTo>
                  <a:lnTo>
                    <a:pt x="309" y="1605"/>
                  </a:lnTo>
                  <a:lnTo>
                    <a:pt x="287" y="1616"/>
                  </a:lnTo>
                  <a:lnTo>
                    <a:pt x="263" y="1622"/>
                  </a:lnTo>
                  <a:lnTo>
                    <a:pt x="239" y="1624"/>
                  </a:lnTo>
                  <a:lnTo>
                    <a:pt x="214" y="1622"/>
                  </a:lnTo>
                  <a:lnTo>
                    <a:pt x="191" y="1616"/>
                  </a:lnTo>
                  <a:lnTo>
                    <a:pt x="168" y="1605"/>
                  </a:lnTo>
                  <a:lnTo>
                    <a:pt x="146" y="1591"/>
                  </a:lnTo>
                  <a:lnTo>
                    <a:pt x="125" y="1574"/>
                  </a:lnTo>
                  <a:lnTo>
                    <a:pt x="105" y="1553"/>
                  </a:lnTo>
                  <a:lnTo>
                    <a:pt x="87" y="1528"/>
                  </a:lnTo>
                  <a:lnTo>
                    <a:pt x="70" y="1501"/>
                  </a:lnTo>
                  <a:lnTo>
                    <a:pt x="55" y="1472"/>
                  </a:lnTo>
                  <a:lnTo>
                    <a:pt x="41" y="1439"/>
                  </a:lnTo>
                  <a:lnTo>
                    <a:pt x="29" y="1405"/>
                  </a:lnTo>
                  <a:lnTo>
                    <a:pt x="18" y="1367"/>
                  </a:lnTo>
                  <a:lnTo>
                    <a:pt x="10" y="1330"/>
                  </a:lnTo>
                  <a:lnTo>
                    <a:pt x="4" y="1290"/>
                  </a:lnTo>
                  <a:lnTo>
                    <a:pt x="1" y="1248"/>
                  </a:lnTo>
                  <a:lnTo>
                    <a:pt x="0" y="1206"/>
                  </a:lnTo>
                  <a:lnTo>
                    <a:pt x="1" y="1163"/>
                  </a:lnTo>
                  <a:lnTo>
                    <a:pt x="4" y="1121"/>
                  </a:lnTo>
                  <a:lnTo>
                    <a:pt x="10" y="1081"/>
                  </a:lnTo>
                  <a:lnTo>
                    <a:pt x="18" y="1043"/>
                  </a:lnTo>
                  <a:lnTo>
                    <a:pt x="29" y="1006"/>
                  </a:lnTo>
                  <a:lnTo>
                    <a:pt x="41" y="971"/>
                  </a:lnTo>
                  <a:lnTo>
                    <a:pt x="55" y="940"/>
                  </a:lnTo>
                  <a:lnTo>
                    <a:pt x="70" y="909"/>
                  </a:lnTo>
                  <a:lnTo>
                    <a:pt x="87" y="882"/>
                  </a:lnTo>
                  <a:lnTo>
                    <a:pt x="105" y="857"/>
                  </a:lnTo>
                  <a:lnTo>
                    <a:pt x="125" y="836"/>
                  </a:lnTo>
                  <a:lnTo>
                    <a:pt x="146" y="819"/>
                  </a:lnTo>
                  <a:lnTo>
                    <a:pt x="168" y="805"/>
                  </a:lnTo>
                  <a:lnTo>
                    <a:pt x="191" y="794"/>
                  </a:lnTo>
                  <a:lnTo>
                    <a:pt x="214" y="788"/>
                  </a:lnTo>
                  <a:lnTo>
                    <a:pt x="239" y="786"/>
                  </a:lnTo>
                  <a:close/>
                  <a:moveTo>
                    <a:pt x="1119" y="2495"/>
                  </a:moveTo>
                  <a:lnTo>
                    <a:pt x="1143" y="2498"/>
                  </a:lnTo>
                  <a:lnTo>
                    <a:pt x="1167" y="2504"/>
                  </a:lnTo>
                  <a:lnTo>
                    <a:pt x="1190" y="2514"/>
                  </a:lnTo>
                  <a:lnTo>
                    <a:pt x="1211" y="2528"/>
                  </a:lnTo>
                  <a:lnTo>
                    <a:pt x="1232" y="2546"/>
                  </a:lnTo>
                  <a:lnTo>
                    <a:pt x="1252" y="2567"/>
                  </a:lnTo>
                  <a:lnTo>
                    <a:pt x="1271" y="2592"/>
                  </a:lnTo>
                  <a:lnTo>
                    <a:pt x="1288" y="2618"/>
                  </a:lnTo>
                  <a:lnTo>
                    <a:pt x="1304" y="2648"/>
                  </a:lnTo>
                  <a:lnTo>
                    <a:pt x="1318" y="2681"/>
                  </a:lnTo>
                  <a:lnTo>
                    <a:pt x="1329" y="2715"/>
                  </a:lnTo>
                  <a:lnTo>
                    <a:pt x="1340" y="2752"/>
                  </a:lnTo>
                  <a:lnTo>
                    <a:pt x="1348" y="2790"/>
                  </a:lnTo>
                  <a:lnTo>
                    <a:pt x="1354" y="2830"/>
                  </a:lnTo>
                  <a:lnTo>
                    <a:pt x="1358" y="2872"/>
                  </a:lnTo>
                  <a:lnTo>
                    <a:pt x="1359" y="2914"/>
                  </a:lnTo>
                  <a:lnTo>
                    <a:pt x="1358" y="2956"/>
                  </a:lnTo>
                  <a:lnTo>
                    <a:pt x="1354" y="2998"/>
                  </a:lnTo>
                  <a:lnTo>
                    <a:pt x="1348" y="3038"/>
                  </a:lnTo>
                  <a:lnTo>
                    <a:pt x="1340" y="3077"/>
                  </a:lnTo>
                  <a:lnTo>
                    <a:pt x="1329" y="3113"/>
                  </a:lnTo>
                  <a:lnTo>
                    <a:pt x="1318" y="3147"/>
                  </a:lnTo>
                  <a:lnTo>
                    <a:pt x="1304" y="3180"/>
                  </a:lnTo>
                  <a:lnTo>
                    <a:pt x="1288" y="3209"/>
                  </a:lnTo>
                  <a:lnTo>
                    <a:pt x="1271" y="3238"/>
                  </a:lnTo>
                  <a:lnTo>
                    <a:pt x="1252" y="3261"/>
                  </a:lnTo>
                  <a:lnTo>
                    <a:pt x="1232" y="3282"/>
                  </a:lnTo>
                  <a:lnTo>
                    <a:pt x="1211" y="3301"/>
                  </a:lnTo>
                  <a:lnTo>
                    <a:pt x="1190" y="3315"/>
                  </a:lnTo>
                  <a:lnTo>
                    <a:pt x="1167" y="3325"/>
                  </a:lnTo>
                  <a:lnTo>
                    <a:pt x="1143" y="3331"/>
                  </a:lnTo>
                  <a:lnTo>
                    <a:pt x="1119" y="3334"/>
                  </a:lnTo>
                  <a:lnTo>
                    <a:pt x="1094" y="3331"/>
                  </a:lnTo>
                  <a:lnTo>
                    <a:pt x="1070" y="3325"/>
                  </a:lnTo>
                  <a:lnTo>
                    <a:pt x="1048" y="3315"/>
                  </a:lnTo>
                  <a:lnTo>
                    <a:pt x="1026" y="3301"/>
                  </a:lnTo>
                  <a:lnTo>
                    <a:pt x="1005" y="3282"/>
                  </a:lnTo>
                  <a:lnTo>
                    <a:pt x="985" y="3261"/>
                  </a:lnTo>
                  <a:lnTo>
                    <a:pt x="967" y="3238"/>
                  </a:lnTo>
                  <a:lnTo>
                    <a:pt x="950" y="3209"/>
                  </a:lnTo>
                  <a:lnTo>
                    <a:pt x="935" y="3180"/>
                  </a:lnTo>
                  <a:lnTo>
                    <a:pt x="921" y="3147"/>
                  </a:lnTo>
                  <a:lnTo>
                    <a:pt x="909" y="3113"/>
                  </a:lnTo>
                  <a:lnTo>
                    <a:pt x="898" y="3077"/>
                  </a:lnTo>
                  <a:lnTo>
                    <a:pt x="890" y="3038"/>
                  </a:lnTo>
                  <a:lnTo>
                    <a:pt x="884" y="2998"/>
                  </a:lnTo>
                  <a:lnTo>
                    <a:pt x="881" y="2956"/>
                  </a:lnTo>
                  <a:lnTo>
                    <a:pt x="880" y="2914"/>
                  </a:lnTo>
                  <a:lnTo>
                    <a:pt x="881" y="2872"/>
                  </a:lnTo>
                  <a:lnTo>
                    <a:pt x="884" y="2830"/>
                  </a:lnTo>
                  <a:lnTo>
                    <a:pt x="890" y="2790"/>
                  </a:lnTo>
                  <a:lnTo>
                    <a:pt x="898" y="2752"/>
                  </a:lnTo>
                  <a:lnTo>
                    <a:pt x="909" y="2715"/>
                  </a:lnTo>
                  <a:lnTo>
                    <a:pt x="921" y="2681"/>
                  </a:lnTo>
                  <a:lnTo>
                    <a:pt x="935" y="2648"/>
                  </a:lnTo>
                  <a:lnTo>
                    <a:pt x="950" y="2618"/>
                  </a:lnTo>
                  <a:lnTo>
                    <a:pt x="967" y="2592"/>
                  </a:lnTo>
                  <a:lnTo>
                    <a:pt x="985" y="2567"/>
                  </a:lnTo>
                  <a:lnTo>
                    <a:pt x="1005" y="2546"/>
                  </a:lnTo>
                  <a:lnTo>
                    <a:pt x="1026" y="2528"/>
                  </a:lnTo>
                  <a:lnTo>
                    <a:pt x="1048" y="2514"/>
                  </a:lnTo>
                  <a:lnTo>
                    <a:pt x="1070" y="2504"/>
                  </a:lnTo>
                  <a:lnTo>
                    <a:pt x="1094" y="2498"/>
                  </a:lnTo>
                  <a:lnTo>
                    <a:pt x="1119" y="2495"/>
                  </a:lnTo>
                  <a:close/>
                  <a:moveTo>
                    <a:pt x="2380" y="2651"/>
                  </a:moveTo>
                  <a:lnTo>
                    <a:pt x="2405" y="2654"/>
                  </a:lnTo>
                  <a:lnTo>
                    <a:pt x="2428" y="2660"/>
                  </a:lnTo>
                  <a:lnTo>
                    <a:pt x="2452" y="2670"/>
                  </a:lnTo>
                  <a:lnTo>
                    <a:pt x="2473" y="2684"/>
                  </a:lnTo>
                  <a:lnTo>
                    <a:pt x="2494" y="2703"/>
                  </a:lnTo>
                  <a:lnTo>
                    <a:pt x="2514" y="2724"/>
                  </a:lnTo>
                  <a:lnTo>
                    <a:pt x="2533" y="2747"/>
                  </a:lnTo>
                  <a:lnTo>
                    <a:pt x="2550" y="2774"/>
                  </a:lnTo>
                  <a:lnTo>
                    <a:pt x="2565" y="2805"/>
                  </a:lnTo>
                  <a:lnTo>
                    <a:pt x="2580" y="2838"/>
                  </a:lnTo>
                  <a:lnTo>
                    <a:pt x="2591" y="2872"/>
                  </a:lnTo>
                  <a:lnTo>
                    <a:pt x="2602" y="2908"/>
                  </a:lnTo>
                  <a:lnTo>
                    <a:pt x="2610" y="2947"/>
                  </a:lnTo>
                  <a:lnTo>
                    <a:pt x="2616" y="2987"/>
                  </a:lnTo>
                  <a:lnTo>
                    <a:pt x="2619" y="3029"/>
                  </a:lnTo>
                  <a:lnTo>
                    <a:pt x="2621" y="3071"/>
                  </a:lnTo>
                  <a:lnTo>
                    <a:pt x="2619" y="3113"/>
                  </a:lnTo>
                  <a:lnTo>
                    <a:pt x="2616" y="3155"/>
                  </a:lnTo>
                  <a:lnTo>
                    <a:pt x="2610" y="3195"/>
                  </a:lnTo>
                  <a:lnTo>
                    <a:pt x="2602" y="3233"/>
                  </a:lnTo>
                  <a:lnTo>
                    <a:pt x="2591" y="3270"/>
                  </a:lnTo>
                  <a:lnTo>
                    <a:pt x="2580" y="3304"/>
                  </a:lnTo>
                  <a:lnTo>
                    <a:pt x="2565" y="3337"/>
                  </a:lnTo>
                  <a:lnTo>
                    <a:pt x="2550" y="3367"/>
                  </a:lnTo>
                  <a:lnTo>
                    <a:pt x="2533" y="3393"/>
                  </a:lnTo>
                  <a:lnTo>
                    <a:pt x="2514" y="3418"/>
                  </a:lnTo>
                  <a:lnTo>
                    <a:pt x="2494" y="3439"/>
                  </a:lnTo>
                  <a:lnTo>
                    <a:pt x="2473" y="3457"/>
                  </a:lnTo>
                  <a:lnTo>
                    <a:pt x="2452" y="3471"/>
                  </a:lnTo>
                  <a:lnTo>
                    <a:pt x="2428" y="3481"/>
                  </a:lnTo>
                  <a:lnTo>
                    <a:pt x="2405" y="3487"/>
                  </a:lnTo>
                  <a:lnTo>
                    <a:pt x="2380" y="3490"/>
                  </a:lnTo>
                  <a:lnTo>
                    <a:pt x="2356" y="3487"/>
                  </a:lnTo>
                  <a:lnTo>
                    <a:pt x="2332" y="3481"/>
                  </a:lnTo>
                  <a:lnTo>
                    <a:pt x="2310" y="3471"/>
                  </a:lnTo>
                  <a:lnTo>
                    <a:pt x="2288" y="3457"/>
                  </a:lnTo>
                  <a:lnTo>
                    <a:pt x="2267" y="3439"/>
                  </a:lnTo>
                  <a:lnTo>
                    <a:pt x="2248" y="3418"/>
                  </a:lnTo>
                  <a:lnTo>
                    <a:pt x="2229" y="3393"/>
                  </a:lnTo>
                  <a:lnTo>
                    <a:pt x="2212" y="3367"/>
                  </a:lnTo>
                  <a:lnTo>
                    <a:pt x="2196" y="3337"/>
                  </a:lnTo>
                  <a:lnTo>
                    <a:pt x="2182" y="3304"/>
                  </a:lnTo>
                  <a:lnTo>
                    <a:pt x="2171" y="3270"/>
                  </a:lnTo>
                  <a:lnTo>
                    <a:pt x="2160" y="3233"/>
                  </a:lnTo>
                  <a:lnTo>
                    <a:pt x="2152" y="3195"/>
                  </a:lnTo>
                  <a:lnTo>
                    <a:pt x="2146" y="3155"/>
                  </a:lnTo>
                  <a:lnTo>
                    <a:pt x="2142" y="3113"/>
                  </a:lnTo>
                  <a:lnTo>
                    <a:pt x="2141" y="3071"/>
                  </a:lnTo>
                  <a:lnTo>
                    <a:pt x="2142" y="3029"/>
                  </a:lnTo>
                  <a:lnTo>
                    <a:pt x="2146" y="2987"/>
                  </a:lnTo>
                  <a:lnTo>
                    <a:pt x="2152" y="2947"/>
                  </a:lnTo>
                  <a:lnTo>
                    <a:pt x="2160" y="2908"/>
                  </a:lnTo>
                  <a:lnTo>
                    <a:pt x="2171" y="2872"/>
                  </a:lnTo>
                  <a:lnTo>
                    <a:pt x="2182" y="2838"/>
                  </a:lnTo>
                  <a:lnTo>
                    <a:pt x="2196" y="2805"/>
                  </a:lnTo>
                  <a:lnTo>
                    <a:pt x="2212" y="2774"/>
                  </a:lnTo>
                  <a:lnTo>
                    <a:pt x="2229" y="2747"/>
                  </a:lnTo>
                  <a:lnTo>
                    <a:pt x="2248" y="2724"/>
                  </a:lnTo>
                  <a:lnTo>
                    <a:pt x="2267" y="2703"/>
                  </a:lnTo>
                  <a:lnTo>
                    <a:pt x="2288" y="2684"/>
                  </a:lnTo>
                  <a:lnTo>
                    <a:pt x="2310" y="2670"/>
                  </a:lnTo>
                  <a:lnTo>
                    <a:pt x="2332" y="2660"/>
                  </a:lnTo>
                  <a:lnTo>
                    <a:pt x="2356" y="2654"/>
                  </a:lnTo>
                  <a:lnTo>
                    <a:pt x="2380" y="2651"/>
                  </a:lnTo>
                  <a:close/>
                  <a:moveTo>
                    <a:pt x="2342" y="1355"/>
                  </a:moveTo>
                  <a:lnTo>
                    <a:pt x="2366" y="1357"/>
                  </a:lnTo>
                  <a:lnTo>
                    <a:pt x="2390" y="1363"/>
                  </a:lnTo>
                  <a:lnTo>
                    <a:pt x="2412" y="1373"/>
                  </a:lnTo>
                  <a:lnTo>
                    <a:pt x="2434" y="1387"/>
                  </a:lnTo>
                  <a:lnTo>
                    <a:pt x="2455" y="1405"/>
                  </a:lnTo>
                  <a:lnTo>
                    <a:pt x="2475" y="1426"/>
                  </a:lnTo>
                  <a:lnTo>
                    <a:pt x="2493" y="1451"/>
                  </a:lnTo>
                  <a:lnTo>
                    <a:pt x="2510" y="1478"/>
                  </a:lnTo>
                  <a:lnTo>
                    <a:pt x="2526" y="1507"/>
                  </a:lnTo>
                  <a:lnTo>
                    <a:pt x="2540" y="1540"/>
                  </a:lnTo>
                  <a:lnTo>
                    <a:pt x="2551" y="1574"/>
                  </a:lnTo>
                  <a:lnTo>
                    <a:pt x="2562" y="1611"/>
                  </a:lnTo>
                  <a:lnTo>
                    <a:pt x="2570" y="1649"/>
                  </a:lnTo>
                  <a:lnTo>
                    <a:pt x="2576" y="1689"/>
                  </a:lnTo>
                  <a:lnTo>
                    <a:pt x="2580" y="1731"/>
                  </a:lnTo>
                  <a:lnTo>
                    <a:pt x="2581" y="1773"/>
                  </a:lnTo>
                  <a:lnTo>
                    <a:pt x="2580" y="1815"/>
                  </a:lnTo>
                  <a:lnTo>
                    <a:pt x="2576" y="1858"/>
                  </a:lnTo>
                  <a:lnTo>
                    <a:pt x="2570" y="1897"/>
                  </a:lnTo>
                  <a:lnTo>
                    <a:pt x="2562" y="1936"/>
                  </a:lnTo>
                  <a:lnTo>
                    <a:pt x="2551" y="1972"/>
                  </a:lnTo>
                  <a:lnTo>
                    <a:pt x="2540" y="2008"/>
                  </a:lnTo>
                  <a:lnTo>
                    <a:pt x="2526" y="2039"/>
                  </a:lnTo>
                  <a:lnTo>
                    <a:pt x="2510" y="2070"/>
                  </a:lnTo>
                  <a:lnTo>
                    <a:pt x="2493" y="2097"/>
                  </a:lnTo>
                  <a:lnTo>
                    <a:pt x="2475" y="2121"/>
                  </a:lnTo>
                  <a:lnTo>
                    <a:pt x="2455" y="2142"/>
                  </a:lnTo>
                  <a:lnTo>
                    <a:pt x="2434" y="2160"/>
                  </a:lnTo>
                  <a:lnTo>
                    <a:pt x="2412" y="2174"/>
                  </a:lnTo>
                  <a:lnTo>
                    <a:pt x="2390" y="2185"/>
                  </a:lnTo>
                  <a:lnTo>
                    <a:pt x="2366" y="2191"/>
                  </a:lnTo>
                  <a:lnTo>
                    <a:pt x="2342" y="2193"/>
                  </a:lnTo>
                  <a:lnTo>
                    <a:pt x="2317" y="2191"/>
                  </a:lnTo>
                  <a:lnTo>
                    <a:pt x="2294" y="2185"/>
                  </a:lnTo>
                  <a:lnTo>
                    <a:pt x="2270" y="2174"/>
                  </a:lnTo>
                  <a:lnTo>
                    <a:pt x="2249" y="2160"/>
                  </a:lnTo>
                  <a:lnTo>
                    <a:pt x="2228" y="2142"/>
                  </a:lnTo>
                  <a:lnTo>
                    <a:pt x="2208" y="2121"/>
                  </a:lnTo>
                  <a:lnTo>
                    <a:pt x="2189" y="2097"/>
                  </a:lnTo>
                  <a:lnTo>
                    <a:pt x="2173" y="2070"/>
                  </a:lnTo>
                  <a:lnTo>
                    <a:pt x="2157" y="2039"/>
                  </a:lnTo>
                  <a:lnTo>
                    <a:pt x="2142" y="2008"/>
                  </a:lnTo>
                  <a:lnTo>
                    <a:pt x="2131" y="1972"/>
                  </a:lnTo>
                  <a:lnTo>
                    <a:pt x="2120" y="1936"/>
                  </a:lnTo>
                  <a:lnTo>
                    <a:pt x="2112" y="1897"/>
                  </a:lnTo>
                  <a:lnTo>
                    <a:pt x="2106" y="1858"/>
                  </a:lnTo>
                  <a:lnTo>
                    <a:pt x="2103" y="1815"/>
                  </a:lnTo>
                  <a:lnTo>
                    <a:pt x="2101" y="1773"/>
                  </a:lnTo>
                  <a:lnTo>
                    <a:pt x="2103" y="1731"/>
                  </a:lnTo>
                  <a:lnTo>
                    <a:pt x="2106" y="1689"/>
                  </a:lnTo>
                  <a:lnTo>
                    <a:pt x="2112" y="1649"/>
                  </a:lnTo>
                  <a:lnTo>
                    <a:pt x="2120" y="1611"/>
                  </a:lnTo>
                  <a:lnTo>
                    <a:pt x="2131" y="1574"/>
                  </a:lnTo>
                  <a:lnTo>
                    <a:pt x="2142" y="1540"/>
                  </a:lnTo>
                  <a:lnTo>
                    <a:pt x="2157" y="1507"/>
                  </a:lnTo>
                  <a:lnTo>
                    <a:pt x="2173" y="1478"/>
                  </a:lnTo>
                  <a:lnTo>
                    <a:pt x="2189" y="1451"/>
                  </a:lnTo>
                  <a:lnTo>
                    <a:pt x="2208" y="1426"/>
                  </a:lnTo>
                  <a:lnTo>
                    <a:pt x="2228" y="1405"/>
                  </a:lnTo>
                  <a:lnTo>
                    <a:pt x="2249" y="1387"/>
                  </a:lnTo>
                  <a:lnTo>
                    <a:pt x="2270" y="1373"/>
                  </a:lnTo>
                  <a:lnTo>
                    <a:pt x="2294" y="1363"/>
                  </a:lnTo>
                  <a:lnTo>
                    <a:pt x="2317" y="1357"/>
                  </a:lnTo>
                  <a:lnTo>
                    <a:pt x="2342" y="1355"/>
                  </a:lnTo>
                  <a:close/>
                  <a:moveTo>
                    <a:pt x="3179" y="819"/>
                  </a:moveTo>
                  <a:lnTo>
                    <a:pt x="3204" y="821"/>
                  </a:lnTo>
                  <a:lnTo>
                    <a:pt x="3227" y="827"/>
                  </a:lnTo>
                  <a:lnTo>
                    <a:pt x="3250" y="838"/>
                  </a:lnTo>
                  <a:lnTo>
                    <a:pt x="3272" y="852"/>
                  </a:lnTo>
                  <a:lnTo>
                    <a:pt x="3293" y="869"/>
                  </a:lnTo>
                  <a:lnTo>
                    <a:pt x="3312" y="890"/>
                  </a:lnTo>
                  <a:lnTo>
                    <a:pt x="3331" y="915"/>
                  </a:lnTo>
                  <a:lnTo>
                    <a:pt x="3348" y="942"/>
                  </a:lnTo>
                  <a:lnTo>
                    <a:pt x="3363" y="971"/>
                  </a:lnTo>
                  <a:lnTo>
                    <a:pt x="3377" y="1004"/>
                  </a:lnTo>
                  <a:lnTo>
                    <a:pt x="3389" y="1038"/>
                  </a:lnTo>
                  <a:lnTo>
                    <a:pt x="3400" y="1076"/>
                  </a:lnTo>
                  <a:lnTo>
                    <a:pt x="3408" y="1113"/>
                  </a:lnTo>
                  <a:lnTo>
                    <a:pt x="3414" y="1153"/>
                  </a:lnTo>
                  <a:lnTo>
                    <a:pt x="3417" y="1195"/>
                  </a:lnTo>
                  <a:lnTo>
                    <a:pt x="3418" y="1237"/>
                  </a:lnTo>
                  <a:lnTo>
                    <a:pt x="3417" y="1280"/>
                  </a:lnTo>
                  <a:lnTo>
                    <a:pt x="3414" y="1322"/>
                  </a:lnTo>
                  <a:lnTo>
                    <a:pt x="3408" y="1362"/>
                  </a:lnTo>
                  <a:lnTo>
                    <a:pt x="3400" y="1399"/>
                  </a:lnTo>
                  <a:lnTo>
                    <a:pt x="3389" y="1437"/>
                  </a:lnTo>
                  <a:lnTo>
                    <a:pt x="3377" y="1471"/>
                  </a:lnTo>
                  <a:lnTo>
                    <a:pt x="3363" y="1503"/>
                  </a:lnTo>
                  <a:lnTo>
                    <a:pt x="3348" y="1533"/>
                  </a:lnTo>
                  <a:lnTo>
                    <a:pt x="3331" y="1560"/>
                  </a:lnTo>
                  <a:lnTo>
                    <a:pt x="3312" y="1584"/>
                  </a:lnTo>
                  <a:lnTo>
                    <a:pt x="3293" y="1605"/>
                  </a:lnTo>
                  <a:lnTo>
                    <a:pt x="3272" y="1623"/>
                  </a:lnTo>
                  <a:lnTo>
                    <a:pt x="3250" y="1637"/>
                  </a:lnTo>
                  <a:lnTo>
                    <a:pt x="3227" y="1648"/>
                  </a:lnTo>
                  <a:lnTo>
                    <a:pt x="3204" y="1654"/>
                  </a:lnTo>
                  <a:lnTo>
                    <a:pt x="3179" y="1656"/>
                  </a:lnTo>
                  <a:lnTo>
                    <a:pt x="3155" y="1654"/>
                  </a:lnTo>
                  <a:lnTo>
                    <a:pt x="3131" y="1648"/>
                  </a:lnTo>
                  <a:lnTo>
                    <a:pt x="3108" y="1637"/>
                  </a:lnTo>
                  <a:lnTo>
                    <a:pt x="3087" y="1623"/>
                  </a:lnTo>
                  <a:lnTo>
                    <a:pt x="3066" y="1605"/>
                  </a:lnTo>
                  <a:lnTo>
                    <a:pt x="3046" y="1584"/>
                  </a:lnTo>
                  <a:lnTo>
                    <a:pt x="3027" y="1560"/>
                  </a:lnTo>
                  <a:lnTo>
                    <a:pt x="3011" y="1533"/>
                  </a:lnTo>
                  <a:lnTo>
                    <a:pt x="2994" y="1503"/>
                  </a:lnTo>
                  <a:lnTo>
                    <a:pt x="2980" y="1471"/>
                  </a:lnTo>
                  <a:lnTo>
                    <a:pt x="2968" y="1437"/>
                  </a:lnTo>
                  <a:lnTo>
                    <a:pt x="2958" y="1399"/>
                  </a:lnTo>
                  <a:lnTo>
                    <a:pt x="2950" y="1362"/>
                  </a:lnTo>
                  <a:lnTo>
                    <a:pt x="2944" y="1322"/>
                  </a:lnTo>
                  <a:lnTo>
                    <a:pt x="2940" y="1280"/>
                  </a:lnTo>
                  <a:lnTo>
                    <a:pt x="2939" y="1237"/>
                  </a:lnTo>
                  <a:lnTo>
                    <a:pt x="2940" y="1195"/>
                  </a:lnTo>
                  <a:lnTo>
                    <a:pt x="2944" y="1153"/>
                  </a:lnTo>
                  <a:lnTo>
                    <a:pt x="2950" y="1113"/>
                  </a:lnTo>
                  <a:lnTo>
                    <a:pt x="2958" y="1076"/>
                  </a:lnTo>
                  <a:lnTo>
                    <a:pt x="2968" y="1038"/>
                  </a:lnTo>
                  <a:lnTo>
                    <a:pt x="2980" y="1004"/>
                  </a:lnTo>
                  <a:lnTo>
                    <a:pt x="2994" y="971"/>
                  </a:lnTo>
                  <a:lnTo>
                    <a:pt x="3011" y="942"/>
                  </a:lnTo>
                  <a:lnTo>
                    <a:pt x="3027" y="915"/>
                  </a:lnTo>
                  <a:lnTo>
                    <a:pt x="3046" y="890"/>
                  </a:lnTo>
                  <a:lnTo>
                    <a:pt x="3066" y="869"/>
                  </a:lnTo>
                  <a:lnTo>
                    <a:pt x="3087" y="852"/>
                  </a:lnTo>
                  <a:lnTo>
                    <a:pt x="3108" y="838"/>
                  </a:lnTo>
                  <a:lnTo>
                    <a:pt x="3131" y="827"/>
                  </a:lnTo>
                  <a:lnTo>
                    <a:pt x="3155" y="821"/>
                  </a:lnTo>
                  <a:lnTo>
                    <a:pt x="3179" y="819"/>
                  </a:lnTo>
                  <a:close/>
                  <a:moveTo>
                    <a:pt x="3246" y="2144"/>
                  </a:moveTo>
                  <a:lnTo>
                    <a:pt x="3271" y="2146"/>
                  </a:lnTo>
                  <a:lnTo>
                    <a:pt x="3294" y="2152"/>
                  </a:lnTo>
                  <a:lnTo>
                    <a:pt x="3316" y="2162"/>
                  </a:lnTo>
                  <a:lnTo>
                    <a:pt x="3339" y="2176"/>
                  </a:lnTo>
                  <a:lnTo>
                    <a:pt x="3360" y="2194"/>
                  </a:lnTo>
                  <a:lnTo>
                    <a:pt x="3380" y="2215"/>
                  </a:lnTo>
                  <a:lnTo>
                    <a:pt x="3397" y="2240"/>
                  </a:lnTo>
                  <a:lnTo>
                    <a:pt x="3415" y="2267"/>
                  </a:lnTo>
                  <a:lnTo>
                    <a:pt x="3430" y="2296"/>
                  </a:lnTo>
                  <a:lnTo>
                    <a:pt x="3444" y="2329"/>
                  </a:lnTo>
                  <a:lnTo>
                    <a:pt x="3456" y="2363"/>
                  </a:lnTo>
                  <a:lnTo>
                    <a:pt x="3466" y="2400"/>
                  </a:lnTo>
                  <a:lnTo>
                    <a:pt x="3475" y="2438"/>
                  </a:lnTo>
                  <a:lnTo>
                    <a:pt x="3480" y="2478"/>
                  </a:lnTo>
                  <a:lnTo>
                    <a:pt x="3484" y="2520"/>
                  </a:lnTo>
                  <a:lnTo>
                    <a:pt x="3485" y="2562"/>
                  </a:lnTo>
                  <a:lnTo>
                    <a:pt x="3484" y="2604"/>
                  </a:lnTo>
                  <a:lnTo>
                    <a:pt x="3480" y="2647"/>
                  </a:lnTo>
                  <a:lnTo>
                    <a:pt x="3475" y="2686"/>
                  </a:lnTo>
                  <a:lnTo>
                    <a:pt x="3466" y="2725"/>
                  </a:lnTo>
                  <a:lnTo>
                    <a:pt x="3456" y="2762"/>
                  </a:lnTo>
                  <a:lnTo>
                    <a:pt x="3444" y="2796"/>
                  </a:lnTo>
                  <a:lnTo>
                    <a:pt x="3430" y="2828"/>
                  </a:lnTo>
                  <a:lnTo>
                    <a:pt x="3415" y="2858"/>
                  </a:lnTo>
                  <a:lnTo>
                    <a:pt x="3397" y="2886"/>
                  </a:lnTo>
                  <a:lnTo>
                    <a:pt x="3380" y="2909"/>
                  </a:lnTo>
                  <a:lnTo>
                    <a:pt x="3360" y="2930"/>
                  </a:lnTo>
                  <a:lnTo>
                    <a:pt x="3339" y="2949"/>
                  </a:lnTo>
                  <a:lnTo>
                    <a:pt x="3316" y="2963"/>
                  </a:lnTo>
                  <a:lnTo>
                    <a:pt x="3294" y="2974"/>
                  </a:lnTo>
                  <a:lnTo>
                    <a:pt x="3271" y="2980"/>
                  </a:lnTo>
                  <a:lnTo>
                    <a:pt x="3246" y="2982"/>
                  </a:lnTo>
                  <a:lnTo>
                    <a:pt x="3222" y="2980"/>
                  </a:lnTo>
                  <a:lnTo>
                    <a:pt x="3198" y="2974"/>
                  </a:lnTo>
                  <a:lnTo>
                    <a:pt x="3176" y="2963"/>
                  </a:lnTo>
                  <a:lnTo>
                    <a:pt x="3154" y="2949"/>
                  </a:lnTo>
                  <a:lnTo>
                    <a:pt x="3133" y="2930"/>
                  </a:lnTo>
                  <a:lnTo>
                    <a:pt x="3113" y="2909"/>
                  </a:lnTo>
                  <a:lnTo>
                    <a:pt x="3095" y="2886"/>
                  </a:lnTo>
                  <a:lnTo>
                    <a:pt x="3077" y="2858"/>
                  </a:lnTo>
                  <a:lnTo>
                    <a:pt x="3062" y="2828"/>
                  </a:lnTo>
                  <a:lnTo>
                    <a:pt x="3048" y="2796"/>
                  </a:lnTo>
                  <a:lnTo>
                    <a:pt x="3036" y="2762"/>
                  </a:lnTo>
                  <a:lnTo>
                    <a:pt x="3026" y="2725"/>
                  </a:lnTo>
                  <a:lnTo>
                    <a:pt x="3018" y="2686"/>
                  </a:lnTo>
                  <a:lnTo>
                    <a:pt x="3012" y="2647"/>
                  </a:lnTo>
                  <a:lnTo>
                    <a:pt x="3008" y="2604"/>
                  </a:lnTo>
                  <a:lnTo>
                    <a:pt x="3007" y="2562"/>
                  </a:lnTo>
                  <a:lnTo>
                    <a:pt x="3008" y="2520"/>
                  </a:lnTo>
                  <a:lnTo>
                    <a:pt x="3012" y="2478"/>
                  </a:lnTo>
                  <a:lnTo>
                    <a:pt x="3018" y="2438"/>
                  </a:lnTo>
                  <a:lnTo>
                    <a:pt x="3026" y="2400"/>
                  </a:lnTo>
                  <a:lnTo>
                    <a:pt x="3036" y="2363"/>
                  </a:lnTo>
                  <a:lnTo>
                    <a:pt x="3048" y="2329"/>
                  </a:lnTo>
                  <a:lnTo>
                    <a:pt x="3062" y="2296"/>
                  </a:lnTo>
                  <a:lnTo>
                    <a:pt x="3077" y="2267"/>
                  </a:lnTo>
                  <a:lnTo>
                    <a:pt x="3095" y="2240"/>
                  </a:lnTo>
                  <a:lnTo>
                    <a:pt x="3113" y="2215"/>
                  </a:lnTo>
                  <a:lnTo>
                    <a:pt x="3133" y="2194"/>
                  </a:lnTo>
                  <a:lnTo>
                    <a:pt x="3154" y="2176"/>
                  </a:lnTo>
                  <a:lnTo>
                    <a:pt x="3176" y="2162"/>
                  </a:lnTo>
                  <a:lnTo>
                    <a:pt x="3198" y="2152"/>
                  </a:lnTo>
                  <a:lnTo>
                    <a:pt x="3222" y="2146"/>
                  </a:lnTo>
                  <a:lnTo>
                    <a:pt x="3246" y="214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9058" name="Freeform 48"/>
            <p:cNvSpPr>
              <a:spLocks/>
            </p:cNvSpPr>
            <p:nvPr/>
          </p:nvSpPr>
          <p:spPr bwMode="auto">
            <a:xfrm>
              <a:off x="1267" y="1588"/>
              <a:ext cx="87" cy="52"/>
            </a:xfrm>
            <a:custGeom>
              <a:avLst/>
              <a:gdLst>
                <a:gd name="T0" fmla="*/ 3 w 437"/>
                <a:gd name="T1" fmla="*/ 2 h 260"/>
                <a:gd name="T2" fmla="*/ 3 w 437"/>
                <a:gd name="T3" fmla="*/ 2 h 260"/>
                <a:gd name="T4" fmla="*/ 3 w 437"/>
                <a:gd name="T5" fmla="*/ 2 h 260"/>
                <a:gd name="T6" fmla="*/ 3 w 437"/>
                <a:gd name="T7" fmla="*/ 2 h 260"/>
                <a:gd name="T8" fmla="*/ 3 w 437"/>
                <a:gd name="T9" fmla="*/ 1 h 260"/>
                <a:gd name="T10" fmla="*/ 3 w 437"/>
                <a:gd name="T11" fmla="*/ 1 h 260"/>
                <a:gd name="T12" fmla="*/ 3 w 437"/>
                <a:gd name="T13" fmla="*/ 1 h 260"/>
                <a:gd name="T14" fmla="*/ 3 w 437"/>
                <a:gd name="T15" fmla="*/ 1 h 260"/>
                <a:gd name="T16" fmla="*/ 3 w 437"/>
                <a:gd name="T17" fmla="*/ 1 h 260"/>
                <a:gd name="T18" fmla="*/ 2 w 437"/>
                <a:gd name="T19" fmla="*/ 1 h 260"/>
                <a:gd name="T20" fmla="*/ 2 w 437"/>
                <a:gd name="T21" fmla="*/ 0 h 260"/>
                <a:gd name="T22" fmla="*/ 2 w 437"/>
                <a:gd name="T23" fmla="*/ 0 h 260"/>
                <a:gd name="T24" fmla="*/ 2 w 437"/>
                <a:gd name="T25" fmla="*/ 0 h 260"/>
                <a:gd name="T26" fmla="*/ 1 w 437"/>
                <a:gd name="T27" fmla="*/ 0 h 260"/>
                <a:gd name="T28" fmla="*/ 1 w 437"/>
                <a:gd name="T29" fmla="*/ 0 h 260"/>
                <a:gd name="T30" fmla="*/ 1 w 437"/>
                <a:gd name="T31" fmla="*/ 0 h 260"/>
                <a:gd name="T32" fmla="*/ 0 w 437"/>
                <a:gd name="T33" fmla="*/ 0 h 260"/>
                <a:gd name="T34" fmla="*/ 0 w 437"/>
                <a:gd name="T35" fmla="*/ 0 h 260"/>
                <a:gd name="T36" fmla="*/ 0 w 437"/>
                <a:gd name="T37" fmla="*/ 0 h 260"/>
                <a:gd name="T38" fmla="*/ 0 w 437"/>
                <a:gd name="T39" fmla="*/ 0 h 260"/>
                <a:gd name="T40" fmla="*/ 1 w 437"/>
                <a:gd name="T41" fmla="*/ 0 h 260"/>
                <a:gd name="T42" fmla="*/ 1 w 437"/>
                <a:gd name="T43" fmla="*/ 0 h 260"/>
                <a:gd name="T44" fmla="*/ 1 w 437"/>
                <a:gd name="T45" fmla="*/ 0 h 260"/>
                <a:gd name="T46" fmla="*/ 2 w 437"/>
                <a:gd name="T47" fmla="*/ 0 h 260"/>
                <a:gd name="T48" fmla="*/ 2 w 437"/>
                <a:gd name="T49" fmla="*/ 0 h 260"/>
                <a:gd name="T50" fmla="*/ 2 w 437"/>
                <a:gd name="T51" fmla="*/ 1 h 260"/>
                <a:gd name="T52" fmla="*/ 2 w 437"/>
                <a:gd name="T53" fmla="*/ 1 h 260"/>
                <a:gd name="T54" fmla="*/ 3 w 437"/>
                <a:gd name="T55" fmla="*/ 1 h 260"/>
                <a:gd name="T56" fmla="*/ 3 w 437"/>
                <a:gd name="T57" fmla="*/ 1 h 260"/>
                <a:gd name="T58" fmla="*/ 3 w 437"/>
                <a:gd name="T59" fmla="*/ 1 h 260"/>
                <a:gd name="T60" fmla="*/ 3 w 437"/>
                <a:gd name="T61" fmla="*/ 1 h 260"/>
                <a:gd name="T62" fmla="*/ 3 w 437"/>
                <a:gd name="T63" fmla="*/ 1 h 260"/>
                <a:gd name="T64" fmla="*/ 3 w 437"/>
                <a:gd name="T65" fmla="*/ 2 h 260"/>
                <a:gd name="T66" fmla="*/ 3 w 437"/>
                <a:gd name="T67" fmla="*/ 2 h 260"/>
                <a:gd name="T68" fmla="*/ 3 w 437"/>
                <a:gd name="T69" fmla="*/ 2 h 260"/>
                <a:gd name="T70" fmla="*/ 3 w 437"/>
                <a:gd name="T71" fmla="*/ 2 h 260"/>
                <a:gd name="T72" fmla="*/ 3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437" y="260"/>
                  </a:moveTo>
                  <a:lnTo>
                    <a:pt x="437" y="260"/>
                  </a:lnTo>
                  <a:lnTo>
                    <a:pt x="434" y="233"/>
                  </a:lnTo>
                  <a:lnTo>
                    <a:pt x="427" y="206"/>
                  </a:lnTo>
                  <a:lnTo>
                    <a:pt x="417" y="181"/>
                  </a:lnTo>
                  <a:lnTo>
                    <a:pt x="401" y="157"/>
                  </a:lnTo>
                  <a:lnTo>
                    <a:pt x="383" y="133"/>
                  </a:lnTo>
                  <a:lnTo>
                    <a:pt x="360" y="113"/>
                  </a:lnTo>
                  <a:lnTo>
                    <a:pt x="336" y="93"/>
                  </a:lnTo>
                  <a:lnTo>
                    <a:pt x="308" y="73"/>
                  </a:lnTo>
                  <a:lnTo>
                    <a:pt x="276" y="58"/>
                  </a:lnTo>
                  <a:lnTo>
                    <a:pt x="242" y="43"/>
                  </a:lnTo>
                  <a:lnTo>
                    <a:pt x="207" y="30"/>
                  </a:lnTo>
                  <a:lnTo>
                    <a:pt x="168" y="19"/>
                  </a:lnTo>
                  <a:lnTo>
                    <a:pt x="128" y="11"/>
                  </a:lnTo>
                  <a:lnTo>
                    <a:pt x="87" y="4"/>
                  </a:lnTo>
                  <a:lnTo>
                    <a:pt x="43" y="1"/>
                  </a:lnTo>
                  <a:lnTo>
                    <a:pt x="0" y="0"/>
                  </a:lnTo>
                  <a:lnTo>
                    <a:pt x="0" y="11"/>
                  </a:lnTo>
                  <a:lnTo>
                    <a:pt x="43" y="12"/>
                  </a:lnTo>
                  <a:lnTo>
                    <a:pt x="85" y="16"/>
                  </a:lnTo>
                  <a:lnTo>
                    <a:pt x="126" y="23"/>
                  </a:lnTo>
                  <a:lnTo>
                    <a:pt x="166" y="31"/>
                  </a:lnTo>
                  <a:lnTo>
                    <a:pt x="202" y="42"/>
                  </a:lnTo>
                  <a:lnTo>
                    <a:pt x="237" y="55"/>
                  </a:lnTo>
                  <a:lnTo>
                    <a:pt x="271" y="70"/>
                  </a:lnTo>
                  <a:lnTo>
                    <a:pt x="301" y="85"/>
                  </a:lnTo>
                  <a:lnTo>
                    <a:pt x="329" y="103"/>
                  </a:lnTo>
                  <a:lnTo>
                    <a:pt x="353" y="123"/>
                  </a:lnTo>
                  <a:lnTo>
                    <a:pt x="373" y="143"/>
                  </a:lnTo>
                  <a:lnTo>
                    <a:pt x="392" y="164"/>
                  </a:lnTo>
                  <a:lnTo>
                    <a:pt x="405" y="186"/>
                  </a:lnTo>
                  <a:lnTo>
                    <a:pt x="415" y="211"/>
                  </a:lnTo>
                  <a:lnTo>
                    <a:pt x="422" y="235"/>
                  </a:lnTo>
                  <a:lnTo>
                    <a:pt x="425" y="260"/>
                  </a:lnTo>
                  <a:lnTo>
                    <a:pt x="437"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9059" name="Freeform 49"/>
            <p:cNvSpPr>
              <a:spLocks/>
            </p:cNvSpPr>
            <p:nvPr/>
          </p:nvSpPr>
          <p:spPr bwMode="auto">
            <a:xfrm>
              <a:off x="1267" y="1640"/>
              <a:ext cx="87" cy="52"/>
            </a:xfrm>
            <a:custGeom>
              <a:avLst/>
              <a:gdLst>
                <a:gd name="T0" fmla="*/ 0 w 437"/>
                <a:gd name="T1" fmla="*/ 2 h 260"/>
                <a:gd name="T2" fmla="*/ 0 w 437"/>
                <a:gd name="T3" fmla="*/ 2 h 260"/>
                <a:gd name="T4" fmla="*/ 0 w 437"/>
                <a:gd name="T5" fmla="*/ 2 h 260"/>
                <a:gd name="T6" fmla="*/ 1 w 437"/>
                <a:gd name="T7" fmla="*/ 2 h 260"/>
                <a:gd name="T8" fmla="*/ 1 w 437"/>
                <a:gd name="T9" fmla="*/ 2 h 260"/>
                <a:gd name="T10" fmla="*/ 1 w 437"/>
                <a:gd name="T11" fmla="*/ 2 h 260"/>
                <a:gd name="T12" fmla="*/ 2 w 437"/>
                <a:gd name="T13" fmla="*/ 2 h 260"/>
                <a:gd name="T14" fmla="*/ 2 w 437"/>
                <a:gd name="T15" fmla="*/ 2 h 260"/>
                <a:gd name="T16" fmla="*/ 2 w 437"/>
                <a:gd name="T17" fmla="*/ 2 h 260"/>
                <a:gd name="T18" fmla="*/ 2 w 437"/>
                <a:gd name="T19" fmla="*/ 1 h 260"/>
                <a:gd name="T20" fmla="*/ 3 w 437"/>
                <a:gd name="T21" fmla="*/ 1 h 260"/>
                <a:gd name="T22" fmla="*/ 3 w 437"/>
                <a:gd name="T23" fmla="*/ 1 h 260"/>
                <a:gd name="T24" fmla="*/ 3 w 437"/>
                <a:gd name="T25" fmla="*/ 1 h 260"/>
                <a:gd name="T26" fmla="*/ 3 w 437"/>
                <a:gd name="T27" fmla="*/ 1 h 260"/>
                <a:gd name="T28" fmla="*/ 3 w 437"/>
                <a:gd name="T29" fmla="*/ 1 h 260"/>
                <a:gd name="T30" fmla="*/ 3 w 437"/>
                <a:gd name="T31" fmla="*/ 0 h 260"/>
                <a:gd name="T32" fmla="*/ 3 w 437"/>
                <a:gd name="T33" fmla="*/ 0 h 260"/>
                <a:gd name="T34" fmla="*/ 3 w 437"/>
                <a:gd name="T35" fmla="*/ 0 h 260"/>
                <a:gd name="T36" fmla="*/ 3 w 437"/>
                <a:gd name="T37" fmla="*/ 0 h 260"/>
                <a:gd name="T38" fmla="*/ 3 w 437"/>
                <a:gd name="T39" fmla="*/ 0 h 260"/>
                <a:gd name="T40" fmla="*/ 3 w 437"/>
                <a:gd name="T41" fmla="*/ 0 h 260"/>
                <a:gd name="T42" fmla="*/ 3 w 437"/>
                <a:gd name="T43" fmla="*/ 1 h 260"/>
                <a:gd name="T44" fmla="*/ 3 w 437"/>
                <a:gd name="T45" fmla="*/ 1 h 260"/>
                <a:gd name="T46" fmla="*/ 3 w 437"/>
                <a:gd name="T47" fmla="*/ 1 h 260"/>
                <a:gd name="T48" fmla="*/ 3 w 437"/>
                <a:gd name="T49" fmla="*/ 1 h 260"/>
                <a:gd name="T50" fmla="*/ 3 w 437"/>
                <a:gd name="T51" fmla="*/ 1 h 260"/>
                <a:gd name="T52" fmla="*/ 2 w 437"/>
                <a:gd name="T53" fmla="*/ 1 h 260"/>
                <a:gd name="T54" fmla="*/ 2 w 437"/>
                <a:gd name="T55" fmla="*/ 2 h 260"/>
                <a:gd name="T56" fmla="*/ 2 w 437"/>
                <a:gd name="T57" fmla="*/ 2 h 260"/>
                <a:gd name="T58" fmla="*/ 2 w 437"/>
                <a:gd name="T59" fmla="*/ 2 h 260"/>
                <a:gd name="T60" fmla="*/ 1 w 437"/>
                <a:gd name="T61" fmla="*/ 2 h 260"/>
                <a:gd name="T62" fmla="*/ 1 w 437"/>
                <a:gd name="T63" fmla="*/ 2 h 260"/>
                <a:gd name="T64" fmla="*/ 1 w 437"/>
                <a:gd name="T65" fmla="*/ 2 h 260"/>
                <a:gd name="T66" fmla="*/ 0 w 437"/>
                <a:gd name="T67" fmla="*/ 2 h 260"/>
                <a:gd name="T68" fmla="*/ 0 w 437"/>
                <a:gd name="T69" fmla="*/ 2 h 260"/>
                <a:gd name="T70" fmla="*/ 0 w 437"/>
                <a:gd name="T71" fmla="*/ 2 h 260"/>
                <a:gd name="T72" fmla="*/ 0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0" y="260"/>
                  </a:moveTo>
                  <a:lnTo>
                    <a:pt x="0" y="260"/>
                  </a:lnTo>
                  <a:lnTo>
                    <a:pt x="43" y="259"/>
                  </a:lnTo>
                  <a:lnTo>
                    <a:pt x="87" y="255"/>
                  </a:lnTo>
                  <a:lnTo>
                    <a:pt x="128" y="248"/>
                  </a:lnTo>
                  <a:lnTo>
                    <a:pt x="168" y="240"/>
                  </a:lnTo>
                  <a:lnTo>
                    <a:pt x="207" y="230"/>
                  </a:lnTo>
                  <a:lnTo>
                    <a:pt x="242" y="217"/>
                  </a:lnTo>
                  <a:lnTo>
                    <a:pt x="276" y="202"/>
                  </a:lnTo>
                  <a:lnTo>
                    <a:pt x="308" y="185"/>
                  </a:lnTo>
                  <a:lnTo>
                    <a:pt x="336" y="166"/>
                  </a:lnTo>
                  <a:lnTo>
                    <a:pt x="360" y="146"/>
                  </a:lnTo>
                  <a:lnTo>
                    <a:pt x="383" y="125"/>
                  </a:lnTo>
                  <a:lnTo>
                    <a:pt x="401" y="102"/>
                  </a:lnTo>
                  <a:lnTo>
                    <a:pt x="417" y="77"/>
                  </a:lnTo>
                  <a:lnTo>
                    <a:pt x="427" y="53"/>
                  </a:lnTo>
                  <a:lnTo>
                    <a:pt x="434" y="27"/>
                  </a:lnTo>
                  <a:lnTo>
                    <a:pt x="437" y="0"/>
                  </a:lnTo>
                  <a:lnTo>
                    <a:pt x="425" y="0"/>
                  </a:lnTo>
                  <a:lnTo>
                    <a:pt x="422" y="24"/>
                  </a:lnTo>
                  <a:lnTo>
                    <a:pt x="415" y="48"/>
                  </a:lnTo>
                  <a:lnTo>
                    <a:pt x="405" y="73"/>
                  </a:lnTo>
                  <a:lnTo>
                    <a:pt x="392" y="95"/>
                  </a:lnTo>
                  <a:lnTo>
                    <a:pt x="373" y="116"/>
                  </a:lnTo>
                  <a:lnTo>
                    <a:pt x="353" y="137"/>
                  </a:lnTo>
                  <a:lnTo>
                    <a:pt x="329" y="157"/>
                  </a:lnTo>
                  <a:lnTo>
                    <a:pt x="301" y="173"/>
                  </a:lnTo>
                  <a:lnTo>
                    <a:pt x="271" y="190"/>
                  </a:lnTo>
                  <a:lnTo>
                    <a:pt x="237" y="205"/>
                  </a:lnTo>
                  <a:lnTo>
                    <a:pt x="202" y="218"/>
                  </a:lnTo>
                  <a:lnTo>
                    <a:pt x="166" y="228"/>
                  </a:lnTo>
                  <a:lnTo>
                    <a:pt x="126" y="237"/>
                  </a:lnTo>
                  <a:lnTo>
                    <a:pt x="85" y="244"/>
                  </a:lnTo>
                  <a:lnTo>
                    <a:pt x="43" y="247"/>
                  </a:lnTo>
                  <a:lnTo>
                    <a:pt x="0" y="248"/>
                  </a:lnTo>
                  <a:lnTo>
                    <a:pt x="0"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9060" name="Freeform 50"/>
            <p:cNvSpPr>
              <a:spLocks/>
            </p:cNvSpPr>
            <p:nvPr/>
          </p:nvSpPr>
          <p:spPr bwMode="auto">
            <a:xfrm>
              <a:off x="1179" y="1640"/>
              <a:ext cx="88" cy="52"/>
            </a:xfrm>
            <a:custGeom>
              <a:avLst/>
              <a:gdLst>
                <a:gd name="T0" fmla="*/ 0 w 439"/>
                <a:gd name="T1" fmla="*/ 0 h 260"/>
                <a:gd name="T2" fmla="*/ 0 w 439"/>
                <a:gd name="T3" fmla="*/ 0 h 260"/>
                <a:gd name="T4" fmla="*/ 0 w 439"/>
                <a:gd name="T5" fmla="*/ 0 h 260"/>
                <a:gd name="T6" fmla="*/ 0 w 439"/>
                <a:gd name="T7" fmla="*/ 0 h 260"/>
                <a:gd name="T8" fmla="*/ 0 w 439"/>
                <a:gd name="T9" fmla="*/ 1 h 260"/>
                <a:gd name="T10" fmla="*/ 0 w 439"/>
                <a:gd name="T11" fmla="*/ 1 h 260"/>
                <a:gd name="T12" fmla="*/ 0 w 439"/>
                <a:gd name="T13" fmla="*/ 1 h 260"/>
                <a:gd name="T14" fmla="*/ 1 w 439"/>
                <a:gd name="T15" fmla="*/ 1 h 260"/>
                <a:gd name="T16" fmla="*/ 1 w 439"/>
                <a:gd name="T17" fmla="*/ 1 h 260"/>
                <a:gd name="T18" fmla="*/ 1 w 439"/>
                <a:gd name="T19" fmla="*/ 1 h 260"/>
                <a:gd name="T20" fmla="*/ 1 w 439"/>
                <a:gd name="T21" fmla="*/ 2 h 260"/>
                <a:gd name="T22" fmla="*/ 2 w 439"/>
                <a:gd name="T23" fmla="*/ 2 h 260"/>
                <a:gd name="T24" fmla="*/ 2 w 439"/>
                <a:gd name="T25" fmla="*/ 2 h 260"/>
                <a:gd name="T26" fmla="*/ 2 w 439"/>
                <a:gd name="T27" fmla="*/ 2 h 260"/>
                <a:gd name="T28" fmla="*/ 2 w 439"/>
                <a:gd name="T29" fmla="*/ 2 h 260"/>
                <a:gd name="T30" fmla="*/ 3 w 439"/>
                <a:gd name="T31" fmla="*/ 2 h 260"/>
                <a:gd name="T32" fmla="*/ 3 w 439"/>
                <a:gd name="T33" fmla="*/ 2 h 260"/>
                <a:gd name="T34" fmla="*/ 4 w 439"/>
                <a:gd name="T35" fmla="*/ 2 h 260"/>
                <a:gd name="T36" fmla="*/ 4 w 439"/>
                <a:gd name="T37" fmla="*/ 2 h 260"/>
                <a:gd name="T38" fmla="*/ 3 w 439"/>
                <a:gd name="T39" fmla="*/ 2 h 260"/>
                <a:gd name="T40" fmla="*/ 3 w 439"/>
                <a:gd name="T41" fmla="*/ 2 h 260"/>
                <a:gd name="T42" fmla="*/ 3 w 439"/>
                <a:gd name="T43" fmla="*/ 2 h 260"/>
                <a:gd name="T44" fmla="*/ 2 w 439"/>
                <a:gd name="T45" fmla="*/ 2 h 260"/>
                <a:gd name="T46" fmla="*/ 2 w 439"/>
                <a:gd name="T47" fmla="*/ 2 h 260"/>
                <a:gd name="T48" fmla="*/ 2 w 439"/>
                <a:gd name="T49" fmla="*/ 2 h 260"/>
                <a:gd name="T50" fmla="*/ 1 w 439"/>
                <a:gd name="T51" fmla="*/ 2 h 260"/>
                <a:gd name="T52" fmla="*/ 1 w 439"/>
                <a:gd name="T53" fmla="*/ 1 h 260"/>
                <a:gd name="T54" fmla="*/ 1 w 439"/>
                <a:gd name="T55" fmla="*/ 1 h 260"/>
                <a:gd name="T56" fmla="*/ 1 w 439"/>
                <a:gd name="T57" fmla="*/ 1 h 260"/>
                <a:gd name="T58" fmla="*/ 1 w 439"/>
                <a:gd name="T59" fmla="*/ 1 h 260"/>
                <a:gd name="T60" fmla="*/ 0 w 439"/>
                <a:gd name="T61" fmla="*/ 1 h 260"/>
                <a:gd name="T62" fmla="*/ 0 w 439"/>
                <a:gd name="T63" fmla="*/ 1 h 260"/>
                <a:gd name="T64" fmla="*/ 0 w 439"/>
                <a:gd name="T65" fmla="*/ 0 h 260"/>
                <a:gd name="T66" fmla="*/ 0 w 439"/>
                <a:gd name="T67" fmla="*/ 0 h 260"/>
                <a:gd name="T68" fmla="*/ 0 w 439"/>
                <a:gd name="T69" fmla="*/ 0 h 260"/>
                <a:gd name="T70" fmla="*/ 0 w 439"/>
                <a:gd name="T71" fmla="*/ 0 h 260"/>
                <a:gd name="T72" fmla="*/ 0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0" y="0"/>
                  </a:moveTo>
                  <a:lnTo>
                    <a:pt x="0" y="0"/>
                  </a:lnTo>
                  <a:lnTo>
                    <a:pt x="3" y="27"/>
                  </a:lnTo>
                  <a:lnTo>
                    <a:pt x="10" y="53"/>
                  </a:lnTo>
                  <a:lnTo>
                    <a:pt x="20" y="77"/>
                  </a:lnTo>
                  <a:lnTo>
                    <a:pt x="35" y="102"/>
                  </a:lnTo>
                  <a:lnTo>
                    <a:pt x="54" y="125"/>
                  </a:lnTo>
                  <a:lnTo>
                    <a:pt x="76" y="146"/>
                  </a:lnTo>
                  <a:lnTo>
                    <a:pt x="102" y="166"/>
                  </a:lnTo>
                  <a:lnTo>
                    <a:pt x="130" y="185"/>
                  </a:lnTo>
                  <a:lnTo>
                    <a:pt x="162" y="202"/>
                  </a:lnTo>
                  <a:lnTo>
                    <a:pt x="195" y="217"/>
                  </a:lnTo>
                  <a:lnTo>
                    <a:pt x="231" y="230"/>
                  </a:lnTo>
                  <a:lnTo>
                    <a:pt x="270" y="240"/>
                  </a:lnTo>
                  <a:lnTo>
                    <a:pt x="310" y="248"/>
                  </a:lnTo>
                  <a:lnTo>
                    <a:pt x="351" y="255"/>
                  </a:lnTo>
                  <a:lnTo>
                    <a:pt x="395" y="259"/>
                  </a:lnTo>
                  <a:lnTo>
                    <a:pt x="439" y="260"/>
                  </a:lnTo>
                  <a:lnTo>
                    <a:pt x="439" y="248"/>
                  </a:lnTo>
                  <a:lnTo>
                    <a:pt x="395" y="247"/>
                  </a:lnTo>
                  <a:lnTo>
                    <a:pt x="353" y="244"/>
                  </a:lnTo>
                  <a:lnTo>
                    <a:pt x="312" y="237"/>
                  </a:lnTo>
                  <a:lnTo>
                    <a:pt x="272" y="228"/>
                  </a:lnTo>
                  <a:lnTo>
                    <a:pt x="236" y="218"/>
                  </a:lnTo>
                  <a:lnTo>
                    <a:pt x="200" y="205"/>
                  </a:lnTo>
                  <a:lnTo>
                    <a:pt x="167" y="190"/>
                  </a:lnTo>
                  <a:lnTo>
                    <a:pt x="137" y="173"/>
                  </a:lnTo>
                  <a:lnTo>
                    <a:pt x="109" y="157"/>
                  </a:lnTo>
                  <a:lnTo>
                    <a:pt x="84" y="137"/>
                  </a:lnTo>
                  <a:lnTo>
                    <a:pt x="64" y="116"/>
                  </a:lnTo>
                  <a:lnTo>
                    <a:pt x="45" y="95"/>
                  </a:lnTo>
                  <a:lnTo>
                    <a:pt x="32" y="73"/>
                  </a:lnTo>
                  <a:lnTo>
                    <a:pt x="21" y="48"/>
                  </a:lnTo>
                  <a:lnTo>
                    <a:pt x="14" y="24"/>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9061" name="Freeform 51"/>
            <p:cNvSpPr>
              <a:spLocks/>
            </p:cNvSpPr>
            <p:nvPr/>
          </p:nvSpPr>
          <p:spPr bwMode="auto">
            <a:xfrm>
              <a:off x="1179" y="1588"/>
              <a:ext cx="88" cy="52"/>
            </a:xfrm>
            <a:custGeom>
              <a:avLst/>
              <a:gdLst>
                <a:gd name="T0" fmla="*/ 4 w 439"/>
                <a:gd name="T1" fmla="*/ 0 h 260"/>
                <a:gd name="T2" fmla="*/ 4 w 439"/>
                <a:gd name="T3" fmla="*/ 0 h 260"/>
                <a:gd name="T4" fmla="*/ 3 w 439"/>
                <a:gd name="T5" fmla="*/ 0 h 260"/>
                <a:gd name="T6" fmla="*/ 3 w 439"/>
                <a:gd name="T7" fmla="*/ 0 h 260"/>
                <a:gd name="T8" fmla="*/ 2 w 439"/>
                <a:gd name="T9" fmla="*/ 0 h 260"/>
                <a:gd name="T10" fmla="*/ 2 w 439"/>
                <a:gd name="T11" fmla="*/ 0 h 260"/>
                <a:gd name="T12" fmla="*/ 2 w 439"/>
                <a:gd name="T13" fmla="*/ 0 h 260"/>
                <a:gd name="T14" fmla="*/ 2 w 439"/>
                <a:gd name="T15" fmla="*/ 0 h 260"/>
                <a:gd name="T16" fmla="*/ 1 w 439"/>
                <a:gd name="T17" fmla="*/ 0 h 260"/>
                <a:gd name="T18" fmla="*/ 1 w 439"/>
                <a:gd name="T19" fmla="*/ 1 h 260"/>
                <a:gd name="T20" fmla="*/ 1 w 439"/>
                <a:gd name="T21" fmla="*/ 1 h 260"/>
                <a:gd name="T22" fmla="*/ 1 w 439"/>
                <a:gd name="T23" fmla="*/ 1 h 260"/>
                <a:gd name="T24" fmla="*/ 0 w 439"/>
                <a:gd name="T25" fmla="*/ 1 h 260"/>
                <a:gd name="T26" fmla="*/ 0 w 439"/>
                <a:gd name="T27" fmla="*/ 1 h 260"/>
                <a:gd name="T28" fmla="*/ 0 w 439"/>
                <a:gd name="T29" fmla="*/ 1 h 260"/>
                <a:gd name="T30" fmla="*/ 0 w 439"/>
                <a:gd name="T31" fmla="*/ 2 h 260"/>
                <a:gd name="T32" fmla="*/ 0 w 439"/>
                <a:gd name="T33" fmla="*/ 2 h 260"/>
                <a:gd name="T34" fmla="*/ 0 w 439"/>
                <a:gd name="T35" fmla="*/ 2 h 260"/>
                <a:gd name="T36" fmla="*/ 0 w 439"/>
                <a:gd name="T37" fmla="*/ 2 h 260"/>
                <a:gd name="T38" fmla="*/ 0 w 439"/>
                <a:gd name="T39" fmla="*/ 2 h 260"/>
                <a:gd name="T40" fmla="*/ 0 w 439"/>
                <a:gd name="T41" fmla="*/ 2 h 260"/>
                <a:gd name="T42" fmla="*/ 0 w 439"/>
                <a:gd name="T43" fmla="*/ 1 h 260"/>
                <a:gd name="T44" fmla="*/ 0 w 439"/>
                <a:gd name="T45" fmla="*/ 1 h 260"/>
                <a:gd name="T46" fmla="*/ 1 w 439"/>
                <a:gd name="T47" fmla="*/ 1 h 260"/>
                <a:gd name="T48" fmla="*/ 1 w 439"/>
                <a:gd name="T49" fmla="*/ 1 h 260"/>
                <a:gd name="T50" fmla="*/ 1 w 439"/>
                <a:gd name="T51" fmla="*/ 1 h 260"/>
                <a:gd name="T52" fmla="*/ 1 w 439"/>
                <a:gd name="T53" fmla="*/ 1 h 260"/>
                <a:gd name="T54" fmla="*/ 1 w 439"/>
                <a:gd name="T55" fmla="*/ 1 h 260"/>
                <a:gd name="T56" fmla="*/ 2 w 439"/>
                <a:gd name="T57" fmla="*/ 0 h 260"/>
                <a:gd name="T58" fmla="*/ 2 w 439"/>
                <a:gd name="T59" fmla="*/ 0 h 260"/>
                <a:gd name="T60" fmla="*/ 2 w 439"/>
                <a:gd name="T61" fmla="*/ 0 h 260"/>
                <a:gd name="T62" fmla="*/ 3 w 439"/>
                <a:gd name="T63" fmla="*/ 0 h 260"/>
                <a:gd name="T64" fmla="*/ 3 w 439"/>
                <a:gd name="T65" fmla="*/ 0 h 260"/>
                <a:gd name="T66" fmla="*/ 3 w 439"/>
                <a:gd name="T67" fmla="*/ 0 h 260"/>
                <a:gd name="T68" fmla="*/ 4 w 439"/>
                <a:gd name="T69" fmla="*/ 0 h 260"/>
                <a:gd name="T70" fmla="*/ 4 w 439"/>
                <a:gd name="T71" fmla="*/ 0 h 260"/>
                <a:gd name="T72" fmla="*/ 4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439" y="0"/>
                  </a:moveTo>
                  <a:lnTo>
                    <a:pt x="439" y="0"/>
                  </a:lnTo>
                  <a:lnTo>
                    <a:pt x="395" y="1"/>
                  </a:lnTo>
                  <a:lnTo>
                    <a:pt x="351" y="4"/>
                  </a:lnTo>
                  <a:lnTo>
                    <a:pt x="310" y="11"/>
                  </a:lnTo>
                  <a:lnTo>
                    <a:pt x="270" y="19"/>
                  </a:lnTo>
                  <a:lnTo>
                    <a:pt x="231" y="30"/>
                  </a:lnTo>
                  <a:lnTo>
                    <a:pt x="195" y="43"/>
                  </a:lnTo>
                  <a:lnTo>
                    <a:pt x="162" y="58"/>
                  </a:lnTo>
                  <a:lnTo>
                    <a:pt x="130" y="73"/>
                  </a:lnTo>
                  <a:lnTo>
                    <a:pt x="102" y="93"/>
                  </a:lnTo>
                  <a:lnTo>
                    <a:pt x="76" y="113"/>
                  </a:lnTo>
                  <a:lnTo>
                    <a:pt x="54" y="133"/>
                  </a:lnTo>
                  <a:lnTo>
                    <a:pt x="35" y="157"/>
                  </a:lnTo>
                  <a:lnTo>
                    <a:pt x="20" y="181"/>
                  </a:lnTo>
                  <a:lnTo>
                    <a:pt x="10" y="206"/>
                  </a:lnTo>
                  <a:lnTo>
                    <a:pt x="3" y="233"/>
                  </a:lnTo>
                  <a:lnTo>
                    <a:pt x="0" y="260"/>
                  </a:lnTo>
                  <a:lnTo>
                    <a:pt x="12" y="260"/>
                  </a:lnTo>
                  <a:lnTo>
                    <a:pt x="14" y="235"/>
                  </a:lnTo>
                  <a:lnTo>
                    <a:pt x="21" y="211"/>
                  </a:lnTo>
                  <a:lnTo>
                    <a:pt x="32" y="186"/>
                  </a:lnTo>
                  <a:lnTo>
                    <a:pt x="45" y="164"/>
                  </a:lnTo>
                  <a:lnTo>
                    <a:pt x="64" y="143"/>
                  </a:lnTo>
                  <a:lnTo>
                    <a:pt x="84" y="123"/>
                  </a:lnTo>
                  <a:lnTo>
                    <a:pt x="109" y="103"/>
                  </a:lnTo>
                  <a:lnTo>
                    <a:pt x="137" y="85"/>
                  </a:lnTo>
                  <a:lnTo>
                    <a:pt x="167" y="70"/>
                  </a:lnTo>
                  <a:lnTo>
                    <a:pt x="200" y="55"/>
                  </a:lnTo>
                  <a:lnTo>
                    <a:pt x="236" y="42"/>
                  </a:lnTo>
                  <a:lnTo>
                    <a:pt x="272" y="31"/>
                  </a:lnTo>
                  <a:lnTo>
                    <a:pt x="312" y="23"/>
                  </a:lnTo>
                  <a:lnTo>
                    <a:pt x="353" y="16"/>
                  </a:lnTo>
                  <a:lnTo>
                    <a:pt x="395" y="12"/>
                  </a:lnTo>
                  <a:lnTo>
                    <a:pt x="439" y="11"/>
                  </a:lnTo>
                  <a:lnTo>
                    <a:pt x="439"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9062" name="Freeform 52"/>
            <p:cNvSpPr>
              <a:spLocks/>
            </p:cNvSpPr>
            <p:nvPr/>
          </p:nvSpPr>
          <p:spPr bwMode="auto">
            <a:xfrm>
              <a:off x="964" y="1745"/>
              <a:ext cx="48" cy="85"/>
            </a:xfrm>
            <a:custGeom>
              <a:avLst/>
              <a:gdLst>
                <a:gd name="T0" fmla="*/ 2 w 244"/>
                <a:gd name="T1" fmla="*/ 3 h 426"/>
                <a:gd name="T2" fmla="*/ 2 w 244"/>
                <a:gd name="T3" fmla="*/ 3 h 426"/>
                <a:gd name="T4" fmla="*/ 2 w 244"/>
                <a:gd name="T5" fmla="*/ 3 h 426"/>
                <a:gd name="T6" fmla="*/ 2 w 244"/>
                <a:gd name="T7" fmla="*/ 3 h 426"/>
                <a:gd name="T8" fmla="*/ 2 w 244"/>
                <a:gd name="T9" fmla="*/ 2 h 426"/>
                <a:gd name="T10" fmla="*/ 2 w 244"/>
                <a:gd name="T11" fmla="*/ 2 h 426"/>
                <a:gd name="T12" fmla="*/ 2 w 244"/>
                <a:gd name="T13" fmla="*/ 2 h 426"/>
                <a:gd name="T14" fmla="*/ 2 w 244"/>
                <a:gd name="T15" fmla="*/ 2 h 426"/>
                <a:gd name="T16" fmla="*/ 1 w 244"/>
                <a:gd name="T17" fmla="*/ 1 h 426"/>
                <a:gd name="T18" fmla="*/ 1 w 244"/>
                <a:gd name="T19" fmla="*/ 1 h 426"/>
                <a:gd name="T20" fmla="*/ 1 w 244"/>
                <a:gd name="T21" fmla="*/ 1 h 426"/>
                <a:gd name="T22" fmla="*/ 1 w 244"/>
                <a:gd name="T23" fmla="*/ 1 h 426"/>
                <a:gd name="T24" fmla="*/ 1 w 244"/>
                <a:gd name="T25" fmla="*/ 0 h 426"/>
                <a:gd name="T26" fmla="*/ 1 w 244"/>
                <a:gd name="T27" fmla="*/ 0 h 426"/>
                <a:gd name="T28" fmla="*/ 1 w 244"/>
                <a:gd name="T29" fmla="*/ 0 h 426"/>
                <a:gd name="T30" fmla="*/ 0 w 244"/>
                <a:gd name="T31" fmla="*/ 0 h 426"/>
                <a:gd name="T32" fmla="*/ 0 w 244"/>
                <a:gd name="T33" fmla="*/ 0 h 426"/>
                <a:gd name="T34" fmla="*/ 0 w 244"/>
                <a:gd name="T35" fmla="*/ 0 h 426"/>
                <a:gd name="T36" fmla="*/ 0 w 244"/>
                <a:gd name="T37" fmla="*/ 0 h 426"/>
                <a:gd name="T38" fmla="*/ 0 w 244"/>
                <a:gd name="T39" fmla="*/ 0 h 426"/>
                <a:gd name="T40" fmla="*/ 0 w 244"/>
                <a:gd name="T41" fmla="*/ 0 h 426"/>
                <a:gd name="T42" fmla="*/ 1 w 244"/>
                <a:gd name="T43" fmla="*/ 0 h 426"/>
                <a:gd name="T44" fmla="*/ 1 w 244"/>
                <a:gd name="T45" fmla="*/ 0 h 426"/>
                <a:gd name="T46" fmla="*/ 1 w 244"/>
                <a:gd name="T47" fmla="*/ 0 h 426"/>
                <a:gd name="T48" fmla="*/ 1 w 244"/>
                <a:gd name="T49" fmla="*/ 1 h 426"/>
                <a:gd name="T50" fmla="*/ 1 w 244"/>
                <a:gd name="T51" fmla="*/ 1 h 426"/>
                <a:gd name="T52" fmla="*/ 1 w 244"/>
                <a:gd name="T53" fmla="*/ 1 h 426"/>
                <a:gd name="T54" fmla="*/ 1 w 244"/>
                <a:gd name="T55" fmla="*/ 1 h 426"/>
                <a:gd name="T56" fmla="*/ 1 w 244"/>
                <a:gd name="T57" fmla="*/ 2 h 426"/>
                <a:gd name="T58" fmla="*/ 2 w 244"/>
                <a:gd name="T59" fmla="*/ 2 h 426"/>
                <a:gd name="T60" fmla="*/ 2 w 244"/>
                <a:gd name="T61" fmla="*/ 2 h 426"/>
                <a:gd name="T62" fmla="*/ 2 w 244"/>
                <a:gd name="T63" fmla="*/ 2 h 426"/>
                <a:gd name="T64" fmla="*/ 2 w 244"/>
                <a:gd name="T65" fmla="*/ 3 h 426"/>
                <a:gd name="T66" fmla="*/ 2 w 244"/>
                <a:gd name="T67" fmla="*/ 3 h 426"/>
                <a:gd name="T68" fmla="*/ 2 w 244"/>
                <a:gd name="T69" fmla="*/ 3 h 426"/>
                <a:gd name="T70" fmla="*/ 2 w 244"/>
                <a:gd name="T71" fmla="*/ 3 h 426"/>
                <a:gd name="T72" fmla="*/ 2 w 244"/>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6"/>
                <a:gd name="T113" fmla="*/ 244 w 244"/>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6">
                  <a:moveTo>
                    <a:pt x="244" y="426"/>
                  </a:moveTo>
                  <a:lnTo>
                    <a:pt x="244" y="426"/>
                  </a:lnTo>
                  <a:lnTo>
                    <a:pt x="243" y="383"/>
                  </a:lnTo>
                  <a:lnTo>
                    <a:pt x="240" y="340"/>
                  </a:lnTo>
                  <a:lnTo>
                    <a:pt x="234" y="300"/>
                  </a:lnTo>
                  <a:lnTo>
                    <a:pt x="226" y="262"/>
                  </a:lnTo>
                  <a:lnTo>
                    <a:pt x="215" y="224"/>
                  </a:lnTo>
                  <a:lnTo>
                    <a:pt x="203" y="189"/>
                  </a:lnTo>
                  <a:lnTo>
                    <a:pt x="189" y="157"/>
                  </a:lnTo>
                  <a:lnTo>
                    <a:pt x="174" y="126"/>
                  </a:lnTo>
                  <a:lnTo>
                    <a:pt x="155" y="99"/>
                  </a:lnTo>
                  <a:lnTo>
                    <a:pt x="138" y="74"/>
                  </a:lnTo>
                  <a:lnTo>
                    <a:pt x="118" y="52"/>
                  </a:lnTo>
                  <a:lnTo>
                    <a:pt x="96" y="34"/>
                  </a:lnTo>
                  <a:lnTo>
                    <a:pt x="73" y="19"/>
                  </a:lnTo>
                  <a:lnTo>
                    <a:pt x="50" y="8"/>
                  </a:lnTo>
                  <a:lnTo>
                    <a:pt x="25" y="2"/>
                  </a:lnTo>
                  <a:lnTo>
                    <a:pt x="0" y="0"/>
                  </a:lnTo>
                  <a:lnTo>
                    <a:pt x="0" y="12"/>
                  </a:lnTo>
                  <a:lnTo>
                    <a:pt x="23" y="14"/>
                  </a:lnTo>
                  <a:lnTo>
                    <a:pt x="45" y="20"/>
                  </a:lnTo>
                  <a:lnTo>
                    <a:pt x="66" y="31"/>
                  </a:lnTo>
                  <a:lnTo>
                    <a:pt x="89" y="43"/>
                  </a:lnTo>
                  <a:lnTo>
                    <a:pt x="109" y="61"/>
                  </a:lnTo>
                  <a:lnTo>
                    <a:pt x="129" y="81"/>
                  </a:lnTo>
                  <a:lnTo>
                    <a:pt x="146" y="106"/>
                  </a:lnTo>
                  <a:lnTo>
                    <a:pt x="162" y="133"/>
                  </a:lnTo>
                  <a:lnTo>
                    <a:pt x="178" y="162"/>
                  </a:lnTo>
                  <a:lnTo>
                    <a:pt x="192" y="194"/>
                  </a:lnTo>
                  <a:lnTo>
                    <a:pt x="203" y="229"/>
                  </a:lnTo>
                  <a:lnTo>
                    <a:pt x="214" y="264"/>
                  </a:lnTo>
                  <a:lnTo>
                    <a:pt x="222" y="303"/>
                  </a:lnTo>
                  <a:lnTo>
                    <a:pt x="228" y="342"/>
                  </a:lnTo>
                  <a:lnTo>
                    <a:pt x="232" y="383"/>
                  </a:lnTo>
                  <a:lnTo>
                    <a:pt x="233" y="426"/>
                  </a:lnTo>
                  <a:lnTo>
                    <a:pt x="244"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9063" name="Freeform 53"/>
            <p:cNvSpPr>
              <a:spLocks/>
            </p:cNvSpPr>
            <p:nvPr/>
          </p:nvSpPr>
          <p:spPr bwMode="auto">
            <a:xfrm>
              <a:off x="964" y="1830"/>
              <a:ext cx="48" cy="85"/>
            </a:xfrm>
            <a:custGeom>
              <a:avLst/>
              <a:gdLst>
                <a:gd name="T0" fmla="*/ 0 w 244"/>
                <a:gd name="T1" fmla="*/ 3 h 424"/>
                <a:gd name="T2" fmla="*/ 0 w 244"/>
                <a:gd name="T3" fmla="*/ 3 h 424"/>
                <a:gd name="T4" fmla="*/ 0 w 244"/>
                <a:gd name="T5" fmla="*/ 3 h 424"/>
                <a:gd name="T6" fmla="*/ 0 w 244"/>
                <a:gd name="T7" fmla="*/ 3 h 424"/>
                <a:gd name="T8" fmla="*/ 1 w 244"/>
                <a:gd name="T9" fmla="*/ 3 h 424"/>
                <a:gd name="T10" fmla="*/ 1 w 244"/>
                <a:gd name="T11" fmla="*/ 3 h 424"/>
                <a:gd name="T12" fmla="*/ 1 w 244"/>
                <a:gd name="T13" fmla="*/ 3 h 424"/>
                <a:gd name="T14" fmla="*/ 1 w 244"/>
                <a:gd name="T15" fmla="*/ 3 h 424"/>
                <a:gd name="T16" fmla="*/ 1 w 244"/>
                <a:gd name="T17" fmla="*/ 3 h 424"/>
                <a:gd name="T18" fmla="*/ 1 w 244"/>
                <a:gd name="T19" fmla="*/ 2 h 424"/>
                <a:gd name="T20" fmla="*/ 1 w 244"/>
                <a:gd name="T21" fmla="*/ 2 h 424"/>
                <a:gd name="T22" fmla="*/ 2 w 244"/>
                <a:gd name="T23" fmla="*/ 2 h 424"/>
                <a:gd name="T24" fmla="*/ 2 w 244"/>
                <a:gd name="T25" fmla="*/ 2 h 424"/>
                <a:gd name="T26" fmla="*/ 2 w 244"/>
                <a:gd name="T27" fmla="*/ 1 h 424"/>
                <a:gd name="T28" fmla="*/ 2 w 244"/>
                <a:gd name="T29" fmla="*/ 1 h 424"/>
                <a:gd name="T30" fmla="*/ 2 w 244"/>
                <a:gd name="T31" fmla="*/ 1 h 424"/>
                <a:gd name="T32" fmla="*/ 2 w 244"/>
                <a:gd name="T33" fmla="*/ 0 h 424"/>
                <a:gd name="T34" fmla="*/ 2 w 244"/>
                <a:gd name="T35" fmla="*/ 0 h 424"/>
                <a:gd name="T36" fmla="*/ 2 w 244"/>
                <a:gd name="T37" fmla="*/ 0 h 424"/>
                <a:gd name="T38" fmla="*/ 2 w 244"/>
                <a:gd name="T39" fmla="*/ 0 h 424"/>
                <a:gd name="T40" fmla="*/ 2 w 244"/>
                <a:gd name="T41" fmla="*/ 1 h 424"/>
                <a:gd name="T42" fmla="*/ 2 w 244"/>
                <a:gd name="T43" fmla="*/ 1 h 424"/>
                <a:gd name="T44" fmla="*/ 2 w 244"/>
                <a:gd name="T45" fmla="*/ 1 h 424"/>
                <a:gd name="T46" fmla="*/ 2 w 244"/>
                <a:gd name="T47" fmla="*/ 2 h 424"/>
                <a:gd name="T48" fmla="*/ 1 w 244"/>
                <a:gd name="T49" fmla="*/ 2 h 424"/>
                <a:gd name="T50" fmla="*/ 1 w 244"/>
                <a:gd name="T51" fmla="*/ 2 h 424"/>
                <a:gd name="T52" fmla="*/ 1 w 244"/>
                <a:gd name="T53" fmla="*/ 2 h 424"/>
                <a:gd name="T54" fmla="*/ 1 w 244"/>
                <a:gd name="T55" fmla="*/ 3 h 424"/>
                <a:gd name="T56" fmla="*/ 1 w 244"/>
                <a:gd name="T57" fmla="*/ 3 h 424"/>
                <a:gd name="T58" fmla="*/ 1 w 244"/>
                <a:gd name="T59" fmla="*/ 3 h 424"/>
                <a:gd name="T60" fmla="*/ 1 w 244"/>
                <a:gd name="T61" fmla="*/ 3 h 424"/>
                <a:gd name="T62" fmla="*/ 1 w 244"/>
                <a:gd name="T63" fmla="*/ 3 h 424"/>
                <a:gd name="T64" fmla="*/ 0 w 244"/>
                <a:gd name="T65" fmla="*/ 3 h 424"/>
                <a:gd name="T66" fmla="*/ 0 w 244"/>
                <a:gd name="T67" fmla="*/ 3 h 424"/>
                <a:gd name="T68" fmla="*/ 0 w 244"/>
                <a:gd name="T69" fmla="*/ 3 h 424"/>
                <a:gd name="T70" fmla="*/ 0 w 244"/>
                <a:gd name="T71" fmla="*/ 3 h 424"/>
                <a:gd name="T72" fmla="*/ 0 w 244"/>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4"/>
                <a:gd name="T113" fmla="*/ 244 w 244"/>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4">
                  <a:moveTo>
                    <a:pt x="0" y="424"/>
                  </a:moveTo>
                  <a:lnTo>
                    <a:pt x="0" y="424"/>
                  </a:lnTo>
                  <a:lnTo>
                    <a:pt x="25" y="422"/>
                  </a:lnTo>
                  <a:lnTo>
                    <a:pt x="50" y="416"/>
                  </a:lnTo>
                  <a:lnTo>
                    <a:pt x="73" y="405"/>
                  </a:lnTo>
                  <a:lnTo>
                    <a:pt x="96" y="390"/>
                  </a:lnTo>
                  <a:lnTo>
                    <a:pt x="118" y="373"/>
                  </a:lnTo>
                  <a:lnTo>
                    <a:pt x="138" y="350"/>
                  </a:lnTo>
                  <a:lnTo>
                    <a:pt x="155" y="326"/>
                  </a:lnTo>
                  <a:lnTo>
                    <a:pt x="173" y="299"/>
                  </a:lnTo>
                  <a:lnTo>
                    <a:pt x="189" y="268"/>
                  </a:lnTo>
                  <a:lnTo>
                    <a:pt x="203" y="235"/>
                  </a:lnTo>
                  <a:lnTo>
                    <a:pt x="215" y="201"/>
                  </a:lnTo>
                  <a:lnTo>
                    <a:pt x="226" y="163"/>
                  </a:lnTo>
                  <a:lnTo>
                    <a:pt x="234" y="125"/>
                  </a:lnTo>
                  <a:lnTo>
                    <a:pt x="240" y="85"/>
                  </a:lnTo>
                  <a:lnTo>
                    <a:pt x="243" y="42"/>
                  </a:lnTo>
                  <a:lnTo>
                    <a:pt x="244" y="0"/>
                  </a:lnTo>
                  <a:lnTo>
                    <a:pt x="233" y="0"/>
                  </a:lnTo>
                  <a:lnTo>
                    <a:pt x="232" y="42"/>
                  </a:lnTo>
                  <a:lnTo>
                    <a:pt x="228" y="83"/>
                  </a:lnTo>
                  <a:lnTo>
                    <a:pt x="222" y="123"/>
                  </a:lnTo>
                  <a:lnTo>
                    <a:pt x="214" y="160"/>
                  </a:lnTo>
                  <a:lnTo>
                    <a:pt x="203" y="197"/>
                  </a:lnTo>
                  <a:lnTo>
                    <a:pt x="192" y="231"/>
                  </a:lnTo>
                  <a:lnTo>
                    <a:pt x="178" y="263"/>
                  </a:lnTo>
                  <a:lnTo>
                    <a:pt x="164" y="292"/>
                  </a:lnTo>
                  <a:lnTo>
                    <a:pt x="146" y="319"/>
                  </a:lnTo>
                  <a:lnTo>
                    <a:pt x="129" y="343"/>
                  </a:lnTo>
                  <a:lnTo>
                    <a:pt x="109" y="363"/>
                  </a:lnTo>
                  <a:lnTo>
                    <a:pt x="89" y="381"/>
                  </a:lnTo>
                  <a:lnTo>
                    <a:pt x="66" y="394"/>
                  </a:lnTo>
                  <a:lnTo>
                    <a:pt x="45" y="404"/>
                  </a:lnTo>
                  <a:lnTo>
                    <a:pt x="23" y="410"/>
                  </a:lnTo>
                  <a:lnTo>
                    <a:pt x="0" y="412"/>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9064" name="Freeform 54"/>
            <p:cNvSpPr>
              <a:spLocks/>
            </p:cNvSpPr>
            <p:nvPr/>
          </p:nvSpPr>
          <p:spPr bwMode="auto">
            <a:xfrm>
              <a:off x="915" y="1830"/>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1" y="42"/>
                  </a:lnTo>
                  <a:lnTo>
                    <a:pt x="4" y="85"/>
                  </a:lnTo>
                  <a:lnTo>
                    <a:pt x="10" y="125"/>
                  </a:lnTo>
                  <a:lnTo>
                    <a:pt x="19" y="163"/>
                  </a:lnTo>
                  <a:lnTo>
                    <a:pt x="29" y="201"/>
                  </a:lnTo>
                  <a:lnTo>
                    <a:pt x="41" y="235"/>
                  </a:lnTo>
                  <a:lnTo>
                    <a:pt x="55" y="268"/>
                  </a:lnTo>
                  <a:lnTo>
                    <a:pt x="71" y="299"/>
                  </a:lnTo>
                  <a:lnTo>
                    <a:pt x="89" y="326"/>
                  </a:lnTo>
                  <a:lnTo>
                    <a:pt x="106" y="350"/>
                  </a:lnTo>
                  <a:lnTo>
                    <a:pt x="126" y="373"/>
                  </a:lnTo>
                  <a:lnTo>
                    <a:pt x="149" y="390"/>
                  </a:lnTo>
                  <a:lnTo>
                    <a:pt x="171" y="405"/>
                  </a:lnTo>
                  <a:lnTo>
                    <a:pt x="194" y="416"/>
                  </a:lnTo>
                  <a:lnTo>
                    <a:pt x="219" y="422"/>
                  </a:lnTo>
                  <a:lnTo>
                    <a:pt x="245" y="424"/>
                  </a:lnTo>
                  <a:lnTo>
                    <a:pt x="245" y="412"/>
                  </a:lnTo>
                  <a:lnTo>
                    <a:pt x="221" y="410"/>
                  </a:lnTo>
                  <a:lnTo>
                    <a:pt x="199" y="404"/>
                  </a:lnTo>
                  <a:lnTo>
                    <a:pt x="178" y="394"/>
                  </a:lnTo>
                  <a:lnTo>
                    <a:pt x="156" y="381"/>
                  </a:lnTo>
                  <a:lnTo>
                    <a:pt x="136" y="363"/>
                  </a:lnTo>
                  <a:lnTo>
                    <a:pt x="116" y="343"/>
                  </a:lnTo>
                  <a:lnTo>
                    <a:pt x="98" y="319"/>
                  </a:lnTo>
                  <a:lnTo>
                    <a:pt x="81" y="292"/>
                  </a:lnTo>
                  <a:lnTo>
                    <a:pt x="67" y="263"/>
                  </a:lnTo>
                  <a:lnTo>
                    <a:pt x="52" y="231"/>
                  </a:lnTo>
                  <a:lnTo>
                    <a:pt x="41" y="197"/>
                  </a:lnTo>
                  <a:lnTo>
                    <a:pt x="30" y="160"/>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9065" name="Freeform 55"/>
            <p:cNvSpPr>
              <a:spLocks/>
            </p:cNvSpPr>
            <p:nvPr/>
          </p:nvSpPr>
          <p:spPr bwMode="auto">
            <a:xfrm>
              <a:off x="915" y="1745"/>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0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19" y="2"/>
                  </a:lnTo>
                  <a:lnTo>
                    <a:pt x="194" y="8"/>
                  </a:lnTo>
                  <a:lnTo>
                    <a:pt x="171" y="19"/>
                  </a:lnTo>
                  <a:lnTo>
                    <a:pt x="149" y="34"/>
                  </a:lnTo>
                  <a:lnTo>
                    <a:pt x="126" y="52"/>
                  </a:lnTo>
                  <a:lnTo>
                    <a:pt x="106" y="74"/>
                  </a:lnTo>
                  <a:lnTo>
                    <a:pt x="89" y="99"/>
                  </a:lnTo>
                  <a:lnTo>
                    <a:pt x="70" y="126"/>
                  </a:lnTo>
                  <a:lnTo>
                    <a:pt x="55" y="157"/>
                  </a:lnTo>
                  <a:lnTo>
                    <a:pt x="41" y="189"/>
                  </a:lnTo>
                  <a:lnTo>
                    <a:pt x="29" y="224"/>
                  </a:lnTo>
                  <a:lnTo>
                    <a:pt x="19" y="262"/>
                  </a:lnTo>
                  <a:lnTo>
                    <a:pt x="10" y="300"/>
                  </a:lnTo>
                  <a:lnTo>
                    <a:pt x="4" y="340"/>
                  </a:lnTo>
                  <a:lnTo>
                    <a:pt x="1" y="383"/>
                  </a:lnTo>
                  <a:lnTo>
                    <a:pt x="0" y="426"/>
                  </a:lnTo>
                  <a:lnTo>
                    <a:pt x="11" y="426"/>
                  </a:lnTo>
                  <a:lnTo>
                    <a:pt x="13" y="383"/>
                  </a:lnTo>
                  <a:lnTo>
                    <a:pt x="16" y="342"/>
                  </a:lnTo>
                  <a:lnTo>
                    <a:pt x="22" y="303"/>
                  </a:lnTo>
                  <a:lnTo>
                    <a:pt x="30" y="264"/>
                  </a:lnTo>
                  <a:lnTo>
                    <a:pt x="41" y="229"/>
                  </a:lnTo>
                  <a:lnTo>
                    <a:pt x="52" y="194"/>
                  </a:lnTo>
                  <a:lnTo>
                    <a:pt x="67" y="162"/>
                  </a:lnTo>
                  <a:lnTo>
                    <a:pt x="82" y="133"/>
                  </a:lnTo>
                  <a:lnTo>
                    <a:pt x="98" y="106"/>
                  </a:lnTo>
                  <a:lnTo>
                    <a:pt x="116" y="81"/>
                  </a:lnTo>
                  <a:lnTo>
                    <a:pt x="136" y="61"/>
                  </a:lnTo>
                  <a:lnTo>
                    <a:pt x="156" y="43"/>
                  </a:lnTo>
                  <a:lnTo>
                    <a:pt x="178" y="31"/>
                  </a:lnTo>
                  <a:lnTo>
                    <a:pt x="199" y="20"/>
                  </a:lnTo>
                  <a:lnTo>
                    <a:pt x="221"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9066" name="Freeform 56"/>
            <p:cNvSpPr>
              <a:spLocks/>
            </p:cNvSpPr>
            <p:nvPr/>
          </p:nvSpPr>
          <p:spPr bwMode="auto">
            <a:xfrm>
              <a:off x="1140" y="2087"/>
              <a:ext cx="49" cy="85"/>
            </a:xfrm>
            <a:custGeom>
              <a:avLst/>
              <a:gdLst>
                <a:gd name="T0" fmla="*/ 2 w 246"/>
                <a:gd name="T1" fmla="*/ 3 h 424"/>
                <a:gd name="T2" fmla="*/ 2 w 246"/>
                <a:gd name="T3" fmla="*/ 3 h 424"/>
                <a:gd name="T4" fmla="*/ 2 w 246"/>
                <a:gd name="T5" fmla="*/ 3 h 424"/>
                <a:gd name="T6" fmla="*/ 2 w 246"/>
                <a:gd name="T7" fmla="*/ 3 h 424"/>
                <a:gd name="T8" fmla="*/ 2 w 246"/>
                <a:gd name="T9" fmla="*/ 2 h 424"/>
                <a:gd name="T10" fmla="*/ 2 w 246"/>
                <a:gd name="T11" fmla="*/ 2 h 424"/>
                <a:gd name="T12" fmla="*/ 2 w 246"/>
                <a:gd name="T13" fmla="*/ 2 h 424"/>
                <a:gd name="T14" fmla="*/ 2 w 246"/>
                <a:gd name="T15" fmla="*/ 2 h 424"/>
                <a:gd name="T16" fmla="*/ 2 w 246"/>
                <a:gd name="T17" fmla="*/ 1 h 424"/>
                <a:gd name="T18" fmla="*/ 1 w 246"/>
                <a:gd name="T19" fmla="*/ 1 h 424"/>
                <a:gd name="T20" fmla="*/ 1 w 246"/>
                <a:gd name="T21" fmla="*/ 1 h 424"/>
                <a:gd name="T22" fmla="*/ 1 w 246"/>
                <a:gd name="T23" fmla="*/ 1 h 424"/>
                <a:gd name="T24" fmla="*/ 1 w 246"/>
                <a:gd name="T25" fmla="*/ 0 h 424"/>
                <a:gd name="T26" fmla="*/ 1 w 246"/>
                <a:gd name="T27" fmla="*/ 0 h 424"/>
                <a:gd name="T28" fmla="*/ 1 w 246"/>
                <a:gd name="T29" fmla="*/ 0 h 424"/>
                <a:gd name="T30" fmla="*/ 0 w 246"/>
                <a:gd name="T31" fmla="*/ 0 h 424"/>
                <a:gd name="T32" fmla="*/ 0 w 246"/>
                <a:gd name="T33" fmla="*/ 0 h 424"/>
                <a:gd name="T34" fmla="*/ 0 w 246"/>
                <a:gd name="T35" fmla="*/ 0 h 424"/>
                <a:gd name="T36" fmla="*/ 0 w 246"/>
                <a:gd name="T37" fmla="*/ 0 h 424"/>
                <a:gd name="T38" fmla="*/ 0 w 246"/>
                <a:gd name="T39" fmla="*/ 0 h 424"/>
                <a:gd name="T40" fmla="*/ 0 w 246"/>
                <a:gd name="T41" fmla="*/ 0 h 424"/>
                <a:gd name="T42" fmla="*/ 1 w 246"/>
                <a:gd name="T43" fmla="*/ 0 h 424"/>
                <a:gd name="T44" fmla="*/ 1 w 246"/>
                <a:gd name="T45" fmla="*/ 0 h 424"/>
                <a:gd name="T46" fmla="*/ 1 w 246"/>
                <a:gd name="T47" fmla="*/ 0 h 424"/>
                <a:gd name="T48" fmla="*/ 1 w 246"/>
                <a:gd name="T49" fmla="*/ 1 h 424"/>
                <a:gd name="T50" fmla="*/ 1 w 246"/>
                <a:gd name="T51" fmla="*/ 1 h 424"/>
                <a:gd name="T52" fmla="*/ 1 w 246"/>
                <a:gd name="T53" fmla="*/ 1 h 424"/>
                <a:gd name="T54" fmla="*/ 1 w 246"/>
                <a:gd name="T55" fmla="*/ 1 h 424"/>
                <a:gd name="T56" fmla="*/ 2 w 246"/>
                <a:gd name="T57" fmla="*/ 2 h 424"/>
                <a:gd name="T58" fmla="*/ 2 w 246"/>
                <a:gd name="T59" fmla="*/ 2 h 424"/>
                <a:gd name="T60" fmla="*/ 2 w 246"/>
                <a:gd name="T61" fmla="*/ 2 h 424"/>
                <a:gd name="T62" fmla="*/ 2 w 246"/>
                <a:gd name="T63" fmla="*/ 2 h 424"/>
                <a:gd name="T64" fmla="*/ 2 w 246"/>
                <a:gd name="T65" fmla="*/ 3 h 424"/>
                <a:gd name="T66" fmla="*/ 2 w 246"/>
                <a:gd name="T67" fmla="*/ 3 h 424"/>
                <a:gd name="T68" fmla="*/ 2 w 246"/>
                <a:gd name="T69" fmla="*/ 3 h 424"/>
                <a:gd name="T70" fmla="*/ 2 w 246"/>
                <a:gd name="T71" fmla="*/ 3 h 424"/>
                <a:gd name="T72" fmla="*/ 2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424"/>
                  </a:moveTo>
                  <a:lnTo>
                    <a:pt x="246" y="424"/>
                  </a:lnTo>
                  <a:lnTo>
                    <a:pt x="244" y="382"/>
                  </a:lnTo>
                  <a:lnTo>
                    <a:pt x="241" y="338"/>
                  </a:lnTo>
                  <a:lnTo>
                    <a:pt x="235" y="298"/>
                  </a:lnTo>
                  <a:lnTo>
                    <a:pt x="227" y="261"/>
                  </a:lnTo>
                  <a:lnTo>
                    <a:pt x="216" y="222"/>
                  </a:lnTo>
                  <a:lnTo>
                    <a:pt x="205" y="188"/>
                  </a:lnTo>
                  <a:lnTo>
                    <a:pt x="190" y="155"/>
                  </a:lnTo>
                  <a:lnTo>
                    <a:pt x="174" y="125"/>
                  </a:lnTo>
                  <a:lnTo>
                    <a:pt x="157" y="98"/>
                  </a:lnTo>
                  <a:lnTo>
                    <a:pt x="138" y="73"/>
                  </a:lnTo>
                  <a:lnTo>
                    <a:pt x="118" y="51"/>
                  </a:lnTo>
                  <a:lnTo>
                    <a:pt x="96" y="34"/>
                  </a:lnTo>
                  <a:lnTo>
                    <a:pt x="74" y="18"/>
                  </a:lnTo>
                  <a:lnTo>
                    <a:pt x="50" y="8"/>
                  </a:lnTo>
                  <a:lnTo>
                    <a:pt x="25" y="2"/>
                  </a:lnTo>
                  <a:lnTo>
                    <a:pt x="0" y="0"/>
                  </a:lnTo>
                  <a:lnTo>
                    <a:pt x="0" y="11"/>
                  </a:lnTo>
                  <a:lnTo>
                    <a:pt x="23" y="14"/>
                  </a:lnTo>
                  <a:lnTo>
                    <a:pt x="45" y="19"/>
                  </a:lnTo>
                  <a:lnTo>
                    <a:pt x="67" y="30"/>
                  </a:lnTo>
                  <a:lnTo>
                    <a:pt x="89" y="43"/>
                  </a:lnTo>
                  <a:lnTo>
                    <a:pt x="108" y="60"/>
                  </a:lnTo>
                  <a:lnTo>
                    <a:pt x="128" y="80"/>
                  </a:lnTo>
                  <a:lnTo>
                    <a:pt x="147" y="105"/>
                  </a:lnTo>
                  <a:lnTo>
                    <a:pt x="165" y="132"/>
                  </a:lnTo>
                  <a:lnTo>
                    <a:pt x="179" y="160"/>
                  </a:lnTo>
                  <a:lnTo>
                    <a:pt x="193" y="193"/>
                  </a:lnTo>
                  <a:lnTo>
                    <a:pt x="205" y="227"/>
                  </a:lnTo>
                  <a:lnTo>
                    <a:pt x="215" y="263"/>
                  </a:lnTo>
                  <a:lnTo>
                    <a:pt x="223" y="301"/>
                  </a:lnTo>
                  <a:lnTo>
                    <a:pt x="229" y="341"/>
                  </a:lnTo>
                  <a:lnTo>
                    <a:pt x="233" y="382"/>
                  </a:lnTo>
                  <a:lnTo>
                    <a:pt x="234" y="424"/>
                  </a:lnTo>
                  <a:lnTo>
                    <a:pt x="246"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9067" name="Freeform 57"/>
            <p:cNvSpPr>
              <a:spLocks/>
            </p:cNvSpPr>
            <p:nvPr/>
          </p:nvSpPr>
          <p:spPr bwMode="auto">
            <a:xfrm>
              <a:off x="1140" y="2172"/>
              <a:ext cx="49" cy="85"/>
            </a:xfrm>
            <a:custGeom>
              <a:avLst/>
              <a:gdLst>
                <a:gd name="T0" fmla="*/ 0 w 246"/>
                <a:gd name="T1" fmla="*/ 3 h 426"/>
                <a:gd name="T2" fmla="*/ 0 w 246"/>
                <a:gd name="T3" fmla="*/ 3 h 426"/>
                <a:gd name="T4" fmla="*/ 0 w 246"/>
                <a:gd name="T5" fmla="*/ 3 h 426"/>
                <a:gd name="T6" fmla="*/ 0 w 246"/>
                <a:gd name="T7" fmla="*/ 3 h 426"/>
                <a:gd name="T8" fmla="*/ 1 w 246"/>
                <a:gd name="T9" fmla="*/ 3 h 426"/>
                <a:gd name="T10" fmla="*/ 1 w 246"/>
                <a:gd name="T11" fmla="*/ 3 h 426"/>
                <a:gd name="T12" fmla="*/ 1 w 246"/>
                <a:gd name="T13" fmla="*/ 3 h 426"/>
                <a:gd name="T14" fmla="*/ 1 w 246"/>
                <a:gd name="T15" fmla="*/ 3 h 426"/>
                <a:gd name="T16" fmla="*/ 1 w 246"/>
                <a:gd name="T17" fmla="*/ 3 h 426"/>
                <a:gd name="T18" fmla="*/ 1 w 246"/>
                <a:gd name="T19" fmla="*/ 2 h 426"/>
                <a:gd name="T20" fmla="*/ 2 w 246"/>
                <a:gd name="T21" fmla="*/ 2 h 426"/>
                <a:gd name="T22" fmla="*/ 2 w 246"/>
                <a:gd name="T23" fmla="*/ 2 h 426"/>
                <a:gd name="T24" fmla="*/ 2 w 246"/>
                <a:gd name="T25" fmla="*/ 2 h 426"/>
                <a:gd name="T26" fmla="*/ 2 w 246"/>
                <a:gd name="T27" fmla="*/ 1 h 426"/>
                <a:gd name="T28" fmla="*/ 2 w 246"/>
                <a:gd name="T29" fmla="*/ 1 h 426"/>
                <a:gd name="T30" fmla="*/ 2 w 246"/>
                <a:gd name="T31" fmla="*/ 1 h 426"/>
                <a:gd name="T32" fmla="*/ 2 w 246"/>
                <a:gd name="T33" fmla="*/ 0 h 426"/>
                <a:gd name="T34" fmla="*/ 2 w 246"/>
                <a:gd name="T35" fmla="*/ 0 h 426"/>
                <a:gd name="T36" fmla="*/ 2 w 246"/>
                <a:gd name="T37" fmla="*/ 0 h 426"/>
                <a:gd name="T38" fmla="*/ 2 w 246"/>
                <a:gd name="T39" fmla="*/ 0 h 426"/>
                <a:gd name="T40" fmla="*/ 2 w 246"/>
                <a:gd name="T41" fmla="*/ 1 h 426"/>
                <a:gd name="T42" fmla="*/ 2 w 246"/>
                <a:gd name="T43" fmla="*/ 1 h 426"/>
                <a:gd name="T44" fmla="*/ 2 w 246"/>
                <a:gd name="T45" fmla="*/ 1 h 426"/>
                <a:gd name="T46" fmla="*/ 2 w 246"/>
                <a:gd name="T47" fmla="*/ 2 h 426"/>
                <a:gd name="T48" fmla="*/ 2 w 246"/>
                <a:gd name="T49" fmla="*/ 2 h 426"/>
                <a:gd name="T50" fmla="*/ 1 w 246"/>
                <a:gd name="T51" fmla="*/ 2 h 426"/>
                <a:gd name="T52" fmla="*/ 1 w 246"/>
                <a:gd name="T53" fmla="*/ 2 h 426"/>
                <a:gd name="T54" fmla="*/ 1 w 246"/>
                <a:gd name="T55" fmla="*/ 3 h 426"/>
                <a:gd name="T56" fmla="*/ 1 w 246"/>
                <a:gd name="T57" fmla="*/ 3 h 426"/>
                <a:gd name="T58" fmla="*/ 1 w 246"/>
                <a:gd name="T59" fmla="*/ 3 h 426"/>
                <a:gd name="T60" fmla="*/ 1 w 246"/>
                <a:gd name="T61" fmla="*/ 3 h 426"/>
                <a:gd name="T62" fmla="*/ 1 w 246"/>
                <a:gd name="T63" fmla="*/ 3 h 426"/>
                <a:gd name="T64" fmla="*/ 0 w 246"/>
                <a:gd name="T65" fmla="*/ 3 h 426"/>
                <a:gd name="T66" fmla="*/ 0 w 246"/>
                <a:gd name="T67" fmla="*/ 3 h 426"/>
                <a:gd name="T68" fmla="*/ 0 w 246"/>
                <a:gd name="T69" fmla="*/ 3 h 426"/>
                <a:gd name="T70" fmla="*/ 0 w 246"/>
                <a:gd name="T71" fmla="*/ 3 h 426"/>
                <a:gd name="T72" fmla="*/ 0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426"/>
                  </a:moveTo>
                  <a:lnTo>
                    <a:pt x="0" y="426"/>
                  </a:lnTo>
                  <a:lnTo>
                    <a:pt x="25" y="423"/>
                  </a:lnTo>
                  <a:lnTo>
                    <a:pt x="50" y="417"/>
                  </a:lnTo>
                  <a:lnTo>
                    <a:pt x="74" y="407"/>
                  </a:lnTo>
                  <a:lnTo>
                    <a:pt x="96" y="392"/>
                  </a:lnTo>
                  <a:lnTo>
                    <a:pt x="118" y="373"/>
                  </a:lnTo>
                  <a:lnTo>
                    <a:pt x="138" y="350"/>
                  </a:lnTo>
                  <a:lnTo>
                    <a:pt x="157" y="327"/>
                  </a:lnTo>
                  <a:lnTo>
                    <a:pt x="175" y="299"/>
                  </a:lnTo>
                  <a:lnTo>
                    <a:pt x="190" y="268"/>
                  </a:lnTo>
                  <a:lnTo>
                    <a:pt x="205" y="236"/>
                  </a:lnTo>
                  <a:lnTo>
                    <a:pt x="216" y="202"/>
                  </a:lnTo>
                  <a:lnTo>
                    <a:pt x="227" y="164"/>
                  </a:lnTo>
                  <a:lnTo>
                    <a:pt x="235" y="125"/>
                  </a:lnTo>
                  <a:lnTo>
                    <a:pt x="241" y="86"/>
                  </a:lnTo>
                  <a:lnTo>
                    <a:pt x="244" y="42"/>
                  </a:lnTo>
                  <a:lnTo>
                    <a:pt x="246" y="0"/>
                  </a:lnTo>
                  <a:lnTo>
                    <a:pt x="234" y="0"/>
                  </a:lnTo>
                  <a:lnTo>
                    <a:pt x="233" y="42"/>
                  </a:lnTo>
                  <a:lnTo>
                    <a:pt x="229" y="83"/>
                  </a:lnTo>
                  <a:lnTo>
                    <a:pt x="223" y="123"/>
                  </a:lnTo>
                  <a:lnTo>
                    <a:pt x="215" y="162"/>
                  </a:lnTo>
                  <a:lnTo>
                    <a:pt x="205" y="197"/>
                  </a:lnTo>
                  <a:lnTo>
                    <a:pt x="193" y="231"/>
                  </a:lnTo>
                  <a:lnTo>
                    <a:pt x="179" y="264"/>
                  </a:lnTo>
                  <a:lnTo>
                    <a:pt x="164" y="292"/>
                  </a:lnTo>
                  <a:lnTo>
                    <a:pt x="147" y="320"/>
                  </a:lnTo>
                  <a:lnTo>
                    <a:pt x="128" y="343"/>
                  </a:lnTo>
                  <a:lnTo>
                    <a:pt x="108" y="363"/>
                  </a:lnTo>
                  <a:lnTo>
                    <a:pt x="89" y="382"/>
                  </a:lnTo>
                  <a:lnTo>
                    <a:pt x="67" y="395"/>
                  </a:lnTo>
                  <a:lnTo>
                    <a:pt x="45" y="406"/>
                  </a:lnTo>
                  <a:lnTo>
                    <a:pt x="23" y="411"/>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9068" name="Freeform 58"/>
            <p:cNvSpPr>
              <a:spLocks/>
            </p:cNvSpPr>
            <p:nvPr/>
          </p:nvSpPr>
          <p:spPr bwMode="auto">
            <a:xfrm>
              <a:off x="1091" y="2172"/>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4" y="86"/>
                  </a:lnTo>
                  <a:lnTo>
                    <a:pt x="10" y="125"/>
                  </a:lnTo>
                  <a:lnTo>
                    <a:pt x="18" y="164"/>
                  </a:lnTo>
                  <a:lnTo>
                    <a:pt x="29" y="202"/>
                  </a:lnTo>
                  <a:lnTo>
                    <a:pt x="41" y="236"/>
                  </a:lnTo>
                  <a:lnTo>
                    <a:pt x="55" y="268"/>
                  </a:lnTo>
                  <a:lnTo>
                    <a:pt x="70" y="299"/>
                  </a:lnTo>
                  <a:lnTo>
                    <a:pt x="89" y="327"/>
                  </a:lnTo>
                  <a:lnTo>
                    <a:pt x="106" y="350"/>
                  </a:lnTo>
                  <a:lnTo>
                    <a:pt x="126" y="373"/>
                  </a:lnTo>
                  <a:lnTo>
                    <a:pt x="148" y="392"/>
                  </a:lnTo>
                  <a:lnTo>
                    <a:pt x="171" y="407"/>
                  </a:lnTo>
                  <a:lnTo>
                    <a:pt x="194" y="417"/>
                  </a:lnTo>
                  <a:lnTo>
                    <a:pt x="219" y="423"/>
                  </a:lnTo>
                  <a:lnTo>
                    <a:pt x="245" y="426"/>
                  </a:lnTo>
                  <a:lnTo>
                    <a:pt x="245" y="414"/>
                  </a:lnTo>
                  <a:lnTo>
                    <a:pt x="221" y="411"/>
                  </a:lnTo>
                  <a:lnTo>
                    <a:pt x="199" y="406"/>
                  </a:lnTo>
                  <a:lnTo>
                    <a:pt x="178" y="395"/>
                  </a:lnTo>
                  <a:lnTo>
                    <a:pt x="155" y="382"/>
                  </a:lnTo>
                  <a:lnTo>
                    <a:pt x="136" y="363"/>
                  </a:lnTo>
                  <a:lnTo>
                    <a:pt x="116" y="343"/>
                  </a:lnTo>
                  <a:lnTo>
                    <a:pt x="98" y="320"/>
                  </a:lnTo>
                  <a:lnTo>
                    <a:pt x="82" y="292"/>
                  </a:lnTo>
                  <a:lnTo>
                    <a:pt x="66" y="264"/>
                  </a:lnTo>
                  <a:lnTo>
                    <a:pt x="52" y="231"/>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9069" name="Freeform 59"/>
            <p:cNvSpPr>
              <a:spLocks/>
            </p:cNvSpPr>
            <p:nvPr/>
          </p:nvSpPr>
          <p:spPr bwMode="auto">
            <a:xfrm>
              <a:off x="1091" y="2087"/>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4" y="8"/>
                  </a:lnTo>
                  <a:lnTo>
                    <a:pt x="171" y="18"/>
                  </a:lnTo>
                  <a:lnTo>
                    <a:pt x="148" y="34"/>
                  </a:lnTo>
                  <a:lnTo>
                    <a:pt x="126" y="51"/>
                  </a:lnTo>
                  <a:lnTo>
                    <a:pt x="106" y="73"/>
                  </a:lnTo>
                  <a:lnTo>
                    <a:pt x="89" y="98"/>
                  </a:lnTo>
                  <a:lnTo>
                    <a:pt x="71" y="125"/>
                  </a:lnTo>
                  <a:lnTo>
                    <a:pt x="55" y="155"/>
                  </a:lnTo>
                  <a:lnTo>
                    <a:pt x="41" y="188"/>
                  </a:lnTo>
                  <a:lnTo>
                    <a:pt x="29" y="222"/>
                  </a:lnTo>
                  <a:lnTo>
                    <a:pt x="18" y="261"/>
                  </a:lnTo>
                  <a:lnTo>
                    <a:pt x="10" y="298"/>
                  </a:lnTo>
                  <a:lnTo>
                    <a:pt x="4" y="338"/>
                  </a:lnTo>
                  <a:lnTo>
                    <a:pt x="1" y="382"/>
                  </a:lnTo>
                  <a:lnTo>
                    <a:pt x="0" y="424"/>
                  </a:lnTo>
                  <a:lnTo>
                    <a:pt x="11" y="424"/>
                  </a:lnTo>
                  <a:lnTo>
                    <a:pt x="13" y="382"/>
                  </a:lnTo>
                  <a:lnTo>
                    <a:pt x="16" y="341"/>
                  </a:lnTo>
                  <a:lnTo>
                    <a:pt x="22" y="301"/>
                  </a:lnTo>
                  <a:lnTo>
                    <a:pt x="30" y="263"/>
                  </a:lnTo>
                  <a:lnTo>
                    <a:pt x="41" y="227"/>
                  </a:lnTo>
                  <a:lnTo>
                    <a:pt x="52" y="193"/>
                  </a:lnTo>
                  <a:lnTo>
                    <a:pt x="66" y="160"/>
                  </a:lnTo>
                  <a:lnTo>
                    <a:pt x="80" y="132"/>
                  </a:lnTo>
                  <a:lnTo>
                    <a:pt x="98" y="105"/>
                  </a:lnTo>
                  <a:lnTo>
                    <a:pt x="116" y="80"/>
                  </a:lnTo>
                  <a:lnTo>
                    <a:pt x="136" y="60"/>
                  </a:lnTo>
                  <a:lnTo>
                    <a:pt x="155" y="43"/>
                  </a:lnTo>
                  <a:lnTo>
                    <a:pt x="178" y="30"/>
                  </a:lnTo>
                  <a:lnTo>
                    <a:pt x="199" y="19"/>
                  </a:lnTo>
                  <a:lnTo>
                    <a:pt x="221" y="14"/>
                  </a:lnTo>
                  <a:lnTo>
                    <a:pt x="245" y="11"/>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9070" name="Freeform 60"/>
            <p:cNvSpPr>
              <a:spLocks/>
            </p:cNvSpPr>
            <p:nvPr/>
          </p:nvSpPr>
          <p:spPr bwMode="auto">
            <a:xfrm>
              <a:off x="1392" y="2118"/>
              <a:ext cx="49" cy="85"/>
            </a:xfrm>
            <a:custGeom>
              <a:avLst/>
              <a:gdLst>
                <a:gd name="T0" fmla="*/ 2 w 246"/>
                <a:gd name="T1" fmla="*/ 3 h 426"/>
                <a:gd name="T2" fmla="*/ 2 w 246"/>
                <a:gd name="T3" fmla="*/ 3 h 426"/>
                <a:gd name="T4" fmla="*/ 2 w 246"/>
                <a:gd name="T5" fmla="*/ 3 h 426"/>
                <a:gd name="T6" fmla="*/ 2 w 246"/>
                <a:gd name="T7" fmla="*/ 3 h 426"/>
                <a:gd name="T8" fmla="*/ 2 w 246"/>
                <a:gd name="T9" fmla="*/ 2 h 426"/>
                <a:gd name="T10" fmla="*/ 2 w 246"/>
                <a:gd name="T11" fmla="*/ 2 h 426"/>
                <a:gd name="T12" fmla="*/ 2 w 246"/>
                <a:gd name="T13" fmla="*/ 2 h 426"/>
                <a:gd name="T14" fmla="*/ 2 w 246"/>
                <a:gd name="T15" fmla="*/ 2 h 426"/>
                <a:gd name="T16" fmla="*/ 2 w 246"/>
                <a:gd name="T17" fmla="*/ 1 h 426"/>
                <a:gd name="T18" fmla="*/ 1 w 246"/>
                <a:gd name="T19" fmla="*/ 1 h 426"/>
                <a:gd name="T20" fmla="*/ 1 w 246"/>
                <a:gd name="T21" fmla="*/ 1 h 426"/>
                <a:gd name="T22" fmla="*/ 1 w 246"/>
                <a:gd name="T23" fmla="*/ 1 h 426"/>
                <a:gd name="T24" fmla="*/ 1 w 246"/>
                <a:gd name="T25" fmla="*/ 0 h 426"/>
                <a:gd name="T26" fmla="*/ 1 w 246"/>
                <a:gd name="T27" fmla="*/ 0 h 426"/>
                <a:gd name="T28" fmla="*/ 1 w 246"/>
                <a:gd name="T29" fmla="*/ 0 h 426"/>
                <a:gd name="T30" fmla="*/ 0 w 246"/>
                <a:gd name="T31" fmla="*/ 0 h 426"/>
                <a:gd name="T32" fmla="*/ 0 w 246"/>
                <a:gd name="T33" fmla="*/ 0 h 426"/>
                <a:gd name="T34" fmla="*/ 0 w 246"/>
                <a:gd name="T35" fmla="*/ 0 h 426"/>
                <a:gd name="T36" fmla="*/ 0 w 246"/>
                <a:gd name="T37" fmla="*/ 0 h 426"/>
                <a:gd name="T38" fmla="*/ 0 w 246"/>
                <a:gd name="T39" fmla="*/ 0 h 426"/>
                <a:gd name="T40" fmla="*/ 0 w 246"/>
                <a:gd name="T41" fmla="*/ 0 h 426"/>
                <a:gd name="T42" fmla="*/ 1 w 246"/>
                <a:gd name="T43" fmla="*/ 0 h 426"/>
                <a:gd name="T44" fmla="*/ 1 w 246"/>
                <a:gd name="T45" fmla="*/ 0 h 426"/>
                <a:gd name="T46" fmla="*/ 1 w 246"/>
                <a:gd name="T47" fmla="*/ 1 h 426"/>
                <a:gd name="T48" fmla="*/ 1 w 246"/>
                <a:gd name="T49" fmla="*/ 1 h 426"/>
                <a:gd name="T50" fmla="*/ 1 w 246"/>
                <a:gd name="T51" fmla="*/ 1 h 426"/>
                <a:gd name="T52" fmla="*/ 1 w 246"/>
                <a:gd name="T53" fmla="*/ 1 h 426"/>
                <a:gd name="T54" fmla="*/ 1 w 246"/>
                <a:gd name="T55" fmla="*/ 1 h 426"/>
                <a:gd name="T56" fmla="*/ 2 w 246"/>
                <a:gd name="T57" fmla="*/ 2 h 426"/>
                <a:gd name="T58" fmla="*/ 2 w 246"/>
                <a:gd name="T59" fmla="*/ 2 h 426"/>
                <a:gd name="T60" fmla="*/ 2 w 246"/>
                <a:gd name="T61" fmla="*/ 2 h 426"/>
                <a:gd name="T62" fmla="*/ 2 w 246"/>
                <a:gd name="T63" fmla="*/ 2 h 426"/>
                <a:gd name="T64" fmla="*/ 2 w 246"/>
                <a:gd name="T65" fmla="*/ 3 h 426"/>
                <a:gd name="T66" fmla="*/ 2 w 246"/>
                <a:gd name="T67" fmla="*/ 3 h 426"/>
                <a:gd name="T68" fmla="*/ 2 w 246"/>
                <a:gd name="T69" fmla="*/ 3 h 426"/>
                <a:gd name="T70" fmla="*/ 2 w 246"/>
                <a:gd name="T71" fmla="*/ 3 h 426"/>
                <a:gd name="T72" fmla="*/ 2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246" y="426"/>
                  </a:moveTo>
                  <a:lnTo>
                    <a:pt x="246" y="426"/>
                  </a:lnTo>
                  <a:lnTo>
                    <a:pt x="245" y="384"/>
                  </a:lnTo>
                  <a:lnTo>
                    <a:pt x="242" y="340"/>
                  </a:lnTo>
                  <a:lnTo>
                    <a:pt x="236" y="301"/>
                  </a:lnTo>
                  <a:lnTo>
                    <a:pt x="228" y="262"/>
                  </a:lnTo>
                  <a:lnTo>
                    <a:pt x="217" y="224"/>
                  </a:lnTo>
                  <a:lnTo>
                    <a:pt x="205" y="190"/>
                  </a:lnTo>
                  <a:lnTo>
                    <a:pt x="191" y="158"/>
                  </a:lnTo>
                  <a:lnTo>
                    <a:pt x="176" y="126"/>
                  </a:lnTo>
                  <a:lnTo>
                    <a:pt x="157" y="99"/>
                  </a:lnTo>
                  <a:lnTo>
                    <a:pt x="139" y="75"/>
                  </a:lnTo>
                  <a:lnTo>
                    <a:pt x="119" y="53"/>
                  </a:lnTo>
                  <a:lnTo>
                    <a:pt x="96" y="34"/>
                  </a:lnTo>
                  <a:lnTo>
                    <a:pt x="75" y="19"/>
                  </a:lnTo>
                  <a:lnTo>
                    <a:pt x="51" y="9"/>
                  </a:lnTo>
                  <a:lnTo>
                    <a:pt x="26" y="3"/>
                  </a:lnTo>
                  <a:lnTo>
                    <a:pt x="0" y="0"/>
                  </a:lnTo>
                  <a:lnTo>
                    <a:pt x="0" y="12"/>
                  </a:lnTo>
                  <a:lnTo>
                    <a:pt x="24" y="15"/>
                  </a:lnTo>
                  <a:lnTo>
                    <a:pt x="46" y="20"/>
                  </a:lnTo>
                  <a:lnTo>
                    <a:pt x="68" y="31"/>
                  </a:lnTo>
                  <a:lnTo>
                    <a:pt x="89" y="44"/>
                  </a:lnTo>
                  <a:lnTo>
                    <a:pt x="109" y="63"/>
                  </a:lnTo>
                  <a:lnTo>
                    <a:pt x="129" y="83"/>
                  </a:lnTo>
                  <a:lnTo>
                    <a:pt x="148" y="106"/>
                  </a:lnTo>
                  <a:lnTo>
                    <a:pt x="164" y="133"/>
                  </a:lnTo>
                  <a:lnTo>
                    <a:pt x="180" y="162"/>
                  </a:lnTo>
                  <a:lnTo>
                    <a:pt x="194" y="195"/>
                  </a:lnTo>
                  <a:lnTo>
                    <a:pt x="205" y="229"/>
                  </a:lnTo>
                  <a:lnTo>
                    <a:pt x="216" y="264"/>
                  </a:lnTo>
                  <a:lnTo>
                    <a:pt x="224" y="303"/>
                  </a:lnTo>
                  <a:lnTo>
                    <a:pt x="230" y="343"/>
                  </a:lnTo>
                  <a:lnTo>
                    <a:pt x="233" y="384"/>
                  </a:lnTo>
                  <a:lnTo>
                    <a:pt x="235" y="426"/>
                  </a:lnTo>
                  <a:lnTo>
                    <a:pt x="246"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9071" name="Freeform 61"/>
            <p:cNvSpPr>
              <a:spLocks/>
            </p:cNvSpPr>
            <p:nvPr/>
          </p:nvSpPr>
          <p:spPr bwMode="auto">
            <a:xfrm>
              <a:off x="1392" y="2203"/>
              <a:ext cx="49" cy="85"/>
            </a:xfrm>
            <a:custGeom>
              <a:avLst/>
              <a:gdLst>
                <a:gd name="T0" fmla="*/ 0 w 246"/>
                <a:gd name="T1" fmla="*/ 3 h 424"/>
                <a:gd name="T2" fmla="*/ 0 w 246"/>
                <a:gd name="T3" fmla="*/ 3 h 424"/>
                <a:gd name="T4" fmla="*/ 0 w 246"/>
                <a:gd name="T5" fmla="*/ 3 h 424"/>
                <a:gd name="T6" fmla="*/ 0 w 246"/>
                <a:gd name="T7" fmla="*/ 3 h 424"/>
                <a:gd name="T8" fmla="*/ 1 w 246"/>
                <a:gd name="T9" fmla="*/ 3 h 424"/>
                <a:gd name="T10" fmla="*/ 1 w 246"/>
                <a:gd name="T11" fmla="*/ 3 h 424"/>
                <a:gd name="T12" fmla="*/ 1 w 246"/>
                <a:gd name="T13" fmla="*/ 3 h 424"/>
                <a:gd name="T14" fmla="*/ 1 w 246"/>
                <a:gd name="T15" fmla="*/ 3 h 424"/>
                <a:gd name="T16" fmla="*/ 1 w 246"/>
                <a:gd name="T17" fmla="*/ 3 h 424"/>
                <a:gd name="T18" fmla="*/ 1 w 246"/>
                <a:gd name="T19" fmla="*/ 2 h 424"/>
                <a:gd name="T20" fmla="*/ 2 w 246"/>
                <a:gd name="T21" fmla="*/ 2 h 424"/>
                <a:gd name="T22" fmla="*/ 2 w 246"/>
                <a:gd name="T23" fmla="*/ 2 h 424"/>
                <a:gd name="T24" fmla="*/ 2 w 246"/>
                <a:gd name="T25" fmla="*/ 2 h 424"/>
                <a:gd name="T26" fmla="*/ 2 w 246"/>
                <a:gd name="T27" fmla="*/ 1 h 424"/>
                <a:gd name="T28" fmla="*/ 2 w 246"/>
                <a:gd name="T29" fmla="*/ 1 h 424"/>
                <a:gd name="T30" fmla="*/ 2 w 246"/>
                <a:gd name="T31" fmla="*/ 1 h 424"/>
                <a:gd name="T32" fmla="*/ 2 w 246"/>
                <a:gd name="T33" fmla="*/ 0 h 424"/>
                <a:gd name="T34" fmla="*/ 2 w 246"/>
                <a:gd name="T35" fmla="*/ 0 h 424"/>
                <a:gd name="T36" fmla="*/ 2 w 246"/>
                <a:gd name="T37" fmla="*/ 0 h 424"/>
                <a:gd name="T38" fmla="*/ 2 w 246"/>
                <a:gd name="T39" fmla="*/ 0 h 424"/>
                <a:gd name="T40" fmla="*/ 2 w 246"/>
                <a:gd name="T41" fmla="*/ 1 h 424"/>
                <a:gd name="T42" fmla="*/ 2 w 246"/>
                <a:gd name="T43" fmla="*/ 1 h 424"/>
                <a:gd name="T44" fmla="*/ 2 w 246"/>
                <a:gd name="T45" fmla="*/ 1 h 424"/>
                <a:gd name="T46" fmla="*/ 2 w 246"/>
                <a:gd name="T47" fmla="*/ 2 h 424"/>
                <a:gd name="T48" fmla="*/ 2 w 246"/>
                <a:gd name="T49" fmla="*/ 2 h 424"/>
                <a:gd name="T50" fmla="*/ 1 w 246"/>
                <a:gd name="T51" fmla="*/ 2 h 424"/>
                <a:gd name="T52" fmla="*/ 1 w 246"/>
                <a:gd name="T53" fmla="*/ 2 h 424"/>
                <a:gd name="T54" fmla="*/ 1 w 246"/>
                <a:gd name="T55" fmla="*/ 3 h 424"/>
                <a:gd name="T56" fmla="*/ 1 w 246"/>
                <a:gd name="T57" fmla="*/ 3 h 424"/>
                <a:gd name="T58" fmla="*/ 1 w 246"/>
                <a:gd name="T59" fmla="*/ 3 h 424"/>
                <a:gd name="T60" fmla="*/ 1 w 246"/>
                <a:gd name="T61" fmla="*/ 3 h 424"/>
                <a:gd name="T62" fmla="*/ 1 w 246"/>
                <a:gd name="T63" fmla="*/ 3 h 424"/>
                <a:gd name="T64" fmla="*/ 0 w 246"/>
                <a:gd name="T65" fmla="*/ 3 h 424"/>
                <a:gd name="T66" fmla="*/ 0 w 246"/>
                <a:gd name="T67" fmla="*/ 3 h 424"/>
                <a:gd name="T68" fmla="*/ 0 w 246"/>
                <a:gd name="T69" fmla="*/ 3 h 424"/>
                <a:gd name="T70" fmla="*/ 0 w 246"/>
                <a:gd name="T71" fmla="*/ 3 h 424"/>
                <a:gd name="T72" fmla="*/ 0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0" y="424"/>
                  </a:moveTo>
                  <a:lnTo>
                    <a:pt x="0" y="424"/>
                  </a:lnTo>
                  <a:lnTo>
                    <a:pt x="26" y="422"/>
                  </a:lnTo>
                  <a:lnTo>
                    <a:pt x="51" y="416"/>
                  </a:lnTo>
                  <a:lnTo>
                    <a:pt x="75" y="406"/>
                  </a:lnTo>
                  <a:lnTo>
                    <a:pt x="96" y="390"/>
                  </a:lnTo>
                  <a:lnTo>
                    <a:pt x="119" y="373"/>
                  </a:lnTo>
                  <a:lnTo>
                    <a:pt x="139" y="351"/>
                  </a:lnTo>
                  <a:lnTo>
                    <a:pt x="157" y="326"/>
                  </a:lnTo>
                  <a:lnTo>
                    <a:pt x="175" y="299"/>
                  </a:lnTo>
                  <a:lnTo>
                    <a:pt x="191" y="269"/>
                  </a:lnTo>
                  <a:lnTo>
                    <a:pt x="205" y="236"/>
                  </a:lnTo>
                  <a:lnTo>
                    <a:pt x="217" y="202"/>
                  </a:lnTo>
                  <a:lnTo>
                    <a:pt x="228" y="163"/>
                  </a:lnTo>
                  <a:lnTo>
                    <a:pt x="236" y="125"/>
                  </a:lnTo>
                  <a:lnTo>
                    <a:pt x="242" y="86"/>
                  </a:lnTo>
                  <a:lnTo>
                    <a:pt x="245" y="42"/>
                  </a:lnTo>
                  <a:lnTo>
                    <a:pt x="246" y="0"/>
                  </a:lnTo>
                  <a:lnTo>
                    <a:pt x="235" y="0"/>
                  </a:lnTo>
                  <a:lnTo>
                    <a:pt x="233" y="42"/>
                  </a:lnTo>
                  <a:lnTo>
                    <a:pt x="230" y="83"/>
                  </a:lnTo>
                  <a:lnTo>
                    <a:pt x="224" y="123"/>
                  </a:lnTo>
                  <a:lnTo>
                    <a:pt x="216" y="161"/>
                  </a:lnTo>
                  <a:lnTo>
                    <a:pt x="205" y="197"/>
                  </a:lnTo>
                  <a:lnTo>
                    <a:pt x="194" y="231"/>
                  </a:lnTo>
                  <a:lnTo>
                    <a:pt x="180" y="264"/>
                  </a:lnTo>
                  <a:lnTo>
                    <a:pt x="166" y="292"/>
                  </a:lnTo>
                  <a:lnTo>
                    <a:pt x="148" y="319"/>
                  </a:lnTo>
                  <a:lnTo>
                    <a:pt x="129" y="344"/>
                  </a:lnTo>
                  <a:lnTo>
                    <a:pt x="109" y="364"/>
                  </a:lnTo>
                  <a:lnTo>
                    <a:pt x="89" y="381"/>
                  </a:lnTo>
                  <a:lnTo>
                    <a:pt x="68" y="394"/>
                  </a:lnTo>
                  <a:lnTo>
                    <a:pt x="46" y="405"/>
                  </a:lnTo>
                  <a:lnTo>
                    <a:pt x="24" y="410"/>
                  </a:lnTo>
                  <a:lnTo>
                    <a:pt x="0" y="413"/>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9072" name="Freeform 62"/>
            <p:cNvSpPr>
              <a:spLocks/>
            </p:cNvSpPr>
            <p:nvPr/>
          </p:nvSpPr>
          <p:spPr bwMode="auto">
            <a:xfrm>
              <a:off x="1343" y="2203"/>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2" y="42"/>
                  </a:lnTo>
                  <a:lnTo>
                    <a:pt x="5" y="86"/>
                  </a:lnTo>
                  <a:lnTo>
                    <a:pt x="11" y="125"/>
                  </a:lnTo>
                  <a:lnTo>
                    <a:pt x="19" y="163"/>
                  </a:lnTo>
                  <a:lnTo>
                    <a:pt x="30" y="202"/>
                  </a:lnTo>
                  <a:lnTo>
                    <a:pt x="41" y="236"/>
                  </a:lnTo>
                  <a:lnTo>
                    <a:pt x="56" y="269"/>
                  </a:lnTo>
                  <a:lnTo>
                    <a:pt x="72" y="299"/>
                  </a:lnTo>
                  <a:lnTo>
                    <a:pt x="90" y="326"/>
                  </a:lnTo>
                  <a:lnTo>
                    <a:pt x="108" y="351"/>
                  </a:lnTo>
                  <a:lnTo>
                    <a:pt x="127" y="373"/>
                  </a:lnTo>
                  <a:lnTo>
                    <a:pt x="149" y="390"/>
                  </a:lnTo>
                  <a:lnTo>
                    <a:pt x="172" y="406"/>
                  </a:lnTo>
                  <a:lnTo>
                    <a:pt x="195" y="416"/>
                  </a:lnTo>
                  <a:lnTo>
                    <a:pt x="220" y="422"/>
                  </a:lnTo>
                  <a:lnTo>
                    <a:pt x="245" y="424"/>
                  </a:lnTo>
                  <a:lnTo>
                    <a:pt x="245" y="413"/>
                  </a:lnTo>
                  <a:lnTo>
                    <a:pt x="222" y="410"/>
                  </a:lnTo>
                  <a:lnTo>
                    <a:pt x="200" y="405"/>
                  </a:lnTo>
                  <a:lnTo>
                    <a:pt x="179" y="394"/>
                  </a:lnTo>
                  <a:lnTo>
                    <a:pt x="156" y="381"/>
                  </a:lnTo>
                  <a:lnTo>
                    <a:pt x="136" y="364"/>
                  </a:lnTo>
                  <a:lnTo>
                    <a:pt x="118" y="344"/>
                  </a:lnTo>
                  <a:lnTo>
                    <a:pt x="99" y="319"/>
                  </a:lnTo>
                  <a:lnTo>
                    <a:pt x="81" y="292"/>
                  </a:lnTo>
                  <a:lnTo>
                    <a:pt x="67" y="264"/>
                  </a:lnTo>
                  <a:lnTo>
                    <a:pt x="53" y="231"/>
                  </a:lnTo>
                  <a:lnTo>
                    <a:pt x="41" y="197"/>
                  </a:lnTo>
                  <a:lnTo>
                    <a:pt x="31" y="161"/>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9073" name="Freeform 63"/>
            <p:cNvSpPr>
              <a:spLocks/>
            </p:cNvSpPr>
            <p:nvPr/>
          </p:nvSpPr>
          <p:spPr bwMode="auto">
            <a:xfrm>
              <a:off x="1343" y="2118"/>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1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20" y="3"/>
                  </a:lnTo>
                  <a:lnTo>
                    <a:pt x="195" y="9"/>
                  </a:lnTo>
                  <a:lnTo>
                    <a:pt x="172" y="19"/>
                  </a:lnTo>
                  <a:lnTo>
                    <a:pt x="149" y="34"/>
                  </a:lnTo>
                  <a:lnTo>
                    <a:pt x="127" y="53"/>
                  </a:lnTo>
                  <a:lnTo>
                    <a:pt x="108" y="75"/>
                  </a:lnTo>
                  <a:lnTo>
                    <a:pt x="90" y="99"/>
                  </a:lnTo>
                  <a:lnTo>
                    <a:pt x="71" y="126"/>
                  </a:lnTo>
                  <a:lnTo>
                    <a:pt x="56" y="158"/>
                  </a:lnTo>
                  <a:lnTo>
                    <a:pt x="41" y="190"/>
                  </a:lnTo>
                  <a:lnTo>
                    <a:pt x="30" y="224"/>
                  </a:lnTo>
                  <a:lnTo>
                    <a:pt x="19" y="262"/>
                  </a:lnTo>
                  <a:lnTo>
                    <a:pt x="11" y="301"/>
                  </a:lnTo>
                  <a:lnTo>
                    <a:pt x="5" y="340"/>
                  </a:lnTo>
                  <a:lnTo>
                    <a:pt x="2" y="384"/>
                  </a:lnTo>
                  <a:lnTo>
                    <a:pt x="0" y="426"/>
                  </a:lnTo>
                  <a:lnTo>
                    <a:pt x="12" y="426"/>
                  </a:lnTo>
                  <a:lnTo>
                    <a:pt x="13" y="384"/>
                  </a:lnTo>
                  <a:lnTo>
                    <a:pt x="17" y="343"/>
                  </a:lnTo>
                  <a:lnTo>
                    <a:pt x="23" y="303"/>
                  </a:lnTo>
                  <a:lnTo>
                    <a:pt x="31" y="264"/>
                  </a:lnTo>
                  <a:lnTo>
                    <a:pt x="41" y="229"/>
                  </a:lnTo>
                  <a:lnTo>
                    <a:pt x="53" y="195"/>
                  </a:lnTo>
                  <a:lnTo>
                    <a:pt x="67" y="162"/>
                  </a:lnTo>
                  <a:lnTo>
                    <a:pt x="82" y="133"/>
                  </a:lnTo>
                  <a:lnTo>
                    <a:pt x="99" y="106"/>
                  </a:lnTo>
                  <a:lnTo>
                    <a:pt x="118" y="83"/>
                  </a:lnTo>
                  <a:lnTo>
                    <a:pt x="136" y="63"/>
                  </a:lnTo>
                  <a:lnTo>
                    <a:pt x="156" y="44"/>
                  </a:lnTo>
                  <a:lnTo>
                    <a:pt x="179" y="31"/>
                  </a:lnTo>
                  <a:lnTo>
                    <a:pt x="200" y="20"/>
                  </a:lnTo>
                  <a:lnTo>
                    <a:pt x="222" y="15"/>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9074" name="Freeform 64"/>
            <p:cNvSpPr>
              <a:spLocks/>
            </p:cNvSpPr>
            <p:nvPr/>
          </p:nvSpPr>
          <p:spPr bwMode="auto">
            <a:xfrm>
              <a:off x="1384" y="1859"/>
              <a:ext cx="49" cy="84"/>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1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3" y="382"/>
                  </a:lnTo>
                  <a:lnTo>
                    <a:pt x="240" y="339"/>
                  </a:lnTo>
                  <a:lnTo>
                    <a:pt x="234" y="299"/>
                  </a:lnTo>
                  <a:lnTo>
                    <a:pt x="226" y="261"/>
                  </a:lnTo>
                  <a:lnTo>
                    <a:pt x="215" y="222"/>
                  </a:lnTo>
                  <a:lnTo>
                    <a:pt x="204" y="188"/>
                  </a:lnTo>
                  <a:lnTo>
                    <a:pt x="189" y="156"/>
                  </a:lnTo>
                  <a:lnTo>
                    <a:pt x="173" y="125"/>
                  </a:lnTo>
                  <a:lnTo>
                    <a:pt x="155" y="98"/>
                  </a:lnTo>
                  <a:lnTo>
                    <a:pt x="138" y="74"/>
                  </a:lnTo>
                  <a:lnTo>
                    <a:pt x="118" y="51"/>
                  </a:lnTo>
                  <a:lnTo>
                    <a:pt x="96" y="34"/>
                  </a:lnTo>
                  <a:lnTo>
                    <a:pt x="73" y="18"/>
                  </a:lnTo>
                  <a:lnTo>
                    <a:pt x="50" y="8"/>
                  </a:lnTo>
                  <a:lnTo>
                    <a:pt x="25" y="2"/>
                  </a:lnTo>
                  <a:lnTo>
                    <a:pt x="0" y="0"/>
                  </a:lnTo>
                  <a:lnTo>
                    <a:pt x="0" y="11"/>
                  </a:lnTo>
                  <a:lnTo>
                    <a:pt x="23" y="14"/>
                  </a:lnTo>
                  <a:lnTo>
                    <a:pt x="45" y="20"/>
                  </a:lnTo>
                  <a:lnTo>
                    <a:pt x="66" y="30"/>
                  </a:lnTo>
                  <a:lnTo>
                    <a:pt x="89" y="43"/>
                  </a:lnTo>
                  <a:lnTo>
                    <a:pt x="109" y="61"/>
                  </a:lnTo>
                  <a:lnTo>
                    <a:pt x="129" y="81"/>
                  </a:lnTo>
                  <a:lnTo>
                    <a:pt x="146" y="105"/>
                  </a:lnTo>
                  <a:lnTo>
                    <a:pt x="164" y="132"/>
                  </a:lnTo>
                  <a:lnTo>
                    <a:pt x="178" y="160"/>
                  </a:lnTo>
                  <a:lnTo>
                    <a:pt x="192" y="193"/>
                  </a:lnTo>
                  <a:lnTo>
                    <a:pt x="204" y="227"/>
                  </a:lnTo>
                  <a:lnTo>
                    <a:pt x="214" y="264"/>
                  </a:lnTo>
                  <a:lnTo>
                    <a:pt x="222" y="301"/>
                  </a:lnTo>
                  <a:lnTo>
                    <a:pt x="228"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9075" name="Freeform 65"/>
            <p:cNvSpPr>
              <a:spLocks/>
            </p:cNvSpPr>
            <p:nvPr/>
          </p:nvSpPr>
          <p:spPr bwMode="auto">
            <a:xfrm>
              <a:off x="1384" y="1943"/>
              <a:ext cx="49" cy="86"/>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5" y="423"/>
                  </a:lnTo>
                  <a:lnTo>
                    <a:pt x="50" y="418"/>
                  </a:lnTo>
                  <a:lnTo>
                    <a:pt x="73" y="407"/>
                  </a:lnTo>
                  <a:lnTo>
                    <a:pt x="96" y="392"/>
                  </a:lnTo>
                  <a:lnTo>
                    <a:pt x="118" y="374"/>
                  </a:lnTo>
                  <a:lnTo>
                    <a:pt x="138" y="352"/>
                  </a:lnTo>
                  <a:lnTo>
                    <a:pt x="155" y="327"/>
                  </a:lnTo>
                  <a:lnTo>
                    <a:pt x="174" y="300"/>
                  </a:lnTo>
                  <a:lnTo>
                    <a:pt x="189" y="269"/>
                  </a:lnTo>
                  <a:lnTo>
                    <a:pt x="204" y="237"/>
                  </a:lnTo>
                  <a:lnTo>
                    <a:pt x="215" y="202"/>
                  </a:lnTo>
                  <a:lnTo>
                    <a:pt x="226" y="164"/>
                  </a:lnTo>
                  <a:lnTo>
                    <a:pt x="234" y="126"/>
                  </a:lnTo>
                  <a:lnTo>
                    <a:pt x="240" y="86"/>
                  </a:lnTo>
                  <a:lnTo>
                    <a:pt x="243" y="42"/>
                  </a:lnTo>
                  <a:lnTo>
                    <a:pt x="245" y="0"/>
                  </a:lnTo>
                  <a:lnTo>
                    <a:pt x="233" y="0"/>
                  </a:lnTo>
                  <a:lnTo>
                    <a:pt x="232" y="42"/>
                  </a:lnTo>
                  <a:lnTo>
                    <a:pt x="228" y="83"/>
                  </a:lnTo>
                  <a:lnTo>
                    <a:pt x="222" y="123"/>
                  </a:lnTo>
                  <a:lnTo>
                    <a:pt x="214" y="162"/>
                  </a:lnTo>
                  <a:lnTo>
                    <a:pt x="204" y="197"/>
                  </a:lnTo>
                  <a:lnTo>
                    <a:pt x="192" y="232"/>
                  </a:lnTo>
                  <a:lnTo>
                    <a:pt x="178" y="264"/>
                  </a:lnTo>
                  <a:lnTo>
                    <a:pt x="163" y="293"/>
                  </a:lnTo>
                  <a:lnTo>
                    <a:pt x="146" y="320"/>
                  </a:lnTo>
                  <a:lnTo>
                    <a:pt x="129" y="345"/>
                  </a:lnTo>
                  <a:lnTo>
                    <a:pt x="109" y="365"/>
                  </a:lnTo>
                  <a:lnTo>
                    <a:pt x="89" y="382"/>
                  </a:lnTo>
                  <a:lnTo>
                    <a:pt x="66" y="395"/>
                  </a:lnTo>
                  <a:lnTo>
                    <a:pt x="45" y="406"/>
                  </a:lnTo>
                  <a:lnTo>
                    <a:pt x="23"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9076" name="Freeform 66"/>
            <p:cNvSpPr>
              <a:spLocks/>
            </p:cNvSpPr>
            <p:nvPr/>
          </p:nvSpPr>
          <p:spPr bwMode="auto">
            <a:xfrm>
              <a:off x="1335" y="1943"/>
              <a:ext cx="49" cy="86"/>
            </a:xfrm>
            <a:custGeom>
              <a:avLst/>
              <a:gdLst>
                <a:gd name="T0" fmla="*/ 0 w 246"/>
                <a:gd name="T1" fmla="*/ 0 h 426"/>
                <a:gd name="T2" fmla="*/ 0 w 246"/>
                <a:gd name="T3" fmla="*/ 0 h 426"/>
                <a:gd name="T4" fmla="*/ 0 w 246"/>
                <a:gd name="T5" fmla="*/ 0 h 426"/>
                <a:gd name="T6" fmla="*/ 0 w 246"/>
                <a:gd name="T7" fmla="*/ 1 h 426"/>
                <a:gd name="T8" fmla="*/ 0 w 246"/>
                <a:gd name="T9" fmla="*/ 1 h 426"/>
                <a:gd name="T10" fmla="*/ 0 w 246"/>
                <a:gd name="T11" fmla="*/ 1 h 426"/>
                <a:gd name="T12" fmla="*/ 0 w 246"/>
                <a:gd name="T13" fmla="*/ 2 h 426"/>
                <a:gd name="T14" fmla="*/ 0 w 246"/>
                <a:gd name="T15" fmla="*/ 2 h 426"/>
                <a:gd name="T16" fmla="*/ 0 w 246"/>
                <a:gd name="T17" fmla="*/ 2 h 426"/>
                <a:gd name="T18" fmla="*/ 1 w 246"/>
                <a:gd name="T19" fmla="*/ 2 h 426"/>
                <a:gd name="T20" fmla="*/ 1 w 246"/>
                <a:gd name="T21" fmla="*/ 3 h 426"/>
                <a:gd name="T22" fmla="*/ 1 w 246"/>
                <a:gd name="T23" fmla="*/ 3 h 426"/>
                <a:gd name="T24" fmla="*/ 1 w 246"/>
                <a:gd name="T25" fmla="*/ 3 h 426"/>
                <a:gd name="T26" fmla="*/ 1 w 246"/>
                <a:gd name="T27" fmla="*/ 3 h 426"/>
                <a:gd name="T28" fmla="*/ 1 w 246"/>
                <a:gd name="T29" fmla="*/ 3 h 426"/>
                <a:gd name="T30" fmla="*/ 2 w 246"/>
                <a:gd name="T31" fmla="*/ 3 h 426"/>
                <a:gd name="T32" fmla="*/ 2 w 246"/>
                <a:gd name="T33" fmla="*/ 3 h 426"/>
                <a:gd name="T34" fmla="*/ 2 w 246"/>
                <a:gd name="T35" fmla="*/ 3 h 426"/>
                <a:gd name="T36" fmla="*/ 2 w 246"/>
                <a:gd name="T37" fmla="*/ 3 h 426"/>
                <a:gd name="T38" fmla="*/ 2 w 246"/>
                <a:gd name="T39" fmla="*/ 3 h 426"/>
                <a:gd name="T40" fmla="*/ 2 w 246"/>
                <a:gd name="T41" fmla="*/ 3 h 426"/>
                <a:gd name="T42" fmla="*/ 1 w 246"/>
                <a:gd name="T43" fmla="*/ 3 h 426"/>
                <a:gd name="T44" fmla="*/ 1 w 246"/>
                <a:gd name="T45" fmla="*/ 3 h 426"/>
                <a:gd name="T46" fmla="*/ 1 w 246"/>
                <a:gd name="T47" fmla="*/ 3 h 426"/>
                <a:gd name="T48" fmla="*/ 1 w 246"/>
                <a:gd name="T49" fmla="*/ 3 h 426"/>
                <a:gd name="T50" fmla="*/ 1 w 246"/>
                <a:gd name="T51" fmla="*/ 3 h 426"/>
                <a:gd name="T52" fmla="*/ 1 w 246"/>
                <a:gd name="T53" fmla="*/ 2 h 426"/>
                <a:gd name="T54" fmla="*/ 1 w 246"/>
                <a:gd name="T55" fmla="*/ 2 h 426"/>
                <a:gd name="T56" fmla="*/ 0 w 246"/>
                <a:gd name="T57" fmla="*/ 2 h 426"/>
                <a:gd name="T58" fmla="*/ 0 w 246"/>
                <a:gd name="T59" fmla="*/ 2 h 426"/>
                <a:gd name="T60" fmla="*/ 0 w 246"/>
                <a:gd name="T61" fmla="*/ 1 h 426"/>
                <a:gd name="T62" fmla="*/ 0 w 246"/>
                <a:gd name="T63" fmla="*/ 1 h 426"/>
                <a:gd name="T64" fmla="*/ 0 w 246"/>
                <a:gd name="T65" fmla="*/ 1 h 426"/>
                <a:gd name="T66" fmla="*/ 0 w 246"/>
                <a:gd name="T67" fmla="*/ 0 h 426"/>
                <a:gd name="T68" fmla="*/ 0 w 246"/>
                <a:gd name="T69" fmla="*/ 0 h 426"/>
                <a:gd name="T70" fmla="*/ 0 w 246"/>
                <a:gd name="T71" fmla="*/ 0 h 426"/>
                <a:gd name="T72" fmla="*/ 0 w 246"/>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0"/>
                  </a:moveTo>
                  <a:lnTo>
                    <a:pt x="0" y="0"/>
                  </a:lnTo>
                  <a:lnTo>
                    <a:pt x="1" y="42"/>
                  </a:lnTo>
                  <a:lnTo>
                    <a:pt x="4" y="86"/>
                  </a:lnTo>
                  <a:lnTo>
                    <a:pt x="10" y="126"/>
                  </a:lnTo>
                  <a:lnTo>
                    <a:pt x="18" y="164"/>
                  </a:lnTo>
                  <a:lnTo>
                    <a:pt x="29" y="202"/>
                  </a:lnTo>
                  <a:lnTo>
                    <a:pt x="41" y="237"/>
                  </a:lnTo>
                  <a:lnTo>
                    <a:pt x="55" y="269"/>
                  </a:lnTo>
                  <a:lnTo>
                    <a:pt x="71" y="300"/>
                  </a:lnTo>
                  <a:lnTo>
                    <a:pt x="89" y="327"/>
                  </a:lnTo>
                  <a:lnTo>
                    <a:pt x="107" y="352"/>
                  </a:lnTo>
                  <a:lnTo>
                    <a:pt x="127" y="374"/>
                  </a:lnTo>
                  <a:lnTo>
                    <a:pt x="150" y="392"/>
                  </a:lnTo>
                  <a:lnTo>
                    <a:pt x="171" y="407"/>
                  </a:lnTo>
                  <a:lnTo>
                    <a:pt x="195" y="418"/>
                  </a:lnTo>
                  <a:lnTo>
                    <a:pt x="220" y="423"/>
                  </a:lnTo>
                  <a:lnTo>
                    <a:pt x="246" y="426"/>
                  </a:lnTo>
                  <a:lnTo>
                    <a:pt x="246" y="414"/>
                  </a:lnTo>
                  <a:lnTo>
                    <a:pt x="222" y="412"/>
                  </a:lnTo>
                  <a:lnTo>
                    <a:pt x="200" y="406"/>
                  </a:lnTo>
                  <a:lnTo>
                    <a:pt x="178" y="395"/>
                  </a:lnTo>
                  <a:lnTo>
                    <a:pt x="157" y="382"/>
                  </a:lnTo>
                  <a:lnTo>
                    <a:pt x="137" y="365"/>
                  </a:lnTo>
                  <a:lnTo>
                    <a:pt x="117" y="345"/>
                  </a:lnTo>
                  <a:lnTo>
                    <a:pt x="98" y="320"/>
                  </a:lnTo>
                  <a:lnTo>
                    <a:pt x="83" y="293"/>
                  </a:lnTo>
                  <a:lnTo>
                    <a:pt x="66" y="264"/>
                  </a:lnTo>
                  <a:lnTo>
                    <a:pt x="52" y="232"/>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9077" name="Freeform 67"/>
            <p:cNvSpPr>
              <a:spLocks/>
            </p:cNvSpPr>
            <p:nvPr/>
          </p:nvSpPr>
          <p:spPr bwMode="auto">
            <a:xfrm>
              <a:off x="1335" y="1859"/>
              <a:ext cx="49" cy="84"/>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1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0" y="2"/>
                  </a:lnTo>
                  <a:lnTo>
                    <a:pt x="195" y="8"/>
                  </a:lnTo>
                  <a:lnTo>
                    <a:pt x="171" y="18"/>
                  </a:lnTo>
                  <a:lnTo>
                    <a:pt x="150" y="34"/>
                  </a:lnTo>
                  <a:lnTo>
                    <a:pt x="127" y="51"/>
                  </a:lnTo>
                  <a:lnTo>
                    <a:pt x="107" y="74"/>
                  </a:lnTo>
                  <a:lnTo>
                    <a:pt x="89" y="98"/>
                  </a:lnTo>
                  <a:lnTo>
                    <a:pt x="72" y="125"/>
                  </a:lnTo>
                  <a:lnTo>
                    <a:pt x="55" y="156"/>
                  </a:lnTo>
                  <a:lnTo>
                    <a:pt x="41" y="188"/>
                  </a:lnTo>
                  <a:lnTo>
                    <a:pt x="29" y="222"/>
                  </a:lnTo>
                  <a:lnTo>
                    <a:pt x="18" y="261"/>
                  </a:lnTo>
                  <a:lnTo>
                    <a:pt x="10" y="299"/>
                  </a:lnTo>
                  <a:lnTo>
                    <a:pt x="4" y="339"/>
                  </a:lnTo>
                  <a:lnTo>
                    <a:pt x="1" y="382"/>
                  </a:lnTo>
                  <a:lnTo>
                    <a:pt x="0" y="424"/>
                  </a:lnTo>
                  <a:lnTo>
                    <a:pt x="11" y="424"/>
                  </a:lnTo>
                  <a:lnTo>
                    <a:pt x="13" y="382"/>
                  </a:lnTo>
                  <a:lnTo>
                    <a:pt x="16" y="341"/>
                  </a:lnTo>
                  <a:lnTo>
                    <a:pt x="22" y="301"/>
                  </a:lnTo>
                  <a:lnTo>
                    <a:pt x="30" y="264"/>
                  </a:lnTo>
                  <a:lnTo>
                    <a:pt x="41" y="227"/>
                  </a:lnTo>
                  <a:lnTo>
                    <a:pt x="52" y="193"/>
                  </a:lnTo>
                  <a:lnTo>
                    <a:pt x="66" y="160"/>
                  </a:lnTo>
                  <a:lnTo>
                    <a:pt x="82" y="132"/>
                  </a:lnTo>
                  <a:lnTo>
                    <a:pt x="98" y="105"/>
                  </a:lnTo>
                  <a:lnTo>
                    <a:pt x="117" y="81"/>
                  </a:lnTo>
                  <a:lnTo>
                    <a:pt x="137" y="61"/>
                  </a:lnTo>
                  <a:lnTo>
                    <a:pt x="157" y="43"/>
                  </a:lnTo>
                  <a:lnTo>
                    <a:pt x="178" y="30"/>
                  </a:lnTo>
                  <a:lnTo>
                    <a:pt x="200" y="20"/>
                  </a:lnTo>
                  <a:lnTo>
                    <a:pt x="222" y="14"/>
                  </a:lnTo>
                  <a:lnTo>
                    <a:pt x="246" y="11"/>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9078" name="Freeform 68"/>
            <p:cNvSpPr>
              <a:spLocks/>
            </p:cNvSpPr>
            <p:nvPr/>
          </p:nvSpPr>
          <p:spPr bwMode="auto">
            <a:xfrm>
              <a:off x="1552" y="1751"/>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1" y="339"/>
                  </a:lnTo>
                  <a:lnTo>
                    <a:pt x="235" y="299"/>
                  </a:lnTo>
                  <a:lnTo>
                    <a:pt x="226" y="261"/>
                  </a:lnTo>
                  <a:lnTo>
                    <a:pt x="216" y="223"/>
                  </a:lnTo>
                  <a:lnTo>
                    <a:pt x="204" y="189"/>
                  </a:lnTo>
                  <a:lnTo>
                    <a:pt x="190" y="156"/>
                  </a:lnTo>
                  <a:lnTo>
                    <a:pt x="174" y="125"/>
                  </a:lnTo>
                  <a:lnTo>
                    <a:pt x="156" y="98"/>
                  </a:lnTo>
                  <a:lnTo>
                    <a:pt x="137" y="74"/>
                  </a:lnTo>
                  <a:lnTo>
                    <a:pt x="119" y="52"/>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8" y="81"/>
                  </a:lnTo>
                  <a:lnTo>
                    <a:pt x="147" y="105"/>
                  </a:lnTo>
                  <a:lnTo>
                    <a:pt x="164" y="132"/>
                  </a:lnTo>
                  <a:lnTo>
                    <a:pt x="178" y="161"/>
                  </a:lnTo>
                  <a:lnTo>
                    <a:pt x="193" y="193"/>
                  </a:lnTo>
                  <a:lnTo>
                    <a:pt x="204" y="227"/>
                  </a:lnTo>
                  <a:lnTo>
                    <a:pt x="215" y="264"/>
                  </a:lnTo>
                  <a:lnTo>
                    <a:pt x="223" y="301"/>
                  </a:lnTo>
                  <a:lnTo>
                    <a:pt x="229" y="341"/>
                  </a:lnTo>
                  <a:lnTo>
                    <a:pt x="232" y="382"/>
                  </a:lnTo>
                  <a:lnTo>
                    <a:pt x="234"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9079" name="Freeform 69"/>
            <p:cNvSpPr>
              <a:spLocks/>
            </p:cNvSpPr>
            <p:nvPr/>
          </p:nvSpPr>
          <p:spPr bwMode="auto">
            <a:xfrm>
              <a:off x="1552" y="1836"/>
              <a:ext cx="49" cy="85"/>
            </a:xfrm>
            <a:custGeom>
              <a:avLst/>
              <a:gdLst>
                <a:gd name="T0" fmla="*/ 0 w 245"/>
                <a:gd name="T1" fmla="*/ 3 h 425"/>
                <a:gd name="T2" fmla="*/ 0 w 245"/>
                <a:gd name="T3" fmla="*/ 3 h 425"/>
                <a:gd name="T4" fmla="*/ 0 w 245"/>
                <a:gd name="T5" fmla="*/ 3 h 425"/>
                <a:gd name="T6" fmla="*/ 0 w 245"/>
                <a:gd name="T7" fmla="*/ 3 h 425"/>
                <a:gd name="T8" fmla="*/ 1 w 245"/>
                <a:gd name="T9" fmla="*/ 3 h 425"/>
                <a:gd name="T10" fmla="*/ 1 w 245"/>
                <a:gd name="T11" fmla="*/ 3 h 425"/>
                <a:gd name="T12" fmla="*/ 1 w 245"/>
                <a:gd name="T13" fmla="*/ 3 h 425"/>
                <a:gd name="T14" fmla="*/ 1 w 245"/>
                <a:gd name="T15" fmla="*/ 3 h 425"/>
                <a:gd name="T16" fmla="*/ 1 w 245"/>
                <a:gd name="T17" fmla="*/ 3 h 425"/>
                <a:gd name="T18" fmla="*/ 1 w 245"/>
                <a:gd name="T19" fmla="*/ 2 h 425"/>
                <a:gd name="T20" fmla="*/ 2 w 245"/>
                <a:gd name="T21" fmla="*/ 2 h 425"/>
                <a:gd name="T22" fmla="*/ 2 w 245"/>
                <a:gd name="T23" fmla="*/ 2 h 425"/>
                <a:gd name="T24" fmla="*/ 2 w 245"/>
                <a:gd name="T25" fmla="*/ 2 h 425"/>
                <a:gd name="T26" fmla="*/ 2 w 245"/>
                <a:gd name="T27" fmla="*/ 1 h 425"/>
                <a:gd name="T28" fmla="*/ 2 w 245"/>
                <a:gd name="T29" fmla="*/ 1 h 425"/>
                <a:gd name="T30" fmla="*/ 2 w 245"/>
                <a:gd name="T31" fmla="*/ 1 h 425"/>
                <a:gd name="T32" fmla="*/ 2 w 245"/>
                <a:gd name="T33" fmla="*/ 0 h 425"/>
                <a:gd name="T34" fmla="*/ 2 w 245"/>
                <a:gd name="T35" fmla="*/ 0 h 425"/>
                <a:gd name="T36" fmla="*/ 2 w 245"/>
                <a:gd name="T37" fmla="*/ 0 h 425"/>
                <a:gd name="T38" fmla="*/ 2 w 245"/>
                <a:gd name="T39" fmla="*/ 0 h 425"/>
                <a:gd name="T40" fmla="*/ 2 w 245"/>
                <a:gd name="T41" fmla="*/ 1 h 425"/>
                <a:gd name="T42" fmla="*/ 2 w 245"/>
                <a:gd name="T43" fmla="*/ 1 h 425"/>
                <a:gd name="T44" fmla="*/ 2 w 245"/>
                <a:gd name="T45" fmla="*/ 1 h 425"/>
                <a:gd name="T46" fmla="*/ 2 w 245"/>
                <a:gd name="T47" fmla="*/ 2 h 425"/>
                <a:gd name="T48" fmla="*/ 2 w 245"/>
                <a:gd name="T49" fmla="*/ 2 h 425"/>
                <a:gd name="T50" fmla="*/ 1 w 245"/>
                <a:gd name="T51" fmla="*/ 2 h 425"/>
                <a:gd name="T52" fmla="*/ 1 w 245"/>
                <a:gd name="T53" fmla="*/ 2 h 425"/>
                <a:gd name="T54" fmla="*/ 1 w 245"/>
                <a:gd name="T55" fmla="*/ 3 h 425"/>
                <a:gd name="T56" fmla="*/ 1 w 245"/>
                <a:gd name="T57" fmla="*/ 3 h 425"/>
                <a:gd name="T58" fmla="*/ 1 w 245"/>
                <a:gd name="T59" fmla="*/ 3 h 425"/>
                <a:gd name="T60" fmla="*/ 1 w 245"/>
                <a:gd name="T61" fmla="*/ 3 h 425"/>
                <a:gd name="T62" fmla="*/ 1 w 245"/>
                <a:gd name="T63" fmla="*/ 3 h 425"/>
                <a:gd name="T64" fmla="*/ 0 w 245"/>
                <a:gd name="T65" fmla="*/ 3 h 425"/>
                <a:gd name="T66" fmla="*/ 0 w 245"/>
                <a:gd name="T67" fmla="*/ 3 h 425"/>
                <a:gd name="T68" fmla="*/ 0 w 245"/>
                <a:gd name="T69" fmla="*/ 3 h 425"/>
                <a:gd name="T70" fmla="*/ 0 w 245"/>
                <a:gd name="T71" fmla="*/ 3 h 425"/>
                <a:gd name="T72" fmla="*/ 0 w 245"/>
                <a:gd name="T73" fmla="*/ 3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5"/>
                <a:gd name="T113" fmla="*/ 245 w 245"/>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5">
                  <a:moveTo>
                    <a:pt x="0" y="425"/>
                  </a:moveTo>
                  <a:lnTo>
                    <a:pt x="0" y="425"/>
                  </a:lnTo>
                  <a:lnTo>
                    <a:pt x="26" y="422"/>
                  </a:lnTo>
                  <a:lnTo>
                    <a:pt x="51" y="417"/>
                  </a:lnTo>
                  <a:lnTo>
                    <a:pt x="74" y="406"/>
                  </a:lnTo>
                  <a:lnTo>
                    <a:pt x="96" y="391"/>
                  </a:lnTo>
                  <a:lnTo>
                    <a:pt x="119" y="373"/>
                  </a:lnTo>
                  <a:lnTo>
                    <a:pt x="137" y="351"/>
                  </a:lnTo>
                  <a:lnTo>
                    <a:pt x="156" y="326"/>
                  </a:lnTo>
                  <a:lnTo>
                    <a:pt x="174" y="299"/>
                  </a:lnTo>
                  <a:lnTo>
                    <a:pt x="190" y="269"/>
                  </a:lnTo>
                  <a:lnTo>
                    <a:pt x="204" y="236"/>
                  </a:lnTo>
                  <a:lnTo>
                    <a:pt x="216" y="202"/>
                  </a:lnTo>
                  <a:lnTo>
                    <a:pt x="226" y="163"/>
                  </a:lnTo>
                  <a:lnTo>
                    <a:pt x="235" y="126"/>
                  </a:lnTo>
                  <a:lnTo>
                    <a:pt x="241" y="86"/>
                  </a:lnTo>
                  <a:lnTo>
                    <a:pt x="244" y="43"/>
                  </a:lnTo>
                  <a:lnTo>
                    <a:pt x="245" y="0"/>
                  </a:lnTo>
                  <a:lnTo>
                    <a:pt x="234" y="0"/>
                  </a:lnTo>
                  <a:lnTo>
                    <a:pt x="232" y="43"/>
                  </a:lnTo>
                  <a:lnTo>
                    <a:pt x="229" y="84"/>
                  </a:lnTo>
                  <a:lnTo>
                    <a:pt x="223" y="123"/>
                  </a:lnTo>
                  <a:lnTo>
                    <a:pt x="215" y="161"/>
                  </a:lnTo>
                  <a:lnTo>
                    <a:pt x="204" y="197"/>
                  </a:lnTo>
                  <a:lnTo>
                    <a:pt x="193" y="231"/>
                  </a:lnTo>
                  <a:lnTo>
                    <a:pt x="178" y="264"/>
                  </a:lnTo>
                  <a:lnTo>
                    <a:pt x="164" y="292"/>
                  </a:lnTo>
                  <a:lnTo>
                    <a:pt x="147" y="319"/>
                  </a:lnTo>
                  <a:lnTo>
                    <a:pt x="128" y="344"/>
                  </a:lnTo>
                  <a:lnTo>
                    <a:pt x="109" y="364"/>
                  </a:lnTo>
                  <a:lnTo>
                    <a:pt x="89" y="381"/>
                  </a:lnTo>
                  <a:lnTo>
                    <a:pt x="67" y="394"/>
                  </a:lnTo>
                  <a:lnTo>
                    <a:pt x="46" y="405"/>
                  </a:lnTo>
                  <a:lnTo>
                    <a:pt x="24" y="411"/>
                  </a:lnTo>
                  <a:lnTo>
                    <a:pt x="0" y="413"/>
                  </a:lnTo>
                  <a:lnTo>
                    <a:pt x="0" y="425"/>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9080" name="Freeform 70"/>
            <p:cNvSpPr>
              <a:spLocks/>
            </p:cNvSpPr>
            <p:nvPr/>
          </p:nvSpPr>
          <p:spPr bwMode="auto">
            <a:xfrm>
              <a:off x="1502" y="1836"/>
              <a:ext cx="50" cy="85"/>
            </a:xfrm>
            <a:custGeom>
              <a:avLst/>
              <a:gdLst>
                <a:gd name="T0" fmla="*/ 0 w 246"/>
                <a:gd name="T1" fmla="*/ 0 h 425"/>
                <a:gd name="T2" fmla="*/ 0 w 246"/>
                <a:gd name="T3" fmla="*/ 0 h 425"/>
                <a:gd name="T4" fmla="*/ 0 w 246"/>
                <a:gd name="T5" fmla="*/ 0 h 425"/>
                <a:gd name="T6" fmla="*/ 0 w 246"/>
                <a:gd name="T7" fmla="*/ 1 h 425"/>
                <a:gd name="T8" fmla="*/ 0 w 246"/>
                <a:gd name="T9" fmla="*/ 1 h 425"/>
                <a:gd name="T10" fmla="*/ 0 w 246"/>
                <a:gd name="T11" fmla="*/ 1 h 425"/>
                <a:gd name="T12" fmla="*/ 0 w 246"/>
                <a:gd name="T13" fmla="*/ 2 h 425"/>
                <a:gd name="T14" fmla="*/ 0 w 246"/>
                <a:gd name="T15" fmla="*/ 2 h 425"/>
                <a:gd name="T16" fmla="*/ 0 w 246"/>
                <a:gd name="T17" fmla="*/ 2 h 425"/>
                <a:gd name="T18" fmla="*/ 1 w 246"/>
                <a:gd name="T19" fmla="*/ 2 h 425"/>
                <a:gd name="T20" fmla="*/ 1 w 246"/>
                <a:gd name="T21" fmla="*/ 3 h 425"/>
                <a:gd name="T22" fmla="*/ 1 w 246"/>
                <a:gd name="T23" fmla="*/ 3 h 425"/>
                <a:gd name="T24" fmla="*/ 1 w 246"/>
                <a:gd name="T25" fmla="*/ 3 h 425"/>
                <a:gd name="T26" fmla="*/ 1 w 246"/>
                <a:gd name="T27" fmla="*/ 3 h 425"/>
                <a:gd name="T28" fmla="*/ 1 w 246"/>
                <a:gd name="T29" fmla="*/ 3 h 425"/>
                <a:gd name="T30" fmla="*/ 2 w 246"/>
                <a:gd name="T31" fmla="*/ 3 h 425"/>
                <a:gd name="T32" fmla="*/ 2 w 246"/>
                <a:gd name="T33" fmla="*/ 3 h 425"/>
                <a:gd name="T34" fmla="*/ 2 w 246"/>
                <a:gd name="T35" fmla="*/ 3 h 425"/>
                <a:gd name="T36" fmla="*/ 2 w 246"/>
                <a:gd name="T37" fmla="*/ 3 h 425"/>
                <a:gd name="T38" fmla="*/ 2 w 246"/>
                <a:gd name="T39" fmla="*/ 3 h 425"/>
                <a:gd name="T40" fmla="*/ 2 w 246"/>
                <a:gd name="T41" fmla="*/ 3 h 425"/>
                <a:gd name="T42" fmla="*/ 1 w 246"/>
                <a:gd name="T43" fmla="*/ 3 h 425"/>
                <a:gd name="T44" fmla="*/ 1 w 246"/>
                <a:gd name="T45" fmla="*/ 3 h 425"/>
                <a:gd name="T46" fmla="*/ 1 w 246"/>
                <a:gd name="T47" fmla="*/ 3 h 425"/>
                <a:gd name="T48" fmla="*/ 1 w 246"/>
                <a:gd name="T49" fmla="*/ 3 h 425"/>
                <a:gd name="T50" fmla="*/ 1 w 246"/>
                <a:gd name="T51" fmla="*/ 3 h 425"/>
                <a:gd name="T52" fmla="*/ 1 w 246"/>
                <a:gd name="T53" fmla="*/ 2 h 425"/>
                <a:gd name="T54" fmla="*/ 1 w 246"/>
                <a:gd name="T55" fmla="*/ 2 h 425"/>
                <a:gd name="T56" fmla="*/ 0 w 246"/>
                <a:gd name="T57" fmla="*/ 2 h 425"/>
                <a:gd name="T58" fmla="*/ 0 w 246"/>
                <a:gd name="T59" fmla="*/ 2 h 425"/>
                <a:gd name="T60" fmla="*/ 0 w 246"/>
                <a:gd name="T61" fmla="*/ 1 h 425"/>
                <a:gd name="T62" fmla="*/ 0 w 246"/>
                <a:gd name="T63" fmla="*/ 1 h 425"/>
                <a:gd name="T64" fmla="*/ 0 w 246"/>
                <a:gd name="T65" fmla="*/ 1 h 425"/>
                <a:gd name="T66" fmla="*/ 0 w 246"/>
                <a:gd name="T67" fmla="*/ 0 h 425"/>
                <a:gd name="T68" fmla="*/ 0 w 246"/>
                <a:gd name="T69" fmla="*/ 0 h 425"/>
                <a:gd name="T70" fmla="*/ 0 w 246"/>
                <a:gd name="T71" fmla="*/ 0 h 425"/>
                <a:gd name="T72" fmla="*/ 0 w 246"/>
                <a:gd name="T73" fmla="*/ 0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5"/>
                <a:gd name="T113" fmla="*/ 246 w 246"/>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5">
                  <a:moveTo>
                    <a:pt x="0" y="0"/>
                  </a:moveTo>
                  <a:lnTo>
                    <a:pt x="0" y="0"/>
                  </a:lnTo>
                  <a:lnTo>
                    <a:pt x="2" y="43"/>
                  </a:lnTo>
                  <a:lnTo>
                    <a:pt x="5" y="86"/>
                  </a:lnTo>
                  <a:lnTo>
                    <a:pt x="11" y="126"/>
                  </a:lnTo>
                  <a:lnTo>
                    <a:pt x="19" y="163"/>
                  </a:lnTo>
                  <a:lnTo>
                    <a:pt x="30" y="202"/>
                  </a:lnTo>
                  <a:lnTo>
                    <a:pt x="41" y="236"/>
                  </a:lnTo>
                  <a:lnTo>
                    <a:pt x="55" y="269"/>
                  </a:lnTo>
                  <a:lnTo>
                    <a:pt x="73" y="299"/>
                  </a:lnTo>
                  <a:lnTo>
                    <a:pt x="89" y="326"/>
                  </a:lnTo>
                  <a:lnTo>
                    <a:pt x="108" y="351"/>
                  </a:lnTo>
                  <a:lnTo>
                    <a:pt x="128" y="373"/>
                  </a:lnTo>
                  <a:lnTo>
                    <a:pt x="150" y="391"/>
                  </a:lnTo>
                  <a:lnTo>
                    <a:pt x="171" y="406"/>
                  </a:lnTo>
                  <a:lnTo>
                    <a:pt x="196" y="417"/>
                  </a:lnTo>
                  <a:lnTo>
                    <a:pt x="221" y="422"/>
                  </a:lnTo>
                  <a:lnTo>
                    <a:pt x="246" y="425"/>
                  </a:lnTo>
                  <a:lnTo>
                    <a:pt x="246" y="413"/>
                  </a:lnTo>
                  <a:lnTo>
                    <a:pt x="223" y="411"/>
                  </a:lnTo>
                  <a:lnTo>
                    <a:pt x="201" y="405"/>
                  </a:lnTo>
                  <a:lnTo>
                    <a:pt x="178" y="394"/>
                  </a:lnTo>
                  <a:lnTo>
                    <a:pt x="157" y="381"/>
                  </a:lnTo>
                  <a:lnTo>
                    <a:pt x="137" y="364"/>
                  </a:lnTo>
                  <a:lnTo>
                    <a:pt x="117" y="344"/>
                  </a:lnTo>
                  <a:lnTo>
                    <a:pt x="99" y="319"/>
                  </a:lnTo>
                  <a:lnTo>
                    <a:pt x="82" y="292"/>
                  </a:lnTo>
                  <a:lnTo>
                    <a:pt x="67" y="264"/>
                  </a:lnTo>
                  <a:lnTo>
                    <a:pt x="53" y="231"/>
                  </a:lnTo>
                  <a:lnTo>
                    <a:pt x="41" y="197"/>
                  </a:lnTo>
                  <a:lnTo>
                    <a:pt x="31" y="161"/>
                  </a:lnTo>
                  <a:lnTo>
                    <a:pt x="23" y="123"/>
                  </a:lnTo>
                  <a:lnTo>
                    <a:pt x="17" y="84"/>
                  </a:lnTo>
                  <a:lnTo>
                    <a:pt x="13" y="4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9081" name="Freeform 71"/>
            <p:cNvSpPr>
              <a:spLocks/>
            </p:cNvSpPr>
            <p:nvPr/>
          </p:nvSpPr>
          <p:spPr bwMode="auto">
            <a:xfrm>
              <a:off x="1502" y="1751"/>
              <a:ext cx="50" cy="85"/>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2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1" y="2"/>
                  </a:lnTo>
                  <a:lnTo>
                    <a:pt x="196" y="8"/>
                  </a:lnTo>
                  <a:lnTo>
                    <a:pt x="171" y="19"/>
                  </a:lnTo>
                  <a:lnTo>
                    <a:pt x="150" y="34"/>
                  </a:lnTo>
                  <a:lnTo>
                    <a:pt x="128" y="52"/>
                  </a:lnTo>
                  <a:lnTo>
                    <a:pt x="108" y="74"/>
                  </a:lnTo>
                  <a:lnTo>
                    <a:pt x="89" y="98"/>
                  </a:lnTo>
                  <a:lnTo>
                    <a:pt x="73" y="125"/>
                  </a:lnTo>
                  <a:lnTo>
                    <a:pt x="55" y="156"/>
                  </a:lnTo>
                  <a:lnTo>
                    <a:pt x="41" y="189"/>
                  </a:lnTo>
                  <a:lnTo>
                    <a:pt x="30" y="223"/>
                  </a:lnTo>
                  <a:lnTo>
                    <a:pt x="19" y="261"/>
                  </a:lnTo>
                  <a:lnTo>
                    <a:pt x="11" y="299"/>
                  </a:lnTo>
                  <a:lnTo>
                    <a:pt x="5" y="339"/>
                  </a:lnTo>
                  <a:lnTo>
                    <a:pt x="2" y="382"/>
                  </a:lnTo>
                  <a:lnTo>
                    <a:pt x="0" y="424"/>
                  </a:lnTo>
                  <a:lnTo>
                    <a:pt x="12" y="424"/>
                  </a:lnTo>
                  <a:lnTo>
                    <a:pt x="13" y="382"/>
                  </a:lnTo>
                  <a:lnTo>
                    <a:pt x="17" y="341"/>
                  </a:lnTo>
                  <a:lnTo>
                    <a:pt x="23" y="301"/>
                  </a:lnTo>
                  <a:lnTo>
                    <a:pt x="31" y="264"/>
                  </a:lnTo>
                  <a:lnTo>
                    <a:pt x="41" y="227"/>
                  </a:lnTo>
                  <a:lnTo>
                    <a:pt x="53" y="193"/>
                  </a:lnTo>
                  <a:lnTo>
                    <a:pt x="67" y="161"/>
                  </a:lnTo>
                  <a:lnTo>
                    <a:pt x="82" y="132"/>
                  </a:lnTo>
                  <a:lnTo>
                    <a:pt x="99" y="105"/>
                  </a:lnTo>
                  <a:lnTo>
                    <a:pt x="117" y="81"/>
                  </a:lnTo>
                  <a:lnTo>
                    <a:pt x="137" y="61"/>
                  </a:lnTo>
                  <a:lnTo>
                    <a:pt x="157" y="43"/>
                  </a:lnTo>
                  <a:lnTo>
                    <a:pt x="178" y="30"/>
                  </a:lnTo>
                  <a:lnTo>
                    <a:pt x="201" y="20"/>
                  </a:lnTo>
                  <a:lnTo>
                    <a:pt x="223" y="14"/>
                  </a:lnTo>
                  <a:lnTo>
                    <a:pt x="246" y="12"/>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9082" name="Freeform 72"/>
            <p:cNvSpPr>
              <a:spLocks/>
            </p:cNvSpPr>
            <p:nvPr/>
          </p:nvSpPr>
          <p:spPr bwMode="auto">
            <a:xfrm>
              <a:off x="1565" y="2016"/>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0" y="339"/>
                  </a:lnTo>
                  <a:lnTo>
                    <a:pt x="234" y="299"/>
                  </a:lnTo>
                  <a:lnTo>
                    <a:pt x="226" y="261"/>
                  </a:lnTo>
                  <a:lnTo>
                    <a:pt x="216" y="223"/>
                  </a:lnTo>
                  <a:lnTo>
                    <a:pt x="204" y="189"/>
                  </a:lnTo>
                  <a:lnTo>
                    <a:pt x="190" y="156"/>
                  </a:lnTo>
                  <a:lnTo>
                    <a:pt x="174" y="125"/>
                  </a:lnTo>
                  <a:lnTo>
                    <a:pt x="156" y="98"/>
                  </a:lnTo>
                  <a:lnTo>
                    <a:pt x="138" y="74"/>
                  </a:lnTo>
                  <a:lnTo>
                    <a:pt x="118" y="51"/>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9" y="81"/>
                  </a:lnTo>
                  <a:lnTo>
                    <a:pt x="147" y="105"/>
                  </a:lnTo>
                  <a:lnTo>
                    <a:pt x="164" y="132"/>
                  </a:lnTo>
                  <a:lnTo>
                    <a:pt x="178" y="160"/>
                  </a:lnTo>
                  <a:lnTo>
                    <a:pt x="192" y="193"/>
                  </a:lnTo>
                  <a:lnTo>
                    <a:pt x="204" y="227"/>
                  </a:lnTo>
                  <a:lnTo>
                    <a:pt x="215" y="264"/>
                  </a:lnTo>
                  <a:lnTo>
                    <a:pt x="223" y="301"/>
                  </a:lnTo>
                  <a:lnTo>
                    <a:pt x="229"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9083" name="Freeform 73"/>
            <p:cNvSpPr>
              <a:spLocks/>
            </p:cNvSpPr>
            <p:nvPr/>
          </p:nvSpPr>
          <p:spPr bwMode="auto">
            <a:xfrm>
              <a:off x="1565" y="2101"/>
              <a:ext cx="49" cy="85"/>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6" y="423"/>
                  </a:lnTo>
                  <a:lnTo>
                    <a:pt x="51" y="418"/>
                  </a:lnTo>
                  <a:lnTo>
                    <a:pt x="74" y="407"/>
                  </a:lnTo>
                  <a:lnTo>
                    <a:pt x="96" y="392"/>
                  </a:lnTo>
                  <a:lnTo>
                    <a:pt x="118" y="373"/>
                  </a:lnTo>
                  <a:lnTo>
                    <a:pt x="138" y="351"/>
                  </a:lnTo>
                  <a:lnTo>
                    <a:pt x="156" y="327"/>
                  </a:lnTo>
                  <a:lnTo>
                    <a:pt x="175" y="299"/>
                  </a:lnTo>
                  <a:lnTo>
                    <a:pt x="190" y="269"/>
                  </a:lnTo>
                  <a:lnTo>
                    <a:pt x="204" y="236"/>
                  </a:lnTo>
                  <a:lnTo>
                    <a:pt x="216" y="202"/>
                  </a:lnTo>
                  <a:lnTo>
                    <a:pt x="226" y="164"/>
                  </a:lnTo>
                  <a:lnTo>
                    <a:pt x="234" y="126"/>
                  </a:lnTo>
                  <a:lnTo>
                    <a:pt x="240" y="86"/>
                  </a:lnTo>
                  <a:lnTo>
                    <a:pt x="244" y="42"/>
                  </a:lnTo>
                  <a:lnTo>
                    <a:pt x="245" y="0"/>
                  </a:lnTo>
                  <a:lnTo>
                    <a:pt x="233" y="0"/>
                  </a:lnTo>
                  <a:lnTo>
                    <a:pt x="232" y="42"/>
                  </a:lnTo>
                  <a:lnTo>
                    <a:pt x="229" y="83"/>
                  </a:lnTo>
                  <a:lnTo>
                    <a:pt x="223" y="123"/>
                  </a:lnTo>
                  <a:lnTo>
                    <a:pt x="215" y="162"/>
                  </a:lnTo>
                  <a:lnTo>
                    <a:pt x="204" y="197"/>
                  </a:lnTo>
                  <a:lnTo>
                    <a:pt x="192" y="231"/>
                  </a:lnTo>
                  <a:lnTo>
                    <a:pt x="178" y="264"/>
                  </a:lnTo>
                  <a:lnTo>
                    <a:pt x="163" y="292"/>
                  </a:lnTo>
                  <a:lnTo>
                    <a:pt x="147" y="320"/>
                  </a:lnTo>
                  <a:lnTo>
                    <a:pt x="129" y="344"/>
                  </a:lnTo>
                  <a:lnTo>
                    <a:pt x="109" y="364"/>
                  </a:lnTo>
                  <a:lnTo>
                    <a:pt x="89" y="382"/>
                  </a:lnTo>
                  <a:lnTo>
                    <a:pt x="67" y="395"/>
                  </a:lnTo>
                  <a:lnTo>
                    <a:pt x="46" y="406"/>
                  </a:lnTo>
                  <a:lnTo>
                    <a:pt x="24"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9084" name="Freeform 74"/>
            <p:cNvSpPr>
              <a:spLocks/>
            </p:cNvSpPr>
            <p:nvPr/>
          </p:nvSpPr>
          <p:spPr bwMode="auto">
            <a:xfrm>
              <a:off x="1516" y="2101"/>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5" y="86"/>
                  </a:lnTo>
                  <a:lnTo>
                    <a:pt x="11" y="126"/>
                  </a:lnTo>
                  <a:lnTo>
                    <a:pt x="19" y="164"/>
                  </a:lnTo>
                  <a:lnTo>
                    <a:pt x="30" y="202"/>
                  </a:lnTo>
                  <a:lnTo>
                    <a:pt x="41" y="236"/>
                  </a:lnTo>
                  <a:lnTo>
                    <a:pt x="55" y="269"/>
                  </a:lnTo>
                  <a:lnTo>
                    <a:pt x="71" y="299"/>
                  </a:lnTo>
                  <a:lnTo>
                    <a:pt x="89" y="327"/>
                  </a:lnTo>
                  <a:lnTo>
                    <a:pt x="107" y="351"/>
                  </a:lnTo>
                  <a:lnTo>
                    <a:pt x="127" y="373"/>
                  </a:lnTo>
                  <a:lnTo>
                    <a:pt x="149" y="392"/>
                  </a:lnTo>
                  <a:lnTo>
                    <a:pt x="171" y="407"/>
                  </a:lnTo>
                  <a:lnTo>
                    <a:pt x="195" y="418"/>
                  </a:lnTo>
                  <a:lnTo>
                    <a:pt x="219" y="423"/>
                  </a:lnTo>
                  <a:lnTo>
                    <a:pt x="245" y="426"/>
                  </a:lnTo>
                  <a:lnTo>
                    <a:pt x="245" y="414"/>
                  </a:lnTo>
                  <a:lnTo>
                    <a:pt x="222" y="412"/>
                  </a:lnTo>
                  <a:lnTo>
                    <a:pt x="199" y="406"/>
                  </a:lnTo>
                  <a:lnTo>
                    <a:pt x="178" y="395"/>
                  </a:lnTo>
                  <a:lnTo>
                    <a:pt x="156" y="382"/>
                  </a:lnTo>
                  <a:lnTo>
                    <a:pt x="136" y="364"/>
                  </a:lnTo>
                  <a:lnTo>
                    <a:pt x="116" y="344"/>
                  </a:lnTo>
                  <a:lnTo>
                    <a:pt x="99" y="320"/>
                  </a:lnTo>
                  <a:lnTo>
                    <a:pt x="82" y="292"/>
                  </a:lnTo>
                  <a:lnTo>
                    <a:pt x="67" y="264"/>
                  </a:lnTo>
                  <a:lnTo>
                    <a:pt x="53" y="231"/>
                  </a:lnTo>
                  <a:lnTo>
                    <a:pt x="41" y="197"/>
                  </a:lnTo>
                  <a:lnTo>
                    <a:pt x="31" y="162"/>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29085" name="Freeform 75"/>
            <p:cNvSpPr>
              <a:spLocks/>
            </p:cNvSpPr>
            <p:nvPr/>
          </p:nvSpPr>
          <p:spPr bwMode="auto">
            <a:xfrm>
              <a:off x="1516" y="2016"/>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5" y="8"/>
                  </a:lnTo>
                  <a:lnTo>
                    <a:pt x="171" y="19"/>
                  </a:lnTo>
                  <a:lnTo>
                    <a:pt x="149" y="34"/>
                  </a:lnTo>
                  <a:lnTo>
                    <a:pt x="127" y="51"/>
                  </a:lnTo>
                  <a:lnTo>
                    <a:pt x="107" y="74"/>
                  </a:lnTo>
                  <a:lnTo>
                    <a:pt x="89" y="98"/>
                  </a:lnTo>
                  <a:lnTo>
                    <a:pt x="72" y="125"/>
                  </a:lnTo>
                  <a:lnTo>
                    <a:pt x="55" y="156"/>
                  </a:lnTo>
                  <a:lnTo>
                    <a:pt x="41" y="189"/>
                  </a:lnTo>
                  <a:lnTo>
                    <a:pt x="30" y="223"/>
                  </a:lnTo>
                  <a:lnTo>
                    <a:pt x="19" y="261"/>
                  </a:lnTo>
                  <a:lnTo>
                    <a:pt x="11" y="299"/>
                  </a:lnTo>
                  <a:lnTo>
                    <a:pt x="5" y="339"/>
                  </a:lnTo>
                  <a:lnTo>
                    <a:pt x="1" y="382"/>
                  </a:lnTo>
                  <a:lnTo>
                    <a:pt x="0" y="424"/>
                  </a:lnTo>
                  <a:lnTo>
                    <a:pt x="12" y="424"/>
                  </a:lnTo>
                  <a:lnTo>
                    <a:pt x="13" y="382"/>
                  </a:lnTo>
                  <a:lnTo>
                    <a:pt x="17" y="341"/>
                  </a:lnTo>
                  <a:lnTo>
                    <a:pt x="23" y="301"/>
                  </a:lnTo>
                  <a:lnTo>
                    <a:pt x="31" y="264"/>
                  </a:lnTo>
                  <a:lnTo>
                    <a:pt x="41" y="227"/>
                  </a:lnTo>
                  <a:lnTo>
                    <a:pt x="53" y="193"/>
                  </a:lnTo>
                  <a:lnTo>
                    <a:pt x="67" y="160"/>
                  </a:lnTo>
                  <a:lnTo>
                    <a:pt x="81" y="132"/>
                  </a:lnTo>
                  <a:lnTo>
                    <a:pt x="99" y="105"/>
                  </a:lnTo>
                  <a:lnTo>
                    <a:pt x="116" y="81"/>
                  </a:lnTo>
                  <a:lnTo>
                    <a:pt x="136" y="61"/>
                  </a:lnTo>
                  <a:lnTo>
                    <a:pt x="156" y="43"/>
                  </a:lnTo>
                  <a:lnTo>
                    <a:pt x="178" y="30"/>
                  </a:lnTo>
                  <a:lnTo>
                    <a:pt x="199" y="20"/>
                  </a:lnTo>
                  <a:lnTo>
                    <a:pt x="222"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sp>
        <p:nvSpPr>
          <p:cNvPr id="129032" name="Rectangle 77"/>
          <p:cNvSpPr>
            <a:spLocks noChangeArrowheads="1"/>
          </p:cNvSpPr>
          <p:nvPr/>
        </p:nvSpPr>
        <p:spPr bwMode="auto">
          <a:xfrm>
            <a:off x="611188" y="0"/>
            <a:ext cx="6388100" cy="6477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3000"/>
              <a:t>Sem. 2 - Jeudi</a:t>
            </a:r>
          </a:p>
        </p:txBody>
      </p:sp>
      <p:sp>
        <p:nvSpPr>
          <p:cNvPr id="129033" name="Text Box 78"/>
          <p:cNvSpPr txBox="1">
            <a:spLocks noChangeArrowheads="1"/>
          </p:cNvSpPr>
          <p:nvPr/>
        </p:nvSpPr>
        <p:spPr bwMode="auto">
          <a:xfrm>
            <a:off x="566738" y="2697163"/>
            <a:ext cx="3217862"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2. Pas de commandes</a:t>
            </a:r>
          </a:p>
        </p:txBody>
      </p:sp>
      <p:sp>
        <p:nvSpPr>
          <p:cNvPr id="129034" name="Text Box 79"/>
          <p:cNvSpPr txBox="1">
            <a:spLocks noChangeArrowheads="1"/>
          </p:cNvSpPr>
          <p:nvPr/>
        </p:nvSpPr>
        <p:spPr bwMode="auto">
          <a:xfrm>
            <a:off x="566738" y="5211763"/>
            <a:ext cx="6543675" cy="4429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eaLnBrk="1" hangingPunct="1">
              <a:spcBef>
                <a:spcPct val="0"/>
              </a:spcBef>
              <a:buFontTx/>
              <a:buNone/>
            </a:pPr>
            <a:r>
              <a:rPr lang="fr-FR" altLang="fr-FR" sz="2300"/>
              <a:t>4. Pointez la production sur votre feuille de suivi</a:t>
            </a:r>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30050" name="Group 2"/>
          <p:cNvGrpSpPr>
            <a:grpSpLocks/>
          </p:cNvGrpSpPr>
          <p:nvPr/>
        </p:nvGrpSpPr>
        <p:grpSpPr bwMode="auto">
          <a:xfrm>
            <a:off x="7073900" y="215900"/>
            <a:ext cx="1878013" cy="1250950"/>
            <a:chOff x="4456" y="136"/>
            <a:chExt cx="1183" cy="788"/>
          </a:xfrm>
        </p:grpSpPr>
        <p:grpSp>
          <p:nvGrpSpPr>
            <p:cNvPr id="130110" name="Group 3"/>
            <p:cNvGrpSpPr>
              <a:grpSpLocks/>
            </p:cNvGrpSpPr>
            <p:nvPr/>
          </p:nvGrpSpPr>
          <p:grpSpPr bwMode="auto">
            <a:xfrm>
              <a:off x="4766" y="232"/>
              <a:ext cx="873" cy="692"/>
              <a:chOff x="2185" y="310"/>
              <a:chExt cx="873" cy="692"/>
            </a:xfrm>
          </p:grpSpPr>
          <p:sp>
            <p:nvSpPr>
              <p:cNvPr id="130121" name="Freeform 4"/>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accent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0122" name="Freeform 5"/>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0123" name="Freeform 6"/>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0124" name="Freeform 7"/>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0125" name="Freeform 8"/>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0126" name="Freeform 9"/>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0127" name="Freeform 10"/>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grpSp>
          <p:nvGrpSpPr>
            <p:cNvPr id="130111" name="Group 11"/>
            <p:cNvGrpSpPr>
              <a:grpSpLocks/>
            </p:cNvGrpSpPr>
            <p:nvPr/>
          </p:nvGrpSpPr>
          <p:grpSpPr bwMode="auto">
            <a:xfrm>
              <a:off x="4949" y="336"/>
              <a:ext cx="591" cy="468"/>
              <a:chOff x="2185" y="310"/>
              <a:chExt cx="873" cy="692"/>
            </a:xfrm>
          </p:grpSpPr>
          <p:sp>
            <p:nvSpPr>
              <p:cNvPr id="130114" name="Freeform 12"/>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0115" name="Freeform 13"/>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0116" name="Freeform 14"/>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0117" name="Freeform 15"/>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0118" name="Freeform 16"/>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0119" name="Freeform 17"/>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0120" name="Freeform 18"/>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pic>
          <p:nvPicPr>
            <p:cNvPr id="130112" name="Picture 19"/>
            <p:cNvPicPr>
              <a:picLocks noChangeAspect="1" noChangeArrowheads="1"/>
            </p:cNvPicPr>
            <p:nvPr/>
          </p:nvPicPr>
          <p:blipFill>
            <a:blip r:embed="rId3" cstate="print">
              <a:extLst>
                <a:ext uri="{28A0092B-C50C-407E-A947-70E740481C1C}">
                  <a14:useLocalDpi xmlns:a14="http://schemas.microsoft.com/office/drawing/2010/main" val="0"/>
                </a:ext>
              </a:extLst>
            </a:blip>
            <a:srcRect l="-4282" t="-4369" r="-5199" b="-12012"/>
            <a:stretch>
              <a:fillRect/>
            </a:stretch>
          </p:blipFill>
          <p:spPr bwMode="auto">
            <a:xfrm>
              <a:off x="4456" y="136"/>
              <a:ext cx="480" cy="5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30113" name="Text Box 20"/>
            <p:cNvSpPr txBox="1">
              <a:spLocks noChangeArrowheads="1"/>
            </p:cNvSpPr>
            <p:nvPr/>
          </p:nvSpPr>
          <p:spPr bwMode="auto">
            <a:xfrm>
              <a:off x="4946" y="314"/>
              <a:ext cx="596" cy="49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4500" b="1">
                  <a:solidFill>
                    <a:srgbClr val="FF0000"/>
                  </a:solidFill>
                  <a:latin typeface="Arial Black" pitchFamily="34" charset="0"/>
                </a:rPr>
                <a:t>28</a:t>
              </a:r>
              <a:endParaRPr lang="fr-FR" altLang="fr-FR" sz="3200">
                <a:solidFill>
                  <a:schemeClr val="tx1"/>
                </a:solidFill>
                <a:latin typeface="Arial Black" pitchFamily="34" charset="0"/>
              </a:endParaRPr>
            </a:p>
          </p:txBody>
        </p:sp>
      </p:grpSp>
      <p:sp>
        <p:nvSpPr>
          <p:cNvPr id="130052" name="Text Box 22"/>
          <p:cNvSpPr txBox="1">
            <a:spLocks noChangeArrowheads="1"/>
          </p:cNvSpPr>
          <p:nvPr/>
        </p:nvSpPr>
        <p:spPr bwMode="auto">
          <a:xfrm>
            <a:off x="566738" y="1363663"/>
            <a:ext cx="1946275"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1. Tirez le dé</a:t>
            </a:r>
          </a:p>
        </p:txBody>
      </p:sp>
      <p:sp>
        <p:nvSpPr>
          <p:cNvPr id="130053" name="Text Box 23"/>
          <p:cNvSpPr txBox="1">
            <a:spLocks noChangeArrowheads="1"/>
          </p:cNvSpPr>
          <p:nvPr/>
        </p:nvSpPr>
        <p:spPr bwMode="auto">
          <a:xfrm>
            <a:off x="566738" y="3935413"/>
            <a:ext cx="18796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3. Produisez</a:t>
            </a:r>
          </a:p>
        </p:txBody>
      </p:sp>
      <p:grpSp>
        <p:nvGrpSpPr>
          <p:cNvPr id="130054" name="Group 24"/>
          <p:cNvGrpSpPr>
            <a:grpSpLocks/>
          </p:cNvGrpSpPr>
          <p:nvPr/>
        </p:nvGrpSpPr>
        <p:grpSpPr bwMode="auto">
          <a:xfrm>
            <a:off x="2986088" y="1306513"/>
            <a:ext cx="446087" cy="534987"/>
            <a:chOff x="868" y="1439"/>
            <a:chExt cx="811" cy="972"/>
          </a:xfrm>
        </p:grpSpPr>
        <p:sp>
          <p:nvSpPr>
            <p:cNvPr id="130059" name="Freeform 25"/>
            <p:cNvSpPr>
              <a:spLocks/>
            </p:cNvSpPr>
            <p:nvPr/>
          </p:nvSpPr>
          <p:spPr bwMode="auto">
            <a:xfrm>
              <a:off x="1548" y="2014"/>
              <a:ext cx="123" cy="100"/>
            </a:xfrm>
            <a:custGeom>
              <a:avLst/>
              <a:gdLst>
                <a:gd name="T0" fmla="*/ 5 w 618"/>
                <a:gd name="T1" fmla="*/ 0 h 502"/>
                <a:gd name="T2" fmla="*/ 5 w 618"/>
                <a:gd name="T3" fmla="*/ 0 h 502"/>
                <a:gd name="T4" fmla="*/ 0 w 618"/>
                <a:gd name="T5" fmla="*/ 4 h 502"/>
                <a:gd name="T6" fmla="*/ 0 w 618"/>
                <a:gd name="T7" fmla="*/ 4 h 502"/>
                <a:gd name="T8" fmla="*/ 5 w 618"/>
                <a:gd name="T9" fmla="*/ 0 h 502"/>
                <a:gd name="T10" fmla="*/ 5 w 618"/>
                <a:gd name="T11" fmla="*/ 0 h 502"/>
                <a:gd name="T12" fmla="*/ 5 w 618"/>
                <a:gd name="T13" fmla="*/ 0 h 502"/>
                <a:gd name="T14" fmla="*/ 5 w 618"/>
                <a:gd name="T15" fmla="*/ 0 h 502"/>
                <a:gd name="T16" fmla="*/ 5 w 618"/>
                <a:gd name="T17" fmla="*/ 0 h 502"/>
                <a:gd name="T18" fmla="*/ 5 w 618"/>
                <a:gd name="T19" fmla="*/ 0 h 502"/>
                <a:gd name="T20" fmla="*/ 5 w 618"/>
                <a:gd name="T21" fmla="*/ 0 h 502"/>
                <a:gd name="T22" fmla="*/ 5 w 618"/>
                <a:gd name="T23" fmla="*/ 0 h 502"/>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618"/>
                <a:gd name="T37" fmla="*/ 0 h 502"/>
                <a:gd name="T38" fmla="*/ 618 w 618"/>
                <a:gd name="T39" fmla="*/ 502 h 502"/>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618" h="502">
                  <a:moveTo>
                    <a:pt x="611" y="0"/>
                  </a:moveTo>
                  <a:lnTo>
                    <a:pt x="606" y="2"/>
                  </a:lnTo>
                  <a:lnTo>
                    <a:pt x="0" y="490"/>
                  </a:lnTo>
                  <a:lnTo>
                    <a:pt x="10" y="502"/>
                  </a:lnTo>
                  <a:lnTo>
                    <a:pt x="616" y="14"/>
                  </a:lnTo>
                  <a:lnTo>
                    <a:pt x="611" y="16"/>
                  </a:lnTo>
                  <a:lnTo>
                    <a:pt x="616" y="14"/>
                  </a:lnTo>
                  <a:lnTo>
                    <a:pt x="618" y="9"/>
                  </a:lnTo>
                  <a:lnTo>
                    <a:pt x="617" y="3"/>
                  </a:lnTo>
                  <a:lnTo>
                    <a:pt x="612" y="1"/>
                  </a:lnTo>
                  <a:lnTo>
                    <a:pt x="606" y="2"/>
                  </a:lnTo>
                  <a:lnTo>
                    <a:pt x="611"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0060" name="Freeform 26"/>
            <p:cNvSpPr>
              <a:spLocks/>
            </p:cNvSpPr>
            <p:nvPr/>
          </p:nvSpPr>
          <p:spPr bwMode="auto">
            <a:xfrm>
              <a:off x="876" y="1852"/>
              <a:ext cx="82" cy="373"/>
            </a:xfrm>
            <a:custGeom>
              <a:avLst/>
              <a:gdLst>
                <a:gd name="T0" fmla="*/ 3 w 413"/>
                <a:gd name="T1" fmla="*/ 15 h 1865"/>
                <a:gd name="T2" fmla="*/ 3 w 413"/>
                <a:gd name="T3" fmla="*/ 15 h 1865"/>
                <a:gd name="T4" fmla="*/ 0 w 413"/>
                <a:gd name="T5" fmla="*/ 0 h 1865"/>
                <a:gd name="T6" fmla="*/ 0 w 413"/>
                <a:gd name="T7" fmla="*/ 0 h 1865"/>
                <a:gd name="T8" fmla="*/ 3 w 413"/>
                <a:gd name="T9" fmla="*/ 15 h 1865"/>
                <a:gd name="T10" fmla="*/ 3 w 413"/>
                <a:gd name="T11" fmla="*/ 15 h 1865"/>
                <a:gd name="T12" fmla="*/ 3 w 413"/>
                <a:gd name="T13" fmla="*/ 15 h 1865"/>
                <a:gd name="T14" fmla="*/ 3 w 413"/>
                <a:gd name="T15" fmla="*/ 15 h 1865"/>
                <a:gd name="T16" fmla="*/ 3 w 413"/>
                <a:gd name="T17" fmla="*/ 15 h 1865"/>
                <a:gd name="T18" fmla="*/ 3 w 413"/>
                <a:gd name="T19" fmla="*/ 15 h 1865"/>
                <a:gd name="T20" fmla="*/ 3 w 413"/>
                <a:gd name="T21" fmla="*/ 15 h 1865"/>
                <a:gd name="T22" fmla="*/ 3 w 413"/>
                <a:gd name="T23" fmla="*/ 15 h 186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413"/>
                <a:gd name="T37" fmla="*/ 0 h 1865"/>
                <a:gd name="T38" fmla="*/ 413 w 413"/>
                <a:gd name="T39" fmla="*/ 1865 h 1865"/>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413" h="1865">
                  <a:moveTo>
                    <a:pt x="400" y="1864"/>
                  </a:moveTo>
                  <a:lnTo>
                    <a:pt x="413" y="1856"/>
                  </a:lnTo>
                  <a:lnTo>
                    <a:pt x="17" y="0"/>
                  </a:lnTo>
                  <a:lnTo>
                    <a:pt x="0" y="2"/>
                  </a:lnTo>
                  <a:lnTo>
                    <a:pt x="396" y="1858"/>
                  </a:lnTo>
                  <a:lnTo>
                    <a:pt x="409" y="1850"/>
                  </a:lnTo>
                  <a:lnTo>
                    <a:pt x="396" y="1858"/>
                  </a:lnTo>
                  <a:lnTo>
                    <a:pt x="400" y="1864"/>
                  </a:lnTo>
                  <a:lnTo>
                    <a:pt x="406" y="1865"/>
                  </a:lnTo>
                  <a:lnTo>
                    <a:pt x="410" y="1862"/>
                  </a:lnTo>
                  <a:lnTo>
                    <a:pt x="413" y="1856"/>
                  </a:lnTo>
                  <a:lnTo>
                    <a:pt x="400" y="186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0061" name="Freeform 27"/>
            <p:cNvSpPr>
              <a:spLocks/>
            </p:cNvSpPr>
            <p:nvPr/>
          </p:nvSpPr>
          <p:spPr bwMode="auto">
            <a:xfrm>
              <a:off x="1282" y="1533"/>
              <a:ext cx="35" cy="161"/>
            </a:xfrm>
            <a:custGeom>
              <a:avLst/>
              <a:gdLst>
                <a:gd name="T0" fmla="*/ 1 w 175"/>
                <a:gd name="T1" fmla="*/ 6 h 807"/>
                <a:gd name="T2" fmla="*/ 1 w 175"/>
                <a:gd name="T3" fmla="*/ 6 h 807"/>
                <a:gd name="T4" fmla="*/ 1 w 175"/>
                <a:gd name="T5" fmla="*/ 6 h 807"/>
                <a:gd name="T6" fmla="*/ 1 w 175"/>
                <a:gd name="T7" fmla="*/ 5 h 807"/>
                <a:gd name="T8" fmla="*/ 1 w 175"/>
                <a:gd name="T9" fmla="*/ 5 h 807"/>
                <a:gd name="T10" fmla="*/ 1 w 175"/>
                <a:gd name="T11" fmla="*/ 5 h 807"/>
                <a:gd name="T12" fmla="*/ 1 w 175"/>
                <a:gd name="T13" fmla="*/ 4 h 807"/>
                <a:gd name="T14" fmla="*/ 1 w 175"/>
                <a:gd name="T15" fmla="*/ 4 h 807"/>
                <a:gd name="T16" fmla="*/ 1 w 175"/>
                <a:gd name="T17" fmla="*/ 3 h 807"/>
                <a:gd name="T18" fmla="*/ 1 w 175"/>
                <a:gd name="T19" fmla="*/ 3 h 807"/>
                <a:gd name="T20" fmla="*/ 1 w 175"/>
                <a:gd name="T21" fmla="*/ 3 h 807"/>
                <a:gd name="T22" fmla="*/ 1 w 175"/>
                <a:gd name="T23" fmla="*/ 2 h 807"/>
                <a:gd name="T24" fmla="*/ 1 w 175"/>
                <a:gd name="T25" fmla="*/ 2 h 807"/>
                <a:gd name="T26" fmla="*/ 1 w 175"/>
                <a:gd name="T27" fmla="*/ 2 h 807"/>
                <a:gd name="T28" fmla="*/ 1 w 175"/>
                <a:gd name="T29" fmla="*/ 1 h 807"/>
                <a:gd name="T30" fmla="*/ 1 w 175"/>
                <a:gd name="T31" fmla="*/ 1 h 807"/>
                <a:gd name="T32" fmla="*/ 1 w 175"/>
                <a:gd name="T33" fmla="*/ 1 h 807"/>
                <a:gd name="T34" fmla="*/ 1 w 175"/>
                <a:gd name="T35" fmla="*/ 0 h 807"/>
                <a:gd name="T36" fmla="*/ 1 w 175"/>
                <a:gd name="T37" fmla="*/ 0 h 807"/>
                <a:gd name="T38" fmla="*/ 1 w 175"/>
                <a:gd name="T39" fmla="*/ 0 h 807"/>
                <a:gd name="T40" fmla="*/ 0 w 175"/>
                <a:gd name="T41" fmla="*/ 1 h 807"/>
                <a:gd name="T42" fmla="*/ 0 w 175"/>
                <a:gd name="T43" fmla="*/ 1 h 807"/>
                <a:gd name="T44" fmla="*/ 0 w 175"/>
                <a:gd name="T45" fmla="*/ 1 h 807"/>
                <a:gd name="T46" fmla="*/ 0 w 175"/>
                <a:gd name="T47" fmla="*/ 2 h 807"/>
                <a:gd name="T48" fmla="*/ 0 w 175"/>
                <a:gd name="T49" fmla="*/ 2 h 807"/>
                <a:gd name="T50" fmla="*/ 0 w 175"/>
                <a:gd name="T51" fmla="*/ 3 h 807"/>
                <a:gd name="T52" fmla="*/ 0 w 175"/>
                <a:gd name="T53" fmla="*/ 3 h 807"/>
                <a:gd name="T54" fmla="*/ 0 w 175"/>
                <a:gd name="T55" fmla="*/ 3 h 807"/>
                <a:gd name="T56" fmla="*/ 0 w 175"/>
                <a:gd name="T57" fmla="*/ 4 h 807"/>
                <a:gd name="T58" fmla="*/ 0 w 175"/>
                <a:gd name="T59" fmla="*/ 4 h 807"/>
                <a:gd name="T60" fmla="*/ 0 w 175"/>
                <a:gd name="T61" fmla="*/ 5 h 807"/>
                <a:gd name="T62" fmla="*/ 0 w 175"/>
                <a:gd name="T63" fmla="*/ 5 h 807"/>
                <a:gd name="T64" fmla="*/ 0 w 175"/>
                <a:gd name="T65" fmla="*/ 5 h 807"/>
                <a:gd name="T66" fmla="*/ 1 w 175"/>
                <a:gd name="T67" fmla="*/ 6 h 807"/>
                <a:gd name="T68" fmla="*/ 1 w 175"/>
                <a:gd name="T69" fmla="*/ 6 h 807"/>
                <a:gd name="T70" fmla="*/ 1 w 175"/>
                <a:gd name="T71" fmla="*/ 6 h 807"/>
                <a:gd name="T72" fmla="*/ 1 w 175"/>
                <a:gd name="T73" fmla="*/ 6 h 807"/>
                <a:gd name="T74" fmla="*/ 1 w 175"/>
                <a:gd name="T75" fmla="*/ 6 h 807"/>
                <a:gd name="T76" fmla="*/ 1 w 175"/>
                <a:gd name="T77" fmla="*/ 6 h 807"/>
                <a:gd name="T78" fmla="*/ 1 w 175"/>
                <a:gd name="T79" fmla="*/ 6 h 807"/>
                <a:gd name="T80" fmla="*/ 1 w 175"/>
                <a:gd name="T81" fmla="*/ 6 h 807"/>
                <a:gd name="T82" fmla="*/ 1 w 175"/>
                <a:gd name="T83" fmla="*/ 6 h 807"/>
                <a:gd name="T84" fmla="*/ 1 w 175"/>
                <a:gd name="T85" fmla="*/ 6 h 807"/>
                <a:gd name="T86" fmla="*/ 1 w 175"/>
                <a:gd name="T87" fmla="*/ 6 h 807"/>
                <a:gd name="T88" fmla="*/ 1 w 175"/>
                <a:gd name="T89" fmla="*/ 6 h 807"/>
                <a:gd name="T90" fmla="*/ 1 w 175"/>
                <a:gd name="T91" fmla="*/ 6 h 80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175"/>
                <a:gd name="T139" fmla="*/ 0 h 807"/>
                <a:gd name="T140" fmla="*/ 175 w 175"/>
                <a:gd name="T141" fmla="*/ 807 h 80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175" h="807">
                  <a:moveTo>
                    <a:pt x="169" y="740"/>
                  </a:moveTo>
                  <a:lnTo>
                    <a:pt x="169" y="739"/>
                  </a:lnTo>
                  <a:lnTo>
                    <a:pt x="149" y="698"/>
                  </a:lnTo>
                  <a:lnTo>
                    <a:pt x="133" y="656"/>
                  </a:lnTo>
                  <a:lnTo>
                    <a:pt x="120" y="611"/>
                  </a:lnTo>
                  <a:lnTo>
                    <a:pt x="108" y="565"/>
                  </a:lnTo>
                  <a:lnTo>
                    <a:pt x="100" y="520"/>
                  </a:lnTo>
                  <a:lnTo>
                    <a:pt x="96" y="472"/>
                  </a:lnTo>
                  <a:lnTo>
                    <a:pt x="93" y="425"/>
                  </a:lnTo>
                  <a:lnTo>
                    <a:pt x="93" y="377"/>
                  </a:lnTo>
                  <a:lnTo>
                    <a:pt x="96" y="330"/>
                  </a:lnTo>
                  <a:lnTo>
                    <a:pt x="100" y="283"/>
                  </a:lnTo>
                  <a:lnTo>
                    <a:pt x="106" y="238"/>
                  </a:lnTo>
                  <a:lnTo>
                    <a:pt x="115" y="195"/>
                  </a:lnTo>
                  <a:lnTo>
                    <a:pt x="126" y="153"/>
                  </a:lnTo>
                  <a:lnTo>
                    <a:pt x="139" y="114"/>
                  </a:lnTo>
                  <a:lnTo>
                    <a:pt x="153" y="77"/>
                  </a:lnTo>
                  <a:lnTo>
                    <a:pt x="169" y="43"/>
                  </a:lnTo>
                  <a:lnTo>
                    <a:pt x="87" y="0"/>
                  </a:lnTo>
                  <a:lnTo>
                    <a:pt x="69" y="39"/>
                  </a:lnTo>
                  <a:lnTo>
                    <a:pt x="52" y="81"/>
                  </a:lnTo>
                  <a:lnTo>
                    <a:pt x="37" y="127"/>
                  </a:lnTo>
                  <a:lnTo>
                    <a:pt x="24" y="174"/>
                  </a:lnTo>
                  <a:lnTo>
                    <a:pt x="15" y="222"/>
                  </a:lnTo>
                  <a:lnTo>
                    <a:pt x="7" y="271"/>
                  </a:lnTo>
                  <a:lnTo>
                    <a:pt x="2" y="323"/>
                  </a:lnTo>
                  <a:lnTo>
                    <a:pt x="0" y="374"/>
                  </a:lnTo>
                  <a:lnTo>
                    <a:pt x="0" y="427"/>
                  </a:lnTo>
                  <a:lnTo>
                    <a:pt x="2" y="479"/>
                  </a:lnTo>
                  <a:lnTo>
                    <a:pt x="9" y="531"/>
                  </a:lnTo>
                  <a:lnTo>
                    <a:pt x="17" y="584"/>
                  </a:lnTo>
                  <a:lnTo>
                    <a:pt x="29" y="635"/>
                  </a:lnTo>
                  <a:lnTo>
                    <a:pt x="44" y="686"/>
                  </a:lnTo>
                  <a:lnTo>
                    <a:pt x="65" y="736"/>
                  </a:lnTo>
                  <a:lnTo>
                    <a:pt x="87" y="784"/>
                  </a:lnTo>
                  <a:lnTo>
                    <a:pt x="87" y="782"/>
                  </a:lnTo>
                  <a:lnTo>
                    <a:pt x="87" y="784"/>
                  </a:lnTo>
                  <a:lnTo>
                    <a:pt x="100" y="799"/>
                  </a:lnTo>
                  <a:lnTo>
                    <a:pt x="117" y="807"/>
                  </a:lnTo>
                  <a:lnTo>
                    <a:pt x="134" y="807"/>
                  </a:lnTo>
                  <a:lnTo>
                    <a:pt x="151" y="801"/>
                  </a:lnTo>
                  <a:lnTo>
                    <a:pt x="164" y="791"/>
                  </a:lnTo>
                  <a:lnTo>
                    <a:pt x="173" y="777"/>
                  </a:lnTo>
                  <a:lnTo>
                    <a:pt x="175" y="759"/>
                  </a:lnTo>
                  <a:lnTo>
                    <a:pt x="169" y="739"/>
                  </a:lnTo>
                  <a:lnTo>
                    <a:pt x="169" y="74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0062" name="Freeform 28"/>
            <p:cNvSpPr>
              <a:spLocks/>
            </p:cNvSpPr>
            <p:nvPr/>
          </p:nvSpPr>
          <p:spPr bwMode="auto">
            <a:xfrm>
              <a:off x="1299" y="1681"/>
              <a:ext cx="157" cy="281"/>
            </a:xfrm>
            <a:custGeom>
              <a:avLst/>
              <a:gdLst>
                <a:gd name="T0" fmla="*/ 6 w 787"/>
                <a:gd name="T1" fmla="*/ 11 h 1404"/>
                <a:gd name="T2" fmla="*/ 6 w 787"/>
                <a:gd name="T3" fmla="*/ 11 h 1404"/>
                <a:gd name="T4" fmla="*/ 1 w 787"/>
                <a:gd name="T5" fmla="*/ 0 h 1404"/>
                <a:gd name="T6" fmla="*/ 0 w 787"/>
                <a:gd name="T7" fmla="*/ 0 h 1404"/>
                <a:gd name="T8" fmla="*/ 6 w 787"/>
                <a:gd name="T9" fmla="*/ 11 h 1404"/>
                <a:gd name="T10" fmla="*/ 6 w 787"/>
                <a:gd name="T11" fmla="*/ 11 h 1404"/>
                <a:gd name="T12" fmla="*/ 6 w 787"/>
                <a:gd name="T13" fmla="*/ 11 h 1404"/>
                <a:gd name="T14" fmla="*/ 6 w 787"/>
                <a:gd name="T15" fmla="*/ 11 h 1404"/>
                <a:gd name="T16" fmla="*/ 6 w 787"/>
                <a:gd name="T17" fmla="*/ 11 h 1404"/>
                <a:gd name="T18" fmla="*/ 6 w 787"/>
                <a:gd name="T19" fmla="*/ 11 h 1404"/>
                <a:gd name="T20" fmla="*/ 6 w 787"/>
                <a:gd name="T21" fmla="*/ 11 h 1404"/>
                <a:gd name="T22" fmla="*/ 6 w 787"/>
                <a:gd name="T23" fmla="*/ 11 h 1404"/>
                <a:gd name="T24" fmla="*/ 6 w 787"/>
                <a:gd name="T25" fmla="*/ 11 h 1404"/>
                <a:gd name="T26" fmla="*/ 6 w 787"/>
                <a:gd name="T27" fmla="*/ 11 h 1404"/>
                <a:gd name="T28" fmla="*/ 6 w 787"/>
                <a:gd name="T29" fmla="*/ 11 h 1404"/>
                <a:gd name="T30" fmla="*/ 6 w 787"/>
                <a:gd name="T31" fmla="*/ 11 h 1404"/>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787"/>
                <a:gd name="T49" fmla="*/ 0 h 1404"/>
                <a:gd name="T50" fmla="*/ 787 w 787"/>
                <a:gd name="T51" fmla="*/ 1404 h 1404"/>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787" h="1404">
                  <a:moveTo>
                    <a:pt x="781" y="1334"/>
                  </a:moveTo>
                  <a:lnTo>
                    <a:pt x="781" y="1337"/>
                  </a:lnTo>
                  <a:lnTo>
                    <a:pt x="82" y="0"/>
                  </a:lnTo>
                  <a:lnTo>
                    <a:pt x="0" y="42"/>
                  </a:lnTo>
                  <a:lnTo>
                    <a:pt x="699" y="1379"/>
                  </a:lnTo>
                  <a:lnTo>
                    <a:pt x="699" y="1381"/>
                  </a:lnTo>
                  <a:lnTo>
                    <a:pt x="699" y="1379"/>
                  </a:lnTo>
                  <a:lnTo>
                    <a:pt x="712" y="1395"/>
                  </a:lnTo>
                  <a:lnTo>
                    <a:pt x="727" y="1402"/>
                  </a:lnTo>
                  <a:lnTo>
                    <a:pt x="744" y="1404"/>
                  </a:lnTo>
                  <a:lnTo>
                    <a:pt x="761" y="1398"/>
                  </a:lnTo>
                  <a:lnTo>
                    <a:pt x="775" y="1388"/>
                  </a:lnTo>
                  <a:lnTo>
                    <a:pt x="784" y="1373"/>
                  </a:lnTo>
                  <a:lnTo>
                    <a:pt x="787" y="1357"/>
                  </a:lnTo>
                  <a:lnTo>
                    <a:pt x="781" y="1337"/>
                  </a:lnTo>
                  <a:lnTo>
                    <a:pt x="781" y="13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0063" name="Freeform 29"/>
            <p:cNvSpPr>
              <a:spLocks/>
            </p:cNvSpPr>
            <p:nvPr/>
          </p:nvSpPr>
          <p:spPr bwMode="auto">
            <a:xfrm>
              <a:off x="1439" y="1948"/>
              <a:ext cx="125" cy="76"/>
            </a:xfrm>
            <a:custGeom>
              <a:avLst/>
              <a:gdLst>
                <a:gd name="T0" fmla="*/ 5 w 628"/>
                <a:gd name="T1" fmla="*/ 2 h 383"/>
                <a:gd name="T2" fmla="*/ 5 w 628"/>
                <a:gd name="T3" fmla="*/ 2 h 383"/>
                <a:gd name="T4" fmla="*/ 4 w 628"/>
                <a:gd name="T5" fmla="*/ 2 h 383"/>
                <a:gd name="T6" fmla="*/ 4 w 628"/>
                <a:gd name="T7" fmla="*/ 2 h 383"/>
                <a:gd name="T8" fmla="*/ 4 w 628"/>
                <a:gd name="T9" fmla="*/ 2 h 383"/>
                <a:gd name="T10" fmla="*/ 3 w 628"/>
                <a:gd name="T11" fmla="*/ 2 h 383"/>
                <a:gd name="T12" fmla="*/ 3 w 628"/>
                <a:gd name="T13" fmla="*/ 2 h 383"/>
                <a:gd name="T14" fmla="*/ 3 w 628"/>
                <a:gd name="T15" fmla="*/ 2 h 383"/>
                <a:gd name="T16" fmla="*/ 3 w 628"/>
                <a:gd name="T17" fmla="*/ 2 h 383"/>
                <a:gd name="T18" fmla="*/ 2 w 628"/>
                <a:gd name="T19" fmla="*/ 2 h 383"/>
                <a:gd name="T20" fmla="*/ 2 w 628"/>
                <a:gd name="T21" fmla="*/ 2 h 383"/>
                <a:gd name="T22" fmla="*/ 2 w 628"/>
                <a:gd name="T23" fmla="*/ 1 h 383"/>
                <a:gd name="T24" fmla="*/ 2 w 628"/>
                <a:gd name="T25" fmla="*/ 1 h 383"/>
                <a:gd name="T26" fmla="*/ 1 w 628"/>
                <a:gd name="T27" fmla="*/ 1 h 383"/>
                <a:gd name="T28" fmla="*/ 1 w 628"/>
                <a:gd name="T29" fmla="*/ 1 h 383"/>
                <a:gd name="T30" fmla="*/ 1 w 628"/>
                <a:gd name="T31" fmla="*/ 1 h 383"/>
                <a:gd name="T32" fmla="*/ 1 w 628"/>
                <a:gd name="T33" fmla="*/ 0 h 383"/>
                <a:gd name="T34" fmla="*/ 1 w 628"/>
                <a:gd name="T35" fmla="*/ 0 h 383"/>
                <a:gd name="T36" fmla="*/ 0 w 628"/>
                <a:gd name="T37" fmla="*/ 0 h 383"/>
                <a:gd name="T38" fmla="*/ 0 w 628"/>
                <a:gd name="T39" fmla="*/ 1 h 383"/>
                <a:gd name="T40" fmla="*/ 0 w 628"/>
                <a:gd name="T41" fmla="*/ 1 h 383"/>
                <a:gd name="T42" fmla="*/ 1 w 628"/>
                <a:gd name="T43" fmla="*/ 1 h 383"/>
                <a:gd name="T44" fmla="*/ 1 w 628"/>
                <a:gd name="T45" fmla="*/ 1 h 383"/>
                <a:gd name="T46" fmla="*/ 1 w 628"/>
                <a:gd name="T47" fmla="*/ 2 h 383"/>
                <a:gd name="T48" fmla="*/ 1 w 628"/>
                <a:gd name="T49" fmla="*/ 2 h 383"/>
                <a:gd name="T50" fmla="*/ 2 w 628"/>
                <a:gd name="T51" fmla="*/ 2 h 383"/>
                <a:gd name="T52" fmla="*/ 2 w 628"/>
                <a:gd name="T53" fmla="*/ 2 h 383"/>
                <a:gd name="T54" fmla="*/ 2 w 628"/>
                <a:gd name="T55" fmla="*/ 2 h 383"/>
                <a:gd name="T56" fmla="*/ 3 w 628"/>
                <a:gd name="T57" fmla="*/ 3 h 383"/>
                <a:gd name="T58" fmla="*/ 3 w 628"/>
                <a:gd name="T59" fmla="*/ 3 h 383"/>
                <a:gd name="T60" fmla="*/ 3 w 628"/>
                <a:gd name="T61" fmla="*/ 3 h 383"/>
                <a:gd name="T62" fmla="*/ 4 w 628"/>
                <a:gd name="T63" fmla="*/ 3 h 383"/>
                <a:gd name="T64" fmla="*/ 4 w 628"/>
                <a:gd name="T65" fmla="*/ 3 h 383"/>
                <a:gd name="T66" fmla="*/ 4 w 628"/>
                <a:gd name="T67" fmla="*/ 3 h 383"/>
                <a:gd name="T68" fmla="*/ 5 w 628"/>
                <a:gd name="T69" fmla="*/ 3 h 383"/>
                <a:gd name="T70" fmla="*/ 5 w 628"/>
                <a:gd name="T71" fmla="*/ 3 h 383"/>
                <a:gd name="T72" fmla="*/ 5 w 628"/>
                <a:gd name="T73" fmla="*/ 3 h 383"/>
                <a:gd name="T74" fmla="*/ 5 w 628"/>
                <a:gd name="T75" fmla="*/ 3 h 383"/>
                <a:gd name="T76" fmla="*/ 5 w 628"/>
                <a:gd name="T77" fmla="*/ 3 h 383"/>
                <a:gd name="T78" fmla="*/ 5 w 628"/>
                <a:gd name="T79" fmla="*/ 3 h 383"/>
                <a:gd name="T80" fmla="*/ 5 w 628"/>
                <a:gd name="T81" fmla="*/ 3 h 383"/>
                <a:gd name="T82" fmla="*/ 5 w 628"/>
                <a:gd name="T83" fmla="*/ 3 h 383"/>
                <a:gd name="T84" fmla="*/ 5 w 628"/>
                <a:gd name="T85" fmla="*/ 2 h 383"/>
                <a:gd name="T86" fmla="*/ 5 w 628"/>
                <a:gd name="T87" fmla="*/ 2 h 383"/>
                <a:gd name="T88" fmla="*/ 5 w 628"/>
                <a:gd name="T89" fmla="*/ 2 h 383"/>
                <a:gd name="T90" fmla="*/ 5 w 628"/>
                <a:gd name="T91" fmla="*/ 2 h 38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628"/>
                <a:gd name="T139" fmla="*/ 0 h 383"/>
                <a:gd name="T140" fmla="*/ 628 w 628"/>
                <a:gd name="T141" fmla="*/ 383 h 38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628" h="383">
                  <a:moveTo>
                    <a:pt x="581" y="289"/>
                  </a:moveTo>
                  <a:lnTo>
                    <a:pt x="582" y="289"/>
                  </a:lnTo>
                  <a:lnTo>
                    <a:pt x="541" y="287"/>
                  </a:lnTo>
                  <a:lnTo>
                    <a:pt x="500" y="283"/>
                  </a:lnTo>
                  <a:lnTo>
                    <a:pt x="462" y="276"/>
                  </a:lnTo>
                  <a:lnTo>
                    <a:pt x="424" y="268"/>
                  </a:lnTo>
                  <a:lnTo>
                    <a:pt x="389" y="255"/>
                  </a:lnTo>
                  <a:lnTo>
                    <a:pt x="352" y="242"/>
                  </a:lnTo>
                  <a:lnTo>
                    <a:pt x="320" y="227"/>
                  </a:lnTo>
                  <a:lnTo>
                    <a:pt x="287" y="209"/>
                  </a:lnTo>
                  <a:lnTo>
                    <a:pt x="255" y="189"/>
                  </a:lnTo>
                  <a:lnTo>
                    <a:pt x="226" y="168"/>
                  </a:lnTo>
                  <a:lnTo>
                    <a:pt x="198" y="145"/>
                  </a:lnTo>
                  <a:lnTo>
                    <a:pt x="172" y="119"/>
                  </a:lnTo>
                  <a:lnTo>
                    <a:pt x="146" y="92"/>
                  </a:lnTo>
                  <a:lnTo>
                    <a:pt x="122" y="64"/>
                  </a:lnTo>
                  <a:lnTo>
                    <a:pt x="100" y="33"/>
                  </a:lnTo>
                  <a:lnTo>
                    <a:pt x="82" y="0"/>
                  </a:lnTo>
                  <a:lnTo>
                    <a:pt x="0" y="47"/>
                  </a:lnTo>
                  <a:lnTo>
                    <a:pt x="23" y="85"/>
                  </a:lnTo>
                  <a:lnTo>
                    <a:pt x="49" y="120"/>
                  </a:lnTo>
                  <a:lnTo>
                    <a:pt x="76" y="153"/>
                  </a:lnTo>
                  <a:lnTo>
                    <a:pt x="104" y="185"/>
                  </a:lnTo>
                  <a:lnTo>
                    <a:pt x="137" y="215"/>
                  </a:lnTo>
                  <a:lnTo>
                    <a:pt x="170" y="241"/>
                  </a:lnTo>
                  <a:lnTo>
                    <a:pt x="204" y="267"/>
                  </a:lnTo>
                  <a:lnTo>
                    <a:pt x="240" y="289"/>
                  </a:lnTo>
                  <a:lnTo>
                    <a:pt x="277" y="309"/>
                  </a:lnTo>
                  <a:lnTo>
                    <a:pt x="317" y="329"/>
                  </a:lnTo>
                  <a:lnTo>
                    <a:pt x="358" y="344"/>
                  </a:lnTo>
                  <a:lnTo>
                    <a:pt x="400" y="357"/>
                  </a:lnTo>
                  <a:lnTo>
                    <a:pt x="444" y="367"/>
                  </a:lnTo>
                  <a:lnTo>
                    <a:pt x="488" y="374"/>
                  </a:lnTo>
                  <a:lnTo>
                    <a:pt x="534" y="380"/>
                  </a:lnTo>
                  <a:lnTo>
                    <a:pt x="580" y="383"/>
                  </a:lnTo>
                  <a:lnTo>
                    <a:pt x="581" y="383"/>
                  </a:lnTo>
                  <a:lnTo>
                    <a:pt x="580" y="383"/>
                  </a:lnTo>
                  <a:lnTo>
                    <a:pt x="600" y="379"/>
                  </a:lnTo>
                  <a:lnTo>
                    <a:pt x="615" y="369"/>
                  </a:lnTo>
                  <a:lnTo>
                    <a:pt x="624" y="353"/>
                  </a:lnTo>
                  <a:lnTo>
                    <a:pt x="628" y="337"/>
                  </a:lnTo>
                  <a:lnTo>
                    <a:pt x="625" y="319"/>
                  </a:lnTo>
                  <a:lnTo>
                    <a:pt x="617" y="304"/>
                  </a:lnTo>
                  <a:lnTo>
                    <a:pt x="602" y="294"/>
                  </a:lnTo>
                  <a:lnTo>
                    <a:pt x="582" y="289"/>
                  </a:lnTo>
                  <a:lnTo>
                    <a:pt x="581" y="28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0064" name="Freeform 30"/>
            <p:cNvSpPr>
              <a:spLocks/>
            </p:cNvSpPr>
            <p:nvPr/>
          </p:nvSpPr>
          <p:spPr bwMode="auto">
            <a:xfrm>
              <a:off x="1587" y="1880"/>
              <a:ext cx="85" cy="49"/>
            </a:xfrm>
            <a:custGeom>
              <a:avLst/>
              <a:gdLst>
                <a:gd name="T0" fmla="*/ 3 w 426"/>
                <a:gd name="T1" fmla="*/ 0 h 245"/>
                <a:gd name="T2" fmla="*/ 3 w 426"/>
                <a:gd name="T3" fmla="*/ 0 h 245"/>
                <a:gd name="T4" fmla="*/ 3 w 426"/>
                <a:gd name="T5" fmla="*/ 0 h 245"/>
                <a:gd name="T6" fmla="*/ 3 w 426"/>
                <a:gd name="T7" fmla="*/ 0 h 245"/>
                <a:gd name="T8" fmla="*/ 2 w 426"/>
                <a:gd name="T9" fmla="*/ 0 h 245"/>
                <a:gd name="T10" fmla="*/ 2 w 426"/>
                <a:gd name="T11" fmla="*/ 0 h 245"/>
                <a:gd name="T12" fmla="*/ 2 w 426"/>
                <a:gd name="T13" fmla="*/ 0 h 245"/>
                <a:gd name="T14" fmla="*/ 2 w 426"/>
                <a:gd name="T15" fmla="*/ 0 h 245"/>
                <a:gd name="T16" fmla="*/ 1 w 426"/>
                <a:gd name="T17" fmla="*/ 0 h 245"/>
                <a:gd name="T18" fmla="*/ 1 w 426"/>
                <a:gd name="T19" fmla="*/ 1 h 245"/>
                <a:gd name="T20" fmla="*/ 1 w 426"/>
                <a:gd name="T21" fmla="*/ 1 h 245"/>
                <a:gd name="T22" fmla="*/ 1 w 426"/>
                <a:gd name="T23" fmla="*/ 1 h 245"/>
                <a:gd name="T24" fmla="*/ 0 w 426"/>
                <a:gd name="T25" fmla="*/ 1 h 245"/>
                <a:gd name="T26" fmla="*/ 0 w 426"/>
                <a:gd name="T27" fmla="*/ 1 h 245"/>
                <a:gd name="T28" fmla="*/ 0 w 426"/>
                <a:gd name="T29" fmla="*/ 1 h 245"/>
                <a:gd name="T30" fmla="*/ 0 w 426"/>
                <a:gd name="T31" fmla="*/ 2 h 245"/>
                <a:gd name="T32" fmla="*/ 0 w 426"/>
                <a:gd name="T33" fmla="*/ 2 h 245"/>
                <a:gd name="T34" fmla="*/ 0 w 426"/>
                <a:gd name="T35" fmla="*/ 2 h 245"/>
                <a:gd name="T36" fmla="*/ 0 w 426"/>
                <a:gd name="T37" fmla="*/ 2 h 245"/>
                <a:gd name="T38" fmla="*/ 0 w 426"/>
                <a:gd name="T39" fmla="*/ 2 h 245"/>
                <a:gd name="T40" fmla="*/ 0 w 426"/>
                <a:gd name="T41" fmla="*/ 2 h 245"/>
                <a:gd name="T42" fmla="*/ 0 w 426"/>
                <a:gd name="T43" fmla="*/ 1 h 245"/>
                <a:gd name="T44" fmla="*/ 0 w 426"/>
                <a:gd name="T45" fmla="*/ 1 h 245"/>
                <a:gd name="T46" fmla="*/ 0 w 426"/>
                <a:gd name="T47" fmla="*/ 1 h 245"/>
                <a:gd name="T48" fmla="*/ 1 w 426"/>
                <a:gd name="T49" fmla="*/ 1 h 245"/>
                <a:gd name="T50" fmla="*/ 1 w 426"/>
                <a:gd name="T51" fmla="*/ 1 h 245"/>
                <a:gd name="T52" fmla="*/ 1 w 426"/>
                <a:gd name="T53" fmla="*/ 1 h 245"/>
                <a:gd name="T54" fmla="*/ 1 w 426"/>
                <a:gd name="T55" fmla="*/ 1 h 245"/>
                <a:gd name="T56" fmla="*/ 2 w 426"/>
                <a:gd name="T57" fmla="*/ 0 h 245"/>
                <a:gd name="T58" fmla="*/ 2 w 426"/>
                <a:gd name="T59" fmla="*/ 0 h 245"/>
                <a:gd name="T60" fmla="*/ 2 w 426"/>
                <a:gd name="T61" fmla="*/ 0 h 245"/>
                <a:gd name="T62" fmla="*/ 2 w 426"/>
                <a:gd name="T63" fmla="*/ 0 h 245"/>
                <a:gd name="T64" fmla="*/ 3 w 426"/>
                <a:gd name="T65" fmla="*/ 0 h 245"/>
                <a:gd name="T66" fmla="*/ 3 w 426"/>
                <a:gd name="T67" fmla="*/ 0 h 245"/>
                <a:gd name="T68" fmla="*/ 3 w 426"/>
                <a:gd name="T69" fmla="*/ 0 h 245"/>
                <a:gd name="T70" fmla="*/ 3 w 426"/>
                <a:gd name="T71" fmla="*/ 0 h 245"/>
                <a:gd name="T72" fmla="*/ 3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426" y="0"/>
                  </a:moveTo>
                  <a:lnTo>
                    <a:pt x="426" y="0"/>
                  </a:lnTo>
                  <a:lnTo>
                    <a:pt x="384" y="1"/>
                  </a:lnTo>
                  <a:lnTo>
                    <a:pt x="340" y="4"/>
                  </a:lnTo>
                  <a:lnTo>
                    <a:pt x="300" y="10"/>
                  </a:lnTo>
                  <a:lnTo>
                    <a:pt x="262" y="18"/>
                  </a:lnTo>
                  <a:lnTo>
                    <a:pt x="224" y="29"/>
                  </a:lnTo>
                  <a:lnTo>
                    <a:pt x="189" y="41"/>
                  </a:lnTo>
                  <a:lnTo>
                    <a:pt x="157" y="55"/>
                  </a:lnTo>
                  <a:lnTo>
                    <a:pt x="126" y="70"/>
                  </a:lnTo>
                  <a:lnTo>
                    <a:pt x="99" y="89"/>
                  </a:lnTo>
                  <a:lnTo>
                    <a:pt x="74" y="106"/>
                  </a:lnTo>
                  <a:lnTo>
                    <a:pt x="52" y="126"/>
                  </a:lnTo>
                  <a:lnTo>
                    <a:pt x="34" y="148"/>
                  </a:lnTo>
                  <a:lnTo>
                    <a:pt x="19" y="171"/>
                  </a:lnTo>
                  <a:lnTo>
                    <a:pt x="9" y="194"/>
                  </a:lnTo>
                  <a:lnTo>
                    <a:pt x="3" y="219"/>
                  </a:lnTo>
                  <a:lnTo>
                    <a:pt x="0" y="245"/>
                  </a:lnTo>
                  <a:lnTo>
                    <a:pt x="12" y="245"/>
                  </a:lnTo>
                  <a:lnTo>
                    <a:pt x="15" y="221"/>
                  </a:lnTo>
                  <a:lnTo>
                    <a:pt x="20" y="199"/>
                  </a:lnTo>
                  <a:lnTo>
                    <a:pt x="31" y="178"/>
                  </a:lnTo>
                  <a:lnTo>
                    <a:pt x="44" y="156"/>
                  </a:lnTo>
                  <a:lnTo>
                    <a:pt x="61" y="136"/>
                  </a:lnTo>
                  <a:lnTo>
                    <a:pt x="81" y="116"/>
                  </a:lnTo>
                  <a:lnTo>
                    <a:pt x="106" y="98"/>
                  </a:lnTo>
                  <a:lnTo>
                    <a:pt x="133" y="82"/>
                  </a:lnTo>
                  <a:lnTo>
                    <a:pt x="162" y="66"/>
                  </a:lnTo>
                  <a:lnTo>
                    <a:pt x="194" y="52"/>
                  </a:lnTo>
                  <a:lnTo>
                    <a:pt x="229" y="41"/>
                  </a:lnTo>
                  <a:lnTo>
                    <a:pt x="264" y="30"/>
                  </a:lnTo>
                  <a:lnTo>
                    <a:pt x="303" y="22"/>
                  </a:lnTo>
                  <a:lnTo>
                    <a:pt x="343" y="16"/>
                  </a:lnTo>
                  <a:lnTo>
                    <a:pt x="384" y="12"/>
                  </a:lnTo>
                  <a:lnTo>
                    <a:pt x="426" y="11"/>
                  </a:lnTo>
                  <a:lnTo>
                    <a:pt x="42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0065" name="Freeform 31"/>
            <p:cNvSpPr>
              <a:spLocks/>
            </p:cNvSpPr>
            <p:nvPr/>
          </p:nvSpPr>
          <p:spPr bwMode="auto">
            <a:xfrm>
              <a:off x="1587" y="1929"/>
              <a:ext cx="85" cy="49"/>
            </a:xfrm>
            <a:custGeom>
              <a:avLst/>
              <a:gdLst>
                <a:gd name="T0" fmla="*/ 0 w 426"/>
                <a:gd name="T1" fmla="*/ 0 h 245"/>
                <a:gd name="T2" fmla="*/ 0 w 426"/>
                <a:gd name="T3" fmla="*/ 0 h 245"/>
                <a:gd name="T4" fmla="*/ 0 w 426"/>
                <a:gd name="T5" fmla="*/ 0 h 245"/>
                <a:gd name="T6" fmla="*/ 0 w 426"/>
                <a:gd name="T7" fmla="*/ 0 h 245"/>
                <a:gd name="T8" fmla="*/ 0 w 426"/>
                <a:gd name="T9" fmla="*/ 1 h 245"/>
                <a:gd name="T10" fmla="*/ 0 w 426"/>
                <a:gd name="T11" fmla="*/ 1 h 245"/>
                <a:gd name="T12" fmla="*/ 0 w 426"/>
                <a:gd name="T13" fmla="*/ 1 h 245"/>
                <a:gd name="T14" fmla="*/ 1 w 426"/>
                <a:gd name="T15" fmla="*/ 1 h 245"/>
                <a:gd name="T16" fmla="*/ 1 w 426"/>
                <a:gd name="T17" fmla="*/ 1 h 245"/>
                <a:gd name="T18" fmla="*/ 1 w 426"/>
                <a:gd name="T19" fmla="*/ 1 h 245"/>
                <a:gd name="T20" fmla="*/ 1 w 426"/>
                <a:gd name="T21" fmla="*/ 2 h 245"/>
                <a:gd name="T22" fmla="*/ 2 w 426"/>
                <a:gd name="T23" fmla="*/ 2 h 245"/>
                <a:gd name="T24" fmla="*/ 2 w 426"/>
                <a:gd name="T25" fmla="*/ 2 h 245"/>
                <a:gd name="T26" fmla="*/ 2 w 426"/>
                <a:gd name="T27" fmla="*/ 2 h 245"/>
                <a:gd name="T28" fmla="*/ 2 w 426"/>
                <a:gd name="T29" fmla="*/ 2 h 245"/>
                <a:gd name="T30" fmla="*/ 3 w 426"/>
                <a:gd name="T31" fmla="*/ 2 h 245"/>
                <a:gd name="T32" fmla="*/ 3 w 426"/>
                <a:gd name="T33" fmla="*/ 2 h 245"/>
                <a:gd name="T34" fmla="*/ 3 w 426"/>
                <a:gd name="T35" fmla="*/ 2 h 245"/>
                <a:gd name="T36" fmla="*/ 3 w 426"/>
                <a:gd name="T37" fmla="*/ 2 h 245"/>
                <a:gd name="T38" fmla="*/ 3 w 426"/>
                <a:gd name="T39" fmla="*/ 2 h 245"/>
                <a:gd name="T40" fmla="*/ 3 w 426"/>
                <a:gd name="T41" fmla="*/ 2 h 245"/>
                <a:gd name="T42" fmla="*/ 2 w 426"/>
                <a:gd name="T43" fmla="*/ 2 h 245"/>
                <a:gd name="T44" fmla="*/ 2 w 426"/>
                <a:gd name="T45" fmla="*/ 2 h 245"/>
                <a:gd name="T46" fmla="*/ 2 w 426"/>
                <a:gd name="T47" fmla="*/ 2 h 245"/>
                <a:gd name="T48" fmla="*/ 2 w 426"/>
                <a:gd name="T49" fmla="*/ 2 h 245"/>
                <a:gd name="T50" fmla="*/ 1 w 426"/>
                <a:gd name="T51" fmla="*/ 1 h 245"/>
                <a:gd name="T52" fmla="*/ 1 w 426"/>
                <a:gd name="T53" fmla="*/ 1 h 245"/>
                <a:gd name="T54" fmla="*/ 1 w 426"/>
                <a:gd name="T55" fmla="*/ 1 h 245"/>
                <a:gd name="T56" fmla="*/ 1 w 426"/>
                <a:gd name="T57" fmla="*/ 1 h 245"/>
                <a:gd name="T58" fmla="*/ 0 w 426"/>
                <a:gd name="T59" fmla="*/ 1 h 245"/>
                <a:gd name="T60" fmla="*/ 0 w 426"/>
                <a:gd name="T61" fmla="*/ 1 h 245"/>
                <a:gd name="T62" fmla="*/ 0 w 426"/>
                <a:gd name="T63" fmla="*/ 1 h 245"/>
                <a:gd name="T64" fmla="*/ 0 w 426"/>
                <a:gd name="T65" fmla="*/ 0 h 245"/>
                <a:gd name="T66" fmla="*/ 0 w 426"/>
                <a:gd name="T67" fmla="*/ 0 h 245"/>
                <a:gd name="T68" fmla="*/ 0 w 426"/>
                <a:gd name="T69" fmla="*/ 0 h 245"/>
                <a:gd name="T70" fmla="*/ 0 w 426"/>
                <a:gd name="T71" fmla="*/ 0 h 245"/>
                <a:gd name="T72" fmla="*/ 0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0" y="0"/>
                  </a:moveTo>
                  <a:lnTo>
                    <a:pt x="0" y="0"/>
                  </a:lnTo>
                  <a:lnTo>
                    <a:pt x="3" y="25"/>
                  </a:lnTo>
                  <a:lnTo>
                    <a:pt x="9" y="50"/>
                  </a:lnTo>
                  <a:lnTo>
                    <a:pt x="19" y="73"/>
                  </a:lnTo>
                  <a:lnTo>
                    <a:pt x="34" y="96"/>
                  </a:lnTo>
                  <a:lnTo>
                    <a:pt x="52" y="118"/>
                  </a:lnTo>
                  <a:lnTo>
                    <a:pt x="74" y="138"/>
                  </a:lnTo>
                  <a:lnTo>
                    <a:pt x="99" y="156"/>
                  </a:lnTo>
                  <a:lnTo>
                    <a:pt x="126" y="174"/>
                  </a:lnTo>
                  <a:lnTo>
                    <a:pt x="157" y="190"/>
                  </a:lnTo>
                  <a:lnTo>
                    <a:pt x="189" y="204"/>
                  </a:lnTo>
                  <a:lnTo>
                    <a:pt x="224" y="215"/>
                  </a:lnTo>
                  <a:lnTo>
                    <a:pt x="262" y="226"/>
                  </a:lnTo>
                  <a:lnTo>
                    <a:pt x="300" y="234"/>
                  </a:lnTo>
                  <a:lnTo>
                    <a:pt x="340" y="240"/>
                  </a:lnTo>
                  <a:lnTo>
                    <a:pt x="384" y="244"/>
                  </a:lnTo>
                  <a:lnTo>
                    <a:pt x="426" y="245"/>
                  </a:lnTo>
                  <a:lnTo>
                    <a:pt x="426" y="233"/>
                  </a:lnTo>
                  <a:lnTo>
                    <a:pt x="384" y="232"/>
                  </a:lnTo>
                  <a:lnTo>
                    <a:pt x="343" y="228"/>
                  </a:lnTo>
                  <a:lnTo>
                    <a:pt x="303" y="222"/>
                  </a:lnTo>
                  <a:lnTo>
                    <a:pt x="264" y="214"/>
                  </a:lnTo>
                  <a:lnTo>
                    <a:pt x="229" y="204"/>
                  </a:lnTo>
                  <a:lnTo>
                    <a:pt x="194" y="192"/>
                  </a:lnTo>
                  <a:lnTo>
                    <a:pt x="162" y="178"/>
                  </a:lnTo>
                  <a:lnTo>
                    <a:pt x="133" y="163"/>
                  </a:lnTo>
                  <a:lnTo>
                    <a:pt x="106" y="146"/>
                  </a:lnTo>
                  <a:lnTo>
                    <a:pt x="81" y="129"/>
                  </a:lnTo>
                  <a:lnTo>
                    <a:pt x="61" y="109"/>
                  </a:lnTo>
                  <a:lnTo>
                    <a:pt x="44" y="89"/>
                  </a:lnTo>
                  <a:lnTo>
                    <a:pt x="31" y="66"/>
                  </a:lnTo>
                  <a:lnTo>
                    <a:pt x="20" y="45"/>
                  </a:lnTo>
                  <a:lnTo>
                    <a:pt x="15" y="2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0066" name="Freeform 32"/>
            <p:cNvSpPr>
              <a:spLocks/>
            </p:cNvSpPr>
            <p:nvPr/>
          </p:nvSpPr>
          <p:spPr bwMode="auto">
            <a:xfrm>
              <a:off x="878" y="1448"/>
              <a:ext cx="792" cy="954"/>
            </a:xfrm>
            <a:custGeom>
              <a:avLst/>
              <a:gdLst>
                <a:gd name="T0" fmla="*/ 13 w 3960"/>
                <a:gd name="T1" fmla="*/ 38 h 4768"/>
                <a:gd name="T2" fmla="*/ 14 w 3960"/>
                <a:gd name="T3" fmla="*/ 38 h 4768"/>
                <a:gd name="T4" fmla="*/ 15 w 3960"/>
                <a:gd name="T5" fmla="*/ 38 h 4768"/>
                <a:gd name="T6" fmla="*/ 15 w 3960"/>
                <a:gd name="T7" fmla="*/ 38 h 4768"/>
                <a:gd name="T8" fmla="*/ 16 w 3960"/>
                <a:gd name="T9" fmla="*/ 38 h 4768"/>
                <a:gd name="T10" fmla="*/ 17 w 3960"/>
                <a:gd name="T11" fmla="*/ 38 h 4768"/>
                <a:gd name="T12" fmla="*/ 17 w 3960"/>
                <a:gd name="T13" fmla="*/ 38 h 4768"/>
                <a:gd name="T14" fmla="*/ 18 w 3960"/>
                <a:gd name="T15" fmla="*/ 38 h 4768"/>
                <a:gd name="T16" fmla="*/ 18 w 3960"/>
                <a:gd name="T17" fmla="*/ 38 h 4768"/>
                <a:gd name="T18" fmla="*/ 29 w 3960"/>
                <a:gd name="T19" fmla="*/ 30 h 4768"/>
                <a:gd name="T20" fmla="*/ 30 w 3960"/>
                <a:gd name="T21" fmla="*/ 30 h 4768"/>
                <a:gd name="T22" fmla="*/ 30 w 3960"/>
                <a:gd name="T23" fmla="*/ 29 h 4768"/>
                <a:gd name="T24" fmla="*/ 31 w 3960"/>
                <a:gd name="T25" fmla="*/ 28 h 4768"/>
                <a:gd name="T26" fmla="*/ 31 w 3960"/>
                <a:gd name="T27" fmla="*/ 28 h 4768"/>
                <a:gd name="T28" fmla="*/ 31 w 3960"/>
                <a:gd name="T29" fmla="*/ 27 h 4768"/>
                <a:gd name="T30" fmla="*/ 32 w 3960"/>
                <a:gd name="T31" fmla="*/ 26 h 4768"/>
                <a:gd name="T32" fmla="*/ 32 w 3960"/>
                <a:gd name="T33" fmla="*/ 25 h 4768"/>
                <a:gd name="T34" fmla="*/ 32 w 3960"/>
                <a:gd name="T35" fmla="*/ 11 h 4768"/>
                <a:gd name="T36" fmla="*/ 32 w 3960"/>
                <a:gd name="T37" fmla="*/ 10 h 4768"/>
                <a:gd name="T38" fmla="*/ 31 w 3960"/>
                <a:gd name="T39" fmla="*/ 9 h 4768"/>
                <a:gd name="T40" fmla="*/ 31 w 3960"/>
                <a:gd name="T41" fmla="*/ 9 h 4768"/>
                <a:gd name="T42" fmla="*/ 31 w 3960"/>
                <a:gd name="T43" fmla="*/ 8 h 4768"/>
                <a:gd name="T44" fmla="*/ 31 w 3960"/>
                <a:gd name="T45" fmla="*/ 8 h 4768"/>
                <a:gd name="T46" fmla="*/ 30 w 3960"/>
                <a:gd name="T47" fmla="*/ 7 h 4768"/>
                <a:gd name="T48" fmla="*/ 30 w 3960"/>
                <a:gd name="T49" fmla="*/ 7 h 4768"/>
                <a:gd name="T50" fmla="*/ 29 w 3960"/>
                <a:gd name="T51" fmla="*/ 6 h 4768"/>
                <a:gd name="T52" fmla="*/ 19 w 3960"/>
                <a:gd name="T53" fmla="*/ 1 h 4768"/>
                <a:gd name="T54" fmla="*/ 18 w 3960"/>
                <a:gd name="T55" fmla="*/ 0 h 4768"/>
                <a:gd name="T56" fmla="*/ 17 w 3960"/>
                <a:gd name="T57" fmla="*/ 0 h 4768"/>
                <a:gd name="T58" fmla="*/ 17 w 3960"/>
                <a:gd name="T59" fmla="*/ 0 h 4768"/>
                <a:gd name="T60" fmla="*/ 16 w 3960"/>
                <a:gd name="T61" fmla="*/ 0 h 4768"/>
                <a:gd name="T62" fmla="*/ 15 w 3960"/>
                <a:gd name="T63" fmla="*/ 0 h 4768"/>
                <a:gd name="T64" fmla="*/ 14 w 3960"/>
                <a:gd name="T65" fmla="*/ 0 h 4768"/>
                <a:gd name="T66" fmla="*/ 14 w 3960"/>
                <a:gd name="T67" fmla="*/ 0 h 4768"/>
                <a:gd name="T68" fmla="*/ 2 w 3960"/>
                <a:gd name="T69" fmla="*/ 6 h 4768"/>
                <a:gd name="T70" fmla="*/ 2 w 3960"/>
                <a:gd name="T71" fmla="*/ 7 h 4768"/>
                <a:gd name="T72" fmla="*/ 1 w 3960"/>
                <a:gd name="T73" fmla="*/ 7 h 4768"/>
                <a:gd name="T74" fmla="*/ 1 w 3960"/>
                <a:gd name="T75" fmla="*/ 8 h 4768"/>
                <a:gd name="T76" fmla="*/ 1 w 3960"/>
                <a:gd name="T77" fmla="*/ 8 h 4768"/>
                <a:gd name="T78" fmla="*/ 0 w 3960"/>
                <a:gd name="T79" fmla="*/ 9 h 4768"/>
                <a:gd name="T80" fmla="*/ 0 w 3960"/>
                <a:gd name="T81" fmla="*/ 9 h 4768"/>
                <a:gd name="T82" fmla="*/ 0 w 3960"/>
                <a:gd name="T83" fmla="*/ 10 h 4768"/>
                <a:gd name="T84" fmla="*/ 0 w 3960"/>
                <a:gd name="T85" fmla="*/ 11 h 4768"/>
                <a:gd name="T86" fmla="*/ 0 w 3960"/>
                <a:gd name="T87" fmla="*/ 25 h 4768"/>
                <a:gd name="T88" fmla="*/ 0 w 3960"/>
                <a:gd name="T89" fmla="*/ 26 h 4768"/>
                <a:gd name="T90" fmla="*/ 0 w 3960"/>
                <a:gd name="T91" fmla="*/ 27 h 4768"/>
                <a:gd name="T92" fmla="*/ 1 w 3960"/>
                <a:gd name="T93" fmla="*/ 28 h 4768"/>
                <a:gd name="T94" fmla="*/ 1 w 3960"/>
                <a:gd name="T95" fmla="*/ 29 h 4768"/>
                <a:gd name="T96" fmla="*/ 1 w 3960"/>
                <a:gd name="T97" fmla="*/ 29 h 4768"/>
                <a:gd name="T98" fmla="*/ 2 w 3960"/>
                <a:gd name="T99" fmla="*/ 30 h 4768"/>
                <a:gd name="T100" fmla="*/ 3 w 3960"/>
                <a:gd name="T101" fmla="*/ 31 h 4768"/>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w 3960"/>
                <a:gd name="T154" fmla="*/ 0 h 4768"/>
                <a:gd name="T155" fmla="*/ 3960 w 3960"/>
                <a:gd name="T156" fmla="*/ 4768 h 4768"/>
              </a:gdLst>
              <a:ahLst/>
              <a:cxnLst>
                <a:cxn ang="T102">
                  <a:pos x="T0" y="T1"/>
                </a:cxn>
                <a:cxn ang="T103">
                  <a:pos x="T2" y="T3"/>
                </a:cxn>
                <a:cxn ang="T104">
                  <a:pos x="T4" y="T5"/>
                </a:cxn>
                <a:cxn ang="T105">
                  <a:pos x="T6" y="T7"/>
                </a:cxn>
                <a:cxn ang="T106">
                  <a:pos x="T8" y="T9"/>
                </a:cxn>
                <a:cxn ang="T107">
                  <a:pos x="T10" y="T11"/>
                </a:cxn>
                <a:cxn ang="T108">
                  <a:pos x="T12" y="T13"/>
                </a:cxn>
                <a:cxn ang="T109">
                  <a:pos x="T14" y="T15"/>
                </a:cxn>
                <a:cxn ang="T110">
                  <a:pos x="T16" y="T17"/>
                </a:cxn>
                <a:cxn ang="T111">
                  <a:pos x="T18" y="T19"/>
                </a:cxn>
                <a:cxn ang="T112">
                  <a:pos x="T20" y="T21"/>
                </a:cxn>
                <a:cxn ang="T113">
                  <a:pos x="T22" y="T23"/>
                </a:cxn>
                <a:cxn ang="T114">
                  <a:pos x="T24" y="T25"/>
                </a:cxn>
                <a:cxn ang="T115">
                  <a:pos x="T26" y="T27"/>
                </a:cxn>
                <a:cxn ang="T116">
                  <a:pos x="T28" y="T29"/>
                </a:cxn>
                <a:cxn ang="T117">
                  <a:pos x="T30" y="T31"/>
                </a:cxn>
                <a:cxn ang="T118">
                  <a:pos x="T32" y="T33"/>
                </a:cxn>
                <a:cxn ang="T119">
                  <a:pos x="T34" y="T35"/>
                </a:cxn>
                <a:cxn ang="T120">
                  <a:pos x="T36" y="T37"/>
                </a:cxn>
                <a:cxn ang="T121">
                  <a:pos x="T38" y="T39"/>
                </a:cxn>
                <a:cxn ang="T122">
                  <a:pos x="T40" y="T41"/>
                </a:cxn>
                <a:cxn ang="T123">
                  <a:pos x="T42" y="T43"/>
                </a:cxn>
                <a:cxn ang="T124">
                  <a:pos x="T44" y="T45"/>
                </a:cxn>
                <a:cxn ang="T125">
                  <a:pos x="T46" y="T47"/>
                </a:cxn>
                <a:cxn ang="T126">
                  <a:pos x="T48" y="T49"/>
                </a:cxn>
                <a:cxn ang="T127">
                  <a:pos x="T50" y="T51"/>
                </a:cxn>
                <a:cxn ang="T128">
                  <a:pos x="T52" y="T53"/>
                </a:cxn>
                <a:cxn ang="T129">
                  <a:pos x="T54" y="T55"/>
                </a:cxn>
                <a:cxn ang="T130">
                  <a:pos x="T56" y="T57"/>
                </a:cxn>
                <a:cxn ang="T131">
                  <a:pos x="T58" y="T59"/>
                </a:cxn>
                <a:cxn ang="T132">
                  <a:pos x="T60" y="T61"/>
                </a:cxn>
                <a:cxn ang="T133">
                  <a:pos x="T62" y="T63"/>
                </a:cxn>
                <a:cxn ang="T134">
                  <a:pos x="T64" y="T65"/>
                </a:cxn>
                <a:cxn ang="T135">
                  <a:pos x="T66" y="T67"/>
                </a:cxn>
                <a:cxn ang="T136">
                  <a:pos x="T68" y="T69"/>
                </a:cxn>
                <a:cxn ang="T137">
                  <a:pos x="T70" y="T71"/>
                </a:cxn>
                <a:cxn ang="T138">
                  <a:pos x="T72" y="T73"/>
                </a:cxn>
                <a:cxn ang="T139">
                  <a:pos x="T74" y="T75"/>
                </a:cxn>
                <a:cxn ang="T140">
                  <a:pos x="T76" y="T77"/>
                </a:cxn>
                <a:cxn ang="T141">
                  <a:pos x="T78" y="T79"/>
                </a:cxn>
                <a:cxn ang="T142">
                  <a:pos x="T80" y="T81"/>
                </a:cxn>
                <a:cxn ang="T143">
                  <a:pos x="T82" y="T83"/>
                </a:cxn>
                <a:cxn ang="T144">
                  <a:pos x="T84" y="T85"/>
                </a:cxn>
                <a:cxn ang="T145">
                  <a:pos x="T86" y="T87"/>
                </a:cxn>
                <a:cxn ang="T146">
                  <a:pos x="T88" y="T89"/>
                </a:cxn>
                <a:cxn ang="T147">
                  <a:pos x="T90" y="T91"/>
                </a:cxn>
                <a:cxn ang="T148">
                  <a:pos x="T92" y="T93"/>
                </a:cxn>
                <a:cxn ang="T149">
                  <a:pos x="T94" y="T95"/>
                </a:cxn>
                <a:cxn ang="T150">
                  <a:pos x="T96" y="T97"/>
                </a:cxn>
                <a:cxn ang="T151">
                  <a:pos x="T98" y="T99"/>
                </a:cxn>
                <a:cxn ang="T152">
                  <a:pos x="T100" y="T101"/>
                </a:cxn>
              </a:cxnLst>
              <a:rect l="T153" t="T154" r="T155" b="T156"/>
              <a:pathLst>
                <a:path w="3960" h="4768">
                  <a:moveTo>
                    <a:pt x="353" y="3849"/>
                  </a:moveTo>
                  <a:lnTo>
                    <a:pt x="1661" y="4700"/>
                  </a:lnTo>
                  <a:lnTo>
                    <a:pt x="1697" y="4717"/>
                  </a:lnTo>
                  <a:lnTo>
                    <a:pt x="1736" y="4731"/>
                  </a:lnTo>
                  <a:lnTo>
                    <a:pt x="1776" y="4742"/>
                  </a:lnTo>
                  <a:lnTo>
                    <a:pt x="1818" y="4753"/>
                  </a:lnTo>
                  <a:lnTo>
                    <a:pt x="1860" y="4760"/>
                  </a:lnTo>
                  <a:lnTo>
                    <a:pt x="1902" y="4765"/>
                  </a:lnTo>
                  <a:lnTo>
                    <a:pt x="1946" y="4768"/>
                  </a:lnTo>
                  <a:lnTo>
                    <a:pt x="1988" y="4768"/>
                  </a:lnTo>
                  <a:lnTo>
                    <a:pt x="2031" y="4767"/>
                  </a:lnTo>
                  <a:lnTo>
                    <a:pt x="2073" y="4763"/>
                  </a:lnTo>
                  <a:lnTo>
                    <a:pt x="2114" y="4758"/>
                  </a:lnTo>
                  <a:lnTo>
                    <a:pt x="2154" y="4751"/>
                  </a:lnTo>
                  <a:lnTo>
                    <a:pt x="2193" y="4740"/>
                  </a:lnTo>
                  <a:lnTo>
                    <a:pt x="2230" y="4729"/>
                  </a:lnTo>
                  <a:lnTo>
                    <a:pt x="2264" y="4715"/>
                  </a:lnTo>
                  <a:lnTo>
                    <a:pt x="2297" y="4700"/>
                  </a:lnTo>
                  <a:lnTo>
                    <a:pt x="3639" y="3825"/>
                  </a:lnTo>
                  <a:lnTo>
                    <a:pt x="3673" y="3795"/>
                  </a:lnTo>
                  <a:lnTo>
                    <a:pt x="3707" y="3761"/>
                  </a:lnTo>
                  <a:lnTo>
                    <a:pt x="3738" y="3725"/>
                  </a:lnTo>
                  <a:lnTo>
                    <a:pt x="3768" y="3685"/>
                  </a:lnTo>
                  <a:lnTo>
                    <a:pt x="3796" y="3644"/>
                  </a:lnTo>
                  <a:lnTo>
                    <a:pt x="3821" y="3599"/>
                  </a:lnTo>
                  <a:lnTo>
                    <a:pt x="3846" y="3553"/>
                  </a:lnTo>
                  <a:lnTo>
                    <a:pt x="3868" y="3505"/>
                  </a:lnTo>
                  <a:lnTo>
                    <a:pt x="3888" y="3456"/>
                  </a:lnTo>
                  <a:lnTo>
                    <a:pt x="3907" y="3406"/>
                  </a:lnTo>
                  <a:lnTo>
                    <a:pt x="3922" y="3354"/>
                  </a:lnTo>
                  <a:lnTo>
                    <a:pt x="3935" y="3303"/>
                  </a:lnTo>
                  <a:lnTo>
                    <a:pt x="3946" y="3250"/>
                  </a:lnTo>
                  <a:lnTo>
                    <a:pt x="3953" y="3197"/>
                  </a:lnTo>
                  <a:lnTo>
                    <a:pt x="3957" y="3144"/>
                  </a:lnTo>
                  <a:lnTo>
                    <a:pt x="3960" y="3092"/>
                  </a:lnTo>
                  <a:lnTo>
                    <a:pt x="3959" y="1313"/>
                  </a:lnTo>
                  <a:lnTo>
                    <a:pt x="3955" y="1271"/>
                  </a:lnTo>
                  <a:lnTo>
                    <a:pt x="3949" y="1229"/>
                  </a:lnTo>
                  <a:lnTo>
                    <a:pt x="3941" y="1189"/>
                  </a:lnTo>
                  <a:lnTo>
                    <a:pt x="3930" y="1149"/>
                  </a:lnTo>
                  <a:lnTo>
                    <a:pt x="3918" y="1111"/>
                  </a:lnTo>
                  <a:lnTo>
                    <a:pt x="3902" y="1075"/>
                  </a:lnTo>
                  <a:lnTo>
                    <a:pt x="3886" y="1040"/>
                  </a:lnTo>
                  <a:lnTo>
                    <a:pt x="3867" y="1006"/>
                  </a:lnTo>
                  <a:lnTo>
                    <a:pt x="3846" y="973"/>
                  </a:lnTo>
                  <a:lnTo>
                    <a:pt x="3823" y="942"/>
                  </a:lnTo>
                  <a:lnTo>
                    <a:pt x="3798" y="913"/>
                  </a:lnTo>
                  <a:lnTo>
                    <a:pt x="3771" y="886"/>
                  </a:lnTo>
                  <a:lnTo>
                    <a:pt x="3743" y="860"/>
                  </a:lnTo>
                  <a:lnTo>
                    <a:pt x="3714" y="837"/>
                  </a:lnTo>
                  <a:lnTo>
                    <a:pt x="3682" y="816"/>
                  </a:lnTo>
                  <a:lnTo>
                    <a:pt x="3649" y="796"/>
                  </a:lnTo>
                  <a:lnTo>
                    <a:pt x="2386" y="83"/>
                  </a:lnTo>
                  <a:lnTo>
                    <a:pt x="2350" y="65"/>
                  </a:lnTo>
                  <a:lnTo>
                    <a:pt x="2310" y="50"/>
                  </a:lnTo>
                  <a:lnTo>
                    <a:pt x="2268" y="36"/>
                  </a:lnTo>
                  <a:lnTo>
                    <a:pt x="2223" y="24"/>
                  </a:lnTo>
                  <a:lnTo>
                    <a:pt x="2178" y="15"/>
                  </a:lnTo>
                  <a:lnTo>
                    <a:pt x="2131" y="8"/>
                  </a:lnTo>
                  <a:lnTo>
                    <a:pt x="2082" y="3"/>
                  </a:lnTo>
                  <a:lnTo>
                    <a:pt x="2032" y="0"/>
                  </a:lnTo>
                  <a:lnTo>
                    <a:pt x="1982" y="1"/>
                  </a:lnTo>
                  <a:lnTo>
                    <a:pt x="1933" y="3"/>
                  </a:lnTo>
                  <a:lnTo>
                    <a:pt x="1882" y="9"/>
                  </a:lnTo>
                  <a:lnTo>
                    <a:pt x="1833" y="17"/>
                  </a:lnTo>
                  <a:lnTo>
                    <a:pt x="1785" y="29"/>
                  </a:lnTo>
                  <a:lnTo>
                    <a:pt x="1737" y="43"/>
                  </a:lnTo>
                  <a:lnTo>
                    <a:pt x="1691" y="62"/>
                  </a:lnTo>
                  <a:lnTo>
                    <a:pt x="1647" y="83"/>
                  </a:lnTo>
                  <a:lnTo>
                    <a:pt x="311" y="782"/>
                  </a:lnTo>
                  <a:lnTo>
                    <a:pt x="276" y="803"/>
                  </a:lnTo>
                  <a:lnTo>
                    <a:pt x="243" y="826"/>
                  </a:lnTo>
                  <a:lnTo>
                    <a:pt x="213" y="852"/>
                  </a:lnTo>
                  <a:lnTo>
                    <a:pt x="184" y="879"/>
                  </a:lnTo>
                  <a:lnTo>
                    <a:pt x="155" y="908"/>
                  </a:lnTo>
                  <a:lnTo>
                    <a:pt x="131" y="939"/>
                  </a:lnTo>
                  <a:lnTo>
                    <a:pt x="107" y="971"/>
                  </a:lnTo>
                  <a:lnTo>
                    <a:pt x="86" y="1005"/>
                  </a:lnTo>
                  <a:lnTo>
                    <a:pt x="68" y="1040"/>
                  </a:lnTo>
                  <a:lnTo>
                    <a:pt x="50" y="1076"/>
                  </a:lnTo>
                  <a:lnTo>
                    <a:pt x="36" y="1115"/>
                  </a:lnTo>
                  <a:lnTo>
                    <a:pt x="23" y="1153"/>
                  </a:lnTo>
                  <a:lnTo>
                    <a:pt x="14" y="1195"/>
                  </a:lnTo>
                  <a:lnTo>
                    <a:pt x="7" y="1236"/>
                  </a:lnTo>
                  <a:lnTo>
                    <a:pt x="2" y="1279"/>
                  </a:lnTo>
                  <a:lnTo>
                    <a:pt x="0" y="1322"/>
                  </a:lnTo>
                  <a:lnTo>
                    <a:pt x="0" y="3093"/>
                  </a:lnTo>
                  <a:lnTo>
                    <a:pt x="2" y="3147"/>
                  </a:lnTo>
                  <a:lnTo>
                    <a:pt x="7" y="3202"/>
                  </a:lnTo>
                  <a:lnTo>
                    <a:pt x="15" y="3257"/>
                  </a:lnTo>
                  <a:lnTo>
                    <a:pt x="27" y="3312"/>
                  </a:lnTo>
                  <a:lnTo>
                    <a:pt x="42" y="3366"/>
                  </a:lnTo>
                  <a:lnTo>
                    <a:pt x="59" y="3420"/>
                  </a:lnTo>
                  <a:lnTo>
                    <a:pt x="79" y="3474"/>
                  </a:lnTo>
                  <a:lnTo>
                    <a:pt x="102" y="3525"/>
                  </a:lnTo>
                  <a:lnTo>
                    <a:pt x="127" y="3576"/>
                  </a:lnTo>
                  <a:lnTo>
                    <a:pt x="154" y="3624"/>
                  </a:lnTo>
                  <a:lnTo>
                    <a:pt x="184" y="3670"/>
                  </a:lnTo>
                  <a:lnTo>
                    <a:pt x="214" y="3712"/>
                  </a:lnTo>
                  <a:lnTo>
                    <a:pt x="247" y="3752"/>
                  </a:lnTo>
                  <a:lnTo>
                    <a:pt x="281" y="3788"/>
                  </a:lnTo>
                  <a:lnTo>
                    <a:pt x="317" y="3821"/>
                  </a:lnTo>
                  <a:lnTo>
                    <a:pt x="353" y="384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0067" name="Freeform 33"/>
            <p:cNvSpPr>
              <a:spLocks/>
            </p:cNvSpPr>
            <p:nvPr/>
          </p:nvSpPr>
          <p:spPr bwMode="auto">
            <a:xfrm>
              <a:off x="943" y="2210"/>
              <a:ext cx="276" cy="187"/>
            </a:xfrm>
            <a:custGeom>
              <a:avLst/>
              <a:gdLst>
                <a:gd name="T0" fmla="*/ 11 w 1380"/>
                <a:gd name="T1" fmla="*/ 7 h 937"/>
                <a:gd name="T2" fmla="*/ 11 w 1380"/>
                <a:gd name="T3" fmla="*/ 7 h 937"/>
                <a:gd name="T4" fmla="*/ 0 w 1380"/>
                <a:gd name="T5" fmla="*/ 0 h 937"/>
                <a:gd name="T6" fmla="*/ 0 w 1380"/>
                <a:gd name="T7" fmla="*/ 1 h 937"/>
                <a:gd name="T8" fmla="*/ 10 w 1380"/>
                <a:gd name="T9" fmla="*/ 7 h 937"/>
                <a:gd name="T10" fmla="*/ 10 w 1380"/>
                <a:gd name="T11" fmla="*/ 7 h 937"/>
                <a:gd name="T12" fmla="*/ 10 w 1380"/>
                <a:gd name="T13" fmla="*/ 7 h 937"/>
                <a:gd name="T14" fmla="*/ 11 w 1380"/>
                <a:gd name="T15" fmla="*/ 7 h 937"/>
                <a:gd name="T16" fmla="*/ 11 w 1380"/>
                <a:gd name="T17" fmla="*/ 7 h 937"/>
                <a:gd name="T18" fmla="*/ 11 w 1380"/>
                <a:gd name="T19" fmla="*/ 7 h 937"/>
                <a:gd name="T20" fmla="*/ 11 w 1380"/>
                <a:gd name="T21" fmla="*/ 7 h 937"/>
                <a:gd name="T22" fmla="*/ 11 w 1380"/>
                <a:gd name="T23" fmla="*/ 7 h 937"/>
                <a:gd name="T24" fmla="*/ 11 w 1380"/>
                <a:gd name="T25" fmla="*/ 7 h 937"/>
                <a:gd name="T26" fmla="*/ 11 w 1380"/>
                <a:gd name="T27" fmla="*/ 7 h 937"/>
                <a:gd name="T28" fmla="*/ 11 w 1380"/>
                <a:gd name="T29" fmla="*/ 7 h 937"/>
                <a:gd name="T30" fmla="*/ 11 w 1380"/>
                <a:gd name="T31" fmla="*/ 7 h 93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80"/>
                <a:gd name="T49" fmla="*/ 0 h 937"/>
                <a:gd name="T50" fmla="*/ 1380 w 1380"/>
                <a:gd name="T51" fmla="*/ 937 h 93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80" h="937">
                  <a:moveTo>
                    <a:pt x="1354" y="848"/>
                  </a:moveTo>
                  <a:lnTo>
                    <a:pt x="1359" y="851"/>
                  </a:lnTo>
                  <a:lnTo>
                    <a:pt x="51" y="0"/>
                  </a:lnTo>
                  <a:lnTo>
                    <a:pt x="0" y="78"/>
                  </a:lnTo>
                  <a:lnTo>
                    <a:pt x="1307" y="929"/>
                  </a:lnTo>
                  <a:lnTo>
                    <a:pt x="1312" y="932"/>
                  </a:lnTo>
                  <a:lnTo>
                    <a:pt x="1307" y="929"/>
                  </a:lnTo>
                  <a:lnTo>
                    <a:pt x="1326" y="937"/>
                  </a:lnTo>
                  <a:lnTo>
                    <a:pt x="1345" y="936"/>
                  </a:lnTo>
                  <a:lnTo>
                    <a:pt x="1360" y="929"/>
                  </a:lnTo>
                  <a:lnTo>
                    <a:pt x="1372" y="916"/>
                  </a:lnTo>
                  <a:lnTo>
                    <a:pt x="1379" y="899"/>
                  </a:lnTo>
                  <a:lnTo>
                    <a:pt x="1380" y="883"/>
                  </a:lnTo>
                  <a:lnTo>
                    <a:pt x="1374" y="865"/>
                  </a:lnTo>
                  <a:lnTo>
                    <a:pt x="1359" y="851"/>
                  </a:lnTo>
                  <a:lnTo>
                    <a:pt x="1354" y="84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0068" name="Freeform 34"/>
            <p:cNvSpPr>
              <a:spLocks/>
            </p:cNvSpPr>
            <p:nvPr/>
          </p:nvSpPr>
          <p:spPr bwMode="auto">
            <a:xfrm>
              <a:off x="1206" y="2379"/>
              <a:ext cx="140" cy="32"/>
            </a:xfrm>
            <a:custGeom>
              <a:avLst/>
              <a:gdLst>
                <a:gd name="T0" fmla="*/ 5 w 703"/>
                <a:gd name="T1" fmla="*/ 0 h 162"/>
                <a:gd name="T2" fmla="*/ 5 w 703"/>
                <a:gd name="T3" fmla="*/ 0 h 162"/>
                <a:gd name="T4" fmla="*/ 5 w 703"/>
                <a:gd name="T5" fmla="*/ 0 h 162"/>
                <a:gd name="T6" fmla="*/ 5 w 703"/>
                <a:gd name="T7" fmla="*/ 0 h 162"/>
                <a:gd name="T8" fmla="*/ 4 w 703"/>
                <a:gd name="T9" fmla="*/ 0 h 162"/>
                <a:gd name="T10" fmla="*/ 4 w 703"/>
                <a:gd name="T11" fmla="*/ 0 h 162"/>
                <a:gd name="T12" fmla="*/ 4 w 703"/>
                <a:gd name="T13" fmla="*/ 0 h 162"/>
                <a:gd name="T14" fmla="*/ 3 w 703"/>
                <a:gd name="T15" fmla="*/ 1 h 162"/>
                <a:gd name="T16" fmla="*/ 3 w 703"/>
                <a:gd name="T17" fmla="*/ 1 h 162"/>
                <a:gd name="T18" fmla="*/ 3 w 703"/>
                <a:gd name="T19" fmla="*/ 1 h 162"/>
                <a:gd name="T20" fmla="*/ 2 w 703"/>
                <a:gd name="T21" fmla="*/ 1 h 162"/>
                <a:gd name="T22" fmla="*/ 2 w 703"/>
                <a:gd name="T23" fmla="*/ 1 h 162"/>
                <a:gd name="T24" fmla="*/ 2 w 703"/>
                <a:gd name="T25" fmla="*/ 0 h 162"/>
                <a:gd name="T26" fmla="*/ 1 w 703"/>
                <a:gd name="T27" fmla="*/ 0 h 162"/>
                <a:gd name="T28" fmla="*/ 1 w 703"/>
                <a:gd name="T29" fmla="*/ 0 h 162"/>
                <a:gd name="T30" fmla="*/ 1 w 703"/>
                <a:gd name="T31" fmla="*/ 0 h 162"/>
                <a:gd name="T32" fmla="*/ 1 w 703"/>
                <a:gd name="T33" fmla="*/ 0 h 162"/>
                <a:gd name="T34" fmla="*/ 0 w 703"/>
                <a:gd name="T35" fmla="*/ 0 h 162"/>
                <a:gd name="T36" fmla="*/ 0 w 703"/>
                <a:gd name="T37" fmla="*/ 1 h 162"/>
                <a:gd name="T38" fmla="*/ 0 w 703"/>
                <a:gd name="T39" fmla="*/ 1 h 162"/>
                <a:gd name="T40" fmla="*/ 1 w 703"/>
                <a:gd name="T41" fmla="*/ 1 h 162"/>
                <a:gd name="T42" fmla="*/ 1 w 703"/>
                <a:gd name="T43" fmla="*/ 1 h 162"/>
                <a:gd name="T44" fmla="*/ 1 w 703"/>
                <a:gd name="T45" fmla="*/ 1 h 162"/>
                <a:gd name="T46" fmla="*/ 2 w 703"/>
                <a:gd name="T47" fmla="*/ 1 h 162"/>
                <a:gd name="T48" fmla="*/ 2 w 703"/>
                <a:gd name="T49" fmla="*/ 1 h 162"/>
                <a:gd name="T50" fmla="*/ 2 w 703"/>
                <a:gd name="T51" fmla="*/ 1 h 162"/>
                <a:gd name="T52" fmla="*/ 3 w 703"/>
                <a:gd name="T53" fmla="*/ 1 h 162"/>
                <a:gd name="T54" fmla="*/ 3 w 703"/>
                <a:gd name="T55" fmla="*/ 1 h 162"/>
                <a:gd name="T56" fmla="*/ 3 w 703"/>
                <a:gd name="T57" fmla="*/ 1 h 162"/>
                <a:gd name="T58" fmla="*/ 4 w 703"/>
                <a:gd name="T59" fmla="*/ 1 h 162"/>
                <a:gd name="T60" fmla="*/ 4 w 703"/>
                <a:gd name="T61" fmla="*/ 1 h 162"/>
                <a:gd name="T62" fmla="*/ 5 w 703"/>
                <a:gd name="T63" fmla="*/ 1 h 162"/>
                <a:gd name="T64" fmla="*/ 5 w 703"/>
                <a:gd name="T65" fmla="*/ 1 h 162"/>
                <a:gd name="T66" fmla="*/ 5 w 703"/>
                <a:gd name="T67" fmla="*/ 1 h 162"/>
                <a:gd name="T68" fmla="*/ 5 w 703"/>
                <a:gd name="T69" fmla="*/ 1 h 162"/>
                <a:gd name="T70" fmla="*/ 5 w 703"/>
                <a:gd name="T71" fmla="*/ 1 h 162"/>
                <a:gd name="T72" fmla="*/ 5 w 703"/>
                <a:gd name="T73" fmla="*/ 1 h 162"/>
                <a:gd name="T74" fmla="*/ 5 w 703"/>
                <a:gd name="T75" fmla="*/ 1 h 162"/>
                <a:gd name="T76" fmla="*/ 6 w 703"/>
                <a:gd name="T77" fmla="*/ 0 h 162"/>
                <a:gd name="T78" fmla="*/ 6 w 703"/>
                <a:gd name="T79" fmla="*/ 0 h 162"/>
                <a:gd name="T80" fmla="*/ 6 w 703"/>
                <a:gd name="T81" fmla="*/ 0 h 162"/>
                <a:gd name="T82" fmla="*/ 5 w 703"/>
                <a:gd name="T83" fmla="*/ 0 h 162"/>
                <a:gd name="T84" fmla="*/ 5 w 703"/>
                <a:gd name="T85" fmla="*/ 0 h 162"/>
                <a:gd name="T86" fmla="*/ 5 w 703"/>
                <a:gd name="T87" fmla="*/ 0 h 162"/>
                <a:gd name="T88" fmla="*/ 5 w 703"/>
                <a:gd name="T89" fmla="*/ 0 h 162"/>
                <a:gd name="T90" fmla="*/ 5 w 703"/>
                <a:gd name="T91" fmla="*/ 0 h 162"/>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703"/>
                <a:gd name="T139" fmla="*/ 0 h 162"/>
                <a:gd name="T140" fmla="*/ 703 w 703"/>
                <a:gd name="T141" fmla="*/ 162 h 162"/>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703" h="162">
                  <a:moveTo>
                    <a:pt x="631" y="8"/>
                  </a:moveTo>
                  <a:lnTo>
                    <a:pt x="636" y="6"/>
                  </a:lnTo>
                  <a:lnTo>
                    <a:pt x="606" y="20"/>
                  </a:lnTo>
                  <a:lnTo>
                    <a:pt x="575" y="32"/>
                  </a:lnTo>
                  <a:lnTo>
                    <a:pt x="540" y="42"/>
                  </a:lnTo>
                  <a:lnTo>
                    <a:pt x="504" y="52"/>
                  </a:lnTo>
                  <a:lnTo>
                    <a:pt x="467" y="59"/>
                  </a:lnTo>
                  <a:lnTo>
                    <a:pt x="428" y="64"/>
                  </a:lnTo>
                  <a:lnTo>
                    <a:pt x="389" y="67"/>
                  </a:lnTo>
                  <a:lnTo>
                    <a:pt x="348" y="68"/>
                  </a:lnTo>
                  <a:lnTo>
                    <a:pt x="308" y="68"/>
                  </a:lnTo>
                  <a:lnTo>
                    <a:pt x="267" y="65"/>
                  </a:lnTo>
                  <a:lnTo>
                    <a:pt x="226" y="61"/>
                  </a:lnTo>
                  <a:lnTo>
                    <a:pt x="187" y="54"/>
                  </a:lnTo>
                  <a:lnTo>
                    <a:pt x="148" y="44"/>
                  </a:lnTo>
                  <a:lnTo>
                    <a:pt x="110" y="33"/>
                  </a:lnTo>
                  <a:lnTo>
                    <a:pt x="75" y="20"/>
                  </a:lnTo>
                  <a:lnTo>
                    <a:pt x="42" y="5"/>
                  </a:lnTo>
                  <a:lnTo>
                    <a:pt x="0" y="89"/>
                  </a:lnTo>
                  <a:lnTo>
                    <a:pt x="40" y="107"/>
                  </a:lnTo>
                  <a:lnTo>
                    <a:pt x="82" y="122"/>
                  </a:lnTo>
                  <a:lnTo>
                    <a:pt x="124" y="135"/>
                  </a:lnTo>
                  <a:lnTo>
                    <a:pt x="169" y="146"/>
                  </a:lnTo>
                  <a:lnTo>
                    <a:pt x="214" y="153"/>
                  </a:lnTo>
                  <a:lnTo>
                    <a:pt x="258" y="158"/>
                  </a:lnTo>
                  <a:lnTo>
                    <a:pt x="303" y="162"/>
                  </a:lnTo>
                  <a:lnTo>
                    <a:pt x="348" y="162"/>
                  </a:lnTo>
                  <a:lnTo>
                    <a:pt x="394" y="161"/>
                  </a:lnTo>
                  <a:lnTo>
                    <a:pt x="439" y="157"/>
                  </a:lnTo>
                  <a:lnTo>
                    <a:pt x="481" y="150"/>
                  </a:lnTo>
                  <a:lnTo>
                    <a:pt x="525" y="143"/>
                  </a:lnTo>
                  <a:lnTo>
                    <a:pt x="566" y="132"/>
                  </a:lnTo>
                  <a:lnTo>
                    <a:pt x="606" y="121"/>
                  </a:lnTo>
                  <a:lnTo>
                    <a:pt x="643" y="105"/>
                  </a:lnTo>
                  <a:lnTo>
                    <a:pt x="678" y="88"/>
                  </a:lnTo>
                  <a:lnTo>
                    <a:pt x="683" y="86"/>
                  </a:lnTo>
                  <a:lnTo>
                    <a:pt x="678" y="88"/>
                  </a:lnTo>
                  <a:lnTo>
                    <a:pt x="695" y="75"/>
                  </a:lnTo>
                  <a:lnTo>
                    <a:pt x="702" y="60"/>
                  </a:lnTo>
                  <a:lnTo>
                    <a:pt x="703" y="42"/>
                  </a:lnTo>
                  <a:lnTo>
                    <a:pt x="698" y="26"/>
                  </a:lnTo>
                  <a:lnTo>
                    <a:pt x="688" y="12"/>
                  </a:lnTo>
                  <a:lnTo>
                    <a:pt x="674" y="3"/>
                  </a:lnTo>
                  <a:lnTo>
                    <a:pt x="656" y="0"/>
                  </a:lnTo>
                  <a:lnTo>
                    <a:pt x="636" y="6"/>
                  </a:lnTo>
                  <a:lnTo>
                    <a:pt x="631"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0069" name="Freeform 35"/>
            <p:cNvSpPr>
              <a:spLocks/>
            </p:cNvSpPr>
            <p:nvPr/>
          </p:nvSpPr>
          <p:spPr bwMode="auto">
            <a:xfrm>
              <a:off x="1332" y="2204"/>
              <a:ext cx="283" cy="192"/>
            </a:xfrm>
            <a:custGeom>
              <a:avLst/>
              <a:gdLst>
                <a:gd name="T0" fmla="*/ 11 w 1415"/>
                <a:gd name="T1" fmla="*/ 0 h 960"/>
                <a:gd name="T2" fmla="*/ 11 w 1415"/>
                <a:gd name="T3" fmla="*/ 0 h 960"/>
                <a:gd name="T4" fmla="*/ 0 w 1415"/>
                <a:gd name="T5" fmla="*/ 7 h 960"/>
                <a:gd name="T6" fmla="*/ 0 w 1415"/>
                <a:gd name="T7" fmla="*/ 8 h 960"/>
                <a:gd name="T8" fmla="*/ 11 w 1415"/>
                <a:gd name="T9" fmla="*/ 1 h 960"/>
                <a:gd name="T10" fmla="*/ 11 w 1415"/>
                <a:gd name="T11" fmla="*/ 1 h 960"/>
                <a:gd name="T12" fmla="*/ 11 w 1415"/>
                <a:gd name="T13" fmla="*/ 1 h 960"/>
                <a:gd name="T14" fmla="*/ 11 w 1415"/>
                <a:gd name="T15" fmla="*/ 1 h 960"/>
                <a:gd name="T16" fmla="*/ 11 w 1415"/>
                <a:gd name="T17" fmla="*/ 0 h 960"/>
                <a:gd name="T18" fmla="*/ 11 w 1415"/>
                <a:gd name="T19" fmla="*/ 0 h 960"/>
                <a:gd name="T20" fmla="*/ 11 w 1415"/>
                <a:gd name="T21" fmla="*/ 0 h 960"/>
                <a:gd name="T22" fmla="*/ 11 w 1415"/>
                <a:gd name="T23" fmla="*/ 0 h 960"/>
                <a:gd name="T24" fmla="*/ 11 w 1415"/>
                <a:gd name="T25" fmla="*/ 0 h 960"/>
                <a:gd name="T26" fmla="*/ 11 w 1415"/>
                <a:gd name="T27" fmla="*/ 0 h 960"/>
                <a:gd name="T28" fmla="*/ 11 w 1415"/>
                <a:gd name="T29" fmla="*/ 0 h 960"/>
                <a:gd name="T30" fmla="*/ 11 w 1415"/>
                <a:gd name="T31" fmla="*/ 0 h 96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15"/>
                <a:gd name="T49" fmla="*/ 0 h 960"/>
                <a:gd name="T50" fmla="*/ 1415 w 1415"/>
                <a:gd name="T51" fmla="*/ 960 h 96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15" h="960">
                  <a:moveTo>
                    <a:pt x="1338" y="10"/>
                  </a:moveTo>
                  <a:lnTo>
                    <a:pt x="1342" y="8"/>
                  </a:lnTo>
                  <a:lnTo>
                    <a:pt x="0" y="882"/>
                  </a:lnTo>
                  <a:lnTo>
                    <a:pt x="52" y="960"/>
                  </a:lnTo>
                  <a:lnTo>
                    <a:pt x="1393" y="85"/>
                  </a:lnTo>
                  <a:lnTo>
                    <a:pt x="1397" y="83"/>
                  </a:lnTo>
                  <a:lnTo>
                    <a:pt x="1393" y="85"/>
                  </a:lnTo>
                  <a:lnTo>
                    <a:pt x="1409" y="71"/>
                  </a:lnTo>
                  <a:lnTo>
                    <a:pt x="1415" y="53"/>
                  </a:lnTo>
                  <a:lnTo>
                    <a:pt x="1413" y="37"/>
                  </a:lnTo>
                  <a:lnTo>
                    <a:pt x="1406" y="21"/>
                  </a:lnTo>
                  <a:lnTo>
                    <a:pt x="1395" y="8"/>
                  </a:lnTo>
                  <a:lnTo>
                    <a:pt x="1379" y="1"/>
                  </a:lnTo>
                  <a:lnTo>
                    <a:pt x="1361" y="0"/>
                  </a:lnTo>
                  <a:lnTo>
                    <a:pt x="1342" y="8"/>
                  </a:lnTo>
                  <a:lnTo>
                    <a:pt x="1338" y="1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0070" name="Freeform 36"/>
            <p:cNvSpPr>
              <a:spLocks/>
            </p:cNvSpPr>
            <p:nvPr/>
          </p:nvSpPr>
          <p:spPr bwMode="auto">
            <a:xfrm>
              <a:off x="1599" y="2057"/>
              <a:ext cx="80" cy="163"/>
            </a:xfrm>
            <a:custGeom>
              <a:avLst/>
              <a:gdLst>
                <a:gd name="T0" fmla="*/ 2 w 398"/>
                <a:gd name="T1" fmla="*/ 0 h 817"/>
                <a:gd name="T2" fmla="*/ 2 w 398"/>
                <a:gd name="T3" fmla="*/ 0 h 817"/>
                <a:gd name="T4" fmla="*/ 2 w 398"/>
                <a:gd name="T5" fmla="*/ 1 h 817"/>
                <a:gd name="T6" fmla="*/ 2 w 398"/>
                <a:gd name="T7" fmla="*/ 1 h 817"/>
                <a:gd name="T8" fmla="*/ 2 w 398"/>
                <a:gd name="T9" fmla="*/ 2 h 817"/>
                <a:gd name="T10" fmla="*/ 2 w 398"/>
                <a:gd name="T11" fmla="*/ 2 h 817"/>
                <a:gd name="T12" fmla="*/ 2 w 398"/>
                <a:gd name="T13" fmla="*/ 2 h 817"/>
                <a:gd name="T14" fmla="*/ 2 w 398"/>
                <a:gd name="T15" fmla="*/ 3 h 817"/>
                <a:gd name="T16" fmla="*/ 2 w 398"/>
                <a:gd name="T17" fmla="*/ 3 h 817"/>
                <a:gd name="T18" fmla="*/ 2 w 398"/>
                <a:gd name="T19" fmla="*/ 4 h 817"/>
                <a:gd name="T20" fmla="*/ 2 w 398"/>
                <a:gd name="T21" fmla="*/ 4 h 817"/>
                <a:gd name="T22" fmla="*/ 1 w 398"/>
                <a:gd name="T23" fmla="*/ 4 h 817"/>
                <a:gd name="T24" fmla="*/ 1 w 398"/>
                <a:gd name="T25" fmla="*/ 5 h 817"/>
                <a:gd name="T26" fmla="*/ 1 w 398"/>
                <a:gd name="T27" fmla="*/ 5 h 817"/>
                <a:gd name="T28" fmla="*/ 1 w 398"/>
                <a:gd name="T29" fmla="*/ 5 h 817"/>
                <a:gd name="T30" fmla="*/ 1 w 398"/>
                <a:gd name="T31" fmla="*/ 5 h 817"/>
                <a:gd name="T32" fmla="*/ 0 w 398"/>
                <a:gd name="T33" fmla="*/ 6 h 817"/>
                <a:gd name="T34" fmla="*/ 0 w 398"/>
                <a:gd name="T35" fmla="*/ 6 h 817"/>
                <a:gd name="T36" fmla="*/ 0 w 398"/>
                <a:gd name="T37" fmla="*/ 7 h 817"/>
                <a:gd name="T38" fmla="*/ 1 w 398"/>
                <a:gd name="T39" fmla="*/ 6 h 817"/>
                <a:gd name="T40" fmla="*/ 1 w 398"/>
                <a:gd name="T41" fmla="*/ 6 h 817"/>
                <a:gd name="T42" fmla="*/ 1 w 398"/>
                <a:gd name="T43" fmla="*/ 6 h 817"/>
                <a:gd name="T44" fmla="*/ 2 w 398"/>
                <a:gd name="T45" fmla="*/ 5 h 817"/>
                <a:gd name="T46" fmla="*/ 2 w 398"/>
                <a:gd name="T47" fmla="*/ 5 h 817"/>
                <a:gd name="T48" fmla="*/ 2 w 398"/>
                <a:gd name="T49" fmla="*/ 5 h 817"/>
                <a:gd name="T50" fmla="*/ 2 w 398"/>
                <a:gd name="T51" fmla="*/ 4 h 817"/>
                <a:gd name="T52" fmla="*/ 2 w 398"/>
                <a:gd name="T53" fmla="*/ 4 h 817"/>
                <a:gd name="T54" fmla="*/ 3 w 398"/>
                <a:gd name="T55" fmla="*/ 3 h 817"/>
                <a:gd name="T56" fmla="*/ 3 w 398"/>
                <a:gd name="T57" fmla="*/ 3 h 817"/>
                <a:gd name="T58" fmla="*/ 3 w 398"/>
                <a:gd name="T59" fmla="*/ 3 h 817"/>
                <a:gd name="T60" fmla="*/ 3 w 398"/>
                <a:gd name="T61" fmla="*/ 2 h 817"/>
                <a:gd name="T62" fmla="*/ 3 w 398"/>
                <a:gd name="T63" fmla="*/ 2 h 817"/>
                <a:gd name="T64" fmla="*/ 3 w 398"/>
                <a:gd name="T65" fmla="*/ 1 h 817"/>
                <a:gd name="T66" fmla="*/ 3 w 398"/>
                <a:gd name="T67" fmla="*/ 1 h 817"/>
                <a:gd name="T68" fmla="*/ 3 w 398"/>
                <a:gd name="T69" fmla="*/ 0 h 817"/>
                <a:gd name="T70" fmla="*/ 3 w 398"/>
                <a:gd name="T71" fmla="*/ 0 h 817"/>
                <a:gd name="T72" fmla="*/ 3 w 398"/>
                <a:gd name="T73" fmla="*/ 0 h 817"/>
                <a:gd name="T74" fmla="*/ 3 w 398"/>
                <a:gd name="T75" fmla="*/ 0 h 817"/>
                <a:gd name="T76" fmla="*/ 3 w 398"/>
                <a:gd name="T77" fmla="*/ 0 h 817"/>
                <a:gd name="T78" fmla="*/ 3 w 398"/>
                <a:gd name="T79" fmla="*/ 0 h 817"/>
                <a:gd name="T80" fmla="*/ 3 w 398"/>
                <a:gd name="T81" fmla="*/ 0 h 817"/>
                <a:gd name="T82" fmla="*/ 3 w 398"/>
                <a:gd name="T83" fmla="*/ 0 h 817"/>
                <a:gd name="T84" fmla="*/ 3 w 398"/>
                <a:gd name="T85" fmla="*/ 0 h 817"/>
                <a:gd name="T86" fmla="*/ 2 w 398"/>
                <a:gd name="T87" fmla="*/ 0 h 817"/>
                <a:gd name="T88" fmla="*/ 2 w 398"/>
                <a:gd name="T89" fmla="*/ 0 h 817"/>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398"/>
                <a:gd name="T136" fmla="*/ 0 h 817"/>
                <a:gd name="T137" fmla="*/ 398 w 398"/>
                <a:gd name="T138" fmla="*/ 817 h 817"/>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398" h="817">
                  <a:moveTo>
                    <a:pt x="304" y="47"/>
                  </a:moveTo>
                  <a:lnTo>
                    <a:pt x="304" y="47"/>
                  </a:lnTo>
                  <a:lnTo>
                    <a:pt x="301" y="97"/>
                  </a:lnTo>
                  <a:lnTo>
                    <a:pt x="297" y="147"/>
                  </a:lnTo>
                  <a:lnTo>
                    <a:pt x="291" y="198"/>
                  </a:lnTo>
                  <a:lnTo>
                    <a:pt x="280" y="247"/>
                  </a:lnTo>
                  <a:lnTo>
                    <a:pt x="268" y="297"/>
                  </a:lnTo>
                  <a:lnTo>
                    <a:pt x="253" y="347"/>
                  </a:lnTo>
                  <a:lnTo>
                    <a:pt x="236" y="395"/>
                  </a:lnTo>
                  <a:lnTo>
                    <a:pt x="217" y="442"/>
                  </a:lnTo>
                  <a:lnTo>
                    <a:pt x="195" y="487"/>
                  </a:lnTo>
                  <a:lnTo>
                    <a:pt x="171" y="532"/>
                  </a:lnTo>
                  <a:lnTo>
                    <a:pt x="147" y="574"/>
                  </a:lnTo>
                  <a:lnTo>
                    <a:pt x="121" y="613"/>
                  </a:lnTo>
                  <a:lnTo>
                    <a:pt x="93" y="650"/>
                  </a:lnTo>
                  <a:lnTo>
                    <a:pt x="64" y="684"/>
                  </a:lnTo>
                  <a:lnTo>
                    <a:pt x="32" y="716"/>
                  </a:lnTo>
                  <a:lnTo>
                    <a:pt x="0" y="744"/>
                  </a:lnTo>
                  <a:lnTo>
                    <a:pt x="59" y="817"/>
                  </a:lnTo>
                  <a:lnTo>
                    <a:pt x="95" y="784"/>
                  </a:lnTo>
                  <a:lnTo>
                    <a:pt x="132" y="748"/>
                  </a:lnTo>
                  <a:lnTo>
                    <a:pt x="166" y="709"/>
                  </a:lnTo>
                  <a:lnTo>
                    <a:pt x="196" y="667"/>
                  </a:lnTo>
                  <a:lnTo>
                    <a:pt x="227" y="623"/>
                  </a:lnTo>
                  <a:lnTo>
                    <a:pt x="253" y="576"/>
                  </a:lnTo>
                  <a:lnTo>
                    <a:pt x="279" y="530"/>
                  </a:lnTo>
                  <a:lnTo>
                    <a:pt x="301" y="479"/>
                  </a:lnTo>
                  <a:lnTo>
                    <a:pt x="323" y="428"/>
                  </a:lnTo>
                  <a:lnTo>
                    <a:pt x="342" y="375"/>
                  </a:lnTo>
                  <a:lnTo>
                    <a:pt x="359" y="321"/>
                  </a:lnTo>
                  <a:lnTo>
                    <a:pt x="372" y="268"/>
                  </a:lnTo>
                  <a:lnTo>
                    <a:pt x="382" y="212"/>
                  </a:lnTo>
                  <a:lnTo>
                    <a:pt x="391" y="157"/>
                  </a:lnTo>
                  <a:lnTo>
                    <a:pt x="395" y="102"/>
                  </a:lnTo>
                  <a:lnTo>
                    <a:pt x="398" y="47"/>
                  </a:lnTo>
                  <a:lnTo>
                    <a:pt x="394" y="27"/>
                  </a:lnTo>
                  <a:lnTo>
                    <a:pt x="383" y="11"/>
                  </a:lnTo>
                  <a:lnTo>
                    <a:pt x="368" y="3"/>
                  </a:lnTo>
                  <a:lnTo>
                    <a:pt x="351" y="0"/>
                  </a:lnTo>
                  <a:lnTo>
                    <a:pt x="333" y="3"/>
                  </a:lnTo>
                  <a:lnTo>
                    <a:pt x="319" y="11"/>
                  </a:lnTo>
                  <a:lnTo>
                    <a:pt x="307" y="27"/>
                  </a:lnTo>
                  <a:lnTo>
                    <a:pt x="304" y="4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0071" name="Freeform 37"/>
            <p:cNvSpPr>
              <a:spLocks/>
            </p:cNvSpPr>
            <p:nvPr/>
          </p:nvSpPr>
          <p:spPr bwMode="auto">
            <a:xfrm>
              <a:off x="1660" y="1701"/>
              <a:ext cx="19" cy="365"/>
            </a:xfrm>
            <a:custGeom>
              <a:avLst/>
              <a:gdLst>
                <a:gd name="T0" fmla="*/ 0 w 95"/>
                <a:gd name="T1" fmla="*/ 0 h 1826"/>
                <a:gd name="T2" fmla="*/ 0 w 95"/>
                <a:gd name="T3" fmla="*/ 0 h 1826"/>
                <a:gd name="T4" fmla="*/ 0 w 95"/>
                <a:gd name="T5" fmla="*/ 15 h 1826"/>
                <a:gd name="T6" fmla="*/ 1 w 95"/>
                <a:gd name="T7" fmla="*/ 15 h 1826"/>
                <a:gd name="T8" fmla="*/ 1 w 95"/>
                <a:gd name="T9" fmla="*/ 0 h 1826"/>
                <a:gd name="T10" fmla="*/ 1 w 95"/>
                <a:gd name="T11" fmla="*/ 0 h 1826"/>
                <a:gd name="T12" fmla="*/ 1 w 95"/>
                <a:gd name="T13" fmla="*/ 0 h 1826"/>
                <a:gd name="T14" fmla="*/ 1 w 95"/>
                <a:gd name="T15" fmla="*/ 0 h 1826"/>
                <a:gd name="T16" fmla="*/ 1 w 95"/>
                <a:gd name="T17" fmla="*/ 0 h 1826"/>
                <a:gd name="T18" fmla="*/ 1 w 95"/>
                <a:gd name="T19" fmla="*/ 0 h 1826"/>
                <a:gd name="T20" fmla="*/ 0 w 95"/>
                <a:gd name="T21" fmla="*/ 0 h 1826"/>
                <a:gd name="T22" fmla="*/ 0 w 95"/>
                <a:gd name="T23" fmla="*/ 0 h 1826"/>
                <a:gd name="T24" fmla="*/ 0 w 95"/>
                <a:gd name="T25" fmla="*/ 0 h 1826"/>
                <a:gd name="T26" fmla="*/ 0 w 95"/>
                <a:gd name="T27" fmla="*/ 0 h 1826"/>
                <a:gd name="T28" fmla="*/ 0 w 95"/>
                <a:gd name="T29" fmla="*/ 0 h 1826"/>
                <a:gd name="T30" fmla="*/ 0 w 95"/>
                <a:gd name="T31" fmla="*/ 0 h 182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95"/>
                <a:gd name="T49" fmla="*/ 0 h 1826"/>
                <a:gd name="T50" fmla="*/ 95 w 95"/>
                <a:gd name="T51" fmla="*/ 1826 h 182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95" h="1826">
                  <a:moveTo>
                    <a:pt x="0" y="49"/>
                  </a:moveTo>
                  <a:lnTo>
                    <a:pt x="0" y="47"/>
                  </a:lnTo>
                  <a:lnTo>
                    <a:pt x="1" y="1826"/>
                  </a:lnTo>
                  <a:lnTo>
                    <a:pt x="95" y="1826"/>
                  </a:lnTo>
                  <a:lnTo>
                    <a:pt x="93" y="47"/>
                  </a:lnTo>
                  <a:lnTo>
                    <a:pt x="93" y="45"/>
                  </a:lnTo>
                  <a:lnTo>
                    <a:pt x="93" y="47"/>
                  </a:lnTo>
                  <a:lnTo>
                    <a:pt x="90" y="27"/>
                  </a:lnTo>
                  <a:lnTo>
                    <a:pt x="79" y="12"/>
                  </a:lnTo>
                  <a:lnTo>
                    <a:pt x="64" y="4"/>
                  </a:lnTo>
                  <a:lnTo>
                    <a:pt x="47" y="0"/>
                  </a:lnTo>
                  <a:lnTo>
                    <a:pt x="29" y="4"/>
                  </a:lnTo>
                  <a:lnTo>
                    <a:pt x="15" y="12"/>
                  </a:lnTo>
                  <a:lnTo>
                    <a:pt x="3" y="27"/>
                  </a:lnTo>
                  <a:lnTo>
                    <a:pt x="0" y="47"/>
                  </a:lnTo>
                  <a:lnTo>
                    <a:pt x="0" y="4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0072" name="Freeform 38"/>
            <p:cNvSpPr>
              <a:spLocks/>
            </p:cNvSpPr>
            <p:nvPr/>
          </p:nvSpPr>
          <p:spPr bwMode="auto">
            <a:xfrm>
              <a:off x="1598" y="1598"/>
              <a:ext cx="81" cy="113"/>
            </a:xfrm>
            <a:custGeom>
              <a:avLst/>
              <a:gdLst>
                <a:gd name="T0" fmla="*/ 0 w 401"/>
                <a:gd name="T1" fmla="*/ 1 h 566"/>
                <a:gd name="T2" fmla="*/ 0 w 401"/>
                <a:gd name="T3" fmla="*/ 1 h 566"/>
                <a:gd name="T4" fmla="*/ 0 w 401"/>
                <a:gd name="T5" fmla="*/ 1 h 566"/>
                <a:gd name="T6" fmla="*/ 1 w 401"/>
                <a:gd name="T7" fmla="*/ 1 h 566"/>
                <a:gd name="T8" fmla="*/ 1 w 401"/>
                <a:gd name="T9" fmla="*/ 1 h 566"/>
                <a:gd name="T10" fmla="*/ 1 w 401"/>
                <a:gd name="T11" fmla="*/ 1 h 566"/>
                <a:gd name="T12" fmla="*/ 1 w 401"/>
                <a:gd name="T13" fmla="*/ 2 h 566"/>
                <a:gd name="T14" fmla="*/ 1 w 401"/>
                <a:gd name="T15" fmla="*/ 2 h 566"/>
                <a:gd name="T16" fmla="*/ 2 w 401"/>
                <a:gd name="T17" fmla="*/ 2 h 566"/>
                <a:gd name="T18" fmla="*/ 2 w 401"/>
                <a:gd name="T19" fmla="*/ 2 h 566"/>
                <a:gd name="T20" fmla="*/ 2 w 401"/>
                <a:gd name="T21" fmla="*/ 2 h 566"/>
                <a:gd name="T22" fmla="*/ 2 w 401"/>
                <a:gd name="T23" fmla="*/ 3 h 566"/>
                <a:gd name="T24" fmla="*/ 2 w 401"/>
                <a:gd name="T25" fmla="*/ 3 h 566"/>
                <a:gd name="T26" fmla="*/ 2 w 401"/>
                <a:gd name="T27" fmla="*/ 3 h 566"/>
                <a:gd name="T28" fmla="*/ 2 w 401"/>
                <a:gd name="T29" fmla="*/ 4 h 566"/>
                <a:gd name="T30" fmla="*/ 2 w 401"/>
                <a:gd name="T31" fmla="*/ 4 h 566"/>
                <a:gd name="T32" fmla="*/ 2 w 401"/>
                <a:gd name="T33" fmla="*/ 4 h 566"/>
                <a:gd name="T34" fmla="*/ 3 w 401"/>
                <a:gd name="T35" fmla="*/ 5 h 566"/>
                <a:gd name="T36" fmla="*/ 3 w 401"/>
                <a:gd name="T37" fmla="*/ 4 h 566"/>
                <a:gd name="T38" fmla="*/ 3 w 401"/>
                <a:gd name="T39" fmla="*/ 4 h 566"/>
                <a:gd name="T40" fmla="*/ 3 w 401"/>
                <a:gd name="T41" fmla="*/ 4 h 566"/>
                <a:gd name="T42" fmla="*/ 3 w 401"/>
                <a:gd name="T43" fmla="*/ 3 h 566"/>
                <a:gd name="T44" fmla="*/ 3 w 401"/>
                <a:gd name="T45" fmla="*/ 3 h 566"/>
                <a:gd name="T46" fmla="*/ 3 w 401"/>
                <a:gd name="T47" fmla="*/ 3 h 566"/>
                <a:gd name="T48" fmla="*/ 3 w 401"/>
                <a:gd name="T49" fmla="*/ 2 h 566"/>
                <a:gd name="T50" fmla="*/ 3 w 401"/>
                <a:gd name="T51" fmla="*/ 2 h 566"/>
                <a:gd name="T52" fmla="*/ 2 w 401"/>
                <a:gd name="T53" fmla="*/ 2 h 566"/>
                <a:gd name="T54" fmla="*/ 2 w 401"/>
                <a:gd name="T55" fmla="*/ 2 h 566"/>
                <a:gd name="T56" fmla="*/ 2 w 401"/>
                <a:gd name="T57" fmla="*/ 1 h 566"/>
                <a:gd name="T58" fmla="*/ 2 w 401"/>
                <a:gd name="T59" fmla="*/ 1 h 566"/>
                <a:gd name="T60" fmla="*/ 2 w 401"/>
                <a:gd name="T61" fmla="*/ 1 h 566"/>
                <a:gd name="T62" fmla="*/ 1 w 401"/>
                <a:gd name="T63" fmla="*/ 1 h 566"/>
                <a:gd name="T64" fmla="*/ 1 w 401"/>
                <a:gd name="T65" fmla="*/ 0 h 566"/>
                <a:gd name="T66" fmla="*/ 1 w 401"/>
                <a:gd name="T67" fmla="*/ 0 h 566"/>
                <a:gd name="T68" fmla="*/ 1 w 401"/>
                <a:gd name="T69" fmla="*/ 0 h 566"/>
                <a:gd name="T70" fmla="*/ 1 w 401"/>
                <a:gd name="T71" fmla="*/ 0 h 566"/>
                <a:gd name="T72" fmla="*/ 1 w 401"/>
                <a:gd name="T73" fmla="*/ 0 h 566"/>
                <a:gd name="T74" fmla="*/ 0 w 401"/>
                <a:gd name="T75" fmla="*/ 0 h 566"/>
                <a:gd name="T76" fmla="*/ 0 w 401"/>
                <a:gd name="T77" fmla="*/ 0 h 566"/>
                <a:gd name="T78" fmla="*/ 0 w 401"/>
                <a:gd name="T79" fmla="*/ 0 h 566"/>
                <a:gd name="T80" fmla="*/ 0 w 401"/>
                <a:gd name="T81" fmla="*/ 0 h 566"/>
                <a:gd name="T82" fmla="*/ 0 w 401"/>
                <a:gd name="T83" fmla="*/ 0 h 566"/>
                <a:gd name="T84" fmla="*/ 0 w 401"/>
                <a:gd name="T85" fmla="*/ 0 h 566"/>
                <a:gd name="T86" fmla="*/ 0 w 401"/>
                <a:gd name="T87" fmla="*/ 1 h 566"/>
                <a:gd name="T88" fmla="*/ 0 w 401"/>
                <a:gd name="T89" fmla="*/ 1 h 56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401"/>
                <a:gd name="T136" fmla="*/ 0 h 566"/>
                <a:gd name="T137" fmla="*/ 401 w 401"/>
                <a:gd name="T138" fmla="*/ 566 h 566"/>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401" h="566">
                  <a:moveTo>
                    <a:pt x="23" y="88"/>
                  </a:moveTo>
                  <a:lnTo>
                    <a:pt x="23" y="88"/>
                  </a:lnTo>
                  <a:lnTo>
                    <a:pt x="53" y="107"/>
                  </a:lnTo>
                  <a:lnTo>
                    <a:pt x="83" y="125"/>
                  </a:lnTo>
                  <a:lnTo>
                    <a:pt x="108" y="147"/>
                  </a:lnTo>
                  <a:lnTo>
                    <a:pt x="135" y="171"/>
                  </a:lnTo>
                  <a:lnTo>
                    <a:pt x="160" y="196"/>
                  </a:lnTo>
                  <a:lnTo>
                    <a:pt x="182" y="223"/>
                  </a:lnTo>
                  <a:lnTo>
                    <a:pt x="205" y="251"/>
                  </a:lnTo>
                  <a:lnTo>
                    <a:pt x="223" y="281"/>
                  </a:lnTo>
                  <a:lnTo>
                    <a:pt x="240" y="312"/>
                  </a:lnTo>
                  <a:lnTo>
                    <a:pt x="256" y="345"/>
                  </a:lnTo>
                  <a:lnTo>
                    <a:pt x="270" y="379"/>
                  </a:lnTo>
                  <a:lnTo>
                    <a:pt x="282" y="414"/>
                  </a:lnTo>
                  <a:lnTo>
                    <a:pt x="291" y="450"/>
                  </a:lnTo>
                  <a:lnTo>
                    <a:pt x="299" y="488"/>
                  </a:lnTo>
                  <a:lnTo>
                    <a:pt x="304" y="526"/>
                  </a:lnTo>
                  <a:lnTo>
                    <a:pt x="308" y="566"/>
                  </a:lnTo>
                  <a:lnTo>
                    <a:pt x="401" y="562"/>
                  </a:lnTo>
                  <a:lnTo>
                    <a:pt x="398" y="517"/>
                  </a:lnTo>
                  <a:lnTo>
                    <a:pt x="391" y="471"/>
                  </a:lnTo>
                  <a:lnTo>
                    <a:pt x="383" y="429"/>
                  </a:lnTo>
                  <a:lnTo>
                    <a:pt x="371" y="386"/>
                  </a:lnTo>
                  <a:lnTo>
                    <a:pt x="357" y="346"/>
                  </a:lnTo>
                  <a:lnTo>
                    <a:pt x="340" y="307"/>
                  </a:lnTo>
                  <a:lnTo>
                    <a:pt x="324" y="270"/>
                  </a:lnTo>
                  <a:lnTo>
                    <a:pt x="303" y="232"/>
                  </a:lnTo>
                  <a:lnTo>
                    <a:pt x="280" y="197"/>
                  </a:lnTo>
                  <a:lnTo>
                    <a:pt x="255" y="164"/>
                  </a:lnTo>
                  <a:lnTo>
                    <a:pt x="228" y="132"/>
                  </a:lnTo>
                  <a:lnTo>
                    <a:pt x="199" y="103"/>
                  </a:lnTo>
                  <a:lnTo>
                    <a:pt x="169" y="76"/>
                  </a:lnTo>
                  <a:lnTo>
                    <a:pt x="137" y="50"/>
                  </a:lnTo>
                  <a:lnTo>
                    <a:pt x="103" y="27"/>
                  </a:lnTo>
                  <a:lnTo>
                    <a:pt x="67" y="6"/>
                  </a:lnTo>
                  <a:lnTo>
                    <a:pt x="48" y="0"/>
                  </a:lnTo>
                  <a:lnTo>
                    <a:pt x="30" y="2"/>
                  </a:lnTo>
                  <a:lnTo>
                    <a:pt x="16" y="12"/>
                  </a:lnTo>
                  <a:lnTo>
                    <a:pt x="5" y="25"/>
                  </a:lnTo>
                  <a:lnTo>
                    <a:pt x="0" y="41"/>
                  </a:lnTo>
                  <a:lnTo>
                    <a:pt x="0" y="59"/>
                  </a:lnTo>
                  <a:lnTo>
                    <a:pt x="8" y="75"/>
                  </a:lnTo>
                  <a:lnTo>
                    <a:pt x="23"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0073" name="Freeform 39"/>
            <p:cNvSpPr>
              <a:spLocks/>
            </p:cNvSpPr>
            <p:nvPr/>
          </p:nvSpPr>
          <p:spPr bwMode="auto">
            <a:xfrm>
              <a:off x="1346" y="1455"/>
              <a:ext cx="266" cy="160"/>
            </a:xfrm>
            <a:custGeom>
              <a:avLst/>
              <a:gdLst>
                <a:gd name="T0" fmla="*/ 0 w 1330"/>
                <a:gd name="T1" fmla="*/ 1 h 801"/>
                <a:gd name="T2" fmla="*/ 0 w 1330"/>
                <a:gd name="T3" fmla="*/ 1 h 801"/>
                <a:gd name="T4" fmla="*/ 10 w 1330"/>
                <a:gd name="T5" fmla="*/ 6 h 801"/>
                <a:gd name="T6" fmla="*/ 11 w 1330"/>
                <a:gd name="T7" fmla="*/ 6 h 801"/>
                <a:gd name="T8" fmla="*/ 1 w 1330"/>
                <a:gd name="T9" fmla="*/ 0 h 801"/>
                <a:gd name="T10" fmla="*/ 1 w 1330"/>
                <a:gd name="T11" fmla="*/ 0 h 801"/>
                <a:gd name="T12" fmla="*/ 1 w 1330"/>
                <a:gd name="T13" fmla="*/ 0 h 801"/>
                <a:gd name="T14" fmla="*/ 0 w 1330"/>
                <a:gd name="T15" fmla="*/ 0 h 801"/>
                <a:gd name="T16" fmla="*/ 0 w 1330"/>
                <a:gd name="T17" fmla="*/ 0 h 801"/>
                <a:gd name="T18" fmla="*/ 0 w 1330"/>
                <a:gd name="T19" fmla="*/ 0 h 801"/>
                <a:gd name="T20" fmla="*/ 0 w 1330"/>
                <a:gd name="T21" fmla="*/ 0 h 801"/>
                <a:gd name="T22" fmla="*/ 0 w 1330"/>
                <a:gd name="T23" fmla="*/ 0 h 801"/>
                <a:gd name="T24" fmla="*/ 0 w 1330"/>
                <a:gd name="T25" fmla="*/ 0 h 801"/>
                <a:gd name="T26" fmla="*/ 0 w 1330"/>
                <a:gd name="T27" fmla="*/ 1 h 801"/>
                <a:gd name="T28" fmla="*/ 0 w 1330"/>
                <a:gd name="T29" fmla="*/ 1 h 801"/>
                <a:gd name="T30" fmla="*/ 0 w 1330"/>
                <a:gd name="T31" fmla="*/ 1 h 801"/>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30"/>
                <a:gd name="T49" fmla="*/ 0 h 801"/>
                <a:gd name="T50" fmla="*/ 1330 w 1330"/>
                <a:gd name="T51" fmla="*/ 801 h 801"/>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30" h="801">
                  <a:moveTo>
                    <a:pt x="24" y="88"/>
                  </a:moveTo>
                  <a:lnTo>
                    <a:pt x="23" y="88"/>
                  </a:lnTo>
                  <a:lnTo>
                    <a:pt x="1286" y="801"/>
                  </a:lnTo>
                  <a:lnTo>
                    <a:pt x="1330" y="719"/>
                  </a:lnTo>
                  <a:lnTo>
                    <a:pt x="67" y="6"/>
                  </a:lnTo>
                  <a:lnTo>
                    <a:pt x="66" y="6"/>
                  </a:lnTo>
                  <a:lnTo>
                    <a:pt x="67" y="6"/>
                  </a:lnTo>
                  <a:lnTo>
                    <a:pt x="48" y="0"/>
                  </a:lnTo>
                  <a:lnTo>
                    <a:pt x="30" y="2"/>
                  </a:lnTo>
                  <a:lnTo>
                    <a:pt x="16" y="12"/>
                  </a:lnTo>
                  <a:lnTo>
                    <a:pt x="5" y="25"/>
                  </a:lnTo>
                  <a:lnTo>
                    <a:pt x="0" y="41"/>
                  </a:lnTo>
                  <a:lnTo>
                    <a:pt x="0" y="59"/>
                  </a:lnTo>
                  <a:lnTo>
                    <a:pt x="8" y="75"/>
                  </a:lnTo>
                  <a:lnTo>
                    <a:pt x="23" y="88"/>
                  </a:lnTo>
                  <a:lnTo>
                    <a:pt x="24"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0074" name="Freeform 40"/>
            <p:cNvSpPr>
              <a:spLocks/>
            </p:cNvSpPr>
            <p:nvPr/>
          </p:nvSpPr>
          <p:spPr bwMode="auto">
            <a:xfrm>
              <a:off x="1198" y="1439"/>
              <a:ext cx="161" cy="35"/>
            </a:xfrm>
            <a:custGeom>
              <a:avLst/>
              <a:gdLst>
                <a:gd name="T0" fmla="*/ 1 w 806"/>
                <a:gd name="T1" fmla="*/ 1 h 177"/>
                <a:gd name="T2" fmla="*/ 1 w 806"/>
                <a:gd name="T3" fmla="*/ 1 h 177"/>
                <a:gd name="T4" fmla="*/ 1 w 806"/>
                <a:gd name="T5" fmla="*/ 1 h 177"/>
                <a:gd name="T6" fmla="*/ 1 w 806"/>
                <a:gd name="T7" fmla="*/ 1 h 177"/>
                <a:gd name="T8" fmla="*/ 2 w 806"/>
                <a:gd name="T9" fmla="*/ 1 h 177"/>
                <a:gd name="T10" fmla="*/ 2 w 806"/>
                <a:gd name="T11" fmla="*/ 1 h 177"/>
                <a:gd name="T12" fmla="*/ 2 w 806"/>
                <a:gd name="T13" fmla="*/ 1 h 177"/>
                <a:gd name="T14" fmla="*/ 3 w 806"/>
                <a:gd name="T15" fmla="*/ 1 h 177"/>
                <a:gd name="T16" fmla="*/ 3 w 806"/>
                <a:gd name="T17" fmla="*/ 1 h 177"/>
                <a:gd name="T18" fmla="*/ 3 w 806"/>
                <a:gd name="T19" fmla="*/ 1 h 177"/>
                <a:gd name="T20" fmla="*/ 4 w 806"/>
                <a:gd name="T21" fmla="*/ 1 h 177"/>
                <a:gd name="T22" fmla="*/ 4 w 806"/>
                <a:gd name="T23" fmla="*/ 1 h 177"/>
                <a:gd name="T24" fmla="*/ 5 w 806"/>
                <a:gd name="T25" fmla="*/ 1 h 177"/>
                <a:gd name="T26" fmla="*/ 5 w 806"/>
                <a:gd name="T27" fmla="*/ 1 h 177"/>
                <a:gd name="T28" fmla="*/ 5 w 806"/>
                <a:gd name="T29" fmla="*/ 1 h 177"/>
                <a:gd name="T30" fmla="*/ 6 w 806"/>
                <a:gd name="T31" fmla="*/ 1 h 177"/>
                <a:gd name="T32" fmla="*/ 6 w 806"/>
                <a:gd name="T33" fmla="*/ 1 h 177"/>
                <a:gd name="T34" fmla="*/ 6 w 806"/>
                <a:gd name="T35" fmla="*/ 1 h 177"/>
                <a:gd name="T36" fmla="*/ 6 w 806"/>
                <a:gd name="T37" fmla="*/ 1 h 177"/>
                <a:gd name="T38" fmla="*/ 6 w 806"/>
                <a:gd name="T39" fmla="*/ 1 h 177"/>
                <a:gd name="T40" fmla="*/ 6 w 806"/>
                <a:gd name="T41" fmla="*/ 0 h 177"/>
                <a:gd name="T42" fmla="*/ 5 w 806"/>
                <a:gd name="T43" fmla="*/ 0 h 177"/>
                <a:gd name="T44" fmla="*/ 5 w 806"/>
                <a:gd name="T45" fmla="*/ 0 h 177"/>
                <a:gd name="T46" fmla="*/ 5 w 806"/>
                <a:gd name="T47" fmla="*/ 0 h 177"/>
                <a:gd name="T48" fmla="*/ 4 w 806"/>
                <a:gd name="T49" fmla="*/ 0 h 177"/>
                <a:gd name="T50" fmla="*/ 4 w 806"/>
                <a:gd name="T51" fmla="*/ 0 h 177"/>
                <a:gd name="T52" fmla="*/ 3 w 806"/>
                <a:gd name="T53" fmla="*/ 0 h 177"/>
                <a:gd name="T54" fmla="*/ 3 w 806"/>
                <a:gd name="T55" fmla="*/ 0 h 177"/>
                <a:gd name="T56" fmla="*/ 3 w 806"/>
                <a:gd name="T57" fmla="*/ 0 h 177"/>
                <a:gd name="T58" fmla="*/ 2 w 806"/>
                <a:gd name="T59" fmla="*/ 0 h 177"/>
                <a:gd name="T60" fmla="*/ 2 w 806"/>
                <a:gd name="T61" fmla="*/ 0 h 177"/>
                <a:gd name="T62" fmla="*/ 1 w 806"/>
                <a:gd name="T63" fmla="*/ 0 h 177"/>
                <a:gd name="T64" fmla="*/ 1 w 806"/>
                <a:gd name="T65" fmla="*/ 0 h 177"/>
                <a:gd name="T66" fmla="*/ 1 w 806"/>
                <a:gd name="T67" fmla="*/ 1 h 177"/>
                <a:gd name="T68" fmla="*/ 0 w 806"/>
                <a:gd name="T69" fmla="*/ 1 h 177"/>
                <a:gd name="T70" fmla="*/ 0 w 806"/>
                <a:gd name="T71" fmla="*/ 1 h 177"/>
                <a:gd name="T72" fmla="*/ 0 w 806"/>
                <a:gd name="T73" fmla="*/ 1 h 177"/>
                <a:gd name="T74" fmla="*/ 0 w 806"/>
                <a:gd name="T75" fmla="*/ 1 h 177"/>
                <a:gd name="T76" fmla="*/ 0 w 806"/>
                <a:gd name="T77" fmla="*/ 1 h 177"/>
                <a:gd name="T78" fmla="*/ 0 w 806"/>
                <a:gd name="T79" fmla="*/ 1 h 177"/>
                <a:gd name="T80" fmla="*/ 0 w 806"/>
                <a:gd name="T81" fmla="*/ 1 h 177"/>
                <a:gd name="T82" fmla="*/ 0 w 806"/>
                <a:gd name="T83" fmla="*/ 1 h 177"/>
                <a:gd name="T84" fmla="*/ 0 w 806"/>
                <a:gd name="T85" fmla="*/ 1 h 177"/>
                <a:gd name="T86" fmla="*/ 0 w 806"/>
                <a:gd name="T87" fmla="*/ 1 h 177"/>
                <a:gd name="T88" fmla="*/ 1 w 806"/>
                <a:gd name="T89" fmla="*/ 1 h 177"/>
                <a:gd name="T90" fmla="*/ 1 w 806"/>
                <a:gd name="T91" fmla="*/ 1 h 17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806"/>
                <a:gd name="T139" fmla="*/ 0 h 177"/>
                <a:gd name="T140" fmla="*/ 806 w 806"/>
                <a:gd name="T141" fmla="*/ 177 h 17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806" h="177">
                  <a:moveTo>
                    <a:pt x="67" y="171"/>
                  </a:moveTo>
                  <a:lnTo>
                    <a:pt x="68" y="171"/>
                  </a:lnTo>
                  <a:lnTo>
                    <a:pt x="109" y="151"/>
                  </a:lnTo>
                  <a:lnTo>
                    <a:pt x="151" y="135"/>
                  </a:lnTo>
                  <a:lnTo>
                    <a:pt x="196" y="122"/>
                  </a:lnTo>
                  <a:lnTo>
                    <a:pt x="242" y="110"/>
                  </a:lnTo>
                  <a:lnTo>
                    <a:pt x="287" y="102"/>
                  </a:lnTo>
                  <a:lnTo>
                    <a:pt x="335" y="97"/>
                  </a:lnTo>
                  <a:lnTo>
                    <a:pt x="382" y="95"/>
                  </a:lnTo>
                  <a:lnTo>
                    <a:pt x="430" y="94"/>
                  </a:lnTo>
                  <a:lnTo>
                    <a:pt x="477" y="97"/>
                  </a:lnTo>
                  <a:lnTo>
                    <a:pt x="524" y="102"/>
                  </a:lnTo>
                  <a:lnTo>
                    <a:pt x="568" y="108"/>
                  </a:lnTo>
                  <a:lnTo>
                    <a:pt x="612" y="117"/>
                  </a:lnTo>
                  <a:lnTo>
                    <a:pt x="654" y="128"/>
                  </a:lnTo>
                  <a:lnTo>
                    <a:pt x="693" y="141"/>
                  </a:lnTo>
                  <a:lnTo>
                    <a:pt x="730" y="155"/>
                  </a:lnTo>
                  <a:lnTo>
                    <a:pt x="764" y="171"/>
                  </a:lnTo>
                  <a:lnTo>
                    <a:pt x="806" y="89"/>
                  </a:lnTo>
                  <a:lnTo>
                    <a:pt x="768" y="70"/>
                  </a:lnTo>
                  <a:lnTo>
                    <a:pt x="725" y="54"/>
                  </a:lnTo>
                  <a:lnTo>
                    <a:pt x="680" y="39"/>
                  </a:lnTo>
                  <a:lnTo>
                    <a:pt x="633" y="26"/>
                  </a:lnTo>
                  <a:lnTo>
                    <a:pt x="585" y="16"/>
                  </a:lnTo>
                  <a:lnTo>
                    <a:pt x="536" y="8"/>
                  </a:lnTo>
                  <a:lnTo>
                    <a:pt x="484" y="3"/>
                  </a:lnTo>
                  <a:lnTo>
                    <a:pt x="433" y="0"/>
                  </a:lnTo>
                  <a:lnTo>
                    <a:pt x="380" y="1"/>
                  </a:lnTo>
                  <a:lnTo>
                    <a:pt x="328" y="3"/>
                  </a:lnTo>
                  <a:lnTo>
                    <a:pt x="276" y="10"/>
                  </a:lnTo>
                  <a:lnTo>
                    <a:pt x="223" y="19"/>
                  </a:lnTo>
                  <a:lnTo>
                    <a:pt x="172" y="30"/>
                  </a:lnTo>
                  <a:lnTo>
                    <a:pt x="121" y="46"/>
                  </a:lnTo>
                  <a:lnTo>
                    <a:pt x="72" y="67"/>
                  </a:lnTo>
                  <a:lnTo>
                    <a:pt x="24" y="89"/>
                  </a:lnTo>
                  <a:lnTo>
                    <a:pt x="25" y="89"/>
                  </a:lnTo>
                  <a:lnTo>
                    <a:pt x="24" y="89"/>
                  </a:lnTo>
                  <a:lnTo>
                    <a:pt x="8" y="102"/>
                  </a:lnTo>
                  <a:lnTo>
                    <a:pt x="0" y="118"/>
                  </a:lnTo>
                  <a:lnTo>
                    <a:pt x="0" y="136"/>
                  </a:lnTo>
                  <a:lnTo>
                    <a:pt x="6" y="152"/>
                  </a:lnTo>
                  <a:lnTo>
                    <a:pt x="17" y="165"/>
                  </a:lnTo>
                  <a:lnTo>
                    <a:pt x="31" y="175"/>
                  </a:lnTo>
                  <a:lnTo>
                    <a:pt x="48" y="177"/>
                  </a:lnTo>
                  <a:lnTo>
                    <a:pt x="68" y="171"/>
                  </a:lnTo>
                  <a:lnTo>
                    <a:pt x="67" y="1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0075" name="Freeform 41"/>
            <p:cNvSpPr>
              <a:spLocks/>
            </p:cNvSpPr>
            <p:nvPr/>
          </p:nvSpPr>
          <p:spPr bwMode="auto">
            <a:xfrm>
              <a:off x="931" y="1456"/>
              <a:ext cx="280" cy="158"/>
            </a:xfrm>
            <a:custGeom>
              <a:avLst/>
              <a:gdLst>
                <a:gd name="T0" fmla="*/ 1 w 1402"/>
                <a:gd name="T1" fmla="*/ 6 h 787"/>
                <a:gd name="T2" fmla="*/ 1 w 1402"/>
                <a:gd name="T3" fmla="*/ 6 h 787"/>
                <a:gd name="T4" fmla="*/ 11 w 1402"/>
                <a:gd name="T5" fmla="*/ 1 h 787"/>
                <a:gd name="T6" fmla="*/ 11 w 1402"/>
                <a:gd name="T7" fmla="*/ 0 h 787"/>
                <a:gd name="T8" fmla="*/ 0 w 1402"/>
                <a:gd name="T9" fmla="*/ 6 h 787"/>
                <a:gd name="T10" fmla="*/ 0 w 1402"/>
                <a:gd name="T11" fmla="*/ 6 h 787"/>
                <a:gd name="T12" fmla="*/ 0 w 1402"/>
                <a:gd name="T13" fmla="*/ 6 h 787"/>
                <a:gd name="T14" fmla="*/ 0 w 1402"/>
                <a:gd name="T15" fmla="*/ 6 h 787"/>
                <a:gd name="T16" fmla="*/ 0 w 1402"/>
                <a:gd name="T17" fmla="*/ 6 h 787"/>
                <a:gd name="T18" fmla="*/ 0 w 1402"/>
                <a:gd name="T19" fmla="*/ 6 h 787"/>
                <a:gd name="T20" fmla="*/ 0 w 1402"/>
                <a:gd name="T21" fmla="*/ 6 h 787"/>
                <a:gd name="T22" fmla="*/ 0 w 1402"/>
                <a:gd name="T23" fmla="*/ 6 h 787"/>
                <a:gd name="T24" fmla="*/ 0 w 1402"/>
                <a:gd name="T25" fmla="*/ 6 h 787"/>
                <a:gd name="T26" fmla="*/ 0 w 1402"/>
                <a:gd name="T27" fmla="*/ 6 h 787"/>
                <a:gd name="T28" fmla="*/ 1 w 1402"/>
                <a:gd name="T29" fmla="*/ 6 h 787"/>
                <a:gd name="T30" fmla="*/ 1 w 1402"/>
                <a:gd name="T31" fmla="*/ 6 h 78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02"/>
                <a:gd name="T49" fmla="*/ 0 h 787"/>
                <a:gd name="T50" fmla="*/ 1402 w 1402"/>
                <a:gd name="T51" fmla="*/ 787 h 78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02" h="787">
                  <a:moveTo>
                    <a:pt x="69" y="781"/>
                  </a:moveTo>
                  <a:lnTo>
                    <a:pt x="66" y="781"/>
                  </a:lnTo>
                  <a:lnTo>
                    <a:pt x="1402" y="82"/>
                  </a:lnTo>
                  <a:lnTo>
                    <a:pt x="1360" y="0"/>
                  </a:lnTo>
                  <a:lnTo>
                    <a:pt x="24" y="699"/>
                  </a:lnTo>
                  <a:lnTo>
                    <a:pt x="22" y="699"/>
                  </a:lnTo>
                  <a:lnTo>
                    <a:pt x="24" y="699"/>
                  </a:lnTo>
                  <a:lnTo>
                    <a:pt x="8" y="712"/>
                  </a:lnTo>
                  <a:lnTo>
                    <a:pt x="1" y="727"/>
                  </a:lnTo>
                  <a:lnTo>
                    <a:pt x="0" y="744"/>
                  </a:lnTo>
                  <a:lnTo>
                    <a:pt x="5" y="761"/>
                  </a:lnTo>
                  <a:lnTo>
                    <a:pt x="15" y="775"/>
                  </a:lnTo>
                  <a:lnTo>
                    <a:pt x="30" y="784"/>
                  </a:lnTo>
                  <a:lnTo>
                    <a:pt x="46" y="787"/>
                  </a:lnTo>
                  <a:lnTo>
                    <a:pt x="66" y="781"/>
                  </a:lnTo>
                  <a:lnTo>
                    <a:pt x="69" y="7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0076" name="Freeform 42"/>
            <p:cNvSpPr>
              <a:spLocks/>
            </p:cNvSpPr>
            <p:nvPr/>
          </p:nvSpPr>
          <p:spPr bwMode="auto">
            <a:xfrm>
              <a:off x="868" y="1596"/>
              <a:ext cx="77" cy="126"/>
            </a:xfrm>
            <a:custGeom>
              <a:avLst/>
              <a:gdLst>
                <a:gd name="T0" fmla="*/ 1 w 382"/>
                <a:gd name="T1" fmla="*/ 5 h 628"/>
                <a:gd name="T2" fmla="*/ 1 w 382"/>
                <a:gd name="T3" fmla="*/ 5 h 628"/>
                <a:gd name="T4" fmla="*/ 1 w 382"/>
                <a:gd name="T5" fmla="*/ 4 h 628"/>
                <a:gd name="T6" fmla="*/ 1 w 382"/>
                <a:gd name="T7" fmla="*/ 4 h 628"/>
                <a:gd name="T8" fmla="*/ 1 w 382"/>
                <a:gd name="T9" fmla="*/ 4 h 628"/>
                <a:gd name="T10" fmla="*/ 1 w 382"/>
                <a:gd name="T11" fmla="*/ 3 h 628"/>
                <a:gd name="T12" fmla="*/ 1 w 382"/>
                <a:gd name="T13" fmla="*/ 3 h 628"/>
                <a:gd name="T14" fmla="*/ 1 w 382"/>
                <a:gd name="T15" fmla="*/ 3 h 628"/>
                <a:gd name="T16" fmla="*/ 1 w 382"/>
                <a:gd name="T17" fmla="*/ 3 h 628"/>
                <a:gd name="T18" fmla="*/ 1 w 382"/>
                <a:gd name="T19" fmla="*/ 2 h 628"/>
                <a:gd name="T20" fmla="*/ 2 w 382"/>
                <a:gd name="T21" fmla="*/ 2 h 628"/>
                <a:gd name="T22" fmla="*/ 2 w 382"/>
                <a:gd name="T23" fmla="*/ 2 h 628"/>
                <a:gd name="T24" fmla="*/ 2 w 382"/>
                <a:gd name="T25" fmla="*/ 2 h 628"/>
                <a:gd name="T26" fmla="*/ 2 w 382"/>
                <a:gd name="T27" fmla="*/ 1 h 628"/>
                <a:gd name="T28" fmla="*/ 2 w 382"/>
                <a:gd name="T29" fmla="*/ 1 h 628"/>
                <a:gd name="T30" fmla="*/ 3 w 382"/>
                <a:gd name="T31" fmla="*/ 1 h 628"/>
                <a:gd name="T32" fmla="*/ 3 w 382"/>
                <a:gd name="T33" fmla="*/ 1 h 628"/>
                <a:gd name="T34" fmla="*/ 3 w 382"/>
                <a:gd name="T35" fmla="*/ 1 h 628"/>
                <a:gd name="T36" fmla="*/ 3 w 382"/>
                <a:gd name="T37" fmla="*/ 0 h 628"/>
                <a:gd name="T38" fmla="*/ 2 w 382"/>
                <a:gd name="T39" fmla="*/ 0 h 628"/>
                <a:gd name="T40" fmla="*/ 2 w 382"/>
                <a:gd name="T41" fmla="*/ 0 h 628"/>
                <a:gd name="T42" fmla="*/ 2 w 382"/>
                <a:gd name="T43" fmla="*/ 1 h 628"/>
                <a:gd name="T44" fmla="*/ 2 w 382"/>
                <a:gd name="T45" fmla="*/ 1 h 628"/>
                <a:gd name="T46" fmla="*/ 1 w 382"/>
                <a:gd name="T47" fmla="*/ 1 h 628"/>
                <a:gd name="T48" fmla="*/ 1 w 382"/>
                <a:gd name="T49" fmla="*/ 1 h 628"/>
                <a:gd name="T50" fmla="*/ 1 w 382"/>
                <a:gd name="T51" fmla="*/ 2 h 628"/>
                <a:gd name="T52" fmla="*/ 1 w 382"/>
                <a:gd name="T53" fmla="*/ 2 h 628"/>
                <a:gd name="T54" fmla="*/ 1 w 382"/>
                <a:gd name="T55" fmla="*/ 2 h 628"/>
                <a:gd name="T56" fmla="*/ 0 w 382"/>
                <a:gd name="T57" fmla="*/ 3 h 628"/>
                <a:gd name="T58" fmla="*/ 0 w 382"/>
                <a:gd name="T59" fmla="*/ 3 h 628"/>
                <a:gd name="T60" fmla="*/ 0 w 382"/>
                <a:gd name="T61" fmla="*/ 3 h 628"/>
                <a:gd name="T62" fmla="*/ 0 w 382"/>
                <a:gd name="T63" fmla="*/ 4 h 628"/>
                <a:gd name="T64" fmla="*/ 0 w 382"/>
                <a:gd name="T65" fmla="*/ 4 h 628"/>
                <a:gd name="T66" fmla="*/ 0 w 382"/>
                <a:gd name="T67" fmla="*/ 4 h 628"/>
                <a:gd name="T68" fmla="*/ 0 w 382"/>
                <a:gd name="T69" fmla="*/ 5 h 628"/>
                <a:gd name="T70" fmla="*/ 0 w 382"/>
                <a:gd name="T71" fmla="*/ 5 h 628"/>
                <a:gd name="T72" fmla="*/ 0 w 382"/>
                <a:gd name="T73" fmla="*/ 5 h 628"/>
                <a:gd name="T74" fmla="*/ 0 w 382"/>
                <a:gd name="T75" fmla="*/ 5 h 628"/>
                <a:gd name="T76" fmla="*/ 0 w 382"/>
                <a:gd name="T77" fmla="*/ 5 h 628"/>
                <a:gd name="T78" fmla="*/ 0 w 382"/>
                <a:gd name="T79" fmla="*/ 5 h 628"/>
                <a:gd name="T80" fmla="*/ 0 w 382"/>
                <a:gd name="T81" fmla="*/ 5 h 628"/>
                <a:gd name="T82" fmla="*/ 1 w 382"/>
                <a:gd name="T83" fmla="*/ 5 h 628"/>
                <a:gd name="T84" fmla="*/ 1 w 382"/>
                <a:gd name="T85" fmla="*/ 5 h 628"/>
                <a:gd name="T86" fmla="*/ 1 w 382"/>
                <a:gd name="T87" fmla="*/ 5 h 628"/>
                <a:gd name="T88" fmla="*/ 1 w 382"/>
                <a:gd name="T89" fmla="*/ 5 h 628"/>
                <a:gd name="T90" fmla="*/ 1 w 382"/>
                <a:gd name="T91" fmla="*/ 5 h 628"/>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382"/>
                <a:gd name="T139" fmla="*/ 0 h 628"/>
                <a:gd name="T140" fmla="*/ 382 w 382"/>
                <a:gd name="T141" fmla="*/ 628 h 628"/>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382" h="628">
                  <a:moveTo>
                    <a:pt x="94" y="581"/>
                  </a:moveTo>
                  <a:lnTo>
                    <a:pt x="94" y="582"/>
                  </a:lnTo>
                  <a:lnTo>
                    <a:pt x="96" y="541"/>
                  </a:lnTo>
                  <a:lnTo>
                    <a:pt x="99" y="500"/>
                  </a:lnTo>
                  <a:lnTo>
                    <a:pt x="106" y="463"/>
                  </a:lnTo>
                  <a:lnTo>
                    <a:pt x="115" y="424"/>
                  </a:lnTo>
                  <a:lnTo>
                    <a:pt x="127" y="389"/>
                  </a:lnTo>
                  <a:lnTo>
                    <a:pt x="140" y="353"/>
                  </a:lnTo>
                  <a:lnTo>
                    <a:pt x="156" y="320"/>
                  </a:lnTo>
                  <a:lnTo>
                    <a:pt x="173" y="287"/>
                  </a:lnTo>
                  <a:lnTo>
                    <a:pt x="193" y="255"/>
                  </a:lnTo>
                  <a:lnTo>
                    <a:pt x="214" y="226"/>
                  </a:lnTo>
                  <a:lnTo>
                    <a:pt x="238" y="198"/>
                  </a:lnTo>
                  <a:lnTo>
                    <a:pt x="263" y="172"/>
                  </a:lnTo>
                  <a:lnTo>
                    <a:pt x="290" y="146"/>
                  </a:lnTo>
                  <a:lnTo>
                    <a:pt x="318" y="122"/>
                  </a:lnTo>
                  <a:lnTo>
                    <a:pt x="349" y="101"/>
                  </a:lnTo>
                  <a:lnTo>
                    <a:pt x="382" y="82"/>
                  </a:lnTo>
                  <a:lnTo>
                    <a:pt x="335" y="0"/>
                  </a:lnTo>
                  <a:lnTo>
                    <a:pt x="297" y="23"/>
                  </a:lnTo>
                  <a:lnTo>
                    <a:pt x="262" y="49"/>
                  </a:lnTo>
                  <a:lnTo>
                    <a:pt x="229" y="76"/>
                  </a:lnTo>
                  <a:lnTo>
                    <a:pt x="198" y="104"/>
                  </a:lnTo>
                  <a:lnTo>
                    <a:pt x="167" y="137"/>
                  </a:lnTo>
                  <a:lnTo>
                    <a:pt x="142" y="170"/>
                  </a:lnTo>
                  <a:lnTo>
                    <a:pt x="116" y="204"/>
                  </a:lnTo>
                  <a:lnTo>
                    <a:pt x="94" y="240"/>
                  </a:lnTo>
                  <a:lnTo>
                    <a:pt x="74" y="278"/>
                  </a:lnTo>
                  <a:lnTo>
                    <a:pt x="54" y="317"/>
                  </a:lnTo>
                  <a:lnTo>
                    <a:pt x="38" y="359"/>
                  </a:lnTo>
                  <a:lnTo>
                    <a:pt x="26" y="401"/>
                  </a:lnTo>
                  <a:lnTo>
                    <a:pt x="15" y="444"/>
                  </a:lnTo>
                  <a:lnTo>
                    <a:pt x="8" y="489"/>
                  </a:lnTo>
                  <a:lnTo>
                    <a:pt x="2" y="534"/>
                  </a:lnTo>
                  <a:lnTo>
                    <a:pt x="0" y="580"/>
                  </a:lnTo>
                  <a:lnTo>
                    <a:pt x="0" y="581"/>
                  </a:lnTo>
                  <a:lnTo>
                    <a:pt x="0" y="580"/>
                  </a:lnTo>
                  <a:lnTo>
                    <a:pt x="3" y="600"/>
                  </a:lnTo>
                  <a:lnTo>
                    <a:pt x="14" y="615"/>
                  </a:lnTo>
                  <a:lnTo>
                    <a:pt x="29" y="625"/>
                  </a:lnTo>
                  <a:lnTo>
                    <a:pt x="45" y="628"/>
                  </a:lnTo>
                  <a:lnTo>
                    <a:pt x="63" y="626"/>
                  </a:lnTo>
                  <a:lnTo>
                    <a:pt x="78" y="616"/>
                  </a:lnTo>
                  <a:lnTo>
                    <a:pt x="89" y="602"/>
                  </a:lnTo>
                  <a:lnTo>
                    <a:pt x="94" y="582"/>
                  </a:lnTo>
                  <a:lnTo>
                    <a:pt x="94" y="5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0077" name="Freeform 43"/>
            <p:cNvSpPr>
              <a:spLocks/>
            </p:cNvSpPr>
            <p:nvPr/>
          </p:nvSpPr>
          <p:spPr bwMode="auto">
            <a:xfrm>
              <a:off x="868" y="1712"/>
              <a:ext cx="19" cy="364"/>
            </a:xfrm>
            <a:custGeom>
              <a:avLst/>
              <a:gdLst>
                <a:gd name="T0" fmla="*/ 1 w 94"/>
                <a:gd name="T1" fmla="*/ 14 h 1818"/>
                <a:gd name="T2" fmla="*/ 1 w 94"/>
                <a:gd name="T3" fmla="*/ 14 h 1818"/>
                <a:gd name="T4" fmla="*/ 1 w 94"/>
                <a:gd name="T5" fmla="*/ 0 h 1818"/>
                <a:gd name="T6" fmla="*/ 0 w 94"/>
                <a:gd name="T7" fmla="*/ 0 h 1818"/>
                <a:gd name="T8" fmla="*/ 0 w 94"/>
                <a:gd name="T9" fmla="*/ 14 h 1818"/>
                <a:gd name="T10" fmla="*/ 0 w 94"/>
                <a:gd name="T11" fmla="*/ 14 h 1818"/>
                <a:gd name="T12" fmla="*/ 0 w 94"/>
                <a:gd name="T13" fmla="*/ 14 h 1818"/>
                <a:gd name="T14" fmla="*/ 0 w 94"/>
                <a:gd name="T15" fmla="*/ 14 h 1818"/>
                <a:gd name="T16" fmla="*/ 0 w 94"/>
                <a:gd name="T17" fmla="*/ 14 h 1818"/>
                <a:gd name="T18" fmla="*/ 0 w 94"/>
                <a:gd name="T19" fmla="*/ 15 h 1818"/>
                <a:gd name="T20" fmla="*/ 0 w 94"/>
                <a:gd name="T21" fmla="*/ 15 h 1818"/>
                <a:gd name="T22" fmla="*/ 1 w 94"/>
                <a:gd name="T23" fmla="*/ 15 h 1818"/>
                <a:gd name="T24" fmla="*/ 1 w 94"/>
                <a:gd name="T25" fmla="*/ 14 h 1818"/>
                <a:gd name="T26" fmla="*/ 1 w 94"/>
                <a:gd name="T27" fmla="*/ 14 h 1818"/>
                <a:gd name="T28" fmla="*/ 1 w 94"/>
                <a:gd name="T29" fmla="*/ 14 h 1818"/>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94"/>
                <a:gd name="T46" fmla="*/ 0 h 1818"/>
                <a:gd name="T47" fmla="*/ 94 w 94"/>
                <a:gd name="T48" fmla="*/ 1818 h 1818"/>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94" h="1818">
                  <a:moveTo>
                    <a:pt x="94" y="1771"/>
                  </a:moveTo>
                  <a:lnTo>
                    <a:pt x="94" y="1771"/>
                  </a:lnTo>
                  <a:lnTo>
                    <a:pt x="94" y="0"/>
                  </a:lnTo>
                  <a:lnTo>
                    <a:pt x="0" y="0"/>
                  </a:lnTo>
                  <a:lnTo>
                    <a:pt x="0" y="1771"/>
                  </a:lnTo>
                  <a:lnTo>
                    <a:pt x="3" y="1791"/>
                  </a:lnTo>
                  <a:lnTo>
                    <a:pt x="15" y="1806"/>
                  </a:lnTo>
                  <a:lnTo>
                    <a:pt x="29" y="1814"/>
                  </a:lnTo>
                  <a:lnTo>
                    <a:pt x="47" y="1818"/>
                  </a:lnTo>
                  <a:lnTo>
                    <a:pt x="64" y="1814"/>
                  </a:lnTo>
                  <a:lnTo>
                    <a:pt x="79" y="1806"/>
                  </a:lnTo>
                  <a:lnTo>
                    <a:pt x="90" y="1791"/>
                  </a:lnTo>
                  <a:lnTo>
                    <a:pt x="94" y="17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0078" name="Freeform 44"/>
            <p:cNvSpPr>
              <a:spLocks/>
            </p:cNvSpPr>
            <p:nvPr/>
          </p:nvSpPr>
          <p:spPr bwMode="auto">
            <a:xfrm>
              <a:off x="868" y="2067"/>
              <a:ext cx="90" cy="160"/>
            </a:xfrm>
            <a:custGeom>
              <a:avLst/>
              <a:gdLst>
                <a:gd name="T0" fmla="*/ 3 w 449"/>
                <a:gd name="T1" fmla="*/ 6 h 803"/>
                <a:gd name="T2" fmla="*/ 3 w 449"/>
                <a:gd name="T3" fmla="*/ 6 h 803"/>
                <a:gd name="T4" fmla="*/ 3 w 449"/>
                <a:gd name="T5" fmla="*/ 5 h 803"/>
                <a:gd name="T6" fmla="*/ 3 w 449"/>
                <a:gd name="T7" fmla="*/ 5 h 803"/>
                <a:gd name="T8" fmla="*/ 3 w 449"/>
                <a:gd name="T9" fmla="*/ 5 h 803"/>
                <a:gd name="T10" fmla="*/ 2 w 449"/>
                <a:gd name="T11" fmla="*/ 5 h 803"/>
                <a:gd name="T12" fmla="*/ 2 w 449"/>
                <a:gd name="T13" fmla="*/ 4 h 803"/>
                <a:gd name="T14" fmla="*/ 2 w 449"/>
                <a:gd name="T15" fmla="*/ 4 h 803"/>
                <a:gd name="T16" fmla="*/ 2 w 449"/>
                <a:gd name="T17" fmla="*/ 4 h 803"/>
                <a:gd name="T18" fmla="*/ 2 w 449"/>
                <a:gd name="T19" fmla="*/ 3 h 803"/>
                <a:gd name="T20" fmla="*/ 1 w 449"/>
                <a:gd name="T21" fmla="*/ 3 h 803"/>
                <a:gd name="T22" fmla="*/ 1 w 449"/>
                <a:gd name="T23" fmla="*/ 2 h 803"/>
                <a:gd name="T24" fmla="*/ 1 w 449"/>
                <a:gd name="T25" fmla="*/ 2 h 803"/>
                <a:gd name="T26" fmla="*/ 1 w 449"/>
                <a:gd name="T27" fmla="*/ 2 h 803"/>
                <a:gd name="T28" fmla="*/ 1 w 449"/>
                <a:gd name="T29" fmla="*/ 1 h 803"/>
                <a:gd name="T30" fmla="*/ 1 w 449"/>
                <a:gd name="T31" fmla="*/ 1 h 803"/>
                <a:gd name="T32" fmla="*/ 1 w 449"/>
                <a:gd name="T33" fmla="*/ 0 h 803"/>
                <a:gd name="T34" fmla="*/ 1 w 449"/>
                <a:gd name="T35" fmla="*/ 0 h 803"/>
                <a:gd name="T36" fmla="*/ 0 w 449"/>
                <a:gd name="T37" fmla="*/ 0 h 803"/>
                <a:gd name="T38" fmla="*/ 0 w 449"/>
                <a:gd name="T39" fmla="*/ 0 h 803"/>
                <a:gd name="T40" fmla="*/ 0 w 449"/>
                <a:gd name="T41" fmla="*/ 1 h 803"/>
                <a:gd name="T42" fmla="*/ 0 w 449"/>
                <a:gd name="T43" fmla="*/ 1 h 803"/>
                <a:gd name="T44" fmla="*/ 0 w 449"/>
                <a:gd name="T45" fmla="*/ 2 h 803"/>
                <a:gd name="T46" fmla="*/ 0 w 449"/>
                <a:gd name="T47" fmla="*/ 2 h 803"/>
                <a:gd name="T48" fmla="*/ 0 w 449"/>
                <a:gd name="T49" fmla="*/ 3 h 803"/>
                <a:gd name="T50" fmla="*/ 1 w 449"/>
                <a:gd name="T51" fmla="*/ 3 h 803"/>
                <a:gd name="T52" fmla="*/ 1 w 449"/>
                <a:gd name="T53" fmla="*/ 4 h 803"/>
                <a:gd name="T54" fmla="*/ 1 w 449"/>
                <a:gd name="T55" fmla="*/ 4 h 803"/>
                <a:gd name="T56" fmla="*/ 1 w 449"/>
                <a:gd name="T57" fmla="*/ 4 h 803"/>
                <a:gd name="T58" fmla="*/ 2 w 449"/>
                <a:gd name="T59" fmla="*/ 5 h 803"/>
                <a:gd name="T60" fmla="*/ 2 w 449"/>
                <a:gd name="T61" fmla="*/ 5 h 803"/>
                <a:gd name="T62" fmla="*/ 2 w 449"/>
                <a:gd name="T63" fmla="*/ 5 h 803"/>
                <a:gd name="T64" fmla="*/ 2 w 449"/>
                <a:gd name="T65" fmla="*/ 6 h 803"/>
                <a:gd name="T66" fmla="*/ 3 w 449"/>
                <a:gd name="T67" fmla="*/ 6 h 803"/>
                <a:gd name="T68" fmla="*/ 3 w 449"/>
                <a:gd name="T69" fmla="*/ 6 h 803"/>
                <a:gd name="T70" fmla="*/ 3 w 449"/>
                <a:gd name="T71" fmla="*/ 6 h 803"/>
                <a:gd name="T72" fmla="*/ 3 w 449"/>
                <a:gd name="T73" fmla="*/ 6 h 803"/>
                <a:gd name="T74" fmla="*/ 3 w 449"/>
                <a:gd name="T75" fmla="*/ 6 h 803"/>
                <a:gd name="T76" fmla="*/ 3 w 449"/>
                <a:gd name="T77" fmla="*/ 6 h 803"/>
                <a:gd name="T78" fmla="*/ 3 w 449"/>
                <a:gd name="T79" fmla="*/ 6 h 803"/>
                <a:gd name="T80" fmla="*/ 4 w 449"/>
                <a:gd name="T81" fmla="*/ 6 h 803"/>
                <a:gd name="T82" fmla="*/ 4 w 449"/>
                <a:gd name="T83" fmla="*/ 6 h 803"/>
                <a:gd name="T84" fmla="*/ 4 w 449"/>
                <a:gd name="T85" fmla="*/ 6 h 803"/>
                <a:gd name="T86" fmla="*/ 4 w 449"/>
                <a:gd name="T87" fmla="*/ 6 h 803"/>
                <a:gd name="T88" fmla="*/ 3 w 449"/>
                <a:gd name="T89" fmla="*/ 6 h 803"/>
                <a:gd name="T90" fmla="*/ 3 w 449"/>
                <a:gd name="T91" fmla="*/ 6 h 80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449"/>
                <a:gd name="T139" fmla="*/ 0 h 803"/>
                <a:gd name="T140" fmla="*/ 449 w 449"/>
                <a:gd name="T141" fmla="*/ 803 h 80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449" h="803">
                  <a:moveTo>
                    <a:pt x="426" y="717"/>
                  </a:moveTo>
                  <a:lnTo>
                    <a:pt x="427" y="717"/>
                  </a:lnTo>
                  <a:lnTo>
                    <a:pt x="395" y="693"/>
                  </a:lnTo>
                  <a:lnTo>
                    <a:pt x="361" y="662"/>
                  </a:lnTo>
                  <a:lnTo>
                    <a:pt x="329" y="628"/>
                  </a:lnTo>
                  <a:lnTo>
                    <a:pt x="299" y="591"/>
                  </a:lnTo>
                  <a:lnTo>
                    <a:pt x="269" y="551"/>
                  </a:lnTo>
                  <a:lnTo>
                    <a:pt x="241" y="507"/>
                  </a:lnTo>
                  <a:lnTo>
                    <a:pt x="215" y="460"/>
                  </a:lnTo>
                  <a:lnTo>
                    <a:pt x="191" y="412"/>
                  </a:lnTo>
                  <a:lnTo>
                    <a:pt x="170" y="363"/>
                  </a:lnTo>
                  <a:lnTo>
                    <a:pt x="151" y="312"/>
                  </a:lnTo>
                  <a:lnTo>
                    <a:pt x="133" y="259"/>
                  </a:lnTo>
                  <a:lnTo>
                    <a:pt x="119" y="207"/>
                  </a:lnTo>
                  <a:lnTo>
                    <a:pt x="108" y="156"/>
                  </a:lnTo>
                  <a:lnTo>
                    <a:pt x="101" y="103"/>
                  </a:lnTo>
                  <a:lnTo>
                    <a:pt x="96" y="51"/>
                  </a:lnTo>
                  <a:lnTo>
                    <a:pt x="94" y="0"/>
                  </a:lnTo>
                  <a:lnTo>
                    <a:pt x="0" y="0"/>
                  </a:lnTo>
                  <a:lnTo>
                    <a:pt x="2" y="56"/>
                  </a:lnTo>
                  <a:lnTo>
                    <a:pt x="7" y="115"/>
                  </a:lnTo>
                  <a:lnTo>
                    <a:pt x="16" y="172"/>
                  </a:lnTo>
                  <a:lnTo>
                    <a:pt x="28" y="231"/>
                  </a:lnTo>
                  <a:lnTo>
                    <a:pt x="44" y="287"/>
                  </a:lnTo>
                  <a:lnTo>
                    <a:pt x="62" y="342"/>
                  </a:lnTo>
                  <a:lnTo>
                    <a:pt x="83" y="398"/>
                  </a:lnTo>
                  <a:lnTo>
                    <a:pt x="106" y="452"/>
                  </a:lnTo>
                  <a:lnTo>
                    <a:pt x="133" y="505"/>
                  </a:lnTo>
                  <a:lnTo>
                    <a:pt x="161" y="554"/>
                  </a:lnTo>
                  <a:lnTo>
                    <a:pt x="192" y="602"/>
                  </a:lnTo>
                  <a:lnTo>
                    <a:pt x="224" y="647"/>
                  </a:lnTo>
                  <a:lnTo>
                    <a:pt x="259" y="689"/>
                  </a:lnTo>
                  <a:lnTo>
                    <a:pt x="295" y="728"/>
                  </a:lnTo>
                  <a:lnTo>
                    <a:pt x="334" y="763"/>
                  </a:lnTo>
                  <a:lnTo>
                    <a:pt x="374" y="795"/>
                  </a:lnTo>
                  <a:lnTo>
                    <a:pt x="375" y="795"/>
                  </a:lnTo>
                  <a:lnTo>
                    <a:pt x="374" y="795"/>
                  </a:lnTo>
                  <a:lnTo>
                    <a:pt x="392" y="803"/>
                  </a:lnTo>
                  <a:lnTo>
                    <a:pt x="411" y="803"/>
                  </a:lnTo>
                  <a:lnTo>
                    <a:pt x="426" y="795"/>
                  </a:lnTo>
                  <a:lnTo>
                    <a:pt x="439" y="782"/>
                  </a:lnTo>
                  <a:lnTo>
                    <a:pt x="446" y="766"/>
                  </a:lnTo>
                  <a:lnTo>
                    <a:pt x="449" y="749"/>
                  </a:lnTo>
                  <a:lnTo>
                    <a:pt x="441" y="732"/>
                  </a:lnTo>
                  <a:lnTo>
                    <a:pt x="427" y="717"/>
                  </a:lnTo>
                  <a:lnTo>
                    <a:pt x="426" y="71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0079" name="Freeform 45"/>
            <p:cNvSpPr>
              <a:spLocks/>
            </p:cNvSpPr>
            <p:nvPr/>
          </p:nvSpPr>
          <p:spPr bwMode="auto">
            <a:xfrm>
              <a:off x="883" y="1673"/>
              <a:ext cx="379" cy="690"/>
            </a:xfrm>
            <a:custGeom>
              <a:avLst/>
              <a:gdLst>
                <a:gd name="T0" fmla="*/ 12 w 1897"/>
                <a:gd name="T1" fmla="*/ 6 h 3450"/>
                <a:gd name="T2" fmla="*/ 13 w 1897"/>
                <a:gd name="T3" fmla="*/ 7 h 3450"/>
                <a:gd name="T4" fmla="*/ 13 w 1897"/>
                <a:gd name="T5" fmla="*/ 7 h 3450"/>
                <a:gd name="T6" fmla="*/ 14 w 1897"/>
                <a:gd name="T7" fmla="*/ 8 h 3450"/>
                <a:gd name="T8" fmla="*/ 14 w 1897"/>
                <a:gd name="T9" fmla="*/ 9 h 3450"/>
                <a:gd name="T10" fmla="*/ 15 w 1897"/>
                <a:gd name="T11" fmla="*/ 10 h 3450"/>
                <a:gd name="T12" fmla="*/ 15 w 1897"/>
                <a:gd name="T13" fmla="*/ 11 h 3450"/>
                <a:gd name="T14" fmla="*/ 15 w 1897"/>
                <a:gd name="T15" fmla="*/ 11 h 3450"/>
                <a:gd name="T16" fmla="*/ 15 w 1897"/>
                <a:gd name="T17" fmla="*/ 12 h 3450"/>
                <a:gd name="T18" fmla="*/ 15 w 1897"/>
                <a:gd name="T19" fmla="*/ 26 h 3450"/>
                <a:gd name="T20" fmla="*/ 15 w 1897"/>
                <a:gd name="T21" fmla="*/ 26 h 3450"/>
                <a:gd name="T22" fmla="*/ 15 w 1897"/>
                <a:gd name="T23" fmla="*/ 27 h 3450"/>
                <a:gd name="T24" fmla="*/ 15 w 1897"/>
                <a:gd name="T25" fmla="*/ 27 h 3450"/>
                <a:gd name="T26" fmla="*/ 14 w 1897"/>
                <a:gd name="T27" fmla="*/ 27 h 3450"/>
                <a:gd name="T28" fmla="*/ 14 w 1897"/>
                <a:gd name="T29" fmla="*/ 28 h 3450"/>
                <a:gd name="T30" fmla="*/ 13 w 1897"/>
                <a:gd name="T31" fmla="*/ 28 h 3450"/>
                <a:gd name="T32" fmla="*/ 13 w 1897"/>
                <a:gd name="T33" fmla="*/ 27 h 3450"/>
                <a:gd name="T34" fmla="*/ 3 w 1897"/>
                <a:gd name="T35" fmla="*/ 21 h 3450"/>
                <a:gd name="T36" fmla="*/ 2 w 1897"/>
                <a:gd name="T37" fmla="*/ 21 h 3450"/>
                <a:gd name="T38" fmla="*/ 2 w 1897"/>
                <a:gd name="T39" fmla="*/ 20 h 3450"/>
                <a:gd name="T40" fmla="*/ 1 w 1897"/>
                <a:gd name="T41" fmla="*/ 19 h 3450"/>
                <a:gd name="T42" fmla="*/ 1 w 1897"/>
                <a:gd name="T43" fmla="*/ 19 h 3450"/>
                <a:gd name="T44" fmla="*/ 0 w 1897"/>
                <a:gd name="T45" fmla="*/ 18 h 3450"/>
                <a:gd name="T46" fmla="*/ 0 w 1897"/>
                <a:gd name="T47" fmla="*/ 17 h 3450"/>
                <a:gd name="T48" fmla="*/ 0 w 1897"/>
                <a:gd name="T49" fmla="*/ 16 h 3450"/>
                <a:gd name="T50" fmla="*/ 0 w 1897"/>
                <a:gd name="T51" fmla="*/ 15 h 3450"/>
                <a:gd name="T52" fmla="*/ 0 w 1897"/>
                <a:gd name="T53" fmla="*/ 2 h 3450"/>
                <a:gd name="T54" fmla="*/ 0 w 1897"/>
                <a:gd name="T55" fmla="*/ 1 h 3450"/>
                <a:gd name="T56" fmla="*/ 0 w 1897"/>
                <a:gd name="T57" fmla="*/ 1 h 3450"/>
                <a:gd name="T58" fmla="*/ 1 w 1897"/>
                <a:gd name="T59" fmla="*/ 0 h 3450"/>
                <a:gd name="T60" fmla="*/ 1 w 1897"/>
                <a:gd name="T61" fmla="*/ 0 h 3450"/>
                <a:gd name="T62" fmla="*/ 1 w 1897"/>
                <a:gd name="T63" fmla="*/ 0 h 3450"/>
                <a:gd name="T64" fmla="*/ 2 w 1897"/>
                <a:gd name="T65" fmla="*/ 0 h 3450"/>
                <a:gd name="T66" fmla="*/ 3 w 1897"/>
                <a:gd name="T67" fmla="*/ 0 h 3450"/>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897"/>
                <a:gd name="T103" fmla="*/ 0 h 3450"/>
                <a:gd name="T104" fmla="*/ 1897 w 1897"/>
                <a:gd name="T105" fmla="*/ 3450 h 3450"/>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897" h="3450">
                  <a:moveTo>
                    <a:pt x="357" y="49"/>
                  </a:moveTo>
                  <a:lnTo>
                    <a:pt x="1542" y="806"/>
                  </a:lnTo>
                  <a:lnTo>
                    <a:pt x="1579" y="832"/>
                  </a:lnTo>
                  <a:lnTo>
                    <a:pt x="1614" y="861"/>
                  </a:lnTo>
                  <a:lnTo>
                    <a:pt x="1648" y="895"/>
                  </a:lnTo>
                  <a:lnTo>
                    <a:pt x="1681" y="933"/>
                  </a:lnTo>
                  <a:lnTo>
                    <a:pt x="1711" y="973"/>
                  </a:lnTo>
                  <a:lnTo>
                    <a:pt x="1740" y="1016"/>
                  </a:lnTo>
                  <a:lnTo>
                    <a:pt x="1768" y="1062"/>
                  </a:lnTo>
                  <a:lnTo>
                    <a:pt x="1793" y="1109"/>
                  </a:lnTo>
                  <a:lnTo>
                    <a:pt x="1816" y="1158"/>
                  </a:lnTo>
                  <a:lnTo>
                    <a:pt x="1836" y="1208"/>
                  </a:lnTo>
                  <a:lnTo>
                    <a:pt x="1854" y="1260"/>
                  </a:lnTo>
                  <a:lnTo>
                    <a:pt x="1869" y="1313"/>
                  </a:lnTo>
                  <a:lnTo>
                    <a:pt x="1881" y="1364"/>
                  </a:lnTo>
                  <a:lnTo>
                    <a:pt x="1890" y="1417"/>
                  </a:lnTo>
                  <a:lnTo>
                    <a:pt x="1895" y="1469"/>
                  </a:lnTo>
                  <a:lnTo>
                    <a:pt x="1897" y="1519"/>
                  </a:lnTo>
                  <a:lnTo>
                    <a:pt x="1897" y="3142"/>
                  </a:lnTo>
                  <a:lnTo>
                    <a:pt x="1895" y="3190"/>
                  </a:lnTo>
                  <a:lnTo>
                    <a:pt x="1890" y="3235"/>
                  </a:lnTo>
                  <a:lnTo>
                    <a:pt x="1881" y="3276"/>
                  </a:lnTo>
                  <a:lnTo>
                    <a:pt x="1869" y="3313"/>
                  </a:lnTo>
                  <a:lnTo>
                    <a:pt x="1854" y="3346"/>
                  </a:lnTo>
                  <a:lnTo>
                    <a:pt x="1836" y="3375"/>
                  </a:lnTo>
                  <a:lnTo>
                    <a:pt x="1816" y="3398"/>
                  </a:lnTo>
                  <a:lnTo>
                    <a:pt x="1793" y="3418"/>
                  </a:lnTo>
                  <a:lnTo>
                    <a:pt x="1768" y="3434"/>
                  </a:lnTo>
                  <a:lnTo>
                    <a:pt x="1740" y="3444"/>
                  </a:lnTo>
                  <a:lnTo>
                    <a:pt x="1711" y="3450"/>
                  </a:lnTo>
                  <a:lnTo>
                    <a:pt x="1681" y="3450"/>
                  </a:lnTo>
                  <a:lnTo>
                    <a:pt x="1648" y="3445"/>
                  </a:lnTo>
                  <a:lnTo>
                    <a:pt x="1614" y="3436"/>
                  </a:lnTo>
                  <a:lnTo>
                    <a:pt x="1579" y="3421"/>
                  </a:lnTo>
                  <a:lnTo>
                    <a:pt x="1542" y="3400"/>
                  </a:lnTo>
                  <a:lnTo>
                    <a:pt x="357" y="2643"/>
                  </a:lnTo>
                  <a:lnTo>
                    <a:pt x="320" y="2618"/>
                  </a:lnTo>
                  <a:lnTo>
                    <a:pt x="285" y="2588"/>
                  </a:lnTo>
                  <a:lnTo>
                    <a:pt x="251" y="2554"/>
                  </a:lnTo>
                  <a:lnTo>
                    <a:pt x="218" y="2517"/>
                  </a:lnTo>
                  <a:lnTo>
                    <a:pt x="187" y="2477"/>
                  </a:lnTo>
                  <a:lnTo>
                    <a:pt x="157" y="2433"/>
                  </a:lnTo>
                  <a:lnTo>
                    <a:pt x="130" y="2388"/>
                  </a:lnTo>
                  <a:lnTo>
                    <a:pt x="105" y="2341"/>
                  </a:lnTo>
                  <a:lnTo>
                    <a:pt x="81" y="2292"/>
                  </a:lnTo>
                  <a:lnTo>
                    <a:pt x="61" y="2241"/>
                  </a:lnTo>
                  <a:lnTo>
                    <a:pt x="44" y="2190"/>
                  </a:lnTo>
                  <a:lnTo>
                    <a:pt x="29" y="2138"/>
                  </a:lnTo>
                  <a:lnTo>
                    <a:pt x="17" y="2085"/>
                  </a:lnTo>
                  <a:lnTo>
                    <a:pt x="7" y="2033"/>
                  </a:lnTo>
                  <a:lnTo>
                    <a:pt x="3" y="1981"/>
                  </a:lnTo>
                  <a:lnTo>
                    <a:pt x="0" y="1931"/>
                  </a:lnTo>
                  <a:lnTo>
                    <a:pt x="0" y="308"/>
                  </a:lnTo>
                  <a:lnTo>
                    <a:pt x="3" y="260"/>
                  </a:lnTo>
                  <a:lnTo>
                    <a:pt x="7" y="215"/>
                  </a:lnTo>
                  <a:lnTo>
                    <a:pt x="17" y="174"/>
                  </a:lnTo>
                  <a:lnTo>
                    <a:pt x="29" y="137"/>
                  </a:lnTo>
                  <a:lnTo>
                    <a:pt x="44" y="104"/>
                  </a:lnTo>
                  <a:lnTo>
                    <a:pt x="61" y="76"/>
                  </a:lnTo>
                  <a:lnTo>
                    <a:pt x="81" y="51"/>
                  </a:lnTo>
                  <a:lnTo>
                    <a:pt x="105" y="31"/>
                  </a:lnTo>
                  <a:lnTo>
                    <a:pt x="130" y="16"/>
                  </a:lnTo>
                  <a:lnTo>
                    <a:pt x="157" y="5"/>
                  </a:lnTo>
                  <a:lnTo>
                    <a:pt x="187" y="0"/>
                  </a:lnTo>
                  <a:lnTo>
                    <a:pt x="218" y="0"/>
                  </a:lnTo>
                  <a:lnTo>
                    <a:pt x="251" y="3"/>
                  </a:lnTo>
                  <a:lnTo>
                    <a:pt x="285" y="14"/>
                  </a:lnTo>
                  <a:lnTo>
                    <a:pt x="320" y="29"/>
                  </a:lnTo>
                  <a:lnTo>
                    <a:pt x="357" y="49"/>
                  </a:lnTo>
                  <a:close/>
                </a:path>
              </a:pathLst>
            </a:custGeom>
            <a:solidFill>
              <a:srgbClr val="BFBFB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0080" name="Freeform 46"/>
            <p:cNvSpPr>
              <a:spLocks/>
            </p:cNvSpPr>
            <p:nvPr/>
          </p:nvSpPr>
          <p:spPr bwMode="auto">
            <a:xfrm>
              <a:off x="1268" y="1663"/>
              <a:ext cx="393" cy="711"/>
            </a:xfrm>
            <a:custGeom>
              <a:avLst/>
              <a:gdLst>
                <a:gd name="T0" fmla="*/ 3 w 1962"/>
                <a:gd name="T1" fmla="*/ 7 h 3555"/>
                <a:gd name="T2" fmla="*/ 2 w 1962"/>
                <a:gd name="T3" fmla="*/ 7 h 3555"/>
                <a:gd name="T4" fmla="*/ 2 w 1962"/>
                <a:gd name="T5" fmla="*/ 8 h 3555"/>
                <a:gd name="T6" fmla="*/ 1 w 1962"/>
                <a:gd name="T7" fmla="*/ 8 h 3555"/>
                <a:gd name="T8" fmla="*/ 1 w 1962"/>
                <a:gd name="T9" fmla="*/ 9 h 3555"/>
                <a:gd name="T10" fmla="*/ 1 w 1962"/>
                <a:gd name="T11" fmla="*/ 10 h 3555"/>
                <a:gd name="T12" fmla="*/ 0 w 1962"/>
                <a:gd name="T13" fmla="*/ 11 h 3555"/>
                <a:gd name="T14" fmla="*/ 0 w 1962"/>
                <a:gd name="T15" fmla="*/ 12 h 3555"/>
                <a:gd name="T16" fmla="*/ 0 w 1962"/>
                <a:gd name="T17" fmla="*/ 13 h 3555"/>
                <a:gd name="T18" fmla="*/ 0 w 1962"/>
                <a:gd name="T19" fmla="*/ 26 h 3555"/>
                <a:gd name="T20" fmla="*/ 0 w 1962"/>
                <a:gd name="T21" fmla="*/ 27 h 3555"/>
                <a:gd name="T22" fmla="*/ 0 w 1962"/>
                <a:gd name="T23" fmla="*/ 28 h 3555"/>
                <a:gd name="T24" fmla="*/ 1 w 1962"/>
                <a:gd name="T25" fmla="*/ 28 h 3555"/>
                <a:gd name="T26" fmla="*/ 1 w 1962"/>
                <a:gd name="T27" fmla="*/ 28 h 3555"/>
                <a:gd name="T28" fmla="*/ 2 w 1962"/>
                <a:gd name="T29" fmla="*/ 28 h 3555"/>
                <a:gd name="T30" fmla="*/ 2 w 1962"/>
                <a:gd name="T31" fmla="*/ 28 h 3555"/>
                <a:gd name="T32" fmla="*/ 3 w 1962"/>
                <a:gd name="T33" fmla="*/ 28 h 3555"/>
                <a:gd name="T34" fmla="*/ 13 w 1962"/>
                <a:gd name="T35" fmla="*/ 22 h 3555"/>
                <a:gd name="T36" fmla="*/ 13 w 1962"/>
                <a:gd name="T37" fmla="*/ 21 h 3555"/>
                <a:gd name="T38" fmla="*/ 14 w 1962"/>
                <a:gd name="T39" fmla="*/ 21 h 3555"/>
                <a:gd name="T40" fmla="*/ 14 w 1962"/>
                <a:gd name="T41" fmla="*/ 20 h 3555"/>
                <a:gd name="T42" fmla="*/ 15 w 1962"/>
                <a:gd name="T43" fmla="*/ 19 h 3555"/>
                <a:gd name="T44" fmla="*/ 15 w 1962"/>
                <a:gd name="T45" fmla="*/ 18 h 3555"/>
                <a:gd name="T46" fmla="*/ 16 w 1962"/>
                <a:gd name="T47" fmla="*/ 18 h 3555"/>
                <a:gd name="T48" fmla="*/ 16 w 1962"/>
                <a:gd name="T49" fmla="*/ 17 h 3555"/>
                <a:gd name="T50" fmla="*/ 16 w 1962"/>
                <a:gd name="T51" fmla="*/ 16 h 3555"/>
                <a:gd name="T52" fmla="*/ 16 w 1962"/>
                <a:gd name="T53" fmla="*/ 2 h 3555"/>
                <a:gd name="T54" fmla="*/ 16 w 1962"/>
                <a:gd name="T55" fmla="*/ 1 h 3555"/>
                <a:gd name="T56" fmla="*/ 15 w 1962"/>
                <a:gd name="T57" fmla="*/ 1 h 3555"/>
                <a:gd name="T58" fmla="*/ 15 w 1962"/>
                <a:gd name="T59" fmla="*/ 0 h 3555"/>
                <a:gd name="T60" fmla="*/ 15 w 1962"/>
                <a:gd name="T61" fmla="*/ 0 h 3555"/>
                <a:gd name="T62" fmla="*/ 14 w 1962"/>
                <a:gd name="T63" fmla="*/ 0 h 3555"/>
                <a:gd name="T64" fmla="*/ 14 w 1962"/>
                <a:gd name="T65" fmla="*/ 0 h 3555"/>
                <a:gd name="T66" fmla="*/ 13 w 1962"/>
                <a:gd name="T67" fmla="*/ 0 h 3555"/>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962"/>
                <a:gd name="T103" fmla="*/ 0 h 3555"/>
                <a:gd name="T104" fmla="*/ 1962 w 1962"/>
                <a:gd name="T105" fmla="*/ 3555 h 3555"/>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962" h="3555">
                  <a:moveTo>
                    <a:pt x="1594" y="50"/>
                  </a:moveTo>
                  <a:lnTo>
                    <a:pt x="368" y="831"/>
                  </a:lnTo>
                  <a:lnTo>
                    <a:pt x="330" y="858"/>
                  </a:lnTo>
                  <a:lnTo>
                    <a:pt x="294" y="888"/>
                  </a:lnTo>
                  <a:lnTo>
                    <a:pt x="259" y="922"/>
                  </a:lnTo>
                  <a:lnTo>
                    <a:pt x="225" y="961"/>
                  </a:lnTo>
                  <a:lnTo>
                    <a:pt x="193" y="1003"/>
                  </a:lnTo>
                  <a:lnTo>
                    <a:pt x="163" y="1047"/>
                  </a:lnTo>
                  <a:lnTo>
                    <a:pt x="133" y="1094"/>
                  </a:lnTo>
                  <a:lnTo>
                    <a:pt x="108" y="1143"/>
                  </a:lnTo>
                  <a:lnTo>
                    <a:pt x="84" y="1193"/>
                  </a:lnTo>
                  <a:lnTo>
                    <a:pt x="63" y="1246"/>
                  </a:lnTo>
                  <a:lnTo>
                    <a:pt x="44" y="1299"/>
                  </a:lnTo>
                  <a:lnTo>
                    <a:pt x="29" y="1353"/>
                  </a:lnTo>
                  <a:lnTo>
                    <a:pt x="16" y="1405"/>
                  </a:lnTo>
                  <a:lnTo>
                    <a:pt x="7" y="1459"/>
                  </a:lnTo>
                  <a:lnTo>
                    <a:pt x="2" y="1512"/>
                  </a:lnTo>
                  <a:lnTo>
                    <a:pt x="0" y="1565"/>
                  </a:lnTo>
                  <a:lnTo>
                    <a:pt x="0" y="3237"/>
                  </a:lnTo>
                  <a:lnTo>
                    <a:pt x="2" y="3287"/>
                  </a:lnTo>
                  <a:lnTo>
                    <a:pt x="7" y="3333"/>
                  </a:lnTo>
                  <a:lnTo>
                    <a:pt x="16" y="3375"/>
                  </a:lnTo>
                  <a:lnTo>
                    <a:pt x="29" y="3413"/>
                  </a:lnTo>
                  <a:lnTo>
                    <a:pt x="44" y="3447"/>
                  </a:lnTo>
                  <a:lnTo>
                    <a:pt x="63" y="3477"/>
                  </a:lnTo>
                  <a:lnTo>
                    <a:pt x="84" y="3502"/>
                  </a:lnTo>
                  <a:lnTo>
                    <a:pt x="108" y="3522"/>
                  </a:lnTo>
                  <a:lnTo>
                    <a:pt x="133" y="3538"/>
                  </a:lnTo>
                  <a:lnTo>
                    <a:pt x="163" y="3549"/>
                  </a:lnTo>
                  <a:lnTo>
                    <a:pt x="193" y="3555"/>
                  </a:lnTo>
                  <a:lnTo>
                    <a:pt x="225" y="3555"/>
                  </a:lnTo>
                  <a:lnTo>
                    <a:pt x="259" y="3550"/>
                  </a:lnTo>
                  <a:lnTo>
                    <a:pt x="294" y="3541"/>
                  </a:lnTo>
                  <a:lnTo>
                    <a:pt x="330" y="3524"/>
                  </a:lnTo>
                  <a:lnTo>
                    <a:pt x="368" y="3503"/>
                  </a:lnTo>
                  <a:lnTo>
                    <a:pt x="1594" y="2722"/>
                  </a:lnTo>
                  <a:lnTo>
                    <a:pt x="1632" y="2696"/>
                  </a:lnTo>
                  <a:lnTo>
                    <a:pt x="1668" y="2665"/>
                  </a:lnTo>
                  <a:lnTo>
                    <a:pt x="1703" y="2631"/>
                  </a:lnTo>
                  <a:lnTo>
                    <a:pt x="1737" y="2592"/>
                  </a:lnTo>
                  <a:lnTo>
                    <a:pt x="1769" y="2551"/>
                  </a:lnTo>
                  <a:lnTo>
                    <a:pt x="1799" y="2506"/>
                  </a:lnTo>
                  <a:lnTo>
                    <a:pt x="1829" y="2460"/>
                  </a:lnTo>
                  <a:lnTo>
                    <a:pt x="1854" y="2411"/>
                  </a:lnTo>
                  <a:lnTo>
                    <a:pt x="1878" y="2361"/>
                  </a:lnTo>
                  <a:lnTo>
                    <a:pt x="1899" y="2308"/>
                  </a:lnTo>
                  <a:lnTo>
                    <a:pt x="1918" y="2256"/>
                  </a:lnTo>
                  <a:lnTo>
                    <a:pt x="1933" y="2202"/>
                  </a:lnTo>
                  <a:lnTo>
                    <a:pt x="1946" y="2149"/>
                  </a:lnTo>
                  <a:lnTo>
                    <a:pt x="1955" y="2095"/>
                  </a:lnTo>
                  <a:lnTo>
                    <a:pt x="1960" y="2042"/>
                  </a:lnTo>
                  <a:lnTo>
                    <a:pt x="1962" y="1989"/>
                  </a:lnTo>
                  <a:lnTo>
                    <a:pt x="1962" y="319"/>
                  </a:lnTo>
                  <a:lnTo>
                    <a:pt x="1960" y="269"/>
                  </a:lnTo>
                  <a:lnTo>
                    <a:pt x="1955" y="223"/>
                  </a:lnTo>
                  <a:lnTo>
                    <a:pt x="1946" y="180"/>
                  </a:lnTo>
                  <a:lnTo>
                    <a:pt x="1933" y="143"/>
                  </a:lnTo>
                  <a:lnTo>
                    <a:pt x="1918" y="109"/>
                  </a:lnTo>
                  <a:lnTo>
                    <a:pt x="1899" y="79"/>
                  </a:lnTo>
                  <a:lnTo>
                    <a:pt x="1878" y="54"/>
                  </a:lnTo>
                  <a:lnTo>
                    <a:pt x="1854" y="33"/>
                  </a:lnTo>
                  <a:lnTo>
                    <a:pt x="1829" y="17"/>
                  </a:lnTo>
                  <a:lnTo>
                    <a:pt x="1799" y="7"/>
                  </a:lnTo>
                  <a:lnTo>
                    <a:pt x="1769" y="0"/>
                  </a:lnTo>
                  <a:lnTo>
                    <a:pt x="1737" y="0"/>
                  </a:lnTo>
                  <a:lnTo>
                    <a:pt x="1703" y="4"/>
                  </a:lnTo>
                  <a:lnTo>
                    <a:pt x="1668" y="14"/>
                  </a:lnTo>
                  <a:lnTo>
                    <a:pt x="1632" y="29"/>
                  </a:lnTo>
                  <a:lnTo>
                    <a:pt x="1594" y="50"/>
                  </a:lnTo>
                  <a:close/>
                </a:path>
              </a:pathLst>
            </a:custGeom>
            <a:solidFill>
              <a:srgbClr val="E5E5E5"/>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0081" name="Freeform 47"/>
            <p:cNvSpPr>
              <a:spLocks noEditPoints="1"/>
            </p:cNvSpPr>
            <p:nvPr/>
          </p:nvSpPr>
          <p:spPr bwMode="auto">
            <a:xfrm>
              <a:off x="916" y="1589"/>
              <a:ext cx="697" cy="698"/>
            </a:xfrm>
            <a:custGeom>
              <a:avLst/>
              <a:gdLst>
                <a:gd name="T0" fmla="*/ 16 w 3485"/>
                <a:gd name="T1" fmla="*/ 0 h 3490"/>
                <a:gd name="T2" fmla="*/ 17 w 3485"/>
                <a:gd name="T3" fmla="*/ 2 h 3490"/>
                <a:gd name="T4" fmla="*/ 17 w 3485"/>
                <a:gd name="T5" fmla="*/ 3 h 3490"/>
                <a:gd name="T6" fmla="*/ 14 w 3485"/>
                <a:gd name="T7" fmla="*/ 4 h 3490"/>
                <a:gd name="T8" fmla="*/ 12 w 3485"/>
                <a:gd name="T9" fmla="*/ 4 h 3490"/>
                <a:gd name="T10" fmla="*/ 11 w 3485"/>
                <a:gd name="T11" fmla="*/ 2 h 3490"/>
                <a:gd name="T12" fmla="*/ 11 w 3485"/>
                <a:gd name="T13" fmla="*/ 1 h 3490"/>
                <a:gd name="T14" fmla="*/ 14 w 3485"/>
                <a:gd name="T15" fmla="*/ 0 h 3490"/>
                <a:gd name="T16" fmla="*/ 3 w 3485"/>
                <a:gd name="T17" fmla="*/ 7 h 3490"/>
                <a:gd name="T18" fmla="*/ 4 w 3485"/>
                <a:gd name="T19" fmla="*/ 9 h 3490"/>
                <a:gd name="T20" fmla="*/ 3 w 3485"/>
                <a:gd name="T21" fmla="*/ 12 h 3490"/>
                <a:gd name="T22" fmla="*/ 2 w 3485"/>
                <a:gd name="T23" fmla="*/ 13 h 3490"/>
                <a:gd name="T24" fmla="*/ 1 w 3485"/>
                <a:gd name="T25" fmla="*/ 12 h 3490"/>
                <a:gd name="T26" fmla="*/ 0 w 3485"/>
                <a:gd name="T27" fmla="*/ 10 h 3490"/>
                <a:gd name="T28" fmla="*/ 0 w 3485"/>
                <a:gd name="T29" fmla="*/ 8 h 3490"/>
                <a:gd name="T30" fmla="*/ 2 w 3485"/>
                <a:gd name="T31" fmla="*/ 6 h 3490"/>
                <a:gd name="T32" fmla="*/ 10 w 3485"/>
                <a:gd name="T33" fmla="*/ 20 h 3490"/>
                <a:gd name="T34" fmla="*/ 11 w 3485"/>
                <a:gd name="T35" fmla="*/ 22 h 3490"/>
                <a:gd name="T36" fmla="*/ 11 w 3485"/>
                <a:gd name="T37" fmla="*/ 25 h 3490"/>
                <a:gd name="T38" fmla="*/ 10 w 3485"/>
                <a:gd name="T39" fmla="*/ 27 h 3490"/>
                <a:gd name="T40" fmla="*/ 8 w 3485"/>
                <a:gd name="T41" fmla="*/ 26 h 3490"/>
                <a:gd name="T42" fmla="*/ 7 w 3485"/>
                <a:gd name="T43" fmla="*/ 24 h 3490"/>
                <a:gd name="T44" fmla="*/ 7 w 3485"/>
                <a:gd name="T45" fmla="*/ 22 h 3490"/>
                <a:gd name="T46" fmla="*/ 8 w 3485"/>
                <a:gd name="T47" fmla="*/ 20 h 3490"/>
                <a:gd name="T48" fmla="*/ 20 w 3485"/>
                <a:gd name="T49" fmla="*/ 21 h 3490"/>
                <a:gd name="T50" fmla="*/ 21 w 3485"/>
                <a:gd name="T51" fmla="*/ 23 h 3490"/>
                <a:gd name="T52" fmla="*/ 21 w 3485"/>
                <a:gd name="T53" fmla="*/ 26 h 3490"/>
                <a:gd name="T54" fmla="*/ 20 w 3485"/>
                <a:gd name="T55" fmla="*/ 28 h 3490"/>
                <a:gd name="T56" fmla="*/ 18 w 3485"/>
                <a:gd name="T57" fmla="*/ 28 h 3490"/>
                <a:gd name="T58" fmla="*/ 17 w 3485"/>
                <a:gd name="T59" fmla="*/ 26 h 3490"/>
                <a:gd name="T60" fmla="*/ 17 w 3485"/>
                <a:gd name="T61" fmla="*/ 23 h 3490"/>
                <a:gd name="T62" fmla="*/ 18 w 3485"/>
                <a:gd name="T63" fmla="*/ 21 h 3490"/>
                <a:gd name="T64" fmla="*/ 19 w 3485"/>
                <a:gd name="T65" fmla="*/ 11 h 3490"/>
                <a:gd name="T66" fmla="*/ 20 w 3485"/>
                <a:gd name="T67" fmla="*/ 13 h 3490"/>
                <a:gd name="T68" fmla="*/ 21 w 3485"/>
                <a:gd name="T69" fmla="*/ 15 h 3490"/>
                <a:gd name="T70" fmla="*/ 20 w 3485"/>
                <a:gd name="T71" fmla="*/ 17 h 3490"/>
                <a:gd name="T72" fmla="*/ 18 w 3485"/>
                <a:gd name="T73" fmla="*/ 17 h 3490"/>
                <a:gd name="T74" fmla="*/ 17 w 3485"/>
                <a:gd name="T75" fmla="*/ 16 h 3490"/>
                <a:gd name="T76" fmla="*/ 17 w 3485"/>
                <a:gd name="T77" fmla="*/ 13 h 3490"/>
                <a:gd name="T78" fmla="*/ 18 w 3485"/>
                <a:gd name="T79" fmla="*/ 11 h 3490"/>
                <a:gd name="T80" fmla="*/ 26 w 3485"/>
                <a:gd name="T81" fmla="*/ 7 h 3490"/>
                <a:gd name="T82" fmla="*/ 27 w 3485"/>
                <a:gd name="T83" fmla="*/ 8 h 3490"/>
                <a:gd name="T84" fmla="*/ 27 w 3485"/>
                <a:gd name="T85" fmla="*/ 11 h 3490"/>
                <a:gd name="T86" fmla="*/ 26 w 3485"/>
                <a:gd name="T87" fmla="*/ 13 h 3490"/>
                <a:gd name="T88" fmla="*/ 25 w 3485"/>
                <a:gd name="T89" fmla="*/ 13 h 3490"/>
                <a:gd name="T90" fmla="*/ 24 w 3485"/>
                <a:gd name="T91" fmla="*/ 12 h 3490"/>
                <a:gd name="T92" fmla="*/ 24 w 3485"/>
                <a:gd name="T93" fmla="*/ 9 h 3490"/>
                <a:gd name="T94" fmla="*/ 24 w 3485"/>
                <a:gd name="T95" fmla="*/ 7 h 3490"/>
                <a:gd name="T96" fmla="*/ 26 w 3485"/>
                <a:gd name="T97" fmla="*/ 17 h 3490"/>
                <a:gd name="T98" fmla="*/ 27 w 3485"/>
                <a:gd name="T99" fmla="*/ 18 h 3490"/>
                <a:gd name="T100" fmla="*/ 28 w 3485"/>
                <a:gd name="T101" fmla="*/ 21 h 3490"/>
                <a:gd name="T102" fmla="*/ 27 w 3485"/>
                <a:gd name="T103" fmla="*/ 23 h 3490"/>
                <a:gd name="T104" fmla="*/ 26 w 3485"/>
                <a:gd name="T105" fmla="*/ 24 h 3490"/>
                <a:gd name="T106" fmla="*/ 24 w 3485"/>
                <a:gd name="T107" fmla="*/ 23 h 3490"/>
                <a:gd name="T108" fmla="*/ 24 w 3485"/>
                <a:gd name="T109" fmla="*/ 20 h 3490"/>
                <a:gd name="T110" fmla="*/ 25 w 3485"/>
                <a:gd name="T111" fmla="*/ 18 h 3490"/>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w 3485"/>
                <a:gd name="T169" fmla="*/ 0 h 3490"/>
                <a:gd name="T170" fmla="*/ 3485 w 3485"/>
                <a:gd name="T171" fmla="*/ 3490 h 3490"/>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T168" t="T169" r="T170" b="T171"/>
              <a:pathLst>
                <a:path w="3485" h="3490">
                  <a:moveTo>
                    <a:pt x="1754" y="0"/>
                  </a:moveTo>
                  <a:lnTo>
                    <a:pt x="1797" y="2"/>
                  </a:lnTo>
                  <a:lnTo>
                    <a:pt x="1840" y="5"/>
                  </a:lnTo>
                  <a:lnTo>
                    <a:pt x="1881" y="12"/>
                  </a:lnTo>
                  <a:lnTo>
                    <a:pt x="1921" y="20"/>
                  </a:lnTo>
                  <a:lnTo>
                    <a:pt x="1959" y="31"/>
                  </a:lnTo>
                  <a:lnTo>
                    <a:pt x="1994" y="44"/>
                  </a:lnTo>
                  <a:lnTo>
                    <a:pt x="2028" y="59"/>
                  </a:lnTo>
                  <a:lnTo>
                    <a:pt x="2058" y="74"/>
                  </a:lnTo>
                  <a:lnTo>
                    <a:pt x="2086" y="93"/>
                  </a:lnTo>
                  <a:lnTo>
                    <a:pt x="2111" y="113"/>
                  </a:lnTo>
                  <a:lnTo>
                    <a:pt x="2132" y="133"/>
                  </a:lnTo>
                  <a:lnTo>
                    <a:pt x="2151" y="155"/>
                  </a:lnTo>
                  <a:lnTo>
                    <a:pt x="2165" y="179"/>
                  </a:lnTo>
                  <a:lnTo>
                    <a:pt x="2175" y="203"/>
                  </a:lnTo>
                  <a:lnTo>
                    <a:pt x="2182" y="229"/>
                  </a:lnTo>
                  <a:lnTo>
                    <a:pt x="2185" y="255"/>
                  </a:lnTo>
                  <a:lnTo>
                    <a:pt x="2182" y="281"/>
                  </a:lnTo>
                  <a:lnTo>
                    <a:pt x="2175" y="305"/>
                  </a:lnTo>
                  <a:lnTo>
                    <a:pt x="2165" y="330"/>
                  </a:lnTo>
                  <a:lnTo>
                    <a:pt x="2151" y="353"/>
                  </a:lnTo>
                  <a:lnTo>
                    <a:pt x="2132" y="376"/>
                  </a:lnTo>
                  <a:lnTo>
                    <a:pt x="2111" y="397"/>
                  </a:lnTo>
                  <a:lnTo>
                    <a:pt x="2086" y="417"/>
                  </a:lnTo>
                  <a:lnTo>
                    <a:pt x="2058" y="434"/>
                  </a:lnTo>
                  <a:lnTo>
                    <a:pt x="2028" y="451"/>
                  </a:lnTo>
                  <a:lnTo>
                    <a:pt x="1994" y="466"/>
                  </a:lnTo>
                  <a:lnTo>
                    <a:pt x="1959" y="479"/>
                  </a:lnTo>
                  <a:lnTo>
                    <a:pt x="1921" y="489"/>
                  </a:lnTo>
                  <a:lnTo>
                    <a:pt x="1881" y="498"/>
                  </a:lnTo>
                  <a:lnTo>
                    <a:pt x="1840" y="505"/>
                  </a:lnTo>
                  <a:lnTo>
                    <a:pt x="1797" y="508"/>
                  </a:lnTo>
                  <a:lnTo>
                    <a:pt x="1754" y="509"/>
                  </a:lnTo>
                  <a:lnTo>
                    <a:pt x="1710" y="508"/>
                  </a:lnTo>
                  <a:lnTo>
                    <a:pt x="1667" y="505"/>
                  </a:lnTo>
                  <a:lnTo>
                    <a:pt x="1626" y="498"/>
                  </a:lnTo>
                  <a:lnTo>
                    <a:pt x="1586" y="489"/>
                  </a:lnTo>
                  <a:lnTo>
                    <a:pt x="1548" y="479"/>
                  </a:lnTo>
                  <a:lnTo>
                    <a:pt x="1512" y="466"/>
                  </a:lnTo>
                  <a:lnTo>
                    <a:pt x="1479" y="451"/>
                  </a:lnTo>
                  <a:lnTo>
                    <a:pt x="1449" y="434"/>
                  </a:lnTo>
                  <a:lnTo>
                    <a:pt x="1421" y="417"/>
                  </a:lnTo>
                  <a:lnTo>
                    <a:pt x="1395" y="397"/>
                  </a:lnTo>
                  <a:lnTo>
                    <a:pt x="1374" y="376"/>
                  </a:lnTo>
                  <a:lnTo>
                    <a:pt x="1355" y="353"/>
                  </a:lnTo>
                  <a:lnTo>
                    <a:pt x="1341" y="330"/>
                  </a:lnTo>
                  <a:lnTo>
                    <a:pt x="1331" y="305"/>
                  </a:lnTo>
                  <a:lnTo>
                    <a:pt x="1324" y="281"/>
                  </a:lnTo>
                  <a:lnTo>
                    <a:pt x="1321" y="255"/>
                  </a:lnTo>
                  <a:lnTo>
                    <a:pt x="1324" y="229"/>
                  </a:lnTo>
                  <a:lnTo>
                    <a:pt x="1331" y="203"/>
                  </a:lnTo>
                  <a:lnTo>
                    <a:pt x="1341" y="179"/>
                  </a:lnTo>
                  <a:lnTo>
                    <a:pt x="1355" y="155"/>
                  </a:lnTo>
                  <a:lnTo>
                    <a:pt x="1374" y="133"/>
                  </a:lnTo>
                  <a:lnTo>
                    <a:pt x="1395" y="113"/>
                  </a:lnTo>
                  <a:lnTo>
                    <a:pt x="1421" y="93"/>
                  </a:lnTo>
                  <a:lnTo>
                    <a:pt x="1449" y="74"/>
                  </a:lnTo>
                  <a:lnTo>
                    <a:pt x="1479" y="59"/>
                  </a:lnTo>
                  <a:lnTo>
                    <a:pt x="1512" y="44"/>
                  </a:lnTo>
                  <a:lnTo>
                    <a:pt x="1548" y="31"/>
                  </a:lnTo>
                  <a:lnTo>
                    <a:pt x="1586" y="20"/>
                  </a:lnTo>
                  <a:lnTo>
                    <a:pt x="1626" y="12"/>
                  </a:lnTo>
                  <a:lnTo>
                    <a:pt x="1667" y="5"/>
                  </a:lnTo>
                  <a:lnTo>
                    <a:pt x="1710" y="2"/>
                  </a:lnTo>
                  <a:lnTo>
                    <a:pt x="1754" y="0"/>
                  </a:lnTo>
                  <a:close/>
                  <a:moveTo>
                    <a:pt x="239" y="786"/>
                  </a:moveTo>
                  <a:lnTo>
                    <a:pt x="263" y="788"/>
                  </a:lnTo>
                  <a:lnTo>
                    <a:pt x="287" y="794"/>
                  </a:lnTo>
                  <a:lnTo>
                    <a:pt x="309" y="805"/>
                  </a:lnTo>
                  <a:lnTo>
                    <a:pt x="331" y="819"/>
                  </a:lnTo>
                  <a:lnTo>
                    <a:pt x="352" y="836"/>
                  </a:lnTo>
                  <a:lnTo>
                    <a:pt x="372" y="857"/>
                  </a:lnTo>
                  <a:lnTo>
                    <a:pt x="390" y="882"/>
                  </a:lnTo>
                  <a:lnTo>
                    <a:pt x="407" y="909"/>
                  </a:lnTo>
                  <a:lnTo>
                    <a:pt x="423" y="940"/>
                  </a:lnTo>
                  <a:lnTo>
                    <a:pt x="437" y="971"/>
                  </a:lnTo>
                  <a:lnTo>
                    <a:pt x="448" y="1006"/>
                  </a:lnTo>
                  <a:lnTo>
                    <a:pt x="459" y="1043"/>
                  </a:lnTo>
                  <a:lnTo>
                    <a:pt x="467" y="1081"/>
                  </a:lnTo>
                  <a:lnTo>
                    <a:pt x="473" y="1121"/>
                  </a:lnTo>
                  <a:lnTo>
                    <a:pt x="476" y="1163"/>
                  </a:lnTo>
                  <a:lnTo>
                    <a:pt x="478" y="1206"/>
                  </a:lnTo>
                  <a:lnTo>
                    <a:pt x="476" y="1248"/>
                  </a:lnTo>
                  <a:lnTo>
                    <a:pt x="473" y="1290"/>
                  </a:lnTo>
                  <a:lnTo>
                    <a:pt x="467" y="1330"/>
                  </a:lnTo>
                  <a:lnTo>
                    <a:pt x="459" y="1367"/>
                  </a:lnTo>
                  <a:lnTo>
                    <a:pt x="448" y="1405"/>
                  </a:lnTo>
                  <a:lnTo>
                    <a:pt x="437" y="1439"/>
                  </a:lnTo>
                  <a:lnTo>
                    <a:pt x="423" y="1472"/>
                  </a:lnTo>
                  <a:lnTo>
                    <a:pt x="407" y="1501"/>
                  </a:lnTo>
                  <a:lnTo>
                    <a:pt x="390" y="1528"/>
                  </a:lnTo>
                  <a:lnTo>
                    <a:pt x="372" y="1553"/>
                  </a:lnTo>
                  <a:lnTo>
                    <a:pt x="352" y="1574"/>
                  </a:lnTo>
                  <a:lnTo>
                    <a:pt x="331" y="1591"/>
                  </a:lnTo>
                  <a:lnTo>
                    <a:pt x="309" y="1605"/>
                  </a:lnTo>
                  <a:lnTo>
                    <a:pt x="287" y="1616"/>
                  </a:lnTo>
                  <a:lnTo>
                    <a:pt x="263" y="1622"/>
                  </a:lnTo>
                  <a:lnTo>
                    <a:pt x="239" y="1624"/>
                  </a:lnTo>
                  <a:lnTo>
                    <a:pt x="214" y="1622"/>
                  </a:lnTo>
                  <a:lnTo>
                    <a:pt x="191" y="1616"/>
                  </a:lnTo>
                  <a:lnTo>
                    <a:pt x="168" y="1605"/>
                  </a:lnTo>
                  <a:lnTo>
                    <a:pt x="146" y="1591"/>
                  </a:lnTo>
                  <a:lnTo>
                    <a:pt x="125" y="1574"/>
                  </a:lnTo>
                  <a:lnTo>
                    <a:pt x="105" y="1553"/>
                  </a:lnTo>
                  <a:lnTo>
                    <a:pt x="87" y="1528"/>
                  </a:lnTo>
                  <a:lnTo>
                    <a:pt x="70" y="1501"/>
                  </a:lnTo>
                  <a:lnTo>
                    <a:pt x="55" y="1472"/>
                  </a:lnTo>
                  <a:lnTo>
                    <a:pt x="41" y="1439"/>
                  </a:lnTo>
                  <a:lnTo>
                    <a:pt x="29" y="1405"/>
                  </a:lnTo>
                  <a:lnTo>
                    <a:pt x="18" y="1367"/>
                  </a:lnTo>
                  <a:lnTo>
                    <a:pt x="10" y="1330"/>
                  </a:lnTo>
                  <a:lnTo>
                    <a:pt x="4" y="1290"/>
                  </a:lnTo>
                  <a:lnTo>
                    <a:pt x="1" y="1248"/>
                  </a:lnTo>
                  <a:lnTo>
                    <a:pt x="0" y="1206"/>
                  </a:lnTo>
                  <a:lnTo>
                    <a:pt x="1" y="1163"/>
                  </a:lnTo>
                  <a:lnTo>
                    <a:pt x="4" y="1121"/>
                  </a:lnTo>
                  <a:lnTo>
                    <a:pt x="10" y="1081"/>
                  </a:lnTo>
                  <a:lnTo>
                    <a:pt x="18" y="1043"/>
                  </a:lnTo>
                  <a:lnTo>
                    <a:pt x="29" y="1006"/>
                  </a:lnTo>
                  <a:lnTo>
                    <a:pt x="41" y="971"/>
                  </a:lnTo>
                  <a:lnTo>
                    <a:pt x="55" y="940"/>
                  </a:lnTo>
                  <a:lnTo>
                    <a:pt x="70" y="909"/>
                  </a:lnTo>
                  <a:lnTo>
                    <a:pt x="87" y="882"/>
                  </a:lnTo>
                  <a:lnTo>
                    <a:pt x="105" y="857"/>
                  </a:lnTo>
                  <a:lnTo>
                    <a:pt x="125" y="836"/>
                  </a:lnTo>
                  <a:lnTo>
                    <a:pt x="146" y="819"/>
                  </a:lnTo>
                  <a:lnTo>
                    <a:pt x="168" y="805"/>
                  </a:lnTo>
                  <a:lnTo>
                    <a:pt x="191" y="794"/>
                  </a:lnTo>
                  <a:lnTo>
                    <a:pt x="214" y="788"/>
                  </a:lnTo>
                  <a:lnTo>
                    <a:pt x="239" y="786"/>
                  </a:lnTo>
                  <a:close/>
                  <a:moveTo>
                    <a:pt x="1119" y="2495"/>
                  </a:moveTo>
                  <a:lnTo>
                    <a:pt x="1143" y="2498"/>
                  </a:lnTo>
                  <a:lnTo>
                    <a:pt x="1167" y="2504"/>
                  </a:lnTo>
                  <a:lnTo>
                    <a:pt x="1190" y="2514"/>
                  </a:lnTo>
                  <a:lnTo>
                    <a:pt x="1211" y="2528"/>
                  </a:lnTo>
                  <a:lnTo>
                    <a:pt x="1232" y="2546"/>
                  </a:lnTo>
                  <a:lnTo>
                    <a:pt x="1252" y="2567"/>
                  </a:lnTo>
                  <a:lnTo>
                    <a:pt x="1271" y="2592"/>
                  </a:lnTo>
                  <a:lnTo>
                    <a:pt x="1288" y="2618"/>
                  </a:lnTo>
                  <a:lnTo>
                    <a:pt x="1304" y="2648"/>
                  </a:lnTo>
                  <a:lnTo>
                    <a:pt x="1318" y="2681"/>
                  </a:lnTo>
                  <a:lnTo>
                    <a:pt x="1329" y="2715"/>
                  </a:lnTo>
                  <a:lnTo>
                    <a:pt x="1340" y="2752"/>
                  </a:lnTo>
                  <a:lnTo>
                    <a:pt x="1348" y="2790"/>
                  </a:lnTo>
                  <a:lnTo>
                    <a:pt x="1354" y="2830"/>
                  </a:lnTo>
                  <a:lnTo>
                    <a:pt x="1358" y="2872"/>
                  </a:lnTo>
                  <a:lnTo>
                    <a:pt x="1359" y="2914"/>
                  </a:lnTo>
                  <a:lnTo>
                    <a:pt x="1358" y="2956"/>
                  </a:lnTo>
                  <a:lnTo>
                    <a:pt x="1354" y="2998"/>
                  </a:lnTo>
                  <a:lnTo>
                    <a:pt x="1348" y="3038"/>
                  </a:lnTo>
                  <a:lnTo>
                    <a:pt x="1340" y="3077"/>
                  </a:lnTo>
                  <a:lnTo>
                    <a:pt x="1329" y="3113"/>
                  </a:lnTo>
                  <a:lnTo>
                    <a:pt x="1318" y="3147"/>
                  </a:lnTo>
                  <a:lnTo>
                    <a:pt x="1304" y="3180"/>
                  </a:lnTo>
                  <a:lnTo>
                    <a:pt x="1288" y="3209"/>
                  </a:lnTo>
                  <a:lnTo>
                    <a:pt x="1271" y="3238"/>
                  </a:lnTo>
                  <a:lnTo>
                    <a:pt x="1252" y="3261"/>
                  </a:lnTo>
                  <a:lnTo>
                    <a:pt x="1232" y="3282"/>
                  </a:lnTo>
                  <a:lnTo>
                    <a:pt x="1211" y="3301"/>
                  </a:lnTo>
                  <a:lnTo>
                    <a:pt x="1190" y="3315"/>
                  </a:lnTo>
                  <a:lnTo>
                    <a:pt x="1167" y="3325"/>
                  </a:lnTo>
                  <a:lnTo>
                    <a:pt x="1143" y="3331"/>
                  </a:lnTo>
                  <a:lnTo>
                    <a:pt x="1119" y="3334"/>
                  </a:lnTo>
                  <a:lnTo>
                    <a:pt x="1094" y="3331"/>
                  </a:lnTo>
                  <a:lnTo>
                    <a:pt x="1070" y="3325"/>
                  </a:lnTo>
                  <a:lnTo>
                    <a:pt x="1048" y="3315"/>
                  </a:lnTo>
                  <a:lnTo>
                    <a:pt x="1026" y="3301"/>
                  </a:lnTo>
                  <a:lnTo>
                    <a:pt x="1005" y="3282"/>
                  </a:lnTo>
                  <a:lnTo>
                    <a:pt x="985" y="3261"/>
                  </a:lnTo>
                  <a:lnTo>
                    <a:pt x="967" y="3238"/>
                  </a:lnTo>
                  <a:lnTo>
                    <a:pt x="950" y="3209"/>
                  </a:lnTo>
                  <a:lnTo>
                    <a:pt x="935" y="3180"/>
                  </a:lnTo>
                  <a:lnTo>
                    <a:pt x="921" y="3147"/>
                  </a:lnTo>
                  <a:lnTo>
                    <a:pt x="909" y="3113"/>
                  </a:lnTo>
                  <a:lnTo>
                    <a:pt x="898" y="3077"/>
                  </a:lnTo>
                  <a:lnTo>
                    <a:pt x="890" y="3038"/>
                  </a:lnTo>
                  <a:lnTo>
                    <a:pt x="884" y="2998"/>
                  </a:lnTo>
                  <a:lnTo>
                    <a:pt x="881" y="2956"/>
                  </a:lnTo>
                  <a:lnTo>
                    <a:pt x="880" y="2914"/>
                  </a:lnTo>
                  <a:lnTo>
                    <a:pt x="881" y="2872"/>
                  </a:lnTo>
                  <a:lnTo>
                    <a:pt x="884" y="2830"/>
                  </a:lnTo>
                  <a:lnTo>
                    <a:pt x="890" y="2790"/>
                  </a:lnTo>
                  <a:lnTo>
                    <a:pt x="898" y="2752"/>
                  </a:lnTo>
                  <a:lnTo>
                    <a:pt x="909" y="2715"/>
                  </a:lnTo>
                  <a:lnTo>
                    <a:pt x="921" y="2681"/>
                  </a:lnTo>
                  <a:lnTo>
                    <a:pt x="935" y="2648"/>
                  </a:lnTo>
                  <a:lnTo>
                    <a:pt x="950" y="2618"/>
                  </a:lnTo>
                  <a:lnTo>
                    <a:pt x="967" y="2592"/>
                  </a:lnTo>
                  <a:lnTo>
                    <a:pt x="985" y="2567"/>
                  </a:lnTo>
                  <a:lnTo>
                    <a:pt x="1005" y="2546"/>
                  </a:lnTo>
                  <a:lnTo>
                    <a:pt x="1026" y="2528"/>
                  </a:lnTo>
                  <a:lnTo>
                    <a:pt x="1048" y="2514"/>
                  </a:lnTo>
                  <a:lnTo>
                    <a:pt x="1070" y="2504"/>
                  </a:lnTo>
                  <a:lnTo>
                    <a:pt x="1094" y="2498"/>
                  </a:lnTo>
                  <a:lnTo>
                    <a:pt x="1119" y="2495"/>
                  </a:lnTo>
                  <a:close/>
                  <a:moveTo>
                    <a:pt x="2380" y="2651"/>
                  </a:moveTo>
                  <a:lnTo>
                    <a:pt x="2405" y="2654"/>
                  </a:lnTo>
                  <a:lnTo>
                    <a:pt x="2428" y="2660"/>
                  </a:lnTo>
                  <a:lnTo>
                    <a:pt x="2452" y="2670"/>
                  </a:lnTo>
                  <a:lnTo>
                    <a:pt x="2473" y="2684"/>
                  </a:lnTo>
                  <a:lnTo>
                    <a:pt x="2494" y="2703"/>
                  </a:lnTo>
                  <a:lnTo>
                    <a:pt x="2514" y="2724"/>
                  </a:lnTo>
                  <a:lnTo>
                    <a:pt x="2533" y="2747"/>
                  </a:lnTo>
                  <a:lnTo>
                    <a:pt x="2550" y="2774"/>
                  </a:lnTo>
                  <a:lnTo>
                    <a:pt x="2565" y="2805"/>
                  </a:lnTo>
                  <a:lnTo>
                    <a:pt x="2580" y="2838"/>
                  </a:lnTo>
                  <a:lnTo>
                    <a:pt x="2591" y="2872"/>
                  </a:lnTo>
                  <a:lnTo>
                    <a:pt x="2602" y="2908"/>
                  </a:lnTo>
                  <a:lnTo>
                    <a:pt x="2610" y="2947"/>
                  </a:lnTo>
                  <a:lnTo>
                    <a:pt x="2616" y="2987"/>
                  </a:lnTo>
                  <a:lnTo>
                    <a:pt x="2619" y="3029"/>
                  </a:lnTo>
                  <a:lnTo>
                    <a:pt x="2621" y="3071"/>
                  </a:lnTo>
                  <a:lnTo>
                    <a:pt x="2619" y="3113"/>
                  </a:lnTo>
                  <a:lnTo>
                    <a:pt x="2616" y="3155"/>
                  </a:lnTo>
                  <a:lnTo>
                    <a:pt x="2610" y="3195"/>
                  </a:lnTo>
                  <a:lnTo>
                    <a:pt x="2602" y="3233"/>
                  </a:lnTo>
                  <a:lnTo>
                    <a:pt x="2591" y="3270"/>
                  </a:lnTo>
                  <a:lnTo>
                    <a:pt x="2580" y="3304"/>
                  </a:lnTo>
                  <a:lnTo>
                    <a:pt x="2565" y="3337"/>
                  </a:lnTo>
                  <a:lnTo>
                    <a:pt x="2550" y="3367"/>
                  </a:lnTo>
                  <a:lnTo>
                    <a:pt x="2533" y="3393"/>
                  </a:lnTo>
                  <a:lnTo>
                    <a:pt x="2514" y="3418"/>
                  </a:lnTo>
                  <a:lnTo>
                    <a:pt x="2494" y="3439"/>
                  </a:lnTo>
                  <a:lnTo>
                    <a:pt x="2473" y="3457"/>
                  </a:lnTo>
                  <a:lnTo>
                    <a:pt x="2452" y="3471"/>
                  </a:lnTo>
                  <a:lnTo>
                    <a:pt x="2428" y="3481"/>
                  </a:lnTo>
                  <a:lnTo>
                    <a:pt x="2405" y="3487"/>
                  </a:lnTo>
                  <a:lnTo>
                    <a:pt x="2380" y="3490"/>
                  </a:lnTo>
                  <a:lnTo>
                    <a:pt x="2356" y="3487"/>
                  </a:lnTo>
                  <a:lnTo>
                    <a:pt x="2332" y="3481"/>
                  </a:lnTo>
                  <a:lnTo>
                    <a:pt x="2310" y="3471"/>
                  </a:lnTo>
                  <a:lnTo>
                    <a:pt x="2288" y="3457"/>
                  </a:lnTo>
                  <a:lnTo>
                    <a:pt x="2267" y="3439"/>
                  </a:lnTo>
                  <a:lnTo>
                    <a:pt x="2248" y="3418"/>
                  </a:lnTo>
                  <a:lnTo>
                    <a:pt x="2229" y="3393"/>
                  </a:lnTo>
                  <a:lnTo>
                    <a:pt x="2212" y="3367"/>
                  </a:lnTo>
                  <a:lnTo>
                    <a:pt x="2196" y="3337"/>
                  </a:lnTo>
                  <a:lnTo>
                    <a:pt x="2182" y="3304"/>
                  </a:lnTo>
                  <a:lnTo>
                    <a:pt x="2171" y="3270"/>
                  </a:lnTo>
                  <a:lnTo>
                    <a:pt x="2160" y="3233"/>
                  </a:lnTo>
                  <a:lnTo>
                    <a:pt x="2152" y="3195"/>
                  </a:lnTo>
                  <a:lnTo>
                    <a:pt x="2146" y="3155"/>
                  </a:lnTo>
                  <a:lnTo>
                    <a:pt x="2142" y="3113"/>
                  </a:lnTo>
                  <a:lnTo>
                    <a:pt x="2141" y="3071"/>
                  </a:lnTo>
                  <a:lnTo>
                    <a:pt x="2142" y="3029"/>
                  </a:lnTo>
                  <a:lnTo>
                    <a:pt x="2146" y="2987"/>
                  </a:lnTo>
                  <a:lnTo>
                    <a:pt x="2152" y="2947"/>
                  </a:lnTo>
                  <a:lnTo>
                    <a:pt x="2160" y="2908"/>
                  </a:lnTo>
                  <a:lnTo>
                    <a:pt x="2171" y="2872"/>
                  </a:lnTo>
                  <a:lnTo>
                    <a:pt x="2182" y="2838"/>
                  </a:lnTo>
                  <a:lnTo>
                    <a:pt x="2196" y="2805"/>
                  </a:lnTo>
                  <a:lnTo>
                    <a:pt x="2212" y="2774"/>
                  </a:lnTo>
                  <a:lnTo>
                    <a:pt x="2229" y="2747"/>
                  </a:lnTo>
                  <a:lnTo>
                    <a:pt x="2248" y="2724"/>
                  </a:lnTo>
                  <a:lnTo>
                    <a:pt x="2267" y="2703"/>
                  </a:lnTo>
                  <a:lnTo>
                    <a:pt x="2288" y="2684"/>
                  </a:lnTo>
                  <a:lnTo>
                    <a:pt x="2310" y="2670"/>
                  </a:lnTo>
                  <a:lnTo>
                    <a:pt x="2332" y="2660"/>
                  </a:lnTo>
                  <a:lnTo>
                    <a:pt x="2356" y="2654"/>
                  </a:lnTo>
                  <a:lnTo>
                    <a:pt x="2380" y="2651"/>
                  </a:lnTo>
                  <a:close/>
                  <a:moveTo>
                    <a:pt x="2342" y="1355"/>
                  </a:moveTo>
                  <a:lnTo>
                    <a:pt x="2366" y="1357"/>
                  </a:lnTo>
                  <a:lnTo>
                    <a:pt x="2390" y="1363"/>
                  </a:lnTo>
                  <a:lnTo>
                    <a:pt x="2412" y="1373"/>
                  </a:lnTo>
                  <a:lnTo>
                    <a:pt x="2434" y="1387"/>
                  </a:lnTo>
                  <a:lnTo>
                    <a:pt x="2455" y="1405"/>
                  </a:lnTo>
                  <a:lnTo>
                    <a:pt x="2475" y="1426"/>
                  </a:lnTo>
                  <a:lnTo>
                    <a:pt x="2493" y="1451"/>
                  </a:lnTo>
                  <a:lnTo>
                    <a:pt x="2510" y="1478"/>
                  </a:lnTo>
                  <a:lnTo>
                    <a:pt x="2526" y="1507"/>
                  </a:lnTo>
                  <a:lnTo>
                    <a:pt x="2540" y="1540"/>
                  </a:lnTo>
                  <a:lnTo>
                    <a:pt x="2551" y="1574"/>
                  </a:lnTo>
                  <a:lnTo>
                    <a:pt x="2562" y="1611"/>
                  </a:lnTo>
                  <a:lnTo>
                    <a:pt x="2570" y="1649"/>
                  </a:lnTo>
                  <a:lnTo>
                    <a:pt x="2576" y="1689"/>
                  </a:lnTo>
                  <a:lnTo>
                    <a:pt x="2580" y="1731"/>
                  </a:lnTo>
                  <a:lnTo>
                    <a:pt x="2581" y="1773"/>
                  </a:lnTo>
                  <a:lnTo>
                    <a:pt x="2580" y="1815"/>
                  </a:lnTo>
                  <a:lnTo>
                    <a:pt x="2576" y="1858"/>
                  </a:lnTo>
                  <a:lnTo>
                    <a:pt x="2570" y="1897"/>
                  </a:lnTo>
                  <a:lnTo>
                    <a:pt x="2562" y="1936"/>
                  </a:lnTo>
                  <a:lnTo>
                    <a:pt x="2551" y="1972"/>
                  </a:lnTo>
                  <a:lnTo>
                    <a:pt x="2540" y="2008"/>
                  </a:lnTo>
                  <a:lnTo>
                    <a:pt x="2526" y="2039"/>
                  </a:lnTo>
                  <a:lnTo>
                    <a:pt x="2510" y="2070"/>
                  </a:lnTo>
                  <a:lnTo>
                    <a:pt x="2493" y="2097"/>
                  </a:lnTo>
                  <a:lnTo>
                    <a:pt x="2475" y="2121"/>
                  </a:lnTo>
                  <a:lnTo>
                    <a:pt x="2455" y="2142"/>
                  </a:lnTo>
                  <a:lnTo>
                    <a:pt x="2434" y="2160"/>
                  </a:lnTo>
                  <a:lnTo>
                    <a:pt x="2412" y="2174"/>
                  </a:lnTo>
                  <a:lnTo>
                    <a:pt x="2390" y="2185"/>
                  </a:lnTo>
                  <a:lnTo>
                    <a:pt x="2366" y="2191"/>
                  </a:lnTo>
                  <a:lnTo>
                    <a:pt x="2342" y="2193"/>
                  </a:lnTo>
                  <a:lnTo>
                    <a:pt x="2317" y="2191"/>
                  </a:lnTo>
                  <a:lnTo>
                    <a:pt x="2294" y="2185"/>
                  </a:lnTo>
                  <a:lnTo>
                    <a:pt x="2270" y="2174"/>
                  </a:lnTo>
                  <a:lnTo>
                    <a:pt x="2249" y="2160"/>
                  </a:lnTo>
                  <a:lnTo>
                    <a:pt x="2228" y="2142"/>
                  </a:lnTo>
                  <a:lnTo>
                    <a:pt x="2208" y="2121"/>
                  </a:lnTo>
                  <a:lnTo>
                    <a:pt x="2189" y="2097"/>
                  </a:lnTo>
                  <a:lnTo>
                    <a:pt x="2173" y="2070"/>
                  </a:lnTo>
                  <a:lnTo>
                    <a:pt x="2157" y="2039"/>
                  </a:lnTo>
                  <a:lnTo>
                    <a:pt x="2142" y="2008"/>
                  </a:lnTo>
                  <a:lnTo>
                    <a:pt x="2131" y="1972"/>
                  </a:lnTo>
                  <a:lnTo>
                    <a:pt x="2120" y="1936"/>
                  </a:lnTo>
                  <a:lnTo>
                    <a:pt x="2112" y="1897"/>
                  </a:lnTo>
                  <a:lnTo>
                    <a:pt x="2106" y="1858"/>
                  </a:lnTo>
                  <a:lnTo>
                    <a:pt x="2103" y="1815"/>
                  </a:lnTo>
                  <a:lnTo>
                    <a:pt x="2101" y="1773"/>
                  </a:lnTo>
                  <a:lnTo>
                    <a:pt x="2103" y="1731"/>
                  </a:lnTo>
                  <a:lnTo>
                    <a:pt x="2106" y="1689"/>
                  </a:lnTo>
                  <a:lnTo>
                    <a:pt x="2112" y="1649"/>
                  </a:lnTo>
                  <a:lnTo>
                    <a:pt x="2120" y="1611"/>
                  </a:lnTo>
                  <a:lnTo>
                    <a:pt x="2131" y="1574"/>
                  </a:lnTo>
                  <a:lnTo>
                    <a:pt x="2142" y="1540"/>
                  </a:lnTo>
                  <a:lnTo>
                    <a:pt x="2157" y="1507"/>
                  </a:lnTo>
                  <a:lnTo>
                    <a:pt x="2173" y="1478"/>
                  </a:lnTo>
                  <a:lnTo>
                    <a:pt x="2189" y="1451"/>
                  </a:lnTo>
                  <a:lnTo>
                    <a:pt x="2208" y="1426"/>
                  </a:lnTo>
                  <a:lnTo>
                    <a:pt x="2228" y="1405"/>
                  </a:lnTo>
                  <a:lnTo>
                    <a:pt x="2249" y="1387"/>
                  </a:lnTo>
                  <a:lnTo>
                    <a:pt x="2270" y="1373"/>
                  </a:lnTo>
                  <a:lnTo>
                    <a:pt x="2294" y="1363"/>
                  </a:lnTo>
                  <a:lnTo>
                    <a:pt x="2317" y="1357"/>
                  </a:lnTo>
                  <a:lnTo>
                    <a:pt x="2342" y="1355"/>
                  </a:lnTo>
                  <a:close/>
                  <a:moveTo>
                    <a:pt x="3179" y="819"/>
                  </a:moveTo>
                  <a:lnTo>
                    <a:pt x="3204" y="821"/>
                  </a:lnTo>
                  <a:lnTo>
                    <a:pt x="3227" y="827"/>
                  </a:lnTo>
                  <a:lnTo>
                    <a:pt x="3250" y="838"/>
                  </a:lnTo>
                  <a:lnTo>
                    <a:pt x="3272" y="852"/>
                  </a:lnTo>
                  <a:lnTo>
                    <a:pt x="3293" y="869"/>
                  </a:lnTo>
                  <a:lnTo>
                    <a:pt x="3312" y="890"/>
                  </a:lnTo>
                  <a:lnTo>
                    <a:pt x="3331" y="915"/>
                  </a:lnTo>
                  <a:lnTo>
                    <a:pt x="3348" y="942"/>
                  </a:lnTo>
                  <a:lnTo>
                    <a:pt x="3363" y="971"/>
                  </a:lnTo>
                  <a:lnTo>
                    <a:pt x="3377" y="1004"/>
                  </a:lnTo>
                  <a:lnTo>
                    <a:pt x="3389" y="1038"/>
                  </a:lnTo>
                  <a:lnTo>
                    <a:pt x="3400" y="1076"/>
                  </a:lnTo>
                  <a:lnTo>
                    <a:pt x="3408" y="1113"/>
                  </a:lnTo>
                  <a:lnTo>
                    <a:pt x="3414" y="1153"/>
                  </a:lnTo>
                  <a:lnTo>
                    <a:pt x="3417" y="1195"/>
                  </a:lnTo>
                  <a:lnTo>
                    <a:pt x="3418" y="1237"/>
                  </a:lnTo>
                  <a:lnTo>
                    <a:pt x="3417" y="1280"/>
                  </a:lnTo>
                  <a:lnTo>
                    <a:pt x="3414" y="1322"/>
                  </a:lnTo>
                  <a:lnTo>
                    <a:pt x="3408" y="1362"/>
                  </a:lnTo>
                  <a:lnTo>
                    <a:pt x="3400" y="1399"/>
                  </a:lnTo>
                  <a:lnTo>
                    <a:pt x="3389" y="1437"/>
                  </a:lnTo>
                  <a:lnTo>
                    <a:pt x="3377" y="1471"/>
                  </a:lnTo>
                  <a:lnTo>
                    <a:pt x="3363" y="1503"/>
                  </a:lnTo>
                  <a:lnTo>
                    <a:pt x="3348" y="1533"/>
                  </a:lnTo>
                  <a:lnTo>
                    <a:pt x="3331" y="1560"/>
                  </a:lnTo>
                  <a:lnTo>
                    <a:pt x="3312" y="1584"/>
                  </a:lnTo>
                  <a:lnTo>
                    <a:pt x="3293" y="1605"/>
                  </a:lnTo>
                  <a:lnTo>
                    <a:pt x="3272" y="1623"/>
                  </a:lnTo>
                  <a:lnTo>
                    <a:pt x="3250" y="1637"/>
                  </a:lnTo>
                  <a:lnTo>
                    <a:pt x="3227" y="1648"/>
                  </a:lnTo>
                  <a:lnTo>
                    <a:pt x="3204" y="1654"/>
                  </a:lnTo>
                  <a:lnTo>
                    <a:pt x="3179" y="1656"/>
                  </a:lnTo>
                  <a:lnTo>
                    <a:pt x="3155" y="1654"/>
                  </a:lnTo>
                  <a:lnTo>
                    <a:pt x="3131" y="1648"/>
                  </a:lnTo>
                  <a:lnTo>
                    <a:pt x="3108" y="1637"/>
                  </a:lnTo>
                  <a:lnTo>
                    <a:pt x="3087" y="1623"/>
                  </a:lnTo>
                  <a:lnTo>
                    <a:pt x="3066" y="1605"/>
                  </a:lnTo>
                  <a:lnTo>
                    <a:pt x="3046" y="1584"/>
                  </a:lnTo>
                  <a:lnTo>
                    <a:pt x="3027" y="1560"/>
                  </a:lnTo>
                  <a:lnTo>
                    <a:pt x="3011" y="1533"/>
                  </a:lnTo>
                  <a:lnTo>
                    <a:pt x="2994" y="1503"/>
                  </a:lnTo>
                  <a:lnTo>
                    <a:pt x="2980" y="1471"/>
                  </a:lnTo>
                  <a:lnTo>
                    <a:pt x="2968" y="1437"/>
                  </a:lnTo>
                  <a:lnTo>
                    <a:pt x="2958" y="1399"/>
                  </a:lnTo>
                  <a:lnTo>
                    <a:pt x="2950" y="1362"/>
                  </a:lnTo>
                  <a:lnTo>
                    <a:pt x="2944" y="1322"/>
                  </a:lnTo>
                  <a:lnTo>
                    <a:pt x="2940" y="1280"/>
                  </a:lnTo>
                  <a:lnTo>
                    <a:pt x="2939" y="1237"/>
                  </a:lnTo>
                  <a:lnTo>
                    <a:pt x="2940" y="1195"/>
                  </a:lnTo>
                  <a:lnTo>
                    <a:pt x="2944" y="1153"/>
                  </a:lnTo>
                  <a:lnTo>
                    <a:pt x="2950" y="1113"/>
                  </a:lnTo>
                  <a:lnTo>
                    <a:pt x="2958" y="1076"/>
                  </a:lnTo>
                  <a:lnTo>
                    <a:pt x="2968" y="1038"/>
                  </a:lnTo>
                  <a:lnTo>
                    <a:pt x="2980" y="1004"/>
                  </a:lnTo>
                  <a:lnTo>
                    <a:pt x="2994" y="971"/>
                  </a:lnTo>
                  <a:lnTo>
                    <a:pt x="3011" y="942"/>
                  </a:lnTo>
                  <a:lnTo>
                    <a:pt x="3027" y="915"/>
                  </a:lnTo>
                  <a:lnTo>
                    <a:pt x="3046" y="890"/>
                  </a:lnTo>
                  <a:lnTo>
                    <a:pt x="3066" y="869"/>
                  </a:lnTo>
                  <a:lnTo>
                    <a:pt x="3087" y="852"/>
                  </a:lnTo>
                  <a:lnTo>
                    <a:pt x="3108" y="838"/>
                  </a:lnTo>
                  <a:lnTo>
                    <a:pt x="3131" y="827"/>
                  </a:lnTo>
                  <a:lnTo>
                    <a:pt x="3155" y="821"/>
                  </a:lnTo>
                  <a:lnTo>
                    <a:pt x="3179" y="819"/>
                  </a:lnTo>
                  <a:close/>
                  <a:moveTo>
                    <a:pt x="3246" y="2144"/>
                  </a:moveTo>
                  <a:lnTo>
                    <a:pt x="3271" y="2146"/>
                  </a:lnTo>
                  <a:lnTo>
                    <a:pt x="3294" y="2152"/>
                  </a:lnTo>
                  <a:lnTo>
                    <a:pt x="3316" y="2162"/>
                  </a:lnTo>
                  <a:lnTo>
                    <a:pt x="3339" y="2176"/>
                  </a:lnTo>
                  <a:lnTo>
                    <a:pt x="3360" y="2194"/>
                  </a:lnTo>
                  <a:lnTo>
                    <a:pt x="3380" y="2215"/>
                  </a:lnTo>
                  <a:lnTo>
                    <a:pt x="3397" y="2240"/>
                  </a:lnTo>
                  <a:lnTo>
                    <a:pt x="3415" y="2267"/>
                  </a:lnTo>
                  <a:lnTo>
                    <a:pt x="3430" y="2296"/>
                  </a:lnTo>
                  <a:lnTo>
                    <a:pt x="3444" y="2329"/>
                  </a:lnTo>
                  <a:lnTo>
                    <a:pt x="3456" y="2363"/>
                  </a:lnTo>
                  <a:lnTo>
                    <a:pt x="3466" y="2400"/>
                  </a:lnTo>
                  <a:lnTo>
                    <a:pt x="3475" y="2438"/>
                  </a:lnTo>
                  <a:lnTo>
                    <a:pt x="3480" y="2478"/>
                  </a:lnTo>
                  <a:lnTo>
                    <a:pt x="3484" y="2520"/>
                  </a:lnTo>
                  <a:lnTo>
                    <a:pt x="3485" y="2562"/>
                  </a:lnTo>
                  <a:lnTo>
                    <a:pt x="3484" y="2604"/>
                  </a:lnTo>
                  <a:lnTo>
                    <a:pt x="3480" y="2647"/>
                  </a:lnTo>
                  <a:lnTo>
                    <a:pt x="3475" y="2686"/>
                  </a:lnTo>
                  <a:lnTo>
                    <a:pt x="3466" y="2725"/>
                  </a:lnTo>
                  <a:lnTo>
                    <a:pt x="3456" y="2762"/>
                  </a:lnTo>
                  <a:lnTo>
                    <a:pt x="3444" y="2796"/>
                  </a:lnTo>
                  <a:lnTo>
                    <a:pt x="3430" y="2828"/>
                  </a:lnTo>
                  <a:lnTo>
                    <a:pt x="3415" y="2858"/>
                  </a:lnTo>
                  <a:lnTo>
                    <a:pt x="3397" y="2886"/>
                  </a:lnTo>
                  <a:lnTo>
                    <a:pt x="3380" y="2909"/>
                  </a:lnTo>
                  <a:lnTo>
                    <a:pt x="3360" y="2930"/>
                  </a:lnTo>
                  <a:lnTo>
                    <a:pt x="3339" y="2949"/>
                  </a:lnTo>
                  <a:lnTo>
                    <a:pt x="3316" y="2963"/>
                  </a:lnTo>
                  <a:lnTo>
                    <a:pt x="3294" y="2974"/>
                  </a:lnTo>
                  <a:lnTo>
                    <a:pt x="3271" y="2980"/>
                  </a:lnTo>
                  <a:lnTo>
                    <a:pt x="3246" y="2982"/>
                  </a:lnTo>
                  <a:lnTo>
                    <a:pt x="3222" y="2980"/>
                  </a:lnTo>
                  <a:lnTo>
                    <a:pt x="3198" y="2974"/>
                  </a:lnTo>
                  <a:lnTo>
                    <a:pt x="3176" y="2963"/>
                  </a:lnTo>
                  <a:lnTo>
                    <a:pt x="3154" y="2949"/>
                  </a:lnTo>
                  <a:lnTo>
                    <a:pt x="3133" y="2930"/>
                  </a:lnTo>
                  <a:lnTo>
                    <a:pt x="3113" y="2909"/>
                  </a:lnTo>
                  <a:lnTo>
                    <a:pt x="3095" y="2886"/>
                  </a:lnTo>
                  <a:lnTo>
                    <a:pt x="3077" y="2858"/>
                  </a:lnTo>
                  <a:lnTo>
                    <a:pt x="3062" y="2828"/>
                  </a:lnTo>
                  <a:lnTo>
                    <a:pt x="3048" y="2796"/>
                  </a:lnTo>
                  <a:lnTo>
                    <a:pt x="3036" y="2762"/>
                  </a:lnTo>
                  <a:lnTo>
                    <a:pt x="3026" y="2725"/>
                  </a:lnTo>
                  <a:lnTo>
                    <a:pt x="3018" y="2686"/>
                  </a:lnTo>
                  <a:lnTo>
                    <a:pt x="3012" y="2647"/>
                  </a:lnTo>
                  <a:lnTo>
                    <a:pt x="3008" y="2604"/>
                  </a:lnTo>
                  <a:lnTo>
                    <a:pt x="3007" y="2562"/>
                  </a:lnTo>
                  <a:lnTo>
                    <a:pt x="3008" y="2520"/>
                  </a:lnTo>
                  <a:lnTo>
                    <a:pt x="3012" y="2478"/>
                  </a:lnTo>
                  <a:lnTo>
                    <a:pt x="3018" y="2438"/>
                  </a:lnTo>
                  <a:lnTo>
                    <a:pt x="3026" y="2400"/>
                  </a:lnTo>
                  <a:lnTo>
                    <a:pt x="3036" y="2363"/>
                  </a:lnTo>
                  <a:lnTo>
                    <a:pt x="3048" y="2329"/>
                  </a:lnTo>
                  <a:lnTo>
                    <a:pt x="3062" y="2296"/>
                  </a:lnTo>
                  <a:lnTo>
                    <a:pt x="3077" y="2267"/>
                  </a:lnTo>
                  <a:lnTo>
                    <a:pt x="3095" y="2240"/>
                  </a:lnTo>
                  <a:lnTo>
                    <a:pt x="3113" y="2215"/>
                  </a:lnTo>
                  <a:lnTo>
                    <a:pt x="3133" y="2194"/>
                  </a:lnTo>
                  <a:lnTo>
                    <a:pt x="3154" y="2176"/>
                  </a:lnTo>
                  <a:lnTo>
                    <a:pt x="3176" y="2162"/>
                  </a:lnTo>
                  <a:lnTo>
                    <a:pt x="3198" y="2152"/>
                  </a:lnTo>
                  <a:lnTo>
                    <a:pt x="3222" y="2146"/>
                  </a:lnTo>
                  <a:lnTo>
                    <a:pt x="3246" y="214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0082" name="Freeform 48"/>
            <p:cNvSpPr>
              <a:spLocks/>
            </p:cNvSpPr>
            <p:nvPr/>
          </p:nvSpPr>
          <p:spPr bwMode="auto">
            <a:xfrm>
              <a:off x="1267" y="1588"/>
              <a:ext cx="87" cy="52"/>
            </a:xfrm>
            <a:custGeom>
              <a:avLst/>
              <a:gdLst>
                <a:gd name="T0" fmla="*/ 3 w 437"/>
                <a:gd name="T1" fmla="*/ 2 h 260"/>
                <a:gd name="T2" fmla="*/ 3 w 437"/>
                <a:gd name="T3" fmla="*/ 2 h 260"/>
                <a:gd name="T4" fmla="*/ 3 w 437"/>
                <a:gd name="T5" fmla="*/ 2 h 260"/>
                <a:gd name="T6" fmla="*/ 3 w 437"/>
                <a:gd name="T7" fmla="*/ 2 h 260"/>
                <a:gd name="T8" fmla="*/ 3 w 437"/>
                <a:gd name="T9" fmla="*/ 1 h 260"/>
                <a:gd name="T10" fmla="*/ 3 w 437"/>
                <a:gd name="T11" fmla="*/ 1 h 260"/>
                <a:gd name="T12" fmla="*/ 3 w 437"/>
                <a:gd name="T13" fmla="*/ 1 h 260"/>
                <a:gd name="T14" fmla="*/ 3 w 437"/>
                <a:gd name="T15" fmla="*/ 1 h 260"/>
                <a:gd name="T16" fmla="*/ 3 w 437"/>
                <a:gd name="T17" fmla="*/ 1 h 260"/>
                <a:gd name="T18" fmla="*/ 2 w 437"/>
                <a:gd name="T19" fmla="*/ 1 h 260"/>
                <a:gd name="T20" fmla="*/ 2 w 437"/>
                <a:gd name="T21" fmla="*/ 0 h 260"/>
                <a:gd name="T22" fmla="*/ 2 w 437"/>
                <a:gd name="T23" fmla="*/ 0 h 260"/>
                <a:gd name="T24" fmla="*/ 2 w 437"/>
                <a:gd name="T25" fmla="*/ 0 h 260"/>
                <a:gd name="T26" fmla="*/ 1 w 437"/>
                <a:gd name="T27" fmla="*/ 0 h 260"/>
                <a:gd name="T28" fmla="*/ 1 w 437"/>
                <a:gd name="T29" fmla="*/ 0 h 260"/>
                <a:gd name="T30" fmla="*/ 1 w 437"/>
                <a:gd name="T31" fmla="*/ 0 h 260"/>
                <a:gd name="T32" fmla="*/ 0 w 437"/>
                <a:gd name="T33" fmla="*/ 0 h 260"/>
                <a:gd name="T34" fmla="*/ 0 w 437"/>
                <a:gd name="T35" fmla="*/ 0 h 260"/>
                <a:gd name="T36" fmla="*/ 0 w 437"/>
                <a:gd name="T37" fmla="*/ 0 h 260"/>
                <a:gd name="T38" fmla="*/ 0 w 437"/>
                <a:gd name="T39" fmla="*/ 0 h 260"/>
                <a:gd name="T40" fmla="*/ 1 w 437"/>
                <a:gd name="T41" fmla="*/ 0 h 260"/>
                <a:gd name="T42" fmla="*/ 1 w 437"/>
                <a:gd name="T43" fmla="*/ 0 h 260"/>
                <a:gd name="T44" fmla="*/ 1 w 437"/>
                <a:gd name="T45" fmla="*/ 0 h 260"/>
                <a:gd name="T46" fmla="*/ 2 w 437"/>
                <a:gd name="T47" fmla="*/ 0 h 260"/>
                <a:gd name="T48" fmla="*/ 2 w 437"/>
                <a:gd name="T49" fmla="*/ 0 h 260"/>
                <a:gd name="T50" fmla="*/ 2 w 437"/>
                <a:gd name="T51" fmla="*/ 1 h 260"/>
                <a:gd name="T52" fmla="*/ 2 w 437"/>
                <a:gd name="T53" fmla="*/ 1 h 260"/>
                <a:gd name="T54" fmla="*/ 3 w 437"/>
                <a:gd name="T55" fmla="*/ 1 h 260"/>
                <a:gd name="T56" fmla="*/ 3 w 437"/>
                <a:gd name="T57" fmla="*/ 1 h 260"/>
                <a:gd name="T58" fmla="*/ 3 w 437"/>
                <a:gd name="T59" fmla="*/ 1 h 260"/>
                <a:gd name="T60" fmla="*/ 3 w 437"/>
                <a:gd name="T61" fmla="*/ 1 h 260"/>
                <a:gd name="T62" fmla="*/ 3 w 437"/>
                <a:gd name="T63" fmla="*/ 1 h 260"/>
                <a:gd name="T64" fmla="*/ 3 w 437"/>
                <a:gd name="T65" fmla="*/ 2 h 260"/>
                <a:gd name="T66" fmla="*/ 3 w 437"/>
                <a:gd name="T67" fmla="*/ 2 h 260"/>
                <a:gd name="T68" fmla="*/ 3 w 437"/>
                <a:gd name="T69" fmla="*/ 2 h 260"/>
                <a:gd name="T70" fmla="*/ 3 w 437"/>
                <a:gd name="T71" fmla="*/ 2 h 260"/>
                <a:gd name="T72" fmla="*/ 3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437" y="260"/>
                  </a:moveTo>
                  <a:lnTo>
                    <a:pt x="437" y="260"/>
                  </a:lnTo>
                  <a:lnTo>
                    <a:pt x="434" y="233"/>
                  </a:lnTo>
                  <a:lnTo>
                    <a:pt x="427" y="206"/>
                  </a:lnTo>
                  <a:lnTo>
                    <a:pt x="417" y="181"/>
                  </a:lnTo>
                  <a:lnTo>
                    <a:pt x="401" y="157"/>
                  </a:lnTo>
                  <a:lnTo>
                    <a:pt x="383" y="133"/>
                  </a:lnTo>
                  <a:lnTo>
                    <a:pt x="360" y="113"/>
                  </a:lnTo>
                  <a:lnTo>
                    <a:pt x="336" y="93"/>
                  </a:lnTo>
                  <a:lnTo>
                    <a:pt x="308" y="73"/>
                  </a:lnTo>
                  <a:lnTo>
                    <a:pt x="276" y="58"/>
                  </a:lnTo>
                  <a:lnTo>
                    <a:pt x="242" y="43"/>
                  </a:lnTo>
                  <a:lnTo>
                    <a:pt x="207" y="30"/>
                  </a:lnTo>
                  <a:lnTo>
                    <a:pt x="168" y="19"/>
                  </a:lnTo>
                  <a:lnTo>
                    <a:pt x="128" y="11"/>
                  </a:lnTo>
                  <a:lnTo>
                    <a:pt x="87" y="4"/>
                  </a:lnTo>
                  <a:lnTo>
                    <a:pt x="43" y="1"/>
                  </a:lnTo>
                  <a:lnTo>
                    <a:pt x="0" y="0"/>
                  </a:lnTo>
                  <a:lnTo>
                    <a:pt x="0" y="11"/>
                  </a:lnTo>
                  <a:lnTo>
                    <a:pt x="43" y="12"/>
                  </a:lnTo>
                  <a:lnTo>
                    <a:pt x="85" y="16"/>
                  </a:lnTo>
                  <a:lnTo>
                    <a:pt x="126" y="23"/>
                  </a:lnTo>
                  <a:lnTo>
                    <a:pt x="166" y="31"/>
                  </a:lnTo>
                  <a:lnTo>
                    <a:pt x="202" y="42"/>
                  </a:lnTo>
                  <a:lnTo>
                    <a:pt x="237" y="55"/>
                  </a:lnTo>
                  <a:lnTo>
                    <a:pt x="271" y="70"/>
                  </a:lnTo>
                  <a:lnTo>
                    <a:pt x="301" y="85"/>
                  </a:lnTo>
                  <a:lnTo>
                    <a:pt x="329" y="103"/>
                  </a:lnTo>
                  <a:lnTo>
                    <a:pt x="353" y="123"/>
                  </a:lnTo>
                  <a:lnTo>
                    <a:pt x="373" y="143"/>
                  </a:lnTo>
                  <a:lnTo>
                    <a:pt x="392" y="164"/>
                  </a:lnTo>
                  <a:lnTo>
                    <a:pt x="405" y="186"/>
                  </a:lnTo>
                  <a:lnTo>
                    <a:pt x="415" y="211"/>
                  </a:lnTo>
                  <a:lnTo>
                    <a:pt x="422" y="235"/>
                  </a:lnTo>
                  <a:lnTo>
                    <a:pt x="425" y="260"/>
                  </a:lnTo>
                  <a:lnTo>
                    <a:pt x="437"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0083" name="Freeform 49"/>
            <p:cNvSpPr>
              <a:spLocks/>
            </p:cNvSpPr>
            <p:nvPr/>
          </p:nvSpPr>
          <p:spPr bwMode="auto">
            <a:xfrm>
              <a:off x="1267" y="1640"/>
              <a:ext cx="87" cy="52"/>
            </a:xfrm>
            <a:custGeom>
              <a:avLst/>
              <a:gdLst>
                <a:gd name="T0" fmla="*/ 0 w 437"/>
                <a:gd name="T1" fmla="*/ 2 h 260"/>
                <a:gd name="T2" fmla="*/ 0 w 437"/>
                <a:gd name="T3" fmla="*/ 2 h 260"/>
                <a:gd name="T4" fmla="*/ 0 w 437"/>
                <a:gd name="T5" fmla="*/ 2 h 260"/>
                <a:gd name="T6" fmla="*/ 1 w 437"/>
                <a:gd name="T7" fmla="*/ 2 h 260"/>
                <a:gd name="T8" fmla="*/ 1 w 437"/>
                <a:gd name="T9" fmla="*/ 2 h 260"/>
                <a:gd name="T10" fmla="*/ 1 w 437"/>
                <a:gd name="T11" fmla="*/ 2 h 260"/>
                <a:gd name="T12" fmla="*/ 2 w 437"/>
                <a:gd name="T13" fmla="*/ 2 h 260"/>
                <a:gd name="T14" fmla="*/ 2 w 437"/>
                <a:gd name="T15" fmla="*/ 2 h 260"/>
                <a:gd name="T16" fmla="*/ 2 w 437"/>
                <a:gd name="T17" fmla="*/ 2 h 260"/>
                <a:gd name="T18" fmla="*/ 2 w 437"/>
                <a:gd name="T19" fmla="*/ 1 h 260"/>
                <a:gd name="T20" fmla="*/ 3 w 437"/>
                <a:gd name="T21" fmla="*/ 1 h 260"/>
                <a:gd name="T22" fmla="*/ 3 w 437"/>
                <a:gd name="T23" fmla="*/ 1 h 260"/>
                <a:gd name="T24" fmla="*/ 3 w 437"/>
                <a:gd name="T25" fmla="*/ 1 h 260"/>
                <a:gd name="T26" fmla="*/ 3 w 437"/>
                <a:gd name="T27" fmla="*/ 1 h 260"/>
                <a:gd name="T28" fmla="*/ 3 w 437"/>
                <a:gd name="T29" fmla="*/ 1 h 260"/>
                <a:gd name="T30" fmla="*/ 3 w 437"/>
                <a:gd name="T31" fmla="*/ 0 h 260"/>
                <a:gd name="T32" fmla="*/ 3 w 437"/>
                <a:gd name="T33" fmla="*/ 0 h 260"/>
                <a:gd name="T34" fmla="*/ 3 w 437"/>
                <a:gd name="T35" fmla="*/ 0 h 260"/>
                <a:gd name="T36" fmla="*/ 3 w 437"/>
                <a:gd name="T37" fmla="*/ 0 h 260"/>
                <a:gd name="T38" fmla="*/ 3 w 437"/>
                <a:gd name="T39" fmla="*/ 0 h 260"/>
                <a:gd name="T40" fmla="*/ 3 w 437"/>
                <a:gd name="T41" fmla="*/ 0 h 260"/>
                <a:gd name="T42" fmla="*/ 3 w 437"/>
                <a:gd name="T43" fmla="*/ 1 h 260"/>
                <a:gd name="T44" fmla="*/ 3 w 437"/>
                <a:gd name="T45" fmla="*/ 1 h 260"/>
                <a:gd name="T46" fmla="*/ 3 w 437"/>
                <a:gd name="T47" fmla="*/ 1 h 260"/>
                <a:gd name="T48" fmla="*/ 3 w 437"/>
                <a:gd name="T49" fmla="*/ 1 h 260"/>
                <a:gd name="T50" fmla="*/ 3 w 437"/>
                <a:gd name="T51" fmla="*/ 1 h 260"/>
                <a:gd name="T52" fmla="*/ 2 w 437"/>
                <a:gd name="T53" fmla="*/ 1 h 260"/>
                <a:gd name="T54" fmla="*/ 2 w 437"/>
                <a:gd name="T55" fmla="*/ 2 h 260"/>
                <a:gd name="T56" fmla="*/ 2 w 437"/>
                <a:gd name="T57" fmla="*/ 2 h 260"/>
                <a:gd name="T58" fmla="*/ 2 w 437"/>
                <a:gd name="T59" fmla="*/ 2 h 260"/>
                <a:gd name="T60" fmla="*/ 1 w 437"/>
                <a:gd name="T61" fmla="*/ 2 h 260"/>
                <a:gd name="T62" fmla="*/ 1 w 437"/>
                <a:gd name="T63" fmla="*/ 2 h 260"/>
                <a:gd name="T64" fmla="*/ 1 w 437"/>
                <a:gd name="T65" fmla="*/ 2 h 260"/>
                <a:gd name="T66" fmla="*/ 0 w 437"/>
                <a:gd name="T67" fmla="*/ 2 h 260"/>
                <a:gd name="T68" fmla="*/ 0 w 437"/>
                <a:gd name="T69" fmla="*/ 2 h 260"/>
                <a:gd name="T70" fmla="*/ 0 w 437"/>
                <a:gd name="T71" fmla="*/ 2 h 260"/>
                <a:gd name="T72" fmla="*/ 0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0" y="260"/>
                  </a:moveTo>
                  <a:lnTo>
                    <a:pt x="0" y="260"/>
                  </a:lnTo>
                  <a:lnTo>
                    <a:pt x="43" y="259"/>
                  </a:lnTo>
                  <a:lnTo>
                    <a:pt x="87" y="255"/>
                  </a:lnTo>
                  <a:lnTo>
                    <a:pt x="128" y="248"/>
                  </a:lnTo>
                  <a:lnTo>
                    <a:pt x="168" y="240"/>
                  </a:lnTo>
                  <a:lnTo>
                    <a:pt x="207" y="230"/>
                  </a:lnTo>
                  <a:lnTo>
                    <a:pt x="242" y="217"/>
                  </a:lnTo>
                  <a:lnTo>
                    <a:pt x="276" y="202"/>
                  </a:lnTo>
                  <a:lnTo>
                    <a:pt x="308" y="185"/>
                  </a:lnTo>
                  <a:lnTo>
                    <a:pt x="336" y="166"/>
                  </a:lnTo>
                  <a:lnTo>
                    <a:pt x="360" y="146"/>
                  </a:lnTo>
                  <a:lnTo>
                    <a:pt x="383" y="125"/>
                  </a:lnTo>
                  <a:lnTo>
                    <a:pt x="401" y="102"/>
                  </a:lnTo>
                  <a:lnTo>
                    <a:pt x="417" y="77"/>
                  </a:lnTo>
                  <a:lnTo>
                    <a:pt x="427" y="53"/>
                  </a:lnTo>
                  <a:lnTo>
                    <a:pt x="434" y="27"/>
                  </a:lnTo>
                  <a:lnTo>
                    <a:pt x="437" y="0"/>
                  </a:lnTo>
                  <a:lnTo>
                    <a:pt x="425" y="0"/>
                  </a:lnTo>
                  <a:lnTo>
                    <a:pt x="422" y="24"/>
                  </a:lnTo>
                  <a:lnTo>
                    <a:pt x="415" y="48"/>
                  </a:lnTo>
                  <a:lnTo>
                    <a:pt x="405" y="73"/>
                  </a:lnTo>
                  <a:lnTo>
                    <a:pt x="392" y="95"/>
                  </a:lnTo>
                  <a:lnTo>
                    <a:pt x="373" y="116"/>
                  </a:lnTo>
                  <a:lnTo>
                    <a:pt x="353" y="137"/>
                  </a:lnTo>
                  <a:lnTo>
                    <a:pt x="329" y="157"/>
                  </a:lnTo>
                  <a:lnTo>
                    <a:pt x="301" y="173"/>
                  </a:lnTo>
                  <a:lnTo>
                    <a:pt x="271" y="190"/>
                  </a:lnTo>
                  <a:lnTo>
                    <a:pt x="237" y="205"/>
                  </a:lnTo>
                  <a:lnTo>
                    <a:pt x="202" y="218"/>
                  </a:lnTo>
                  <a:lnTo>
                    <a:pt x="166" y="228"/>
                  </a:lnTo>
                  <a:lnTo>
                    <a:pt x="126" y="237"/>
                  </a:lnTo>
                  <a:lnTo>
                    <a:pt x="85" y="244"/>
                  </a:lnTo>
                  <a:lnTo>
                    <a:pt x="43" y="247"/>
                  </a:lnTo>
                  <a:lnTo>
                    <a:pt x="0" y="248"/>
                  </a:lnTo>
                  <a:lnTo>
                    <a:pt x="0"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0084" name="Freeform 50"/>
            <p:cNvSpPr>
              <a:spLocks/>
            </p:cNvSpPr>
            <p:nvPr/>
          </p:nvSpPr>
          <p:spPr bwMode="auto">
            <a:xfrm>
              <a:off x="1179" y="1640"/>
              <a:ext cx="88" cy="52"/>
            </a:xfrm>
            <a:custGeom>
              <a:avLst/>
              <a:gdLst>
                <a:gd name="T0" fmla="*/ 0 w 439"/>
                <a:gd name="T1" fmla="*/ 0 h 260"/>
                <a:gd name="T2" fmla="*/ 0 w 439"/>
                <a:gd name="T3" fmla="*/ 0 h 260"/>
                <a:gd name="T4" fmla="*/ 0 w 439"/>
                <a:gd name="T5" fmla="*/ 0 h 260"/>
                <a:gd name="T6" fmla="*/ 0 w 439"/>
                <a:gd name="T7" fmla="*/ 0 h 260"/>
                <a:gd name="T8" fmla="*/ 0 w 439"/>
                <a:gd name="T9" fmla="*/ 1 h 260"/>
                <a:gd name="T10" fmla="*/ 0 w 439"/>
                <a:gd name="T11" fmla="*/ 1 h 260"/>
                <a:gd name="T12" fmla="*/ 0 w 439"/>
                <a:gd name="T13" fmla="*/ 1 h 260"/>
                <a:gd name="T14" fmla="*/ 1 w 439"/>
                <a:gd name="T15" fmla="*/ 1 h 260"/>
                <a:gd name="T16" fmla="*/ 1 w 439"/>
                <a:gd name="T17" fmla="*/ 1 h 260"/>
                <a:gd name="T18" fmla="*/ 1 w 439"/>
                <a:gd name="T19" fmla="*/ 1 h 260"/>
                <a:gd name="T20" fmla="*/ 1 w 439"/>
                <a:gd name="T21" fmla="*/ 2 h 260"/>
                <a:gd name="T22" fmla="*/ 2 w 439"/>
                <a:gd name="T23" fmla="*/ 2 h 260"/>
                <a:gd name="T24" fmla="*/ 2 w 439"/>
                <a:gd name="T25" fmla="*/ 2 h 260"/>
                <a:gd name="T26" fmla="*/ 2 w 439"/>
                <a:gd name="T27" fmla="*/ 2 h 260"/>
                <a:gd name="T28" fmla="*/ 2 w 439"/>
                <a:gd name="T29" fmla="*/ 2 h 260"/>
                <a:gd name="T30" fmla="*/ 3 w 439"/>
                <a:gd name="T31" fmla="*/ 2 h 260"/>
                <a:gd name="T32" fmla="*/ 3 w 439"/>
                <a:gd name="T33" fmla="*/ 2 h 260"/>
                <a:gd name="T34" fmla="*/ 4 w 439"/>
                <a:gd name="T35" fmla="*/ 2 h 260"/>
                <a:gd name="T36" fmla="*/ 4 w 439"/>
                <a:gd name="T37" fmla="*/ 2 h 260"/>
                <a:gd name="T38" fmla="*/ 3 w 439"/>
                <a:gd name="T39" fmla="*/ 2 h 260"/>
                <a:gd name="T40" fmla="*/ 3 w 439"/>
                <a:gd name="T41" fmla="*/ 2 h 260"/>
                <a:gd name="T42" fmla="*/ 3 w 439"/>
                <a:gd name="T43" fmla="*/ 2 h 260"/>
                <a:gd name="T44" fmla="*/ 2 w 439"/>
                <a:gd name="T45" fmla="*/ 2 h 260"/>
                <a:gd name="T46" fmla="*/ 2 w 439"/>
                <a:gd name="T47" fmla="*/ 2 h 260"/>
                <a:gd name="T48" fmla="*/ 2 w 439"/>
                <a:gd name="T49" fmla="*/ 2 h 260"/>
                <a:gd name="T50" fmla="*/ 1 w 439"/>
                <a:gd name="T51" fmla="*/ 2 h 260"/>
                <a:gd name="T52" fmla="*/ 1 w 439"/>
                <a:gd name="T53" fmla="*/ 1 h 260"/>
                <a:gd name="T54" fmla="*/ 1 w 439"/>
                <a:gd name="T55" fmla="*/ 1 h 260"/>
                <a:gd name="T56" fmla="*/ 1 w 439"/>
                <a:gd name="T57" fmla="*/ 1 h 260"/>
                <a:gd name="T58" fmla="*/ 1 w 439"/>
                <a:gd name="T59" fmla="*/ 1 h 260"/>
                <a:gd name="T60" fmla="*/ 0 w 439"/>
                <a:gd name="T61" fmla="*/ 1 h 260"/>
                <a:gd name="T62" fmla="*/ 0 w 439"/>
                <a:gd name="T63" fmla="*/ 1 h 260"/>
                <a:gd name="T64" fmla="*/ 0 w 439"/>
                <a:gd name="T65" fmla="*/ 0 h 260"/>
                <a:gd name="T66" fmla="*/ 0 w 439"/>
                <a:gd name="T67" fmla="*/ 0 h 260"/>
                <a:gd name="T68" fmla="*/ 0 w 439"/>
                <a:gd name="T69" fmla="*/ 0 h 260"/>
                <a:gd name="T70" fmla="*/ 0 w 439"/>
                <a:gd name="T71" fmla="*/ 0 h 260"/>
                <a:gd name="T72" fmla="*/ 0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0" y="0"/>
                  </a:moveTo>
                  <a:lnTo>
                    <a:pt x="0" y="0"/>
                  </a:lnTo>
                  <a:lnTo>
                    <a:pt x="3" y="27"/>
                  </a:lnTo>
                  <a:lnTo>
                    <a:pt x="10" y="53"/>
                  </a:lnTo>
                  <a:lnTo>
                    <a:pt x="20" y="77"/>
                  </a:lnTo>
                  <a:lnTo>
                    <a:pt x="35" y="102"/>
                  </a:lnTo>
                  <a:lnTo>
                    <a:pt x="54" y="125"/>
                  </a:lnTo>
                  <a:lnTo>
                    <a:pt x="76" y="146"/>
                  </a:lnTo>
                  <a:lnTo>
                    <a:pt x="102" y="166"/>
                  </a:lnTo>
                  <a:lnTo>
                    <a:pt x="130" y="185"/>
                  </a:lnTo>
                  <a:lnTo>
                    <a:pt x="162" y="202"/>
                  </a:lnTo>
                  <a:lnTo>
                    <a:pt x="195" y="217"/>
                  </a:lnTo>
                  <a:lnTo>
                    <a:pt x="231" y="230"/>
                  </a:lnTo>
                  <a:lnTo>
                    <a:pt x="270" y="240"/>
                  </a:lnTo>
                  <a:lnTo>
                    <a:pt x="310" y="248"/>
                  </a:lnTo>
                  <a:lnTo>
                    <a:pt x="351" y="255"/>
                  </a:lnTo>
                  <a:lnTo>
                    <a:pt x="395" y="259"/>
                  </a:lnTo>
                  <a:lnTo>
                    <a:pt x="439" y="260"/>
                  </a:lnTo>
                  <a:lnTo>
                    <a:pt x="439" y="248"/>
                  </a:lnTo>
                  <a:lnTo>
                    <a:pt x="395" y="247"/>
                  </a:lnTo>
                  <a:lnTo>
                    <a:pt x="353" y="244"/>
                  </a:lnTo>
                  <a:lnTo>
                    <a:pt x="312" y="237"/>
                  </a:lnTo>
                  <a:lnTo>
                    <a:pt x="272" y="228"/>
                  </a:lnTo>
                  <a:lnTo>
                    <a:pt x="236" y="218"/>
                  </a:lnTo>
                  <a:lnTo>
                    <a:pt x="200" y="205"/>
                  </a:lnTo>
                  <a:lnTo>
                    <a:pt x="167" y="190"/>
                  </a:lnTo>
                  <a:lnTo>
                    <a:pt x="137" y="173"/>
                  </a:lnTo>
                  <a:lnTo>
                    <a:pt x="109" y="157"/>
                  </a:lnTo>
                  <a:lnTo>
                    <a:pt x="84" y="137"/>
                  </a:lnTo>
                  <a:lnTo>
                    <a:pt x="64" y="116"/>
                  </a:lnTo>
                  <a:lnTo>
                    <a:pt x="45" y="95"/>
                  </a:lnTo>
                  <a:lnTo>
                    <a:pt x="32" y="73"/>
                  </a:lnTo>
                  <a:lnTo>
                    <a:pt x="21" y="48"/>
                  </a:lnTo>
                  <a:lnTo>
                    <a:pt x="14" y="24"/>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0085" name="Freeform 51"/>
            <p:cNvSpPr>
              <a:spLocks/>
            </p:cNvSpPr>
            <p:nvPr/>
          </p:nvSpPr>
          <p:spPr bwMode="auto">
            <a:xfrm>
              <a:off x="1179" y="1588"/>
              <a:ext cx="88" cy="52"/>
            </a:xfrm>
            <a:custGeom>
              <a:avLst/>
              <a:gdLst>
                <a:gd name="T0" fmla="*/ 4 w 439"/>
                <a:gd name="T1" fmla="*/ 0 h 260"/>
                <a:gd name="T2" fmla="*/ 4 w 439"/>
                <a:gd name="T3" fmla="*/ 0 h 260"/>
                <a:gd name="T4" fmla="*/ 3 w 439"/>
                <a:gd name="T5" fmla="*/ 0 h 260"/>
                <a:gd name="T6" fmla="*/ 3 w 439"/>
                <a:gd name="T7" fmla="*/ 0 h 260"/>
                <a:gd name="T8" fmla="*/ 2 w 439"/>
                <a:gd name="T9" fmla="*/ 0 h 260"/>
                <a:gd name="T10" fmla="*/ 2 w 439"/>
                <a:gd name="T11" fmla="*/ 0 h 260"/>
                <a:gd name="T12" fmla="*/ 2 w 439"/>
                <a:gd name="T13" fmla="*/ 0 h 260"/>
                <a:gd name="T14" fmla="*/ 2 w 439"/>
                <a:gd name="T15" fmla="*/ 0 h 260"/>
                <a:gd name="T16" fmla="*/ 1 w 439"/>
                <a:gd name="T17" fmla="*/ 0 h 260"/>
                <a:gd name="T18" fmla="*/ 1 w 439"/>
                <a:gd name="T19" fmla="*/ 1 h 260"/>
                <a:gd name="T20" fmla="*/ 1 w 439"/>
                <a:gd name="T21" fmla="*/ 1 h 260"/>
                <a:gd name="T22" fmla="*/ 1 w 439"/>
                <a:gd name="T23" fmla="*/ 1 h 260"/>
                <a:gd name="T24" fmla="*/ 0 w 439"/>
                <a:gd name="T25" fmla="*/ 1 h 260"/>
                <a:gd name="T26" fmla="*/ 0 w 439"/>
                <a:gd name="T27" fmla="*/ 1 h 260"/>
                <a:gd name="T28" fmla="*/ 0 w 439"/>
                <a:gd name="T29" fmla="*/ 1 h 260"/>
                <a:gd name="T30" fmla="*/ 0 w 439"/>
                <a:gd name="T31" fmla="*/ 2 h 260"/>
                <a:gd name="T32" fmla="*/ 0 w 439"/>
                <a:gd name="T33" fmla="*/ 2 h 260"/>
                <a:gd name="T34" fmla="*/ 0 w 439"/>
                <a:gd name="T35" fmla="*/ 2 h 260"/>
                <a:gd name="T36" fmla="*/ 0 w 439"/>
                <a:gd name="T37" fmla="*/ 2 h 260"/>
                <a:gd name="T38" fmla="*/ 0 w 439"/>
                <a:gd name="T39" fmla="*/ 2 h 260"/>
                <a:gd name="T40" fmla="*/ 0 w 439"/>
                <a:gd name="T41" fmla="*/ 2 h 260"/>
                <a:gd name="T42" fmla="*/ 0 w 439"/>
                <a:gd name="T43" fmla="*/ 1 h 260"/>
                <a:gd name="T44" fmla="*/ 0 w 439"/>
                <a:gd name="T45" fmla="*/ 1 h 260"/>
                <a:gd name="T46" fmla="*/ 1 w 439"/>
                <a:gd name="T47" fmla="*/ 1 h 260"/>
                <a:gd name="T48" fmla="*/ 1 w 439"/>
                <a:gd name="T49" fmla="*/ 1 h 260"/>
                <a:gd name="T50" fmla="*/ 1 w 439"/>
                <a:gd name="T51" fmla="*/ 1 h 260"/>
                <a:gd name="T52" fmla="*/ 1 w 439"/>
                <a:gd name="T53" fmla="*/ 1 h 260"/>
                <a:gd name="T54" fmla="*/ 1 w 439"/>
                <a:gd name="T55" fmla="*/ 1 h 260"/>
                <a:gd name="T56" fmla="*/ 2 w 439"/>
                <a:gd name="T57" fmla="*/ 0 h 260"/>
                <a:gd name="T58" fmla="*/ 2 w 439"/>
                <a:gd name="T59" fmla="*/ 0 h 260"/>
                <a:gd name="T60" fmla="*/ 2 w 439"/>
                <a:gd name="T61" fmla="*/ 0 h 260"/>
                <a:gd name="T62" fmla="*/ 3 w 439"/>
                <a:gd name="T63" fmla="*/ 0 h 260"/>
                <a:gd name="T64" fmla="*/ 3 w 439"/>
                <a:gd name="T65" fmla="*/ 0 h 260"/>
                <a:gd name="T66" fmla="*/ 3 w 439"/>
                <a:gd name="T67" fmla="*/ 0 h 260"/>
                <a:gd name="T68" fmla="*/ 4 w 439"/>
                <a:gd name="T69" fmla="*/ 0 h 260"/>
                <a:gd name="T70" fmla="*/ 4 w 439"/>
                <a:gd name="T71" fmla="*/ 0 h 260"/>
                <a:gd name="T72" fmla="*/ 4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439" y="0"/>
                  </a:moveTo>
                  <a:lnTo>
                    <a:pt x="439" y="0"/>
                  </a:lnTo>
                  <a:lnTo>
                    <a:pt x="395" y="1"/>
                  </a:lnTo>
                  <a:lnTo>
                    <a:pt x="351" y="4"/>
                  </a:lnTo>
                  <a:lnTo>
                    <a:pt x="310" y="11"/>
                  </a:lnTo>
                  <a:lnTo>
                    <a:pt x="270" y="19"/>
                  </a:lnTo>
                  <a:lnTo>
                    <a:pt x="231" y="30"/>
                  </a:lnTo>
                  <a:lnTo>
                    <a:pt x="195" y="43"/>
                  </a:lnTo>
                  <a:lnTo>
                    <a:pt x="162" y="58"/>
                  </a:lnTo>
                  <a:lnTo>
                    <a:pt x="130" y="73"/>
                  </a:lnTo>
                  <a:lnTo>
                    <a:pt x="102" y="93"/>
                  </a:lnTo>
                  <a:lnTo>
                    <a:pt x="76" y="113"/>
                  </a:lnTo>
                  <a:lnTo>
                    <a:pt x="54" y="133"/>
                  </a:lnTo>
                  <a:lnTo>
                    <a:pt x="35" y="157"/>
                  </a:lnTo>
                  <a:lnTo>
                    <a:pt x="20" y="181"/>
                  </a:lnTo>
                  <a:lnTo>
                    <a:pt x="10" y="206"/>
                  </a:lnTo>
                  <a:lnTo>
                    <a:pt x="3" y="233"/>
                  </a:lnTo>
                  <a:lnTo>
                    <a:pt x="0" y="260"/>
                  </a:lnTo>
                  <a:lnTo>
                    <a:pt x="12" y="260"/>
                  </a:lnTo>
                  <a:lnTo>
                    <a:pt x="14" y="235"/>
                  </a:lnTo>
                  <a:lnTo>
                    <a:pt x="21" y="211"/>
                  </a:lnTo>
                  <a:lnTo>
                    <a:pt x="32" y="186"/>
                  </a:lnTo>
                  <a:lnTo>
                    <a:pt x="45" y="164"/>
                  </a:lnTo>
                  <a:lnTo>
                    <a:pt x="64" y="143"/>
                  </a:lnTo>
                  <a:lnTo>
                    <a:pt x="84" y="123"/>
                  </a:lnTo>
                  <a:lnTo>
                    <a:pt x="109" y="103"/>
                  </a:lnTo>
                  <a:lnTo>
                    <a:pt x="137" y="85"/>
                  </a:lnTo>
                  <a:lnTo>
                    <a:pt x="167" y="70"/>
                  </a:lnTo>
                  <a:lnTo>
                    <a:pt x="200" y="55"/>
                  </a:lnTo>
                  <a:lnTo>
                    <a:pt x="236" y="42"/>
                  </a:lnTo>
                  <a:lnTo>
                    <a:pt x="272" y="31"/>
                  </a:lnTo>
                  <a:lnTo>
                    <a:pt x="312" y="23"/>
                  </a:lnTo>
                  <a:lnTo>
                    <a:pt x="353" y="16"/>
                  </a:lnTo>
                  <a:lnTo>
                    <a:pt x="395" y="12"/>
                  </a:lnTo>
                  <a:lnTo>
                    <a:pt x="439" y="11"/>
                  </a:lnTo>
                  <a:lnTo>
                    <a:pt x="439"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0086" name="Freeform 52"/>
            <p:cNvSpPr>
              <a:spLocks/>
            </p:cNvSpPr>
            <p:nvPr/>
          </p:nvSpPr>
          <p:spPr bwMode="auto">
            <a:xfrm>
              <a:off x="964" y="1745"/>
              <a:ext cx="48" cy="85"/>
            </a:xfrm>
            <a:custGeom>
              <a:avLst/>
              <a:gdLst>
                <a:gd name="T0" fmla="*/ 2 w 244"/>
                <a:gd name="T1" fmla="*/ 3 h 426"/>
                <a:gd name="T2" fmla="*/ 2 w 244"/>
                <a:gd name="T3" fmla="*/ 3 h 426"/>
                <a:gd name="T4" fmla="*/ 2 w 244"/>
                <a:gd name="T5" fmla="*/ 3 h 426"/>
                <a:gd name="T6" fmla="*/ 2 w 244"/>
                <a:gd name="T7" fmla="*/ 3 h 426"/>
                <a:gd name="T8" fmla="*/ 2 w 244"/>
                <a:gd name="T9" fmla="*/ 2 h 426"/>
                <a:gd name="T10" fmla="*/ 2 w 244"/>
                <a:gd name="T11" fmla="*/ 2 h 426"/>
                <a:gd name="T12" fmla="*/ 2 w 244"/>
                <a:gd name="T13" fmla="*/ 2 h 426"/>
                <a:gd name="T14" fmla="*/ 2 w 244"/>
                <a:gd name="T15" fmla="*/ 2 h 426"/>
                <a:gd name="T16" fmla="*/ 1 w 244"/>
                <a:gd name="T17" fmla="*/ 1 h 426"/>
                <a:gd name="T18" fmla="*/ 1 w 244"/>
                <a:gd name="T19" fmla="*/ 1 h 426"/>
                <a:gd name="T20" fmla="*/ 1 w 244"/>
                <a:gd name="T21" fmla="*/ 1 h 426"/>
                <a:gd name="T22" fmla="*/ 1 w 244"/>
                <a:gd name="T23" fmla="*/ 1 h 426"/>
                <a:gd name="T24" fmla="*/ 1 w 244"/>
                <a:gd name="T25" fmla="*/ 0 h 426"/>
                <a:gd name="T26" fmla="*/ 1 w 244"/>
                <a:gd name="T27" fmla="*/ 0 h 426"/>
                <a:gd name="T28" fmla="*/ 1 w 244"/>
                <a:gd name="T29" fmla="*/ 0 h 426"/>
                <a:gd name="T30" fmla="*/ 0 w 244"/>
                <a:gd name="T31" fmla="*/ 0 h 426"/>
                <a:gd name="T32" fmla="*/ 0 w 244"/>
                <a:gd name="T33" fmla="*/ 0 h 426"/>
                <a:gd name="T34" fmla="*/ 0 w 244"/>
                <a:gd name="T35" fmla="*/ 0 h 426"/>
                <a:gd name="T36" fmla="*/ 0 w 244"/>
                <a:gd name="T37" fmla="*/ 0 h 426"/>
                <a:gd name="T38" fmla="*/ 0 w 244"/>
                <a:gd name="T39" fmla="*/ 0 h 426"/>
                <a:gd name="T40" fmla="*/ 0 w 244"/>
                <a:gd name="T41" fmla="*/ 0 h 426"/>
                <a:gd name="T42" fmla="*/ 1 w 244"/>
                <a:gd name="T43" fmla="*/ 0 h 426"/>
                <a:gd name="T44" fmla="*/ 1 w 244"/>
                <a:gd name="T45" fmla="*/ 0 h 426"/>
                <a:gd name="T46" fmla="*/ 1 w 244"/>
                <a:gd name="T47" fmla="*/ 0 h 426"/>
                <a:gd name="T48" fmla="*/ 1 w 244"/>
                <a:gd name="T49" fmla="*/ 1 h 426"/>
                <a:gd name="T50" fmla="*/ 1 w 244"/>
                <a:gd name="T51" fmla="*/ 1 h 426"/>
                <a:gd name="T52" fmla="*/ 1 w 244"/>
                <a:gd name="T53" fmla="*/ 1 h 426"/>
                <a:gd name="T54" fmla="*/ 1 w 244"/>
                <a:gd name="T55" fmla="*/ 1 h 426"/>
                <a:gd name="T56" fmla="*/ 1 w 244"/>
                <a:gd name="T57" fmla="*/ 2 h 426"/>
                <a:gd name="T58" fmla="*/ 2 w 244"/>
                <a:gd name="T59" fmla="*/ 2 h 426"/>
                <a:gd name="T60" fmla="*/ 2 w 244"/>
                <a:gd name="T61" fmla="*/ 2 h 426"/>
                <a:gd name="T62" fmla="*/ 2 w 244"/>
                <a:gd name="T63" fmla="*/ 2 h 426"/>
                <a:gd name="T64" fmla="*/ 2 w 244"/>
                <a:gd name="T65" fmla="*/ 3 h 426"/>
                <a:gd name="T66" fmla="*/ 2 w 244"/>
                <a:gd name="T67" fmla="*/ 3 h 426"/>
                <a:gd name="T68" fmla="*/ 2 w 244"/>
                <a:gd name="T69" fmla="*/ 3 h 426"/>
                <a:gd name="T70" fmla="*/ 2 w 244"/>
                <a:gd name="T71" fmla="*/ 3 h 426"/>
                <a:gd name="T72" fmla="*/ 2 w 244"/>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6"/>
                <a:gd name="T113" fmla="*/ 244 w 244"/>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6">
                  <a:moveTo>
                    <a:pt x="244" y="426"/>
                  </a:moveTo>
                  <a:lnTo>
                    <a:pt x="244" y="426"/>
                  </a:lnTo>
                  <a:lnTo>
                    <a:pt x="243" y="383"/>
                  </a:lnTo>
                  <a:lnTo>
                    <a:pt x="240" y="340"/>
                  </a:lnTo>
                  <a:lnTo>
                    <a:pt x="234" y="300"/>
                  </a:lnTo>
                  <a:lnTo>
                    <a:pt x="226" y="262"/>
                  </a:lnTo>
                  <a:lnTo>
                    <a:pt x="215" y="224"/>
                  </a:lnTo>
                  <a:lnTo>
                    <a:pt x="203" y="189"/>
                  </a:lnTo>
                  <a:lnTo>
                    <a:pt x="189" y="157"/>
                  </a:lnTo>
                  <a:lnTo>
                    <a:pt x="174" y="126"/>
                  </a:lnTo>
                  <a:lnTo>
                    <a:pt x="155" y="99"/>
                  </a:lnTo>
                  <a:lnTo>
                    <a:pt x="138" y="74"/>
                  </a:lnTo>
                  <a:lnTo>
                    <a:pt x="118" y="52"/>
                  </a:lnTo>
                  <a:lnTo>
                    <a:pt x="96" y="34"/>
                  </a:lnTo>
                  <a:lnTo>
                    <a:pt x="73" y="19"/>
                  </a:lnTo>
                  <a:lnTo>
                    <a:pt x="50" y="8"/>
                  </a:lnTo>
                  <a:lnTo>
                    <a:pt x="25" y="2"/>
                  </a:lnTo>
                  <a:lnTo>
                    <a:pt x="0" y="0"/>
                  </a:lnTo>
                  <a:lnTo>
                    <a:pt x="0" y="12"/>
                  </a:lnTo>
                  <a:lnTo>
                    <a:pt x="23" y="14"/>
                  </a:lnTo>
                  <a:lnTo>
                    <a:pt x="45" y="20"/>
                  </a:lnTo>
                  <a:lnTo>
                    <a:pt x="66" y="31"/>
                  </a:lnTo>
                  <a:lnTo>
                    <a:pt x="89" y="43"/>
                  </a:lnTo>
                  <a:lnTo>
                    <a:pt x="109" y="61"/>
                  </a:lnTo>
                  <a:lnTo>
                    <a:pt x="129" y="81"/>
                  </a:lnTo>
                  <a:lnTo>
                    <a:pt x="146" y="106"/>
                  </a:lnTo>
                  <a:lnTo>
                    <a:pt x="162" y="133"/>
                  </a:lnTo>
                  <a:lnTo>
                    <a:pt x="178" y="162"/>
                  </a:lnTo>
                  <a:lnTo>
                    <a:pt x="192" y="194"/>
                  </a:lnTo>
                  <a:lnTo>
                    <a:pt x="203" y="229"/>
                  </a:lnTo>
                  <a:lnTo>
                    <a:pt x="214" y="264"/>
                  </a:lnTo>
                  <a:lnTo>
                    <a:pt x="222" y="303"/>
                  </a:lnTo>
                  <a:lnTo>
                    <a:pt x="228" y="342"/>
                  </a:lnTo>
                  <a:lnTo>
                    <a:pt x="232" y="383"/>
                  </a:lnTo>
                  <a:lnTo>
                    <a:pt x="233" y="426"/>
                  </a:lnTo>
                  <a:lnTo>
                    <a:pt x="244"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0087" name="Freeform 53"/>
            <p:cNvSpPr>
              <a:spLocks/>
            </p:cNvSpPr>
            <p:nvPr/>
          </p:nvSpPr>
          <p:spPr bwMode="auto">
            <a:xfrm>
              <a:off x="964" y="1830"/>
              <a:ext cx="48" cy="85"/>
            </a:xfrm>
            <a:custGeom>
              <a:avLst/>
              <a:gdLst>
                <a:gd name="T0" fmla="*/ 0 w 244"/>
                <a:gd name="T1" fmla="*/ 3 h 424"/>
                <a:gd name="T2" fmla="*/ 0 w 244"/>
                <a:gd name="T3" fmla="*/ 3 h 424"/>
                <a:gd name="T4" fmla="*/ 0 w 244"/>
                <a:gd name="T5" fmla="*/ 3 h 424"/>
                <a:gd name="T6" fmla="*/ 0 w 244"/>
                <a:gd name="T7" fmla="*/ 3 h 424"/>
                <a:gd name="T8" fmla="*/ 1 w 244"/>
                <a:gd name="T9" fmla="*/ 3 h 424"/>
                <a:gd name="T10" fmla="*/ 1 w 244"/>
                <a:gd name="T11" fmla="*/ 3 h 424"/>
                <a:gd name="T12" fmla="*/ 1 w 244"/>
                <a:gd name="T13" fmla="*/ 3 h 424"/>
                <a:gd name="T14" fmla="*/ 1 w 244"/>
                <a:gd name="T15" fmla="*/ 3 h 424"/>
                <a:gd name="T16" fmla="*/ 1 w 244"/>
                <a:gd name="T17" fmla="*/ 3 h 424"/>
                <a:gd name="T18" fmla="*/ 1 w 244"/>
                <a:gd name="T19" fmla="*/ 2 h 424"/>
                <a:gd name="T20" fmla="*/ 1 w 244"/>
                <a:gd name="T21" fmla="*/ 2 h 424"/>
                <a:gd name="T22" fmla="*/ 2 w 244"/>
                <a:gd name="T23" fmla="*/ 2 h 424"/>
                <a:gd name="T24" fmla="*/ 2 w 244"/>
                <a:gd name="T25" fmla="*/ 2 h 424"/>
                <a:gd name="T26" fmla="*/ 2 w 244"/>
                <a:gd name="T27" fmla="*/ 1 h 424"/>
                <a:gd name="T28" fmla="*/ 2 w 244"/>
                <a:gd name="T29" fmla="*/ 1 h 424"/>
                <a:gd name="T30" fmla="*/ 2 w 244"/>
                <a:gd name="T31" fmla="*/ 1 h 424"/>
                <a:gd name="T32" fmla="*/ 2 w 244"/>
                <a:gd name="T33" fmla="*/ 0 h 424"/>
                <a:gd name="T34" fmla="*/ 2 w 244"/>
                <a:gd name="T35" fmla="*/ 0 h 424"/>
                <a:gd name="T36" fmla="*/ 2 w 244"/>
                <a:gd name="T37" fmla="*/ 0 h 424"/>
                <a:gd name="T38" fmla="*/ 2 w 244"/>
                <a:gd name="T39" fmla="*/ 0 h 424"/>
                <a:gd name="T40" fmla="*/ 2 w 244"/>
                <a:gd name="T41" fmla="*/ 1 h 424"/>
                <a:gd name="T42" fmla="*/ 2 w 244"/>
                <a:gd name="T43" fmla="*/ 1 h 424"/>
                <a:gd name="T44" fmla="*/ 2 w 244"/>
                <a:gd name="T45" fmla="*/ 1 h 424"/>
                <a:gd name="T46" fmla="*/ 2 w 244"/>
                <a:gd name="T47" fmla="*/ 2 h 424"/>
                <a:gd name="T48" fmla="*/ 1 w 244"/>
                <a:gd name="T49" fmla="*/ 2 h 424"/>
                <a:gd name="T50" fmla="*/ 1 w 244"/>
                <a:gd name="T51" fmla="*/ 2 h 424"/>
                <a:gd name="T52" fmla="*/ 1 w 244"/>
                <a:gd name="T53" fmla="*/ 2 h 424"/>
                <a:gd name="T54" fmla="*/ 1 w 244"/>
                <a:gd name="T55" fmla="*/ 3 h 424"/>
                <a:gd name="T56" fmla="*/ 1 w 244"/>
                <a:gd name="T57" fmla="*/ 3 h 424"/>
                <a:gd name="T58" fmla="*/ 1 w 244"/>
                <a:gd name="T59" fmla="*/ 3 h 424"/>
                <a:gd name="T60" fmla="*/ 1 w 244"/>
                <a:gd name="T61" fmla="*/ 3 h 424"/>
                <a:gd name="T62" fmla="*/ 1 w 244"/>
                <a:gd name="T63" fmla="*/ 3 h 424"/>
                <a:gd name="T64" fmla="*/ 0 w 244"/>
                <a:gd name="T65" fmla="*/ 3 h 424"/>
                <a:gd name="T66" fmla="*/ 0 w 244"/>
                <a:gd name="T67" fmla="*/ 3 h 424"/>
                <a:gd name="T68" fmla="*/ 0 w 244"/>
                <a:gd name="T69" fmla="*/ 3 h 424"/>
                <a:gd name="T70" fmla="*/ 0 w 244"/>
                <a:gd name="T71" fmla="*/ 3 h 424"/>
                <a:gd name="T72" fmla="*/ 0 w 244"/>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4"/>
                <a:gd name="T113" fmla="*/ 244 w 244"/>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4">
                  <a:moveTo>
                    <a:pt x="0" y="424"/>
                  </a:moveTo>
                  <a:lnTo>
                    <a:pt x="0" y="424"/>
                  </a:lnTo>
                  <a:lnTo>
                    <a:pt x="25" y="422"/>
                  </a:lnTo>
                  <a:lnTo>
                    <a:pt x="50" y="416"/>
                  </a:lnTo>
                  <a:lnTo>
                    <a:pt x="73" y="405"/>
                  </a:lnTo>
                  <a:lnTo>
                    <a:pt x="96" y="390"/>
                  </a:lnTo>
                  <a:lnTo>
                    <a:pt x="118" y="373"/>
                  </a:lnTo>
                  <a:lnTo>
                    <a:pt x="138" y="350"/>
                  </a:lnTo>
                  <a:lnTo>
                    <a:pt x="155" y="326"/>
                  </a:lnTo>
                  <a:lnTo>
                    <a:pt x="173" y="299"/>
                  </a:lnTo>
                  <a:lnTo>
                    <a:pt x="189" y="268"/>
                  </a:lnTo>
                  <a:lnTo>
                    <a:pt x="203" y="235"/>
                  </a:lnTo>
                  <a:lnTo>
                    <a:pt x="215" y="201"/>
                  </a:lnTo>
                  <a:lnTo>
                    <a:pt x="226" y="163"/>
                  </a:lnTo>
                  <a:lnTo>
                    <a:pt x="234" y="125"/>
                  </a:lnTo>
                  <a:lnTo>
                    <a:pt x="240" y="85"/>
                  </a:lnTo>
                  <a:lnTo>
                    <a:pt x="243" y="42"/>
                  </a:lnTo>
                  <a:lnTo>
                    <a:pt x="244" y="0"/>
                  </a:lnTo>
                  <a:lnTo>
                    <a:pt x="233" y="0"/>
                  </a:lnTo>
                  <a:lnTo>
                    <a:pt x="232" y="42"/>
                  </a:lnTo>
                  <a:lnTo>
                    <a:pt x="228" y="83"/>
                  </a:lnTo>
                  <a:lnTo>
                    <a:pt x="222" y="123"/>
                  </a:lnTo>
                  <a:lnTo>
                    <a:pt x="214" y="160"/>
                  </a:lnTo>
                  <a:lnTo>
                    <a:pt x="203" y="197"/>
                  </a:lnTo>
                  <a:lnTo>
                    <a:pt x="192" y="231"/>
                  </a:lnTo>
                  <a:lnTo>
                    <a:pt x="178" y="263"/>
                  </a:lnTo>
                  <a:lnTo>
                    <a:pt x="164" y="292"/>
                  </a:lnTo>
                  <a:lnTo>
                    <a:pt x="146" y="319"/>
                  </a:lnTo>
                  <a:lnTo>
                    <a:pt x="129" y="343"/>
                  </a:lnTo>
                  <a:lnTo>
                    <a:pt x="109" y="363"/>
                  </a:lnTo>
                  <a:lnTo>
                    <a:pt x="89" y="381"/>
                  </a:lnTo>
                  <a:lnTo>
                    <a:pt x="66" y="394"/>
                  </a:lnTo>
                  <a:lnTo>
                    <a:pt x="45" y="404"/>
                  </a:lnTo>
                  <a:lnTo>
                    <a:pt x="23" y="410"/>
                  </a:lnTo>
                  <a:lnTo>
                    <a:pt x="0" y="412"/>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0088" name="Freeform 54"/>
            <p:cNvSpPr>
              <a:spLocks/>
            </p:cNvSpPr>
            <p:nvPr/>
          </p:nvSpPr>
          <p:spPr bwMode="auto">
            <a:xfrm>
              <a:off x="915" y="1830"/>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1" y="42"/>
                  </a:lnTo>
                  <a:lnTo>
                    <a:pt x="4" y="85"/>
                  </a:lnTo>
                  <a:lnTo>
                    <a:pt x="10" y="125"/>
                  </a:lnTo>
                  <a:lnTo>
                    <a:pt x="19" y="163"/>
                  </a:lnTo>
                  <a:lnTo>
                    <a:pt x="29" y="201"/>
                  </a:lnTo>
                  <a:lnTo>
                    <a:pt x="41" y="235"/>
                  </a:lnTo>
                  <a:lnTo>
                    <a:pt x="55" y="268"/>
                  </a:lnTo>
                  <a:lnTo>
                    <a:pt x="71" y="299"/>
                  </a:lnTo>
                  <a:lnTo>
                    <a:pt x="89" y="326"/>
                  </a:lnTo>
                  <a:lnTo>
                    <a:pt x="106" y="350"/>
                  </a:lnTo>
                  <a:lnTo>
                    <a:pt x="126" y="373"/>
                  </a:lnTo>
                  <a:lnTo>
                    <a:pt x="149" y="390"/>
                  </a:lnTo>
                  <a:lnTo>
                    <a:pt x="171" y="405"/>
                  </a:lnTo>
                  <a:lnTo>
                    <a:pt x="194" y="416"/>
                  </a:lnTo>
                  <a:lnTo>
                    <a:pt x="219" y="422"/>
                  </a:lnTo>
                  <a:lnTo>
                    <a:pt x="245" y="424"/>
                  </a:lnTo>
                  <a:lnTo>
                    <a:pt x="245" y="412"/>
                  </a:lnTo>
                  <a:lnTo>
                    <a:pt x="221" y="410"/>
                  </a:lnTo>
                  <a:lnTo>
                    <a:pt x="199" y="404"/>
                  </a:lnTo>
                  <a:lnTo>
                    <a:pt x="178" y="394"/>
                  </a:lnTo>
                  <a:lnTo>
                    <a:pt x="156" y="381"/>
                  </a:lnTo>
                  <a:lnTo>
                    <a:pt x="136" y="363"/>
                  </a:lnTo>
                  <a:lnTo>
                    <a:pt x="116" y="343"/>
                  </a:lnTo>
                  <a:lnTo>
                    <a:pt x="98" y="319"/>
                  </a:lnTo>
                  <a:lnTo>
                    <a:pt x="81" y="292"/>
                  </a:lnTo>
                  <a:lnTo>
                    <a:pt x="67" y="263"/>
                  </a:lnTo>
                  <a:lnTo>
                    <a:pt x="52" y="231"/>
                  </a:lnTo>
                  <a:lnTo>
                    <a:pt x="41" y="197"/>
                  </a:lnTo>
                  <a:lnTo>
                    <a:pt x="30" y="160"/>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0089" name="Freeform 55"/>
            <p:cNvSpPr>
              <a:spLocks/>
            </p:cNvSpPr>
            <p:nvPr/>
          </p:nvSpPr>
          <p:spPr bwMode="auto">
            <a:xfrm>
              <a:off x="915" y="1745"/>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0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19" y="2"/>
                  </a:lnTo>
                  <a:lnTo>
                    <a:pt x="194" y="8"/>
                  </a:lnTo>
                  <a:lnTo>
                    <a:pt x="171" y="19"/>
                  </a:lnTo>
                  <a:lnTo>
                    <a:pt x="149" y="34"/>
                  </a:lnTo>
                  <a:lnTo>
                    <a:pt x="126" y="52"/>
                  </a:lnTo>
                  <a:lnTo>
                    <a:pt x="106" y="74"/>
                  </a:lnTo>
                  <a:lnTo>
                    <a:pt x="89" y="99"/>
                  </a:lnTo>
                  <a:lnTo>
                    <a:pt x="70" y="126"/>
                  </a:lnTo>
                  <a:lnTo>
                    <a:pt x="55" y="157"/>
                  </a:lnTo>
                  <a:lnTo>
                    <a:pt x="41" y="189"/>
                  </a:lnTo>
                  <a:lnTo>
                    <a:pt x="29" y="224"/>
                  </a:lnTo>
                  <a:lnTo>
                    <a:pt x="19" y="262"/>
                  </a:lnTo>
                  <a:lnTo>
                    <a:pt x="10" y="300"/>
                  </a:lnTo>
                  <a:lnTo>
                    <a:pt x="4" y="340"/>
                  </a:lnTo>
                  <a:lnTo>
                    <a:pt x="1" y="383"/>
                  </a:lnTo>
                  <a:lnTo>
                    <a:pt x="0" y="426"/>
                  </a:lnTo>
                  <a:lnTo>
                    <a:pt x="11" y="426"/>
                  </a:lnTo>
                  <a:lnTo>
                    <a:pt x="13" y="383"/>
                  </a:lnTo>
                  <a:lnTo>
                    <a:pt x="16" y="342"/>
                  </a:lnTo>
                  <a:lnTo>
                    <a:pt x="22" y="303"/>
                  </a:lnTo>
                  <a:lnTo>
                    <a:pt x="30" y="264"/>
                  </a:lnTo>
                  <a:lnTo>
                    <a:pt x="41" y="229"/>
                  </a:lnTo>
                  <a:lnTo>
                    <a:pt x="52" y="194"/>
                  </a:lnTo>
                  <a:lnTo>
                    <a:pt x="67" y="162"/>
                  </a:lnTo>
                  <a:lnTo>
                    <a:pt x="82" y="133"/>
                  </a:lnTo>
                  <a:lnTo>
                    <a:pt x="98" y="106"/>
                  </a:lnTo>
                  <a:lnTo>
                    <a:pt x="116" y="81"/>
                  </a:lnTo>
                  <a:lnTo>
                    <a:pt x="136" y="61"/>
                  </a:lnTo>
                  <a:lnTo>
                    <a:pt x="156" y="43"/>
                  </a:lnTo>
                  <a:lnTo>
                    <a:pt x="178" y="31"/>
                  </a:lnTo>
                  <a:lnTo>
                    <a:pt x="199" y="20"/>
                  </a:lnTo>
                  <a:lnTo>
                    <a:pt x="221"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0090" name="Freeform 56"/>
            <p:cNvSpPr>
              <a:spLocks/>
            </p:cNvSpPr>
            <p:nvPr/>
          </p:nvSpPr>
          <p:spPr bwMode="auto">
            <a:xfrm>
              <a:off x="1140" y="2087"/>
              <a:ext cx="49" cy="85"/>
            </a:xfrm>
            <a:custGeom>
              <a:avLst/>
              <a:gdLst>
                <a:gd name="T0" fmla="*/ 2 w 246"/>
                <a:gd name="T1" fmla="*/ 3 h 424"/>
                <a:gd name="T2" fmla="*/ 2 w 246"/>
                <a:gd name="T3" fmla="*/ 3 h 424"/>
                <a:gd name="T4" fmla="*/ 2 w 246"/>
                <a:gd name="T5" fmla="*/ 3 h 424"/>
                <a:gd name="T6" fmla="*/ 2 w 246"/>
                <a:gd name="T7" fmla="*/ 3 h 424"/>
                <a:gd name="T8" fmla="*/ 2 w 246"/>
                <a:gd name="T9" fmla="*/ 2 h 424"/>
                <a:gd name="T10" fmla="*/ 2 w 246"/>
                <a:gd name="T11" fmla="*/ 2 h 424"/>
                <a:gd name="T12" fmla="*/ 2 w 246"/>
                <a:gd name="T13" fmla="*/ 2 h 424"/>
                <a:gd name="T14" fmla="*/ 2 w 246"/>
                <a:gd name="T15" fmla="*/ 2 h 424"/>
                <a:gd name="T16" fmla="*/ 2 w 246"/>
                <a:gd name="T17" fmla="*/ 1 h 424"/>
                <a:gd name="T18" fmla="*/ 1 w 246"/>
                <a:gd name="T19" fmla="*/ 1 h 424"/>
                <a:gd name="T20" fmla="*/ 1 w 246"/>
                <a:gd name="T21" fmla="*/ 1 h 424"/>
                <a:gd name="T22" fmla="*/ 1 w 246"/>
                <a:gd name="T23" fmla="*/ 1 h 424"/>
                <a:gd name="T24" fmla="*/ 1 w 246"/>
                <a:gd name="T25" fmla="*/ 0 h 424"/>
                <a:gd name="T26" fmla="*/ 1 w 246"/>
                <a:gd name="T27" fmla="*/ 0 h 424"/>
                <a:gd name="T28" fmla="*/ 1 w 246"/>
                <a:gd name="T29" fmla="*/ 0 h 424"/>
                <a:gd name="T30" fmla="*/ 0 w 246"/>
                <a:gd name="T31" fmla="*/ 0 h 424"/>
                <a:gd name="T32" fmla="*/ 0 w 246"/>
                <a:gd name="T33" fmla="*/ 0 h 424"/>
                <a:gd name="T34" fmla="*/ 0 w 246"/>
                <a:gd name="T35" fmla="*/ 0 h 424"/>
                <a:gd name="T36" fmla="*/ 0 w 246"/>
                <a:gd name="T37" fmla="*/ 0 h 424"/>
                <a:gd name="T38" fmla="*/ 0 w 246"/>
                <a:gd name="T39" fmla="*/ 0 h 424"/>
                <a:gd name="T40" fmla="*/ 0 w 246"/>
                <a:gd name="T41" fmla="*/ 0 h 424"/>
                <a:gd name="T42" fmla="*/ 1 w 246"/>
                <a:gd name="T43" fmla="*/ 0 h 424"/>
                <a:gd name="T44" fmla="*/ 1 w 246"/>
                <a:gd name="T45" fmla="*/ 0 h 424"/>
                <a:gd name="T46" fmla="*/ 1 w 246"/>
                <a:gd name="T47" fmla="*/ 0 h 424"/>
                <a:gd name="T48" fmla="*/ 1 w 246"/>
                <a:gd name="T49" fmla="*/ 1 h 424"/>
                <a:gd name="T50" fmla="*/ 1 w 246"/>
                <a:gd name="T51" fmla="*/ 1 h 424"/>
                <a:gd name="T52" fmla="*/ 1 w 246"/>
                <a:gd name="T53" fmla="*/ 1 h 424"/>
                <a:gd name="T54" fmla="*/ 1 w 246"/>
                <a:gd name="T55" fmla="*/ 1 h 424"/>
                <a:gd name="T56" fmla="*/ 2 w 246"/>
                <a:gd name="T57" fmla="*/ 2 h 424"/>
                <a:gd name="T58" fmla="*/ 2 w 246"/>
                <a:gd name="T59" fmla="*/ 2 h 424"/>
                <a:gd name="T60" fmla="*/ 2 w 246"/>
                <a:gd name="T61" fmla="*/ 2 h 424"/>
                <a:gd name="T62" fmla="*/ 2 w 246"/>
                <a:gd name="T63" fmla="*/ 2 h 424"/>
                <a:gd name="T64" fmla="*/ 2 w 246"/>
                <a:gd name="T65" fmla="*/ 3 h 424"/>
                <a:gd name="T66" fmla="*/ 2 w 246"/>
                <a:gd name="T67" fmla="*/ 3 h 424"/>
                <a:gd name="T68" fmla="*/ 2 w 246"/>
                <a:gd name="T69" fmla="*/ 3 h 424"/>
                <a:gd name="T70" fmla="*/ 2 w 246"/>
                <a:gd name="T71" fmla="*/ 3 h 424"/>
                <a:gd name="T72" fmla="*/ 2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424"/>
                  </a:moveTo>
                  <a:lnTo>
                    <a:pt x="246" y="424"/>
                  </a:lnTo>
                  <a:lnTo>
                    <a:pt x="244" y="382"/>
                  </a:lnTo>
                  <a:lnTo>
                    <a:pt x="241" y="338"/>
                  </a:lnTo>
                  <a:lnTo>
                    <a:pt x="235" y="298"/>
                  </a:lnTo>
                  <a:lnTo>
                    <a:pt x="227" y="261"/>
                  </a:lnTo>
                  <a:lnTo>
                    <a:pt x="216" y="222"/>
                  </a:lnTo>
                  <a:lnTo>
                    <a:pt x="205" y="188"/>
                  </a:lnTo>
                  <a:lnTo>
                    <a:pt x="190" y="155"/>
                  </a:lnTo>
                  <a:lnTo>
                    <a:pt x="174" y="125"/>
                  </a:lnTo>
                  <a:lnTo>
                    <a:pt x="157" y="98"/>
                  </a:lnTo>
                  <a:lnTo>
                    <a:pt x="138" y="73"/>
                  </a:lnTo>
                  <a:lnTo>
                    <a:pt x="118" y="51"/>
                  </a:lnTo>
                  <a:lnTo>
                    <a:pt x="96" y="34"/>
                  </a:lnTo>
                  <a:lnTo>
                    <a:pt x="74" y="18"/>
                  </a:lnTo>
                  <a:lnTo>
                    <a:pt x="50" y="8"/>
                  </a:lnTo>
                  <a:lnTo>
                    <a:pt x="25" y="2"/>
                  </a:lnTo>
                  <a:lnTo>
                    <a:pt x="0" y="0"/>
                  </a:lnTo>
                  <a:lnTo>
                    <a:pt x="0" y="11"/>
                  </a:lnTo>
                  <a:lnTo>
                    <a:pt x="23" y="14"/>
                  </a:lnTo>
                  <a:lnTo>
                    <a:pt x="45" y="19"/>
                  </a:lnTo>
                  <a:lnTo>
                    <a:pt x="67" y="30"/>
                  </a:lnTo>
                  <a:lnTo>
                    <a:pt x="89" y="43"/>
                  </a:lnTo>
                  <a:lnTo>
                    <a:pt x="108" y="60"/>
                  </a:lnTo>
                  <a:lnTo>
                    <a:pt x="128" y="80"/>
                  </a:lnTo>
                  <a:lnTo>
                    <a:pt x="147" y="105"/>
                  </a:lnTo>
                  <a:lnTo>
                    <a:pt x="165" y="132"/>
                  </a:lnTo>
                  <a:lnTo>
                    <a:pt x="179" y="160"/>
                  </a:lnTo>
                  <a:lnTo>
                    <a:pt x="193" y="193"/>
                  </a:lnTo>
                  <a:lnTo>
                    <a:pt x="205" y="227"/>
                  </a:lnTo>
                  <a:lnTo>
                    <a:pt x="215" y="263"/>
                  </a:lnTo>
                  <a:lnTo>
                    <a:pt x="223" y="301"/>
                  </a:lnTo>
                  <a:lnTo>
                    <a:pt x="229" y="341"/>
                  </a:lnTo>
                  <a:lnTo>
                    <a:pt x="233" y="382"/>
                  </a:lnTo>
                  <a:lnTo>
                    <a:pt x="234" y="424"/>
                  </a:lnTo>
                  <a:lnTo>
                    <a:pt x="246"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0091" name="Freeform 57"/>
            <p:cNvSpPr>
              <a:spLocks/>
            </p:cNvSpPr>
            <p:nvPr/>
          </p:nvSpPr>
          <p:spPr bwMode="auto">
            <a:xfrm>
              <a:off x="1140" y="2172"/>
              <a:ext cx="49" cy="85"/>
            </a:xfrm>
            <a:custGeom>
              <a:avLst/>
              <a:gdLst>
                <a:gd name="T0" fmla="*/ 0 w 246"/>
                <a:gd name="T1" fmla="*/ 3 h 426"/>
                <a:gd name="T2" fmla="*/ 0 w 246"/>
                <a:gd name="T3" fmla="*/ 3 h 426"/>
                <a:gd name="T4" fmla="*/ 0 w 246"/>
                <a:gd name="T5" fmla="*/ 3 h 426"/>
                <a:gd name="T6" fmla="*/ 0 w 246"/>
                <a:gd name="T7" fmla="*/ 3 h 426"/>
                <a:gd name="T8" fmla="*/ 1 w 246"/>
                <a:gd name="T9" fmla="*/ 3 h 426"/>
                <a:gd name="T10" fmla="*/ 1 w 246"/>
                <a:gd name="T11" fmla="*/ 3 h 426"/>
                <a:gd name="T12" fmla="*/ 1 w 246"/>
                <a:gd name="T13" fmla="*/ 3 h 426"/>
                <a:gd name="T14" fmla="*/ 1 w 246"/>
                <a:gd name="T15" fmla="*/ 3 h 426"/>
                <a:gd name="T16" fmla="*/ 1 w 246"/>
                <a:gd name="T17" fmla="*/ 3 h 426"/>
                <a:gd name="T18" fmla="*/ 1 w 246"/>
                <a:gd name="T19" fmla="*/ 2 h 426"/>
                <a:gd name="T20" fmla="*/ 2 w 246"/>
                <a:gd name="T21" fmla="*/ 2 h 426"/>
                <a:gd name="T22" fmla="*/ 2 w 246"/>
                <a:gd name="T23" fmla="*/ 2 h 426"/>
                <a:gd name="T24" fmla="*/ 2 w 246"/>
                <a:gd name="T25" fmla="*/ 2 h 426"/>
                <a:gd name="T26" fmla="*/ 2 w 246"/>
                <a:gd name="T27" fmla="*/ 1 h 426"/>
                <a:gd name="T28" fmla="*/ 2 w 246"/>
                <a:gd name="T29" fmla="*/ 1 h 426"/>
                <a:gd name="T30" fmla="*/ 2 w 246"/>
                <a:gd name="T31" fmla="*/ 1 h 426"/>
                <a:gd name="T32" fmla="*/ 2 w 246"/>
                <a:gd name="T33" fmla="*/ 0 h 426"/>
                <a:gd name="T34" fmla="*/ 2 w 246"/>
                <a:gd name="T35" fmla="*/ 0 h 426"/>
                <a:gd name="T36" fmla="*/ 2 w 246"/>
                <a:gd name="T37" fmla="*/ 0 h 426"/>
                <a:gd name="T38" fmla="*/ 2 w 246"/>
                <a:gd name="T39" fmla="*/ 0 h 426"/>
                <a:gd name="T40" fmla="*/ 2 w 246"/>
                <a:gd name="T41" fmla="*/ 1 h 426"/>
                <a:gd name="T42" fmla="*/ 2 w 246"/>
                <a:gd name="T43" fmla="*/ 1 h 426"/>
                <a:gd name="T44" fmla="*/ 2 w 246"/>
                <a:gd name="T45" fmla="*/ 1 h 426"/>
                <a:gd name="T46" fmla="*/ 2 w 246"/>
                <a:gd name="T47" fmla="*/ 2 h 426"/>
                <a:gd name="T48" fmla="*/ 2 w 246"/>
                <a:gd name="T49" fmla="*/ 2 h 426"/>
                <a:gd name="T50" fmla="*/ 1 w 246"/>
                <a:gd name="T51" fmla="*/ 2 h 426"/>
                <a:gd name="T52" fmla="*/ 1 w 246"/>
                <a:gd name="T53" fmla="*/ 2 h 426"/>
                <a:gd name="T54" fmla="*/ 1 w 246"/>
                <a:gd name="T55" fmla="*/ 3 h 426"/>
                <a:gd name="T56" fmla="*/ 1 w 246"/>
                <a:gd name="T57" fmla="*/ 3 h 426"/>
                <a:gd name="T58" fmla="*/ 1 w 246"/>
                <a:gd name="T59" fmla="*/ 3 h 426"/>
                <a:gd name="T60" fmla="*/ 1 w 246"/>
                <a:gd name="T61" fmla="*/ 3 h 426"/>
                <a:gd name="T62" fmla="*/ 1 w 246"/>
                <a:gd name="T63" fmla="*/ 3 h 426"/>
                <a:gd name="T64" fmla="*/ 0 w 246"/>
                <a:gd name="T65" fmla="*/ 3 h 426"/>
                <a:gd name="T66" fmla="*/ 0 w 246"/>
                <a:gd name="T67" fmla="*/ 3 h 426"/>
                <a:gd name="T68" fmla="*/ 0 w 246"/>
                <a:gd name="T69" fmla="*/ 3 h 426"/>
                <a:gd name="T70" fmla="*/ 0 w 246"/>
                <a:gd name="T71" fmla="*/ 3 h 426"/>
                <a:gd name="T72" fmla="*/ 0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426"/>
                  </a:moveTo>
                  <a:lnTo>
                    <a:pt x="0" y="426"/>
                  </a:lnTo>
                  <a:lnTo>
                    <a:pt x="25" y="423"/>
                  </a:lnTo>
                  <a:lnTo>
                    <a:pt x="50" y="417"/>
                  </a:lnTo>
                  <a:lnTo>
                    <a:pt x="74" y="407"/>
                  </a:lnTo>
                  <a:lnTo>
                    <a:pt x="96" y="392"/>
                  </a:lnTo>
                  <a:lnTo>
                    <a:pt x="118" y="373"/>
                  </a:lnTo>
                  <a:lnTo>
                    <a:pt x="138" y="350"/>
                  </a:lnTo>
                  <a:lnTo>
                    <a:pt x="157" y="327"/>
                  </a:lnTo>
                  <a:lnTo>
                    <a:pt x="175" y="299"/>
                  </a:lnTo>
                  <a:lnTo>
                    <a:pt x="190" y="268"/>
                  </a:lnTo>
                  <a:lnTo>
                    <a:pt x="205" y="236"/>
                  </a:lnTo>
                  <a:lnTo>
                    <a:pt x="216" y="202"/>
                  </a:lnTo>
                  <a:lnTo>
                    <a:pt x="227" y="164"/>
                  </a:lnTo>
                  <a:lnTo>
                    <a:pt x="235" y="125"/>
                  </a:lnTo>
                  <a:lnTo>
                    <a:pt x="241" y="86"/>
                  </a:lnTo>
                  <a:lnTo>
                    <a:pt x="244" y="42"/>
                  </a:lnTo>
                  <a:lnTo>
                    <a:pt x="246" y="0"/>
                  </a:lnTo>
                  <a:lnTo>
                    <a:pt x="234" y="0"/>
                  </a:lnTo>
                  <a:lnTo>
                    <a:pt x="233" y="42"/>
                  </a:lnTo>
                  <a:lnTo>
                    <a:pt x="229" y="83"/>
                  </a:lnTo>
                  <a:lnTo>
                    <a:pt x="223" y="123"/>
                  </a:lnTo>
                  <a:lnTo>
                    <a:pt x="215" y="162"/>
                  </a:lnTo>
                  <a:lnTo>
                    <a:pt x="205" y="197"/>
                  </a:lnTo>
                  <a:lnTo>
                    <a:pt x="193" y="231"/>
                  </a:lnTo>
                  <a:lnTo>
                    <a:pt x="179" y="264"/>
                  </a:lnTo>
                  <a:lnTo>
                    <a:pt x="164" y="292"/>
                  </a:lnTo>
                  <a:lnTo>
                    <a:pt x="147" y="320"/>
                  </a:lnTo>
                  <a:lnTo>
                    <a:pt x="128" y="343"/>
                  </a:lnTo>
                  <a:lnTo>
                    <a:pt x="108" y="363"/>
                  </a:lnTo>
                  <a:lnTo>
                    <a:pt x="89" y="382"/>
                  </a:lnTo>
                  <a:lnTo>
                    <a:pt x="67" y="395"/>
                  </a:lnTo>
                  <a:lnTo>
                    <a:pt x="45" y="406"/>
                  </a:lnTo>
                  <a:lnTo>
                    <a:pt x="23" y="411"/>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0092" name="Freeform 58"/>
            <p:cNvSpPr>
              <a:spLocks/>
            </p:cNvSpPr>
            <p:nvPr/>
          </p:nvSpPr>
          <p:spPr bwMode="auto">
            <a:xfrm>
              <a:off x="1091" y="2172"/>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4" y="86"/>
                  </a:lnTo>
                  <a:lnTo>
                    <a:pt x="10" y="125"/>
                  </a:lnTo>
                  <a:lnTo>
                    <a:pt x="18" y="164"/>
                  </a:lnTo>
                  <a:lnTo>
                    <a:pt x="29" y="202"/>
                  </a:lnTo>
                  <a:lnTo>
                    <a:pt x="41" y="236"/>
                  </a:lnTo>
                  <a:lnTo>
                    <a:pt x="55" y="268"/>
                  </a:lnTo>
                  <a:lnTo>
                    <a:pt x="70" y="299"/>
                  </a:lnTo>
                  <a:lnTo>
                    <a:pt x="89" y="327"/>
                  </a:lnTo>
                  <a:lnTo>
                    <a:pt x="106" y="350"/>
                  </a:lnTo>
                  <a:lnTo>
                    <a:pt x="126" y="373"/>
                  </a:lnTo>
                  <a:lnTo>
                    <a:pt x="148" y="392"/>
                  </a:lnTo>
                  <a:lnTo>
                    <a:pt x="171" y="407"/>
                  </a:lnTo>
                  <a:lnTo>
                    <a:pt x="194" y="417"/>
                  </a:lnTo>
                  <a:lnTo>
                    <a:pt x="219" y="423"/>
                  </a:lnTo>
                  <a:lnTo>
                    <a:pt x="245" y="426"/>
                  </a:lnTo>
                  <a:lnTo>
                    <a:pt x="245" y="414"/>
                  </a:lnTo>
                  <a:lnTo>
                    <a:pt x="221" y="411"/>
                  </a:lnTo>
                  <a:lnTo>
                    <a:pt x="199" y="406"/>
                  </a:lnTo>
                  <a:lnTo>
                    <a:pt x="178" y="395"/>
                  </a:lnTo>
                  <a:lnTo>
                    <a:pt x="155" y="382"/>
                  </a:lnTo>
                  <a:lnTo>
                    <a:pt x="136" y="363"/>
                  </a:lnTo>
                  <a:lnTo>
                    <a:pt x="116" y="343"/>
                  </a:lnTo>
                  <a:lnTo>
                    <a:pt x="98" y="320"/>
                  </a:lnTo>
                  <a:lnTo>
                    <a:pt x="82" y="292"/>
                  </a:lnTo>
                  <a:lnTo>
                    <a:pt x="66" y="264"/>
                  </a:lnTo>
                  <a:lnTo>
                    <a:pt x="52" y="231"/>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0093" name="Freeform 59"/>
            <p:cNvSpPr>
              <a:spLocks/>
            </p:cNvSpPr>
            <p:nvPr/>
          </p:nvSpPr>
          <p:spPr bwMode="auto">
            <a:xfrm>
              <a:off x="1091" y="2087"/>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4" y="8"/>
                  </a:lnTo>
                  <a:lnTo>
                    <a:pt x="171" y="18"/>
                  </a:lnTo>
                  <a:lnTo>
                    <a:pt x="148" y="34"/>
                  </a:lnTo>
                  <a:lnTo>
                    <a:pt x="126" y="51"/>
                  </a:lnTo>
                  <a:lnTo>
                    <a:pt x="106" y="73"/>
                  </a:lnTo>
                  <a:lnTo>
                    <a:pt x="89" y="98"/>
                  </a:lnTo>
                  <a:lnTo>
                    <a:pt x="71" y="125"/>
                  </a:lnTo>
                  <a:lnTo>
                    <a:pt x="55" y="155"/>
                  </a:lnTo>
                  <a:lnTo>
                    <a:pt x="41" y="188"/>
                  </a:lnTo>
                  <a:lnTo>
                    <a:pt x="29" y="222"/>
                  </a:lnTo>
                  <a:lnTo>
                    <a:pt x="18" y="261"/>
                  </a:lnTo>
                  <a:lnTo>
                    <a:pt x="10" y="298"/>
                  </a:lnTo>
                  <a:lnTo>
                    <a:pt x="4" y="338"/>
                  </a:lnTo>
                  <a:lnTo>
                    <a:pt x="1" y="382"/>
                  </a:lnTo>
                  <a:lnTo>
                    <a:pt x="0" y="424"/>
                  </a:lnTo>
                  <a:lnTo>
                    <a:pt x="11" y="424"/>
                  </a:lnTo>
                  <a:lnTo>
                    <a:pt x="13" y="382"/>
                  </a:lnTo>
                  <a:lnTo>
                    <a:pt x="16" y="341"/>
                  </a:lnTo>
                  <a:lnTo>
                    <a:pt x="22" y="301"/>
                  </a:lnTo>
                  <a:lnTo>
                    <a:pt x="30" y="263"/>
                  </a:lnTo>
                  <a:lnTo>
                    <a:pt x="41" y="227"/>
                  </a:lnTo>
                  <a:lnTo>
                    <a:pt x="52" y="193"/>
                  </a:lnTo>
                  <a:lnTo>
                    <a:pt x="66" y="160"/>
                  </a:lnTo>
                  <a:lnTo>
                    <a:pt x="80" y="132"/>
                  </a:lnTo>
                  <a:lnTo>
                    <a:pt x="98" y="105"/>
                  </a:lnTo>
                  <a:lnTo>
                    <a:pt x="116" y="80"/>
                  </a:lnTo>
                  <a:lnTo>
                    <a:pt x="136" y="60"/>
                  </a:lnTo>
                  <a:lnTo>
                    <a:pt x="155" y="43"/>
                  </a:lnTo>
                  <a:lnTo>
                    <a:pt x="178" y="30"/>
                  </a:lnTo>
                  <a:lnTo>
                    <a:pt x="199" y="19"/>
                  </a:lnTo>
                  <a:lnTo>
                    <a:pt x="221" y="14"/>
                  </a:lnTo>
                  <a:lnTo>
                    <a:pt x="245" y="11"/>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0094" name="Freeform 60"/>
            <p:cNvSpPr>
              <a:spLocks/>
            </p:cNvSpPr>
            <p:nvPr/>
          </p:nvSpPr>
          <p:spPr bwMode="auto">
            <a:xfrm>
              <a:off x="1392" y="2118"/>
              <a:ext cx="49" cy="85"/>
            </a:xfrm>
            <a:custGeom>
              <a:avLst/>
              <a:gdLst>
                <a:gd name="T0" fmla="*/ 2 w 246"/>
                <a:gd name="T1" fmla="*/ 3 h 426"/>
                <a:gd name="T2" fmla="*/ 2 w 246"/>
                <a:gd name="T3" fmla="*/ 3 h 426"/>
                <a:gd name="T4" fmla="*/ 2 w 246"/>
                <a:gd name="T5" fmla="*/ 3 h 426"/>
                <a:gd name="T6" fmla="*/ 2 w 246"/>
                <a:gd name="T7" fmla="*/ 3 h 426"/>
                <a:gd name="T8" fmla="*/ 2 w 246"/>
                <a:gd name="T9" fmla="*/ 2 h 426"/>
                <a:gd name="T10" fmla="*/ 2 w 246"/>
                <a:gd name="T11" fmla="*/ 2 h 426"/>
                <a:gd name="T12" fmla="*/ 2 w 246"/>
                <a:gd name="T13" fmla="*/ 2 h 426"/>
                <a:gd name="T14" fmla="*/ 2 w 246"/>
                <a:gd name="T15" fmla="*/ 2 h 426"/>
                <a:gd name="T16" fmla="*/ 2 w 246"/>
                <a:gd name="T17" fmla="*/ 1 h 426"/>
                <a:gd name="T18" fmla="*/ 1 w 246"/>
                <a:gd name="T19" fmla="*/ 1 h 426"/>
                <a:gd name="T20" fmla="*/ 1 w 246"/>
                <a:gd name="T21" fmla="*/ 1 h 426"/>
                <a:gd name="T22" fmla="*/ 1 w 246"/>
                <a:gd name="T23" fmla="*/ 1 h 426"/>
                <a:gd name="T24" fmla="*/ 1 w 246"/>
                <a:gd name="T25" fmla="*/ 0 h 426"/>
                <a:gd name="T26" fmla="*/ 1 w 246"/>
                <a:gd name="T27" fmla="*/ 0 h 426"/>
                <a:gd name="T28" fmla="*/ 1 w 246"/>
                <a:gd name="T29" fmla="*/ 0 h 426"/>
                <a:gd name="T30" fmla="*/ 0 w 246"/>
                <a:gd name="T31" fmla="*/ 0 h 426"/>
                <a:gd name="T32" fmla="*/ 0 w 246"/>
                <a:gd name="T33" fmla="*/ 0 h 426"/>
                <a:gd name="T34" fmla="*/ 0 w 246"/>
                <a:gd name="T35" fmla="*/ 0 h 426"/>
                <a:gd name="T36" fmla="*/ 0 w 246"/>
                <a:gd name="T37" fmla="*/ 0 h 426"/>
                <a:gd name="T38" fmla="*/ 0 w 246"/>
                <a:gd name="T39" fmla="*/ 0 h 426"/>
                <a:gd name="T40" fmla="*/ 0 w 246"/>
                <a:gd name="T41" fmla="*/ 0 h 426"/>
                <a:gd name="T42" fmla="*/ 1 w 246"/>
                <a:gd name="T43" fmla="*/ 0 h 426"/>
                <a:gd name="T44" fmla="*/ 1 w 246"/>
                <a:gd name="T45" fmla="*/ 0 h 426"/>
                <a:gd name="T46" fmla="*/ 1 w 246"/>
                <a:gd name="T47" fmla="*/ 1 h 426"/>
                <a:gd name="T48" fmla="*/ 1 w 246"/>
                <a:gd name="T49" fmla="*/ 1 h 426"/>
                <a:gd name="T50" fmla="*/ 1 w 246"/>
                <a:gd name="T51" fmla="*/ 1 h 426"/>
                <a:gd name="T52" fmla="*/ 1 w 246"/>
                <a:gd name="T53" fmla="*/ 1 h 426"/>
                <a:gd name="T54" fmla="*/ 1 w 246"/>
                <a:gd name="T55" fmla="*/ 1 h 426"/>
                <a:gd name="T56" fmla="*/ 2 w 246"/>
                <a:gd name="T57" fmla="*/ 2 h 426"/>
                <a:gd name="T58" fmla="*/ 2 w 246"/>
                <a:gd name="T59" fmla="*/ 2 h 426"/>
                <a:gd name="T60" fmla="*/ 2 w 246"/>
                <a:gd name="T61" fmla="*/ 2 h 426"/>
                <a:gd name="T62" fmla="*/ 2 w 246"/>
                <a:gd name="T63" fmla="*/ 2 h 426"/>
                <a:gd name="T64" fmla="*/ 2 w 246"/>
                <a:gd name="T65" fmla="*/ 3 h 426"/>
                <a:gd name="T66" fmla="*/ 2 w 246"/>
                <a:gd name="T67" fmla="*/ 3 h 426"/>
                <a:gd name="T68" fmla="*/ 2 w 246"/>
                <a:gd name="T69" fmla="*/ 3 h 426"/>
                <a:gd name="T70" fmla="*/ 2 w 246"/>
                <a:gd name="T71" fmla="*/ 3 h 426"/>
                <a:gd name="T72" fmla="*/ 2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246" y="426"/>
                  </a:moveTo>
                  <a:lnTo>
                    <a:pt x="246" y="426"/>
                  </a:lnTo>
                  <a:lnTo>
                    <a:pt x="245" y="384"/>
                  </a:lnTo>
                  <a:lnTo>
                    <a:pt x="242" y="340"/>
                  </a:lnTo>
                  <a:lnTo>
                    <a:pt x="236" y="301"/>
                  </a:lnTo>
                  <a:lnTo>
                    <a:pt x="228" y="262"/>
                  </a:lnTo>
                  <a:lnTo>
                    <a:pt x="217" y="224"/>
                  </a:lnTo>
                  <a:lnTo>
                    <a:pt x="205" y="190"/>
                  </a:lnTo>
                  <a:lnTo>
                    <a:pt x="191" y="158"/>
                  </a:lnTo>
                  <a:lnTo>
                    <a:pt x="176" y="126"/>
                  </a:lnTo>
                  <a:lnTo>
                    <a:pt x="157" y="99"/>
                  </a:lnTo>
                  <a:lnTo>
                    <a:pt x="139" y="75"/>
                  </a:lnTo>
                  <a:lnTo>
                    <a:pt x="119" y="53"/>
                  </a:lnTo>
                  <a:lnTo>
                    <a:pt x="96" y="34"/>
                  </a:lnTo>
                  <a:lnTo>
                    <a:pt x="75" y="19"/>
                  </a:lnTo>
                  <a:lnTo>
                    <a:pt x="51" y="9"/>
                  </a:lnTo>
                  <a:lnTo>
                    <a:pt x="26" y="3"/>
                  </a:lnTo>
                  <a:lnTo>
                    <a:pt x="0" y="0"/>
                  </a:lnTo>
                  <a:lnTo>
                    <a:pt x="0" y="12"/>
                  </a:lnTo>
                  <a:lnTo>
                    <a:pt x="24" y="15"/>
                  </a:lnTo>
                  <a:lnTo>
                    <a:pt x="46" y="20"/>
                  </a:lnTo>
                  <a:lnTo>
                    <a:pt x="68" y="31"/>
                  </a:lnTo>
                  <a:lnTo>
                    <a:pt x="89" y="44"/>
                  </a:lnTo>
                  <a:lnTo>
                    <a:pt x="109" y="63"/>
                  </a:lnTo>
                  <a:lnTo>
                    <a:pt x="129" y="83"/>
                  </a:lnTo>
                  <a:lnTo>
                    <a:pt x="148" y="106"/>
                  </a:lnTo>
                  <a:lnTo>
                    <a:pt x="164" y="133"/>
                  </a:lnTo>
                  <a:lnTo>
                    <a:pt x="180" y="162"/>
                  </a:lnTo>
                  <a:lnTo>
                    <a:pt x="194" y="195"/>
                  </a:lnTo>
                  <a:lnTo>
                    <a:pt x="205" y="229"/>
                  </a:lnTo>
                  <a:lnTo>
                    <a:pt x="216" y="264"/>
                  </a:lnTo>
                  <a:lnTo>
                    <a:pt x="224" y="303"/>
                  </a:lnTo>
                  <a:lnTo>
                    <a:pt x="230" y="343"/>
                  </a:lnTo>
                  <a:lnTo>
                    <a:pt x="233" y="384"/>
                  </a:lnTo>
                  <a:lnTo>
                    <a:pt x="235" y="426"/>
                  </a:lnTo>
                  <a:lnTo>
                    <a:pt x="246"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0095" name="Freeform 61"/>
            <p:cNvSpPr>
              <a:spLocks/>
            </p:cNvSpPr>
            <p:nvPr/>
          </p:nvSpPr>
          <p:spPr bwMode="auto">
            <a:xfrm>
              <a:off x="1392" y="2203"/>
              <a:ext cx="49" cy="85"/>
            </a:xfrm>
            <a:custGeom>
              <a:avLst/>
              <a:gdLst>
                <a:gd name="T0" fmla="*/ 0 w 246"/>
                <a:gd name="T1" fmla="*/ 3 h 424"/>
                <a:gd name="T2" fmla="*/ 0 w 246"/>
                <a:gd name="T3" fmla="*/ 3 h 424"/>
                <a:gd name="T4" fmla="*/ 0 w 246"/>
                <a:gd name="T5" fmla="*/ 3 h 424"/>
                <a:gd name="T6" fmla="*/ 0 w 246"/>
                <a:gd name="T7" fmla="*/ 3 h 424"/>
                <a:gd name="T8" fmla="*/ 1 w 246"/>
                <a:gd name="T9" fmla="*/ 3 h 424"/>
                <a:gd name="T10" fmla="*/ 1 w 246"/>
                <a:gd name="T11" fmla="*/ 3 h 424"/>
                <a:gd name="T12" fmla="*/ 1 w 246"/>
                <a:gd name="T13" fmla="*/ 3 h 424"/>
                <a:gd name="T14" fmla="*/ 1 w 246"/>
                <a:gd name="T15" fmla="*/ 3 h 424"/>
                <a:gd name="T16" fmla="*/ 1 w 246"/>
                <a:gd name="T17" fmla="*/ 3 h 424"/>
                <a:gd name="T18" fmla="*/ 1 w 246"/>
                <a:gd name="T19" fmla="*/ 2 h 424"/>
                <a:gd name="T20" fmla="*/ 2 w 246"/>
                <a:gd name="T21" fmla="*/ 2 h 424"/>
                <a:gd name="T22" fmla="*/ 2 w 246"/>
                <a:gd name="T23" fmla="*/ 2 h 424"/>
                <a:gd name="T24" fmla="*/ 2 w 246"/>
                <a:gd name="T25" fmla="*/ 2 h 424"/>
                <a:gd name="T26" fmla="*/ 2 w 246"/>
                <a:gd name="T27" fmla="*/ 1 h 424"/>
                <a:gd name="T28" fmla="*/ 2 w 246"/>
                <a:gd name="T29" fmla="*/ 1 h 424"/>
                <a:gd name="T30" fmla="*/ 2 w 246"/>
                <a:gd name="T31" fmla="*/ 1 h 424"/>
                <a:gd name="T32" fmla="*/ 2 w 246"/>
                <a:gd name="T33" fmla="*/ 0 h 424"/>
                <a:gd name="T34" fmla="*/ 2 w 246"/>
                <a:gd name="T35" fmla="*/ 0 h 424"/>
                <a:gd name="T36" fmla="*/ 2 w 246"/>
                <a:gd name="T37" fmla="*/ 0 h 424"/>
                <a:gd name="T38" fmla="*/ 2 w 246"/>
                <a:gd name="T39" fmla="*/ 0 h 424"/>
                <a:gd name="T40" fmla="*/ 2 w 246"/>
                <a:gd name="T41" fmla="*/ 1 h 424"/>
                <a:gd name="T42" fmla="*/ 2 w 246"/>
                <a:gd name="T43" fmla="*/ 1 h 424"/>
                <a:gd name="T44" fmla="*/ 2 w 246"/>
                <a:gd name="T45" fmla="*/ 1 h 424"/>
                <a:gd name="T46" fmla="*/ 2 w 246"/>
                <a:gd name="T47" fmla="*/ 2 h 424"/>
                <a:gd name="T48" fmla="*/ 2 w 246"/>
                <a:gd name="T49" fmla="*/ 2 h 424"/>
                <a:gd name="T50" fmla="*/ 1 w 246"/>
                <a:gd name="T51" fmla="*/ 2 h 424"/>
                <a:gd name="T52" fmla="*/ 1 w 246"/>
                <a:gd name="T53" fmla="*/ 2 h 424"/>
                <a:gd name="T54" fmla="*/ 1 w 246"/>
                <a:gd name="T55" fmla="*/ 3 h 424"/>
                <a:gd name="T56" fmla="*/ 1 w 246"/>
                <a:gd name="T57" fmla="*/ 3 h 424"/>
                <a:gd name="T58" fmla="*/ 1 w 246"/>
                <a:gd name="T59" fmla="*/ 3 h 424"/>
                <a:gd name="T60" fmla="*/ 1 w 246"/>
                <a:gd name="T61" fmla="*/ 3 h 424"/>
                <a:gd name="T62" fmla="*/ 1 w 246"/>
                <a:gd name="T63" fmla="*/ 3 h 424"/>
                <a:gd name="T64" fmla="*/ 0 w 246"/>
                <a:gd name="T65" fmla="*/ 3 h 424"/>
                <a:gd name="T66" fmla="*/ 0 w 246"/>
                <a:gd name="T67" fmla="*/ 3 h 424"/>
                <a:gd name="T68" fmla="*/ 0 w 246"/>
                <a:gd name="T69" fmla="*/ 3 h 424"/>
                <a:gd name="T70" fmla="*/ 0 w 246"/>
                <a:gd name="T71" fmla="*/ 3 h 424"/>
                <a:gd name="T72" fmla="*/ 0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0" y="424"/>
                  </a:moveTo>
                  <a:lnTo>
                    <a:pt x="0" y="424"/>
                  </a:lnTo>
                  <a:lnTo>
                    <a:pt x="26" y="422"/>
                  </a:lnTo>
                  <a:lnTo>
                    <a:pt x="51" y="416"/>
                  </a:lnTo>
                  <a:lnTo>
                    <a:pt x="75" y="406"/>
                  </a:lnTo>
                  <a:lnTo>
                    <a:pt x="96" y="390"/>
                  </a:lnTo>
                  <a:lnTo>
                    <a:pt x="119" y="373"/>
                  </a:lnTo>
                  <a:lnTo>
                    <a:pt x="139" y="351"/>
                  </a:lnTo>
                  <a:lnTo>
                    <a:pt x="157" y="326"/>
                  </a:lnTo>
                  <a:lnTo>
                    <a:pt x="175" y="299"/>
                  </a:lnTo>
                  <a:lnTo>
                    <a:pt x="191" y="269"/>
                  </a:lnTo>
                  <a:lnTo>
                    <a:pt x="205" y="236"/>
                  </a:lnTo>
                  <a:lnTo>
                    <a:pt x="217" y="202"/>
                  </a:lnTo>
                  <a:lnTo>
                    <a:pt x="228" y="163"/>
                  </a:lnTo>
                  <a:lnTo>
                    <a:pt x="236" y="125"/>
                  </a:lnTo>
                  <a:lnTo>
                    <a:pt x="242" y="86"/>
                  </a:lnTo>
                  <a:lnTo>
                    <a:pt x="245" y="42"/>
                  </a:lnTo>
                  <a:lnTo>
                    <a:pt x="246" y="0"/>
                  </a:lnTo>
                  <a:lnTo>
                    <a:pt x="235" y="0"/>
                  </a:lnTo>
                  <a:lnTo>
                    <a:pt x="233" y="42"/>
                  </a:lnTo>
                  <a:lnTo>
                    <a:pt x="230" y="83"/>
                  </a:lnTo>
                  <a:lnTo>
                    <a:pt x="224" y="123"/>
                  </a:lnTo>
                  <a:lnTo>
                    <a:pt x="216" y="161"/>
                  </a:lnTo>
                  <a:lnTo>
                    <a:pt x="205" y="197"/>
                  </a:lnTo>
                  <a:lnTo>
                    <a:pt x="194" y="231"/>
                  </a:lnTo>
                  <a:lnTo>
                    <a:pt x="180" y="264"/>
                  </a:lnTo>
                  <a:lnTo>
                    <a:pt x="166" y="292"/>
                  </a:lnTo>
                  <a:lnTo>
                    <a:pt x="148" y="319"/>
                  </a:lnTo>
                  <a:lnTo>
                    <a:pt x="129" y="344"/>
                  </a:lnTo>
                  <a:lnTo>
                    <a:pt x="109" y="364"/>
                  </a:lnTo>
                  <a:lnTo>
                    <a:pt x="89" y="381"/>
                  </a:lnTo>
                  <a:lnTo>
                    <a:pt x="68" y="394"/>
                  </a:lnTo>
                  <a:lnTo>
                    <a:pt x="46" y="405"/>
                  </a:lnTo>
                  <a:lnTo>
                    <a:pt x="24" y="410"/>
                  </a:lnTo>
                  <a:lnTo>
                    <a:pt x="0" y="413"/>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0096" name="Freeform 62"/>
            <p:cNvSpPr>
              <a:spLocks/>
            </p:cNvSpPr>
            <p:nvPr/>
          </p:nvSpPr>
          <p:spPr bwMode="auto">
            <a:xfrm>
              <a:off x="1343" y="2203"/>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2" y="42"/>
                  </a:lnTo>
                  <a:lnTo>
                    <a:pt x="5" y="86"/>
                  </a:lnTo>
                  <a:lnTo>
                    <a:pt x="11" y="125"/>
                  </a:lnTo>
                  <a:lnTo>
                    <a:pt x="19" y="163"/>
                  </a:lnTo>
                  <a:lnTo>
                    <a:pt x="30" y="202"/>
                  </a:lnTo>
                  <a:lnTo>
                    <a:pt x="41" y="236"/>
                  </a:lnTo>
                  <a:lnTo>
                    <a:pt x="56" y="269"/>
                  </a:lnTo>
                  <a:lnTo>
                    <a:pt x="72" y="299"/>
                  </a:lnTo>
                  <a:lnTo>
                    <a:pt x="90" y="326"/>
                  </a:lnTo>
                  <a:lnTo>
                    <a:pt x="108" y="351"/>
                  </a:lnTo>
                  <a:lnTo>
                    <a:pt x="127" y="373"/>
                  </a:lnTo>
                  <a:lnTo>
                    <a:pt x="149" y="390"/>
                  </a:lnTo>
                  <a:lnTo>
                    <a:pt x="172" y="406"/>
                  </a:lnTo>
                  <a:lnTo>
                    <a:pt x="195" y="416"/>
                  </a:lnTo>
                  <a:lnTo>
                    <a:pt x="220" y="422"/>
                  </a:lnTo>
                  <a:lnTo>
                    <a:pt x="245" y="424"/>
                  </a:lnTo>
                  <a:lnTo>
                    <a:pt x="245" y="413"/>
                  </a:lnTo>
                  <a:lnTo>
                    <a:pt x="222" y="410"/>
                  </a:lnTo>
                  <a:lnTo>
                    <a:pt x="200" y="405"/>
                  </a:lnTo>
                  <a:lnTo>
                    <a:pt x="179" y="394"/>
                  </a:lnTo>
                  <a:lnTo>
                    <a:pt x="156" y="381"/>
                  </a:lnTo>
                  <a:lnTo>
                    <a:pt x="136" y="364"/>
                  </a:lnTo>
                  <a:lnTo>
                    <a:pt x="118" y="344"/>
                  </a:lnTo>
                  <a:lnTo>
                    <a:pt x="99" y="319"/>
                  </a:lnTo>
                  <a:lnTo>
                    <a:pt x="81" y="292"/>
                  </a:lnTo>
                  <a:lnTo>
                    <a:pt x="67" y="264"/>
                  </a:lnTo>
                  <a:lnTo>
                    <a:pt x="53" y="231"/>
                  </a:lnTo>
                  <a:lnTo>
                    <a:pt x="41" y="197"/>
                  </a:lnTo>
                  <a:lnTo>
                    <a:pt x="31" y="161"/>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0097" name="Freeform 63"/>
            <p:cNvSpPr>
              <a:spLocks/>
            </p:cNvSpPr>
            <p:nvPr/>
          </p:nvSpPr>
          <p:spPr bwMode="auto">
            <a:xfrm>
              <a:off x="1343" y="2118"/>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1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20" y="3"/>
                  </a:lnTo>
                  <a:lnTo>
                    <a:pt x="195" y="9"/>
                  </a:lnTo>
                  <a:lnTo>
                    <a:pt x="172" y="19"/>
                  </a:lnTo>
                  <a:lnTo>
                    <a:pt x="149" y="34"/>
                  </a:lnTo>
                  <a:lnTo>
                    <a:pt x="127" y="53"/>
                  </a:lnTo>
                  <a:lnTo>
                    <a:pt x="108" y="75"/>
                  </a:lnTo>
                  <a:lnTo>
                    <a:pt x="90" y="99"/>
                  </a:lnTo>
                  <a:lnTo>
                    <a:pt x="71" y="126"/>
                  </a:lnTo>
                  <a:lnTo>
                    <a:pt x="56" y="158"/>
                  </a:lnTo>
                  <a:lnTo>
                    <a:pt x="41" y="190"/>
                  </a:lnTo>
                  <a:lnTo>
                    <a:pt x="30" y="224"/>
                  </a:lnTo>
                  <a:lnTo>
                    <a:pt x="19" y="262"/>
                  </a:lnTo>
                  <a:lnTo>
                    <a:pt x="11" y="301"/>
                  </a:lnTo>
                  <a:lnTo>
                    <a:pt x="5" y="340"/>
                  </a:lnTo>
                  <a:lnTo>
                    <a:pt x="2" y="384"/>
                  </a:lnTo>
                  <a:lnTo>
                    <a:pt x="0" y="426"/>
                  </a:lnTo>
                  <a:lnTo>
                    <a:pt x="12" y="426"/>
                  </a:lnTo>
                  <a:lnTo>
                    <a:pt x="13" y="384"/>
                  </a:lnTo>
                  <a:lnTo>
                    <a:pt x="17" y="343"/>
                  </a:lnTo>
                  <a:lnTo>
                    <a:pt x="23" y="303"/>
                  </a:lnTo>
                  <a:lnTo>
                    <a:pt x="31" y="264"/>
                  </a:lnTo>
                  <a:lnTo>
                    <a:pt x="41" y="229"/>
                  </a:lnTo>
                  <a:lnTo>
                    <a:pt x="53" y="195"/>
                  </a:lnTo>
                  <a:lnTo>
                    <a:pt x="67" y="162"/>
                  </a:lnTo>
                  <a:lnTo>
                    <a:pt x="82" y="133"/>
                  </a:lnTo>
                  <a:lnTo>
                    <a:pt x="99" y="106"/>
                  </a:lnTo>
                  <a:lnTo>
                    <a:pt x="118" y="83"/>
                  </a:lnTo>
                  <a:lnTo>
                    <a:pt x="136" y="63"/>
                  </a:lnTo>
                  <a:lnTo>
                    <a:pt x="156" y="44"/>
                  </a:lnTo>
                  <a:lnTo>
                    <a:pt x="179" y="31"/>
                  </a:lnTo>
                  <a:lnTo>
                    <a:pt x="200" y="20"/>
                  </a:lnTo>
                  <a:lnTo>
                    <a:pt x="222" y="15"/>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0098" name="Freeform 64"/>
            <p:cNvSpPr>
              <a:spLocks/>
            </p:cNvSpPr>
            <p:nvPr/>
          </p:nvSpPr>
          <p:spPr bwMode="auto">
            <a:xfrm>
              <a:off x="1384" y="1859"/>
              <a:ext cx="49" cy="84"/>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1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3" y="382"/>
                  </a:lnTo>
                  <a:lnTo>
                    <a:pt x="240" y="339"/>
                  </a:lnTo>
                  <a:lnTo>
                    <a:pt x="234" y="299"/>
                  </a:lnTo>
                  <a:lnTo>
                    <a:pt x="226" y="261"/>
                  </a:lnTo>
                  <a:lnTo>
                    <a:pt x="215" y="222"/>
                  </a:lnTo>
                  <a:lnTo>
                    <a:pt x="204" y="188"/>
                  </a:lnTo>
                  <a:lnTo>
                    <a:pt x="189" y="156"/>
                  </a:lnTo>
                  <a:lnTo>
                    <a:pt x="173" y="125"/>
                  </a:lnTo>
                  <a:lnTo>
                    <a:pt x="155" y="98"/>
                  </a:lnTo>
                  <a:lnTo>
                    <a:pt x="138" y="74"/>
                  </a:lnTo>
                  <a:lnTo>
                    <a:pt x="118" y="51"/>
                  </a:lnTo>
                  <a:lnTo>
                    <a:pt x="96" y="34"/>
                  </a:lnTo>
                  <a:lnTo>
                    <a:pt x="73" y="18"/>
                  </a:lnTo>
                  <a:lnTo>
                    <a:pt x="50" y="8"/>
                  </a:lnTo>
                  <a:lnTo>
                    <a:pt x="25" y="2"/>
                  </a:lnTo>
                  <a:lnTo>
                    <a:pt x="0" y="0"/>
                  </a:lnTo>
                  <a:lnTo>
                    <a:pt x="0" y="11"/>
                  </a:lnTo>
                  <a:lnTo>
                    <a:pt x="23" y="14"/>
                  </a:lnTo>
                  <a:lnTo>
                    <a:pt x="45" y="20"/>
                  </a:lnTo>
                  <a:lnTo>
                    <a:pt x="66" y="30"/>
                  </a:lnTo>
                  <a:lnTo>
                    <a:pt x="89" y="43"/>
                  </a:lnTo>
                  <a:lnTo>
                    <a:pt x="109" y="61"/>
                  </a:lnTo>
                  <a:lnTo>
                    <a:pt x="129" y="81"/>
                  </a:lnTo>
                  <a:lnTo>
                    <a:pt x="146" y="105"/>
                  </a:lnTo>
                  <a:lnTo>
                    <a:pt x="164" y="132"/>
                  </a:lnTo>
                  <a:lnTo>
                    <a:pt x="178" y="160"/>
                  </a:lnTo>
                  <a:lnTo>
                    <a:pt x="192" y="193"/>
                  </a:lnTo>
                  <a:lnTo>
                    <a:pt x="204" y="227"/>
                  </a:lnTo>
                  <a:lnTo>
                    <a:pt x="214" y="264"/>
                  </a:lnTo>
                  <a:lnTo>
                    <a:pt x="222" y="301"/>
                  </a:lnTo>
                  <a:lnTo>
                    <a:pt x="228"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0099" name="Freeform 65"/>
            <p:cNvSpPr>
              <a:spLocks/>
            </p:cNvSpPr>
            <p:nvPr/>
          </p:nvSpPr>
          <p:spPr bwMode="auto">
            <a:xfrm>
              <a:off x="1384" y="1943"/>
              <a:ext cx="49" cy="86"/>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5" y="423"/>
                  </a:lnTo>
                  <a:lnTo>
                    <a:pt x="50" y="418"/>
                  </a:lnTo>
                  <a:lnTo>
                    <a:pt x="73" y="407"/>
                  </a:lnTo>
                  <a:lnTo>
                    <a:pt x="96" y="392"/>
                  </a:lnTo>
                  <a:lnTo>
                    <a:pt x="118" y="374"/>
                  </a:lnTo>
                  <a:lnTo>
                    <a:pt x="138" y="352"/>
                  </a:lnTo>
                  <a:lnTo>
                    <a:pt x="155" y="327"/>
                  </a:lnTo>
                  <a:lnTo>
                    <a:pt x="174" y="300"/>
                  </a:lnTo>
                  <a:lnTo>
                    <a:pt x="189" y="269"/>
                  </a:lnTo>
                  <a:lnTo>
                    <a:pt x="204" y="237"/>
                  </a:lnTo>
                  <a:lnTo>
                    <a:pt x="215" y="202"/>
                  </a:lnTo>
                  <a:lnTo>
                    <a:pt x="226" y="164"/>
                  </a:lnTo>
                  <a:lnTo>
                    <a:pt x="234" y="126"/>
                  </a:lnTo>
                  <a:lnTo>
                    <a:pt x="240" y="86"/>
                  </a:lnTo>
                  <a:lnTo>
                    <a:pt x="243" y="42"/>
                  </a:lnTo>
                  <a:lnTo>
                    <a:pt x="245" y="0"/>
                  </a:lnTo>
                  <a:lnTo>
                    <a:pt x="233" y="0"/>
                  </a:lnTo>
                  <a:lnTo>
                    <a:pt x="232" y="42"/>
                  </a:lnTo>
                  <a:lnTo>
                    <a:pt x="228" y="83"/>
                  </a:lnTo>
                  <a:lnTo>
                    <a:pt x="222" y="123"/>
                  </a:lnTo>
                  <a:lnTo>
                    <a:pt x="214" y="162"/>
                  </a:lnTo>
                  <a:lnTo>
                    <a:pt x="204" y="197"/>
                  </a:lnTo>
                  <a:lnTo>
                    <a:pt x="192" y="232"/>
                  </a:lnTo>
                  <a:lnTo>
                    <a:pt x="178" y="264"/>
                  </a:lnTo>
                  <a:lnTo>
                    <a:pt x="163" y="293"/>
                  </a:lnTo>
                  <a:lnTo>
                    <a:pt x="146" y="320"/>
                  </a:lnTo>
                  <a:lnTo>
                    <a:pt x="129" y="345"/>
                  </a:lnTo>
                  <a:lnTo>
                    <a:pt x="109" y="365"/>
                  </a:lnTo>
                  <a:lnTo>
                    <a:pt x="89" y="382"/>
                  </a:lnTo>
                  <a:lnTo>
                    <a:pt x="66" y="395"/>
                  </a:lnTo>
                  <a:lnTo>
                    <a:pt x="45" y="406"/>
                  </a:lnTo>
                  <a:lnTo>
                    <a:pt x="23"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0100" name="Freeform 66"/>
            <p:cNvSpPr>
              <a:spLocks/>
            </p:cNvSpPr>
            <p:nvPr/>
          </p:nvSpPr>
          <p:spPr bwMode="auto">
            <a:xfrm>
              <a:off x="1335" y="1943"/>
              <a:ext cx="49" cy="86"/>
            </a:xfrm>
            <a:custGeom>
              <a:avLst/>
              <a:gdLst>
                <a:gd name="T0" fmla="*/ 0 w 246"/>
                <a:gd name="T1" fmla="*/ 0 h 426"/>
                <a:gd name="T2" fmla="*/ 0 w 246"/>
                <a:gd name="T3" fmla="*/ 0 h 426"/>
                <a:gd name="T4" fmla="*/ 0 w 246"/>
                <a:gd name="T5" fmla="*/ 0 h 426"/>
                <a:gd name="T6" fmla="*/ 0 w 246"/>
                <a:gd name="T7" fmla="*/ 1 h 426"/>
                <a:gd name="T8" fmla="*/ 0 w 246"/>
                <a:gd name="T9" fmla="*/ 1 h 426"/>
                <a:gd name="T10" fmla="*/ 0 w 246"/>
                <a:gd name="T11" fmla="*/ 1 h 426"/>
                <a:gd name="T12" fmla="*/ 0 w 246"/>
                <a:gd name="T13" fmla="*/ 2 h 426"/>
                <a:gd name="T14" fmla="*/ 0 w 246"/>
                <a:gd name="T15" fmla="*/ 2 h 426"/>
                <a:gd name="T16" fmla="*/ 0 w 246"/>
                <a:gd name="T17" fmla="*/ 2 h 426"/>
                <a:gd name="T18" fmla="*/ 1 w 246"/>
                <a:gd name="T19" fmla="*/ 2 h 426"/>
                <a:gd name="T20" fmla="*/ 1 w 246"/>
                <a:gd name="T21" fmla="*/ 3 h 426"/>
                <a:gd name="T22" fmla="*/ 1 w 246"/>
                <a:gd name="T23" fmla="*/ 3 h 426"/>
                <a:gd name="T24" fmla="*/ 1 w 246"/>
                <a:gd name="T25" fmla="*/ 3 h 426"/>
                <a:gd name="T26" fmla="*/ 1 w 246"/>
                <a:gd name="T27" fmla="*/ 3 h 426"/>
                <a:gd name="T28" fmla="*/ 1 w 246"/>
                <a:gd name="T29" fmla="*/ 3 h 426"/>
                <a:gd name="T30" fmla="*/ 2 w 246"/>
                <a:gd name="T31" fmla="*/ 3 h 426"/>
                <a:gd name="T32" fmla="*/ 2 w 246"/>
                <a:gd name="T33" fmla="*/ 3 h 426"/>
                <a:gd name="T34" fmla="*/ 2 w 246"/>
                <a:gd name="T35" fmla="*/ 3 h 426"/>
                <a:gd name="T36" fmla="*/ 2 w 246"/>
                <a:gd name="T37" fmla="*/ 3 h 426"/>
                <a:gd name="T38" fmla="*/ 2 w 246"/>
                <a:gd name="T39" fmla="*/ 3 h 426"/>
                <a:gd name="T40" fmla="*/ 2 w 246"/>
                <a:gd name="T41" fmla="*/ 3 h 426"/>
                <a:gd name="T42" fmla="*/ 1 w 246"/>
                <a:gd name="T43" fmla="*/ 3 h 426"/>
                <a:gd name="T44" fmla="*/ 1 w 246"/>
                <a:gd name="T45" fmla="*/ 3 h 426"/>
                <a:gd name="T46" fmla="*/ 1 w 246"/>
                <a:gd name="T47" fmla="*/ 3 h 426"/>
                <a:gd name="T48" fmla="*/ 1 w 246"/>
                <a:gd name="T49" fmla="*/ 3 h 426"/>
                <a:gd name="T50" fmla="*/ 1 w 246"/>
                <a:gd name="T51" fmla="*/ 3 h 426"/>
                <a:gd name="T52" fmla="*/ 1 w 246"/>
                <a:gd name="T53" fmla="*/ 2 h 426"/>
                <a:gd name="T54" fmla="*/ 1 w 246"/>
                <a:gd name="T55" fmla="*/ 2 h 426"/>
                <a:gd name="T56" fmla="*/ 0 w 246"/>
                <a:gd name="T57" fmla="*/ 2 h 426"/>
                <a:gd name="T58" fmla="*/ 0 w 246"/>
                <a:gd name="T59" fmla="*/ 2 h 426"/>
                <a:gd name="T60" fmla="*/ 0 w 246"/>
                <a:gd name="T61" fmla="*/ 1 h 426"/>
                <a:gd name="T62" fmla="*/ 0 w 246"/>
                <a:gd name="T63" fmla="*/ 1 h 426"/>
                <a:gd name="T64" fmla="*/ 0 w 246"/>
                <a:gd name="T65" fmla="*/ 1 h 426"/>
                <a:gd name="T66" fmla="*/ 0 w 246"/>
                <a:gd name="T67" fmla="*/ 0 h 426"/>
                <a:gd name="T68" fmla="*/ 0 w 246"/>
                <a:gd name="T69" fmla="*/ 0 h 426"/>
                <a:gd name="T70" fmla="*/ 0 w 246"/>
                <a:gd name="T71" fmla="*/ 0 h 426"/>
                <a:gd name="T72" fmla="*/ 0 w 246"/>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0"/>
                  </a:moveTo>
                  <a:lnTo>
                    <a:pt x="0" y="0"/>
                  </a:lnTo>
                  <a:lnTo>
                    <a:pt x="1" y="42"/>
                  </a:lnTo>
                  <a:lnTo>
                    <a:pt x="4" y="86"/>
                  </a:lnTo>
                  <a:lnTo>
                    <a:pt x="10" y="126"/>
                  </a:lnTo>
                  <a:lnTo>
                    <a:pt x="18" y="164"/>
                  </a:lnTo>
                  <a:lnTo>
                    <a:pt x="29" y="202"/>
                  </a:lnTo>
                  <a:lnTo>
                    <a:pt x="41" y="237"/>
                  </a:lnTo>
                  <a:lnTo>
                    <a:pt x="55" y="269"/>
                  </a:lnTo>
                  <a:lnTo>
                    <a:pt x="71" y="300"/>
                  </a:lnTo>
                  <a:lnTo>
                    <a:pt x="89" y="327"/>
                  </a:lnTo>
                  <a:lnTo>
                    <a:pt x="107" y="352"/>
                  </a:lnTo>
                  <a:lnTo>
                    <a:pt x="127" y="374"/>
                  </a:lnTo>
                  <a:lnTo>
                    <a:pt x="150" y="392"/>
                  </a:lnTo>
                  <a:lnTo>
                    <a:pt x="171" y="407"/>
                  </a:lnTo>
                  <a:lnTo>
                    <a:pt x="195" y="418"/>
                  </a:lnTo>
                  <a:lnTo>
                    <a:pt x="220" y="423"/>
                  </a:lnTo>
                  <a:lnTo>
                    <a:pt x="246" y="426"/>
                  </a:lnTo>
                  <a:lnTo>
                    <a:pt x="246" y="414"/>
                  </a:lnTo>
                  <a:lnTo>
                    <a:pt x="222" y="412"/>
                  </a:lnTo>
                  <a:lnTo>
                    <a:pt x="200" y="406"/>
                  </a:lnTo>
                  <a:lnTo>
                    <a:pt x="178" y="395"/>
                  </a:lnTo>
                  <a:lnTo>
                    <a:pt x="157" y="382"/>
                  </a:lnTo>
                  <a:lnTo>
                    <a:pt x="137" y="365"/>
                  </a:lnTo>
                  <a:lnTo>
                    <a:pt x="117" y="345"/>
                  </a:lnTo>
                  <a:lnTo>
                    <a:pt x="98" y="320"/>
                  </a:lnTo>
                  <a:lnTo>
                    <a:pt x="83" y="293"/>
                  </a:lnTo>
                  <a:lnTo>
                    <a:pt x="66" y="264"/>
                  </a:lnTo>
                  <a:lnTo>
                    <a:pt x="52" y="232"/>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0101" name="Freeform 67"/>
            <p:cNvSpPr>
              <a:spLocks/>
            </p:cNvSpPr>
            <p:nvPr/>
          </p:nvSpPr>
          <p:spPr bwMode="auto">
            <a:xfrm>
              <a:off x="1335" y="1859"/>
              <a:ext cx="49" cy="84"/>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1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0" y="2"/>
                  </a:lnTo>
                  <a:lnTo>
                    <a:pt x="195" y="8"/>
                  </a:lnTo>
                  <a:lnTo>
                    <a:pt x="171" y="18"/>
                  </a:lnTo>
                  <a:lnTo>
                    <a:pt x="150" y="34"/>
                  </a:lnTo>
                  <a:lnTo>
                    <a:pt x="127" y="51"/>
                  </a:lnTo>
                  <a:lnTo>
                    <a:pt x="107" y="74"/>
                  </a:lnTo>
                  <a:lnTo>
                    <a:pt x="89" y="98"/>
                  </a:lnTo>
                  <a:lnTo>
                    <a:pt x="72" y="125"/>
                  </a:lnTo>
                  <a:lnTo>
                    <a:pt x="55" y="156"/>
                  </a:lnTo>
                  <a:lnTo>
                    <a:pt x="41" y="188"/>
                  </a:lnTo>
                  <a:lnTo>
                    <a:pt x="29" y="222"/>
                  </a:lnTo>
                  <a:lnTo>
                    <a:pt x="18" y="261"/>
                  </a:lnTo>
                  <a:lnTo>
                    <a:pt x="10" y="299"/>
                  </a:lnTo>
                  <a:lnTo>
                    <a:pt x="4" y="339"/>
                  </a:lnTo>
                  <a:lnTo>
                    <a:pt x="1" y="382"/>
                  </a:lnTo>
                  <a:lnTo>
                    <a:pt x="0" y="424"/>
                  </a:lnTo>
                  <a:lnTo>
                    <a:pt x="11" y="424"/>
                  </a:lnTo>
                  <a:lnTo>
                    <a:pt x="13" y="382"/>
                  </a:lnTo>
                  <a:lnTo>
                    <a:pt x="16" y="341"/>
                  </a:lnTo>
                  <a:lnTo>
                    <a:pt x="22" y="301"/>
                  </a:lnTo>
                  <a:lnTo>
                    <a:pt x="30" y="264"/>
                  </a:lnTo>
                  <a:lnTo>
                    <a:pt x="41" y="227"/>
                  </a:lnTo>
                  <a:lnTo>
                    <a:pt x="52" y="193"/>
                  </a:lnTo>
                  <a:lnTo>
                    <a:pt x="66" y="160"/>
                  </a:lnTo>
                  <a:lnTo>
                    <a:pt x="82" y="132"/>
                  </a:lnTo>
                  <a:lnTo>
                    <a:pt x="98" y="105"/>
                  </a:lnTo>
                  <a:lnTo>
                    <a:pt x="117" y="81"/>
                  </a:lnTo>
                  <a:lnTo>
                    <a:pt x="137" y="61"/>
                  </a:lnTo>
                  <a:lnTo>
                    <a:pt x="157" y="43"/>
                  </a:lnTo>
                  <a:lnTo>
                    <a:pt x="178" y="30"/>
                  </a:lnTo>
                  <a:lnTo>
                    <a:pt x="200" y="20"/>
                  </a:lnTo>
                  <a:lnTo>
                    <a:pt x="222" y="14"/>
                  </a:lnTo>
                  <a:lnTo>
                    <a:pt x="246" y="11"/>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0102" name="Freeform 68"/>
            <p:cNvSpPr>
              <a:spLocks/>
            </p:cNvSpPr>
            <p:nvPr/>
          </p:nvSpPr>
          <p:spPr bwMode="auto">
            <a:xfrm>
              <a:off x="1552" y="1751"/>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1" y="339"/>
                  </a:lnTo>
                  <a:lnTo>
                    <a:pt x="235" y="299"/>
                  </a:lnTo>
                  <a:lnTo>
                    <a:pt x="226" y="261"/>
                  </a:lnTo>
                  <a:lnTo>
                    <a:pt x="216" y="223"/>
                  </a:lnTo>
                  <a:lnTo>
                    <a:pt x="204" y="189"/>
                  </a:lnTo>
                  <a:lnTo>
                    <a:pt x="190" y="156"/>
                  </a:lnTo>
                  <a:lnTo>
                    <a:pt x="174" y="125"/>
                  </a:lnTo>
                  <a:lnTo>
                    <a:pt x="156" y="98"/>
                  </a:lnTo>
                  <a:lnTo>
                    <a:pt x="137" y="74"/>
                  </a:lnTo>
                  <a:lnTo>
                    <a:pt x="119" y="52"/>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8" y="81"/>
                  </a:lnTo>
                  <a:lnTo>
                    <a:pt x="147" y="105"/>
                  </a:lnTo>
                  <a:lnTo>
                    <a:pt x="164" y="132"/>
                  </a:lnTo>
                  <a:lnTo>
                    <a:pt x="178" y="161"/>
                  </a:lnTo>
                  <a:lnTo>
                    <a:pt x="193" y="193"/>
                  </a:lnTo>
                  <a:lnTo>
                    <a:pt x="204" y="227"/>
                  </a:lnTo>
                  <a:lnTo>
                    <a:pt x="215" y="264"/>
                  </a:lnTo>
                  <a:lnTo>
                    <a:pt x="223" y="301"/>
                  </a:lnTo>
                  <a:lnTo>
                    <a:pt x="229" y="341"/>
                  </a:lnTo>
                  <a:lnTo>
                    <a:pt x="232" y="382"/>
                  </a:lnTo>
                  <a:lnTo>
                    <a:pt x="234"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0103" name="Freeform 69"/>
            <p:cNvSpPr>
              <a:spLocks/>
            </p:cNvSpPr>
            <p:nvPr/>
          </p:nvSpPr>
          <p:spPr bwMode="auto">
            <a:xfrm>
              <a:off x="1552" y="1836"/>
              <a:ext cx="49" cy="85"/>
            </a:xfrm>
            <a:custGeom>
              <a:avLst/>
              <a:gdLst>
                <a:gd name="T0" fmla="*/ 0 w 245"/>
                <a:gd name="T1" fmla="*/ 3 h 425"/>
                <a:gd name="T2" fmla="*/ 0 w 245"/>
                <a:gd name="T3" fmla="*/ 3 h 425"/>
                <a:gd name="T4" fmla="*/ 0 w 245"/>
                <a:gd name="T5" fmla="*/ 3 h 425"/>
                <a:gd name="T6" fmla="*/ 0 w 245"/>
                <a:gd name="T7" fmla="*/ 3 h 425"/>
                <a:gd name="T8" fmla="*/ 1 w 245"/>
                <a:gd name="T9" fmla="*/ 3 h 425"/>
                <a:gd name="T10" fmla="*/ 1 w 245"/>
                <a:gd name="T11" fmla="*/ 3 h 425"/>
                <a:gd name="T12" fmla="*/ 1 w 245"/>
                <a:gd name="T13" fmla="*/ 3 h 425"/>
                <a:gd name="T14" fmla="*/ 1 w 245"/>
                <a:gd name="T15" fmla="*/ 3 h 425"/>
                <a:gd name="T16" fmla="*/ 1 w 245"/>
                <a:gd name="T17" fmla="*/ 3 h 425"/>
                <a:gd name="T18" fmla="*/ 1 w 245"/>
                <a:gd name="T19" fmla="*/ 2 h 425"/>
                <a:gd name="T20" fmla="*/ 2 w 245"/>
                <a:gd name="T21" fmla="*/ 2 h 425"/>
                <a:gd name="T22" fmla="*/ 2 w 245"/>
                <a:gd name="T23" fmla="*/ 2 h 425"/>
                <a:gd name="T24" fmla="*/ 2 w 245"/>
                <a:gd name="T25" fmla="*/ 2 h 425"/>
                <a:gd name="T26" fmla="*/ 2 w 245"/>
                <a:gd name="T27" fmla="*/ 1 h 425"/>
                <a:gd name="T28" fmla="*/ 2 w 245"/>
                <a:gd name="T29" fmla="*/ 1 h 425"/>
                <a:gd name="T30" fmla="*/ 2 w 245"/>
                <a:gd name="T31" fmla="*/ 1 h 425"/>
                <a:gd name="T32" fmla="*/ 2 w 245"/>
                <a:gd name="T33" fmla="*/ 0 h 425"/>
                <a:gd name="T34" fmla="*/ 2 w 245"/>
                <a:gd name="T35" fmla="*/ 0 h 425"/>
                <a:gd name="T36" fmla="*/ 2 w 245"/>
                <a:gd name="T37" fmla="*/ 0 h 425"/>
                <a:gd name="T38" fmla="*/ 2 w 245"/>
                <a:gd name="T39" fmla="*/ 0 h 425"/>
                <a:gd name="T40" fmla="*/ 2 w 245"/>
                <a:gd name="T41" fmla="*/ 1 h 425"/>
                <a:gd name="T42" fmla="*/ 2 w 245"/>
                <a:gd name="T43" fmla="*/ 1 h 425"/>
                <a:gd name="T44" fmla="*/ 2 w 245"/>
                <a:gd name="T45" fmla="*/ 1 h 425"/>
                <a:gd name="T46" fmla="*/ 2 w 245"/>
                <a:gd name="T47" fmla="*/ 2 h 425"/>
                <a:gd name="T48" fmla="*/ 2 w 245"/>
                <a:gd name="T49" fmla="*/ 2 h 425"/>
                <a:gd name="T50" fmla="*/ 1 w 245"/>
                <a:gd name="T51" fmla="*/ 2 h 425"/>
                <a:gd name="T52" fmla="*/ 1 w 245"/>
                <a:gd name="T53" fmla="*/ 2 h 425"/>
                <a:gd name="T54" fmla="*/ 1 w 245"/>
                <a:gd name="T55" fmla="*/ 3 h 425"/>
                <a:gd name="T56" fmla="*/ 1 w 245"/>
                <a:gd name="T57" fmla="*/ 3 h 425"/>
                <a:gd name="T58" fmla="*/ 1 w 245"/>
                <a:gd name="T59" fmla="*/ 3 h 425"/>
                <a:gd name="T60" fmla="*/ 1 w 245"/>
                <a:gd name="T61" fmla="*/ 3 h 425"/>
                <a:gd name="T62" fmla="*/ 1 w 245"/>
                <a:gd name="T63" fmla="*/ 3 h 425"/>
                <a:gd name="T64" fmla="*/ 0 w 245"/>
                <a:gd name="T65" fmla="*/ 3 h 425"/>
                <a:gd name="T66" fmla="*/ 0 w 245"/>
                <a:gd name="T67" fmla="*/ 3 h 425"/>
                <a:gd name="T68" fmla="*/ 0 w 245"/>
                <a:gd name="T69" fmla="*/ 3 h 425"/>
                <a:gd name="T70" fmla="*/ 0 w 245"/>
                <a:gd name="T71" fmla="*/ 3 h 425"/>
                <a:gd name="T72" fmla="*/ 0 w 245"/>
                <a:gd name="T73" fmla="*/ 3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5"/>
                <a:gd name="T113" fmla="*/ 245 w 245"/>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5">
                  <a:moveTo>
                    <a:pt x="0" y="425"/>
                  </a:moveTo>
                  <a:lnTo>
                    <a:pt x="0" y="425"/>
                  </a:lnTo>
                  <a:lnTo>
                    <a:pt x="26" y="422"/>
                  </a:lnTo>
                  <a:lnTo>
                    <a:pt x="51" y="417"/>
                  </a:lnTo>
                  <a:lnTo>
                    <a:pt x="74" y="406"/>
                  </a:lnTo>
                  <a:lnTo>
                    <a:pt x="96" y="391"/>
                  </a:lnTo>
                  <a:lnTo>
                    <a:pt x="119" y="373"/>
                  </a:lnTo>
                  <a:lnTo>
                    <a:pt x="137" y="351"/>
                  </a:lnTo>
                  <a:lnTo>
                    <a:pt x="156" y="326"/>
                  </a:lnTo>
                  <a:lnTo>
                    <a:pt x="174" y="299"/>
                  </a:lnTo>
                  <a:lnTo>
                    <a:pt x="190" y="269"/>
                  </a:lnTo>
                  <a:lnTo>
                    <a:pt x="204" y="236"/>
                  </a:lnTo>
                  <a:lnTo>
                    <a:pt x="216" y="202"/>
                  </a:lnTo>
                  <a:lnTo>
                    <a:pt x="226" y="163"/>
                  </a:lnTo>
                  <a:lnTo>
                    <a:pt x="235" y="126"/>
                  </a:lnTo>
                  <a:lnTo>
                    <a:pt x="241" y="86"/>
                  </a:lnTo>
                  <a:lnTo>
                    <a:pt x="244" y="43"/>
                  </a:lnTo>
                  <a:lnTo>
                    <a:pt x="245" y="0"/>
                  </a:lnTo>
                  <a:lnTo>
                    <a:pt x="234" y="0"/>
                  </a:lnTo>
                  <a:lnTo>
                    <a:pt x="232" y="43"/>
                  </a:lnTo>
                  <a:lnTo>
                    <a:pt x="229" y="84"/>
                  </a:lnTo>
                  <a:lnTo>
                    <a:pt x="223" y="123"/>
                  </a:lnTo>
                  <a:lnTo>
                    <a:pt x="215" y="161"/>
                  </a:lnTo>
                  <a:lnTo>
                    <a:pt x="204" y="197"/>
                  </a:lnTo>
                  <a:lnTo>
                    <a:pt x="193" y="231"/>
                  </a:lnTo>
                  <a:lnTo>
                    <a:pt x="178" y="264"/>
                  </a:lnTo>
                  <a:lnTo>
                    <a:pt x="164" y="292"/>
                  </a:lnTo>
                  <a:lnTo>
                    <a:pt x="147" y="319"/>
                  </a:lnTo>
                  <a:lnTo>
                    <a:pt x="128" y="344"/>
                  </a:lnTo>
                  <a:lnTo>
                    <a:pt x="109" y="364"/>
                  </a:lnTo>
                  <a:lnTo>
                    <a:pt x="89" y="381"/>
                  </a:lnTo>
                  <a:lnTo>
                    <a:pt x="67" y="394"/>
                  </a:lnTo>
                  <a:lnTo>
                    <a:pt x="46" y="405"/>
                  </a:lnTo>
                  <a:lnTo>
                    <a:pt x="24" y="411"/>
                  </a:lnTo>
                  <a:lnTo>
                    <a:pt x="0" y="413"/>
                  </a:lnTo>
                  <a:lnTo>
                    <a:pt x="0" y="425"/>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0104" name="Freeform 70"/>
            <p:cNvSpPr>
              <a:spLocks/>
            </p:cNvSpPr>
            <p:nvPr/>
          </p:nvSpPr>
          <p:spPr bwMode="auto">
            <a:xfrm>
              <a:off x="1502" y="1836"/>
              <a:ext cx="50" cy="85"/>
            </a:xfrm>
            <a:custGeom>
              <a:avLst/>
              <a:gdLst>
                <a:gd name="T0" fmla="*/ 0 w 246"/>
                <a:gd name="T1" fmla="*/ 0 h 425"/>
                <a:gd name="T2" fmla="*/ 0 w 246"/>
                <a:gd name="T3" fmla="*/ 0 h 425"/>
                <a:gd name="T4" fmla="*/ 0 w 246"/>
                <a:gd name="T5" fmla="*/ 0 h 425"/>
                <a:gd name="T6" fmla="*/ 0 w 246"/>
                <a:gd name="T7" fmla="*/ 1 h 425"/>
                <a:gd name="T8" fmla="*/ 0 w 246"/>
                <a:gd name="T9" fmla="*/ 1 h 425"/>
                <a:gd name="T10" fmla="*/ 0 w 246"/>
                <a:gd name="T11" fmla="*/ 1 h 425"/>
                <a:gd name="T12" fmla="*/ 0 w 246"/>
                <a:gd name="T13" fmla="*/ 2 h 425"/>
                <a:gd name="T14" fmla="*/ 0 w 246"/>
                <a:gd name="T15" fmla="*/ 2 h 425"/>
                <a:gd name="T16" fmla="*/ 0 w 246"/>
                <a:gd name="T17" fmla="*/ 2 h 425"/>
                <a:gd name="T18" fmla="*/ 1 w 246"/>
                <a:gd name="T19" fmla="*/ 2 h 425"/>
                <a:gd name="T20" fmla="*/ 1 w 246"/>
                <a:gd name="T21" fmla="*/ 3 h 425"/>
                <a:gd name="T22" fmla="*/ 1 w 246"/>
                <a:gd name="T23" fmla="*/ 3 h 425"/>
                <a:gd name="T24" fmla="*/ 1 w 246"/>
                <a:gd name="T25" fmla="*/ 3 h 425"/>
                <a:gd name="T26" fmla="*/ 1 w 246"/>
                <a:gd name="T27" fmla="*/ 3 h 425"/>
                <a:gd name="T28" fmla="*/ 1 w 246"/>
                <a:gd name="T29" fmla="*/ 3 h 425"/>
                <a:gd name="T30" fmla="*/ 2 w 246"/>
                <a:gd name="T31" fmla="*/ 3 h 425"/>
                <a:gd name="T32" fmla="*/ 2 w 246"/>
                <a:gd name="T33" fmla="*/ 3 h 425"/>
                <a:gd name="T34" fmla="*/ 2 w 246"/>
                <a:gd name="T35" fmla="*/ 3 h 425"/>
                <a:gd name="T36" fmla="*/ 2 w 246"/>
                <a:gd name="T37" fmla="*/ 3 h 425"/>
                <a:gd name="T38" fmla="*/ 2 w 246"/>
                <a:gd name="T39" fmla="*/ 3 h 425"/>
                <a:gd name="T40" fmla="*/ 2 w 246"/>
                <a:gd name="T41" fmla="*/ 3 h 425"/>
                <a:gd name="T42" fmla="*/ 1 w 246"/>
                <a:gd name="T43" fmla="*/ 3 h 425"/>
                <a:gd name="T44" fmla="*/ 1 w 246"/>
                <a:gd name="T45" fmla="*/ 3 h 425"/>
                <a:gd name="T46" fmla="*/ 1 w 246"/>
                <a:gd name="T47" fmla="*/ 3 h 425"/>
                <a:gd name="T48" fmla="*/ 1 w 246"/>
                <a:gd name="T49" fmla="*/ 3 h 425"/>
                <a:gd name="T50" fmla="*/ 1 w 246"/>
                <a:gd name="T51" fmla="*/ 3 h 425"/>
                <a:gd name="T52" fmla="*/ 1 w 246"/>
                <a:gd name="T53" fmla="*/ 2 h 425"/>
                <a:gd name="T54" fmla="*/ 1 w 246"/>
                <a:gd name="T55" fmla="*/ 2 h 425"/>
                <a:gd name="T56" fmla="*/ 0 w 246"/>
                <a:gd name="T57" fmla="*/ 2 h 425"/>
                <a:gd name="T58" fmla="*/ 0 w 246"/>
                <a:gd name="T59" fmla="*/ 2 h 425"/>
                <a:gd name="T60" fmla="*/ 0 w 246"/>
                <a:gd name="T61" fmla="*/ 1 h 425"/>
                <a:gd name="T62" fmla="*/ 0 w 246"/>
                <a:gd name="T63" fmla="*/ 1 h 425"/>
                <a:gd name="T64" fmla="*/ 0 w 246"/>
                <a:gd name="T65" fmla="*/ 1 h 425"/>
                <a:gd name="T66" fmla="*/ 0 w 246"/>
                <a:gd name="T67" fmla="*/ 0 h 425"/>
                <a:gd name="T68" fmla="*/ 0 w 246"/>
                <a:gd name="T69" fmla="*/ 0 h 425"/>
                <a:gd name="T70" fmla="*/ 0 w 246"/>
                <a:gd name="T71" fmla="*/ 0 h 425"/>
                <a:gd name="T72" fmla="*/ 0 w 246"/>
                <a:gd name="T73" fmla="*/ 0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5"/>
                <a:gd name="T113" fmla="*/ 246 w 246"/>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5">
                  <a:moveTo>
                    <a:pt x="0" y="0"/>
                  </a:moveTo>
                  <a:lnTo>
                    <a:pt x="0" y="0"/>
                  </a:lnTo>
                  <a:lnTo>
                    <a:pt x="2" y="43"/>
                  </a:lnTo>
                  <a:lnTo>
                    <a:pt x="5" y="86"/>
                  </a:lnTo>
                  <a:lnTo>
                    <a:pt x="11" y="126"/>
                  </a:lnTo>
                  <a:lnTo>
                    <a:pt x="19" y="163"/>
                  </a:lnTo>
                  <a:lnTo>
                    <a:pt x="30" y="202"/>
                  </a:lnTo>
                  <a:lnTo>
                    <a:pt x="41" y="236"/>
                  </a:lnTo>
                  <a:lnTo>
                    <a:pt x="55" y="269"/>
                  </a:lnTo>
                  <a:lnTo>
                    <a:pt x="73" y="299"/>
                  </a:lnTo>
                  <a:lnTo>
                    <a:pt x="89" y="326"/>
                  </a:lnTo>
                  <a:lnTo>
                    <a:pt x="108" y="351"/>
                  </a:lnTo>
                  <a:lnTo>
                    <a:pt x="128" y="373"/>
                  </a:lnTo>
                  <a:lnTo>
                    <a:pt x="150" y="391"/>
                  </a:lnTo>
                  <a:lnTo>
                    <a:pt x="171" y="406"/>
                  </a:lnTo>
                  <a:lnTo>
                    <a:pt x="196" y="417"/>
                  </a:lnTo>
                  <a:lnTo>
                    <a:pt x="221" y="422"/>
                  </a:lnTo>
                  <a:lnTo>
                    <a:pt x="246" y="425"/>
                  </a:lnTo>
                  <a:lnTo>
                    <a:pt x="246" y="413"/>
                  </a:lnTo>
                  <a:lnTo>
                    <a:pt x="223" y="411"/>
                  </a:lnTo>
                  <a:lnTo>
                    <a:pt x="201" y="405"/>
                  </a:lnTo>
                  <a:lnTo>
                    <a:pt x="178" y="394"/>
                  </a:lnTo>
                  <a:lnTo>
                    <a:pt x="157" y="381"/>
                  </a:lnTo>
                  <a:lnTo>
                    <a:pt x="137" y="364"/>
                  </a:lnTo>
                  <a:lnTo>
                    <a:pt x="117" y="344"/>
                  </a:lnTo>
                  <a:lnTo>
                    <a:pt x="99" y="319"/>
                  </a:lnTo>
                  <a:lnTo>
                    <a:pt x="82" y="292"/>
                  </a:lnTo>
                  <a:lnTo>
                    <a:pt x="67" y="264"/>
                  </a:lnTo>
                  <a:lnTo>
                    <a:pt x="53" y="231"/>
                  </a:lnTo>
                  <a:lnTo>
                    <a:pt x="41" y="197"/>
                  </a:lnTo>
                  <a:lnTo>
                    <a:pt x="31" y="161"/>
                  </a:lnTo>
                  <a:lnTo>
                    <a:pt x="23" y="123"/>
                  </a:lnTo>
                  <a:lnTo>
                    <a:pt x="17" y="84"/>
                  </a:lnTo>
                  <a:lnTo>
                    <a:pt x="13" y="4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0105" name="Freeform 71"/>
            <p:cNvSpPr>
              <a:spLocks/>
            </p:cNvSpPr>
            <p:nvPr/>
          </p:nvSpPr>
          <p:spPr bwMode="auto">
            <a:xfrm>
              <a:off x="1502" y="1751"/>
              <a:ext cx="50" cy="85"/>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2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1" y="2"/>
                  </a:lnTo>
                  <a:lnTo>
                    <a:pt x="196" y="8"/>
                  </a:lnTo>
                  <a:lnTo>
                    <a:pt x="171" y="19"/>
                  </a:lnTo>
                  <a:lnTo>
                    <a:pt x="150" y="34"/>
                  </a:lnTo>
                  <a:lnTo>
                    <a:pt x="128" y="52"/>
                  </a:lnTo>
                  <a:lnTo>
                    <a:pt x="108" y="74"/>
                  </a:lnTo>
                  <a:lnTo>
                    <a:pt x="89" y="98"/>
                  </a:lnTo>
                  <a:lnTo>
                    <a:pt x="73" y="125"/>
                  </a:lnTo>
                  <a:lnTo>
                    <a:pt x="55" y="156"/>
                  </a:lnTo>
                  <a:lnTo>
                    <a:pt x="41" y="189"/>
                  </a:lnTo>
                  <a:lnTo>
                    <a:pt x="30" y="223"/>
                  </a:lnTo>
                  <a:lnTo>
                    <a:pt x="19" y="261"/>
                  </a:lnTo>
                  <a:lnTo>
                    <a:pt x="11" y="299"/>
                  </a:lnTo>
                  <a:lnTo>
                    <a:pt x="5" y="339"/>
                  </a:lnTo>
                  <a:lnTo>
                    <a:pt x="2" y="382"/>
                  </a:lnTo>
                  <a:lnTo>
                    <a:pt x="0" y="424"/>
                  </a:lnTo>
                  <a:lnTo>
                    <a:pt x="12" y="424"/>
                  </a:lnTo>
                  <a:lnTo>
                    <a:pt x="13" y="382"/>
                  </a:lnTo>
                  <a:lnTo>
                    <a:pt x="17" y="341"/>
                  </a:lnTo>
                  <a:lnTo>
                    <a:pt x="23" y="301"/>
                  </a:lnTo>
                  <a:lnTo>
                    <a:pt x="31" y="264"/>
                  </a:lnTo>
                  <a:lnTo>
                    <a:pt x="41" y="227"/>
                  </a:lnTo>
                  <a:lnTo>
                    <a:pt x="53" y="193"/>
                  </a:lnTo>
                  <a:lnTo>
                    <a:pt x="67" y="161"/>
                  </a:lnTo>
                  <a:lnTo>
                    <a:pt x="82" y="132"/>
                  </a:lnTo>
                  <a:lnTo>
                    <a:pt x="99" y="105"/>
                  </a:lnTo>
                  <a:lnTo>
                    <a:pt x="117" y="81"/>
                  </a:lnTo>
                  <a:lnTo>
                    <a:pt x="137" y="61"/>
                  </a:lnTo>
                  <a:lnTo>
                    <a:pt x="157" y="43"/>
                  </a:lnTo>
                  <a:lnTo>
                    <a:pt x="178" y="30"/>
                  </a:lnTo>
                  <a:lnTo>
                    <a:pt x="201" y="20"/>
                  </a:lnTo>
                  <a:lnTo>
                    <a:pt x="223" y="14"/>
                  </a:lnTo>
                  <a:lnTo>
                    <a:pt x="246" y="12"/>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0106" name="Freeform 72"/>
            <p:cNvSpPr>
              <a:spLocks/>
            </p:cNvSpPr>
            <p:nvPr/>
          </p:nvSpPr>
          <p:spPr bwMode="auto">
            <a:xfrm>
              <a:off x="1565" y="2016"/>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0" y="339"/>
                  </a:lnTo>
                  <a:lnTo>
                    <a:pt x="234" y="299"/>
                  </a:lnTo>
                  <a:lnTo>
                    <a:pt x="226" y="261"/>
                  </a:lnTo>
                  <a:lnTo>
                    <a:pt x="216" y="223"/>
                  </a:lnTo>
                  <a:lnTo>
                    <a:pt x="204" y="189"/>
                  </a:lnTo>
                  <a:lnTo>
                    <a:pt x="190" y="156"/>
                  </a:lnTo>
                  <a:lnTo>
                    <a:pt x="174" y="125"/>
                  </a:lnTo>
                  <a:lnTo>
                    <a:pt x="156" y="98"/>
                  </a:lnTo>
                  <a:lnTo>
                    <a:pt x="138" y="74"/>
                  </a:lnTo>
                  <a:lnTo>
                    <a:pt x="118" y="51"/>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9" y="81"/>
                  </a:lnTo>
                  <a:lnTo>
                    <a:pt x="147" y="105"/>
                  </a:lnTo>
                  <a:lnTo>
                    <a:pt x="164" y="132"/>
                  </a:lnTo>
                  <a:lnTo>
                    <a:pt x="178" y="160"/>
                  </a:lnTo>
                  <a:lnTo>
                    <a:pt x="192" y="193"/>
                  </a:lnTo>
                  <a:lnTo>
                    <a:pt x="204" y="227"/>
                  </a:lnTo>
                  <a:lnTo>
                    <a:pt x="215" y="264"/>
                  </a:lnTo>
                  <a:lnTo>
                    <a:pt x="223" y="301"/>
                  </a:lnTo>
                  <a:lnTo>
                    <a:pt x="229"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0107" name="Freeform 73"/>
            <p:cNvSpPr>
              <a:spLocks/>
            </p:cNvSpPr>
            <p:nvPr/>
          </p:nvSpPr>
          <p:spPr bwMode="auto">
            <a:xfrm>
              <a:off x="1565" y="2101"/>
              <a:ext cx="49" cy="85"/>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6" y="423"/>
                  </a:lnTo>
                  <a:lnTo>
                    <a:pt x="51" y="418"/>
                  </a:lnTo>
                  <a:lnTo>
                    <a:pt x="74" y="407"/>
                  </a:lnTo>
                  <a:lnTo>
                    <a:pt x="96" y="392"/>
                  </a:lnTo>
                  <a:lnTo>
                    <a:pt x="118" y="373"/>
                  </a:lnTo>
                  <a:lnTo>
                    <a:pt x="138" y="351"/>
                  </a:lnTo>
                  <a:lnTo>
                    <a:pt x="156" y="327"/>
                  </a:lnTo>
                  <a:lnTo>
                    <a:pt x="175" y="299"/>
                  </a:lnTo>
                  <a:lnTo>
                    <a:pt x="190" y="269"/>
                  </a:lnTo>
                  <a:lnTo>
                    <a:pt x="204" y="236"/>
                  </a:lnTo>
                  <a:lnTo>
                    <a:pt x="216" y="202"/>
                  </a:lnTo>
                  <a:lnTo>
                    <a:pt x="226" y="164"/>
                  </a:lnTo>
                  <a:lnTo>
                    <a:pt x="234" y="126"/>
                  </a:lnTo>
                  <a:lnTo>
                    <a:pt x="240" y="86"/>
                  </a:lnTo>
                  <a:lnTo>
                    <a:pt x="244" y="42"/>
                  </a:lnTo>
                  <a:lnTo>
                    <a:pt x="245" y="0"/>
                  </a:lnTo>
                  <a:lnTo>
                    <a:pt x="233" y="0"/>
                  </a:lnTo>
                  <a:lnTo>
                    <a:pt x="232" y="42"/>
                  </a:lnTo>
                  <a:lnTo>
                    <a:pt x="229" y="83"/>
                  </a:lnTo>
                  <a:lnTo>
                    <a:pt x="223" y="123"/>
                  </a:lnTo>
                  <a:lnTo>
                    <a:pt x="215" y="162"/>
                  </a:lnTo>
                  <a:lnTo>
                    <a:pt x="204" y="197"/>
                  </a:lnTo>
                  <a:lnTo>
                    <a:pt x="192" y="231"/>
                  </a:lnTo>
                  <a:lnTo>
                    <a:pt x="178" y="264"/>
                  </a:lnTo>
                  <a:lnTo>
                    <a:pt x="163" y="292"/>
                  </a:lnTo>
                  <a:lnTo>
                    <a:pt x="147" y="320"/>
                  </a:lnTo>
                  <a:lnTo>
                    <a:pt x="129" y="344"/>
                  </a:lnTo>
                  <a:lnTo>
                    <a:pt x="109" y="364"/>
                  </a:lnTo>
                  <a:lnTo>
                    <a:pt x="89" y="382"/>
                  </a:lnTo>
                  <a:lnTo>
                    <a:pt x="67" y="395"/>
                  </a:lnTo>
                  <a:lnTo>
                    <a:pt x="46" y="406"/>
                  </a:lnTo>
                  <a:lnTo>
                    <a:pt x="24"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0108" name="Freeform 74"/>
            <p:cNvSpPr>
              <a:spLocks/>
            </p:cNvSpPr>
            <p:nvPr/>
          </p:nvSpPr>
          <p:spPr bwMode="auto">
            <a:xfrm>
              <a:off x="1516" y="2101"/>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5" y="86"/>
                  </a:lnTo>
                  <a:lnTo>
                    <a:pt x="11" y="126"/>
                  </a:lnTo>
                  <a:lnTo>
                    <a:pt x="19" y="164"/>
                  </a:lnTo>
                  <a:lnTo>
                    <a:pt x="30" y="202"/>
                  </a:lnTo>
                  <a:lnTo>
                    <a:pt x="41" y="236"/>
                  </a:lnTo>
                  <a:lnTo>
                    <a:pt x="55" y="269"/>
                  </a:lnTo>
                  <a:lnTo>
                    <a:pt x="71" y="299"/>
                  </a:lnTo>
                  <a:lnTo>
                    <a:pt x="89" y="327"/>
                  </a:lnTo>
                  <a:lnTo>
                    <a:pt x="107" y="351"/>
                  </a:lnTo>
                  <a:lnTo>
                    <a:pt x="127" y="373"/>
                  </a:lnTo>
                  <a:lnTo>
                    <a:pt x="149" y="392"/>
                  </a:lnTo>
                  <a:lnTo>
                    <a:pt x="171" y="407"/>
                  </a:lnTo>
                  <a:lnTo>
                    <a:pt x="195" y="418"/>
                  </a:lnTo>
                  <a:lnTo>
                    <a:pt x="219" y="423"/>
                  </a:lnTo>
                  <a:lnTo>
                    <a:pt x="245" y="426"/>
                  </a:lnTo>
                  <a:lnTo>
                    <a:pt x="245" y="414"/>
                  </a:lnTo>
                  <a:lnTo>
                    <a:pt x="222" y="412"/>
                  </a:lnTo>
                  <a:lnTo>
                    <a:pt x="199" y="406"/>
                  </a:lnTo>
                  <a:lnTo>
                    <a:pt x="178" y="395"/>
                  </a:lnTo>
                  <a:lnTo>
                    <a:pt x="156" y="382"/>
                  </a:lnTo>
                  <a:lnTo>
                    <a:pt x="136" y="364"/>
                  </a:lnTo>
                  <a:lnTo>
                    <a:pt x="116" y="344"/>
                  </a:lnTo>
                  <a:lnTo>
                    <a:pt x="99" y="320"/>
                  </a:lnTo>
                  <a:lnTo>
                    <a:pt x="82" y="292"/>
                  </a:lnTo>
                  <a:lnTo>
                    <a:pt x="67" y="264"/>
                  </a:lnTo>
                  <a:lnTo>
                    <a:pt x="53" y="231"/>
                  </a:lnTo>
                  <a:lnTo>
                    <a:pt x="41" y="197"/>
                  </a:lnTo>
                  <a:lnTo>
                    <a:pt x="31" y="162"/>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0109" name="Freeform 75"/>
            <p:cNvSpPr>
              <a:spLocks/>
            </p:cNvSpPr>
            <p:nvPr/>
          </p:nvSpPr>
          <p:spPr bwMode="auto">
            <a:xfrm>
              <a:off x="1516" y="2016"/>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5" y="8"/>
                  </a:lnTo>
                  <a:lnTo>
                    <a:pt x="171" y="19"/>
                  </a:lnTo>
                  <a:lnTo>
                    <a:pt x="149" y="34"/>
                  </a:lnTo>
                  <a:lnTo>
                    <a:pt x="127" y="51"/>
                  </a:lnTo>
                  <a:lnTo>
                    <a:pt x="107" y="74"/>
                  </a:lnTo>
                  <a:lnTo>
                    <a:pt x="89" y="98"/>
                  </a:lnTo>
                  <a:lnTo>
                    <a:pt x="72" y="125"/>
                  </a:lnTo>
                  <a:lnTo>
                    <a:pt x="55" y="156"/>
                  </a:lnTo>
                  <a:lnTo>
                    <a:pt x="41" y="189"/>
                  </a:lnTo>
                  <a:lnTo>
                    <a:pt x="30" y="223"/>
                  </a:lnTo>
                  <a:lnTo>
                    <a:pt x="19" y="261"/>
                  </a:lnTo>
                  <a:lnTo>
                    <a:pt x="11" y="299"/>
                  </a:lnTo>
                  <a:lnTo>
                    <a:pt x="5" y="339"/>
                  </a:lnTo>
                  <a:lnTo>
                    <a:pt x="1" y="382"/>
                  </a:lnTo>
                  <a:lnTo>
                    <a:pt x="0" y="424"/>
                  </a:lnTo>
                  <a:lnTo>
                    <a:pt x="12" y="424"/>
                  </a:lnTo>
                  <a:lnTo>
                    <a:pt x="13" y="382"/>
                  </a:lnTo>
                  <a:lnTo>
                    <a:pt x="17" y="341"/>
                  </a:lnTo>
                  <a:lnTo>
                    <a:pt x="23" y="301"/>
                  </a:lnTo>
                  <a:lnTo>
                    <a:pt x="31" y="264"/>
                  </a:lnTo>
                  <a:lnTo>
                    <a:pt x="41" y="227"/>
                  </a:lnTo>
                  <a:lnTo>
                    <a:pt x="53" y="193"/>
                  </a:lnTo>
                  <a:lnTo>
                    <a:pt x="67" y="160"/>
                  </a:lnTo>
                  <a:lnTo>
                    <a:pt x="81" y="132"/>
                  </a:lnTo>
                  <a:lnTo>
                    <a:pt x="99" y="105"/>
                  </a:lnTo>
                  <a:lnTo>
                    <a:pt x="116" y="81"/>
                  </a:lnTo>
                  <a:lnTo>
                    <a:pt x="136" y="61"/>
                  </a:lnTo>
                  <a:lnTo>
                    <a:pt x="156" y="43"/>
                  </a:lnTo>
                  <a:lnTo>
                    <a:pt x="178" y="30"/>
                  </a:lnTo>
                  <a:lnTo>
                    <a:pt x="199" y="20"/>
                  </a:lnTo>
                  <a:lnTo>
                    <a:pt x="222"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sp>
        <p:nvSpPr>
          <p:cNvPr id="130056" name="Rectangle 77"/>
          <p:cNvSpPr>
            <a:spLocks noChangeArrowheads="1"/>
          </p:cNvSpPr>
          <p:nvPr/>
        </p:nvSpPr>
        <p:spPr bwMode="auto">
          <a:xfrm>
            <a:off x="611188" y="0"/>
            <a:ext cx="6388100" cy="6477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3000"/>
              <a:t>Sem. 2 - Jeudi</a:t>
            </a:r>
          </a:p>
        </p:txBody>
      </p:sp>
      <p:sp>
        <p:nvSpPr>
          <p:cNvPr id="130057" name="Text Box 78"/>
          <p:cNvSpPr txBox="1">
            <a:spLocks noChangeArrowheads="1"/>
          </p:cNvSpPr>
          <p:nvPr/>
        </p:nvSpPr>
        <p:spPr bwMode="auto">
          <a:xfrm>
            <a:off x="566738" y="2697163"/>
            <a:ext cx="3217862"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2. Pas de commandes</a:t>
            </a:r>
          </a:p>
        </p:txBody>
      </p:sp>
      <p:sp>
        <p:nvSpPr>
          <p:cNvPr id="130058" name="Text Box 79"/>
          <p:cNvSpPr txBox="1">
            <a:spLocks noChangeArrowheads="1"/>
          </p:cNvSpPr>
          <p:nvPr/>
        </p:nvSpPr>
        <p:spPr bwMode="auto">
          <a:xfrm>
            <a:off x="566738" y="5211763"/>
            <a:ext cx="6543675" cy="4429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eaLnBrk="1" hangingPunct="1">
              <a:spcBef>
                <a:spcPct val="0"/>
              </a:spcBef>
              <a:buFontTx/>
              <a:buNone/>
            </a:pPr>
            <a:r>
              <a:rPr lang="fr-FR" altLang="fr-FR" sz="2300"/>
              <a:t>4. Pointez la production sur votre feuille de suivi</a:t>
            </a:r>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31074" name="Group 2"/>
          <p:cNvGrpSpPr>
            <a:grpSpLocks/>
          </p:cNvGrpSpPr>
          <p:nvPr/>
        </p:nvGrpSpPr>
        <p:grpSpPr bwMode="auto">
          <a:xfrm>
            <a:off x="7073900" y="215900"/>
            <a:ext cx="1878013" cy="1250950"/>
            <a:chOff x="4456" y="136"/>
            <a:chExt cx="1183" cy="788"/>
          </a:xfrm>
        </p:grpSpPr>
        <p:grpSp>
          <p:nvGrpSpPr>
            <p:cNvPr id="131134" name="Group 3"/>
            <p:cNvGrpSpPr>
              <a:grpSpLocks/>
            </p:cNvGrpSpPr>
            <p:nvPr/>
          </p:nvGrpSpPr>
          <p:grpSpPr bwMode="auto">
            <a:xfrm>
              <a:off x="4766" y="232"/>
              <a:ext cx="873" cy="692"/>
              <a:chOff x="2185" y="310"/>
              <a:chExt cx="873" cy="692"/>
            </a:xfrm>
          </p:grpSpPr>
          <p:sp>
            <p:nvSpPr>
              <p:cNvPr id="131145" name="Freeform 4"/>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accent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1146" name="Freeform 5"/>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1147" name="Freeform 6"/>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1148" name="Freeform 7"/>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1149" name="Freeform 8"/>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1150" name="Freeform 9"/>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1151" name="Freeform 10"/>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grpSp>
          <p:nvGrpSpPr>
            <p:cNvPr id="131135" name="Group 11"/>
            <p:cNvGrpSpPr>
              <a:grpSpLocks/>
            </p:cNvGrpSpPr>
            <p:nvPr/>
          </p:nvGrpSpPr>
          <p:grpSpPr bwMode="auto">
            <a:xfrm>
              <a:off x="4949" y="336"/>
              <a:ext cx="591" cy="468"/>
              <a:chOff x="2185" y="310"/>
              <a:chExt cx="873" cy="692"/>
            </a:xfrm>
          </p:grpSpPr>
          <p:sp>
            <p:nvSpPr>
              <p:cNvPr id="131138" name="Freeform 12"/>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1139" name="Freeform 13"/>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1140" name="Freeform 14"/>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1141" name="Freeform 15"/>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1142" name="Freeform 16"/>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1143" name="Freeform 17"/>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1144" name="Freeform 18"/>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pic>
          <p:nvPicPr>
            <p:cNvPr id="131136" name="Picture 19"/>
            <p:cNvPicPr>
              <a:picLocks noChangeAspect="1" noChangeArrowheads="1"/>
            </p:cNvPicPr>
            <p:nvPr/>
          </p:nvPicPr>
          <p:blipFill>
            <a:blip r:embed="rId3" cstate="print">
              <a:extLst>
                <a:ext uri="{28A0092B-C50C-407E-A947-70E740481C1C}">
                  <a14:useLocalDpi xmlns:a14="http://schemas.microsoft.com/office/drawing/2010/main" val="0"/>
                </a:ext>
              </a:extLst>
            </a:blip>
            <a:srcRect l="-4282" t="-4369" r="-5199" b="-12012"/>
            <a:stretch>
              <a:fillRect/>
            </a:stretch>
          </p:blipFill>
          <p:spPr bwMode="auto">
            <a:xfrm>
              <a:off x="4456" y="136"/>
              <a:ext cx="480" cy="5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31137" name="Text Box 20"/>
            <p:cNvSpPr txBox="1">
              <a:spLocks noChangeArrowheads="1"/>
            </p:cNvSpPr>
            <p:nvPr/>
          </p:nvSpPr>
          <p:spPr bwMode="auto">
            <a:xfrm>
              <a:off x="4946" y="314"/>
              <a:ext cx="596" cy="49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4500" b="1">
                  <a:solidFill>
                    <a:srgbClr val="FF0000"/>
                  </a:solidFill>
                  <a:latin typeface="Arial Black" pitchFamily="34" charset="0"/>
                </a:rPr>
                <a:t>29</a:t>
              </a:r>
              <a:endParaRPr lang="fr-FR" altLang="fr-FR" sz="3200">
                <a:solidFill>
                  <a:schemeClr val="tx1"/>
                </a:solidFill>
                <a:latin typeface="Arial Black" pitchFamily="34" charset="0"/>
              </a:endParaRPr>
            </a:p>
          </p:txBody>
        </p:sp>
      </p:grpSp>
      <p:sp>
        <p:nvSpPr>
          <p:cNvPr id="131076" name="Text Box 22"/>
          <p:cNvSpPr txBox="1">
            <a:spLocks noChangeArrowheads="1"/>
          </p:cNvSpPr>
          <p:nvPr/>
        </p:nvSpPr>
        <p:spPr bwMode="auto">
          <a:xfrm>
            <a:off x="566738" y="1363663"/>
            <a:ext cx="1946275"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1. Tirez le dé</a:t>
            </a:r>
          </a:p>
        </p:txBody>
      </p:sp>
      <p:sp>
        <p:nvSpPr>
          <p:cNvPr id="131077" name="Text Box 23"/>
          <p:cNvSpPr txBox="1">
            <a:spLocks noChangeArrowheads="1"/>
          </p:cNvSpPr>
          <p:nvPr/>
        </p:nvSpPr>
        <p:spPr bwMode="auto">
          <a:xfrm>
            <a:off x="566738" y="3935413"/>
            <a:ext cx="18796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3. Produisez</a:t>
            </a:r>
          </a:p>
        </p:txBody>
      </p:sp>
      <p:grpSp>
        <p:nvGrpSpPr>
          <p:cNvPr id="131078" name="Group 24"/>
          <p:cNvGrpSpPr>
            <a:grpSpLocks/>
          </p:cNvGrpSpPr>
          <p:nvPr/>
        </p:nvGrpSpPr>
        <p:grpSpPr bwMode="auto">
          <a:xfrm>
            <a:off x="2986088" y="1306513"/>
            <a:ext cx="446087" cy="534987"/>
            <a:chOff x="868" y="1439"/>
            <a:chExt cx="811" cy="972"/>
          </a:xfrm>
        </p:grpSpPr>
        <p:sp>
          <p:nvSpPr>
            <p:cNvPr id="131083" name="Freeform 25"/>
            <p:cNvSpPr>
              <a:spLocks/>
            </p:cNvSpPr>
            <p:nvPr/>
          </p:nvSpPr>
          <p:spPr bwMode="auto">
            <a:xfrm>
              <a:off x="1548" y="2014"/>
              <a:ext cx="123" cy="100"/>
            </a:xfrm>
            <a:custGeom>
              <a:avLst/>
              <a:gdLst>
                <a:gd name="T0" fmla="*/ 5 w 618"/>
                <a:gd name="T1" fmla="*/ 0 h 502"/>
                <a:gd name="T2" fmla="*/ 5 w 618"/>
                <a:gd name="T3" fmla="*/ 0 h 502"/>
                <a:gd name="T4" fmla="*/ 0 w 618"/>
                <a:gd name="T5" fmla="*/ 4 h 502"/>
                <a:gd name="T6" fmla="*/ 0 w 618"/>
                <a:gd name="T7" fmla="*/ 4 h 502"/>
                <a:gd name="T8" fmla="*/ 5 w 618"/>
                <a:gd name="T9" fmla="*/ 0 h 502"/>
                <a:gd name="T10" fmla="*/ 5 w 618"/>
                <a:gd name="T11" fmla="*/ 0 h 502"/>
                <a:gd name="T12" fmla="*/ 5 w 618"/>
                <a:gd name="T13" fmla="*/ 0 h 502"/>
                <a:gd name="T14" fmla="*/ 5 w 618"/>
                <a:gd name="T15" fmla="*/ 0 h 502"/>
                <a:gd name="T16" fmla="*/ 5 w 618"/>
                <a:gd name="T17" fmla="*/ 0 h 502"/>
                <a:gd name="T18" fmla="*/ 5 w 618"/>
                <a:gd name="T19" fmla="*/ 0 h 502"/>
                <a:gd name="T20" fmla="*/ 5 w 618"/>
                <a:gd name="T21" fmla="*/ 0 h 502"/>
                <a:gd name="T22" fmla="*/ 5 w 618"/>
                <a:gd name="T23" fmla="*/ 0 h 502"/>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618"/>
                <a:gd name="T37" fmla="*/ 0 h 502"/>
                <a:gd name="T38" fmla="*/ 618 w 618"/>
                <a:gd name="T39" fmla="*/ 502 h 502"/>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618" h="502">
                  <a:moveTo>
                    <a:pt x="611" y="0"/>
                  </a:moveTo>
                  <a:lnTo>
                    <a:pt x="606" y="2"/>
                  </a:lnTo>
                  <a:lnTo>
                    <a:pt x="0" y="490"/>
                  </a:lnTo>
                  <a:lnTo>
                    <a:pt x="10" y="502"/>
                  </a:lnTo>
                  <a:lnTo>
                    <a:pt x="616" y="14"/>
                  </a:lnTo>
                  <a:lnTo>
                    <a:pt x="611" y="16"/>
                  </a:lnTo>
                  <a:lnTo>
                    <a:pt x="616" y="14"/>
                  </a:lnTo>
                  <a:lnTo>
                    <a:pt x="618" y="9"/>
                  </a:lnTo>
                  <a:lnTo>
                    <a:pt x="617" y="3"/>
                  </a:lnTo>
                  <a:lnTo>
                    <a:pt x="612" y="1"/>
                  </a:lnTo>
                  <a:lnTo>
                    <a:pt x="606" y="2"/>
                  </a:lnTo>
                  <a:lnTo>
                    <a:pt x="611"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1084" name="Freeform 26"/>
            <p:cNvSpPr>
              <a:spLocks/>
            </p:cNvSpPr>
            <p:nvPr/>
          </p:nvSpPr>
          <p:spPr bwMode="auto">
            <a:xfrm>
              <a:off x="876" y="1852"/>
              <a:ext cx="82" cy="373"/>
            </a:xfrm>
            <a:custGeom>
              <a:avLst/>
              <a:gdLst>
                <a:gd name="T0" fmla="*/ 3 w 413"/>
                <a:gd name="T1" fmla="*/ 15 h 1865"/>
                <a:gd name="T2" fmla="*/ 3 w 413"/>
                <a:gd name="T3" fmla="*/ 15 h 1865"/>
                <a:gd name="T4" fmla="*/ 0 w 413"/>
                <a:gd name="T5" fmla="*/ 0 h 1865"/>
                <a:gd name="T6" fmla="*/ 0 w 413"/>
                <a:gd name="T7" fmla="*/ 0 h 1865"/>
                <a:gd name="T8" fmla="*/ 3 w 413"/>
                <a:gd name="T9" fmla="*/ 15 h 1865"/>
                <a:gd name="T10" fmla="*/ 3 w 413"/>
                <a:gd name="T11" fmla="*/ 15 h 1865"/>
                <a:gd name="T12" fmla="*/ 3 w 413"/>
                <a:gd name="T13" fmla="*/ 15 h 1865"/>
                <a:gd name="T14" fmla="*/ 3 w 413"/>
                <a:gd name="T15" fmla="*/ 15 h 1865"/>
                <a:gd name="T16" fmla="*/ 3 w 413"/>
                <a:gd name="T17" fmla="*/ 15 h 1865"/>
                <a:gd name="T18" fmla="*/ 3 w 413"/>
                <a:gd name="T19" fmla="*/ 15 h 1865"/>
                <a:gd name="T20" fmla="*/ 3 w 413"/>
                <a:gd name="T21" fmla="*/ 15 h 1865"/>
                <a:gd name="T22" fmla="*/ 3 w 413"/>
                <a:gd name="T23" fmla="*/ 15 h 186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413"/>
                <a:gd name="T37" fmla="*/ 0 h 1865"/>
                <a:gd name="T38" fmla="*/ 413 w 413"/>
                <a:gd name="T39" fmla="*/ 1865 h 1865"/>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413" h="1865">
                  <a:moveTo>
                    <a:pt x="400" y="1864"/>
                  </a:moveTo>
                  <a:lnTo>
                    <a:pt x="413" y="1856"/>
                  </a:lnTo>
                  <a:lnTo>
                    <a:pt x="17" y="0"/>
                  </a:lnTo>
                  <a:lnTo>
                    <a:pt x="0" y="2"/>
                  </a:lnTo>
                  <a:lnTo>
                    <a:pt x="396" y="1858"/>
                  </a:lnTo>
                  <a:lnTo>
                    <a:pt x="409" y="1850"/>
                  </a:lnTo>
                  <a:lnTo>
                    <a:pt x="396" y="1858"/>
                  </a:lnTo>
                  <a:lnTo>
                    <a:pt x="400" y="1864"/>
                  </a:lnTo>
                  <a:lnTo>
                    <a:pt x="406" y="1865"/>
                  </a:lnTo>
                  <a:lnTo>
                    <a:pt x="410" y="1862"/>
                  </a:lnTo>
                  <a:lnTo>
                    <a:pt x="413" y="1856"/>
                  </a:lnTo>
                  <a:lnTo>
                    <a:pt x="400" y="186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1085" name="Freeform 27"/>
            <p:cNvSpPr>
              <a:spLocks/>
            </p:cNvSpPr>
            <p:nvPr/>
          </p:nvSpPr>
          <p:spPr bwMode="auto">
            <a:xfrm>
              <a:off x="1282" y="1533"/>
              <a:ext cx="35" cy="161"/>
            </a:xfrm>
            <a:custGeom>
              <a:avLst/>
              <a:gdLst>
                <a:gd name="T0" fmla="*/ 1 w 175"/>
                <a:gd name="T1" fmla="*/ 6 h 807"/>
                <a:gd name="T2" fmla="*/ 1 w 175"/>
                <a:gd name="T3" fmla="*/ 6 h 807"/>
                <a:gd name="T4" fmla="*/ 1 w 175"/>
                <a:gd name="T5" fmla="*/ 6 h 807"/>
                <a:gd name="T6" fmla="*/ 1 w 175"/>
                <a:gd name="T7" fmla="*/ 5 h 807"/>
                <a:gd name="T8" fmla="*/ 1 w 175"/>
                <a:gd name="T9" fmla="*/ 5 h 807"/>
                <a:gd name="T10" fmla="*/ 1 w 175"/>
                <a:gd name="T11" fmla="*/ 5 h 807"/>
                <a:gd name="T12" fmla="*/ 1 w 175"/>
                <a:gd name="T13" fmla="*/ 4 h 807"/>
                <a:gd name="T14" fmla="*/ 1 w 175"/>
                <a:gd name="T15" fmla="*/ 4 h 807"/>
                <a:gd name="T16" fmla="*/ 1 w 175"/>
                <a:gd name="T17" fmla="*/ 3 h 807"/>
                <a:gd name="T18" fmla="*/ 1 w 175"/>
                <a:gd name="T19" fmla="*/ 3 h 807"/>
                <a:gd name="T20" fmla="*/ 1 w 175"/>
                <a:gd name="T21" fmla="*/ 3 h 807"/>
                <a:gd name="T22" fmla="*/ 1 w 175"/>
                <a:gd name="T23" fmla="*/ 2 h 807"/>
                <a:gd name="T24" fmla="*/ 1 w 175"/>
                <a:gd name="T25" fmla="*/ 2 h 807"/>
                <a:gd name="T26" fmla="*/ 1 w 175"/>
                <a:gd name="T27" fmla="*/ 2 h 807"/>
                <a:gd name="T28" fmla="*/ 1 w 175"/>
                <a:gd name="T29" fmla="*/ 1 h 807"/>
                <a:gd name="T30" fmla="*/ 1 w 175"/>
                <a:gd name="T31" fmla="*/ 1 h 807"/>
                <a:gd name="T32" fmla="*/ 1 w 175"/>
                <a:gd name="T33" fmla="*/ 1 h 807"/>
                <a:gd name="T34" fmla="*/ 1 w 175"/>
                <a:gd name="T35" fmla="*/ 0 h 807"/>
                <a:gd name="T36" fmla="*/ 1 w 175"/>
                <a:gd name="T37" fmla="*/ 0 h 807"/>
                <a:gd name="T38" fmla="*/ 1 w 175"/>
                <a:gd name="T39" fmla="*/ 0 h 807"/>
                <a:gd name="T40" fmla="*/ 0 w 175"/>
                <a:gd name="T41" fmla="*/ 1 h 807"/>
                <a:gd name="T42" fmla="*/ 0 w 175"/>
                <a:gd name="T43" fmla="*/ 1 h 807"/>
                <a:gd name="T44" fmla="*/ 0 w 175"/>
                <a:gd name="T45" fmla="*/ 1 h 807"/>
                <a:gd name="T46" fmla="*/ 0 w 175"/>
                <a:gd name="T47" fmla="*/ 2 h 807"/>
                <a:gd name="T48" fmla="*/ 0 w 175"/>
                <a:gd name="T49" fmla="*/ 2 h 807"/>
                <a:gd name="T50" fmla="*/ 0 w 175"/>
                <a:gd name="T51" fmla="*/ 3 h 807"/>
                <a:gd name="T52" fmla="*/ 0 w 175"/>
                <a:gd name="T53" fmla="*/ 3 h 807"/>
                <a:gd name="T54" fmla="*/ 0 w 175"/>
                <a:gd name="T55" fmla="*/ 3 h 807"/>
                <a:gd name="T56" fmla="*/ 0 w 175"/>
                <a:gd name="T57" fmla="*/ 4 h 807"/>
                <a:gd name="T58" fmla="*/ 0 w 175"/>
                <a:gd name="T59" fmla="*/ 4 h 807"/>
                <a:gd name="T60" fmla="*/ 0 w 175"/>
                <a:gd name="T61" fmla="*/ 5 h 807"/>
                <a:gd name="T62" fmla="*/ 0 w 175"/>
                <a:gd name="T63" fmla="*/ 5 h 807"/>
                <a:gd name="T64" fmla="*/ 0 w 175"/>
                <a:gd name="T65" fmla="*/ 5 h 807"/>
                <a:gd name="T66" fmla="*/ 1 w 175"/>
                <a:gd name="T67" fmla="*/ 6 h 807"/>
                <a:gd name="T68" fmla="*/ 1 w 175"/>
                <a:gd name="T69" fmla="*/ 6 h 807"/>
                <a:gd name="T70" fmla="*/ 1 w 175"/>
                <a:gd name="T71" fmla="*/ 6 h 807"/>
                <a:gd name="T72" fmla="*/ 1 w 175"/>
                <a:gd name="T73" fmla="*/ 6 h 807"/>
                <a:gd name="T74" fmla="*/ 1 w 175"/>
                <a:gd name="T75" fmla="*/ 6 h 807"/>
                <a:gd name="T76" fmla="*/ 1 w 175"/>
                <a:gd name="T77" fmla="*/ 6 h 807"/>
                <a:gd name="T78" fmla="*/ 1 w 175"/>
                <a:gd name="T79" fmla="*/ 6 h 807"/>
                <a:gd name="T80" fmla="*/ 1 w 175"/>
                <a:gd name="T81" fmla="*/ 6 h 807"/>
                <a:gd name="T82" fmla="*/ 1 w 175"/>
                <a:gd name="T83" fmla="*/ 6 h 807"/>
                <a:gd name="T84" fmla="*/ 1 w 175"/>
                <a:gd name="T85" fmla="*/ 6 h 807"/>
                <a:gd name="T86" fmla="*/ 1 w 175"/>
                <a:gd name="T87" fmla="*/ 6 h 807"/>
                <a:gd name="T88" fmla="*/ 1 w 175"/>
                <a:gd name="T89" fmla="*/ 6 h 807"/>
                <a:gd name="T90" fmla="*/ 1 w 175"/>
                <a:gd name="T91" fmla="*/ 6 h 80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175"/>
                <a:gd name="T139" fmla="*/ 0 h 807"/>
                <a:gd name="T140" fmla="*/ 175 w 175"/>
                <a:gd name="T141" fmla="*/ 807 h 80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175" h="807">
                  <a:moveTo>
                    <a:pt x="169" y="740"/>
                  </a:moveTo>
                  <a:lnTo>
                    <a:pt x="169" y="739"/>
                  </a:lnTo>
                  <a:lnTo>
                    <a:pt x="149" y="698"/>
                  </a:lnTo>
                  <a:lnTo>
                    <a:pt x="133" y="656"/>
                  </a:lnTo>
                  <a:lnTo>
                    <a:pt x="120" y="611"/>
                  </a:lnTo>
                  <a:lnTo>
                    <a:pt x="108" y="565"/>
                  </a:lnTo>
                  <a:lnTo>
                    <a:pt x="100" y="520"/>
                  </a:lnTo>
                  <a:lnTo>
                    <a:pt x="96" y="472"/>
                  </a:lnTo>
                  <a:lnTo>
                    <a:pt x="93" y="425"/>
                  </a:lnTo>
                  <a:lnTo>
                    <a:pt x="93" y="377"/>
                  </a:lnTo>
                  <a:lnTo>
                    <a:pt x="96" y="330"/>
                  </a:lnTo>
                  <a:lnTo>
                    <a:pt x="100" y="283"/>
                  </a:lnTo>
                  <a:lnTo>
                    <a:pt x="106" y="238"/>
                  </a:lnTo>
                  <a:lnTo>
                    <a:pt x="115" y="195"/>
                  </a:lnTo>
                  <a:lnTo>
                    <a:pt x="126" y="153"/>
                  </a:lnTo>
                  <a:lnTo>
                    <a:pt x="139" y="114"/>
                  </a:lnTo>
                  <a:lnTo>
                    <a:pt x="153" y="77"/>
                  </a:lnTo>
                  <a:lnTo>
                    <a:pt x="169" y="43"/>
                  </a:lnTo>
                  <a:lnTo>
                    <a:pt x="87" y="0"/>
                  </a:lnTo>
                  <a:lnTo>
                    <a:pt x="69" y="39"/>
                  </a:lnTo>
                  <a:lnTo>
                    <a:pt x="52" y="81"/>
                  </a:lnTo>
                  <a:lnTo>
                    <a:pt x="37" y="127"/>
                  </a:lnTo>
                  <a:lnTo>
                    <a:pt x="24" y="174"/>
                  </a:lnTo>
                  <a:lnTo>
                    <a:pt x="15" y="222"/>
                  </a:lnTo>
                  <a:lnTo>
                    <a:pt x="7" y="271"/>
                  </a:lnTo>
                  <a:lnTo>
                    <a:pt x="2" y="323"/>
                  </a:lnTo>
                  <a:lnTo>
                    <a:pt x="0" y="374"/>
                  </a:lnTo>
                  <a:lnTo>
                    <a:pt x="0" y="427"/>
                  </a:lnTo>
                  <a:lnTo>
                    <a:pt x="2" y="479"/>
                  </a:lnTo>
                  <a:lnTo>
                    <a:pt x="9" y="531"/>
                  </a:lnTo>
                  <a:lnTo>
                    <a:pt x="17" y="584"/>
                  </a:lnTo>
                  <a:lnTo>
                    <a:pt x="29" y="635"/>
                  </a:lnTo>
                  <a:lnTo>
                    <a:pt x="44" y="686"/>
                  </a:lnTo>
                  <a:lnTo>
                    <a:pt x="65" y="736"/>
                  </a:lnTo>
                  <a:lnTo>
                    <a:pt x="87" y="784"/>
                  </a:lnTo>
                  <a:lnTo>
                    <a:pt x="87" y="782"/>
                  </a:lnTo>
                  <a:lnTo>
                    <a:pt x="87" y="784"/>
                  </a:lnTo>
                  <a:lnTo>
                    <a:pt x="100" y="799"/>
                  </a:lnTo>
                  <a:lnTo>
                    <a:pt x="117" y="807"/>
                  </a:lnTo>
                  <a:lnTo>
                    <a:pt x="134" y="807"/>
                  </a:lnTo>
                  <a:lnTo>
                    <a:pt x="151" y="801"/>
                  </a:lnTo>
                  <a:lnTo>
                    <a:pt x="164" y="791"/>
                  </a:lnTo>
                  <a:lnTo>
                    <a:pt x="173" y="777"/>
                  </a:lnTo>
                  <a:lnTo>
                    <a:pt x="175" y="759"/>
                  </a:lnTo>
                  <a:lnTo>
                    <a:pt x="169" y="739"/>
                  </a:lnTo>
                  <a:lnTo>
                    <a:pt x="169" y="74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1086" name="Freeform 28"/>
            <p:cNvSpPr>
              <a:spLocks/>
            </p:cNvSpPr>
            <p:nvPr/>
          </p:nvSpPr>
          <p:spPr bwMode="auto">
            <a:xfrm>
              <a:off x="1299" y="1681"/>
              <a:ext cx="157" cy="281"/>
            </a:xfrm>
            <a:custGeom>
              <a:avLst/>
              <a:gdLst>
                <a:gd name="T0" fmla="*/ 6 w 787"/>
                <a:gd name="T1" fmla="*/ 11 h 1404"/>
                <a:gd name="T2" fmla="*/ 6 w 787"/>
                <a:gd name="T3" fmla="*/ 11 h 1404"/>
                <a:gd name="T4" fmla="*/ 1 w 787"/>
                <a:gd name="T5" fmla="*/ 0 h 1404"/>
                <a:gd name="T6" fmla="*/ 0 w 787"/>
                <a:gd name="T7" fmla="*/ 0 h 1404"/>
                <a:gd name="T8" fmla="*/ 6 w 787"/>
                <a:gd name="T9" fmla="*/ 11 h 1404"/>
                <a:gd name="T10" fmla="*/ 6 w 787"/>
                <a:gd name="T11" fmla="*/ 11 h 1404"/>
                <a:gd name="T12" fmla="*/ 6 w 787"/>
                <a:gd name="T13" fmla="*/ 11 h 1404"/>
                <a:gd name="T14" fmla="*/ 6 w 787"/>
                <a:gd name="T15" fmla="*/ 11 h 1404"/>
                <a:gd name="T16" fmla="*/ 6 w 787"/>
                <a:gd name="T17" fmla="*/ 11 h 1404"/>
                <a:gd name="T18" fmla="*/ 6 w 787"/>
                <a:gd name="T19" fmla="*/ 11 h 1404"/>
                <a:gd name="T20" fmla="*/ 6 w 787"/>
                <a:gd name="T21" fmla="*/ 11 h 1404"/>
                <a:gd name="T22" fmla="*/ 6 w 787"/>
                <a:gd name="T23" fmla="*/ 11 h 1404"/>
                <a:gd name="T24" fmla="*/ 6 w 787"/>
                <a:gd name="T25" fmla="*/ 11 h 1404"/>
                <a:gd name="T26" fmla="*/ 6 w 787"/>
                <a:gd name="T27" fmla="*/ 11 h 1404"/>
                <a:gd name="T28" fmla="*/ 6 w 787"/>
                <a:gd name="T29" fmla="*/ 11 h 1404"/>
                <a:gd name="T30" fmla="*/ 6 w 787"/>
                <a:gd name="T31" fmla="*/ 11 h 1404"/>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787"/>
                <a:gd name="T49" fmla="*/ 0 h 1404"/>
                <a:gd name="T50" fmla="*/ 787 w 787"/>
                <a:gd name="T51" fmla="*/ 1404 h 1404"/>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787" h="1404">
                  <a:moveTo>
                    <a:pt x="781" y="1334"/>
                  </a:moveTo>
                  <a:lnTo>
                    <a:pt x="781" y="1337"/>
                  </a:lnTo>
                  <a:lnTo>
                    <a:pt x="82" y="0"/>
                  </a:lnTo>
                  <a:lnTo>
                    <a:pt x="0" y="42"/>
                  </a:lnTo>
                  <a:lnTo>
                    <a:pt x="699" y="1379"/>
                  </a:lnTo>
                  <a:lnTo>
                    <a:pt x="699" y="1381"/>
                  </a:lnTo>
                  <a:lnTo>
                    <a:pt x="699" y="1379"/>
                  </a:lnTo>
                  <a:lnTo>
                    <a:pt x="712" y="1395"/>
                  </a:lnTo>
                  <a:lnTo>
                    <a:pt x="727" y="1402"/>
                  </a:lnTo>
                  <a:lnTo>
                    <a:pt x="744" y="1404"/>
                  </a:lnTo>
                  <a:lnTo>
                    <a:pt x="761" y="1398"/>
                  </a:lnTo>
                  <a:lnTo>
                    <a:pt x="775" y="1388"/>
                  </a:lnTo>
                  <a:lnTo>
                    <a:pt x="784" y="1373"/>
                  </a:lnTo>
                  <a:lnTo>
                    <a:pt x="787" y="1357"/>
                  </a:lnTo>
                  <a:lnTo>
                    <a:pt x="781" y="1337"/>
                  </a:lnTo>
                  <a:lnTo>
                    <a:pt x="781" y="13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1087" name="Freeform 29"/>
            <p:cNvSpPr>
              <a:spLocks/>
            </p:cNvSpPr>
            <p:nvPr/>
          </p:nvSpPr>
          <p:spPr bwMode="auto">
            <a:xfrm>
              <a:off x="1439" y="1948"/>
              <a:ext cx="125" cy="76"/>
            </a:xfrm>
            <a:custGeom>
              <a:avLst/>
              <a:gdLst>
                <a:gd name="T0" fmla="*/ 5 w 628"/>
                <a:gd name="T1" fmla="*/ 2 h 383"/>
                <a:gd name="T2" fmla="*/ 5 w 628"/>
                <a:gd name="T3" fmla="*/ 2 h 383"/>
                <a:gd name="T4" fmla="*/ 4 w 628"/>
                <a:gd name="T5" fmla="*/ 2 h 383"/>
                <a:gd name="T6" fmla="*/ 4 w 628"/>
                <a:gd name="T7" fmla="*/ 2 h 383"/>
                <a:gd name="T8" fmla="*/ 4 w 628"/>
                <a:gd name="T9" fmla="*/ 2 h 383"/>
                <a:gd name="T10" fmla="*/ 3 w 628"/>
                <a:gd name="T11" fmla="*/ 2 h 383"/>
                <a:gd name="T12" fmla="*/ 3 w 628"/>
                <a:gd name="T13" fmla="*/ 2 h 383"/>
                <a:gd name="T14" fmla="*/ 3 w 628"/>
                <a:gd name="T15" fmla="*/ 2 h 383"/>
                <a:gd name="T16" fmla="*/ 3 w 628"/>
                <a:gd name="T17" fmla="*/ 2 h 383"/>
                <a:gd name="T18" fmla="*/ 2 w 628"/>
                <a:gd name="T19" fmla="*/ 2 h 383"/>
                <a:gd name="T20" fmla="*/ 2 w 628"/>
                <a:gd name="T21" fmla="*/ 2 h 383"/>
                <a:gd name="T22" fmla="*/ 2 w 628"/>
                <a:gd name="T23" fmla="*/ 1 h 383"/>
                <a:gd name="T24" fmla="*/ 2 w 628"/>
                <a:gd name="T25" fmla="*/ 1 h 383"/>
                <a:gd name="T26" fmla="*/ 1 w 628"/>
                <a:gd name="T27" fmla="*/ 1 h 383"/>
                <a:gd name="T28" fmla="*/ 1 w 628"/>
                <a:gd name="T29" fmla="*/ 1 h 383"/>
                <a:gd name="T30" fmla="*/ 1 w 628"/>
                <a:gd name="T31" fmla="*/ 1 h 383"/>
                <a:gd name="T32" fmla="*/ 1 w 628"/>
                <a:gd name="T33" fmla="*/ 0 h 383"/>
                <a:gd name="T34" fmla="*/ 1 w 628"/>
                <a:gd name="T35" fmla="*/ 0 h 383"/>
                <a:gd name="T36" fmla="*/ 0 w 628"/>
                <a:gd name="T37" fmla="*/ 0 h 383"/>
                <a:gd name="T38" fmla="*/ 0 w 628"/>
                <a:gd name="T39" fmla="*/ 1 h 383"/>
                <a:gd name="T40" fmla="*/ 0 w 628"/>
                <a:gd name="T41" fmla="*/ 1 h 383"/>
                <a:gd name="T42" fmla="*/ 1 w 628"/>
                <a:gd name="T43" fmla="*/ 1 h 383"/>
                <a:gd name="T44" fmla="*/ 1 w 628"/>
                <a:gd name="T45" fmla="*/ 1 h 383"/>
                <a:gd name="T46" fmla="*/ 1 w 628"/>
                <a:gd name="T47" fmla="*/ 2 h 383"/>
                <a:gd name="T48" fmla="*/ 1 w 628"/>
                <a:gd name="T49" fmla="*/ 2 h 383"/>
                <a:gd name="T50" fmla="*/ 2 w 628"/>
                <a:gd name="T51" fmla="*/ 2 h 383"/>
                <a:gd name="T52" fmla="*/ 2 w 628"/>
                <a:gd name="T53" fmla="*/ 2 h 383"/>
                <a:gd name="T54" fmla="*/ 2 w 628"/>
                <a:gd name="T55" fmla="*/ 2 h 383"/>
                <a:gd name="T56" fmla="*/ 3 w 628"/>
                <a:gd name="T57" fmla="*/ 3 h 383"/>
                <a:gd name="T58" fmla="*/ 3 w 628"/>
                <a:gd name="T59" fmla="*/ 3 h 383"/>
                <a:gd name="T60" fmla="*/ 3 w 628"/>
                <a:gd name="T61" fmla="*/ 3 h 383"/>
                <a:gd name="T62" fmla="*/ 4 w 628"/>
                <a:gd name="T63" fmla="*/ 3 h 383"/>
                <a:gd name="T64" fmla="*/ 4 w 628"/>
                <a:gd name="T65" fmla="*/ 3 h 383"/>
                <a:gd name="T66" fmla="*/ 4 w 628"/>
                <a:gd name="T67" fmla="*/ 3 h 383"/>
                <a:gd name="T68" fmla="*/ 5 w 628"/>
                <a:gd name="T69" fmla="*/ 3 h 383"/>
                <a:gd name="T70" fmla="*/ 5 w 628"/>
                <a:gd name="T71" fmla="*/ 3 h 383"/>
                <a:gd name="T72" fmla="*/ 5 w 628"/>
                <a:gd name="T73" fmla="*/ 3 h 383"/>
                <a:gd name="T74" fmla="*/ 5 w 628"/>
                <a:gd name="T75" fmla="*/ 3 h 383"/>
                <a:gd name="T76" fmla="*/ 5 w 628"/>
                <a:gd name="T77" fmla="*/ 3 h 383"/>
                <a:gd name="T78" fmla="*/ 5 w 628"/>
                <a:gd name="T79" fmla="*/ 3 h 383"/>
                <a:gd name="T80" fmla="*/ 5 w 628"/>
                <a:gd name="T81" fmla="*/ 3 h 383"/>
                <a:gd name="T82" fmla="*/ 5 w 628"/>
                <a:gd name="T83" fmla="*/ 3 h 383"/>
                <a:gd name="T84" fmla="*/ 5 w 628"/>
                <a:gd name="T85" fmla="*/ 2 h 383"/>
                <a:gd name="T86" fmla="*/ 5 w 628"/>
                <a:gd name="T87" fmla="*/ 2 h 383"/>
                <a:gd name="T88" fmla="*/ 5 w 628"/>
                <a:gd name="T89" fmla="*/ 2 h 383"/>
                <a:gd name="T90" fmla="*/ 5 w 628"/>
                <a:gd name="T91" fmla="*/ 2 h 38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628"/>
                <a:gd name="T139" fmla="*/ 0 h 383"/>
                <a:gd name="T140" fmla="*/ 628 w 628"/>
                <a:gd name="T141" fmla="*/ 383 h 38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628" h="383">
                  <a:moveTo>
                    <a:pt x="581" y="289"/>
                  </a:moveTo>
                  <a:lnTo>
                    <a:pt x="582" y="289"/>
                  </a:lnTo>
                  <a:lnTo>
                    <a:pt x="541" y="287"/>
                  </a:lnTo>
                  <a:lnTo>
                    <a:pt x="500" y="283"/>
                  </a:lnTo>
                  <a:lnTo>
                    <a:pt x="462" y="276"/>
                  </a:lnTo>
                  <a:lnTo>
                    <a:pt x="424" y="268"/>
                  </a:lnTo>
                  <a:lnTo>
                    <a:pt x="389" y="255"/>
                  </a:lnTo>
                  <a:lnTo>
                    <a:pt x="352" y="242"/>
                  </a:lnTo>
                  <a:lnTo>
                    <a:pt x="320" y="227"/>
                  </a:lnTo>
                  <a:lnTo>
                    <a:pt x="287" y="209"/>
                  </a:lnTo>
                  <a:lnTo>
                    <a:pt x="255" y="189"/>
                  </a:lnTo>
                  <a:lnTo>
                    <a:pt x="226" y="168"/>
                  </a:lnTo>
                  <a:lnTo>
                    <a:pt x="198" y="145"/>
                  </a:lnTo>
                  <a:lnTo>
                    <a:pt x="172" y="119"/>
                  </a:lnTo>
                  <a:lnTo>
                    <a:pt x="146" y="92"/>
                  </a:lnTo>
                  <a:lnTo>
                    <a:pt x="122" y="64"/>
                  </a:lnTo>
                  <a:lnTo>
                    <a:pt x="100" y="33"/>
                  </a:lnTo>
                  <a:lnTo>
                    <a:pt x="82" y="0"/>
                  </a:lnTo>
                  <a:lnTo>
                    <a:pt x="0" y="47"/>
                  </a:lnTo>
                  <a:lnTo>
                    <a:pt x="23" y="85"/>
                  </a:lnTo>
                  <a:lnTo>
                    <a:pt x="49" y="120"/>
                  </a:lnTo>
                  <a:lnTo>
                    <a:pt x="76" y="153"/>
                  </a:lnTo>
                  <a:lnTo>
                    <a:pt x="104" y="185"/>
                  </a:lnTo>
                  <a:lnTo>
                    <a:pt x="137" y="215"/>
                  </a:lnTo>
                  <a:lnTo>
                    <a:pt x="170" y="241"/>
                  </a:lnTo>
                  <a:lnTo>
                    <a:pt x="204" y="267"/>
                  </a:lnTo>
                  <a:lnTo>
                    <a:pt x="240" y="289"/>
                  </a:lnTo>
                  <a:lnTo>
                    <a:pt x="277" y="309"/>
                  </a:lnTo>
                  <a:lnTo>
                    <a:pt x="317" y="329"/>
                  </a:lnTo>
                  <a:lnTo>
                    <a:pt x="358" y="344"/>
                  </a:lnTo>
                  <a:lnTo>
                    <a:pt x="400" y="357"/>
                  </a:lnTo>
                  <a:lnTo>
                    <a:pt x="444" y="367"/>
                  </a:lnTo>
                  <a:lnTo>
                    <a:pt x="488" y="374"/>
                  </a:lnTo>
                  <a:lnTo>
                    <a:pt x="534" y="380"/>
                  </a:lnTo>
                  <a:lnTo>
                    <a:pt x="580" y="383"/>
                  </a:lnTo>
                  <a:lnTo>
                    <a:pt x="581" y="383"/>
                  </a:lnTo>
                  <a:lnTo>
                    <a:pt x="580" y="383"/>
                  </a:lnTo>
                  <a:lnTo>
                    <a:pt x="600" y="379"/>
                  </a:lnTo>
                  <a:lnTo>
                    <a:pt x="615" y="369"/>
                  </a:lnTo>
                  <a:lnTo>
                    <a:pt x="624" y="353"/>
                  </a:lnTo>
                  <a:lnTo>
                    <a:pt x="628" y="337"/>
                  </a:lnTo>
                  <a:lnTo>
                    <a:pt x="625" y="319"/>
                  </a:lnTo>
                  <a:lnTo>
                    <a:pt x="617" y="304"/>
                  </a:lnTo>
                  <a:lnTo>
                    <a:pt x="602" y="294"/>
                  </a:lnTo>
                  <a:lnTo>
                    <a:pt x="582" y="289"/>
                  </a:lnTo>
                  <a:lnTo>
                    <a:pt x="581" y="28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1088" name="Freeform 30"/>
            <p:cNvSpPr>
              <a:spLocks/>
            </p:cNvSpPr>
            <p:nvPr/>
          </p:nvSpPr>
          <p:spPr bwMode="auto">
            <a:xfrm>
              <a:off x="1587" y="1880"/>
              <a:ext cx="85" cy="49"/>
            </a:xfrm>
            <a:custGeom>
              <a:avLst/>
              <a:gdLst>
                <a:gd name="T0" fmla="*/ 3 w 426"/>
                <a:gd name="T1" fmla="*/ 0 h 245"/>
                <a:gd name="T2" fmla="*/ 3 w 426"/>
                <a:gd name="T3" fmla="*/ 0 h 245"/>
                <a:gd name="T4" fmla="*/ 3 w 426"/>
                <a:gd name="T5" fmla="*/ 0 h 245"/>
                <a:gd name="T6" fmla="*/ 3 w 426"/>
                <a:gd name="T7" fmla="*/ 0 h 245"/>
                <a:gd name="T8" fmla="*/ 2 w 426"/>
                <a:gd name="T9" fmla="*/ 0 h 245"/>
                <a:gd name="T10" fmla="*/ 2 w 426"/>
                <a:gd name="T11" fmla="*/ 0 h 245"/>
                <a:gd name="T12" fmla="*/ 2 w 426"/>
                <a:gd name="T13" fmla="*/ 0 h 245"/>
                <a:gd name="T14" fmla="*/ 2 w 426"/>
                <a:gd name="T15" fmla="*/ 0 h 245"/>
                <a:gd name="T16" fmla="*/ 1 w 426"/>
                <a:gd name="T17" fmla="*/ 0 h 245"/>
                <a:gd name="T18" fmla="*/ 1 w 426"/>
                <a:gd name="T19" fmla="*/ 1 h 245"/>
                <a:gd name="T20" fmla="*/ 1 w 426"/>
                <a:gd name="T21" fmla="*/ 1 h 245"/>
                <a:gd name="T22" fmla="*/ 1 w 426"/>
                <a:gd name="T23" fmla="*/ 1 h 245"/>
                <a:gd name="T24" fmla="*/ 0 w 426"/>
                <a:gd name="T25" fmla="*/ 1 h 245"/>
                <a:gd name="T26" fmla="*/ 0 w 426"/>
                <a:gd name="T27" fmla="*/ 1 h 245"/>
                <a:gd name="T28" fmla="*/ 0 w 426"/>
                <a:gd name="T29" fmla="*/ 1 h 245"/>
                <a:gd name="T30" fmla="*/ 0 w 426"/>
                <a:gd name="T31" fmla="*/ 2 h 245"/>
                <a:gd name="T32" fmla="*/ 0 w 426"/>
                <a:gd name="T33" fmla="*/ 2 h 245"/>
                <a:gd name="T34" fmla="*/ 0 w 426"/>
                <a:gd name="T35" fmla="*/ 2 h 245"/>
                <a:gd name="T36" fmla="*/ 0 w 426"/>
                <a:gd name="T37" fmla="*/ 2 h 245"/>
                <a:gd name="T38" fmla="*/ 0 w 426"/>
                <a:gd name="T39" fmla="*/ 2 h 245"/>
                <a:gd name="T40" fmla="*/ 0 w 426"/>
                <a:gd name="T41" fmla="*/ 2 h 245"/>
                <a:gd name="T42" fmla="*/ 0 w 426"/>
                <a:gd name="T43" fmla="*/ 1 h 245"/>
                <a:gd name="T44" fmla="*/ 0 w 426"/>
                <a:gd name="T45" fmla="*/ 1 h 245"/>
                <a:gd name="T46" fmla="*/ 0 w 426"/>
                <a:gd name="T47" fmla="*/ 1 h 245"/>
                <a:gd name="T48" fmla="*/ 1 w 426"/>
                <a:gd name="T49" fmla="*/ 1 h 245"/>
                <a:gd name="T50" fmla="*/ 1 w 426"/>
                <a:gd name="T51" fmla="*/ 1 h 245"/>
                <a:gd name="T52" fmla="*/ 1 w 426"/>
                <a:gd name="T53" fmla="*/ 1 h 245"/>
                <a:gd name="T54" fmla="*/ 1 w 426"/>
                <a:gd name="T55" fmla="*/ 1 h 245"/>
                <a:gd name="T56" fmla="*/ 2 w 426"/>
                <a:gd name="T57" fmla="*/ 0 h 245"/>
                <a:gd name="T58" fmla="*/ 2 w 426"/>
                <a:gd name="T59" fmla="*/ 0 h 245"/>
                <a:gd name="T60" fmla="*/ 2 w 426"/>
                <a:gd name="T61" fmla="*/ 0 h 245"/>
                <a:gd name="T62" fmla="*/ 2 w 426"/>
                <a:gd name="T63" fmla="*/ 0 h 245"/>
                <a:gd name="T64" fmla="*/ 3 w 426"/>
                <a:gd name="T65" fmla="*/ 0 h 245"/>
                <a:gd name="T66" fmla="*/ 3 w 426"/>
                <a:gd name="T67" fmla="*/ 0 h 245"/>
                <a:gd name="T68" fmla="*/ 3 w 426"/>
                <a:gd name="T69" fmla="*/ 0 h 245"/>
                <a:gd name="T70" fmla="*/ 3 w 426"/>
                <a:gd name="T71" fmla="*/ 0 h 245"/>
                <a:gd name="T72" fmla="*/ 3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426" y="0"/>
                  </a:moveTo>
                  <a:lnTo>
                    <a:pt x="426" y="0"/>
                  </a:lnTo>
                  <a:lnTo>
                    <a:pt x="384" y="1"/>
                  </a:lnTo>
                  <a:lnTo>
                    <a:pt x="340" y="4"/>
                  </a:lnTo>
                  <a:lnTo>
                    <a:pt x="300" y="10"/>
                  </a:lnTo>
                  <a:lnTo>
                    <a:pt x="262" y="18"/>
                  </a:lnTo>
                  <a:lnTo>
                    <a:pt x="224" y="29"/>
                  </a:lnTo>
                  <a:lnTo>
                    <a:pt x="189" y="41"/>
                  </a:lnTo>
                  <a:lnTo>
                    <a:pt x="157" y="55"/>
                  </a:lnTo>
                  <a:lnTo>
                    <a:pt x="126" y="70"/>
                  </a:lnTo>
                  <a:lnTo>
                    <a:pt x="99" y="89"/>
                  </a:lnTo>
                  <a:lnTo>
                    <a:pt x="74" y="106"/>
                  </a:lnTo>
                  <a:lnTo>
                    <a:pt x="52" y="126"/>
                  </a:lnTo>
                  <a:lnTo>
                    <a:pt x="34" y="148"/>
                  </a:lnTo>
                  <a:lnTo>
                    <a:pt x="19" y="171"/>
                  </a:lnTo>
                  <a:lnTo>
                    <a:pt x="9" y="194"/>
                  </a:lnTo>
                  <a:lnTo>
                    <a:pt x="3" y="219"/>
                  </a:lnTo>
                  <a:lnTo>
                    <a:pt x="0" y="245"/>
                  </a:lnTo>
                  <a:lnTo>
                    <a:pt x="12" y="245"/>
                  </a:lnTo>
                  <a:lnTo>
                    <a:pt x="15" y="221"/>
                  </a:lnTo>
                  <a:lnTo>
                    <a:pt x="20" y="199"/>
                  </a:lnTo>
                  <a:lnTo>
                    <a:pt x="31" y="178"/>
                  </a:lnTo>
                  <a:lnTo>
                    <a:pt x="44" y="156"/>
                  </a:lnTo>
                  <a:lnTo>
                    <a:pt x="61" y="136"/>
                  </a:lnTo>
                  <a:lnTo>
                    <a:pt x="81" y="116"/>
                  </a:lnTo>
                  <a:lnTo>
                    <a:pt x="106" y="98"/>
                  </a:lnTo>
                  <a:lnTo>
                    <a:pt x="133" y="82"/>
                  </a:lnTo>
                  <a:lnTo>
                    <a:pt x="162" y="66"/>
                  </a:lnTo>
                  <a:lnTo>
                    <a:pt x="194" y="52"/>
                  </a:lnTo>
                  <a:lnTo>
                    <a:pt x="229" y="41"/>
                  </a:lnTo>
                  <a:lnTo>
                    <a:pt x="264" y="30"/>
                  </a:lnTo>
                  <a:lnTo>
                    <a:pt x="303" y="22"/>
                  </a:lnTo>
                  <a:lnTo>
                    <a:pt x="343" y="16"/>
                  </a:lnTo>
                  <a:lnTo>
                    <a:pt x="384" y="12"/>
                  </a:lnTo>
                  <a:lnTo>
                    <a:pt x="426" y="11"/>
                  </a:lnTo>
                  <a:lnTo>
                    <a:pt x="42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1089" name="Freeform 31"/>
            <p:cNvSpPr>
              <a:spLocks/>
            </p:cNvSpPr>
            <p:nvPr/>
          </p:nvSpPr>
          <p:spPr bwMode="auto">
            <a:xfrm>
              <a:off x="1587" y="1929"/>
              <a:ext cx="85" cy="49"/>
            </a:xfrm>
            <a:custGeom>
              <a:avLst/>
              <a:gdLst>
                <a:gd name="T0" fmla="*/ 0 w 426"/>
                <a:gd name="T1" fmla="*/ 0 h 245"/>
                <a:gd name="T2" fmla="*/ 0 w 426"/>
                <a:gd name="T3" fmla="*/ 0 h 245"/>
                <a:gd name="T4" fmla="*/ 0 w 426"/>
                <a:gd name="T5" fmla="*/ 0 h 245"/>
                <a:gd name="T6" fmla="*/ 0 w 426"/>
                <a:gd name="T7" fmla="*/ 0 h 245"/>
                <a:gd name="T8" fmla="*/ 0 w 426"/>
                <a:gd name="T9" fmla="*/ 1 h 245"/>
                <a:gd name="T10" fmla="*/ 0 w 426"/>
                <a:gd name="T11" fmla="*/ 1 h 245"/>
                <a:gd name="T12" fmla="*/ 0 w 426"/>
                <a:gd name="T13" fmla="*/ 1 h 245"/>
                <a:gd name="T14" fmla="*/ 1 w 426"/>
                <a:gd name="T15" fmla="*/ 1 h 245"/>
                <a:gd name="T16" fmla="*/ 1 w 426"/>
                <a:gd name="T17" fmla="*/ 1 h 245"/>
                <a:gd name="T18" fmla="*/ 1 w 426"/>
                <a:gd name="T19" fmla="*/ 1 h 245"/>
                <a:gd name="T20" fmla="*/ 1 w 426"/>
                <a:gd name="T21" fmla="*/ 2 h 245"/>
                <a:gd name="T22" fmla="*/ 2 w 426"/>
                <a:gd name="T23" fmla="*/ 2 h 245"/>
                <a:gd name="T24" fmla="*/ 2 w 426"/>
                <a:gd name="T25" fmla="*/ 2 h 245"/>
                <a:gd name="T26" fmla="*/ 2 w 426"/>
                <a:gd name="T27" fmla="*/ 2 h 245"/>
                <a:gd name="T28" fmla="*/ 2 w 426"/>
                <a:gd name="T29" fmla="*/ 2 h 245"/>
                <a:gd name="T30" fmla="*/ 3 w 426"/>
                <a:gd name="T31" fmla="*/ 2 h 245"/>
                <a:gd name="T32" fmla="*/ 3 w 426"/>
                <a:gd name="T33" fmla="*/ 2 h 245"/>
                <a:gd name="T34" fmla="*/ 3 w 426"/>
                <a:gd name="T35" fmla="*/ 2 h 245"/>
                <a:gd name="T36" fmla="*/ 3 w 426"/>
                <a:gd name="T37" fmla="*/ 2 h 245"/>
                <a:gd name="T38" fmla="*/ 3 w 426"/>
                <a:gd name="T39" fmla="*/ 2 h 245"/>
                <a:gd name="T40" fmla="*/ 3 w 426"/>
                <a:gd name="T41" fmla="*/ 2 h 245"/>
                <a:gd name="T42" fmla="*/ 2 w 426"/>
                <a:gd name="T43" fmla="*/ 2 h 245"/>
                <a:gd name="T44" fmla="*/ 2 w 426"/>
                <a:gd name="T45" fmla="*/ 2 h 245"/>
                <a:gd name="T46" fmla="*/ 2 w 426"/>
                <a:gd name="T47" fmla="*/ 2 h 245"/>
                <a:gd name="T48" fmla="*/ 2 w 426"/>
                <a:gd name="T49" fmla="*/ 2 h 245"/>
                <a:gd name="T50" fmla="*/ 1 w 426"/>
                <a:gd name="T51" fmla="*/ 1 h 245"/>
                <a:gd name="T52" fmla="*/ 1 w 426"/>
                <a:gd name="T53" fmla="*/ 1 h 245"/>
                <a:gd name="T54" fmla="*/ 1 w 426"/>
                <a:gd name="T55" fmla="*/ 1 h 245"/>
                <a:gd name="T56" fmla="*/ 1 w 426"/>
                <a:gd name="T57" fmla="*/ 1 h 245"/>
                <a:gd name="T58" fmla="*/ 0 w 426"/>
                <a:gd name="T59" fmla="*/ 1 h 245"/>
                <a:gd name="T60" fmla="*/ 0 w 426"/>
                <a:gd name="T61" fmla="*/ 1 h 245"/>
                <a:gd name="T62" fmla="*/ 0 w 426"/>
                <a:gd name="T63" fmla="*/ 1 h 245"/>
                <a:gd name="T64" fmla="*/ 0 w 426"/>
                <a:gd name="T65" fmla="*/ 0 h 245"/>
                <a:gd name="T66" fmla="*/ 0 w 426"/>
                <a:gd name="T67" fmla="*/ 0 h 245"/>
                <a:gd name="T68" fmla="*/ 0 w 426"/>
                <a:gd name="T69" fmla="*/ 0 h 245"/>
                <a:gd name="T70" fmla="*/ 0 w 426"/>
                <a:gd name="T71" fmla="*/ 0 h 245"/>
                <a:gd name="T72" fmla="*/ 0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0" y="0"/>
                  </a:moveTo>
                  <a:lnTo>
                    <a:pt x="0" y="0"/>
                  </a:lnTo>
                  <a:lnTo>
                    <a:pt x="3" y="25"/>
                  </a:lnTo>
                  <a:lnTo>
                    <a:pt x="9" y="50"/>
                  </a:lnTo>
                  <a:lnTo>
                    <a:pt x="19" y="73"/>
                  </a:lnTo>
                  <a:lnTo>
                    <a:pt x="34" y="96"/>
                  </a:lnTo>
                  <a:lnTo>
                    <a:pt x="52" y="118"/>
                  </a:lnTo>
                  <a:lnTo>
                    <a:pt x="74" y="138"/>
                  </a:lnTo>
                  <a:lnTo>
                    <a:pt x="99" y="156"/>
                  </a:lnTo>
                  <a:lnTo>
                    <a:pt x="126" y="174"/>
                  </a:lnTo>
                  <a:lnTo>
                    <a:pt x="157" y="190"/>
                  </a:lnTo>
                  <a:lnTo>
                    <a:pt x="189" y="204"/>
                  </a:lnTo>
                  <a:lnTo>
                    <a:pt x="224" y="215"/>
                  </a:lnTo>
                  <a:lnTo>
                    <a:pt x="262" y="226"/>
                  </a:lnTo>
                  <a:lnTo>
                    <a:pt x="300" y="234"/>
                  </a:lnTo>
                  <a:lnTo>
                    <a:pt x="340" y="240"/>
                  </a:lnTo>
                  <a:lnTo>
                    <a:pt x="384" y="244"/>
                  </a:lnTo>
                  <a:lnTo>
                    <a:pt x="426" y="245"/>
                  </a:lnTo>
                  <a:lnTo>
                    <a:pt x="426" y="233"/>
                  </a:lnTo>
                  <a:lnTo>
                    <a:pt x="384" y="232"/>
                  </a:lnTo>
                  <a:lnTo>
                    <a:pt x="343" y="228"/>
                  </a:lnTo>
                  <a:lnTo>
                    <a:pt x="303" y="222"/>
                  </a:lnTo>
                  <a:lnTo>
                    <a:pt x="264" y="214"/>
                  </a:lnTo>
                  <a:lnTo>
                    <a:pt x="229" y="204"/>
                  </a:lnTo>
                  <a:lnTo>
                    <a:pt x="194" y="192"/>
                  </a:lnTo>
                  <a:lnTo>
                    <a:pt x="162" y="178"/>
                  </a:lnTo>
                  <a:lnTo>
                    <a:pt x="133" y="163"/>
                  </a:lnTo>
                  <a:lnTo>
                    <a:pt x="106" y="146"/>
                  </a:lnTo>
                  <a:lnTo>
                    <a:pt x="81" y="129"/>
                  </a:lnTo>
                  <a:lnTo>
                    <a:pt x="61" y="109"/>
                  </a:lnTo>
                  <a:lnTo>
                    <a:pt x="44" y="89"/>
                  </a:lnTo>
                  <a:lnTo>
                    <a:pt x="31" y="66"/>
                  </a:lnTo>
                  <a:lnTo>
                    <a:pt x="20" y="45"/>
                  </a:lnTo>
                  <a:lnTo>
                    <a:pt x="15" y="2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1090" name="Freeform 32"/>
            <p:cNvSpPr>
              <a:spLocks/>
            </p:cNvSpPr>
            <p:nvPr/>
          </p:nvSpPr>
          <p:spPr bwMode="auto">
            <a:xfrm>
              <a:off x="878" y="1448"/>
              <a:ext cx="792" cy="954"/>
            </a:xfrm>
            <a:custGeom>
              <a:avLst/>
              <a:gdLst>
                <a:gd name="T0" fmla="*/ 13 w 3960"/>
                <a:gd name="T1" fmla="*/ 38 h 4768"/>
                <a:gd name="T2" fmla="*/ 14 w 3960"/>
                <a:gd name="T3" fmla="*/ 38 h 4768"/>
                <a:gd name="T4" fmla="*/ 15 w 3960"/>
                <a:gd name="T5" fmla="*/ 38 h 4768"/>
                <a:gd name="T6" fmla="*/ 15 w 3960"/>
                <a:gd name="T7" fmla="*/ 38 h 4768"/>
                <a:gd name="T8" fmla="*/ 16 w 3960"/>
                <a:gd name="T9" fmla="*/ 38 h 4768"/>
                <a:gd name="T10" fmla="*/ 17 w 3960"/>
                <a:gd name="T11" fmla="*/ 38 h 4768"/>
                <a:gd name="T12" fmla="*/ 17 w 3960"/>
                <a:gd name="T13" fmla="*/ 38 h 4768"/>
                <a:gd name="T14" fmla="*/ 18 w 3960"/>
                <a:gd name="T15" fmla="*/ 38 h 4768"/>
                <a:gd name="T16" fmla="*/ 18 w 3960"/>
                <a:gd name="T17" fmla="*/ 38 h 4768"/>
                <a:gd name="T18" fmla="*/ 29 w 3960"/>
                <a:gd name="T19" fmla="*/ 30 h 4768"/>
                <a:gd name="T20" fmla="*/ 30 w 3960"/>
                <a:gd name="T21" fmla="*/ 30 h 4768"/>
                <a:gd name="T22" fmla="*/ 30 w 3960"/>
                <a:gd name="T23" fmla="*/ 29 h 4768"/>
                <a:gd name="T24" fmla="*/ 31 w 3960"/>
                <a:gd name="T25" fmla="*/ 28 h 4768"/>
                <a:gd name="T26" fmla="*/ 31 w 3960"/>
                <a:gd name="T27" fmla="*/ 28 h 4768"/>
                <a:gd name="T28" fmla="*/ 31 w 3960"/>
                <a:gd name="T29" fmla="*/ 27 h 4768"/>
                <a:gd name="T30" fmla="*/ 32 w 3960"/>
                <a:gd name="T31" fmla="*/ 26 h 4768"/>
                <a:gd name="T32" fmla="*/ 32 w 3960"/>
                <a:gd name="T33" fmla="*/ 25 h 4768"/>
                <a:gd name="T34" fmla="*/ 32 w 3960"/>
                <a:gd name="T35" fmla="*/ 11 h 4768"/>
                <a:gd name="T36" fmla="*/ 32 w 3960"/>
                <a:gd name="T37" fmla="*/ 10 h 4768"/>
                <a:gd name="T38" fmla="*/ 31 w 3960"/>
                <a:gd name="T39" fmla="*/ 9 h 4768"/>
                <a:gd name="T40" fmla="*/ 31 w 3960"/>
                <a:gd name="T41" fmla="*/ 9 h 4768"/>
                <a:gd name="T42" fmla="*/ 31 w 3960"/>
                <a:gd name="T43" fmla="*/ 8 h 4768"/>
                <a:gd name="T44" fmla="*/ 31 w 3960"/>
                <a:gd name="T45" fmla="*/ 8 h 4768"/>
                <a:gd name="T46" fmla="*/ 30 w 3960"/>
                <a:gd name="T47" fmla="*/ 7 h 4768"/>
                <a:gd name="T48" fmla="*/ 30 w 3960"/>
                <a:gd name="T49" fmla="*/ 7 h 4768"/>
                <a:gd name="T50" fmla="*/ 29 w 3960"/>
                <a:gd name="T51" fmla="*/ 6 h 4768"/>
                <a:gd name="T52" fmla="*/ 19 w 3960"/>
                <a:gd name="T53" fmla="*/ 1 h 4768"/>
                <a:gd name="T54" fmla="*/ 18 w 3960"/>
                <a:gd name="T55" fmla="*/ 0 h 4768"/>
                <a:gd name="T56" fmla="*/ 17 w 3960"/>
                <a:gd name="T57" fmla="*/ 0 h 4768"/>
                <a:gd name="T58" fmla="*/ 17 w 3960"/>
                <a:gd name="T59" fmla="*/ 0 h 4768"/>
                <a:gd name="T60" fmla="*/ 16 w 3960"/>
                <a:gd name="T61" fmla="*/ 0 h 4768"/>
                <a:gd name="T62" fmla="*/ 15 w 3960"/>
                <a:gd name="T63" fmla="*/ 0 h 4768"/>
                <a:gd name="T64" fmla="*/ 14 w 3960"/>
                <a:gd name="T65" fmla="*/ 0 h 4768"/>
                <a:gd name="T66" fmla="*/ 14 w 3960"/>
                <a:gd name="T67" fmla="*/ 0 h 4768"/>
                <a:gd name="T68" fmla="*/ 2 w 3960"/>
                <a:gd name="T69" fmla="*/ 6 h 4768"/>
                <a:gd name="T70" fmla="*/ 2 w 3960"/>
                <a:gd name="T71" fmla="*/ 7 h 4768"/>
                <a:gd name="T72" fmla="*/ 1 w 3960"/>
                <a:gd name="T73" fmla="*/ 7 h 4768"/>
                <a:gd name="T74" fmla="*/ 1 w 3960"/>
                <a:gd name="T75" fmla="*/ 8 h 4768"/>
                <a:gd name="T76" fmla="*/ 1 w 3960"/>
                <a:gd name="T77" fmla="*/ 8 h 4768"/>
                <a:gd name="T78" fmla="*/ 0 w 3960"/>
                <a:gd name="T79" fmla="*/ 9 h 4768"/>
                <a:gd name="T80" fmla="*/ 0 w 3960"/>
                <a:gd name="T81" fmla="*/ 9 h 4768"/>
                <a:gd name="T82" fmla="*/ 0 w 3960"/>
                <a:gd name="T83" fmla="*/ 10 h 4768"/>
                <a:gd name="T84" fmla="*/ 0 w 3960"/>
                <a:gd name="T85" fmla="*/ 11 h 4768"/>
                <a:gd name="T86" fmla="*/ 0 w 3960"/>
                <a:gd name="T87" fmla="*/ 25 h 4768"/>
                <a:gd name="T88" fmla="*/ 0 w 3960"/>
                <a:gd name="T89" fmla="*/ 26 h 4768"/>
                <a:gd name="T90" fmla="*/ 0 w 3960"/>
                <a:gd name="T91" fmla="*/ 27 h 4768"/>
                <a:gd name="T92" fmla="*/ 1 w 3960"/>
                <a:gd name="T93" fmla="*/ 28 h 4768"/>
                <a:gd name="T94" fmla="*/ 1 w 3960"/>
                <a:gd name="T95" fmla="*/ 29 h 4768"/>
                <a:gd name="T96" fmla="*/ 1 w 3960"/>
                <a:gd name="T97" fmla="*/ 29 h 4768"/>
                <a:gd name="T98" fmla="*/ 2 w 3960"/>
                <a:gd name="T99" fmla="*/ 30 h 4768"/>
                <a:gd name="T100" fmla="*/ 3 w 3960"/>
                <a:gd name="T101" fmla="*/ 31 h 4768"/>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w 3960"/>
                <a:gd name="T154" fmla="*/ 0 h 4768"/>
                <a:gd name="T155" fmla="*/ 3960 w 3960"/>
                <a:gd name="T156" fmla="*/ 4768 h 4768"/>
              </a:gdLst>
              <a:ahLst/>
              <a:cxnLst>
                <a:cxn ang="T102">
                  <a:pos x="T0" y="T1"/>
                </a:cxn>
                <a:cxn ang="T103">
                  <a:pos x="T2" y="T3"/>
                </a:cxn>
                <a:cxn ang="T104">
                  <a:pos x="T4" y="T5"/>
                </a:cxn>
                <a:cxn ang="T105">
                  <a:pos x="T6" y="T7"/>
                </a:cxn>
                <a:cxn ang="T106">
                  <a:pos x="T8" y="T9"/>
                </a:cxn>
                <a:cxn ang="T107">
                  <a:pos x="T10" y="T11"/>
                </a:cxn>
                <a:cxn ang="T108">
                  <a:pos x="T12" y="T13"/>
                </a:cxn>
                <a:cxn ang="T109">
                  <a:pos x="T14" y="T15"/>
                </a:cxn>
                <a:cxn ang="T110">
                  <a:pos x="T16" y="T17"/>
                </a:cxn>
                <a:cxn ang="T111">
                  <a:pos x="T18" y="T19"/>
                </a:cxn>
                <a:cxn ang="T112">
                  <a:pos x="T20" y="T21"/>
                </a:cxn>
                <a:cxn ang="T113">
                  <a:pos x="T22" y="T23"/>
                </a:cxn>
                <a:cxn ang="T114">
                  <a:pos x="T24" y="T25"/>
                </a:cxn>
                <a:cxn ang="T115">
                  <a:pos x="T26" y="T27"/>
                </a:cxn>
                <a:cxn ang="T116">
                  <a:pos x="T28" y="T29"/>
                </a:cxn>
                <a:cxn ang="T117">
                  <a:pos x="T30" y="T31"/>
                </a:cxn>
                <a:cxn ang="T118">
                  <a:pos x="T32" y="T33"/>
                </a:cxn>
                <a:cxn ang="T119">
                  <a:pos x="T34" y="T35"/>
                </a:cxn>
                <a:cxn ang="T120">
                  <a:pos x="T36" y="T37"/>
                </a:cxn>
                <a:cxn ang="T121">
                  <a:pos x="T38" y="T39"/>
                </a:cxn>
                <a:cxn ang="T122">
                  <a:pos x="T40" y="T41"/>
                </a:cxn>
                <a:cxn ang="T123">
                  <a:pos x="T42" y="T43"/>
                </a:cxn>
                <a:cxn ang="T124">
                  <a:pos x="T44" y="T45"/>
                </a:cxn>
                <a:cxn ang="T125">
                  <a:pos x="T46" y="T47"/>
                </a:cxn>
                <a:cxn ang="T126">
                  <a:pos x="T48" y="T49"/>
                </a:cxn>
                <a:cxn ang="T127">
                  <a:pos x="T50" y="T51"/>
                </a:cxn>
                <a:cxn ang="T128">
                  <a:pos x="T52" y="T53"/>
                </a:cxn>
                <a:cxn ang="T129">
                  <a:pos x="T54" y="T55"/>
                </a:cxn>
                <a:cxn ang="T130">
                  <a:pos x="T56" y="T57"/>
                </a:cxn>
                <a:cxn ang="T131">
                  <a:pos x="T58" y="T59"/>
                </a:cxn>
                <a:cxn ang="T132">
                  <a:pos x="T60" y="T61"/>
                </a:cxn>
                <a:cxn ang="T133">
                  <a:pos x="T62" y="T63"/>
                </a:cxn>
                <a:cxn ang="T134">
                  <a:pos x="T64" y="T65"/>
                </a:cxn>
                <a:cxn ang="T135">
                  <a:pos x="T66" y="T67"/>
                </a:cxn>
                <a:cxn ang="T136">
                  <a:pos x="T68" y="T69"/>
                </a:cxn>
                <a:cxn ang="T137">
                  <a:pos x="T70" y="T71"/>
                </a:cxn>
                <a:cxn ang="T138">
                  <a:pos x="T72" y="T73"/>
                </a:cxn>
                <a:cxn ang="T139">
                  <a:pos x="T74" y="T75"/>
                </a:cxn>
                <a:cxn ang="T140">
                  <a:pos x="T76" y="T77"/>
                </a:cxn>
                <a:cxn ang="T141">
                  <a:pos x="T78" y="T79"/>
                </a:cxn>
                <a:cxn ang="T142">
                  <a:pos x="T80" y="T81"/>
                </a:cxn>
                <a:cxn ang="T143">
                  <a:pos x="T82" y="T83"/>
                </a:cxn>
                <a:cxn ang="T144">
                  <a:pos x="T84" y="T85"/>
                </a:cxn>
                <a:cxn ang="T145">
                  <a:pos x="T86" y="T87"/>
                </a:cxn>
                <a:cxn ang="T146">
                  <a:pos x="T88" y="T89"/>
                </a:cxn>
                <a:cxn ang="T147">
                  <a:pos x="T90" y="T91"/>
                </a:cxn>
                <a:cxn ang="T148">
                  <a:pos x="T92" y="T93"/>
                </a:cxn>
                <a:cxn ang="T149">
                  <a:pos x="T94" y="T95"/>
                </a:cxn>
                <a:cxn ang="T150">
                  <a:pos x="T96" y="T97"/>
                </a:cxn>
                <a:cxn ang="T151">
                  <a:pos x="T98" y="T99"/>
                </a:cxn>
                <a:cxn ang="T152">
                  <a:pos x="T100" y="T101"/>
                </a:cxn>
              </a:cxnLst>
              <a:rect l="T153" t="T154" r="T155" b="T156"/>
              <a:pathLst>
                <a:path w="3960" h="4768">
                  <a:moveTo>
                    <a:pt x="353" y="3849"/>
                  </a:moveTo>
                  <a:lnTo>
                    <a:pt x="1661" y="4700"/>
                  </a:lnTo>
                  <a:lnTo>
                    <a:pt x="1697" y="4717"/>
                  </a:lnTo>
                  <a:lnTo>
                    <a:pt x="1736" y="4731"/>
                  </a:lnTo>
                  <a:lnTo>
                    <a:pt x="1776" y="4742"/>
                  </a:lnTo>
                  <a:lnTo>
                    <a:pt x="1818" y="4753"/>
                  </a:lnTo>
                  <a:lnTo>
                    <a:pt x="1860" y="4760"/>
                  </a:lnTo>
                  <a:lnTo>
                    <a:pt x="1902" y="4765"/>
                  </a:lnTo>
                  <a:lnTo>
                    <a:pt x="1946" y="4768"/>
                  </a:lnTo>
                  <a:lnTo>
                    <a:pt x="1988" y="4768"/>
                  </a:lnTo>
                  <a:lnTo>
                    <a:pt x="2031" y="4767"/>
                  </a:lnTo>
                  <a:lnTo>
                    <a:pt x="2073" y="4763"/>
                  </a:lnTo>
                  <a:lnTo>
                    <a:pt x="2114" y="4758"/>
                  </a:lnTo>
                  <a:lnTo>
                    <a:pt x="2154" y="4751"/>
                  </a:lnTo>
                  <a:lnTo>
                    <a:pt x="2193" y="4740"/>
                  </a:lnTo>
                  <a:lnTo>
                    <a:pt x="2230" y="4729"/>
                  </a:lnTo>
                  <a:lnTo>
                    <a:pt x="2264" y="4715"/>
                  </a:lnTo>
                  <a:lnTo>
                    <a:pt x="2297" y="4700"/>
                  </a:lnTo>
                  <a:lnTo>
                    <a:pt x="3639" y="3825"/>
                  </a:lnTo>
                  <a:lnTo>
                    <a:pt x="3673" y="3795"/>
                  </a:lnTo>
                  <a:lnTo>
                    <a:pt x="3707" y="3761"/>
                  </a:lnTo>
                  <a:lnTo>
                    <a:pt x="3738" y="3725"/>
                  </a:lnTo>
                  <a:lnTo>
                    <a:pt x="3768" y="3685"/>
                  </a:lnTo>
                  <a:lnTo>
                    <a:pt x="3796" y="3644"/>
                  </a:lnTo>
                  <a:lnTo>
                    <a:pt x="3821" y="3599"/>
                  </a:lnTo>
                  <a:lnTo>
                    <a:pt x="3846" y="3553"/>
                  </a:lnTo>
                  <a:lnTo>
                    <a:pt x="3868" y="3505"/>
                  </a:lnTo>
                  <a:lnTo>
                    <a:pt x="3888" y="3456"/>
                  </a:lnTo>
                  <a:lnTo>
                    <a:pt x="3907" y="3406"/>
                  </a:lnTo>
                  <a:lnTo>
                    <a:pt x="3922" y="3354"/>
                  </a:lnTo>
                  <a:lnTo>
                    <a:pt x="3935" y="3303"/>
                  </a:lnTo>
                  <a:lnTo>
                    <a:pt x="3946" y="3250"/>
                  </a:lnTo>
                  <a:lnTo>
                    <a:pt x="3953" y="3197"/>
                  </a:lnTo>
                  <a:lnTo>
                    <a:pt x="3957" y="3144"/>
                  </a:lnTo>
                  <a:lnTo>
                    <a:pt x="3960" y="3092"/>
                  </a:lnTo>
                  <a:lnTo>
                    <a:pt x="3959" y="1313"/>
                  </a:lnTo>
                  <a:lnTo>
                    <a:pt x="3955" y="1271"/>
                  </a:lnTo>
                  <a:lnTo>
                    <a:pt x="3949" y="1229"/>
                  </a:lnTo>
                  <a:lnTo>
                    <a:pt x="3941" y="1189"/>
                  </a:lnTo>
                  <a:lnTo>
                    <a:pt x="3930" y="1149"/>
                  </a:lnTo>
                  <a:lnTo>
                    <a:pt x="3918" y="1111"/>
                  </a:lnTo>
                  <a:lnTo>
                    <a:pt x="3902" y="1075"/>
                  </a:lnTo>
                  <a:lnTo>
                    <a:pt x="3886" y="1040"/>
                  </a:lnTo>
                  <a:lnTo>
                    <a:pt x="3867" y="1006"/>
                  </a:lnTo>
                  <a:lnTo>
                    <a:pt x="3846" y="973"/>
                  </a:lnTo>
                  <a:lnTo>
                    <a:pt x="3823" y="942"/>
                  </a:lnTo>
                  <a:lnTo>
                    <a:pt x="3798" y="913"/>
                  </a:lnTo>
                  <a:lnTo>
                    <a:pt x="3771" y="886"/>
                  </a:lnTo>
                  <a:lnTo>
                    <a:pt x="3743" y="860"/>
                  </a:lnTo>
                  <a:lnTo>
                    <a:pt x="3714" y="837"/>
                  </a:lnTo>
                  <a:lnTo>
                    <a:pt x="3682" y="816"/>
                  </a:lnTo>
                  <a:lnTo>
                    <a:pt x="3649" y="796"/>
                  </a:lnTo>
                  <a:lnTo>
                    <a:pt x="2386" y="83"/>
                  </a:lnTo>
                  <a:lnTo>
                    <a:pt x="2350" y="65"/>
                  </a:lnTo>
                  <a:lnTo>
                    <a:pt x="2310" y="50"/>
                  </a:lnTo>
                  <a:lnTo>
                    <a:pt x="2268" y="36"/>
                  </a:lnTo>
                  <a:lnTo>
                    <a:pt x="2223" y="24"/>
                  </a:lnTo>
                  <a:lnTo>
                    <a:pt x="2178" y="15"/>
                  </a:lnTo>
                  <a:lnTo>
                    <a:pt x="2131" y="8"/>
                  </a:lnTo>
                  <a:lnTo>
                    <a:pt x="2082" y="3"/>
                  </a:lnTo>
                  <a:lnTo>
                    <a:pt x="2032" y="0"/>
                  </a:lnTo>
                  <a:lnTo>
                    <a:pt x="1982" y="1"/>
                  </a:lnTo>
                  <a:lnTo>
                    <a:pt x="1933" y="3"/>
                  </a:lnTo>
                  <a:lnTo>
                    <a:pt x="1882" y="9"/>
                  </a:lnTo>
                  <a:lnTo>
                    <a:pt x="1833" y="17"/>
                  </a:lnTo>
                  <a:lnTo>
                    <a:pt x="1785" y="29"/>
                  </a:lnTo>
                  <a:lnTo>
                    <a:pt x="1737" y="43"/>
                  </a:lnTo>
                  <a:lnTo>
                    <a:pt x="1691" y="62"/>
                  </a:lnTo>
                  <a:lnTo>
                    <a:pt x="1647" y="83"/>
                  </a:lnTo>
                  <a:lnTo>
                    <a:pt x="311" y="782"/>
                  </a:lnTo>
                  <a:lnTo>
                    <a:pt x="276" y="803"/>
                  </a:lnTo>
                  <a:lnTo>
                    <a:pt x="243" y="826"/>
                  </a:lnTo>
                  <a:lnTo>
                    <a:pt x="213" y="852"/>
                  </a:lnTo>
                  <a:lnTo>
                    <a:pt x="184" y="879"/>
                  </a:lnTo>
                  <a:lnTo>
                    <a:pt x="155" y="908"/>
                  </a:lnTo>
                  <a:lnTo>
                    <a:pt x="131" y="939"/>
                  </a:lnTo>
                  <a:lnTo>
                    <a:pt x="107" y="971"/>
                  </a:lnTo>
                  <a:lnTo>
                    <a:pt x="86" y="1005"/>
                  </a:lnTo>
                  <a:lnTo>
                    <a:pt x="68" y="1040"/>
                  </a:lnTo>
                  <a:lnTo>
                    <a:pt x="50" y="1076"/>
                  </a:lnTo>
                  <a:lnTo>
                    <a:pt x="36" y="1115"/>
                  </a:lnTo>
                  <a:lnTo>
                    <a:pt x="23" y="1153"/>
                  </a:lnTo>
                  <a:lnTo>
                    <a:pt x="14" y="1195"/>
                  </a:lnTo>
                  <a:lnTo>
                    <a:pt x="7" y="1236"/>
                  </a:lnTo>
                  <a:lnTo>
                    <a:pt x="2" y="1279"/>
                  </a:lnTo>
                  <a:lnTo>
                    <a:pt x="0" y="1322"/>
                  </a:lnTo>
                  <a:lnTo>
                    <a:pt x="0" y="3093"/>
                  </a:lnTo>
                  <a:lnTo>
                    <a:pt x="2" y="3147"/>
                  </a:lnTo>
                  <a:lnTo>
                    <a:pt x="7" y="3202"/>
                  </a:lnTo>
                  <a:lnTo>
                    <a:pt x="15" y="3257"/>
                  </a:lnTo>
                  <a:lnTo>
                    <a:pt x="27" y="3312"/>
                  </a:lnTo>
                  <a:lnTo>
                    <a:pt x="42" y="3366"/>
                  </a:lnTo>
                  <a:lnTo>
                    <a:pt x="59" y="3420"/>
                  </a:lnTo>
                  <a:lnTo>
                    <a:pt x="79" y="3474"/>
                  </a:lnTo>
                  <a:lnTo>
                    <a:pt x="102" y="3525"/>
                  </a:lnTo>
                  <a:lnTo>
                    <a:pt x="127" y="3576"/>
                  </a:lnTo>
                  <a:lnTo>
                    <a:pt x="154" y="3624"/>
                  </a:lnTo>
                  <a:lnTo>
                    <a:pt x="184" y="3670"/>
                  </a:lnTo>
                  <a:lnTo>
                    <a:pt x="214" y="3712"/>
                  </a:lnTo>
                  <a:lnTo>
                    <a:pt x="247" y="3752"/>
                  </a:lnTo>
                  <a:lnTo>
                    <a:pt x="281" y="3788"/>
                  </a:lnTo>
                  <a:lnTo>
                    <a:pt x="317" y="3821"/>
                  </a:lnTo>
                  <a:lnTo>
                    <a:pt x="353" y="384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1091" name="Freeform 33"/>
            <p:cNvSpPr>
              <a:spLocks/>
            </p:cNvSpPr>
            <p:nvPr/>
          </p:nvSpPr>
          <p:spPr bwMode="auto">
            <a:xfrm>
              <a:off x="943" y="2210"/>
              <a:ext cx="276" cy="187"/>
            </a:xfrm>
            <a:custGeom>
              <a:avLst/>
              <a:gdLst>
                <a:gd name="T0" fmla="*/ 11 w 1380"/>
                <a:gd name="T1" fmla="*/ 7 h 937"/>
                <a:gd name="T2" fmla="*/ 11 w 1380"/>
                <a:gd name="T3" fmla="*/ 7 h 937"/>
                <a:gd name="T4" fmla="*/ 0 w 1380"/>
                <a:gd name="T5" fmla="*/ 0 h 937"/>
                <a:gd name="T6" fmla="*/ 0 w 1380"/>
                <a:gd name="T7" fmla="*/ 1 h 937"/>
                <a:gd name="T8" fmla="*/ 10 w 1380"/>
                <a:gd name="T9" fmla="*/ 7 h 937"/>
                <a:gd name="T10" fmla="*/ 10 w 1380"/>
                <a:gd name="T11" fmla="*/ 7 h 937"/>
                <a:gd name="T12" fmla="*/ 10 w 1380"/>
                <a:gd name="T13" fmla="*/ 7 h 937"/>
                <a:gd name="T14" fmla="*/ 11 w 1380"/>
                <a:gd name="T15" fmla="*/ 7 h 937"/>
                <a:gd name="T16" fmla="*/ 11 w 1380"/>
                <a:gd name="T17" fmla="*/ 7 h 937"/>
                <a:gd name="T18" fmla="*/ 11 w 1380"/>
                <a:gd name="T19" fmla="*/ 7 h 937"/>
                <a:gd name="T20" fmla="*/ 11 w 1380"/>
                <a:gd name="T21" fmla="*/ 7 h 937"/>
                <a:gd name="T22" fmla="*/ 11 w 1380"/>
                <a:gd name="T23" fmla="*/ 7 h 937"/>
                <a:gd name="T24" fmla="*/ 11 w 1380"/>
                <a:gd name="T25" fmla="*/ 7 h 937"/>
                <a:gd name="T26" fmla="*/ 11 w 1380"/>
                <a:gd name="T27" fmla="*/ 7 h 937"/>
                <a:gd name="T28" fmla="*/ 11 w 1380"/>
                <a:gd name="T29" fmla="*/ 7 h 937"/>
                <a:gd name="T30" fmla="*/ 11 w 1380"/>
                <a:gd name="T31" fmla="*/ 7 h 93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80"/>
                <a:gd name="T49" fmla="*/ 0 h 937"/>
                <a:gd name="T50" fmla="*/ 1380 w 1380"/>
                <a:gd name="T51" fmla="*/ 937 h 93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80" h="937">
                  <a:moveTo>
                    <a:pt x="1354" y="848"/>
                  </a:moveTo>
                  <a:lnTo>
                    <a:pt x="1359" y="851"/>
                  </a:lnTo>
                  <a:lnTo>
                    <a:pt x="51" y="0"/>
                  </a:lnTo>
                  <a:lnTo>
                    <a:pt x="0" y="78"/>
                  </a:lnTo>
                  <a:lnTo>
                    <a:pt x="1307" y="929"/>
                  </a:lnTo>
                  <a:lnTo>
                    <a:pt x="1312" y="932"/>
                  </a:lnTo>
                  <a:lnTo>
                    <a:pt x="1307" y="929"/>
                  </a:lnTo>
                  <a:lnTo>
                    <a:pt x="1326" y="937"/>
                  </a:lnTo>
                  <a:lnTo>
                    <a:pt x="1345" y="936"/>
                  </a:lnTo>
                  <a:lnTo>
                    <a:pt x="1360" y="929"/>
                  </a:lnTo>
                  <a:lnTo>
                    <a:pt x="1372" y="916"/>
                  </a:lnTo>
                  <a:lnTo>
                    <a:pt x="1379" y="899"/>
                  </a:lnTo>
                  <a:lnTo>
                    <a:pt x="1380" y="883"/>
                  </a:lnTo>
                  <a:lnTo>
                    <a:pt x="1374" y="865"/>
                  </a:lnTo>
                  <a:lnTo>
                    <a:pt x="1359" y="851"/>
                  </a:lnTo>
                  <a:lnTo>
                    <a:pt x="1354" y="84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1092" name="Freeform 34"/>
            <p:cNvSpPr>
              <a:spLocks/>
            </p:cNvSpPr>
            <p:nvPr/>
          </p:nvSpPr>
          <p:spPr bwMode="auto">
            <a:xfrm>
              <a:off x="1206" y="2379"/>
              <a:ext cx="140" cy="32"/>
            </a:xfrm>
            <a:custGeom>
              <a:avLst/>
              <a:gdLst>
                <a:gd name="T0" fmla="*/ 5 w 703"/>
                <a:gd name="T1" fmla="*/ 0 h 162"/>
                <a:gd name="T2" fmla="*/ 5 w 703"/>
                <a:gd name="T3" fmla="*/ 0 h 162"/>
                <a:gd name="T4" fmla="*/ 5 w 703"/>
                <a:gd name="T5" fmla="*/ 0 h 162"/>
                <a:gd name="T6" fmla="*/ 5 w 703"/>
                <a:gd name="T7" fmla="*/ 0 h 162"/>
                <a:gd name="T8" fmla="*/ 4 w 703"/>
                <a:gd name="T9" fmla="*/ 0 h 162"/>
                <a:gd name="T10" fmla="*/ 4 w 703"/>
                <a:gd name="T11" fmla="*/ 0 h 162"/>
                <a:gd name="T12" fmla="*/ 4 w 703"/>
                <a:gd name="T13" fmla="*/ 0 h 162"/>
                <a:gd name="T14" fmla="*/ 3 w 703"/>
                <a:gd name="T15" fmla="*/ 1 h 162"/>
                <a:gd name="T16" fmla="*/ 3 w 703"/>
                <a:gd name="T17" fmla="*/ 1 h 162"/>
                <a:gd name="T18" fmla="*/ 3 w 703"/>
                <a:gd name="T19" fmla="*/ 1 h 162"/>
                <a:gd name="T20" fmla="*/ 2 w 703"/>
                <a:gd name="T21" fmla="*/ 1 h 162"/>
                <a:gd name="T22" fmla="*/ 2 w 703"/>
                <a:gd name="T23" fmla="*/ 1 h 162"/>
                <a:gd name="T24" fmla="*/ 2 w 703"/>
                <a:gd name="T25" fmla="*/ 0 h 162"/>
                <a:gd name="T26" fmla="*/ 1 w 703"/>
                <a:gd name="T27" fmla="*/ 0 h 162"/>
                <a:gd name="T28" fmla="*/ 1 w 703"/>
                <a:gd name="T29" fmla="*/ 0 h 162"/>
                <a:gd name="T30" fmla="*/ 1 w 703"/>
                <a:gd name="T31" fmla="*/ 0 h 162"/>
                <a:gd name="T32" fmla="*/ 1 w 703"/>
                <a:gd name="T33" fmla="*/ 0 h 162"/>
                <a:gd name="T34" fmla="*/ 0 w 703"/>
                <a:gd name="T35" fmla="*/ 0 h 162"/>
                <a:gd name="T36" fmla="*/ 0 w 703"/>
                <a:gd name="T37" fmla="*/ 1 h 162"/>
                <a:gd name="T38" fmla="*/ 0 w 703"/>
                <a:gd name="T39" fmla="*/ 1 h 162"/>
                <a:gd name="T40" fmla="*/ 1 w 703"/>
                <a:gd name="T41" fmla="*/ 1 h 162"/>
                <a:gd name="T42" fmla="*/ 1 w 703"/>
                <a:gd name="T43" fmla="*/ 1 h 162"/>
                <a:gd name="T44" fmla="*/ 1 w 703"/>
                <a:gd name="T45" fmla="*/ 1 h 162"/>
                <a:gd name="T46" fmla="*/ 2 w 703"/>
                <a:gd name="T47" fmla="*/ 1 h 162"/>
                <a:gd name="T48" fmla="*/ 2 w 703"/>
                <a:gd name="T49" fmla="*/ 1 h 162"/>
                <a:gd name="T50" fmla="*/ 2 w 703"/>
                <a:gd name="T51" fmla="*/ 1 h 162"/>
                <a:gd name="T52" fmla="*/ 3 w 703"/>
                <a:gd name="T53" fmla="*/ 1 h 162"/>
                <a:gd name="T54" fmla="*/ 3 w 703"/>
                <a:gd name="T55" fmla="*/ 1 h 162"/>
                <a:gd name="T56" fmla="*/ 3 w 703"/>
                <a:gd name="T57" fmla="*/ 1 h 162"/>
                <a:gd name="T58" fmla="*/ 4 w 703"/>
                <a:gd name="T59" fmla="*/ 1 h 162"/>
                <a:gd name="T60" fmla="*/ 4 w 703"/>
                <a:gd name="T61" fmla="*/ 1 h 162"/>
                <a:gd name="T62" fmla="*/ 5 w 703"/>
                <a:gd name="T63" fmla="*/ 1 h 162"/>
                <a:gd name="T64" fmla="*/ 5 w 703"/>
                <a:gd name="T65" fmla="*/ 1 h 162"/>
                <a:gd name="T66" fmla="*/ 5 w 703"/>
                <a:gd name="T67" fmla="*/ 1 h 162"/>
                <a:gd name="T68" fmla="*/ 5 w 703"/>
                <a:gd name="T69" fmla="*/ 1 h 162"/>
                <a:gd name="T70" fmla="*/ 5 w 703"/>
                <a:gd name="T71" fmla="*/ 1 h 162"/>
                <a:gd name="T72" fmla="*/ 5 w 703"/>
                <a:gd name="T73" fmla="*/ 1 h 162"/>
                <a:gd name="T74" fmla="*/ 5 w 703"/>
                <a:gd name="T75" fmla="*/ 1 h 162"/>
                <a:gd name="T76" fmla="*/ 6 w 703"/>
                <a:gd name="T77" fmla="*/ 0 h 162"/>
                <a:gd name="T78" fmla="*/ 6 w 703"/>
                <a:gd name="T79" fmla="*/ 0 h 162"/>
                <a:gd name="T80" fmla="*/ 6 w 703"/>
                <a:gd name="T81" fmla="*/ 0 h 162"/>
                <a:gd name="T82" fmla="*/ 5 w 703"/>
                <a:gd name="T83" fmla="*/ 0 h 162"/>
                <a:gd name="T84" fmla="*/ 5 w 703"/>
                <a:gd name="T85" fmla="*/ 0 h 162"/>
                <a:gd name="T86" fmla="*/ 5 w 703"/>
                <a:gd name="T87" fmla="*/ 0 h 162"/>
                <a:gd name="T88" fmla="*/ 5 w 703"/>
                <a:gd name="T89" fmla="*/ 0 h 162"/>
                <a:gd name="T90" fmla="*/ 5 w 703"/>
                <a:gd name="T91" fmla="*/ 0 h 162"/>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703"/>
                <a:gd name="T139" fmla="*/ 0 h 162"/>
                <a:gd name="T140" fmla="*/ 703 w 703"/>
                <a:gd name="T141" fmla="*/ 162 h 162"/>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703" h="162">
                  <a:moveTo>
                    <a:pt x="631" y="8"/>
                  </a:moveTo>
                  <a:lnTo>
                    <a:pt x="636" y="6"/>
                  </a:lnTo>
                  <a:lnTo>
                    <a:pt x="606" y="20"/>
                  </a:lnTo>
                  <a:lnTo>
                    <a:pt x="575" y="32"/>
                  </a:lnTo>
                  <a:lnTo>
                    <a:pt x="540" y="42"/>
                  </a:lnTo>
                  <a:lnTo>
                    <a:pt x="504" y="52"/>
                  </a:lnTo>
                  <a:lnTo>
                    <a:pt x="467" y="59"/>
                  </a:lnTo>
                  <a:lnTo>
                    <a:pt x="428" y="64"/>
                  </a:lnTo>
                  <a:lnTo>
                    <a:pt x="389" y="67"/>
                  </a:lnTo>
                  <a:lnTo>
                    <a:pt x="348" y="68"/>
                  </a:lnTo>
                  <a:lnTo>
                    <a:pt x="308" y="68"/>
                  </a:lnTo>
                  <a:lnTo>
                    <a:pt x="267" y="65"/>
                  </a:lnTo>
                  <a:lnTo>
                    <a:pt x="226" y="61"/>
                  </a:lnTo>
                  <a:lnTo>
                    <a:pt x="187" y="54"/>
                  </a:lnTo>
                  <a:lnTo>
                    <a:pt x="148" y="44"/>
                  </a:lnTo>
                  <a:lnTo>
                    <a:pt x="110" y="33"/>
                  </a:lnTo>
                  <a:lnTo>
                    <a:pt x="75" y="20"/>
                  </a:lnTo>
                  <a:lnTo>
                    <a:pt x="42" y="5"/>
                  </a:lnTo>
                  <a:lnTo>
                    <a:pt x="0" y="89"/>
                  </a:lnTo>
                  <a:lnTo>
                    <a:pt x="40" y="107"/>
                  </a:lnTo>
                  <a:lnTo>
                    <a:pt x="82" y="122"/>
                  </a:lnTo>
                  <a:lnTo>
                    <a:pt x="124" y="135"/>
                  </a:lnTo>
                  <a:lnTo>
                    <a:pt x="169" y="146"/>
                  </a:lnTo>
                  <a:lnTo>
                    <a:pt x="214" y="153"/>
                  </a:lnTo>
                  <a:lnTo>
                    <a:pt x="258" y="158"/>
                  </a:lnTo>
                  <a:lnTo>
                    <a:pt x="303" y="162"/>
                  </a:lnTo>
                  <a:lnTo>
                    <a:pt x="348" y="162"/>
                  </a:lnTo>
                  <a:lnTo>
                    <a:pt x="394" y="161"/>
                  </a:lnTo>
                  <a:lnTo>
                    <a:pt x="439" y="157"/>
                  </a:lnTo>
                  <a:lnTo>
                    <a:pt x="481" y="150"/>
                  </a:lnTo>
                  <a:lnTo>
                    <a:pt x="525" y="143"/>
                  </a:lnTo>
                  <a:lnTo>
                    <a:pt x="566" y="132"/>
                  </a:lnTo>
                  <a:lnTo>
                    <a:pt x="606" y="121"/>
                  </a:lnTo>
                  <a:lnTo>
                    <a:pt x="643" y="105"/>
                  </a:lnTo>
                  <a:lnTo>
                    <a:pt x="678" y="88"/>
                  </a:lnTo>
                  <a:lnTo>
                    <a:pt x="683" y="86"/>
                  </a:lnTo>
                  <a:lnTo>
                    <a:pt x="678" y="88"/>
                  </a:lnTo>
                  <a:lnTo>
                    <a:pt x="695" y="75"/>
                  </a:lnTo>
                  <a:lnTo>
                    <a:pt x="702" y="60"/>
                  </a:lnTo>
                  <a:lnTo>
                    <a:pt x="703" y="42"/>
                  </a:lnTo>
                  <a:lnTo>
                    <a:pt x="698" y="26"/>
                  </a:lnTo>
                  <a:lnTo>
                    <a:pt x="688" y="12"/>
                  </a:lnTo>
                  <a:lnTo>
                    <a:pt x="674" y="3"/>
                  </a:lnTo>
                  <a:lnTo>
                    <a:pt x="656" y="0"/>
                  </a:lnTo>
                  <a:lnTo>
                    <a:pt x="636" y="6"/>
                  </a:lnTo>
                  <a:lnTo>
                    <a:pt x="631"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1093" name="Freeform 35"/>
            <p:cNvSpPr>
              <a:spLocks/>
            </p:cNvSpPr>
            <p:nvPr/>
          </p:nvSpPr>
          <p:spPr bwMode="auto">
            <a:xfrm>
              <a:off x="1332" y="2204"/>
              <a:ext cx="283" cy="192"/>
            </a:xfrm>
            <a:custGeom>
              <a:avLst/>
              <a:gdLst>
                <a:gd name="T0" fmla="*/ 11 w 1415"/>
                <a:gd name="T1" fmla="*/ 0 h 960"/>
                <a:gd name="T2" fmla="*/ 11 w 1415"/>
                <a:gd name="T3" fmla="*/ 0 h 960"/>
                <a:gd name="T4" fmla="*/ 0 w 1415"/>
                <a:gd name="T5" fmla="*/ 7 h 960"/>
                <a:gd name="T6" fmla="*/ 0 w 1415"/>
                <a:gd name="T7" fmla="*/ 8 h 960"/>
                <a:gd name="T8" fmla="*/ 11 w 1415"/>
                <a:gd name="T9" fmla="*/ 1 h 960"/>
                <a:gd name="T10" fmla="*/ 11 w 1415"/>
                <a:gd name="T11" fmla="*/ 1 h 960"/>
                <a:gd name="T12" fmla="*/ 11 w 1415"/>
                <a:gd name="T13" fmla="*/ 1 h 960"/>
                <a:gd name="T14" fmla="*/ 11 w 1415"/>
                <a:gd name="T15" fmla="*/ 1 h 960"/>
                <a:gd name="T16" fmla="*/ 11 w 1415"/>
                <a:gd name="T17" fmla="*/ 0 h 960"/>
                <a:gd name="T18" fmla="*/ 11 w 1415"/>
                <a:gd name="T19" fmla="*/ 0 h 960"/>
                <a:gd name="T20" fmla="*/ 11 w 1415"/>
                <a:gd name="T21" fmla="*/ 0 h 960"/>
                <a:gd name="T22" fmla="*/ 11 w 1415"/>
                <a:gd name="T23" fmla="*/ 0 h 960"/>
                <a:gd name="T24" fmla="*/ 11 w 1415"/>
                <a:gd name="T25" fmla="*/ 0 h 960"/>
                <a:gd name="T26" fmla="*/ 11 w 1415"/>
                <a:gd name="T27" fmla="*/ 0 h 960"/>
                <a:gd name="T28" fmla="*/ 11 w 1415"/>
                <a:gd name="T29" fmla="*/ 0 h 960"/>
                <a:gd name="T30" fmla="*/ 11 w 1415"/>
                <a:gd name="T31" fmla="*/ 0 h 96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15"/>
                <a:gd name="T49" fmla="*/ 0 h 960"/>
                <a:gd name="T50" fmla="*/ 1415 w 1415"/>
                <a:gd name="T51" fmla="*/ 960 h 96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15" h="960">
                  <a:moveTo>
                    <a:pt x="1338" y="10"/>
                  </a:moveTo>
                  <a:lnTo>
                    <a:pt x="1342" y="8"/>
                  </a:lnTo>
                  <a:lnTo>
                    <a:pt x="0" y="882"/>
                  </a:lnTo>
                  <a:lnTo>
                    <a:pt x="52" y="960"/>
                  </a:lnTo>
                  <a:lnTo>
                    <a:pt x="1393" y="85"/>
                  </a:lnTo>
                  <a:lnTo>
                    <a:pt x="1397" y="83"/>
                  </a:lnTo>
                  <a:lnTo>
                    <a:pt x="1393" y="85"/>
                  </a:lnTo>
                  <a:lnTo>
                    <a:pt x="1409" y="71"/>
                  </a:lnTo>
                  <a:lnTo>
                    <a:pt x="1415" y="53"/>
                  </a:lnTo>
                  <a:lnTo>
                    <a:pt x="1413" y="37"/>
                  </a:lnTo>
                  <a:lnTo>
                    <a:pt x="1406" y="21"/>
                  </a:lnTo>
                  <a:lnTo>
                    <a:pt x="1395" y="8"/>
                  </a:lnTo>
                  <a:lnTo>
                    <a:pt x="1379" y="1"/>
                  </a:lnTo>
                  <a:lnTo>
                    <a:pt x="1361" y="0"/>
                  </a:lnTo>
                  <a:lnTo>
                    <a:pt x="1342" y="8"/>
                  </a:lnTo>
                  <a:lnTo>
                    <a:pt x="1338" y="1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1094" name="Freeform 36"/>
            <p:cNvSpPr>
              <a:spLocks/>
            </p:cNvSpPr>
            <p:nvPr/>
          </p:nvSpPr>
          <p:spPr bwMode="auto">
            <a:xfrm>
              <a:off x="1599" y="2057"/>
              <a:ext cx="80" cy="163"/>
            </a:xfrm>
            <a:custGeom>
              <a:avLst/>
              <a:gdLst>
                <a:gd name="T0" fmla="*/ 2 w 398"/>
                <a:gd name="T1" fmla="*/ 0 h 817"/>
                <a:gd name="T2" fmla="*/ 2 w 398"/>
                <a:gd name="T3" fmla="*/ 0 h 817"/>
                <a:gd name="T4" fmla="*/ 2 w 398"/>
                <a:gd name="T5" fmla="*/ 1 h 817"/>
                <a:gd name="T6" fmla="*/ 2 w 398"/>
                <a:gd name="T7" fmla="*/ 1 h 817"/>
                <a:gd name="T8" fmla="*/ 2 w 398"/>
                <a:gd name="T9" fmla="*/ 2 h 817"/>
                <a:gd name="T10" fmla="*/ 2 w 398"/>
                <a:gd name="T11" fmla="*/ 2 h 817"/>
                <a:gd name="T12" fmla="*/ 2 w 398"/>
                <a:gd name="T13" fmla="*/ 2 h 817"/>
                <a:gd name="T14" fmla="*/ 2 w 398"/>
                <a:gd name="T15" fmla="*/ 3 h 817"/>
                <a:gd name="T16" fmla="*/ 2 w 398"/>
                <a:gd name="T17" fmla="*/ 3 h 817"/>
                <a:gd name="T18" fmla="*/ 2 w 398"/>
                <a:gd name="T19" fmla="*/ 4 h 817"/>
                <a:gd name="T20" fmla="*/ 2 w 398"/>
                <a:gd name="T21" fmla="*/ 4 h 817"/>
                <a:gd name="T22" fmla="*/ 1 w 398"/>
                <a:gd name="T23" fmla="*/ 4 h 817"/>
                <a:gd name="T24" fmla="*/ 1 w 398"/>
                <a:gd name="T25" fmla="*/ 5 h 817"/>
                <a:gd name="T26" fmla="*/ 1 w 398"/>
                <a:gd name="T27" fmla="*/ 5 h 817"/>
                <a:gd name="T28" fmla="*/ 1 w 398"/>
                <a:gd name="T29" fmla="*/ 5 h 817"/>
                <a:gd name="T30" fmla="*/ 1 w 398"/>
                <a:gd name="T31" fmla="*/ 5 h 817"/>
                <a:gd name="T32" fmla="*/ 0 w 398"/>
                <a:gd name="T33" fmla="*/ 6 h 817"/>
                <a:gd name="T34" fmla="*/ 0 w 398"/>
                <a:gd name="T35" fmla="*/ 6 h 817"/>
                <a:gd name="T36" fmla="*/ 0 w 398"/>
                <a:gd name="T37" fmla="*/ 7 h 817"/>
                <a:gd name="T38" fmla="*/ 1 w 398"/>
                <a:gd name="T39" fmla="*/ 6 h 817"/>
                <a:gd name="T40" fmla="*/ 1 w 398"/>
                <a:gd name="T41" fmla="*/ 6 h 817"/>
                <a:gd name="T42" fmla="*/ 1 w 398"/>
                <a:gd name="T43" fmla="*/ 6 h 817"/>
                <a:gd name="T44" fmla="*/ 2 w 398"/>
                <a:gd name="T45" fmla="*/ 5 h 817"/>
                <a:gd name="T46" fmla="*/ 2 w 398"/>
                <a:gd name="T47" fmla="*/ 5 h 817"/>
                <a:gd name="T48" fmla="*/ 2 w 398"/>
                <a:gd name="T49" fmla="*/ 5 h 817"/>
                <a:gd name="T50" fmla="*/ 2 w 398"/>
                <a:gd name="T51" fmla="*/ 4 h 817"/>
                <a:gd name="T52" fmla="*/ 2 w 398"/>
                <a:gd name="T53" fmla="*/ 4 h 817"/>
                <a:gd name="T54" fmla="*/ 3 w 398"/>
                <a:gd name="T55" fmla="*/ 3 h 817"/>
                <a:gd name="T56" fmla="*/ 3 w 398"/>
                <a:gd name="T57" fmla="*/ 3 h 817"/>
                <a:gd name="T58" fmla="*/ 3 w 398"/>
                <a:gd name="T59" fmla="*/ 3 h 817"/>
                <a:gd name="T60" fmla="*/ 3 w 398"/>
                <a:gd name="T61" fmla="*/ 2 h 817"/>
                <a:gd name="T62" fmla="*/ 3 w 398"/>
                <a:gd name="T63" fmla="*/ 2 h 817"/>
                <a:gd name="T64" fmla="*/ 3 w 398"/>
                <a:gd name="T65" fmla="*/ 1 h 817"/>
                <a:gd name="T66" fmla="*/ 3 w 398"/>
                <a:gd name="T67" fmla="*/ 1 h 817"/>
                <a:gd name="T68" fmla="*/ 3 w 398"/>
                <a:gd name="T69" fmla="*/ 0 h 817"/>
                <a:gd name="T70" fmla="*/ 3 w 398"/>
                <a:gd name="T71" fmla="*/ 0 h 817"/>
                <a:gd name="T72" fmla="*/ 3 w 398"/>
                <a:gd name="T73" fmla="*/ 0 h 817"/>
                <a:gd name="T74" fmla="*/ 3 w 398"/>
                <a:gd name="T75" fmla="*/ 0 h 817"/>
                <a:gd name="T76" fmla="*/ 3 w 398"/>
                <a:gd name="T77" fmla="*/ 0 h 817"/>
                <a:gd name="T78" fmla="*/ 3 w 398"/>
                <a:gd name="T79" fmla="*/ 0 h 817"/>
                <a:gd name="T80" fmla="*/ 3 w 398"/>
                <a:gd name="T81" fmla="*/ 0 h 817"/>
                <a:gd name="T82" fmla="*/ 3 w 398"/>
                <a:gd name="T83" fmla="*/ 0 h 817"/>
                <a:gd name="T84" fmla="*/ 3 w 398"/>
                <a:gd name="T85" fmla="*/ 0 h 817"/>
                <a:gd name="T86" fmla="*/ 2 w 398"/>
                <a:gd name="T87" fmla="*/ 0 h 817"/>
                <a:gd name="T88" fmla="*/ 2 w 398"/>
                <a:gd name="T89" fmla="*/ 0 h 817"/>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398"/>
                <a:gd name="T136" fmla="*/ 0 h 817"/>
                <a:gd name="T137" fmla="*/ 398 w 398"/>
                <a:gd name="T138" fmla="*/ 817 h 817"/>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398" h="817">
                  <a:moveTo>
                    <a:pt x="304" y="47"/>
                  </a:moveTo>
                  <a:lnTo>
                    <a:pt x="304" y="47"/>
                  </a:lnTo>
                  <a:lnTo>
                    <a:pt x="301" y="97"/>
                  </a:lnTo>
                  <a:lnTo>
                    <a:pt x="297" y="147"/>
                  </a:lnTo>
                  <a:lnTo>
                    <a:pt x="291" y="198"/>
                  </a:lnTo>
                  <a:lnTo>
                    <a:pt x="280" y="247"/>
                  </a:lnTo>
                  <a:lnTo>
                    <a:pt x="268" y="297"/>
                  </a:lnTo>
                  <a:lnTo>
                    <a:pt x="253" y="347"/>
                  </a:lnTo>
                  <a:lnTo>
                    <a:pt x="236" y="395"/>
                  </a:lnTo>
                  <a:lnTo>
                    <a:pt x="217" y="442"/>
                  </a:lnTo>
                  <a:lnTo>
                    <a:pt x="195" y="487"/>
                  </a:lnTo>
                  <a:lnTo>
                    <a:pt x="171" y="532"/>
                  </a:lnTo>
                  <a:lnTo>
                    <a:pt x="147" y="574"/>
                  </a:lnTo>
                  <a:lnTo>
                    <a:pt x="121" y="613"/>
                  </a:lnTo>
                  <a:lnTo>
                    <a:pt x="93" y="650"/>
                  </a:lnTo>
                  <a:lnTo>
                    <a:pt x="64" y="684"/>
                  </a:lnTo>
                  <a:lnTo>
                    <a:pt x="32" y="716"/>
                  </a:lnTo>
                  <a:lnTo>
                    <a:pt x="0" y="744"/>
                  </a:lnTo>
                  <a:lnTo>
                    <a:pt x="59" y="817"/>
                  </a:lnTo>
                  <a:lnTo>
                    <a:pt x="95" y="784"/>
                  </a:lnTo>
                  <a:lnTo>
                    <a:pt x="132" y="748"/>
                  </a:lnTo>
                  <a:lnTo>
                    <a:pt x="166" y="709"/>
                  </a:lnTo>
                  <a:lnTo>
                    <a:pt x="196" y="667"/>
                  </a:lnTo>
                  <a:lnTo>
                    <a:pt x="227" y="623"/>
                  </a:lnTo>
                  <a:lnTo>
                    <a:pt x="253" y="576"/>
                  </a:lnTo>
                  <a:lnTo>
                    <a:pt x="279" y="530"/>
                  </a:lnTo>
                  <a:lnTo>
                    <a:pt x="301" y="479"/>
                  </a:lnTo>
                  <a:lnTo>
                    <a:pt x="323" y="428"/>
                  </a:lnTo>
                  <a:lnTo>
                    <a:pt x="342" y="375"/>
                  </a:lnTo>
                  <a:lnTo>
                    <a:pt x="359" y="321"/>
                  </a:lnTo>
                  <a:lnTo>
                    <a:pt x="372" y="268"/>
                  </a:lnTo>
                  <a:lnTo>
                    <a:pt x="382" y="212"/>
                  </a:lnTo>
                  <a:lnTo>
                    <a:pt x="391" y="157"/>
                  </a:lnTo>
                  <a:lnTo>
                    <a:pt x="395" y="102"/>
                  </a:lnTo>
                  <a:lnTo>
                    <a:pt x="398" y="47"/>
                  </a:lnTo>
                  <a:lnTo>
                    <a:pt x="394" y="27"/>
                  </a:lnTo>
                  <a:lnTo>
                    <a:pt x="383" y="11"/>
                  </a:lnTo>
                  <a:lnTo>
                    <a:pt x="368" y="3"/>
                  </a:lnTo>
                  <a:lnTo>
                    <a:pt x="351" y="0"/>
                  </a:lnTo>
                  <a:lnTo>
                    <a:pt x="333" y="3"/>
                  </a:lnTo>
                  <a:lnTo>
                    <a:pt x="319" y="11"/>
                  </a:lnTo>
                  <a:lnTo>
                    <a:pt x="307" y="27"/>
                  </a:lnTo>
                  <a:lnTo>
                    <a:pt x="304" y="4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1095" name="Freeform 37"/>
            <p:cNvSpPr>
              <a:spLocks/>
            </p:cNvSpPr>
            <p:nvPr/>
          </p:nvSpPr>
          <p:spPr bwMode="auto">
            <a:xfrm>
              <a:off x="1660" y="1701"/>
              <a:ext cx="19" cy="365"/>
            </a:xfrm>
            <a:custGeom>
              <a:avLst/>
              <a:gdLst>
                <a:gd name="T0" fmla="*/ 0 w 95"/>
                <a:gd name="T1" fmla="*/ 0 h 1826"/>
                <a:gd name="T2" fmla="*/ 0 w 95"/>
                <a:gd name="T3" fmla="*/ 0 h 1826"/>
                <a:gd name="T4" fmla="*/ 0 w 95"/>
                <a:gd name="T5" fmla="*/ 15 h 1826"/>
                <a:gd name="T6" fmla="*/ 1 w 95"/>
                <a:gd name="T7" fmla="*/ 15 h 1826"/>
                <a:gd name="T8" fmla="*/ 1 w 95"/>
                <a:gd name="T9" fmla="*/ 0 h 1826"/>
                <a:gd name="T10" fmla="*/ 1 w 95"/>
                <a:gd name="T11" fmla="*/ 0 h 1826"/>
                <a:gd name="T12" fmla="*/ 1 w 95"/>
                <a:gd name="T13" fmla="*/ 0 h 1826"/>
                <a:gd name="T14" fmla="*/ 1 w 95"/>
                <a:gd name="T15" fmla="*/ 0 h 1826"/>
                <a:gd name="T16" fmla="*/ 1 w 95"/>
                <a:gd name="T17" fmla="*/ 0 h 1826"/>
                <a:gd name="T18" fmla="*/ 1 w 95"/>
                <a:gd name="T19" fmla="*/ 0 h 1826"/>
                <a:gd name="T20" fmla="*/ 0 w 95"/>
                <a:gd name="T21" fmla="*/ 0 h 1826"/>
                <a:gd name="T22" fmla="*/ 0 w 95"/>
                <a:gd name="T23" fmla="*/ 0 h 1826"/>
                <a:gd name="T24" fmla="*/ 0 w 95"/>
                <a:gd name="T25" fmla="*/ 0 h 1826"/>
                <a:gd name="T26" fmla="*/ 0 w 95"/>
                <a:gd name="T27" fmla="*/ 0 h 1826"/>
                <a:gd name="T28" fmla="*/ 0 w 95"/>
                <a:gd name="T29" fmla="*/ 0 h 1826"/>
                <a:gd name="T30" fmla="*/ 0 w 95"/>
                <a:gd name="T31" fmla="*/ 0 h 182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95"/>
                <a:gd name="T49" fmla="*/ 0 h 1826"/>
                <a:gd name="T50" fmla="*/ 95 w 95"/>
                <a:gd name="T51" fmla="*/ 1826 h 182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95" h="1826">
                  <a:moveTo>
                    <a:pt x="0" y="49"/>
                  </a:moveTo>
                  <a:lnTo>
                    <a:pt x="0" y="47"/>
                  </a:lnTo>
                  <a:lnTo>
                    <a:pt x="1" y="1826"/>
                  </a:lnTo>
                  <a:lnTo>
                    <a:pt x="95" y="1826"/>
                  </a:lnTo>
                  <a:lnTo>
                    <a:pt x="93" y="47"/>
                  </a:lnTo>
                  <a:lnTo>
                    <a:pt x="93" y="45"/>
                  </a:lnTo>
                  <a:lnTo>
                    <a:pt x="93" y="47"/>
                  </a:lnTo>
                  <a:lnTo>
                    <a:pt x="90" y="27"/>
                  </a:lnTo>
                  <a:lnTo>
                    <a:pt x="79" y="12"/>
                  </a:lnTo>
                  <a:lnTo>
                    <a:pt x="64" y="4"/>
                  </a:lnTo>
                  <a:lnTo>
                    <a:pt x="47" y="0"/>
                  </a:lnTo>
                  <a:lnTo>
                    <a:pt x="29" y="4"/>
                  </a:lnTo>
                  <a:lnTo>
                    <a:pt x="15" y="12"/>
                  </a:lnTo>
                  <a:lnTo>
                    <a:pt x="3" y="27"/>
                  </a:lnTo>
                  <a:lnTo>
                    <a:pt x="0" y="47"/>
                  </a:lnTo>
                  <a:lnTo>
                    <a:pt x="0" y="4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1096" name="Freeform 38"/>
            <p:cNvSpPr>
              <a:spLocks/>
            </p:cNvSpPr>
            <p:nvPr/>
          </p:nvSpPr>
          <p:spPr bwMode="auto">
            <a:xfrm>
              <a:off x="1598" y="1598"/>
              <a:ext cx="81" cy="113"/>
            </a:xfrm>
            <a:custGeom>
              <a:avLst/>
              <a:gdLst>
                <a:gd name="T0" fmla="*/ 0 w 401"/>
                <a:gd name="T1" fmla="*/ 1 h 566"/>
                <a:gd name="T2" fmla="*/ 0 w 401"/>
                <a:gd name="T3" fmla="*/ 1 h 566"/>
                <a:gd name="T4" fmla="*/ 0 w 401"/>
                <a:gd name="T5" fmla="*/ 1 h 566"/>
                <a:gd name="T6" fmla="*/ 1 w 401"/>
                <a:gd name="T7" fmla="*/ 1 h 566"/>
                <a:gd name="T8" fmla="*/ 1 w 401"/>
                <a:gd name="T9" fmla="*/ 1 h 566"/>
                <a:gd name="T10" fmla="*/ 1 w 401"/>
                <a:gd name="T11" fmla="*/ 1 h 566"/>
                <a:gd name="T12" fmla="*/ 1 w 401"/>
                <a:gd name="T13" fmla="*/ 2 h 566"/>
                <a:gd name="T14" fmla="*/ 1 w 401"/>
                <a:gd name="T15" fmla="*/ 2 h 566"/>
                <a:gd name="T16" fmla="*/ 2 w 401"/>
                <a:gd name="T17" fmla="*/ 2 h 566"/>
                <a:gd name="T18" fmla="*/ 2 w 401"/>
                <a:gd name="T19" fmla="*/ 2 h 566"/>
                <a:gd name="T20" fmla="*/ 2 w 401"/>
                <a:gd name="T21" fmla="*/ 2 h 566"/>
                <a:gd name="T22" fmla="*/ 2 w 401"/>
                <a:gd name="T23" fmla="*/ 3 h 566"/>
                <a:gd name="T24" fmla="*/ 2 w 401"/>
                <a:gd name="T25" fmla="*/ 3 h 566"/>
                <a:gd name="T26" fmla="*/ 2 w 401"/>
                <a:gd name="T27" fmla="*/ 3 h 566"/>
                <a:gd name="T28" fmla="*/ 2 w 401"/>
                <a:gd name="T29" fmla="*/ 4 h 566"/>
                <a:gd name="T30" fmla="*/ 2 w 401"/>
                <a:gd name="T31" fmla="*/ 4 h 566"/>
                <a:gd name="T32" fmla="*/ 2 w 401"/>
                <a:gd name="T33" fmla="*/ 4 h 566"/>
                <a:gd name="T34" fmla="*/ 3 w 401"/>
                <a:gd name="T35" fmla="*/ 5 h 566"/>
                <a:gd name="T36" fmla="*/ 3 w 401"/>
                <a:gd name="T37" fmla="*/ 4 h 566"/>
                <a:gd name="T38" fmla="*/ 3 w 401"/>
                <a:gd name="T39" fmla="*/ 4 h 566"/>
                <a:gd name="T40" fmla="*/ 3 w 401"/>
                <a:gd name="T41" fmla="*/ 4 h 566"/>
                <a:gd name="T42" fmla="*/ 3 w 401"/>
                <a:gd name="T43" fmla="*/ 3 h 566"/>
                <a:gd name="T44" fmla="*/ 3 w 401"/>
                <a:gd name="T45" fmla="*/ 3 h 566"/>
                <a:gd name="T46" fmla="*/ 3 w 401"/>
                <a:gd name="T47" fmla="*/ 3 h 566"/>
                <a:gd name="T48" fmla="*/ 3 w 401"/>
                <a:gd name="T49" fmla="*/ 2 h 566"/>
                <a:gd name="T50" fmla="*/ 3 w 401"/>
                <a:gd name="T51" fmla="*/ 2 h 566"/>
                <a:gd name="T52" fmla="*/ 2 w 401"/>
                <a:gd name="T53" fmla="*/ 2 h 566"/>
                <a:gd name="T54" fmla="*/ 2 w 401"/>
                <a:gd name="T55" fmla="*/ 2 h 566"/>
                <a:gd name="T56" fmla="*/ 2 w 401"/>
                <a:gd name="T57" fmla="*/ 1 h 566"/>
                <a:gd name="T58" fmla="*/ 2 w 401"/>
                <a:gd name="T59" fmla="*/ 1 h 566"/>
                <a:gd name="T60" fmla="*/ 2 w 401"/>
                <a:gd name="T61" fmla="*/ 1 h 566"/>
                <a:gd name="T62" fmla="*/ 1 w 401"/>
                <a:gd name="T63" fmla="*/ 1 h 566"/>
                <a:gd name="T64" fmla="*/ 1 w 401"/>
                <a:gd name="T65" fmla="*/ 0 h 566"/>
                <a:gd name="T66" fmla="*/ 1 w 401"/>
                <a:gd name="T67" fmla="*/ 0 h 566"/>
                <a:gd name="T68" fmla="*/ 1 w 401"/>
                <a:gd name="T69" fmla="*/ 0 h 566"/>
                <a:gd name="T70" fmla="*/ 1 w 401"/>
                <a:gd name="T71" fmla="*/ 0 h 566"/>
                <a:gd name="T72" fmla="*/ 1 w 401"/>
                <a:gd name="T73" fmla="*/ 0 h 566"/>
                <a:gd name="T74" fmla="*/ 0 w 401"/>
                <a:gd name="T75" fmla="*/ 0 h 566"/>
                <a:gd name="T76" fmla="*/ 0 w 401"/>
                <a:gd name="T77" fmla="*/ 0 h 566"/>
                <a:gd name="T78" fmla="*/ 0 w 401"/>
                <a:gd name="T79" fmla="*/ 0 h 566"/>
                <a:gd name="T80" fmla="*/ 0 w 401"/>
                <a:gd name="T81" fmla="*/ 0 h 566"/>
                <a:gd name="T82" fmla="*/ 0 w 401"/>
                <a:gd name="T83" fmla="*/ 0 h 566"/>
                <a:gd name="T84" fmla="*/ 0 w 401"/>
                <a:gd name="T85" fmla="*/ 0 h 566"/>
                <a:gd name="T86" fmla="*/ 0 w 401"/>
                <a:gd name="T87" fmla="*/ 1 h 566"/>
                <a:gd name="T88" fmla="*/ 0 w 401"/>
                <a:gd name="T89" fmla="*/ 1 h 56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401"/>
                <a:gd name="T136" fmla="*/ 0 h 566"/>
                <a:gd name="T137" fmla="*/ 401 w 401"/>
                <a:gd name="T138" fmla="*/ 566 h 566"/>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401" h="566">
                  <a:moveTo>
                    <a:pt x="23" y="88"/>
                  </a:moveTo>
                  <a:lnTo>
                    <a:pt x="23" y="88"/>
                  </a:lnTo>
                  <a:lnTo>
                    <a:pt x="53" y="107"/>
                  </a:lnTo>
                  <a:lnTo>
                    <a:pt x="83" y="125"/>
                  </a:lnTo>
                  <a:lnTo>
                    <a:pt x="108" y="147"/>
                  </a:lnTo>
                  <a:lnTo>
                    <a:pt x="135" y="171"/>
                  </a:lnTo>
                  <a:lnTo>
                    <a:pt x="160" y="196"/>
                  </a:lnTo>
                  <a:lnTo>
                    <a:pt x="182" y="223"/>
                  </a:lnTo>
                  <a:lnTo>
                    <a:pt x="205" y="251"/>
                  </a:lnTo>
                  <a:lnTo>
                    <a:pt x="223" y="281"/>
                  </a:lnTo>
                  <a:lnTo>
                    <a:pt x="240" y="312"/>
                  </a:lnTo>
                  <a:lnTo>
                    <a:pt x="256" y="345"/>
                  </a:lnTo>
                  <a:lnTo>
                    <a:pt x="270" y="379"/>
                  </a:lnTo>
                  <a:lnTo>
                    <a:pt x="282" y="414"/>
                  </a:lnTo>
                  <a:lnTo>
                    <a:pt x="291" y="450"/>
                  </a:lnTo>
                  <a:lnTo>
                    <a:pt x="299" y="488"/>
                  </a:lnTo>
                  <a:lnTo>
                    <a:pt x="304" y="526"/>
                  </a:lnTo>
                  <a:lnTo>
                    <a:pt x="308" y="566"/>
                  </a:lnTo>
                  <a:lnTo>
                    <a:pt x="401" y="562"/>
                  </a:lnTo>
                  <a:lnTo>
                    <a:pt x="398" y="517"/>
                  </a:lnTo>
                  <a:lnTo>
                    <a:pt x="391" y="471"/>
                  </a:lnTo>
                  <a:lnTo>
                    <a:pt x="383" y="429"/>
                  </a:lnTo>
                  <a:lnTo>
                    <a:pt x="371" y="386"/>
                  </a:lnTo>
                  <a:lnTo>
                    <a:pt x="357" y="346"/>
                  </a:lnTo>
                  <a:lnTo>
                    <a:pt x="340" y="307"/>
                  </a:lnTo>
                  <a:lnTo>
                    <a:pt x="324" y="270"/>
                  </a:lnTo>
                  <a:lnTo>
                    <a:pt x="303" y="232"/>
                  </a:lnTo>
                  <a:lnTo>
                    <a:pt x="280" y="197"/>
                  </a:lnTo>
                  <a:lnTo>
                    <a:pt x="255" y="164"/>
                  </a:lnTo>
                  <a:lnTo>
                    <a:pt x="228" y="132"/>
                  </a:lnTo>
                  <a:lnTo>
                    <a:pt x="199" y="103"/>
                  </a:lnTo>
                  <a:lnTo>
                    <a:pt x="169" y="76"/>
                  </a:lnTo>
                  <a:lnTo>
                    <a:pt x="137" y="50"/>
                  </a:lnTo>
                  <a:lnTo>
                    <a:pt x="103" y="27"/>
                  </a:lnTo>
                  <a:lnTo>
                    <a:pt x="67" y="6"/>
                  </a:lnTo>
                  <a:lnTo>
                    <a:pt x="48" y="0"/>
                  </a:lnTo>
                  <a:lnTo>
                    <a:pt x="30" y="2"/>
                  </a:lnTo>
                  <a:lnTo>
                    <a:pt x="16" y="12"/>
                  </a:lnTo>
                  <a:lnTo>
                    <a:pt x="5" y="25"/>
                  </a:lnTo>
                  <a:lnTo>
                    <a:pt x="0" y="41"/>
                  </a:lnTo>
                  <a:lnTo>
                    <a:pt x="0" y="59"/>
                  </a:lnTo>
                  <a:lnTo>
                    <a:pt x="8" y="75"/>
                  </a:lnTo>
                  <a:lnTo>
                    <a:pt x="23"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1097" name="Freeform 39"/>
            <p:cNvSpPr>
              <a:spLocks/>
            </p:cNvSpPr>
            <p:nvPr/>
          </p:nvSpPr>
          <p:spPr bwMode="auto">
            <a:xfrm>
              <a:off x="1346" y="1455"/>
              <a:ext cx="266" cy="160"/>
            </a:xfrm>
            <a:custGeom>
              <a:avLst/>
              <a:gdLst>
                <a:gd name="T0" fmla="*/ 0 w 1330"/>
                <a:gd name="T1" fmla="*/ 1 h 801"/>
                <a:gd name="T2" fmla="*/ 0 w 1330"/>
                <a:gd name="T3" fmla="*/ 1 h 801"/>
                <a:gd name="T4" fmla="*/ 10 w 1330"/>
                <a:gd name="T5" fmla="*/ 6 h 801"/>
                <a:gd name="T6" fmla="*/ 11 w 1330"/>
                <a:gd name="T7" fmla="*/ 6 h 801"/>
                <a:gd name="T8" fmla="*/ 1 w 1330"/>
                <a:gd name="T9" fmla="*/ 0 h 801"/>
                <a:gd name="T10" fmla="*/ 1 w 1330"/>
                <a:gd name="T11" fmla="*/ 0 h 801"/>
                <a:gd name="T12" fmla="*/ 1 w 1330"/>
                <a:gd name="T13" fmla="*/ 0 h 801"/>
                <a:gd name="T14" fmla="*/ 0 w 1330"/>
                <a:gd name="T15" fmla="*/ 0 h 801"/>
                <a:gd name="T16" fmla="*/ 0 w 1330"/>
                <a:gd name="T17" fmla="*/ 0 h 801"/>
                <a:gd name="T18" fmla="*/ 0 w 1330"/>
                <a:gd name="T19" fmla="*/ 0 h 801"/>
                <a:gd name="T20" fmla="*/ 0 w 1330"/>
                <a:gd name="T21" fmla="*/ 0 h 801"/>
                <a:gd name="T22" fmla="*/ 0 w 1330"/>
                <a:gd name="T23" fmla="*/ 0 h 801"/>
                <a:gd name="T24" fmla="*/ 0 w 1330"/>
                <a:gd name="T25" fmla="*/ 0 h 801"/>
                <a:gd name="T26" fmla="*/ 0 w 1330"/>
                <a:gd name="T27" fmla="*/ 1 h 801"/>
                <a:gd name="T28" fmla="*/ 0 w 1330"/>
                <a:gd name="T29" fmla="*/ 1 h 801"/>
                <a:gd name="T30" fmla="*/ 0 w 1330"/>
                <a:gd name="T31" fmla="*/ 1 h 801"/>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30"/>
                <a:gd name="T49" fmla="*/ 0 h 801"/>
                <a:gd name="T50" fmla="*/ 1330 w 1330"/>
                <a:gd name="T51" fmla="*/ 801 h 801"/>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30" h="801">
                  <a:moveTo>
                    <a:pt x="24" y="88"/>
                  </a:moveTo>
                  <a:lnTo>
                    <a:pt x="23" y="88"/>
                  </a:lnTo>
                  <a:lnTo>
                    <a:pt x="1286" y="801"/>
                  </a:lnTo>
                  <a:lnTo>
                    <a:pt x="1330" y="719"/>
                  </a:lnTo>
                  <a:lnTo>
                    <a:pt x="67" y="6"/>
                  </a:lnTo>
                  <a:lnTo>
                    <a:pt x="66" y="6"/>
                  </a:lnTo>
                  <a:lnTo>
                    <a:pt x="67" y="6"/>
                  </a:lnTo>
                  <a:lnTo>
                    <a:pt x="48" y="0"/>
                  </a:lnTo>
                  <a:lnTo>
                    <a:pt x="30" y="2"/>
                  </a:lnTo>
                  <a:lnTo>
                    <a:pt x="16" y="12"/>
                  </a:lnTo>
                  <a:lnTo>
                    <a:pt x="5" y="25"/>
                  </a:lnTo>
                  <a:lnTo>
                    <a:pt x="0" y="41"/>
                  </a:lnTo>
                  <a:lnTo>
                    <a:pt x="0" y="59"/>
                  </a:lnTo>
                  <a:lnTo>
                    <a:pt x="8" y="75"/>
                  </a:lnTo>
                  <a:lnTo>
                    <a:pt x="23" y="88"/>
                  </a:lnTo>
                  <a:lnTo>
                    <a:pt x="24"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1098" name="Freeform 40"/>
            <p:cNvSpPr>
              <a:spLocks/>
            </p:cNvSpPr>
            <p:nvPr/>
          </p:nvSpPr>
          <p:spPr bwMode="auto">
            <a:xfrm>
              <a:off x="1198" y="1439"/>
              <a:ext cx="161" cy="35"/>
            </a:xfrm>
            <a:custGeom>
              <a:avLst/>
              <a:gdLst>
                <a:gd name="T0" fmla="*/ 1 w 806"/>
                <a:gd name="T1" fmla="*/ 1 h 177"/>
                <a:gd name="T2" fmla="*/ 1 w 806"/>
                <a:gd name="T3" fmla="*/ 1 h 177"/>
                <a:gd name="T4" fmla="*/ 1 w 806"/>
                <a:gd name="T5" fmla="*/ 1 h 177"/>
                <a:gd name="T6" fmla="*/ 1 w 806"/>
                <a:gd name="T7" fmla="*/ 1 h 177"/>
                <a:gd name="T8" fmla="*/ 2 w 806"/>
                <a:gd name="T9" fmla="*/ 1 h 177"/>
                <a:gd name="T10" fmla="*/ 2 w 806"/>
                <a:gd name="T11" fmla="*/ 1 h 177"/>
                <a:gd name="T12" fmla="*/ 2 w 806"/>
                <a:gd name="T13" fmla="*/ 1 h 177"/>
                <a:gd name="T14" fmla="*/ 3 w 806"/>
                <a:gd name="T15" fmla="*/ 1 h 177"/>
                <a:gd name="T16" fmla="*/ 3 w 806"/>
                <a:gd name="T17" fmla="*/ 1 h 177"/>
                <a:gd name="T18" fmla="*/ 3 w 806"/>
                <a:gd name="T19" fmla="*/ 1 h 177"/>
                <a:gd name="T20" fmla="*/ 4 w 806"/>
                <a:gd name="T21" fmla="*/ 1 h 177"/>
                <a:gd name="T22" fmla="*/ 4 w 806"/>
                <a:gd name="T23" fmla="*/ 1 h 177"/>
                <a:gd name="T24" fmla="*/ 5 w 806"/>
                <a:gd name="T25" fmla="*/ 1 h 177"/>
                <a:gd name="T26" fmla="*/ 5 w 806"/>
                <a:gd name="T27" fmla="*/ 1 h 177"/>
                <a:gd name="T28" fmla="*/ 5 w 806"/>
                <a:gd name="T29" fmla="*/ 1 h 177"/>
                <a:gd name="T30" fmla="*/ 6 w 806"/>
                <a:gd name="T31" fmla="*/ 1 h 177"/>
                <a:gd name="T32" fmla="*/ 6 w 806"/>
                <a:gd name="T33" fmla="*/ 1 h 177"/>
                <a:gd name="T34" fmla="*/ 6 w 806"/>
                <a:gd name="T35" fmla="*/ 1 h 177"/>
                <a:gd name="T36" fmla="*/ 6 w 806"/>
                <a:gd name="T37" fmla="*/ 1 h 177"/>
                <a:gd name="T38" fmla="*/ 6 w 806"/>
                <a:gd name="T39" fmla="*/ 1 h 177"/>
                <a:gd name="T40" fmla="*/ 6 w 806"/>
                <a:gd name="T41" fmla="*/ 0 h 177"/>
                <a:gd name="T42" fmla="*/ 5 w 806"/>
                <a:gd name="T43" fmla="*/ 0 h 177"/>
                <a:gd name="T44" fmla="*/ 5 w 806"/>
                <a:gd name="T45" fmla="*/ 0 h 177"/>
                <a:gd name="T46" fmla="*/ 5 w 806"/>
                <a:gd name="T47" fmla="*/ 0 h 177"/>
                <a:gd name="T48" fmla="*/ 4 w 806"/>
                <a:gd name="T49" fmla="*/ 0 h 177"/>
                <a:gd name="T50" fmla="*/ 4 w 806"/>
                <a:gd name="T51" fmla="*/ 0 h 177"/>
                <a:gd name="T52" fmla="*/ 3 w 806"/>
                <a:gd name="T53" fmla="*/ 0 h 177"/>
                <a:gd name="T54" fmla="*/ 3 w 806"/>
                <a:gd name="T55" fmla="*/ 0 h 177"/>
                <a:gd name="T56" fmla="*/ 3 w 806"/>
                <a:gd name="T57" fmla="*/ 0 h 177"/>
                <a:gd name="T58" fmla="*/ 2 w 806"/>
                <a:gd name="T59" fmla="*/ 0 h 177"/>
                <a:gd name="T60" fmla="*/ 2 w 806"/>
                <a:gd name="T61" fmla="*/ 0 h 177"/>
                <a:gd name="T62" fmla="*/ 1 w 806"/>
                <a:gd name="T63" fmla="*/ 0 h 177"/>
                <a:gd name="T64" fmla="*/ 1 w 806"/>
                <a:gd name="T65" fmla="*/ 0 h 177"/>
                <a:gd name="T66" fmla="*/ 1 w 806"/>
                <a:gd name="T67" fmla="*/ 1 h 177"/>
                <a:gd name="T68" fmla="*/ 0 w 806"/>
                <a:gd name="T69" fmla="*/ 1 h 177"/>
                <a:gd name="T70" fmla="*/ 0 w 806"/>
                <a:gd name="T71" fmla="*/ 1 h 177"/>
                <a:gd name="T72" fmla="*/ 0 w 806"/>
                <a:gd name="T73" fmla="*/ 1 h 177"/>
                <a:gd name="T74" fmla="*/ 0 w 806"/>
                <a:gd name="T75" fmla="*/ 1 h 177"/>
                <a:gd name="T76" fmla="*/ 0 w 806"/>
                <a:gd name="T77" fmla="*/ 1 h 177"/>
                <a:gd name="T78" fmla="*/ 0 w 806"/>
                <a:gd name="T79" fmla="*/ 1 h 177"/>
                <a:gd name="T80" fmla="*/ 0 w 806"/>
                <a:gd name="T81" fmla="*/ 1 h 177"/>
                <a:gd name="T82" fmla="*/ 0 w 806"/>
                <a:gd name="T83" fmla="*/ 1 h 177"/>
                <a:gd name="T84" fmla="*/ 0 w 806"/>
                <a:gd name="T85" fmla="*/ 1 h 177"/>
                <a:gd name="T86" fmla="*/ 0 w 806"/>
                <a:gd name="T87" fmla="*/ 1 h 177"/>
                <a:gd name="T88" fmla="*/ 1 w 806"/>
                <a:gd name="T89" fmla="*/ 1 h 177"/>
                <a:gd name="T90" fmla="*/ 1 w 806"/>
                <a:gd name="T91" fmla="*/ 1 h 17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806"/>
                <a:gd name="T139" fmla="*/ 0 h 177"/>
                <a:gd name="T140" fmla="*/ 806 w 806"/>
                <a:gd name="T141" fmla="*/ 177 h 17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806" h="177">
                  <a:moveTo>
                    <a:pt x="67" y="171"/>
                  </a:moveTo>
                  <a:lnTo>
                    <a:pt x="68" y="171"/>
                  </a:lnTo>
                  <a:lnTo>
                    <a:pt x="109" y="151"/>
                  </a:lnTo>
                  <a:lnTo>
                    <a:pt x="151" y="135"/>
                  </a:lnTo>
                  <a:lnTo>
                    <a:pt x="196" y="122"/>
                  </a:lnTo>
                  <a:lnTo>
                    <a:pt x="242" y="110"/>
                  </a:lnTo>
                  <a:lnTo>
                    <a:pt x="287" y="102"/>
                  </a:lnTo>
                  <a:lnTo>
                    <a:pt x="335" y="97"/>
                  </a:lnTo>
                  <a:lnTo>
                    <a:pt x="382" y="95"/>
                  </a:lnTo>
                  <a:lnTo>
                    <a:pt x="430" y="94"/>
                  </a:lnTo>
                  <a:lnTo>
                    <a:pt x="477" y="97"/>
                  </a:lnTo>
                  <a:lnTo>
                    <a:pt x="524" y="102"/>
                  </a:lnTo>
                  <a:lnTo>
                    <a:pt x="568" y="108"/>
                  </a:lnTo>
                  <a:lnTo>
                    <a:pt x="612" y="117"/>
                  </a:lnTo>
                  <a:lnTo>
                    <a:pt x="654" y="128"/>
                  </a:lnTo>
                  <a:lnTo>
                    <a:pt x="693" y="141"/>
                  </a:lnTo>
                  <a:lnTo>
                    <a:pt x="730" y="155"/>
                  </a:lnTo>
                  <a:lnTo>
                    <a:pt x="764" y="171"/>
                  </a:lnTo>
                  <a:lnTo>
                    <a:pt x="806" y="89"/>
                  </a:lnTo>
                  <a:lnTo>
                    <a:pt x="768" y="70"/>
                  </a:lnTo>
                  <a:lnTo>
                    <a:pt x="725" y="54"/>
                  </a:lnTo>
                  <a:lnTo>
                    <a:pt x="680" y="39"/>
                  </a:lnTo>
                  <a:lnTo>
                    <a:pt x="633" y="26"/>
                  </a:lnTo>
                  <a:lnTo>
                    <a:pt x="585" y="16"/>
                  </a:lnTo>
                  <a:lnTo>
                    <a:pt x="536" y="8"/>
                  </a:lnTo>
                  <a:lnTo>
                    <a:pt x="484" y="3"/>
                  </a:lnTo>
                  <a:lnTo>
                    <a:pt x="433" y="0"/>
                  </a:lnTo>
                  <a:lnTo>
                    <a:pt x="380" y="1"/>
                  </a:lnTo>
                  <a:lnTo>
                    <a:pt x="328" y="3"/>
                  </a:lnTo>
                  <a:lnTo>
                    <a:pt x="276" y="10"/>
                  </a:lnTo>
                  <a:lnTo>
                    <a:pt x="223" y="19"/>
                  </a:lnTo>
                  <a:lnTo>
                    <a:pt x="172" y="30"/>
                  </a:lnTo>
                  <a:lnTo>
                    <a:pt x="121" y="46"/>
                  </a:lnTo>
                  <a:lnTo>
                    <a:pt x="72" y="67"/>
                  </a:lnTo>
                  <a:lnTo>
                    <a:pt x="24" y="89"/>
                  </a:lnTo>
                  <a:lnTo>
                    <a:pt x="25" y="89"/>
                  </a:lnTo>
                  <a:lnTo>
                    <a:pt x="24" y="89"/>
                  </a:lnTo>
                  <a:lnTo>
                    <a:pt x="8" y="102"/>
                  </a:lnTo>
                  <a:lnTo>
                    <a:pt x="0" y="118"/>
                  </a:lnTo>
                  <a:lnTo>
                    <a:pt x="0" y="136"/>
                  </a:lnTo>
                  <a:lnTo>
                    <a:pt x="6" y="152"/>
                  </a:lnTo>
                  <a:lnTo>
                    <a:pt x="17" y="165"/>
                  </a:lnTo>
                  <a:lnTo>
                    <a:pt x="31" y="175"/>
                  </a:lnTo>
                  <a:lnTo>
                    <a:pt x="48" y="177"/>
                  </a:lnTo>
                  <a:lnTo>
                    <a:pt x="68" y="171"/>
                  </a:lnTo>
                  <a:lnTo>
                    <a:pt x="67" y="1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1099" name="Freeform 41"/>
            <p:cNvSpPr>
              <a:spLocks/>
            </p:cNvSpPr>
            <p:nvPr/>
          </p:nvSpPr>
          <p:spPr bwMode="auto">
            <a:xfrm>
              <a:off x="931" y="1456"/>
              <a:ext cx="280" cy="158"/>
            </a:xfrm>
            <a:custGeom>
              <a:avLst/>
              <a:gdLst>
                <a:gd name="T0" fmla="*/ 1 w 1402"/>
                <a:gd name="T1" fmla="*/ 6 h 787"/>
                <a:gd name="T2" fmla="*/ 1 w 1402"/>
                <a:gd name="T3" fmla="*/ 6 h 787"/>
                <a:gd name="T4" fmla="*/ 11 w 1402"/>
                <a:gd name="T5" fmla="*/ 1 h 787"/>
                <a:gd name="T6" fmla="*/ 11 w 1402"/>
                <a:gd name="T7" fmla="*/ 0 h 787"/>
                <a:gd name="T8" fmla="*/ 0 w 1402"/>
                <a:gd name="T9" fmla="*/ 6 h 787"/>
                <a:gd name="T10" fmla="*/ 0 w 1402"/>
                <a:gd name="T11" fmla="*/ 6 h 787"/>
                <a:gd name="T12" fmla="*/ 0 w 1402"/>
                <a:gd name="T13" fmla="*/ 6 h 787"/>
                <a:gd name="T14" fmla="*/ 0 w 1402"/>
                <a:gd name="T15" fmla="*/ 6 h 787"/>
                <a:gd name="T16" fmla="*/ 0 w 1402"/>
                <a:gd name="T17" fmla="*/ 6 h 787"/>
                <a:gd name="T18" fmla="*/ 0 w 1402"/>
                <a:gd name="T19" fmla="*/ 6 h 787"/>
                <a:gd name="T20" fmla="*/ 0 w 1402"/>
                <a:gd name="T21" fmla="*/ 6 h 787"/>
                <a:gd name="T22" fmla="*/ 0 w 1402"/>
                <a:gd name="T23" fmla="*/ 6 h 787"/>
                <a:gd name="T24" fmla="*/ 0 w 1402"/>
                <a:gd name="T25" fmla="*/ 6 h 787"/>
                <a:gd name="T26" fmla="*/ 0 w 1402"/>
                <a:gd name="T27" fmla="*/ 6 h 787"/>
                <a:gd name="T28" fmla="*/ 1 w 1402"/>
                <a:gd name="T29" fmla="*/ 6 h 787"/>
                <a:gd name="T30" fmla="*/ 1 w 1402"/>
                <a:gd name="T31" fmla="*/ 6 h 78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02"/>
                <a:gd name="T49" fmla="*/ 0 h 787"/>
                <a:gd name="T50" fmla="*/ 1402 w 1402"/>
                <a:gd name="T51" fmla="*/ 787 h 78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02" h="787">
                  <a:moveTo>
                    <a:pt x="69" y="781"/>
                  </a:moveTo>
                  <a:lnTo>
                    <a:pt x="66" y="781"/>
                  </a:lnTo>
                  <a:lnTo>
                    <a:pt x="1402" y="82"/>
                  </a:lnTo>
                  <a:lnTo>
                    <a:pt x="1360" y="0"/>
                  </a:lnTo>
                  <a:lnTo>
                    <a:pt x="24" y="699"/>
                  </a:lnTo>
                  <a:lnTo>
                    <a:pt x="22" y="699"/>
                  </a:lnTo>
                  <a:lnTo>
                    <a:pt x="24" y="699"/>
                  </a:lnTo>
                  <a:lnTo>
                    <a:pt x="8" y="712"/>
                  </a:lnTo>
                  <a:lnTo>
                    <a:pt x="1" y="727"/>
                  </a:lnTo>
                  <a:lnTo>
                    <a:pt x="0" y="744"/>
                  </a:lnTo>
                  <a:lnTo>
                    <a:pt x="5" y="761"/>
                  </a:lnTo>
                  <a:lnTo>
                    <a:pt x="15" y="775"/>
                  </a:lnTo>
                  <a:lnTo>
                    <a:pt x="30" y="784"/>
                  </a:lnTo>
                  <a:lnTo>
                    <a:pt x="46" y="787"/>
                  </a:lnTo>
                  <a:lnTo>
                    <a:pt x="66" y="781"/>
                  </a:lnTo>
                  <a:lnTo>
                    <a:pt x="69" y="7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1100" name="Freeform 42"/>
            <p:cNvSpPr>
              <a:spLocks/>
            </p:cNvSpPr>
            <p:nvPr/>
          </p:nvSpPr>
          <p:spPr bwMode="auto">
            <a:xfrm>
              <a:off x="868" y="1596"/>
              <a:ext cx="77" cy="126"/>
            </a:xfrm>
            <a:custGeom>
              <a:avLst/>
              <a:gdLst>
                <a:gd name="T0" fmla="*/ 1 w 382"/>
                <a:gd name="T1" fmla="*/ 5 h 628"/>
                <a:gd name="T2" fmla="*/ 1 w 382"/>
                <a:gd name="T3" fmla="*/ 5 h 628"/>
                <a:gd name="T4" fmla="*/ 1 w 382"/>
                <a:gd name="T5" fmla="*/ 4 h 628"/>
                <a:gd name="T6" fmla="*/ 1 w 382"/>
                <a:gd name="T7" fmla="*/ 4 h 628"/>
                <a:gd name="T8" fmla="*/ 1 w 382"/>
                <a:gd name="T9" fmla="*/ 4 h 628"/>
                <a:gd name="T10" fmla="*/ 1 w 382"/>
                <a:gd name="T11" fmla="*/ 3 h 628"/>
                <a:gd name="T12" fmla="*/ 1 w 382"/>
                <a:gd name="T13" fmla="*/ 3 h 628"/>
                <a:gd name="T14" fmla="*/ 1 w 382"/>
                <a:gd name="T15" fmla="*/ 3 h 628"/>
                <a:gd name="T16" fmla="*/ 1 w 382"/>
                <a:gd name="T17" fmla="*/ 3 h 628"/>
                <a:gd name="T18" fmla="*/ 1 w 382"/>
                <a:gd name="T19" fmla="*/ 2 h 628"/>
                <a:gd name="T20" fmla="*/ 2 w 382"/>
                <a:gd name="T21" fmla="*/ 2 h 628"/>
                <a:gd name="T22" fmla="*/ 2 w 382"/>
                <a:gd name="T23" fmla="*/ 2 h 628"/>
                <a:gd name="T24" fmla="*/ 2 w 382"/>
                <a:gd name="T25" fmla="*/ 2 h 628"/>
                <a:gd name="T26" fmla="*/ 2 w 382"/>
                <a:gd name="T27" fmla="*/ 1 h 628"/>
                <a:gd name="T28" fmla="*/ 2 w 382"/>
                <a:gd name="T29" fmla="*/ 1 h 628"/>
                <a:gd name="T30" fmla="*/ 3 w 382"/>
                <a:gd name="T31" fmla="*/ 1 h 628"/>
                <a:gd name="T32" fmla="*/ 3 w 382"/>
                <a:gd name="T33" fmla="*/ 1 h 628"/>
                <a:gd name="T34" fmla="*/ 3 w 382"/>
                <a:gd name="T35" fmla="*/ 1 h 628"/>
                <a:gd name="T36" fmla="*/ 3 w 382"/>
                <a:gd name="T37" fmla="*/ 0 h 628"/>
                <a:gd name="T38" fmla="*/ 2 w 382"/>
                <a:gd name="T39" fmla="*/ 0 h 628"/>
                <a:gd name="T40" fmla="*/ 2 w 382"/>
                <a:gd name="T41" fmla="*/ 0 h 628"/>
                <a:gd name="T42" fmla="*/ 2 w 382"/>
                <a:gd name="T43" fmla="*/ 1 h 628"/>
                <a:gd name="T44" fmla="*/ 2 w 382"/>
                <a:gd name="T45" fmla="*/ 1 h 628"/>
                <a:gd name="T46" fmla="*/ 1 w 382"/>
                <a:gd name="T47" fmla="*/ 1 h 628"/>
                <a:gd name="T48" fmla="*/ 1 w 382"/>
                <a:gd name="T49" fmla="*/ 1 h 628"/>
                <a:gd name="T50" fmla="*/ 1 w 382"/>
                <a:gd name="T51" fmla="*/ 2 h 628"/>
                <a:gd name="T52" fmla="*/ 1 w 382"/>
                <a:gd name="T53" fmla="*/ 2 h 628"/>
                <a:gd name="T54" fmla="*/ 1 w 382"/>
                <a:gd name="T55" fmla="*/ 2 h 628"/>
                <a:gd name="T56" fmla="*/ 0 w 382"/>
                <a:gd name="T57" fmla="*/ 3 h 628"/>
                <a:gd name="T58" fmla="*/ 0 w 382"/>
                <a:gd name="T59" fmla="*/ 3 h 628"/>
                <a:gd name="T60" fmla="*/ 0 w 382"/>
                <a:gd name="T61" fmla="*/ 3 h 628"/>
                <a:gd name="T62" fmla="*/ 0 w 382"/>
                <a:gd name="T63" fmla="*/ 4 h 628"/>
                <a:gd name="T64" fmla="*/ 0 w 382"/>
                <a:gd name="T65" fmla="*/ 4 h 628"/>
                <a:gd name="T66" fmla="*/ 0 w 382"/>
                <a:gd name="T67" fmla="*/ 4 h 628"/>
                <a:gd name="T68" fmla="*/ 0 w 382"/>
                <a:gd name="T69" fmla="*/ 5 h 628"/>
                <a:gd name="T70" fmla="*/ 0 w 382"/>
                <a:gd name="T71" fmla="*/ 5 h 628"/>
                <a:gd name="T72" fmla="*/ 0 w 382"/>
                <a:gd name="T73" fmla="*/ 5 h 628"/>
                <a:gd name="T74" fmla="*/ 0 w 382"/>
                <a:gd name="T75" fmla="*/ 5 h 628"/>
                <a:gd name="T76" fmla="*/ 0 w 382"/>
                <a:gd name="T77" fmla="*/ 5 h 628"/>
                <a:gd name="T78" fmla="*/ 0 w 382"/>
                <a:gd name="T79" fmla="*/ 5 h 628"/>
                <a:gd name="T80" fmla="*/ 0 w 382"/>
                <a:gd name="T81" fmla="*/ 5 h 628"/>
                <a:gd name="T82" fmla="*/ 1 w 382"/>
                <a:gd name="T83" fmla="*/ 5 h 628"/>
                <a:gd name="T84" fmla="*/ 1 w 382"/>
                <a:gd name="T85" fmla="*/ 5 h 628"/>
                <a:gd name="T86" fmla="*/ 1 w 382"/>
                <a:gd name="T87" fmla="*/ 5 h 628"/>
                <a:gd name="T88" fmla="*/ 1 w 382"/>
                <a:gd name="T89" fmla="*/ 5 h 628"/>
                <a:gd name="T90" fmla="*/ 1 w 382"/>
                <a:gd name="T91" fmla="*/ 5 h 628"/>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382"/>
                <a:gd name="T139" fmla="*/ 0 h 628"/>
                <a:gd name="T140" fmla="*/ 382 w 382"/>
                <a:gd name="T141" fmla="*/ 628 h 628"/>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382" h="628">
                  <a:moveTo>
                    <a:pt x="94" y="581"/>
                  </a:moveTo>
                  <a:lnTo>
                    <a:pt x="94" y="582"/>
                  </a:lnTo>
                  <a:lnTo>
                    <a:pt x="96" y="541"/>
                  </a:lnTo>
                  <a:lnTo>
                    <a:pt x="99" y="500"/>
                  </a:lnTo>
                  <a:lnTo>
                    <a:pt x="106" y="463"/>
                  </a:lnTo>
                  <a:lnTo>
                    <a:pt x="115" y="424"/>
                  </a:lnTo>
                  <a:lnTo>
                    <a:pt x="127" y="389"/>
                  </a:lnTo>
                  <a:lnTo>
                    <a:pt x="140" y="353"/>
                  </a:lnTo>
                  <a:lnTo>
                    <a:pt x="156" y="320"/>
                  </a:lnTo>
                  <a:lnTo>
                    <a:pt x="173" y="287"/>
                  </a:lnTo>
                  <a:lnTo>
                    <a:pt x="193" y="255"/>
                  </a:lnTo>
                  <a:lnTo>
                    <a:pt x="214" y="226"/>
                  </a:lnTo>
                  <a:lnTo>
                    <a:pt x="238" y="198"/>
                  </a:lnTo>
                  <a:lnTo>
                    <a:pt x="263" y="172"/>
                  </a:lnTo>
                  <a:lnTo>
                    <a:pt x="290" y="146"/>
                  </a:lnTo>
                  <a:lnTo>
                    <a:pt x="318" y="122"/>
                  </a:lnTo>
                  <a:lnTo>
                    <a:pt x="349" y="101"/>
                  </a:lnTo>
                  <a:lnTo>
                    <a:pt x="382" y="82"/>
                  </a:lnTo>
                  <a:lnTo>
                    <a:pt x="335" y="0"/>
                  </a:lnTo>
                  <a:lnTo>
                    <a:pt x="297" y="23"/>
                  </a:lnTo>
                  <a:lnTo>
                    <a:pt x="262" y="49"/>
                  </a:lnTo>
                  <a:lnTo>
                    <a:pt x="229" y="76"/>
                  </a:lnTo>
                  <a:lnTo>
                    <a:pt x="198" y="104"/>
                  </a:lnTo>
                  <a:lnTo>
                    <a:pt x="167" y="137"/>
                  </a:lnTo>
                  <a:lnTo>
                    <a:pt x="142" y="170"/>
                  </a:lnTo>
                  <a:lnTo>
                    <a:pt x="116" y="204"/>
                  </a:lnTo>
                  <a:lnTo>
                    <a:pt x="94" y="240"/>
                  </a:lnTo>
                  <a:lnTo>
                    <a:pt x="74" y="278"/>
                  </a:lnTo>
                  <a:lnTo>
                    <a:pt x="54" y="317"/>
                  </a:lnTo>
                  <a:lnTo>
                    <a:pt x="38" y="359"/>
                  </a:lnTo>
                  <a:lnTo>
                    <a:pt x="26" y="401"/>
                  </a:lnTo>
                  <a:lnTo>
                    <a:pt x="15" y="444"/>
                  </a:lnTo>
                  <a:lnTo>
                    <a:pt x="8" y="489"/>
                  </a:lnTo>
                  <a:lnTo>
                    <a:pt x="2" y="534"/>
                  </a:lnTo>
                  <a:lnTo>
                    <a:pt x="0" y="580"/>
                  </a:lnTo>
                  <a:lnTo>
                    <a:pt x="0" y="581"/>
                  </a:lnTo>
                  <a:lnTo>
                    <a:pt x="0" y="580"/>
                  </a:lnTo>
                  <a:lnTo>
                    <a:pt x="3" y="600"/>
                  </a:lnTo>
                  <a:lnTo>
                    <a:pt x="14" y="615"/>
                  </a:lnTo>
                  <a:lnTo>
                    <a:pt x="29" y="625"/>
                  </a:lnTo>
                  <a:lnTo>
                    <a:pt x="45" y="628"/>
                  </a:lnTo>
                  <a:lnTo>
                    <a:pt x="63" y="626"/>
                  </a:lnTo>
                  <a:lnTo>
                    <a:pt x="78" y="616"/>
                  </a:lnTo>
                  <a:lnTo>
                    <a:pt x="89" y="602"/>
                  </a:lnTo>
                  <a:lnTo>
                    <a:pt x="94" y="582"/>
                  </a:lnTo>
                  <a:lnTo>
                    <a:pt x="94" y="5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1101" name="Freeform 43"/>
            <p:cNvSpPr>
              <a:spLocks/>
            </p:cNvSpPr>
            <p:nvPr/>
          </p:nvSpPr>
          <p:spPr bwMode="auto">
            <a:xfrm>
              <a:off x="868" y="1712"/>
              <a:ext cx="19" cy="364"/>
            </a:xfrm>
            <a:custGeom>
              <a:avLst/>
              <a:gdLst>
                <a:gd name="T0" fmla="*/ 1 w 94"/>
                <a:gd name="T1" fmla="*/ 14 h 1818"/>
                <a:gd name="T2" fmla="*/ 1 w 94"/>
                <a:gd name="T3" fmla="*/ 14 h 1818"/>
                <a:gd name="T4" fmla="*/ 1 w 94"/>
                <a:gd name="T5" fmla="*/ 0 h 1818"/>
                <a:gd name="T6" fmla="*/ 0 w 94"/>
                <a:gd name="T7" fmla="*/ 0 h 1818"/>
                <a:gd name="T8" fmla="*/ 0 w 94"/>
                <a:gd name="T9" fmla="*/ 14 h 1818"/>
                <a:gd name="T10" fmla="*/ 0 w 94"/>
                <a:gd name="T11" fmla="*/ 14 h 1818"/>
                <a:gd name="T12" fmla="*/ 0 w 94"/>
                <a:gd name="T13" fmla="*/ 14 h 1818"/>
                <a:gd name="T14" fmla="*/ 0 w 94"/>
                <a:gd name="T15" fmla="*/ 14 h 1818"/>
                <a:gd name="T16" fmla="*/ 0 w 94"/>
                <a:gd name="T17" fmla="*/ 14 h 1818"/>
                <a:gd name="T18" fmla="*/ 0 w 94"/>
                <a:gd name="T19" fmla="*/ 15 h 1818"/>
                <a:gd name="T20" fmla="*/ 0 w 94"/>
                <a:gd name="T21" fmla="*/ 15 h 1818"/>
                <a:gd name="T22" fmla="*/ 1 w 94"/>
                <a:gd name="T23" fmla="*/ 15 h 1818"/>
                <a:gd name="T24" fmla="*/ 1 w 94"/>
                <a:gd name="T25" fmla="*/ 14 h 1818"/>
                <a:gd name="T26" fmla="*/ 1 w 94"/>
                <a:gd name="T27" fmla="*/ 14 h 1818"/>
                <a:gd name="T28" fmla="*/ 1 w 94"/>
                <a:gd name="T29" fmla="*/ 14 h 1818"/>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94"/>
                <a:gd name="T46" fmla="*/ 0 h 1818"/>
                <a:gd name="T47" fmla="*/ 94 w 94"/>
                <a:gd name="T48" fmla="*/ 1818 h 1818"/>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94" h="1818">
                  <a:moveTo>
                    <a:pt x="94" y="1771"/>
                  </a:moveTo>
                  <a:lnTo>
                    <a:pt x="94" y="1771"/>
                  </a:lnTo>
                  <a:lnTo>
                    <a:pt x="94" y="0"/>
                  </a:lnTo>
                  <a:lnTo>
                    <a:pt x="0" y="0"/>
                  </a:lnTo>
                  <a:lnTo>
                    <a:pt x="0" y="1771"/>
                  </a:lnTo>
                  <a:lnTo>
                    <a:pt x="3" y="1791"/>
                  </a:lnTo>
                  <a:lnTo>
                    <a:pt x="15" y="1806"/>
                  </a:lnTo>
                  <a:lnTo>
                    <a:pt x="29" y="1814"/>
                  </a:lnTo>
                  <a:lnTo>
                    <a:pt x="47" y="1818"/>
                  </a:lnTo>
                  <a:lnTo>
                    <a:pt x="64" y="1814"/>
                  </a:lnTo>
                  <a:lnTo>
                    <a:pt x="79" y="1806"/>
                  </a:lnTo>
                  <a:lnTo>
                    <a:pt x="90" y="1791"/>
                  </a:lnTo>
                  <a:lnTo>
                    <a:pt x="94" y="17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1102" name="Freeform 44"/>
            <p:cNvSpPr>
              <a:spLocks/>
            </p:cNvSpPr>
            <p:nvPr/>
          </p:nvSpPr>
          <p:spPr bwMode="auto">
            <a:xfrm>
              <a:off x="868" y="2067"/>
              <a:ext cx="90" cy="160"/>
            </a:xfrm>
            <a:custGeom>
              <a:avLst/>
              <a:gdLst>
                <a:gd name="T0" fmla="*/ 3 w 449"/>
                <a:gd name="T1" fmla="*/ 6 h 803"/>
                <a:gd name="T2" fmla="*/ 3 w 449"/>
                <a:gd name="T3" fmla="*/ 6 h 803"/>
                <a:gd name="T4" fmla="*/ 3 w 449"/>
                <a:gd name="T5" fmla="*/ 5 h 803"/>
                <a:gd name="T6" fmla="*/ 3 w 449"/>
                <a:gd name="T7" fmla="*/ 5 h 803"/>
                <a:gd name="T8" fmla="*/ 3 w 449"/>
                <a:gd name="T9" fmla="*/ 5 h 803"/>
                <a:gd name="T10" fmla="*/ 2 w 449"/>
                <a:gd name="T11" fmla="*/ 5 h 803"/>
                <a:gd name="T12" fmla="*/ 2 w 449"/>
                <a:gd name="T13" fmla="*/ 4 h 803"/>
                <a:gd name="T14" fmla="*/ 2 w 449"/>
                <a:gd name="T15" fmla="*/ 4 h 803"/>
                <a:gd name="T16" fmla="*/ 2 w 449"/>
                <a:gd name="T17" fmla="*/ 4 h 803"/>
                <a:gd name="T18" fmla="*/ 2 w 449"/>
                <a:gd name="T19" fmla="*/ 3 h 803"/>
                <a:gd name="T20" fmla="*/ 1 w 449"/>
                <a:gd name="T21" fmla="*/ 3 h 803"/>
                <a:gd name="T22" fmla="*/ 1 w 449"/>
                <a:gd name="T23" fmla="*/ 2 h 803"/>
                <a:gd name="T24" fmla="*/ 1 w 449"/>
                <a:gd name="T25" fmla="*/ 2 h 803"/>
                <a:gd name="T26" fmla="*/ 1 w 449"/>
                <a:gd name="T27" fmla="*/ 2 h 803"/>
                <a:gd name="T28" fmla="*/ 1 w 449"/>
                <a:gd name="T29" fmla="*/ 1 h 803"/>
                <a:gd name="T30" fmla="*/ 1 w 449"/>
                <a:gd name="T31" fmla="*/ 1 h 803"/>
                <a:gd name="T32" fmla="*/ 1 w 449"/>
                <a:gd name="T33" fmla="*/ 0 h 803"/>
                <a:gd name="T34" fmla="*/ 1 w 449"/>
                <a:gd name="T35" fmla="*/ 0 h 803"/>
                <a:gd name="T36" fmla="*/ 0 w 449"/>
                <a:gd name="T37" fmla="*/ 0 h 803"/>
                <a:gd name="T38" fmla="*/ 0 w 449"/>
                <a:gd name="T39" fmla="*/ 0 h 803"/>
                <a:gd name="T40" fmla="*/ 0 w 449"/>
                <a:gd name="T41" fmla="*/ 1 h 803"/>
                <a:gd name="T42" fmla="*/ 0 w 449"/>
                <a:gd name="T43" fmla="*/ 1 h 803"/>
                <a:gd name="T44" fmla="*/ 0 w 449"/>
                <a:gd name="T45" fmla="*/ 2 h 803"/>
                <a:gd name="T46" fmla="*/ 0 w 449"/>
                <a:gd name="T47" fmla="*/ 2 h 803"/>
                <a:gd name="T48" fmla="*/ 0 w 449"/>
                <a:gd name="T49" fmla="*/ 3 h 803"/>
                <a:gd name="T50" fmla="*/ 1 w 449"/>
                <a:gd name="T51" fmla="*/ 3 h 803"/>
                <a:gd name="T52" fmla="*/ 1 w 449"/>
                <a:gd name="T53" fmla="*/ 4 h 803"/>
                <a:gd name="T54" fmla="*/ 1 w 449"/>
                <a:gd name="T55" fmla="*/ 4 h 803"/>
                <a:gd name="T56" fmla="*/ 1 w 449"/>
                <a:gd name="T57" fmla="*/ 4 h 803"/>
                <a:gd name="T58" fmla="*/ 2 w 449"/>
                <a:gd name="T59" fmla="*/ 5 h 803"/>
                <a:gd name="T60" fmla="*/ 2 w 449"/>
                <a:gd name="T61" fmla="*/ 5 h 803"/>
                <a:gd name="T62" fmla="*/ 2 w 449"/>
                <a:gd name="T63" fmla="*/ 5 h 803"/>
                <a:gd name="T64" fmla="*/ 2 w 449"/>
                <a:gd name="T65" fmla="*/ 6 h 803"/>
                <a:gd name="T66" fmla="*/ 3 w 449"/>
                <a:gd name="T67" fmla="*/ 6 h 803"/>
                <a:gd name="T68" fmla="*/ 3 w 449"/>
                <a:gd name="T69" fmla="*/ 6 h 803"/>
                <a:gd name="T70" fmla="*/ 3 w 449"/>
                <a:gd name="T71" fmla="*/ 6 h 803"/>
                <a:gd name="T72" fmla="*/ 3 w 449"/>
                <a:gd name="T73" fmla="*/ 6 h 803"/>
                <a:gd name="T74" fmla="*/ 3 w 449"/>
                <a:gd name="T75" fmla="*/ 6 h 803"/>
                <a:gd name="T76" fmla="*/ 3 w 449"/>
                <a:gd name="T77" fmla="*/ 6 h 803"/>
                <a:gd name="T78" fmla="*/ 3 w 449"/>
                <a:gd name="T79" fmla="*/ 6 h 803"/>
                <a:gd name="T80" fmla="*/ 4 w 449"/>
                <a:gd name="T81" fmla="*/ 6 h 803"/>
                <a:gd name="T82" fmla="*/ 4 w 449"/>
                <a:gd name="T83" fmla="*/ 6 h 803"/>
                <a:gd name="T84" fmla="*/ 4 w 449"/>
                <a:gd name="T85" fmla="*/ 6 h 803"/>
                <a:gd name="T86" fmla="*/ 4 w 449"/>
                <a:gd name="T87" fmla="*/ 6 h 803"/>
                <a:gd name="T88" fmla="*/ 3 w 449"/>
                <a:gd name="T89" fmla="*/ 6 h 803"/>
                <a:gd name="T90" fmla="*/ 3 w 449"/>
                <a:gd name="T91" fmla="*/ 6 h 80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449"/>
                <a:gd name="T139" fmla="*/ 0 h 803"/>
                <a:gd name="T140" fmla="*/ 449 w 449"/>
                <a:gd name="T141" fmla="*/ 803 h 80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449" h="803">
                  <a:moveTo>
                    <a:pt x="426" y="717"/>
                  </a:moveTo>
                  <a:lnTo>
                    <a:pt x="427" y="717"/>
                  </a:lnTo>
                  <a:lnTo>
                    <a:pt x="395" y="693"/>
                  </a:lnTo>
                  <a:lnTo>
                    <a:pt x="361" y="662"/>
                  </a:lnTo>
                  <a:lnTo>
                    <a:pt x="329" y="628"/>
                  </a:lnTo>
                  <a:lnTo>
                    <a:pt x="299" y="591"/>
                  </a:lnTo>
                  <a:lnTo>
                    <a:pt x="269" y="551"/>
                  </a:lnTo>
                  <a:lnTo>
                    <a:pt x="241" y="507"/>
                  </a:lnTo>
                  <a:lnTo>
                    <a:pt x="215" y="460"/>
                  </a:lnTo>
                  <a:lnTo>
                    <a:pt x="191" y="412"/>
                  </a:lnTo>
                  <a:lnTo>
                    <a:pt x="170" y="363"/>
                  </a:lnTo>
                  <a:lnTo>
                    <a:pt x="151" y="312"/>
                  </a:lnTo>
                  <a:lnTo>
                    <a:pt x="133" y="259"/>
                  </a:lnTo>
                  <a:lnTo>
                    <a:pt x="119" y="207"/>
                  </a:lnTo>
                  <a:lnTo>
                    <a:pt x="108" y="156"/>
                  </a:lnTo>
                  <a:lnTo>
                    <a:pt x="101" y="103"/>
                  </a:lnTo>
                  <a:lnTo>
                    <a:pt x="96" y="51"/>
                  </a:lnTo>
                  <a:lnTo>
                    <a:pt x="94" y="0"/>
                  </a:lnTo>
                  <a:lnTo>
                    <a:pt x="0" y="0"/>
                  </a:lnTo>
                  <a:lnTo>
                    <a:pt x="2" y="56"/>
                  </a:lnTo>
                  <a:lnTo>
                    <a:pt x="7" y="115"/>
                  </a:lnTo>
                  <a:lnTo>
                    <a:pt x="16" y="172"/>
                  </a:lnTo>
                  <a:lnTo>
                    <a:pt x="28" y="231"/>
                  </a:lnTo>
                  <a:lnTo>
                    <a:pt x="44" y="287"/>
                  </a:lnTo>
                  <a:lnTo>
                    <a:pt x="62" y="342"/>
                  </a:lnTo>
                  <a:lnTo>
                    <a:pt x="83" y="398"/>
                  </a:lnTo>
                  <a:lnTo>
                    <a:pt x="106" y="452"/>
                  </a:lnTo>
                  <a:lnTo>
                    <a:pt x="133" y="505"/>
                  </a:lnTo>
                  <a:lnTo>
                    <a:pt x="161" y="554"/>
                  </a:lnTo>
                  <a:lnTo>
                    <a:pt x="192" y="602"/>
                  </a:lnTo>
                  <a:lnTo>
                    <a:pt x="224" y="647"/>
                  </a:lnTo>
                  <a:lnTo>
                    <a:pt x="259" y="689"/>
                  </a:lnTo>
                  <a:lnTo>
                    <a:pt x="295" y="728"/>
                  </a:lnTo>
                  <a:lnTo>
                    <a:pt x="334" y="763"/>
                  </a:lnTo>
                  <a:lnTo>
                    <a:pt x="374" y="795"/>
                  </a:lnTo>
                  <a:lnTo>
                    <a:pt x="375" y="795"/>
                  </a:lnTo>
                  <a:lnTo>
                    <a:pt x="374" y="795"/>
                  </a:lnTo>
                  <a:lnTo>
                    <a:pt x="392" y="803"/>
                  </a:lnTo>
                  <a:lnTo>
                    <a:pt x="411" y="803"/>
                  </a:lnTo>
                  <a:lnTo>
                    <a:pt x="426" y="795"/>
                  </a:lnTo>
                  <a:lnTo>
                    <a:pt x="439" y="782"/>
                  </a:lnTo>
                  <a:lnTo>
                    <a:pt x="446" y="766"/>
                  </a:lnTo>
                  <a:lnTo>
                    <a:pt x="449" y="749"/>
                  </a:lnTo>
                  <a:lnTo>
                    <a:pt x="441" y="732"/>
                  </a:lnTo>
                  <a:lnTo>
                    <a:pt x="427" y="717"/>
                  </a:lnTo>
                  <a:lnTo>
                    <a:pt x="426" y="71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1103" name="Freeform 45"/>
            <p:cNvSpPr>
              <a:spLocks/>
            </p:cNvSpPr>
            <p:nvPr/>
          </p:nvSpPr>
          <p:spPr bwMode="auto">
            <a:xfrm>
              <a:off x="883" y="1673"/>
              <a:ext cx="379" cy="690"/>
            </a:xfrm>
            <a:custGeom>
              <a:avLst/>
              <a:gdLst>
                <a:gd name="T0" fmla="*/ 12 w 1897"/>
                <a:gd name="T1" fmla="*/ 6 h 3450"/>
                <a:gd name="T2" fmla="*/ 13 w 1897"/>
                <a:gd name="T3" fmla="*/ 7 h 3450"/>
                <a:gd name="T4" fmla="*/ 13 w 1897"/>
                <a:gd name="T5" fmla="*/ 7 h 3450"/>
                <a:gd name="T6" fmla="*/ 14 w 1897"/>
                <a:gd name="T7" fmla="*/ 8 h 3450"/>
                <a:gd name="T8" fmla="*/ 14 w 1897"/>
                <a:gd name="T9" fmla="*/ 9 h 3450"/>
                <a:gd name="T10" fmla="*/ 15 w 1897"/>
                <a:gd name="T11" fmla="*/ 10 h 3450"/>
                <a:gd name="T12" fmla="*/ 15 w 1897"/>
                <a:gd name="T13" fmla="*/ 11 h 3450"/>
                <a:gd name="T14" fmla="*/ 15 w 1897"/>
                <a:gd name="T15" fmla="*/ 11 h 3450"/>
                <a:gd name="T16" fmla="*/ 15 w 1897"/>
                <a:gd name="T17" fmla="*/ 12 h 3450"/>
                <a:gd name="T18" fmla="*/ 15 w 1897"/>
                <a:gd name="T19" fmla="*/ 26 h 3450"/>
                <a:gd name="T20" fmla="*/ 15 w 1897"/>
                <a:gd name="T21" fmla="*/ 26 h 3450"/>
                <a:gd name="T22" fmla="*/ 15 w 1897"/>
                <a:gd name="T23" fmla="*/ 27 h 3450"/>
                <a:gd name="T24" fmla="*/ 15 w 1897"/>
                <a:gd name="T25" fmla="*/ 27 h 3450"/>
                <a:gd name="T26" fmla="*/ 14 w 1897"/>
                <a:gd name="T27" fmla="*/ 27 h 3450"/>
                <a:gd name="T28" fmla="*/ 14 w 1897"/>
                <a:gd name="T29" fmla="*/ 28 h 3450"/>
                <a:gd name="T30" fmla="*/ 13 w 1897"/>
                <a:gd name="T31" fmla="*/ 28 h 3450"/>
                <a:gd name="T32" fmla="*/ 13 w 1897"/>
                <a:gd name="T33" fmla="*/ 27 h 3450"/>
                <a:gd name="T34" fmla="*/ 3 w 1897"/>
                <a:gd name="T35" fmla="*/ 21 h 3450"/>
                <a:gd name="T36" fmla="*/ 2 w 1897"/>
                <a:gd name="T37" fmla="*/ 21 h 3450"/>
                <a:gd name="T38" fmla="*/ 2 w 1897"/>
                <a:gd name="T39" fmla="*/ 20 h 3450"/>
                <a:gd name="T40" fmla="*/ 1 w 1897"/>
                <a:gd name="T41" fmla="*/ 19 h 3450"/>
                <a:gd name="T42" fmla="*/ 1 w 1897"/>
                <a:gd name="T43" fmla="*/ 19 h 3450"/>
                <a:gd name="T44" fmla="*/ 0 w 1897"/>
                <a:gd name="T45" fmla="*/ 18 h 3450"/>
                <a:gd name="T46" fmla="*/ 0 w 1897"/>
                <a:gd name="T47" fmla="*/ 17 h 3450"/>
                <a:gd name="T48" fmla="*/ 0 w 1897"/>
                <a:gd name="T49" fmla="*/ 16 h 3450"/>
                <a:gd name="T50" fmla="*/ 0 w 1897"/>
                <a:gd name="T51" fmla="*/ 15 h 3450"/>
                <a:gd name="T52" fmla="*/ 0 w 1897"/>
                <a:gd name="T53" fmla="*/ 2 h 3450"/>
                <a:gd name="T54" fmla="*/ 0 w 1897"/>
                <a:gd name="T55" fmla="*/ 1 h 3450"/>
                <a:gd name="T56" fmla="*/ 0 w 1897"/>
                <a:gd name="T57" fmla="*/ 1 h 3450"/>
                <a:gd name="T58" fmla="*/ 1 w 1897"/>
                <a:gd name="T59" fmla="*/ 0 h 3450"/>
                <a:gd name="T60" fmla="*/ 1 w 1897"/>
                <a:gd name="T61" fmla="*/ 0 h 3450"/>
                <a:gd name="T62" fmla="*/ 1 w 1897"/>
                <a:gd name="T63" fmla="*/ 0 h 3450"/>
                <a:gd name="T64" fmla="*/ 2 w 1897"/>
                <a:gd name="T65" fmla="*/ 0 h 3450"/>
                <a:gd name="T66" fmla="*/ 3 w 1897"/>
                <a:gd name="T67" fmla="*/ 0 h 3450"/>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897"/>
                <a:gd name="T103" fmla="*/ 0 h 3450"/>
                <a:gd name="T104" fmla="*/ 1897 w 1897"/>
                <a:gd name="T105" fmla="*/ 3450 h 3450"/>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897" h="3450">
                  <a:moveTo>
                    <a:pt x="357" y="49"/>
                  </a:moveTo>
                  <a:lnTo>
                    <a:pt x="1542" y="806"/>
                  </a:lnTo>
                  <a:lnTo>
                    <a:pt x="1579" y="832"/>
                  </a:lnTo>
                  <a:lnTo>
                    <a:pt x="1614" y="861"/>
                  </a:lnTo>
                  <a:lnTo>
                    <a:pt x="1648" y="895"/>
                  </a:lnTo>
                  <a:lnTo>
                    <a:pt x="1681" y="933"/>
                  </a:lnTo>
                  <a:lnTo>
                    <a:pt x="1711" y="973"/>
                  </a:lnTo>
                  <a:lnTo>
                    <a:pt x="1740" y="1016"/>
                  </a:lnTo>
                  <a:lnTo>
                    <a:pt x="1768" y="1062"/>
                  </a:lnTo>
                  <a:lnTo>
                    <a:pt x="1793" y="1109"/>
                  </a:lnTo>
                  <a:lnTo>
                    <a:pt x="1816" y="1158"/>
                  </a:lnTo>
                  <a:lnTo>
                    <a:pt x="1836" y="1208"/>
                  </a:lnTo>
                  <a:lnTo>
                    <a:pt x="1854" y="1260"/>
                  </a:lnTo>
                  <a:lnTo>
                    <a:pt x="1869" y="1313"/>
                  </a:lnTo>
                  <a:lnTo>
                    <a:pt x="1881" y="1364"/>
                  </a:lnTo>
                  <a:lnTo>
                    <a:pt x="1890" y="1417"/>
                  </a:lnTo>
                  <a:lnTo>
                    <a:pt x="1895" y="1469"/>
                  </a:lnTo>
                  <a:lnTo>
                    <a:pt x="1897" y="1519"/>
                  </a:lnTo>
                  <a:lnTo>
                    <a:pt x="1897" y="3142"/>
                  </a:lnTo>
                  <a:lnTo>
                    <a:pt x="1895" y="3190"/>
                  </a:lnTo>
                  <a:lnTo>
                    <a:pt x="1890" y="3235"/>
                  </a:lnTo>
                  <a:lnTo>
                    <a:pt x="1881" y="3276"/>
                  </a:lnTo>
                  <a:lnTo>
                    <a:pt x="1869" y="3313"/>
                  </a:lnTo>
                  <a:lnTo>
                    <a:pt x="1854" y="3346"/>
                  </a:lnTo>
                  <a:lnTo>
                    <a:pt x="1836" y="3375"/>
                  </a:lnTo>
                  <a:lnTo>
                    <a:pt x="1816" y="3398"/>
                  </a:lnTo>
                  <a:lnTo>
                    <a:pt x="1793" y="3418"/>
                  </a:lnTo>
                  <a:lnTo>
                    <a:pt x="1768" y="3434"/>
                  </a:lnTo>
                  <a:lnTo>
                    <a:pt x="1740" y="3444"/>
                  </a:lnTo>
                  <a:lnTo>
                    <a:pt x="1711" y="3450"/>
                  </a:lnTo>
                  <a:lnTo>
                    <a:pt x="1681" y="3450"/>
                  </a:lnTo>
                  <a:lnTo>
                    <a:pt x="1648" y="3445"/>
                  </a:lnTo>
                  <a:lnTo>
                    <a:pt x="1614" y="3436"/>
                  </a:lnTo>
                  <a:lnTo>
                    <a:pt x="1579" y="3421"/>
                  </a:lnTo>
                  <a:lnTo>
                    <a:pt x="1542" y="3400"/>
                  </a:lnTo>
                  <a:lnTo>
                    <a:pt x="357" y="2643"/>
                  </a:lnTo>
                  <a:lnTo>
                    <a:pt x="320" y="2618"/>
                  </a:lnTo>
                  <a:lnTo>
                    <a:pt x="285" y="2588"/>
                  </a:lnTo>
                  <a:lnTo>
                    <a:pt x="251" y="2554"/>
                  </a:lnTo>
                  <a:lnTo>
                    <a:pt x="218" y="2517"/>
                  </a:lnTo>
                  <a:lnTo>
                    <a:pt x="187" y="2477"/>
                  </a:lnTo>
                  <a:lnTo>
                    <a:pt x="157" y="2433"/>
                  </a:lnTo>
                  <a:lnTo>
                    <a:pt x="130" y="2388"/>
                  </a:lnTo>
                  <a:lnTo>
                    <a:pt x="105" y="2341"/>
                  </a:lnTo>
                  <a:lnTo>
                    <a:pt x="81" y="2292"/>
                  </a:lnTo>
                  <a:lnTo>
                    <a:pt x="61" y="2241"/>
                  </a:lnTo>
                  <a:lnTo>
                    <a:pt x="44" y="2190"/>
                  </a:lnTo>
                  <a:lnTo>
                    <a:pt x="29" y="2138"/>
                  </a:lnTo>
                  <a:lnTo>
                    <a:pt x="17" y="2085"/>
                  </a:lnTo>
                  <a:lnTo>
                    <a:pt x="7" y="2033"/>
                  </a:lnTo>
                  <a:lnTo>
                    <a:pt x="3" y="1981"/>
                  </a:lnTo>
                  <a:lnTo>
                    <a:pt x="0" y="1931"/>
                  </a:lnTo>
                  <a:lnTo>
                    <a:pt x="0" y="308"/>
                  </a:lnTo>
                  <a:lnTo>
                    <a:pt x="3" y="260"/>
                  </a:lnTo>
                  <a:lnTo>
                    <a:pt x="7" y="215"/>
                  </a:lnTo>
                  <a:lnTo>
                    <a:pt x="17" y="174"/>
                  </a:lnTo>
                  <a:lnTo>
                    <a:pt x="29" y="137"/>
                  </a:lnTo>
                  <a:lnTo>
                    <a:pt x="44" y="104"/>
                  </a:lnTo>
                  <a:lnTo>
                    <a:pt x="61" y="76"/>
                  </a:lnTo>
                  <a:lnTo>
                    <a:pt x="81" y="51"/>
                  </a:lnTo>
                  <a:lnTo>
                    <a:pt x="105" y="31"/>
                  </a:lnTo>
                  <a:lnTo>
                    <a:pt x="130" y="16"/>
                  </a:lnTo>
                  <a:lnTo>
                    <a:pt x="157" y="5"/>
                  </a:lnTo>
                  <a:lnTo>
                    <a:pt x="187" y="0"/>
                  </a:lnTo>
                  <a:lnTo>
                    <a:pt x="218" y="0"/>
                  </a:lnTo>
                  <a:lnTo>
                    <a:pt x="251" y="3"/>
                  </a:lnTo>
                  <a:lnTo>
                    <a:pt x="285" y="14"/>
                  </a:lnTo>
                  <a:lnTo>
                    <a:pt x="320" y="29"/>
                  </a:lnTo>
                  <a:lnTo>
                    <a:pt x="357" y="49"/>
                  </a:lnTo>
                  <a:close/>
                </a:path>
              </a:pathLst>
            </a:custGeom>
            <a:solidFill>
              <a:srgbClr val="BFBFB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1104" name="Freeform 46"/>
            <p:cNvSpPr>
              <a:spLocks/>
            </p:cNvSpPr>
            <p:nvPr/>
          </p:nvSpPr>
          <p:spPr bwMode="auto">
            <a:xfrm>
              <a:off x="1268" y="1663"/>
              <a:ext cx="393" cy="711"/>
            </a:xfrm>
            <a:custGeom>
              <a:avLst/>
              <a:gdLst>
                <a:gd name="T0" fmla="*/ 3 w 1962"/>
                <a:gd name="T1" fmla="*/ 7 h 3555"/>
                <a:gd name="T2" fmla="*/ 2 w 1962"/>
                <a:gd name="T3" fmla="*/ 7 h 3555"/>
                <a:gd name="T4" fmla="*/ 2 w 1962"/>
                <a:gd name="T5" fmla="*/ 8 h 3555"/>
                <a:gd name="T6" fmla="*/ 1 w 1962"/>
                <a:gd name="T7" fmla="*/ 8 h 3555"/>
                <a:gd name="T8" fmla="*/ 1 w 1962"/>
                <a:gd name="T9" fmla="*/ 9 h 3555"/>
                <a:gd name="T10" fmla="*/ 1 w 1962"/>
                <a:gd name="T11" fmla="*/ 10 h 3555"/>
                <a:gd name="T12" fmla="*/ 0 w 1962"/>
                <a:gd name="T13" fmla="*/ 11 h 3555"/>
                <a:gd name="T14" fmla="*/ 0 w 1962"/>
                <a:gd name="T15" fmla="*/ 12 h 3555"/>
                <a:gd name="T16" fmla="*/ 0 w 1962"/>
                <a:gd name="T17" fmla="*/ 13 h 3555"/>
                <a:gd name="T18" fmla="*/ 0 w 1962"/>
                <a:gd name="T19" fmla="*/ 26 h 3555"/>
                <a:gd name="T20" fmla="*/ 0 w 1962"/>
                <a:gd name="T21" fmla="*/ 27 h 3555"/>
                <a:gd name="T22" fmla="*/ 0 w 1962"/>
                <a:gd name="T23" fmla="*/ 28 h 3555"/>
                <a:gd name="T24" fmla="*/ 1 w 1962"/>
                <a:gd name="T25" fmla="*/ 28 h 3555"/>
                <a:gd name="T26" fmla="*/ 1 w 1962"/>
                <a:gd name="T27" fmla="*/ 28 h 3555"/>
                <a:gd name="T28" fmla="*/ 2 w 1962"/>
                <a:gd name="T29" fmla="*/ 28 h 3555"/>
                <a:gd name="T30" fmla="*/ 2 w 1962"/>
                <a:gd name="T31" fmla="*/ 28 h 3555"/>
                <a:gd name="T32" fmla="*/ 3 w 1962"/>
                <a:gd name="T33" fmla="*/ 28 h 3555"/>
                <a:gd name="T34" fmla="*/ 13 w 1962"/>
                <a:gd name="T35" fmla="*/ 22 h 3555"/>
                <a:gd name="T36" fmla="*/ 13 w 1962"/>
                <a:gd name="T37" fmla="*/ 21 h 3555"/>
                <a:gd name="T38" fmla="*/ 14 w 1962"/>
                <a:gd name="T39" fmla="*/ 21 h 3555"/>
                <a:gd name="T40" fmla="*/ 14 w 1962"/>
                <a:gd name="T41" fmla="*/ 20 h 3555"/>
                <a:gd name="T42" fmla="*/ 15 w 1962"/>
                <a:gd name="T43" fmla="*/ 19 h 3555"/>
                <a:gd name="T44" fmla="*/ 15 w 1962"/>
                <a:gd name="T45" fmla="*/ 18 h 3555"/>
                <a:gd name="T46" fmla="*/ 16 w 1962"/>
                <a:gd name="T47" fmla="*/ 18 h 3555"/>
                <a:gd name="T48" fmla="*/ 16 w 1962"/>
                <a:gd name="T49" fmla="*/ 17 h 3555"/>
                <a:gd name="T50" fmla="*/ 16 w 1962"/>
                <a:gd name="T51" fmla="*/ 16 h 3555"/>
                <a:gd name="T52" fmla="*/ 16 w 1962"/>
                <a:gd name="T53" fmla="*/ 2 h 3555"/>
                <a:gd name="T54" fmla="*/ 16 w 1962"/>
                <a:gd name="T55" fmla="*/ 1 h 3555"/>
                <a:gd name="T56" fmla="*/ 15 w 1962"/>
                <a:gd name="T57" fmla="*/ 1 h 3555"/>
                <a:gd name="T58" fmla="*/ 15 w 1962"/>
                <a:gd name="T59" fmla="*/ 0 h 3555"/>
                <a:gd name="T60" fmla="*/ 15 w 1962"/>
                <a:gd name="T61" fmla="*/ 0 h 3555"/>
                <a:gd name="T62" fmla="*/ 14 w 1962"/>
                <a:gd name="T63" fmla="*/ 0 h 3555"/>
                <a:gd name="T64" fmla="*/ 14 w 1962"/>
                <a:gd name="T65" fmla="*/ 0 h 3555"/>
                <a:gd name="T66" fmla="*/ 13 w 1962"/>
                <a:gd name="T67" fmla="*/ 0 h 3555"/>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962"/>
                <a:gd name="T103" fmla="*/ 0 h 3555"/>
                <a:gd name="T104" fmla="*/ 1962 w 1962"/>
                <a:gd name="T105" fmla="*/ 3555 h 3555"/>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962" h="3555">
                  <a:moveTo>
                    <a:pt x="1594" y="50"/>
                  </a:moveTo>
                  <a:lnTo>
                    <a:pt x="368" y="831"/>
                  </a:lnTo>
                  <a:lnTo>
                    <a:pt x="330" y="858"/>
                  </a:lnTo>
                  <a:lnTo>
                    <a:pt x="294" y="888"/>
                  </a:lnTo>
                  <a:lnTo>
                    <a:pt x="259" y="922"/>
                  </a:lnTo>
                  <a:lnTo>
                    <a:pt x="225" y="961"/>
                  </a:lnTo>
                  <a:lnTo>
                    <a:pt x="193" y="1003"/>
                  </a:lnTo>
                  <a:lnTo>
                    <a:pt x="163" y="1047"/>
                  </a:lnTo>
                  <a:lnTo>
                    <a:pt x="133" y="1094"/>
                  </a:lnTo>
                  <a:lnTo>
                    <a:pt x="108" y="1143"/>
                  </a:lnTo>
                  <a:lnTo>
                    <a:pt x="84" y="1193"/>
                  </a:lnTo>
                  <a:lnTo>
                    <a:pt x="63" y="1246"/>
                  </a:lnTo>
                  <a:lnTo>
                    <a:pt x="44" y="1299"/>
                  </a:lnTo>
                  <a:lnTo>
                    <a:pt x="29" y="1353"/>
                  </a:lnTo>
                  <a:lnTo>
                    <a:pt x="16" y="1405"/>
                  </a:lnTo>
                  <a:lnTo>
                    <a:pt x="7" y="1459"/>
                  </a:lnTo>
                  <a:lnTo>
                    <a:pt x="2" y="1512"/>
                  </a:lnTo>
                  <a:lnTo>
                    <a:pt x="0" y="1565"/>
                  </a:lnTo>
                  <a:lnTo>
                    <a:pt x="0" y="3237"/>
                  </a:lnTo>
                  <a:lnTo>
                    <a:pt x="2" y="3287"/>
                  </a:lnTo>
                  <a:lnTo>
                    <a:pt x="7" y="3333"/>
                  </a:lnTo>
                  <a:lnTo>
                    <a:pt x="16" y="3375"/>
                  </a:lnTo>
                  <a:lnTo>
                    <a:pt x="29" y="3413"/>
                  </a:lnTo>
                  <a:lnTo>
                    <a:pt x="44" y="3447"/>
                  </a:lnTo>
                  <a:lnTo>
                    <a:pt x="63" y="3477"/>
                  </a:lnTo>
                  <a:lnTo>
                    <a:pt x="84" y="3502"/>
                  </a:lnTo>
                  <a:lnTo>
                    <a:pt x="108" y="3522"/>
                  </a:lnTo>
                  <a:lnTo>
                    <a:pt x="133" y="3538"/>
                  </a:lnTo>
                  <a:lnTo>
                    <a:pt x="163" y="3549"/>
                  </a:lnTo>
                  <a:lnTo>
                    <a:pt x="193" y="3555"/>
                  </a:lnTo>
                  <a:lnTo>
                    <a:pt x="225" y="3555"/>
                  </a:lnTo>
                  <a:lnTo>
                    <a:pt x="259" y="3550"/>
                  </a:lnTo>
                  <a:lnTo>
                    <a:pt x="294" y="3541"/>
                  </a:lnTo>
                  <a:lnTo>
                    <a:pt x="330" y="3524"/>
                  </a:lnTo>
                  <a:lnTo>
                    <a:pt x="368" y="3503"/>
                  </a:lnTo>
                  <a:lnTo>
                    <a:pt x="1594" y="2722"/>
                  </a:lnTo>
                  <a:lnTo>
                    <a:pt x="1632" y="2696"/>
                  </a:lnTo>
                  <a:lnTo>
                    <a:pt x="1668" y="2665"/>
                  </a:lnTo>
                  <a:lnTo>
                    <a:pt x="1703" y="2631"/>
                  </a:lnTo>
                  <a:lnTo>
                    <a:pt x="1737" y="2592"/>
                  </a:lnTo>
                  <a:lnTo>
                    <a:pt x="1769" y="2551"/>
                  </a:lnTo>
                  <a:lnTo>
                    <a:pt x="1799" y="2506"/>
                  </a:lnTo>
                  <a:lnTo>
                    <a:pt x="1829" y="2460"/>
                  </a:lnTo>
                  <a:lnTo>
                    <a:pt x="1854" y="2411"/>
                  </a:lnTo>
                  <a:lnTo>
                    <a:pt x="1878" y="2361"/>
                  </a:lnTo>
                  <a:lnTo>
                    <a:pt x="1899" y="2308"/>
                  </a:lnTo>
                  <a:lnTo>
                    <a:pt x="1918" y="2256"/>
                  </a:lnTo>
                  <a:lnTo>
                    <a:pt x="1933" y="2202"/>
                  </a:lnTo>
                  <a:lnTo>
                    <a:pt x="1946" y="2149"/>
                  </a:lnTo>
                  <a:lnTo>
                    <a:pt x="1955" y="2095"/>
                  </a:lnTo>
                  <a:lnTo>
                    <a:pt x="1960" y="2042"/>
                  </a:lnTo>
                  <a:lnTo>
                    <a:pt x="1962" y="1989"/>
                  </a:lnTo>
                  <a:lnTo>
                    <a:pt x="1962" y="319"/>
                  </a:lnTo>
                  <a:lnTo>
                    <a:pt x="1960" y="269"/>
                  </a:lnTo>
                  <a:lnTo>
                    <a:pt x="1955" y="223"/>
                  </a:lnTo>
                  <a:lnTo>
                    <a:pt x="1946" y="180"/>
                  </a:lnTo>
                  <a:lnTo>
                    <a:pt x="1933" y="143"/>
                  </a:lnTo>
                  <a:lnTo>
                    <a:pt x="1918" y="109"/>
                  </a:lnTo>
                  <a:lnTo>
                    <a:pt x="1899" y="79"/>
                  </a:lnTo>
                  <a:lnTo>
                    <a:pt x="1878" y="54"/>
                  </a:lnTo>
                  <a:lnTo>
                    <a:pt x="1854" y="33"/>
                  </a:lnTo>
                  <a:lnTo>
                    <a:pt x="1829" y="17"/>
                  </a:lnTo>
                  <a:lnTo>
                    <a:pt x="1799" y="7"/>
                  </a:lnTo>
                  <a:lnTo>
                    <a:pt x="1769" y="0"/>
                  </a:lnTo>
                  <a:lnTo>
                    <a:pt x="1737" y="0"/>
                  </a:lnTo>
                  <a:lnTo>
                    <a:pt x="1703" y="4"/>
                  </a:lnTo>
                  <a:lnTo>
                    <a:pt x="1668" y="14"/>
                  </a:lnTo>
                  <a:lnTo>
                    <a:pt x="1632" y="29"/>
                  </a:lnTo>
                  <a:lnTo>
                    <a:pt x="1594" y="50"/>
                  </a:lnTo>
                  <a:close/>
                </a:path>
              </a:pathLst>
            </a:custGeom>
            <a:solidFill>
              <a:srgbClr val="E5E5E5"/>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1105" name="Freeform 47"/>
            <p:cNvSpPr>
              <a:spLocks noEditPoints="1"/>
            </p:cNvSpPr>
            <p:nvPr/>
          </p:nvSpPr>
          <p:spPr bwMode="auto">
            <a:xfrm>
              <a:off x="916" y="1589"/>
              <a:ext cx="697" cy="698"/>
            </a:xfrm>
            <a:custGeom>
              <a:avLst/>
              <a:gdLst>
                <a:gd name="T0" fmla="*/ 16 w 3485"/>
                <a:gd name="T1" fmla="*/ 0 h 3490"/>
                <a:gd name="T2" fmla="*/ 17 w 3485"/>
                <a:gd name="T3" fmla="*/ 2 h 3490"/>
                <a:gd name="T4" fmla="*/ 17 w 3485"/>
                <a:gd name="T5" fmla="*/ 3 h 3490"/>
                <a:gd name="T6" fmla="*/ 14 w 3485"/>
                <a:gd name="T7" fmla="*/ 4 h 3490"/>
                <a:gd name="T8" fmla="*/ 12 w 3485"/>
                <a:gd name="T9" fmla="*/ 4 h 3490"/>
                <a:gd name="T10" fmla="*/ 11 w 3485"/>
                <a:gd name="T11" fmla="*/ 2 h 3490"/>
                <a:gd name="T12" fmla="*/ 11 w 3485"/>
                <a:gd name="T13" fmla="*/ 1 h 3490"/>
                <a:gd name="T14" fmla="*/ 14 w 3485"/>
                <a:gd name="T15" fmla="*/ 0 h 3490"/>
                <a:gd name="T16" fmla="*/ 3 w 3485"/>
                <a:gd name="T17" fmla="*/ 7 h 3490"/>
                <a:gd name="T18" fmla="*/ 4 w 3485"/>
                <a:gd name="T19" fmla="*/ 9 h 3490"/>
                <a:gd name="T20" fmla="*/ 3 w 3485"/>
                <a:gd name="T21" fmla="*/ 12 h 3490"/>
                <a:gd name="T22" fmla="*/ 2 w 3485"/>
                <a:gd name="T23" fmla="*/ 13 h 3490"/>
                <a:gd name="T24" fmla="*/ 1 w 3485"/>
                <a:gd name="T25" fmla="*/ 12 h 3490"/>
                <a:gd name="T26" fmla="*/ 0 w 3485"/>
                <a:gd name="T27" fmla="*/ 10 h 3490"/>
                <a:gd name="T28" fmla="*/ 0 w 3485"/>
                <a:gd name="T29" fmla="*/ 8 h 3490"/>
                <a:gd name="T30" fmla="*/ 2 w 3485"/>
                <a:gd name="T31" fmla="*/ 6 h 3490"/>
                <a:gd name="T32" fmla="*/ 10 w 3485"/>
                <a:gd name="T33" fmla="*/ 20 h 3490"/>
                <a:gd name="T34" fmla="*/ 11 w 3485"/>
                <a:gd name="T35" fmla="*/ 22 h 3490"/>
                <a:gd name="T36" fmla="*/ 11 w 3485"/>
                <a:gd name="T37" fmla="*/ 25 h 3490"/>
                <a:gd name="T38" fmla="*/ 10 w 3485"/>
                <a:gd name="T39" fmla="*/ 27 h 3490"/>
                <a:gd name="T40" fmla="*/ 8 w 3485"/>
                <a:gd name="T41" fmla="*/ 26 h 3490"/>
                <a:gd name="T42" fmla="*/ 7 w 3485"/>
                <a:gd name="T43" fmla="*/ 24 h 3490"/>
                <a:gd name="T44" fmla="*/ 7 w 3485"/>
                <a:gd name="T45" fmla="*/ 22 h 3490"/>
                <a:gd name="T46" fmla="*/ 8 w 3485"/>
                <a:gd name="T47" fmla="*/ 20 h 3490"/>
                <a:gd name="T48" fmla="*/ 20 w 3485"/>
                <a:gd name="T49" fmla="*/ 21 h 3490"/>
                <a:gd name="T50" fmla="*/ 21 w 3485"/>
                <a:gd name="T51" fmla="*/ 23 h 3490"/>
                <a:gd name="T52" fmla="*/ 21 w 3485"/>
                <a:gd name="T53" fmla="*/ 26 h 3490"/>
                <a:gd name="T54" fmla="*/ 20 w 3485"/>
                <a:gd name="T55" fmla="*/ 28 h 3490"/>
                <a:gd name="T56" fmla="*/ 18 w 3485"/>
                <a:gd name="T57" fmla="*/ 28 h 3490"/>
                <a:gd name="T58" fmla="*/ 17 w 3485"/>
                <a:gd name="T59" fmla="*/ 26 h 3490"/>
                <a:gd name="T60" fmla="*/ 17 w 3485"/>
                <a:gd name="T61" fmla="*/ 23 h 3490"/>
                <a:gd name="T62" fmla="*/ 18 w 3485"/>
                <a:gd name="T63" fmla="*/ 21 h 3490"/>
                <a:gd name="T64" fmla="*/ 19 w 3485"/>
                <a:gd name="T65" fmla="*/ 11 h 3490"/>
                <a:gd name="T66" fmla="*/ 20 w 3485"/>
                <a:gd name="T67" fmla="*/ 13 h 3490"/>
                <a:gd name="T68" fmla="*/ 21 w 3485"/>
                <a:gd name="T69" fmla="*/ 15 h 3490"/>
                <a:gd name="T70" fmla="*/ 20 w 3485"/>
                <a:gd name="T71" fmla="*/ 17 h 3490"/>
                <a:gd name="T72" fmla="*/ 18 w 3485"/>
                <a:gd name="T73" fmla="*/ 17 h 3490"/>
                <a:gd name="T74" fmla="*/ 17 w 3485"/>
                <a:gd name="T75" fmla="*/ 16 h 3490"/>
                <a:gd name="T76" fmla="*/ 17 w 3485"/>
                <a:gd name="T77" fmla="*/ 13 h 3490"/>
                <a:gd name="T78" fmla="*/ 18 w 3485"/>
                <a:gd name="T79" fmla="*/ 11 h 3490"/>
                <a:gd name="T80" fmla="*/ 26 w 3485"/>
                <a:gd name="T81" fmla="*/ 7 h 3490"/>
                <a:gd name="T82" fmla="*/ 27 w 3485"/>
                <a:gd name="T83" fmla="*/ 8 h 3490"/>
                <a:gd name="T84" fmla="*/ 27 w 3485"/>
                <a:gd name="T85" fmla="*/ 11 h 3490"/>
                <a:gd name="T86" fmla="*/ 26 w 3485"/>
                <a:gd name="T87" fmla="*/ 13 h 3490"/>
                <a:gd name="T88" fmla="*/ 25 w 3485"/>
                <a:gd name="T89" fmla="*/ 13 h 3490"/>
                <a:gd name="T90" fmla="*/ 24 w 3485"/>
                <a:gd name="T91" fmla="*/ 12 h 3490"/>
                <a:gd name="T92" fmla="*/ 24 w 3485"/>
                <a:gd name="T93" fmla="*/ 9 h 3490"/>
                <a:gd name="T94" fmla="*/ 24 w 3485"/>
                <a:gd name="T95" fmla="*/ 7 h 3490"/>
                <a:gd name="T96" fmla="*/ 26 w 3485"/>
                <a:gd name="T97" fmla="*/ 17 h 3490"/>
                <a:gd name="T98" fmla="*/ 27 w 3485"/>
                <a:gd name="T99" fmla="*/ 18 h 3490"/>
                <a:gd name="T100" fmla="*/ 28 w 3485"/>
                <a:gd name="T101" fmla="*/ 21 h 3490"/>
                <a:gd name="T102" fmla="*/ 27 w 3485"/>
                <a:gd name="T103" fmla="*/ 23 h 3490"/>
                <a:gd name="T104" fmla="*/ 26 w 3485"/>
                <a:gd name="T105" fmla="*/ 24 h 3490"/>
                <a:gd name="T106" fmla="*/ 24 w 3485"/>
                <a:gd name="T107" fmla="*/ 23 h 3490"/>
                <a:gd name="T108" fmla="*/ 24 w 3485"/>
                <a:gd name="T109" fmla="*/ 20 h 3490"/>
                <a:gd name="T110" fmla="*/ 25 w 3485"/>
                <a:gd name="T111" fmla="*/ 18 h 3490"/>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w 3485"/>
                <a:gd name="T169" fmla="*/ 0 h 3490"/>
                <a:gd name="T170" fmla="*/ 3485 w 3485"/>
                <a:gd name="T171" fmla="*/ 3490 h 3490"/>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T168" t="T169" r="T170" b="T171"/>
              <a:pathLst>
                <a:path w="3485" h="3490">
                  <a:moveTo>
                    <a:pt x="1754" y="0"/>
                  </a:moveTo>
                  <a:lnTo>
                    <a:pt x="1797" y="2"/>
                  </a:lnTo>
                  <a:lnTo>
                    <a:pt x="1840" y="5"/>
                  </a:lnTo>
                  <a:lnTo>
                    <a:pt x="1881" y="12"/>
                  </a:lnTo>
                  <a:lnTo>
                    <a:pt x="1921" y="20"/>
                  </a:lnTo>
                  <a:lnTo>
                    <a:pt x="1959" y="31"/>
                  </a:lnTo>
                  <a:lnTo>
                    <a:pt x="1994" y="44"/>
                  </a:lnTo>
                  <a:lnTo>
                    <a:pt x="2028" y="59"/>
                  </a:lnTo>
                  <a:lnTo>
                    <a:pt x="2058" y="74"/>
                  </a:lnTo>
                  <a:lnTo>
                    <a:pt x="2086" y="93"/>
                  </a:lnTo>
                  <a:lnTo>
                    <a:pt x="2111" y="113"/>
                  </a:lnTo>
                  <a:lnTo>
                    <a:pt x="2132" y="133"/>
                  </a:lnTo>
                  <a:lnTo>
                    <a:pt x="2151" y="155"/>
                  </a:lnTo>
                  <a:lnTo>
                    <a:pt x="2165" y="179"/>
                  </a:lnTo>
                  <a:lnTo>
                    <a:pt x="2175" y="203"/>
                  </a:lnTo>
                  <a:lnTo>
                    <a:pt x="2182" y="229"/>
                  </a:lnTo>
                  <a:lnTo>
                    <a:pt x="2185" y="255"/>
                  </a:lnTo>
                  <a:lnTo>
                    <a:pt x="2182" y="281"/>
                  </a:lnTo>
                  <a:lnTo>
                    <a:pt x="2175" y="305"/>
                  </a:lnTo>
                  <a:lnTo>
                    <a:pt x="2165" y="330"/>
                  </a:lnTo>
                  <a:lnTo>
                    <a:pt x="2151" y="353"/>
                  </a:lnTo>
                  <a:lnTo>
                    <a:pt x="2132" y="376"/>
                  </a:lnTo>
                  <a:lnTo>
                    <a:pt x="2111" y="397"/>
                  </a:lnTo>
                  <a:lnTo>
                    <a:pt x="2086" y="417"/>
                  </a:lnTo>
                  <a:lnTo>
                    <a:pt x="2058" y="434"/>
                  </a:lnTo>
                  <a:lnTo>
                    <a:pt x="2028" y="451"/>
                  </a:lnTo>
                  <a:lnTo>
                    <a:pt x="1994" y="466"/>
                  </a:lnTo>
                  <a:lnTo>
                    <a:pt x="1959" y="479"/>
                  </a:lnTo>
                  <a:lnTo>
                    <a:pt x="1921" y="489"/>
                  </a:lnTo>
                  <a:lnTo>
                    <a:pt x="1881" y="498"/>
                  </a:lnTo>
                  <a:lnTo>
                    <a:pt x="1840" y="505"/>
                  </a:lnTo>
                  <a:lnTo>
                    <a:pt x="1797" y="508"/>
                  </a:lnTo>
                  <a:lnTo>
                    <a:pt x="1754" y="509"/>
                  </a:lnTo>
                  <a:lnTo>
                    <a:pt x="1710" y="508"/>
                  </a:lnTo>
                  <a:lnTo>
                    <a:pt x="1667" y="505"/>
                  </a:lnTo>
                  <a:lnTo>
                    <a:pt x="1626" y="498"/>
                  </a:lnTo>
                  <a:lnTo>
                    <a:pt x="1586" y="489"/>
                  </a:lnTo>
                  <a:lnTo>
                    <a:pt x="1548" y="479"/>
                  </a:lnTo>
                  <a:lnTo>
                    <a:pt x="1512" y="466"/>
                  </a:lnTo>
                  <a:lnTo>
                    <a:pt x="1479" y="451"/>
                  </a:lnTo>
                  <a:lnTo>
                    <a:pt x="1449" y="434"/>
                  </a:lnTo>
                  <a:lnTo>
                    <a:pt x="1421" y="417"/>
                  </a:lnTo>
                  <a:lnTo>
                    <a:pt x="1395" y="397"/>
                  </a:lnTo>
                  <a:lnTo>
                    <a:pt x="1374" y="376"/>
                  </a:lnTo>
                  <a:lnTo>
                    <a:pt x="1355" y="353"/>
                  </a:lnTo>
                  <a:lnTo>
                    <a:pt x="1341" y="330"/>
                  </a:lnTo>
                  <a:lnTo>
                    <a:pt x="1331" y="305"/>
                  </a:lnTo>
                  <a:lnTo>
                    <a:pt x="1324" y="281"/>
                  </a:lnTo>
                  <a:lnTo>
                    <a:pt x="1321" y="255"/>
                  </a:lnTo>
                  <a:lnTo>
                    <a:pt x="1324" y="229"/>
                  </a:lnTo>
                  <a:lnTo>
                    <a:pt x="1331" y="203"/>
                  </a:lnTo>
                  <a:lnTo>
                    <a:pt x="1341" y="179"/>
                  </a:lnTo>
                  <a:lnTo>
                    <a:pt x="1355" y="155"/>
                  </a:lnTo>
                  <a:lnTo>
                    <a:pt x="1374" y="133"/>
                  </a:lnTo>
                  <a:lnTo>
                    <a:pt x="1395" y="113"/>
                  </a:lnTo>
                  <a:lnTo>
                    <a:pt x="1421" y="93"/>
                  </a:lnTo>
                  <a:lnTo>
                    <a:pt x="1449" y="74"/>
                  </a:lnTo>
                  <a:lnTo>
                    <a:pt x="1479" y="59"/>
                  </a:lnTo>
                  <a:lnTo>
                    <a:pt x="1512" y="44"/>
                  </a:lnTo>
                  <a:lnTo>
                    <a:pt x="1548" y="31"/>
                  </a:lnTo>
                  <a:lnTo>
                    <a:pt x="1586" y="20"/>
                  </a:lnTo>
                  <a:lnTo>
                    <a:pt x="1626" y="12"/>
                  </a:lnTo>
                  <a:lnTo>
                    <a:pt x="1667" y="5"/>
                  </a:lnTo>
                  <a:lnTo>
                    <a:pt x="1710" y="2"/>
                  </a:lnTo>
                  <a:lnTo>
                    <a:pt x="1754" y="0"/>
                  </a:lnTo>
                  <a:close/>
                  <a:moveTo>
                    <a:pt x="239" y="786"/>
                  </a:moveTo>
                  <a:lnTo>
                    <a:pt x="263" y="788"/>
                  </a:lnTo>
                  <a:lnTo>
                    <a:pt x="287" y="794"/>
                  </a:lnTo>
                  <a:lnTo>
                    <a:pt x="309" y="805"/>
                  </a:lnTo>
                  <a:lnTo>
                    <a:pt x="331" y="819"/>
                  </a:lnTo>
                  <a:lnTo>
                    <a:pt x="352" y="836"/>
                  </a:lnTo>
                  <a:lnTo>
                    <a:pt x="372" y="857"/>
                  </a:lnTo>
                  <a:lnTo>
                    <a:pt x="390" y="882"/>
                  </a:lnTo>
                  <a:lnTo>
                    <a:pt x="407" y="909"/>
                  </a:lnTo>
                  <a:lnTo>
                    <a:pt x="423" y="940"/>
                  </a:lnTo>
                  <a:lnTo>
                    <a:pt x="437" y="971"/>
                  </a:lnTo>
                  <a:lnTo>
                    <a:pt x="448" y="1006"/>
                  </a:lnTo>
                  <a:lnTo>
                    <a:pt x="459" y="1043"/>
                  </a:lnTo>
                  <a:lnTo>
                    <a:pt x="467" y="1081"/>
                  </a:lnTo>
                  <a:lnTo>
                    <a:pt x="473" y="1121"/>
                  </a:lnTo>
                  <a:lnTo>
                    <a:pt x="476" y="1163"/>
                  </a:lnTo>
                  <a:lnTo>
                    <a:pt x="478" y="1206"/>
                  </a:lnTo>
                  <a:lnTo>
                    <a:pt x="476" y="1248"/>
                  </a:lnTo>
                  <a:lnTo>
                    <a:pt x="473" y="1290"/>
                  </a:lnTo>
                  <a:lnTo>
                    <a:pt x="467" y="1330"/>
                  </a:lnTo>
                  <a:lnTo>
                    <a:pt x="459" y="1367"/>
                  </a:lnTo>
                  <a:lnTo>
                    <a:pt x="448" y="1405"/>
                  </a:lnTo>
                  <a:lnTo>
                    <a:pt x="437" y="1439"/>
                  </a:lnTo>
                  <a:lnTo>
                    <a:pt x="423" y="1472"/>
                  </a:lnTo>
                  <a:lnTo>
                    <a:pt x="407" y="1501"/>
                  </a:lnTo>
                  <a:lnTo>
                    <a:pt x="390" y="1528"/>
                  </a:lnTo>
                  <a:lnTo>
                    <a:pt x="372" y="1553"/>
                  </a:lnTo>
                  <a:lnTo>
                    <a:pt x="352" y="1574"/>
                  </a:lnTo>
                  <a:lnTo>
                    <a:pt x="331" y="1591"/>
                  </a:lnTo>
                  <a:lnTo>
                    <a:pt x="309" y="1605"/>
                  </a:lnTo>
                  <a:lnTo>
                    <a:pt x="287" y="1616"/>
                  </a:lnTo>
                  <a:lnTo>
                    <a:pt x="263" y="1622"/>
                  </a:lnTo>
                  <a:lnTo>
                    <a:pt x="239" y="1624"/>
                  </a:lnTo>
                  <a:lnTo>
                    <a:pt x="214" y="1622"/>
                  </a:lnTo>
                  <a:lnTo>
                    <a:pt x="191" y="1616"/>
                  </a:lnTo>
                  <a:lnTo>
                    <a:pt x="168" y="1605"/>
                  </a:lnTo>
                  <a:lnTo>
                    <a:pt x="146" y="1591"/>
                  </a:lnTo>
                  <a:lnTo>
                    <a:pt x="125" y="1574"/>
                  </a:lnTo>
                  <a:lnTo>
                    <a:pt x="105" y="1553"/>
                  </a:lnTo>
                  <a:lnTo>
                    <a:pt x="87" y="1528"/>
                  </a:lnTo>
                  <a:lnTo>
                    <a:pt x="70" y="1501"/>
                  </a:lnTo>
                  <a:lnTo>
                    <a:pt x="55" y="1472"/>
                  </a:lnTo>
                  <a:lnTo>
                    <a:pt x="41" y="1439"/>
                  </a:lnTo>
                  <a:lnTo>
                    <a:pt x="29" y="1405"/>
                  </a:lnTo>
                  <a:lnTo>
                    <a:pt x="18" y="1367"/>
                  </a:lnTo>
                  <a:lnTo>
                    <a:pt x="10" y="1330"/>
                  </a:lnTo>
                  <a:lnTo>
                    <a:pt x="4" y="1290"/>
                  </a:lnTo>
                  <a:lnTo>
                    <a:pt x="1" y="1248"/>
                  </a:lnTo>
                  <a:lnTo>
                    <a:pt x="0" y="1206"/>
                  </a:lnTo>
                  <a:lnTo>
                    <a:pt x="1" y="1163"/>
                  </a:lnTo>
                  <a:lnTo>
                    <a:pt x="4" y="1121"/>
                  </a:lnTo>
                  <a:lnTo>
                    <a:pt x="10" y="1081"/>
                  </a:lnTo>
                  <a:lnTo>
                    <a:pt x="18" y="1043"/>
                  </a:lnTo>
                  <a:lnTo>
                    <a:pt x="29" y="1006"/>
                  </a:lnTo>
                  <a:lnTo>
                    <a:pt x="41" y="971"/>
                  </a:lnTo>
                  <a:lnTo>
                    <a:pt x="55" y="940"/>
                  </a:lnTo>
                  <a:lnTo>
                    <a:pt x="70" y="909"/>
                  </a:lnTo>
                  <a:lnTo>
                    <a:pt x="87" y="882"/>
                  </a:lnTo>
                  <a:lnTo>
                    <a:pt x="105" y="857"/>
                  </a:lnTo>
                  <a:lnTo>
                    <a:pt x="125" y="836"/>
                  </a:lnTo>
                  <a:lnTo>
                    <a:pt x="146" y="819"/>
                  </a:lnTo>
                  <a:lnTo>
                    <a:pt x="168" y="805"/>
                  </a:lnTo>
                  <a:lnTo>
                    <a:pt x="191" y="794"/>
                  </a:lnTo>
                  <a:lnTo>
                    <a:pt x="214" y="788"/>
                  </a:lnTo>
                  <a:lnTo>
                    <a:pt x="239" y="786"/>
                  </a:lnTo>
                  <a:close/>
                  <a:moveTo>
                    <a:pt x="1119" y="2495"/>
                  </a:moveTo>
                  <a:lnTo>
                    <a:pt x="1143" y="2498"/>
                  </a:lnTo>
                  <a:lnTo>
                    <a:pt x="1167" y="2504"/>
                  </a:lnTo>
                  <a:lnTo>
                    <a:pt x="1190" y="2514"/>
                  </a:lnTo>
                  <a:lnTo>
                    <a:pt x="1211" y="2528"/>
                  </a:lnTo>
                  <a:lnTo>
                    <a:pt x="1232" y="2546"/>
                  </a:lnTo>
                  <a:lnTo>
                    <a:pt x="1252" y="2567"/>
                  </a:lnTo>
                  <a:lnTo>
                    <a:pt x="1271" y="2592"/>
                  </a:lnTo>
                  <a:lnTo>
                    <a:pt x="1288" y="2618"/>
                  </a:lnTo>
                  <a:lnTo>
                    <a:pt x="1304" y="2648"/>
                  </a:lnTo>
                  <a:lnTo>
                    <a:pt x="1318" y="2681"/>
                  </a:lnTo>
                  <a:lnTo>
                    <a:pt x="1329" y="2715"/>
                  </a:lnTo>
                  <a:lnTo>
                    <a:pt x="1340" y="2752"/>
                  </a:lnTo>
                  <a:lnTo>
                    <a:pt x="1348" y="2790"/>
                  </a:lnTo>
                  <a:lnTo>
                    <a:pt x="1354" y="2830"/>
                  </a:lnTo>
                  <a:lnTo>
                    <a:pt x="1358" y="2872"/>
                  </a:lnTo>
                  <a:lnTo>
                    <a:pt x="1359" y="2914"/>
                  </a:lnTo>
                  <a:lnTo>
                    <a:pt x="1358" y="2956"/>
                  </a:lnTo>
                  <a:lnTo>
                    <a:pt x="1354" y="2998"/>
                  </a:lnTo>
                  <a:lnTo>
                    <a:pt x="1348" y="3038"/>
                  </a:lnTo>
                  <a:lnTo>
                    <a:pt x="1340" y="3077"/>
                  </a:lnTo>
                  <a:lnTo>
                    <a:pt x="1329" y="3113"/>
                  </a:lnTo>
                  <a:lnTo>
                    <a:pt x="1318" y="3147"/>
                  </a:lnTo>
                  <a:lnTo>
                    <a:pt x="1304" y="3180"/>
                  </a:lnTo>
                  <a:lnTo>
                    <a:pt x="1288" y="3209"/>
                  </a:lnTo>
                  <a:lnTo>
                    <a:pt x="1271" y="3238"/>
                  </a:lnTo>
                  <a:lnTo>
                    <a:pt x="1252" y="3261"/>
                  </a:lnTo>
                  <a:lnTo>
                    <a:pt x="1232" y="3282"/>
                  </a:lnTo>
                  <a:lnTo>
                    <a:pt x="1211" y="3301"/>
                  </a:lnTo>
                  <a:lnTo>
                    <a:pt x="1190" y="3315"/>
                  </a:lnTo>
                  <a:lnTo>
                    <a:pt x="1167" y="3325"/>
                  </a:lnTo>
                  <a:lnTo>
                    <a:pt x="1143" y="3331"/>
                  </a:lnTo>
                  <a:lnTo>
                    <a:pt x="1119" y="3334"/>
                  </a:lnTo>
                  <a:lnTo>
                    <a:pt x="1094" y="3331"/>
                  </a:lnTo>
                  <a:lnTo>
                    <a:pt x="1070" y="3325"/>
                  </a:lnTo>
                  <a:lnTo>
                    <a:pt x="1048" y="3315"/>
                  </a:lnTo>
                  <a:lnTo>
                    <a:pt x="1026" y="3301"/>
                  </a:lnTo>
                  <a:lnTo>
                    <a:pt x="1005" y="3282"/>
                  </a:lnTo>
                  <a:lnTo>
                    <a:pt x="985" y="3261"/>
                  </a:lnTo>
                  <a:lnTo>
                    <a:pt x="967" y="3238"/>
                  </a:lnTo>
                  <a:lnTo>
                    <a:pt x="950" y="3209"/>
                  </a:lnTo>
                  <a:lnTo>
                    <a:pt x="935" y="3180"/>
                  </a:lnTo>
                  <a:lnTo>
                    <a:pt x="921" y="3147"/>
                  </a:lnTo>
                  <a:lnTo>
                    <a:pt x="909" y="3113"/>
                  </a:lnTo>
                  <a:lnTo>
                    <a:pt x="898" y="3077"/>
                  </a:lnTo>
                  <a:lnTo>
                    <a:pt x="890" y="3038"/>
                  </a:lnTo>
                  <a:lnTo>
                    <a:pt x="884" y="2998"/>
                  </a:lnTo>
                  <a:lnTo>
                    <a:pt x="881" y="2956"/>
                  </a:lnTo>
                  <a:lnTo>
                    <a:pt x="880" y="2914"/>
                  </a:lnTo>
                  <a:lnTo>
                    <a:pt x="881" y="2872"/>
                  </a:lnTo>
                  <a:lnTo>
                    <a:pt x="884" y="2830"/>
                  </a:lnTo>
                  <a:lnTo>
                    <a:pt x="890" y="2790"/>
                  </a:lnTo>
                  <a:lnTo>
                    <a:pt x="898" y="2752"/>
                  </a:lnTo>
                  <a:lnTo>
                    <a:pt x="909" y="2715"/>
                  </a:lnTo>
                  <a:lnTo>
                    <a:pt x="921" y="2681"/>
                  </a:lnTo>
                  <a:lnTo>
                    <a:pt x="935" y="2648"/>
                  </a:lnTo>
                  <a:lnTo>
                    <a:pt x="950" y="2618"/>
                  </a:lnTo>
                  <a:lnTo>
                    <a:pt x="967" y="2592"/>
                  </a:lnTo>
                  <a:lnTo>
                    <a:pt x="985" y="2567"/>
                  </a:lnTo>
                  <a:lnTo>
                    <a:pt x="1005" y="2546"/>
                  </a:lnTo>
                  <a:lnTo>
                    <a:pt x="1026" y="2528"/>
                  </a:lnTo>
                  <a:lnTo>
                    <a:pt x="1048" y="2514"/>
                  </a:lnTo>
                  <a:lnTo>
                    <a:pt x="1070" y="2504"/>
                  </a:lnTo>
                  <a:lnTo>
                    <a:pt x="1094" y="2498"/>
                  </a:lnTo>
                  <a:lnTo>
                    <a:pt x="1119" y="2495"/>
                  </a:lnTo>
                  <a:close/>
                  <a:moveTo>
                    <a:pt x="2380" y="2651"/>
                  </a:moveTo>
                  <a:lnTo>
                    <a:pt x="2405" y="2654"/>
                  </a:lnTo>
                  <a:lnTo>
                    <a:pt x="2428" y="2660"/>
                  </a:lnTo>
                  <a:lnTo>
                    <a:pt x="2452" y="2670"/>
                  </a:lnTo>
                  <a:lnTo>
                    <a:pt x="2473" y="2684"/>
                  </a:lnTo>
                  <a:lnTo>
                    <a:pt x="2494" y="2703"/>
                  </a:lnTo>
                  <a:lnTo>
                    <a:pt x="2514" y="2724"/>
                  </a:lnTo>
                  <a:lnTo>
                    <a:pt x="2533" y="2747"/>
                  </a:lnTo>
                  <a:lnTo>
                    <a:pt x="2550" y="2774"/>
                  </a:lnTo>
                  <a:lnTo>
                    <a:pt x="2565" y="2805"/>
                  </a:lnTo>
                  <a:lnTo>
                    <a:pt x="2580" y="2838"/>
                  </a:lnTo>
                  <a:lnTo>
                    <a:pt x="2591" y="2872"/>
                  </a:lnTo>
                  <a:lnTo>
                    <a:pt x="2602" y="2908"/>
                  </a:lnTo>
                  <a:lnTo>
                    <a:pt x="2610" y="2947"/>
                  </a:lnTo>
                  <a:lnTo>
                    <a:pt x="2616" y="2987"/>
                  </a:lnTo>
                  <a:lnTo>
                    <a:pt x="2619" y="3029"/>
                  </a:lnTo>
                  <a:lnTo>
                    <a:pt x="2621" y="3071"/>
                  </a:lnTo>
                  <a:lnTo>
                    <a:pt x="2619" y="3113"/>
                  </a:lnTo>
                  <a:lnTo>
                    <a:pt x="2616" y="3155"/>
                  </a:lnTo>
                  <a:lnTo>
                    <a:pt x="2610" y="3195"/>
                  </a:lnTo>
                  <a:lnTo>
                    <a:pt x="2602" y="3233"/>
                  </a:lnTo>
                  <a:lnTo>
                    <a:pt x="2591" y="3270"/>
                  </a:lnTo>
                  <a:lnTo>
                    <a:pt x="2580" y="3304"/>
                  </a:lnTo>
                  <a:lnTo>
                    <a:pt x="2565" y="3337"/>
                  </a:lnTo>
                  <a:lnTo>
                    <a:pt x="2550" y="3367"/>
                  </a:lnTo>
                  <a:lnTo>
                    <a:pt x="2533" y="3393"/>
                  </a:lnTo>
                  <a:lnTo>
                    <a:pt x="2514" y="3418"/>
                  </a:lnTo>
                  <a:lnTo>
                    <a:pt x="2494" y="3439"/>
                  </a:lnTo>
                  <a:lnTo>
                    <a:pt x="2473" y="3457"/>
                  </a:lnTo>
                  <a:lnTo>
                    <a:pt x="2452" y="3471"/>
                  </a:lnTo>
                  <a:lnTo>
                    <a:pt x="2428" y="3481"/>
                  </a:lnTo>
                  <a:lnTo>
                    <a:pt x="2405" y="3487"/>
                  </a:lnTo>
                  <a:lnTo>
                    <a:pt x="2380" y="3490"/>
                  </a:lnTo>
                  <a:lnTo>
                    <a:pt x="2356" y="3487"/>
                  </a:lnTo>
                  <a:lnTo>
                    <a:pt x="2332" y="3481"/>
                  </a:lnTo>
                  <a:lnTo>
                    <a:pt x="2310" y="3471"/>
                  </a:lnTo>
                  <a:lnTo>
                    <a:pt x="2288" y="3457"/>
                  </a:lnTo>
                  <a:lnTo>
                    <a:pt x="2267" y="3439"/>
                  </a:lnTo>
                  <a:lnTo>
                    <a:pt x="2248" y="3418"/>
                  </a:lnTo>
                  <a:lnTo>
                    <a:pt x="2229" y="3393"/>
                  </a:lnTo>
                  <a:lnTo>
                    <a:pt x="2212" y="3367"/>
                  </a:lnTo>
                  <a:lnTo>
                    <a:pt x="2196" y="3337"/>
                  </a:lnTo>
                  <a:lnTo>
                    <a:pt x="2182" y="3304"/>
                  </a:lnTo>
                  <a:lnTo>
                    <a:pt x="2171" y="3270"/>
                  </a:lnTo>
                  <a:lnTo>
                    <a:pt x="2160" y="3233"/>
                  </a:lnTo>
                  <a:lnTo>
                    <a:pt x="2152" y="3195"/>
                  </a:lnTo>
                  <a:lnTo>
                    <a:pt x="2146" y="3155"/>
                  </a:lnTo>
                  <a:lnTo>
                    <a:pt x="2142" y="3113"/>
                  </a:lnTo>
                  <a:lnTo>
                    <a:pt x="2141" y="3071"/>
                  </a:lnTo>
                  <a:lnTo>
                    <a:pt x="2142" y="3029"/>
                  </a:lnTo>
                  <a:lnTo>
                    <a:pt x="2146" y="2987"/>
                  </a:lnTo>
                  <a:lnTo>
                    <a:pt x="2152" y="2947"/>
                  </a:lnTo>
                  <a:lnTo>
                    <a:pt x="2160" y="2908"/>
                  </a:lnTo>
                  <a:lnTo>
                    <a:pt x="2171" y="2872"/>
                  </a:lnTo>
                  <a:lnTo>
                    <a:pt x="2182" y="2838"/>
                  </a:lnTo>
                  <a:lnTo>
                    <a:pt x="2196" y="2805"/>
                  </a:lnTo>
                  <a:lnTo>
                    <a:pt x="2212" y="2774"/>
                  </a:lnTo>
                  <a:lnTo>
                    <a:pt x="2229" y="2747"/>
                  </a:lnTo>
                  <a:lnTo>
                    <a:pt x="2248" y="2724"/>
                  </a:lnTo>
                  <a:lnTo>
                    <a:pt x="2267" y="2703"/>
                  </a:lnTo>
                  <a:lnTo>
                    <a:pt x="2288" y="2684"/>
                  </a:lnTo>
                  <a:lnTo>
                    <a:pt x="2310" y="2670"/>
                  </a:lnTo>
                  <a:lnTo>
                    <a:pt x="2332" y="2660"/>
                  </a:lnTo>
                  <a:lnTo>
                    <a:pt x="2356" y="2654"/>
                  </a:lnTo>
                  <a:lnTo>
                    <a:pt x="2380" y="2651"/>
                  </a:lnTo>
                  <a:close/>
                  <a:moveTo>
                    <a:pt x="2342" y="1355"/>
                  </a:moveTo>
                  <a:lnTo>
                    <a:pt x="2366" y="1357"/>
                  </a:lnTo>
                  <a:lnTo>
                    <a:pt x="2390" y="1363"/>
                  </a:lnTo>
                  <a:lnTo>
                    <a:pt x="2412" y="1373"/>
                  </a:lnTo>
                  <a:lnTo>
                    <a:pt x="2434" y="1387"/>
                  </a:lnTo>
                  <a:lnTo>
                    <a:pt x="2455" y="1405"/>
                  </a:lnTo>
                  <a:lnTo>
                    <a:pt x="2475" y="1426"/>
                  </a:lnTo>
                  <a:lnTo>
                    <a:pt x="2493" y="1451"/>
                  </a:lnTo>
                  <a:lnTo>
                    <a:pt x="2510" y="1478"/>
                  </a:lnTo>
                  <a:lnTo>
                    <a:pt x="2526" y="1507"/>
                  </a:lnTo>
                  <a:lnTo>
                    <a:pt x="2540" y="1540"/>
                  </a:lnTo>
                  <a:lnTo>
                    <a:pt x="2551" y="1574"/>
                  </a:lnTo>
                  <a:lnTo>
                    <a:pt x="2562" y="1611"/>
                  </a:lnTo>
                  <a:lnTo>
                    <a:pt x="2570" y="1649"/>
                  </a:lnTo>
                  <a:lnTo>
                    <a:pt x="2576" y="1689"/>
                  </a:lnTo>
                  <a:lnTo>
                    <a:pt x="2580" y="1731"/>
                  </a:lnTo>
                  <a:lnTo>
                    <a:pt x="2581" y="1773"/>
                  </a:lnTo>
                  <a:lnTo>
                    <a:pt x="2580" y="1815"/>
                  </a:lnTo>
                  <a:lnTo>
                    <a:pt x="2576" y="1858"/>
                  </a:lnTo>
                  <a:lnTo>
                    <a:pt x="2570" y="1897"/>
                  </a:lnTo>
                  <a:lnTo>
                    <a:pt x="2562" y="1936"/>
                  </a:lnTo>
                  <a:lnTo>
                    <a:pt x="2551" y="1972"/>
                  </a:lnTo>
                  <a:lnTo>
                    <a:pt x="2540" y="2008"/>
                  </a:lnTo>
                  <a:lnTo>
                    <a:pt x="2526" y="2039"/>
                  </a:lnTo>
                  <a:lnTo>
                    <a:pt x="2510" y="2070"/>
                  </a:lnTo>
                  <a:lnTo>
                    <a:pt x="2493" y="2097"/>
                  </a:lnTo>
                  <a:lnTo>
                    <a:pt x="2475" y="2121"/>
                  </a:lnTo>
                  <a:lnTo>
                    <a:pt x="2455" y="2142"/>
                  </a:lnTo>
                  <a:lnTo>
                    <a:pt x="2434" y="2160"/>
                  </a:lnTo>
                  <a:lnTo>
                    <a:pt x="2412" y="2174"/>
                  </a:lnTo>
                  <a:lnTo>
                    <a:pt x="2390" y="2185"/>
                  </a:lnTo>
                  <a:lnTo>
                    <a:pt x="2366" y="2191"/>
                  </a:lnTo>
                  <a:lnTo>
                    <a:pt x="2342" y="2193"/>
                  </a:lnTo>
                  <a:lnTo>
                    <a:pt x="2317" y="2191"/>
                  </a:lnTo>
                  <a:lnTo>
                    <a:pt x="2294" y="2185"/>
                  </a:lnTo>
                  <a:lnTo>
                    <a:pt x="2270" y="2174"/>
                  </a:lnTo>
                  <a:lnTo>
                    <a:pt x="2249" y="2160"/>
                  </a:lnTo>
                  <a:lnTo>
                    <a:pt x="2228" y="2142"/>
                  </a:lnTo>
                  <a:lnTo>
                    <a:pt x="2208" y="2121"/>
                  </a:lnTo>
                  <a:lnTo>
                    <a:pt x="2189" y="2097"/>
                  </a:lnTo>
                  <a:lnTo>
                    <a:pt x="2173" y="2070"/>
                  </a:lnTo>
                  <a:lnTo>
                    <a:pt x="2157" y="2039"/>
                  </a:lnTo>
                  <a:lnTo>
                    <a:pt x="2142" y="2008"/>
                  </a:lnTo>
                  <a:lnTo>
                    <a:pt x="2131" y="1972"/>
                  </a:lnTo>
                  <a:lnTo>
                    <a:pt x="2120" y="1936"/>
                  </a:lnTo>
                  <a:lnTo>
                    <a:pt x="2112" y="1897"/>
                  </a:lnTo>
                  <a:lnTo>
                    <a:pt x="2106" y="1858"/>
                  </a:lnTo>
                  <a:lnTo>
                    <a:pt x="2103" y="1815"/>
                  </a:lnTo>
                  <a:lnTo>
                    <a:pt x="2101" y="1773"/>
                  </a:lnTo>
                  <a:lnTo>
                    <a:pt x="2103" y="1731"/>
                  </a:lnTo>
                  <a:lnTo>
                    <a:pt x="2106" y="1689"/>
                  </a:lnTo>
                  <a:lnTo>
                    <a:pt x="2112" y="1649"/>
                  </a:lnTo>
                  <a:lnTo>
                    <a:pt x="2120" y="1611"/>
                  </a:lnTo>
                  <a:lnTo>
                    <a:pt x="2131" y="1574"/>
                  </a:lnTo>
                  <a:lnTo>
                    <a:pt x="2142" y="1540"/>
                  </a:lnTo>
                  <a:lnTo>
                    <a:pt x="2157" y="1507"/>
                  </a:lnTo>
                  <a:lnTo>
                    <a:pt x="2173" y="1478"/>
                  </a:lnTo>
                  <a:lnTo>
                    <a:pt x="2189" y="1451"/>
                  </a:lnTo>
                  <a:lnTo>
                    <a:pt x="2208" y="1426"/>
                  </a:lnTo>
                  <a:lnTo>
                    <a:pt x="2228" y="1405"/>
                  </a:lnTo>
                  <a:lnTo>
                    <a:pt x="2249" y="1387"/>
                  </a:lnTo>
                  <a:lnTo>
                    <a:pt x="2270" y="1373"/>
                  </a:lnTo>
                  <a:lnTo>
                    <a:pt x="2294" y="1363"/>
                  </a:lnTo>
                  <a:lnTo>
                    <a:pt x="2317" y="1357"/>
                  </a:lnTo>
                  <a:lnTo>
                    <a:pt x="2342" y="1355"/>
                  </a:lnTo>
                  <a:close/>
                  <a:moveTo>
                    <a:pt x="3179" y="819"/>
                  </a:moveTo>
                  <a:lnTo>
                    <a:pt x="3204" y="821"/>
                  </a:lnTo>
                  <a:lnTo>
                    <a:pt x="3227" y="827"/>
                  </a:lnTo>
                  <a:lnTo>
                    <a:pt x="3250" y="838"/>
                  </a:lnTo>
                  <a:lnTo>
                    <a:pt x="3272" y="852"/>
                  </a:lnTo>
                  <a:lnTo>
                    <a:pt x="3293" y="869"/>
                  </a:lnTo>
                  <a:lnTo>
                    <a:pt x="3312" y="890"/>
                  </a:lnTo>
                  <a:lnTo>
                    <a:pt x="3331" y="915"/>
                  </a:lnTo>
                  <a:lnTo>
                    <a:pt x="3348" y="942"/>
                  </a:lnTo>
                  <a:lnTo>
                    <a:pt x="3363" y="971"/>
                  </a:lnTo>
                  <a:lnTo>
                    <a:pt x="3377" y="1004"/>
                  </a:lnTo>
                  <a:lnTo>
                    <a:pt x="3389" y="1038"/>
                  </a:lnTo>
                  <a:lnTo>
                    <a:pt x="3400" y="1076"/>
                  </a:lnTo>
                  <a:lnTo>
                    <a:pt x="3408" y="1113"/>
                  </a:lnTo>
                  <a:lnTo>
                    <a:pt x="3414" y="1153"/>
                  </a:lnTo>
                  <a:lnTo>
                    <a:pt x="3417" y="1195"/>
                  </a:lnTo>
                  <a:lnTo>
                    <a:pt x="3418" y="1237"/>
                  </a:lnTo>
                  <a:lnTo>
                    <a:pt x="3417" y="1280"/>
                  </a:lnTo>
                  <a:lnTo>
                    <a:pt x="3414" y="1322"/>
                  </a:lnTo>
                  <a:lnTo>
                    <a:pt x="3408" y="1362"/>
                  </a:lnTo>
                  <a:lnTo>
                    <a:pt x="3400" y="1399"/>
                  </a:lnTo>
                  <a:lnTo>
                    <a:pt x="3389" y="1437"/>
                  </a:lnTo>
                  <a:lnTo>
                    <a:pt x="3377" y="1471"/>
                  </a:lnTo>
                  <a:lnTo>
                    <a:pt x="3363" y="1503"/>
                  </a:lnTo>
                  <a:lnTo>
                    <a:pt x="3348" y="1533"/>
                  </a:lnTo>
                  <a:lnTo>
                    <a:pt x="3331" y="1560"/>
                  </a:lnTo>
                  <a:lnTo>
                    <a:pt x="3312" y="1584"/>
                  </a:lnTo>
                  <a:lnTo>
                    <a:pt x="3293" y="1605"/>
                  </a:lnTo>
                  <a:lnTo>
                    <a:pt x="3272" y="1623"/>
                  </a:lnTo>
                  <a:lnTo>
                    <a:pt x="3250" y="1637"/>
                  </a:lnTo>
                  <a:lnTo>
                    <a:pt x="3227" y="1648"/>
                  </a:lnTo>
                  <a:lnTo>
                    <a:pt x="3204" y="1654"/>
                  </a:lnTo>
                  <a:lnTo>
                    <a:pt x="3179" y="1656"/>
                  </a:lnTo>
                  <a:lnTo>
                    <a:pt x="3155" y="1654"/>
                  </a:lnTo>
                  <a:lnTo>
                    <a:pt x="3131" y="1648"/>
                  </a:lnTo>
                  <a:lnTo>
                    <a:pt x="3108" y="1637"/>
                  </a:lnTo>
                  <a:lnTo>
                    <a:pt x="3087" y="1623"/>
                  </a:lnTo>
                  <a:lnTo>
                    <a:pt x="3066" y="1605"/>
                  </a:lnTo>
                  <a:lnTo>
                    <a:pt x="3046" y="1584"/>
                  </a:lnTo>
                  <a:lnTo>
                    <a:pt x="3027" y="1560"/>
                  </a:lnTo>
                  <a:lnTo>
                    <a:pt x="3011" y="1533"/>
                  </a:lnTo>
                  <a:lnTo>
                    <a:pt x="2994" y="1503"/>
                  </a:lnTo>
                  <a:lnTo>
                    <a:pt x="2980" y="1471"/>
                  </a:lnTo>
                  <a:lnTo>
                    <a:pt x="2968" y="1437"/>
                  </a:lnTo>
                  <a:lnTo>
                    <a:pt x="2958" y="1399"/>
                  </a:lnTo>
                  <a:lnTo>
                    <a:pt x="2950" y="1362"/>
                  </a:lnTo>
                  <a:lnTo>
                    <a:pt x="2944" y="1322"/>
                  </a:lnTo>
                  <a:lnTo>
                    <a:pt x="2940" y="1280"/>
                  </a:lnTo>
                  <a:lnTo>
                    <a:pt x="2939" y="1237"/>
                  </a:lnTo>
                  <a:lnTo>
                    <a:pt x="2940" y="1195"/>
                  </a:lnTo>
                  <a:lnTo>
                    <a:pt x="2944" y="1153"/>
                  </a:lnTo>
                  <a:lnTo>
                    <a:pt x="2950" y="1113"/>
                  </a:lnTo>
                  <a:lnTo>
                    <a:pt x="2958" y="1076"/>
                  </a:lnTo>
                  <a:lnTo>
                    <a:pt x="2968" y="1038"/>
                  </a:lnTo>
                  <a:lnTo>
                    <a:pt x="2980" y="1004"/>
                  </a:lnTo>
                  <a:lnTo>
                    <a:pt x="2994" y="971"/>
                  </a:lnTo>
                  <a:lnTo>
                    <a:pt x="3011" y="942"/>
                  </a:lnTo>
                  <a:lnTo>
                    <a:pt x="3027" y="915"/>
                  </a:lnTo>
                  <a:lnTo>
                    <a:pt x="3046" y="890"/>
                  </a:lnTo>
                  <a:lnTo>
                    <a:pt x="3066" y="869"/>
                  </a:lnTo>
                  <a:lnTo>
                    <a:pt x="3087" y="852"/>
                  </a:lnTo>
                  <a:lnTo>
                    <a:pt x="3108" y="838"/>
                  </a:lnTo>
                  <a:lnTo>
                    <a:pt x="3131" y="827"/>
                  </a:lnTo>
                  <a:lnTo>
                    <a:pt x="3155" y="821"/>
                  </a:lnTo>
                  <a:lnTo>
                    <a:pt x="3179" y="819"/>
                  </a:lnTo>
                  <a:close/>
                  <a:moveTo>
                    <a:pt x="3246" y="2144"/>
                  </a:moveTo>
                  <a:lnTo>
                    <a:pt x="3271" y="2146"/>
                  </a:lnTo>
                  <a:lnTo>
                    <a:pt x="3294" y="2152"/>
                  </a:lnTo>
                  <a:lnTo>
                    <a:pt x="3316" y="2162"/>
                  </a:lnTo>
                  <a:lnTo>
                    <a:pt x="3339" y="2176"/>
                  </a:lnTo>
                  <a:lnTo>
                    <a:pt x="3360" y="2194"/>
                  </a:lnTo>
                  <a:lnTo>
                    <a:pt x="3380" y="2215"/>
                  </a:lnTo>
                  <a:lnTo>
                    <a:pt x="3397" y="2240"/>
                  </a:lnTo>
                  <a:lnTo>
                    <a:pt x="3415" y="2267"/>
                  </a:lnTo>
                  <a:lnTo>
                    <a:pt x="3430" y="2296"/>
                  </a:lnTo>
                  <a:lnTo>
                    <a:pt x="3444" y="2329"/>
                  </a:lnTo>
                  <a:lnTo>
                    <a:pt x="3456" y="2363"/>
                  </a:lnTo>
                  <a:lnTo>
                    <a:pt x="3466" y="2400"/>
                  </a:lnTo>
                  <a:lnTo>
                    <a:pt x="3475" y="2438"/>
                  </a:lnTo>
                  <a:lnTo>
                    <a:pt x="3480" y="2478"/>
                  </a:lnTo>
                  <a:lnTo>
                    <a:pt x="3484" y="2520"/>
                  </a:lnTo>
                  <a:lnTo>
                    <a:pt x="3485" y="2562"/>
                  </a:lnTo>
                  <a:lnTo>
                    <a:pt x="3484" y="2604"/>
                  </a:lnTo>
                  <a:lnTo>
                    <a:pt x="3480" y="2647"/>
                  </a:lnTo>
                  <a:lnTo>
                    <a:pt x="3475" y="2686"/>
                  </a:lnTo>
                  <a:lnTo>
                    <a:pt x="3466" y="2725"/>
                  </a:lnTo>
                  <a:lnTo>
                    <a:pt x="3456" y="2762"/>
                  </a:lnTo>
                  <a:lnTo>
                    <a:pt x="3444" y="2796"/>
                  </a:lnTo>
                  <a:lnTo>
                    <a:pt x="3430" y="2828"/>
                  </a:lnTo>
                  <a:lnTo>
                    <a:pt x="3415" y="2858"/>
                  </a:lnTo>
                  <a:lnTo>
                    <a:pt x="3397" y="2886"/>
                  </a:lnTo>
                  <a:lnTo>
                    <a:pt x="3380" y="2909"/>
                  </a:lnTo>
                  <a:lnTo>
                    <a:pt x="3360" y="2930"/>
                  </a:lnTo>
                  <a:lnTo>
                    <a:pt x="3339" y="2949"/>
                  </a:lnTo>
                  <a:lnTo>
                    <a:pt x="3316" y="2963"/>
                  </a:lnTo>
                  <a:lnTo>
                    <a:pt x="3294" y="2974"/>
                  </a:lnTo>
                  <a:lnTo>
                    <a:pt x="3271" y="2980"/>
                  </a:lnTo>
                  <a:lnTo>
                    <a:pt x="3246" y="2982"/>
                  </a:lnTo>
                  <a:lnTo>
                    <a:pt x="3222" y="2980"/>
                  </a:lnTo>
                  <a:lnTo>
                    <a:pt x="3198" y="2974"/>
                  </a:lnTo>
                  <a:lnTo>
                    <a:pt x="3176" y="2963"/>
                  </a:lnTo>
                  <a:lnTo>
                    <a:pt x="3154" y="2949"/>
                  </a:lnTo>
                  <a:lnTo>
                    <a:pt x="3133" y="2930"/>
                  </a:lnTo>
                  <a:lnTo>
                    <a:pt x="3113" y="2909"/>
                  </a:lnTo>
                  <a:lnTo>
                    <a:pt x="3095" y="2886"/>
                  </a:lnTo>
                  <a:lnTo>
                    <a:pt x="3077" y="2858"/>
                  </a:lnTo>
                  <a:lnTo>
                    <a:pt x="3062" y="2828"/>
                  </a:lnTo>
                  <a:lnTo>
                    <a:pt x="3048" y="2796"/>
                  </a:lnTo>
                  <a:lnTo>
                    <a:pt x="3036" y="2762"/>
                  </a:lnTo>
                  <a:lnTo>
                    <a:pt x="3026" y="2725"/>
                  </a:lnTo>
                  <a:lnTo>
                    <a:pt x="3018" y="2686"/>
                  </a:lnTo>
                  <a:lnTo>
                    <a:pt x="3012" y="2647"/>
                  </a:lnTo>
                  <a:lnTo>
                    <a:pt x="3008" y="2604"/>
                  </a:lnTo>
                  <a:lnTo>
                    <a:pt x="3007" y="2562"/>
                  </a:lnTo>
                  <a:lnTo>
                    <a:pt x="3008" y="2520"/>
                  </a:lnTo>
                  <a:lnTo>
                    <a:pt x="3012" y="2478"/>
                  </a:lnTo>
                  <a:lnTo>
                    <a:pt x="3018" y="2438"/>
                  </a:lnTo>
                  <a:lnTo>
                    <a:pt x="3026" y="2400"/>
                  </a:lnTo>
                  <a:lnTo>
                    <a:pt x="3036" y="2363"/>
                  </a:lnTo>
                  <a:lnTo>
                    <a:pt x="3048" y="2329"/>
                  </a:lnTo>
                  <a:lnTo>
                    <a:pt x="3062" y="2296"/>
                  </a:lnTo>
                  <a:lnTo>
                    <a:pt x="3077" y="2267"/>
                  </a:lnTo>
                  <a:lnTo>
                    <a:pt x="3095" y="2240"/>
                  </a:lnTo>
                  <a:lnTo>
                    <a:pt x="3113" y="2215"/>
                  </a:lnTo>
                  <a:lnTo>
                    <a:pt x="3133" y="2194"/>
                  </a:lnTo>
                  <a:lnTo>
                    <a:pt x="3154" y="2176"/>
                  </a:lnTo>
                  <a:lnTo>
                    <a:pt x="3176" y="2162"/>
                  </a:lnTo>
                  <a:lnTo>
                    <a:pt x="3198" y="2152"/>
                  </a:lnTo>
                  <a:lnTo>
                    <a:pt x="3222" y="2146"/>
                  </a:lnTo>
                  <a:lnTo>
                    <a:pt x="3246" y="214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1106" name="Freeform 48"/>
            <p:cNvSpPr>
              <a:spLocks/>
            </p:cNvSpPr>
            <p:nvPr/>
          </p:nvSpPr>
          <p:spPr bwMode="auto">
            <a:xfrm>
              <a:off x="1267" y="1588"/>
              <a:ext cx="87" cy="52"/>
            </a:xfrm>
            <a:custGeom>
              <a:avLst/>
              <a:gdLst>
                <a:gd name="T0" fmla="*/ 3 w 437"/>
                <a:gd name="T1" fmla="*/ 2 h 260"/>
                <a:gd name="T2" fmla="*/ 3 w 437"/>
                <a:gd name="T3" fmla="*/ 2 h 260"/>
                <a:gd name="T4" fmla="*/ 3 w 437"/>
                <a:gd name="T5" fmla="*/ 2 h 260"/>
                <a:gd name="T6" fmla="*/ 3 w 437"/>
                <a:gd name="T7" fmla="*/ 2 h 260"/>
                <a:gd name="T8" fmla="*/ 3 w 437"/>
                <a:gd name="T9" fmla="*/ 1 h 260"/>
                <a:gd name="T10" fmla="*/ 3 w 437"/>
                <a:gd name="T11" fmla="*/ 1 h 260"/>
                <a:gd name="T12" fmla="*/ 3 w 437"/>
                <a:gd name="T13" fmla="*/ 1 h 260"/>
                <a:gd name="T14" fmla="*/ 3 w 437"/>
                <a:gd name="T15" fmla="*/ 1 h 260"/>
                <a:gd name="T16" fmla="*/ 3 w 437"/>
                <a:gd name="T17" fmla="*/ 1 h 260"/>
                <a:gd name="T18" fmla="*/ 2 w 437"/>
                <a:gd name="T19" fmla="*/ 1 h 260"/>
                <a:gd name="T20" fmla="*/ 2 w 437"/>
                <a:gd name="T21" fmla="*/ 0 h 260"/>
                <a:gd name="T22" fmla="*/ 2 w 437"/>
                <a:gd name="T23" fmla="*/ 0 h 260"/>
                <a:gd name="T24" fmla="*/ 2 w 437"/>
                <a:gd name="T25" fmla="*/ 0 h 260"/>
                <a:gd name="T26" fmla="*/ 1 w 437"/>
                <a:gd name="T27" fmla="*/ 0 h 260"/>
                <a:gd name="T28" fmla="*/ 1 w 437"/>
                <a:gd name="T29" fmla="*/ 0 h 260"/>
                <a:gd name="T30" fmla="*/ 1 w 437"/>
                <a:gd name="T31" fmla="*/ 0 h 260"/>
                <a:gd name="T32" fmla="*/ 0 w 437"/>
                <a:gd name="T33" fmla="*/ 0 h 260"/>
                <a:gd name="T34" fmla="*/ 0 w 437"/>
                <a:gd name="T35" fmla="*/ 0 h 260"/>
                <a:gd name="T36" fmla="*/ 0 w 437"/>
                <a:gd name="T37" fmla="*/ 0 h 260"/>
                <a:gd name="T38" fmla="*/ 0 w 437"/>
                <a:gd name="T39" fmla="*/ 0 h 260"/>
                <a:gd name="T40" fmla="*/ 1 w 437"/>
                <a:gd name="T41" fmla="*/ 0 h 260"/>
                <a:gd name="T42" fmla="*/ 1 w 437"/>
                <a:gd name="T43" fmla="*/ 0 h 260"/>
                <a:gd name="T44" fmla="*/ 1 w 437"/>
                <a:gd name="T45" fmla="*/ 0 h 260"/>
                <a:gd name="T46" fmla="*/ 2 w 437"/>
                <a:gd name="T47" fmla="*/ 0 h 260"/>
                <a:gd name="T48" fmla="*/ 2 w 437"/>
                <a:gd name="T49" fmla="*/ 0 h 260"/>
                <a:gd name="T50" fmla="*/ 2 w 437"/>
                <a:gd name="T51" fmla="*/ 1 h 260"/>
                <a:gd name="T52" fmla="*/ 2 w 437"/>
                <a:gd name="T53" fmla="*/ 1 h 260"/>
                <a:gd name="T54" fmla="*/ 3 w 437"/>
                <a:gd name="T55" fmla="*/ 1 h 260"/>
                <a:gd name="T56" fmla="*/ 3 w 437"/>
                <a:gd name="T57" fmla="*/ 1 h 260"/>
                <a:gd name="T58" fmla="*/ 3 w 437"/>
                <a:gd name="T59" fmla="*/ 1 h 260"/>
                <a:gd name="T60" fmla="*/ 3 w 437"/>
                <a:gd name="T61" fmla="*/ 1 h 260"/>
                <a:gd name="T62" fmla="*/ 3 w 437"/>
                <a:gd name="T63" fmla="*/ 1 h 260"/>
                <a:gd name="T64" fmla="*/ 3 w 437"/>
                <a:gd name="T65" fmla="*/ 2 h 260"/>
                <a:gd name="T66" fmla="*/ 3 w 437"/>
                <a:gd name="T67" fmla="*/ 2 h 260"/>
                <a:gd name="T68" fmla="*/ 3 w 437"/>
                <a:gd name="T69" fmla="*/ 2 h 260"/>
                <a:gd name="T70" fmla="*/ 3 w 437"/>
                <a:gd name="T71" fmla="*/ 2 h 260"/>
                <a:gd name="T72" fmla="*/ 3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437" y="260"/>
                  </a:moveTo>
                  <a:lnTo>
                    <a:pt x="437" y="260"/>
                  </a:lnTo>
                  <a:lnTo>
                    <a:pt x="434" y="233"/>
                  </a:lnTo>
                  <a:lnTo>
                    <a:pt x="427" y="206"/>
                  </a:lnTo>
                  <a:lnTo>
                    <a:pt x="417" y="181"/>
                  </a:lnTo>
                  <a:lnTo>
                    <a:pt x="401" y="157"/>
                  </a:lnTo>
                  <a:lnTo>
                    <a:pt x="383" y="133"/>
                  </a:lnTo>
                  <a:lnTo>
                    <a:pt x="360" y="113"/>
                  </a:lnTo>
                  <a:lnTo>
                    <a:pt x="336" y="93"/>
                  </a:lnTo>
                  <a:lnTo>
                    <a:pt x="308" y="73"/>
                  </a:lnTo>
                  <a:lnTo>
                    <a:pt x="276" y="58"/>
                  </a:lnTo>
                  <a:lnTo>
                    <a:pt x="242" y="43"/>
                  </a:lnTo>
                  <a:lnTo>
                    <a:pt x="207" y="30"/>
                  </a:lnTo>
                  <a:lnTo>
                    <a:pt x="168" y="19"/>
                  </a:lnTo>
                  <a:lnTo>
                    <a:pt x="128" y="11"/>
                  </a:lnTo>
                  <a:lnTo>
                    <a:pt x="87" y="4"/>
                  </a:lnTo>
                  <a:lnTo>
                    <a:pt x="43" y="1"/>
                  </a:lnTo>
                  <a:lnTo>
                    <a:pt x="0" y="0"/>
                  </a:lnTo>
                  <a:lnTo>
                    <a:pt x="0" y="11"/>
                  </a:lnTo>
                  <a:lnTo>
                    <a:pt x="43" y="12"/>
                  </a:lnTo>
                  <a:lnTo>
                    <a:pt x="85" y="16"/>
                  </a:lnTo>
                  <a:lnTo>
                    <a:pt x="126" y="23"/>
                  </a:lnTo>
                  <a:lnTo>
                    <a:pt x="166" y="31"/>
                  </a:lnTo>
                  <a:lnTo>
                    <a:pt x="202" y="42"/>
                  </a:lnTo>
                  <a:lnTo>
                    <a:pt x="237" y="55"/>
                  </a:lnTo>
                  <a:lnTo>
                    <a:pt x="271" y="70"/>
                  </a:lnTo>
                  <a:lnTo>
                    <a:pt x="301" y="85"/>
                  </a:lnTo>
                  <a:lnTo>
                    <a:pt x="329" y="103"/>
                  </a:lnTo>
                  <a:lnTo>
                    <a:pt x="353" y="123"/>
                  </a:lnTo>
                  <a:lnTo>
                    <a:pt x="373" y="143"/>
                  </a:lnTo>
                  <a:lnTo>
                    <a:pt x="392" y="164"/>
                  </a:lnTo>
                  <a:lnTo>
                    <a:pt x="405" y="186"/>
                  </a:lnTo>
                  <a:lnTo>
                    <a:pt x="415" y="211"/>
                  </a:lnTo>
                  <a:lnTo>
                    <a:pt x="422" y="235"/>
                  </a:lnTo>
                  <a:lnTo>
                    <a:pt x="425" y="260"/>
                  </a:lnTo>
                  <a:lnTo>
                    <a:pt x="437"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1107" name="Freeform 49"/>
            <p:cNvSpPr>
              <a:spLocks/>
            </p:cNvSpPr>
            <p:nvPr/>
          </p:nvSpPr>
          <p:spPr bwMode="auto">
            <a:xfrm>
              <a:off x="1267" y="1640"/>
              <a:ext cx="87" cy="52"/>
            </a:xfrm>
            <a:custGeom>
              <a:avLst/>
              <a:gdLst>
                <a:gd name="T0" fmla="*/ 0 w 437"/>
                <a:gd name="T1" fmla="*/ 2 h 260"/>
                <a:gd name="T2" fmla="*/ 0 w 437"/>
                <a:gd name="T3" fmla="*/ 2 h 260"/>
                <a:gd name="T4" fmla="*/ 0 w 437"/>
                <a:gd name="T5" fmla="*/ 2 h 260"/>
                <a:gd name="T6" fmla="*/ 1 w 437"/>
                <a:gd name="T7" fmla="*/ 2 h 260"/>
                <a:gd name="T8" fmla="*/ 1 w 437"/>
                <a:gd name="T9" fmla="*/ 2 h 260"/>
                <a:gd name="T10" fmla="*/ 1 w 437"/>
                <a:gd name="T11" fmla="*/ 2 h 260"/>
                <a:gd name="T12" fmla="*/ 2 w 437"/>
                <a:gd name="T13" fmla="*/ 2 h 260"/>
                <a:gd name="T14" fmla="*/ 2 w 437"/>
                <a:gd name="T15" fmla="*/ 2 h 260"/>
                <a:gd name="T16" fmla="*/ 2 w 437"/>
                <a:gd name="T17" fmla="*/ 2 h 260"/>
                <a:gd name="T18" fmla="*/ 2 w 437"/>
                <a:gd name="T19" fmla="*/ 1 h 260"/>
                <a:gd name="T20" fmla="*/ 3 w 437"/>
                <a:gd name="T21" fmla="*/ 1 h 260"/>
                <a:gd name="T22" fmla="*/ 3 w 437"/>
                <a:gd name="T23" fmla="*/ 1 h 260"/>
                <a:gd name="T24" fmla="*/ 3 w 437"/>
                <a:gd name="T25" fmla="*/ 1 h 260"/>
                <a:gd name="T26" fmla="*/ 3 w 437"/>
                <a:gd name="T27" fmla="*/ 1 h 260"/>
                <a:gd name="T28" fmla="*/ 3 w 437"/>
                <a:gd name="T29" fmla="*/ 1 h 260"/>
                <a:gd name="T30" fmla="*/ 3 w 437"/>
                <a:gd name="T31" fmla="*/ 0 h 260"/>
                <a:gd name="T32" fmla="*/ 3 w 437"/>
                <a:gd name="T33" fmla="*/ 0 h 260"/>
                <a:gd name="T34" fmla="*/ 3 w 437"/>
                <a:gd name="T35" fmla="*/ 0 h 260"/>
                <a:gd name="T36" fmla="*/ 3 w 437"/>
                <a:gd name="T37" fmla="*/ 0 h 260"/>
                <a:gd name="T38" fmla="*/ 3 w 437"/>
                <a:gd name="T39" fmla="*/ 0 h 260"/>
                <a:gd name="T40" fmla="*/ 3 w 437"/>
                <a:gd name="T41" fmla="*/ 0 h 260"/>
                <a:gd name="T42" fmla="*/ 3 w 437"/>
                <a:gd name="T43" fmla="*/ 1 h 260"/>
                <a:gd name="T44" fmla="*/ 3 w 437"/>
                <a:gd name="T45" fmla="*/ 1 h 260"/>
                <a:gd name="T46" fmla="*/ 3 w 437"/>
                <a:gd name="T47" fmla="*/ 1 h 260"/>
                <a:gd name="T48" fmla="*/ 3 w 437"/>
                <a:gd name="T49" fmla="*/ 1 h 260"/>
                <a:gd name="T50" fmla="*/ 3 w 437"/>
                <a:gd name="T51" fmla="*/ 1 h 260"/>
                <a:gd name="T52" fmla="*/ 2 w 437"/>
                <a:gd name="T53" fmla="*/ 1 h 260"/>
                <a:gd name="T54" fmla="*/ 2 w 437"/>
                <a:gd name="T55" fmla="*/ 2 h 260"/>
                <a:gd name="T56" fmla="*/ 2 w 437"/>
                <a:gd name="T57" fmla="*/ 2 h 260"/>
                <a:gd name="T58" fmla="*/ 2 w 437"/>
                <a:gd name="T59" fmla="*/ 2 h 260"/>
                <a:gd name="T60" fmla="*/ 1 w 437"/>
                <a:gd name="T61" fmla="*/ 2 h 260"/>
                <a:gd name="T62" fmla="*/ 1 w 437"/>
                <a:gd name="T63" fmla="*/ 2 h 260"/>
                <a:gd name="T64" fmla="*/ 1 w 437"/>
                <a:gd name="T65" fmla="*/ 2 h 260"/>
                <a:gd name="T66" fmla="*/ 0 w 437"/>
                <a:gd name="T67" fmla="*/ 2 h 260"/>
                <a:gd name="T68" fmla="*/ 0 w 437"/>
                <a:gd name="T69" fmla="*/ 2 h 260"/>
                <a:gd name="T70" fmla="*/ 0 w 437"/>
                <a:gd name="T71" fmla="*/ 2 h 260"/>
                <a:gd name="T72" fmla="*/ 0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0" y="260"/>
                  </a:moveTo>
                  <a:lnTo>
                    <a:pt x="0" y="260"/>
                  </a:lnTo>
                  <a:lnTo>
                    <a:pt x="43" y="259"/>
                  </a:lnTo>
                  <a:lnTo>
                    <a:pt x="87" y="255"/>
                  </a:lnTo>
                  <a:lnTo>
                    <a:pt x="128" y="248"/>
                  </a:lnTo>
                  <a:lnTo>
                    <a:pt x="168" y="240"/>
                  </a:lnTo>
                  <a:lnTo>
                    <a:pt x="207" y="230"/>
                  </a:lnTo>
                  <a:lnTo>
                    <a:pt x="242" y="217"/>
                  </a:lnTo>
                  <a:lnTo>
                    <a:pt x="276" y="202"/>
                  </a:lnTo>
                  <a:lnTo>
                    <a:pt x="308" y="185"/>
                  </a:lnTo>
                  <a:lnTo>
                    <a:pt x="336" y="166"/>
                  </a:lnTo>
                  <a:lnTo>
                    <a:pt x="360" y="146"/>
                  </a:lnTo>
                  <a:lnTo>
                    <a:pt x="383" y="125"/>
                  </a:lnTo>
                  <a:lnTo>
                    <a:pt x="401" y="102"/>
                  </a:lnTo>
                  <a:lnTo>
                    <a:pt x="417" y="77"/>
                  </a:lnTo>
                  <a:lnTo>
                    <a:pt x="427" y="53"/>
                  </a:lnTo>
                  <a:lnTo>
                    <a:pt x="434" y="27"/>
                  </a:lnTo>
                  <a:lnTo>
                    <a:pt x="437" y="0"/>
                  </a:lnTo>
                  <a:lnTo>
                    <a:pt x="425" y="0"/>
                  </a:lnTo>
                  <a:lnTo>
                    <a:pt x="422" y="24"/>
                  </a:lnTo>
                  <a:lnTo>
                    <a:pt x="415" y="48"/>
                  </a:lnTo>
                  <a:lnTo>
                    <a:pt x="405" y="73"/>
                  </a:lnTo>
                  <a:lnTo>
                    <a:pt x="392" y="95"/>
                  </a:lnTo>
                  <a:lnTo>
                    <a:pt x="373" y="116"/>
                  </a:lnTo>
                  <a:lnTo>
                    <a:pt x="353" y="137"/>
                  </a:lnTo>
                  <a:lnTo>
                    <a:pt x="329" y="157"/>
                  </a:lnTo>
                  <a:lnTo>
                    <a:pt x="301" y="173"/>
                  </a:lnTo>
                  <a:lnTo>
                    <a:pt x="271" y="190"/>
                  </a:lnTo>
                  <a:lnTo>
                    <a:pt x="237" y="205"/>
                  </a:lnTo>
                  <a:lnTo>
                    <a:pt x="202" y="218"/>
                  </a:lnTo>
                  <a:lnTo>
                    <a:pt x="166" y="228"/>
                  </a:lnTo>
                  <a:lnTo>
                    <a:pt x="126" y="237"/>
                  </a:lnTo>
                  <a:lnTo>
                    <a:pt x="85" y="244"/>
                  </a:lnTo>
                  <a:lnTo>
                    <a:pt x="43" y="247"/>
                  </a:lnTo>
                  <a:lnTo>
                    <a:pt x="0" y="248"/>
                  </a:lnTo>
                  <a:lnTo>
                    <a:pt x="0"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1108" name="Freeform 50"/>
            <p:cNvSpPr>
              <a:spLocks/>
            </p:cNvSpPr>
            <p:nvPr/>
          </p:nvSpPr>
          <p:spPr bwMode="auto">
            <a:xfrm>
              <a:off x="1179" y="1640"/>
              <a:ext cx="88" cy="52"/>
            </a:xfrm>
            <a:custGeom>
              <a:avLst/>
              <a:gdLst>
                <a:gd name="T0" fmla="*/ 0 w 439"/>
                <a:gd name="T1" fmla="*/ 0 h 260"/>
                <a:gd name="T2" fmla="*/ 0 w 439"/>
                <a:gd name="T3" fmla="*/ 0 h 260"/>
                <a:gd name="T4" fmla="*/ 0 w 439"/>
                <a:gd name="T5" fmla="*/ 0 h 260"/>
                <a:gd name="T6" fmla="*/ 0 w 439"/>
                <a:gd name="T7" fmla="*/ 0 h 260"/>
                <a:gd name="T8" fmla="*/ 0 w 439"/>
                <a:gd name="T9" fmla="*/ 1 h 260"/>
                <a:gd name="T10" fmla="*/ 0 w 439"/>
                <a:gd name="T11" fmla="*/ 1 h 260"/>
                <a:gd name="T12" fmla="*/ 0 w 439"/>
                <a:gd name="T13" fmla="*/ 1 h 260"/>
                <a:gd name="T14" fmla="*/ 1 w 439"/>
                <a:gd name="T15" fmla="*/ 1 h 260"/>
                <a:gd name="T16" fmla="*/ 1 w 439"/>
                <a:gd name="T17" fmla="*/ 1 h 260"/>
                <a:gd name="T18" fmla="*/ 1 w 439"/>
                <a:gd name="T19" fmla="*/ 1 h 260"/>
                <a:gd name="T20" fmla="*/ 1 w 439"/>
                <a:gd name="T21" fmla="*/ 2 h 260"/>
                <a:gd name="T22" fmla="*/ 2 w 439"/>
                <a:gd name="T23" fmla="*/ 2 h 260"/>
                <a:gd name="T24" fmla="*/ 2 w 439"/>
                <a:gd name="T25" fmla="*/ 2 h 260"/>
                <a:gd name="T26" fmla="*/ 2 w 439"/>
                <a:gd name="T27" fmla="*/ 2 h 260"/>
                <a:gd name="T28" fmla="*/ 2 w 439"/>
                <a:gd name="T29" fmla="*/ 2 h 260"/>
                <a:gd name="T30" fmla="*/ 3 w 439"/>
                <a:gd name="T31" fmla="*/ 2 h 260"/>
                <a:gd name="T32" fmla="*/ 3 w 439"/>
                <a:gd name="T33" fmla="*/ 2 h 260"/>
                <a:gd name="T34" fmla="*/ 4 w 439"/>
                <a:gd name="T35" fmla="*/ 2 h 260"/>
                <a:gd name="T36" fmla="*/ 4 w 439"/>
                <a:gd name="T37" fmla="*/ 2 h 260"/>
                <a:gd name="T38" fmla="*/ 3 w 439"/>
                <a:gd name="T39" fmla="*/ 2 h 260"/>
                <a:gd name="T40" fmla="*/ 3 w 439"/>
                <a:gd name="T41" fmla="*/ 2 h 260"/>
                <a:gd name="T42" fmla="*/ 3 w 439"/>
                <a:gd name="T43" fmla="*/ 2 h 260"/>
                <a:gd name="T44" fmla="*/ 2 w 439"/>
                <a:gd name="T45" fmla="*/ 2 h 260"/>
                <a:gd name="T46" fmla="*/ 2 w 439"/>
                <a:gd name="T47" fmla="*/ 2 h 260"/>
                <a:gd name="T48" fmla="*/ 2 w 439"/>
                <a:gd name="T49" fmla="*/ 2 h 260"/>
                <a:gd name="T50" fmla="*/ 1 w 439"/>
                <a:gd name="T51" fmla="*/ 2 h 260"/>
                <a:gd name="T52" fmla="*/ 1 w 439"/>
                <a:gd name="T53" fmla="*/ 1 h 260"/>
                <a:gd name="T54" fmla="*/ 1 w 439"/>
                <a:gd name="T55" fmla="*/ 1 h 260"/>
                <a:gd name="T56" fmla="*/ 1 w 439"/>
                <a:gd name="T57" fmla="*/ 1 h 260"/>
                <a:gd name="T58" fmla="*/ 1 w 439"/>
                <a:gd name="T59" fmla="*/ 1 h 260"/>
                <a:gd name="T60" fmla="*/ 0 w 439"/>
                <a:gd name="T61" fmla="*/ 1 h 260"/>
                <a:gd name="T62" fmla="*/ 0 w 439"/>
                <a:gd name="T63" fmla="*/ 1 h 260"/>
                <a:gd name="T64" fmla="*/ 0 w 439"/>
                <a:gd name="T65" fmla="*/ 0 h 260"/>
                <a:gd name="T66" fmla="*/ 0 w 439"/>
                <a:gd name="T67" fmla="*/ 0 h 260"/>
                <a:gd name="T68" fmla="*/ 0 w 439"/>
                <a:gd name="T69" fmla="*/ 0 h 260"/>
                <a:gd name="T70" fmla="*/ 0 w 439"/>
                <a:gd name="T71" fmla="*/ 0 h 260"/>
                <a:gd name="T72" fmla="*/ 0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0" y="0"/>
                  </a:moveTo>
                  <a:lnTo>
                    <a:pt x="0" y="0"/>
                  </a:lnTo>
                  <a:lnTo>
                    <a:pt x="3" y="27"/>
                  </a:lnTo>
                  <a:lnTo>
                    <a:pt x="10" y="53"/>
                  </a:lnTo>
                  <a:lnTo>
                    <a:pt x="20" y="77"/>
                  </a:lnTo>
                  <a:lnTo>
                    <a:pt x="35" y="102"/>
                  </a:lnTo>
                  <a:lnTo>
                    <a:pt x="54" y="125"/>
                  </a:lnTo>
                  <a:lnTo>
                    <a:pt x="76" y="146"/>
                  </a:lnTo>
                  <a:lnTo>
                    <a:pt x="102" y="166"/>
                  </a:lnTo>
                  <a:lnTo>
                    <a:pt x="130" y="185"/>
                  </a:lnTo>
                  <a:lnTo>
                    <a:pt x="162" y="202"/>
                  </a:lnTo>
                  <a:lnTo>
                    <a:pt x="195" y="217"/>
                  </a:lnTo>
                  <a:lnTo>
                    <a:pt x="231" y="230"/>
                  </a:lnTo>
                  <a:lnTo>
                    <a:pt x="270" y="240"/>
                  </a:lnTo>
                  <a:lnTo>
                    <a:pt x="310" y="248"/>
                  </a:lnTo>
                  <a:lnTo>
                    <a:pt x="351" y="255"/>
                  </a:lnTo>
                  <a:lnTo>
                    <a:pt x="395" y="259"/>
                  </a:lnTo>
                  <a:lnTo>
                    <a:pt x="439" y="260"/>
                  </a:lnTo>
                  <a:lnTo>
                    <a:pt x="439" y="248"/>
                  </a:lnTo>
                  <a:lnTo>
                    <a:pt x="395" y="247"/>
                  </a:lnTo>
                  <a:lnTo>
                    <a:pt x="353" y="244"/>
                  </a:lnTo>
                  <a:lnTo>
                    <a:pt x="312" y="237"/>
                  </a:lnTo>
                  <a:lnTo>
                    <a:pt x="272" y="228"/>
                  </a:lnTo>
                  <a:lnTo>
                    <a:pt x="236" y="218"/>
                  </a:lnTo>
                  <a:lnTo>
                    <a:pt x="200" y="205"/>
                  </a:lnTo>
                  <a:lnTo>
                    <a:pt x="167" y="190"/>
                  </a:lnTo>
                  <a:lnTo>
                    <a:pt x="137" y="173"/>
                  </a:lnTo>
                  <a:lnTo>
                    <a:pt x="109" y="157"/>
                  </a:lnTo>
                  <a:lnTo>
                    <a:pt x="84" y="137"/>
                  </a:lnTo>
                  <a:lnTo>
                    <a:pt x="64" y="116"/>
                  </a:lnTo>
                  <a:lnTo>
                    <a:pt x="45" y="95"/>
                  </a:lnTo>
                  <a:lnTo>
                    <a:pt x="32" y="73"/>
                  </a:lnTo>
                  <a:lnTo>
                    <a:pt x="21" y="48"/>
                  </a:lnTo>
                  <a:lnTo>
                    <a:pt x="14" y="24"/>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1109" name="Freeform 51"/>
            <p:cNvSpPr>
              <a:spLocks/>
            </p:cNvSpPr>
            <p:nvPr/>
          </p:nvSpPr>
          <p:spPr bwMode="auto">
            <a:xfrm>
              <a:off x="1179" y="1588"/>
              <a:ext cx="88" cy="52"/>
            </a:xfrm>
            <a:custGeom>
              <a:avLst/>
              <a:gdLst>
                <a:gd name="T0" fmla="*/ 4 w 439"/>
                <a:gd name="T1" fmla="*/ 0 h 260"/>
                <a:gd name="T2" fmla="*/ 4 w 439"/>
                <a:gd name="T3" fmla="*/ 0 h 260"/>
                <a:gd name="T4" fmla="*/ 3 w 439"/>
                <a:gd name="T5" fmla="*/ 0 h 260"/>
                <a:gd name="T6" fmla="*/ 3 w 439"/>
                <a:gd name="T7" fmla="*/ 0 h 260"/>
                <a:gd name="T8" fmla="*/ 2 w 439"/>
                <a:gd name="T9" fmla="*/ 0 h 260"/>
                <a:gd name="T10" fmla="*/ 2 w 439"/>
                <a:gd name="T11" fmla="*/ 0 h 260"/>
                <a:gd name="T12" fmla="*/ 2 w 439"/>
                <a:gd name="T13" fmla="*/ 0 h 260"/>
                <a:gd name="T14" fmla="*/ 2 w 439"/>
                <a:gd name="T15" fmla="*/ 0 h 260"/>
                <a:gd name="T16" fmla="*/ 1 w 439"/>
                <a:gd name="T17" fmla="*/ 0 h 260"/>
                <a:gd name="T18" fmla="*/ 1 w 439"/>
                <a:gd name="T19" fmla="*/ 1 h 260"/>
                <a:gd name="T20" fmla="*/ 1 w 439"/>
                <a:gd name="T21" fmla="*/ 1 h 260"/>
                <a:gd name="T22" fmla="*/ 1 w 439"/>
                <a:gd name="T23" fmla="*/ 1 h 260"/>
                <a:gd name="T24" fmla="*/ 0 w 439"/>
                <a:gd name="T25" fmla="*/ 1 h 260"/>
                <a:gd name="T26" fmla="*/ 0 w 439"/>
                <a:gd name="T27" fmla="*/ 1 h 260"/>
                <a:gd name="T28" fmla="*/ 0 w 439"/>
                <a:gd name="T29" fmla="*/ 1 h 260"/>
                <a:gd name="T30" fmla="*/ 0 w 439"/>
                <a:gd name="T31" fmla="*/ 2 h 260"/>
                <a:gd name="T32" fmla="*/ 0 w 439"/>
                <a:gd name="T33" fmla="*/ 2 h 260"/>
                <a:gd name="T34" fmla="*/ 0 w 439"/>
                <a:gd name="T35" fmla="*/ 2 h 260"/>
                <a:gd name="T36" fmla="*/ 0 w 439"/>
                <a:gd name="T37" fmla="*/ 2 h 260"/>
                <a:gd name="T38" fmla="*/ 0 w 439"/>
                <a:gd name="T39" fmla="*/ 2 h 260"/>
                <a:gd name="T40" fmla="*/ 0 w 439"/>
                <a:gd name="T41" fmla="*/ 2 h 260"/>
                <a:gd name="T42" fmla="*/ 0 w 439"/>
                <a:gd name="T43" fmla="*/ 1 h 260"/>
                <a:gd name="T44" fmla="*/ 0 w 439"/>
                <a:gd name="T45" fmla="*/ 1 h 260"/>
                <a:gd name="T46" fmla="*/ 1 w 439"/>
                <a:gd name="T47" fmla="*/ 1 h 260"/>
                <a:gd name="T48" fmla="*/ 1 w 439"/>
                <a:gd name="T49" fmla="*/ 1 h 260"/>
                <a:gd name="T50" fmla="*/ 1 w 439"/>
                <a:gd name="T51" fmla="*/ 1 h 260"/>
                <a:gd name="T52" fmla="*/ 1 w 439"/>
                <a:gd name="T53" fmla="*/ 1 h 260"/>
                <a:gd name="T54" fmla="*/ 1 w 439"/>
                <a:gd name="T55" fmla="*/ 1 h 260"/>
                <a:gd name="T56" fmla="*/ 2 w 439"/>
                <a:gd name="T57" fmla="*/ 0 h 260"/>
                <a:gd name="T58" fmla="*/ 2 w 439"/>
                <a:gd name="T59" fmla="*/ 0 h 260"/>
                <a:gd name="T60" fmla="*/ 2 w 439"/>
                <a:gd name="T61" fmla="*/ 0 h 260"/>
                <a:gd name="T62" fmla="*/ 3 w 439"/>
                <a:gd name="T63" fmla="*/ 0 h 260"/>
                <a:gd name="T64" fmla="*/ 3 w 439"/>
                <a:gd name="T65" fmla="*/ 0 h 260"/>
                <a:gd name="T66" fmla="*/ 3 w 439"/>
                <a:gd name="T67" fmla="*/ 0 h 260"/>
                <a:gd name="T68" fmla="*/ 4 w 439"/>
                <a:gd name="T69" fmla="*/ 0 h 260"/>
                <a:gd name="T70" fmla="*/ 4 w 439"/>
                <a:gd name="T71" fmla="*/ 0 h 260"/>
                <a:gd name="T72" fmla="*/ 4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439" y="0"/>
                  </a:moveTo>
                  <a:lnTo>
                    <a:pt x="439" y="0"/>
                  </a:lnTo>
                  <a:lnTo>
                    <a:pt x="395" y="1"/>
                  </a:lnTo>
                  <a:lnTo>
                    <a:pt x="351" y="4"/>
                  </a:lnTo>
                  <a:lnTo>
                    <a:pt x="310" y="11"/>
                  </a:lnTo>
                  <a:lnTo>
                    <a:pt x="270" y="19"/>
                  </a:lnTo>
                  <a:lnTo>
                    <a:pt x="231" y="30"/>
                  </a:lnTo>
                  <a:lnTo>
                    <a:pt x="195" y="43"/>
                  </a:lnTo>
                  <a:lnTo>
                    <a:pt x="162" y="58"/>
                  </a:lnTo>
                  <a:lnTo>
                    <a:pt x="130" y="73"/>
                  </a:lnTo>
                  <a:lnTo>
                    <a:pt x="102" y="93"/>
                  </a:lnTo>
                  <a:lnTo>
                    <a:pt x="76" y="113"/>
                  </a:lnTo>
                  <a:lnTo>
                    <a:pt x="54" y="133"/>
                  </a:lnTo>
                  <a:lnTo>
                    <a:pt x="35" y="157"/>
                  </a:lnTo>
                  <a:lnTo>
                    <a:pt x="20" y="181"/>
                  </a:lnTo>
                  <a:lnTo>
                    <a:pt x="10" y="206"/>
                  </a:lnTo>
                  <a:lnTo>
                    <a:pt x="3" y="233"/>
                  </a:lnTo>
                  <a:lnTo>
                    <a:pt x="0" y="260"/>
                  </a:lnTo>
                  <a:lnTo>
                    <a:pt x="12" y="260"/>
                  </a:lnTo>
                  <a:lnTo>
                    <a:pt x="14" y="235"/>
                  </a:lnTo>
                  <a:lnTo>
                    <a:pt x="21" y="211"/>
                  </a:lnTo>
                  <a:lnTo>
                    <a:pt x="32" y="186"/>
                  </a:lnTo>
                  <a:lnTo>
                    <a:pt x="45" y="164"/>
                  </a:lnTo>
                  <a:lnTo>
                    <a:pt x="64" y="143"/>
                  </a:lnTo>
                  <a:lnTo>
                    <a:pt x="84" y="123"/>
                  </a:lnTo>
                  <a:lnTo>
                    <a:pt x="109" y="103"/>
                  </a:lnTo>
                  <a:lnTo>
                    <a:pt x="137" y="85"/>
                  </a:lnTo>
                  <a:lnTo>
                    <a:pt x="167" y="70"/>
                  </a:lnTo>
                  <a:lnTo>
                    <a:pt x="200" y="55"/>
                  </a:lnTo>
                  <a:lnTo>
                    <a:pt x="236" y="42"/>
                  </a:lnTo>
                  <a:lnTo>
                    <a:pt x="272" y="31"/>
                  </a:lnTo>
                  <a:lnTo>
                    <a:pt x="312" y="23"/>
                  </a:lnTo>
                  <a:lnTo>
                    <a:pt x="353" y="16"/>
                  </a:lnTo>
                  <a:lnTo>
                    <a:pt x="395" y="12"/>
                  </a:lnTo>
                  <a:lnTo>
                    <a:pt x="439" y="11"/>
                  </a:lnTo>
                  <a:lnTo>
                    <a:pt x="439"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1110" name="Freeform 52"/>
            <p:cNvSpPr>
              <a:spLocks/>
            </p:cNvSpPr>
            <p:nvPr/>
          </p:nvSpPr>
          <p:spPr bwMode="auto">
            <a:xfrm>
              <a:off x="964" y="1745"/>
              <a:ext cx="48" cy="85"/>
            </a:xfrm>
            <a:custGeom>
              <a:avLst/>
              <a:gdLst>
                <a:gd name="T0" fmla="*/ 2 w 244"/>
                <a:gd name="T1" fmla="*/ 3 h 426"/>
                <a:gd name="T2" fmla="*/ 2 w 244"/>
                <a:gd name="T3" fmla="*/ 3 h 426"/>
                <a:gd name="T4" fmla="*/ 2 w 244"/>
                <a:gd name="T5" fmla="*/ 3 h 426"/>
                <a:gd name="T6" fmla="*/ 2 w 244"/>
                <a:gd name="T7" fmla="*/ 3 h 426"/>
                <a:gd name="T8" fmla="*/ 2 w 244"/>
                <a:gd name="T9" fmla="*/ 2 h 426"/>
                <a:gd name="T10" fmla="*/ 2 w 244"/>
                <a:gd name="T11" fmla="*/ 2 h 426"/>
                <a:gd name="T12" fmla="*/ 2 w 244"/>
                <a:gd name="T13" fmla="*/ 2 h 426"/>
                <a:gd name="T14" fmla="*/ 2 w 244"/>
                <a:gd name="T15" fmla="*/ 2 h 426"/>
                <a:gd name="T16" fmla="*/ 1 w 244"/>
                <a:gd name="T17" fmla="*/ 1 h 426"/>
                <a:gd name="T18" fmla="*/ 1 w 244"/>
                <a:gd name="T19" fmla="*/ 1 h 426"/>
                <a:gd name="T20" fmla="*/ 1 w 244"/>
                <a:gd name="T21" fmla="*/ 1 h 426"/>
                <a:gd name="T22" fmla="*/ 1 w 244"/>
                <a:gd name="T23" fmla="*/ 1 h 426"/>
                <a:gd name="T24" fmla="*/ 1 w 244"/>
                <a:gd name="T25" fmla="*/ 0 h 426"/>
                <a:gd name="T26" fmla="*/ 1 w 244"/>
                <a:gd name="T27" fmla="*/ 0 h 426"/>
                <a:gd name="T28" fmla="*/ 1 w 244"/>
                <a:gd name="T29" fmla="*/ 0 h 426"/>
                <a:gd name="T30" fmla="*/ 0 w 244"/>
                <a:gd name="T31" fmla="*/ 0 h 426"/>
                <a:gd name="T32" fmla="*/ 0 w 244"/>
                <a:gd name="T33" fmla="*/ 0 h 426"/>
                <a:gd name="T34" fmla="*/ 0 w 244"/>
                <a:gd name="T35" fmla="*/ 0 h 426"/>
                <a:gd name="T36" fmla="*/ 0 w 244"/>
                <a:gd name="T37" fmla="*/ 0 h 426"/>
                <a:gd name="T38" fmla="*/ 0 w 244"/>
                <a:gd name="T39" fmla="*/ 0 h 426"/>
                <a:gd name="T40" fmla="*/ 0 w 244"/>
                <a:gd name="T41" fmla="*/ 0 h 426"/>
                <a:gd name="T42" fmla="*/ 1 w 244"/>
                <a:gd name="T43" fmla="*/ 0 h 426"/>
                <a:gd name="T44" fmla="*/ 1 w 244"/>
                <a:gd name="T45" fmla="*/ 0 h 426"/>
                <a:gd name="T46" fmla="*/ 1 w 244"/>
                <a:gd name="T47" fmla="*/ 0 h 426"/>
                <a:gd name="T48" fmla="*/ 1 w 244"/>
                <a:gd name="T49" fmla="*/ 1 h 426"/>
                <a:gd name="T50" fmla="*/ 1 w 244"/>
                <a:gd name="T51" fmla="*/ 1 h 426"/>
                <a:gd name="T52" fmla="*/ 1 w 244"/>
                <a:gd name="T53" fmla="*/ 1 h 426"/>
                <a:gd name="T54" fmla="*/ 1 w 244"/>
                <a:gd name="T55" fmla="*/ 1 h 426"/>
                <a:gd name="T56" fmla="*/ 1 w 244"/>
                <a:gd name="T57" fmla="*/ 2 h 426"/>
                <a:gd name="T58" fmla="*/ 2 w 244"/>
                <a:gd name="T59" fmla="*/ 2 h 426"/>
                <a:gd name="T60" fmla="*/ 2 w 244"/>
                <a:gd name="T61" fmla="*/ 2 h 426"/>
                <a:gd name="T62" fmla="*/ 2 w 244"/>
                <a:gd name="T63" fmla="*/ 2 h 426"/>
                <a:gd name="T64" fmla="*/ 2 w 244"/>
                <a:gd name="T65" fmla="*/ 3 h 426"/>
                <a:gd name="T66" fmla="*/ 2 w 244"/>
                <a:gd name="T67" fmla="*/ 3 h 426"/>
                <a:gd name="T68" fmla="*/ 2 w 244"/>
                <a:gd name="T69" fmla="*/ 3 h 426"/>
                <a:gd name="T70" fmla="*/ 2 w 244"/>
                <a:gd name="T71" fmla="*/ 3 h 426"/>
                <a:gd name="T72" fmla="*/ 2 w 244"/>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6"/>
                <a:gd name="T113" fmla="*/ 244 w 244"/>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6">
                  <a:moveTo>
                    <a:pt x="244" y="426"/>
                  </a:moveTo>
                  <a:lnTo>
                    <a:pt x="244" y="426"/>
                  </a:lnTo>
                  <a:lnTo>
                    <a:pt x="243" y="383"/>
                  </a:lnTo>
                  <a:lnTo>
                    <a:pt x="240" y="340"/>
                  </a:lnTo>
                  <a:lnTo>
                    <a:pt x="234" y="300"/>
                  </a:lnTo>
                  <a:lnTo>
                    <a:pt x="226" y="262"/>
                  </a:lnTo>
                  <a:lnTo>
                    <a:pt x="215" y="224"/>
                  </a:lnTo>
                  <a:lnTo>
                    <a:pt x="203" y="189"/>
                  </a:lnTo>
                  <a:lnTo>
                    <a:pt x="189" y="157"/>
                  </a:lnTo>
                  <a:lnTo>
                    <a:pt x="174" y="126"/>
                  </a:lnTo>
                  <a:lnTo>
                    <a:pt x="155" y="99"/>
                  </a:lnTo>
                  <a:lnTo>
                    <a:pt x="138" y="74"/>
                  </a:lnTo>
                  <a:lnTo>
                    <a:pt x="118" y="52"/>
                  </a:lnTo>
                  <a:lnTo>
                    <a:pt x="96" y="34"/>
                  </a:lnTo>
                  <a:lnTo>
                    <a:pt x="73" y="19"/>
                  </a:lnTo>
                  <a:lnTo>
                    <a:pt x="50" y="8"/>
                  </a:lnTo>
                  <a:lnTo>
                    <a:pt x="25" y="2"/>
                  </a:lnTo>
                  <a:lnTo>
                    <a:pt x="0" y="0"/>
                  </a:lnTo>
                  <a:lnTo>
                    <a:pt x="0" y="12"/>
                  </a:lnTo>
                  <a:lnTo>
                    <a:pt x="23" y="14"/>
                  </a:lnTo>
                  <a:lnTo>
                    <a:pt x="45" y="20"/>
                  </a:lnTo>
                  <a:lnTo>
                    <a:pt x="66" y="31"/>
                  </a:lnTo>
                  <a:lnTo>
                    <a:pt x="89" y="43"/>
                  </a:lnTo>
                  <a:lnTo>
                    <a:pt x="109" y="61"/>
                  </a:lnTo>
                  <a:lnTo>
                    <a:pt x="129" y="81"/>
                  </a:lnTo>
                  <a:lnTo>
                    <a:pt x="146" y="106"/>
                  </a:lnTo>
                  <a:lnTo>
                    <a:pt x="162" y="133"/>
                  </a:lnTo>
                  <a:lnTo>
                    <a:pt x="178" y="162"/>
                  </a:lnTo>
                  <a:lnTo>
                    <a:pt x="192" y="194"/>
                  </a:lnTo>
                  <a:lnTo>
                    <a:pt x="203" y="229"/>
                  </a:lnTo>
                  <a:lnTo>
                    <a:pt x="214" y="264"/>
                  </a:lnTo>
                  <a:lnTo>
                    <a:pt x="222" y="303"/>
                  </a:lnTo>
                  <a:lnTo>
                    <a:pt x="228" y="342"/>
                  </a:lnTo>
                  <a:lnTo>
                    <a:pt x="232" y="383"/>
                  </a:lnTo>
                  <a:lnTo>
                    <a:pt x="233" y="426"/>
                  </a:lnTo>
                  <a:lnTo>
                    <a:pt x="244"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1111" name="Freeform 53"/>
            <p:cNvSpPr>
              <a:spLocks/>
            </p:cNvSpPr>
            <p:nvPr/>
          </p:nvSpPr>
          <p:spPr bwMode="auto">
            <a:xfrm>
              <a:off x="964" y="1830"/>
              <a:ext cx="48" cy="85"/>
            </a:xfrm>
            <a:custGeom>
              <a:avLst/>
              <a:gdLst>
                <a:gd name="T0" fmla="*/ 0 w 244"/>
                <a:gd name="T1" fmla="*/ 3 h 424"/>
                <a:gd name="T2" fmla="*/ 0 w 244"/>
                <a:gd name="T3" fmla="*/ 3 h 424"/>
                <a:gd name="T4" fmla="*/ 0 w 244"/>
                <a:gd name="T5" fmla="*/ 3 h 424"/>
                <a:gd name="T6" fmla="*/ 0 w 244"/>
                <a:gd name="T7" fmla="*/ 3 h 424"/>
                <a:gd name="T8" fmla="*/ 1 w 244"/>
                <a:gd name="T9" fmla="*/ 3 h 424"/>
                <a:gd name="T10" fmla="*/ 1 w 244"/>
                <a:gd name="T11" fmla="*/ 3 h 424"/>
                <a:gd name="T12" fmla="*/ 1 w 244"/>
                <a:gd name="T13" fmla="*/ 3 h 424"/>
                <a:gd name="T14" fmla="*/ 1 w 244"/>
                <a:gd name="T15" fmla="*/ 3 h 424"/>
                <a:gd name="T16" fmla="*/ 1 w 244"/>
                <a:gd name="T17" fmla="*/ 3 h 424"/>
                <a:gd name="T18" fmla="*/ 1 w 244"/>
                <a:gd name="T19" fmla="*/ 2 h 424"/>
                <a:gd name="T20" fmla="*/ 1 w 244"/>
                <a:gd name="T21" fmla="*/ 2 h 424"/>
                <a:gd name="T22" fmla="*/ 2 w 244"/>
                <a:gd name="T23" fmla="*/ 2 h 424"/>
                <a:gd name="T24" fmla="*/ 2 w 244"/>
                <a:gd name="T25" fmla="*/ 2 h 424"/>
                <a:gd name="T26" fmla="*/ 2 w 244"/>
                <a:gd name="T27" fmla="*/ 1 h 424"/>
                <a:gd name="T28" fmla="*/ 2 w 244"/>
                <a:gd name="T29" fmla="*/ 1 h 424"/>
                <a:gd name="T30" fmla="*/ 2 w 244"/>
                <a:gd name="T31" fmla="*/ 1 h 424"/>
                <a:gd name="T32" fmla="*/ 2 w 244"/>
                <a:gd name="T33" fmla="*/ 0 h 424"/>
                <a:gd name="T34" fmla="*/ 2 w 244"/>
                <a:gd name="T35" fmla="*/ 0 h 424"/>
                <a:gd name="T36" fmla="*/ 2 w 244"/>
                <a:gd name="T37" fmla="*/ 0 h 424"/>
                <a:gd name="T38" fmla="*/ 2 w 244"/>
                <a:gd name="T39" fmla="*/ 0 h 424"/>
                <a:gd name="T40" fmla="*/ 2 w 244"/>
                <a:gd name="T41" fmla="*/ 1 h 424"/>
                <a:gd name="T42" fmla="*/ 2 w 244"/>
                <a:gd name="T43" fmla="*/ 1 h 424"/>
                <a:gd name="T44" fmla="*/ 2 w 244"/>
                <a:gd name="T45" fmla="*/ 1 h 424"/>
                <a:gd name="T46" fmla="*/ 2 w 244"/>
                <a:gd name="T47" fmla="*/ 2 h 424"/>
                <a:gd name="T48" fmla="*/ 1 w 244"/>
                <a:gd name="T49" fmla="*/ 2 h 424"/>
                <a:gd name="T50" fmla="*/ 1 w 244"/>
                <a:gd name="T51" fmla="*/ 2 h 424"/>
                <a:gd name="T52" fmla="*/ 1 w 244"/>
                <a:gd name="T53" fmla="*/ 2 h 424"/>
                <a:gd name="T54" fmla="*/ 1 w 244"/>
                <a:gd name="T55" fmla="*/ 3 h 424"/>
                <a:gd name="T56" fmla="*/ 1 w 244"/>
                <a:gd name="T57" fmla="*/ 3 h 424"/>
                <a:gd name="T58" fmla="*/ 1 w 244"/>
                <a:gd name="T59" fmla="*/ 3 h 424"/>
                <a:gd name="T60" fmla="*/ 1 w 244"/>
                <a:gd name="T61" fmla="*/ 3 h 424"/>
                <a:gd name="T62" fmla="*/ 1 w 244"/>
                <a:gd name="T63" fmla="*/ 3 h 424"/>
                <a:gd name="T64" fmla="*/ 0 w 244"/>
                <a:gd name="T65" fmla="*/ 3 h 424"/>
                <a:gd name="T66" fmla="*/ 0 w 244"/>
                <a:gd name="T67" fmla="*/ 3 h 424"/>
                <a:gd name="T68" fmla="*/ 0 w 244"/>
                <a:gd name="T69" fmla="*/ 3 h 424"/>
                <a:gd name="T70" fmla="*/ 0 w 244"/>
                <a:gd name="T71" fmla="*/ 3 h 424"/>
                <a:gd name="T72" fmla="*/ 0 w 244"/>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4"/>
                <a:gd name="T113" fmla="*/ 244 w 244"/>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4">
                  <a:moveTo>
                    <a:pt x="0" y="424"/>
                  </a:moveTo>
                  <a:lnTo>
                    <a:pt x="0" y="424"/>
                  </a:lnTo>
                  <a:lnTo>
                    <a:pt x="25" y="422"/>
                  </a:lnTo>
                  <a:lnTo>
                    <a:pt x="50" y="416"/>
                  </a:lnTo>
                  <a:lnTo>
                    <a:pt x="73" y="405"/>
                  </a:lnTo>
                  <a:lnTo>
                    <a:pt x="96" y="390"/>
                  </a:lnTo>
                  <a:lnTo>
                    <a:pt x="118" y="373"/>
                  </a:lnTo>
                  <a:lnTo>
                    <a:pt x="138" y="350"/>
                  </a:lnTo>
                  <a:lnTo>
                    <a:pt x="155" y="326"/>
                  </a:lnTo>
                  <a:lnTo>
                    <a:pt x="173" y="299"/>
                  </a:lnTo>
                  <a:lnTo>
                    <a:pt x="189" y="268"/>
                  </a:lnTo>
                  <a:lnTo>
                    <a:pt x="203" y="235"/>
                  </a:lnTo>
                  <a:lnTo>
                    <a:pt x="215" y="201"/>
                  </a:lnTo>
                  <a:lnTo>
                    <a:pt x="226" y="163"/>
                  </a:lnTo>
                  <a:lnTo>
                    <a:pt x="234" y="125"/>
                  </a:lnTo>
                  <a:lnTo>
                    <a:pt x="240" y="85"/>
                  </a:lnTo>
                  <a:lnTo>
                    <a:pt x="243" y="42"/>
                  </a:lnTo>
                  <a:lnTo>
                    <a:pt x="244" y="0"/>
                  </a:lnTo>
                  <a:lnTo>
                    <a:pt x="233" y="0"/>
                  </a:lnTo>
                  <a:lnTo>
                    <a:pt x="232" y="42"/>
                  </a:lnTo>
                  <a:lnTo>
                    <a:pt x="228" y="83"/>
                  </a:lnTo>
                  <a:lnTo>
                    <a:pt x="222" y="123"/>
                  </a:lnTo>
                  <a:lnTo>
                    <a:pt x="214" y="160"/>
                  </a:lnTo>
                  <a:lnTo>
                    <a:pt x="203" y="197"/>
                  </a:lnTo>
                  <a:lnTo>
                    <a:pt x="192" y="231"/>
                  </a:lnTo>
                  <a:lnTo>
                    <a:pt x="178" y="263"/>
                  </a:lnTo>
                  <a:lnTo>
                    <a:pt x="164" y="292"/>
                  </a:lnTo>
                  <a:lnTo>
                    <a:pt x="146" y="319"/>
                  </a:lnTo>
                  <a:lnTo>
                    <a:pt x="129" y="343"/>
                  </a:lnTo>
                  <a:lnTo>
                    <a:pt x="109" y="363"/>
                  </a:lnTo>
                  <a:lnTo>
                    <a:pt x="89" y="381"/>
                  </a:lnTo>
                  <a:lnTo>
                    <a:pt x="66" y="394"/>
                  </a:lnTo>
                  <a:lnTo>
                    <a:pt x="45" y="404"/>
                  </a:lnTo>
                  <a:lnTo>
                    <a:pt x="23" y="410"/>
                  </a:lnTo>
                  <a:lnTo>
                    <a:pt x="0" y="412"/>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1112" name="Freeform 54"/>
            <p:cNvSpPr>
              <a:spLocks/>
            </p:cNvSpPr>
            <p:nvPr/>
          </p:nvSpPr>
          <p:spPr bwMode="auto">
            <a:xfrm>
              <a:off x="915" y="1830"/>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1" y="42"/>
                  </a:lnTo>
                  <a:lnTo>
                    <a:pt x="4" y="85"/>
                  </a:lnTo>
                  <a:lnTo>
                    <a:pt x="10" y="125"/>
                  </a:lnTo>
                  <a:lnTo>
                    <a:pt x="19" y="163"/>
                  </a:lnTo>
                  <a:lnTo>
                    <a:pt x="29" y="201"/>
                  </a:lnTo>
                  <a:lnTo>
                    <a:pt x="41" y="235"/>
                  </a:lnTo>
                  <a:lnTo>
                    <a:pt x="55" y="268"/>
                  </a:lnTo>
                  <a:lnTo>
                    <a:pt x="71" y="299"/>
                  </a:lnTo>
                  <a:lnTo>
                    <a:pt x="89" y="326"/>
                  </a:lnTo>
                  <a:lnTo>
                    <a:pt x="106" y="350"/>
                  </a:lnTo>
                  <a:lnTo>
                    <a:pt x="126" y="373"/>
                  </a:lnTo>
                  <a:lnTo>
                    <a:pt x="149" y="390"/>
                  </a:lnTo>
                  <a:lnTo>
                    <a:pt x="171" y="405"/>
                  </a:lnTo>
                  <a:lnTo>
                    <a:pt x="194" y="416"/>
                  </a:lnTo>
                  <a:lnTo>
                    <a:pt x="219" y="422"/>
                  </a:lnTo>
                  <a:lnTo>
                    <a:pt x="245" y="424"/>
                  </a:lnTo>
                  <a:lnTo>
                    <a:pt x="245" y="412"/>
                  </a:lnTo>
                  <a:lnTo>
                    <a:pt x="221" y="410"/>
                  </a:lnTo>
                  <a:lnTo>
                    <a:pt x="199" y="404"/>
                  </a:lnTo>
                  <a:lnTo>
                    <a:pt x="178" y="394"/>
                  </a:lnTo>
                  <a:lnTo>
                    <a:pt x="156" y="381"/>
                  </a:lnTo>
                  <a:lnTo>
                    <a:pt x="136" y="363"/>
                  </a:lnTo>
                  <a:lnTo>
                    <a:pt x="116" y="343"/>
                  </a:lnTo>
                  <a:lnTo>
                    <a:pt x="98" y="319"/>
                  </a:lnTo>
                  <a:lnTo>
                    <a:pt x="81" y="292"/>
                  </a:lnTo>
                  <a:lnTo>
                    <a:pt x="67" y="263"/>
                  </a:lnTo>
                  <a:lnTo>
                    <a:pt x="52" y="231"/>
                  </a:lnTo>
                  <a:lnTo>
                    <a:pt x="41" y="197"/>
                  </a:lnTo>
                  <a:lnTo>
                    <a:pt x="30" y="160"/>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1113" name="Freeform 55"/>
            <p:cNvSpPr>
              <a:spLocks/>
            </p:cNvSpPr>
            <p:nvPr/>
          </p:nvSpPr>
          <p:spPr bwMode="auto">
            <a:xfrm>
              <a:off x="915" y="1745"/>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0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19" y="2"/>
                  </a:lnTo>
                  <a:lnTo>
                    <a:pt x="194" y="8"/>
                  </a:lnTo>
                  <a:lnTo>
                    <a:pt x="171" y="19"/>
                  </a:lnTo>
                  <a:lnTo>
                    <a:pt x="149" y="34"/>
                  </a:lnTo>
                  <a:lnTo>
                    <a:pt x="126" y="52"/>
                  </a:lnTo>
                  <a:lnTo>
                    <a:pt x="106" y="74"/>
                  </a:lnTo>
                  <a:lnTo>
                    <a:pt x="89" y="99"/>
                  </a:lnTo>
                  <a:lnTo>
                    <a:pt x="70" y="126"/>
                  </a:lnTo>
                  <a:lnTo>
                    <a:pt x="55" y="157"/>
                  </a:lnTo>
                  <a:lnTo>
                    <a:pt x="41" y="189"/>
                  </a:lnTo>
                  <a:lnTo>
                    <a:pt x="29" y="224"/>
                  </a:lnTo>
                  <a:lnTo>
                    <a:pt x="19" y="262"/>
                  </a:lnTo>
                  <a:lnTo>
                    <a:pt x="10" y="300"/>
                  </a:lnTo>
                  <a:lnTo>
                    <a:pt x="4" y="340"/>
                  </a:lnTo>
                  <a:lnTo>
                    <a:pt x="1" y="383"/>
                  </a:lnTo>
                  <a:lnTo>
                    <a:pt x="0" y="426"/>
                  </a:lnTo>
                  <a:lnTo>
                    <a:pt x="11" y="426"/>
                  </a:lnTo>
                  <a:lnTo>
                    <a:pt x="13" y="383"/>
                  </a:lnTo>
                  <a:lnTo>
                    <a:pt x="16" y="342"/>
                  </a:lnTo>
                  <a:lnTo>
                    <a:pt x="22" y="303"/>
                  </a:lnTo>
                  <a:lnTo>
                    <a:pt x="30" y="264"/>
                  </a:lnTo>
                  <a:lnTo>
                    <a:pt x="41" y="229"/>
                  </a:lnTo>
                  <a:lnTo>
                    <a:pt x="52" y="194"/>
                  </a:lnTo>
                  <a:lnTo>
                    <a:pt x="67" y="162"/>
                  </a:lnTo>
                  <a:lnTo>
                    <a:pt x="82" y="133"/>
                  </a:lnTo>
                  <a:lnTo>
                    <a:pt x="98" y="106"/>
                  </a:lnTo>
                  <a:lnTo>
                    <a:pt x="116" y="81"/>
                  </a:lnTo>
                  <a:lnTo>
                    <a:pt x="136" y="61"/>
                  </a:lnTo>
                  <a:lnTo>
                    <a:pt x="156" y="43"/>
                  </a:lnTo>
                  <a:lnTo>
                    <a:pt x="178" y="31"/>
                  </a:lnTo>
                  <a:lnTo>
                    <a:pt x="199" y="20"/>
                  </a:lnTo>
                  <a:lnTo>
                    <a:pt x="221"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1114" name="Freeform 56"/>
            <p:cNvSpPr>
              <a:spLocks/>
            </p:cNvSpPr>
            <p:nvPr/>
          </p:nvSpPr>
          <p:spPr bwMode="auto">
            <a:xfrm>
              <a:off x="1140" y="2087"/>
              <a:ext cx="49" cy="85"/>
            </a:xfrm>
            <a:custGeom>
              <a:avLst/>
              <a:gdLst>
                <a:gd name="T0" fmla="*/ 2 w 246"/>
                <a:gd name="T1" fmla="*/ 3 h 424"/>
                <a:gd name="T2" fmla="*/ 2 w 246"/>
                <a:gd name="T3" fmla="*/ 3 h 424"/>
                <a:gd name="T4" fmla="*/ 2 w 246"/>
                <a:gd name="T5" fmla="*/ 3 h 424"/>
                <a:gd name="T6" fmla="*/ 2 w 246"/>
                <a:gd name="T7" fmla="*/ 3 h 424"/>
                <a:gd name="T8" fmla="*/ 2 w 246"/>
                <a:gd name="T9" fmla="*/ 2 h 424"/>
                <a:gd name="T10" fmla="*/ 2 w 246"/>
                <a:gd name="T11" fmla="*/ 2 h 424"/>
                <a:gd name="T12" fmla="*/ 2 w 246"/>
                <a:gd name="T13" fmla="*/ 2 h 424"/>
                <a:gd name="T14" fmla="*/ 2 w 246"/>
                <a:gd name="T15" fmla="*/ 2 h 424"/>
                <a:gd name="T16" fmla="*/ 2 w 246"/>
                <a:gd name="T17" fmla="*/ 1 h 424"/>
                <a:gd name="T18" fmla="*/ 1 w 246"/>
                <a:gd name="T19" fmla="*/ 1 h 424"/>
                <a:gd name="T20" fmla="*/ 1 w 246"/>
                <a:gd name="T21" fmla="*/ 1 h 424"/>
                <a:gd name="T22" fmla="*/ 1 w 246"/>
                <a:gd name="T23" fmla="*/ 1 h 424"/>
                <a:gd name="T24" fmla="*/ 1 w 246"/>
                <a:gd name="T25" fmla="*/ 0 h 424"/>
                <a:gd name="T26" fmla="*/ 1 w 246"/>
                <a:gd name="T27" fmla="*/ 0 h 424"/>
                <a:gd name="T28" fmla="*/ 1 w 246"/>
                <a:gd name="T29" fmla="*/ 0 h 424"/>
                <a:gd name="T30" fmla="*/ 0 w 246"/>
                <a:gd name="T31" fmla="*/ 0 h 424"/>
                <a:gd name="T32" fmla="*/ 0 w 246"/>
                <a:gd name="T33" fmla="*/ 0 h 424"/>
                <a:gd name="T34" fmla="*/ 0 w 246"/>
                <a:gd name="T35" fmla="*/ 0 h 424"/>
                <a:gd name="T36" fmla="*/ 0 w 246"/>
                <a:gd name="T37" fmla="*/ 0 h 424"/>
                <a:gd name="T38" fmla="*/ 0 w 246"/>
                <a:gd name="T39" fmla="*/ 0 h 424"/>
                <a:gd name="T40" fmla="*/ 0 w 246"/>
                <a:gd name="T41" fmla="*/ 0 h 424"/>
                <a:gd name="T42" fmla="*/ 1 w 246"/>
                <a:gd name="T43" fmla="*/ 0 h 424"/>
                <a:gd name="T44" fmla="*/ 1 w 246"/>
                <a:gd name="T45" fmla="*/ 0 h 424"/>
                <a:gd name="T46" fmla="*/ 1 w 246"/>
                <a:gd name="T47" fmla="*/ 0 h 424"/>
                <a:gd name="T48" fmla="*/ 1 w 246"/>
                <a:gd name="T49" fmla="*/ 1 h 424"/>
                <a:gd name="T50" fmla="*/ 1 w 246"/>
                <a:gd name="T51" fmla="*/ 1 h 424"/>
                <a:gd name="T52" fmla="*/ 1 w 246"/>
                <a:gd name="T53" fmla="*/ 1 h 424"/>
                <a:gd name="T54" fmla="*/ 1 w 246"/>
                <a:gd name="T55" fmla="*/ 1 h 424"/>
                <a:gd name="T56" fmla="*/ 2 w 246"/>
                <a:gd name="T57" fmla="*/ 2 h 424"/>
                <a:gd name="T58" fmla="*/ 2 w 246"/>
                <a:gd name="T59" fmla="*/ 2 h 424"/>
                <a:gd name="T60" fmla="*/ 2 w 246"/>
                <a:gd name="T61" fmla="*/ 2 h 424"/>
                <a:gd name="T62" fmla="*/ 2 w 246"/>
                <a:gd name="T63" fmla="*/ 2 h 424"/>
                <a:gd name="T64" fmla="*/ 2 w 246"/>
                <a:gd name="T65" fmla="*/ 3 h 424"/>
                <a:gd name="T66" fmla="*/ 2 w 246"/>
                <a:gd name="T67" fmla="*/ 3 h 424"/>
                <a:gd name="T68" fmla="*/ 2 w 246"/>
                <a:gd name="T69" fmla="*/ 3 h 424"/>
                <a:gd name="T70" fmla="*/ 2 w 246"/>
                <a:gd name="T71" fmla="*/ 3 h 424"/>
                <a:gd name="T72" fmla="*/ 2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424"/>
                  </a:moveTo>
                  <a:lnTo>
                    <a:pt x="246" y="424"/>
                  </a:lnTo>
                  <a:lnTo>
                    <a:pt x="244" y="382"/>
                  </a:lnTo>
                  <a:lnTo>
                    <a:pt x="241" y="338"/>
                  </a:lnTo>
                  <a:lnTo>
                    <a:pt x="235" y="298"/>
                  </a:lnTo>
                  <a:lnTo>
                    <a:pt x="227" y="261"/>
                  </a:lnTo>
                  <a:lnTo>
                    <a:pt x="216" y="222"/>
                  </a:lnTo>
                  <a:lnTo>
                    <a:pt x="205" y="188"/>
                  </a:lnTo>
                  <a:lnTo>
                    <a:pt x="190" y="155"/>
                  </a:lnTo>
                  <a:lnTo>
                    <a:pt x="174" y="125"/>
                  </a:lnTo>
                  <a:lnTo>
                    <a:pt x="157" y="98"/>
                  </a:lnTo>
                  <a:lnTo>
                    <a:pt x="138" y="73"/>
                  </a:lnTo>
                  <a:lnTo>
                    <a:pt x="118" y="51"/>
                  </a:lnTo>
                  <a:lnTo>
                    <a:pt x="96" y="34"/>
                  </a:lnTo>
                  <a:lnTo>
                    <a:pt x="74" y="18"/>
                  </a:lnTo>
                  <a:lnTo>
                    <a:pt x="50" y="8"/>
                  </a:lnTo>
                  <a:lnTo>
                    <a:pt x="25" y="2"/>
                  </a:lnTo>
                  <a:lnTo>
                    <a:pt x="0" y="0"/>
                  </a:lnTo>
                  <a:lnTo>
                    <a:pt x="0" y="11"/>
                  </a:lnTo>
                  <a:lnTo>
                    <a:pt x="23" y="14"/>
                  </a:lnTo>
                  <a:lnTo>
                    <a:pt x="45" y="19"/>
                  </a:lnTo>
                  <a:lnTo>
                    <a:pt x="67" y="30"/>
                  </a:lnTo>
                  <a:lnTo>
                    <a:pt x="89" y="43"/>
                  </a:lnTo>
                  <a:lnTo>
                    <a:pt x="108" y="60"/>
                  </a:lnTo>
                  <a:lnTo>
                    <a:pt x="128" y="80"/>
                  </a:lnTo>
                  <a:lnTo>
                    <a:pt x="147" y="105"/>
                  </a:lnTo>
                  <a:lnTo>
                    <a:pt x="165" y="132"/>
                  </a:lnTo>
                  <a:lnTo>
                    <a:pt x="179" y="160"/>
                  </a:lnTo>
                  <a:lnTo>
                    <a:pt x="193" y="193"/>
                  </a:lnTo>
                  <a:lnTo>
                    <a:pt x="205" y="227"/>
                  </a:lnTo>
                  <a:lnTo>
                    <a:pt x="215" y="263"/>
                  </a:lnTo>
                  <a:lnTo>
                    <a:pt x="223" y="301"/>
                  </a:lnTo>
                  <a:lnTo>
                    <a:pt x="229" y="341"/>
                  </a:lnTo>
                  <a:lnTo>
                    <a:pt x="233" y="382"/>
                  </a:lnTo>
                  <a:lnTo>
                    <a:pt x="234" y="424"/>
                  </a:lnTo>
                  <a:lnTo>
                    <a:pt x="246"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1115" name="Freeform 57"/>
            <p:cNvSpPr>
              <a:spLocks/>
            </p:cNvSpPr>
            <p:nvPr/>
          </p:nvSpPr>
          <p:spPr bwMode="auto">
            <a:xfrm>
              <a:off x="1140" y="2172"/>
              <a:ext cx="49" cy="85"/>
            </a:xfrm>
            <a:custGeom>
              <a:avLst/>
              <a:gdLst>
                <a:gd name="T0" fmla="*/ 0 w 246"/>
                <a:gd name="T1" fmla="*/ 3 h 426"/>
                <a:gd name="T2" fmla="*/ 0 w 246"/>
                <a:gd name="T3" fmla="*/ 3 h 426"/>
                <a:gd name="T4" fmla="*/ 0 w 246"/>
                <a:gd name="T5" fmla="*/ 3 h 426"/>
                <a:gd name="T6" fmla="*/ 0 w 246"/>
                <a:gd name="T7" fmla="*/ 3 h 426"/>
                <a:gd name="T8" fmla="*/ 1 w 246"/>
                <a:gd name="T9" fmla="*/ 3 h 426"/>
                <a:gd name="T10" fmla="*/ 1 w 246"/>
                <a:gd name="T11" fmla="*/ 3 h 426"/>
                <a:gd name="T12" fmla="*/ 1 w 246"/>
                <a:gd name="T13" fmla="*/ 3 h 426"/>
                <a:gd name="T14" fmla="*/ 1 w 246"/>
                <a:gd name="T15" fmla="*/ 3 h 426"/>
                <a:gd name="T16" fmla="*/ 1 w 246"/>
                <a:gd name="T17" fmla="*/ 3 h 426"/>
                <a:gd name="T18" fmla="*/ 1 w 246"/>
                <a:gd name="T19" fmla="*/ 2 h 426"/>
                <a:gd name="T20" fmla="*/ 2 w 246"/>
                <a:gd name="T21" fmla="*/ 2 h 426"/>
                <a:gd name="T22" fmla="*/ 2 w 246"/>
                <a:gd name="T23" fmla="*/ 2 h 426"/>
                <a:gd name="T24" fmla="*/ 2 w 246"/>
                <a:gd name="T25" fmla="*/ 2 h 426"/>
                <a:gd name="T26" fmla="*/ 2 w 246"/>
                <a:gd name="T27" fmla="*/ 1 h 426"/>
                <a:gd name="T28" fmla="*/ 2 w 246"/>
                <a:gd name="T29" fmla="*/ 1 h 426"/>
                <a:gd name="T30" fmla="*/ 2 w 246"/>
                <a:gd name="T31" fmla="*/ 1 h 426"/>
                <a:gd name="T32" fmla="*/ 2 w 246"/>
                <a:gd name="T33" fmla="*/ 0 h 426"/>
                <a:gd name="T34" fmla="*/ 2 w 246"/>
                <a:gd name="T35" fmla="*/ 0 h 426"/>
                <a:gd name="T36" fmla="*/ 2 w 246"/>
                <a:gd name="T37" fmla="*/ 0 h 426"/>
                <a:gd name="T38" fmla="*/ 2 w 246"/>
                <a:gd name="T39" fmla="*/ 0 h 426"/>
                <a:gd name="T40" fmla="*/ 2 w 246"/>
                <a:gd name="T41" fmla="*/ 1 h 426"/>
                <a:gd name="T42" fmla="*/ 2 w 246"/>
                <a:gd name="T43" fmla="*/ 1 h 426"/>
                <a:gd name="T44" fmla="*/ 2 w 246"/>
                <a:gd name="T45" fmla="*/ 1 h 426"/>
                <a:gd name="T46" fmla="*/ 2 w 246"/>
                <a:gd name="T47" fmla="*/ 2 h 426"/>
                <a:gd name="T48" fmla="*/ 2 w 246"/>
                <a:gd name="T49" fmla="*/ 2 h 426"/>
                <a:gd name="T50" fmla="*/ 1 w 246"/>
                <a:gd name="T51" fmla="*/ 2 h 426"/>
                <a:gd name="T52" fmla="*/ 1 w 246"/>
                <a:gd name="T53" fmla="*/ 2 h 426"/>
                <a:gd name="T54" fmla="*/ 1 w 246"/>
                <a:gd name="T55" fmla="*/ 3 h 426"/>
                <a:gd name="T56" fmla="*/ 1 w 246"/>
                <a:gd name="T57" fmla="*/ 3 h 426"/>
                <a:gd name="T58" fmla="*/ 1 w 246"/>
                <a:gd name="T59" fmla="*/ 3 h 426"/>
                <a:gd name="T60" fmla="*/ 1 w 246"/>
                <a:gd name="T61" fmla="*/ 3 h 426"/>
                <a:gd name="T62" fmla="*/ 1 w 246"/>
                <a:gd name="T63" fmla="*/ 3 h 426"/>
                <a:gd name="T64" fmla="*/ 0 w 246"/>
                <a:gd name="T65" fmla="*/ 3 h 426"/>
                <a:gd name="T66" fmla="*/ 0 w 246"/>
                <a:gd name="T67" fmla="*/ 3 h 426"/>
                <a:gd name="T68" fmla="*/ 0 w 246"/>
                <a:gd name="T69" fmla="*/ 3 h 426"/>
                <a:gd name="T70" fmla="*/ 0 w 246"/>
                <a:gd name="T71" fmla="*/ 3 h 426"/>
                <a:gd name="T72" fmla="*/ 0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426"/>
                  </a:moveTo>
                  <a:lnTo>
                    <a:pt x="0" y="426"/>
                  </a:lnTo>
                  <a:lnTo>
                    <a:pt x="25" y="423"/>
                  </a:lnTo>
                  <a:lnTo>
                    <a:pt x="50" y="417"/>
                  </a:lnTo>
                  <a:lnTo>
                    <a:pt x="74" y="407"/>
                  </a:lnTo>
                  <a:lnTo>
                    <a:pt x="96" y="392"/>
                  </a:lnTo>
                  <a:lnTo>
                    <a:pt x="118" y="373"/>
                  </a:lnTo>
                  <a:lnTo>
                    <a:pt x="138" y="350"/>
                  </a:lnTo>
                  <a:lnTo>
                    <a:pt x="157" y="327"/>
                  </a:lnTo>
                  <a:lnTo>
                    <a:pt x="175" y="299"/>
                  </a:lnTo>
                  <a:lnTo>
                    <a:pt x="190" y="268"/>
                  </a:lnTo>
                  <a:lnTo>
                    <a:pt x="205" y="236"/>
                  </a:lnTo>
                  <a:lnTo>
                    <a:pt x="216" y="202"/>
                  </a:lnTo>
                  <a:lnTo>
                    <a:pt x="227" y="164"/>
                  </a:lnTo>
                  <a:lnTo>
                    <a:pt x="235" y="125"/>
                  </a:lnTo>
                  <a:lnTo>
                    <a:pt x="241" y="86"/>
                  </a:lnTo>
                  <a:lnTo>
                    <a:pt x="244" y="42"/>
                  </a:lnTo>
                  <a:lnTo>
                    <a:pt x="246" y="0"/>
                  </a:lnTo>
                  <a:lnTo>
                    <a:pt x="234" y="0"/>
                  </a:lnTo>
                  <a:lnTo>
                    <a:pt x="233" y="42"/>
                  </a:lnTo>
                  <a:lnTo>
                    <a:pt x="229" y="83"/>
                  </a:lnTo>
                  <a:lnTo>
                    <a:pt x="223" y="123"/>
                  </a:lnTo>
                  <a:lnTo>
                    <a:pt x="215" y="162"/>
                  </a:lnTo>
                  <a:lnTo>
                    <a:pt x="205" y="197"/>
                  </a:lnTo>
                  <a:lnTo>
                    <a:pt x="193" y="231"/>
                  </a:lnTo>
                  <a:lnTo>
                    <a:pt x="179" y="264"/>
                  </a:lnTo>
                  <a:lnTo>
                    <a:pt x="164" y="292"/>
                  </a:lnTo>
                  <a:lnTo>
                    <a:pt x="147" y="320"/>
                  </a:lnTo>
                  <a:lnTo>
                    <a:pt x="128" y="343"/>
                  </a:lnTo>
                  <a:lnTo>
                    <a:pt x="108" y="363"/>
                  </a:lnTo>
                  <a:lnTo>
                    <a:pt x="89" y="382"/>
                  </a:lnTo>
                  <a:lnTo>
                    <a:pt x="67" y="395"/>
                  </a:lnTo>
                  <a:lnTo>
                    <a:pt x="45" y="406"/>
                  </a:lnTo>
                  <a:lnTo>
                    <a:pt x="23" y="411"/>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1116" name="Freeform 58"/>
            <p:cNvSpPr>
              <a:spLocks/>
            </p:cNvSpPr>
            <p:nvPr/>
          </p:nvSpPr>
          <p:spPr bwMode="auto">
            <a:xfrm>
              <a:off x="1091" y="2172"/>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4" y="86"/>
                  </a:lnTo>
                  <a:lnTo>
                    <a:pt x="10" y="125"/>
                  </a:lnTo>
                  <a:lnTo>
                    <a:pt x="18" y="164"/>
                  </a:lnTo>
                  <a:lnTo>
                    <a:pt x="29" y="202"/>
                  </a:lnTo>
                  <a:lnTo>
                    <a:pt x="41" y="236"/>
                  </a:lnTo>
                  <a:lnTo>
                    <a:pt x="55" y="268"/>
                  </a:lnTo>
                  <a:lnTo>
                    <a:pt x="70" y="299"/>
                  </a:lnTo>
                  <a:lnTo>
                    <a:pt x="89" y="327"/>
                  </a:lnTo>
                  <a:lnTo>
                    <a:pt x="106" y="350"/>
                  </a:lnTo>
                  <a:lnTo>
                    <a:pt x="126" y="373"/>
                  </a:lnTo>
                  <a:lnTo>
                    <a:pt x="148" y="392"/>
                  </a:lnTo>
                  <a:lnTo>
                    <a:pt x="171" y="407"/>
                  </a:lnTo>
                  <a:lnTo>
                    <a:pt x="194" y="417"/>
                  </a:lnTo>
                  <a:lnTo>
                    <a:pt x="219" y="423"/>
                  </a:lnTo>
                  <a:lnTo>
                    <a:pt x="245" y="426"/>
                  </a:lnTo>
                  <a:lnTo>
                    <a:pt x="245" y="414"/>
                  </a:lnTo>
                  <a:lnTo>
                    <a:pt x="221" y="411"/>
                  </a:lnTo>
                  <a:lnTo>
                    <a:pt x="199" y="406"/>
                  </a:lnTo>
                  <a:lnTo>
                    <a:pt x="178" y="395"/>
                  </a:lnTo>
                  <a:lnTo>
                    <a:pt x="155" y="382"/>
                  </a:lnTo>
                  <a:lnTo>
                    <a:pt x="136" y="363"/>
                  </a:lnTo>
                  <a:lnTo>
                    <a:pt x="116" y="343"/>
                  </a:lnTo>
                  <a:lnTo>
                    <a:pt x="98" y="320"/>
                  </a:lnTo>
                  <a:lnTo>
                    <a:pt x="82" y="292"/>
                  </a:lnTo>
                  <a:lnTo>
                    <a:pt x="66" y="264"/>
                  </a:lnTo>
                  <a:lnTo>
                    <a:pt x="52" y="231"/>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1117" name="Freeform 59"/>
            <p:cNvSpPr>
              <a:spLocks/>
            </p:cNvSpPr>
            <p:nvPr/>
          </p:nvSpPr>
          <p:spPr bwMode="auto">
            <a:xfrm>
              <a:off x="1091" y="2087"/>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4" y="8"/>
                  </a:lnTo>
                  <a:lnTo>
                    <a:pt x="171" y="18"/>
                  </a:lnTo>
                  <a:lnTo>
                    <a:pt x="148" y="34"/>
                  </a:lnTo>
                  <a:lnTo>
                    <a:pt x="126" y="51"/>
                  </a:lnTo>
                  <a:lnTo>
                    <a:pt x="106" y="73"/>
                  </a:lnTo>
                  <a:lnTo>
                    <a:pt x="89" y="98"/>
                  </a:lnTo>
                  <a:lnTo>
                    <a:pt x="71" y="125"/>
                  </a:lnTo>
                  <a:lnTo>
                    <a:pt x="55" y="155"/>
                  </a:lnTo>
                  <a:lnTo>
                    <a:pt x="41" y="188"/>
                  </a:lnTo>
                  <a:lnTo>
                    <a:pt x="29" y="222"/>
                  </a:lnTo>
                  <a:lnTo>
                    <a:pt x="18" y="261"/>
                  </a:lnTo>
                  <a:lnTo>
                    <a:pt x="10" y="298"/>
                  </a:lnTo>
                  <a:lnTo>
                    <a:pt x="4" y="338"/>
                  </a:lnTo>
                  <a:lnTo>
                    <a:pt x="1" y="382"/>
                  </a:lnTo>
                  <a:lnTo>
                    <a:pt x="0" y="424"/>
                  </a:lnTo>
                  <a:lnTo>
                    <a:pt x="11" y="424"/>
                  </a:lnTo>
                  <a:lnTo>
                    <a:pt x="13" y="382"/>
                  </a:lnTo>
                  <a:lnTo>
                    <a:pt x="16" y="341"/>
                  </a:lnTo>
                  <a:lnTo>
                    <a:pt x="22" y="301"/>
                  </a:lnTo>
                  <a:lnTo>
                    <a:pt x="30" y="263"/>
                  </a:lnTo>
                  <a:lnTo>
                    <a:pt x="41" y="227"/>
                  </a:lnTo>
                  <a:lnTo>
                    <a:pt x="52" y="193"/>
                  </a:lnTo>
                  <a:lnTo>
                    <a:pt x="66" y="160"/>
                  </a:lnTo>
                  <a:lnTo>
                    <a:pt x="80" y="132"/>
                  </a:lnTo>
                  <a:lnTo>
                    <a:pt x="98" y="105"/>
                  </a:lnTo>
                  <a:lnTo>
                    <a:pt x="116" y="80"/>
                  </a:lnTo>
                  <a:lnTo>
                    <a:pt x="136" y="60"/>
                  </a:lnTo>
                  <a:lnTo>
                    <a:pt x="155" y="43"/>
                  </a:lnTo>
                  <a:lnTo>
                    <a:pt x="178" y="30"/>
                  </a:lnTo>
                  <a:lnTo>
                    <a:pt x="199" y="19"/>
                  </a:lnTo>
                  <a:lnTo>
                    <a:pt x="221" y="14"/>
                  </a:lnTo>
                  <a:lnTo>
                    <a:pt x="245" y="11"/>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1118" name="Freeform 60"/>
            <p:cNvSpPr>
              <a:spLocks/>
            </p:cNvSpPr>
            <p:nvPr/>
          </p:nvSpPr>
          <p:spPr bwMode="auto">
            <a:xfrm>
              <a:off x="1392" y="2118"/>
              <a:ext cx="49" cy="85"/>
            </a:xfrm>
            <a:custGeom>
              <a:avLst/>
              <a:gdLst>
                <a:gd name="T0" fmla="*/ 2 w 246"/>
                <a:gd name="T1" fmla="*/ 3 h 426"/>
                <a:gd name="T2" fmla="*/ 2 w 246"/>
                <a:gd name="T3" fmla="*/ 3 h 426"/>
                <a:gd name="T4" fmla="*/ 2 w 246"/>
                <a:gd name="T5" fmla="*/ 3 h 426"/>
                <a:gd name="T6" fmla="*/ 2 w 246"/>
                <a:gd name="T7" fmla="*/ 3 h 426"/>
                <a:gd name="T8" fmla="*/ 2 w 246"/>
                <a:gd name="T9" fmla="*/ 2 h 426"/>
                <a:gd name="T10" fmla="*/ 2 w 246"/>
                <a:gd name="T11" fmla="*/ 2 h 426"/>
                <a:gd name="T12" fmla="*/ 2 w 246"/>
                <a:gd name="T13" fmla="*/ 2 h 426"/>
                <a:gd name="T14" fmla="*/ 2 w 246"/>
                <a:gd name="T15" fmla="*/ 2 h 426"/>
                <a:gd name="T16" fmla="*/ 2 w 246"/>
                <a:gd name="T17" fmla="*/ 1 h 426"/>
                <a:gd name="T18" fmla="*/ 1 w 246"/>
                <a:gd name="T19" fmla="*/ 1 h 426"/>
                <a:gd name="T20" fmla="*/ 1 w 246"/>
                <a:gd name="T21" fmla="*/ 1 h 426"/>
                <a:gd name="T22" fmla="*/ 1 w 246"/>
                <a:gd name="T23" fmla="*/ 1 h 426"/>
                <a:gd name="T24" fmla="*/ 1 w 246"/>
                <a:gd name="T25" fmla="*/ 0 h 426"/>
                <a:gd name="T26" fmla="*/ 1 w 246"/>
                <a:gd name="T27" fmla="*/ 0 h 426"/>
                <a:gd name="T28" fmla="*/ 1 w 246"/>
                <a:gd name="T29" fmla="*/ 0 h 426"/>
                <a:gd name="T30" fmla="*/ 0 w 246"/>
                <a:gd name="T31" fmla="*/ 0 h 426"/>
                <a:gd name="T32" fmla="*/ 0 w 246"/>
                <a:gd name="T33" fmla="*/ 0 h 426"/>
                <a:gd name="T34" fmla="*/ 0 w 246"/>
                <a:gd name="T35" fmla="*/ 0 h 426"/>
                <a:gd name="T36" fmla="*/ 0 w 246"/>
                <a:gd name="T37" fmla="*/ 0 h 426"/>
                <a:gd name="T38" fmla="*/ 0 w 246"/>
                <a:gd name="T39" fmla="*/ 0 h 426"/>
                <a:gd name="T40" fmla="*/ 0 w 246"/>
                <a:gd name="T41" fmla="*/ 0 h 426"/>
                <a:gd name="T42" fmla="*/ 1 w 246"/>
                <a:gd name="T43" fmla="*/ 0 h 426"/>
                <a:gd name="T44" fmla="*/ 1 w 246"/>
                <a:gd name="T45" fmla="*/ 0 h 426"/>
                <a:gd name="T46" fmla="*/ 1 w 246"/>
                <a:gd name="T47" fmla="*/ 1 h 426"/>
                <a:gd name="T48" fmla="*/ 1 w 246"/>
                <a:gd name="T49" fmla="*/ 1 h 426"/>
                <a:gd name="T50" fmla="*/ 1 w 246"/>
                <a:gd name="T51" fmla="*/ 1 h 426"/>
                <a:gd name="T52" fmla="*/ 1 w 246"/>
                <a:gd name="T53" fmla="*/ 1 h 426"/>
                <a:gd name="T54" fmla="*/ 1 w 246"/>
                <a:gd name="T55" fmla="*/ 1 h 426"/>
                <a:gd name="T56" fmla="*/ 2 w 246"/>
                <a:gd name="T57" fmla="*/ 2 h 426"/>
                <a:gd name="T58" fmla="*/ 2 w 246"/>
                <a:gd name="T59" fmla="*/ 2 h 426"/>
                <a:gd name="T60" fmla="*/ 2 w 246"/>
                <a:gd name="T61" fmla="*/ 2 h 426"/>
                <a:gd name="T62" fmla="*/ 2 w 246"/>
                <a:gd name="T63" fmla="*/ 2 h 426"/>
                <a:gd name="T64" fmla="*/ 2 w 246"/>
                <a:gd name="T65" fmla="*/ 3 h 426"/>
                <a:gd name="T66" fmla="*/ 2 w 246"/>
                <a:gd name="T67" fmla="*/ 3 h 426"/>
                <a:gd name="T68" fmla="*/ 2 w 246"/>
                <a:gd name="T69" fmla="*/ 3 h 426"/>
                <a:gd name="T70" fmla="*/ 2 w 246"/>
                <a:gd name="T71" fmla="*/ 3 h 426"/>
                <a:gd name="T72" fmla="*/ 2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246" y="426"/>
                  </a:moveTo>
                  <a:lnTo>
                    <a:pt x="246" y="426"/>
                  </a:lnTo>
                  <a:lnTo>
                    <a:pt x="245" y="384"/>
                  </a:lnTo>
                  <a:lnTo>
                    <a:pt x="242" y="340"/>
                  </a:lnTo>
                  <a:lnTo>
                    <a:pt x="236" y="301"/>
                  </a:lnTo>
                  <a:lnTo>
                    <a:pt x="228" y="262"/>
                  </a:lnTo>
                  <a:lnTo>
                    <a:pt x="217" y="224"/>
                  </a:lnTo>
                  <a:lnTo>
                    <a:pt x="205" y="190"/>
                  </a:lnTo>
                  <a:lnTo>
                    <a:pt x="191" y="158"/>
                  </a:lnTo>
                  <a:lnTo>
                    <a:pt x="176" y="126"/>
                  </a:lnTo>
                  <a:lnTo>
                    <a:pt x="157" y="99"/>
                  </a:lnTo>
                  <a:lnTo>
                    <a:pt x="139" y="75"/>
                  </a:lnTo>
                  <a:lnTo>
                    <a:pt x="119" y="53"/>
                  </a:lnTo>
                  <a:lnTo>
                    <a:pt x="96" y="34"/>
                  </a:lnTo>
                  <a:lnTo>
                    <a:pt x="75" y="19"/>
                  </a:lnTo>
                  <a:lnTo>
                    <a:pt x="51" y="9"/>
                  </a:lnTo>
                  <a:lnTo>
                    <a:pt x="26" y="3"/>
                  </a:lnTo>
                  <a:lnTo>
                    <a:pt x="0" y="0"/>
                  </a:lnTo>
                  <a:lnTo>
                    <a:pt x="0" y="12"/>
                  </a:lnTo>
                  <a:lnTo>
                    <a:pt x="24" y="15"/>
                  </a:lnTo>
                  <a:lnTo>
                    <a:pt x="46" y="20"/>
                  </a:lnTo>
                  <a:lnTo>
                    <a:pt x="68" y="31"/>
                  </a:lnTo>
                  <a:lnTo>
                    <a:pt x="89" y="44"/>
                  </a:lnTo>
                  <a:lnTo>
                    <a:pt x="109" y="63"/>
                  </a:lnTo>
                  <a:lnTo>
                    <a:pt x="129" y="83"/>
                  </a:lnTo>
                  <a:lnTo>
                    <a:pt x="148" y="106"/>
                  </a:lnTo>
                  <a:lnTo>
                    <a:pt x="164" y="133"/>
                  </a:lnTo>
                  <a:lnTo>
                    <a:pt x="180" y="162"/>
                  </a:lnTo>
                  <a:lnTo>
                    <a:pt x="194" y="195"/>
                  </a:lnTo>
                  <a:lnTo>
                    <a:pt x="205" y="229"/>
                  </a:lnTo>
                  <a:lnTo>
                    <a:pt x="216" y="264"/>
                  </a:lnTo>
                  <a:lnTo>
                    <a:pt x="224" y="303"/>
                  </a:lnTo>
                  <a:lnTo>
                    <a:pt x="230" y="343"/>
                  </a:lnTo>
                  <a:lnTo>
                    <a:pt x="233" y="384"/>
                  </a:lnTo>
                  <a:lnTo>
                    <a:pt x="235" y="426"/>
                  </a:lnTo>
                  <a:lnTo>
                    <a:pt x="246"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1119" name="Freeform 61"/>
            <p:cNvSpPr>
              <a:spLocks/>
            </p:cNvSpPr>
            <p:nvPr/>
          </p:nvSpPr>
          <p:spPr bwMode="auto">
            <a:xfrm>
              <a:off x="1392" y="2203"/>
              <a:ext cx="49" cy="85"/>
            </a:xfrm>
            <a:custGeom>
              <a:avLst/>
              <a:gdLst>
                <a:gd name="T0" fmla="*/ 0 w 246"/>
                <a:gd name="T1" fmla="*/ 3 h 424"/>
                <a:gd name="T2" fmla="*/ 0 w 246"/>
                <a:gd name="T3" fmla="*/ 3 h 424"/>
                <a:gd name="T4" fmla="*/ 0 w 246"/>
                <a:gd name="T5" fmla="*/ 3 h 424"/>
                <a:gd name="T6" fmla="*/ 0 w 246"/>
                <a:gd name="T7" fmla="*/ 3 h 424"/>
                <a:gd name="T8" fmla="*/ 1 w 246"/>
                <a:gd name="T9" fmla="*/ 3 h 424"/>
                <a:gd name="T10" fmla="*/ 1 w 246"/>
                <a:gd name="T11" fmla="*/ 3 h 424"/>
                <a:gd name="T12" fmla="*/ 1 w 246"/>
                <a:gd name="T13" fmla="*/ 3 h 424"/>
                <a:gd name="T14" fmla="*/ 1 w 246"/>
                <a:gd name="T15" fmla="*/ 3 h 424"/>
                <a:gd name="T16" fmla="*/ 1 w 246"/>
                <a:gd name="T17" fmla="*/ 3 h 424"/>
                <a:gd name="T18" fmla="*/ 1 w 246"/>
                <a:gd name="T19" fmla="*/ 2 h 424"/>
                <a:gd name="T20" fmla="*/ 2 w 246"/>
                <a:gd name="T21" fmla="*/ 2 h 424"/>
                <a:gd name="T22" fmla="*/ 2 w 246"/>
                <a:gd name="T23" fmla="*/ 2 h 424"/>
                <a:gd name="T24" fmla="*/ 2 w 246"/>
                <a:gd name="T25" fmla="*/ 2 h 424"/>
                <a:gd name="T26" fmla="*/ 2 w 246"/>
                <a:gd name="T27" fmla="*/ 1 h 424"/>
                <a:gd name="T28" fmla="*/ 2 w 246"/>
                <a:gd name="T29" fmla="*/ 1 h 424"/>
                <a:gd name="T30" fmla="*/ 2 w 246"/>
                <a:gd name="T31" fmla="*/ 1 h 424"/>
                <a:gd name="T32" fmla="*/ 2 w 246"/>
                <a:gd name="T33" fmla="*/ 0 h 424"/>
                <a:gd name="T34" fmla="*/ 2 w 246"/>
                <a:gd name="T35" fmla="*/ 0 h 424"/>
                <a:gd name="T36" fmla="*/ 2 w 246"/>
                <a:gd name="T37" fmla="*/ 0 h 424"/>
                <a:gd name="T38" fmla="*/ 2 w 246"/>
                <a:gd name="T39" fmla="*/ 0 h 424"/>
                <a:gd name="T40" fmla="*/ 2 w 246"/>
                <a:gd name="T41" fmla="*/ 1 h 424"/>
                <a:gd name="T42" fmla="*/ 2 w 246"/>
                <a:gd name="T43" fmla="*/ 1 h 424"/>
                <a:gd name="T44" fmla="*/ 2 w 246"/>
                <a:gd name="T45" fmla="*/ 1 h 424"/>
                <a:gd name="T46" fmla="*/ 2 w 246"/>
                <a:gd name="T47" fmla="*/ 2 h 424"/>
                <a:gd name="T48" fmla="*/ 2 w 246"/>
                <a:gd name="T49" fmla="*/ 2 h 424"/>
                <a:gd name="T50" fmla="*/ 1 w 246"/>
                <a:gd name="T51" fmla="*/ 2 h 424"/>
                <a:gd name="T52" fmla="*/ 1 w 246"/>
                <a:gd name="T53" fmla="*/ 2 h 424"/>
                <a:gd name="T54" fmla="*/ 1 w 246"/>
                <a:gd name="T55" fmla="*/ 3 h 424"/>
                <a:gd name="T56" fmla="*/ 1 w 246"/>
                <a:gd name="T57" fmla="*/ 3 h 424"/>
                <a:gd name="T58" fmla="*/ 1 w 246"/>
                <a:gd name="T59" fmla="*/ 3 h 424"/>
                <a:gd name="T60" fmla="*/ 1 w 246"/>
                <a:gd name="T61" fmla="*/ 3 h 424"/>
                <a:gd name="T62" fmla="*/ 1 w 246"/>
                <a:gd name="T63" fmla="*/ 3 h 424"/>
                <a:gd name="T64" fmla="*/ 0 w 246"/>
                <a:gd name="T65" fmla="*/ 3 h 424"/>
                <a:gd name="T66" fmla="*/ 0 w 246"/>
                <a:gd name="T67" fmla="*/ 3 h 424"/>
                <a:gd name="T68" fmla="*/ 0 w 246"/>
                <a:gd name="T69" fmla="*/ 3 h 424"/>
                <a:gd name="T70" fmla="*/ 0 w 246"/>
                <a:gd name="T71" fmla="*/ 3 h 424"/>
                <a:gd name="T72" fmla="*/ 0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0" y="424"/>
                  </a:moveTo>
                  <a:lnTo>
                    <a:pt x="0" y="424"/>
                  </a:lnTo>
                  <a:lnTo>
                    <a:pt x="26" y="422"/>
                  </a:lnTo>
                  <a:lnTo>
                    <a:pt x="51" y="416"/>
                  </a:lnTo>
                  <a:lnTo>
                    <a:pt x="75" y="406"/>
                  </a:lnTo>
                  <a:lnTo>
                    <a:pt x="96" y="390"/>
                  </a:lnTo>
                  <a:lnTo>
                    <a:pt x="119" y="373"/>
                  </a:lnTo>
                  <a:lnTo>
                    <a:pt x="139" y="351"/>
                  </a:lnTo>
                  <a:lnTo>
                    <a:pt x="157" y="326"/>
                  </a:lnTo>
                  <a:lnTo>
                    <a:pt x="175" y="299"/>
                  </a:lnTo>
                  <a:lnTo>
                    <a:pt x="191" y="269"/>
                  </a:lnTo>
                  <a:lnTo>
                    <a:pt x="205" y="236"/>
                  </a:lnTo>
                  <a:lnTo>
                    <a:pt x="217" y="202"/>
                  </a:lnTo>
                  <a:lnTo>
                    <a:pt x="228" y="163"/>
                  </a:lnTo>
                  <a:lnTo>
                    <a:pt x="236" y="125"/>
                  </a:lnTo>
                  <a:lnTo>
                    <a:pt x="242" y="86"/>
                  </a:lnTo>
                  <a:lnTo>
                    <a:pt x="245" y="42"/>
                  </a:lnTo>
                  <a:lnTo>
                    <a:pt x="246" y="0"/>
                  </a:lnTo>
                  <a:lnTo>
                    <a:pt x="235" y="0"/>
                  </a:lnTo>
                  <a:lnTo>
                    <a:pt x="233" y="42"/>
                  </a:lnTo>
                  <a:lnTo>
                    <a:pt x="230" y="83"/>
                  </a:lnTo>
                  <a:lnTo>
                    <a:pt x="224" y="123"/>
                  </a:lnTo>
                  <a:lnTo>
                    <a:pt x="216" y="161"/>
                  </a:lnTo>
                  <a:lnTo>
                    <a:pt x="205" y="197"/>
                  </a:lnTo>
                  <a:lnTo>
                    <a:pt x="194" y="231"/>
                  </a:lnTo>
                  <a:lnTo>
                    <a:pt x="180" y="264"/>
                  </a:lnTo>
                  <a:lnTo>
                    <a:pt x="166" y="292"/>
                  </a:lnTo>
                  <a:lnTo>
                    <a:pt x="148" y="319"/>
                  </a:lnTo>
                  <a:lnTo>
                    <a:pt x="129" y="344"/>
                  </a:lnTo>
                  <a:lnTo>
                    <a:pt x="109" y="364"/>
                  </a:lnTo>
                  <a:lnTo>
                    <a:pt x="89" y="381"/>
                  </a:lnTo>
                  <a:lnTo>
                    <a:pt x="68" y="394"/>
                  </a:lnTo>
                  <a:lnTo>
                    <a:pt x="46" y="405"/>
                  </a:lnTo>
                  <a:lnTo>
                    <a:pt x="24" y="410"/>
                  </a:lnTo>
                  <a:lnTo>
                    <a:pt x="0" y="413"/>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1120" name="Freeform 62"/>
            <p:cNvSpPr>
              <a:spLocks/>
            </p:cNvSpPr>
            <p:nvPr/>
          </p:nvSpPr>
          <p:spPr bwMode="auto">
            <a:xfrm>
              <a:off x="1343" y="2203"/>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2" y="42"/>
                  </a:lnTo>
                  <a:lnTo>
                    <a:pt x="5" y="86"/>
                  </a:lnTo>
                  <a:lnTo>
                    <a:pt x="11" y="125"/>
                  </a:lnTo>
                  <a:lnTo>
                    <a:pt x="19" y="163"/>
                  </a:lnTo>
                  <a:lnTo>
                    <a:pt x="30" y="202"/>
                  </a:lnTo>
                  <a:lnTo>
                    <a:pt x="41" y="236"/>
                  </a:lnTo>
                  <a:lnTo>
                    <a:pt x="56" y="269"/>
                  </a:lnTo>
                  <a:lnTo>
                    <a:pt x="72" y="299"/>
                  </a:lnTo>
                  <a:lnTo>
                    <a:pt x="90" y="326"/>
                  </a:lnTo>
                  <a:lnTo>
                    <a:pt x="108" y="351"/>
                  </a:lnTo>
                  <a:lnTo>
                    <a:pt x="127" y="373"/>
                  </a:lnTo>
                  <a:lnTo>
                    <a:pt x="149" y="390"/>
                  </a:lnTo>
                  <a:lnTo>
                    <a:pt x="172" y="406"/>
                  </a:lnTo>
                  <a:lnTo>
                    <a:pt x="195" y="416"/>
                  </a:lnTo>
                  <a:lnTo>
                    <a:pt x="220" y="422"/>
                  </a:lnTo>
                  <a:lnTo>
                    <a:pt x="245" y="424"/>
                  </a:lnTo>
                  <a:lnTo>
                    <a:pt x="245" y="413"/>
                  </a:lnTo>
                  <a:lnTo>
                    <a:pt x="222" y="410"/>
                  </a:lnTo>
                  <a:lnTo>
                    <a:pt x="200" y="405"/>
                  </a:lnTo>
                  <a:lnTo>
                    <a:pt x="179" y="394"/>
                  </a:lnTo>
                  <a:lnTo>
                    <a:pt x="156" y="381"/>
                  </a:lnTo>
                  <a:lnTo>
                    <a:pt x="136" y="364"/>
                  </a:lnTo>
                  <a:lnTo>
                    <a:pt x="118" y="344"/>
                  </a:lnTo>
                  <a:lnTo>
                    <a:pt x="99" y="319"/>
                  </a:lnTo>
                  <a:lnTo>
                    <a:pt x="81" y="292"/>
                  </a:lnTo>
                  <a:lnTo>
                    <a:pt x="67" y="264"/>
                  </a:lnTo>
                  <a:lnTo>
                    <a:pt x="53" y="231"/>
                  </a:lnTo>
                  <a:lnTo>
                    <a:pt x="41" y="197"/>
                  </a:lnTo>
                  <a:lnTo>
                    <a:pt x="31" y="161"/>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1121" name="Freeform 63"/>
            <p:cNvSpPr>
              <a:spLocks/>
            </p:cNvSpPr>
            <p:nvPr/>
          </p:nvSpPr>
          <p:spPr bwMode="auto">
            <a:xfrm>
              <a:off x="1343" y="2118"/>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1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20" y="3"/>
                  </a:lnTo>
                  <a:lnTo>
                    <a:pt x="195" y="9"/>
                  </a:lnTo>
                  <a:lnTo>
                    <a:pt x="172" y="19"/>
                  </a:lnTo>
                  <a:lnTo>
                    <a:pt x="149" y="34"/>
                  </a:lnTo>
                  <a:lnTo>
                    <a:pt x="127" y="53"/>
                  </a:lnTo>
                  <a:lnTo>
                    <a:pt x="108" y="75"/>
                  </a:lnTo>
                  <a:lnTo>
                    <a:pt x="90" y="99"/>
                  </a:lnTo>
                  <a:lnTo>
                    <a:pt x="71" y="126"/>
                  </a:lnTo>
                  <a:lnTo>
                    <a:pt x="56" y="158"/>
                  </a:lnTo>
                  <a:lnTo>
                    <a:pt x="41" y="190"/>
                  </a:lnTo>
                  <a:lnTo>
                    <a:pt x="30" y="224"/>
                  </a:lnTo>
                  <a:lnTo>
                    <a:pt x="19" y="262"/>
                  </a:lnTo>
                  <a:lnTo>
                    <a:pt x="11" y="301"/>
                  </a:lnTo>
                  <a:lnTo>
                    <a:pt x="5" y="340"/>
                  </a:lnTo>
                  <a:lnTo>
                    <a:pt x="2" y="384"/>
                  </a:lnTo>
                  <a:lnTo>
                    <a:pt x="0" y="426"/>
                  </a:lnTo>
                  <a:lnTo>
                    <a:pt x="12" y="426"/>
                  </a:lnTo>
                  <a:lnTo>
                    <a:pt x="13" y="384"/>
                  </a:lnTo>
                  <a:lnTo>
                    <a:pt x="17" y="343"/>
                  </a:lnTo>
                  <a:lnTo>
                    <a:pt x="23" y="303"/>
                  </a:lnTo>
                  <a:lnTo>
                    <a:pt x="31" y="264"/>
                  </a:lnTo>
                  <a:lnTo>
                    <a:pt x="41" y="229"/>
                  </a:lnTo>
                  <a:lnTo>
                    <a:pt x="53" y="195"/>
                  </a:lnTo>
                  <a:lnTo>
                    <a:pt x="67" y="162"/>
                  </a:lnTo>
                  <a:lnTo>
                    <a:pt x="82" y="133"/>
                  </a:lnTo>
                  <a:lnTo>
                    <a:pt x="99" y="106"/>
                  </a:lnTo>
                  <a:lnTo>
                    <a:pt x="118" y="83"/>
                  </a:lnTo>
                  <a:lnTo>
                    <a:pt x="136" y="63"/>
                  </a:lnTo>
                  <a:lnTo>
                    <a:pt x="156" y="44"/>
                  </a:lnTo>
                  <a:lnTo>
                    <a:pt x="179" y="31"/>
                  </a:lnTo>
                  <a:lnTo>
                    <a:pt x="200" y="20"/>
                  </a:lnTo>
                  <a:lnTo>
                    <a:pt x="222" y="15"/>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1122" name="Freeform 64"/>
            <p:cNvSpPr>
              <a:spLocks/>
            </p:cNvSpPr>
            <p:nvPr/>
          </p:nvSpPr>
          <p:spPr bwMode="auto">
            <a:xfrm>
              <a:off x="1384" y="1859"/>
              <a:ext cx="49" cy="84"/>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1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3" y="382"/>
                  </a:lnTo>
                  <a:lnTo>
                    <a:pt x="240" y="339"/>
                  </a:lnTo>
                  <a:lnTo>
                    <a:pt x="234" y="299"/>
                  </a:lnTo>
                  <a:lnTo>
                    <a:pt x="226" y="261"/>
                  </a:lnTo>
                  <a:lnTo>
                    <a:pt x="215" y="222"/>
                  </a:lnTo>
                  <a:lnTo>
                    <a:pt x="204" y="188"/>
                  </a:lnTo>
                  <a:lnTo>
                    <a:pt x="189" y="156"/>
                  </a:lnTo>
                  <a:lnTo>
                    <a:pt x="173" y="125"/>
                  </a:lnTo>
                  <a:lnTo>
                    <a:pt x="155" y="98"/>
                  </a:lnTo>
                  <a:lnTo>
                    <a:pt x="138" y="74"/>
                  </a:lnTo>
                  <a:lnTo>
                    <a:pt x="118" y="51"/>
                  </a:lnTo>
                  <a:lnTo>
                    <a:pt x="96" y="34"/>
                  </a:lnTo>
                  <a:lnTo>
                    <a:pt x="73" y="18"/>
                  </a:lnTo>
                  <a:lnTo>
                    <a:pt x="50" y="8"/>
                  </a:lnTo>
                  <a:lnTo>
                    <a:pt x="25" y="2"/>
                  </a:lnTo>
                  <a:lnTo>
                    <a:pt x="0" y="0"/>
                  </a:lnTo>
                  <a:lnTo>
                    <a:pt x="0" y="11"/>
                  </a:lnTo>
                  <a:lnTo>
                    <a:pt x="23" y="14"/>
                  </a:lnTo>
                  <a:lnTo>
                    <a:pt x="45" y="20"/>
                  </a:lnTo>
                  <a:lnTo>
                    <a:pt x="66" y="30"/>
                  </a:lnTo>
                  <a:lnTo>
                    <a:pt x="89" y="43"/>
                  </a:lnTo>
                  <a:lnTo>
                    <a:pt x="109" y="61"/>
                  </a:lnTo>
                  <a:lnTo>
                    <a:pt x="129" y="81"/>
                  </a:lnTo>
                  <a:lnTo>
                    <a:pt x="146" y="105"/>
                  </a:lnTo>
                  <a:lnTo>
                    <a:pt x="164" y="132"/>
                  </a:lnTo>
                  <a:lnTo>
                    <a:pt x="178" y="160"/>
                  </a:lnTo>
                  <a:lnTo>
                    <a:pt x="192" y="193"/>
                  </a:lnTo>
                  <a:lnTo>
                    <a:pt x="204" y="227"/>
                  </a:lnTo>
                  <a:lnTo>
                    <a:pt x="214" y="264"/>
                  </a:lnTo>
                  <a:lnTo>
                    <a:pt x="222" y="301"/>
                  </a:lnTo>
                  <a:lnTo>
                    <a:pt x="228"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1123" name="Freeform 65"/>
            <p:cNvSpPr>
              <a:spLocks/>
            </p:cNvSpPr>
            <p:nvPr/>
          </p:nvSpPr>
          <p:spPr bwMode="auto">
            <a:xfrm>
              <a:off x="1384" y="1943"/>
              <a:ext cx="49" cy="86"/>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5" y="423"/>
                  </a:lnTo>
                  <a:lnTo>
                    <a:pt x="50" y="418"/>
                  </a:lnTo>
                  <a:lnTo>
                    <a:pt x="73" y="407"/>
                  </a:lnTo>
                  <a:lnTo>
                    <a:pt x="96" y="392"/>
                  </a:lnTo>
                  <a:lnTo>
                    <a:pt x="118" y="374"/>
                  </a:lnTo>
                  <a:lnTo>
                    <a:pt x="138" y="352"/>
                  </a:lnTo>
                  <a:lnTo>
                    <a:pt x="155" y="327"/>
                  </a:lnTo>
                  <a:lnTo>
                    <a:pt x="174" y="300"/>
                  </a:lnTo>
                  <a:lnTo>
                    <a:pt x="189" y="269"/>
                  </a:lnTo>
                  <a:lnTo>
                    <a:pt x="204" y="237"/>
                  </a:lnTo>
                  <a:lnTo>
                    <a:pt x="215" y="202"/>
                  </a:lnTo>
                  <a:lnTo>
                    <a:pt x="226" y="164"/>
                  </a:lnTo>
                  <a:lnTo>
                    <a:pt x="234" y="126"/>
                  </a:lnTo>
                  <a:lnTo>
                    <a:pt x="240" y="86"/>
                  </a:lnTo>
                  <a:lnTo>
                    <a:pt x="243" y="42"/>
                  </a:lnTo>
                  <a:lnTo>
                    <a:pt x="245" y="0"/>
                  </a:lnTo>
                  <a:lnTo>
                    <a:pt x="233" y="0"/>
                  </a:lnTo>
                  <a:lnTo>
                    <a:pt x="232" y="42"/>
                  </a:lnTo>
                  <a:lnTo>
                    <a:pt x="228" y="83"/>
                  </a:lnTo>
                  <a:lnTo>
                    <a:pt x="222" y="123"/>
                  </a:lnTo>
                  <a:lnTo>
                    <a:pt x="214" y="162"/>
                  </a:lnTo>
                  <a:lnTo>
                    <a:pt x="204" y="197"/>
                  </a:lnTo>
                  <a:lnTo>
                    <a:pt x="192" y="232"/>
                  </a:lnTo>
                  <a:lnTo>
                    <a:pt x="178" y="264"/>
                  </a:lnTo>
                  <a:lnTo>
                    <a:pt x="163" y="293"/>
                  </a:lnTo>
                  <a:lnTo>
                    <a:pt x="146" y="320"/>
                  </a:lnTo>
                  <a:lnTo>
                    <a:pt x="129" y="345"/>
                  </a:lnTo>
                  <a:lnTo>
                    <a:pt x="109" y="365"/>
                  </a:lnTo>
                  <a:lnTo>
                    <a:pt x="89" y="382"/>
                  </a:lnTo>
                  <a:lnTo>
                    <a:pt x="66" y="395"/>
                  </a:lnTo>
                  <a:lnTo>
                    <a:pt x="45" y="406"/>
                  </a:lnTo>
                  <a:lnTo>
                    <a:pt x="23"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1124" name="Freeform 66"/>
            <p:cNvSpPr>
              <a:spLocks/>
            </p:cNvSpPr>
            <p:nvPr/>
          </p:nvSpPr>
          <p:spPr bwMode="auto">
            <a:xfrm>
              <a:off x="1335" y="1943"/>
              <a:ext cx="49" cy="86"/>
            </a:xfrm>
            <a:custGeom>
              <a:avLst/>
              <a:gdLst>
                <a:gd name="T0" fmla="*/ 0 w 246"/>
                <a:gd name="T1" fmla="*/ 0 h 426"/>
                <a:gd name="T2" fmla="*/ 0 w 246"/>
                <a:gd name="T3" fmla="*/ 0 h 426"/>
                <a:gd name="T4" fmla="*/ 0 w 246"/>
                <a:gd name="T5" fmla="*/ 0 h 426"/>
                <a:gd name="T6" fmla="*/ 0 w 246"/>
                <a:gd name="T7" fmla="*/ 1 h 426"/>
                <a:gd name="T8" fmla="*/ 0 w 246"/>
                <a:gd name="T9" fmla="*/ 1 h 426"/>
                <a:gd name="T10" fmla="*/ 0 w 246"/>
                <a:gd name="T11" fmla="*/ 1 h 426"/>
                <a:gd name="T12" fmla="*/ 0 w 246"/>
                <a:gd name="T13" fmla="*/ 2 h 426"/>
                <a:gd name="T14" fmla="*/ 0 w 246"/>
                <a:gd name="T15" fmla="*/ 2 h 426"/>
                <a:gd name="T16" fmla="*/ 0 w 246"/>
                <a:gd name="T17" fmla="*/ 2 h 426"/>
                <a:gd name="T18" fmla="*/ 1 w 246"/>
                <a:gd name="T19" fmla="*/ 2 h 426"/>
                <a:gd name="T20" fmla="*/ 1 w 246"/>
                <a:gd name="T21" fmla="*/ 3 h 426"/>
                <a:gd name="T22" fmla="*/ 1 w 246"/>
                <a:gd name="T23" fmla="*/ 3 h 426"/>
                <a:gd name="T24" fmla="*/ 1 w 246"/>
                <a:gd name="T25" fmla="*/ 3 h 426"/>
                <a:gd name="T26" fmla="*/ 1 w 246"/>
                <a:gd name="T27" fmla="*/ 3 h 426"/>
                <a:gd name="T28" fmla="*/ 1 w 246"/>
                <a:gd name="T29" fmla="*/ 3 h 426"/>
                <a:gd name="T30" fmla="*/ 2 w 246"/>
                <a:gd name="T31" fmla="*/ 3 h 426"/>
                <a:gd name="T32" fmla="*/ 2 w 246"/>
                <a:gd name="T33" fmla="*/ 3 h 426"/>
                <a:gd name="T34" fmla="*/ 2 w 246"/>
                <a:gd name="T35" fmla="*/ 3 h 426"/>
                <a:gd name="T36" fmla="*/ 2 w 246"/>
                <a:gd name="T37" fmla="*/ 3 h 426"/>
                <a:gd name="T38" fmla="*/ 2 w 246"/>
                <a:gd name="T39" fmla="*/ 3 h 426"/>
                <a:gd name="T40" fmla="*/ 2 w 246"/>
                <a:gd name="T41" fmla="*/ 3 h 426"/>
                <a:gd name="T42" fmla="*/ 1 w 246"/>
                <a:gd name="T43" fmla="*/ 3 h 426"/>
                <a:gd name="T44" fmla="*/ 1 w 246"/>
                <a:gd name="T45" fmla="*/ 3 h 426"/>
                <a:gd name="T46" fmla="*/ 1 w 246"/>
                <a:gd name="T47" fmla="*/ 3 h 426"/>
                <a:gd name="T48" fmla="*/ 1 w 246"/>
                <a:gd name="T49" fmla="*/ 3 h 426"/>
                <a:gd name="T50" fmla="*/ 1 w 246"/>
                <a:gd name="T51" fmla="*/ 3 h 426"/>
                <a:gd name="T52" fmla="*/ 1 w 246"/>
                <a:gd name="T53" fmla="*/ 2 h 426"/>
                <a:gd name="T54" fmla="*/ 1 w 246"/>
                <a:gd name="T55" fmla="*/ 2 h 426"/>
                <a:gd name="T56" fmla="*/ 0 w 246"/>
                <a:gd name="T57" fmla="*/ 2 h 426"/>
                <a:gd name="T58" fmla="*/ 0 w 246"/>
                <a:gd name="T59" fmla="*/ 2 h 426"/>
                <a:gd name="T60" fmla="*/ 0 w 246"/>
                <a:gd name="T61" fmla="*/ 1 h 426"/>
                <a:gd name="T62" fmla="*/ 0 w 246"/>
                <a:gd name="T63" fmla="*/ 1 h 426"/>
                <a:gd name="T64" fmla="*/ 0 w 246"/>
                <a:gd name="T65" fmla="*/ 1 h 426"/>
                <a:gd name="T66" fmla="*/ 0 w 246"/>
                <a:gd name="T67" fmla="*/ 0 h 426"/>
                <a:gd name="T68" fmla="*/ 0 w 246"/>
                <a:gd name="T69" fmla="*/ 0 h 426"/>
                <a:gd name="T70" fmla="*/ 0 w 246"/>
                <a:gd name="T71" fmla="*/ 0 h 426"/>
                <a:gd name="T72" fmla="*/ 0 w 246"/>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0"/>
                  </a:moveTo>
                  <a:lnTo>
                    <a:pt x="0" y="0"/>
                  </a:lnTo>
                  <a:lnTo>
                    <a:pt x="1" y="42"/>
                  </a:lnTo>
                  <a:lnTo>
                    <a:pt x="4" y="86"/>
                  </a:lnTo>
                  <a:lnTo>
                    <a:pt x="10" y="126"/>
                  </a:lnTo>
                  <a:lnTo>
                    <a:pt x="18" y="164"/>
                  </a:lnTo>
                  <a:lnTo>
                    <a:pt x="29" y="202"/>
                  </a:lnTo>
                  <a:lnTo>
                    <a:pt x="41" y="237"/>
                  </a:lnTo>
                  <a:lnTo>
                    <a:pt x="55" y="269"/>
                  </a:lnTo>
                  <a:lnTo>
                    <a:pt x="71" y="300"/>
                  </a:lnTo>
                  <a:lnTo>
                    <a:pt x="89" y="327"/>
                  </a:lnTo>
                  <a:lnTo>
                    <a:pt x="107" y="352"/>
                  </a:lnTo>
                  <a:lnTo>
                    <a:pt x="127" y="374"/>
                  </a:lnTo>
                  <a:lnTo>
                    <a:pt x="150" y="392"/>
                  </a:lnTo>
                  <a:lnTo>
                    <a:pt x="171" y="407"/>
                  </a:lnTo>
                  <a:lnTo>
                    <a:pt x="195" y="418"/>
                  </a:lnTo>
                  <a:lnTo>
                    <a:pt x="220" y="423"/>
                  </a:lnTo>
                  <a:lnTo>
                    <a:pt x="246" y="426"/>
                  </a:lnTo>
                  <a:lnTo>
                    <a:pt x="246" y="414"/>
                  </a:lnTo>
                  <a:lnTo>
                    <a:pt x="222" y="412"/>
                  </a:lnTo>
                  <a:lnTo>
                    <a:pt x="200" y="406"/>
                  </a:lnTo>
                  <a:lnTo>
                    <a:pt x="178" y="395"/>
                  </a:lnTo>
                  <a:lnTo>
                    <a:pt x="157" y="382"/>
                  </a:lnTo>
                  <a:lnTo>
                    <a:pt x="137" y="365"/>
                  </a:lnTo>
                  <a:lnTo>
                    <a:pt x="117" y="345"/>
                  </a:lnTo>
                  <a:lnTo>
                    <a:pt x="98" y="320"/>
                  </a:lnTo>
                  <a:lnTo>
                    <a:pt x="83" y="293"/>
                  </a:lnTo>
                  <a:lnTo>
                    <a:pt x="66" y="264"/>
                  </a:lnTo>
                  <a:lnTo>
                    <a:pt x="52" y="232"/>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1125" name="Freeform 67"/>
            <p:cNvSpPr>
              <a:spLocks/>
            </p:cNvSpPr>
            <p:nvPr/>
          </p:nvSpPr>
          <p:spPr bwMode="auto">
            <a:xfrm>
              <a:off x="1335" y="1859"/>
              <a:ext cx="49" cy="84"/>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1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0" y="2"/>
                  </a:lnTo>
                  <a:lnTo>
                    <a:pt x="195" y="8"/>
                  </a:lnTo>
                  <a:lnTo>
                    <a:pt x="171" y="18"/>
                  </a:lnTo>
                  <a:lnTo>
                    <a:pt x="150" y="34"/>
                  </a:lnTo>
                  <a:lnTo>
                    <a:pt x="127" y="51"/>
                  </a:lnTo>
                  <a:lnTo>
                    <a:pt x="107" y="74"/>
                  </a:lnTo>
                  <a:lnTo>
                    <a:pt x="89" y="98"/>
                  </a:lnTo>
                  <a:lnTo>
                    <a:pt x="72" y="125"/>
                  </a:lnTo>
                  <a:lnTo>
                    <a:pt x="55" y="156"/>
                  </a:lnTo>
                  <a:lnTo>
                    <a:pt x="41" y="188"/>
                  </a:lnTo>
                  <a:lnTo>
                    <a:pt x="29" y="222"/>
                  </a:lnTo>
                  <a:lnTo>
                    <a:pt x="18" y="261"/>
                  </a:lnTo>
                  <a:lnTo>
                    <a:pt x="10" y="299"/>
                  </a:lnTo>
                  <a:lnTo>
                    <a:pt x="4" y="339"/>
                  </a:lnTo>
                  <a:lnTo>
                    <a:pt x="1" y="382"/>
                  </a:lnTo>
                  <a:lnTo>
                    <a:pt x="0" y="424"/>
                  </a:lnTo>
                  <a:lnTo>
                    <a:pt x="11" y="424"/>
                  </a:lnTo>
                  <a:lnTo>
                    <a:pt x="13" y="382"/>
                  </a:lnTo>
                  <a:lnTo>
                    <a:pt x="16" y="341"/>
                  </a:lnTo>
                  <a:lnTo>
                    <a:pt x="22" y="301"/>
                  </a:lnTo>
                  <a:lnTo>
                    <a:pt x="30" y="264"/>
                  </a:lnTo>
                  <a:lnTo>
                    <a:pt x="41" y="227"/>
                  </a:lnTo>
                  <a:lnTo>
                    <a:pt x="52" y="193"/>
                  </a:lnTo>
                  <a:lnTo>
                    <a:pt x="66" y="160"/>
                  </a:lnTo>
                  <a:lnTo>
                    <a:pt x="82" y="132"/>
                  </a:lnTo>
                  <a:lnTo>
                    <a:pt x="98" y="105"/>
                  </a:lnTo>
                  <a:lnTo>
                    <a:pt x="117" y="81"/>
                  </a:lnTo>
                  <a:lnTo>
                    <a:pt x="137" y="61"/>
                  </a:lnTo>
                  <a:lnTo>
                    <a:pt x="157" y="43"/>
                  </a:lnTo>
                  <a:lnTo>
                    <a:pt x="178" y="30"/>
                  </a:lnTo>
                  <a:lnTo>
                    <a:pt x="200" y="20"/>
                  </a:lnTo>
                  <a:lnTo>
                    <a:pt x="222" y="14"/>
                  </a:lnTo>
                  <a:lnTo>
                    <a:pt x="246" y="11"/>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1126" name="Freeform 68"/>
            <p:cNvSpPr>
              <a:spLocks/>
            </p:cNvSpPr>
            <p:nvPr/>
          </p:nvSpPr>
          <p:spPr bwMode="auto">
            <a:xfrm>
              <a:off x="1552" y="1751"/>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1" y="339"/>
                  </a:lnTo>
                  <a:lnTo>
                    <a:pt x="235" y="299"/>
                  </a:lnTo>
                  <a:lnTo>
                    <a:pt x="226" y="261"/>
                  </a:lnTo>
                  <a:lnTo>
                    <a:pt x="216" y="223"/>
                  </a:lnTo>
                  <a:lnTo>
                    <a:pt x="204" y="189"/>
                  </a:lnTo>
                  <a:lnTo>
                    <a:pt x="190" y="156"/>
                  </a:lnTo>
                  <a:lnTo>
                    <a:pt x="174" y="125"/>
                  </a:lnTo>
                  <a:lnTo>
                    <a:pt x="156" y="98"/>
                  </a:lnTo>
                  <a:lnTo>
                    <a:pt x="137" y="74"/>
                  </a:lnTo>
                  <a:lnTo>
                    <a:pt x="119" y="52"/>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8" y="81"/>
                  </a:lnTo>
                  <a:lnTo>
                    <a:pt x="147" y="105"/>
                  </a:lnTo>
                  <a:lnTo>
                    <a:pt x="164" y="132"/>
                  </a:lnTo>
                  <a:lnTo>
                    <a:pt x="178" y="161"/>
                  </a:lnTo>
                  <a:lnTo>
                    <a:pt x="193" y="193"/>
                  </a:lnTo>
                  <a:lnTo>
                    <a:pt x="204" y="227"/>
                  </a:lnTo>
                  <a:lnTo>
                    <a:pt x="215" y="264"/>
                  </a:lnTo>
                  <a:lnTo>
                    <a:pt x="223" y="301"/>
                  </a:lnTo>
                  <a:lnTo>
                    <a:pt x="229" y="341"/>
                  </a:lnTo>
                  <a:lnTo>
                    <a:pt x="232" y="382"/>
                  </a:lnTo>
                  <a:lnTo>
                    <a:pt x="234"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1127" name="Freeform 69"/>
            <p:cNvSpPr>
              <a:spLocks/>
            </p:cNvSpPr>
            <p:nvPr/>
          </p:nvSpPr>
          <p:spPr bwMode="auto">
            <a:xfrm>
              <a:off x="1552" y="1836"/>
              <a:ext cx="49" cy="85"/>
            </a:xfrm>
            <a:custGeom>
              <a:avLst/>
              <a:gdLst>
                <a:gd name="T0" fmla="*/ 0 w 245"/>
                <a:gd name="T1" fmla="*/ 3 h 425"/>
                <a:gd name="T2" fmla="*/ 0 w 245"/>
                <a:gd name="T3" fmla="*/ 3 h 425"/>
                <a:gd name="T4" fmla="*/ 0 w 245"/>
                <a:gd name="T5" fmla="*/ 3 h 425"/>
                <a:gd name="T6" fmla="*/ 0 w 245"/>
                <a:gd name="T7" fmla="*/ 3 h 425"/>
                <a:gd name="T8" fmla="*/ 1 w 245"/>
                <a:gd name="T9" fmla="*/ 3 h 425"/>
                <a:gd name="T10" fmla="*/ 1 w 245"/>
                <a:gd name="T11" fmla="*/ 3 h 425"/>
                <a:gd name="T12" fmla="*/ 1 w 245"/>
                <a:gd name="T13" fmla="*/ 3 h 425"/>
                <a:gd name="T14" fmla="*/ 1 w 245"/>
                <a:gd name="T15" fmla="*/ 3 h 425"/>
                <a:gd name="T16" fmla="*/ 1 w 245"/>
                <a:gd name="T17" fmla="*/ 3 h 425"/>
                <a:gd name="T18" fmla="*/ 1 w 245"/>
                <a:gd name="T19" fmla="*/ 2 h 425"/>
                <a:gd name="T20" fmla="*/ 2 w 245"/>
                <a:gd name="T21" fmla="*/ 2 h 425"/>
                <a:gd name="T22" fmla="*/ 2 w 245"/>
                <a:gd name="T23" fmla="*/ 2 h 425"/>
                <a:gd name="T24" fmla="*/ 2 w 245"/>
                <a:gd name="T25" fmla="*/ 2 h 425"/>
                <a:gd name="T26" fmla="*/ 2 w 245"/>
                <a:gd name="T27" fmla="*/ 1 h 425"/>
                <a:gd name="T28" fmla="*/ 2 w 245"/>
                <a:gd name="T29" fmla="*/ 1 h 425"/>
                <a:gd name="T30" fmla="*/ 2 w 245"/>
                <a:gd name="T31" fmla="*/ 1 h 425"/>
                <a:gd name="T32" fmla="*/ 2 w 245"/>
                <a:gd name="T33" fmla="*/ 0 h 425"/>
                <a:gd name="T34" fmla="*/ 2 w 245"/>
                <a:gd name="T35" fmla="*/ 0 h 425"/>
                <a:gd name="T36" fmla="*/ 2 w 245"/>
                <a:gd name="T37" fmla="*/ 0 h 425"/>
                <a:gd name="T38" fmla="*/ 2 w 245"/>
                <a:gd name="T39" fmla="*/ 0 h 425"/>
                <a:gd name="T40" fmla="*/ 2 w 245"/>
                <a:gd name="T41" fmla="*/ 1 h 425"/>
                <a:gd name="T42" fmla="*/ 2 w 245"/>
                <a:gd name="T43" fmla="*/ 1 h 425"/>
                <a:gd name="T44" fmla="*/ 2 w 245"/>
                <a:gd name="T45" fmla="*/ 1 h 425"/>
                <a:gd name="T46" fmla="*/ 2 w 245"/>
                <a:gd name="T47" fmla="*/ 2 h 425"/>
                <a:gd name="T48" fmla="*/ 2 w 245"/>
                <a:gd name="T49" fmla="*/ 2 h 425"/>
                <a:gd name="T50" fmla="*/ 1 w 245"/>
                <a:gd name="T51" fmla="*/ 2 h 425"/>
                <a:gd name="T52" fmla="*/ 1 w 245"/>
                <a:gd name="T53" fmla="*/ 2 h 425"/>
                <a:gd name="T54" fmla="*/ 1 w 245"/>
                <a:gd name="T55" fmla="*/ 3 h 425"/>
                <a:gd name="T56" fmla="*/ 1 w 245"/>
                <a:gd name="T57" fmla="*/ 3 h 425"/>
                <a:gd name="T58" fmla="*/ 1 w 245"/>
                <a:gd name="T59" fmla="*/ 3 h 425"/>
                <a:gd name="T60" fmla="*/ 1 w 245"/>
                <a:gd name="T61" fmla="*/ 3 h 425"/>
                <a:gd name="T62" fmla="*/ 1 w 245"/>
                <a:gd name="T63" fmla="*/ 3 h 425"/>
                <a:gd name="T64" fmla="*/ 0 w 245"/>
                <a:gd name="T65" fmla="*/ 3 h 425"/>
                <a:gd name="T66" fmla="*/ 0 w 245"/>
                <a:gd name="T67" fmla="*/ 3 h 425"/>
                <a:gd name="T68" fmla="*/ 0 w 245"/>
                <a:gd name="T69" fmla="*/ 3 h 425"/>
                <a:gd name="T70" fmla="*/ 0 w 245"/>
                <a:gd name="T71" fmla="*/ 3 h 425"/>
                <a:gd name="T72" fmla="*/ 0 w 245"/>
                <a:gd name="T73" fmla="*/ 3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5"/>
                <a:gd name="T113" fmla="*/ 245 w 245"/>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5">
                  <a:moveTo>
                    <a:pt x="0" y="425"/>
                  </a:moveTo>
                  <a:lnTo>
                    <a:pt x="0" y="425"/>
                  </a:lnTo>
                  <a:lnTo>
                    <a:pt x="26" y="422"/>
                  </a:lnTo>
                  <a:lnTo>
                    <a:pt x="51" y="417"/>
                  </a:lnTo>
                  <a:lnTo>
                    <a:pt x="74" y="406"/>
                  </a:lnTo>
                  <a:lnTo>
                    <a:pt x="96" y="391"/>
                  </a:lnTo>
                  <a:lnTo>
                    <a:pt x="119" y="373"/>
                  </a:lnTo>
                  <a:lnTo>
                    <a:pt x="137" y="351"/>
                  </a:lnTo>
                  <a:lnTo>
                    <a:pt x="156" y="326"/>
                  </a:lnTo>
                  <a:lnTo>
                    <a:pt x="174" y="299"/>
                  </a:lnTo>
                  <a:lnTo>
                    <a:pt x="190" y="269"/>
                  </a:lnTo>
                  <a:lnTo>
                    <a:pt x="204" y="236"/>
                  </a:lnTo>
                  <a:lnTo>
                    <a:pt x="216" y="202"/>
                  </a:lnTo>
                  <a:lnTo>
                    <a:pt x="226" y="163"/>
                  </a:lnTo>
                  <a:lnTo>
                    <a:pt x="235" y="126"/>
                  </a:lnTo>
                  <a:lnTo>
                    <a:pt x="241" y="86"/>
                  </a:lnTo>
                  <a:lnTo>
                    <a:pt x="244" y="43"/>
                  </a:lnTo>
                  <a:lnTo>
                    <a:pt x="245" y="0"/>
                  </a:lnTo>
                  <a:lnTo>
                    <a:pt x="234" y="0"/>
                  </a:lnTo>
                  <a:lnTo>
                    <a:pt x="232" y="43"/>
                  </a:lnTo>
                  <a:lnTo>
                    <a:pt x="229" y="84"/>
                  </a:lnTo>
                  <a:lnTo>
                    <a:pt x="223" y="123"/>
                  </a:lnTo>
                  <a:lnTo>
                    <a:pt x="215" y="161"/>
                  </a:lnTo>
                  <a:lnTo>
                    <a:pt x="204" y="197"/>
                  </a:lnTo>
                  <a:lnTo>
                    <a:pt x="193" y="231"/>
                  </a:lnTo>
                  <a:lnTo>
                    <a:pt x="178" y="264"/>
                  </a:lnTo>
                  <a:lnTo>
                    <a:pt x="164" y="292"/>
                  </a:lnTo>
                  <a:lnTo>
                    <a:pt x="147" y="319"/>
                  </a:lnTo>
                  <a:lnTo>
                    <a:pt x="128" y="344"/>
                  </a:lnTo>
                  <a:lnTo>
                    <a:pt x="109" y="364"/>
                  </a:lnTo>
                  <a:lnTo>
                    <a:pt x="89" y="381"/>
                  </a:lnTo>
                  <a:lnTo>
                    <a:pt x="67" y="394"/>
                  </a:lnTo>
                  <a:lnTo>
                    <a:pt x="46" y="405"/>
                  </a:lnTo>
                  <a:lnTo>
                    <a:pt x="24" y="411"/>
                  </a:lnTo>
                  <a:lnTo>
                    <a:pt x="0" y="413"/>
                  </a:lnTo>
                  <a:lnTo>
                    <a:pt x="0" y="425"/>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1128" name="Freeform 70"/>
            <p:cNvSpPr>
              <a:spLocks/>
            </p:cNvSpPr>
            <p:nvPr/>
          </p:nvSpPr>
          <p:spPr bwMode="auto">
            <a:xfrm>
              <a:off x="1502" y="1836"/>
              <a:ext cx="50" cy="85"/>
            </a:xfrm>
            <a:custGeom>
              <a:avLst/>
              <a:gdLst>
                <a:gd name="T0" fmla="*/ 0 w 246"/>
                <a:gd name="T1" fmla="*/ 0 h 425"/>
                <a:gd name="T2" fmla="*/ 0 w 246"/>
                <a:gd name="T3" fmla="*/ 0 h 425"/>
                <a:gd name="T4" fmla="*/ 0 w 246"/>
                <a:gd name="T5" fmla="*/ 0 h 425"/>
                <a:gd name="T6" fmla="*/ 0 w 246"/>
                <a:gd name="T7" fmla="*/ 1 h 425"/>
                <a:gd name="T8" fmla="*/ 0 w 246"/>
                <a:gd name="T9" fmla="*/ 1 h 425"/>
                <a:gd name="T10" fmla="*/ 0 w 246"/>
                <a:gd name="T11" fmla="*/ 1 h 425"/>
                <a:gd name="T12" fmla="*/ 0 w 246"/>
                <a:gd name="T13" fmla="*/ 2 h 425"/>
                <a:gd name="T14" fmla="*/ 0 w 246"/>
                <a:gd name="T15" fmla="*/ 2 h 425"/>
                <a:gd name="T16" fmla="*/ 0 w 246"/>
                <a:gd name="T17" fmla="*/ 2 h 425"/>
                <a:gd name="T18" fmla="*/ 1 w 246"/>
                <a:gd name="T19" fmla="*/ 2 h 425"/>
                <a:gd name="T20" fmla="*/ 1 w 246"/>
                <a:gd name="T21" fmla="*/ 3 h 425"/>
                <a:gd name="T22" fmla="*/ 1 w 246"/>
                <a:gd name="T23" fmla="*/ 3 h 425"/>
                <a:gd name="T24" fmla="*/ 1 w 246"/>
                <a:gd name="T25" fmla="*/ 3 h 425"/>
                <a:gd name="T26" fmla="*/ 1 w 246"/>
                <a:gd name="T27" fmla="*/ 3 h 425"/>
                <a:gd name="T28" fmla="*/ 1 w 246"/>
                <a:gd name="T29" fmla="*/ 3 h 425"/>
                <a:gd name="T30" fmla="*/ 2 w 246"/>
                <a:gd name="T31" fmla="*/ 3 h 425"/>
                <a:gd name="T32" fmla="*/ 2 w 246"/>
                <a:gd name="T33" fmla="*/ 3 h 425"/>
                <a:gd name="T34" fmla="*/ 2 w 246"/>
                <a:gd name="T35" fmla="*/ 3 h 425"/>
                <a:gd name="T36" fmla="*/ 2 w 246"/>
                <a:gd name="T37" fmla="*/ 3 h 425"/>
                <a:gd name="T38" fmla="*/ 2 w 246"/>
                <a:gd name="T39" fmla="*/ 3 h 425"/>
                <a:gd name="T40" fmla="*/ 2 w 246"/>
                <a:gd name="T41" fmla="*/ 3 h 425"/>
                <a:gd name="T42" fmla="*/ 1 w 246"/>
                <a:gd name="T43" fmla="*/ 3 h 425"/>
                <a:gd name="T44" fmla="*/ 1 w 246"/>
                <a:gd name="T45" fmla="*/ 3 h 425"/>
                <a:gd name="T46" fmla="*/ 1 w 246"/>
                <a:gd name="T47" fmla="*/ 3 h 425"/>
                <a:gd name="T48" fmla="*/ 1 w 246"/>
                <a:gd name="T49" fmla="*/ 3 h 425"/>
                <a:gd name="T50" fmla="*/ 1 w 246"/>
                <a:gd name="T51" fmla="*/ 3 h 425"/>
                <a:gd name="T52" fmla="*/ 1 w 246"/>
                <a:gd name="T53" fmla="*/ 2 h 425"/>
                <a:gd name="T54" fmla="*/ 1 w 246"/>
                <a:gd name="T55" fmla="*/ 2 h 425"/>
                <a:gd name="T56" fmla="*/ 0 w 246"/>
                <a:gd name="T57" fmla="*/ 2 h 425"/>
                <a:gd name="T58" fmla="*/ 0 w 246"/>
                <a:gd name="T59" fmla="*/ 2 h 425"/>
                <a:gd name="T60" fmla="*/ 0 w 246"/>
                <a:gd name="T61" fmla="*/ 1 h 425"/>
                <a:gd name="T62" fmla="*/ 0 w 246"/>
                <a:gd name="T63" fmla="*/ 1 h 425"/>
                <a:gd name="T64" fmla="*/ 0 w 246"/>
                <a:gd name="T65" fmla="*/ 1 h 425"/>
                <a:gd name="T66" fmla="*/ 0 w 246"/>
                <a:gd name="T67" fmla="*/ 0 h 425"/>
                <a:gd name="T68" fmla="*/ 0 w 246"/>
                <a:gd name="T69" fmla="*/ 0 h 425"/>
                <a:gd name="T70" fmla="*/ 0 w 246"/>
                <a:gd name="T71" fmla="*/ 0 h 425"/>
                <a:gd name="T72" fmla="*/ 0 w 246"/>
                <a:gd name="T73" fmla="*/ 0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5"/>
                <a:gd name="T113" fmla="*/ 246 w 246"/>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5">
                  <a:moveTo>
                    <a:pt x="0" y="0"/>
                  </a:moveTo>
                  <a:lnTo>
                    <a:pt x="0" y="0"/>
                  </a:lnTo>
                  <a:lnTo>
                    <a:pt x="2" y="43"/>
                  </a:lnTo>
                  <a:lnTo>
                    <a:pt x="5" y="86"/>
                  </a:lnTo>
                  <a:lnTo>
                    <a:pt x="11" y="126"/>
                  </a:lnTo>
                  <a:lnTo>
                    <a:pt x="19" y="163"/>
                  </a:lnTo>
                  <a:lnTo>
                    <a:pt x="30" y="202"/>
                  </a:lnTo>
                  <a:lnTo>
                    <a:pt x="41" y="236"/>
                  </a:lnTo>
                  <a:lnTo>
                    <a:pt x="55" y="269"/>
                  </a:lnTo>
                  <a:lnTo>
                    <a:pt x="73" y="299"/>
                  </a:lnTo>
                  <a:lnTo>
                    <a:pt x="89" y="326"/>
                  </a:lnTo>
                  <a:lnTo>
                    <a:pt x="108" y="351"/>
                  </a:lnTo>
                  <a:lnTo>
                    <a:pt x="128" y="373"/>
                  </a:lnTo>
                  <a:lnTo>
                    <a:pt x="150" y="391"/>
                  </a:lnTo>
                  <a:lnTo>
                    <a:pt x="171" y="406"/>
                  </a:lnTo>
                  <a:lnTo>
                    <a:pt x="196" y="417"/>
                  </a:lnTo>
                  <a:lnTo>
                    <a:pt x="221" y="422"/>
                  </a:lnTo>
                  <a:lnTo>
                    <a:pt x="246" y="425"/>
                  </a:lnTo>
                  <a:lnTo>
                    <a:pt x="246" y="413"/>
                  </a:lnTo>
                  <a:lnTo>
                    <a:pt x="223" y="411"/>
                  </a:lnTo>
                  <a:lnTo>
                    <a:pt x="201" y="405"/>
                  </a:lnTo>
                  <a:lnTo>
                    <a:pt x="178" y="394"/>
                  </a:lnTo>
                  <a:lnTo>
                    <a:pt x="157" y="381"/>
                  </a:lnTo>
                  <a:lnTo>
                    <a:pt x="137" y="364"/>
                  </a:lnTo>
                  <a:lnTo>
                    <a:pt x="117" y="344"/>
                  </a:lnTo>
                  <a:lnTo>
                    <a:pt x="99" y="319"/>
                  </a:lnTo>
                  <a:lnTo>
                    <a:pt x="82" y="292"/>
                  </a:lnTo>
                  <a:lnTo>
                    <a:pt x="67" y="264"/>
                  </a:lnTo>
                  <a:lnTo>
                    <a:pt x="53" y="231"/>
                  </a:lnTo>
                  <a:lnTo>
                    <a:pt x="41" y="197"/>
                  </a:lnTo>
                  <a:lnTo>
                    <a:pt x="31" y="161"/>
                  </a:lnTo>
                  <a:lnTo>
                    <a:pt x="23" y="123"/>
                  </a:lnTo>
                  <a:lnTo>
                    <a:pt x="17" y="84"/>
                  </a:lnTo>
                  <a:lnTo>
                    <a:pt x="13" y="4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1129" name="Freeform 71"/>
            <p:cNvSpPr>
              <a:spLocks/>
            </p:cNvSpPr>
            <p:nvPr/>
          </p:nvSpPr>
          <p:spPr bwMode="auto">
            <a:xfrm>
              <a:off x="1502" y="1751"/>
              <a:ext cx="50" cy="85"/>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2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1" y="2"/>
                  </a:lnTo>
                  <a:lnTo>
                    <a:pt x="196" y="8"/>
                  </a:lnTo>
                  <a:lnTo>
                    <a:pt x="171" y="19"/>
                  </a:lnTo>
                  <a:lnTo>
                    <a:pt x="150" y="34"/>
                  </a:lnTo>
                  <a:lnTo>
                    <a:pt x="128" y="52"/>
                  </a:lnTo>
                  <a:lnTo>
                    <a:pt x="108" y="74"/>
                  </a:lnTo>
                  <a:lnTo>
                    <a:pt x="89" y="98"/>
                  </a:lnTo>
                  <a:lnTo>
                    <a:pt x="73" y="125"/>
                  </a:lnTo>
                  <a:lnTo>
                    <a:pt x="55" y="156"/>
                  </a:lnTo>
                  <a:lnTo>
                    <a:pt x="41" y="189"/>
                  </a:lnTo>
                  <a:lnTo>
                    <a:pt x="30" y="223"/>
                  </a:lnTo>
                  <a:lnTo>
                    <a:pt x="19" y="261"/>
                  </a:lnTo>
                  <a:lnTo>
                    <a:pt x="11" y="299"/>
                  </a:lnTo>
                  <a:lnTo>
                    <a:pt x="5" y="339"/>
                  </a:lnTo>
                  <a:lnTo>
                    <a:pt x="2" y="382"/>
                  </a:lnTo>
                  <a:lnTo>
                    <a:pt x="0" y="424"/>
                  </a:lnTo>
                  <a:lnTo>
                    <a:pt x="12" y="424"/>
                  </a:lnTo>
                  <a:lnTo>
                    <a:pt x="13" y="382"/>
                  </a:lnTo>
                  <a:lnTo>
                    <a:pt x="17" y="341"/>
                  </a:lnTo>
                  <a:lnTo>
                    <a:pt x="23" y="301"/>
                  </a:lnTo>
                  <a:lnTo>
                    <a:pt x="31" y="264"/>
                  </a:lnTo>
                  <a:lnTo>
                    <a:pt x="41" y="227"/>
                  </a:lnTo>
                  <a:lnTo>
                    <a:pt x="53" y="193"/>
                  </a:lnTo>
                  <a:lnTo>
                    <a:pt x="67" y="161"/>
                  </a:lnTo>
                  <a:lnTo>
                    <a:pt x="82" y="132"/>
                  </a:lnTo>
                  <a:lnTo>
                    <a:pt x="99" y="105"/>
                  </a:lnTo>
                  <a:lnTo>
                    <a:pt x="117" y="81"/>
                  </a:lnTo>
                  <a:lnTo>
                    <a:pt x="137" y="61"/>
                  </a:lnTo>
                  <a:lnTo>
                    <a:pt x="157" y="43"/>
                  </a:lnTo>
                  <a:lnTo>
                    <a:pt x="178" y="30"/>
                  </a:lnTo>
                  <a:lnTo>
                    <a:pt x="201" y="20"/>
                  </a:lnTo>
                  <a:lnTo>
                    <a:pt x="223" y="14"/>
                  </a:lnTo>
                  <a:lnTo>
                    <a:pt x="246" y="12"/>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1130" name="Freeform 72"/>
            <p:cNvSpPr>
              <a:spLocks/>
            </p:cNvSpPr>
            <p:nvPr/>
          </p:nvSpPr>
          <p:spPr bwMode="auto">
            <a:xfrm>
              <a:off x="1565" y="2016"/>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0" y="339"/>
                  </a:lnTo>
                  <a:lnTo>
                    <a:pt x="234" y="299"/>
                  </a:lnTo>
                  <a:lnTo>
                    <a:pt x="226" y="261"/>
                  </a:lnTo>
                  <a:lnTo>
                    <a:pt x="216" y="223"/>
                  </a:lnTo>
                  <a:lnTo>
                    <a:pt x="204" y="189"/>
                  </a:lnTo>
                  <a:lnTo>
                    <a:pt x="190" y="156"/>
                  </a:lnTo>
                  <a:lnTo>
                    <a:pt x="174" y="125"/>
                  </a:lnTo>
                  <a:lnTo>
                    <a:pt x="156" y="98"/>
                  </a:lnTo>
                  <a:lnTo>
                    <a:pt x="138" y="74"/>
                  </a:lnTo>
                  <a:lnTo>
                    <a:pt x="118" y="51"/>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9" y="81"/>
                  </a:lnTo>
                  <a:lnTo>
                    <a:pt x="147" y="105"/>
                  </a:lnTo>
                  <a:lnTo>
                    <a:pt x="164" y="132"/>
                  </a:lnTo>
                  <a:lnTo>
                    <a:pt x="178" y="160"/>
                  </a:lnTo>
                  <a:lnTo>
                    <a:pt x="192" y="193"/>
                  </a:lnTo>
                  <a:lnTo>
                    <a:pt x="204" y="227"/>
                  </a:lnTo>
                  <a:lnTo>
                    <a:pt x="215" y="264"/>
                  </a:lnTo>
                  <a:lnTo>
                    <a:pt x="223" y="301"/>
                  </a:lnTo>
                  <a:lnTo>
                    <a:pt x="229"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1131" name="Freeform 73"/>
            <p:cNvSpPr>
              <a:spLocks/>
            </p:cNvSpPr>
            <p:nvPr/>
          </p:nvSpPr>
          <p:spPr bwMode="auto">
            <a:xfrm>
              <a:off x="1565" y="2101"/>
              <a:ext cx="49" cy="85"/>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6" y="423"/>
                  </a:lnTo>
                  <a:lnTo>
                    <a:pt x="51" y="418"/>
                  </a:lnTo>
                  <a:lnTo>
                    <a:pt x="74" y="407"/>
                  </a:lnTo>
                  <a:lnTo>
                    <a:pt x="96" y="392"/>
                  </a:lnTo>
                  <a:lnTo>
                    <a:pt x="118" y="373"/>
                  </a:lnTo>
                  <a:lnTo>
                    <a:pt x="138" y="351"/>
                  </a:lnTo>
                  <a:lnTo>
                    <a:pt x="156" y="327"/>
                  </a:lnTo>
                  <a:lnTo>
                    <a:pt x="175" y="299"/>
                  </a:lnTo>
                  <a:lnTo>
                    <a:pt x="190" y="269"/>
                  </a:lnTo>
                  <a:lnTo>
                    <a:pt x="204" y="236"/>
                  </a:lnTo>
                  <a:lnTo>
                    <a:pt x="216" y="202"/>
                  </a:lnTo>
                  <a:lnTo>
                    <a:pt x="226" y="164"/>
                  </a:lnTo>
                  <a:lnTo>
                    <a:pt x="234" y="126"/>
                  </a:lnTo>
                  <a:lnTo>
                    <a:pt x="240" y="86"/>
                  </a:lnTo>
                  <a:lnTo>
                    <a:pt x="244" y="42"/>
                  </a:lnTo>
                  <a:lnTo>
                    <a:pt x="245" y="0"/>
                  </a:lnTo>
                  <a:lnTo>
                    <a:pt x="233" y="0"/>
                  </a:lnTo>
                  <a:lnTo>
                    <a:pt x="232" y="42"/>
                  </a:lnTo>
                  <a:lnTo>
                    <a:pt x="229" y="83"/>
                  </a:lnTo>
                  <a:lnTo>
                    <a:pt x="223" y="123"/>
                  </a:lnTo>
                  <a:lnTo>
                    <a:pt x="215" y="162"/>
                  </a:lnTo>
                  <a:lnTo>
                    <a:pt x="204" y="197"/>
                  </a:lnTo>
                  <a:lnTo>
                    <a:pt x="192" y="231"/>
                  </a:lnTo>
                  <a:lnTo>
                    <a:pt x="178" y="264"/>
                  </a:lnTo>
                  <a:lnTo>
                    <a:pt x="163" y="292"/>
                  </a:lnTo>
                  <a:lnTo>
                    <a:pt x="147" y="320"/>
                  </a:lnTo>
                  <a:lnTo>
                    <a:pt x="129" y="344"/>
                  </a:lnTo>
                  <a:lnTo>
                    <a:pt x="109" y="364"/>
                  </a:lnTo>
                  <a:lnTo>
                    <a:pt x="89" y="382"/>
                  </a:lnTo>
                  <a:lnTo>
                    <a:pt x="67" y="395"/>
                  </a:lnTo>
                  <a:lnTo>
                    <a:pt x="46" y="406"/>
                  </a:lnTo>
                  <a:lnTo>
                    <a:pt x="24"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1132" name="Freeform 74"/>
            <p:cNvSpPr>
              <a:spLocks/>
            </p:cNvSpPr>
            <p:nvPr/>
          </p:nvSpPr>
          <p:spPr bwMode="auto">
            <a:xfrm>
              <a:off x="1516" y="2101"/>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5" y="86"/>
                  </a:lnTo>
                  <a:lnTo>
                    <a:pt x="11" y="126"/>
                  </a:lnTo>
                  <a:lnTo>
                    <a:pt x="19" y="164"/>
                  </a:lnTo>
                  <a:lnTo>
                    <a:pt x="30" y="202"/>
                  </a:lnTo>
                  <a:lnTo>
                    <a:pt x="41" y="236"/>
                  </a:lnTo>
                  <a:lnTo>
                    <a:pt x="55" y="269"/>
                  </a:lnTo>
                  <a:lnTo>
                    <a:pt x="71" y="299"/>
                  </a:lnTo>
                  <a:lnTo>
                    <a:pt x="89" y="327"/>
                  </a:lnTo>
                  <a:lnTo>
                    <a:pt x="107" y="351"/>
                  </a:lnTo>
                  <a:lnTo>
                    <a:pt x="127" y="373"/>
                  </a:lnTo>
                  <a:lnTo>
                    <a:pt x="149" y="392"/>
                  </a:lnTo>
                  <a:lnTo>
                    <a:pt x="171" y="407"/>
                  </a:lnTo>
                  <a:lnTo>
                    <a:pt x="195" y="418"/>
                  </a:lnTo>
                  <a:lnTo>
                    <a:pt x="219" y="423"/>
                  </a:lnTo>
                  <a:lnTo>
                    <a:pt x="245" y="426"/>
                  </a:lnTo>
                  <a:lnTo>
                    <a:pt x="245" y="414"/>
                  </a:lnTo>
                  <a:lnTo>
                    <a:pt x="222" y="412"/>
                  </a:lnTo>
                  <a:lnTo>
                    <a:pt x="199" y="406"/>
                  </a:lnTo>
                  <a:lnTo>
                    <a:pt x="178" y="395"/>
                  </a:lnTo>
                  <a:lnTo>
                    <a:pt x="156" y="382"/>
                  </a:lnTo>
                  <a:lnTo>
                    <a:pt x="136" y="364"/>
                  </a:lnTo>
                  <a:lnTo>
                    <a:pt x="116" y="344"/>
                  </a:lnTo>
                  <a:lnTo>
                    <a:pt x="99" y="320"/>
                  </a:lnTo>
                  <a:lnTo>
                    <a:pt x="82" y="292"/>
                  </a:lnTo>
                  <a:lnTo>
                    <a:pt x="67" y="264"/>
                  </a:lnTo>
                  <a:lnTo>
                    <a:pt x="53" y="231"/>
                  </a:lnTo>
                  <a:lnTo>
                    <a:pt x="41" y="197"/>
                  </a:lnTo>
                  <a:lnTo>
                    <a:pt x="31" y="162"/>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1133" name="Freeform 75"/>
            <p:cNvSpPr>
              <a:spLocks/>
            </p:cNvSpPr>
            <p:nvPr/>
          </p:nvSpPr>
          <p:spPr bwMode="auto">
            <a:xfrm>
              <a:off x="1516" y="2016"/>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5" y="8"/>
                  </a:lnTo>
                  <a:lnTo>
                    <a:pt x="171" y="19"/>
                  </a:lnTo>
                  <a:lnTo>
                    <a:pt x="149" y="34"/>
                  </a:lnTo>
                  <a:lnTo>
                    <a:pt x="127" y="51"/>
                  </a:lnTo>
                  <a:lnTo>
                    <a:pt x="107" y="74"/>
                  </a:lnTo>
                  <a:lnTo>
                    <a:pt x="89" y="98"/>
                  </a:lnTo>
                  <a:lnTo>
                    <a:pt x="72" y="125"/>
                  </a:lnTo>
                  <a:lnTo>
                    <a:pt x="55" y="156"/>
                  </a:lnTo>
                  <a:lnTo>
                    <a:pt x="41" y="189"/>
                  </a:lnTo>
                  <a:lnTo>
                    <a:pt x="30" y="223"/>
                  </a:lnTo>
                  <a:lnTo>
                    <a:pt x="19" y="261"/>
                  </a:lnTo>
                  <a:lnTo>
                    <a:pt x="11" y="299"/>
                  </a:lnTo>
                  <a:lnTo>
                    <a:pt x="5" y="339"/>
                  </a:lnTo>
                  <a:lnTo>
                    <a:pt x="1" y="382"/>
                  </a:lnTo>
                  <a:lnTo>
                    <a:pt x="0" y="424"/>
                  </a:lnTo>
                  <a:lnTo>
                    <a:pt x="12" y="424"/>
                  </a:lnTo>
                  <a:lnTo>
                    <a:pt x="13" y="382"/>
                  </a:lnTo>
                  <a:lnTo>
                    <a:pt x="17" y="341"/>
                  </a:lnTo>
                  <a:lnTo>
                    <a:pt x="23" y="301"/>
                  </a:lnTo>
                  <a:lnTo>
                    <a:pt x="31" y="264"/>
                  </a:lnTo>
                  <a:lnTo>
                    <a:pt x="41" y="227"/>
                  </a:lnTo>
                  <a:lnTo>
                    <a:pt x="53" y="193"/>
                  </a:lnTo>
                  <a:lnTo>
                    <a:pt x="67" y="160"/>
                  </a:lnTo>
                  <a:lnTo>
                    <a:pt x="81" y="132"/>
                  </a:lnTo>
                  <a:lnTo>
                    <a:pt x="99" y="105"/>
                  </a:lnTo>
                  <a:lnTo>
                    <a:pt x="116" y="81"/>
                  </a:lnTo>
                  <a:lnTo>
                    <a:pt x="136" y="61"/>
                  </a:lnTo>
                  <a:lnTo>
                    <a:pt x="156" y="43"/>
                  </a:lnTo>
                  <a:lnTo>
                    <a:pt x="178" y="30"/>
                  </a:lnTo>
                  <a:lnTo>
                    <a:pt x="199" y="20"/>
                  </a:lnTo>
                  <a:lnTo>
                    <a:pt x="222"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sp>
        <p:nvSpPr>
          <p:cNvPr id="131080" name="Rectangle 77"/>
          <p:cNvSpPr>
            <a:spLocks noChangeArrowheads="1"/>
          </p:cNvSpPr>
          <p:nvPr/>
        </p:nvSpPr>
        <p:spPr bwMode="auto">
          <a:xfrm>
            <a:off x="611188" y="0"/>
            <a:ext cx="6388100" cy="6477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3000"/>
              <a:t>Sem. 2 - Jeudi</a:t>
            </a:r>
          </a:p>
        </p:txBody>
      </p:sp>
      <p:sp>
        <p:nvSpPr>
          <p:cNvPr id="131081" name="Text Box 78"/>
          <p:cNvSpPr txBox="1">
            <a:spLocks noChangeArrowheads="1"/>
          </p:cNvSpPr>
          <p:nvPr/>
        </p:nvSpPr>
        <p:spPr bwMode="auto">
          <a:xfrm>
            <a:off x="566738" y="2697163"/>
            <a:ext cx="3217862"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2. Pas de commandes</a:t>
            </a:r>
          </a:p>
        </p:txBody>
      </p:sp>
      <p:sp>
        <p:nvSpPr>
          <p:cNvPr id="131082" name="Text Box 79"/>
          <p:cNvSpPr txBox="1">
            <a:spLocks noChangeArrowheads="1"/>
          </p:cNvSpPr>
          <p:nvPr/>
        </p:nvSpPr>
        <p:spPr bwMode="auto">
          <a:xfrm>
            <a:off x="566738" y="5211763"/>
            <a:ext cx="6543675" cy="4429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eaLnBrk="1" hangingPunct="1">
              <a:spcBef>
                <a:spcPct val="0"/>
              </a:spcBef>
              <a:buFontTx/>
              <a:buNone/>
            </a:pPr>
            <a:r>
              <a:rPr lang="fr-FR" altLang="fr-FR" sz="2300"/>
              <a:t>4. Pointez la production sur votre feuille de suivi</a:t>
            </a:r>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32098" name="Group 2"/>
          <p:cNvGrpSpPr>
            <a:grpSpLocks/>
          </p:cNvGrpSpPr>
          <p:nvPr/>
        </p:nvGrpSpPr>
        <p:grpSpPr bwMode="auto">
          <a:xfrm>
            <a:off x="7073900" y="215900"/>
            <a:ext cx="1878013" cy="1250950"/>
            <a:chOff x="4456" y="136"/>
            <a:chExt cx="1183" cy="788"/>
          </a:xfrm>
        </p:grpSpPr>
        <p:grpSp>
          <p:nvGrpSpPr>
            <p:cNvPr id="132158" name="Group 3"/>
            <p:cNvGrpSpPr>
              <a:grpSpLocks/>
            </p:cNvGrpSpPr>
            <p:nvPr/>
          </p:nvGrpSpPr>
          <p:grpSpPr bwMode="auto">
            <a:xfrm>
              <a:off x="4766" y="232"/>
              <a:ext cx="873" cy="692"/>
              <a:chOff x="2185" y="310"/>
              <a:chExt cx="873" cy="692"/>
            </a:xfrm>
          </p:grpSpPr>
          <p:sp>
            <p:nvSpPr>
              <p:cNvPr id="132169" name="Freeform 4"/>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accent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2170" name="Freeform 5"/>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2171" name="Freeform 6"/>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2172" name="Freeform 7"/>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2173" name="Freeform 8"/>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2174" name="Freeform 9"/>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2175" name="Freeform 10"/>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grpSp>
          <p:nvGrpSpPr>
            <p:cNvPr id="132159" name="Group 11"/>
            <p:cNvGrpSpPr>
              <a:grpSpLocks/>
            </p:cNvGrpSpPr>
            <p:nvPr/>
          </p:nvGrpSpPr>
          <p:grpSpPr bwMode="auto">
            <a:xfrm>
              <a:off x="4949" y="336"/>
              <a:ext cx="591" cy="468"/>
              <a:chOff x="2185" y="310"/>
              <a:chExt cx="873" cy="692"/>
            </a:xfrm>
          </p:grpSpPr>
          <p:sp>
            <p:nvSpPr>
              <p:cNvPr id="132162" name="Freeform 12"/>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2163" name="Freeform 13"/>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2164" name="Freeform 14"/>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2165" name="Freeform 15"/>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2166" name="Freeform 16"/>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2167" name="Freeform 17"/>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2168" name="Freeform 18"/>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pic>
          <p:nvPicPr>
            <p:cNvPr id="132160" name="Picture 19"/>
            <p:cNvPicPr>
              <a:picLocks noChangeAspect="1" noChangeArrowheads="1"/>
            </p:cNvPicPr>
            <p:nvPr/>
          </p:nvPicPr>
          <p:blipFill>
            <a:blip r:embed="rId3" cstate="print">
              <a:extLst>
                <a:ext uri="{28A0092B-C50C-407E-A947-70E740481C1C}">
                  <a14:useLocalDpi xmlns:a14="http://schemas.microsoft.com/office/drawing/2010/main" val="0"/>
                </a:ext>
              </a:extLst>
            </a:blip>
            <a:srcRect l="-4282" t="-4369" r="-5199" b="-12012"/>
            <a:stretch>
              <a:fillRect/>
            </a:stretch>
          </p:blipFill>
          <p:spPr bwMode="auto">
            <a:xfrm>
              <a:off x="4456" y="136"/>
              <a:ext cx="480" cy="5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32161" name="Text Box 20"/>
            <p:cNvSpPr txBox="1">
              <a:spLocks noChangeArrowheads="1"/>
            </p:cNvSpPr>
            <p:nvPr/>
          </p:nvSpPr>
          <p:spPr bwMode="auto">
            <a:xfrm>
              <a:off x="4946" y="314"/>
              <a:ext cx="596" cy="49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4500" b="1">
                  <a:solidFill>
                    <a:srgbClr val="FF0000"/>
                  </a:solidFill>
                  <a:latin typeface="Arial Black" pitchFamily="34" charset="0"/>
                </a:rPr>
                <a:t>30</a:t>
              </a:r>
              <a:endParaRPr lang="fr-FR" altLang="fr-FR" sz="3200">
                <a:solidFill>
                  <a:schemeClr val="tx1"/>
                </a:solidFill>
                <a:latin typeface="Arial Black" pitchFamily="34" charset="0"/>
              </a:endParaRPr>
            </a:p>
          </p:txBody>
        </p:sp>
      </p:grpSp>
      <p:sp>
        <p:nvSpPr>
          <p:cNvPr id="132100" name="Text Box 22"/>
          <p:cNvSpPr txBox="1">
            <a:spLocks noChangeArrowheads="1"/>
          </p:cNvSpPr>
          <p:nvPr/>
        </p:nvSpPr>
        <p:spPr bwMode="auto">
          <a:xfrm>
            <a:off x="566738" y="1363663"/>
            <a:ext cx="1946275"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1. Tirez le dé</a:t>
            </a:r>
          </a:p>
        </p:txBody>
      </p:sp>
      <p:sp>
        <p:nvSpPr>
          <p:cNvPr id="132101" name="Text Box 23"/>
          <p:cNvSpPr txBox="1">
            <a:spLocks noChangeArrowheads="1"/>
          </p:cNvSpPr>
          <p:nvPr/>
        </p:nvSpPr>
        <p:spPr bwMode="auto">
          <a:xfrm>
            <a:off x="566738" y="3935413"/>
            <a:ext cx="18796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3. Produisez</a:t>
            </a:r>
          </a:p>
        </p:txBody>
      </p:sp>
      <p:grpSp>
        <p:nvGrpSpPr>
          <p:cNvPr id="132102" name="Group 24"/>
          <p:cNvGrpSpPr>
            <a:grpSpLocks/>
          </p:cNvGrpSpPr>
          <p:nvPr/>
        </p:nvGrpSpPr>
        <p:grpSpPr bwMode="auto">
          <a:xfrm>
            <a:off x="2986088" y="1306513"/>
            <a:ext cx="446087" cy="534987"/>
            <a:chOff x="868" y="1439"/>
            <a:chExt cx="811" cy="972"/>
          </a:xfrm>
        </p:grpSpPr>
        <p:sp>
          <p:nvSpPr>
            <p:cNvPr id="132107" name="Freeform 25"/>
            <p:cNvSpPr>
              <a:spLocks/>
            </p:cNvSpPr>
            <p:nvPr/>
          </p:nvSpPr>
          <p:spPr bwMode="auto">
            <a:xfrm>
              <a:off x="1548" y="2014"/>
              <a:ext cx="123" cy="100"/>
            </a:xfrm>
            <a:custGeom>
              <a:avLst/>
              <a:gdLst>
                <a:gd name="T0" fmla="*/ 5 w 618"/>
                <a:gd name="T1" fmla="*/ 0 h 502"/>
                <a:gd name="T2" fmla="*/ 5 w 618"/>
                <a:gd name="T3" fmla="*/ 0 h 502"/>
                <a:gd name="T4" fmla="*/ 0 w 618"/>
                <a:gd name="T5" fmla="*/ 4 h 502"/>
                <a:gd name="T6" fmla="*/ 0 w 618"/>
                <a:gd name="T7" fmla="*/ 4 h 502"/>
                <a:gd name="T8" fmla="*/ 5 w 618"/>
                <a:gd name="T9" fmla="*/ 0 h 502"/>
                <a:gd name="T10" fmla="*/ 5 w 618"/>
                <a:gd name="T11" fmla="*/ 0 h 502"/>
                <a:gd name="T12" fmla="*/ 5 w 618"/>
                <a:gd name="T13" fmla="*/ 0 h 502"/>
                <a:gd name="T14" fmla="*/ 5 w 618"/>
                <a:gd name="T15" fmla="*/ 0 h 502"/>
                <a:gd name="T16" fmla="*/ 5 w 618"/>
                <a:gd name="T17" fmla="*/ 0 h 502"/>
                <a:gd name="T18" fmla="*/ 5 w 618"/>
                <a:gd name="T19" fmla="*/ 0 h 502"/>
                <a:gd name="T20" fmla="*/ 5 w 618"/>
                <a:gd name="T21" fmla="*/ 0 h 502"/>
                <a:gd name="T22" fmla="*/ 5 w 618"/>
                <a:gd name="T23" fmla="*/ 0 h 502"/>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618"/>
                <a:gd name="T37" fmla="*/ 0 h 502"/>
                <a:gd name="T38" fmla="*/ 618 w 618"/>
                <a:gd name="T39" fmla="*/ 502 h 502"/>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618" h="502">
                  <a:moveTo>
                    <a:pt x="611" y="0"/>
                  </a:moveTo>
                  <a:lnTo>
                    <a:pt x="606" y="2"/>
                  </a:lnTo>
                  <a:lnTo>
                    <a:pt x="0" y="490"/>
                  </a:lnTo>
                  <a:lnTo>
                    <a:pt x="10" y="502"/>
                  </a:lnTo>
                  <a:lnTo>
                    <a:pt x="616" y="14"/>
                  </a:lnTo>
                  <a:lnTo>
                    <a:pt x="611" y="16"/>
                  </a:lnTo>
                  <a:lnTo>
                    <a:pt x="616" y="14"/>
                  </a:lnTo>
                  <a:lnTo>
                    <a:pt x="618" y="9"/>
                  </a:lnTo>
                  <a:lnTo>
                    <a:pt x="617" y="3"/>
                  </a:lnTo>
                  <a:lnTo>
                    <a:pt x="612" y="1"/>
                  </a:lnTo>
                  <a:lnTo>
                    <a:pt x="606" y="2"/>
                  </a:lnTo>
                  <a:lnTo>
                    <a:pt x="611"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2108" name="Freeform 26"/>
            <p:cNvSpPr>
              <a:spLocks/>
            </p:cNvSpPr>
            <p:nvPr/>
          </p:nvSpPr>
          <p:spPr bwMode="auto">
            <a:xfrm>
              <a:off x="876" y="1852"/>
              <a:ext cx="82" cy="373"/>
            </a:xfrm>
            <a:custGeom>
              <a:avLst/>
              <a:gdLst>
                <a:gd name="T0" fmla="*/ 3 w 413"/>
                <a:gd name="T1" fmla="*/ 15 h 1865"/>
                <a:gd name="T2" fmla="*/ 3 w 413"/>
                <a:gd name="T3" fmla="*/ 15 h 1865"/>
                <a:gd name="T4" fmla="*/ 0 w 413"/>
                <a:gd name="T5" fmla="*/ 0 h 1865"/>
                <a:gd name="T6" fmla="*/ 0 w 413"/>
                <a:gd name="T7" fmla="*/ 0 h 1865"/>
                <a:gd name="T8" fmla="*/ 3 w 413"/>
                <a:gd name="T9" fmla="*/ 15 h 1865"/>
                <a:gd name="T10" fmla="*/ 3 w 413"/>
                <a:gd name="T11" fmla="*/ 15 h 1865"/>
                <a:gd name="T12" fmla="*/ 3 w 413"/>
                <a:gd name="T13" fmla="*/ 15 h 1865"/>
                <a:gd name="T14" fmla="*/ 3 w 413"/>
                <a:gd name="T15" fmla="*/ 15 h 1865"/>
                <a:gd name="T16" fmla="*/ 3 w 413"/>
                <a:gd name="T17" fmla="*/ 15 h 1865"/>
                <a:gd name="T18" fmla="*/ 3 w 413"/>
                <a:gd name="T19" fmla="*/ 15 h 1865"/>
                <a:gd name="T20" fmla="*/ 3 w 413"/>
                <a:gd name="T21" fmla="*/ 15 h 1865"/>
                <a:gd name="T22" fmla="*/ 3 w 413"/>
                <a:gd name="T23" fmla="*/ 15 h 186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413"/>
                <a:gd name="T37" fmla="*/ 0 h 1865"/>
                <a:gd name="T38" fmla="*/ 413 w 413"/>
                <a:gd name="T39" fmla="*/ 1865 h 1865"/>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413" h="1865">
                  <a:moveTo>
                    <a:pt x="400" y="1864"/>
                  </a:moveTo>
                  <a:lnTo>
                    <a:pt x="413" y="1856"/>
                  </a:lnTo>
                  <a:lnTo>
                    <a:pt x="17" y="0"/>
                  </a:lnTo>
                  <a:lnTo>
                    <a:pt x="0" y="2"/>
                  </a:lnTo>
                  <a:lnTo>
                    <a:pt x="396" y="1858"/>
                  </a:lnTo>
                  <a:lnTo>
                    <a:pt x="409" y="1850"/>
                  </a:lnTo>
                  <a:lnTo>
                    <a:pt x="396" y="1858"/>
                  </a:lnTo>
                  <a:lnTo>
                    <a:pt x="400" y="1864"/>
                  </a:lnTo>
                  <a:lnTo>
                    <a:pt x="406" y="1865"/>
                  </a:lnTo>
                  <a:lnTo>
                    <a:pt x="410" y="1862"/>
                  </a:lnTo>
                  <a:lnTo>
                    <a:pt x="413" y="1856"/>
                  </a:lnTo>
                  <a:lnTo>
                    <a:pt x="400" y="186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2109" name="Freeform 27"/>
            <p:cNvSpPr>
              <a:spLocks/>
            </p:cNvSpPr>
            <p:nvPr/>
          </p:nvSpPr>
          <p:spPr bwMode="auto">
            <a:xfrm>
              <a:off x="1282" y="1533"/>
              <a:ext cx="35" cy="161"/>
            </a:xfrm>
            <a:custGeom>
              <a:avLst/>
              <a:gdLst>
                <a:gd name="T0" fmla="*/ 1 w 175"/>
                <a:gd name="T1" fmla="*/ 6 h 807"/>
                <a:gd name="T2" fmla="*/ 1 w 175"/>
                <a:gd name="T3" fmla="*/ 6 h 807"/>
                <a:gd name="T4" fmla="*/ 1 w 175"/>
                <a:gd name="T5" fmla="*/ 6 h 807"/>
                <a:gd name="T6" fmla="*/ 1 w 175"/>
                <a:gd name="T7" fmla="*/ 5 h 807"/>
                <a:gd name="T8" fmla="*/ 1 w 175"/>
                <a:gd name="T9" fmla="*/ 5 h 807"/>
                <a:gd name="T10" fmla="*/ 1 w 175"/>
                <a:gd name="T11" fmla="*/ 5 h 807"/>
                <a:gd name="T12" fmla="*/ 1 w 175"/>
                <a:gd name="T13" fmla="*/ 4 h 807"/>
                <a:gd name="T14" fmla="*/ 1 w 175"/>
                <a:gd name="T15" fmla="*/ 4 h 807"/>
                <a:gd name="T16" fmla="*/ 1 w 175"/>
                <a:gd name="T17" fmla="*/ 3 h 807"/>
                <a:gd name="T18" fmla="*/ 1 w 175"/>
                <a:gd name="T19" fmla="*/ 3 h 807"/>
                <a:gd name="T20" fmla="*/ 1 w 175"/>
                <a:gd name="T21" fmla="*/ 3 h 807"/>
                <a:gd name="T22" fmla="*/ 1 w 175"/>
                <a:gd name="T23" fmla="*/ 2 h 807"/>
                <a:gd name="T24" fmla="*/ 1 w 175"/>
                <a:gd name="T25" fmla="*/ 2 h 807"/>
                <a:gd name="T26" fmla="*/ 1 w 175"/>
                <a:gd name="T27" fmla="*/ 2 h 807"/>
                <a:gd name="T28" fmla="*/ 1 w 175"/>
                <a:gd name="T29" fmla="*/ 1 h 807"/>
                <a:gd name="T30" fmla="*/ 1 w 175"/>
                <a:gd name="T31" fmla="*/ 1 h 807"/>
                <a:gd name="T32" fmla="*/ 1 w 175"/>
                <a:gd name="T33" fmla="*/ 1 h 807"/>
                <a:gd name="T34" fmla="*/ 1 w 175"/>
                <a:gd name="T35" fmla="*/ 0 h 807"/>
                <a:gd name="T36" fmla="*/ 1 w 175"/>
                <a:gd name="T37" fmla="*/ 0 h 807"/>
                <a:gd name="T38" fmla="*/ 1 w 175"/>
                <a:gd name="T39" fmla="*/ 0 h 807"/>
                <a:gd name="T40" fmla="*/ 0 w 175"/>
                <a:gd name="T41" fmla="*/ 1 h 807"/>
                <a:gd name="T42" fmla="*/ 0 w 175"/>
                <a:gd name="T43" fmla="*/ 1 h 807"/>
                <a:gd name="T44" fmla="*/ 0 w 175"/>
                <a:gd name="T45" fmla="*/ 1 h 807"/>
                <a:gd name="T46" fmla="*/ 0 w 175"/>
                <a:gd name="T47" fmla="*/ 2 h 807"/>
                <a:gd name="T48" fmla="*/ 0 w 175"/>
                <a:gd name="T49" fmla="*/ 2 h 807"/>
                <a:gd name="T50" fmla="*/ 0 w 175"/>
                <a:gd name="T51" fmla="*/ 3 h 807"/>
                <a:gd name="T52" fmla="*/ 0 w 175"/>
                <a:gd name="T53" fmla="*/ 3 h 807"/>
                <a:gd name="T54" fmla="*/ 0 w 175"/>
                <a:gd name="T55" fmla="*/ 3 h 807"/>
                <a:gd name="T56" fmla="*/ 0 w 175"/>
                <a:gd name="T57" fmla="*/ 4 h 807"/>
                <a:gd name="T58" fmla="*/ 0 w 175"/>
                <a:gd name="T59" fmla="*/ 4 h 807"/>
                <a:gd name="T60" fmla="*/ 0 w 175"/>
                <a:gd name="T61" fmla="*/ 5 h 807"/>
                <a:gd name="T62" fmla="*/ 0 w 175"/>
                <a:gd name="T63" fmla="*/ 5 h 807"/>
                <a:gd name="T64" fmla="*/ 0 w 175"/>
                <a:gd name="T65" fmla="*/ 5 h 807"/>
                <a:gd name="T66" fmla="*/ 1 w 175"/>
                <a:gd name="T67" fmla="*/ 6 h 807"/>
                <a:gd name="T68" fmla="*/ 1 w 175"/>
                <a:gd name="T69" fmla="*/ 6 h 807"/>
                <a:gd name="T70" fmla="*/ 1 w 175"/>
                <a:gd name="T71" fmla="*/ 6 h 807"/>
                <a:gd name="T72" fmla="*/ 1 w 175"/>
                <a:gd name="T73" fmla="*/ 6 h 807"/>
                <a:gd name="T74" fmla="*/ 1 w 175"/>
                <a:gd name="T75" fmla="*/ 6 h 807"/>
                <a:gd name="T76" fmla="*/ 1 w 175"/>
                <a:gd name="T77" fmla="*/ 6 h 807"/>
                <a:gd name="T78" fmla="*/ 1 w 175"/>
                <a:gd name="T79" fmla="*/ 6 h 807"/>
                <a:gd name="T80" fmla="*/ 1 w 175"/>
                <a:gd name="T81" fmla="*/ 6 h 807"/>
                <a:gd name="T82" fmla="*/ 1 w 175"/>
                <a:gd name="T83" fmla="*/ 6 h 807"/>
                <a:gd name="T84" fmla="*/ 1 w 175"/>
                <a:gd name="T85" fmla="*/ 6 h 807"/>
                <a:gd name="T86" fmla="*/ 1 w 175"/>
                <a:gd name="T87" fmla="*/ 6 h 807"/>
                <a:gd name="T88" fmla="*/ 1 w 175"/>
                <a:gd name="T89" fmla="*/ 6 h 807"/>
                <a:gd name="T90" fmla="*/ 1 w 175"/>
                <a:gd name="T91" fmla="*/ 6 h 80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175"/>
                <a:gd name="T139" fmla="*/ 0 h 807"/>
                <a:gd name="T140" fmla="*/ 175 w 175"/>
                <a:gd name="T141" fmla="*/ 807 h 80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175" h="807">
                  <a:moveTo>
                    <a:pt x="169" y="740"/>
                  </a:moveTo>
                  <a:lnTo>
                    <a:pt x="169" y="739"/>
                  </a:lnTo>
                  <a:lnTo>
                    <a:pt x="149" y="698"/>
                  </a:lnTo>
                  <a:lnTo>
                    <a:pt x="133" y="656"/>
                  </a:lnTo>
                  <a:lnTo>
                    <a:pt x="120" y="611"/>
                  </a:lnTo>
                  <a:lnTo>
                    <a:pt x="108" y="565"/>
                  </a:lnTo>
                  <a:lnTo>
                    <a:pt x="100" y="520"/>
                  </a:lnTo>
                  <a:lnTo>
                    <a:pt x="96" y="472"/>
                  </a:lnTo>
                  <a:lnTo>
                    <a:pt x="93" y="425"/>
                  </a:lnTo>
                  <a:lnTo>
                    <a:pt x="93" y="377"/>
                  </a:lnTo>
                  <a:lnTo>
                    <a:pt x="96" y="330"/>
                  </a:lnTo>
                  <a:lnTo>
                    <a:pt x="100" y="283"/>
                  </a:lnTo>
                  <a:lnTo>
                    <a:pt x="106" y="238"/>
                  </a:lnTo>
                  <a:lnTo>
                    <a:pt x="115" y="195"/>
                  </a:lnTo>
                  <a:lnTo>
                    <a:pt x="126" y="153"/>
                  </a:lnTo>
                  <a:lnTo>
                    <a:pt x="139" y="114"/>
                  </a:lnTo>
                  <a:lnTo>
                    <a:pt x="153" y="77"/>
                  </a:lnTo>
                  <a:lnTo>
                    <a:pt x="169" y="43"/>
                  </a:lnTo>
                  <a:lnTo>
                    <a:pt x="87" y="0"/>
                  </a:lnTo>
                  <a:lnTo>
                    <a:pt x="69" y="39"/>
                  </a:lnTo>
                  <a:lnTo>
                    <a:pt x="52" y="81"/>
                  </a:lnTo>
                  <a:lnTo>
                    <a:pt x="37" y="127"/>
                  </a:lnTo>
                  <a:lnTo>
                    <a:pt x="24" y="174"/>
                  </a:lnTo>
                  <a:lnTo>
                    <a:pt x="15" y="222"/>
                  </a:lnTo>
                  <a:lnTo>
                    <a:pt x="7" y="271"/>
                  </a:lnTo>
                  <a:lnTo>
                    <a:pt x="2" y="323"/>
                  </a:lnTo>
                  <a:lnTo>
                    <a:pt x="0" y="374"/>
                  </a:lnTo>
                  <a:lnTo>
                    <a:pt x="0" y="427"/>
                  </a:lnTo>
                  <a:lnTo>
                    <a:pt x="2" y="479"/>
                  </a:lnTo>
                  <a:lnTo>
                    <a:pt x="9" y="531"/>
                  </a:lnTo>
                  <a:lnTo>
                    <a:pt x="17" y="584"/>
                  </a:lnTo>
                  <a:lnTo>
                    <a:pt x="29" y="635"/>
                  </a:lnTo>
                  <a:lnTo>
                    <a:pt x="44" y="686"/>
                  </a:lnTo>
                  <a:lnTo>
                    <a:pt x="65" y="736"/>
                  </a:lnTo>
                  <a:lnTo>
                    <a:pt x="87" y="784"/>
                  </a:lnTo>
                  <a:lnTo>
                    <a:pt x="87" y="782"/>
                  </a:lnTo>
                  <a:lnTo>
                    <a:pt x="87" y="784"/>
                  </a:lnTo>
                  <a:lnTo>
                    <a:pt x="100" y="799"/>
                  </a:lnTo>
                  <a:lnTo>
                    <a:pt x="117" y="807"/>
                  </a:lnTo>
                  <a:lnTo>
                    <a:pt x="134" y="807"/>
                  </a:lnTo>
                  <a:lnTo>
                    <a:pt x="151" y="801"/>
                  </a:lnTo>
                  <a:lnTo>
                    <a:pt x="164" y="791"/>
                  </a:lnTo>
                  <a:lnTo>
                    <a:pt x="173" y="777"/>
                  </a:lnTo>
                  <a:lnTo>
                    <a:pt x="175" y="759"/>
                  </a:lnTo>
                  <a:lnTo>
                    <a:pt x="169" y="739"/>
                  </a:lnTo>
                  <a:lnTo>
                    <a:pt x="169" y="74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2110" name="Freeform 28"/>
            <p:cNvSpPr>
              <a:spLocks/>
            </p:cNvSpPr>
            <p:nvPr/>
          </p:nvSpPr>
          <p:spPr bwMode="auto">
            <a:xfrm>
              <a:off x="1299" y="1681"/>
              <a:ext cx="157" cy="281"/>
            </a:xfrm>
            <a:custGeom>
              <a:avLst/>
              <a:gdLst>
                <a:gd name="T0" fmla="*/ 6 w 787"/>
                <a:gd name="T1" fmla="*/ 11 h 1404"/>
                <a:gd name="T2" fmla="*/ 6 w 787"/>
                <a:gd name="T3" fmla="*/ 11 h 1404"/>
                <a:gd name="T4" fmla="*/ 1 w 787"/>
                <a:gd name="T5" fmla="*/ 0 h 1404"/>
                <a:gd name="T6" fmla="*/ 0 w 787"/>
                <a:gd name="T7" fmla="*/ 0 h 1404"/>
                <a:gd name="T8" fmla="*/ 6 w 787"/>
                <a:gd name="T9" fmla="*/ 11 h 1404"/>
                <a:gd name="T10" fmla="*/ 6 w 787"/>
                <a:gd name="T11" fmla="*/ 11 h 1404"/>
                <a:gd name="T12" fmla="*/ 6 w 787"/>
                <a:gd name="T13" fmla="*/ 11 h 1404"/>
                <a:gd name="T14" fmla="*/ 6 w 787"/>
                <a:gd name="T15" fmla="*/ 11 h 1404"/>
                <a:gd name="T16" fmla="*/ 6 w 787"/>
                <a:gd name="T17" fmla="*/ 11 h 1404"/>
                <a:gd name="T18" fmla="*/ 6 w 787"/>
                <a:gd name="T19" fmla="*/ 11 h 1404"/>
                <a:gd name="T20" fmla="*/ 6 w 787"/>
                <a:gd name="T21" fmla="*/ 11 h 1404"/>
                <a:gd name="T22" fmla="*/ 6 w 787"/>
                <a:gd name="T23" fmla="*/ 11 h 1404"/>
                <a:gd name="T24" fmla="*/ 6 w 787"/>
                <a:gd name="T25" fmla="*/ 11 h 1404"/>
                <a:gd name="T26" fmla="*/ 6 w 787"/>
                <a:gd name="T27" fmla="*/ 11 h 1404"/>
                <a:gd name="T28" fmla="*/ 6 w 787"/>
                <a:gd name="T29" fmla="*/ 11 h 1404"/>
                <a:gd name="T30" fmla="*/ 6 w 787"/>
                <a:gd name="T31" fmla="*/ 11 h 1404"/>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787"/>
                <a:gd name="T49" fmla="*/ 0 h 1404"/>
                <a:gd name="T50" fmla="*/ 787 w 787"/>
                <a:gd name="T51" fmla="*/ 1404 h 1404"/>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787" h="1404">
                  <a:moveTo>
                    <a:pt x="781" y="1334"/>
                  </a:moveTo>
                  <a:lnTo>
                    <a:pt x="781" y="1337"/>
                  </a:lnTo>
                  <a:lnTo>
                    <a:pt x="82" y="0"/>
                  </a:lnTo>
                  <a:lnTo>
                    <a:pt x="0" y="42"/>
                  </a:lnTo>
                  <a:lnTo>
                    <a:pt x="699" y="1379"/>
                  </a:lnTo>
                  <a:lnTo>
                    <a:pt x="699" y="1381"/>
                  </a:lnTo>
                  <a:lnTo>
                    <a:pt x="699" y="1379"/>
                  </a:lnTo>
                  <a:lnTo>
                    <a:pt x="712" y="1395"/>
                  </a:lnTo>
                  <a:lnTo>
                    <a:pt x="727" y="1402"/>
                  </a:lnTo>
                  <a:lnTo>
                    <a:pt x="744" y="1404"/>
                  </a:lnTo>
                  <a:lnTo>
                    <a:pt x="761" y="1398"/>
                  </a:lnTo>
                  <a:lnTo>
                    <a:pt x="775" y="1388"/>
                  </a:lnTo>
                  <a:lnTo>
                    <a:pt x="784" y="1373"/>
                  </a:lnTo>
                  <a:lnTo>
                    <a:pt x="787" y="1357"/>
                  </a:lnTo>
                  <a:lnTo>
                    <a:pt x="781" y="1337"/>
                  </a:lnTo>
                  <a:lnTo>
                    <a:pt x="781" y="13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2111" name="Freeform 29"/>
            <p:cNvSpPr>
              <a:spLocks/>
            </p:cNvSpPr>
            <p:nvPr/>
          </p:nvSpPr>
          <p:spPr bwMode="auto">
            <a:xfrm>
              <a:off x="1439" y="1948"/>
              <a:ext cx="125" cy="76"/>
            </a:xfrm>
            <a:custGeom>
              <a:avLst/>
              <a:gdLst>
                <a:gd name="T0" fmla="*/ 5 w 628"/>
                <a:gd name="T1" fmla="*/ 2 h 383"/>
                <a:gd name="T2" fmla="*/ 5 w 628"/>
                <a:gd name="T3" fmla="*/ 2 h 383"/>
                <a:gd name="T4" fmla="*/ 4 w 628"/>
                <a:gd name="T5" fmla="*/ 2 h 383"/>
                <a:gd name="T6" fmla="*/ 4 w 628"/>
                <a:gd name="T7" fmla="*/ 2 h 383"/>
                <a:gd name="T8" fmla="*/ 4 w 628"/>
                <a:gd name="T9" fmla="*/ 2 h 383"/>
                <a:gd name="T10" fmla="*/ 3 w 628"/>
                <a:gd name="T11" fmla="*/ 2 h 383"/>
                <a:gd name="T12" fmla="*/ 3 w 628"/>
                <a:gd name="T13" fmla="*/ 2 h 383"/>
                <a:gd name="T14" fmla="*/ 3 w 628"/>
                <a:gd name="T15" fmla="*/ 2 h 383"/>
                <a:gd name="T16" fmla="*/ 3 w 628"/>
                <a:gd name="T17" fmla="*/ 2 h 383"/>
                <a:gd name="T18" fmla="*/ 2 w 628"/>
                <a:gd name="T19" fmla="*/ 2 h 383"/>
                <a:gd name="T20" fmla="*/ 2 w 628"/>
                <a:gd name="T21" fmla="*/ 2 h 383"/>
                <a:gd name="T22" fmla="*/ 2 w 628"/>
                <a:gd name="T23" fmla="*/ 1 h 383"/>
                <a:gd name="T24" fmla="*/ 2 w 628"/>
                <a:gd name="T25" fmla="*/ 1 h 383"/>
                <a:gd name="T26" fmla="*/ 1 w 628"/>
                <a:gd name="T27" fmla="*/ 1 h 383"/>
                <a:gd name="T28" fmla="*/ 1 w 628"/>
                <a:gd name="T29" fmla="*/ 1 h 383"/>
                <a:gd name="T30" fmla="*/ 1 w 628"/>
                <a:gd name="T31" fmla="*/ 1 h 383"/>
                <a:gd name="T32" fmla="*/ 1 w 628"/>
                <a:gd name="T33" fmla="*/ 0 h 383"/>
                <a:gd name="T34" fmla="*/ 1 w 628"/>
                <a:gd name="T35" fmla="*/ 0 h 383"/>
                <a:gd name="T36" fmla="*/ 0 w 628"/>
                <a:gd name="T37" fmla="*/ 0 h 383"/>
                <a:gd name="T38" fmla="*/ 0 w 628"/>
                <a:gd name="T39" fmla="*/ 1 h 383"/>
                <a:gd name="T40" fmla="*/ 0 w 628"/>
                <a:gd name="T41" fmla="*/ 1 h 383"/>
                <a:gd name="T42" fmla="*/ 1 w 628"/>
                <a:gd name="T43" fmla="*/ 1 h 383"/>
                <a:gd name="T44" fmla="*/ 1 w 628"/>
                <a:gd name="T45" fmla="*/ 1 h 383"/>
                <a:gd name="T46" fmla="*/ 1 w 628"/>
                <a:gd name="T47" fmla="*/ 2 h 383"/>
                <a:gd name="T48" fmla="*/ 1 w 628"/>
                <a:gd name="T49" fmla="*/ 2 h 383"/>
                <a:gd name="T50" fmla="*/ 2 w 628"/>
                <a:gd name="T51" fmla="*/ 2 h 383"/>
                <a:gd name="T52" fmla="*/ 2 w 628"/>
                <a:gd name="T53" fmla="*/ 2 h 383"/>
                <a:gd name="T54" fmla="*/ 2 w 628"/>
                <a:gd name="T55" fmla="*/ 2 h 383"/>
                <a:gd name="T56" fmla="*/ 3 w 628"/>
                <a:gd name="T57" fmla="*/ 3 h 383"/>
                <a:gd name="T58" fmla="*/ 3 w 628"/>
                <a:gd name="T59" fmla="*/ 3 h 383"/>
                <a:gd name="T60" fmla="*/ 3 w 628"/>
                <a:gd name="T61" fmla="*/ 3 h 383"/>
                <a:gd name="T62" fmla="*/ 4 w 628"/>
                <a:gd name="T63" fmla="*/ 3 h 383"/>
                <a:gd name="T64" fmla="*/ 4 w 628"/>
                <a:gd name="T65" fmla="*/ 3 h 383"/>
                <a:gd name="T66" fmla="*/ 4 w 628"/>
                <a:gd name="T67" fmla="*/ 3 h 383"/>
                <a:gd name="T68" fmla="*/ 5 w 628"/>
                <a:gd name="T69" fmla="*/ 3 h 383"/>
                <a:gd name="T70" fmla="*/ 5 w 628"/>
                <a:gd name="T71" fmla="*/ 3 h 383"/>
                <a:gd name="T72" fmla="*/ 5 w 628"/>
                <a:gd name="T73" fmla="*/ 3 h 383"/>
                <a:gd name="T74" fmla="*/ 5 w 628"/>
                <a:gd name="T75" fmla="*/ 3 h 383"/>
                <a:gd name="T76" fmla="*/ 5 w 628"/>
                <a:gd name="T77" fmla="*/ 3 h 383"/>
                <a:gd name="T78" fmla="*/ 5 w 628"/>
                <a:gd name="T79" fmla="*/ 3 h 383"/>
                <a:gd name="T80" fmla="*/ 5 w 628"/>
                <a:gd name="T81" fmla="*/ 3 h 383"/>
                <a:gd name="T82" fmla="*/ 5 w 628"/>
                <a:gd name="T83" fmla="*/ 3 h 383"/>
                <a:gd name="T84" fmla="*/ 5 w 628"/>
                <a:gd name="T85" fmla="*/ 2 h 383"/>
                <a:gd name="T86" fmla="*/ 5 w 628"/>
                <a:gd name="T87" fmla="*/ 2 h 383"/>
                <a:gd name="T88" fmla="*/ 5 w 628"/>
                <a:gd name="T89" fmla="*/ 2 h 383"/>
                <a:gd name="T90" fmla="*/ 5 w 628"/>
                <a:gd name="T91" fmla="*/ 2 h 38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628"/>
                <a:gd name="T139" fmla="*/ 0 h 383"/>
                <a:gd name="T140" fmla="*/ 628 w 628"/>
                <a:gd name="T141" fmla="*/ 383 h 38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628" h="383">
                  <a:moveTo>
                    <a:pt x="581" y="289"/>
                  </a:moveTo>
                  <a:lnTo>
                    <a:pt x="582" y="289"/>
                  </a:lnTo>
                  <a:lnTo>
                    <a:pt x="541" y="287"/>
                  </a:lnTo>
                  <a:lnTo>
                    <a:pt x="500" y="283"/>
                  </a:lnTo>
                  <a:lnTo>
                    <a:pt x="462" y="276"/>
                  </a:lnTo>
                  <a:lnTo>
                    <a:pt x="424" y="268"/>
                  </a:lnTo>
                  <a:lnTo>
                    <a:pt x="389" y="255"/>
                  </a:lnTo>
                  <a:lnTo>
                    <a:pt x="352" y="242"/>
                  </a:lnTo>
                  <a:lnTo>
                    <a:pt x="320" y="227"/>
                  </a:lnTo>
                  <a:lnTo>
                    <a:pt x="287" y="209"/>
                  </a:lnTo>
                  <a:lnTo>
                    <a:pt x="255" y="189"/>
                  </a:lnTo>
                  <a:lnTo>
                    <a:pt x="226" y="168"/>
                  </a:lnTo>
                  <a:lnTo>
                    <a:pt x="198" y="145"/>
                  </a:lnTo>
                  <a:lnTo>
                    <a:pt x="172" y="119"/>
                  </a:lnTo>
                  <a:lnTo>
                    <a:pt x="146" y="92"/>
                  </a:lnTo>
                  <a:lnTo>
                    <a:pt x="122" y="64"/>
                  </a:lnTo>
                  <a:lnTo>
                    <a:pt x="100" y="33"/>
                  </a:lnTo>
                  <a:lnTo>
                    <a:pt x="82" y="0"/>
                  </a:lnTo>
                  <a:lnTo>
                    <a:pt x="0" y="47"/>
                  </a:lnTo>
                  <a:lnTo>
                    <a:pt x="23" y="85"/>
                  </a:lnTo>
                  <a:lnTo>
                    <a:pt x="49" y="120"/>
                  </a:lnTo>
                  <a:lnTo>
                    <a:pt x="76" y="153"/>
                  </a:lnTo>
                  <a:lnTo>
                    <a:pt x="104" y="185"/>
                  </a:lnTo>
                  <a:lnTo>
                    <a:pt x="137" y="215"/>
                  </a:lnTo>
                  <a:lnTo>
                    <a:pt x="170" y="241"/>
                  </a:lnTo>
                  <a:lnTo>
                    <a:pt x="204" y="267"/>
                  </a:lnTo>
                  <a:lnTo>
                    <a:pt x="240" y="289"/>
                  </a:lnTo>
                  <a:lnTo>
                    <a:pt x="277" y="309"/>
                  </a:lnTo>
                  <a:lnTo>
                    <a:pt x="317" y="329"/>
                  </a:lnTo>
                  <a:lnTo>
                    <a:pt x="358" y="344"/>
                  </a:lnTo>
                  <a:lnTo>
                    <a:pt x="400" y="357"/>
                  </a:lnTo>
                  <a:lnTo>
                    <a:pt x="444" y="367"/>
                  </a:lnTo>
                  <a:lnTo>
                    <a:pt x="488" y="374"/>
                  </a:lnTo>
                  <a:lnTo>
                    <a:pt x="534" y="380"/>
                  </a:lnTo>
                  <a:lnTo>
                    <a:pt x="580" y="383"/>
                  </a:lnTo>
                  <a:lnTo>
                    <a:pt x="581" y="383"/>
                  </a:lnTo>
                  <a:lnTo>
                    <a:pt x="580" y="383"/>
                  </a:lnTo>
                  <a:lnTo>
                    <a:pt x="600" y="379"/>
                  </a:lnTo>
                  <a:lnTo>
                    <a:pt x="615" y="369"/>
                  </a:lnTo>
                  <a:lnTo>
                    <a:pt x="624" y="353"/>
                  </a:lnTo>
                  <a:lnTo>
                    <a:pt x="628" y="337"/>
                  </a:lnTo>
                  <a:lnTo>
                    <a:pt x="625" y="319"/>
                  </a:lnTo>
                  <a:lnTo>
                    <a:pt x="617" y="304"/>
                  </a:lnTo>
                  <a:lnTo>
                    <a:pt x="602" y="294"/>
                  </a:lnTo>
                  <a:lnTo>
                    <a:pt x="582" y="289"/>
                  </a:lnTo>
                  <a:lnTo>
                    <a:pt x="581" y="28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2112" name="Freeform 30"/>
            <p:cNvSpPr>
              <a:spLocks/>
            </p:cNvSpPr>
            <p:nvPr/>
          </p:nvSpPr>
          <p:spPr bwMode="auto">
            <a:xfrm>
              <a:off x="1587" y="1880"/>
              <a:ext cx="85" cy="49"/>
            </a:xfrm>
            <a:custGeom>
              <a:avLst/>
              <a:gdLst>
                <a:gd name="T0" fmla="*/ 3 w 426"/>
                <a:gd name="T1" fmla="*/ 0 h 245"/>
                <a:gd name="T2" fmla="*/ 3 w 426"/>
                <a:gd name="T3" fmla="*/ 0 h 245"/>
                <a:gd name="T4" fmla="*/ 3 w 426"/>
                <a:gd name="T5" fmla="*/ 0 h 245"/>
                <a:gd name="T6" fmla="*/ 3 w 426"/>
                <a:gd name="T7" fmla="*/ 0 h 245"/>
                <a:gd name="T8" fmla="*/ 2 w 426"/>
                <a:gd name="T9" fmla="*/ 0 h 245"/>
                <a:gd name="T10" fmla="*/ 2 w 426"/>
                <a:gd name="T11" fmla="*/ 0 h 245"/>
                <a:gd name="T12" fmla="*/ 2 w 426"/>
                <a:gd name="T13" fmla="*/ 0 h 245"/>
                <a:gd name="T14" fmla="*/ 2 w 426"/>
                <a:gd name="T15" fmla="*/ 0 h 245"/>
                <a:gd name="T16" fmla="*/ 1 w 426"/>
                <a:gd name="T17" fmla="*/ 0 h 245"/>
                <a:gd name="T18" fmla="*/ 1 w 426"/>
                <a:gd name="T19" fmla="*/ 1 h 245"/>
                <a:gd name="T20" fmla="*/ 1 w 426"/>
                <a:gd name="T21" fmla="*/ 1 h 245"/>
                <a:gd name="T22" fmla="*/ 1 w 426"/>
                <a:gd name="T23" fmla="*/ 1 h 245"/>
                <a:gd name="T24" fmla="*/ 0 w 426"/>
                <a:gd name="T25" fmla="*/ 1 h 245"/>
                <a:gd name="T26" fmla="*/ 0 w 426"/>
                <a:gd name="T27" fmla="*/ 1 h 245"/>
                <a:gd name="T28" fmla="*/ 0 w 426"/>
                <a:gd name="T29" fmla="*/ 1 h 245"/>
                <a:gd name="T30" fmla="*/ 0 w 426"/>
                <a:gd name="T31" fmla="*/ 2 h 245"/>
                <a:gd name="T32" fmla="*/ 0 w 426"/>
                <a:gd name="T33" fmla="*/ 2 h 245"/>
                <a:gd name="T34" fmla="*/ 0 w 426"/>
                <a:gd name="T35" fmla="*/ 2 h 245"/>
                <a:gd name="T36" fmla="*/ 0 w 426"/>
                <a:gd name="T37" fmla="*/ 2 h 245"/>
                <a:gd name="T38" fmla="*/ 0 w 426"/>
                <a:gd name="T39" fmla="*/ 2 h 245"/>
                <a:gd name="T40" fmla="*/ 0 w 426"/>
                <a:gd name="T41" fmla="*/ 2 h 245"/>
                <a:gd name="T42" fmla="*/ 0 w 426"/>
                <a:gd name="T43" fmla="*/ 1 h 245"/>
                <a:gd name="T44" fmla="*/ 0 w 426"/>
                <a:gd name="T45" fmla="*/ 1 h 245"/>
                <a:gd name="T46" fmla="*/ 0 w 426"/>
                <a:gd name="T47" fmla="*/ 1 h 245"/>
                <a:gd name="T48" fmla="*/ 1 w 426"/>
                <a:gd name="T49" fmla="*/ 1 h 245"/>
                <a:gd name="T50" fmla="*/ 1 w 426"/>
                <a:gd name="T51" fmla="*/ 1 h 245"/>
                <a:gd name="T52" fmla="*/ 1 w 426"/>
                <a:gd name="T53" fmla="*/ 1 h 245"/>
                <a:gd name="T54" fmla="*/ 1 w 426"/>
                <a:gd name="T55" fmla="*/ 1 h 245"/>
                <a:gd name="T56" fmla="*/ 2 w 426"/>
                <a:gd name="T57" fmla="*/ 0 h 245"/>
                <a:gd name="T58" fmla="*/ 2 w 426"/>
                <a:gd name="T59" fmla="*/ 0 h 245"/>
                <a:gd name="T60" fmla="*/ 2 w 426"/>
                <a:gd name="T61" fmla="*/ 0 h 245"/>
                <a:gd name="T62" fmla="*/ 2 w 426"/>
                <a:gd name="T63" fmla="*/ 0 h 245"/>
                <a:gd name="T64" fmla="*/ 3 w 426"/>
                <a:gd name="T65" fmla="*/ 0 h 245"/>
                <a:gd name="T66" fmla="*/ 3 w 426"/>
                <a:gd name="T67" fmla="*/ 0 h 245"/>
                <a:gd name="T68" fmla="*/ 3 w 426"/>
                <a:gd name="T69" fmla="*/ 0 h 245"/>
                <a:gd name="T70" fmla="*/ 3 w 426"/>
                <a:gd name="T71" fmla="*/ 0 h 245"/>
                <a:gd name="T72" fmla="*/ 3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426" y="0"/>
                  </a:moveTo>
                  <a:lnTo>
                    <a:pt x="426" y="0"/>
                  </a:lnTo>
                  <a:lnTo>
                    <a:pt x="384" y="1"/>
                  </a:lnTo>
                  <a:lnTo>
                    <a:pt x="340" y="4"/>
                  </a:lnTo>
                  <a:lnTo>
                    <a:pt x="300" y="10"/>
                  </a:lnTo>
                  <a:lnTo>
                    <a:pt x="262" y="18"/>
                  </a:lnTo>
                  <a:lnTo>
                    <a:pt x="224" y="29"/>
                  </a:lnTo>
                  <a:lnTo>
                    <a:pt x="189" y="41"/>
                  </a:lnTo>
                  <a:lnTo>
                    <a:pt x="157" y="55"/>
                  </a:lnTo>
                  <a:lnTo>
                    <a:pt x="126" y="70"/>
                  </a:lnTo>
                  <a:lnTo>
                    <a:pt x="99" y="89"/>
                  </a:lnTo>
                  <a:lnTo>
                    <a:pt x="74" y="106"/>
                  </a:lnTo>
                  <a:lnTo>
                    <a:pt x="52" y="126"/>
                  </a:lnTo>
                  <a:lnTo>
                    <a:pt x="34" y="148"/>
                  </a:lnTo>
                  <a:lnTo>
                    <a:pt x="19" y="171"/>
                  </a:lnTo>
                  <a:lnTo>
                    <a:pt x="9" y="194"/>
                  </a:lnTo>
                  <a:lnTo>
                    <a:pt x="3" y="219"/>
                  </a:lnTo>
                  <a:lnTo>
                    <a:pt x="0" y="245"/>
                  </a:lnTo>
                  <a:lnTo>
                    <a:pt x="12" y="245"/>
                  </a:lnTo>
                  <a:lnTo>
                    <a:pt x="15" y="221"/>
                  </a:lnTo>
                  <a:lnTo>
                    <a:pt x="20" y="199"/>
                  </a:lnTo>
                  <a:lnTo>
                    <a:pt x="31" y="178"/>
                  </a:lnTo>
                  <a:lnTo>
                    <a:pt x="44" y="156"/>
                  </a:lnTo>
                  <a:lnTo>
                    <a:pt x="61" y="136"/>
                  </a:lnTo>
                  <a:lnTo>
                    <a:pt x="81" y="116"/>
                  </a:lnTo>
                  <a:lnTo>
                    <a:pt x="106" y="98"/>
                  </a:lnTo>
                  <a:lnTo>
                    <a:pt x="133" y="82"/>
                  </a:lnTo>
                  <a:lnTo>
                    <a:pt x="162" y="66"/>
                  </a:lnTo>
                  <a:lnTo>
                    <a:pt x="194" y="52"/>
                  </a:lnTo>
                  <a:lnTo>
                    <a:pt x="229" y="41"/>
                  </a:lnTo>
                  <a:lnTo>
                    <a:pt x="264" y="30"/>
                  </a:lnTo>
                  <a:lnTo>
                    <a:pt x="303" y="22"/>
                  </a:lnTo>
                  <a:lnTo>
                    <a:pt x="343" y="16"/>
                  </a:lnTo>
                  <a:lnTo>
                    <a:pt x="384" y="12"/>
                  </a:lnTo>
                  <a:lnTo>
                    <a:pt x="426" y="11"/>
                  </a:lnTo>
                  <a:lnTo>
                    <a:pt x="42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2113" name="Freeform 31"/>
            <p:cNvSpPr>
              <a:spLocks/>
            </p:cNvSpPr>
            <p:nvPr/>
          </p:nvSpPr>
          <p:spPr bwMode="auto">
            <a:xfrm>
              <a:off x="1587" y="1929"/>
              <a:ext cx="85" cy="49"/>
            </a:xfrm>
            <a:custGeom>
              <a:avLst/>
              <a:gdLst>
                <a:gd name="T0" fmla="*/ 0 w 426"/>
                <a:gd name="T1" fmla="*/ 0 h 245"/>
                <a:gd name="T2" fmla="*/ 0 w 426"/>
                <a:gd name="T3" fmla="*/ 0 h 245"/>
                <a:gd name="T4" fmla="*/ 0 w 426"/>
                <a:gd name="T5" fmla="*/ 0 h 245"/>
                <a:gd name="T6" fmla="*/ 0 w 426"/>
                <a:gd name="T7" fmla="*/ 0 h 245"/>
                <a:gd name="T8" fmla="*/ 0 w 426"/>
                <a:gd name="T9" fmla="*/ 1 h 245"/>
                <a:gd name="T10" fmla="*/ 0 w 426"/>
                <a:gd name="T11" fmla="*/ 1 h 245"/>
                <a:gd name="T12" fmla="*/ 0 w 426"/>
                <a:gd name="T13" fmla="*/ 1 h 245"/>
                <a:gd name="T14" fmla="*/ 1 w 426"/>
                <a:gd name="T15" fmla="*/ 1 h 245"/>
                <a:gd name="T16" fmla="*/ 1 w 426"/>
                <a:gd name="T17" fmla="*/ 1 h 245"/>
                <a:gd name="T18" fmla="*/ 1 w 426"/>
                <a:gd name="T19" fmla="*/ 1 h 245"/>
                <a:gd name="T20" fmla="*/ 1 w 426"/>
                <a:gd name="T21" fmla="*/ 2 h 245"/>
                <a:gd name="T22" fmla="*/ 2 w 426"/>
                <a:gd name="T23" fmla="*/ 2 h 245"/>
                <a:gd name="T24" fmla="*/ 2 w 426"/>
                <a:gd name="T25" fmla="*/ 2 h 245"/>
                <a:gd name="T26" fmla="*/ 2 w 426"/>
                <a:gd name="T27" fmla="*/ 2 h 245"/>
                <a:gd name="T28" fmla="*/ 2 w 426"/>
                <a:gd name="T29" fmla="*/ 2 h 245"/>
                <a:gd name="T30" fmla="*/ 3 w 426"/>
                <a:gd name="T31" fmla="*/ 2 h 245"/>
                <a:gd name="T32" fmla="*/ 3 w 426"/>
                <a:gd name="T33" fmla="*/ 2 h 245"/>
                <a:gd name="T34" fmla="*/ 3 w 426"/>
                <a:gd name="T35" fmla="*/ 2 h 245"/>
                <a:gd name="T36" fmla="*/ 3 w 426"/>
                <a:gd name="T37" fmla="*/ 2 h 245"/>
                <a:gd name="T38" fmla="*/ 3 w 426"/>
                <a:gd name="T39" fmla="*/ 2 h 245"/>
                <a:gd name="T40" fmla="*/ 3 w 426"/>
                <a:gd name="T41" fmla="*/ 2 h 245"/>
                <a:gd name="T42" fmla="*/ 2 w 426"/>
                <a:gd name="T43" fmla="*/ 2 h 245"/>
                <a:gd name="T44" fmla="*/ 2 w 426"/>
                <a:gd name="T45" fmla="*/ 2 h 245"/>
                <a:gd name="T46" fmla="*/ 2 w 426"/>
                <a:gd name="T47" fmla="*/ 2 h 245"/>
                <a:gd name="T48" fmla="*/ 2 w 426"/>
                <a:gd name="T49" fmla="*/ 2 h 245"/>
                <a:gd name="T50" fmla="*/ 1 w 426"/>
                <a:gd name="T51" fmla="*/ 1 h 245"/>
                <a:gd name="T52" fmla="*/ 1 w 426"/>
                <a:gd name="T53" fmla="*/ 1 h 245"/>
                <a:gd name="T54" fmla="*/ 1 w 426"/>
                <a:gd name="T55" fmla="*/ 1 h 245"/>
                <a:gd name="T56" fmla="*/ 1 w 426"/>
                <a:gd name="T57" fmla="*/ 1 h 245"/>
                <a:gd name="T58" fmla="*/ 0 w 426"/>
                <a:gd name="T59" fmla="*/ 1 h 245"/>
                <a:gd name="T60" fmla="*/ 0 w 426"/>
                <a:gd name="T61" fmla="*/ 1 h 245"/>
                <a:gd name="T62" fmla="*/ 0 w 426"/>
                <a:gd name="T63" fmla="*/ 1 h 245"/>
                <a:gd name="T64" fmla="*/ 0 w 426"/>
                <a:gd name="T65" fmla="*/ 0 h 245"/>
                <a:gd name="T66" fmla="*/ 0 w 426"/>
                <a:gd name="T67" fmla="*/ 0 h 245"/>
                <a:gd name="T68" fmla="*/ 0 w 426"/>
                <a:gd name="T69" fmla="*/ 0 h 245"/>
                <a:gd name="T70" fmla="*/ 0 w 426"/>
                <a:gd name="T71" fmla="*/ 0 h 245"/>
                <a:gd name="T72" fmla="*/ 0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0" y="0"/>
                  </a:moveTo>
                  <a:lnTo>
                    <a:pt x="0" y="0"/>
                  </a:lnTo>
                  <a:lnTo>
                    <a:pt x="3" y="25"/>
                  </a:lnTo>
                  <a:lnTo>
                    <a:pt x="9" y="50"/>
                  </a:lnTo>
                  <a:lnTo>
                    <a:pt x="19" y="73"/>
                  </a:lnTo>
                  <a:lnTo>
                    <a:pt x="34" y="96"/>
                  </a:lnTo>
                  <a:lnTo>
                    <a:pt x="52" y="118"/>
                  </a:lnTo>
                  <a:lnTo>
                    <a:pt x="74" y="138"/>
                  </a:lnTo>
                  <a:lnTo>
                    <a:pt x="99" y="156"/>
                  </a:lnTo>
                  <a:lnTo>
                    <a:pt x="126" y="174"/>
                  </a:lnTo>
                  <a:lnTo>
                    <a:pt x="157" y="190"/>
                  </a:lnTo>
                  <a:lnTo>
                    <a:pt x="189" y="204"/>
                  </a:lnTo>
                  <a:lnTo>
                    <a:pt x="224" y="215"/>
                  </a:lnTo>
                  <a:lnTo>
                    <a:pt x="262" y="226"/>
                  </a:lnTo>
                  <a:lnTo>
                    <a:pt x="300" y="234"/>
                  </a:lnTo>
                  <a:lnTo>
                    <a:pt x="340" y="240"/>
                  </a:lnTo>
                  <a:lnTo>
                    <a:pt x="384" y="244"/>
                  </a:lnTo>
                  <a:lnTo>
                    <a:pt x="426" y="245"/>
                  </a:lnTo>
                  <a:lnTo>
                    <a:pt x="426" y="233"/>
                  </a:lnTo>
                  <a:lnTo>
                    <a:pt x="384" y="232"/>
                  </a:lnTo>
                  <a:lnTo>
                    <a:pt x="343" y="228"/>
                  </a:lnTo>
                  <a:lnTo>
                    <a:pt x="303" y="222"/>
                  </a:lnTo>
                  <a:lnTo>
                    <a:pt x="264" y="214"/>
                  </a:lnTo>
                  <a:lnTo>
                    <a:pt x="229" y="204"/>
                  </a:lnTo>
                  <a:lnTo>
                    <a:pt x="194" y="192"/>
                  </a:lnTo>
                  <a:lnTo>
                    <a:pt x="162" y="178"/>
                  </a:lnTo>
                  <a:lnTo>
                    <a:pt x="133" y="163"/>
                  </a:lnTo>
                  <a:lnTo>
                    <a:pt x="106" y="146"/>
                  </a:lnTo>
                  <a:lnTo>
                    <a:pt x="81" y="129"/>
                  </a:lnTo>
                  <a:lnTo>
                    <a:pt x="61" y="109"/>
                  </a:lnTo>
                  <a:lnTo>
                    <a:pt x="44" y="89"/>
                  </a:lnTo>
                  <a:lnTo>
                    <a:pt x="31" y="66"/>
                  </a:lnTo>
                  <a:lnTo>
                    <a:pt x="20" y="45"/>
                  </a:lnTo>
                  <a:lnTo>
                    <a:pt x="15" y="2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2114" name="Freeform 32"/>
            <p:cNvSpPr>
              <a:spLocks/>
            </p:cNvSpPr>
            <p:nvPr/>
          </p:nvSpPr>
          <p:spPr bwMode="auto">
            <a:xfrm>
              <a:off x="878" y="1448"/>
              <a:ext cx="792" cy="954"/>
            </a:xfrm>
            <a:custGeom>
              <a:avLst/>
              <a:gdLst>
                <a:gd name="T0" fmla="*/ 13 w 3960"/>
                <a:gd name="T1" fmla="*/ 38 h 4768"/>
                <a:gd name="T2" fmla="*/ 14 w 3960"/>
                <a:gd name="T3" fmla="*/ 38 h 4768"/>
                <a:gd name="T4" fmla="*/ 15 w 3960"/>
                <a:gd name="T5" fmla="*/ 38 h 4768"/>
                <a:gd name="T6" fmla="*/ 15 w 3960"/>
                <a:gd name="T7" fmla="*/ 38 h 4768"/>
                <a:gd name="T8" fmla="*/ 16 w 3960"/>
                <a:gd name="T9" fmla="*/ 38 h 4768"/>
                <a:gd name="T10" fmla="*/ 17 w 3960"/>
                <a:gd name="T11" fmla="*/ 38 h 4768"/>
                <a:gd name="T12" fmla="*/ 17 w 3960"/>
                <a:gd name="T13" fmla="*/ 38 h 4768"/>
                <a:gd name="T14" fmla="*/ 18 w 3960"/>
                <a:gd name="T15" fmla="*/ 38 h 4768"/>
                <a:gd name="T16" fmla="*/ 18 w 3960"/>
                <a:gd name="T17" fmla="*/ 38 h 4768"/>
                <a:gd name="T18" fmla="*/ 29 w 3960"/>
                <a:gd name="T19" fmla="*/ 30 h 4768"/>
                <a:gd name="T20" fmla="*/ 30 w 3960"/>
                <a:gd name="T21" fmla="*/ 30 h 4768"/>
                <a:gd name="T22" fmla="*/ 30 w 3960"/>
                <a:gd name="T23" fmla="*/ 29 h 4768"/>
                <a:gd name="T24" fmla="*/ 31 w 3960"/>
                <a:gd name="T25" fmla="*/ 28 h 4768"/>
                <a:gd name="T26" fmla="*/ 31 w 3960"/>
                <a:gd name="T27" fmla="*/ 28 h 4768"/>
                <a:gd name="T28" fmla="*/ 31 w 3960"/>
                <a:gd name="T29" fmla="*/ 27 h 4768"/>
                <a:gd name="T30" fmla="*/ 32 w 3960"/>
                <a:gd name="T31" fmla="*/ 26 h 4768"/>
                <a:gd name="T32" fmla="*/ 32 w 3960"/>
                <a:gd name="T33" fmla="*/ 25 h 4768"/>
                <a:gd name="T34" fmla="*/ 32 w 3960"/>
                <a:gd name="T35" fmla="*/ 11 h 4768"/>
                <a:gd name="T36" fmla="*/ 32 w 3960"/>
                <a:gd name="T37" fmla="*/ 10 h 4768"/>
                <a:gd name="T38" fmla="*/ 31 w 3960"/>
                <a:gd name="T39" fmla="*/ 9 h 4768"/>
                <a:gd name="T40" fmla="*/ 31 w 3960"/>
                <a:gd name="T41" fmla="*/ 9 h 4768"/>
                <a:gd name="T42" fmla="*/ 31 w 3960"/>
                <a:gd name="T43" fmla="*/ 8 h 4768"/>
                <a:gd name="T44" fmla="*/ 31 w 3960"/>
                <a:gd name="T45" fmla="*/ 8 h 4768"/>
                <a:gd name="T46" fmla="*/ 30 w 3960"/>
                <a:gd name="T47" fmla="*/ 7 h 4768"/>
                <a:gd name="T48" fmla="*/ 30 w 3960"/>
                <a:gd name="T49" fmla="*/ 7 h 4768"/>
                <a:gd name="T50" fmla="*/ 29 w 3960"/>
                <a:gd name="T51" fmla="*/ 6 h 4768"/>
                <a:gd name="T52" fmla="*/ 19 w 3960"/>
                <a:gd name="T53" fmla="*/ 1 h 4768"/>
                <a:gd name="T54" fmla="*/ 18 w 3960"/>
                <a:gd name="T55" fmla="*/ 0 h 4768"/>
                <a:gd name="T56" fmla="*/ 17 w 3960"/>
                <a:gd name="T57" fmla="*/ 0 h 4768"/>
                <a:gd name="T58" fmla="*/ 17 w 3960"/>
                <a:gd name="T59" fmla="*/ 0 h 4768"/>
                <a:gd name="T60" fmla="*/ 16 w 3960"/>
                <a:gd name="T61" fmla="*/ 0 h 4768"/>
                <a:gd name="T62" fmla="*/ 15 w 3960"/>
                <a:gd name="T63" fmla="*/ 0 h 4768"/>
                <a:gd name="T64" fmla="*/ 14 w 3960"/>
                <a:gd name="T65" fmla="*/ 0 h 4768"/>
                <a:gd name="T66" fmla="*/ 14 w 3960"/>
                <a:gd name="T67" fmla="*/ 0 h 4768"/>
                <a:gd name="T68" fmla="*/ 2 w 3960"/>
                <a:gd name="T69" fmla="*/ 6 h 4768"/>
                <a:gd name="T70" fmla="*/ 2 w 3960"/>
                <a:gd name="T71" fmla="*/ 7 h 4768"/>
                <a:gd name="T72" fmla="*/ 1 w 3960"/>
                <a:gd name="T73" fmla="*/ 7 h 4768"/>
                <a:gd name="T74" fmla="*/ 1 w 3960"/>
                <a:gd name="T75" fmla="*/ 8 h 4768"/>
                <a:gd name="T76" fmla="*/ 1 w 3960"/>
                <a:gd name="T77" fmla="*/ 8 h 4768"/>
                <a:gd name="T78" fmla="*/ 0 w 3960"/>
                <a:gd name="T79" fmla="*/ 9 h 4768"/>
                <a:gd name="T80" fmla="*/ 0 w 3960"/>
                <a:gd name="T81" fmla="*/ 9 h 4768"/>
                <a:gd name="T82" fmla="*/ 0 w 3960"/>
                <a:gd name="T83" fmla="*/ 10 h 4768"/>
                <a:gd name="T84" fmla="*/ 0 w 3960"/>
                <a:gd name="T85" fmla="*/ 11 h 4768"/>
                <a:gd name="T86" fmla="*/ 0 w 3960"/>
                <a:gd name="T87" fmla="*/ 25 h 4768"/>
                <a:gd name="T88" fmla="*/ 0 w 3960"/>
                <a:gd name="T89" fmla="*/ 26 h 4768"/>
                <a:gd name="T90" fmla="*/ 0 w 3960"/>
                <a:gd name="T91" fmla="*/ 27 h 4768"/>
                <a:gd name="T92" fmla="*/ 1 w 3960"/>
                <a:gd name="T93" fmla="*/ 28 h 4768"/>
                <a:gd name="T94" fmla="*/ 1 w 3960"/>
                <a:gd name="T95" fmla="*/ 29 h 4768"/>
                <a:gd name="T96" fmla="*/ 1 w 3960"/>
                <a:gd name="T97" fmla="*/ 29 h 4768"/>
                <a:gd name="T98" fmla="*/ 2 w 3960"/>
                <a:gd name="T99" fmla="*/ 30 h 4768"/>
                <a:gd name="T100" fmla="*/ 3 w 3960"/>
                <a:gd name="T101" fmla="*/ 31 h 4768"/>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w 3960"/>
                <a:gd name="T154" fmla="*/ 0 h 4768"/>
                <a:gd name="T155" fmla="*/ 3960 w 3960"/>
                <a:gd name="T156" fmla="*/ 4768 h 4768"/>
              </a:gdLst>
              <a:ahLst/>
              <a:cxnLst>
                <a:cxn ang="T102">
                  <a:pos x="T0" y="T1"/>
                </a:cxn>
                <a:cxn ang="T103">
                  <a:pos x="T2" y="T3"/>
                </a:cxn>
                <a:cxn ang="T104">
                  <a:pos x="T4" y="T5"/>
                </a:cxn>
                <a:cxn ang="T105">
                  <a:pos x="T6" y="T7"/>
                </a:cxn>
                <a:cxn ang="T106">
                  <a:pos x="T8" y="T9"/>
                </a:cxn>
                <a:cxn ang="T107">
                  <a:pos x="T10" y="T11"/>
                </a:cxn>
                <a:cxn ang="T108">
                  <a:pos x="T12" y="T13"/>
                </a:cxn>
                <a:cxn ang="T109">
                  <a:pos x="T14" y="T15"/>
                </a:cxn>
                <a:cxn ang="T110">
                  <a:pos x="T16" y="T17"/>
                </a:cxn>
                <a:cxn ang="T111">
                  <a:pos x="T18" y="T19"/>
                </a:cxn>
                <a:cxn ang="T112">
                  <a:pos x="T20" y="T21"/>
                </a:cxn>
                <a:cxn ang="T113">
                  <a:pos x="T22" y="T23"/>
                </a:cxn>
                <a:cxn ang="T114">
                  <a:pos x="T24" y="T25"/>
                </a:cxn>
                <a:cxn ang="T115">
                  <a:pos x="T26" y="T27"/>
                </a:cxn>
                <a:cxn ang="T116">
                  <a:pos x="T28" y="T29"/>
                </a:cxn>
                <a:cxn ang="T117">
                  <a:pos x="T30" y="T31"/>
                </a:cxn>
                <a:cxn ang="T118">
                  <a:pos x="T32" y="T33"/>
                </a:cxn>
                <a:cxn ang="T119">
                  <a:pos x="T34" y="T35"/>
                </a:cxn>
                <a:cxn ang="T120">
                  <a:pos x="T36" y="T37"/>
                </a:cxn>
                <a:cxn ang="T121">
                  <a:pos x="T38" y="T39"/>
                </a:cxn>
                <a:cxn ang="T122">
                  <a:pos x="T40" y="T41"/>
                </a:cxn>
                <a:cxn ang="T123">
                  <a:pos x="T42" y="T43"/>
                </a:cxn>
                <a:cxn ang="T124">
                  <a:pos x="T44" y="T45"/>
                </a:cxn>
                <a:cxn ang="T125">
                  <a:pos x="T46" y="T47"/>
                </a:cxn>
                <a:cxn ang="T126">
                  <a:pos x="T48" y="T49"/>
                </a:cxn>
                <a:cxn ang="T127">
                  <a:pos x="T50" y="T51"/>
                </a:cxn>
                <a:cxn ang="T128">
                  <a:pos x="T52" y="T53"/>
                </a:cxn>
                <a:cxn ang="T129">
                  <a:pos x="T54" y="T55"/>
                </a:cxn>
                <a:cxn ang="T130">
                  <a:pos x="T56" y="T57"/>
                </a:cxn>
                <a:cxn ang="T131">
                  <a:pos x="T58" y="T59"/>
                </a:cxn>
                <a:cxn ang="T132">
                  <a:pos x="T60" y="T61"/>
                </a:cxn>
                <a:cxn ang="T133">
                  <a:pos x="T62" y="T63"/>
                </a:cxn>
                <a:cxn ang="T134">
                  <a:pos x="T64" y="T65"/>
                </a:cxn>
                <a:cxn ang="T135">
                  <a:pos x="T66" y="T67"/>
                </a:cxn>
                <a:cxn ang="T136">
                  <a:pos x="T68" y="T69"/>
                </a:cxn>
                <a:cxn ang="T137">
                  <a:pos x="T70" y="T71"/>
                </a:cxn>
                <a:cxn ang="T138">
                  <a:pos x="T72" y="T73"/>
                </a:cxn>
                <a:cxn ang="T139">
                  <a:pos x="T74" y="T75"/>
                </a:cxn>
                <a:cxn ang="T140">
                  <a:pos x="T76" y="T77"/>
                </a:cxn>
                <a:cxn ang="T141">
                  <a:pos x="T78" y="T79"/>
                </a:cxn>
                <a:cxn ang="T142">
                  <a:pos x="T80" y="T81"/>
                </a:cxn>
                <a:cxn ang="T143">
                  <a:pos x="T82" y="T83"/>
                </a:cxn>
                <a:cxn ang="T144">
                  <a:pos x="T84" y="T85"/>
                </a:cxn>
                <a:cxn ang="T145">
                  <a:pos x="T86" y="T87"/>
                </a:cxn>
                <a:cxn ang="T146">
                  <a:pos x="T88" y="T89"/>
                </a:cxn>
                <a:cxn ang="T147">
                  <a:pos x="T90" y="T91"/>
                </a:cxn>
                <a:cxn ang="T148">
                  <a:pos x="T92" y="T93"/>
                </a:cxn>
                <a:cxn ang="T149">
                  <a:pos x="T94" y="T95"/>
                </a:cxn>
                <a:cxn ang="T150">
                  <a:pos x="T96" y="T97"/>
                </a:cxn>
                <a:cxn ang="T151">
                  <a:pos x="T98" y="T99"/>
                </a:cxn>
                <a:cxn ang="T152">
                  <a:pos x="T100" y="T101"/>
                </a:cxn>
              </a:cxnLst>
              <a:rect l="T153" t="T154" r="T155" b="T156"/>
              <a:pathLst>
                <a:path w="3960" h="4768">
                  <a:moveTo>
                    <a:pt x="353" y="3849"/>
                  </a:moveTo>
                  <a:lnTo>
                    <a:pt x="1661" y="4700"/>
                  </a:lnTo>
                  <a:lnTo>
                    <a:pt x="1697" y="4717"/>
                  </a:lnTo>
                  <a:lnTo>
                    <a:pt x="1736" y="4731"/>
                  </a:lnTo>
                  <a:lnTo>
                    <a:pt x="1776" y="4742"/>
                  </a:lnTo>
                  <a:lnTo>
                    <a:pt x="1818" y="4753"/>
                  </a:lnTo>
                  <a:lnTo>
                    <a:pt x="1860" y="4760"/>
                  </a:lnTo>
                  <a:lnTo>
                    <a:pt x="1902" y="4765"/>
                  </a:lnTo>
                  <a:lnTo>
                    <a:pt x="1946" y="4768"/>
                  </a:lnTo>
                  <a:lnTo>
                    <a:pt x="1988" y="4768"/>
                  </a:lnTo>
                  <a:lnTo>
                    <a:pt x="2031" y="4767"/>
                  </a:lnTo>
                  <a:lnTo>
                    <a:pt x="2073" y="4763"/>
                  </a:lnTo>
                  <a:lnTo>
                    <a:pt x="2114" y="4758"/>
                  </a:lnTo>
                  <a:lnTo>
                    <a:pt x="2154" y="4751"/>
                  </a:lnTo>
                  <a:lnTo>
                    <a:pt x="2193" y="4740"/>
                  </a:lnTo>
                  <a:lnTo>
                    <a:pt x="2230" y="4729"/>
                  </a:lnTo>
                  <a:lnTo>
                    <a:pt x="2264" y="4715"/>
                  </a:lnTo>
                  <a:lnTo>
                    <a:pt x="2297" y="4700"/>
                  </a:lnTo>
                  <a:lnTo>
                    <a:pt x="3639" y="3825"/>
                  </a:lnTo>
                  <a:lnTo>
                    <a:pt x="3673" y="3795"/>
                  </a:lnTo>
                  <a:lnTo>
                    <a:pt x="3707" y="3761"/>
                  </a:lnTo>
                  <a:lnTo>
                    <a:pt x="3738" y="3725"/>
                  </a:lnTo>
                  <a:lnTo>
                    <a:pt x="3768" y="3685"/>
                  </a:lnTo>
                  <a:lnTo>
                    <a:pt x="3796" y="3644"/>
                  </a:lnTo>
                  <a:lnTo>
                    <a:pt x="3821" y="3599"/>
                  </a:lnTo>
                  <a:lnTo>
                    <a:pt x="3846" y="3553"/>
                  </a:lnTo>
                  <a:lnTo>
                    <a:pt x="3868" y="3505"/>
                  </a:lnTo>
                  <a:lnTo>
                    <a:pt x="3888" y="3456"/>
                  </a:lnTo>
                  <a:lnTo>
                    <a:pt x="3907" y="3406"/>
                  </a:lnTo>
                  <a:lnTo>
                    <a:pt x="3922" y="3354"/>
                  </a:lnTo>
                  <a:lnTo>
                    <a:pt x="3935" y="3303"/>
                  </a:lnTo>
                  <a:lnTo>
                    <a:pt x="3946" y="3250"/>
                  </a:lnTo>
                  <a:lnTo>
                    <a:pt x="3953" y="3197"/>
                  </a:lnTo>
                  <a:lnTo>
                    <a:pt x="3957" y="3144"/>
                  </a:lnTo>
                  <a:lnTo>
                    <a:pt x="3960" y="3092"/>
                  </a:lnTo>
                  <a:lnTo>
                    <a:pt x="3959" y="1313"/>
                  </a:lnTo>
                  <a:lnTo>
                    <a:pt x="3955" y="1271"/>
                  </a:lnTo>
                  <a:lnTo>
                    <a:pt x="3949" y="1229"/>
                  </a:lnTo>
                  <a:lnTo>
                    <a:pt x="3941" y="1189"/>
                  </a:lnTo>
                  <a:lnTo>
                    <a:pt x="3930" y="1149"/>
                  </a:lnTo>
                  <a:lnTo>
                    <a:pt x="3918" y="1111"/>
                  </a:lnTo>
                  <a:lnTo>
                    <a:pt x="3902" y="1075"/>
                  </a:lnTo>
                  <a:lnTo>
                    <a:pt x="3886" y="1040"/>
                  </a:lnTo>
                  <a:lnTo>
                    <a:pt x="3867" y="1006"/>
                  </a:lnTo>
                  <a:lnTo>
                    <a:pt x="3846" y="973"/>
                  </a:lnTo>
                  <a:lnTo>
                    <a:pt x="3823" y="942"/>
                  </a:lnTo>
                  <a:lnTo>
                    <a:pt x="3798" y="913"/>
                  </a:lnTo>
                  <a:lnTo>
                    <a:pt x="3771" y="886"/>
                  </a:lnTo>
                  <a:lnTo>
                    <a:pt x="3743" y="860"/>
                  </a:lnTo>
                  <a:lnTo>
                    <a:pt x="3714" y="837"/>
                  </a:lnTo>
                  <a:lnTo>
                    <a:pt x="3682" y="816"/>
                  </a:lnTo>
                  <a:lnTo>
                    <a:pt x="3649" y="796"/>
                  </a:lnTo>
                  <a:lnTo>
                    <a:pt x="2386" y="83"/>
                  </a:lnTo>
                  <a:lnTo>
                    <a:pt x="2350" y="65"/>
                  </a:lnTo>
                  <a:lnTo>
                    <a:pt x="2310" y="50"/>
                  </a:lnTo>
                  <a:lnTo>
                    <a:pt x="2268" y="36"/>
                  </a:lnTo>
                  <a:lnTo>
                    <a:pt x="2223" y="24"/>
                  </a:lnTo>
                  <a:lnTo>
                    <a:pt x="2178" y="15"/>
                  </a:lnTo>
                  <a:lnTo>
                    <a:pt x="2131" y="8"/>
                  </a:lnTo>
                  <a:lnTo>
                    <a:pt x="2082" y="3"/>
                  </a:lnTo>
                  <a:lnTo>
                    <a:pt x="2032" y="0"/>
                  </a:lnTo>
                  <a:lnTo>
                    <a:pt x="1982" y="1"/>
                  </a:lnTo>
                  <a:lnTo>
                    <a:pt x="1933" y="3"/>
                  </a:lnTo>
                  <a:lnTo>
                    <a:pt x="1882" y="9"/>
                  </a:lnTo>
                  <a:lnTo>
                    <a:pt x="1833" y="17"/>
                  </a:lnTo>
                  <a:lnTo>
                    <a:pt x="1785" y="29"/>
                  </a:lnTo>
                  <a:lnTo>
                    <a:pt x="1737" y="43"/>
                  </a:lnTo>
                  <a:lnTo>
                    <a:pt x="1691" y="62"/>
                  </a:lnTo>
                  <a:lnTo>
                    <a:pt x="1647" y="83"/>
                  </a:lnTo>
                  <a:lnTo>
                    <a:pt x="311" y="782"/>
                  </a:lnTo>
                  <a:lnTo>
                    <a:pt x="276" y="803"/>
                  </a:lnTo>
                  <a:lnTo>
                    <a:pt x="243" y="826"/>
                  </a:lnTo>
                  <a:lnTo>
                    <a:pt x="213" y="852"/>
                  </a:lnTo>
                  <a:lnTo>
                    <a:pt x="184" y="879"/>
                  </a:lnTo>
                  <a:lnTo>
                    <a:pt x="155" y="908"/>
                  </a:lnTo>
                  <a:lnTo>
                    <a:pt x="131" y="939"/>
                  </a:lnTo>
                  <a:lnTo>
                    <a:pt x="107" y="971"/>
                  </a:lnTo>
                  <a:lnTo>
                    <a:pt x="86" y="1005"/>
                  </a:lnTo>
                  <a:lnTo>
                    <a:pt x="68" y="1040"/>
                  </a:lnTo>
                  <a:lnTo>
                    <a:pt x="50" y="1076"/>
                  </a:lnTo>
                  <a:lnTo>
                    <a:pt x="36" y="1115"/>
                  </a:lnTo>
                  <a:lnTo>
                    <a:pt x="23" y="1153"/>
                  </a:lnTo>
                  <a:lnTo>
                    <a:pt x="14" y="1195"/>
                  </a:lnTo>
                  <a:lnTo>
                    <a:pt x="7" y="1236"/>
                  </a:lnTo>
                  <a:lnTo>
                    <a:pt x="2" y="1279"/>
                  </a:lnTo>
                  <a:lnTo>
                    <a:pt x="0" y="1322"/>
                  </a:lnTo>
                  <a:lnTo>
                    <a:pt x="0" y="3093"/>
                  </a:lnTo>
                  <a:lnTo>
                    <a:pt x="2" y="3147"/>
                  </a:lnTo>
                  <a:lnTo>
                    <a:pt x="7" y="3202"/>
                  </a:lnTo>
                  <a:lnTo>
                    <a:pt x="15" y="3257"/>
                  </a:lnTo>
                  <a:lnTo>
                    <a:pt x="27" y="3312"/>
                  </a:lnTo>
                  <a:lnTo>
                    <a:pt x="42" y="3366"/>
                  </a:lnTo>
                  <a:lnTo>
                    <a:pt x="59" y="3420"/>
                  </a:lnTo>
                  <a:lnTo>
                    <a:pt x="79" y="3474"/>
                  </a:lnTo>
                  <a:lnTo>
                    <a:pt x="102" y="3525"/>
                  </a:lnTo>
                  <a:lnTo>
                    <a:pt x="127" y="3576"/>
                  </a:lnTo>
                  <a:lnTo>
                    <a:pt x="154" y="3624"/>
                  </a:lnTo>
                  <a:lnTo>
                    <a:pt x="184" y="3670"/>
                  </a:lnTo>
                  <a:lnTo>
                    <a:pt x="214" y="3712"/>
                  </a:lnTo>
                  <a:lnTo>
                    <a:pt x="247" y="3752"/>
                  </a:lnTo>
                  <a:lnTo>
                    <a:pt x="281" y="3788"/>
                  </a:lnTo>
                  <a:lnTo>
                    <a:pt x="317" y="3821"/>
                  </a:lnTo>
                  <a:lnTo>
                    <a:pt x="353" y="384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2115" name="Freeform 33"/>
            <p:cNvSpPr>
              <a:spLocks/>
            </p:cNvSpPr>
            <p:nvPr/>
          </p:nvSpPr>
          <p:spPr bwMode="auto">
            <a:xfrm>
              <a:off x="943" y="2210"/>
              <a:ext cx="276" cy="187"/>
            </a:xfrm>
            <a:custGeom>
              <a:avLst/>
              <a:gdLst>
                <a:gd name="T0" fmla="*/ 11 w 1380"/>
                <a:gd name="T1" fmla="*/ 7 h 937"/>
                <a:gd name="T2" fmla="*/ 11 w 1380"/>
                <a:gd name="T3" fmla="*/ 7 h 937"/>
                <a:gd name="T4" fmla="*/ 0 w 1380"/>
                <a:gd name="T5" fmla="*/ 0 h 937"/>
                <a:gd name="T6" fmla="*/ 0 w 1380"/>
                <a:gd name="T7" fmla="*/ 1 h 937"/>
                <a:gd name="T8" fmla="*/ 10 w 1380"/>
                <a:gd name="T9" fmla="*/ 7 h 937"/>
                <a:gd name="T10" fmla="*/ 10 w 1380"/>
                <a:gd name="T11" fmla="*/ 7 h 937"/>
                <a:gd name="T12" fmla="*/ 10 w 1380"/>
                <a:gd name="T13" fmla="*/ 7 h 937"/>
                <a:gd name="T14" fmla="*/ 11 w 1380"/>
                <a:gd name="T15" fmla="*/ 7 h 937"/>
                <a:gd name="T16" fmla="*/ 11 w 1380"/>
                <a:gd name="T17" fmla="*/ 7 h 937"/>
                <a:gd name="T18" fmla="*/ 11 w 1380"/>
                <a:gd name="T19" fmla="*/ 7 h 937"/>
                <a:gd name="T20" fmla="*/ 11 w 1380"/>
                <a:gd name="T21" fmla="*/ 7 h 937"/>
                <a:gd name="T22" fmla="*/ 11 w 1380"/>
                <a:gd name="T23" fmla="*/ 7 h 937"/>
                <a:gd name="T24" fmla="*/ 11 w 1380"/>
                <a:gd name="T25" fmla="*/ 7 h 937"/>
                <a:gd name="T26" fmla="*/ 11 w 1380"/>
                <a:gd name="T27" fmla="*/ 7 h 937"/>
                <a:gd name="T28" fmla="*/ 11 w 1380"/>
                <a:gd name="T29" fmla="*/ 7 h 937"/>
                <a:gd name="T30" fmla="*/ 11 w 1380"/>
                <a:gd name="T31" fmla="*/ 7 h 93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80"/>
                <a:gd name="T49" fmla="*/ 0 h 937"/>
                <a:gd name="T50" fmla="*/ 1380 w 1380"/>
                <a:gd name="T51" fmla="*/ 937 h 93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80" h="937">
                  <a:moveTo>
                    <a:pt x="1354" y="848"/>
                  </a:moveTo>
                  <a:lnTo>
                    <a:pt x="1359" y="851"/>
                  </a:lnTo>
                  <a:lnTo>
                    <a:pt x="51" y="0"/>
                  </a:lnTo>
                  <a:lnTo>
                    <a:pt x="0" y="78"/>
                  </a:lnTo>
                  <a:lnTo>
                    <a:pt x="1307" y="929"/>
                  </a:lnTo>
                  <a:lnTo>
                    <a:pt x="1312" y="932"/>
                  </a:lnTo>
                  <a:lnTo>
                    <a:pt x="1307" y="929"/>
                  </a:lnTo>
                  <a:lnTo>
                    <a:pt x="1326" y="937"/>
                  </a:lnTo>
                  <a:lnTo>
                    <a:pt x="1345" y="936"/>
                  </a:lnTo>
                  <a:lnTo>
                    <a:pt x="1360" y="929"/>
                  </a:lnTo>
                  <a:lnTo>
                    <a:pt x="1372" y="916"/>
                  </a:lnTo>
                  <a:lnTo>
                    <a:pt x="1379" y="899"/>
                  </a:lnTo>
                  <a:lnTo>
                    <a:pt x="1380" y="883"/>
                  </a:lnTo>
                  <a:lnTo>
                    <a:pt x="1374" y="865"/>
                  </a:lnTo>
                  <a:lnTo>
                    <a:pt x="1359" y="851"/>
                  </a:lnTo>
                  <a:lnTo>
                    <a:pt x="1354" y="84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2116" name="Freeform 34"/>
            <p:cNvSpPr>
              <a:spLocks/>
            </p:cNvSpPr>
            <p:nvPr/>
          </p:nvSpPr>
          <p:spPr bwMode="auto">
            <a:xfrm>
              <a:off x="1206" y="2379"/>
              <a:ext cx="140" cy="32"/>
            </a:xfrm>
            <a:custGeom>
              <a:avLst/>
              <a:gdLst>
                <a:gd name="T0" fmla="*/ 5 w 703"/>
                <a:gd name="T1" fmla="*/ 0 h 162"/>
                <a:gd name="T2" fmla="*/ 5 w 703"/>
                <a:gd name="T3" fmla="*/ 0 h 162"/>
                <a:gd name="T4" fmla="*/ 5 w 703"/>
                <a:gd name="T5" fmla="*/ 0 h 162"/>
                <a:gd name="T6" fmla="*/ 5 w 703"/>
                <a:gd name="T7" fmla="*/ 0 h 162"/>
                <a:gd name="T8" fmla="*/ 4 w 703"/>
                <a:gd name="T9" fmla="*/ 0 h 162"/>
                <a:gd name="T10" fmla="*/ 4 w 703"/>
                <a:gd name="T11" fmla="*/ 0 h 162"/>
                <a:gd name="T12" fmla="*/ 4 w 703"/>
                <a:gd name="T13" fmla="*/ 0 h 162"/>
                <a:gd name="T14" fmla="*/ 3 w 703"/>
                <a:gd name="T15" fmla="*/ 1 h 162"/>
                <a:gd name="T16" fmla="*/ 3 w 703"/>
                <a:gd name="T17" fmla="*/ 1 h 162"/>
                <a:gd name="T18" fmla="*/ 3 w 703"/>
                <a:gd name="T19" fmla="*/ 1 h 162"/>
                <a:gd name="T20" fmla="*/ 2 w 703"/>
                <a:gd name="T21" fmla="*/ 1 h 162"/>
                <a:gd name="T22" fmla="*/ 2 w 703"/>
                <a:gd name="T23" fmla="*/ 1 h 162"/>
                <a:gd name="T24" fmla="*/ 2 w 703"/>
                <a:gd name="T25" fmla="*/ 0 h 162"/>
                <a:gd name="T26" fmla="*/ 1 w 703"/>
                <a:gd name="T27" fmla="*/ 0 h 162"/>
                <a:gd name="T28" fmla="*/ 1 w 703"/>
                <a:gd name="T29" fmla="*/ 0 h 162"/>
                <a:gd name="T30" fmla="*/ 1 w 703"/>
                <a:gd name="T31" fmla="*/ 0 h 162"/>
                <a:gd name="T32" fmla="*/ 1 w 703"/>
                <a:gd name="T33" fmla="*/ 0 h 162"/>
                <a:gd name="T34" fmla="*/ 0 w 703"/>
                <a:gd name="T35" fmla="*/ 0 h 162"/>
                <a:gd name="T36" fmla="*/ 0 w 703"/>
                <a:gd name="T37" fmla="*/ 1 h 162"/>
                <a:gd name="T38" fmla="*/ 0 w 703"/>
                <a:gd name="T39" fmla="*/ 1 h 162"/>
                <a:gd name="T40" fmla="*/ 1 w 703"/>
                <a:gd name="T41" fmla="*/ 1 h 162"/>
                <a:gd name="T42" fmla="*/ 1 w 703"/>
                <a:gd name="T43" fmla="*/ 1 h 162"/>
                <a:gd name="T44" fmla="*/ 1 w 703"/>
                <a:gd name="T45" fmla="*/ 1 h 162"/>
                <a:gd name="T46" fmla="*/ 2 w 703"/>
                <a:gd name="T47" fmla="*/ 1 h 162"/>
                <a:gd name="T48" fmla="*/ 2 w 703"/>
                <a:gd name="T49" fmla="*/ 1 h 162"/>
                <a:gd name="T50" fmla="*/ 2 w 703"/>
                <a:gd name="T51" fmla="*/ 1 h 162"/>
                <a:gd name="T52" fmla="*/ 3 w 703"/>
                <a:gd name="T53" fmla="*/ 1 h 162"/>
                <a:gd name="T54" fmla="*/ 3 w 703"/>
                <a:gd name="T55" fmla="*/ 1 h 162"/>
                <a:gd name="T56" fmla="*/ 3 w 703"/>
                <a:gd name="T57" fmla="*/ 1 h 162"/>
                <a:gd name="T58" fmla="*/ 4 w 703"/>
                <a:gd name="T59" fmla="*/ 1 h 162"/>
                <a:gd name="T60" fmla="*/ 4 w 703"/>
                <a:gd name="T61" fmla="*/ 1 h 162"/>
                <a:gd name="T62" fmla="*/ 5 w 703"/>
                <a:gd name="T63" fmla="*/ 1 h 162"/>
                <a:gd name="T64" fmla="*/ 5 w 703"/>
                <a:gd name="T65" fmla="*/ 1 h 162"/>
                <a:gd name="T66" fmla="*/ 5 w 703"/>
                <a:gd name="T67" fmla="*/ 1 h 162"/>
                <a:gd name="T68" fmla="*/ 5 w 703"/>
                <a:gd name="T69" fmla="*/ 1 h 162"/>
                <a:gd name="T70" fmla="*/ 5 w 703"/>
                <a:gd name="T71" fmla="*/ 1 h 162"/>
                <a:gd name="T72" fmla="*/ 5 w 703"/>
                <a:gd name="T73" fmla="*/ 1 h 162"/>
                <a:gd name="T74" fmla="*/ 5 w 703"/>
                <a:gd name="T75" fmla="*/ 1 h 162"/>
                <a:gd name="T76" fmla="*/ 6 w 703"/>
                <a:gd name="T77" fmla="*/ 0 h 162"/>
                <a:gd name="T78" fmla="*/ 6 w 703"/>
                <a:gd name="T79" fmla="*/ 0 h 162"/>
                <a:gd name="T80" fmla="*/ 6 w 703"/>
                <a:gd name="T81" fmla="*/ 0 h 162"/>
                <a:gd name="T82" fmla="*/ 5 w 703"/>
                <a:gd name="T83" fmla="*/ 0 h 162"/>
                <a:gd name="T84" fmla="*/ 5 w 703"/>
                <a:gd name="T85" fmla="*/ 0 h 162"/>
                <a:gd name="T86" fmla="*/ 5 w 703"/>
                <a:gd name="T87" fmla="*/ 0 h 162"/>
                <a:gd name="T88" fmla="*/ 5 w 703"/>
                <a:gd name="T89" fmla="*/ 0 h 162"/>
                <a:gd name="T90" fmla="*/ 5 w 703"/>
                <a:gd name="T91" fmla="*/ 0 h 162"/>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703"/>
                <a:gd name="T139" fmla="*/ 0 h 162"/>
                <a:gd name="T140" fmla="*/ 703 w 703"/>
                <a:gd name="T141" fmla="*/ 162 h 162"/>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703" h="162">
                  <a:moveTo>
                    <a:pt x="631" y="8"/>
                  </a:moveTo>
                  <a:lnTo>
                    <a:pt x="636" y="6"/>
                  </a:lnTo>
                  <a:lnTo>
                    <a:pt x="606" y="20"/>
                  </a:lnTo>
                  <a:lnTo>
                    <a:pt x="575" y="32"/>
                  </a:lnTo>
                  <a:lnTo>
                    <a:pt x="540" y="42"/>
                  </a:lnTo>
                  <a:lnTo>
                    <a:pt x="504" y="52"/>
                  </a:lnTo>
                  <a:lnTo>
                    <a:pt x="467" y="59"/>
                  </a:lnTo>
                  <a:lnTo>
                    <a:pt x="428" y="64"/>
                  </a:lnTo>
                  <a:lnTo>
                    <a:pt x="389" y="67"/>
                  </a:lnTo>
                  <a:lnTo>
                    <a:pt x="348" y="68"/>
                  </a:lnTo>
                  <a:lnTo>
                    <a:pt x="308" y="68"/>
                  </a:lnTo>
                  <a:lnTo>
                    <a:pt x="267" y="65"/>
                  </a:lnTo>
                  <a:lnTo>
                    <a:pt x="226" y="61"/>
                  </a:lnTo>
                  <a:lnTo>
                    <a:pt x="187" y="54"/>
                  </a:lnTo>
                  <a:lnTo>
                    <a:pt x="148" y="44"/>
                  </a:lnTo>
                  <a:lnTo>
                    <a:pt x="110" y="33"/>
                  </a:lnTo>
                  <a:lnTo>
                    <a:pt x="75" y="20"/>
                  </a:lnTo>
                  <a:lnTo>
                    <a:pt x="42" y="5"/>
                  </a:lnTo>
                  <a:lnTo>
                    <a:pt x="0" y="89"/>
                  </a:lnTo>
                  <a:lnTo>
                    <a:pt x="40" y="107"/>
                  </a:lnTo>
                  <a:lnTo>
                    <a:pt x="82" y="122"/>
                  </a:lnTo>
                  <a:lnTo>
                    <a:pt x="124" y="135"/>
                  </a:lnTo>
                  <a:lnTo>
                    <a:pt x="169" y="146"/>
                  </a:lnTo>
                  <a:lnTo>
                    <a:pt x="214" y="153"/>
                  </a:lnTo>
                  <a:lnTo>
                    <a:pt x="258" y="158"/>
                  </a:lnTo>
                  <a:lnTo>
                    <a:pt x="303" y="162"/>
                  </a:lnTo>
                  <a:lnTo>
                    <a:pt x="348" y="162"/>
                  </a:lnTo>
                  <a:lnTo>
                    <a:pt x="394" y="161"/>
                  </a:lnTo>
                  <a:lnTo>
                    <a:pt x="439" y="157"/>
                  </a:lnTo>
                  <a:lnTo>
                    <a:pt x="481" y="150"/>
                  </a:lnTo>
                  <a:lnTo>
                    <a:pt x="525" y="143"/>
                  </a:lnTo>
                  <a:lnTo>
                    <a:pt x="566" y="132"/>
                  </a:lnTo>
                  <a:lnTo>
                    <a:pt x="606" y="121"/>
                  </a:lnTo>
                  <a:lnTo>
                    <a:pt x="643" y="105"/>
                  </a:lnTo>
                  <a:lnTo>
                    <a:pt x="678" y="88"/>
                  </a:lnTo>
                  <a:lnTo>
                    <a:pt x="683" y="86"/>
                  </a:lnTo>
                  <a:lnTo>
                    <a:pt x="678" y="88"/>
                  </a:lnTo>
                  <a:lnTo>
                    <a:pt x="695" y="75"/>
                  </a:lnTo>
                  <a:lnTo>
                    <a:pt x="702" y="60"/>
                  </a:lnTo>
                  <a:lnTo>
                    <a:pt x="703" y="42"/>
                  </a:lnTo>
                  <a:lnTo>
                    <a:pt x="698" y="26"/>
                  </a:lnTo>
                  <a:lnTo>
                    <a:pt x="688" y="12"/>
                  </a:lnTo>
                  <a:lnTo>
                    <a:pt x="674" y="3"/>
                  </a:lnTo>
                  <a:lnTo>
                    <a:pt x="656" y="0"/>
                  </a:lnTo>
                  <a:lnTo>
                    <a:pt x="636" y="6"/>
                  </a:lnTo>
                  <a:lnTo>
                    <a:pt x="631"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2117" name="Freeform 35"/>
            <p:cNvSpPr>
              <a:spLocks/>
            </p:cNvSpPr>
            <p:nvPr/>
          </p:nvSpPr>
          <p:spPr bwMode="auto">
            <a:xfrm>
              <a:off x="1332" y="2204"/>
              <a:ext cx="283" cy="192"/>
            </a:xfrm>
            <a:custGeom>
              <a:avLst/>
              <a:gdLst>
                <a:gd name="T0" fmla="*/ 11 w 1415"/>
                <a:gd name="T1" fmla="*/ 0 h 960"/>
                <a:gd name="T2" fmla="*/ 11 w 1415"/>
                <a:gd name="T3" fmla="*/ 0 h 960"/>
                <a:gd name="T4" fmla="*/ 0 w 1415"/>
                <a:gd name="T5" fmla="*/ 7 h 960"/>
                <a:gd name="T6" fmla="*/ 0 w 1415"/>
                <a:gd name="T7" fmla="*/ 8 h 960"/>
                <a:gd name="T8" fmla="*/ 11 w 1415"/>
                <a:gd name="T9" fmla="*/ 1 h 960"/>
                <a:gd name="T10" fmla="*/ 11 w 1415"/>
                <a:gd name="T11" fmla="*/ 1 h 960"/>
                <a:gd name="T12" fmla="*/ 11 w 1415"/>
                <a:gd name="T13" fmla="*/ 1 h 960"/>
                <a:gd name="T14" fmla="*/ 11 w 1415"/>
                <a:gd name="T15" fmla="*/ 1 h 960"/>
                <a:gd name="T16" fmla="*/ 11 w 1415"/>
                <a:gd name="T17" fmla="*/ 0 h 960"/>
                <a:gd name="T18" fmla="*/ 11 w 1415"/>
                <a:gd name="T19" fmla="*/ 0 h 960"/>
                <a:gd name="T20" fmla="*/ 11 w 1415"/>
                <a:gd name="T21" fmla="*/ 0 h 960"/>
                <a:gd name="T22" fmla="*/ 11 w 1415"/>
                <a:gd name="T23" fmla="*/ 0 h 960"/>
                <a:gd name="T24" fmla="*/ 11 w 1415"/>
                <a:gd name="T25" fmla="*/ 0 h 960"/>
                <a:gd name="T26" fmla="*/ 11 w 1415"/>
                <a:gd name="T27" fmla="*/ 0 h 960"/>
                <a:gd name="T28" fmla="*/ 11 w 1415"/>
                <a:gd name="T29" fmla="*/ 0 h 960"/>
                <a:gd name="T30" fmla="*/ 11 w 1415"/>
                <a:gd name="T31" fmla="*/ 0 h 96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15"/>
                <a:gd name="T49" fmla="*/ 0 h 960"/>
                <a:gd name="T50" fmla="*/ 1415 w 1415"/>
                <a:gd name="T51" fmla="*/ 960 h 96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15" h="960">
                  <a:moveTo>
                    <a:pt x="1338" y="10"/>
                  </a:moveTo>
                  <a:lnTo>
                    <a:pt x="1342" y="8"/>
                  </a:lnTo>
                  <a:lnTo>
                    <a:pt x="0" y="882"/>
                  </a:lnTo>
                  <a:lnTo>
                    <a:pt x="52" y="960"/>
                  </a:lnTo>
                  <a:lnTo>
                    <a:pt x="1393" y="85"/>
                  </a:lnTo>
                  <a:lnTo>
                    <a:pt x="1397" y="83"/>
                  </a:lnTo>
                  <a:lnTo>
                    <a:pt x="1393" y="85"/>
                  </a:lnTo>
                  <a:lnTo>
                    <a:pt x="1409" y="71"/>
                  </a:lnTo>
                  <a:lnTo>
                    <a:pt x="1415" y="53"/>
                  </a:lnTo>
                  <a:lnTo>
                    <a:pt x="1413" y="37"/>
                  </a:lnTo>
                  <a:lnTo>
                    <a:pt x="1406" y="21"/>
                  </a:lnTo>
                  <a:lnTo>
                    <a:pt x="1395" y="8"/>
                  </a:lnTo>
                  <a:lnTo>
                    <a:pt x="1379" y="1"/>
                  </a:lnTo>
                  <a:lnTo>
                    <a:pt x="1361" y="0"/>
                  </a:lnTo>
                  <a:lnTo>
                    <a:pt x="1342" y="8"/>
                  </a:lnTo>
                  <a:lnTo>
                    <a:pt x="1338" y="1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2118" name="Freeform 36"/>
            <p:cNvSpPr>
              <a:spLocks/>
            </p:cNvSpPr>
            <p:nvPr/>
          </p:nvSpPr>
          <p:spPr bwMode="auto">
            <a:xfrm>
              <a:off x="1599" y="2057"/>
              <a:ext cx="80" cy="163"/>
            </a:xfrm>
            <a:custGeom>
              <a:avLst/>
              <a:gdLst>
                <a:gd name="T0" fmla="*/ 2 w 398"/>
                <a:gd name="T1" fmla="*/ 0 h 817"/>
                <a:gd name="T2" fmla="*/ 2 w 398"/>
                <a:gd name="T3" fmla="*/ 0 h 817"/>
                <a:gd name="T4" fmla="*/ 2 w 398"/>
                <a:gd name="T5" fmla="*/ 1 h 817"/>
                <a:gd name="T6" fmla="*/ 2 w 398"/>
                <a:gd name="T7" fmla="*/ 1 h 817"/>
                <a:gd name="T8" fmla="*/ 2 w 398"/>
                <a:gd name="T9" fmla="*/ 2 h 817"/>
                <a:gd name="T10" fmla="*/ 2 w 398"/>
                <a:gd name="T11" fmla="*/ 2 h 817"/>
                <a:gd name="T12" fmla="*/ 2 w 398"/>
                <a:gd name="T13" fmla="*/ 2 h 817"/>
                <a:gd name="T14" fmla="*/ 2 w 398"/>
                <a:gd name="T15" fmla="*/ 3 h 817"/>
                <a:gd name="T16" fmla="*/ 2 w 398"/>
                <a:gd name="T17" fmla="*/ 3 h 817"/>
                <a:gd name="T18" fmla="*/ 2 w 398"/>
                <a:gd name="T19" fmla="*/ 4 h 817"/>
                <a:gd name="T20" fmla="*/ 2 w 398"/>
                <a:gd name="T21" fmla="*/ 4 h 817"/>
                <a:gd name="T22" fmla="*/ 1 w 398"/>
                <a:gd name="T23" fmla="*/ 4 h 817"/>
                <a:gd name="T24" fmla="*/ 1 w 398"/>
                <a:gd name="T25" fmla="*/ 5 h 817"/>
                <a:gd name="T26" fmla="*/ 1 w 398"/>
                <a:gd name="T27" fmla="*/ 5 h 817"/>
                <a:gd name="T28" fmla="*/ 1 w 398"/>
                <a:gd name="T29" fmla="*/ 5 h 817"/>
                <a:gd name="T30" fmla="*/ 1 w 398"/>
                <a:gd name="T31" fmla="*/ 5 h 817"/>
                <a:gd name="T32" fmla="*/ 0 w 398"/>
                <a:gd name="T33" fmla="*/ 6 h 817"/>
                <a:gd name="T34" fmla="*/ 0 w 398"/>
                <a:gd name="T35" fmla="*/ 6 h 817"/>
                <a:gd name="T36" fmla="*/ 0 w 398"/>
                <a:gd name="T37" fmla="*/ 7 h 817"/>
                <a:gd name="T38" fmla="*/ 1 w 398"/>
                <a:gd name="T39" fmla="*/ 6 h 817"/>
                <a:gd name="T40" fmla="*/ 1 w 398"/>
                <a:gd name="T41" fmla="*/ 6 h 817"/>
                <a:gd name="T42" fmla="*/ 1 w 398"/>
                <a:gd name="T43" fmla="*/ 6 h 817"/>
                <a:gd name="T44" fmla="*/ 2 w 398"/>
                <a:gd name="T45" fmla="*/ 5 h 817"/>
                <a:gd name="T46" fmla="*/ 2 w 398"/>
                <a:gd name="T47" fmla="*/ 5 h 817"/>
                <a:gd name="T48" fmla="*/ 2 w 398"/>
                <a:gd name="T49" fmla="*/ 5 h 817"/>
                <a:gd name="T50" fmla="*/ 2 w 398"/>
                <a:gd name="T51" fmla="*/ 4 h 817"/>
                <a:gd name="T52" fmla="*/ 2 w 398"/>
                <a:gd name="T53" fmla="*/ 4 h 817"/>
                <a:gd name="T54" fmla="*/ 3 w 398"/>
                <a:gd name="T55" fmla="*/ 3 h 817"/>
                <a:gd name="T56" fmla="*/ 3 w 398"/>
                <a:gd name="T57" fmla="*/ 3 h 817"/>
                <a:gd name="T58" fmla="*/ 3 w 398"/>
                <a:gd name="T59" fmla="*/ 3 h 817"/>
                <a:gd name="T60" fmla="*/ 3 w 398"/>
                <a:gd name="T61" fmla="*/ 2 h 817"/>
                <a:gd name="T62" fmla="*/ 3 w 398"/>
                <a:gd name="T63" fmla="*/ 2 h 817"/>
                <a:gd name="T64" fmla="*/ 3 w 398"/>
                <a:gd name="T65" fmla="*/ 1 h 817"/>
                <a:gd name="T66" fmla="*/ 3 w 398"/>
                <a:gd name="T67" fmla="*/ 1 h 817"/>
                <a:gd name="T68" fmla="*/ 3 w 398"/>
                <a:gd name="T69" fmla="*/ 0 h 817"/>
                <a:gd name="T70" fmla="*/ 3 w 398"/>
                <a:gd name="T71" fmla="*/ 0 h 817"/>
                <a:gd name="T72" fmla="*/ 3 w 398"/>
                <a:gd name="T73" fmla="*/ 0 h 817"/>
                <a:gd name="T74" fmla="*/ 3 w 398"/>
                <a:gd name="T75" fmla="*/ 0 h 817"/>
                <a:gd name="T76" fmla="*/ 3 w 398"/>
                <a:gd name="T77" fmla="*/ 0 h 817"/>
                <a:gd name="T78" fmla="*/ 3 w 398"/>
                <a:gd name="T79" fmla="*/ 0 h 817"/>
                <a:gd name="T80" fmla="*/ 3 w 398"/>
                <a:gd name="T81" fmla="*/ 0 h 817"/>
                <a:gd name="T82" fmla="*/ 3 w 398"/>
                <a:gd name="T83" fmla="*/ 0 h 817"/>
                <a:gd name="T84" fmla="*/ 3 w 398"/>
                <a:gd name="T85" fmla="*/ 0 h 817"/>
                <a:gd name="T86" fmla="*/ 2 w 398"/>
                <a:gd name="T87" fmla="*/ 0 h 817"/>
                <a:gd name="T88" fmla="*/ 2 w 398"/>
                <a:gd name="T89" fmla="*/ 0 h 817"/>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398"/>
                <a:gd name="T136" fmla="*/ 0 h 817"/>
                <a:gd name="T137" fmla="*/ 398 w 398"/>
                <a:gd name="T138" fmla="*/ 817 h 817"/>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398" h="817">
                  <a:moveTo>
                    <a:pt x="304" y="47"/>
                  </a:moveTo>
                  <a:lnTo>
                    <a:pt x="304" y="47"/>
                  </a:lnTo>
                  <a:lnTo>
                    <a:pt x="301" y="97"/>
                  </a:lnTo>
                  <a:lnTo>
                    <a:pt x="297" y="147"/>
                  </a:lnTo>
                  <a:lnTo>
                    <a:pt x="291" y="198"/>
                  </a:lnTo>
                  <a:lnTo>
                    <a:pt x="280" y="247"/>
                  </a:lnTo>
                  <a:lnTo>
                    <a:pt x="268" y="297"/>
                  </a:lnTo>
                  <a:lnTo>
                    <a:pt x="253" y="347"/>
                  </a:lnTo>
                  <a:lnTo>
                    <a:pt x="236" y="395"/>
                  </a:lnTo>
                  <a:lnTo>
                    <a:pt x="217" y="442"/>
                  </a:lnTo>
                  <a:lnTo>
                    <a:pt x="195" y="487"/>
                  </a:lnTo>
                  <a:lnTo>
                    <a:pt x="171" y="532"/>
                  </a:lnTo>
                  <a:lnTo>
                    <a:pt x="147" y="574"/>
                  </a:lnTo>
                  <a:lnTo>
                    <a:pt x="121" y="613"/>
                  </a:lnTo>
                  <a:lnTo>
                    <a:pt x="93" y="650"/>
                  </a:lnTo>
                  <a:lnTo>
                    <a:pt x="64" y="684"/>
                  </a:lnTo>
                  <a:lnTo>
                    <a:pt x="32" y="716"/>
                  </a:lnTo>
                  <a:lnTo>
                    <a:pt x="0" y="744"/>
                  </a:lnTo>
                  <a:lnTo>
                    <a:pt x="59" y="817"/>
                  </a:lnTo>
                  <a:lnTo>
                    <a:pt x="95" y="784"/>
                  </a:lnTo>
                  <a:lnTo>
                    <a:pt x="132" y="748"/>
                  </a:lnTo>
                  <a:lnTo>
                    <a:pt x="166" y="709"/>
                  </a:lnTo>
                  <a:lnTo>
                    <a:pt x="196" y="667"/>
                  </a:lnTo>
                  <a:lnTo>
                    <a:pt x="227" y="623"/>
                  </a:lnTo>
                  <a:lnTo>
                    <a:pt x="253" y="576"/>
                  </a:lnTo>
                  <a:lnTo>
                    <a:pt x="279" y="530"/>
                  </a:lnTo>
                  <a:lnTo>
                    <a:pt x="301" y="479"/>
                  </a:lnTo>
                  <a:lnTo>
                    <a:pt x="323" y="428"/>
                  </a:lnTo>
                  <a:lnTo>
                    <a:pt x="342" y="375"/>
                  </a:lnTo>
                  <a:lnTo>
                    <a:pt x="359" y="321"/>
                  </a:lnTo>
                  <a:lnTo>
                    <a:pt x="372" y="268"/>
                  </a:lnTo>
                  <a:lnTo>
                    <a:pt x="382" y="212"/>
                  </a:lnTo>
                  <a:lnTo>
                    <a:pt x="391" y="157"/>
                  </a:lnTo>
                  <a:lnTo>
                    <a:pt x="395" y="102"/>
                  </a:lnTo>
                  <a:lnTo>
                    <a:pt x="398" y="47"/>
                  </a:lnTo>
                  <a:lnTo>
                    <a:pt x="394" y="27"/>
                  </a:lnTo>
                  <a:lnTo>
                    <a:pt x="383" y="11"/>
                  </a:lnTo>
                  <a:lnTo>
                    <a:pt x="368" y="3"/>
                  </a:lnTo>
                  <a:lnTo>
                    <a:pt x="351" y="0"/>
                  </a:lnTo>
                  <a:lnTo>
                    <a:pt x="333" y="3"/>
                  </a:lnTo>
                  <a:lnTo>
                    <a:pt x="319" y="11"/>
                  </a:lnTo>
                  <a:lnTo>
                    <a:pt x="307" y="27"/>
                  </a:lnTo>
                  <a:lnTo>
                    <a:pt x="304" y="4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2119" name="Freeform 37"/>
            <p:cNvSpPr>
              <a:spLocks/>
            </p:cNvSpPr>
            <p:nvPr/>
          </p:nvSpPr>
          <p:spPr bwMode="auto">
            <a:xfrm>
              <a:off x="1660" y="1701"/>
              <a:ext cx="19" cy="365"/>
            </a:xfrm>
            <a:custGeom>
              <a:avLst/>
              <a:gdLst>
                <a:gd name="T0" fmla="*/ 0 w 95"/>
                <a:gd name="T1" fmla="*/ 0 h 1826"/>
                <a:gd name="T2" fmla="*/ 0 w 95"/>
                <a:gd name="T3" fmla="*/ 0 h 1826"/>
                <a:gd name="T4" fmla="*/ 0 w 95"/>
                <a:gd name="T5" fmla="*/ 15 h 1826"/>
                <a:gd name="T6" fmla="*/ 1 w 95"/>
                <a:gd name="T7" fmla="*/ 15 h 1826"/>
                <a:gd name="T8" fmla="*/ 1 w 95"/>
                <a:gd name="T9" fmla="*/ 0 h 1826"/>
                <a:gd name="T10" fmla="*/ 1 w 95"/>
                <a:gd name="T11" fmla="*/ 0 h 1826"/>
                <a:gd name="T12" fmla="*/ 1 w 95"/>
                <a:gd name="T13" fmla="*/ 0 h 1826"/>
                <a:gd name="T14" fmla="*/ 1 w 95"/>
                <a:gd name="T15" fmla="*/ 0 h 1826"/>
                <a:gd name="T16" fmla="*/ 1 w 95"/>
                <a:gd name="T17" fmla="*/ 0 h 1826"/>
                <a:gd name="T18" fmla="*/ 1 w 95"/>
                <a:gd name="T19" fmla="*/ 0 h 1826"/>
                <a:gd name="T20" fmla="*/ 0 w 95"/>
                <a:gd name="T21" fmla="*/ 0 h 1826"/>
                <a:gd name="T22" fmla="*/ 0 w 95"/>
                <a:gd name="T23" fmla="*/ 0 h 1826"/>
                <a:gd name="T24" fmla="*/ 0 w 95"/>
                <a:gd name="T25" fmla="*/ 0 h 1826"/>
                <a:gd name="T26" fmla="*/ 0 w 95"/>
                <a:gd name="T27" fmla="*/ 0 h 1826"/>
                <a:gd name="T28" fmla="*/ 0 w 95"/>
                <a:gd name="T29" fmla="*/ 0 h 1826"/>
                <a:gd name="T30" fmla="*/ 0 w 95"/>
                <a:gd name="T31" fmla="*/ 0 h 182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95"/>
                <a:gd name="T49" fmla="*/ 0 h 1826"/>
                <a:gd name="T50" fmla="*/ 95 w 95"/>
                <a:gd name="T51" fmla="*/ 1826 h 182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95" h="1826">
                  <a:moveTo>
                    <a:pt x="0" y="49"/>
                  </a:moveTo>
                  <a:lnTo>
                    <a:pt x="0" y="47"/>
                  </a:lnTo>
                  <a:lnTo>
                    <a:pt x="1" y="1826"/>
                  </a:lnTo>
                  <a:lnTo>
                    <a:pt x="95" y="1826"/>
                  </a:lnTo>
                  <a:lnTo>
                    <a:pt x="93" y="47"/>
                  </a:lnTo>
                  <a:lnTo>
                    <a:pt x="93" y="45"/>
                  </a:lnTo>
                  <a:lnTo>
                    <a:pt x="93" y="47"/>
                  </a:lnTo>
                  <a:lnTo>
                    <a:pt x="90" y="27"/>
                  </a:lnTo>
                  <a:lnTo>
                    <a:pt x="79" y="12"/>
                  </a:lnTo>
                  <a:lnTo>
                    <a:pt x="64" y="4"/>
                  </a:lnTo>
                  <a:lnTo>
                    <a:pt x="47" y="0"/>
                  </a:lnTo>
                  <a:lnTo>
                    <a:pt x="29" y="4"/>
                  </a:lnTo>
                  <a:lnTo>
                    <a:pt x="15" y="12"/>
                  </a:lnTo>
                  <a:lnTo>
                    <a:pt x="3" y="27"/>
                  </a:lnTo>
                  <a:lnTo>
                    <a:pt x="0" y="47"/>
                  </a:lnTo>
                  <a:lnTo>
                    <a:pt x="0" y="4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2120" name="Freeform 38"/>
            <p:cNvSpPr>
              <a:spLocks/>
            </p:cNvSpPr>
            <p:nvPr/>
          </p:nvSpPr>
          <p:spPr bwMode="auto">
            <a:xfrm>
              <a:off x="1598" y="1598"/>
              <a:ext cx="81" cy="113"/>
            </a:xfrm>
            <a:custGeom>
              <a:avLst/>
              <a:gdLst>
                <a:gd name="T0" fmla="*/ 0 w 401"/>
                <a:gd name="T1" fmla="*/ 1 h 566"/>
                <a:gd name="T2" fmla="*/ 0 w 401"/>
                <a:gd name="T3" fmla="*/ 1 h 566"/>
                <a:gd name="T4" fmla="*/ 0 w 401"/>
                <a:gd name="T5" fmla="*/ 1 h 566"/>
                <a:gd name="T6" fmla="*/ 1 w 401"/>
                <a:gd name="T7" fmla="*/ 1 h 566"/>
                <a:gd name="T8" fmla="*/ 1 w 401"/>
                <a:gd name="T9" fmla="*/ 1 h 566"/>
                <a:gd name="T10" fmla="*/ 1 w 401"/>
                <a:gd name="T11" fmla="*/ 1 h 566"/>
                <a:gd name="T12" fmla="*/ 1 w 401"/>
                <a:gd name="T13" fmla="*/ 2 h 566"/>
                <a:gd name="T14" fmla="*/ 1 w 401"/>
                <a:gd name="T15" fmla="*/ 2 h 566"/>
                <a:gd name="T16" fmla="*/ 2 w 401"/>
                <a:gd name="T17" fmla="*/ 2 h 566"/>
                <a:gd name="T18" fmla="*/ 2 w 401"/>
                <a:gd name="T19" fmla="*/ 2 h 566"/>
                <a:gd name="T20" fmla="*/ 2 w 401"/>
                <a:gd name="T21" fmla="*/ 2 h 566"/>
                <a:gd name="T22" fmla="*/ 2 w 401"/>
                <a:gd name="T23" fmla="*/ 3 h 566"/>
                <a:gd name="T24" fmla="*/ 2 w 401"/>
                <a:gd name="T25" fmla="*/ 3 h 566"/>
                <a:gd name="T26" fmla="*/ 2 w 401"/>
                <a:gd name="T27" fmla="*/ 3 h 566"/>
                <a:gd name="T28" fmla="*/ 2 w 401"/>
                <a:gd name="T29" fmla="*/ 4 h 566"/>
                <a:gd name="T30" fmla="*/ 2 w 401"/>
                <a:gd name="T31" fmla="*/ 4 h 566"/>
                <a:gd name="T32" fmla="*/ 2 w 401"/>
                <a:gd name="T33" fmla="*/ 4 h 566"/>
                <a:gd name="T34" fmla="*/ 3 w 401"/>
                <a:gd name="T35" fmla="*/ 5 h 566"/>
                <a:gd name="T36" fmla="*/ 3 w 401"/>
                <a:gd name="T37" fmla="*/ 4 h 566"/>
                <a:gd name="T38" fmla="*/ 3 w 401"/>
                <a:gd name="T39" fmla="*/ 4 h 566"/>
                <a:gd name="T40" fmla="*/ 3 w 401"/>
                <a:gd name="T41" fmla="*/ 4 h 566"/>
                <a:gd name="T42" fmla="*/ 3 w 401"/>
                <a:gd name="T43" fmla="*/ 3 h 566"/>
                <a:gd name="T44" fmla="*/ 3 w 401"/>
                <a:gd name="T45" fmla="*/ 3 h 566"/>
                <a:gd name="T46" fmla="*/ 3 w 401"/>
                <a:gd name="T47" fmla="*/ 3 h 566"/>
                <a:gd name="T48" fmla="*/ 3 w 401"/>
                <a:gd name="T49" fmla="*/ 2 h 566"/>
                <a:gd name="T50" fmla="*/ 3 w 401"/>
                <a:gd name="T51" fmla="*/ 2 h 566"/>
                <a:gd name="T52" fmla="*/ 2 w 401"/>
                <a:gd name="T53" fmla="*/ 2 h 566"/>
                <a:gd name="T54" fmla="*/ 2 w 401"/>
                <a:gd name="T55" fmla="*/ 2 h 566"/>
                <a:gd name="T56" fmla="*/ 2 w 401"/>
                <a:gd name="T57" fmla="*/ 1 h 566"/>
                <a:gd name="T58" fmla="*/ 2 w 401"/>
                <a:gd name="T59" fmla="*/ 1 h 566"/>
                <a:gd name="T60" fmla="*/ 2 w 401"/>
                <a:gd name="T61" fmla="*/ 1 h 566"/>
                <a:gd name="T62" fmla="*/ 1 w 401"/>
                <a:gd name="T63" fmla="*/ 1 h 566"/>
                <a:gd name="T64" fmla="*/ 1 w 401"/>
                <a:gd name="T65" fmla="*/ 0 h 566"/>
                <a:gd name="T66" fmla="*/ 1 w 401"/>
                <a:gd name="T67" fmla="*/ 0 h 566"/>
                <a:gd name="T68" fmla="*/ 1 w 401"/>
                <a:gd name="T69" fmla="*/ 0 h 566"/>
                <a:gd name="T70" fmla="*/ 1 w 401"/>
                <a:gd name="T71" fmla="*/ 0 h 566"/>
                <a:gd name="T72" fmla="*/ 1 w 401"/>
                <a:gd name="T73" fmla="*/ 0 h 566"/>
                <a:gd name="T74" fmla="*/ 0 w 401"/>
                <a:gd name="T75" fmla="*/ 0 h 566"/>
                <a:gd name="T76" fmla="*/ 0 w 401"/>
                <a:gd name="T77" fmla="*/ 0 h 566"/>
                <a:gd name="T78" fmla="*/ 0 w 401"/>
                <a:gd name="T79" fmla="*/ 0 h 566"/>
                <a:gd name="T80" fmla="*/ 0 w 401"/>
                <a:gd name="T81" fmla="*/ 0 h 566"/>
                <a:gd name="T82" fmla="*/ 0 w 401"/>
                <a:gd name="T83" fmla="*/ 0 h 566"/>
                <a:gd name="T84" fmla="*/ 0 w 401"/>
                <a:gd name="T85" fmla="*/ 0 h 566"/>
                <a:gd name="T86" fmla="*/ 0 w 401"/>
                <a:gd name="T87" fmla="*/ 1 h 566"/>
                <a:gd name="T88" fmla="*/ 0 w 401"/>
                <a:gd name="T89" fmla="*/ 1 h 56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401"/>
                <a:gd name="T136" fmla="*/ 0 h 566"/>
                <a:gd name="T137" fmla="*/ 401 w 401"/>
                <a:gd name="T138" fmla="*/ 566 h 566"/>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401" h="566">
                  <a:moveTo>
                    <a:pt x="23" y="88"/>
                  </a:moveTo>
                  <a:lnTo>
                    <a:pt x="23" y="88"/>
                  </a:lnTo>
                  <a:lnTo>
                    <a:pt x="53" y="107"/>
                  </a:lnTo>
                  <a:lnTo>
                    <a:pt x="83" y="125"/>
                  </a:lnTo>
                  <a:lnTo>
                    <a:pt x="108" y="147"/>
                  </a:lnTo>
                  <a:lnTo>
                    <a:pt x="135" y="171"/>
                  </a:lnTo>
                  <a:lnTo>
                    <a:pt x="160" y="196"/>
                  </a:lnTo>
                  <a:lnTo>
                    <a:pt x="182" y="223"/>
                  </a:lnTo>
                  <a:lnTo>
                    <a:pt x="205" y="251"/>
                  </a:lnTo>
                  <a:lnTo>
                    <a:pt x="223" y="281"/>
                  </a:lnTo>
                  <a:lnTo>
                    <a:pt x="240" y="312"/>
                  </a:lnTo>
                  <a:lnTo>
                    <a:pt x="256" y="345"/>
                  </a:lnTo>
                  <a:lnTo>
                    <a:pt x="270" y="379"/>
                  </a:lnTo>
                  <a:lnTo>
                    <a:pt x="282" y="414"/>
                  </a:lnTo>
                  <a:lnTo>
                    <a:pt x="291" y="450"/>
                  </a:lnTo>
                  <a:lnTo>
                    <a:pt x="299" y="488"/>
                  </a:lnTo>
                  <a:lnTo>
                    <a:pt x="304" y="526"/>
                  </a:lnTo>
                  <a:lnTo>
                    <a:pt x="308" y="566"/>
                  </a:lnTo>
                  <a:lnTo>
                    <a:pt x="401" y="562"/>
                  </a:lnTo>
                  <a:lnTo>
                    <a:pt x="398" y="517"/>
                  </a:lnTo>
                  <a:lnTo>
                    <a:pt x="391" y="471"/>
                  </a:lnTo>
                  <a:lnTo>
                    <a:pt x="383" y="429"/>
                  </a:lnTo>
                  <a:lnTo>
                    <a:pt x="371" y="386"/>
                  </a:lnTo>
                  <a:lnTo>
                    <a:pt x="357" y="346"/>
                  </a:lnTo>
                  <a:lnTo>
                    <a:pt x="340" y="307"/>
                  </a:lnTo>
                  <a:lnTo>
                    <a:pt x="324" y="270"/>
                  </a:lnTo>
                  <a:lnTo>
                    <a:pt x="303" y="232"/>
                  </a:lnTo>
                  <a:lnTo>
                    <a:pt x="280" y="197"/>
                  </a:lnTo>
                  <a:lnTo>
                    <a:pt x="255" y="164"/>
                  </a:lnTo>
                  <a:lnTo>
                    <a:pt x="228" y="132"/>
                  </a:lnTo>
                  <a:lnTo>
                    <a:pt x="199" y="103"/>
                  </a:lnTo>
                  <a:lnTo>
                    <a:pt x="169" y="76"/>
                  </a:lnTo>
                  <a:lnTo>
                    <a:pt x="137" y="50"/>
                  </a:lnTo>
                  <a:lnTo>
                    <a:pt x="103" y="27"/>
                  </a:lnTo>
                  <a:lnTo>
                    <a:pt x="67" y="6"/>
                  </a:lnTo>
                  <a:lnTo>
                    <a:pt x="48" y="0"/>
                  </a:lnTo>
                  <a:lnTo>
                    <a:pt x="30" y="2"/>
                  </a:lnTo>
                  <a:lnTo>
                    <a:pt x="16" y="12"/>
                  </a:lnTo>
                  <a:lnTo>
                    <a:pt x="5" y="25"/>
                  </a:lnTo>
                  <a:lnTo>
                    <a:pt x="0" y="41"/>
                  </a:lnTo>
                  <a:lnTo>
                    <a:pt x="0" y="59"/>
                  </a:lnTo>
                  <a:lnTo>
                    <a:pt x="8" y="75"/>
                  </a:lnTo>
                  <a:lnTo>
                    <a:pt x="23"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2121" name="Freeform 39"/>
            <p:cNvSpPr>
              <a:spLocks/>
            </p:cNvSpPr>
            <p:nvPr/>
          </p:nvSpPr>
          <p:spPr bwMode="auto">
            <a:xfrm>
              <a:off x="1346" y="1455"/>
              <a:ext cx="266" cy="160"/>
            </a:xfrm>
            <a:custGeom>
              <a:avLst/>
              <a:gdLst>
                <a:gd name="T0" fmla="*/ 0 w 1330"/>
                <a:gd name="T1" fmla="*/ 1 h 801"/>
                <a:gd name="T2" fmla="*/ 0 w 1330"/>
                <a:gd name="T3" fmla="*/ 1 h 801"/>
                <a:gd name="T4" fmla="*/ 10 w 1330"/>
                <a:gd name="T5" fmla="*/ 6 h 801"/>
                <a:gd name="T6" fmla="*/ 11 w 1330"/>
                <a:gd name="T7" fmla="*/ 6 h 801"/>
                <a:gd name="T8" fmla="*/ 1 w 1330"/>
                <a:gd name="T9" fmla="*/ 0 h 801"/>
                <a:gd name="T10" fmla="*/ 1 w 1330"/>
                <a:gd name="T11" fmla="*/ 0 h 801"/>
                <a:gd name="T12" fmla="*/ 1 w 1330"/>
                <a:gd name="T13" fmla="*/ 0 h 801"/>
                <a:gd name="T14" fmla="*/ 0 w 1330"/>
                <a:gd name="T15" fmla="*/ 0 h 801"/>
                <a:gd name="T16" fmla="*/ 0 w 1330"/>
                <a:gd name="T17" fmla="*/ 0 h 801"/>
                <a:gd name="T18" fmla="*/ 0 w 1330"/>
                <a:gd name="T19" fmla="*/ 0 h 801"/>
                <a:gd name="T20" fmla="*/ 0 w 1330"/>
                <a:gd name="T21" fmla="*/ 0 h 801"/>
                <a:gd name="T22" fmla="*/ 0 w 1330"/>
                <a:gd name="T23" fmla="*/ 0 h 801"/>
                <a:gd name="T24" fmla="*/ 0 w 1330"/>
                <a:gd name="T25" fmla="*/ 0 h 801"/>
                <a:gd name="T26" fmla="*/ 0 w 1330"/>
                <a:gd name="T27" fmla="*/ 1 h 801"/>
                <a:gd name="T28" fmla="*/ 0 w 1330"/>
                <a:gd name="T29" fmla="*/ 1 h 801"/>
                <a:gd name="T30" fmla="*/ 0 w 1330"/>
                <a:gd name="T31" fmla="*/ 1 h 801"/>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30"/>
                <a:gd name="T49" fmla="*/ 0 h 801"/>
                <a:gd name="T50" fmla="*/ 1330 w 1330"/>
                <a:gd name="T51" fmla="*/ 801 h 801"/>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30" h="801">
                  <a:moveTo>
                    <a:pt x="24" y="88"/>
                  </a:moveTo>
                  <a:lnTo>
                    <a:pt x="23" y="88"/>
                  </a:lnTo>
                  <a:lnTo>
                    <a:pt x="1286" y="801"/>
                  </a:lnTo>
                  <a:lnTo>
                    <a:pt x="1330" y="719"/>
                  </a:lnTo>
                  <a:lnTo>
                    <a:pt x="67" y="6"/>
                  </a:lnTo>
                  <a:lnTo>
                    <a:pt x="66" y="6"/>
                  </a:lnTo>
                  <a:lnTo>
                    <a:pt x="67" y="6"/>
                  </a:lnTo>
                  <a:lnTo>
                    <a:pt x="48" y="0"/>
                  </a:lnTo>
                  <a:lnTo>
                    <a:pt x="30" y="2"/>
                  </a:lnTo>
                  <a:lnTo>
                    <a:pt x="16" y="12"/>
                  </a:lnTo>
                  <a:lnTo>
                    <a:pt x="5" y="25"/>
                  </a:lnTo>
                  <a:lnTo>
                    <a:pt x="0" y="41"/>
                  </a:lnTo>
                  <a:lnTo>
                    <a:pt x="0" y="59"/>
                  </a:lnTo>
                  <a:lnTo>
                    <a:pt x="8" y="75"/>
                  </a:lnTo>
                  <a:lnTo>
                    <a:pt x="23" y="88"/>
                  </a:lnTo>
                  <a:lnTo>
                    <a:pt x="24"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2122" name="Freeform 40"/>
            <p:cNvSpPr>
              <a:spLocks/>
            </p:cNvSpPr>
            <p:nvPr/>
          </p:nvSpPr>
          <p:spPr bwMode="auto">
            <a:xfrm>
              <a:off x="1198" y="1439"/>
              <a:ext cx="161" cy="35"/>
            </a:xfrm>
            <a:custGeom>
              <a:avLst/>
              <a:gdLst>
                <a:gd name="T0" fmla="*/ 1 w 806"/>
                <a:gd name="T1" fmla="*/ 1 h 177"/>
                <a:gd name="T2" fmla="*/ 1 w 806"/>
                <a:gd name="T3" fmla="*/ 1 h 177"/>
                <a:gd name="T4" fmla="*/ 1 w 806"/>
                <a:gd name="T5" fmla="*/ 1 h 177"/>
                <a:gd name="T6" fmla="*/ 1 w 806"/>
                <a:gd name="T7" fmla="*/ 1 h 177"/>
                <a:gd name="T8" fmla="*/ 2 w 806"/>
                <a:gd name="T9" fmla="*/ 1 h 177"/>
                <a:gd name="T10" fmla="*/ 2 w 806"/>
                <a:gd name="T11" fmla="*/ 1 h 177"/>
                <a:gd name="T12" fmla="*/ 2 w 806"/>
                <a:gd name="T13" fmla="*/ 1 h 177"/>
                <a:gd name="T14" fmla="*/ 3 w 806"/>
                <a:gd name="T15" fmla="*/ 1 h 177"/>
                <a:gd name="T16" fmla="*/ 3 w 806"/>
                <a:gd name="T17" fmla="*/ 1 h 177"/>
                <a:gd name="T18" fmla="*/ 3 w 806"/>
                <a:gd name="T19" fmla="*/ 1 h 177"/>
                <a:gd name="T20" fmla="*/ 4 w 806"/>
                <a:gd name="T21" fmla="*/ 1 h 177"/>
                <a:gd name="T22" fmla="*/ 4 w 806"/>
                <a:gd name="T23" fmla="*/ 1 h 177"/>
                <a:gd name="T24" fmla="*/ 5 w 806"/>
                <a:gd name="T25" fmla="*/ 1 h 177"/>
                <a:gd name="T26" fmla="*/ 5 w 806"/>
                <a:gd name="T27" fmla="*/ 1 h 177"/>
                <a:gd name="T28" fmla="*/ 5 w 806"/>
                <a:gd name="T29" fmla="*/ 1 h 177"/>
                <a:gd name="T30" fmla="*/ 6 w 806"/>
                <a:gd name="T31" fmla="*/ 1 h 177"/>
                <a:gd name="T32" fmla="*/ 6 w 806"/>
                <a:gd name="T33" fmla="*/ 1 h 177"/>
                <a:gd name="T34" fmla="*/ 6 w 806"/>
                <a:gd name="T35" fmla="*/ 1 h 177"/>
                <a:gd name="T36" fmla="*/ 6 w 806"/>
                <a:gd name="T37" fmla="*/ 1 h 177"/>
                <a:gd name="T38" fmla="*/ 6 w 806"/>
                <a:gd name="T39" fmla="*/ 1 h 177"/>
                <a:gd name="T40" fmla="*/ 6 w 806"/>
                <a:gd name="T41" fmla="*/ 0 h 177"/>
                <a:gd name="T42" fmla="*/ 5 w 806"/>
                <a:gd name="T43" fmla="*/ 0 h 177"/>
                <a:gd name="T44" fmla="*/ 5 w 806"/>
                <a:gd name="T45" fmla="*/ 0 h 177"/>
                <a:gd name="T46" fmla="*/ 5 w 806"/>
                <a:gd name="T47" fmla="*/ 0 h 177"/>
                <a:gd name="T48" fmla="*/ 4 w 806"/>
                <a:gd name="T49" fmla="*/ 0 h 177"/>
                <a:gd name="T50" fmla="*/ 4 w 806"/>
                <a:gd name="T51" fmla="*/ 0 h 177"/>
                <a:gd name="T52" fmla="*/ 3 w 806"/>
                <a:gd name="T53" fmla="*/ 0 h 177"/>
                <a:gd name="T54" fmla="*/ 3 w 806"/>
                <a:gd name="T55" fmla="*/ 0 h 177"/>
                <a:gd name="T56" fmla="*/ 3 w 806"/>
                <a:gd name="T57" fmla="*/ 0 h 177"/>
                <a:gd name="T58" fmla="*/ 2 w 806"/>
                <a:gd name="T59" fmla="*/ 0 h 177"/>
                <a:gd name="T60" fmla="*/ 2 w 806"/>
                <a:gd name="T61" fmla="*/ 0 h 177"/>
                <a:gd name="T62" fmla="*/ 1 w 806"/>
                <a:gd name="T63" fmla="*/ 0 h 177"/>
                <a:gd name="T64" fmla="*/ 1 w 806"/>
                <a:gd name="T65" fmla="*/ 0 h 177"/>
                <a:gd name="T66" fmla="*/ 1 w 806"/>
                <a:gd name="T67" fmla="*/ 1 h 177"/>
                <a:gd name="T68" fmla="*/ 0 w 806"/>
                <a:gd name="T69" fmla="*/ 1 h 177"/>
                <a:gd name="T70" fmla="*/ 0 w 806"/>
                <a:gd name="T71" fmla="*/ 1 h 177"/>
                <a:gd name="T72" fmla="*/ 0 w 806"/>
                <a:gd name="T73" fmla="*/ 1 h 177"/>
                <a:gd name="T74" fmla="*/ 0 w 806"/>
                <a:gd name="T75" fmla="*/ 1 h 177"/>
                <a:gd name="T76" fmla="*/ 0 w 806"/>
                <a:gd name="T77" fmla="*/ 1 h 177"/>
                <a:gd name="T78" fmla="*/ 0 w 806"/>
                <a:gd name="T79" fmla="*/ 1 h 177"/>
                <a:gd name="T80" fmla="*/ 0 w 806"/>
                <a:gd name="T81" fmla="*/ 1 h 177"/>
                <a:gd name="T82" fmla="*/ 0 w 806"/>
                <a:gd name="T83" fmla="*/ 1 h 177"/>
                <a:gd name="T84" fmla="*/ 0 w 806"/>
                <a:gd name="T85" fmla="*/ 1 h 177"/>
                <a:gd name="T86" fmla="*/ 0 w 806"/>
                <a:gd name="T87" fmla="*/ 1 h 177"/>
                <a:gd name="T88" fmla="*/ 1 w 806"/>
                <a:gd name="T89" fmla="*/ 1 h 177"/>
                <a:gd name="T90" fmla="*/ 1 w 806"/>
                <a:gd name="T91" fmla="*/ 1 h 17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806"/>
                <a:gd name="T139" fmla="*/ 0 h 177"/>
                <a:gd name="T140" fmla="*/ 806 w 806"/>
                <a:gd name="T141" fmla="*/ 177 h 17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806" h="177">
                  <a:moveTo>
                    <a:pt x="67" y="171"/>
                  </a:moveTo>
                  <a:lnTo>
                    <a:pt x="68" y="171"/>
                  </a:lnTo>
                  <a:lnTo>
                    <a:pt x="109" y="151"/>
                  </a:lnTo>
                  <a:lnTo>
                    <a:pt x="151" y="135"/>
                  </a:lnTo>
                  <a:lnTo>
                    <a:pt x="196" y="122"/>
                  </a:lnTo>
                  <a:lnTo>
                    <a:pt x="242" y="110"/>
                  </a:lnTo>
                  <a:lnTo>
                    <a:pt x="287" y="102"/>
                  </a:lnTo>
                  <a:lnTo>
                    <a:pt x="335" y="97"/>
                  </a:lnTo>
                  <a:lnTo>
                    <a:pt x="382" y="95"/>
                  </a:lnTo>
                  <a:lnTo>
                    <a:pt x="430" y="94"/>
                  </a:lnTo>
                  <a:lnTo>
                    <a:pt x="477" y="97"/>
                  </a:lnTo>
                  <a:lnTo>
                    <a:pt x="524" y="102"/>
                  </a:lnTo>
                  <a:lnTo>
                    <a:pt x="568" y="108"/>
                  </a:lnTo>
                  <a:lnTo>
                    <a:pt x="612" y="117"/>
                  </a:lnTo>
                  <a:lnTo>
                    <a:pt x="654" y="128"/>
                  </a:lnTo>
                  <a:lnTo>
                    <a:pt x="693" y="141"/>
                  </a:lnTo>
                  <a:lnTo>
                    <a:pt x="730" y="155"/>
                  </a:lnTo>
                  <a:lnTo>
                    <a:pt x="764" y="171"/>
                  </a:lnTo>
                  <a:lnTo>
                    <a:pt x="806" y="89"/>
                  </a:lnTo>
                  <a:lnTo>
                    <a:pt x="768" y="70"/>
                  </a:lnTo>
                  <a:lnTo>
                    <a:pt x="725" y="54"/>
                  </a:lnTo>
                  <a:lnTo>
                    <a:pt x="680" y="39"/>
                  </a:lnTo>
                  <a:lnTo>
                    <a:pt x="633" y="26"/>
                  </a:lnTo>
                  <a:lnTo>
                    <a:pt x="585" y="16"/>
                  </a:lnTo>
                  <a:lnTo>
                    <a:pt x="536" y="8"/>
                  </a:lnTo>
                  <a:lnTo>
                    <a:pt x="484" y="3"/>
                  </a:lnTo>
                  <a:lnTo>
                    <a:pt x="433" y="0"/>
                  </a:lnTo>
                  <a:lnTo>
                    <a:pt x="380" y="1"/>
                  </a:lnTo>
                  <a:lnTo>
                    <a:pt x="328" y="3"/>
                  </a:lnTo>
                  <a:lnTo>
                    <a:pt x="276" y="10"/>
                  </a:lnTo>
                  <a:lnTo>
                    <a:pt x="223" y="19"/>
                  </a:lnTo>
                  <a:lnTo>
                    <a:pt x="172" y="30"/>
                  </a:lnTo>
                  <a:lnTo>
                    <a:pt x="121" y="46"/>
                  </a:lnTo>
                  <a:lnTo>
                    <a:pt x="72" y="67"/>
                  </a:lnTo>
                  <a:lnTo>
                    <a:pt x="24" y="89"/>
                  </a:lnTo>
                  <a:lnTo>
                    <a:pt x="25" y="89"/>
                  </a:lnTo>
                  <a:lnTo>
                    <a:pt x="24" y="89"/>
                  </a:lnTo>
                  <a:lnTo>
                    <a:pt x="8" y="102"/>
                  </a:lnTo>
                  <a:lnTo>
                    <a:pt x="0" y="118"/>
                  </a:lnTo>
                  <a:lnTo>
                    <a:pt x="0" y="136"/>
                  </a:lnTo>
                  <a:lnTo>
                    <a:pt x="6" y="152"/>
                  </a:lnTo>
                  <a:lnTo>
                    <a:pt x="17" y="165"/>
                  </a:lnTo>
                  <a:lnTo>
                    <a:pt x="31" y="175"/>
                  </a:lnTo>
                  <a:lnTo>
                    <a:pt x="48" y="177"/>
                  </a:lnTo>
                  <a:lnTo>
                    <a:pt x="68" y="171"/>
                  </a:lnTo>
                  <a:lnTo>
                    <a:pt x="67" y="1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2123" name="Freeform 41"/>
            <p:cNvSpPr>
              <a:spLocks/>
            </p:cNvSpPr>
            <p:nvPr/>
          </p:nvSpPr>
          <p:spPr bwMode="auto">
            <a:xfrm>
              <a:off x="931" y="1456"/>
              <a:ext cx="280" cy="158"/>
            </a:xfrm>
            <a:custGeom>
              <a:avLst/>
              <a:gdLst>
                <a:gd name="T0" fmla="*/ 1 w 1402"/>
                <a:gd name="T1" fmla="*/ 6 h 787"/>
                <a:gd name="T2" fmla="*/ 1 w 1402"/>
                <a:gd name="T3" fmla="*/ 6 h 787"/>
                <a:gd name="T4" fmla="*/ 11 w 1402"/>
                <a:gd name="T5" fmla="*/ 1 h 787"/>
                <a:gd name="T6" fmla="*/ 11 w 1402"/>
                <a:gd name="T7" fmla="*/ 0 h 787"/>
                <a:gd name="T8" fmla="*/ 0 w 1402"/>
                <a:gd name="T9" fmla="*/ 6 h 787"/>
                <a:gd name="T10" fmla="*/ 0 w 1402"/>
                <a:gd name="T11" fmla="*/ 6 h 787"/>
                <a:gd name="T12" fmla="*/ 0 w 1402"/>
                <a:gd name="T13" fmla="*/ 6 h 787"/>
                <a:gd name="T14" fmla="*/ 0 w 1402"/>
                <a:gd name="T15" fmla="*/ 6 h 787"/>
                <a:gd name="T16" fmla="*/ 0 w 1402"/>
                <a:gd name="T17" fmla="*/ 6 h 787"/>
                <a:gd name="T18" fmla="*/ 0 w 1402"/>
                <a:gd name="T19" fmla="*/ 6 h 787"/>
                <a:gd name="T20" fmla="*/ 0 w 1402"/>
                <a:gd name="T21" fmla="*/ 6 h 787"/>
                <a:gd name="T22" fmla="*/ 0 w 1402"/>
                <a:gd name="T23" fmla="*/ 6 h 787"/>
                <a:gd name="T24" fmla="*/ 0 w 1402"/>
                <a:gd name="T25" fmla="*/ 6 h 787"/>
                <a:gd name="T26" fmla="*/ 0 w 1402"/>
                <a:gd name="T27" fmla="*/ 6 h 787"/>
                <a:gd name="T28" fmla="*/ 1 w 1402"/>
                <a:gd name="T29" fmla="*/ 6 h 787"/>
                <a:gd name="T30" fmla="*/ 1 w 1402"/>
                <a:gd name="T31" fmla="*/ 6 h 78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02"/>
                <a:gd name="T49" fmla="*/ 0 h 787"/>
                <a:gd name="T50" fmla="*/ 1402 w 1402"/>
                <a:gd name="T51" fmla="*/ 787 h 78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02" h="787">
                  <a:moveTo>
                    <a:pt x="69" y="781"/>
                  </a:moveTo>
                  <a:lnTo>
                    <a:pt x="66" y="781"/>
                  </a:lnTo>
                  <a:lnTo>
                    <a:pt x="1402" y="82"/>
                  </a:lnTo>
                  <a:lnTo>
                    <a:pt x="1360" y="0"/>
                  </a:lnTo>
                  <a:lnTo>
                    <a:pt x="24" y="699"/>
                  </a:lnTo>
                  <a:lnTo>
                    <a:pt x="22" y="699"/>
                  </a:lnTo>
                  <a:lnTo>
                    <a:pt x="24" y="699"/>
                  </a:lnTo>
                  <a:lnTo>
                    <a:pt x="8" y="712"/>
                  </a:lnTo>
                  <a:lnTo>
                    <a:pt x="1" y="727"/>
                  </a:lnTo>
                  <a:lnTo>
                    <a:pt x="0" y="744"/>
                  </a:lnTo>
                  <a:lnTo>
                    <a:pt x="5" y="761"/>
                  </a:lnTo>
                  <a:lnTo>
                    <a:pt x="15" y="775"/>
                  </a:lnTo>
                  <a:lnTo>
                    <a:pt x="30" y="784"/>
                  </a:lnTo>
                  <a:lnTo>
                    <a:pt x="46" y="787"/>
                  </a:lnTo>
                  <a:lnTo>
                    <a:pt x="66" y="781"/>
                  </a:lnTo>
                  <a:lnTo>
                    <a:pt x="69" y="7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2124" name="Freeform 42"/>
            <p:cNvSpPr>
              <a:spLocks/>
            </p:cNvSpPr>
            <p:nvPr/>
          </p:nvSpPr>
          <p:spPr bwMode="auto">
            <a:xfrm>
              <a:off x="868" y="1596"/>
              <a:ext cx="77" cy="126"/>
            </a:xfrm>
            <a:custGeom>
              <a:avLst/>
              <a:gdLst>
                <a:gd name="T0" fmla="*/ 1 w 382"/>
                <a:gd name="T1" fmla="*/ 5 h 628"/>
                <a:gd name="T2" fmla="*/ 1 w 382"/>
                <a:gd name="T3" fmla="*/ 5 h 628"/>
                <a:gd name="T4" fmla="*/ 1 w 382"/>
                <a:gd name="T5" fmla="*/ 4 h 628"/>
                <a:gd name="T6" fmla="*/ 1 w 382"/>
                <a:gd name="T7" fmla="*/ 4 h 628"/>
                <a:gd name="T8" fmla="*/ 1 w 382"/>
                <a:gd name="T9" fmla="*/ 4 h 628"/>
                <a:gd name="T10" fmla="*/ 1 w 382"/>
                <a:gd name="T11" fmla="*/ 3 h 628"/>
                <a:gd name="T12" fmla="*/ 1 w 382"/>
                <a:gd name="T13" fmla="*/ 3 h 628"/>
                <a:gd name="T14" fmla="*/ 1 w 382"/>
                <a:gd name="T15" fmla="*/ 3 h 628"/>
                <a:gd name="T16" fmla="*/ 1 w 382"/>
                <a:gd name="T17" fmla="*/ 3 h 628"/>
                <a:gd name="T18" fmla="*/ 1 w 382"/>
                <a:gd name="T19" fmla="*/ 2 h 628"/>
                <a:gd name="T20" fmla="*/ 2 w 382"/>
                <a:gd name="T21" fmla="*/ 2 h 628"/>
                <a:gd name="T22" fmla="*/ 2 w 382"/>
                <a:gd name="T23" fmla="*/ 2 h 628"/>
                <a:gd name="T24" fmla="*/ 2 w 382"/>
                <a:gd name="T25" fmla="*/ 2 h 628"/>
                <a:gd name="T26" fmla="*/ 2 w 382"/>
                <a:gd name="T27" fmla="*/ 1 h 628"/>
                <a:gd name="T28" fmla="*/ 2 w 382"/>
                <a:gd name="T29" fmla="*/ 1 h 628"/>
                <a:gd name="T30" fmla="*/ 3 w 382"/>
                <a:gd name="T31" fmla="*/ 1 h 628"/>
                <a:gd name="T32" fmla="*/ 3 w 382"/>
                <a:gd name="T33" fmla="*/ 1 h 628"/>
                <a:gd name="T34" fmla="*/ 3 w 382"/>
                <a:gd name="T35" fmla="*/ 1 h 628"/>
                <a:gd name="T36" fmla="*/ 3 w 382"/>
                <a:gd name="T37" fmla="*/ 0 h 628"/>
                <a:gd name="T38" fmla="*/ 2 w 382"/>
                <a:gd name="T39" fmla="*/ 0 h 628"/>
                <a:gd name="T40" fmla="*/ 2 w 382"/>
                <a:gd name="T41" fmla="*/ 0 h 628"/>
                <a:gd name="T42" fmla="*/ 2 w 382"/>
                <a:gd name="T43" fmla="*/ 1 h 628"/>
                <a:gd name="T44" fmla="*/ 2 w 382"/>
                <a:gd name="T45" fmla="*/ 1 h 628"/>
                <a:gd name="T46" fmla="*/ 1 w 382"/>
                <a:gd name="T47" fmla="*/ 1 h 628"/>
                <a:gd name="T48" fmla="*/ 1 w 382"/>
                <a:gd name="T49" fmla="*/ 1 h 628"/>
                <a:gd name="T50" fmla="*/ 1 w 382"/>
                <a:gd name="T51" fmla="*/ 2 h 628"/>
                <a:gd name="T52" fmla="*/ 1 w 382"/>
                <a:gd name="T53" fmla="*/ 2 h 628"/>
                <a:gd name="T54" fmla="*/ 1 w 382"/>
                <a:gd name="T55" fmla="*/ 2 h 628"/>
                <a:gd name="T56" fmla="*/ 0 w 382"/>
                <a:gd name="T57" fmla="*/ 3 h 628"/>
                <a:gd name="T58" fmla="*/ 0 w 382"/>
                <a:gd name="T59" fmla="*/ 3 h 628"/>
                <a:gd name="T60" fmla="*/ 0 w 382"/>
                <a:gd name="T61" fmla="*/ 3 h 628"/>
                <a:gd name="T62" fmla="*/ 0 w 382"/>
                <a:gd name="T63" fmla="*/ 4 h 628"/>
                <a:gd name="T64" fmla="*/ 0 w 382"/>
                <a:gd name="T65" fmla="*/ 4 h 628"/>
                <a:gd name="T66" fmla="*/ 0 w 382"/>
                <a:gd name="T67" fmla="*/ 4 h 628"/>
                <a:gd name="T68" fmla="*/ 0 w 382"/>
                <a:gd name="T69" fmla="*/ 5 h 628"/>
                <a:gd name="T70" fmla="*/ 0 w 382"/>
                <a:gd name="T71" fmla="*/ 5 h 628"/>
                <a:gd name="T72" fmla="*/ 0 w 382"/>
                <a:gd name="T73" fmla="*/ 5 h 628"/>
                <a:gd name="T74" fmla="*/ 0 w 382"/>
                <a:gd name="T75" fmla="*/ 5 h 628"/>
                <a:gd name="T76" fmla="*/ 0 w 382"/>
                <a:gd name="T77" fmla="*/ 5 h 628"/>
                <a:gd name="T78" fmla="*/ 0 w 382"/>
                <a:gd name="T79" fmla="*/ 5 h 628"/>
                <a:gd name="T80" fmla="*/ 0 w 382"/>
                <a:gd name="T81" fmla="*/ 5 h 628"/>
                <a:gd name="T82" fmla="*/ 1 w 382"/>
                <a:gd name="T83" fmla="*/ 5 h 628"/>
                <a:gd name="T84" fmla="*/ 1 w 382"/>
                <a:gd name="T85" fmla="*/ 5 h 628"/>
                <a:gd name="T86" fmla="*/ 1 w 382"/>
                <a:gd name="T87" fmla="*/ 5 h 628"/>
                <a:gd name="T88" fmla="*/ 1 w 382"/>
                <a:gd name="T89" fmla="*/ 5 h 628"/>
                <a:gd name="T90" fmla="*/ 1 w 382"/>
                <a:gd name="T91" fmla="*/ 5 h 628"/>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382"/>
                <a:gd name="T139" fmla="*/ 0 h 628"/>
                <a:gd name="T140" fmla="*/ 382 w 382"/>
                <a:gd name="T141" fmla="*/ 628 h 628"/>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382" h="628">
                  <a:moveTo>
                    <a:pt x="94" y="581"/>
                  </a:moveTo>
                  <a:lnTo>
                    <a:pt x="94" y="582"/>
                  </a:lnTo>
                  <a:lnTo>
                    <a:pt x="96" y="541"/>
                  </a:lnTo>
                  <a:lnTo>
                    <a:pt x="99" y="500"/>
                  </a:lnTo>
                  <a:lnTo>
                    <a:pt x="106" y="463"/>
                  </a:lnTo>
                  <a:lnTo>
                    <a:pt x="115" y="424"/>
                  </a:lnTo>
                  <a:lnTo>
                    <a:pt x="127" y="389"/>
                  </a:lnTo>
                  <a:lnTo>
                    <a:pt x="140" y="353"/>
                  </a:lnTo>
                  <a:lnTo>
                    <a:pt x="156" y="320"/>
                  </a:lnTo>
                  <a:lnTo>
                    <a:pt x="173" y="287"/>
                  </a:lnTo>
                  <a:lnTo>
                    <a:pt x="193" y="255"/>
                  </a:lnTo>
                  <a:lnTo>
                    <a:pt x="214" y="226"/>
                  </a:lnTo>
                  <a:lnTo>
                    <a:pt x="238" y="198"/>
                  </a:lnTo>
                  <a:lnTo>
                    <a:pt x="263" y="172"/>
                  </a:lnTo>
                  <a:lnTo>
                    <a:pt x="290" y="146"/>
                  </a:lnTo>
                  <a:lnTo>
                    <a:pt x="318" y="122"/>
                  </a:lnTo>
                  <a:lnTo>
                    <a:pt x="349" y="101"/>
                  </a:lnTo>
                  <a:lnTo>
                    <a:pt x="382" y="82"/>
                  </a:lnTo>
                  <a:lnTo>
                    <a:pt x="335" y="0"/>
                  </a:lnTo>
                  <a:lnTo>
                    <a:pt x="297" y="23"/>
                  </a:lnTo>
                  <a:lnTo>
                    <a:pt x="262" y="49"/>
                  </a:lnTo>
                  <a:lnTo>
                    <a:pt x="229" y="76"/>
                  </a:lnTo>
                  <a:lnTo>
                    <a:pt x="198" y="104"/>
                  </a:lnTo>
                  <a:lnTo>
                    <a:pt x="167" y="137"/>
                  </a:lnTo>
                  <a:lnTo>
                    <a:pt x="142" y="170"/>
                  </a:lnTo>
                  <a:lnTo>
                    <a:pt x="116" y="204"/>
                  </a:lnTo>
                  <a:lnTo>
                    <a:pt x="94" y="240"/>
                  </a:lnTo>
                  <a:lnTo>
                    <a:pt x="74" y="278"/>
                  </a:lnTo>
                  <a:lnTo>
                    <a:pt x="54" y="317"/>
                  </a:lnTo>
                  <a:lnTo>
                    <a:pt x="38" y="359"/>
                  </a:lnTo>
                  <a:lnTo>
                    <a:pt x="26" y="401"/>
                  </a:lnTo>
                  <a:lnTo>
                    <a:pt x="15" y="444"/>
                  </a:lnTo>
                  <a:lnTo>
                    <a:pt x="8" y="489"/>
                  </a:lnTo>
                  <a:lnTo>
                    <a:pt x="2" y="534"/>
                  </a:lnTo>
                  <a:lnTo>
                    <a:pt x="0" y="580"/>
                  </a:lnTo>
                  <a:lnTo>
                    <a:pt x="0" y="581"/>
                  </a:lnTo>
                  <a:lnTo>
                    <a:pt x="0" y="580"/>
                  </a:lnTo>
                  <a:lnTo>
                    <a:pt x="3" y="600"/>
                  </a:lnTo>
                  <a:lnTo>
                    <a:pt x="14" y="615"/>
                  </a:lnTo>
                  <a:lnTo>
                    <a:pt x="29" y="625"/>
                  </a:lnTo>
                  <a:lnTo>
                    <a:pt x="45" y="628"/>
                  </a:lnTo>
                  <a:lnTo>
                    <a:pt x="63" y="626"/>
                  </a:lnTo>
                  <a:lnTo>
                    <a:pt x="78" y="616"/>
                  </a:lnTo>
                  <a:lnTo>
                    <a:pt x="89" y="602"/>
                  </a:lnTo>
                  <a:lnTo>
                    <a:pt x="94" y="582"/>
                  </a:lnTo>
                  <a:lnTo>
                    <a:pt x="94" y="5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2125" name="Freeform 43"/>
            <p:cNvSpPr>
              <a:spLocks/>
            </p:cNvSpPr>
            <p:nvPr/>
          </p:nvSpPr>
          <p:spPr bwMode="auto">
            <a:xfrm>
              <a:off x="868" y="1712"/>
              <a:ext cx="19" cy="364"/>
            </a:xfrm>
            <a:custGeom>
              <a:avLst/>
              <a:gdLst>
                <a:gd name="T0" fmla="*/ 1 w 94"/>
                <a:gd name="T1" fmla="*/ 14 h 1818"/>
                <a:gd name="T2" fmla="*/ 1 w 94"/>
                <a:gd name="T3" fmla="*/ 14 h 1818"/>
                <a:gd name="T4" fmla="*/ 1 w 94"/>
                <a:gd name="T5" fmla="*/ 0 h 1818"/>
                <a:gd name="T6" fmla="*/ 0 w 94"/>
                <a:gd name="T7" fmla="*/ 0 h 1818"/>
                <a:gd name="T8" fmla="*/ 0 w 94"/>
                <a:gd name="T9" fmla="*/ 14 h 1818"/>
                <a:gd name="T10" fmla="*/ 0 w 94"/>
                <a:gd name="T11" fmla="*/ 14 h 1818"/>
                <a:gd name="T12" fmla="*/ 0 w 94"/>
                <a:gd name="T13" fmla="*/ 14 h 1818"/>
                <a:gd name="T14" fmla="*/ 0 w 94"/>
                <a:gd name="T15" fmla="*/ 14 h 1818"/>
                <a:gd name="T16" fmla="*/ 0 w 94"/>
                <a:gd name="T17" fmla="*/ 14 h 1818"/>
                <a:gd name="T18" fmla="*/ 0 w 94"/>
                <a:gd name="T19" fmla="*/ 15 h 1818"/>
                <a:gd name="T20" fmla="*/ 0 w 94"/>
                <a:gd name="T21" fmla="*/ 15 h 1818"/>
                <a:gd name="T22" fmla="*/ 1 w 94"/>
                <a:gd name="T23" fmla="*/ 15 h 1818"/>
                <a:gd name="T24" fmla="*/ 1 w 94"/>
                <a:gd name="T25" fmla="*/ 14 h 1818"/>
                <a:gd name="T26" fmla="*/ 1 w 94"/>
                <a:gd name="T27" fmla="*/ 14 h 1818"/>
                <a:gd name="T28" fmla="*/ 1 w 94"/>
                <a:gd name="T29" fmla="*/ 14 h 1818"/>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94"/>
                <a:gd name="T46" fmla="*/ 0 h 1818"/>
                <a:gd name="T47" fmla="*/ 94 w 94"/>
                <a:gd name="T48" fmla="*/ 1818 h 1818"/>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94" h="1818">
                  <a:moveTo>
                    <a:pt x="94" y="1771"/>
                  </a:moveTo>
                  <a:lnTo>
                    <a:pt x="94" y="1771"/>
                  </a:lnTo>
                  <a:lnTo>
                    <a:pt x="94" y="0"/>
                  </a:lnTo>
                  <a:lnTo>
                    <a:pt x="0" y="0"/>
                  </a:lnTo>
                  <a:lnTo>
                    <a:pt x="0" y="1771"/>
                  </a:lnTo>
                  <a:lnTo>
                    <a:pt x="3" y="1791"/>
                  </a:lnTo>
                  <a:lnTo>
                    <a:pt x="15" y="1806"/>
                  </a:lnTo>
                  <a:lnTo>
                    <a:pt x="29" y="1814"/>
                  </a:lnTo>
                  <a:lnTo>
                    <a:pt x="47" y="1818"/>
                  </a:lnTo>
                  <a:lnTo>
                    <a:pt x="64" y="1814"/>
                  </a:lnTo>
                  <a:lnTo>
                    <a:pt x="79" y="1806"/>
                  </a:lnTo>
                  <a:lnTo>
                    <a:pt x="90" y="1791"/>
                  </a:lnTo>
                  <a:lnTo>
                    <a:pt x="94" y="17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2126" name="Freeform 44"/>
            <p:cNvSpPr>
              <a:spLocks/>
            </p:cNvSpPr>
            <p:nvPr/>
          </p:nvSpPr>
          <p:spPr bwMode="auto">
            <a:xfrm>
              <a:off x="868" y="2067"/>
              <a:ext cx="90" cy="160"/>
            </a:xfrm>
            <a:custGeom>
              <a:avLst/>
              <a:gdLst>
                <a:gd name="T0" fmla="*/ 3 w 449"/>
                <a:gd name="T1" fmla="*/ 6 h 803"/>
                <a:gd name="T2" fmla="*/ 3 w 449"/>
                <a:gd name="T3" fmla="*/ 6 h 803"/>
                <a:gd name="T4" fmla="*/ 3 w 449"/>
                <a:gd name="T5" fmla="*/ 5 h 803"/>
                <a:gd name="T6" fmla="*/ 3 w 449"/>
                <a:gd name="T7" fmla="*/ 5 h 803"/>
                <a:gd name="T8" fmla="*/ 3 w 449"/>
                <a:gd name="T9" fmla="*/ 5 h 803"/>
                <a:gd name="T10" fmla="*/ 2 w 449"/>
                <a:gd name="T11" fmla="*/ 5 h 803"/>
                <a:gd name="T12" fmla="*/ 2 w 449"/>
                <a:gd name="T13" fmla="*/ 4 h 803"/>
                <a:gd name="T14" fmla="*/ 2 w 449"/>
                <a:gd name="T15" fmla="*/ 4 h 803"/>
                <a:gd name="T16" fmla="*/ 2 w 449"/>
                <a:gd name="T17" fmla="*/ 4 h 803"/>
                <a:gd name="T18" fmla="*/ 2 w 449"/>
                <a:gd name="T19" fmla="*/ 3 h 803"/>
                <a:gd name="T20" fmla="*/ 1 w 449"/>
                <a:gd name="T21" fmla="*/ 3 h 803"/>
                <a:gd name="T22" fmla="*/ 1 w 449"/>
                <a:gd name="T23" fmla="*/ 2 h 803"/>
                <a:gd name="T24" fmla="*/ 1 w 449"/>
                <a:gd name="T25" fmla="*/ 2 h 803"/>
                <a:gd name="T26" fmla="*/ 1 w 449"/>
                <a:gd name="T27" fmla="*/ 2 h 803"/>
                <a:gd name="T28" fmla="*/ 1 w 449"/>
                <a:gd name="T29" fmla="*/ 1 h 803"/>
                <a:gd name="T30" fmla="*/ 1 w 449"/>
                <a:gd name="T31" fmla="*/ 1 h 803"/>
                <a:gd name="T32" fmla="*/ 1 w 449"/>
                <a:gd name="T33" fmla="*/ 0 h 803"/>
                <a:gd name="T34" fmla="*/ 1 w 449"/>
                <a:gd name="T35" fmla="*/ 0 h 803"/>
                <a:gd name="T36" fmla="*/ 0 w 449"/>
                <a:gd name="T37" fmla="*/ 0 h 803"/>
                <a:gd name="T38" fmla="*/ 0 w 449"/>
                <a:gd name="T39" fmla="*/ 0 h 803"/>
                <a:gd name="T40" fmla="*/ 0 w 449"/>
                <a:gd name="T41" fmla="*/ 1 h 803"/>
                <a:gd name="T42" fmla="*/ 0 w 449"/>
                <a:gd name="T43" fmla="*/ 1 h 803"/>
                <a:gd name="T44" fmla="*/ 0 w 449"/>
                <a:gd name="T45" fmla="*/ 2 h 803"/>
                <a:gd name="T46" fmla="*/ 0 w 449"/>
                <a:gd name="T47" fmla="*/ 2 h 803"/>
                <a:gd name="T48" fmla="*/ 0 w 449"/>
                <a:gd name="T49" fmla="*/ 3 h 803"/>
                <a:gd name="T50" fmla="*/ 1 w 449"/>
                <a:gd name="T51" fmla="*/ 3 h 803"/>
                <a:gd name="T52" fmla="*/ 1 w 449"/>
                <a:gd name="T53" fmla="*/ 4 h 803"/>
                <a:gd name="T54" fmla="*/ 1 w 449"/>
                <a:gd name="T55" fmla="*/ 4 h 803"/>
                <a:gd name="T56" fmla="*/ 1 w 449"/>
                <a:gd name="T57" fmla="*/ 4 h 803"/>
                <a:gd name="T58" fmla="*/ 2 w 449"/>
                <a:gd name="T59" fmla="*/ 5 h 803"/>
                <a:gd name="T60" fmla="*/ 2 w 449"/>
                <a:gd name="T61" fmla="*/ 5 h 803"/>
                <a:gd name="T62" fmla="*/ 2 w 449"/>
                <a:gd name="T63" fmla="*/ 5 h 803"/>
                <a:gd name="T64" fmla="*/ 2 w 449"/>
                <a:gd name="T65" fmla="*/ 6 h 803"/>
                <a:gd name="T66" fmla="*/ 3 w 449"/>
                <a:gd name="T67" fmla="*/ 6 h 803"/>
                <a:gd name="T68" fmla="*/ 3 w 449"/>
                <a:gd name="T69" fmla="*/ 6 h 803"/>
                <a:gd name="T70" fmla="*/ 3 w 449"/>
                <a:gd name="T71" fmla="*/ 6 h 803"/>
                <a:gd name="T72" fmla="*/ 3 w 449"/>
                <a:gd name="T73" fmla="*/ 6 h 803"/>
                <a:gd name="T74" fmla="*/ 3 w 449"/>
                <a:gd name="T75" fmla="*/ 6 h 803"/>
                <a:gd name="T76" fmla="*/ 3 w 449"/>
                <a:gd name="T77" fmla="*/ 6 h 803"/>
                <a:gd name="T78" fmla="*/ 3 w 449"/>
                <a:gd name="T79" fmla="*/ 6 h 803"/>
                <a:gd name="T80" fmla="*/ 4 w 449"/>
                <a:gd name="T81" fmla="*/ 6 h 803"/>
                <a:gd name="T82" fmla="*/ 4 w 449"/>
                <a:gd name="T83" fmla="*/ 6 h 803"/>
                <a:gd name="T84" fmla="*/ 4 w 449"/>
                <a:gd name="T85" fmla="*/ 6 h 803"/>
                <a:gd name="T86" fmla="*/ 4 w 449"/>
                <a:gd name="T87" fmla="*/ 6 h 803"/>
                <a:gd name="T88" fmla="*/ 3 w 449"/>
                <a:gd name="T89" fmla="*/ 6 h 803"/>
                <a:gd name="T90" fmla="*/ 3 w 449"/>
                <a:gd name="T91" fmla="*/ 6 h 80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449"/>
                <a:gd name="T139" fmla="*/ 0 h 803"/>
                <a:gd name="T140" fmla="*/ 449 w 449"/>
                <a:gd name="T141" fmla="*/ 803 h 80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449" h="803">
                  <a:moveTo>
                    <a:pt x="426" y="717"/>
                  </a:moveTo>
                  <a:lnTo>
                    <a:pt x="427" y="717"/>
                  </a:lnTo>
                  <a:lnTo>
                    <a:pt x="395" y="693"/>
                  </a:lnTo>
                  <a:lnTo>
                    <a:pt x="361" y="662"/>
                  </a:lnTo>
                  <a:lnTo>
                    <a:pt x="329" y="628"/>
                  </a:lnTo>
                  <a:lnTo>
                    <a:pt x="299" y="591"/>
                  </a:lnTo>
                  <a:lnTo>
                    <a:pt x="269" y="551"/>
                  </a:lnTo>
                  <a:lnTo>
                    <a:pt x="241" y="507"/>
                  </a:lnTo>
                  <a:lnTo>
                    <a:pt x="215" y="460"/>
                  </a:lnTo>
                  <a:lnTo>
                    <a:pt x="191" y="412"/>
                  </a:lnTo>
                  <a:lnTo>
                    <a:pt x="170" y="363"/>
                  </a:lnTo>
                  <a:lnTo>
                    <a:pt x="151" y="312"/>
                  </a:lnTo>
                  <a:lnTo>
                    <a:pt x="133" y="259"/>
                  </a:lnTo>
                  <a:lnTo>
                    <a:pt x="119" y="207"/>
                  </a:lnTo>
                  <a:lnTo>
                    <a:pt x="108" y="156"/>
                  </a:lnTo>
                  <a:lnTo>
                    <a:pt x="101" y="103"/>
                  </a:lnTo>
                  <a:lnTo>
                    <a:pt x="96" y="51"/>
                  </a:lnTo>
                  <a:lnTo>
                    <a:pt x="94" y="0"/>
                  </a:lnTo>
                  <a:lnTo>
                    <a:pt x="0" y="0"/>
                  </a:lnTo>
                  <a:lnTo>
                    <a:pt x="2" y="56"/>
                  </a:lnTo>
                  <a:lnTo>
                    <a:pt x="7" y="115"/>
                  </a:lnTo>
                  <a:lnTo>
                    <a:pt x="16" y="172"/>
                  </a:lnTo>
                  <a:lnTo>
                    <a:pt x="28" y="231"/>
                  </a:lnTo>
                  <a:lnTo>
                    <a:pt x="44" y="287"/>
                  </a:lnTo>
                  <a:lnTo>
                    <a:pt x="62" y="342"/>
                  </a:lnTo>
                  <a:lnTo>
                    <a:pt x="83" y="398"/>
                  </a:lnTo>
                  <a:lnTo>
                    <a:pt x="106" y="452"/>
                  </a:lnTo>
                  <a:lnTo>
                    <a:pt x="133" y="505"/>
                  </a:lnTo>
                  <a:lnTo>
                    <a:pt x="161" y="554"/>
                  </a:lnTo>
                  <a:lnTo>
                    <a:pt x="192" y="602"/>
                  </a:lnTo>
                  <a:lnTo>
                    <a:pt x="224" y="647"/>
                  </a:lnTo>
                  <a:lnTo>
                    <a:pt x="259" y="689"/>
                  </a:lnTo>
                  <a:lnTo>
                    <a:pt x="295" y="728"/>
                  </a:lnTo>
                  <a:lnTo>
                    <a:pt x="334" y="763"/>
                  </a:lnTo>
                  <a:lnTo>
                    <a:pt x="374" y="795"/>
                  </a:lnTo>
                  <a:lnTo>
                    <a:pt x="375" y="795"/>
                  </a:lnTo>
                  <a:lnTo>
                    <a:pt x="374" y="795"/>
                  </a:lnTo>
                  <a:lnTo>
                    <a:pt x="392" y="803"/>
                  </a:lnTo>
                  <a:lnTo>
                    <a:pt x="411" y="803"/>
                  </a:lnTo>
                  <a:lnTo>
                    <a:pt x="426" y="795"/>
                  </a:lnTo>
                  <a:lnTo>
                    <a:pt x="439" y="782"/>
                  </a:lnTo>
                  <a:lnTo>
                    <a:pt x="446" y="766"/>
                  </a:lnTo>
                  <a:lnTo>
                    <a:pt x="449" y="749"/>
                  </a:lnTo>
                  <a:lnTo>
                    <a:pt x="441" y="732"/>
                  </a:lnTo>
                  <a:lnTo>
                    <a:pt x="427" y="717"/>
                  </a:lnTo>
                  <a:lnTo>
                    <a:pt x="426" y="71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2127" name="Freeform 45"/>
            <p:cNvSpPr>
              <a:spLocks/>
            </p:cNvSpPr>
            <p:nvPr/>
          </p:nvSpPr>
          <p:spPr bwMode="auto">
            <a:xfrm>
              <a:off x="883" y="1673"/>
              <a:ext cx="379" cy="690"/>
            </a:xfrm>
            <a:custGeom>
              <a:avLst/>
              <a:gdLst>
                <a:gd name="T0" fmla="*/ 12 w 1897"/>
                <a:gd name="T1" fmla="*/ 6 h 3450"/>
                <a:gd name="T2" fmla="*/ 13 w 1897"/>
                <a:gd name="T3" fmla="*/ 7 h 3450"/>
                <a:gd name="T4" fmla="*/ 13 w 1897"/>
                <a:gd name="T5" fmla="*/ 7 h 3450"/>
                <a:gd name="T6" fmla="*/ 14 w 1897"/>
                <a:gd name="T7" fmla="*/ 8 h 3450"/>
                <a:gd name="T8" fmla="*/ 14 w 1897"/>
                <a:gd name="T9" fmla="*/ 9 h 3450"/>
                <a:gd name="T10" fmla="*/ 15 w 1897"/>
                <a:gd name="T11" fmla="*/ 10 h 3450"/>
                <a:gd name="T12" fmla="*/ 15 w 1897"/>
                <a:gd name="T13" fmla="*/ 11 h 3450"/>
                <a:gd name="T14" fmla="*/ 15 w 1897"/>
                <a:gd name="T15" fmla="*/ 11 h 3450"/>
                <a:gd name="T16" fmla="*/ 15 w 1897"/>
                <a:gd name="T17" fmla="*/ 12 h 3450"/>
                <a:gd name="T18" fmla="*/ 15 w 1897"/>
                <a:gd name="T19" fmla="*/ 26 h 3450"/>
                <a:gd name="T20" fmla="*/ 15 w 1897"/>
                <a:gd name="T21" fmla="*/ 26 h 3450"/>
                <a:gd name="T22" fmla="*/ 15 w 1897"/>
                <a:gd name="T23" fmla="*/ 27 h 3450"/>
                <a:gd name="T24" fmla="*/ 15 w 1897"/>
                <a:gd name="T25" fmla="*/ 27 h 3450"/>
                <a:gd name="T26" fmla="*/ 14 w 1897"/>
                <a:gd name="T27" fmla="*/ 27 h 3450"/>
                <a:gd name="T28" fmla="*/ 14 w 1897"/>
                <a:gd name="T29" fmla="*/ 28 h 3450"/>
                <a:gd name="T30" fmla="*/ 13 w 1897"/>
                <a:gd name="T31" fmla="*/ 28 h 3450"/>
                <a:gd name="T32" fmla="*/ 13 w 1897"/>
                <a:gd name="T33" fmla="*/ 27 h 3450"/>
                <a:gd name="T34" fmla="*/ 3 w 1897"/>
                <a:gd name="T35" fmla="*/ 21 h 3450"/>
                <a:gd name="T36" fmla="*/ 2 w 1897"/>
                <a:gd name="T37" fmla="*/ 21 h 3450"/>
                <a:gd name="T38" fmla="*/ 2 w 1897"/>
                <a:gd name="T39" fmla="*/ 20 h 3450"/>
                <a:gd name="T40" fmla="*/ 1 w 1897"/>
                <a:gd name="T41" fmla="*/ 19 h 3450"/>
                <a:gd name="T42" fmla="*/ 1 w 1897"/>
                <a:gd name="T43" fmla="*/ 19 h 3450"/>
                <a:gd name="T44" fmla="*/ 0 w 1897"/>
                <a:gd name="T45" fmla="*/ 18 h 3450"/>
                <a:gd name="T46" fmla="*/ 0 w 1897"/>
                <a:gd name="T47" fmla="*/ 17 h 3450"/>
                <a:gd name="T48" fmla="*/ 0 w 1897"/>
                <a:gd name="T49" fmla="*/ 16 h 3450"/>
                <a:gd name="T50" fmla="*/ 0 w 1897"/>
                <a:gd name="T51" fmla="*/ 15 h 3450"/>
                <a:gd name="T52" fmla="*/ 0 w 1897"/>
                <a:gd name="T53" fmla="*/ 2 h 3450"/>
                <a:gd name="T54" fmla="*/ 0 w 1897"/>
                <a:gd name="T55" fmla="*/ 1 h 3450"/>
                <a:gd name="T56" fmla="*/ 0 w 1897"/>
                <a:gd name="T57" fmla="*/ 1 h 3450"/>
                <a:gd name="T58" fmla="*/ 1 w 1897"/>
                <a:gd name="T59" fmla="*/ 0 h 3450"/>
                <a:gd name="T60" fmla="*/ 1 w 1897"/>
                <a:gd name="T61" fmla="*/ 0 h 3450"/>
                <a:gd name="T62" fmla="*/ 1 w 1897"/>
                <a:gd name="T63" fmla="*/ 0 h 3450"/>
                <a:gd name="T64" fmla="*/ 2 w 1897"/>
                <a:gd name="T65" fmla="*/ 0 h 3450"/>
                <a:gd name="T66" fmla="*/ 3 w 1897"/>
                <a:gd name="T67" fmla="*/ 0 h 3450"/>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897"/>
                <a:gd name="T103" fmla="*/ 0 h 3450"/>
                <a:gd name="T104" fmla="*/ 1897 w 1897"/>
                <a:gd name="T105" fmla="*/ 3450 h 3450"/>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897" h="3450">
                  <a:moveTo>
                    <a:pt x="357" y="49"/>
                  </a:moveTo>
                  <a:lnTo>
                    <a:pt x="1542" y="806"/>
                  </a:lnTo>
                  <a:lnTo>
                    <a:pt x="1579" y="832"/>
                  </a:lnTo>
                  <a:lnTo>
                    <a:pt x="1614" y="861"/>
                  </a:lnTo>
                  <a:lnTo>
                    <a:pt x="1648" y="895"/>
                  </a:lnTo>
                  <a:lnTo>
                    <a:pt x="1681" y="933"/>
                  </a:lnTo>
                  <a:lnTo>
                    <a:pt x="1711" y="973"/>
                  </a:lnTo>
                  <a:lnTo>
                    <a:pt x="1740" y="1016"/>
                  </a:lnTo>
                  <a:lnTo>
                    <a:pt x="1768" y="1062"/>
                  </a:lnTo>
                  <a:lnTo>
                    <a:pt x="1793" y="1109"/>
                  </a:lnTo>
                  <a:lnTo>
                    <a:pt x="1816" y="1158"/>
                  </a:lnTo>
                  <a:lnTo>
                    <a:pt x="1836" y="1208"/>
                  </a:lnTo>
                  <a:lnTo>
                    <a:pt x="1854" y="1260"/>
                  </a:lnTo>
                  <a:lnTo>
                    <a:pt x="1869" y="1313"/>
                  </a:lnTo>
                  <a:lnTo>
                    <a:pt x="1881" y="1364"/>
                  </a:lnTo>
                  <a:lnTo>
                    <a:pt x="1890" y="1417"/>
                  </a:lnTo>
                  <a:lnTo>
                    <a:pt x="1895" y="1469"/>
                  </a:lnTo>
                  <a:lnTo>
                    <a:pt x="1897" y="1519"/>
                  </a:lnTo>
                  <a:lnTo>
                    <a:pt x="1897" y="3142"/>
                  </a:lnTo>
                  <a:lnTo>
                    <a:pt x="1895" y="3190"/>
                  </a:lnTo>
                  <a:lnTo>
                    <a:pt x="1890" y="3235"/>
                  </a:lnTo>
                  <a:lnTo>
                    <a:pt x="1881" y="3276"/>
                  </a:lnTo>
                  <a:lnTo>
                    <a:pt x="1869" y="3313"/>
                  </a:lnTo>
                  <a:lnTo>
                    <a:pt x="1854" y="3346"/>
                  </a:lnTo>
                  <a:lnTo>
                    <a:pt x="1836" y="3375"/>
                  </a:lnTo>
                  <a:lnTo>
                    <a:pt x="1816" y="3398"/>
                  </a:lnTo>
                  <a:lnTo>
                    <a:pt x="1793" y="3418"/>
                  </a:lnTo>
                  <a:lnTo>
                    <a:pt x="1768" y="3434"/>
                  </a:lnTo>
                  <a:lnTo>
                    <a:pt x="1740" y="3444"/>
                  </a:lnTo>
                  <a:lnTo>
                    <a:pt x="1711" y="3450"/>
                  </a:lnTo>
                  <a:lnTo>
                    <a:pt x="1681" y="3450"/>
                  </a:lnTo>
                  <a:lnTo>
                    <a:pt x="1648" y="3445"/>
                  </a:lnTo>
                  <a:lnTo>
                    <a:pt x="1614" y="3436"/>
                  </a:lnTo>
                  <a:lnTo>
                    <a:pt x="1579" y="3421"/>
                  </a:lnTo>
                  <a:lnTo>
                    <a:pt x="1542" y="3400"/>
                  </a:lnTo>
                  <a:lnTo>
                    <a:pt x="357" y="2643"/>
                  </a:lnTo>
                  <a:lnTo>
                    <a:pt x="320" y="2618"/>
                  </a:lnTo>
                  <a:lnTo>
                    <a:pt x="285" y="2588"/>
                  </a:lnTo>
                  <a:lnTo>
                    <a:pt x="251" y="2554"/>
                  </a:lnTo>
                  <a:lnTo>
                    <a:pt x="218" y="2517"/>
                  </a:lnTo>
                  <a:lnTo>
                    <a:pt x="187" y="2477"/>
                  </a:lnTo>
                  <a:lnTo>
                    <a:pt x="157" y="2433"/>
                  </a:lnTo>
                  <a:lnTo>
                    <a:pt x="130" y="2388"/>
                  </a:lnTo>
                  <a:lnTo>
                    <a:pt x="105" y="2341"/>
                  </a:lnTo>
                  <a:lnTo>
                    <a:pt x="81" y="2292"/>
                  </a:lnTo>
                  <a:lnTo>
                    <a:pt x="61" y="2241"/>
                  </a:lnTo>
                  <a:lnTo>
                    <a:pt x="44" y="2190"/>
                  </a:lnTo>
                  <a:lnTo>
                    <a:pt x="29" y="2138"/>
                  </a:lnTo>
                  <a:lnTo>
                    <a:pt x="17" y="2085"/>
                  </a:lnTo>
                  <a:lnTo>
                    <a:pt x="7" y="2033"/>
                  </a:lnTo>
                  <a:lnTo>
                    <a:pt x="3" y="1981"/>
                  </a:lnTo>
                  <a:lnTo>
                    <a:pt x="0" y="1931"/>
                  </a:lnTo>
                  <a:lnTo>
                    <a:pt x="0" y="308"/>
                  </a:lnTo>
                  <a:lnTo>
                    <a:pt x="3" y="260"/>
                  </a:lnTo>
                  <a:lnTo>
                    <a:pt x="7" y="215"/>
                  </a:lnTo>
                  <a:lnTo>
                    <a:pt x="17" y="174"/>
                  </a:lnTo>
                  <a:lnTo>
                    <a:pt x="29" y="137"/>
                  </a:lnTo>
                  <a:lnTo>
                    <a:pt x="44" y="104"/>
                  </a:lnTo>
                  <a:lnTo>
                    <a:pt x="61" y="76"/>
                  </a:lnTo>
                  <a:lnTo>
                    <a:pt x="81" y="51"/>
                  </a:lnTo>
                  <a:lnTo>
                    <a:pt x="105" y="31"/>
                  </a:lnTo>
                  <a:lnTo>
                    <a:pt x="130" y="16"/>
                  </a:lnTo>
                  <a:lnTo>
                    <a:pt x="157" y="5"/>
                  </a:lnTo>
                  <a:lnTo>
                    <a:pt x="187" y="0"/>
                  </a:lnTo>
                  <a:lnTo>
                    <a:pt x="218" y="0"/>
                  </a:lnTo>
                  <a:lnTo>
                    <a:pt x="251" y="3"/>
                  </a:lnTo>
                  <a:lnTo>
                    <a:pt x="285" y="14"/>
                  </a:lnTo>
                  <a:lnTo>
                    <a:pt x="320" y="29"/>
                  </a:lnTo>
                  <a:lnTo>
                    <a:pt x="357" y="49"/>
                  </a:lnTo>
                  <a:close/>
                </a:path>
              </a:pathLst>
            </a:custGeom>
            <a:solidFill>
              <a:srgbClr val="BFBFB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2128" name="Freeform 46"/>
            <p:cNvSpPr>
              <a:spLocks/>
            </p:cNvSpPr>
            <p:nvPr/>
          </p:nvSpPr>
          <p:spPr bwMode="auto">
            <a:xfrm>
              <a:off x="1268" y="1663"/>
              <a:ext cx="393" cy="711"/>
            </a:xfrm>
            <a:custGeom>
              <a:avLst/>
              <a:gdLst>
                <a:gd name="T0" fmla="*/ 3 w 1962"/>
                <a:gd name="T1" fmla="*/ 7 h 3555"/>
                <a:gd name="T2" fmla="*/ 2 w 1962"/>
                <a:gd name="T3" fmla="*/ 7 h 3555"/>
                <a:gd name="T4" fmla="*/ 2 w 1962"/>
                <a:gd name="T5" fmla="*/ 8 h 3555"/>
                <a:gd name="T6" fmla="*/ 1 w 1962"/>
                <a:gd name="T7" fmla="*/ 8 h 3555"/>
                <a:gd name="T8" fmla="*/ 1 w 1962"/>
                <a:gd name="T9" fmla="*/ 9 h 3555"/>
                <a:gd name="T10" fmla="*/ 1 w 1962"/>
                <a:gd name="T11" fmla="*/ 10 h 3555"/>
                <a:gd name="T12" fmla="*/ 0 w 1962"/>
                <a:gd name="T13" fmla="*/ 11 h 3555"/>
                <a:gd name="T14" fmla="*/ 0 w 1962"/>
                <a:gd name="T15" fmla="*/ 12 h 3555"/>
                <a:gd name="T16" fmla="*/ 0 w 1962"/>
                <a:gd name="T17" fmla="*/ 13 h 3555"/>
                <a:gd name="T18" fmla="*/ 0 w 1962"/>
                <a:gd name="T19" fmla="*/ 26 h 3555"/>
                <a:gd name="T20" fmla="*/ 0 w 1962"/>
                <a:gd name="T21" fmla="*/ 27 h 3555"/>
                <a:gd name="T22" fmla="*/ 0 w 1962"/>
                <a:gd name="T23" fmla="*/ 28 h 3555"/>
                <a:gd name="T24" fmla="*/ 1 w 1962"/>
                <a:gd name="T25" fmla="*/ 28 h 3555"/>
                <a:gd name="T26" fmla="*/ 1 w 1962"/>
                <a:gd name="T27" fmla="*/ 28 h 3555"/>
                <a:gd name="T28" fmla="*/ 2 w 1962"/>
                <a:gd name="T29" fmla="*/ 28 h 3555"/>
                <a:gd name="T30" fmla="*/ 2 w 1962"/>
                <a:gd name="T31" fmla="*/ 28 h 3555"/>
                <a:gd name="T32" fmla="*/ 3 w 1962"/>
                <a:gd name="T33" fmla="*/ 28 h 3555"/>
                <a:gd name="T34" fmla="*/ 13 w 1962"/>
                <a:gd name="T35" fmla="*/ 22 h 3555"/>
                <a:gd name="T36" fmla="*/ 13 w 1962"/>
                <a:gd name="T37" fmla="*/ 21 h 3555"/>
                <a:gd name="T38" fmla="*/ 14 w 1962"/>
                <a:gd name="T39" fmla="*/ 21 h 3555"/>
                <a:gd name="T40" fmla="*/ 14 w 1962"/>
                <a:gd name="T41" fmla="*/ 20 h 3555"/>
                <a:gd name="T42" fmla="*/ 15 w 1962"/>
                <a:gd name="T43" fmla="*/ 19 h 3555"/>
                <a:gd name="T44" fmla="*/ 15 w 1962"/>
                <a:gd name="T45" fmla="*/ 18 h 3555"/>
                <a:gd name="T46" fmla="*/ 16 w 1962"/>
                <a:gd name="T47" fmla="*/ 18 h 3555"/>
                <a:gd name="T48" fmla="*/ 16 w 1962"/>
                <a:gd name="T49" fmla="*/ 17 h 3555"/>
                <a:gd name="T50" fmla="*/ 16 w 1962"/>
                <a:gd name="T51" fmla="*/ 16 h 3555"/>
                <a:gd name="T52" fmla="*/ 16 w 1962"/>
                <a:gd name="T53" fmla="*/ 2 h 3555"/>
                <a:gd name="T54" fmla="*/ 16 w 1962"/>
                <a:gd name="T55" fmla="*/ 1 h 3555"/>
                <a:gd name="T56" fmla="*/ 15 w 1962"/>
                <a:gd name="T57" fmla="*/ 1 h 3555"/>
                <a:gd name="T58" fmla="*/ 15 w 1962"/>
                <a:gd name="T59" fmla="*/ 0 h 3555"/>
                <a:gd name="T60" fmla="*/ 15 w 1962"/>
                <a:gd name="T61" fmla="*/ 0 h 3555"/>
                <a:gd name="T62" fmla="*/ 14 w 1962"/>
                <a:gd name="T63" fmla="*/ 0 h 3555"/>
                <a:gd name="T64" fmla="*/ 14 w 1962"/>
                <a:gd name="T65" fmla="*/ 0 h 3555"/>
                <a:gd name="T66" fmla="*/ 13 w 1962"/>
                <a:gd name="T67" fmla="*/ 0 h 3555"/>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962"/>
                <a:gd name="T103" fmla="*/ 0 h 3555"/>
                <a:gd name="T104" fmla="*/ 1962 w 1962"/>
                <a:gd name="T105" fmla="*/ 3555 h 3555"/>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962" h="3555">
                  <a:moveTo>
                    <a:pt x="1594" y="50"/>
                  </a:moveTo>
                  <a:lnTo>
                    <a:pt x="368" y="831"/>
                  </a:lnTo>
                  <a:lnTo>
                    <a:pt x="330" y="858"/>
                  </a:lnTo>
                  <a:lnTo>
                    <a:pt x="294" y="888"/>
                  </a:lnTo>
                  <a:lnTo>
                    <a:pt x="259" y="922"/>
                  </a:lnTo>
                  <a:lnTo>
                    <a:pt x="225" y="961"/>
                  </a:lnTo>
                  <a:lnTo>
                    <a:pt x="193" y="1003"/>
                  </a:lnTo>
                  <a:lnTo>
                    <a:pt x="163" y="1047"/>
                  </a:lnTo>
                  <a:lnTo>
                    <a:pt x="133" y="1094"/>
                  </a:lnTo>
                  <a:lnTo>
                    <a:pt x="108" y="1143"/>
                  </a:lnTo>
                  <a:lnTo>
                    <a:pt x="84" y="1193"/>
                  </a:lnTo>
                  <a:lnTo>
                    <a:pt x="63" y="1246"/>
                  </a:lnTo>
                  <a:lnTo>
                    <a:pt x="44" y="1299"/>
                  </a:lnTo>
                  <a:lnTo>
                    <a:pt x="29" y="1353"/>
                  </a:lnTo>
                  <a:lnTo>
                    <a:pt x="16" y="1405"/>
                  </a:lnTo>
                  <a:lnTo>
                    <a:pt x="7" y="1459"/>
                  </a:lnTo>
                  <a:lnTo>
                    <a:pt x="2" y="1512"/>
                  </a:lnTo>
                  <a:lnTo>
                    <a:pt x="0" y="1565"/>
                  </a:lnTo>
                  <a:lnTo>
                    <a:pt x="0" y="3237"/>
                  </a:lnTo>
                  <a:lnTo>
                    <a:pt x="2" y="3287"/>
                  </a:lnTo>
                  <a:lnTo>
                    <a:pt x="7" y="3333"/>
                  </a:lnTo>
                  <a:lnTo>
                    <a:pt x="16" y="3375"/>
                  </a:lnTo>
                  <a:lnTo>
                    <a:pt x="29" y="3413"/>
                  </a:lnTo>
                  <a:lnTo>
                    <a:pt x="44" y="3447"/>
                  </a:lnTo>
                  <a:lnTo>
                    <a:pt x="63" y="3477"/>
                  </a:lnTo>
                  <a:lnTo>
                    <a:pt x="84" y="3502"/>
                  </a:lnTo>
                  <a:lnTo>
                    <a:pt x="108" y="3522"/>
                  </a:lnTo>
                  <a:lnTo>
                    <a:pt x="133" y="3538"/>
                  </a:lnTo>
                  <a:lnTo>
                    <a:pt x="163" y="3549"/>
                  </a:lnTo>
                  <a:lnTo>
                    <a:pt x="193" y="3555"/>
                  </a:lnTo>
                  <a:lnTo>
                    <a:pt x="225" y="3555"/>
                  </a:lnTo>
                  <a:lnTo>
                    <a:pt x="259" y="3550"/>
                  </a:lnTo>
                  <a:lnTo>
                    <a:pt x="294" y="3541"/>
                  </a:lnTo>
                  <a:lnTo>
                    <a:pt x="330" y="3524"/>
                  </a:lnTo>
                  <a:lnTo>
                    <a:pt x="368" y="3503"/>
                  </a:lnTo>
                  <a:lnTo>
                    <a:pt x="1594" y="2722"/>
                  </a:lnTo>
                  <a:lnTo>
                    <a:pt x="1632" y="2696"/>
                  </a:lnTo>
                  <a:lnTo>
                    <a:pt x="1668" y="2665"/>
                  </a:lnTo>
                  <a:lnTo>
                    <a:pt x="1703" y="2631"/>
                  </a:lnTo>
                  <a:lnTo>
                    <a:pt x="1737" y="2592"/>
                  </a:lnTo>
                  <a:lnTo>
                    <a:pt x="1769" y="2551"/>
                  </a:lnTo>
                  <a:lnTo>
                    <a:pt x="1799" y="2506"/>
                  </a:lnTo>
                  <a:lnTo>
                    <a:pt x="1829" y="2460"/>
                  </a:lnTo>
                  <a:lnTo>
                    <a:pt x="1854" y="2411"/>
                  </a:lnTo>
                  <a:lnTo>
                    <a:pt x="1878" y="2361"/>
                  </a:lnTo>
                  <a:lnTo>
                    <a:pt x="1899" y="2308"/>
                  </a:lnTo>
                  <a:lnTo>
                    <a:pt x="1918" y="2256"/>
                  </a:lnTo>
                  <a:lnTo>
                    <a:pt x="1933" y="2202"/>
                  </a:lnTo>
                  <a:lnTo>
                    <a:pt x="1946" y="2149"/>
                  </a:lnTo>
                  <a:lnTo>
                    <a:pt x="1955" y="2095"/>
                  </a:lnTo>
                  <a:lnTo>
                    <a:pt x="1960" y="2042"/>
                  </a:lnTo>
                  <a:lnTo>
                    <a:pt x="1962" y="1989"/>
                  </a:lnTo>
                  <a:lnTo>
                    <a:pt x="1962" y="319"/>
                  </a:lnTo>
                  <a:lnTo>
                    <a:pt x="1960" y="269"/>
                  </a:lnTo>
                  <a:lnTo>
                    <a:pt x="1955" y="223"/>
                  </a:lnTo>
                  <a:lnTo>
                    <a:pt x="1946" y="180"/>
                  </a:lnTo>
                  <a:lnTo>
                    <a:pt x="1933" y="143"/>
                  </a:lnTo>
                  <a:lnTo>
                    <a:pt x="1918" y="109"/>
                  </a:lnTo>
                  <a:lnTo>
                    <a:pt x="1899" y="79"/>
                  </a:lnTo>
                  <a:lnTo>
                    <a:pt x="1878" y="54"/>
                  </a:lnTo>
                  <a:lnTo>
                    <a:pt x="1854" y="33"/>
                  </a:lnTo>
                  <a:lnTo>
                    <a:pt x="1829" y="17"/>
                  </a:lnTo>
                  <a:lnTo>
                    <a:pt x="1799" y="7"/>
                  </a:lnTo>
                  <a:lnTo>
                    <a:pt x="1769" y="0"/>
                  </a:lnTo>
                  <a:lnTo>
                    <a:pt x="1737" y="0"/>
                  </a:lnTo>
                  <a:lnTo>
                    <a:pt x="1703" y="4"/>
                  </a:lnTo>
                  <a:lnTo>
                    <a:pt x="1668" y="14"/>
                  </a:lnTo>
                  <a:lnTo>
                    <a:pt x="1632" y="29"/>
                  </a:lnTo>
                  <a:lnTo>
                    <a:pt x="1594" y="50"/>
                  </a:lnTo>
                  <a:close/>
                </a:path>
              </a:pathLst>
            </a:custGeom>
            <a:solidFill>
              <a:srgbClr val="E5E5E5"/>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2129" name="Freeform 47"/>
            <p:cNvSpPr>
              <a:spLocks noEditPoints="1"/>
            </p:cNvSpPr>
            <p:nvPr/>
          </p:nvSpPr>
          <p:spPr bwMode="auto">
            <a:xfrm>
              <a:off x="916" y="1589"/>
              <a:ext cx="697" cy="698"/>
            </a:xfrm>
            <a:custGeom>
              <a:avLst/>
              <a:gdLst>
                <a:gd name="T0" fmla="*/ 16 w 3485"/>
                <a:gd name="T1" fmla="*/ 0 h 3490"/>
                <a:gd name="T2" fmla="*/ 17 w 3485"/>
                <a:gd name="T3" fmla="*/ 2 h 3490"/>
                <a:gd name="T4" fmla="*/ 17 w 3485"/>
                <a:gd name="T5" fmla="*/ 3 h 3490"/>
                <a:gd name="T6" fmla="*/ 14 w 3485"/>
                <a:gd name="T7" fmla="*/ 4 h 3490"/>
                <a:gd name="T8" fmla="*/ 12 w 3485"/>
                <a:gd name="T9" fmla="*/ 4 h 3490"/>
                <a:gd name="T10" fmla="*/ 11 w 3485"/>
                <a:gd name="T11" fmla="*/ 2 h 3490"/>
                <a:gd name="T12" fmla="*/ 11 w 3485"/>
                <a:gd name="T13" fmla="*/ 1 h 3490"/>
                <a:gd name="T14" fmla="*/ 14 w 3485"/>
                <a:gd name="T15" fmla="*/ 0 h 3490"/>
                <a:gd name="T16" fmla="*/ 3 w 3485"/>
                <a:gd name="T17" fmla="*/ 7 h 3490"/>
                <a:gd name="T18" fmla="*/ 4 w 3485"/>
                <a:gd name="T19" fmla="*/ 9 h 3490"/>
                <a:gd name="T20" fmla="*/ 3 w 3485"/>
                <a:gd name="T21" fmla="*/ 12 h 3490"/>
                <a:gd name="T22" fmla="*/ 2 w 3485"/>
                <a:gd name="T23" fmla="*/ 13 h 3490"/>
                <a:gd name="T24" fmla="*/ 1 w 3485"/>
                <a:gd name="T25" fmla="*/ 12 h 3490"/>
                <a:gd name="T26" fmla="*/ 0 w 3485"/>
                <a:gd name="T27" fmla="*/ 10 h 3490"/>
                <a:gd name="T28" fmla="*/ 0 w 3485"/>
                <a:gd name="T29" fmla="*/ 8 h 3490"/>
                <a:gd name="T30" fmla="*/ 2 w 3485"/>
                <a:gd name="T31" fmla="*/ 6 h 3490"/>
                <a:gd name="T32" fmla="*/ 10 w 3485"/>
                <a:gd name="T33" fmla="*/ 20 h 3490"/>
                <a:gd name="T34" fmla="*/ 11 w 3485"/>
                <a:gd name="T35" fmla="*/ 22 h 3490"/>
                <a:gd name="T36" fmla="*/ 11 w 3485"/>
                <a:gd name="T37" fmla="*/ 25 h 3490"/>
                <a:gd name="T38" fmla="*/ 10 w 3485"/>
                <a:gd name="T39" fmla="*/ 27 h 3490"/>
                <a:gd name="T40" fmla="*/ 8 w 3485"/>
                <a:gd name="T41" fmla="*/ 26 h 3490"/>
                <a:gd name="T42" fmla="*/ 7 w 3485"/>
                <a:gd name="T43" fmla="*/ 24 h 3490"/>
                <a:gd name="T44" fmla="*/ 7 w 3485"/>
                <a:gd name="T45" fmla="*/ 22 h 3490"/>
                <a:gd name="T46" fmla="*/ 8 w 3485"/>
                <a:gd name="T47" fmla="*/ 20 h 3490"/>
                <a:gd name="T48" fmla="*/ 20 w 3485"/>
                <a:gd name="T49" fmla="*/ 21 h 3490"/>
                <a:gd name="T50" fmla="*/ 21 w 3485"/>
                <a:gd name="T51" fmla="*/ 23 h 3490"/>
                <a:gd name="T52" fmla="*/ 21 w 3485"/>
                <a:gd name="T53" fmla="*/ 26 h 3490"/>
                <a:gd name="T54" fmla="*/ 20 w 3485"/>
                <a:gd name="T55" fmla="*/ 28 h 3490"/>
                <a:gd name="T56" fmla="*/ 18 w 3485"/>
                <a:gd name="T57" fmla="*/ 28 h 3490"/>
                <a:gd name="T58" fmla="*/ 17 w 3485"/>
                <a:gd name="T59" fmla="*/ 26 h 3490"/>
                <a:gd name="T60" fmla="*/ 17 w 3485"/>
                <a:gd name="T61" fmla="*/ 23 h 3490"/>
                <a:gd name="T62" fmla="*/ 18 w 3485"/>
                <a:gd name="T63" fmla="*/ 21 h 3490"/>
                <a:gd name="T64" fmla="*/ 19 w 3485"/>
                <a:gd name="T65" fmla="*/ 11 h 3490"/>
                <a:gd name="T66" fmla="*/ 20 w 3485"/>
                <a:gd name="T67" fmla="*/ 13 h 3490"/>
                <a:gd name="T68" fmla="*/ 21 w 3485"/>
                <a:gd name="T69" fmla="*/ 15 h 3490"/>
                <a:gd name="T70" fmla="*/ 20 w 3485"/>
                <a:gd name="T71" fmla="*/ 17 h 3490"/>
                <a:gd name="T72" fmla="*/ 18 w 3485"/>
                <a:gd name="T73" fmla="*/ 17 h 3490"/>
                <a:gd name="T74" fmla="*/ 17 w 3485"/>
                <a:gd name="T75" fmla="*/ 16 h 3490"/>
                <a:gd name="T76" fmla="*/ 17 w 3485"/>
                <a:gd name="T77" fmla="*/ 13 h 3490"/>
                <a:gd name="T78" fmla="*/ 18 w 3485"/>
                <a:gd name="T79" fmla="*/ 11 h 3490"/>
                <a:gd name="T80" fmla="*/ 26 w 3485"/>
                <a:gd name="T81" fmla="*/ 7 h 3490"/>
                <a:gd name="T82" fmla="*/ 27 w 3485"/>
                <a:gd name="T83" fmla="*/ 8 h 3490"/>
                <a:gd name="T84" fmla="*/ 27 w 3485"/>
                <a:gd name="T85" fmla="*/ 11 h 3490"/>
                <a:gd name="T86" fmla="*/ 26 w 3485"/>
                <a:gd name="T87" fmla="*/ 13 h 3490"/>
                <a:gd name="T88" fmla="*/ 25 w 3485"/>
                <a:gd name="T89" fmla="*/ 13 h 3490"/>
                <a:gd name="T90" fmla="*/ 24 w 3485"/>
                <a:gd name="T91" fmla="*/ 12 h 3490"/>
                <a:gd name="T92" fmla="*/ 24 w 3485"/>
                <a:gd name="T93" fmla="*/ 9 h 3490"/>
                <a:gd name="T94" fmla="*/ 24 w 3485"/>
                <a:gd name="T95" fmla="*/ 7 h 3490"/>
                <a:gd name="T96" fmla="*/ 26 w 3485"/>
                <a:gd name="T97" fmla="*/ 17 h 3490"/>
                <a:gd name="T98" fmla="*/ 27 w 3485"/>
                <a:gd name="T99" fmla="*/ 18 h 3490"/>
                <a:gd name="T100" fmla="*/ 28 w 3485"/>
                <a:gd name="T101" fmla="*/ 21 h 3490"/>
                <a:gd name="T102" fmla="*/ 27 w 3485"/>
                <a:gd name="T103" fmla="*/ 23 h 3490"/>
                <a:gd name="T104" fmla="*/ 26 w 3485"/>
                <a:gd name="T105" fmla="*/ 24 h 3490"/>
                <a:gd name="T106" fmla="*/ 24 w 3485"/>
                <a:gd name="T107" fmla="*/ 23 h 3490"/>
                <a:gd name="T108" fmla="*/ 24 w 3485"/>
                <a:gd name="T109" fmla="*/ 20 h 3490"/>
                <a:gd name="T110" fmla="*/ 25 w 3485"/>
                <a:gd name="T111" fmla="*/ 18 h 3490"/>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w 3485"/>
                <a:gd name="T169" fmla="*/ 0 h 3490"/>
                <a:gd name="T170" fmla="*/ 3485 w 3485"/>
                <a:gd name="T171" fmla="*/ 3490 h 3490"/>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T168" t="T169" r="T170" b="T171"/>
              <a:pathLst>
                <a:path w="3485" h="3490">
                  <a:moveTo>
                    <a:pt x="1754" y="0"/>
                  </a:moveTo>
                  <a:lnTo>
                    <a:pt x="1797" y="2"/>
                  </a:lnTo>
                  <a:lnTo>
                    <a:pt x="1840" y="5"/>
                  </a:lnTo>
                  <a:lnTo>
                    <a:pt x="1881" y="12"/>
                  </a:lnTo>
                  <a:lnTo>
                    <a:pt x="1921" y="20"/>
                  </a:lnTo>
                  <a:lnTo>
                    <a:pt x="1959" y="31"/>
                  </a:lnTo>
                  <a:lnTo>
                    <a:pt x="1994" y="44"/>
                  </a:lnTo>
                  <a:lnTo>
                    <a:pt x="2028" y="59"/>
                  </a:lnTo>
                  <a:lnTo>
                    <a:pt x="2058" y="74"/>
                  </a:lnTo>
                  <a:lnTo>
                    <a:pt x="2086" y="93"/>
                  </a:lnTo>
                  <a:lnTo>
                    <a:pt x="2111" y="113"/>
                  </a:lnTo>
                  <a:lnTo>
                    <a:pt x="2132" y="133"/>
                  </a:lnTo>
                  <a:lnTo>
                    <a:pt x="2151" y="155"/>
                  </a:lnTo>
                  <a:lnTo>
                    <a:pt x="2165" y="179"/>
                  </a:lnTo>
                  <a:lnTo>
                    <a:pt x="2175" y="203"/>
                  </a:lnTo>
                  <a:lnTo>
                    <a:pt x="2182" y="229"/>
                  </a:lnTo>
                  <a:lnTo>
                    <a:pt x="2185" y="255"/>
                  </a:lnTo>
                  <a:lnTo>
                    <a:pt x="2182" y="281"/>
                  </a:lnTo>
                  <a:lnTo>
                    <a:pt x="2175" y="305"/>
                  </a:lnTo>
                  <a:lnTo>
                    <a:pt x="2165" y="330"/>
                  </a:lnTo>
                  <a:lnTo>
                    <a:pt x="2151" y="353"/>
                  </a:lnTo>
                  <a:lnTo>
                    <a:pt x="2132" y="376"/>
                  </a:lnTo>
                  <a:lnTo>
                    <a:pt x="2111" y="397"/>
                  </a:lnTo>
                  <a:lnTo>
                    <a:pt x="2086" y="417"/>
                  </a:lnTo>
                  <a:lnTo>
                    <a:pt x="2058" y="434"/>
                  </a:lnTo>
                  <a:lnTo>
                    <a:pt x="2028" y="451"/>
                  </a:lnTo>
                  <a:lnTo>
                    <a:pt x="1994" y="466"/>
                  </a:lnTo>
                  <a:lnTo>
                    <a:pt x="1959" y="479"/>
                  </a:lnTo>
                  <a:lnTo>
                    <a:pt x="1921" y="489"/>
                  </a:lnTo>
                  <a:lnTo>
                    <a:pt x="1881" y="498"/>
                  </a:lnTo>
                  <a:lnTo>
                    <a:pt x="1840" y="505"/>
                  </a:lnTo>
                  <a:lnTo>
                    <a:pt x="1797" y="508"/>
                  </a:lnTo>
                  <a:lnTo>
                    <a:pt x="1754" y="509"/>
                  </a:lnTo>
                  <a:lnTo>
                    <a:pt x="1710" y="508"/>
                  </a:lnTo>
                  <a:lnTo>
                    <a:pt x="1667" y="505"/>
                  </a:lnTo>
                  <a:lnTo>
                    <a:pt x="1626" y="498"/>
                  </a:lnTo>
                  <a:lnTo>
                    <a:pt x="1586" y="489"/>
                  </a:lnTo>
                  <a:lnTo>
                    <a:pt x="1548" y="479"/>
                  </a:lnTo>
                  <a:lnTo>
                    <a:pt x="1512" y="466"/>
                  </a:lnTo>
                  <a:lnTo>
                    <a:pt x="1479" y="451"/>
                  </a:lnTo>
                  <a:lnTo>
                    <a:pt x="1449" y="434"/>
                  </a:lnTo>
                  <a:lnTo>
                    <a:pt x="1421" y="417"/>
                  </a:lnTo>
                  <a:lnTo>
                    <a:pt x="1395" y="397"/>
                  </a:lnTo>
                  <a:lnTo>
                    <a:pt x="1374" y="376"/>
                  </a:lnTo>
                  <a:lnTo>
                    <a:pt x="1355" y="353"/>
                  </a:lnTo>
                  <a:lnTo>
                    <a:pt x="1341" y="330"/>
                  </a:lnTo>
                  <a:lnTo>
                    <a:pt x="1331" y="305"/>
                  </a:lnTo>
                  <a:lnTo>
                    <a:pt x="1324" y="281"/>
                  </a:lnTo>
                  <a:lnTo>
                    <a:pt x="1321" y="255"/>
                  </a:lnTo>
                  <a:lnTo>
                    <a:pt x="1324" y="229"/>
                  </a:lnTo>
                  <a:lnTo>
                    <a:pt x="1331" y="203"/>
                  </a:lnTo>
                  <a:lnTo>
                    <a:pt x="1341" y="179"/>
                  </a:lnTo>
                  <a:lnTo>
                    <a:pt x="1355" y="155"/>
                  </a:lnTo>
                  <a:lnTo>
                    <a:pt x="1374" y="133"/>
                  </a:lnTo>
                  <a:lnTo>
                    <a:pt x="1395" y="113"/>
                  </a:lnTo>
                  <a:lnTo>
                    <a:pt x="1421" y="93"/>
                  </a:lnTo>
                  <a:lnTo>
                    <a:pt x="1449" y="74"/>
                  </a:lnTo>
                  <a:lnTo>
                    <a:pt x="1479" y="59"/>
                  </a:lnTo>
                  <a:lnTo>
                    <a:pt x="1512" y="44"/>
                  </a:lnTo>
                  <a:lnTo>
                    <a:pt x="1548" y="31"/>
                  </a:lnTo>
                  <a:lnTo>
                    <a:pt x="1586" y="20"/>
                  </a:lnTo>
                  <a:lnTo>
                    <a:pt x="1626" y="12"/>
                  </a:lnTo>
                  <a:lnTo>
                    <a:pt x="1667" y="5"/>
                  </a:lnTo>
                  <a:lnTo>
                    <a:pt x="1710" y="2"/>
                  </a:lnTo>
                  <a:lnTo>
                    <a:pt x="1754" y="0"/>
                  </a:lnTo>
                  <a:close/>
                  <a:moveTo>
                    <a:pt x="239" y="786"/>
                  </a:moveTo>
                  <a:lnTo>
                    <a:pt x="263" y="788"/>
                  </a:lnTo>
                  <a:lnTo>
                    <a:pt x="287" y="794"/>
                  </a:lnTo>
                  <a:lnTo>
                    <a:pt x="309" y="805"/>
                  </a:lnTo>
                  <a:lnTo>
                    <a:pt x="331" y="819"/>
                  </a:lnTo>
                  <a:lnTo>
                    <a:pt x="352" y="836"/>
                  </a:lnTo>
                  <a:lnTo>
                    <a:pt x="372" y="857"/>
                  </a:lnTo>
                  <a:lnTo>
                    <a:pt x="390" y="882"/>
                  </a:lnTo>
                  <a:lnTo>
                    <a:pt x="407" y="909"/>
                  </a:lnTo>
                  <a:lnTo>
                    <a:pt x="423" y="940"/>
                  </a:lnTo>
                  <a:lnTo>
                    <a:pt x="437" y="971"/>
                  </a:lnTo>
                  <a:lnTo>
                    <a:pt x="448" y="1006"/>
                  </a:lnTo>
                  <a:lnTo>
                    <a:pt x="459" y="1043"/>
                  </a:lnTo>
                  <a:lnTo>
                    <a:pt x="467" y="1081"/>
                  </a:lnTo>
                  <a:lnTo>
                    <a:pt x="473" y="1121"/>
                  </a:lnTo>
                  <a:lnTo>
                    <a:pt x="476" y="1163"/>
                  </a:lnTo>
                  <a:lnTo>
                    <a:pt x="478" y="1206"/>
                  </a:lnTo>
                  <a:lnTo>
                    <a:pt x="476" y="1248"/>
                  </a:lnTo>
                  <a:lnTo>
                    <a:pt x="473" y="1290"/>
                  </a:lnTo>
                  <a:lnTo>
                    <a:pt x="467" y="1330"/>
                  </a:lnTo>
                  <a:lnTo>
                    <a:pt x="459" y="1367"/>
                  </a:lnTo>
                  <a:lnTo>
                    <a:pt x="448" y="1405"/>
                  </a:lnTo>
                  <a:lnTo>
                    <a:pt x="437" y="1439"/>
                  </a:lnTo>
                  <a:lnTo>
                    <a:pt x="423" y="1472"/>
                  </a:lnTo>
                  <a:lnTo>
                    <a:pt x="407" y="1501"/>
                  </a:lnTo>
                  <a:lnTo>
                    <a:pt x="390" y="1528"/>
                  </a:lnTo>
                  <a:lnTo>
                    <a:pt x="372" y="1553"/>
                  </a:lnTo>
                  <a:lnTo>
                    <a:pt x="352" y="1574"/>
                  </a:lnTo>
                  <a:lnTo>
                    <a:pt x="331" y="1591"/>
                  </a:lnTo>
                  <a:lnTo>
                    <a:pt x="309" y="1605"/>
                  </a:lnTo>
                  <a:lnTo>
                    <a:pt x="287" y="1616"/>
                  </a:lnTo>
                  <a:lnTo>
                    <a:pt x="263" y="1622"/>
                  </a:lnTo>
                  <a:lnTo>
                    <a:pt x="239" y="1624"/>
                  </a:lnTo>
                  <a:lnTo>
                    <a:pt x="214" y="1622"/>
                  </a:lnTo>
                  <a:lnTo>
                    <a:pt x="191" y="1616"/>
                  </a:lnTo>
                  <a:lnTo>
                    <a:pt x="168" y="1605"/>
                  </a:lnTo>
                  <a:lnTo>
                    <a:pt x="146" y="1591"/>
                  </a:lnTo>
                  <a:lnTo>
                    <a:pt x="125" y="1574"/>
                  </a:lnTo>
                  <a:lnTo>
                    <a:pt x="105" y="1553"/>
                  </a:lnTo>
                  <a:lnTo>
                    <a:pt x="87" y="1528"/>
                  </a:lnTo>
                  <a:lnTo>
                    <a:pt x="70" y="1501"/>
                  </a:lnTo>
                  <a:lnTo>
                    <a:pt x="55" y="1472"/>
                  </a:lnTo>
                  <a:lnTo>
                    <a:pt x="41" y="1439"/>
                  </a:lnTo>
                  <a:lnTo>
                    <a:pt x="29" y="1405"/>
                  </a:lnTo>
                  <a:lnTo>
                    <a:pt x="18" y="1367"/>
                  </a:lnTo>
                  <a:lnTo>
                    <a:pt x="10" y="1330"/>
                  </a:lnTo>
                  <a:lnTo>
                    <a:pt x="4" y="1290"/>
                  </a:lnTo>
                  <a:lnTo>
                    <a:pt x="1" y="1248"/>
                  </a:lnTo>
                  <a:lnTo>
                    <a:pt x="0" y="1206"/>
                  </a:lnTo>
                  <a:lnTo>
                    <a:pt x="1" y="1163"/>
                  </a:lnTo>
                  <a:lnTo>
                    <a:pt x="4" y="1121"/>
                  </a:lnTo>
                  <a:lnTo>
                    <a:pt x="10" y="1081"/>
                  </a:lnTo>
                  <a:lnTo>
                    <a:pt x="18" y="1043"/>
                  </a:lnTo>
                  <a:lnTo>
                    <a:pt x="29" y="1006"/>
                  </a:lnTo>
                  <a:lnTo>
                    <a:pt x="41" y="971"/>
                  </a:lnTo>
                  <a:lnTo>
                    <a:pt x="55" y="940"/>
                  </a:lnTo>
                  <a:lnTo>
                    <a:pt x="70" y="909"/>
                  </a:lnTo>
                  <a:lnTo>
                    <a:pt x="87" y="882"/>
                  </a:lnTo>
                  <a:lnTo>
                    <a:pt x="105" y="857"/>
                  </a:lnTo>
                  <a:lnTo>
                    <a:pt x="125" y="836"/>
                  </a:lnTo>
                  <a:lnTo>
                    <a:pt x="146" y="819"/>
                  </a:lnTo>
                  <a:lnTo>
                    <a:pt x="168" y="805"/>
                  </a:lnTo>
                  <a:lnTo>
                    <a:pt x="191" y="794"/>
                  </a:lnTo>
                  <a:lnTo>
                    <a:pt x="214" y="788"/>
                  </a:lnTo>
                  <a:lnTo>
                    <a:pt x="239" y="786"/>
                  </a:lnTo>
                  <a:close/>
                  <a:moveTo>
                    <a:pt x="1119" y="2495"/>
                  </a:moveTo>
                  <a:lnTo>
                    <a:pt x="1143" y="2498"/>
                  </a:lnTo>
                  <a:lnTo>
                    <a:pt x="1167" y="2504"/>
                  </a:lnTo>
                  <a:lnTo>
                    <a:pt x="1190" y="2514"/>
                  </a:lnTo>
                  <a:lnTo>
                    <a:pt x="1211" y="2528"/>
                  </a:lnTo>
                  <a:lnTo>
                    <a:pt x="1232" y="2546"/>
                  </a:lnTo>
                  <a:lnTo>
                    <a:pt x="1252" y="2567"/>
                  </a:lnTo>
                  <a:lnTo>
                    <a:pt x="1271" y="2592"/>
                  </a:lnTo>
                  <a:lnTo>
                    <a:pt x="1288" y="2618"/>
                  </a:lnTo>
                  <a:lnTo>
                    <a:pt x="1304" y="2648"/>
                  </a:lnTo>
                  <a:lnTo>
                    <a:pt x="1318" y="2681"/>
                  </a:lnTo>
                  <a:lnTo>
                    <a:pt x="1329" y="2715"/>
                  </a:lnTo>
                  <a:lnTo>
                    <a:pt x="1340" y="2752"/>
                  </a:lnTo>
                  <a:lnTo>
                    <a:pt x="1348" y="2790"/>
                  </a:lnTo>
                  <a:lnTo>
                    <a:pt x="1354" y="2830"/>
                  </a:lnTo>
                  <a:lnTo>
                    <a:pt x="1358" y="2872"/>
                  </a:lnTo>
                  <a:lnTo>
                    <a:pt x="1359" y="2914"/>
                  </a:lnTo>
                  <a:lnTo>
                    <a:pt x="1358" y="2956"/>
                  </a:lnTo>
                  <a:lnTo>
                    <a:pt x="1354" y="2998"/>
                  </a:lnTo>
                  <a:lnTo>
                    <a:pt x="1348" y="3038"/>
                  </a:lnTo>
                  <a:lnTo>
                    <a:pt x="1340" y="3077"/>
                  </a:lnTo>
                  <a:lnTo>
                    <a:pt x="1329" y="3113"/>
                  </a:lnTo>
                  <a:lnTo>
                    <a:pt x="1318" y="3147"/>
                  </a:lnTo>
                  <a:lnTo>
                    <a:pt x="1304" y="3180"/>
                  </a:lnTo>
                  <a:lnTo>
                    <a:pt x="1288" y="3209"/>
                  </a:lnTo>
                  <a:lnTo>
                    <a:pt x="1271" y="3238"/>
                  </a:lnTo>
                  <a:lnTo>
                    <a:pt x="1252" y="3261"/>
                  </a:lnTo>
                  <a:lnTo>
                    <a:pt x="1232" y="3282"/>
                  </a:lnTo>
                  <a:lnTo>
                    <a:pt x="1211" y="3301"/>
                  </a:lnTo>
                  <a:lnTo>
                    <a:pt x="1190" y="3315"/>
                  </a:lnTo>
                  <a:lnTo>
                    <a:pt x="1167" y="3325"/>
                  </a:lnTo>
                  <a:lnTo>
                    <a:pt x="1143" y="3331"/>
                  </a:lnTo>
                  <a:lnTo>
                    <a:pt x="1119" y="3334"/>
                  </a:lnTo>
                  <a:lnTo>
                    <a:pt x="1094" y="3331"/>
                  </a:lnTo>
                  <a:lnTo>
                    <a:pt x="1070" y="3325"/>
                  </a:lnTo>
                  <a:lnTo>
                    <a:pt x="1048" y="3315"/>
                  </a:lnTo>
                  <a:lnTo>
                    <a:pt x="1026" y="3301"/>
                  </a:lnTo>
                  <a:lnTo>
                    <a:pt x="1005" y="3282"/>
                  </a:lnTo>
                  <a:lnTo>
                    <a:pt x="985" y="3261"/>
                  </a:lnTo>
                  <a:lnTo>
                    <a:pt x="967" y="3238"/>
                  </a:lnTo>
                  <a:lnTo>
                    <a:pt x="950" y="3209"/>
                  </a:lnTo>
                  <a:lnTo>
                    <a:pt x="935" y="3180"/>
                  </a:lnTo>
                  <a:lnTo>
                    <a:pt x="921" y="3147"/>
                  </a:lnTo>
                  <a:lnTo>
                    <a:pt x="909" y="3113"/>
                  </a:lnTo>
                  <a:lnTo>
                    <a:pt x="898" y="3077"/>
                  </a:lnTo>
                  <a:lnTo>
                    <a:pt x="890" y="3038"/>
                  </a:lnTo>
                  <a:lnTo>
                    <a:pt x="884" y="2998"/>
                  </a:lnTo>
                  <a:lnTo>
                    <a:pt x="881" y="2956"/>
                  </a:lnTo>
                  <a:lnTo>
                    <a:pt x="880" y="2914"/>
                  </a:lnTo>
                  <a:lnTo>
                    <a:pt x="881" y="2872"/>
                  </a:lnTo>
                  <a:lnTo>
                    <a:pt x="884" y="2830"/>
                  </a:lnTo>
                  <a:lnTo>
                    <a:pt x="890" y="2790"/>
                  </a:lnTo>
                  <a:lnTo>
                    <a:pt x="898" y="2752"/>
                  </a:lnTo>
                  <a:lnTo>
                    <a:pt x="909" y="2715"/>
                  </a:lnTo>
                  <a:lnTo>
                    <a:pt x="921" y="2681"/>
                  </a:lnTo>
                  <a:lnTo>
                    <a:pt x="935" y="2648"/>
                  </a:lnTo>
                  <a:lnTo>
                    <a:pt x="950" y="2618"/>
                  </a:lnTo>
                  <a:lnTo>
                    <a:pt x="967" y="2592"/>
                  </a:lnTo>
                  <a:lnTo>
                    <a:pt x="985" y="2567"/>
                  </a:lnTo>
                  <a:lnTo>
                    <a:pt x="1005" y="2546"/>
                  </a:lnTo>
                  <a:lnTo>
                    <a:pt x="1026" y="2528"/>
                  </a:lnTo>
                  <a:lnTo>
                    <a:pt x="1048" y="2514"/>
                  </a:lnTo>
                  <a:lnTo>
                    <a:pt x="1070" y="2504"/>
                  </a:lnTo>
                  <a:lnTo>
                    <a:pt x="1094" y="2498"/>
                  </a:lnTo>
                  <a:lnTo>
                    <a:pt x="1119" y="2495"/>
                  </a:lnTo>
                  <a:close/>
                  <a:moveTo>
                    <a:pt x="2380" y="2651"/>
                  </a:moveTo>
                  <a:lnTo>
                    <a:pt x="2405" y="2654"/>
                  </a:lnTo>
                  <a:lnTo>
                    <a:pt x="2428" y="2660"/>
                  </a:lnTo>
                  <a:lnTo>
                    <a:pt x="2452" y="2670"/>
                  </a:lnTo>
                  <a:lnTo>
                    <a:pt x="2473" y="2684"/>
                  </a:lnTo>
                  <a:lnTo>
                    <a:pt x="2494" y="2703"/>
                  </a:lnTo>
                  <a:lnTo>
                    <a:pt x="2514" y="2724"/>
                  </a:lnTo>
                  <a:lnTo>
                    <a:pt x="2533" y="2747"/>
                  </a:lnTo>
                  <a:lnTo>
                    <a:pt x="2550" y="2774"/>
                  </a:lnTo>
                  <a:lnTo>
                    <a:pt x="2565" y="2805"/>
                  </a:lnTo>
                  <a:lnTo>
                    <a:pt x="2580" y="2838"/>
                  </a:lnTo>
                  <a:lnTo>
                    <a:pt x="2591" y="2872"/>
                  </a:lnTo>
                  <a:lnTo>
                    <a:pt x="2602" y="2908"/>
                  </a:lnTo>
                  <a:lnTo>
                    <a:pt x="2610" y="2947"/>
                  </a:lnTo>
                  <a:lnTo>
                    <a:pt x="2616" y="2987"/>
                  </a:lnTo>
                  <a:lnTo>
                    <a:pt x="2619" y="3029"/>
                  </a:lnTo>
                  <a:lnTo>
                    <a:pt x="2621" y="3071"/>
                  </a:lnTo>
                  <a:lnTo>
                    <a:pt x="2619" y="3113"/>
                  </a:lnTo>
                  <a:lnTo>
                    <a:pt x="2616" y="3155"/>
                  </a:lnTo>
                  <a:lnTo>
                    <a:pt x="2610" y="3195"/>
                  </a:lnTo>
                  <a:lnTo>
                    <a:pt x="2602" y="3233"/>
                  </a:lnTo>
                  <a:lnTo>
                    <a:pt x="2591" y="3270"/>
                  </a:lnTo>
                  <a:lnTo>
                    <a:pt x="2580" y="3304"/>
                  </a:lnTo>
                  <a:lnTo>
                    <a:pt x="2565" y="3337"/>
                  </a:lnTo>
                  <a:lnTo>
                    <a:pt x="2550" y="3367"/>
                  </a:lnTo>
                  <a:lnTo>
                    <a:pt x="2533" y="3393"/>
                  </a:lnTo>
                  <a:lnTo>
                    <a:pt x="2514" y="3418"/>
                  </a:lnTo>
                  <a:lnTo>
                    <a:pt x="2494" y="3439"/>
                  </a:lnTo>
                  <a:lnTo>
                    <a:pt x="2473" y="3457"/>
                  </a:lnTo>
                  <a:lnTo>
                    <a:pt x="2452" y="3471"/>
                  </a:lnTo>
                  <a:lnTo>
                    <a:pt x="2428" y="3481"/>
                  </a:lnTo>
                  <a:lnTo>
                    <a:pt x="2405" y="3487"/>
                  </a:lnTo>
                  <a:lnTo>
                    <a:pt x="2380" y="3490"/>
                  </a:lnTo>
                  <a:lnTo>
                    <a:pt x="2356" y="3487"/>
                  </a:lnTo>
                  <a:lnTo>
                    <a:pt x="2332" y="3481"/>
                  </a:lnTo>
                  <a:lnTo>
                    <a:pt x="2310" y="3471"/>
                  </a:lnTo>
                  <a:lnTo>
                    <a:pt x="2288" y="3457"/>
                  </a:lnTo>
                  <a:lnTo>
                    <a:pt x="2267" y="3439"/>
                  </a:lnTo>
                  <a:lnTo>
                    <a:pt x="2248" y="3418"/>
                  </a:lnTo>
                  <a:lnTo>
                    <a:pt x="2229" y="3393"/>
                  </a:lnTo>
                  <a:lnTo>
                    <a:pt x="2212" y="3367"/>
                  </a:lnTo>
                  <a:lnTo>
                    <a:pt x="2196" y="3337"/>
                  </a:lnTo>
                  <a:lnTo>
                    <a:pt x="2182" y="3304"/>
                  </a:lnTo>
                  <a:lnTo>
                    <a:pt x="2171" y="3270"/>
                  </a:lnTo>
                  <a:lnTo>
                    <a:pt x="2160" y="3233"/>
                  </a:lnTo>
                  <a:lnTo>
                    <a:pt x="2152" y="3195"/>
                  </a:lnTo>
                  <a:lnTo>
                    <a:pt x="2146" y="3155"/>
                  </a:lnTo>
                  <a:lnTo>
                    <a:pt x="2142" y="3113"/>
                  </a:lnTo>
                  <a:lnTo>
                    <a:pt x="2141" y="3071"/>
                  </a:lnTo>
                  <a:lnTo>
                    <a:pt x="2142" y="3029"/>
                  </a:lnTo>
                  <a:lnTo>
                    <a:pt x="2146" y="2987"/>
                  </a:lnTo>
                  <a:lnTo>
                    <a:pt x="2152" y="2947"/>
                  </a:lnTo>
                  <a:lnTo>
                    <a:pt x="2160" y="2908"/>
                  </a:lnTo>
                  <a:lnTo>
                    <a:pt x="2171" y="2872"/>
                  </a:lnTo>
                  <a:lnTo>
                    <a:pt x="2182" y="2838"/>
                  </a:lnTo>
                  <a:lnTo>
                    <a:pt x="2196" y="2805"/>
                  </a:lnTo>
                  <a:lnTo>
                    <a:pt x="2212" y="2774"/>
                  </a:lnTo>
                  <a:lnTo>
                    <a:pt x="2229" y="2747"/>
                  </a:lnTo>
                  <a:lnTo>
                    <a:pt x="2248" y="2724"/>
                  </a:lnTo>
                  <a:lnTo>
                    <a:pt x="2267" y="2703"/>
                  </a:lnTo>
                  <a:lnTo>
                    <a:pt x="2288" y="2684"/>
                  </a:lnTo>
                  <a:lnTo>
                    <a:pt x="2310" y="2670"/>
                  </a:lnTo>
                  <a:lnTo>
                    <a:pt x="2332" y="2660"/>
                  </a:lnTo>
                  <a:lnTo>
                    <a:pt x="2356" y="2654"/>
                  </a:lnTo>
                  <a:lnTo>
                    <a:pt x="2380" y="2651"/>
                  </a:lnTo>
                  <a:close/>
                  <a:moveTo>
                    <a:pt x="2342" y="1355"/>
                  </a:moveTo>
                  <a:lnTo>
                    <a:pt x="2366" y="1357"/>
                  </a:lnTo>
                  <a:lnTo>
                    <a:pt x="2390" y="1363"/>
                  </a:lnTo>
                  <a:lnTo>
                    <a:pt x="2412" y="1373"/>
                  </a:lnTo>
                  <a:lnTo>
                    <a:pt x="2434" y="1387"/>
                  </a:lnTo>
                  <a:lnTo>
                    <a:pt x="2455" y="1405"/>
                  </a:lnTo>
                  <a:lnTo>
                    <a:pt x="2475" y="1426"/>
                  </a:lnTo>
                  <a:lnTo>
                    <a:pt x="2493" y="1451"/>
                  </a:lnTo>
                  <a:lnTo>
                    <a:pt x="2510" y="1478"/>
                  </a:lnTo>
                  <a:lnTo>
                    <a:pt x="2526" y="1507"/>
                  </a:lnTo>
                  <a:lnTo>
                    <a:pt x="2540" y="1540"/>
                  </a:lnTo>
                  <a:lnTo>
                    <a:pt x="2551" y="1574"/>
                  </a:lnTo>
                  <a:lnTo>
                    <a:pt x="2562" y="1611"/>
                  </a:lnTo>
                  <a:lnTo>
                    <a:pt x="2570" y="1649"/>
                  </a:lnTo>
                  <a:lnTo>
                    <a:pt x="2576" y="1689"/>
                  </a:lnTo>
                  <a:lnTo>
                    <a:pt x="2580" y="1731"/>
                  </a:lnTo>
                  <a:lnTo>
                    <a:pt x="2581" y="1773"/>
                  </a:lnTo>
                  <a:lnTo>
                    <a:pt x="2580" y="1815"/>
                  </a:lnTo>
                  <a:lnTo>
                    <a:pt x="2576" y="1858"/>
                  </a:lnTo>
                  <a:lnTo>
                    <a:pt x="2570" y="1897"/>
                  </a:lnTo>
                  <a:lnTo>
                    <a:pt x="2562" y="1936"/>
                  </a:lnTo>
                  <a:lnTo>
                    <a:pt x="2551" y="1972"/>
                  </a:lnTo>
                  <a:lnTo>
                    <a:pt x="2540" y="2008"/>
                  </a:lnTo>
                  <a:lnTo>
                    <a:pt x="2526" y="2039"/>
                  </a:lnTo>
                  <a:lnTo>
                    <a:pt x="2510" y="2070"/>
                  </a:lnTo>
                  <a:lnTo>
                    <a:pt x="2493" y="2097"/>
                  </a:lnTo>
                  <a:lnTo>
                    <a:pt x="2475" y="2121"/>
                  </a:lnTo>
                  <a:lnTo>
                    <a:pt x="2455" y="2142"/>
                  </a:lnTo>
                  <a:lnTo>
                    <a:pt x="2434" y="2160"/>
                  </a:lnTo>
                  <a:lnTo>
                    <a:pt x="2412" y="2174"/>
                  </a:lnTo>
                  <a:lnTo>
                    <a:pt x="2390" y="2185"/>
                  </a:lnTo>
                  <a:lnTo>
                    <a:pt x="2366" y="2191"/>
                  </a:lnTo>
                  <a:lnTo>
                    <a:pt x="2342" y="2193"/>
                  </a:lnTo>
                  <a:lnTo>
                    <a:pt x="2317" y="2191"/>
                  </a:lnTo>
                  <a:lnTo>
                    <a:pt x="2294" y="2185"/>
                  </a:lnTo>
                  <a:lnTo>
                    <a:pt x="2270" y="2174"/>
                  </a:lnTo>
                  <a:lnTo>
                    <a:pt x="2249" y="2160"/>
                  </a:lnTo>
                  <a:lnTo>
                    <a:pt x="2228" y="2142"/>
                  </a:lnTo>
                  <a:lnTo>
                    <a:pt x="2208" y="2121"/>
                  </a:lnTo>
                  <a:lnTo>
                    <a:pt x="2189" y="2097"/>
                  </a:lnTo>
                  <a:lnTo>
                    <a:pt x="2173" y="2070"/>
                  </a:lnTo>
                  <a:lnTo>
                    <a:pt x="2157" y="2039"/>
                  </a:lnTo>
                  <a:lnTo>
                    <a:pt x="2142" y="2008"/>
                  </a:lnTo>
                  <a:lnTo>
                    <a:pt x="2131" y="1972"/>
                  </a:lnTo>
                  <a:lnTo>
                    <a:pt x="2120" y="1936"/>
                  </a:lnTo>
                  <a:lnTo>
                    <a:pt x="2112" y="1897"/>
                  </a:lnTo>
                  <a:lnTo>
                    <a:pt x="2106" y="1858"/>
                  </a:lnTo>
                  <a:lnTo>
                    <a:pt x="2103" y="1815"/>
                  </a:lnTo>
                  <a:lnTo>
                    <a:pt x="2101" y="1773"/>
                  </a:lnTo>
                  <a:lnTo>
                    <a:pt x="2103" y="1731"/>
                  </a:lnTo>
                  <a:lnTo>
                    <a:pt x="2106" y="1689"/>
                  </a:lnTo>
                  <a:lnTo>
                    <a:pt x="2112" y="1649"/>
                  </a:lnTo>
                  <a:lnTo>
                    <a:pt x="2120" y="1611"/>
                  </a:lnTo>
                  <a:lnTo>
                    <a:pt x="2131" y="1574"/>
                  </a:lnTo>
                  <a:lnTo>
                    <a:pt x="2142" y="1540"/>
                  </a:lnTo>
                  <a:lnTo>
                    <a:pt x="2157" y="1507"/>
                  </a:lnTo>
                  <a:lnTo>
                    <a:pt x="2173" y="1478"/>
                  </a:lnTo>
                  <a:lnTo>
                    <a:pt x="2189" y="1451"/>
                  </a:lnTo>
                  <a:lnTo>
                    <a:pt x="2208" y="1426"/>
                  </a:lnTo>
                  <a:lnTo>
                    <a:pt x="2228" y="1405"/>
                  </a:lnTo>
                  <a:lnTo>
                    <a:pt x="2249" y="1387"/>
                  </a:lnTo>
                  <a:lnTo>
                    <a:pt x="2270" y="1373"/>
                  </a:lnTo>
                  <a:lnTo>
                    <a:pt x="2294" y="1363"/>
                  </a:lnTo>
                  <a:lnTo>
                    <a:pt x="2317" y="1357"/>
                  </a:lnTo>
                  <a:lnTo>
                    <a:pt x="2342" y="1355"/>
                  </a:lnTo>
                  <a:close/>
                  <a:moveTo>
                    <a:pt x="3179" y="819"/>
                  </a:moveTo>
                  <a:lnTo>
                    <a:pt x="3204" y="821"/>
                  </a:lnTo>
                  <a:lnTo>
                    <a:pt x="3227" y="827"/>
                  </a:lnTo>
                  <a:lnTo>
                    <a:pt x="3250" y="838"/>
                  </a:lnTo>
                  <a:lnTo>
                    <a:pt x="3272" y="852"/>
                  </a:lnTo>
                  <a:lnTo>
                    <a:pt x="3293" y="869"/>
                  </a:lnTo>
                  <a:lnTo>
                    <a:pt x="3312" y="890"/>
                  </a:lnTo>
                  <a:lnTo>
                    <a:pt x="3331" y="915"/>
                  </a:lnTo>
                  <a:lnTo>
                    <a:pt x="3348" y="942"/>
                  </a:lnTo>
                  <a:lnTo>
                    <a:pt x="3363" y="971"/>
                  </a:lnTo>
                  <a:lnTo>
                    <a:pt x="3377" y="1004"/>
                  </a:lnTo>
                  <a:lnTo>
                    <a:pt x="3389" y="1038"/>
                  </a:lnTo>
                  <a:lnTo>
                    <a:pt x="3400" y="1076"/>
                  </a:lnTo>
                  <a:lnTo>
                    <a:pt x="3408" y="1113"/>
                  </a:lnTo>
                  <a:lnTo>
                    <a:pt x="3414" y="1153"/>
                  </a:lnTo>
                  <a:lnTo>
                    <a:pt x="3417" y="1195"/>
                  </a:lnTo>
                  <a:lnTo>
                    <a:pt x="3418" y="1237"/>
                  </a:lnTo>
                  <a:lnTo>
                    <a:pt x="3417" y="1280"/>
                  </a:lnTo>
                  <a:lnTo>
                    <a:pt x="3414" y="1322"/>
                  </a:lnTo>
                  <a:lnTo>
                    <a:pt x="3408" y="1362"/>
                  </a:lnTo>
                  <a:lnTo>
                    <a:pt x="3400" y="1399"/>
                  </a:lnTo>
                  <a:lnTo>
                    <a:pt x="3389" y="1437"/>
                  </a:lnTo>
                  <a:lnTo>
                    <a:pt x="3377" y="1471"/>
                  </a:lnTo>
                  <a:lnTo>
                    <a:pt x="3363" y="1503"/>
                  </a:lnTo>
                  <a:lnTo>
                    <a:pt x="3348" y="1533"/>
                  </a:lnTo>
                  <a:lnTo>
                    <a:pt x="3331" y="1560"/>
                  </a:lnTo>
                  <a:lnTo>
                    <a:pt x="3312" y="1584"/>
                  </a:lnTo>
                  <a:lnTo>
                    <a:pt x="3293" y="1605"/>
                  </a:lnTo>
                  <a:lnTo>
                    <a:pt x="3272" y="1623"/>
                  </a:lnTo>
                  <a:lnTo>
                    <a:pt x="3250" y="1637"/>
                  </a:lnTo>
                  <a:lnTo>
                    <a:pt x="3227" y="1648"/>
                  </a:lnTo>
                  <a:lnTo>
                    <a:pt x="3204" y="1654"/>
                  </a:lnTo>
                  <a:lnTo>
                    <a:pt x="3179" y="1656"/>
                  </a:lnTo>
                  <a:lnTo>
                    <a:pt x="3155" y="1654"/>
                  </a:lnTo>
                  <a:lnTo>
                    <a:pt x="3131" y="1648"/>
                  </a:lnTo>
                  <a:lnTo>
                    <a:pt x="3108" y="1637"/>
                  </a:lnTo>
                  <a:lnTo>
                    <a:pt x="3087" y="1623"/>
                  </a:lnTo>
                  <a:lnTo>
                    <a:pt x="3066" y="1605"/>
                  </a:lnTo>
                  <a:lnTo>
                    <a:pt x="3046" y="1584"/>
                  </a:lnTo>
                  <a:lnTo>
                    <a:pt x="3027" y="1560"/>
                  </a:lnTo>
                  <a:lnTo>
                    <a:pt x="3011" y="1533"/>
                  </a:lnTo>
                  <a:lnTo>
                    <a:pt x="2994" y="1503"/>
                  </a:lnTo>
                  <a:lnTo>
                    <a:pt x="2980" y="1471"/>
                  </a:lnTo>
                  <a:lnTo>
                    <a:pt x="2968" y="1437"/>
                  </a:lnTo>
                  <a:lnTo>
                    <a:pt x="2958" y="1399"/>
                  </a:lnTo>
                  <a:lnTo>
                    <a:pt x="2950" y="1362"/>
                  </a:lnTo>
                  <a:lnTo>
                    <a:pt x="2944" y="1322"/>
                  </a:lnTo>
                  <a:lnTo>
                    <a:pt x="2940" y="1280"/>
                  </a:lnTo>
                  <a:lnTo>
                    <a:pt x="2939" y="1237"/>
                  </a:lnTo>
                  <a:lnTo>
                    <a:pt x="2940" y="1195"/>
                  </a:lnTo>
                  <a:lnTo>
                    <a:pt x="2944" y="1153"/>
                  </a:lnTo>
                  <a:lnTo>
                    <a:pt x="2950" y="1113"/>
                  </a:lnTo>
                  <a:lnTo>
                    <a:pt x="2958" y="1076"/>
                  </a:lnTo>
                  <a:lnTo>
                    <a:pt x="2968" y="1038"/>
                  </a:lnTo>
                  <a:lnTo>
                    <a:pt x="2980" y="1004"/>
                  </a:lnTo>
                  <a:lnTo>
                    <a:pt x="2994" y="971"/>
                  </a:lnTo>
                  <a:lnTo>
                    <a:pt x="3011" y="942"/>
                  </a:lnTo>
                  <a:lnTo>
                    <a:pt x="3027" y="915"/>
                  </a:lnTo>
                  <a:lnTo>
                    <a:pt x="3046" y="890"/>
                  </a:lnTo>
                  <a:lnTo>
                    <a:pt x="3066" y="869"/>
                  </a:lnTo>
                  <a:lnTo>
                    <a:pt x="3087" y="852"/>
                  </a:lnTo>
                  <a:lnTo>
                    <a:pt x="3108" y="838"/>
                  </a:lnTo>
                  <a:lnTo>
                    <a:pt x="3131" y="827"/>
                  </a:lnTo>
                  <a:lnTo>
                    <a:pt x="3155" y="821"/>
                  </a:lnTo>
                  <a:lnTo>
                    <a:pt x="3179" y="819"/>
                  </a:lnTo>
                  <a:close/>
                  <a:moveTo>
                    <a:pt x="3246" y="2144"/>
                  </a:moveTo>
                  <a:lnTo>
                    <a:pt x="3271" y="2146"/>
                  </a:lnTo>
                  <a:lnTo>
                    <a:pt x="3294" y="2152"/>
                  </a:lnTo>
                  <a:lnTo>
                    <a:pt x="3316" y="2162"/>
                  </a:lnTo>
                  <a:lnTo>
                    <a:pt x="3339" y="2176"/>
                  </a:lnTo>
                  <a:lnTo>
                    <a:pt x="3360" y="2194"/>
                  </a:lnTo>
                  <a:lnTo>
                    <a:pt x="3380" y="2215"/>
                  </a:lnTo>
                  <a:lnTo>
                    <a:pt x="3397" y="2240"/>
                  </a:lnTo>
                  <a:lnTo>
                    <a:pt x="3415" y="2267"/>
                  </a:lnTo>
                  <a:lnTo>
                    <a:pt x="3430" y="2296"/>
                  </a:lnTo>
                  <a:lnTo>
                    <a:pt x="3444" y="2329"/>
                  </a:lnTo>
                  <a:lnTo>
                    <a:pt x="3456" y="2363"/>
                  </a:lnTo>
                  <a:lnTo>
                    <a:pt x="3466" y="2400"/>
                  </a:lnTo>
                  <a:lnTo>
                    <a:pt x="3475" y="2438"/>
                  </a:lnTo>
                  <a:lnTo>
                    <a:pt x="3480" y="2478"/>
                  </a:lnTo>
                  <a:lnTo>
                    <a:pt x="3484" y="2520"/>
                  </a:lnTo>
                  <a:lnTo>
                    <a:pt x="3485" y="2562"/>
                  </a:lnTo>
                  <a:lnTo>
                    <a:pt x="3484" y="2604"/>
                  </a:lnTo>
                  <a:lnTo>
                    <a:pt x="3480" y="2647"/>
                  </a:lnTo>
                  <a:lnTo>
                    <a:pt x="3475" y="2686"/>
                  </a:lnTo>
                  <a:lnTo>
                    <a:pt x="3466" y="2725"/>
                  </a:lnTo>
                  <a:lnTo>
                    <a:pt x="3456" y="2762"/>
                  </a:lnTo>
                  <a:lnTo>
                    <a:pt x="3444" y="2796"/>
                  </a:lnTo>
                  <a:lnTo>
                    <a:pt x="3430" y="2828"/>
                  </a:lnTo>
                  <a:lnTo>
                    <a:pt x="3415" y="2858"/>
                  </a:lnTo>
                  <a:lnTo>
                    <a:pt x="3397" y="2886"/>
                  </a:lnTo>
                  <a:lnTo>
                    <a:pt x="3380" y="2909"/>
                  </a:lnTo>
                  <a:lnTo>
                    <a:pt x="3360" y="2930"/>
                  </a:lnTo>
                  <a:lnTo>
                    <a:pt x="3339" y="2949"/>
                  </a:lnTo>
                  <a:lnTo>
                    <a:pt x="3316" y="2963"/>
                  </a:lnTo>
                  <a:lnTo>
                    <a:pt x="3294" y="2974"/>
                  </a:lnTo>
                  <a:lnTo>
                    <a:pt x="3271" y="2980"/>
                  </a:lnTo>
                  <a:lnTo>
                    <a:pt x="3246" y="2982"/>
                  </a:lnTo>
                  <a:lnTo>
                    <a:pt x="3222" y="2980"/>
                  </a:lnTo>
                  <a:lnTo>
                    <a:pt x="3198" y="2974"/>
                  </a:lnTo>
                  <a:lnTo>
                    <a:pt x="3176" y="2963"/>
                  </a:lnTo>
                  <a:lnTo>
                    <a:pt x="3154" y="2949"/>
                  </a:lnTo>
                  <a:lnTo>
                    <a:pt x="3133" y="2930"/>
                  </a:lnTo>
                  <a:lnTo>
                    <a:pt x="3113" y="2909"/>
                  </a:lnTo>
                  <a:lnTo>
                    <a:pt x="3095" y="2886"/>
                  </a:lnTo>
                  <a:lnTo>
                    <a:pt x="3077" y="2858"/>
                  </a:lnTo>
                  <a:lnTo>
                    <a:pt x="3062" y="2828"/>
                  </a:lnTo>
                  <a:lnTo>
                    <a:pt x="3048" y="2796"/>
                  </a:lnTo>
                  <a:lnTo>
                    <a:pt x="3036" y="2762"/>
                  </a:lnTo>
                  <a:lnTo>
                    <a:pt x="3026" y="2725"/>
                  </a:lnTo>
                  <a:lnTo>
                    <a:pt x="3018" y="2686"/>
                  </a:lnTo>
                  <a:lnTo>
                    <a:pt x="3012" y="2647"/>
                  </a:lnTo>
                  <a:lnTo>
                    <a:pt x="3008" y="2604"/>
                  </a:lnTo>
                  <a:lnTo>
                    <a:pt x="3007" y="2562"/>
                  </a:lnTo>
                  <a:lnTo>
                    <a:pt x="3008" y="2520"/>
                  </a:lnTo>
                  <a:lnTo>
                    <a:pt x="3012" y="2478"/>
                  </a:lnTo>
                  <a:lnTo>
                    <a:pt x="3018" y="2438"/>
                  </a:lnTo>
                  <a:lnTo>
                    <a:pt x="3026" y="2400"/>
                  </a:lnTo>
                  <a:lnTo>
                    <a:pt x="3036" y="2363"/>
                  </a:lnTo>
                  <a:lnTo>
                    <a:pt x="3048" y="2329"/>
                  </a:lnTo>
                  <a:lnTo>
                    <a:pt x="3062" y="2296"/>
                  </a:lnTo>
                  <a:lnTo>
                    <a:pt x="3077" y="2267"/>
                  </a:lnTo>
                  <a:lnTo>
                    <a:pt x="3095" y="2240"/>
                  </a:lnTo>
                  <a:lnTo>
                    <a:pt x="3113" y="2215"/>
                  </a:lnTo>
                  <a:lnTo>
                    <a:pt x="3133" y="2194"/>
                  </a:lnTo>
                  <a:lnTo>
                    <a:pt x="3154" y="2176"/>
                  </a:lnTo>
                  <a:lnTo>
                    <a:pt x="3176" y="2162"/>
                  </a:lnTo>
                  <a:lnTo>
                    <a:pt x="3198" y="2152"/>
                  </a:lnTo>
                  <a:lnTo>
                    <a:pt x="3222" y="2146"/>
                  </a:lnTo>
                  <a:lnTo>
                    <a:pt x="3246" y="214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2130" name="Freeform 48"/>
            <p:cNvSpPr>
              <a:spLocks/>
            </p:cNvSpPr>
            <p:nvPr/>
          </p:nvSpPr>
          <p:spPr bwMode="auto">
            <a:xfrm>
              <a:off x="1267" y="1588"/>
              <a:ext cx="87" cy="52"/>
            </a:xfrm>
            <a:custGeom>
              <a:avLst/>
              <a:gdLst>
                <a:gd name="T0" fmla="*/ 3 w 437"/>
                <a:gd name="T1" fmla="*/ 2 h 260"/>
                <a:gd name="T2" fmla="*/ 3 w 437"/>
                <a:gd name="T3" fmla="*/ 2 h 260"/>
                <a:gd name="T4" fmla="*/ 3 w 437"/>
                <a:gd name="T5" fmla="*/ 2 h 260"/>
                <a:gd name="T6" fmla="*/ 3 w 437"/>
                <a:gd name="T7" fmla="*/ 2 h 260"/>
                <a:gd name="T8" fmla="*/ 3 w 437"/>
                <a:gd name="T9" fmla="*/ 1 h 260"/>
                <a:gd name="T10" fmla="*/ 3 w 437"/>
                <a:gd name="T11" fmla="*/ 1 h 260"/>
                <a:gd name="T12" fmla="*/ 3 w 437"/>
                <a:gd name="T13" fmla="*/ 1 h 260"/>
                <a:gd name="T14" fmla="*/ 3 w 437"/>
                <a:gd name="T15" fmla="*/ 1 h 260"/>
                <a:gd name="T16" fmla="*/ 3 w 437"/>
                <a:gd name="T17" fmla="*/ 1 h 260"/>
                <a:gd name="T18" fmla="*/ 2 w 437"/>
                <a:gd name="T19" fmla="*/ 1 h 260"/>
                <a:gd name="T20" fmla="*/ 2 w 437"/>
                <a:gd name="T21" fmla="*/ 0 h 260"/>
                <a:gd name="T22" fmla="*/ 2 w 437"/>
                <a:gd name="T23" fmla="*/ 0 h 260"/>
                <a:gd name="T24" fmla="*/ 2 w 437"/>
                <a:gd name="T25" fmla="*/ 0 h 260"/>
                <a:gd name="T26" fmla="*/ 1 w 437"/>
                <a:gd name="T27" fmla="*/ 0 h 260"/>
                <a:gd name="T28" fmla="*/ 1 w 437"/>
                <a:gd name="T29" fmla="*/ 0 h 260"/>
                <a:gd name="T30" fmla="*/ 1 w 437"/>
                <a:gd name="T31" fmla="*/ 0 h 260"/>
                <a:gd name="T32" fmla="*/ 0 w 437"/>
                <a:gd name="T33" fmla="*/ 0 h 260"/>
                <a:gd name="T34" fmla="*/ 0 w 437"/>
                <a:gd name="T35" fmla="*/ 0 h 260"/>
                <a:gd name="T36" fmla="*/ 0 w 437"/>
                <a:gd name="T37" fmla="*/ 0 h 260"/>
                <a:gd name="T38" fmla="*/ 0 w 437"/>
                <a:gd name="T39" fmla="*/ 0 h 260"/>
                <a:gd name="T40" fmla="*/ 1 w 437"/>
                <a:gd name="T41" fmla="*/ 0 h 260"/>
                <a:gd name="T42" fmla="*/ 1 w 437"/>
                <a:gd name="T43" fmla="*/ 0 h 260"/>
                <a:gd name="T44" fmla="*/ 1 w 437"/>
                <a:gd name="T45" fmla="*/ 0 h 260"/>
                <a:gd name="T46" fmla="*/ 2 w 437"/>
                <a:gd name="T47" fmla="*/ 0 h 260"/>
                <a:gd name="T48" fmla="*/ 2 w 437"/>
                <a:gd name="T49" fmla="*/ 0 h 260"/>
                <a:gd name="T50" fmla="*/ 2 w 437"/>
                <a:gd name="T51" fmla="*/ 1 h 260"/>
                <a:gd name="T52" fmla="*/ 2 w 437"/>
                <a:gd name="T53" fmla="*/ 1 h 260"/>
                <a:gd name="T54" fmla="*/ 3 w 437"/>
                <a:gd name="T55" fmla="*/ 1 h 260"/>
                <a:gd name="T56" fmla="*/ 3 w 437"/>
                <a:gd name="T57" fmla="*/ 1 h 260"/>
                <a:gd name="T58" fmla="*/ 3 w 437"/>
                <a:gd name="T59" fmla="*/ 1 h 260"/>
                <a:gd name="T60" fmla="*/ 3 w 437"/>
                <a:gd name="T61" fmla="*/ 1 h 260"/>
                <a:gd name="T62" fmla="*/ 3 w 437"/>
                <a:gd name="T63" fmla="*/ 1 h 260"/>
                <a:gd name="T64" fmla="*/ 3 w 437"/>
                <a:gd name="T65" fmla="*/ 2 h 260"/>
                <a:gd name="T66" fmla="*/ 3 w 437"/>
                <a:gd name="T67" fmla="*/ 2 h 260"/>
                <a:gd name="T68" fmla="*/ 3 w 437"/>
                <a:gd name="T69" fmla="*/ 2 h 260"/>
                <a:gd name="T70" fmla="*/ 3 w 437"/>
                <a:gd name="T71" fmla="*/ 2 h 260"/>
                <a:gd name="T72" fmla="*/ 3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437" y="260"/>
                  </a:moveTo>
                  <a:lnTo>
                    <a:pt x="437" y="260"/>
                  </a:lnTo>
                  <a:lnTo>
                    <a:pt x="434" y="233"/>
                  </a:lnTo>
                  <a:lnTo>
                    <a:pt x="427" y="206"/>
                  </a:lnTo>
                  <a:lnTo>
                    <a:pt x="417" y="181"/>
                  </a:lnTo>
                  <a:lnTo>
                    <a:pt x="401" y="157"/>
                  </a:lnTo>
                  <a:lnTo>
                    <a:pt x="383" y="133"/>
                  </a:lnTo>
                  <a:lnTo>
                    <a:pt x="360" y="113"/>
                  </a:lnTo>
                  <a:lnTo>
                    <a:pt x="336" y="93"/>
                  </a:lnTo>
                  <a:lnTo>
                    <a:pt x="308" y="73"/>
                  </a:lnTo>
                  <a:lnTo>
                    <a:pt x="276" y="58"/>
                  </a:lnTo>
                  <a:lnTo>
                    <a:pt x="242" y="43"/>
                  </a:lnTo>
                  <a:lnTo>
                    <a:pt x="207" y="30"/>
                  </a:lnTo>
                  <a:lnTo>
                    <a:pt x="168" y="19"/>
                  </a:lnTo>
                  <a:lnTo>
                    <a:pt x="128" y="11"/>
                  </a:lnTo>
                  <a:lnTo>
                    <a:pt x="87" y="4"/>
                  </a:lnTo>
                  <a:lnTo>
                    <a:pt x="43" y="1"/>
                  </a:lnTo>
                  <a:lnTo>
                    <a:pt x="0" y="0"/>
                  </a:lnTo>
                  <a:lnTo>
                    <a:pt x="0" y="11"/>
                  </a:lnTo>
                  <a:lnTo>
                    <a:pt x="43" y="12"/>
                  </a:lnTo>
                  <a:lnTo>
                    <a:pt x="85" y="16"/>
                  </a:lnTo>
                  <a:lnTo>
                    <a:pt x="126" y="23"/>
                  </a:lnTo>
                  <a:lnTo>
                    <a:pt x="166" y="31"/>
                  </a:lnTo>
                  <a:lnTo>
                    <a:pt x="202" y="42"/>
                  </a:lnTo>
                  <a:lnTo>
                    <a:pt x="237" y="55"/>
                  </a:lnTo>
                  <a:lnTo>
                    <a:pt x="271" y="70"/>
                  </a:lnTo>
                  <a:lnTo>
                    <a:pt x="301" y="85"/>
                  </a:lnTo>
                  <a:lnTo>
                    <a:pt x="329" y="103"/>
                  </a:lnTo>
                  <a:lnTo>
                    <a:pt x="353" y="123"/>
                  </a:lnTo>
                  <a:lnTo>
                    <a:pt x="373" y="143"/>
                  </a:lnTo>
                  <a:lnTo>
                    <a:pt x="392" y="164"/>
                  </a:lnTo>
                  <a:lnTo>
                    <a:pt x="405" y="186"/>
                  </a:lnTo>
                  <a:lnTo>
                    <a:pt x="415" y="211"/>
                  </a:lnTo>
                  <a:lnTo>
                    <a:pt x="422" y="235"/>
                  </a:lnTo>
                  <a:lnTo>
                    <a:pt x="425" y="260"/>
                  </a:lnTo>
                  <a:lnTo>
                    <a:pt x="437"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2131" name="Freeform 49"/>
            <p:cNvSpPr>
              <a:spLocks/>
            </p:cNvSpPr>
            <p:nvPr/>
          </p:nvSpPr>
          <p:spPr bwMode="auto">
            <a:xfrm>
              <a:off x="1267" y="1640"/>
              <a:ext cx="87" cy="52"/>
            </a:xfrm>
            <a:custGeom>
              <a:avLst/>
              <a:gdLst>
                <a:gd name="T0" fmla="*/ 0 w 437"/>
                <a:gd name="T1" fmla="*/ 2 h 260"/>
                <a:gd name="T2" fmla="*/ 0 w 437"/>
                <a:gd name="T3" fmla="*/ 2 h 260"/>
                <a:gd name="T4" fmla="*/ 0 w 437"/>
                <a:gd name="T5" fmla="*/ 2 h 260"/>
                <a:gd name="T6" fmla="*/ 1 w 437"/>
                <a:gd name="T7" fmla="*/ 2 h 260"/>
                <a:gd name="T8" fmla="*/ 1 w 437"/>
                <a:gd name="T9" fmla="*/ 2 h 260"/>
                <a:gd name="T10" fmla="*/ 1 w 437"/>
                <a:gd name="T11" fmla="*/ 2 h 260"/>
                <a:gd name="T12" fmla="*/ 2 w 437"/>
                <a:gd name="T13" fmla="*/ 2 h 260"/>
                <a:gd name="T14" fmla="*/ 2 w 437"/>
                <a:gd name="T15" fmla="*/ 2 h 260"/>
                <a:gd name="T16" fmla="*/ 2 w 437"/>
                <a:gd name="T17" fmla="*/ 2 h 260"/>
                <a:gd name="T18" fmla="*/ 2 w 437"/>
                <a:gd name="T19" fmla="*/ 1 h 260"/>
                <a:gd name="T20" fmla="*/ 3 w 437"/>
                <a:gd name="T21" fmla="*/ 1 h 260"/>
                <a:gd name="T22" fmla="*/ 3 w 437"/>
                <a:gd name="T23" fmla="*/ 1 h 260"/>
                <a:gd name="T24" fmla="*/ 3 w 437"/>
                <a:gd name="T25" fmla="*/ 1 h 260"/>
                <a:gd name="T26" fmla="*/ 3 w 437"/>
                <a:gd name="T27" fmla="*/ 1 h 260"/>
                <a:gd name="T28" fmla="*/ 3 w 437"/>
                <a:gd name="T29" fmla="*/ 1 h 260"/>
                <a:gd name="T30" fmla="*/ 3 w 437"/>
                <a:gd name="T31" fmla="*/ 0 h 260"/>
                <a:gd name="T32" fmla="*/ 3 w 437"/>
                <a:gd name="T33" fmla="*/ 0 h 260"/>
                <a:gd name="T34" fmla="*/ 3 w 437"/>
                <a:gd name="T35" fmla="*/ 0 h 260"/>
                <a:gd name="T36" fmla="*/ 3 w 437"/>
                <a:gd name="T37" fmla="*/ 0 h 260"/>
                <a:gd name="T38" fmla="*/ 3 w 437"/>
                <a:gd name="T39" fmla="*/ 0 h 260"/>
                <a:gd name="T40" fmla="*/ 3 w 437"/>
                <a:gd name="T41" fmla="*/ 0 h 260"/>
                <a:gd name="T42" fmla="*/ 3 w 437"/>
                <a:gd name="T43" fmla="*/ 1 h 260"/>
                <a:gd name="T44" fmla="*/ 3 w 437"/>
                <a:gd name="T45" fmla="*/ 1 h 260"/>
                <a:gd name="T46" fmla="*/ 3 w 437"/>
                <a:gd name="T47" fmla="*/ 1 h 260"/>
                <a:gd name="T48" fmla="*/ 3 w 437"/>
                <a:gd name="T49" fmla="*/ 1 h 260"/>
                <a:gd name="T50" fmla="*/ 3 w 437"/>
                <a:gd name="T51" fmla="*/ 1 h 260"/>
                <a:gd name="T52" fmla="*/ 2 w 437"/>
                <a:gd name="T53" fmla="*/ 1 h 260"/>
                <a:gd name="T54" fmla="*/ 2 w 437"/>
                <a:gd name="T55" fmla="*/ 2 h 260"/>
                <a:gd name="T56" fmla="*/ 2 w 437"/>
                <a:gd name="T57" fmla="*/ 2 h 260"/>
                <a:gd name="T58" fmla="*/ 2 w 437"/>
                <a:gd name="T59" fmla="*/ 2 h 260"/>
                <a:gd name="T60" fmla="*/ 1 w 437"/>
                <a:gd name="T61" fmla="*/ 2 h 260"/>
                <a:gd name="T62" fmla="*/ 1 w 437"/>
                <a:gd name="T63" fmla="*/ 2 h 260"/>
                <a:gd name="T64" fmla="*/ 1 w 437"/>
                <a:gd name="T65" fmla="*/ 2 h 260"/>
                <a:gd name="T66" fmla="*/ 0 w 437"/>
                <a:gd name="T67" fmla="*/ 2 h 260"/>
                <a:gd name="T68" fmla="*/ 0 w 437"/>
                <a:gd name="T69" fmla="*/ 2 h 260"/>
                <a:gd name="T70" fmla="*/ 0 w 437"/>
                <a:gd name="T71" fmla="*/ 2 h 260"/>
                <a:gd name="T72" fmla="*/ 0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0" y="260"/>
                  </a:moveTo>
                  <a:lnTo>
                    <a:pt x="0" y="260"/>
                  </a:lnTo>
                  <a:lnTo>
                    <a:pt x="43" y="259"/>
                  </a:lnTo>
                  <a:lnTo>
                    <a:pt x="87" y="255"/>
                  </a:lnTo>
                  <a:lnTo>
                    <a:pt x="128" y="248"/>
                  </a:lnTo>
                  <a:lnTo>
                    <a:pt x="168" y="240"/>
                  </a:lnTo>
                  <a:lnTo>
                    <a:pt x="207" y="230"/>
                  </a:lnTo>
                  <a:lnTo>
                    <a:pt x="242" y="217"/>
                  </a:lnTo>
                  <a:lnTo>
                    <a:pt x="276" y="202"/>
                  </a:lnTo>
                  <a:lnTo>
                    <a:pt x="308" y="185"/>
                  </a:lnTo>
                  <a:lnTo>
                    <a:pt x="336" y="166"/>
                  </a:lnTo>
                  <a:lnTo>
                    <a:pt x="360" y="146"/>
                  </a:lnTo>
                  <a:lnTo>
                    <a:pt x="383" y="125"/>
                  </a:lnTo>
                  <a:lnTo>
                    <a:pt x="401" y="102"/>
                  </a:lnTo>
                  <a:lnTo>
                    <a:pt x="417" y="77"/>
                  </a:lnTo>
                  <a:lnTo>
                    <a:pt x="427" y="53"/>
                  </a:lnTo>
                  <a:lnTo>
                    <a:pt x="434" y="27"/>
                  </a:lnTo>
                  <a:lnTo>
                    <a:pt x="437" y="0"/>
                  </a:lnTo>
                  <a:lnTo>
                    <a:pt x="425" y="0"/>
                  </a:lnTo>
                  <a:lnTo>
                    <a:pt x="422" y="24"/>
                  </a:lnTo>
                  <a:lnTo>
                    <a:pt x="415" y="48"/>
                  </a:lnTo>
                  <a:lnTo>
                    <a:pt x="405" y="73"/>
                  </a:lnTo>
                  <a:lnTo>
                    <a:pt x="392" y="95"/>
                  </a:lnTo>
                  <a:lnTo>
                    <a:pt x="373" y="116"/>
                  </a:lnTo>
                  <a:lnTo>
                    <a:pt x="353" y="137"/>
                  </a:lnTo>
                  <a:lnTo>
                    <a:pt x="329" y="157"/>
                  </a:lnTo>
                  <a:lnTo>
                    <a:pt x="301" y="173"/>
                  </a:lnTo>
                  <a:lnTo>
                    <a:pt x="271" y="190"/>
                  </a:lnTo>
                  <a:lnTo>
                    <a:pt x="237" y="205"/>
                  </a:lnTo>
                  <a:lnTo>
                    <a:pt x="202" y="218"/>
                  </a:lnTo>
                  <a:lnTo>
                    <a:pt x="166" y="228"/>
                  </a:lnTo>
                  <a:lnTo>
                    <a:pt x="126" y="237"/>
                  </a:lnTo>
                  <a:lnTo>
                    <a:pt x="85" y="244"/>
                  </a:lnTo>
                  <a:lnTo>
                    <a:pt x="43" y="247"/>
                  </a:lnTo>
                  <a:lnTo>
                    <a:pt x="0" y="248"/>
                  </a:lnTo>
                  <a:lnTo>
                    <a:pt x="0"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2132" name="Freeform 50"/>
            <p:cNvSpPr>
              <a:spLocks/>
            </p:cNvSpPr>
            <p:nvPr/>
          </p:nvSpPr>
          <p:spPr bwMode="auto">
            <a:xfrm>
              <a:off x="1179" y="1640"/>
              <a:ext cx="88" cy="52"/>
            </a:xfrm>
            <a:custGeom>
              <a:avLst/>
              <a:gdLst>
                <a:gd name="T0" fmla="*/ 0 w 439"/>
                <a:gd name="T1" fmla="*/ 0 h 260"/>
                <a:gd name="T2" fmla="*/ 0 w 439"/>
                <a:gd name="T3" fmla="*/ 0 h 260"/>
                <a:gd name="T4" fmla="*/ 0 w 439"/>
                <a:gd name="T5" fmla="*/ 0 h 260"/>
                <a:gd name="T6" fmla="*/ 0 w 439"/>
                <a:gd name="T7" fmla="*/ 0 h 260"/>
                <a:gd name="T8" fmla="*/ 0 w 439"/>
                <a:gd name="T9" fmla="*/ 1 h 260"/>
                <a:gd name="T10" fmla="*/ 0 w 439"/>
                <a:gd name="T11" fmla="*/ 1 h 260"/>
                <a:gd name="T12" fmla="*/ 0 w 439"/>
                <a:gd name="T13" fmla="*/ 1 h 260"/>
                <a:gd name="T14" fmla="*/ 1 w 439"/>
                <a:gd name="T15" fmla="*/ 1 h 260"/>
                <a:gd name="T16" fmla="*/ 1 w 439"/>
                <a:gd name="T17" fmla="*/ 1 h 260"/>
                <a:gd name="T18" fmla="*/ 1 w 439"/>
                <a:gd name="T19" fmla="*/ 1 h 260"/>
                <a:gd name="T20" fmla="*/ 1 w 439"/>
                <a:gd name="T21" fmla="*/ 2 h 260"/>
                <a:gd name="T22" fmla="*/ 2 w 439"/>
                <a:gd name="T23" fmla="*/ 2 h 260"/>
                <a:gd name="T24" fmla="*/ 2 w 439"/>
                <a:gd name="T25" fmla="*/ 2 h 260"/>
                <a:gd name="T26" fmla="*/ 2 w 439"/>
                <a:gd name="T27" fmla="*/ 2 h 260"/>
                <a:gd name="T28" fmla="*/ 2 w 439"/>
                <a:gd name="T29" fmla="*/ 2 h 260"/>
                <a:gd name="T30" fmla="*/ 3 w 439"/>
                <a:gd name="T31" fmla="*/ 2 h 260"/>
                <a:gd name="T32" fmla="*/ 3 w 439"/>
                <a:gd name="T33" fmla="*/ 2 h 260"/>
                <a:gd name="T34" fmla="*/ 4 w 439"/>
                <a:gd name="T35" fmla="*/ 2 h 260"/>
                <a:gd name="T36" fmla="*/ 4 w 439"/>
                <a:gd name="T37" fmla="*/ 2 h 260"/>
                <a:gd name="T38" fmla="*/ 3 w 439"/>
                <a:gd name="T39" fmla="*/ 2 h 260"/>
                <a:gd name="T40" fmla="*/ 3 w 439"/>
                <a:gd name="T41" fmla="*/ 2 h 260"/>
                <a:gd name="T42" fmla="*/ 3 w 439"/>
                <a:gd name="T43" fmla="*/ 2 h 260"/>
                <a:gd name="T44" fmla="*/ 2 w 439"/>
                <a:gd name="T45" fmla="*/ 2 h 260"/>
                <a:gd name="T46" fmla="*/ 2 w 439"/>
                <a:gd name="T47" fmla="*/ 2 h 260"/>
                <a:gd name="T48" fmla="*/ 2 w 439"/>
                <a:gd name="T49" fmla="*/ 2 h 260"/>
                <a:gd name="T50" fmla="*/ 1 w 439"/>
                <a:gd name="T51" fmla="*/ 2 h 260"/>
                <a:gd name="T52" fmla="*/ 1 w 439"/>
                <a:gd name="T53" fmla="*/ 1 h 260"/>
                <a:gd name="T54" fmla="*/ 1 w 439"/>
                <a:gd name="T55" fmla="*/ 1 h 260"/>
                <a:gd name="T56" fmla="*/ 1 w 439"/>
                <a:gd name="T57" fmla="*/ 1 h 260"/>
                <a:gd name="T58" fmla="*/ 1 w 439"/>
                <a:gd name="T59" fmla="*/ 1 h 260"/>
                <a:gd name="T60" fmla="*/ 0 w 439"/>
                <a:gd name="T61" fmla="*/ 1 h 260"/>
                <a:gd name="T62" fmla="*/ 0 w 439"/>
                <a:gd name="T63" fmla="*/ 1 h 260"/>
                <a:gd name="T64" fmla="*/ 0 w 439"/>
                <a:gd name="T65" fmla="*/ 0 h 260"/>
                <a:gd name="T66" fmla="*/ 0 w 439"/>
                <a:gd name="T67" fmla="*/ 0 h 260"/>
                <a:gd name="T68" fmla="*/ 0 w 439"/>
                <a:gd name="T69" fmla="*/ 0 h 260"/>
                <a:gd name="T70" fmla="*/ 0 w 439"/>
                <a:gd name="T71" fmla="*/ 0 h 260"/>
                <a:gd name="T72" fmla="*/ 0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0" y="0"/>
                  </a:moveTo>
                  <a:lnTo>
                    <a:pt x="0" y="0"/>
                  </a:lnTo>
                  <a:lnTo>
                    <a:pt x="3" y="27"/>
                  </a:lnTo>
                  <a:lnTo>
                    <a:pt x="10" y="53"/>
                  </a:lnTo>
                  <a:lnTo>
                    <a:pt x="20" y="77"/>
                  </a:lnTo>
                  <a:lnTo>
                    <a:pt x="35" y="102"/>
                  </a:lnTo>
                  <a:lnTo>
                    <a:pt x="54" y="125"/>
                  </a:lnTo>
                  <a:lnTo>
                    <a:pt x="76" y="146"/>
                  </a:lnTo>
                  <a:lnTo>
                    <a:pt x="102" y="166"/>
                  </a:lnTo>
                  <a:lnTo>
                    <a:pt x="130" y="185"/>
                  </a:lnTo>
                  <a:lnTo>
                    <a:pt x="162" y="202"/>
                  </a:lnTo>
                  <a:lnTo>
                    <a:pt x="195" y="217"/>
                  </a:lnTo>
                  <a:lnTo>
                    <a:pt x="231" y="230"/>
                  </a:lnTo>
                  <a:lnTo>
                    <a:pt x="270" y="240"/>
                  </a:lnTo>
                  <a:lnTo>
                    <a:pt x="310" y="248"/>
                  </a:lnTo>
                  <a:lnTo>
                    <a:pt x="351" y="255"/>
                  </a:lnTo>
                  <a:lnTo>
                    <a:pt x="395" y="259"/>
                  </a:lnTo>
                  <a:lnTo>
                    <a:pt x="439" y="260"/>
                  </a:lnTo>
                  <a:lnTo>
                    <a:pt x="439" y="248"/>
                  </a:lnTo>
                  <a:lnTo>
                    <a:pt x="395" y="247"/>
                  </a:lnTo>
                  <a:lnTo>
                    <a:pt x="353" y="244"/>
                  </a:lnTo>
                  <a:lnTo>
                    <a:pt x="312" y="237"/>
                  </a:lnTo>
                  <a:lnTo>
                    <a:pt x="272" y="228"/>
                  </a:lnTo>
                  <a:lnTo>
                    <a:pt x="236" y="218"/>
                  </a:lnTo>
                  <a:lnTo>
                    <a:pt x="200" y="205"/>
                  </a:lnTo>
                  <a:lnTo>
                    <a:pt x="167" y="190"/>
                  </a:lnTo>
                  <a:lnTo>
                    <a:pt x="137" y="173"/>
                  </a:lnTo>
                  <a:lnTo>
                    <a:pt x="109" y="157"/>
                  </a:lnTo>
                  <a:lnTo>
                    <a:pt x="84" y="137"/>
                  </a:lnTo>
                  <a:lnTo>
                    <a:pt x="64" y="116"/>
                  </a:lnTo>
                  <a:lnTo>
                    <a:pt x="45" y="95"/>
                  </a:lnTo>
                  <a:lnTo>
                    <a:pt x="32" y="73"/>
                  </a:lnTo>
                  <a:lnTo>
                    <a:pt x="21" y="48"/>
                  </a:lnTo>
                  <a:lnTo>
                    <a:pt x="14" y="24"/>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2133" name="Freeform 51"/>
            <p:cNvSpPr>
              <a:spLocks/>
            </p:cNvSpPr>
            <p:nvPr/>
          </p:nvSpPr>
          <p:spPr bwMode="auto">
            <a:xfrm>
              <a:off x="1179" y="1588"/>
              <a:ext cx="88" cy="52"/>
            </a:xfrm>
            <a:custGeom>
              <a:avLst/>
              <a:gdLst>
                <a:gd name="T0" fmla="*/ 4 w 439"/>
                <a:gd name="T1" fmla="*/ 0 h 260"/>
                <a:gd name="T2" fmla="*/ 4 w 439"/>
                <a:gd name="T3" fmla="*/ 0 h 260"/>
                <a:gd name="T4" fmla="*/ 3 w 439"/>
                <a:gd name="T5" fmla="*/ 0 h 260"/>
                <a:gd name="T6" fmla="*/ 3 w 439"/>
                <a:gd name="T7" fmla="*/ 0 h 260"/>
                <a:gd name="T8" fmla="*/ 2 w 439"/>
                <a:gd name="T9" fmla="*/ 0 h 260"/>
                <a:gd name="T10" fmla="*/ 2 w 439"/>
                <a:gd name="T11" fmla="*/ 0 h 260"/>
                <a:gd name="T12" fmla="*/ 2 w 439"/>
                <a:gd name="T13" fmla="*/ 0 h 260"/>
                <a:gd name="T14" fmla="*/ 2 w 439"/>
                <a:gd name="T15" fmla="*/ 0 h 260"/>
                <a:gd name="T16" fmla="*/ 1 w 439"/>
                <a:gd name="T17" fmla="*/ 0 h 260"/>
                <a:gd name="T18" fmla="*/ 1 w 439"/>
                <a:gd name="T19" fmla="*/ 1 h 260"/>
                <a:gd name="T20" fmla="*/ 1 w 439"/>
                <a:gd name="T21" fmla="*/ 1 h 260"/>
                <a:gd name="T22" fmla="*/ 1 w 439"/>
                <a:gd name="T23" fmla="*/ 1 h 260"/>
                <a:gd name="T24" fmla="*/ 0 w 439"/>
                <a:gd name="T25" fmla="*/ 1 h 260"/>
                <a:gd name="T26" fmla="*/ 0 w 439"/>
                <a:gd name="T27" fmla="*/ 1 h 260"/>
                <a:gd name="T28" fmla="*/ 0 w 439"/>
                <a:gd name="T29" fmla="*/ 1 h 260"/>
                <a:gd name="T30" fmla="*/ 0 w 439"/>
                <a:gd name="T31" fmla="*/ 2 h 260"/>
                <a:gd name="T32" fmla="*/ 0 w 439"/>
                <a:gd name="T33" fmla="*/ 2 h 260"/>
                <a:gd name="T34" fmla="*/ 0 w 439"/>
                <a:gd name="T35" fmla="*/ 2 h 260"/>
                <a:gd name="T36" fmla="*/ 0 w 439"/>
                <a:gd name="T37" fmla="*/ 2 h 260"/>
                <a:gd name="T38" fmla="*/ 0 w 439"/>
                <a:gd name="T39" fmla="*/ 2 h 260"/>
                <a:gd name="T40" fmla="*/ 0 w 439"/>
                <a:gd name="T41" fmla="*/ 2 h 260"/>
                <a:gd name="T42" fmla="*/ 0 w 439"/>
                <a:gd name="T43" fmla="*/ 1 h 260"/>
                <a:gd name="T44" fmla="*/ 0 w 439"/>
                <a:gd name="T45" fmla="*/ 1 h 260"/>
                <a:gd name="T46" fmla="*/ 1 w 439"/>
                <a:gd name="T47" fmla="*/ 1 h 260"/>
                <a:gd name="T48" fmla="*/ 1 w 439"/>
                <a:gd name="T49" fmla="*/ 1 h 260"/>
                <a:gd name="T50" fmla="*/ 1 w 439"/>
                <a:gd name="T51" fmla="*/ 1 h 260"/>
                <a:gd name="T52" fmla="*/ 1 w 439"/>
                <a:gd name="T53" fmla="*/ 1 h 260"/>
                <a:gd name="T54" fmla="*/ 1 w 439"/>
                <a:gd name="T55" fmla="*/ 1 h 260"/>
                <a:gd name="T56" fmla="*/ 2 w 439"/>
                <a:gd name="T57" fmla="*/ 0 h 260"/>
                <a:gd name="T58" fmla="*/ 2 w 439"/>
                <a:gd name="T59" fmla="*/ 0 h 260"/>
                <a:gd name="T60" fmla="*/ 2 w 439"/>
                <a:gd name="T61" fmla="*/ 0 h 260"/>
                <a:gd name="T62" fmla="*/ 3 w 439"/>
                <a:gd name="T63" fmla="*/ 0 h 260"/>
                <a:gd name="T64" fmla="*/ 3 w 439"/>
                <a:gd name="T65" fmla="*/ 0 h 260"/>
                <a:gd name="T66" fmla="*/ 3 w 439"/>
                <a:gd name="T67" fmla="*/ 0 h 260"/>
                <a:gd name="T68" fmla="*/ 4 w 439"/>
                <a:gd name="T69" fmla="*/ 0 h 260"/>
                <a:gd name="T70" fmla="*/ 4 w 439"/>
                <a:gd name="T71" fmla="*/ 0 h 260"/>
                <a:gd name="T72" fmla="*/ 4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439" y="0"/>
                  </a:moveTo>
                  <a:lnTo>
                    <a:pt x="439" y="0"/>
                  </a:lnTo>
                  <a:lnTo>
                    <a:pt x="395" y="1"/>
                  </a:lnTo>
                  <a:lnTo>
                    <a:pt x="351" y="4"/>
                  </a:lnTo>
                  <a:lnTo>
                    <a:pt x="310" y="11"/>
                  </a:lnTo>
                  <a:lnTo>
                    <a:pt x="270" y="19"/>
                  </a:lnTo>
                  <a:lnTo>
                    <a:pt x="231" y="30"/>
                  </a:lnTo>
                  <a:lnTo>
                    <a:pt x="195" y="43"/>
                  </a:lnTo>
                  <a:lnTo>
                    <a:pt x="162" y="58"/>
                  </a:lnTo>
                  <a:lnTo>
                    <a:pt x="130" y="73"/>
                  </a:lnTo>
                  <a:lnTo>
                    <a:pt x="102" y="93"/>
                  </a:lnTo>
                  <a:lnTo>
                    <a:pt x="76" y="113"/>
                  </a:lnTo>
                  <a:lnTo>
                    <a:pt x="54" y="133"/>
                  </a:lnTo>
                  <a:lnTo>
                    <a:pt x="35" y="157"/>
                  </a:lnTo>
                  <a:lnTo>
                    <a:pt x="20" y="181"/>
                  </a:lnTo>
                  <a:lnTo>
                    <a:pt x="10" y="206"/>
                  </a:lnTo>
                  <a:lnTo>
                    <a:pt x="3" y="233"/>
                  </a:lnTo>
                  <a:lnTo>
                    <a:pt x="0" y="260"/>
                  </a:lnTo>
                  <a:lnTo>
                    <a:pt x="12" y="260"/>
                  </a:lnTo>
                  <a:lnTo>
                    <a:pt x="14" y="235"/>
                  </a:lnTo>
                  <a:lnTo>
                    <a:pt x="21" y="211"/>
                  </a:lnTo>
                  <a:lnTo>
                    <a:pt x="32" y="186"/>
                  </a:lnTo>
                  <a:lnTo>
                    <a:pt x="45" y="164"/>
                  </a:lnTo>
                  <a:lnTo>
                    <a:pt x="64" y="143"/>
                  </a:lnTo>
                  <a:lnTo>
                    <a:pt x="84" y="123"/>
                  </a:lnTo>
                  <a:lnTo>
                    <a:pt x="109" y="103"/>
                  </a:lnTo>
                  <a:lnTo>
                    <a:pt x="137" y="85"/>
                  </a:lnTo>
                  <a:lnTo>
                    <a:pt x="167" y="70"/>
                  </a:lnTo>
                  <a:lnTo>
                    <a:pt x="200" y="55"/>
                  </a:lnTo>
                  <a:lnTo>
                    <a:pt x="236" y="42"/>
                  </a:lnTo>
                  <a:lnTo>
                    <a:pt x="272" y="31"/>
                  </a:lnTo>
                  <a:lnTo>
                    <a:pt x="312" y="23"/>
                  </a:lnTo>
                  <a:lnTo>
                    <a:pt x="353" y="16"/>
                  </a:lnTo>
                  <a:lnTo>
                    <a:pt x="395" y="12"/>
                  </a:lnTo>
                  <a:lnTo>
                    <a:pt x="439" y="11"/>
                  </a:lnTo>
                  <a:lnTo>
                    <a:pt x="439"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2134" name="Freeform 52"/>
            <p:cNvSpPr>
              <a:spLocks/>
            </p:cNvSpPr>
            <p:nvPr/>
          </p:nvSpPr>
          <p:spPr bwMode="auto">
            <a:xfrm>
              <a:off x="964" y="1745"/>
              <a:ext cx="48" cy="85"/>
            </a:xfrm>
            <a:custGeom>
              <a:avLst/>
              <a:gdLst>
                <a:gd name="T0" fmla="*/ 2 w 244"/>
                <a:gd name="T1" fmla="*/ 3 h 426"/>
                <a:gd name="T2" fmla="*/ 2 w 244"/>
                <a:gd name="T3" fmla="*/ 3 h 426"/>
                <a:gd name="T4" fmla="*/ 2 w 244"/>
                <a:gd name="T5" fmla="*/ 3 h 426"/>
                <a:gd name="T6" fmla="*/ 2 w 244"/>
                <a:gd name="T7" fmla="*/ 3 h 426"/>
                <a:gd name="T8" fmla="*/ 2 w 244"/>
                <a:gd name="T9" fmla="*/ 2 h 426"/>
                <a:gd name="T10" fmla="*/ 2 w 244"/>
                <a:gd name="T11" fmla="*/ 2 h 426"/>
                <a:gd name="T12" fmla="*/ 2 w 244"/>
                <a:gd name="T13" fmla="*/ 2 h 426"/>
                <a:gd name="T14" fmla="*/ 2 w 244"/>
                <a:gd name="T15" fmla="*/ 2 h 426"/>
                <a:gd name="T16" fmla="*/ 1 w 244"/>
                <a:gd name="T17" fmla="*/ 1 h 426"/>
                <a:gd name="T18" fmla="*/ 1 w 244"/>
                <a:gd name="T19" fmla="*/ 1 h 426"/>
                <a:gd name="T20" fmla="*/ 1 w 244"/>
                <a:gd name="T21" fmla="*/ 1 h 426"/>
                <a:gd name="T22" fmla="*/ 1 w 244"/>
                <a:gd name="T23" fmla="*/ 1 h 426"/>
                <a:gd name="T24" fmla="*/ 1 w 244"/>
                <a:gd name="T25" fmla="*/ 0 h 426"/>
                <a:gd name="T26" fmla="*/ 1 w 244"/>
                <a:gd name="T27" fmla="*/ 0 h 426"/>
                <a:gd name="T28" fmla="*/ 1 w 244"/>
                <a:gd name="T29" fmla="*/ 0 h 426"/>
                <a:gd name="T30" fmla="*/ 0 w 244"/>
                <a:gd name="T31" fmla="*/ 0 h 426"/>
                <a:gd name="T32" fmla="*/ 0 w 244"/>
                <a:gd name="T33" fmla="*/ 0 h 426"/>
                <a:gd name="T34" fmla="*/ 0 w 244"/>
                <a:gd name="T35" fmla="*/ 0 h 426"/>
                <a:gd name="T36" fmla="*/ 0 w 244"/>
                <a:gd name="T37" fmla="*/ 0 h 426"/>
                <a:gd name="T38" fmla="*/ 0 w 244"/>
                <a:gd name="T39" fmla="*/ 0 h 426"/>
                <a:gd name="T40" fmla="*/ 0 w 244"/>
                <a:gd name="T41" fmla="*/ 0 h 426"/>
                <a:gd name="T42" fmla="*/ 1 w 244"/>
                <a:gd name="T43" fmla="*/ 0 h 426"/>
                <a:gd name="T44" fmla="*/ 1 w 244"/>
                <a:gd name="T45" fmla="*/ 0 h 426"/>
                <a:gd name="T46" fmla="*/ 1 w 244"/>
                <a:gd name="T47" fmla="*/ 0 h 426"/>
                <a:gd name="T48" fmla="*/ 1 w 244"/>
                <a:gd name="T49" fmla="*/ 1 h 426"/>
                <a:gd name="T50" fmla="*/ 1 w 244"/>
                <a:gd name="T51" fmla="*/ 1 h 426"/>
                <a:gd name="T52" fmla="*/ 1 w 244"/>
                <a:gd name="T53" fmla="*/ 1 h 426"/>
                <a:gd name="T54" fmla="*/ 1 w 244"/>
                <a:gd name="T55" fmla="*/ 1 h 426"/>
                <a:gd name="T56" fmla="*/ 1 w 244"/>
                <a:gd name="T57" fmla="*/ 2 h 426"/>
                <a:gd name="T58" fmla="*/ 2 w 244"/>
                <a:gd name="T59" fmla="*/ 2 h 426"/>
                <a:gd name="T60" fmla="*/ 2 w 244"/>
                <a:gd name="T61" fmla="*/ 2 h 426"/>
                <a:gd name="T62" fmla="*/ 2 w 244"/>
                <a:gd name="T63" fmla="*/ 2 h 426"/>
                <a:gd name="T64" fmla="*/ 2 w 244"/>
                <a:gd name="T65" fmla="*/ 3 h 426"/>
                <a:gd name="T66" fmla="*/ 2 w 244"/>
                <a:gd name="T67" fmla="*/ 3 h 426"/>
                <a:gd name="T68" fmla="*/ 2 w 244"/>
                <a:gd name="T69" fmla="*/ 3 h 426"/>
                <a:gd name="T70" fmla="*/ 2 w 244"/>
                <a:gd name="T71" fmla="*/ 3 h 426"/>
                <a:gd name="T72" fmla="*/ 2 w 244"/>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6"/>
                <a:gd name="T113" fmla="*/ 244 w 244"/>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6">
                  <a:moveTo>
                    <a:pt x="244" y="426"/>
                  </a:moveTo>
                  <a:lnTo>
                    <a:pt x="244" y="426"/>
                  </a:lnTo>
                  <a:lnTo>
                    <a:pt x="243" y="383"/>
                  </a:lnTo>
                  <a:lnTo>
                    <a:pt x="240" y="340"/>
                  </a:lnTo>
                  <a:lnTo>
                    <a:pt x="234" y="300"/>
                  </a:lnTo>
                  <a:lnTo>
                    <a:pt x="226" y="262"/>
                  </a:lnTo>
                  <a:lnTo>
                    <a:pt x="215" y="224"/>
                  </a:lnTo>
                  <a:lnTo>
                    <a:pt x="203" y="189"/>
                  </a:lnTo>
                  <a:lnTo>
                    <a:pt x="189" y="157"/>
                  </a:lnTo>
                  <a:lnTo>
                    <a:pt x="174" y="126"/>
                  </a:lnTo>
                  <a:lnTo>
                    <a:pt x="155" y="99"/>
                  </a:lnTo>
                  <a:lnTo>
                    <a:pt x="138" y="74"/>
                  </a:lnTo>
                  <a:lnTo>
                    <a:pt x="118" y="52"/>
                  </a:lnTo>
                  <a:lnTo>
                    <a:pt x="96" y="34"/>
                  </a:lnTo>
                  <a:lnTo>
                    <a:pt x="73" y="19"/>
                  </a:lnTo>
                  <a:lnTo>
                    <a:pt x="50" y="8"/>
                  </a:lnTo>
                  <a:lnTo>
                    <a:pt x="25" y="2"/>
                  </a:lnTo>
                  <a:lnTo>
                    <a:pt x="0" y="0"/>
                  </a:lnTo>
                  <a:lnTo>
                    <a:pt x="0" y="12"/>
                  </a:lnTo>
                  <a:lnTo>
                    <a:pt x="23" y="14"/>
                  </a:lnTo>
                  <a:lnTo>
                    <a:pt x="45" y="20"/>
                  </a:lnTo>
                  <a:lnTo>
                    <a:pt x="66" y="31"/>
                  </a:lnTo>
                  <a:lnTo>
                    <a:pt x="89" y="43"/>
                  </a:lnTo>
                  <a:lnTo>
                    <a:pt x="109" y="61"/>
                  </a:lnTo>
                  <a:lnTo>
                    <a:pt x="129" y="81"/>
                  </a:lnTo>
                  <a:lnTo>
                    <a:pt x="146" y="106"/>
                  </a:lnTo>
                  <a:lnTo>
                    <a:pt x="162" y="133"/>
                  </a:lnTo>
                  <a:lnTo>
                    <a:pt x="178" y="162"/>
                  </a:lnTo>
                  <a:lnTo>
                    <a:pt x="192" y="194"/>
                  </a:lnTo>
                  <a:lnTo>
                    <a:pt x="203" y="229"/>
                  </a:lnTo>
                  <a:lnTo>
                    <a:pt x="214" y="264"/>
                  </a:lnTo>
                  <a:lnTo>
                    <a:pt x="222" y="303"/>
                  </a:lnTo>
                  <a:lnTo>
                    <a:pt x="228" y="342"/>
                  </a:lnTo>
                  <a:lnTo>
                    <a:pt x="232" y="383"/>
                  </a:lnTo>
                  <a:lnTo>
                    <a:pt x="233" y="426"/>
                  </a:lnTo>
                  <a:lnTo>
                    <a:pt x="244"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2135" name="Freeform 53"/>
            <p:cNvSpPr>
              <a:spLocks/>
            </p:cNvSpPr>
            <p:nvPr/>
          </p:nvSpPr>
          <p:spPr bwMode="auto">
            <a:xfrm>
              <a:off x="964" y="1830"/>
              <a:ext cx="48" cy="85"/>
            </a:xfrm>
            <a:custGeom>
              <a:avLst/>
              <a:gdLst>
                <a:gd name="T0" fmla="*/ 0 w 244"/>
                <a:gd name="T1" fmla="*/ 3 h 424"/>
                <a:gd name="T2" fmla="*/ 0 w 244"/>
                <a:gd name="T3" fmla="*/ 3 h 424"/>
                <a:gd name="T4" fmla="*/ 0 w 244"/>
                <a:gd name="T5" fmla="*/ 3 h 424"/>
                <a:gd name="T6" fmla="*/ 0 w 244"/>
                <a:gd name="T7" fmla="*/ 3 h 424"/>
                <a:gd name="T8" fmla="*/ 1 w 244"/>
                <a:gd name="T9" fmla="*/ 3 h 424"/>
                <a:gd name="T10" fmla="*/ 1 w 244"/>
                <a:gd name="T11" fmla="*/ 3 h 424"/>
                <a:gd name="T12" fmla="*/ 1 w 244"/>
                <a:gd name="T13" fmla="*/ 3 h 424"/>
                <a:gd name="T14" fmla="*/ 1 w 244"/>
                <a:gd name="T15" fmla="*/ 3 h 424"/>
                <a:gd name="T16" fmla="*/ 1 w 244"/>
                <a:gd name="T17" fmla="*/ 3 h 424"/>
                <a:gd name="T18" fmla="*/ 1 w 244"/>
                <a:gd name="T19" fmla="*/ 2 h 424"/>
                <a:gd name="T20" fmla="*/ 1 w 244"/>
                <a:gd name="T21" fmla="*/ 2 h 424"/>
                <a:gd name="T22" fmla="*/ 2 w 244"/>
                <a:gd name="T23" fmla="*/ 2 h 424"/>
                <a:gd name="T24" fmla="*/ 2 w 244"/>
                <a:gd name="T25" fmla="*/ 2 h 424"/>
                <a:gd name="T26" fmla="*/ 2 w 244"/>
                <a:gd name="T27" fmla="*/ 1 h 424"/>
                <a:gd name="T28" fmla="*/ 2 w 244"/>
                <a:gd name="T29" fmla="*/ 1 h 424"/>
                <a:gd name="T30" fmla="*/ 2 w 244"/>
                <a:gd name="T31" fmla="*/ 1 h 424"/>
                <a:gd name="T32" fmla="*/ 2 w 244"/>
                <a:gd name="T33" fmla="*/ 0 h 424"/>
                <a:gd name="T34" fmla="*/ 2 w 244"/>
                <a:gd name="T35" fmla="*/ 0 h 424"/>
                <a:gd name="T36" fmla="*/ 2 w 244"/>
                <a:gd name="T37" fmla="*/ 0 h 424"/>
                <a:gd name="T38" fmla="*/ 2 w 244"/>
                <a:gd name="T39" fmla="*/ 0 h 424"/>
                <a:gd name="T40" fmla="*/ 2 w 244"/>
                <a:gd name="T41" fmla="*/ 1 h 424"/>
                <a:gd name="T42" fmla="*/ 2 w 244"/>
                <a:gd name="T43" fmla="*/ 1 h 424"/>
                <a:gd name="T44" fmla="*/ 2 w 244"/>
                <a:gd name="T45" fmla="*/ 1 h 424"/>
                <a:gd name="T46" fmla="*/ 2 w 244"/>
                <a:gd name="T47" fmla="*/ 2 h 424"/>
                <a:gd name="T48" fmla="*/ 1 w 244"/>
                <a:gd name="T49" fmla="*/ 2 h 424"/>
                <a:gd name="T50" fmla="*/ 1 w 244"/>
                <a:gd name="T51" fmla="*/ 2 h 424"/>
                <a:gd name="T52" fmla="*/ 1 w 244"/>
                <a:gd name="T53" fmla="*/ 2 h 424"/>
                <a:gd name="T54" fmla="*/ 1 w 244"/>
                <a:gd name="T55" fmla="*/ 3 h 424"/>
                <a:gd name="T56" fmla="*/ 1 w 244"/>
                <a:gd name="T57" fmla="*/ 3 h 424"/>
                <a:gd name="T58" fmla="*/ 1 w 244"/>
                <a:gd name="T59" fmla="*/ 3 h 424"/>
                <a:gd name="T60" fmla="*/ 1 w 244"/>
                <a:gd name="T61" fmla="*/ 3 h 424"/>
                <a:gd name="T62" fmla="*/ 1 w 244"/>
                <a:gd name="T63" fmla="*/ 3 h 424"/>
                <a:gd name="T64" fmla="*/ 0 w 244"/>
                <a:gd name="T65" fmla="*/ 3 h 424"/>
                <a:gd name="T66" fmla="*/ 0 w 244"/>
                <a:gd name="T67" fmla="*/ 3 h 424"/>
                <a:gd name="T68" fmla="*/ 0 w 244"/>
                <a:gd name="T69" fmla="*/ 3 h 424"/>
                <a:gd name="T70" fmla="*/ 0 w 244"/>
                <a:gd name="T71" fmla="*/ 3 h 424"/>
                <a:gd name="T72" fmla="*/ 0 w 244"/>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4"/>
                <a:gd name="T113" fmla="*/ 244 w 244"/>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4">
                  <a:moveTo>
                    <a:pt x="0" y="424"/>
                  </a:moveTo>
                  <a:lnTo>
                    <a:pt x="0" y="424"/>
                  </a:lnTo>
                  <a:lnTo>
                    <a:pt x="25" y="422"/>
                  </a:lnTo>
                  <a:lnTo>
                    <a:pt x="50" y="416"/>
                  </a:lnTo>
                  <a:lnTo>
                    <a:pt x="73" y="405"/>
                  </a:lnTo>
                  <a:lnTo>
                    <a:pt x="96" y="390"/>
                  </a:lnTo>
                  <a:lnTo>
                    <a:pt x="118" y="373"/>
                  </a:lnTo>
                  <a:lnTo>
                    <a:pt x="138" y="350"/>
                  </a:lnTo>
                  <a:lnTo>
                    <a:pt x="155" y="326"/>
                  </a:lnTo>
                  <a:lnTo>
                    <a:pt x="173" y="299"/>
                  </a:lnTo>
                  <a:lnTo>
                    <a:pt x="189" y="268"/>
                  </a:lnTo>
                  <a:lnTo>
                    <a:pt x="203" y="235"/>
                  </a:lnTo>
                  <a:lnTo>
                    <a:pt x="215" y="201"/>
                  </a:lnTo>
                  <a:lnTo>
                    <a:pt x="226" y="163"/>
                  </a:lnTo>
                  <a:lnTo>
                    <a:pt x="234" y="125"/>
                  </a:lnTo>
                  <a:lnTo>
                    <a:pt x="240" y="85"/>
                  </a:lnTo>
                  <a:lnTo>
                    <a:pt x="243" y="42"/>
                  </a:lnTo>
                  <a:lnTo>
                    <a:pt x="244" y="0"/>
                  </a:lnTo>
                  <a:lnTo>
                    <a:pt x="233" y="0"/>
                  </a:lnTo>
                  <a:lnTo>
                    <a:pt x="232" y="42"/>
                  </a:lnTo>
                  <a:lnTo>
                    <a:pt x="228" y="83"/>
                  </a:lnTo>
                  <a:lnTo>
                    <a:pt x="222" y="123"/>
                  </a:lnTo>
                  <a:lnTo>
                    <a:pt x="214" y="160"/>
                  </a:lnTo>
                  <a:lnTo>
                    <a:pt x="203" y="197"/>
                  </a:lnTo>
                  <a:lnTo>
                    <a:pt x="192" y="231"/>
                  </a:lnTo>
                  <a:lnTo>
                    <a:pt x="178" y="263"/>
                  </a:lnTo>
                  <a:lnTo>
                    <a:pt x="164" y="292"/>
                  </a:lnTo>
                  <a:lnTo>
                    <a:pt x="146" y="319"/>
                  </a:lnTo>
                  <a:lnTo>
                    <a:pt x="129" y="343"/>
                  </a:lnTo>
                  <a:lnTo>
                    <a:pt x="109" y="363"/>
                  </a:lnTo>
                  <a:lnTo>
                    <a:pt x="89" y="381"/>
                  </a:lnTo>
                  <a:lnTo>
                    <a:pt x="66" y="394"/>
                  </a:lnTo>
                  <a:lnTo>
                    <a:pt x="45" y="404"/>
                  </a:lnTo>
                  <a:lnTo>
                    <a:pt x="23" y="410"/>
                  </a:lnTo>
                  <a:lnTo>
                    <a:pt x="0" y="412"/>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2136" name="Freeform 54"/>
            <p:cNvSpPr>
              <a:spLocks/>
            </p:cNvSpPr>
            <p:nvPr/>
          </p:nvSpPr>
          <p:spPr bwMode="auto">
            <a:xfrm>
              <a:off x="915" y="1830"/>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1" y="42"/>
                  </a:lnTo>
                  <a:lnTo>
                    <a:pt x="4" y="85"/>
                  </a:lnTo>
                  <a:lnTo>
                    <a:pt x="10" y="125"/>
                  </a:lnTo>
                  <a:lnTo>
                    <a:pt x="19" y="163"/>
                  </a:lnTo>
                  <a:lnTo>
                    <a:pt x="29" y="201"/>
                  </a:lnTo>
                  <a:lnTo>
                    <a:pt x="41" y="235"/>
                  </a:lnTo>
                  <a:lnTo>
                    <a:pt x="55" y="268"/>
                  </a:lnTo>
                  <a:lnTo>
                    <a:pt x="71" y="299"/>
                  </a:lnTo>
                  <a:lnTo>
                    <a:pt x="89" y="326"/>
                  </a:lnTo>
                  <a:lnTo>
                    <a:pt x="106" y="350"/>
                  </a:lnTo>
                  <a:lnTo>
                    <a:pt x="126" y="373"/>
                  </a:lnTo>
                  <a:lnTo>
                    <a:pt x="149" y="390"/>
                  </a:lnTo>
                  <a:lnTo>
                    <a:pt x="171" y="405"/>
                  </a:lnTo>
                  <a:lnTo>
                    <a:pt x="194" y="416"/>
                  </a:lnTo>
                  <a:lnTo>
                    <a:pt x="219" y="422"/>
                  </a:lnTo>
                  <a:lnTo>
                    <a:pt x="245" y="424"/>
                  </a:lnTo>
                  <a:lnTo>
                    <a:pt x="245" y="412"/>
                  </a:lnTo>
                  <a:lnTo>
                    <a:pt x="221" y="410"/>
                  </a:lnTo>
                  <a:lnTo>
                    <a:pt x="199" y="404"/>
                  </a:lnTo>
                  <a:lnTo>
                    <a:pt x="178" y="394"/>
                  </a:lnTo>
                  <a:lnTo>
                    <a:pt x="156" y="381"/>
                  </a:lnTo>
                  <a:lnTo>
                    <a:pt x="136" y="363"/>
                  </a:lnTo>
                  <a:lnTo>
                    <a:pt x="116" y="343"/>
                  </a:lnTo>
                  <a:lnTo>
                    <a:pt x="98" y="319"/>
                  </a:lnTo>
                  <a:lnTo>
                    <a:pt x="81" y="292"/>
                  </a:lnTo>
                  <a:lnTo>
                    <a:pt x="67" y="263"/>
                  </a:lnTo>
                  <a:lnTo>
                    <a:pt x="52" y="231"/>
                  </a:lnTo>
                  <a:lnTo>
                    <a:pt x="41" y="197"/>
                  </a:lnTo>
                  <a:lnTo>
                    <a:pt x="30" y="160"/>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2137" name="Freeform 55"/>
            <p:cNvSpPr>
              <a:spLocks/>
            </p:cNvSpPr>
            <p:nvPr/>
          </p:nvSpPr>
          <p:spPr bwMode="auto">
            <a:xfrm>
              <a:off x="915" y="1745"/>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0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19" y="2"/>
                  </a:lnTo>
                  <a:lnTo>
                    <a:pt x="194" y="8"/>
                  </a:lnTo>
                  <a:lnTo>
                    <a:pt x="171" y="19"/>
                  </a:lnTo>
                  <a:lnTo>
                    <a:pt x="149" y="34"/>
                  </a:lnTo>
                  <a:lnTo>
                    <a:pt x="126" y="52"/>
                  </a:lnTo>
                  <a:lnTo>
                    <a:pt x="106" y="74"/>
                  </a:lnTo>
                  <a:lnTo>
                    <a:pt x="89" y="99"/>
                  </a:lnTo>
                  <a:lnTo>
                    <a:pt x="70" y="126"/>
                  </a:lnTo>
                  <a:lnTo>
                    <a:pt x="55" y="157"/>
                  </a:lnTo>
                  <a:lnTo>
                    <a:pt x="41" y="189"/>
                  </a:lnTo>
                  <a:lnTo>
                    <a:pt x="29" y="224"/>
                  </a:lnTo>
                  <a:lnTo>
                    <a:pt x="19" y="262"/>
                  </a:lnTo>
                  <a:lnTo>
                    <a:pt x="10" y="300"/>
                  </a:lnTo>
                  <a:lnTo>
                    <a:pt x="4" y="340"/>
                  </a:lnTo>
                  <a:lnTo>
                    <a:pt x="1" y="383"/>
                  </a:lnTo>
                  <a:lnTo>
                    <a:pt x="0" y="426"/>
                  </a:lnTo>
                  <a:lnTo>
                    <a:pt x="11" y="426"/>
                  </a:lnTo>
                  <a:lnTo>
                    <a:pt x="13" y="383"/>
                  </a:lnTo>
                  <a:lnTo>
                    <a:pt x="16" y="342"/>
                  </a:lnTo>
                  <a:lnTo>
                    <a:pt x="22" y="303"/>
                  </a:lnTo>
                  <a:lnTo>
                    <a:pt x="30" y="264"/>
                  </a:lnTo>
                  <a:lnTo>
                    <a:pt x="41" y="229"/>
                  </a:lnTo>
                  <a:lnTo>
                    <a:pt x="52" y="194"/>
                  </a:lnTo>
                  <a:lnTo>
                    <a:pt x="67" y="162"/>
                  </a:lnTo>
                  <a:lnTo>
                    <a:pt x="82" y="133"/>
                  </a:lnTo>
                  <a:lnTo>
                    <a:pt x="98" y="106"/>
                  </a:lnTo>
                  <a:lnTo>
                    <a:pt x="116" y="81"/>
                  </a:lnTo>
                  <a:lnTo>
                    <a:pt x="136" y="61"/>
                  </a:lnTo>
                  <a:lnTo>
                    <a:pt x="156" y="43"/>
                  </a:lnTo>
                  <a:lnTo>
                    <a:pt x="178" y="31"/>
                  </a:lnTo>
                  <a:lnTo>
                    <a:pt x="199" y="20"/>
                  </a:lnTo>
                  <a:lnTo>
                    <a:pt x="221"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2138" name="Freeform 56"/>
            <p:cNvSpPr>
              <a:spLocks/>
            </p:cNvSpPr>
            <p:nvPr/>
          </p:nvSpPr>
          <p:spPr bwMode="auto">
            <a:xfrm>
              <a:off x="1140" y="2087"/>
              <a:ext cx="49" cy="85"/>
            </a:xfrm>
            <a:custGeom>
              <a:avLst/>
              <a:gdLst>
                <a:gd name="T0" fmla="*/ 2 w 246"/>
                <a:gd name="T1" fmla="*/ 3 h 424"/>
                <a:gd name="T2" fmla="*/ 2 w 246"/>
                <a:gd name="T3" fmla="*/ 3 h 424"/>
                <a:gd name="T4" fmla="*/ 2 w 246"/>
                <a:gd name="T5" fmla="*/ 3 h 424"/>
                <a:gd name="T6" fmla="*/ 2 w 246"/>
                <a:gd name="T7" fmla="*/ 3 h 424"/>
                <a:gd name="T8" fmla="*/ 2 w 246"/>
                <a:gd name="T9" fmla="*/ 2 h 424"/>
                <a:gd name="T10" fmla="*/ 2 w 246"/>
                <a:gd name="T11" fmla="*/ 2 h 424"/>
                <a:gd name="T12" fmla="*/ 2 w 246"/>
                <a:gd name="T13" fmla="*/ 2 h 424"/>
                <a:gd name="T14" fmla="*/ 2 w 246"/>
                <a:gd name="T15" fmla="*/ 2 h 424"/>
                <a:gd name="T16" fmla="*/ 2 w 246"/>
                <a:gd name="T17" fmla="*/ 1 h 424"/>
                <a:gd name="T18" fmla="*/ 1 w 246"/>
                <a:gd name="T19" fmla="*/ 1 h 424"/>
                <a:gd name="T20" fmla="*/ 1 w 246"/>
                <a:gd name="T21" fmla="*/ 1 h 424"/>
                <a:gd name="T22" fmla="*/ 1 w 246"/>
                <a:gd name="T23" fmla="*/ 1 h 424"/>
                <a:gd name="T24" fmla="*/ 1 w 246"/>
                <a:gd name="T25" fmla="*/ 0 h 424"/>
                <a:gd name="T26" fmla="*/ 1 w 246"/>
                <a:gd name="T27" fmla="*/ 0 h 424"/>
                <a:gd name="T28" fmla="*/ 1 w 246"/>
                <a:gd name="T29" fmla="*/ 0 h 424"/>
                <a:gd name="T30" fmla="*/ 0 w 246"/>
                <a:gd name="T31" fmla="*/ 0 h 424"/>
                <a:gd name="T32" fmla="*/ 0 w 246"/>
                <a:gd name="T33" fmla="*/ 0 h 424"/>
                <a:gd name="T34" fmla="*/ 0 w 246"/>
                <a:gd name="T35" fmla="*/ 0 h 424"/>
                <a:gd name="T36" fmla="*/ 0 w 246"/>
                <a:gd name="T37" fmla="*/ 0 h 424"/>
                <a:gd name="T38" fmla="*/ 0 w 246"/>
                <a:gd name="T39" fmla="*/ 0 h 424"/>
                <a:gd name="T40" fmla="*/ 0 w 246"/>
                <a:gd name="T41" fmla="*/ 0 h 424"/>
                <a:gd name="T42" fmla="*/ 1 w 246"/>
                <a:gd name="T43" fmla="*/ 0 h 424"/>
                <a:gd name="T44" fmla="*/ 1 w 246"/>
                <a:gd name="T45" fmla="*/ 0 h 424"/>
                <a:gd name="T46" fmla="*/ 1 w 246"/>
                <a:gd name="T47" fmla="*/ 0 h 424"/>
                <a:gd name="T48" fmla="*/ 1 w 246"/>
                <a:gd name="T49" fmla="*/ 1 h 424"/>
                <a:gd name="T50" fmla="*/ 1 w 246"/>
                <a:gd name="T51" fmla="*/ 1 h 424"/>
                <a:gd name="T52" fmla="*/ 1 w 246"/>
                <a:gd name="T53" fmla="*/ 1 h 424"/>
                <a:gd name="T54" fmla="*/ 1 w 246"/>
                <a:gd name="T55" fmla="*/ 1 h 424"/>
                <a:gd name="T56" fmla="*/ 2 w 246"/>
                <a:gd name="T57" fmla="*/ 2 h 424"/>
                <a:gd name="T58" fmla="*/ 2 w 246"/>
                <a:gd name="T59" fmla="*/ 2 h 424"/>
                <a:gd name="T60" fmla="*/ 2 w 246"/>
                <a:gd name="T61" fmla="*/ 2 h 424"/>
                <a:gd name="T62" fmla="*/ 2 w 246"/>
                <a:gd name="T63" fmla="*/ 2 h 424"/>
                <a:gd name="T64" fmla="*/ 2 w 246"/>
                <a:gd name="T65" fmla="*/ 3 h 424"/>
                <a:gd name="T66" fmla="*/ 2 w 246"/>
                <a:gd name="T67" fmla="*/ 3 h 424"/>
                <a:gd name="T68" fmla="*/ 2 w 246"/>
                <a:gd name="T69" fmla="*/ 3 h 424"/>
                <a:gd name="T70" fmla="*/ 2 w 246"/>
                <a:gd name="T71" fmla="*/ 3 h 424"/>
                <a:gd name="T72" fmla="*/ 2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424"/>
                  </a:moveTo>
                  <a:lnTo>
                    <a:pt x="246" y="424"/>
                  </a:lnTo>
                  <a:lnTo>
                    <a:pt x="244" y="382"/>
                  </a:lnTo>
                  <a:lnTo>
                    <a:pt x="241" y="338"/>
                  </a:lnTo>
                  <a:lnTo>
                    <a:pt x="235" y="298"/>
                  </a:lnTo>
                  <a:lnTo>
                    <a:pt x="227" y="261"/>
                  </a:lnTo>
                  <a:lnTo>
                    <a:pt x="216" y="222"/>
                  </a:lnTo>
                  <a:lnTo>
                    <a:pt x="205" y="188"/>
                  </a:lnTo>
                  <a:lnTo>
                    <a:pt x="190" y="155"/>
                  </a:lnTo>
                  <a:lnTo>
                    <a:pt x="174" y="125"/>
                  </a:lnTo>
                  <a:lnTo>
                    <a:pt x="157" y="98"/>
                  </a:lnTo>
                  <a:lnTo>
                    <a:pt x="138" y="73"/>
                  </a:lnTo>
                  <a:lnTo>
                    <a:pt x="118" y="51"/>
                  </a:lnTo>
                  <a:lnTo>
                    <a:pt x="96" y="34"/>
                  </a:lnTo>
                  <a:lnTo>
                    <a:pt x="74" y="18"/>
                  </a:lnTo>
                  <a:lnTo>
                    <a:pt x="50" y="8"/>
                  </a:lnTo>
                  <a:lnTo>
                    <a:pt x="25" y="2"/>
                  </a:lnTo>
                  <a:lnTo>
                    <a:pt x="0" y="0"/>
                  </a:lnTo>
                  <a:lnTo>
                    <a:pt x="0" y="11"/>
                  </a:lnTo>
                  <a:lnTo>
                    <a:pt x="23" y="14"/>
                  </a:lnTo>
                  <a:lnTo>
                    <a:pt x="45" y="19"/>
                  </a:lnTo>
                  <a:lnTo>
                    <a:pt x="67" y="30"/>
                  </a:lnTo>
                  <a:lnTo>
                    <a:pt x="89" y="43"/>
                  </a:lnTo>
                  <a:lnTo>
                    <a:pt x="108" y="60"/>
                  </a:lnTo>
                  <a:lnTo>
                    <a:pt x="128" y="80"/>
                  </a:lnTo>
                  <a:lnTo>
                    <a:pt x="147" y="105"/>
                  </a:lnTo>
                  <a:lnTo>
                    <a:pt x="165" y="132"/>
                  </a:lnTo>
                  <a:lnTo>
                    <a:pt x="179" y="160"/>
                  </a:lnTo>
                  <a:lnTo>
                    <a:pt x="193" y="193"/>
                  </a:lnTo>
                  <a:lnTo>
                    <a:pt x="205" y="227"/>
                  </a:lnTo>
                  <a:lnTo>
                    <a:pt x="215" y="263"/>
                  </a:lnTo>
                  <a:lnTo>
                    <a:pt x="223" y="301"/>
                  </a:lnTo>
                  <a:lnTo>
                    <a:pt x="229" y="341"/>
                  </a:lnTo>
                  <a:lnTo>
                    <a:pt x="233" y="382"/>
                  </a:lnTo>
                  <a:lnTo>
                    <a:pt x="234" y="424"/>
                  </a:lnTo>
                  <a:lnTo>
                    <a:pt x="246"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2139" name="Freeform 57"/>
            <p:cNvSpPr>
              <a:spLocks/>
            </p:cNvSpPr>
            <p:nvPr/>
          </p:nvSpPr>
          <p:spPr bwMode="auto">
            <a:xfrm>
              <a:off x="1140" y="2172"/>
              <a:ext cx="49" cy="85"/>
            </a:xfrm>
            <a:custGeom>
              <a:avLst/>
              <a:gdLst>
                <a:gd name="T0" fmla="*/ 0 w 246"/>
                <a:gd name="T1" fmla="*/ 3 h 426"/>
                <a:gd name="T2" fmla="*/ 0 w 246"/>
                <a:gd name="T3" fmla="*/ 3 h 426"/>
                <a:gd name="T4" fmla="*/ 0 w 246"/>
                <a:gd name="T5" fmla="*/ 3 h 426"/>
                <a:gd name="T6" fmla="*/ 0 w 246"/>
                <a:gd name="T7" fmla="*/ 3 h 426"/>
                <a:gd name="T8" fmla="*/ 1 w 246"/>
                <a:gd name="T9" fmla="*/ 3 h 426"/>
                <a:gd name="T10" fmla="*/ 1 w 246"/>
                <a:gd name="T11" fmla="*/ 3 h 426"/>
                <a:gd name="T12" fmla="*/ 1 w 246"/>
                <a:gd name="T13" fmla="*/ 3 h 426"/>
                <a:gd name="T14" fmla="*/ 1 w 246"/>
                <a:gd name="T15" fmla="*/ 3 h 426"/>
                <a:gd name="T16" fmla="*/ 1 w 246"/>
                <a:gd name="T17" fmla="*/ 3 h 426"/>
                <a:gd name="T18" fmla="*/ 1 w 246"/>
                <a:gd name="T19" fmla="*/ 2 h 426"/>
                <a:gd name="T20" fmla="*/ 2 w 246"/>
                <a:gd name="T21" fmla="*/ 2 h 426"/>
                <a:gd name="T22" fmla="*/ 2 w 246"/>
                <a:gd name="T23" fmla="*/ 2 h 426"/>
                <a:gd name="T24" fmla="*/ 2 w 246"/>
                <a:gd name="T25" fmla="*/ 2 h 426"/>
                <a:gd name="T26" fmla="*/ 2 w 246"/>
                <a:gd name="T27" fmla="*/ 1 h 426"/>
                <a:gd name="T28" fmla="*/ 2 w 246"/>
                <a:gd name="T29" fmla="*/ 1 h 426"/>
                <a:gd name="T30" fmla="*/ 2 w 246"/>
                <a:gd name="T31" fmla="*/ 1 h 426"/>
                <a:gd name="T32" fmla="*/ 2 w 246"/>
                <a:gd name="T33" fmla="*/ 0 h 426"/>
                <a:gd name="T34" fmla="*/ 2 w 246"/>
                <a:gd name="T35" fmla="*/ 0 h 426"/>
                <a:gd name="T36" fmla="*/ 2 w 246"/>
                <a:gd name="T37" fmla="*/ 0 h 426"/>
                <a:gd name="T38" fmla="*/ 2 w 246"/>
                <a:gd name="T39" fmla="*/ 0 h 426"/>
                <a:gd name="T40" fmla="*/ 2 w 246"/>
                <a:gd name="T41" fmla="*/ 1 h 426"/>
                <a:gd name="T42" fmla="*/ 2 w 246"/>
                <a:gd name="T43" fmla="*/ 1 h 426"/>
                <a:gd name="T44" fmla="*/ 2 w 246"/>
                <a:gd name="T45" fmla="*/ 1 h 426"/>
                <a:gd name="T46" fmla="*/ 2 w 246"/>
                <a:gd name="T47" fmla="*/ 2 h 426"/>
                <a:gd name="T48" fmla="*/ 2 w 246"/>
                <a:gd name="T49" fmla="*/ 2 h 426"/>
                <a:gd name="T50" fmla="*/ 1 w 246"/>
                <a:gd name="T51" fmla="*/ 2 h 426"/>
                <a:gd name="T52" fmla="*/ 1 w 246"/>
                <a:gd name="T53" fmla="*/ 2 h 426"/>
                <a:gd name="T54" fmla="*/ 1 w 246"/>
                <a:gd name="T55" fmla="*/ 3 h 426"/>
                <a:gd name="T56" fmla="*/ 1 w 246"/>
                <a:gd name="T57" fmla="*/ 3 h 426"/>
                <a:gd name="T58" fmla="*/ 1 w 246"/>
                <a:gd name="T59" fmla="*/ 3 h 426"/>
                <a:gd name="T60" fmla="*/ 1 w 246"/>
                <a:gd name="T61" fmla="*/ 3 h 426"/>
                <a:gd name="T62" fmla="*/ 1 w 246"/>
                <a:gd name="T63" fmla="*/ 3 h 426"/>
                <a:gd name="T64" fmla="*/ 0 w 246"/>
                <a:gd name="T65" fmla="*/ 3 h 426"/>
                <a:gd name="T66" fmla="*/ 0 w 246"/>
                <a:gd name="T67" fmla="*/ 3 h 426"/>
                <a:gd name="T68" fmla="*/ 0 w 246"/>
                <a:gd name="T69" fmla="*/ 3 h 426"/>
                <a:gd name="T70" fmla="*/ 0 w 246"/>
                <a:gd name="T71" fmla="*/ 3 h 426"/>
                <a:gd name="T72" fmla="*/ 0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426"/>
                  </a:moveTo>
                  <a:lnTo>
                    <a:pt x="0" y="426"/>
                  </a:lnTo>
                  <a:lnTo>
                    <a:pt x="25" y="423"/>
                  </a:lnTo>
                  <a:lnTo>
                    <a:pt x="50" y="417"/>
                  </a:lnTo>
                  <a:lnTo>
                    <a:pt x="74" y="407"/>
                  </a:lnTo>
                  <a:lnTo>
                    <a:pt x="96" y="392"/>
                  </a:lnTo>
                  <a:lnTo>
                    <a:pt x="118" y="373"/>
                  </a:lnTo>
                  <a:lnTo>
                    <a:pt x="138" y="350"/>
                  </a:lnTo>
                  <a:lnTo>
                    <a:pt x="157" y="327"/>
                  </a:lnTo>
                  <a:lnTo>
                    <a:pt x="175" y="299"/>
                  </a:lnTo>
                  <a:lnTo>
                    <a:pt x="190" y="268"/>
                  </a:lnTo>
                  <a:lnTo>
                    <a:pt x="205" y="236"/>
                  </a:lnTo>
                  <a:lnTo>
                    <a:pt x="216" y="202"/>
                  </a:lnTo>
                  <a:lnTo>
                    <a:pt x="227" y="164"/>
                  </a:lnTo>
                  <a:lnTo>
                    <a:pt x="235" y="125"/>
                  </a:lnTo>
                  <a:lnTo>
                    <a:pt x="241" y="86"/>
                  </a:lnTo>
                  <a:lnTo>
                    <a:pt x="244" y="42"/>
                  </a:lnTo>
                  <a:lnTo>
                    <a:pt x="246" y="0"/>
                  </a:lnTo>
                  <a:lnTo>
                    <a:pt x="234" y="0"/>
                  </a:lnTo>
                  <a:lnTo>
                    <a:pt x="233" y="42"/>
                  </a:lnTo>
                  <a:lnTo>
                    <a:pt x="229" y="83"/>
                  </a:lnTo>
                  <a:lnTo>
                    <a:pt x="223" y="123"/>
                  </a:lnTo>
                  <a:lnTo>
                    <a:pt x="215" y="162"/>
                  </a:lnTo>
                  <a:lnTo>
                    <a:pt x="205" y="197"/>
                  </a:lnTo>
                  <a:lnTo>
                    <a:pt x="193" y="231"/>
                  </a:lnTo>
                  <a:lnTo>
                    <a:pt x="179" y="264"/>
                  </a:lnTo>
                  <a:lnTo>
                    <a:pt x="164" y="292"/>
                  </a:lnTo>
                  <a:lnTo>
                    <a:pt x="147" y="320"/>
                  </a:lnTo>
                  <a:lnTo>
                    <a:pt x="128" y="343"/>
                  </a:lnTo>
                  <a:lnTo>
                    <a:pt x="108" y="363"/>
                  </a:lnTo>
                  <a:lnTo>
                    <a:pt x="89" y="382"/>
                  </a:lnTo>
                  <a:lnTo>
                    <a:pt x="67" y="395"/>
                  </a:lnTo>
                  <a:lnTo>
                    <a:pt x="45" y="406"/>
                  </a:lnTo>
                  <a:lnTo>
                    <a:pt x="23" y="411"/>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2140" name="Freeform 58"/>
            <p:cNvSpPr>
              <a:spLocks/>
            </p:cNvSpPr>
            <p:nvPr/>
          </p:nvSpPr>
          <p:spPr bwMode="auto">
            <a:xfrm>
              <a:off x="1091" y="2172"/>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4" y="86"/>
                  </a:lnTo>
                  <a:lnTo>
                    <a:pt x="10" y="125"/>
                  </a:lnTo>
                  <a:lnTo>
                    <a:pt x="18" y="164"/>
                  </a:lnTo>
                  <a:lnTo>
                    <a:pt x="29" y="202"/>
                  </a:lnTo>
                  <a:lnTo>
                    <a:pt x="41" y="236"/>
                  </a:lnTo>
                  <a:lnTo>
                    <a:pt x="55" y="268"/>
                  </a:lnTo>
                  <a:lnTo>
                    <a:pt x="70" y="299"/>
                  </a:lnTo>
                  <a:lnTo>
                    <a:pt x="89" y="327"/>
                  </a:lnTo>
                  <a:lnTo>
                    <a:pt x="106" y="350"/>
                  </a:lnTo>
                  <a:lnTo>
                    <a:pt x="126" y="373"/>
                  </a:lnTo>
                  <a:lnTo>
                    <a:pt x="148" y="392"/>
                  </a:lnTo>
                  <a:lnTo>
                    <a:pt x="171" y="407"/>
                  </a:lnTo>
                  <a:lnTo>
                    <a:pt x="194" y="417"/>
                  </a:lnTo>
                  <a:lnTo>
                    <a:pt x="219" y="423"/>
                  </a:lnTo>
                  <a:lnTo>
                    <a:pt x="245" y="426"/>
                  </a:lnTo>
                  <a:lnTo>
                    <a:pt x="245" y="414"/>
                  </a:lnTo>
                  <a:lnTo>
                    <a:pt x="221" y="411"/>
                  </a:lnTo>
                  <a:lnTo>
                    <a:pt x="199" y="406"/>
                  </a:lnTo>
                  <a:lnTo>
                    <a:pt x="178" y="395"/>
                  </a:lnTo>
                  <a:lnTo>
                    <a:pt x="155" y="382"/>
                  </a:lnTo>
                  <a:lnTo>
                    <a:pt x="136" y="363"/>
                  </a:lnTo>
                  <a:lnTo>
                    <a:pt x="116" y="343"/>
                  </a:lnTo>
                  <a:lnTo>
                    <a:pt x="98" y="320"/>
                  </a:lnTo>
                  <a:lnTo>
                    <a:pt x="82" y="292"/>
                  </a:lnTo>
                  <a:lnTo>
                    <a:pt x="66" y="264"/>
                  </a:lnTo>
                  <a:lnTo>
                    <a:pt x="52" y="231"/>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2141" name="Freeform 59"/>
            <p:cNvSpPr>
              <a:spLocks/>
            </p:cNvSpPr>
            <p:nvPr/>
          </p:nvSpPr>
          <p:spPr bwMode="auto">
            <a:xfrm>
              <a:off x="1091" y="2087"/>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4" y="8"/>
                  </a:lnTo>
                  <a:lnTo>
                    <a:pt x="171" y="18"/>
                  </a:lnTo>
                  <a:lnTo>
                    <a:pt x="148" y="34"/>
                  </a:lnTo>
                  <a:lnTo>
                    <a:pt x="126" y="51"/>
                  </a:lnTo>
                  <a:lnTo>
                    <a:pt x="106" y="73"/>
                  </a:lnTo>
                  <a:lnTo>
                    <a:pt x="89" y="98"/>
                  </a:lnTo>
                  <a:lnTo>
                    <a:pt x="71" y="125"/>
                  </a:lnTo>
                  <a:lnTo>
                    <a:pt x="55" y="155"/>
                  </a:lnTo>
                  <a:lnTo>
                    <a:pt x="41" y="188"/>
                  </a:lnTo>
                  <a:lnTo>
                    <a:pt x="29" y="222"/>
                  </a:lnTo>
                  <a:lnTo>
                    <a:pt x="18" y="261"/>
                  </a:lnTo>
                  <a:lnTo>
                    <a:pt x="10" y="298"/>
                  </a:lnTo>
                  <a:lnTo>
                    <a:pt x="4" y="338"/>
                  </a:lnTo>
                  <a:lnTo>
                    <a:pt x="1" y="382"/>
                  </a:lnTo>
                  <a:lnTo>
                    <a:pt x="0" y="424"/>
                  </a:lnTo>
                  <a:lnTo>
                    <a:pt x="11" y="424"/>
                  </a:lnTo>
                  <a:lnTo>
                    <a:pt x="13" y="382"/>
                  </a:lnTo>
                  <a:lnTo>
                    <a:pt x="16" y="341"/>
                  </a:lnTo>
                  <a:lnTo>
                    <a:pt x="22" y="301"/>
                  </a:lnTo>
                  <a:lnTo>
                    <a:pt x="30" y="263"/>
                  </a:lnTo>
                  <a:lnTo>
                    <a:pt x="41" y="227"/>
                  </a:lnTo>
                  <a:lnTo>
                    <a:pt x="52" y="193"/>
                  </a:lnTo>
                  <a:lnTo>
                    <a:pt x="66" y="160"/>
                  </a:lnTo>
                  <a:lnTo>
                    <a:pt x="80" y="132"/>
                  </a:lnTo>
                  <a:lnTo>
                    <a:pt x="98" y="105"/>
                  </a:lnTo>
                  <a:lnTo>
                    <a:pt x="116" y="80"/>
                  </a:lnTo>
                  <a:lnTo>
                    <a:pt x="136" y="60"/>
                  </a:lnTo>
                  <a:lnTo>
                    <a:pt x="155" y="43"/>
                  </a:lnTo>
                  <a:lnTo>
                    <a:pt x="178" y="30"/>
                  </a:lnTo>
                  <a:lnTo>
                    <a:pt x="199" y="19"/>
                  </a:lnTo>
                  <a:lnTo>
                    <a:pt x="221" y="14"/>
                  </a:lnTo>
                  <a:lnTo>
                    <a:pt x="245" y="11"/>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2142" name="Freeform 60"/>
            <p:cNvSpPr>
              <a:spLocks/>
            </p:cNvSpPr>
            <p:nvPr/>
          </p:nvSpPr>
          <p:spPr bwMode="auto">
            <a:xfrm>
              <a:off x="1392" y="2118"/>
              <a:ext cx="49" cy="85"/>
            </a:xfrm>
            <a:custGeom>
              <a:avLst/>
              <a:gdLst>
                <a:gd name="T0" fmla="*/ 2 w 246"/>
                <a:gd name="T1" fmla="*/ 3 h 426"/>
                <a:gd name="T2" fmla="*/ 2 w 246"/>
                <a:gd name="T3" fmla="*/ 3 h 426"/>
                <a:gd name="T4" fmla="*/ 2 w 246"/>
                <a:gd name="T5" fmla="*/ 3 h 426"/>
                <a:gd name="T6" fmla="*/ 2 w 246"/>
                <a:gd name="T7" fmla="*/ 3 h 426"/>
                <a:gd name="T8" fmla="*/ 2 w 246"/>
                <a:gd name="T9" fmla="*/ 2 h 426"/>
                <a:gd name="T10" fmla="*/ 2 w 246"/>
                <a:gd name="T11" fmla="*/ 2 h 426"/>
                <a:gd name="T12" fmla="*/ 2 w 246"/>
                <a:gd name="T13" fmla="*/ 2 h 426"/>
                <a:gd name="T14" fmla="*/ 2 w 246"/>
                <a:gd name="T15" fmla="*/ 2 h 426"/>
                <a:gd name="T16" fmla="*/ 2 w 246"/>
                <a:gd name="T17" fmla="*/ 1 h 426"/>
                <a:gd name="T18" fmla="*/ 1 w 246"/>
                <a:gd name="T19" fmla="*/ 1 h 426"/>
                <a:gd name="T20" fmla="*/ 1 w 246"/>
                <a:gd name="T21" fmla="*/ 1 h 426"/>
                <a:gd name="T22" fmla="*/ 1 w 246"/>
                <a:gd name="T23" fmla="*/ 1 h 426"/>
                <a:gd name="T24" fmla="*/ 1 w 246"/>
                <a:gd name="T25" fmla="*/ 0 h 426"/>
                <a:gd name="T26" fmla="*/ 1 w 246"/>
                <a:gd name="T27" fmla="*/ 0 h 426"/>
                <a:gd name="T28" fmla="*/ 1 w 246"/>
                <a:gd name="T29" fmla="*/ 0 h 426"/>
                <a:gd name="T30" fmla="*/ 0 w 246"/>
                <a:gd name="T31" fmla="*/ 0 h 426"/>
                <a:gd name="T32" fmla="*/ 0 w 246"/>
                <a:gd name="T33" fmla="*/ 0 h 426"/>
                <a:gd name="T34" fmla="*/ 0 w 246"/>
                <a:gd name="T35" fmla="*/ 0 h 426"/>
                <a:gd name="T36" fmla="*/ 0 w 246"/>
                <a:gd name="T37" fmla="*/ 0 h 426"/>
                <a:gd name="T38" fmla="*/ 0 w 246"/>
                <a:gd name="T39" fmla="*/ 0 h 426"/>
                <a:gd name="T40" fmla="*/ 0 w 246"/>
                <a:gd name="T41" fmla="*/ 0 h 426"/>
                <a:gd name="T42" fmla="*/ 1 w 246"/>
                <a:gd name="T43" fmla="*/ 0 h 426"/>
                <a:gd name="T44" fmla="*/ 1 w 246"/>
                <a:gd name="T45" fmla="*/ 0 h 426"/>
                <a:gd name="T46" fmla="*/ 1 w 246"/>
                <a:gd name="T47" fmla="*/ 1 h 426"/>
                <a:gd name="T48" fmla="*/ 1 w 246"/>
                <a:gd name="T49" fmla="*/ 1 h 426"/>
                <a:gd name="T50" fmla="*/ 1 w 246"/>
                <a:gd name="T51" fmla="*/ 1 h 426"/>
                <a:gd name="T52" fmla="*/ 1 w 246"/>
                <a:gd name="T53" fmla="*/ 1 h 426"/>
                <a:gd name="T54" fmla="*/ 1 w 246"/>
                <a:gd name="T55" fmla="*/ 1 h 426"/>
                <a:gd name="T56" fmla="*/ 2 w 246"/>
                <a:gd name="T57" fmla="*/ 2 h 426"/>
                <a:gd name="T58" fmla="*/ 2 w 246"/>
                <a:gd name="T59" fmla="*/ 2 h 426"/>
                <a:gd name="T60" fmla="*/ 2 w 246"/>
                <a:gd name="T61" fmla="*/ 2 h 426"/>
                <a:gd name="T62" fmla="*/ 2 w 246"/>
                <a:gd name="T63" fmla="*/ 2 h 426"/>
                <a:gd name="T64" fmla="*/ 2 w 246"/>
                <a:gd name="T65" fmla="*/ 3 h 426"/>
                <a:gd name="T66" fmla="*/ 2 w 246"/>
                <a:gd name="T67" fmla="*/ 3 h 426"/>
                <a:gd name="T68" fmla="*/ 2 w 246"/>
                <a:gd name="T69" fmla="*/ 3 h 426"/>
                <a:gd name="T70" fmla="*/ 2 w 246"/>
                <a:gd name="T71" fmla="*/ 3 h 426"/>
                <a:gd name="T72" fmla="*/ 2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246" y="426"/>
                  </a:moveTo>
                  <a:lnTo>
                    <a:pt x="246" y="426"/>
                  </a:lnTo>
                  <a:lnTo>
                    <a:pt x="245" y="384"/>
                  </a:lnTo>
                  <a:lnTo>
                    <a:pt x="242" y="340"/>
                  </a:lnTo>
                  <a:lnTo>
                    <a:pt x="236" y="301"/>
                  </a:lnTo>
                  <a:lnTo>
                    <a:pt x="228" y="262"/>
                  </a:lnTo>
                  <a:lnTo>
                    <a:pt x="217" y="224"/>
                  </a:lnTo>
                  <a:lnTo>
                    <a:pt x="205" y="190"/>
                  </a:lnTo>
                  <a:lnTo>
                    <a:pt x="191" y="158"/>
                  </a:lnTo>
                  <a:lnTo>
                    <a:pt x="176" y="126"/>
                  </a:lnTo>
                  <a:lnTo>
                    <a:pt x="157" y="99"/>
                  </a:lnTo>
                  <a:lnTo>
                    <a:pt x="139" y="75"/>
                  </a:lnTo>
                  <a:lnTo>
                    <a:pt x="119" y="53"/>
                  </a:lnTo>
                  <a:lnTo>
                    <a:pt x="96" y="34"/>
                  </a:lnTo>
                  <a:lnTo>
                    <a:pt x="75" y="19"/>
                  </a:lnTo>
                  <a:lnTo>
                    <a:pt x="51" y="9"/>
                  </a:lnTo>
                  <a:lnTo>
                    <a:pt x="26" y="3"/>
                  </a:lnTo>
                  <a:lnTo>
                    <a:pt x="0" y="0"/>
                  </a:lnTo>
                  <a:lnTo>
                    <a:pt x="0" y="12"/>
                  </a:lnTo>
                  <a:lnTo>
                    <a:pt x="24" y="15"/>
                  </a:lnTo>
                  <a:lnTo>
                    <a:pt x="46" y="20"/>
                  </a:lnTo>
                  <a:lnTo>
                    <a:pt x="68" y="31"/>
                  </a:lnTo>
                  <a:lnTo>
                    <a:pt x="89" y="44"/>
                  </a:lnTo>
                  <a:lnTo>
                    <a:pt x="109" y="63"/>
                  </a:lnTo>
                  <a:lnTo>
                    <a:pt x="129" y="83"/>
                  </a:lnTo>
                  <a:lnTo>
                    <a:pt x="148" y="106"/>
                  </a:lnTo>
                  <a:lnTo>
                    <a:pt x="164" y="133"/>
                  </a:lnTo>
                  <a:lnTo>
                    <a:pt x="180" y="162"/>
                  </a:lnTo>
                  <a:lnTo>
                    <a:pt x="194" y="195"/>
                  </a:lnTo>
                  <a:lnTo>
                    <a:pt x="205" y="229"/>
                  </a:lnTo>
                  <a:lnTo>
                    <a:pt x="216" y="264"/>
                  </a:lnTo>
                  <a:lnTo>
                    <a:pt x="224" y="303"/>
                  </a:lnTo>
                  <a:lnTo>
                    <a:pt x="230" y="343"/>
                  </a:lnTo>
                  <a:lnTo>
                    <a:pt x="233" y="384"/>
                  </a:lnTo>
                  <a:lnTo>
                    <a:pt x="235" y="426"/>
                  </a:lnTo>
                  <a:lnTo>
                    <a:pt x="246"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2143" name="Freeform 61"/>
            <p:cNvSpPr>
              <a:spLocks/>
            </p:cNvSpPr>
            <p:nvPr/>
          </p:nvSpPr>
          <p:spPr bwMode="auto">
            <a:xfrm>
              <a:off x="1392" y="2203"/>
              <a:ext cx="49" cy="85"/>
            </a:xfrm>
            <a:custGeom>
              <a:avLst/>
              <a:gdLst>
                <a:gd name="T0" fmla="*/ 0 w 246"/>
                <a:gd name="T1" fmla="*/ 3 h 424"/>
                <a:gd name="T2" fmla="*/ 0 w 246"/>
                <a:gd name="T3" fmla="*/ 3 h 424"/>
                <a:gd name="T4" fmla="*/ 0 w 246"/>
                <a:gd name="T5" fmla="*/ 3 h 424"/>
                <a:gd name="T6" fmla="*/ 0 w 246"/>
                <a:gd name="T7" fmla="*/ 3 h 424"/>
                <a:gd name="T8" fmla="*/ 1 w 246"/>
                <a:gd name="T9" fmla="*/ 3 h 424"/>
                <a:gd name="T10" fmla="*/ 1 w 246"/>
                <a:gd name="T11" fmla="*/ 3 h 424"/>
                <a:gd name="T12" fmla="*/ 1 w 246"/>
                <a:gd name="T13" fmla="*/ 3 h 424"/>
                <a:gd name="T14" fmla="*/ 1 w 246"/>
                <a:gd name="T15" fmla="*/ 3 h 424"/>
                <a:gd name="T16" fmla="*/ 1 w 246"/>
                <a:gd name="T17" fmla="*/ 3 h 424"/>
                <a:gd name="T18" fmla="*/ 1 w 246"/>
                <a:gd name="T19" fmla="*/ 2 h 424"/>
                <a:gd name="T20" fmla="*/ 2 w 246"/>
                <a:gd name="T21" fmla="*/ 2 h 424"/>
                <a:gd name="T22" fmla="*/ 2 w 246"/>
                <a:gd name="T23" fmla="*/ 2 h 424"/>
                <a:gd name="T24" fmla="*/ 2 w 246"/>
                <a:gd name="T25" fmla="*/ 2 h 424"/>
                <a:gd name="T26" fmla="*/ 2 w 246"/>
                <a:gd name="T27" fmla="*/ 1 h 424"/>
                <a:gd name="T28" fmla="*/ 2 w 246"/>
                <a:gd name="T29" fmla="*/ 1 h 424"/>
                <a:gd name="T30" fmla="*/ 2 w 246"/>
                <a:gd name="T31" fmla="*/ 1 h 424"/>
                <a:gd name="T32" fmla="*/ 2 w 246"/>
                <a:gd name="T33" fmla="*/ 0 h 424"/>
                <a:gd name="T34" fmla="*/ 2 w 246"/>
                <a:gd name="T35" fmla="*/ 0 h 424"/>
                <a:gd name="T36" fmla="*/ 2 w 246"/>
                <a:gd name="T37" fmla="*/ 0 h 424"/>
                <a:gd name="T38" fmla="*/ 2 w 246"/>
                <a:gd name="T39" fmla="*/ 0 h 424"/>
                <a:gd name="T40" fmla="*/ 2 w 246"/>
                <a:gd name="T41" fmla="*/ 1 h 424"/>
                <a:gd name="T42" fmla="*/ 2 w 246"/>
                <a:gd name="T43" fmla="*/ 1 h 424"/>
                <a:gd name="T44" fmla="*/ 2 w 246"/>
                <a:gd name="T45" fmla="*/ 1 h 424"/>
                <a:gd name="T46" fmla="*/ 2 w 246"/>
                <a:gd name="T47" fmla="*/ 2 h 424"/>
                <a:gd name="T48" fmla="*/ 2 w 246"/>
                <a:gd name="T49" fmla="*/ 2 h 424"/>
                <a:gd name="T50" fmla="*/ 1 w 246"/>
                <a:gd name="T51" fmla="*/ 2 h 424"/>
                <a:gd name="T52" fmla="*/ 1 w 246"/>
                <a:gd name="T53" fmla="*/ 2 h 424"/>
                <a:gd name="T54" fmla="*/ 1 w 246"/>
                <a:gd name="T55" fmla="*/ 3 h 424"/>
                <a:gd name="T56" fmla="*/ 1 w 246"/>
                <a:gd name="T57" fmla="*/ 3 h 424"/>
                <a:gd name="T58" fmla="*/ 1 w 246"/>
                <a:gd name="T59" fmla="*/ 3 h 424"/>
                <a:gd name="T60" fmla="*/ 1 w 246"/>
                <a:gd name="T61" fmla="*/ 3 h 424"/>
                <a:gd name="T62" fmla="*/ 1 w 246"/>
                <a:gd name="T63" fmla="*/ 3 h 424"/>
                <a:gd name="T64" fmla="*/ 0 w 246"/>
                <a:gd name="T65" fmla="*/ 3 h 424"/>
                <a:gd name="T66" fmla="*/ 0 w 246"/>
                <a:gd name="T67" fmla="*/ 3 h 424"/>
                <a:gd name="T68" fmla="*/ 0 w 246"/>
                <a:gd name="T69" fmla="*/ 3 h 424"/>
                <a:gd name="T70" fmla="*/ 0 w 246"/>
                <a:gd name="T71" fmla="*/ 3 h 424"/>
                <a:gd name="T72" fmla="*/ 0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0" y="424"/>
                  </a:moveTo>
                  <a:lnTo>
                    <a:pt x="0" y="424"/>
                  </a:lnTo>
                  <a:lnTo>
                    <a:pt x="26" y="422"/>
                  </a:lnTo>
                  <a:lnTo>
                    <a:pt x="51" y="416"/>
                  </a:lnTo>
                  <a:lnTo>
                    <a:pt x="75" y="406"/>
                  </a:lnTo>
                  <a:lnTo>
                    <a:pt x="96" y="390"/>
                  </a:lnTo>
                  <a:lnTo>
                    <a:pt x="119" y="373"/>
                  </a:lnTo>
                  <a:lnTo>
                    <a:pt x="139" y="351"/>
                  </a:lnTo>
                  <a:lnTo>
                    <a:pt x="157" y="326"/>
                  </a:lnTo>
                  <a:lnTo>
                    <a:pt x="175" y="299"/>
                  </a:lnTo>
                  <a:lnTo>
                    <a:pt x="191" y="269"/>
                  </a:lnTo>
                  <a:lnTo>
                    <a:pt x="205" y="236"/>
                  </a:lnTo>
                  <a:lnTo>
                    <a:pt x="217" y="202"/>
                  </a:lnTo>
                  <a:lnTo>
                    <a:pt x="228" y="163"/>
                  </a:lnTo>
                  <a:lnTo>
                    <a:pt x="236" y="125"/>
                  </a:lnTo>
                  <a:lnTo>
                    <a:pt x="242" y="86"/>
                  </a:lnTo>
                  <a:lnTo>
                    <a:pt x="245" y="42"/>
                  </a:lnTo>
                  <a:lnTo>
                    <a:pt x="246" y="0"/>
                  </a:lnTo>
                  <a:lnTo>
                    <a:pt x="235" y="0"/>
                  </a:lnTo>
                  <a:lnTo>
                    <a:pt x="233" y="42"/>
                  </a:lnTo>
                  <a:lnTo>
                    <a:pt x="230" y="83"/>
                  </a:lnTo>
                  <a:lnTo>
                    <a:pt x="224" y="123"/>
                  </a:lnTo>
                  <a:lnTo>
                    <a:pt x="216" y="161"/>
                  </a:lnTo>
                  <a:lnTo>
                    <a:pt x="205" y="197"/>
                  </a:lnTo>
                  <a:lnTo>
                    <a:pt x="194" y="231"/>
                  </a:lnTo>
                  <a:lnTo>
                    <a:pt x="180" y="264"/>
                  </a:lnTo>
                  <a:lnTo>
                    <a:pt x="166" y="292"/>
                  </a:lnTo>
                  <a:lnTo>
                    <a:pt x="148" y="319"/>
                  </a:lnTo>
                  <a:lnTo>
                    <a:pt x="129" y="344"/>
                  </a:lnTo>
                  <a:lnTo>
                    <a:pt x="109" y="364"/>
                  </a:lnTo>
                  <a:lnTo>
                    <a:pt x="89" y="381"/>
                  </a:lnTo>
                  <a:lnTo>
                    <a:pt x="68" y="394"/>
                  </a:lnTo>
                  <a:lnTo>
                    <a:pt x="46" y="405"/>
                  </a:lnTo>
                  <a:lnTo>
                    <a:pt x="24" y="410"/>
                  </a:lnTo>
                  <a:lnTo>
                    <a:pt x="0" y="413"/>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2144" name="Freeform 62"/>
            <p:cNvSpPr>
              <a:spLocks/>
            </p:cNvSpPr>
            <p:nvPr/>
          </p:nvSpPr>
          <p:spPr bwMode="auto">
            <a:xfrm>
              <a:off x="1343" y="2203"/>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2" y="42"/>
                  </a:lnTo>
                  <a:lnTo>
                    <a:pt x="5" y="86"/>
                  </a:lnTo>
                  <a:lnTo>
                    <a:pt x="11" y="125"/>
                  </a:lnTo>
                  <a:lnTo>
                    <a:pt x="19" y="163"/>
                  </a:lnTo>
                  <a:lnTo>
                    <a:pt x="30" y="202"/>
                  </a:lnTo>
                  <a:lnTo>
                    <a:pt x="41" y="236"/>
                  </a:lnTo>
                  <a:lnTo>
                    <a:pt x="56" y="269"/>
                  </a:lnTo>
                  <a:lnTo>
                    <a:pt x="72" y="299"/>
                  </a:lnTo>
                  <a:lnTo>
                    <a:pt x="90" y="326"/>
                  </a:lnTo>
                  <a:lnTo>
                    <a:pt x="108" y="351"/>
                  </a:lnTo>
                  <a:lnTo>
                    <a:pt x="127" y="373"/>
                  </a:lnTo>
                  <a:lnTo>
                    <a:pt x="149" y="390"/>
                  </a:lnTo>
                  <a:lnTo>
                    <a:pt x="172" y="406"/>
                  </a:lnTo>
                  <a:lnTo>
                    <a:pt x="195" y="416"/>
                  </a:lnTo>
                  <a:lnTo>
                    <a:pt x="220" y="422"/>
                  </a:lnTo>
                  <a:lnTo>
                    <a:pt x="245" y="424"/>
                  </a:lnTo>
                  <a:lnTo>
                    <a:pt x="245" y="413"/>
                  </a:lnTo>
                  <a:lnTo>
                    <a:pt x="222" y="410"/>
                  </a:lnTo>
                  <a:lnTo>
                    <a:pt x="200" y="405"/>
                  </a:lnTo>
                  <a:lnTo>
                    <a:pt x="179" y="394"/>
                  </a:lnTo>
                  <a:lnTo>
                    <a:pt x="156" y="381"/>
                  </a:lnTo>
                  <a:lnTo>
                    <a:pt x="136" y="364"/>
                  </a:lnTo>
                  <a:lnTo>
                    <a:pt x="118" y="344"/>
                  </a:lnTo>
                  <a:lnTo>
                    <a:pt x="99" y="319"/>
                  </a:lnTo>
                  <a:lnTo>
                    <a:pt x="81" y="292"/>
                  </a:lnTo>
                  <a:lnTo>
                    <a:pt x="67" y="264"/>
                  </a:lnTo>
                  <a:lnTo>
                    <a:pt x="53" y="231"/>
                  </a:lnTo>
                  <a:lnTo>
                    <a:pt x="41" y="197"/>
                  </a:lnTo>
                  <a:lnTo>
                    <a:pt x="31" y="161"/>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2145" name="Freeform 63"/>
            <p:cNvSpPr>
              <a:spLocks/>
            </p:cNvSpPr>
            <p:nvPr/>
          </p:nvSpPr>
          <p:spPr bwMode="auto">
            <a:xfrm>
              <a:off x="1343" y="2118"/>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1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20" y="3"/>
                  </a:lnTo>
                  <a:lnTo>
                    <a:pt x="195" y="9"/>
                  </a:lnTo>
                  <a:lnTo>
                    <a:pt x="172" y="19"/>
                  </a:lnTo>
                  <a:lnTo>
                    <a:pt x="149" y="34"/>
                  </a:lnTo>
                  <a:lnTo>
                    <a:pt x="127" y="53"/>
                  </a:lnTo>
                  <a:lnTo>
                    <a:pt x="108" y="75"/>
                  </a:lnTo>
                  <a:lnTo>
                    <a:pt x="90" y="99"/>
                  </a:lnTo>
                  <a:lnTo>
                    <a:pt x="71" y="126"/>
                  </a:lnTo>
                  <a:lnTo>
                    <a:pt x="56" y="158"/>
                  </a:lnTo>
                  <a:lnTo>
                    <a:pt x="41" y="190"/>
                  </a:lnTo>
                  <a:lnTo>
                    <a:pt x="30" y="224"/>
                  </a:lnTo>
                  <a:lnTo>
                    <a:pt x="19" y="262"/>
                  </a:lnTo>
                  <a:lnTo>
                    <a:pt x="11" y="301"/>
                  </a:lnTo>
                  <a:lnTo>
                    <a:pt x="5" y="340"/>
                  </a:lnTo>
                  <a:lnTo>
                    <a:pt x="2" y="384"/>
                  </a:lnTo>
                  <a:lnTo>
                    <a:pt x="0" y="426"/>
                  </a:lnTo>
                  <a:lnTo>
                    <a:pt x="12" y="426"/>
                  </a:lnTo>
                  <a:lnTo>
                    <a:pt x="13" y="384"/>
                  </a:lnTo>
                  <a:lnTo>
                    <a:pt x="17" y="343"/>
                  </a:lnTo>
                  <a:lnTo>
                    <a:pt x="23" y="303"/>
                  </a:lnTo>
                  <a:lnTo>
                    <a:pt x="31" y="264"/>
                  </a:lnTo>
                  <a:lnTo>
                    <a:pt x="41" y="229"/>
                  </a:lnTo>
                  <a:lnTo>
                    <a:pt x="53" y="195"/>
                  </a:lnTo>
                  <a:lnTo>
                    <a:pt x="67" y="162"/>
                  </a:lnTo>
                  <a:lnTo>
                    <a:pt x="82" y="133"/>
                  </a:lnTo>
                  <a:lnTo>
                    <a:pt x="99" y="106"/>
                  </a:lnTo>
                  <a:lnTo>
                    <a:pt x="118" y="83"/>
                  </a:lnTo>
                  <a:lnTo>
                    <a:pt x="136" y="63"/>
                  </a:lnTo>
                  <a:lnTo>
                    <a:pt x="156" y="44"/>
                  </a:lnTo>
                  <a:lnTo>
                    <a:pt x="179" y="31"/>
                  </a:lnTo>
                  <a:lnTo>
                    <a:pt x="200" y="20"/>
                  </a:lnTo>
                  <a:lnTo>
                    <a:pt x="222" y="15"/>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2146" name="Freeform 64"/>
            <p:cNvSpPr>
              <a:spLocks/>
            </p:cNvSpPr>
            <p:nvPr/>
          </p:nvSpPr>
          <p:spPr bwMode="auto">
            <a:xfrm>
              <a:off x="1384" y="1859"/>
              <a:ext cx="49" cy="84"/>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1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3" y="382"/>
                  </a:lnTo>
                  <a:lnTo>
                    <a:pt x="240" y="339"/>
                  </a:lnTo>
                  <a:lnTo>
                    <a:pt x="234" y="299"/>
                  </a:lnTo>
                  <a:lnTo>
                    <a:pt x="226" y="261"/>
                  </a:lnTo>
                  <a:lnTo>
                    <a:pt x="215" y="222"/>
                  </a:lnTo>
                  <a:lnTo>
                    <a:pt x="204" y="188"/>
                  </a:lnTo>
                  <a:lnTo>
                    <a:pt x="189" y="156"/>
                  </a:lnTo>
                  <a:lnTo>
                    <a:pt x="173" y="125"/>
                  </a:lnTo>
                  <a:lnTo>
                    <a:pt x="155" y="98"/>
                  </a:lnTo>
                  <a:lnTo>
                    <a:pt x="138" y="74"/>
                  </a:lnTo>
                  <a:lnTo>
                    <a:pt x="118" y="51"/>
                  </a:lnTo>
                  <a:lnTo>
                    <a:pt x="96" y="34"/>
                  </a:lnTo>
                  <a:lnTo>
                    <a:pt x="73" y="18"/>
                  </a:lnTo>
                  <a:lnTo>
                    <a:pt x="50" y="8"/>
                  </a:lnTo>
                  <a:lnTo>
                    <a:pt x="25" y="2"/>
                  </a:lnTo>
                  <a:lnTo>
                    <a:pt x="0" y="0"/>
                  </a:lnTo>
                  <a:lnTo>
                    <a:pt x="0" y="11"/>
                  </a:lnTo>
                  <a:lnTo>
                    <a:pt x="23" y="14"/>
                  </a:lnTo>
                  <a:lnTo>
                    <a:pt x="45" y="20"/>
                  </a:lnTo>
                  <a:lnTo>
                    <a:pt x="66" y="30"/>
                  </a:lnTo>
                  <a:lnTo>
                    <a:pt x="89" y="43"/>
                  </a:lnTo>
                  <a:lnTo>
                    <a:pt x="109" y="61"/>
                  </a:lnTo>
                  <a:lnTo>
                    <a:pt x="129" y="81"/>
                  </a:lnTo>
                  <a:lnTo>
                    <a:pt x="146" y="105"/>
                  </a:lnTo>
                  <a:lnTo>
                    <a:pt x="164" y="132"/>
                  </a:lnTo>
                  <a:lnTo>
                    <a:pt x="178" y="160"/>
                  </a:lnTo>
                  <a:lnTo>
                    <a:pt x="192" y="193"/>
                  </a:lnTo>
                  <a:lnTo>
                    <a:pt x="204" y="227"/>
                  </a:lnTo>
                  <a:lnTo>
                    <a:pt x="214" y="264"/>
                  </a:lnTo>
                  <a:lnTo>
                    <a:pt x="222" y="301"/>
                  </a:lnTo>
                  <a:lnTo>
                    <a:pt x="228"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2147" name="Freeform 65"/>
            <p:cNvSpPr>
              <a:spLocks/>
            </p:cNvSpPr>
            <p:nvPr/>
          </p:nvSpPr>
          <p:spPr bwMode="auto">
            <a:xfrm>
              <a:off x="1384" y="1943"/>
              <a:ext cx="49" cy="86"/>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5" y="423"/>
                  </a:lnTo>
                  <a:lnTo>
                    <a:pt x="50" y="418"/>
                  </a:lnTo>
                  <a:lnTo>
                    <a:pt x="73" y="407"/>
                  </a:lnTo>
                  <a:lnTo>
                    <a:pt x="96" y="392"/>
                  </a:lnTo>
                  <a:lnTo>
                    <a:pt x="118" y="374"/>
                  </a:lnTo>
                  <a:lnTo>
                    <a:pt x="138" y="352"/>
                  </a:lnTo>
                  <a:lnTo>
                    <a:pt x="155" y="327"/>
                  </a:lnTo>
                  <a:lnTo>
                    <a:pt x="174" y="300"/>
                  </a:lnTo>
                  <a:lnTo>
                    <a:pt x="189" y="269"/>
                  </a:lnTo>
                  <a:lnTo>
                    <a:pt x="204" y="237"/>
                  </a:lnTo>
                  <a:lnTo>
                    <a:pt x="215" y="202"/>
                  </a:lnTo>
                  <a:lnTo>
                    <a:pt x="226" y="164"/>
                  </a:lnTo>
                  <a:lnTo>
                    <a:pt x="234" y="126"/>
                  </a:lnTo>
                  <a:lnTo>
                    <a:pt x="240" y="86"/>
                  </a:lnTo>
                  <a:lnTo>
                    <a:pt x="243" y="42"/>
                  </a:lnTo>
                  <a:lnTo>
                    <a:pt x="245" y="0"/>
                  </a:lnTo>
                  <a:lnTo>
                    <a:pt x="233" y="0"/>
                  </a:lnTo>
                  <a:lnTo>
                    <a:pt x="232" y="42"/>
                  </a:lnTo>
                  <a:lnTo>
                    <a:pt x="228" y="83"/>
                  </a:lnTo>
                  <a:lnTo>
                    <a:pt x="222" y="123"/>
                  </a:lnTo>
                  <a:lnTo>
                    <a:pt x="214" y="162"/>
                  </a:lnTo>
                  <a:lnTo>
                    <a:pt x="204" y="197"/>
                  </a:lnTo>
                  <a:lnTo>
                    <a:pt x="192" y="232"/>
                  </a:lnTo>
                  <a:lnTo>
                    <a:pt x="178" y="264"/>
                  </a:lnTo>
                  <a:lnTo>
                    <a:pt x="163" y="293"/>
                  </a:lnTo>
                  <a:lnTo>
                    <a:pt x="146" y="320"/>
                  </a:lnTo>
                  <a:lnTo>
                    <a:pt x="129" y="345"/>
                  </a:lnTo>
                  <a:lnTo>
                    <a:pt x="109" y="365"/>
                  </a:lnTo>
                  <a:lnTo>
                    <a:pt x="89" y="382"/>
                  </a:lnTo>
                  <a:lnTo>
                    <a:pt x="66" y="395"/>
                  </a:lnTo>
                  <a:lnTo>
                    <a:pt x="45" y="406"/>
                  </a:lnTo>
                  <a:lnTo>
                    <a:pt x="23"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2148" name="Freeform 66"/>
            <p:cNvSpPr>
              <a:spLocks/>
            </p:cNvSpPr>
            <p:nvPr/>
          </p:nvSpPr>
          <p:spPr bwMode="auto">
            <a:xfrm>
              <a:off x="1335" y="1943"/>
              <a:ext cx="49" cy="86"/>
            </a:xfrm>
            <a:custGeom>
              <a:avLst/>
              <a:gdLst>
                <a:gd name="T0" fmla="*/ 0 w 246"/>
                <a:gd name="T1" fmla="*/ 0 h 426"/>
                <a:gd name="T2" fmla="*/ 0 w 246"/>
                <a:gd name="T3" fmla="*/ 0 h 426"/>
                <a:gd name="T4" fmla="*/ 0 w 246"/>
                <a:gd name="T5" fmla="*/ 0 h 426"/>
                <a:gd name="T6" fmla="*/ 0 w 246"/>
                <a:gd name="T7" fmla="*/ 1 h 426"/>
                <a:gd name="T8" fmla="*/ 0 w 246"/>
                <a:gd name="T9" fmla="*/ 1 h 426"/>
                <a:gd name="T10" fmla="*/ 0 w 246"/>
                <a:gd name="T11" fmla="*/ 1 h 426"/>
                <a:gd name="T12" fmla="*/ 0 w 246"/>
                <a:gd name="T13" fmla="*/ 2 h 426"/>
                <a:gd name="T14" fmla="*/ 0 w 246"/>
                <a:gd name="T15" fmla="*/ 2 h 426"/>
                <a:gd name="T16" fmla="*/ 0 w 246"/>
                <a:gd name="T17" fmla="*/ 2 h 426"/>
                <a:gd name="T18" fmla="*/ 1 w 246"/>
                <a:gd name="T19" fmla="*/ 2 h 426"/>
                <a:gd name="T20" fmla="*/ 1 w 246"/>
                <a:gd name="T21" fmla="*/ 3 h 426"/>
                <a:gd name="T22" fmla="*/ 1 w 246"/>
                <a:gd name="T23" fmla="*/ 3 h 426"/>
                <a:gd name="T24" fmla="*/ 1 w 246"/>
                <a:gd name="T25" fmla="*/ 3 h 426"/>
                <a:gd name="T26" fmla="*/ 1 w 246"/>
                <a:gd name="T27" fmla="*/ 3 h 426"/>
                <a:gd name="T28" fmla="*/ 1 w 246"/>
                <a:gd name="T29" fmla="*/ 3 h 426"/>
                <a:gd name="T30" fmla="*/ 2 w 246"/>
                <a:gd name="T31" fmla="*/ 3 h 426"/>
                <a:gd name="T32" fmla="*/ 2 w 246"/>
                <a:gd name="T33" fmla="*/ 3 h 426"/>
                <a:gd name="T34" fmla="*/ 2 w 246"/>
                <a:gd name="T35" fmla="*/ 3 h 426"/>
                <a:gd name="T36" fmla="*/ 2 w 246"/>
                <a:gd name="T37" fmla="*/ 3 h 426"/>
                <a:gd name="T38" fmla="*/ 2 w 246"/>
                <a:gd name="T39" fmla="*/ 3 h 426"/>
                <a:gd name="T40" fmla="*/ 2 w 246"/>
                <a:gd name="T41" fmla="*/ 3 h 426"/>
                <a:gd name="T42" fmla="*/ 1 w 246"/>
                <a:gd name="T43" fmla="*/ 3 h 426"/>
                <a:gd name="T44" fmla="*/ 1 w 246"/>
                <a:gd name="T45" fmla="*/ 3 h 426"/>
                <a:gd name="T46" fmla="*/ 1 w 246"/>
                <a:gd name="T47" fmla="*/ 3 h 426"/>
                <a:gd name="T48" fmla="*/ 1 w 246"/>
                <a:gd name="T49" fmla="*/ 3 h 426"/>
                <a:gd name="T50" fmla="*/ 1 w 246"/>
                <a:gd name="T51" fmla="*/ 3 h 426"/>
                <a:gd name="T52" fmla="*/ 1 w 246"/>
                <a:gd name="T53" fmla="*/ 2 h 426"/>
                <a:gd name="T54" fmla="*/ 1 w 246"/>
                <a:gd name="T55" fmla="*/ 2 h 426"/>
                <a:gd name="T56" fmla="*/ 0 w 246"/>
                <a:gd name="T57" fmla="*/ 2 h 426"/>
                <a:gd name="T58" fmla="*/ 0 w 246"/>
                <a:gd name="T59" fmla="*/ 2 h 426"/>
                <a:gd name="T60" fmla="*/ 0 w 246"/>
                <a:gd name="T61" fmla="*/ 1 h 426"/>
                <a:gd name="T62" fmla="*/ 0 w 246"/>
                <a:gd name="T63" fmla="*/ 1 h 426"/>
                <a:gd name="T64" fmla="*/ 0 w 246"/>
                <a:gd name="T65" fmla="*/ 1 h 426"/>
                <a:gd name="T66" fmla="*/ 0 w 246"/>
                <a:gd name="T67" fmla="*/ 0 h 426"/>
                <a:gd name="T68" fmla="*/ 0 w 246"/>
                <a:gd name="T69" fmla="*/ 0 h 426"/>
                <a:gd name="T70" fmla="*/ 0 w 246"/>
                <a:gd name="T71" fmla="*/ 0 h 426"/>
                <a:gd name="T72" fmla="*/ 0 w 246"/>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0"/>
                  </a:moveTo>
                  <a:lnTo>
                    <a:pt x="0" y="0"/>
                  </a:lnTo>
                  <a:lnTo>
                    <a:pt x="1" y="42"/>
                  </a:lnTo>
                  <a:lnTo>
                    <a:pt x="4" y="86"/>
                  </a:lnTo>
                  <a:lnTo>
                    <a:pt x="10" y="126"/>
                  </a:lnTo>
                  <a:lnTo>
                    <a:pt x="18" y="164"/>
                  </a:lnTo>
                  <a:lnTo>
                    <a:pt x="29" y="202"/>
                  </a:lnTo>
                  <a:lnTo>
                    <a:pt x="41" y="237"/>
                  </a:lnTo>
                  <a:lnTo>
                    <a:pt x="55" y="269"/>
                  </a:lnTo>
                  <a:lnTo>
                    <a:pt x="71" y="300"/>
                  </a:lnTo>
                  <a:lnTo>
                    <a:pt x="89" y="327"/>
                  </a:lnTo>
                  <a:lnTo>
                    <a:pt x="107" y="352"/>
                  </a:lnTo>
                  <a:lnTo>
                    <a:pt x="127" y="374"/>
                  </a:lnTo>
                  <a:lnTo>
                    <a:pt x="150" y="392"/>
                  </a:lnTo>
                  <a:lnTo>
                    <a:pt x="171" y="407"/>
                  </a:lnTo>
                  <a:lnTo>
                    <a:pt x="195" y="418"/>
                  </a:lnTo>
                  <a:lnTo>
                    <a:pt x="220" y="423"/>
                  </a:lnTo>
                  <a:lnTo>
                    <a:pt x="246" y="426"/>
                  </a:lnTo>
                  <a:lnTo>
                    <a:pt x="246" y="414"/>
                  </a:lnTo>
                  <a:lnTo>
                    <a:pt x="222" y="412"/>
                  </a:lnTo>
                  <a:lnTo>
                    <a:pt x="200" y="406"/>
                  </a:lnTo>
                  <a:lnTo>
                    <a:pt x="178" y="395"/>
                  </a:lnTo>
                  <a:lnTo>
                    <a:pt x="157" y="382"/>
                  </a:lnTo>
                  <a:lnTo>
                    <a:pt x="137" y="365"/>
                  </a:lnTo>
                  <a:lnTo>
                    <a:pt x="117" y="345"/>
                  </a:lnTo>
                  <a:lnTo>
                    <a:pt x="98" y="320"/>
                  </a:lnTo>
                  <a:lnTo>
                    <a:pt x="83" y="293"/>
                  </a:lnTo>
                  <a:lnTo>
                    <a:pt x="66" y="264"/>
                  </a:lnTo>
                  <a:lnTo>
                    <a:pt x="52" y="232"/>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2149" name="Freeform 67"/>
            <p:cNvSpPr>
              <a:spLocks/>
            </p:cNvSpPr>
            <p:nvPr/>
          </p:nvSpPr>
          <p:spPr bwMode="auto">
            <a:xfrm>
              <a:off x="1335" y="1859"/>
              <a:ext cx="49" cy="84"/>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1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0" y="2"/>
                  </a:lnTo>
                  <a:lnTo>
                    <a:pt x="195" y="8"/>
                  </a:lnTo>
                  <a:lnTo>
                    <a:pt x="171" y="18"/>
                  </a:lnTo>
                  <a:lnTo>
                    <a:pt x="150" y="34"/>
                  </a:lnTo>
                  <a:lnTo>
                    <a:pt x="127" y="51"/>
                  </a:lnTo>
                  <a:lnTo>
                    <a:pt x="107" y="74"/>
                  </a:lnTo>
                  <a:lnTo>
                    <a:pt x="89" y="98"/>
                  </a:lnTo>
                  <a:lnTo>
                    <a:pt x="72" y="125"/>
                  </a:lnTo>
                  <a:lnTo>
                    <a:pt x="55" y="156"/>
                  </a:lnTo>
                  <a:lnTo>
                    <a:pt x="41" y="188"/>
                  </a:lnTo>
                  <a:lnTo>
                    <a:pt x="29" y="222"/>
                  </a:lnTo>
                  <a:lnTo>
                    <a:pt x="18" y="261"/>
                  </a:lnTo>
                  <a:lnTo>
                    <a:pt x="10" y="299"/>
                  </a:lnTo>
                  <a:lnTo>
                    <a:pt x="4" y="339"/>
                  </a:lnTo>
                  <a:lnTo>
                    <a:pt x="1" y="382"/>
                  </a:lnTo>
                  <a:lnTo>
                    <a:pt x="0" y="424"/>
                  </a:lnTo>
                  <a:lnTo>
                    <a:pt x="11" y="424"/>
                  </a:lnTo>
                  <a:lnTo>
                    <a:pt x="13" y="382"/>
                  </a:lnTo>
                  <a:lnTo>
                    <a:pt x="16" y="341"/>
                  </a:lnTo>
                  <a:lnTo>
                    <a:pt x="22" y="301"/>
                  </a:lnTo>
                  <a:lnTo>
                    <a:pt x="30" y="264"/>
                  </a:lnTo>
                  <a:lnTo>
                    <a:pt x="41" y="227"/>
                  </a:lnTo>
                  <a:lnTo>
                    <a:pt x="52" y="193"/>
                  </a:lnTo>
                  <a:lnTo>
                    <a:pt x="66" y="160"/>
                  </a:lnTo>
                  <a:lnTo>
                    <a:pt x="82" y="132"/>
                  </a:lnTo>
                  <a:lnTo>
                    <a:pt x="98" y="105"/>
                  </a:lnTo>
                  <a:lnTo>
                    <a:pt x="117" y="81"/>
                  </a:lnTo>
                  <a:lnTo>
                    <a:pt x="137" y="61"/>
                  </a:lnTo>
                  <a:lnTo>
                    <a:pt x="157" y="43"/>
                  </a:lnTo>
                  <a:lnTo>
                    <a:pt x="178" y="30"/>
                  </a:lnTo>
                  <a:lnTo>
                    <a:pt x="200" y="20"/>
                  </a:lnTo>
                  <a:lnTo>
                    <a:pt x="222" y="14"/>
                  </a:lnTo>
                  <a:lnTo>
                    <a:pt x="246" y="11"/>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2150" name="Freeform 68"/>
            <p:cNvSpPr>
              <a:spLocks/>
            </p:cNvSpPr>
            <p:nvPr/>
          </p:nvSpPr>
          <p:spPr bwMode="auto">
            <a:xfrm>
              <a:off x="1552" y="1751"/>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1" y="339"/>
                  </a:lnTo>
                  <a:lnTo>
                    <a:pt x="235" y="299"/>
                  </a:lnTo>
                  <a:lnTo>
                    <a:pt x="226" y="261"/>
                  </a:lnTo>
                  <a:lnTo>
                    <a:pt x="216" y="223"/>
                  </a:lnTo>
                  <a:lnTo>
                    <a:pt x="204" y="189"/>
                  </a:lnTo>
                  <a:lnTo>
                    <a:pt x="190" y="156"/>
                  </a:lnTo>
                  <a:lnTo>
                    <a:pt x="174" y="125"/>
                  </a:lnTo>
                  <a:lnTo>
                    <a:pt x="156" y="98"/>
                  </a:lnTo>
                  <a:lnTo>
                    <a:pt x="137" y="74"/>
                  </a:lnTo>
                  <a:lnTo>
                    <a:pt x="119" y="52"/>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8" y="81"/>
                  </a:lnTo>
                  <a:lnTo>
                    <a:pt x="147" y="105"/>
                  </a:lnTo>
                  <a:lnTo>
                    <a:pt x="164" y="132"/>
                  </a:lnTo>
                  <a:lnTo>
                    <a:pt x="178" y="161"/>
                  </a:lnTo>
                  <a:lnTo>
                    <a:pt x="193" y="193"/>
                  </a:lnTo>
                  <a:lnTo>
                    <a:pt x="204" y="227"/>
                  </a:lnTo>
                  <a:lnTo>
                    <a:pt x="215" y="264"/>
                  </a:lnTo>
                  <a:lnTo>
                    <a:pt x="223" y="301"/>
                  </a:lnTo>
                  <a:lnTo>
                    <a:pt x="229" y="341"/>
                  </a:lnTo>
                  <a:lnTo>
                    <a:pt x="232" y="382"/>
                  </a:lnTo>
                  <a:lnTo>
                    <a:pt x="234"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2151" name="Freeform 69"/>
            <p:cNvSpPr>
              <a:spLocks/>
            </p:cNvSpPr>
            <p:nvPr/>
          </p:nvSpPr>
          <p:spPr bwMode="auto">
            <a:xfrm>
              <a:off x="1552" y="1836"/>
              <a:ext cx="49" cy="85"/>
            </a:xfrm>
            <a:custGeom>
              <a:avLst/>
              <a:gdLst>
                <a:gd name="T0" fmla="*/ 0 w 245"/>
                <a:gd name="T1" fmla="*/ 3 h 425"/>
                <a:gd name="T2" fmla="*/ 0 w 245"/>
                <a:gd name="T3" fmla="*/ 3 h 425"/>
                <a:gd name="T4" fmla="*/ 0 w 245"/>
                <a:gd name="T5" fmla="*/ 3 h 425"/>
                <a:gd name="T6" fmla="*/ 0 w 245"/>
                <a:gd name="T7" fmla="*/ 3 h 425"/>
                <a:gd name="T8" fmla="*/ 1 w 245"/>
                <a:gd name="T9" fmla="*/ 3 h 425"/>
                <a:gd name="T10" fmla="*/ 1 w 245"/>
                <a:gd name="T11" fmla="*/ 3 h 425"/>
                <a:gd name="T12" fmla="*/ 1 w 245"/>
                <a:gd name="T13" fmla="*/ 3 h 425"/>
                <a:gd name="T14" fmla="*/ 1 w 245"/>
                <a:gd name="T15" fmla="*/ 3 h 425"/>
                <a:gd name="T16" fmla="*/ 1 w 245"/>
                <a:gd name="T17" fmla="*/ 3 h 425"/>
                <a:gd name="T18" fmla="*/ 1 w 245"/>
                <a:gd name="T19" fmla="*/ 2 h 425"/>
                <a:gd name="T20" fmla="*/ 2 w 245"/>
                <a:gd name="T21" fmla="*/ 2 h 425"/>
                <a:gd name="T22" fmla="*/ 2 w 245"/>
                <a:gd name="T23" fmla="*/ 2 h 425"/>
                <a:gd name="T24" fmla="*/ 2 w 245"/>
                <a:gd name="T25" fmla="*/ 2 h 425"/>
                <a:gd name="T26" fmla="*/ 2 w 245"/>
                <a:gd name="T27" fmla="*/ 1 h 425"/>
                <a:gd name="T28" fmla="*/ 2 w 245"/>
                <a:gd name="T29" fmla="*/ 1 h 425"/>
                <a:gd name="T30" fmla="*/ 2 w 245"/>
                <a:gd name="T31" fmla="*/ 1 h 425"/>
                <a:gd name="T32" fmla="*/ 2 w 245"/>
                <a:gd name="T33" fmla="*/ 0 h 425"/>
                <a:gd name="T34" fmla="*/ 2 w 245"/>
                <a:gd name="T35" fmla="*/ 0 h 425"/>
                <a:gd name="T36" fmla="*/ 2 w 245"/>
                <a:gd name="T37" fmla="*/ 0 h 425"/>
                <a:gd name="T38" fmla="*/ 2 w 245"/>
                <a:gd name="T39" fmla="*/ 0 h 425"/>
                <a:gd name="T40" fmla="*/ 2 w 245"/>
                <a:gd name="T41" fmla="*/ 1 h 425"/>
                <a:gd name="T42" fmla="*/ 2 w 245"/>
                <a:gd name="T43" fmla="*/ 1 h 425"/>
                <a:gd name="T44" fmla="*/ 2 w 245"/>
                <a:gd name="T45" fmla="*/ 1 h 425"/>
                <a:gd name="T46" fmla="*/ 2 w 245"/>
                <a:gd name="T47" fmla="*/ 2 h 425"/>
                <a:gd name="T48" fmla="*/ 2 w 245"/>
                <a:gd name="T49" fmla="*/ 2 h 425"/>
                <a:gd name="T50" fmla="*/ 1 w 245"/>
                <a:gd name="T51" fmla="*/ 2 h 425"/>
                <a:gd name="T52" fmla="*/ 1 w 245"/>
                <a:gd name="T53" fmla="*/ 2 h 425"/>
                <a:gd name="T54" fmla="*/ 1 w 245"/>
                <a:gd name="T55" fmla="*/ 3 h 425"/>
                <a:gd name="T56" fmla="*/ 1 w 245"/>
                <a:gd name="T57" fmla="*/ 3 h 425"/>
                <a:gd name="T58" fmla="*/ 1 w 245"/>
                <a:gd name="T59" fmla="*/ 3 h 425"/>
                <a:gd name="T60" fmla="*/ 1 w 245"/>
                <a:gd name="T61" fmla="*/ 3 h 425"/>
                <a:gd name="T62" fmla="*/ 1 w 245"/>
                <a:gd name="T63" fmla="*/ 3 h 425"/>
                <a:gd name="T64" fmla="*/ 0 w 245"/>
                <a:gd name="T65" fmla="*/ 3 h 425"/>
                <a:gd name="T66" fmla="*/ 0 w 245"/>
                <a:gd name="T67" fmla="*/ 3 h 425"/>
                <a:gd name="T68" fmla="*/ 0 w 245"/>
                <a:gd name="T69" fmla="*/ 3 h 425"/>
                <a:gd name="T70" fmla="*/ 0 w 245"/>
                <a:gd name="T71" fmla="*/ 3 h 425"/>
                <a:gd name="T72" fmla="*/ 0 w 245"/>
                <a:gd name="T73" fmla="*/ 3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5"/>
                <a:gd name="T113" fmla="*/ 245 w 245"/>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5">
                  <a:moveTo>
                    <a:pt x="0" y="425"/>
                  </a:moveTo>
                  <a:lnTo>
                    <a:pt x="0" y="425"/>
                  </a:lnTo>
                  <a:lnTo>
                    <a:pt x="26" y="422"/>
                  </a:lnTo>
                  <a:lnTo>
                    <a:pt x="51" y="417"/>
                  </a:lnTo>
                  <a:lnTo>
                    <a:pt x="74" y="406"/>
                  </a:lnTo>
                  <a:lnTo>
                    <a:pt x="96" y="391"/>
                  </a:lnTo>
                  <a:lnTo>
                    <a:pt x="119" y="373"/>
                  </a:lnTo>
                  <a:lnTo>
                    <a:pt x="137" y="351"/>
                  </a:lnTo>
                  <a:lnTo>
                    <a:pt x="156" y="326"/>
                  </a:lnTo>
                  <a:lnTo>
                    <a:pt x="174" y="299"/>
                  </a:lnTo>
                  <a:lnTo>
                    <a:pt x="190" y="269"/>
                  </a:lnTo>
                  <a:lnTo>
                    <a:pt x="204" y="236"/>
                  </a:lnTo>
                  <a:lnTo>
                    <a:pt x="216" y="202"/>
                  </a:lnTo>
                  <a:lnTo>
                    <a:pt x="226" y="163"/>
                  </a:lnTo>
                  <a:lnTo>
                    <a:pt x="235" y="126"/>
                  </a:lnTo>
                  <a:lnTo>
                    <a:pt x="241" y="86"/>
                  </a:lnTo>
                  <a:lnTo>
                    <a:pt x="244" y="43"/>
                  </a:lnTo>
                  <a:lnTo>
                    <a:pt x="245" y="0"/>
                  </a:lnTo>
                  <a:lnTo>
                    <a:pt x="234" y="0"/>
                  </a:lnTo>
                  <a:lnTo>
                    <a:pt x="232" y="43"/>
                  </a:lnTo>
                  <a:lnTo>
                    <a:pt x="229" y="84"/>
                  </a:lnTo>
                  <a:lnTo>
                    <a:pt x="223" y="123"/>
                  </a:lnTo>
                  <a:lnTo>
                    <a:pt x="215" y="161"/>
                  </a:lnTo>
                  <a:lnTo>
                    <a:pt x="204" y="197"/>
                  </a:lnTo>
                  <a:lnTo>
                    <a:pt x="193" y="231"/>
                  </a:lnTo>
                  <a:lnTo>
                    <a:pt x="178" y="264"/>
                  </a:lnTo>
                  <a:lnTo>
                    <a:pt x="164" y="292"/>
                  </a:lnTo>
                  <a:lnTo>
                    <a:pt x="147" y="319"/>
                  </a:lnTo>
                  <a:lnTo>
                    <a:pt x="128" y="344"/>
                  </a:lnTo>
                  <a:lnTo>
                    <a:pt x="109" y="364"/>
                  </a:lnTo>
                  <a:lnTo>
                    <a:pt x="89" y="381"/>
                  </a:lnTo>
                  <a:lnTo>
                    <a:pt x="67" y="394"/>
                  </a:lnTo>
                  <a:lnTo>
                    <a:pt x="46" y="405"/>
                  </a:lnTo>
                  <a:lnTo>
                    <a:pt x="24" y="411"/>
                  </a:lnTo>
                  <a:lnTo>
                    <a:pt x="0" y="413"/>
                  </a:lnTo>
                  <a:lnTo>
                    <a:pt x="0" y="425"/>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2152" name="Freeform 70"/>
            <p:cNvSpPr>
              <a:spLocks/>
            </p:cNvSpPr>
            <p:nvPr/>
          </p:nvSpPr>
          <p:spPr bwMode="auto">
            <a:xfrm>
              <a:off x="1502" y="1836"/>
              <a:ext cx="50" cy="85"/>
            </a:xfrm>
            <a:custGeom>
              <a:avLst/>
              <a:gdLst>
                <a:gd name="T0" fmla="*/ 0 w 246"/>
                <a:gd name="T1" fmla="*/ 0 h 425"/>
                <a:gd name="T2" fmla="*/ 0 w 246"/>
                <a:gd name="T3" fmla="*/ 0 h 425"/>
                <a:gd name="T4" fmla="*/ 0 w 246"/>
                <a:gd name="T5" fmla="*/ 0 h 425"/>
                <a:gd name="T6" fmla="*/ 0 w 246"/>
                <a:gd name="T7" fmla="*/ 1 h 425"/>
                <a:gd name="T8" fmla="*/ 0 w 246"/>
                <a:gd name="T9" fmla="*/ 1 h 425"/>
                <a:gd name="T10" fmla="*/ 0 w 246"/>
                <a:gd name="T11" fmla="*/ 1 h 425"/>
                <a:gd name="T12" fmla="*/ 0 w 246"/>
                <a:gd name="T13" fmla="*/ 2 h 425"/>
                <a:gd name="T14" fmla="*/ 0 w 246"/>
                <a:gd name="T15" fmla="*/ 2 h 425"/>
                <a:gd name="T16" fmla="*/ 0 w 246"/>
                <a:gd name="T17" fmla="*/ 2 h 425"/>
                <a:gd name="T18" fmla="*/ 1 w 246"/>
                <a:gd name="T19" fmla="*/ 2 h 425"/>
                <a:gd name="T20" fmla="*/ 1 w 246"/>
                <a:gd name="T21" fmla="*/ 3 h 425"/>
                <a:gd name="T22" fmla="*/ 1 w 246"/>
                <a:gd name="T23" fmla="*/ 3 h 425"/>
                <a:gd name="T24" fmla="*/ 1 w 246"/>
                <a:gd name="T25" fmla="*/ 3 h 425"/>
                <a:gd name="T26" fmla="*/ 1 w 246"/>
                <a:gd name="T27" fmla="*/ 3 h 425"/>
                <a:gd name="T28" fmla="*/ 1 w 246"/>
                <a:gd name="T29" fmla="*/ 3 h 425"/>
                <a:gd name="T30" fmla="*/ 2 w 246"/>
                <a:gd name="T31" fmla="*/ 3 h 425"/>
                <a:gd name="T32" fmla="*/ 2 w 246"/>
                <a:gd name="T33" fmla="*/ 3 h 425"/>
                <a:gd name="T34" fmla="*/ 2 w 246"/>
                <a:gd name="T35" fmla="*/ 3 h 425"/>
                <a:gd name="T36" fmla="*/ 2 w 246"/>
                <a:gd name="T37" fmla="*/ 3 h 425"/>
                <a:gd name="T38" fmla="*/ 2 w 246"/>
                <a:gd name="T39" fmla="*/ 3 h 425"/>
                <a:gd name="T40" fmla="*/ 2 w 246"/>
                <a:gd name="T41" fmla="*/ 3 h 425"/>
                <a:gd name="T42" fmla="*/ 1 w 246"/>
                <a:gd name="T43" fmla="*/ 3 h 425"/>
                <a:gd name="T44" fmla="*/ 1 w 246"/>
                <a:gd name="T45" fmla="*/ 3 h 425"/>
                <a:gd name="T46" fmla="*/ 1 w 246"/>
                <a:gd name="T47" fmla="*/ 3 h 425"/>
                <a:gd name="T48" fmla="*/ 1 w 246"/>
                <a:gd name="T49" fmla="*/ 3 h 425"/>
                <a:gd name="T50" fmla="*/ 1 w 246"/>
                <a:gd name="T51" fmla="*/ 3 h 425"/>
                <a:gd name="T52" fmla="*/ 1 w 246"/>
                <a:gd name="T53" fmla="*/ 2 h 425"/>
                <a:gd name="T54" fmla="*/ 1 w 246"/>
                <a:gd name="T55" fmla="*/ 2 h 425"/>
                <a:gd name="T56" fmla="*/ 0 w 246"/>
                <a:gd name="T57" fmla="*/ 2 h 425"/>
                <a:gd name="T58" fmla="*/ 0 w 246"/>
                <a:gd name="T59" fmla="*/ 2 h 425"/>
                <a:gd name="T60" fmla="*/ 0 w 246"/>
                <a:gd name="T61" fmla="*/ 1 h 425"/>
                <a:gd name="T62" fmla="*/ 0 w 246"/>
                <a:gd name="T63" fmla="*/ 1 h 425"/>
                <a:gd name="T64" fmla="*/ 0 w 246"/>
                <a:gd name="T65" fmla="*/ 1 h 425"/>
                <a:gd name="T66" fmla="*/ 0 w 246"/>
                <a:gd name="T67" fmla="*/ 0 h 425"/>
                <a:gd name="T68" fmla="*/ 0 w 246"/>
                <a:gd name="T69" fmla="*/ 0 h 425"/>
                <a:gd name="T70" fmla="*/ 0 w 246"/>
                <a:gd name="T71" fmla="*/ 0 h 425"/>
                <a:gd name="T72" fmla="*/ 0 w 246"/>
                <a:gd name="T73" fmla="*/ 0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5"/>
                <a:gd name="T113" fmla="*/ 246 w 246"/>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5">
                  <a:moveTo>
                    <a:pt x="0" y="0"/>
                  </a:moveTo>
                  <a:lnTo>
                    <a:pt x="0" y="0"/>
                  </a:lnTo>
                  <a:lnTo>
                    <a:pt x="2" y="43"/>
                  </a:lnTo>
                  <a:lnTo>
                    <a:pt x="5" y="86"/>
                  </a:lnTo>
                  <a:lnTo>
                    <a:pt x="11" y="126"/>
                  </a:lnTo>
                  <a:lnTo>
                    <a:pt x="19" y="163"/>
                  </a:lnTo>
                  <a:lnTo>
                    <a:pt x="30" y="202"/>
                  </a:lnTo>
                  <a:lnTo>
                    <a:pt x="41" y="236"/>
                  </a:lnTo>
                  <a:lnTo>
                    <a:pt x="55" y="269"/>
                  </a:lnTo>
                  <a:lnTo>
                    <a:pt x="73" y="299"/>
                  </a:lnTo>
                  <a:lnTo>
                    <a:pt x="89" y="326"/>
                  </a:lnTo>
                  <a:lnTo>
                    <a:pt x="108" y="351"/>
                  </a:lnTo>
                  <a:lnTo>
                    <a:pt x="128" y="373"/>
                  </a:lnTo>
                  <a:lnTo>
                    <a:pt x="150" y="391"/>
                  </a:lnTo>
                  <a:lnTo>
                    <a:pt x="171" y="406"/>
                  </a:lnTo>
                  <a:lnTo>
                    <a:pt x="196" y="417"/>
                  </a:lnTo>
                  <a:lnTo>
                    <a:pt x="221" y="422"/>
                  </a:lnTo>
                  <a:lnTo>
                    <a:pt x="246" y="425"/>
                  </a:lnTo>
                  <a:lnTo>
                    <a:pt x="246" y="413"/>
                  </a:lnTo>
                  <a:lnTo>
                    <a:pt x="223" y="411"/>
                  </a:lnTo>
                  <a:lnTo>
                    <a:pt x="201" y="405"/>
                  </a:lnTo>
                  <a:lnTo>
                    <a:pt x="178" y="394"/>
                  </a:lnTo>
                  <a:lnTo>
                    <a:pt x="157" y="381"/>
                  </a:lnTo>
                  <a:lnTo>
                    <a:pt x="137" y="364"/>
                  </a:lnTo>
                  <a:lnTo>
                    <a:pt x="117" y="344"/>
                  </a:lnTo>
                  <a:lnTo>
                    <a:pt x="99" y="319"/>
                  </a:lnTo>
                  <a:lnTo>
                    <a:pt x="82" y="292"/>
                  </a:lnTo>
                  <a:lnTo>
                    <a:pt x="67" y="264"/>
                  </a:lnTo>
                  <a:lnTo>
                    <a:pt x="53" y="231"/>
                  </a:lnTo>
                  <a:lnTo>
                    <a:pt x="41" y="197"/>
                  </a:lnTo>
                  <a:lnTo>
                    <a:pt x="31" y="161"/>
                  </a:lnTo>
                  <a:lnTo>
                    <a:pt x="23" y="123"/>
                  </a:lnTo>
                  <a:lnTo>
                    <a:pt x="17" y="84"/>
                  </a:lnTo>
                  <a:lnTo>
                    <a:pt x="13" y="4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2153" name="Freeform 71"/>
            <p:cNvSpPr>
              <a:spLocks/>
            </p:cNvSpPr>
            <p:nvPr/>
          </p:nvSpPr>
          <p:spPr bwMode="auto">
            <a:xfrm>
              <a:off x="1502" y="1751"/>
              <a:ext cx="50" cy="85"/>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2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1" y="2"/>
                  </a:lnTo>
                  <a:lnTo>
                    <a:pt x="196" y="8"/>
                  </a:lnTo>
                  <a:lnTo>
                    <a:pt x="171" y="19"/>
                  </a:lnTo>
                  <a:lnTo>
                    <a:pt x="150" y="34"/>
                  </a:lnTo>
                  <a:lnTo>
                    <a:pt x="128" y="52"/>
                  </a:lnTo>
                  <a:lnTo>
                    <a:pt x="108" y="74"/>
                  </a:lnTo>
                  <a:lnTo>
                    <a:pt x="89" y="98"/>
                  </a:lnTo>
                  <a:lnTo>
                    <a:pt x="73" y="125"/>
                  </a:lnTo>
                  <a:lnTo>
                    <a:pt x="55" y="156"/>
                  </a:lnTo>
                  <a:lnTo>
                    <a:pt x="41" y="189"/>
                  </a:lnTo>
                  <a:lnTo>
                    <a:pt x="30" y="223"/>
                  </a:lnTo>
                  <a:lnTo>
                    <a:pt x="19" y="261"/>
                  </a:lnTo>
                  <a:lnTo>
                    <a:pt x="11" y="299"/>
                  </a:lnTo>
                  <a:lnTo>
                    <a:pt x="5" y="339"/>
                  </a:lnTo>
                  <a:lnTo>
                    <a:pt x="2" y="382"/>
                  </a:lnTo>
                  <a:lnTo>
                    <a:pt x="0" y="424"/>
                  </a:lnTo>
                  <a:lnTo>
                    <a:pt x="12" y="424"/>
                  </a:lnTo>
                  <a:lnTo>
                    <a:pt x="13" y="382"/>
                  </a:lnTo>
                  <a:lnTo>
                    <a:pt x="17" y="341"/>
                  </a:lnTo>
                  <a:lnTo>
                    <a:pt x="23" y="301"/>
                  </a:lnTo>
                  <a:lnTo>
                    <a:pt x="31" y="264"/>
                  </a:lnTo>
                  <a:lnTo>
                    <a:pt x="41" y="227"/>
                  </a:lnTo>
                  <a:lnTo>
                    <a:pt x="53" y="193"/>
                  </a:lnTo>
                  <a:lnTo>
                    <a:pt x="67" y="161"/>
                  </a:lnTo>
                  <a:lnTo>
                    <a:pt x="82" y="132"/>
                  </a:lnTo>
                  <a:lnTo>
                    <a:pt x="99" y="105"/>
                  </a:lnTo>
                  <a:lnTo>
                    <a:pt x="117" y="81"/>
                  </a:lnTo>
                  <a:lnTo>
                    <a:pt x="137" y="61"/>
                  </a:lnTo>
                  <a:lnTo>
                    <a:pt x="157" y="43"/>
                  </a:lnTo>
                  <a:lnTo>
                    <a:pt x="178" y="30"/>
                  </a:lnTo>
                  <a:lnTo>
                    <a:pt x="201" y="20"/>
                  </a:lnTo>
                  <a:lnTo>
                    <a:pt x="223" y="14"/>
                  </a:lnTo>
                  <a:lnTo>
                    <a:pt x="246" y="12"/>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2154" name="Freeform 72"/>
            <p:cNvSpPr>
              <a:spLocks/>
            </p:cNvSpPr>
            <p:nvPr/>
          </p:nvSpPr>
          <p:spPr bwMode="auto">
            <a:xfrm>
              <a:off x="1565" y="2016"/>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0" y="339"/>
                  </a:lnTo>
                  <a:lnTo>
                    <a:pt x="234" y="299"/>
                  </a:lnTo>
                  <a:lnTo>
                    <a:pt x="226" y="261"/>
                  </a:lnTo>
                  <a:lnTo>
                    <a:pt x="216" y="223"/>
                  </a:lnTo>
                  <a:lnTo>
                    <a:pt x="204" y="189"/>
                  </a:lnTo>
                  <a:lnTo>
                    <a:pt x="190" y="156"/>
                  </a:lnTo>
                  <a:lnTo>
                    <a:pt x="174" y="125"/>
                  </a:lnTo>
                  <a:lnTo>
                    <a:pt x="156" y="98"/>
                  </a:lnTo>
                  <a:lnTo>
                    <a:pt x="138" y="74"/>
                  </a:lnTo>
                  <a:lnTo>
                    <a:pt x="118" y="51"/>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9" y="81"/>
                  </a:lnTo>
                  <a:lnTo>
                    <a:pt x="147" y="105"/>
                  </a:lnTo>
                  <a:lnTo>
                    <a:pt x="164" y="132"/>
                  </a:lnTo>
                  <a:lnTo>
                    <a:pt x="178" y="160"/>
                  </a:lnTo>
                  <a:lnTo>
                    <a:pt x="192" y="193"/>
                  </a:lnTo>
                  <a:lnTo>
                    <a:pt x="204" y="227"/>
                  </a:lnTo>
                  <a:lnTo>
                    <a:pt x="215" y="264"/>
                  </a:lnTo>
                  <a:lnTo>
                    <a:pt x="223" y="301"/>
                  </a:lnTo>
                  <a:lnTo>
                    <a:pt x="229"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2155" name="Freeform 73"/>
            <p:cNvSpPr>
              <a:spLocks/>
            </p:cNvSpPr>
            <p:nvPr/>
          </p:nvSpPr>
          <p:spPr bwMode="auto">
            <a:xfrm>
              <a:off x="1565" y="2101"/>
              <a:ext cx="49" cy="85"/>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6" y="423"/>
                  </a:lnTo>
                  <a:lnTo>
                    <a:pt x="51" y="418"/>
                  </a:lnTo>
                  <a:lnTo>
                    <a:pt x="74" y="407"/>
                  </a:lnTo>
                  <a:lnTo>
                    <a:pt x="96" y="392"/>
                  </a:lnTo>
                  <a:lnTo>
                    <a:pt x="118" y="373"/>
                  </a:lnTo>
                  <a:lnTo>
                    <a:pt x="138" y="351"/>
                  </a:lnTo>
                  <a:lnTo>
                    <a:pt x="156" y="327"/>
                  </a:lnTo>
                  <a:lnTo>
                    <a:pt x="175" y="299"/>
                  </a:lnTo>
                  <a:lnTo>
                    <a:pt x="190" y="269"/>
                  </a:lnTo>
                  <a:lnTo>
                    <a:pt x="204" y="236"/>
                  </a:lnTo>
                  <a:lnTo>
                    <a:pt x="216" y="202"/>
                  </a:lnTo>
                  <a:lnTo>
                    <a:pt x="226" y="164"/>
                  </a:lnTo>
                  <a:lnTo>
                    <a:pt x="234" y="126"/>
                  </a:lnTo>
                  <a:lnTo>
                    <a:pt x="240" y="86"/>
                  </a:lnTo>
                  <a:lnTo>
                    <a:pt x="244" y="42"/>
                  </a:lnTo>
                  <a:lnTo>
                    <a:pt x="245" y="0"/>
                  </a:lnTo>
                  <a:lnTo>
                    <a:pt x="233" y="0"/>
                  </a:lnTo>
                  <a:lnTo>
                    <a:pt x="232" y="42"/>
                  </a:lnTo>
                  <a:lnTo>
                    <a:pt x="229" y="83"/>
                  </a:lnTo>
                  <a:lnTo>
                    <a:pt x="223" y="123"/>
                  </a:lnTo>
                  <a:lnTo>
                    <a:pt x="215" y="162"/>
                  </a:lnTo>
                  <a:lnTo>
                    <a:pt x="204" y="197"/>
                  </a:lnTo>
                  <a:lnTo>
                    <a:pt x="192" y="231"/>
                  </a:lnTo>
                  <a:lnTo>
                    <a:pt x="178" y="264"/>
                  </a:lnTo>
                  <a:lnTo>
                    <a:pt x="163" y="292"/>
                  </a:lnTo>
                  <a:lnTo>
                    <a:pt x="147" y="320"/>
                  </a:lnTo>
                  <a:lnTo>
                    <a:pt x="129" y="344"/>
                  </a:lnTo>
                  <a:lnTo>
                    <a:pt x="109" y="364"/>
                  </a:lnTo>
                  <a:lnTo>
                    <a:pt x="89" y="382"/>
                  </a:lnTo>
                  <a:lnTo>
                    <a:pt x="67" y="395"/>
                  </a:lnTo>
                  <a:lnTo>
                    <a:pt x="46" y="406"/>
                  </a:lnTo>
                  <a:lnTo>
                    <a:pt x="24"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2156" name="Freeform 74"/>
            <p:cNvSpPr>
              <a:spLocks/>
            </p:cNvSpPr>
            <p:nvPr/>
          </p:nvSpPr>
          <p:spPr bwMode="auto">
            <a:xfrm>
              <a:off x="1516" y="2101"/>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5" y="86"/>
                  </a:lnTo>
                  <a:lnTo>
                    <a:pt x="11" y="126"/>
                  </a:lnTo>
                  <a:lnTo>
                    <a:pt x="19" y="164"/>
                  </a:lnTo>
                  <a:lnTo>
                    <a:pt x="30" y="202"/>
                  </a:lnTo>
                  <a:lnTo>
                    <a:pt x="41" y="236"/>
                  </a:lnTo>
                  <a:lnTo>
                    <a:pt x="55" y="269"/>
                  </a:lnTo>
                  <a:lnTo>
                    <a:pt x="71" y="299"/>
                  </a:lnTo>
                  <a:lnTo>
                    <a:pt x="89" y="327"/>
                  </a:lnTo>
                  <a:lnTo>
                    <a:pt x="107" y="351"/>
                  </a:lnTo>
                  <a:lnTo>
                    <a:pt x="127" y="373"/>
                  </a:lnTo>
                  <a:lnTo>
                    <a:pt x="149" y="392"/>
                  </a:lnTo>
                  <a:lnTo>
                    <a:pt x="171" y="407"/>
                  </a:lnTo>
                  <a:lnTo>
                    <a:pt x="195" y="418"/>
                  </a:lnTo>
                  <a:lnTo>
                    <a:pt x="219" y="423"/>
                  </a:lnTo>
                  <a:lnTo>
                    <a:pt x="245" y="426"/>
                  </a:lnTo>
                  <a:lnTo>
                    <a:pt x="245" y="414"/>
                  </a:lnTo>
                  <a:lnTo>
                    <a:pt x="222" y="412"/>
                  </a:lnTo>
                  <a:lnTo>
                    <a:pt x="199" y="406"/>
                  </a:lnTo>
                  <a:lnTo>
                    <a:pt x="178" y="395"/>
                  </a:lnTo>
                  <a:lnTo>
                    <a:pt x="156" y="382"/>
                  </a:lnTo>
                  <a:lnTo>
                    <a:pt x="136" y="364"/>
                  </a:lnTo>
                  <a:lnTo>
                    <a:pt x="116" y="344"/>
                  </a:lnTo>
                  <a:lnTo>
                    <a:pt x="99" y="320"/>
                  </a:lnTo>
                  <a:lnTo>
                    <a:pt x="82" y="292"/>
                  </a:lnTo>
                  <a:lnTo>
                    <a:pt x="67" y="264"/>
                  </a:lnTo>
                  <a:lnTo>
                    <a:pt x="53" y="231"/>
                  </a:lnTo>
                  <a:lnTo>
                    <a:pt x="41" y="197"/>
                  </a:lnTo>
                  <a:lnTo>
                    <a:pt x="31" y="162"/>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2157" name="Freeform 75"/>
            <p:cNvSpPr>
              <a:spLocks/>
            </p:cNvSpPr>
            <p:nvPr/>
          </p:nvSpPr>
          <p:spPr bwMode="auto">
            <a:xfrm>
              <a:off x="1516" y="2016"/>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5" y="8"/>
                  </a:lnTo>
                  <a:lnTo>
                    <a:pt x="171" y="19"/>
                  </a:lnTo>
                  <a:lnTo>
                    <a:pt x="149" y="34"/>
                  </a:lnTo>
                  <a:lnTo>
                    <a:pt x="127" y="51"/>
                  </a:lnTo>
                  <a:lnTo>
                    <a:pt x="107" y="74"/>
                  </a:lnTo>
                  <a:lnTo>
                    <a:pt x="89" y="98"/>
                  </a:lnTo>
                  <a:lnTo>
                    <a:pt x="72" y="125"/>
                  </a:lnTo>
                  <a:lnTo>
                    <a:pt x="55" y="156"/>
                  </a:lnTo>
                  <a:lnTo>
                    <a:pt x="41" y="189"/>
                  </a:lnTo>
                  <a:lnTo>
                    <a:pt x="30" y="223"/>
                  </a:lnTo>
                  <a:lnTo>
                    <a:pt x="19" y="261"/>
                  </a:lnTo>
                  <a:lnTo>
                    <a:pt x="11" y="299"/>
                  </a:lnTo>
                  <a:lnTo>
                    <a:pt x="5" y="339"/>
                  </a:lnTo>
                  <a:lnTo>
                    <a:pt x="1" y="382"/>
                  </a:lnTo>
                  <a:lnTo>
                    <a:pt x="0" y="424"/>
                  </a:lnTo>
                  <a:lnTo>
                    <a:pt x="12" y="424"/>
                  </a:lnTo>
                  <a:lnTo>
                    <a:pt x="13" y="382"/>
                  </a:lnTo>
                  <a:lnTo>
                    <a:pt x="17" y="341"/>
                  </a:lnTo>
                  <a:lnTo>
                    <a:pt x="23" y="301"/>
                  </a:lnTo>
                  <a:lnTo>
                    <a:pt x="31" y="264"/>
                  </a:lnTo>
                  <a:lnTo>
                    <a:pt x="41" y="227"/>
                  </a:lnTo>
                  <a:lnTo>
                    <a:pt x="53" y="193"/>
                  </a:lnTo>
                  <a:lnTo>
                    <a:pt x="67" y="160"/>
                  </a:lnTo>
                  <a:lnTo>
                    <a:pt x="81" y="132"/>
                  </a:lnTo>
                  <a:lnTo>
                    <a:pt x="99" y="105"/>
                  </a:lnTo>
                  <a:lnTo>
                    <a:pt x="116" y="81"/>
                  </a:lnTo>
                  <a:lnTo>
                    <a:pt x="136" y="61"/>
                  </a:lnTo>
                  <a:lnTo>
                    <a:pt x="156" y="43"/>
                  </a:lnTo>
                  <a:lnTo>
                    <a:pt x="178" y="30"/>
                  </a:lnTo>
                  <a:lnTo>
                    <a:pt x="199" y="20"/>
                  </a:lnTo>
                  <a:lnTo>
                    <a:pt x="222"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sp>
        <p:nvSpPr>
          <p:cNvPr id="132104" name="Rectangle 77"/>
          <p:cNvSpPr>
            <a:spLocks noChangeArrowheads="1"/>
          </p:cNvSpPr>
          <p:nvPr/>
        </p:nvSpPr>
        <p:spPr bwMode="auto">
          <a:xfrm>
            <a:off x="611188" y="0"/>
            <a:ext cx="6388100" cy="6477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3000"/>
              <a:t>Sem. 2 - Jeudi</a:t>
            </a:r>
          </a:p>
        </p:txBody>
      </p:sp>
      <p:sp>
        <p:nvSpPr>
          <p:cNvPr id="132105" name="Text Box 78"/>
          <p:cNvSpPr txBox="1">
            <a:spLocks noChangeArrowheads="1"/>
          </p:cNvSpPr>
          <p:nvPr/>
        </p:nvSpPr>
        <p:spPr bwMode="auto">
          <a:xfrm>
            <a:off x="566738" y="2697163"/>
            <a:ext cx="3217862"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2. Pas de commandes</a:t>
            </a:r>
          </a:p>
        </p:txBody>
      </p:sp>
      <p:sp>
        <p:nvSpPr>
          <p:cNvPr id="132106" name="Text Box 79"/>
          <p:cNvSpPr txBox="1">
            <a:spLocks noChangeArrowheads="1"/>
          </p:cNvSpPr>
          <p:nvPr/>
        </p:nvSpPr>
        <p:spPr bwMode="auto">
          <a:xfrm>
            <a:off x="566738" y="5211763"/>
            <a:ext cx="6543675" cy="4429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eaLnBrk="1" hangingPunct="1">
              <a:spcBef>
                <a:spcPct val="0"/>
              </a:spcBef>
              <a:buFontTx/>
              <a:buNone/>
            </a:pPr>
            <a:r>
              <a:rPr lang="fr-FR" altLang="fr-FR" sz="2300"/>
              <a:t>4. Pointez la production sur votre feuille de suivi</a:t>
            </a:r>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3122" name="Rectangle 2"/>
          <p:cNvSpPr>
            <a:spLocks noGrp="1" noChangeArrowheads="1"/>
          </p:cNvSpPr>
          <p:nvPr>
            <p:ph type="title"/>
          </p:nvPr>
        </p:nvSpPr>
        <p:spPr/>
        <p:txBody>
          <a:bodyPr/>
          <a:lstStyle/>
          <a:p>
            <a:pPr eaLnBrk="1" hangingPunct="1"/>
            <a:r>
              <a:rPr lang="fr-FR" altLang="fr-FR"/>
              <a:t>Question</a:t>
            </a:r>
          </a:p>
        </p:txBody>
      </p:sp>
      <p:sp>
        <p:nvSpPr>
          <p:cNvPr id="133123" name="Rectangle 3"/>
          <p:cNvSpPr>
            <a:spLocks noGrp="1" noChangeArrowheads="1"/>
          </p:cNvSpPr>
          <p:nvPr>
            <p:ph type="body" idx="1"/>
          </p:nvPr>
        </p:nvSpPr>
        <p:spPr>
          <a:xfrm>
            <a:off x="325438" y="1560513"/>
            <a:ext cx="8569325" cy="4625975"/>
          </a:xfrm>
        </p:spPr>
        <p:txBody>
          <a:bodyPr/>
          <a:lstStyle/>
          <a:p>
            <a:pPr eaLnBrk="1" hangingPunct="1">
              <a:buFontTx/>
              <a:buNone/>
            </a:pPr>
            <a:r>
              <a:rPr lang="fr-FR" altLang="fr-FR" u="sng"/>
              <a:t>Origine</a:t>
            </a:r>
            <a:r>
              <a:rPr lang="fr-FR" altLang="fr-FR"/>
              <a:t> : Fournisseur</a:t>
            </a:r>
          </a:p>
          <a:p>
            <a:pPr eaLnBrk="1" hangingPunct="1">
              <a:buFontTx/>
              <a:buNone/>
            </a:pPr>
            <a:r>
              <a:rPr lang="fr-FR" altLang="fr-FR" u="sng"/>
              <a:t>Destinataire</a:t>
            </a:r>
            <a:r>
              <a:rPr lang="fr-FR" altLang="fr-FR"/>
              <a:t> : Service Achats</a:t>
            </a:r>
          </a:p>
          <a:p>
            <a:pPr eaLnBrk="1" hangingPunct="1">
              <a:buFontTx/>
              <a:buNone/>
            </a:pPr>
            <a:endParaRPr lang="fr-FR" altLang="fr-FR"/>
          </a:p>
          <a:p>
            <a:pPr eaLnBrk="1" hangingPunct="1"/>
            <a:r>
              <a:rPr lang="fr-FR" altLang="fr-FR"/>
              <a:t>Vous m'avez récemment informé de la mise en place à la Société REDIX de la méthode japonaise KANBAN. D'après ce que j'ai compris, cela se traduira par des livraisons à effectuer en dernière minute, sans programme connu à l'avance. </a:t>
            </a:r>
          </a:p>
          <a:p>
            <a:pPr eaLnBrk="1" hangingPunct="1"/>
            <a:r>
              <a:rPr lang="fr-FR" altLang="fr-FR"/>
              <a:t>Vous n'ignorez sans doute pas que le seul moyen pour moi d'y arriver est d'anticiper sur vos demandes, c'est-à-dire de constituer des stocks. J'aurai donc chez moi les stocks qui ne seront plus chez vous ! </a:t>
            </a:r>
          </a:p>
          <a:p>
            <a:pPr eaLnBrk="1" hangingPunct="1"/>
            <a:r>
              <a:rPr lang="fr-FR" altLang="fr-FR"/>
              <a:t>II va sans dire que les conditions de prix sur lesquelles nous nous étions mis d'accord devront être révisées, compte tenu des charges financières que j'aurai à supporter.</a:t>
            </a:r>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34146" name="Group 2"/>
          <p:cNvGrpSpPr>
            <a:grpSpLocks/>
          </p:cNvGrpSpPr>
          <p:nvPr/>
        </p:nvGrpSpPr>
        <p:grpSpPr bwMode="auto">
          <a:xfrm>
            <a:off x="7073900" y="215900"/>
            <a:ext cx="1878013" cy="1250950"/>
            <a:chOff x="4456" y="136"/>
            <a:chExt cx="1183" cy="788"/>
          </a:xfrm>
        </p:grpSpPr>
        <p:grpSp>
          <p:nvGrpSpPr>
            <p:cNvPr id="134206" name="Group 3"/>
            <p:cNvGrpSpPr>
              <a:grpSpLocks/>
            </p:cNvGrpSpPr>
            <p:nvPr/>
          </p:nvGrpSpPr>
          <p:grpSpPr bwMode="auto">
            <a:xfrm>
              <a:off x="4766" y="232"/>
              <a:ext cx="873" cy="692"/>
              <a:chOff x="2185" y="310"/>
              <a:chExt cx="873" cy="692"/>
            </a:xfrm>
          </p:grpSpPr>
          <p:sp>
            <p:nvSpPr>
              <p:cNvPr id="134217" name="Freeform 4"/>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accent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4218" name="Freeform 5"/>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4219" name="Freeform 6"/>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4220" name="Freeform 7"/>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4221" name="Freeform 8"/>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4222" name="Freeform 9"/>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4223" name="Freeform 10"/>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grpSp>
          <p:nvGrpSpPr>
            <p:cNvPr id="134207" name="Group 11"/>
            <p:cNvGrpSpPr>
              <a:grpSpLocks/>
            </p:cNvGrpSpPr>
            <p:nvPr/>
          </p:nvGrpSpPr>
          <p:grpSpPr bwMode="auto">
            <a:xfrm>
              <a:off x="4949" y="336"/>
              <a:ext cx="591" cy="468"/>
              <a:chOff x="2185" y="310"/>
              <a:chExt cx="873" cy="692"/>
            </a:xfrm>
          </p:grpSpPr>
          <p:sp>
            <p:nvSpPr>
              <p:cNvPr id="134210" name="Freeform 12"/>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4211" name="Freeform 13"/>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4212" name="Freeform 14"/>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4213" name="Freeform 15"/>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4214" name="Freeform 16"/>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4215" name="Freeform 17"/>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4216" name="Freeform 18"/>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pic>
          <p:nvPicPr>
            <p:cNvPr id="134208" name="Picture 19"/>
            <p:cNvPicPr>
              <a:picLocks noChangeAspect="1" noChangeArrowheads="1"/>
            </p:cNvPicPr>
            <p:nvPr/>
          </p:nvPicPr>
          <p:blipFill>
            <a:blip r:embed="rId3" cstate="print">
              <a:extLst>
                <a:ext uri="{28A0092B-C50C-407E-A947-70E740481C1C}">
                  <a14:useLocalDpi xmlns:a14="http://schemas.microsoft.com/office/drawing/2010/main" val="0"/>
                </a:ext>
              </a:extLst>
            </a:blip>
            <a:srcRect l="-4282" t="-4369" r="-5199" b="-12012"/>
            <a:stretch>
              <a:fillRect/>
            </a:stretch>
          </p:blipFill>
          <p:spPr bwMode="auto">
            <a:xfrm>
              <a:off x="4456" y="136"/>
              <a:ext cx="480" cy="5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34209" name="Text Box 20"/>
            <p:cNvSpPr txBox="1">
              <a:spLocks noChangeArrowheads="1"/>
            </p:cNvSpPr>
            <p:nvPr/>
          </p:nvSpPr>
          <p:spPr bwMode="auto">
            <a:xfrm>
              <a:off x="4946" y="314"/>
              <a:ext cx="596" cy="49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4500" b="1">
                  <a:solidFill>
                    <a:srgbClr val="FF0000"/>
                  </a:solidFill>
                  <a:latin typeface="Arial Black" pitchFamily="34" charset="0"/>
                </a:rPr>
                <a:t>31</a:t>
              </a:r>
              <a:endParaRPr lang="fr-FR" altLang="fr-FR" sz="3200">
                <a:solidFill>
                  <a:schemeClr val="tx1"/>
                </a:solidFill>
                <a:latin typeface="Arial Black" pitchFamily="34" charset="0"/>
              </a:endParaRPr>
            </a:p>
          </p:txBody>
        </p:sp>
      </p:grpSp>
      <p:sp>
        <p:nvSpPr>
          <p:cNvPr id="134148" name="Text Box 22"/>
          <p:cNvSpPr txBox="1">
            <a:spLocks noChangeArrowheads="1"/>
          </p:cNvSpPr>
          <p:nvPr/>
        </p:nvSpPr>
        <p:spPr bwMode="auto">
          <a:xfrm>
            <a:off x="566738" y="1363663"/>
            <a:ext cx="1946275"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1. Tirez le dé</a:t>
            </a:r>
          </a:p>
        </p:txBody>
      </p:sp>
      <p:sp>
        <p:nvSpPr>
          <p:cNvPr id="134149" name="Text Box 23"/>
          <p:cNvSpPr txBox="1">
            <a:spLocks noChangeArrowheads="1"/>
          </p:cNvSpPr>
          <p:nvPr/>
        </p:nvSpPr>
        <p:spPr bwMode="auto">
          <a:xfrm>
            <a:off x="566738" y="3935413"/>
            <a:ext cx="18796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3. Produisez</a:t>
            </a:r>
          </a:p>
        </p:txBody>
      </p:sp>
      <p:grpSp>
        <p:nvGrpSpPr>
          <p:cNvPr id="134150" name="Group 24"/>
          <p:cNvGrpSpPr>
            <a:grpSpLocks/>
          </p:cNvGrpSpPr>
          <p:nvPr/>
        </p:nvGrpSpPr>
        <p:grpSpPr bwMode="auto">
          <a:xfrm>
            <a:off x="2986088" y="1306513"/>
            <a:ext cx="446087" cy="534987"/>
            <a:chOff x="868" y="1439"/>
            <a:chExt cx="811" cy="972"/>
          </a:xfrm>
        </p:grpSpPr>
        <p:sp>
          <p:nvSpPr>
            <p:cNvPr id="134155" name="Freeform 25"/>
            <p:cNvSpPr>
              <a:spLocks/>
            </p:cNvSpPr>
            <p:nvPr/>
          </p:nvSpPr>
          <p:spPr bwMode="auto">
            <a:xfrm>
              <a:off x="1548" y="2014"/>
              <a:ext cx="123" cy="100"/>
            </a:xfrm>
            <a:custGeom>
              <a:avLst/>
              <a:gdLst>
                <a:gd name="T0" fmla="*/ 5 w 618"/>
                <a:gd name="T1" fmla="*/ 0 h 502"/>
                <a:gd name="T2" fmla="*/ 5 w 618"/>
                <a:gd name="T3" fmla="*/ 0 h 502"/>
                <a:gd name="T4" fmla="*/ 0 w 618"/>
                <a:gd name="T5" fmla="*/ 4 h 502"/>
                <a:gd name="T6" fmla="*/ 0 w 618"/>
                <a:gd name="T7" fmla="*/ 4 h 502"/>
                <a:gd name="T8" fmla="*/ 5 w 618"/>
                <a:gd name="T9" fmla="*/ 0 h 502"/>
                <a:gd name="T10" fmla="*/ 5 w 618"/>
                <a:gd name="T11" fmla="*/ 0 h 502"/>
                <a:gd name="T12" fmla="*/ 5 w 618"/>
                <a:gd name="T13" fmla="*/ 0 h 502"/>
                <a:gd name="T14" fmla="*/ 5 w 618"/>
                <a:gd name="T15" fmla="*/ 0 h 502"/>
                <a:gd name="T16" fmla="*/ 5 w 618"/>
                <a:gd name="T17" fmla="*/ 0 h 502"/>
                <a:gd name="T18" fmla="*/ 5 w 618"/>
                <a:gd name="T19" fmla="*/ 0 h 502"/>
                <a:gd name="T20" fmla="*/ 5 w 618"/>
                <a:gd name="T21" fmla="*/ 0 h 502"/>
                <a:gd name="T22" fmla="*/ 5 w 618"/>
                <a:gd name="T23" fmla="*/ 0 h 502"/>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618"/>
                <a:gd name="T37" fmla="*/ 0 h 502"/>
                <a:gd name="T38" fmla="*/ 618 w 618"/>
                <a:gd name="T39" fmla="*/ 502 h 502"/>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618" h="502">
                  <a:moveTo>
                    <a:pt x="611" y="0"/>
                  </a:moveTo>
                  <a:lnTo>
                    <a:pt x="606" y="2"/>
                  </a:lnTo>
                  <a:lnTo>
                    <a:pt x="0" y="490"/>
                  </a:lnTo>
                  <a:lnTo>
                    <a:pt x="10" y="502"/>
                  </a:lnTo>
                  <a:lnTo>
                    <a:pt x="616" y="14"/>
                  </a:lnTo>
                  <a:lnTo>
                    <a:pt x="611" y="16"/>
                  </a:lnTo>
                  <a:lnTo>
                    <a:pt x="616" y="14"/>
                  </a:lnTo>
                  <a:lnTo>
                    <a:pt x="618" y="9"/>
                  </a:lnTo>
                  <a:lnTo>
                    <a:pt x="617" y="3"/>
                  </a:lnTo>
                  <a:lnTo>
                    <a:pt x="612" y="1"/>
                  </a:lnTo>
                  <a:lnTo>
                    <a:pt x="606" y="2"/>
                  </a:lnTo>
                  <a:lnTo>
                    <a:pt x="611"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4156" name="Freeform 26"/>
            <p:cNvSpPr>
              <a:spLocks/>
            </p:cNvSpPr>
            <p:nvPr/>
          </p:nvSpPr>
          <p:spPr bwMode="auto">
            <a:xfrm>
              <a:off x="876" y="1852"/>
              <a:ext cx="82" cy="373"/>
            </a:xfrm>
            <a:custGeom>
              <a:avLst/>
              <a:gdLst>
                <a:gd name="T0" fmla="*/ 3 w 413"/>
                <a:gd name="T1" fmla="*/ 15 h 1865"/>
                <a:gd name="T2" fmla="*/ 3 w 413"/>
                <a:gd name="T3" fmla="*/ 15 h 1865"/>
                <a:gd name="T4" fmla="*/ 0 w 413"/>
                <a:gd name="T5" fmla="*/ 0 h 1865"/>
                <a:gd name="T6" fmla="*/ 0 w 413"/>
                <a:gd name="T7" fmla="*/ 0 h 1865"/>
                <a:gd name="T8" fmla="*/ 3 w 413"/>
                <a:gd name="T9" fmla="*/ 15 h 1865"/>
                <a:gd name="T10" fmla="*/ 3 w 413"/>
                <a:gd name="T11" fmla="*/ 15 h 1865"/>
                <a:gd name="T12" fmla="*/ 3 w 413"/>
                <a:gd name="T13" fmla="*/ 15 h 1865"/>
                <a:gd name="T14" fmla="*/ 3 w 413"/>
                <a:gd name="T15" fmla="*/ 15 h 1865"/>
                <a:gd name="T16" fmla="*/ 3 w 413"/>
                <a:gd name="T17" fmla="*/ 15 h 1865"/>
                <a:gd name="T18" fmla="*/ 3 w 413"/>
                <a:gd name="T19" fmla="*/ 15 h 1865"/>
                <a:gd name="T20" fmla="*/ 3 w 413"/>
                <a:gd name="T21" fmla="*/ 15 h 1865"/>
                <a:gd name="T22" fmla="*/ 3 w 413"/>
                <a:gd name="T23" fmla="*/ 15 h 186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413"/>
                <a:gd name="T37" fmla="*/ 0 h 1865"/>
                <a:gd name="T38" fmla="*/ 413 w 413"/>
                <a:gd name="T39" fmla="*/ 1865 h 1865"/>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413" h="1865">
                  <a:moveTo>
                    <a:pt x="400" y="1864"/>
                  </a:moveTo>
                  <a:lnTo>
                    <a:pt x="413" y="1856"/>
                  </a:lnTo>
                  <a:lnTo>
                    <a:pt x="17" y="0"/>
                  </a:lnTo>
                  <a:lnTo>
                    <a:pt x="0" y="2"/>
                  </a:lnTo>
                  <a:lnTo>
                    <a:pt x="396" y="1858"/>
                  </a:lnTo>
                  <a:lnTo>
                    <a:pt x="409" y="1850"/>
                  </a:lnTo>
                  <a:lnTo>
                    <a:pt x="396" y="1858"/>
                  </a:lnTo>
                  <a:lnTo>
                    <a:pt x="400" y="1864"/>
                  </a:lnTo>
                  <a:lnTo>
                    <a:pt x="406" y="1865"/>
                  </a:lnTo>
                  <a:lnTo>
                    <a:pt x="410" y="1862"/>
                  </a:lnTo>
                  <a:lnTo>
                    <a:pt x="413" y="1856"/>
                  </a:lnTo>
                  <a:lnTo>
                    <a:pt x="400" y="186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4157" name="Freeform 27"/>
            <p:cNvSpPr>
              <a:spLocks/>
            </p:cNvSpPr>
            <p:nvPr/>
          </p:nvSpPr>
          <p:spPr bwMode="auto">
            <a:xfrm>
              <a:off x="1282" y="1533"/>
              <a:ext cx="35" cy="161"/>
            </a:xfrm>
            <a:custGeom>
              <a:avLst/>
              <a:gdLst>
                <a:gd name="T0" fmla="*/ 1 w 175"/>
                <a:gd name="T1" fmla="*/ 6 h 807"/>
                <a:gd name="T2" fmla="*/ 1 w 175"/>
                <a:gd name="T3" fmla="*/ 6 h 807"/>
                <a:gd name="T4" fmla="*/ 1 w 175"/>
                <a:gd name="T5" fmla="*/ 6 h 807"/>
                <a:gd name="T6" fmla="*/ 1 w 175"/>
                <a:gd name="T7" fmla="*/ 5 h 807"/>
                <a:gd name="T8" fmla="*/ 1 w 175"/>
                <a:gd name="T9" fmla="*/ 5 h 807"/>
                <a:gd name="T10" fmla="*/ 1 w 175"/>
                <a:gd name="T11" fmla="*/ 5 h 807"/>
                <a:gd name="T12" fmla="*/ 1 w 175"/>
                <a:gd name="T13" fmla="*/ 4 h 807"/>
                <a:gd name="T14" fmla="*/ 1 w 175"/>
                <a:gd name="T15" fmla="*/ 4 h 807"/>
                <a:gd name="T16" fmla="*/ 1 w 175"/>
                <a:gd name="T17" fmla="*/ 3 h 807"/>
                <a:gd name="T18" fmla="*/ 1 w 175"/>
                <a:gd name="T19" fmla="*/ 3 h 807"/>
                <a:gd name="T20" fmla="*/ 1 w 175"/>
                <a:gd name="T21" fmla="*/ 3 h 807"/>
                <a:gd name="T22" fmla="*/ 1 w 175"/>
                <a:gd name="T23" fmla="*/ 2 h 807"/>
                <a:gd name="T24" fmla="*/ 1 w 175"/>
                <a:gd name="T25" fmla="*/ 2 h 807"/>
                <a:gd name="T26" fmla="*/ 1 w 175"/>
                <a:gd name="T27" fmla="*/ 2 h 807"/>
                <a:gd name="T28" fmla="*/ 1 w 175"/>
                <a:gd name="T29" fmla="*/ 1 h 807"/>
                <a:gd name="T30" fmla="*/ 1 w 175"/>
                <a:gd name="T31" fmla="*/ 1 h 807"/>
                <a:gd name="T32" fmla="*/ 1 w 175"/>
                <a:gd name="T33" fmla="*/ 1 h 807"/>
                <a:gd name="T34" fmla="*/ 1 w 175"/>
                <a:gd name="T35" fmla="*/ 0 h 807"/>
                <a:gd name="T36" fmla="*/ 1 w 175"/>
                <a:gd name="T37" fmla="*/ 0 h 807"/>
                <a:gd name="T38" fmla="*/ 1 w 175"/>
                <a:gd name="T39" fmla="*/ 0 h 807"/>
                <a:gd name="T40" fmla="*/ 0 w 175"/>
                <a:gd name="T41" fmla="*/ 1 h 807"/>
                <a:gd name="T42" fmla="*/ 0 w 175"/>
                <a:gd name="T43" fmla="*/ 1 h 807"/>
                <a:gd name="T44" fmla="*/ 0 w 175"/>
                <a:gd name="T45" fmla="*/ 1 h 807"/>
                <a:gd name="T46" fmla="*/ 0 w 175"/>
                <a:gd name="T47" fmla="*/ 2 h 807"/>
                <a:gd name="T48" fmla="*/ 0 w 175"/>
                <a:gd name="T49" fmla="*/ 2 h 807"/>
                <a:gd name="T50" fmla="*/ 0 w 175"/>
                <a:gd name="T51" fmla="*/ 3 h 807"/>
                <a:gd name="T52" fmla="*/ 0 w 175"/>
                <a:gd name="T53" fmla="*/ 3 h 807"/>
                <a:gd name="T54" fmla="*/ 0 w 175"/>
                <a:gd name="T55" fmla="*/ 3 h 807"/>
                <a:gd name="T56" fmla="*/ 0 w 175"/>
                <a:gd name="T57" fmla="*/ 4 h 807"/>
                <a:gd name="T58" fmla="*/ 0 w 175"/>
                <a:gd name="T59" fmla="*/ 4 h 807"/>
                <a:gd name="T60" fmla="*/ 0 w 175"/>
                <a:gd name="T61" fmla="*/ 5 h 807"/>
                <a:gd name="T62" fmla="*/ 0 w 175"/>
                <a:gd name="T63" fmla="*/ 5 h 807"/>
                <a:gd name="T64" fmla="*/ 0 w 175"/>
                <a:gd name="T65" fmla="*/ 5 h 807"/>
                <a:gd name="T66" fmla="*/ 1 w 175"/>
                <a:gd name="T67" fmla="*/ 6 h 807"/>
                <a:gd name="T68" fmla="*/ 1 w 175"/>
                <a:gd name="T69" fmla="*/ 6 h 807"/>
                <a:gd name="T70" fmla="*/ 1 w 175"/>
                <a:gd name="T71" fmla="*/ 6 h 807"/>
                <a:gd name="T72" fmla="*/ 1 w 175"/>
                <a:gd name="T73" fmla="*/ 6 h 807"/>
                <a:gd name="T74" fmla="*/ 1 w 175"/>
                <a:gd name="T75" fmla="*/ 6 h 807"/>
                <a:gd name="T76" fmla="*/ 1 w 175"/>
                <a:gd name="T77" fmla="*/ 6 h 807"/>
                <a:gd name="T78" fmla="*/ 1 w 175"/>
                <a:gd name="T79" fmla="*/ 6 h 807"/>
                <a:gd name="T80" fmla="*/ 1 w 175"/>
                <a:gd name="T81" fmla="*/ 6 h 807"/>
                <a:gd name="T82" fmla="*/ 1 w 175"/>
                <a:gd name="T83" fmla="*/ 6 h 807"/>
                <a:gd name="T84" fmla="*/ 1 w 175"/>
                <a:gd name="T85" fmla="*/ 6 h 807"/>
                <a:gd name="T86" fmla="*/ 1 w 175"/>
                <a:gd name="T87" fmla="*/ 6 h 807"/>
                <a:gd name="T88" fmla="*/ 1 w 175"/>
                <a:gd name="T89" fmla="*/ 6 h 807"/>
                <a:gd name="T90" fmla="*/ 1 w 175"/>
                <a:gd name="T91" fmla="*/ 6 h 80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175"/>
                <a:gd name="T139" fmla="*/ 0 h 807"/>
                <a:gd name="T140" fmla="*/ 175 w 175"/>
                <a:gd name="T141" fmla="*/ 807 h 80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175" h="807">
                  <a:moveTo>
                    <a:pt x="169" y="740"/>
                  </a:moveTo>
                  <a:lnTo>
                    <a:pt x="169" y="739"/>
                  </a:lnTo>
                  <a:lnTo>
                    <a:pt x="149" y="698"/>
                  </a:lnTo>
                  <a:lnTo>
                    <a:pt x="133" y="656"/>
                  </a:lnTo>
                  <a:lnTo>
                    <a:pt x="120" y="611"/>
                  </a:lnTo>
                  <a:lnTo>
                    <a:pt x="108" y="565"/>
                  </a:lnTo>
                  <a:lnTo>
                    <a:pt x="100" y="520"/>
                  </a:lnTo>
                  <a:lnTo>
                    <a:pt x="96" y="472"/>
                  </a:lnTo>
                  <a:lnTo>
                    <a:pt x="93" y="425"/>
                  </a:lnTo>
                  <a:lnTo>
                    <a:pt x="93" y="377"/>
                  </a:lnTo>
                  <a:lnTo>
                    <a:pt x="96" y="330"/>
                  </a:lnTo>
                  <a:lnTo>
                    <a:pt x="100" y="283"/>
                  </a:lnTo>
                  <a:lnTo>
                    <a:pt x="106" y="238"/>
                  </a:lnTo>
                  <a:lnTo>
                    <a:pt x="115" y="195"/>
                  </a:lnTo>
                  <a:lnTo>
                    <a:pt x="126" y="153"/>
                  </a:lnTo>
                  <a:lnTo>
                    <a:pt x="139" y="114"/>
                  </a:lnTo>
                  <a:lnTo>
                    <a:pt x="153" y="77"/>
                  </a:lnTo>
                  <a:lnTo>
                    <a:pt x="169" y="43"/>
                  </a:lnTo>
                  <a:lnTo>
                    <a:pt x="87" y="0"/>
                  </a:lnTo>
                  <a:lnTo>
                    <a:pt x="69" y="39"/>
                  </a:lnTo>
                  <a:lnTo>
                    <a:pt x="52" y="81"/>
                  </a:lnTo>
                  <a:lnTo>
                    <a:pt x="37" y="127"/>
                  </a:lnTo>
                  <a:lnTo>
                    <a:pt x="24" y="174"/>
                  </a:lnTo>
                  <a:lnTo>
                    <a:pt x="15" y="222"/>
                  </a:lnTo>
                  <a:lnTo>
                    <a:pt x="7" y="271"/>
                  </a:lnTo>
                  <a:lnTo>
                    <a:pt x="2" y="323"/>
                  </a:lnTo>
                  <a:lnTo>
                    <a:pt x="0" y="374"/>
                  </a:lnTo>
                  <a:lnTo>
                    <a:pt x="0" y="427"/>
                  </a:lnTo>
                  <a:lnTo>
                    <a:pt x="2" y="479"/>
                  </a:lnTo>
                  <a:lnTo>
                    <a:pt x="9" y="531"/>
                  </a:lnTo>
                  <a:lnTo>
                    <a:pt x="17" y="584"/>
                  </a:lnTo>
                  <a:lnTo>
                    <a:pt x="29" y="635"/>
                  </a:lnTo>
                  <a:lnTo>
                    <a:pt x="44" y="686"/>
                  </a:lnTo>
                  <a:lnTo>
                    <a:pt x="65" y="736"/>
                  </a:lnTo>
                  <a:lnTo>
                    <a:pt x="87" y="784"/>
                  </a:lnTo>
                  <a:lnTo>
                    <a:pt x="87" y="782"/>
                  </a:lnTo>
                  <a:lnTo>
                    <a:pt x="87" y="784"/>
                  </a:lnTo>
                  <a:lnTo>
                    <a:pt x="100" y="799"/>
                  </a:lnTo>
                  <a:lnTo>
                    <a:pt x="117" y="807"/>
                  </a:lnTo>
                  <a:lnTo>
                    <a:pt x="134" y="807"/>
                  </a:lnTo>
                  <a:lnTo>
                    <a:pt x="151" y="801"/>
                  </a:lnTo>
                  <a:lnTo>
                    <a:pt x="164" y="791"/>
                  </a:lnTo>
                  <a:lnTo>
                    <a:pt x="173" y="777"/>
                  </a:lnTo>
                  <a:lnTo>
                    <a:pt x="175" y="759"/>
                  </a:lnTo>
                  <a:lnTo>
                    <a:pt x="169" y="739"/>
                  </a:lnTo>
                  <a:lnTo>
                    <a:pt x="169" y="74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4158" name="Freeform 28"/>
            <p:cNvSpPr>
              <a:spLocks/>
            </p:cNvSpPr>
            <p:nvPr/>
          </p:nvSpPr>
          <p:spPr bwMode="auto">
            <a:xfrm>
              <a:off x="1299" y="1681"/>
              <a:ext cx="157" cy="281"/>
            </a:xfrm>
            <a:custGeom>
              <a:avLst/>
              <a:gdLst>
                <a:gd name="T0" fmla="*/ 6 w 787"/>
                <a:gd name="T1" fmla="*/ 11 h 1404"/>
                <a:gd name="T2" fmla="*/ 6 w 787"/>
                <a:gd name="T3" fmla="*/ 11 h 1404"/>
                <a:gd name="T4" fmla="*/ 1 w 787"/>
                <a:gd name="T5" fmla="*/ 0 h 1404"/>
                <a:gd name="T6" fmla="*/ 0 w 787"/>
                <a:gd name="T7" fmla="*/ 0 h 1404"/>
                <a:gd name="T8" fmla="*/ 6 w 787"/>
                <a:gd name="T9" fmla="*/ 11 h 1404"/>
                <a:gd name="T10" fmla="*/ 6 w 787"/>
                <a:gd name="T11" fmla="*/ 11 h 1404"/>
                <a:gd name="T12" fmla="*/ 6 w 787"/>
                <a:gd name="T13" fmla="*/ 11 h 1404"/>
                <a:gd name="T14" fmla="*/ 6 w 787"/>
                <a:gd name="T15" fmla="*/ 11 h 1404"/>
                <a:gd name="T16" fmla="*/ 6 w 787"/>
                <a:gd name="T17" fmla="*/ 11 h 1404"/>
                <a:gd name="T18" fmla="*/ 6 w 787"/>
                <a:gd name="T19" fmla="*/ 11 h 1404"/>
                <a:gd name="T20" fmla="*/ 6 w 787"/>
                <a:gd name="T21" fmla="*/ 11 h 1404"/>
                <a:gd name="T22" fmla="*/ 6 w 787"/>
                <a:gd name="T23" fmla="*/ 11 h 1404"/>
                <a:gd name="T24" fmla="*/ 6 w 787"/>
                <a:gd name="T25" fmla="*/ 11 h 1404"/>
                <a:gd name="T26" fmla="*/ 6 w 787"/>
                <a:gd name="T27" fmla="*/ 11 h 1404"/>
                <a:gd name="T28" fmla="*/ 6 w 787"/>
                <a:gd name="T29" fmla="*/ 11 h 1404"/>
                <a:gd name="T30" fmla="*/ 6 w 787"/>
                <a:gd name="T31" fmla="*/ 11 h 1404"/>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787"/>
                <a:gd name="T49" fmla="*/ 0 h 1404"/>
                <a:gd name="T50" fmla="*/ 787 w 787"/>
                <a:gd name="T51" fmla="*/ 1404 h 1404"/>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787" h="1404">
                  <a:moveTo>
                    <a:pt x="781" y="1334"/>
                  </a:moveTo>
                  <a:lnTo>
                    <a:pt x="781" y="1337"/>
                  </a:lnTo>
                  <a:lnTo>
                    <a:pt x="82" y="0"/>
                  </a:lnTo>
                  <a:lnTo>
                    <a:pt x="0" y="42"/>
                  </a:lnTo>
                  <a:lnTo>
                    <a:pt x="699" y="1379"/>
                  </a:lnTo>
                  <a:lnTo>
                    <a:pt x="699" y="1381"/>
                  </a:lnTo>
                  <a:lnTo>
                    <a:pt x="699" y="1379"/>
                  </a:lnTo>
                  <a:lnTo>
                    <a:pt x="712" y="1395"/>
                  </a:lnTo>
                  <a:lnTo>
                    <a:pt x="727" y="1402"/>
                  </a:lnTo>
                  <a:lnTo>
                    <a:pt x="744" y="1404"/>
                  </a:lnTo>
                  <a:lnTo>
                    <a:pt x="761" y="1398"/>
                  </a:lnTo>
                  <a:lnTo>
                    <a:pt x="775" y="1388"/>
                  </a:lnTo>
                  <a:lnTo>
                    <a:pt x="784" y="1373"/>
                  </a:lnTo>
                  <a:lnTo>
                    <a:pt x="787" y="1357"/>
                  </a:lnTo>
                  <a:lnTo>
                    <a:pt x="781" y="1337"/>
                  </a:lnTo>
                  <a:lnTo>
                    <a:pt x="781" y="13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4159" name="Freeform 29"/>
            <p:cNvSpPr>
              <a:spLocks/>
            </p:cNvSpPr>
            <p:nvPr/>
          </p:nvSpPr>
          <p:spPr bwMode="auto">
            <a:xfrm>
              <a:off x="1439" y="1948"/>
              <a:ext cx="125" cy="76"/>
            </a:xfrm>
            <a:custGeom>
              <a:avLst/>
              <a:gdLst>
                <a:gd name="T0" fmla="*/ 5 w 628"/>
                <a:gd name="T1" fmla="*/ 2 h 383"/>
                <a:gd name="T2" fmla="*/ 5 w 628"/>
                <a:gd name="T3" fmla="*/ 2 h 383"/>
                <a:gd name="T4" fmla="*/ 4 w 628"/>
                <a:gd name="T5" fmla="*/ 2 h 383"/>
                <a:gd name="T6" fmla="*/ 4 w 628"/>
                <a:gd name="T7" fmla="*/ 2 h 383"/>
                <a:gd name="T8" fmla="*/ 4 w 628"/>
                <a:gd name="T9" fmla="*/ 2 h 383"/>
                <a:gd name="T10" fmla="*/ 3 w 628"/>
                <a:gd name="T11" fmla="*/ 2 h 383"/>
                <a:gd name="T12" fmla="*/ 3 w 628"/>
                <a:gd name="T13" fmla="*/ 2 h 383"/>
                <a:gd name="T14" fmla="*/ 3 w 628"/>
                <a:gd name="T15" fmla="*/ 2 h 383"/>
                <a:gd name="T16" fmla="*/ 3 w 628"/>
                <a:gd name="T17" fmla="*/ 2 h 383"/>
                <a:gd name="T18" fmla="*/ 2 w 628"/>
                <a:gd name="T19" fmla="*/ 2 h 383"/>
                <a:gd name="T20" fmla="*/ 2 w 628"/>
                <a:gd name="T21" fmla="*/ 2 h 383"/>
                <a:gd name="T22" fmla="*/ 2 w 628"/>
                <a:gd name="T23" fmla="*/ 1 h 383"/>
                <a:gd name="T24" fmla="*/ 2 w 628"/>
                <a:gd name="T25" fmla="*/ 1 h 383"/>
                <a:gd name="T26" fmla="*/ 1 w 628"/>
                <a:gd name="T27" fmla="*/ 1 h 383"/>
                <a:gd name="T28" fmla="*/ 1 w 628"/>
                <a:gd name="T29" fmla="*/ 1 h 383"/>
                <a:gd name="T30" fmla="*/ 1 w 628"/>
                <a:gd name="T31" fmla="*/ 1 h 383"/>
                <a:gd name="T32" fmla="*/ 1 w 628"/>
                <a:gd name="T33" fmla="*/ 0 h 383"/>
                <a:gd name="T34" fmla="*/ 1 w 628"/>
                <a:gd name="T35" fmla="*/ 0 h 383"/>
                <a:gd name="T36" fmla="*/ 0 w 628"/>
                <a:gd name="T37" fmla="*/ 0 h 383"/>
                <a:gd name="T38" fmla="*/ 0 w 628"/>
                <a:gd name="T39" fmla="*/ 1 h 383"/>
                <a:gd name="T40" fmla="*/ 0 w 628"/>
                <a:gd name="T41" fmla="*/ 1 h 383"/>
                <a:gd name="T42" fmla="*/ 1 w 628"/>
                <a:gd name="T43" fmla="*/ 1 h 383"/>
                <a:gd name="T44" fmla="*/ 1 w 628"/>
                <a:gd name="T45" fmla="*/ 1 h 383"/>
                <a:gd name="T46" fmla="*/ 1 w 628"/>
                <a:gd name="T47" fmla="*/ 2 h 383"/>
                <a:gd name="T48" fmla="*/ 1 w 628"/>
                <a:gd name="T49" fmla="*/ 2 h 383"/>
                <a:gd name="T50" fmla="*/ 2 w 628"/>
                <a:gd name="T51" fmla="*/ 2 h 383"/>
                <a:gd name="T52" fmla="*/ 2 w 628"/>
                <a:gd name="T53" fmla="*/ 2 h 383"/>
                <a:gd name="T54" fmla="*/ 2 w 628"/>
                <a:gd name="T55" fmla="*/ 2 h 383"/>
                <a:gd name="T56" fmla="*/ 3 w 628"/>
                <a:gd name="T57" fmla="*/ 3 h 383"/>
                <a:gd name="T58" fmla="*/ 3 w 628"/>
                <a:gd name="T59" fmla="*/ 3 h 383"/>
                <a:gd name="T60" fmla="*/ 3 w 628"/>
                <a:gd name="T61" fmla="*/ 3 h 383"/>
                <a:gd name="T62" fmla="*/ 4 w 628"/>
                <a:gd name="T63" fmla="*/ 3 h 383"/>
                <a:gd name="T64" fmla="*/ 4 w 628"/>
                <a:gd name="T65" fmla="*/ 3 h 383"/>
                <a:gd name="T66" fmla="*/ 4 w 628"/>
                <a:gd name="T67" fmla="*/ 3 h 383"/>
                <a:gd name="T68" fmla="*/ 5 w 628"/>
                <a:gd name="T69" fmla="*/ 3 h 383"/>
                <a:gd name="T70" fmla="*/ 5 w 628"/>
                <a:gd name="T71" fmla="*/ 3 h 383"/>
                <a:gd name="T72" fmla="*/ 5 w 628"/>
                <a:gd name="T73" fmla="*/ 3 h 383"/>
                <a:gd name="T74" fmla="*/ 5 w 628"/>
                <a:gd name="T75" fmla="*/ 3 h 383"/>
                <a:gd name="T76" fmla="*/ 5 w 628"/>
                <a:gd name="T77" fmla="*/ 3 h 383"/>
                <a:gd name="T78" fmla="*/ 5 w 628"/>
                <a:gd name="T79" fmla="*/ 3 h 383"/>
                <a:gd name="T80" fmla="*/ 5 w 628"/>
                <a:gd name="T81" fmla="*/ 3 h 383"/>
                <a:gd name="T82" fmla="*/ 5 w 628"/>
                <a:gd name="T83" fmla="*/ 3 h 383"/>
                <a:gd name="T84" fmla="*/ 5 w 628"/>
                <a:gd name="T85" fmla="*/ 2 h 383"/>
                <a:gd name="T86" fmla="*/ 5 w 628"/>
                <a:gd name="T87" fmla="*/ 2 h 383"/>
                <a:gd name="T88" fmla="*/ 5 w 628"/>
                <a:gd name="T89" fmla="*/ 2 h 383"/>
                <a:gd name="T90" fmla="*/ 5 w 628"/>
                <a:gd name="T91" fmla="*/ 2 h 38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628"/>
                <a:gd name="T139" fmla="*/ 0 h 383"/>
                <a:gd name="T140" fmla="*/ 628 w 628"/>
                <a:gd name="T141" fmla="*/ 383 h 38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628" h="383">
                  <a:moveTo>
                    <a:pt x="581" y="289"/>
                  </a:moveTo>
                  <a:lnTo>
                    <a:pt x="582" y="289"/>
                  </a:lnTo>
                  <a:lnTo>
                    <a:pt x="541" y="287"/>
                  </a:lnTo>
                  <a:lnTo>
                    <a:pt x="500" y="283"/>
                  </a:lnTo>
                  <a:lnTo>
                    <a:pt x="462" y="276"/>
                  </a:lnTo>
                  <a:lnTo>
                    <a:pt x="424" y="268"/>
                  </a:lnTo>
                  <a:lnTo>
                    <a:pt x="389" y="255"/>
                  </a:lnTo>
                  <a:lnTo>
                    <a:pt x="352" y="242"/>
                  </a:lnTo>
                  <a:lnTo>
                    <a:pt x="320" y="227"/>
                  </a:lnTo>
                  <a:lnTo>
                    <a:pt x="287" y="209"/>
                  </a:lnTo>
                  <a:lnTo>
                    <a:pt x="255" y="189"/>
                  </a:lnTo>
                  <a:lnTo>
                    <a:pt x="226" y="168"/>
                  </a:lnTo>
                  <a:lnTo>
                    <a:pt x="198" y="145"/>
                  </a:lnTo>
                  <a:lnTo>
                    <a:pt x="172" y="119"/>
                  </a:lnTo>
                  <a:lnTo>
                    <a:pt x="146" y="92"/>
                  </a:lnTo>
                  <a:lnTo>
                    <a:pt x="122" y="64"/>
                  </a:lnTo>
                  <a:lnTo>
                    <a:pt x="100" y="33"/>
                  </a:lnTo>
                  <a:lnTo>
                    <a:pt x="82" y="0"/>
                  </a:lnTo>
                  <a:lnTo>
                    <a:pt x="0" y="47"/>
                  </a:lnTo>
                  <a:lnTo>
                    <a:pt x="23" y="85"/>
                  </a:lnTo>
                  <a:lnTo>
                    <a:pt x="49" y="120"/>
                  </a:lnTo>
                  <a:lnTo>
                    <a:pt x="76" y="153"/>
                  </a:lnTo>
                  <a:lnTo>
                    <a:pt x="104" y="185"/>
                  </a:lnTo>
                  <a:lnTo>
                    <a:pt x="137" y="215"/>
                  </a:lnTo>
                  <a:lnTo>
                    <a:pt x="170" y="241"/>
                  </a:lnTo>
                  <a:lnTo>
                    <a:pt x="204" y="267"/>
                  </a:lnTo>
                  <a:lnTo>
                    <a:pt x="240" y="289"/>
                  </a:lnTo>
                  <a:lnTo>
                    <a:pt x="277" y="309"/>
                  </a:lnTo>
                  <a:lnTo>
                    <a:pt x="317" y="329"/>
                  </a:lnTo>
                  <a:lnTo>
                    <a:pt x="358" y="344"/>
                  </a:lnTo>
                  <a:lnTo>
                    <a:pt x="400" y="357"/>
                  </a:lnTo>
                  <a:lnTo>
                    <a:pt x="444" y="367"/>
                  </a:lnTo>
                  <a:lnTo>
                    <a:pt x="488" y="374"/>
                  </a:lnTo>
                  <a:lnTo>
                    <a:pt x="534" y="380"/>
                  </a:lnTo>
                  <a:lnTo>
                    <a:pt x="580" y="383"/>
                  </a:lnTo>
                  <a:lnTo>
                    <a:pt x="581" y="383"/>
                  </a:lnTo>
                  <a:lnTo>
                    <a:pt x="580" y="383"/>
                  </a:lnTo>
                  <a:lnTo>
                    <a:pt x="600" y="379"/>
                  </a:lnTo>
                  <a:lnTo>
                    <a:pt x="615" y="369"/>
                  </a:lnTo>
                  <a:lnTo>
                    <a:pt x="624" y="353"/>
                  </a:lnTo>
                  <a:lnTo>
                    <a:pt x="628" y="337"/>
                  </a:lnTo>
                  <a:lnTo>
                    <a:pt x="625" y="319"/>
                  </a:lnTo>
                  <a:lnTo>
                    <a:pt x="617" y="304"/>
                  </a:lnTo>
                  <a:lnTo>
                    <a:pt x="602" y="294"/>
                  </a:lnTo>
                  <a:lnTo>
                    <a:pt x="582" y="289"/>
                  </a:lnTo>
                  <a:lnTo>
                    <a:pt x="581" y="28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4160" name="Freeform 30"/>
            <p:cNvSpPr>
              <a:spLocks/>
            </p:cNvSpPr>
            <p:nvPr/>
          </p:nvSpPr>
          <p:spPr bwMode="auto">
            <a:xfrm>
              <a:off x="1587" y="1880"/>
              <a:ext cx="85" cy="49"/>
            </a:xfrm>
            <a:custGeom>
              <a:avLst/>
              <a:gdLst>
                <a:gd name="T0" fmla="*/ 3 w 426"/>
                <a:gd name="T1" fmla="*/ 0 h 245"/>
                <a:gd name="T2" fmla="*/ 3 w 426"/>
                <a:gd name="T3" fmla="*/ 0 h 245"/>
                <a:gd name="T4" fmla="*/ 3 w 426"/>
                <a:gd name="T5" fmla="*/ 0 h 245"/>
                <a:gd name="T6" fmla="*/ 3 w 426"/>
                <a:gd name="T7" fmla="*/ 0 h 245"/>
                <a:gd name="T8" fmla="*/ 2 w 426"/>
                <a:gd name="T9" fmla="*/ 0 h 245"/>
                <a:gd name="T10" fmla="*/ 2 w 426"/>
                <a:gd name="T11" fmla="*/ 0 h 245"/>
                <a:gd name="T12" fmla="*/ 2 w 426"/>
                <a:gd name="T13" fmla="*/ 0 h 245"/>
                <a:gd name="T14" fmla="*/ 2 w 426"/>
                <a:gd name="T15" fmla="*/ 0 h 245"/>
                <a:gd name="T16" fmla="*/ 1 w 426"/>
                <a:gd name="T17" fmla="*/ 0 h 245"/>
                <a:gd name="T18" fmla="*/ 1 w 426"/>
                <a:gd name="T19" fmla="*/ 1 h 245"/>
                <a:gd name="T20" fmla="*/ 1 w 426"/>
                <a:gd name="T21" fmla="*/ 1 h 245"/>
                <a:gd name="T22" fmla="*/ 1 w 426"/>
                <a:gd name="T23" fmla="*/ 1 h 245"/>
                <a:gd name="T24" fmla="*/ 0 w 426"/>
                <a:gd name="T25" fmla="*/ 1 h 245"/>
                <a:gd name="T26" fmla="*/ 0 w 426"/>
                <a:gd name="T27" fmla="*/ 1 h 245"/>
                <a:gd name="T28" fmla="*/ 0 w 426"/>
                <a:gd name="T29" fmla="*/ 1 h 245"/>
                <a:gd name="T30" fmla="*/ 0 w 426"/>
                <a:gd name="T31" fmla="*/ 2 h 245"/>
                <a:gd name="T32" fmla="*/ 0 w 426"/>
                <a:gd name="T33" fmla="*/ 2 h 245"/>
                <a:gd name="T34" fmla="*/ 0 w 426"/>
                <a:gd name="T35" fmla="*/ 2 h 245"/>
                <a:gd name="T36" fmla="*/ 0 w 426"/>
                <a:gd name="T37" fmla="*/ 2 h 245"/>
                <a:gd name="T38" fmla="*/ 0 w 426"/>
                <a:gd name="T39" fmla="*/ 2 h 245"/>
                <a:gd name="T40" fmla="*/ 0 w 426"/>
                <a:gd name="T41" fmla="*/ 2 h 245"/>
                <a:gd name="T42" fmla="*/ 0 w 426"/>
                <a:gd name="T43" fmla="*/ 1 h 245"/>
                <a:gd name="T44" fmla="*/ 0 w 426"/>
                <a:gd name="T45" fmla="*/ 1 h 245"/>
                <a:gd name="T46" fmla="*/ 0 w 426"/>
                <a:gd name="T47" fmla="*/ 1 h 245"/>
                <a:gd name="T48" fmla="*/ 1 w 426"/>
                <a:gd name="T49" fmla="*/ 1 h 245"/>
                <a:gd name="T50" fmla="*/ 1 w 426"/>
                <a:gd name="T51" fmla="*/ 1 h 245"/>
                <a:gd name="T52" fmla="*/ 1 w 426"/>
                <a:gd name="T53" fmla="*/ 1 h 245"/>
                <a:gd name="T54" fmla="*/ 1 w 426"/>
                <a:gd name="T55" fmla="*/ 1 h 245"/>
                <a:gd name="T56" fmla="*/ 2 w 426"/>
                <a:gd name="T57" fmla="*/ 0 h 245"/>
                <a:gd name="T58" fmla="*/ 2 w 426"/>
                <a:gd name="T59" fmla="*/ 0 h 245"/>
                <a:gd name="T60" fmla="*/ 2 w 426"/>
                <a:gd name="T61" fmla="*/ 0 h 245"/>
                <a:gd name="T62" fmla="*/ 2 w 426"/>
                <a:gd name="T63" fmla="*/ 0 h 245"/>
                <a:gd name="T64" fmla="*/ 3 w 426"/>
                <a:gd name="T65" fmla="*/ 0 h 245"/>
                <a:gd name="T66" fmla="*/ 3 w 426"/>
                <a:gd name="T67" fmla="*/ 0 h 245"/>
                <a:gd name="T68" fmla="*/ 3 w 426"/>
                <a:gd name="T69" fmla="*/ 0 h 245"/>
                <a:gd name="T70" fmla="*/ 3 w 426"/>
                <a:gd name="T71" fmla="*/ 0 h 245"/>
                <a:gd name="T72" fmla="*/ 3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426" y="0"/>
                  </a:moveTo>
                  <a:lnTo>
                    <a:pt x="426" y="0"/>
                  </a:lnTo>
                  <a:lnTo>
                    <a:pt x="384" y="1"/>
                  </a:lnTo>
                  <a:lnTo>
                    <a:pt x="340" y="4"/>
                  </a:lnTo>
                  <a:lnTo>
                    <a:pt x="300" y="10"/>
                  </a:lnTo>
                  <a:lnTo>
                    <a:pt x="262" y="18"/>
                  </a:lnTo>
                  <a:lnTo>
                    <a:pt x="224" y="29"/>
                  </a:lnTo>
                  <a:lnTo>
                    <a:pt x="189" y="41"/>
                  </a:lnTo>
                  <a:lnTo>
                    <a:pt x="157" y="55"/>
                  </a:lnTo>
                  <a:lnTo>
                    <a:pt x="126" y="70"/>
                  </a:lnTo>
                  <a:lnTo>
                    <a:pt x="99" y="89"/>
                  </a:lnTo>
                  <a:lnTo>
                    <a:pt x="74" y="106"/>
                  </a:lnTo>
                  <a:lnTo>
                    <a:pt x="52" y="126"/>
                  </a:lnTo>
                  <a:lnTo>
                    <a:pt x="34" y="148"/>
                  </a:lnTo>
                  <a:lnTo>
                    <a:pt x="19" y="171"/>
                  </a:lnTo>
                  <a:lnTo>
                    <a:pt x="9" y="194"/>
                  </a:lnTo>
                  <a:lnTo>
                    <a:pt x="3" y="219"/>
                  </a:lnTo>
                  <a:lnTo>
                    <a:pt x="0" y="245"/>
                  </a:lnTo>
                  <a:lnTo>
                    <a:pt x="12" y="245"/>
                  </a:lnTo>
                  <a:lnTo>
                    <a:pt x="15" y="221"/>
                  </a:lnTo>
                  <a:lnTo>
                    <a:pt x="20" y="199"/>
                  </a:lnTo>
                  <a:lnTo>
                    <a:pt x="31" y="178"/>
                  </a:lnTo>
                  <a:lnTo>
                    <a:pt x="44" y="156"/>
                  </a:lnTo>
                  <a:lnTo>
                    <a:pt x="61" y="136"/>
                  </a:lnTo>
                  <a:lnTo>
                    <a:pt x="81" y="116"/>
                  </a:lnTo>
                  <a:lnTo>
                    <a:pt x="106" y="98"/>
                  </a:lnTo>
                  <a:lnTo>
                    <a:pt x="133" y="82"/>
                  </a:lnTo>
                  <a:lnTo>
                    <a:pt x="162" y="66"/>
                  </a:lnTo>
                  <a:lnTo>
                    <a:pt x="194" y="52"/>
                  </a:lnTo>
                  <a:lnTo>
                    <a:pt x="229" y="41"/>
                  </a:lnTo>
                  <a:lnTo>
                    <a:pt x="264" y="30"/>
                  </a:lnTo>
                  <a:lnTo>
                    <a:pt x="303" y="22"/>
                  </a:lnTo>
                  <a:lnTo>
                    <a:pt x="343" y="16"/>
                  </a:lnTo>
                  <a:lnTo>
                    <a:pt x="384" y="12"/>
                  </a:lnTo>
                  <a:lnTo>
                    <a:pt x="426" y="11"/>
                  </a:lnTo>
                  <a:lnTo>
                    <a:pt x="42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4161" name="Freeform 31"/>
            <p:cNvSpPr>
              <a:spLocks/>
            </p:cNvSpPr>
            <p:nvPr/>
          </p:nvSpPr>
          <p:spPr bwMode="auto">
            <a:xfrm>
              <a:off x="1587" y="1929"/>
              <a:ext cx="85" cy="49"/>
            </a:xfrm>
            <a:custGeom>
              <a:avLst/>
              <a:gdLst>
                <a:gd name="T0" fmla="*/ 0 w 426"/>
                <a:gd name="T1" fmla="*/ 0 h 245"/>
                <a:gd name="T2" fmla="*/ 0 w 426"/>
                <a:gd name="T3" fmla="*/ 0 h 245"/>
                <a:gd name="T4" fmla="*/ 0 w 426"/>
                <a:gd name="T5" fmla="*/ 0 h 245"/>
                <a:gd name="T6" fmla="*/ 0 w 426"/>
                <a:gd name="T7" fmla="*/ 0 h 245"/>
                <a:gd name="T8" fmla="*/ 0 w 426"/>
                <a:gd name="T9" fmla="*/ 1 h 245"/>
                <a:gd name="T10" fmla="*/ 0 w 426"/>
                <a:gd name="T11" fmla="*/ 1 h 245"/>
                <a:gd name="T12" fmla="*/ 0 w 426"/>
                <a:gd name="T13" fmla="*/ 1 h 245"/>
                <a:gd name="T14" fmla="*/ 1 w 426"/>
                <a:gd name="T15" fmla="*/ 1 h 245"/>
                <a:gd name="T16" fmla="*/ 1 w 426"/>
                <a:gd name="T17" fmla="*/ 1 h 245"/>
                <a:gd name="T18" fmla="*/ 1 w 426"/>
                <a:gd name="T19" fmla="*/ 1 h 245"/>
                <a:gd name="T20" fmla="*/ 1 w 426"/>
                <a:gd name="T21" fmla="*/ 2 h 245"/>
                <a:gd name="T22" fmla="*/ 2 w 426"/>
                <a:gd name="T23" fmla="*/ 2 h 245"/>
                <a:gd name="T24" fmla="*/ 2 w 426"/>
                <a:gd name="T25" fmla="*/ 2 h 245"/>
                <a:gd name="T26" fmla="*/ 2 w 426"/>
                <a:gd name="T27" fmla="*/ 2 h 245"/>
                <a:gd name="T28" fmla="*/ 2 w 426"/>
                <a:gd name="T29" fmla="*/ 2 h 245"/>
                <a:gd name="T30" fmla="*/ 3 w 426"/>
                <a:gd name="T31" fmla="*/ 2 h 245"/>
                <a:gd name="T32" fmla="*/ 3 w 426"/>
                <a:gd name="T33" fmla="*/ 2 h 245"/>
                <a:gd name="T34" fmla="*/ 3 w 426"/>
                <a:gd name="T35" fmla="*/ 2 h 245"/>
                <a:gd name="T36" fmla="*/ 3 w 426"/>
                <a:gd name="T37" fmla="*/ 2 h 245"/>
                <a:gd name="T38" fmla="*/ 3 w 426"/>
                <a:gd name="T39" fmla="*/ 2 h 245"/>
                <a:gd name="T40" fmla="*/ 3 w 426"/>
                <a:gd name="T41" fmla="*/ 2 h 245"/>
                <a:gd name="T42" fmla="*/ 2 w 426"/>
                <a:gd name="T43" fmla="*/ 2 h 245"/>
                <a:gd name="T44" fmla="*/ 2 w 426"/>
                <a:gd name="T45" fmla="*/ 2 h 245"/>
                <a:gd name="T46" fmla="*/ 2 w 426"/>
                <a:gd name="T47" fmla="*/ 2 h 245"/>
                <a:gd name="T48" fmla="*/ 2 w 426"/>
                <a:gd name="T49" fmla="*/ 2 h 245"/>
                <a:gd name="T50" fmla="*/ 1 w 426"/>
                <a:gd name="T51" fmla="*/ 1 h 245"/>
                <a:gd name="T52" fmla="*/ 1 w 426"/>
                <a:gd name="T53" fmla="*/ 1 h 245"/>
                <a:gd name="T54" fmla="*/ 1 w 426"/>
                <a:gd name="T55" fmla="*/ 1 h 245"/>
                <a:gd name="T56" fmla="*/ 1 w 426"/>
                <a:gd name="T57" fmla="*/ 1 h 245"/>
                <a:gd name="T58" fmla="*/ 0 w 426"/>
                <a:gd name="T59" fmla="*/ 1 h 245"/>
                <a:gd name="T60" fmla="*/ 0 w 426"/>
                <a:gd name="T61" fmla="*/ 1 h 245"/>
                <a:gd name="T62" fmla="*/ 0 w 426"/>
                <a:gd name="T63" fmla="*/ 1 h 245"/>
                <a:gd name="T64" fmla="*/ 0 w 426"/>
                <a:gd name="T65" fmla="*/ 0 h 245"/>
                <a:gd name="T66" fmla="*/ 0 w 426"/>
                <a:gd name="T67" fmla="*/ 0 h 245"/>
                <a:gd name="T68" fmla="*/ 0 w 426"/>
                <a:gd name="T69" fmla="*/ 0 h 245"/>
                <a:gd name="T70" fmla="*/ 0 w 426"/>
                <a:gd name="T71" fmla="*/ 0 h 245"/>
                <a:gd name="T72" fmla="*/ 0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0" y="0"/>
                  </a:moveTo>
                  <a:lnTo>
                    <a:pt x="0" y="0"/>
                  </a:lnTo>
                  <a:lnTo>
                    <a:pt x="3" y="25"/>
                  </a:lnTo>
                  <a:lnTo>
                    <a:pt x="9" y="50"/>
                  </a:lnTo>
                  <a:lnTo>
                    <a:pt x="19" y="73"/>
                  </a:lnTo>
                  <a:lnTo>
                    <a:pt x="34" y="96"/>
                  </a:lnTo>
                  <a:lnTo>
                    <a:pt x="52" y="118"/>
                  </a:lnTo>
                  <a:lnTo>
                    <a:pt x="74" y="138"/>
                  </a:lnTo>
                  <a:lnTo>
                    <a:pt x="99" y="156"/>
                  </a:lnTo>
                  <a:lnTo>
                    <a:pt x="126" y="174"/>
                  </a:lnTo>
                  <a:lnTo>
                    <a:pt x="157" y="190"/>
                  </a:lnTo>
                  <a:lnTo>
                    <a:pt x="189" y="204"/>
                  </a:lnTo>
                  <a:lnTo>
                    <a:pt x="224" y="215"/>
                  </a:lnTo>
                  <a:lnTo>
                    <a:pt x="262" y="226"/>
                  </a:lnTo>
                  <a:lnTo>
                    <a:pt x="300" y="234"/>
                  </a:lnTo>
                  <a:lnTo>
                    <a:pt x="340" y="240"/>
                  </a:lnTo>
                  <a:lnTo>
                    <a:pt x="384" y="244"/>
                  </a:lnTo>
                  <a:lnTo>
                    <a:pt x="426" y="245"/>
                  </a:lnTo>
                  <a:lnTo>
                    <a:pt x="426" y="233"/>
                  </a:lnTo>
                  <a:lnTo>
                    <a:pt x="384" y="232"/>
                  </a:lnTo>
                  <a:lnTo>
                    <a:pt x="343" y="228"/>
                  </a:lnTo>
                  <a:lnTo>
                    <a:pt x="303" y="222"/>
                  </a:lnTo>
                  <a:lnTo>
                    <a:pt x="264" y="214"/>
                  </a:lnTo>
                  <a:lnTo>
                    <a:pt x="229" y="204"/>
                  </a:lnTo>
                  <a:lnTo>
                    <a:pt x="194" y="192"/>
                  </a:lnTo>
                  <a:lnTo>
                    <a:pt x="162" y="178"/>
                  </a:lnTo>
                  <a:lnTo>
                    <a:pt x="133" y="163"/>
                  </a:lnTo>
                  <a:lnTo>
                    <a:pt x="106" y="146"/>
                  </a:lnTo>
                  <a:lnTo>
                    <a:pt x="81" y="129"/>
                  </a:lnTo>
                  <a:lnTo>
                    <a:pt x="61" y="109"/>
                  </a:lnTo>
                  <a:lnTo>
                    <a:pt x="44" y="89"/>
                  </a:lnTo>
                  <a:lnTo>
                    <a:pt x="31" y="66"/>
                  </a:lnTo>
                  <a:lnTo>
                    <a:pt x="20" y="45"/>
                  </a:lnTo>
                  <a:lnTo>
                    <a:pt x="15" y="2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4162" name="Freeform 32"/>
            <p:cNvSpPr>
              <a:spLocks/>
            </p:cNvSpPr>
            <p:nvPr/>
          </p:nvSpPr>
          <p:spPr bwMode="auto">
            <a:xfrm>
              <a:off x="878" y="1448"/>
              <a:ext cx="792" cy="954"/>
            </a:xfrm>
            <a:custGeom>
              <a:avLst/>
              <a:gdLst>
                <a:gd name="T0" fmla="*/ 13 w 3960"/>
                <a:gd name="T1" fmla="*/ 38 h 4768"/>
                <a:gd name="T2" fmla="*/ 14 w 3960"/>
                <a:gd name="T3" fmla="*/ 38 h 4768"/>
                <a:gd name="T4" fmla="*/ 15 w 3960"/>
                <a:gd name="T5" fmla="*/ 38 h 4768"/>
                <a:gd name="T6" fmla="*/ 15 w 3960"/>
                <a:gd name="T7" fmla="*/ 38 h 4768"/>
                <a:gd name="T8" fmla="*/ 16 w 3960"/>
                <a:gd name="T9" fmla="*/ 38 h 4768"/>
                <a:gd name="T10" fmla="*/ 17 w 3960"/>
                <a:gd name="T11" fmla="*/ 38 h 4768"/>
                <a:gd name="T12" fmla="*/ 17 w 3960"/>
                <a:gd name="T13" fmla="*/ 38 h 4768"/>
                <a:gd name="T14" fmla="*/ 18 w 3960"/>
                <a:gd name="T15" fmla="*/ 38 h 4768"/>
                <a:gd name="T16" fmla="*/ 18 w 3960"/>
                <a:gd name="T17" fmla="*/ 38 h 4768"/>
                <a:gd name="T18" fmla="*/ 29 w 3960"/>
                <a:gd name="T19" fmla="*/ 30 h 4768"/>
                <a:gd name="T20" fmla="*/ 30 w 3960"/>
                <a:gd name="T21" fmla="*/ 30 h 4768"/>
                <a:gd name="T22" fmla="*/ 30 w 3960"/>
                <a:gd name="T23" fmla="*/ 29 h 4768"/>
                <a:gd name="T24" fmla="*/ 31 w 3960"/>
                <a:gd name="T25" fmla="*/ 28 h 4768"/>
                <a:gd name="T26" fmla="*/ 31 w 3960"/>
                <a:gd name="T27" fmla="*/ 28 h 4768"/>
                <a:gd name="T28" fmla="*/ 31 w 3960"/>
                <a:gd name="T29" fmla="*/ 27 h 4768"/>
                <a:gd name="T30" fmla="*/ 32 w 3960"/>
                <a:gd name="T31" fmla="*/ 26 h 4768"/>
                <a:gd name="T32" fmla="*/ 32 w 3960"/>
                <a:gd name="T33" fmla="*/ 25 h 4768"/>
                <a:gd name="T34" fmla="*/ 32 w 3960"/>
                <a:gd name="T35" fmla="*/ 11 h 4768"/>
                <a:gd name="T36" fmla="*/ 32 w 3960"/>
                <a:gd name="T37" fmla="*/ 10 h 4768"/>
                <a:gd name="T38" fmla="*/ 31 w 3960"/>
                <a:gd name="T39" fmla="*/ 9 h 4768"/>
                <a:gd name="T40" fmla="*/ 31 w 3960"/>
                <a:gd name="T41" fmla="*/ 9 h 4768"/>
                <a:gd name="T42" fmla="*/ 31 w 3960"/>
                <a:gd name="T43" fmla="*/ 8 h 4768"/>
                <a:gd name="T44" fmla="*/ 31 w 3960"/>
                <a:gd name="T45" fmla="*/ 8 h 4768"/>
                <a:gd name="T46" fmla="*/ 30 w 3960"/>
                <a:gd name="T47" fmla="*/ 7 h 4768"/>
                <a:gd name="T48" fmla="*/ 30 w 3960"/>
                <a:gd name="T49" fmla="*/ 7 h 4768"/>
                <a:gd name="T50" fmla="*/ 29 w 3960"/>
                <a:gd name="T51" fmla="*/ 6 h 4768"/>
                <a:gd name="T52" fmla="*/ 19 w 3960"/>
                <a:gd name="T53" fmla="*/ 1 h 4768"/>
                <a:gd name="T54" fmla="*/ 18 w 3960"/>
                <a:gd name="T55" fmla="*/ 0 h 4768"/>
                <a:gd name="T56" fmla="*/ 17 w 3960"/>
                <a:gd name="T57" fmla="*/ 0 h 4768"/>
                <a:gd name="T58" fmla="*/ 17 w 3960"/>
                <a:gd name="T59" fmla="*/ 0 h 4768"/>
                <a:gd name="T60" fmla="*/ 16 w 3960"/>
                <a:gd name="T61" fmla="*/ 0 h 4768"/>
                <a:gd name="T62" fmla="*/ 15 w 3960"/>
                <a:gd name="T63" fmla="*/ 0 h 4768"/>
                <a:gd name="T64" fmla="*/ 14 w 3960"/>
                <a:gd name="T65" fmla="*/ 0 h 4768"/>
                <a:gd name="T66" fmla="*/ 14 w 3960"/>
                <a:gd name="T67" fmla="*/ 0 h 4768"/>
                <a:gd name="T68" fmla="*/ 2 w 3960"/>
                <a:gd name="T69" fmla="*/ 6 h 4768"/>
                <a:gd name="T70" fmla="*/ 2 w 3960"/>
                <a:gd name="T71" fmla="*/ 7 h 4768"/>
                <a:gd name="T72" fmla="*/ 1 w 3960"/>
                <a:gd name="T73" fmla="*/ 7 h 4768"/>
                <a:gd name="T74" fmla="*/ 1 w 3960"/>
                <a:gd name="T75" fmla="*/ 8 h 4768"/>
                <a:gd name="T76" fmla="*/ 1 w 3960"/>
                <a:gd name="T77" fmla="*/ 8 h 4768"/>
                <a:gd name="T78" fmla="*/ 0 w 3960"/>
                <a:gd name="T79" fmla="*/ 9 h 4768"/>
                <a:gd name="T80" fmla="*/ 0 w 3960"/>
                <a:gd name="T81" fmla="*/ 9 h 4768"/>
                <a:gd name="T82" fmla="*/ 0 w 3960"/>
                <a:gd name="T83" fmla="*/ 10 h 4768"/>
                <a:gd name="T84" fmla="*/ 0 w 3960"/>
                <a:gd name="T85" fmla="*/ 11 h 4768"/>
                <a:gd name="T86" fmla="*/ 0 w 3960"/>
                <a:gd name="T87" fmla="*/ 25 h 4768"/>
                <a:gd name="T88" fmla="*/ 0 w 3960"/>
                <a:gd name="T89" fmla="*/ 26 h 4768"/>
                <a:gd name="T90" fmla="*/ 0 w 3960"/>
                <a:gd name="T91" fmla="*/ 27 h 4768"/>
                <a:gd name="T92" fmla="*/ 1 w 3960"/>
                <a:gd name="T93" fmla="*/ 28 h 4768"/>
                <a:gd name="T94" fmla="*/ 1 w 3960"/>
                <a:gd name="T95" fmla="*/ 29 h 4768"/>
                <a:gd name="T96" fmla="*/ 1 w 3960"/>
                <a:gd name="T97" fmla="*/ 29 h 4768"/>
                <a:gd name="T98" fmla="*/ 2 w 3960"/>
                <a:gd name="T99" fmla="*/ 30 h 4768"/>
                <a:gd name="T100" fmla="*/ 3 w 3960"/>
                <a:gd name="T101" fmla="*/ 31 h 4768"/>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w 3960"/>
                <a:gd name="T154" fmla="*/ 0 h 4768"/>
                <a:gd name="T155" fmla="*/ 3960 w 3960"/>
                <a:gd name="T156" fmla="*/ 4768 h 4768"/>
              </a:gdLst>
              <a:ahLst/>
              <a:cxnLst>
                <a:cxn ang="T102">
                  <a:pos x="T0" y="T1"/>
                </a:cxn>
                <a:cxn ang="T103">
                  <a:pos x="T2" y="T3"/>
                </a:cxn>
                <a:cxn ang="T104">
                  <a:pos x="T4" y="T5"/>
                </a:cxn>
                <a:cxn ang="T105">
                  <a:pos x="T6" y="T7"/>
                </a:cxn>
                <a:cxn ang="T106">
                  <a:pos x="T8" y="T9"/>
                </a:cxn>
                <a:cxn ang="T107">
                  <a:pos x="T10" y="T11"/>
                </a:cxn>
                <a:cxn ang="T108">
                  <a:pos x="T12" y="T13"/>
                </a:cxn>
                <a:cxn ang="T109">
                  <a:pos x="T14" y="T15"/>
                </a:cxn>
                <a:cxn ang="T110">
                  <a:pos x="T16" y="T17"/>
                </a:cxn>
                <a:cxn ang="T111">
                  <a:pos x="T18" y="T19"/>
                </a:cxn>
                <a:cxn ang="T112">
                  <a:pos x="T20" y="T21"/>
                </a:cxn>
                <a:cxn ang="T113">
                  <a:pos x="T22" y="T23"/>
                </a:cxn>
                <a:cxn ang="T114">
                  <a:pos x="T24" y="T25"/>
                </a:cxn>
                <a:cxn ang="T115">
                  <a:pos x="T26" y="T27"/>
                </a:cxn>
                <a:cxn ang="T116">
                  <a:pos x="T28" y="T29"/>
                </a:cxn>
                <a:cxn ang="T117">
                  <a:pos x="T30" y="T31"/>
                </a:cxn>
                <a:cxn ang="T118">
                  <a:pos x="T32" y="T33"/>
                </a:cxn>
                <a:cxn ang="T119">
                  <a:pos x="T34" y="T35"/>
                </a:cxn>
                <a:cxn ang="T120">
                  <a:pos x="T36" y="T37"/>
                </a:cxn>
                <a:cxn ang="T121">
                  <a:pos x="T38" y="T39"/>
                </a:cxn>
                <a:cxn ang="T122">
                  <a:pos x="T40" y="T41"/>
                </a:cxn>
                <a:cxn ang="T123">
                  <a:pos x="T42" y="T43"/>
                </a:cxn>
                <a:cxn ang="T124">
                  <a:pos x="T44" y="T45"/>
                </a:cxn>
                <a:cxn ang="T125">
                  <a:pos x="T46" y="T47"/>
                </a:cxn>
                <a:cxn ang="T126">
                  <a:pos x="T48" y="T49"/>
                </a:cxn>
                <a:cxn ang="T127">
                  <a:pos x="T50" y="T51"/>
                </a:cxn>
                <a:cxn ang="T128">
                  <a:pos x="T52" y="T53"/>
                </a:cxn>
                <a:cxn ang="T129">
                  <a:pos x="T54" y="T55"/>
                </a:cxn>
                <a:cxn ang="T130">
                  <a:pos x="T56" y="T57"/>
                </a:cxn>
                <a:cxn ang="T131">
                  <a:pos x="T58" y="T59"/>
                </a:cxn>
                <a:cxn ang="T132">
                  <a:pos x="T60" y="T61"/>
                </a:cxn>
                <a:cxn ang="T133">
                  <a:pos x="T62" y="T63"/>
                </a:cxn>
                <a:cxn ang="T134">
                  <a:pos x="T64" y="T65"/>
                </a:cxn>
                <a:cxn ang="T135">
                  <a:pos x="T66" y="T67"/>
                </a:cxn>
                <a:cxn ang="T136">
                  <a:pos x="T68" y="T69"/>
                </a:cxn>
                <a:cxn ang="T137">
                  <a:pos x="T70" y="T71"/>
                </a:cxn>
                <a:cxn ang="T138">
                  <a:pos x="T72" y="T73"/>
                </a:cxn>
                <a:cxn ang="T139">
                  <a:pos x="T74" y="T75"/>
                </a:cxn>
                <a:cxn ang="T140">
                  <a:pos x="T76" y="T77"/>
                </a:cxn>
                <a:cxn ang="T141">
                  <a:pos x="T78" y="T79"/>
                </a:cxn>
                <a:cxn ang="T142">
                  <a:pos x="T80" y="T81"/>
                </a:cxn>
                <a:cxn ang="T143">
                  <a:pos x="T82" y="T83"/>
                </a:cxn>
                <a:cxn ang="T144">
                  <a:pos x="T84" y="T85"/>
                </a:cxn>
                <a:cxn ang="T145">
                  <a:pos x="T86" y="T87"/>
                </a:cxn>
                <a:cxn ang="T146">
                  <a:pos x="T88" y="T89"/>
                </a:cxn>
                <a:cxn ang="T147">
                  <a:pos x="T90" y="T91"/>
                </a:cxn>
                <a:cxn ang="T148">
                  <a:pos x="T92" y="T93"/>
                </a:cxn>
                <a:cxn ang="T149">
                  <a:pos x="T94" y="T95"/>
                </a:cxn>
                <a:cxn ang="T150">
                  <a:pos x="T96" y="T97"/>
                </a:cxn>
                <a:cxn ang="T151">
                  <a:pos x="T98" y="T99"/>
                </a:cxn>
                <a:cxn ang="T152">
                  <a:pos x="T100" y="T101"/>
                </a:cxn>
              </a:cxnLst>
              <a:rect l="T153" t="T154" r="T155" b="T156"/>
              <a:pathLst>
                <a:path w="3960" h="4768">
                  <a:moveTo>
                    <a:pt x="353" y="3849"/>
                  </a:moveTo>
                  <a:lnTo>
                    <a:pt x="1661" y="4700"/>
                  </a:lnTo>
                  <a:lnTo>
                    <a:pt x="1697" y="4717"/>
                  </a:lnTo>
                  <a:lnTo>
                    <a:pt x="1736" y="4731"/>
                  </a:lnTo>
                  <a:lnTo>
                    <a:pt x="1776" y="4742"/>
                  </a:lnTo>
                  <a:lnTo>
                    <a:pt x="1818" y="4753"/>
                  </a:lnTo>
                  <a:lnTo>
                    <a:pt x="1860" y="4760"/>
                  </a:lnTo>
                  <a:lnTo>
                    <a:pt x="1902" y="4765"/>
                  </a:lnTo>
                  <a:lnTo>
                    <a:pt x="1946" y="4768"/>
                  </a:lnTo>
                  <a:lnTo>
                    <a:pt x="1988" y="4768"/>
                  </a:lnTo>
                  <a:lnTo>
                    <a:pt x="2031" y="4767"/>
                  </a:lnTo>
                  <a:lnTo>
                    <a:pt x="2073" y="4763"/>
                  </a:lnTo>
                  <a:lnTo>
                    <a:pt x="2114" y="4758"/>
                  </a:lnTo>
                  <a:lnTo>
                    <a:pt x="2154" y="4751"/>
                  </a:lnTo>
                  <a:lnTo>
                    <a:pt x="2193" y="4740"/>
                  </a:lnTo>
                  <a:lnTo>
                    <a:pt x="2230" y="4729"/>
                  </a:lnTo>
                  <a:lnTo>
                    <a:pt x="2264" y="4715"/>
                  </a:lnTo>
                  <a:lnTo>
                    <a:pt x="2297" y="4700"/>
                  </a:lnTo>
                  <a:lnTo>
                    <a:pt x="3639" y="3825"/>
                  </a:lnTo>
                  <a:lnTo>
                    <a:pt x="3673" y="3795"/>
                  </a:lnTo>
                  <a:lnTo>
                    <a:pt x="3707" y="3761"/>
                  </a:lnTo>
                  <a:lnTo>
                    <a:pt x="3738" y="3725"/>
                  </a:lnTo>
                  <a:lnTo>
                    <a:pt x="3768" y="3685"/>
                  </a:lnTo>
                  <a:lnTo>
                    <a:pt x="3796" y="3644"/>
                  </a:lnTo>
                  <a:lnTo>
                    <a:pt x="3821" y="3599"/>
                  </a:lnTo>
                  <a:lnTo>
                    <a:pt x="3846" y="3553"/>
                  </a:lnTo>
                  <a:lnTo>
                    <a:pt x="3868" y="3505"/>
                  </a:lnTo>
                  <a:lnTo>
                    <a:pt x="3888" y="3456"/>
                  </a:lnTo>
                  <a:lnTo>
                    <a:pt x="3907" y="3406"/>
                  </a:lnTo>
                  <a:lnTo>
                    <a:pt x="3922" y="3354"/>
                  </a:lnTo>
                  <a:lnTo>
                    <a:pt x="3935" y="3303"/>
                  </a:lnTo>
                  <a:lnTo>
                    <a:pt x="3946" y="3250"/>
                  </a:lnTo>
                  <a:lnTo>
                    <a:pt x="3953" y="3197"/>
                  </a:lnTo>
                  <a:lnTo>
                    <a:pt x="3957" y="3144"/>
                  </a:lnTo>
                  <a:lnTo>
                    <a:pt x="3960" y="3092"/>
                  </a:lnTo>
                  <a:lnTo>
                    <a:pt x="3959" y="1313"/>
                  </a:lnTo>
                  <a:lnTo>
                    <a:pt x="3955" y="1271"/>
                  </a:lnTo>
                  <a:lnTo>
                    <a:pt x="3949" y="1229"/>
                  </a:lnTo>
                  <a:lnTo>
                    <a:pt x="3941" y="1189"/>
                  </a:lnTo>
                  <a:lnTo>
                    <a:pt x="3930" y="1149"/>
                  </a:lnTo>
                  <a:lnTo>
                    <a:pt x="3918" y="1111"/>
                  </a:lnTo>
                  <a:lnTo>
                    <a:pt x="3902" y="1075"/>
                  </a:lnTo>
                  <a:lnTo>
                    <a:pt x="3886" y="1040"/>
                  </a:lnTo>
                  <a:lnTo>
                    <a:pt x="3867" y="1006"/>
                  </a:lnTo>
                  <a:lnTo>
                    <a:pt x="3846" y="973"/>
                  </a:lnTo>
                  <a:lnTo>
                    <a:pt x="3823" y="942"/>
                  </a:lnTo>
                  <a:lnTo>
                    <a:pt x="3798" y="913"/>
                  </a:lnTo>
                  <a:lnTo>
                    <a:pt x="3771" y="886"/>
                  </a:lnTo>
                  <a:lnTo>
                    <a:pt x="3743" y="860"/>
                  </a:lnTo>
                  <a:lnTo>
                    <a:pt x="3714" y="837"/>
                  </a:lnTo>
                  <a:lnTo>
                    <a:pt x="3682" y="816"/>
                  </a:lnTo>
                  <a:lnTo>
                    <a:pt x="3649" y="796"/>
                  </a:lnTo>
                  <a:lnTo>
                    <a:pt x="2386" y="83"/>
                  </a:lnTo>
                  <a:lnTo>
                    <a:pt x="2350" y="65"/>
                  </a:lnTo>
                  <a:lnTo>
                    <a:pt x="2310" y="50"/>
                  </a:lnTo>
                  <a:lnTo>
                    <a:pt x="2268" y="36"/>
                  </a:lnTo>
                  <a:lnTo>
                    <a:pt x="2223" y="24"/>
                  </a:lnTo>
                  <a:lnTo>
                    <a:pt x="2178" y="15"/>
                  </a:lnTo>
                  <a:lnTo>
                    <a:pt x="2131" y="8"/>
                  </a:lnTo>
                  <a:lnTo>
                    <a:pt x="2082" y="3"/>
                  </a:lnTo>
                  <a:lnTo>
                    <a:pt x="2032" y="0"/>
                  </a:lnTo>
                  <a:lnTo>
                    <a:pt x="1982" y="1"/>
                  </a:lnTo>
                  <a:lnTo>
                    <a:pt x="1933" y="3"/>
                  </a:lnTo>
                  <a:lnTo>
                    <a:pt x="1882" y="9"/>
                  </a:lnTo>
                  <a:lnTo>
                    <a:pt x="1833" y="17"/>
                  </a:lnTo>
                  <a:lnTo>
                    <a:pt x="1785" y="29"/>
                  </a:lnTo>
                  <a:lnTo>
                    <a:pt x="1737" y="43"/>
                  </a:lnTo>
                  <a:lnTo>
                    <a:pt x="1691" y="62"/>
                  </a:lnTo>
                  <a:lnTo>
                    <a:pt x="1647" y="83"/>
                  </a:lnTo>
                  <a:lnTo>
                    <a:pt x="311" y="782"/>
                  </a:lnTo>
                  <a:lnTo>
                    <a:pt x="276" y="803"/>
                  </a:lnTo>
                  <a:lnTo>
                    <a:pt x="243" y="826"/>
                  </a:lnTo>
                  <a:lnTo>
                    <a:pt x="213" y="852"/>
                  </a:lnTo>
                  <a:lnTo>
                    <a:pt x="184" y="879"/>
                  </a:lnTo>
                  <a:lnTo>
                    <a:pt x="155" y="908"/>
                  </a:lnTo>
                  <a:lnTo>
                    <a:pt x="131" y="939"/>
                  </a:lnTo>
                  <a:lnTo>
                    <a:pt x="107" y="971"/>
                  </a:lnTo>
                  <a:lnTo>
                    <a:pt x="86" y="1005"/>
                  </a:lnTo>
                  <a:lnTo>
                    <a:pt x="68" y="1040"/>
                  </a:lnTo>
                  <a:lnTo>
                    <a:pt x="50" y="1076"/>
                  </a:lnTo>
                  <a:lnTo>
                    <a:pt x="36" y="1115"/>
                  </a:lnTo>
                  <a:lnTo>
                    <a:pt x="23" y="1153"/>
                  </a:lnTo>
                  <a:lnTo>
                    <a:pt x="14" y="1195"/>
                  </a:lnTo>
                  <a:lnTo>
                    <a:pt x="7" y="1236"/>
                  </a:lnTo>
                  <a:lnTo>
                    <a:pt x="2" y="1279"/>
                  </a:lnTo>
                  <a:lnTo>
                    <a:pt x="0" y="1322"/>
                  </a:lnTo>
                  <a:lnTo>
                    <a:pt x="0" y="3093"/>
                  </a:lnTo>
                  <a:lnTo>
                    <a:pt x="2" y="3147"/>
                  </a:lnTo>
                  <a:lnTo>
                    <a:pt x="7" y="3202"/>
                  </a:lnTo>
                  <a:lnTo>
                    <a:pt x="15" y="3257"/>
                  </a:lnTo>
                  <a:lnTo>
                    <a:pt x="27" y="3312"/>
                  </a:lnTo>
                  <a:lnTo>
                    <a:pt x="42" y="3366"/>
                  </a:lnTo>
                  <a:lnTo>
                    <a:pt x="59" y="3420"/>
                  </a:lnTo>
                  <a:lnTo>
                    <a:pt x="79" y="3474"/>
                  </a:lnTo>
                  <a:lnTo>
                    <a:pt x="102" y="3525"/>
                  </a:lnTo>
                  <a:lnTo>
                    <a:pt x="127" y="3576"/>
                  </a:lnTo>
                  <a:lnTo>
                    <a:pt x="154" y="3624"/>
                  </a:lnTo>
                  <a:lnTo>
                    <a:pt x="184" y="3670"/>
                  </a:lnTo>
                  <a:lnTo>
                    <a:pt x="214" y="3712"/>
                  </a:lnTo>
                  <a:lnTo>
                    <a:pt x="247" y="3752"/>
                  </a:lnTo>
                  <a:lnTo>
                    <a:pt x="281" y="3788"/>
                  </a:lnTo>
                  <a:lnTo>
                    <a:pt x="317" y="3821"/>
                  </a:lnTo>
                  <a:lnTo>
                    <a:pt x="353" y="384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4163" name="Freeform 33"/>
            <p:cNvSpPr>
              <a:spLocks/>
            </p:cNvSpPr>
            <p:nvPr/>
          </p:nvSpPr>
          <p:spPr bwMode="auto">
            <a:xfrm>
              <a:off x="943" y="2210"/>
              <a:ext cx="276" cy="187"/>
            </a:xfrm>
            <a:custGeom>
              <a:avLst/>
              <a:gdLst>
                <a:gd name="T0" fmla="*/ 11 w 1380"/>
                <a:gd name="T1" fmla="*/ 7 h 937"/>
                <a:gd name="T2" fmla="*/ 11 w 1380"/>
                <a:gd name="T3" fmla="*/ 7 h 937"/>
                <a:gd name="T4" fmla="*/ 0 w 1380"/>
                <a:gd name="T5" fmla="*/ 0 h 937"/>
                <a:gd name="T6" fmla="*/ 0 w 1380"/>
                <a:gd name="T7" fmla="*/ 1 h 937"/>
                <a:gd name="T8" fmla="*/ 10 w 1380"/>
                <a:gd name="T9" fmla="*/ 7 h 937"/>
                <a:gd name="T10" fmla="*/ 10 w 1380"/>
                <a:gd name="T11" fmla="*/ 7 h 937"/>
                <a:gd name="T12" fmla="*/ 10 w 1380"/>
                <a:gd name="T13" fmla="*/ 7 h 937"/>
                <a:gd name="T14" fmla="*/ 11 w 1380"/>
                <a:gd name="T15" fmla="*/ 7 h 937"/>
                <a:gd name="T16" fmla="*/ 11 w 1380"/>
                <a:gd name="T17" fmla="*/ 7 h 937"/>
                <a:gd name="T18" fmla="*/ 11 w 1380"/>
                <a:gd name="T19" fmla="*/ 7 h 937"/>
                <a:gd name="T20" fmla="*/ 11 w 1380"/>
                <a:gd name="T21" fmla="*/ 7 h 937"/>
                <a:gd name="T22" fmla="*/ 11 w 1380"/>
                <a:gd name="T23" fmla="*/ 7 h 937"/>
                <a:gd name="T24" fmla="*/ 11 w 1380"/>
                <a:gd name="T25" fmla="*/ 7 h 937"/>
                <a:gd name="T26" fmla="*/ 11 w 1380"/>
                <a:gd name="T27" fmla="*/ 7 h 937"/>
                <a:gd name="T28" fmla="*/ 11 w 1380"/>
                <a:gd name="T29" fmla="*/ 7 h 937"/>
                <a:gd name="T30" fmla="*/ 11 w 1380"/>
                <a:gd name="T31" fmla="*/ 7 h 93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80"/>
                <a:gd name="T49" fmla="*/ 0 h 937"/>
                <a:gd name="T50" fmla="*/ 1380 w 1380"/>
                <a:gd name="T51" fmla="*/ 937 h 93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80" h="937">
                  <a:moveTo>
                    <a:pt x="1354" y="848"/>
                  </a:moveTo>
                  <a:lnTo>
                    <a:pt x="1359" y="851"/>
                  </a:lnTo>
                  <a:lnTo>
                    <a:pt x="51" y="0"/>
                  </a:lnTo>
                  <a:lnTo>
                    <a:pt x="0" y="78"/>
                  </a:lnTo>
                  <a:lnTo>
                    <a:pt x="1307" y="929"/>
                  </a:lnTo>
                  <a:lnTo>
                    <a:pt x="1312" y="932"/>
                  </a:lnTo>
                  <a:lnTo>
                    <a:pt x="1307" y="929"/>
                  </a:lnTo>
                  <a:lnTo>
                    <a:pt x="1326" y="937"/>
                  </a:lnTo>
                  <a:lnTo>
                    <a:pt x="1345" y="936"/>
                  </a:lnTo>
                  <a:lnTo>
                    <a:pt x="1360" y="929"/>
                  </a:lnTo>
                  <a:lnTo>
                    <a:pt x="1372" y="916"/>
                  </a:lnTo>
                  <a:lnTo>
                    <a:pt x="1379" y="899"/>
                  </a:lnTo>
                  <a:lnTo>
                    <a:pt x="1380" y="883"/>
                  </a:lnTo>
                  <a:lnTo>
                    <a:pt x="1374" y="865"/>
                  </a:lnTo>
                  <a:lnTo>
                    <a:pt x="1359" y="851"/>
                  </a:lnTo>
                  <a:lnTo>
                    <a:pt x="1354" y="84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4164" name="Freeform 34"/>
            <p:cNvSpPr>
              <a:spLocks/>
            </p:cNvSpPr>
            <p:nvPr/>
          </p:nvSpPr>
          <p:spPr bwMode="auto">
            <a:xfrm>
              <a:off x="1206" y="2379"/>
              <a:ext cx="140" cy="32"/>
            </a:xfrm>
            <a:custGeom>
              <a:avLst/>
              <a:gdLst>
                <a:gd name="T0" fmla="*/ 5 w 703"/>
                <a:gd name="T1" fmla="*/ 0 h 162"/>
                <a:gd name="T2" fmla="*/ 5 w 703"/>
                <a:gd name="T3" fmla="*/ 0 h 162"/>
                <a:gd name="T4" fmla="*/ 5 w 703"/>
                <a:gd name="T5" fmla="*/ 0 h 162"/>
                <a:gd name="T6" fmla="*/ 5 w 703"/>
                <a:gd name="T7" fmla="*/ 0 h 162"/>
                <a:gd name="T8" fmla="*/ 4 w 703"/>
                <a:gd name="T9" fmla="*/ 0 h 162"/>
                <a:gd name="T10" fmla="*/ 4 w 703"/>
                <a:gd name="T11" fmla="*/ 0 h 162"/>
                <a:gd name="T12" fmla="*/ 4 w 703"/>
                <a:gd name="T13" fmla="*/ 0 h 162"/>
                <a:gd name="T14" fmla="*/ 3 w 703"/>
                <a:gd name="T15" fmla="*/ 1 h 162"/>
                <a:gd name="T16" fmla="*/ 3 w 703"/>
                <a:gd name="T17" fmla="*/ 1 h 162"/>
                <a:gd name="T18" fmla="*/ 3 w 703"/>
                <a:gd name="T19" fmla="*/ 1 h 162"/>
                <a:gd name="T20" fmla="*/ 2 w 703"/>
                <a:gd name="T21" fmla="*/ 1 h 162"/>
                <a:gd name="T22" fmla="*/ 2 w 703"/>
                <a:gd name="T23" fmla="*/ 1 h 162"/>
                <a:gd name="T24" fmla="*/ 2 w 703"/>
                <a:gd name="T25" fmla="*/ 0 h 162"/>
                <a:gd name="T26" fmla="*/ 1 w 703"/>
                <a:gd name="T27" fmla="*/ 0 h 162"/>
                <a:gd name="T28" fmla="*/ 1 w 703"/>
                <a:gd name="T29" fmla="*/ 0 h 162"/>
                <a:gd name="T30" fmla="*/ 1 w 703"/>
                <a:gd name="T31" fmla="*/ 0 h 162"/>
                <a:gd name="T32" fmla="*/ 1 w 703"/>
                <a:gd name="T33" fmla="*/ 0 h 162"/>
                <a:gd name="T34" fmla="*/ 0 w 703"/>
                <a:gd name="T35" fmla="*/ 0 h 162"/>
                <a:gd name="T36" fmla="*/ 0 w 703"/>
                <a:gd name="T37" fmla="*/ 1 h 162"/>
                <a:gd name="T38" fmla="*/ 0 w 703"/>
                <a:gd name="T39" fmla="*/ 1 h 162"/>
                <a:gd name="T40" fmla="*/ 1 w 703"/>
                <a:gd name="T41" fmla="*/ 1 h 162"/>
                <a:gd name="T42" fmla="*/ 1 w 703"/>
                <a:gd name="T43" fmla="*/ 1 h 162"/>
                <a:gd name="T44" fmla="*/ 1 w 703"/>
                <a:gd name="T45" fmla="*/ 1 h 162"/>
                <a:gd name="T46" fmla="*/ 2 w 703"/>
                <a:gd name="T47" fmla="*/ 1 h 162"/>
                <a:gd name="T48" fmla="*/ 2 w 703"/>
                <a:gd name="T49" fmla="*/ 1 h 162"/>
                <a:gd name="T50" fmla="*/ 2 w 703"/>
                <a:gd name="T51" fmla="*/ 1 h 162"/>
                <a:gd name="T52" fmla="*/ 3 w 703"/>
                <a:gd name="T53" fmla="*/ 1 h 162"/>
                <a:gd name="T54" fmla="*/ 3 w 703"/>
                <a:gd name="T55" fmla="*/ 1 h 162"/>
                <a:gd name="T56" fmla="*/ 3 w 703"/>
                <a:gd name="T57" fmla="*/ 1 h 162"/>
                <a:gd name="T58" fmla="*/ 4 w 703"/>
                <a:gd name="T59" fmla="*/ 1 h 162"/>
                <a:gd name="T60" fmla="*/ 4 w 703"/>
                <a:gd name="T61" fmla="*/ 1 h 162"/>
                <a:gd name="T62" fmla="*/ 5 w 703"/>
                <a:gd name="T63" fmla="*/ 1 h 162"/>
                <a:gd name="T64" fmla="*/ 5 w 703"/>
                <a:gd name="T65" fmla="*/ 1 h 162"/>
                <a:gd name="T66" fmla="*/ 5 w 703"/>
                <a:gd name="T67" fmla="*/ 1 h 162"/>
                <a:gd name="T68" fmla="*/ 5 w 703"/>
                <a:gd name="T69" fmla="*/ 1 h 162"/>
                <a:gd name="T70" fmla="*/ 5 w 703"/>
                <a:gd name="T71" fmla="*/ 1 h 162"/>
                <a:gd name="T72" fmla="*/ 5 w 703"/>
                <a:gd name="T73" fmla="*/ 1 h 162"/>
                <a:gd name="T74" fmla="*/ 5 w 703"/>
                <a:gd name="T75" fmla="*/ 1 h 162"/>
                <a:gd name="T76" fmla="*/ 6 w 703"/>
                <a:gd name="T77" fmla="*/ 0 h 162"/>
                <a:gd name="T78" fmla="*/ 6 w 703"/>
                <a:gd name="T79" fmla="*/ 0 h 162"/>
                <a:gd name="T80" fmla="*/ 6 w 703"/>
                <a:gd name="T81" fmla="*/ 0 h 162"/>
                <a:gd name="T82" fmla="*/ 5 w 703"/>
                <a:gd name="T83" fmla="*/ 0 h 162"/>
                <a:gd name="T84" fmla="*/ 5 w 703"/>
                <a:gd name="T85" fmla="*/ 0 h 162"/>
                <a:gd name="T86" fmla="*/ 5 w 703"/>
                <a:gd name="T87" fmla="*/ 0 h 162"/>
                <a:gd name="T88" fmla="*/ 5 w 703"/>
                <a:gd name="T89" fmla="*/ 0 h 162"/>
                <a:gd name="T90" fmla="*/ 5 w 703"/>
                <a:gd name="T91" fmla="*/ 0 h 162"/>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703"/>
                <a:gd name="T139" fmla="*/ 0 h 162"/>
                <a:gd name="T140" fmla="*/ 703 w 703"/>
                <a:gd name="T141" fmla="*/ 162 h 162"/>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703" h="162">
                  <a:moveTo>
                    <a:pt x="631" y="8"/>
                  </a:moveTo>
                  <a:lnTo>
                    <a:pt x="636" y="6"/>
                  </a:lnTo>
                  <a:lnTo>
                    <a:pt x="606" y="20"/>
                  </a:lnTo>
                  <a:lnTo>
                    <a:pt x="575" y="32"/>
                  </a:lnTo>
                  <a:lnTo>
                    <a:pt x="540" y="42"/>
                  </a:lnTo>
                  <a:lnTo>
                    <a:pt x="504" y="52"/>
                  </a:lnTo>
                  <a:lnTo>
                    <a:pt x="467" y="59"/>
                  </a:lnTo>
                  <a:lnTo>
                    <a:pt x="428" y="64"/>
                  </a:lnTo>
                  <a:lnTo>
                    <a:pt x="389" y="67"/>
                  </a:lnTo>
                  <a:lnTo>
                    <a:pt x="348" y="68"/>
                  </a:lnTo>
                  <a:lnTo>
                    <a:pt x="308" y="68"/>
                  </a:lnTo>
                  <a:lnTo>
                    <a:pt x="267" y="65"/>
                  </a:lnTo>
                  <a:lnTo>
                    <a:pt x="226" y="61"/>
                  </a:lnTo>
                  <a:lnTo>
                    <a:pt x="187" y="54"/>
                  </a:lnTo>
                  <a:lnTo>
                    <a:pt x="148" y="44"/>
                  </a:lnTo>
                  <a:lnTo>
                    <a:pt x="110" y="33"/>
                  </a:lnTo>
                  <a:lnTo>
                    <a:pt x="75" y="20"/>
                  </a:lnTo>
                  <a:lnTo>
                    <a:pt x="42" y="5"/>
                  </a:lnTo>
                  <a:lnTo>
                    <a:pt x="0" y="89"/>
                  </a:lnTo>
                  <a:lnTo>
                    <a:pt x="40" y="107"/>
                  </a:lnTo>
                  <a:lnTo>
                    <a:pt x="82" y="122"/>
                  </a:lnTo>
                  <a:lnTo>
                    <a:pt x="124" y="135"/>
                  </a:lnTo>
                  <a:lnTo>
                    <a:pt x="169" y="146"/>
                  </a:lnTo>
                  <a:lnTo>
                    <a:pt x="214" y="153"/>
                  </a:lnTo>
                  <a:lnTo>
                    <a:pt x="258" y="158"/>
                  </a:lnTo>
                  <a:lnTo>
                    <a:pt x="303" y="162"/>
                  </a:lnTo>
                  <a:lnTo>
                    <a:pt x="348" y="162"/>
                  </a:lnTo>
                  <a:lnTo>
                    <a:pt x="394" y="161"/>
                  </a:lnTo>
                  <a:lnTo>
                    <a:pt x="439" y="157"/>
                  </a:lnTo>
                  <a:lnTo>
                    <a:pt x="481" y="150"/>
                  </a:lnTo>
                  <a:lnTo>
                    <a:pt x="525" y="143"/>
                  </a:lnTo>
                  <a:lnTo>
                    <a:pt x="566" y="132"/>
                  </a:lnTo>
                  <a:lnTo>
                    <a:pt x="606" y="121"/>
                  </a:lnTo>
                  <a:lnTo>
                    <a:pt x="643" y="105"/>
                  </a:lnTo>
                  <a:lnTo>
                    <a:pt x="678" y="88"/>
                  </a:lnTo>
                  <a:lnTo>
                    <a:pt x="683" y="86"/>
                  </a:lnTo>
                  <a:lnTo>
                    <a:pt x="678" y="88"/>
                  </a:lnTo>
                  <a:lnTo>
                    <a:pt x="695" y="75"/>
                  </a:lnTo>
                  <a:lnTo>
                    <a:pt x="702" y="60"/>
                  </a:lnTo>
                  <a:lnTo>
                    <a:pt x="703" y="42"/>
                  </a:lnTo>
                  <a:lnTo>
                    <a:pt x="698" y="26"/>
                  </a:lnTo>
                  <a:lnTo>
                    <a:pt x="688" y="12"/>
                  </a:lnTo>
                  <a:lnTo>
                    <a:pt x="674" y="3"/>
                  </a:lnTo>
                  <a:lnTo>
                    <a:pt x="656" y="0"/>
                  </a:lnTo>
                  <a:lnTo>
                    <a:pt x="636" y="6"/>
                  </a:lnTo>
                  <a:lnTo>
                    <a:pt x="631"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4165" name="Freeform 35"/>
            <p:cNvSpPr>
              <a:spLocks/>
            </p:cNvSpPr>
            <p:nvPr/>
          </p:nvSpPr>
          <p:spPr bwMode="auto">
            <a:xfrm>
              <a:off x="1332" y="2204"/>
              <a:ext cx="283" cy="192"/>
            </a:xfrm>
            <a:custGeom>
              <a:avLst/>
              <a:gdLst>
                <a:gd name="T0" fmla="*/ 11 w 1415"/>
                <a:gd name="T1" fmla="*/ 0 h 960"/>
                <a:gd name="T2" fmla="*/ 11 w 1415"/>
                <a:gd name="T3" fmla="*/ 0 h 960"/>
                <a:gd name="T4" fmla="*/ 0 w 1415"/>
                <a:gd name="T5" fmla="*/ 7 h 960"/>
                <a:gd name="T6" fmla="*/ 0 w 1415"/>
                <a:gd name="T7" fmla="*/ 8 h 960"/>
                <a:gd name="T8" fmla="*/ 11 w 1415"/>
                <a:gd name="T9" fmla="*/ 1 h 960"/>
                <a:gd name="T10" fmla="*/ 11 w 1415"/>
                <a:gd name="T11" fmla="*/ 1 h 960"/>
                <a:gd name="T12" fmla="*/ 11 w 1415"/>
                <a:gd name="T13" fmla="*/ 1 h 960"/>
                <a:gd name="T14" fmla="*/ 11 w 1415"/>
                <a:gd name="T15" fmla="*/ 1 h 960"/>
                <a:gd name="T16" fmla="*/ 11 w 1415"/>
                <a:gd name="T17" fmla="*/ 0 h 960"/>
                <a:gd name="T18" fmla="*/ 11 w 1415"/>
                <a:gd name="T19" fmla="*/ 0 h 960"/>
                <a:gd name="T20" fmla="*/ 11 w 1415"/>
                <a:gd name="T21" fmla="*/ 0 h 960"/>
                <a:gd name="T22" fmla="*/ 11 w 1415"/>
                <a:gd name="T23" fmla="*/ 0 h 960"/>
                <a:gd name="T24" fmla="*/ 11 w 1415"/>
                <a:gd name="T25" fmla="*/ 0 h 960"/>
                <a:gd name="T26" fmla="*/ 11 w 1415"/>
                <a:gd name="T27" fmla="*/ 0 h 960"/>
                <a:gd name="T28" fmla="*/ 11 w 1415"/>
                <a:gd name="T29" fmla="*/ 0 h 960"/>
                <a:gd name="T30" fmla="*/ 11 w 1415"/>
                <a:gd name="T31" fmla="*/ 0 h 96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15"/>
                <a:gd name="T49" fmla="*/ 0 h 960"/>
                <a:gd name="T50" fmla="*/ 1415 w 1415"/>
                <a:gd name="T51" fmla="*/ 960 h 96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15" h="960">
                  <a:moveTo>
                    <a:pt x="1338" y="10"/>
                  </a:moveTo>
                  <a:lnTo>
                    <a:pt x="1342" y="8"/>
                  </a:lnTo>
                  <a:lnTo>
                    <a:pt x="0" y="882"/>
                  </a:lnTo>
                  <a:lnTo>
                    <a:pt x="52" y="960"/>
                  </a:lnTo>
                  <a:lnTo>
                    <a:pt x="1393" y="85"/>
                  </a:lnTo>
                  <a:lnTo>
                    <a:pt x="1397" y="83"/>
                  </a:lnTo>
                  <a:lnTo>
                    <a:pt x="1393" y="85"/>
                  </a:lnTo>
                  <a:lnTo>
                    <a:pt x="1409" y="71"/>
                  </a:lnTo>
                  <a:lnTo>
                    <a:pt x="1415" y="53"/>
                  </a:lnTo>
                  <a:lnTo>
                    <a:pt x="1413" y="37"/>
                  </a:lnTo>
                  <a:lnTo>
                    <a:pt x="1406" y="21"/>
                  </a:lnTo>
                  <a:lnTo>
                    <a:pt x="1395" y="8"/>
                  </a:lnTo>
                  <a:lnTo>
                    <a:pt x="1379" y="1"/>
                  </a:lnTo>
                  <a:lnTo>
                    <a:pt x="1361" y="0"/>
                  </a:lnTo>
                  <a:lnTo>
                    <a:pt x="1342" y="8"/>
                  </a:lnTo>
                  <a:lnTo>
                    <a:pt x="1338" y="1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4166" name="Freeform 36"/>
            <p:cNvSpPr>
              <a:spLocks/>
            </p:cNvSpPr>
            <p:nvPr/>
          </p:nvSpPr>
          <p:spPr bwMode="auto">
            <a:xfrm>
              <a:off x="1599" y="2057"/>
              <a:ext cx="80" cy="163"/>
            </a:xfrm>
            <a:custGeom>
              <a:avLst/>
              <a:gdLst>
                <a:gd name="T0" fmla="*/ 2 w 398"/>
                <a:gd name="T1" fmla="*/ 0 h 817"/>
                <a:gd name="T2" fmla="*/ 2 w 398"/>
                <a:gd name="T3" fmla="*/ 0 h 817"/>
                <a:gd name="T4" fmla="*/ 2 w 398"/>
                <a:gd name="T5" fmla="*/ 1 h 817"/>
                <a:gd name="T6" fmla="*/ 2 w 398"/>
                <a:gd name="T7" fmla="*/ 1 h 817"/>
                <a:gd name="T8" fmla="*/ 2 w 398"/>
                <a:gd name="T9" fmla="*/ 2 h 817"/>
                <a:gd name="T10" fmla="*/ 2 w 398"/>
                <a:gd name="T11" fmla="*/ 2 h 817"/>
                <a:gd name="T12" fmla="*/ 2 w 398"/>
                <a:gd name="T13" fmla="*/ 2 h 817"/>
                <a:gd name="T14" fmla="*/ 2 w 398"/>
                <a:gd name="T15" fmla="*/ 3 h 817"/>
                <a:gd name="T16" fmla="*/ 2 w 398"/>
                <a:gd name="T17" fmla="*/ 3 h 817"/>
                <a:gd name="T18" fmla="*/ 2 w 398"/>
                <a:gd name="T19" fmla="*/ 4 h 817"/>
                <a:gd name="T20" fmla="*/ 2 w 398"/>
                <a:gd name="T21" fmla="*/ 4 h 817"/>
                <a:gd name="T22" fmla="*/ 1 w 398"/>
                <a:gd name="T23" fmla="*/ 4 h 817"/>
                <a:gd name="T24" fmla="*/ 1 w 398"/>
                <a:gd name="T25" fmla="*/ 5 h 817"/>
                <a:gd name="T26" fmla="*/ 1 w 398"/>
                <a:gd name="T27" fmla="*/ 5 h 817"/>
                <a:gd name="T28" fmla="*/ 1 w 398"/>
                <a:gd name="T29" fmla="*/ 5 h 817"/>
                <a:gd name="T30" fmla="*/ 1 w 398"/>
                <a:gd name="T31" fmla="*/ 5 h 817"/>
                <a:gd name="T32" fmla="*/ 0 w 398"/>
                <a:gd name="T33" fmla="*/ 6 h 817"/>
                <a:gd name="T34" fmla="*/ 0 w 398"/>
                <a:gd name="T35" fmla="*/ 6 h 817"/>
                <a:gd name="T36" fmla="*/ 0 w 398"/>
                <a:gd name="T37" fmla="*/ 7 h 817"/>
                <a:gd name="T38" fmla="*/ 1 w 398"/>
                <a:gd name="T39" fmla="*/ 6 h 817"/>
                <a:gd name="T40" fmla="*/ 1 w 398"/>
                <a:gd name="T41" fmla="*/ 6 h 817"/>
                <a:gd name="T42" fmla="*/ 1 w 398"/>
                <a:gd name="T43" fmla="*/ 6 h 817"/>
                <a:gd name="T44" fmla="*/ 2 w 398"/>
                <a:gd name="T45" fmla="*/ 5 h 817"/>
                <a:gd name="T46" fmla="*/ 2 w 398"/>
                <a:gd name="T47" fmla="*/ 5 h 817"/>
                <a:gd name="T48" fmla="*/ 2 w 398"/>
                <a:gd name="T49" fmla="*/ 5 h 817"/>
                <a:gd name="T50" fmla="*/ 2 w 398"/>
                <a:gd name="T51" fmla="*/ 4 h 817"/>
                <a:gd name="T52" fmla="*/ 2 w 398"/>
                <a:gd name="T53" fmla="*/ 4 h 817"/>
                <a:gd name="T54" fmla="*/ 3 w 398"/>
                <a:gd name="T55" fmla="*/ 3 h 817"/>
                <a:gd name="T56" fmla="*/ 3 w 398"/>
                <a:gd name="T57" fmla="*/ 3 h 817"/>
                <a:gd name="T58" fmla="*/ 3 w 398"/>
                <a:gd name="T59" fmla="*/ 3 h 817"/>
                <a:gd name="T60" fmla="*/ 3 w 398"/>
                <a:gd name="T61" fmla="*/ 2 h 817"/>
                <a:gd name="T62" fmla="*/ 3 w 398"/>
                <a:gd name="T63" fmla="*/ 2 h 817"/>
                <a:gd name="T64" fmla="*/ 3 w 398"/>
                <a:gd name="T65" fmla="*/ 1 h 817"/>
                <a:gd name="T66" fmla="*/ 3 w 398"/>
                <a:gd name="T67" fmla="*/ 1 h 817"/>
                <a:gd name="T68" fmla="*/ 3 w 398"/>
                <a:gd name="T69" fmla="*/ 0 h 817"/>
                <a:gd name="T70" fmla="*/ 3 w 398"/>
                <a:gd name="T71" fmla="*/ 0 h 817"/>
                <a:gd name="T72" fmla="*/ 3 w 398"/>
                <a:gd name="T73" fmla="*/ 0 h 817"/>
                <a:gd name="T74" fmla="*/ 3 w 398"/>
                <a:gd name="T75" fmla="*/ 0 h 817"/>
                <a:gd name="T76" fmla="*/ 3 w 398"/>
                <a:gd name="T77" fmla="*/ 0 h 817"/>
                <a:gd name="T78" fmla="*/ 3 w 398"/>
                <a:gd name="T79" fmla="*/ 0 h 817"/>
                <a:gd name="T80" fmla="*/ 3 w 398"/>
                <a:gd name="T81" fmla="*/ 0 h 817"/>
                <a:gd name="T82" fmla="*/ 3 w 398"/>
                <a:gd name="T83" fmla="*/ 0 h 817"/>
                <a:gd name="T84" fmla="*/ 3 w 398"/>
                <a:gd name="T85" fmla="*/ 0 h 817"/>
                <a:gd name="T86" fmla="*/ 2 w 398"/>
                <a:gd name="T87" fmla="*/ 0 h 817"/>
                <a:gd name="T88" fmla="*/ 2 w 398"/>
                <a:gd name="T89" fmla="*/ 0 h 817"/>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398"/>
                <a:gd name="T136" fmla="*/ 0 h 817"/>
                <a:gd name="T137" fmla="*/ 398 w 398"/>
                <a:gd name="T138" fmla="*/ 817 h 817"/>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398" h="817">
                  <a:moveTo>
                    <a:pt x="304" y="47"/>
                  </a:moveTo>
                  <a:lnTo>
                    <a:pt x="304" y="47"/>
                  </a:lnTo>
                  <a:lnTo>
                    <a:pt x="301" y="97"/>
                  </a:lnTo>
                  <a:lnTo>
                    <a:pt x="297" y="147"/>
                  </a:lnTo>
                  <a:lnTo>
                    <a:pt x="291" y="198"/>
                  </a:lnTo>
                  <a:lnTo>
                    <a:pt x="280" y="247"/>
                  </a:lnTo>
                  <a:lnTo>
                    <a:pt x="268" y="297"/>
                  </a:lnTo>
                  <a:lnTo>
                    <a:pt x="253" y="347"/>
                  </a:lnTo>
                  <a:lnTo>
                    <a:pt x="236" y="395"/>
                  </a:lnTo>
                  <a:lnTo>
                    <a:pt x="217" y="442"/>
                  </a:lnTo>
                  <a:lnTo>
                    <a:pt x="195" y="487"/>
                  </a:lnTo>
                  <a:lnTo>
                    <a:pt x="171" y="532"/>
                  </a:lnTo>
                  <a:lnTo>
                    <a:pt x="147" y="574"/>
                  </a:lnTo>
                  <a:lnTo>
                    <a:pt x="121" y="613"/>
                  </a:lnTo>
                  <a:lnTo>
                    <a:pt x="93" y="650"/>
                  </a:lnTo>
                  <a:lnTo>
                    <a:pt x="64" y="684"/>
                  </a:lnTo>
                  <a:lnTo>
                    <a:pt x="32" y="716"/>
                  </a:lnTo>
                  <a:lnTo>
                    <a:pt x="0" y="744"/>
                  </a:lnTo>
                  <a:lnTo>
                    <a:pt x="59" y="817"/>
                  </a:lnTo>
                  <a:lnTo>
                    <a:pt x="95" y="784"/>
                  </a:lnTo>
                  <a:lnTo>
                    <a:pt x="132" y="748"/>
                  </a:lnTo>
                  <a:lnTo>
                    <a:pt x="166" y="709"/>
                  </a:lnTo>
                  <a:lnTo>
                    <a:pt x="196" y="667"/>
                  </a:lnTo>
                  <a:lnTo>
                    <a:pt x="227" y="623"/>
                  </a:lnTo>
                  <a:lnTo>
                    <a:pt x="253" y="576"/>
                  </a:lnTo>
                  <a:lnTo>
                    <a:pt x="279" y="530"/>
                  </a:lnTo>
                  <a:lnTo>
                    <a:pt x="301" y="479"/>
                  </a:lnTo>
                  <a:lnTo>
                    <a:pt x="323" y="428"/>
                  </a:lnTo>
                  <a:lnTo>
                    <a:pt x="342" y="375"/>
                  </a:lnTo>
                  <a:lnTo>
                    <a:pt x="359" y="321"/>
                  </a:lnTo>
                  <a:lnTo>
                    <a:pt x="372" y="268"/>
                  </a:lnTo>
                  <a:lnTo>
                    <a:pt x="382" y="212"/>
                  </a:lnTo>
                  <a:lnTo>
                    <a:pt x="391" y="157"/>
                  </a:lnTo>
                  <a:lnTo>
                    <a:pt x="395" y="102"/>
                  </a:lnTo>
                  <a:lnTo>
                    <a:pt x="398" y="47"/>
                  </a:lnTo>
                  <a:lnTo>
                    <a:pt x="394" y="27"/>
                  </a:lnTo>
                  <a:lnTo>
                    <a:pt x="383" y="11"/>
                  </a:lnTo>
                  <a:lnTo>
                    <a:pt x="368" y="3"/>
                  </a:lnTo>
                  <a:lnTo>
                    <a:pt x="351" y="0"/>
                  </a:lnTo>
                  <a:lnTo>
                    <a:pt x="333" y="3"/>
                  </a:lnTo>
                  <a:lnTo>
                    <a:pt x="319" y="11"/>
                  </a:lnTo>
                  <a:lnTo>
                    <a:pt x="307" y="27"/>
                  </a:lnTo>
                  <a:lnTo>
                    <a:pt x="304" y="4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4167" name="Freeform 37"/>
            <p:cNvSpPr>
              <a:spLocks/>
            </p:cNvSpPr>
            <p:nvPr/>
          </p:nvSpPr>
          <p:spPr bwMode="auto">
            <a:xfrm>
              <a:off x="1660" y="1701"/>
              <a:ext cx="19" cy="365"/>
            </a:xfrm>
            <a:custGeom>
              <a:avLst/>
              <a:gdLst>
                <a:gd name="T0" fmla="*/ 0 w 95"/>
                <a:gd name="T1" fmla="*/ 0 h 1826"/>
                <a:gd name="T2" fmla="*/ 0 w 95"/>
                <a:gd name="T3" fmla="*/ 0 h 1826"/>
                <a:gd name="T4" fmla="*/ 0 w 95"/>
                <a:gd name="T5" fmla="*/ 15 h 1826"/>
                <a:gd name="T6" fmla="*/ 1 w 95"/>
                <a:gd name="T7" fmla="*/ 15 h 1826"/>
                <a:gd name="T8" fmla="*/ 1 w 95"/>
                <a:gd name="T9" fmla="*/ 0 h 1826"/>
                <a:gd name="T10" fmla="*/ 1 w 95"/>
                <a:gd name="T11" fmla="*/ 0 h 1826"/>
                <a:gd name="T12" fmla="*/ 1 w 95"/>
                <a:gd name="T13" fmla="*/ 0 h 1826"/>
                <a:gd name="T14" fmla="*/ 1 w 95"/>
                <a:gd name="T15" fmla="*/ 0 h 1826"/>
                <a:gd name="T16" fmla="*/ 1 w 95"/>
                <a:gd name="T17" fmla="*/ 0 h 1826"/>
                <a:gd name="T18" fmla="*/ 1 w 95"/>
                <a:gd name="T19" fmla="*/ 0 h 1826"/>
                <a:gd name="T20" fmla="*/ 0 w 95"/>
                <a:gd name="T21" fmla="*/ 0 h 1826"/>
                <a:gd name="T22" fmla="*/ 0 w 95"/>
                <a:gd name="T23" fmla="*/ 0 h 1826"/>
                <a:gd name="T24" fmla="*/ 0 w 95"/>
                <a:gd name="T25" fmla="*/ 0 h 1826"/>
                <a:gd name="T26" fmla="*/ 0 w 95"/>
                <a:gd name="T27" fmla="*/ 0 h 1826"/>
                <a:gd name="T28" fmla="*/ 0 w 95"/>
                <a:gd name="T29" fmla="*/ 0 h 1826"/>
                <a:gd name="T30" fmla="*/ 0 w 95"/>
                <a:gd name="T31" fmla="*/ 0 h 182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95"/>
                <a:gd name="T49" fmla="*/ 0 h 1826"/>
                <a:gd name="T50" fmla="*/ 95 w 95"/>
                <a:gd name="T51" fmla="*/ 1826 h 182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95" h="1826">
                  <a:moveTo>
                    <a:pt x="0" y="49"/>
                  </a:moveTo>
                  <a:lnTo>
                    <a:pt x="0" y="47"/>
                  </a:lnTo>
                  <a:lnTo>
                    <a:pt x="1" y="1826"/>
                  </a:lnTo>
                  <a:lnTo>
                    <a:pt x="95" y="1826"/>
                  </a:lnTo>
                  <a:lnTo>
                    <a:pt x="93" y="47"/>
                  </a:lnTo>
                  <a:lnTo>
                    <a:pt x="93" y="45"/>
                  </a:lnTo>
                  <a:lnTo>
                    <a:pt x="93" y="47"/>
                  </a:lnTo>
                  <a:lnTo>
                    <a:pt x="90" y="27"/>
                  </a:lnTo>
                  <a:lnTo>
                    <a:pt x="79" y="12"/>
                  </a:lnTo>
                  <a:lnTo>
                    <a:pt x="64" y="4"/>
                  </a:lnTo>
                  <a:lnTo>
                    <a:pt x="47" y="0"/>
                  </a:lnTo>
                  <a:lnTo>
                    <a:pt x="29" y="4"/>
                  </a:lnTo>
                  <a:lnTo>
                    <a:pt x="15" y="12"/>
                  </a:lnTo>
                  <a:lnTo>
                    <a:pt x="3" y="27"/>
                  </a:lnTo>
                  <a:lnTo>
                    <a:pt x="0" y="47"/>
                  </a:lnTo>
                  <a:lnTo>
                    <a:pt x="0" y="4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4168" name="Freeform 38"/>
            <p:cNvSpPr>
              <a:spLocks/>
            </p:cNvSpPr>
            <p:nvPr/>
          </p:nvSpPr>
          <p:spPr bwMode="auto">
            <a:xfrm>
              <a:off x="1598" y="1598"/>
              <a:ext cx="81" cy="113"/>
            </a:xfrm>
            <a:custGeom>
              <a:avLst/>
              <a:gdLst>
                <a:gd name="T0" fmla="*/ 0 w 401"/>
                <a:gd name="T1" fmla="*/ 1 h 566"/>
                <a:gd name="T2" fmla="*/ 0 w 401"/>
                <a:gd name="T3" fmla="*/ 1 h 566"/>
                <a:gd name="T4" fmla="*/ 0 w 401"/>
                <a:gd name="T5" fmla="*/ 1 h 566"/>
                <a:gd name="T6" fmla="*/ 1 w 401"/>
                <a:gd name="T7" fmla="*/ 1 h 566"/>
                <a:gd name="T8" fmla="*/ 1 w 401"/>
                <a:gd name="T9" fmla="*/ 1 h 566"/>
                <a:gd name="T10" fmla="*/ 1 w 401"/>
                <a:gd name="T11" fmla="*/ 1 h 566"/>
                <a:gd name="T12" fmla="*/ 1 w 401"/>
                <a:gd name="T13" fmla="*/ 2 h 566"/>
                <a:gd name="T14" fmla="*/ 1 w 401"/>
                <a:gd name="T15" fmla="*/ 2 h 566"/>
                <a:gd name="T16" fmla="*/ 2 w 401"/>
                <a:gd name="T17" fmla="*/ 2 h 566"/>
                <a:gd name="T18" fmla="*/ 2 w 401"/>
                <a:gd name="T19" fmla="*/ 2 h 566"/>
                <a:gd name="T20" fmla="*/ 2 w 401"/>
                <a:gd name="T21" fmla="*/ 2 h 566"/>
                <a:gd name="T22" fmla="*/ 2 w 401"/>
                <a:gd name="T23" fmla="*/ 3 h 566"/>
                <a:gd name="T24" fmla="*/ 2 w 401"/>
                <a:gd name="T25" fmla="*/ 3 h 566"/>
                <a:gd name="T26" fmla="*/ 2 w 401"/>
                <a:gd name="T27" fmla="*/ 3 h 566"/>
                <a:gd name="T28" fmla="*/ 2 w 401"/>
                <a:gd name="T29" fmla="*/ 4 h 566"/>
                <a:gd name="T30" fmla="*/ 2 w 401"/>
                <a:gd name="T31" fmla="*/ 4 h 566"/>
                <a:gd name="T32" fmla="*/ 2 w 401"/>
                <a:gd name="T33" fmla="*/ 4 h 566"/>
                <a:gd name="T34" fmla="*/ 3 w 401"/>
                <a:gd name="T35" fmla="*/ 5 h 566"/>
                <a:gd name="T36" fmla="*/ 3 w 401"/>
                <a:gd name="T37" fmla="*/ 4 h 566"/>
                <a:gd name="T38" fmla="*/ 3 w 401"/>
                <a:gd name="T39" fmla="*/ 4 h 566"/>
                <a:gd name="T40" fmla="*/ 3 w 401"/>
                <a:gd name="T41" fmla="*/ 4 h 566"/>
                <a:gd name="T42" fmla="*/ 3 w 401"/>
                <a:gd name="T43" fmla="*/ 3 h 566"/>
                <a:gd name="T44" fmla="*/ 3 w 401"/>
                <a:gd name="T45" fmla="*/ 3 h 566"/>
                <a:gd name="T46" fmla="*/ 3 w 401"/>
                <a:gd name="T47" fmla="*/ 3 h 566"/>
                <a:gd name="T48" fmla="*/ 3 w 401"/>
                <a:gd name="T49" fmla="*/ 2 h 566"/>
                <a:gd name="T50" fmla="*/ 3 w 401"/>
                <a:gd name="T51" fmla="*/ 2 h 566"/>
                <a:gd name="T52" fmla="*/ 2 w 401"/>
                <a:gd name="T53" fmla="*/ 2 h 566"/>
                <a:gd name="T54" fmla="*/ 2 w 401"/>
                <a:gd name="T55" fmla="*/ 2 h 566"/>
                <a:gd name="T56" fmla="*/ 2 w 401"/>
                <a:gd name="T57" fmla="*/ 1 h 566"/>
                <a:gd name="T58" fmla="*/ 2 w 401"/>
                <a:gd name="T59" fmla="*/ 1 h 566"/>
                <a:gd name="T60" fmla="*/ 2 w 401"/>
                <a:gd name="T61" fmla="*/ 1 h 566"/>
                <a:gd name="T62" fmla="*/ 1 w 401"/>
                <a:gd name="T63" fmla="*/ 1 h 566"/>
                <a:gd name="T64" fmla="*/ 1 w 401"/>
                <a:gd name="T65" fmla="*/ 0 h 566"/>
                <a:gd name="T66" fmla="*/ 1 w 401"/>
                <a:gd name="T67" fmla="*/ 0 h 566"/>
                <a:gd name="T68" fmla="*/ 1 w 401"/>
                <a:gd name="T69" fmla="*/ 0 h 566"/>
                <a:gd name="T70" fmla="*/ 1 w 401"/>
                <a:gd name="T71" fmla="*/ 0 h 566"/>
                <a:gd name="T72" fmla="*/ 1 w 401"/>
                <a:gd name="T73" fmla="*/ 0 h 566"/>
                <a:gd name="T74" fmla="*/ 0 w 401"/>
                <a:gd name="T75" fmla="*/ 0 h 566"/>
                <a:gd name="T76" fmla="*/ 0 w 401"/>
                <a:gd name="T77" fmla="*/ 0 h 566"/>
                <a:gd name="T78" fmla="*/ 0 w 401"/>
                <a:gd name="T79" fmla="*/ 0 h 566"/>
                <a:gd name="T80" fmla="*/ 0 w 401"/>
                <a:gd name="T81" fmla="*/ 0 h 566"/>
                <a:gd name="T82" fmla="*/ 0 w 401"/>
                <a:gd name="T83" fmla="*/ 0 h 566"/>
                <a:gd name="T84" fmla="*/ 0 w 401"/>
                <a:gd name="T85" fmla="*/ 0 h 566"/>
                <a:gd name="T86" fmla="*/ 0 w 401"/>
                <a:gd name="T87" fmla="*/ 1 h 566"/>
                <a:gd name="T88" fmla="*/ 0 w 401"/>
                <a:gd name="T89" fmla="*/ 1 h 56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401"/>
                <a:gd name="T136" fmla="*/ 0 h 566"/>
                <a:gd name="T137" fmla="*/ 401 w 401"/>
                <a:gd name="T138" fmla="*/ 566 h 566"/>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401" h="566">
                  <a:moveTo>
                    <a:pt x="23" y="88"/>
                  </a:moveTo>
                  <a:lnTo>
                    <a:pt x="23" y="88"/>
                  </a:lnTo>
                  <a:lnTo>
                    <a:pt x="53" y="107"/>
                  </a:lnTo>
                  <a:lnTo>
                    <a:pt x="83" y="125"/>
                  </a:lnTo>
                  <a:lnTo>
                    <a:pt x="108" y="147"/>
                  </a:lnTo>
                  <a:lnTo>
                    <a:pt x="135" y="171"/>
                  </a:lnTo>
                  <a:lnTo>
                    <a:pt x="160" y="196"/>
                  </a:lnTo>
                  <a:lnTo>
                    <a:pt x="182" y="223"/>
                  </a:lnTo>
                  <a:lnTo>
                    <a:pt x="205" y="251"/>
                  </a:lnTo>
                  <a:lnTo>
                    <a:pt x="223" y="281"/>
                  </a:lnTo>
                  <a:lnTo>
                    <a:pt x="240" y="312"/>
                  </a:lnTo>
                  <a:lnTo>
                    <a:pt x="256" y="345"/>
                  </a:lnTo>
                  <a:lnTo>
                    <a:pt x="270" y="379"/>
                  </a:lnTo>
                  <a:lnTo>
                    <a:pt x="282" y="414"/>
                  </a:lnTo>
                  <a:lnTo>
                    <a:pt x="291" y="450"/>
                  </a:lnTo>
                  <a:lnTo>
                    <a:pt x="299" y="488"/>
                  </a:lnTo>
                  <a:lnTo>
                    <a:pt x="304" y="526"/>
                  </a:lnTo>
                  <a:lnTo>
                    <a:pt x="308" y="566"/>
                  </a:lnTo>
                  <a:lnTo>
                    <a:pt x="401" y="562"/>
                  </a:lnTo>
                  <a:lnTo>
                    <a:pt x="398" y="517"/>
                  </a:lnTo>
                  <a:lnTo>
                    <a:pt x="391" y="471"/>
                  </a:lnTo>
                  <a:lnTo>
                    <a:pt x="383" y="429"/>
                  </a:lnTo>
                  <a:lnTo>
                    <a:pt x="371" y="386"/>
                  </a:lnTo>
                  <a:lnTo>
                    <a:pt x="357" y="346"/>
                  </a:lnTo>
                  <a:lnTo>
                    <a:pt x="340" y="307"/>
                  </a:lnTo>
                  <a:lnTo>
                    <a:pt x="324" y="270"/>
                  </a:lnTo>
                  <a:lnTo>
                    <a:pt x="303" y="232"/>
                  </a:lnTo>
                  <a:lnTo>
                    <a:pt x="280" y="197"/>
                  </a:lnTo>
                  <a:lnTo>
                    <a:pt x="255" y="164"/>
                  </a:lnTo>
                  <a:lnTo>
                    <a:pt x="228" y="132"/>
                  </a:lnTo>
                  <a:lnTo>
                    <a:pt x="199" y="103"/>
                  </a:lnTo>
                  <a:lnTo>
                    <a:pt x="169" y="76"/>
                  </a:lnTo>
                  <a:lnTo>
                    <a:pt x="137" y="50"/>
                  </a:lnTo>
                  <a:lnTo>
                    <a:pt x="103" y="27"/>
                  </a:lnTo>
                  <a:lnTo>
                    <a:pt x="67" y="6"/>
                  </a:lnTo>
                  <a:lnTo>
                    <a:pt x="48" y="0"/>
                  </a:lnTo>
                  <a:lnTo>
                    <a:pt x="30" y="2"/>
                  </a:lnTo>
                  <a:lnTo>
                    <a:pt x="16" y="12"/>
                  </a:lnTo>
                  <a:lnTo>
                    <a:pt x="5" y="25"/>
                  </a:lnTo>
                  <a:lnTo>
                    <a:pt x="0" y="41"/>
                  </a:lnTo>
                  <a:lnTo>
                    <a:pt x="0" y="59"/>
                  </a:lnTo>
                  <a:lnTo>
                    <a:pt x="8" y="75"/>
                  </a:lnTo>
                  <a:lnTo>
                    <a:pt x="23"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4169" name="Freeform 39"/>
            <p:cNvSpPr>
              <a:spLocks/>
            </p:cNvSpPr>
            <p:nvPr/>
          </p:nvSpPr>
          <p:spPr bwMode="auto">
            <a:xfrm>
              <a:off x="1346" y="1455"/>
              <a:ext cx="266" cy="160"/>
            </a:xfrm>
            <a:custGeom>
              <a:avLst/>
              <a:gdLst>
                <a:gd name="T0" fmla="*/ 0 w 1330"/>
                <a:gd name="T1" fmla="*/ 1 h 801"/>
                <a:gd name="T2" fmla="*/ 0 w 1330"/>
                <a:gd name="T3" fmla="*/ 1 h 801"/>
                <a:gd name="T4" fmla="*/ 10 w 1330"/>
                <a:gd name="T5" fmla="*/ 6 h 801"/>
                <a:gd name="T6" fmla="*/ 11 w 1330"/>
                <a:gd name="T7" fmla="*/ 6 h 801"/>
                <a:gd name="T8" fmla="*/ 1 w 1330"/>
                <a:gd name="T9" fmla="*/ 0 h 801"/>
                <a:gd name="T10" fmla="*/ 1 w 1330"/>
                <a:gd name="T11" fmla="*/ 0 h 801"/>
                <a:gd name="T12" fmla="*/ 1 w 1330"/>
                <a:gd name="T13" fmla="*/ 0 h 801"/>
                <a:gd name="T14" fmla="*/ 0 w 1330"/>
                <a:gd name="T15" fmla="*/ 0 h 801"/>
                <a:gd name="T16" fmla="*/ 0 w 1330"/>
                <a:gd name="T17" fmla="*/ 0 h 801"/>
                <a:gd name="T18" fmla="*/ 0 w 1330"/>
                <a:gd name="T19" fmla="*/ 0 h 801"/>
                <a:gd name="T20" fmla="*/ 0 w 1330"/>
                <a:gd name="T21" fmla="*/ 0 h 801"/>
                <a:gd name="T22" fmla="*/ 0 w 1330"/>
                <a:gd name="T23" fmla="*/ 0 h 801"/>
                <a:gd name="T24" fmla="*/ 0 w 1330"/>
                <a:gd name="T25" fmla="*/ 0 h 801"/>
                <a:gd name="T26" fmla="*/ 0 w 1330"/>
                <a:gd name="T27" fmla="*/ 1 h 801"/>
                <a:gd name="T28" fmla="*/ 0 w 1330"/>
                <a:gd name="T29" fmla="*/ 1 h 801"/>
                <a:gd name="T30" fmla="*/ 0 w 1330"/>
                <a:gd name="T31" fmla="*/ 1 h 801"/>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30"/>
                <a:gd name="T49" fmla="*/ 0 h 801"/>
                <a:gd name="T50" fmla="*/ 1330 w 1330"/>
                <a:gd name="T51" fmla="*/ 801 h 801"/>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30" h="801">
                  <a:moveTo>
                    <a:pt x="24" y="88"/>
                  </a:moveTo>
                  <a:lnTo>
                    <a:pt x="23" y="88"/>
                  </a:lnTo>
                  <a:lnTo>
                    <a:pt x="1286" y="801"/>
                  </a:lnTo>
                  <a:lnTo>
                    <a:pt x="1330" y="719"/>
                  </a:lnTo>
                  <a:lnTo>
                    <a:pt x="67" y="6"/>
                  </a:lnTo>
                  <a:lnTo>
                    <a:pt x="66" y="6"/>
                  </a:lnTo>
                  <a:lnTo>
                    <a:pt x="67" y="6"/>
                  </a:lnTo>
                  <a:lnTo>
                    <a:pt x="48" y="0"/>
                  </a:lnTo>
                  <a:lnTo>
                    <a:pt x="30" y="2"/>
                  </a:lnTo>
                  <a:lnTo>
                    <a:pt x="16" y="12"/>
                  </a:lnTo>
                  <a:lnTo>
                    <a:pt x="5" y="25"/>
                  </a:lnTo>
                  <a:lnTo>
                    <a:pt x="0" y="41"/>
                  </a:lnTo>
                  <a:lnTo>
                    <a:pt x="0" y="59"/>
                  </a:lnTo>
                  <a:lnTo>
                    <a:pt x="8" y="75"/>
                  </a:lnTo>
                  <a:lnTo>
                    <a:pt x="23" y="88"/>
                  </a:lnTo>
                  <a:lnTo>
                    <a:pt x="24"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4170" name="Freeform 40"/>
            <p:cNvSpPr>
              <a:spLocks/>
            </p:cNvSpPr>
            <p:nvPr/>
          </p:nvSpPr>
          <p:spPr bwMode="auto">
            <a:xfrm>
              <a:off x="1198" y="1439"/>
              <a:ext cx="161" cy="35"/>
            </a:xfrm>
            <a:custGeom>
              <a:avLst/>
              <a:gdLst>
                <a:gd name="T0" fmla="*/ 1 w 806"/>
                <a:gd name="T1" fmla="*/ 1 h 177"/>
                <a:gd name="T2" fmla="*/ 1 w 806"/>
                <a:gd name="T3" fmla="*/ 1 h 177"/>
                <a:gd name="T4" fmla="*/ 1 w 806"/>
                <a:gd name="T5" fmla="*/ 1 h 177"/>
                <a:gd name="T6" fmla="*/ 1 w 806"/>
                <a:gd name="T7" fmla="*/ 1 h 177"/>
                <a:gd name="T8" fmla="*/ 2 w 806"/>
                <a:gd name="T9" fmla="*/ 1 h 177"/>
                <a:gd name="T10" fmla="*/ 2 w 806"/>
                <a:gd name="T11" fmla="*/ 1 h 177"/>
                <a:gd name="T12" fmla="*/ 2 w 806"/>
                <a:gd name="T13" fmla="*/ 1 h 177"/>
                <a:gd name="T14" fmla="*/ 3 w 806"/>
                <a:gd name="T15" fmla="*/ 1 h 177"/>
                <a:gd name="T16" fmla="*/ 3 w 806"/>
                <a:gd name="T17" fmla="*/ 1 h 177"/>
                <a:gd name="T18" fmla="*/ 3 w 806"/>
                <a:gd name="T19" fmla="*/ 1 h 177"/>
                <a:gd name="T20" fmla="*/ 4 w 806"/>
                <a:gd name="T21" fmla="*/ 1 h 177"/>
                <a:gd name="T22" fmla="*/ 4 w 806"/>
                <a:gd name="T23" fmla="*/ 1 h 177"/>
                <a:gd name="T24" fmla="*/ 5 w 806"/>
                <a:gd name="T25" fmla="*/ 1 h 177"/>
                <a:gd name="T26" fmla="*/ 5 w 806"/>
                <a:gd name="T27" fmla="*/ 1 h 177"/>
                <a:gd name="T28" fmla="*/ 5 w 806"/>
                <a:gd name="T29" fmla="*/ 1 h 177"/>
                <a:gd name="T30" fmla="*/ 6 w 806"/>
                <a:gd name="T31" fmla="*/ 1 h 177"/>
                <a:gd name="T32" fmla="*/ 6 w 806"/>
                <a:gd name="T33" fmla="*/ 1 h 177"/>
                <a:gd name="T34" fmla="*/ 6 w 806"/>
                <a:gd name="T35" fmla="*/ 1 h 177"/>
                <a:gd name="T36" fmla="*/ 6 w 806"/>
                <a:gd name="T37" fmla="*/ 1 h 177"/>
                <a:gd name="T38" fmla="*/ 6 w 806"/>
                <a:gd name="T39" fmla="*/ 1 h 177"/>
                <a:gd name="T40" fmla="*/ 6 w 806"/>
                <a:gd name="T41" fmla="*/ 0 h 177"/>
                <a:gd name="T42" fmla="*/ 5 w 806"/>
                <a:gd name="T43" fmla="*/ 0 h 177"/>
                <a:gd name="T44" fmla="*/ 5 w 806"/>
                <a:gd name="T45" fmla="*/ 0 h 177"/>
                <a:gd name="T46" fmla="*/ 5 w 806"/>
                <a:gd name="T47" fmla="*/ 0 h 177"/>
                <a:gd name="T48" fmla="*/ 4 w 806"/>
                <a:gd name="T49" fmla="*/ 0 h 177"/>
                <a:gd name="T50" fmla="*/ 4 w 806"/>
                <a:gd name="T51" fmla="*/ 0 h 177"/>
                <a:gd name="T52" fmla="*/ 3 w 806"/>
                <a:gd name="T53" fmla="*/ 0 h 177"/>
                <a:gd name="T54" fmla="*/ 3 w 806"/>
                <a:gd name="T55" fmla="*/ 0 h 177"/>
                <a:gd name="T56" fmla="*/ 3 w 806"/>
                <a:gd name="T57" fmla="*/ 0 h 177"/>
                <a:gd name="T58" fmla="*/ 2 w 806"/>
                <a:gd name="T59" fmla="*/ 0 h 177"/>
                <a:gd name="T60" fmla="*/ 2 w 806"/>
                <a:gd name="T61" fmla="*/ 0 h 177"/>
                <a:gd name="T62" fmla="*/ 1 w 806"/>
                <a:gd name="T63" fmla="*/ 0 h 177"/>
                <a:gd name="T64" fmla="*/ 1 w 806"/>
                <a:gd name="T65" fmla="*/ 0 h 177"/>
                <a:gd name="T66" fmla="*/ 1 w 806"/>
                <a:gd name="T67" fmla="*/ 1 h 177"/>
                <a:gd name="T68" fmla="*/ 0 w 806"/>
                <a:gd name="T69" fmla="*/ 1 h 177"/>
                <a:gd name="T70" fmla="*/ 0 w 806"/>
                <a:gd name="T71" fmla="*/ 1 h 177"/>
                <a:gd name="T72" fmla="*/ 0 w 806"/>
                <a:gd name="T73" fmla="*/ 1 h 177"/>
                <a:gd name="T74" fmla="*/ 0 w 806"/>
                <a:gd name="T75" fmla="*/ 1 h 177"/>
                <a:gd name="T76" fmla="*/ 0 w 806"/>
                <a:gd name="T77" fmla="*/ 1 h 177"/>
                <a:gd name="T78" fmla="*/ 0 w 806"/>
                <a:gd name="T79" fmla="*/ 1 h 177"/>
                <a:gd name="T80" fmla="*/ 0 w 806"/>
                <a:gd name="T81" fmla="*/ 1 h 177"/>
                <a:gd name="T82" fmla="*/ 0 w 806"/>
                <a:gd name="T83" fmla="*/ 1 h 177"/>
                <a:gd name="T84" fmla="*/ 0 w 806"/>
                <a:gd name="T85" fmla="*/ 1 h 177"/>
                <a:gd name="T86" fmla="*/ 0 w 806"/>
                <a:gd name="T87" fmla="*/ 1 h 177"/>
                <a:gd name="T88" fmla="*/ 1 w 806"/>
                <a:gd name="T89" fmla="*/ 1 h 177"/>
                <a:gd name="T90" fmla="*/ 1 w 806"/>
                <a:gd name="T91" fmla="*/ 1 h 17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806"/>
                <a:gd name="T139" fmla="*/ 0 h 177"/>
                <a:gd name="T140" fmla="*/ 806 w 806"/>
                <a:gd name="T141" fmla="*/ 177 h 17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806" h="177">
                  <a:moveTo>
                    <a:pt x="67" y="171"/>
                  </a:moveTo>
                  <a:lnTo>
                    <a:pt x="68" y="171"/>
                  </a:lnTo>
                  <a:lnTo>
                    <a:pt x="109" y="151"/>
                  </a:lnTo>
                  <a:lnTo>
                    <a:pt x="151" y="135"/>
                  </a:lnTo>
                  <a:lnTo>
                    <a:pt x="196" y="122"/>
                  </a:lnTo>
                  <a:lnTo>
                    <a:pt x="242" y="110"/>
                  </a:lnTo>
                  <a:lnTo>
                    <a:pt x="287" y="102"/>
                  </a:lnTo>
                  <a:lnTo>
                    <a:pt x="335" y="97"/>
                  </a:lnTo>
                  <a:lnTo>
                    <a:pt x="382" y="95"/>
                  </a:lnTo>
                  <a:lnTo>
                    <a:pt x="430" y="94"/>
                  </a:lnTo>
                  <a:lnTo>
                    <a:pt x="477" y="97"/>
                  </a:lnTo>
                  <a:lnTo>
                    <a:pt x="524" y="102"/>
                  </a:lnTo>
                  <a:lnTo>
                    <a:pt x="568" y="108"/>
                  </a:lnTo>
                  <a:lnTo>
                    <a:pt x="612" y="117"/>
                  </a:lnTo>
                  <a:lnTo>
                    <a:pt x="654" y="128"/>
                  </a:lnTo>
                  <a:lnTo>
                    <a:pt x="693" y="141"/>
                  </a:lnTo>
                  <a:lnTo>
                    <a:pt x="730" y="155"/>
                  </a:lnTo>
                  <a:lnTo>
                    <a:pt x="764" y="171"/>
                  </a:lnTo>
                  <a:lnTo>
                    <a:pt x="806" y="89"/>
                  </a:lnTo>
                  <a:lnTo>
                    <a:pt x="768" y="70"/>
                  </a:lnTo>
                  <a:lnTo>
                    <a:pt x="725" y="54"/>
                  </a:lnTo>
                  <a:lnTo>
                    <a:pt x="680" y="39"/>
                  </a:lnTo>
                  <a:lnTo>
                    <a:pt x="633" y="26"/>
                  </a:lnTo>
                  <a:lnTo>
                    <a:pt x="585" y="16"/>
                  </a:lnTo>
                  <a:lnTo>
                    <a:pt x="536" y="8"/>
                  </a:lnTo>
                  <a:lnTo>
                    <a:pt x="484" y="3"/>
                  </a:lnTo>
                  <a:lnTo>
                    <a:pt x="433" y="0"/>
                  </a:lnTo>
                  <a:lnTo>
                    <a:pt x="380" y="1"/>
                  </a:lnTo>
                  <a:lnTo>
                    <a:pt x="328" y="3"/>
                  </a:lnTo>
                  <a:lnTo>
                    <a:pt x="276" y="10"/>
                  </a:lnTo>
                  <a:lnTo>
                    <a:pt x="223" y="19"/>
                  </a:lnTo>
                  <a:lnTo>
                    <a:pt x="172" y="30"/>
                  </a:lnTo>
                  <a:lnTo>
                    <a:pt x="121" y="46"/>
                  </a:lnTo>
                  <a:lnTo>
                    <a:pt x="72" y="67"/>
                  </a:lnTo>
                  <a:lnTo>
                    <a:pt x="24" y="89"/>
                  </a:lnTo>
                  <a:lnTo>
                    <a:pt x="25" y="89"/>
                  </a:lnTo>
                  <a:lnTo>
                    <a:pt x="24" y="89"/>
                  </a:lnTo>
                  <a:lnTo>
                    <a:pt x="8" y="102"/>
                  </a:lnTo>
                  <a:lnTo>
                    <a:pt x="0" y="118"/>
                  </a:lnTo>
                  <a:lnTo>
                    <a:pt x="0" y="136"/>
                  </a:lnTo>
                  <a:lnTo>
                    <a:pt x="6" y="152"/>
                  </a:lnTo>
                  <a:lnTo>
                    <a:pt x="17" y="165"/>
                  </a:lnTo>
                  <a:lnTo>
                    <a:pt x="31" y="175"/>
                  </a:lnTo>
                  <a:lnTo>
                    <a:pt x="48" y="177"/>
                  </a:lnTo>
                  <a:lnTo>
                    <a:pt x="68" y="171"/>
                  </a:lnTo>
                  <a:lnTo>
                    <a:pt x="67" y="1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4171" name="Freeform 41"/>
            <p:cNvSpPr>
              <a:spLocks/>
            </p:cNvSpPr>
            <p:nvPr/>
          </p:nvSpPr>
          <p:spPr bwMode="auto">
            <a:xfrm>
              <a:off x="931" y="1456"/>
              <a:ext cx="280" cy="158"/>
            </a:xfrm>
            <a:custGeom>
              <a:avLst/>
              <a:gdLst>
                <a:gd name="T0" fmla="*/ 1 w 1402"/>
                <a:gd name="T1" fmla="*/ 6 h 787"/>
                <a:gd name="T2" fmla="*/ 1 w 1402"/>
                <a:gd name="T3" fmla="*/ 6 h 787"/>
                <a:gd name="T4" fmla="*/ 11 w 1402"/>
                <a:gd name="T5" fmla="*/ 1 h 787"/>
                <a:gd name="T6" fmla="*/ 11 w 1402"/>
                <a:gd name="T7" fmla="*/ 0 h 787"/>
                <a:gd name="T8" fmla="*/ 0 w 1402"/>
                <a:gd name="T9" fmla="*/ 6 h 787"/>
                <a:gd name="T10" fmla="*/ 0 w 1402"/>
                <a:gd name="T11" fmla="*/ 6 h 787"/>
                <a:gd name="T12" fmla="*/ 0 w 1402"/>
                <a:gd name="T13" fmla="*/ 6 h 787"/>
                <a:gd name="T14" fmla="*/ 0 w 1402"/>
                <a:gd name="T15" fmla="*/ 6 h 787"/>
                <a:gd name="T16" fmla="*/ 0 w 1402"/>
                <a:gd name="T17" fmla="*/ 6 h 787"/>
                <a:gd name="T18" fmla="*/ 0 w 1402"/>
                <a:gd name="T19" fmla="*/ 6 h 787"/>
                <a:gd name="T20" fmla="*/ 0 w 1402"/>
                <a:gd name="T21" fmla="*/ 6 h 787"/>
                <a:gd name="T22" fmla="*/ 0 w 1402"/>
                <a:gd name="T23" fmla="*/ 6 h 787"/>
                <a:gd name="T24" fmla="*/ 0 w 1402"/>
                <a:gd name="T25" fmla="*/ 6 h 787"/>
                <a:gd name="T26" fmla="*/ 0 w 1402"/>
                <a:gd name="T27" fmla="*/ 6 h 787"/>
                <a:gd name="T28" fmla="*/ 1 w 1402"/>
                <a:gd name="T29" fmla="*/ 6 h 787"/>
                <a:gd name="T30" fmla="*/ 1 w 1402"/>
                <a:gd name="T31" fmla="*/ 6 h 78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02"/>
                <a:gd name="T49" fmla="*/ 0 h 787"/>
                <a:gd name="T50" fmla="*/ 1402 w 1402"/>
                <a:gd name="T51" fmla="*/ 787 h 78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02" h="787">
                  <a:moveTo>
                    <a:pt x="69" y="781"/>
                  </a:moveTo>
                  <a:lnTo>
                    <a:pt x="66" y="781"/>
                  </a:lnTo>
                  <a:lnTo>
                    <a:pt x="1402" y="82"/>
                  </a:lnTo>
                  <a:lnTo>
                    <a:pt x="1360" y="0"/>
                  </a:lnTo>
                  <a:lnTo>
                    <a:pt x="24" y="699"/>
                  </a:lnTo>
                  <a:lnTo>
                    <a:pt x="22" y="699"/>
                  </a:lnTo>
                  <a:lnTo>
                    <a:pt x="24" y="699"/>
                  </a:lnTo>
                  <a:lnTo>
                    <a:pt x="8" y="712"/>
                  </a:lnTo>
                  <a:lnTo>
                    <a:pt x="1" y="727"/>
                  </a:lnTo>
                  <a:lnTo>
                    <a:pt x="0" y="744"/>
                  </a:lnTo>
                  <a:lnTo>
                    <a:pt x="5" y="761"/>
                  </a:lnTo>
                  <a:lnTo>
                    <a:pt x="15" y="775"/>
                  </a:lnTo>
                  <a:lnTo>
                    <a:pt x="30" y="784"/>
                  </a:lnTo>
                  <a:lnTo>
                    <a:pt x="46" y="787"/>
                  </a:lnTo>
                  <a:lnTo>
                    <a:pt x="66" y="781"/>
                  </a:lnTo>
                  <a:lnTo>
                    <a:pt x="69" y="7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4172" name="Freeform 42"/>
            <p:cNvSpPr>
              <a:spLocks/>
            </p:cNvSpPr>
            <p:nvPr/>
          </p:nvSpPr>
          <p:spPr bwMode="auto">
            <a:xfrm>
              <a:off x="868" y="1596"/>
              <a:ext cx="77" cy="126"/>
            </a:xfrm>
            <a:custGeom>
              <a:avLst/>
              <a:gdLst>
                <a:gd name="T0" fmla="*/ 1 w 382"/>
                <a:gd name="T1" fmla="*/ 5 h 628"/>
                <a:gd name="T2" fmla="*/ 1 w 382"/>
                <a:gd name="T3" fmla="*/ 5 h 628"/>
                <a:gd name="T4" fmla="*/ 1 w 382"/>
                <a:gd name="T5" fmla="*/ 4 h 628"/>
                <a:gd name="T6" fmla="*/ 1 w 382"/>
                <a:gd name="T7" fmla="*/ 4 h 628"/>
                <a:gd name="T8" fmla="*/ 1 w 382"/>
                <a:gd name="T9" fmla="*/ 4 h 628"/>
                <a:gd name="T10" fmla="*/ 1 w 382"/>
                <a:gd name="T11" fmla="*/ 3 h 628"/>
                <a:gd name="T12" fmla="*/ 1 w 382"/>
                <a:gd name="T13" fmla="*/ 3 h 628"/>
                <a:gd name="T14" fmla="*/ 1 w 382"/>
                <a:gd name="T15" fmla="*/ 3 h 628"/>
                <a:gd name="T16" fmla="*/ 1 w 382"/>
                <a:gd name="T17" fmla="*/ 3 h 628"/>
                <a:gd name="T18" fmla="*/ 1 w 382"/>
                <a:gd name="T19" fmla="*/ 2 h 628"/>
                <a:gd name="T20" fmla="*/ 2 w 382"/>
                <a:gd name="T21" fmla="*/ 2 h 628"/>
                <a:gd name="T22" fmla="*/ 2 w 382"/>
                <a:gd name="T23" fmla="*/ 2 h 628"/>
                <a:gd name="T24" fmla="*/ 2 w 382"/>
                <a:gd name="T25" fmla="*/ 2 h 628"/>
                <a:gd name="T26" fmla="*/ 2 w 382"/>
                <a:gd name="T27" fmla="*/ 1 h 628"/>
                <a:gd name="T28" fmla="*/ 2 w 382"/>
                <a:gd name="T29" fmla="*/ 1 h 628"/>
                <a:gd name="T30" fmla="*/ 3 w 382"/>
                <a:gd name="T31" fmla="*/ 1 h 628"/>
                <a:gd name="T32" fmla="*/ 3 w 382"/>
                <a:gd name="T33" fmla="*/ 1 h 628"/>
                <a:gd name="T34" fmla="*/ 3 w 382"/>
                <a:gd name="T35" fmla="*/ 1 h 628"/>
                <a:gd name="T36" fmla="*/ 3 w 382"/>
                <a:gd name="T37" fmla="*/ 0 h 628"/>
                <a:gd name="T38" fmla="*/ 2 w 382"/>
                <a:gd name="T39" fmla="*/ 0 h 628"/>
                <a:gd name="T40" fmla="*/ 2 w 382"/>
                <a:gd name="T41" fmla="*/ 0 h 628"/>
                <a:gd name="T42" fmla="*/ 2 w 382"/>
                <a:gd name="T43" fmla="*/ 1 h 628"/>
                <a:gd name="T44" fmla="*/ 2 w 382"/>
                <a:gd name="T45" fmla="*/ 1 h 628"/>
                <a:gd name="T46" fmla="*/ 1 w 382"/>
                <a:gd name="T47" fmla="*/ 1 h 628"/>
                <a:gd name="T48" fmla="*/ 1 w 382"/>
                <a:gd name="T49" fmla="*/ 1 h 628"/>
                <a:gd name="T50" fmla="*/ 1 w 382"/>
                <a:gd name="T51" fmla="*/ 2 h 628"/>
                <a:gd name="T52" fmla="*/ 1 w 382"/>
                <a:gd name="T53" fmla="*/ 2 h 628"/>
                <a:gd name="T54" fmla="*/ 1 w 382"/>
                <a:gd name="T55" fmla="*/ 2 h 628"/>
                <a:gd name="T56" fmla="*/ 0 w 382"/>
                <a:gd name="T57" fmla="*/ 3 h 628"/>
                <a:gd name="T58" fmla="*/ 0 w 382"/>
                <a:gd name="T59" fmla="*/ 3 h 628"/>
                <a:gd name="T60" fmla="*/ 0 w 382"/>
                <a:gd name="T61" fmla="*/ 3 h 628"/>
                <a:gd name="T62" fmla="*/ 0 w 382"/>
                <a:gd name="T63" fmla="*/ 4 h 628"/>
                <a:gd name="T64" fmla="*/ 0 w 382"/>
                <a:gd name="T65" fmla="*/ 4 h 628"/>
                <a:gd name="T66" fmla="*/ 0 w 382"/>
                <a:gd name="T67" fmla="*/ 4 h 628"/>
                <a:gd name="T68" fmla="*/ 0 w 382"/>
                <a:gd name="T69" fmla="*/ 5 h 628"/>
                <a:gd name="T70" fmla="*/ 0 w 382"/>
                <a:gd name="T71" fmla="*/ 5 h 628"/>
                <a:gd name="T72" fmla="*/ 0 w 382"/>
                <a:gd name="T73" fmla="*/ 5 h 628"/>
                <a:gd name="T74" fmla="*/ 0 w 382"/>
                <a:gd name="T75" fmla="*/ 5 h 628"/>
                <a:gd name="T76" fmla="*/ 0 w 382"/>
                <a:gd name="T77" fmla="*/ 5 h 628"/>
                <a:gd name="T78" fmla="*/ 0 w 382"/>
                <a:gd name="T79" fmla="*/ 5 h 628"/>
                <a:gd name="T80" fmla="*/ 0 w 382"/>
                <a:gd name="T81" fmla="*/ 5 h 628"/>
                <a:gd name="T82" fmla="*/ 1 w 382"/>
                <a:gd name="T83" fmla="*/ 5 h 628"/>
                <a:gd name="T84" fmla="*/ 1 w 382"/>
                <a:gd name="T85" fmla="*/ 5 h 628"/>
                <a:gd name="T86" fmla="*/ 1 w 382"/>
                <a:gd name="T87" fmla="*/ 5 h 628"/>
                <a:gd name="T88" fmla="*/ 1 w 382"/>
                <a:gd name="T89" fmla="*/ 5 h 628"/>
                <a:gd name="T90" fmla="*/ 1 w 382"/>
                <a:gd name="T91" fmla="*/ 5 h 628"/>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382"/>
                <a:gd name="T139" fmla="*/ 0 h 628"/>
                <a:gd name="T140" fmla="*/ 382 w 382"/>
                <a:gd name="T141" fmla="*/ 628 h 628"/>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382" h="628">
                  <a:moveTo>
                    <a:pt x="94" y="581"/>
                  </a:moveTo>
                  <a:lnTo>
                    <a:pt x="94" y="582"/>
                  </a:lnTo>
                  <a:lnTo>
                    <a:pt x="96" y="541"/>
                  </a:lnTo>
                  <a:lnTo>
                    <a:pt x="99" y="500"/>
                  </a:lnTo>
                  <a:lnTo>
                    <a:pt x="106" y="463"/>
                  </a:lnTo>
                  <a:lnTo>
                    <a:pt x="115" y="424"/>
                  </a:lnTo>
                  <a:lnTo>
                    <a:pt x="127" y="389"/>
                  </a:lnTo>
                  <a:lnTo>
                    <a:pt x="140" y="353"/>
                  </a:lnTo>
                  <a:lnTo>
                    <a:pt x="156" y="320"/>
                  </a:lnTo>
                  <a:lnTo>
                    <a:pt x="173" y="287"/>
                  </a:lnTo>
                  <a:lnTo>
                    <a:pt x="193" y="255"/>
                  </a:lnTo>
                  <a:lnTo>
                    <a:pt x="214" y="226"/>
                  </a:lnTo>
                  <a:lnTo>
                    <a:pt x="238" y="198"/>
                  </a:lnTo>
                  <a:lnTo>
                    <a:pt x="263" y="172"/>
                  </a:lnTo>
                  <a:lnTo>
                    <a:pt x="290" y="146"/>
                  </a:lnTo>
                  <a:lnTo>
                    <a:pt x="318" y="122"/>
                  </a:lnTo>
                  <a:lnTo>
                    <a:pt x="349" y="101"/>
                  </a:lnTo>
                  <a:lnTo>
                    <a:pt x="382" y="82"/>
                  </a:lnTo>
                  <a:lnTo>
                    <a:pt x="335" y="0"/>
                  </a:lnTo>
                  <a:lnTo>
                    <a:pt x="297" y="23"/>
                  </a:lnTo>
                  <a:lnTo>
                    <a:pt x="262" y="49"/>
                  </a:lnTo>
                  <a:lnTo>
                    <a:pt x="229" y="76"/>
                  </a:lnTo>
                  <a:lnTo>
                    <a:pt x="198" y="104"/>
                  </a:lnTo>
                  <a:lnTo>
                    <a:pt x="167" y="137"/>
                  </a:lnTo>
                  <a:lnTo>
                    <a:pt x="142" y="170"/>
                  </a:lnTo>
                  <a:lnTo>
                    <a:pt x="116" y="204"/>
                  </a:lnTo>
                  <a:lnTo>
                    <a:pt x="94" y="240"/>
                  </a:lnTo>
                  <a:lnTo>
                    <a:pt x="74" y="278"/>
                  </a:lnTo>
                  <a:lnTo>
                    <a:pt x="54" y="317"/>
                  </a:lnTo>
                  <a:lnTo>
                    <a:pt x="38" y="359"/>
                  </a:lnTo>
                  <a:lnTo>
                    <a:pt x="26" y="401"/>
                  </a:lnTo>
                  <a:lnTo>
                    <a:pt x="15" y="444"/>
                  </a:lnTo>
                  <a:lnTo>
                    <a:pt x="8" y="489"/>
                  </a:lnTo>
                  <a:lnTo>
                    <a:pt x="2" y="534"/>
                  </a:lnTo>
                  <a:lnTo>
                    <a:pt x="0" y="580"/>
                  </a:lnTo>
                  <a:lnTo>
                    <a:pt x="0" y="581"/>
                  </a:lnTo>
                  <a:lnTo>
                    <a:pt x="0" y="580"/>
                  </a:lnTo>
                  <a:lnTo>
                    <a:pt x="3" y="600"/>
                  </a:lnTo>
                  <a:lnTo>
                    <a:pt x="14" y="615"/>
                  </a:lnTo>
                  <a:lnTo>
                    <a:pt x="29" y="625"/>
                  </a:lnTo>
                  <a:lnTo>
                    <a:pt x="45" y="628"/>
                  </a:lnTo>
                  <a:lnTo>
                    <a:pt x="63" y="626"/>
                  </a:lnTo>
                  <a:lnTo>
                    <a:pt x="78" y="616"/>
                  </a:lnTo>
                  <a:lnTo>
                    <a:pt x="89" y="602"/>
                  </a:lnTo>
                  <a:lnTo>
                    <a:pt x="94" y="582"/>
                  </a:lnTo>
                  <a:lnTo>
                    <a:pt x="94" y="5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4173" name="Freeform 43"/>
            <p:cNvSpPr>
              <a:spLocks/>
            </p:cNvSpPr>
            <p:nvPr/>
          </p:nvSpPr>
          <p:spPr bwMode="auto">
            <a:xfrm>
              <a:off x="868" y="1712"/>
              <a:ext cx="19" cy="364"/>
            </a:xfrm>
            <a:custGeom>
              <a:avLst/>
              <a:gdLst>
                <a:gd name="T0" fmla="*/ 1 w 94"/>
                <a:gd name="T1" fmla="*/ 14 h 1818"/>
                <a:gd name="T2" fmla="*/ 1 w 94"/>
                <a:gd name="T3" fmla="*/ 14 h 1818"/>
                <a:gd name="T4" fmla="*/ 1 w 94"/>
                <a:gd name="T5" fmla="*/ 0 h 1818"/>
                <a:gd name="T6" fmla="*/ 0 w 94"/>
                <a:gd name="T7" fmla="*/ 0 h 1818"/>
                <a:gd name="T8" fmla="*/ 0 w 94"/>
                <a:gd name="T9" fmla="*/ 14 h 1818"/>
                <a:gd name="T10" fmla="*/ 0 w 94"/>
                <a:gd name="T11" fmla="*/ 14 h 1818"/>
                <a:gd name="T12" fmla="*/ 0 w 94"/>
                <a:gd name="T13" fmla="*/ 14 h 1818"/>
                <a:gd name="T14" fmla="*/ 0 w 94"/>
                <a:gd name="T15" fmla="*/ 14 h 1818"/>
                <a:gd name="T16" fmla="*/ 0 w 94"/>
                <a:gd name="T17" fmla="*/ 14 h 1818"/>
                <a:gd name="T18" fmla="*/ 0 w 94"/>
                <a:gd name="T19" fmla="*/ 15 h 1818"/>
                <a:gd name="T20" fmla="*/ 0 w 94"/>
                <a:gd name="T21" fmla="*/ 15 h 1818"/>
                <a:gd name="T22" fmla="*/ 1 w 94"/>
                <a:gd name="T23" fmla="*/ 15 h 1818"/>
                <a:gd name="T24" fmla="*/ 1 w 94"/>
                <a:gd name="T25" fmla="*/ 14 h 1818"/>
                <a:gd name="T26" fmla="*/ 1 w 94"/>
                <a:gd name="T27" fmla="*/ 14 h 1818"/>
                <a:gd name="T28" fmla="*/ 1 w 94"/>
                <a:gd name="T29" fmla="*/ 14 h 1818"/>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94"/>
                <a:gd name="T46" fmla="*/ 0 h 1818"/>
                <a:gd name="T47" fmla="*/ 94 w 94"/>
                <a:gd name="T48" fmla="*/ 1818 h 1818"/>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94" h="1818">
                  <a:moveTo>
                    <a:pt x="94" y="1771"/>
                  </a:moveTo>
                  <a:lnTo>
                    <a:pt x="94" y="1771"/>
                  </a:lnTo>
                  <a:lnTo>
                    <a:pt x="94" y="0"/>
                  </a:lnTo>
                  <a:lnTo>
                    <a:pt x="0" y="0"/>
                  </a:lnTo>
                  <a:lnTo>
                    <a:pt x="0" y="1771"/>
                  </a:lnTo>
                  <a:lnTo>
                    <a:pt x="3" y="1791"/>
                  </a:lnTo>
                  <a:lnTo>
                    <a:pt x="15" y="1806"/>
                  </a:lnTo>
                  <a:lnTo>
                    <a:pt x="29" y="1814"/>
                  </a:lnTo>
                  <a:lnTo>
                    <a:pt x="47" y="1818"/>
                  </a:lnTo>
                  <a:lnTo>
                    <a:pt x="64" y="1814"/>
                  </a:lnTo>
                  <a:lnTo>
                    <a:pt x="79" y="1806"/>
                  </a:lnTo>
                  <a:lnTo>
                    <a:pt x="90" y="1791"/>
                  </a:lnTo>
                  <a:lnTo>
                    <a:pt x="94" y="17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4174" name="Freeform 44"/>
            <p:cNvSpPr>
              <a:spLocks/>
            </p:cNvSpPr>
            <p:nvPr/>
          </p:nvSpPr>
          <p:spPr bwMode="auto">
            <a:xfrm>
              <a:off x="868" y="2067"/>
              <a:ext cx="90" cy="160"/>
            </a:xfrm>
            <a:custGeom>
              <a:avLst/>
              <a:gdLst>
                <a:gd name="T0" fmla="*/ 3 w 449"/>
                <a:gd name="T1" fmla="*/ 6 h 803"/>
                <a:gd name="T2" fmla="*/ 3 w 449"/>
                <a:gd name="T3" fmla="*/ 6 h 803"/>
                <a:gd name="T4" fmla="*/ 3 w 449"/>
                <a:gd name="T5" fmla="*/ 5 h 803"/>
                <a:gd name="T6" fmla="*/ 3 w 449"/>
                <a:gd name="T7" fmla="*/ 5 h 803"/>
                <a:gd name="T8" fmla="*/ 3 w 449"/>
                <a:gd name="T9" fmla="*/ 5 h 803"/>
                <a:gd name="T10" fmla="*/ 2 w 449"/>
                <a:gd name="T11" fmla="*/ 5 h 803"/>
                <a:gd name="T12" fmla="*/ 2 w 449"/>
                <a:gd name="T13" fmla="*/ 4 h 803"/>
                <a:gd name="T14" fmla="*/ 2 w 449"/>
                <a:gd name="T15" fmla="*/ 4 h 803"/>
                <a:gd name="T16" fmla="*/ 2 w 449"/>
                <a:gd name="T17" fmla="*/ 4 h 803"/>
                <a:gd name="T18" fmla="*/ 2 w 449"/>
                <a:gd name="T19" fmla="*/ 3 h 803"/>
                <a:gd name="T20" fmla="*/ 1 w 449"/>
                <a:gd name="T21" fmla="*/ 3 h 803"/>
                <a:gd name="T22" fmla="*/ 1 w 449"/>
                <a:gd name="T23" fmla="*/ 2 h 803"/>
                <a:gd name="T24" fmla="*/ 1 w 449"/>
                <a:gd name="T25" fmla="*/ 2 h 803"/>
                <a:gd name="T26" fmla="*/ 1 w 449"/>
                <a:gd name="T27" fmla="*/ 2 h 803"/>
                <a:gd name="T28" fmla="*/ 1 w 449"/>
                <a:gd name="T29" fmla="*/ 1 h 803"/>
                <a:gd name="T30" fmla="*/ 1 w 449"/>
                <a:gd name="T31" fmla="*/ 1 h 803"/>
                <a:gd name="T32" fmla="*/ 1 w 449"/>
                <a:gd name="T33" fmla="*/ 0 h 803"/>
                <a:gd name="T34" fmla="*/ 1 w 449"/>
                <a:gd name="T35" fmla="*/ 0 h 803"/>
                <a:gd name="T36" fmla="*/ 0 w 449"/>
                <a:gd name="T37" fmla="*/ 0 h 803"/>
                <a:gd name="T38" fmla="*/ 0 w 449"/>
                <a:gd name="T39" fmla="*/ 0 h 803"/>
                <a:gd name="T40" fmla="*/ 0 w 449"/>
                <a:gd name="T41" fmla="*/ 1 h 803"/>
                <a:gd name="T42" fmla="*/ 0 w 449"/>
                <a:gd name="T43" fmla="*/ 1 h 803"/>
                <a:gd name="T44" fmla="*/ 0 w 449"/>
                <a:gd name="T45" fmla="*/ 2 h 803"/>
                <a:gd name="T46" fmla="*/ 0 w 449"/>
                <a:gd name="T47" fmla="*/ 2 h 803"/>
                <a:gd name="T48" fmla="*/ 0 w 449"/>
                <a:gd name="T49" fmla="*/ 3 h 803"/>
                <a:gd name="T50" fmla="*/ 1 w 449"/>
                <a:gd name="T51" fmla="*/ 3 h 803"/>
                <a:gd name="T52" fmla="*/ 1 w 449"/>
                <a:gd name="T53" fmla="*/ 4 h 803"/>
                <a:gd name="T54" fmla="*/ 1 w 449"/>
                <a:gd name="T55" fmla="*/ 4 h 803"/>
                <a:gd name="T56" fmla="*/ 1 w 449"/>
                <a:gd name="T57" fmla="*/ 4 h 803"/>
                <a:gd name="T58" fmla="*/ 2 w 449"/>
                <a:gd name="T59" fmla="*/ 5 h 803"/>
                <a:gd name="T60" fmla="*/ 2 w 449"/>
                <a:gd name="T61" fmla="*/ 5 h 803"/>
                <a:gd name="T62" fmla="*/ 2 w 449"/>
                <a:gd name="T63" fmla="*/ 5 h 803"/>
                <a:gd name="T64" fmla="*/ 2 w 449"/>
                <a:gd name="T65" fmla="*/ 6 h 803"/>
                <a:gd name="T66" fmla="*/ 3 w 449"/>
                <a:gd name="T67" fmla="*/ 6 h 803"/>
                <a:gd name="T68" fmla="*/ 3 w 449"/>
                <a:gd name="T69" fmla="*/ 6 h 803"/>
                <a:gd name="T70" fmla="*/ 3 w 449"/>
                <a:gd name="T71" fmla="*/ 6 h 803"/>
                <a:gd name="T72" fmla="*/ 3 w 449"/>
                <a:gd name="T73" fmla="*/ 6 h 803"/>
                <a:gd name="T74" fmla="*/ 3 w 449"/>
                <a:gd name="T75" fmla="*/ 6 h 803"/>
                <a:gd name="T76" fmla="*/ 3 w 449"/>
                <a:gd name="T77" fmla="*/ 6 h 803"/>
                <a:gd name="T78" fmla="*/ 3 w 449"/>
                <a:gd name="T79" fmla="*/ 6 h 803"/>
                <a:gd name="T80" fmla="*/ 4 w 449"/>
                <a:gd name="T81" fmla="*/ 6 h 803"/>
                <a:gd name="T82" fmla="*/ 4 w 449"/>
                <a:gd name="T83" fmla="*/ 6 h 803"/>
                <a:gd name="T84" fmla="*/ 4 w 449"/>
                <a:gd name="T85" fmla="*/ 6 h 803"/>
                <a:gd name="T86" fmla="*/ 4 w 449"/>
                <a:gd name="T87" fmla="*/ 6 h 803"/>
                <a:gd name="T88" fmla="*/ 3 w 449"/>
                <a:gd name="T89" fmla="*/ 6 h 803"/>
                <a:gd name="T90" fmla="*/ 3 w 449"/>
                <a:gd name="T91" fmla="*/ 6 h 80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449"/>
                <a:gd name="T139" fmla="*/ 0 h 803"/>
                <a:gd name="T140" fmla="*/ 449 w 449"/>
                <a:gd name="T141" fmla="*/ 803 h 80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449" h="803">
                  <a:moveTo>
                    <a:pt x="426" y="717"/>
                  </a:moveTo>
                  <a:lnTo>
                    <a:pt x="427" y="717"/>
                  </a:lnTo>
                  <a:lnTo>
                    <a:pt x="395" y="693"/>
                  </a:lnTo>
                  <a:lnTo>
                    <a:pt x="361" y="662"/>
                  </a:lnTo>
                  <a:lnTo>
                    <a:pt x="329" y="628"/>
                  </a:lnTo>
                  <a:lnTo>
                    <a:pt x="299" y="591"/>
                  </a:lnTo>
                  <a:lnTo>
                    <a:pt x="269" y="551"/>
                  </a:lnTo>
                  <a:lnTo>
                    <a:pt x="241" y="507"/>
                  </a:lnTo>
                  <a:lnTo>
                    <a:pt x="215" y="460"/>
                  </a:lnTo>
                  <a:lnTo>
                    <a:pt x="191" y="412"/>
                  </a:lnTo>
                  <a:lnTo>
                    <a:pt x="170" y="363"/>
                  </a:lnTo>
                  <a:lnTo>
                    <a:pt x="151" y="312"/>
                  </a:lnTo>
                  <a:lnTo>
                    <a:pt x="133" y="259"/>
                  </a:lnTo>
                  <a:lnTo>
                    <a:pt x="119" y="207"/>
                  </a:lnTo>
                  <a:lnTo>
                    <a:pt x="108" y="156"/>
                  </a:lnTo>
                  <a:lnTo>
                    <a:pt x="101" y="103"/>
                  </a:lnTo>
                  <a:lnTo>
                    <a:pt x="96" y="51"/>
                  </a:lnTo>
                  <a:lnTo>
                    <a:pt x="94" y="0"/>
                  </a:lnTo>
                  <a:lnTo>
                    <a:pt x="0" y="0"/>
                  </a:lnTo>
                  <a:lnTo>
                    <a:pt x="2" y="56"/>
                  </a:lnTo>
                  <a:lnTo>
                    <a:pt x="7" y="115"/>
                  </a:lnTo>
                  <a:lnTo>
                    <a:pt x="16" y="172"/>
                  </a:lnTo>
                  <a:lnTo>
                    <a:pt x="28" y="231"/>
                  </a:lnTo>
                  <a:lnTo>
                    <a:pt x="44" y="287"/>
                  </a:lnTo>
                  <a:lnTo>
                    <a:pt x="62" y="342"/>
                  </a:lnTo>
                  <a:lnTo>
                    <a:pt x="83" y="398"/>
                  </a:lnTo>
                  <a:lnTo>
                    <a:pt x="106" y="452"/>
                  </a:lnTo>
                  <a:lnTo>
                    <a:pt x="133" y="505"/>
                  </a:lnTo>
                  <a:lnTo>
                    <a:pt x="161" y="554"/>
                  </a:lnTo>
                  <a:lnTo>
                    <a:pt x="192" y="602"/>
                  </a:lnTo>
                  <a:lnTo>
                    <a:pt x="224" y="647"/>
                  </a:lnTo>
                  <a:lnTo>
                    <a:pt x="259" y="689"/>
                  </a:lnTo>
                  <a:lnTo>
                    <a:pt x="295" y="728"/>
                  </a:lnTo>
                  <a:lnTo>
                    <a:pt x="334" y="763"/>
                  </a:lnTo>
                  <a:lnTo>
                    <a:pt x="374" y="795"/>
                  </a:lnTo>
                  <a:lnTo>
                    <a:pt x="375" y="795"/>
                  </a:lnTo>
                  <a:lnTo>
                    <a:pt x="374" y="795"/>
                  </a:lnTo>
                  <a:lnTo>
                    <a:pt x="392" y="803"/>
                  </a:lnTo>
                  <a:lnTo>
                    <a:pt x="411" y="803"/>
                  </a:lnTo>
                  <a:lnTo>
                    <a:pt x="426" y="795"/>
                  </a:lnTo>
                  <a:lnTo>
                    <a:pt x="439" y="782"/>
                  </a:lnTo>
                  <a:lnTo>
                    <a:pt x="446" y="766"/>
                  </a:lnTo>
                  <a:lnTo>
                    <a:pt x="449" y="749"/>
                  </a:lnTo>
                  <a:lnTo>
                    <a:pt x="441" y="732"/>
                  </a:lnTo>
                  <a:lnTo>
                    <a:pt x="427" y="717"/>
                  </a:lnTo>
                  <a:lnTo>
                    <a:pt x="426" y="71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4175" name="Freeform 45"/>
            <p:cNvSpPr>
              <a:spLocks/>
            </p:cNvSpPr>
            <p:nvPr/>
          </p:nvSpPr>
          <p:spPr bwMode="auto">
            <a:xfrm>
              <a:off x="883" y="1673"/>
              <a:ext cx="379" cy="690"/>
            </a:xfrm>
            <a:custGeom>
              <a:avLst/>
              <a:gdLst>
                <a:gd name="T0" fmla="*/ 12 w 1897"/>
                <a:gd name="T1" fmla="*/ 6 h 3450"/>
                <a:gd name="T2" fmla="*/ 13 w 1897"/>
                <a:gd name="T3" fmla="*/ 7 h 3450"/>
                <a:gd name="T4" fmla="*/ 13 w 1897"/>
                <a:gd name="T5" fmla="*/ 7 h 3450"/>
                <a:gd name="T6" fmla="*/ 14 w 1897"/>
                <a:gd name="T7" fmla="*/ 8 h 3450"/>
                <a:gd name="T8" fmla="*/ 14 w 1897"/>
                <a:gd name="T9" fmla="*/ 9 h 3450"/>
                <a:gd name="T10" fmla="*/ 15 w 1897"/>
                <a:gd name="T11" fmla="*/ 10 h 3450"/>
                <a:gd name="T12" fmla="*/ 15 w 1897"/>
                <a:gd name="T13" fmla="*/ 11 h 3450"/>
                <a:gd name="T14" fmla="*/ 15 w 1897"/>
                <a:gd name="T15" fmla="*/ 11 h 3450"/>
                <a:gd name="T16" fmla="*/ 15 w 1897"/>
                <a:gd name="T17" fmla="*/ 12 h 3450"/>
                <a:gd name="T18" fmla="*/ 15 w 1897"/>
                <a:gd name="T19" fmla="*/ 26 h 3450"/>
                <a:gd name="T20" fmla="*/ 15 w 1897"/>
                <a:gd name="T21" fmla="*/ 26 h 3450"/>
                <a:gd name="T22" fmla="*/ 15 w 1897"/>
                <a:gd name="T23" fmla="*/ 27 h 3450"/>
                <a:gd name="T24" fmla="*/ 15 w 1897"/>
                <a:gd name="T25" fmla="*/ 27 h 3450"/>
                <a:gd name="T26" fmla="*/ 14 w 1897"/>
                <a:gd name="T27" fmla="*/ 27 h 3450"/>
                <a:gd name="T28" fmla="*/ 14 w 1897"/>
                <a:gd name="T29" fmla="*/ 28 h 3450"/>
                <a:gd name="T30" fmla="*/ 13 w 1897"/>
                <a:gd name="T31" fmla="*/ 28 h 3450"/>
                <a:gd name="T32" fmla="*/ 13 w 1897"/>
                <a:gd name="T33" fmla="*/ 27 h 3450"/>
                <a:gd name="T34" fmla="*/ 3 w 1897"/>
                <a:gd name="T35" fmla="*/ 21 h 3450"/>
                <a:gd name="T36" fmla="*/ 2 w 1897"/>
                <a:gd name="T37" fmla="*/ 21 h 3450"/>
                <a:gd name="T38" fmla="*/ 2 w 1897"/>
                <a:gd name="T39" fmla="*/ 20 h 3450"/>
                <a:gd name="T40" fmla="*/ 1 w 1897"/>
                <a:gd name="T41" fmla="*/ 19 h 3450"/>
                <a:gd name="T42" fmla="*/ 1 w 1897"/>
                <a:gd name="T43" fmla="*/ 19 h 3450"/>
                <a:gd name="T44" fmla="*/ 0 w 1897"/>
                <a:gd name="T45" fmla="*/ 18 h 3450"/>
                <a:gd name="T46" fmla="*/ 0 w 1897"/>
                <a:gd name="T47" fmla="*/ 17 h 3450"/>
                <a:gd name="T48" fmla="*/ 0 w 1897"/>
                <a:gd name="T49" fmla="*/ 16 h 3450"/>
                <a:gd name="T50" fmla="*/ 0 w 1897"/>
                <a:gd name="T51" fmla="*/ 15 h 3450"/>
                <a:gd name="T52" fmla="*/ 0 w 1897"/>
                <a:gd name="T53" fmla="*/ 2 h 3450"/>
                <a:gd name="T54" fmla="*/ 0 w 1897"/>
                <a:gd name="T55" fmla="*/ 1 h 3450"/>
                <a:gd name="T56" fmla="*/ 0 w 1897"/>
                <a:gd name="T57" fmla="*/ 1 h 3450"/>
                <a:gd name="T58" fmla="*/ 1 w 1897"/>
                <a:gd name="T59" fmla="*/ 0 h 3450"/>
                <a:gd name="T60" fmla="*/ 1 w 1897"/>
                <a:gd name="T61" fmla="*/ 0 h 3450"/>
                <a:gd name="T62" fmla="*/ 1 w 1897"/>
                <a:gd name="T63" fmla="*/ 0 h 3450"/>
                <a:gd name="T64" fmla="*/ 2 w 1897"/>
                <a:gd name="T65" fmla="*/ 0 h 3450"/>
                <a:gd name="T66" fmla="*/ 3 w 1897"/>
                <a:gd name="T67" fmla="*/ 0 h 3450"/>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897"/>
                <a:gd name="T103" fmla="*/ 0 h 3450"/>
                <a:gd name="T104" fmla="*/ 1897 w 1897"/>
                <a:gd name="T105" fmla="*/ 3450 h 3450"/>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897" h="3450">
                  <a:moveTo>
                    <a:pt x="357" y="49"/>
                  </a:moveTo>
                  <a:lnTo>
                    <a:pt x="1542" y="806"/>
                  </a:lnTo>
                  <a:lnTo>
                    <a:pt x="1579" y="832"/>
                  </a:lnTo>
                  <a:lnTo>
                    <a:pt x="1614" y="861"/>
                  </a:lnTo>
                  <a:lnTo>
                    <a:pt x="1648" y="895"/>
                  </a:lnTo>
                  <a:lnTo>
                    <a:pt x="1681" y="933"/>
                  </a:lnTo>
                  <a:lnTo>
                    <a:pt x="1711" y="973"/>
                  </a:lnTo>
                  <a:lnTo>
                    <a:pt x="1740" y="1016"/>
                  </a:lnTo>
                  <a:lnTo>
                    <a:pt x="1768" y="1062"/>
                  </a:lnTo>
                  <a:lnTo>
                    <a:pt x="1793" y="1109"/>
                  </a:lnTo>
                  <a:lnTo>
                    <a:pt x="1816" y="1158"/>
                  </a:lnTo>
                  <a:lnTo>
                    <a:pt x="1836" y="1208"/>
                  </a:lnTo>
                  <a:lnTo>
                    <a:pt x="1854" y="1260"/>
                  </a:lnTo>
                  <a:lnTo>
                    <a:pt x="1869" y="1313"/>
                  </a:lnTo>
                  <a:lnTo>
                    <a:pt x="1881" y="1364"/>
                  </a:lnTo>
                  <a:lnTo>
                    <a:pt x="1890" y="1417"/>
                  </a:lnTo>
                  <a:lnTo>
                    <a:pt x="1895" y="1469"/>
                  </a:lnTo>
                  <a:lnTo>
                    <a:pt x="1897" y="1519"/>
                  </a:lnTo>
                  <a:lnTo>
                    <a:pt x="1897" y="3142"/>
                  </a:lnTo>
                  <a:lnTo>
                    <a:pt x="1895" y="3190"/>
                  </a:lnTo>
                  <a:lnTo>
                    <a:pt x="1890" y="3235"/>
                  </a:lnTo>
                  <a:lnTo>
                    <a:pt x="1881" y="3276"/>
                  </a:lnTo>
                  <a:lnTo>
                    <a:pt x="1869" y="3313"/>
                  </a:lnTo>
                  <a:lnTo>
                    <a:pt x="1854" y="3346"/>
                  </a:lnTo>
                  <a:lnTo>
                    <a:pt x="1836" y="3375"/>
                  </a:lnTo>
                  <a:lnTo>
                    <a:pt x="1816" y="3398"/>
                  </a:lnTo>
                  <a:lnTo>
                    <a:pt x="1793" y="3418"/>
                  </a:lnTo>
                  <a:lnTo>
                    <a:pt x="1768" y="3434"/>
                  </a:lnTo>
                  <a:lnTo>
                    <a:pt x="1740" y="3444"/>
                  </a:lnTo>
                  <a:lnTo>
                    <a:pt x="1711" y="3450"/>
                  </a:lnTo>
                  <a:lnTo>
                    <a:pt x="1681" y="3450"/>
                  </a:lnTo>
                  <a:lnTo>
                    <a:pt x="1648" y="3445"/>
                  </a:lnTo>
                  <a:lnTo>
                    <a:pt x="1614" y="3436"/>
                  </a:lnTo>
                  <a:lnTo>
                    <a:pt x="1579" y="3421"/>
                  </a:lnTo>
                  <a:lnTo>
                    <a:pt x="1542" y="3400"/>
                  </a:lnTo>
                  <a:lnTo>
                    <a:pt x="357" y="2643"/>
                  </a:lnTo>
                  <a:lnTo>
                    <a:pt x="320" y="2618"/>
                  </a:lnTo>
                  <a:lnTo>
                    <a:pt x="285" y="2588"/>
                  </a:lnTo>
                  <a:lnTo>
                    <a:pt x="251" y="2554"/>
                  </a:lnTo>
                  <a:lnTo>
                    <a:pt x="218" y="2517"/>
                  </a:lnTo>
                  <a:lnTo>
                    <a:pt x="187" y="2477"/>
                  </a:lnTo>
                  <a:lnTo>
                    <a:pt x="157" y="2433"/>
                  </a:lnTo>
                  <a:lnTo>
                    <a:pt x="130" y="2388"/>
                  </a:lnTo>
                  <a:lnTo>
                    <a:pt x="105" y="2341"/>
                  </a:lnTo>
                  <a:lnTo>
                    <a:pt x="81" y="2292"/>
                  </a:lnTo>
                  <a:lnTo>
                    <a:pt x="61" y="2241"/>
                  </a:lnTo>
                  <a:lnTo>
                    <a:pt x="44" y="2190"/>
                  </a:lnTo>
                  <a:lnTo>
                    <a:pt x="29" y="2138"/>
                  </a:lnTo>
                  <a:lnTo>
                    <a:pt x="17" y="2085"/>
                  </a:lnTo>
                  <a:lnTo>
                    <a:pt x="7" y="2033"/>
                  </a:lnTo>
                  <a:lnTo>
                    <a:pt x="3" y="1981"/>
                  </a:lnTo>
                  <a:lnTo>
                    <a:pt x="0" y="1931"/>
                  </a:lnTo>
                  <a:lnTo>
                    <a:pt x="0" y="308"/>
                  </a:lnTo>
                  <a:lnTo>
                    <a:pt x="3" y="260"/>
                  </a:lnTo>
                  <a:lnTo>
                    <a:pt x="7" y="215"/>
                  </a:lnTo>
                  <a:lnTo>
                    <a:pt x="17" y="174"/>
                  </a:lnTo>
                  <a:lnTo>
                    <a:pt x="29" y="137"/>
                  </a:lnTo>
                  <a:lnTo>
                    <a:pt x="44" y="104"/>
                  </a:lnTo>
                  <a:lnTo>
                    <a:pt x="61" y="76"/>
                  </a:lnTo>
                  <a:lnTo>
                    <a:pt x="81" y="51"/>
                  </a:lnTo>
                  <a:lnTo>
                    <a:pt x="105" y="31"/>
                  </a:lnTo>
                  <a:lnTo>
                    <a:pt x="130" y="16"/>
                  </a:lnTo>
                  <a:lnTo>
                    <a:pt x="157" y="5"/>
                  </a:lnTo>
                  <a:lnTo>
                    <a:pt x="187" y="0"/>
                  </a:lnTo>
                  <a:lnTo>
                    <a:pt x="218" y="0"/>
                  </a:lnTo>
                  <a:lnTo>
                    <a:pt x="251" y="3"/>
                  </a:lnTo>
                  <a:lnTo>
                    <a:pt x="285" y="14"/>
                  </a:lnTo>
                  <a:lnTo>
                    <a:pt x="320" y="29"/>
                  </a:lnTo>
                  <a:lnTo>
                    <a:pt x="357" y="49"/>
                  </a:lnTo>
                  <a:close/>
                </a:path>
              </a:pathLst>
            </a:custGeom>
            <a:solidFill>
              <a:srgbClr val="BFBFB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4176" name="Freeform 46"/>
            <p:cNvSpPr>
              <a:spLocks/>
            </p:cNvSpPr>
            <p:nvPr/>
          </p:nvSpPr>
          <p:spPr bwMode="auto">
            <a:xfrm>
              <a:off x="1268" y="1663"/>
              <a:ext cx="393" cy="711"/>
            </a:xfrm>
            <a:custGeom>
              <a:avLst/>
              <a:gdLst>
                <a:gd name="T0" fmla="*/ 3 w 1962"/>
                <a:gd name="T1" fmla="*/ 7 h 3555"/>
                <a:gd name="T2" fmla="*/ 2 w 1962"/>
                <a:gd name="T3" fmla="*/ 7 h 3555"/>
                <a:gd name="T4" fmla="*/ 2 w 1962"/>
                <a:gd name="T5" fmla="*/ 8 h 3555"/>
                <a:gd name="T6" fmla="*/ 1 w 1962"/>
                <a:gd name="T7" fmla="*/ 8 h 3555"/>
                <a:gd name="T8" fmla="*/ 1 w 1962"/>
                <a:gd name="T9" fmla="*/ 9 h 3555"/>
                <a:gd name="T10" fmla="*/ 1 w 1962"/>
                <a:gd name="T11" fmla="*/ 10 h 3555"/>
                <a:gd name="T12" fmla="*/ 0 w 1962"/>
                <a:gd name="T13" fmla="*/ 11 h 3555"/>
                <a:gd name="T14" fmla="*/ 0 w 1962"/>
                <a:gd name="T15" fmla="*/ 12 h 3555"/>
                <a:gd name="T16" fmla="*/ 0 w 1962"/>
                <a:gd name="T17" fmla="*/ 13 h 3555"/>
                <a:gd name="T18" fmla="*/ 0 w 1962"/>
                <a:gd name="T19" fmla="*/ 26 h 3555"/>
                <a:gd name="T20" fmla="*/ 0 w 1962"/>
                <a:gd name="T21" fmla="*/ 27 h 3555"/>
                <a:gd name="T22" fmla="*/ 0 w 1962"/>
                <a:gd name="T23" fmla="*/ 28 h 3555"/>
                <a:gd name="T24" fmla="*/ 1 w 1962"/>
                <a:gd name="T25" fmla="*/ 28 h 3555"/>
                <a:gd name="T26" fmla="*/ 1 w 1962"/>
                <a:gd name="T27" fmla="*/ 28 h 3555"/>
                <a:gd name="T28" fmla="*/ 2 w 1962"/>
                <a:gd name="T29" fmla="*/ 28 h 3555"/>
                <a:gd name="T30" fmla="*/ 2 w 1962"/>
                <a:gd name="T31" fmla="*/ 28 h 3555"/>
                <a:gd name="T32" fmla="*/ 3 w 1962"/>
                <a:gd name="T33" fmla="*/ 28 h 3555"/>
                <a:gd name="T34" fmla="*/ 13 w 1962"/>
                <a:gd name="T35" fmla="*/ 22 h 3555"/>
                <a:gd name="T36" fmla="*/ 13 w 1962"/>
                <a:gd name="T37" fmla="*/ 21 h 3555"/>
                <a:gd name="T38" fmla="*/ 14 w 1962"/>
                <a:gd name="T39" fmla="*/ 21 h 3555"/>
                <a:gd name="T40" fmla="*/ 14 w 1962"/>
                <a:gd name="T41" fmla="*/ 20 h 3555"/>
                <a:gd name="T42" fmla="*/ 15 w 1962"/>
                <a:gd name="T43" fmla="*/ 19 h 3555"/>
                <a:gd name="T44" fmla="*/ 15 w 1962"/>
                <a:gd name="T45" fmla="*/ 18 h 3555"/>
                <a:gd name="T46" fmla="*/ 16 w 1962"/>
                <a:gd name="T47" fmla="*/ 18 h 3555"/>
                <a:gd name="T48" fmla="*/ 16 w 1962"/>
                <a:gd name="T49" fmla="*/ 17 h 3555"/>
                <a:gd name="T50" fmla="*/ 16 w 1962"/>
                <a:gd name="T51" fmla="*/ 16 h 3555"/>
                <a:gd name="T52" fmla="*/ 16 w 1962"/>
                <a:gd name="T53" fmla="*/ 2 h 3555"/>
                <a:gd name="T54" fmla="*/ 16 w 1962"/>
                <a:gd name="T55" fmla="*/ 1 h 3555"/>
                <a:gd name="T56" fmla="*/ 15 w 1962"/>
                <a:gd name="T57" fmla="*/ 1 h 3555"/>
                <a:gd name="T58" fmla="*/ 15 w 1962"/>
                <a:gd name="T59" fmla="*/ 0 h 3555"/>
                <a:gd name="T60" fmla="*/ 15 w 1962"/>
                <a:gd name="T61" fmla="*/ 0 h 3555"/>
                <a:gd name="T62" fmla="*/ 14 w 1962"/>
                <a:gd name="T63" fmla="*/ 0 h 3555"/>
                <a:gd name="T64" fmla="*/ 14 w 1962"/>
                <a:gd name="T65" fmla="*/ 0 h 3555"/>
                <a:gd name="T66" fmla="*/ 13 w 1962"/>
                <a:gd name="T67" fmla="*/ 0 h 3555"/>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962"/>
                <a:gd name="T103" fmla="*/ 0 h 3555"/>
                <a:gd name="T104" fmla="*/ 1962 w 1962"/>
                <a:gd name="T105" fmla="*/ 3555 h 3555"/>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962" h="3555">
                  <a:moveTo>
                    <a:pt x="1594" y="50"/>
                  </a:moveTo>
                  <a:lnTo>
                    <a:pt x="368" y="831"/>
                  </a:lnTo>
                  <a:lnTo>
                    <a:pt x="330" y="858"/>
                  </a:lnTo>
                  <a:lnTo>
                    <a:pt x="294" y="888"/>
                  </a:lnTo>
                  <a:lnTo>
                    <a:pt x="259" y="922"/>
                  </a:lnTo>
                  <a:lnTo>
                    <a:pt x="225" y="961"/>
                  </a:lnTo>
                  <a:lnTo>
                    <a:pt x="193" y="1003"/>
                  </a:lnTo>
                  <a:lnTo>
                    <a:pt x="163" y="1047"/>
                  </a:lnTo>
                  <a:lnTo>
                    <a:pt x="133" y="1094"/>
                  </a:lnTo>
                  <a:lnTo>
                    <a:pt x="108" y="1143"/>
                  </a:lnTo>
                  <a:lnTo>
                    <a:pt x="84" y="1193"/>
                  </a:lnTo>
                  <a:lnTo>
                    <a:pt x="63" y="1246"/>
                  </a:lnTo>
                  <a:lnTo>
                    <a:pt x="44" y="1299"/>
                  </a:lnTo>
                  <a:lnTo>
                    <a:pt x="29" y="1353"/>
                  </a:lnTo>
                  <a:lnTo>
                    <a:pt x="16" y="1405"/>
                  </a:lnTo>
                  <a:lnTo>
                    <a:pt x="7" y="1459"/>
                  </a:lnTo>
                  <a:lnTo>
                    <a:pt x="2" y="1512"/>
                  </a:lnTo>
                  <a:lnTo>
                    <a:pt x="0" y="1565"/>
                  </a:lnTo>
                  <a:lnTo>
                    <a:pt x="0" y="3237"/>
                  </a:lnTo>
                  <a:lnTo>
                    <a:pt x="2" y="3287"/>
                  </a:lnTo>
                  <a:lnTo>
                    <a:pt x="7" y="3333"/>
                  </a:lnTo>
                  <a:lnTo>
                    <a:pt x="16" y="3375"/>
                  </a:lnTo>
                  <a:lnTo>
                    <a:pt x="29" y="3413"/>
                  </a:lnTo>
                  <a:lnTo>
                    <a:pt x="44" y="3447"/>
                  </a:lnTo>
                  <a:lnTo>
                    <a:pt x="63" y="3477"/>
                  </a:lnTo>
                  <a:lnTo>
                    <a:pt x="84" y="3502"/>
                  </a:lnTo>
                  <a:lnTo>
                    <a:pt x="108" y="3522"/>
                  </a:lnTo>
                  <a:lnTo>
                    <a:pt x="133" y="3538"/>
                  </a:lnTo>
                  <a:lnTo>
                    <a:pt x="163" y="3549"/>
                  </a:lnTo>
                  <a:lnTo>
                    <a:pt x="193" y="3555"/>
                  </a:lnTo>
                  <a:lnTo>
                    <a:pt x="225" y="3555"/>
                  </a:lnTo>
                  <a:lnTo>
                    <a:pt x="259" y="3550"/>
                  </a:lnTo>
                  <a:lnTo>
                    <a:pt x="294" y="3541"/>
                  </a:lnTo>
                  <a:lnTo>
                    <a:pt x="330" y="3524"/>
                  </a:lnTo>
                  <a:lnTo>
                    <a:pt x="368" y="3503"/>
                  </a:lnTo>
                  <a:lnTo>
                    <a:pt x="1594" y="2722"/>
                  </a:lnTo>
                  <a:lnTo>
                    <a:pt x="1632" y="2696"/>
                  </a:lnTo>
                  <a:lnTo>
                    <a:pt x="1668" y="2665"/>
                  </a:lnTo>
                  <a:lnTo>
                    <a:pt x="1703" y="2631"/>
                  </a:lnTo>
                  <a:lnTo>
                    <a:pt x="1737" y="2592"/>
                  </a:lnTo>
                  <a:lnTo>
                    <a:pt x="1769" y="2551"/>
                  </a:lnTo>
                  <a:lnTo>
                    <a:pt x="1799" y="2506"/>
                  </a:lnTo>
                  <a:lnTo>
                    <a:pt x="1829" y="2460"/>
                  </a:lnTo>
                  <a:lnTo>
                    <a:pt x="1854" y="2411"/>
                  </a:lnTo>
                  <a:lnTo>
                    <a:pt x="1878" y="2361"/>
                  </a:lnTo>
                  <a:lnTo>
                    <a:pt x="1899" y="2308"/>
                  </a:lnTo>
                  <a:lnTo>
                    <a:pt x="1918" y="2256"/>
                  </a:lnTo>
                  <a:lnTo>
                    <a:pt x="1933" y="2202"/>
                  </a:lnTo>
                  <a:lnTo>
                    <a:pt x="1946" y="2149"/>
                  </a:lnTo>
                  <a:lnTo>
                    <a:pt x="1955" y="2095"/>
                  </a:lnTo>
                  <a:lnTo>
                    <a:pt x="1960" y="2042"/>
                  </a:lnTo>
                  <a:lnTo>
                    <a:pt x="1962" y="1989"/>
                  </a:lnTo>
                  <a:lnTo>
                    <a:pt x="1962" y="319"/>
                  </a:lnTo>
                  <a:lnTo>
                    <a:pt x="1960" y="269"/>
                  </a:lnTo>
                  <a:lnTo>
                    <a:pt x="1955" y="223"/>
                  </a:lnTo>
                  <a:lnTo>
                    <a:pt x="1946" y="180"/>
                  </a:lnTo>
                  <a:lnTo>
                    <a:pt x="1933" y="143"/>
                  </a:lnTo>
                  <a:lnTo>
                    <a:pt x="1918" y="109"/>
                  </a:lnTo>
                  <a:lnTo>
                    <a:pt x="1899" y="79"/>
                  </a:lnTo>
                  <a:lnTo>
                    <a:pt x="1878" y="54"/>
                  </a:lnTo>
                  <a:lnTo>
                    <a:pt x="1854" y="33"/>
                  </a:lnTo>
                  <a:lnTo>
                    <a:pt x="1829" y="17"/>
                  </a:lnTo>
                  <a:lnTo>
                    <a:pt x="1799" y="7"/>
                  </a:lnTo>
                  <a:lnTo>
                    <a:pt x="1769" y="0"/>
                  </a:lnTo>
                  <a:lnTo>
                    <a:pt x="1737" y="0"/>
                  </a:lnTo>
                  <a:lnTo>
                    <a:pt x="1703" y="4"/>
                  </a:lnTo>
                  <a:lnTo>
                    <a:pt x="1668" y="14"/>
                  </a:lnTo>
                  <a:lnTo>
                    <a:pt x="1632" y="29"/>
                  </a:lnTo>
                  <a:lnTo>
                    <a:pt x="1594" y="50"/>
                  </a:lnTo>
                  <a:close/>
                </a:path>
              </a:pathLst>
            </a:custGeom>
            <a:solidFill>
              <a:srgbClr val="E5E5E5"/>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4177" name="Freeform 47"/>
            <p:cNvSpPr>
              <a:spLocks noEditPoints="1"/>
            </p:cNvSpPr>
            <p:nvPr/>
          </p:nvSpPr>
          <p:spPr bwMode="auto">
            <a:xfrm>
              <a:off x="916" y="1589"/>
              <a:ext cx="697" cy="698"/>
            </a:xfrm>
            <a:custGeom>
              <a:avLst/>
              <a:gdLst>
                <a:gd name="T0" fmla="*/ 16 w 3485"/>
                <a:gd name="T1" fmla="*/ 0 h 3490"/>
                <a:gd name="T2" fmla="*/ 17 w 3485"/>
                <a:gd name="T3" fmla="*/ 2 h 3490"/>
                <a:gd name="T4" fmla="*/ 17 w 3485"/>
                <a:gd name="T5" fmla="*/ 3 h 3490"/>
                <a:gd name="T6" fmla="*/ 14 w 3485"/>
                <a:gd name="T7" fmla="*/ 4 h 3490"/>
                <a:gd name="T8" fmla="*/ 12 w 3485"/>
                <a:gd name="T9" fmla="*/ 4 h 3490"/>
                <a:gd name="T10" fmla="*/ 11 w 3485"/>
                <a:gd name="T11" fmla="*/ 2 h 3490"/>
                <a:gd name="T12" fmla="*/ 11 w 3485"/>
                <a:gd name="T13" fmla="*/ 1 h 3490"/>
                <a:gd name="T14" fmla="*/ 14 w 3485"/>
                <a:gd name="T15" fmla="*/ 0 h 3490"/>
                <a:gd name="T16" fmla="*/ 3 w 3485"/>
                <a:gd name="T17" fmla="*/ 7 h 3490"/>
                <a:gd name="T18" fmla="*/ 4 w 3485"/>
                <a:gd name="T19" fmla="*/ 9 h 3490"/>
                <a:gd name="T20" fmla="*/ 3 w 3485"/>
                <a:gd name="T21" fmla="*/ 12 h 3490"/>
                <a:gd name="T22" fmla="*/ 2 w 3485"/>
                <a:gd name="T23" fmla="*/ 13 h 3490"/>
                <a:gd name="T24" fmla="*/ 1 w 3485"/>
                <a:gd name="T25" fmla="*/ 12 h 3490"/>
                <a:gd name="T26" fmla="*/ 0 w 3485"/>
                <a:gd name="T27" fmla="*/ 10 h 3490"/>
                <a:gd name="T28" fmla="*/ 0 w 3485"/>
                <a:gd name="T29" fmla="*/ 8 h 3490"/>
                <a:gd name="T30" fmla="*/ 2 w 3485"/>
                <a:gd name="T31" fmla="*/ 6 h 3490"/>
                <a:gd name="T32" fmla="*/ 10 w 3485"/>
                <a:gd name="T33" fmla="*/ 20 h 3490"/>
                <a:gd name="T34" fmla="*/ 11 w 3485"/>
                <a:gd name="T35" fmla="*/ 22 h 3490"/>
                <a:gd name="T36" fmla="*/ 11 w 3485"/>
                <a:gd name="T37" fmla="*/ 25 h 3490"/>
                <a:gd name="T38" fmla="*/ 10 w 3485"/>
                <a:gd name="T39" fmla="*/ 27 h 3490"/>
                <a:gd name="T40" fmla="*/ 8 w 3485"/>
                <a:gd name="T41" fmla="*/ 26 h 3490"/>
                <a:gd name="T42" fmla="*/ 7 w 3485"/>
                <a:gd name="T43" fmla="*/ 24 h 3490"/>
                <a:gd name="T44" fmla="*/ 7 w 3485"/>
                <a:gd name="T45" fmla="*/ 22 h 3490"/>
                <a:gd name="T46" fmla="*/ 8 w 3485"/>
                <a:gd name="T47" fmla="*/ 20 h 3490"/>
                <a:gd name="T48" fmla="*/ 20 w 3485"/>
                <a:gd name="T49" fmla="*/ 21 h 3490"/>
                <a:gd name="T50" fmla="*/ 21 w 3485"/>
                <a:gd name="T51" fmla="*/ 23 h 3490"/>
                <a:gd name="T52" fmla="*/ 21 w 3485"/>
                <a:gd name="T53" fmla="*/ 26 h 3490"/>
                <a:gd name="T54" fmla="*/ 20 w 3485"/>
                <a:gd name="T55" fmla="*/ 28 h 3490"/>
                <a:gd name="T56" fmla="*/ 18 w 3485"/>
                <a:gd name="T57" fmla="*/ 28 h 3490"/>
                <a:gd name="T58" fmla="*/ 17 w 3485"/>
                <a:gd name="T59" fmla="*/ 26 h 3490"/>
                <a:gd name="T60" fmla="*/ 17 w 3485"/>
                <a:gd name="T61" fmla="*/ 23 h 3490"/>
                <a:gd name="T62" fmla="*/ 18 w 3485"/>
                <a:gd name="T63" fmla="*/ 21 h 3490"/>
                <a:gd name="T64" fmla="*/ 19 w 3485"/>
                <a:gd name="T65" fmla="*/ 11 h 3490"/>
                <a:gd name="T66" fmla="*/ 20 w 3485"/>
                <a:gd name="T67" fmla="*/ 13 h 3490"/>
                <a:gd name="T68" fmla="*/ 21 w 3485"/>
                <a:gd name="T69" fmla="*/ 15 h 3490"/>
                <a:gd name="T70" fmla="*/ 20 w 3485"/>
                <a:gd name="T71" fmla="*/ 17 h 3490"/>
                <a:gd name="T72" fmla="*/ 18 w 3485"/>
                <a:gd name="T73" fmla="*/ 17 h 3490"/>
                <a:gd name="T74" fmla="*/ 17 w 3485"/>
                <a:gd name="T75" fmla="*/ 16 h 3490"/>
                <a:gd name="T76" fmla="*/ 17 w 3485"/>
                <a:gd name="T77" fmla="*/ 13 h 3490"/>
                <a:gd name="T78" fmla="*/ 18 w 3485"/>
                <a:gd name="T79" fmla="*/ 11 h 3490"/>
                <a:gd name="T80" fmla="*/ 26 w 3485"/>
                <a:gd name="T81" fmla="*/ 7 h 3490"/>
                <a:gd name="T82" fmla="*/ 27 w 3485"/>
                <a:gd name="T83" fmla="*/ 8 h 3490"/>
                <a:gd name="T84" fmla="*/ 27 w 3485"/>
                <a:gd name="T85" fmla="*/ 11 h 3490"/>
                <a:gd name="T86" fmla="*/ 26 w 3485"/>
                <a:gd name="T87" fmla="*/ 13 h 3490"/>
                <a:gd name="T88" fmla="*/ 25 w 3485"/>
                <a:gd name="T89" fmla="*/ 13 h 3490"/>
                <a:gd name="T90" fmla="*/ 24 w 3485"/>
                <a:gd name="T91" fmla="*/ 12 h 3490"/>
                <a:gd name="T92" fmla="*/ 24 w 3485"/>
                <a:gd name="T93" fmla="*/ 9 h 3490"/>
                <a:gd name="T94" fmla="*/ 24 w 3485"/>
                <a:gd name="T95" fmla="*/ 7 h 3490"/>
                <a:gd name="T96" fmla="*/ 26 w 3485"/>
                <a:gd name="T97" fmla="*/ 17 h 3490"/>
                <a:gd name="T98" fmla="*/ 27 w 3485"/>
                <a:gd name="T99" fmla="*/ 18 h 3490"/>
                <a:gd name="T100" fmla="*/ 28 w 3485"/>
                <a:gd name="T101" fmla="*/ 21 h 3490"/>
                <a:gd name="T102" fmla="*/ 27 w 3485"/>
                <a:gd name="T103" fmla="*/ 23 h 3490"/>
                <a:gd name="T104" fmla="*/ 26 w 3485"/>
                <a:gd name="T105" fmla="*/ 24 h 3490"/>
                <a:gd name="T106" fmla="*/ 24 w 3485"/>
                <a:gd name="T107" fmla="*/ 23 h 3490"/>
                <a:gd name="T108" fmla="*/ 24 w 3485"/>
                <a:gd name="T109" fmla="*/ 20 h 3490"/>
                <a:gd name="T110" fmla="*/ 25 w 3485"/>
                <a:gd name="T111" fmla="*/ 18 h 3490"/>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w 3485"/>
                <a:gd name="T169" fmla="*/ 0 h 3490"/>
                <a:gd name="T170" fmla="*/ 3485 w 3485"/>
                <a:gd name="T171" fmla="*/ 3490 h 3490"/>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T168" t="T169" r="T170" b="T171"/>
              <a:pathLst>
                <a:path w="3485" h="3490">
                  <a:moveTo>
                    <a:pt x="1754" y="0"/>
                  </a:moveTo>
                  <a:lnTo>
                    <a:pt x="1797" y="2"/>
                  </a:lnTo>
                  <a:lnTo>
                    <a:pt x="1840" y="5"/>
                  </a:lnTo>
                  <a:lnTo>
                    <a:pt x="1881" y="12"/>
                  </a:lnTo>
                  <a:lnTo>
                    <a:pt x="1921" y="20"/>
                  </a:lnTo>
                  <a:lnTo>
                    <a:pt x="1959" y="31"/>
                  </a:lnTo>
                  <a:lnTo>
                    <a:pt x="1994" y="44"/>
                  </a:lnTo>
                  <a:lnTo>
                    <a:pt x="2028" y="59"/>
                  </a:lnTo>
                  <a:lnTo>
                    <a:pt x="2058" y="74"/>
                  </a:lnTo>
                  <a:lnTo>
                    <a:pt x="2086" y="93"/>
                  </a:lnTo>
                  <a:lnTo>
                    <a:pt x="2111" y="113"/>
                  </a:lnTo>
                  <a:lnTo>
                    <a:pt x="2132" y="133"/>
                  </a:lnTo>
                  <a:lnTo>
                    <a:pt x="2151" y="155"/>
                  </a:lnTo>
                  <a:lnTo>
                    <a:pt x="2165" y="179"/>
                  </a:lnTo>
                  <a:lnTo>
                    <a:pt x="2175" y="203"/>
                  </a:lnTo>
                  <a:lnTo>
                    <a:pt x="2182" y="229"/>
                  </a:lnTo>
                  <a:lnTo>
                    <a:pt x="2185" y="255"/>
                  </a:lnTo>
                  <a:lnTo>
                    <a:pt x="2182" y="281"/>
                  </a:lnTo>
                  <a:lnTo>
                    <a:pt x="2175" y="305"/>
                  </a:lnTo>
                  <a:lnTo>
                    <a:pt x="2165" y="330"/>
                  </a:lnTo>
                  <a:lnTo>
                    <a:pt x="2151" y="353"/>
                  </a:lnTo>
                  <a:lnTo>
                    <a:pt x="2132" y="376"/>
                  </a:lnTo>
                  <a:lnTo>
                    <a:pt x="2111" y="397"/>
                  </a:lnTo>
                  <a:lnTo>
                    <a:pt x="2086" y="417"/>
                  </a:lnTo>
                  <a:lnTo>
                    <a:pt x="2058" y="434"/>
                  </a:lnTo>
                  <a:lnTo>
                    <a:pt x="2028" y="451"/>
                  </a:lnTo>
                  <a:lnTo>
                    <a:pt x="1994" y="466"/>
                  </a:lnTo>
                  <a:lnTo>
                    <a:pt x="1959" y="479"/>
                  </a:lnTo>
                  <a:lnTo>
                    <a:pt x="1921" y="489"/>
                  </a:lnTo>
                  <a:lnTo>
                    <a:pt x="1881" y="498"/>
                  </a:lnTo>
                  <a:lnTo>
                    <a:pt x="1840" y="505"/>
                  </a:lnTo>
                  <a:lnTo>
                    <a:pt x="1797" y="508"/>
                  </a:lnTo>
                  <a:lnTo>
                    <a:pt x="1754" y="509"/>
                  </a:lnTo>
                  <a:lnTo>
                    <a:pt x="1710" y="508"/>
                  </a:lnTo>
                  <a:lnTo>
                    <a:pt x="1667" y="505"/>
                  </a:lnTo>
                  <a:lnTo>
                    <a:pt x="1626" y="498"/>
                  </a:lnTo>
                  <a:lnTo>
                    <a:pt x="1586" y="489"/>
                  </a:lnTo>
                  <a:lnTo>
                    <a:pt x="1548" y="479"/>
                  </a:lnTo>
                  <a:lnTo>
                    <a:pt x="1512" y="466"/>
                  </a:lnTo>
                  <a:lnTo>
                    <a:pt x="1479" y="451"/>
                  </a:lnTo>
                  <a:lnTo>
                    <a:pt x="1449" y="434"/>
                  </a:lnTo>
                  <a:lnTo>
                    <a:pt x="1421" y="417"/>
                  </a:lnTo>
                  <a:lnTo>
                    <a:pt x="1395" y="397"/>
                  </a:lnTo>
                  <a:lnTo>
                    <a:pt x="1374" y="376"/>
                  </a:lnTo>
                  <a:lnTo>
                    <a:pt x="1355" y="353"/>
                  </a:lnTo>
                  <a:lnTo>
                    <a:pt x="1341" y="330"/>
                  </a:lnTo>
                  <a:lnTo>
                    <a:pt x="1331" y="305"/>
                  </a:lnTo>
                  <a:lnTo>
                    <a:pt x="1324" y="281"/>
                  </a:lnTo>
                  <a:lnTo>
                    <a:pt x="1321" y="255"/>
                  </a:lnTo>
                  <a:lnTo>
                    <a:pt x="1324" y="229"/>
                  </a:lnTo>
                  <a:lnTo>
                    <a:pt x="1331" y="203"/>
                  </a:lnTo>
                  <a:lnTo>
                    <a:pt x="1341" y="179"/>
                  </a:lnTo>
                  <a:lnTo>
                    <a:pt x="1355" y="155"/>
                  </a:lnTo>
                  <a:lnTo>
                    <a:pt x="1374" y="133"/>
                  </a:lnTo>
                  <a:lnTo>
                    <a:pt x="1395" y="113"/>
                  </a:lnTo>
                  <a:lnTo>
                    <a:pt x="1421" y="93"/>
                  </a:lnTo>
                  <a:lnTo>
                    <a:pt x="1449" y="74"/>
                  </a:lnTo>
                  <a:lnTo>
                    <a:pt x="1479" y="59"/>
                  </a:lnTo>
                  <a:lnTo>
                    <a:pt x="1512" y="44"/>
                  </a:lnTo>
                  <a:lnTo>
                    <a:pt x="1548" y="31"/>
                  </a:lnTo>
                  <a:lnTo>
                    <a:pt x="1586" y="20"/>
                  </a:lnTo>
                  <a:lnTo>
                    <a:pt x="1626" y="12"/>
                  </a:lnTo>
                  <a:lnTo>
                    <a:pt x="1667" y="5"/>
                  </a:lnTo>
                  <a:lnTo>
                    <a:pt x="1710" y="2"/>
                  </a:lnTo>
                  <a:lnTo>
                    <a:pt x="1754" y="0"/>
                  </a:lnTo>
                  <a:close/>
                  <a:moveTo>
                    <a:pt x="239" y="786"/>
                  </a:moveTo>
                  <a:lnTo>
                    <a:pt x="263" y="788"/>
                  </a:lnTo>
                  <a:lnTo>
                    <a:pt x="287" y="794"/>
                  </a:lnTo>
                  <a:lnTo>
                    <a:pt x="309" y="805"/>
                  </a:lnTo>
                  <a:lnTo>
                    <a:pt x="331" y="819"/>
                  </a:lnTo>
                  <a:lnTo>
                    <a:pt x="352" y="836"/>
                  </a:lnTo>
                  <a:lnTo>
                    <a:pt x="372" y="857"/>
                  </a:lnTo>
                  <a:lnTo>
                    <a:pt x="390" y="882"/>
                  </a:lnTo>
                  <a:lnTo>
                    <a:pt x="407" y="909"/>
                  </a:lnTo>
                  <a:lnTo>
                    <a:pt x="423" y="940"/>
                  </a:lnTo>
                  <a:lnTo>
                    <a:pt x="437" y="971"/>
                  </a:lnTo>
                  <a:lnTo>
                    <a:pt x="448" y="1006"/>
                  </a:lnTo>
                  <a:lnTo>
                    <a:pt x="459" y="1043"/>
                  </a:lnTo>
                  <a:lnTo>
                    <a:pt x="467" y="1081"/>
                  </a:lnTo>
                  <a:lnTo>
                    <a:pt x="473" y="1121"/>
                  </a:lnTo>
                  <a:lnTo>
                    <a:pt x="476" y="1163"/>
                  </a:lnTo>
                  <a:lnTo>
                    <a:pt x="478" y="1206"/>
                  </a:lnTo>
                  <a:lnTo>
                    <a:pt x="476" y="1248"/>
                  </a:lnTo>
                  <a:lnTo>
                    <a:pt x="473" y="1290"/>
                  </a:lnTo>
                  <a:lnTo>
                    <a:pt x="467" y="1330"/>
                  </a:lnTo>
                  <a:lnTo>
                    <a:pt x="459" y="1367"/>
                  </a:lnTo>
                  <a:lnTo>
                    <a:pt x="448" y="1405"/>
                  </a:lnTo>
                  <a:lnTo>
                    <a:pt x="437" y="1439"/>
                  </a:lnTo>
                  <a:lnTo>
                    <a:pt x="423" y="1472"/>
                  </a:lnTo>
                  <a:lnTo>
                    <a:pt x="407" y="1501"/>
                  </a:lnTo>
                  <a:lnTo>
                    <a:pt x="390" y="1528"/>
                  </a:lnTo>
                  <a:lnTo>
                    <a:pt x="372" y="1553"/>
                  </a:lnTo>
                  <a:lnTo>
                    <a:pt x="352" y="1574"/>
                  </a:lnTo>
                  <a:lnTo>
                    <a:pt x="331" y="1591"/>
                  </a:lnTo>
                  <a:lnTo>
                    <a:pt x="309" y="1605"/>
                  </a:lnTo>
                  <a:lnTo>
                    <a:pt x="287" y="1616"/>
                  </a:lnTo>
                  <a:lnTo>
                    <a:pt x="263" y="1622"/>
                  </a:lnTo>
                  <a:lnTo>
                    <a:pt x="239" y="1624"/>
                  </a:lnTo>
                  <a:lnTo>
                    <a:pt x="214" y="1622"/>
                  </a:lnTo>
                  <a:lnTo>
                    <a:pt x="191" y="1616"/>
                  </a:lnTo>
                  <a:lnTo>
                    <a:pt x="168" y="1605"/>
                  </a:lnTo>
                  <a:lnTo>
                    <a:pt x="146" y="1591"/>
                  </a:lnTo>
                  <a:lnTo>
                    <a:pt x="125" y="1574"/>
                  </a:lnTo>
                  <a:lnTo>
                    <a:pt x="105" y="1553"/>
                  </a:lnTo>
                  <a:lnTo>
                    <a:pt x="87" y="1528"/>
                  </a:lnTo>
                  <a:lnTo>
                    <a:pt x="70" y="1501"/>
                  </a:lnTo>
                  <a:lnTo>
                    <a:pt x="55" y="1472"/>
                  </a:lnTo>
                  <a:lnTo>
                    <a:pt x="41" y="1439"/>
                  </a:lnTo>
                  <a:lnTo>
                    <a:pt x="29" y="1405"/>
                  </a:lnTo>
                  <a:lnTo>
                    <a:pt x="18" y="1367"/>
                  </a:lnTo>
                  <a:lnTo>
                    <a:pt x="10" y="1330"/>
                  </a:lnTo>
                  <a:lnTo>
                    <a:pt x="4" y="1290"/>
                  </a:lnTo>
                  <a:lnTo>
                    <a:pt x="1" y="1248"/>
                  </a:lnTo>
                  <a:lnTo>
                    <a:pt x="0" y="1206"/>
                  </a:lnTo>
                  <a:lnTo>
                    <a:pt x="1" y="1163"/>
                  </a:lnTo>
                  <a:lnTo>
                    <a:pt x="4" y="1121"/>
                  </a:lnTo>
                  <a:lnTo>
                    <a:pt x="10" y="1081"/>
                  </a:lnTo>
                  <a:lnTo>
                    <a:pt x="18" y="1043"/>
                  </a:lnTo>
                  <a:lnTo>
                    <a:pt x="29" y="1006"/>
                  </a:lnTo>
                  <a:lnTo>
                    <a:pt x="41" y="971"/>
                  </a:lnTo>
                  <a:lnTo>
                    <a:pt x="55" y="940"/>
                  </a:lnTo>
                  <a:lnTo>
                    <a:pt x="70" y="909"/>
                  </a:lnTo>
                  <a:lnTo>
                    <a:pt x="87" y="882"/>
                  </a:lnTo>
                  <a:lnTo>
                    <a:pt x="105" y="857"/>
                  </a:lnTo>
                  <a:lnTo>
                    <a:pt x="125" y="836"/>
                  </a:lnTo>
                  <a:lnTo>
                    <a:pt x="146" y="819"/>
                  </a:lnTo>
                  <a:lnTo>
                    <a:pt x="168" y="805"/>
                  </a:lnTo>
                  <a:lnTo>
                    <a:pt x="191" y="794"/>
                  </a:lnTo>
                  <a:lnTo>
                    <a:pt x="214" y="788"/>
                  </a:lnTo>
                  <a:lnTo>
                    <a:pt x="239" y="786"/>
                  </a:lnTo>
                  <a:close/>
                  <a:moveTo>
                    <a:pt x="1119" y="2495"/>
                  </a:moveTo>
                  <a:lnTo>
                    <a:pt x="1143" y="2498"/>
                  </a:lnTo>
                  <a:lnTo>
                    <a:pt x="1167" y="2504"/>
                  </a:lnTo>
                  <a:lnTo>
                    <a:pt x="1190" y="2514"/>
                  </a:lnTo>
                  <a:lnTo>
                    <a:pt x="1211" y="2528"/>
                  </a:lnTo>
                  <a:lnTo>
                    <a:pt x="1232" y="2546"/>
                  </a:lnTo>
                  <a:lnTo>
                    <a:pt x="1252" y="2567"/>
                  </a:lnTo>
                  <a:lnTo>
                    <a:pt x="1271" y="2592"/>
                  </a:lnTo>
                  <a:lnTo>
                    <a:pt x="1288" y="2618"/>
                  </a:lnTo>
                  <a:lnTo>
                    <a:pt x="1304" y="2648"/>
                  </a:lnTo>
                  <a:lnTo>
                    <a:pt x="1318" y="2681"/>
                  </a:lnTo>
                  <a:lnTo>
                    <a:pt x="1329" y="2715"/>
                  </a:lnTo>
                  <a:lnTo>
                    <a:pt x="1340" y="2752"/>
                  </a:lnTo>
                  <a:lnTo>
                    <a:pt x="1348" y="2790"/>
                  </a:lnTo>
                  <a:lnTo>
                    <a:pt x="1354" y="2830"/>
                  </a:lnTo>
                  <a:lnTo>
                    <a:pt x="1358" y="2872"/>
                  </a:lnTo>
                  <a:lnTo>
                    <a:pt x="1359" y="2914"/>
                  </a:lnTo>
                  <a:lnTo>
                    <a:pt x="1358" y="2956"/>
                  </a:lnTo>
                  <a:lnTo>
                    <a:pt x="1354" y="2998"/>
                  </a:lnTo>
                  <a:lnTo>
                    <a:pt x="1348" y="3038"/>
                  </a:lnTo>
                  <a:lnTo>
                    <a:pt x="1340" y="3077"/>
                  </a:lnTo>
                  <a:lnTo>
                    <a:pt x="1329" y="3113"/>
                  </a:lnTo>
                  <a:lnTo>
                    <a:pt x="1318" y="3147"/>
                  </a:lnTo>
                  <a:lnTo>
                    <a:pt x="1304" y="3180"/>
                  </a:lnTo>
                  <a:lnTo>
                    <a:pt x="1288" y="3209"/>
                  </a:lnTo>
                  <a:lnTo>
                    <a:pt x="1271" y="3238"/>
                  </a:lnTo>
                  <a:lnTo>
                    <a:pt x="1252" y="3261"/>
                  </a:lnTo>
                  <a:lnTo>
                    <a:pt x="1232" y="3282"/>
                  </a:lnTo>
                  <a:lnTo>
                    <a:pt x="1211" y="3301"/>
                  </a:lnTo>
                  <a:lnTo>
                    <a:pt x="1190" y="3315"/>
                  </a:lnTo>
                  <a:lnTo>
                    <a:pt x="1167" y="3325"/>
                  </a:lnTo>
                  <a:lnTo>
                    <a:pt x="1143" y="3331"/>
                  </a:lnTo>
                  <a:lnTo>
                    <a:pt x="1119" y="3334"/>
                  </a:lnTo>
                  <a:lnTo>
                    <a:pt x="1094" y="3331"/>
                  </a:lnTo>
                  <a:lnTo>
                    <a:pt x="1070" y="3325"/>
                  </a:lnTo>
                  <a:lnTo>
                    <a:pt x="1048" y="3315"/>
                  </a:lnTo>
                  <a:lnTo>
                    <a:pt x="1026" y="3301"/>
                  </a:lnTo>
                  <a:lnTo>
                    <a:pt x="1005" y="3282"/>
                  </a:lnTo>
                  <a:lnTo>
                    <a:pt x="985" y="3261"/>
                  </a:lnTo>
                  <a:lnTo>
                    <a:pt x="967" y="3238"/>
                  </a:lnTo>
                  <a:lnTo>
                    <a:pt x="950" y="3209"/>
                  </a:lnTo>
                  <a:lnTo>
                    <a:pt x="935" y="3180"/>
                  </a:lnTo>
                  <a:lnTo>
                    <a:pt x="921" y="3147"/>
                  </a:lnTo>
                  <a:lnTo>
                    <a:pt x="909" y="3113"/>
                  </a:lnTo>
                  <a:lnTo>
                    <a:pt x="898" y="3077"/>
                  </a:lnTo>
                  <a:lnTo>
                    <a:pt x="890" y="3038"/>
                  </a:lnTo>
                  <a:lnTo>
                    <a:pt x="884" y="2998"/>
                  </a:lnTo>
                  <a:lnTo>
                    <a:pt x="881" y="2956"/>
                  </a:lnTo>
                  <a:lnTo>
                    <a:pt x="880" y="2914"/>
                  </a:lnTo>
                  <a:lnTo>
                    <a:pt x="881" y="2872"/>
                  </a:lnTo>
                  <a:lnTo>
                    <a:pt x="884" y="2830"/>
                  </a:lnTo>
                  <a:lnTo>
                    <a:pt x="890" y="2790"/>
                  </a:lnTo>
                  <a:lnTo>
                    <a:pt x="898" y="2752"/>
                  </a:lnTo>
                  <a:lnTo>
                    <a:pt x="909" y="2715"/>
                  </a:lnTo>
                  <a:lnTo>
                    <a:pt x="921" y="2681"/>
                  </a:lnTo>
                  <a:lnTo>
                    <a:pt x="935" y="2648"/>
                  </a:lnTo>
                  <a:lnTo>
                    <a:pt x="950" y="2618"/>
                  </a:lnTo>
                  <a:lnTo>
                    <a:pt x="967" y="2592"/>
                  </a:lnTo>
                  <a:lnTo>
                    <a:pt x="985" y="2567"/>
                  </a:lnTo>
                  <a:lnTo>
                    <a:pt x="1005" y="2546"/>
                  </a:lnTo>
                  <a:lnTo>
                    <a:pt x="1026" y="2528"/>
                  </a:lnTo>
                  <a:lnTo>
                    <a:pt x="1048" y="2514"/>
                  </a:lnTo>
                  <a:lnTo>
                    <a:pt x="1070" y="2504"/>
                  </a:lnTo>
                  <a:lnTo>
                    <a:pt x="1094" y="2498"/>
                  </a:lnTo>
                  <a:lnTo>
                    <a:pt x="1119" y="2495"/>
                  </a:lnTo>
                  <a:close/>
                  <a:moveTo>
                    <a:pt x="2380" y="2651"/>
                  </a:moveTo>
                  <a:lnTo>
                    <a:pt x="2405" y="2654"/>
                  </a:lnTo>
                  <a:lnTo>
                    <a:pt x="2428" y="2660"/>
                  </a:lnTo>
                  <a:lnTo>
                    <a:pt x="2452" y="2670"/>
                  </a:lnTo>
                  <a:lnTo>
                    <a:pt x="2473" y="2684"/>
                  </a:lnTo>
                  <a:lnTo>
                    <a:pt x="2494" y="2703"/>
                  </a:lnTo>
                  <a:lnTo>
                    <a:pt x="2514" y="2724"/>
                  </a:lnTo>
                  <a:lnTo>
                    <a:pt x="2533" y="2747"/>
                  </a:lnTo>
                  <a:lnTo>
                    <a:pt x="2550" y="2774"/>
                  </a:lnTo>
                  <a:lnTo>
                    <a:pt x="2565" y="2805"/>
                  </a:lnTo>
                  <a:lnTo>
                    <a:pt x="2580" y="2838"/>
                  </a:lnTo>
                  <a:lnTo>
                    <a:pt x="2591" y="2872"/>
                  </a:lnTo>
                  <a:lnTo>
                    <a:pt x="2602" y="2908"/>
                  </a:lnTo>
                  <a:lnTo>
                    <a:pt x="2610" y="2947"/>
                  </a:lnTo>
                  <a:lnTo>
                    <a:pt x="2616" y="2987"/>
                  </a:lnTo>
                  <a:lnTo>
                    <a:pt x="2619" y="3029"/>
                  </a:lnTo>
                  <a:lnTo>
                    <a:pt x="2621" y="3071"/>
                  </a:lnTo>
                  <a:lnTo>
                    <a:pt x="2619" y="3113"/>
                  </a:lnTo>
                  <a:lnTo>
                    <a:pt x="2616" y="3155"/>
                  </a:lnTo>
                  <a:lnTo>
                    <a:pt x="2610" y="3195"/>
                  </a:lnTo>
                  <a:lnTo>
                    <a:pt x="2602" y="3233"/>
                  </a:lnTo>
                  <a:lnTo>
                    <a:pt x="2591" y="3270"/>
                  </a:lnTo>
                  <a:lnTo>
                    <a:pt x="2580" y="3304"/>
                  </a:lnTo>
                  <a:lnTo>
                    <a:pt x="2565" y="3337"/>
                  </a:lnTo>
                  <a:lnTo>
                    <a:pt x="2550" y="3367"/>
                  </a:lnTo>
                  <a:lnTo>
                    <a:pt x="2533" y="3393"/>
                  </a:lnTo>
                  <a:lnTo>
                    <a:pt x="2514" y="3418"/>
                  </a:lnTo>
                  <a:lnTo>
                    <a:pt x="2494" y="3439"/>
                  </a:lnTo>
                  <a:lnTo>
                    <a:pt x="2473" y="3457"/>
                  </a:lnTo>
                  <a:lnTo>
                    <a:pt x="2452" y="3471"/>
                  </a:lnTo>
                  <a:lnTo>
                    <a:pt x="2428" y="3481"/>
                  </a:lnTo>
                  <a:lnTo>
                    <a:pt x="2405" y="3487"/>
                  </a:lnTo>
                  <a:lnTo>
                    <a:pt x="2380" y="3490"/>
                  </a:lnTo>
                  <a:lnTo>
                    <a:pt x="2356" y="3487"/>
                  </a:lnTo>
                  <a:lnTo>
                    <a:pt x="2332" y="3481"/>
                  </a:lnTo>
                  <a:lnTo>
                    <a:pt x="2310" y="3471"/>
                  </a:lnTo>
                  <a:lnTo>
                    <a:pt x="2288" y="3457"/>
                  </a:lnTo>
                  <a:lnTo>
                    <a:pt x="2267" y="3439"/>
                  </a:lnTo>
                  <a:lnTo>
                    <a:pt x="2248" y="3418"/>
                  </a:lnTo>
                  <a:lnTo>
                    <a:pt x="2229" y="3393"/>
                  </a:lnTo>
                  <a:lnTo>
                    <a:pt x="2212" y="3367"/>
                  </a:lnTo>
                  <a:lnTo>
                    <a:pt x="2196" y="3337"/>
                  </a:lnTo>
                  <a:lnTo>
                    <a:pt x="2182" y="3304"/>
                  </a:lnTo>
                  <a:lnTo>
                    <a:pt x="2171" y="3270"/>
                  </a:lnTo>
                  <a:lnTo>
                    <a:pt x="2160" y="3233"/>
                  </a:lnTo>
                  <a:lnTo>
                    <a:pt x="2152" y="3195"/>
                  </a:lnTo>
                  <a:lnTo>
                    <a:pt x="2146" y="3155"/>
                  </a:lnTo>
                  <a:lnTo>
                    <a:pt x="2142" y="3113"/>
                  </a:lnTo>
                  <a:lnTo>
                    <a:pt x="2141" y="3071"/>
                  </a:lnTo>
                  <a:lnTo>
                    <a:pt x="2142" y="3029"/>
                  </a:lnTo>
                  <a:lnTo>
                    <a:pt x="2146" y="2987"/>
                  </a:lnTo>
                  <a:lnTo>
                    <a:pt x="2152" y="2947"/>
                  </a:lnTo>
                  <a:lnTo>
                    <a:pt x="2160" y="2908"/>
                  </a:lnTo>
                  <a:lnTo>
                    <a:pt x="2171" y="2872"/>
                  </a:lnTo>
                  <a:lnTo>
                    <a:pt x="2182" y="2838"/>
                  </a:lnTo>
                  <a:lnTo>
                    <a:pt x="2196" y="2805"/>
                  </a:lnTo>
                  <a:lnTo>
                    <a:pt x="2212" y="2774"/>
                  </a:lnTo>
                  <a:lnTo>
                    <a:pt x="2229" y="2747"/>
                  </a:lnTo>
                  <a:lnTo>
                    <a:pt x="2248" y="2724"/>
                  </a:lnTo>
                  <a:lnTo>
                    <a:pt x="2267" y="2703"/>
                  </a:lnTo>
                  <a:lnTo>
                    <a:pt x="2288" y="2684"/>
                  </a:lnTo>
                  <a:lnTo>
                    <a:pt x="2310" y="2670"/>
                  </a:lnTo>
                  <a:lnTo>
                    <a:pt x="2332" y="2660"/>
                  </a:lnTo>
                  <a:lnTo>
                    <a:pt x="2356" y="2654"/>
                  </a:lnTo>
                  <a:lnTo>
                    <a:pt x="2380" y="2651"/>
                  </a:lnTo>
                  <a:close/>
                  <a:moveTo>
                    <a:pt x="2342" y="1355"/>
                  </a:moveTo>
                  <a:lnTo>
                    <a:pt x="2366" y="1357"/>
                  </a:lnTo>
                  <a:lnTo>
                    <a:pt x="2390" y="1363"/>
                  </a:lnTo>
                  <a:lnTo>
                    <a:pt x="2412" y="1373"/>
                  </a:lnTo>
                  <a:lnTo>
                    <a:pt x="2434" y="1387"/>
                  </a:lnTo>
                  <a:lnTo>
                    <a:pt x="2455" y="1405"/>
                  </a:lnTo>
                  <a:lnTo>
                    <a:pt x="2475" y="1426"/>
                  </a:lnTo>
                  <a:lnTo>
                    <a:pt x="2493" y="1451"/>
                  </a:lnTo>
                  <a:lnTo>
                    <a:pt x="2510" y="1478"/>
                  </a:lnTo>
                  <a:lnTo>
                    <a:pt x="2526" y="1507"/>
                  </a:lnTo>
                  <a:lnTo>
                    <a:pt x="2540" y="1540"/>
                  </a:lnTo>
                  <a:lnTo>
                    <a:pt x="2551" y="1574"/>
                  </a:lnTo>
                  <a:lnTo>
                    <a:pt x="2562" y="1611"/>
                  </a:lnTo>
                  <a:lnTo>
                    <a:pt x="2570" y="1649"/>
                  </a:lnTo>
                  <a:lnTo>
                    <a:pt x="2576" y="1689"/>
                  </a:lnTo>
                  <a:lnTo>
                    <a:pt x="2580" y="1731"/>
                  </a:lnTo>
                  <a:lnTo>
                    <a:pt x="2581" y="1773"/>
                  </a:lnTo>
                  <a:lnTo>
                    <a:pt x="2580" y="1815"/>
                  </a:lnTo>
                  <a:lnTo>
                    <a:pt x="2576" y="1858"/>
                  </a:lnTo>
                  <a:lnTo>
                    <a:pt x="2570" y="1897"/>
                  </a:lnTo>
                  <a:lnTo>
                    <a:pt x="2562" y="1936"/>
                  </a:lnTo>
                  <a:lnTo>
                    <a:pt x="2551" y="1972"/>
                  </a:lnTo>
                  <a:lnTo>
                    <a:pt x="2540" y="2008"/>
                  </a:lnTo>
                  <a:lnTo>
                    <a:pt x="2526" y="2039"/>
                  </a:lnTo>
                  <a:lnTo>
                    <a:pt x="2510" y="2070"/>
                  </a:lnTo>
                  <a:lnTo>
                    <a:pt x="2493" y="2097"/>
                  </a:lnTo>
                  <a:lnTo>
                    <a:pt x="2475" y="2121"/>
                  </a:lnTo>
                  <a:lnTo>
                    <a:pt x="2455" y="2142"/>
                  </a:lnTo>
                  <a:lnTo>
                    <a:pt x="2434" y="2160"/>
                  </a:lnTo>
                  <a:lnTo>
                    <a:pt x="2412" y="2174"/>
                  </a:lnTo>
                  <a:lnTo>
                    <a:pt x="2390" y="2185"/>
                  </a:lnTo>
                  <a:lnTo>
                    <a:pt x="2366" y="2191"/>
                  </a:lnTo>
                  <a:lnTo>
                    <a:pt x="2342" y="2193"/>
                  </a:lnTo>
                  <a:lnTo>
                    <a:pt x="2317" y="2191"/>
                  </a:lnTo>
                  <a:lnTo>
                    <a:pt x="2294" y="2185"/>
                  </a:lnTo>
                  <a:lnTo>
                    <a:pt x="2270" y="2174"/>
                  </a:lnTo>
                  <a:lnTo>
                    <a:pt x="2249" y="2160"/>
                  </a:lnTo>
                  <a:lnTo>
                    <a:pt x="2228" y="2142"/>
                  </a:lnTo>
                  <a:lnTo>
                    <a:pt x="2208" y="2121"/>
                  </a:lnTo>
                  <a:lnTo>
                    <a:pt x="2189" y="2097"/>
                  </a:lnTo>
                  <a:lnTo>
                    <a:pt x="2173" y="2070"/>
                  </a:lnTo>
                  <a:lnTo>
                    <a:pt x="2157" y="2039"/>
                  </a:lnTo>
                  <a:lnTo>
                    <a:pt x="2142" y="2008"/>
                  </a:lnTo>
                  <a:lnTo>
                    <a:pt x="2131" y="1972"/>
                  </a:lnTo>
                  <a:lnTo>
                    <a:pt x="2120" y="1936"/>
                  </a:lnTo>
                  <a:lnTo>
                    <a:pt x="2112" y="1897"/>
                  </a:lnTo>
                  <a:lnTo>
                    <a:pt x="2106" y="1858"/>
                  </a:lnTo>
                  <a:lnTo>
                    <a:pt x="2103" y="1815"/>
                  </a:lnTo>
                  <a:lnTo>
                    <a:pt x="2101" y="1773"/>
                  </a:lnTo>
                  <a:lnTo>
                    <a:pt x="2103" y="1731"/>
                  </a:lnTo>
                  <a:lnTo>
                    <a:pt x="2106" y="1689"/>
                  </a:lnTo>
                  <a:lnTo>
                    <a:pt x="2112" y="1649"/>
                  </a:lnTo>
                  <a:lnTo>
                    <a:pt x="2120" y="1611"/>
                  </a:lnTo>
                  <a:lnTo>
                    <a:pt x="2131" y="1574"/>
                  </a:lnTo>
                  <a:lnTo>
                    <a:pt x="2142" y="1540"/>
                  </a:lnTo>
                  <a:lnTo>
                    <a:pt x="2157" y="1507"/>
                  </a:lnTo>
                  <a:lnTo>
                    <a:pt x="2173" y="1478"/>
                  </a:lnTo>
                  <a:lnTo>
                    <a:pt x="2189" y="1451"/>
                  </a:lnTo>
                  <a:lnTo>
                    <a:pt x="2208" y="1426"/>
                  </a:lnTo>
                  <a:lnTo>
                    <a:pt x="2228" y="1405"/>
                  </a:lnTo>
                  <a:lnTo>
                    <a:pt x="2249" y="1387"/>
                  </a:lnTo>
                  <a:lnTo>
                    <a:pt x="2270" y="1373"/>
                  </a:lnTo>
                  <a:lnTo>
                    <a:pt x="2294" y="1363"/>
                  </a:lnTo>
                  <a:lnTo>
                    <a:pt x="2317" y="1357"/>
                  </a:lnTo>
                  <a:lnTo>
                    <a:pt x="2342" y="1355"/>
                  </a:lnTo>
                  <a:close/>
                  <a:moveTo>
                    <a:pt x="3179" y="819"/>
                  </a:moveTo>
                  <a:lnTo>
                    <a:pt x="3204" y="821"/>
                  </a:lnTo>
                  <a:lnTo>
                    <a:pt x="3227" y="827"/>
                  </a:lnTo>
                  <a:lnTo>
                    <a:pt x="3250" y="838"/>
                  </a:lnTo>
                  <a:lnTo>
                    <a:pt x="3272" y="852"/>
                  </a:lnTo>
                  <a:lnTo>
                    <a:pt x="3293" y="869"/>
                  </a:lnTo>
                  <a:lnTo>
                    <a:pt x="3312" y="890"/>
                  </a:lnTo>
                  <a:lnTo>
                    <a:pt x="3331" y="915"/>
                  </a:lnTo>
                  <a:lnTo>
                    <a:pt x="3348" y="942"/>
                  </a:lnTo>
                  <a:lnTo>
                    <a:pt x="3363" y="971"/>
                  </a:lnTo>
                  <a:lnTo>
                    <a:pt x="3377" y="1004"/>
                  </a:lnTo>
                  <a:lnTo>
                    <a:pt x="3389" y="1038"/>
                  </a:lnTo>
                  <a:lnTo>
                    <a:pt x="3400" y="1076"/>
                  </a:lnTo>
                  <a:lnTo>
                    <a:pt x="3408" y="1113"/>
                  </a:lnTo>
                  <a:lnTo>
                    <a:pt x="3414" y="1153"/>
                  </a:lnTo>
                  <a:lnTo>
                    <a:pt x="3417" y="1195"/>
                  </a:lnTo>
                  <a:lnTo>
                    <a:pt x="3418" y="1237"/>
                  </a:lnTo>
                  <a:lnTo>
                    <a:pt x="3417" y="1280"/>
                  </a:lnTo>
                  <a:lnTo>
                    <a:pt x="3414" y="1322"/>
                  </a:lnTo>
                  <a:lnTo>
                    <a:pt x="3408" y="1362"/>
                  </a:lnTo>
                  <a:lnTo>
                    <a:pt x="3400" y="1399"/>
                  </a:lnTo>
                  <a:lnTo>
                    <a:pt x="3389" y="1437"/>
                  </a:lnTo>
                  <a:lnTo>
                    <a:pt x="3377" y="1471"/>
                  </a:lnTo>
                  <a:lnTo>
                    <a:pt x="3363" y="1503"/>
                  </a:lnTo>
                  <a:lnTo>
                    <a:pt x="3348" y="1533"/>
                  </a:lnTo>
                  <a:lnTo>
                    <a:pt x="3331" y="1560"/>
                  </a:lnTo>
                  <a:lnTo>
                    <a:pt x="3312" y="1584"/>
                  </a:lnTo>
                  <a:lnTo>
                    <a:pt x="3293" y="1605"/>
                  </a:lnTo>
                  <a:lnTo>
                    <a:pt x="3272" y="1623"/>
                  </a:lnTo>
                  <a:lnTo>
                    <a:pt x="3250" y="1637"/>
                  </a:lnTo>
                  <a:lnTo>
                    <a:pt x="3227" y="1648"/>
                  </a:lnTo>
                  <a:lnTo>
                    <a:pt x="3204" y="1654"/>
                  </a:lnTo>
                  <a:lnTo>
                    <a:pt x="3179" y="1656"/>
                  </a:lnTo>
                  <a:lnTo>
                    <a:pt x="3155" y="1654"/>
                  </a:lnTo>
                  <a:lnTo>
                    <a:pt x="3131" y="1648"/>
                  </a:lnTo>
                  <a:lnTo>
                    <a:pt x="3108" y="1637"/>
                  </a:lnTo>
                  <a:lnTo>
                    <a:pt x="3087" y="1623"/>
                  </a:lnTo>
                  <a:lnTo>
                    <a:pt x="3066" y="1605"/>
                  </a:lnTo>
                  <a:lnTo>
                    <a:pt x="3046" y="1584"/>
                  </a:lnTo>
                  <a:lnTo>
                    <a:pt x="3027" y="1560"/>
                  </a:lnTo>
                  <a:lnTo>
                    <a:pt x="3011" y="1533"/>
                  </a:lnTo>
                  <a:lnTo>
                    <a:pt x="2994" y="1503"/>
                  </a:lnTo>
                  <a:lnTo>
                    <a:pt x="2980" y="1471"/>
                  </a:lnTo>
                  <a:lnTo>
                    <a:pt x="2968" y="1437"/>
                  </a:lnTo>
                  <a:lnTo>
                    <a:pt x="2958" y="1399"/>
                  </a:lnTo>
                  <a:lnTo>
                    <a:pt x="2950" y="1362"/>
                  </a:lnTo>
                  <a:lnTo>
                    <a:pt x="2944" y="1322"/>
                  </a:lnTo>
                  <a:lnTo>
                    <a:pt x="2940" y="1280"/>
                  </a:lnTo>
                  <a:lnTo>
                    <a:pt x="2939" y="1237"/>
                  </a:lnTo>
                  <a:lnTo>
                    <a:pt x="2940" y="1195"/>
                  </a:lnTo>
                  <a:lnTo>
                    <a:pt x="2944" y="1153"/>
                  </a:lnTo>
                  <a:lnTo>
                    <a:pt x="2950" y="1113"/>
                  </a:lnTo>
                  <a:lnTo>
                    <a:pt x="2958" y="1076"/>
                  </a:lnTo>
                  <a:lnTo>
                    <a:pt x="2968" y="1038"/>
                  </a:lnTo>
                  <a:lnTo>
                    <a:pt x="2980" y="1004"/>
                  </a:lnTo>
                  <a:lnTo>
                    <a:pt x="2994" y="971"/>
                  </a:lnTo>
                  <a:lnTo>
                    <a:pt x="3011" y="942"/>
                  </a:lnTo>
                  <a:lnTo>
                    <a:pt x="3027" y="915"/>
                  </a:lnTo>
                  <a:lnTo>
                    <a:pt x="3046" y="890"/>
                  </a:lnTo>
                  <a:lnTo>
                    <a:pt x="3066" y="869"/>
                  </a:lnTo>
                  <a:lnTo>
                    <a:pt x="3087" y="852"/>
                  </a:lnTo>
                  <a:lnTo>
                    <a:pt x="3108" y="838"/>
                  </a:lnTo>
                  <a:lnTo>
                    <a:pt x="3131" y="827"/>
                  </a:lnTo>
                  <a:lnTo>
                    <a:pt x="3155" y="821"/>
                  </a:lnTo>
                  <a:lnTo>
                    <a:pt x="3179" y="819"/>
                  </a:lnTo>
                  <a:close/>
                  <a:moveTo>
                    <a:pt x="3246" y="2144"/>
                  </a:moveTo>
                  <a:lnTo>
                    <a:pt x="3271" y="2146"/>
                  </a:lnTo>
                  <a:lnTo>
                    <a:pt x="3294" y="2152"/>
                  </a:lnTo>
                  <a:lnTo>
                    <a:pt x="3316" y="2162"/>
                  </a:lnTo>
                  <a:lnTo>
                    <a:pt x="3339" y="2176"/>
                  </a:lnTo>
                  <a:lnTo>
                    <a:pt x="3360" y="2194"/>
                  </a:lnTo>
                  <a:lnTo>
                    <a:pt x="3380" y="2215"/>
                  </a:lnTo>
                  <a:lnTo>
                    <a:pt x="3397" y="2240"/>
                  </a:lnTo>
                  <a:lnTo>
                    <a:pt x="3415" y="2267"/>
                  </a:lnTo>
                  <a:lnTo>
                    <a:pt x="3430" y="2296"/>
                  </a:lnTo>
                  <a:lnTo>
                    <a:pt x="3444" y="2329"/>
                  </a:lnTo>
                  <a:lnTo>
                    <a:pt x="3456" y="2363"/>
                  </a:lnTo>
                  <a:lnTo>
                    <a:pt x="3466" y="2400"/>
                  </a:lnTo>
                  <a:lnTo>
                    <a:pt x="3475" y="2438"/>
                  </a:lnTo>
                  <a:lnTo>
                    <a:pt x="3480" y="2478"/>
                  </a:lnTo>
                  <a:lnTo>
                    <a:pt x="3484" y="2520"/>
                  </a:lnTo>
                  <a:lnTo>
                    <a:pt x="3485" y="2562"/>
                  </a:lnTo>
                  <a:lnTo>
                    <a:pt x="3484" y="2604"/>
                  </a:lnTo>
                  <a:lnTo>
                    <a:pt x="3480" y="2647"/>
                  </a:lnTo>
                  <a:lnTo>
                    <a:pt x="3475" y="2686"/>
                  </a:lnTo>
                  <a:lnTo>
                    <a:pt x="3466" y="2725"/>
                  </a:lnTo>
                  <a:lnTo>
                    <a:pt x="3456" y="2762"/>
                  </a:lnTo>
                  <a:lnTo>
                    <a:pt x="3444" y="2796"/>
                  </a:lnTo>
                  <a:lnTo>
                    <a:pt x="3430" y="2828"/>
                  </a:lnTo>
                  <a:lnTo>
                    <a:pt x="3415" y="2858"/>
                  </a:lnTo>
                  <a:lnTo>
                    <a:pt x="3397" y="2886"/>
                  </a:lnTo>
                  <a:lnTo>
                    <a:pt x="3380" y="2909"/>
                  </a:lnTo>
                  <a:lnTo>
                    <a:pt x="3360" y="2930"/>
                  </a:lnTo>
                  <a:lnTo>
                    <a:pt x="3339" y="2949"/>
                  </a:lnTo>
                  <a:lnTo>
                    <a:pt x="3316" y="2963"/>
                  </a:lnTo>
                  <a:lnTo>
                    <a:pt x="3294" y="2974"/>
                  </a:lnTo>
                  <a:lnTo>
                    <a:pt x="3271" y="2980"/>
                  </a:lnTo>
                  <a:lnTo>
                    <a:pt x="3246" y="2982"/>
                  </a:lnTo>
                  <a:lnTo>
                    <a:pt x="3222" y="2980"/>
                  </a:lnTo>
                  <a:lnTo>
                    <a:pt x="3198" y="2974"/>
                  </a:lnTo>
                  <a:lnTo>
                    <a:pt x="3176" y="2963"/>
                  </a:lnTo>
                  <a:lnTo>
                    <a:pt x="3154" y="2949"/>
                  </a:lnTo>
                  <a:lnTo>
                    <a:pt x="3133" y="2930"/>
                  </a:lnTo>
                  <a:lnTo>
                    <a:pt x="3113" y="2909"/>
                  </a:lnTo>
                  <a:lnTo>
                    <a:pt x="3095" y="2886"/>
                  </a:lnTo>
                  <a:lnTo>
                    <a:pt x="3077" y="2858"/>
                  </a:lnTo>
                  <a:lnTo>
                    <a:pt x="3062" y="2828"/>
                  </a:lnTo>
                  <a:lnTo>
                    <a:pt x="3048" y="2796"/>
                  </a:lnTo>
                  <a:lnTo>
                    <a:pt x="3036" y="2762"/>
                  </a:lnTo>
                  <a:lnTo>
                    <a:pt x="3026" y="2725"/>
                  </a:lnTo>
                  <a:lnTo>
                    <a:pt x="3018" y="2686"/>
                  </a:lnTo>
                  <a:lnTo>
                    <a:pt x="3012" y="2647"/>
                  </a:lnTo>
                  <a:lnTo>
                    <a:pt x="3008" y="2604"/>
                  </a:lnTo>
                  <a:lnTo>
                    <a:pt x="3007" y="2562"/>
                  </a:lnTo>
                  <a:lnTo>
                    <a:pt x="3008" y="2520"/>
                  </a:lnTo>
                  <a:lnTo>
                    <a:pt x="3012" y="2478"/>
                  </a:lnTo>
                  <a:lnTo>
                    <a:pt x="3018" y="2438"/>
                  </a:lnTo>
                  <a:lnTo>
                    <a:pt x="3026" y="2400"/>
                  </a:lnTo>
                  <a:lnTo>
                    <a:pt x="3036" y="2363"/>
                  </a:lnTo>
                  <a:lnTo>
                    <a:pt x="3048" y="2329"/>
                  </a:lnTo>
                  <a:lnTo>
                    <a:pt x="3062" y="2296"/>
                  </a:lnTo>
                  <a:lnTo>
                    <a:pt x="3077" y="2267"/>
                  </a:lnTo>
                  <a:lnTo>
                    <a:pt x="3095" y="2240"/>
                  </a:lnTo>
                  <a:lnTo>
                    <a:pt x="3113" y="2215"/>
                  </a:lnTo>
                  <a:lnTo>
                    <a:pt x="3133" y="2194"/>
                  </a:lnTo>
                  <a:lnTo>
                    <a:pt x="3154" y="2176"/>
                  </a:lnTo>
                  <a:lnTo>
                    <a:pt x="3176" y="2162"/>
                  </a:lnTo>
                  <a:lnTo>
                    <a:pt x="3198" y="2152"/>
                  </a:lnTo>
                  <a:lnTo>
                    <a:pt x="3222" y="2146"/>
                  </a:lnTo>
                  <a:lnTo>
                    <a:pt x="3246" y="214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4178" name="Freeform 48"/>
            <p:cNvSpPr>
              <a:spLocks/>
            </p:cNvSpPr>
            <p:nvPr/>
          </p:nvSpPr>
          <p:spPr bwMode="auto">
            <a:xfrm>
              <a:off x="1267" y="1588"/>
              <a:ext cx="87" cy="52"/>
            </a:xfrm>
            <a:custGeom>
              <a:avLst/>
              <a:gdLst>
                <a:gd name="T0" fmla="*/ 3 w 437"/>
                <a:gd name="T1" fmla="*/ 2 h 260"/>
                <a:gd name="T2" fmla="*/ 3 w 437"/>
                <a:gd name="T3" fmla="*/ 2 h 260"/>
                <a:gd name="T4" fmla="*/ 3 w 437"/>
                <a:gd name="T5" fmla="*/ 2 h 260"/>
                <a:gd name="T6" fmla="*/ 3 w 437"/>
                <a:gd name="T7" fmla="*/ 2 h 260"/>
                <a:gd name="T8" fmla="*/ 3 w 437"/>
                <a:gd name="T9" fmla="*/ 1 h 260"/>
                <a:gd name="T10" fmla="*/ 3 w 437"/>
                <a:gd name="T11" fmla="*/ 1 h 260"/>
                <a:gd name="T12" fmla="*/ 3 w 437"/>
                <a:gd name="T13" fmla="*/ 1 h 260"/>
                <a:gd name="T14" fmla="*/ 3 w 437"/>
                <a:gd name="T15" fmla="*/ 1 h 260"/>
                <a:gd name="T16" fmla="*/ 3 w 437"/>
                <a:gd name="T17" fmla="*/ 1 h 260"/>
                <a:gd name="T18" fmla="*/ 2 w 437"/>
                <a:gd name="T19" fmla="*/ 1 h 260"/>
                <a:gd name="T20" fmla="*/ 2 w 437"/>
                <a:gd name="T21" fmla="*/ 0 h 260"/>
                <a:gd name="T22" fmla="*/ 2 w 437"/>
                <a:gd name="T23" fmla="*/ 0 h 260"/>
                <a:gd name="T24" fmla="*/ 2 w 437"/>
                <a:gd name="T25" fmla="*/ 0 h 260"/>
                <a:gd name="T26" fmla="*/ 1 w 437"/>
                <a:gd name="T27" fmla="*/ 0 h 260"/>
                <a:gd name="T28" fmla="*/ 1 w 437"/>
                <a:gd name="T29" fmla="*/ 0 h 260"/>
                <a:gd name="T30" fmla="*/ 1 w 437"/>
                <a:gd name="T31" fmla="*/ 0 h 260"/>
                <a:gd name="T32" fmla="*/ 0 w 437"/>
                <a:gd name="T33" fmla="*/ 0 h 260"/>
                <a:gd name="T34" fmla="*/ 0 w 437"/>
                <a:gd name="T35" fmla="*/ 0 h 260"/>
                <a:gd name="T36" fmla="*/ 0 w 437"/>
                <a:gd name="T37" fmla="*/ 0 h 260"/>
                <a:gd name="T38" fmla="*/ 0 w 437"/>
                <a:gd name="T39" fmla="*/ 0 h 260"/>
                <a:gd name="T40" fmla="*/ 1 w 437"/>
                <a:gd name="T41" fmla="*/ 0 h 260"/>
                <a:gd name="T42" fmla="*/ 1 w 437"/>
                <a:gd name="T43" fmla="*/ 0 h 260"/>
                <a:gd name="T44" fmla="*/ 1 w 437"/>
                <a:gd name="T45" fmla="*/ 0 h 260"/>
                <a:gd name="T46" fmla="*/ 2 w 437"/>
                <a:gd name="T47" fmla="*/ 0 h 260"/>
                <a:gd name="T48" fmla="*/ 2 w 437"/>
                <a:gd name="T49" fmla="*/ 0 h 260"/>
                <a:gd name="T50" fmla="*/ 2 w 437"/>
                <a:gd name="T51" fmla="*/ 1 h 260"/>
                <a:gd name="T52" fmla="*/ 2 w 437"/>
                <a:gd name="T53" fmla="*/ 1 h 260"/>
                <a:gd name="T54" fmla="*/ 3 w 437"/>
                <a:gd name="T55" fmla="*/ 1 h 260"/>
                <a:gd name="T56" fmla="*/ 3 w 437"/>
                <a:gd name="T57" fmla="*/ 1 h 260"/>
                <a:gd name="T58" fmla="*/ 3 w 437"/>
                <a:gd name="T59" fmla="*/ 1 h 260"/>
                <a:gd name="T60" fmla="*/ 3 w 437"/>
                <a:gd name="T61" fmla="*/ 1 h 260"/>
                <a:gd name="T62" fmla="*/ 3 w 437"/>
                <a:gd name="T63" fmla="*/ 1 h 260"/>
                <a:gd name="T64" fmla="*/ 3 w 437"/>
                <a:gd name="T65" fmla="*/ 2 h 260"/>
                <a:gd name="T66" fmla="*/ 3 w 437"/>
                <a:gd name="T67" fmla="*/ 2 h 260"/>
                <a:gd name="T68" fmla="*/ 3 w 437"/>
                <a:gd name="T69" fmla="*/ 2 h 260"/>
                <a:gd name="T70" fmla="*/ 3 w 437"/>
                <a:gd name="T71" fmla="*/ 2 h 260"/>
                <a:gd name="T72" fmla="*/ 3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437" y="260"/>
                  </a:moveTo>
                  <a:lnTo>
                    <a:pt x="437" y="260"/>
                  </a:lnTo>
                  <a:lnTo>
                    <a:pt x="434" y="233"/>
                  </a:lnTo>
                  <a:lnTo>
                    <a:pt x="427" y="206"/>
                  </a:lnTo>
                  <a:lnTo>
                    <a:pt x="417" y="181"/>
                  </a:lnTo>
                  <a:lnTo>
                    <a:pt x="401" y="157"/>
                  </a:lnTo>
                  <a:lnTo>
                    <a:pt x="383" y="133"/>
                  </a:lnTo>
                  <a:lnTo>
                    <a:pt x="360" y="113"/>
                  </a:lnTo>
                  <a:lnTo>
                    <a:pt x="336" y="93"/>
                  </a:lnTo>
                  <a:lnTo>
                    <a:pt x="308" y="73"/>
                  </a:lnTo>
                  <a:lnTo>
                    <a:pt x="276" y="58"/>
                  </a:lnTo>
                  <a:lnTo>
                    <a:pt x="242" y="43"/>
                  </a:lnTo>
                  <a:lnTo>
                    <a:pt x="207" y="30"/>
                  </a:lnTo>
                  <a:lnTo>
                    <a:pt x="168" y="19"/>
                  </a:lnTo>
                  <a:lnTo>
                    <a:pt x="128" y="11"/>
                  </a:lnTo>
                  <a:lnTo>
                    <a:pt x="87" y="4"/>
                  </a:lnTo>
                  <a:lnTo>
                    <a:pt x="43" y="1"/>
                  </a:lnTo>
                  <a:lnTo>
                    <a:pt x="0" y="0"/>
                  </a:lnTo>
                  <a:lnTo>
                    <a:pt x="0" y="11"/>
                  </a:lnTo>
                  <a:lnTo>
                    <a:pt x="43" y="12"/>
                  </a:lnTo>
                  <a:lnTo>
                    <a:pt x="85" y="16"/>
                  </a:lnTo>
                  <a:lnTo>
                    <a:pt x="126" y="23"/>
                  </a:lnTo>
                  <a:lnTo>
                    <a:pt x="166" y="31"/>
                  </a:lnTo>
                  <a:lnTo>
                    <a:pt x="202" y="42"/>
                  </a:lnTo>
                  <a:lnTo>
                    <a:pt x="237" y="55"/>
                  </a:lnTo>
                  <a:lnTo>
                    <a:pt x="271" y="70"/>
                  </a:lnTo>
                  <a:lnTo>
                    <a:pt x="301" y="85"/>
                  </a:lnTo>
                  <a:lnTo>
                    <a:pt x="329" y="103"/>
                  </a:lnTo>
                  <a:lnTo>
                    <a:pt x="353" y="123"/>
                  </a:lnTo>
                  <a:lnTo>
                    <a:pt x="373" y="143"/>
                  </a:lnTo>
                  <a:lnTo>
                    <a:pt x="392" y="164"/>
                  </a:lnTo>
                  <a:lnTo>
                    <a:pt x="405" y="186"/>
                  </a:lnTo>
                  <a:lnTo>
                    <a:pt x="415" y="211"/>
                  </a:lnTo>
                  <a:lnTo>
                    <a:pt x="422" y="235"/>
                  </a:lnTo>
                  <a:lnTo>
                    <a:pt x="425" y="260"/>
                  </a:lnTo>
                  <a:lnTo>
                    <a:pt x="437"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4179" name="Freeform 49"/>
            <p:cNvSpPr>
              <a:spLocks/>
            </p:cNvSpPr>
            <p:nvPr/>
          </p:nvSpPr>
          <p:spPr bwMode="auto">
            <a:xfrm>
              <a:off x="1267" y="1640"/>
              <a:ext cx="87" cy="52"/>
            </a:xfrm>
            <a:custGeom>
              <a:avLst/>
              <a:gdLst>
                <a:gd name="T0" fmla="*/ 0 w 437"/>
                <a:gd name="T1" fmla="*/ 2 h 260"/>
                <a:gd name="T2" fmla="*/ 0 w 437"/>
                <a:gd name="T3" fmla="*/ 2 h 260"/>
                <a:gd name="T4" fmla="*/ 0 w 437"/>
                <a:gd name="T5" fmla="*/ 2 h 260"/>
                <a:gd name="T6" fmla="*/ 1 w 437"/>
                <a:gd name="T7" fmla="*/ 2 h 260"/>
                <a:gd name="T8" fmla="*/ 1 w 437"/>
                <a:gd name="T9" fmla="*/ 2 h 260"/>
                <a:gd name="T10" fmla="*/ 1 w 437"/>
                <a:gd name="T11" fmla="*/ 2 h 260"/>
                <a:gd name="T12" fmla="*/ 2 w 437"/>
                <a:gd name="T13" fmla="*/ 2 h 260"/>
                <a:gd name="T14" fmla="*/ 2 w 437"/>
                <a:gd name="T15" fmla="*/ 2 h 260"/>
                <a:gd name="T16" fmla="*/ 2 w 437"/>
                <a:gd name="T17" fmla="*/ 2 h 260"/>
                <a:gd name="T18" fmla="*/ 2 w 437"/>
                <a:gd name="T19" fmla="*/ 1 h 260"/>
                <a:gd name="T20" fmla="*/ 3 w 437"/>
                <a:gd name="T21" fmla="*/ 1 h 260"/>
                <a:gd name="T22" fmla="*/ 3 w 437"/>
                <a:gd name="T23" fmla="*/ 1 h 260"/>
                <a:gd name="T24" fmla="*/ 3 w 437"/>
                <a:gd name="T25" fmla="*/ 1 h 260"/>
                <a:gd name="T26" fmla="*/ 3 w 437"/>
                <a:gd name="T27" fmla="*/ 1 h 260"/>
                <a:gd name="T28" fmla="*/ 3 w 437"/>
                <a:gd name="T29" fmla="*/ 1 h 260"/>
                <a:gd name="T30" fmla="*/ 3 w 437"/>
                <a:gd name="T31" fmla="*/ 0 h 260"/>
                <a:gd name="T32" fmla="*/ 3 w 437"/>
                <a:gd name="T33" fmla="*/ 0 h 260"/>
                <a:gd name="T34" fmla="*/ 3 w 437"/>
                <a:gd name="T35" fmla="*/ 0 h 260"/>
                <a:gd name="T36" fmla="*/ 3 w 437"/>
                <a:gd name="T37" fmla="*/ 0 h 260"/>
                <a:gd name="T38" fmla="*/ 3 w 437"/>
                <a:gd name="T39" fmla="*/ 0 h 260"/>
                <a:gd name="T40" fmla="*/ 3 w 437"/>
                <a:gd name="T41" fmla="*/ 0 h 260"/>
                <a:gd name="T42" fmla="*/ 3 w 437"/>
                <a:gd name="T43" fmla="*/ 1 h 260"/>
                <a:gd name="T44" fmla="*/ 3 w 437"/>
                <a:gd name="T45" fmla="*/ 1 h 260"/>
                <a:gd name="T46" fmla="*/ 3 w 437"/>
                <a:gd name="T47" fmla="*/ 1 h 260"/>
                <a:gd name="T48" fmla="*/ 3 w 437"/>
                <a:gd name="T49" fmla="*/ 1 h 260"/>
                <a:gd name="T50" fmla="*/ 3 w 437"/>
                <a:gd name="T51" fmla="*/ 1 h 260"/>
                <a:gd name="T52" fmla="*/ 2 w 437"/>
                <a:gd name="T53" fmla="*/ 1 h 260"/>
                <a:gd name="T54" fmla="*/ 2 w 437"/>
                <a:gd name="T55" fmla="*/ 2 h 260"/>
                <a:gd name="T56" fmla="*/ 2 w 437"/>
                <a:gd name="T57" fmla="*/ 2 h 260"/>
                <a:gd name="T58" fmla="*/ 2 w 437"/>
                <a:gd name="T59" fmla="*/ 2 h 260"/>
                <a:gd name="T60" fmla="*/ 1 w 437"/>
                <a:gd name="T61" fmla="*/ 2 h 260"/>
                <a:gd name="T62" fmla="*/ 1 w 437"/>
                <a:gd name="T63" fmla="*/ 2 h 260"/>
                <a:gd name="T64" fmla="*/ 1 w 437"/>
                <a:gd name="T65" fmla="*/ 2 h 260"/>
                <a:gd name="T66" fmla="*/ 0 w 437"/>
                <a:gd name="T67" fmla="*/ 2 h 260"/>
                <a:gd name="T68" fmla="*/ 0 w 437"/>
                <a:gd name="T69" fmla="*/ 2 h 260"/>
                <a:gd name="T70" fmla="*/ 0 w 437"/>
                <a:gd name="T71" fmla="*/ 2 h 260"/>
                <a:gd name="T72" fmla="*/ 0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0" y="260"/>
                  </a:moveTo>
                  <a:lnTo>
                    <a:pt x="0" y="260"/>
                  </a:lnTo>
                  <a:lnTo>
                    <a:pt x="43" y="259"/>
                  </a:lnTo>
                  <a:lnTo>
                    <a:pt x="87" y="255"/>
                  </a:lnTo>
                  <a:lnTo>
                    <a:pt x="128" y="248"/>
                  </a:lnTo>
                  <a:lnTo>
                    <a:pt x="168" y="240"/>
                  </a:lnTo>
                  <a:lnTo>
                    <a:pt x="207" y="230"/>
                  </a:lnTo>
                  <a:lnTo>
                    <a:pt x="242" y="217"/>
                  </a:lnTo>
                  <a:lnTo>
                    <a:pt x="276" y="202"/>
                  </a:lnTo>
                  <a:lnTo>
                    <a:pt x="308" y="185"/>
                  </a:lnTo>
                  <a:lnTo>
                    <a:pt x="336" y="166"/>
                  </a:lnTo>
                  <a:lnTo>
                    <a:pt x="360" y="146"/>
                  </a:lnTo>
                  <a:lnTo>
                    <a:pt x="383" y="125"/>
                  </a:lnTo>
                  <a:lnTo>
                    <a:pt x="401" y="102"/>
                  </a:lnTo>
                  <a:lnTo>
                    <a:pt x="417" y="77"/>
                  </a:lnTo>
                  <a:lnTo>
                    <a:pt x="427" y="53"/>
                  </a:lnTo>
                  <a:lnTo>
                    <a:pt x="434" y="27"/>
                  </a:lnTo>
                  <a:lnTo>
                    <a:pt x="437" y="0"/>
                  </a:lnTo>
                  <a:lnTo>
                    <a:pt x="425" y="0"/>
                  </a:lnTo>
                  <a:lnTo>
                    <a:pt x="422" y="24"/>
                  </a:lnTo>
                  <a:lnTo>
                    <a:pt x="415" y="48"/>
                  </a:lnTo>
                  <a:lnTo>
                    <a:pt x="405" y="73"/>
                  </a:lnTo>
                  <a:lnTo>
                    <a:pt x="392" y="95"/>
                  </a:lnTo>
                  <a:lnTo>
                    <a:pt x="373" y="116"/>
                  </a:lnTo>
                  <a:lnTo>
                    <a:pt x="353" y="137"/>
                  </a:lnTo>
                  <a:lnTo>
                    <a:pt x="329" y="157"/>
                  </a:lnTo>
                  <a:lnTo>
                    <a:pt x="301" y="173"/>
                  </a:lnTo>
                  <a:lnTo>
                    <a:pt x="271" y="190"/>
                  </a:lnTo>
                  <a:lnTo>
                    <a:pt x="237" y="205"/>
                  </a:lnTo>
                  <a:lnTo>
                    <a:pt x="202" y="218"/>
                  </a:lnTo>
                  <a:lnTo>
                    <a:pt x="166" y="228"/>
                  </a:lnTo>
                  <a:lnTo>
                    <a:pt x="126" y="237"/>
                  </a:lnTo>
                  <a:lnTo>
                    <a:pt x="85" y="244"/>
                  </a:lnTo>
                  <a:lnTo>
                    <a:pt x="43" y="247"/>
                  </a:lnTo>
                  <a:lnTo>
                    <a:pt x="0" y="248"/>
                  </a:lnTo>
                  <a:lnTo>
                    <a:pt x="0"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4180" name="Freeform 50"/>
            <p:cNvSpPr>
              <a:spLocks/>
            </p:cNvSpPr>
            <p:nvPr/>
          </p:nvSpPr>
          <p:spPr bwMode="auto">
            <a:xfrm>
              <a:off x="1179" y="1640"/>
              <a:ext cx="88" cy="52"/>
            </a:xfrm>
            <a:custGeom>
              <a:avLst/>
              <a:gdLst>
                <a:gd name="T0" fmla="*/ 0 w 439"/>
                <a:gd name="T1" fmla="*/ 0 h 260"/>
                <a:gd name="T2" fmla="*/ 0 w 439"/>
                <a:gd name="T3" fmla="*/ 0 h 260"/>
                <a:gd name="T4" fmla="*/ 0 w 439"/>
                <a:gd name="T5" fmla="*/ 0 h 260"/>
                <a:gd name="T6" fmla="*/ 0 w 439"/>
                <a:gd name="T7" fmla="*/ 0 h 260"/>
                <a:gd name="T8" fmla="*/ 0 w 439"/>
                <a:gd name="T9" fmla="*/ 1 h 260"/>
                <a:gd name="T10" fmla="*/ 0 w 439"/>
                <a:gd name="T11" fmla="*/ 1 h 260"/>
                <a:gd name="T12" fmla="*/ 0 w 439"/>
                <a:gd name="T13" fmla="*/ 1 h 260"/>
                <a:gd name="T14" fmla="*/ 1 w 439"/>
                <a:gd name="T15" fmla="*/ 1 h 260"/>
                <a:gd name="T16" fmla="*/ 1 w 439"/>
                <a:gd name="T17" fmla="*/ 1 h 260"/>
                <a:gd name="T18" fmla="*/ 1 w 439"/>
                <a:gd name="T19" fmla="*/ 1 h 260"/>
                <a:gd name="T20" fmla="*/ 1 w 439"/>
                <a:gd name="T21" fmla="*/ 2 h 260"/>
                <a:gd name="T22" fmla="*/ 2 w 439"/>
                <a:gd name="T23" fmla="*/ 2 h 260"/>
                <a:gd name="T24" fmla="*/ 2 w 439"/>
                <a:gd name="T25" fmla="*/ 2 h 260"/>
                <a:gd name="T26" fmla="*/ 2 w 439"/>
                <a:gd name="T27" fmla="*/ 2 h 260"/>
                <a:gd name="T28" fmla="*/ 2 w 439"/>
                <a:gd name="T29" fmla="*/ 2 h 260"/>
                <a:gd name="T30" fmla="*/ 3 w 439"/>
                <a:gd name="T31" fmla="*/ 2 h 260"/>
                <a:gd name="T32" fmla="*/ 3 w 439"/>
                <a:gd name="T33" fmla="*/ 2 h 260"/>
                <a:gd name="T34" fmla="*/ 4 w 439"/>
                <a:gd name="T35" fmla="*/ 2 h 260"/>
                <a:gd name="T36" fmla="*/ 4 w 439"/>
                <a:gd name="T37" fmla="*/ 2 h 260"/>
                <a:gd name="T38" fmla="*/ 3 w 439"/>
                <a:gd name="T39" fmla="*/ 2 h 260"/>
                <a:gd name="T40" fmla="*/ 3 w 439"/>
                <a:gd name="T41" fmla="*/ 2 h 260"/>
                <a:gd name="T42" fmla="*/ 3 w 439"/>
                <a:gd name="T43" fmla="*/ 2 h 260"/>
                <a:gd name="T44" fmla="*/ 2 w 439"/>
                <a:gd name="T45" fmla="*/ 2 h 260"/>
                <a:gd name="T46" fmla="*/ 2 w 439"/>
                <a:gd name="T47" fmla="*/ 2 h 260"/>
                <a:gd name="T48" fmla="*/ 2 w 439"/>
                <a:gd name="T49" fmla="*/ 2 h 260"/>
                <a:gd name="T50" fmla="*/ 1 w 439"/>
                <a:gd name="T51" fmla="*/ 2 h 260"/>
                <a:gd name="T52" fmla="*/ 1 w 439"/>
                <a:gd name="T53" fmla="*/ 1 h 260"/>
                <a:gd name="T54" fmla="*/ 1 w 439"/>
                <a:gd name="T55" fmla="*/ 1 h 260"/>
                <a:gd name="T56" fmla="*/ 1 w 439"/>
                <a:gd name="T57" fmla="*/ 1 h 260"/>
                <a:gd name="T58" fmla="*/ 1 w 439"/>
                <a:gd name="T59" fmla="*/ 1 h 260"/>
                <a:gd name="T60" fmla="*/ 0 w 439"/>
                <a:gd name="T61" fmla="*/ 1 h 260"/>
                <a:gd name="T62" fmla="*/ 0 w 439"/>
                <a:gd name="T63" fmla="*/ 1 h 260"/>
                <a:gd name="T64" fmla="*/ 0 w 439"/>
                <a:gd name="T65" fmla="*/ 0 h 260"/>
                <a:gd name="T66" fmla="*/ 0 w 439"/>
                <a:gd name="T67" fmla="*/ 0 h 260"/>
                <a:gd name="T68" fmla="*/ 0 w 439"/>
                <a:gd name="T69" fmla="*/ 0 h 260"/>
                <a:gd name="T70" fmla="*/ 0 w 439"/>
                <a:gd name="T71" fmla="*/ 0 h 260"/>
                <a:gd name="T72" fmla="*/ 0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0" y="0"/>
                  </a:moveTo>
                  <a:lnTo>
                    <a:pt x="0" y="0"/>
                  </a:lnTo>
                  <a:lnTo>
                    <a:pt x="3" y="27"/>
                  </a:lnTo>
                  <a:lnTo>
                    <a:pt x="10" y="53"/>
                  </a:lnTo>
                  <a:lnTo>
                    <a:pt x="20" y="77"/>
                  </a:lnTo>
                  <a:lnTo>
                    <a:pt x="35" y="102"/>
                  </a:lnTo>
                  <a:lnTo>
                    <a:pt x="54" y="125"/>
                  </a:lnTo>
                  <a:lnTo>
                    <a:pt x="76" y="146"/>
                  </a:lnTo>
                  <a:lnTo>
                    <a:pt x="102" y="166"/>
                  </a:lnTo>
                  <a:lnTo>
                    <a:pt x="130" y="185"/>
                  </a:lnTo>
                  <a:lnTo>
                    <a:pt x="162" y="202"/>
                  </a:lnTo>
                  <a:lnTo>
                    <a:pt x="195" y="217"/>
                  </a:lnTo>
                  <a:lnTo>
                    <a:pt x="231" y="230"/>
                  </a:lnTo>
                  <a:lnTo>
                    <a:pt x="270" y="240"/>
                  </a:lnTo>
                  <a:lnTo>
                    <a:pt x="310" y="248"/>
                  </a:lnTo>
                  <a:lnTo>
                    <a:pt x="351" y="255"/>
                  </a:lnTo>
                  <a:lnTo>
                    <a:pt x="395" y="259"/>
                  </a:lnTo>
                  <a:lnTo>
                    <a:pt x="439" y="260"/>
                  </a:lnTo>
                  <a:lnTo>
                    <a:pt x="439" y="248"/>
                  </a:lnTo>
                  <a:lnTo>
                    <a:pt x="395" y="247"/>
                  </a:lnTo>
                  <a:lnTo>
                    <a:pt x="353" y="244"/>
                  </a:lnTo>
                  <a:lnTo>
                    <a:pt x="312" y="237"/>
                  </a:lnTo>
                  <a:lnTo>
                    <a:pt x="272" y="228"/>
                  </a:lnTo>
                  <a:lnTo>
                    <a:pt x="236" y="218"/>
                  </a:lnTo>
                  <a:lnTo>
                    <a:pt x="200" y="205"/>
                  </a:lnTo>
                  <a:lnTo>
                    <a:pt x="167" y="190"/>
                  </a:lnTo>
                  <a:lnTo>
                    <a:pt x="137" y="173"/>
                  </a:lnTo>
                  <a:lnTo>
                    <a:pt x="109" y="157"/>
                  </a:lnTo>
                  <a:lnTo>
                    <a:pt x="84" y="137"/>
                  </a:lnTo>
                  <a:lnTo>
                    <a:pt x="64" y="116"/>
                  </a:lnTo>
                  <a:lnTo>
                    <a:pt x="45" y="95"/>
                  </a:lnTo>
                  <a:lnTo>
                    <a:pt x="32" y="73"/>
                  </a:lnTo>
                  <a:lnTo>
                    <a:pt x="21" y="48"/>
                  </a:lnTo>
                  <a:lnTo>
                    <a:pt x="14" y="24"/>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4181" name="Freeform 51"/>
            <p:cNvSpPr>
              <a:spLocks/>
            </p:cNvSpPr>
            <p:nvPr/>
          </p:nvSpPr>
          <p:spPr bwMode="auto">
            <a:xfrm>
              <a:off x="1179" y="1588"/>
              <a:ext cx="88" cy="52"/>
            </a:xfrm>
            <a:custGeom>
              <a:avLst/>
              <a:gdLst>
                <a:gd name="T0" fmla="*/ 4 w 439"/>
                <a:gd name="T1" fmla="*/ 0 h 260"/>
                <a:gd name="T2" fmla="*/ 4 w 439"/>
                <a:gd name="T3" fmla="*/ 0 h 260"/>
                <a:gd name="T4" fmla="*/ 3 w 439"/>
                <a:gd name="T5" fmla="*/ 0 h 260"/>
                <a:gd name="T6" fmla="*/ 3 w 439"/>
                <a:gd name="T7" fmla="*/ 0 h 260"/>
                <a:gd name="T8" fmla="*/ 2 w 439"/>
                <a:gd name="T9" fmla="*/ 0 h 260"/>
                <a:gd name="T10" fmla="*/ 2 w 439"/>
                <a:gd name="T11" fmla="*/ 0 h 260"/>
                <a:gd name="T12" fmla="*/ 2 w 439"/>
                <a:gd name="T13" fmla="*/ 0 h 260"/>
                <a:gd name="T14" fmla="*/ 2 w 439"/>
                <a:gd name="T15" fmla="*/ 0 h 260"/>
                <a:gd name="T16" fmla="*/ 1 w 439"/>
                <a:gd name="T17" fmla="*/ 0 h 260"/>
                <a:gd name="T18" fmla="*/ 1 w 439"/>
                <a:gd name="T19" fmla="*/ 1 h 260"/>
                <a:gd name="T20" fmla="*/ 1 w 439"/>
                <a:gd name="T21" fmla="*/ 1 h 260"/>
                <a:gd name="T22" fmla="*/ 1 w 439"/>
                <a:gd name="T23" fmla="*/ 1 h 260"/>
                <a:gd name="T24" fmla="*/ 0 w 439"/>
                <a:gd name="T25" fmla="*/ 1 h 260"/>
                <a:gd name="T26" fmla="*/ 0 w 439"/>
                <a:gd name="T27" fmla="*/ 1 h 260"/>
                <a:gd name="T28" fmla="*/ 0 w 439"/>
                <a:gd name="T29" fmla="*/ 1 h 260"/>
                <a:gd name="T30" fmla="*/ 0 w 439"/>
                <a:gd name="T31" fmla="*/ 2 h 260"/>
                <a:gd name="T32" fmla="*/ 0 w 439"/>
                <a:gd name="T33" fmla="*/ 2 h 260"/>
                <a:gd name="T34" fmla="*/ 0 w 439"/>
                <a:gd name="T35" fmla="*/ 2 h 260"/>
                <a:gd name="T36" fmla="*/ 0 w 439"/>
                <a:gd name="T37" fmla="*/ 2 h 260"/>
                <a:gd name="T38" fmla="*/ 0 w 439"/>
                <a:gd name="T39" fmla="*/ 2 h 260"/>
                <a:gd name="T40" fmla="*/ 0 w 439"/>
                <a:gd name="T41" fmla="*/ 2 h 260"/>
                <a:gd name="T42" fmla="*/ 0 w 439"/>
                <a:gd name="T43" fmla="*/ 1 h 260"/>
                <a:gd name="T44" fmla="*/ 0 w 439"/>
                <a:gd name="T45" fmla="*/ 1 h 260"/>
                <a:gd name="T46" fmla="*/ 1 w 439"/>
                <a:gd name="T47" fmla="*/ 1 h 260"/>
                <a:gd name="T48" fmla="*/ 1 w 439"/>
                <a:gd name="T49" fmla="*/ 1 h 260"/>
                <a:gd name="T50" fmla="*/ 1 w 439"/>
                <a:gd name="T51" fmla="*/ 1 h 260"/>
                <a:gd name="T52" fmla="*/ 1 w 439"/>
                <a:gd name="T53" fmla="*/ 1 h 260"/>
                <a:gd name="T54" fmla="*/ 1 w 439"/>
                <a:gd name="T55" fmla="*/ 1 h 260"/>
                <a:gd name="T56" fmla="*/ 2 w 439"/>
                <a:gd name="T57" fmla="*/ 0 h 260"/>
                <a:gd name="T58" fmla="*/ 2 w 439"/>
                <a:gd name="T59" fmla="*/ 0 h 260"/>
                <a:gd name="T60" fmla="*/ 2 w 439"/>
                <a:gd name="T61" fmla="*/ 0 h 260"/>
                <a:gd name="T62" fmla="*/ 3 w 439"/>
                <a:gd name="T63" fmla="*/ 0 h 260"/>
                <a:gd name="T64" fmla="*/ 3 w 439"/>
                <a:gd name="T65" fmla="*/ 0 h 260"/>
                <a:gd name="T66" fmla="*/ 3 w 439"/>
                <a:gd name="T67" fmla="*/ 0 h 260"/>
                <a:gd name="T68" fmla="*/ 4 w 439"/>
                <a:gd name="T69" fmla="*/ 0 h 260"/>
                <a:gd name="T70" fmla="*/ 4 w 439"/>
                <a:gd name="T71" fmla="*/ 0 h 260"/>
                <a:gd name="T72" fmla="*/ 4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439" y="0"/>
                  </a:moveTo>
                  <a:lnTo>
                    <a:pt x="439" y="0"/>
                  </a:lnTo>
                  <a:lnTo>
                    <a:pt x="395" y="1"/>
                  </a:lnTo>
                  <a:lnTo>
                    <a:pt x="351" y="4"/>
                  </a:lnTo>
                  <a:lnTo>
                    <a:pt x="310" y="11"/>
                  </a:lnTo>
                  <a:lnTo>
                    <a:pt x="270" y="19"/>
                  </a:lnTo>
                  <a:lnTo>
                    <a:pt x="231" y="30"/>
                  </a:lnTo>
                  <a:lnTo>
                    <a:pt x="195" y="43"/>
                  </a:lnTo>
                  <a:lnTo>
                    <a:pt x="162" y="58"/>
                  </a:lnTo>
                  <a:lnTo>
                    <a:pt x="130" y="73"/>
                  </a:lnTo>
                  <a:lnTo>
                    <a:pt x="102" y="93"/>
                  </a:lnTo>
                  <a:lnTo>
                    <a:pt x="76" y="113"/>
                  </a:lnTo>
                  <a:lnTo>
                    <a:pt x="54" y="133"/>
                  </a:lnTo>
                  <a:lnTo>
                    <a:pt x="35" y="157"/>
                  </a:lnTo>
                  <a:lnTo>
                    <a:pt x="20" y="181"/>
                  </a:lnTo>
                  <a:lnTo>
                    <a:pt x="10" y="206"/>
                  </a:lnTo>
                  <a:lnTo>
                    <a:pt x="3" y="233"/>
                  </a:lnTo>
                  <a:lnTo>
                    <a:pt x="0" y="260"/>
                  </a:lnTo>
                  <a:lnTo>
                    <a:pt x="12" y="260"/>
                  </a:lnTo>
                  <a:lnTo>
                    <a:pt x="14" y="235"/>
                  </a:lnTo>
                  <a:lnTo>
                    <a:pt x="21" y="211"/>
                  </a:lnTo>
                  <a:lnTo>
                    <a:pt x="32" y="186"/>
                  </a:lnTo>
                  <a:lnTo>
                    <a:pt x="45" y="164"/>
                  </a:lnTo>
                  <a:lnTo>
                    <a:pt x="64" y="143"/>
                  </a:lnTo>
                  <a:lnTo>
                    <a:pt x="84" y="123"/>
                  </a:lnTo>
                  <a:lnTo>
                    <a:pt x="109" y="103"/>
                  </a:lnTo>
                  <a:lnTo>
                    <a:pt x="137" y="85"/>
                  </a:lnTo>
                  <a:lnTo>
                    <a:pt x="167" y="70"/>
                  </a:lnTo>
                  <a:lnTo>
                    <a:pt x="200" y="55"/>
                  </a:lnTo>
                  <a:lnTo>
                    <a:pt x="236" y="42"/>
                  </a:lnTo>
                  <a:lnTo>
                    <a:pt x="272" y="31"/>
                  </a:lnTo>
                  <a:lnTo>
                    <a:pt x="312" y="23"/>
                  </a:lnTo>
                  <a:lnTo>
                    <a:pt x="353" y="16"/>
                  </a:lnTo>
                  <a:lnTo>
                    <a:pt x="395" y="12"/>
                  </a:lnTo>
                  <a:lnTo>
                    <a:pt x="439" y="11"/>
                  </a:lnTo>
                  <a:lnTo>
                    <a:pt x="439"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4182" name="Freeform 52"/>
            <p:cNvSpPr>
              <a:spLocks/>
            </p:cNvSpPr>
            <p:nvPr/>
          </p:nvSpPr>
          <p:spPr bwMode="auto">
            <a:xfrm>
              <a:off x="964" y="1745"/>
              <a:ext cx="48" cy="85"/>
            </a:xfrm>
            <a:custGeom>
              <a:avLst/>
              <a:gdLst>
                <a:gd name="T0" fmla="*/ 2 w 244"/>
                <a:gd name="T1" fmla="*/ 3 h 426"/>
                <a:gd name="T2" fmla="*/ 2 w 244"/>
                <a:gd name="T3" fmla="*/ 3 h 426"/>
                <a:gd name="T4" fmla="*/ 2 w 244"/>
                <a:gd name="T5" fmla="*/ 3 h 426"/>
                <a:gd name="T6" fmla="*/ 2 w 244"/>
                <a:gd name="T7" fmla="*/ 3 h 426"/>
                <a:gd name="T8" fmla="*/ 2 w 244"/>
                <a:gd name="T9" fmla="*/ 2 h 426"/>
                <a:gd name="T10" fmla="*/ 2 w 244"/>
                <a:gd name="T11" fmla="*/ 2 h 426"/>
                <a:gd name="T12" fmla="*/ 2 w 244"/>
                <a:gd name="T13" fmla="*/ 2 h 426"/>
                <a:gd name="T14" fmla="*/ 2 w 244"/>
                <a:gd name="T15" fmla="*/ 2 h 426"/>
                <a:gd name="T16" fmla="*/ 1 w 244"/>
                <a:gd name="T17" fmla="*/ 1 h 426"/>
                <a:gd name="T18" fmla="*/ 1 w 244"/>
                <a:gd name="T19" fmla="*/ 1 h 426"/>
                <a:gd name="T20" fmla="*/ 1 w 244"/>
                <a:gd name="T21" fmla="*/ 1 h 426"/>
                <a:gd name="T22" fmla="*/ 1 w 244"/>
                <a:gd name="T23" fmla="*/ 1 h 426"/>
                <a:gd name="T24" fmla="*/ 1 w 244"/>
                <a:gd name="T25" fmla="*/ 0 h 426"/>
                <a:gd name="T26" fmla="*/ 1 w 244"/>
                <a:gd name="T27" fmla="*/ 0 h 426"/>
                <a:gd name="T28" fmla="*/ 1 w 244"/>
                <a:gd name="T29" fmla="*/ 0 h 426"/>
                <a:gd name="T30" fmla="*/ 0 w 244"/>
                <a:gd name="T31" fmla="*/ 0 h 426"/>
                <a:gd name="T32" fmla="*/ 0 w 244"/>
                <a:gd name="T33" fmla="*/ 0 h 426"/>
                <a:gd name="T34" fmla="*/ 0 w 244"/>
                <a:gd name="T35" fmla="*/ 0 h 426"/>
                <a:gd name="T36" fmla="*/ 0 w 244"/>
                <a:gd name="T37" fmla="*/ 0 h 426"/>
                <a:gd name="T38" fmla="*/ 0 w 244"/>
                <a:gd name="T39" fmla="*/ 0 h 426"/>
                <a:gd name="T40" fmla="*/ 0 w 244"/>
                <a:gd name="T41" fmla="*/ 0 h 426"/>
                <a:gd name="T42" fmla="*/ 1 w 244"/>
                <a:gd name="T43" fmla="*/ 0 h 426"/>
                <a:gd name="T44" fmla="*/ 1 w 244"/>
                <a:gd name="T45" fmla="*/ 0 h 426"/>
                <a:gd name="T46" fmla="*/ 1 w 244"/>
                <a:gd name="T47" fmla="*/ 0 h 426"/>
                <a:gd name="T48" fmla="*/ 1 w 244"/>
                <a:gd name="T49" fmla="*/ 1 h 426"/>
                <a:gd name="T50" fmla="*/ 1 w 244"/>
                <a:gd name="T51" fmla="*/ 1 h 426"/>
                <a:gd name="T52" fmla="*/ 1 w 244"/>
                <a:gd name="T53" fmla="*/ 1 h 426"/>
                <a:gd name="T54" fmla="*/ 1 w 244"/>
                <a:gd name="T55" fmla="*/ 1 h 426"/>
                <a:gd name="T56" fmla="*/ 1 w 244"/>
                <a:gd name="T57" fmla="*/ 2 h 426"/>
                <a:gd name="T58" fmla="*/ 2 w 244"/>
                <a:gd name="T59" fmla="*/ 2 h 426"/>
                <a:gd name="T60" fmla="*/ 2 w 244"/>
                <a:gd name="T61" fmla="*/ 2 h 426"/>
                <a:gd name="T62" fmla="*/ 2 w 244"/>
                <a:gd name="T63" fmla="*/ 2 h 426"/>
                <a:gd name="T64" fmla="*/ 2 w 244"/>
                <a:gd name="T65" fmla="*/ 3 h 426"/>
                <a:gd name="T66" fmla="*/ 2 w 244"/>
                <a:gd name="T67" fmla="*/ 3 h 426"/>
                <a:gd name="T68" fmla="*/ 2 w 244"/>
                <a:gd name="T69" fmla="*/ 3 h 426"/>
                <a:gd name="T70" fmla="*/ 2 w 244"/>
                <a:gd name="T71" fmla="*/ 3 h 426"/>
                <a:gd name="T72" fmla="*/ 2 w 244"/>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6"/>
                <a:gd name="T113" fmla="*/ 244 w 244"/>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6">
                  <a:moveTo>
                    <a:pt x="244" y="426"/>
                  </a:moveTo>
                  <a:lnTo>
                    <a:pt x="244" y="426"/>
                  </a:lnTo>
                  <a:lnTo>
                    <a:pt x="243" y="383"/>
                  </a:lnTo>
                  <a:lnTo>
                    <a:pt x="240" y="340"/>
                  </a:lnTo>
                  <a:lnTo>
                    <a:pt x="234" y="300"/>
                  </a:lnTo>
                  <a:lnTo>
                    <a:pt x="226" y="262"/>
                  </a:lnTo>
                  <a:lnTo>
                    <a:pt x="215" y="224"/>
                  </a:lnTo>
                  <a:lnTo>
                    <a:pt x="203" y="189"/>
                  </a:lnTo>
                  <a:lnTo>
                    <a:pt x="189" y="157"/>
                  </a:lnTo>
                  <a:lnTo>
                    <a:pt x="174" y="126"/>
                  </a:lnTo>
                  <a:lnTo>
                    <a:pt x="155" y="99"/>
                  </a:lnTo>
                  <a:lnTo>
                    <a:pt x="138" y="74"/>
                  </a:lnTo>
                  <a:lnTo>
                    <a:pt x="118" y="52"/>
                  </a:lnTo>
                  <a:lnTo>
                    <a:pt x="96" y="34"/>
                  </a:lnTo>
                  <a:lnTo>
                    <a:pt x="73" y="19"/>
                  </a:lnTo>
                  <a:lnTo>
                    <a:pt x="50" y="8"/>
                  </a:lnTo>
                  <a:lnTo>
                    <a:pt x="25" y="2"/>
                  </a:lnTo>
                  <a:lnTo>
                    <a:pt x="0" y="0"/>
                  </a:lnTo>
                  <a:lnTo>
                    <a:pt x="0" y="12"/>
                  </a:lnTo>
                  <a:lnTo>
                    <a:pt x="23" y="14"/>
                  </a:lnTo>
                  <a:lnTo>
                    <a:pt x="45" y="20"/>
                  </a:lnTo>
                  <a:lnTo>
                    <a:pt x="66" y="31"/>
                  </a:lnTo>
                  <a:lnTo>
                    <a:pt x="89" y="43"/>
                  </a:lnTo>
                  <a:lnTo>
                    <a:pt x="109" y="61"/>
                  </a:lnTo>
                  <a:lnTo>
                    <a:pt x="129" y="81"/>
                  </a:lnTo>
                  <a:lnTo>
                    <a:pt x="146" y="106"/>
                  </a:lnTo>
                  <a:lnTo>
                    <a:pt x="162" y="133"/>
                  </a:lnTo>
                  <a:lnTo>
                    <a:pt x="178" y="162"/>
                  </a:lnTo>
                  <a:lnTo>
                    <a:pt x="192" y="194"/>
                  </a:lnTo>
                  <a:lnTo>
                    <a:pt x="203" y="229"/>
                  </a:lnTo>
                  <a:lnTo>
                    <a:pt x="214" y="264"/>
                  </a:lnTo>
                  <a:lnTo>
                    <a:pt x="222" y="303"/>
                  </a:lnTo>
                  <a:lnTo>
                    <a:pt x="228" y="342"/>
                  </a:lnTo>
                  <a:lnTo>
                    <a:pt x="232" y="383"/>
                  </a:lnTo>
                  <a:lnTo>
                    <a:pt x="233" y="426"/>
                  </a:lnTo>
                  <a:lnTo>
                    <a:pt x="244"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4183" name="Freeform 53"/>
            <p:cNvSpPr>
              <a:spLocks/>
            </p:cNvSpPr>
            <p:nvPr/>
          </p:nvSpPr>
          <p:spPr bwMode="auto">
            <a:xfrm>
              <a:off x="964" y="1830"/>
              <a:ext cx="48" cy="85"/>
            </a:xfrm>
            <a:custGeom>
              <a:avLst/>
              <a:gdLst>
                <a:gd name="T0" fmla="*/ 0 w 244"/>
                <a:gd name="T1" fmla="*/ 3 h 424"/>
                <a:gd name="T2" fmla="*/ 0 w 244"/>
                <a:gd name="T3" fmla="*/ 3 h 424"/>
                <a:gd name="T4" fmla="*/ 0 w 244"/>
                <a:gd name="T5" fmla="*/ 3 h 424"/>
                <a:gd name="T6" fmla="*/ 0 w 244"/>
                <a:gd name="T7" fmla="*/ 3 h 424"/>
                <a:gd name="T8" fmla="*/ 1 w 244"/>
                <a:gd name="T9" fmla="*/ 3 h 424"/>
                <a:gd name="T10" fmla="*/ 1 w 244"/>
                <a:gd name="T11" fmla="*/ 3 h 424"/>
                <a:gd name="T12" fmla="*/ 1 w 244"/>
                <a:gd name="T13" fmla="*/ 3 h 424"/>
                <a:gd name="T14" fmla="*/ 1 w 244"/>
                <a:gd name="T15" fmla="*/ 3 h 424"/>
                <a:gd name="T16" fmla="*/ 1 w 244"/>
                <a:gd name="T17" fmla="*/ 3 h 424"/>
                <a:gd name="T18" fmla="*/ 1 w 244"/>
                <a:gd name="T19" fmla="*/ 2 h 424"/>
                <a:gd name="T20" fmla="*/ 1 w 244"/>
                <a:gd name="T21" fmla="*/ 2 h 424"/>
                <a:gd name="T22" fmla="*/ 2 w 244"/>
                <a:gd name="T23" fmla="*/ 2 h 424"/>
                <a:gd name="T24" fmla="*/ 2 w 244"/>
                <a:gd name="T25" fmla="*/ 2 h 424"/>
                <a:gd name="T26" fmla="*/ 2 w 244"/>
                <a:gd name="T27" fmla="*/ 1 h 424"/>
                <a:gd name="T28" fmla="*/ 2 w 244"/>
                <a:gd name="T29" fmla="*/ 1 h 424"/>
                <a:gd name="T30" fmla="*/ 2 w 244"/>
                <a:gd name="T31" fmla="*/ 1 h 424"/>
                <a:gd name="T32" fmla="*/ 2 w 244"/>
                <a:gd name="T33" fmla="*/ 0 h 424"/>
                <a:gd name="T34" fmla="*/ 2 w 244"/>
                <a:gd name="T35" fmla="*/ 0 h 424"/>
                <a:gd name="T36" fmla="*/ 2 w 244"/>
                <a:gd name="T37" fmla="*/ 0 h 424"/>
                <a:gd name="T38" fmla="*/ 2 w 244"/>
                <a:gd name="T39" fmla="*/ 0 h 424"/>
                <a:gd name="T40" fmla="*/ 2 w 244"/>
                <a:gd name="T41" fmla="*/ 1 h 424"/>
                <a:gd name="T42" fmla="*/ 2 w 244"/>
                <a:gd name="T43" fmla="*/ 1 h 424"/>
                <a:gd name="T44" fmla="*/ 2 w 244"/>
                <a:gd name="T45" fmla="*/ 1 h 424"/>
                <a:gd name="T46" fmla="*/ 2 w 244"/>
                <a:gd name="T47" fmla="*/ 2 h 424"/>
                <a:gd name="T48" fmla="*/ 1 w 244"/>
                <a:gd name="T49" fmla="*/ 2 h 424"/>
                <a:gd name="T50" fmla="*/ 1 w 244"/>
                <a:gd name="T51" fmla="*/ 2 h 424"/>
                <a:gd name="T52" fmla="*/ 1 w 244"/>
                <a:gd name="T53" fmla="*/ 2 h 424"/>
                <a:gd name="T54" fmla="*/ 1 w 244"/>
                <a:gd name="T55" fmla="*/ 3 h 424"/>
                <a:gd name="T56" fmla="*/ 1 w 244"/>
                <a:gd name="T57" fmla="*/ 3 h 424"/>
                <a:gd name="T58" fmla="*/ 1 w 244"/>
                <a:gd name="T59" fmla="*/ 3 h 424"/>
                <a:gd name="T60" fmla="*/ 1 w 244"/>
                <a:gd name="T61" fmla="*/ 3 h 424"/>
                <a:gd name="T62" fmla="*/ 1 w 244"/>
                <a:gd name="T63" fmla="*/ 3 h 424"/>
                <a:gd name="T64" fmla="*/ 0 w 244"/>
                <a:gd name="T65" fmla="*/ 3 h 424"/>
                <a:gd name="T66" fmla="*/ 0 w 244"/>
                <a:gd name="T67" fmla="*/ 3 h 424"/>
                <a:gd name="T68" fmla="*/ 0 w 244"/>
                <a:gd name="T69" fmla="*/ 3 h 424"/>
                <a:gd name="T70" fmla="*/ 0 w 244"/>
                <a:gd name="T71" fmla="*/ 3 h 424"/>
                <a:gd name="T72" fmla="*/ 0 w 244"/>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4"/>
                <a:gd name="T113" fmla="*/ 244 w 244"/>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4">
                  <a:moveTo>
                    <a:pt x="0" y="424"/>
                  </a:moveTo>
                  <a:lnTo>
                    <a:pt x="0" y="424"/>
                  </a:lnTo>
                  <a:lnTo>
                    <a:pt x="25" y="422"/>
                  </a:lnTo>
                  <a:lnTo>
                    <a:pt x="50" y="416"/>
                  </a:lnTo>
                  <a:lnTo>
                    <a:pt x="73" y="405"/>
                  </a:lnTo>
                  <a:lnTo>
                    <a:pt x="96" y="390"/>
                  </a:lnTo>
                  <a:lnTo>
                    <a:pt x="118" y="373"/>
                  </a:lnTo>
                  <a:lnTo>
                    <a:pt x="138" y="350"/>
                  </a:lnTo>
                  <a:lnTo>
                    <a:pt x="155" y="326"/>
                  </a:lnTo>
                  <a:lnTo>
                    <a:pt x="173" y="299"/>
                  </a:lnTo>
                  <a:lnTo>
                    <a:pt x="189" y="268"/>
                  </a:lnTo>
                  <a:lnTo>
                    <a:pt x="203" y="235"/>
                  </a:lnTo>
                  <a:lnTo>
                    <a:pt x="215" y="201"/>
                  </a:lnTo>
                  <a:lnTo>
                    <a:pt x="226" y="163"/>
                  </a:lnTo>
                  <a:lnTo>
                    <a:pt x="234" y="125"/>
                  </a:lnTo>
                  <a:lnTo>
                    <a:pt x="240" y="85"/>
                  </a:lnTo>
                  <a:lnTo>
                    <a:pt x="243" y="42"/>
                  </a:lnTo>
                  <a:lnTo>
                    <a:pt x="244" y="0"/>
                  </a:lnTo>
                  <a:lnTo>
                    <a:pt x="233" y="0"/>
                  </a:lnTo>
                  <a:lnTo>
                    <a:pt x="232" y="42"/>
                  </a:lnTo>
                  <a:lnTo>
                    <a:pt x="228" y="83"/>
                  </a:lnTo>
                  <a:lnTo>
                    <a:pt x="222" y="123"/>
                  </a:lnTo>
                  <a:lnTo>
                    <a:pt x="214" y="160"/>
                  </a:lnTo>
                  <a:lnTo>
                    <a:pt x="203" y="197"/>
                  </a:lnTo>
                  <a:lnTo>
                    <a:pt x="192" y="231"/>
                  </a:lnTo>
                  <a:lnTo>
                    <a:pt x="178" y="263"/>
                  </a:lnTo>
                  <a:lnTo>
                    <a:pt x="164" y="292"/>
                  </a:lnTo>
                  <a:lnTo>
                    <a:pt x="146" y="319"/>
                  </a:lnTo>
                  <a:lnTo>
                    <a:pt x="129" y="343"/>
                  </a:lnTo>
                  <a:lnTo>
                    <a:pt x="109" y="363"/>
                  </a:lnTo>
                  <a:lnTo>
                    <a:pt x="89" y="381"/>
                  </a:lnTo>
                  <a:lnTo>
                    <a:pt x="66" y="394"/>
                  </a:lnTo>
                  <a:lnTo>
                    <a:pt x="45" y="404"/>
                  </a:lnTo>
                  <a:lnTo>
                    <a:pt x="23" y="410"/>
                  </a:lnTo>
                  <a:lnTo>
                    <a:pt x="0" y="412"/>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4184" name="Freeform 54"/>
            <p:cNvSpPr>
              <a:spLocks/>
            </p:cNvSpPr>
            <p:nvPr/>
          </p:nvSpPr>
          <p:spPr bwMode="auto">
            <a:xfrm>
              <a:off x="915" y="1830"/>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1" y="42"/>
                  </a:lnTo>
                  <a:lnTo>
                    <a:pt x="4" y="85"/>
                  </a:lnTo>
                  <a:lnTo>
                    <a:pt x="10" y="125"/>
                  </a:lnTo>
                  <a:lnTo>
                    <a:pt x="19" y="163"/>
                  </a:lnTo>
                  <a:lnTo>
                    <a:pt x="29" y="201"/>
                  </a:lnTo>
                  <a:lnTo>
                    <a:pt x="41" y="235"/>
                  </a:lnTo>
                  <a:lnTo>
                    <a:pt x="55" y="268"/>
                  </a:lnTo>
                  <a:lnTo>
                    <a:pt x="71" y="299"/>
                  </a:lnTo>
                  <a:lnTo>
                    <a:pt x="89" y="326"/>
                  </a:lnTo>
                  <a:lnTo>
                    <a:pt x="106" y="350"/>
                  </a:lnTo>
                  <a:lnTo>
                    <a:pt x="126" y="373"/>
                  </a:lnTo>
                  <a:lnTo>
                    <a:pt x="149" y="390"/>
                  </a:lnTo>
                  <a:lnTo>
                    <a:pt x="171" y="405"/>
                  </a:lnTo>
                  <a:lnTo>
                    <a:pt x="194" y="416"/>
                  </a:lnTo>
                  <a:lnTo>
                    <a:pt x="219" y="422"/>
                  </a:lnTo>
                  <a:lnTo>
                    <a:pt x="245" y="424"/>
                  </a:lnTo>
                  <a:lnTo>
                    <a:pt x="245" y="412"/>
                  </a:lnTo>
                  <a:lnTo>
                    <a:pt x="221" y="410"/>
                  </a:lnTo>
                  <a:lnTo>
                    <a:pt x="199" y="404"/>
                  </a:lnTo>
                  <a:lnTo>
                    <a:pt x="178" y="394"/>
                  </a:lnTo>
                  <a:lnTo>
                    <a:pt x="156" y="381"/>
                  </a:lnTo>
                  <a:lnTo>
                    <a:pt x="136" y="363"/>
                  </a:lnTo>
                  <a:lnTo>
                    <a:pt x="116" y="343"/>
                  </a:lnTo>
                  <a:lnTo>
                    <a:pt x="98" y="319"/>
                  </a:lnTo>
                  <a:lnTo>
                    <a:pt x="81" y="292"/>
                  </a:lnTo>
                  <a:lnTo>
                    <a:pt x="67" y="263"/>
                  </a:lnTo>
                  <a:lnTo>
                    <a:pt x="52" y="231"/>
                  </a:lnTo>
                  <a:lnTo>
                    <a:pt x="41" y="197"/>
                  </a:lnTo>
                  <a:lnTo>
                    <a:pt x="30" y="160"/>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4185" name="Freeform 55"/>
            <p:cNvSpPr>
              <a:spLocks/>
            </p:cNvSpPr>
            <p:nvPr/>
          </p:nvSpPr>
          <p:spPr bwMode="auto">
            <a:xfrm>
              <a:off x="915" y="1745"/>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0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19" y="2"/>
                  </a:lnTo>
                  <a:lnTo>
                    <a:pt x="194" y="8"/>
                  </a:lnTo>
                  <a:lnTo>
                    <a:pt x="171" y="19"/>
                  </a:lnTo>
                  <a:lnTo>
                    <a:pt x="149" y="34"/>
                  </a:lnTo>
                  <a:lnTo>
                    <a:pt x="126" y="52"/>
                  </a:lnTo>
                  <a:lnTo>
                    <a:pt x="106" y="74"/>
                  </a:lnTo>
                  <a:lnTo>
                    <a:pt x="89" y="99"/>
                  </a:lnTo>
                  <a:lnTo>
                    <a:pt x="70" y="126"/>
                  </a:lnTo>
                  <a:lnTo>
                    <a:pt x="55" y="157"/>
                  </a:lnTo>
                  <a:lnTo>
                    <a:pt x="41" y="189"/>
                  </a:lnTo>
                  <a:lnTo>
                    <a:pt x="29" y="224"/>
                  </a:lnTo>
                  <a:lnTo>
                    <a:pt x="19" y="262"/>
                  </a:lnTo>
                  <a:lnTo>
                    <a:pt x="10" y="300"/>
                  </a:lnTo>
                  <a:lnTo>
                    <a:pt x="4" y="340"/>
                  </a:lnTo>
                  <a:lnTo>
                    <a:pt x="1" y="383"/>
                  </a:lnTo>
                  <a:lnTo>
                    <a:pt x="0" y="426"/>
                  </a:lnTo>
                  <a:lnTo>
                    <a:pt x="11" y="426"/>
                  </a:lnTo>
                  <a:lnTo>
                    <a:pt x="13" y="383"/>
                  </a:lnTo>
                  <a:lnTo>
                    <a:pt x="16" y="342"/>
                  </a:lnTo>
                  <a:lnTo>
                    <a:pt x="22" y="303"/>
                  </a:lnTo>
                  <a:lnTo>
                    <a:pt x="30" y="264"/>
                  </a:lnTo>
                  <a:lnTo>
                    <a:pt x="41" y="229"/>
                  </a:lnTo>
                  <a:lnTo>
                    <a:pt x="52" y="194"/>
                  </a:lnTo>
                  <a:lnTo>
                    <a:pt x="67" y="162"/>
                  </a:lnTo>
                  <a:lnTo>
                    <a:pt x="82" y="133"/>
                  </a:lnTo>
                  <a:lnTo>
                    <a:pt x="98" y="106"/>
                  </a:lnTo>
                  <a:lnTo>
                    <a:pt x="116" y="81"/>
                  </a:lnTo>
                  <a:lnTo>
                    <a:pt x="136" y="61"/>
                  </a:lnTo>
                  <a:lnTo>
                    <a:pt x="156" y="43"/>
                  </a:lnTo>
                  <a:lnTo>
                    <a:pt x="178" y="31"/>
                  </a:lnTo>
                  <a:lnTo>
                    <a:pt x="199" y="20"/>
                  </a:lnTo>
                  <a:lnTo>
                    <a:pt x="221"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4186" name="Freeform 56"/>
            <p:cNvSpPr>
              <a:spLocks/>
            </p:cNvSpPr>
            <p:nvPr/>
          </p:nvSpPr>
          <p:spPr bwMode="auto">
            <a:xfrm>
              <a:off x="1140" y="2087"/>
              <a:ext cx="49" cy="85"/>
            </a:xfrm>
            <a:custGeom>
              <a:avLst/>
              <a:gdLst>
                <a:gd name="T0" fmla="*/ 2 w 246"/>
                <a:gd name="T1" fmla="*/ 3 h 424"/>
                <a:gd name="T2" fmla="*/ 2 w 246"/>
                <a:gd name="T3" fmla="*/ 3 h 424"/>
                <a:gd name="T4" fmla="*/ 2 w 246"/>
                <a:gd name="T5" fmla="*/ 3 h 424"/>
                <a:gd name="T6" fmla="*/ 2 w 246"/>
                <a:gd name="T7" fmla="*/ 3 h 424"/>
                <a:gd name="T8" fmla="*/ 2 w 246"/>
                <a:gd name="T9" fmla="*/ 2 h 424"/>
                <a:gd name="T10" fmla="*/ 2 w 246"/>
                <a:gd name="T11" fmla="*/ 2 h 424"/>
                <a:gd name="T12" fmla="*/ 2 w 246"/>
                <a:gd name="T13" fmla="*/ 2 h 424"/>
                <a:gd name="T14" fmla="*/ 2 w 246"/>
                <a:gd name="T15" fmla="*/ 2 h 424"/>
                <a:gd name="T16" fmla="*/ 2 w 246"/>
                <a:gd name="T17" fmla="*/ 1 h 424"/>
                <a:gd name="T18" fmla="*/ 1 w 246"/>
                <a:gd name="T19" fmla="*/ 1 h 424"/>
                <a:gd name="T20" fmla="*/ 1 w 246"/>
                <a:gd name="T21" fmla="*/ 1 h 424"/>
                <a:gd name="T22" fmla="*/ 1 w 246"/>
                <a:gd name="T23" fmla="*/ 1 h 424"/>
                <a:gd name="T24" fmla="*/ 1 w 246"/>
                <a:gd name="T25" fmla="*/ 0 h 424"/>
                <a:gd name="T26" fmla="*/ 1 w 246"/>
                <a:gd name="T27" fmla="*/ 0 h 424"/>
                <a:gd name="T28" fmla="*/ 1 w 246"/>
                <a:gd name="T29" fmla="*/ 0 h 424"/>
                <a:gd name="T30" fmla="*/ 0 w 246"/>
                <a:gd name="T31" fmla="*/ 0 h 424"/>
                <a:gd name="T32" fmla="*/ 0 w 246"/>
                <a:gd name="T33" fmla="*/ 0 h 424"/>
                <a:gd name="T34" fmla="*/ 0 w 246"/>
                <a:gd name="T35" fmla="*/ 0 h 424"/>
                <a:gd name="T36" fmla="*/ 0 w 246"/>
                <a:gd name="T37" fmla="*/ 0 h 424"/>
                <a:gd name="T38" fmla="*/ 0 w 246"/>
                <a:gd name="T39" fmla="*/ 0 h 424"/>
                <a:gd name="T40" fmla="*/ 0 w 246"/>
                <a:gd name="T41" fmla="*/ 0 h 424"/>
                <a:gd name="T42" fmla="*/ 1 w 246"/>
                <a:gd name="T43" fmla="*/ 0 h 424"/>
                <a:gd name="T44" fmla="*/ 1 w 246"/>
                <a:gd name="T45" fmla="*/ 0 h 424"/>
                <a:gd name="T46" fmla="*/ 1 w 246"/>
                <a:gd name="T47" fmla="*/ 0 h 424"/>
                <a:gd name="T48" fmla="*/ 1 w 246"/>
                <a:gd name="T49" fmla="*/ 1 h 424"/>
                <a:gd name="T50" fmla="*/ 1 w 246"/>
                <a:gd name="T51" fmla="*/ 1 h 424"/>
                <a:gd name="T52" fmla="*/ 1 w 246"/>
                <a:gd name="T53" fmla="*/ 1 h 424"/>
                <a:gd name="T54" fmla="*/ 1 w 246"/>
                <a:gd name="T55" fmla="*/ 1 h 424"/>
                <a:gd name="T56" fmla="*/ 2 w 246"/>
                <a:gd name="T57" fmla="*/ 2 h 424"/>
                <a:gd name="T58" fmla="*/ 2 w 246"/>
                <a:gd name="T59" fmla="*/ 2 h 424"/>
                <a:gd name="T60" fmla="*/ 2 w 246"/>
                <a:gd name="T61" fmla="*/ 2 h 424"/>
                <a:gd name="T62" fmla="*/ 2 w 246"/>
                <a:gd name="T63" fmla="*/ 2 h 424"/>
                <a:gd name="T64" fmla="*/ 2 w 246"/>
                <a:gd name="T65" fmla="*/ 3 h 424"/>
                <a:gd name="T66" fmla="*/ 2 w 246"/>
                <a:gd name="T67" fmla="*/ 3 h 424"/>
                <a:gd name="T68" fmla="*/ 2 w 246"/>
                <a:gd name="T69" fmla="*/ 3 h 424"/>
                <a:gd name="T70" fmla="*/ 2 w 246"/>
                <a:gd name="T71" fmla="*/ 3 h 424"/>
                <a:gd name="T72" fmla="*/ 2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424"/>
                  </a:moveTo>
                  <a:lnTo>
                    <a:pt x="246" y="424"/>
                  </a:lnTo>
                  <a:lnTo>
                    <a:pt x="244" y="382"/>
                  </a:lnTo>
                  <a:lnTo>
                    <a:pt x="241" y="338"/>
                  </a:lnTo>
                  <a:lnTo>
                    <a:pt x="235" y="298"/>
                  </a:lnTo>
                  <a:lnTo>
                    <a:pt x="227" y="261"/>
                  </a:lnTo>
                  <a:lnTo>
                    <a:pt x="216" y="222"/>
                  </a:lnTo>
                  <a:lnTo>
                    <a:pt x="205" y="188"/>
                  </a:lnTo>
                  <a:lnTo>
                    <a:pt x="190" y="155"/>
                  </a:lnTo>
                  <a:lnTo>
                    <a:pt x="174" y="125"/>
                  </a:lnTo>
                  <a:lnTo>
                    <a:pt x="157" y="98"/>
                  </a:lnTo>
                  <a:lnTo>
                    <a:pt x="138" y="73"/>
                  </a:lnTo>
                  <a:lnTo>
                    <a:pt x="118" y="51"/>
                  </a:lnTo>
                  <a:lnTo>
                    <a:pt x="96" y="34"/>
                  </a:lnTo>
                  <a:lnTo>
                    <a:pt x="74" y="18"/>
                  </a:lnTo>
                  <a:lnTo>
                    <a:pt x="50" y="8"/>
                  </a:lnTo>
                  <a:lnTo>
                    <a:pt x="25" y="2"/>
                  </a:lnTo>
                  <a:lnTo>
                    <a:pt x="0" y="0"/>
                  </a:lnTo>
                  <a:lnTo>
                    <a:pt x="0" y="11"/>
                  </a:lnTo>
                  <a:lnTo>
                    <a:pt x="23" y="14"/>
                  </a:lnTo>
                  <a:lnTo>
                    <a:pt x="45" y="19"/>
                  </a:lnTo>
                  <a:lnTo>
                    <a:pt x="67" y="30"/>
                  </a:lnTo>
                  <a:lnTo>
                    <a:pt x="89" y="43"/>
                  </a:lnTo>
                  <a:lnTo>
                    <a:pt x="108" y="60"/>
                  </a:lnTo>
                  <a:lnTo>
                    <a:pt x="128" y="80"/>
                  </a:lnTo>
                  <a:lnTo>
                    <a:pt x="147" y="105"/>
                  </a:lnTo>
                  <a:lnTo>
                    <a:pt x="165" y="132"/>
                  </a:lnTo>
                  <a:lnTo>
                    <a:pt x="179" y="160"/>
                  </a:lnTo>
                  <a:lnTo>
                    <a:pt x="193" y="193"/>
                  </a:lnTo>
                  <a:lnTo>
                    <a:pt x="205" y="227"/>
                  </a:lnTo>
                  <a:lnTo>
                    <a:pt x="215" y="263"/>
                  </a:lnTo>
                  <a:lnTo>
                    <a:pt x="223" y="301"/>
                  </a:lnTo>
                  <a:lnTo>
                    <a:pt x="229" y="341"/>
                  </a:lnTo>
                  <a:lnTo>
                    <a:pt x="233" y="382"/>
                  </a:lnTo>
                  <a:lnTo>
                    <a:pt x="234" y="424"/>
                  </a:lnTo>
                  <a:lnTo>
                    <a:pt x="246"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4187" name="Freeform 57"/>
            <p:cNvSpPr>
              <a:spLocks/>
            </p:cNvSpPr>
            <p:nvPr/>
          </p:nvSpPr>
          <p:spPr bwMode="auto">
            <a:xfrm>
              <a:off x="1140" y="2172"/>
              <a:ext cx="49" cy="85"/>
            </a:xfrm>
            <a:custGeom>
              <a:avLst/>
              <a:gdLst>
                <a:gd name="T0" fmla="*/ 0 w 246"/>
                <a:gd name="T1" fmla="*/ 3 h 426"/>
                <a:gd name="T2" fmla="*/ 0 w 246"/>
                <a:gd name="T3" fmla="*/ 3 h 426"/>
                <a:gd name="T4" fmla="*/ 0 w 246"/>
                <a:gd name="T5" fmla="*/ 3 h 426"/>
                <a:gd name="T6" fmla="*/ 0 w 246"/>
                <a:gd name="T7" fmla="*/ 3 h 426"/>
                <a:gd name="T8" fmla="*/ 1 w 246"/>
                <a:gd name="T9" fmla="*/ 3 h 426"/>
                <a:gd name="T10" fmla="*/ 1 w 246"/>
                <a:gd name="T11" fmla="*/ 3 h 426"/>
                <a:gd name="T12" fmla="*/ 1 w 246"/>
                <a:gd name="T13" fmla="*/ 3 h 426"/>
                <a:gd name="T14" fmla="*/ 1 w 246"/>
                <a:gd name="T15" fmla="*/ 3 h 426"/>
                <a:gd name="T16" fmla="*/ 1 w 246"/>
                <a:gd name="T17" fmla="*/ 3 h 426"/>
                <a:gd name="T18" fmla="*/ 1 w 246"/>
                <a:gd name="T19" fmla="*/ 2 h 426"/>
                <a:gd name="T20" fmla="*/ 2 w 246"/>
                <a:gd name="T21" fmla="*/ 2 h 426"/>
                <a:gd name="T22" fmla="*/ 2 w 246"/>
                <a:gd name="T23" fmla="*/ 2 h 426"/>
                <a:gd name="T24" fmla="*/ 2 w 246"/>
                <a:gd name="T25" fmla="*/ 2 h 426"/>
                <a:gd name="T26" fmla="*/ 2 w 246"/>
                <a:gd name="T27" fmla="*/ 1 h 426"/>
                <a:gd name="T28" fmla="*/ 2 w 246"/>
                <a:gd name="T29" fmla="*/ 1 h 426"/>
                <a:gd name="T30" fmla="*/ 2 w 246"/>
                <a:gd name="T31" fmla="*/ 1 h 426"/>
                <a:gd name="T32" fmla="*/ 2 w 246"/>
                <a:gd name="T33" fmla="*/ 0 h 426"/>
                <a:gd name="T34" fmla="*/ 2 w 246"/>
                <a:gd name="T35" fmla="*/ 0 h 426"/>
                <a:gd name="T36" fmla="*/ 2 w 246"/>
                <a:gd name="T37" fmla="*/ 0 h 426"/>
                <a:gd name="T38" fmla="*/ 2 w 246"/>
                <a:gd name="T39" fmla="*/ 0 h 426"/>
                <a:gd name="T40" fmla="*/ 2 w 246"/>
                <a:gd name="T41" fmla="*/ 1 h 426"/>
                <a:gd name="T42" fmla="*/ 2 w 246"/>
                <a:gd name="T43" fmla="*/ 1 h 426"/>
                <a:gd name="T44" fmla="*/ 2 w 246"/>
                <a:gd name="T45" fmla="*/ 1 h 426"/>
                <a:gd name="T46" fmla="*/ 2 w 246"/>
                <a:gd name="T47" fmla="*/ 2 h 426"/>
                <a:gd name="T48" fmla="*/ 2 w 246"/>
                <a:gd name="T49" fmla="*/ 2 h 426"/>
                <a:gd name="T50" fmla="*/ 1 w 246"/>
                <a:gd name="T51" fmla="*/ 2 h 426"/>
                <a:gd name="T52" fmla="*/ 1 w 246"/>
                <a:gd name="T53" fmla="*/ 2 h 426"/>
                <a:gd name="T54" fmla="*/ 1 w 246"/>
                <a:gd name="T55" fmla="*/ 3 h 426"/>
                <a:gd name="T56" fmla="*/ 1 w 246"/>
                <a:gd name="T57" fmla="*/ 3 h 426"/>
                <a:gd name="T58" fmla="*/ 1 w 246"/>
                <a:gd name="T59" fmla="*/ 3 h 426"/>
                <a:gd name="T60" fmla="*/ 1 w 246"/>
                <a:gd name="T61" fmla="*/ 3 h 426"/>
                <a:gd name="T62" fmla="*/ 1 w 246"/>
                <a:gd name="T63" fmla="*/ 3 h 426"/>
                <a:gd name="T64" fmla="*/ 0 w 246"/>
                <a:gd name="T65" fmla="*/ 3 h 426"/>
                <a:gd name="T66" fmla="*/ 0 w 246"/>
                <a:gd name="T67" fmla="*/ 3 h 426"/>
                <a:gd name="T68" fmla="*/ 0 w 246"/>
                <a:gd name="T69" fmla="*/ 3 h 426"/>
                <a:gd name="T70" fmla="*/ 0 w 246"/>
                <a:gd name="T71" fmla="*/ 3 h 426"/>
                <a:gd name="T72" fmla="*/ 0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426"/>
                  </a:moveTo>
                  <a:lnTo>
                    <a:pt x="0" y="426"/>
                  </a:lnTo>
                  <a:lnTo>
                    <a:pt x="25" y="423"/>
                  </a:lnTo>
                  <a:lnTo>
                    <a:pt x="50" y="417"/>
                  </a:lnTo>
                  <a:lnTo>
                    <a:pt x="74" y="407"/>
                  </a:lnTo>
                  <a:lnTo>
                    <a:pt x="96" y="392"/>
                  </a:lnTo>
                  <a:lnTo>
                    <a:pt x="118" y="373"/>
                  </a:lnTo>
                  <a:lnTo>
                    <a:pt x="138" y="350"/>
                  </a:lnTo>
                  <a:lnTo>
                    <a:pt x="157" y="327"/>
                  </a:lnTo>
                  <a:lnTo>
                    <a:pt x="175" y="299"/>
                  </a:lnTo>
                  <a:lnTo>
                    <a:pt x="190" y="268"/>
                  </a:lnTo>
                  <a:lnTo>
                    <a:pt x="205" y="236"/>
                  </a:lnTo>
                  <a:lnTo>
                    <a:pt x="216" y="202"/>
                  </a:lnTo>
                  <a:lnTo>
                    <a:pt x="227" y="164"/>
                  </a:lnTo>
                  <a:lnTo>
                    <a:pt x="235" y="125"/>
                  </a:lnTo>
                  <a:lnTo>
                    <a:pt x="241" y="86"/>
                  </a:lnTo>
                  <a:lnTo>
                    <a:pt x="244" y="42"/>
                  </a:lnTo>
                  <a:lnTo>
                    <a:pt x="246" y="0"/>
                  </a:lnTo>
                  <a:lnTo>
                    <a:pt x="234" y="0"/>
                  </a:lnTo>
                  <a:lnTo>
                    <a:pt x="233" y="42"/>
                  </a:lnTo>
                  <a:lnTo>
                    <a:pt x="229" y="83"/>
                  </a:lnTo>
                  <a:lnTo>
                    <a:pt x="223" y="123"/>
                  </a:lnTo>
                  <a:lnTo>
                    <a:pt x="215" y="162"/>
                  </a:lnTo>
                  <a:lnTo>
                    <a:pt x="205" y="197"/>
                  </a:lnTo>
                  <a:lnTo>
                    <a:pt x="193" y="231"/>
                  </a:lnTo>
                  <a:lnTo>
                    <a:pt x="179" y="264"/>
                  </a:lnTo>
                  <a:lnTo>
                    <a:pt x="164" y="292"/>
                  </a:lnTo>
                  <a:lnTo>
                    <a:pt x="147" y="320"/>
                  </a:lnTo>
                  <a:lnTo>
                    <a:pt x="128" y="343"/>
                  </a:lnTo>
                  <a:lnTo>
                    <a:pt x="108" y="363"/>
                  </a:lnTo>
                  <a:lnTo>
                    <a:pt x="89" y="382"/>
                  </a:lnTo>
                  <a:lnTo>
                    <a:pt x="67" y="395"/>
                  </a:lnTo>
                  <a:lnTo>
                    <a:pt x="45" y="406"/>
                  </a:lnTo>
                  <a:lnTo>
                    <a:pt x="23" y="411"/>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4188" name="Freeform 58"/>
            <p:cNvSpPr>
              <a:spLocks/>
            </p:cNvSpPr>
            <p:nvPr/>
          </p:nvSpPr>
          <p:spPr bwMode="auto">
            <a:xfrm>
              <a:off x="1091" y="2172"/>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4" y="86"/>
                  </a:lnTo>
                  <a:lnTo>
                    <a:pt x="10" y="125"/>
                  </a:lnTo>
                  <a:lnTo>
                    <a:pt x="18" y="164"/>
                  </a:lnTo>
                  <a:lnTo>
                    <a:pt x="29" y="202"/>
                  </a:lnTo>
                  <a:lnTo>
                    <a:pt x="41" y="236"/>
                  </a:lnTo>
                  <a:lnTo>
                    <a:pt x="55" y="268"/>
                  </a:lnTo>
                  <a:lnTo>
                    <a:pt x="70" y="299"/>
                  </a:lnTo>
                  <a:lnTo>
                    <a:pt x="89" y="327"/>
                  </a:lnTo>
                  <a:lnTo>
                    <a:pt x="106" y="350"/>
                  </a:lnTo>
                  <a:lnTo>
                    <a:pt x="126" y="373"/>
                  </a:lnTo>
                  <a:lnTo>
                    <a:pt x="148" y="392"/>
                  </a:lnTo>
                  <a:lnTo>
                    <a:pt x="171" y="407"/>
                  </a:lnTo>
                  <a:lnTo>
                    <a:pt x="194" y="417"/>
                  </a:lnTo>
                  <a:lnTo>
                    <a:pt x="219" y="423"/>
                  </a:lnTo>
                  <a:lnTo>
                    <a:pt x="245" y="426"/>
                  </a:lnTo>
                  <a:lnTo>
                    <a:pt x="245" y="414"/>
                  </a:lnTo>
                  <a:lnTo>
                    <a:pt x="221" y="411"/>
                  </a:lnTo>
                  <a:lnTo>
                    <a:pt x="199" y="406"/>
                  </a:lnTo>
                  <a:lnTo>
                    <a:pt x="178" y="395"/>
                  </a:lnTo>
                  <a:lnTo>
                    <a:pt x="155" y="382"/>
                  </a:lnTo>
                  <a:lnTo>
                    <a:pt x="136" y="363"/>
                  </a:lnTo>
                  <a:lnTo>
                    <a:pt x="116" y="343"/>
                  </a:lnTo>
                  <a:lnTo>
                    <a:pt x="98" y="320"/>
                  </a:lnTo>
                  <a:lnTo>
                    <a:pt x="82" y="292"/>
                  </a:lnTo>
                  <a:lnTo>
                    <a:pt x="66" y="264"/>
                  </a:lnTo>
                  <a:lnTo>
                    <a:pt x="52" y="231"/>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4189" name="Freeform 59"/>
            <p:cNvSpPr>
              <a:spLocks/>
            </p:cNvSpPr>
            <p:nvPr/>
          </p:nvSpPr>
          <p:spPr bwMode="auto">
            <a:xfrm>
              <a:off x="1091" y="2087"/>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4" y="8"/>
                  </a:lnTo>
                  <a:lnTo>
                    <a:pt x="171" y="18"/>
                  </a:lnTo>
                  <a:lnTo>
                    <a:pt x="148" y="34"/>
                  </a:lnTo>
                  <a:lnTo>
                    <a:pt x="126" y="51"/>
                  </a:lnTo>
                  <a:lnTo>
                    <a:pt x="106" y="73"/>
                  </a:lnTo>
                  <a:lnTo>
                    <a:pt x="89" y="98"/>
                  </a:lnTo>
                  <a:lnTo>
                    <a:pt x="71" y="125"/>
                  </a:lnTo>
                  <a:lnTo>
                    <a:pt x="55" y="155"/>
                  </a:lnTo>
                  <a:lnTo>
                    <a:pt x="41" y="188"/>
                  </a:lnTo>
                  <a:lnTo>
                    <a:pt x="29" y="222"/>
                  </a:lnTo>
                  <a:lnTo>
                    <a:pt x="18" y="261"/>
                  </a:lnTo>
                  <a:lnTo>
                    <a:pt x="10" y="298"/>
                  </a:lnTo>
                  <a:lnTo>
                    <a:pt x="4" y="338"/>
                  </a:lnTo>
                  <a:lnTo>
                    <a:pt x="1" y="382"/>
                  </a:lnTo>
                  <a:lnTo>
                    <a:pt x="0" y="424"/>
                  </a:lnTo>
                  <a:lnTo>
                    <a:pt x="11" y="424"/>
                  </a:lnTo>
                  <a:lnTo>
                    <a:pt x="13" y="382"/>
                  </a:lnTo>
                  <a:lnTo>
                    <a:pt x="16" y="341"/>
                  </a:lnTo>
                  <a:lnTo>
                    <a:pt x="22" y="301"/>
                  </a:lnTo>
                  <a:lnTo>
                    <a:pt x="30" y="263"/>
                  </a:lnTo>
                  <a:lnTo>
                    <a:pt x="41" y="227"/>
                  </a:lnTo>
                  <a:lnTo>
                    <a:pt x="52" y="193"/>
                  </a:lnTo>
                  <a:lnTo>
                    <a:pt x="66" y="160"/>
                  </a:lnTo>
                  <a:lnTo>
                    <a:pt x="80" y="132"/>
                  </a:lnTo>
                  <a:lnTo>
                    <a:pt x="98" y="105"/>
                  </a:lnTo>
                  <a:lnTo>
                    <a:pt x="116" y="80"/>
                  </a:lnTo>
                  <a:lnTo>
                    <a:pt x="136" y="60"/>
                  </a:lnTo>
                  <a:lnTo>
                    <a:pt x="155" y="43"/>
                  </a:lnTo>
                  <a:lnTo>
                    <a:pt x="178" y="30"/>
                  </a:lnTo>
                  <a:lnTo>
                    <a:pt x="199" y="19"/>
                  </a:lnTo>
                  <a:lnTo>
                    <a:pt x="221" y="14"/>
                  </a:lnTo>
                  <a:lnTo>
                    <a:pt x="245" y="11"/>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4190" name="Freeform 60"/>
            <p:cNvSpPr>
              <a:spLocks/>
            </p:cNvSpPr>
            <p:nvPr/>
          </p:nvSpPr>
          <p:spPr bwMode="auto">
            <a:xfrm>
              <a:off x="1392" y="2118"/>
              <a:ext cx="49" cy="85"/>
            </a:xfrm>
            <a:custGeom>
              <a:avLst/>
              <a:gdLst>
                <a:gd name="T0" fmla="*/ 2 w 246"/>
                <a:gd name="T1" fmla="*/ 3 h 426"/>
                <a:gd name="T2" fmla="*/ 2 w 246"/>
                <a:gd name="T3" fmla="*/ 3 h 426"/>
                <a:gd name="T4" fmla="*/ 2 w 246"/>
                <a:gd name="T5" fmla="*/ 3 h 426"/>
                <a:gd name="T6" fmla="*/ 2 w 246"/>
                <a:gd name="T7" fmla="*/ 3 h 426"/>
                <a:gd name="T8" fmla="*/ 2 w 246"/>
                <a:gd name="T9" fmla="*/ 2 h 426"/>
                <a:gd name="T10" fmla="*/ 2 w 246"/>
                <a:gd name="T11" fmla="*/ 2 h 426"/>
                <a:gd name="T12" fmla="*/ 2 w 246"/>
                <a:gd name="T13" fmla="*/ 2 h 426"/>
                <a:gd name="T14" fmla="*/ 2 w 246"/>
                <a:gd name="T15" fmla="*/ 2 h 426"/>
                <a:gd name="T16" fmla="*/ 2 w 246"/>
                <a:gd name="T17" fmla="*/ 1 h 426"/>
                <a:gd name="T18" fmla="*/ 1 w 246"/>
                <a:gd name="T19" fmla="*/ 1 h 426"/>
                <a:gd name="T20" fmla="*/ 1 w 246"/>
                <a:gd name="T21" fmla="*/ 1 h 426"/>
                <a:gd name="T22" fmla="*/ 1 w 246"/>
                <a:gd name="T23" fmla="*/ 1 h 426"/>
                <a:gd name="T24" fmla="*/ 1 w 246"/>
                <a:gd name="T25" fmla="*/ 0 h 426"/>
                <a:gd name="T26" fmla="*/ 1 w 246"/>
                <a:gd name="T27" fmla="*/ 0 h 426"/>
                <a:gd name="T28" fmla="*/ 1 w 246"/>
                <a:gd name="T29" fmla="*/ 0 h 426"/>
                <a:gd name="T30" fmla="*/ 0 w 246"/>
                <a:gd name="T31" fmla="*/ 0 h 426"/>
                <a:gd name="T32" fmla="*/ 0 w 246"/>
                <a:gd name="T33" fmla="*/ 0 h 426"/>
                <a:gd name="T34" fmla="*/ 0 w 246"/>
                <a:gd name="T35" fmla="*/ 0 h 426"/>
                <a:gd name="T36" fmla="*/ 0 w 246"/>
                <a:gd name="T37" fmla="*/ 0 h 426"/>
                <a:gd name="T38" fmla="*/ 0 w 246"/>
                <a:gd name="T39" fmla="*/ 0 h 426"/>
                <a:gd name="T40" fmla="*/ 0 w 246"/>
                <a:gd name="T41" fmla="*/ 0 h 426"/>
                <a:gd name="T42" fmla="*/ 1 w 246"/>
                <a:gd name="T43" fmla="*/ 0 h 426"/>
                <a:gd name="T44" fmla="*/ 1 w 246"/>
                <a:gd name="T45" fmla="*/ 0 h 426"/>
                <a:gd name="T46" fmla="*/ 1 w 246"/>
                <a:gd name="T47" fmla="*/ 1 h 426"/>
                <a:gd name="T48" fmla="*/ 1 w 246"/>
                <a:gd name="T49" fmla="*/ 1 h 426"/>
                <a:gd name="T50" fmla="*/ 1 w 246"/>
                <a:gd name="T51" fmla="*/ 1 h 426"/>
                <a:gd name="T52" fmla="*/ 1 w 246"/>
                <a:gd name="T53" fmla="*/ 1 h 426"/>
                <a:gd name="T54" fmla="*/ 1 w 246"/>
                <a:gd name="T55" fmla="*/ 1 h 426"/>
                <a:gd name="T56" fmla="*/ 2 w 246"/>
                <a:gd name="T57" fmla="*/ 2 h 426"/>
                <a:gd name="T58" fmla="*/ 2 w 246"/>
                <a:gd name="T59" fmla="*/ 2 h 426"/>
                <a:gd name="T60" fmla="*/ 2 w 246"/>
                <a:gd name="T61" fmla="*/ 2 h 426"/>
                <a:gd name="T62" fmla="*/ 2 w 246"/>
                <a:gd name="T63" fmla="*/ 2 h 426"/>
                <a:gd name="T64" fmla="*/ 2 w 246"/>
                <a:gd name="T65" fmla="*/ 3 h 426"/>
                <a:gd name="T66" fmla="*/ 2 w 246"/>
                <a:gd name="T67" fmla="*/ 3 h 426"/>
                <a:gd name="T68" fmla="*/ 2 w 246"/>
                <a:gd name="T69" fmla="*/ 3 h 426"/>
                <a:gd name="T70" fmla="*/ 2 w 246"/>
                <a:gd name="T71" fmla="*/ 3 h 426"/>
                <a:gd name="T72" fmla="*/ 2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246" y="426"/>
                  </a:moveTo>
                  <a:lnTo>
                    <a:pt x="246" y="426"/>
                  </a:lnTo>
                  <a:lnTo>
                    <a:pt x="245" y="384"/>
                  </a:lnTo>
                  <a:lnTo>
                    <a:pt x="242" y="340"/>
                  </a:lnTo>
                  <a:lnTo>
                    <a:pt x="236" y="301"/>
                  </a:lnTo>
                  <a:lnTo>
                    <a:pt x="228" y="262"/>
                  </a:lnTo>
                  <a:lnTo>
                    <a:pt x="217" y="224"/>
                  </a:lnTo>
                  <a:lnTo>
                    <a:pt x="205" y="190"/>
                  </a:lnTo>
                  <a:lnTo>
                    <a:pt x="191" y="158"/>
                  </a:lnTo>
                  <a:lnTo>
                    <a:pt x="176" y="126"/>
                  </a:lnTo>
                  <a:lnTo>
                    <a:pt x="157" y="99"/>
                  </a:lnTo>
                  <a:lnTo>
                    <a:pt x="139" y="75"/>
                  </a:lnTo>
                  <a:lnTo>
                    <a:pt x="119" y="53"/>
                  </a:lnTo>
                  <a:lnTo>
                    <a:pt x="96" y="34"/>
                  </a:lnTo>
                  <a:lnTo>
                    <a:pt x="75" y="19"/>
                  </a:lnTo>
                  <a:lnTo>
                    <a:pt x="51" y="9"/>
                  </a:lnTo>
                  <a:lnTo>
                    <a:pt x="26" y="3"/>
                  </a:lnTo>
                  <a:lnTo>
                    <a:pt x="0" y="0"/>
                  </a:lnTo>
                  <a:lnTo>
                    <a:pt x="0" y="12"/>
                  </a:lnTo>
                  <a:lnTo>
                    <a:pt x="24" y="15"/>
                  </a:lnTo>
                  <a:lnTo>
                    <a:pt x="46" y="20"/>
                  </a:lnTo>
                  <a:lnTo>
                    <a:pt x="68" y="31"/>
                  </a:lnTo>
                  <a:lnTo>
                    <a:pt x="89" y="44"/>
                  </a:lnTo>
                  <a:lnTo>
                    <a:pt x="109" y="63"/>
                  </a:lnTo>
                  <a:lnTo>
                    <a:pt x="129" y="83"/>
                  </a:lnTo>
                  <a:lnTo>
                    <a:pt x="148" y="106"/>
                  </a:lnTo>
                  <a:lnTo>
                    <a:pt x="164" y="133"/>
                  </a:lnTo>
                  <a:lnTo>
                    <a:pt x="180" y="162"/>
                  </a:lnTo>
                  <a:lnTo>
                    <a:pt x="194" y="195"/>
                  </a:lnTo>
                  <a:lnTo>
                    <a:pt x="205" y="229"/>
                  </a:lnTo>
                  <a:lnTo>
                    <a:pt x="216" y="264"/>
                  </a:lnTo>
                  <a:lnTo>
                    <a:pt x="224" y="303"/>
                  </a:lnTo>
                  <a:lnTo>
                    <a:pt x="230" y="343"/>
                  </a:lnTo>
                  <a:lnTo>
                    <a:pt x="233" y="384"/>
                  </a:lnTo>
                  <a:lnTo>
                    <a:pt x="235" y="426"/>
                  </a:lnTo>
                  <a:lnTo>
                    <a:pt x="246"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4191" name="Freeform 61"/>
            <p:cNvSpPr>
              <a:spLocks/>
            </p:cNvSpPr>
            <p:nvPr/>
          </p:nvSpPr>
          <p:spPr bwMode="auto">
            <a:xfrm>
              <a:off x="1392" y="2203"/>
              <a:ext cx="49" cy="85"/>
            </a:xfrm>
            <a:custGeom>
              <a:avLst/>
              <a:gdLst>
                <a:gd name="T0" fmla="*/ 0 w 246"/>
                <a:gd name="T1" fmla="*/ 3 h 424"/>
                <a:gd name="T2" fmla="*/ 0 w 246"/>
                <a:gd name="T3" fmla="*/ 3 h 424"/>
                <a:gd name="T4" fmla="*/ 0 w 246"/>
                <a:gd name="T5" fmla="*/ 3 h 424"/>
                <a:gd name="T6" fmla="*/ 0 w 246"/>
                <a:gd name="T7" fmla="*/ 3 h 424"/>
                <a:gd name="T8" fmla="*/ 1 w 246"/>
                <a:gd name="T9" fmla="*/ 3 h 424"/>
                <a:gd name="T10" fmla="*/ 1 w 246"/>
                <a:gd name="T11" fmla="*/ 3 h 424"/>
                <a:gd name="T12" fmla="*/ 1 w 246"/>
                <a:gd name="T13" fmla="*/ 3 h 424"/>
                <a:gd name="T14" fmla="*/ 1 w 246"/>
                <a:gd name="T15" fmla="*/ 3 h 424"/>
                <a:gd name="T16" fmla="*/ 1 w 246"/>
                <a:gd name="T17" fmla="*/ 3 h 424"/>
                <a:gd name="T18" fmla="*/ 1 w 246"/>
                <a:gd name="T19" fmla="*/ 2 h 424"/>
                <a:gd name="T20" fmla="*/ 2 w 246"/>
                <a:gd name="T21" fmla="*/ 2 h 424"/>
                <a:gd name="T22" fmla="*/ 2 w 246"/>
                <a:gd name="T23" fmla="*/ 2 h 424"/>
                <a:gd name="T24" fmla="*/ 2 w 246"/>
                <a:gd name="T25" fmla="*/ 2 h 424"/>
                <a:gd name="T26" fmla="*/ 2 w 246"/>
                <a:gd name="T27" fmla="*/ 1 h 424"/>
                <a:gd name="T28" fmla="*/ 2 w 246"/>
                <a:gd name="T29" fmla="*/ 1 h 424"/>
                <a:gd name="T30" fmla="*/ 2 w 246"/>
                <a:gd name="T31" fmla="*/ 1 h 424"/>
                <a:gd name="T32" fmla="*/ 2 w 246"/>
                <a:gd name="T33" fmla="*/ 0 h 424"/>
                <a:gd name="T34" fmla="*/ 2 w 246"/>
                <a:gd name="T35" fmla="*/ 0 h 424"/>
                <a:gd name="T36" fmla="*/ 2 w 246"/>
                <a:gd name="T37" fmla="*/ 0 h 424"/>
                <a:gd name="T38" fmla="*/ 2 w 246"/>
                <a:gd name="T39" fmla="*/ 0 h 424"/>
                <a:gd name="T40" fmla="*/ 2 w 246"/>
                <a:gd name="T41" fmla="*/ 1 h 424"/>
                <a:gd name="T42" fmla="*/ 2 w 246"/>
                <a:gd name="T43" fmla="*/ 1 h 424"/>
                <a:gd name="T44" fmla="*/ 2 w 246"/>
                <a:gd name="T45" fmla="*/ 1 h 424"/>
                <a:gd name="T46" fmla="*/ 2 w 246"/>
                <a:gd name="T47" fmla="*/ 2 h 424"/>
                <a:gd name="T48" fmla="*/ 2 w 246"/>
                <a:gd name="T49" fmla="*/ 2 h 424"/>
                <a:gd name="T50" fmla="*/ 1 w 246"/>
                <a:gd name="T51" fmla="*/ 2 h 424"/>
                <a:gd name="T52" fmla="*/ 1 w 246"/>
                <a:gd name="T53" fmla="*/ 2 h 424"/>
                <a:gd name="T54" fmla="*/ 1 w 246"/>
                <a:gd name="T55" fmla="*/ 3 h 424"/>
                <a:gd name="T56" fmla="*/ 1 w 246"/>
                <a:gd name="T57" fmla="*/ 3 h 424"/>
                <a:gd name="T58" fmla="*/ 1 w 246"/>
                <a:gd name="T59" fmla="*/ 3 h 424"/>
                <a:gd name="T60" fmla="*/ 1 w 246"/>
                <a:gd name="T61" fmla="*/ 3 h 424"/>
                <a:gd name="T62" fmla="*/ 1 w 246"/>
                <a:gd name="T63" fmla="*/ 3 h 424"/>
                <a:gd name="T64" fmla="*/ 0 w 246"/>
                <a:gd name="T65" fmla="*/ 3 h 424"/>
                <a:gd name="T66" fmla="*/ 0 w 246"/>
                <a:gd name="T67" fmla="*/ 3 h 424"/>
                <a:gd name="T68" fmla="*/ 0 w 246"/>
                <a:gd name="T69" fmla="*/ 3 h 424"/>
                <a:gd name="T70" fmla="*/ 0 w 246"/>
                <a:gd name="T71" fmla="*/ 3 h 424"/>
                <a:gd name="T72" fmla="*/ 0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0" y="424"/>
                  </a:moveTo>
                  <a:lnTo>
                    <a:pt x="0" y="424"/>
                  </a:lnTo>
                  <a:lnTo>
                    <a:pt x="26" y="422"/>
                  </a:lnTo>
                  <a:lnTo>
                    <a:pt x="51" y="416"/>
                  </a:lnTo>
                  <a:lnTo>
                    <a:pt x="75" y="406"/>
                  </a:lnTo>
                  <a:lnTo>
                    <a:pt x="96" y="390"/>
                  </a:lnTo>
                  <a:lnTo>
                    <a:pt x="119" y="373"/>
                  </a:lnTo>
                  <a:lnTo>
                    <a:pt x="139" y="351"/>
                  </a:lnTo>
                  <a:lnTo>
                    <a:pt x="157" y="326"/>
                  </a:lnTo>
                  <a:lnTo>
                    <a:pt x="175" y="299"/>
                  </a:lnTo>
                  <a:lnTo>
                    <a:pt x="191" y="269"/>
                  </a:lnTo>
                  <a:lnTo>
                    <a:pt x="205" y="236"/>
                  </a:lnTo>
                  <a:lnTo>
                    <a:pt x="217" y="202"/>
                  </a:lnTo>
                  <a:lnTo>
                    <a:pt x="228" y="163"/>
                  </a:lnTo>
                  <a:lnTo>
                    <a:pt x="236" y="125"/>
                  </a:lnTo>
                  <a:lnTo>
                    <a:pt x="242" y="86"/>
                  </a:lnTo>
                  <a:lnTo>
                    <a:pt x="245" y="42"/>
                  </a:lnTo>
                  <a:lnTo>
                    <a:pt x="246" y="0"/>
                  </a:lnTo>
                  <a:lnTo>
                    <a:pt x="235" y="0"/>
                  </a:lnTo>
                  <a:lnTo>
                    <a:pt x="233" y="42"/>
                  </a:lnTo>
                  <a:lnTo>
                    <a:pt x="230" y="83"/>
                  </a:lnTo>
                  <a:lnTo>
                    <a:pt x="224" y="123"/>
                  </a:lnTo>
                  <a:lnTo>
                    <a:pt x="216" y="161"/>
                  </a:lnTo>
                  <a:lnTo>
                    <a:pt x="205" y="197"/>
                  </a:lnTo>
                  <a:lnTo>
                    <a:pt x="194" y="231"/>
                  </a:lnTo>
                  <a:lnTo>
                    <a:pt x="180" y="264"/>
                  </a:lnTo>
                  <a:lnTo>
                    <a:pt x="166" y="292"/>
                  </a:lnTo>
                  <a:lnTo>
                    <a:pt x="148" y="319"/>
                  </a:lnTo>
                  <a:lnTo>
                    <a:pt x="129" y="344"/>
                  </a:lnTo>
                  <a:lnTo>
                    <a:pt x="109" y="364"/>
                  </a:lnTo>
                  <a:lnTo>
                    <a:pt x="89" y="381"/>
                  </a:lnTo>
                  <a:lnTo>
                    <a:pt x="68" y="394"/>
                  </a:lnTo>
                  <a:lnTo>
                    <a:pt x="46" y="405"/>
                  </a:lnTo>
                  <a:lnTo>
                    <a:pt x="24" y="410"/>
                  </a:lnTo>
                  <a:lnTo>
                    <a:pt x="0" y="413"/>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4192" name="Freeform 62"/>
            <p:cNvSpPr>
              <a:spLocks/>
            </p:cNvSpPr>
            <p:nvPr/>
          </p:nvSpPr>
          <p:spPr bwMode="auto">
            <a:xfrm>
              <a:off x="1343" y="2203"/>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2" y="42"/>
                  </a:lnTo>
                  <a:lnTo>
                    <a:pt x="5" y="86"/>
                  </a:lnTo>
                  <a:lnTo>
                    <a:pt x="11" y="125"/>
                  </a:lnTo>
                  <a:lnTo>
                    <a:pt x="19" y="163"/>
                  </a:lnTo>
                  <a:lnTo>
                    <a:pt x="30" y="202"/>
                  </a:lnTo>
                  <a:lnTo>
                    <a:pt x="41" y="236"/>
                  </a:lnTo>
                  <a:lnTo>
                    <a:pt x="56" y="269"/>
                  </a:lnTo>
                  <a:lnTo>
                    <a:pt x="72" y="299"/>
                  </a:lnTo>
                  <a:lnTo>
                    <a:pt x="90" y="326"/>
                  </a:lnTo>
                  <a:lnTo>
                    <a:pt x="108" y="351"/>
                  </a:lnTo>
                  <a:lnTo>
                    <a:pt x="127" y="373"/>
                  </a:lnTo>
                  <a:lnTo>
                    <a:pt x="149" y="390"/>
                  </a:lnTo>
                  <a:lnTo>
                    <a:pt x="172" y="406"/>
                  </a:lnTo>
                  <a:lnTo>
                    <a:pt x="195" y="416"/>
                  </a:lnTo>
                  <a:lnTo>
                    <a:pt x="220" y="422"/>
                  </a:lnTo>
                  <a:lnTo>
                    <a:pt x="245" y="424"/>
                  </a:lnTo>
                  <a:lnTo>
                    <a:pt x="245" y="413"/>
                  </a:lnTo>
                  <a:lnTo>
                    <a:pt x="222" y="410"/>
                  </a:lnTo>
                  <a:lnTo>
                    <a:pt x="200" y="405"/>
                  </a:lnTo>
                  <a:lnTo>
                    <a:pt x="179" y="394"/>
                  </a:lnTo>
                  <a:lnTo>
                    <a:pt x="156" y="381"/>
                  </a:lnTo>
                  <a:lnTo>
                    <a:pt x="136" y="364"/>
                  </a:lnTo>
                  <a:lnTo>
                    <a:pt x="118" y="344"/>
                  </a:lnTo>
                  <a:lnTo>
                    <a:pt x="99" y="319"/>
                  </a:lnTo>
                  <a:lnTo>
                    <a:pt x="81" y="292"/>
                  </a:lnTo>
                  <a:lnTo>
                    <a:pt x="67" y="264"/>
                  </a:lnTo>
                  <a:lnTo>
                    <a:pt x="53" y="231"/>
                  </a:lnTo>
                  <a:lnTo>
                    <a:pt x="41" y="197"/>
                  </a:lnTo>
                  <a:lnTo>
                    <a:pt x="31" y="161"/>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4193" name="Freeform 63"/>
            <p:cNvSpPr>
              <a:spLocks/>
            </p:cNvSpPr>
            <p:nvPr/>
          </p:nvSpPr>
          <p:spPr bwMode="auto">
            <a:xfrm>
              <a:off x="1343" y="2118"/>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1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20" y="3"/>
                  </a:lnTo>
                  <a:lnTo>
                    <a:pt x="195" y="9"/>
                  </a:lnTo>
                  <a:lnTo>
                    <a:pt x="172" y="19"/>
                  </a:lnTo>
                  <a:lnTo>
                    <a:pt x="149" y="34"/>
                  </a:lnTo>
                  <a:lnTo>
                    <a:pt x="127" y="53"/>
                  </a:lnTo>
                  <a:lnTo>
                    <a:pt x="108" y="75"/>
                  </a:lnTo>
                  <a:lnTo>
                    <a:pt x="90" y="99"/>
                  </a:lnTo>
                  <a:lnTo>
                    <a:pt x="71" y="126"/>
                  </a:lnTo>
                  <a:lnTo>
                    <a:pt x="56" y="158"/>
                  </a:lnTo>
                  <a:lnTo>
                    <a:pt x="41" y="190"/>
                  </a:lnTo>
                  <a:lnTo>
                    <a:pt x="30" y="224"/>
                  </a:lnTo>
                  <a:lnTo>
                    <a:pt x="19" y="262"/>
                  </a:lnTo>
                  <a:lnTo>
                    <a:pt x="11" y="301"/>
                  </a:lnTo>
                  <a:lnTo>
                    <a:pt x="5" y="340"/>
                  </a:lnTo>
                  <a:lnTo>
                    <a:pt x="2" y="384"/>
                  </a:lnTo>
                  <a:lnTo>
                    <a:pt x="0" y="426"/>
                  </a:lnTo>
                  <a:lnTo>
                    <a:pt x="12" y="426"/>
                  </a:lnTo>
                  <a:lnTo>
                    <a:pt x="13" y="384"/>
                  </a:lnTo>
                  <a:lnTo>
                    <a:pt x="17" y="343"/>
                  </a:lnTo>
                  <a:lnTo>
                    <a:pt x="23" y="303"/>
                  </a:lnTo>
                  <a:lnTo>
                    <a:pt x="31" y="264"/>
                  </a:lnTo>
                  <a:lnTo>
                    <a:pt x="41" y="229"/>
                  </a:lnTo>
                  <a:lnTo>
                    <a:pt x="53" y="195"/>
                  </a:lnTo>
                  <a:lnTo>
                    <a:pt x="67" y="162"/>
                  </a:lnTo>
                  <a:lnTo>
                    <a:pt x="82" y="133"/>
                  </a:lnTo>
                  <a:lnTo>
                    <a:pt x="99" y="106"/>
                  </a:lnTo>
                  <a:lnTo>
                    <a:pt x="118" y="83"/>
                  </a:lnTo>
                  <a:lnTo>
                    <a:pt x="136" y="63"/>
                  </a:lnTo>
                  <a:lnTo>
                    <a:pt x="156" y="44"/>
                  </a:lnTo>
                  <a:lnTo>
                    <a:pt x="179" y="31"/>
                  </a:lnTo>
                  <a:lnTo>
                    <a:pt x="200" y="20"/>
                  </a:lnTo>
                  <a:lnTo>
                    <a:pt x="222" y="15"/>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4194" name="Freeform 64"/>
            <p:cNvSpPr>
              <a:spLocks/>
            </p:cNvSpPr>
            <p:nvPr/>
          </p:nvSpPr>
          <p:spPr bwMode="auto">
            <a:xfrm>
              <a:off x="1384" y="1859"/>
              <a:ext cx="49" cy="84"/>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1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3" y="382"/>
                  </a:lnTo>
                  <a:lnTo>
                    <a:pt x="240" y="339"/>
                  </a:lnTo>
                  <a:lnTo>
                    <a:pt x="234" y="299"/>
                  </a:lnTo>
                  <a:lnTo>
                    <a:pt x="226" y="261"/>
                  </a:lnTo>
                  <a:lnTo>
                    <a:pt x="215" y="222"/>
                  </a:lnTo>
                  <a:lnTo>
                    <a:pt x="204" y="188"/>
                  </a:lnTo>
                  <a:lnTo>
                    <a:pt x="189" y="156"/>
                  </a:lnTo>
                  <a:lnTo>
                    <a:pt x="173" y="125"/>
                  </a:lnTo>
                  <a:lnTo>
                    <a:pt x="155" y="98"/>
                  </a:lnTo>
                  <a:lnTo>
                    <a:pt x="138" y="74"/>
                  </a:lnTo>
                  <a:lnTo>
                    <a:pt x="118" y="51"/>
                  </a:lnTo>
                  <a:lnTo>
                    <a:pt x="96" y="34"/>
                  </a:lnTo>
                  <a:lnTo>
                    <a:pt x="73" y="18"/>
                  </a:lnTo>
                  <a:lnTo>
                    <a:pt x="50" y="8"/>
                  </a:lnTo>
                  <a:lnTo>
                    <a:pt x="25" y="2"/>
                  </a:lnTo>
                  <a:lnTo>
                    <a:pt x="0" y="0"/>
                  </a:lnTo>
                  <a:lnTo>
                    <a:pt x="0" y="11"/>
                  </a:lnTo>
                  <a:lnTo>
                    <a:pt x="23" y="14"/>
                  </a:lnTo>
                  <a:lnTo>
                    <a:pt x="45" y="20"/>
                  </a:lnTo>
                  <a:lnTo>
                    <a:pt x="66" y="30"/>
                  </a:lnTo>
                  <a:lnTo>
                    <a:pt x="89" y="43"/>
                  </a:lnTo>
                  <a:lnTo>
                    <a:pt x="109" y="61"/>
                  </a:lnTo>
                  <a:lnTo>
                    <a:pt x="129" y="81"/>
                  </a:lnTo>
                  <a:lnTo>
                    <a:pt x="146" y="105"/>
                  </a:lnTo>
                  <a:lnTo>
                    <a:pt x="164" y="132"/>
                  </a:lnTo>
                  <a:lnTo>
                    <a:pt x="178" y="160"/>
                  </a:lnTo>
                  <a:lnTo>
                    <a:pt x="192" y="193"/>
                  </a:lnTo>
                  <a:lnTo>
                    <a:pt x="204" y="227"/>
                  </a:lnTo>
                  <a:lnTo>
                    <a:pt x="214" y="264"/>
                  </a:lnTo>
                  <a:lnTo>
                    <a:pt x="222" y="301"/>
                  </a:lnTo>
                  <a:lnTo>
                    <a:pt x="228"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4195" name="Freeform 65"/>
            <p:cNvSpPr>
              <a:spLocks/>
            </p:cNvSpPr>
            <p:nvPr/>
          </p:nvSpPr>
          <p:spPr bwMode="auto">
            <a:xfrm>
              <a:off x="1384" y="1943"/>
              <a:ext cx="49" cy="86"/>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5" y="423"/>
                  </a:lnTo>
                  <a:lnTo>
                    <a:pt x="50" y="418"/>
                  </a:lnTo>
                  <a:lnTo>
                    <a:pt x="73" y="407"/>
                  </a:lnTo>
                  <a:lnTo>
                    <a:pt x="96" y="392"/>
                  </a:lnTo>
                  <a:lnTo>
                    <a:pt x="118" y="374"/>
                  </a:lnTo>
                  <a:lnTo>
                    <a:pt x="138" y="352"/>
                  </a:lnTo>
                  <a:lnTo>
                    <a:pt x="155" y="327"/>
                  </a:lnTo>
                  <a:lnTo>
                    <a:pt x="174" y="300"/>
                  </a:lnTo>
                  <a:lnTo>
                    <a:pt x="189" y="269"/>
                  </a:lnTo>
                  <a:lnTo>
                    <a:pt x="204" y="237"/>
                  </a:lnTo>
                  <a:lnTo>
                    <a:pt x="215" y="202"/>
                  </a:lnTo>
                  <a:lnTo>
                    <a:pt x="226" y="164"/>
                  </a:lnTo>
                  <a:lnTo>
                    <a:pt x="234" y="126"/>
                  </a:lnTo>
                  <a:lnTo>
                    <a:pt x="240" y="86"/>
                  </a:lnTo>
                  <a:lnTo>
                    <a:pt x="243" y="42"/>
                  </a:lnTo>
                  <a:lnTo>
                    <a:pt x="245" y="0"/>
                  </a:lnTo>
                  <a:lnTo>
                    <a:pt x="233" y="0"/>
                  </a:lnTo>
                  <a:lnTo>
                    <a:pt x="232" y="42"/>
                  </a:lnTo>
                  <a:lnTo>
                    <a:pt x="228" y="83"/>
                  </a:lnTo>
                  <a:lnTo>
                    <a:pt x="222" y="123"/>
                  </a:lnTo>
                  <a:lnTo>
                    <a:pt x="214" y="162"/>
                  </a:lnTo>
                  <a:lnTo>
                    <a:pt x="204" y="197"/>
                  </a:lnTo>
                  <a:lnTo>
                    <a:pt x="192" y="232"/>
                  </a:lnTo>
                  <a:lnTo>
                    <a:pt x="178" y="264"/>
                  </a:lnTo>
                  <a:lnTo>
                    <a:pt x="163" y="293"/>
                  </a:lnTo>
                  <a:lnTo>
                    <a:pt x="146" y="320"/>
                  </a:lnTo>
                  <a:lnTo>
                    <a:pt x="129" y="345"/>
                  </a:lnTo>
                  <a:lnTo>
                    <a:pt x="109" y="365"/>
                  </a:lnTo>
                  <a:lnTo>
                    <a:pt x="89" y="382"/>
                  </a:lnTo>
                  <a:lnTo>
                    <a:pt x="66" y="395"/>
                  </a:lnTo>
                  <a:lnTo>
                    <a:pt x="45" y="406"/>
                  </a:lnTo>
                  <a:lnTo>
                    <a:pt x="23"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4196" name="Freeform 66"/>
            <p:cNvSpPr>
              <a:spLocks/>
            </p:cNvSpPr>
            <p:nvPr/>
          </p:nvSpPr>
          <p:spPr bwMode="auto">
            <a:xfrm>
              <a:off x="1335" y="1943"/>
              <a:ext cx="49" cy="86"/>
            </a:xfrm>
            <a:custGeom>
              <a:avLst/>
              <a:gdLst>
                <a:gd name="T0" fmla="*/ 0 w 246"/>
                <a:gd name="T1" fmla="*/ 0 h 426"/>
                <a:gd name="T2" fmla="*/ 0 w 246"/>
                <a:gd name="T3" fmla="*/ 0 h 426"/>
                <a:gd name="T4" fmla="*/ 0 w 246"/>
                <a:gd name="T5" fmla="*/ 0 h 426"/>
                <a:gd name="T6" fmla="*/ 0 w 246"/>
                <a:gd name="T7" fmla="*/ 1 h 426"/>
                <a:gd name="T8" fmla="*/ 0 w 246"/>
                <a:gd name="T9" fmla="*/ 1 h 426"/>
                <a:gd name="T10" fmla="*/ 0 w 246"/>
                <a:gd name="T11" fmla="*/ 1 h 426"/>
                <a:gd name="T12" fmla="*/ 0 w 246"/>
                <a:gd name="T13" fmla="*/ 2 h 426"/>
                <a:gd name="T14" fmla="*/ 0 w 246"/>
                <a:gd name="T15" fmla="*/ 2 h 426"/>
                <a:gd name="T16" fmla="*/ 0 w 246"/>
                <a:gd name="T17" fmla="*/ 2 h 426"/>
                <a:gd name="T18" fmla="*/ 1 w 246"/>
                <a:gd name="T19" fmla="*/ 2 h 426"/>
                <a:gd name="T20" fmla="*/ 1 w 246"/>
                <a:gd name="T21" fmla="*/ 3 h 426"/>
                <a:gd name="T22" fmla="*/ 1 w 246"/>
                <a:gd name="T23" fmla="*/ 3 h 426"/>
                <a:gd name="T24" fmla="*/ 1 w 246"/>
                <a:gd name="T25" fmla="*/ 3 h 426"/>
                <a:gd name="T26" fmla="*/ 1 w 246"/>
                <a:gd name="T27" fmla="*/ 3 h 426"/>
                <a:gd name="T28" fmla="*/ 1 w 246"/>
                <a:gd name="T29" fmla="*/ 3 h 426"/>
                <a:gd name="T30" fmla="*/ 2 w 246"/>
                <a:gd name="T31" fmla="*/ 3 h 426"/>
                <a:gd name="T32" fmla="*/ 2 w 246"/>
                <a:gd name="T33" fmla="*/ 3 h 426"/>
                <a:gd name="T34" fmla="*/ 2 w 246"/>
                <a:gd name="T35" fmla="*/ 3 h 426"/>
                <a:gd name="T36" fmla="*/ 2 w 246"/>
                <a:gd name="T37" fmla="*/ 3 h 426"/>
                <a:gd name="T38" fmla="*/ 2 w 246"/>
                <a:gd name="T39" fmla="*/ 3 h 426"/>
                <a:gd name="T40" fmla="*/ 2 w 246"/>
                <a:gd name="T41" fmla="*/ 3 h 426"/>
                <a:gd name="T42" fmla="*/ 1 w 246"/>
                <a:gd name="T43" fmla="*/ 3 h 426"/>
                <a:gd name="T44" fmla="*/ 1 w 246"/>
                <a:gd name="T45" fmla="*/ 3 h 426"/>
                <a:gd name="T46" fmla="*/ 1 w 246"/>
                <a:gd name="T47" fmla="*/ 3 h 426"/>
                <a:gd name="T48" fmla="*/ 1 w 246"/>
                <a:gd name="T49" fmla="*/ 3 h 426"/>
                <a:gd name="T50" fmla="*/ 1 w 246"/>
                <a:gd name="T51" fmla="*/ 3 h 426"/>
                <a:gd name="T52" fmla="*/ 1 w 246"/>
                <a:gd name="T53" fmla="*/ 2 h 426"/>
                <a:gd name="T54" fmla="*/ 1 w 246"/>
                <a:gd name="T55" fmla="*/ 2 h 426"/>
                <a:gd name="T56" fmla="*/ 0 w 246"/>
                <a:gd name="T57" fmla="*/ 2 h 426"/>
                <a:gd name="T58" fmla="*/ 0 w 246"/>
                <a:gd name="T59" fmla="*/ 2 h 426"/>
                <a:gd name="T60" fmla="*/ 0 w 246"/>
                <a:gd name="T61" fmla="*/ 1 h 426"/>
                <a:gd name="T62" fmla="*/ 0 w 246"/>
                <a:gd name="T63" fmla="*/ 1 h 426"/>
                <a:gd name="T64" fmla="*/ 0 w 246"/>
                <a:gd name="T65" fmla="*/ 1 h 426"/>
                <a:gd name="T66" fmla="*/ 0 w 246"/>
                <a:gd name="T67" fmla="*/ 0 h 426"/>
                <a:gd name="T68" fmla="*/ 0 w 246"/>
                <a:gd name="T69" fmla="*/ 0 h 426"/>
                <a:gd name="T70" fmla="*/ 0 w 246"/>
                <a:gd name="T71" fmla="*/ 0 h 426"/>
                <a:gd name="T72" fmla="*/ 0 w 246"/>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0"/>
                  </a:moveTo>
                  <a:lnTo>
                    <a:pt x="0" y="0"/>
                  </a:lnTo>
                  <a:lnTo>
                    <a:pt x="1" y="42"/>
                  </a:lnTo>
                  <a:lnTo>
                    <a:pt x="4" y="86"/>
                  </a:lnTo>
                  <a:lnTo>
                    <a:pt x="10" y="126"/>
                  </a:lnTo>
                  <a:lnTo>
                    <a:pt x="18" y="164"/>
                  </a:lnTo>
                  <a:lnTo>
                    <a:pt x="29" y="202"/>
                  </a:lnTo>
                  <a:lnTo>
                    <a:pt x="41" y="237"/>
                  </a:lnTo>
                  <a:lnTo>
                    <a:pt x="55" y="269"/>
                  </a:lnTo>
                  <a:lnTo>
                    <a:pt x="71" y="300"/>
                  </a:lnTo>
                  <a:lnTo>
                    <a:pt x="89" y="327"/>
                  </a:lnTo>
                  <a:lnTo>
                    <a:pt x="107" y="352"/>
                  </a:lnTo>
                  <a:lnTo>
                    <a:pt x="127" y="374"/>
                  </a:lnTo>
                  <a:lnTo>
                    <a:pt x="150" y="392"/>
                  </a:lnTo>
                  <a:lnTo>
                    <a:pt x="171" y="407"/>
                  </a:lnTo>
                  <a:lnTo>
                    <a:pt x="195" y="418"/>
                  </a:lnTo>
                  <a:lnTo>
                    <a:pt x="220" y="423"/>
                  </a:lnTo>
                  <a:lnTo>
                    <a:pt x="246" y="426"/>
                  </a:lnTo>
                  <a:lnTo>
                    <a:pt x="246" y="414"/>
                  </a:lnTo>
                  <a:lnTo>
                    <a:pt x="222" y="412"/>
                  </a:lnTo>
                  <a:lnTo>
                    <a:pt x="200" y="406"/>
                  </a:lnTo>
                  <a:lnTo>
                    <a:pt x="178" y="395"/>
                  </a:lnTo>
                  <a:lnTo>
                    <a:pt x="157" y="382"/>
                  </a:lnTo>
                  <a:lnTo>
                    <a:pt x="137" y="365"/>
                  </a:lnTo>
                  <a:lnTo>
                    <a:pt x="117" y="345"/>
                  </a:lnTo>
                  <a:lnTo>
                    <a:pt x="98" y="320"/>
                  </a:lnTo>
                  <a:lnTo>
                    <a:pt x="83" y="293"/>
                  </a:lnTo>
                  <a:lnTo>
                    <a:pt x="66" y="264"/>
                  </a:lnTo>
                  <a:lnTo>
                    <a:pt x="52" y="232"/>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4197" name="Freeform 67"/>
            <p:cNvSpPr>
              <a:spLocks/>
            </p:cNvSpPr>
            <p:nvPr/>
          </p:nvSpPr>
          <p:spPr bwMode="auto">
            <a:xfrm>
              <a:off x="1335" y="1859"/>
              <a:ext cx="49" cy="84"/>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1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0" y="2"/>
                  </a:lnTo>
                  <a:lnTo>
                    <a:pt x="195" y="8"/>
                  </a:lnTo>
                  <a:lnTo>
                    <a:pt x="171" y="18"/>
                  </a:lnTo>
                  <a:lnTo>
                    <a:pt x="150" y="34"/>
                  </a:lnTo>
                  <a:lnTo>
                    <a:pt x="127" y="51"/>
                  </a:lnTo>
                  <a:lnTo>
                    <a:pt x="107" y="74"/>
                  </a:lnTo>
                  <a:lnTo>
                    <a:pt x="89" y="98"/>
                  </a:lnTo>
                  <a:lnTo>
                    <a:pt x="72" y="125"/>
                  </a:lnTo>
                  <a:lnTo>
                    <a:pt x="55" y="156"/>
                  </a:lnTo>
                  <a:lnTo>
                    <a:pt x="41" y="188"/>
                  </a:lnTo>
                  <a:lnTo>
                    <a:pt x="29" y="222"/>
                  </a:lnTo>
                  <a:lnTo>
                    <a:pt x="18" y="261"/>
                  </a:lnTo>
                  <a:lnTo>
                    <a:pt x="10" y="299"/>
                  </a:lnTo>
                  <a:lnTo>
                    <a:pt x="4" y="339"/>
                  </a:lnTo>
                  <a:lnTo>
                    <a:pt x="1" y="382"/>
                  </a:lnTo>
                  <a:lnTo>
                    <a:pt x="0" y="424"/>
                  </a:lnTo>
                  <a:lnTo>
                    <a:pt x="11" y="424"/>
                  </a:lnTo>
                  <a:lnTo>
                    <a:pt x="13" y="382"/>
                  </a:lnTo>
                  <a:lnTo>
                    <a:pt x="16" y="341"/>
                  </a:lnTo>
                  <a:lnTo>
                    <a:pt x="22" y="301"/>
                  </a:lnTo>
                  <a:lnTo>
                    <a:pt x="30" y="264"/>
                  </a:lnTo>
                  <a:lnTo>
                    <a:pt x="41" y="227"/>
                  </a:lnTo>
                  <a:lnTo>
                    <a:pt x="52" y="193"/>
                  </a:lnTo>
                  <a:lnTo>
                    <a:pt x="66" y="160"/>
                  </a:lnTo>
                  <a:lnTo>
                    <a:pt x="82" y="132"/>
                  </a:lnTo>
                  <a:lnTo>
                    <a:pt x="98" y="105"/>
                  </a:lnTo>
                  <a:lnTo>
                    <a:pt x="117" y="81"/>
                  </a:lnTo>
                  <a:lnTo>
                    <a:pt x="137" y="61"/>
                  </a:lnTo>
                  <a:lnTo>
                    <a:pt x="157" y="43"/>
                  </a:lnTo>
                  <a:lnTo>
                    <a:pt x="178" y="30"/>
                  </a:lnTo>
                  <a:lnTo>
                    <a:pt x="200" y="20"/>
                  </a:lnTo>
                  <a:lnTo>
                    <a:pt x="222" y="14"/>
                  </a:lnTo>
                  <a:lnTo>
                    <a:pt x="246" y="11"/>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4198" name="Freeform 68"/>
            <p:cNvSpPr>
              <a:spLocks/>
            </p:cNvSpPr>
            <p:nvPr/>
          </p:nvSpPr>
          <p:spPr bwMode="auto">
            <a:xfrm>
              <a:off x="1552" y="1751"/>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1" y="339"/>
                  </a:lnTo>
                  <a:lnTo>
                    <a:pt x="235" y="299"/>
                  </a:lnTo>
                  <a:lnTo>
                    <a:pt x="226" y="261"/>
                  </a:lnTo>
                  <a:lnTo>
                    <a:pt x="216" y="223"/>
                  </a:lnTo>
                  <a:lnTo>
                    <a:pt x="204" y="189"/>
                  </a:lnTo>
                  <a:lnTo>
                    <a:pt x="190" y="156"/>
                  </a:lnTo>
                  <a:lnTo>
                    <a:pt x="174" y="125"/>
                  </a:lnTo>
                  <a:lnTo>
                    <a:pt x="156" y="98"/>
                  </a:lnTo>
                  <a:lnTo>
                    <a:pt x="137" y="74"/>
                  </a:lnTo>
                  <a:lnTo>
                    <a:pt x="119" y="52"/>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8" y="81"/>
                  </a:lnTo>
                  <a:lnTo>
                    <a:pt x="147" y="105"/>
                  </a:lnTo>
                  <a:lnTo>
                    <a:pt x="164" y="132"/>
                  </a:lnTo>
                  <a:lnTo>
                    <a:pt x="178" y="161"/>
                  </a:lnTo>
                  <a:lnTo>
                    <a:pt x="193" y="193"/>
                  </a:lnTo>
                  <a:lnTo>
                    <a:pt x="204" y="227"/>
                  </a:lnTo>
                  <a:lnTo>
                    <a:pt x="215" y="264"/>
                  </a:lnTo>
                  <a:lnTo>
                    <a:pt x="223" y="301"/>
                  </a:lnTo>
                  <a:lnTo>
                    <a:pt x="229" y="341"/>
                  </a:lnTo>
                  <a:lnTo>
                    <a:pt x="232" y="382"/>
                  </a:lnTo>
                  <a:lnTo>
                    <a:pt x="234"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4199" name="Freeform 69"/>
            <p:cNvSpPr>
              <a:spLocks/>
            </p:cNvSpPr>
            <p:nvPr/>
          </p:nvSpPr>
          <p:spPr bwMode="auto">
            <a:xfrm>
              <a:off x="1552" y="1836"/>
              <a:ext cx="49" cy="85"/>
            </a:xfrm>
            <a:custGeom>
              <a:avLst/>
              <a:gdLst>
                <a:gd name="T0" fmla="*/ 0 w 245"/>
                <a:gd name="T1" fmla="*/ 3 h 425"/>
                <a:gd name="T2" fmla="*/ 0 w 245"/>
                <a:gd name="T3" fmla="*/ 3 h 425"/>
                <a:gd name="T4" fmla="*/ 0 w 245"/>
                <a:gd name="T5" fmla="*/ 3 h 425"/>
                <a:gd name="T6" fmla="*/ 0 w 245"/>
                <a:gd name="T7" fmla="*/ 3 h 425"/>
                <a:gd name="T8" fmla="*/ 1 w 245"/>
                <a:gd name="T9" fmla="*/ 3 h 425"/>
                <a:gd name="T10" fmla="*/ 1 w 245"/>
                <a:gd name="T11" fmla="*/ 3 h 425"/>
                <a:gd name="T12" fmla="*/ 1 w 245"/>
                <a:gd name="T13" fmla="*/ 3 h 425"/>
                <a:gd name="T14" fmla="*/ 1 w 245"/>
                <a:gd name="T15" fmla="*/ 3 h 425"/>
                <a:gd name="T16" fmla="*/ 1 w 245"/>
                <a:gd name="T17" fmla="*/ 3 h 425"/>
                <a:gd name="T18" fmla="*/ 1 w 245"/>
                <a:gd name="T19" fmla="*/ 2 h 425"/>
                <a:gd name="T20" fmla="*/ 2 w 245"/>
                <a:gd name="T21" fmla="*/ 2 h 425"/>
                <a:gd name="T22" fmla="*/ 2 w 245"/>
                <a:gd name="T23" fmla="*/ 2 h 425"/>
                <a:gd name="T24" fmla="*/ 2 w 245"/>
                <a:gd name="T25" fmla="*/ 2 h 425"/>
                <a:gd name="T26" fmla="*/ 2 w 245"/>
                <a:gd name="T27" fmla="*/ 1 h 425"/>
                <a:gd name="T28" fmla="*/ 2 w 245"/>
                <a:gd name="T29" fmla="*/ 1 h 425"/>
                <a:gd name="T30" fmla="*/ 2 w 245"/>
                <a:gd name="T31" fmla="*/ 1 h 425"/>
                <a:gd name="T32" fmla="*/ 2 w 245"/>
                <a:gd name="T33" fmla="*/ 0 h 425"/>
                <a:gd name="T34" fmla="*/ 2 w 245"/>
                <a:gd name="T35" fmla="*/ 0 h 425"/>
                <a:gd name="T36" fmla="*/ 2 w 245"/>
                <a:gd name="T37" fmla="*/ 0 h 425"/>
                <a:gd name="T38" fmla="*/ 2 w 245"/>
                <a:gd name="T39" fmla="*/ 0 h 425"/>
                <a:gd name="T40" fmla="*/ 2 w 245"/>
                <a:gd name="T41" fmla="*/ 1 h 425"/>
                <a:gd name="T42" fmla="*/ 2 w 245"/>
                <a:gd name="T43" fmla="*/ 1 h 425"/>
                <a:gd name="T44" fmla="*/ 2 w 245"/>
                <a:gd name="T45" fmla="*/ 1 h 425"/>
                <a:gd name="T46" fmla="*/ 2 w 245"/>
                <a:gd name="T47" fmla="*/ 2 h 425"/>
                <a:gd name="T48" fmla="*/ 2 w 245"/>
                <a:gd name="T49" fmla="*/ 2 h 425"/>
                <a:gd name="T50" fmla="*/ 1 w 245"/>
                <a:gd name="T51" fmla="*/ 2 h 425"/>
                <a:gd name="T52" fmla="*/ 1 w 245"/>
                <a:gd name="T53" fmla="*/ 2 h 425"/>
                <a:gd name="T54" fmla="*/ 1 w 245"/>
                <a:gd name="T55" fmla="*/ 3 h 425"/>
                <a:gd name="T56" fmla="*/ 1 w 245"/>
                <a:gd name="T57" fmla="*/ 3 h 425"/>
                <a:gd name="T58" fmla="*/ 1 w 245"/>
                <a:gd name="T59" fmla="*/ 3 h 425"/>
                <a:gd name="T60" fmla="*/ 1 w 245"/>
                <a:gd name="T61" fmla="*/ 3 h 425"/>
                <a:gd name="T62" fmla="*/ 1 w 245"/>
                <a:gd name="T63" fmla="*/ 3 h 425"/>
                <a:gd name="T64" fmla="*/ 0 w 245"/>
                <a:gd name="T65" fmla="*/ 3 h 425"/>
                <a:gd name="T66" fmla="*/ 0 w 245"/>
                <a:gd name="T67" fmla="*/ 3 h 425"/>
                <a:gd name="T68" fmla="*/ 0 w 245"/>
                <a:gd name="T69" fmla="*/ 3 h 425"/>
                <a:gd name="T70" fmla="*/ 0 w 245"/>
                <a:gd name="T71" fmla="*/ 3 h 425"/>
                <a:gd name="T72" fmla="*/ 0 w 245"/>
                <a:gd name="T73" fmla="*/ 3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5"/>
                <a:gd name="T113" fmla="*/ 245 w 245"/>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5">
                  <a:moveTo>
                    <a:pt x="0" y="425"/>
                  </a:moveTo>
                  <a:lnTo>
                    <a:pt x="0" y="425"/>
                  </a:lnTo>
                  <a:lnTo>
                    <a:pt x="26" y="422"/>
                  </a:lnTo>
                  <a:lnTo>
                    <a:pt x="51" y="417"/>
                  </a:lnTo>
                  <a:lnTo>
                    <a:pt x="74" y="406"/>
                  </a:lnTo>
                  <a:lnTo>
                    <a:pt x="96" y="391"/>
                  </a:lnTo>
                  <a:lnTo>
                    <a:pt x="119" y="373"/>
                  </a:lnTo>
                  <a:lnTo>
                    <a:pt x="137" y="351"/>
                  </a:lnTo>
                  <a:lnTo>
                    <a:pt x="156" y="326"/>
                  </a:lnTo>
                  <a:lnTo>
                    <a:pt x="174" y="299"/>
                  </a:lnTo>
                  <a:lnTo>
                    <a:pt x="190" y="269"/>
                  </a:lnTo>
                  <a:lnTo>
                    <a:pt x="204" y="236"/>
                  </a:lnTo>
                  <a:lnTo>
                    <a:pt x="216" y="202"/>
                  </a:lnTo>
                  <a:lnTo>
                    <a:pt x="226" y="163"/>
                  </a:lnTo>
                  <a:lnTo>
                    <a:pt x="235" y="126"/>
                  </a:lnTo>
                  <a:lnTo>
                    <a:pt x="241" y="86"/>
                  </a:lnTo>
                  <a:lnTo>
                    <a:pt x="244" y="43"/>
                  </a:lnTo>
                  <a:lnTo>
                    <a:pt x="245" y="0"/>
                  </a:lnTo>
                  <a:lnTo>
                    <a:pt x="234" y="0"/>
                  </a:lnTo>
                  <a:lnTo>
                    <a:pt x="232" y="43"/>
                  </a:lnTo>
                  <a:lnTo>
                    <a:pt x="229" y="84"/>
                  </a:lnTo>
                  <a:lnTo>
                    <a:pt x="223" y="123"/>
                  </a:lnTo>
                  <a:lnTo>
                    <a:pt x="215" y="161"/>
                  </a:lnTo>
                  <a:lnTo>
                    <a:pt x="204" y="197"/>
                  </a:lnTo>
                  <a:lnTo>
                    <a:pt x="193" y="231"/>
                  </a:lnTo>
                  <a:lnTo>
                    <a:pt x="178" y="264"/>
                  </a:lnTo>
                  <a:lnTo>
                    <a:pt x="164" y="292"/>
                  </a:lnTo>
                  <a:lnTo>
                    <a:pt x="147" y="319"/>
                  </a:lnTo>
                  <a:lnTo>
                    <a:pt x="128" y="344"/>
                  </a:lnTo>
                  <a:lnTo>
                    <a:pt x="109" y="364"/>
                  </a:lnTo>
                  <a:lnTo>
                    <a:pt x="89" y="381"/>
                  </a:lnTo>
                  <a:lnTo>
                    <a:pt x="67" y="394"/>
                  </a:lnTo>
                  <a:lnTo>
                    <a:pt x="46" y="405"/>
                  </a:lnTo>
                  <a:lnTo>
                    <a:pt x="24" y="411"/>
                  </a:lnTo>
                  <a:lnTo>
                    <a:pt x="0" y="413"/>
                  </a:lnTo>
                  <a:lnTo>
                    <a:pt x="0" y="425"/>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4200" name="Freeform 70"/>
            <p:cNvSpPr>
              <a:spLocks/>
            </p:cNvSpPr>
            <p:nvPr/>
          </p:nvSpPr>
          <p:spPr bwMode="auto">
            <a:xfrm>
              <a:off x="1502" y="1836"/>
              <a:ext cx="50" cy="85"/>
            </a:xfrm>
            <a:custGeom>
              <a:avLst/>
              <a:gdLst>
                <a:gd name="T0" fmla="*/ 0 w 246"/>
                <a:gd name="T1" fmla="*/ 0 h 425"/>
                <a:gd name="T2" fmla="*/ 0 w 246"/>
                <a:gd name="T3" fmla="*/ 0 h 425"/>
                <a:gd name="T4" fmla="*/ 0 w 246"/>
                <a:gd name="T5" fmla="*/ 0 h 425"/>
                <a:gd name="T6" fmla="*/ 0 w 246"/>
                <a:gd name="T7" fmla="*/ 1 h 425"/>
                <a:gd name="T8" fmla="*/ 0 w 246"/>
                <a:gd name="T9" fmla="*/ 1 h 425"/>
                <a:gd name="T10" fmla="*/ 0 w 246"/>
                <a:gd name="T11" fmla="*/ 1 h 425"/>
                <a:gd name="T12" fmla="*/ 0 w 246"/>
                <a:gd name="T13" fmla="*/ 2 h 425"/>
                <a:gd name="T14" fmla="*/ 0 w 246"/>
                <a:gd name="T15" fmla="*/ 2 h 425"/>
                <a:gd name="T16" fmla="*/ 0 w 246"/>
                <a:gd name="T17" fmla="*/ 2 h 425"/>
                <a:gd name="T18" fmla="*/ 1 w 246"/>
                <a:gd name="T19" fmla="*/ 2 h 425"/>
                <a:gd name="T20" fmla="*/ 1 w 246"/>
                <a:gd name="T21" fmla="*/ 3 h 425"/>
                <a:gd name="T22" fmla="*/ 1 w 246"/>
                <a:gd name="T23" fmla="*/ 3 h 425"/>
                <a:gd name="T24" fmla="*/ 1 w 246"/>
                <a:gd name="T25" fmla="*/ 3 h 425"/>
                <a:gd name="T26" fmla="*/ 1 w 246"/>
                <a:gd name="T27" fmla="*/ 3 h 425"/>
                <a:gd name="T28" fmla="*/ 1 w 246"/>
                <a:gd name="T29" fmla="*/ 3 h 425"/>
                <a:gd name="T30" fmla="*/ 2 w 246"/>
                <a:gd name="T31" fmla="*/ 3 h 425"/>
                <a:gd name="T32" fmla="*/ 2 w 246"/>
                <a:gd name="T33" fmla="*/ 3 h 425"/>
                <a:gd name="T34" fmla="*/ 2 w 246"/>
                <a:gd name="T35" fmla="*/ 3 h 425"/>
                <a:gd name="T36" fmla="*/ 2 w 246"/>
                <a:gd name="T37" fmla="*/ 3 h 425"/>
                <a:gd name="T38" fmla="*/ 2 w 246"/>
                <a:gd name="T39" fmla="*/ 3 h 425"/>
                <a:gd name="T40" fmla="*/ 2 w 246"/>
                <a:gd name="T41" fmla="*/ 3 h 425"/>
                <a:gd name="T42" fmla="*/ 1 w 246"/>
                <a:gd name="T43" fmla="*/ 3 h 425"/>
                <a:gd name="T44" fmla="*/ 1 w 246"/>
                <a:gd name="T45" fmla="*/ 3 h 425"/>
                <a:gd name="T46" fmla="*/ 1 w 246"/>
                <a:gd name="T47" fmla="*/ 3 h 425"/>
                <a:gd name="T48" fmla="*/ 1 w 246"/>
                <a:gd name="T49" fmla="*/ 3 h 425"/>
                <a:gd name="T50" fmla="*/ 1 w 246"/>
                <a:gd name="T51" fmla="*/ 3 h 425"/>
                <a:gd name="T52" fmla="*/ 1 w 246"/>
                <a:gd name="T53" fmla="*/ 2 h 425"/>
                <a:gd name="T54" fmla="*/ 1 w 246"/>
                <a:gd name="T55" fmla="*/ 2 h 425"/>
                <a:gd name="T56" fmla="*/ 0 w 246"/>
                <a:gd name="T57" fmla="*/ 2 h 425"/>
                <a:gd name="T58" fmla="*/ 0 w 246"/>
                <a:gd name="T59" fmla="*/ 2 h 425"/>
                <a:gd name="T60" fmla="*/ 0 w 246"/>
                <a:gd name="T61" fmla="*/ 1 h 425"/>
                <a:gd name="T62" fmla="*/ 0 w 246"/>
                <a:gd name="T63" fmla="*/ 1 h 425"/>
                <a:gd name="T64" fmla="*/ 0 w 246"/>
                <a:gd name="T65" fmla="*/ 1 h 425"/>
                <a:gd name="T66" fmla="*/ 0 w 246"/>
                <a:gd name="T67" fmla="*/ 0 h 425"/>
                <a:gd name="T68" fmla="*/ 0 w 246"/>
                <a:gd name="T69" fmla="*/ 0 h 425"/>
                <a:gd name="T70" fmla="*/ 0 w 246"/>
                <a:gd name="T71" fmla="*/ 0 h 425"/>
                <a:gd name="T72" fmla="*/ 0 w 246"/>
                <a:gd name="T73" fmla="*/ 0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5"/>
                <a:gd name="T113" fmla="*/ 246 w 246"/>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5">
                  <a:moveTo>
                    <a:pt x="0" y="0"/>
                  </a:moveTo>
                  <a:lnTo>
                    <a:pt x="0" y="0"/>
                  </a:lnTo>
                  <a:lnTo>
                    <a:pt x="2" y="43"/>
                  </a:lnTo>
                  <a:lnTo>
                    <a:pt x="5" y="86"/>
                  </a:lnTo>
                  <a:lnTo>
                    <a:pt x="11" y="126"/>
                  </a:lnTo>
                  <a:lnTo>
                    <a:pt x="19" y="163"/>
                  </a:lnTo>
                  <a:lnTo>
                    <a:pt x="30" y="202"/>
                  </a:lnTo>
                  <a:lnTo>
                    <a:pt x="41" y="236"/>
                  </a:lnTo>
                  <a:lnTo>
                    <a:pt x="55" y="269"/>
                  </a:lnTo>
                  <a:lnTo>
                    <a:pt x="73" y="299"/>
                  </a:lnTo>
                  <a:lnTo>
                    <a:pt x="89" y="326"/>
                  </a:lnTo>
                  <a:lnTo>
                    <a:pt x="108" y="351"/>
                  </a:lnTo>
                  <a:lnTo>
                    <a:pt x="128" y="373"/>
                  </a:lnTo>
                  <a:lnTo>
                    <a:pt x="150" y="391"/>
                  </a:lnTo>
                  <a:lnTo>
                    <a:pt x="171" y="406"/>
                  </a:lnTo>
                  <a:lnTo>
                    <a:pt x="196" y="417"/>
                  </a:lnTo>
                  <a:lnTo>
                    <a:pt x="221" y="422"/>
                  </a:lnTo>
                  <a:lnTo>
                    <a:pt x="246" y="425"/>
                  </a:lnTo>
                  <a:lnTo>
                    <a:pt x="246" y="413"/>
                  </a:lnTo>
                  <a:lnTo>
                    <a:pt x="223" y="411"/>
                  </a:lnTo>
                  <a:lnTo>
                    <a:pt x="201" y="405"/>
                  </a:lnTo>
                  <a:lnTo>
                    <a:pt x="178" y="394"/>
                  </a:lnTo>
                  <a:lnTo>
                    <a:pt x="157" y="381"/>
                  </a:lnTo>
                  <a:lnTo>
                    <a:pt x="137" y="364"/>
                  </a:lnTo>
                  <a:lnTo>
                    <a:pt x="117" y="344"/>
                  </a:lnTo>
                  <a:lnTo>
                    <a:pt x="99" y="319"/>
                  </a:lnTo>
                  <a:lnTo>
                    <a:pt x="82" y="292"/>
                  </a:lnTo>
                  <a:lnTo>
                    <a:pt x="67" y="264"/>
                  </a:lnTo>
                  <a:lnTo>
                    <a:pt x="53" y="231"/>
                  </a:lnTo>
                  <a:lnTo>
                    <a:pt x="41" y="197"/>
                  </a:lnTo>
                  <a:lnTo>
                    <a:pt x="31" y="161"/>
                  </a:lnTo>
                  <a:lnTo>
                    <a:pt x="23" y="123"/>
                  </a:lnTo>
                  <a:lnTo>
                    <a:pt x="17" y="84"/>
                  </a:lnTo>
                  <a:lnTo>
                    <a:pt x="13" y="4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4201" name="Freeform 71"/>
            <p:cNvSpPr>
              <a:spLocks/>
            </p:cNvSpPr>
            <p:nvPr/>
          </p:nvSpPr>
          <p:spPr bwMode="auto">
            <a:xfrm>
              <a:off x="1502" y="1751"/>
              <a:ext cx="50" cy="85"/>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2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1" y="2"/>
                  </a:lnTo>
                  <a:lnTo>
                    <a:pt x="196" y="8"/>
                  </a:lnTo>
                  <a:lnTo>
                    <a:pt x="171" y="19"/>
                  </a:lnTo>
                  <a:lnTo>
                    <a:pt x="150" y="34"/>
                  </a:lnTo>
                  <a:lnTo>
                    <a:pt x="128" y="52"/>
                  </a:lnTo>
                  <a:lnTo>
                    <a:pt x="108" y="74"/>
                  </a:lnTo>
                  <a:lnTo>
                    <a:pt x="89" y="98"/>
                  </a:lnTo>
                  <a:lnTo>
                    <a:pt x="73" y="125"/>
                  </a:lnTo>
                  <a:lnTo>
                    <a:pt x="55" y="156"/>
                  </a:lnTo>
                  <a:lnTo>
                    <a:pt x="41" y="189"/>
                  </a:lnTo>
                  <a:lnTo>
                    <a:pt x="30" y="223"/>
                  </a:lnTo>
                  <a:lnTo>
                    <a:pt x="19" y="261"/>
                  </a:lnTo>
                  <a:lnTo>
                    <a:pt x="11" y="299"/>
                  </a:lnTo>
                  <a:lnTo>
                    <a:pt x="5" y="339"/>
                  </a:lnTo>
                  <a:lnTo>
                    <a:pt x="2" y="382"/>
                  </a:lnTo>
                  <a:lnTo>
                    <a:pt x="0" y="424"/>
                  </a:lnTo>
                  <a:lnTo>
                    <a:pt x="12" y="424"/>
                  </a:lnTo>
                  <a:lnTo>
                    <a:pt x="13" y="382"/>
                  </a:lnTo>
                  <a:lnTo>
                    <a:pt x="17" y="341"/>
                  </a:lnTo>
                  <a:lnTo>
                    <a:pt x="23" y="301"/>
                  </a:lnTo>
                  <a:lnTo>
                    <a:pt x="31" y="264"/>
                  </a:lnTo>
                  <a:lnTo>
                    <a:pt x="41" y="227"/>
                  </a:lnTo>
                  <a:lnTo>
                    <a:pt x="53" y="193"/>
                  </a:lnTo>
                  <a:lnTo>
                    <a:pt x="67" y="161"/>
                  </a:lnTo>
                  <a:lnTo>
                    <a:pt x="82" y="132"/>
                  </a:lnTo>
                  <a:lnTo>
                    <a:pt x="99" y="105"/>
                  </a:lnTo>
                  <a:lnTo>
                    <a:pt x="117" y="81"/>
                  </a:lnTo>
                  <a:lnTo>
                    <a:pt x="137" y="61"/>
                  </a:lnTo>
                  <a:lnTo>
                    <a:pt x="157" y="43"/>
                  </a:lnTo>
                  <a:lnTo>
                    <a:pt x="178" y="30"/>
                  </a:lnTo>
                  <a:lnTo>
                    <a:pt x="201" y="20"/>
                  </a:lnTo>
                  <a:lnTo>
                    <a:pt x="223" y="14"/>
                  </a:lnTo>
                  <a:lnTo>
                    <a:pt x="246" y="12"/>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4202" name="Freeform 72"/>
            <p:cNvSpPr>
              <a:spLocks/>
            </p:cNvSpPr>
            <p:nvPr/>
          </p:nvSpPr>
          <p:spPr bwMode="auto">
            <a:xfrm>
              <a:off x="1565" y="2016"/>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0" y="339"/>
                  </a:lnTo>
                  <a:lnTo>
                    <a:pt x="234" y="299"/>
                  </a:lnTo>
                  <a:lnTo>
                    <a:pt x="226" y="261"/>
                  </a:lnTo>
                  <a:lnTo>
                    <a:pt x="216" y="223"/>
                  </a:lnTo>
                  <a:lnTo>
                    <a:pt x="204" y="189"/>
                  </a:lnTo>
                  <a:lnTo>
                    <a:pt x="190" y="156"/>
                  </a:lnTo>
                  <a:lnTo>
                    <a:pt x="174" y="125"/>
                  </a:lnTo>
                  <a:lnTo>
                    <a:pt x="156" y="98"/>
                  </a:lnTo>
                  <a:lnTo>
                    <a:pt x="138" y="74"/>
                  </a:lnTo>
                  <a:lnTo>
                    <a:pt x="118" y="51"/>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9" y="81"/>
                  </a:lnTo>
                  <a:lnTo>
                    <a:pt x="147" y="105"/>
                  </a:lnTo>
                  <a:lnTo>
                    <a:pt x="164" y="132"/>
                  </a:lnTo>
                  <a:lnTo>
                    <a:pt x="178" y="160"/>
                  </a:lnTo>
                  <a:lnTo>
                    <a:pt x="192" y="193"/>
                  </a:lnTo>
                  <a:lnTo>
                    <a:pt x="204" y="227"/>
                  </a:lnTo>
                  <a:lnTo>
                    <a:pt x="215" y="264"/>
                  </a:lnTo>
                  <a:lnTo>
                    <a:pt x="223" y="301"/>
                  </a:lnTo>
                  <a:lnTo>
                    <a:pt x="229"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4203" name="Freeform 73"/>
            <p:cNvSpPr>
              <a:spLocks/>
            </p:cNvSpPr>
            <p:nvPr/>
          </p:nvSpPr>
          <p:spPr bwMode="auto">
            <a:xfrm>
              <a:off x="1565" y="2101"/>
              <a:ext cx="49" cy="85"/>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6" y="423"/>
                  </a:lnTo>
                  <a:lnTo>
                    <a:pt x="51" y="418"/>
                  </a:lnTo>
                  <a:lnTo>
                    <a:pt x="74" y="407"/>
                  </a:lnTo>
                  <a:lnTo>
                    <a:pt x="96" y="392"/>
                  </a:lnTo>
                  <a:lnTo>
                    <a:pt x="118" y="373"/>
                  </a:lnTo>
                  <a:lnTo>
                    <a:pt x="138" y="351"/>
                  </a:lnTo>
                  <a:lnTo>
                    <a:pt x="156" y="327"/>
                  </a:lnTo>
                  <a:lnTo>
                    <a:pt x="175" y="299"/>
                  </a:lnTo>
                  <a:lnTo>
                    <a:pt x="190" y="269"/>
                  </a:lnTo>
                  <a:lnTo>
                    <a:pt x="204" y="236"/>
                  </a:lnTo>
                  <a:lnTo>
                    <a:pt x="216" y="202"/>
                  </a:lnTo>
                  <a:lnTo>
                    <a:pt x="226" y="164"/>
                  </a:lnTo>
                  <a:lnTo>
                    <a:pt x="234" y="126"/>
                  </a:lnTo>
                  <a:lnTo>
                    <a:pt x="240" y="86"/>
                  </a:lnTo>
                  <a:lnTo>
                    <a:pt x="244" y="42"/>
                  </a:lnTo>
                  <a:lnTo>
                    <a:pt x="245" y="0"/>
                  </a:lnTo>
                  <a:lnTo>
                    <a:pt x="233" y="0"/>
                  </a:lnTo>
                  <a:lnTo>
                    <a:pt x="232" y="42"/>
                  </a:lnTo>
                  <a:lnTo>
                    <a:pt x="229" y="83"/>
                  </a:lnTo>
                  <a:lnTo>
                    <a:pt x="223" y="123"/>
                  </a:lnTo>
                  <a:lnTo>
                    <a:pt x="215" y="162"/>
                  </a:lnTo>
                  <a:lnTo>
                    <a:pt x="204" y="197"/>
                  </a:lnTo>
                  <a:lnTo>
                    <a:pt x="192" y="231"/>
                  </a:lnTo>
                  <a:lnTo>
                    <a:pt x="178" y="264"/>
                  </a:lnTo>
                  <a:lnTo>
                    <a:pt x="163" y="292"/>
                  </a:lnTo>
                  <a:lnTo>
                    <a:pt x="147" y="320"/>
                  </a:lnTo>
                  <a:lnTo>
                    <a:pt x="129" y="344"/>
                  </a:lnTo>
                  <a:lnTo>
                    <a:pt x="109" y="364"/>
                  </a:lnTo>
                  <a:lnTo>
                    <a:pt x="89" y="382"/>
                  </a:lnTo>
                  <a:lnTo>
                    <a:pt x="67" y="395"/>
                  </a:lnTo>
                  <a:lnTo>
                    <a:pt x="46" y="406"/>
                  </a:lnTo>
                  <a:lnTo>
                    <a:pt x="24"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4204" name="Freeform 74"/>
            <p:cNvSpPr>
              <a:spLocks/>
            </p:cNvSpPr>
            <p:nvPr/>
          </p:nvSpPr>
          <p:spPr bwMode="auto">
            <a:xfrm>
              <a:off x="1516" y="2101"/>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5" y="86"/>
                  </a:lnTo>
                  <a:lnTo>
                    <a:pt x="11" y="126"/>
                  </a:lnTo>
                  <a:lnTo>
                    <a:pt x="19" y="164"/>
                  </a:lnTo>
                  <a:lnTo>
                    <a:pt x="30" y="202"/>
                  </a:lnTo>
                  <a:lnTo>
                    <a:pt x="41" y="236"/>
                  </a:lnTo>
                  <a:lnTo>
                    <a:pt x="55" y="269"/>
                  </a:lnTo>
                  <a:lnTo>
                    <a:pt x="71" y="299"/>
                  </a:lnTo>
                  <a:lnTo>
                    <a:pt x="89" y="327"/>
                  </a:lnTo>
                  <a:lnTo>
                    <a:pt x="107" y="351"/>
                  </a:lnTo>
                  <a:lnTo>
                    <a:pt x="127" y="373"/>
                  </a:lnTo>
                  <a:lnTo>
                    <a:pt x="149" y="392"/>
                  </a:lnTo>
                  <a:lnTo>
                    <a:pt x="171" y="407"/>
                  </a:lnTo>
                  <a:lnTo>
                    <a:pt x="195" y="418"/>
                  </a:lnTo>
                  <a:lnTo>
                    <a:pt x="219" y="423"/>
                  </a:lnTo>
                  <a:lnTo>
                    <a:pt x="245" y="426"/>
                  </a:lnTo>
                  <a:lnTo>
                    <a:pt x="245" y="414"/>
                  </a:lnTo>
                  <a:lnTo>
                    <a:pt x="222" y="412"/>
                  </a:lnTo>
                  <a:lnTo>
                    <a:pt x="199" y="406"/>
                  </a:lnTo>
                  <a:lnTo>
                    <a:pt x="178" y="395"/>
                  </a:lnTo>
                  <a:lnTo>
                    <a:pt x="156" y="382"/>
                  </a:lnTo>
                  <a:lnTo>
                    <a:pt x="136" y="364"/>
                  </a:lnTo>
                  <a:lnTo>
                    <a:pt x="116" y="344"/>
                  </a:lnTo>
                  <a:lnTo>
                    <a:pt x="99" y="320"/>
                  </a:lnTo>
                  <a:lnTo>
                    <a:pt x="82" y="292"/>
                  </a:lnTo>
                  <a:lnTo>
                    <a:pt x="67" y="264"/>
                  </a:lnTo>
                  <a:lnTo>
                    <a:pt x="53" y="231"/>
                  </a:lnTo>
                  <a:lnTo>
                    <a:pt x="41" y="197"/>
                  </a:lnTo>
                  <a:lnTo>
                    <a:pt x="31" y="162"/>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4205" name="Freeform 75"/>
            <p:cNvSpPr>
              <a:spLocks/>
            </p:cNvSpPr>
            <p:nvPr/>
          </p:nvSpPr>
          <p:spPr bwMode="auto">
            <a:xfrm>
              <a:off x="1516" y="2016"/>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5" y="8"/>
                  </a:lnTo>
                  <a:lnTo>
                    <a:pt x="171" y="19"/>
                  </a:lnTo>
                  <a:lnTo>
                    <a:pt x="149" y="34"/>
                  </a:lnTo>
                  <a:lnTo>
                    <a:pt x="127" y="51"/>
                  </a:lnTo>
                  <a:lnTo>
                    <a:pt x="107" y="74"/>
                  </a:lnTo>
                  <a:lnTo>
                    <a:pt x="89" y="98"/>
                  </a:lnTo>
                  <a:lnTo>
                    <a:pt x="72" y="125"/>
                  </a:lnTo>
                  <a:lnTo>
                    <a:pt x="55" y="156"/>
                  </a:lnTo>
                  <a:lnTo>
                    <a:pt x="41" y="189"/>
                  </a:lnTo>
                  <a:lnTo>
                    <a:pt x="30" y="223"/>
                  </a:lnTo>
                  <a:lnTo>
                    <a:pt x="19" y="261"/>
                  </a:lnTo>
                  <a:lnTo>
                    <a:pt x="11" y="299"/>
                  </a:lnTo>
                  <a:lnTo>
                    <a:pt x="5" y="339"/>
                  </a:lnTo>
                  <a:lnTo>
                    <a:pt x="1" y="382"/>
                  </a:lnTo>
                  <a:lnTo>
                    <a:pt x="0" y="424"/>
                  </a:lnTo>
                  <a:lnTo>
                    <a:pt x="12" y="424"/>
                  </a:lnTo>
                  <a:lnTo>
                    <a:pt x="13" y="382"/>
                  </a:lnTo>
                  <a:lnTo>
                    <a:pt x="17" y="341"/>
                  </a:lnTo>
                  <a:lnTo>
                    <a:pt x="23" y="301"/>
                  </a:lnTo>
                  <a:lnTo>
                    <a:pt x="31" y="264"/>
                  </a:lnTo>
                  <a:lnTo>
                    <a:pt x="41" y="227"/>
                  </a:lnTo>
                  <a:lnTo>
                    <a:pt x="53" y="193"/>
                  </a:lnTo>
                  <a:lnTo>
                    <a:pt x="67" y="160"/>
                  </a:lnTo>
                  <a:lnTo>
                    <a:pt x="81" y="132"/>
                  </a:lnTo>
                  <a:lnTo>
                    <a:pt x="99" y="105"/>
                  </a:lnTo>
                  <a:lnTo>
                    <a:pt x="116" y="81"/>
                  </a:lnTo>
                  <a:lnTo>
                    <a:pt x="136" y="61"/>
                  </a:lnTo>
                  <a:lnTo>
                    <a:pt x="156" y="43"/>
                  </a:lnTo>
                  <a:lnTo>
                    <a:pt x="178" y="30"/>
                  </a:lnTo>
                  <a:lnTo>
                    <a:pt x="199" y="20"/>
                  </a:lnTo>
                  <a:lnTo>
                    <a:pt x="222"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sp>
        <p:nvSpPr>
          <p:cNvPr id="134152" name="Rectangle 77"/>
          <p:cNvSpPr>
            <a:spLocks noChangeArrowheads="1"/>
          </p:cNvSpPr>
          <p:nvPr/>
        </p:nvSpPr>
        <p:spPr bwMode="auto">
          <a:xfrm>
            <a:off x="611188" y="0"/>
            <a:ext cx="6388100" cy="6477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3000"/>
              <a:t>Sem. 2 - Jeudi</a:t>
            </a:r>
          </a:p>
        </p:txBody>
      </p:sp>
      <p:sp>
        <p:nvSpPr>
          <p:cNvPr id="134153" name="Text Box 78"/>
          <p:cNvSpPr txBox="1">
            <a:spLocks noChangeArrowheads="1"/>
          </p:cNvSpPr>
          <p:nvPr/>
        </p:nvSpPr>
        <p:spPr bwMode="auto">
          <a:xfrm>
            <a:off x="566738" y="2697163"/>
            <a:ext cx="3217862"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2. Pas de commandes</a:t>
            </a:r>
          </a:p>
        </p:txBody>
      </p:sp>
      <p:sp>
        <p:nvSpPr>
          <p:cNvPr id="134154" name="Text Box 79"/>
          <p:cNvSpPr txBox="1">
            <a:spLocks noChangeArrowheads="1"/>
          </p:cNvSpPr>
          <p:nvPr/>
        </p:nvSpPr>
        <p:spPr bwMode="auto">
          <a:xfrm>
            <a:off x="566738" y="5211763"/>
            <a:ext cx="6543675" cy="4429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eaLnBrk="1" hangingPunct="1">
              <a:spcBef>
                <a:spcPct val="0"/>
              </a:spcBef>
              <a:buFontTx/>
              <a:buNone/>
            </a:pPr>
            <a:r>
              <a:rPr lang="fr-FR" altLang="fr-FR" sz="2300"/>
              <a:t>4. Pointez la production sur votre feuille de suivi</a:t>
            </a:r>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35170" name="Group 2"/>
          <p:cNvGrpSpPr>
            <a:grpSpLocks/>
          </p:cNvGrpSpPr>
          <p:nvPr/>
        </p:nvGrpSpPr>
        <p:grpSpPr bwMode="auto">
          <a:xfrm>
            <a:off x="7073900" y="215900"/>
            <a:ext cx="1878013" cy="1250950"/>
            <a:chOff x="4456" y="136"/>
            <a:chExt cx="1183" cy="788"/>
          </a:xfrm>
        </p:grpSpPr>
        <p:grpSp>
          <p:nvGrpSpPr>
            <p:cNvPr id="135230" name="Group 3"/>
            <p:cNvGrpSpPr>
              <a:grpSpLocks/>
            </p:cNvGrpSpPr>
            <p:nvPr/>
          </p:nvGrpSpPr>
          <p:grpSpPr bwMode="auto">
            <a:xfrm>
              <a:off x="4766" y="232"/>
              <a:ext cx="873" cy="692"/>
              <a:chOff x="2185" y="310"/>
              <a:chExt cx="873" cy="692"/>
            </a:xfrm>
          </p:grpSpPr>
          <p:sp>
            <p:nvSpPr>
              <p:cNvPr id="135241" name="Freeform 4"/>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accent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5242" name="Freeform 5"/>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5243" name="Freeform 6"/>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5244" name="Freeform 7"/>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5245" name="Freeform 8"/>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5246" name="Freeform 9"/>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5247" name="Freeform 10"/>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grpSp>
          <p:nvGrpSpPr>
            <p:cNvPr id="135231" name="Group 11"/>
            <p:cNvGrpSpPr>
              <a:grpSpLocks/>
            </p:cNvGrpSpPr>
            <p:nvPr/>
          </p:nvGrpSpPr>
          <p:grpSpPr bwMode="auto">
            <a:xfrm>
              <a:off x="4949" y="336"/>
              <a:ext cx="591" cy="468"/>
              <a:chOff x="2185" y="310"/>
              <a:chExt cx="873" cy="692"/>
            </a:xfrm>
          </p:grpSpPr>
          <p:sp>
            <p:nvSpPr>
              <p:cNvPr id="135234" name="Freeform 12"/>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5235" name="Freeform 13"/>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5236" name="Freeform 14"/>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5237" name="Freeform 15"/>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5238" name="Freeform 16"/>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5239" name="Freeform 17"/>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5240" name="Freeform 18"/>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pic>
          <p:nvPicPr>
            <p:cNvPr id="135232" name="Picture 19"/>
            <p:cNvPicPr>
              <a:picLocks noChangeAspect="1" noChangeArrowheads="1"/>
            </p:cNvPicPr>
            <p:nvPr/>
          </p:nvPicPr>
          <p:blipFill>
            <a:blip r:embed="rId3" cstate="print">
              <a:extLst>
                <a:ext uri="{28A0092B-C50C-407E-A947-70E740481C1C}">
                  <a14:useLocalDpi xmlns:a14="http://schemas.microsoft.com/office/drawing/2010/main" val="0"/>
                </a:ext>
              </a:extLst>
            </a:blip>
            <a:srcRect l="-4282" t="-4369" r="-5199" b="-12012"/>
            <a:stretch>
              <a:fillRect/>
            </a:stretch>
          </p:blipFill>
          <p:spPr bwMode="auto">
            <a:xfrm>
              <a:off x="4456" y="136"/>
              <a:ext cx="480" cy="5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35233" name="Text Box 20"/>
            <p:cNvSpPr txBox="1">
              <a:spLocks noChangeArrowheads="1"/>
            </p:cNvSpPr>
            <p:nvPr/>
          </p:nvSpPr>
          <p:spPr bwMode="auto">
            <a:xfrm>
              <a:off x="4946" y="314"/>
              <a:ext cx="596" cy="49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4500" b="1">
                  <a:solidFill>
                    <a:srgbClr val="FF0000"/>
                  </a:solidFill>
                  <a:latin typeface="Arial Black" pitchFamily="34" charset="0"/>
                </a:rPr>
                <a:t>32</a:t>
              </a:r>
              <a:endParaRPr lang="fr-FR" altLang="fr-FR" sz="3200">
                <a:solidFill>
                  <a:schemeClr val="tx1"/>
                </a:solidFill>
                <a:latin typeface="Arial Black" pitchFamily="34" charset="0"/>
              </a:endParaRPr>
            </a:p>
          </p:txBody>
        </p:sp>
      </p:grpSp>
      <p:sp>
        <p:nvSpPr>
          <p:cNvPr id="135172" name="Text Box 22"/>
          <p:cNvSpPr txBox="1">
            <a:spLocks noChangeArrowheads="1"/>
          </p:cNvSpPr>
          <p:nvPr/>
        </p:nvSpPr>
        <p:spPr bwMode="auto">
          <a:xfrm>
            <a:off x="566738" y="1363663"/>
            <a:ext cx="1946275"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1. Tirez le dé</a:t>
            </a:r>
          </a:p>
        </p:txBody>
      </p:sp>
      <p:sp>
        <p:nvSpPr>
          <p:cNvPr id="135173" name="Text Box 23"/>
          <p:cNvSpPr txBox="1">
            <a:spLocks noChangeArrowheads="1"/>
          </p:cNvSpPr>
          <p:nvPr/>
        </p:nvSpPr>
        <p:spPr bwMode="auto">
          <a:xfrm>
            <a:off x="566738" y="3935413"/>
            <a:ext cx="18796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3. Produisez</a:t>
            </a:r>
          </a:p>
        </p:txBody>
      </p:sp>
      <p:grpSp>
        <p:nvGrpSpPr>
          <p:cNvPr id="135174" name="Group 24"/>
          <p:cNvGrpSpPr>
            <a:grpSpLocks/>
          </p:cNvGrpSpPr>
          <p:nvPr/>
        </p:nvGrpSpPr>
        <p:grpSpPr bwMode="auto">
          <a:xfrm>
            <a:off x="2986088" y="1306513"/>
            <a:ext cx="446087" cy="534987"/>
            <a:chOff x="868" y="1439"/>
            <a:chExt cx="811" cy="972"/>
          </a:xfrm>
        </p:grpSpPr>
        <p:sp>
          <p:nvSpPr>
            <p:cNvPr id="135179" name="Freeform 25"/>
            <p:cNvSpPr>
              <a:spLocks/>
            </p:cNvSpPr>
            <p:nvPr/>
          </p:nvSpPr>
          <p:spPr bwMode="auto">
            <a:xfrm>
              <a:off x="1548" y="2014"/>
              <a:ext cx="123" cy="100"/>
            </a:xfrm>
            <a:custGeom>
              <a:avLst/>
              <a:gdLst>
                <a:gd name="T0" fmla="*/ 5 w 618"/>
                <a:gd name="T1" fmla="*/ 0 h 502"/>
                <a:gd name="T2" fmla="*/ 5 w 618"/>
                <a:gd name="T3" fmla="*/ 0 h 502"/>
                <a:gd name="T4" fmla="*/ 0 w 618"/>
                <a:gd name="T5" fmla="*/ 4 h 502"/>
                <a:gd name="T6" fmla="*/ 0 w 618"/>
                <a:gd name="T7" fmla="*/ 4 h 502"/>
                <a:gd name="T8" fmla="*/ 5 w 618"/>
                <a:gd name="T9" fmla="*/ 0 h 502"/>
                <a:gd name="T10" fmla="*/ 5 w 618"/>
                <a:gd name="T11" fmla="*/ 0 h 502"/>
                <a:gd name="T12" fmla="*/ 5 w 618"/>
                <a:gd name="T13" fmla="*/ 0 h 502"/>
                <a:gd name="T14" fmla="*/ 5 w 618"/>
                <a:gd name="T15" fmla="*/ 0 h 502"/>
                <a:gd name="T16" fmla="*/ 5 w 618"/>
                <a:gd name="T17" fmla="*/ 0 h 502"/>
                <a:gd name="T18" fmla="*/ 5 w 618"/>
                <a:gd name="T19" fmla="*/ 0 h 502"/>
                <a:gd name="T20" fmla="*/ 5 w 618"/>
                <a:gd name="T21" fmla="*/ 0 h 502"/>
                <a:gd name="T22" fmla="*/ 5 w 618"/>
                <a:gd name="T23" fmla="*/ 0 h 502"/>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618"/>
                <a:gd name="T37" fmla="*/ 0 h 502"/>
                <a:gd name="T38" fmla="*/ 618 w 618"/>
                <a:gd name="T39" fmla="*/ 502 h 502"/>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618" h="502">
                  <a:moveTo>
                    <a:pt x="611" y="0"/>
                  </a:moveTo>
                  <a:lnTo>
                    <a:pt x="606" y="2"/>
                  </a:lnTo>
                  <a:lnTo>
                    <a:pt x="0" y="490"/>
                  </a:lnTo>
                  <a:lnTo>
                    <a:pt x="10" y="502"/>
                  </a:lnTo>
                  <a:lnTo>
                    <a:pt x="616" y="14"/>
                  </a:lnTo>
                  <a:lnTo>
                    <a:pt x="611" y="16"/>
                  </a:lnTo>
                  <a:lnTo>
                    <a:pt x="616" y="14"/>
                  </a:lnTo>
                  <a:lnTo>
                    <a:pt x="618" y="9"/>
                  </a:lnTo>
                  <a:lnTo>
                    <a:pt x="617" y="3"/>
                  </a:lnTo>
                  <a:lnTo>
                    <a:pt x="612" y="1"/>
                  </a:lnTo>
                  <a:lnTo>
                    <a:pt x="606" y="2"/>
                  </a:lnTo>
                  <a:lnTo>
                    <a:pt x="611"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5180" name="Freeform 26"/>
            <p:cNvSpPr>
              <a:spLocks/>
            </p:cNvSpPr>
            <p:nvPr/>
          </p:nvSpPr>
          <p:spPr bwMode="auto">
            <a:xfrm>
              <a:off x="876" y="1852"/>
              <a:ext cx="82" cy="373"/>
            </a:xfrm>
            <a:custGeom>
              <a:avLst/>
              <a:gdLst>
                <a:gd name="T0" fmla="*/ 3 w 413"/>
                <a:gd name="T1" fmla="*/ 15 h 1865"/>
                <a:gd name="T2" fmla="*/ 3 w 413"/>
                <a:gd name="T3" fmla="*/ 15 h 1865"/>
                <a:gd name="T4" fmla="*/ 0 w 413"/>
                <a:gd name="T5" fmla="*/ 0 h 1865"/>
                <a:gd name="T6" fmla="*/ 0 w 413"/>
                <a:gd name="T7" fmla="*/ 0 h 1865"/>
                <a:gd name="T8" fmla="*/ 3 w 413"/>
                <a:gd name="T9" fmla="*/ 15 h 1865"/>
                <a:gd name="T10" fmla="*/ 3 w 413"/>
                <a:gd name="T11" fmla="*/ 15 h 1865"/>
                <a:gd name="T12" fmla="*/ 3 w 413"/>
                <a:gd name="T13" fmla="*/ 15 h 1865"/>
                <a:gd name="T14" fmla="*/ 3 w 413"/>
                <a:gd name="T15" fmla="*/ 15 h 1865"/>
                <a:gd name="T16" fmla="*/ 3 w 413"/>
                <a:gd name="T17" fmla="*/ 15 h 1865"/>
                <a:gd name="T18" fmla="*/ 3 w 413"/>
                <a:gd name="T19" fmla="*/ 15 h 1865"/>
                <a:gd name="T20" fmla="*/ 3 w 413"/>
                <a:gd name="T21" fmla="*/ 15 h 1865"/>
                <a:gd name="T22" fmla="*/ 3 w 413"/>
                <a:gd name="T23" fmla="*/ 15 h 186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413"/>
                <a:gd name="T37" fmla="*/ 0 h 1865"/>
                <a:gd name="T38" fmla="*/ 413 w 413"/>
                <a:gd name="T39" fmla="*/ 1865 h 1865"/>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413" h="1865">
                  <a:moveTo>
                    <a:pt x="400" y="1864"/>
                  </a:moveTo>
                  <a:lnTo>
                    <a:pt x="413" y="1856"/>
                  </a:lnTo>
                  <a:lnTo>
                    <a:pt x="17" y="0"/>
                  </a:lnTo>
                  <a:lnTo>
                    <a:pt x="0" y="2"/>
                  </a:lnTo>
                  <a:lnTo>
                    <a:pt x="396" y="1858"/>
                  </a:lnTo>
                  <a:lnTo>
                    <a:pt x="409" y="1850"/>
                  </a:lnTo>
                  <a:lnTo>
                    <a:pt x="396" y="1858"/>
                  </a:lnTo>
                  <a:lnTo>
                    <a:pt x="400" y="1864"/>
                  </a:lnTo>
                  <a:lnTo>
                    <a:pt x="406" y="1865"/>
                  </a:lnTo>
                  <a:lnTo>
                    <a:pt x="410" y="1862"/>
                  </a:lnTo>
                  <a:lnTo>
                    <a:pt x="413" y="1856"/>
                  </a:lnTo>
                  <a:lnTo>
                    <a:pt x="400" y="186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5181" name="Freeform 27"/>
            <p:cNvSpPr>
              <a:spLocks/>
            </p:cNvSpPr>
            <p:nvPr/>
          </p:nvSpPr>
          <p:spPr bwMode="auto">
            <a:xfrm>
              <a:off x="1282" y="1533"/>
              <a:ext cx="35" cy="161"/>
            </a:xfrm>
            <a:custGeom>
              <a:avLst/>
              <a:gdLst>
                <a:gd name="T0" fmla="*/ 1 w 175"/>
                <a:gd name="T1" fmla="*/ 6 h 807"/>
                <a:gd name="T2" fmla="*/ 1 w 175"/>
                <a:gd name="T3" fmla="*/ 6 h 807"/>
                <a:gd name="T4" fmla="*/ 1 w 175"/>
                <a:gd name="T5" fmla="*/ 6 h 807"/>
                <a:gd name="T6" fmla="*/ 1 w 175"/>
                <a:gd name="T7" fmla="*/ 5 h 807"/>
                <a:gd name="T8" fmla="*/ 1 w 175"/>
                <a:gd name="T9" fmla="*/ 5 h 807"/>
                <a:gd name="T10" fmla="*/ 1 w 175"/>
                <a:gd name="T11" fmla="*/ 5 h 807"/>
                <a:gd name="T12" fmla="*/ 1 w 175"/>
                <a:gd name="T13" fmla="*/ 4 h 807"/>
                <a:gd name="T14" fmla="*/ 1 w 175"/>
                <a:gd name="T15" fmla="*/ 4 h 807"/>
                <a:gd name="T16" fmla="*/ 1 w 175"/>
                <a:gd name="T17" fmla="*/ 3 h 807"/>
                <a:gd name="T18" fmla="*/ 1 w 175"/>
                <a:gd name="T19" fmla="*/ 3 h 807"/>
                <a:gd name="T20" fmla="*/ 1 w 175"/>
                <a:gd name="T21" fmla="*/ 3 h 807"/>
                <a:gd name="T22" fmla="*/ 1 w 175"/>
                <a:gd name="T23" fmla="*/ 2 h 807"/>
                <a:gd name="T24" fmla="*/ 1 w 175"/>
                <a:gd name="T25" fmla="*/ 2 h 807"/>
                <a:gd name="T26" fmla="*/ 1 w 175"/>
                <a:gd name="T27" fmla="*/ 2 h 807"/>
                <a:gd name="T28" fmla="*/ 1 w 175"/>
                <a:gd name="T29" fmla="*/ 1 h 807"/>
                <a:gd name="T30" fmla="*/ 1 w 175"/>
                <a:gd name="T31" fmla="*/ 1 h 807"/>
                <a:gd name="T32" fmla="*/ 1 w 175"/>
                <a:gd name="T33" fmla="*/ 1 h 807"/>
                <a:gd name="T34" fmla="*/ 1 w 175"/>
                <a:gd name="T35" fmla="*/ 0 h 807"/>
                <a:gd name="T36" fmla="*/ 1 w 175"/>
                <a:gd name="T37" fmla="*/ 0 h 807"/>
                <a:gd name="T38" fmla="*/ 1 w 175"/>
                <a:gd name="T39" fmla="*/ 0 h 807"/>
                <a:gd name="T40" fmla="*/ 0 w 175"/>
                <a:gd name="T41" fmla="*/ 1 h 807"/>
                <a:gd name="T42" fmla="*/ 0 w 175"/>
                <a:gd name="T43" fmla="*/ 1 h 807"/>
                <a:gd name="T44" fmla="*/ 0 w 175"/>
                <a:gd name="T45" fmla="*/ 1 h 807"/>
                <a:gd name="T46" fmla="*/ 0 w 175"/>
                <a:gd name="T47" fmla="*/ 2 h 807"/>
                <a:gd name="T48" fmla="*/ 0 w 175"/>
                <a:gd name="T49" fmla="*/ 2 h 807"/>
                <a:gd name="T50" fmla="*/ 0 w 175"/>
                <a:gd name="T51" fmla="*/ 3 h 807"/>
                <a:gd name="T52" fmla="*/ 0 w 175"/>
                <a:gd name="T53" fmla="*/ 3 h 807"/>
                <a:gd name="T54" fmla="*/ 0 w 175"/>
                <a:gd name="T55" fmla="*/ 3 h 807"/>
                <a:gd name="T56" fmla="*/ 0 w 175"/>
                <a:gd name="T57" fmla="*/ 4 h 807"/>
                <a:gd name="T58" fmla="*/ 0 w 175"/>
                <a:gd name="T59" fmla="*/ 4 h 807"/>
                <a:gd name="T60" fmla="*/ 0 w 175"/>
                <a:gd name="T61" fmla="*/ 5 h 807"/>
                <a:gd name="T62" fmla="*/ 0 w 175"/>
                <a:gd name="T63" fmla="*/ 5 h 807"/>
                <a:gd name="T64" fmla="*/ 0 w 175"/>
                <a:gd name="T65" fmla="*/ 5 h 807"/>
                <a:gd name="T66" fmla="*/ 1 w 175"/>
                <a:gd name="T67" fmla="*/ 6 h 807"/>
                <a:gd name="T68" fmla="*/ 1 w 175"/>
                <a:gd name="T69" fmla="*/ 6 h 807"/>
                <a:gd name="T70" fmla="*/ 1 w 175"/>
                <a:gd name="T71" fmla="*/ 6 h 807"/>
                <a:gd name="T72" fmla="*/ 1 w 175"/>
                <a:gd name="T73" fmla="*/ 6 h 807"/>
                <a:gd name="T74" fmla="*/ 1 w 175"/>
                <a:gd name="T75" fmla="*/ 6 h 807"/>
                <a:gd name="T76" fmla="*/ 1 w 175"/>
                <a:gd name="T77" fmla="*/ 6 h 807"/>
                <a:gd name="T78" fmla="*/ 1 w 175"/>
                <a:gd name="T79" fmla="*/ 6 h 807"/>
                <a:gd name="T80" fmla="*/ 1 w 175"/>
                <a:gd name="T81" fmla="*/ 6 h 807"/>
                <a:gd name="T82" fmla="*/ 1 w 175"/>
                <a:gd name="T83" fmla="*/ 6 h 807"/>
                <a:gd name="T84" fmla="*/ 1 w 175"/>
                <a:gd name="T85" fmla="*/ 6 h 807"/>
                <a:gd name="T86" fmla="*/ 1 w 175"/>
                <a:gd name="T87" fmla="*/ 6 h 807"/>
                <a:gd name="T88" fmla="*/ 1 w 175"/>
                <a:gd name="T89" fmla="*/ 6 h 807"/>
                <a:gd name="T90" fmla="*/ 1 w 175"/>
                <a:gd name="T91" fmla="*/ 6 h 80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175"/>
                <a:gd name="T139" fmla="*/ 0 h 807"/>
                <a:gd name="T140" fmla="*/ 175 w 175"/>
                <a:gd name="T141" fmla="*/ 807 h 80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175" h="807">
                  <a:moveTo>
                    <a:pt x="169" y="740"/>
                  </a:moveTo>
                  <a:lnTo>
                    <a:pt x="169" y="739"/>
                  </a:lnTo>
                  <a:lnTo>
                    <a:pt x="149" y="698"/>
                  </a:lnTo>
                  <a:lnTo>
                    <a:pt x="133" y="656"/>
                  </a:lnTo>
                  <a:lnTo>
                    <a:pt x="120" y="611"/>
                  </a:lnTo>
                  <a:lnTo>
                    <a:pt x="108" y="565"/>
                  </a:lnTo>
                  <a:lnTo>
                    <a:pt x="100" y="520"/>
                  </a:lnTo>
                  <a:lnTo>
                    <a:pt x="96" y="472"/>
                  </a:lnTo>
                  <a:lnTo>
                    <a:pt x="93" y="425"/>
                  </a:lnTo>
                  <a:lnTo>
                    <a:pt x="93" y="377"/>
                  </a:lnTo>
                  <a:lnTo>
                    <a:pt x="96" y="330"/>
                  </a:lnTo>
                  <a:lnTo>
                    <a:pt x="100" y="283"/>
                  </a:lnTo>
                  <a:lnTo>
                    <a:pt x="106" y="238"/>
                  </a:lnTo>
                  <a:lnTo>
                    <a:pt x="115" y="195"/>
                  </a:lnTo>
                  <a:lnTo>
                    <a:pt x="126" y="153"/>
                  </a:lnTo>
                  <a:lnTo>
                    <a:pt x="139" y="114"/>
                  </a:lnTo>
                  <a:lnTo>
                    <a:pt x="153" y="77"/>
                  </a:lnTo>
                  <a:lnTo>
                    <a:pt x="169" y="43"/>
                  </a:lnTo>
                  <a:lnTo>
                    <a:pt x="87" y="0"/>
                  </a:lnTo>
                  <a:lnTo>
                    <a:pt x="69" y="39"/>
                  </a:lnTo>
                  <a:lnTo>
                    <a:pt x="52" y="81"/>
                  </a:lnTo>
                  <a:lnTo>
                    <a:pt x="37" y="127"/>
                  </a:lnTo>
                  <a:lnTo>
                    <a:pt x="24" y="174"/>
                  </a:lnTo>
                  <a:lnTo>
                    <a:pt x="15" y="222"/>
                  </a:lnTo>
                  <a:lnTo>
                    <a:pt x="7" y="271"/>
                  </a:lnTo>
                  <a:lnTo>
                    <a:pt x="2" y="323"/>
                  </a:lnTo>
                  <a:lnTo>
                    <a:pt x="0" y="374"/>
                  </a:lnTo>
                  <a:lnTo>
                    <a:pt x="0" y="427"/>
                  </a:lnTo>
                  <a:lnTo>
                    <a:pt x="2" y="479"/>
                  </a:lnTo>
                  <a:lnTo>
                    <a:pt x="9" y="531"/>
                  </a:lnTo>
                  <a:lnTo>
                    <a:pt x="17" y="584"/>
                  </a:lnTo>
                  <a:lnTo>
                    <a:pt x="29" y="635"/>
                  </a:lnTo>
                  <a:lnTo>
                    <a:pt x="44" y="686"/>
                  </a:lnTo>
                  <a:lnTo>
                    <a:pt x="65" y="736"/>
                  </a:lnTo>
                  <a:lnTo>
                    <a:pt x="87" y="784"/>
                  </a:lnTo>
                  <a:lnTo>
                    <a:pt x="87" y="782"/>
                  </a:lnTo>
                  <a:lnTo>
                    <a:pt x="87" y="784"/>
                  </a:lnTo>
                  <a:lnTo>
                    <a:pt x="100" y="799"/>
                  </a:lnTo>
                  <a:lnTo>
                    <a:pt x="117" y="807"/>
                  </a:lnTo>
                  <a:lnTo>
                    <a:pt x="134" y="807"/>
                  </a:lnTo>
                  <a:lnTo>
                    <a:pt x="151" y="801"/>
                  </a:lnTo>
                  <a:lnTo>
                    <a:pt x="164" y="791"/>
                  </a:lnTo>
                  <a:lnTo>
                    <a:pt x="173" y="777"/>
                  </a:lnTo>
                  <a:lnTo>
                    <a:pt x="175" y="759"/>
                  </a:lnTo>
                  <a:lnTo>
                    <a:pt x="169" y="739"/>
                  </a:lnTo>
                  <a:lnTo>
                    <a:pt x="169" y="74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5182" name="Freeform 28"/>
            <p:cNvSpPr>
              <a:spLocks/>
            </p:cNvSpPr>
            <p:nvPr/>
          </p:nvSpPr>
          <p:spPr bwMode="auto">
            <a:xfrm>
              <a:off x="1299" y="1681"/>
              <a:ext cx="157" cy="281"/>
            </a:xfrm>
            <a:custGeom>
              <a:avLst/>
              <a:gdLst>
                <a:gd name="T0" fmla="*/ 6 w 787"/>
                <a:gd name="T1" fmla="*/ 11 h 1404"/>
                <a:gd name="T2" fmla="*/ 6 w 787"/>
                <a:gd name="T3" fmla="*/ 11 h 1404"/>
                <a:gd name="T4" fmla="*/ 1 w 787"/>
                <a:gd name="T5" fmla="*/ 0 h 1404"/>
                <a:gd name="T6" fmla="*/ 0 w 787"/>
                <a:gd name="T7" fmla="*/ 0 h 1404"/>
                <a:gd name="T8" fmla="*/ 6 w 787"/>
                <a:gd name="T9" fmla="*/ 11 h 1404"/>
                <a:gd name="T10" fmla="*/ 6 w 787"/>
                <a:gd name="T11" fmla="*/ 11 h 1404"/>
                <a:gd name="T12" fmla="*/ 6 w 787"/>
                <a:gd name="T13" fmla="*/ 11 h 1404"/>
                <a:gd name="T14" fmla="*/ 6 w 787"/>
                <a:gd name="T15" fmla="*/ 11 h 1404"/>
                <a:gd name="T16" fmla="*/ 6 w 787"/>
                <a:gd name="T17" fmla="*/ 11 h 1404"/>
                <a:gd name="T18" fmla="*/ 6 w 787"/>
                <a:gd name="T19" fmla="*/ 11 h 1404"/>
                <a:gd name="T20" fmla="*/ 6 w 787"/>
                <a:gd name="T21" fmla="*/ 11 h 1404"/>
                <a:gd name="T22" fmla="*/ 6 w 787"/>
                <a:gd name="T23" fmla="*/ 11 h 1404"/>
                <a:gd name="T24" fmla="*/ 6 w 787"/>
                <a:gd name="T25" fmla="*/ 11 h 1404"/>
                <a:gd name="T26" fmla="*/ 6 w 787"/>
                <a:gd name="T27" fmla="*/ 11 h 1404"/>
                <a:gd name="T28" fmla="*/ 6 w 787"/>
                <a:gd name="T29" fmla="*/ 11 h 1404"/>
                <a:gd name="T30" fmla="*/ 6 w 787"/>
                <a:gd name="T31" fmla="*/ 11 h 1404"/>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787"/>
                <a:gd name="T49" fmla="*/ 0 h 1404"/>
                <a:gd name="T50" fmla="*/ 787 w 787"/>
                <a:gd name="T51" fmla="*/ 1404 h 1404"/>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787" h="1404">
                  <a:moveTo>
                    <a:pt x="781" y="1334"/>
                  </a:moveTo>
                  <a:lnTo>
                    <a:pt x="781" y="1337"/>
                  </a:lnTo>
                  <a:lnTo>
                    <a:pt x="82" y="0"/>
                  </a:lnTo>
                  <a:lnTo>
                    <a:pt x="0" y="42"/>
                  </a:lnTo>
                  <a:lnTo>
                    <a:pt x="699" y="1379"/>
                  </a:lnTo>
                  <a:lnTo>
                    <a:pt x="699" y="1381"/>
                  </a:lnTo>
                  <a:lnTo>
                    <a:pt x="699" y="1379"/>
                  </a:lnTo>
                  <a:lnTo>
                    <a:pt x="712" y="1395"/>
                  </a:lnTo>
                  <a:lnTo>
                    <a:pt x="727" y="1402"/>
                  </a:lnTo>
                  <a:lnTo>
                    <a:pt x="744" y="1404"/>
                  </a:lnTo>
                  <a:lnTo>
                    <a:pt x="761" y="1398"/>
                  </a:lnTo>
                  <a:lnTo>
                    <a:pt x="775" y="1388"/>
                  </a:lnTo>
                  <a:lnTo>
                    <a:pt x="784" y="1373"/>
                  </a:lnTo>
                  <a:lnTo>
                    <a:pt x="787" y="1357"/>
                  </a:lnTo>
                  <a:lnTo>
                    <a:pt x="781" y="1337"/>
                  </a:lnTo>
                  <a:lnTo>
                    <a:pt x="781" y="13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5183" name="Freeform 29"/>
            <p:cNvSpPr>
              <a:spLocks/>
            </p:cNvSpPr>
            <p:nvPr/>
          </p:nvSpPr>
          <p:spPr bwMode="auto">
            <a:xfrm>
              <a:off x="1439" y="1948"/>
              <a:ext cx="125" cy="76"/>
            </a:xfrm>
            <a:custGeom>
              <a:avLst/>
              <a:gdLst>
                <a:gd name="T0" fmla="*/ 5 w 628"/>
                <a:gd name="T1" fmla="*/ 2 h 383"/>
                <a:gd name="T2" fmla="*/ 5 w 628"/>
                <a:gd name="T3" fmla="*/ 2 h 383"/>
                <a:gd name="T4" fmla="*/ 4 w 628"/>
                <a:gd name="T5" fmla="*/ 2 h 383"/>
                <a:gd name="T6" fmla="*/ 4 w 628"/>
                <a:gd name="T7" fmla="*/ 2 h 383"/>
                <a:gd name="T8" fmla="*/ 4 w 628"/>
                <a:gd name="T9" fmla="*/ 2 h 383"/>
                <a:gd name="T10" fmla="*/ 3 w 628"/>
                <a:gd name="T11" fmla="*/ 2 h 383"/>
                <a:gd name="T12" fmla="*/ 3 w 628"/>
                <a:gd name="T13" fmla="*/ 2 h 383"/>
                <a:gd name="T14" fmla="*/ 3 w 628"/>
                <a:gd name="T15" fmla="*/ 2 h 383"/>
                <a:gd name="T16" fmla="*/ 3 w 628"/>
                <a:gd name="T17" fmla="*/ 2 h 383"/>
                <a:gd name="T18" fmla="*/ 2 w 628"/>
                <a:gd name="T19" fmla="*/ 2 h 383"/>
                <a:gd name="T20" fmla="*/ 2 w 628"/>
                <a:gd name="T21" fmla="*/ 2 h 383"/>
                <a:gd name="T22" fmla="*/ 2 w 628"/>
                <a:gd name="T23" fmla="*/ 1 h 383"/>
                <a:gd name="T24" fmla="*/ 2 w 628"/>
                <a:gd name="T25" fmla="*/ 1 h 383"/>
                <a:gd name="T26" fmla="*/ 1 w 628"/>
                <a:gd name="T27" fmla="*/ 1 h 383"/>
                <a:gd name="T28" fmla="*/ 1 w 628"/>
                <a:gd name="T29" fmla="*/ 1 h 383"/>
                <a:gd name="T30" fmla="*/ 1 w 628"/>
                <a:gd name="T31" fmla="*/ 1 h 383"/>
                <a:gd name="T32" fmla="*/ 1 w 628"/>
                <a:gd name="T33" fmla="*/ 0 h 383"/>
                <a:gd name="T34" fmla="*/ 1 w 628"/>
                <a:gd name="T35" fmla="*/ 0 h 383"/>
                <a:gd name="T36" fmla="*/ 0 w 628"/>
                <a:gd name="T37" fmla="*/ 0 h 383"/>
                <a:gd name="T38" fmla="*/ 0 w 628"/>
                <a:gd name="T39" fmla="*/ 1 h 383"/>
                <a:gd name="T40" fmla="*/ 0 w 628"/>
                <a:gd name="T41" fmla="*/ 1 h 383"/>
                <a:gd name="T42" fmla="*/ 1 w 628"/>
                <a:gd name="T43" fmla="*/ 1 h 383"/>
                <a:gd name="T44" fmla="*/ 1 w 628"/>
                <a:gd name="T45" fmla="*/ 1 h 383"/>
                <a:gd name="T46" fmla="*/ 1 w 628"/>
                <a:gd name="T47" fmla="*/ 2 h 383"/>
                <a:gd name="T48" fmla="*/ 1 w 628"/>
                <a:gd name="T49" fmla="*/ 2 h 383"/>
                <a:gd name="T50" fmla="*/ 2 w 628"/>
                <a:gd name="T51" fmla="*/ 2 h 383"/>
                <a:gd name="T52" fmla="*/ 2 w 628"/>
                <a:gd name="T53" fmla="*/ 2 h 383"/>
                <a:gd name="T54" fmla="*/ 2 w 628"/>
                <a:gd name="T55" fmla="*/ 2 h 383"/>
                <a:gd name="T56" fmla="*/ 3 w 628"/>
                <a:gd name="T57" fmla="*/ 3 h 383"/>
                <a:gd name="T58" fmla="*/ 3 w 628"/>
                <a:gd name="T59" fmla="*/ 3 h 383"/>
                <a:gd name="T60" fmla="*/ 3 w 628"/>
                <a:gd name="T61" fmla="*/ 3 h 383"/>
                <a:gd name="T62" fmla="*/ 4 w 628"/>
                <a:gd name="T63" fmla="*/ 3 h 383"/>
                <a:gd name="T64" fmla="*/ 4 w 628"/>
                <a:gd name="T65" fmla="*/ 3 h 383"/>
                <a:gd name="T66" fmla="*/ 4 w 628"/>
                <a:gd name="T67" fmla="*/ 3 h 383"/>
                <a:gd name="T68" fmla="*/ 5 w 628"/>
                <a:gd name="T69" fmla="*/ 3 h 383"/>
                <a:gd name="T70" fmla="*/ 5 w 628"/>
                <a:gd name="T71" fmla="*/ 3 h 383"/>
                <a:gd name="T72" fmla="*/ 5 w 628"/>
                <a:gd name="T73" fmla="*/ 3 h 383"/>
                <a:gd name="T74" fmla="*/ 5 w 628"/>
                <a:gd name="T75" fmla="*/ 3 h 383"/>
                <a:gd name="T76" fmla="*/ 5 w 628"/>
                <a:gd name="T77" fmla="*/ 3 h 383"/>
                <a:gd name="T78" fmla="*/ 5 w 628"/>
                <a:gd name="T79" fmla="*/ 3 h 383"/>
                <a:gd name="T80" fmla="*/ 5 w 628"/>
                <a:gd name="T81" fmla="*/ 3 h 383"/>
                <a:gd name="T82" fmla="*/ 5 w 628"/>
                <a:gd name="T83" fmla="*/ 3 h 383"/>
                <a:gd name="T84" fmla="*/ 5 w 628"/>
                <a:gd name="T85" fmla="*/ 2 h 383"/>
                <a:gd name="T86" fmla="*/ 5 w 628"/>
                <a:gd name="T87" fmla="*/ 2 h 383"/>
                <a:gd name="T88" fmla="*/ 5 w 628"/>
                <a:gd name="T89" fmla="*/ 2 h 383"/>
                <a:gd name="T90" fmla="*/ 5 w 628"/>
                <a:gd name="T91" fmla="*/ 2 h 38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628"/>
                <a:gd name="T139" fmla="*/ 0 h 383"/>
                <a:gd name="T140" fmla="*/ 628 w 628"/>
                <a:gd name="T141" fmla="*/ 383 h 38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628" h="383">
                  <a:moveTo>
                    <a:pt x="581" y="289"/>
                  </a:moveTo>
                  <a:lnTo>
                    <a:pt x="582" y="289"/>
                  </a:lnTo>
                  <a:lnTo>
                    <a:pt x="541" y="287"/>
                  </a:lnTo>
                  <a:lnTo>
                    <a:pt x="500" y="283"/>
                  </a:lnTo>
                  <a:lnTo>
                    <a:pt x="462" y="276"/>
                  </a:lnTo>
                  <a:lnTo>
                    <a:pt x="424" y="268"/>
                  </a:lnTo>
                  <a:lnTo>
                    <a:pt x="389" y="255"/>
                  </a:lnTo>
                  <a:lnTo>
                    <a:pt x="352" y="242"/>
                  </a:lnTo>
                  <a:lnTo>
                    <a:pt x="320" y="227"/>
                  </a:lnTo>
                  <a:lnTo>
                    <a:pt x="287" y="209"/>
                  </a:lnTo>
                  <a:lnTo>
                    <a:pt x="255" y="189"/>
                  </a:lnTo>
                  <a:lnTo>
                    <a:pt x="226" y="168"/>
                  </a:lnTo>
                  <a:lnTo>
                    <a:pt x="198" y="145"/>
                  </a:lnTo>
                  <a:lnTo>
                    <a:pt x="172" y="119"/>
                  </a:lnTo>
                  <a:lnTo>
                    <a:pt x="146" y="92"/>
                  </a:lnTo>
                  <a:lnTo>
                    <a:pt x="122" y="64"/>
                  </a:lnTo>
                  <a:lnTo>
                    <a:pt x="100" y="33"/>
                  </a:lnTo>
                  <a:lnTo>
                    <a:pt x="82" y="0"/>
                  </a:lnTo>
                  <a:lnTo>
                    <a:pt x="0" y="47"/>
                  </a:lnTo>
                  <a:lnTo>
                    <a:pt x="23" y="85"/>
                  </a:lnTo>
                  <a:lnTo>
                    <a:pt x="49" y="120"/>
                  </a:lnTo>
                  <a:lnTo>
                    <a:pt x="76" y="153"/>
                  </a:lnTo>
                  <a:lnTo>
                    <a:pt x="104" y="185"/>
                  </a:lnTo>
                  <a:lnTo>
                    <a:pt x="137" y="215"/>
                  </a:lnTo>
                  <a:lnTo>
                    <a:pt x="170" y="241"/>
                  </a:lnTo>
                  <a:lnTo>
                    <a:pt x="204" y="267"/>
                  </a:lnTo>
                  <a:lnTo>
                    <a:pt x="240" y="289"/>
                  </a:lnTo>
                  <a:lnTo>
                    <a:pt x="277" y="309"/>
                  </a:lnTo>
                  <a:lnTo>
                    <a:pt x="317" y="329"/>
                  </a:lnTo>
                  <a:lnTo>
                    <a:pt x="358" y="344"/>
                  </a:lnTo>
                  <a:lnTo>
                    <a:pt x="400" y="357"/>
                  </a:lnTo>
                  <a:lnTo>
                    <a:pt x="444" y="367"/>
                  </a:lnTo>
                  <a:lnTo>
                    <a:pt x="488" y="374"/>
                  </a:lnTo>
                  <a:lnTo>
                    <a:pt x="534" y="380"/>
                  </a:lnTo>
                  <a:lnTo>
                    <a:pt x="580" y="383"/>
                  </a:lnTo>
                  <a:lnTo>
                    <a:pt x="581" y="383"/>
                  </a:lnTo>
                  <a:lnTo>
                    <a:pt x="580" y="383"/>
                  </a:lnTo>
                  <a:lnTo>
                    <a:pt x="600" y="379"/>
                  </a:lnTo>
                  <a:lnTo>
                    <a:pt x="615" y="369"/>
                  </a:lnTo>
                  <a:lnTo>
                    <a:pt x="624" y="353"/>
                  </a:lnTo>
                  <a:lnTo>
                    <a:pt x="628" y="337"/>
                  </a:lnTo>
                  <a:lnTo>
                    <a:pt x="625" y="319"/>
                  </a:lnTo>
                  <a:lnTo>
                    <a:pt x="617" y="304"/>
                  </a:lnTo>
                  <a:lnTo>
                    <a:pt x="602" y="294"/>
                  </a:lnTo>
                  <a:lnTo>
                    <a:pt x="582" y="289"/>
                  </a:lnTo>
                  <a:lnTo>
                    <a:pt x="581" y="28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5184" name="Freeform 30"/>
            <p:cNvSpPr>
              <a:spLocks/>
            </p:cNvSpPr>
            <p:nvPr/>
          </p:nvSpPr>
          <p:spPr bwMode="auto">
            <a:xfrm>
              <a:off x="1587" y="1880"/>
              <a:ext cx="85" cy="49"/>
            </a:xfrm>
            <a:custGeom>
              <a:avLst/>
              <a:gdLst>
                <a:gd name="T0" fmla="*/ 3 w 426"/>
                <a:gd name="T1" fmla="*/ 0 h 245"/>
                <a:gd name="T2" fmla="*/ 3 w 426"/>
                <a:gd name="T3" fmla="*/ 0 h 245"/>
                <a:gd name="T4" fmla="*/ 3 w 426"/>
                <a:gd name="T5" fmla="*/ 0 h 245"/>
                <a:gd name="T6" fmla="*/ 3 w 426"/>
                <a:gd name="T7" fmla="*/ 0 h 245"/>
                <a:gd name="T8" fmla="*/ 2 w 426"/>
                <a:gd name="T9" fmla="*/ 0 h 245"/>
                <a:gd name="T10" fmla="*/ 2 w 426"/>
                <a:gd name="T11" fmla="*/ 0 h 245"/>
                <a:gd name="T12" fmla="*/ 2 w 426"/>
                <a:gd name="T13" fmla="*/ 0 h 245"/>
                <a:gd name="T14" fmla="*/ 2 w 426"/>
                <a:gd name="T15" fmla="*/ 0 h 245"/>
                <a:gd name="T16" fmla="*/ 1 w 426"/>
                <a:gd name="T17" fmla="*/ 0 h 245"/>
                <a:gd name="T18" fmla="*/ 1 w 426"/>
                <a:gd name="T19" fmla="*/ 1 h 245"/>
                <a:gd name="T20" fmla="*/ 1 w 426"/>
                <a:gd name="T21" fmla="*/ 1 h 245"/>
                <a:gd name="T22" fmla="*/ 1 w 426"/>
                <a:gd name="T23" fmla="*/ 1 h 245"/>
                <a:gd name="T24" fmla="*/ 0 w 426"/>
                <a:gd name="T25" fmla="*/ 1 h 245"/>
                <a:gd name="T26" fmla="*/ 0 w 426"/>
                <a:gd name="T27" fmla="*/ 1 h 245"/>
                <a:gd name="T28" fmla="*/ 0 w 426"/>
                <a:gd name="T29" fmla="*/ 1 h 245"/>
                <a:gd name="T30" fmla="*/ 0 w 426"/>
                <a:gd name="T31" fmla="*/ 2 h 245"/>
                <a:gd name="T32" fmla="*/ 0 w 426"/>
                <a:gd name="T33" fmla="*/ 2 h 245"/>
                <a:gd name="T34" fmla="*/ 0 w 426"/>
                <a:gd name="T35" fmla="*/ 2 h 245"/>
                <a:gd name="T36" fmla="*/ 0 w 426"/>
                <a:gd name="T37" fmla="*/ 2 h 245"/>
                <a:gd name="T38" fmla="*/ 0 w 426"/>
                <a:gd name="T39" fmla="*/ 2 h 245"/>
                <a:gd name="T40" fmla="*/ 0 w 426"/>
                <a:gd name="T41" fmla="*/ 2 h 245"/>
                <a:gd name="T42" fmla="*/ 0 w 426"/>
                <a:gd name="T43" fmla="*/ 1 h 245"/>
                <a:gd name="T44" fmla="*/ 0 w 426"/>
                <a:gd name="T45" fmla="*/ 1 h 245"/>
                <a:gd name="T46" fmla="*/ 0 w 426"/>
                <a:gd name="T47" fmla="*/ 1 h 245"/>
                <a:gd name="T48" fmla="*/ 1 w 426"/>
                <a:gd name="T49" fmla="*/ 1 h 245"/>
                <a:gd name="T50" fmla="*/ 1 w 426"/>
                <a:gd name="T51" fmla="*/ 1 h 245"/>
                <a:gd name="T52" fmla="*/ 1 w 426"/>
                <a:gd name="T53" fmla="*/ 1 h 245"/>
                <a:gd name="T54" fmla="*/ 1 w 426"/>
                <a:gd name="T55" fmla="*/ 1 h 245"/>
                <a:gd name="T56" fmla="*/ 2 w 426"/>
                <a:gd name="T57" fmla="*/ 0 h 245"/>
                <a:gd name="T58" fmla="*/ 2 w 426"/>
                <a:gd name="T59" fmla="*/ 0 h 245"/>
                <a:gd name="T60" fmla="*/ 2 w 426"/>
                <a:gd name="T61" fmla="*/ 0 h 245"/>
                <a:gd name="T62" fmla="*/ 2 w 426"/>
                <a:gd name="T63" fmla="*/ 0 h 245"/>
                <a:gd name="T64" fmla="*/ 3 w 426"/>
                <a:gd name="T65" fmla="*/ 0 h 245"/>
                <a:gd name="T66" fmla="*/ 3 w 426"/>
                <a:gd name="T67" fmla="*/ 0 h 245"/>
                <a:gd name="T68" fmla="*/ 3 w 426"/>
                <a:gd name="T69" fmla="*/ 0 h 245"/>
                <a:gd name="T70" fmla="*/ 3 w 426"/>
                <a:gd name="T71" fmla="*/ 0 h 245"/>
                <a:gd name="T72" fmla="*/ 3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426" y="0"/>
                  </a:moveTo>
                  <a:lnTo>
                    <a:pt x="426" y="0"/>
                  </a:lnTo>
                  <a:lnTo>
                    <a:pt x="384" y="1"/>
                  </a:lnTo>
                  <a:lnTo>
                    <a:pt x="340" y="4"/>
                  </a:lnTo>
                  <a:lnTo>
                    <a:pt x="300" y="10"/>
                  </a:lnTo>
                  <a:lnTo>
                    <a:pt x="262" y="18"/>
                  </a:lnTo>
                  <a:lnTo>
                    <a:pt x="224" y="29"/>
                  </a:lnTo>
                  <a:lnTo>
                    <a:pt x="189" y="41"/>
                  </a:lnTo>
                  <a:lnTo>
                    <a:pt x="157" y="55"/>
                  </a:lnTo>
                  <a:lnTo>
                    <a:pt x="126" y="70"/>
                  </a:lnTo>
                  <a:lnTo>
                    <a:pt x="99" y="89"/>
                  </a:lnTo>
                  <a:lnTo>
                    <a:pt x="74" y="106"/>
                  </a:lnTo>
                  <a:lnTo>
                    <a:pt x="52" y="126"/>
                  </a:lnTo>
                  <a:lnTo>
                    <a:pt x="34" y="148"/>
                  </a:lnTo>
                  <a:lnTo>
                    <a:pt x="19" y="171"/>
                  </a:lnTo>
                  <a:lnTo>
                    <a:pt x="9" y="194"/>
                  </a:lnTo>
                  <a:lnTo>
                    <a:pt x="3" y="219"/>
                  </a:lnTo>
                  <a:lnTo>
                    <a:pt x="0" y="245"/>
                  </a:lnTo>
                  <a:lnTo>
                    <a:pt x="12" y="245"/>
                  </a:lnTo>
                  <a:lnTo>
                    <a:pt x="15" y="221"/>
                  </a:lnTo>
                  <a:lnTo>
                    <a:pt x="20" y="199"/>
                  </a:lnTo>
                  <a:lnTo>
                    <a:pt x="31" y="178"/>
                  </a:lnTo>
                  <a:lnTo>
                    <a:pt x="44" y="156"/>
                  </a:lnTo>
                  <a:lnTo>
                    <a:pt x="61" y="136"/>
                  </a:lnTo>
                  <a:lnTo>
                    <a:pt x="81" y="116"/>
                  </a:lnTo>
                  <a:lnTo>
                    <a:pt x="106" y="98"/>
                  </a:lnTo>
                  <a:lnTo>
                    <a:pt x="133" y="82"/>
                  </a:lnTo>
                  <a:lnTo>
                    <a:pt x="162" y="66"/>
                  </a:lnTo>
                  <a:lnTo>
                    <a:pt x="194" y="52"/>
                  </a:lnTo>
                  <a:lnTo>
                    <a:pt x="229" y="41"/>
                  </a:lnTo>
                  <a:lnTo>
                    <a:pt x="264" y="30"/>
                  </a:lnTo>
                  <a:lnTo>
                    <a:pt x="303" y="22"/>
                  </a:lnTo>
                  <a:lnTo>
                    <a:pt x="343" y="16"/>
                  </a:lnTo>
                  <a:lnTo>
                    <a:pt x="384" y="12"/>
                  </a:lnTo>
                  <a:lnTo>
                    <a:pt x="426" y="11"/>
                  </a:lnTo>
                  <a:lnTo>
                    <a:pt x="42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5185" name="Freeform 31"/>
            <p:cNvSpPr>
              <a:spLocks/>
            </p:cNvSpPr>
            <p:nvPr/>
          </p:nvSpPr>
          <p:spPr bwMode="auto">
            <a:xfrm>
              <a:off x="1587" y="1929"/>
              <a:ext cx="85" cy="49"/>
            </a:xfrm>
            <a:custGeom>
              <a:avLst/>
              <a:gdLst>
                <a:gd name="T0" fmla="*/ 0 w 426"/>
                <a:gd name="T1" fmla="*/ 0 h 245"/>
                <a:gd name="T2" fmla="*/ 0 w 426"/>
                <a:gd name="T3" fmla="*/ 0 h 245"/>
                <a:gd name="T4" fmla="*/ 0 w 426"/>
                <a:gd name="T5" fmla="*/ 0 h 245"/>
                <a:gd name="T6" fmla="*/ 0 w 426"/>
                <a:gd name="T7" fmla="*/ 0 h 245"/>
                <a:gd name="T8" fmla="*/ 0 w 426"/>
                <a:gd name="T9" fmla="*/ 1 h 245"/>
                <a:gd name="T10" fmla="*/ 0 w 426"/>
                <a:gd name="T11" fmla="*/ 1 h 245"/>
                <a:gd name="T12" fmla="*/ 0 w 426"/>
                <a:gd name="T13" fmla="*/ 1 h 245"/>
                <a:gd name="T14" fmla="*/ 1 w 426"/>
                <a:gd name="T15" fmla="*/ 1 h 245"/>
                <a:gd name="T16" fmla="*/ 1 w 426"/>
                <a:gd name="T17" fmla="*/ 1 h 245"/>
                <a:gd name="T18" fmla="*/ 1 w 426"/>
                <a:gd name="T19" fmla="*/ 1 h 245"/>
                <a:gd name="T20" fmla="*/ 1 w 426"/>
                <a:gd name="T21" fmla="*/ 2 h 245"/>
                <a:gd name="T22" fmla="*/ 2 w 426"/>
                <a:gd name="T23" fmla="*/ 2 h 245"/>
                <a:gd name="T24" fmla="*/ 2 w 426"/>
                <a:gd name="T25" fmla="*/ 2 h 245"/>
                <a:gd name="T26" fmla="*/ 2 w 426"/>
                <a:gd name="T27" fmla="*/ 2 h 245"/>
                <a:gd name="T28" fmla="*/ 2 w 426"/>
                <a:gd name="T29" fmla="*/ 2 h 245"/>
                <a:gd name="T30" fmla="*/ 3 w 426"/>
                <a:gd name="T31" fmla="*/ 2 h 245"/>
                <a:gd name="T32" fmla="*/ 3 w 426"/>
                <a:gd name="T33" fmla="*/ 2 h 245"/>
                <a:gd name="T34" fmla="*/ 3 w 426"/>
                <a:gd name="T35" fmla="*/ 2 h 245"/>
                <a:gd name="T36" fmla="*/ 3 w 426"/>
                <a:gd name="T37" fmla="*/ 2 h 245"/>
                <a:gd name="T38" fmla="*/ 3 w 426"/>
                <a:gd name="T39" fmla="*/ 2 h 245"/>
                <a:gd name="T40" fmla="*/ 3 w 426"/>
                <a:gd name="T41" fmla="*/ 2 h 245"/>
                <a:gd name="T42" fmla="*/ 2 w 426"/>
                <a:gd name="T43" fmla="*/ 2 h 245"/>
                <a:gd name="T44" fmla="*/ 2 w 426"/>
                <a:gd name="T45" fmla="*/ 2 h 245"/>
                <a:gd name="T46" fmla="*/ 2 w 426"/>
                <a:gd name="T47" fmla="*/ 2 h 245"/>
                <a:gd name="T48" fmla="*/ 2 w 426"/>
                <a:gd name="T49" fmla="*/ 2 h 245"/>
                <a:gd name="T50" fmla="*/ 1 w 426"/>
                <a:gd name="T51" fmla="*/ 1 h 245"/>
                <a:gd name="T52" fmla="*/ 1 w 426"/>
                <a:gd name="T53" fmla="*/ 1 h 245"/>
                <a:gd name="T54" fmla="*/ 1 w 426"/>
                <a:gd name="T55" fmla="*/ 1 h 245"/>
                <a:gd name="T56" fmla="*/ 1 w 426"/>
                <a:gd name="T57" fmla="*/ 1 h 245"/>
                <a:gd name="T58" fmla="*/ 0 w 426"/>
                <a:gd name="T59" fmla="*/ 1 h 245"/>
                <a:gd name="T60" fmla="*/ 0 w 426"/>
                <a:gd name="T61" fmla="*/ 1 h 245"/>
                <a:gd name="T62" fmla="*/ 0 w 426"/>
                <a:gd name="T63" fmla="*/ 1 h 245"/>
                <a:gd name="T64" fmla="*/ 0 w 426"/>
                <a:gd name="T65" fmla="*/ 0 h 245"/>
                <a:gd name="T66" fmla="*/ 0 w 426"/>
                <a:gd name="T67" fmla="*/ 0 h 245"/>
                <a:gd name="T68" fmla="*/ 0 w 426"/>
                <a:gd name="T69" fmla="*/ 0 h 245"/>
                <a:gd name="T70" fmla="*/ 0 w 426"/>
                <a:gd name="T71" fmla="*/ 0 h 245"/>
                <a:gd name="T72" fmla="*/ 0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0" y="0"/>
                  </a:moveTo>
                  <a:lnTo>
                    <a:pt x="0" y="0"/>
                  </a:lnTo>
                  <a:lnTo>
                    <a:pt x="3" y="25"/>
                  </a:lnTo>
                  <a:lnTo>
                    <a:pt x="9" y="50"/>
                  </a:lnTo>
                  <a:lnTo>
                    <a:pt x="19" y="73"/>
                  </a:lnTo>
                  <a:lnTo>
                    <a:pt x="34" y="96"/>
                  </a:lnTo>
                  <a:lnTo>
                    <a:pt x="52" y="118"/>
                  </a:lnTo>
                  <a:lnTo>
                    <a:pt x="74" y="138"/>
                  </a:lnTo>
                  <a:lnTo>
                    <a:pt x="99" y="156"/>
                  </a:lnTo>
                  <a:lnTo>
                    <a:pt x="126" y="174"/>
                  </a:lnTo>
                  <a:lnTo>
                    <a:pt x="157" y="190"/>
                  </a:lnTo>
                  <a:lnTo>
                    <a:pt x="189" y="204"/>
                  </a:lnTo>
                  <a:lnTo>
                    <a:pt x="224" y="215"/>
                  </a:lnTo>
                  <a:lnTo>
                    <a:pt x="262" y="226"/>
                  </a:lnTo>
                  <a:lnTo>
                    <a:pt x="300" y="234"/>
                  </a:lnTo>
                  <a:lnTo>
                    <a:pt x="340" y="240"/>
                  </a:lnTo>
                  <a:lnTo>
                    <a:pt x="384" y="244"/>
                  </a:lnTo>
                  <a:lnTo>
                    <a:pt x="426" y="245"/>
                  </a:lnTo>
                  <a:lnTo>
                    <a:pt x="426" y="233"/>
                  </a:lnTo>
                  <a:lnTo>
                    <a:pt x="384" y="232"/>
                  </a:lnTo>
                  <a:lnTo>
                    <a:pt x="343" y="228"/>
                  </a:lnTo>
                  <a:lnTo>
                    <a:pt x="303" y="222"/>
                  </a:lnTo>
                  <a:lnTo>
                    <a:pt x="264" y="214"/>
                  </a:lnTo>
                  <a:lnTo>
                    <a:pt x="229" y="204"/>
                  </a:lnTo>
                  <a:lnTo>
                    <a:pt x="194" y="192"/>
                  </a:lnTo>
                  <a:lnTo>
                    <a:pt x="162" y="178"/>
                  </a:lnTo>
                  <a:lnTo>
                    <a:pt x="133" y="163"/>
                  </a:lnTo>
                  <a:lnTo>
                    <a:pt x="106" y="146"/>
                  </a:lnTo>
                  <a:lnTo>
                    <a:pt x="81" y="129"/>
                  </a:lnTo>
                  <a:lnTo>
                    <a:pt x="61" y="109"/>
                  </a:lnTo>
                  <a:lnTo>
                    <a:pt x="44" y="89"/>
                  </a:lnTo>
                  <a:lnTo>
                    <a:pt x="31" y="66"/>
                  </a:lnTo>
                  <a:lnTo>
                    <a:pt x="20" y="45"/>
                  </a:lnTo>
                  <a:lnTo>
                    <a:pt x="15" y="2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5186" name="Freeform 32"/>
            <p:cNvSpPr>
              <a:spLocks/>
            </p:cNvSpPr>
            <p:nvPr/>
          </p:nvSpPr>
          <p:spPr bwMode="auto">
            <a:xfrm>
              <a:off x="878" y="1448"/>
              <a:ext cx="792" cy="954"/>
            </a:xfrm>
            <a:custGeom>
              <a:avLst/>
              <a:gdLst>
                <a:gd name="T0" fmla="*/ 13 w 3960"/>
                <a:gd name="T1" fmla="*/ 38 h 4768"/>
                <a:gd name="T2" fmla="*/ 14 w 3960"/>
                <a:gd name="T3" fmla="*/ 38 h 4768"/>
                <a:gd name="T4" fmla="*/ 15 w 3960"/>
                <a:gd name="T5" fmla="*/ 38 h 4768"/>
                <a:gd name="T6" fmla="*/ 15 w 3960"/>
                <a:gd name="T7" fmla="*/ 38 h 4768"/>
                <a:gd name="T8" fmla="*/ 16 w 3960"/>
                <a:gd name="T9" fmla="*/ 38 h 4768"/>
                <a:gd name="T10" fmla="*/ 17 w 3960"/>
                <a:gd name="T11" fmla="*/ 38 h 4768"/>
                <a:gd name="T12" fmla="*/ 17 w 3960"/>
                <a:gd name="T13" fmla="*/ 38 h 4768"/>
                <a:gd name="T14" fmla="*/ 18 w 3960"/>
                <a:gd name="T15" fmla="*/ 38 h 4768"/>
                <a:gd name="T16" fmla="*/ 18 w 3960"/>
                <a:gd name="T17" fmla="*/ 38 h 4768"/>
                <a:gd name="T18" fmla="*/ 29 w 3960"/>
                <a:gd name="T19" fmla="*/ 30 h 4768"/>
                <a:gd name="T20" fmla="*/ 30 w 3960"/>
                <a:gd name="T21" fmla="*/ 30 h 4768"/>
                <a:gd name="T22" fmla="*/ 30 w 3960"/>
                <a:gd name="T23" fmla="*/ 29 h 4768"/>
                <a:gd name="T24" fmla="*/ 31 w 3960"/>
                <a:gd name="T25" fmla="*/ 28 h 4768"/>
                <a:gd name="T26" fmla="*/ 31 w 3960"/>
                <a:gd name="T27" fmla="*/ 28 h 4768"/>
                <a:gd name="T28" fmla="*/ 31 w 3960"/>
                <a:gd name="T29" fmla="*/ 27 h 4768"/>
                <a:gd name="T30" fmla="*/ 32 w 3960"/>
                <a:gd name="T31" fmla="*/ 26 h 4768"/>
                <a:gd name="T32" fmla="*/ 32 w 3960"/>
                <a:gd name="T33" fmla="*/ 25 h 4768"/>
                <a:gd name="T34" fmla="*/ 32 w 3960"/>
                <a:gd name="T35" fmla="*/ 11 h 4768"/>
                <a:gd name="T36" fmla="*/ 32 w 3960"/>
                <a:gd name="T37" fmla="*/ 10 h 4768"/>
                <a:gd name="T38" fmla="*/ 31 w 3960"/>
                <a:gd name="T39" fmla="*/ 9 h 4768"/>
                <a:gd name="T40" fmla="*/ 31 w 3960"/>
                <a:gd name="T41" fmla="*/ 9 h 4768"/>
                <a:gd name="T42" fmla="*/ 31 w 3960"/>
                <a:gd name="T43" fmla="*/ 8 h 4768"/>
                <a:gd name="T44" fmla="*/ 31 w 3960"/>
                <a:gd name="T45" fmla="*/ 8 h 4768"/>
                <a:gd name="T46" fmla="*/ 30 w 3960"/>
                <a:gd name="T47" fmla="*/ 7 h 4768"/>
                <a:gd name="T48" fmla="*/ 30 w 3960"/>
                <a:gd name="T49" fmla="*/ 7 h 4768"/>
                <a:gd name="T50" fmla="*/ 29 w 3960"/>
                <a:gd name="T51" fmla="*/ 6 h 4768"/>
                <a:gd name="T52" fmla="*/ 19 w 3960"/>
                <a:gd name="T53" fmla="*/ 1 h 4768"/>
                <a:gd name="T54" fmla="*/ 18 w 3960"/>
                <a:gd name="T55" fmla="*/ 0 h 4768"/>
                <a:gd name="T56" fmla="*/ 17 w 3960"/>
                <a:gd name="T57" fmla="*/ 0 h 4768"/>
                <a:gd name="T58" fmla="*/ 17 w 3960"/>
                <a:gd name="T59" fmla="*/ 0 h 4768"/>
                <a:gd name="T60" fmla="*/ 16 w 3960"/>
                <a:gd name="T61" fmla="*/ 0 h 4768"/>
                <a:gd name="T62" fmla="*/ 15 w 3960"/>
                <a:gd name="T63" fmla="*/ 0 h 4768"/>
                <a:gd name="T64" fmla="*/ 14 w 3960"/>
                <a:gd name="T65" fmla="*/ 0 h 4768"/>
                <a:gd name="T66" fmla="*/ 14 w 3960"/>
                <a:gd name="T67" fmla="*/ 0 h 4768"/>
                <a:gd name="T68" fmla="*/ 2 w 3960"/>
                <a:gd name="T69" fmla="*/ 6 h 4768"/>
                <a:gd name="T70" fmla="*/ 2 w 3960"/>
                <a:gd name="T71" fmla="*/ 7 h 4768"/>
                <a:gd name="T72" fmla="*/ 1 w 3960"/>
                <a:gd name="T73" fmla="*/ 7 h 4768"/>
                <a:gd name="T74" fmla="*/ 1 w 3960"/>
                <a:gd name="T75" fmla="*/ 8 h 4768"/>
                <a:gd name="T76" fmla="*/ 1 w 3960"/>
                <a:gd name="T77" fmla="*/ 8 h 4768"/>
                <a:gd name="T78" fmla="*/ 0 w 3960"/>
                <a:gd name="T79" fmla="*/ 9 h 4768"/>
                <a:gd name="T80" fmla="*/ 0 w 3960"/>
                <a:gd name="T81" fmla="*/ 9 h 4768"/>
                <a:gd name="T82" fmla="*/ 0 w 3960"/>
                <a:gd name="T83" fmla="*/ 10 h 4768"/>
                <a:gd name="T84" fmla="*/ 0 w 3960"/>
                <a:gd name="T85" fmla="*/ 11 h 4768"/>
                <a:gd name="T86" fmla="*/ 0 w 3960"/>
                <a:gd name="T87" fmla="*/ 25 h 4768"/>
                <a:gd name="T88" fmla="*/ 0 w 3960"/>
                <a:gd name="T89" fmla="*/ 26 h 4768"/>
                <a:gd name="T90" fmla="*/ 0 w 3960"/>
                <a:gd name="T91" fmla="*/ 27 h 4768"/>
                <a:gd name="T92" fmla="*/ 1 w 3960"/>
                <a:gd name="T93" fmla="*/ 28 h 4768"/>
                <a:gd name="T94" fmla="*/ 1 w 3960"/>
                <a:gd name="T95" fmla="*/ 29 h 4768"/>
                <a:gd name="T96" fmla="*/ 1 w 3960"/>
                <a:gd name="T97" fmla="*/ 29 h 4768"/>
                <a:gd name="T98" fmla="*/ 2 w 3960"/>
                <a:gd name="T99" fmla="*/ 30 h 4768"/>
                <a:gd name="T100" fmla="*/ 3 w 3960"/>
                <a:gd name="T101" fmla="*/ 31 h 4768"/>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w 3960"/>
                <a:gd name="T154" fmla="*/ 0 h 4768"/>
                <a:gd name="T155" fmla="*/ 3960 w 3960"/>
                <a:gd name="T156" fmla="*/ 4768 h 4768"/>
              </a:gdLst>
              <a:ahLst/>
              <a:cxnLst>
                <a:cxn ang="T102">
                  <a:pos x="T0" y="T1"/>
                </a:cxn>
                <a:cxn ang="T103">
                  <a:pos x="T2" y="T3"/>
                </a:cxn>
                <a:cxn ang="T104">
                  <a:pos x="T4" y="T5"/>
                </a:cxn>
                <a:cxn ang="T105">
                  <a:pos x="T6" y="T7"/>
                </a:cxn>
                <a:cxn ang="T106">
                  <a:pos x="T8" y="T9"/>
                </a:cxn>
                <a:cxn ang="T107">
                  <a:pos x="T10" y="T11"/>
                </a:cxn>
                <a:cxn ang="T108">
                  <a:pos x="T12" y="T13"/>
                </a:cxn>
                <a:cxn ang="T109">
                  <a:pos x="T14" y="T15"/>
                </a:cxn>
                <a:cxn ang="T110">
                  <a:pos x="T16" y="T17"/>
                </a:cxn>
                <a:cxn ang="T111">
                  <a:pos x="T18" y="T19"/>
                </a:cxn>
                <a:cxn ang="T112">
                  <a:pos x="T20" y="T21"/>
                </a:cxn>
                <a:cxn ang="T113">
                  <a:pos x="T22" y="T23"/>
                </a:cxn>
                <a:cxn ang="T114">
                  <a:pos x="T24" y="T25"/>
                </a:cxn>
                <a:cxn ang="T115">
                  <a:pos x="T26" y="T27"/>
                </a:cxn>
                <a:cxn ang="T116">
                  <a:pos x="T28" y="T29"/>
                </a:cxn>
                <a:cxn ang="T117">
                  <a:pos x="T30" y="T31"/>
                </a:cxn>
                <a:cxn ang="T118">
                  <a:pos x="T32" y="T33"/>
                </a:cxn>
                <a:cxn ang="T119">
                  <a:pos x="T34" y="T35"/>
                </a:cxn>
                <a:cxn ang="T120">
                  <a:pos x="T36" y="T37"/>
                </a:cxn>
                <a:cxn ang="T121">
                  <a:pos x="T38" y="T39"/>
                </a:cxn>
                <a:cxn ang="T122">
                  <a:pos x="T40" y="T41"/>
                </a:cxn>
                <a:cxn ang="T123">
                  <a:pos x="T42" y="T43"/>
                </a:cxn>
                <a:cxn ang="T124">
                  <a:pos x="T44" y="T45"/>
                </a:cxn>
                <a:cxn ang="T125">
                  <a:pos x="T46" y="T47"/>
                </a:cxn>
                <a:cxn ang="T126">
                  <a:pos x="T48" y="T49"/>
                </a:cxn>
                <a:cxn ang="T127">
                  <a:pos x="T50" y="T51"/>
                </a:cxn>
                <a:cxn ang="T128">
                  <a:pos x="T52" y="T53"/>
                </a:cxn>
                <a:cxn ang="T129">
                  <a:pos x="T54" y="T55"/>
                </a:cxn>
                <a:cxn ang="T130">
                  <a:pos x="T56" y="T57"/>
                </a:cxn>
                <a:cxn ang="T131">
                  <a:pos x="T58" y="T59"/>
                </a:cxn>
                <a:cxn ang="T132">
                  <a:pos x="T60" y="T61"/>
                </a:cxn>
                <a:cxn ang="T133">
                  <a:pos x="T62" y="T63"/>
                </a:cxn>
                <a:cxn ang="T134">
                  <a:pos x="T64" y="T65"/>
                </a:cxn>
                <a:cxn ang="T135">
                  <a:pos x="T66" y="T67"/>
                </a:cxn>
                <a:cxn ang="T136">
                  <a:pos x="T68" y="T69"/>
                </a:cxn>
                <a:cxn ang="T137">
                  <a:pos x="T70" y="T71"/>
                </a:cxn>
                <a:cxn ang="T138">
                  <a:pos x="T72" y="T73"/>
                </a:cxn>
                <a:cxn ang="T139">
                  <a:pos x="T74" y="T75"/>
                </a:cxn>
                <a:cxn ang="T140">
                  <a:pos x="T76" y="T77"/>
                </a:cxn>
                <a:cxn ang="T141">
                  <a:pos x="T78" y="T79"/>
                </a:cxn>
                <a:cxn ang="T142">
                  <a:pos x="T80" y="T81"/>
                </a:cxn>
                <a:cxn ang="T143">
                  <a:pos x="T82" y="T83"/>
                </a:cxn>
                <a:cxn ang="T144">
                  <a:pos x="T84" y="T85"/>
                </a:cxn>
                <a:cxn ang="T145">
                  <a:pos x="T86" y="T87"/>
                </a:cxn>
                <a:cxn ang="T146">
                  <a:pos x="T88" y="T89"/>
                </a:cxn>
                <a:cxn ang="T147">
                  <a:pos x="T90" y="T91"/>
                </a:cxn>
                <a:cxn ang="T148">
                  <a:pos x="T92" y="T93"/>
                </a:cxn>
                <a:cxn ang="T149">
                  <a:pos x="T94" y="T95"/>
                </a:cxn>
                <a:cxn ang="T150">
                  <a:pos x="T96" y="T97"/>
                </a:cxn>
                <a:cxn ang="T151">
                  <a:pos x="T98" y="T99"/>
                </a:cxn>
                <a:cxn ang="T152">
                  <a:pos x="T100" y="T101"/>
                </a:cxn>
              </a:cxnLst>
              <a:rect l="T153" t="T154" r="T155" b="T156"/>
              <a:pathLst>
                <a:path w="3960" h="4768">
                  <a:moveTo>
                    <a:pt x="353" y="3849"/>
                  </a:moveTo>
                  <a:lnTo>
                    <a:pt x="1661" y="4700"/>
                  </a:lnTo>
                  <a:lnTo>
                    <a:pt x="1697" y="4717"/>
                  </a:lnTo>
                  <a:lnTo>
                    <a:pt x="1736" y="4731"/>
                  </a:lnTo>
                  <a:lnTo>
                    <a:pt x="1776" y="4742"/>
                  </a:lnTo>
                  <a:lnTo>
                    <a:pt x="1818" y="4753"/>
                  </a:lnTo>
                  <a:lnTo>
                    <a:pt x="1860" y="4760"/>
                  </a:lnTo>
                  <a:lnTo>
                    <a:pt x="1902" y="4765"/>
                  </a:lnTo>
                  <a:lnTo>
                    <a:pt x="1946" y="4768"/>
                  </a:lnTo>
                  <a:lnTo>
                    <a:pt x="1988" y="4768"/>
                  </a:lnTo>
                  <a:lnTo>
                    <a:pt x="2031" y="4767"/>
                  </a:lnTo>
                  <a:lnTo>
                    <a:pt x="2073" y="4763"/>
                  </a:lnTo>
                  <a:lnTo>
                    <a:pt x="2114" y="4758"/>
                  </a:lnTo>
                  <a:lnTo>
                    <a:pt x="2154" y="4751"/>
                  </a:lnTo>
                  <a:lnTo>
                    <a:pt x="2193" y="4740"/>
                  </a:lnTo>
                  <a:lnTo>
                    <a:pt x="2230" y="4729"/>
                  </a:lnTo>
                  <a:lnTo>
                    <a:pt x="2264" y="4715"/>
                  </a:lnTo>
                  <a:lnTo>
                    <a:pt x="2297" y="4700"/>
                  </a:lnTo>
                  <a:lnTo>
                    <a:pt x="3639" y="3825"/>
                  </a:lnTo>
                  <a:lnTo>
                    <a:pt x="3673" y="3795"/>
                  </a:lnTo>
                  <a:lnTo>
                    <a:pt x="3707" y="3761"/>
                  </a:lnTo>
                  <a:lnTo>
                    <a:pt x="3738" y="3725"/>
                  </a:lnTo>
                  <a:lnTo>
                    <a:pt x="3768" y="3685"/>
                  </a:lnTo>
                  <a:lnTo>
                    <a:pt x="3796" y="3644"/>
                  </a:lnTo>
                  <a:lnTo>
                    <a:pt x="3821" y="3599"/>
                  </a:lnTo>
                  <a:lnTo>
                    <a:pt x="3846" y="3553"/>
                  </a:lnTo>
                  <a:lnTo>
                    <a:pt x="3868" y="3505"/>
                  </a:lnTo>
                  <a:lnTo>
                    <a:pt x="3888" y="3456"/>
                  </a:lnTo>
                  <a:lnTo>
                    <a:pt x="3907" y="3406"/>
                  </a:lnTo>
                  <a:lnTo>
                    <a:pt x="3922" y="3354"/>
                  </a:lnTo>
                  <a:lnTo>
                    <a:pt x="3935" y="3303"/>
                  </a:lnTo>
                  <a:lnTo>
                    <a:pt x="3946" y="3250"/>
                  </a:lnTo>
                  <a:lnTo>
                    <a:pt x="3953" y="3197"/>
                  </a:lnTo>
                  <a:lnTo>
                    <a:pt x="3957" y="3144"/>
                  </a:lnTo>
                  <a:lnTo>
                    <a:pt x="3960" y="3092"/>
                  </a:lnTo>
                  <a:lnTo>
                    <a:pt x="3959" y="1313"/>
                  </a:lnTo>
                  <a:lnTo>
                    <a:pt x="3955" y="1271"/>
                  </a:lnTo>
                  <a:lnTo>
                    <a:pt x="3949" y="1229"/>
                  </a:lnTo>
                  <a:lnTo>
                    <a:pt x="3941" y="1189"/>
                  </a:lnTo>
                  <a:lnTo>
                    <a:pt x="3930" y="1149"/>
                  </a:lnTo>
                  <a:lnTo>
                    <a:pt x="3918" y="1111"/>
                  </a:lnTo>
                  <a:lnTo>
                    <a:pt x="3902" y="1075"/>
                  </a:lnTo>
                  <a:lnTo>
                    <a:pt x="3886" y="1040"/>
                  </a:lnTo>
                  <a:lnTo>
                    <a:pt x="3867" y="1006"/>
                  </a:lnTo>
                  <a:lnTo>
                    <a:pt x="3846" y="973"/>
                  </a:lnTo>
                  <a:lnTo>
                    <a:pt x="3823" y="942"/>
                  </a:lnTo>
                  <a:lnTo>
                    <a:pt x="3798" y="913"/>
                  </a:lnTo>
                  <a:lnTo>
                    <a:pt x="3771" y="886"/>
                  </a:lnTo>
                  <a:lnTo>
                    <a:pt x="3743" y="860"/>
                  </a:lnTo>
                  <a:lnTo>
                    <a:pt x="3714" y="837"/>
                  </a:lnTo>
                  <a:lnTo>
                    <a:pt x="3682" y="816"/>
                  </a:lnTo>
                  <a:lnTo>
                    <a:pt x="3649" y="796"/>
                  </a:lnTo>
                  <a:lnTo>
                    <a:pt x="2386" y="83"/>
                  </a:lnTo>
                  <a:lnTo>
                    <a:pt x="2350" y="65"/>
                  </a:lnTo>
                  <a:lnTo>
                    <a:pt x="2310" y="50"/>
                  </a:lnTo>
                  <a:lnTo>
                    <a:pt x="2268" y="36"/>
                  </a:lnTo>
                  <a:lnTo>
                    <a:pt x="2223" y="24"/>
                  </a:lnTo>
                  <a:lnTo>
                    <a:pt x="2178" y="15"/>
                  </a:lnTo>
                  <a:lnTo>
                    <a:pt x="2131" y="8"/>
                  </a:lnTo>
                  <a:lnTo>
                    <a:pt x="2082" y="3"/>
                  </a:lnTo>
                  <a:lnTo>
                    <a:pt x="2032" y="0"/>
                  </a:lnTo>
                  <a:lnTo>
                    <a:pt x="1982" y="1"/>
                  </a:lnTo>
                  <a:lnTo>
                    <a:pt x="1933" y="3"/>
                  </a:lnTo>
                  <a:lnTo>
                    <a:pt x="1882" y="9"/>
                  </a:lnTo>
                  <a:lnTo>
                    <a:pt x="1833" y="17"/>
                  </a:lnTo>
                  <a:lnTo>
                    <a:pt x="1785" y="29"/>
                  </a:lnTo>
                  <a:lnTo>
                    <a:pt x="1737" y="43"/>
                  </a:lnTo>
                  <a:lnTo>
                    <a:pt x="1691" y="62"/>
                  </a:lnTo>
                  <a:lnTo>
                    <a:pt x="1647" y="83"/>
                  </a:lnTo>
                  <a:lnTo>
                    <a:pt x="311" y="782"/>
                  </a:lnTo>
                  <a:lnTo>
                    <a:pt x="276" y="803"/>
                  </a:lnTo>
                  <a:lnTo>
                    <a:pt x="243" y="826"/>
                  </a:lnTo>
                  <a:lnTo>
                    <a:pt x="213" y="852"/>
                  </a:lnTo>
                  <a:lnTo>
                    <a:pt x="184" y="879"/>
                  </a:lnTo>
                  <a:lnTo>
                    <a:pt x="155" y="908"/>
                  </a:lnTo>
                  <a:lnTo>
                    <a:pt x="131" y="939"/>
                  </a:lnTo>
                  <a:lnTo>
                    <a:pt x="107" y="971"/>
                  </a:lnTo>
                  <a:lnTo>
                    <a:pt x="86" y="1005"/>
                  </a:lnTo>
                  <a:lnTo>
                    <a:pt x="68" y="1040"/>
                  </a:lnTo>
                  <a:lnTo>
                    <a:pt x="50" y="1076"/>
                  </a:lnTo>
                  <a:lnTo>
                    <a:pt x="36" y="1115"/>
                  </a:lnTo>
                  <a:lnTo>
                    <a:pt x="23" y="1153"/>
                  </a:lnTo>
                  <a:lnTo>
                    <a:pt x="14" y="1195"/>
                  </a:lnTo>
                  <a:lnTo>
                    <a:pt x="7" y="1236"/>
                  </a:lnTo>
                  <a:lnTo>
                    <a:pt x="2" y="1279"/>
                  </a:lnTo>
                  <a:lnTo>
                    <a:pt x="0" y="1322"/>
                  </a:lnTo>
                  <a:lnTo>
                    <a:pt x="0" y="3093"/>
                  </a:lnTo>
                  <a:lnTo>
                    <a:pt x="2" y="3147"/>
                  </a:lnTo>
                  <a:lnTo>
                    <a:pt x="7" y="3202"/>
                  </a:lnTo>
                  <a:lnTo>
                    <a:pt x="15" y="3257"/>
                  </a:lnTo>
                  <a:lnTo>
                    <a:pt x="27" y="3312"/>
                  </a:lnTo>
                  <a:lnTo>
                    <a:pt x="42" y="3366"/>
                  </a:lnTo>
                  <a:lnTo>
                    <a:pt x="59" y="3420"/>
                  </a:lnTo>
                  <a:lnTo>
                    <a:pt x="79" y="3474"/>
                  </a:lnTo>
                  <a:lnTo>
                    <a:pt x="102" y="3525"/>
                  </a:lnTo>
                  <a:lnTo>
                    <a:pt x="127" y="3576"/>
                  </a:lnTo>
                  <a:lnTo>
                    <a:pt x="154" y="3624"/>
                  </a:lnTo>
                  <a:lnTo>
                    <a:pt x="184" y="3670"/>
                  </a:lnTo>
                  <a:lnTo>
                    <a:pt x="214" y="3712"/>
                  </a:lnTo>
                  <a:lnTo>
                    <a:pt x="247" y="3752"/>
                  </a:lnTo>
                  <a:lnTo>
                    <a:pt x="281" y="3788"/>
                  </a:lnTo>
                  <a:lnTo>
                    <a:pt x="317" y="3821"/>
                  </a:lnTo>
                  <a:lnTo>
                    <a:pt x="353" y="384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5187" name="Freeform 33"/>
            <p:cNvSpPr>
              <a:spLocks/>
            </p:cNvSpPr>
            <p:nvPr/>
          </p:nvSpPr>
          <p:spPr bwMode="auto">
            <a:xfrm>
              <a:off x="943" y="2210"/>
              <a:ext cx="276" cy="187"/>
            </a:xfrm>
            <a:custGeom>
              <a:avLst/>
              <a:gdLst>
                <a:gd name="T0" fmla="*/ 11 w 1380"/>
                <a:gd name="T1" fmla="*/ 7 h 937"/>
                <a:gd name="T2" fmla="*/ 11 w 1380"/>
                <a:gd name="T3" fmla="*/ 7 h 937"/>
                <a:gd name="T4" fmla="*/ 0 w 1380"/>
                <a:gd name="T5" fmla="*/ 0 h 937"/>
                <a:gd name="T6" fmla="*/ 0 w 1380"/>
                <a:gd name="T7" fmla="*/ 1 h 937"/>
                <a:gd name="T8" fmla="*/ 10 w 1380"/>
                <a:gd name="T9" fmla="*/ 7 h 937"/>
                <a:gd name="T10" fmla="*/ 10 w 1380"/>
                <a:gd name="T11" fmla="*/ 7 h 937"/>
                <a:gd name="T12" fmla="*/ 10 w 1380"/>
                <a:gd name="T13" fmla="*/ 7 h 937"/>
                <a:gd name="T14" fmla="*/ 11 w 1380"/>
                <a:gd name="T15" fmla="*/ 7 h 937"/>
                <a:gd name="T16" fmla="*/ 11 w 1380"/>
                <a:gd name="T17" fmla="*/ 7 h 937"/>
                <a:gd name="T18" fmla="*/ 11 w 1380"/>
                <a:gd name="T19" fmla="*/ 7 h 937"/>
                <a:gd name="T20" fmla="*/ 11 w 1380"/>
                <a:gd name="T21" fmla="*/ 7 h 937"/>
                <a:gd name="T22" fmla="*/ 11 w 1380"/>
                <a:gd name="T23" fmla="*/ 7 h 937"/>
                <a:gd name="T24" fmla="*/ 11 w 1380"/>
                <a:gd name="T25" fmla="*/ 7 h 937"/>
                <a:gd name="T26" fmla="*/ 11 w 1380"/>
                <a:gd name="T27" fmla="*/ 7 h 937"/>
                <a:gd name="T28" fmla="*/ 11 w 1380"/>
                <a:gd name="T29" fmla="*/ 7 h 937"/>
                <a:gd name="T30" fmla="*/ 11 w 1380"/>
                <a:gd name="T31" fmla="*/ 7 h 93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80"/>
                <a:gd name="T49" fmla="*/ 0 h 937"/>
                <a:gd name="T50" fmla="*/ 1380 w 1380"/>
                <a:gd name="T51" fmla="*/ 937 h 93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80" h="937">
                  <a:moveTo>
                    <a:pt x="1354" y="848"/>
                  </a:moveTo>
                  <a:lnTo>
                    <a:pt x="1359" y="851"/>
                  </a:lnTo>
                  <a:lnTo>
                    <a:pt x="51" y="0"/>
                  </a:lnTo>
                  <a:lnTo>
                    <a:pt x="0" y="78"/>
                  </a:lnTo>
                  <a:lnTo>
                    <a:pt x="1307" y="929"/>
                  </a:lnTo>
                  <a:lnTo>
                    <a:pt x="1312" y="932"/>
                  </a:lnTo>
                  <a:lnTo>
                    <a:pt x="1307" y="929"/>
                  </a:lnTo>
                  <a:lnTo>
                    <a:pt x="1326" y="937"/>
                  </a:lnTo>
                  <a:lnTo>
                    <a:pt x="1345" y="936"/>
                  </a:lnTo>
                  <a:lnTo>
                    <a:pt x="1360" y="929"/>
                  </a:lnTo>
                  <a:lnTo>
                    <a:pt x="1372" y="916"/>
                  </a:lnTo>
                  <a:lnTo>
                    <a:pt x="1379" y="899"/>
                  </a:lnTo>
                  <a:lnTo>
                    <a:pt x="1380" y="883"/>
                  </a:lnTo>
                  <a:lnTo>
                    <a:pt x="1374" y="865"/>
                  </a:lnTo>
                  <a:lnTo>
                    <a:pt x="1359" y="851"/>
                  </a:lnTo>
                  <a:lnTo>
                    <a:pt x="1354" y="84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5188" name="Freeform 34"/>
            <p:cNvSpPr>
              <a:spLocks/>
            </p:cNvSpPr>
            <p:nvPr/>
          </p:nvSpPr>
          <p:spPr bwMode="auto">
            <a:xfrm>
              <a:off x="1206" y="2379"/>
              <a:ext cx="140" cy="32"/>
            </a:xfrm>
            <a:custGeom>
              <a:avLst/>
              <a:gdLst>
                <a:gd name="T0" fmla="*/ 5 w 703"/>
                <a:gd name="T1" fmla="*/ 0 h 162"/>
                <a:gd name="T2" fmla="*/ 5 w 703"/>
                <a:gd name="T3" fmla="*/ 0 h 162"/>
                <a:gd name="T4" fmla="*/ 5 w 703"/>
                <a:gd name="T5" fmla="*/ 0 h 162"/>
                <a:gd name="T6" fmla="*/ 5 w 703"/>
                <a:gd name="T7" fmla="*/ 0 h 162"/>
                <a:gd name="T8" fmla="*/ 4 w 703"/>
                <a:gd name="T9" fmla="*/ 0 h 162"/>
                <a:gd name="T10" fmla="*/ 4 w 703"/>
                <a:gd name="T11" fmla="*/ 0 h 162"/>
                <a:gd name="T12" fmla="*/ 4 w 703"/>
                <a:gd name="T13" fmla="*/ 0 h 162"/>
                <a:gd name="T14" fmla="*/ 3 w 703"/>
                <a:gd name="T15" fmla="*/ 1 h 162"/>
                <a:gd name="T16" fmla="*/ 3 w 703"/>
                <a:gd name="T17" fmla="*/ 1 h 162"/>
                <a:gd name="T18" fmla="*/ 3 w 703"/>
                <a:gd name="T19" fmla="*/ 1 h 162"/>
                <a:gd name="T20" fmla="*/ 2 w 703"/>
                <a:gd name="T21" fmla="*/ 1 h 162"/>
                <a:gd name="T22" fmla="*/ 2 w 703"/>
                <a:gd name="T23" fmla="*/ 1 h 162"/>
                <a:gd name="T24" fmla="*/ 2 w 703"/>
                <a:gd name="T25" fmla="*/ 0 h 162"/>
                <a:gd name="T26" fmla="*/ 1 w 703"/>
                <a:gd name="T27" fmla="*/ 0 h 162"/>
                <a:gd name="T28" fmla="*/ 1 w 703"/>
                <a:gd name="T29" fmla="*/ 0 h 162"/>
                <a:gd name="T30" fmla="*/ 1 w 703"/>
                <a:gd name="T31" fmla="*/ 0 h 162"/>
                <a:gd name="T32" fmla="*/ 1 w 703"/>
                <a:gd name="T33" fmla="*/ 0 h 162"/>
                <a:gd name="T34" fmla="*/ 0 w 703"/>
                <a:gd name="T35" fmla="*/ 0 h 162"/>
                <a:gd name="T36" fmla="*/ 0 w 703"/>
                <a:gd name="T37" fmla="*/ 1 h 162"/>
                <a:gd name="T38" fmla="*/ 0 w 703"/>
                <a:gd name="T39" fmla="*/ 1 h 162"/>
                <a:gd name="T40" fmla="*/ 1 w 703"/>
                <a:gd name="T41" fmla="*/ 1 h 162"/>
                <a:gd name="T42" fmla="*/ 1 w 703"/>
                <a:gd name="T43" fmla="*/ 1 h 162"/>
                <a:gd name="T44" fmla="*/ 1 w 703"/>
                <a:gd name="T45" fmla="*/ 1 h 162"/>
                <a:gd name="T46" fmla="*/ 2 w 703"/>
                <a:gd name="T47" fmla="*/ 1 h 162"/>
                <a:gd name="T48" fmla="*/ 2 w 703"/>
                <a:gd name="T49" fmla="*/ 1 h 162"/>
                <a:gd name="T50" fmla="*/ 2 w 703"/>
                <a:gd name="T51" fmla="*/ 1 h 162"/>
                <a:gd name="T52" fmla="*/ 3 w 703"/>
                <a:gd name="T53" fmla="*/ 1 h 162"/>
                <a:gd name="T54" fmla="*/ 3 w 703"/>
                <a:gd name="T55" fmla="*/ 1 h 162"/>
                <a:gd name="T56" fmla="*/ 3 w 703"/>
                <a:gd name="T57" fmla="*/ 1 h 162"/>
                <a:gd name="T58" fmla="*/ 4 w 703"/>
                <a:gd name="T59" fmla="*/ 1 h 162"/>
                <a:gd name="T60" fmla="*/ 4 w 703"/>
                <a:gd name="T61" fmla="*/ 1 h 162"/>
                <a:gd name="T62" fmla="*/ 5 w 703"/>
                <a:gd name="T63" fmla="*/ 1 h 162"/>
                <a:gd name="T64" fmla="*/ 5 w 703"/>
                <a:gd name="T65" fmla="*/ 1 h 162"/>
                <a:gd name="T66" fmla="*/ 5 w 703"/>
                <a:gd name="T67" fmla="*/ 1 h 162"/>
                <a:gd name="T68" fmla="*/ 5 w 703"/>
                <a:gd name="T69" fmla="*/ 1 h 162"/>
                <a:gd name="T70" fmla="*/ 5 w 703"/>
                <a:gd name="T71" fmla="*/ 1 h 162"/>
                <a:gd name="T72" fmla="*/ 5 w 703"/>
                <a:gd name="T73" fmla="*/ 1 h 162"/>
                <a:gd name="T74" fmla="*/ 5 w 703"/>
                <a:gd name="T75" fmla="*/ 1 h 162"/>
                <a:gd name="T76" fmla="*/ 6 w 703"/>
                <a:gd name="T77" fmla="*/ 0 h 162"/>
                <a:gd name="T78" fmla="*/ 6 w 703"/>
                <a:gd name="T79" fmla="*/ 0 h 162"/>
                <a:gd name="T80" fmla="*/ 6 w 703"/>
                <a:gd name="T81" fmla="*/ 0 h 162"/>
                <a:gd name="T82" fmla="*/ 5 w 703"/>
                <a:gd name="T83" fmla="*/ 0 h 162"/>
                <a:gd name="T84" fmla="*/ 5 w 703"/>
                <a:gd name="T85" fmla="*/ 0 h 162"/>
                <a:gd name="T86" fmla="*/ 5 w 703"/>
                <a:gd name="T87" fmla="*/ 0 h 162"/>
                <a:gd name="T88" fmla="*/ 5 w 703"/>
                <a:gd name="T89" fmla="*/ 0 h 162"/>
                <a:gd name="T90" fmla="*/ 5 w 703"/>
                <a:gd name="T91" fmla="*/ 0 h 162"/>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703"/>
                <a:gd name="T139" fmla="*/ 0 h 162"/>
                <a:gd name="T140" fmla="*/ 703 w 703"/>
                <a:gd name="T141" fmla="*/ 162 h 162"/>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703" h="162">
                  <a:moveTo>
                    <a:pt x="631" y="8"/>
                  </a:moveTo>
                  <a:lnTo>
                    <a:pt x="636" y="6"/>
                  </a:lnTo>
                  <a:lnTo>
                    <a:pt x="606" y="20"/>
                  </a:lnTo>
                  <a:lnTo>
                    <a:pt x="575" y="32"/>
                  </a:lnTo>
                  <a:lnTo>
                    <a:pt x="540" y="42"/>
                  </a:lnTo>
                  <a:lnTo>
                    <a:pt x="504" y="52"/>
                  </a:lnTo>
                  <a:lnTo>
                    <a:pt x="467" y="59"/>
                  </a:lnTo>
                  <a:lnTo>
                    <a:pt x="428" y="64"/>
                  </a:lnTo>
                  <a:lnTo>
                    <a:pt x="389" y="67"/>
                  </a:lnTo>
                  <a:lnTo>
                    <a:pt x="348" y="68"/>
                  </a:lnTo>
                  <a:lnTo>
                    <a:pt x="308" y="68"/>
                  </a:lnTo>
                  <a:lnTo>
                    <a:pt x="267" y="65"/>
                  </a:lnTo>
                  <a:lnTo>
                    <a:pt x="226" y="61"/>
                  </a:lnTo>
                  <a:lnTo>
                    <a:pt x="187" y="54"/>
                  </a:lnTo>
                  <a:lnTo>
                    <a:pt x="148" y="44"/>
                  </a:lnTo>
                  <a:lnTo>
                    <a:pt x="110" y="33"/>
                  </a:lnTo>
                  <a:lnTo>
                    <a:pt x="75" y="20"/>
                  </a:lnTo>
                  <a:lnTo>
                    <a:pt x="42" y="5"/>
                  </a:lnTo>
                  <a:lnTo>
                    <a:pt x="0" y="89"/>
                  </a:lnTo>
                  <a:lnTo>
                    <a:pt x="40" y="107"/>
                  </a:lnTo>
                  <a:lnTo>
                    <a:pt x="82" y="122"/>
                  </a:lnTo>
                  <a:lnTo>
                    <a:pt x="124" y="135"/>
                  </a:lnTo>
                  <a:lnTo>
                    <a:pt x="169" y="146"/>
                  </a:lnTo>
                  <a:lnTo>
                    <a:pt x="214" y="153"/>
                  </a:lnTo>
                  <a:lnTo>
                    <a:pt x="258" y="158"/>
                  </a:lnTo>
                  <a:lnTo>
                    <a:pt x="303" y="162"/>
                  </a:lnTo>
                  <a:lnTo>
                    <a:pt x="348" y="162"/>
                  </a:lnTo>
                  <a:lnTo>
                    <a:pt x="394" y="161"/>
                  </a:lnTo>
                  <a:lnTo>
                    <a:pt x="439" y="157"/>
                  </a:lnTo>
                  <a:lnTo>
                    <a:pt x="481" y="150"/>
                  </a:lnTo>
                  <a:lnTo>
                    <a:pt x="525" y="143"/>
                  </a:lnTo>
                  <a:lnTo>
                    <a:pt x="566" y="132"/>
                  </a:lnTo>
                  <a:lnTo>
                    <a:pt x="606" y="121"/>
                  </a:lnTo>
                  <a:lnTo>
                    <a:pt x="643" y="105"/>
                  </a:lnTo>
                  <a:lnTo>
                    <a:pt x="678" y="88"/>
                  </a:lnTo>
                  <a:lnTo>
                    <a:pt x="683" y="86"/>
                  </a:lnTo>
                  <a:lnTo>
                    <a:pt x="678" y="88"/>
                  </a:lnTo>
                  <a:lnTo>
                    <a:pt x="695" y="75"/>
                  </a:lnTo>
                  <a:lnTo>
                    <a:pt x="702" y="60"/>
                  </a:lnTo>
                  <a:lnTo>
                    <a:pt x="703" y="42"/>
                  </a:lnTo>
                  <a:lnTo>
                    <a:pt x="698" y="26"/>
                  </a:lnTo>
                  <a:lnTo>
                    <a:pt x="688" y="12"/>
                  </a:lnTo>
                  <a:lnTo>
                    <a:pt x="674" y="3"/>
                  </a:lnTo>
                  <a:lnTo>
                    <a:pt x="656" y="0"/>
                  </a:lnTo>
                  <a:lnTo>
                    <a:pt x="636" y="6"/>
                  </a:lnTo>
                  <a:lnTo>
                    <a:pt x="631"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5189" name="Freeform 35"/>
            <p:cNvSpPr>
              <a:spLocks/>
            </p:cNvSpPr>
            <p:nvPr/>
          </p:nvSpPr>
          <p:spPr bwMode="auto">
            <a:xfrm>
              <a:off x="1332" y="2204"/>
              <a:ext cx="283" cy="192"/>
            </a:xfrm>
            <a:custGeom>
              <a:avLst/>
              <a:gdLst>
                <a:gd name="T0" fmla="*/ 11 w 1415"/>
                <a:gd name="T1" fmla="*/ 0 h 960"/>
                <a:gd name="T2" fmla="*/ 11 w 1415"/>
                <a:gd name="T3" fmla="*/ 0 h 960"/>
                <a:gd name="T4" fmla="*/ 0 w 1415"/>
                <a:gd name="T5" fmla="*/ 7 h 960"/>
                <a:gd name="T6" fmla="*/ 0 w 1415"/>
                <a:gd name="T7" fmla="*/ 8 h 960"/>
                <a:gd name="T8" fmla="*/ 11 w 1415"/>
                <a:gd name="T9" fmla="*/ 1 h 960"/>
                <a:gd name="T10" fmla="*/ 11 w 1415"/>
                <a:gd name="T11" fmla="*/ 1 h 960"/>
                <a:gd name="T12" fmla="*/ 11 w 1415"/>
                <a:gd name="T13" fmla="*/ 1 h 960"/>
                <a:gd name="T14" fmla="*/ 11 w 1415"/>
                <a:gd name="T15" fmla="*/ 1 h 960"/>
                <a:gd name="T16" fmla="*/ 11 w 1415"/>
                <a:gd name="T17" fmla="*/ 0 h 960"/>
                <a:gd name="T18" fmla="*/ 11 w 1415"/>
                <a:gd name="T19" fmla="*/ 0 h 960"/>
                <a:gd name="T20" fmla="*/ 11 w 1415"/>
                <a:gd name="T21" fmla="*/ 0 h 960"/>
                <a:gd name="T22" fmla="*/ 11 w 1415"/>
                <a:gd name="T23" fmla="*/ 0 h 960"/>
                <a:gd name="T24" fmla="*/ 11 w 1415"/>
                <a:gd name="T25" fmla="*/ 0 h 960"/>
                <a:gd name="T26" fmla="*/ 11 w 1415"/>
                <a:gd name="T27" fmla="*/ 0 h 960"/>
                <a:gd name="T28" fmla="*/ 11 w 1415"/>
                <a:gd name="T29" fmla="*/ 0 h 960"/>
                <a:gd name="T30" fmla="*/ 11 w 1415"/>
                <a:gd name="T31" fmla="*/ 0 h 96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15"/>
                <a:gd name="T49" fmla="*/ 0 h 960"/>
                <a:gd name="T50" fmla="*/ 1415 w 1415"/>
                <a:gd name="T51" fmla="*/ 960 h 96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15" h="960">
                  <a:moveTo>
                    <a:pt x="1338" y="10"/>
                  </a:moveTo>
                  <a:lnTo>
                    <a:pt x="1342" y="8"/>
                  </a:lnTo>
                  <a:lnTo>
                    <a:pt x="0" y="882"/>
                  </a:lnTo>
                  <a:lnTo>
                    <a:pt x="52" y="960"/>
                  </a:lnTo>
                  <a:lnTo>
                    <a:pt x="1393" y="85"/>
                  </a:lnTo>
                  <a:lnTo>
                    <a:pt x="1397" y="83"/>
                  </a:lnTo>
                  <a:lnTo>
                    <a:pt x="1393" y="85"/>
                  </a:lnTo>
                  <a:lnTo>
                    <a:pt x="1409" y="71"/>
                  </a:lnTo>
                  <a:lnTo>
                    <a:pt x="1415" y="53"/>
                  </a:lnTo>
                  <a:lnTo>
                    <a:pt x="1413" y="37"/>
                  </a:lnTo>
                  <a:lnTo>
                    <a:pt x="1406" y="21"/>
                  </a:lnTo>
                  <a:lnTo>
                    <a:pt x="1395" y="8"/>
                  </a:lnTo>
                  <a:lnTo>
                    <a:pt x="1379" y="1"/>
                  </a:lnTo>
                  <a:lnTo>
                    <a:pt x="1361" y="0"/>
                  </a:lnTo>
                  <a:lnTo>
                    <a:pt x="1342" y="8"/>
                  </a:lnTo>
                  <a:lnTo>
                    <a:pt x="1338" y="1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5190" name="Freeform 36"/>
            <p:cNvSpPr>
              <a:spLocks/>
            </p:cNvSpPr>
            <p:nvPr/>
          </p:nvSpPr>
          <p:spPr bwMode="auto">
            <a:xfrm>
              <a:off x="1599" y="2057"/>
              <a:ext cx="80" cy="163"/>
            </a:xfrm>
            <a:custGeom>
              <a:avLst/>
              <a:gdLst>
                <a:gd name="T0" fmla="*/ 2 w 398"/>
                <a:gd name="T1" fmla="*/ 0 h 817"/>
                <a:gd name="T2" fmla="*/ 2 w 398"/>
                <a:gd name="T3" fmla="*/ 0 h 817"/>
                <a:gd name="T4" fmla="*/ 2 w 398"/>
                <a:gd name="T5" fmla="*/ 1 h 817"/>
                <a:gd name="T6" fmla="*/ 2 w 398"/>
                <a:gd name="T7" fmla="*/ 1 h 817"/>
                <a:gd name="T8" fmla="*/ 2 w 398"/>
                <a:gd name="T9" fmla="*/ 2 h 817"/>
                <a:gd name="T10" fmla="*/ 2 w 398"/>
                <a:gd name="T11" fmla="*/ 2 h 817"/>
                <a:gd name="T12" fmla="*/ 2 w 398"/>
                <a:gd name="T13" fmla="*/ 2 h 817"/>
                <a:gd name="T14" fmla="*/ 2 w 398"/>
                <a:gd name="T15" fmla="*/ 3 h 817"/>
                <a:gd name="T16" fmla="*/ 2 w 398"/>
                <a:gd name="T17" fmla="*/ 3 h 817"/>
                <a:gd name="T18" fmla="*/ 2 w 398"/>
                <a:gd name="T19" fmla="*/ 4 h 817"/>
                <a:gd name="T20" fmla="*/ 2 w 398"/>
                <a:gd name="T21" fmla="*/ 4 h 817"/>
                <a:gd name="T22" fmla="*/ 1 w 398"/>
                <a:gd name="T23" fmla="*/ 4 h 817"/>
                <a:gd name="T24" fmla="*/ 1 w 398"/>
                <a:gd name="T25" fmla="*/ 5 h 817"/>
                <a:gd name="T26" fmla="*/ 1 w 398"/>
                <a:gd name="T27" fmla="*/ 5 h 817"/>
                <a:gd name="T28" fmla="*/ 1 w 398"/>
                <a:gd name="T29" fmla="*/ 5 h 817"/>
                <a:gd name="T30" fmla="*/ 1 w 398"/>
                <a:gd name="T31" fmla="*/ 5 h 817"/>
                <a:gd name="T32" fmla="*/ 0 w 398"/>
                <a:gd name="T33" fmla="*/ 6 h 817"/>
                <a:gd name="T34" fmla="*/ 0 w 398"/>
                <a:gd name="T35" fmla="*/ 6 h 817"/>
                <a:gd name="T36" fmla="*/ 0 w 398"/>
                <a:gd name="T37" fmla="*/ 7 h 817"/>
                <a:gd name="T38" fmla="*/ 1 w 398"/>
                <a:gd name="T39" fmla="*/ 6 h 817"/>
                <a:gd name="T40" fmla="*/ 1 w 398"/>
                <a:gd name="T41" fmla="*/ 6 h 817"/>
                <a:gd name="T42" fmla="*/ 1 w 398"/>
                <a:gd name="T43" fmla="*/ 6 h 817"/>
                <a:gd name="T44" fmla="*/ 2 w 398"/>
                <a:gd name="T45" fmla="*/ 5 h 817"/>
                <a:gd name="T46" fmla="*/ 2 w 398"/>
                <a:gd name="T47" fmla="*/ 5 h 817"/>
                <a:gd name="T48" fmla="*/ 2 w 398"/>
                <a:gd name="T49" fmla="*/ 5 h 817"/>
                <a:gd name="T50" fmla="*/ 2 w 398"/>
                <a:gd name="T51" fmla="*/ 4 h 817"/>
                <a:gd name="T52" fmla="*/ 2 w 398"/>
                <a:gd name="T53" fmla="*/ 4 h 817"/>
                <a:gd name="T54" fmla="*/ 3 w 398"/>
                <a:gd name="T55" fmla="*/ 3 h 817"/>
                <a:gd name="T56" fmla="*/ 3 w 398"/>
                <a:gd name="T57" fmla="*/ 3 h 817"/>
                <a:gd name="T58" fmla="*/ 3 w 398"/>
                <a:gd name="T59" fmla="*/ 3 h 817"/>
                <a:gd name="T60" fmla="*/ 3 w 398"/>
                <a:gd name="T61" fmla="*/ 2 h 817"/>
                <a:gd name="T62" fmla="*/ 3 w 398"/>
                <a:gd name="T63" fmla="*/ 2 h 817"/>
                <a:gd name="T64" fmla="*/ 3 w 398"/>
                <a:gd name="T65" fmla="*/ 1 h 817"/>
                <a:gd name="T66" fmla="*/ 3 w 398"/>
                <a:gd name="T67" fmla="*/ 1 h 817"/>
                <a:gd name="T68" fmla="*/ 3 w 398"/>
                <a:gd name="T69" fmla="*/ 0 h 817"/>
                <a:gd name="T70" fmla="*/ 3 w 398"/>
                <a:gd name="T71" fmla="*/ 0 h 817"/>
                <a:gd name="T72" fmla="*/ 3 w 398"/>
                <a:gd name="T73" fmla="*/ 0 h 817"/>
                <a:gd name="T74" fmla="*/ 3 w 398"/>
                <a:gd name="T75" fmla="*/ 0 h 817"/>
                <a:gd name="T76" fmla="*/ 3 w 398"/>
                <a:gd name="T77" fmla="*/ 0 h 817"/>
                <a:gd name="T78" fmla="*/ 3 w 398"/>
                <a:gd name="T79" fmla="*/ 0 h 817"/>
                <a:gd name="T80" fmla="*/ 3 w 398"/>
                <a:gd name="T81" fmla="*/ 0 h 817"/>
                <a:gd name="T82" fmla="*/ 3 w 398"/>
                <a:gd name="T83" fmla="*/ 0 h 817"/>
                <a:gd name="T84" fmla="*/ 3 w 398"/>
                <a:gd name="T85" fmla="*/ 0 h 817"/>
                <a:gd name="T86" fmla="*/ 2 w 398"/>
                <a:gd name="T87" fmla="*/ 0 h 817"/>
                <a:gd name="T88" fmla="*/ 2 w 398"/>
                <a:gd name="T89" fmla="*/ 0 h 817"/>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398"/>
                <a:gd name="T136" fmla="*/ 0 h 817"/>
                <a:gd name="T137" fmla="*/ 398 w 398"/>
                <a:gd name="T138" fmla="*/ 817 h 817"/>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398" h="817">
                  <a:moveTo>
                    <a:pt x="304" y="47"/>
                  </a:moveTo>
                  <a:lnTo>
                    <a:pt x="304" y="47"/>
                  </a:lnTo>
                  <a:lnTo>
                    <a:pt x="301" y="97"/>
                  </a:lnTo>
                  <a:lnTo>
                    <a:pt x="297" y="147"/>
                  </a:lnTo>
                  <a:lnTo>
                    <a:pt x="291" y="198"/>
                  </a:lnTo>
                  <a:lnTo>
                    <a:pt x="280" y="247"/>
                  </a:lnTo>
                  <a:lnTo>
                    <a:pt x="268" y="297"/>
                  </a:lnTo>
                  <a:lnTo>
                    <a:pt x="253" y="347"/>
                  </a:lnTo>
                  <a:lnTo>
                    <a:pt x="236" y="395"/>
                  </a:lnTo>
                  <a:lnTo>
                    <a:pt x="217" y="442"/>
                  </a:lnTo>
                  <a:lnTo>
                    <a:pt x="195" y="487"/>
                  </a:lnTo>
                  <a:lnTo>
                    <a:pt x="171" y="532"/>
                  </a:lnTo>
                  <a:lnTo>
                    <a:pt x="147" y="574"/>
                  </a:lnTo>
                  <a:lnTo>
                    <a:pt x="121" y="613"/>
                  </a:lnTo>
                  <a:lnTo>
                    <a:pt x="93" y="650"/>
                  </a:lnTo>
                  <a:lnTo>
                    <a:pt x="64" y="684"/>
                  </a:lnTo>
                  <a:lnTo>
                    <a:pt x="32" y="716"/>
                  </a:lnTo>
                  <a:lnTo>
                    <a:pt x="0" y="744"/>
                  </a:lnTo>
                  <a:lnTo>
                    <a:pt x="59" y="817"/>
                  </a:lnTo>
                  <a:lnTo>
                    <a:pt x="95" y="784"/>
                  </a:lnTo>
                  <a:lnTo>
                    <a:pt x="132" y="748"/>
                  </a:lnTo>
                  <a:lnTo>
                    <a:pt x="166" y="709"/>
                  </a:lnTo>
                  <a:lnTo>
                    <a:pt x="196" y="667"/>
                  </a:lnTo>
                  <a:lnTo>
                    <a:pt x="227" y="623"/>
                  </a:lnTo>
                  <a:lnTo>
                    <a:pt x="253" y="576"/>
                  </a:lnTo>
                  <a:lnTo>
                    <a:pt x="279" y="530"/>
                  </a:lnTo>
                  <a:lnTo>
                    <a:pt x="301" y="479"/>
                  </a:lnTo>
                  <a:lnTo>
                    <a:pt x="323" y="428"/>
                  </a:lnTo>
                  <a:lnTo>
                    <a:pt x="342" y="375"/>
                  </a:lnTo>
                  <a:lnTo>
                    <a:pt x="359" y="321"/>
                  </a:lnTo>
                  <a:lnTo>
                    <a:pt x="372" y="268"/>
                  </a:lnTo>
                  <a:lnTo>
                    <a:pt x="382" y="212"/>
                  </a:lnTo>
                  <a:lnTo>
                    <a:pt x="391" y="157"/>
                  </a:lnTo>
                  <a:lnTo>
                    <a:pt x="395" y="102"/>
                  </a:lnTo>
                  <a:lnTo>
                    <a:pt x="398" y="47"/>
                  </a:lnTo>
                  <a:lnTo>
                    <a:pt x="394" y="27"/>
                  </a:lnTo>
                  <a:lnTo>
                    <a:pt x="383" y="11"/>
                  </a:lnTo>
                  <a:lnTo>
                    <a:pt x="368" y="3"/>
                  </a:lnTo>
                  <a:lnTo>
                    <a:pt x="351" y="0"/>
                  </a:lnTo>
                  <a:lnTo>
                    <a:pt x="333" y="3"/>
                  </a:lnTo>
                  <a:lnTo>
                    <a:pt x="319" y="11"/>
                  </a:lnTo>
                  <a:lnTo>
                    <a:pt x="307" y="27"/>
                  </a:lnTo>
                  <a:lnTo>
                    <a:pt x="304" y="4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5191" name="Freeform 37"/>
            <p:cNvSpPr>
              <a:spLocks/>
            </p:cNvSpPr>
            <p:nvPr/>
          </p:nvSpPr>
          <p:spPr bwMode="auto">
            <a:xfrm>
              <a:off x="1660" y="1701"/>
              <a:ext cx="19" cy="365"/>
            </a:xfrm>
            <a:custGeom>
              <a:avLst/>
              <a:gdLst>
                <a:gd name="T0" fmla="*/ 0 w 95"/>
                <a:gd name="T1" fmla="*/ 0 h 1826"/>
                <a:gd name="T2" fmla="*/ 0 w 95"/>
                <a:gd name="T3" fmla="*/ 0 h 1826"/>
                <a:gd name="T4" fmla="*/ 0 w 95"/>
                <a:gd name="T5" fmla="*/ 15 h 1826"/>
                <a:gd name="T6" fmla="*/ 1 w 95"/>
                <a:gd name="T7" fmla="*/ 15 h 1826"/>
                <a:gd name="T8" fmla="*/ 1 w 95"/>
                <a:gd name="T9" fmla="*/ 0 h 1826"/>
                <a:gd name="T10" fmla="*/ 1 w 95"/>
                <a:gd name="T11" fmla="*/ 0 h 1826"/>
                <a:gd name="T12" fmla="*/ 1 w 95"/>
                <a:gd name="T13" fmla="*/ 0 h 1826"/>
                <a:gd name="T14" fmla="*/ 1 w 95"/>
                <a:gd name="T15" fmla="*/ 0 h 1826"/>
                <a:gd name="T16" fmla="*/ 1 w 95"/>
                <a:gd name="T17" fmla="*/ 0 h 1826"/>
                <a:gd name="T18" fmla="*/ 1 w 95"/>
                <a:gd name="T19" fmla="*/ 0 h 1826"/>
                <a:gd name="T20" fmla="*/ 0 w 95"/>
                <a:gd name="T21" fmla="*/ 0 h 1826"/>
                <a:gd name="T22" fmla="*/ 0 w 95"/>
                <a:gd name="T23" fmla="*/ 0 h 1826"/>
                <a:gd name="T24" fmla="*/ 0 w 95"/>
                <a:gd name="T25" fmla="*/ 0 h 1826"/>
                <a:gd name="T26" fmla="*/ 0 w 95"/>
                <a:gd name="T27" fmla="*/ 0 h 1826"/>
                <a:gd name="T28" fmla="*/ 0 w 95"/>
                <a:gd name="T29" fmla="*/ 0 h 1826"/>
                <a:gd name="T30" fmla="*/ 0 w 95"/>
                <a:gd name="T31" fmla="*/ 0 h 182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95"/>
                <a:gd name="T49" fmla="*/ 0 h 1826"/>
                <a:gd name="T50" fmla="*/ 95 w 95"/>
                <a:gd name="T51" fmla="*/ 1826 h 182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95" h="1826">
                  <a:moveTo>
                    <a:pt x="0" y="49"/>
                  </a:moveTo>
                  <a:lnTo>
                    <a:pt x="0" y="47"/>
                  </a:lnTo>
                  <a:lnTo>
                    <a:pt x="1" y="1826"/>
                  </a:lnTo>
                  <a:lnTo>
                    <a:pt x="95" y="1826"/>
                  </a:lnTo>
                  <a:lnTo>
                    <a:pt x="93" y="47"/>
                  </a:lnTo>
                  <a:lnTo>
                    <a:pt x="93" y="45"/>
                  </a:lnTo>
                  <a:lnTo>
                    <a:pt x="93" y="47"/>
                  </a:lnTo>
                  <a:lnTo>
                    <a:pt x="90" y="27"/>
                  </a:lnTo>
                  <a:lnTo>
                    <a:pt x="79" y="12"/>
                  </a:lnTo>
                  <a:lnTo>
                    <a:pt x="64" y="4"/>
                  </a:lnTo>
                  <a:lnTo>
                    <a:pt x="47" y="0"/>
                  </a:lnTo>
                  <a:lnTo>
                    <a:pt x="29" y="4"/>
                  </a:lnTo>
                  <a:lnTo>
                    <a:pt x="15" y="12"/>
                  </a:lnTo>
                  <a:lnTo>
                    <a:pt x="3" y="27"/>
                  </a:lnTo>
                  <a:lnTo>
                    <a:pt x="0" y="47"/>
                  </a:lnTo>
                  <a:lnTo>
                    <a:pt x="0" y="4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5192" name="Freeform 38"/>
            <p:cNvSpPr>
              <a:spLocks/>
            </p:cNvSpPr>
            <p:nvPr/>
          </p:nvSpPr>
          <p:spPr bwMode="auto">
            <a:xfrm>
              <a:off x="1598" y="1598"/>
              <a:ext cx="81" cy="113"/>
            </a:xfrm>
            <a:custGeom>
              <a:avLst/>
              <a:gdLst>
                <a:gd name="T0" fmla="*/ 0 w 401"/>
                <a:gd name="T1" fmla="*/ 1 h 566"/>
                <a:gd name="T2" fmla="*/ 0 w 401"/>
                <a:gd name="T3" fmla="*/ 1 h 566"/>
                <a:gd name="T4" fmla="*/ 0 w 401"/>
                <a:gd name="T5" fmla="*/ 1 h 566"/>
                <a:gd name="T6" fmla="*/ 1 w 401"/>
                <a:gd name="T7" fmla="*/ 1 h 566"/>
                <a:gd name="T8" fmla="*/ 1 w 401"/>
                <a:gd name="T9" fmla="*/ 1 h 566"/>
                <a:gd name="T10" fmla="*/ 1 w 401"/>
                <a:gd name="T11" fmla="*/ 1 h 566"/>
                <a:gd name="T12" fmla="*/ 1 w 401"/>
                <a:gd name="T13" fmla="*/ 2 h 566"/>
                <a:gd name="T14" fmla="*/ 1 w 401"/>
                <a:gd name="T15" fmla="*/ 2 h 566"/>
                <a:gd name="T16" fmla="*/ 2 w 401"/>
                <a:gd name="T17" fmla="*/ 2 h 566"/>
                <a:gd name="T18" fmla="*/ 2 w 401"/>
                <a:gd name="T19" fmla="*/ 2 h 566"/>
                <a:gd name="T20" fmla="*/ 2 w 401"/>
                <a:gd name="T21" fmla="*/ 2 h 566"/>
                <a:gd name="T22" fmla="*/ 2 w 401"/>
                <a:gd name="T23" fmla="*/ 3 h 566"/>
                <a:gd name="T24" fmla="*/ 2 w 401"/>
                <a:gd name="T25" fmla="*/ 3 h 566"/>
                <a:gd name="T26" fmla="*/ 2 w 401"/>
                <a:gd name="T27" fmla="*/ 3 h 566"/>
                <a:gd name="T28" fmla="*/ 2 w 401"/>
                <a:gd name="T29" fmla="*/ 4 h 566"/>
                <a:gd name="T30" fmla="*/ 2 w 401"/>
                <a:gd name="T31" fmla="*/ 4 h 566"/>
                <a:gd name="T32" fmla="*/ 2 w 401"/>
                <a:gd name="T33" fmla="*/ 4 h 566"/>
                <a:gd name="T34" fmla="*/ 3 w 401"/>
                <a:gd name="T35" fmla="*/ 5 h 566"/>
                <a:gd name="T36" fmla="*/ 3 w 401"/>
                <a:gd name="T37" fmla="*/ 4 h 566"/>
                <a:gd name="T38" fmla="*/ 3 w 401"/>
                <a:gd name="T39" fmla="*/ 4 h 566"/>
                <a:gd name="T40" fmla="*/ 3 w 401"/>
                <a:gd name="T41" fmla="*/ 4 h 566"/>
                <a:gd name="T42" fmla="*/ 3 w 401"/>
                <a:gd name="T43" fmla="*/ 3 h 566"/>
                <a:gd name="T44" fmla="*/ 3 w 401"/>
                <a:gd name="T45" fmla="*/ 3 h 566"/>
                <a:gd name="T46" fmla="*/ 3 w 401"/>
                <a:gd name="T47" fmla="*/ 3 h 566"/>
                <a:gd name="T48" fmla="*/ 3 w 401"/>
                <a:gd name="T49" fmla="*/ 2 h 566"/>
                <a:gd name="T50" fmla="*/ 3 w 401"/>
                <a:gd name="T51" fmla="*/ 2 h 566"/>
                <a:gd name="T52" fmla="*/ 2 w 401"/>
                <a:gd name="T53" fmla="*/ 2 h 566"/>
                <a:gd name="T54" fmla="*/ 2 w 401"/>
                <a:gd name="T55" fmla="*/ 2 h 566"/>
                <a:gd name="T56" fmla="*/ 2 w 401"/>
                <a:gd name="T57" fmla="*/ 1 h 566"/>
                <a:gd name="T58" fmla="*/ 2 w 401"/>
                <a:gd name="T59" fmla="*/ 1 h 566"/>
                <a:gd name="T60" fmla="*/ 2 w 401"/>
                <a:gd name="T61" fmla="*/ 1 h 566"/>
                <a:gd name="T62" fmla="*/ 1 w 401"/>
                <a:gd name="T63" fmla="*/ 1 h 566"/>
                <a:gd name="T64" fmla="*/ 1 w 401"/>
                <a:gd name="T65" fmla="*/ 0 h 566"/>
                <a:gd name="T66" fmla="*/ 1 w 401"/>
                <a:gd name="T67" fmla="*/ 0 h 566"/>
                <a:gd name="T68" fmla="*/ 1 w 401"/>
                <a:gd name="T69" fmla="*/ 0 h 566"/>
                <a:gd name="T70" fmla="*/ 1 w 401"/>
                <a:gd name="T71" fmla="*/ 0 h 566"/>
                <a:gd name="T72" fmla="*/ 1 w 401"/>
                <a:gd name="T73" fmla="*/ 0 h 566"/>
                <a:gd name="T74" fmla="*/ 0 w 401"/>
                <a:gd name="T75" fmla="*/ 0 h 566"/>
                <a:gd name="T76" fmla="*/ 0 w 401"/>
                <a:gd name="T77" fmla="*/ 0 h 566"/>
                <a:gd name="T78" fmla="*/ 0 w 401"/>
                <a:gd name="T79" fmla="*/ 0 h 566"/>
                <a:gd name="T80" fmla="*/ 0 w 401"/>
                <a:gd name="T81" fmla="*/ 0 h 566"/>
                <a:gd name="T82" fmla="*/ 0 w 401"/>
                <a:gd name="T83" fmla="*/ 0 h 566"/>
                <a:gd name="T84" fmla="*/ 0 w 401"/>
                <a:gd name="T85" fmla="*/ 0 h 566"/>
                <a:gd name="T86" fmla="*/ 0 w 401"/>
                <a:gd name="T87" fmla="*/ 1 h 566"/>
                <a:gd name="T88" fmla="*/ 0 w 401"/>
                <a:gd name="T89" fmla="*/ 1 h 56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401"/>
                <a:gd name="T136" fmla="*/ 0 h 566"/>
                <a:gd name="T137" fmla="*/ 401 w 401"/>
                <a:gd name="T138" fmla="*/ 566 h 566"/>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401" h="566">
                  <a:moveTo>
                    <a:pt x="23" y="88"/>
                  </a:moveTo>
                  <a:lnTo>
                    <a:pt x="23" y="88"/>
                  </a:lnTo>
                  <a:lnTo>
                    <a:pt x="53" y="107"/>
                  </a:lnTo>
                  <a:lnTo>
                    <a:pt x="83" y="125"/>
                  </a:lnTo>
                  <a:lnTo>
                    <a:pt x="108" y="147"/>
                  </a:lnTo>
                  <a:lnTo>
                    <a:pt x="135" y="171"/>
                  </a:lnTo>
                  <a:lnTo>
                    <a:pt x="160" y="196"/>
                  </a:lnTo>
                  <a:lnTo>
                    <a:pt x="182" y="223"/>
                  </a:lnTo>
                  <a:lnTo>
                    <a:pt x="205" y="251"/>
                  </a:lnTo>
                  <a:lnTo>
                    <a:pt x="223" y="281"/>
                  </a:lnTo>
                  <a:lnTo>
                    <a:pt x="240" y="312"/>
                  </a:lnTo>
                  <a:lnTo>
                    <a:pt x="256" y="345"/>
                  </a:lnTo>
                  <a:lnTo>
                    <a:pt x="270" y="379"/>
                  </a:lnTo>
                  <a:lnTo>
                    <a:pt x="282" y="414"/>
                  </a:lnTo>
                  <a:lnTo>
                    <a:pt x="291" y="450"/>
                  </a:lnTo>
                  <a:lnTo>
                    <a:pt x="299" y="488"/>
                  </a:lnTo>
                  <a:lnTo>
                    <a:pt x="304" y="526"/>
                  </a:lnTo>
                  <a:lnTo>
                    <a:pt x="308" y="566"/>
                  </a:lnTo>
                  <a:lnTo>
                    <a:pt x="401" y="562"/>
                  </a:lnTo>
                  <a:lnTo>
                    <a:pt x="398" y="517"/>
                  </a:lnTo>
                  <a:lnTo>
                    <a:pt x="391" y="471"/>
                  </a:lnTo>
                  <a:lnTo>
                    <a:pt x="383" y="429"/>
                  </a:lnTo>
                  <a:lnTo>
                    <a:pt x="371" y="386"/>
                  </a:lnTo>
                  <a:lnTo>
                    <a:pt x="357" y="346"/>
                  </a:lnTo>
                  <a:lnTo>
                    <a:pt x="340" y="307"/>
                  </a:lnTo>
                  <a:lnTo>
                    <a:pt x="324" y="270"/>
                  </a:lnTo>
                  <a:lnTo>
                    <a:pt x="303" y="232"/>
                  </a:lnTo>
                  <a:lnTo>
                    <a:pt x="280" y="197"/>
                  </a:lnTo>
                  <a:lnTo>
                    <a:pt x="255" y="164"/>
                  </a:lnTo>
                  <a:lnTo>
                    <a:pt x="228" y="132"/>
                  </a:lnTo>
                  <a:lnTo>
                    <a:pt x="199" y="103"/>
                  </a:lnTo>
                  <a:lnTo>
                    <a:pt x="169" y="76"/>
                  </a:lnTo>
                  <a:lnTo>
                    <a:pt x="137" y="50"/>
                  </a:lnTo>
                  <a:lnTo>
                    <a:pt x="103" y="27"/>
                  </a:lnTo>
                  <a:lnTo>
                    <a:pt x="67" y="6"/>
                  </a:lnTo>
                  <a:lnTo>
                    <a:pt x="48" y="0"/>
                  </a:lnTo>
                  <a:lnTo>
                    <a:pt x="30" y="2"/>
                  </a:lnTo>
                  <a:lnTo>
                    <a:pt x="16" y="12"/>
                  </a:lnTo>
                  <a:lnTo>
                    <a:pt x="5" y="25"/>
                  </a:lnTo>
                  <a:lnTo>
                    <a:pt x="0" y="41"/>
                  </a:lnTo>
                  <a:lnTo>
                    <a:pt x="0" y="59"/>
                  </a:lnTo>
                  <a:lnTo>
                    <a:pt x="8" y="75"/>
                  </a:lnTo>
                  <a:lnTo>
                    <a:pt x="23"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5193" name="Freeform 39"/>
            <p:cNvSpPr>
              <a:spLocks/>
            </p:cNvSpPr>
            <p:nvPr/>
          </p:nvSpPr>
          <p:spPr bwMode="auto">
            <a:xfrm>
              <a:off x="1346" y="1455"/>
              <a:ext cx="266" cy="160"/>
            </a:xfrm>
            <a:custGeom>
              <a:avLst/>
              <a:gdLst>
                <a:gd name="T0" fmla="*/ 0 w 1330"/>
                <a:gd name="T1" fmla="*/ 1 h 801"/>
                <a:gd name="T2" fmla="*/ 0 w 1330"/>
                <a:gd name="T3" fmla="*/ 1 h 801"/>
                <a:gd name="T4" fmla="*/ 10 w 1330"/>
                <a:gd name="T5" fmla="*/ 6 h 801"/>
                <a:gd name="T6" fmla="*/ 11 w 1330"/>
                <a:gd name="T7" fmla="*/ 6 h 801"/>
                <a:gd name="T8" fmla="*/ 1 w 1330"/>
                <a:gd name="T9" fmla="*/ 0 h 801"/>
                <a:gd name="T10" fmla="*/ 1 w 1330"/>
                <a:gd name="T11" fmla="*/ 0 h 801"/>
                <a:gd name="T12" fmla="*/ 1 w 1330"/>
                <a:gd name="T13" fmla="*/ 0 h 801"/>
                <a:gd name="T14" fmla="*/ 0 w 1330"/>
                <a:gd name="T15" fmla="*/ 0 h 801"/>
                <a:gd name="T16" fmla="*/ 0 w 1330"/>
                <a:gd name="T17" fmla="*/ 0 h 801"/>
                <a:gd name="T18" fmla="*/ 0 w 1330"/>
                <a:gd name="T19" fmla="*/ 0 h 801"/>
                <a:gd name="T20" fmla="*/ 0 w 1330"/>
                <a:gd name="T21" fmla="*/ 0 h 801"/>
                <a:gd name="T22" fmla="*/ 0 w 1330"/>
                <a:gd name="T23" fmla="*/ 0 h 801"/>
                <a:gd name="T24" fmla="*/ 0 w 1330"/>
                <a:gd name="T25" fmla="*/ 0 h 801"/>
                <a:gd name="T26" fmla="*/ 0 w 1330"/>
                <a:gd name="T27" fmla="*/ 1 h 801"/>
                <a:gd name="T28" fmla="*/ 0 w 1330"/>
                <a:gd name="T29" fmla="*/ 1 h 801"/>
                <a:gd name="T30" fmla="*/ 0 w 1330"/>
                <a:gd name="T31" fmla="*/ 1 h 801"/>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30"/>
                <a:gd name="T49" fmla="*/ 0 h 801"/>
                <a:gd name="T50" fmla="*/ 1330 w 1330"/>
                <a:gd name="T51" fmla="*/ 801 h 801"/>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30" h="801">
                  <a:moveTo>
                    <a:pt x="24" y="88"/>
                  </a:moveTo>
                  <a:lnTo>
                    <a:pt x="23" y="88"/>
                  </a:lnTo>
                  <a:lnTo>
                    <a:pt x="1286" y="801"/>
                  </a:lnTo>
                  <a:lnTo>
                    <a:pt x="1330" y="719"/>
                  </a:lnTo>
                  <a:lnTo>
                    <a:pt x="67" y="6"/>
                  </a:lnTo>
                  <a:lnTo>
                    <a:pt x="66" y="6"/>
                  </a:lnTo>
                  <a:lnTo>
                    <a:pt x="67" y="6"/>
                  </a:lnTo>
                  <a:lnTo>
                    <a:pt x="48" y="0"/>
                  </a:lnTo>
                  <a:lnTo>
                    <a:pt x="30" y="2"/>
                  </a:lnTo>
                  <a:lnTo>
                    <a:pt x="16" y="12"/>
                  </a:lnTo>
                  <a:lnTo>
                    <a:pt x="5" y="25"/>
                  </a:lnTo>
                  <a:lnTo>
                    <a:pt x="0" y="41"/>
                  </a:lnTo>
                  <a:lnTo>
                    <a:pt x="0" y="59"/>
                  </a:lnTo>
                  <a:lnTo>
                    <a:pt x="8" y="75"/>
                  </a:lnTo>
                  <a:lnTo>
                    <a:pt x="23" y="88"/>
                  </a:lnTo>
                  <a:lnTo>
                    <a:pt x="24"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5194" name="Freeform 40"/>
            <p:cNvSpPr>
              <a:spLocks/>
            </p:cNvSpPr>
            <p:nvPr/>
          </p:nvSpPr>
          <p:spPr bwMode="auto">
            <a:xfrm>
              <a:off x="1198" y="1439"/>
              <a:ext cx="161" cy="35"/>
            </a:xfrm>
            <a:custGeom>
              <a:avLst/>
              <a:gdLst>
                <a:gd name="T0" fmla="*/ 1 w 806"/>
                <a:gd name="T1" fmla="*/ 1 h 177"/>
                <a:gd name="T2" fmla="*/ 1 w 806"/>
                <a:gd name="T3" fmla="*/ 1 h 177"/>
                <a:gd name="T4" fmla="*/ 1 w 806"/>
                <a:gd name="T5" fmla="*/ 1 h 177"/>
                <a:gd name="T6" fmla="*/ 1 w 806"/>
                <a:gd name="T7" fmla="*/ 1 h 177"/>
                <a:gd name="T8" fmla="*/ 2 w 806"/>
                <a:gd name="T9" fmla="*/ 1 h 177"/>
                <a:gd name="T10" fmla="*/ 2 w 806"/>
                <a:gd name="T11" fmla="*/ 1 h 177"/>
                <a:gd name="T12" fmla="*/ 2 w 806"/>
                <a:gd name="T13" fmla="*/ 1 h 177"/>
                <a:gd name="T14" fmla="*/ 3 w 806"/>
                <a:gd name="T15" fmla="*/ 1 h 177"/>
                <a:gd name="T16" fmla="*/ 3 w 806"/>
                <a:gd name="T17" fmla="*/ 1 h 177"/>
                <a:gd name="T18" fmla="*/ 3 w 806"/>
                <a:gd name="T19" fmla="*/ 1 h 177"/>
                <a:gd name="T20" fmla="*/ 4 w 806"/>
                <a:gd name="T21" fmla="*/ 1 h 177"/>
                <a:gd name="T22" fmla="*/ 4 w 806"/>
                <a:gd name="T23" fmla="*/ 1 h 177"/>
                <a:gd name="T24" fmla="*/ 5 w 806"/>
                <a:gd name="T25" fmla="*/ 1 h 177"/>
                <a:gd name="T26" fmla="*/ 5 w 806"/>
                <a:gd name="T27" fmla="*/ 1 h 177"/>
                <a:gd name="T28" fmla="*/ 5 w 806"/>
                <a:gd name="T29" fmla="*/ 1 h 177"/>
                <a:gd name="T30" fmla="*/ 6 w 806"/>
                <a:gd name="T31" fmla="*/ 1 h 177"/>
                <a:gd name="T32" fmla="*/ 6 w 806"/>
                <a:gd name="T33" fmla="*/ 1 h 177"/>
                <a:gd name="T34" fmla="*/ 6 w 806"/>
                <a:gd name="T35" fmla="*/ 1 h 177"/>
                <a:gd name="T36" fmla="*/ 6 w 806"/>
                <a:gd name="T37" fmla="*/ 1 h 177"/>
                <a:gd name="T38" fmla="*/ 6 w 806"/>
                <a:gd name="T39" fmla="*/ 1 h 177"/>
                <a:gd name="T40" fmla="*/ 6 w 806"/>
                <a:gd name="T41" fmla="*/ 0 h 177"/>
                <a:gd name="T42" fmla="*/ 5 w 806"/>
                <a:gd name="T43" fmla="*/ 0 h 177"/>
                <a:gd name="T44" fmla="*/ 5 w 806"/>
                <a:gd name="T45" fmla="*/ 0 h 177"/>
                <a:gd name="T46" fmla="*/ 5 w 806"/>
                <a:gd name="T47" fmla="*/ 0 h 177"/>
                <a:gd name="T48" fmla="*/ 4 w 806"/>
                <a:gd name="T49" fmla="*/ 0 h 177"/>
                <a:gd name="T50" fmla="*/ 4 w 806"/>
                <a:gd name="T51" fmla="*/ 0 h 177"/>
                <a:gd name="T52" fmla="*/ 3 w 806"/>
                <a:gd name="T53" fmla="*/ 0 h 177"/>
                <a:gd name="T54" fmla="*/ 3 w 806"/>
                <a:gd name="T55" fmla="*/ 0 h 177"/>
                <a:gd name="T56" fmla="*/ 3 w 806"/>
                <a:gd name="T57" fmla="*/ 0 h 177"/>
                <a:gd name="T58" fmla="*/ 2 w 806"/>
                <a:gd name="T59" fmla="*/ 0 h 177"/>
                <a:gd name="T60" fmla="*/ 2 w 806"/>
                <a:gd name="T61" fmla="*/ 0 h 177"/>
                <a:gd name="T62" fmla="*/ 1 w 806"/>
                <a:gd name="T63" fmla="*/ 0 h 177"/>
                <a:gd name="T64" fmla="*/ 1 w 806"/>
                <a:gd name="T65" fmla="*/ 0 h 177"/>
                <a:gd name="T66" fmla="*/ 1 w 806"/>
                <a:gd name="T67" fmla="*/ 1 h 177"/>
                <a:gd name="T68" fmla="*/ 0 w 806"/>
                <a:gd name="T69" fmla="*/ 1 h 177"/>
                <a:gd name="T70" fmla="*/ 0 w 806"/>
                <a:gd name="T71" fmla="*/ 1 h 177"/>
                <a:gd name="T72" fmla="*/ 0 w 806"/>
                <a:gd name="T73" fmla="*/ 1 h 177"/>
                <a:gd name="T74" fmla="*/ 0 w 806"/>
                <a:gd name="T75" fmla="*/ 1 h 177"/>
                <a:gd name="T76" fmla="*/ 0 w 806"/>
                <a:gd name="T77" fmla="*/ 1 h 177"/>
                <a:gd name="T78" fmla="*/ 0 w 806"/>
                <a:gd name="T79" fmla="*/ 1 h 177"/>
                <a:gd name="T80" fmla="*/ 0 w 806"/>
                <a:gd name="T81" fmla="*/ 1 h 177"/>
                <a:gd name="T82" fmla="*/ 0 w 806"/>
                <a:gd name="T83" fmla="*/ 1 h 177"/>
                <a:gd name="T84" fmla="*/ 0 w 806"/>
                <a:gd name="T85" fmla="*/ 1 h 177"/>
                <a:gd name="T86" fmla="*/ 0 w 806"/>
                <a:gd name="T87" fmla="*/ 1 h 177"/>
                <a:gd name="T88" fmla="*/ 1 w 806"/>
                <a:gd name="T89" fmla="*/ 1 h 177"/>
                <a:gd name="T90" fmla="*/ 1 w 806"/>
                <a:gd name="T91" fmla="*/ 1 h 17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806"/>
                <a:gd name="T139" fmla="*/ 0 h 177"/>
                <a:gd name="T140" fmla="*/ 806 w 806"/>
                <a:gd name="T141" fmla="*/ 177 h 17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806" h="177">
                  <a:moveTo>
                    <a:pt x="67" y="171"/>
                  </a:moveTo>
                  <a:lnTo>
                    <a:pt x="68" y="171"/>
                  </a:lnTo>
                  <a:lnTo>
                    <a:pt x="109" y="151"/>
                  </a:lnTo>
                  <a:lnTo>
                    <a:pt x="151" y="135"/>
                  </a:lnTo>
                  <a:lnTo>
                    <a:pt x="196" y="122"/>
                  </a:lnTo>
                  <a:lnTo>
                    <a:pt x="242" y="110"/>
                  </a:lnTo>
                  <a:lnTo>
                    <a:pt x="287" y="102"/>
                  </a:lnTo>
                  <a:lnTo>
                    <a:pt x="335" y="97"/>
                  </a:lnTo>
                  <a:lnTo>
                    <a:pt x="382" y="95"/>
                  </a:lnTo>
                  <a:lnTo>
                    <a:pt x="430" y="94"/>
                  </a:lnTo>
                  <a:lnTo>
                    <a:pt x="477" y="97"/>
                  </a:lnTo>
                  <a:lnTo>
                    <a:pt x="524" y="102"/>
                  </a:lnTo>
                  <a:lnTo>
                    <a:pt x="568" y="108"/>
                  </a:lnTo>
                  <a:lnTo>
                    <a:pt x="612" y="117"/>
                  </a:lnTo>
                  <a:lnTo>
                    <a:pt x="654" y="128"/>
                  </a:lnTo>
                  <a:lnTo>
                    <a:pt x="693" y="141"/>
                  </a:lnTo>
                  <a:lnTo>
                    <a:pt x="730" y="155"/>
                  </a:lnTo>
                  <a:lnTo>
                    <a:pt x="764" y="171"/>
                  </a:lnTo>
                  <a:lnTo>
                    <a:pt x="806" y="89"/>
                  </a:lnTo>
                  <a:lnTo>
                    <a:pt x="768" y="70"/>
                  </a:lnTo>
                  <a:lnTo>
                    <a:pt x="725" y="54"/>
                  </a:lnTo>
                  <a:lnTo>
                    <a:pt x="680" y="39"/>
                  </a:lnTo>
                  <a:lnTo>
                    <a:pt x="633" y="26"/>
                  </a:lnTo>
                  <a:lnTo>
                    <a:pt x="585" y="16"/>
                  </a:lnTo>
                  <a:lnTo>
                    <a:pt x="536" y="8"/>
                  </a:lnTo>
                  <a:lnTo>
                    <a:pt x="484" y="3"/>
                  </a:lnTo>
                  <a:lnTo>
                    <a:pt x="433" y="0"/>
                  </a:lnTo>
                  <a:lnTo>
                    <a:pt x="380" y="1"/>
                  </a:lnTo>
                  <a:lnTo>
                    <a:pt x="328" y="3"/>
                  </a:lnTo>
                  <a:lnTo>
                    <a:pt x="276" y="10"/>
                  </a:lnTo>
                  <a:lnTo>
                    <a:pt x="223" y="19"/>
                  </a:lnTo>
                  <a:lnTo>
                    <a:pt x="172" y="30"/>
                  </a:lnTo>
                  <a:lnTo>
                    <a:pt x="121" y="46"/>
                  </a:lnTo>
                  <a:lnTo>
                    <a:pt x="72" y="67"/>
                  </a:lnTo>
                  <a:lnTo>
                    <a:pt x="24" y="89"/>
                  </a:lnTo>
                  <a:lnTo>
                    <a:pt x="25" y="89"/>
                  </a:lnTo>
                  <a:lnTo>
                    <a:pt x="24" y="89"/>
                  </a:lnTo>
                  <a:lnTo>
                    <a:pt x="8" y="102"/>
                  </a:lnTo>
                  <a:lnTo>
                    <a:pt x="0" y="118"/>
                  </a:lnTo>
                  <a:lnTo>
                    <a:pt x="0" y="136"/>
                  </a:lnTo>
                  <a:lnTo>
                    <a:pt x="6" y="152"/>
                  </a:lnTo>
                  <a:lnTo>
                    <a:pt x="17" y="165"/>
                  </a:lnTo>
                  <a:lnTo>
                    <a:pt x="31" y="175"/>
                  </a:lnTo>
                  <a:lnTo>
                    <a:pt x="48" y="177"/>
                  </a:lnTo>
                  <a:lnTo>
                    <a:pt x="68" y="171"/>
                  </a:lnTo>
                  <a:lnTo>
                    <a:pt x="67" y="1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5195" name="Freeform 41"/>
            <p:cNvSpPr>
              <a:spLocks/>
            </p:cNvSpPr>
            <p:nvPr/>
          </p:nvSpPr>
          <p:spPr bwMode="auto">
            <a:xfrm>
              <a:off x="931" y="1456"/>
              <a:ext cx="280" cy="158"/>
            </a:xfrm>
            <a:custGeom>
              <a:avLst/>
              <a:gdLst>
                <a:gd name="T0" fmla="*/ 1 w 1402"/>
                <a:gd name="T1" fmla="*/ 6 h 787"/>
                <a:gd name="T2" fmla="*/ 1 w 1402"/>
                <a:gd name="T3" fmla="*/ 6 h 787"/>
                <a:gd name="T4" fmla="*/ 11 w 1402"/>
                <a:gd name="T5" fmla="*/ 1 h 787"/>
                <a:gd name="T6" fmla="*/ 11 w 1402"/>
                <a:gd name="T7" fmla="*/ 0 h 787"/>
                <a:gd name="T8" fmla="*/ 0 w 1402"/>
                <a:gd name="T9" fmla="*/ 6 h 787"/>
                <a:gd name="T10" fmla="*/ 0 w 1402"/>
                <a:gd name="T11" fmla="*/ 6 h 787"/>
                <a:gd name="T12" fmla="*/ 0 w 1402"/>
                <a:gd name="T13" fmla="*/ 6 h 787"/>
                <a:gd name="T14" fmla="*/ 0 w 1402"/>
                <a:gd name="T15" fmla="*/ 6 h 787"/>
                <a:gd name="T16" fmla="*/ 0 w 1402"/>
                <a:gd name="T17" fmla="*/ 6 h 787"/>
                <a:gd name="T18" fmla="*/ 0 w 1402"/>
                <a:gd name="T19" fmla="*/ 6 h 787"/>
                <a:gd name="T20" fmla="*/ 0 w 1402"/>
                <a:gd name="T21" fmla="*/ 6 h 787"/>
                <a:gd name="T22" fmla="*/ 0 w 1402"/>
                <a:gd name="T23" fmla="*/ 6 h 787"/>
                <a:gd name="T24" fmla="*/ 0 w 1402"/>
                <a:gd name="T25" fmla="*/ 6 h 787"/>
                <a:gd name="T26" fmla="*/ 0 w 1402"/>
                <a:gd name="T27" fmla="*/ 6 h 787"/>
                <a:gd name="T28" fmla="*/ 1 w 1402"/>
                <a:gd name="T29" fmla="*/ 6 h 787"/>
                <a:gd name="T30" fmla="*/ 1 w 1402"/>
                <a:gd name="T31" fmla="*/ 6 h 78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02"/>
                <a:gd name="T49" fmla="*/ 0 h 787"/>
                <a:gd name="T50" fmla="*/ 1402 w 1402"/>
                <a:gd name="T51" fmla="*/ 787 h 78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02" h="787">
                  <a:moveTo>
                    <a:pt x="69" y="781"/>
                  </a:moveTo>
                  <a:lnTo>
                    <a:pt x="66" y="781"/>
                  </a:lnTo>
                  <a:lnTo>
                    <a:pt x="1402" y="82"/>
                  </a:lnTo>
                  <a:lnTo>
                    <a:pt x="1360" y="0"/>
                  </a:lnTo>
                  <a:lnTo>
                    <a:pt x="24" y="699"/>
                  </a:lnTo>
                  <a:lnTo>
                    <a:pt x="22" y="699"/>
                  </a:lnTo>
                  <a:lnTo>
                    <a:pt x="24" y="699"/>
                  </a:lnTo>
                  <a:lnTo>
                    <a:pt x="8" y="712"/>
                  </a:lnTo>
                  <a:lnTo>
                    <a:pt x="1" y="727"/>
                  </a:lnTo>
                  <a:lnTo>
                    <a:pt x="0" y="744"/>
                  </a:lnTo>
                  <a:lnTo>
                    <a:pt x="5" y="761"/>
                  </a:lnTo>
                  <a:lnTo>
                    <a:pt x="15" y="775"/>
                  </a:lnTo>
                  <a:lnTo>
                    <a:pt x="30" y="784"/>
                  </a:lnTo>
                  <a:lnTo>
                    <a:pt x="46" y="787"/>
                  </a:lnTo>
                  <a:lnTo>
                    <a:pt x="66" y="781"/>
                  </a:lnTo>
                  <a:lnTo>
                    <a:pt x="69" y="7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5196" name="Freeform 42"/>
            <p:cNvSpPr>
              <a:spLocks/>
            </p:cNvSpPr>
            <p:nvPr/>
          </p:nvSpPr>
          <p:spPr bwMode="auto">
            <a:xfrm>
              <a:off x="868" y="1596"/>
              <a:ext cx="77" cy="126"/>
            </a:xfrm>
            <a:custGeom>
              <a:avLst/>
              <a:gdLst>
                <a:gd name="T0" fmla="*/ 1 w 382"/>
                <a:gd name="T1" fmla="*/ 5 h 628"/>
                <a:gd name="T2" fmla="*/ 1 w 382"/>
                <a:gd name="T3" fmla="*/ 5 h 628"/>
                <a:gd name="T4" fmla="*/ 1 w 382"/>
                <a:gd name="T5" fmla="*/ 4 h 628"/>
                <a:gd name="T6" fmla="*/ 1 w 382"/>
                <a:gd name="T7" fmla="*/ 4 h 628"/>
                <a:gd name="T8" fmla="*/ 1 w 382"/>
                <a:gd name="T9" fmla="*/ 4 h 628"/>
                <a:gd name="T10" fmla="*/ 1 w 382"/>
                <a:gd name="T11" fmla="*/ 3 h 628"/>
                <a:gd name="T12" fmla="*/ 1 w 382"/>
                <a:gd name="T13" fmla="*/ 3 h 628"/>
                <a:gd name="T14" fmla="*/ 1 w 382"/>
                <a:gd name="T15" fmla="*/ 3 h 628"/>
                <a:gd name="T16" fmla="*/ 1 w 382"/>
                <a:gd name="T17" fmla="*/ 3 h 628"/>
                <a:gd name="T18" fmla="*/ 1 w 382"/>
                <a:gd name="T19" fmla="*/ 2 h 628"/>
                <a:gd name="T20" fmla="*/ 2 w 382"/>
                <a:gd name="T21" fmla="*/ 2 h 628"/>
                <a:gd name="T22" fmla="*/ 2 w 382"/>
                <a:gd name="T23" fmla="*/ 2 h 628"/>
                <a:gd name="T24" fmla="*/ 2 w 382"/>
                <a:gd name="T25" fmla="*/ 2 h 628"/>
                <a:gd name="T26" fmla="*/ 2 w 382"/>
                <a:gd name="T27" fmla="*/ 1 h 628"/>
                <a:gd name="T28" fmla="*/ 2 w 382"/>
                <a:gd name="T29" fmla="*/ 1 h 628"/>
                <a:gd name="T30" fmla="*/ 3 w 382"/>
                <a:gd name="T31" fmla="*/ 1 h 628"/>
                <a:gd name="T32" fmla="*/ 3 w 382"/>
                <a:gd name="T33" fmla="*/ 1 h 628"/>
                <a:gd name="T34" fmla="*/ 3 w 382"/>
                <a:gd name="T35" fmla="*/ 1 h 628"/>
                <a:gd name="T36" fmla="*/ 3 w 382"/>
                <a:gd name="T37" fmla="*/ 0 h 628"/>
                <a:gd name="T38" fmla="*/ 2 w 382"/>
                <a:gd name="T39" fmla="*/ 0 h 628"/>
                <a:gd name="T40" fmla="*/ 2 w 382"/>
                <a:gd name="T41" fmla="*/ 0 h 628"/>
                <a:gd name="T42" fmla="*/ 2 w 382"/>
                <a:gd name="T43" fmla="*/ 1 h 628"/>
                <a:gd name="T44" fmla="*/ 2 w 382"/>
                <a:gd name="T45" fmla="*/ 1 h 628"/>
                <a:gd name="T46" fmla="*/ 1 w 382"/>
                <a:gd name="T47" fmla="*/ 1 h 628"/>
                <a:gd name="T48" fmla="*/ 1 w 382"/>
                <a:gd name="T49" fmla="*/ 1 h 628"/>
                <a:gd name="T50" fmla="*/ 1 w 382"/>
                <a:gd name="T51" fmla="*/ 2 h 628"/>
                <a:gd name="T52" fmla="*/ 1 w 382"/>
                <a:gd name="T53" fmla="*/ 2 h 628"/>
                <a:gd name="T54" fmla="*/ 1 w 382"/>
                <a:gd name="T55" fmla="*/ 2 h 628"/>
                <a:gd name="T56" fmla="*/ 0 w 382"/>
                <a:gd name="T57" fmla="*/ 3 h 628"/>
                <a:gd name="T58" fmla="*/ 0 w 382"/>
                <a:gd name="T59" fmla="*/ 3 h 628"/>
                <a:gd name="T60" fmla="*/ 0 w 382"/>
                <a:gd name="T61" fmla="*/ 3 h 628"/>
                <a:gd name="T62" fmla="*/ 0 w 382"/>
                <a:gd name="T63" fmla="*/ 4 h 628"/>
                <a:gd name="T64" fmla="*/ 0 w 382"/>
                <a:gd name="T65" fmla="*/ 4 h 628"/>
                <a:gd name="T66" fmla="*/ 0 w 382"/>
                <a:gd name="T67" fmla="*/ 4 h 628"/>
                <a:gd name="T68" fmla="*/ 0 w 382"/>
                <a:gd name="T69" fmla="*/ 5 h 628"/>
                <a:gd name="T70" fmla="*/ 0 w 382"/>
                <a:gd name="T71" fmla="*/ 5 h 628"/>
                <a:gd name="T72" fmla="*/ 0 w 382"/>
                <a:gd name="T73" fmla="*/ 5 h 628"/>
                <a:gd name="T74" fmla="*/ 0 w 382"/>
                <a:gd name="T75" fmla="*/ 5 h 628"/>
                <a:gd name="T76" fmla="*/ 0 w 382"/>
                <a:gd name="T77" fmla="*/ 5 h 628"/>
                <a:gd name="T78" fmla="*/ 0 w 382"/>
                <a:gd name="T79" fmla="*/ 5 h 628"/>
                <a:gd name="T80" fmla="*/ 0 w 382"/>
                <a:gd name="T81" fmla="*/ 5 h 628"/>
                <a:gd name="T82" fmla="*/ 1 w 382"/>
                <a:gd name="T83" fmla="*/ 5 h 628"/>
                <a:gd name="T84" fmla="*/ 1 w 382"/>
                <a:gd name="T85" fmla="*/ 5 h 628"/>
                <a:gd name="T86" fmla="*/ 1 w 382"/>
                <a:gd name="T87" fmla="*/ 5 h 628"/>
                <a:gd name="T88" fmla="*/ 1 w 382"/>
                <a:gd name="T89" fmla="*/ 5 h 628"/>
                <a:gd name="T90" fmla="*/ 1 w 382"/>
                <a:gd name="T91" fmla="*/ 5 h 628"/>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382"/>
                <a:gd name="T139" fmla="*/ 0 h 628"/>
                <a:gd name="T140" fmla="*/ 382 w 382"/>
                <a:gd name="T141" fmla="*/ 628 h 628"/>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382" h="628">
                  <a:moveTo>
                    <a:pt x="94" y="581"/>
                  </a:moveTo>
                  <a:lnTo>
                    <a:pt x="94" y="582"/>
                  </a:lnTo>
                  <a:lnTo>
                    <a:pt x="96" y="541"/>
                  </a:lnTo>
                  <a:lnTo>
                    <a:pt x="99" y="500"/>
                  </a:lnTo>
                  <a:lnTo>
                    <a:pt x="106" y="463"/>
                  </a:lnTo>
                  <a:lnTo>
                    <a:pt x="115" y="424"/>
                  </a:lnTo>
                  <a:lnTo>
                    <a:pt x="127" y="389"/>
                  </a:lnTo>
                  <a:lnTo>
                    <a:pt x="140" y="353"/>
                  </a:lnTo>
                  <a:lnTo>
                    <a:pt x="156" y="320"/>
                  </a:lnTo>
                  <a:lnTo>
                    <a:pt x="173" y="287"/>
                  </a:lnTo>
                  <a:lnTo>
                    <a:pt x="193" y="255"/>
                  </a:lnTo>
                  <a:lnTo>
                    <a:pt x="214" y="226"/>
                  </a:lnTo>
                  <a:lnTo>
                    <a:pt x="238" y="198"/>
                  </a:lnTo>
                  <a:lnTo>
                    <a:pt x="263" y="172"/>
                  </a:lnTo>
                  <a:lnTo>
                    <a:pt x="290" y="146"/>
                  </a:lnTo>
                  <a:lnTo>
                    <a:pt x="318" y="122"/>
                  </a:lnTo>
                  <a:lnTo>
                    <a:pt x="349" y="101"/>
                  </a:lnTo>
                  <a:lnTo>
                    <a:pt x="382" y="82"/>
                  </a:lnTo>
                  <a:lnTo>
                    <a:pt x="335" y="0"/>
                  </a:lnTo>
                  <a:lnTo>
                    <a:pt x="297" y="23"/>
                  </a:lnTo>
                  <a:lnTo>
                    <a:pt x="262" y="49"/>
                  </a:lnTo>
                  <a:lnTo>
                    <a:pt x="229" y="76"/>
                  </a:lnTo>
                  <a:lnTo>
                    <a:pt x="198" y="104"/>
                  </a:lnTo>
                  <a:lnTo>
                    <a:pt x="167" y="137"/>
                  </a:lnTo>
                  <a:lnTo>
                    <a:pt x="142" y="170"/>
                  </a:lnTo>
                  <a:lnTo>
                    <a:pt x="116" y="204"/>
                  </a:lnTo>
                  <a:lnTo>
                    <a:pt x="94" y="240"/>
                  </a:lnTo>
                  <a:lnTo>
                    <a:pt x="74" y="278"/>
                  </a:lnTo>
                  <a:lnTo>
                    <a:pt x="54" y="317"/>
                  </a:lnTo>
                  <a:lnTo>
                    <a:pt x="38" y="359"/>
                  </a:lnTo>
                  <a:lnTo>
                    <a:pt x="26" y="401"/>
                  </a:lnTo>
                  <a:lnTo>
                    <a:pt x="15" y="444"/>
                  </a:lnTo>
                  <a:lnTo>
                    <a:pt x="8" y="489"/>
                  </a:lnTo>
                  <a:lnTo>
                    <a:pt x="2" y="534"/>
                  </a:lnTo>
                  <a:lnTo>
                    <a:pt x="0" y="580"/>
                  </a:lnTo>
                  <a:lnTo>
                    <a:pt x="0" y="581"/>
                  </a:lnTo>
                  <a:lnTo>
                    <a:pt x="0" y="580"/>
                  </a:lnTo>
                  <a:lnTo>
                    <a:pt x="3" y="600"/>
                  </a:lnTo>
                  <a:lnTo>
                    <a:pt x="14" y="615"/>
                  </a:lnTo>
                  <a:lnTo>
                    <a:pt x="29" y="625"/>
                  </a:lnTo>
                  <a:lnTo>
                    <a:pt x="45" y="628"/>
                  </a:lnTo>
                  <a:lnTo>
                    <a:pt x="63" y="626"/>
                  </a:lnTo>
                  <a:lnTo>
                    <a:pt x="78" y="616"/>
                  </a:lnTo>
                  <a:lnTo>
                    <a:pt x="89" y="602"/>
                  </a:lnTo>
                  <a:lnTo>
                    <a:pt x="94" y="582"/>
                  </a:lnTo>
                  <a:lnTo>
                    <a:pt x="94" y="5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5197" name="Freeform 43"/>
            <p:cNvSpPr>
              <a:spLocks/>
            </p:cNvSpPr>
            <p:nvPr/>
          </p:nvSpPr>
          <p:spPr bwMode="auto">
            <a:xfrm>
              <a:off x="868" y="1712"/>
              <a:ext cx="19" cy="364"/>
            </a:xfrm>
            <a:custGeom>
              <a:avLst/>
              <a:gdLst>
                <a:gd name="T0" fmla="*/ 1 w 94"/>
                <a:gd name="T1" fmla="*/ 14 h 1818"/>
                <a:gd name="T2" fmla="*/ 1 w 94"/>
                <a:gd name="T3" fmla="*/ 14 h 1818"/>
                <a:gd name="T4" fmla="*/ 1 w 94"/>
                <a:gd name="T5" fmla="*/ 0 h 1818"/>
                <a:gd name="T6" fmla="*/ 0 w 94"/>
                <a:gd name="T7" fmla="*/ 0 h 1818"/>
                <a:gd name="T8" fmla="*/ 0 w 94"/>
                <a:gd name="T9" fmla="*/ 14 h 1818"/>
                <a:gd name="T10" fmla="*/ 0 w 94"/>
                <a:gd name="T11" fmla="*/ 14 h 1818"/>
                <a:gd name="T12" fmla="*/ 0 w 94"/>
                <a:gd name="T13" fmla="*/ 14 h 1818"/>
                <a:gd name="T14" fmla="*/ 0 w 94"/>
                <a:gd name="T15" fmla="*/ 14 h 1818"/>
                <a:gd name="T16" fmla="*/ 0 w 94"/>
                <a:gd name="T17" fmla="*/ 14 h 1818"/>
                <a:gd name="T18" fmla="*/ 0 w 94"/>
                <a:gd name="T19" fmla="*/ 15 h 1818"/>
                <a:gd name="T20" fmla="*/ 0 w 94"/>
                <a:gd name="T21" fmla="*/ 15 h 1818"/>
                <a:gd name="T22" fmla="*/ 1 w 94"/>
                <a:gd name="T23" fmla="*/ 15 h 1818"/>
                <a:gd name="T24" fmla="*/ 1 w 94"/>
                <a:gd name="T25" fmla="*/ 14 h 1818"/>
                <a:gd name="T26" fmla="*/ 1 w 94"/>
                <a:gd name="T27" fmla="*/ 14 h 1818"/>
                <a:gd name="T28" fmla="*/ 1 w 94"/>
                <a:gd name="T29" fmla="*/ 14 h 1818"/>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94"/>
                <a:gd name="T46" fmla="*/ 0 h 1818"/>
                <a:gd name="T47" fmla="*/ 94 w 94"/>
                <a:gd name="T48" fmla="*/ 1818 h 1818"/>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94" h="1818">
                  <a:moveTo>
                    <a:pt x="94" y="1771"/>
                  </a:moveTo>
                  <a:lnTo>
                    <a:pt x="94" y="1771"/>
                  </a:lnTo>
                  <a:lnTo>
                    <a:pt x="94" y="0"/>
                  </a:lnTo>
                  <a:lnTo>
                    <a:pt x="0" y="0"/>
                  </a:lnTo>
                  <a:lnTo>
                    <a:pt x="0" y="1771"/>
                  </a:lnTo>
                  <a:lnTo>
                    <a:pt x="3" y="1791"/>
                  </a:lnTo>
                  <a:lnTo>
                    <a:pt x="15" y="1806"/>
                  </a:lnTo>
                  <a:lnTo>
                    <a:pt x="29" y="1814"/>
                  </a:lnTo>
                  <a:lnTo>
                    <a:pt x="47" y="1818"/>
                  </a:lnTo>
                  <a:lnTo>
                    <a:pt x="64" y="1814"/>
                  </a:lnTo>
                  <a:lnTo>
                    <a:pt x="79" y="1806"/>
                  </a:lnTo>
                  <a:lnTo>
                    <a:pt x="90" y="1791"/>
                  </a:lnTo>
                  <a:lnTo>
                    <a:pt x="94" y="17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5198" name="Freeform 44"/>
            <p:cNvSpPr>
              <a:spLocks/>
            </p:cNvSpPr>
            <p:nvPr/>
          </p:nvSpPr>
          <p:spPr bwMode="auto">
            <a:xfrm>
              <a:off x="868" y="2067"/>
              <a:ext cx="90" cy="160"/>
            </a:xfrm>
            <a:custGeom>
              <a:avLst/>
              <a:gdLst>
                <a:gd name="T0" fmla="*/ 3 w 449"/>
                <a:gd name="T1" fmla="*/ 6 h 803"/>
                <a:gd name="T2" fmla="*/ 3 w 449"/>
                <a:gd name="T3" fmla="*/ 6 h 803"/>
                <a:gd name="T4" fmla="*/ 3 w 449"/>
                <a:gd name="T5" fmla="*/ 5 h 803"/>
                <a:gd name="T6" fmla="*/ 3 w 449"/>
                <a:gd name="T7" fmla="*/ 5 h 803"/>
                <a:gd name="T8" fmla="*/ 3 w 449"/>
                <a:gd name="T9" fmla="*/ 5 h 803"/>
                <a:gd name="T10" fmla="*/ 2 w 449"/>
                <a:gd name="T11" fmla="*/ 5 h 803"/>
                <a:gd name="T12" fmla="*/ 2 w 449"/>
                <a:gd name="T13" fmla="*/ 4 h 803"/>
                <a:gd name="T14" fmla="*/ 2 w 449"/>
                <a:gd name="T15" fmla="*/ 4 h 803"/>
                <a:gd name="T16" fmla="*/ 2 w 449"/>
                <a:gd name="T17" fmla="*/ 4 h 803"/>
                <a:gd name="T18" fmla="*/ 2 w 449"/>
                <a:gd name="T19" fmla="*/ 3 h 803"/>
                <a:gd name="T20" fmla="*/ 1 w 449"/>
                <a:gd name="T21" fmla="*/ 3 h 803"/>
                <a:gd name="T22" fmla="*/ 1 w 449"/>
                <a:gd name="T23" fmla="*/ 2 h 803"/>
                <a:gd name="T24" fmla="*/ 1 w 449"/>
                <a:gd name="T25" fmla="*/ 2 h 803"/>
                <a:gd name="T26" fmla="*/ 1 w 449"/>
                <a:gd name="T27" fmla="*/ 2 h 803"/>
                <a:gd name="T28" fmla="*/ 1 w 449"/>
                <a:gd name="T29" fmla="*/ 1 h 803"/>
                <a:gd name="T30" fmla="*/ 1 w 449"/>
                <a:gd name="T31" fmla="*/ 1 h 803"/>
                <a:gd name="T32" fmla="*/ 1 w 449"/>
                <a:gd name="T33" fmla="*/ 0 h 803"/>
                <a:gd name="T34" fmla="*/ 1 w 449"/>
                <a:gd name="T35" fmla="*/ 0 h 803"/>
                <a:gd name="T36" fmla="*/ 0 w 449"/>
                <a:gd name="T37" fmla="*/ 0 h 803"/>
                <a:gd name="T38" fmla="*/ 0 w 449"/>
                <a:gd name="T39" fmla="*/ 0 h 803"/>
                <a:gd name="T40" fmla="*/ 0 w 449"/>
                <a:gd name="T41" fmla="*/ 1 h 803"/>
                <a:gd name="T42" fmla="*/ 0 w 449"/>
                <a:gd name="T43" fmla="*/ 1 h 803"/>
                <a:gd name="T44" fmla="*/ 0 w 449"/>
                <a:gd name="T45" fmla="*/ 2 h 803"/>
                <a:gd name="T46" fmla="*/ 0 w 449"/>
                <a:gd name="T47" fmla="*/ 2 h 803"/>
                <a:gd name="T48" fmla="*/ 0 w 449"/>
                <a:gd name="T49" fmla="*/ 3 h 803"/>
                <a:gd name="T50" fmla="*/ 1 w 449"/>
                <a:gd name="T51" fmla="*/ 3 h 803"/>
                <a:gd name="T52" fmla="*/ 1 w 449"/>
                <a:gd name="T53" fmla="*/ 4 h 803"/>
                <a:gd name="T54" fmla="*/ 1 w 449"/>
                <a:gd name="T55" fmla="*/ 4 h 803"/>
                <a:gd name="T56" fmla="*/ 1 w 449"/>
                <a:gd name="T57" fmla="*/ 4 h 803"/>
                <a:gd name="T58" fmla="*/ 2 w 449"/>
                <a:gd name="T59" fmla="*/ 5 h 803"/>
                <a:gd name="T60" fmla="*/ 2 w 449"/>
                <a:gd name="T61" fmla="*/ 5 h 803"/>
                <a:gd name="T62" fmla="*/ 2 w 449"/>
                <a:gd name="T63" fmla="*/ 5 h 803"/>
                <a:gd name="T64" fmla="*/ 2 w 449"/>
                <a:gd name="T65" fmla="*/ 6 h 803"/>
                <a:gd name="T66" fmla="*/ 3 w 449"/>
                <a:gd name="T67" fmla="*/ 6 h 803"/>
                <a:gd name="T68" fmla="*/ 3 w 449"/>
                <a:gd name="T69" fmla="*/ 6 h 803"/>
                <a:gd name="T70" fmla="*/ 3 w 449"/>
                <a:gd name="T71" fmla="*/ 6 h 803"/>
                <a:gd name="T72" fmla="*/ 3 w 449"/>
                <a:gd name="T73" fmla="*/ 6 h 803"/>
                <a:gd name="T74" fmla="*/ 3 w 449"/>
                <a:gd name="T75" fmla="*/ 6 h 803"/>
                <a:gd name="T76" fmla="*/ 3 w 449"/>
                <a:gd name="T77" fmla="*/ 6 h 803"/>
                <a:gd name="T78" fmla="*/ 3 w 449"/>
                <a:gd name="T79" fmla="*/ 6 h 803"/>
                <a:gd name="T80" fmla="*/ 4 w 449"/>
                <a:gd name="T81" fmla="*/ 6 h 803"/>
                <a:gd name="T82" fmla="*/ 4 w 449"/>
                <a:gd name="T83" fmla="*/ 6 h 803"/>
                <a:gd name="T84" fmla="*/ 4 w 449"/>
                <a:gd name="T85" fmla="*/ 6 h 803"/>
                <a:gd name="T86" fmla="*/ 4 w 449"/>
                <a:gd name="T87" fmla="*/ 6 h 803"/>
                <a:gd name="T88" fmla="*/ 3 w 449"/>
                <a:gd name="T89" fmla="*/ 6 h 803"/>
                <a:gd name="T90" fmla="*/ 3 w 449"/>
                <a:gd name="T91" fmla="*/ 6 h 80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449"/>
                <a:gd name="T139" fmla="*/ 0 h 803"/>
                <a:gd name="T140" fmla="*/ 449 w 449"/>
                <a:gd name="T141" fmla="*/ 803 h 80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449" h="803">
                  <a:moveTo>
                    <a:pt x="426" y="717"/>
                  </a:moveTo>
                  <a:lnTo>
                    <a:pt x="427" y="717"/>
                  </a:lnTo>
                  <a:lnTo>
                    <a:pt x="395" y="693"/>
                  </a:lnTo>
                  <a:lnTo>
                    <a:pt x="361" y="662"/>
                  </a:lnTo>
                  <a:lnTo>
                    <a:pt x="329" y="628"/>
                  </a:lnTo>
                  <a:lnTo>
                    <a:pt x="299" y="591"/>
                  </a:lnTo>
                  <a:lnTo>
                    <a:pt x="269" y="551"/>
                  </a:lnTo>
                  <a:lnTo>
                    <a:pt x="241" y="507"/>
                  </a:lnTo>
                  <a:lnTo>
                    <a:pt x="215" y="460"/>
                  </a:lnTo>
                  <a:lnTo>
                    <a:pt x="191" y="412"/>
                  </a:lnTo>
                  <a:lnTo>
                    <a:pt x="170" y="363"/>
                  </a:lnTo>
                  <a:lnTo>
                    <a:pt x="151" y="312"/>
                  </a:lnTo>
                  <a:lnTo>
                    <a:pt x="133" y="259"/>
                  </a:lnTo>
                  <a:lnTo>
                    <a:pt x="119" y="207"/>
                  </a:lnTo>
                  <a:lnTo>
                    <a:pt x="108" y="156"/>
                  </a:lnTo>
                  <a:lnTo>
                    <a:pt x="101" y="103"/>
                  </a:lnTo>
                  <a:lnTo>
                    <a:pt x="96" y="51"/>
                  </a:lnTo>
                  <a:lnTo>
                    <a:pt x="94" y="0"/>
                  </a:lnTo>
                  <a:lnTo>
                    <a:pt x="0" y="0"/>
                  </a:lnTo>
                  <a:lnTo>
                    <a:pt x="2" y="56"/>
                  </a:lnTo>
                  <a:lnTo>
                    <a:pt x="7" y="115"/>
                  </a:lnTo>
                  <a:lnTo>
                    <a:pt x="16" y="172"/>
                  </a:lnTo>
                  <a:lnTo>
                    <a:pt x="28" y="231"/>
                  </a:lnTo>
                  <a:lnTo>
                    <a:pt x="44" y="287"/>
                  </a:lnTo>
                  <a:lnTo>
                    <a:pt x="62" y="342"/>
                  </a:lnTo>
                  <a:lnTo>
                    <a:pt x="83" y="398"/>
                  </a:lnTo>
                  <a:lnTo>
                    <a:pt x="106" y="452"/>
                  </a:lnTo>
                  <a:lnTo>
                    <a:pt x="133" y="505"/>
                  </a:lnTo>
                  <a:lnTo>
                    <a:pt x="161" y="554"/>
                  </a:lnTo>
                  <a:lnTo>
                    <a:pt x="192" y="602"/>
                  </a:lnTo>
                  <a:lnTo>
                    <a:pt x="224" y="647"/>
                  </a:lnTo>
                  <a:lnTo>
                    <a:pt x="259" y="689"/>
                  </a:lnTo>
                  <a:lnTo>
                    <a:pt x="295" y="728"/>
                  </a:lnTo>
                  <a:lnTo>
                    <a:pt x="334" y="763"/>
                  </a:lnTo>
                  <a:lnTo>
                    <a:pt x="374" y="795"/>
                  </a:lnTo>
                  <a:lnTo>
                    <a:pt x="375" y="795"/>
                  </a:lnTo>
                  <a:lnTo>
                    <a:pt x="374" y="795"/>
                  </a:lnTo>
                  <a:lnTo>
                    <a:pt x="392" y="803"/>
                  </a:lnTo>
                  <a:lnTo>
                    <a:pt x="411" y="803"/>
                  </a:lnTo>
                  <a:lnTo>
                    <a:pt x="426" y="795"/>
                  </a:lnTo>
                  <a:lnTo>
                    <a:pt x="439" y="782"/>
                  </a:lnTo>
                  <a:lnTo>
                    <a:pt x="446" y="766"/>
                  </a:lnTo>
                  <a:lnTo>
                    <a:pt x="449" y="749"/>
                  </a:lnTo>
                  <a:lnTo>
                    <a:pt x="441" y="732"/>
                  </a:lnTo>
                  <a:lnTo>
                    <a:pt x="427" y="717"/>
                  </a:lnTo>
                  <a:lnTo>
                    <a:pt x="426" y="71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5199" name="Freeform 45"/>
            <p:cNvSpPr>
              <a:spLocks/>
            </p:cNvSpPr>
            <p:nvPr/>
          </p:nvSpPr>
          <p:spPr bwMode="auto">
            <a:xfrm>
              <a:off x="883" y="1673"/>
              <a:ext cx="379" cy="690"/>
            </a:xfrm>
            <a:custGeom>
              <a:avLst/>
              <a:gdLst>
                <a:gd name="T0" fmla="*/ 12 w 1897"/>
                <a:gd name="T1" fmla="*/ 6 h 3450"/>
                <a:gd name="T2" fmla="*/ 13 w 1897"/>
                <a:gd name="T3" fmla="*/ 7 h 3450"/>
                <a:gd name="T4" fmla="*/ 13 w 1897"/>
                <a:gd name="T5" fmla="*/ 7 h 3450"/>
                <a:gd name="T6" fmla="*/ 14 w 1897"/>
                <a:gd name="T7" fmla="*/ 8 h 3450"/>
                <a:gd name="T8" fmla="*/ 14 w 1897"/>
                <a:gd name="T9" fmla="*/ 9 h 3450"/>
                <a:gd name="T10" fmla="*/ 15 w 1897"/>
                <a:gd name="T11" fmla="*/ 10 h 3450"/>
                <a:gd name="T12" fmla="*/ 15 w 1897"/>
                <a:gd name="T13" fmla="*/ 11 h 3450"/>
                <a:gd name="T14" fmla="*/ 15 w 1897"/>
                <a:gd name="T15" fmla="*/ 11 h 3450"/>
                <a:gd name="T16" fmla="*/ 15 w 1897"/>
                <a:gd name="T17" fmla="*/ 12 h 3450"/>
                <a:gd name="T18" fmla="*/ 15 w 1897"/>
                <a:gd name="T19" fmla="*/ 26 h 3450"/>
                <a:gd name="T20" fmla="*/ 15 w 1897"/>
                <a:gd name="T21" fmla="*/ 26 h 3450"/>
                <a:gd name="T22" fmla="*/ 15 w 1897"/>
                <a:gd name="T23" fmla="*/ 27 h 3450"/>
                <a:gd name="T24" fmla="*/ 15 w 1897"/>
                <a:gd name="T25" fmla="*/ 27 h 3450"/>
                <a:gd name="T26" fmla="*/ 14 w 1897"/>
                <a:gd name="T27" fmla="*/ 27 h 3450"/>
                <a:gd name="T28" fmla="*/ 14 w 1897"/>
                <a:gd name="T29" fmla="*/ 28 h 3450"/>
                <a:gd name="T30" fmla="*/ 13 w 1897"/>
                <a:gd name="T31" fmla="*/ 28 h 3450"/>
                <a:gd name="T32" fmla="*/ 13 w 1897"/>
                <a:gd name="T33" fmla="*/ 27 h 3450"/>
                <a:gd name="T34" fmla="*/ 3 w 1897"/>
                <a:gd name="T35" fmla="*/ 21 h 3450"/>
                <a:gd name="T36" fmla="*/ 2 w 1897"/>
                <a:gd name="T37" fmla="*/ 21 h 3450"/>
                <a:gd name="T38" fmla="*/ 2 w 1897"/>
                <a:gd name="T39" fmla="*/ 20 h 3450"/>
                <a:gd name="T40" fmla="*/ 1 w 1897"/>
                <a:gd name="T41" fmla="*/ 19 h 3450"/>
                <a:gd name="T42" fmla="*/ 1 w 1897"/>
                <a:gd name="T43" fmla="*/ 19 h 3450"/>
                <a:gd name="T44" fmla="*/ 0 w 1897"/>
                <a:gd name="T45" fmla="*/ 18 h 3450"/>
                <a:gd name="T46" fmla="*/ 0 w 1897"/>
                <a:gd name="T47" fmla="*/ 17 h 3450"/>
                <a:gd name="T48" fmla="*/ 0 w 1897"/>
                <a:gd name="T49" fmla="*/ 16 h 3450"/>
                <a:gd name="T50" fmla="*/ 0 w 1897"/>
                <a:gd name="T51" fmla="*/ 15 h 3450"/>
                <a:gd name="T52" fmla="*/ 0 w 1897"/>
                <a:gd name="T53" fmla="*/ 2 h 3450"/>
                <a:gd name="T54" fmla="*/ 0 w 1897"/>
                <a:gd name="T55" fmla="*/ 1 h 3450"/>
                <a:gd name="T56" fmla="*/ 0 w 1897"/>
                <a:gd name="T57" fmla="*/ 1 h 3450"/>
                <a:gd name="T58" fmla="*/ 1 w 1897"/>
                <a:gd name="T59" fmla="*/ 0 h 3450"/>
                <a:gd name="T60" fmla="*/ 1 w 1897"/>
                <a:gd name="T61" fmla="*/ 0 h 3450"/>
                <a:gd name="T62" fmla="*/ 1 w 1897"/>
                <a:gd name="T63" fmla="*/ 0 h 3450"/>
                <a:gd name="T64" fmla="*/ 2 w 1897"/>
                <a:gd name="T65" fmla="*/ 0 h 3450"/>
                <a:gd name="T66" fmla="*/ 3 w 1897"/>
                <a:gd name="T67" fmla="*/ 0 h 3450"/>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897"/>
                <a:gd name="T103" fmla="*/ 0 h 3450"/>
                <a:gd name="T104" fmla="*/ 1897 w 1897"/>
                <a:gd name="T105" fmla="*/ 3450 h 3450"/>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897" h="3450">
                  <a:moveTo>
                    <a:pt x="357" y="49"/>
                  </a:moveTo>
                  <a:lnTo>
                    <a:pt x="1542" y="806"/>
                  </a:lnTo>
                  <a:lnTo>
                    <a:pt x="1579" y="832"/>
                  </a:lnTo>
                  <a:lnTo>
                    <a:pt x="1614" y="861"/>
                  </a:lnTo>
                  <a:lnTo>
                    <a:pt x="1648" y="895"/>
                  </a:lnTo>
                  <a:lnTo>
                    <a:pt x="1681" y="933"/>
                  </a:lnTo>
                  <a:lnTo>
                    <a:pt x="1711" y="973"/>
                  </a:lnTo>
                  <a:lnTo>
                    <a:pt x="1740" y="1016"/>
                  </a:lnTo>
                  <a:lnTo>
                    <a:pt x="1768" y="1062"/>
                  </a:lnTo>
                  <a:lnTo>
                    <a:pt x="1793" y="1109"/>
                  </a:lnTo>
                  <a:lnTo>
                    <a:pt x="1816" y="1158"/>
                  </a:lnTo>
                  <a:lnTo>
                    <a:pt x="1836" y="1208"/>
                  </a:lnTo>
                  <a:lnTo>
                    <a:pt x="1854" y="1260"/>
                  </a:lnTo>
                  <a:lnTo>
                    <a:pt x="1869" y="1313"/>
                  </a:lnTo>
                  <a:lnTo>
                    <a:pt x="1881" y="1364"/>
                  </a:lnTo>
                  <a:lnTo>
                    <a:pt x="1890" y="1417"/>
                  </a:lnTo>
                  <a:lnTo>
                    <a:pt x="1895" y="1469"/>
                  </a:lnTo>
                  <a:lnTo>
                    <a:pt x="1897" y="1519"/>
                  </a:lnTo>
                  <a:lnTo>
                    <a:pt x="1897" y="3142"/>
                  </a:lnTo>
                  <a:lnTo>
                    <a:pt x="1895" y="3190"/>
                  </a:lnTo>
                  <a:lnTo>
                    <a:pt x="1890" y="3235"/>
                  </a:lnTo>
                  <a:lnTo>
                    <a:pt x="1881" y="3276"/>
                  </a:lnTo>
                  <a:lnTo>
                    <a:pt x="1869" y="3313"/>
                  </a:lnTo>
                  <a:lnTo>
                    <a:pt x="1854" y="3346"/>
                  </a:lnTo>
                  <a:lnTo>
                    <a:pt x="1836" y="3375"/>
                  </a:lnTo>
                  <a:lnTo>
                    <a:pt x="1816" y="3398"/>
                  </a:lnTo>
                  <a:lnTo>
                    <a:pt x="1793" y="3418"/>
                  </a:lnTo>
                  <a:lnTo>
                    <a:pt x="1768" y="3434"/>
                  </a:lnTo>
                  <a:lnTo>
                    <a:pt x="1740" y="3444"/>
                  </a:lnTo>
                  <a:lnTo>
                    <a:pt x="1711" y="3450"/>
                  </a:lnTo>
                  <a:lnTo>
                    <a:pt x="1681" y="3450"/>
                  </a:lnTo>
                  <a:lnTo>
                    <a:pt x="1648" y="3445"/>
                  </a:lnTo>
                  <a:lnTo>
                    <a:pt x="1614" y="3436"/>
                  </a:lnTo>
                  <a:lnTo>
                    <a:pt x="1579" y="3421"/>
                  </a:lnTo>
                  <a:lnTo>
                    <a:pt x="1542" y="3400"/>
                  </a:lnTo>
                  <a:lnTo>
                    <a:pt x="357" y="2643"/>
                  </a:lnTo>
                  <a:lnTo>
                    <a:pt x="320" y="2618"/>
                  </a:lnTo>
                  <a:lnTo>
                    <a:pt x="285" y="2588"/>
                  </a:lnTo>
                  <a:lnTo>
                    <a:pt x="251" y="2554"/>
                  </a:lnTo>
                  <a:lnTo>
                    <a:pt x="218" y="2517"/>
                  </a:lnTo>
                  <a:lnTo>
                    <a:pt x="187" y="2477"/>
                  </a:lnTo>
                  <a:lnTo>
                    <a:pt x="157" y="2433"/>
                  </a:lnTo>
                  <a:lnTo>
                    <a:pt x="130" y="2388"/>
                  </a:lnTo>
                  <a:lnTo>
                    <a:pt x="105" y="2341"/>
                  </a:lnTo>
                  <a:lnTo>
                    <a:pt x="81" y="2292"/>
                  </a:lnTo>
                  <a:lnTo>
                    <a:pt x="61" y="2241"/>
                  </a:lnTo>
                  <a:lnTo>
                    <a:pt x="44" y="2190"/>
                  </a:lnTo>
                  <a:lnTo>
                    <a:pt x="29" y="2138"/>
                  </a:lnTo>
                  <a:lnTo>
                    <a:pt x="17" y="2085"/>
                  </a:lnTo>
                  <a:lnTo>
                    <a:pt x="7" y="2033"/>
                  </a:lnTo>
                  <a:lnTo>
                    <a:pt x="3" y="1981"/>
                  </a:lnTo>
                  <a:lnTo>
                    <a:pt x="0" y="1931"/>
                  </a:lnTo>
                  <a:lnTo>
                    <a:pt x="0" y="308"/>
                  </a:lnTo>
                  <a:lnTo>
                    <a:pt x="3" y="260"/>
                  </a:lnTo>
                  <a:lnTo>
                    <a:pt x="7" y="215"/>
                  </a:lnTo>
                  <a:lnTo>
                    <a:pt x="17" y="174"/>
                  </a:lnTo>
                  <a:lnTo>
                    <a:pt x="29" y="137"/>
                  </a:lnTo>
                  <a:lnTo>
                    <a:pt x="44" y="104"/>
                  </a:lnTo>
                  <a:lnTo>
                    <a:pt x="61" y="76"/>
                  </a:lnTo>
                  <a:lnTo>
                    <a:pt x="81" y="51"/>
                  </a:lnTo>
                  <a:lnTo>
                    <a:pt x="105" y="31"/>
                  </a:lnTo>
                  <a:lnTo>
                    <a:pt x="130" y="16"/>
                  </a:lnTo>
                  <a:lnTo>
                    <a:pt x="157" y="5"/>
                  </a:lnTo>
                  <a:lnTo>
                    <a:pt x="187" y="0"/>
                  </a:lnTo>
                  <a:lnTo>
                    <a:pt x="218" y="0"/>
                  </a:lnTo>
                  <a:lnTo>
                    <a:pt x="251" y="3"/>
                  </a:lnTo>
                  <a:lnTo>
                    <a:pt x="285" y="14"/>
                  </a:lnTo>
                  <a:lnTo>
                    <a:pt x="320" y="29"/>
                  </a:lnTo>
                  <a:lnTo>
                    <a:pt x="357" y="49"/>
                  </a:lnTo>
                  <a:close/>
                </a:path>
              </a:pathLst>
            </a:custGeom>
            <a:solidFill>
              <a:srgbClr val="BFBFB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5200" name="Freeform 46"/>
            <p:cNvSpPr>
              <a:spLocks/>
            </p:cNvSpPr>
            <p:nvPr/>
          </p:nvSpPr>
          <p:spPr bwMode="auto">
            <a:xfrm>
              <a:off x="1268" y="1663"/>
              <a:ext cx="393" cy="711"/>
            </a:xfrm>
            <a:custGeom>
              <a:avLst/>
              <a:gdLst>
                <a:gd name="T0" fmla="*/ 3 w 1962"/>
                <a:gd name="T1" fmla="*/ 7 h 3555"/>
                <a:gd name="T2" fmla="*/ 2 w 1962"/>
                <a:gd name="T3" fmla="*/ 7 h 3555"/>
                <a:gd name="T4" fmla="*/ 2 w 1962"/>
                <a:gd name="T5" fmla="*/ 8 h 3555"/>
                <a:gd name="T6" fmla="*/ 1 w 1962"/>
                <a:gd name="T7" fmla="*/ 8 h 3555"/>
                <a:gd name="T8" fmla="*/ 1 w 1962"/>
                <a:gd name="T9" fmla="*/ 9 h 3555"/>
                <a:gd name="T10" fmla="*/ 1 w 1962"/>
                <a:gd name="T11" fmla="*/ 10 h 3555"/>
                <a:gd name="T12" fmla="*/ 0 w 1962"/>
                <a:gd name="T13" fmla="*/ 11 h 3555"/>
                <a:gd name="T14" fmla="*/ 0 w 1962"/>
                <a:gd name="T15" fmla="*/ 12 h 3555"/>
                <a:gd name="T16" fmla="*/ 0 w 1962"/>
                <a:gd name="T17" fmla="*/ 13 h 3555"/>
                <a:gd name="T18" fmla="*/ 0 w 1962"/>
                <a:gd name="T19" fmla="*/ 26 h 3555"/>
                <a:gd name="T20" fmla="*/ 0 w 1962"/>
                <a:gd name="T21" fmla="*/ 27 h 3555"/>
                <a:gd name="T22" fmla="*/ 0 w 1962"/>
                <a:gd name="T23" fmla="*/ 28 h 3555"/>
                <a:gd name="T24" fmla="*/ 1 w 1962"/>
                <a:gd name="T25" fmla="*/ 28 h 3555"/>
                <a:gd name="T26" fmla="*/ 1 w 1962"/>
                <a:gd name="T27" fmla="*/ 28 h 3555"/>
                <a:gd name="T28" fmla="*/ 2 w 1962"/>
                <a:gd name="T29" fmla="*/ 28 h 3555"/>
                <a:gd name="T30" fmla="*/ 2 w 1962"/>
                <a:gd name="T31" fmla="*/ 28 h 3555"/>
                <a:gd name="T32" fmla="*/ 3 w 1962"/>
                <a:gd name="T33" fmla="*/ 28 h 3555"/>
                <a:gd name="T34" fmla="*/ 13 w 1962"/>
                <a:gd name="T35" fmla="*/ 22 h 3555"/>
                <a:gd name="T36" fmla="*/ 13 w 1962"/>
                <a:gd name="T37" fmla="*/ 21 h 3555"/>
                <a:gd name="T38" fmla="*/ 14 w 1962"/>
                <a:gd name="T39" fmla="*/ 21 h 3555"/>
                <a:gd name="T40" fmla="*/ 14 w 1962"/>
                <a:gd name="T41" fmla="*/ 20 h 3555"/>
                <a:gd name="T42" fmla="*/ 15 w 1962"/>
                <a:gd name="T43" fmla="*/ 19 h 3555"/>
                <a:gd name="T44" fmla="*/ 15 w 1962"/>
                <a:gd name="T45" fmla="*/ 18 h 3555"/>
                <a:gd name="T46" fmla="*/ 16 w 1962"/>
                <a:gd name="T47" fmla="*/ 18 h 3555"/>
                <a:gd name="T48" fmla="*/ 16 w 1962"/>
                <a:gd name="T49" fmla="*/ 17 h 3555"/>
                <a:gd name="T50" fmla="*/ 16 w 1962"/>
                <a:gd name="T51" fmla="*/ 16 h 3555"/>
                <a:gd name="T52" fmla="*/ 16 w 1962"/>
                <a:gd name="T53" fmla="*/ 2 h 3555"/>
                <a:gd name="T54" fmla="*/ 16 w 1962"/>
                <a:gd name="T55" fmla="*/ 1 h 3555"/>
                <a:gd name="T56" fmla="*/ 15 w 1962"/>
                <a:gd name="T57" fmla="*/ 1 h 3555"/>
                <a:gd name="T58" fmla="*/ 15 w 1962"/>
                <a:gd name="T59" fmla="*/ 0 h 3555"/>
                <a:gd name="T60" fmla="*/ 15 w 1962"/>
                <a:gd name="T61" fmla="*/ 0 h 3555"/>
                <a:gd name="T62" fmla="*/ 14 w 1962"/>
                <a:gd name="T63" fmla="*/ 0 h 3555"/>
                <a:gd name="T64" fmla="*/ 14 w 1962"/>
                <a:gd name="T65" fmla="*/ 0 h 3555"/>
                <a:gd name="T66" fmla="*/ 13 w 1962"/>
                <a:gd name="T67" fmla="*/ 0 h 3555"/>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962"/>
                <a:gd name="T103" fmla="*/ 0 h 3555"/>
                <a:gd name="T104" fmla="*/ 1962 w 1962"/>
                <a:gd name="T105" fmla="*/ 3555 h 3555"/>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962" h="3555">
                  <a:moveTo>
                    <a:pt x="1594" y="50"/>
                  </a:moveTo>
                  <a:lnTo>
                    <a:pt x="368" y="831"/>
                  </a:lnTo>
                  <a:lnTo>
                    <a:pt x="330" y="858"/>
                  </a:lnTo>
                  <a:lnTo>
                    <a:pt x="294" y="888"/>
                  </a:lnTo>
                  <a:lnTo>
                    <a:pt x="259" y="922"/>
                  </a:lnTo>
                  <a:lnTo>
                    <a:pt x="225" y="961"/>
                  </a:lnTo>
                  <a:lnTo>
                    <a:pt x="193" y="1003"/>
                  </a:lnTo>
                  <a:lnTo>
                    <a:pt x="163" y="1047"/>
                  </a:lnTo>
                  <a:lnTo>
                    <a:pt x="133" y="1094"/>
                  </a:lnTo>
                  <a:lnTo>
                    <a:pt x="108" y="1143"/>
                  </a:lnTo>
                  <a:lnTo>
                    <a:pt x="84" y="1193"/>
                  </a:lnTo>
                  <a:lnTo>
                    <a:pt x="63" y="1246"/>
                  </a:lnTo>
                  <a:lnTo>
                    <a:pt x="44" y="1299"/>
                  </a:lnTo>
                  <a:lnTo>
                    <a:pt x="29" y="1353"/>
                  </a:lnTo>
                  <a:lnTo>
                    <a:pt x="16" y="1405"/>
                  </a:lnTo>
                  <a:lnTo>
                    <a:pt x="7" y="1459"/>
                  </a:lnTo>
                  <a:lnTo>
                    <a:pt x="2" y="1512"/>
                  </a:lnTo>
                  <a:lnTo>
                    <a:pt x="0" y="1565"/>
                  </a:lnTo>
                  <a:lnTo>
                    <a:pt x="0" y="3237"/>
                  </a:lnTo>
                  <a:lnTo>
                    <a:pt x="2" y="3287"/>
                  </a:lnTo>
                  <a:lnTo>
                    <a:pt x="7" y="3333"/>
                  </a:lnTo>
                  <a:lnTo>
                    <a:pt x="16" y="3375"/>
                  </a:lnTo>
                  <a:lnTo>
                    <a:pt x="29" y="3413"/>
                  </a:lnTo>
                  <a:lnTo>
                    <a:pt x="44" y="3447"/>
                  </a:lnTo>
                  <a:lnTo>
                    <a:pt x="63" y="3477"/>
                  </a:lnTo>
                  <a:lnTo>
                    <a:pt x="84" y="3502"/>
                  </a:lnTo>
                  <a:lnTo>
                    <a:pt x="108" y="3522"/>
                  </a:lnTo>
                  <a:lnTo>
                    <a:pt x="133" y="3538"/>
                  </a:lnTo>
                  <a:lnTo>
                    <a:pt x="163" y="3549"/>
                  </a:lnTo>
                  <a:lnTo>
                    <a:pt x="193" y="3555"/>
                  </a:lnTo>
                  <a:lnTo>
                    <a:pt x="225" y="3555"/>
                  </a:lnTo>
                  <a:lnTo>
                    <a:pt x="259" y="3550"/>
                  </a:lnTo>
                  <a:lnTo>
                    <a:pt x="294" y="3541"/>
                  </a:lnTo>
                  <a:lnTo>
                    <a:pt x="330" y="3524"/>
                  </a:lnTo>
                  <a:lnTo>
                    <a:pt x="368" y="3503"/>
                  </a:lnTo>
                  <a:lnTo>
                    <a:pt x="1594" y="2722"/>
                  </a:lnTo>
                  <a:lnTo>
                    <a:pt x="1632" y="2696"/>
                  </a:lnTo>
                  <a:lnTo>
                    <a:pt x="1668" y="2665"/>
                  </a:lnTo>
                  <a:lnTo>
                    <a:pt x="1703" y="2631"/>
                  </a:lnTo>
                  <a:lnTo>
                    <a:pt x="1737" y="2592"/>
                  </a:lnTo>
                  <a:lnTo>
                    <a:pt x="1769" y="2551"/>
                  </a:lnTo>
                  <a:lnTo>
                    <a:pt x="1799" y="2506"/>
                  </a:lnTo>
                  <a:lnTo>
                    <a:pt x="1829" y="2460"/>
                  </a:lnTo>
                  <a:lnTo>
                    <a:pt x="1854" y="2411"/>
                  </a:lnTo>
                  <a:lnTo>
                    <a:pt x="1878" y="2361"/>
                  </a:lnTo>
                  <a:lnTo>
                    <a:pt x="1899" y="2308"/>
                  </a:lnTo>
                  <a:lnTo>
                    <a:pt x="1918" y="2256"/>
                  </a:lnTo>
                  <a:lnTo>
                    <a:pt x="1933" y="2202"/>
                  </a:lnTo>
                  <a:lnTo>
                    <a:pt x="1946" y="2149"/>
                  </a:lnTo>
                  <a:lnTo>
                    <a:pt x="1955" y="2095"/>
                  </a:lnTo>
                  <a:lnTo>
                    <a:pt x="1960" y="2042"/>
                  </a:lnTo>
                  <a:lnTo>
                    <a:pt x="1962" y="1989"/>
                  </a:lnTo>
                  <a:lnTo>
                    <a:pt x="1962" y="319"/>
                  </a:lnTo>
                  <a:lnTo>
                    <a:pt x="1960" y="269"/>
                  </a:lnTo>
                  <a:lnTo>
                    <a:pt x="1955" y="223"/>
                  </a:lnTo>
                  <a:lnTo>
                    <a:pt x="1946" y="180"/>
                  </a:lnTo>
                  <a:lnTo>
                    <a:pt x="1933" y="143"/>
                  </a:lnTo>
                  <a:lnTo>
                    <a:pt x="1918" y="109"/>
                  </a:lnTo>
                  <a:lnTo>
                    <a:pt x="1899" y="79"/>
                  </a:lnTo>
                  <a:lnTo>
                    <a:pt x="1878" y="54"/>
                  </a:lnTo>
                  <a:lnTo>
                    <a:pt x="1854" y="33"/>
                  </a:lnTo>
                  <a:lnTo>
                    <a:pt x="1829" y="17"/>
                  </a:lnTo>
                  <a:lnTo>
                    <a:pt x="1799" y="7"/>
                  </a:lnTo>
                  <a:lnTo>
                    <a:pt x="1769" y="0"/>
                  </a:lnTo>
                  <a:lnTo>
                    <a:pt x="1737" y="0"/>
                  </a:lnTo>
                  <a:lnTo>
                    <a:pt x="1703" y="4"/>
                  </a:lnTo>
                  <a:lnTo>
                    <a:pt x="1668" y="14"/>
                  </a:lnTo>
                  <a:lnTo>
                    <a:pt x="1632" y="29"/>
                  </a:lnTo>
                  <a:lnTo>
                    <a:pt x="1594" y="50"/>
                  </a:lnTo>
                  <a:close/>
                </a:path>
              </a:pathLst>
            </a:custGeom>
            <a:solidFill>
              <a:srgbClr val="E5E5E5"/>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5201" name="Freeform 47"/>
            <p:cNvSpPr>
              <a:spLocks noEditPoints="1"/>
            </p:cNvSpPr>
            <p:nvPr/>
          </p:nvSpPr>
          <p:spPr bwMode="auto">
            <a:xfrm>
              <a:off x="916" y="1589"/>
              <a:ext cx="697" cy="698"/>
            </a:xfrm>
            <a:custGeom>
              <a:avLst/>
              <a:gdLst>
                <a:gd name="T0" fmla="*/ 16 w 3485"/>
                <a:gd name="T1" fmla="*/ 0 h 3490"/>
                <a:gd name="T2" fmla="*/ 17 w 3485"/>
                <a:gd name="T3" fmla="*/ 2 h 3490"/>
                <a:gd name="T4" fmla="*/ 17 w 3485"/>
                <a:gd name="T5" fmla="*/ 3 h 3490"/>
                <a:gd name="T6" fmla="*/ 14 w 3485"/>
                <a:gd name="T7" fmla="*/ 4 h 3490"/>
                <a:gd name="T8" fmla="*/ 12 w 3485"/>
                <a:gd name="T9" fmla="*/ 4 h 3490"/>
                <a:gd name="T10" fmla="*/ 11 w 3485"/>
                <a:gd name="T11" fmla="*/ 2 h 3490"/>
                <a:gd name="T12" fmla="*/ 11 w 3485"/>
                <a:gd name="T13" fmla="*/ 1 h 3490"/>
                <a:gd name="T14" fmla="*/ 14 w 3485"/>
                <a:gd name="T15" fmla="*/ 0 h 3490"/>
                <a:gd name="T16" fmla="*/ 3 w 3485"/>
                <a:gd name="T17" fmla="*/ 7 h 3490"/>
                <a:gd name="T18" fmla="*/ 4 w 3485"/>
                <a:gd name="T19" fmla="*/ 9 h 3490"/>
                <a:gd name="T20" fmla="*/ 3 w 3485"/>
                <a:gd name="T21" fmla="*/ 12 h 3490"/>
                <a:gd name="T22" fmla="*/ 2 w 3485"/>
                <a:gd name="T23" fmla="*/ 13 h 3490"/>
                <a:gd name="T24" fmla="*/ 1 w 3485"/>
                <a:gd name="T25" fmla="*/ 12 h 3490"/>
                <a:gd name="T26" fmla="*/ 0 w 3485"/>
                <a:gd name="T27" fmla="*/ 10 h 3490"/>
                <a:gd name="T28" fmla="*/ 0 w 3485"/>
                <a:gd name="T29" fmla="*/ 8 h 3490"/>
                <a:gd name="T30" fmla="*/ 2 w 3485"/>
                <a:gd name="T31" fmla="*/ 6 h 3490"/>
                <a:gd name="T32" fmla="*/ 10 w 3485"/>
                <a:gd name="T33" fmla="*/ 20 h 3490"/>
                <a:gd name="T34" fmla="*/ 11 w 3485"/>
                <a:gd name="T35" fmla="*/ 22 h 3490"/>
                <a:gd name="T36" fmla="*/ 11 w 3485"/>
                <a:gd name="T37" fmla="*/ 25 h 3490"/>
                <a:gd name="T38" fmla="*/ 10 w 3485"/>
                <a:gd name="T39" fmla="*/ 27 h 3490"/>
                <a:gd name="T40" fmla="*/ 8 w 3485"/>
                <a:gd name="T41" fmla="*/ 26 h 3490"/>
                <a:gd name="T42" fmla="*/ 7 w 3485"/>
                <a:gd name="T43" fmla="*/ 24 h 3490"/>
                <a:gd name="T44" fmla="*/ 7 w 3485"/>
                <a:gd name="T45" fmla="*/ 22 h 3490"/>
                <a:gd name="T46" fmla="*/ 8 w 3485"/>
                <a:gd name="T47" fmla="*/ 20 h 3490"/>
                <a:gd name="T48" fmla="*/ 20 w 3485"/>
                <a:gd name="T49" fmla="*/ 21 h 3490"/>
                <a:gd name="T50" fmla="*/ 21 w 3485"/>
                <a:gd name="T51" fmla="*/ 23 h 3490"/>
                <a:gd name="T52" fmla="*/ 21 w 3485"/>
                <a:gd name="T53" fmla="*/ 26 h 3490"/>
                <a:gd name="T54" fmla="*/ 20 w 3485"/>
                <a:gd name="T55" fmla="*/ 28 h 3490"/>
                <a:gd name="T56" fmla="*/ 18 w 3485"/>
                <a:gd name="T57" fmla="*/ 28 h 3490"/>
                <a:gd name="T58" fmla="*/ 17 w 3485"/>
                <a:gd name="T59" fmla="*/ 26 h 3490"/>
                <a:gd name="T60" fmla="*/ 17 w 3485"/>
                <a:gd name="T61" fmla="*/ 23 h 3490"/>
                <a:gd name="T62" fmla="*/ 18 w 3485"/>
                <a:gd name="T63" fmla="*/ 21 h 3490"/>
                <a:gd name="T64" fmla="*/ 19 w 3485"/>
                <a:gd name="T65" fmla="*/ 11 h 3490"/>
                <a:gd name="T66" fmla="*/ 20 w 3485"/>
                <a:gd name="T67" fmla="*/ 13 h 3490"/>
                <a:gd name="T68" fmla="*/ 21 w 3485"/>
                <a:gd name="T69" fmla="*/ 15 h 3490"/>
                <a:gd name="T70" fmla="*/ 20 w 3485"/>
                <a:gd name="T71" fmla="*/ 17 h 3490"/>
                <a:gd name="T72" fmla="*/ 18 w 3485"/>
                <a:gd name="T73" fmla="*/ 17 h 3490"/>
                <a:gd name="T74" fmla="*/ 17 w 3485"/>
                <a:gd name="T75" fmla="*/ 16 h 3490"/>
                <a:gd name="T76" fmla="*/ 17 w 3485"/>
                <a:gd name="T77" fmla="*/ 13 h 3490"/>
                <a:gd name="T78" fmla="*/ 18 w 3485"/>
                <a:gd name="T79" fmla="*/ 11 h 3490"/>
                <a:gd name="T80" fmla="*/ 26 w 3485"/>
                <a:gd name="T81" fmla="*/ 7 h 3490"/>
                <a:gd name="T82" fmla="*/ 27 w 3485"/>
                <a:gd name="T83" fmla="*/ 8 h 3490"/>
                <a:gd name="T84" fmla="*/ 27 w 3485"/>
                <a:gd name="T85" fmla="*/ 11 h 3490"/>
                <a:gd name="T86" fmla="*/ 26 w 3485"/>
                <a:gd name="T87" fmla="*/ 13 h 3490"/>
                <a:gd name="T88" fmla="*/ 25 w 3485"/>
                <a:gd name="T89" fmla="*/ 13 h 3490"/>
                <a:gd name="T90" fmla="*/ 24 w 3485"/>
                <a:gd name="T91" fmla="*/ 12 h 3490"/>
                <a:gd name="T92" fmla="*/ 24 w 3485"/>
                <a:gd name="T93" fmla="*/ 9 h 3490"/>
                <a:gd name="T94" fmla="*/ 24 w 3485"/>
                <a:gd name="T95" fmla="*/ 7 h 3490"/>
                <a:gd name="T96" fmla="*/ 26 w 3485"/>
                <a:gd name="T97" fmla="*/ 17 h 3490"/>
                <a:gd name="T98" fmla="*/ 27 w 3485"/>
                <a:gd name="T99" fmla="*/ 18 h 3490"/>
                <a:gd name="T100" fmla="*/ 28 w 3485"/>
                <a:gd name="T101" fmla="*/ 21 h 3490"/>
                <a:gd name="T102" fmla="*/ 27 w 3485"/>
                <a:gd name="T103" fmla="*/ 23 h 3490"/>
                <a:gd name="T104" fmla="*/ 26 w 3485"/>
                <a:gd name="T105" fmla="*/ 24 h 3490"/>
                <a:gd name="T106" fmla="*/ 24 w 3485"/>
                <a:gd name="T107" fmla="*/ 23 h 3490"/>
                <a:gd name="T108" fmla="*/ 24 w 3485"/>
                <a:gd name="T109" fmla="*/ 20 h 3490"/>
                <a:gd name="T110" fmla="*/ 25 w 3485"/>
                <a:gd name="T111" fmla="*/ 18 h 3490"/>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w 3485"/>
                <a:gd name="T169" fmla="*/ 0 h 3490"/>
                <a:gd name="T170" fmla="*/ 3485 w 3485"/>
                <a:gd name="T171" fmla="*/ 3490 h 3490"/>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T168" t="T169" r="T170" b="T171"/>
              <a:pathLst>
                <a:path w="3485" h="3490">
                  <a:moveTo>
                    <a:pt x="1754" y="0"/>
                  </a:moveTo>
                  <a:lnTo>
                    <a:pt x="1797" y="2"/>
                  </a:lnTo>
                  <a:lnTo>
                    <a:pt x="1840" y="5"/>
                  </a:lnTo>
                  <a:lnTo>
                    <a:pt x="1881" y="12"/>
                  </a:lnTo>
                  <a:lnTo>
                    <a:pt x="1921" y="20"/>
                  </a:lnTo>
                  <a:lnTo>
                    <a:pt x="1959" y="31"/>
                  </a:lnTo>
                  <a:lnTo>
                    <a:pt x="1994" y="44"/>
                  </a:lnTo>
                  <a:lnTo>
                    <a:pt x="2028" y="59"/>
                  </a:lnTo>
                  <a:lnTo>
                    <a:pt x="2058" y="74"/>
                  </a:lnTo>
                  <a:lnTo>
                    <a:pt x="2086" y="93"/>
                  </a:lnTo>
                  <a:lnTo>
                    <a:pt x="2111" y="113"/>
                  </a:lnTo>
                  <a:lnTo>
                    <a:pt x="2132" y="133"/>
                  </a:lnTo>
                  <a:lnTo>
                    <a:pt x="2151" y="155"/>
                  </a:lnTo>
                  <a:lnTo>
                    <a:pt x="2165" y="179"/>
                  </a:lnTo>
                  <a:lnTo>
                    <a:pt x="2175" y="203"/>
                  </a:lnTo>
                  <a:lnTo>
                    <a:pt x="2182" y="229"/>
                  </a:lnTo>
                  <a:lnTo>
                    <a:pt x="2185" y="255"/>
                  </a:lnTo>
                  <a:lnTo>
                    <a:pt x="2182" y="281"/>
                  </a:lnTo>
                  <a:lnTo>
                    <a:pt x="2175" y="305"/>
                  </a:lnTo>
                  <a:lnTo>
                    <a:pt x="2165" y="330"/>
                  </a:lnTo>
                  <a:lnTo>
                    <a:pt x="2151" y="353"/>
                  </a:lnTo>
                  <a:lnTo>
                    <a:pt x="2132" y="376"/>
                  </a:lnTo>
                  <a:lnTo>
                    <a:pt x="2111" y="397"/>
                  </a:lnTo>
                  <a:lnTo>
                    <a:pt x="2086" y="417"/>
                  </a:lnTo>
                  <a:lnTo>
                    <a:pt x="2058" y="434"/>
                  </a:lnTo>
                  <a:lnTo>
                    <a:pt x="2028" y="451"/>
                  </a:lnTo>
                  <a:lnTo>
                    <a:pt x="1994" y="466"/>
                  </a:lnTo>
                  <a:lnTo>
                    <a:pt x="1959" y="479"/>
                  </a:lnTo>
                  <a:lnTo>
                    <a:pt x="1921" y="489"/>
                  </a:lnTo>
                  <a:lnTo>
                    <a:pt x="1881" y="498"/>
                  </a:lnTo>
                  <a:lnTo>
                    <a:pt x="1840" y="505"/>
                  </a:lnTo>
                  <a:lnTo>
                    <a:pt x="1797" y="508"/>
                  </a:lnTo>
                  <a:lnTo>
                    <a:pt x="1754" y="509"/>
                  </a:lnTo>
                  <a:lnTo>
                    <a:pt x="1710" y="508"/>
                  </a:lnTo>
                  <a:lnTo>
                    <a:pt x="1667" y="505"/>
                  </a:lnTo>
                  <a:lnTo>
                    <a:pt x="1626" y="498"/>
                  </a:lnTo>
                  <a:lnTo>
                    <a:pt x="1586" y="489"/>
                  </a:lnTo>
                  <a:lnTo>
                    <a:pt x="1548" y="479"/>
                  </a:lnTo>
                  <a:lnTo>
                    <a:pt x="1512" y="466"/>
                  </a:lnTo>
                  <a:lnTo>
                    <a:pt x="1479" y="451"/>
                  </a:lnTo>
                  <a:lnTo>
                    <a:pt x="1449" y="434"/>
                  </a:lnTo>
                  <a:lnTo>
                    <a:pt x="1421" y="417"/>
                  </a:lnTo>
                  <a:lnTo>
                    <a:pt x="1395" y="397"/>
                  </a:lnTo>
                  <a:lnTo>
                    <a:pt x="1374" y="376"/>
                  </a:lnTo>
                  <a:lnTo>
                    <a:pt x="1355" y="353"/>
                  </a:lnTo>
                  <a:lnTo>
                    <a:pt x="1341" y="330"/>
                  </a:lnTo>
                  <a:lnTo>
                    <a:pt x="1331" y="305"/>
                  </a:lnTo>
                  <a:lnTo>
                    <a:pt x="1324" y="281"/>
                  </a:lnTo>
                  <a:lnTo>
                    <a:pt x="1321" y="255"/>
                  </a:lnTo>
                  <a:lnTo>
                    <a:pt x="1324" y="229"/>
                  </a:lnTo>
                  <a:lnTo>
                    <a:pt x="1331" y="203"/>
                  </a:lnTo>
                  <a:lnTo>
                    <a:pt x="1341" y="179"/>
                  </a:lnTo>
                  <a:lnTo>
                    <a:pt x="1355" y="155"/>
                  </a:lnTo>
                  <a:lnTo>
                    <a:pt x="1374" y="133"/>
                  </a:lnTo>
                  <a:lnTo>
                    <a:pt x="1395" y="113"/>
                  </a:lnTo>
                  <a:lnTo>
                    <a:pt x="1421" y="93"/>
                  </a:lnTo>
                  <a:lnTo>
                    <a:pt x="1449" y="74"/>
                  </a:lnTo>
                  <a:lnTo>
                    <a:pt x="1479" y="59"/>
                  </a:lnTo>
                  <a:lnTo>
                    <a:pt x="1512" y="44"/>
                  </a:lnTo>
                  <a:lnTo>
                    <a:pt x="1548" y="31"/>
                  </a:lnTo>
                  <a:lnTo>
                    <a:pt x="1586" y="20"/>
                  </a:lnTo>
                  <a:lnTo>
                    <a:pt x="1626" y="12"/>
                  </a:lnTo>
                  <a:lnTo>
                    <a:pt x="1667" y="5"/>
                  </a:lnTo>
                  <a:lnTo>
                    <a:pt x="1710" y="2"/>
                  </a:lnTo>
                  <a:lnTo>
                    <a:pt x="1754" y="0"/>
                  </a:lnTo>
                  <a:close/>
                  <a:moveTo>
                    <a:pt x="239" y="786"/>
                  </a:moveTo>
                  <a:lnTo>
                    <a:pt x="263" y="788"/>
                  </a:lnTo>
                  <a:lnTo>
                    <a:pt x="287" y="794"/>
                  </a:lnTo>
                  <a:lnTo>
                    <a:pt x="309" y="805"/>
                  </a:lnTo>
                  <a:lnTo>
                    <a:pt x="331" y="819"/>
                  </a:lnTo>
                  <a:lnTo>
                    <a:pt x="352" y="836"/>
                  </a:lnTo>
                  <a:lnTo>
                    <a:pt x="372" y="857"/>
                  </a:lnTo>
                  <a:lnTo>
                    <a:pt x="390" y="882"/>
                  </a:lnTo>
                  <a:lnTo>
                    <a:pt x="407" y="909"/>
                  </a:lnTo>
                  <a:lnTo>
                    <a:pt x="423" y="940"/>
                  </a:lnTo>
                  <a:lnTo>
                    <a:pt x="437" y="971"/>
                  </a:lnTo>
                  <a:lnTo>
                    <a:pt x="448" y="1006"/>
                  </a:lnTo>
                  <a:lnTo>
                    <a:pt x="459" y="1043"/>
                  </a:lnTo>
                  <a:lnTo>
                    <a:pt x="467" y="1081"/>
                  </a:lnTo>
                  <a:lnTo>
                    <a:pt x="473" y="1121"/>
                  </a:lnTo>
                  <a:lnTo>
                    <a:pt x="476" y="1163"/>
                  </a:lnTo>
                  <a:lnTo>
                    <a:pt x="478" y="1206"/>
                  </a:lnTo>
                  <a:lnTo>
                    <a:pt x="476" y="1248"/>
                  </a:lnTo>
                  <a:lnTo>
                    <a:pt x="473" y="1290"/>
                  </a:lnTo>
                  <a:lnTo>
                    <a:pt x="467" y="1330"/>
                  </a:lnTo>
                  <a:lnTo>
                    <a:pt x="459" y="1367"/>
                  </a:lnTo>
                  <a:lnTo>
                    <a:pt x="448" y="1405"/>
                  </a:lnTo>
                  <a:lnTo>
                    <a:pt x="437" y="1439"/>
                  </a:lnTo>
                  <a:lnTo>
                    <a:pt x="423" y="1472"/>
                  </a:lnTo>
                  <a:lnTo>
                    <a:pt x="407" y="1501"/>
                  </a:lnTo>
                  <a:lnTo>
                    <a:pt x="390" y="1528"/>
                  </a:lnTo>
                  <a:lnTo>
                    <a:pt x="372" y="1553"/>
                  </a:lnTo>
                  <a:lnTo>
                    <a:pt x="352" y="1574"/>
                  </a:lnTo>
                  <a:lnTo>
                    <a:pt x="331" y="1591"/>
                  </a:lnTo>
                  <a:lnTo>
                    <a:pt x="309" y="1605"/>
                  </a:lnTo>
                  <a:lnTo>
                    <a:pt x="287" y="1616"/>
                  </a:lnTo>
                  <a:lnTo>
                    <a:pt x="263" y="1622"/>
                  </a:lnTo>
                  <a:lnTo>
                    <a:pt x="239" y="1624"/>
                  </a:lnTo>
                  <a:lnTo>
                    <a:pt x="214" y="1622"/>
                  </a:lnTo>
                  <a:lnTo>
                    <a:pt x="191" y="1616"/>
                  </a:lnTo>
                  <a:lnTo>
                    <a:pt x="168" y="1605"/>
                  </a:lnTo>
                  <a:lnTo>
                    <a:pt x="146" y="1591"/>
                  </a:lnTo>
                  <a:lnTo>
                    <a:pt x="125" y="1574"/>
                  </a:lnTo>
                  <a:lnTo>
                    <a:pt x="105" y="1553"/>
                  </a:lnTo>
                  <a:lnTo>
                    <a:pt x="87" y="1528"/>
                  </a:lnTo>
                  <a:lnTo>
                    <a:pt x="70" y="1501"/>
                  </a:lnTo>
                  <a:lnTo>
                    <a:pt x="55" y="1472"/>
                  </a:lnTo>
                  <a:lnTo>
                    <a:pt x="41" y="1439"/>
                  </a:lnTo>
                  <a:lnTo>
                    <a:pt x="29" y="1405"/>
                  </a:lnTo>
                  <a:lnTo>
                    <a:pt x="18" y="1367"/>
                  </a:lnTo>
                  <a:lnTo>
                    <a:pt x="10" y="1330"/>
                  </a:lnTo>
                  <a:lnTo>
                    <a:pt x="4" y="1290"/>
                  </a:lnTo>
                  <a:lnTo>
                    <a:pt x="1" y="1248"/>
                  </a:lnTo>
                  <a:lnTo>
                    <a:pt x="0" y="1206"/>
                  </a:lnTo>
                  <a:lnTo>
                    <a:pt x="1" y="1163"/>
                  </a:lnTo>
                  <a:lnTo>
                    <a:pt x="4" y="1121"/>
                  </a:lnTo>
                  <a:lnTo>
                    <a:pt x="10" y="1081"/>
                  </a:lnTo>
                  <a:lnTo>
                    <a:pt x="18" y="1043"/>
                  </a:lnTo>
                  <a:lnTo>
                    <a:pt x="29" y="1006"/>
                  </a:lnTo>
                  <a:lnTo>
                    <a:pt x="41" y="971"/>
                  </a:lnTo>
                  <a:lnTo>
                    <a:pt x="55" y="940"/>
                  </a:lnTo>
                  <a:lnTo>
                    <a:pt x="70" y="909"/>
                  </a:lnTo>
                  <a:lnTo>
                    <a:pt x="87" y="882"/>
                  </a:lnTo>
                  <a:lnTo>
                    <a:pt x="105" y="857"/>
                  </a:lnTo>
                  <a:lnTo>
                    <a:pt x="125" y="836"/>
                  </a:lnTo>
                  <a:lnTo>
                    <a:pt x="146" y="819"/>
                  </a:lnTo>
                  <a:lnTo>
                    <a:pt x="168" y="805"/>
                  </a:lnTo>
                  <a:lnTo>
                    <a:pt x="191" y="794"/>
                  </a:lnTo>
                  <a:lnTo>
                    <a:pt x="214" y="788"/>
                  </a:lnTo>
                  <a:lnTo>
                    <a:pt x="239" y="786"/>
                  </a:lnTo>
                  <a:close/>
                  <a:moveTo>
                    <a:pt x="1119" y="2495"/>
                  </a:moveTo>
                  <a:lnTo>
                    <a:pt x="1143" y="2498"/>
                  </a:lnTo>
                  <a:lnTo>
                    <a:pt x="1167" y="2504"/>
                  </a:lnTo>
                  <a:lnTo>
                    <a:pt x="1190" y="2514"/>
                  </a:lnTo>
                  <a:lnTo>
                    <a:pt x="1211" y="2528"/>
                  </a:lnTo>
                  <a:lnTo>
                    <a:pt x="1232" y="2546"/>
                  </a:lnTo>
                  <a:lnTo>
                    <a:pt x="1252" y="2567"/>
                  </a:lnTo>
                  <a:lnTo>
                    <a:pt x="1271" y="2592"/>
                  </a:lnTo>
                  <a:lnTo>
                    <a:pt x="1288" y="2618"/>
                  </a:lnTo>
                  <a:lnTo>
                    <a:pt x="1304" y="2648"/>
                  </a:lnTo>
                  <a:lnTo>
                    <a:pt x="1318" y="2681"/>
                  </a:lnTo>
                  <a:lnTo>
                    <a:pt x="1329" y="2715"/>
                  </a:lnTo>
                  <a:lnTo>
                    <a:pt x="1340" y="2752"/>
                  </a:lnTo>
                  <a:lnTo>
                    <a:pt x="1348" y="2790"/>
                  </a:lnTo>
                  <a:lnTo>
                    <a:pt x="1354" y="2830"/>
                  </a:lnTo>
                  <a:lnTo>
                    <a:pt x="1358" y="2872"/>
                  </a:lnTo>
                  <a:lnTo>
                    <a:pt x="1359" y="2914"/>
                  </a:lnTo>
                  <a:lnTo>
                    <a:pt x="1358" y="2956"/>
                  </a:lnTo>
                  <a:lnTo>
                    <a:pt x="1354" y="2998"/>
                  </a:lnTo>
                  <a:lnTo>
                    <a:pt x="1348" y="3038"/>
                  </a:lnTo>
                  <a:lnTo>
                    <a:pt x="1340" y="3077"/>
                  </a:lnTo>
                  <a:lnTo>
                    <a:pt x="1329" y="3113"/>
                  </a:lnTo>
                  <a:lnTo>
                    <a:pt x="1318" y="3147"/>
                  </a:lnTo>
                  <a:lnTo>
                    <a:pt x="1304" y="3180"/>
                  </a:lnTo>
                  <a:lnTo>
                    <a:pt x="1288" y="3209"/>
                  </a:lnTo>
                  <a:lnTo>
                    <a:pt x="1271" y="3238"/>
                  </a:lnTo>
                  <a:lnTo>
                    <a:pt x="1252" y="3261"/>
                  </a:lnTo>
                  <a:lnTo>
                    <a:pt x="1232" y="3282"/>
                  </a:lnTo>
                  <a:lnTo>
                    <a:pt x="1211" y="3301"/>
                  </a:lnTo>
                  <a:lnTo>
                    <a:pt x="1190" y="3315"/>
                  </a:lnTo>
                  <a:lnTo>
                    <a:pt x="1167" y="3325"/>
                  </a:lnTo>
                  <a:lnTo>
                    <a:pt x="1143" y="3331"/>
                  </a:lnTo>
                  <a:lnTo>
                    <a:pt x="1119" y="3334"/>
                  </a:lnTo>
                  <a:lnTo>
                    <a:pt x="1094" y="3331"/>
                  </a:lnTo>
                  <a:lnTo>
                    <a:pt x="1070" y="3325"/>
                  </a:lnTo>
                  <a:lnTo>
                    <a:pt x="1048" y="3315"/>
                  </a:lnTo>
                  <a:lnTo>
                    <a:pt x="1026" y="3301"/>
                  </a:lnTo>
                  <a:lnTo>
                    <a:pt x="1005" y="3282"/>
                  </a:lnTo>
                  <a:lnTo>
                    <a:pt x="985" y="3261"/>
                  </a:lnTo>
                  <a:lnTo>
                    <a:pt x="967" y="3238"/>
                  </a:lnTo>
                  <a:lnTo>
                    <a:pt x="950" y="3209"/>
                  </a:lnTo>
                  <a:lnTo>
                    <a:pt x="935" y="3180"/>
                  </a:lnTo>
                  <a:lnTo>
                    <a:pt x="921" y="3147"/>
                  </a:lnTo>
                  <a:lnTo>
                    <a:pt x="909" y="3113"/>
                  </a:lnTo>
                  <a:lnTo>
                    <a:pt x="898" y="3077"/>
                  </a:lnTo>
                  <a:lnTo>
                    <a:pt x="890" y="3038"/>
                  </a:lnTo>
                  <a:lnTo>
                    <a:pt x="884" y="2998"/>
                  </a:lnTo>
                  <a:lnTo>
                    <a:pt x="881" y="2956"/>
                  </a:lnTo>
                  <a:lnTo>
                    <a:pt x="880" y="2914"/>
                  </a:lnTo>
                  <a:lnTo>
                    <a:pt x="881" y="2872"/>
                  </a:lnTo>
                  <a:lnTo>
                    <a:pt x="884" y="2830"/>
                  </a:lnTo>
                  <a:lnTo>
                    <a:pt x="890" y="2790"/>
                  </a:lnTo>
                  <a:lnTo>
                    <a:pt x="898" y="2752"/>
                  </a:lnTo>
                  <a:lnTo>
                    <a:pt x="909" y="2715"/>
                  </a:lnTo>
                  <a:lnTo>
                    <a:pt x="921" y="2681"/>
                  </a:lnTo>
                  <a:lnTo>
                    <a:pt x="935" y="2648"/>
                  </a:lnTo>
                  <a:lnTo>
                    <a:pt x="950" y="2618"/>
                  </a:lnTo>
                  <a:lnTo>
                    <a:pt x="967" y="2592"/>
                  </a:lnTo>
                  <a:lnTo>
                    <a:pt x="985" y="2567"/>
                  </a:lnTo>
                  <a:lnTo>
                    <a:pt x="1005" y="2546"/>
                  </a:lnTo>
                  <a:lnTo>
                    <a:pt x="1026" y="2528"/>
                  </a:lnTo>
                  <a:lnTo>
                    <a:pt x="1048" y="2514"/>
                  </a:lnTo>
                  <a:lnTo>
                    <a:pt x="1070" y="2504"/>
                  </a:lnTo>
                  <a:lnTo>
                    <a:pt x="1094" y="2498"/>
                  </a:lnTo>
                  <a:lnTo>
                    <a:pt x="1119" y="2495"/>
                  </a:lnTo>
                  <a:close/>
                  <a:moveTo>
                    <a:pt x="2380" y="2651"/>
                  </a:moveTo>
                  <a:lnTo>
                    <a:pt x="2405" y="2654"/>
                  </a:lnTo>
                  <a:lnTo>
                    <a:pt x="2428" y="2660"/>
                  </a:lnTo>
                  <a:lnTo>
                    <a:pt x="2452" y="2670"/>
                  </a:lnTo>
                  <a:lnTo>
                    <a:pt x="2473" y="2684"/>
                  </a:lnTo>
                  <a:lnTo>
                    <a:pt x="2494" y="2703"/>
                  </a:lnTo>
                  <a:lnTo>
                    <a:pt x="2514" y="2724"/>
                  </a:lnTo>
                  <a:lnTo>
                    <a:pt x="2533" y="2747"/>
                  </a:lnTo>
                  <a:lnTo>
                    <a:pt x="2550" y="2774"/>
                  </a:lnTo>
                  <a:lnTo>
                    <a:pt x="2565" y="2805"/>
                  </a:lnTo>
                  <a:lnTo>
                    <a:pt x="2580" y="2838"/>
                  </a:lnTo>
                  <a:lnTo>
                    <a:pt x="2591" y="2872"/>
                  </a:lnTo>
                  <a:lnTo>
                    <a:pt x="2602" y="2908"/>
                  </a:lnTo>
                  <a:lnTo>
                    <a:pt x="2610" y="2947"/>
                  </a:lnTo>
                  <a:lnTo>
                    <a:pt x="2616" y="2987"/>
                  </a:lnTo>
                  <a:lnTo>
                    <a:pt x="2619" y="3029"/>
                  </a:lnTo>
                  <a:lnTo>
                    <a:pt x="2621" y="3071"/>
                  </a:lnTo>
                  <a:lnTo>
                    <a:pt x="2619" y="3113"/>
                  </a:lnTo>
                  <a:lnTo>
                    <a:pt x="2616" y="3155"/>
                  </a:lnTo>
                  <a:lnTo>
                    <a:pt x="2610" y="3195"/>
                  </a:lnTo>
                  <a:lnTo>
                    <a:pt x="2602" y="3233"/>
                  </a:lnTo>
                  <a:lnTo>
                    <a:pt x="2591" y="3270"/>
                  </a:lnTo>
                  <a:lnTo>
                    <a:pt x="2580" y="3304"/>
                  </a:lnTo>
                  <a:lnTo>
                    <a:pt x="2565" y="3337"/>
                  </a:lnTo>
                  <a:lnTo>
                    <a:pt x="2550" y="3367"/>
                  </a:lnTo>
                  <a:lnTo>
                    <a:pt x="2533" y="3393"/>
                  </a:lnTo>
                  <a:lnTo>
                    <a:pt x="2514" y="3418"/>
                  </a:lnTo>
                  <a:lnTo>
                    <a:pt x="2494" y="3439"/>
                  </a:lnTo>
                  <a:lnTo>
                    <a:pt x="2473" y="3457"/>
                  </a:lnTo>
                  <a:lnTo>
                    <a:pt x="2452" y="3471"/>
                  </a:lnTo>
                  <a:lnTo>
                    <a:pt x="2428" y="3481"/>
                  </a:lnTo>
                  <a:lnTo>
                    <a:pt x="2405" y="3487"/>
                  </a:lnTo>
                  <a:lnTo>
                    <a:pt x="2380" y="3490"/>
                  </a:lnTo>
                  <a:lnTo>
                    <a:pt x="2356" y="3487"/>
                  </a:lnTo>
                  <a:lnTo>
                    <a:pt x="2332" y="3481"/>
                  </a:lnTo>
                  <a:lnTo>
                    <a:pt x="2310" y="3471"/>
                  </a:lnTo>
                  <a:lnTo>
                    <a:pt x="2288" y="3457"/>
                  </a:lnTo>
                  <a:lnTo>
                    <a:pt x="2267" y="3439"/>
                  </a:lnTo>
                  <a:lnTo>
                    <a:pt x="2248" y="3418"/>
                  </a:lnTo>
                  <a:lnTo>
                    <a:pt x="2229" y="3393"/>
                  </a:lnTo>
                  <a:lnTo>
                    <a:pt x="2212" y="3367"/>
                  </a:lnTo>
                  <a:lnTo>
                    <a:pt x="2196" y="3337"/>
                  </a:lnTo>
                  <a:lnTo>
                    <a:pt x="2182" y="3304"/>
                  </a:lnTo>
                  <a:lnTo>
                    <a:pt x="2171" y="3270"/>
                  </a:lnTo>
                  <a:lnTo>
                    <a:pt x="2160" y="3233"/>
                  </a:lnTo>
                  <a:lnTo>
                    <a:pt x="2152" y="3195"/>
                  </a:lnTo>
                  <a:lnTo>
                    <a:pt x="2146" y="3155"/>
                  </a:lnTo>
                  <a:lnTo>
                    <a:pt x="2142" y="3113"/>
                  </a:lnTo>
                  <a:lnTo>
                    <a:pt x="2141" y="3071"/>
                  </a:lnTo>
                  <a:lnTo>
                    <a:pt x="2142" y="3029"/>
                  </a:lnTo>
                  <a:lnTo>
                    <a:pt x="2146" y="2987"/>
                  </a:lnTo>
                  <a:lnTo>
                    <a:pt x="2152" y="2947"/>
                  </a:lnTo>
                  <a:lnTo>
                    <a:pt x="2160" y="2908"/>
                  </a:lnTo>
                  <a:lnTo>
                    <a:pt x="2171" y="2872"/>
                  </a:lnTo>
                  <a:lnTo>
                    <a:pt x="2182" y="2838"/>
                  </a:lnTo>
                  <a:lnTo>
                    <a:pt x="2196" y="2805"/>
                  </a:lnTo>
                  <a:lnTo>
                    <a:pt x="2212" y="2774"/>
                  </a:lnTo>
                  <a:lnTo>
                    <a:pt x="2229" y="2747"/>
                  </a:lnTo>
                  <a:lnTo>
                    <a:pt x="2248" y="2724"/>
                  </a:lnTo>
                  <a:lnTo>
                    <a:pt x="2267" y="2703"/>
                  </a:lnTo>
                  <a:lnTo>
                    <a:pt x="2288" y="2684"/>
                  </a:lnTo>
                  <a:lnTo>
                    <a:pt x="2310" y="2670"/>
                  </a:lnTo>
                  <a:lnTo>
                    <a:pt x="2332" y="2660"/>
                  </a:lnTo>
                  <a:lnTo>
                    <a:pt x="2356" y="2654"/>
                  </a:lnTo>
                  <a:lnTo>
                    <a:pt x="2380" y="2651"/>
                  </a:lnTo>
                  <a:close/>
                  <a:moveTo>
                    <a:pt x="2342" y="1355"/>
                  </a:moveTo>
                  <a:lnTo>
                    <a:pt x="2366" y="1357"/>
                  </a:lnTo>
                  <a:lnTo>
                    <a:pt x="2390" y="1363"/>
                  </a:lnTo>
                  <a:lnTo>
                    <a:pt x="2412" y="1373"/>
                  </a:lnTo>
                  <a:lnTo>
                    <a:pt x="2434" y="1387"/>
                  </a:lnTo>
                  <a:lnTo>
                    <a:pt x="2455" y="1405"/>
                  </a:lnTo>
                  <a:lnTo>
                    <a:pt x="2475" y="1426"/>
                  </a:lnTo>
                  <a:lnTo>
                    <a:pt x="2493" y="1451"/>
                  </a:lnTo>
                  <a:lnTo>
                    <a:pt x="2510" y="1478"/>
                  </a:lnTo>
                  <a:lnTo>
                    <a:pt x="2526" y="1507"/>
                  </a:lnTo>
                  <a:lnTo>
                    <a:pt x="2540" y="1540"/>
                  </a:lnTo>
                  <a:lnTo>
                    <a:pt x="2551" y="1574"/>
                  </a:lnTo>
                  <a:lnTo>
                    <a:pt x="2562" y="1611"/>
                  </a:lnTo>
                  <a:lnTo>
                    <a:pt x="2570" y="1649"/>
                  </a:lnTo>
                  <a:lnTo>
                    <a:pt x="2576" y="1689"/>
                  </a:lnTo>
                  <a:lnTo>
                    <a:pt x="2580" y="1731"/>
                  </a:lnTo>
                  <a:lnTo>
                    <a:pt x="2581" y="1773"/>
                  </a:lnTo>
                  <a:lnTo>
                    <a:pt x="2580" y="1815"/>
                  </a:lnTo>
                  <a:lnTo>
                    <a:pt x="2576" y="1858"/>
                  </a:lnTo>
                  <a:lnTo>
                    <a:pt x="2570" y="1897"/>
                  </a:lnTo>
                  <a:lnTo>
                    <a:pt x="2562" y="1936"/>
                  </a:lnTo>
                  <a:lnTo>
                    <a:pt x="2551" y="1972"/>
                  </a:lnTo>
                  <a:lnTo>
                    <a:pt x="2540" y="2008"/>
                  </a:lnTo>
                  <a:lnTo>
                    <a:pt x="2526" y="2039"/>
                  </a:lnTo>
                  <a:lnTo>
                    <a:pt x="2510" y="2070"/>
                  </a:lnTo>
                  <a:lnTo>
                    <a:pt x="2493" y="2097"/>
                  </a:lnTo>
                  <a:lnTo>
                    <a:pt x="2475" y="2121"/>
                  </a:lnTo>
                  <a:lnTo>
                    <a:pt x="2455" y="2142"/>
                  </a:lnTo>
                  <a:lnTo>
                    <a:pt x="2434" y="2160"/>
                  </a:lnTo>
                  <a:lnTo>
                    <a:pt x="2412" y="2174"/>
                  </a:lnTo>
                  <a:lnTo>
                    <a:pt x="2390" y="2185"/>
                  </a:lnTo>
                  <a:lnTo>
                    <a:pt x="2366" y="2191"/>
                  </a:lnTo>
                  <a:lnTo>
                    <a:pt x="2342" y="2193"/>
                  </a:lnTo>
                  <a:lnTo>
                    <a:pt x="2317" y="2191"/>
                  </a:lnTo>
                  <a:lnTo>
                    <a:pt x="2294" y="2185"/>
                  </a:lnTo>
                  <a:lnTo>
                    <a:pt x="2270" y="2174"/>
                  </a:lnTo>
                  <a:lnTo>
                    <a:pt x="2249" y="2160"/>
                  </a:lnTo>
                  <a:lnTo>
                    <a:pt x="2228" y="2142"/>
                  </a:lnTo>
                  <a:lnTo>
                    <a:pt x="2208" y="2121"/>
                  </a:lnTo>
                  <a:lnTo>
                    <a:pt x="2189" y="2097"/>
                  </a:lnTo>
                  <a:lnTo>
                    <a:pt x="2173" y="2070"/>
                  </a:lnTo>
                  <a:lnTo>
                    <a:pt x="2157" y="2039"/>
                  </a:lnTo>
                  <a:lnTo>
                    <a:pt x="2142" y="2008"/>
                  </a:lnTo>
                  <a:lnTo>
                    <a:pt x="2131" y="1972"/>
                  </a:lnTo>
                  <a:lnTo>
                    <a:pt x="2120" y="1936"/>
                  </a:lnTo>
                  <a:lnTo>
                    <a:pt x="2112" y="1897"/>
                  </a:lnTo>
                  <a:lnTo>
                    <a:pt x="2106" y="1858"/>
                  </a:lnTo>
                  <a:lnTo>
                    <a:pt x="2103" y="1815"/>
                  </a:lnTo>
                  <a:lnTo>
                    <a:pt x="2101" y="1773"/>
                  </a:lnTo>
                  <a:lnTo>
                    <a:pt x="2103" y="1731"/>
                  </a:lnTo>
                  <a:lnTo>
                    <a:pt x="2106" y="1689"/>
                  </a:lnTo>
                  <a:lnTo>
                    <a:pt x="2112" y="1649"/>
                  </a:lnTo>
                  <a:lnTo>
                    <a:pt x="2120" y="1611"/>
                  </a:lnTo>
                  <a:lnTo>
                    <a:pt x="2131" y="1574"/>
                  </a:lnTo>
                  <a:lnTo>
                    <a:pt x="2142" y="1540"/>
                  </a:lnTo>
                  <a:lnTo>
                    <a:pt x="2157" y="1507"/>
                  </a:lnTo>
                  <a:lnTo>
                    <a:pt x="2173" y="1478"/>
                  </a:lnTo>
                  <a:lnTo>
                    <a:pt x="2189" y="1451"/>
                  </a:lnTo>
                  <a:lnTo>
                    <a:pt x="2208" y="1426"/>
                  </a:lnTo>
                  <a:lnTo>
                    <a:pt x="2228" y="1405"/>
                  </a:lnTo>
                  <a:lnTo>
                    <a:pt x="2249" y="1387"/>
                  </a:lnTo>
                  <a:lnTo>
                    <a:pt x="2270" y="1373"/>
                  </a:lnTo>
                  <a:lnTo>
                    <a:pt x="2294" y="1363"/>
                  </a:lnTo>
                  <a:lnTo>
                    <a:pt x="2317" y="1357"/>
                  </a:lnTo>
                  <a:lnTo>
                    <a:pt x="2342" y="1355"/>
                  </a:lnTo>
                  <a:close/>
                  <a:moveTo>
                    <a:pt x="3179" y="819"/>
                  </a:moveTo>
                  <a:lnTo>
                    <a:pt x="3204" y="821"/>
                  </a:lnTo>
                  <a:lnTo>
                    <a:pt x="3227" y="827"/>
                  </a:lnTo>
                  <a:lnTo>
                    <a:pt x="3250" y="838"/>
                  </a:lnTo>
                  <a:lnTo>
                    <a:pt x="3272" y="852"/>
                  </a:lnTo>
                  <a:lnTo>
                    <a:pt x="3293" y="869"/>
                  </a:lnTo>
                  <a:lnTo>
                    <a:pt x="3312" y="890"/>
                  </a:lnTo>
                  <a:lnTo>
                    <a:pt x="3331" y="915"/>
                  </a:lnTo>
                  <a:lnTo>
                    <a:pt x="3348" y="942"/>
                  </a:lnTo>
                  <a:lnTo>
                    <a:pt x="3363" y="971"/>
                  </a:lnTo>
                  <a:lnTo>
                    <a:pt x="3377" y="1004"/>
                  </a:lnTo>
                  <a:lnTo>
                    <a:pt x="3389" y="1038"/>
                  </a:lnTo>
                  <a:lnTo>
                    <a:pt x="3400" y="1076"/>
                  </a:lnTo>
                  <a:lnTo>
                    <a:pt x="3408" y="1113"/>
                  </a:lnTo>
                  <a:lnTo>
                    <a:pt x="3414" y="1153"/>
                  </a:lnTo>
                  <a:lnTo>
                    <a:pt x="3417" y="1195"/>
                  </a:lnTo>
                  <a:lnTo>
                    <a:pt x="3418" y="1237"/>
                  </a:lnTo>
                  <a:lnTo>
                    <a:pt x="3417" y="1280"/>
                  </a:lnTo>
                  <a:lnTo>
                    <a:pt x="3414" y="1322"/>
                  </a:lnTo>
                  <a:lnTo>
                    <a:pt x="3408" y="1362"/>
                  </a:lnTo>
                  <a:lnTo>
                    <a:pt x="3400" y="1399"/>
                  </a:lnTo>
                  <a:lnTo>
                    <a:pt x="3389" y="1437"/>
                  </a:lnTo>
                  <a:lnTo>
                    <a:pt x="3377" y="1471"/>
                  </a:lnTo>
                  <a:lnTo>
                    <a:pt x="3363" y="1503"/>
                  </a:lnTo>
                  <a:lnTo>
                    <a:pt x="3348" y="1533"/>
                  </a:lnTo>
                  <a:lnTo>
                    <a:pt x="3331" y="1560"/>
                  </a:lnTo>
                  <a:lnTo>
                    <a:pt x="3312" y="1584"/>
                  </a:lnTo>
                  <a:lnTo>
                    <a:pt x="3293" y="1605"/>
                  </a:lnTo>
                  <a:lnTo>
                    <a:pt x="3272" y="1623"/>
                  </a:lnTo>
                  <a:lnTo>
                    <a:pt x="3250" y="1637"/>
                  </a:lnTo>
                  <a:lnTo>
                    <a:pt x="3227" y="1648"/>
                  </a:lnTo>
                  <a:lnTo>
                    <a:pt x="3204" y="1654"/>
                  </a:lnTo>
                  <a:lnTo>
                    <a:pt x="3179" y="1656"/>
                  </a:lnTo>
                  <a:lnTo>
                    <a:pt x="3155" y="1654"/>
                  </a:lnTo>
                  <a:lnTo>
                    <a:pt x="3131" y="1648"/>
                  </a:lnTo>
                  <a:lnTo>
                    <a:pt x="3108" y="1637"/>
                  </a:lnTo>
                  <a:lnTo>
                    <a:pt x="3087" y="1623"/>
                  </a:lnTo>
                  <a:lnTo>
                    <a:pt x="3066" y="1605"/>
                  </a:lnTo>
                  <a:lnTo>
                    <a:pt x="3046" y="1584"/>
                  </a:lnTo>
                  <a:lnTo>
                    <a:pt x="3027" y="1560"/>
                  </a:lnTo>
                  <a:lnTo>
                    <a:pt x="3011" y="1533"/>
                  </a:lnTo>
                  <a:lnTo>
                    <a:pt x="2994" y="1503"/>
                  </a:lnTo>
                  <a:lnTo>
                    <a:pt x="2980" y="1471"/>
                  </a:lnTo>
                  <a:lnTo>
                    <a:pt x="2968" y="1437"/>
                  </a:lnTo>
                  <a:lnTo>
                    <a:pt x="2958" y="1399"/>
                  </a:lnTo>
                  <a:lnTo>
                    <a:pt x="2950" y="1362"/>
                  </a:lnTo>
                  <a:lnTo>
                    <a:pt x="2944" y="1322"/>
                  </a:lnTo>
                  <a:lnTo>
                    <a:pt x="2940" y="1280"/>
                  </a:lnTo>
                  <a:lnTo>
                    <a:pt x="2939" y="1237"/>
                  </a:lnTo>
                  <a:lnTo>
                    <a:pt x="2940" y="1195"/>
                  </a:lnTo>
                  <a:lnTo>
                    <a:pt x="2944" y="1153"/>
                  </a:lnTo>
                  <a:lnTo>
                    <a:pt x="2950" y="1113"/>
                  </a:lnTo>
                  <a:lnTo>
                    <a:pt x="2958" y="1076"/>
                  </a:lnTo>
                  <a:lnTo>
                    <a:pt x="2968" y="1038"/>
                  </a:lnTo>
                  <a:lnTo>
                    <a:pt x="2980" y="1004"/>
                  </a:lnTo>
                  <a:lnTo>
                    <a:pt x="2994" y="971"/>
                  </a:lnTo>
                  <a:lnTo>
                    <a:pt x="3011" y="942"/>
                  </a:lnTo>
                  <a:lnTo>
                    <a:pt x="3027" y="915"/>
                  </a:lnTo>
                  <a:lnTo>
                    <a:pt x="3046" y="890"/>
                  </a:lnTo>
                  <a:lnTo>
                    <a:pt x="3066" y="869"/>
                  </a:lnTo>
                  <a:lnTo>
                    <a:pt x="3087" y="852"/>
                  </a:lnTo>
                  <a:lnTo>
                    <a:pt x="3108" y="838"/>
                  </a:lnTo>
                  <a:lnTo>
                    <a:pt x="3131" y="827"/>
                  </a:lnTo>
                  <a:lnTo>
                    <a:pt x="3155" y="821"/>
                  </a:lnTo>
                  <a:lnTo>
                    <a:pt x="3179" y="819"/>
                  </a:lnTo>
                  <a:close/>
                  <a:moveTo>
                    <a:pt x="3246" y="2144"/>
                  </a:moveTo>
                  <a:lnTo>
                    <a:pt x="3271" y="2146"/>
                  </a:lnTo>
                  <a:lnTo>
                    <a:pt x="3294" y="2152"/>
                  </a:lnTo>
                  <a:lnTo>
                    <a:pt x="3316" y="2162"/>
                  </a:lnTo>
                  <a:lnTo>
                    <a:pt x="3339" y="2176"/>
                  </a:lnTo>
                  <a:lnTo>
                    <a:pt x="3360" y="2194"/>
                  </a:lnTo>
                  <a:lnTo>
                    <a:pt x="3380" y="2215"/>
                  </a:lnTo>
                  <a:lnTo>
                    <a:pt x="3397" y="2240"/>
                  </a:lnTo>
                  <a:lnTo>
                    <a:pt x="3415" y="2267"/>
                  </a:lnTo>
                  <a:lnTo>
                    <a:pt x="3430" y="2296"/>
                  </a:lnTo>
                  <a:lnTo>
                    <a:pt x="3444" y="2329"/>
                  </a:lnTo>
                  <a:lnTo>
                    <a:pt x="3456" y="2363"/>
                  </a:lnTo>
                  <a:lnTo>
                    <a:pt x="3466" y="2400"/>
                  </a:lnTo>
                  <a:lnTo>
                    <a:pt x="3475" y="2438"/>
                  </a:lnTo>
                  <a:lnTo>
                    <a:pt x="3480" y="2478"/>
                  </a:lnTo>
                  <a:lnTo>
                    <a:pt x="3484" y="2520"/>
                  </a:lnTo>
                  <a:lnTo>
                    <a:pt x="3485" y="2562"/>
                  </a:lnTo>
                  <a:lnTo>
                    <a:pt x="3484" y="2604"/>
                  </a:lnTo>
                  <a:lnTo>
                    <a:pt x="3480" y="2647"/>
                  </a:lnTo>
                  <a:lnTo>
                    <a:pt x="3475" y="2686"/>
                  </a:lnTo>
                  <a:lnTo>
                    <a:pt x="3466" y="2725"/>
                  </a:lnTo>
                  <a:lnTo>
                    <a:pt x="3456" y="2762"/>
                  </a:lnTo>
                  <a:lnTo>
                    <a:pt x="3444" y="2796"/>
                  </a:lnTo>
                  <a:lnTo>
                    <a:pt x="3430" y="2828"/>
                  </a:lnTo>
                  <a:lnTo>
                    <a:pt x="3415" y="2858"/>
                  </a:lnTo>
                  <a:lnTo>
                    <a:pt x="3397" y="2886"/>
                  </a:lnTo>
                  <a:lnTo>
                    <a:pt x="3380" y="2909"/>
                  </a:lnTo>
                  <a:lnTo>
                    <a:pt x="3360" y="2930"/>
                  </a:lnTo>
                  <a:lnTo>
                    <a:pt x="3339" y="2949"/>
                  </a:lnTo>
                  <a:lnTo>
                    <a:pt x="3316" y="2963"/>
                  </a:lnTo>
                  <a:lnTo>
                    <a:pt x="3294" y="2974"/>
                  </a:lnTo>
                  <a:lnTo>
                    <a:pt x="3271" y="2980"/>
                  </a:lnTo>
                  <a:lnTo>
                    <a:pt x="3246" y="2982"/>
                  </a:lnTo>
                  <a:lnTo>
                    <a:pt x="3222" y="2980"/>
                  </a:lnTo>
                  <a:lnTo>
                    <a:pt x="3198" y="2974"/>
                  </a:lnTo>
                  <a:lnTo>
                    <a:pt x="3176" y="2963"/>
                  </a:lnTo>
                  <a:lnTo>
                    <a:pt x="3154" y="2949"/>
                  </a:lnTo>
                  <a:lnTo>
                    <a:pt x="3133" y="2930"/>
                  </a:lnTo>
                  <a:lnTo>
                    <a:pt x="3113" y="2909"/>
                  </a:lnTo>
                  <a:lnTo>
                    <a:pt x="3095" y="2886"/>
                  </a:lnTo>
                  <a:lnTo>
                    <a:pt x="3077" y="2858"/>
                  </a:lnTo>
                  <a:lnTo>
                    <a:pt x="3062" y="2828"/>
                  </a:lnTo>
                  <a:lnTo>
                    <a:pt x="3048" y="2796"/>
                  </a:lnTo>
                  <a:lnTo>
                    <a:pt x="3036" y="2762"/>
                  </a:lnTo>
                  <a:lnTo>
                    <a:pt x="3026" y="2725"/>
                  </a:lnTo>
                  <a:lnTo>
                    <a:pt x="3018" y="2686"/>
                  </a:lnTo>
                  <a:lnTo>
                    <a:pt x="3012" y="2647"/>
                  </a:lnTo>
                  <a:lnTo>
                    <a:pt x="3008" y="2604"/>
                  </a:lnTo>
                  <a:lnTo>
                    <a:pt x="3007" y="2562"/>
                  </a:lnTo>
                  <a:lnTo>
                    <a:pt x="3008" y="2520"/>
                  </a:lnTo>
                  <a:lnTo>
                    <a:pt x="3012" y="2478"/>
                  </a:lnTo>
                  <a:lnTo>
                    <a:pt x="3018" y="2438"/>
                  </a:lnTo>
                  <a:lnTo>
                    <a:pt x="3026" y="2400"/>
                  </a:lnTo>
                  <a:lnTo>
                    <a:pt x="3036" y="2363"/>
                  </a:lnTo>
                  <a:lnTo>
                    <a:pt x="3048" y="2329"/>
                  </a:lnTo>
                  <a:lnTo>
                    <a:pt x="3062" y="2296"/>
                  </a:lnTo>
                  <a:lnTo>
                    <a:pt x="3077" y="2267"/>
                  </a:lnTo>
                  <a:lnTo>
                    <a:pt x="3095" y="2240"/>
                  </a:lnTo>
                  <a:lnTo>
                    <a:pt x="3113" y="2215"/>
                  </a:lnTo>
                  <a:lnTo>
                    <a:pt x="3133" y="2194"/>
                  </a:lnTo>
                  <a:lnTo>
                    <a:pt x="3154" y="2176"/>
                  </a:lnTo>
                  <a:lnTo>
                    <a:pt x="3176" y="2162"/>
                  </a:lnTo>
                  <a:lnTo>
                    <a:pt x="3198" y="2152"/>
                  </a:lnTo>
                  <a:lnTo>
                    <a:pt x="3222" y="2146"/>
                  </a:lnTo>
                  <a:lnTo>
                    <a:pt x="3246" y="214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5202" name="Freeform 48"/>
            <p:cNvSpPr>
              <a:spLocks/>
            </p:cNvSpPr>
            <p:nvPr/>
          </p:nvSpPr>
          <p:spPr bwMode="auto">
            <a:xfrm>
              <a:off x="1267" y="1588"/>
              <a:ext cx="87" cy="52"/>
            </a:xfrm>
            <a:custGeom>
              <a:avLst/>
              <a:gdLst>
                <a:gd name="T0" fmla="*/ 3 w 437"/>
                <a:gd name="T1" fmla="*/ 2 h 260"/>
                <a:gd name="T2" fmla="*/ 3 w 437"/>
                <a:gd name="T3" fmla="*/ 2 h 260"/>
                <a:gd name="T4" fmla="*/ 3 w 437"/>
                <a:gd name="T5" fmla="*/ 2 h 260"/>
                <a:gd name="T6" fmla="*/ 3 w 437"/>
                <a:gd name="T7" fmla="*/ 2 h 260"/>
                <a:gd name="T8" fmla="*/ 3 w 437"/>
                <a:gd name="T9" fmla="*/ 1 h 260"/>
                <a:gd name="T10" fmla="*/ 3 w 437"/>
                <a:gd name="T11" fmla="*/ 1 h 260"/>
                <a:gd name="T12" fmla="*/ 3 w 437"/>
                <a:gd name="T13" fmla="*/ 1 h 260"/>
                <a:gd name="T14" fmla="*/ 3 w 437"/>
                <a:gd name="T15" fmla="*/ 1 h 260"/>
                <a:gd name="T16" fmla="*/ 3 w 437"/>
                <a:gd name="T17" fmla="*/ 1 h 260"/>
                <a:gd name="T18" fmla="*/ 2 w 437"/>
                <a:gd name="T19" fmla="*/ 1 h 260"/>
                <a:gd name="T20" fmla="*/ 2 w 437"/>
                <a:gd name="T21" fmla="*/ 0 h 260"/>
                <a:gd name="T22" fmla="*/ 2 w 437"/>
                <a:gd name="T23" fmla="*/ 0 h 260"/>
                <a:gd name="T24" fmla="*/ 2 w 437"/>
                <a:gd name="T25" fmla="*/ 0 h 260"/>
                <a:gd name="T26" fmla="*/ 1 w 437"/>
                <a:gd name="T27" fmla="*/ 0 h 260"/>
                <a:gd name="T28" fmla="*/ 1 w 437"/>
                <a:gd name="T29" fmla="*/ 0 h 260"/>
                <a:gd name="T30" fmla="*/ 1 w 437"/>
                <a:gd name="T31" fmla="*/ 0 h 260"/>
                <a:gd name="T32" fmla="*/ 0 w 437"/>
                <a:gd name="T33" fmla="*/ 0 h 260"/>
                <a:gd name="T34" fmla="*/ 0 w 437"/>
                <a:gd name="T35" fmla="*/ 0 h 260"/>
                <a:gd name="T36" fmla="*/ 0 w 437"/>
                <a:gd name="T37" fmla="*/ 0 h 260"/>
                <a:gd name="T38" fmla="*/ 0 w 437"/>
                <a:gd name="T39" fmla="*/ 0 h 260"/>
                <a:gd name="T40" fmla="*/ 1 w 437"/>
                <a:gd name="T41" fmla="*/ 0 h 260"/>
                <a:gd name="T42" fmla="*/ 1 w 437"/>
                <a:gd name="T43" fmla="*/ 0 h 260"/>
                <a:gd name="T44" fmla="*/ 1 w 437"/>
                <a:gd name="T45" fmla="*/ 0 h 260"/>
                <a:gd name="T46" fmla="*/ 2 w 437"/>
                <a:gd name="T47" fmla="*/ 0 h 260"/>
                <a:gd name="T48" fmla="*/ 2 w 437"/>
                <a:gd name="T49" fmla="*/ 0 h 260"/>
                <a:gd name="T50" fmla="*/ 2 w 437"/>
                <a:gd name="T51" fmla="*/ 1 h 260"/>
                <a:gd name="T52" fmla="*/ 2 w 437"/>
                <a:gd name="T53" fmla="*/ 1 h 260"/>
                <a:gd name="T54" fmla="*/ 3 w 437"/>
                <a:gd name="T55" fmla="*/ 1 h 260"/>
                <a:gd name="T56" fmla="*/ 3 w 437"/>
                <a:gd name="T57" fmla="*/ 1 h 260"/>
                <a:gd name="T58" fmla="*/ 3 w 437"/>
                <a:gd name="T59" fmla="*/ 1 h 260"/>
                <a:gd name="T60" fmla="*/ 3 w 437"/>
                <a:gd name="T61" fmla="*/ 1 h 260"/>
                <a:gd name="T62" fmla="*/ 3 w 437"/>
                <a:gd name="T63" fmla="*/ 1 h 260"/>
                <a:gd name="T64" fmla="*/ 3 w 437"/>
                <a:gd name="T65" fmla="*/ 2 h 260"/>
                <a:gd name="T66" fmla="*/ 3 w 437"/>
                <a:gd name="T67" fmla="*/ 2 h 260"/>
                <a:gd name="T68" fmla="*/ 3 w 437"/>
                <a:gd name="T69" fmla="*/ 2 h 260"/>
                <a:gd name="T70" fmla="*/ 3 w 437"/>
                <a:gd name="T71" fmla="*/ 2 h 260"/>
                <a:gd name="T72" fmla="*/ 3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437" y="260"/>
                  </a:moveTo>
                  <a:lnTo>
                    <a:pt x="437" y="260"/>
                  </a:lnTo>
                  <a:lnTo>
                    <a:pt x="434" y="233"/>
                  </a:lnTo>
                  <a:lnTo>
                    <a:pt x="427" y="206"/>
                  </a:lnTo>
                  <a:lnTo>
                    <a:pt x="417" y="181"/>
                  </a:lnTo>
                  <a:lnTo>
                    <a:pt x="401" y="157"/>
                  </a:lnTo>
                  <a:lnTo>
                    <a:pt x="383" y="133"/>
                  </a:lnTo>
                  <a:lnTo>
                    <a:pt x="360" y="113"/>
                  </a:lnTo>
                  <a:lnTo>
                    <a:pt x="336" y="93"/>
                  </a:lnTo>
                  <a:lnTo>
                    <a:pt x="308" y="73"/>
                  </a:lnTo>
                  <a:lnTo>
                    <a:pt x="276" y="58"/>
                  </a:lnTo>
                  <a:lnTo>
                    <a:pt x="242" y="43"/>
                  </a:lnTo>
                  <a:lnTo>
                    <a:pt x="207" y="30"/>
                  </a:lnTo>
                  <a:lnTo>
                    <a:pt x="168" y="19"/>
                  </a:lnTo>
                  <a:lnTo>
                    <a:pt x="128" y="11"/>
                  </a:lnTo>
                  <a:lnTo>
                    <a:pt x="87" y="4"/>
                  </a:lnTo>
                  <a:lnTo>
                    <a:pt x="43" y="1"/>
                  </a:lnTo>
                  <a:lnTo>
                    <a:pt x="0" y="0"/>
                  </a:lnTo>
                  <a:lnTo>
                    <a:pt x="0" y="11"/>
                  </a:lnTo>
                  <a:lnTo>
                    <a:pt x="43" y="12"/>
                  </a:lnTo>
                  <a:lnTo>
                    <a:pt x="85" y="16"/>
                  </a:lnTo>
                  <a:lnTo>
                    <a:pt x="126" y="23"/>
                  </a:lnTo>
                  <a:lnTo>
                    <a:pt x="166" y="31"/>
                  </a:lnTo>
                  <a:lnTo>
                    <a:pt x="202" y="42"/>
                  </a:lnTo>
                  <a:lnTo>
                    <a:pt x="237" y="55"/>
                  </a:lnTo>
                  <a:lnTo>
                    <a:pt x="271" y="70"/>
                  </a:lnTo>
                  <a:lnTo>
                    <a:pt x="301" y="85"/>
                  </a:lnTo>
                  <a:lnTo>
                    <a:pt x="329" y="103"/>
                  </a:lnTo>
                  <a:lnTo>
                    <a:pt x="353" y="123"/>
                  </a:lnTo>
                  <a:lnTo>
                    <a:pt x="373" y="143"/>
                  </a:lnTo>
                  <a:lnTo>
                    <a:pt x="392" y="164"/>
                  </a:lnTo>
                  <a:lnTo>
                    <a:pt x="405" y="186"/>
                  </a:lnTo>
                  <a:lnTo>
                    <a:pt x="415" y="211"/>
                  </a:lnTo>
                  <a:lnTo>
                    <a:pt x="422" y="235"/>
                  </a:lnTo>
                  <a:lnTo>
                    <a:pt x="425" y="260"/>
                  </a:lnTo>
                  <a:lnTo>
                    <a:pt x="437"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5203" name="Freeform 49"/>
            <p:cNvSpPr>
              <a:spLocks/>
            </p:cNvSpPr>
            <p:nvPr/>
          </p:nvSpPr>
          <p:spPr bwMode="auto">
            <a:xfrm>
              <a:off x="1267" y="1640"/>
              <a:ext cx="87" cy="52"/>
            </a:xfrm>
            <a:custGeom>
              <a:avLst/>
              <a:gdLst>
                <a:gd name="T0" fmla="*/ 0 w 437"/>
                <a:gd name="T1" fmla="*/ 2 h 260"/>
                <a:gd name="T2" fmla="*/ 0 w 437"/>
                <a:gd name="T3" fmla="*/ 2 h 260"/>
                <a:gd name="T4" fmla="*/ 0 w 437"/>
                <a:gd name="T5" fmla="*/ 2 h 260"/>
                <a:gd name="T6" fmla="*/ 1 w 437"/>
                <a:gd name="T7" fmla="*/ 2 h 260"/>
                <a:gd name="T8" fmla="*/ 1 w 437"/>
                <a:gd name="T9" fmla="*/ 2 h 260"/>
                <a:gd name="T10" fmla="*/ 1 w 437"/>
                <a:gd name="T11" fmla="*/ 2 h 260"/>
                <a:gd name="T12" fmla="*/ 2 w 437"/>
                <a:gd name="T13" fmla="*/ 2 h 260"/>
                <a:gd name="T14" fmla="*/ 2 w 437"/>
                <a:gd name="T15" fmla="*/ 2 h 260"/>
                <a:gd name="T16" fmla="*/ 2 w 437"/>
                <a:gd name="T17" fmla="*/ 2 h 260"/>
                <a:gd name="T18" fmla="*/ 2 w 437"/>
                <a:gd name="T19" fmla="*/ 1 h 260"/>
                <a:gd name="T20" fmla="*/ 3 w 437"/>
                <a:gd name="T21" fmla="*/ 1 h 260"/>
                <a:gd name="T22" fmla="*/ 3 w 437"/>
                <a:gd name="T23" fmla="*/ 1 h 260"/>
                <a:gd name="T24" fmla="*/ 3 w 437"/>
                <a:gd name="T25" fmla="*/ 1 h 260"/>
                <a:gd name="T26" fmla="*/ 3 w 437"/>
                <a:gd name="T27" fmla="*/ 1 h 260"/>
                <a:gd name="T28" fmla="*/ 3 w 437"/>
                <a:gd name="T29" fmla="*/ 1 h 260"/>
                <a:gd name="T30" fmla="*/ 3 w 437"/>
                <a:gd name="T31" fmla="*/ 0 h 260"/>
                <a:gd name="T32" fmla="*/ 3 w 437"/>
                <a:gd name="T33" fmla="*/ 0 h 260"/>
                <a:gd name="T34" fmla="*/ 3 w 437"/>
                <a:gd name="T35" fmla="*/ 0 h 260"/>
                <a:gd name="T36" fmla="*/ 3 w 437"/>
                <a:gd name="T37" fmla="*/ 0 h 260"/>
                <a:gd name="T38" fmla="*/ 3 w 437"/>
                <a:gd name="T39" fmla="*/ 0 h 260"/>
                <a:gd name="T40" fmla="*/ 3 w 437"/>
                <a:gd name="T41" fmla="*/ 0 h 260"/>
                <a:gd name="T42" fmla="*/ 3 w 437"/>
                <a:gd name="T43" fmla="*/ 1 h 260"/>
                <a:gd name="T44" fmla="*/ 3 w 437"/>
                <a:gd name="T45" fmla="*/ 1 h 260"/>
                <a:gd name="T46" fmla="*/ 3 w 437"/>
                <a:gd name="T47" fmla="*/ 1 h 260"/>
                <a:gd name="T48" fmla="*/ 3 w 437"/>
                <a:gd name="T49" fmla="*/ 1 h 260"/>
                <a:gd name="T50" fmla="*/ 3 w 437"/>
                <a:gd name="T51" fmla="*/ 1 h 260"/>
                <a:gd name="T52" fmla="*/ 2 w 437"/>
                <a:gd name="T53" fmla="*/ 1 h 260"/>
                <a:gd name="T54" fmla="*/ 2 w 437"/>
                <a:gd name="T55" fmla="*/ 2 h 260"/>
                <a:gd name="T56" fmla="*/ 2 w 437"/>
                <a:gd name="T57" fmla="*/ 2 h 260"/>
                <a:gd name="T58" fmla="*/ 2 w 437"/>
                <a:gd name="T59" fmla="*/ 2 h 260"/>
                <a:gd name="T60" fmla="*/ 1 w 437"/>
                <a:gd name="T61" fmla="*/ 2 h 260"/>
                <a:gd name="T62" fmla="*/ 1 w 437"/>
                <a:gd name="T63" fmla="*/ 2 h 260"/>
                <a:gd name="T64" fmla="*/ 1 w 437"/>
                <a:gd name="T65" fmla="*/ 2 h 260"/>
                <a:gd name="T66" fmla="*/ 0 w 437"/>
                <a:gd name="T67" fmla="*/ 2 h 260"/>
                <a:gd name="T68" fmla="*/ 0 w 437"/>
                <a:gd name="T69" fmla="*/ 2 h 260"/>
                <a:gd name="T70" fmla="*/ 0 w 437"/>
                <a:gd name="T71" fmla="*/ 2 h 260"/>
                <a:gd name="T72" fmla="*/ 0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0" y="260"/>
                  </a:moveTo>
                  <a:lnTo>
                    <a:pt x="0" y="260"/>
                  </a:lnTo>
                  <a:lnTo>
                    <a:pt x="43" y="259"/>
                  </a:lnTo>
                  <a:lnTo>
                    <a:pt x="87" y="255"/>
                  </a:lnTo>
                  <a:lnTo>
                    <a:pt x="128" y="248"/>
                  </a:lnTo>
                  <a:lnTo>
                    <a:pt x="168" y="240"/>
                  </a:lnTo>
                  <a:lnTo>
                    <a:pt x="207" y="230"/>
                  </a:lnTo>
                  <a:lnTo>
                    <a:pt x="242" y="217"/>
                  </a:lnTo>
                  <a:lnTo>
                    <a:pt x="276" y="202"/>
                  </a:lnTo>
                  <a:lnTo>
                    <a:pt x="308" y="185"/>
                  </a:lnTo>
                  <a:lnTo>
                    <a:pt x="336" y="166"/>
                  </a:lnTo>
                  <a:lnTo>
                    <a:pt x="360" y="146"/>
                  </a:lnTo>
                  <a:lnTo>
                    <a:pt x="383" y="125"/>
                  </a:lnTo>
                  <a:lnTo>
                    <a:pt x="401" y="102"/>
                  </a:lnTo>
                  <a:lnTo>
                    <a:pt x="417" y="77"/>
                  </a:lnTo>
                  <a:lnTo>
                    <a:pt x="427" y="53"/>
                  </a:lnTo>
                  <a:lnTo>
                    <a:pt x="434" y="27"/>
                  </a:lnTo>
                  <a:lnTo>
                    <a:pt x="437" y="0"/>
                  </a:lnTo>
                  <a:lnTo>
                    <a:pt x="425" y="0"/>
                  </a:lnTo>
                  <a:lnTo>
                    <a:pt x="422" y="24"/>
                  </a:lnTo>
                  <a:lnTo>
                    <a:pt x="415" y="48"/>
                  </a:lnTo>
                  <a:lnTo>
                    <a:pt x="405" y="73"/>
                  </a:lnTo>
                  <a:lnTo>
                    <a:pt x="392" y="95"/>
                  </a:lnTo>
                  <a:lnTo>
                    <a:pt x="373" y="116"/>
                  </a:lnTo>
                  <a:lnTo>
                    <a:pt x="353" y="137"/>
                  </a:lnTo>
                  <a:lnTo>
                    <a:pt x="329" y="157"/>
                  </a:lnTo>
                  <a:lnTo>
                    <a:pt x="301" y="173"/>
                  </a:lnTo>
                  <a:lnTo>
                    <a:pt x="271" y="190"/>
                  </a:lnTo>
                  <a:lnTo>
                    <a:pt x="237" y="205"/>
                  </a:lnTo>
                  <a:lnTo>
                    <a:pt x="202" y="218"/>
                  </a:lnTo>
                  <a:lnTo>
                    <a:pt x="166" y="228"/>
                  </a:lnTo>
                  <a:lnTo>
                    <a:pt x="126" y="237"/>
                  </a:lnTo>
                  <a:lnTo>
                    <a:pt x="85" y="244"/>
                  </a:lnTo>
                  <a:lnTo>
                    <a:pt x="43" y="247"/>
                  </a:lnTo>
                  <a:lnTo>
                    <a:pt x="0" y="248"/>
                  </a:lnTo>
                  <a:lnTo>
                    <a:pt x="0"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5204" name="Freeform 50"/>
            <p:cNvSpPr>
              <a:spLocks/>
            </p:cNvSpPr>
            <p:nvPr/>
          </p:nvSpPr>
          <p:spPr bwMode="auto">
            <a:xfrm>
              <a:off x="1179" y="1640"/>
              <a:ext cx="88" cy="52"/>
            </a:xfrm>
            <a:custGeom>
              <a:avLst/>
              <a:gdLst>
                <a:gd name="T0" fmla="*/ 0 w 439"/>
                <a:gd name="T1" fmla="*/ 0 h 260"/>
                <a:gd name="T2" fmla="*/ 0 w 439"/>
                <a:gd name="T3" fmla="*/ 0 h 260"/>
                <a:gd name="T4" fmla="*/ 0 w 439"/>
                <a:gd name="T5" fmla="*/ 0 h 260"/>
                <a:gd name="T6" fmla="*/ 0 w 439"/>
                <a:gd name="T7" fmla="*/ 0 h 260"/>
                <a:gd name="T8" fmla="*/ 0 w 439"/>
                <a:gd name="T9" fmla="*/ 1 h 260"/>
                <a:gd name="T10" fmla="*/ 0 w 439"/>
                <a:gd name="T11" fmla="*/ 1 h 260"/>
                <a:gd name="T12" fmla="*/ 0 w 439"/>
                <a:gd name="T13" fmla="*/ 1 h 260"/>
                <a:gd name="T14" fmla="*/ 1 w 439"/>
                <a:gd name="T15" fmla="*/ 1 h 260"/>
                <a:gd name="T16" fmla="*/ 1 w 439"/>
                <a:gd name="T17" fmla="*/ 1 h 260"/>
                <a:gd name="T18" fmla="*/ 1 w 439"/>
                <a:gd name="T19" fmla="*/ 1 h 260"/>
                <a:gd name="T20" fmla="*/ 1 w 439"/>
                <a:gd name="T21" fmla="*/ 2 h 260"/>
                <a:gd name="T22" fmla="*/ 2 w 439"/>
                <a:gd name="T23" fmla="*/ 2 h 260"/>
                <a:gd name="T24" fmla="*/ 2 w 439"/>
                <a:gd name="T25" fmla="*/ 2 h 260"/>
                <a:gd name="T26" fmla="*/ 2 w 439"/>
                <a:gd name="T27" fmla="*/ 2 h 260"/>
                <a:gd name="T28" fmla="*/ 2 w 439"/>
                <a:gd name="T29" fmla="*/ 2 h 260"/>
                <a:gd name="T30" fmla="*/ 3 w 439"/>
                <a:gd name="T31" fmla="*/ 2 h 260"/>
                <a:gd name="T32" fmla="*/ 3 w 439"/>
                <a:gd name="T33" fmla="*/ 2 h 260"/>
                <a:gd name="T34" fmla="*/ 4 w 439"/>
                <a:gd name="T35" fmla="*/ 2 h 260"/>
                <a:gd name="T36" fmla="*/ 4 w 439"/>
                <a:gd name="T37" fmla="*/ 2 h 260"/>
                <a:gd name="T38" fmla="*/ 3 w 439"/>
                <a:gd name="T39" fmla="*/ 2 h 260"/>
                <a:gd name="T40" fmla="*/ 3 w 439"/>
                <a:gd name="T41" fmla="*/ 2 h 260"/>
                <a:gd name="T42" fmla="*/ 3 w 439"/>
                <a:gd name="T43" fmla="*/ 2 h 260"/>
                <a:gd name="T44" fmla="*/ 2 w 439"/>
                <a:gd name="T45" fmla="*/ 2 h 260"/>
                <a:gd name="T46" fmla="*/ 2 w 439"/>
                <a:gd name="T47" fmla="*/ 2 h 260"/>
                <a:gd name="T48" fmla="*/ 2 w 439"/>
                <a:gd name="T49" fmla="*/ 2 h 260"/>
                <a:gd name="T50" fmla="*/ 1 w 439"/>
                <a:gd name="T51" fmla="*/ 2 h 260"/>
                <a:gd name="T52" fmla="*/ 1 w 439"/>
                <a:gd name="T53" fmla="*/ 1 h 260"/>
                <a:gd name="T54" fmla="*/ 1 w 439"/>
                <a:gd name="T55" fmla="*/ 1 h 260"/>
                <a:gd name="T56" fmla="*/ 1 w 439"/>
                <a:gd name="T57" fmla="*/ 1 h 260"/>
                <a:gd name="T58" fmla="*/ 1 w 439"/>
                <a:gd name="T59" fmla="*/ 1 h 260"/>
                <a:gd name="T60" fmla="*/ 0 w 439"/>
                <a:gd name="T61" fmla="*/ 1 h 260"/>
                <a:gd name="T62" fmla="*/ 0 w 439"/>
                <a:gd name="T63" fmla="*/ 1 h 260"/>
                <a:gd name="T64" fmla="*/ 0 w 439"/>
                <a:gd name="T65" fmla="*/ 0 h 260"/>
                <a:gd name="T66" fmla="*/ 0 w 439"/>
                <a:gd name="T67" fmla="*/ 0 h 260"/>
                <a:gd name="T68" fmla="*/ 0 w 439"/>
                <a:gd name="T69" fmla="*/ 0 h 260"/>
                <a:gd name="T70" fmla="*/ 0 w 439"/>
                <a:gd name="T71" fmla="*/ 0 h 260"/>
                <a:gd name="T72" fmla="*/ 0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0" y="0"/>
                  </a:moveTo>
                  <a:lnTo>
                    <a:pt x="0" y="0"/>
                  </a:lnTo>
                  <a:lnTo>
                    <a:pt x="3" y="27"/>
                  </a:lnTo>
                  <a:lnTo>
                    <a:pt x="10" y="53"/>
                  </a:lnTo>
                  <a:lnTo>
                    <a:pt x="20" y="77"/>
                  </a:lnTo>
                  <a:lnTo>
                    <a:pt x="35" y="102"/>
                  </a:lnTo>
                  <a:lnTo>
                    <a:pt x="54" y="125"/>
                  </a:lnTo>
                  <a:lnTo>
                    <a:pt x="76" y="146"/>
                  </a:lnTo>
                  <a:lnTo>
                    <a:pt x="102" y="166"/>
                  </a:lnTo>
                  <a:lnTo>
                    <a:pt x="130" y="185"/>
                  </a:lnTo>
                  <a:lnTo>
                    <a:pt x="162" y="202"/>
                  </a:lnTo>
                  <a:lnTo>
                    <a:pt x="195" y="217"/>
                  </a:lnTo>
                  <a:lnTo>
                    <a:pt x="231" y="230"/>
                  </a:lnTo>
                  <a:lnTo>
                    <a:pt x="270" y="240"/>
                  </a:lnTo>
                  <a:lnTo>
                    <a:pt x="310" y="248"/>
                  </a:lnTo>
                  <a:lnTo>
                    <a:pt x="351" y="255"/>
                  </a:lnTo>
                  <a:lnTo>
                    <a:pt x="395" y="259"/>
                  </a:lnTo>
                  <a:lnTo>
                    <a:pt x="439" y="260"/>
                  </a:lnTo>
                  <a:lnTo>
                    <a:pt x="439" y="248"/>
                  </a:lnTo>
                  <a:lnTo>
                    <a:pt x="395" y="247"/>
                  </a:lnTo>
                  <a:lnTo>
                    <a:pt x="353" y="244"/>
                  </a:lnTo>
                  <a:lnTo>
                    <a:pt x="312" y="237"/>
                  </a:lnTo>
                  <a:lnTo>
                    <a:pt x="272" y="228"/>
                  </a:lnTo>
                  <a:lnTo>
                    <a:pt x="236" y="218"/>
                  </a:lnTo>
                  <a:lnTo>
                    <a:pt x="200" y="205"/>
                  </a:lnTo>
                  <a:lnTo>
                    <a:pt x="167" y="190"/>
                  </a:lnTo>
                  <a:lnTo>
                    <a:pt x="137" y="173"/>
                  </a:lnTo>
                  <a:lnTo>
                    <a:pt x="109" y="157"/>
                  </a:lnTo>
                  <a:lnTo>
                    <a:pt x="84" y="137"/>
                  </a:lnTo>
                  <a:lnTo>
                    <a:pt x="64" y="116"/>
                  </a:lnTo>
                  <a:lnTo>
                    <a:pt x="45" y="95"/>
                  </a:lnTo>
                  <a:lnTo>
                    <a:pt x="32" y="73"/>
                  </a:lnTo>
                  <a:lnTo>
                    <a:pt x="21" y="48"/>
                  </a:lnTo>
                  <a:lnTo>
                    <a:pt x="14" y="24"/>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5205" name="Freeform 51"/>
            <p:cNvSpPr>
              <a:spLocks/>
            </p:cNvSpPr>
            <p:nvPr/>
          </p:nvSpPr>
          <p:spPr bwMode="auto">
            <a:xfrm>
              <a:off x="1179" y="1588"/>
              <a:ext cx="88" cy="52"/>
            </a:xfrm>
            <a:custGeom>
              <a:avLst/>
              <a:gdLst>
                <a:gd name="T0" fmla="*/ 4 w 439"/>
                <a:gd name="T1" fmla="*/ 0 h 260"/>
                <a:gd name="T2" fmla="*/ 4 w 439"/>
                <a:gd name="T3" fmla="*/ 0 h 260"/>
                <a:gd name="T4" fmla="*/ 3 w 439"/>
                <a:gd name="T5" fmla="*/ 0 h 260"/>
                <a:gd name="T6" fmla="*/ 3 w 439"/>
                <a:gd name="T7" fmla="*/ 0 h 260"/>
                <a:gd name="T8" fmla="*/ 2 w 439"/>
                <a:gd name="T9" fmla="*/ 0 h 260"/>
                <a:gd name="T10" fmla="*/ 2 w 439"/>
                <a:gd name="T11" fmla="*/ 0 h 260"/>
                <a:gd name="T12" fmla="*/ 2 w 439"/>
                <a:gd name="T13" fmla="*/ 0 h 260"/>
                <a:gd name="T14" fmla="*/ 2 w 439"/>
                <a:gd name="T15" fmla="*/ 0 h 260"/>
                <a:gd name="T16" fmla="*/ 1 w 439"/>
                <a:gd name="T17" fmla="*/ 0 h 260"/>
                <a:gd name="T18" fmla="*/ 1 w 439"/>
                <a:gd name="T19" fmla="*/ 1 h 260"/>
                <a:gd name="T20" fmla="*/ 1 w 439"/>
                <a:gd name="T21" fmla="*/ 1 h 260"/>
                <a:gd name="T22" fmla="*/ 1 w 439"/>
                <a:gd name="T23" fmla="*/ 1 h 260"/>
                <a:gd name="T24" fmla="*/ 0 w 439"/>
                <a:gd name="T25" fmla="*/ 1 h 260"/>
                <a:gd name="T26" fmla="*/ 0 w 439"/>
                <a:gd name="T27" fmla="*/ 1 h 260"/>
                <a:gd name="T28" fmla="*/ 0 w 439"/>
                <a:gd name="T29" fmla="*/ 1 h 260"/>
                <a:gd name="T30" fmla="*/ 0 w 439"/>
                <a:gd name="T31" fmla="*/ 2 h 260"/>
                <a:gd name="T32" fmla="*/ 0 w 439"/>
                <a:gd name="T33" fmla="*/ 2 h 260"/>
                <a:gd name="T34" fmla="*/ 0 w 439"/>
                <a:gd name="T35" fmla="*/ 2 h 260"/>
                <a:gd name="T36" fmla="*/ 0 w 439"/>
                <a:gd name="T37" fmla="*/ 2 h 260"/>
                <a:gd name="T38" fmla="*/ 0 w 439"/>
                <a:gd name="T39" fmla="*/ 2 h 260"/>
                <a:gd name="T40" fmla="*/ 0 w 439"/>
                <a:gd name="T41" fmla="*/ 2 h 260"/>
                <a:gd name="T42" fmla="*/ 0 w 439"/>
                <a:gd name="T43" fmla="*/ 1 h 260"/>
                <a:gd name="T44" fmla="*/ 0 w 439"/>
                <a:gd name="T45" fmla="*/ 1 h 260"/>
                <a:gd name="T46" fmla="*/ 1 w 439"/>
                <a:gd name="T47" fmla="*/ 1 h 260"/>
                <a:gd name="T48" fmla="*/ 1 w 439"/>
                <a:gd name="T49" fmla="*/ 1 h 260"/>
                <a:gd name="T50" fmla="*/ 1 w 439"/>
                <a:gd name="T51" fmla="*/ 1 h 260"/>
                <a:gd name="T52" fmla="*/ 1 w 439"/>
                <a:gd name="T53" fmla="*/ 1 h 260"/>
                <a:gd name="T54" fmla="*/ 1 w 439"/>
                <a:gd name="T55" fmla="*/ 1 h 260"/>
                <a:gd name="T56" fmla="*/ 2 w 439"/>
                <a:gd name="T57" fmla="*/ 0 h 260"/>
                <a:gd name="T58" fmla="*/ 2 w 439"/>
                <a:gd name="T59" fmla="*/ 0 h 260"/>
                <a:gd name="T60" fmla="*/ 2 w 439"/>
                <a:gd name="T61" fmla="*/ 0 h 260"/>
                <a:gd name="T62" fmla="*/ 3 w 439"/>
                <a:gd name="T63" fmla="*/ 0 h 260"/>
                <a:gd name="T64" fmla="*/ 3 w 439"/>
                <a:gd name="T65" fmla="*/ 0 h 260"/>
                <a:gd name="T66" fmla="*/ 3 w 439"/>
                <a:gd name="T67" fmla="*/ 0 h 260"/>
                <a:gd name="T68" fmla="*/ 4 w 439"/>
                <a:gd name="T69" fmla="*/ 0 h 260"/>
                <a:gd name="T70" fmla="*/ 4 w 439"/>
                <a:gd name="T71" fmla="*/ 0 h 260"/>
                <a:gd name="T72" fmla="*/ 4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439" y="0"/>
                  </a:moveTo>
                  <a:lnTo>
                    <a:pt x="439" y="0"/>
                  </a:lnTo>
                  <a:lnTo>
                    <a:pt x="395" y="1"/>
                  </a:lnTo>
                  <a:lnTo>
                    <a:pt x="351" y="4"/>
                  </a:lnTo>
                  <a:lnTo>
                    <a:pt x="310" y="11"/>
                  </a:lnTo>
                  <a:lnTo>
                    <a:pt x="270" y="19"/>
                  </a:lnTo>
                  <a:lnTo>
                    <a:pt x="231" y="30"/>
                  </a:lnTo>
                  <a:lnTo>
                    <a:pt x="195" y="43"/>
                  </a:lnTo>
                  <a:lnTo>
                    <a:pt x="162" y="58"/>
                  </a:lnTo>
                  <a:lnTo>
                    <a:pt x="130" y="73"/>
                  </a:lnTo>
                  <a:lnTo>
                    <a:pt x="102" y="93"/>
                  </a:lnTo>
                  <a:lnTo>
                    <a:pt x="76" y="113"/>
                  </a:lnTo>
                  <a:lnTo>
                    <a:pt x="54" y="133"/>
                  </a:lnTo>
                  <a:lnTo>
                    <a:pt x="35" y="157"/>
                  </a:lnTo>
                  <a:lnTo>
                    <a:pt x="20" y="181"/>
                  </a:lnTo>
                  <a:lnTo>
                    <a:pt x="10" y="206"/>
                  </a:lnTo>
                  <a:lnTo>
                    <a:pt x="3" y="233"/>
                  </a:lnTo>
                  <a:lnTo>
                    <a:pt x="0" y="260"/>
                  </a:lnTo>
                  <a:lnTo>
                    <a:pt x="12" y="260"/>
                  </a:lnTo>
                  <a:lnTo>
                    <a:pt x="14" y="235"/>
                  </a:lnTo>
                  <a:lnTo>
                    <a:pt x="21" y="211"/>
                  </a:lnTo>
                  <a:lnTo>
                    <a:pt x="32" y="186"/>
                  </a:lnTo>
                  <a:lnTo>
                    <a:pt x="45" y="164"/>
                  </a:lnTo>
                  <a:lnTo>
                    <a:pt x="64" y="143"/>
                  </a:lnTo>
                  <a:lnTo>
                    <a:pt x="84" y="123"/>
                  </a:lnTo>
                  <a:lnTo>
                    <a:pt x="109" y="103"/>
                  </a:lnTo>
                  <a:lnTo>
                    <a:pt x="137" y="85"/>
                  </a:lnTo>
                  <a:lnTo>
                    <a:pt x="167" y="70"/>
                  </a:lnTo>
                  <a:lnTo>
                    <a:pt x="200" y="55"/>
                  </a:lnTo>
                  <a:lnTo>
                    <a:pt x="236" y="42"/>
                  </a:lnTo>
                  <a:lnTo>
                    <a:pt x="272" y="31"/>
                  </a:lnTo>
                  <a:lnTo>
                    <a:pt x="312" y="23"/>
                  </a:lnTo>
                  <a:lnTo>
                    <a:pt x="353" y="16"/>
                  </a:lnTo>
                  <a:lnTo>
                    <a:pt x="395" y="12"/>
                  </a:lnTo>
                  <a:lnTo>
                    <a:pt x="439" y="11"/>
                  </a:lnTo>
                  <a:lnTo>
                    <a:pt x="439"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5206" name="Freeform 52"/>
            <p:cNvSpPr>
              <a:spLocks/>
            </p:cNvSpPr>
            <p:nvPr/>
          </p:nvSpPr>
          <p:spPr bwMode="auto">
            <a:xfrm>
              <a:off x="964" y="1745"/>
              <a:ext cx="48" cy="85"/>
            </a:xfrm>
            <a:custGeom>
              <a:avLst/>
              <a:gdLst>
                <a:gd name="T0" fmla="*/ 2 w 244"/>
                <a:gd name="T1" fmla="*/ 3 h 426"/>
                <a:gd name="T2" fmla="*/ 2 w 244"/>
                <a:gd name="T3" fmla="*/ 3 h 426"/>
                <a:gd name="T4" fmla="*/ 2 w 244"/>
                <a:gd name="T5" fmla="*/ 3 h 426"/>
                <a:gd name="T6" fmla="*/ 2 w 244"/>
                <a:gd name="T7" fmla="*/ 3 h 426"/>
                <a:gd name="T8" fmla="*/ 2 w 244"/>
                <a:gd name="T9" fmla="*/ 2 h 426"/>
                <a:gd name="T10" fmla="*/ 2 w 244"/>
                <a:gd name="T11" fmla="*/ 2 h 426"/>
                <a:gd name="T12" fmla="*/ 2 w 244"/>
                <a:gd name="T13" fmla="*/ 2 h 426"/>
                <a:gd name="T14" fmla="*/ 2 w 244"/>
                <a:gd name="T15" fmla="*/ 2 h 426"/>
                <a:gd name="T16" fmla="*/ 1 w 244"/>
                <a:gd name="T17" fmla="*/ 1 h 426"/>
                <a:gd name="T18" fmla="*/ 1 w 244"/>
                <a:gd name="T19" fmla="*/ 1 h 426"/>
                <a:gd name="T20" fmla="*/ 1 w 244"/>
                <a:gd name="T21" fmla="*/ 1 h 426"/>
                <a:gd name="T22" fmla="*/ 1 w 244"/>
                <a:gd name="T23" fmla="*/ 1 h 426"/>
                <a:gd name="T24" fmla="*/ 1 w 244"/>
                <a:gd name="T25" fmla="*/ 0 h 426"/>
                <a:gd name="T26" fmla="*/ 1 w 244"/>
                <a:gd name="T27" fmla="*/ 0 h 426"/>
                <a:gd name="T28" fmla="*/ 1 w 244"/>
                <a:gd name="T29" fmla="*/ 0 h 426"/>
                <a:gd name="T30" fmla="*/ 0 w 244"/>
                <a:gd name="T31" fmla="*/ 0 h 426"/>
                <a:gd name="T32" fmla="*/ 0 w 244"/>
                <a:gd name="T33" fmla="*/ 0 h 426"/>
                <a:gd name="T34" fmla="*/ 0 w 244"/>
                <a:gd name="T35" fmla="*/ 0 h 426"/>
                <a:gd name="T36" fmla="*/ 0 w 244"/>
                <a:gd name="T37" fmla="*/ 0 h 426"/>
                <a:gd name="T38" fmla="*/ 0 w 244"/>
                <a:gd name="T39" fmla="*/ 0 h 426"/>
                <a:gd name="T40" fmla="*/ 0 w 244"/>
                <a:gd name="T41" fmla="*/ 0 h 426"/>
                <a:gd name="T42" fmla="*/ 1 w 244"/>
                <a:gd name="T43" fmla="*/ 0 h 426"/>
                <a:gd name="T44" fmla="*/ 1 w 244"/>
                <a:gd name="T45" fmla="*/ 0 h 426"/>
                <a:gd name="T46" fmla="*/ 1 w 244"/>
                <a:gd name="T47" fmla="*/ 0 h 426"/>
                <a:gd name="T48" fmla="*/ 1 w 244"/>
                <a:gd name="T49" fmla="*/ 1 h 426"/>
                <a:gd name="T50" fmla="*/ 1 w 244"/>
                <a:gd name="T51" fmla="*/ 1 h 426"/>
                <a:gd name="T52" fmla="*/ 1 w 244"/>
                <a:gd name="T53" fmla="*/ 1 h 426"/>
                <a:gd name="T54" fmla="*/ 1 w 244"/>
                <a:gd name="T55" fmla="*/ 1 h 426"/>
                <a:gd name="T56" fmla="*/ 1 w 244"/>
                <a:gd name="T57" fmla="*/ 2 h 426"/>
                <a:gd name="T58" fmla="*/ 2 w 244"/>
                <a:gd name="T59" fmla="*/ 2 h 426"/>
                <a:gd name="T60" fmla="*/ 2 w 244"/>
                <a:gd name="T61" fmla="*/ 2 h 426"/>
                <a:gd name="T62" fmla="*/ 2 w 244"/>
                <a:gd name="T63" fmla="*/ 2 h 426"/>
                <a:gd name="T64" fmla="*/ 2 w 244"/>
                <a:gd name="T65" fmla="*/ 3 h 426"/>
                <a:gd name="T66" fmla="*/ 2 w 244"/>
                <a:gd name="T67" fmla="*/ 3 h 426"/>
                <a:gd name="T68" fmla="*/ 2 w 244"/>
                <a:gd name="T69" fmla="*/ 3 h 426"/>
                <a:gd name="T70" fmla="*/ 2 w 244"/>
                <a:gd name="T71" fmla="*/ 3 h 426"/>
                <a:gd name="T72" fmla="*/ 2 w 244"/>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6"/>
                <a:gd name="T113" fmla="*/ 244 w 244"/>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6">
                  <a:moveTo>
                    <a:pt x="244" y="426"/>
                  </a:moveTo>
                  <a:lnTo>
                    <a:pt x="244" y="426"/>
                  </a:lnTo>
                  <a:lnTo>
                    <a:pt x="243" y="383"/>
                  </a:lnTo>
                  <a:lnTo>
                    <a:pt x="240" y="340"/>
                  </a:lnTo>
                  <a:lnTo>
                    <a:pt x="234" y="300"/>
                  </a:lnTo>
                  <a:lnTo>
                    <a:pt x="226" y="262"/>
                  </a:lnTo>
                  <a:lnTo>
                    <a:pt x="215" y="224"/>
                  </a:lnTo>
                  <a:lnTo>
                    <a:pt x="203" y="189"/>
                  </a:lnTo>
                  <a:lnTo>
                    <a:pt x="189" y="157"/>
                  </a:lnTo>
                  <a:lnTo>
                    <a:pt x="174" y="126"/>
                  </a:lnTo>
                  <a:lnTo>
                    <a:pt x="155" y="99"/>
                  </a:lnTo>
                  <a:lnTo>
                    <a:pt x="138" y="74"/>
                  </a:lnTo>
                  <a:lnTo>
                    <a:pt x="118" y="52"/>
                  </a:lnTo>
                  <a:lnTo>
                    <a:pt x="96" y="34"/>
                  </a:lnTo>
                  <a:lnTo>
                    <a:pt x="73" y="19"/>
                  </a:lnTo>
                  <a:lnTo>
                    <a:pt x="50" y="8"/>
                  </a:lnTo>
                  <a:lnTo>
                    <a:pt x="25" y="2"/>
                  </a:lnTo>
                  <a:lnTo>
                    <a:pt x="0" y="0"/>
                  </a:lnTo>
                  <a:lnTo>
                    <a:pt x="0" y="12"/>
                  </a:lnTo>
                  <a:lnTo>
                    <a:pt x="23" y="14"/>
                  </a:lnTo>
                  <a:lnTo>
                    <a:pt x="45" y="20"/>
                  </a:lnTo>
                  <a:lnTo>
                    <a:pt x="66" y="31"/>
                  </a:lnTo>
                  <a:lnTo>
                    <a:pt x="89" y="43"/>
                  </a:lnTo>
                  <a:lnTo>
                    <a:pt x="109" y="61"/>
                  </a:lnTo>
                  <a:lnTo>
                    <a:pt x="129" y="81"/>
                  </a:lnTo>
                  <a:lnTo>
                    <a:pt x="146" y="106"/>
                  </a:lnTo>
                  <a:lnTo>
                    <a:pt x="162" y="133"/>
                  </a:lnTo>
                  <a:lnTo>
                    <a:pt x="178" y="162"/>
                  </a:lnTo>
                  <a:lnTo>
                    <a:pt x="192" y="194"/>
                  </a:lnTo>
                  <a:lnTo>
                    <a:pt x="203" y="229"/>
                  </a:lnTo>
                  <a:lnTo>
                    <a:pt x="214" y="264"/>
                  </a:lnTo>
                  <a:lnTo>
                    <a:pt x="222" y="303"/>
                  </a:lnTo>
                  <a:lnTo>
                    <a:pt x="228" y="342"/>
                  </a:lnTo>
                  <a:lnTo>
                    <a:pt x="232" y="383"/>
                  </a:lnTo>
                  <a:lnTo>
                    <a:pt x="233" y="426"/>
                  </a:lnTo>
                  <a:lnTo>
                    <a:pt x="244"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5207" name="Freeform 53"/>
            <p:cNvSpPr>
              <a:spLocks/>
            </p:cNvSpPr>
            <p:nvPr/>
          </p:nvSpPr>
          <p:spPr bwMode="auto">
            <a:xfrm>
              <a:off x="964" y="1830"/>
              <a:ext cx="48" cy="85"/>
            </a:xfrm>
            <a:custGeom>
              <a:avLst/>
              <a:gdLst>
                <a:gd name="T0" fmla="*/ 0 w 244"/>
                <a:gd name="T1" fmla="*/ 3 h 424"/>
                <a:gd name="T2" fmla="*/ 0 w 244"/>
                <a:gd name="T3" fmla="*/ 3 h 424"/>
                <a:gd name="T4" fmla="*/ 0 w 244"/>
                <a:gd name="T5" fmla="*/ 3 h 424"/>
                <a:gd name="T6" fmla="*/ 0 w 244"/>
                <a:gd name="T7" fmla="*/ 3 h 424"/>
                <a:gd name="T8" fmla="*/ 1 w 244"/>
                <a:gd name="T9" fmla="*/ 3 h 424"/>
                <a:gd name="T10" fmla="*/ 1 w 244"/>
                <a:gd name="T11" fmla="*/ 3 h 424"/>
                <a:gd name="T12" fmla="*/ 1 w 244"/>
                <a:gd name="T13" fmla="*/ 3 h 424"/>
                <a:gd name="T14" fmla="*/ 1 w 244"/>
                <a:gd name="T15" fmla="*/ 3 h 424"/>
                <a:gd name="T16" fmla="*/ 1 w 244"/>
                <a:gd name="T17" fmla="*/ 3 h 424"/>
                <a:gd name="T18" fmla="*/ 1 w 244"/>
                <a:gd name="T19" fmla="*/ 2 h 424"/>
                <a:gd name="T20" fmla="*/ 1 w 244"/>
                <a:gd name="T21" fmla="*/ 2 h 424"/>
                <a:gd name="T22" fmla="*/ 2 w 244"/>
                <a:gd name="T23" fmla="*/ 2 h 424"/>
                <a:gd name="T24" fmla="*/ 2 w 244"/>
                <a:gd name="T25" fmla="*/ 2 h 424"/>
                <a:gd name="T26" fmla="*/ 2 w 244"/>
                <a:gd name="T27" fmla="*/ 1 h 424"/>
                <a:gd name="T28" fmla="*/ 2 w 244"/>
                <a:gd name="T29" fmla="*/ 1 h 424"/>
                <a:gd name="T30" fmla="*/ 2 w 244"/>
                <a:gd name="T31" fmla="*/ 1 h 424"/>
                <a:gd name="T32" fmla="*/ 2 w 244"/>
                <a:gd name="T33" fmla="*/ 0 h 424"/>
                <a:gd name="T34" fmla="*/ 2 w 244"/>
                <a:gd name="T35" fmla="*/ 0 h 424"/>
                <a:gd name="T36" fmla="*/ 2 w 244"/>
                <a:gd name="T37" fmla="*/ 0 h 424"/>
                <a:gd name="T38" fmla="*/ 2 w 244"/>
                <a:gd name="T39" fmla="*/ 0 h 424"/>
                <a:gd name="T40" fmla="*/ 2 w 244"/>
                <a:gd name="T41" fmla="*/ 1 h 424"/>
                <a:gd name="T42" fmla="*/ 2 w 244"/>
                <a:gd name="T43" fmla="*/ 1 h 424"/>
                <a:gd name="T44" fmla="*/ 2 w 244"/>
                <a:gd name="T45" fmla="*/ 1 h 424"/>
                <a:gd name="T46" fmla="*/ 2 w 244"/>
                <a:gd name="T47" fmla="*/ 2 h 424"/>
                <a:gd name="T48" fmla="*/ 1 w 244"/>
                <a:gd name="T49" fmla="*/ 2 h 424"/>
                <a:gd name="T50" fmla="*/ 1 w 244"/>
                <a:gd name="T51" fmla="*/ 2 h 424"/>
                <a:gd name="T52" fmla="*/ 1 w 244"/>
                <a:gd name="T53" fmla="*/ 2 h 424"/>
                <a:gd name="T54" fmla="*/ 1 w 244"/>
                <a:gd name="T55" fmla="*/ 3 h 424"/>
                <a:gd name="T56" fmla="*/ 1 w 244"/>
                <a:gd name="T57" fmla="*/ 3 h 424"/>
                <a:gd name="T58" fmla="*/ 1 w 244"/>
                <a:gd name="T59" fmla="*/ 3 h 424"/>
                <a:gd name="T60" fmla="*/ 1 w 244"/>
                <a:gd name="T61" fmla="*/ 3 h 424"/>
                <a:gd name="T62" fmla="*/ 1 w 244"/>
                <a:gd name="T63" fmla="*/ 3 h 424"/>
                <a:gd name="T64" fmla="*/ 0 w 244"/>
                <a:gd name="T65" fmla="*/ 3 h 424"/>
                <a:gd name="T66" fmla="*/ 0 w 244"/>
                <a:gd name="T67" fmla="*/ 3 h 424"/>
                <a:gd name="T68" fmla="*/ 0 w 244"/>
                <a:gd name="T69" fmla="*/ 3 h 424"/>
                <a:gd name="T70" fmla="*/ 0 w 244"/>
                <a:gd name="T71" fmla="*/ 3 h 424"/>
                <a:gd name="T72" fmla="*/ 0 w 244"/>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4"/>
                <a:gd name="T113" fmla="*/ 244 w 244"/>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4">
                  <a:moveTo>
                    <a:pt x="0" y="424"/>
                  </a:moveTo>
                  <a:lnTo>
                    <a:pt x="0" y="424"/>
                  </a:lnTo>
                  <a:lnTo>
                    <a:pt x="25" y="422"/>
                  </a:lnTo>
                  <a:lnTo>
                    <a:pt x="50" y="416"/>
                  </a:lnTo>
                  <a:lnTo>
                    <a:pt x="73" y="405"/>
                  </a:lnTo>
                  <a:lnTo>
                    <a:pt x="96" y="390"/>
                  </a:lnTo>
                  <a:lnTo>
                    <a:pt x="118" y="373"/>
                  </a:lnTo>
                  <a:lnTo>
                    <a:pt x="138" y="350"/>
                  </a:lnTo>
                  <a:lnTo>
                    <a:pt x="155" y="326"/>
                  </a:lnTo>
                  <a:lnTo>
                    <a:pt x="173" y="299"/>
                  </a:lnTo>
                  <a:lnTo>
                    <a:pt x="189" y="268"/>
                  </a:lnTo>
                  <a:lnTo>
                    <a:pt x="203" y="235"/>
                  </a:lnTo>
                  <a:lnTo>
                    <a:pt x="215" y="201"/>
                  </a:lnTo>
                  <a:lnTo>
                    <a:pt x="226" y="163"/>
                  </a:lnTo>
                  <a:lnTo>
                    <a:pt x="234" y="125"/>
                  </a:lnTo>
                  <a:lnTo>
                    <a:pt x="240" y="85"/>
                  </a:lnTo>
                  <a:lnTo>
                    <a:pt x="243" y="42"/>
                  </a:lnTo>
                  <a:lnTo>
                    <a:pt x="244" y="0"/>
                  </a:lnTo>
                  <a:lnTo>
                    <a:pt x="233" y="0"/>
                  </a:lnTo>
                  <a:lnTo>
                    <a:pt x="232" y="42"/>
                  </a:lnTo>
                  <a:lnTo>
                    <a:pt x="228" y="83"/>
                  </a:lnTo>
                  <a:lnTo>
                    <a:pt x="222" y="123"/>
                  </a:lnTo>
                  <a:lnTo>
                    <a:pt x="214" y="160"/>
                  </a:lnTo>
                  <a:lnTo>
                    <a:pt x="203" y="197"/>
                  </a:lnTo>
                  <a:lnTo>
                    <a:pt x="192" y="231"/>
                  </a:lnTo>
                  <a:lnTo>
                    <a:pt x="178" y="263"/>
                  </a:lnTo>
                  <a:lnTo>
                    <a:pt x="164" y="292"/>
                  </a:lnTo>
                  <a:lnTo>
                    <a:pt x="146" y="319"/>
                  </a:lnTo>
                  <a:lnTo>
                    <a:pt x="129" y="343"/>
                  </a:lnTo>
                  <a:lnTo>
                    <a:pt x="109" y="363"/>
                  </a:lnTo>
                  <a:lnTo>
                    <a:pt x="89" y="381"/>
                  </a:lnTo>
                  <a:lnTo>
                    <a:pt x="66" y="394"/>
                  </a:lnTo>
                  <a:lnTo>
                    <a:pt x="45" y="404"/>
                  </a:lnTo>
                  <a:lnTo>
                    <a:pt x="23" y="410"/>
                  </a:lnTo>
                  <a:lnTo>
                    <a:pt x="0" y="412"/>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5208" name="Freeform 54"/>
            <p:cNvSpPr>
              <a:spLocks/>
            </p:cNvSpPr>
            <p:nvPr/>
          </p:nvSpPr>
          <p:spPr bwMode="auto">
            <a:xfrm>
              <a:off x="915" y="1830"/>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1" y="42"/>
                  </a:lnTo>
                  <a:lnTo>
                    <a:pt x="4" y="85"/>
                  </a:lnTo>
                  <a:lnTo>
                    <a:pt x="10" y="125"/>
                  </a:lnTo>
                  <a:lnTo>
                    <a:pt x="19" y="163"/>
                  </a:lnTo>
                  <a:lnTo>
                    <a:pt x="29" y="201"/>
                  </a:lnTo>
                  <a:lnTo>
                    <a:pt x="41" y="235"/>
                  </a:lnTo>
                  <a:lnTo>
                    <a:pt x="55" y="268"/>
                  </a:lnTo>
                  <a:lnTo>
                    <a:pt x="71" y="299"/>
                  </a:lnTo>
                  <a:lnTo>
                    <a:pt x="89" y="326"/>
                  </a:lnTo>
                  <a:lnTo>
                    <a:pt x="106" y="350"/>
                  </a:lnTo>
                  <a:lnTo>
                    <a:pt x="126" y="373"/>
                  </a:lnTo>
                  <a:lnTo>
                    <a:pt x="149" y="390"/>
                  </a:lnTo>
                  <a:lnTo>
                    <a:pt x="171" y="405"/>
                  </a:lnTo>
                  <a:lnTo>
                    <a:pt x="194" y="416"/>
                  </a:lnTo>
                  <a:lnTo>
                    <a:pt x="219" y="422"/>
                  </a:lnTo>
                  <a:lnTo>
                    <a:pt x="245" y="424"/>
                  </a:lnTo>
                  <a:lnTo>
                    <a:pt x="245" y="412"/>
                  </a:lnTo>
                  <a:lnTo>
                    <a:pt x="221" y="410"/>
                  </a:lnTo>
                  <a:lnTo>
                    <a:pt x="199" y="404"/>
                  </a:lnTo>
                  <a:lnTo>
                    <a:pt x="178" y="394"/>
                  </a:lnTo>
                  <a:lnTo>
                    <a:pt x="156" y="381"/>
                  </a:lnTo>
                  <a:lnTo>
                    <a:pt x="136" y="363"/>
                  </a:lnTo>
                  <a:lnTo>
                    <a:pt x="116" y="343"/>
                  </a:lnTo>
                  <a:lnTo>
                    <a:pt x="98" y="319"/>
                  </a:lnTo>
                  <a:lnTo>
                    <a:pt x="81" y="292"/>
                  </a:lnTo>
                  <a:lnTo>
                    <a:pt x="67" y="263"/>
                  </a:lnTo>
                  <a:lnTo>
                    <a:pt x="52" y="231"/>
                  </a:lnTo>
                  <a:lnTo>
                    <a:pt x="41" y="197"/>
                  </a:lnTo>
                  <a:lnTo>
                    <a:pt x="30" y="160"/>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5209" name="Freeform 55"/>
            <p:cNvSpPr>
              <a:spLocks/>
            </p:cNvSpPr>
            <p:nvPr/>
          </p:nvSpPr>
          <p:spPr bwMode="auto">
            <a:xfrm>
              <a:off x="915" y="1745"/>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0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19" y="2"/>
                  </a:lnTo>
                  <a:lnTo>
                    <a:pt x="194" y="8"/>
                  </a:lnTo>
                  <a:lnTo>
                    <a:pt x="171" y="19"/>
                  </a:lnTo>
                  <a:lnTo>
                    <a:pt x="149" y="34"/>
                  </a:lnTo>
                  <a:lnTo>
                    <a:pt x="126" y="52"/>
                  </a:lnTo>
                  <a:lnTo>
                    <a:pt x="106" y="74"/>
                  </a:lnTo>
                  <a:lnTo>
                    <a:pt x="89" y="99"/>
                  </a:lnTo>
                  <a:lnTo>
                    <a:pt x="70" y="126"/>
                  </a:lnTo>
                  <a:lnTo>
                    <a:pt x="55" y="157"/>
                  </a:lnTo>
                  <a:lnTo>
                    <a:pt x="41" y="189"/>
                  </a:lnTo>
                  <a:lnTo>
                    <a:pt x="29" y="224"/>
                  </a:lnTo>
                  <a:lnTo>
                    <a:pt x="19" y="262"/>
                  </a:lnTo>
                  <a:lnTo>
                    <a:pt x="10" y="300"/>
                  </a:lnTo>
                  <a:lnTo>
                    <a:pt x="4" y="340"/>
                  </a:lnTo>
                  <a:lnTo>
                    <a:pt x="1" y="383"/>
                  </a:lnTo>
                  <a:lnTo>
                    <a:pt x="0" y="426"/>
                  </a:lnTo>
                  <a:lnTo>
                    <a:pt x="11" y="426"/>
                  </a:lnTo>
                  <a:lnTo>
                    <a:pt x="13" y="383"/>
                  </a:lnTo>
                  <a:lnTo>
                    <a:pt x="16" y="342"/>
                  </a:lnTo>
                  <a:lnTo>
                    <a:pt x="22" y="303"/>
                  </a:lnTo>
                  <a:lnTo>
                    <a:pt x="30" y="264"/>
                  </a:lnTo>
                  <a:lnTo>
                    <a:pt x="41" y="229"/>
                  </a:lnTo>
                  <a:lnTo>
                    <a:pt x="52" y="194"/>
                  </a:lnTo>
                  <a:lnTo>
                    <a:pt x="67" y="162"/>
                  </a:lnTo>
                  <a:lnTo>
                    <a:pt x="82" y="133"/>
                  </a:lnTo>
                  <a:lnTo>
                    <a:pt x="98" y="106"/>
                  </a:lnTo>
                  <a:lnTo>
                    <a:pt x="116" y="81"/>
                  </a:lnTo>
                  <a:lnTo>
                    <a:pt x="136" y="61"/>
                  </a:lnTo>
                  <a:lnTo>
                    <a:pt x="156" y="43"/>
                  </a:lnTo>
                  <a:lnTo>
                    <a:pt x="178" y="31"/>
                  </a:lnTo>
                  <a:lnTo>
                    <a:pt x="199" y="20"/>
                  </a:lnTo>
                  <a:lnTo>
                    <a:pt x="221"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5210" name="Freeform 56"/>
            <p:cNvSpPr>
              <a:spLocks/>
            </p:cNvSpPr>
            <p:nvPr/>
          </p:nvSpPr>
          <p:spPr bwMode="auto">
            <a:xfrm>
              <a:off x="1140" y="2087"/>
              <a:ext cx="49" cy="85"/>
            </a:xfrm>
            <a:custGeom>
              <a:avLst/>
              <a:gdLst>
                <a:gd name="T0" fmla="*/ 2 w 246"/>
                <a:gd name="T1" fmla="*/ 3 h 424"/>
                <a:gd name="T2" fmla="*/ 2 w 246"/>
                <a:gd name="T3" fmla="*/ 3 h 424"/>
                <a:gd name="T4" fmla="*/ 2 w 246"/>
                <a:gd name="T5" fmla="*/ 3 h 424"/>
                <a:gd name="T6" fmla="*/ 2 w 246"/>
                <a:gd name="T7" fmla="*/ 3 h 424"/>
                <a:gd name="T8" fmla="*/ 2 w 246"/>
                <a:gd name="T9" fmla="*/ 2 h 424"/>
                <a:gd name="T10" fmla="*/ 2 w 246"/>
                <a:gd name="T11" fmla="*/ 2 h 424"/>
                <a:gd name="T12" fmla="*/ 2 w 246"/>
                <a:gd name="T13" fmla="*/ 2 h 424"/>
                <a:gd name="T14" fmla="*/ 2 w 246"/>
                <a:gd name="T15" fmla="*/ 2 h 424"/>
                <a:gd name="T16" fmla="*/ 2 w 246"/>
                <a:gd name="T17" fmla="*/ 1 h 424"/>
                <a:gd name="T18" fmla="*/ 1 w 246"/>
                <a:gd name="T19" fmla="*/ 1 h 424"/>
                <a:gd name="T20" fmla="*/ 1 w 246"/>
                <a:gd name="T21" fmla="*/ 1 h 424"/>
                <a:gd name="T22" fmla="*/ 1 w 246"/>
                <a:gd name="T23" fmla="*/ 1 h 424"/>
                <a:gd name="T24" fmla="*/ 1 w 246"/>
                <a:gd name="T25" fmla="*/ 0 h 424"/>
                <a:gd name="T26" fmla="*/ 1 w 246"/>
                <a:gd name="T27" fmla="*/ 0 h 424"/>
                <a:gd name="T28" fmla="*/ 1 w 246"/>
                <a:gd name="T29" fmla="*/ 0 h 424"/>
                <a:gd name="T30" fmla="*/ 0 w 246"/>
                <a:gd name="T31" fmla="*/ 0 h 424"/>
                <a:gd name="T32" fmla="*/ 0 w 246"/>
                <a:gd name="T33" fmla="*/ 0 h 424"/>
                <a:gd name="T34" fmla="*/ 0 w 246"/>
                <a:gd name="T35" fmla="*/ 0 h 424"/>
                <a:gd name="T36" fmla="*/ 0 w 246"/>
                <a:gd name="T37" fmla="*/ 0 h 424"/>
                <a:gd name="T38" fmla="*/ 0 w 246"/>
                <a:gd name="T39" fmla="*/ 0 h 424"/>
                <a:gd name="T40" fmla="*/ 0 w 246"/>
                <a:gd name="T41" fmla="*/ 0 h 424"/>
                <a:gd name="T42" fmla="*/ 1 w 246"/>
                <a:gd name="T43" fmla="*/ 0 h 424"/>
                <a:gd name="T44" fmla="*/ 1 w 246"/>
                <a:gd name="T45" fmla="*/ 0 h 424"/>
                <a:gd name="T46" fmla="*/ 1 w 246"/>
                <a:gd name="T47" fmla="*/ 0 h 424"/>
                <a:gd name="T48" fmla="*/ 1 w 246"/>
                <a:gd name="T49" fmla="*/ 1 h 424"/>
                <a:gd name="T50" fmla="*/ 1 w 246"/>
                <a:gd name="T51" fmla="*/ 1 h 424"/>
                <a:gd name="T52" fmla="*/ 1 w 246"/>
                <a:gd name="T53" fmla="*/ 1 h 424"/>
                <a:gd name="T54" fmla="*/ 1 w 246"/>
                <a:gd name="T55" fmla="*/ 1 h 424"/>
                <a:gd name="T56" fmla="*/ 2 w 246"/>
                <a:gd name="T57" fmla="*/ 2 h 424"/>
                <a:gd name="T58" fmla="*/ 2 w 246"/>
                <a:gd name="T59" fmla="*/ 2 h 424"/>
                <a:gd name="T60" fmla="*/ 2 w 246"/>
                <a:gd name="T61" fmla="*/ 2 h 424"/>
                <a:gd name="T62" fmla="*/ 2 w 246"/>
                <a:gd name="T63" fmla="*/ 2 h 424"/>
                <a:gd name="T64" fmla="*/ 2 w 246"/>
                <a:gd name="T65" fmla="*/ 3 h 424"/>
                <a:gd name="T66" fmla="*/ 2 w 246"/>
                <a:gd name="T67" fmla="*/ 3 h 424"/>
                <a:gd name="T68" fmla="*/ 2 w 246"/>
                <a:gd name="T69" fmla="*/ 3 h 424"/>
                <a:gd name="T70" fmla="*/ 2 w 246"/>
                <a:gd name="T71" fmla="*/ 3 h 424"/>
                <a:gd name="T72" fmla="*/ 2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424"/>
                  </a:moveTo>
                  <a:lnTo>
                    <a:pt x="246" y="424"/>
                  </a:lnTo>
                  <a:lnTo>
                    <a:pt x="244" y="382"/>
                  </a:lnTo>
                  <a:lnTo>
                    <a:pt x="241" y="338"/>
                  </a:lnTo>
                  <a:lnTo>
                    <a:pt x="235" y="298"/>
                  </a:lnTo>
                  <a:lnTo>
                    <a:pt x="227" y="261"/>
                  </a:lnTo>
                  <a:lnTo>
                    <a:pt x="216" y="222"/>
                  </a:lnTo>
                  <a:lnTo>
                    <a:pt x="205" y="188"/>
                  </a:lnTo>
                  <a:lnTo>
                    <a:pt x="190" y="155"/>
                  </a:lnTo>
                  <a:lnTo>
                    <a:pt x="174" y="125"/>
                  </a:lnTo>
                  <a:lnTo>
                    <a:pt x="157" y="98"/>
                  </a:lnTo>
                  <a:lnTo>
                    <a:pt x="138" y="73"/>
                  </a:lnTo>
                  <a:lnTo>
                    <a:pt x="118" y="51"/>
                  </a:lnTo>
                  <a:lnTo>
                    <a:pt x="96" y="34"/>
                  </a:lnTo>
                  <a:lnTo>
                    <a:pt x="74" y="18"/>
                  </a:lnTo>
                  <a:lnTo>
                    <a:pt x="50" y="8"/>
                  </a:lnTo>
                  <a:lnTo>
                    <a:pt x="25" y="2"/>
                  </a:lnTo>
                  <a:lnTo>
                    <a:pt x="0" y="0"/>
                  </a:lnTo>
                  <a:lnTo>
                    <a:pt x="0" y="11"/>
                  </a:lnTo>
                  <a:lnTo>
                    <a:pt x="23" y="14"/>
                  </a:lnTo>
                  <a:lnTo>
                    <a:pt x="45" y="19"/>
                  </a:lnTo>
                  <a:lnTo>
                    <a:pt x="67" y="30"/>
                  </a:lnTo>
                  <a:lnTo>
                    <a:pt x="89" y="43"/>
                  </a:lnTo>
                  <a:lnTo>
                    <a:pt x="108" y="60"/>
                  </a:lnTo>
                  <a:lnTo>
                    <a:pt x="128" y="80"/>
                  </a:lnTo>
                  <a:lnTo>
                    <a:pt x="147" y="105"/>
                  </a:lnTo>
                  <a:lnTo>
                    <a:pt x="165" y="132"/>
                  </a:lnTo>
                  <a:lnTo>
                    <a:pt x="179" y="160"/>
                  </a:lnTo>
                  <a:lnTo>
                    <a:pt x="193" y="193"/>
                  </a:lnTo>
                  <a:lnTo>
                    <a:pt x="205" y="227"/>
                  </a:lnTo>
                  <a:lnTo>
                    <a:pt x="215" y="263"/>
                  </a:lnTo>
                  <a:lnTo>
                    <a:pt x="223" y="301"/>
                  </a:lnTo>
                  <a:lnTo>
                    <a:pt x="229" y="341"/>
                  </a:lnTo>
                  <a:lnTo>
                    <a:pt x="233" y="382"/>
                  </a:lnTo>
                  <a:lnTo>
                    <a:pt x="234" y="424"/>
                  </a:lnTo>
                  <a:lnTo>
                    <a:pt x="246"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5211" name="Freeform 57"/>
            <p:cNvSpPr>
              <a:spLocks/>
            </p:cNvSpPr>
            <p:nvPr/>
          </p:nvSpPr>
          <p:spPr bwMode="auto">
            <a:xfrm>
              <a:off x="1140" y="2172"/>
              <a:ext cx="49" cy="85"/>
            </a:xfrm>
            <a:custGeom>
              <a:avLst/>
              <a:gdLst>
                <a:gd name="T0" fmla="*/ 0 w 246"/>
                <a:gd name="T1" fmla="*/ 3 h 426"/>
                <a:gd name="T2" fmla="*/ 0 w 246"/>
                <a:gd name="T3" fmla="*/ 3 h 426"/>
                <a:gd name="T4" fmla="*/ 0 w 246"/>
                <a:gd name="T5" fmla="*/ 3 h 426"/>
                <a:gd name="T6" fmla="*/ 0 w 246"/>
                <a:gd name="T7" fmla="*/ 3 h 426"/>
                <a:gd name="T8" fmla="*/ 1 w 246"/>
                <a:gd name="T9" fmla="*/ 3 h 426"/>
                <a:gd name="T10" fmla="*/ 1 w 246"/>
                <a:gd name="T11" fmla="*/ 3 h 426"/>
                <a:gd name="T12" fmla="*/ 1 w 246"/>
                <a:gd name="T13" fmla="*/ 3 h 426"/>
                <a:gd name="T14" fmla="*/ 1 w 246"/>
                <a:gd name="T15" fmla="*/ 3 h 426"/>
                <a:gd name="T16" fmla="*/ 1 w 246"/>
                <a:gd name="T17" fmla="*/ 3 h 426"/>
                <a:gd name="T18" fmla="*/ 1 w 246"/>
                <a:gd name="T19" fmla="*/ 2 h 426"/>
                <a:gd name="T20" fmla="*/ 2 w 246"/>
                <a:gd name="T21" fmla="*/ 2 h 426"/>
                <a:gd name="T22" fmla="*/ 2 w 246"/>
                <a:gd name="T23" fmla="*/ 2 h 426"/>
                <a:gd name="T24" fmla="*/ 2 w 246"/>
                <a:gd name="T25" fmla="*/ 2 h 426"/>
                <a:gd name="T26" fmla="*/ 2 w 246"/>
                <a:gd name="T27" fmla="*/ 1 h 426"/>
                <a:gd name="T28" fmla="*/ 2 w 246"/>
                <a:gd name="T29" fmla="*/ 1 h 426"/>
                <a:gd name="T30" fmla="*/ 2 w 246"/>
                <a:gd name="T31" fmla="*/ 1 h 426"/>
                <a:gd name="T32" fmla="*/ 2 w 246"/>
                <a:gd name="T33" fmla="*/ 0 h 426"/>
                <a:gd name="T34" fmla="*/ 2 w 246"/>
                <a:gd name="T35" fmla="*/ 0 h 426"/>
                <a:gd name="T36" fmla="*/ 2 w 246"/>
                <a:gd name="T37" fmla="*/ 0 h 426"/>
                <a:gd name="T38" fmla="*/ 2 w 246"/>
                <a:gd name="T39" fmla="*/ 0 h 426"/>
                <a:gd name="T40" fmla="*/ 2 w 246"/>
                <a:gd name="T41" fmla="*/ 1 h 426"/>
                <a:gd name="T42" fmla="*/ 2 w 246"/>
                <a:gd name="T43" fmla="*/ 1 h 426"/>
                <a:gd name="T44" fmla="*/ 2 w 246"/>
                <a:gd name="T45" fmla="*/ 1 h 426"/>
                <a:gd name="T46" fmla="*/ 2 w 246"/>
                <a:gd name="T47" fmla="*/ 2 h 426"/>
                <a:gd name="T48" fmla="*/ 2 w 246"/>
                <a:gd name="T49" fmla="*/ 2 h 426"/>
                <a:gd name="T50" fmla="*/ 1 w 246"/>
                <a:gd name="T51" fmla="*/ 2 h 426"/>
                <a:gd name="T52" fmla="*/ 1 w 246"/>
                <a:gd name="T53" fmla="*/ 2 h 426"/>
                <a:gd name="T54" fmla="*/ 1 w 246"/>
                <a:gd name="T55" fmla="*/ 3 h 426"/>
                <a:gd name="T56" fmla="*/ 1 w 246"/>
                <a:gd name="T57" fmla="*/ 3 h 426"/>
                <a:gd name="T58" fmla="*/ 1 w 246"/>
                <a:gd name="T59" fmla="*/ 3 h 426"/>
                <a:gd name="T60" fmla="*/ 1 w 246"/>
                <a:gd name="T61" fmla="*/ 3 h 426"/>
                <a:gd name="T62" fmla="*/ 1 w 246"/>
                <a:gd name="T63" fmla="*/ 3 h 426"/>
                <a:gd name="T64" fmla="*/ 0 w 246"/>
                <a:gd name="T65" fmla="*/ 3 h 426"/>
                <a:gd name="T66" fmla="*/ 0 w 246"/>
                <a:gd name="T67" fmla="*/ 3 h 426"/>
                <a:gd name="T68" fmla="*/ 0 w 246"/>
                <a:gd name="T69" fmla="*/ 3 h 426"/>
                <a:gd name="T70" fmla="*/ 0 w 246"/>
                <a:gd name="T71" fmla="*/ 3 h 426"/>
                <a:gd name="T72" fmla="*/ 0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426"/>
                  </a:moveTo>
                  <a:lnTo>
                    <a:pt x="0" y="426"/>
                  </a:lnTo>
                  <a:lnTo>
                    <a:pt x="25" y="423"/>
                  </a:lnTo>
                  <a:lnTo>
                    <a:pt x="50" y="417"/>
                  </a:lnTo>
                  <a:lnTo>
                    <a:pt x="74" y="407"/>
                  </a:lnTo>
                  <a:lnTo>
                    <a:pt x="96" y="392"/>
                  </a:lnTo>
                  <a:lnTo>
                    <a:pt x="118" y="373"/>
                  </a:lnTo>
                  <a:lnTo>
                    <a:pt x="138" y="350"/>
                  </a:lnTo>
                  <a:lnTo>
                    <a:pt x="157" y="327"/>
                  </a:lnTo>
                  <a:lnTo>
                    <a:pt x="175" y="299"/>
                  </a:lnTo>
                  <a:lnTo>
                    <a:pt x="190" y="268"/>
                  </a:lnTo>
                  <a:lnTo>
                    <a:pt x="205" y="236"/>
                  </a:lnTo>
                  <a:lnTo>
                    <a:pt x="216" y="202"/>
                  </a:lnTo>
                  <a:lnTo>
                    <a:pt x="227" y="164"/>
                  </a:lnTo>
                  <a:lnTo>
                    <a:pt x="235" y="125"/>
                  </a:lnTo>
                  <a:lnTo>
                    <a:pt x="241" y="86"/>
                  </a:lnTo>
                  <a:lnTo>
                    <a:pt x="244" y="42"/>
                  </a:lnTo>
                  <a:lnTo>
                    <a:pt x="246" y="0"/>
                  </a:lnTo>
                  <a:lnTo>
                    <a:pt x="234" y="0"/>
                  </a:lnTo>
                  <a:lnTo>
                    <a:pt x="233" y="42"/>
                  </a:lnTo>
                  <a:lnTo>
                    <a:pt x="229" y="83"/>
                  </a:lnTo>
                  <a:lnTo>
                    <a:pt x="223" y="123"/>
                  </a:lnTo>
                  <a:lnTo>
                    <a:pt x="215" y="162"/>
                  </a:lnTo>
                  <a:lnTo>
                    <a:pt x="205" y="197"/>
                  </a:lnTo>
                  <a:lnTo>
                    <a:pt x="193" y="231"/>
                  </a:lnTo>
                  <a:lnTo>
                    <a:pt x="179" y="264"/>
                  </a:lnTo>
                  <a:lnTo>
                    <a:pt x="164" y="292"/>
                  </a:lnTo>
                  <a:lnTo>
                    <a:pt x="147" y="320"/>
                  </a:lnTo>
                  <a:lnTo>
                    <a:pt x="128" y="343"/>
                  </a:lnTo>
                  <a:lnTo>
                    <a:pt x="108" y="363"/>
                  </a:lnTo>
                  <a:lnTo>
                    <a:pt x="89" y="382"/>
                  </a:lnTo>
                  <a:lnTo>
                    <a:pt x="67" y="395"/>
                  </a:lnTo>
                  <a:lnTo>
                    <a:pt x="45" y="406"/>
                  </a:lnTo>
                  <a:lnTo>
                    <a:pt x="23" y="411"/>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5212" name="Freeform 58"/>
            <p:cNvSpPr>
              <a:spLocks/>
            </p:cNvSpPr>
            <p:nvPr/>
          </p:nvSpPr>
          <p:spPr bwMode="auto">
            <a:xfrm>
              <a:off x="1091" y="2172"/>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4" y="86"/>
                  </a:lnTo>
                  <a:lnTo>
                    <a:pt x="10" y="125"/>
                  </a:lnTo>
                  <a:lnTo>
                    <a:pt x="18" y="164"/>
                  </a:lnTo>
                  <a:lnTo>
                    <a:pt x="29" y="202"/>
                  </a:lnTo>
                  <a:lnTo>
                    <a:pt x="41" y="236"/>
                  </a:lnTo>
                  <a:lnTo>
                    <a:pt x="55" y="268"/>
                  </a:lnTo>
                  <a:lnTo>
                    <a:pt x="70" y="299"/>
                  </a:lnTo>
                  <a:lnTo>
                    <a:pt x="89" y="327"/>
                  </a:lnTo>
                  <a:lnTo>
                    <a:pt x="106" y="350"/>
                  </a:lnTo>
                  <a:lnTo>
                    <a:pt x="126" y="373"/>
                  </a:lnTo>
                  <a:lnTo>
                    <a:pt x="148" y="392"/>
                  </a:lnTo>
                  <a:lnTo>
                    <a:pt x="171" y="407"/>
                  </a:lnTo>
                  <a:lnTo>
                    <a:pt x="194" y="417"/>
                  </a:lnTo>
                  <a:lnTo>
                    <a:pt x="219" y="423"/>
                  </a:lnTo>
                  <a:lnTo>
                    <a:pt x="245" y="426"/>
                  </a:lnTo>
                  <a:lnTo>
                    <a:pt x="245" y="414"/>
                  </a:lnTo>
                  <a:lnTo>
                    <a:pt x="221" y="411"/>
                  </a:lnTo>
                  <a:lnTo>
                    <a:pt x="199" y="406"/>
                  </a:lnTo>
                  <a:lnTo>
                    <a:pt x="178" y="395"/>
                  </a:lnTo>
                  <a:lnTo>
                    <a:pt x="155" y="382"/>
                  </a:lnTo>
                  <a:lnTo>
                    <a:pt x="136" y="363"/>
                  </a:lnTo>
                  <a:lnTo>
                    <a:pt x="116" y="343"/>
                  </a:lnTo>
                  <a:lnTo>
                    <a:pt x="98" y="320"/>
                  </a:lnTo>
                  <a:lnTo>
                    <a:pt x="82" y="292"/>
                  </a:lnTo>
                  <a:lnTo>
                    <a:pt x="66" y="264"/>
                  </a:lnTo>
                  <a:lnTo>
                    <a:pt x="52" y="231"/>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5213" name="Freeform 59"/>
            <p:cNvSpPr>
              <a:spLocks/>
            </p:cNvSpPr>
            <p:nvPr/>
          </p:nvSpPr>
          <p:spPr bwMode="auto">
            <a:xfrm>
              <a:off x="1091" y="2087"/>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4" y="8"/>
                  </a:lnTo>
                  <a:lnTo>
                    <a:pt x="171" y="18"/>
                  </a:lnTo>
                  <a:lnTo>
                    <a:pt x="148" y="34"/>
                  </a:lnTo>
                  <a:lnTo>
                    <a:pt x="126" y="51"/>
                  </a:lnTo>
                  <a:lnTo>
                    <a:pt x="106" y="73"/>
                  </a:lnTo>
                  <a:lnTo>
                    <a:pt x="89" y="98"/>
                  </a:lnTo>
                  <a:lnTo>
                    <a:pt x="71" y="125"/>
                  </a:lnTo>
                  <a:lnTo>
                    <a:pt x="55" y="155"/>
                  </a:lnTo>
                  <a:lnTo>
                    <a:pt x="41" y="188"/>
                  </a:lnTo>
                  <a:lnTo>
                    <a:pt x="29" y="222"/>
                  </a:lnTo>
                  <a:lnTo>
                    <a:pt x="18" y="261"/>
                  </a:lnTo>
                  <a:lnTo>
                    <a:pt x="10" y="298"/>
                  </a:lnTo>
                  <a:lnTo>
                    <a:pt x="4" y="338"/>
                  </a:lnTo>
                  <a:lnTo>
                    <a:pt x="1" y="382"/>
                  </a:lnTo>
                  <a:lnTo>
                    <a:pt x="0" y="424"/>
                  </a:lnTo>
                  <a:lnTo>
                    <a:pt x="11" y="424"/>
                  </a:lnTo>
                  <a:lnTo>
                    <a:pt x="13" y="382"/>
                  </a:lnTo>
                  <a:lnTo>
                    <a:pt x="16" y="341"/>
                  </a:lnTo>
                  <a:lnTo>
                    <a:pt x="22" y="301"/>
                  </a:lnTo>
                  <a:lnTo>
                    <a:pt x="30" y="263"/>
                  </a:lnTo>
                  <a:lnTo>
                    <a:pt x="41" y="227"/>
                  </a:lnTo>
                  <a:lnTo>
                    <a:pt x="52" y="193"/>
                  </a:lnTo>
                  <a:lnTo>
                    <a:pt x="66" y="160"/>
                  </a:lnTo>
                  <a:lnTo>
                    <a:pt x="80" y="132"/>
                  </a:lnTo>
                  <a:lnTo>
                    <a:pt x="98" y="105"/>
                  </a:lnTo>
                  <a:lnTo>
                    <a:pt x="116" y="80"/>
                  </a:lnTo>
                  <a:lnTo>
                    <a:pt x="136" y="60"/>
                  </a:lnTo>
                  <a:lnTo>
                    <a:pt x="155" y="43"/>
                  </a:lnTo>
                  <a:lnTo>
                    <a:pt x="178" y="30"/>
                  </a:lnTo>
                  <a:lnTo>
                    <a:pt x="199" y="19"/>
                  </a:lnTo>
                  <a:lnTo>
                    <a:pt x="221" y="14"/>
                  </a:lnTo>
                  <a:lnTo>
                    <a:pt x="245" y="11"/>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5214" name="Freeform 60"/>
            <p:cNvSpPr>
              <a:spLocks/>
            </p:cNvSpPr>
            <p:nvPr/>
          </p:nvSpPr>
          <p:spPr bwMode="auto">
            <a:xfrm>
              <a:off x="1392" y="2118"/>
              <a:ext cx="49" cy="85"/>
            </a:xfrm>
            <a:custGeom>
              <a:avLst/>
              <a:gdLst>
                <a:gd name="T0" fmla="*/ 2 w 246"/>
                <a:gd name="T1" fmla="*/ 3 h 426"/>
                <a:gd name="T2" fmla="*/ 2 w 246"/>
                <a:gd name="T3" fmla="*/ 3 h 426"/>
                <a:gd name="T4" fmla="*/ 2 w 246"/>
                <a:gd name="T5" fmla="*/ 3 h 426"/>
                <a:gd name="T6" fmla="*/ 2 w 246"/>
                <a:gd name="T7" fmla="*/ 3 h 426"/>
                <a:gd name="T8" fmla="*/ 2 w 246"/>
                <a:gd name="T9" fmla="*/ 2 h 426"/>
                <a:gd name="T10" fmla="*/ 2 w 246"/>
                <a:gd name="T11" fmla="*/ 2 h 426"/>
                <a:gd name="T12" fmla="*/ 2 w 246"/>
                <a:gd name="T13" fmla="*/ 2 h 426"/>
                <a:gd name="T14" fmla="*/ 2 w 246"/>
                <a:gd name="T15" fmla="*/ 2 h 426"/>
                <a:gd name="T16" fmla="*/ 2 w 246"/>
                <a:gd name="T17" fmla="*/ 1 h 426"/>
                <a:gd name="T18" fmla="*/ 1 w 246"/>
                <a:gd name="T19" fmla="*/ 1 h 426"/>
                <a:gd name="T20" fmla="*/ 1 w 246"/>
                <a:gd name="T21" fmla="*/ 1 h 426"/>
                <a:gd name="T22" fmla="*/ 1 w 246"/>
                <a:gd name="T23" fmla="*/ 1 h 426"/>
                <a:gd name="T24" fmla="*/ 1 w 246"/>
                <a:gd name="T25" fmla="*/ 0 h 426"/>
                <a:gd name="T26" fmla="*/ 1 w 246"/>
                <a:gd name="T27" fmla="*/ 0 h 426"/>
                <a:gd name="T28" fmla="*/ 1 w 246"/>
                <a:gd name="T29" fmla="*/ 0 h 426"/>
                <a:gd name="T30" fmla="*/ 0 w 246"/>
                <a:gd name="T31" fmla="*/ 0 h 426"/>
                <a:gd name="T32" fmla="*/ 0 w 246"/>
                <a:gd name="T33" fmla="*/ 0 h 426"/>
                <a:gd name="T34" fmla="*/ 0 w 246"/>
                <a:gd name="T35" fmla="*/ 0 h 426"/>
                <a:gd name="T36" fmla="*/ 0 w 246"/>
                <a:gd name="T37" fmla="*/ 0 h 426"/>
                <a:gd name="T38" fmla="*/ 0 w 246"/>
                <a:gd name="T39" fmla="*/ 0 h 426"/>
                <a:gd name="T40" fmla="*/ 0 w 246"/>
                <a:gd name="T41" fmla="*/ 0 h 426"/>
                <a:gd name="T42" fmla="*/ 1 w 246"/>
                <a:gd name="T43" fmla="*/ 0 h 426"/>
                <a:gd name="T44" fmla="*/ 1 w 246"/>
                <a:gd name="T45" fmla="*/ 0 h 426"/>
                <a:gd name="T46" fmla="*/ 1 w 246"/>
                <a:gd name="T47" fmla="*/ 1 h 426"/>
                <a:gd name="T48" fmla="*/ 1 w 246"/>
                <a:gd name="T49" fmla="*/ 1 h 426"/>
                <a:gd name="T50" fmla="*/ 1 w 246"/>
                <a:gd name="T51" fmla="*/ 1 h 426"/>
                <a:gd name="T52" fmla="*/ 1 w 246"/>
                <a:gd name="T53" fmla="*/ 1 h 426"/>
                <a:gd name="T54" fmla="*/ 1 w 246"/>
                <a:gd name="T55" fmla="*/ 1 h 426"/>
                <a:gd name="T56" fmla="*/ 2 w 246"/>
                <a:gd name="T57" fmla="*/ 2 h 426"/>
                <a:gd name="T58" fmla="*/ 2 w 246"/>
                <a:gd name="T59" fmla="*/ 2 h 426"/>
                <a:gd name="T60" fmla="*/ 2 w 246"/>
                <a:gd name="T61" fmla="*/ 2 h 426"/>
                <a:gd name="T62" fmla="*/ 2 w 246"/>
                <a:gd name="T63" fmla="*/ 2 h 426"/>
                <a:gd name="T64" fmla="*/ 2 w 246"/>
                <a:gd name="T65" fmla="*/ 3 h 426"/>
                <a:gd name="T66" fmla="*/ 2 w 246"/>
                <a:gd name="T67" fmla="*/ 3 h 426"/>
                <a:gd name="T68" fmla="*/ 2 w 246"/>
                <a:gd name="T69" fmla="*/ 3 h 426"/>
                <a:gd name="T70" fmla="*/ 2 w 246"/>
                <a:gd name="T71" fmla="*/ 3 h 426"/>
                <a:gd name="T72" fmla="*/ 2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246" y="426"/>
                  </a:moveTo>
                  <a:lnTo>
                    <a:pt x="246" y="426"/>
                  </a:lnTo>
                  <a:lnTo>
                    <a:pt x="245" y="384"/>
                  </a:lnTo>
                  <a:lnTo>
                    <a:pt x="242" y="340"/>
                  </a:lnTo>
                  <a:lnTo>
                    <a:pt x="236" y="301"/>
                  </a:lnTo>
                  <a:lnTo>
                    <a:pt x="228" y="262"/>
                  </a:lnTo>
                  <a:lnTo>
                    <a:pt x="217" y="224"/>
                  </a:lnTo>
                  <a:lnTo>
                    <a:pt x="205" y="190"/>
                  </a:lnTo>
                  <a:lnTo>
                    <a:pt x="191" y="158"/>
                  </a:lnTo>
                  <a:lnTo>
                    <a:pt x="176" y="126"/>
                  </a:lnTo>
                  <a:lnTo>
                    <a:pt x="157" y="99"/>
                  </a:lnTo>
                  <a:lnTo>
                    <a:pt x="139" y="75"/>
                  </a:lnTo>
                  <a:lnTo>
                    <a:pt x="119" y="53"/>
                  </a:lnTo>
                  <a:lnTo>
                    <a:pt x="96" y="34"/>
                  </a:lnTo>
                  <a:lnTo>
                    <a:pt x="75" y="19"/>
                  </a:lnTo>
                  <a:lnTo>
                    <a:pt x="51" y="9"/>
                  </a:lnTo>
                  <a:lnTo>
                    <a:pt x="26" y="3"/>
                  </a:lnTo>
                  <a:lnTo>
                    <a:pt x="0" y="0"/>
                  </a:lnTo>
                  <a:lnTo>
                    <a:pt x="0" y="12"/>
                  </a:lnTo>
                  <a:lnTo>
                    <a:pt x="24" y="15"/>
                  </a:lnTo>
                  <a:lnTo>
                    <a:pt x="46" y="20"/>
                  </a:lnTo>
                  <a:lnTo>
                    <a:pt x="68" y="31"/>
                  </a:lnTo>
                  <a:lnTo>
                    <a:pt x="89" y="44"/>
                  </a:lnTo>
                  <a:lnTo>
                    <a:pt x="109" y="63"/>
                  </a:lnTo>
                  <a:lnTo>
                    <a:pt x="129" y="83"/>
                  </a:lnTo>
                  <a:lnTo>
                    <a:pt x="148" y="106"/>
                  </a:lnTo>
                  <a:lnTo>
                    <a:pt x="164" y="133"/>
                  </a:lnTo>
                  <a:lnTo>
                    <a:pt x="180" y="162"/>
                  </a:lnTo>
                  <a:lnTo>
                    <a:pt x="194" y="195"/>
                  </a:lnTo>
                  <a:lnTo>
                    <a:pt x="205" y="229"/>
                  </a:lnTo>
                  <a:lnTo>
                    <a:pt x="216" y="264"/>
                  </a:lnTo>
                  <a:lnTo>
                    <a:pt x="224" y="303"/>
                  </a:lnTo>
                  <a:lnTo>
                    <a:pt x="230" y="343"/>
                  </a:lnTo>
                  <a:lnTo>
                    <a:pt x="233" y="384"/>
                  </a:lnTo>
                  <a:lnTo>
                    <a:pt x="235" y="426"/>
                  </a:lnTo>
                  <a:lnTo>
                    <a:pt x="246"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5215" name="Freeform 61"/>
            <p:cNvSpPr>
              <a:spLocks/>
            </p:cNvSpPr>
            <p:nvPr/>
          </p:nvSpPr>
          <p:spPr bwMode="auto">
            <a:xfrm>
              <a:off x="1392" y="2203"/>
              <a:ext cx="49" cy="85"/>
            </a:xfrm>
            <a:custGeom>
              <a:avLst/>
              <a:gdLst>
                <a:gd name="T0" fmla="*/ 0 w 246"/>
                <a:gd name="T1" fmla="*/ 3 h 424"/>
                <a:gd name="T2" fmla="*/ 0 w 246"/>
                <a:gd name="T3" fmla="*/ 3 h 424"/>
                <a:gd name="T4" fmla="*/ 0 w 246"/>
                <a:gd name="T5" fmla="*/ 3 h 424"/>
                <a:gd name="T6" fmla="*/ 0 w 246"/>
                <a:gd name="T7" fmla="*/ 3 h 424"/>
                <a:gd name="T8" fmla="*/ 1 w 246"/>
                <a:gd name="T9" fmla="*/ 3 h 424"/>
                <a:gd name="T10" fmla="*/ 1 w 246"/>
                <a:gd name="T11" fmla="*/ 3 h 424"/>
                <a:gd name="T12" fmla="*/ 1 w 246"/>
                <a:gd name="T13" fmla="*/ 3 h 424"/>
                <a:gd name="T14" fmla="*/ 1 w 246"/>
                <a:gd name="T15" fmla="*/ 3 h 424"/>
                <a:gd name="T16" fmla="*/ 1 w 246"/>
                <a:gd name="T17" fmla="*/ 3 h 424"/>
                <a:gd name="T18" fmla="*/ 1 w 246"/>
                <a:gd name="T19" fmla="*/ 2 h 424"/>
                <a:gd name="T20" fmla="*/ 2 w 246"/>
                <a:gd name="T21" fmla="*/ 2 h 424"/>
                <a:gd name="T22" fmla="*/ 2 w 246"/>
                <a:gd name="T23" fmla="*/ 2 h 424"/>
                <a:gd name="T24" fmla="*/ 2 w 246"/>
                <a:gd name="T25" fmla="*/ 2 h 424"/>
                <a:gd name="T26" fmla="*/ 2 w 246"/>
                <a:gd name="T27" fmla="*/ 1 h 424"/>
                <a:gd name="T28" fmla="*/ 2 w 246"/>
                <a:gd name="T29" fmla="*/ 1 h 424"/>
                <a:gd name="T30" fmla="*/ 2 w 246"/>
                <a:gd name="T31" fmla="*/ 1 h 424"/>
                <a:gd name="T32" fmla="*/ 2 w 246"/>
                <a:gd name="T33" fmla="*/ 0 h 424"/>
                <a:gd name="T34" fmla="*/ 2 w 246"/>
                <a:gd name="T35" fmla="*/ 0 h 424"/>
                <a:gd name="T36" fmla="*/ 2 w 246"/>
                <a:gd name="T37" fmla="*/ 0 h 424"/>
                <a:gd name="T38" fmla="*/ 2 w 246"/>
                <a:gd name="T39" fmla="*/ 0 h 424"/>
                <a:gd name="T40" fmla="*/ 2 w 246"/>
                <a:gd name="T41" fmla="*/ 1 h 424"/>
                <a:gd name="T42" fmla="*/ 2 w 246"/>
                <a:gd name="T43" fmla="*/ 1 h 424"/>
                <a:gd name="T44" fmla="*/ 2 w 246"/>
                <a:gd name="T45" fmla="*/ 1 h 424"/>
                <a:gd name="T46" fmla="*/ 2 w 246"/>
                <a:gd name="T47" fmla="*/ 2 h 424"/>
                <a:gd name="T48" fmla="*/ 2 w 246"/>
                <a:gd name="T49" fmla="*/ 2 h 424"/>
                <a:gd name="T50" fmla="*/ 1 w 246"/>
                <a:gd name="T51" fmla="*/ 2 h 424"/>
                <a:gd name="T52" fmla="*/ 1 w 246"/>
                <a:gd name="T53" fmla="*/ 2 h 424"/>
                <a:gd name="T54" fmla="*/ 1 w 246"/>
                <a:gd name="T55" fmla="*/ 3 h 424"/>
                <a:gd name="T56" fmla="*/ 1 w 246"/>
                <a:gd name="T57" fmla="*/ 3 h 424"/>
                <a:gd name="T58" fmla="*/ 1 w 246"/>
                <a:gd name="T59" fmla="*/ 3 h 424"/>
                <a:gd name="T60" fmla="*/ 1 w 246"/>
                <a:gd name="T61" fmla="*/ 3 h 424"/>
                <a:gd name="T62" fmla="*/ 1 w 246"/>
                <a:gd name="T63" fmla="*/ 3 h 424"/>
                <a:gd name="T64" fmla="*/ 0 w 246"/>
                <a:gd name="T65" fmla="*/ 3 h 424"/>
                <a:gd name="T66" fmla="*/ 0 w 246"/>
                <a:gd name="T67" fmla="*/ 3 h 424"/>
                <a:gd name="T68" fmla="*/ 0 w 246"/>
                <a:gd name="T69" fmla="*/ 3 h 424"/>
                <a:gd name="T70" fmla="*/ 0 w 246"/>
                <a:gd name="T71" fmla="*/ 3 h 424"/>
                <a:gd name="T72" fmla="*/ 0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0" y="424"/>
                  </a:moveTo>
                  <a:lnTo>
                    <a:pt x="0" y="424"/>
                  </a:lnTo>
                  <a:lnTo>
                    <a:pt x="26" y="422"/>
                  </a:lnTo>
                  <a:lnTo>
                    <a:pt x="51" y="416"/>
                  </a:lnTo>
                  <a:lnTo>
                    <a:pt x="75" y="406"/>
                  </a:lnTo>
                  <a:lnTo>
                    <a:pt x="96" y="390"/>
                  </a:lnTo>
                  <a:lnTo>
                    <a:pt x="119" y="373"/>
                  </a:lnTo>
                  <a:lnTo>
                    <a:pt x="139" y="351"/>
                  </a:lnTo>
                  <a:lnTo>
                    <a:pt x="157" y="326"/>
                  </a:lnTo>
                  <a:lnTo>
                    <a:pt x="175" y="299"/>
                  </a:lnTo>
                  <a:lnTo>
                    <a:pt x="191" y="269"/>
                  </a:lnTo>
                  <a:lnTo>
                    <a:pt x="205" y="236"/>
                  </a:lnTo>
                  <a:lnTo>
                    <a:pt x="217" y="202"/>
                  </a:lnTo>
                  <a:lnTo>
                    <a:pt x="228" y="163"/>
                  </a:lnTo>
                  <a:lnTo>
                    <a:pt x="236" y="125"/>
                  </a:lnTo>
                  <a:lnTo>
                    <a:pt x="242" y="86"/>
                  </a:lnTo>
                  <a:lnTo>
                    <a:pt x="245" y="42"/>
                  </a:lnTo>
                  <a:lnTo>
                    <a:pt x="246" y="0"/>
                  </a:lnTo>
                  <a:lnTo>
                    <a:pt x="235" y="0"/>
                  </a:lnTo>
                  <a:lnTo>
                    <a:pt x="233" y="42"/>
                  </a:lnTo>
                  <a:lnTo>
                    <a:pt x="230" y="83"/>
                  </a:lnTo>
                  <a:lnTo>
                    <a:pt x="224" y="123"/>
                  </a:lnTo>
                  <a:lnTo>
                    <a:pt x="216" y="161"/>
                  </a:lnTo>
                  <a:lnTo>
                    <a:pt x="205" y="197"/>
                  </a:lnTo>
                  <a:lnTo>
                    <a:pt x="194" y="231"/>
                  </a:lnTo>
                  <a:lnTo>
                    <a:pt x="180" y="264"/>
                  </a:lnTo>
                  <a:lnTo>
                    <a:pt x="166" y="292"/>
                  </a:lnTo>
                  <a:lnTo>
                    <a:pt x="148" y="319"/>
                  </a:lnTo>
                  <a:lnTo>
                    <a:pt x="129" y="344"/>
                  </a:lnTo>
                  <a:lnTo>
                    <a:pt x="109" y="364"/>
                  </a:lnTo>
                  <a:lnTo>
                    <a:pt x="89" y="381"/>
                  </a:lnTo>
                  <a:lnTo>
                    <a:pt x="68" y="394"/>
                  </a:lnTo>
                  <a:lnTo>
                    <a:pt x="46" y="405"/>
                  </a:lnTo>
                  <a:lnTo>
                    <a:pt x="24" y="410"/>
                  </a:lnTo>
                  <a:lnTo>
                    <a:pt x="0" y="413"/>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5216" name="Freeform 62"/>
            <p:cNvSpPr>
              <a:spLocks/>
            </p:cNvSpPr>
            <p:nvPr/>
          </p:nvSpPr>
          <p:spPr bwMode="auto">
            <a:xfrm>
              <a:off x="1343" y="2203"/>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2" y="42"/>
                  </a:lnTo>
                  <a:lnTo>
                    <a:pt x="5" y="86"/>
                  </a:lnTo>
                  <a:lnTo>
                    <a:pt x="11" y="125"/>
                  </a:lnTo>
                  <a:lnTo>
                    <a:pt x="19" y="163"/>
                  </a:lnTo>
                  <a:lnTo>
                    <a:pt x="30" y="202"/>
                  </a:lnTo>
                  <a:lnTo>
                    <a:pt x="41" y="236"/>
                  </a:lnTo>
                  <a:lnTo>
                    <a:pt x="56" y="269"/>
                  </a:lnTo>
                  <a:lnTo>
                    <a:pt x="72" y="299"/>
                  </a:lnTo>
                  <a:lnTo>
                    <a:pt x="90" y="326"/>
                  </a:lnTo>
                  <a:lnTo>
                    <a:pt x="108" y="351"/>
                  </a:lnTo>
                  <a:lnTo>
                    <a:pt x="127" y="373"/>
                  </a:lnTo>
                  <a:lnTo>
                    <a:pt x="149" y="390"/>
                  </a:lnTo>
                  <a:lnTo>
                    <a:pt x="172" y="406"/>
                  </a:lnTo>
                  <a:lnTo>
                    <a:pt x="195" y="416"/>
                  </a:lnTo>
                  <a:lnTo>
                    <a:pt x="220" y="422"/>
                  </a:lnTo>
                  <a:lnTo>
                    <a:pt x="245" y="424"/>
                  </a:lnTo>
                  <a:lnTo>
                    <a:pt x="245" y="413"/>
                  </a:lnTo>
                  <a:lnTo>
                    <a:pt x="222" y="410"/>
                  </a:lnTo>
                  <a:lnTo>
                    <a:pt x="200" y="405"/>
                  </a:lnTo>
                  <a:lnTo>
                    <a:pt x="179" y="394"/>
                  </a:lnTo>
                  <a:lnTo>
                    <a:pt x="156" y="381"/>
                  </a:lnTo>
                  <a:lnTo>
                    <a:pt x="136" y="364"/>
                  </a:lnTo>
                  <a:lnTo>
                    <a:pt x="118" y="344"/>
                  </a:lnTo>
                  <a:lnTo>
                    <a:pt x="99" y="319"/>
                  </a:lnTo>
                  <a:lnTo>
                    <a:pt x="81" y="292"/>
                  </a:lnTo>
                  <a:lnTo>
                    <a:pt x="67" y="264"/>
                  </a:lnTo>
                  <a:lnTo>
                    <a:pt x="53" y="231"/>
                  </a:lnTo>
                  <a:lnTo>
                    <a:pt x="41" y="197"/>
                  </a:lnTo>
                  <a:lnTo>
                    <a:pt x="31" y="161"/>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5217" name="Freeform 63"/>
            <p:cNvSpPr>
              <a:spLocks/>
            </p:cNvSpPr>
            <p:nvPr/>
          </p:nvSpPr>
          <p:spPr bwMode="auto">
            <a:xfrm>
              <a:off x="1343" y="2118"/>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1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20" y="3"/>
                  </a:lnTo>
                  <a:lnTo>
                    <a:pt x="195" y="9"/>
                  </a:lnTo>
                  <a:lnTo>
                    <a:pt x="172" y="19"/>
                  </a:lnTo>
                  <a:lnTo>
                    <a:pt x="149" y="34"/>
                  </a:lnTo>
                  <a:lnTo>
                    <a:pt x="127" y="53"/>
                  </a:lnTo>
                  <a:lnTo>
                    <a:pt x="108" y="75"/>
                  </a:lnTo>
                  <a:lnTo>
                    <a:pt x="90" y="99"/>
                  </a:lnTo>
                  <a:lnTo>
                    <a:pt x="71" y="126"/>
                  </a:lnTo>
                  <a:lnTo>
                    <a:pt x="56" y="158"/>
                  </a:lnTo>
                  <a:lnTo>
                    <a:pt x="41" y="190"/>
                  </a:lnTo>
                  <a:lnTo>
                    <a:pt x="30" y="224"/>
                  </a:lnTo>
                  <a:lnTo>
                    <a:pt x="19" y="262"/>
                  </a:lnTo>
                  <a:lnTo>
                    <a:pt x="11" y="301"/>
                  </a:lnTo>
                  <a:lnTo>
                    <a:pt x="5" y="340"/>
                  </a:lnTo>
                  <a:lnTo>
                    <a:pt x="2" y="384"/>
                  </a:lnTo>
                  <a:lnTo>
                    <a:pt x="0" y="426"/>
                  </a:lnTo>
                  <a:lnTo>
                    <a:pt x="12" y="426"/>
                  </a:lnTo>
                  <a:lnTo>
                    <a:pt x="13" y="384"/>
                  </a:lnTo>
                  <a:lnTo>
                    <a:pt x="17" y="343"/>
                  </a:lnTo>
                  <a:lnTo>
                    <a:pt x="23" y="303"/>
                  </a:lnTo>
                  <a:lnTo>
                    <a:pt x="31" y="264"/>
                  </a:lnTo>
                  <a:lnTo>
                    <a:pt x="41" y="229"/>
                  </a:lnTo>
                  <a:lnTo>
                    <a:pt x="53" y="195"/>
                  </a:lnTo>
                  <a:lnTo>
                    <a:pt x="67" y="162"/>
                  </a:lnTo>
                  <a:lnTo>
                    <a:pt x="82" y="133"/>
                  </a:lnTo>
                  <a:lnTo>
                    <a:pt x="99" y="106"/>
                  </a:lnTo>
                  <a:lnTo>
                    <a:pt x="118" y="83"/>
                  </a:lnTo>
                  <a:lnTo>
                    <a:pt x="136" y="63"/>
                  </a:lnTo>
                  <a:lnTo>
                    <a:pt x="156" y="44"/>
                  </a:lnTo>
                  <a:lnTo>
                    <a:pt x="179" y="31"/>
                  </a:lnTo>
                  <a:lnTo>
                    <a:pt x="200" y="20"/>
                  </a:lnTo>
                  <a:lnTo>
                    <a:pt x="222" y="15"/>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5218" name="Freeform 64"/>
            <p:cNvSpPr>
              <a:spLocks/>
            </p:cNvSpPr>
            <p:nvPr/>
          </p:nvSpPr>
          <p:spPr bwMode="auto">
            <a:xfrm>
              <a:off x="1384" y="1859"/>
              <a:ext cx="49" cy="84"/>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1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3" y="382"/>
                  </a:lnTo>
                  <a:lnTo>
                    <a:pt x="240" y="339"/>
                  </a:lnTo>
                  <a:lnTo>
                    <a:pt x="234" y="299"/>
                  </a:lnTo>
                  <a:lnTo>
                    <a:pt x="226" y="261"/>
                  </a:lnTo>
                  <a:lnTo>
                    <a:pt x="215" y="222"/>
                  </a:lnTo>
                  <a:lnTo>
                    <a:pt x="204" y="188"/>
                  </a:lnTo>
                  <a:lnTo>
                    <a:pt x="189" y="156"/>
                  </a:lnTo>
                  <a:lnTo>
                    <a:pt x="173" y="125"/>
                  </a:lnTo>
                  <a:lnTo>
                    <a:pt x="155" y="98"/>
                  </a:lnTo>
                  <a:lnTo>
                    <a:pt x="138" y="74"/>
                  </a:lnTo>
                  <a:lnTo>
                    <a:pt x="118" y="51"/>
                  </a:lnTo>
                  <a:lnTo>
                    <a:pt x="96" y="34"/>
                  </a:lnTo>
                  <a:lnTo>
                    <a:pt x="73" y="18"/>
                  </a:lnTo>
                  <a:lnTo>
                    <a:pt x="50" y="8"/>
                  </a:lnTo>
                  <a:lnTo>
                    <a:pt x="25" y="2"/>
                  </a:lnTo>
                  <a:lnTo>
                    <a:pt x="0" y="0"/>
                  </a:lnTo>
                  <a:lnTo>
                    <a:pt x="0" y="11"/>
                  </a:lnTo>
                  <a:lnTo>
                    <a:pt x="23" y="14"/>
                  </a:lnTo>
                  <a:lnTo>
                    <a:pt x="45" y="20"/>
                  </a:lnTo>
                  <a:lnTo>
                    <a:pt x="66" y="30"/>
                  </a:lnTo>
                  <a:lnTo>
                    <a:pt x="89" y="43"/>
                  </a:lnTo>
                  <a:lnTo>
                    <a:pt x="109" y="61"/>
                  </a:lnTo>
                  <a:lnTo>
                    <a:pt x="129" y="81"/>
                  </a:lnTo>
                  <a:lnTo>
                    <a:pt x="146" y="105"/>
                  </a:lnTo>
                  <a:lnTo>
                    <a:pt x="164" y="132"/>
                  </a:lnTo>
                  <a:lnTo>
                    <a:pt x="178" y="160"/>
                  </a:lnTo>
                  <a:lnTo>
                    <a:pt x="192" y="193"/>
                  </a:lnTo>
                  <a:lnTo>
                    <a:pt x="204" y="227"/>
                  </a:lnTo>
                  <a:lnTo>
                    <a:pt x="214" y="264"/>
                  </a:lnTo>
                  <a:lnTo>
                    <a:pt x="222" y="301"/>
                  </a:lnTo>
                  <a:lnTo>
                    <a:pt x="228"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5219" name="Freeform 65"/>
            <p:cNvSpPr>
              <a:spLocks/>
            </p:cNvSpPr>
            <p:nvPr/>
          </p:nvSpPr>
          <p:spPr bwMode="auto">
            <a:xfrm>
              <a:off x="1384" y="1943"/>
              <a:ext cx="49" cy="86"/>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5" y="423"/>
                  </a:lnTo>
                  <a:lnTo>
                    <a:pt x="50" y="418"/>
                  </a:lnTo>
                  <a:lnTo>
                    <a:pt x="73" y="407"/>
                  </a:lnTo>
                  <a:lnTo>
                    <a:pt x="96" y="392"/>
                  </a:lnTo>
                  <a:lnTo>
                    <a:pt x="118" y="374"/>
                  </a:lnTo>
                  <a:lnTo>
                    <a:pt x="138" y="352"/>
                  </a:lnTo>
                  <a:lnTo>
                    <a:pt x="155" y="327"/>
                  </a:lnTo>
                  <a:lnTo>
                    <a:pt x="174" y="300"/>
                  </a:lnTo>
                  <a:lnTo>
                    <a:pt x="189" y="269"/>
                  </a:lnTo>
                  <a:lnTo>
                    <a:pt x="204" y="237"/>
                  </a:lnTo>
                  <a:lnTo>
                    <a:pt x="215" y="202"/>
                  </a:lnTo>
                  <a:lnTo>
                    <a:pt x="226" y="164"/>
                  </a:lnTo>
                  <a:lnTo>
                    <a:pt x="234" y="126"/>
                  </a:lnTo>
                  <a:lnTo>
                    <a:pt x="240" y="86"/>
                  </a:lnTo>
                  <a:lnTo>
                    <a:pt x="243" y="42"/>
                  </a:lnTo>
                  <a:lnTo>
                    <a:pt x="245" y="0"/>
                  </a:lnTo>
                  <a:lnTo>
                    <a:pt x="233" y="0"/>
                  </a:lnTo>
                  <a:lnTo>
                    <a:pt x="232" y="42"/>
                  </a:lnTo>
                  <a:lnTo>
                    <a:pt x="228" y="83"/>
                  </a:lnTo>
                  <a:lnTo>
                    <a:pt x="222" y="123"/>
                  </a:lnTo>
                  <a:lnTo>
                    <a:pt x="214" y="162"/>
                  </a:lnTo>
                  <a:lnTo>
                    <a:pt x="204" y="197"/>
                  </a:lnTo>
                  <a:lnTo>
                    <a:pt x="192" y="232"/>
                  </a:lnTo>
                  <a:lnTo>
                    <a:pt x="178" y="264"/>
                  </a:lnTo>
                  <a:lnTo>
                    <a:pt x="163" y="293"/>
                  </a:lnTo>
                  <a:lnTo>
                    <a:pt x="146" y="320"/>
                  </a:lnTo>
                  <a:lnTo>
                    <a:pt x="129" y="345"/>
                  </a:lnTo>
                  <a:lnTo>
                    <a:pt x="109" y="365"/>
                  </a:lnTo>
                  <a:lnTo>
                    <a:pt x="89" y="382"/>
                  </a:lnTo>
                  <a:lnTo>
                    <a:pt x="66" y="395"/>
                  </a:lnTo>
                  <a:lnTo>
                    <a:pt x="45" y="406"/>
                  </a:lnTo>
                  <a:lnTo>
                    <a:pt x="23"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5220" name="Freeform 66"/>
            <p:cNvSpPr>
              <a:spLocks/>
            </p:cNvSpPr>
            <p:nvPr/>
          </p:nvSpPr>
          <p:spPr bwMode="auto">
            <a:xfrm>
              <a:off x="1335" y="1943"/>
              <a:ext cx="49" cy="86"/>
            </a:xfrm>
            <a:custGeom>
              <a:avLst/>
              <a:gdLst>
                <a:gd name="T0" fmla="*/ 0 w 246"/>
                <a:gd name="T1" fmla="*/ 0 h 426"/>
                <a:gd name="T2" fmla="*/ 0 w 246"/>
                <a:gd name="T3" fmla="*/ 0 h 426"/>
                <a:gd name="T4" fmla="*/ 0 w 246"/>
                <a:gd name="T5" fmla="*/ 0 h 426"/>
                <a:gd name="T6" fmla="*/ 0 w 246"/>
                <a:gd name="T7" fmla="*/ 1 h 426"/>
                <a:gd name="T8" fmla="*/ 0 w 246"/>
                <a:gd name="T9" fmla="*/ 1 h 426"/>
                <a:gd name="T10" fmla="*/ 0 w 246"/>
                <a:gd name="T11" fmla="*/ 1 h 426"/>
                <a:gd name="T12" fmla="*/ 0 w 246"/>
                <a:gd name="T13" fmla="*/ 2 h 426"/>
                <a:gd name="T14" fmla="*/ 0 w 246"/>
                <a:gd name="T15" fmla="*/ 2 h 426"/>
                <a:gd name="T16" fmla="*/ 0 w 246"/>
                <a:gd name="T17" fmla="*/ 2 h 426"/>
                <a:gd name="T18" fmla="*/ 1 w 246"/>
                <a:gd name="T19" fmla="*/ 2 h 426"/>
                <a:gd name="T20" fmla="*/ 1 w 246"/>
                <a:gd name="T21" fmla="*/ 3 h 426"/>
                <a:gd name="T22" fmla="*/ 1 w 246"/>
                <a:gd name="T23" fmla="*/ 3 h 426"/>
                <a:gd name="T24" fmla="*/ 1 w 246"/>
                <a:gd name="T25" fmla="*/ 3 h 426"/>
                <a:gd name="T26" fmla="*/ 1 w 246"/>
                <a:gd name="T27" fmla="*/ 3 h 426"/>
                <a:gd name="T28" fmla="*/ 1 w 246"/>
                <a:gd name="T29" fmla="*/ 3 h 426"/>
                <a:gd name="T30" fmla="*/ 2 w 246"/>
                <a:gd name="T31" fmla="*/ 3 h 426"/>
                <a:gd name="T32" fmla="*/ 2 w 246"/>
                <a:gd name="T33" fmla="*/ 3 h 426"/>
                <a:gd name="T34" fmla="*/ 2 w 246"/>
                <a:gd name="T35" fmla="*/ 3 h 426"/>
                <a:gd name="T36" fmla="*/ 2 w 246"/>
                <a:gd name="T37" fmla="*/ 3 h 426"/>
                <a:gd name="T38" fmla="*/ 2 w 246"/>
                <a:gd name="T39" fmla="*/ 3 h 426"/>
                <a:gd name="T40" fmla="*/ 2 w 246"/>
                <a:gd name="T41" fmla="*/ 3 h 426"/>
                <a:gd name="T42" fmla="*/ 1 w 246"/>
                <a:gd name="T43" fmla="*/ 3 h 426"/>
                <a:gd name="T44" fmla="*/ 1 w 246"/>
                <a:gd name="T45" fmla="*/ 3 h 426"/>
                <a:gd name="T46" fmla="*/ 1 w 246"/>
                <a:gd name="T47" fmla="*/ 3 h 426"/>
                <a:gd name="T48" fmla="*/ 1 w 246"/>
                <a:gd name="T49" fmla="*/ 3 h 426"/>
                <a:gd name="T50" fmla="*/ 1 w 246"/>
                <a:gd name="T51" fmla="*/ 3 h 426"/>
                <a:gd name="T52" fmla="*/ 1 w 246"/>
                <a:gd name="T53" fmla="*/ 2 h 426"/>
                <a:gd name="T54" fmla="*/ 1 w 246"/>
                <a:gd name="T55" fmla="*/ 2 h 426"/>
                <a:gd name="T56" fmla="*/ 0 w 246"/>
                <a:gd name="T57" fmla="*/ 2 h 426"/>
                <a:gd name="T58" fmla="*/ 0 w 246"/>
                <a:gd name="T59" fmla="*/ 2 h 426"/>
                <a:gd name="T60" fmla="*/ 0 w 246"/>
                <a:gd name="T61" fmla="*/ 1 h 426"/>
                <a:gd name="T62" fmla="*/ 0 w 246"/>
                <a:gd name="T63" fmla="*/ 1 h 426"/>
                <a:gd name="T64" fmla="*/ 0 w 246"/>
                <a:gd name="T65" fmla="*/ 1 h 426"/>
                <a:gd name="T66" fmla="*/ 0 w 246"/>
                <a:gd name="T67" fmla="*/ 0 h 426"/>
                <a:gd name="T68" fmla="*/ 0 w 246"/>
                <a:gd name="T69" fmla="*/ 0 h 426"/>
                <a:gd name="T70" fmla="*/ 0 w 246"/>
                <a:gd name="T71" fmla="*/ 0 h 426"/>
                <a:gd name="T72" fmla="*/ 0 w 246"/>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0"/>
                  </a:moveTo>
                  <a:lnTo>
                    <a:pt x="0" y="0"/>
                  </a:lnTo>
                  <a:lnTo>
                    <a:pt x="1" y="42"/>
                  </a:lnTo>
                  <a:lnTo>
                    <a:pt x="4" y="86"/>
                  </a:lnTo>
                  <a:lnTo>
                    <a:pt x="10" y="126"/>
                  </a:lnTo>
                  <a:lnTo>
                    <a:pt x="18" y="164"/>
                  </a:lnTo>
                  <a:lnTo>
                    <a:pt x="29" y="202"/>
                  </a:lnTo>
                  <a:lnTo>
                    <a:pt x="41" y="237"/>
                  </a:lnTo>
                  <a:lnTo>
                    <a:pt x="55" y="269"/>
                  </a:lnTo>
                  <a:lnTo>
                    <a:pt x="71" y="300"/>
                  </a:lnTo>
                  <a:lnTo>
                    <a:pt x="89" y="327"/>
                  </a:lnTo>
                  <a:lnTo>
                    <a:pt x="107" y="352"/>
                  </a:lnTo>
                  <a:lnTo>
                    <a:pt x="127" y="374"/>
                  </a:lnTo>
                  <a:lnTo>
                    <a:pt x="150" y="392"/>
                  </a:lnTo>
                  <a:lnTo>
                    <a:pt x="171" y="407"/>
                  </a:lnTo>
                  <a:lnTo>
                    <a:pt x="195" y="418"/>
                  </a:lnTo>
                  <a:lnTo>
                    <a:pt x="220" y="423"/>
                  </a:lnTo>
                  <a:lnTo>
                    <a:pt x="246" y="426"/>
                  </a:lnTo>
                  <a:lnTo>
                    <a:pt x="246" y="414"/>
                  </a:lnTo>
                  <a:lnTo>
                    <a:pt x="222" y="412"/>
                  </a:lnTo>
                  <a:lnTo>
                    <a:pt x="200" y="406"/>
                  </a:lnTo>
                  <a:lnTo>
                    <a:pt x="178" y="395"/>
                  </a:lnTo>
                  <a:lnTo>
                    <a:pt x="157" y="382"/>
                  </a:lnTo>
                  <a:lnTo>
                    <a:pt x="137" y="365"/>
                  </a:lnTo>
                  <a:lnTo>
                    <a:pt x="117" y="345"/>
                  </a:lnTo>
                  <a:lnTo>
                    <a:pt x="98" y="320"/>
                  </a:lnTo>
                  <a:lnTo>
                    <a:pt x="83" y="293"/>
                  </a:lnTo>
                  <a:lnTo>
                    <a:pt x="66" y="264"/>
                  </a:lnTo>
                  <a:lnTo>
                    <a:pt x="52" y="232"/>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5221" name="Freeform 67"/>
            <p:cNvSpPr>
              <a:spLocks/>
            </p:cNvSpPr>
            <p:nvPr/>
          </p:nvSpPr>
          <p:spPr bwMode="auto">
            <a:xfrm>
              <a:off x="1335" y="1859"/>
              <a:ext cx="49" cy="84"/>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1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0" y="2"/>
                  </a:lnTo>
                  <a:lnTo>
                    <a:pt x="195" y="8"/>
                  </a:lnTo>
                  <a:lnTo>
                    <a:pt x="171" y="18"/>
                  </a:lnTo>
                  <a:lnTo>
                    <a:pt x="150" y="34"/>
                  </a:lnTo>
                  <a:lnTo>
                    <a:pt x="127" y="51"/>
                  </a:lnTo>
                  <a:lnTo>
                    <a:pt x="107" y="74"/>
                  </a:lnTo>
                  <a:lnTo>
                    <a:pt x="89" y="98"/>
                  </a:lnTo>
                  <a:lnTo>
                    <a:pt x="72" y="125"/>
                  </a:lnTo>
                  <a:lnTo>
                    <a:pt x="55" y="156"/>
                  </a:lnTo>
                  <a:lnTo>
                    <a:pt x="41" y="188"/>
                  </a:lnTo>
                  <a:lnTo>
                    <a:pt x="29" y="222"/>
                  </a:lnTo>
                  <a:lnTo>
                    <a:pt x="18" y="261"/>
                  </a:lnTo>
                  <a:lnTo>
                    <a:pt x="10" y="299"/>
                  </a:lnTo>
                  <a:lnTo>
                    <a:pt x="4" y="339"/>
                  </a:lnTo>
                  <a:lnTo>
                    <a:pt x="1" y="382"/>
                  </a:lnTo>
                  <a:lnTo>
                    <a:pt x="0" y="424"/>
                  </a:lnTo>
                  <a:lnTo>
                    <a:pt x="11" y="424"/>
                  </a:lnTo>
                  <a:lnTo>
                    <a:pt x="13" y="382"/>
                  </a:lnTo>
                  <a:lnTo>
                    <a:pt x="16" y="341"/>
                  </a:lnTo>
                  <a:lnTo>
                    <a:pt x="22" y="301"/>
                  </a:lnTo>
                  <a:lnTo>
                    <a:pt x="30" y="264"/>
                  </a:lnTo>
                  <a:lnTo>
                    <a:pt x="41" y="227"/>
                  </a:lnTo>
                  <a:lnTo>
                    <a:pt x="52" y="193"/>
                  </a:lnTo>
                  <a:lnTo>
                    <a:pt x="66" y="160"/>
                  </a:lnTo>
                  <a:lnTo>
                    <a:pt x="82" y="132"/>
                  </a:lnTo>
                  <a:lnTo>
                    <a:pt x="98" y="105"/>
                  </a:lnTo>
                  <a:lnTo>
                    <a:pt x="117" y="81"/>
                  </a:lnTo>
                  <a:lnTo>
                    <a:pt x="137" y="61"/>
                  </a:lnTo>
                  <a:lnTo>
                    <a:pt x="157" y="43"/>
                  </a:lnTo>
                  <a:lnTo>
                    <a:pt x="178" y="30"/>
                  </a:lnTo>
                  <a:lnTo>
                    <a:pt x="200" y="20"/>
                  </a:lnTo>
                  <a:lnTo>
                    <a:pt x="222" y="14"/>
                  </a:lnTo>
                  <a:lnTo>
                    <a:pt x="246" y="11"/>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5222" name="Freeform 68"/>
            <p:cNvSpPr>
              <a:spLocks/>
            </p:cNvSpPr>
            <p:nvPr/>
          </p:nvSpPr>
          <p:spPr bwMode="auto">
            <a:xfrm>
              <a:off x="1552" y="1751"/>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1" y="339"/>
                  </a:lnTo>
                  <a:lnTo>
                    <a:pt x="235" y="299"/>
                  </a:lnTo>
                  <a:lnTo>
                    <a:pt x="226" y="261"/>
                  </a:lnTo>
                  <a:lnTo>
                    <a:pt x="216" y="223"/>
                  </a:lnTo>
                  <a:lnTo>
                    <a:pt x="204" y="189"/>
                  </a:lnTo>
                  <a:lnTo>
                    <a:pt x="190" y="156"/>
                  </a:lnTo>
                  <a:lnTo>
                    <a:pt x="174" y="125"/>
                  </a:lnTo>
                  <a:lnTo>
                    <a:pt x="156" y="98"/>
                  </a:lnTo>
                  <a:lnTo>
                    <a:pt x="137" y="74"/>
                  </a:lnTo>
                  <a:lnTo>
                    <a:pt x="119" y="52"/>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8" y="81"/>
                  </a:lnTo>
                  <a:lnTo>
                    <a:pt x="147" y="105"/>
                  </a:lnTo>
                  <a:lnTo>
                    <a:pt x="164" y="132"/>
                  </a:lnTo>
                  <a:lnTo>
                    <a:pt x="178" y="161"/>
                  </a:lnTo>
                  <a:lnTo>
                    <a:pt x="193" y="193"/>
                  </a:lnTo>
                  <a:lnTo>
                    <a:pt x="204" y="227"/>
                  </a:lnTo>
                  <a:lnTo>
                    <a:pt x="215" y="264"/>
                  </a:lnTo>
                  <a:lnTo>
                    <a:pt x="223" y="301"/>
                  </a:lnTo>
                  <a:lnTo>
                    <a:pt x="229" y="341"/>
                  </a:lnTo>
                  <a:lnTo>
                    <a:pt x="232" y="382"/>
                  </a:lnTo>
                  <a:lnTo>
                    <a:pt x="234"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5223" name="Freeform 69"/>
            <p:cNvSpPr>
              <a:spLocks/>
            </p:cNvSpPr>
            <p:nvPr/>
          </p:nvSpPr>
          <p:spPr bwMode="auto">
            <a:xfrm>
              <a:off x="1552" y="1836"/>
              <a:ext cx="49" cy="85"/>
            </a:xfrm>
            <a:custGeom>
              <a:avLst/>
              <a:gdLst>
                <a:gd name="T0" fmla="*/ 0 w 245"/>
                <a:gd name="T1" fmla="*/ 3 h 425"/>
                <a:gd name="T2" fmla="*/ 0 w 245"/>
                <a:gd name="T3" fmla="*/ 3 h 425"/>
                <a:gd name="T4" fmla="*/ 0 w 245"/>
                <a:gd name="T5" fmla="*/ 3 h 425"/>
                <a:gd name="T6" fmla="*/ 0 w 245"/>
                <a:gd name="T7" fmla="*/ 3 h 425"/>
                <a:gd name="T8" fmla="*/ 1 w 245"/>
                <a:gd name="T9" fmla="*/ 3 h 425"/>
                <a:gd name="T10" fmla="*/ 1 w 245"/>
                <a:gd name="T11" fmla="*/ 3 h 425"/>
                <a:gd name="T12" fmla="*/ 1 w 245"/>
                <a:gd name="T13" fmla="*/ 3 h 425"/>
                <a:gd name="T14" fmla="*/ 1 w 245"/>
                <a:gd name="T15" fmla="*/ 3 h 425"/>
                <a:gd name="T16" fmla="*/ 1 w 245"/>
                <a:gd name="T17" fmla="*/ 3 h 425"/>
                <a:gd name="T18" fmla="*/ 1 w 245"/>
                <a:gd name="T19" fmla="*/ 2 h 425"/>
                <a:gd name="T20" fmla="*/ 2 w 245"/>
                <a:gd name="T21" fmla="*/ 2 h 425"/>
                <a:gd name="T22" fmla="*/ 2 w 245"/>
                <a:gd name="T23" fmla="*/ 2 h 425"/>
                <a:gd name="T24" fmla="*/ 2 w 245"/>
                <a:gd name="T25" fmla="*/ 2 h 425"/>
                <a:gd name="T26" fmla="*/ 2 w 245"/>
                <a:gd name="T27" fmla="*/ 1 h 425"/>
                <a:gd name="T28" fmla="*/ 2 w 245"/>
                <a:gd name="T29" fmla="*/ 1 h 425"/>
                <a:gd name="T30" fmla="*/ 2 w 245"/>
                <a:gd name="T31" fmla="*/ 1 h 425"/>
                <a:gd name="T32" fmla="*/ 2 w 245"/>
                <a:gd name="T33" fmla="*/ 0 h 425"/>
                <a:gd name="T34" fmla="*/ 2 w 245"/>
                <a:gd name="T35" fmla="*/ 0 h 425"/>
                <a:gd name="T36" fmla="*/ 2 w 245"/>
                <a:gd name="T37" fmla="*/ 0 h 425"/>
                <a:gd name="T38" fmla="*/ 2 w 245"/>
                <a:gd name="T39" fmla="*/ 0 h 425"/>
                <a:gd name="T40" fmla="*/ 2 w 245"/>
                <a:gd name="T41" fmla="*/ 1 h 425"/>
                <a:gd name="T42" fmla="*/ 2 w 245"/>
                <a:gd name="T43" fmla="*/ 1 h 425"/>
                <a:gd name="T44" fmla="*/ 2 w 245"/>
                <a:gd name="T45" fmla="*/ 1 h 425"/>
                <a:gd name="T46" fmla="*/ 2 w 245"/>
                <a:gd name="T47" fmla="*/ 2 h 425"/>
                <a:gd name="T48" fmla="*/ 2 w 245"/>
                <a:gd name="T49" fmla="*/ 2 h 425"/>
                <a:gd name="T50" fmla="*/ 1 w 245"/>
                <a:gd name="T51" fmla="*/ 2 h 425"/>
                <a:gd name="T52" fmla="*/ 1 w 245"/>
                <a:gd name="T53" fmla="*/ 2 h 425"/>
                <a:gd name="T54" fmla="*/ 1 w 245"/>
                <a:gd name="T55" fmla="*/ 3 h 425"/>
                <a:gd name="T56" fmla="*/ 1 w 245"/>
                <a:gd name="T57" fmla="*/ 3 h 425"/>
                <a:gd name="T58" fmla="*/ 1 w 245"/>
                <a:gd name="T59" fmla="*/ 3 h 425"/>
                <a:gd name="T60" fmla="*/ 1 w 245"/>
                <a:gd name="T61" fmla="*/ 3 h 425"/>
                <a:gd name="T62" fmla="*/ 1 w 245"/>
                <a:gd name="T63" fmla="*/ 3 h 425"/>
                <a:gd name="T64" fmla="*/ 0 w 245"/>
                <a:gd name="T65" fmla="*/ 3 h 425"/>
                <a:gd name="T66" fmla="*/ 0 w 245"/>
                <a:gd name="T67" fmla="*/ 3 h 425"/>
                <a:gd name="T68" fmla="*/ 0 w 245"/>
                <a:gd name="T69" fmla="*/ 3 h 425"/>
                <a:gd name="T70" fmla="*/ 0 w 245"/>
                <a:gd name="T71" fmla="*/ 3 h 425"/>
                <a:gd name="T72" fmla="*/ 0 w 245"/>
                <a:gd name="T73" fmla="*/ 3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5"/>
                <a:gd name="T113" fmla="*/ 245 w 245"/>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5">
                  <a:moveTo>
                    <a:pt x="0" y="425"/>
                  </a:moveTo>
                  <a:lnTo>
                    <a:pt x="0" y="425"/>
                  </a:lnTo>
                  <a:lnTo>
                    <a:pt x="26" y="422"/>
                  </a:lnTo>
                  <a:lnTo>
                    <a:pt x="51" y="417"/>
                  </a:lnTo>
                  <a:lnTo>
                    <a:pt x="74" y="406"/>
                  </a:lnTo>
                  <a:lnTo>
                    <a:pt x="96" y="391"/>
                  </a:lnTo>
                  <a:lnTo>
                    <a:pt x="119" y="373"/>
                  </a:lnTo>
                  <a:lnTo>
                    <a:pt x="137" y="351"/>
                  </a:lnTo>
                  <a:lnTo>
                    <a:pt x="156" y="326"/>
                  </a:lnTo>
                  <a:lnTo>
                    <a:pt x="174" y="299"/>
                  </a:lnTo>
                  <a:lnTo>
                    <a:pt x="190" y="269"/>
                  </a:lnTo>
                  <a:lnTo>
                    <a:pt x="204" y="236"/>
                  </a:lnTo>
                  <a:lnTo>
                    <a:pt x="216" y="202"/>
                  </a:lnTo>
                  <a:lnTo>
                    <a:pt x="226" y="163"/>
                  </a:lnTo>
                  <a:lnTo>
                    <a:pt x="235" y="126"/>
                  </a:lnTo>
                  <a:lnTo>
                    <a:pt x="241" y="86"/>
                  </a:lnTo>
                  <a:lnTo>
                    <a:pt x="244" y="43"/>
                  </a:lnTo>
                  <a:lnTo>
                    <a:pt x="245" y="0"/>
                  </a:lnTo>
                  <a:lnTo>
                    <a:pt x="234" y="0"/>
                  </a:lnTo>
                  <a:lnTo>
                    <a:pt x="232" y="43"/>
                  </a:lnTo>
                  <a:lnTo>
                    <a:pt x="229" y="84"/>
                  </a:lnTo>
                  <a:lnTo>
                    <a:pt x="223" y="123"/>
                  </a:lnTo>
                  <a:lnTo>
                    <a:pt x="215" y="161"/>
                  </a:lnTo>
                  <a:lnTo>
                    <a:pt x="204" y="197"/>
                  </a:lnTo>
                  <a:lnTo>
                    <a:pt x="193" y="231"/>
                  </a:lnTo>
                  <a:lnTo>
                    <a:pt x="178" y="264"/>
                  </a:lnTo>
                  <a:lnTo>
                    <a:pt x="164" y="292"/>
                  </a:lnTo>
                  <a:lnTo>
                    <a:pt x="147" y="319"/>
                  </a:lnTo>
                  <a:lnTo>
                    <a:pt x="128" y="344"/>
                  </a:lnTo>
                  <a:lnTo>
                    <a:pt x="109" y="364"/>
                  </a:lnTo>
                  <a:lnTo>
                    <a:pt x="89" y="381"/>
                  </a:lnTo>
                  <a:lnTo>
                    <a:pt x="67" y="394"/>
                  </a:lnTo>
                  <a:lnTo>
                    <a:pt x="46" y="405"/>
                  </a:lnTo>
                  <a:lnTo>
                    <a:pt x="24" y="411"/>
                  </a:lnTo>
                  <a:lnTo>
                    <a:pt x="0" y="413"/>
                  </a:lnTo>
                  <a:lnTo>
                    <a:pt x="0" y="425"/>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5224" name="Freeform 70"/>
            <p:cNvSpPr>
              <a:spLocks/>
            </p:cNvSpPr>
            <p:nvPr/>
          </p:nvSpPr>
          <p:spPr bwMode="auto">
            <a:xfrm>
              <a:off x="1502" y="1836"/>
              <a:ext cx="50" cy="85"/>
            </a:xfrm>
            <a:custGeom>
              <a:avLst/>
              <a:gdLst>
                <a:gd name="T0" fmla="*/ 0 w 246"/>
                <a:gd name="T1" fmla="*/ 0 h 425"/>
                <a:gd name="T2" fmla="*/ 0 w 246"/>
                <a:gd name="T3" fmla="*/ 0 h 425"/>
                <a:gd name="T4" fmla="*/ 0 w 246"/>
                <a:gd name="T5" fmla="*/ 0 h 425"/>
                <a:gd name="T6" fmla="*/ 0 w 246"/>
                <a:gd name="T7" fmla="*/ 1 h 425"/>
                <a:gd name="T8" fmla="*/ 0 w 246"/>
                <a:gd name="T9" fmla="*/ 1 h 425"/>
                <a:gd name="T10" fmla="*/ 0 w 246"/>
                <a:gd name="T11" fmla="*/ 1 h 425"/>
                <a:gd name="T12" fmla="*/ 0 w 246"/>
                <a:gd name="T13" fmla="*/ 2 h 425"/>
                <a:gd name="T14" fmla="*/ 0 w 246"/>
                <a:gd name="T15" fmla="*/ 2 h 425"/>
                <a:gd name="T16" fmla="*/ 0 w 246"/>
                <a:gd name="T17" fmla="*/ 2 h 425"/>
                <a:gd name="T18" fmla="*/ 1 w 246"/>
                <a:gd name="T19" fmla="*/ 2 h 425"/>
                <a:gd name="T20" fmla="*/ 1 w 246"/>
                <a:gd name="T21" fmla="*/ 3 h 425"/>
                <a:gd name="T22" fmla="*/ 1 w 246"/>
                <a:gd name="T23" fmla="*/ 3 h 425"/>
                <a:gd name="T24" fmla="*/ 1 w 246"/>
                <a:gd name="T25" fmla="*/ 3 h 425"/>
                <a:gd name="T26" fmla="*/ 1 w 246"/>
                <a:gd name="T27" fmla="*/ 3 h 425"/>
                <a:gd name="T28" fmla="*/ 1 w 246"/>
                <a:gd name="T29" fmla="*/ 3 h 425"/>
                <a:gd name="T30" fmla="*/ 2 w 246"/>
                <a:gd name="T31" fmla="*/ 3 h 425"/>
                <a:gd name="T32" fmla="*/ 2 w 246"/>
                <a:gd name="T33" fmla="*/ 3 h 425"/>
                <a:gd name="T34" fmla="*/ 2 w 246"/>
                <a:gd name="T35" fmla="*/ 3 h 425"/>
                <a:gd name="T36" fmla="*/ 2 w 246"/>
                <a:gd name="T37" fmla="*/ 3 h 425"/>
                <a:gd name="T38" fmla="*/ 2 w 246"/>
                <a:gd name="T39" fmla="*/ 3 h 425"/>
                <a:gd name="T40" fmla="*/ 2 w 246"/>
                <a:gd name="T41" fmla="*/ 3 h 425"/>
                <a:gd name="T42" fmla="*/ 1 w 246"/>
                <a:gd name="T43" fmla="*/ 3 h 425"/>
                <a:gd name="T44" fmla="*/ 1 w 246"/>
                <a:gd name="T45" fmla="*/ 3 h 425"/>
                <a:gd name="T46" fmla="*/ 1 w 246"/>
                <a:gd name="T47" fmla="*/ 3 h 425"/>
                <a:gd name="T48" fmla="*/ 1 w 246"/>
                <a:gd name="T49" fmla="*/ 3 h 425"/>
                <a:gd name="T50" fmla="*/ 1 w 246"/>
                <a:gd name="T51" fmla="*/ 3 h 425"/>
                <a:gd name="T52" fmla="*/ 1 w 246"/>
                <a:gd name="T53" fmla="*/ 2 h 425"/>
                <a:gd name="T54" fmla="*/ 1 w 246"/>
                <a:gd name="T55" fmla="*/ 2 h 425"/>
                <a:gd name="T56" fmla="*/ 0 w 246"/>
                <a:gd name="T57" fmla="*/ 2 h 425"/>
                <a:gd name="T58" fmla="*/ 0 w 246"/>
                <a:gd name="T59" fmla="*/ 2 h 425"/>
                <a:gd name="T60" fmla="*/ 0 w 246"/>
                <a:gd name="T61" fmla="*/ 1 h 425"/>
                <a:gd name="T62" fmla="*/ 0 w 246"/>
                <a:gd name="T63" fmla="*/ 1 h 425"/>
                <a:gd name="T64" fmla="*/ 0 w 246"/>
                <a:gd name="T65" fmla="*/ 1 h 425"/>
                <a:gd name="T66" fmla="*/ 0 w 246"/>
                <a:gd name="T67" fmla="*/ 0 h 425"/>
                <a:gd name="T68" fmla="*/ 0 w 246"/>
                <a:gd name="T69" fmla="*/ 0 h 425"/>
                <a:gd name="T70" fmla="*/ 0 w 246"/>
                <a:gd name="T71" fmla="*/ 0 h 425"/>
                <a:gd name="T72" fmla="*/ 0 w 246"/>
                <a:gd name="T73" fmla="*/ 0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5"/>
                <a:gd name="T113" fmla="*/ 246 w 246"/>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5">
                  <a:moveTo>
                    <a:pt x="0" y="0"/>
                  </a:moveTo>
                  <a:lnTo>
                    <a:pt x="0" y="0"/>
                  </a:lnTo>
                  <a:lnTo>
                    <a:pt x="2" y="43"/>
                  </a:lnTo>
                  <a:lnTo>
                    <a:pt x="5" y="86"/>
                  </a:lnTo>
                  <a:lnTo>
                    <a:pt x="11" y="126"/>
                  </a:lnTo>
                  <a:lnTo>
                    <a:pt x="19" y="163"/>
                  </a:lnTo>
                  <a:lnTo>
                    <a:pt x="30" y="202"/>
                  </a:lnTo>
                  <a:lnTo>
                    <a:pt x="41" y="236"/>
                  </a:lnTo>
                  <a:lnTo>
                    <a:pt x="55" y="269"/>
                  </a:lnTo>
                  <a:lnTo>
                    <a:pt x="73" y="299"/>
                  </a:lnTo>
                  <a:lnTo>
                    <a:pt x="89" y="326"/>
                  </a:lnTo>
                  <a:lnTo>
                    <a:pt x="108" y="351"/>
                  </a:lnTo>
                  <a:lnTo>
                    <a:pt x="128" y="373"/>
                  </a:lnTo>
                  <a:lnTo>
                    <a:pt x="150" y="391"/>
                  </a:lnTo>
                  <a:lnTo>
                    <a:pt x="171" y="406"/>
                  </a:lnTo>
                  <a:lnTo>
                    <a:pt x="196" y="417"/>
                  </a:lnTo>
                  <a:lnTo>
                    <a:pt x="221" y="422"/>
                  </a:lnTo>
                  <a:lnTo>
                    <a:pt x="246" y="425"/>
                  </a:lnTo>
                  <a:lnTo>
                    <a:pt x="246" y="413"/>
                  </a:lnTo>
                  <a:lnTo>
                    <a:pt x="223" y="411"/>
                  </a:lnTo>
                  <a:lnTo>
                    <a:pt x="201" y="405"/>
                  </a:lnTo>
                  <a:lnTo>
                    <a:pt x="178" y="394"/>
                  </a:lnTo>
                  <a:lnTo>
                    <a:pt x="157" y="381"/>
                  </a:lnTo>
                  <a:lnTo>
                    <a:pt x="137" y="364"/>
                  </a:lnTo>
                  <a:lnTo>
                    <a:pt x="117" y="344"/>
                  </a:lnTo>
                  <a:lnTo>
                    <a:pt x="99" y="319"/>
                  </a:lnTo>
                  <a:lnTo>
                    <a:pt x="82" y="292"/>
                  </a:lnTo>
                  <a:lnTo>
                    <a:pt x="67" y="264"/>
                  </a:lnTo>
                  <a:lnTo>
                    <a:pt x="53" y="231"/>
                  </a:lnTo>
                  <a:lnTo>
                    <a:pt x="41" y="197"/>
                  </a:lnTo>
                  <a:lnTo>
                    <a:pt x="31" y="161"/>
                  </a:lnTo>
                  <a:lnTo>
                    <a:pt x="23" y="123"/>
                  </a:lnTo>
                  <a:lnTo>
                    <a:pt x="17" y="84"/>
                  </a:lnTo>
                  <a:lnTo>
                    <a:pt x="13" y="4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5225" name="Freeform 71"/>
            <p:cNvSpPr>
              <a:spLocks/>
            </p:cNvSpPr>
            <p:nvPr/>
          </p:nvSpPr>
          <p:spPr bwMode="auto">
            <a:xfrm>
              <a:off x="1502" y="1751"/>
              <a:ext cx="50" cy="85"/>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2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1" y="2"/>
                  </a:lnTo>
                  <a:lnTo>
                    <a:pt x="196" y="8"/>
                  </a:lnTo>
                  <a:lnTo>
                    <a:pt x="171" y="19"/>
                  </a:lnTo>
                  <a:lnTo>
                    <a:pt x="150" y="34"/>
                  </a:lnTo>
                  <a:lnTo>
                    <a:pt x="128" y="52"/>
                  </a:lnTo>
                  <a:lnTo>
                    <a:pt x="108" y="74"/>
                  </a:lnTo>
                  <a:lnTo>
                    <a:pt x="89" y="98"/>
                  </a:lnTo>
                  <a:lnTo>
                    <a:pt x="73" y="125"/>
                  </a:lnTo>
                  <a:lnTo>
                    <a:pt x="55" y="156"/>
                  </a:lnTo>
                  <a:lnTo>
                    <a:pt x="41" y="189"/>
                  </a:lnTo>
                  <a:lnTo>
                    <a:pt x="30" y="223"/>
                  </a:lnTo>
                  <a:lnTo>
                    <a:pt x="19" y="261"/>
                  </a:lnTo>
                  <a:lnTo>
                    <a:pt x="11" y="299"/>
                  </a:lnTo>
                  <a:lnTo>
                    <a:pt x="5" y="339"/>
                  </a:lnTo>
                  <a:lnTo>
                    <a:pt x="2" y="382"/>
                  </a:lnTo>
                  <a:lnTo>
                    <a:pt x="0" y="424"/>
                  </a:lnTo>
                  <a:lnTo>
                    <a:pt x="12" y="424"/>
                  </a:lnTo>
                  <a:lnTo>
                    <a:pt x="13" y="382"/>
                  </a:lnTo>
                  <a:lnTo>
                    <a:pt x="17" y="341"/>
                  </a:lnTo>
                  <a:lnTo>
                    <a:pt x="23" y="301"/>
                  </a:lnTo>
                  <a:lnTo>
                    <a:pt x="31" y="264"/>
                  </a:lnTo>
                  <a:lnTo>
                    <a:pt x="41" y="227"/>
                  </a:lnTo>
                  <a:lnTo>
                    <a:pt x="53" y="193"/>
                  </a:lnTo>
                  <a:lnTo>
                    <a:pt x="67" y="161"/>
                  </a:lnTo>
                  <a:lnTo>
                    <a:pt x="82" y="132"/>
                  </a:lnTo>
                  <a:lnTo>
                    <a:pt x="99" y="105"/>
                  </a:lnTo>
                  <a:lnTo>
                    <a:pt x="117" y="81"/>
                  </a:lnTo>
                  <a:lnTo>
                    <a:pt x="137" y="61"/>
                  </a:lnTo>
                  <a:lnTo>
                    <a:pt x="157" y="43"/>
                  </a:lnTo>
                  <a:lnTo>
                    <a:pt x="178" y="30"/>
                  </a:lnTo>
                  <a:lnTo>
                    <a:pt x="201" y="20"/>
                  </a:lnTo>
                  <a:lnTo>
                    <a:pt x="223" y="14"/>
                  </a:lnTo>
                  <a:lnTo>
                    <a:pt x="246" y="12"/>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5226" name="Freeform 72"/>
            <p:cNvSpPr>
              <a:spLocks/>
            </p:cNvSpPr>
            <p:nvPr/>
          </p:nvSpPr>
          <p:spPr bwMode="auto">
            <a:xfrm>
              <a:off x="1565" y="2016"/>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0" y="339"/>
                  </a:lnTo>
                  <a:lnTo>
                    <a:pt x="234" y="299"/>
                  </a:lnTo>
                  <a:lnTo>
                    <a:pt x="226" y="261"/>
                  </a:lnTo>
                  <a:lnTo>
                    <a:pt x="216" y="223"/>
                  </a:lnTo>
                  <a:lnTo>
                    <a:pt x="204" y="189"/>
                  </a:lnTo>
                  <a:lnTo>
                    <a:pt x="190" y="156"/>
                  </a:lnTo>
                  <a:lnTo>
                    <a:pt x="174" y="125"/>
                  </a:lnTo>
                  <a:lnTo>
                    <a:pt x="156" y="98"/>
                  </a:lnTo>
                  <a:lnTo>
                    <a:pt x="138" y="74"/>
                  </a:lnTo>
                  <a:lnTo>
                    <a:pt x="118" y="51"/>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9" y="81"/>
                  </a:lnTo>
                  <a:lnTo>
                    <a:pt x="147" y="105"/>
                  </a:lnTo>
                  <a:lnTo>
                    <a:pt x="164" y="132"/>
                  </a:lnTo>
                  <a:lnTo>
                    <a:pt x="178" y="160"/>
                  </a:lnTo>
                  <a:lnTo>
                    <a:pt x="192" y="193"/>
                  </a:lnTo>
                  <a:lnTo>
                    <a:pt x="204" y="227"/>
                  </a:lnTo>
                  <a:lnTo>
                    <a:pt x="215" y="264"/>
                  </a:lnTo>
                  <a:lnTo>
                    <a:pt x="223" y="301"/>
                  </a:lnTo>
                  <a:lnTo>
                    <a:pt x="229"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5227" name="Freeform 73"/>
            <p:cNvSpPr>
              <a:spLocks/>
            </p:cNvSpPr>
            <p:nvPr/>
          </p:nvSpPr>
          <p:spPr bwMode="auto">
            <a:xfrm>
              <a:off x="1565" y="2101"/>
              <a:ext cx="49" cy="85"/>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6" y="423"/>
                  </a:lnTo>
                  <a:lnTo>
                    <a:pt x="51" y="418"/>
                  </a:lnTo>
                  <a:lnTo>
                    <a:pt x="74" y="407"/>
                  </a:lnTo>
                  <a:lnTo>
                    <a:pt x="96" y="392"/>
                  </a:lnTo>
                  <a:lnTo>
                    <a:pt x="118" y="373"/>
                  </a:lnTo>
                  <a:lnTo>
                    <a:pt x="138" y="351"/>
                  </a:lnTo>
                  <a:lnTo>
                    <a:pt x="156" y="327"/>
                  </a:lnTo>
                  <a:lnTo>
                    <a:pt x="175" y="299"/>
                  </a:lnTo>
                  <a:lnTo>
                    <a:pt x="190" y="269"/>
                  </a:lnTo>
                  <a:lnTo>
                    <a:pt x="204" y="236"/>
                  </a:lnTo>
                  <a:lnTo>
                    <a:pt x="216" y="202"/>
                  </a:lnTo>
                  <a:lnTo>
                    <a:pt x="226" y="164"/>
                  </a:lnTo>
                  <a:lnTo>
                    <a:pt x="234" y="126"/>
                  </a:lnTo>
                  <a:lnTo>
                    <a:pt x="240" y="86"/>
                  </a:lnTo>
                  <a:lnTo>
                    <a:pt x="244" y="42"/>
                  </a:lnTo>
                  <a:lnTo>
                    <a:pt x="245" y="0"/>
                  </a:lnTo>
                  <a:lnTo>
                    <a:pt x="233" y="0"/>
                  </a:lnTo>
                  <a:lnTo>
                    <a:pt x="232" y="42"/>
                  </a:lnTo>
                  <a:lnTo>
                    <a:pt x="229" y="83"/>
                  </a:lnTo>
                  <a:lnTo>
                    <a:pt x="223" y="123"/>
                  </a:lnTo>
                  <a:lnTo>
                    <a:pt x="215" y="162"/>
                  </a:lnTo>
                  <a:lnTo>
                    <a:pt x="204" y="197"/>
                  </a:lnTo>
                  <a:lnTo>
                    <a:pt x="192" y="231"/>
                  </a:lnTo>
                  <a:lnTo>
                    <a:pt x="178" y="264"/>
                  </a:lnTo>
                  <a:lnTo>
                    <a:pt x="163" y="292"/>
                  </a:lnTo>
                  <a:lnTo>
                    <a:pt x="147" y="320"/>
                  </a:lnTo>
                  <a:lnTo>
                    <a:pt x="129" y="344"/>
                  </a:lnTo>
                  <a:lnTo>
                    <a:pt x="109" y="364"/>
                  </a:lnTo>
                  <a:lnTo>
                    <a:pt x="89" y="382"/>
                  </a:lnTo>
                  <a:lnTo>
                    <a:pt x="67" y="395"/>
                  </a:lnTo>
                  <a:lnTo>
                    <a:pt x="46" y="406"/>
                  </a:lnTo>
                  <a:lnTo>
                    <a:pt x="24"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5228" name="Freeform 74"/>
            <p:cNvSpPr>
              <a:spLocks/>
            </p:cNvSpPr>
            <p:nvPr/>
          </p:nvSpPr>
          <p:spPr bwMode="auto">
            <a:xfrm>
              <a:off x="1516" y="2101"/>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5" y="86"/>
                  </a:lnTo>
                  <a:lnTo>
                    <a:pt x="11" y="126"/>
                  </a:lnTo>
                  <a:lnTo>
                    <a:pt x="19" y="164"/>
                  </a:lnTo>
                  <a:lnTo>
                    <a:pt x="30" y="202"/>
                  </a:lnTo>
                  <a:lnTo>
                    <a:pt x="41" y="236"/>
                  </a:lnTo>
                  <a:lnTo>
                    <a:pt x="55" y="269"/>
                  </a:lnTo>
                  <a:lnTo>
                    <a:pt x="71" y="299"/>
                  </a:lnTo>
                  <a:lnTo>
                    <a:pt x="89" y="327"/>
                  </a:lnTo>
                  <a:lnTo>
                    <a:pt x="107" y="351"/>
                  </a:lnTo>
                  <a:lnTo>
                    <a:pt x="127" y="373"/>
                  </a:lnTo>
                  <a:lnTo>
                    <a:pt x="149" y="392"/>
                  </a:lnTo>
                  <a:lnTo>
                    <a:pt x="171" y="407"/>
                  </a:lnTo>
                  <a:lnTo>
                    <a:pt x="195" y="418"/>
                  </a:lnTo>
                  <a:lnTo>
                    <a:pt x="219" y="423"/>
                  </a:lnTo>
                  <a:lnTo>
                    <a:pt x="245" y="426"/>
                  </a:lnTo>
                  <a:lnTo>
                    <a:pt x="245" y="414"/>
                  </a:lnTo>
                  <a:lnTo>
                    <a:pt x="222" y="412"/>
                  </a:lnTo>
                  <a:lnTo>
                    <a:pt x="199" y="406"/>
                  </a:lnTo>
                  <a:lnTo>
                    <a:pt x="178" y="395"/>
                  </a:lnTo>
                  <a:lnTo>
                    <a:pt x="156" y="382"/>
                  </a:lnTo>
                  <a:lnTo>
                    <a:pt x="136" y="364"/>
                  </a:lnTo>
                  <a:lnTo>
                    <a:pt x="116" y="344"/>
                  </a:lnTo>
                  <a:lnTo>
                    <a:pt x="99" y="320"/>
                  </a:lnTo>
                  <a:lnTo>
                    <a:pt x="82" y="292"/>
                  </a:lnTo>
                  <a:lnTo>
                    <a:pt x="67" y="264"/>
                  </a:lnTo>
                  <a:lnTo>
                    <a:pt x="53" y="231"/>
                  </a:lnTo>
                  <a:lnTo>
                    <a:pt x="41" y="197"/>
                  </a:lnTo>
                  <a:lnTo>
                    <a:pt x="31" y="162"/>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5229" name="Freeform 75"/>
            <p:cNvSpPr>
              <a:spLocks/>
            </p:cNvSpPr>
            <p:nvPr/>
          </p:nvSpPr>
          <p:spPr bwMode="auto">
            <a:xfrm>
              <a:off x="1516" y="2016"/>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5" y="8"/>
                  </a:lnTo>
                  <a:lnTo>
                    <a:pt x="171" y="19"/>
                  </a:lnTo>
                  <a:lnTo>
                    <a:pt x="149" y="34"/>
                  </a:lnTo>
                  <a:lnTo>
                    <a:pt x="127" y="51"/>
                  </a:lnTo>
                  <a:lnTo>
                    <a:pt x="107" y="74"/>
                  </a:lnTo>
                  <a:lnTo>
                    <a:pt x="89" y="98"/>
                  </a:lnTo>
                  <a:lnTo>
                    <a:pt x="72" y="125"/>
                  </a:lnTo>
                  <a:lnTo>
                    <a:pt x="55" y="156"/>
                  </a:lnTo>
                  <a:lnTo>
                    <a:pt x="41" y="189"/>
                  </a:lnTo>
                  <a:lnTo>
                    <a:pt x="30" y="223"/>
                  </a:lnTo>
                  <a:lnTo>
                    <a:pt x="19" y="261"/>
                  </a:lnTo>
                  <a:lnTo>
                    <a:pt x="11" y="299"/>
                  </a:lnTo>
                  <a:lnTo>
                    <a:pt x="5" y="339"/>
                  </a:lnTo>
                  <a:lnTo>
                    <a:pt x="1" y="382"/>
                  </a:lnTo>
                  <a:lnTo>
                    <a:pt x="0" y="424"/>
                  </a:lnTo>
                  <a:lnTo>
                    <a:pt x="12" y="424"/>
                  </a:lnTo>
                  <a:lnTo>
                    <a:pt x="13" y="382"/>
                  </a:lnTo>
                  <a:lnTo>
                    <a:pt x="17" y="341"/>
                  </a:lnTo>
                  <a:lnTo>
                    <a:pt x="23" y="301"/>
                  </a:lnTo>
                  <a:lnTo>
                    <a:pt x="31" y="264"/>
                  </a:lnTo>
                  <a:lnTo>
                    <a:pt x="41" y="227"/>
                  </a:lnTo>
                  <a:lnTo>
                    <a:pt x="53" y="193"/>
                  </a:lnTo>
                  <a:lnTo>
                    <a:pt x="67" y="160"/>
                  </a:lnTo>
                  <a:lnTo>
                    <a:pt x="81" y="132"/>
                  </a:lnTo>
                  <a:lnTo>
                    <a:pt x="99" y="105"/>
                  </a:lnTo>
                  <a:lnTo>
                    <a:pt x="116" y="81"/>
                  </a:lnTo>
                  <a:lnTo>
                    <a:pt x="136" y="61"/>
                  </a:lnTo>
                  <a:lnTo>
                    <a:pt x="156" y="43"/>
                  </a:lnTo>
                  <a:lnTo>
                    <a:pt x="178" y="30"/>
                  </a:lnTo>
                  <a:lnTo>
                    <a:pt x="199" y="20"/>
                  </a:lnTo>
                  <a:lnTo>
                    <a:pt x="222"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sp>
        <p:nvSpPr>
          <p:cNvPr id="135176" name="Rectangle 77"/>
          <p:cNvSpPr>
            <a:spLocks noChangeArrowheads="1"/>
          </p:cNvSpPr>
          <p:nvPr/>
        </p:nvSpPr>
        <p:spPr bwMode="auto">
          <a:xfrm>
            <a:off x="611188" y="0"/>
            <a:ext cx="6388100" cy="6477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3000"/>
              <a:t>Sem. 2 - Jeudi</a:t>
            </a:r>
          </a:p>
        </p:txBody>
      </p:sp>
      <p:sp>
        <p:nvSpPr>
          <p:cNvPr id="135177" name="Text Box 78"/>
          <p:cNvSpPr txBox="1">
            <a:spLocks noChangeArrowheads="1"/>
          </p:cNvSpPr>
          <p:nvPr/>
        </p:nvSpPr>
        <p:spPr bwMode="auto">
          <a:xfrm>
            <a:off x="566738" y="2697163"/>
            <a:ext cx="3217862"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2. Pas de commandes</a:t>
            </a:r>
          </a:p>
        </p:txBody>
      </p:sp>
      <p:sp>
        <p:nvSpPr>
          <p:cNvPr id="135178" name="Text Box 79"/>
          <p:cNvSpPr txBox="1">
            <a:spLocks noChangeArrowheads="1"/>
          </p:cNvSpPr>
          <p:nvPr/>
        </p:nvSpPr>
        <p:spPr bwMode="auto">
          <a:xfrm>
            <a:off x="566738" y="5211763"/>
            <a:ext cx="6543675" cy="4429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eaLnBrk="1" hangingPunct="1">
              <a:spcBef>
                <a:spcPct val="0"/>
              </a:spcBef>
              <a:buFontTx/>
              <a:buNone/>
            </a:pPr>
            <a:r>
              <a:rPr lang="fr-FR" altLang="fr-FR" sz="2300"/>
              <a:t>4. Pointez la production sur votre feuille de suivi</a:t>
            </a:r>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6194" name="Rectangle 2"/>
          <p:cNvSpPr>
            <a:spLocks noGrp="1" noChangeArrowheads="1"/>
          </p:cNvSpPr>
          <p:nvPr>
            <p:ph type="title"/>
          </p:nvPr>
        </p:nvSpPr>
        <p:spPr/>
        <p:txBody>
          <a:bodyPr/>
          <a:lstStyle/>
          <a:p>
            <a:pPr eaLnBrk="1" hangingPunct="1"/>
            <a:r>
              <a:rPr lang="fr-FR" altLang="fr-FR"/>
              <a:t>Bilan de la semaine 2</a:t>
            </a:r>
          </a:p>
        </p:txBody>
      </p:sp>
      <p:sp>
        <p:nvSpPr>
          <p:cNvPr id="136195" name="Rectangle 3"/>
          <p:cNvSpPr>
            <a:spLocks noGrp="1" noChangeArrowheads="1"/>
          </p:cNvSpPr>
          <p:nvPr>
            <p:ph type="body" idx="1"/>
          </p:nvPr>
        </p:nvSpPr>
        <p:spPr>
          <a:xfrm>
            <a:off x="457200" y="1077913"/>
            <a:ext cx="8383588" cy="5048250"/>
          </a:xfrm>
        </p:spPr>
        <p:txBody>
          <a:bodyPr/>
          <a:lstStyle/>
          <a:p>
            <a:pPr eaLnBrk="1" hangingPunct="1">
              <a:spcBef>
                <a:spcPct val="0"/>
              </a:spcBef>
            </a:pPr>
            <a:r>
              <a:rPr lang="fr-FR" altLang="fr-FR" dirty="0"/>
              <a:t>Remplissez le bas de votre Feuille de suivi et reportez vos indicateurs sur votre Feuille de résultats</a:t>
            </a:r>
            <a:r>
              <a:rPr lang="fr-FR" altLang="fr-FR" sz="1800" dirty="0"/>
              <a:t> </a:t>
            </a:r>
          </a:p>
          <a:p>
            <a:pPr eaLnBrk="1" hangingPunct="1">
              <a:spcBef>
                <a:spcPct val="0"/>
              </a:spcBef>
            </a:pPr>
            <a:r>
              <a:rPr lang="fr-FR" altLang="fr-FR" dirty="0"/>
              <a:t>Choisissez vos progrès</a:t>
            </a:r>
          </a:p>
          <a:p>
            <a:pPr eaLnBrk="1" hangingPunct="1"/>
            <a:r>
              <a:rPr lang="fr-FR" altLang="fr-FR" dirty="0"/>
              <a:t>Réduisez vos stocks si vous le souhaitez, et diminuez le nombre de tickets Kanban.</a:t>
            </a:r>
          </a:p>
          <a:p>
            <a:pPr eaLnBrk="1" hangingPunct="1"/>
            <a:r>
              <a:rPr lang="fr-FR" altLang="fr-FR" dirty="0"/>
              <a:t>Recevez une nouvelle Feuille de suivi</a:t>
            </a:r>
          </a:p>
          <a:p>
            <a:pPr eaLnBrk="1" hangingPunct="1"/>
            <a:endParaRPr lang="fr-FR" altLang="fr-FR"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7218" name="Rectangle 2"/>
          <p:cNvSpPr>
            <a:spLocks noGrp="1" noChangeArrowheads="1"/>
          </p:cNvSpPr>
          <p:nvPr>
            <p:ph type="title"/>
          </p:nvPr>
        </p:nvSpPr>
        <p:spPr>
          <a:xfrm>
            <a:off x="490538" y="2001838"/>
            <a:ext cx="8229600" cy="944562"/>
          </a:xfrm>
        </p:spPr>
        <p:txBody>
          <a:bodyPr/>
          <a:lstStyle/>
          <a:p>
            <a:pPr eaLnBrk="1" hangingPunct="1">
              <a:lnSpc>
                <a:spcPct val="140000"/>
              </a:lnSpc>
            </a:pPr>
            <a:r>
              <a:rPr lang="fr-FR" altLang="fr-FR" dirty="0"/>
              <a:t>Affichage des résultats</a:t>
            </a:r>
            <a:br>
              <a:rPr lang="fr-FR" altLang="fr-FR" dirty="0"/>
            </a:br>
            <a:r>
              <a:rPr lang="fr-FR" altLang="fr-FR" sz="1400" dirty="0"/>
              <a:t>(voir fichier Excel)</a:t>
            </a:r>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38242" name="Picture 2"/>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90538" y="1808163"/>
            <a:ext cx="8216900" cy="32988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pic>
      <p:sp>
        <p:nvSpPr>
          <p:cNvPr id="138243" name="Rectangle 3"/>
          <p:cNvSpPr>
            <a:spLocks noGrp="1" noChangeArrowheads="1"/>
          </p:cNvSpPr>
          <p:nvPr>
            <p:ph type="title"/>
          </p:nvPr>
        </p:nvSpPr>
        <p:spPr/>
        <p:txBody>
          <a:bodyPr/>
          <a:lstStyle/>
          <a:p>
            <a:pPr eaLnBrk="1" hangingPunct="1"/>
            <a:r>
              <a:rPr lang="fr-FR" altLang="fr-FR"/>
              <a:t>Enregistrement des progrès</a:t>
            </a:r>
          </a:p>
        </p:txBody>
      </p:sp>
      <p:sp>
        <p:nvSpPr>
          <p:cNvPr id="138244" name="Oval 4"/>
          <p:cNvSpPr>
            <a:spLocks noChangeArrowheads="1"/>
          </p:cNvSpPr>
          <p:nvPr/>
        </p:nvSpPr>
        <p:spPr bwMode="auto">
          <a:xfrm>
            <a:off x="8145463" y="3667125"/>
            <a:ext cx="412750" cy="276225"/>
          </a:xfrm>
          <a:prstGeom prst="ellipse">
            <a:avLst/>
          </a:prstGeom>
          <a:noFill/>
          <a:ln w="6350" algn="ctr">
            <a:solidFill>
              <a:srgbClr val="FC2C1C"/>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138245" name="AutoShape 5"/>
          <p:cNvSpPr>
            <a:spLocks/>
          </p:cNvSpPr>
          <p:nvPr/>
        </p:nvSpPr>
        <p:spPr bwMode="auto">
          <a:xfrm>
            <a:off x="4873625" y="4392613"/>
            <a:ext cx="2171700" cy="573087"/>
          </a:xfrm>
          <a:prstGeom prst="borderCallout2">
            <a:avLst>
              <a:gd name="adj1" fmla="val 19944"/>
              <a:gd name="adj2" fmla="val 103509"/>
              <a:gd name="adj3" fmla="val 19944"/>
              <a:gd name="adj4" fmla="val 113157"/>
              <a:gd name="adj5" fmla="val -92796"/>
              <a:gd name="adj6" fmla="val 148463"/>
            </a:avLst>
          </a:prstGeom>
          <a:solidFill>
            <a:srgbClr val="FFFF99"/>
          </a:solidFill>
          <a:ln w="6350" algn="ctr">
            <a:solidFill>
              <a:schemeClr val="tx2"/>
            </a:solidFill>
            <a:miter lim="800000"/>
            <a:headEnd/>
            <a:tailEnd type="triangle" w="med" len="med"/>
          </a:ln>
        </p:spPr>
        <p:txBody>
          <a:bodyPr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1400">
                <a:solidFill>
                  <a:schemeClr val="tx1"/>
                </a:solidFill>
              </a:rPr>
              <a:t>Le nombre de points auxquels vous avez droit</a:t>
            </a:r>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39267" name="Group 3"/>
          <p:cNvGrpSpPr>
            <a:grpSpLocks/>
          </p:cNvGrpSpPr>
          <p:nvPr/>
        </p:nvGrpSpPr>
        <p:grpSpPr bwMode="auto">
          <a:xfrm>
            <a:off x="7073900" y="215900"/>
            <a:ext cx="1878013" cy="1250950"/>
            <a:chOff x="4456" y="136"/>
            <a:chExt cx="1183" cy="788"/>
          </a:xfrm>
        </p:grpSpPr>
        <p:grpSp>
          <p:nvGrpSpPr>
            <p:cNvPr id="139390" name="Group 4"/>
            <p:cNvGrpSpPr>
              <a:grpSpLocks/>
            </p:cNvGrpSpPr>
            <p:nvPr/>
          </p:nvGrpSpPr>
          <p:grpSpPr bwMode="auto">
            <a:xfrm>
              <a:off x="4766" y="232"/>
              <a:ext cx="873" cy="692"/>
              <a:chOff x="2185" y="310"/>
              <a:chExt cx="873" cy="692"/>
            </a:xfrm>
          </p:grpSpPr>
          <p:sp>
            <p:nvSpPr>
              <p:cNvPr id="139401" name="Freeform 5"/>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accent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9402" name="Freeform 6"/>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9403" name="Freeform 7"/>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9404" name="Freeform 8"/>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9405" name="Freeform 9"/>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9406" name="Freeform 10"/>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9407" name="Freeform 11"/>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grpSp>
          <p:nvGrpSpPr>
            <p:cNvPr id="139391" name="Group 12"/>
            <p:cNvGrpSpPr>
              <a:grpSpLocks/>
            </p:cNvGrpSpPr>
            <p:nvPr/>
          </p:nvGrpSpPr>
          <p:grpSpPr bwMode="auto">
            <a:xfrm>
              <a:off x="4949" y="336"/>
              <a:ext cx="591" cy="468"/>
              <a:chOff x="2185" y="310"/>
              <a:chExt cx="873" cy="692"/>
            </a:xfrm>
          </p:grpSpPr>
          <p:sp>
            <p:nvSpPr>
              <p:cNvPr id="139394" name="Freeform 13"/>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9395" name="Freeform 14"/>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9396" name="Freeform 15"/>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9397" name="Freeform 16"/>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9398" name="Freeform 17"/>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9399" name="Freeform 18"/>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9400" name="Freeform 19"/>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pic>
          <p:nvPicPr>
            <p:cNvPr id="139392" name="Picture 20"/>
            <p:cNvPicPr>
              <a:picLocks noChangeAspect="1" noChangeArrowheads="1"/>
            </p:cNvPicPr>
            <p:nvPr/>
          </p:nvPicPr>
          <p:blipFill>
            <a:blip r:embed="rId3" cstate="print">
              <a:extLst>
                <a:ext uri="{28A0092B-C50C-407E-A947-70E740481C1C}">
                  <a14:useLocalDpi xmlns:a14="http://schemas.microsoft.com/office/drawing/2010/main" val="0"/>
                </a:ext>
              </a:extLst>
            </a:blip>
            <a:srcRect l="-4282" t="-4369" r="-5199" b="-12012"/>
            <a:stretch>
              <a:fillRect/>
            </a:stretch>
          </p:blipFill>
          <p:spPr bwMode="auto">
            <a:xfrm>
              <a:off x="4456" y="136"/>
              <a:ext cx="480" cy="5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39393" name="Text Box 21"/>
            <p:cNvSpPr txBox="1">
              <a:spLocks noChangeArrowheads="1"/>
            </p:cNvSpPr>
            <p:nvPr/>
          </p:nvSpPr>
          <p:spPr bwMode="auto">
            <a:xfrm>
              <a:off x="5066" y="314"/>
              <a:ext cx="356" cy="49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4500" b="1">
                  <a:solidFill>
                    <a:srgbClr val="FF0000"/>
                  </a:solidFill>
                  <a:latin typeface="Arial Black" pitchFamily="34" charset="0"/>
                </a:rPr>
                <a:t>1</a:t>
              </a:r>
              <a:endParaRPr lang="fr-FR" altLang="fr-FR" sz="3200">
                <a:solidFill>
                  <a:schemeClr val="tx1"/>
                </a:solidFill>
                <a:latin typeface="Arial Black" pitchFamily="34" charset="0"/>
              </a:endParaRPr>
            </a:p>
          </p:txBody>
        </p:sp>
      </p:grpSp>
      <p:sp>
        <p:nvSpPr>
          <p:cNvPr id="139268" name="Text Box 22"/>
          <p:cNvSpPr txBox="1">
            <a:spLocks noChangeArrowheads="1"/>
          </p:cNvSpPr>
          <p:nvPr/>
        </p:nvSpPr>
        <p:spPr bwMode="auto">
          <a:xfrm>
            <a:off x="515938" y="3767138"/>
            <a:ext cx="828675"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a:spcBef>
                <a:spcPct val="0"/>
              </a:spcBef>
              <a:buFontTx/>
              <a:buNone/>
            </a:pPr>
            <a:r>
              <a:rPr lang="fr-FR" altLang="fr-FR" sz="2400">
                <a:solidFill>
                  <a:srgbClr val="FC2C1C"/>
                </a:solidFill>
              </a:rPr>
              <a:t>1 R1</a:t>
            </a:r>
          </a:p>
        </p:txBody>
      </p:sp>
      <p:sp>
        <p:nvSpPr>
          <p:cNvPr id="139269" name="Text Box 23"/>
          <p:cNvSpPr txBox="1">
            <a:spLocks noChangeArrowheads="1"/>
          </p:cNvSpPr>
          <p:nvPr/>
        </p:nvSpPr>
        <p:spPr bwMode="auto">
          <a:xfrm>
            <a:off x="1738313" y="3767138"/>
            <a:ext cx="828675"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a:spcBef>
                <a:spcPct val="0"/>
              </a:spcBef>
              <a:buFontTx/>
              <a:buNone/>
            </a:pPr>
            <a:r>
              <a:rPr lang="fr-FR" altLang="fr-FR" sz="2400">
                <a:solidFill>
                  <a:srgbClr val="FC2C1C"/>
                </a:solidFill>
              </a:rPr>
              <a:t>1 R3</a:t>
            </a:r>
          </a:p>
        </p:txBody>
      </p:sp>
      <p:sp>
        <p:nvSpPr>
          <p:cNvPr id="139270" name="Text Box 24"/>
          <p:cNvSpPr txBox="1">
            <a:spLocks noChangeArrowheads="1"/>
          </p:cNvSpPr>
          <p:nvPr/>
        </p:nvSpPr>
        <p:spPr bwMode="auto">
          <a:xfrm>
            <a:off x="3170238" y="3767138"/>
            <a:ext cx="828675"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a:spcBef>
                <a:spcPct val="0"/>
              </a:spcBef>
              <a:buFontTx/>
              <a:buNone/>
            </a:pPr>
            <a:r>
              <a:rPr lang="fr-FR" altLang="fr-FR" sz="2400">
                <a:solidFill>
                  <a:srgbClr val="FC2C1C"/>
                </a:solidFill>
              </a:rPr>
              <a:t>3 R4</a:t>
            </a:r>
          </a:p>
        </p:txBody>
      </p:sp>
      <p:sp>
        <p:nvSpPr>
          <p:cNvPr id="139271" name="Rectangle 25"/>
          <p:cNvSpPr>
            <a:spLocks noGrp="1" noChangeArrowheads="1"/>
          </p:cNvSpPr>
          <p:nvPr>
            <p:ph type="title"/>
          </p:nvPr>
        </p:nvSpPr>
        <p:spPr>
          <a:xfrm>
            <a:off x="611188" y="0"/>
            <a:ext cx="6388100" cy="647700"/>
          </a:xfrm>
        </p:spPr>
        <p:txBody>
          <a:bodyPr/>
          <a:lstStyle/>
          <a:p>
            <a:pPr eaLnBrk="1" hangingPunct="1"/>
            <a:r>
              <a:rPr lang="fr-FR" altLang="fr-FR"/>
              <a:t>Sem. 3 - Lundi (St Edmond)</a:t>
            </a:r>
          </a:p>
        </p:txBody>
      </p:sp>
      <p:sp>
        <p:nvSpPr>
          <p:cNvPr id="139272" name="Text Box 26"/>
          <p:cNvSpPr txBox="1">
            <a:spLocks noChangeArrowheads="1"/>
          </p:cNvSpPr>
          <p:nvPr/>
        </p:nvSpPr>
        <p:spPr bwMode="auto">
          <a:xfrm>
            <a:off x="574675" y="2030413"/>
            <a:ext cx="3557588"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2. Livrez les commandes</a:t>
            </a:r>
          </a:p>
        </p:txBody>
      </p:sp>
      <p:sp>
        <p:nvSpPr>
          <p:cNvPr id="139273" name="Text Box 27"/>
          <p:cNvSpPr txBox="1">
            <a:spLocks noChangeArrowheads="1"/>
          </p:cNvSpPr>
          <p:nvPr/>
        </p:nvSpPr>
        <p:spPr bwMode="auto">
          <a:xfrm>
            <a:off x="566738" y="1154113"/>
            <a:ext cx="1946275"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1. Tirez le dé</a:t>
            </a:r>
          </a:p>
        </p:txBody>
      </p:sp>
      <p:sp>
        <p:nvSpPr>
          <p:cNvPr id="139274" name="Text Box 28"/>
          <p:cNvSpPr txBox="1">
            <a:spLocks noChangeArrowheads="1"/>
          </p:cNvSpPr>
          <p:nvPr/>
        </p:nvSpPr>
        <p:spPr bwMode="auto">
          <a:xfrm>
            <a:off x="579438" y="4316413"/>
            <a:ext cx="18796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3. Produisez</a:t>
            </a:r>
          </a:p>
        </p:txBody>
      </p:sp>
      <p:grpSp>
        <p:nvGrpSpPr>
          <p:cNvPr id="139275" name="Group 29"/>
          <p:cNvGrpSpPr>
            <a:grpSpLocks/>
          </p:cNvGrpSpPr>
          <p:nvPr/>
        </p:nvGrpSpPr>
        <p:grpSpPr bwMode="auto">
          <a:xfrm>
            <a:off x="2843213" y="1106488"/>
            <a:ext cx="446087" cy="534987"/>
            <a:chOff x="868" y="1439"/>
            <a:chExt cx="811" cy="972"/>
          </a:xfrm>
        </p:grpSpPr>
        <p:sp>
          <p:nvSpPr>
            <p:cNvPr id="139339" name="Freeform 30"/>
            <p:cNvSpPr>
              <a:spLocks/>
            </p:cNvSpPr>
            <p:nvPr/>
          </p:nvSpPr>
          <p:spPr bwMode="auto">
            <a:xfrm>
              <a:off x="1548" y="2014"/>
              <a:ext cx="123" cy="100"/>
            </a:xfrm>
            <a:custGeom>
              <a:avLst/>
              <a:gdLst>
                <a:gd name="T0" fmla="*/ 5 w 618"/>
                <a:gd name="T1" fmla="*/ 0 h 502"/>
                <a:gd name="T2" fmla="*/ 5 w 618"/>
                <a:gd name="T3" fmla="*/ 0 h 502"/>
                <a:gd name="T4" fmla="*/ 0 w 618"/>
                <a:gd name="T5" fmla="*/ 4 h 502"/>
                <a:gd name="T6" fmla="*/ 0 w 618"/>
                <a:gd name="T7" fmla="*/ 4 h 502"/>
                <a:gd name="T8" fmla="*/ 5 w 618"/>
                <a:gd name="T9" fmla="*/ 0 h 502"/>
                <a:gd name="T10" fmla="*/ 5 w 618"/>
                <a:gd name="T11" fmla="*/ 0 h 502"/>
                <a:gd name="T12" fmla="*/ 5 w 618"/>
                <a:gd name="T13" fmla="*/ 0 h 502"/>
                <a:gd name="T14" fmla="*/ 5 w 618"/>
                <a:gd name="T15" fmla="*/ 0 h 502"/>
                <a:gd name="T16" fmla="*/ 5 w 618"/>
                <a:gd name="T17" fmla="*/ 0 h 502"/>
                <a:gd name="T18" fmla="*/ 5 w 618"/>
                <a:gd name="T19" fmla="*/ 0 h 502"/>
                <a:gd name="T20" fmla="*/ 5 w 618"/>
                <a:gd name="T21" fmla="*/ 0 h 502"/>
                <a:gd name="T22" fmla="*/ 5 w 618"/>
                <a:gd name="T23" fmla="*/ 0 h 502"/>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618"/>
                <a:gd name="T37" fmla="*/ 0 h 502"/>
                <a:gd name="T38" fmla="*/ 618 w 618"/>
                <a:gd name="T39" fmla="*/ 502 h 502"/>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618" h="502">
                  <a:moveTo>
                    <a:pt x="611" y="0"/>
                  </a:moveTo>
                  <a:lnTo>
                    <a:pt x="606" y="2"/>
                  </a:lnTo>
                  <a:lnTo>
                    <a:pt x="0" y="490"/>
                  </a:lnTo>
                  <a:lnTo>
                    <a:pt x="10" y="502"/>
                  </a:lnTo>
                  <a:lnTo>
                    <a:pt x="616" y="14"/>
                  </a:lnTo>
                  <a:lnTo>
                    <a:pt x="611" y="16"/>
                  </a:lnTo>
                  <a:lnTo>
                    <a:pt x="616" y="14"/>
                  </a:lnTo>
                  <a:lnTo>
                    <a:pt x="618" y="9"/>
                  </a:lnTo>
                  <a:lnTo>
                    <a:pt x="617" y="3"/>
                  </a:lnTo>
                  <a:lnTo>
                    <a:pt x="612" y="1"/>
                  </a:lnTo>
                  <a:lnTo>
                    <a:pt x="606" y="2"/>
                  </a:lnTo>
                  <a:lnTo>
                    <a:pt x="611"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9340" name="Freeform 31"/>
            <p:cNvSpPr>
              <a:spLocks/>
            </p:cNvSpPr>
            <p:nvPr/>
          </p:nvSpPr>
          <p:spPr bwMode="auto">
            <a:xfrm>
              <a:off x="876" y="1852"/>
              <a:ext cx="82" cy="373"/>
            </a:xfrm>
            <a:custGeom>
              <a:avLst/>
              <a:gdLst>
                <a:gd name="T0" fmla="*/ 3 w 413"/>
                <a:gd name="T1" fmla="*/ 15 h 1865"/>
                <a:gd name="T2" fmla="*/ 3 w 413"/>
                <a:gd name="T3" fmla="*/ 15 h 1865"/>
                <a:gd name="T4" fmla="*/ 0 w 413"/>
                <a:gd name="T5" fmla="*/ 0 h 1865"/>
                <a:gd name="T6" fmla="*/ 0 w 413"/>
                <a:gd name="T7" fmla="*/ 0 h 1865"/>
                <a:gd name="T8" fmla="*/ 3 w 413"/>
                <a:gd name="T9" fmla="*/ 15 h 1865"/>
                <a:gd name="T10" fmla="*/ 3 w 413"/>
                <a:gd name="T11" fmla="*/ 15 h 1865"/>
                <a:gd name="T12" fmla="*/ 3 w 413"/>
                <a:gd name="T13" fmla="*/ 15 h 1865"/>
                <a:gd name="T14" fmla="*/ 3 w 413"/>
                <a:gd name="T15" fmla="*/ 15 h 1865"/>
                <a:gd name="T16" fmla="*/ 3 w 413"/>
                <a:gd name="T17" fmla="*/ 15 h 1865"/>
                <a:gd name="T18" fmla="*/ 3 w 413"/>
                <a:gd name="T19" fmla="*/ 15 h 1865"/>
                <a:gd name="T20" fmla="*/ 3 w 413"/>
                <a:gd name="T21" fmla="*/ 15 h 1865"/>
                <a:gd name="T22" fmla="*/ 3 w 413"/>
                <a:gd name="T23" fmla="*/ 15 h 186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413"/>
                <a:gd name="T37" fmla="*/ 0 h 1865"/>
                <a:gd name="T38" fmla="*/ 413 w 413"/>
                <a:gd name="T39" fmla="*/ 1865 h 1865"/>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413" h="1865">
                  <a:moveTo>
                    <a:pt x="400" y="1864"/>
                  </a:moveTo>
                  <a:lnTo>
                    <a:pt x="413" y="1856"/>
                  </a:lnTo>
                  <a:lnTo>
                    <a:pt x="17" y="0"/>
                  </a:lnTo>
                  <a:lnTo>
                    <a:pt x="0" y="2"/>
                  </a:lnTo>
                  <a:lnTo>
                    <a:pt x="396" y="1858"/>
                  </a:lnTo>
                  <a:lnTo>
                    <a:pt x="409" y="1850"/>
                  </a:lnTo>
                  <a:lnTo>
                    <a:pt x="396" y="1858"/>
                  </a:lnTo>
                  <a:lnTo>
                    <a:pt x="400" y="1864"/>
                  </a:lnTo>
                  <a:lnTo>
                    <a:pt x="406" y="1865"/>
                  </a:lnTo>
                  <a:lnTo>
                    <a:pt x="410" y="1862"/>
                  </a:lnTo>
                  <a:lnTo>
                    <a:pt x="413" y="1856"/>
                  </a:lnTo>
                  <a:lnTo>
                    <a:pt x="400" y="186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9341" name="Freeform 32"/>
            <p:cNvSpPr>
              <a:spLocks/>
            </p:cNvSpPr>
            <p:nvPr/>
          </p:nvSpPr>
          <p:spPr bwMode="auto">
            <a:xfrm>
              <a:off x="1282" y="1533"/>
              <a:ext cx="35" cy="161"/>
            </a:xfrm>
            <a:custGeom>
              <a:avLst/>
              <a:gdLst>
                <a:gd name="T0" fmla="*/ 1 w 175"/>
                <a:gd name="T1" fmla="*/ 6 h 807"/>
                <a:gd name="T2" fmla="*/ 1 w 175"/>
                <a:gd name="T3" fmla="*/ 6 h 807"/>
                <a:gd name="T4" fmla="*/ 1 w 175"/>
                <a:gd name="T5" fmla="*/ 6 h 807"/>
                <a:gd name="T6" fmla="*/ 1 w 175"/>
                <a:gd name="T7" fmla="*/ 5 h 807"/>
                <a:gd name="T8" fmla="*/ 1 w 175"/>
                <a:gd name="T9" fmla="*/ 5 h 807"/>
                <a:gd name="T10" fmla="*/ 1 w 175"/>
                <a:gd name="T11" fmla="*/ 5 h 807"/>
                <a:gd name="T12" fmla="*/ 1 w 175"/>
                <a:gd name="T13" fmla="*/ 4 h 807"/>
                <a:gd name="T14" fmla="*/ 1 w 175"/>
                <a:gd name="T15" fmla="*/ 4 h 807"/>
                <a:gd name="T16" fmla="*/ 1 w 175"/>
                <a:gd name="T17" fmla="*/ 3 h 807"/>
                <a:gd name="T18" fmla="*/ 1 w 175"/>
                <a:gd name="T19" fmla="*/ 3 h 807"/>
                <a:gd name="T20" fmla="*/ 1 w 175"/>
                <a:gd name="T21" fmla="*/ 3 h 807"/>
                <a:gd name="T22" fmla="*/ 1 w 175"/>
                <a:gd name="T23" fmla="*/ 2 h 807"/>
                <a:gd name="T24" fmla="*/ 1 w 175"/>
                <a:gd name="T25" fmla="*/ 2 h 807"/>
                <a:gd name="T26" fmla="*/ 1 w 175"/>
                <a:gd name="T27" fmla="*/ 2 h 807"/>
                <a:gd name="T28" fmla="*/ 1 w 175"/>
                <a:gd name="T29" fmla="*/ 1 h 807"/>
                <a:gd name="T30" fmla="*/ 1 w 175"/>
                <a:gd name="T31" fmla="*/ 1 h 807"/>
                <a:gd name="T32" fmla="*/ 1 w 175"/>
                <a:gd name="T33" fmla="*/ 1 h 807"/>
                <a:gd name="T34" fmla="*/ 1 w 175"/>
                <a:gd name="T35" fmla="*/ 0 h 807"/>
                <a:gd name="T36" fmla="*/ 1 w 175"/>
                <a:gd name="T37" fmla="*/ 0 h 807"/>
                <a:gd name="T38" fmla="*/ 1 w 175"/>
                <a:gd name="T39" fmla="*/ 0 h 807"/>
                <a:gd name="T40" fmla="*/ 0 w 175"/>
                <a:gd name="T41" fmla="*/ 1 h 807"/>
                <a:gd name="T42" fmla="*/ 0 w 175"/>
                <a:gd name="T43" fmla="*/ 1 h 807"/>
                <a:gd name="T44" fmla="*/ 0 w 175"/>
                <a:gd name="T45" fmla="*/ 1 h 807"/>
                <a:gd name="T46" fmla="*/ 0 w 175"/>
                <a:gd name="T47" fmla="*/ 2 h 807"/>
                <a:gd name="T48" fmla="*/ 0 w 175"/>
                <a:gd name="T49" fmla="*/ 2 h 807"/>
                <a:gd name="T50" fmla="*/ 0 w 175"/>
                <a:gd name="T51" fmla="*/ 3 h 807"/>
                <a:gd name="T52" fmla="*/ 0 w 175"/>
                <a:gd name="T53" fmla="*/ 3 h 807"/>
                <a:gd name="T54" fmla="*/ 0 w 175"/>
                <a:gd name="T55" fmla="*/ 3 h 807"/>
                <a:gd name="T56" fmla="*/ 0 w 175"/>
                <a:gd name="T57" fmla="*/ 4 h 807"/>
                <a:gd name="T58" fmla="*/ 0 w 175"/>
                <a:gd name="T59" fmla="*/ 4 h 807"/>
                <a:gd name="T60" fmla="*/ 0 w 175"/>
                <a:gd name="T61" fmla="*/ 5 h 807"/>
                <a:gd name="T62" fmla="*/ 0 w 175"/>
                <a:gd name="T63" fmla="*/ 5 h 807"/>
                <a:gd name="T64" fmla="*/ 0 w 175"/>
                <a:gd name="T65" fmla="*/ 5 h 807"/>
                <a:gd name="T66" fmla="*/ 1 w 175"/>
                <a:gd name="T67" fmla="*/ 6 h 807"/>
                <a:gd name="T68" fmla="*/ 1 w 175"/>
                <a:gd name="T69" fmla="*/ 6 h 807"/>
                <a:gd name="T70" fmla="*/ 1 w 175"/>
                <a:gd name="T71" fmla="*/ 6 h 807"/>
                <a:gd name="T72" fmla="*/ 1 w 175"/>
                <a:gd name="T73" fmla="*/ 6 h 807"/>
                <a:gd name="T74" fmla="*/ 1 w 175"/>
                <a:gd name="T75" fmla="*/ 6 h 807"/>
                <a:gd name="T76" fmla="*/ 1 w 175"/>
                <a:gd name="T77" fmla="*/ 6 h 807"/>
                <a:gd name="T78" fmla="*/ 1 w 175"/>
                <a:gd name="T79" fmla="*/ 6 h 807"/>
                <a:gd name="T80" fmla="*/ 1 w 175"/>
                <a:gd name="T81" fmla="*/ 6 h 807"/>
                <a:gd name="T82" fmla="*/ 1 w 175"/>
                <a:gd name="T83" fmla="*/ 6 h 807"/>
                <a:gd name="T84" fmla="*/ 1 w 175"/>
                <a:gd name="T85" fmla="*/ 6 h 807"/>
                <a:gd name="T86" fmla="*/ 1 w 175"/>
                <a:gd name="T87" fmla="*/ 6 h 807"/>
                <a:gd name="T88" fmla="*/ 1 w 175"/>
                <a:gd name="T89" fmla="*/ 6 h 807"/>
                <a:gd name="T90" fmla="*/ 1 w 175"/>
                <a:gd name="T91" fmla="*/ 6 h 80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175"/>
                <a:gd name="T139" fmla="*/ 0 h 807"/>
                <a:gd name="T140" fmla="*/ 175 w 175"/>
                <a:gd name="T141" fmla="*/ 807 h 80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175" h="807">
                  <a:moveTo>
                    <a:pt x="169" y="740"/>
                  </a:moveTo>
                  <a:lnTo>
                    <a:pt x="169" y="739"/>
                  </a:lnTo>
                  <a:lnTo>
                    <a:pt x="149" y="698"/>
                  </a:lnTo>
                  <a:lnTo>
                    <a:pt x="133" y="656"/>
                  </a:lnTo>
                  <a:lnTo>
                    <a:pt x="120" y="611"/>
                  </a:lnTo>
                  <a:lnTo>
                    <a:pt x="108" y="565"/>
                  </a:lnTo>
                  <a:lnTo>
                    <a:pt x="100" y="520"/>
                  </a:lnTo>
                  <a:lnTo>
                    <a:pt x="96" y="472"/>
                  </a:lnTo>
                  <a:lnTo>
                    <a:pt x="93" y="425"/>
                  </a:lnTo>
                  <a:lnTo>
                    <a:pt x="93" y="377"/>
                  </a:lnTo>
                  <a:lnTo>
                    <a:pt x="96" y="330"/>
                  </a:lnTo>
                  <a:lnTo>
                    <a:pt x="100" y="283"/>
                  </a:lnTo>
                  <a:lnTo>
                    <a:pt x="106" y="238"/>
                  </a:lnTo>
                  <a:lnTo>
                    <a:pt x="115" y="195"/>
                  </a:lnTo>
                  <a:lnTo>
                    <a:pt x="126" y="153"/>
                  </a:lnTo>
                  <a:lnTo>
                    <a:pt x="139" y="114"/>
                  </a:lnTo>
                  <a:lnTo>
                    <a:pt x="153" y="77"/>
                  </a:lnTo>
                  <a:lnTo>
                    <a:pt x="169" y="43"/>
                  </a:lnTo>
                  <a:lnTo>
                    <a:pt x="87" y="0"/>
                  </a:lnTo>
                  <a:lnTo>
                    <a:pt x="69" y="39"/>
                  </a:lnTo>
                  <a:lnTo>
                    <a:pt x="52" y="81"/>
                  </a:lnTo>
                  <a:lnTo>
                    <a:pt x="37" y="127"/>
                  </a:lnTo>
                  <a:lnTo>
                    <a:pt x="24" y="174"/>
                  </a:lnTo>
                  <a:lnTo>
                    <a:pt x="15" y="222"/>
                  </a:lnTo>
                  <a:lnTo>
                    <a:pt x="7" y="271"/>
                  </a:lnTo>
                  <a:lnTo>
                    <a:pt x="2" y="323"/>
                  </a:lnTo>
                  <a:lnTo>
                    <a:pt x="0" y="374"/>
                  </a:lnTo>
                  <a:lnTo>
                    <a:pt x="0" y="427"/>
                  </a:lnTo>
                  <a:lnTo>
                    <a:pt x="2" y="479"/>
                  </a:lnTo>
                  <a:lnTo>
                    <a:pt x="9" y="531"/>
                  </a:lnTo>
                  <a:lnTo>
                    <a:pt x="17" y="584"/>
                  </a:lnTo>
                  <a:lnTo>
                    <a:pt x="29" y="635"/>
                  </a:lnTo>
                  <a:lnTo>
                    <a:pt x="44" y="686"/>
                  </a:lnTo>
                  <a:lnTo>
                    <a:pt x="65" y="736"/>
                  </a:lnTo>
                  <a:lnTo>
                    <a:pt x="87" y="784"/>
                  </a:lnTo>
                  <a:lnTo>
                    <a:pt x="87" y="782"/>
                  </a:lnTo>
                  <a:lnTo>
                    <a:pt x="87" y="784"/>
                  </a:lnTo>
                  <a:lnTo>
                    <a:pt x="100" y="799"/>
                  </a:lnTo>
                  <a:lnTo>
                    <a:pt x="117" y="807"/>
                  </a:lnTo>
                  <a:lnTo>
                    <a:pt x="134" y="807"/>
                  </a:lnTo>
                  <a:lnTo>
                    <a:pt x="151" y="801"/>
                  </a:lnTo>
                  <a:lnTo>
                    <a:pt x="164" y="791"/>
                  </a:lnTo>
                  <a:lnTo>
                    <a:pt x="173" y="777"/>
                  </a:lnTo>
                  <a:lnTo>
                    <a:pt x="175" y="759"/>
                  </a:lnTo>
                  <a:lnTo>
                    <a:pt x="169" y="739"/>
                  </a:lnTo>
                  <a:lnTo>
                    <a:pt x="169" y="74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9342" name="Freeform 33"/>
            <p:cNvSpPr>
              <a:spLocks/>
            </p:cNvSpPr>
            <p:nvPr/>
          </p:nvSpPr>
          <p:spPr bwMode="auto">
            <a:xfrm>
              <a:off x="1299" y="1681"/>
              <a:ext cx="157" cy="281"/>
            </a:xfrm>
            <a:custGeom>
              <a:avLst/>
              <a:gdLst>
                <a:gd name="T0" fmla="*/ 6 w 787"/>
                <a:gd name="T1" fmla="*/ 11 h 1404"/>
                <a:gd name="T2" fmla="*/ 6 w 787"/>
                <a:gd name="T3" fmla="*/ 11 h 1404"/>
                <a:gd name="T4" fmla="*/ 1 w 787"/>
                <a:gd name="T5" fmla="*/ 0 h 1404"/>
                <a:gd name="T6" fmla="*/ 0 w 787"/>
                <a:gd name="T7" fmla="*/ 0 h 1404"/>
                <a:gd name="T8" fmla="*/ 6 w 787"/>
                <a:gd name="T9" fmla="*/ 11 h 1404"/>
                <a:gd name="T10" fmla="*/ 6 w 787"/>
                <a:gd name="T11" fmla="*/ 11 h 1404"/>
                <a:gd name="T12" fmla="*/ 6 w 787"/>
                <a:gd name="T13" fmla="*/ 11 h 1404"/>
                <a:gd name="T14" fmla="*/ 6 w 787"/>
                <a:gd name="T15" fmla="*/ 11 h 1404"/>
                <a:gd name="T16" fmla="*/ 6 w 787"/>
                <a:gd name="T17" fmla="*/ 11 h 1404"/>
                <a:gd name="T18" fmla="*/ 6 w 787"/>
                <a:gd name="T19" fmla="*/ 11 h 1404"/>
                <a:gd name="T20" fmla="*/ 6 w 787"/>
                <a:gd name="T21" fmla="*/ 11 h 1404"/>
                <a:gd name="T22" fmla="*/ 6 w 787"/>
                <a:gd name="T23" fmla="*/ 11 h 1404"/>
                <a:gd name="T24" fmla="*/ 6 w 787"/>
                <a:gd name="T25" fmla="*/ 11 h 1404"/>
                <a:gd name="T26" fmla="*/ 6 w 787"/>
                <a:gd name="T27" fmla="*/ 11 h 1404"/>
                <a:gd name="T28" fmla="*/ 6 w 787"/>
                <a:gd name="T29" fmla="*/ 11 h 1404"/>
                <a:gd name="T30" fmla="*/ 6 w 787"/>
                <a:gd name="T31" fmla="*/ 11 h 1404"/>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787"/>
                <a:gd name="T49" fmla="*/ 0 h 1404"/>
                <a:gd name="T50" fmla="*/ 787 w 787"/>
                <a:gd name="T51" fmla="*/ 1404 h 1404"/>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787" h="1404">
                  <a:moveTo>
                    <a:pt x="781" y="1334"/>
                  </a:moveTo>
                  <a:lnTo>
                    <a:pt x="781" y="1337"/>
                  </a:lnTo>
                  <a:lnTo>
                    <a:pt x="82" y="0"/>
                  </a:lnTo>
                  <a:lnTo>
                    <a:pt x="0" y="42"/>
                  </a:lnTo>
                  <a:lnTo>
                    <a:pt x="699" y="1379"/>
                  </a:lnTo>
                  <a:lnTo>
                    <a:pt x="699" y="1381"/>
                  </a:lnTo>
                  <a:lnTo>
                    <a:pt x="699" y="1379"/>
                  </a:lnTo>
                  <a:lnTo>
                    <a:pt x="712" y="1395"/>
                  </a:lnTo>
                  <a:lnTo>
                    <a:pt x="727" y="1402"/>
                  </a:lnTo>
                  <a:lnTo>
                    <a:pt x="744" y="1404"/>
                  </a:lnTo>
                  <a:lnTo>
                    <a:pt x="761" y="1398"/>
                  </a:lnTo>
                  <a:lnTo>
                    <a:pt x="775" y="1388"/>
                  </a:lnTo>
                  <a:lnTo>
                    <a:pt x="784" y="1373"/>
                  </a:lnTo>
                  <a:lnTo>
                    <a:pt x="787" y="1357"/>
                  </a:lnTo>
                  <a:lnTo>
                    <a:pt x="781" y="1337"/>
                  </a:lnTo>
                  <a:lnTo>
                    <a:pt x="781" y="13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9343" name="Freeform 34"/>
            <p:cNvSpPr>
              <a:spLocks/>
            </p:cNvSpPr>
            <p:nvPr/>
          </p:nvSpPr>
          <p:spPr bwMode="auto">
            <a:xfrm>
              <a:off x="1439" y="1948"/>
              <a:ext cx="125" cy="76"/>
            </a:xfrm>
            <a:custGeom>
              <a:avLst/>
              <a:gdLst>
                <a:gd name="T0" fmla="*/ 5 w 628"/>
                <a:gd name="T1" fmla="*/ 2 h 383"/>
                <a:gd name="T2" fmla="*/ 5 w 628"/>
                <a:gd name="T3" fmla="*/ 2 h 383"/>
                <a:gd name="T4" fmla="*/ 4 w 628"/>
                <a:gd name="T5" fmla="*/ 2 h 383"/>
                <a:gd name="T6" fmla="*/ 4 w 628"/>
                <a:gd name="T7" fmla="*/ 2 h 383"/>
                <a:gd name="T8" fmla="*/ 4 w 628"/>
                <a:gd name="T9" fmla="*/ 2 h 383"/>
                <a:gd name="T10" fmla="*/ 3 w 628"/>
                <a:gd name="T11" fmla="*/ 2 h 383"/>
                <a:gd name="T12" fmla="*/ 3 w 628"/>
                <a:gd name="T13" fmla="*/ 2 h 383"/>
                <a:gd name="T14" fmla="*/ 3 w 628"/>
                <a:gd name="T15" fmla="*/ 2 h 383"/>
                <a:gd name="T16" fmla="*/ 3 w 628"/>
                <a:gd name="T17" fmla="*/ 2 h 383"/>
                <a:gd name="T18" fmla="*/ 2 w 628"/>
                <a:gd name="T19" fmla="*/ 2 h 383"/>
                <a:gd name="T20" fmla="*/ 2 w 628"/>
                <a:gd name="T21" fmla="*/ 2 h 383"/>
                <a:gd name="T22" fmla="*/ 2 w 628"/>
                <a:gd name="T23" fmla="*/ 1 h 383"/>
                <a:gd name="T24" fmla="*/ 2 w 628"/>
                <a:gd name="T25" fmla="*/ 1 h 383"/>
                <a:gd name="T26" fmla="*/ 1 w 628"/>
                <a:gd name="T27" fmla="*/ 1 h 383"/>
                <a:gd name="T28" fmla="*/ 1 w 628"/>
                <a:gd name="T29" fmla="*/ 1 h 383"/>
                <a:gd name="T30" fmla="*/ 1 w 628"/>
                <a:gd name="T31" fmla="*/ 1 h 383"/>
                <a:gd name="T32" fmla="*/ 1 w 628"/>
                <a:gd name="T33" fmla="*/ 0 h 383"/>
                <a:gd name="T34" fmla="*/ 1 w 628"/>
                <a:gd name="T35" fmla="*/ 0 h 383"/>
                <a:gd name="T36" fmla="*/ 0 w 628"/>
                <a:gd name="T37" fmla="*/ 0 h 383"/>
                <a:gd name="T38" fmla="*/ 0 w 628"/>
                <a:gd name="T39" fmla="*/ 1 h 383"/>
                <a:gd name="T40" fmla="*/ 0 w 628"/>
                <a:gd name="T41" fmla="*/ 1 h 383"/>
                <a:gd name="T42" fmla="*/ 1 w 628"/>
                <a:gd name="T43" fmla="*/ 1 h 383"/>
                <a:gd name="T44" fmla="*/ 1 w 628"/>
                <a:gd name="T45" fmla="*/ 1 h 383"/>
                <a:gd name="T46" fmla="*/ 1 w 628"/>
                <a:gd name="T47" fmla="*/ 2 h 383"/>
                <a:gd name="T48" fmla="*/ 1 w 628"/>
                <a:gd name="T49" fmla="*/ 2 h 383"/>
                <a:gd name="T50" fmla="*/ 2 w 628"/>
                <a:gd name="T51" fmla="*/ 2 h 383"/>
                <a:gd name="T52" fmla="*/ 2 w 628"/>
                <a:gd name="T53" fmla="*/ 2 h 383"/>
                <a:gd name="T54" fmla="*/ 2 w 628"/>
                <a:gd name="T55" fmla="*/ 2 h 383"/>
                <a:gd name="T56" fmla="*/ 3 w 628"/>
                <a:gd name="T57" fmla="*/ 3 h 383"/>
                <a:gd name="T58" fmla="*/ 3 w 628"/>
                <a:gd name="T59" fmla="*/ 3 h 383"/>
                <a:gd name="T60" fmla="*/ 3 w 628"/>
                <a:gd name="T61" fmla="*/ 3 h 383"/>
                <a:gd name="T62" fmla="*/ 4 w 628"/>
                <a:gd name="T63" fmla="*/ 3 h 383"/>
                <a:gd name="T64" fmla="*/ 4 w 628"/>
                <a:gd name="T65" fmla="*/ 3 h 383"/>
                <a:gd name="T66" fmla="*/ 4 w 628"/>
                <a:gd name="T67" fmla="*/ 3 h 383"/>
                <a:gd name="T68" fmla="*/ 5 w 628"/>
                <a:gd name="T69" fmla="*/ 3 h 383"/>
                <a:gd name="T70" fmla="*/ 5 w 628"/>
                <a:gd name="T71" fmla="*/ 3 h 383"/>
                <a:gd name="T72" fmla="*/ 5 w 628"/>
                <a:gd name="T73" fmla="*/ 3 h 383"/>
                <a:gd name="T74" fmla="*/ 5 w 628"/>
                <a:gd name="T75" fmla="*/ 3 h 383"/>
                <a:gd name="T76" fmla="*/ 5 w 628"/>
                <a:gd name="T77" fmla="*/ 3 h 383"/>
                <a:gd name="T78" fmla="*/ 5 w 628"/>
                <a:gd name="T79" fmla="*/ 3 h 383"/>
                <a:gd name="T80" fmla="*/ 5 w 628"/>
                <a:gd name="T81" fmla="*/ 3 h 383"/>
                <a:gd name="T82" fmla="*/ 5 w 628"/>
                <a:gd name="T83" fmla="*/ 3 h 383"/>
                <a:gd name="T84" fmla="*/ 5 w 628"/>
                <a:gd name="T85" fmla="*/ 2 h 383"/>
                <a:gd name="T86" fmla="*/ 5 w 628"/>
                <a:gd name="T87" fmla="*/ 2 h 383"/>
                <a:gd name="T88" fmla="*/ 5 w 628"/>
                <a:gd name="T89" fmla="*/ 2 h 383"/>
                <a:gd name="T90" fmla="*/ 5 w 628"/>
                <a:gd name="T91" fmla="*/ 2 h 38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628"/>
                <a:gd name="T139" fmla="*/ 0 h 383"/>
                <a:gd name="T140" fmla="*/ 628 w 628"/>
                <a:gd name="T141" fmla="*/ 383 h 38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628" h="383">
                  <a:moveTo>
                    <a:pt x="581" y="289"/>
                  </a:moveTo>
                  <a:lnTo>
                    <a:pt x="582" y="289"/>
                  </a:lnTo>
                  <a:lnTo>
                    <a:pt x="541" y="287"/>
                  </a:lnTo>
                  <a:lnTo>
                    <a:pt x="500" y="283"/>
                  </a:lnTo>
                  <a:lnTo>
                    <a:pt x="462" y="276"/>
                  </a:lnTo>
                  <a:lnTo>
                    <a:pt x="424" y="268"/>
                  </a:lnTo>
                  <a:lnTo>
                    <a:pt x="389" y="255"/>
                  </a:lnTo>
                  <a:lnTo>
                    <a:pt x="352" y="242"/>
                  </a:lnTo>
                  <a:lnTo>
                    <a:pt x="320" y="227"/>
                  </a:lnTo>
                  <a:lnTo>
                    <a:pt x="287" y="209"/>
                  </a:lnTo>
                  <a:lnTo>
                    <a:pt x="255" y="189"/>
                  </a:lnTo>
                  <a:lnTo>
                    <a:pt x="226" y="168"/>
                  </a:lnTo>
                  <a:lnTo>
                    <a:pt x="198" y="145"/>
                  </a:lnTo>
                  <a:lnTo>
                    <a:pt x="172" y="119"/>
                  </a:lnTo>
                  <a:lnTo>
                    <a:pt x="146" y="92"/>
                  </a:lnTo>
                  <a:lnTo>
                    <a:pt x="122" y="64"/>
                  </a:lnTo>
                  <a:lnTo>
                    <a:pt x="100" y="33"/>
                  </a:lnTo>
                  <a:lnTo>
                    <a:pt x="82" y="0"/>
                  </a:lnTo>
                  <a:lnTo>
                    <a:pt x="0" y="47"/>
                  </a:lnTo>
                  <a:lnTo>
                    <a:pt x="23" y="85"/>
                  </a:lnTo>
                  <a:lnTo>
                    <a:pt x="49" y="120"/>
                  </a:lnTo>
                  <a:lnTo>
                    <a:pt x="76" y="153"/>
                  </a:lnTo>
                  <a:lnTo>
                    <a:pt x="104" y="185"/>
                  </a:lnTo>
                  <a:lnTo>
                    <a:pt x="137" y="215"/>
                  </a:lnTo>
                  <a:lnTo>
                    <a:pt x="170" y="241"/>
                  </a:lnTo>
                  <a:lnTo>
                    <a:pt x="204" y="267"/>
                  </a:lnTo>
                  <a:lnTo>
                    <a:pt x="240" y="289"/>
                  </a:lnTo>
                  <a:lnTo>
                    <a:pt x="277" y="309"/>
                  </a:lnTo>
                  <a:lnTo>
                    <a:pt x="317" y="329"/>
                  </a:lnTo>
                  <a:lnTo>
                    <a:pt x="358" y="344"/>
                  </a:lnTo>
                  <a:lnTo>
                    <a:pt x="400" y="357"/>
                  </a:lnTo>
                  <a:lnTo>
                    <a:pt x="444" y="367"/>
                  </a:lnTo>
                  <a:lnTo>
                    <a:pt x="488" y="374"/>
                  </a:lnTo>
                  <a:lnTo>
                    <a:pt x="534" y="380"/>
                  </a:lnTo>
                  <a:lnTo>
                    <a:pt x="580" y="383"/>
                  </a:lnTo>
                  <a:lnTo>
                    <a:pt x="581" y="383"/>
                  </a:lnTo>
                  <a:lnTo>
                    <a:pt x="580" y="383"/>
                  </a:lnTo>
                  <a:lnTo>
                    <a:pt x="600" y="379"/>
                  </a:lnTo>
                  <a:lnTo>
                    <a:pt x="615" y="369"/>
                  </a:lnTo>
                  <a:lnTo>
                    <a:pt x="624" y="353"/>
                  </a:lnTo>
                  <a:lnTo>
                    <a:pt x="628" y="337"/>
                  </a:lnTo>
                  <a:lnTo>
                    <a:pt x="625" y="319"/>
                  </a:lnTo>
                  <a:lnTo>
                    <a:pt x="617" y="304"/>
                  </a:lnTo>
                  <a:lnTo>
                    <a:pt x="602" y="294"/>
                  </a:lnTo>
                  <a:lnTo>
                    <a:pt x="582" y="289"/>
                  </a:lnTo>
                  <a:lnTo>
                    <a:pt x="581" y="28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9344" name="Freeform 35"/>
            <p:cNvSpPr>
              <a:spLocks/>
            </p:cNvSpPr>
            <p:nvPr/>
          </p:nvSpPr>
          <p:spPr bwMode="auto">
            <a:xfrm>
              <a:off x="1587" y="1880"/>
              <a:ext cx="85" cy="49"/>
            </a:xfrm>
            <a:custGeom>
              <a:avLst/>
              <a:gdLst>
                <a:gd name="T0" fmla="*/ 3 w 426"/>
                <a:gd name="T1" fmla="*/ 0 h 245"/>
                <a:gd name="T2" fmla="*/ 3 w 426"/>
                <a:gd name="T3" fmla="*/ 0 h 245"/>
                <a:gd name="T4" fmla="*/ 3 w 426"/>
                <a:gd name="T5" fmla="*/ 0 h 245"/>
                <a:gd name="T6" fmla="*/ 3 w 426"/>
                <a:gd name="T7" fmla="*/ 0 h 245"/>
                <a:gd name="T8" fmla="*/ 2 w 426"/>
                <a:gd name="T9" fmla="*/ 0 h 245"/>
                <a:gd name="T10" fmla="*/ 2 w 426"/>
                <a:gd name="T11" fmla="*/ 0 h 245"/>
                <a:gd name="T12" fmla="*/ 2 w 426"/>
                <a:gd name="T13" fmla="*/ 0 h 245"/>
                <a:gd name="T14" fmla="*/ 2 w 426"/>
                <a:gd name="T15" fmla="*/ 0 h 245"/>
                <a:gd name="T16" fmla="*/ 1 w 426"/>
                <a:gd name="T17" fmla="*/ 0 h 245"/>
                <a:gd name="T18" fmla="*/ 1 w 426"/>
                <a:gd name="T19" fmla="*/ 1 h 245"/>
                <a:gd name="T20" fmla="*/ 1 w 426"/>
                <a:gd name="T21" fmla="*/ 1 h 245"/>
                <a:gd name="T22" fmla="*/ 1 w 426"/>
                <a:gd name="T23" fmla="*/ 1 h 245"/>
                <a:gd name="T24" fmla="*/ 0 w 426"/>
                <a:gd name="T25" fmla="*/ 1 h 245"/>
                <a:gd name="T26" fmla="*/ 0 w 426"/>
                <a:gd name="T27" fmla="*/ 1 h 245"/>
                <a:gd name="T28" fmla="*/ 0 w 426"/>
                <a:gd name="T29" fmla="*/ 1 h 245"/>
                <a:gd name="T30" fmla="*/ 0 w 426"/>
                <a:gd name="T31" fmla="*/ 2 h 245"/>
                <a:gd name="T32" fmla="*/ 0 w 426"/>
                <a:gd name="T33" fmla="*/ 2 h 245"/>
                <a:gd name="T34" fmla="*/ 0 w 426"/>
                <a:gd name="T35" fmla="*/ 2 h 245"/>
                <a:gd name="T36" fmla="*/ 0 w 426"/>
                <a:gd name="T37" fmla="*/ 2 h 245"/>
                <a:gd name="T38" fmla="*/ 0 w 426"/>
                <a:gd name="T39" fmla="*/ 2 h 245"/>
                <a:gd name="T40" fmla="*/ 0 w 426"/>
                <a:gd name="T41" fmla="*/ 2 h 245"/>
                <a:gd name="T42" fmla="*/ 0 w 426"/>
                <a:gd name="T43" fmla="*/ 1 h 245"/>
                <a:gd name="T44" fmla="*/ 0 w 426"/>
                <a:gd name="T45" fmla="*/ 1 h 245"/>
                <a:gd name="T46" fmla="*/ 0 w 426"/>
                <a:gd name="T47" fmla="*/ 1 h 245"/>
                <a:gd name="T48" fmla="*/ 1 w 426"/>
                <a:gd name="T49" fmla="*/ 1 h 245"/>
                <a:gd name="T50" fmla="*/ 1 w 426"/>
                <a:gd name="T51" fmla="*/ 1 h 245"/>
                <a:gd name="T52" fmla="*/ 1 w 426"/>
                <a:gd name="T53" fmla="*/ 1 h 245"/>
                <a:gd name="T54" fmla="*/ 1 w 426"/>
                <a:gd name="T55" fmla="*/ 1 h 245"/>
                <a:gd name="T56" fmla="*/ 2 w 426"/>
                <a:gd name="T57" fmla="*/ 0 h 245"/>
                <a:gd name="T58" fmla="*/ 2 w 426"/>
                <a:gd name="T59" fmla="*/ 0 h 245"/>
                <a:gd name="T60" fmla="*/ 2 w 426"/>
                <a:gd name="T61" fmla="*/ 0 h 245"/>
                <a:gd name="T62" fmla="*/ 2 w 426"/>
                <a:gd name="T63" fmla="*/ 0 h 245"/>
                <a:gd name="T64" fmla="*/ 3 w 426"/>
                <a:gd name="T65" fmla="*/ 0 h 245"/>
                <a:gd name="T66" fmla="*/ 3 w 426"/>
                <a:gd name="T67" fmla="*/ 0 h 245"/>
                <a:gd name="T68" fmla="*/ 3 w 426"/>
                <a:gd name="T69" fmla="*/ 0 h 245"/>
                <a:gd name="T70" fmla="*/ 3 w 426"/>
                <a:gd name="T71" fmla="*/ 0 h 245"/>
                <a:gd name="T72" fmla="*/ 3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426" y="0"/>
                  </a:moveTo>
                  <a:lnTo>
                    <a:pt x="426" y="0"/>
                  </a:lnTo>
                  <a:lnTo>
                    <a:pt x="384" y="1"/>
                  </a:lnTo>
                  <a:lnTo>
                    <a:pt x="340" y="4"/>
                  </a:lnTo>
                  <a:lnTo>
                    <a:pt x="300" y="10"/>
                  </a:lnTo>
                  <a:lnTo>
                    <a:pt x="262" y="18"/>
                  </a:lnTo>
                  <a:lnTo>
                    <a:pt x="224" y="29"/>
                  </a:lnTo>
                  <a:lnTo>
                    <a:pt x="189" y="41"/>
                  </a:lnTo>
                  <a:lnTo>
                    <a:pt x="157" y="55"/>
                  </a:lnTo>
                  <a:lnTo>
                    <a:pt x="126" y="70"/>
                  </a:lnTo>
                  <a:lnTo>
                    <a:pt x="99" y="89"/>
                  </a:lnTo>
                  <a:lnTo>
                    <a:pt x="74" y="106"/>
                  </a:lnTo>
                  <a:lnTo>
                    <a:pt x="52" y="126"/>
                  </a:lnTo>
                  <a:lnTo>
                    <a:pt x="34" y="148"/>
                  </a:lnTo>
                  <a:lnTo>
                    <a:pt x="19" y="171"/>
                  </a:lnTo>
                  <a:lnTo>
                    <a:pt x="9" y="194"/>
                  </a:lnTo>
                  <a:lnTo>
                    <a:pt x="3" y="219"/>
                  </a:lnTo>
                  <a:lnTo>
                    <a:pt x="0" y="245"/>
                  </a:lnTo>
                  <a:lnTo>
                    <a:pt x="12" y="245"/>
                  </a:lnTo>
                  <a:lnTo>
                    <a:pt x="15" y="221"/>
                  </a:lnTo>
                  <a:lnTo>
                    <a:pt x="20" y="199"/>
                  </a:lnTo>
                  <a:lnTo>
                    <a:pt x="31" y="178"/>
                  </a:lnTo>
                  <a:lnTo>
                    <a:pt x="44" y="156"/>
                  </a:lnTo>
                  <a:lnTo>
                    <a:pt x="61" y="136"/>
                  </a:lnTo>
                  <a:lnTo>
                    <a:pt x="81" y="116"/>
                  </a:lnTo>
                  <a:lnTo>
                    <a:pt x="106" y="98"/>
                  </a:lnTo>
                  <a:lnTo>
                    <a:pt x="133" y="82"/>
                  </a:lnTo>
                  <a:lnTo>
                    <a:pt x="162" y="66"/>
                  </a:lnTo>
                  <a:lnTo>
                    <a:pt x="194" y="52"/>
                  </a:lnTo>
                  <a:lnTo>
                    <a:pt x="229" y="41"/>
                  </a:lnTo>
                  <a:lnTo>
                    <a:pt x="264" y="30"/>
                  </a:lnTo>
                  <a:lnTo>
                    <a:pt x="303" y="22"/>
                  </a:lnTo>
                  <a:lnTo>
                    <a:pt x="343" y="16"/>
                  </a:lnTo>
                  <a:lnTo>
                    <a:pt x="384" y="12"/>
                  </a:lnTo>
                  <a:lnTo>
                    <a:pt x="426" y="11"/>
                  </a:lnTo>
                  <a:lnTo>
                    <a:pt x="42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9345" name="Freeform 36"/>
            <p:cNvSpPr>
              <a:spLocks/>
            </p:cNvSpPr>
            <p:nvPr/>
          </p:nvSpPr>
          <p:spPr bwMode="auto">
            <a:xfrm>
              <a:off x="1587" y="1929"/>
              <a:ext cx="85" cy="49"/>
            </a:xfrm>
            <a:custGeom>
              <a:avLst/>
              <a:gdLst>
                <a:gd name="T0" fmla="*/ 0 w 426"/>
                <a:gd name="T1" fmla="*/ 0 h 245"/>
                <a:gd name="T2" fmla="*/ 0 w 426"/>
                <a:gd name="T3" fmla="*/ 0 h 245"/>
                <a:gd name="T4" fmla="*/ 0 w 426"/>
                <a:gd name="T5" fmla="*/ 0 h 245"/>
                <a:gd name="T6" fmla="*/ 0 w 426"/>
                <a:gd name="T7" fmla="*/ 0 h 245"/>
                <a:gd name="T8" fmla="*/ 0 w 426"/>
                <a:gd name="T9" fmla="*/ 1 h 245"/>
                <a:gd name="T10" fmla="*/ 0 w 426"/>
                <a:gd name="T11" fmla="*/ 1 h 245"/>
                <a:gd name="T12" fmla="*/ 0 w 426"/>
                <a:gd name="T13" fmla="*/ 1 h 245"/>
                <a:gd name="T14" fmla="*/ 1 w 426"/>
                <a:gd name="T15" fmla="*/ 1 h 245"/>
                <a:gd name="T16" fmla="*/ 1 w 426"/>
                <a:gd name="T17" fmla="*/ 1 h 245"/>
                <a:gd name="T18" fmla="*/ 1 w 426"/>
                <a:gd name="T19" fmla="*/ 1 h 245"/>
                <a:gd name="T20" fmla="*/ 1 w 426"/>
                <a:gd name="T21" fmla="*/ 2 h 245"/>
                <a:gd name="T22" fmla="*/ 2 w 426"/>
                <a:gd name="T23" fmla="*/ 2 h 245"/>
                <a:gd name="T24" fmla="*/ 2 w 426"/>
                <a:gd name="T25" fmla="*/ 2 h 245"/>
                <a:gd name="T26" fmla="*/ 2 w 426"/>
                <a:gd name="T27" fmla="*/ 2 h 245"/>
                <a:gd name="T28" fmla="*/ 2 w 426"/>
                <a:gd name="T29" fmla="*/ 2 h 245"/>
                <a:gd name="T30" fmla="*/ 3 w 426"/>
                <a:gd name="T31" fmla="*/ 2 h 245"/>
                <a:gd name="T32" fmla="*/ 3 w 426"/>
                <a:gd name="T33" fmla="*/ 2 h 245"/>
                <a:gd name="T34" fmla="*/ 3 w 426"/>
                <a:gd name="T35" fmla="*/ 2 h 245"/>
                <a:gd name="T36" fmla="*/ 3 w 426"/>
                <a:gd name="T37" fmla="*/ 2 h 245"/>
                <a:gd name="T38" fmla="*/ 3 w 426"/>
                <a:gd name="T39" fmla="*/ 2 h 245"/>
                <a:gd name="T40" fmla="*/ 3 w 426"/>
                <a:gd name="T41" fmla="*/ 2 h 245"/>
                <a:gd name="T42" fmla="*/ 2 w 426"/>
                <a:gd name="T43" fmla="*/ 2 h 245"/>
                <a:gd name="T44" fmla="*/ 2 w 426"/>
                <a:gd name="T45" fmla="*/ 2 h 245"/>
                <a:gd name="T46" fmla="*/ 2 w 426"/>
                <a:gd name="T47" fmla="*/ 2 h 245"/>
                <a:gd name="T48" fmla="*/ 2 w 426"/>
                <a:gd name="T49" fmla="*/ 2 h 245"/>
                <a:gd name="T50" fmla="*/ 1 w 426"/>
                <a:gd name="T51" fmla="*/ 1 h 245"/>
                <a:gd name="T52" fmla="*/ 1 w 426"/>
                <a:gd name="T53" fmla="*/ 1 h 245"/>
                <a:gd name="T54" fmla="*/ 1 w 426"/>
                <a:gd name="T55" fmla="*/ 1 h 245"/>
                <a:gd name="T56" fmla="*/ 1 w 426"/>
                <a:gd name="T57" fmla="*/ 1 h 245"/>
                <a:gd name="T58" fmla="*/ 0 w 426"/>
                <a:gd name="T59" fmla="*/ 1 h 245"/>
                <a:gd name="T60" fmla="*/ 0 w 426"/>
                <a:gd name="T61" fmla="*/ 1 h 245"/>
                <a:gd name="T62" fmla="*/ 0 w 426"/>
                <a:gd name="T63" fmla="*/ 1 h 245"/>
                <a:gd name="T64" fmla="*/ 0 w 426"/>
                <a:gd name="T65" fmla="*/ 0 h 245"/>
                <a:gd name="T66" fmla="*/ 0 w 426"/>
                <a:gd name="T67" fmla="*/ 0 h 245"/>
                <a:gd name="T68" fmla="*/ 0 w 426"/>
                <a:gd name="T69" fmla="*/ 0 h 245"/>
                <a:gd name="T70" fmla="*/ 0 w 426"/>
                <a:gd name="T71" fmla="*/ 0 h 245"/>
                <a:gd name="T72" fmla="*/ 0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0" y="0"/>
                  </a:moveTo>
                  <a:lnTo>
                    <a:pt x="0" y="0"/>
                  </a:lnTo>
                  <a:lnTo>
                    <a:pt x="3" y="25"/>
                  </a:lnTo>
                  <a:lnTo>
                    <a:pt x="9" y="50"/>
                  </a:lnTo>
                  <a:lnTo>
                    <a:pt x="19" y="73"/>
                  </a:lnTo>
                  <a:lnTo>
                    <a:pt x="34" y="96"/>
                  </a:lnTo>
                  <a:lnTo>
                    <a:pt x="52" y="118"/>
                  </a:lnTo>
                  <a:lnTo>
                    <a:pt x="74" y="138"/>
                  </a:lnTo>
                  <a:lnTo>
                    <a:pt x="99" y="156"/>
                  </a:lnTo>
                  <a:lnTo>
                    <a:pt x="126" y="174"/>
                  </a:lnTo>
                  <a:lnTo>
                    <a:pt x="157" y="190"/>
                  </a:lnTo>
                  <a:lnTo>
                    <a:pt x="189" y="204"/>
                  </a:lnTo>
                  <a:lnTo>
                    <a:pt x="224" y="215"/>
                  </a:lnTo>
                  <a:lnTo>
                    <a:pt x="262" y="226"/>
                  </a:lnTo>
                  <a:lnTo>
                    <a:pt x="300" y="234"/>
                  </a:lnTo>
                  <a:lnTo>
                    <a:pt x="340" y="240"/>
                  </a:lnTo>
                  <a:lnTo>
                    <a:pt x="384" y="244"/>
                  </a:lnTo>
                  <a:lnTo>
                    <a:pt x="426" y="245"/>
                  </a:lnTo>
                  <a:lnTo>
                    <a:pt x="426" y="233"/>
                  </a:lnTo>
                  <a:lnTo>
                    <a:pt x="384" y="232"/>
                  </a:lnTo>
                  <a:lnTo>
                    <a:pt x="343" y="228"/>
                  </a:lnTo>
                  <a:lnTo>
                    <a:pt x="303" y="222"/>
                  </a:lnTo>
                  <a:lnTo>
                    <a:pt x="264" y="214"/>
                  </a:lnTo>
                  <a:lnTo>
                    <a:pt x="229" y="204"/>
                  </a:lnTo>
                  <a:lnTo>
                    <a:pt x="194" y="192"/>
                  </a:lnTo>
                  <a:lnTo>
                    <a:pt x="162" y="178"/>
                  </a:lnTo>
                  <a:lnTo>
                    <a:pt x="133" y="163"/>
                  </a:lnTo>
                  <a:lnTo>
                    <a:pt x="106" y="146"/>
                  </a:lnTo>
                  <a:lnTo>
                    <a:pt x="81" y="129"/>
                  </a:lnTo>
                  <a:lnTo>
                    <a:pt x="61" y="109"/>
                  </a:lnTo>
                  <a:lnTo>
                    <a:pt x="44" y="89"/>
                  </a:lnTo>
                  <a:lnTo>
                    <a:pt x="31" y="66"/>
                  </a:lnTo>
                  <a:lnTo>
                    <a:pt x="20" y="45"/>
                  </a:lnTo>
                  <a:lnTo>
                    <a:pt x="15" y="2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9346" name="Freeform 37"/>
            <p:cNvSpPr>
              <a:spLocks/>
            </p:cNvSpPr>
            <p:nvPr/>
          </p:nvSpPr>
          <p:spPr bwMode="auto">
            <a:xfrm>
              <a:off x="878" y="1448"/>
              <a:ext cx="792" cy="954"/>
            </a:xfrm>
            <a:custGeom>
              <a:avLst/>
              <a:gdLst>
                <a:gd name="T0" fmla="*/ 13 w 3960"/>
                <a:gd name="T1" fmla="*/ 38 h 4768"/>
                <a:gd name="T2" fmla="*/ 14 w 3960"/>
                <a:gd name="T3" fmla="*/ 38 h 4768"/>
                <a:gd name="T4" fmla="*/ 15 w 3960"/>
                <a:gd name="T5" fmla="*/ 38 h 4768"/>
                <a:gd name="T6" fmla="*/ 15 w 3960"/>
                <a:gd name="T7" fmla="*/ 38 h 4768"/>
                <a:gd name="T8" fmla="*/ 16 w 3960"/>
                <a:gd name="T9" fmla="*/ 38 h 4768"/>
                <a:gd name="T10" fmla="*/ 17 w 3960"/>
                <a:gd name="T11" fmla="*/ 38 h 4768"/>
                <a:gd name="T12" fmla="*/ 17 w 3960"/>
                <a:gd name="T13" fmla="*/ 38 h 4768"/>
                <a:gd name="T14" fmla="*/ 18 w 3960"/>
                <a:gd name="T15" fmla="*/ 38 h 4768"/>
                <a:gd name="T16" fmla="*/ 18 w 3960"/>
                <a:gd name="T17" fmla="*/ 38 h 4768"/>
                <a:gd name="T18" fmla="*/ 29 w 3960"/>
                <a:gd name="T19" fmla="*/ 30 h 4768"/>
                <a:gd name="T20" fmla="*/ 30 w 3960"/>
                <a:gd name="T21" fmla="*/ 30 h 4768"/>
                <a:gd name="T22" fmla="*/ 30 w 3960"/>
                <a:gd name="T23" fmla="*/ 29 h 4768"/>
                <a:gd name="T24" fmla="*/ 31 w 3960"/>
                <a:gd name="T25" fmla="*/ 28 h 4768"/>
                <a:gd name="T26" fmla="*/ 31 w 3960"/>
                <a:gd name="T27" fmla="*/ 28 h 4768"/>
                <a:gd name="T28" fmla="*/ 31 w 3960"/>
                <a:gd name="T29" fmla="*/ 27 h 4768"/>
                <a:gd name="T30" fmla="*/ 32 w 3960"/>
                <a:gd name="T31" fmla="*/ 26 h 4768"/>
                <a:gd name="T32" fmla="*/ 32 w 3960"/>
                <a:gd name="T33" fmla="*/ 25 h 4768"/>
                <a:gd name="T34" fmla="*/ 32 w 3960"/>
                <a:gd name="T35" fmla="*/ 11 h 4768"/>
                <a:gd name="T36" fmla="*/ 32 w 3960"/>
                <a:gd name="T37" fmla="*/ 10 h 4768"/>
                <a:gd name="T38" fmla="*/ 31 w 3960"/>
                <a:gd name="T39" fmla="*/ 9 h 4768"/>
                <a:gd name="T40" fmla="*/ 31 w 3960"/>
                <a:gd name="T41" fmla="*/ 9 h 4768"/>
                <a:gd name="T42" fmla="*/ 31 w 3960"/>
                <a:gd name="T43" fmla="*/ 8 h 4768"/>
                <a:gd name="T44" fmla="*/ 31 w 3960"/>
                <a:gd name="T45" fmla="*/ 8 h 4768"/>
                <a:gd name="T46" fmla="*/ 30 w 3960"/>
                <a:gd name="T47" fmla="*/ 7 h 4768"/>
                <a:gd name="T48" fmla="*/ 30 w 3960"/>
                <a:gd name="T49" fmla="*/ 7 h 4768"/>
                <a:gd name="T50" fmla="*/ 29 w 3960"/>
                <a:gd name="T51" fmla="*/ 6 h 4768"/>
                <a:gd name="T52" fmla="*/ 19 w 3960"/>
                <a:gd name="T53" fmla="*/ 1 h 4768"/>
                <a:gd name="T54" fmla="*/ 18 w 3960"/>
                <a:gd name="T55" fmla="*/ 0 h 4768"/>
                <a:gd name="T56" fmla="*/ 17 w 3960"/>
                <a:gd name="T57" fmla="*/ 0 h 4768"/>
                <a:gd name="T58" fmla="*/ 17 w 3960"/>
                <a:gd name="T59" fmla="*/ 0 h 4768"/>
                <a:gd name="T60" fmla="*/ 16 w 3960"/>
                <a:gd name="T61" fmla="*/ 0 h 4768"/>
                <a:gd name="T62" fmla="*/ 15 w 3960"/>
                <a:gd name="T63" fmla="*/ 0 h 4768"/>
                <a:gd name="T64" fmla="*/ 14 w 3960"/>
                <a:gd name="T65" fmla="*/ 0 h 4768"/>
                <a:gd name="T66" fmla="*/ 14 w 3960"/>
                <a:gd name="T67" fmla="*/ 0 h 4768"/>
                <a:gd name="T68" fmla="*/ 2 w 3960"/>
                <a:gd name="T69" fmla="*/ 6 h 4768"/>
                <a:gd name="T70" fmla="*/ 2 w 3960"/>
                <a:gd name="T71" fmla="*/ 7 h 4768"/>
                <a:gd name="T72" fmla="*/ 1 w 3960"/>
                <a:gd name="T73" fmla="*/ 7 h 4768"/>
                <a:gd name="T74" fmla="*/ 1 w 3960"/>
                <a:gd name="T75" fmla="*/ 8 h 4768"/>
                <a:gd name="T76" fmla="*/ 1 w 3960"/>
                <a:gd name="T77" fmla="*/ 8 h 4768"/>
                <a:gd name="T78" fmla="*/ 0 w 3960"/>
                <a:gd name="T79" fmla="*/ 9 h 4768"/>
                <a:gd name="T80" fmla="*/ 0 w 3960"/>
                <a:gd name="T81" fmla="*/ 9 h 4768"/>
                <a:gd name="T82" fmla="*/ 0 w 3960"/>
                <a:gd name="T83" fmla="*/ 10 h 4768"/>
                <a:gd name="T84" fmla="*/ 0 w 3960"/>
                <a:gd name="T85" fmla="*/ 11 h 4768"/>
                <a:gd name="T86" fmla="*/ 0 w 3960"/>
                <a:gd name="T87" fmla="*/ 25 h 4768"/>
                <a:gd name="T88" fmla="*/ 0 w 3960"/>
                <a:gd name="T89" fmla="*/ 26 h 4768"/>
                <a:gd name="T90" fmla="*/ 0 w 3960"/>
                <a:gd name="T91" fmla="*/ 27 h 4768"/>
                <a:gd name="T92" fmla="*/ 1 w 3960"/>
                <a:gd name="T93" fmla="*/ 28 h 4768"/>
                <a:gd name="T94" fmla="*/ 1 w 3960"/>
                <a:gd name="T95" fmla="*/ 29 h 4768"/>
                <a:gd name="T96" fmla="*/ 1 w 3960"/>
                <a:gd name="T97" fmla="*/ 29 h 4768"/>
                <a:gd name="T98" fmla="*/ 2 w 3960"/>
                <a:gd name="T99" fmla="*/ 30 h 4768"/>
                <a:gd name="T100" fmla="*/ 3 w 3960"/>
                <a:gd name="T101" fmla="*/ 31 h 4768"/>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w 3960"/>
                <a:gd name="T154" fmla="*/ 0 h 4768"/>
                <a:gd name="T155" fmla="*/ 3960 w 3960"/>
                <a:gd name="T156" fmla="*/ 4768 h 4768"/>
              </a:gdLst>
              <a:ahLst/>
              <a:cxnLst>
                <a:cxn ang="T102">
                  <a:pos x="T0" y="T1"/>
                </a:cxn>
                <a:cxn ang="T103">
                  <a:pos x="T2" y="T3"/>
                </a:cxn>
                <a:cxn ang="T104">
                  <a:pos x="T4" y="T5"/>
                </a:cxn>
                <a:cxn ang="T105">
                  <a:pos x="T6" y="T7"/>
                </a:cxn>
                <a:cxn ang="T106">
                  <a:pos x="T8" y="T9"/>
                </a:cxn>
                <a:cxn ang="T107">
                  <a:pos x="T10" y="T11"/>
                </a:cxn>
                <a:cxn ang="T108">
                  <a:pos x="T12" y="T13"/>
                </a:cxn>
                <a:cxn ang="T109">
                  <a:pos x="T14" y="T15"/>
                </a:cxn>
                <a:cxn ang="T110">
                  <a:pos x="T16" y="T17"/>
                </a:cxn>
                <a:cxn ang="T111">
                  <a:pos x="T18" y="T19"/>
                </a:cxn>
                <a:cxn ang="T112">
                  <a:pos x="T20" y="T21"/>
                </a:cxn>
                <a:cxn ang="T113">
                  <a:pos x="T22" y="T23"/>
                </a:cxn>
                <a:cxn ang="T114">
                  <a:pos x="T24" y="T25"/>
                </a:cxn>
                <a:cxn ang="T115">
                  <a:pos x="T26" y="T27"/>
                </a:cxn>
                <a:cxn ang="T116">
                  <a:pos x="T28" y="T29"/>
                </a:cxn>
                <a:cxn ang="T117">
                  <a:pos x="T30" y="T31"/>
                </a:cxn>
                <a:cxn ang="T118">
                  <a:pos x="T32" y="T33"/>
                </a:cxn>
                <a:cxn ang="T119">
                  <a:pos x="T34" y="T35"/>
                </a:cxn>
                <a:cxn ang="T120">
                  <a:pos x="T36" y="T37"/>
                </a:cxn>
                <a:cxn ang="T121">
                  <a:pos x="T38" y="T39"/>
                </a:cxn>
                <a:cxn ang="T122">
                  <a:pos x="T40" y="T41"/>
                </a:cxn>
                <a:cxn ang="T123">
                  <a:pos x="T42" y="T43"/>
                </a:cxn>
                <a:cxn ang="T124">
                  <a:pos x="T44" y="T45"/>
                </a:cxn>
                <a:cxn ang="T125">
                  <a:pos x="T46" y="T47"/>
                </a:cxn>
                <a:cxn ang="T126">
                  <a:pos x="T48" y="T49"/>
                </a:cxn>
                <a:cxn ang="T127">
                  <a:pos x="T50" y="T51"/>
                </a:cxn>
                <a:cxn ang="T128">
                  <a:pos x="T52" y="T53"/>
                </a:cxn>
                <a:cxn ang="T129">
                  <a:pos x="T54" y="T55"/>
                </a:cxn>
                <a:cxn ang="T130">
                  <a:pos x="T56" y="T57"/>
                </a:cxn>
                <a:cxn ang="T131">
                  <a:pos x="T58" y="T59"/>
                </a:cxn>
                <a:cxn ang="T132">
                  <a:pos x="T60" y="T61"/>
                </a:cxn>
                <a:cxn ang="T133">
                  <a:pos x="T62" y="T63"/>
                </a:cxn>
                <a:cxn ang="T134">
                  <a:pos x="T64" y="T65"/>
                </a:cxn>
                <a:cxn ang="T135">
                  <a:pos x="T66" y="T67"/>
                </a:cxn>
                <a:cxn ang="T136">
                  <a:pos x="T68" y="T69"/>
                </a:cxn>
                <a:cxn ang="T137">
                  <a:pos x="T70" y="T71"/>
                </a:cxn>
                <a:cxn ang="T138">
                  <a:pos x="T72" y="T73"/>
                </a:cxn>
                <a:cxn ang="T139">
                  <a:pos x="T74" y="T75"/>
                </a:cxn>
                <a:cxn ang="T140">
                  <a:pos x="T76" y="T77"/>
                </a:cxn>
                <a:cxn ang="T141">
                  <a:pos x="T78" y="T79"/>
                </a:cxn>
                <a:cxn ang="T142">
                  <a:pos x="T80" y="T81"/>
                </a:cxn>
                <a:cxn ang="T143">
                  <a:pos x="T82" y="T83"/>
                </a:cxn>
                <a:cxn ang="T144">
                  <a:pos x="T84" y="T85"/>
                </a:cxn>
                <a:cxn ang="T145">
                  <a:pos x="T86" y="T87"/>
                </a:cxn>
                <a:cxn ang="T146">
                  <a:pos x="T88" y="T89"/>
                </a:cxn>
                <a:cxn ang="T147">
                  <a:pos x="T90" y="T91"/>
                </a:cxn>
                <a:cxn ang="T148">
                  <a:pos x="T92" y="T93"/>
                </a:cxn>
                <a:cxn ang="T149">
                  <a:pos x="T94" y="T95"/>
                </a:cxn>
                <a:cxn ang="T150">
                  <a:pos x="T96" y="T97"/>
                </a:cxn>
                <a:cxn ang="T151">
                  <a:pos x="T98" y="T99"/>
                </a:cxn>
                <a:cxn ang="T152">
                  <a:pos x="T100" y="T101"/>
                </a:cxn>
              </a:cxnLst>
              <a:rect l="T153" t="T154" r="T155" b="T156"/>
              <a:pathLst>
                <a:path w="3960" h="4768">
                  <a:moveTo>
                    <a:pt x="353" y="3849"/>
                  </a:moveTo>
                  <a:lnTo>
                    <a:pt x="1661" y="4700"/>
                  </a:lnTo>
                  <a:lnTo>
                    <a:pt x="1697" y="4717"/>
                  </a:lnTo>
                  <a:lnTo>
                    <a:pt x="1736" y="4731"/>
                  </a:lnTo>
                  <a:lnTo>
                    <a:pt x="1776" y="4742"/>
                  </a:lnTo>
                  <a:lnTo>
                    <a:pt x="1818" y="4753"/>
                  </a:lnTo>
                  <a:lnTo>
                    <a:pt x="1860" y="4760"/>
                  </a:lnTo>
                  <a:lnTo>
                    <a:pt x="1902" y="4765"/>
                  </a:lnTo>
                  <a:lnTo>
                    <a:pt x="1946" y="4768"/>
                  </a:lnTo>
                  <a:lnTo>
                    <a:pt x="1988" y="4768"/>
                  </a:lnTo>
                  <a:lnTo>
                    <a:pt x="2031" y="4767"/>
                  </a:lnTo>
                  <a:lnTo>
                    <a:pt x="2073" y="4763"/>
                  </a:lnTo>
                  <a:lnTo>
                    <a:pt x="2114" y="4758"/>
                  </a:lnTo>
                  <a:lnTo>
                    <a:pt x="2154" y="4751"/>
                  </a:lnTo>
                  <a:lnTo>
                    <a:pt x="2193" y="4740"/>
                  </a:lnTo>
                  <a:lnTo>
                    <a:pt x="2230" y="4729"/>
                  </a:lnTo>
                  <a:lnTo>
                    <a:pt x="2264" y="4715"/>
                  </a:lnTo>
                  <a:lnTo>
                    <a:pt x="2297" y="4700"/>
                  </a:lnTo>
                  <a:lnTo>
                    <a:pt x="3639" y="3825"/>
                  </a:lnTo>
                  <a:lnTo>
                    <a:pt x="3673" y="3795"/>
                  </a:lnTo>
                  <a:lnTo>
                    <a:pt x="3707" y="3761"/>
                  </a:lnTo>
                  <a:lnTo>
                    <a:pt x="3738" y="3725"/>
                  </a:lnTo>
                  <a:lnTo>
                    <a:pt x="3768" y="3685"/>
                  </a:lnTo>
                  <a:lnTo>
                    <a:pt x="3796" y="3644"/>
                  </a:lnTo>
                  <a:lnTo>
                    <a:pt x="3821" y="3599"/>
                  </a:lnTo>
                  <a:lnTo>
                    <a:pt x="3846" y="3553"/>
                  </a:lnTo>
                  <a:lnTo>
                    <a:pt x="3868" y="3505"/>
                  </a:lnTo>
                  <a:lnTo>
                    <a:pt x="3888" y="3456"/>
                  </a:lnTo>
                  <a:lnTo>
                    <a:pt x="3907" y="3406"/>
                  </a:lnTo>
                  <a:lnTo>
                    <a:pt x="3922" y="3354"/>
                  </a:lnTo>
                  <a:lnTo>
                    <a:pt x="3935" y="3303"/>
                  </a:lnTo>
                  <a:lnTo>
                    <a:pt x="3946" y="3250"/>
                  </a:lnTo>
                  <a:lnTo>
                    <a:pt x="3953" y="3197"/>
                  </a:lnTo>
                  <a:lnTo>
                    <a:pt x="3957" y="3144"/>
                  </a:lnTo>
                  <a:lnTo>
                    <a:pt x="3960" y="3092"/>
                  </a:lnTo>
                  <a:lnTo>
                    <a:pt x="3959" y="1313"/>
                  </a:lnTo>
                  <a:lnTo>
                    <a:pt x="3955" y="1271"/>
                  </a:lnTo>
                  <a:lnTo>
                    <a:pt x="3949" y="1229"/>
                  </a:lnTo>
                  <a:lnTo>
                    <a:pt x="3941" y="1189"/>
                  </a:lnTo>
                  <a:lnTo>
                    <a:pt x="3930" y="1149"/>
                  </a:lnTo>
                  <a:lnTo>
                    <a:pt x="3918" y="1111"/>
                  </a:lnTo>
                  <a:lnTo>
                    <a:pt x="3902" y="1075"/>
                  </a:lnTo>
                  <a:lnTo>
                    <a:pt x="3886" y="1040"/>
                  </a:lnTo>
                  <a:lnTo>
                    <a:pt x="3867" y="1006"/>
                  </a:lnTo>
                  <a:lnTo>
                    <a:pt x="3846" y="973"/>
                  </a:lnTo>
                  <a:lnTo>
                    <a:pt x="3823" y="942"/>
                  </a:lnTo>
                  <a:lnTo>
                    <a:pt x="3798" y="913"/>
                  </a:lnTo>
                  <a:lnTo>
                    <a:pt x="3771" y="886"/>
                  </a:lnTo>
                  <a:lnTo>
                    <a:pt x="3743" y="860"/>
                  </a:lnTo>
                  <a:lnTo>
                    <a:pt x="3714" y="837"/>
                  </a:lnTo>
                  <a:lnTo>
                    <a:pt x="3682" y="816"/>
                  </a:lnTo>
                  <a:lnTo>
                    <a:pt x="3649" y="796"/>
                  </a:lnTo>
                  <a:lnTo>
                    <a:pt x="2386" y="83"/>
                  </a:lnTo>
                  <a:lnTo>
                    <a:pt x="2350" y="65"/>
                  </a:lnTo>
                  <a:lnTo>
                    <a:pt x="2310" y="50"/>
                  </a:lnTo>
                  <a:lnTo>
                    <a:pt x="2268" y="36"/>
                  </a:lnTo>
                  <a:lnTo>
                    <a:pt x="2223" y="24"/>
                  </a:lnTo>
                  <a:lnTo>
                    <a:pt x="2178" y="15"/>
                  </a:lnTo>
                  <a:lnTo>
                    <a:pt x="2131" y="8"/>
                  </a:lnTo>
                  <a:lnTo>
                    <a:pt x="2082" y="3"/>
                  </a:lnTo>
                  <a:lnTo>
                    <a:pt x="2032" y="0"/>
                  </a:lnTo>
                  <a:lnTo>
                    <a:pt x="1982" y="1"/>
                  </a:lnTo>
                  <a:lnTo>
                    <a:pt x="1933" y="3"/>
                  </a:lnTo>
                  <a:lnTo>
                    <a:pt x="1882" y="9"/>
                  </a:lnTo>
                  <a:lnTo>
                    <a:pt x="1833" y="17"/>
                  </a:lnTo>
                  <a:lnTo>
                    <a:pt x="1785" y="29"/>
                  </a:lnTo>
                  <a:lnTo>
                    <a:pt x="1737" y="43"/>
                  </a:lnTo>
                  <a:lnTo>
                    <a:pt x="1691" y="62"/>
                  </a:lnTo>
                  <a:lnTo>
                    <a:pt x="1647" y="83"/>
                  </a:lnTo>
                  <a:lnTo>
                    <a:pt x="311" y="782"/>
                  </a:lnTo>
                  <a:lnTo>
                    <a:pt x="276" y="803"/>
                  </a:lnTo>
                  <a:lnTo>
                    <a:pt x="243" y="826"/>
                  </a:lnTo>
                  <a:lnTo>
                    <a:pt x="213" y="852"/>
                  </a:lnTo>
                  <a:lnTo>
                    <a:pt x="184" y="879"/>
                  </a:lnTo>
                  <a:lnTo>
                    <a:pt x="155" y="908"/>
                  </a:lnTo>
                  <a:lnTo>
                    <a:pt x="131" y="939"/>
                  </a:lnTo>
                  <a:lnTo>
                    <a:pt x="107" y="971"/>
                  </a:lnTo>
                  <a:lnTo>
                    <a:pt x="86" y="1005"/>
                  </a:lnTo>
                  <a:lnTo>
                    <a:pt x="68" y="1040"/>
                  </a:lnTo>
                  <a:lnTo>
                    <a:pt x="50" y="1076"/>
                  </a:lnTo>
                  <a:lnTo>
                    <a:pt x="36" y="1115"/>
                  </a:lnTo>
                  <a:lnTo>
                    <a:pt x="23" y="1153"/>
                  </a:lnTo>
                  <a:lnTo>
                    <a:pt x="14" y="1195"/>
                  </a:lnTo>
                  <a:lnTo>
                    <a:pt x="7" y="1236"/>
                  </a:lnTo>
                  <a:lnTo>
                    <a:pt x="2" y="1279"/>
                  </a:lnTo>
                  <a:lnTo>
                    <a:pt x="0" y="1322"/>
                  </a:lnTo>
                  <a:lnTo>
                    <a:pt x="0" y="3093"/>
                  </a:lnTo>
                  <a:lnTo>
                    <a:pt x="2" y="3147"/>
                  </a:lnTo>
                  <a:lnTo>
                    <a:pt x="7" y="3202"/>
                  </a:lnTo>
                  <a:lnTo>
                    <a:pt x="15" y="3257"/>
                  </a:lnTo>
                  <a:lnTo>
                    <a:pt x="27" y="3312"/>
                  </a:lnTo>
                  <a:lnTo>
                    <a:pt x="42" y="3366"/>
                  </a:lnTo>
                  <a:lnTo>
                    <a:pt x="59" y="3420"/>
                  </a:lnTo>
                  <a:lnTo>
                    <a:pt x="79" y="3474"/>
                  </a:lnTo>
                  <a:lnTo>
                    <a:pt x="102" y="3525"/>
                  </a:lnTo>
                  <a:lnTo>
                    <a:pt x="127" y="3576"/>
                  </a:lnTo>
                  <a:lnTo>
                    <a:pt x="154" y="3624"/>
                  </a:lnTo>
                  <a:lnTo>
                    <a:pt x="184" y="3670"/>
                  </a:lnTo>
                  <a:lnTo>
                    <a:pt x="214" y="3712"/>
                  </a:lnTo>
                  <a:lnTo>
                    <a:pt x="247" y="3752"/>
                  </a:lnTo>
                  <a:lnTo>
                    <a:pt x="281" y="3788"/>
                  </a:lnTo>
                  <a:lnTo>
                    <a:pt x="317" y="3821"/>
                  </a:lnTo>
                  <a:lnTo>
                    <a:pt x="353" y="384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9347" name="Freeform 38"/>
            <p:cNvSpPr>
              <a:spLocks/>
            </p:cNvSpPr>
            <p:nvPr/>
          </p:nvSpPr>
          <p:spPr bwMode="auto">
            <a:xfrm>
              <a:off x="943" y="2210"/>
              <a:ext cx="276" cy="187"/>
            </a:xfrm>
            <a:custGeom>
              <a:avLst/>
              <a:gdLst>
                <a:gd name="T0" fmla="*/ 11 w 1380"/>
                <a:gd name="T1" fmla="*/ 7 h 937"/>
                <a:gd name="T2" fmla="*/ 11 w 1380"/>
                <a:gd name="T3" fmla="*/ 7 h 937"/>
                <a:gd name="T4" fmla="*/ 0 w 1380"/>
                <a:gd name="T5" fmla="*/ 0 h 937"/>
                <a:gd name="T6" fmla="*/ 0 w 1380"/>
                <a:gd name="T7" fmla="*/ 1 h 937"/>
                <a:gd name="T8" fmla="*/ 10 w 1380"/>
                <a:gd name="T9" fmla="*/ 7 h 937"/>
                <a:gd name="T10" fmla="*/ 10 w 1380"/>
                <a:gd name="T11" fmla="*/ 7 h 937"/>
                <a:gd name="T12" fmla="*/ 10 w 1380"/>
                <a:gd name="T13" fmla="*/ 7 h 937"/>
                <a:gd name="T14" fmla="*/ 11 w 1380"/>
                <a:gd name="T15" fmla="*/ 7 h 937"/>
                <a:gd name="T16" fmla="*/ 11 w 1380"/>
                <a:gd name="T17" fmla="*/ 7 h 937"/>
                <a:gd name="T18" fmla="*/ 11 w 1380"/>
                <a:gd name="T19" fmla="*/ 7 h 937"/>
                <a:gd name="T20" fmla="*/ 11 w 1380"/>
                <a:gd name="T21" fmla="*/ 7 h 937"/>
                <a:gd name="T22" fmla="*/ 11 w 1380"/>
                <a:gd name="T23" fmla="*/ 7 h 937"/>
                <a:gd name="T24" fmla="*/ 11 w 1380"/>
                <a:gd name="T25" fmla="*/ 7 h 937"/>
                <a:gd name="T26" fmla="*/ 11 w 1380"/>
                <a:gd name="T27" fmla="*/ 7 h 937"/>
                <a:gd name="T28" fmla="*/ 11 w 1380"/>
                <a:gd name="T29" fmla="*/ 7 h 937"/>
                <a:gd name="T30" fmla="*/ 11 w 1380"/>
                <a:gd name="T31" fmla="*/ 7 h 93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80"/>
                <a:gd name="T49" fmla="*/ 0 h 937"/>
                <a:gd name="T50" fmla="*/ 1380 w 1380"/>
                <a:gd name="T51" fmla="*/ 937 h 93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80" h="937">
                  <a:moveTo>
                    <a:pt x="1354" y="848"/>
                  </a:moveTo>
                  <a:lnTo>
                    <a:pt x="1359" y="851"/>
                  </a:lnTo>
                  <a:lnTo>
                    <a:pt x="51" y="0"/>
                  </a:lnTo>
                  <a:lnTo>
                    <a:pt x="0" y="78"/>
                  </a:lnTo>
                  <a:lnTo>
                    <a:pt x="1307" y="929"/>
                  </a:lnTo>
                  <a:lnTo>
                    <a:pt x="1312" y="932"/>
                  </a:lnTo>
                  <a:lnTo>
                    <a:pt x="1307" y="929"/>
                  </a:lnTo>
                  <a:lnTo>
                    <a:pt x="1326" y="937"/>
                  </a:lnTo>
                  <a:lnTo>
                    <a:pt x="1345" y="936"/>
                  </a:lnTo>
                  <a:lnTo>
                    <a:pt x="1360" y="929"/>
                  </a:lnTo>
                  <a:lnTo>
                    <a:pt x="1372" y="916"/>
                  </a:lnTo>
                  <a:lnTo>
                    <a:pt x="1379" y="899"/>
                  </a:lnTo>
                  <a:lnTo>
                    <a:pt x="1380" y="883"/>
                  </a:lnTo>
                  <a:lnTo>
                    <a:pt x="1374" y="865"/>
                  </a:lnTo>
                  <a:lnTo>
                    <a:pt x="1359" y="851"/>
                  </a:lnTo>
                  <a:lnTo>
                    <a:pt x="1354" y="84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9348" name="Freeform 39"/>
            <p:cNvSpPr>
              <a:spLocks/>
            </p:cNvSpPr>
            <p:nvPr/>
          </p:nvSpPr>
          <p:spPr bwMode="auto">
            <a:xfrm>
              <a:off x="1206" y="2379"/>
              <a:ext cx="140" cy="32"/>
            </a:xfrm>
            <a:custGeom>
              <a:avLst/>
              <a:gdLst>
                <a:gd name="T0" fmla="*/ 5 w 703"/>
                <a:gd name="T1" fmla="*/ 0 h 162"/>
                <a:gd name="T2" fmla="*/ 5 w 703"/>
                <a:gd name="T3" fmla="*/ 0 h 162"/>
                <a:gd name="T4" fmla="*/ 5 w 703"/>
                <a:gd name="T5" fmla="*/ 0 h 162"/>
                <a:gd name="T6" fmla="*/ 5 w 703"/>
                <a:gd name="T7" fmla="*/ 0 h 162"/>
                <a:gd name="T8" fmla="*/ 4 w 703"/>
                <a:gd name="T9" fmla="*/ 0 h 162"/>
                <a:gd name="T10" fmla="*/ 4 w 703"/>
                <a:gd name="T11" fmla="*/ 0 h 162"/>
                <a:gd name="T12" fmla="*/ 4 w 703"/>
                <a:gd name="T13" fmla="*/ 0 h 162"/>
                <a:gd name="T14" fmla="*/ 3 w 703"/>
                <a:gd name="T15" fmla="*/ 1 h 162"/>
                <a:gd name="T16" fmla="*/ 3 w 703"/>
                <a:gd name="T17" fmla="*/ 1 h 162"/>
                <a:gd name="T18" fmla="*/ 3 w 703"/>
                <a:gd name="T19" fmla="*/ 1 h 162"/>
                <a:gd name="T20" fmla="*/ 2 w 703"/>
                <a:gd name="T21" fmla="*/ 1 h 162"/>
                <a:gd name="T22" fmla="*/ 2 w 703"/>
                <a:gd name="T23" fmla="*/ 1 h 162"/>
                <a:gd name="T24" fmla="*/ 2 w 703"/>
                <a:gd name="T25" fmla="*/ 0 h 162"/>
                <a:gd name="T26" fmla="*/ 1 w 703"/>
                <a:gd name="T27" fmla="*/ 0 h 162"/>
                <a:gd name="T28" fmla="*/ 1 w 703"/>
                <a:gd name="T29" fmla="*/ 0 h 162"/>
                <a:gd name="T30" fmla="*/ 1 w 703"/>
                <a:gd name="T31" fmla="*/ 0 h 162"/>
                <a:gd name="T32" fmla="*/ 1 w 703"/>
                <a:gd name="T33" fmla="*/ 0 h 162"/>
                <a:gd name="T34" fmla="*/ 0 w 703"/>
                <a:gd name="T35" fmla="*/ 0 h 162"/>
                <a:gd name="T36" fmla="*/ 0 w 703"/>
                <a:gd name="T37" fmla="*/ 1 h 162"/>
                <a:gd name="T38" fmla="*/ 0 w 703"/>
                <a:gd name="T39" fmla="*/ 1 h 162"/>
                <a:gd name="T40" fmla="*/ 1 w 703"/>
                <a:gd name="T41" fmla="*/ 1 h 162"/>
                <a:gd name="T42" fmla="*/ 1 w 703"/>
                <a:gd name="T43" fmla="*/ 1 h 162"/>
                <a:gd name="T44" fmla="*/ 1 w 703"/>
                <a:gd name="T45" fmla="*/ 1 h 162"/>
                <a:gd name="T46" fmla="*/ 2 w 703"/>
                <a:gd name="T47" fmla="*/ 1 h 162"/>
                <a:gd name="T48" fmla="*/ 2 w 703"/>
                <a:gd name="T49" fmla="*/ 1 h 162"/>
                <a:gd name="T50" fmla="*/ 2 w 703"/>
                <a:gd name="T51" fmla="*/ 1 h 162"/>
                <a:gd name="T52" fmla="*/ 3 w 703"/>
                <a:gd name="T53" fmla="*/ 1 h 162"/>
                <a:gd name="T54" fmla="*/ 3 w 703"/>
                <a:gd name="T55" fmla="*/ 1 h 162"/>
                <a:gd name="T56" fmla="*/ 3 w 703"/>
                <a:gd name="T57" fmla="*/ 1 h 162"/>
                <a:gd name="T58" fmla="*/ 4 w 703"/>
                <a:gd name="T59" fmla="*/ 1 h 162"/>
                <a:gd name="T60" fmla="*/ 4 w 703"/>
                <a:gd name="T61" fmla="*/ 1 h 162"/>
                <a:gd name="T62" fmla="*/ 5 w 703"/>
                <a:gd name="T63" fmla="*/ 1 h 162"/>
                <a:gd name="T64" fmla="*/ 5 w 703"/>
                <a:gd name="T65" fmla="*/ 1 h 162"/>
                <a:gd name="T66" fmla="*/ 5 w 703"/>
                <a:gd name="T67" fmla="*/ 1 h 162"/>
                <a:gd name="T68" fmla="*/ 5 w 703"/>
                <a:gd name="T69" fmla="*/ 1 h 162"/>
                <a:gd name="T70" fmla="*/ 5 w 703"/>
                <a:gd name="T71" fmla="*/ 1 h 162"/>
                <a:gd name="T72" fmla="*/ 5 w 703"/>
                <a:gd name="T73" fmla="*/ 1 h 162"/>
                <a:gd name="T74" fmla="*/ 5 w 703"/>
                <a:gd name="T75" fmla="*/ 1 h 162"/>
                <a:gd name="T76" fmla="*/ 6 w 703"/>
                <a:gd name="T77" fmla="*/ 0 h 162"/>
                <a:gd name="T78" fmla="*/ 6 w 703"/>
                <a:gd name="T79" fmla="*/ 0 h 162"/>
                <a:gd name="T80" fmla="*/ 6 w 703"/>
                <a:gd name="T81" fmla="*/ 0 h 162"/>
                <a:gd name="T82" fmla="*/ 5 w 703"/>
                <a:gd name="T83" fmla="*/ 0 h 162"/>
                <a:gd name="T84" fmla="*/ 5 w 703"/>
                <a:gd name="T85" fmla="*/ 0 h 162"/>
                <a:gd name="T86" fmla="*/ 5 w 703"/>
                <a:gd name="T87" fmla="*/ 0 h 162"/>
                <a:gd name="T88" fmla="*/ 5 w 703"/>
                <a:gd name="T89" fmla="*/ 0 h 162"/>
                <a:gd name="T90" fmla="*/ 5 w 703"/>
                <a:gd name="T91" fmla="*/ 0 h 162"/>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703"/>
                <a:gd name="T139" fmla="*/ 0 h 162"/>
                <a:gd name="T140" fmla="*/ 703 w 703"/>
                <a:gd name="T141" fmla="*/ 162 h 162"/>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703" h="162">
                  <a:moveTo>
                    <a:pt x="631" y="8"/>
                  </a:moveTo>
                  <a:lnTo>
                    <a:pt x="636" y="6"/>
                  </a:lnTo>
                  <a:lnTo>
                    <a:pt x="606" y="20"/>
                  </a:lnTo>
                  <a:lnTo>
                    <a:pt x="575" y="32"/>
                  </a:lnTo>
                  <a:lnTo>
                    <a:pt x="540" y="42"/>
                  </a:lnTo>
                  <a:lnTo>
                    <a:pt x="504" y="52"/>
                  </a:lnTo>
                  <a:lnTo>
                    <a:pt x="467" y="59"/>
                  </a:lnTo>
                  <a:lnTo>
                    <a:pt x="428" y="64"/>
                  </a:lnTo>
                  <a:lnTo>
                    <a:pt x="389" y="67"/>
                  </a:lnTo>
                  <a:lnTo>
                    <a:pt x="348" y="68"/>
                  </a:lnTo>
                  <a:lnTo>
                    <a:pt x="308" y="68"/>
                  </a:lnTo>
                  <a:lnTo>
                    <a:pt x="267" y="65"/>
                  </a:lnTo>
                  <a:lnTo>
                    <a:pt x="226" y="61"/>
                  </a:lnTo>
                  <a:lnTo>
                    <a:pt x="187" y="54"/>
                  </a:lnTo>
                  <a:lnTo>
                    <a:pt x="148" y="44"/>
                  </a:lnTo>
                  <a:lnTo>
                    <a:pt x="110" y="33"/>
                  </a:lnTo>
                  <a:lnTo>
                    <a:pt x="75" y="20"/>
                  </a:lnTo>
                  <a:lnTo>
                    <a:pt x="42" y="5"/>
                  </a:lnTo>
                  <a:lnTo>
                    <a:pt x="0" y="89"/>
                  </a:lnTo>
                  <a:lnTo>
                    <a:pt x="40" y="107"/>
                  </a:lnTo>
                  <a:lnTo>
                    <a:pt x="82" y="122"/>
                  </a:lnTo>
                  <a:lnTo>
                    <a:pt x="124" y="135"/>
                  </a:lnTo>
                  <a:lnTo>
                    <a:pt x="169" y="146"/>
                  </a:lnTo>
                  <a:lnTo>
                    <a:pt x="214" y="153"/>
                  </a:lnTo>
                  <a:lnTo>
                    <a:pt x="258" y="158"/>
                  </a:lnTo>
                  <a:lnTo>
                    <a:pt x="303" y="162"/>
                  </a:lnTo>
                  <a:lnTo>
                    <a:pt x="348" y="162"/>
                  </a:lnTo>
                  <a:lnTo>
                    <a:pt x="394" y="161"/>
                  </a:lnTo>
                  <a:lnTo>
                    <a:pt x="439" y="157"/>
                  </a:lnTo>
                  <a:lnTo>
                    <a:pt x="481" y="150"/>
                  </a:lnTo>
                  <a:lnTo>
                    <a:pt x="525" y="143"/>
                  </a:lnTo>
                  <a:lnTo>
                    <a:pt x="566" y="132"/>
                  </a:lnTo>
                  <a:lnTo>
                    <a:pt x="606" y="121"/>
                  </a:lnTo>
                  <a:lnTo>
                    <a:pt x="643" y="105"/>
                  </a:lnTo>
                  <a:lnTo>
                    <a:pt x="678" y="88"/>
                  </a:lnTo>
                  <a:lnTo>
                    <a:pt x="683" y="86"/>
                  </a:lnTo>
                  <a:lnTo>
                    <a:pt x="678" y="88"/>
                  </a:lnTo>
                  <a:lnTo>
                    <a:pt x="695" y="75"/>
                  </a:lnTo>
                  <a:lnTo>
                    <a:pt x="702" y="60"/>
                  </a:lnTo>
                  <a:lnTo>
                    <a:pt x="703" y="42"/>
                  </a:lnTo>
                  <a:lnTo>
                    <a:pt x="698" y="26"/>
                  </a:lnTo>
                  <a:lnTo>
                    <a:pt x="688" y="12"/>
                  </a:lnTo>
                  <a:lnTo>
                    <a:pt x="674" y="3"/>
                  </a:lnTo>
                  <a:lnTo>
                    <a:pt x="656" y="0"/>
                  </a:lnTo>
                  <a:lnTo>
                    <a:pt x="636" y="6"/>
                  </a:lnTo>
                  <a:lnTo>
                    <a:pt x="631"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9349" name="Freeform 40"/>
            <p:cNvSpPr>
              <a:spLocks/>
            </p:cNvSpPr>
            <p:nvPr/>
          </p:nvSpPr>
          <p:spPr bwMode="auto">
            <a:xfrm>
              <a:off x="1332" y="2204"/>
              <a:ext cx="283" cy="192"/>
            </a:xfrm>
            <a:custGeom>
              <a:avLst/>
              <a:gdLst>
                <a:gd name="T0" fmla="*/ 11 w 1415"/>
                <a:gd name="T1" fmla="*/ 0 h 960"/>
                <a:gd name="T2" fmla="*/ 11 w 1415"/>
                <a:gd name="T3" fmla="*/ 0 h 960"/>
                <a:gd name="T4" fmla="*/ 0 w 1415"/>
                <a:gd name="T5" fmla="*/ 7 h 960"/>
                <a:gd name="T6" fmla="*/ 0 w 1415"/>
                <a:gd name="T7" fmla="*/ 8 h 960"/>
                <a:gd name="T8" fmla="*/ 11 w 1415"/>
                <a:gd name="T9" fmla="*/ 1 h 960"/>
                <a:gd name="T10" fmla="*/ 11 w 1415"/>
                <a:gd name="T11" fmla="*/ 1 h 960"/>
                <a:gd name="T12" fmla="*/ 11 w 1415"/>
                <a:gd name="T13" fmla="*/ 1 h 960"/>
                <a:gd name="T14" fmla="*/ 11 w 1415"/>
                <a:gd name="T15" fmla="*/ 1 h 960"/>
                <a:gd name="T16" fmla="*/ 11 w 1415"/>
                <a:gd name="T17" fmla="*/ 0 h 960"/>
                <a:gd name="T18" fmla="*/ 11 w 1415"/>
                <a:gd name="T19" fmla="*/ 0 h 960"/>
                <a:gd name="T20" fmla="*/ 11 w 1415"/>
                <a:gd name="T21" fmla="*/ 0 h 960"/>
                <a:gd name="T22" fmla="*/ 11 w 1415"/>
                <a:gd name="T23" fmla="*/ 0 h 960"/>
                <a:gd name="T24" fmla="*/ 11 w 1415"/>
                <a:gd name="T25" fmla="*/ 0 h 960"/>
                <a:gd name="T26" fmla="*/ 11 w 1415"/>
                <a:gd name="T27" fmla="*/ 0 h 960"/>
                <a:gd name="T28" fmla="*/ 11 w 1415"/>
                <a:gd name="T29" fmla="*/ 0 h 960"/>
                <a:gd name="T30" fmla="*/ 11 w 1415"/>
                <a:gd name="T31" fmla="*/ 0 h 96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15"/>
                <a:gd name="T49" fmla="*/ 0 h 960"/>
                <a:gd name="T50" fmla="*/ 1415 w 1415"/>
                <a:gd name="T51" fmla="*/ 960 h 96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15" h="960">
                  <a:moveTo>
                    <a:pt x="1338" y="10"/>
                  </a:moveTo>
                  <a:lnTo>
                    <a:pt x="1342" y="8"/>
                  </a:lnTo>
                  <a:lnTo>
                    <a:pt x="0" y="882"/>
                  </a:lnTo>
                  <a:lnTo>
                    <a:pt x="52" y="960"/>
                  </a:lnTo>
                  <a:lnTo>
                    <a:pt x="1393" y="85"/>
                  </a:lnTo>
                  <a:lnTo>
                    <a:pt x="1397" y="83"/>
                  </a:lnTo>
                  <a:lnTo>
                    <a:pt x="1393" y="85"/>
                  </a:lnTo>
                  <a:lnTo>
                    <a:pt x="1409" y="71"/>
                  </a:lnTo>
                  <a:lnTo>
                    <a:pt x="1415" y="53"/>
                  </a:lnTo>
                  <a:lnTo>
                    <a:pt x="1413" y="37"/>
                  </a:lnTo>
                  <a:lnTo>
                    <a:pt x="1406" y="21"/>
                  </a:lnTo>
                  <a:lnTo>
                    <a:pt x="1395" y="8"/>
                  </a:lnTo>
                  <a:lnTo>
                    <a:pt x="1379" y="1"/>
                  </a:lnTo>
                  <a:lnTo>
                    <a:pt x="1361" y="0"/>
                  </a:lnTo>
                  <a:lnTo>
                    <a:pt x="1342" y="8"/>
                  </a:lnTo>
                  <a:lnTo>
                    <a:pt x="1338" y="1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9350" name="Freeform 41"/>
            <p:cNvSpPr>
              <a:spLocks/>
            </p:cNvSpPr>
            <p:nvPr/>
          </p:nvSpPr>
          <p:spPr bwMode="auto">
            <a:xfrm>
              <a:off x="1599" y="2057"/>
              <a:ext cx="80" cy="163"/>
            </a:xfrm>
            <a:custGeom>
              <a:avLst/>
              <a:gdLst>
                <a:gd name="T0" fmla="*/ 2 w 398"/>
                <a:gd name="T1" fmla="*/ 0 h 817"/>
                <a:gd name="T2" fmla="*/ 2 w 398"/>
                <a:gd name="T3" fmla="*/ 0 h 817"/>
                <a:gd name="T4" fmla="*/ 2 w 398"/>
                <a:gd name="T5" fmla="*/ 1 h 817"/>
                <a:gd name="T6" fmla="*/ 2 w 398"/>
                <a:gd name="T7" fmla="*/ 1 h 817"/>
                <a:gd name="T8" fmla="*/ 2 w 398"/>
                <a:gd name="T9" fmla="*/ 2 h 817"/>
                <a:gd name="T10" fmla="*/ 2 w 398"/>
                <a:gd name="T11" fmla="*/ 2 h 817"/>
                <a:gd name="T12" fmla="*/ 2 w 398"/>
                <a:gd name="T13" fmla="*/ 2 h 817"/>
                <a:gd name="T14" fmla="*/ 2 w 398"/>
                <a:gd name="T15" fmla="*/ 3 h 817"/>
                <a:gd name="T16" fmla="*/ 2 w 398"/>
                <a:gd name="T17" fmla="*/ 3 h 817"/>
                <a:gd name="T18" fmla="*/ 2 w 398"/>
                <a:gd name="T19" fmla="*/ 4 h 817"/>
                <a:gd name="T20" fmla="*/ 2 w 398"/>
                <a:gd name="T21" fmla="*/ 4 h 817"/>
                <a:gd name="T22" fmla="*/ 1 w 398"/>
                <a:gd name="T23" fmla="*/ 4 h 817"/>
                <a:gd name="T24" fmla="*/ 1 w 398"/>
                <a:gd name="T25" fmla="*/ 5 h 817"/>
                <a:gd name="T26" fmla="*/ 1 w 398"/>
                <a:gd name="T27" fmla="*/ 5 h 817"/>
                <a:gd name="T28" fmla="*/ 1 w 398"/>
                <a:gd name="T29" fmla="*/ 5 h 817"/>
                <a:gd name="T30" fmla="*/ 1 w 398"/>
                <a:gd name="T31" fmla="*/ 5 h 817"/>
                <a:gd name="T32" fmla="*/ 0 w 398"/>
                <a:gd name="T33" fmla="*/ 6 h 817"/>
                <a:gd name="T34" fmla="*/ 0 w 398"/>
                <a:gd name="T35" fmla="*/ 6 h 817"/>
                <a:gd name="T36" fmla="*/ 0 w 398"/>
                <a:gd name="T37" fmla="*/ 7 h 817"/>
                <a:gd name="T38" fmla="*/ 1 w 398"/>
                <a:gd name="T39" fmla="*/ 6 h 817"/>
                <a:gd name="T40" fmla="*/ 1 w 398"/>
                <a:gd name="T41" fmla="*/ 6 h 817"/>
                <a:gd name="T42" fmla="*/ 1 w 398"/>
                <a:gd name="T43" fmla="*/ 6 h 817"/>
                <a:gd name="T44" fmla="*/ 2 w 398"/>
                <a:gd name="T45" fmla="*/ 5 h 817"/>
                <a:gd name="T46" fmla="*/ 2 w 398"/>
                <a:gd name="T47" fmla="*/ 5 h 817"/>
                <a:gd name="T48" fmla="*/ 2 w 398"/>
                <a:gd name="T49" fmla="*/ 5 h 817"/>
                <a:gd name="T50" fmla="*/ 2 w 398"/>
                <a:gd name="T51" fmla="*/ 4 h 817"/>
                <a:gd name="T52" fmla="*/ 2 w 398"/>
                <a:gd name="T53" fmla="*/ 4 h 817"/>
                <a:gd name="T54" fmla="*/ 3 w 398"/>
                <a:gd name="T55" fmla="*/ 3 h 817"/>
                <a:gd name="T56" fmla="*/ 3 w 398"/>
                <a:gd name="T57" fmla="*/ 3 h 817"/>
                <a:gd name="T58" fmla="*/ 3 w 398"/>
                <a:gd name="T59" fmla="*/ 3 h 817"/>
                <a:gd name="T60" fmla="*/ 3 w 398"/>
                <a:gd name="T61" fmla="*/ 2 h 817"/>
                <a:gd name="T62" fmla="*/ 3 w 398"/>
                <a:gd name="T63" fmla="*/ 2 h 817"/>
                <a:gd name="T64" fmla="*/ 3 w 398"/>
                <a:gd name="T65" fmla="*/ 1 h 817"/>
                <a:gd name="T66" fmla="*/ 3 w 398"/>
                <a:gd name="T67" fmla="*/ 1 h 817"/>
                <a:gd name="T68" fmla="*/ 3 w 398"/>
                <a:gd name="T69" fmla="*/ 0 h 817"/>
                <a:gd name="T70" fmla="*/ 3 w 398"/>
                <a:gd name="T71" fmla="*/ 0 h 817"/>
                <a:gd name="T72" fmla="*/ 3 w 398"/>
                <a:gd name="T73" fmla="*/ 0 h 817"/>
                <a:gd name="T74" fmla="*/ 3 w 398"/>
                <a:gd name="T75" fmla="*/ 0 h 817"/>
                <a:gd name="T76" fmla="*/ 3 w 398"/>
                <a:gd name="T77" fmla="*/ 0 h 817"/>
                <a:gd name="T78" fmla="*/ 3 w 398"/>
                <a:gd name="T79" fmla="*/ 0 h 817"/>
                <a:gd name="T80" fmla="*/ 3 w 398"/>
                <a:gd name="T81" fmla="*/ 0 h 817"/>
                <a:gd name="T82" fmla="*/ 3 w 398"/>
                <a:gd name="T83" fmla="*/ 0 h 817"/>
                <a:gd name="T84" fmla="*/ 3 w 398"/>
                <a:gd name="T85" fmla="*/ 0 h 817"/>
                <a:gd name="T86" fmla="*/ 2 w 398"/>
                <a:gd name="T87" fmla="*/ 0 h 817"/>
                <a:gd name="T88" fmla="*/ 2 w 398"/>
                <a:gd name="T89" fmla="*/ 0 h 817"/>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398"/>
                <a:gd name="T136" fmla="*/ 0 h 817"/>
                <a:gd name="T137" fmla="*/ 398 w 398"/>
                <a:gd name="T138" fmla="*/ 817 h 817"/>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398" h="817">
                  <a:moveTo>
                    <a:pt x="304" y="47"/>
                  </a:moveTo>
                  <a:lnTo>
                    <a:pt x="304" y="47"/>
                  </a:lnTo>
                  <a:lnTo>
                    <a:pt x="301" y="97"/>
                  </a:lnTo>
                  <a:lnTo>
                    <a:pt x="297" y="147"/>
                  </a:lnTo>
                  <a:lnTo>
                    <a:pt x="291" y="198"/>
                  </a:lnTo>
                  <a:lnTo>
                    <a:pt x="280" y="247"/>
                  </a:lnTo>
                  <a:lnTo>
                    <a:pt x="268" y="297"/>
                  </a:lnTo>
                  <a:lnTo>
                    <a:pt x="253" y="347"/>
                  </a:lnTo>
                  <a:lnTo>
                    <a:pt x="236" y="395"/>
                  </a:lnTo>
                  <a:lnTo>
                    <a:pt x="217" y="442"/>
                  </a:lnTo>
                  <a:lnTo>
                    <a:pt x="195" y="487"/>
                  </a:lnTo>
                  <a:lnTo>
                    <a:pt x="171" y="532"/>
                  </a:lnTo>
                  <a:lnTo>
                    <a:pt x="147" y="574"/>
                  </a:lnTo>
                  <a:lnTo>
                    <a:pt x="121" y="613"/>
                  </a:lnTo>
                  <a:lnTo>
                    <a:pt x="93" y="650"/>
                  </a:lnTo>
                  <a:lnTo>
                    <a:pt x="64" y="684"/>
                  </a:lnTo>
                  <a:lnTo>
                    <a:pt x="32" y="716"/>
                  </a:lnTo>
                  <a:lnTo>
                    <a:pt x="0" y="744"/>
                  </a:lnTo>
                  <a:lnTo>
                    <a:pt x="59" y="817"/>
                  </a:lnTo>
                  <a:lnTo>
                    <a:pt x="95" y="784"/>
                  </a:lnTo>
                  <a:lnTo>
                    <a:pt x="132" y="748"/>
                  </a:lnTo>
                  <a:lnTo>
                    <a:pt x="166" y="709"/>
                  </a:lnTo>
                  <a:lnTo>
                    <a:pt x="196" y="667"/>
                  </a:lnTo>
                  <a:lnTo>
                    <a:pt x="227" y="623"/>
                  </a:lnTo>
                  <a:lnTo>
                    <a:pt x="253" y="576"/>
                  </a:lnTo>
                  <a:lnTo>
                    <a:pt x="279" y="530"/>
                  </a:lnTo>
                  <a:lnTo>
                    <a:pt x="301" y="479"/>
                  </a:lnTo>
                  <a:lnTo>
                    <a:pt x="323" y="428"/>
                  </a:lnTo>
                  <a:lnTo>
                    <a:pt x="342" y="375"/>
                  </a:lnTo>
                  <a:lnTo>
                    <a:pt x="359" y="321"/>
                  </a:lnTo>
                  <a:lnTo>
                    <a:pt x="372" y="268"/>
                  </a:lnTo>
                  <a:lnTo>
                    <a:pt x="382" y="212"/>
                  </a:lnTo>
                  <a:lnTo>
                    <a:pt x="391" y="157"/>
                  </a:lnTo>
                  <a:lnTo>
                    <a:pt x="395" y="102"/>
                  </a:lnTo>
                  <a:lnTo>
                    <a:pt x="398" y="47"/>
                  </a:lnTo>
                  <a:lnTo>
                    <a:pt x="394" y="27"/>
                  </a:lnTo>
                  <a:lnTo>
                    <a:pt x="383" y="11"/>
                  </a:lnTo>
                  <a:lnTo>
                    <a:pt x="368" y="3"/>
                  </a:lnTo>
                  <a:lnTo>
                    <a:pt x="351" y="0"/>
                  </a:lnTo>
                  <a:lnTo>
                    <a:pt x="333" y="3"/>
                  </a:lnTo>
                  <a:lnTo>
                    <a:pt x="319" y="11"/>
                  </a:lnTo>
                  <a:lnTo>
                    <a:pt x="307" y="27"/>
                  </a:lnTo>
                  <a:lnTo>
                    <a:pt x="304" y="4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9351" name="Freeform 42"/>
            <p:cNvSpPr>
              <a:spLocks/>
            </p:cNvSpPr>
            <p:nvPr/>
          </p:nvSpPr>
          <p:spPr bwMode="auto">
            <a:xfrm>
              <a:off x="1660" y="1701"/>
              <a:ext cx="19" cy="365"/>
            </a:xfrm>
            <a:custGeom>
              <a:avLst/>
              <a:gdLst>
                <a:gd name="T0" fmla="*/ 0 w 95"/>
                <a:gd name="T1" fmla="*/ 0 h 1826"/>
                <a:gd name="T2" fmla="*/ 0 w 95"/>
                <a:gd name="T3" fmla="*/ 0 h 1826"/>
                <a:gd name="T4" fmla="*/ 0 w 95"/>
                <a:gd name="T5" fmla="*/ 15 h 1826"/>
                <a:gd name="T6" fmla="*/ 1 w 95"/>
                <a:gd name="T7" fmla="*/ 15 h 1826"/>
                <a:gd name="T8" fmla="*/ 1 w 95"/>
                <a:gd name="T9" fmla="*/ 0 h 1826"/>
                <a:gd name="T10" fmla="*/ 1 w 95"/>
                <a:gd name="T11" fmla="*/ 0 h 1826"/>
                <a:gd name="T12" fmla="*/ 1 w 95"/>
                <a:gd name="T13" fmla="*/ 0 h 1826"/>
                <a:gd name="T14" fmla="*/ 1 w 95"/>
                <a:gd name="T15" fmla="*/ 0 h 1826"/>
                <a:gd name="T16" fmla="*/ 1 w 95"/>
                <a:gd name="T17" fmla="*/ 0 h 1826"/>
                <a:gd name="T18" fmla="*/ 1 w 95"/>
                <a:gd name="T19" fmla="*/ 0 h 1826"/>
                <a:gd name="T20" fmla="*/ 0 w 95"/>
                <a:gd name="T21" fmla="*/ 0 h 1826"/>
                <a:gd name="T22" fmla="*/ 0 w 95"/>
                <a:gd name="T23" fmla="*/ 0 h 1826"/>
                <a:gd name="T24" fmla="*/ 0 w 95"/>
                <a:gd name="T25" fmla="*/ 0 h 1826"/>
                <a:gd name="T26" fmla="*/ 0 w 95"/>
                <a:gd name="T27" fmla="*/ 0 h 1826"/>
                <a:gd name="T28" fmla="*/ 0 w 95"/>
                <a:gd name="T29" fmla="*/ 0 h 1826"/>
                <a:gd name="T30" fmla="*/ 0 w 95"/>
                <a:gd name="T31" fmla="*/ 0 h 182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95"/>
                <a:gd name="T49" fmla="*/ 0 h 1826"/>
                <a:gd name="T50" fmla="*/ 95 w 95"/>
                <a:gd name="T51" fmla="*/ 1826 h 182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95" h="1826">
                  <a:moveTo>
                    <a:pt x="0" y="49"/>
                  </a:moveTo>
                  <a:lnTo>
                    <a:pt x="0" y="47"/>
                  </a:lnTo>
                  <a:lnTo>
                    <a:pt x="1" y="1826"/>
                  </a:lnTo>
                  <a:lnTo>
                    <a:pt x="95" y="1826"/>
                  </a:lnTo>
                  <a:lnTo>
                    <a:pt x="93" y="47"/>
                  </a:lnTo>
                  <a:lnTo>
                    <a:pt x="93" y="45"/>
                  </a:lnTo>
                  <a:lnTo>
                    <a:pt x="93" y="47"/>
                  </a:lnTo>
                  <a:lnTo>
                    <a:pt x="90" y="27"/>
                  </a:lnTo>
                  <a:lnTo>
                    <a:pt x="79" y="12"/>
                  </a:lnTo>
                  <a:lnTo>
                    <a:pt x="64" y="4"/>
                  </a:lnTo>
                  <a:lnTo>
                    <a:pt x="47" y="0"/>
                  </a:lnTo>
                  <a:lnTo>
                    <a:pt x="29" y="4"/>
                  </a:lnTo>
                  <a:lnTo>
                    <a:pt x="15" y="12"/>
                  </a:lnTo>
                  <a:lnTo>
                    <a:pt x="3" y="27"/>
                  </a:lnTo>
                  <a:lnTo>
                    <a:pt x="0" y="47"/>
                  </a:lnTo>
                  <a:lnTo>
                    <a:pt x="0" y="4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9352" name="Freeform 43"/>
            <p:cNvSpPr>
              <a:spLocks/>
            </p:cNvSpPr>
            <p:nvPr/>
          </p:nvSpPr>
          <p:spPr bwMode="auto">
            <a:xfrm>
              <a:off x="1598" y="1598"/>
              <a:ext cx="81" cy="113"/>
            </a:xfrm>
            <a:custGeom>
              <a:avLst/>
              <a:gdLst>
                <a:gd name="T0" fmla="*/ 0 w 401"/>
                <a:gd name="T1" fmla="*/ 1 h 566"/>
                <a:gd name="T2" fmla="*/ 0 w 401"/>
                <a:gd name="T3" fmla="*/ 1 h 566"/>
                <a:gd name="T4" fmla="*/ 0 w 401"/>
                <a:gd name="T5" fmla="*/ 1 h 566"/>
                <a:gd name="T6" fmla="*/ 1 w 401"/>
                <a:gd name="T7" fmla="*/ 1 h 566"/>
                <a:gd name="T8" fmla="*/ 1 w 401"/>
                <a:gd name="T9" fmla="*/ 1 h 566"/>
                <a:gd name="T10" fmla="*/ 1 w 401"/>
                <a:gd name="T11" fmla="*/ 1 h 566"/>
                <a:gd name="T12" fmla="*/ 1 w 401"/>
                <a:gd name="T13" fmla="*/ 2 h 566"/>
                <a:gd name="T14" fmla="*/ 1 w 401"/>
                <a:gd name="T15" fmla="*/ 2 h 566"/>
                <a:gd name="T16" fmla="*/ 2 w 401"/>
                <a:gd name="T17" fmla="*/ 2 h 566"/>
                <a:gd name="T18" fmla="*/ 2 w 401"/>
                <a:gd name="T19" fmla="*/ 2 h 566"/>
                <a:gd name="T20" fmla="*/ 2 w 401"/>
                <a:gd name="T21" fmla="*/ 2 h 566"/>
                <a:gd name="T22" fmla="*/ 2 w 401"/>
                <a:gd name="T23" fmla="*/ 3 h 566"/>
                <a:gd name="T24" fmla="*/ 2 w 401"/>
                <a:gd name="T25" fmla="*/ 3 h 566"/>
                <a:gd name="T26" fmla="*/ 2 w 401"/>
                <a:gd name="T27" fmla="*/ 3 h 566"/>
                <a:gd name="T28" fmla="*/ 2 w 401"/>
                <a:gd name="T29" fmla="*/ 4 h 566"/>
                <a:gd name="T30" fmla="*/ 2 w 401"/>
                <a:gd name="T31" fmla="*/ 4 h 566"/>
                <a:gd name="T32" fmla="*/ 2 w 401"/>
                <a:gd name="T33" fmla="*/ 4 h 566"/>
                <a:gd name="T34" fmla="*/ 3 w 401"/>
                <a:gd name="T35" fmla="*/ 5 h 566"/>
                <a:gd name="T36" fmla="*/ 3 w 401"/>
                <a:gd name="T37" fmla="*/ 4 h 566"/>
                <a:gd name="T38" fmla="*/ 3 w 401"/>
                <a:gd name="T39" fmla="*/ 4 h 566"/>
                <a:gd name="T40" fmla="*/ 3 w 401"/>
                <a:gd name="T41" fmla="*/ 4 h 566"/>
                <a:gd name="T42" fmla="*/ 3 w 401"/>
                <a:gd name="T43" fmla="*/ 3 h 566"/>
                <a:gd name="T44" fmla="*/ 3 w 401"/>
                <a:gd name="T45" fmla="*/ 3 h 566"/>
                <a:gd name="T46" fmla="*/ 3 w 401"/>
                <a:gd name="T47" fmla="*/ 3 h 566"/>
                <a:gd name="T48" fmla="*/ 3 w 401"/>
                <a:gd name="T49" fmla="*/ 2 h 566"/>
                <a:gd name="T50" fmla="*/ 3 w 401"/>
                <a:gd name="T51" fmla="*/ 2 h 566"/>
                <a:gd name="T52" fmla="*/ 2 w 401"/>
                <a:gd name="T53" fmla="*/ 2 h 566"/>
                <a:gd name="T54" fmla="*/ 2 w 401"/>
                <a:gd name="T55" fmla="*/ 2 h 566"/>
                <a:gd name="T56" fmla="*/ 2 w 401"/>
                <a:gd name="T57" fmla="*/ 1 h 566"/>
                <a:gd name="T58" fmla="*/ 2 w 401"/>
                <a:gd name="T59" fmla="*/ 1 h 566"/>
                <a:gd name="T60" fmla="*/ 2 w 401"/>
                <a:gd name="T61" fmla="*/ 1 h 566"/>
                <a:gd name="T62" fmla="*/ 1 w 401"/>
                <a:gd name="T63" fmla="*/ 1 h 566"/>
                <a:gd name="T64" fmla="*/ 1 w 401"/>
                <a:gd name="T65" fmla="*/ 0 h 566"/>
                <a:gd name="T66" fmla="*/ 1 w 401"/>
                <a:gd name="T67" fmla="*/ 0 h 566"/>
                <a:gd name="T68" fmla="*/ 1 w 401"/>
                <a:gd name="T69" fmla="*/ 0 h 566"/>
                <a:gd name="T70" fmla="*/ 1 w 401"/>
                <a:gd name="T71" fmla="*/ 0 h 566"/>
                <a:gd name="T72" fmla="*/ 1 w 401"/>
                <a:gd name="T73" fmla="*/ 0 h 566"/>
                <a:gd name="T74" fmla="*/ 0 w 401"/>
                <a:gd name="T75" fmla="*/ 0 h 566"/>
                <a:gd name="T76" fmla="*/ 0 w 401"/>
                <a:gd name="T77" fmla="*/ 0 h 566"/>
                <a:gd name="T78" fmla="*/ 0 w 401"/>
                <a:gd name="T79" fmla="*/ 0 h 566"/>
                <a:gd name="T80" fmla="*/ 0 w 401"/>
                <a:gd name="T81" fmla="*/ 0 h 566"/>
                <a:gd name="T82" fmla="*/ 0 w 401"/>
                <a:gd name="T83" fmla="*/ 0 h 566"/>
                <a:gd name="T84" fmla="*/ 0 w 401"/>
                <a:gd name="T85" fmla="*/ 0 h 566"/>
                <a:gd name="T86" fmla="*/ 0 w 401"/>
                <a:gd name="T87" fmla="*/ 1 h 566"/>
                <a:gd name="T88" fmla="*/ 0 w 401"/>
                <a:gd name="T89" fmla="*/ 1 h 56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401"/>
                <a:gd name="T136" fmla="*/ 0 h 566"/>
                <a:gd name="T137" fmla="*/ 401 w 401"/>
                <a:gd name="T138" fmla="*/ 566 h 566"/>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401" h="566">
                  <a:moveTo>
                    <a:pt x="23" y="88"/>
                  </a:moveTo>
                  <a:lnTo>
                    <a:pt x="23" y="88"/>
                  </a:lnTo>
                  <a:lnTo>
                    <a:pt x="53" y="107"/>
                  </a:lnTo>
                  <a:lnTo>
                    <a:pt x="83" y="125"/>
                  </a:lnTo>
                  <a:lnTo>
                    <a:pt x="108" y="147"/>
                  </a:lnTo>
                  <a:lnTo>
                    <a:pt x="135" y="171"/>
                  </a:lnTo>
                  <a:lnTo>
                    <a:pt x="160" y="196"/>
                  </a:lnTo>
                  <a:lnTo>
                    <a:pt x="182" y="223"/>
                  </a:lnTo>
                  <a:lnTo>
                    <a:pt x="205" y="251"/>
                  </a:lnTo>
                  <a:lnTo>
                    <a:pt x="223" y="281"/>
                  </a:lnTo>
                  <a:lnTo>
                    <a:pt x="240" y="312"/>
                  </a:lnTo>
                  <a:lnTo>
                    <a:pt x="256" y="345"/>
                  </a:lnTo>
                  <a:lnTo>
                    <a:pt x="270" y="379"/>
                  </a:lnTo>
                  <a:lnTo>
                    <a:pt x="282" y="414"/>
                  </a:lnTo>
                  <a:lnTo>
                    <a:pt x="291" y="450"/>
                  </a:lnTo>
                  <a:lnTo>
                    <a:pt x="299" y="488"/>
                  </a:lnTo>
                  <a:lnTo>
                    <a:pt x="304" y="526"/>
                  </a:lnTo>
                  <a:lnTo>
                    <a:pt x="308" y="566"/>
                  </a:lnTo>
                  <a:lnTo>
                    <a:pt x="401" y="562"/>
                  </a:lnTo>
                  <a:lnTo>
                    <a:pt x="398" y="517"/>
                  </a:lnTo>
                  <a:lnTo>
                    <a:pt x="391" y="471"/>
                  </a:lnTo>
                  <a:lnTo>
                    <a:pt x="383" y="429"/>
                  </a:lnTo>
                  <a:lnTo>
                    <a:pt x="371" y="386"/>
                  </a:lnTo>
                  <a:lnTo>
                    <a:pt x="357" y="346"/>
                  </a:lnTo>
                  <a:lnTo>
                    <a:pt x="340" y="307"/>
                  </a:lnTo>
                  <a:lnTo>
                    <a:pt x="324" y="270"/>
                  </a:lnTo>
                  <a:lnTo>
                    <a:pt x="303" y="232"/>
                  </a:lnTo>
                  <a:lnTo>
                    <a:pt x="280" y="197"/>
                  </a:lnTo>
                  <a:lnTo>
                    <a:pt x="255" y="164"/>
                  </a:lnTo>
                  <a:lnTo>
                    <a:pt x="228" y="132"/>
                  </a:lnTo>
                  <a:lnTo>
                    <a:pt x="199" y="103"/>
                  </a:lnTo>
                  <a:lnTo>
                    <a:pt x="169" y="76"/>
                  </a:lnTo>
                  <a:lnTo>
                    <a:pt x="137" y="50"/>
                  </a:lnTo>
                  <a:lnTo>
                    <a:pt x="103" y="27"/>
                  </a:lnTo>
                  <a:lnTo>
                    <a:pt x="67" y="6"/>
                  </a:lnTo>
                  <a:lnTo>
                    <a:pt x="48" y="0"/>
                  </a:lnTo>
                  <a:lnTo>
                    <a:pt x="30" y="2"/>
                  </a:lnTo>
                  <a:lnTo>
                    <a:pt x="16" y="12"/>
                  </a:lnTo>
                  <a:lnTo>
                    <a:pt x="5" y="25"/>
                  </a:lnTo>
                  <a:lnTo>
                    <a:pt x="0" y="41"/>
                  </a:lnTo>
                  <a:lnTo>
                    <a:pt x="0" y="59"/>
                  </a:lnTo>
                  <a:lnTo>
                    <a:pt x="8" y="75"/>
                  </a:lnTo>
                  <a:lnTo>
                    <a:pt x="23"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9353" name="Freeform 44"/>
            <p:cNvSpPr>
              <a:spLocks/>
            </p:cNvSpPr>
            <p:nvPr/>
          </p:nvSpPr>
          <p:spPr bwMode="auto">
            <a:xfrm>
              <a:off x="1346" y="1455"/>
              <a:ext cx="266" cy="160"/>
            </a:xfrm>
            <a:custGeom>
              <a:avLst/>
              <a:gdLst>
                <a:gd name="T0" fmla="*/ 0 w 1330"/>
                <a:gd name="T1" fmla="*/ 1 h 801"/>
                <a:gd name="T2" fmla="*/ 0 w 1330"/>
                <a:gd name="T3" fmla="*/ 1 h 801"/>
                <a:gd name="T4" fmla="*/ 10 w 1330"/>
                <a:gd name="T5" fmla="*/ 6 h 801"/>
                <a:gd name="T6" fmla="*/ 11 w 1330"/>
                <a:gd name="T7" fmla="*/ 6 h 801"/>
                <a:gd name="T8" fmla="*/ 1 w 1330"/>
                <a:gd name="T9" fmla="*/ 0 h 801"/>
                <a:gd name="T10" fmla="*/ 1 w 1330"/>
                <a:gd name="T11" fmla="*/ 0 h 801"/>
                <a:gd name="T12" fmla="*/ 1 w 1330"/>
                <a:gd name="T13" fmla="*/ 0 h 801"/>
                <a:gd name="T14" fmla="*/ 0 w 1330"/>
                <a:gd name="T15" fmla="*/ 0 h 801"/>
                <a:gd name="T16" fmla="*/ 0 w 1330"/>
                <a:gd name="T17" fmla="*/ 0 h 801"/>
                <a:gd name="T18" fmla="*/ 0 w 1330"/>
                <a:gd name="T19" fmla="*/ 0 h 801"/>
                <a:gd name="T20" fmla="*/ 0 w 1330"/>
                <a:gd name="T21" fmla="*/ 0 h 801"/>
                <a:gd name="T22" fmla="*/ 0 w 1330"/>
                <a:gd name="T23" fmla="*/ 0 h 801"/>
                <a:gd name="T24" fmla="*/ 0 w 1330"/>
                <a:gd name="T25" fmla="*/ 0 h 801"/>
                <a:gd name="T26" fmla="*/ 0 w 1330"/>
                <a:gd name="T27" fmla="*/ 1 h 801"/>
                <a:gd name="T28" fmla="*/ 0 w 1330"/>
                <a:gd name="T29" fmla="*/ 1 h 801"/>
                <a:gd name="T30" fmla="*/ 0 w 1330"/>
                <a:gd name="T31" fmla="*/ 1 h 801"/>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30"/>
                <a:gd name="T49" fmla="*/ 0 h 801"/>
                <a:gd name="T50" fmla="*/ 1330 w 1330"/>
                <a:gd name="T51" fmla="*/ 801 h 801"/>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30" h="801">
                  <a:moveTo>
                    <a:pt x="24" y="88"/>
                  </a:moveTo>
                  <a:lnTo>
                    <a:pt x="23" y="88"/>
                  </a:lnTo>
                  <a:lnTo>
                    <a:pt x="1286" y="801"/>
                  </a:lnTo>
                  <a:lnTo>
                    <a:pt x="1330" y="719"/>
                  </a:lnTo>
                  <a:lnTo>
                    <a:pt x="67" y="6"/>
                  </a:lnTo>
                  <a:lnTo>
                    <a:pt x="66" y="6"/>
                  </a:lnTo>
                  <a:lnTo>
                    <a:pt x="67" y="6"/>
                  </a:lnTo>
                  <a:lnTo>
                    <a:pt x="48" y="0"/>
                  </a:lnTo>
                  <a:lnTo>
                    <a:pt x="30" y="2"/>
                  </a:lnTo>
                  <a:lnTo>
                    <a:pt x="16" y="12"/>
                  </a:lnTo>
                  <a:lnTo>
                    <a:pt x="5" y="25"/>
                  </a:lnTo>
                  <a:lnTo>
                    <a:pt x="0" y="41"/>
                  </a:lnTo>
                  <a:lnTo>
                    <a:pt x="0" y="59"/>
                  </a:lnTo>
                  <a:lnTo>
                    <a:pt x="8" y="75"/>
                  </a:lnTo>
                  <a:lnTo>
                    <a:pt x="23" y="88"/>
                  </a:lnTo>
                  <a:lnTo>
                    <a:pt x="24"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9354" name="Freeform 45"/>
            <p:cNvSpPr>
              <a:spLocks/>
            </p:cNvSpPr>
            <p:nvPr/>
          </p:nvSpPr>
          <p:spPr bwMode="auto">
            <a:xfrm>
              <a:off x="1198" y="1439"/>
              <a:ext cx="161" cy="35"/>
            </a:xfrm>
            <a:custGeom>
              <a:avLst/>
              <a:gdLst>
                <a:gd name="T0" fmla="*/ 1 w 806"/>
                <a:gd name="T1" fmla="*/ 1 h 177"/>
                <a:gd name="T2" fmla="*/ 1 w 806"/>
                <a:gd name="T3" fmla="*/ 1 h 177"/>
                <a:gd name="T4" fmla="*/ 1 w 806"/>
                <a:gd name="T5" fmla="*/ 1 h 177"/>
                <a:gd name="T6" fmla="*/ 1 w 806"/>
                <a:gd name="T7" fmla="*/ 1 h 177"/>
                <a:gd name="T8" fmla="*/ 2 w 806"/>
                <a:gd name="T9" fmla="*/ 1 h 177"/>
                <a:gd name="T10" fmla="*/ 2 w 806"/>
                <a:gd name="T11" fmla="*/ 1 h 177"/>
                <a:gd name="T12" fmla="*/ 2 w 806"/>
                <a:gd name="T13" fmla="*/ 1 h 177"/>
                <a:gd name="T14" fmla="*/ 3 w 806"/>
                <a:gd name="T15" fmla="*/ 1 h 177"/>
                <a:gd name="T16" fmla="*/ 3 w 806"/>
                <a:gd name="T17" fmla="*/ 1 h 177"/>
                <a:gd name="T18" fmla="*/ 3 w 806"/>
                <a:gd name="T19" fmla="*/ 1 h 177"/>
                <a:gd name="T20" fmla="*/ 4 w 806"/>
                <a:gd name="T21" fmla="*/ 1 h 177"/>
                <a:gd name="T22" fmla="*/ 4 w 806"/>
                <a:gd name="T23" fmla="*/ 1 h 177"/>
                <a:gd name="T24" fmla="*/ 5 w 806"/>
                <a:gd name="T25" fmla="*/ 1 h 177"/>
                <a:gd name="T26" fmla="*/ 5 w 806"/>
                <a:gd name="T27" fmla="*/ 1 h 177"/>
                <a:gd name="T28" fmla="*/ 5 w 806"/>
                <a:gd name="T29" fmla="*/ 1 h 177"/>
                <a:gd name="T30" fmla="*/ 6 w 806"/>
                <a:gd name="T31" fmla="*/ 1 h 177"/>
                <a:gd name="T32" fmla="*/ 6 w 806"/>
                <a:gd name="T33" fmla="*/ 1 h 177"/>
                <a:gd name="T34" fmla="*/ 6 w 806"/>
                <a:gd name="T35" fmla="*/ 1 h 177"/>
                <a:gd name="T36" fmla="*/ 6 w 806"/>
                <a:gd name="T37" fmla="*/ 1 h 177"/>
                <a:gd name="T38" fmla="*/ 6 w 806"/>
                <a:gd name="T39" fmla="*/ 1 h 177"/>
                <a:gd name="T40" fmla="*/ 6 w 806"/>
                <a:gd name="T41" fmla="*/ 0 h 177"/>
                <a:gd name="T42" fmla="*/ 5 w 806"/>
                <a:gd name="T43" fmla="*/ 0 h 177"/>
                <a:gd name="T44" fmla="*/ 5 w 806"/>
                <a:gd name="T45" fmla="*/ 0 h 177"/>
                <a:gd name="T46" fmla="*/ 5 w 806"/>
                <a:gd name="T47" fmla="*/ 0 h 177"/>
                <a:gd name="T48" fmla="*/ 4 w 806"/>
                <a:gd name="T49" fmla="*/ 0 h 177"/>
                <a:gd name="T50" fmla="*/ 4 w 806"/>
                <a:gd name="T51" fmla="*/ 0 h 177"/>
                <a:gd name="T52" fmla="*/ 3 w 806"/>
                <a:gd name="T53" fmla="*/ 0 h 177"/>
                <a:gd name="T54" fmla="*/ 3 w 806"/>
                <a:gd name="T55" fmla="*/ 0 h 177"/>
                <a:gd name="T56" fmla="*/ 3 w 806"/>
                <a:gd name="T57" fmla="*/ 0 h 177"/>
                <a:gd name="T58" fmla="*/ 2 w 806"/>
                <a:gd name="T59" fmla="*/ 0 h 177"/>
                <a:gd name="T60" fmla="*/ 2 w 806"/>
                <a:gd name="T61" fmla="*/ 0 h 177"/>
                <a:gd name="T62" fmla="*/ 1 w 806"/>
                <a:gd name="T63" fmla="*/ 0 h 177"/>
                <a:gd name="T64" fmla="*/ 1 w 806"/>
                <a:gd name="T65" fmla="*/ 0 h 177"/>
                <a:gd name="T66" fmla="*/ 1 w 806"/>
                <a:gd name="T67" fmla="*/ 1 h 177"/>
                <a:gd name="T68" fmla="*/ 0 w 806"/>
                <a:gd name="T69" fmla="*/ 1 h 177"/>
                <a:gd name="T70" fmla="*/ 0 w 806"/>
                <a:gd name="T71" fmla="*/ 1 h 177"/>
                <a:gd name="T72" fmla="*/ 0 w 806"/>
                <a:gd name="T73" fmla="*/ 1 h 177"/>
                <a:gd name="T74" fmla="*/ 0 w 806"/>
                <a:gd name="T75" fmla="*/ 1 h 177"/>
                <a:gd name="T76" fmla="*/ 0 w 806"/>
                <a:gd name="T77" fmla="*/ 1 h 177"/>
                <a:gd name="T78" fmla="*/ 0 w 806"/>
                <a:gd name="T79" fmla="*/ 1 h 177"/>
                <a:gd name="T80" fmla="*/ 0 w 806"/>
                <a:gd name="T81" fmla="*/ 1 h 177"/>
                <a:gd name="T82" fmla="*/ 0 w 806"/>
                <a:gd name="T83" fmla="*/ 1 h 177"/>
                <a:gd name="T84" fmla="*/ 0 w 806"/>
                <a:gd name="T85" fmla="*/ 1 h 177"/>
                <a:gd name="T86" fmla="*/ 0 w 806"/>
                <a:gd name="T87" fmla="*/ 1 h 177"/>
                <a:gd name="T88" fmla="*/ 1 w 806"/>
                <a:gd name="T89" fmla="*/ 1 h 177"/>
                <a:gd name="T90" fmla="*/ 1 w 806"/>
                <a:gd name="T91" fmla="*/ 1 h 17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806"/>
                <a:gd name="T139" fmla="*/ 0 h 177"/>
                <a:gd name="T140" fmla="*/ 806 w 806"/>
                <a:gd name="T141" fmla="*/ 177 h 17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806" h="177">
                  <a:moveTo>
                    <a:pt x="67" y="171"/>
                  </a:moveTo>
                  <a:lnTo>
                    <a:pt x="68" y="171"/>
                  </a:lnTo>
                  <a:lnTo>
                    <a:pt x="109" y="151"/>
                  </a:lnTo>
                  <a:lnTo>
                    <a:pt x="151" y="135"/>
                  </a:lnTo>
                  <a:lnTo>
                    <a:pt x="196" y="122"/>
                  </a:lnTo>
                  <a:lnTo>
                    <a:pt x="242" y="110"/>
                  </a:lnTo>
                  <a:lnTo>
                    <a:pt x="287" y="102"/>
                  </a:lnTo>
                  <a:lnTo>
                    <a:pt x="335" y="97"/>
                  </a:lnTo>
                  <a:lnTo>
                    <a:pt x="382" y="95"/>
                  </a:lnTo>
                  <a:lnTo>
                    <a:pt x="430" y="94"/>
                  </a:lnTo>
                  <a:lnTo>
                    <a:pt x="477" y="97"/>
                  </a:lnTo>
                  <a:lnTo>
                    <a:pt x="524" y="102"/>
                  </a:lnTo>
                  <a:lnTo>
                    <a:pt x="568" y="108"/>
                  </a:lnTo>
                  <a:lnTo>
                    <a:pt x="612" y="117"/>
                  </a:lnTo>
                  <a:lnTo>
                    <a:pt x="654" y="128"/>
                  </a:lnTo>
                  <a:lnTo>
                    <a:pt x="693" y="141"/>
                  </a:lnTo>
                  <a:lnTo>
                    <a:pt x="730" y="155"/>
                  </a:lnTo>
                  <a:lnTo>
                    <a:pt x="764" y="171"/>
                  </a:lnTo>
                  <a:lnTo>
                    <a:pt x="806" y="89"/>
                  </a:lnTo>
                  <a:lnTo>
                    <a:pt x="768" y="70"/>
                  </a:lnTo>
                  <a:lnTo>
                    <a:pt x="725" y="54"/>
                  </a:lnTo>
                  <a:lnTo>
                    <a:pt x="680" y="39"/>
                  </a:lnTo>
                  <a:lnTo>
                    <a:pt x="633" y="26"/>
                  </a:lnTo>
                  <a:lnTo>
                    <a:pt x="585" y="16"/>
                  </a:lnTo>
                  <a:lnTo>
                    <a:pt x="536" y="8"/>
                  </a:lnTo>
                  <a:lnTo>
                    <a:pt x="484" y="3"/>
                  </a:lnTo>
                  <a:lnTo>
                    <a:pt x="433" y="0"/>
                  </a:lnTo>
                  <a:lnTo>
                    <a:pt x="380" y="1"/>
                  </a:lnTo>
                  <a:lnTo>
                    <a:pt x="328" y="3"/>
                  </a:lnTo>
                  <a:lnTo>
                    <a:pt x="276" y="10"/>
                  </a:lnTo>
                  <a:lnTo>
                    <a:pt x="223" y="19"/>
                  </a:lnTo>
                  <a:lnTo>
                    <a:pt x="172" y="30"/>
                  </a:lnTo>
                  <a:lnTo>
                    <a:pt x="121" y="46"/>
                  </a:lnTo>
                  <a:lnTo>
                    <a:pt x="72" y="67"/>
                  </a:lnTo>
                  <a:lnTo>
                    <a:pt x="24" y="89"/>
                  </a:lnTo>
                  <a:lnTo>
                    <a:pt x="25" y="89"/>
                  </a:lnTo>
                  <a:lnTo>
                    <a:pt x="24" y="89"/>
                  </a:lnTo>
                  <a:lnTo>
                    <a:pt x="8" y="102"/>
                  </a:lnTo>
                  <a:lnTo>
                    <a:pt x="0" y="118"/>
                  </a:lnTo>
                  <a:lnTo>
                    <a:pt x="0" y="136"/>
                  </a:lnTo>
                  <a:lnTo>
                    <a:pt x="6" y="152"/>
                  </a:lnTo>
                  <a:lnTo>
                    <a:pt x="17" y="165"/>
                  </a:lnTo>
                  <a:lnTo>
                    <a:pt x="31" y="175"/>
                  </a:lnTo>
                  <a:lnTo>
                    <a:pt x="48" y="177"/>
                  </a:lnTo>
                  <a:lnTo>
                    <a:pt x="68" y="171"/>
                  </a:lnTo>
                  <a:lnTo>
                    <a:pt x="67" y="1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9355" name="Freeform 46"/>
            <p:cNvSpPr>
              <a:spLocks/>
            </p:cNvSpPr>
            <p:nvPr/>
          </p:nvSpPr>
          <p:spPr bwMode="auto">
            <a:xfrm>
              <a:off x="931" y="1456"/>
              <a:ext cx="280" cy="158"/>
            </a:xfrm>
            <a:custGeom>
              <a:avLst/>
              <a:gdLst>
                <a:gd name="T0" fmla="*/ 1 w 1402"/>
                <a:gd name="T1" fmla="*/ 6 h 787"/>
                <a:gd name="T2" fmla="*/ 1 w 1402"/>
                <a:gd name="T3" fmla="*/ 6 h 787"/>
                <a:gd name="T4" fmla="*/ 11 w 1402"/>
                <a:gd name="T5" fmla="*/ 1 h 787"/>
                <a:gd name="T6" fmla="*/ 11 w 1402"/>
                <a:gd name="T7" fmla="*/ 0 h 787"/>
                <a:gd name="T8" fmla="*/ 0 w 1402"/>
                <a:gd name="T9" fmla="*/ 6 h 787"/>
                <a:gd name="T10" fmla="*/ 0 w 1402"/>
                <a:gd name="T11" fmla="*/ 6 h 787"/>
                <a:gd name="T12" fmla="*/ 0 w 1402"/>
                <a:gd name="T13" fmla="*/ 6 h 787"/>
                <a:gd name="T14" fmla="*/ 0 w 1402"/>
                <a:gd name="T15" fmla="*/ 6 h 787"/>
                <a:gd name="T16" fmla="*/ 0 w 1402"/>
                <a:gd name="T17" fmla="*/ 6 h 787"/>
                <a:gd name="T18" fmla="*/ 0 w 1402"/>
                <a:gd name="T19" fmla="*/ 6 h 787"/>
                <a:gd name="T20" fmla="*/ 0 w 1402"/>
                <a:gd name="T21" fmla="*/ 6 h 787"/>
                <a:gd name="T22" fmla="*/ 0 w 1402"/>
                <a:gd name="T23" fmla="*/ 6 h 787"/>
                <a:gd name="T24" fmla="*/ 0 w 1402"/>
                <a:gd name="T25" fmla="*/ 6 h 787"/>
                <a:gd name="T26" fmla="*/ 0 w 1402"/>
                <a:gd name="T27" fmla="*/ 6 h 787"/>
                <a:gd name="T28" fmla="*/ 1 w 1402"/>
                <a:gd name="T29" fmla="*/ 6 h 787"/>
                <a:gd name="T30" fmla="*/ 1 w 1402"/>
                <a:gd name="T31" fmla="*/ 6 h 78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02"/>
                <a:gd name="T49" fmla="*/ 0 h 787"/>
                <a:gd name="T50" fmla="*/ 1402 w 1402"/>
                <a:gd name="T51" fmla="*/ 787 h 78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02" h="787">
                  <a:moveTo>
                    <a:pt x="69" y="781"/>
                  </a:moveTo>
                  <a:lnTo>
                    <a:pt x="66" y="781"/>
                  </a:lnTo>
                  <a:lnTo>
                    <a:pt x="1402" y="82"/>
                  </a:lnTo>
                  <a:lnTo>
                    <a:pt x="1360" y="0"/>
                  </a:lnTo>
                  <a:lnTo>
                    <a:pt x="24" y="699"/>
                  </a:lnTo>
                  <a:lnTo>
                    <a:pt x="22" y="699"/>
                  </a:lnTo>
                  <a:lnTo>
                    <a:pt x="24" y="699"/>
                  </a:lnTo>
                  <a:lnTo>
                    <a:pt x="8" y="712"/>
                  </a:lnTo>
                  <a:lnTo>
                    <a:pt x="1" y="727"/>
                  </a:lnTo>
                  <a:lnTo>
                    <a:pt x="0" y="744"/>
                  </a:lnTo>
                  <a:lnTo>
                    <a:pt x="5" y="761"/>
                  </a:lnTo>
                  <a:lnTo>
                    <a:pt x="15" y="775"/>
                  </a:lnTo>
                  <a:lnTo>
                    <a:pt x="30" y="784"/>
                  </a:lnTo>
                  <a:lnTo>
                    <a:pt x="46" y="787"/>
                  </a:lnTo>
                  <a:lnTo>
                    <a:pt x="66" y="781"/>
                  </a:lnTo>
                  <a:lnTo>
                    <a:pt x="69" y="7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9356" name="Freeform 47"/>
            <p:cNvSpPr>
              <a:spLocks/>
            </p:cNvSpPr>
            <p:nvPr/>
          </p:nvSpPr>
          <p:spPr bwMode="auto">
            <a:xfrm>
              <a:off x="868" y="1596"/>
              <a:ext cx="77" cy="126"/>
            </a:xfrm>
            <a:custGeom>
              <a:avLst/>
              <a:gdLst>
                <a:gd name="T0" fmla="*/ 1 w 382"/>
                <a:gd name="T1" fmla="*/ 5 h 628"/>
                <a:gd name="T2" fmla="*/ 1 w 382"/>
                <a:gd name="T3" fmla="*/ 5 h 628"/>
                <a:gd name="T4" fmla="*/ 1 w 382"/>
                <a:gd name="T5" fmla="*/ 4 h 628"/>
                <a:gd name="T6" fmla="*/ 1 w 382"/>
                <a:gd name="T7" fmla="*/ 4 h 628"/>
                <a:gd name="T8" fmla="*/ 1 w 382"/>
                <a:gd name="T9" fmla="*/ 4 h 628"/>
                <a:gd name="T10" fmla="*/ 1 w 382"/>
                <a:gd name="T11" fmla="*/ 3 h 628"/>
                <a:gd name="T12" fmla="*/ 1 w 382"/>
                <a:gd name="T13" fmla="*/ 3 h 628"/>
                <a:gd name="T14" fmla="*/ 1 w 382"/>
                <a:gd name="T15" fmla="*/ 3 h 628"/>
                <a:gd name="T16" fmla="*/ 1 w 382"/>
                <a:gd name="T17" fmla="*/ 3 h 628"/>
                <a:gd name="T18" fmla="*/ 1 w 382"/>
                <a:gd name="T19" fmla="*/ 2 h 628"/>
                <a:gd name="T20" fmla="*/ 2 w 382"/>
                <a:gd name="T21" fmla="*/ 2 h 628"/>
                <a:gd name="T22" fmla="*/ 2 w 382"/>
                <a:gd name="T23" fmla="*/ 2 h 628"/>
                <a:gd name="T24" fmla="*/ 2 w 382"/>
                <a:gd name="T25" fmla="*/ 2 h 628"/>
                <a:gd name="T26" fmla="*/ 2 w 382"/>
                <a:gd name="T27" fmla="*/ 1 h 628"/>
                <a:gd name="T28" fmla="*/ 2 w 382"/>
                <a:gd name="T29" fmla="*/ 1 h 628"/>
                <a:gd name="T30" fmla="*/ 3 w 382"/>
                <a:gd name="T31" fmla="*/ 1 h 628"/>
                <a:gd name="T32" fmla="*/ 3 w 382"/>
                <a:gd name="T33" fmla="*/ 1 h 628"/>
                <a:gd name="T34" fmla="*/ 3 w 382"/>
                <a:gd name="T35" fmla="*/ 1 h 628"/>
                <a:gd name="T36" fmla="*/ 3 w 382"/>
                <a:gd name="T37" fmla="*/ 0 h 628"/>
                <a:gd name="T38" fmla="*/ 2 w 382"/>
                <a:gd name="T39" fmla="*/ 0 h 628"/>
                <a:gd name="T40" fmla="*/ 2 w 382"/>
                <a:gd name="T41" fmla="*/ 0 h 628"/>
                <a:gd name="T42" fmla="*/ 2 w 382"/>
                <a:gd name="T43" fmla="*/ 1 h 628"/>
                <a:gd name="T44" fmla="*/ 2 w 382"/>
                <a:gd name="T45" fmla="*/ 1 h 628"/>
                <a:gd name="T46" fmla="*/ 1 w 382"/>
                <a:gd name="T47" fmla="*/ 1 h 628"/>
                <a:gd name="T48" fmla="*/ 1 w 382"/>
                <a:gd name="T49" fmla="*/ 1 h 628"/>
                <a:gd name="T50" fmla="*/ 1 w 382"/>
                <a:gd name="T51" fmla="*/ 2 h 628"/>
                <a:gd name="T52" fmla="*/ 1 w 382"/>
                <a:gd name="T53" fmla="*/ 2 h 628"/>
                <a:gd name="T54" fmla="*/ 1 w 382"/>
                <a:gd name="T55" fmla="*/ 2 h 628"/>
                <a:gd name="T56" fmla="*/ 0 w 382"/>
                <a:gd name="T57" fmla="*/ 3 h 628"/>
                <a:gd name="T58" fmla="*/ 0 w 382"/>
                <a:gd name="T59" fmla="*/ 3 h 628"/>
                <a:gd name="T60" fmla="*/ 0 w 382"/>
                <a:gd name="T61" fmla="*/ 3 h 628"/>
                <a:gd name="T62" fmla="*/ 0 w 382"/>
                <a:gd name="T63" fmla="*/ 4 h 628"/>
                <a:gd name="T64" fmla="*/ 0 w 382"/>
                <a:gd name="T65" fmla="*/ 4 h 628"/>
                <a:gd name="T66" fmla="*/ 0 w 382"/>
                <a:gd name="T67" fmla="*/ 4 h 628"/>
                <a:gd name="T68" fmla="*/ 0 w 382"/>
                <a:gd name="T69" fmla="*/ 5 h 628"/>
                <a:gd name="T70" fmla="*/ 0 w 382"/>
                <a:gd name="T71" fmla="*/ 5 h 628"/>
                <a:gd name="T72" fmla="*/ 0 w 382"/>
                <a:gd name="T73" fmla="*/ 5 h 628"/>
                <a:gd name="T74" fmla="*/ 0 w 382"/>
                <a:gd name="T75" fmla="*/ 5 h 628"/>
                <a:gd name="T76" fmla="*/ 0 w 382"/>
                <a:gd name="T77" fmla="*/ 5 h 628"/>
                <a:gd name="T78" fmla="*/ 0 w 382"/>
                <a:gd name="T79" fmla="*/ 5 h 628"/>
                <a:gd name="T80" fmla="*/ 0 w 382"/>
                <a:gd name="T81" fmla="*/ 5 h 628"/>
                <a:gd name="T82" fmla="*/ 1 w 382"/>
                <a:gd name="T83" fmla="*/ 5 h 628"/>
                <a:gd name="T84" fmla="*/ 1 w 382"/>
                <a:gd name="T85" fmla="*/ 5 h 628"/>
                <a:gd name="T86" fmla="*/ 1 w 382"/>
                <a:gd name="T87" fmla="*/ 5 h 628"/>
                <a:gd name="T88" fmla="*/ 1 w 382"/>
                <a:gd name="T89" fmla="*/ 5 h 628"/>
                <a:gd name="T90" fmla="*/ 1 w 382"/>
                <a:gd name="T91" fmla="*/ 5 h 628"/>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382"/>
                <a:gd name="T139" fmla="*/ 0 h 628"/>
                <a:gd name="T140" fmla="*/ 382 w 382"/>
                <a:gd name="T141" fmla="*/ 628 h 628"/>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382" h="628">
                  <a:moveTo>
                    <a:pt x="94" y="581"/>
                  </a:moveTo>
                  <a:lnTo>
                    <a:pt x="94" y="582"/>
                  </a:lnTo>
                  <a:lnTo>
                    <a:pt x="96" y="541"/>
                  </a:lnTo>
                  <a:lnTo>
                    <a:pt x="99" y="500"/>
                  </a:lnTo>
                  <a:lnTo>
                    <a:pt x="106" y="463"/>
                  </a:lnTo>
                  <a:lnTo>
                    <a:pt x="115" y="424"/>
                  </a:lnTo>
                  <a:lnTo>
                    <a:pt x="127" y="389"/>
                  </a:lnTo>
                  <a:lnTo>
                    <a:pt x="140" y="353"/>
                  </a:lnTo>
                  <a:lnTo>
                    <a:pt x="156" y="320"/>
                  </a:lnTo>
                  <a:lnTo>
                    <a:pt x="173" y="287"/>
                  </a:lnTo>
                  <a:lnTo>
                    <a:pt x="193" y="255"/>
                  </a:lnTo>
                  <a:lnTo>
                    <a:pt x="214" y="226"/>
                  </a:lnTo>
                  <a:lnTo>
                    <a:pt x="238" y="198"/>
                  </a:lnTo>
                  <a:lnTo>
                    <a:pt x="263" y="172"/>
                  </a:lnTo>
                  <a:lnTo>
                    <a:pt x="290" y="146"/>
                  </a:lnTo>
                  <a:lnTo>
                    <a:pt x="318" y="122"/>
                  </a:lnTo>
                  <a:lnTo>
                    <a:pt x="349" y="101"/>
                  </a:lnTo>
                  <a:lnTo>
                    <a:pt x="382" y="82"/>
                  </a:lnTo>
                  <a:lnTo>
                    <a:pt x="335" y="0"/>
                  </a:lnTo>
                  <a:lnTo>
                    <a:pt x="297" y="23"/>
                  </a:lnTo>
                  <a:lnTo>
                    <a:pt x="262" y="49"/>
                  </a:lnTo>
                  <a:lnTo>
                    <a:pt x="229" y="76"/>
                  </a:lnTo>
                  <a:lnTo>
                    <a:pt x="198" y="104"/>
                  </a:lnTo>
                  <a:lnTo>
                    <a:pt x="167" y="137"/>
                  </a:lnTo>
                  <a:lnTo>
                    <a:pt x="142" y="170"/>
                  </a:lnTo>
                  <a:lnTo>
                    <a:pt x="116" y="204"/>
                  </a:lnTo>
                  <a:lnTo>
                    <a:pt x="94" y="240"/>
                  </a:lnTo>
                  <a:lnTo>
                    <a:pt x="74" y="278"/>
                  </a:lnTo>
                  <a:lnTo>
                    <a:pt x="54" y="317"/>
                  </a:lnTo>
                  <a:lnTo>
                    <a:pt x="38" y="359"/>
                  </a:lnTo>
                  <a:lnTo>
                    <a:pt x="26" y="401"/>
                  </a:lnTo>
                  <a:lnTo>
                    <a:pt x="15" y="444"/>
                  </a:lnTo>
                  <a:lnTo>
                    <a:pt x="8" y="489"/>
                  </a:lnTo>
                  <a:lnTo>
                    <a:pt x="2" y="534"/>
                  </a:lnTo>
                  <a:lnTo>
                    <a:pt x="0" y="580"/>
                  </a:lnTo>
                  <a:lnTo>
                    <a:pt x="0" y="581"/>
                  </a:lnTo>
                  <a:lnTo>
                    <a:pt x="0" y="580"/>
                  </a:lnTo>
                  <a:lnTo>
                    <a:pt x="3" y="600"/>
                  </a:lnTo>
                  <a:lnTo>
                    <a:pt x="14" y="615"/>
                  </a:lnTo>
                  <a:lnTo>
                    <a:pt x="29" y="625"/>
                  </a:lnTo>
                  <a:lnTo>
                    <a:pt x="45" y="628"/>
                  </a:lnTo>
                  <a:lnTo>
                    <a:pt x="63" y="626"/>
                  </a:lnTo>
                  <a:lnTo>
                    <a:pt x="78" y="616"/>
                  </a:lnTo>
                  <a:lnTo>
                    <a:pt x="89" y="602"/>
                  </a:lnTo>
                  <a:lnTo>
                    <a:pt x="94" y="582"/>
                  </a:lnTo>
                  <a:lnTo>
                    <a:pt x="94" y="5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9357" name="Freeform 48"/>
            <p:cNvSpPr>
              <a:spLocks/>
            </p:cNvSpPr>
            <p:nvPr/>
          </p:nvSpPr>
          <p:spPr bwMode="auto">
            <a:xfrm>
              <a:off x="868" y="1712"/>
              <a:ext cx="19" cy="364"/>
            </a:xfrm>
            <a:custGeom>
              <a:avLst/>
              <a:gdLst>
                <a:gd name="T0" fmla="*/ 1 w 94"/>
                <a:gd name="T1" fmla="*/ 14 h 1818"/>
                <a:gd name="T2" fmla="*/ 1 w 94"/>
                <a:gd name="T3" fmla="*/ 14 h 1818"/>
                <a:gd name="T4" fmla="*/ 1 w 94"/>
                <a:gd name="T5" fmla="*/ 0 h 1818"/>
                <a:gd name="T6" fmla="*/ 0 w 94"/>
                <a:gd name="T7" fmla="*/ 0 h 1818"/>
                <a:gd name="T8" fmla="*/ 0 w 94"/>
                <a:gd name="T9" fmla="*/ 14 h 1818"/>
                <a:gd name="T10" fmla="*/ 0 w 94"/>
                <a:gd name="T11" fmla="*/ 14 h 1818"/>
                <a:gd name="T12" fmla="*/ 0 w 94"/>
                <a:gd name="T13" fmla="*/ 14 h 1818"/>
                <a:gd name="T14" fmla="*/ 0 w 94"/>
                <a:gd name="T15" fmla="*/ 14 h 1818"/>
                <a:gd name="T16" fmla="*/ 0 w 94"/>
                <a:gd name="T17" fmla="*/ 14 h 1818"/>
                <a:gd name="T18" fmla="*/ 0 w 94"/>
                <a:gd name="T19" fmla="*/ 15 h 1818"/>
                <a:gd name="T20" fmla="*/ 0 w 94"/>
                <a:gd name="T21" fmla="*/ 15 h 1818"/>
                <a:gd name="T22" fmla="*/ 1 w 94"/>
                <a:gd name="T23" fmla="*/ 15 h 1818"/>
                <a:gd name="T24" fmla="*/ 1 w 94"/>
                <a:gd name="T25" fmla="*/ 14 h 1818"/>
                <a:gd name="T26" fmla="*/ 1 w 94"/>
                <a:gd name="T27" fmla="*/ 14 h 1818"/>
                <a:gd name="T28" fmla="*/ 1 w 94"/>
                <a:gd name="T29" fmla="*/ 14 h 1818"/>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94"/>
                <a:gd name="T46" fmla="*/ 0 h 1818"/>
                <a:gd name="T47" fmla="*/ 94 w 94"/>
                <a:gd name="T48" fmla="*/ 1818 h 1818"/>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94" h="1818">
                  <a:moveTo>
                    <a:pt x="94" y="1771"/>
                  </a:moveTo>
                  <a:lnTo>
                    <a:pt x="94" y="1771"/>
                  </a:lnTo>
                  <a:lnTo>
                    <a:pt x="94" y="0"/>
                  </a:lnTo>
                  <a:lnTo>
                    <a:pt x="0" y="0"/>
                  </a:lnTo>
                  <a:lnTo>
                    <a:pt x="0" y="1771"/>
                  </a:lnTo>
                  <a:lnTo>
                    <a:pt x="3" y="1791"/>
                  </a:lnTo>
                  <a:lnTo>
                    <a:pt x="15" y="1806"/>
                  </a:lnTo>
                  <a:lnTo>
                    <a:pt x="29" y="1814"/>
                  </a:lnTo>
                  <a:lnTo>
                    <a:pt x="47" y="1818"/>
                  </a:lnTo>
                  <a:lnTo>
                    <a:pt x="64" y="1814"/>
                  </a:lnTo>
                  <a:lnTo>
                    <a:pt x="79" y="1806"/>
                  </a:lnTo>
                  <a:lnTo>
                    <a:pt x="90" y="1791"/>
                  </a:lnTo>
                  <a:lnTo>
                    <a:pt x="94" y="17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9358" name="Freeform 49"/>
            <p:cNvSpPr>
              <a:spLocks/>
            </p:cNvSpPr>
            <p:nvPr/>
          </p:nvSpPr>
          <p:spPr bwMode="auto">
            <a:xfrm>
              <a:off x="868" y="2067"/>
              <a:ext cx="90" cy="160"/>
            </a:xfrm>
            <a:custGeom>
              <a:avLst/>
              <a:gdLst>
                <a:gd name="T0" fmla="*/ 3 w 449"/>
                <a:gd name="T1" fmla="*/ 6 h 803"/>
                <a:gd name="T2" fmla="*/ 3 w 449"/>
                <a:gd name="T3" fmla="*/ 6 h 803"/>
                <a:gd name="T4" fmla="*/ 3 w 449"/>
                <a:gd name="T5" fmla="*/ 5 h 803"/>
                <a:gd name="T6" fmla="*/ 3 w 449"/>
                <a:gd name="T7" fmla="*/ 5 h 803"/>
                <a:gd name="T8" fmla="*/ 3 w 449"/>
                <a:gd name="T9" fmla="*/ 5 h 803"/>
                <a:gd name="T10" fmla="*/ 2 w 449"/>
                <a:gd name="T11" fmla="*/ 5 h 803"/>
                <a:gd name="T12" fmla="*/ 2 w 449"/>
                <a:gd name="T13" fmla="*/ 4 h 803"/>
                <a:gd name="T14" fmla="*/ 2 w 449"/>
                <a:gd name="T15" fmla="*/ 4 h 803"/>
                <a:gd name="T16" fmla="*/ 2 w 449"/>
                <a:gd name="T17" fmla="*/ 4 h 803"/>
                <a:gd name="T18" fmla="*/ 2 w 449"/>
                <a:gd name="T19" fmla="*/ 3 h 803"/>
                <a:gd name="T20" fmla="*/ 1 w 449"/>
                <a:gd name="T21" fmla="*/ 3 h 803"/>
                <a:gd name="T22" fmla="*/ 1 w 449"/>
                <a:gd name="T23" fmla="*/ 2 h 803"/>
                <a:gd name="T24" fmla="*/ 1 w 449"/>
                <a:gd name="T25" fmla="*/ 2 h 803"/>
                <a:gd name="T26" fmla="*/ 1 w 449"/>
                <a:gd name="T27" fmla="*/ 2 h 803"/>
                <a:gd name="T28" fmla="*/ 1 w 449"/>
                <a:gd name="T29" fmla="*/ 1 h 803"/>
                <a:gd name="T30" fmla="*/ 1 w 449"/>
                <a:gd name="T31" fmla="*/ 1 h 803"/>
                <a:gd name="T32" fmla="*/ 1 w 449"/>
                <a:gd name="T33" fmla="*/ 0 h 803"/>
                <a:gd name="T34" fmla="*/ 1 w 449"/>
                <a:gd name="T35" fmla="*/ 0 h 803"/>
                <a:gd name="T36" fmla="*/ 0 w 449"/>
                <a:gd name="T37" fmla="*/ 0 h 803"/>
                <a:gd name="T38" fmla="*/ 0 w 449"/>
                <a:gd name="T39" fmla="*/ 0 h 803"/>
                <a:gd name="T40" fmla="*/ 0 w 449"/>
                <a:gd name="T41" fmla="*/ 1 h 803"/>
                <a:gd name="T42" fmla="*/ 0 w 449"/>
                <a:gd name="T43" fmla="*/ 1 h 803"/>
                <a:gd name="T44" fmla="*/ 0 w 449"/>
                <a:gd name="T45" fmla="*/ 2 h 803"/>
                <a:gd name="T46" fmla="*/ 0 w 449"/>
                <a:gd name="T47" fmla="*/ 2 h 803"/>
                <a:gd name="T48" fmla="*/ 0 w 449"/>
                <a:gd name="T49" fmla="*/ 3 h 803"/>
                <a:gd name="T50" fmla="*/ 1 w 449"/>
                <a:gd name="T51" fmla="*/ 3 h 803"/>
                <a:gd name="T52" fmla="*/ 1 w 449"/>
                <a:gd name="T53" fmla="*/ 4 h 803"/>
                <a:gd name="T54" fmla="*/ 1 w 449"/>
                <a:gd name="T55" fmla="*/ 4 h 803"/>
                <a:gd name="T56" fmla="*/ 1 w 449"/>
                <a:gd name="T57" fmla="*/ 4 h 803"/>
                <a:gd name="T58" fmla="*/ 2 w 449"/>
                <a:gd name="T59" fmla="*/ 5 h 803"/>
                <a:gd name="T60" fmla="*/ 2 w 449"/>
                <a:gd name="T61" fmla="*/ 5 h 803"/>
                <a:gd name="T62" fmla="*/ 2 w 449"/>
                <a:gd name="T63" fmla="*/ 5 h 803"/>
                <a:gd name="T64" fmla="*/ 2 w 449"/>
                <a:gd name="T65" fmla="*/ 6 h 803"/>
                <a:gd name="T66" fmla="*/ 3 w 449"/>
                <a:gd name="T67" fmla="*/ 6 h 803"/>
                <a:gd name="T68" fmla="*/ 3 w 449"/>
                <a:gd name="T69" fmla="*/ 6 h 803"/>
                <a:gd name="T70" fmla="*/ 3 w 449"/>
                <a:gd name="T71" fmla="*/ 6 h 803"/>
                <a:gd name="T72" fmla="*/ 3 w 449"/>
                <a:gd name="T73" fmla="*/ 6 h 803"/>
                <a:gd name="T74" fmla="*/ 3 w 449"/>
                <a:gd name="T75" fmla="*/ 6 h 803"/>
                <a:gd name="T76" fmla="*/ 3 w 449"/>
                <a:gd name="T77" fmla="*/ 6 h 803"/>
                <a:gd name="T78" fmla="*/ 3 w 449"/>
                <a:gd name="T79" fmla="*/ 6 h 803"/>
                <a:gd name="T80" fmla="*/ 4 w 449"/>
                <a:gd name="T81" fmla="*/ 6 h 803"/>
                <a:gd name="T82" fmla="*/ 4 w 449"/>
                <a:gd name="T83" fmla="*/ 6 h 803"/>
                <a:gd name="T84" fmla="*/ 4 w 449"/>
                <a:gd name="T85" fmla="*/ 6 h 803"/>
                <a:gd name="T86" fmla="*/ 4 w 449"/>
                <a:gd name="T87" fmla="*/ 6 h 803"/>
                <a:gd name="T88" fmla="*/ 3 w 449"/>
                <a:gd name="T89" fmla="*/ 6 h 803"/>
                <a:gd name="T90" fmla="*/ 3 w 449"/>
                <a:gd name="T91" fmla="*/ 6 h 80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449"/>
                <a:gd name="T139" fmla="*/ 0 h 803"/>
                <a:gd name="T140" fmla="*/ 449 w 449"/>
                <a:gd name="T141" fmla="*/ 803 h 80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449" h="803">
                  <a:moveTo>
                    <a:pt x="426" y="717"/>
                  </a:moveTo>
                  <a:lnTo>
                    <a:pt x="427" y="717"/>
                  </a:lnTo>
                  <a:lnTo>
                    <a:pt x="395" y="693"/>
                  </a:lnTo>
                  <a:lnTo>
                    <a:pt x="361" y="662"/>
                  </a:lnTo>
                  <a:lnTo>
                    <a:pt x="329" y="628"/>
                  </a:lnTo>
                  <a:lnTo>
                    <a:pt x="299" y="591"/>
                  </a:lnTo>
                  <a:lnTo>
                    <a:pt x="269" y="551"/>
                  </a:lnTo>
                  <a:lnTo>
                    <a:pt x="241" y="507"/>
                  </a:lnTo>
                  <a:lnTo>
                    <a:pt x="215" y="460"/>
                  </a:lnTo>
                  <a:lnTo>
                    <a:pt x="191" y="412"/>
                  </a:lnTo>
                  <a:lnTo>
                    <a:pt x="170" y="363"/>
                  </a:lnTo>
                  <a:lnTo>
                    <a:pt x="151" y="312"/>
                  </a:lnTo>
                  <a:lnTo>
                    <a:pt x="133" y="259"/>
                  </a:lnTo>
                  <a:lnTo>
                    <a:pt x="119" y="207"/>
                  </a:lnTo>
                  <a:lnTo>
                    <a:pt x="108" y="156"/>
                  </a:lnTo>
                  <a:lnTo>
                    <a:pt x="101" y="103"/>
                  </a:lnTo>
                  <a:lnTo>
                    <a:pt x="96" y="51"/>
                  </a:lnTo>
                  <a:lnTo>
                    <a:pt x="94" y="0"/>
                  </a:lnTo>
                  <a:lnTo>
                    <a:pt x="0" y="0"/>
                  </a:lnTo>
                  <a:lnTo>
                    <a:pt x="2" y="56"/>
                  </a:lnTo>
                  <a:lnTo>
                    <a:pt x="7" y="115"/>
                  </a:lnTo>
                  <a:lnTo>
                    <a:pt x="16" y="172"/>
                  </a:lnTo>
                  <a:lnTo>
                    <a:pt x="28" y="231"/>
                  </a:lnTo>
                  <a:lnTo>
                    <a:pt x="44" y="287"/>
                  </a:lnTo>
                  <a:lnTo>
                    <a:pt x="62" y="342"/>
                  </a:lnTo>
                  <a:lnTo>
                    <a:pt x="83" y="398"/>
                  </a:lnTo>
                  <a:lnTo>
                    <a:pt x="106" y="452"/>
                  </a:lnTo>
                  <a:lnTo>
                    <a:pt x="133" y="505"/>
                  </a:lnTo>
                  <a:lnTo>
                    <a:pt x="161" y="554"/>
                  </a:lnTo>
                  <a:lnTo>
                    <a:pt x="192" y="602"/>
                  </a:lnTo>
                  <a:lnTo>
                    <a:pt x="224" y="647"/>
                  </a:lnTo>
                  <a:lnTo>
                    <a:pt x="259" y="689"/>
                  </a:lnTo>
                  <a:lnTo>
                    <a:pt x="295" y="728"/>
                  </a:lnTo>
                  <a:lnTo>
                    <a:pt x="334" y="763"/>
                  </a:lnTo>
                  <a:lnTo>
                    <a:pt x="374" y="795"/>
                  </a:lnTo>
                  <a:lnTo>
                    <a:pt x="375" y="795"/>
                  </a:lnTo>
                  <a:lnTo>
                    <a:pt x="374" y="795"/>
                  </a:lnTo>
                  <a:lnTo>
                    <a:pt x="392" y="803"/>
                  </a:lnTo>
                  <a:lnTo>
                    <a:pt x="411" y="803"/>
                  </a:lnTo>
                  <a:lnTo>
                    <a:pt x="426" y="795"/>
                  </a:lnTo>
                  <a:lnTo>
                    <a:pt x="439" y="782"/>
                  </a:lnTo>
                  <a:lnTo>
                    <a:pt x="446" y="766"/>
                  </a:lnTo>
                  <a:lnTo>
                    <a:pt x="449" y="749"/>
                  </a:lnTo>
                  <a:lnTo>
                    <a:pt x="441" y="732"/>
                  </a:lnTo>
                  <a:lnTo>
                    <a:pt x="427" y="717"/>
                  </a:lnTo>
                  <a:lnTo>
                    <a:pt x="426" y="71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9359" name="Freeform 50"/>
            <p:cNvSpPr>
              <a:spLocks/>
            </p:cNvSpPr>
            <p:nvPr/>
          </p:nvSpPr>
          <p:spPr bwMode="auto">
            <a:xfrm>
              <a:off x="883" y="1673"/>
              <a:ext cx="379" cy="690"/>
            </a:xfrm>
            <a:custGeom>
              <a:avLst/>
              <a:gdLst>
                <a:gd name="T0" fmla="*/ 12 w 1897"/>
                <a:gd name="T1" fmla="*/ 6 h 3450"/>
                <a:gd name="T2" fmla="*/ 13 w 1897"/>
                <a:gd name="T3" fmla="*/ 7 h 3450"/>
                <a:gd name="T4" fmla="*/ 13 w 1897"/>
                <a:gd name="T5" fmla="*/ 7 h 3450"/>
                <a:gd name="T6" fmla="*/ 14 w 1897"/>
                <a:gd name="T7" fmla="*/ 8 h 3450"/>
                <a:gd name="T8" fmla="*/ 14 w 1897"/>
                <a:gd name="T9" fmla="*/ 9 h 3450"/>
                <a:gd name="T10" fmla="*/ 15 w 1897"/>
                <a:gd name="T11" fmla="*/ 10 h 3450"/>
                <a:gd name="T12" fmla="*/ 15 w 1897"/>
                <a:gd name="T13" fmla="*/ 11 h 3450"/>
                <a:gd name="T14" fmla="*/ 15 w 1897"/>
                <a:gd name="T15" fmla="*/ 11 h 3450"/>
                <a:gd name="T16" fmla="*/ 15 w 1897"/>
                <a:gd name="T17" fmla="*/ 12 h 3450"/>
                <a:gd name="T18" fmla="*/ 15 w 1897"/>
                <a:gd name="T19" fmla="*/ 26 h 3450"/>
                <a:gd name="T20" fmla="*/ 15 w 1897"/>
                <a:gd name="T21" fmla="*/ 26 h 3450"/>
                <a:gd name="T22" fmla="*/ 15 w 1897"/>
                <a:gd name="T23" fmla="*/ 27 h 3450"/>
                <a:gd name="T24" fmla="*/ 15 w 1897"/>
                <a:gd name="T25" fmla="*/ 27 h 3450"/>
                <a:gd name="T26" fmla="*/ 14 w 1897"/>
                <a:gd name="T27" fmla="*/ 27 h 3450"/>
                <a:gd name="T28" fmla="*/ 14 w 1897"/>
                <a:gd name="T29" fmla="*/ 28 h 3450"/>
                <a:gd name="T30" fmla="*/ 13 w 1897"/>
                <a:gd name="T31" fmla="*/ 28 h 3450"/>
                <a:gd name="T32" fmla="*/ 13 w 1897"/>
                <a:gd name="T33" fmla="*/ 27 h 3450"/>
                <a:gd name="T34" fmla="*/ 3 w 1897"/>
                <a:gd name="T35" fmla="*/ 21 h 3450"/>
                <a:gd name="T36" fmla="*/ 2 w 1897"/>
                <a:gd name="T37" fmla="*/ 21 h 3450"/>
                <a:gd name="T38" fmla="*/ 2 w 1897"/>
                <a:gd name="T39" fmla="*/ 20 h 3450"/>
                <a:gd name="T40" fmla="*/ 1 w 1897"/>
                <a:gd name="T41" fmla="*/ 19 h 3450"/>
                <a:gd name="T42" fmla="*/ 1 w 1897"/>
                <a:gd name="T43" fmla="*/ 19 h 3450"/>
                <a:gd name="T44" fmla="*/ 0 w 1897"/>
                <a:gd name="T45" fmla="*/ 18 h 3450"/>
                <a:gd name="T46" fmla="*/ 0 w 1897"/>
                <a:gd name="T47" fmla="*/ 17 h 3450"/>
                <a:gd name="T48" fmla="*/ 0 w 1897"/>
                <a:gd name="T49" fmla="*/ 16 h 3450"/>
                <a:gd name="T50" fmla="*/ 0 w 1897"/>
                <a:gd name="T51" fmla="*/ 15 h 3450"/>
                <a:gd name="T52" fmla="*/ 0 w 1897"/>
                <a:gd name="T53" fmla="*/ 2 h 3450"/>
                <a:gd name="T54" fmla="*/ 0 w 1897"/>
                <a:gd name="T55" fmla="*/ 1 h 3450"/>
                <a:gd name="T56" fmla="*/ 0 w 1897"/>
                <a:gd name="T57" fmla="*/ 1 h 3450"/>
                <a:gd name="T58" fmla="*/ 1 w 1897"/>
                <a:gd name="T59" fmla="*/ 0 h 3450"/>
                <a:gd name="T60" fmla="*/ 1 w 1897"/>
                <a:gd name="T61" fmla="*/ 0 h 3450"/>
                <a:gd name="T62" fmla="*/ 1 w 1897"/>
                <a:gd name="T63" fmla="*/ 0 h 3450"/>
                <a:gd name="T64" fmla="*/ 2 w 1897"/>
                <a:gd name="T65" fmla="*/ 0 h 3450"/>
                <a:gd name="T66" fmla="*/ 3 w 1897"/>
                <a:gd name="T67" fmla="*/ 0 h 3450"/>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897"/>
                <a:gd name="T103" fmla="*/ 0 h 3450"/>
                <a:gd name="T104" fmla="*/ 1897 w 1897"/>
                <a:gd name="T105" fmla="*/ 3450 h 3450"/>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897" h="3450">
                  <a:moveTo>
                    <a:pt x="357" y="49"/>
                  </a:moveTo>
                  <a:lnTo>
                    <a:pt x="1542" y="806"/>
                  </a:lnTo>
                  <a:lnTo>
                    <a:pt x="1579" y="832"/>
                  </a:lnTo>
                  <a:lnTo>
                    <a:pt x="1614" y="861"/>
                  </a:lnTo>
                  <a:lnTo>
                    <a:pt x="1648" y="895"/>
                  </a:lnTo>
                  <a:lnTo>
                    <a:pt x="1681" y="933"/>
                  </a:lnTo>
                  <a:lnTo>
                    <a:pt x="1711" y="973"/>
                  </a:lnTo>
                  <a:lnTo>
                    <a:pt x="1740" y="1016"/>
                  </a:lnTo>
                  <a:lnTo>
                    <a:pt x="1768" y="1062"/>
                  </a:lnTo>
                  <a:lnTo>
                    <a:pt x="1793" y="1109"/>
                  </a:lnTo>
                  <a:lnTo>
                    <a:pt x="1816" y="1158"/>
                  </a:lnTo>
                  <a:lnTo>
                    <a:pt x="1836" y="1208"/>
                  </a:lnTo>
                  <a:lnTo>
                    <a:pt x="1854" y="1260"/>
                  </a:lnTo>
                  <a:lnTo>
                    <a:pt x="1869" y="1313"/>
                  </a:lnTo>
                  <a:lnTo>
                    <a:pt x="1881" y="1364"/>
                  </a:lnTo>
                  <a:lnTo>
                    <a:pt x="1890" y="1417"/>
                  </a:lnTo>
                  <a:lnTo>
                    <a:pt x="1895" y="1469"/>
                  </a:lnTo>
                  <a:lnTo>
                    <a:pt x="1897" y="1519"/>
                  </a:lnTo>
                  <a:lnTo>
                    <a:pt x="1897" y="3142"/>
                  </a:lnTo>
                  <a:lnTo>
                    <a:pt x="1895" y="3190"/>
                  </a:lnTo>
                  <a:lnTo>
                    <a:pt x="1890" y="3235"/>
                  </a:lnTo>
                  <a:lnTo>
                    <a:pt x="1881" y="3276"/>
                  </a:lnTo>
                  <a:lnTo>
                    <a:pt x="1869" y="3313"/>
                  </a:lnTo>
                  <a:lnTo>
                    <a:pt x="1854" y="3346"/>
                  </a:lnTo>
                  <a:lnTo>
                    <a:pt x="1836" y="3375"/>
                  </a:lnTo>
                  <a:lnTo>
                    <a:pt x="1816" y="3398"/>
                  </a:lnTo>
                  <a:lnTo>
                    <a:pt x="1793" y="3418"/>
                  </a:lnTo>
                  <a:lnTo>
                    <a:pt x="1768" y="3434"/>
                  </a:lnTo>
                  <a:lnTo>
                    <a:pt x="1740" y="3444"/>
                  </a:lnTo>
                  <a:lnTo>
                    <a:pt x="1711" y="3450"/>
                  </a:lnTo>
                  <a:lnTo>
                    <a:pt x="1681" y="3450"/>
                  </a:lnTo>
                  <a:lnTo>
                    <a:pt x="1648" y="3445"/>
                  </a:lnTo>
                  <a:lnTo>
                    <a:pt x="1614" y="3436"/>
                  </a:lnTo>
                  <a:lnTo>
                    <a:pt x="1579" y="3421"/>
                  </a:lnTo>
                  <a:lnTo>
                    <a:pt x="1542" y="3400"/>
                  </a:lnTo>
                  <a:lnTo>
                    <a:pt x="357" y="2643"/>
                  </a:lnTo>
                  <a:lnTo>
                    <a:pt x="320" y="2618"/>
                  </a:lnTo>
                  <a:lnTo>
                    <a:pt x="285" y="2588"/>
                  </a:lnTo>
                  <a:lnTo>
                    <a:pt x="251" y="2554"/>
                  </a:lnTo>
                  <a:lnTo>
                    <a:pt x="218" y="2517"/>
                  </a:lnTo>
                  <a:lnTo>
                    <a:pt x="187" y="2477"/>
                  </a:lnTo>
                  <a:lnTo>
                    <a:pt x="157" y="2433"/>
                  </a:lnTo>
                  <a:lnTo>
                    <a:pt x="130" y="2388"/>
                  </a:lnTo>
                  <a:lnTo>
                    <a:pt x="105" y="2341"/>
                  </a:lnTo>
                  <a:lnTo>
                    <a:pt x="81" y="2292"/>
                  </a:lnTo>
                  <a:lnTo>
                    <a:pt x="61" y="2241"/>
                  </a:lnTo>
                  <a:lnTo>
                    <a:pt x="44" y="2190"/>
                  </a:lnTo>
                  <a:lnTo>
                    <a:pt x="29" y="2138"/>
                  </a:lnTo>
                  <a:lnTo>
                    <a:pt x="17" y="2085"/>
                  </a:lnTo>
                  <a:lnTo>
                    <a:pt x="7" y="2033"/>
                  </a:lnTo>
                  <a:lnTo>
                    <a:pt x="3" y="1981"/>
                  </a:lnTo>
                  <a:lnTo>
                    <a:pt x="0" y="1931"/>
                  </a:lnTo>
                  <a:lnTo>
                    <a:pt x="0" y="308"/>
                  </a:lnTo>
                  <a:lnTo>
                    <a:pt x="3" y="260"/>
                  </a:lnTo>
                  <a:lnTo>
                    <a:pt x="7" y="215"/>
                  </a:lnTo>
                  <a:lnTo>
                    <a:pt x="17" y="174"/>
                  </a:lnTo>
                  <a:lnTo>
                    <a:pt x="29" y="137"/>
                  </a:lnTo>
                  <a:lnTo>
                    <a:pt x="44" y="104"/>
                  </a:lnTo>
                  <a:lnTo>
                    <a:pt x="61" y="76"/>
                  </a:lnTo>
                  <a:lnTo>
                    <a:pt x="81" y="51"/>
                  </a:lnTo>
                  <a:lnTo>
                    <a:pt x="105" y="31"/>
                  </a:lnTo>
                  <a:lnTo>
                    <a:pt x="130" y="16"/>
                  </a:lnTo>
                  <a:lnTo>
                    <a:pt x="157" y="5"/>
                  </a:lnTo>
                  <a:lnTo>
                    <a:pt x="187" y="0"/>
                  </a:lnTo>
                  <a:lnTo>
                    <a:pt x="218" y="0"/>
                  </a:lnTo>
                  <a:lnTo>
                    <a:pt x="251" y="3"/>
                  </a:lnTo>
                  <a:lnTo>
                    <a:pt x="285" y="14"/>
                  </a:lnTo>
                  <a:lnTo>
                    <a:pt x="320" y="29"/>
                  </a:lnTo>
                  <a:lnTo>
                    <a:pt x="357" y="49"/>
                  </a:lnTo>
                  <a:close/>
                </a:path>
              </a:pathLst>
            </a:custGeom>
            <a:solidFill>
              <a:srgbClr val="BFBFB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9360" name="Freeform 51"/>
            <p:cNvSpPr>
              <a:spLocks/>
            </p:cNvSpPr>
            <p:nvPr/>
          </p:nvSpPr>
          <p:spPr bwMode="auto">
            <a:xfrm>
              <a:off x="1268" y="1663"/>
              <a:ext cx="393" cy="711"/>
            </a:xfrm>
            <a:custGeom>
              <a:avLst/>
              <a:gdLst>
                <a:gd name="T0" fmla="*/ 3 w 1962"/>
                <a:gd name="T1" fmla="*/ 7 h 3555"/>
                <a:gd name="T2" fmla="*/ 2 w 1962"/>
                <a:gd name="T3" fmla="*/ 7 h 3555"/>
                <a:gd name="T4" fmla="*/ 2 w 1962"/>
                <a:gd name="T5" fmla="*/ 8 h 3555"/>
                <a:gd name="T6" fmla="*/ 1 w 1962"/>
                <a:gd name="T7" fmla="*/ 8 h 3555"/>
                <a:gd name="T8" fmla="*/ 1 w 1962"/>
                <a:gd name="T9" fmla="*/ 9 h 3555"/>
                <a:gd name="T10" fmla="*/ 1 w 1962"/>
                <a:gd name="T11" fmla="*/ 10 h 3555"/>
                <a:gd name="T12" fmla="*/ 0 w 1962"/>
                <a:gd name="T13" fmla="*/ 11 h 3555"/>
                <a:gd name="T14" fmla="*/ 0 w 1962"/>
                <a:gd name="T15" fmla="*/ 12 h 3555"/>
                <a:gd name="T16" fmla="*/ 0 w 1962"/>
                <a:gd name="T17" fmla="*/ 13 h 3555"/>
                <a:gd name="T18" fmla="*/ 0 w 1962"/>
                <a:gd name="T19" fmla="*/ 26 h 3555"/>
                <a:gd name="T20" fmla="*/ 0 w 1962"/>
                <a:gd name="T21" fmla="*/ 27 h 3555"/>
                <a:gd name="T22" fmla="*/ 0 w 1962"/>
                <a:gd name="T23" fmla="*/ 28 h 3555"/>
                <a:gd name="T24" fmla="*/ 1 w 1962"/>
                <a:gd name="T25" fmla="*/ 28 h 3555"/>
                <a:gd name="T26" fmla="*/ 1 w 1962"/>
                <a:gd name="T27" fmla="*/ 28 h 3555"/>
                <a:gd name="T28" fmla="*/ 2 w 1962"/>
                <a:gd name="T29" fmla="*/ 28 h 3555"/>
                <a:gd name="T30" fmla="*/ 2 w 1962"/>
                <a:gd name="T31" fmla="*/ 28 h 3555"/>
                <a:gd name="T32" fmla="*/ 3 w 1962"/>
                <a:gd name="T33" fmla="*/ 28 h 3555"/>
                <a:gd name="T34" fmla="*/ 13 w 1962"/>
                <a:gd name="T35" fmla="*/ 22 h 3555"/>
                <a:gd name="T36" fmla="*/ 13 w 1962"/>
                <a:gd name="T37" fmla="*/ 21 h 3555"/>
                <a:gd name="T38" fmla="*/ 14 w 1962"/>
                <a:gd name="T39" fmla="*/ 21 h 3555"/>
                <a:gd name="T40" fmla="*/ 14 w 1962"/>
                <a:gd name="T41" fmla="*/ 20 h 3555"/>
                <a:gd name="T42" fmla="*/ 15 w 1962"/>
                <a:gd name="T43" fmla="*/ 19 h 3555"/>
                <a:gd name="T44" fmla="*/ 15 w 1962"/>
                <a:gd name="T45" fmla="*/ 18 h 3555"/>
                <a:gd name="T46" fmla="*/ 16 w 1962"/>
                <a:gd name="T47" fmla="*/ 18 h 3555"/>
                <a:gd name="T48" fmla="*/ 16 w 1962"/>
                <a:gd name="T49" fmla="*/ 17 h 3555"/>
                <a:gd name="T50" fmla="*/ 16 w 1962"/>
                <a:gd name="T51" fmla="*/ 16 h 3555"/>
                <a:gd name="T52" fmla="*/ 16 w 1962"/>
                <a:gd name="T53" fmla="*/ 2 h 3555"/>
                <a:gd name="T54" fmla="*/ 16 w 1962"/>
                <a:gd name="T55" fmla="*/ 1 h 3555"/>
                <a:gd name="T56" fmla="*/ 15 w 1962"/>
                <a:gd name="T57" fmla="*/ 1 h 3555"/>
                <a:gd name="T58" fmla="*/ 15 w 1962"/>
                <a:gd name="T59" fmla="*/ 0 h 3555"/>
                <a:gd name="T60" fmla="*/ 15 w 1962"/>
                <a:gd name="T61" fmla="*/ 0 h 3555"/>
                <a:gd name="T62" fmla="*/ 14 w 1962"/>
                <a:gd name="T63" fmla="*/ 0 h 3555"/>
                <a:gd name="T64" fmla="*/ 14 w 1962"/>
                <a:gd name="T65" fmla="*/ 0 h 3555"/>
                <a:gd name="T66" fmla="*/ 13 w 1962"/>
                <a:gd name="T67" fmla="*/ 0 h 3555"/>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962"/>
                <a:gd name="T103" fmla="*/ 0 h 3555"/>
                <a:gd name="T104" fmla="*/ 1962 w 1962"/>
                <a:gd name="T105" fmla="*/ 3555 h 3555"/>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962" h="3555">
                  <a:moveTo>
                    <a:pt x="1594" y="50"/>
                  </a:moveTo>
                  <a:lnTo>
                    <a:pt x="368" y="831"/>
                  </a:lnTo>
                  <a:lnTo>
                    <a:pt x="330" y="858"/>
                  </a:lnTo>
                  <a:lnTo>
                    <a:pt x="294" y="888"/>
                  </a:lnTo>
                  <a:lnTo>
                    <a:pt x="259" y="922"/>
                  </a:lnTo>
                  <a:lnTo>
                    <a:pt x="225" y="961"/>
                  </a:lnTo>
                  <a:lnTo>
                    <a:pt x="193" y="1003"/>
                  </a:lnTo>
                  <a:lnTo>
                    <a:pt x="163" y="1047"/>
                  </a:lnTo>
                  <a:lnTo>
                    <a:pt x="133" y="1094"/>
                  </a:lnTo>
                  <a:lnTo>
                    <a:pt x="108" y="1143"/>
                  </a:lnTo>
                  <a:lnTo>
                    <a:pt x="84" y="1193"/>
                  </a:lnTo>
                  <a:lnTo>
                    <a:pt x="63" y="1246"/>
                  </a:lnTo>
                  <a:lnTo>
                    <a:pt x="44" y="1299"/>
                  </a:lnTo>
                  <a:lnTo>
                    <a:pt x="29" y="1353"/>
                  </a:lnTo>
                  <a:lnTo>
                    <a:pt x="16" y="1405"/>
                  </a:lnTo>
                  <a:lnTo>
                    <a:pt x="7" y="1459"/>
                  </a:lnTo>
                  <a:lnTo>
                    <a:pt x="2" y="1512"/>
                  </a:lnTo>
                  <a:lnTo>
                    <a:pt x="0" y="1565"/>
                  </a:lnTo>
                  <a:lnTo>
                    <a:pt x="0" y="3237"/>
                  </a:lnTo>
                  <a:lnTo>
                    <a:pt x="2" y="3287"/>
                  </a:lnTo>
                  <a:lnTo>
                    <a:pt x="7" y="3333"/>
                  </a:lnTo>
                  <a:lnTo>
                    <a:pt x="16" y="3375"/>
                  </a:lnTo>
                  <a:lnTo>
                    <a:pt x="29" y="3413"/>
                  </a:lnTo>
                  <a:lnTo>
                    <a:pt x="44" y="3447"/>
                  </a:lnTo>
                  <a:lnTo>
                    <a:pt x="63" y="3477"/>
                  </a:lnTo>
                  <a:lnTo>
                    <a:pt x="84" y="3502"/>
                  </a:lnTo>
                  <a:lnTo>
                    <a:pt x="108" y="3522"/>
                  </a:lnTo>
                  <a:lnTo>
                    <a:pt x="133" y="3538"/>
                  </a:lnTo>
                  <a:lnTo>
                    <a:pt x="163" y="3549"/>
                  </a:lnTo>
                  <a:lnTo>
                    <a:pt x="193" y="3555"/>
                  </a:lnTo>
                  <a:lnTo>
                    <a:pt x="225" y="3555"/>
                  </a:lnTo>
                  <a:lnTo>
                    <a:pt x="259" y="3550"/>
                  </a:lnTo>
                  <a:lnTo>
                    <a:pt x="294" y="3541"/>
                  </a:lnTo>
                  <a:lnTo>
                    <a:pt x="330" y="3524"/>
                  </a:lnTo>
                  <a:lnTo>
                    <a:pt x="368" y="3503"/>
                  </a:lnTo>
                  <a:lnTo>
                    <a:pt x="1594" y="2722"/>
                  </a:lnTo>
                  <a:lnTo>
                    <a:pt x="1632" y="2696"/>
                  </a:lnTo>
                  <a:lnTo>
                    <a:pt x="1668" y="2665"/>
                  </a:lnTo>
                  <a:lnTo>
                    <a:pt x="1703" y="2631"/>
                  </a:lnTo>
                  <a:lnTo>
                    <a:pt x="1737" y="2592"/>
                  </a:lnTo>
                  <a:lnTo>
                    <a:pt x="1769" y="2551"/>
                  </a:lnTo>
                  <a:lnTo>
                    <a:pt x="1799" y="2506"/>
                  </a:lnTo>
                  <a:lnTo>
                    <a:pt x="1829" y="2460"/>
                  </a:lnTo>
                  <a:lnTo>
                    <a:pt x="1854" y="2411"/>
                  </a:lnTo>
                  <a:lnTo>
                    <a:pt x="1878" y="2361"/>
                  </a:lnTo>
                  <a:lnTo>
                    <a:pt x="1899" y="2308"/>
                  </a:lnTo>
                  <a:lnTo>
                    <a:pt x="1918" y="2256"/>
                  </a:lnTo>
                  <a:lnTo>
                    <a:pt x="1933" y="2202"/>
                  </a:lnTo>
                  <a:lnTo>
                    <a:pt x="1946" y="2149"/>
                  </a:lnTo>
                  <a:lnTo>
                    <a:pt x="1955" y="2095"/>
                  </a:lnTo>
                  <a:lnTo>
                    <a:pt x="1960" y="2042"/>
                  </a:lnTo>
                  <a:lnTo>
                    <a:pt x="1962" y="1989"/>
                  </a:lnTo>
                  <a:lnTo>
                    <a:pt x="1962" y="319"/>
                  </a:lnTo>
                  <a:lnTo>
                    <a:pt x="1960" y="269"/>
                  </a:lnTo>
                  <a:lnTo>
                    <a:pt x="1955" y="223"/>
                  </a:lnTo>
                  <a:lnTo>
                    <a:pt x="1946" y="180"/>
                  </a:lnTo>
                  <a:lnTo>
                    <a:pt x="1933" y="143"/>
                  </a:lnTo>
                  <a:lnTo>
                    <a:pt x="1918" y="109"/>
                  </a:lnTo>
                  <a:lnTo>
                    <a:pt x="1899" y="79"/>
                  </a:lnTo>
                  <a:lnTo>
                    <a:pt x="1878" y="54"/>
                  </a:lnTo>
                  <a:lnTo>
                    <a:pt x="1854" y="33"/>
                  </a:lnTo>
                  <a:lnTo>
                    <a:pt x="1829" y="17"/>
                  </a:lnTo>
                  <a:lnTo>
                    <a:pt x="1799" y="7"/>
                  </a:lnTo>
                  <a:lnTo>
                    <a:pt x="1769" y="0"/>
                  </a:lnTo>
                  <a:lnTo>
                    <a:pt x="1737" y="0"/>
                  </a:lnTo>
                  <a:lnTo>
                    <a:pt x="1703" y="4"/>
                  </a:lnTo>
                  <a:lnTo>
                    <a:pt x="1668" y="14"/>
                  </a:lnTo>
                  <a:lnTo>
                    <a:pt x="1632" y="29"/>
                  </a:lnTo>
                  <a:lnTo>
                    <a:pt x="1594" y="50"/>
                  </a:lnTo>
                  <a:close/>
                </a:path>
              </a:pathLst>
            </a:custGeom>
            <a:solidFill>
              <a:srgbClr val="E5E5E5"/>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9361" name="Freeform 52"/>
            <p:cNvSpPr>
              <a:spLocks noEditPoints="1"/>
            </p:cNvSpPr>
            <p:nvPr/>
          </p:nvSpPr>
          <p:spPr bwMode="auto">
            <a:xfrm>
              <a:off x="916" y="1589"/>
              <a:ext cx="697" cy="698"/>
            </a:xfrm>
            <a:custGeom>
              <a:avLst/>
              <a:gdLst>
                <a:gd name="T0" fmla="*/ 16 w 3485"/>
                <a:gd name="T1" fmla="*/ 0 h 3490"/>
                <a:gd name="T2" fmla="*/ 17 w 3485"/>
                <a:gd name="T3" fmla="*/ 2 h 3490"/>
                <a:gd name="T4" fmla="*/ 17 w 3485"/>
                <a:gd name="T5" fmla="*/ 3 h 3490"/>
                <a:gd name="T6" fmla="*/ 14 w 3485"/>
                <a:gd name="T7" fmla="*/ 4 h 3490"/>
                <a:gd name="T8" fmla="*/ 12 w 3485"/>
                <a:gd name="T9" fmla="*/ 4 h 3490"/>
                <a:gd name="T10" fmla="*/ 11 w 3485"/>
                <a:gd name="T11" fmla="*/ 2 h 3490"/>
                <a:gd name="T12" fmla="*/ 11 w 3485"/>
                <a:gd name="T13" fmla="*/ 1 h 3490"/>
                <a:gd name="T14" fmla="*/ 14 w 3485"/>
                <a:gd name="T15" fmla="*/ 0 h 3490"/>
                <a:gd name="T16" fmla="*/ 3 w 3485"/>
                <a:gd name="T17" fmla="*/ 7 h 3490"/>
                <a:gd name="T18" fmla="*/ 4 w 3485"/>
                <a:gd name="T19" fmla="*/ 9 h 3490"/>
                <a:gd name="T20" fmla="*/ 3 w 3485"/>
                <a:gd name="T21" fmla="*/ 12 h 3490"/>
                <a:gd name="T22" fmla="*/ 2 w 3485"/>
                <a:gd name="T23" fmla="*/ 13 h 3490"/>
                <a:gd name="T24" fmla="*/ 1 w 3485"/>
                <a:gd name="T25" fmla="*/ 12 h 3490"/>
                <a:gd name="T26" fmla="*/ 0 w 3485"/>
                <a:gd name="T27" fmla="*/ 10 h 3490"/>
                <a:gd name="T28" fmla="*/ 0 w 3485"/>
                <a:gd name="T29" fmla="*/ 8 h 3490"/>
                <a:gd name="T30" fmla="*/ 2 w 3485"/>
                <a:gd name="T31" fmla="*/ 6 h 3490"/>
                <a:gd name="T32" fmla="*/ 10 w 3485"/>
                <a:gd name="T33" fmla="*/ 20 h 3490"/>
                <a:gd name="T34" fmla="*/ 11 w 3485"/>
                <a:gd name="T35" fmla="*/ 22 h 3490"/>
                <a:gd name="T36" fmla="*/ 11 w 3485"/>
                <a:gd name="T37" fmla="*/ 25 h 3490"/>
                <a:gd name="T38" fmla="*/ 10 w 3485"/>
                <a:gd name="T39" fmla="*/ 27 h 3490"/>
                <a:gd name="T40" fmla="*/ 8 w 3485"/>
                <a:gd name="T41" fmla="*/ 26 h 3490"/>
                <a:gd name="T42" fmla="*/ 7 w 3485"/>
                <a:gd name="T43" fmla="*/ 24 h 3490"/>
                <a:gd name="T44" fmla="*/ 7 w 3485"/>
                <a:gd name="T45" fmla="*/ 22 h 3490"/>
                <a:gd name="T46" fmla="*/ 8 w 3485"/>
                <a:gd name="T47" fmla="*/ 20 h 3490"/>
                <a:gd name="T48" fmla="*/ 20 w 3485"/>
                <a:gd name="T49" fmla="*/ 21 h 3490"/>
                <a:gd name="T50" fmla="*/ 21 w 3485"/>
                <a:gd name="T51" fmla="*/ 23 h 3490"/>
                <a:gd name="T52" fmla="*/ 21 w 3485"/>
                <a:gd name="T53" fmla="*/ 26 h 3490"/>
                <a:gd name="T54" fmla="*/ 20 w 3485"/>
                <a:gd name="T55" fmla="*/ 28 h 3490"/>
                <a:gd name="T56" fmla="*/ 18 w 3485"/>
                <a:gd name="T57" fmla="*/ 28 h 3490"/>
                <a:gd name="T58" fmla="*/ 17 w 3485"/>
                <a:gd name="T59" fmla="*/ 26 h 3490"/>
                <a:gd name="T60" fmla="*/ 17 w 3485"/>
                <a:gd name="T61" fmla="*/ 23 h 3490"/>
                <a:gd name="T62" fmla="*/ 18 w 3485"/>
                <a:gd name="T63" fmla="*/ 21 h 3490"/>
                <a:gd name="T64" fmla="*/ 19 w 3485"/>
                <a:gd name="T65" fmla="*/ 11 h 3490"/>
                <a:gd name="T66" fmla="*/ 20 w 3485"/>
                <a:gd name="T67" fmla="*/ 13 h 3490"/>
                <a:gd name="T68" fmla="*/ 21 w 3485"/>
                <a:gd name="T69" fmla="*/ 15 h 3490"/>
                <a:gd name="T70" fmla="*/ 20 w 3485"/>
                <a:gd name="T71" fmla="*/ 17 h 3490"/>
                <a:gd name="T72" fmla="*/ 18 w 3485"/>
                <a:gd name="T73" fmla="*/ 17 h 3490"/>
                <a:gd name="T74" fmla="*/ 17 w 3485"/>
                <a:gd name="T75" fmla="*/ 16 h 3490"/>
                <a:gd name="T76" fmla="*/ 17 w 3485"/>
                <a:gd name="T77" fmla="*/ 13 h 3490"/>
                <a:gd name="T78" fmla="*/ 18 w 3485"/>
                <a:gd name="T79" fmla="*/ 11 h 3490"/>
                <a:gd name="T80" fmla="*/ 26 w 3485"/>
                <a:gd name="T81" fmla="*/ 7 h 3490"/>
                <a:gd name="T82" fmla="*/ 27 w 3485"/>
                <a:gd name="T83" fmla="*/ 8 h 3490"/>
                <a:gd name="T84" fmla="*/ 27 w 3485"/>
                <a:gd name="T85" fmla="*/ 11 h 3490"/>
                <a:gd name="T86" fmla="*/ 26 w 3485"/>
                <a:gd name="T87" fmla="*/ 13 h 3490"/>
                <a:gd name="T88" fmla="*/ 25 w 3485"/>
                <a:gd name="T89" fmla="*/ 13 h 3490"/>
                <a:gd name="T90" fmla="*/ 24 w 3485"/>
                <a:gd name="T91" fmla="*/ 12 h 3490"/>
                <a:gd name="T92" fmla="*/ 24 w 3485"/>
                <a:gd name="T93" fmla="*/ 9 h 3490"/>
                <a:gd name="T94" fmla="*/ 24 w 3485"/>
                <a:gd name="T95" fmla="*/ 7 h 3490"/>
                <a:gd name="T96" fmla="*/ 26 w 3485"/>
                <a:gd name="T97" fmla="*/ 17 h 3490"/>
                <a:gd name="T98" fmla="*/ 27 w 3485"/>
                <a:gd name="T99" fmla="*/ 18 h 3490"/>
                <a:gd name="T100" fmla="*/ 28 w 3485"/>
                <a:gd name="T101" fmla="*/ 21 h 3490"/>
                <a:gd name="T102" fmla="*/ 27 w 3485"/>
                <a:gd name="T103" fmla="*/ 23 h 3490"/>
                <a:gd name="T104" fmla="*/ 26 w 3485"/>
                <a:gd name="T105" fmla="*/ 24 h 3490"/>
                <a:gd name="T106" fmla="*/ 24 w 3485"/>
                <a:gd name="T107" fmla="*/ 23 h 3490"/>
                <a:gd name="T108" fmla="*/ 24 w 3485"/>
                <a:gd name="T109" fmla="*/ 20 h 3490"/>
                <a:gd name="T110" fmla="*/ 25 w 3485"/>
                <a:gd name="T111" fmla="*/ 18 h 3490"/>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w 3485"/>
                <a:gd name="T169" fmla="*/ 0 h 3490"/>
                <a:gd name="T170" fmla="*/ 3485 w 3485"/>
                <a:gd name="T171" fmla="*/ 3490 h 3490"/>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T168" t="T169" r="T170" b="T171"/>
              <a:pathLst>
                <a:path w="3485" h="3490">
                  <a:moveTo>
                    <a:pt x="1754" y="0"/>
                  </a:moveTo>
                  <a:lnTo>
                    <a:pt x="1797" y="2"/>
                  </a:lnTo>
                  <a:lnTo>
                    <a:pt x="1840" y="5"/>
                  </a:lnTo>
                  <a:lnTo>
                    <a:pt x="1881" y="12"/>
                  </a:lnTo>
                  <a:lnTo>
                    <a:pt x="1921" y="20"/>
                  </a:lnTo>
                  <a:lnTo>
                    <a:pt x="1959" y="31"/>
                  </a:lnTo>
                  <a:lnTo>
                    <a:pt x="1994" y="44"/>
                  </a:lnTo>
                  <a:lnTo>
                    <a:pt x="2028" y="59"/>
                  </a:lnTo>
                  <a:lnTo>
                    <a:pt x="2058" y="74"/>
                  </a:lnTo>
                  <a:lnTo>
                    <a:pt x="2086" y="93"/>
                  </a:lnTo>
                  <a:lnTo>
                    <a:pt x="2111" y="113"/>
                  </a:lnTo>
                  <a:lnTo>
                    <a:pt x="2132" y="133"/>
                  </a:lnTo>
                  <a:lnTo>
                    <a:pt x="2151" y="155"/>
                  </a:lnTo>
                  <a:lnTo>
                    <a:pt x="2165" y="179"/>
                  </a:lnTo>
                  <a:lnTo>
                    <a:pt x="2175" y="203"/>
                  </a:lnTo>
                  <a:lnTo>
                    <a:pt x="2182" y="229"/>
                  </a:lnTo>
                  <a:lnTo>
                    <a:pt x="2185" y="255"/>
                  </a:lnTo>
                  <a:lnTo>
                    <a:pt x="2182" y="281"/>
                  </a:lnTo>
                  <a:lnTo>
                    <a:pt x="2175" y="305"/>
                  </a:lnTo>
                  <a:lnTo>
                    <a:pt x="2165" y="330"/>
                  </a:lnTo>
                  <a:lnTo>
                    <a:pt x="2151" y="353"/>
                  </a:lnTo>
                  <a:lnTo>
                    <a:pt x="2132" y="376"/>
                  </a:lnTo>
                  <a:lnTo>
                    <a:pt x="2111" y="397"/>
                  </a:lnTo>
                  <a:lnTo>
                    <a:pt x="2086" y="417"/>
                  </a:lnTo>
                  <a:lnTo>
                    <a:pt x="2058" y="434"/>
                  </a:lnTo>
                  <a:lnTo>
                    <a:pt x="2028" y="451"/>
                  </a:lnTo>
                  <a:lnTo>
                    <a:pt x="1994" y="466"/>
                  </a:lnTo>
                  <a:lnTo>
                    <a:pt x="1959" y="479"/>
                  </a:lnTo>
                  <a:lnTo>
                    <a:pt x="1921" y="489"/>
                  </a:lnTo>
                  <a:lnTo>
                    <a:pt x="1881" y="498"/>
                  </a:lnTo>
                  <a:lnTo>
                    <a:pt x="1840" y="505"/>
                  </a:lnTo>
                  <a:lnTo>
                    <a:pt x="1797" y="508"/>
                  </a:lnTo>
                  <a:lnTo>
                    <a:pt x="1754" y="509"/>
                  </a:lnTo>
                  <a:lnTo>
                    <a:pt x="1710" y="508"/>
                  </a:lnTo>
                  <a:lnTo>
                    <a:pt x="1667" y="505"/>
                  </a:lnTo>
                  <a:lnTo>
                    <a:pt x="1626" y="498"/>
                  </a:lnTo>
                  <a:lnTo>
                    <a:pt x="1586" y="489"/>
                  </a:lnTo>
                  <a:lnTo>
                    <a:pt x="1548" y="479"/>
                  </a:lnTo>
                  <a:lnTo>
                    <a:pt x="1512" y="466"/>
                  </a:lnTo>
                  <a:lnTo>
                    <a:pt x="1479" y="451"/>
                  </a:lnTo>
                  <a:lnTo>
                    <a:pt x="1449" y="434"/>
                  </a:lnTo>
                  <a:lnTo>
                    <a:pt x="1421" y="417"/>
                  </a:lnTo>
                  <a:lnTo>
                    <a:pt x="1395" y="397"/>
                  </a:lnTo>
                  <a:lnTo>
                    <a:pt x="1374" y="376"/>
                  </a:lnTo>
                  <a:lnTo>
                    <a:pt x="1355" y="353"/>
                  </a:lnTo>
                  <a:lnTo>
                    <a:pt x="1341" y="330"/>
                  </a:lnTo>
                  <a:lnTo>
                    <a:pt x="1331" y="305"/>
                  </a:lnTo>
                  <a:lnTo>
                    <a:pt x="1324" y="281"/>
                  </a:lnTo>
                  <a:lnTo>
                    <a:pt x="1321" y="255"/>
                  </a:lnTo>
                  <a:lnTo>
                    <a:pt x="1324" y="229"/>
                  </a:lnTo>
                  <a:lnTo>
                    <a:pt x="1331" y="203"/>
                  </a:lnTo>
                  <a:lnTo>
                    <a:pt x="1341" y="179"/>
                  </a:lnTo>
                  <a:lnTo>
                    <a:pt x="1355" y="155"/>
                  </a:lnTo>
                  <a:lnTo>
                    <a:pt x="1374" y="133"/>
                  </a:lnTo>
                  <a:lnTo>
                    <a:pt x="1395" y="113"/>
                  </a:lnTo>
                  <a:lnTo>
                    <a:pt x="1421" y="93"/>
                  </a:lnTo>
                  <a:lnTo>
                    <a:pt x="1449" y="74"/>
                  </a:lnTo>
                  <a:lnTo>
                    <a:pt x="1479" y="59"/>
                  </a:lnTo>
                  <a:lnTo>
                    <a:pt x="1512" y="44"/>
                  </a:lnTo>
                  <a:lnTo>
                    <a:pt x="1548" y="31"/>
                  </a:lnTo>
                  <a:lnTo>
                    <a:pt x="1586" y="20"/>
                  </a:lnTo>
                  <a:lnTo>
                    <a:pt x="1626" y="12"/>
                  </a:lnTo>
                  <a:lnTo>
                    <a:pt x="1667" y="5"/>
                  </a:lnTo>
                  <a:lnTo>
                    <a:pt x="1710" y="2"/>
                  </a:lnTo>
                  <a:lnTo>
                    <a:pt x="1754" y="0"/>
                  </a:lnTo>
                  <a:close/>
                  <a:moveTo>
                    <a:pt x="239" y="786"/>
                  </a:moveTo>
                  <a:lnTo>
                    <a:pt x="263" y="788"/>
                  </a:lnTo>
                  <a:lnTo>
                    <a:pt x="287" y="794"/>
                  </a:lnTo>
                  <a:lnTo>
                    <a:pt x="309" y="805"/>
                  </a:lnTo>
                  <a:lnTo>
                    <a:pt x="331" y="819"/>
                  </a:lnTo>
                  <a:lnTo>
                    <a:pt x="352" y="836"/>
                  </a:lnTo>
                  <a:lnTo>
                    <a:pt x="372" y="857"/>
                  </a:lnTo>
                  <a:lnTo>
                    <a:pt x="390" y="882"/>
                  </a:lnTo>
                  <a:lnTo>
                    <a:pt x="407" y="909"/>
                  </a:lnTo>
                  <a:lnTo>
                    <a:pt x="423" y="940"/>
                  </a:lnTo>
                  <a:lnTo>
                    <a:pt x="437" y="971"/>
                  </a:lnTo>
                  <a:lnTo>
                    <a:pt x="448" y="1006"/>
                  </a:lnTo>
                  <a:lnTo>
                    <a:pt x="459" y="1043"/>
                  </a:lnTo>
                  <a:lnTo>
                    <a:pt x="467" y="1081"/>
                  </a:lnTo>
                  <a:lnTo>
                    <a:pt x="473" y="1121"/>
                  </a:lnTo>
                  <a:lnTo>
                    <a:pt x="476" y="1163"/>
                  </a:lnTo>
                  <a:lnTo>
                    <a:pt x="478" y="1206"/>
                  </a:lnTo>
                  <a:lnTo>
                    <a:pt x="476" y="1248"/>
                  </a:lnTo>
                  <a:lnTo>
                    <a:pt x="473" y="1290"/>
                  </a:lnTo>
                  <a:lnTo>
                    <a:pt x="467" y="1330"/>
                  </a:lnTo>
                  <a:lnTo>
                    <a:pt x="459" y="1367"/>
                  </a:lnTo>
                  <a:lnTo>
                    <a:pt x="448" y="1405"/>
                  </a:lnTo>
                  <a:lnTo>
                    <a:pt x="437" y="1439"/>
                  </a:lnTo>
                  <a:lnTo>
                    <a:pt x="423" y="1472"/>
                  </a:lnTo>
                  <a:lnTo>
                    <a:pt x="407" y="1501"/>
                  </a:lnTo>
                  <a:lnTo>
                    <a:pt x="390" y="1528"/>
                  </a:lnTo>
                  <a:lnTo>
                    <a:pt x="372" y="1553"/>
                  </a:lnTo>
                  <a:lnTo>
                    <a:pt x="352" y="1574"/>
                  </a:lnTo>
                  <a:lnTo>
                    <a:pt x="331" y="1591"/>
                  </a:lnTo>
                  <a:lnTo>
                    <a:pt x="309" y="1605"/>
                  </a:lnTo>
                  <a:lnTo>
                    <a:pt x="287" y="1616"/>
                  </a:lnTo>
                  <a:lnTo>
                    <a:pt x="263" y="1622"/>
                  </a:lnTo>
                  <a:lnTo>
                    <a:pt x="239" y="1624"/>
                  </a:lnTo>
                  <a:lnTo>
                    <a:pt x="214" y="1622"/>
                  </a:lnTo>
                  <a:lnTo>
                    <a:pt x="191" y="1616"/>
                  </a:lnTo>
                  <a:lnTo>
                    <a:pt x="168" y="1605"/>
                  </a:lnTo>
                  <a:lnTo>
                    <a:pt x="146" y="1591"/>
                  </a:lnTo>
                  <a:lnTo>
                    <a:pt x="125" y="1574"/>
                  </a:lnTo>
                  <a:lnTo>
                    <a:pt x="105" y="1553"/>
                  </a:lnTo>
                  <a:lnTo>
                    <a:pt x="87" y="1528"/>
                  </a:lnTo>
                  <a:lnTo>
                    <a:pt x="70" y="1501"/>
                  </a:lnTo>
                  <a:lnTo>
                    <a:pt x="55" y="1472"/>
                  </a:lnTo>
                  <a:lnTo>
                    <a:pt x="41" y="1439"/>
                  </a:lnTo>
                  <a:lnTo>
                    <a:pt x="29" y="1405"/>
                  </a:lnTo>
                  <a:lnTo>
                    <a:pt x="18" y="1367"/>
                  </a:lnTo>
                  <a:lnTo>
                    <a:pt x="10" y="1330"/>
                  </a:lnTo>
                  <a:lnTo>
                    <a:pt x="4" y="1290"/>
                  </a:lnTo>
                  <a:lnTo>
                    <a:pt x="1" y="1248"/>
                  </a:lnTo>
                  <a:lnTo>
                    <a:pt x="0" y="1206"/>
                  </a:lnTo>
                  <a:lnTo>
                    <a:pt x="1" y="1163"/>
                  </a:lnTo>
                  <a:lnTo>
                    <a:pt x="4" y="1121"/>
                  </a:lnTo>
                  <a:lnTo>
                    <a:pt x="10" y="1081"/>
                  </a:lnTo>
                  <a:lnTo>
                    <a:pt x="18" y="1043"/>
                  </a:lnTo>
                  <a:lnTo>
                    <a:pt x="29" y="1006"/>
                  </a:lnTo>
                  <a:lnTo>
                    <a:pt x="41" y="971"/>
                  </a:lnTo>
                  <a:lnTo>
                    <a:pt x="55" y="940"/>
                  </a:lnTo>
                  <a:lnTo>
                    <a:pt x="70" y="909"/>
                  </a:lnTo>
                  <a:lnTo>
                    <a:pt x="87" y="882"/>
                  </a:lnTo>
                  <a:lnTo>
                    <a:pt x="105" y="857"/>
                  </a:lnTo>
                  <a:lnTo>
                    <a:pt x="125" y="836"/>
                  </a:lnTo>
                  <a:lnTo>
                    <a:pt x="146" y="819"/>
                  </a:lnTo>
                  <a:lnTo>
                    <a:pt x="168" y="805"/>
                  </a:lnTo>
                  <a:lnTo>
                    <a:pt x="191" y="794"/>
                  </a:lnTo>
                  <a:lnTo>
                    <a:pt x="214" y="788"/>
                  </a:lnTo>
                  <a:lnTo>
                    <a:pt x="239" y="786"/>
                  </a:lnTo>
                  <a:close/>
                  <a:moveTo>
                    <a:pt x="1119" y="2495"/>
                  </a:moveTo>
                  <a:lnTo>
                    <a:pt x="1143" y="2498"/>
                  </a:lnTo>
                  <a:lnTo>
                    <a:pt x="1167" y="2504"/>
                  </a:lnTo>
                  <a:lnTo>
                    <a:pt x="1190" y="2514"/>
                  </a:lnTo>
                  <a:lnTo>
                    <a:pt x="1211" y="2528"/>
                  </a:lnTo>
                  <a:lnTo>
                    <a:pt x="1232" y="2546"/>
                  </a:lnTo>
                  <a:lnTo>
                    <a:pt x="1252" y="2567"/>
                  </a:lnTo>
                  <a:lnTo>
                    <a:pt x="1271" y="2592"/>
                  </a:lnTo>
                  <a:lnTo>
                    <a:pt x="1288" y="2618"/>
                  </a:lnTo>
                  <a:lnTo>
                    <a:pt x="1304" y="2648"/>
                  </a:lnTo>
                  <a:lnTo>
                    <a:pt x="1318" y="2681"/>
                  </a:lnTo>
                  <a:lnTo>
                    <a:pt x="1329" y="2715"/>
                  </a:lnTo>
                  <a:lnTo>
                    <a:pt x="1340" y="2752"/>
                  </a:lnTo>
                  <a:lnTo>
                    <a:pt x="1348" y="2790"/>
                  </a:lnTo>
                  <a:lnTo>
                    <a:pt x="1354" y="2830"/>
                  </a:lnTo>
                  <a:lnTo>
                    <a:pt x="1358" y="2872"/>
                  </a:lnTo>
                  <a:lnTo>
                    <a:pt x="1359" y="2914"/>
                  </a:lnTo>
                  <a:lnTo>
                    <a:pt x="1358" y="2956"/>
                  </a:lnTo>
                  <a:lnTo>
                    <a:pt x="1354" y="2998"/>
                  </a:lnTo>
                  <a:lnTo>
                    <a:pt x="1348" y="3038"/>
                  </a:lnTo>
                  <a:lnTo>
                    <a:pt x="1340" y="3077"/>
                  </a:lnTo>
                  <a:lnTo>
                    <a:pt x="1329" y="3113"/>
                  </a:lnTo>
                  <a:lnTo>
                    <a:pt x="1318" y="3147"/>
                  </a:lnTo>
                  <a:lnTo>
                    <a:pt x="1304" y="3180"/>
                  </a:lnTo>
                  <a:lnTo>
                    <a:pt x="1288" y="3209"/>
                  </a:lnTo>
                  <a:lnTo>
                    <a:pt x="1271" y="3238"/>
                  </a:lnTo>
                  <a:lnTo>
                    <a:pt x="1252" y="3261"/>
                  </a:lnTo>
                  <a:lnTo>
                    <a:pt x="1232" y="3282"/>
                  </a:lnTo>
                  <a:lnTo>
                    <a:pt x="1211" y="3301"/>
                  </a:lnTo>
                  <a:lnTo>
                    <a:pt x="1190" y="3315"/>
                  </a:lnTo>
                  <a:lnTo>
                    <a:pt x="1167" y="3325"/>
                  </a:lnTo>
                  <a:lnTo>
                    <a:pt x="1143" y="3331"/>
                  </a:lnTo>
                  <a:lnTo>
                    <a:pt x="1119" y="3334"/>
                  </a:lnTo>
                  <a:lnTo>
                    <a:pt x="1094" y="3331"/>
                  </a:lnTo>
                  <a:lnTo>
                    <a:pt x="1070" y="3325"/>
                  </a:lnTo>
                  <a:lnTo>
                    <a:pt x="1048" y="3315"/>
                  </a:lnTo>
                  <a:lnTo>
                    <a:pt x="1026" y="3301"/>
                  </a:lnTo>
                  <a:lnTo>
                    <a:pt x="1005" y="3282"/>
                  </a:lnTo>
                  <a:lnTo>
                    <a:pt x="985" y="3261"/>
                  </a:lnTo>
                  <a:lnTo>
                    <a:pt x="967" y="3238"/>
                  </a:lnTo>
                  <a:lnTo>
                    <a:pt x="950" y="3209"/>
                  </a:lnTo>
                  <a:lnTo>
                    <a:pt x="935" y="3180"/>
                  </a:lnTo>
                  <a:lnTo>
                    <a:pt x="921" y="3147"/>
                  </a:lnTo>
                  <a:lnTo>
                    <a:pt x="909" y="3113"/>
                  </a:lnTo>
                  <a:lnTo>
                    <a:pt x="898" y="3077"/>
                  </a:lnTo>
                  <a:lnTo>
                    <a:pt x="890" y="3038"/>
                  </a:lnTo>
                  <a:lnTo>
                    <a:pt x="884" y="2998"/>
                  </a:lnTo>
                  <a:lnTo>
                    <a:pt x="881" y="2956"/>
                  </a:lnTo>
                  <a:lnTo>
                    <a:pt x="880" y="2914"/>
                  </a:lnTo>
                  <a:lnTo>
                    <a:pt x="881" y="2872"/>
                  </a:lnTo>
                  <a:lnTo>
                    <a:pt x="884" y="2830"/>
                  </a:lnTo>
                  <a:lnTo>
                    <a:pt x="890" y="2790"/>
                  </a:lnTo>
                  <a:lnTo>
                    <a:pt x="898" y="2752"/>
                  </a:lnTo>
                  <a:lnTo>
                    <a:pt x="909" y="2715"/>
                  </a:lnTo>
                  <a:lnTo>
                    <a:pt x="921" y="2681"/>
                  </a:lnTo>
                  <a:lnTo>
                    <a:pt x="935" y="2648"/>
                  </a:lnTo>
                  <a:lnTo>
                    <a:pt x="950" y="2618"/>
                  </a:lnTo>
                  <a:lnTo>
                    <a:pt x="967" y="2592"/>
                  </a:lnTo>
                  <a:lnTo>
                    <a:pt x="985" y="2567"/>
                  </a:lnTo>
                  <a:lnTo>
                    <a:pt x="1005" y="2546"/>
                  </a:lnTo>
                  <a:lnTo>
                    <a:pt x="1026" y="2528"/>
                  </a:lnTo>
                  <a:lnTo>
                    <a:pt x="1048" y="2514"/>
                  </a:lnTo>
                  <a:lnTo>
                    <a:pt x="1070" y="2504"/>
                  </a:lnTo>
                  <a:lnTo>
                    <a:pt x="1094" y="2498"/>
                  </a:lnTo>
                  <a:lnTo>
                    <a:pt x="1119" y="2495"/>
                  </a:lnTo>
                  <a:close/>
                  <a:moveTo>
                    <a:pt x="2380" y="2651"/>
                  </a:moveTo>
                  <a:lnTo>
                    <a:pt x="2405" y="2654"/>
                  </a:lnTo>
                  <a:lnTo>
                    <a:pt x="2428" y="2660"/>
                  </a:lnTo>
                  <a:lnTo>
                    <a:pt x="2452" y="2670"/>
                  </a:lnTo>
                  <a:lnTo>
                    <a:pt x="2473" y="2684"/>
                  </a:lnTo>
                  <a:lnTo>
                    <a:pt x="2494" y="2703"/>
                  </a:lnTo>
                  <a:lnTo>
                    <a:pt x="2514" y="2724"/>
                  </a:lnTo>
                  <a:lnTo>
                    <a:pt x="2533" y="2747"/>
                  </a:lnTo>
                  <a:lnTo>
                    <a:pt x="2550" y="2774"/>
                  </a:lnTo>
                  <a:lnTo>
                    <a:pt x="2565" y="2805"/>
                  </a:lnTo>
                  <a:lnTo>
                    <a:pt x="2580" y="2838"/>
                  </a:lnTo>
                  <a:lnTo>
                    <a:pt x="2591" y="2872"/>
                  </a:lnTo>
                  <a:lnTo>
                    <a:pt x="2602" y="2908"/>
                  </a:lnTo>
                  <a:lnTo>
                    <a:pt x="2610" y="2947"/>
                  </a:lnTo>
                  <a:lnTo>
                    <a:pt x="2616" y="2987"/>
                  </a:lnTo>
                  <a:lnTo>
                    <a:pt x="2619" y="3029"/>
                  </a:lnTo>
                  <a:lnTo>
                    <a:pt x="2621" y="3071"/>
                  </a:lnTo>
                  <a:lnTo>
                    <a:pt x="2619" y="3113"/>
                  </a:lnTo>
                  <a:lnTo>
                    <a:pt x="2616" y="3155"/>
                  </a:lnTo>
                  <a:lnTo>
                    <a:pt x="2610" y="3195"/>
                  </a:lnTo>
                  <a:lnTo>
                    <a:pt x="2602" y="3233"/>
                  </a:lnTo>
                  <a:lnTo>
                    <a:pt x="2591" y="3270"/>
                  </a:lnTo>
                  <a:lnTo>
                    <a:pt x="2580" y="3304"/>
                  </a:lnTo>
                  <a:lnTo>
                    <a:pt x="2565" y="3337"/>
                  </a:lnTo>
                  <a:lnTo>
                    <a:pt x="2550" y="3367"/>
                  </a:lnTo>
                  <a:lnTo>
                    <a:pt x="2533" y="3393"/>
                  </a:lnTo>
                  <a:lnTo>
                    <a:pt x="2514" y="3418"/>
                  </a:lnTo>
                  <a:lnTo>
                    <a:pt x="2494" y="3439"/>
                  </a:lnTo>
                  <a:lnTo>
                    <a:pt x="2473" y="3457"/>
                  </a:lnTo>
                  <a:lnTo>
                    <a:pt x="2452" y="3471"/>
                  </a:lnTo>
                  <a:lnTo>
                    <a:pt x="2428" y="3481"/>
                  </a:lnTo>
                  <a:lnTo>
                    <a:pt x="2405" y="3487"/>
                  </a:lnTo>
                  <a:lnTo>
                    <a:pt x="2380" y="3490"/>
                  </a:lnTo>
                  <a:lnTo>
                    <a:pt x="2356" y="3487"/>
                  </a:lnTo>
                  <a:lnTo>
                    <a:pt x="2332" y="3481"/>
                  </a:lnTo>
                  <a:lnTo>
                    <a:pt x="2310" y="3471"/>
                  </a:lnTo>
                  <a:lnTo>
                    <a:pt x="2288" y="3457"/>
                  </a:lnTo>
                  <a:lnTo>
                    <a:pt x="2267" y="3439"/>
                  </a:lnTo>
                  <a:lnTo>
                    <a:pt x="2248" y="3418"/>
                  </a:lnTo>
                  <a:lnTo>
                    <a:pt x="2229" y="3393"/>
                  </a:lnTo>
                  <a:lnTo>
                    <a:pt x="2212" y="3367"/>
                  </a:lnTo>
                  <a:lnTo>
                    <a:pt x="2196" y="3337"/>
                  </a:lnTo>
                  <a:lnTo>
                    <a:pt x="2182" y="3304"/>
                  </a:lnTo>
                  <a:lnTo>
                    <a:pt x="2171" y="3270"/>
                  </a:lnTo>
                  <a:lnTo>
                    <a:pt x="2160" y="3233"/>
                  </a:lnTo>
                  <a:lnTo>
                    <a:pt x="2152" y="3195"/>
                  </a:lnTo>
                  <a:lnTo>
                    <a:pt x="2146" y="3155"/>
                  </a:lnTo>
                  <a:lnTo>
                    <a:pt x="2142" y="3113"/>
                  </a:lnTo>
                  <a:lnTo>
                    <a:pt x="2141" y="3071"/>
                  </a:lnTo>
                  <a:lnTo>
                    <a:pt x="2142" y="3029"/>
                  </a:lnTo>
                  <a:lnTo>
                    <a:pt x="2146" y="2987"/>
                  </a:lnTo>
                  <a:lnTo>
                    <a:pt x="2152" y="2947"/>
                  </a:lnTo>
                  <a:lnTo>
                    <a:pt x="2160" y="2908"/>
                  </a:lnTo>
                  <a:lnTo>
                    <a:pt x="2171" y="2872"/>
                  </a:lnTo>
                  <a:lnTo>
                    <a:pt x="2182" y="2838"/>
                  </a:lnTo>
                  <a:lnTo>
                    <a:pt x="2196" y="2805"/>
                  </a:lnTo>
                  <a:lnTo>
                    <a:pt x="2212" y="2774"/>
                  </a:lnTo>
                  <a:lnTo>
                    <a:pt x="2229" y="2747"/>
                  </a:lnTo>
                  <a:lnTo>
                    <a:pt x="2248" y="2724"/>
                  </a:lnTo>
                  <a:lnTo>
                    <a:pt x="2267" y="2703"/>
                  </a:lnTo>
                  <a:lnTo>
                    <a:pt x="2288" y="2684"/>
                  </a:lnTo>
                  <a:lnTo>
                    <a:pt x="2310" y="2670"/>
                  </a:lnTo>
                  <a:lnTo>
                    <a:pt x="2332" y="2660"/>
                  </a:lnTo>
                  <a:lnTo>
                    <a:pt x="2356" y="2654"/>
                  </a:lnTo>
                  <a:lnTo>
                    <a:pt x="2380" y="2651"/>
                  </a:lnTo>
                  <a:close/>
                  <a:moveTo>
                    <a:pt x="2342" y="1355"/>
                  </a:moveTo>
                  <a:lnTo>
                    <a:pt x="2366" y="1357"/>
                  </a:lnTo>
                  <a:lnTo>
                    <a:pt x="2390" y="1363"/>
                  </a:lnTo>
                  <a:lnTo>
                    <a:pt x="2412" y="1373"/>
                  </a:lnTo>
                  <a:lnTo>
                    <a:pt x="2434" y="1387"/>
                  </a:lnTo>
                  <a:lnTo>
                    <a:pt x="2455" y="1405"/>
                  </a:lnTo>
                  <a:lnTo>
                    <a:pt x="2475" y="1426"/>
                  </a:lnTo>
                  <a:lnTo>
                    <a:pt x="2493" y="1451"/>
                  </a:lnTo>
                  <a:lnTo>
                    <a:pt x="2510" y="1478"/>
                  </a:lnTo>
                  <a:lnTo>
                    <a:pt x="2526" y="1507"/>
                  </a:lnTo>
                  <a:lnTo>
                    <a:pt x="2540" y="1540"/>
                  </a:lnTo>
                  <a:lnTo>
                    <a:pt x="2551" y="1574"/>
                  </a:lnTo>
                  <a:lnTo>
                    <a:pt x="2562" y="1611"/>
                  </a:lnTo>
                  <a:lnTo>
                    <a:pt x="2570" y="1649"/>
                  </a:lnTo>
                  <a:lnTo>
                    <a:pt x="2576" y="1689"/>
                  </a:lnTo>
                  <a:lnTo>
                    <a:pt x="2580" y="1731"/>
                  </a:lnTo>
                  <a:lnTo>
                    <a:pt x="2581" y="1773"/>
                  </a:lnTo>
                  <a:lnTo>
                    <a:pt x="2580" y="1815"/>
                  </a:lnTo>
                  <a:lnTo>
                    <a:pt x="2576" y="1858"/>
                  </a:lnTo>
                  <a:lnTo>
                    <a:pt x="2570" y="1897"/>
                  </a:lnTo>
                  <a:lnTo>
                    <a:pt x="2562" y="1936"/>
                  </a:lnTo>
                  <a:lnTo>
                    <a:pt x="2551" y="1972"/>
                  </a:lnTo>
                  <a:lnTo>
                    <a:pt x="2540" y="2008"/>
                  </a:lnTo>
                  <a:lnTo>
                    <a:pt x="2526" y="2039"/>
                  </a:lnTo>
                  <a:lnTo>
                    <a:pt x="2510" y="2070"/>
                  </a:lnTo>
                  <a:lnTo>
                    <a:pt x="2493" y="2097"/>
                  </a:lnTo>
                  <a:lnTo>
                    <a:pt x="2475" y="2121"/>
                  </a:lnTo>
                  <a:lnTo>
                    <a:pt x="2455" y="2142"/>
                  </a:lnTo>
                  <a:lnTo>
                    <a:pt x="2434" y="2160"/>
                  </a:lnTo>
                  <a:lnTo>
                    <a:pt x="2412" y="2174"/>
                  </a:lnTo>
                  <a:lnTo>
                    <a:pt x="2390" y="2185"/>
                  </a:lnTo>
                  <a:lnTo>
                    <a:pt x="2366" y="2191"/>
                  </a:lnTo>
                  <a:lnTo>
                    <a:pt x="2342" y="2193"/>
                  </a:lnTo>
                  <a:lnTo>
                    <a:pt x="2317" y="2191"/>
                  </a:lnTo>
                  <a:lnTo>
                    <a:pt x="2294" y="2185"/>
                  </a:lnTo>
                  <a:lnTo>
                    <a:pt x="2270" y="2174"/>
                  </a:lnTo>
                  <a:lnTo>
                    <a:pt x="2249" y="2160"/>
                  </a:lnTo>
                  <a:lnTo>
                    <a:pt x="2228" y="2142"/>
                  </a:lnTo>
                  <a:lnTo>
                    <a:pt x="2208" y="2121"/>
                  </a:lnTo>
                  <a:lnTo>
                    <a:pt x="2189" y="2097"/>
                  </a:lnTo>
                  <a:lnTo>
                    <a:pt x="2173" y="2070"/>
                  </a:lnTo>
                  <a:lnTo>
                    <a:pt x="2157" y="2039"/>
                  </a:lnTo>
                  <a:lnTo>
                    <a:pt x="2142" y="2008"/>
                  </a:lnTo>
                  <a:lnTo>
                    <a:pt x="2131" y="1972"/>
                  </a:lnTo>
                  <a:lnTo>
                    <a:pt x="2120" y="1936"/>
                  </a:lnTo>
                  <a:lnTo>
                    <a:pt x="2112" y="1897"/>
                  </a:lnTo>
                  <a:lnTo>
                    <a:pt x="2106" y="1858"/>
                  </a:lnTo>
                  <a:lnTo>
                    <a:pt x="2103" y="1815"/>
                  </a:lnTo>
                  <a:lnTo>
                    <a:pt x="2101" y="1773"/>
                  </a:lnTo>
                  <a:lnTo>
                    <a:pt x="2103" y="1731"/>
                  </a:lnTo>
                  <a:lnTo>
                    <a:pt x="2106" y="1689"/>
                  </a:lnTo>
                  <a:lnTo>
                    <a:pt x="2112" y="1649"/>
                  </a:lnTo>
                  <a:lnTo>
                    <a:pt x="2120" y="1611"/>
                  </a:lnTo>
                  <a:lnTo>
                    <a:pt x="2131" y="1574"/>
                  </a:lnTo>
                  <a:lnTo>
                    <a:pt x="2142" y="1540"/>
                  </a:lnTo>
                  <a:lnTo>
                    <a:pt x="2157" y="1507"/>
                  </a:lnTo>
                  <a:lnTo>
                    <a:pt x="2173" y="1478"/>
                  </a:lnTo>
                  <a:lnTo>
                    <a:pt x="2189" y="1451"/>
                  </a:lnTo>
                  <a:lnTo>
                    <a:pt x="2208" y="1426"/>
                  </a:lnTo>
                  <a:lnTo>
                    <a:pt x="2228" y="1405"/>
                  </a:lnTo>
                  <a:lnTo>
                    <a:pt x="2249" y="1387"/>
                  </a:lnTo>
                  <a:lnTo>
                    <a:pt x="2270" y="1373"/>
                  </a:lnTo>
                  <a:lnTo>
                    <a:pt x="2294" y="1363"/>
                  </a:lnTo>
                  <a:lnTo>
                    <a:pt x="2317" y="1357"/>
                  </a:lnTo>
                  <a:lnTo>
                    <a:pt x="2342" y="1355"/>
                  </a:lnTo>
                  <a:close/>
                  <a:moveTo>
                    <a:pt x="3179" y="819"/>
                  </a:moveTo>
                  <a:lnTo>
                    <a:pt x="3204" y="821"/>
                  </a:lnTo>
                  <a:lnTo>
                    <a:pt x="3227" y="827"/>
                  </a:lnTo>
                  <a:lnTo>
                    <a:pt x="3250" y="838"/>
                  </a:lnTo>
                  <a:lnTo>
                    <a:pt x="3272" y="852"/>
                  </a:lnTo>
                  <a:lnTo>
                    <a:pt x="3293" y="869"/>
                  </a:lnTo>
                  <a:lnTo>
                    <a:pt x="3312" y="890"/>
                  </a:lnTo>
                  <a:lnTo>
                    <a:pt x="3331" y="915"/>
                  </a:lnTo>
                  <a:lnTo>
                    <a:pt x="3348" y="942"/>
                  </a:lnTo>
                  <a:lnTo>
                    <a:pt x="3363" y="971"/>
                  </a:lnTo>
                  <a:lnTo>
                    <a:pt x="3377" y="1004"/>
                  </a:lnTo>
                  <a:lnTo>
                    <a:pt x="3389" y="1038"/>
                  </a:lnTo>
                  <a:lnTo>
                    <a:pt x="3400" y="1076"/>
                  </a:lnTo>
                  <a:lnTo>
                    <a:pt x="3408" y="1113"/>
                  </a:lnTo>
                  <a:lnTo>
                    <a:pt x="3414" y="1153"/>
                  </a:lnTo>
                  <a:lnTo>
                    <a:pt x="3417" y="1195"/>
                  </a:lnTo>
                  <a:lnTo>
                    <a:pt x="3418" y="1237"/>
                  </a:lnTo>
                  <a:lnTo>
                    <a:pt x="3417" y="1280"/>
                  </a:lnTo>
                  <a:lnTo>
                    <a:pt x="3414" y="1322"/>
                  </a:lnTo>
                  <a:lnTo>
                    <a:pt x="3408" y="1362"/>
                  </a:lnTo>
                  <a:lnTo>
                    <a:pt x="3400" y="1399"/>
                  </a:lnTo>
                  <a:lnTo>
                    <a:pt x="3389" y="1437"/>
                  </a:lnTo>
                  <a:lnTo>
                    <a:pt x="3377" y="1471"/>
                  </a:lnTo>
                  <a:lnTo>
                    <a:pt x="3363" y="1503"/>
                  </a:lnTo>
                  <a:lnTo>
                    <a:pt x="3348" y="1533"/>
                  </a:lnTo>
                  <a:lnTo>
                    <a:pt x="3331" y="1560"/>
                  </a:lnTo>
                  <a:lnTo>
                    <a:pt x="3312" y="1584"/>
                  </a:lnTo>
                  <a:lnTo>
                    <a:pt x="3293" y="1605"/>
                  </a:lnTo>
                  <a:lnTo>
                    <a:pt x="3272" y="1623"/>
                  </a:lnTo>
                  <a:lnTo>
                    <a:pt x="3250" y="1637"/>
                  </a:lnTo>
                  <a:lnTo>
                    <a:pt x="3227" y="1648"/>
                  </a:lnTo>
                  <a:lnTo>
                    <a:pt x="3204" y="1654"/>
                  </a:lnTo>
                  <a:lnTo>
                    <a:pt x="3179" y="1656"/>
                  </a:lnTo>
                  <a:lnTo>
                    <a:pt x="3155" y="1654"/>
                  </a:lnTo>
                  <a:lnTo>
                    <a:pt x="3131" y="1648"/>
                  </a:lnTo>
                  <a:lnTo>
                    <a:pt x="3108" y="1637"/>
                  </a:lnTo>
                  <a:lnTo>
                    <a:pt x="3087" y="1623"/>
                  </a:lnTo>
                  <a:lnTo>
                    <a:pt x="3066" y="1605"/>
                  </a:lnTo>
                  <a:lnTo>
                    <a:pt x="3046" y="1584"/>
                  </a:lnTo>
                  <a:lnTo>
                    <a:pt x="3027" y="1560"/>
                  </a:lnTo>
                  <a:lnTo>
                    <a:pt x="3011" y="1533"/>
                  </a:lnTo>
                  <a:lnTo>
                    <a:pt x="2994" y="1503"/>
                  </a:lnTo>
                  <a:lnTo>
                    <a:pt x="2980" y="1471"/>
                  </a:lnTo>
                  <a:lnTo>
                    <a:pt x="2968" y="1437"/>
                  </a:lnTo>
                  <a:lnTo>
                    <a:pt x="2958" y="1399"/>
                  </a:lnTo>
                  <a:lnTo>
                    <a:pt x="2950" y="1362"/>
                  </a:lnTo>
                  <a:lnTo>
                    <a:pt x="2944" y="1322"/>
                  </a:lnTo>
                  <a:lnTo>
                    <a:pt x="2940" y="1280"/>
                  </a:lnTo>
                  <a:lnTo>
                    <a:pt x="2939" y="1237"/>
                  </a:lnTo>
                  <a:lnTo>
                    <a:pt x="2940" y="1195"/>
                  </a:lnTo>
                  <a:lnTo>
                    <a:pt x="2944" y="1153"/>
                  </a:lnTo>
                  <a:lnTo>
                    <a:pt x="2950" y="1113"/>
                  </a:lnTo>
                  <a:lnTo>
                    <a:pt x="2958" y="1076"/>
                  </a:lnTo>
                  <a:lnTo>
                    <a:pt x="2968" y="1038"/>
                  </a:lnTo>
                  <a:lnTo>
                    <a:pt x="2980" y="1004"/>
                  </a:lnTo>
                  <a:lnTo>
                    <a:pt x="2994" y="971"/>
                  </a:lnTo>
                  <a:lnTo>
                    <a:pt x="3011" y="942"/>
                  </a:lnTo>
                  <a:lnTo>
                    <a:pt x="3027" y="915"/>
                  </a:lnTo>
                  <a:lnTo>
                    <a:pt x="3046" y="890"/>
                  </a:lnTo>
                  <a:lnTo>
                    <a:pt x="3066" y="869"/>
                  </a:lnTo>
                  <a:lnTo>
                    <a:pt x="3087" y="852"/>
                  </a:lnTo>
                  <a:lnTo>
                    <a:pt x="3108" y="838"/>
                  </a:lnTo>
                  <a:lnTo>
                    <a:pt x="3131" y="827"/>
                  </a:lnTo>
                  <a:lnTo>
                    <a:pt x="3155" y="821"/>
                  </a:lnTo>
                  <a:lnTo>
                    <a:pt x="3179" y="819"/>
                  </a:lnTo>
                  <a:close/>
                  <a:moveTo>
                    <a:pt x="3246" y="2144"/>
                  </a:moveTo>
                  <a:lnTo>
                    <a:pt x="3271" y="2146"/>
                  </a:lnTo>
                  <a:lnTo>
                    <a:pt x="3294" y="2152"/>
                  </a:lnTo>
                  <a:lnTo>
                    <a:pt x="3316" y="2162"/>
                  </a:lnTo>
                  <a:lnTo>
                    <a:pt x="3339" y="2176"/>
                  </a:lnTo>
                  <a:lnTo>
                    <a:pt x="3360" y="2194"/>
                  </a:lnTo>
                  <a:lnTo>
                    <a:pt x="3380" y="2215"/>
                  </a:lnTo>
                  <a:lnTo>
                    <a:pt x="3397" y="2240"/>
                  </a:lnTo>
                  <a:lnTo>
                    <a:pt x="3415" y="2267"/>
                  </a:lnTo>
                  <a:lnTo>
                    <a:pt x="3430" y="2296"/>
                  </a:lnTo>
                  <a:lnTo>
                    <a:pt x="3444" y="2329"/>
                  </a:lnTo>
                  <a:lnTo>
                    <a:pt x="3456" y="2363"/>
                  </a:lnTo>
                  <a:lnTo>
                    <a:pt x="3466" y="2400"/>
                  </a:lnTo>
                  <a:lnTo>
                    <a:pt x="3475" y="2438"/>
                  </a:lnTo>
                  <a:lnTo>
                    <a:pt x="3480" y="2478"/>
                  </a:lnTo>
                  <a:lnTo>
                    <a:pt x="3484" y="2520"/>
                  </a:lnTo>
                  <a:lnTo>
                    <a:pt x="3485" y="2562"/>
                  </a:lnTo>
                  <a:lnTo>
                    <a:pt x="3484" y="2604"/>
                  </a:lnTo>
                  <a:lnTo>
                    <a:pt x="3480" y="2647"/>
                  </a:lnTo>
                  <a:lnTo>
                    <a:pt x="3475" y="2686"/>
                  </a:lnTo>
                  <a:lnTo>
                    <a:pt x="3466" y="2725"/>
                  </a:lnTo>
                  <a:lnTo>
                    <a:pt x="3456" y="2762"/>
                  </a:lnTo>
                  <a:lnTo>
                    <a:pt x="3444" y="2796"/>
                  </a:lnTo>
                  <a:lnTo>
                    <a:pt x="3430" y="2828"/>
                  </a:lnTo>
                  <a:lnTo>
                    <a:pt x="3415" y="2858"/>
                  </a:lnTo>
                  <a:lnTo>
                    <a:pt x="3397" y="2886"/>
                  </a:lnTo>
                  <a:lnTo>
                    <a:pt x="3380" y="2909"/>
                  </a:lnTo>
                  <a:lnTo>
                    <a:pt x="3360" y="2930"/>
                  </a:lnTo>
                  <a:lnTo>
                    <a:pt x="3339" y="2949"/>
                  </a:lnTo>
                  <a:lnTo>
                    <a:pt x="3316" y="2963"/>
                  </a:lnTo>
                  <a:lnTo>
                    <a:pt x="3294" y="2974"/>
                  </a:lnTo>
                  <a:lnTo>
                    <a:pt x="3271" y="2980"/>
                  </a:lnTo>
                  <a:lnTo>
                    <a:pt x="3246" y="2982"/>
                  </a:lnTo>
                  <a:lnTo>
                    <a:pt x="3222" y="2980"/>
                  </a:lnTo>
                  <a:lnTo>
                    <a:pt x="3198" y="2974"/>
                  </a:lnTo>
                  <a:lnTo>
                    <a:pt x="3176" y="2963"/>
                  </a:lnTo>
                  <a:lnTo>
                    <a:pt x="3154" y="2949"/>
                  </a:lnTo>
                  <a:lnTo>
                    <a:pt x="3133" y="2930"/>
                  </a:lnTo>
                  <a:lnTo>
                    <a:pt x="3113" y="2909"/>
                  </a:lnTo>
                  <a:lnTo>
                    <a:pt x="3095" y="2886"/>
                  </a:lnTo>
                  <a:lnTo>
                    <a:pt x="3077" y="2858"/>
                  </a:lnTo>
                  <a:lnTo>
                    <a:pt x="3062" y="2828"/>
                  </a:lnTo>
                  <a:lnTo>
                    <a:pt x="3048" y="2796"/>
                  </a:lnTo>
                  <a:lnTo>
                    <a:pt x="3036" y="2762"/>
                  </a:lnTo>
                  <a:lnTo>
                    <a:pt x="3026" y="2725"/>
                  </a:lnTo>
                  <a:lnTo>
                    <a:pt x="3018" y="2686"/>
                  </a:lnTo>
                  <a:lnTo>
                    <a:pt x="3012" y="2647"/>
                  </a:lnTo>
                  <a:lnTo>
                    <a:pt x="3008" y="2604"/>
                  </a:lnTo>
                  <a:lnTo>
                    <a:pt x="3007" y="2562"/>
                  </a:lnTo>
                  <a:lnTo>
                    <a:pt x="3008" y="2520"/>
                  </a:lnTo>
                  <a:lnTo>
                    <a:pt x="3012" y="2478"/>
                  </a:lnTo>
                  <a:lnTo>
                    <a:pt x="3018" y="2438"/>
                  </a:lnTo>
                  <a:lnTo>
                    <a:pt x="3026" y="2400"/>
                  </a:lnTo>
                  <a:lnTo>
                    <a:pt x="3036" y="2363"/>
                  </a:lnTo>
                  <a:lnTo>
                    <a:pt x="3048" y="2329"/>
                  </a:lnTo>
                  <a:lnTo>
                    <a:pt x="3062" y="2296"/>
                  </a:lnTo>
                  <a:lnTo>
                    <a:pt x="3077" y="2267"/>
                  </a:lnTo>
                  <a:lnTo>
                    <a:pt x="3095" y="2240"/>
                  </a:lnTo>
                  <a:lnTo>
                    <a:pt x="3113" y="2215"/>
                  </a:lnTo>
                  <a:lnTo>
                    <a:pt x="3133" y="2194"/>
                  </a:lnTo>
                  <a:lnTo>
                    <a:pt x="3154" y="2176"/>
                  </a:lnTo>
                  <a:lnTo>
                    <a:pt x="3176" y="2162"/>
                  </a:lnTo>
                  <a:lnTo>
                    <a:pt x="3198" y="2152"/>
                  </a:lnTo>
                  <a:lnTo>
                    <a:pt x="3222" y="2146"/>
                  </a:lnTo>
                  <a:lnTo>
                    <a:pt x="3246" y="214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9362" name="Freeform 53"/>
            <p:cNvSpPr>
              <a:spLocks/>
            </p:cNvSpPr>
            <p:nvPr/>
          </p:nvSpPr>
          <p:spPr bwMode="auto">
            <a:xfrm>
              <a:off x="1267" y="1588"/>
              <a:ext cx="87" cy="52"/>
            </a:xfrm>
            <a:custGeom>
              <a:avLst/>
              <a:gdLst>
                <a:gd name="T0" fmla="*/ 3 w 437"/>
                <a:gd name="T1" fmla="*/ 2 h 260"/>
                <a:gd name="T2" fmla="*/ 3 w 437"/>
                <a:gd name="T3" fmla="*/ 2 h 260"/>
                <a:gd name="T4" fmla="*/ 3 w 437"/>
                <a:gd name="T5" fmla="*/ 2 h 260"/>
                <a:gd name="T6" fmla="*/ 3 w 437"/>
                <a:gd name="T7" fmla="*/ 2 h 260"/>
                <a:gd name="T8" fmla="*/ 3 w 437"/>
                <a:gd name="T9" fmla="*/ 1 h 260"/>
                <a:gd name="T10" fmla="*/ 3 w 437"/>
                <a:gd name="T11" fmla="*/ 1 h 260"/>
                <a:gd name="T12" fmla="*/ 3 w 437"/>
                <a:gd name="T13" fmla="*/ 1 h 260"/>
                <a:gd name="T14" fmla="*/ 3 w 437"/>
                <a:gd name="T15" fmla="*/ 1 h 260"/>
                <a:gd name="T16" fmla="*/ 3 w 437"/>
                <a:gd name="T17" fmla="*/ 1 h 260"/>
                <a:gd name="T18" fmla="*/ 2 w 437"/>
                <a:gd name="T19" fmla="*/ 1 h 260"/>
                <a:gd name="T20" fmla="*/ 2 w 437"/>
                <a:gd name="T21" fmla="*/ 0 h 260"/>
                <a:gd name="T22" fmla="*/ 2 w 437"/>
                <a:gd name="T23" fmla="*/ 0 h 260"/>
                <a:gd name="T24" fmla="*/ 2 w 437"/>
                <a:gd name="T25" fmla="*/ 0 h 260"/>
                <a:gd name="T26" fmla="*/ 1 w 437"/>
                <a:gd name="T27" fmla="*/ 0 h 260"/>
                <a:gd name="T28" fmla="*/ 1 w 437"/>
                <a:gd name="T29" fmla="*/ 0 h 260"/>
                <a:gd name="T30" fmla="*/ 1 w 437"/>
                <a:gd name="T31" fmla="*/ 0 h 260"/>
                <a:gd name="T32" fmla="*/ 0 w 437"/>
                <a:gd name="T33" fmla="*/ 0 h 260"/>
                <a:gd name="T34" fmla="*/ 0 w 437"/>
                <a:gd name="T35" fmla="*/ 0 h 260"/>
                <a:gd name="T36" fmla="*/ 0 w 437"/>
                <a:gd name="T37" fmla="*/ 0 h 260"/>
                <a:gd name="T38" fmla="*/ 0 w 437"/>
                <a:gd name="T39" fmla="*/ 0 h 260"/>
                <a:gd name="T40" fmla="*/ 1 w 437"/>
                <a:gd name="T41" fmla="*/ 0 h 260"/>
                <a:gd name="T42" fmla="*/ 1 w 437"/>
                <a:gd name="T43" fmla="*/ 0 h 260"/>
                <a:gd name="T44" fmla="*/ 1 w 437"/>
                <a:gd name="T45" fmla="*/ 0 h 260"/>
                <a:gd name="T46" fmla="*/ 2 w 437"/>
                <a:gd name="T47" fmla="*/ 0 h 260"/>
                <a:gd name="T48" fmla="*/ 2 w 437"/>
                <a:gd name="T49" fmla="*/ 0 h 260"/>
                <a:gd name="T50" fmla="*/ 2 w 437"/>
                <a:gd name="T51" fmla="*/ 1 h 260"/>
                <a:gd name="T52" fmla="*/ 2 w 437"/>
                <a:gd name="T53" fmla="*/ 1 h 260"/>
                <a:gd name="T54" fmla="*/ 3 w 437"/>
                <a:gd name="T55" fmla="*/ 1 h 260"/>
                <a:gd name="T56" fmla="*/ 3 w 437"/>
                <a:gd name="T57" fmla="*/ 1 h 260"/>
                <a:gd name="T58" fmla="*/ 3 w 437"/>
                <a:gd name="T59" fmla="*/ 1 h 260"/>
                <a:gd name="T60" fmla="*/ 3 w 437"/>
                <a:gd name="T61" fmla="*/ 1 h 260"/>
                <a:gd name="T62" fmla="*/ 3 w 437"/>
                <a:gd name="T63" fmla="*/ 1 h 260"/>
                <a:gd name="T64" fmla="*/ 3 w 437"/>
                <a:gd name="T65" fmla="*/ 2 h 260"/>
                <a:gd name="T66" fmla="*/ 3 w 437"/>
                <a:gd name="T67" fmla="*/ 2 h 260"/>
                <a:gd name="T68" fmla="*/ 3 w 437"/>
                <a:gd name="T69" fmla="*/ 2 h 260"/>
                <a:gd name="T70" fmla="*/ 3 w 437"/>
                <a:gd name="T71" fmla="*/ 2 h 260"/>
                <a:gd name="T72" fmla="*/ 3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437" y="260"/>
                  </a:moveTo>
                  <a:lnTo>
                    <a:pt x="437" y="260"/>
                  </a:lnTo>
                  <a:lnTo>
                    <a:pt x="434" y="233"/>
                  </a:lnTo>
                  <a:lnTo>
                    <a:pt x="427" y="206"/>
                  </a:lnTo>
                  <a:lnTo>
                    <a:pt x="417" y="181"/>
                  </a:lnTo>
                  <a:lnTo>
                    <a:pt x="401" y="157"/>
                  </a:lnTo>
                  <a:lnTo>
                    <a:pt x="383" y="133"/>
                  </a:lnTo>
                  <a:lnTo>
                    <a:pt x="360" y="113"/>
                  </a:lnTo>
                  <a:lnTo>
                    <a:pt x="336" y="93"/>
                  </a:lnTo>
                  <a:lnTo>
                    <a:pt x="308" y="73"/>
                  </a:lnTo>
                  <a:lnTo>
                    <a:pt x="276" y="58"/>
                  </a:lnTo>
                  <a:lnTo>
                    <a:pt x="242" y="43"/>
                  </a:lnTo>
                  <a:lnTo>
                    <a:pt x="207" y="30"/>
                  </a:lnTo>
                  <a:lnTo>
                    <a:pt x="168" y="19"/>
                  </a:lnTo>
                  <a:lnTo>
                    <a:pt x="128" y="11"/>
                  </a:lnTo>
                  <a:lnTo>
                    <a:pt x="87" y="4"/>
                  </a:lnTo>
                  <a:lnTo>
                    <a:pt x="43" y="1"/>
                  </a:lnTo>
                  <a:lnTo>
                    <a:pt x="0" y="0"/>
                  </a:lnTo>
                  <a:lnTo>
                    <a:pt x="0" y="11"/>
                  </a:lnTo>
                  <a:lnTo>
                    <a:pt x="43" y="12"/>
                  </a:lnTo>
                  <a:lnTo>
                    <a:pt x="85" y="16"/>
                  </a:lnTo>
                  <a:lnTo>
                    <a:pt x="126" y="23"/>
                  </a:lnTo>
                  <a:lnTo>
                    <a:pt x="166" y="31"/>
                  </a:lnTo>
                  <a:lnTo>
                    <a:pt x="202" y="42"/>
                  </a:lnTo>
                  <a:lnTo>
                    <a:pt x="237" y="55"/>
                  </a:lnTo>
                  <a:lnTo>
                    <a:pt x="271" y="70"/>
                  </a:lnTo>
                  <a:lnTo>
                    <a:pt x="301" y="85"/>
                  </a:lnTo>
                  <a:lnTo>
                    <a:pt x="329" y="103"/>
                  </a:lnTo>
                  <a:lnTo>
                    <a:pt x="353" y="123"/>
                  </a:lnTo>
                  <a:lnTo>
                    <a:pt x="373" y="143"/>
                  </a:lnTo>
                  <a:lnTo>
                    <a:pt x="392" y="164"/>
                  </a:lnTo>
                  <a:lnTo>
                    <a:pt x="405" y="186"/>
                  </a:lnTo>
                  <a:lnTo>
                    <a:pt x="415" y="211"/>
                  </a:lnTo>
                  <a:lnTo>
                    <a:pt x="422" y="235"/>
                  </a:lnTo>
                  <a:lnTo>
                    <a:pt x="425" y="260"/>
                  </a:lnTo>
                  <a:lnTo>
                    <a:pt x="437"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9363" name="Freeform 54"/>
            <p:cNvSpPr>
              <a:spLocks/>
            </p:cNvSpPr>
            <p:nvPr/>
          </p:nvSpPr>
          <p:spPr bwMode="auto">
            <a:xfrm>
              <a:off x="1267" y="1640"/>
              <a:ext cx="87" cy="52"/>
            </a:xfrm>
            <a:custGeom>
              <a:avLst/>
              <a:gdLst>
                <a:gd name="T0" fmla="*/ 0 w 437"/>
                <a:gd name="T1" fmla="*/ 2 h 260"/>
                <a:gd name="T2" fmla="*/ 0 w 437"/>
                <a:gd name="T3" fmla="*/ 2 h 260"/>
                <a:gd name="T4" fmla="*/ 0 w 437"/>
                <a:gd name="T5" fmla="*/ 2 h 260"/>
                <a:gd name="T6" fmla="*/ 1 w 437"/>
                <a:gd name="T7" fmla="*/ 2 h 260"/>
                <a:gd name="T8" fmla="*/ 1 w 437"/>
                <a:gd name="T9" fmla="*/ 2 h 260"/>
                <a:gd name="T10" fmla="*/ 1 w 437"/>
                <a:gd name="T11" fmla="*/ 2 h 260"/>
                <a:gd name="T12" fmla="*/ 2 w 437"/>
                <a:gd name="T13" fmla="*/ 2 h 260"/>
                <a:gd name="T14" fmla="*/ 2 w 437"/>
                <a:gd name="T15" fmla="*/ 2 h 260"/>
                <a:gd name="T16" fmla="*/ 2 w 437"/>
                <a:gd name="T17" fmla="*/ 2 h 260"/>
                <a:gd name="T18" fmla="*/ 2 w 437"/>
                <a:gd name="T19" fmla="*/ 1 h 260"/>
                <a:gd name="T20" fmla="*/ 3 w 437"/>
                <a:gd name="T21" fmla="*/ 1 h 260"/>
                <a:gd name="T22" fmla="*/ 3 w 437"/>
                <a:gd name="T23" fmla="*/ 1 h 260"/>
                <a:gd name="T24" fmla="*/ 3 w 437"/>
                <a:gd name="T25" fmla="*/ 1 h 260"/>
                <a:gd name="T26" fmla="*/ 3 w 437"/>
                <a:gd name="T27" fmla="*/ 1 h 260"/>
                <a:gd name="T28" fmla="*/ 3 w 437"/>
                <a:gd name="T29" fmla="*/ 1 h 260"/>
                <a:gd name="T30" fmla="*/ 3 w 437"/>
                <a:gd name="T31" fmla="*/ 0 h 260"/>
                <a:gd name="T32" fmla="*/ 3 w 437"/>
                <a:gd name="T33" fmla="*/ 0 h 260"/>
                <a:gd name="T34" fmla="*/ 3 w 437"/>
                <a:gd name="T35" fmla="*/ 0 h 260"/>
                <a:gd name="T36" fmla="*/ 3 w 437"/>
                <a:gd name="T37" fmla="*/ 0 h 260"/>
                <a:gd name="T38" fmla="*/ 3 w 437"/>
                <a:gd name="T39" fmla="*/ 0 h 260"/>
                <a:gd name="T40" fmla="*/ 3 w 437"/>
                <a:gd name="T41" fmla="*/ 0 h 260"/>
                <a:gd name="T42" fmla="*/ 3 w 437"/>
                <a:gd name="T43" fmla="*/ 1 h 260"/>
                <a:gd name="T44" fmla="*/ 3 w 437"/>
                <a:gd name="T45" fmla="*/ 1 h 260"/>
                <a:gd name="T46" fmla="*/ 3 w 437"/>
                <a:gd name="T47" fmla="*/ 1 h 260"/>
                <a:gd name="T48" fmla="*/ 3 w 437"/>
                <a:gd name="T49" fmla="*/ 1 h 260"/>
                <a:gd name="T50" fmla="*/ 3 w 437"/>
                <a:gd name="T51" fmla="*/ 1 h 260"/>
                <a:gd name="T52" fmla="*/ 2 w 437"/>
                <a:gd name="T53" fmla="*/ 1 h 260"/>
                <a:gd name="T54" fmla="*/ 2 w 437"/>
                <a:gd name="T55" fmla="*/ 2 h 260"/>
                <a:gd name="T56" fmla="*/ 2 w 437"/>
                <a:gd name="T57" fmla="*/ 2 h 260"/>
                <a:gd name="T58" fmla="*/ 2 w 437"/>
                <a:gd name="T59" fmla="*/ 2 h 260"/>
                <a:gd name="T60" fmla="*/ 1 w 437"/>
                <a:gd name="T61" fmla="*/ 2 h 260"/>
                <a:gd name="T62" fmla="*/ 1 w 437"/>
                <a:gd name="T63" fmla="*/ 2 h 260"/>
                <a:gd name="T64" fmla="*/ 1 w 437"/>
                <a:gd name="T65" fmla="*/ 2 h 260"/>
                <a:gd name="T66" fmla="*/ 0 w 437"/>
                <a:gd name="T67" fmla="*/ 2 h 260"/>
                <a:gd name="T68" fmla="*/ 0 w 437"/>
                <a:gd name="T69" fmla="*/ 2 h 260"/>
                <a:gd name="T70" fmla="*/ 0 w 437"/>
                <a:gd name="T71" fmla="*/ 2 h 260"/>
                <a:gd name="T72" fmla="*/ 0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0" y="260"/>
                  </a:moveTo>
                  <a:lnTo>
                    <a:pt x="0" y="260"/>
                  </a:lnTo>
                  <a:lnTo>
                    <a:pt x="43" y="259"/>
                  </a:lnTo>
                  <a:lnTo>
                    <a:pt x="87" y="255"/>
                  </a:lnTo>
                  <a:lnTo>
                    <a:pt x="128" y="248"/>
                  </a:lnTo>
                  <a:lnTo>
                    <a:pt x="168" y="240"/>
                  </a:lnTo>
                  <a:lnTo>
                    <a:pt x="207" y="230"/>
                  </a:lnTo>
                  <a:lnTo>
                    <a:pt x="242" y="217"/>
                  </a:lnTo>
                  <a:lnTo>
                    <a:pt x="276" y="202"/>
                  </a:lnTo>
                  <a:lnTo>
                    <a:pt x="308" y="185"/>
                  </a:lnTo>
                  <a:lnTo>
                    <a:pt x="336" y="166"/>
                  </a:lnTo>
                  <a:lnTo>
                    <a:pt x="360" y="146"/>
                  </a:lnTo>
                  <a:lnTo>
                    <a:pt x="383" y="125"/>
                  </a:lnTo>
                  <a:lnTo>
                    <a:pt x="401" y="102"/>
                  </a:lnTo>
                  <a:lnTo>
                    <a:pt x="417" y="77"/>
                  </a:lnTo>
                  <a:lnTo>
                    <a:pt x="427" y="53"/>
                  </a:lnTo>
                  <a:lnTo>
                    <a:pt x="434" y="27"/>
                  </a:lnTo>
                  <a:lnTo>
                    <a:pt x="437" y="0"/>
                  </a:lnTo>
                  <a:lnTo>
                    <a:pt x="425" y="0"/>
                  </a:lnTo>
                  <a:lnTo>
                    <a:pt x="422" y="24"/>
                  </a:lnTo>
                  <a:lnTo>
                    <a:pt x="415" y="48"/>
                  </a:lnTo>
                  <a:lnTo>
                    <a:pt x="405" y="73"/>
                  </a:lnTo>
                  <a:lnTo>
                    <a:pt x="392" y="95"/>
                  </a:lnTo>
                  <a:lnTo>
                    <a:pt x="373" y="116"/>
                  </a:lnTo>
                  <a:lnTo>
                    <a:pt x="353" y="137"/>
                  </a:lnTo>
                  <a:lnTo>
                    <a:pt x="329" y="157"/>
                  </a:lnTo>
                  <a:lnTo>
                    <a:pt x="301" y="173"/>
                  </a:lnTo>
                  <a:lnTo>
                    <a:pt x="271" y="190"/>
                  </a:lnTo>
                  <a:lnTo>
                    <a:pt x="237" y="205"/>
                  </a:lnTo>
                  <a:lnTo>
                    <a:pt x="202" y="218"/>
                  </a:lnTo>
                  <a:lnTo>
                    <a:pt x="166" y="228"/>
                  </a:lnTo>
                  <a:lnTo>
                    <a:pt x="126" y="237"/>
                  </a:lnTo>
                  <a:lnTo>
                    <a:pt x="85" y="244"/>
                  </a:lnTo>
                  <a:lnTo>
                    <a:pt x="43" y="247"/>
                  </a:lnTo>
                  <a:lnTo>
                    <a:pt x="0" y="248"/>
                  </a:lnTo>
                  <a:lnTo>
                    <a:pt x="0"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9364" name="Freeform 55"/>
            <p:cNvSpPr>
              <a:spLocks/>
            </p:cNvSpPr>
            <p:nvPr/>
          </p:nvSpPr>
          <p:spPr bwMode="auto">
            <a:xfrm>
              <a:off x="1179" y="1640"/>
              <a:ext cx="88" cy="52"/>
            </a:xfrm>
            <a:custGeom>
              <a:avLst/>
              <a:gdLst>
                <a:gd name="T0" fmla="*/ 0 w 439"/>
                <a:gd name="T1" fmla="*/ 0 h 260"/>
                <a:gd name="T2" fmla="*/ 0 w 439"/>
                <a:gd name="T3" fmla="*/ 0 h 260"/>
                <a:gd name="T4" fmla="*/ 0 w 439"/>
                <a:gd name="T5" fmla="*/ 0 h 260"/>
                <a:gd name="T6" fmla="*/ 0 w 439"/>
                <a:gd name="T7" fmla="*/ 0 h 260"/>
                <a:gd name="T8" fmla="*/ 0 w 439"/>
                <a:gd name="T9" fmla="*/ 1 h 260"/>
                <a:gd name="T10" fmla="*/ 0 w 439"/>
                <a:gd name="T11" fmla="*/ 1 h 260"/>
                <a:gd name="T12" fmla="*/ 0 w 439"/>
                <a:gd name="T13" fmla="*/ 1 h 260"/>
                <a:gd name="T14" fmla="*/ 1 w 439"/>
                <a:gd name="T15" fmla="*/ 1 h 260"/>
                <a:gd name="T16" fmla="*/ 1 w 439"/>
                <a:gd name="T17" fmla="*/ 1 h 260"/>
                <a:gd name="T18" fmla="*/ 1 w 439"/>
                <a:gd name="T19" fmla="*/ 1 h 260"/>
                <a:gd name="T20" fmla="*/ 1 w 439"/>
                <a:gd name="T21" fmla="*/ 2 h 260"/>
                <a:gd name="T22" fmla="*/ 2 w 439"/>
                <a:gd name="T23" fmla="*/ 2 h 260"/>
                <a:gd name="T24" fmla="*/ 2 w 439"/>
                <a:gd name="T25" fmla="*/ 2 h 260"/>
                <a:gd name="T26" fmla="*/ 2 w 439"/>
                <a:gd name="T27" fmla="*/ 2 h 260"/>
                <a:gd name="T28" fmla="*/ 2 w 439"/>
                <a:gd name="T29" fmla="*/ 2 h 260"/>
                <a:gd name="T30" fmla="*/ 3 w 439"/>
                <a:gd name="T31" fmla="*/ 2 h 260"/>
                <a:gd name="T32" fmla="*/ 3 w 439"/>
                <a:gd name="T33" fmla="*/ 2 h 260"/>
                <a:gd name="T34" fmla="*/ 4 w 439"/>
                <a:gd name="T35" fmla="*/ 2 h 260"/>
                <a:gd name="T36" fmla="*/ 4 w 439"/>
                <a:gd name="T37" fmla="*/ 2 h 260"/>
                <a:gd name="T38" fmla="*/ 3 w 439"/>
                <a:gd name="T39" fmla="*/ 2 h 260"/>
                <a:gd name="T40" fmla="*/ 3 w 439"/>
                <a:gd name="T41" fmla="*/ 2 h 260"/>
                <a:gd name="T42" fmla="*/ 3 w 439"/>
                <a:gd name="T43" fmla="*/ 2 h 260"/>
                <a:gd name="T44" fmla="*/ 2 w 439"/>
                <a:gd name="T45" fmla="*/ 2 h 260"/>
                <a:gd name="T46" fmla="*/ 2 w 439"/>
                <a:gd name="T47" fmla="*/ 2 h 260"/>
                <a:gd name="T48" fmla="*/ 2 w 439"/>
                <a:gd name="T49" fmla="*/ 2 h 260"/>
                <a:gd name="T50" fmla="*/ 1 w 439"/>
                <a:gd name="T51" fmla="*/ 2 h 260"/>
                <a:gd name="T52" fmla="*/ 1 w 439"/>
                <a:gd name="T53" fmla="*/ 1 h 260"/>
                <a:gd name="T54" fmla="*/ 1 w 439"/>
                <a:gd name="T55" fmla="*/ 1 h 260"/>
                <a:gd name="T56" fmla="*/ 1 w 439"/>
                <a:gd name="T57" fmla="*/ 1 h 260"/>
                <a:gd name="T58" fmla="*/ 1 w 439"/>
                <a:gd name="T59" fmla="*/ 1 h 260"/>
                <a:gd name="T60" fmla="*/ 0 w 439"/>
                <a:gd name="T61" fmla="*/ 1 h 260"/>
                <a:gd name="T62" fmla="*/ 0 w 439"/>
                <a:gd name="T63" fmla="*/ 1 h 260"/>
                <a:gd name="T64" fmla="*/ 0 w 439"/>
                <a:gd name="T65" fmla="*/ 0 h 260"/>
                <a:gd name="T66" fmla="*/ 0 w 439"/>
                <a:gd name="T67" fmla="*/ 0 h 260"/>
                <a:gd name="T68" fmla="*/ 0 w 439"/>
                <a:gd name="T69" fmla="*/ 0 h 260"/>
                <a:gd name="T70" fmla="*/ 0 w 439"/>
                <a:gd name="T71" fmla="*/ 0 h 260"/>
                <a:gd name="T72" fmla="*/ 0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0" y="0"/>
                  </a:moveTo>
                  <a:lnTo>
                    <a:pt x="0" y="0"/>
                  </a:lnTo>
                  <a:lnTo>
                    <a:pt x="3" y="27"/>
                  </a:lnTo>
                  <a:lnTo>
                    <a:pt x="10" y="53"/>
                  </a:lnTo>
                  <a:lnTo>
                    <a:pt x="20" y="77"/>
                  </a:lnTo>
                  <a:lnTo>
                    <a:pt x="35" y="102"/>
                  </a:lnTo>
                  <a:lnTo>
                    <a:pt x="54" y="125"/>
                  </a:lnTo>
                  <a:lnTo>
                    <a:pt x="76" y="146"/>
                  </a:lnTo>
                  <a:lnTo>
                    <a:pt x="102" y="166"/>
                  </a:lnTo>
                  <a:lnTo>
                    <a:pt x="130" y="185"/>
                  </a:lnTo>
                  <a:lnTo>
                    <a:pt x="162" y="202"/>
                  </a:lnTo>
                  <a:lnTo>
                    <a:pt x="195" y="217"/>
                  </a:lnTo>
                  <a:lnTo>
                    <a:pt x="231" y="230"/>
                  </a:lnTo>
                  <a:lnTo>
                    <a:pt x="270" y="240"/>
                  </a:lnTo>
                  <a:lnTo>
                    <a:pt x="310" y="248"/>
                  </a:lnTo>
                  <a:lnTo>
                    <a:pt x="351" y="255"/>
                  </a:lnTo>
                  <a:lnTo>
                    <a:pt x="395" y="259"/>
                  </a:lnTo>
                  <a:lnTo>
                    <a:pt x="439" y="260"/>
                  </a:lnTo>
                  <a:lnTo>
                    <a:pt x="439" y="248"/>
                  </a:lnTo>
                  <a:lnTo>
                    <a:pt x="395" y="247"/>
                  </a:lnTo>
                  <a:lnTo>
                    <a:pt x="353" y="244"/>
                  </a:lnTo>
                  <a:lnTo>
                    <a:pt x="312" y="237"/>
                  </a:lnTo>
                  <a:lnTo>
                    <a:pt x="272" y="228"/>
                  </a:lnTo>
                  <a:lnTo>
                    <a:pt x="236" y="218"/>
                  </a:lnTo>
                  <a:lnTo>
                    <a:pt x="200" y="205"/>
                  </a:lnTo>
                  <a:lnTo>
                    <a:pt x="167" y="190"/>
                  </a:lnTo>
                  <a:lnTo>
                    <a:pt x="137" y="173"/>
                  </a:lnTo>
                  <a:lnTo>
                    <a:pt x="109" y="157"/>
                  </a:lnTo>
                  <a:lnTo>
                    <a:pt x="84" y="137"/>
                  </a:lnTo>
                  <a:lnTo>
                    <a:pt x="64" y="116"/>
                  </a:lnTo>
                  <a:lnTo>
                    <a:pt x="45" y="95"/>
                  </a:lnTo>
                  <a:lnTo>
                    <a:pt x="32" y="73"/>
                  </a:lnTo>
                  <a:lnTo>
                    <a:pt x="21" y="48"/>
                  </a:lnTo>
                  <a:lnTo>
                    <a:pt x="14" y="24"/>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9365" name="Freeform 56"/>
            <p:cNvSpPr>
              <a:spLocks/>
            </p:cNvSpPr>
            <p:nvPr/>
          </p:nvSpPr>
          <p:spPr bwMode="auto">
            <a:xfrm>
              <a:off x="1179" y="1588"/>
              <a:ext cx="88" cy="52"/>
            </a:xfrm>
            <a:custGeom>
              <a:avLst/>
              <a:gdLst>
                <a:gd name="T0" fmla="*/ 4 w 439"/>
                <a:gd name="T1" fmla="*/ 0 h 260"/>
                <a:gd name="T2" fmla="*/ 4 w 439"/>
                <a:gd name="T3" fmla="*/ 0 h 260"/>
                <a:gd name="T4" fmla="*/ 3 w 439"/>
                <a:gd name="T5" fmla="*/ 0 h 260"/>
                <a:gd name="T6" fmla="*/ 3 w 439"/>
                <a:gd name="T7" fmla="*/ 0 h 260"/>
                <a:gd name="T8" fmla="*/ 2 w 439"/>
                <a:gd name="T9" fmla="*/ 0 h 260"/>
                <a:gd name="T10" fmla="*/ 2 w 439"/>
                <a:gd name="T11" fmla="*/ 0 h 260"/>
                <a:gd name="T12" fmla="*/ 2 w 439"/>
                <a:gd name="T13" fmla="*/ 0 h 260"/>
                <a:gd name="T14" fmla="*/ 2 w 439"/>
                <a:gd name="T15" fmla="*/ 0 h 260"/>
                <a:gd name="T16" fmla="*/ 1 w 439"/>
                <a:gd name="T17" fmla="*/ 0 h 260"/>
                <a:gd name="T18" fmla="*/ 1 w 439"/>
                <a:gd name="T19" fmla="*/ 1 h 260"/>
                <a:gd name="T20" fmla="*/ 1 w 439"/>
                <a:gd name="T21" fmla="*/ 1 h 260"/>
                <a:gd name="T22" fmla="*/ 1 w 439"/>
                <a:gd name="T23" fmla="*/ 1 h 260"/>
                <a:gd name="T24" fmla="*/ 0 w 439"/>
                <a:gd name="T25" fmla="*/ 1 h 260"/>
                <a:gd name="T26" fmla="*/ 0 w 439"/>
                <a:gd name="T27" fmla="*/ 1 h 260"/>
                <a:gd name="T28" fmla="*/ 0 w 439"/>
                <a:gd name="T29" fmla="*/ 1 h 260"/>
                <a:gd name="T30" fmla="*/ 0 w 439"/>
                <a:gd name="T31" fmla="*/ 2 h 260"/>
                <a:gd name="T32" fmla="*/ 0 w 439"/>
                <a:gd name="T33" fmla="*/ 2 h 260"/>
                <a:gd name="T34" fmla="*/ 0 w 439"/>
                <a:gd name="T35" fmla="*/ 2 h 260"/>
                <a:gd name="T36" fmla="*/ 0 w 439"/>
                <a:gd name="T37" fmla="*/ 2 h 260"/>
                <a:gd name="T38" fmla="*/ 0 w 439"/>
                <a:gd name="T39" fmla="*/ 2 h 260"/>
                <a:gd name="T40" fmla="*/ 0 w 439"/>
                <a:gd name="T41" fmla="*/ 2 h 260"/>
                <a:gd name="T42" fmla="*/ 0 w 439"/>
                <a:gd name="T43" fmla="*/ 1 h 260"/>
                <a:gd name="T44" fmla="*/ 0 w 439"/>
                <a:gd name="T45" fmla="*/ 1 h 260"/>
                <a:gd name="T46" fmla="*/ 1 w 439"/>
                <a:gd name="T47" fmla="*/ 1 h 260"/>
                <a:gd name="T48" fmla="*/ 1 w 439"/>
                <a:gd name="T49" fmla="*/ 1 h 260"/>
                <a:gd name="T50" fmla="*/ 1 w 439"/>
                <a:gd name="T51" fmla="*/ 1 h 260"/>
                <a:gd name="T52" fmla="*/ 1 w 439"/>
                <a:gd name="T53" fmla="*/ 1 h 260"/>
                <a:gd name="T54" fmla="*/ 1 w 439"/>
                <a:gd name="T55" fmla="*/ 1 h 260"/>
                <a:gd name="T56" fmla="*/ 2 w 439"/>
                <a:gd name="T57" fmla="*/ 0 h 260"/>
                <a:gd name="T58" fmla="*/ 2 w 439"/>
                <a:gd name="T59" fmla="*/ 0 h 260"/>
                <a:gd name="T60" fmla="*/ 2 w 439"/>
                <a:gd name="T61" fmla="*/ 0 h 260"/>
                <a:gd name="T62" fmla="*/ 3 w 439"/>
                <a:gd name="T63" fmla="*/ 0 h 260"/>
                <a:gd name="T64" fmla="*/ 3 w 439"/>
                <a:gd name="T65" fmla="*/ 0 h 260"/>
                <a:gd name="T66" fmla="*/ 3 w 439"/>
                <a:gd name="T67" fmla="*/ 0 h 260"/>
                <a:gd name="T68" fmla="*/ 4 w 439"/>
                <a:gd name="T69" fmla="*/ 0 h 260"/>
                <a:gd name="T70" fmla="*/ 4 w 439"/>
                <a:gd name="T71" fmla="*/ 0 h 260"/>
                <a:gd name="T72" fmla="*/ 4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439" y="0"/>
                  </a:moveTo>
                  <a:lnTo>
                    <a:pt x="439" y="0"/>
                  </a:lnTo>
                  <a:lnTo>
                    <a:pt x="395" y="1"/>
                  </a:lnTo>
                  <a:lnTo>
                    <a:pt x="351" y="4"/>
                  </a:lnTo>
                  <a:lnTo>
                    <a:pt x="310" y="11"/>
                  </a:lnTo>
                  <a:lnTo>
                    <a:pt x="270" y="19"/>
                  </a:lnTo>
                  <a:lnTo>
                    <a:pt x="231" y="30"/>
                  </a:lnTo>
                  <a:lnTo>
                    <a:pt x="195" y="43"/>
                  </a:lnTo>
                  <a:lnTo>
                    <a:pt x="162" y="58"/>
                  </a:lnTo>
                  <a:lnTo>
                    <a:pt x="130" y="73"/>
                  </a:lnTo>
                  <a:lnTo>
                    <a:pt x="102" y="93"/>
                  </a:lnTo>
                  <a:lnTo>
                    <a:pt x="76" y="113"/>
                  </a:lnTo>
                  <a:lnTo>
                    <a:pt x="54" y="133"/>
                  </a:lnTo>
                  <a:lnTo>
                    <a:pt x="35" y="157"/>
                  </a:lnTo>
                  <a:lnTo>
                    <a:pt x="20" y="181"/>
                  </a:lnTo>
                  <a:lnTo>
                    <a:pt x="10" y="206"/>
                  </a:lnTo>
                  <a:lnTo>
                    <a:pt x="3" y="233"/>
                  </a:lnTo>
                  <a:lnTo>
                    <a:pt x="0" y="260"/>
                  </a:lnTo>
                  <a:lnTo>
                    <a:pt x="12" y="260"/>
                  </a:lnTo>
                  <a:lnTo>
                    <a:pt x="14" y="235"/>
                  </a:lnTo>
                  <a:lnTo>
                    <a:pt x="21" y="211"/>
                  </a:lnTo>
                  <a:lnTo>
                    <a:pt x="32" y="186"/>
                  </a:lnTo>
                  <a:lnTo>
                    <a:pt x="45" y="164"/>
                  </a:lnTo>
                  <a:lnTo>
                    <a:pt x="64" y="143"/>
                  </a:lnTo>
                  <a:lnTo>
                    <a:pt x="84" y="123"/>
                  </a:lnTo>
                  <a:lnTo>
                    <a:pt x="109" y="103"/>
                  </a:lnTo>
                  <a:lnTo>
                    <a:pt x="137" y="85"/>
                  </a:lnTo>
                  <a:lnTo>
                    <a:pt x="167" y="70"/>
                  </a:lnTo>
                  <a:lnTo>
                    <a:pt x="200" y="55"/>
                  </a:lnTo>
                  <a:lnTo>
                    <a:pt x="236" y="42"/>
                  </a:lnTo>
                  <a:lnTo>
                    <a:pt x="272" y="31"/>
                  </a:lnTo>
                  <a:lnTo>
                    <a:pt x="312" y="23"/>
                  </a:lnTo>
                  <a:lnTo>
                    <a:pt x="353" y="16"/>
                  </a:lnTo>
                  <a:lnTo>
                    <a:pt x="395" y="12"/>
                  </a:lnTo>
                  <a:lnTo>
                    <a:pt x="439" y="11"/>
                  </a:lnTo>
                  <a:lnTo>
                    <a:pt x="439"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9366" name="Freeform 57"/>
            <p:cNvSpPr>
              <a:spLocks/>
            </p:cNvSpPr>
            <p:nvPr/>
          </p:nvSpPr>
          <p:spPr bwMode="auto">
            <a:xfrm>
              <a:off x="964" y="1745"/>
              <a:ext cx="48" cy="85"/>
            </a:xfrm>
            <a:custGeom>
              <a:avLst/>
              <a:gdLst>
                <a:gd name="T0" fmla="*/ 2 w 244"/>
                <a:gd name="T1" fmla="*/ 3 h 426"/>
                <a:gd name="T2" fmla="*/ 2 w 244"/>
                <a:gd name="T3" fmla="*/ 3 h 426"/>
                <a:gd name="T4" fmla="*/ 2 w 244"/>
                <a:gd name="T5" fmla="*/ 3 h 426"/>
                <a:gd name="T6" fmla="*/ 2 w 244"/>
                <a:gd name="T7" fmla="*/ 3 h 426"/>
                <a:gd name="T8" fmla="*/ 2 w 244"/>
                <a:gd name="T9" fmla="*/ 2 h 426"/>
                <a:gd name="T10" fmla="*/ 2 w 244"/>
                <a:gd name="T11" fmla="*/ 2 h 426"/>
                <a:gd name="T12" fmla="*/ 2 w 244"/>
                <a:gd name="T13" fmla="*/ 2 h 426"/>
                <a:gd name="T14" fmla="*/ 2 w 244"/>
                <a:gd name="T15" fmla="*/ 2 h 426"/>
                <a:gd name="T16" fmla="*/ 1 w 244"/>
                <a:gd name="T17" fmla="*/ 1 h 426"/>
                <a:gd name="T18" fmla="*/ 1 w 244"/>
                <a:gd name="T19" fmla="*/ 1 h 426"/>
                <a:gd name="T20" fmla="*/ 1 w 244"/>
                <a:gd name="T21" fmla="*/ 1 h 426"/>
                <a:gd name="T22" fmla="*/ 1 w 244"/>
                <a:gd name="T23" fmla="*/ 1 h 426"/>
                <a:gd name="T24" fmla="*/ 1 w 244"/>
                <a:gd name="T25" fmla="*/ 0 h 426"/>
                <a:gd name="T26" fmla="*/ 1 w 244"/>
                <a:gd name="T27" fmla="*/ 0 h 426"/>
                <a:gd name="T28" fmla="*/ 1 w 244"/>
                <a:gd name="T29" fmla="*/ 0 h 426"/>
                <a:gd name="T30" fmla="*/ 0 w 244"/>
                <a:gd name="T31" fmla="*/ 0 h 426"/>
                <a:gd name="T32" fmla="*/ 0 w 244"/>
                <a:gd name="T33" fmla="*/ 0 h 426"/>
                <a:gd name="T34" fmla="*/ 0 w 244"/>
                <a:gd name="T35" fmla="*/ 0 h 426"/>
                <a:gd name="T36" fmla="*/ 0 w 244"/>
                <a:gd name="T37" fmla="*/ 0 h 426"/>
                <a:gd name="T38" fmla="*/ 0 w 244"/>
                <a:gd name="T39" fmla="*/ 0 h 426"/>
                <a:gd name="T40" fmla="*/ 0 w 244"/>
                <a:gd name="T41" fmla="*/ 0 h 426"/>
                <a:gd name="T42" fmla="*/ 1 w 244"/>
                <a:gd name="T43" fmla="*/ 0 h 426"/>
                <a:gd name="T44" fmla="*/ 1 w 244"/>
                <a:gd name="T45" fmla="*/ 0 h 426"/>
                <a:gd name="T46" fmla="*/ 1 w 244"/>
                <a:gd name="T47" fmla="*/ 0 h 426"/>
                <a:gd name="T48" fmla="*/ 1 w 244"/>
                <a:gd name="T49" fmla="*/ 1 h 426"/>
                <a:gd name="T50" fmla="*/ 1 w 244"/>
                <a:gd name="T51" fmla="*/ 1 h 426"/>
                <a:gd name="T52" fmla="*/ 1 w 244"/>
                <a:gd name="T53" fmla="*/ 1 h 426"/>
                <a:gd name="T54" fmla="*/ 1 w 244"/>
                <a:gd name="T55" fmla="*/ 1 h 426"/>
                <a:gd name="T56" fmla="*/ 1 w 244"/>
                <a:gd name="T57" fmla="*/ 2 h 426"/>
                <a:gd name="T58" fmla="*/ 2 w 244"/>
                <a:gd name="T59" fmla="*/ 2 h 426"/>
                <a:gd name="T60" fmla="*/ 2 w 244"/>
                <a:gd name="T61" fmla="*/ 2 h 426"/>
                <a:gd name="T62" fmla="*/ 2 w 244"/>
                <a:gd name="T63" fmla="*/ 2 h 426"/>
                <a:gd name="T64" fmla="*/ 2 w 244"/>
                <a:gd name="T65" fmla="*/ 3 h 426"/>
                <a:gd name="T66" fmla="*/ 2 w 244"/>
                <a:gd name="T67" fmla="*/ 3 h 426"/>
                <a:gd name="T68" fmla="*/ 2 w 244"/>
                <a:gd name="T69" fmla="*/ 3 h 426"/>
                <a:gd name="T70" fmla="*/ 2 w 244"/>
                <a:gd name="T71" fmla="*/ 3 h 426"/>
                <a:gd name="T72" fmla="*/ 2 w 244"/>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6"/>
                <a:gd name="T113" fmla="*/ 244 w 244"/>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6">
                  <a:moveTo>
                    <a:pt x="244" y="426"/>
                  </a:moveTo>
                  <a:lnTo>
                    <a:pt x="244" y="426"/>
                  </a:lnTo>
                  <a:lnTo>
                    <a:pt x="243" y="383"/>
                  </a:lnTo>
                  <a:lnTo>
                    <a:pt x="240" y="340"/>
                  </a:lnTo>
                  <a:lnTo>
                    <a:pt x="234" y="300"/>
                  </a:lnTo>
                  <a:lnTo>
                    <a:pt x="226" y="262"/>
                  </a:lnTo>
                  <a:lnTo>
                    <a:pt x="215" y="224"/>
                  </a:lnTo>
                  <a:lnTo>
                    <a:pt x="203" y="189"/>
                  </a:lnTo>
                  <a:lnTo>
                    <a:pt x="189" y="157"/>
                  </a:lnTo>
                  <a:lnTo>
                    <a:pt x="174" y="126"/>
                  </a:lnTo>
                  <a:lnTo>
                    <a:pt x="155" y="99"/>
                  </a:lnTo>
                  <a:lnTo>
                    <a:pt x="138" y="74"/>
                  </a:lnTo>
                  <a:lnTo>
                    <a:pt x="118" y="52"/>
                  </a:lnTo>
                  <a:lnTo>
                    <a:pt x="96" y="34"/>
                  </a:lnTo>
                  <a:lnTo>
                    <a:pt x="73" y="19"/>
                  </a:lnTo>
                  <a:lnTo>
                    <a:pt x="50" y="8"/>
                  </a:lnTo>
                  <a:lnTo>
                    <a:pt x="25" y="2"/>
                  </a:lnTo>
                  <a:lnTo>
                    <a:pt x="0" y="0"/>
                  </a:lnTo>
                  <a:lnTo>
                    <a:pt x="0" y="12"/>
                  </a:lnTo>
                  <a:lnTo>
                    <a:pt x="23" y="14"/>
                  </a:lnTo>
                  <a:lnTo>
                    <a:pt x="45" y="20"/>
                  </a:lnTo>
                  <a:lnTo>
                    <a:pt x="66" y="31"/>
                  </a:lnTo>
                  <a:lnTo>
                    <a:pt x="89" y="43"/>
                  </a:lnTo>
                  <a:lnTo>
                    <a:pt x="109" y="61"/>
                  </a:lnTo>
                  <a:lnTo>
                    <a:pt x="129" y="81"/>
                  </a:lnTo>
                  <a:lnTo>
                    <a:pt x="146" y="106"/>
                  </a:lnTo>
                  <a:lnTo>
                    <a:pt x="162" y="133"/>
                  </a:lnTo>
                  <a:lnTo>
                    <a:pt x="178" y="162"/>
                  </a:lnTo>
                  <a:lnTo>
                    <a:pt x="192" y="194"/>
                  </a:lnTo>
                  <a:lnTo>
                    <a:pt x="203" y="229"/>
                  </a:lnTo>
                  <a:lnTo>
                    <a:pt x="214" y="264"/>
                  </a:lnTo>
                  <a:lnTo>
                    <a:pt x="222" y="303"/>
                  </a:lnTo>
                  <a:lnTo>
                    <a:pt x="228" y="342"/>
                  </a:lnTo>
                  <a:lnTo>
                    <a:pt x="232" y="383"/>
                  </a:lnTo>
                  <a:lnTo>
                    <a:pt x="233" y="426"/>
                  </a:lnTo>
                  <a:lnTo>
                    <a:pt x="244"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9367" name="Freeform 58"/>
            <p:cNvSpPr>
              <a:spLocks/>
            </p:cNvSpPr>
            <p:nvPr/>
          </p:nvSpPr>
          <p:spPr bwMode="auto">
            <a:xfrm>
              <a:off x="964" y="1830"/>
              <a:ext cx="48" cy="85"/>
            </a:xfrm>
            <a:custGeom>
              <a:avLst/>
              <a:gdLst>
                <a:gd name="T0" fmla="*/ 0 w 244"/>
                <a:gd name="T1" fmla="*/ 3 h 424"/>
                <a:gd name="T2" fmla="*/ 0 w 244"/>
                <a:gd name="T3" fmla="*/ 3 h 424"/>
                <a:gd name="T4" fmla="*/ 0 w 244"/>
                <a:gd name="T5" fmla="*/ 3 h 424"/>
                <a:gd name="T6" fmla="*/ 0 w 244"/>
                <a:gd name="T7" fmla="*/ 3 h 424"/>
                <a:gd name="T8" fmla="*/ 1 w 244"/>
                <a:gd name="T9" fmla="*/ 3 h 424"/>
                <a:gd name="T10" fmla="*/ 1 w 244"/>
                <a:gd name="T11" fmla="*/ 3 h 424"/>
                <a:gd name="T12" fmla="*/ 1 w 244"/>
                <a:gd name="T13" fmla="*/ 3 h 424"/>
                <a:gd name="T14" fmla="*/ 1 w 244"/>
                <a:gd name="T15" fmla="*/ 3 h 424"/>
                <a:gd name="T16" fmla="*/ 1 w 244"/>
                <a:gd name="T17" fmla="*/ 3 h 424"/>
                <a:gd name="T18" fmla="*/ 1 w 244"/>
                <a:gd name="T19" fmla="*/ 2 h 424"/>
                <a:gd name="T20" fmla="*/ 1 w 244"/>
                <a:gd name="T21" fmla="*/ 2 h 424"/>
                <a:gd name="T22" fmla="*/ 2 w 244"/>
                <a:gd name="T23" fmla="*/ 2 h 424"/>
                <a:gd name="T24" fmla="*/ 2 w 244"/>
                <a:gd name="T25" fmla="*/ 2 h 424"/>
                <a:gd name="T26" fmla="*/ 2 w 244"/>
                <a:gd name="T27" fmla="*/ 1 h 424"/>
                <a:gd name="T28" fmla="*/ 2 w 244"/>
                <a:gd name="T29" fmla="*/ 1 h 424"/>
                <a:gd name="T30" fmla="*/ 2 w 244"/>
                <a:gd name="T31" fmla="*/ 1 h 424"/>
                <a:gd name="T32" fmla="*/ 2 w 244"/>
                <a:gd name="T33" fmla="*/ 0 h 424"/>
                <a:gd name="T34" fmla="*/ 2 w 244"/>
                <a:gd name="T35" fmla="*/ 0 h 424"/>
                <a:gd name="T36" fmla="*/ 2 w 244"/>
                <a:gd name="T37" fmla="*/ 0 h 424"/>
                <a:gd name="T38" fmla="*/ 2 w 244"/>
                <a:gd name="T39" fmla="*/ 0 h 424"/>
                <a:gd name="T40" fmla="*/ 2 w 244"/>
                <a:gd name="T41" fmla="*/ 1 h 424"/>
                <a:gd name="T42" fmla="*/ 2 w 244"/>
                <a:gd name="T43" fmla="*/ 1 h 424"/>
                <a:gd name="T44" fmla="*/ 2 w 244"/>
                <a:gd name="T45" fmla="*/ 1 h 424"/>
                <a:gd name="T46" fmla="*/ 2 w 244"/>
                <a:gd name="T47" fmla="*/ 2 h 424"/>
                <a:gd name="T48" fmla="*/ 1 w 244"/>
                <a:gd name="T49" fmla="*/ 2 h 424"/>
                <a:gd name="T50" fmla="*/ 1 w 244"/>
                <a:gd name="T51" fmla="*/ 2 h 424"/>
                <a:gd name="T52" fmla="*/ 1 w 244"/>
                <a:gd name="T53" fmla="*/ 2 h 424"/>
                <a:gd name="T54" fmla="*/ 1 w 244"/>
                <a:gd name="T55" fmla="*/ 3 h 424"/>
                <a:gd name="T56" fmla="*/ 1 w 244"/>
                <a:gd name="T57" fmla="*/ 3 h 424"/>
                <a:gd name="T58" fmla="*/ 1 w 244"/>
                <a:gd name="T59" fmla="*/ 3 h 424"/>
                <a:gd name="T60" fmla="*/ 1 w 244"/>
                <a:gd name="T61" fmla="*/ 3 h 424"/>
                <a:gd name="T62" fmla="*/ 1 w 244"/>
                <a:gd name="T63" fmla="*/ 3 h 424"/>
                <a:gd name="T64" fmla="*/ 0 w 244"/>
                <a:gd name="T65" fmla="*/ 3 h 424"/>
                <a:gd name="T66" fmla="*/ 0 w 244"/>
                <a:gd name="T67" fmla="*/ 3 h 424"/>
                <a:gd name="T68" fmla="*/ 0 w 244"/>
                <a:gd name="T69" fmla="*/ 3 h 424"/>
                <a:gd name="T70" fmla="*/ 0 w 244"/>
                <a:gd name="T71" fmla="*/ 3 h 424"/>
                <a:gd name="T72" fmla="*/ 0 w 244"/>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4"/>
                <a:gd name="T113" fmla="*/ 244 w 244"/>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4">
                  <a:moveTo>
                    <a:pt x="0" y="424"/>
                  </a:moveTo>
                  <a:lnTo>
                    <a:pt x="0" y="424"/>
                  </a:lnTo>
                  <a:lnTo>
                    <a:pt x="25" y="422"/>
                  </a:lnTo>
                  <a:lnTo>
                    <a:pt x="50" y="416"/>
                  </a:lnTo>
                  <a:lnTo>
                    <a:pt x="73" y="405"/>
                  </a:lnTo>
                  <a:lnTo>
                    <a:pt x="96" y="390"/>
                  </a:lnTo>
                  <a:lnTo>
                    <a:pt x="118" y="373"/>
                  </a:lnTo>
                  <a:lnTo>
                    <a:pt x="138" y="350"/>
                  </a:lnTo>
                  <a:lnTo>
                    <a:pt x="155" y="326"/>
                  </a:lnTo>
                  <a:lnTo>
                    <a:pt x="173" y="299"/>
                  </a:lnTo>
                  <a:lnTo>
                    <a:pt x="189" y="268"/>
                  </a:lnTo>
                  <a:lnTo>
                    <a:pt x="203" y="235"/>
                  </a:lnTo>
                  <a:lnTo>
                    <a:pt x="215" y="201"/>
                  </a:lnTo>
                  <a:lnTo>
                    <a:pt x="226" y="163"/>
                  </a:lnTo>
                  <a:lnTo>
                    <a:pt x="234" y="125"/>
                  </a:lnTo>
                  <a:lnTo>
                    <a:pt x="240" y="85"/>
                  </a:lnTo>
                  <a:lnTo>
                    <a:pt x="243" y="42"/>
                  </a:lnTo>
                  <a:lnTo>
                    <a:pt x="244" y="0"/>
                  </a:lnTo>
                  <a:lnTo>
                    <a:pt x="233" y="0"/>
                  </a:lnTo>
                  <a:lnTo>
                    <a:pt x="232" y="42"/>
                  </a:lnTo>
                  <a:lnTo>
                    <a:pt x="228" y="83"/>
                  </a:lnTo>
                  <a:lnTo>
                    <a:pt x="222" y="123"/>
                  </a:lnTo>
                  <a:lnTo>
                    <a:pt x="214" y="160"/>
                  </a:lnTo>
                  <a:lnTo>
                    <a:pt x="203" y="197"/>
                  </a:lnTo>
                  <a:lnTo>
                    <a:pt x="192" y="231"/>
                  </a:lnTo>
                  <a:lnTo>
                    <a:pt x="178" y="263"/>
                  </a:lnTo>
                  <a:lnTo>
                    <a:pt x="164" y="292"/>
                  </a:lnTo>
                  <a:lnTo>
                    <a:pt x="146" y="319"/>
                  </a:lnTo>
                  <a:lnTo>
                    <a:pt x="129" y="343"/>
                  </a:lnTo>
                  <a:lnTo>
                    <a:pt x="109" y="363"/>
                  </a:lnTo>
                  <a:lnTo>
                    <a:pt x="89" y="381"/>
                  </a:lnTo>
                  <a:lnTo>
                    <a:pt x="66" y="394"/>
                  </a:lnTo>
                  <a:lnTo>
                    <a:pt x="45" y="404"/>
                  </a:lnTo>
                  <a:lnTo>
                    <a:pt x="23" y="410"/>
                  </a:lnTo>
                  <a:lnTo>
                    <a:pt x="0" y="412"/>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9368" name="Freeform 59"/>
            <p:cNvSpPr>
              <a:spLocks/>
            </p:cNvSpPr>
            <p:nvPr/>
          </p:nvSpPr>
          <p:spPr bwMode="auto">
            <a:xfrm>
              <a:off x="915" y="1830"/>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1" y="42"/>
                  </a:lnTo>
                  <a:lnTo>
                    <a:pt x="4" y="85"/>
                  </a:lnTo>
                  <a:lnTo>
                    <a:pt x="10" y="125"/>
                  </a:lnTo>
                  <a:lnTo>
                    <a:pt x="19" y="163"/>
                  </a:lnTo>
                  <a:lnTo>
                    <a:pt x="29" y="201"/>
                  </a:lnTo>
                  <a:lnTo>
                    <a:pt x="41" y="235"/>
                  </a:lnTo>
                  <a:lnTo>
                    <a:pt x="55" y="268"/>
                  </a:lnTo>
                  <a:lnTo>
                    <a:pt x="71" y="299"/>
                  </a:lnTo>
                  <a:lnTo>
                    <a:pt x="89" y="326"/>
                  </a:lnTo>
                  <a:lnTo>
                    <a:pt x="106" y="350"/>
                  </a:lnTo>
                  <a:lnTo>
                    <a:pt x="126" y="373"/>
                  </a:lnTo>
                  <a:lnTo>
                    <a:pt x="149" y="390"/>
                  </a:lnTo>
                  <a:lnTo>
                    <a:pt x="171" y="405"/>
                  </a:lnTo>
                  <a:lnTo>
                    <a:pt x="194" y="416"/>
                  </a:lnTo>
                  <a:lnTo>
                    <a:pt x="219" y="422"/>
                  </a:lnTo>
                  <a:lnTo>
                    <a:pt x="245" y="424"/>
                  </a:lnTo>
                  <a:lnTo>
                    <a:pt x="245" y="412"/>
                  </a:lnTo>
                  <a:lnTo>
                    <a:pt x="221" y="410"/>
                  </a:lnTo>
                  <a:lnTo>
                    <a:pt x="199" y="404"/>
                  </a:lnTo>
                  <a:lnTo>
                    <a:pt x="178" y="394"/>
                  </a:lnTo>
                  <a:lnTo>
                    <a:pt x="156" y="381"/>
                  </a:lnTo>
                  <a:lnTo>
                    <a:pt x="136" y="363"/>
                  </a:lnTo>
                  <a:lnTo>
                    <a:pt x="116" y="343"/>
                  </a:lnTo>
                  <a:lnTo>
                    <a:pt x="98" y="319"/>
                  </a:lnTo>
                  <a:lnTo>
                    <a:pt x="81" y="292"/>
                  </a:lnTo>
                  <a:lnTo>
                    <a:pt x="67" y="263"/>
                  </a:lnTo>
                  <a:lnTo>
                    <a:pt x="52" y="231"/>
                  </a:lnTo>
                  <a:lnTo>
                    <a:pt x="41" y="197"/>
                  </a:lnTo>
                  <a:lnTo>
                    <a:pt x="30" y="160"/>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9369" name="Freeform 60"/>
            <p:cNvSpPr>
              <a:spLocks/>
            </p:cNvSpPr>
            <p:nvPr/>
          </p:nvSpPr>
          <p:spPr bwMode="auto">
            <a:xfrm>
              <a:off x="915" y="1745"/>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0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19" y="2"/>
                  </a:lnTo>
                  <a:lnTo>
                    <a:pt x="194" y="8"/>
                  </a:lnTo>
                  <a:lnTo>
                    <a:pt x="171" y="19"/>
                  </a:lnTo>
                  <a:lnTo>
                    <a:pt x="149" y="34"/>
                  </a:lnTo>
                  <a:lnTo>
                    <a:pt x="126" y="52"/>
                  </a:lnTo>
                  <a:lnTo>
                    <a:pt x="106" y="74"/>
                  </a:lnTo>
                  <a:lnTo>
                    <a:pt x="89" y="99"/>
                  </a:lnTo>
                  <a:lnTo>
                    <a:pt x="70" y="126"/>
                  </a:lnTo>
                  <a:lnTo>
                    <a:pt x="55" y="157"/>
                  </a:lnTo>
                  <a:lnTo>
                    <a:pt x="41" y="189"/>
                  </a:lnTo>
                  <a:lnTo>
                    <a:pt x="29" y="224"/>
                  </a:lnTo>
                  <a:lnTo>
                    <a:pt x="19" y="262"/>
                  </a:lnTo>
                  <a:lnTo>
                    <a:pt x="10" y="300"/>
                  </a:lnTo>
                  <a:lnTo>
                    <a:pt x="4" y="340"/>
                  </a:lnTo>
                  <a:lnTo>
                    <a:pt x="1" y="383"/>
                  </a:lnTo>
                  <a:lnTo>
                    <a:pt x="0" y="426"/>
                  </a:lnTo>
                  <a:lnTo>
                    <a:pt x="11" y="426"/>
                  </a:lnTo>
                  <a:lnTo>
                    <a:pt x="13" y="383"/>
                  </a:lnTo>
                  <a:lnTo>
                    <a:pt x="16" y="342"/>
                  </a:lnTo>
                  <a:lnTo>
                    <a:pt x="22" y="303"/>
                  </a:lnTo>
                  <a:lnTo>
                    <a:pt x="30" y="264"/>
                  </a:lnTo>
                  <a:lnTo>
                    <a:pt x="41" y="229"/>
                  </a:lnTo>
                  <a:lnTo>
                    <a:pt x="52" y="194"/>
                  </a:lnTo>
                  <a:lnTo>
                    <a:pt x="67" y="162"/>
                  </a:lnTo>
                  <a:lnTo>
                    <a:pt x="82" y="133"/>
                  </a:lnTo>
                  <a:lnTo>
                    <a:pt x="98" y="106"/>
                  </a:lnTo>
                  <a:lnTo>
                    <a:pt x="116" y="81"/>
                  </a:lnTo>
                  <a:lnTo>
                    <a:pt x="136" y="61"/>
                  </a:lnTo>
                  <a:lnTo>
                    <a:pt x="156" y="43"/>
                  </a:lnTo>
                  <a:lnTo>
                    <a:pt x="178" y="31"/>
                  </a:lnTo>
                  <a:lnTo>
                    <a:pt x="199" y="20"/>
                  </a:lnTo>
                  <a:lnTo>
                    <a:pt x="221"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9370" name="Freeform 61"/>
            <p:cNvSpPr>
              <a:spLocks/>
            </p:cNvSpPr>
            <p:nvPr/>
          </p:nvSpPr>
          <p:spPr bwMode="auto">
            <a:xfrm>
              <a:off x="1140" y="2087"/>
              <a:ext cx="49" cy="85"/>
            </a:xfrm>
            <a:custGeom>
              <a:avLst/>
              <a:gdLst>
                <a:gd name="T0" fmla="*/ 2 w 246"/>
                <a:gd name="T1" fmla="*/ 3 h 424"/>
                <a:gd name="T2" fmla="*/ 2 w 246"/>
                <a:gd name="T3" fmla="*/ 3 h 424"/>
                <a:gd name="T4" fmla="*/ 2 w 246"/>
                <a:gd name="T5" fmla="*/ 3 h 424"/>
                <a:gd name="T6" fmla="*/ 2 w 246"/>
                <a:gd name="T7" fmla="*/ 3 h 424"/>
                <a:gd name="T8" fmla="*/ 2 w 246"/>
                <a:gd name="T9" fmla="*/ 2 h 424"/>
                <a:gd name="T10" fmla="*/ 2 w 246"/>
                <a:gd name="T11" fmla="*/ 2 h 424"/>
                <a:gd name="T12" fmla="*/ 2 w 246"/>
                <a:gd name="T13" fmla="*/ 2 h 424"/>
                <a:gd name="T14" fmla="*/ 2 w 246"/>
                <a:gd name="T15" fmla="*/ 2 h 424"/>
                <a:gd name="T16" fmla="*/ 2 w 246"/>
                <a:gd name="T17" fmla="*/ 1 h 424"/>
                <a:gd name="T18" fmla="*/ 1 w 246"/>
                <a:gd name="T19" fmla="*/ 1 h 424"/>
                <a:gd name="T20" fmla="*/ 1 w 246"/>
                <a:gd name="T21" fmla="*/ 1 h 424"/>
                <a:gd name="T22" fmla="*/ 1 w 246"/>
                <a:gd name="T23" fmla="*/ 1 h 424"/>
                <a:gd name="T24" fmla="*/ 1 w 246"/>
                <a:gd name="T25" fmla="*/ 0 h 424"/>
                <a:gd name="T26" fmla="*/ 1 w 246"/>
                <a:gd name="T27" fmla="*/ 0 h 424"/>
                <a:gd name="T28" fmla="*/ 1 w 246"/>
                <a:gd name="T29" fmla="*/ 0 h 424"/>
                <a:gd name="T30" fmla="*/ 0 w 246"/>
                <a:gd name="T31" fmla="*/ 0 h 424"/>
                <a:gd name="T32" fmla="*/ 0 w 246"/>
                <a:gd name="T33" fmla="*/ 0 h 424"/>
                <a:gd name="T34" fmla="*/ 0 w 246"/>
                <a:gd name="T35" fmla="*/ 0 h 424"/>
                <a:gd name="T36" fmla="*/ 0 w 246"/>
                <a:gd name="T37" fmla="*/ 0 h 424"/>
                <a:gd name="T38" fmla="*/ 0 w 246"/>
                <a:gd name="T39" fmla="*/ 0 h 424"/>
                <a:gd name="T40" fmla="*/ 0 w 246"/>
                <a:gd name="T41" fmla="*/ 0 h 424"/>
                <a:gd name="T42" fmla="*/ 1 w 246"/>
                <a:gd name="T43" fmla="*/ 0 h 424"/>
                <a:gd name="T44" fmla="*/ 1 w 246"/>
                <a:gd name="T45" fmla="*/ 0 h 424"/>
                <a:gd name="T46" fmla="*/ 1 w 246"/>
                <a:gd name="T47" fmla="*/ 0 h 424"/>
                <a:gd name="T48" fmla="*/ 1 w 246"/>
                <a:gd name="T49" fmla="*/ 1 h 424"/>
                <a:gd name="T50" fmla="*/ 1 w 246"/>
                <a:gd name="T51" fmla="*/ 1 h 424"/>
                <a:gd name="T52" fmla="*/ 1 w 246"/>
                <a:gd name="T53" fmla="*/ 1 h 424"/>
                <a:gd name="T54" fmla="*/ 1 w 246"/>
                <a:gd name="T55" fmla="*/ 1 h 424"/>
                <a:gd name="T56" fmla="*/ 2 w 246"/>
                <a:gd name="T57" fmla="*/ 2 h 424"/>
                <a:gd name="T58" fmla="*/ 2 w 246"/>
                <a:gd name="T59" fmla="*/ 2 h 424"/>
                <a:gd name="T60" fmla="*/ 2 w 246"/>
                <a:gd name="T61" fmla="*/ 2 h 424"/>
                <a:gd name="T62" fmla="*/ 2 w 246"/>
                <a:gd name="T63" fmla="*/ 2 h 424"/>
                <a:gd name="T64" fmla="*/ 2 w 246"/>
                <a:gd name="T65" fmla="*/ 3 h 424"/>
                <a:gd name="T66" fmla="*/ 2 w 246"/>
                <a:gd name="T67" fmla="*/ 3 h 424"/>
                <a:gd name="T68" fmla="*/ 2 w 246"/>
                <a:gd name="T69" fmla="*/ 3 h 424"/>
                <a:gd name="T70" fmla="*/ 2 w 246"/>
                <a:gd name="T71" fmla="*/ 3 h 424"/>
                <a:gd name="T72" fmla="*/ 2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424"/>
                  </a:moveTo>
                  <a:lnTo>
                    <a:pt x="246" y="424"/>
                  </a:lnTo>
                  <a:lnTo>
                    <a:pt x="244" y="382"/>
                  </a:lnTo>
                  <a:lnTo>
                    <a:pt x="241" y="338"/>
                  </a:lnTo>
                  <a:lnTo>
                    <a:pt x="235" y="298"/>
                  </a:lnTo>
                  <a:lnTo>
                    <a:pt x="227" y="261"/>
                  </a:lnTo>
                  <a:lnTo>
                    <a:pt x="216" y="222"/>
                  </a:lnTo>
                  <a:lnTo>
                    <a:pt x="205" y="188"/>
                  </a:lnTo>
                  <a:lnTo>
                    <a:pt x="190" y="155"/>
                  </a:lnTo>
                  <a:lnTo>
                    <a:pt x="174" y="125"/>
                  </a:lnTo>
                  <a:lnTo>
                    <a:pt x="157" y="98"/>
                  </a:lnTo>
                  <a:lnTo>
                    <a:pt x="138" y="73"/>
                  </a:lnTo>
                  <a:lnTo>
                    <a:pt x="118" y="51"/>
                  </a:lnTo>
                  <a:lnTo>
                    <a:pt x="96" y="34"/>
                  </a:lnTo>
                  <a:lnTo>
                    <a:pt x="74" y="18"/>
                  </a:lnTo>
                  <a:lnTo>
                    <a:pt x="50" y="8"/>
                  </a:lnTo>
                  <a:lnTo>
                    <a:pt x="25" y="2"/>
                  </a:lnTo>
                  <a:lnTo>
                    <a:pt x="0" y="0"/>
                  </a:lnTo>
                  <a:lnTo>
                    <a:pt x="0" y="11"/>
                  </a:lnTo>
                  <a:lnTo>
                    <a:pt x="23" y="14"/>
                  </a:lnTo>
                  <a:lnTo>
                    <a:pt x="45" y="19"/>
                  </a:lnTo>
                  <a:lnTo>
                    <a:pt x="67" y="30"/>
                  </a:lnTo>
                  <a:lnTo>
                    <a:pt x="89" y="43"/>
                  </a:lnTo>
                  <a:lnTo>
                    <a:pt x="108" y="60"/>
                  </a:lnTo>
                  <a:lnTo>
                    <a:pt x="128" y="80"/>
                  </a:lnTo>
                  <a:lnTo>
                    <a:pt x="147" y="105"/>
                  </a:lnTo>
                  <a:lnTo>
                    <a:pt x="165" y="132"/>
                  </a:lnTo>
                  <a:lnTo>
                    <a:pt x="179" y="160"/>
                  </a:lnTo>
                  <a:lnTo>
                    <a:pt x="193" y="193"/>
                  </a:lnTo>
                  <a:lnTo>
                    <a:pt x="205" y="227"/>
                  </a:lnTo>
                  <a:lnTo>
                    <a:pt x="215" y="263"/>
                  </a:lnTo>
                  <a:lnTo>
                    <a:pt x="223" y="301"/>
                  </a:lnTo>
                  <a:lnTo>
                    <a:pt x="229" y="341"/>
                  </a:lnTo>
                  <a:lnTo>
                    <a:pt x="233" y="382"/>
                  </a:lnTo>
                  <a:lnTo>
                    <a:pt x="234" y="424"/>
                  </a:lnTo>
                  <a:lnTo>
                    <a:pt x="246"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9371" name="Freeform 62"/>
            <p:cNvSpPr>
              <a:spLocks/>
            </p:cNvSpPr>
            <p:nvPr/>
          </p:nvSpPr>
          <p:spPr bwMode="auto">
            <a:xfrm>
              <a:off x="1140" y="2172"/>
              <a:ext cx="49" cy="85"/>
            </a:xfrm>
            <a:custGeom>
              <a:avLst/>
              <a:gdLst>
                <a:gd name="T0" fmla="*/ 0 w 246"/>
                <a:gd name="T1" fmla="*/ 3 h 426"/>
                <a:gd name="T2" fmla="*/ 0 w 246"/>
                <a:gd name="T3" fmla="*/ 3 h 426"/>
                <a:gd name="T4" fmla="*/ 0 w 246"/>
                <a:gd name="T5" fmla="*/ 3 h 426"/>
                <a:gd name="T6" fmla="*/ 0 w 246"/>
                <a:gd name="T7" fmla="*/ 3 h 426"/>
                <a:gd name="T8" fmla="*/ 1 w 246"/>
                <a:gd name="T9" fmla="*/ 3 h 426"/>
                <a:gd name="T10" fmla="*/ 1 w 246"/>
                <a:gd name="T11" fmla="*/ 3 h 426"/>
                <a:gd name="T12" fmla="*/ 1 w 246"/>
                <a:gd name="T13" fmla="*/ 3 h 426"/>
                <a:gd name="T14" fmla="*/ 1 w 246"/>
                <a:gd name="T15" fmla="*/ 3 h 426"/>
                <a:gd name="T16" fmla="*/ 1 w 246"/>
                <a:gd name="T17" fmla="*/ 3 h 426"/>
                <a:gd name="T18" fmla="*/ 1 w 246"/>
                <a:gd name="T19" fmla="*/ 2 h 426"/>
                <a:gd name="T20" fmla="*/ 2 w 246"/>
                <a:gd name="T21" fmla="*/ 2 h 426"/>
                <a:gd name="T22" fmla="*/ 2 w 246"/>
                <a:gd name="T23" fmla="*/ 2 h 426"/>
                <a:gd name="T24" fmla="*/ 2 w 246"/>
                <a:gd name="T25" fmla="*/ 2 h 426"/>
                <a:gd name="T26" fmla="*/ 2 w 246"/>
                <a:gd name="T27" fmla="*/ 1 h 426"/>
                <a:gd name="T28" fmla="*/ 2 w 246"/>
                <a:gd name="T29" fmla="*/ 1 h 426"/>
                <a:gd name="T30" fmla="*/ 2 w 246"/>
                <a:gd name="T31" fmla="*/ 1 h 426"/>
                <a:gd name="T32" fmla="*/ 2 w 246"/>
                <a:gd name="T33" fmla="*/ 0 h 426"/>
                <a:gd name="T34" fmla="*/ 2 w 246"/>
                <a:gd name="T35" fmla="*/ 0 h 426"/>
                <a:gd name="T36" fmla="*/ 2 w 246"/>
                <a:gd name="T37" fmla="*/ 0 h 426"/>
                <a:gd name="T38" fmla="*/ 2 w 246"/>
                <a:gd name="T39" fmla="*/ 0 h 426"/>
                <a:gd name="T40" fmla="*/ 2 w 246"/>
                <a:gd name="T41" fmla="*/ 1 h 426"/>
                <a:gd name="T42" fmla="*/ 2 w 246"/>
                <a:gd name="T43" fmla="*/ 1 h 426"/>
                <a:gd name="T44" fmla="*/ 2 w 246"/>
                <a:gd name="T45" fmla="*/ 1 h 426"/>
                <a:gd name="T46" fmla="*/ 2 w 246"/>
                <a:gd name="T47" fmla="*/ 2 h 426"/>
                <a:gd name="T48" fmla="*/ 2 w 246"/>
                <a:gd name="T49" fmla="*/ 2 h 426"/>
                <a:gd name="T50" fmla="*/ 1 w 246"/>
                <a:gd name="T51" fmla="*/ 2 h 426"/>
                <a:gd name="T52" fmla="*/ 1 w 246"/>
                <a:gd name="T53" fmla="*/ 2 h 426"/>
                <a:gd name="T54" fmla="*/ 1 w 246"/>
                <a:gd name="T55" fmla="*/ 3 h 426"/>
                <a:gd name="T56" fmla="*/ 1 w 246"/>
                <a:gd name="T57" fmla="*/ 3 h 426"/>
                <a:gd name="T58" fmla="*/ 1 w 246"/>
                <a:gd name="T59" fmla="*/ 3 h 426"/>
                <a:gd name="T60" fmla="*/ 1 w 246"/>
                <a:gd name="T61" fmla="*/ 3 h 426"/>
                <a:gd name="T62" fmla="*/ 1 w 246"/>
                <a:gd name="T63" fmla="*/ 3 h 426"/>
                <a:gd name="T64" fmla="*/ 0 w 246"/>
                <a:gd name="T65" fmla="*/ 3 h 426"/>
                <a:gd name="T66" fmla="*/ 0 w 246"/>
                <a:gd name="T67" fmla="*/ 3 h 426"/>
                <a:gd name="T68" fmla="*/ 0 w 246"/>
                <a:gd name="T69" fmla="*/ 3 h 426"/>
                <a:gd name="T70" fmla="*/ 0 w 246"/>
                <a:gd name="T71" fmla="*/ 3 h 426"/>
                <a:gd name="T72" fmla="*/ 0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426"/>
                  </a:moveTo>
                  <a:lnTo>
                    <a:pt x="0" y="426"/>
                  </a:lnTo>
                  <a:lnTo>
                    <a:pt x="25" y="423"/>
                  </a:lnTo>
                  <a:lnTo>
                    <a:pt x="50" y="417"/>
                  </a:lnTo>
                  <a:lnTo>
                    <a:pt x="74" y="407"/>
                  </a:lnTo>
                  <a:lnTo>
                    <a:pt x="96" y="392"/>
                  </a:lnTo>
                  <a:lnTo>
                    <a:pt x="118" y="373"/>
                  </a:lnTo>
                  <a:lnTo>
                    <a:pt x="138" y="350"/>
                  </a:lnTo>
                  <a:lnTo>
                    <a:pt x="157" y="327"/>
                  </a:lnTo>
                  <a:lnTo>
                    <a:pt x="175" y="299"/>
                  </a:lnTo>
                  <a:lnTo>
                    <a:pt x="190" y="268"/>
                  </a:lnTo>
                  <a:lnTo>
                    <a:pt x="205" y="236"/>
                  </a:lnTo>
                  <a:lnTo>
                    <a:pt x="216" y="202"/>
                  </a:lnTo>
                  <a:lnTo>
                    <a:pt x="227" y="164"/>
                  </a:lnTo>
                  <a:lnTo>
                    <a:pt x="235" y="125"/>
                  </a:lnTo>
                  <a:lnTo>
                    <a:pt x="241" y="86"/>
                  </a:lnTo>
                  <a:lnTo>
                    <a:pt x="244" y="42"/>
                  </a:lnTo>
                  <a:lnTo>
                    <a:pt x="246" y="0"/>
                  </a:lnTo>
                  <a:lnTo>
                    <a:pt x="234" y="0"/>
                  </a:lnTo>
                  <a:lnTo>
                    <a:pt x="233" y="42"/>
                  </a:lnTo>
                  <a:lnTo>
                    <a:pt x="229" y="83"/>
                  </a:lnTo>
                  <a:lnTo>
                    <a:pt x="223" y="123"/>
                  </a:lnTo>
                  <a:lnTo>
                    <a:pt x="215" y="162"/>
                  </a:lnTo>
                  <a:lnTo>
                    <a:pt x="205" y="197"/>
                  </a:lnTo>
                  <a:lnTo>
                    <a:pt x="193" y="231"/>
                  </a:lnTo>
                  <a:lnTo>
                    <a:pt x="179" y="264"/>
                  </a:lnTo>
                  <a:lnTo>
                    <a:pt x="164" y="292"/>
                  </a:lnTo>
                  <a:lnTo>
                    <a:pt x="147" y="320"/>
                  </a:lnTo>
                  <a:lnTo>
                    <a:pt x="128" y="343"/>
                  </a:lnTo>
                  <a:lnTo>
                    <a:pt x="108" y="363"/>
                  </a:lnTo>
                  <a:lnTo>
                    <a:pt x="89" y="382"/>
                  </a:lnTo>
                  <a:lnTo>
                    <a:pt x="67" y="395"/>
                  </a:lnTo>
                  <a:lnTo>
                    <a:pt x="45" y="406"/>
                  </a:lnTo>
                  <a:lnTo>
                    <a:pt x="23" y="411"/>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9372" name="Freeform 63"/>
            <p:cNvSpPr>
              <a:spLocks/>
            </p:cNvSpPr>
            <p:nvPr/>
          </p:nvSpPr>
          <p:spPr bwMode="auto">
            <a:xfrm>
              <a:off x="1091" y="2172"/>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4" y="86"/>
                  </a:lnTo>
                  <a:lnTo>
                    <a:pt x="10" y="125"/>
                  </a:lnTo>
                  <a:lnTo>
                    <a:pt x="18" y="164"/>
                  </a:lnTo>
                  <a:lnTo>
                    <a:pt x="29" y="202"/>
                  </a:lnTo>
                  <a:lnTo>
                    <a:pt x="41" y="236"/>
                  </a:lnTo>
                  <a:lnTo>
                    <a:pt x="55" y="268"/>
                  </a:lnTo>
                  <a:lnTo>
                    <a:pt x="70" y="299"/>
                  </a:lnTo>
                  <a:lnTo>
                    <a:pt x="89" y="327"/>
                  </a:lnTo>
                  <a:lnTo>
                    <a:pt x="106" y="350"/>
                  </a:lnTo>
                  <a:lnTo>
                    <a:pt x="126" y="373"/>
                  </a:lnTo>
                  <a:lnTo>
                    <a:pt x="148" y="392"/>
                  </a:lnTo>
                  <a:lnTo>
                    <a:pt x="171" y="407"/>
                  </a:lnTo>
                  <a:lnTo>
                    <a:pt x="194" y="417"/>
                  </a:lnTo>
                  <a:lnTo>
                    <a:pt x="219" y="423"/>
                  </a:lnTo>
                  <a:lnTo>
                    <a:pt x="245" y="426"/>
                  </a:lnTo>
                  <a:lnTo>
                    <a:pt x="245" y="414"/>
                  </a:lnTo>
                  <a:lnTo>
                    <a:pt x="221" y="411"/>
                  </a:lnTo>
                  <a:lnTo>
                    <a:pt x="199" y="406"/>
                  </a:lnTo>
                  <a:lnTo>
                    <a:pt x="178" y="395"/>
                  </a:lnTo>
                  <a:lnTo>
                    <a:pt x="155" y="382"/>
                  </a:lnTo>
                  <a:lnTo>
                    <a:pt x="136" y="363"/>
                  </a:lnTo>
                  <a:lnTo>
                    <a:pt x="116" y="343"/>
                  </a:lnTo>
                  <a:lnTo>
                    <a:pt x="98" y="320"/>
                  </a:lnTo>
                  <a:lnTo>
                    <a:pt x="82" y="292"/>
                  </a:lnTo>
                  <a:lnTo>
                    <a:pt x="66" y="264"/>
                  </a:lnTo>
                  <a:lnTo>
                    <a:pt x="52" y="231"/>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9373" name="Freeform 64"/>
            <p:cNvSpPr>
              <a:spLocks/>
            </p:cNvSpPr>
            <p:nvPr/>
          </p:nvSpPr>
          <p:spPr bwMode="auto">
            <a:xfrm>
              <a:off x="1091" y="2087"/>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4" y="8"/>
                  </a:lnTo>
                  <a:lnTo>
                    <a:pt x="171" y="18"/>
                  </a:lnTo>
                  <a:lnTo>
                    <a:pt x="148" y="34"/>
                  </a:lnTo>
                  <a:lnTo>
                    <a:pt x="126" y="51"/>
                  </a:lnTo>
                  <a:lnTo>
                    <a:pt x="106" y="73"/>
                  </a:lnTo>
                  <a:lnTo>
                    <a:pt x="89" y="98"/>
                  </a:lnTo>
                  <a:lnTo>
                    <a:pt x="71" y="125"/>
                  </a:lnTo>
                  <a:lnTo>
                    <a:pt x="55" y="155"/>
                  </a:lnTo>
                  <a:lnTo>
                    <a:pt x="41" y="188"/>
                  </a:lnTo>
                  <a:lnTo>
                    <a:pt x="29" y="222"/>
                  </a:lnTo>
                  <a:lnTo>
                    <a:pt x="18" y="261"/>
                  </a:lnTo>
                  <a:lnTo>
                    <a:pt x="10" y="298"/>
                  </a:lnTo>
                  <a:lnTo>
                    <a:pt x="4" y="338"/>
                  </a:lnTo>
                  <a:lnTo>
                    <a:pt x="1" y="382"/>
                  </a:lnTo>
                  <a:lnTo>
                    <a:pt x="0" y="424"/>
                  </a:lnTo>
                  <a:lnTo>
                    <a:pt x="11" y="424"/>
                  </a:lnTo>
                  <a:lnTo>
                    <a:pt x="13" y="382"/>
                  </a:lnTo>
                  <a:lnTo>
                    <a:pt x="16" y="341"/>
                  </a:lnTo>
                  <a:lnTo>
                    <a:pt x="22" y="301"/>
                  </a:lnTo>
                  <a:lnTo>
                    <a:pt x="30" y="263"/>
                  </a:lnTo>
                  <a:lnTo>
                    <a:pt x="41" y="227"/>
                  </a:lnTo>
                  <a:lnTo>
                    <a:pt x="52" y="193"/>
                  </a:lnTo>
                  <a:lnTo>
                    <a:pt x="66" y="160"/>
                  </a:lnTo>
                  <a:lnTo>
                    <a:pt x="80" y="132"/>
                  </a:lnTo>
                  <a:lnTo>
                    <a:pt x="98" y="105"/>
                  </a:lnTo>
                  <a:lnTo>
                    <a:pt x="116" y="80"/>
                  </a:lnTo>
                  <a:lnTo>
                    <a:pt x="136" y="60"/>
                  </a:lnTo>
                  <a:lnTo>
                    <a:pt x="155" y="43"/>
                  </a:lnTo>
                  <a:lnTo>
                    <a:pt x="178" y="30"/>
                  </a:lnTo>
                  <a:lnTo>
                    <a:pt x="199" y="19"/>
                  </a:lnTo>
                  <a:lnTo>
                    <a:pt x="221" y="14"/>
                  </a:lnTo>
                  <a:lnTo>
                    <a:pt x="245" y="11"/>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9374" name="Freeform 65"/>
            <p:cNvSpPr>
              <a:spLocks/>
            </p:cNvSpPr>
            <p:nvPr/>
          </p:nvSpPr>
          <p:spPr bwMode="auto">
            <a:xfrm>
              <a:off x="1392" y="2118"/>
              <a:ext cx="49" cy="85"/>
            </a:xfrm>
            <a:custGeom>
              <a:avLst/>
              <a:gdLst>
                <a:gd name="T0" fmla="*/ 2 w 246"/>
                <a:gd name="T1" fmla="*/ 3 h 426"/>
                <a:gd name="T2" fmla="*/ 2 w 246"/>
                <a:gd name="T3" fmla="*/ 3 h 426"/>
                <a:gd name="T4" fmla="*/ 2 w 246"/>
                <a:gd name="T5" fmla="*/ 3 h 426"/>
                <a:gd name="T6" fmla="*/ 2 w 246"/>
                <a:gd name="T7" fmla="*/ 3 h 426"/>
                <a:gd name="T8" fmla="*/ 2 w 246"/>
                <a:gd name="T9" fmla="*/ 2 h 426"/>
                <a:gd name="T10" fmla="*/ 2 w 246"/>
                <a:gd name="T11" fmla="*/ 2 h 426"/>
                <a:gd name="T12" fmla="*/ 2 w 246"/>
                <a:gd name="T13" fmla="*/ 2 h 426"/>
                <a:gd name="T14" fmla="*/ 2 w 246"/>
                <a:gd name="T15" fmla="*/ 2 h 426"/>
                <a:gd name="T16" fmla="*/ 2 w 246"/>
                <a:gd name="T17" fmla="*/ 1 h 426"/>
                <a:gd name="T18" fmla="*/ 1 w 246"/>
                <a:gd name="T19" fmla="*/ 1 h 426"/>
                <a:gd name="T20" fmla="*/ 1 w 246"/>
                <a:gd name="T21" fmla="*/ 1 h 426"/>
                <a:gd name="T22" fmla="*/ 1 w 246"/>
                <a:gd name="T23" fmla="*/ 1 h 426"/>
                <a:gd name="T24" fmla="*/ 1 w 246"/>
                <a:gd name="T25" fmla="*/ 0 h 426"/>
                <a:gd name="T26" fmla="*/ 1 w 246"/>
                <a:gd name="T27" fmla="*/ 0 h 426"/>
                <a:gd name="T28" fmla="*/ 1 w 246"/>
                <a:gd name="T29" fmla="*/ 0 h 426"/>
                <a:gd name="T30" fmla="*/ 0 w 246"/>
                <a:gd name="T31" fmla="*/ 0 h 426"/>
                <a:gd name="T32" fmla="*/ 0 w 246"/>
                <a:gd name="T33" fmla="*/ 0 h 426"/>
                <a:gd name="T34" fmla="*/ 0 w 246"/>
                <a:gd name="T35" fmla="*/ 0 h 426"/>
                <a:gd name="T36" fmla="*/ 0 w 246"/>
                <a:gd name="T37" fmla="*/ 0 h 426"/>
                <a:gd name="T38" fmla="*/ 0 w 246"/>
                <a:gd name="T39" fmla="*/ 0 h 426"/>
                <a:gd name="T40" fmla="*/ 0 w 246"/>
                <a:gd name="T41" fmla="*/ 0 h 426"/>
                <a:gd name="T42" fmla="*/ 1 w 246"/>
                <a:gd name="T43" fmla="*/ 0 h 426"/>
                <a:gd name="T44" fmla="*/ 1 w 246"/>
                <a:gd name="T45" fmla="*/ 0 h 426"/>
                <a:gd name="T46" fmla="*/ 1 w 246"/>
                <a:gd name="T47" fmla="*/ 1 h 426"/>
                <a:gd name="T48" fmla="*/ 1 w 246"/>
                <a:gd name="T49" fmla="*/ 1 h 426"/>
                <a:gd name="T50" fmla="*/ 1 w 246"/>
                <a:gd name="T51" fmla="*/ 1 h 426"/>
                <a:gd name="T52" fmla="*/ 1 w 246"/>
                <a:gd name="T53" fmla="*/ 1 h 426"/>
                <a:gd name="T54" fmla="*/ 1 w 246"/>
                <a:gd name="T55" fmla="*/ 1 h 426"/>
                <a:gd name="T56" fmla="*/ 2 w 246"/>
                <a:gd name="T57" fmla="*/ 2 h 426"/>
                <a:gd name="T58" fmla="*/ 2 w 246"/>
                <a:gd name="T59" fmla="*/ 2 h 426"/>
                <a:gd name="T60" fmla="*/ 2 w 246"/>
                <a:gd name="T61" fmla="*/ 2 h 426"/>
                <a:gd name="T62" fmla="*/ 2 w 246"/>
                <a:gd name="T63" fmla="*/ 2 h 426"/>
                <a:gd name="T64" fmla="*/ 2 w 246"/>
                <a:gd name="T65" fmla="*/ 3 h 426"/>
                <a:gd name="T66" fmla="*/ 2 w 246"/>
                <a:gd name="T67" fmla="*/ 3 h 426"/>
                <a:gd name="T68" fmla="*/ 2 w 246"/>
                <a:gd name="T69" fmla="*/ 3 h 426"/>
                <a:gd name="T70" fmla="*/ 2 w 246"/>
                <a:gd name="T71" fmla="*/ 3 h 426"/>
                <a:gd name="T72" fmla="*/ 2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246" y="426"/>
                  </a:moveTo>
                  <a:lnTo>
                    <a:pt x="246" y="426"/>
                  </a:lnTo>
                  <a:lnTo>
                    <a:pt x="245" y="384"/>
                  </a:lnTo>
                  <a:lnTo>
                    <a:pt x="242" y="340"/>
                  </a:lnTo>
                  <a:lnTo>
                    <a:pt x="236" y="301"/>
                  </a:lnTo>
                  <a:lnTo>
                    <a:pt x="228" y="262"/>
                  </a:lnTo>
                  <a:lnTo>
                    <a:pt x="217" y="224"/>
                  </a:lnTo>
                  <a:lnTo>
                    <a:pt x="205" y="190"/>
                  </a:lnTo>
                  <a:lnTo>
                    <a:pt x="191" y="158"/>
                  </a:lnTo>
                  <a:lnTo>
                    <a:pt x="176" y="126"/>
                  </a:lnTo>
                  <a:lnTo>
                    <a:pt x="157" y="99"/>
                  </a:lnTo>
                  <a:lnTo>
                    <a:pt x="139" y="75"/>
                  </a:lnTo>
                  <a:lnTo>
                    <a:pt x="119" y="53"/>
                  </a:lnTo>
                  <a:lnTo>
                    <a:pt x="96" y="34"/>
                  </a:lnTo>
                  <a:lnTo>
                    <a:pt x="75" y="19"/>
                  </a:lnTo>
                  <a:lnTo>
                    <a:pt x="51" y="9"/>
                  </a:lnTo>
                  <a:lnTo>
                    <a:pt x="26" y="3"/>
                  </a:lnTo>
                  <a:lnTo>
                    <a:pt x="0" y="0"/>
                  </a:lnTo>
                  <a:lnTo>
                    <a:pt x="0" y="12"/>
                  </a:lnTo>
                  <a:lnTo>
                    <a:pt x="24" y="15"/>
                  </a:lnTo>
                  <a:lnTo>
                    <a:pt x="46" y="20"/>
                  </a:lnTo>
                  <a:lnTo>
                    <a:pt x="68" y="31"/>
                  </a:lnTo>
                  <a:lnTo>
                    <a:pt x="89" y="44"/>
                  </a:lnTo>
                  <a:lnTo>
                    <a:pt x="109" y="63"/>
                  </a:lnTo>
                  <a:lnTo>
                    <a:pt x="129" y="83"/>
                  </a:lnTo>
                  <a:lnTo>
                    <a:pt x="148" y="106"/>
                  </a:lnTo>
                  <a:lnTo>
                    <a:pt x="164" y="133"/>
                  </a:lnTo>
                  <a:lnTo>
                    <a:pt x="180" y="162"/>
                  </a:lnTo>
                  <a:lnTo>
                    <a:pt x="194" y="195"/>
                  </a:lnTo>
                  <a:lnTo>
                    <a:pt x="205" y="229"/>
                  </a:lnTo>
                  <a:lnTo>
                    <a:pt x="216" y="264"/>
                  </a:lnTo>
                  <a:lnTo>
                    <a:pt x="224" y="303"/>
                  </a:lnTo>
                  <a:lnTo>
                    <a:pt x="230" y="343"/>
                  </a:lnTo>
                  <a:lnTo>
                    <a:pt x="233" y="384"/>
                  </a:lnTo>
                  <a:lnTo>
                    <a:pt x="235" y="426"/>
                  </a:lnTo>
                  <a:lnTo>
                    <a:pt x="246"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9375" name="Freeform 66"/>
            <p:cNvSpPr>
              <a:spLocks/>
            </p:cNvSpPr>
            <p:nvPr/>
          </p:nvSpPr>
          <p:spPr bwMode="auto">
            <a:xfrm>
              <a:off x="1392" y="2203"/>
              <a:ext cx="49" cy="85"/>
            </a:xfrm>
            <a:custGeom>
              <a:avLst/>
              <a:gdLst>
                <a:gd name="T0" fmla="*/ 0 w 246"/>
                <a:gd name="T1" fmla="*/ 3 h 424"/>
                <a:gd name="T2" fmla="*/ 0 w 246"/>
                <a:gd name="T3" fmla="*/ 3 h 424"/>
                <a:gd name="T4" fmla="*/ 0 w 246"/>
                <a:gd name="T5" fmla="*/ 3 h 424"/>
                <a:gd name="T6" fmla="*/ 0 w 246"/>
                <a:gd name="T7" fmla="*/ 3 h 424"/>
                <a:gd name="T8" fmla="*/ 1 w 246"/>
                <a:gd name="T9" fmla="*/ 3 h 424"/>
                <a:gd name="T10" fmla="*/ 1 w 246"/>
                <a:gd name="T11" fmla="*/ 3 h 424"/>
                <a:gd name="T12" fmla="*/ 1 w 246"/>
                <a:gd name="T13" fmla="*/ 3 h 424"/>
                <a:gd name="T14" fmla="*/ 1 w 246"/>
                <a:gd name="T15" fmla="*/ 3 h 424"/>
                <a:gd name="T16" fmla="*/ 1 w 246"/>
                <a:gd name="T17" fmla="*/ 3 h 424"/>
                <a:gd name="T18" fmla="*/ 1 w 246"/>
                <a:gd name="T19" fmla="*/ 2 h 424"/>
                <a:gd name="T20" fmla="*/ 2 w 246"/>
                <a:gd name="T21" fmla="*/ 2 h 424"/>
                <a:gd name="T22" fmla="*/ 2 w 246"/>
                <a:gd name="T23" fmla="*/ 2 h 424"/>
                <a:gd name="T24" fmla="*/ 2 w 246"/>
                <a:gd name="T25" fmla="*/ 2 h 424"/>
                <a:gd name="T26" fmla="*/ 2 w 246"/>
                <a:gd name="T27" fmla="*/ 1 h 424"/>
                <a:gd name="T28" fmla="*/ 2 w 246"/>
                <a:gd name="T29" fmla="*/ 1 h 424"/>
                <a:gd name="T30" fmla="*/ 2 w 246"/>
                <a:gd name="T31" fmla="*/ 1 h 424"/>
                <a:gd name="T32" fmla="*/ 2 w 246"/>
                <a:gd name="T33" fmla="*/ 0 h 424"/>
                <a:gd name="T34" fmla="*/ 2 w 246"/>
                <a:gd name="T35" fmla="*/ 0 h 424"/>
                <a:gd name="T36" fmla="*/ 2 w 246"/>
                <a:gd name="T37" fmla="*/ 0 h 424"/>
                <a:gd name="T38" fmla="*/ 2 w 246"/>
                <a:gd name="T39" fmla="*/ 0 h 424"/>
                <a:gd name="T40" fmla="*/ 2 w 246"/>
                <a:gd name="T41" fmla="*/ 1 h 424"/>
                <a:gd name="T42" fmla="*/ 2 w 246"/>
                <a:gd name="T43" fmla="*/ 1 h 424"/>
                <a:gd name="T44" fmla="*/ 2 w 246"/>
                <a:gd name="T45" fmla="*/ 1 h 424"/>
                <a:gd name="T46" fmla="*/ 2 w 246"/>
                <a:gd name="T47" fmla="*/ 2 h 424"/>
                <a:gd name="T48" fmla="*/ 2 w 246"/>
                <a:gd name="T49" fmla="*/ 2 h 424"/>
                <a:gd name="T50" fmla="*/ 1 w 246"/>
                <a:gd name="T51" fmla="*/ 2 h 424"/>
                <a:gd name="T52" fmla="*/ 1 w 246"/>
                <a:gd name="T53" fmla="*/ 2 h 424"/>
                <a:gd name="T54" fmla="*/ 1 w 246"/>
                <a:gd name="T55" fmla="*/ 3 h 424"/>
                <a:gd name="T56" fmla="*/ 1 w 246"/>
                <a:gd name="T57" fmla="*/ 3 h 424"/>
                <a:gd name="T58" fmla="*/ 1 w 246"/>
                <a:gd name="T59" fmla="*/ 3 h 424"/>
                <a:gd name="T60" fmla="*/ 1 w 246"/>
                <a:gd name="T61" fmla="*/ 3 h 424"/>
                <a:gd name="T62" fmla="*/ 1 w 246"/>
                <a:gd name="T63" fmla="*/ 3 h 424"/>
                <a:gd name="T64" fmla="*/ 0 w 246"/>
                <a:gd name="T65" fmla="*/ 3 h 424"/>
                <a:gd name="T66" fmla="*/ 0 w 246"/>
                <a:gd name="T67" fmla="*/ 3 h 424"/>
                <a:gd name="T68" fmla="*/ 0 w 246"/>
                <a:gd name="T69" fmla="*/ 3 h 424"/>
                <a:gd name="T70" fmla="*/ 0 w 246"/>
                <a:gd name="T71" fmla="*/ 3 h 424"/>
                <a:gd name="T72" fmla="*/ 0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0" y="424"/>
                  </a:moveTo>
                  <a:lnTo>
                    <a:pt x="0" y="424"/>
                  </a:lnTo>
                  <a:lnTo>
                    <a:pt x="26" y="422"/>
                  </a:lnTo>
                  <a:lnTo>
                    <a:pt x="51" y="416"/>
                  </a:lnTo>
                  <a:lnTo>
                    <a:pt x="75" y="406"/>
                  </a:lnTo>
                  <a:lnTo>
                    <a:pt x="96" y="390"/>
                  </a:lnTo>
                  <a:lnTo>
                    <a:pt x="119" y="373"/>
                  </a:lnTo>
                  <a:lnTo>
                    <a:pt x="139" y="351"/>
                  </a:lnTo>
                  <a:lnTo>
                    <a:pt x="157" y="326"/>
                  </a:lnTo>
                  <a:lnTo>
                    <a:pt x="175" y="299"/>
                  </a:lnTo>
                  <a:lnTo>
                    <a:pt x="191" y="269"/>
                  </a:lnTo>
                  <a:lnTo>
                    <a:pt x="205" y="236"/>
                  </a:lnTo>
                  <a:lnTo>
                    <a:pt x="217" y="202"/>
                  </a:lnTo>
                  <a:lnTo>
                    <a:pt x="228" y="163"/>
                  </a:lnTo>
                  <a:lnTo>
                    <a:pt x="236" y="125"/>
                  </a:lnTo>
                  <a:lnTo>
                    <a:pt x="242" y="86"/>
                  </a:lnTo>
                  <a:lnTo>
                    <a:pt x="245" y="42"/>
                  </a:lnTo>
                  <a:lnTo>
                    <a:pt x="246" y="0"/>
                  </a:lnTo>
                  <a:lnTo>
                    <a:pt x="235" y="0"/>
                  </a:lnTo>
                  <a:lnTo>
                    <a:pt x="233" y="42"/>
                  </a:lnTo>
                  <a:lnTo>
                    <a:pt x="230" y="83"/>
                  </a:lnTo>
                  <a:lnTo>
                    <a:pt x="224" y="123"/>
                  </a:lnTo>
                  <a:lnTo>
                    <a:pt x="216" y="161"/>
                  </a:lnTo>
                  <a:lnTo>
                    <a:pt x="205" y="197"/>
                  </a:lnTo>
                  <a:lnTo>
                    <a:pt x="194" y="231"/>
                  </a:lnTo>
                  <a:lnTo>
                    <a:pt x="180" y="264"/>
                  </a:lnTo>
                  <a:lnTo>
                    <a:pt x="166" y="292"/>
                  </a:lnTo>
                  <a:lnTo>
                    <a:pt x="148" y="319"/>
                  </a:lnTo>
                  <a:lnTo>
                    <a:pt x="129" y="344"/>
                  </a:lnTo>
                  <a:lnTo>
                    <a:pt x="109" y="364"/>
                  </a:lnTo>
                  <a:lnTo>
                    <a:pt x="89" y="381"/>
                  </a:lnTo>
                  <a:lnTo>
                    <a:pt x="68" y="394"/>
                  </a:lnTo>
                  <a:lnTo>
                    <a:pt x="46" y="405"/>
                  </a:lnTo>
                  <a:lnTo>
                    <a:pt x="24" y="410"/>
                  </a:lnTo>
                  <a:lnTo>
                    <a:pt x="0" y="413"/>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9376" name="Freeform 67"/>
            <p:cNvSpPr>
              <a:spLocks/>
            </p:cNvSpPr>
            <p:nvPr/>
          </p:nvSpPr>
          <p:spPr bwMode="auto">
            <a:xfrm>
              <a:off x="1343" y="2203"/>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2" y="42"/>
                  </a:lnTo>
                  <a:lnTo>
                    <a:pt x="5" y="86"/>
                  </a:lnTo>
                  <a:lnTo>
                    <a:pt x="11" y="125"/>
                  </a:lnTo>
                  <a:lnTo>
                    <a:pt x="19" y="163"/>
                  </a:lnTo>
                  <a:lnTo>
                    <a:pt x="30" y="202"/>
                  </a:lnTo>
                  <a:lnTo>
                    <a:pt x="41" y="236"/>
                  </a:lnTo>
                  <a:lnTo>
                    <a:pt x="56" y="269"/>
                  </a:lnTo>
                  <a:lnTo>
                    <a:pt x="72" y="299"/>
                  </a:lnTo>
                  <a:lnTo>
                    <a:pt x="90" y="326"/>
                  </a:lnTo>
                  <a:lnTo>
                    <a:pt x="108" y="351"/>
                  </a:lnTo>
                  <a:lnTo>
                    <a:pt x="127" y="373"/>
                  </a:lnTo>
                  <a:lnTo>
                    <a:pt x="149" y="390"/>
                  </a:lnTo>
                  <a:lnTo>
                    <a:pt x="172" y="406"/>
                  </a:lnTo>
                  <a:lnTo>
                    <a:pt x="195" y="416"/>
                  </a:lnTo>
                  <a:lnTo>
                    <a:pt x="220" y="422"/>
                  </a:lnTo>
                  <a:lnTo>
                    <a:pt x="245" y="424"/>
                  </a:lnTo>
                  <a:lnTo>
                    <a:pt x="245" y="413"/>
                  </a:lnTo>
                  <a:lnTo>
                    <a:pt x="222" y="410"/>
                  </a:lnTo>
                  <a:lnTo>
                    <a:pt x="200" y="405"/>
                  </a:lnTo>
                  <a:lnTo>
                    <a:pt x="179" y="394"/>
                  </a:lnTo>
                  <a:lnTo>
                    <a:pt x="156" y="381"/>
                  </a:lnTo>
                  <a:lnTo>
                    <a:pt x="136" y="364"/>
                  </a:lnTo>
                  <a:lnTo>
                    <a:pt x="118" y="344"/>
                  </a:lnTo>
                  <a:lnTo>
                    <a:pt x="99" y="319"/>
                  </a:lnTo>
                  <a:lnTo>
                    <a:pt x="81" y="292"/>
                  </a:lnTo>
                  <a:lnTo>
                    <a:pt x="67" y="264"/>
                  </a:lnTo>
                  <a:lnTo>
                    <a:pt x="53" y="231"/>
                  </a:lnTo>
                  <a:lnTo>
                    <a:pt x="41" y="197"/>
                  </a:lnTo>
                  <a:lnTo>
                    <a:pt x="31" y="161"/>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9377" name="Freeform 68"/>
            <p:cNvSpPr>
              <a:spLocks/>
            </p:cNvSpPr>
            <p:nvPr/>
          </p:nvSpPr>
          <p:spPr bwMode="auto">
            <a:xfrm>
              <a:off x="1343" y="2118"/>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1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20" y="3"/>
                  </a:lnTo>
                  <a:lnTo>
                    <a:pt x="195" y="9"/>
                  </a:lnTo>
                  <a:lnTo>
                    <a:pt x="172" y="19"/>
                  </a:lnTo>
                  <a:lnTo>
                    <a:pt x="149" y="34"/>
                  </a:lnTo>
                  <a:lnTo>
                    <a:pt x="127" y="53"/>
                  </a:lnTo>
                  <a:lnTo>
                    <a:pt x="108" y="75"/>
                  </a:lnTo>
                  <a:lnTo>
                    <a:pt x="90" y="99"/>
                  </a:lnTo>
                  <a:lnTo>
                    <a:pt x="71" y="126"/>
                  </a:lnTo>
                  <a:lnTo>
                    <a:pt x="56" y="158"/>
                  </a:lnTo>
                  <a:lnTo>
                    <a:pt x="41" y="190"/>
                  </a:lnTo>
                  <a:lnTo>
                    <a:pt x="30" y="224"/>
                  </a:lnTo>
                  <a:lnTo>
                    <a:pt x="19" y="262"/>
                  </a:lnTo>
                  <a:lnTo>
                    <a:pt x="11" y="301"/>
                  </a:lnTo>
                  <a:lnTo>
                    <a:pt x="5" y="340"/>
                  </a:lnTo>
                  <a:lnTo>
                    <a:pt x="2" y="384"/>
                  </a:lnTo>
                  <a:lnTo>
                    <a:pt x="0" y="426"/>
                  </a:lnTo>
                  <a:lnTo>
                    <a:pt x="12" y="426"/>
                  </a:lnTo>
                  <a:lnTo>
                    <a:pt x="13" y="384"/>
                  </a:lnTo>
                  <a:lnTo>
                    <a:pt x="17" y="343"/>
                  </a:lnTo>
                  <a:lnTo>
                    <a:pt x="23" y="303"/>
                  </a:lnTo>
                  <a:lnTo>
                    <a:pt x="31" y="264"/>
                  </a:lnTo>
                  <a:lnTo>
                    <a:pt x="41" y="229"/>
                  </a:lnTo>
                  <a:lnTo>
                    <a:pt x="53" y="195"/>
                  </a:lnTo>
                  <a:lnTo>
                    <a:pt x="67" y="162"/>
                  </a:lnTo>
                  <a:lnTo>
                    <a:pt x="82" y="133"/>
                  </a:lnTo>
                  <a:lnTo>
                    <a:pt x="99" y="106"/>
                  </a:lnTo>
                  <a:lnTo>
                    <a:pt x="118" y="83"/>
                  </a:lnTo>
                  <a:lnTo>
                    <a:pt x="136" y="63"/>
                  </a:lnTo>
                  <a:lnTo>
                    <a:pt x="156" y="44"/>
                  </a:lnTo>
                  <a:lnTo>
                    <a:pt x="179" y="31"/>
                  </a:lnTo>
                  <a:lnTo>
                    <a:pt x="200" y="20"/>
                  </a:lnTo>
                  <a:lnTo>
                    <a:pt x="222" y="15"/>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9378" name="Freeform 69"/>
            <p:cNvSpPr>
              <a:spLocks/>
            </p:cNvSpPr>
            <p:nvPr/>
          </p:nvSpPr>
          <p:spPr bwMode="auto">
            <a:xfrm>
              <a:off x="1384" y="1859"/>
              <a:ext cx="49" cy="84"/>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1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3" y="382"/>
                  </a:lnTo>
                  <a:lnTo>
                    <a:pt x="240" y="339"/>
                  </a:lnTo>
                  <a:lnTo>
                    <a:pt x="234" y="299"/>
                  </a:lnTo>
                  <a:lnTo>
                    <a:pt x="226" y="261"/>
                  </a:lnTo>
                  <a:lnTo>
                    <a:pt x="215" y="222"/>
                  </a:lnTo>
                  <a:lnTo>
                    <a:pt x="204" y="188"/>
                  </a:lnTo>
                  <a:lnTo>
                    <a:pt x="189" y="156"/>
                  </a:lnTo>
                  <a:lnTo>
                    <a:pt x="173" y="125"/>
                  </a:lnTo>
                  <a:lnTo>
                    <a:pt x="155" y="98"/>
                  </a:lnTo>
                  <a:lnTo>
                    <a:pt x="138" y="74"/>
                  </a:lnTo>
                  <a:lnTo>
                    <a:pt x="118" y="51"/>
                  </a:lnTo>
                  <a:lnTo>
                    <a:pt x="96" y="34"/>
                  </a:lnTo>
                  <a:lnTo>
                    <a:pt x="73" y="18"/>
                  </a:lnTo>
                  <a:lnTo>
                    <a:pt x="50" y="8"/>
                  </a:lnTo>
                  <a:lnTo>
                    <a:pt x="25" y="2"/>
                  </a:lnTo>
                  <a:lnTo>
                    <a:pt x="0" y="0"/>
                  </a:lnTo>
                  <a:lnTo>
                    <a:pt x="0" y="11"/>
                  </a:lnTo>
                  <a:lnTo>
                    <a:pt x="23" y="14"/>
                  </a:lnTo>
                  <a:lnTo>
                    <a:pt x="45" y="20"/>
                  </a:lnTo>
                  <a:lnTo>
                    <a:pt x="66" y="30"/>
                  </a:lnTo>
                  <a:lnTo>
                    <a:pt x="89" y="43"/>
                  </a:lnTo>
                  <a:lnTo>
                    <a:pt x="109" y="61"/>
                  </a:lnTo>
                  <a:lnTo>
                    <a:pt x="129" y="81"/>
                  </a:lnTo>
                  <a:lnTo>
                    <a:pt x="146" y="105"/>
                  </a:lnTo>
                  <a:lnTo>
                    <a:pt x="164" y="132"/>
                  </a:lnTo>
                  <a:lnTo>
                    <a:pt x="178" y="160"/>
                  </a:lnTo>
                  <a:lnTo>
                    <a:pt x="192" y="193"/>
                  </a:lnTo>
                  <a:lnTo>
                    <a:pt x="204" y="227"/>
                  </a:lnTo>
                  <a:lnTo>
                    <a:pt x="214" y="264"/>
                  </a:lnTo>
                  <a:lnTo>
                    <a:pt x="222" y="301"/>
                  </a:lnTo>
                  <a:lnTo>
                    <a:pt x="228"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9379" name="Freeform 70"/>
            <p:cNvSpPr>
              <a:spLocks/>
            </p:cNvSpPr>
            <p:nvPr/>
          </p:nvSpPr>
          <p:spPr bwMode="auto">
            <a:xfrm>
              <a:off x="1384" y="1943"/>
              <a:ext cx="49" cy="86"/>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5" y="423"/>
                  </a:lnTo>
                  <a:lnTo>
                    <a:pt x="50" y="418"/>
                  </a:lnTo>
                  <a:lnTo>
                    <a:pt x="73" y="407"/>
                  </a:lnTo>
                  <a:lnTo>
                    <a:pt x="96" y="392"/>
                  </a:lnTo>
                  <a:lnTo>
                    <a:pt x="118" y="374"/>
                  </a:lnTo>
                  <a:lnTo>
                    <a:pt x="138" y="352"/>
                  </a:lnTo>
                  <a:lnTo>
                    <a:pt x="155" y="327"/>
                  </a:lnTo>
                  <a:lnTo>
                    <a:pt x="174" y="300"/>
                  </a:lnTo>
                  <a:lnTo>
                    <a:pt x="189" y="269"/>
                  </a:lnTo>
                  <a:lnTo>
                    <a:pt x="204" y="237"/>
                  </a:lnTo>
                  <a:lnTo>
                    <a:pt x="215" y="202"/>
                  </a:lnTo>
                  <a:lnTo>
                    <a:pt x="226" y="164"/>
                  </a:lnTo>
                  <a:lnTo>
                    <a:pt x="234" y="126"/>
                  </a:lnTo>
                  <a:lnTo>
                    <a:pt x="240" y="86"/>
                  </a:lnTo>
                  <a:lnTo>
                    <a:pt x="243" y="42"/>
                  </a:lnTo>
                  <a:lnTo>
                    <a:pt x="245" y="0"/>
                  </a:lnTo>
                  <a:lnTo>
                    <a:pt x="233" y="0"/>
                  </a:lnTo>
                  <a:lnTo>
                    <a:pt x="232" y="42"/>
                  </a:lnTo>
                  <a:lnTo>
                    <a:pt x="228" y="83"/>
                  </a:lnTo>
                  <a:lnTo>
                    <a:pt x="222" y="123"/>
                  </a:lnTo>
                  <a:lnTo>
                    <a:pt x="214" y="162"/>
                  </a:lnTo>
                  <a:lnTo>
                    <a:pt x="204" y="197"/>
                  </a:lnTo>
                  <a:lnTo>
                    <a:pt x="192" y="232"/>
                  </a:lnTo>
                  <a:lnTo>
                    <a:pt x="178" y="264"/>
                  </a:lnTo>
                  <a:lnTo>
                    <a:pt x="163" y="293"/>
                  </a:lnTo>
                  <a:lnTo>
                    <a:pt x="146" y="320"/>
                  </a:lnTo>
                  <a:lnTo>
                    <a:pt x="129" y="345"/>
                  </a:lnTo>
                  <a:lnTo>
                    <a:pt x="109" y="365"/>
                  </a:lnTo>
                  <a:lnTo>
                    <a:pt x="89" y="382"/>
                  </a:lnTo>
                  <a:lnTo>
                    <a:pt x="66" y="395"/>
                  </a:lnTo>
                  <a:lnTo>
                    <a:pt x="45" y="406"/>
                  </a:lnTo>
                  <a:lnTo>
                    <a:pt x="23"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9380" name="Freeform 71"/>
            <p:cNvSpPr>
              <a:spLocks/>
            </p:cNvSpPr>
            <p:nvPr/>
          </p:nvSpPr>
          <p:spPr bwMode="auto">
            <a:xfrm>
              <a:off x="1335" y="1943"/>
              <a:ext cx="49" cy="86"/>
            </a:xfrm>
            <a:custGeom>
              <a:avLst/>
              <a:gdLst>
                <a:gd name="T0" fmla="*/ 0 w 246"/>
                <a:gd name="T1" fmla="*/ 0 h 426"/>
                <a:gd name="T2" fmla="*/ 0 w 246"/>
                <a:gd name="T3" fmla="*/ 0 h 426"/>
                <a:gd name="T4" fmla="*/ 0 w 246"/>
                <a:gd name="T5" fmla="*/ 0 h 426"/>
                <a:gd name="T6" fmla="*/ 0 w 246"/>
                <a:gd name="T7" fmla="*/ 1 h 426"/>
                <a:gd name="T8" fmla="*/ 0 w 246"/>
                <a:gd name="T9" fmla="*/ 1 h 426"/>
                <a:gd name="T10" fmla="*/ 0 w 246"/>
                <a:gd name="T11" fmla="*/ 1 h 426"/>
                <a:gd name="T12" fmla="*/ 0 w 246"/>
                <a:gd name="T13" fmla="*/ 2 h 426"/>
                <a:gd name="T14" fmla="*/ 0 w 246"/>
                <a:gd name="T15" fmla="*/ 2 h 426"/>
                <a:gd name="T16" fmla="*/ 0 w 246"/>
                <a:gd name="T17" fmla="*/ 2 h 426"/>
                <a:gd name="T18" fmla="*/ 1 w 246"/>
                <a:gd name="T19" fmla="*/ 2 h 426"/>
                <a:gd name="T20" fmla="*/ 1 w 246"/>
                <a:gd name="T21" fmla="*/ 3 h 426"/>
                <a:gd name="T22" fmla="*/ 1 w 246"/>
                <a:gd name="T23" fmla="*/ 3 h 426"/>
                <a:gd name="T24" fmla="*/ 1 w 246"/>
                <a:gd name="T25" fmla="*/ 3 h 426"/>
                <a:gd name="T26" fmla="*/ 1 w 246"/>
                <a:gd name="T27" fmla="*/ 3 h 426"/>
                <a:gd name="T28" fmla="*/ 1 w 246"/>
                <a:gd name="T29" fmla="*/ 3 h 426"/>
                <a:gd name="T30" fmla="*/ 2 w 246"/>
                <a:gd name="T31" fmla="*/ 3 h 426"/>
                <a:gd name="T32" fmla="*/ 2 w 246"/>
                <a:gd name="T33" fmla="*/ 3 h 426"/>
                <a:gd name="T34" fmla="*/ 2 w 246"/>
                <a:gd name="T35" fmla="*/ 3 h 426"/>
                <a:gd name="T36" fmla="*/ 2 w 246"/>
                <a:gd name="T37" fmla="*/ 3 h 426"/>
                <a:gd name="T38" fmla="*/ 2 w 246"/>
                <a:gd name="T39" fmla="*/ 3 h 426"/>
                <a:gd name="T40" fmla="*/ 2 w 246"/>
                <a:gd name="T41" fmla="*/ 3 h 426"/>
                <a:gd name="T42" fmla="*/ 1 w 246"/>
                <a:gd name="T43" fmla="*/ 3 h 426"/>
                <a:gd name="T44" fmla="*/ 1 w 246"/>
                <a:gd name="T45" fmla="*/ 3 h 426"/>
                <a:gd name="T46" fmla="*/ 1 w 246"/>
                <a:gd name="T47" fmla="*/ 3 h 426"/>
                <a:gd name="T48" fmla="*/ 1 w 246"/>
                <a:gd name="T49" fmla="*/ 3 h 426"/>
                <a:gd name="T50" fmla="*/ 1 w 246"/>
                <a:gd name="T51" fmla="*/ 3 h 426"/>
                <a:gd name="T52" fmla="*/ 1 w 246"/>
                <a:gd name="T53" fmla="*/ 2 h 426"/>
                <a:gd name="T54" fmla="*/ 1 w 246"/>
                <a:gd name="T55" fmla="*/ 2 h 426"/>
                <a:gd name="T56" fmla="*/ 0 w 246"/>
                <a:gd name="T57" fmla="*/ 2 h 426"/>
                <a:gd name="T58" fmla="*/ 0 w 246"/>
                <a:gd name="T59" fmla="*/ 2 h 426"/>
                <a:gd name="T60" fmla="*/ 0 w 246"/>
                <a:gd name="T61" fmla="*/ 1 h 426"/>
                <a:gd name="T62" fmla="*/ 0 w 246"/>
                <a:gd name="T63" fmla="*/ 1 h 426"/>
                <a:gd name="T64" fmla="*/ 0 w 246"/>
                <a:gd name="T65" fmla="*/ 1 h 426"/>
                <a:gd name="T66" fmla="*/ 0 w 246"/>
                <a:gd name="T67" fmla="*/ 0 h 426"/>
                <a:gd name="T68" fmla="*/ 0 w 246"/>
                <a:gd name="T69" fmla="*/ 0 h 426"/>
                <a:gd name="T70" fmla="*/ 0 w 246"/>
                <a:gd name="T71" fmla="*/ 0 h 426"/>
                <a:gd name="T72" fmla="*/ 0 w 246"/>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0"/>
                  </a:moveTo>
                  <a:lnTo>
                    <a:pt x="0" y="0"/>
                  </a:lnTo>
                  <a:lnTo>
                    <a:pt x="1" y="42"/>
                  </a:lnTo>
                  <a:lnTo>
                    <a:pt x="4" y="86"/>
                  </a:lnTo>
                  <a:lnTo>
                    <a:pt x="10" y="126"/>
                  </a:lnTo>
                  <a:lnTo>
                    <a:pt x="18" y="164"/>
                  </a:lnTo>
                  <a:lnTo>
                    <a:pt x="29" y="202"/>
                  </a:lnTo>
                  <a:lnTo>
                    <a:pt x="41" y="237"/>
                  </a:lnTo>
                  <a:lnTo>
                    <a:pt x="55" y="269"/>
                  </a:lnTo>
                  <a:lnTo>
                    <a:pt x="71" y="300"/>
                  </a:lnTo>
                  <a:lnTo>
                    <a:pt x="89" y="327"/>
                  </a:lnTo>
                  <a:lnTo>
                    <a:pt x="107" y="352"/>
                  </a:lnTo>
                  <a:lnTo>
                    <a:pt x="127" y="374"/>
                  </a:lnTo>
                  <a:lnTo>
                    <a:pt x="150" y="392"/>
                  </a:lnTo>
                  <a:lnTo>
                    <a:pt x="171" y="407"/>
                  </a:lnTo>
                  <a:lnTo>
                    <a:pt x="195" y="418"/>
                  </a:lnTo>
                  <a:lnTo>
                    <a:pt x="220" y="423"/>
                  </a:lnTo>
                  <a:lnTo>
                    <a:pt x="246" y="426"/>
                  </a:lnTo>
                  <a:lnTo>
                    <a:pt x="246" y="414"/>
                  </a:lnTo>
                  <a:lnTo>
                    <a:pt x="222" y="412"/>
                  </a:lnTo>
                  <a:lnTo>
                    <a:pt x="200" y="406"/>
                  </a:lnTo>
                  <a:lnTo>
                    <a:pt x="178" y="395"/>
                  </a:lnTo>
                  <a:lnTo>
                    <a:pt x="157" y="382"/>
                  </a:lnTo>
                  <a:lnTo>
                    <a:pt x="137" y="365"/>
                  </a:lnTo>
                  <a:lnTo>
                    <a:pt x="117" y="345"/>
                  </a:lnTo>
                  <a:lnTo>
                    <a:pt x="98" y="320"/>
                  </a:lnTo>
                  <a:lnTo>
                    <a:pt x="83" y="293"/>
                  </a:lnTo>
                  <a:lnTo>
                    <a:pt x="66" y="264"/>
                  </a:lnTo>
                  <a:lnTo>
                    <a:pt x="52" y="232"/>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9381" name="Freeform 72"/>
            <p:cNvSpPr>
              <a:spLocks/>
            </p:cNvSpPr>
            <p:nvPr/>
          </p:nvSpPr>
          <p:spPr bwMode="auto">
            <a:xfrm>
              <a:off x="1335" y="1859"/>
              <a:ext cx="49" cy="84"/>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1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0" y="2"/>
                  </a:lnTo>
                  <a:lnTo>
                    <a:pt x="195" y="8"/>
                  </a:lnTo>
                  <a:lnTo>
                    <a:pt x="171" y="18"/>
                  </a:lnTo>
                  <a:lnTo>
                    <a:pt x="150" y="34"/>
                  </a:lnTo>
                  <a:lnTo>
                    <a:pt x="127" y="51"/>
                  </a:lnTo>
                  <a:lnTo>
                    <a:pt x="107" y="74"/>
                  </a:lnTo>
                  <a:lnTo>
                    <a:pt x="89" y="98"/>
                  </a:lnTo>
                  <a:lnTo>
                    <a:pt x="72" y="125"/>
                  </a:lnTo>
                  <a:lnTo>
                    <a:pt x="55" y="156"/>
                  </a:lnTo>
                  <a:lnTo>
                    <a:pt x="41" y="188"/>
                  </a:lnTo>
                  <a:lnTo>
                    <a:pt x="29" y="222"/>
                  </a:lnTo>
                  <a:lnTo>
                    <a:pt x="18" y="261"/>
                  </a:lnTo>
                  <a:lnTo>
                    <a:pt x="10" y="299"/>
                  </a:lnTo>
                  <a:lnTo>
                    <a:pt x="4" y="339"/>
                  </a:lnTo>
                  <a:lnTo>
                    <a:pt x="1" y="382"/>
                  </a:lnTo>
                  <a:lnTo>
                    <a:pt x="0" y="424"/>
                  </a:lnTo>
                  <a:lnTo>
                    <a:pt x="11" y="424"/>
                  </a:lnTo>
                  <a:lnTo>
                    <a:pt x="13" y="382"/>
                  </a:lnTo>
                  <a:lnTo>
                    <a:pt x="16" y="341"/>
                  </a:lnTo>
                  <a:lnTo>
                    <a:pt x="22" y="301"/>
                  </a:lnTo>
                  <a:lnTo>
                    <a:pt x="30" y="264"/>
                  </a:lnTo>
                  <a:lnTo>
                    <a:pt x="41" y="227"/>
                  </a:lnTo>
                  <a:lnTo>
                    <a:pt x="52" y="193"/>
                  </a:lnTo>
                  <a:lnTo>
                    <a:pt x="66" y="160"/>
                  </a:lnTo>
                  <a:lnTo>
                    <a:pt x="82" y="132"/>
                  </a:lnTo>
                  <a:lnTo>
                    <a:pt x="98" y="105"/>
                  </a:lnTo>
                  <a:lnTo>
                    <a:pt x="117" y="81"/>
                  </a:lnTo>
                  <a:lnTo>
                    <a:pt x="137" y="61"/>
                  </a:lnTo>
                  <a:lnTo>
                    <a:pt x="157" y="43"/>
                  </a:lnTo>
                  <a:lnTo>
                    <a:pt x="178" y="30"/>
                  </a:lnTo>
                  <a:lnTo>
                    <a:pt x="200" y="20"/>
                  </a:lnTo>
                  <a:lnTo>
                    <a:pt x="222" y="14"/>
                  </a:lnTo>
                  <a:lnTo>
                    <a:pt x="246" y="11"/>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9382" name="Freeform 73"/>
            <p:cNvSpPr>
              <a:spLocks/>
            </p:cNvSpPr>
            <p:nvPr/>
          </p:nvSpPr>
          <p:spPr bwMode="auto">
            <a:xfrm>
              <a:off x="1552" y="1751"/>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1" y="339"/>
                  </a:lnTo>
                  <a:lnTo>
                    <a:pt x="235" y="299"/>
                  </a:lnTo>
                  <a:lnTo>
                    <a:pt x="226" y="261"/>
                  </a:lnTo>
                  <a:lnTo>
                    <a:pt x="216" y="223"/>
                  </a:lnTo>
                  <a:lnTo>
                    <a:pt x="204" y="189"/>
                  </a:lnTo>
                  <a:lnTo>
                    <a:pt x="190" y="156"/>
                  </a:lnTo>
                  <a:lnTo>
                    <a:pt x="174" y="125"/>
                  </a:lnTo>
                  <a:lnTo>
                    <a:pt x="156" y="98"/>
                  </a:lnTo>
                  <a:lnTo>
                    <a:pt x="137" y="74"/>
                  </a:lnTo>
                  <a:lnTo>
                    <a:pt x="119" y="52"/>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8" y="81"/>
                  </a:lnTo>
                  <a:lnTo>
                    <a:pt x="147" y="105"/>
                  </a:lnTo>
                  <a:lnTo>
                    <a:pt x="164" y="132"/>
                  </a:lnTo>
                  <a:lnTo>
                    <a:pt x="178" y="161"/>
                  </a:lnTo>
                  <a:lnTo>
                    <a:pt x="193" y="193"/>
                  </a:lnTo>
                  <a:lnTo>
                    <a:pt x="204" y="227"/>
                  </a:lnTo>
                  <a:lnTo>
                    <a:pt x="215" y="264"/>
                  </a:lnTo>
                  <a:lnTo>
                    <a:pt x="223" y="301"/>
                  </a:lnTo>
                  <a:lnTo>
                    <a:pt x="229" y="341"/>
                  </a:lnTo>
                  <a:lnTo>
                    <a:pt x="232" y="382"/>
                  </a:lnTo>
                  <a:lnTo>
                    <a:pt x="234"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9383" name="Freeform 74"/>
            <p:cNvSpPr>
              <a:spLocks/>
            </p:cNvSpPr>
            <p:nvPr/>
          </p:nvSpPr>
          <p:spPr bwMode="auto">
            <a:xfrm>
              <a:off x="1552" y="1836"/>
              <a:ext cx="49" cy="85"/>
            </a:xfrm>
            <a:custGeom>
              <a:avLst/>
              <a:gdLst>
                <a:gd name="T0" fmla="*/ 0 w 245"/>
                <a:gd name="T1" fmla="*/ 3 h 425"/>
                <a:gd name="T2" fmla="*/ 0 w 245"/>
                <a:gd name="T3" fmla="*/ 3 h 425"/>
                <a:gd name="T4" fmla="*/ 0 w 245"/>
                <a:gd name="T5" fmla="*/ 3 h 425"/>
                <a:gd name="T6" fmla="*/ 0 w 245"/>
                <a:gd name="T7" fmla="*/ 3 h 425"/>
                <a:gd name="T8" fmla="*/ 1 w 245"/>
                <a:gd name="T9" fmla="*/ 3 h 425"/>
                <a:gd name="T10" fmla="*/ 1 w 245"/>
                <a:gd name="T11" fmla="*/ 3 h 425"/>
                <a:gd name="T12" fmla="*/ 1 w 245"/>
                <a:gd name="T13" fmla="*/ 3 h 425"/>
                <a:gd name="T14" fmla="*/ 1 w 245"/>
                <a:gd name="T15" fmla="*/ 3 h 425"/>
                <a:gd name="T16" fmla="*/ 1 w 245"/>
                <a:gd name="T17" fmla="*/ 3 h 425"/>
                <a:gd name="T18" fmla="*/ 1 w 245"/>
                <a:gd name="T19" fmla="*/ 2 h 425"/>
                <a:gd name="T20" fmla="*/ 2 w 245"/>
                <a:gd name="T21" fmla="*/ 2 h 425"/>
                <a:gd name="T22" fmla="*/ 2 w 245"/>
                <a:gd name="T23" fmla="*/ 2 h 425"/>
                <a:gd name="T24" fmla="*/ 2 w 245"/>
                <a:gd name="T25" fmla="*/ 2 h 425"/>
                <a:gd name="T26" fmla="*/ 2 w 245"/>
                <a:gd name="T27" fmla="*/ 1 h 425"/>
                <a:gd name="T28" fmla="*/ 2 w 245"/>
                <a:gd name="T29" fmla="*/ 1 h 425"/>
                <a:gd name="T30" fmla="*/ 2 w 245"/>
                <a:gd name="T31" fmla="*/ 1 h 425"/>
                <a:gd name="T32" fmla="*/ 2 w 245"/>
                <a:gd name="T33" fmla="*/ 0 h 425"/>
                <a:gd name="T34" fmla="*/ 2 w 245"/>
                <a:gd name="T35" fmla="*/ 0 h 425"/>
                <a:gd name="T36" fmla="*/ 2 w 245"/>
                <a:gd name="T37" fmla="*/ 0 h 425"/>
                <a:gd name="T38" fmla="*/ 2 w 245"/>
                <a:gd name="T39" fmla="*/ 0 h 425"/>
                <a:gd name="T40" fmla="*/ 2 w 245"/>
                <a:gd name="T41" fmla="*/ 1 h 425"/>
                <a:gd name="T42" fmla="*/ 2 w 245"/>
                <a:gd name="T43" fmla="*/ 1 h 425"/>
                <a:gd name="T44" fmla="*/ 2 w 245"/>
                <a:gd name="T45" fmla="*/ 1 h 425"/>
                <a:gd name="T46" fmla="*/ 2 w 245"/>
                <a:gd name="T47" fmla="*/ 2 h 425"/>
                <a:gd name="T48" fmla="*/ 2 w 245"/>
                <a:gd name="T49" fmla="*/ 2 h 425"/>
                <a:gd name="T50" fmla="*/ 1 w 245"/>
                <a:gd name="T51" fmla="*/ 2 h 425"/>
                <a:gd name="T52" fmla="*/ 1 w 245"/>
                <a:gd name="T53" fmla="*/ 2 h 425"/>
                <a:gd name="T54" fmla="*/ 1 w 245"/>
                <a:gd name="T55" fmla="*/ 3 h 425"/>
                <a:gd name="T56" fmla="*/ 1 w 245"/>
                <a:gd name="T57" fmla="*/ 3 h 425"/>
                <a:gd name="T58" fmla="*/ 1 w 245"/>
                <a:gd name="T59" fmla="*/ 3 h 425"/>
                <a:gd name="T60" fmla="*/ 1 w 245"/>
                <a:gd name="T61" fmla="*/ 3 h 425"/>
                <a:gd name="T62" fmla="*/ 1 w 245"/>
                <a:gd name="T63" fmla="*/ 3 h 425"/>
                <a:gd name="T64" fmla="*/ 0 w 245"/>
                <a:gd name="T65" fmla="*/ 3 h 425"/>
                <a:gd name="T66" fmla="*/ 0 w 245"/>
                <a:gd name="T67" fmla="*/ 3 h 425"/>
                <a:gd name="T68" fmla="*/ 0 w 245"/>
                <a:gd name="T69" fmla="*/ 3 h 425"/>
                <a:gd name="T70" fmla="*/ 0 w 245"/>
                <a:gd name="T71" fmla="*/ 3 h 425"/>
                <a:gd name="T72" fmla="*/ 0 w 245"/>
                <a:gd name="T73" fmla="*/ 3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5"/>
                <a:gd name="T113" fmla="*/ 245 w 245"/>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5">
                  <a:moveTo>
                    <a:pt x="0" y="425"/>
                  </a:moveTo>
                  <a:lnTo>
                    <a:pt x="0" y="425"/>
                  </a:lnTo>
                  <a:lnTo>
                    <a:pt x="26" y="422"/>
                  </a:lnTo>
                  <a:lnTo>
                    <a:pt x="51" y="417"/>
                  </a:lnTo>
                  <a:lnTo>
                    <a:pt x="74" y="406"/>
                  </a:lnTo>
                  <a:lnTo>
                    <a:pt x="96" y="391"/>
                  </a:lnTo>
                  <a:lnTo>
                    <a:pt x="119" y="373"/>
                  </a:lnTo>
                  <a:lnTo>
                    <a:pt x="137" y="351"/>
                  </a:lnTo>
                  <a:lnTo>
                    <a:pt x="156" y="326"/>
                  </a:lnTo>
                  <a:lnTo>
                    <a:pt x="174" y="299"/>
                  </a:lnTo>
                  <a:lnTo>
                    <a:pt x="190" y="269"/>
                  </a:lnTo>
                  <a:lnTo>
                    <a:pt x="204" y="236"/>
                  </a:lnTo>
                  <a:lnTo>
                    <a:pt x="216" y="202"/>
                  </a:lnTo>
                  <a:lnTo>
                    <a:pt x="226" y="163"/>
                  </a:lnTo>
                  <a:lnTo>
                    <a:pt x="235" y="126"/>
                  </a:lnTo>
                  <a:lnTo>
                    <a:pt x="241" y="86"/>
                  </a:lnTo>
                  <a:lnTo>
                    <a:pt x="244" y="43"/>
                  </a:lnTo>
                  <a:lnTo>
                    <a:pt x="245" y="0"/>
                  </a:lnTo>
                  <a:lnTo>
                    <a:pt x="234" y="0"/>
                  </a:lnTo>
                  <a:lnTo>
                    <a:pt x="232" y="43"/>
                  </a:lnTo>
                  <a:lnTo>
                    <a:pt x="229" y="84"/>
                  </a:lnTo>
                  <a:lnTo>
                    <a:pt x="223" y="123"/>
                  </a:lnTo>
                  <a:lnTo>
                    <a:pt x="215" y="161"/>
                  </a:lnTo>
                  <a:lnTo>
                    <a:pt x="204" y="197"/>
                  </a:lnTo>
                  <a:lnTo>
                    <a:pt x="193" y="231"/>
                  </a:lnTo>
                  <a:lnTo>
                    <a:pt x="178" y="264"/>
                  </a:lnTo>
                  <a:lnTo>
                    <a:pt x="164" y="292"/>
                  </a:lnTo>
                  <a:lnTo>
                    <a:pt x="147" y="319"/>
                  </a:lnTo>
                  <a:lnTo>
                    <a:pt x="128" y="344"/>
                  </a:lnTo>
                  <a:lnTo>
                    <a:pt x="109" y="364"/>
                  </a:lnTo>
                  <a:lnTo>
                    <a:pt x="89" y="381"/>
                  </a:lnTo>
                  <a:lnTo>
                    <a:pt x="67" y="394"/>
                  </a:lnTo>
                  <a:lnTo>
                    <a:pt x="46" y="405"/>
                  </a:lnTo>
                  <a:lnTo>
                    <a:pt x="24" y="411"/>
                  </a:lnTo>
                  <a:lnTo>
                    <a:pt x="0" y="413"/>
                  </a:lnTo>
                  <a:lnTo>
                    <a:pt x="0" y="425"/>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9384" name="Freeform 75"/>
            <p:cNvSpPr>
              <a:spLocks/>
            </p:cNvSpPr>
            <p:nvPr/>
          </p:nvSpPr>
          <p:spPr bwMode="auto">
            <a:xfrm>
              <a:off x="1502" y="1836"/>
              <a:ext cx="50" cy="85"/>
            </a:xfrm>
            <a:custGeom>
              <a:avLst/>
              <a:gdLst>
                <a:gd name="T0" fmla="*/ 0 w 246"/>
                <a:gd name="T1" fmla="*/ 0 h 425"/>
                <a:gd name="T2" fmla="*/ 0 w 246"/>
                <a:gd name="T3" fmla="*/ 0 h 425"/>
                <a:gd name="T4" fmla="*/ 0 w 246"/>
                <a:gd name="T5" fmla="*/ 0 h 425"/>
                <a:gd name="T6" fmla="*/ 0 w 246"/>
                <a:gd name="T7" fmla="*/ 1 h 425"/>
                <a:gd name="T8" fmla="*/ 0 w 246"/>
                <a:gd name="T9" fmla="*/ 1 h 425"/>
                <a:gd name="T10" fmla="*/ 0 w 246"/>
                <a:gd name="T11" fmla="*/ 1 h 425"/>
                <a:gd name="T12" fmla="*/ 0 w 246"/>
                <a:gd name="T13" fmla="*/ 2 h 425"/>
                <a:gd name="T14" fmla="*/ 0 w 246"/>
                <a:gd name="T15" fmla="*/ 2 h 425"/>
                <a:gd name="T16" fmla="*/ 0 w 246"/>
                <a:gd name="T17" fmla="*/ 2 h 425"/>
                <a:gd name="T18" fmla="*/ 1 w 246"/>
                <a:gd name="T19" fmla="*/ 2 h 425"/>
                <a:gd name="T20" fmla="*/ 1 w 246"/>
                <a:gd name="T21" fmla="*/ 3 h 425"/>
                <a:gd name="T22" fmla="*/ 1 w 246"/>
                <a:gd name="T23" fmla="*/ 3 h 425"/>
                <a:gd name="T24" fmla="*/ 1 w 246"/>
                <a:gd name="T25" fmla="*/ 3 h 425"/>
                <a:gd name="T26" fmla="*/ 1 w 246"/>
                <a:gd name="T27" fmla="*/ 3 h 425"/>
                <a:gd name="T28" fmla="*/ 1 w 246"/>
                <a:gd name="T29" fmla="*/ 3 h 425"/>
                <a:gd name="T30" fmla="*/ 2 w 246"/>
                <a:gd name="T31" fmla="*/ 3 h 425"/>
                <a:gd name="T32" fmla="*/ 2 w 246"/>
                <a:gd name="T33" fmla="*/ 3 h 425"/>
                <a:gd name="T34" fmla="*/ 2 w 246"/>
                <a:gd name="T35" fmla="*/ 3 h 425"/>
                <a:gd name="T36" fmla="*/ 2 w 246"/>
                <a:gd name="T37" fmla="*/ 3 h 425"/>
                <a:gd name="T38" fmla="*/ 2 w 246"/>
                <a:gd name="T39" fmla="*/ 3 h 425"/>
                <a:gd name="T40" fmla="*/ 2 w 246"/>
                <a:gd name="T41" fmla="*/ 3 h 425"/>
                <a:gd name="T42" fmla="*/ 1 w 246"/>
                <a:gd name="T43" fmla="*/ 3 h 425"/>
                <a:gd name="T44" fmla="*/ 1 w 246"/>
                <a:gd name="T45" fmla="*/ 3 h 425"/>
                <a:gd name="T46" fmla="*/ 1 w 246"/>
                <a:gd name="T47" fmla="*/ 3 h 425"/>
                <a:gd name="T48" fmla="*/ 1 w 246"/>
                <a:gd name="T49" fmla="*/ 3 h 425"/>
                <a:gd name="T50" fmla="*/ 1 w 246"/>
                <a:gd name="T51" fmla="*/ 3 h 425"/>
                <a:gd name="T52" fmla="*/ 1 w 246"/>
                <a:gd name="T53" fmla="*/ 2 h 425"/>
                <a:gd name="T54" fmla="*/ 1 w 246"/>
                <a:gd name="T55" fmla="*/ 2 h 425"/>
                <a:gd name="T56" fmla="*/ 0 w 246"/>
                <a:gd name="T57" fmla="*/ 2 h 425"/>
                <a:gd name="T58" fmla="*/ 0 w 246"/>
                <a:gd name="T59" fmla="*/ 2 h 425"/>
                <a:gd name="T60" fmla="*/ 0 w 246"/>
                <a:gd name="T61" fmla="*/ 1 h 425"/>
                <a:gd name="T62" fmla="*/ 0 w 246"/>
                <a:gd name="T63" fmla="*/ 1 h 425"/>
                <a:gd name="T64" fmla="*/ 0 w 246"/>
                <a:gd name="T65" fmla="*/ 1 h 425"/>
                <a:gd name="T66" fmla="*/ 0 w 246"/>
                <a:gd name="T67" fmla="*/ 0 h 425"/>
                <a:gd name="T68" fmla="*/ 0 w 246"/>
                <a:gd name="T69" fmla="*/ 0 h 425"/>
                <a:gd name="T70" fmla="*/ 0 w 246"/>
                <a:gd name="T71" fmla="*/ 0 h 425"/>
                <a:gd name="T72" fmla="*/ 0 w 246"/>
                <a:gd name="T73" fmla="*/ 0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5"/>
                <a:gd name="T113" fmla="*/ 246 w 246"/>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5">
                  <a:moveTo>
                    <a:pt x="0" y="0"/>
                  </a:moveTo>
                  <a:lnTo>
                    <a:pt x="0" y="0"/>
                  </a:lnTo>
                  <a:lnTo>
                    <a:pt x="2" y="43"/>
                  </a:lnTo>
                  <a:lnTo>
                    <a:pt x="5" y="86"/>
                  </a:lnTo>
                  <a:lnTo>
                    <a:pt x="11" y="126"/>
                  </a:lnTo>
                  <a:lnTo>
                    <a:pt x="19" y="163"/>
                  </a:lnTo>
                  <a:lnTo>
                    <a:pt x="30" y="202"/>
                  </a:lnTo>
                  <a:lnTo>
                    <a:pt x="41" y="236"/>
                  </a:lnTo>
                  <a:lnTo>
                    <a:pt x="55" y="269"/>
                  </a:lnTo>
                  <a:lnTo>
                    <a:pt x="73" y="299"/>
                  </a:lnTo>
                  <a:lnTo>
                    <a:pt x="89" y="326"/>
                  </a:lnTo>
                  <a:lnTo>
                    <a:pt x="108" y="351"/>
                  </a:lnTo>
                  <a:lnTo>
                    <a:pt x="128" y="373"/>
                  </a:lnTo>
                  <a:lnTo>
                    <a:pt x="150" y="391"/>
                  </a:lnTo>
                  <a:lnTo>
                    <a:pt x="171" y="406"/>
                  </a:lnTo>
                  <a:lnTo>
                    <a:pt x="196" y="417"/>
                  </a:lnTo>
                  <a:lnTo>
                    <a:pt x="221" y="422"/>
                  </a:lnTo>
                  <a:lnTo>
                    <a:pt x="246" y="425"/>
                  </a:lnTo>
                  <a:lnTo>
                    <a:pt x="246" y="413"/>
                  </a:lnTo>
                  <a:lnTo>
                    <a:pt x="223" y="411"/>
                  </a:lnTo>
                  <a:lnTo>
                    <a:pt x="201" y="405"/>
                  </a:lnTo>
                  <a:lnTo>
                    <a:pt x="178" y="394"/>
                  </a:lnTo>
                  <a:lnTo>
                    <a:pt x="157" y="381"/>
                  </a:lnTo>
                  <a:lnTo>
                    <a:pt x="137" y="364"/>
                  </a:lnTo>
                  <a:lnTo>
                    <a:pt x="117" y="344"/>
                  </a:lnTo>
                  <a:lnTo>
                    <a:pt x="99" y="319"/>
                  </a:lnTo>
                  <a:lnTo>
                    <a:pt x="82" y="292"/>
                  </a:lnTo>
                  <a:lnTo>
                    <a:pt x="67" y="264"/>
                  </a:lnTo>
                  <a:lnTo>
                    <a:pt x="53" y="231"/>
                  </a:lnTo>
                  <a:lnTo>
                    <a:pt x="41" y="197"/>
                  </a:lnTo>
                  <a:lnTo>
                    <a:pt x="31" y="161"/>
                  </a:lnTo>
                  <a:lnTo>
                    <a:pt x="23" y="123"/>
                  </a:lnTo>
                  <a:lnTo>
                    <a:pt x="17" y="84"/>
                  </a:lnTo>
                  <a:lnTo>
                    <a:pt x="13" y="4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9385" name="Freeform 76"/>
            <p:cNvSpPr>
              <a:spLocks/>
            </p:cNvSpPr>
            <p:nvPr/>
          </p:nvSpPr>
          <p:spPr bwMode="auto">
            <a:xfrm>
              <a:off x="1502" y="1751"/>
              <a:ext cx="50" cy="85"/>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2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1" y="2"/>
                  </a:lnTo>
                  <a:lnTo>
                    <a:pt x="196" y="8"/>
                  </a:lnTo>
                  <a:lnTo>
                    <a:pt x="171" y="19"/>
                  </a:lnTo>
                  <a:lnTo>
                    <a:pt x="150" y="34"/>
                  </a:lnTo>
                  <a:lnTo>
                    <a:pt x="128" y="52"/>
                  </a:lnTo>
                  <a:lnTo>
                    <a:pt x="108" y="74"/>
                  </a:lnTo>
                  <a:lnTo>
                    <a:pt x="89" y="98"/>
                  </a:lnTo>
                  <a:lnTo>
                    <a:pt x="73" y="125"/>
                  </a:lnTo>
                  <a:lnTo>
                    <a:pt x="55" y="156"/>
                  </a:lnTo>
                  <a:lnTo>
                    <a:pt x="41" y="189"/>
                  </a:lnTo>
                  <a:lnTo>
                    <a:pt x="30" y="223"/>
                  </a:lnTo>
                  <a:lnTo>
                    <a:pt x="19" y="261"/>
                  </a:lnTo>
                  <a:lnTo>
                    <a:pt x="11" y="299"/>
                  </a:lnTo>
                  <a:lnTo>
                    <a:pt x="5" y="339"/>
                  </a:lnTo>
                  <a:lnTo>
                    <a:pt x="2" y="382"/>
                  </a:lnTo>
                  <a:lnTo>
                    <a:pt x="0" y="424"/>
                  </a:lnTo>
                  <a:lnTo>
                    <a:pt x="12" y="424"/>
                  </a:lnTo>
                  <a:lnTo>
                    <a:pt x="13" y="382"/>
                  </a:lnTo>
                  <a:lnTo>
                    <a:pt x="17" y="341"/>
                  </a:lnTo>
                  <a:lnTo>
                    <a:pt x="23" y="301"/>
                  </a:lnTo>
                  <a:lnTo>
                    <a:pt x="31" y="264"/>
                  </a:lnTo>
                  <a:lnTo>
                    <a:pt x="41" y="227"/>
                  </a:lnTo>
                  <a:lnTo>
                    <a:pt x="53" y="193"/>
                  </a:lnTo>
                  <a:lnTo>
                    <a:pt x="67" y="161"/>
                  </a:lnTo>
                  <a:lnTo>
                    <a:pt x="82" y="132"/>
                  </a:lnTo>
                  <a:lnTo>
                    <a:pt x="99" y="105"/>
                  </a:lnTo>
                  <a:lnTo>
                    <a:pt x="117" y="81"/>
                  </a:lnTo>
                  <a:lnTo>
                    <a:pt x="137" y="61"/>
                  </a:lnTo>
                  <a:lnTo>
                    <a:pt x="157" y="43"/>
                  </a:lnTo>
                  <a:lnTo>
                    <a:pt x="178" y="30"/>
                  </a:lnTo>
                  <a:lnTo>
                    <a:pt x="201" y="20"/>
                  </a:lnTo>
                  <a:lnTo>
                    <a:pt x="223" y="14"/>
                  </a:lnTo>
                  <a:lnTo>
                    <a:pt x="246" y="12"/>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9386" name="Freeform 77"/>
            <p:cNvSpPr>
              <a:spLocks/>
            </p:cNvSpPr>
            <p:nvPr/>
          </p:nvSpPr>
          <p:spPr bwMode="auto">
            <a:xfrm>
              <a:off x="1565" y="2016"/>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0" y="339"/>
                  </a:lnTo>
                  <a:lnTo>
                    <a:pt x="234" y="299"/>
                  </a:lnTo>
                  <a:lnTo>
                    <a:pt x="226" y="261"/>
                  </a:lnTo>
                  <a:lnTo>
                    <a:pt x="216" y="223"/>
                  </a:lnTo>
                  <a:lnTo>
                    <a:pt x="204" y="189"/>
                  </a:lnTo>
                  <a:lnTo>
                    <a:pt x="190" y="156"/>
                  </a:lnTo>
                  <a:lnTo>
                    <a:pt x="174" y="125"/>
                  </a:lnTo>
                  <a:lnTo>
                    <a:pt x="156" y="98"/>
                  </a:lnTo>
                  <a:lnTo>
                    <a:pt x="138" y="74"/>
                  </a:lnTo>
                  <a:lnTo>
                    <a:pt x="118" y="51"/>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9" y="81"/>
                  </a:lnTo>
                  <a:lnTo>
                    <a:pt x="147" y="105"/>
                  </a:lnTo>
                  <a:lnTo>
                    <a:pt x="164" y="132"/>
                  </a:lnTo>
                  <a:lnTo>
                    <a:pt x="178" y="160"/>
                  </a:lnTo>
                  <a:lnTo>
                    <a:pt x="192" y="193"/>
                  </a:lnTo>
                  <a:lnTo>
                    <a:pt x="204" y="227"/>
                  </a:lnTo>
                  <a:lnTo>
                    <a:pt x="215" y="264"/>
                  </a:lnTo>
                  <a:lnTo>
                    <a:pt x="223" y="301"/>
                  </a:lnTo>
                  <a:lnTo>
                    <a:pt x="229"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9387" name="Freeform 78"/>
            <p:cNvSpPr>
              <a:spLocks/>
            </p:cNvSpPr>
            <p:nvPr/>
          </p:nvSpPr>
          <p:spPr bwMode="auto">
            <a:xfrm>
              <a:off x="1565" y="2101"/>
              <a:ext cx="49" cy="85"/>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6" y="423"/>
                  </a:lnTo>
                  <a:lnTo>
                    <a:pt x="51" y="418"/>
                  </a:lnTo>
                  <a:lnTo>
                    <a:pt x="74" y="407"/>
                  </a:lnTo>
                  <a:lnTo>
                    <a:pt x="96" y="392"/>
                  </a:lnTo>
                  <a:lnTo>
                    <a:pt x="118" y="373"/>
                  </a:lnTo>
                  <a:lnTo>
                    <a:pt x="138" y="351"/>
                  </a:lnTo>
                  <a:lnTo>
                    <a:pt x="156" y="327"/>
                  </a:lnTo>
                  <a:lnTo>
                    <a:pt x="175" y="299"/>
                  </a:lnTo>
                  <a:lnTo>
                    <a:pt x="190" y="269"/>
                  </a:lnTo>
                  <a:lnTo>
                    <a:pt x="204" y="236"/>
                  </a:lnTo>
                  <a:lnTo>
                    <a:pt x="216" y="202"/>
                  </a:lnTo>
                  <a:lnTo>
                    <a:pt x="226" y="164"/>
                  </a:lnTo>
                  <a:lnTo>
                    <a:pt x="234" y="126"/>
                  </a:lnTo>
                  <a:lnTo>
                    <a:pt x="240" y="86"/>
                  </a:lnTo>
                  <a:lnTo>
                    <a:pt x="244" y="42"/>
                  </a:lnTo>
                  <a:lnTo>
                    <a:pt x="245" y="0"/>
                  </a:lnTo>
                  <a:lnTo>
                    <a:pt x="233" y="0"/>
                  </a:lnTo>
                  <a:lnTo>
                    <a:pt x="232" y="42"/>
                  </a:lnTo>
                  <a:lnTo>
                    <a:pt x="229" y="83"/>
                  </a:lnTo>
                  <a:lnTo>
                    <a:pt x="223" y="123"/>
                  </a:lnTo>
                  <a:lnTo>
                    <a:pt x="215" y="162"/>
                  </a:lnTo>
                  <a:lnTo>
                    <a:pt x="204" y="197"/>
                  </a:lnTo>
                  <a:lnTo>
                    <a:pt x="192" y="231"/>
                  </a:lnTo>
                  <a:lnTo>
                    <a:pt x="178" y="264"/>
                  </a:lnTo>
                  <a:lnTo>
                    <a:pt x="163" y="292"/>
                  </a:lnTo>
                  <a:lnTo>
                    <a:pt x="147" y="320"/>
                  </a:lnTo>
                  <a:lnTo>
                    <a:pt x="129" y="344"/>
                  </a:lnTo>
                  <a:lnTo>
                    <a:pt x="109" y="364"/>
                  </a:lnTo>
                  <a:lnTo>
                    <a:pt x="89" y="382"/>
                  </a:lnTo>
                  <a:lnTo>
                    <a:pt x="67" y="395"/>
                  </a:lnTo>
                  <a:lnTo>
                    <a:pt x="46" y="406"/>
                  </a:lnTo>
                  <a:lnTo>
                    <a:pt x="24"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9388" name="Freeform 79"/>
            <p:cNvSpPr>
              <a:spLocks/>
            </p:cNvSpPr>
            <p:nvPr/>
          </p:nvSpPr>
          <p:spPr bwMode="auto">
            <a:xfrm>
              <a:off x="1516" y="2101"/>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5" y="86"/>
                  </a:lnTo>
                  <a:lnTo>
                    <a:pt x="11" y="126"/>
                  </a:lnTo>
                  <a:lnTo>
                    <a:pt x="19" y="164"/>
                  </a:lnTo>
                  <a:lnTo>
                    <a:pt x="30" y="202"/>
                  </a:lnTo>
                  <a:lnTo>
                    <a:pt x="41" y="236"/>
                  </a:lnTo>
                  <a:lnTo>
                    <a:pt x="55" y="269"/>
                  </a:lnTo>
                  <a:lnTo>
                    <a:pt x="71" y="299"/>
                  </a:lnTo>
                  <a:lnTo>
                    <a:pt x="89" y="327"/>
                  </a:lnTo>
                  <a:lnTo>
                    <a:pt x="107" y="351"/>
                  </a:lnTo>
                  <a:lnTo>
                    <a:pt x="127" y="373"/>
                  </a:lnTo>
                  <a:lnTo>
                    <a:pt x="149" y="392"/>
                  </a:lnTo>
                  <a:lnTo>
                    <a:pt x="171" y="407"/>
                  </a:lnTo>
                  <a:lnTo>
                    <a:pt x="195" y="418"/>
                  </a:lnTo>
                  <a:lnTo>
                    <a:pt x="219" y="423"/>
                  </a:lnTo>
                  <a:lnTo>
                    <a:pt x="245" y="426"/>
                  </a:lnTo>
                  <a:lnTo>
                    <a:pt x="245" y="414"/>
                  </a:lnTo>
                  <a:lnTo>
                    <a:pt x="222" y="412"/>
                  </a:lnTo>
                  <a:lnTo>
                    <a:pt x="199" y="406"/>
                  </a:lnTo>
                  <a:lnTo>
                    <a:pt x="178" y="395"/>
                  </a:lnTo>
                  <a:lnTo>
                    <a:pt x="156" y="382"/>
                  </a:lnTo>
                  <a:lnTo>
                    <a:pt x="136" y="364"/>
                  </a:lnTo>
                  <a:lnTo>
                    <a:pt x="116" y="344"/>
                  </a:lnTo>
                  <a:lnTo>
                    <a:pt x="99" y="320"/>
                  </a:lnTo>
                  <a:lnTo>
                    <a:pt x="82" y="292"/>
                  </a:lnTo>
                  <a:lnTo>
                    <a:pt x="67" y="264"/>
                  </a:lnTo>
                  <a:lnTo>
                    <a:pt x="53" y="231"/>
                  </a:lnTo>
                  <a:lnTo>
                    <a:pt x="41" y="197"/>
                  </a:lnTo>
                  <a:lnTo>
                    <a:pt x="31" y="162"/>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39389" name="Freeform 80"/>
            <p:cNvSpPr>
              <a:spLocks/>
            </p:cNvSpPr>
            <p:nvPr/>
          </p:nvSpPr>
          <p:spPr bwMode="auto">
            <a:xfrm>
              <a:off x="1516" y="2016"/>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5" y="8"/>
                  </a:lnTo>
                  <a:lnTo>
                    <a:pt x="171" y="19"/>
                  </a:lnTo>
                  <a:lnTo>
                    <a:pt x="149" y="34"/>
                  </a:lnTo>
                  <a:lnTo>
                    <a:pt x="127" y="51"/>
                  </a:lnTo>
                  <a:lnTo>
                    <a:pt x="107" y="74"/>
                  </a:lnTo>
                  <a:lnTo>
                    <a:pt x="89" y="98"/>
                  </a:lnTo>
                  <a:lnTo>
                    <a:pt x="72" y="125"/>
                  </a:lnTo>
                  <a:lnTo>
                    <a:pt x="55" y="156"/>
                  </a:lnTo>
                  <a:lnTo>
                    <a:pt x="41" y="189"/>
                  </a:lnTo>
                  <a:lnTo>
                    <a:pt x="30" y="223"/>
                  </a:lnTo>
                  <a:lnTo>
                    <a:pt x="19" y="261"/>
                  </a:lnTo>
                  <a:lnTo>
                    <a:pt x="11" y="299"/>
                  </a:lnTo>
                  <a:lnTo>
                    <a:pt x="5" y="339"/>
                  </a:lnTo>
                  <a:lnTo>
                    <a:pt x="1" y="382"/>
                  </a:lnTo>
                  <a:lnTo>
                    <a:pt x="0" y="424"/>
                  </a:lnTo>
                  <a:lnTo>
                    <a:pt x="12" y="424"/>
                  </a:lnTo>
                  <a:lnTo>
                    <a:pt x="13" y="382"/>
                  </a:lnTo>
                  <a:lnTo>
                    <a:pt x="17" y="341"/>
                  </a:lnTo>
                  <a:lnTo>
                    <a:pt x="23" y="301"/>
                  </a:lnTo>
                  <a:lnTo>
                    <a:pt x="31" y="264"/>
                  </a:lnTo>
                  <a:lnTo>
                    <a:pt x="41" y="227"/>
                  </a:lnTo>
                  <a:lnTo>
                    <a:pt x="53" y="193"/>
                  </a:lnTo>
                  <a:lnTo>
                    <a:pt x="67" y="160"/>
                  </a:lnTo>
                  <a:lnTo>
                    <a:pt x="81" y="132"/>
                  </a:lnTo>
                  <a:lnTo>
                    <a:pt x="99" y="105"/>
                  </a:lnTo>
                  <a:lnTo>
                    <a:pt x="116" y="81"/>
                  </a:lnTo>
                  <a:lnTo>
                    <a:pt x="136" y="61"/>
                  </a:lnTo>
                  <a:lnTo>
                    <a:pt x="156" y="43"/>
                  </a:lnTo>
                  <a:lnTo>
                    <a:pt x="178" y="30"/>
                  </a:lnTo>
                  <a:lnTo>
                    <a:pt x="199" y="20"/>
                  </a:lnTo>
                  <a:lnTo>
                    <a:pt x="222"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grpSp>
        <p:nvGrpSpPr>
          <p:cNvPr id="139276" name="Group 81"/>
          <p:cNvGrpSpPr>
            <a:grpSpLocks/>
          </p:cNvGrpSpPr>
          <p:nvPr/>
        </p:nvGrpSpPr>
        <p:grpSpPr bwMode="auto">
          <a:xfrm rot="-223274">
            <a:off x="573088" y="3001963"/>
            <a:ext cx="744537" cy="733425"/>
            <a:chOff x="2757" y="1666"/>
            <a:chExt cx="812" cy="800"/>
          </a:xfrm>
        </p:grpSpPr>
        <p:sp>
          <p:nvSpPr>
            <p:cNvPr id="139333" name="Freeform 82"/>
            <p:cNvSpPr>
              <a:spLocks/>
            </p:cNvSpPr>
            <p:nvPr/>
          </p:nvSpPr>
          <p:spPr bwMode="auto">
            <a:xfrm>
              <a:off x="2762" y="1667"/>
              <a:ext cx="807" cy="584"/>
            </a:xfrm>
            <a:custGeom>
              <a:avLst/>
              <a:gdLst>
                <a:gd name="T0" fmla="*/ 497 w 807"/>
                <a:gd name="T1" fmla="*/ 583 h 584"/>
                <a:gd name="T2" fmla="*/ 0 w 807"/>
                <a:gd name="T3" fmla="*/ 452 h 584"/>
                <a:gd name="T4" fmla="*/ 337 w 807"/>
                <a:gd name="T5" fmla="*/ 0 h 584"/>
                <a:gd name="T6" fmla="*/ 806 w 807"/>
                <a:gd name="T7" fmla="*/ 98 h 584"/>
                <a:gd name="T8" fmla="*/ 497 w 807"/>
                <a:gd name="T9" fmla="*/ 583 h 584"/>
                <a:gd name="T10" fmla="*/ 0 60000 65536"/>
                <a:gd name="T11" fmla="*/ 0 60000 65536"/>
                <a:gd name="T12" fmla="*/ 0 60000 65536"/>
                <a:gd name="T13" fmla="*/ 0 60000 65536"/>
                <a:gd name="T14" fmla="*/ 0 60000 65536"/>
                <a:gd name="T15" fmla="*/ 0 w 807"/>
                <a:gd name="T16" fmla="*/ 0 h 584"/>
                <a:gd name="T17" fmla="*/ 807 w 807"/>
                <a:gd name="T18" fmla="*/ 584 h 584"/>
              </a:gdLst>
              <a:ahLst/>
              <a:cxnLst>
                <a:cxn ang="T10">
                  <a:pos x="T0" y="T1"/>
                </a:cxn>
                <a:cxn ang="T11">
                  <a:pos x="T2" y="T3"/>
                </a:cxn>
                <a:cxn ang="T12">
                  <a:pos x="T4" y="T5"/>
                </a:cxn>
                <a:cxn ang="T13">
                  <a:pos x="T6" y="T7"/>
                </a:cxn>
                <a:cxn ang="T14">
                  <a:pos x="T8" y="T9"/>
                </a:cxn>
              </a:cxnLst>
              <a:rect l="T15" t="T16" r="T17" b="T18"/>
              <a:pathLst>
                <a:path w="807" h="584">
                  <a:moveTo>
                    <a:pt x="497" y="583"/>
                  </a:moveTo>
                  <a:lnTo>
                    <a:pt x="0" y="452"/>
                  </a:lnTo>
                  <a:lnTo>
                    <a:pt x="337" y="0"/>
                  </a:lnTo>
                  <a:lnTo>
                    <a:pt x="806" y="98"/>
                  </a:lnTo>
                  <a:lnTo>
                    <a:pt x="497" y="583"/>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139334" name="Freeform 83"/>
            <p:cNvSpPr>
              <a:spLocks/>
            </p:cNvSpPr>
            <p:nvPr/>
          </p:nvSpPr>
          <p:spPr bwMode="auto">
            <a:xfrm>
              <a:off x="2882" y="1861"/>
              <a:ext cx="578" cy="384"/>
            </a:xfrm>
            <a:custGeom>
              <a:avLst/>
              <a:gdLst>
                <a:gd name="T0" fmla="*/ 377 w 578"/>
                <a:gd name="T1" fmla="*/ 383 h 384"/>
                <a:gd name="T2" fmla="*/ 0 w 578"/>
                <a:gd name="T3" fmla="*/ 291 h 384"/>
                <a:gd name="T4" fmla="*/ 217 w 578"/>
                <a:gd name="T5" fmla="*/ 0 h 384"/>
                <a:gd name="T6" fmla="*/ 577 w 578"/>
                <a:gd name="T7" fmla="*/ 74 h 384"/>
                <a:gd name="T8" fmla="*/ 377 w 578"/>
                <a:gd name="T9" fmla="*/ 383 h 384"/>
                <a:gd name="T10" fmla="*/ 0 60000 65536"/>
                <a:gd name="T11" fmla="*/ 0 60000 65536"/>
                <a:gd name="T12" fmla="*/ 0 60000 65536"/>
                <a:gd name="T13" fmla="*/ 0 60000 65536"/>
                <a:gd name="T14" fmla="*/ 0 60000 65536"/>
                <a:gd name="T15" fmla="*/ 0 w 578"/>
                <a:gd name="T16" fmla="*/ 0 h 384"/>
                <a:gd name="T17" fmla="*/ 578 w 578"/>
                <a:gd name="T18" fmla="*/ 384 h 384"/>
              </a:gdLst>
              <a:ahLst/>
              <a:cxnLst>
                <a:cxn ang="T10">
                  <a:pos x="T0" y="T1"/>
                </a:cxn>
                <a:cxn ang="T11">
                  <a:pos x="T2" y="T3"/>
                </a:cxn>
                <a:cxn ang="T12">
                  <a:pos x="T4" y="T5"/>
                </a:cxn>
                <a:cxn ang="T13">
                  <a:pos x="T6" y="T7"/>
                </a:cxn>
                <a:cxn ang="T14">
                  <a:pos x="T8" y="T9"/>
                </a:cxn>
              </a:cxnLst>
              <a:rect l="T15" t="T16" r="T17" b="T18"/>
              <a:pathLst>
                <a:path w="578" h="384">
                  <a:moveTo>
                    <a:pt x="377" y="383"/>
                  </a:moveTo>
                  <a:lnTo>
                    <a:pt x="0" y="291"/>
                  </a:lnTo>
                  <a:lnTo>
                    <a:pt x="217" y="0"/>
                  </a:lnTo>
                  <a:lnTo>
                    <a:pt x="577" y="74"/>
                  </a:lnTo>
                  <a:lnTo>
                    <a:pt x="377" y="383"/>
                  </a:lnTo>
                </a:path>
              </a:pathLst>
            </a:custGeom>
            <a:solidFill>
              <a:srgbClr val="E22B00"/>
            </a:solidFill>
            <a:ln>
              <a:noFill/>
            </a:ln>
            <a:extLst>
              <a:ext uri="{91240B29-F687-4F45-9708-019B960494DF}">
                <a14:hiddenLine xmlns:a14="http://schemas.microsoft.com/office/drawing/2010/main" w="12700" cap="rnd" cmpd="sng">
                  <a:solidFill>
                    <a:srgbClr val="000000"/>
                  </a:solidFill>
                  <a:prstDash val="solid"/>
                  <a:round/>
                  <a:headEnd type="none" w="med" len="med"/>
                  <a:tailEnd type="none" w="med" len="med"/>
                </a14:hiddenLine>
              </a:ext>
            </a:extLst>
          </p:spPr>
          <p:txBody>
            <a:bodyPr/>
            <a:lstStyle/>
            <a:p>
              <a:endParaRPr lang="fr-FR"/>
            </a:p>
          </p:txBody>
        </p:sp>
        <p:sp>
          <p:nvSpPr>
            <p:cNvPr id="139335" name="Line 84"/>
            <p:cNvSpPr>
              <a:spLocks noChangeShapeType="1"/>
            </p:cNvSpPr>
            <p:nvPr/>
          </p:nvSpPr>
          <p:spPr bwMode="auto">
            <a:xfrm>
              <a:off x="3102" y="1862"/>
              <a:ext cx="352" cy="7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fr-FR"/>
            </a:p>
          </p:txBody>
        </p:sp>
        <p:sp>
          <p:nvSpPr>
            <p:cNvPr id="139336" name="Freeform 85"/>
            <p:cNvSpPr>
              <a:spLocks/>
            </p:cNvSpPr>
            <p:nvPr/>
          </p:nvSpPr>
          <p:spPr bwMode="auto">
            <a:xfrm>
              <a:off x="2762" y="1666"/>
              <a:ext cx="337" cy="485"/>
            </a:xfrm>
            <a:custGeom>
              <a:avLst/>
              <a:gdLst>
                <a:gd name="T0" fmla="*/ 336 w 337"/>
                <a:gd name="T1" fmla="*/ 194 h 485"/>
                <a:gd name="T2" fmla="*/ 118 w 337"/>
                <a:gd name="T3" fmla="*/ 484 h 485"/>
                <a:gd name="T4" fmla="*/ 0 w 337"/>
                <a:gd name="T5" fmla="*/ 452 h 485"/>
                <a:gd name="T6" fmla="*/ 336 w 337"/>
                <a:gd name="T7" fmla="*/ 0 h 485"/>
                <a:gd name="T8" fmla="*/ 336 w 337"/>
                <a:gd name="T9" fmla="*/ 152 h 485"/>
                <a:gd name="T10" fmla="*/ 336 w 337"/>
                <a:gd name="T11" fmla="*/ 194 h 485"/>
                <a:gd name="T12" fmla="*/ 0 60000 65536"/>
                <a:gd name="T13" fmla="*/ 0 60000 65536"/>
                <a:gd name="T14" fmla="*/ 0 60000 65536"/>
                <a:gd name="T15" fmla="*/ 0 60000 65536"/>
                <a:gd name="T16" fmla="*/ 0 60000 65536"/>
                <a:gd name="T17" fmla="*/ 0 60000 65536"/>
                <a:gd name="T18" fmla="*/ 0 w 337"/>
                <a:gd name="T19" fmla="*/ 0 h 485"/>
                <a:gd name="T20" fmla="*/ 337 w 337"/>
                <a:gd name="T21" fmla="*/ 485 h 485"/>
              </a:gdLst>
              <a:ahLst/>
              <a:cxnLst>
                <a:cxn ang="T12">
                  <a:pos x="T0" y="T1"/>
                </a:cxn>
                <a:cxn ang="T13">
                  <a:pos x="T2" y="T3"/>
                </a:cxn>
                <a:cxn ang="T14">
                  <a:pos x="T4" y="T5"/>
                </a:cxn>
                <a:cxn ang="T15">
                  <a:pos x="T6" y="T7"/>
                </a:cxn>
                <a:cxn ang="T16">
                  <a:pos x="T8" y="T9"/>
                </a:cxn>
                <a:cxn ang="T17">
                  <a:pos x="T10" y="T11"/>
                </a:cxn>
              </a:cxnLst>
              <a:rect l="T18" t="T19" r="T20" b="T21"/>
              <a:pathLst>
                <a:path w="337" h="485">
                  <a:moveTo>
                    <a:pt x="336" y="194"/>
                  </a:moveTo>
                  <a:lnTo>
                    <a:pt x="118" y="484"/>
                  </a:lnTo>
                  <a:lnTo>
                    <a:pt x="0" y="452"/>
                  </a:lnTo>
                  <a:lnTo>
                    <a:pt x="336" y="0"/>
                  </a:lnTo>
                  <a:lnTo>
                    <a:pt x="336" y="152"/>
                  </a:lnTo>
                  <a:lnTo>
                    <a:pt x="336" y="194"/>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139337" name="Freeform 86"/>
            <p:cNvSpPr>
              <a:spLocks/>
            </p:cNvSpPr>
            <p:nvPr/>
          </p:nvSpPr>
          <p:spPr bwMode="auto">
            <a:xfrm>
              <a:off x="2757" y="2124"/>
              <a:ext cx="509" cy="339"/>
            </a:xfrm>
            <a:custGeom>
              <a:avLst/>
              <a:gdLst>
                <a:gd name="T0" fmla="*/ 0 w 506"/>
                <a:gd name="T1" fmla="*/ 0 h 345"/>
                <a:gd name="T2" fmla="*/ 1 w 506"/>
                <a:gd name="T3" fmla="*/ 198 h 345"/>
                <a:gd name="T4" fmla="*/ 514 w 506"/>
                <a:gd name="T5" fmla="*/ 326 h 345"/>
                <a:gd name="T6" fmla="*/ 513 w 506"/>
                <a:gd name="T7" fmla="*/ 124 h 345"/>
                <a:gd name="T8" fmla="*/ 0 60000 65536"/>
                <a:gd name="T9" fmla="*/ 0 60000 65536"/>
                <a:gd name="T10" fmla="*/ 0 60000 65536"/>
                <a:gd name="T11" fmla="*/ 0 60000 65536"/>
                <a:gd name="T12" fmla="*/ 0 w 506"/>
                <a:gd name="T13" fmla="*/ 0 h 345"/>
                <a:gd name="T14" fmla="*/ 506 w 506"/>
                <a:gd name="T15" fmla="*/ 345 h 345"/>
              </a:gdLst>
              <a:ahLst/>
              <a:cxnLst>
                <a:cxn ang="T8">
                  <a:pos x="T0" y="T1"/>
                </a:cxn>
                <a:cxn ang="T9">
                  <a:pos x="T2" y="T3"/>
                </a:cxn>
                <a:cxn ang="T10">
                  <a:pos x="T4" y="T5"/>
                </a:cxn>
                <a:cxn ang="T11">
                  <a:pos x="T6" y="T7"/>
                </a:cxn>
              </a:cxnLst>
              <a:rect l="T12" t="T13" r="T14" b="T15"/>
              <a:pathLst>
                <a:path w="506" h="345">
                  <a:moveTo>
                    <a:pt x="0" y="0"/>
                  </a:moveTo>
                  <a:lnTo>
                    <a:pt x="1" y="209"/>
                  </a:lnTo>
                  <a:lnTo>
                    <a:pt x="505" y="344"/>
                  </a:lnTo>
                  <a:lnTo>
                    <a:pt x="504" y="130"/>
                  </a:lnTo>
                </a:path>
              </a:pathLst>
            </a:custGeom>
            <a:solidFill>
              <a:srgbClr val="FC2C1C"/>
            </a:solidFill>
            <a:ln w="12700" cap="rnd" cmpd="sng">
              <a:solidFill>
                <a:schemeClr val="bg2"/>
              </a:solidFill>
              <a:prstDash val="solid"/>
              <a:round/>
              <a:headEnd type="none" w="med" len="med"/>
              <a:tailEnd type="none" w="med" len="med"/>
            </a:ln>
          </p:spPr>
          <p:txBody>
            <a:bodyPr/>
            <a:lstStyle/>
            <a:p>
              <a:endParaRPr lang="fr-FR"/>
            </a:p>
          </p:txBody>
        </p:sp>
        <p:sp>
          <p:nvSpPr>
            <p:cNvPr id="139338" name="AutoShape 87"/>
            <p:cNvSpPr>
              <a:spLocks noChangeArrowheads="1"/>
            </p:cNvSpPr>
            <p:nvPr/>
          </p:nvSpPr>
          <p:spPr bwMode="auto">
            <a:xfrm rot="16200000" flipH="1">
              <a:off x="3067" y="1967"/>
              <a:ext cx="693" cy="306"/>
            </a:xfrm>
            <a:prstGeom prst="parallelogram">
              <a:avLst>
                <a:gd name="adj" fmla="val 156202"/>
              </a:avLst>
            </a:prstGeom>
            <a:solidFill>
              <a:srgbClr val="FC2C1C"/>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grpSp>
        <p:nvGrpSpPr>
          <p:cNvPr id="139277" name="Group 95"/>
          <p:cNvGrpSpPr>
            <a:grpSpLocks/>
          </p:cNvGrpSpPr>
          <p:nvPr/>
        </p:nvGrpSpPr>
        <p:grpSpPr bwMode="auto">
          <a:xfrm rot="-223274">
            <a:off x="1892300" y="3019425"/>
            <a:ext cx="744538" cy="733425"/>
            <a:chOff x="2757" y="1666"/>
            <a:chExt cx="812" cy="800"/>
          </a:xfrm>
        </p:grpSpPr>
        <p:sp>
          <p:nvSpPr>
            <p:cNvPr id="139327" name="Freeform 96"/>
            <p:cNvSpPr>
              <a:spLocks/>
            </p:cNvSpPr>
            <p:nvPr/>
          </p:nvSpPr>
          <p:spPr bwMode="auto">
            <a:xfrm>
              <a:off x="2762" y="1667"/>
              <a:ext cx="807" cy="584"/>
            </a:xfrm>
            <a:custGeom>
              <a:avLst/>
              <a:gdLst>
                <a:gd name="T0" fmla="*/ 497 w 807"/>
                <a:gd name="T1" fmla="*/ 583 h 584"/>
                <a:gd name="T2" fmla="*/ 0 w 807"/>
                <a:gd name="T3" fmla="*/ 452 h 584"/>
                <a:gd name="T4" fmla="*/ 337 w 807"/>
                <a:gd name="T5" fmla="*/ 0 h 584"/>
                <a:gd name="T6" fmla="*/ 806 w 807"/>
                <a:gd name="T7" fmla="*/ 98 h 584"/>
                <a:gd name="T8" fmla="*/ 497 w 807"/>
                <a:gd name="T9" fmla="*/ 583 h 584"/>
                <a:gd name="T10" fmla="*/ 0 60000 65536"/>
                <a:gd name="T11" fmla="*/ 0 60000 65536"/>
                <a:gd name="T12" fmla="*/ 0 60000 65536"/>
                <a:gd name="T13" fmla="*/ 0 60000 65536"/>
                <a:gd name="T14" fmla="*/ 0 60000 65536"/>
                <a:gd name="T15" fmla="*/ 0 w 807"/>
                <a:gd name="T16" fmla="*/ 0 h 584"/>
                <a:gd name="T17" fmla="*/ 807 w 807"/>
                <a:gd name="T18" fmla="*/ 584 h 584"/>
              </a:gdLst>
              <a:ahLst/>
              <a:cxnLst>
                <a:cxn ang="T10">
                  <a:pos x="T0" y="T1"/>
                </a:cxn>
                <a:cxn ang="T11">
                  <a:pos x="T2" y="T3"/>
                </a:cxn>
                <a:cxn ang="T12">
                  <a:pos x="T4" y="T5"/>
                </a:cxn>
                <a:cxn ang="T13">
                  <a:pos x="T6" y="T7"/>
                </a:cxn>
                <a:cxn ang="T14">
                  <a:pos x="T8" y="T9"/>
                </a:cxn>
              </a:cxnLst>
              <a:rect l="T15" t="T16" r="T17" b="T18"/>
              <a:pathLst>
                <a:path w="807" h="584">
                  <a:moveTo>
                    <a:pt x="497" y="583"/>
                  </a:moveTo>
                  <a:lnTo>
                    <a:pt x="0" y="452"/>
                  </a:lnTo>
                  <a:lnTo>
                    <a:pt x="337" y="0"/>
                  </a:lnTo>
                  <a:lnTo>
                    <a:pt x="806" y="98"/>
                  </a:lnTo>
                  <a:lnTo>
                    <a:pt x="497" y="583"/>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139328" name="Freeform 97"/>
            <p:cNvSpPr>
              <a:spLocks/>
            </p:cNvSpPr>
            <p:nvPr/>
          </p:nvSpPr>
          <p:spPr bwMode="auto">
            <a:xfrm>
              <a:off x="2882" y="1861"/>
              <a:ext cx="578" cy="384"/>
            </a:xfrm>
            <a:custGeom>
              <a:avLst/>
              <a:gdLst>
                <a:gd name="T0" fmla="*/ 377 w 578"/>
                <a:gd name="T1" fmla="*/ 383 h 384"/>
                <a:gd name="T2" fmla="*/ 0 w 578"/>
                <a:gd name="T3" fmla="*/ 291 h 384"/>
                <a:gd name="T4" fmla="*/ 217 w 578"/>
                <a:gd name="T5" fmla="*/ 0 h 384"/>
                <a:gd name="T6" fmla="*/ 577 w 578"/>
                <a:gd name="T7" fmla="*/ 74 h 384"/>
                <a:gd name="T8" fmla="*/ 377 w 578"/>
                <a:gd name="T9" fmla="*/ 383 h 384"/>
                <a:gd name="T10" fmla="*/ 0 60000 65536"/>
                <a:gd name="T11" fmla="*/ 0 60000 65536"/>
                <a:gd name="T12" fmla="*/ 0 60000 65536"/>
                <a:gd name="T13" fmla="*/ 0 60000 65536"/>
                <a:gd name="T14" fmla="*/ 0 60000 65536"/>
                <a:gd name="T15" fmla="*/ 0 w 578"/>
                <a:gd name="T16" fmla="*/ 0 h 384"/>
                <a:gd name="T17" fmla="*/ 578 w 578"/>
                <a:gd name="T18" fmla="*/ 384 h 384"/>
              </a:gdLst>
              <a:ahLst/>
              <a:cxnLst>
                <a:cxn ang="T10">
                  <a:pos x="T0" y="T1"/>
                </a:cxn>
                <a:cxn ang="T11">
                  <a:pos x="T2" y="T3"/>
                </a:cxn>
                <a:cxn ang="T12">
                  <a:pos x="T4" y="T5"/>
                </a:cxn>
                <a:cxn ang="T13">
                  <a:pos x="T6" y="T7"/>
                </a:cxn>
                <a:cxn ang="T14">
                  <a:pos x="T8" y="T9"/>
                </a:cxn>
              </a:cxnLst>
              <a:rect l="T15" t="T16" r="T17" b="T18"/>
              <a:pathLst>
                <a:path w="578" h="384">
                  <a:moveTo>
                    <a:pt x="377" y="383"/>
                  </a:moveTo>
                  <a:lnTo>
                    <a:pt x="0" y="291"/>
                  </a:lnTo>
                  <a:lnTo>
                    <a:pt x="217" y="0"/>
                  </a:lnTo>
                  <a:lnTo>
                    <a:pt x="577" y="74"/>
                  </a:lnTo>
                  <a:lnTo>
                    <a:pt x="377" y="383"/>
                  </a:lnTo>
                </a:path>
              </a:pathLst>
            </a:custGeom>
            <a:solidFill>
              <a:srgbClr val="E22B00"/>
            </a:solidFill>
            <a:ln>
              <a:noFill/>
            </a:ln>
            <a:extLst>
              <a:ext uri="{91240B29-F687-4F45-9708-019B960494DF}">
                <a14:hiddenLine xmlns:a14="http://schemas.microsoft.com/office/drawing/2010/main" w="12700" cap="rnd" cmpd="sng">
                  <a:solidFill>
                    <a:srgbClr val="000000"/>
                  </a:solidFill>
                  <a:prstDash val="solid"/>
                  <a:round/>
                  <a:headEnd type="none" w="med" len="med"/>
                  <a:tailEnd type="none" w="med" len="med"/>
                </a14:hiddenLine>
              </a:ext>
            </a:extLst>
          </p:spPr>
          <p:txBody>
            <a:bodyPr/>
            <a:lstStyle/>
            <a:p>
              <a:endParaRPr lang="fr-FR"/>
            </a:p>
          </p:txBody>
        </p:sp>
        <p:sp>
          <p:nvSpPr>
            <p:cNvPr id="139329" name="Line 98"/>
            <p:cNvSpPr>
              <a:spLocks noChangeShapeType="1"/>
            </p:cNvSpPr>
            <p:nvPr/>
          </p:nvSpPr>
          <p:spPr bwMode="auto">
            <a:xfrm>
              <a:off x="3102" y="1862"/>
              <a:ext cx="352" cy="7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fr-FR"/>
            </a:p>
          </p:txBody>
        </p:sp>
        <p:sp>
          <p:nvSpPr>
            <p:cNvPr id="139330" name="Freeform 99"/>
            <p:cNvSpPr>
              <a:spLocks/>
            </p:cNvSpPr>
            <p:nvPr/>
          </p:nvSpPr>
          <p:spPr bwMode="auto">
            <a:xfrm>
              <a:off x="2762" y="1666"/>
              <a:ext cx="337" cy="485"/>
            </a:xfrm>
            <a:custGeom>
              <a:avLst/>
              <a:gdLst>
                <a:gd name="T0" fmla="*/ 336 w 337"/>
                <a:gd name="T1" fmla="*/ 194 h 485"/>
                <a:gd name="T2" fmla="*/ 118 w 337"/>
                <a:gd name="T3" fmla="*/ 484 h 485"/>
                <a:gd name="T4" fmla="*/ 0 w 337"/>
                <a:gd name="T5" fmla="*/ 452 h 485"/>
                <a:gd name="T6" fmla="*/ 336 w 337"/>
                <a:gd name="T7" fmla="*/ 0 h 485"/>
                <a:gd name="T8" fmla="*/ 336 w 337"/>
                <a:gd name="T9" fmla="*/ 152 h 485"/>
                <a:gd name="T10" fmla="*/ 336 w 337"/>
                <a:gd name="T11" fmla="*/ 194 h 485"/>
                <a:gd name="T12" fmla="*/ 0 60000 65536"/>
                <a:gd name="T13" fmla="*/ 0 60000 65536"/>
                <a:gd name="T14" fmla="*/ 0 60000 65536"/>
                <a:gd name="T15" fmla="*/ 0 60000 65536"/>
                <a:gd name="T16" fmla="*/ 0 60000 65536"/>
                <a:gd name="T17" fmla="*/ 0 60000 65536"/>
                <a:gd name="T18" fmla="*/ 0 w 337"/>
                <a:gd name="T19" fmla="*/ 0 h 485"/>
                <a:gd name="T20" fmla="*/ 337 w 337"/>
                <a:gd name="T21" fmla="*/ 485 h 485"/>
              </a:gdLst>
              <a:ahLst/>
              <a:cxnLst>
                <a:cxn ang="T12">
                  <a:pos x="T0" y="T1"/>
                </a:cxn>
                <a:cxn ang="T13">
                  <a:pos x="T2" y="T3"/>
                </a:cxn>
                <a:cxn ang="T14">
                  <a:pos x="T4" y="T5"/>
                </a:cxn>
                <a:cxn ang="T15">
                  <a:pos x="T6" y="T7"/>
                </a:cxn>
                <a:cxn ang="T16">
                  <a:pos x="T8" y="T9"/>
                </a:cxn>
                <a:cxn ang="T17">
                  <a:pos x="T10" y="T11"/>
                </a:cxn>
              </a:cxnLst>
              <a:rect l="T18" t="T19" r="T20" b="T21"/>
              <a:pathLst>
                <a:path w="337" h="485">
                  <a:moveTo>
                    <a:pt x="336" y="194"/>
                  </a:moveTo>
                  <a:lnTo>
                    <a:pt x="118" y="484"/>
                  </a:lnTo>
                  <a:lnTo>
                    <a:pt x="0" y="452"/>
                  </a:lnTo>
                  <a:lnTo>
                    <a:pt x="336" y="0"/>
                  </a:lnTo>
                  <a:lnTo>
                    <a:pt x="336" y="152"/>
                  </a:lnTo>
                  <a:lnTo>
                    <a:pt x="336" y="194"/>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139331" name="Freeform 100"/>
            <p:cNvSpPr>
              <a:spLocks/>
            </p:cNvSpPr>
            <p:nvPr/>
          </p:nvSpPr>
          <p:spPr bwMode="auto">
            <a:xfrm>
              <a:off x="2757" y="2124"/>
              <a:ext cx="509" cy="339"/>
            </a:xfrm>
            <a:custGeom>
              <a:avLst/>
              <a:gdLst>
                <a:gd name="T0" fmla="*/ 0 w 506"/>
                <a:gd name="T1" fmla="*/ 0 h 345"/>
                <a:gd name="T2" fmla="*/ 1 w 506"/>
                <a:gd name="T3" fmla="*/ 198 h 345"/>
                <a:gd name="T4" fmla="*/ 514 w 506"/>
                <a:gd name="T5" fmla="*/ 326 h 345"/>
                <a:gd name="T6" fmla="*/ 513 w 506"/>
                <a:gd name="T7" fmla="*/ 124 h 345"/>
                <a:gd name="T8" fmla="*/ 0 60000 65536"/>
                <a:gd name="T9" fmla="*/ 0 60000 65536"/>
                <a:gd name="T10" fmla="*/ 0 60000 65536"/>
                <a:gd name="T11" fmla="*/ 0 60000 65536"/>
                <a:gd name="T12" fmla="*/ 0 w 506"/>
                <a:gd name="T13" fmla="*/ 0 h 345"/>
                <a:gd name="T14" fmla="*/ 506 w 506"/>
                <a:gd name="T15" fmla="*/ 345 h 345"/>
              </a:gdLst>
              <a:ahLst/>
              <a:cxnLst>
                <a:cxn ang="T8">
                  <a:pos x="T0" y="T1"/>
                </a:cxn>
                <a:cxn ang="T9">
                  <a:pos x="T2" y="T3"/>
                </a:cxn>
                <a:cxn ang="T10">
                  <a:pos x="T4" y="T5"/>
                </a:cxn>
                <a:cxn ang="T11">
                  <a:pos x="T6" y="T7"/>
                </a:cxn>
              </a:cxnLst>
              <a:rect l="T12" t="T13" r="T14" b="T15"/>
              <a:pathLst>
                <a:path w="506" h="345">
                  <a:moveTo>
                    <a:pt x="0" y="0"/>
                  </a:moveTo>
                  <a:lnTo>
                    <a:pt x="1" y="209"/>
                  </a:lnTo>
                  <a:lnTo>
                    <a:pt x="505" y="344"/>
                  </a:lnTo>
                  <a:lnTo>
                    <a:pt x="504" y="130"/>
                  </a:lnTo>
                </a:path>
              </a:pathLst>
            </a:custGeom>
            <a:solidFill>
              <a:srgbClr val="FC2C1C"/>
            </a:solidFill>
            <a:ln w="12700" cap="rnd" cmpd="sng">
              <a:solidFill>
                <a:schemeClr val="bg2"/>
              </a:solidFill>
              <a:prstDash val="solid"/>
              <a:round/>
              <a:headEnd type="none" w="med" len="med"/>
              <a:tailEnd type="none" w="med" len="med"/>
            </a:ln>
          </p:spPr>
          <p:txBody>
            <a:bodyPr/>
            <a:lstStyle/>
            <a:p>
              <a:endParaRPr lang="fr-FR"/>
            </a:p>
          </p:txBody>
        </p:sp>
        <p:sp>
          <p:nvSpPr>
            <p:cNvPr id="139332" name="AutoShape 101"/>
            <p:cNvSpPr>
              <a:spLocks noChangeArrowheads="1"/>
            </p:cNvSpPr>
            <p:nvPr/>
          </p:nvSpPr>
          <p:spPr bwMode="auto">
            <a:xfrm rot="16200000" flipH="1">
              <a:off x="3067" y="1967"/>
              <a:ext cx="693" cy="306"/>
            </a:xfrm>
            <a:prstGeom prst="parallelogram">
              <a:avLst>
                <a:gd name="adj" fmla="val 156202"/>
              </a:avLst>
            </a:prstGeom>
            <a:solidFill>
              <a:srgbClr val="FC2C1C"/>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grpSp>
        <p:nvGrpSpPr>
          <p:cNvPr id="139278" name="Group 102"/>
          <p:cNvGrpSpPr>
            <a:grpSpLocks/>
          </p:cNvGrpSpPr>
          <p:nvPr/>
        </p:nvGrpSpPr>
        <p:grpSpPr bwMode="auto">
          <a:xfrm rot="-223274">
            <a:off x="3236913" y="2997200"/>
            <a:ext cx="744537" cy="733425"/>
            <a:chOff x="2757" y="1666"/>
            <a:chExt cx="812" cy="800"/>
          </a:xfrm>
        </p:grpSpPr>
        <p:sp>
          <p:nvSpPr>
            <p:cNvPr id="139321" name="Freeform 103"/>
            <p:cNvSpPr>
              <a:spLocks/>
            </p:cNvSpPr>
            <p:nvPr/>
          </p:nvSpPr>
          <p:spPr bwMode="auto">
            <a:xfrm>
              <a:off x="2762" y="1667"/>
              <a:ext cx="807" cy="584"/>
            </a:xfrm>
            <a:custGeom>
              <a:avLst/>
              <a:gdLst>
                <a:gd name="T0" fmla="*/ 497 w 807"/>
                <a:gd name="T1" fmla="*/ 583 h 584"/>
                <a:gd name="T2" fmla="*/ 0 w 807"/>
                <a:gd name="T3" fmla="*/ 452 h 584"/>
                <a:gd name="T4" fmla="*/ 337 w 807"/>
                <a:gd name="T5" fmla="*/ 0 h 584"/>
                <a:gd name="T6" fmla="*/ 806 w 807"/>
                <a:gd name="T7" fmla="*/ 98 h 584"/>
                <a:gd name="T8" fmla="*/ 497 w 807"/>
                <a:gd name="T9" fmla="*/ 583 h 584"/>
                <a:gd name="T10" fmla="*/ 0 60000 65536"/>
                <a:gd name="T11" fmla="*/ 0 60000 65536"/>
                <a:gd name="T12" fmla="*/ 0 60000 65536"/>
                <a:gd name="T13" fmla="*/ 0 60000 65536"/>
                <a:gd name="T14" fmla="*/ 0 60000 65536"/>
                <a:gd name="T15" fmla="*/ 0 w 807"/>
                <a:gd name="T16" fmla="*/ 0 h 584"/>
                <a:gd name="T17" fmla="*/ 807 w 807"/>
                <a:gd name="T18" fmla="*/ 584 h 584"/>
              </a:gdLst>
              <a:ahLst/>
              <a:cxnLst>
                <a:cxn ang="T10">
                  <a:pos x="T0" y="T1"/>
                </a:cxn>
                <a:cxn ang="T11">
                  <a:pos x="T2" y="T3"/>
                </a:cxn>
                <a:cxn ang="T12">
                  <a:pos x="T4" y="T5"/>
                </a:cxn>
                <a:cxn ang="T13">
                  <a:pos x="T6" y="T7"/>
                </a:cxn>
                <a:cxn ang="T14">
                  <a:pos x="T8" y="T9"/>
                </a:cxn>
              </a:cxnLst>
              <a:rect l="T15" t="T16" r="T17" b="T18"/>
              <a:pathLst>
                <a:path w="807" h="584">
                  <a:moveTo>
                    <a:pt x="497" y="583"/>
                  </a:moveTo>
                  <a:lnTo>
                    <a:pt x="0" y="452"/>
                  </a:lnTo>
                  <a:lnTo>
                    <a:pt x="337" y="0"/>
                  </a:lnTo>
                  <a:lnTo>
                    <a:pt x="806" y="98"/>
                  </a:lnTo>
                  <a:lnTo>
                    <a:pt x="497" y="583"/>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139322" name="Freeform 104"/>
            <p:cNvSpPr>
              <a:spLocks/>
            </p:cNvSpPr>
            <p:nvPr/>
          </p:nvSpPr>
          <p:spPr bwMode="auto">
            <a:xfrm>
              <a:off x="2882" y="1861"/>
              <a:ext cx="578" cy="384"/>
            </a:xfrm>
            <a:custGeom>
              <a:avLst/>
              <a:gdLst>
                <a:gd name="T0" fmla="*/ 377 w 578"/>
                <a:gd name="T1" fmla="*/ 383 h 384"/>
                <a:gd name="T2" fmla="*/ 0 w 578"/>
                <a:gd name="T3" fmla="*/ 291 h 384"/>
                <a:gd name="T4" fmla="*/ 217 w 578"/>
                <a:gd name="T5" fmla="*/ 0 h 384"/>
                <a:gd name="T6" fmla="*/ 577 w 578"/>
                <a:gd name="T7" fmla="*/ 74 h 384"/>
                <a:gd name="T8" fmla="*/ 377 w 578"/>
                <a:gd name="T9" fmla="*/ 383 h 384"/>
                <a:gd name="T10" fmla="*/ 0 60000 65536"/>
                <a:gd name="T11" fmla="*/ 0 60000 65536"/>
                <a:gd name="T12" fmla="*/ 0 60000 65536"/>
                <a:gd name="T13" fmla="*/ 0 60000 65536"/>
                <a:gd name="T14" fmla="*/ 0 60000 65536"/>
                <a:gd name="T15" fmla="*/ 0 w 578"/>
                <a:gd name="T16" fmla="*/ 0 h 384"/>
                <a:gd name="T17" fmla="*/ 578 w 578"/>
                <a:gd name="T18" fmla="*/ 384 h 384"/>
              </a:gdLst>
              <a:ahLst/>
              <a:cxnLst>
                <a:cxn ang="T10">
                  <a:pos x="T0" y="T1"/>
                </a:cxn>
                <a:cxn ang="T11">
                  <a:pos x="T2" y="T3"/>
                </a:cxn>
                <a:cxn ang="T12">
                  <a:pos x="T4" y="T5"/>
                </a:cxn>
                <a:cxn ang="T13">
                  <a:pos x="T6" y="T7"/>
                </a:cxn>
                <a:cxn ang="T14">
                  <a:pos x="T8" y="T9"/>
                </a:cxn>
              </a:cxnLst>
              <a:rect l="T15" t="T16" r="T17" b="T18"/>
              <a:pathLst>
                <a:path w="578" h="384">
                  <a:moveTo>
                    <a:pt x="377" y="383"/>
                  </a:moveTo>
                  <a:lnTo>
                    <a:pt x="0" y="291"/>
                  </a:lnTo>
                  <a:lnTo>
                    <a:pt x="217" y="0"/>
                  </a:lnTo>
                  <a:lnTo>
                    <a:pt x="577" y="74"/>
                  </a:lnTo>
                  <a:lnTo>
                    <a:pt x="377" y="383"/>
                  </a:lnTo>
                </a:path>
              </a:pathLst>
            </a:custGeom>
            <a:solidFill>
              <a:srgbClr val="E22B00"/>
            </a:solidFill>
            <a:ln>
              <a:noFill/>
            </a:ln>
            <a:extLst>
              <a:ext uri="{91240B29-F687-4F45-9708-019B960494DF}">
                <a14:hiddenLine xmlns:a14="http://schemas.microsoft.com/office/drawing/2010/main" w="12700" cap="rnd" cmpd="sng">
                  <a:solidFill>
                    <a:srgbClr val="000000"/>
                  </a:solidFill>
                  <a:prstDash val="solid"/>
                  <a:round/>
                  <a:headEnd type="none" w="med" len="med"/>
                  <a:tailEnd type="none" w="med" len="med"/>
                </a14:hiddenLine>
              </a:ext>
            </a:extLst>
          </p:spPr>
          <p:txBody>
            <a:bodyPr/>
            <a:lstStyle/>
            <a:p>
              <a:endParaRPr lang="fr-FR"/>
            </a:p>
          </p:txBody>
        </p:sp>
        <p:sp>
          <p:nvSpPr>
            <p:cNvPr id="139323" name="Line 105"/>
            <p:cNvSpPr>
              <a:spLocks noChangeShapeType="1"/>
            </p:cNvSpPr>
            <p:nvPr/>
          </p:nvSpPr>
          <p:spPr bwMode="auto">
            <a:xfrm>
              <a:off x="3102" y="1862"/>
              <a:ext cx="352" cy="7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fr-FR"/>
            </a:p>
          </p:txBody>
        </p:sp>
        <p:sp>
          <p:nvSpPr>
            <p:cNvPr id="139324" name="Freeform 106"/>
            <p:cNvSpPr>
              <a:spLocks/>
            </p:cNvSpPr>
            <p:nvPr/>
          </p:nvSpPr>
          <p:spPr bwMode="auto">
            <a:xfrm>
              <a:off x="2762" y="1666"/>
              <a:ext cx="337" cy="485"/>
            </a:xfrm>
            <a:custGeom>
              <a:avLst/>
              <a:gdLst>
                <a:gd name="T0" fmla="*/ 336 w 337"/>
                <a:gd name="T1" fmla="*/ 194 h 485"/>
                <a:gd name="T2" fmla="*/ 118 w 337"/>
                <a:gd name="T3" fmla="*/ 484 h 485"/>
                <a:gd name="T4" fmla="*/ 0 w 337"/>
                <a:gd name="T5" fmla="*/ 452 h 485"/>
                <a:gd name="T6" fmla="*/ 336 w 337"/>
                <a:gd name="T7" fmla="*/ 0 h 485"/>
                <a:gd name="T8" fmla="*/ 336 w 337"/>
                <a:gd name="T9" fmla="*/ 152 h 485"/>
                <a:gd name="T10" fmla="*/ 336 w 337"/>
                <a:gd name="T11" fmla="*/ 194 h 485"/>
                <a:gd name="T12" fmla="*/ 0 60000 65536"/>
                <a:gd name="T13" fmla="*/ 0 60000 65536"/>
                <a:gd name="T14" fmla="*/ 0 60000 65536"/>
                <a:gd name="T15" fmla="*/ 0 60000 65536"/>
                <a:gd name="T16" fmla="*/ 0 60000 65536"/>
                <a:gd name="T17" fmla="*/ 0 60000 65536"/>
                <a:gd name="T18" fmla="*/ 0 w 337"/>
                <a:gd name="T19" fmla="*/ 0 h 485"/>
                <a:gd name="T20" fmla="*/ 337 w 337"/>
                <a:gd name="T21" fmla="*/ 485 h 485"/>
              </a:gdLst>
              <a:ahLst/>
              <a:cxnLst>
                <a:cxn ang="T12">
                  <a:pos x="T0" y="T1"/>
                </a:cxn>
                <a:cxn ang="T13">
                  <a:pos x="T2" y="T3"/>
                </a:cxn>
                <a:cxn ang="T14">
                  <a:pos x="T4" y="T5"/>
                </a:cxn>
                <a:cxn ang="T15">
                  <a:pos x="T6" y="T7"/>
                </a:cxn>
                <a:cxn ang="T16">
                  <a:pos x="T8" y="T9"/>
                </a:cxn>
                <a:cxn ang="T17">
                  <a:pos x="T10" y="T11"/>
                </a:cxn>
              </a:cxnLst>
              <a:rect l="T18" t="T19" r="T20" b="T21"/>
              <a:pathLst>
                <a:path w="337" h="485">
                  <a:moveTo>
                    <a:pt x="336" y="194"/>
                  </a:moveTo>
                  <a:lnTo>
                    <a:pt x="118" y="484"/>
                  </a:lnTo>
                  <a:lnTo>
                    <a:pt x="0" y="452"/>
                  </a:lnTo>
                  <a:lnTo>
                    <a:pt x="336" y="0"/>
                  </a:lnTo>
                  <a:lnTo>
                    <a:pt x="336" y="152"/>
                  </a:lnTo>
                  <a:lnTo>
                    <a:pt x="336" y="194"/>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139325" name="Freeform 107"/>
            <p:cNvSpPr>
              <a:spLocks/>
            </p:cNvSpPr>
            <p:nvPr/>
          </p:nvSpPr>
          <p:spPr bwMode="auto">
            <a:xfrm>
              <a:off x="2757" y="2124"/>
              <a:ext cx="509" cy="339"/>
            </a:xfrm>
            <a:custGeom>
              <a:avLst/>
              <a:gdLst>
                <a:gd name="T0" fmla="*/ 0 w 506"/>
                <a:gd name="T1" fmla="*/ 0 h 345"/>
                <a:gd name="T2" fmla="*/ 1 w 506"/>
                <a:gd name="T3" fmla="*/ 198 h 345"/>
                <a:gd name="T4" fmla="*/ 514 w 506"/>
                <a:gd name="T5" fmla="*/ 326 h 345"/>
                <a:gd name="T6" fmla="*/ 513 w 506"/>
                <a:gd name="T7" fmla="*/ 124 h 345"/>
                <a:gd name="T8" fmla="*/ 0 60000 65536"/>
                <a:gd name="T9" fmla="*/ 0 60000 65536"/>
                <a:gd name="T10" fmla="*/ 0 60000 65536"/>
                <a:gd name="T11" fmla="*/ 0 60000 65536"/>
                <a:gd name="T12" fmla="*/ 0 w 506"/>
                <a:gd name="T13" fmla="*/ 0 h 345"/>
                <a:gd name="T14" fmla="*/ 506 w 506"/>
                <a:gd name="T15" fmla="*/ 345 h 345"/>
              </a:gdLst>
              <a:ahLst/>
              <a:cxnLst>
                <a:cxn ang="T8">
                  <a:pos x="T0" y="T1"/>
                </a:cxn>
                <a:cxn ang="T9">
                  <a:pos x="T2" y="T3"/>
                </a:cxn>
                <a:cxn ang="T10">
                  <a:pos x="T4" y="T5"/>
                </a:cxn>
                <a:cxn ang="T11">
                  <a:pos x="T6" y="T7"/>
                </a:cxn>
              </a:cxnLst>
              <a:rect l="T12" t="T13" r="T14" b="T15"/>
              <a:pathLst>
                <a:path w="506" h="345">
                  <a:moveTo>
                    <a:pt x="0" y="0"/>
                  </a:moveTo>
                  <a:lnTo>
                    <a:pt x="1" y="209"/>
                  </a:lnTo>
                  <a:lnTo>
                    <a:pt x="505" y="344"/>
                  </a:lnTo>
                  <a:lnTo>
                    <a:pt x="504" y="130"/>
                  </a:lnTo>
                </a:path>
              </a:pathLst>
            </a:custGeom>
            <a:solidFill>
              <a:srgbClr val="FC2C1C"/>
            </a:solidFill>
            <a:ln w="12700" cap="rnd" cmpd="sng">
              <a:solidFill>
                <a:schemeClr val="bg2"/>
              </a:solidFill>
              <a:prstDash val="solid"/>
              <a:round/>
              <a:headEnd type="none" w="med" len="med"/>
              <a:tailEnd type="none" w="med" len="med"/>
            </a:ln>
          </p:spPr>
          <p:txBody>
            <a:bodyPr/>
            <a:lstStyle/>
            <a:p>
              <a:endParaRPr lang="fr-FR"/>
            </a:p>
          </p:txBody>
        </p:sp>
        <p:sp>
          <p:nvSpPr>
            <p:cNvPr id="139326" name="AutoShape 108"/>
            <p:cNvSpPr>
              <a:spLocks noChangeArrowheads="1"/>
            </p:cNvSpPr>
            <p:nvPr/>
          </p:nvSpPr>
          <p:spPr bwMode="auto">
            <a:xfrm rot="16200000" flipH="1">
              <a:off x="3067" y="1967"/>
              <a:ext cx="693" cy="306"/>
            </a:xfrm>
            <a:prstGeom prst="parallelogram">
              <a:avLst>
                <a:gd name="adj" fmla="val 156202"/>
              </a:avLst>
            </a:prstGeom>
            <a:solidFill>
              <a:srgbClr val="FC2C1C"/>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grpSp>
        <p:nvGrpSpPr>
          <p:cNvPr id="139279" name="Group 109"/>
          <p:cNvGrpSpPr>
            <a:grpSpLocks/>
          </p:cNvGrpSpPr>
          <p:nvPr/>
        </p:nvGrpSpPr>
        <p:grpSpPr bwMode="auto">
          <a:xfrm rot="-223274">
            <a:off x="3208338" y="2774950"/>
            <a:ext cx="744537" cy="733425"/>
            <a:chOff x="2757" y="1666"/>
            <a:chExt cx="812" cy="800"/>
          </a:xfrm>
        </p:grpSpPr>
        <p:sp>
          <p:nvSpPr>
            <p:cNvPr id="139315" name="Freeform 110"/>
            <p:cNvSpPr>
              <a:spLocks/>
            </p:cNvSpPr>
            <p:nvPr/>
          </p:nvSpPr>
          <p:spPr bwMode="auto">
            <a:xfrm>
              <a:off x="2762" y="1667"/>
              <a:ext cx="807" cy="584"/>
            </a:xfrm>
            <a:custGeom>
              <a:avLst/>
              <a:gdLst>
                <a:gd name="T0" fmla="*/ 497 w 807"/>
                <a:gd name="T1" fmla="*/ 583 h 584"/>
                <a:gd name="T2" fmla="*/ 0 w 807"/>
                <a:gd name="T3" fmla="*/ 452 h 584"/>
                <a:gd name="T4" fmla="*/ 337 w 807"/>
                <a:gd name="T5" fmla="*/ 0 h 584"/>
                <a:gd name="T6" fmla="*/ 806 w 807"/>
                <a:gd name="T7" fmla="*/ 98 h 584"/>
                <a:gd name="T8" fmla="*/ 497 w 807"/>
                <a:gd name="T9" fmla="*/ 583 h 584"/>
                <a:gd name="T10" fmla="*/ 0 60000 65536"/>
                <a:gd name="T11" fmla="*/ 0 60000 65536"/>
                <a:gd name="T12" fmla="*/ 0 60000 65536"/>
                <a:gd name="T13" fmla="*/ 0 60000 65536"/>
                <a:gd name="T14" fmla="*/ 0 60000 65536"/>
                <a:gd name="T15" fmla="*/ 0 w 807"/>
                <a:gd name="T16" fmla="*/ 0 h 584"/>
                <a:gd name="T17" fmla="*/ 807 w 807"/>
                <a:gd name="T18" fmla="*/ 584 h 584"/>
              </a:gdLst>
              <a:ahLst/>
              <a:cxnLst>
                <a:cxn ang="T10">
                  <a:pos x="T0" y="T1"/>
                </a:cxn>
                <a:cxn ang="T11">
                  <a:pos x="T2" y="T3"/>
                </a:cxn>
                <a:cxn ang="T12">
                  <a:pos x="T4" y="T5"/>
                </a:cxn>
                <a:cxn ang="T13">
                  <a:pos x="T6" y="T7"/>
                </a:cxn>
                <a:cxn ang="T14">
                  <a:pos x="T8" y="T9"/>
                </a:cxn>
              </a:cxnLst>
              <a:rect l="T15" t="T16" r="T17" b="T18"/>
              <a:pathLst>
                <a:path w="807" h="584">
                  <a:moveTo>
                    <a:pt x="497" y="583"/>
                  </a:moveTo>
                  <a:lnTo>
                    <a:pt x="0" y="452"/>
                  </a:lnTo>
                  <a:lnTo>
                    <a:pt x="337" y="0"/>
                  </a:lnTo>
                  <a:lnTo>
                    <a:pt x="806" y="98"/>
                  </a:lnTo>
                  <a:lnTo>
                    <a:pt x="497" y="583"/>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139316" name="Freeform 111"/>
            <p:cNvSpPr>
              <a:spLocks/>
            </p:cNvSpPr>
            <p:nvPr/>
          </p:nvSpPr>
          <p:spPr bwMode="auto">
            <a:xfrm>
              <a:off x="2882" y="1861"/>
              <a:ext cx="578" cy="384"/>
            </a:xfrm>
            <a:custGeom>
              <a:avLst/>
              <a:gdLst>
                <a:gd name="T0" fmla="*/ 377 w 578"/>
                <a:gd name="T1" fmla="*/ 383 h 384"/>
                <a:gd name="T2" fmla="*/ 0 w 578"/>
                <a:gd name="T3" fmla="*/ 291 h 384"/>
                <a:gd name="T4" fmla="*/ 217 w 578"/>
                <a:gd name="T5" fmla="*/ 0 h 384"/>
                <a:gd name="T6" fmla="*/ 577 w 578"/>
                <a:gd name="T7" fmla="*/ 74 h 384"/>
                <a:gd name="T8" fmla="*/ 377 w 578"/>
                <a:gd name="T9" fmla="*/ 383 h 384"/>
                <a:gd name="T10" fmla="*/ 0 60000 65536"/>
                <a:gd name="T11" fmla="*/ 0 60000 65536"/>
                <a:gd name="T12" fmla="*/ 0 60000 65536"/>
                <a:gd name="T13" fmla="*/ 0 60000 65536"/>
                <a:gd name="T14" fmla="*/ 0 60000 65536"/>
                <a:gd name="T15" fmla="*/ 0 w 578"/>
                <a:gd name="T16" fmla="*/ 0 h 384"/>
                <a:gd name="T17" fmla="*/ 578 w 578"/>
                <a:gd name="T18" fmla="*/ 384 h 384"/>
              </a:gdLst>
              <a:ahLst/>
              <a:cxnLst>
                <a:cxn ang="T10">
                  <a:pos x="T0" y="T1"/>
                </a:cxn>
                <a:cxn ang="T11">
                  <a:pos x="T2" y="T3"/>
                </a:cxn>
                <a:cxn ang="T12">
                  <a:pos x="T4" y="T5"/>
                </a:cxn>
                <a:cxn ang="T13">
                  <a:pos x="T6" y="T7"/>
                </a:cxn>
                <a:cxn ang="T14">
                  <a:pos x="T8" y="T9"/>
                </a:cxn>
              </a:cxnLst>
              <a:rect l="T15" t="T16" r="T17" b="T18"/>
              <a:pathLst>
                <a:path w="578" h="384">
                  <a:moveTo>
                    <a:pt x="377" y="383"/>
                  </a:moveTo>
                  <a:lnTo>
                    <a:pt x="0" y="291"/>
                  </a:lnTo>
                  <a:lnTo>
                    <a:pt x="217" y="0"/>
                  </a:lnTo>
                  <a:lnTo>
                    <a:pt x="577" y="74"/>
                  </a:lnTo>
                  <a:lnTo>
                    <a:pt x="377" y="383"/>
                  </a:lnTo>
                </a:path>
              </a:pathLst>
            </a:custGeom>
            <a:solidFill>
              <a:srgbClr val="E22B00"/>
            </a:solidFill>
            <a:ln>
              <a:noFill/>
            </a:ln>
            <a:extLst>
              <a:ext uri="{91240B29-F687-4F45-9708-019B960494DF}">
                <a14:hiddenLine xmlns:a14="http://schemas.microsoft.com/office/drawing/2010/main" w="12700" cap="rnd" cmpd="sng">
                  <a:solidFill>
                    <a:srgbClr val="000000"/>
                  </a:solidFill>
                  <a:prstDash val="solid"/>
                  <a:round/>
                  <a:headEnd type="none" w="med" len="med"/>
                  <a:tailEnd type="none" w="med" len="med"/>
                </a14:hiddenLine>
              </a:ext>
            </a:extLst>
          </p:spPr>
          <p:txBody>
            <a:bodyPr/>
            <a:lstStyle/>
            <a:p>
              <a:endParaRPr lang="fr-FR"/>
            </a:p>
          </p:txBody>
        </p:sp>
        <p:sp>
          <p:nvSpPr>
            <p:cNvPr id="139317" name="Line 112"/>
            <p:cNvSpPr>
              <a:spLocks noChangeShapeType="1"/>
            </p:cNvSpPr>
            <p:nvPr/>
          </p:nvSpPr>
          <p:spPr bwMode="auto">
            <a:xfrm>
              <a:off x="3102" y="1862"/>
              <a:ext cx="352" cy="7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fr-FR"/>
            </a:p>
          </p:txBody>
        </p:sp>
        <p:sp>
          <p:nvSpPr>
            <p:cNvPr id="139318" name="Freeform 113"/>
            <p:cNvSpPr>
              <a:spLocks/>
            </p:cNvSpPr>
            <p:nvPr/>
          </p:nvSpPr>
          <p:spPr bwMode="auto">
            <a:xfrm>
              <a:off x="2762" y="1666"/>
              <a:ext cx="337" cy="485"/>
            </a:xfrm>
            <a:custGeom>
              <a:avLst/>
              <a:gdLst>
                <a:gd name="T0" fmla="*/ 336 w 337"/>
                <a:gd name="T1" fmla="*/ 194 h 485"/>
                <a:gd name="T2" fmla="*/ 118 w 337"/>
                <a:gd name="T3" fmla="*/ 484 h 485"/>
                <a:gd name="T4" fmla="*/ 0 w 337"/>
                <a:gd name="T5" fmla="*/ 452 h 485"/>
                <a:gd name="T6" fmla="*/ 336 w 337"/>
                <a:gd name="T7" fmla="*/ 0 h 485"/>
                <a:gd name="T8" fmla="*/ 336 w 337"/>
                <a:gd name="T9" fmla="*/ 152 h 485"/>
                <a:gd name="T10" fmla="*/ 336 w 337"/>
                <a:gd name="T11" fmla="*/ 194 h 485"/>
                <a:gd name="T12" fmla="*/ 0 60000 65536"/>
                <a:gd name="T13" fmla="*/ 0 60000 65536"/>
                <a:gd name="T14" fmla="*/ 0 60000 65536"/>
                <a:gd name="T15" fmla="*/ 0 60000 65536"/>
                <a:gd name="T16" fmla="*/ 0 60000 65536"/>
                <a:gd name="T17" fmla="*/ 0 60000 65536"/>
                <a:gd name="T18" fmla="*/ 0 w 337"/>
                <a:gd name="T19" fmla="*/ 0 h 485"/>
                <a:gd name="T20" fmla="*/ 337 w 337"/>
                <a:gd name="T21" fmla="*/ 485 h 485"/>
              </a:gdLst>
              <a:ahLst/>
              <a:cxnLst>
                <a:cxn ang="T12">
                  <a:pos x="T0" y="T1"/>
                </a:cxn>
                <a:cxn ang="T13">
                  <a:pos x="T2" y="T3"/>
                </a:cxn>
                <a:cxn ang="T14">
                  <a:pos x="T4" y="T5"/>
                </a:cxn>
                <a:cxn ang="T15">
                  <a:pos x="T6" y="T7"/>
                </a:cxn>
                <a:cxn ang="T16">
                  <a:pos x="T8" y="T9"/>
                </a:cxn>
                <a:cxn ang="T17">
                  <a:pos x="T10" y="T11"/>
                </a:cxn>
              </a:cxnLst>
              <a:rect l="T18" t="T19" r="T20" b="T21"/>
              <a:pathLst>
                <a:path w="337" h="485">
                  <a:moveTo>
                    <a:pt x="336" y="194"/>
                  </a:moveTo>
                  <a:lnTo>
                    <a:pt x="118" y="484"/>
                  </a:lnTo>
                  <a:lnTo>
                    <a:pt x="0" y="452"/>
                  </a:lnTo>
                  <a:lnTo>
                    <a:pt x="336" y="0"/>
                  </a:lnTo>
                  <a:lnTo>
                    <a:pt x="336" y="152"/>
                  </a:lnTo>
                  <a:lnTo>
                    <a:pt x="336" y="194"/>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139319" name="Freeform 114"/>
            <p:cNvSpPr>
              <a:spLocks/>
            </p:cNvSpPr>
            <p:nvPr/>
          </p:nvSpPr>
          <p:spPr bwMode="auto">
            <a:xfrm>
              <a:off x="2757" y="2124"/>
              <a:ext cx="509" cy="339"/>
            </a:xfrm>
            <a:custGeom>
              <a:avLst/>
              <a:gdLst>
                <a:gd name="T0" fmla="*/ 0 w 506"/>
                <a:gd name="T1" fmla="*/ 0 h 345"/>
                <a:gd name="T2" fmla="*/ 1 w 506"/>
                <a:gd name="T3" fmla="*/ 198 h 345"/>
                <a:gd name="T4" fmla="*/ 514 w 506"/>
                <a:gd name="T5" fmla="*/ 326 h 345"/>
                <a:gd name="T6" fmla="*/ 513 w 506"/>
                <a:gd name="T7" fmla="*/ 124 h 345"/>
                <a:gd name="T8" fmla="*/ 0 60000 65536"/>
                <a:gd name="T9" fmla="*/ 0 60000 65536"/>
                <a:gd name="T10" fmla="*/ 0 60000 65536"/>
                <a:gd name="T11" fmla="*/ 0 60000 65536"/>
                <a:gd name="T12" fmla="*/ 0 w 506"/>
                <a:gd name="T13" fmla="*/ 0 h 345"/>
                <a:gd name="T14" fmla="*/ 506 w 506"/>
                <a:gd name="T15" fmla="*/ 345 h 345"/>
              </a:gdLst>
              <a:ahLst/>
              <a:cxnLst>
                <a:cxn ang="T8">
                  <a:pos x="T0" y="T1"/>
                </a:cxn>
                <a:cxn ang="T9">
                  <a:pos x="T2" y="T3"/>
                </a:cxn>
                <a:cxn ang="T10">
                  <a:pos x="T4" y="T5"/>
                </a:cxn>
                <a:cxn ang="T11">
                  <a:pos x="T6" y="T7"/>
                </a:cxn>
              </a:cxnLst>
              <a:rect l="T12" t="T13" r="T14" b="T15"/>
              <a:pathLst>
                <a:path w="506" h="345">
                  <a:moveTo>
                    <a:pt x="0" y="0"/>
                  </a:moveTo>
                  <a:lnTo>
                    <a:pt x="1" y="209"/>
                  </a:lnTo>
                  <a:lnTo>
                    <a:pt x="505" y="344"/>
                  </a:lnTo>
                  <a:lnTo>
                    <a:pt x="504" y="130"/>
                  </a:lnTo>
                </a:path>
              </a:pathLst>
            </a:custGeom>
            <a:solidFill>
              <a:srgbClr val="FC2C1C"/>
            </a:solidFill>
            <a:ln w="12700" cap="rnd" cmpd="sng">
              <a:solidFill>
                <a:schemeClr val="bg2"/>
              </a:solidFill>
              <a:prstDash val="solid"/>
              <a:round/>
              <a:headEnd type="none" w="med" len="med"/>
              <a:tailEnd type="none" w="med" len="med"/>
            </a:ln>
          </p:spPr>
          <p:txBody>
            <a:bodyPr/>
            <a:lstStyle/>
            <a:p>
              <a:endParaRPr lang="fr-FR"/>
            </a:p>
          </p:txBody>
        </p:sp>
        <p:sp>
          <p:nvSpPr>
            <p:cNvPr id="139320" name="AutoShape 115"/>
            <p:cNvSpPr>
              <a:spLocks noChangeArrowheads="1"/>
            </p:cNvSpPr>
            <p:nvPr/>
          </p:nvSpPr>
          <p:spPr bwMode="auto">
            <a:xfrm rot="16200000" flipH="1">
              <a:off x="3067" y="1967"/>
              <a:ext cx="693" cy="306"/>
            </a:xfrm>
            <a:prstGeom prst="parallelogram">
              <a:avLst>
                <a:gd name="adj" fmla="val 156202"/>
              </a:avLst>
            </a:prstGeom>
            <a:solidFill>
              <a:srgbClr val="FC2C1C"/>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grpSp>
        <p:nvGrpSpPr>
          <p:cNvPr id="139280" name="Group 116"/>
          <p:cNvGrpSpPr>
            <a:grpSpLocks/>
          </p:cNvGrpSpPr>
          <p:nvPr/>
        </p:nvGrpSpPr>
        <p:grpSpPr bwMode="auto">
          <a:xfrm rot="-223274">
            <a:off x="3198813" y="2578100"/>
            <a:ext cx="744537" cy="733425"/>
            <a:chOff x="2757" y="1666"/>
            <a:chExt cx="812" cy="800"/>
          </a:xfrm>
        </p:grpSpPr>
        <p:sp>
          <p:nvSpPr>
            <p:cNvPr id="139309" name="Freeform 117"/>
            <p:cNvSpPr>
              <a:spLocks/>
            </p:cNvSpPr>
            <p:nvPr/>
          </p:nvSpPr>
          <p:spPr bwMode="auto">
            <a:xfrm>
              <a:off x="2762" y="1667"/>
              <a:ext cx="807" cy="584"/>
            </a:xfrm>
            <a:custGeom>
              <a:avLst/>
              <a:gdLst>
                <a:gd name="T0" fmla="*/ 497 w 807"/>
                <a:gd name="T1" fmla="*/ 583 h 584"/>
                <a:gd name="T2" fmla="*/ 0 w 807"/>
                <a:gd name="T3" fmla="*/ 452 h 584"/>
                <a:gd name="T4" fmla="*/ 337 w 807"/>
                <a:gd name="T5" fmla="*/ 0 h 584"/>
                <a:gd name="T6" fmla="*/ 806 w 807"/>
                <a:gd name="T7" fmla="*/ 98 h 584"/>
                <a:gd name="T8" fmla="*/ 497 w 807"/>
                <a:gd name="T9" fmla="*/ 583 h 584"/>
                <a:gd name="T10" fmla="*/ 0 60000 65536"/>
                <a:gd name="T11" fmla="*/ 0 60000 65536"/>
                <a:gd name="T12" fmla="*/ 0 60000 65536"/>
                <a:gd name="T13" fmla="*/ 0 60000 65536"/>
                <a:gd name="T14" fmla="*/ 0 60000 65536"/>
                <a:gd name="T15" fmla="*/ 0 w 807"/>
                <a:gd name="T16" fmla="*/ 0 h 584"/>
                <a:gd name="T17" fmla="*/ 807 w 807"/>
                <a:gd name="T18" fmla="*/ 584 h 584"/>
              </a:gdLst>
              <a:ahLst/>
              <a:cxnLst>
                <a:cxn ang="T10">
                  <a:pos x="T0" y="T1"/>
                </a:cxn>
                <a:cxn ang="T11">
                  <a:pos x="T2" y="T3"/>
                </a:cxn>
                <a:cxn ang="T12">
                  <a:pos x="T4" y="T5"/>
                </a:cxn>
                <a:cxn ang="T13">
                  <a:pos x="T6" y="T7"/>
                </a:cxn>
                <a:cxn ang="T14">
                  <a:pos x="T8" y="T9"/>
                </a:cxn>
              </a:cxnLst>
              <a:rect l="T15" t="T16" r="T17" b="T18"/>
              <a:pathLst>
                <a:path w="807" h="584">
                  <a:moveTo>
                    <a:pt x="497" y="583"/>
                  </a:moveTo>
                  <a:lnTo>
                    <a:pt x="0" y="452"/>
                  </a:lnTo>
                  <a:lnTo>
                    <a:pt x="337" y="0"/>
                  </a:lnTo>
                  <a:lnTo>
                    <a:pt x="806" y="98"/>
                  </a:lnTo>
                  <a:lnTo>
                    <a:pt x="497" y="583"/>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139310" name="Freeform 118"/>
            <p:cNvSpPr>
              <a:spLocks/>
            </p:cNvSpPr>
            <p:nvPr/>
          </p:nvSpPr>
          <p:spPr bwMode="auto">
            <a:xfrm>
              <a:off x="2882" y="1861"/>
              <a:ext cx="578" cy="384"/>
            </a:xfrm>
            <a:custGeom>
              <a:avLst/>
              <a:gdLst>
                <a:gd name="T0" fmla="*/ 377 w 578"/>
                <a:gd name="T1" fmla="*/ 383 h 384"/>
                <a:gd name="T2" fmla="*/ 0 w 578"/>
                <a:gd name="T3" fmla="*/ 291 h 384"/>
                <a:gd name="T4" fmla="*/ 217 w 578"/>
                <a:gd name="T5" fmla="*/ 0 h 384"/>
                <a:gd name="T6" fmla="*/ 577 w 578"/>
                <a:gd name="T7" fmla="*/ 74 h 384"/>
                <a:gd name="T8" fmla="*/ 377 w 578"/>
                <a:gd name="T9" fmla="*/ 383 h 384"/>
                <a:gd name="T10" fmla="*/ 0 60000 65536"/>
                <a:gd name="T11" fmla="*/ 0 60000 65536"/>
                <a:gd name="T12" fmla="*/ 0 60000 65536"/>
                <a:gd name="T13" fmla="*/ 0 60000 65536"/>
                <a:gd name="T14" fmla="*/ 0 60000 65536"/>
                <a:gd name="T15" fmla="*/ 0 w 578"/>
                <a:gd name="T16" fmla="*/ 0 h 384"/>
                <a:gd name="T17" fmla="*/ 578 w 578"/>
                <a:gd name="T18" fmla="*/ 384 h 384"/>
              </a:gdLst>
              <a:ahLst/>
              <a:cxnLst>
                <a:cxn ang="T10">
                  <a:pos x="T0" y="T1"/>
                </a:cxn>
                <a:cxn ang="T11">
                  <a:pos x="T2" y="T3"/>
                </a:cxn>
                <a:cxn ang="T12">
                  <a:pos x="T4" y="T5"/>
                </a:cxn>
                <a:cxn ang="T13">
                  <a:pos x="T6" y="T7"/>
                </a:cxn>
                <a:cxn ang="T14">
                  <a:pos x="T8" y="T9"/>
                </a:cxn>
              </a:cxnLst>
              <a:rect l="T15" t="T16" r="T17" b="T18"/>
              <a:pathLst>
                <a:path w="578" h="384">
                  <a:moveTo>
                    <a:pt x="377" y="383"/>
                  </a:moveTo>
                  <a:lnTo>
                    <a:pt x="0" y="291"/>
                  </a:lnTo>
                  <a:lnTo>
                    <a:pt x="217" y="0"/>
                  </a:lnTo>
                  <a:lnTo>
                    <a:pt x="577" y="74"/>
                  </a:lnTo>
                  <a:lnTo>
                    <a:pt x="377" y="383"/>
                  </a:lnTo>
                </a:path>
              </a:pathLst>
            </a:custGeom>
            <a:solidFill>
              <a:srgbClr val="E22B00"/>
            </a:solidFill>
            <a:ln>
              <a:noFill/>
            </a:ln>
            <a:extLst>
              <a:ext uri="{91240B29-F687-4F45-9708-019B960494DF}">
                <a14:hiddenLine xmlns:a14="http://schemas.microsoft.com/office/drawing/2010/main" w="12700" cap="rnd" cmpd="sng">
                  <a:solidFill>
                    <a:srgbClr val="000000"/>
                  </a:solidFill>
                  <a:prstDash val="solid"/>
                  <a:round/>
                  <a:headEnd type="none" w="med" len="med"/>
                  <a:tailEnd type="none" w="med" len="med"/>
                </a14:hiddenLine>
              </a:ext>
            </a:extLst>
          </p:spPr>
          <p:txBody>
            <a:bodyPr/>
            <a:lstStyle/>
            <a:p>
              <a:endParaRPr lang="fr-FR"/>
            </a:p>
          </p:txBody>
        </p:sp>
        <p:sp>
          <p:nvSpPr>
            <p:cNvPr id="139311" name="Line 119"/>
            <p:cNvSpPr>
              <a:spLocks noChangeShapeType="1"/>
            </p:cNvSpPr>
            <p:nvPr/>
          </p:nvSpPr>
          <p:spPr bwMode="auto">
            <a:xfrm>
              <a:off x="3102" y="1862"/>
              <a:ext cx="352" cy="7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fr-FR"/>
            </a:p>
          </p:txBody>
        </p:sp>
        <p:sp>
          <p:nvSpPr>
            <p:cNvPr id="139312" name="Freeform 120"/>
            <p:cNvSpPr>
              <a:spLocks/>
            </p:cNvSpPr>
            <p:nvPr/>
          </p:nvSpPr>
          <p:spPr bwMode="auto">
            <a:xfrm>
              <a:off x="2762" y="1666"/>
              <a:ext cx="337" cy="485"/>
            </a:xfrm>
            <a:custGeom>
              <a:avLst/>
              <a:gdLst>
                <a:gd name="T0" fmla="*/ 336 w 337"/>
                <a:gd name="T1" fmla="*/ 194 h 485"/>
                <a:gd name="T2" fmla="*/ 118 w 337"/>
                <a:gd name="T3" fmla="*/ 484 h 485"/>
                <a:gd name="T4" fmla="*/ 0 w 337"/>
                <a:gd name="T5" fmla="*/ 452 h 485"/>
                <a:gd name="T6" fmla="*/ 336 w 337"/>
                <a:gd name="T7" fmla="*/ 0 h 485"/>
                <a:gd name="T8" fmla="*/ 336 w 337"/>
                <a:gd name="T9" fmla="*/ 152 h 485"/>
                <a:gd name="T10" fmla="*/ 336 w 337"/>
                <a:gd name="T11" fmla="*/ 194 h 485"/>
                <a:gd name="T12" fmla="*/ 0 60000 65536"/>
                <a:gd name="T13" fmla="*/ 0 60000 65536"/>
                <a:gd name="T14" fmla="*/ 0 60000 65536"/>
                <a:gd name="T15" fmla="*/ 0 60000 65536"/>
                <a:gd name="T16" fmla="*/ 0 60000 65536"/>
                <a:gd name="T17" fmla="*/ 0 60000 65536"/>
                <a:gd name="T18" fmla="*/ 0 w 337"/>
                <a:gd name="T19" fmla="*/ 0 h 485"/>
                <a:gd name="T20" fmla="*/ 337 w 337"/>
                <a:gd name="T21" fmla="*/ 485 h 485"/>
              </a:gdLst>
              <a:ahLst/>
              <a:cxnLst>
                <a:cxn ang="T12">
                  <a:pos x="T0" y="T1"/>
                </a:cxn>
                <a:cxn ang="T13">
                  <a:pos x="T2" y="T3"/>
                </a:cxn>
                <a:cxn ang="T14">
                  <a:pos x="T4" y="T5"/>
                </a:cxn>
                <a:cxn ang="T15">
                  <a:pos x="T6" y="T7"/>
                </a:cxn>
                <a:cxn ang="T16">
                  <a:pos x="T8" y="T9"/>
                </a:cxn>
                <a:cxn ang="T17">
                  <a:pos x="T10" y="T11"/>
                </a:cxn>
              </a:cxnLst>
              <a:rect l="T18" t="T19" r="T20" b="T21"/>
              <a:pathLst>
                <a:path w="337" h="485">
                  <a:moveTo>
                    <a:pt x="336" y="194"/>
                  </a:moveTo>
                  <a:lnTo>
                    <a:pt x="118" y="484"/>
                  </a:lnTo>
                  <a:lnTo>
                    <a:pt x="0" y="452"/>
                  </a:lnTo>
                  <a:lnTo>
                    <a:pt x="336" y="0"/>
                  </a:lnTo>
                  <a:lnTo>
                    <a:pt x="336" y="152"/>
                  </a:lnTo>
                  <a:lnTo>
                    <a:pt x="336" y="194"/>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139313" name="Freeform 121"/>
            <p:cNvSpPr>
              <a:spLocks/>
            </p:cNvSpPr>
            <p:nvPr/>
          </p:nvSpPr>
          <p:spPr bwMode="auto">
            <a:xfrm>
              <a:off x="2757" y="2124"/>
              <a:ext cx="509" cy="339"/>
            </a:xfrm>
            <a:custGeom>
              <a:avLst/>
              <a:gdLst>
                <a:gd name="T0" fmla="*/ 0 w 506"/>
                <a:gd name="T1" fmla="*/ 0 h 345"/>
                <a:gd name="T2" fmla="*/ 1 w 506"/>
                <a:gd name="T3" fmla="*/ 198 h 345"/>
                <a:gd name="T4" fmla="*/ 514 w 506"/>
                <a:gd name="T5" fmla="*/ 326 h 345"/>
                <a:gd name="T6" fmla="*/ 513 w 506"/>
                <a:gd name="T7" fmla="*/ 124 h 345"/>
                <a:gd name="T8" fmla="*/ 0 60000 65536"/>
                <a:gd name="T9" fmla="*/ 0 60000 65536"/>
                <a:gd name="T10" fmla="*/ 0 60000 65536"/>
                <a:gd name="T11" fmla="*/ 0 60000 65536"/>
                <a:gd name="T12" fmla="*/ 0 w 506"/>
                <a:gd name="T13" fmla="*/ 0 h 345"/>
                <a:gd name="T14" fmla="*/ 506 w 506"/>
                <a:gd name="T15" fmla="*/ 345 h 345"/>
              </a:gdLst>
              <a:ahLst/>
              <a:cxnLst>
                <a:cxn ang="T8">
                  <a:pos x="T0" y="T1"/>
                </a:cxn>
                <a:cxn ang="T9">
                  <a:pos x="T2" y="T3"/>
                </a:cxn>
                <a:cxn ang="T10">
                  <a:pos x="T4" y="T5"/>
                </a:cxn>
                <a:cxn ang="T11">
                  <a:pos x="T6" y="T7"/>
                </a:cxn>
              </a:cxnLst>
              <a:rect l="T12" t="T13" r="T14" b="T15"/>
              <a:pathLst>
                <a:path w="506" h="345">
                  <a:moveTo>
                    <a:pt x="0" y="0"/>
                  </a:moveTo>
                  <a:lnTo>
                    <a:pt x="1" y="209"/>
                  </a:lnTo>
                  <a:lnTo>
                    <a:pt x="505" y="344"/>
                  </a:lnTo>
                  <a:lnTo>
                    <a:pt x="504" y="130"/>
                  </a:lnTo>
                </a:path>
              </a:pathLst>
            </a:custGeom>
            <a:solidFill>
              <a:srgbClr val="FC2C1C"/>
            </a:solidFill>
            <a:ln w="12700" cap="rnd" cmpd="sng">
              <a:solidFill>
                <a:schemeClr val="bg2"/>
              </a:solidFill>
              <a:prstDash val="solid"/>
              <a:round/>
              <a:headEnd type="none" w="med" len="med"/>
              <a:tailEnd type="none" w="med" len="med"/>
            </a:ln>
          </p:spPr>
          <p:txBody>
            <a:bodyPr/>
            <a:lstStyle/>
            <a:p>
              <a:endParaRPr lang="fr-FR"/>
            </a:p>
          </p:txBody>
        </p:sp>
        <p:sp>
          <p:nvSpPr>
            <p:cNvPr id="139314" name="AutoShape 122"/>
            <p:cNvSpPr>
              <a:spLocks noChangeArrowheads="1"/>
            </p:cNvSpPr>
            <p:nvPr/>
          </p:nvSpPr>
          <p:spPr bwMode="auto">
            <a:xfrm rot="16200000" flipH="1">
              <a:off x="3067" y="1967"/>
              <a:ext cx="693" cy="306"/>
            </a:xfrm>
            <a:prstGeom prst="parallelogram">
              <a:avLst>
                <a:gd name="adj" fmla="val 156202"/>
              </a:avLst>
            </a:prstGeom>
            <a:solidFill>
              <a:srgbClr val="FC2C1C"/>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sp>
        <p:nvSpPr>
          <p:cNvPr id="139281" name="Text Box 130"/>
          <p:cNvSpPr txBox="1">
            <a:spLocks noChangeArrowheads="1"/>
          </p:cNvSpPr>
          <p:nvPr/>
        </p:nvSpPr>
        <p:spPr bwMode="auto">
          <a:xfrm>
            <a:off x="604838" y="5259388"/>
            <a:ext cx="6543675" cy="4429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eaLnBrk="1" hangingPunct="1">
              <a:spcBef>
                <a:spcPct val="0"/>
              </a:spcBef>
              <a:buFontTx/>
              <a:buNone/>
            </a:pPr>
            <a:r>
              <a:rPr lang="fr-FR" altLang="fr-FR" sz="2300"/>
              <a:t>4. Pointez la production sur votre feuille de suivi</a:t>
            </a:r>
          </a:p>
        </p:txBody>
      </p:sp>
      <p:sp>
        <p:nvSpPr>
          <p:cNvPr id="139282" name="Text Box 131"/>
          <p:cNvSpPr txBox="1">
            <a:spLocks noChangeArrowheads="1"/>
          </p:cNvSpPr>
          <p:nvPr/>
        </p:nvSpPr>
        <p:spPr bwMode="auto">
          <a:xfrm>
            <a:off x="4424363" y="3767138"/>
            <a:ext cx="828675"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a:spcBef>
                <a:spcPct val="0"/>
              </a:spcBef>
              <a:buFontTx/>
              <a:buNone/>
            </a:pPr>
            <a:r>
              <a:rPr lang="fr-FR" altLang="fr-FR" sz="2400">
                <a:solidFill>
                  <a:srgbClr val="FC2C1C"/>
                </a:solidFill>
              </a:rPr>
              <a:t>1 R5</a:t>
            </a:r>
          </a:p>
        </p:txBody>
      </p:sp>
      <p:grpSp>
        <p:nvGrpSpPr>
          <p:cNvPr id="139283" name="Group 132"/>
          <p:cNvGrpSpPr>
            <a:grpSpLocks/>
          </p:cNvGrpSpPr>
          <p:nvPr/>
        </p:nvGrpSpPr>
        <p:grpSpPr bwMode="auto">
          <a:xfrm rot="-223274">
            <a:off x="4578350" y="2962275"/>
            <a:ext cx="744538" cy="733425"/>
            <a:chOff x="2757" y="1666"/>
            <a:chExt cx="812" cy="800"/>
          </a:xfrm>
        </p:grpSpPr>
        <p:sp>
          <p:nvSpPr>
            <p:cNvPr id="139303" name="Freeform 133"/>
            <p:cNvSpPr>
              <a:spLocks/>
            </p:cNvSpPr>
            <p:nvPr/>
          </p:nvSpPr>
          <p:spPr bwMode="auto">
            <a:xfrm>
              <a:off x="2762" y="1667"/>
              <a:ext cx="807" cy="584"/>
            </a:xfrm>
            <a:custGeom>
              <a:avLst/>
              <a:gdLst>
                <a:gd name="T0" fmla="*/ 497 w 807"/>
                <a:gd name="T1" fmla="*/ 583 h 584"/>
                <a:gd name="T2" fmla="*/ 0 w 807"/>
                <a:gd name="T3" fmla="*/ 452 h 584"/>
                <a:gd name="T4" fmla="*/ 337 w 807"/>
                <a:gd name="T5" fmla="*/ 0 h 584"/>
                <a:gd name="T6" fmla="*/ 806 w 807"/>
                <a:gd name="T7" fmla="*/ 98 h 584"/>
                <a:gd name="T8" fmla="*/ 497 w 807"/>
                <a:gd name="T9" fmla="*/ 583 h 584"/>
                <a:gd name="T10" fmla="*/ 0 60000 65536"/>
                <a:gd name="T11" fmla="*/ 0 60000 65536"/>
                <a:gd name="T12" fmla="*/ 0 60000 65536"/>
                <a:gd name="T13" fmla="*/ 0 60000 65536"/>
                <a:gd name="T14" fmla="*/ 0 60000 65536"/>
                <a:gd name="T15" fmla="*/ 0 w 807"/>
                <a:gd name="T16" fmla="*/ 0 h 584"/>
                <a:gd name="T17" fmla="*/ 807 w 807"/>
                <a:gd name="T18" fmla="*/ 584 h 584"/>
              </a:gdLst>
              <a:ahLst/>
              <a:cxnLst>
                <a:cxn ang="T10">
                  <a:pos x="T0" y="T1"/>
                </a:cxn>
                <a:cxn ang="T11">
                  <a:pos x="T2" y="T3"/>
                </a:cxn>
                <a:cxn ang="T12">
                  <a:pos x="T4" y="T5"/>
                </a:cxn>
                <a:cxn ang="T13">
                  <a:pos x="T6" y="T7"/>
                </a:cxn>
                <a:cxn ang="T14">
                  <a:pos x="T8" y="T9"/>
                </a:cxn>
              </a:cxnLst>
              <a:rect l="T15" t="T16" r="T17" b="T18"/>
              <a:pathLst>
                <a:path w="807" h="584">
                  <a:moveTo>
                    <a:pt x="497" y="583"/>
                  </a:moveTo>
                  <a:lnTo>
                    <a:pt x="0" y="452"/>
                  </a:lnTo>
                  <a:lnTo>
                    <a:pt x="337" y="0"/>
                  </a:lnTo>
                  <a:lnTo>
                    <a:pt x="806" y="98"/>
                  </a:lnTo>
                  <a:lnTo>
                    <a:pt x="497" y="583"/>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139304" name="Freeform 134"/>
            <p:cNvSpPr>
              <a:spLocks/>
            </p:cNvSpPr>
            <p:nvPr/>
          </p:nvSpPr>
          <p:spPr bwMode="auto">
            <a:xfrm>
              <a:off x="2882" y="1861"/>
              <a:ext cx="578" cy="384"/>
            </a:xfrm>
            <a:custGeom>
              <a:avLst/>
              <a:gdLst>
                <a:gd name="T0" fmla="*/ 377 w 578"/>
                <a:gd name="T1" fmla="*/ 383 h 384"/>
                <a:gd name="T2" fmla="*/ 0 w 578"/>
                <a:gd name="T3" fmla="*/ 291 h 384"/>
                <a:gd name="T4" fmla="*/ 217 w 578"/>
                <a:gd name="T5" fmla="*/ 0 h 384"/>
                <a:gd name="T6" fmla="*/ 577 w 578"/>
                <a:gd name="T7" fmla="*/ 74 h 384"/>
                <a:gd name="T8" fmla="*/ 377 w 578"/>
                <a:gd name="T9" fmla="*/ 383 h 384"/>
                <a:gd name="T10" fmla="*/ 0 60000 65536"/>
                <a:gd name="T11" fmla="*/ 0 60000 65536"/>
                <a:gd name="T12" fmla="*/ 0 60000 65536"/>
                <a:gd name="T13" fmla="*/ 0 60000 65536"/>
                <a:gd name="T14" fmla="*/ 0 60000 65536"/>
                <a:gd name="T15" fmla="*/ 0 w 578"/>
                <a:gd name="T16" fmla="*/ 0 h 384"/>
                <a:gd name="T17" fmla="*/ 578 w 578"/>
                <a:gd name="T18" fmla="*/ 384 h 384"/>
              </a:gdLst>
              <a:ahLst/>
              <a:cxnLst>
                <a:cxn ang="T10">
                  <a:pos x="T0" y="T1"/>
                </a:cxn>
                <a:cxn ang="T11">
                  <a:pos x="T2" y="T3"/>
                </a:cxn>
                <a:cxn ang="T12">
                  <a:pos x="T4" y="T5"/>
                </a:cxn>
                <a:cxn ang="T13">
                  <a:pos x="T6" y="T7"/>
                </a:cxn>
                <a:cxn ang="T14">
                  <a:pos x="T8" y="T9"/>
                </a:cxn>
              </a:cxnLst>
              <a:rect l="T15" t="T16" r="T17" b="T18"/>
              <a:pathLst>
                <a:path w="578" h="384">
                  <a:moveTo>
                    <a:pt x="377" y="383"/>
                  </a:moveTo>
                  <a:lnTo>
                    <a:pt x="0" y="291"/>
                  </a:lnTo>
                  <a:lnTo>
                    <a:pt x="217" y="0"/>
                  </a:lnTo>
                  <a:lnTo>
                    <a:pt x="577" y="74"/>
                  </a:lnTo>
                  <a:lnTo>
                    <a:pt x="377" y="383"/>
                  </a:lnTo>
                </a:path>
              </a:pathLst>
            </a:custGeom>
            <a:solidFill>
              <a:srgbClr val="E22B00"/>
            </a:solidFill>
            <a:ln>
              <a:noFill/>
            </a:ln>
            <a:extLst>
              <a:ext uri="{91240B29-F687-4F45-9708-019B960494DF}">
                <a14:hiddenLine xmlns:a14="http://schemas.microsoft.com/office/drawing/2010/main" w="12700" cap="rnd" cmpd="sng">
                  <a:solidFill>
                    <a:srgbClr val="000000"/>
                  </a:solidFill>
                  <a:prstDash val="solid"/>
                  <a:round/>
                  <a:headEnd type="none" w="med" len="med"/>
                  <a:tailEnd type="none" w="med" len="med"/>
                </a14:hiddenLine>
              </a:ext>
            </a:extLst>
          </p:spPr>
          <p:txBody>
            <a:bodyPr/>
            <a:lstStyle/>
            <a:p>
              <a:endParaRPr lang="fr-FR"/>
            </a:p>
          </p:txBody>
        </p:sp>
        <p:sp>
          <p:nvSpPr>
            <p:cNvPr id="139305" name="Line 135"/>
            <p:cNvSpPr>
              <a:spLocks noChangeShapeType="1"/>
            </p:cNvSpPr>
            <p:nvPr/>
          </p:nvSpPr>
          <p:spPr bwMode="auto">
            <a:xfrm>
              <a:off x="3102" y="1862"/>
              <a:ext cx="352" cy="7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fr-FR"/>
            </a:p>
          </p:txBody>
        </p:sp>
        <p:sp>
          <p:nvSpPr>
            <p:cNvPr id="139306" name="Freeform 136"/>
            <p:cNvSpPr>
              <a:spLocks/>
            </p:cNvSpPr>
            <p:nvPr/>
          </p:nvSpPr>
          <p:spPr bwMode="auto">
            <a:xfrm>
              <a:off x="2762" y="1666"/>
              <a:ext cx="337" cy="485"/>
            </a:xfrm>
            <a:custGeom>
              <a:avLst/>
              <a:gdLst>
                <a:gd name="T0" fmla="*/ 336 w 337"/>
                <a:gd name="T1" fmla="*/ 194 h 485"/>
                <a:gd name="T2" fmla="*/ 118 w 337"/>
                <a:gd name="T3" fmla="*/ 484 h 485"/>
                <a:gd name="T4" fmla="*/ 0 w 337"/>
                <a:gd name="T5" fmla="*/ 452 h 485"/>
                <a:gd name="T6" fmla="*/ 336 w 337"/>
                <a:gd name="T7" fmla="*/ 0 h 485"/>
                <a:gd name="T8" fmla="*/ 336 w 337"/>
                <a:gd name="T9" fmla="*/ 152 h 485"/>
                <a:gd name="T10" fmla="*/ 336 w 337"/>
                <a:gd name="T11" fmla="*/ 194 h 485"/>
                <a:gd name="T12" fmla="*/ 0 60000 65536"/>
                <a:gd name="T13" fmla="*/ 0 60000 65536"/>
                <a:gd name="T14" fmla="*/ 0 60000 65536"/>
                <a:gd name="T15" fmla="*/ 0 60000 65536"/>
                <a:gd name="T16" fmla="*/ 0 60000 65536"/>
                <a:gd name="T17" fmla="*/ 0 60000 65536"/>
                <a:gd name="T18" fmla="*/ 0 w 337"/>
                <a:gd name="T19" fmla="*/ 0 h 485"/>
                <a:gd name="T20" fmla="*/ 337 w 337"/>
                <a:gd name="T21" fmla="*/ 485 h 485"/>
              </a:gdLst>
              <a:ahLst/>
              <a:cxnLst>
                <a:cxn ang="T12">
                  <a:pos x="T0" y="T1"/>
                </a:cxn>
                <a:cxn ang="T13">
                  <a:pos x="T2" y="T3"/>
                </a:cxn>
                <a:cxn ang="T14">
                  <a:pos x="T4" y="T5"/>
                </a:cxn>
                <a:cxn ang="T15">
                  <a:pos x="T6" y="T7"/>
                </a:cxn>
                <a:cxn ang="T16">
                  <a:pos x="T8" y="T9"/>
                </a:cxn>
                <a:cxn ang="T17">
                  <a:pos x="T10" y="T11"/>
                </a:cxn>
              </a:cxnLst>
              <a:rect l="T18" t="T19" r="T20" b="T21"/>
              <a:pathLst>
                <a:path w="337" h="485">
                  <a:moveTo>
                    <a:pt x="336" y="194"/>
                  </a:moveTo>
                  <a:lnTo>
                    <a:pt x="118" y="484"/>
                  </a:lnTo>
                  <a:lnTo>
                    <a:pt x="0" y="452"/>
                  </a:lnTo>
                  <a:lnTo>
                    <a:pt x="336" y="0"/>
                  </a:lnTo>
                  <a:lnTo>
                    <a:pt x="336" y="152"/>
                  </a:lnTo>
                  <a:lnTo>
                    <a:pt x="336" y="194"/>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139307" name="Freeform 137"/>
            <p:cNvSpPr>
              <a:spLocks/>
            </p:cNvSpPr>
            <p:nvPr/>
          </p:nvSpPr>
          <p:spPr bwMode="auto">
            <a:xfrm>
              <a:off x="2757" y="2124"/>
              <a:ext cx="509" cy="339"/>
            </a:xfrm>
            <a:custGeom>
              <a:avLst/>
              <a:gdLst>
                <a:gd name="T0" fmla="*/ 0 w 506"/>
                <a:gd name="T1" fmla="*/ 0 h 345"/>
                <a:gd name="T2" fmla="*/ 1 w 506"/>
                <a:gd name="T3" fmla="*/ 198 h 345"/>
                <a:gd name="T4" fmla="*/ 514 w 506"/>
                <a:gd name="T5" fmla="*/ 326 h 345"/>
                <a:gd name="T6" fmla="*/ 513 w 506"/>
                <a:gd name="T7" fmla="*/ 124 h 345"/>
                <a:gd name="T8" fmla="*/ 0 60000 65536"/>
                <a:gd name="T9" fmla="*/ 0 60000 65536"/>
                <a:gd name="T10" fmla="*/ 0 60000 65536"/>
                <a:gd name="T11" fmla="*/ 0 60000 65536"/>
                <a:gd name="T12" fmla="*/ 0 w 506"/>
                <a:gd name="T13" fmla="*/ 0 h 345"/>
                <a:gd name="T14" fmla="*/ 506 w 506"/>
                <a:gd name="T15" fmla="*/ 345 h 345"/>
              </a:gdLst>
              <a:ahLst/>
              <a:cxnLst>
                <a:cxn ang="T8">
                  <a:pos x="T0" y="T1"/>
                </a:cxn>
                <a:cxn ang="T9">
                  <a:pos x="T2" y="T3"/>
                </a:cxn>
                <a:cxn ang="T10">
                  <a:pos x="T4" y="T5"/>
                </a:cxn>
                <a:cxn ang="T11">
                  <a:pos x="T6" y="T7"/>
                </a:cxn>
              </a:cxnLst>
              <a:rect l="T12" t="T13" r="T14" b="T15"/>
              <a:pathLst>
                <a:path w="506" h="345">
                  <a:moveTo>
                    <a:pt x="0" y="0"/>
                  </a:moveTo>
                  <a:lnTo>
                    <a:pt x="1" y="209"/>
                  </a:lnTo>
                  <a:lnTo>
                    <a:pt x="505" y="344"/>
                  </a:lnTo>
                  <a:lnTo>
                    <a:pt x="504" y="130"/>
                  </a:lnTo>
                </a:path>
              </a:pathLst>
            </a:custGeom>
            <a:solidFill>
              <a:srgbClr val="FC2C1C"/>
            </a:solidFill>
            <a:ln w="12700" cap="rnd" cmpd="sng">
              <a:solidFill>
                <a:schemeClr val="bg2"/>
              </a:solidFill>
              <a:prstDash val="solid"/>
              <a:round/>
              <a:headEnd type="none" w="med" len="med"/>
              <a:tailEnd type="none" w="med" len="med"/>
            </a:ln>
          </p:spPr>
          <p:txBody>
            <a:bodyPr/>
            <a:lstStyle/>
            <a:p>
              <a:endParaRPr lang="fr-FR"/>
            </a:p>
          </p:txBody>
        </p:sp>
        <p:sp>
          <p:nvSpPr>
            <p:cNvPr id="139308" name="AutoShape 138"/>
            <p:cNvSpPr>
              <a:spLocks noChangeArrowheads="1"/>
            </p:cNvSpPr>
            <p:nvPr/>
          </p:nvSpPr>
          <p:spPr bwMode="auto">
            <a:xfrm rot="16200000" flipH="1">
              <a:off x="3067" y="1967"/>
              <a:ext cx="693" cy="306"/>
            </a:xfrm>
            <a:prstGeom prst="parallelogram">
              <a:avLst>
                <a:gd name="adj" fmla="val 156202"/>
              </a:avLst>
            </a:prstGeom>
            <a:solidFill>
              <a:srgbClr val="FC2C1C"/>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sp>
        <p:nvSpPr>
          <p:cNvPr id="139284" name="Text Box 139"/>
          <p:cNvSpPr txBox="1">
            <a:spLocks noChangeArrowheads="1"/>
          </p:cNvSpPr>
          <p:nvPr/>
        </p:nvSpPr>
        <p:spPr bwMode="auto">
          <a:xfrm>
            <a:off x="5903913" y="3767138"/>
            <a:ext cx="828675"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a:spcBef>
                <a:spcPct val="0"/>
              </a:spcBef>
              <a:buFontTx/>
              <a:buNone/>
            </a:pPr>
            <a:r>
              <a:rPr lang="fr-FR" altLang="fr-FR" sz="2400">
                <a:solidFill>
                  <a:srgbClr val="FC2C1C"/>
                </a:solidFill>
              </a:rPr>
              <a:t>2 R6</a:t>
            </a:r>
          </a:p>
        </p:txBody>
      </p:sp>
      <p:grpSp>
        <p:nvGrpSpPr>
          <p:cNvPr id="139285" name="Group 140"/>
          <p:cNvGrpSpPr>
            <a:grpSpLocks/>
          </p:cNvGrpSpPr>
          <p:nvPr/>
        </p:nvGrpSpPr>
        <p:grpSpPr bwMode="auto">
          <a:xfrm rot="-223274">
            <a:off x="5922963" y="2959100"/>
            <a:ext cx="744537" cy="733425"/>
            <a:chOff x="2757" y="1666"/>
            <a:chExt cx="812" cy="800"/>
          </a:xfrm>
        </p:grpSpPr>
        <p:sp>
          <p:nvSpPr>
            <p:cNvPr id="139297" name="Freeform 141"/>
            <p:cNvSpPr>
              <a:spLocks/>
            </p:cNvSpPr>
            <p:nvPr/>
          </p:nvSpPr>
          <p:spPr bwMode="auto">
            <a:xfrm>
              <a:off x="2762" y="1667"/>
              <a:ext cx="807" cy="584"/>
            </a:xfrm>
            <a:custGeom>
              <a:avLst/>
              <a:gdLst>
                <a:gd name="T0" fmla="*/ 497 w 807"/>
                <a:gd name="T1" fmla="*/ 583 h 584"/>
                <a:gd name="T2" fmla="*/ 0 w 807"/>
                <a:gd name="T3" fmla="*/ 452 h 584"/>
                <a:gd name="T4" fmla="*/ 337 w 807"/>
                <a:gd name="T5" fmla="*/ 0 h 584"/>
                <a:gd name="T6" fmla="*/ 806 w 807"/>
                <a:gd name="T7" fmla="*/ 98 h 584"/>
                <a:gd name="T8" fmla="*/ 497 w 807"/>
                <a:gd name="T9" fmla="*/ 583 h 584"/>
                <a:gd name="T10" fmla="*/ 0 60000 65536"/>
                <a:gd name="T11" fmla="*/ 0 60000 65536"/>
                <a:gd name="T12" fmla="*/ 0 60000 65536"/>
                <a:gd name="T13" fmla="*/ 0 60000 65536"/>
                <a:gd name="T14" fmla="*/ 0 60000 65536"/>
                <a:gd name="T15" fmla="*/ 0 w 807"/>
                <a:gd name="T16" fmla="*/ 0 h 584"/>
                <a:gd name="T17" fmla="*/ 807 w 807"/>
                <a:gd name="T18" fmla="*/ 584 h 584"/>
              </a:gdLst>
              <a:ahLst/>
              <a:cxnLst>
                <a:cxn ang="T10">
                  <a:pos x="T0" y="T1"/>
                </a:cxn>
                <a:cxn ang="T11">
                  <a:pos x="T2" y="T3"/>
                </a:cxn>
                <a:cxn ang="T12">
                  <a:pos x="T4" y="T5"/>
                </a:cxn>
                <a:cxn ang="T13">
                  <a:pos x="T6" y="T7"/>
                </a:cxn>
                <a:cxn ang="T14">
                  <a:pos x="T8" y="T9"/>
                </a:cxn>
              </a:cxnLst>
              <a:rect l="T15" t="T16" r="T17" b="T18"/>
              <a:pathLst>
                <a:path w="807" h="584">
                  <a:moveTo>
                    <a:pt x="497" y="583"/>
                  </a:moveTo>
                  <a:lnTo>
                    <a:pt x="0" y="452"/>
                  </a:lnTo>
                  <a:lnTo>
                    <a:pt x="337" y="0"/>
                  </a:lnTo>
                  <a:lnTo>
                    <a:pt x="806" y="98"/>
                  </a:lnTo>
                  <a:lnTo>
                    <a:pt x="497" y="583"/>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139298" name="Freeform 142"/>
            <p:cNvSpPr>
              <a:spLocks/>
            </p:cNvSpPr>
            <p:nvPr/>
          </p:nvSpPr>
          <p:spPr bwMode="auto">
            <a:xfrm>
              <a:off x="2882" y="1861"/>
              <a:ext cx="578" cy="384"/>
            </a:xfrm>
            <a:custGeom>
              <a:avLst/>
              <a:gdLst>
                <a:gd name="T0" fmla="*/ 377 w 578"/>
                <a:gd name="T1" fmla="*/ 383 h 384"/>
                <a:gd name="T2" fmla="*/ 0 w 578"/>
                <a:gd name="T3" fmla="*/ 291 h 384"/>
                <a:gd name="T4" fmla="*/ 217 w 578"/>
                <a:gd name="T5" fmla="*/ 0 h 384"/>
                <a:gd name="T6" fmla="*/ 577 w 578"/>
                <a:gd name="T7" fmla="*/ 74 h 384"/>
                <a:gd name="T8" fmla="*/ 377 w 578"/>
                <a:gd name="T9" fmla="*/ 383 h 384"/>
                <a:gd name="T10" fmla="*/ 0 60000 65536"/>
                <a:gd name="T11" fmla="*/ 0 60000 65536"/>
                <a:gd name="T12" fmla="*/ 0 60000 65536"/>
                <a:gd name="T13" fmla="*/ 0 60000 65536"/>
                <a:gd name="T14" fmla="*/ 0 60000 65536"/>
                <a:gd name="T15" fmla="*/ 0 w 578"/>
                <a:gd name="T16" fmla="*/ 0 h 384"/>
                <a:gd name="T17" fmla="*/ 578 w 578"/>
                <a:gd name="T18" fmla="*/ 384 h 384"/>
              </a:gdLst>
              <a:ahLst/>
              <a:cxnLst>
                <a:cxn ang="T10">
                  <a:pos x="T0" y="T1"/>
                </a:cxn>
                <a:cxn ang="T11">
                  <a:pos x="T2" y="T3"/>
                </a:cxn>
                <a:cxn ang="T12">
                  <a:pos x="T4" y="T5"/>
                </a:cxn>
                <a:cxn ang="T13">
                  <a:pos x="T6" y="T7"/>
                </a:cxn>
                <a:cxn ang="T14">
                  <a:pos x="T8" y="T9"/>
                </a:cxn>
              </a:cxnLst>
              <a:rect l="T15" t="T16" r="T17" b="T18"/>
              <a:pathLst>
                <a:path w="578" h="384">
                  <a:moveTo>
                    <a:pt x="377" y="383"/>
                  </a:moveTo>
                  <a:lnTo>
                    <a:pt x="0" y="291"/>
                  </a:lnTo>
                  <a:lnTo>
                    <a:pt x="217" y="0"/>
                  </a:lnTo>
                  <a:lnTo>
                    <a:pt x="577" y="74"/>
                  </a:lnTo>
                  <a:lnTo>
                    <a:pt x="377" y="383"/>
                  </a:lnTo>
                </a:path>
              </a:pathLst>
            </a:custGeom>
            <a:solidFill>
              <a:srgbClr val="E22B00"/>
            </a:solidFill>
            <a:ln>
              <a:noFill/>
            </a:ln>
            <a:extLst>
              <a:ext uri="{91240B29-F687-4F45-9708-019B960494DF}">
                <a14:hiddenLine xmlns:a14="http://schemas.microsoft.com/office/drawing/2010/main" w="12700" cap="rnd" cmpd="sng">
                  <a:solidFill>
                    <a:srgbClr val="000000"/>
                  </a:solidFill>
                  <a:prstDash val="solid"/>
                  <a:round/>
                  <a:headEnd type="none" w="med" len="med"/>
                  <a:tailEnd type="none" w="med" len="med"/>
                </a14:hiddenLine>
              </a:ext>
            </a:extLst>
          </p:spPr>
          <p:txBody>
            <a:bodyPr/>
            <a:lstStyle/>
            <a:p>
              <a:endParaRPr lang="fr-FR"/>
            </a:p>
          </p:txBody>
        </p:sp>
        <p:sp>
          <p:nvSpPr>
            <p:cNvPr id="139299" name="Line 143"/>
            <p:cNvSpPr>
              <a:spLocks noChangeShapeType="1"/>
            </p:cNvSpPr>
            <p:nvPr/>
          </p:nvSpPr>
          <p:spPr bwMode="auto">
            <a:xfrm>
              <a:off x="3102" y="1862"/>
              <a:ext cx="352" cy="7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fr-FR"/>
            </a:p>
          </p:txBody>
        </p:sp>
        <p:sp>
          <p:nvSpPr>
            <p:cNvPr id="139300" name="Freeform 144"/>
            <p:cNvSpPr>
              <a:spLocks/>
            </p:cNvSpPr>
            <p:nvPr/>
          </p:nvSpPr>
          <p:spPr bwMode="auto">
            <a:xfrm>
              <a:off x="2762" y="1666"/>
              <a:ext cx="337" cy="485"/>
            </a:xfrm>
            <a:custGeom>
              <a:avLst/>
              <a:gdLst>
                <a:gd name="T0" fmla="*/ 336 w 337"/>
                <a:gd name="T1" fmla="*/ 194 h 485"/>
                <a:gd name="T2" fmla="*/ 118 w 337"/>
                <a:gd name="T3" fmla="*/ 484 h 485"/>
                <a:gd name="T4" fmla="*/ 0 w 337"/>
                <a:gd name="T5" fmla="*/ 452 h 485"/>
                <a:gd name="T6" fmla="*/ 336 w 337"/>
                <a:gd name="T7" fmla="*/ 0 h 485"/>
                <a:gd name="T8" fmla="*/ 336 w 337"/>
                <a:gd name="T9" fmla="*/ 152 h 485"/>
                <a:gd name="T10" fmla="*/ 336 w 337"/>
                <a:gd name="T11" fmla="*/ 194 h 485"/>
                <a:gd name="T12" fmla="*/ 0 60000 65536"/>
                <a:gd name="T13" fmla="*/ 0 60000 65536"/>
                <a:gd name="T14" fmla="*/ 0 60000 65536"/>
                <a:gd name="T15" fmla="*/ 0 60000 65536"/>
                <a:gd name="T16" fmla="*/ 0 60000 65536"/>
                <a:gd name="T17" fmla="*/ 0 60000 65536"/>
                <a:gd name="T18" fmla="*/ 0 w 337"/>
                <a:gd name="T19" fmla="*/ 0 h 485"/>
                <a:gd name="T20" fmla="*/ 337 w 337"/>
                <a:gd name="T21" fmla="*/ 485 h 485"/>
              </a:gdLst>
              <a:ahLst/>
              <a:cxnLst>
                <a:cxn ang="T12">
                  <a:pos x="T0" y="T1"/>
                </a:cxn>
                <a:cxn ang="T13">
                  <a:pos x="T2" y="T3"/>
                </a:cxn>
                <a:cxn ang="T14">
                  <a:pos x="T4" y="T5"/>
                </a:cxn>
                <a:cxn ang="T15">
                  <a:pos x="T6" y="T7"/>
                </a:cxn>
                <a:cxn ang="T16">
                  <a:pos x="T8" y="T9"/>
                </a:cxn>
                <a:cxn ang="T17">
                  <a:pos x="T10" y="T11"/>
                </a:cxn>
              </a:cxnLst>
              <a:rect l="T18" t="T19" r="T20" b="T21"/>
              <a:pathLst>
                <a:path w="337" h="485">
                  <a:moveTo>
                    <a:pt x="336" y="194"/>
                  </a:moveTo>
                  <a:lnTo>
                    <a:pt x="118" y="484"/>
                  </a:lnTo>
                  <a:lnTo>
                    <a:pt x="0" y="452"/>
                  </a:lnTo>
                  <a:lnTo>
                    <a:pt x="336" y="0"/>
                  </a:lnTo>
                  <a:lnTo>
                    <a:pt x="336" y="152"/>
                  </a:lnTo>
                  <a:lnTo>
                    <a:pt x="336" y="194"/>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139301" name="Freeform 145"/>
            <p:cNvSpPr>
              <a:spLocks/>
            </p:cNvSpPr>
            <p:nvPr/>
          </p:nvSpPr>
          <p:spPr bwMode="auto">
            <a:xfrm>
              <a:off x="2757" y="2124"/>
              <a:ext cx="509" cy="339"/>
            </a:xfrm>
            <a:custGeom>
              <a:avLst/>
              <a:gdLst>
                <a:gd name="T0" fmla="*/ 0 w 506"/>
                <a:gd name="T1" fmla="*/ 0 h 345"/>
                <a:gd name="T2" fmla="*/ 1 w 506"/>
                <a:gd name="T3" fmla="*/ 198 h 345"/>
                <a:gd name="T4" fmla="*/ 514 w 506"/>
                <a:gd name="T5" fmla="*/ 326 h 345"/>
                <a:gd name="T6" fmla="*/ 513 w 506"/>
                <a:gd name="T7" fmla="*/ 124 h 345"/>
                <a:gd name="T8" fmla="*/ 0 60000 65536"/>
                <a:gd name="T9" fmla="*/ 0 60000 65536"/>
                <a:gd name="T10" fmla="*/ 0 60000 65536"/>
                <a:gd name="T11" fmla="*/ 0 60000 65536"/>
                <a:gd name="T12" fmla="*/ 0 w 506"/>
                <a:gd name="T13" fmla="*/ 0 h 345"/>
                <a:gd name="T14" fmla="*/ 506 w 506"/>
                <a:gd name="T15" fmla="*/ 345 h 345"/>
              </a:gdLst>
              <a:ahLst/>
              <a:cxnLst>
                <a:cxn ang="T8">
                  <a:pos x="T0" y="T1"/>
                </a:cxn>
                <a:cxn ang="T9">
                  <a:pos x="T2" y="T3"/>
                </a:cxn>
                <a:cxn ang="T10">
                  <a:pos x="T4" y="T5"/>
                </a:cxn>
                <a:cxn ang="T11">
                  <a:pos x="T6" y="T7"/>
                </a:cxn>
              </a:cxnLst>
              <a:rect l="T12" t="T13" r="T14" b="T15"/>
              <a:pathLst>
                <a:path w="506" h="345">
                  <a:moveTo>
                    <a:pt x="0" y="0"/>
                  </a:moveTo>
                  <a:lnTo>
                    <a:pt x="1" y="209"/>
                  </a:lnTo>
                  <a:lnTo>
                    <a:pt x="505" y="344"/>
                  </a:lnTo>
                  <a:lnTo>
                    <a:pt x="504" y="130"/>
                  </a:lnTo>
                </a:path>
              </a:pathLst>
            </a:custGeom>
            <a:solidFill>
              <a:srgbClr val="FC2C1C"/>
            </a:solidFill>
            <a:ln w="12700" cap="rnd" cmpd="sng">
              <a:solidFill>
                <a:schemeClr val="bg2"/>
              </a:solidFill>
              <a:prstDash val="solid"/>
              <a:round/>
              <a:headEnd type="none" w="med" len="med"/>
              <a:tailEnd type="none" w="med" len="med"/>
            </a:ln>
          </p:spPr>
          <p:txBody>
            <a:bodyPr/>
            <a:lstStyle/>
            <a:p>
              <a:endParaRPr lang="fr-FR"/>
            </a:p>
          </p:txBody>
        </p:sp>
        <p:sp>
          <p:nvSpPr>
            <p:cNvPr id="139302" name="AutoShape 146"/>
            <p:cNvSpPr>
              <a:spLocks noChangeArrowheads="1"/>
            </p:cNvSpPr>
            <p:nvPr/>
          </p:nvSpPr>
          <p:spPr bwMode="auto">
            <a:xfrm rot="16200000" flipH="1">
              <a:off x="3067" y="1967"/>
              <a:ext cx="693" cy="306"/>
            </a:xfrm>
            <a:prstGeom prst="parallelogram">
              <a:avLst>
                <a:gd name="adj" fmla="val 156202"/>
              </a:avLst>
            </a:prstGeom>
            <a:solidFill>
              <a:srgbClr val="FC2C1C"/>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grpSp>
        <p:nvGrpSpPr>
          <p:cNvPr id="139286" name="Group 147"/>
          <p:cNvGrpSpPr>
            <a:grpSpLocks/>
          </p:cNvGrpSpPr>
          <p:nvPr/>
        </p:nvGrpSpPr>
        <p:grpSpPr bwMode="auto">
          <a:xfrm rot="-223274">
            <a:off x="5894388" y="2736850"/>
            <a:ext cx="744537" cy="733425"/>
            <a:chOff x="2757" y="1666"/>
            <a:chExt cx="812" cy="800"/>
          </a:xfrm>
        </p:grpSpPr>
        <p:sp>
          <p:nvSpPr>
            <p:cNvPr id="139291" name="Freeform 148"/>
            <p:cNvSpPr>
              <a:spLocks/>
            </p:cNvSpPr>
            <p:nvPr/>
          </p:nvSpPr>
          <p:spPr bwMode="auto">
            <a:xfrm>
              <a:off x="2762" y="1667"/>
              <a:ext cx="807" cy="584"/>
            </a:xfrm>
            <a:custGeom>
              <a:avLst/>
              <a:gdLst>
                <a:gd name="T0" fmla="*/ 497 w 807"/>
                <a:gd name="T1" fmla="*/ 583 h 584"/>
                <a:gd name="T2" fmla="*/ 0 w 807"/>
                <a:gd name="T3" fmla="*/ 452 h 584"/>
                <a:gd name="T4" fmla="*/ 337 w 807"/>
                <a:gd name="T5" fmla="*/ 0 h 584"/>
                <a:gd name="T6" fmla="*/ 806 w 807"/>
                <a:gd name="T7" fmla="*/ 98 h 584"/>
                <a:gd name="T8" fmla="*/ 497 w 807"/>
                <a:gd name="T9" fmla="*/ 583 h 584"/>
                <a:gd name="T10" fmla="*/ 0 60000 65536"/>
                <a:gd name="T11" fmla="*/ 0 60000 65536"/>
                <a:gd name="T12" fmla="*/ 0 60000 65536"/>
                <a:gd name="T13" fmla="*/ 0 60000 65536"/>
                <a:gd name="T14" fmla="*/ 0 60000 65536"/>
                <a:gd name="T15" fmla="*/ 0 w 807"/>
                <a:gd name="T16" fmla="*/ 0 h 584"/>
                <a:gd name="T17" fmla="*/ 807 w 807"/>
                <a:gd name="T18" fmla="*/ 584 h 584"/>
              </a:gdLst>
              <a:ahLst/>
              <a:cxnLst>
                <a:cxn ang="T10">
                  <a:pos x="T0" y="T1"/>
                </a:cxn>
                <a:cxn ang="T11">
                  <a:pos x="T2" y="T3"/>
                </a:cxn>
                <a:cxn ang="T12">
                  <a:pos x="T4" y="T5"/>
                </a:cxn>
                <a:cxn ang="T13">
                  <a:pos x="T6" y="T7"/>
                </a:cxn>
                <a:cxn ang="T14">
                  <a:pos x="T8" y="T9"/>
                </a:cxn>
              </a:cxnLst>
              <a:rect l="T15" t="T16" r="T17" b="T18"/>
              <a:pathLst>
                <a:path w="807" h="584">
                  <a:moveTo>
                    <a:pt x="497" y="583"/>
                  </a:moveTo>
                  <a:lnTo>
                    <a:pt x="0" y="452"/>
                  </a:lnTo>
                  <a:lnTo>
                    <a:pt x="337" y="0"/>
                  </a:lnTo>
                  <a:lnTo>
                    <a:pt x="806" y="98"/>
                  </a:lnTo>
                  <a:lnTo>
                    <a:pt x="497" y="583"/>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139292" name="Freeform 149"/>
            <p:cNvSpPr>
              <a:spLocks/>
            </p:cNvSpPr>
            <p:nvPr/>
          </p:nvSpPr>
          <p:spPr bwMode="auto">
            <a:xfrm>
              <a:off x="2882" y="1861"/>
              <a:ext cx="578" cy="384"/>
            </a:xfrm>
            <a:custGeom>
              <a:avLst/>
              <a:gdLst>
                <a:gd name="T0" fmla="*/ 377 w 578"/>
                <a:gd name="T1" fmla="*/ 383 h 384"/>
                <a:gd name="T2" fmla="*/ 0 w 578"/>
                <a:gd name="T3" fmla="*/ 291 h 384"/>
                <a:gd name="T4" fmla="*/ 217 w 578"/>
                <a:gd name="T5" fmla="*/ 0 h 384"/>
                <a:gd name="T6" fmla="*/ 577 w 578"/>
                <a:gd name="T7" fmla="*/ 74 h 384"/>
                <a:gd name="T8" fmla="*/ 377 w 578"/>
                <a:gd name="T9" fmla="*/ 383 h 384"/>
                <a:gd name="T10" fmla="*/ 0 60000 65536"/>
                <a:gd name="T11" fmla="*/ 0 60000 65536"/>
                <a:gd name="T12" fmla="*/ 0 60000 65536"/>
                <a:gd name="T13" fmla="*/ 0 60000 65536"/>
                <a:gd name="T14" fmla="*/ 0 60000 65536"/>
                <a:gd name="T15" fmla="*/ 0 w 578"/>
                <a:gd name="T16" fmla="*/ 0 h 384"/>
                <a:gd name="T17" fmla="*/ 578 w 578"/>
                <a:gd name="T18" fmla="*/ 384 h 384"/>
              </a:gdLst>
              <a:ahLst/>
              <a:cxnLst>
                <a:cxn ang="T10">
                  <a:pos x="T0" y="T1"/>
                </a:cxn>
                <a:cxn ang="T11">
                  <a:pos x="T2" y="T3"/>
                </a:cxn>
                <a:cxn ang="T12">
                  <a:pos x="T4" y="T5"/>
                </a:cxn>
                <a:cxn ang="T13">
                  <a:pos x="T6" y="T7"/>
                </a:cxn>
                <a:cxn ang="T14">
                  <a:pos x="T8" y="T9"/>
                </a:cxn>
              </a:cxnLst>
              <a:rect l="T15" t="T16" r="T17" b="T18"/>
              <a:pathLst>
                <a:path w="578" h="384">
                  <a:moveTo>
                    <a:pt x="377" y="383"/>
                  </a:moveTo>
                  <a:lnTo>
                    <a:pt x="0" y="291"/>
                  </a:lnTo>
                  <a:lnTo>
                    <a:pt x="217" y="0"/>
                  </a:lnTo>
                  <a:lnTo>
                    <a:pt x="577" y="74"/>
                  </a:lnTo>
                  <a:lnTo>
                    <a:pt x="377" y="383"/>
                  </a:lnTo>
                </a:path>
              </a:pathLst>
            </a:custGeom>
            <a:solidFill>
              <a:srgbClr val="E22B00"/>
            </a:solidFill>
            <a:ln>
              <a:noFill/>
            </a:ln>
            <a:extLst>
              <a:ext uri="{91240B29-F687-4F45-9708-019B960494DF}">
                <a14:hiddenLine xmlns:a14="http://schemas.microsoft.com/office/drawing/2010/main" w="12700" cap="rnd" cmpd="sng">
                  <a:solidFill>
                    <a:srgbClr val="000000"/>
                  </a:solidFill>
                  <a:prstDash val="solid"/>
                  <a:round/>
                  <a:headEnd type="none" w="med" len="med"/>
                  <a:tailEnd type="none" w="med" len="med"/>
                </a14:hiddenLine>
              </a:ext>
            </a:extLst>
          </p:spPr>
          <p:txBody>
            <a:bodyPr/>
            <a:lstStyle/>
            <a:p>
              <a:endParaRPr lang="fr-FR"/>
            </a:p>
          </p:txBody>
        </p:sp>
        <p:sp>
          <p:nvSpPr>
            <p:cNvPr id="139293" name="Line 150"/>
            <p:cNvSpPr>
              <a:spLocks noChangeShapeType="1"/>
            </p:cNvSpPr>
            <p:nvPr/>
          </p:nvSpPr>
          <p:spPr bwMode="auto">
            <a:xfrm>
              <a:off x="3102" y="1862"/>
              <a:ext cx="352" cy="7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fr-FR"/>
            </a:p>
          </p:txBody>
        </p:sp>
        <p:sp>
          <p:nvSpPr>
            <p:cNvPr id="139294" name="Freeform 151"/>
            <p:cNvSpPr>
              <a:spLocks/>
            </p:cNvSpPr>
            <p:nvPr/>
          </p:nvSpPr>
          <p:spPr bwMode="auto">
            <a:xfrm>
              <a:off x="2762" y="1666"/>
              <a:ext cx="337" cy="485"/>
            </a:xfrm>
            <a:custGeom>
              <a:avLst/>
              <a:gdLst>
                <a:gd name="T0" fmla="*/ 336 w 337"/>
                <a:gd name="T1" fmla="*/ 194 h 485"/>
                <a:gd name="T2" fmla="*/ 118 w 337"/>
                <a:gd name="T3" fmla="*/ 484 h 485"/>
                <a:gd name="T4" fmla="*/ 0 w 337"/>
                <a:gd name="T5" fmla="*/ 452 h 485"/>
                <a:gd name="T6" fmla="*/ 336 w 337"/>
                <a:gd name="T7" fmla="*/ 0 h 485"/>
                <a:gd name="T8" fmla="*/ 336 w 337"/>
                <a:gd name="T9" fmla="*/ 152 h 485"/>
                <a:gd name="T10" fmla="*/ 336 w 337"/>
                <a:gd name="T11" fmla="*/ 194 h 485"/>
                <a:gd name="T12" fmla="*/ 0 60000 65536"/>
                <a:gd name="T13" fmla="*/ 0 60000 65536"/>
                <a:gd name="T14" fmla="*/ 0 60000 65536"/>
                <a:gd name="T15" fmla="*/ 0 60000 65536"/>
                <a:gd name="T16" fmla="*/ 0 60000 65536"/>
                <a:gd name="T17" fmla="*/ 0 60000 65536"/>
                <a:gd name="T18" fmla="*/ 0 w 337"/>
                <a:gd name="T19" fmla="*/ 0 h 485"/>
                <a:gd name="T20" fmla="*/ 337 w 337"/>
                <a:gd name="T21" fmla="*/ 485 h 485"/>
              </a:gdLst>
              <a:ahLst/>
              <a:cxnLst>
                <a:cxn ang="T12">
                  <a:pos x="T0" y="T1"/>
                </a:cxn>
                <a:cxn ang="T13">
                  <a:pos x="T2" y="T3"/>
                </a:cxn>
                <a:cxn ang="T14">
                  <a:pos x="T4" y="T5"/>
                </a:cxn>
                <a:cxn ang="T15">
                  <a:pos x="T6" y="T7"/>
                </a:cxn>
                <a:cxn ang="T16">
                  <a:pos x="T8" y="T9"/>
                </a:cxn>
                <a:cxn ang="T17">
                  <a:pos x="T10" y="T11"/>
                </a:cxn>
              </a:cxnLst>
              <a:rect l="T18" t="T19" r="T20" b="T21"/>
              <a:pathLst>
                <a:path w="337" h="485">
                  <a:moveTo>
                    <a:pt x="336" y="194"/>
                  </a:moveTo>
                  <a:lnTo>
                    <a:pt x="118" y="484"/>
                  </a:lnTo>
                  <a:lnTo>
                    <a:pt x="0" y="452"/>
                  </a:lnTo>
                  <a:lnTo>
                    <a:pt x="336" y="0"/>
                  </a:lnTo>
                  <a:lnTo>
                    <a:pt x="336" y="152"/>
                  </a:lnTo>
                  <a:lnTo>
                    <a:pt x="336" y="194"/>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139295" name="Freeform 152"/>
            <p:cNvSpPr>
              <a:spLocks/>
            </p:cNvSpPr>
            <p:nvPr/>
          </p:nvSpPr>
          <p:spPr bwMode="auto">
            <a:xfrm>
              <a:off x="2757" y="2124"/>
              <a:ext cx="509" cy="339"/>
            </a:xfrm>
            <a:custGeom>
              <a:avLst/>
              <a:gdLst>
                <a:gd name="T0" fmla="*/ 0 w 506"/>
                <a:gd name="T1" fmla="*/ 0 h 345"/>
                <a:gd name="T2" fmla="*/ 1 w 506"/>
                <a:gd name="T3" fmla="*/ 198 h 345"/>
                <a:gd name="T4" fmla="*/ 514 w 506"/>
                <a:gd name="T5" fmla="*/ 326 h 345"/>
                <a:gd name="T6" fmla="*/ 513 w 506"/>
                <a:gd name="T7" fmla="*/ 124 h 345"/>
                <a:gd name="T8" fmla="*/ 0 60000 65536"/>
                <a:gd name="T9" fmla="*/ 0 60000 65536"/>
                <a:gd name="T10" fmla="*/ 0 60000 65536"/>
                <a:gd name="T11" fmla="*/ 0 60000 65536"/>
                <a:gd name="T12" fmla="*/ 0 w 506"/>
                <a:gd name="T13" fmla="*/ 0 h 345"/>
                <a:gd name="T14" fmla="*/ 506 w 506"/>
                <a:gd name="T15" fmla="*/ 345 h 345"/>
              </a:gdLst>
              <a:ahLst/>
              <a:cxnLst>
                <a:cxn ang="T8">
                  <a:pos x="T0" y="T1"/>
                </a:cxn>
                <a:cxn ang="T9">
                  <a:pos x="T2" y="T3"/>
                </a:cxn>
                <a:cxn ang="T10">
                  <a:pos x="T4" y="T5"/>
                </a:cxn>
                <a:cxn ang="T11">
                  <a:pos x="T6" y="T7"/>
                </a:cxn>
              </a:cxnLst>
              <a:rect l="T12" t="T13" r="T14" b="T15"/>
              <a:pathLst>
                <a:path w="506" h="345">
                  <a:moveTo>
                    <a:pt x="0" y="0"/>
                  </a:moveTo>
                  <a:lnTo>
                    <a:pt x="1" y="209"/>
                  </a:lnTo>
                  <a:lnTo>
                    <a:pt x="505" y="344"/>
                  </a:lnTo>
                  <a:lnTo>
                    <a:pt x="504" y="130"/>
                  </a:lnTo>
                </a:path>
              </a:pathLst>
            </a:custGeom>
            <a:solidFill>
              <a:srgbClr val="FC2C1C"/>
            </a:solidFill>
            <a:ln w="12700" cap="rnd" cmpd="sng">
              <a:solidFill>
                <a:schemeClr val="bg2"/>
              </a:solidFill>
              <a:prstDash val="solid"/>
              <a:round/>
              <a:headEnd type="none" w="med" len="med"/>
              <a:tailEnd type="none" w="med" len="med"/>
            </a:ln>
          </p:spPr>
          <p:txBody>
            <a:bodyPr/>
            <a:lstStyle/>
            <a:p>
              <a:endParaRPr lang="fr-FR"/>
            </a:p>
          </p:txBody>
        </p:sp>
        <p:sp>
          <p:nvSpPr>
            <p:cNvPr id="139296" name="AutoShape 153"/>
            <p:cNvSpPr>
              <a:spLocks noChangeArrowheads="1"/>
            </p:cNvSpPr>
            <p:nvPr/>
          </p:nvSpPr>
          <p:spPr bwMode="auto">
            <a:xfrm rot="16200000" flipH="1">
              <a:off x="3067" y="1967"/>
              <a:ext cx="693" cy="306"/>
            </a:xfrm>
            <a:prstGeom prst="parallelogram">
              <a:avLst>
                <a:gd name="adj" fmla="val 156202"/>
              </a:avLst>
            </a:prstGeom>
            <a:solidFill>
              <a:srgbClr val="FC2C1C"/>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sp>
        <p:nvSpPr>
          <p:cNvPr id="139287" name="Text Box 161"/>
          <p:cNvSpPr txBox="1">
            <a:spLocks noChangeArrowheads="1"/>
          </p:cNvSpPr>
          <p:nvPr/>
        </p:nvSpPr>
        <p:spPr bwMode="auto">
          <a:xfrm>
            <a:off x="6992938" y="3719513"/>
            <a:ext cx="2151062"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a:spcBef>
                <a:spcPct val="0"/>
              </a:spcBef>
              <a:buFontTx/>
              <a:buNone/>
            </a:pPr>
            <a:r>
              <a:rPr lang="fr-FR" altLang="fr-FR" sz="2400">
                <a:solidFill>
                  <a:srgbClr val="FC2C1C"/>
                </a:solidFill>
              </a:rPr>
              <a:t>2 Couronnes</a:t>
            </a:r>
          </a:p>
        </p:txBody>
      </p:sp>
      <p:sp>
        <p:nvSpPr>
          <p:cNvPr id="139288" name="Oval 162"/>
          <p:cNvSpPr>
            <a:spLocks noChangeArrowheads="1"/>
          </p:cNvSpPr>
          <p:nvPr/>
        </p:nvSpPr>
        <p:spPr bwMode="auto">
          <a:xfrm rot="-5400000">
            <a:off x="7652544" y="3199606"/>
            <a:ext cx="336550" cy="312738"/>
          </a:xfrm>
          <a:prstGeom prst="ellipse">
            <a:avLst/>
          </a:prstGeom>
          <a:solidFill>
            <a:schemeClr val="bg1"/>
          </a:solidFill>
          <a:ln w="9525">
            <a:solidFill>
              <a:schemeClr val="tx1"/>
            </a:solidFill>
            <a:round/>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139289" name="Oval 163"/>
          <p:cNvSpPr>
            <a:spLocks noChangeArrowheads="1"/>
          </p:cNvSpPr>
          <p:nvPr/>
        </p:nvSpPr>
        <p:spPr bwMode="auto">
          <a:xfrm rot="-5400000">
            <a:off x="8028782" y="3198019"/>
            <a:ext cx="336550" cy="312737"/>
          </a:xfrm>
          <a:prstGeom prst="ellipse">
            <a:avLst/>
          </a:prstGeom>
          <a:solidFill>
            <a:schemeClr val="bg1"/>
          </a:solidFill>
          <a:ln w="9525">
            <a:solidFill>
              <a:schemeClr val="tx1"/>
            </a:solidFill>
            <a:round/>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40290" name="Group 2"/>
          <p:cNvGrpSpPr>
            <a:grpSpLocks/>
          </p:cNvGrpSpPr>
          <p:nvPr/>
        </p:nvGrpSpPr>
        <p:grpSpPr bwMode="auto">
          <a:xfrm>
            <a:off x="7073900" y="215900"/>
            <a:ext cx="1878013" cy="1250950"/>
            <a:chOff x="4456" y="136"/>
            <a:chExt cx="1183" cy="788"/>
          </a:xfrm>
        </p:grpSpPr>
        <p:grpSp>
          <p:nvGrpSpPr>
            <p:cNvPr id="140350" name="Group 3"/>
            <p:cNvGrpSpPr>
              <a:grpSpLocks/>
            </p:cNvGrpSpPr>
            <p:nvPr/>
          </p:nvGrpSpPr>
          <p:grpSpPr bwMode="auto">
            <a:xfrm>
              <a:off x="4766" y="232"/>
              <a:ext cx="873" cy="692"/>
              <a:chOff x="2185" y="310"/>
              <a:chExt cx="873" cy="692"/>
            </a:xfrm>
          </p:grpSpPr>
          <p:sp>
            <p:nvSpPr>
              <p:cNvPr id="140361" name="Freeform 4"/>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accent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0362" name="Freeform 5"/>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0363" name="Freeform 6"/>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0364" name="Freeform 7"/>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0365" name="Freeform 8"/>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0366" name="Freeform 9"/>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0367" name="Freeform 10"/>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grpSp>
          <p:nvGrpSpPr>
            <p:cNvPr id="140351" name="Group 11"/>
            <p:cNvGrpSpPr>
              <a:grpSpLocks/>
            </p:cNvGrpSpPr>
            <p:nvPr/>
          </p:nvGrpSpPr>
          <p:grpSpPr bwMode="auto">
            <a:xfrm>
              <a:off x="4949" y="336"/>
              <a:ext cx="591" cy="468"/>
              <a:chOff x="2185" y="310"/>
              <a:chExt cx="873" cy="692"/>
            </a:xfrm>
          </p:grpSpPr>
          <p:sp>
            <p:nvSpPr>
              <p:cNvPr id="140354" name="Freeform 12"/>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0355" name="Freeform 13"/>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0356" name="Freeform 14"/>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0357" name="Freeform 15"/>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0358" name="Freeform 16"/>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0359" name="Freeform 17"/>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0360" name="Freeform 18"/>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pic>
          <p:nvPicPr>
            <p:cNvPr id="140352" name="Picture 19"/>
            <p:cNvPicPr>
              <a:picLocks noChangeAspect="1" noChangeArrowheads="1"/>
            </p:cNvPicPr>
            <p:nvPr/>
          </p:nvPicPr>
          <p:blipFill>
            <a:blip r:embed="rId3" cstate="print">
              <a:extLst>
                <a:ext uri="{28A0092B-C50C-407E-A947-70E740481C1C}">
                  <a14:useLocalDpi xmlns:a14="http://schemas.microsoft.com/office/drawing/2010/main" val="0"/>
                </a:ext>
              </a:extLst>
            </a:blip>
            <a:srcRect l="-4282" t="-4369" r="-5199" b="-12012"/>
            <a:stretch>
              <a:fillRect/>
            </a:stretch>
          </p:blipFill>
          <p:spPr bwMode="auto">
            <a:xfrm>
              <a:off x="4456" y="136"/>
              <a:ext cx="480" cy="5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40353" name="Text Box 20"/>
            <p:cNvSpPr txBox="1">
              <a:spLocks noChangeArrowheads="1"/>
            </p:cNvSpPr>
            <p:nvPr/>
          </p:nvSpPr>
          <p:spPr bwMode="auto">
            <a:xfrm>
              <a:off x="5066" y="314"/>
              <a:ext cx="356" cy="49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4500" b="1">
                  <a:solidFill>
                    <a:srgbClr val="FF0000"/>
                  </a:solidFill>
                  <a:latin typeface="Arial Black" pitchFamily="34" charset="0"/>
                </a:rPr>
                <a:t>2</a:t>
              </a:r>
              <a:endParaRPr lang="fr-FR" altLang="fr-FR" sz="3200">
                <a:solidFill>
                  <a:schemeClr val="tx1"/>
                </a:solidFill>
                <a:latin typeface="Arial Black" pitchFamily="34" charset="0"/>
              </a:endParaRPr>
            </a:p>
          </p:txBody>
        </p:sp>
      </p:grpSp>
      <p:sp>
        <p:nvSpPr>
          <p:cNvPr id="140292" name="Text Box 22"/>
          <p:cNvSpPr txBox="1">
            <a:spLocks noChangeArrowheads="1"/>
          </p:cNvSpPr>
          <p:nvPr/>
        </p:nvSpPr>
        <p:spPr bwMode="auto">
          <a:xfrm>
            <a:off x="566738" y="2697163"/>
            <a:ext cx="3217862"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2. Pas de commandes</a:t>
            </a:r>
          </a:p>
        </p:txBody>
      </p:sp>
      <p:sp>
        <p:nvSpPr>
          <p:cNvPr id="140293" name="Text Box 23"/>
          <p:cNvSpPr txBox="1">
            <a:spLocks noChangeArrowheads="1"/>
          </p:cNvSpPr>
          <p:nvPr/>
        </p:nvSpPr>
        <p:spPr bwMode="auto">
          <a:xfrm>
            <a:off x="566738" y="1363663"/>
            <a:ext cx="1946275"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1. Tirez le dé</a:t>
            </a:r>
          </a:p>
        </p:txBody>
      </p:sp>
      <p:sp>
        <p:nvSpPr>
          <p:cNvPr id="140294" name="Text Box 24"/>
          <p:cNvSpPr txBox="1">
            <a:spLocks noChangeArrowheads="1"/>
          </p:cNvSpPr>
          <p:nvPr/>
        </p:nvSpPr>
        <p:spPr bwMode="auto">
          <a:xfrm>
            <a:off x="566738" y="3935413"/>
            <a:ext cx="18796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3. Produisez</a:t>
            </a:r>
          </a:p>
        </p:txBody>
      </p:sp>
      <p:grpSp>
        <p:nvGrpSpPr>
          <p:cNvPr id="140295" name="Group 25"/>
          <p:cNvGrpSpPr>
            <a:grpSpLocks/>
          </p:cNvGrpSpPr>
          <p:nvPr/>
        </p:nvGrpSpPr>
        <p:grpSpPr bwMode="auto">
          <a:xfrm>
            <a:off x="2986088" y="1306513"/>
            <a:ext cx="446087" cy="534987"/>
            <a:chOff x="868" y="1439"/>
            <a:chExt cx="811" cy="972"/>
          </a:xfrm>
        </p:grpSpPr>
        <p:sp>
          <p:nvSpPr>
            <p:cNvPr id="140299" name="Freeform 26"/>
            <p:cNvSpPr>
              <a:spLocks/>
            </p:cNvSpPr>
            <p:nvPr/>
          </p:nvSpPr>
          <p:spPr bwMode="auto">
            <a:xfrm>
              <a:off x="1548" y="2014"/>
              <a:ext cx="123" cy="100"/>
            </a:xfrm>
            <a:custGeom>
              <a:avLst/>
              <a:gdLst>
                <a:gd name="T0" fmla="*/ 5 w 618"/>
                <a:gd name="T1" fmla="*/ 0 h 502"/>
                <a:gd name="T2" fmla="*/ 5 w 618"/>
                <a:gd name="T3" fmla="*/ 0 h 502"/>
                <a:gd name="T4" fmla="*/ 0 w 618"/>
                <a:gd name="T5" fmla="*/ 4 h 502"/>
                <a:gd name="T6" fmla="*/ 0 w 618"/>
                <a:gd name="T7" fmla="*/ 4 h 502"/>
                <a:gd name="T8" fmla="*/ 5 w 618"/>
                <a:gd name="T9" fmla="*/ 0 h 502"/>
                <a:gd name="T10" fmla="*/ 5 w 618"/>
                <a:gd name="T11" fmla="*/ 0 h 502"/>
                <a:gd name="T12" fmla="*/ 5 w 618"/>
                <a:gd name="T13" fmla="*/ 0 h 502"/>
                <a:gd name="T14" fmla="*/ 5 w 618"/>
                <a:gd name="T15" fmla="*/ 0 h 502"/>
                <a:gd name="T16" fmla="*/ 5 w 618"/>
                <a:gd name="T17" fmla="*/ 0 h 502"/>
                <a:gd name="T18" fmla="*/ 5 w 618"/>
                <a:gd name="T19" fmla="*/ 0 h 502"/>
                <a:gd name="T20" fmla="*/ 5 w 618"/>
                <a:gd name="T21" fmla="*/ 0 h 502"/>
                <a:gd name="T22" fmla="*/ 5 w 618"/>
                <a:gd name="T23" fmla="*/ 0 h 502"/>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618"/>
                <a:gd name="T37" fmla="*/ 0 h 502"/>
                <a:gd name="T38" fmla="*/ 618 w 618"/>
                <a:gd name="T39" fmla="*/ 502 h 502"/>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618" h="502">
                  <a:moveTo>
                    <a:pt x="611" y="0"/>
                  </a:moveTo>
                  <a:lnTo>
                    <a:pt x="606" y="2"/>
                  </a:lnTo>
                  <a:lnTo>
                    <a:pt x="0" y="490"/>
                  </a:lnTo>
                  <a:lnTo>
                    <a:pt x="10" y="502"/>
                  </a:lnTo>
                  <a:lnTo>
                    <a:pt x="616" y="14"/>
                  </a:lnTo>
                  <a:lnTo>
                    <a:pt x="611" y="16"/>
                  </a:lnTo>
                  <a:lnTo>
                    <a:pt x="616" y="14"/>
                  </a:lnTo>
                  <a:lnTo>
                    <a:pt x="618" y="9"/>
                  </a:lnTo>
                  <a:lnTo>
                    <a:pt x="617" y="3"/>
                  </a:lnTo>
                  <a:lnTo>
                    <a:pt x="612" y="1"/>
                  </a:lnTo>
                  <a:lnTo>
                    <a:pt x="606" y="2"/>
                  </a:lnTo>
                  <a:lnTo>
                    <a:pt x="611"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0300" name="Freeform 27"/>
            <p:cNvSpPr>
              <a:spLocks/>
            </p:cNvSpPr>
            <p:nvPr/>
          </p:nvSpPr>
          <p:spPr bwMode="auto">
            <a:xfrm>
              <a:off x="876" y="1852"/>
              <a:ext cx="82" cy="373"/>
            </a:xfrm>
            <a:custGeom>
              <a:avLst/>
              <a:gdLst>
                <a:gd name="T0" fmla="*/ 3 w 413"/>
                <a:gd name="T1" fmla="*/ 15 h 1865"/>
                <a:gd name="T2" fmla="*/ 3 w 413"/>
                <a:gd name="T3" fmla="*/ 15 h 1865"/>
                <a:gd name="T4" fmla="*/ 0 w 413"/>
                <a:gd name="T5" fmla="*/ 0 h 1865"/>
                <a:gd name="T6" fmla="*/ 0 w 413"/>
                <a:gd name="T7" fmla="*/ 0 h 1865"/>
                <a:gd name="T8" fmla="*/ 3 w 413"/>
                <a:gd name="T9" fmla="*/ 15 h 1865"/>
                <a:gd name="T10" fmla="*/ 3 w 413"/>
                <a:gd name="T11" fmla="*/ 15 h 1865"/>
                <a:gd name="T12" fmla="*/ 3 w 413"/>
                <a:gd name="T13" fmla="*/ 15 h 1865"/>
                <a:gd name="T14" fmla="*/ 3 w 413"/>
                <a:gd name="T15" fmla="*/ 15 h 1865"/>
                <a:gd name="T16" fmla="*/ 3 w 413"/>
                <a:gd name="T17" fmla="*/ 15 h 1865"/>
                <a:gd name="T18" fmla="*/ 3 w 413"/>
                <a:gd name="T19" fmla="*/ 15 h 1865"/>
                <a:gd name="T20" fmla="*/ 3 w 413"/>
                <a:gd name="T21" fmla="*/ 15 h 1865"/>
                <a:gd name="T22" fmla="*/ 3 w 413"/>
                <a:gd name="T23" fmla="*/ 15 h 186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413"/>
                <a:gd name="T37" fmla="*/ 0 h 1865"/>
                <a:gd name="T38" fmla="*/ 413 w 413"/>
                <a:gd name="T39" fmla="*/ 1865 h 1865"/>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413" h="1865">
                  <a:moveTo>
                    <a:pt x="400" y="1864"/>
                  </a:moveTo>
                  <a:lnTo>
                    <a:pt x="413" y="1856"/>
                  </a:lnTo>
                  <a:lnTo>
                    <a:pt x="17" y="0"/>
                  </a:lnTo>
                  <a:lnTo>
                    <a:pt x="0" y="2"/>
                  </a:lnTo>
                  <a:lnTo>
                    <a:pt x="396" y="1858"/>
                  </a:lnTo>
                  <a:lnTo>
                    <a:pt x="409" y="1850"/>
                  </a:lnTo>
                  <a:lnTo>
                    <a:pt x="396" y="1858"/>
                  </a:lnTo>
                  <a:lnTo>
                    <a:pt x="400" y="1864"/>
                  </a:lnTo>
                  <a:lnTo>
                    <a:pt x="406" y="1865"/>
                  </a:lnTo>
                  <a:lnTo>
                    <a:pt x="410" y="1862"/>
                  </a:lnTo>
                  <a:lnTo>
                    <a:pt x="413" y="1856"/>
                  </a:lnTo>
                  <a:lnTo>
                    <a:pt x="400" y="186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0301" name="Freeform 28"/>
            <p:cNvSpPr>
              <a:spLocks/>
            </p:cNvSpPr>
            <p:nvPr/>
          </p:nvSpPr>
          <p:spPr bwMode="auto">
            <a:xfrm>
              <a:off x="1282" y="1533"/>
              <a:ext cx="35" cy="161"/>
            </a:xfrm>
            <a:custGeom>
              <a:avLst/>
              <a:gdLst>
                <a:gd name="T0" fmla="*/ 1 w 175"/>
                <a:gd name="T1" fmla="*/ 6 h 807"/>
                <a:gd name="T2" fmla="*/ 1 w 175"/>
                <a:gd name="T3" fmla="*/ 6 h 807"/>
                <a:gd name="T4" fmla="*/ 1 w 175"/>
                <a:gd name="T5" fmla="*/ 6 h 807"/>
                <a:gd name="T6" fmla="*/ 1 w 175"/>
                <a:gd name="T7" fmla="*/ 5 h 807"/>
                <a:gd name="T8" fmla="*/ 1 w 175"/>
                <a:gd name="T9" fmla="*/ 5 h 807"/>
                <a:gd name="T10" fmla="*/ 1 w 175"/>
                <a:gd name="T11" fmla="*/ 5 h 807"/>
                <a:gd name="T12" fmla="*/ 1 w 175"/>
                <a:gd name="T13" fmla="*/ 4 h 807"/>
                <a:gd name="T14" fmla="*/ 1 w 175"/>
                <a:gd name="T15" fmla="*/ 4 h 807"/>
                <a:gd name="T16" fmla="*/ 1 w 175"/>
                <a:gd name="T17" fmla="*/ 3 h 807"/>
                <a:gd name="T18" fmla="*/ 1 w 175"/>
                <a:gd name="T19" fmla="*/ 3 h 807"/>
                <a:gd name="T20" fmla="*/ 1 w 175"/>
                <a:gd name="T21" fmla="*/ 3 h 807"/>
                <a:gd name="T22" fmla="*/ 1 w 175"/>
                <a:gd name="T23" fmla="*/ 2 h 807"/>
                <a:gd name="T24" fmla="*/ 1 w 175"/>
                <a:gd name="T25" fmla="*/ 2 h 807"/>
                <a:gd name="T26" fmla="*/ 1 w 175"/>
                <a:gd name="T27" fmla="*/ 2 h 807"/>
                <a:gd name="T28" fmla="*/ 1 w 175"/>
                <a:gd name="T29" fmla="*/ 1 h 807"/>
                <a:gd name="T30" fmla="*/ 1 w 175"/>
                <a:gd name="T31" fmla="*/ 1 h 807"/>
                <a:gd name="T32" fmla="*/ 1 w 175"/>
                <a:gd name="T33" fmla="*/ 1 h 807"/>
                <a:gd name="T34" fmla="*/ 1 w 175"/>
                <a:gd name="T35" fmla="*/ 0 h 807"/>
                <a:gd name="T36" fmla="*/ 1 w 175"/>
                <a:gd name="T37" fmla="*/ 0 h 807"/>
                <a:gd name="T38" fmla="*/ 1 w 175"/>
                <a:gd name="T39" fmla="*/ 0 h 807"/>
                <a:gd name="T40" fmla="*/ 0 w 175"/>
                <a:gd name="T41" fmla="*/ 1 h 807"/>
                <a:gd name="T42" fmla="*/ 0 w 175"/>
                <a:gd name="T43" fmla="*/ 1 h 807"/>
                <a:gd name="T44" fmla="*/ 0 w 175"/>
                <a:gd name="T45" fmla="*/ 1 h 807"/>
                <a:gd name="T46" fmla="*/ 0 w 175"/>
                <a:gd name="T47" fmla="*/ 2 h 807"/>
                <a:gd name="T48" fmla="*/ 0 w 175"/>
                <a:gd name="T49" fmla="*/ 2 h 807"/>
                <a:gd name="T50" fmla="*/ 0 w 175"/>
                <a:gd name="T51" fmla="*/ 3 h 807"/>
                <a:gd name="T52" fmla="*/ 0 w 175"/>
                <a:gd name="T53" fmla="*/ 3 h 807"/>
                <a:gd name="T54" fmla="*/ 0 w 175"/>
                <a:gd name="T55" fmla="*/ 3 h 807"/>
                <a:gd name="T56" fmla="*/ 0 w 175"/>
                <a:gd name="T57" fmla="*/ 4 h 807"/>
                <a:gd name="T58" fmla="*/ 0 w 175"/>
                <a:gd name="T59" fmla="*/ 4 h 807"/>
                <a:gd name="T60" fmla="*/ 0 w 175"/>
                <a:gd name="T61" fmla="*/ 5 h 807"/>
                <a:gd name="T62" fmla="*/ 0 w 175"/>
                <a:gd name="T63" fmla="*/ 5 h 807"/>
                <a:gd name="T64" fmla="*/ 0 w 175"/>
                <a:gd name="T65" fmla="*/ 5 h 807"/>
                <a:gd name="T66" fmla="*/ 1 w 175"/>
                <a:gd name="T67" fmla="*/ 6 h 807"/>
                <a:gd name="T68" fmla="*/ 1 w 175"/>
                <a:gd name="T69" fmla="*/ 6 h 807"/>
                <a:gd name="T70" fmla="*/ 1 w 175"/>
                <a:gd name="T71" fmla="*/ 6 h 807"/>
                <a:gd name="T72" fmla="*/ 1 w 175"/>
                <a:gd name="T73" fmla="*/ 6 h 807"/>
                <a:gd name="T74" fmla="*/ 1 w 175"/>
                <a:gd name="T75" fmla="*/ 6 h 807"/>
                <a:gd name="T76" fmla="*/ 1 w 175"/>
                <a:gd name="T77" fmla="*/ 6 h 807"/>
                <a:gd name="T78" fmla="*/ 1 w 175"/>
                <a:gd name="T79" fmla="*/ 6 h 807"/>
                <a:gd name="T80" fmla="*/ 1 w 175"/>
                <a:gd name="T81" fmla="*/ 6 h 807"/>
                <a:gd name="T82" fmla="*/ 1 w 175"/>
                <a:gd name="T83" fmla="*/ 6 h 807"/>
                <a:gd name="T84" fmla="*/ 1 w 175"/>
                <a:gd name="T85" fmla="*/ 6 h 807"/>
                <a:gd name="T86" fmla="*/ 1 w 175"/>
                <a:gd name="T87" fmla="*/ 6 h 807"/>
                <a:gd name="T88" fmla="*/ 1 w 175"/>
                <a:gd name="T89" fmla="*/ 6 h 807"/>
                <a:gd name="T90" fmla="*/ 1 w 175"/>
                <a:gd name="T91" fmla="*/ 6 h 80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175"/>
                <a:gd name="T139" fmla="*/ 0 h 807"/>
                <a:gd name="T140" fmla="*/ 175 w 175"/>
                <a:gd name="T141" fmla="*/ 807 h 80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175" h="807">
                  <a:moveTo>
                    <a:pt x="169" y="740"/>
                  </a:moveTo>
                  <a:lnTo>
                    <a:pt x="169" y="739"/>
                  </a:lnTo>
                  <a:lnTo>
                    <a:pt x="149" y="698"/>
                  </a:lnTo>
                  <a:lnTo>
                    <a:pt x="133" y="656"/>
                  </a:lnTo>
                  <a:lnTo>
                    <a:pt x="120" y="611"/>
                  </a:lnTo>
                  <a:lnTo>
                    <a:pt x="108" y="565"/>
                  </a:lnTo>
                  <a:lnTo>
                    <a:pt x="100" y="520"/>
                  </a:lnTo>
                  <a:lnTo>
                    <a:pt x="96" y="472"/>
                  </a:lnTo>
                  <a:lnTo>
                    <a:pt x="93" y="425"/>
                  </a:lnTo>
                  <a:lnTo>
                    <a:pt x="93" y="377"/>
                  </a:lnTo>
                  <a:lnTo>
                    <a:pt x="96" y="330"/>
                  </a:lnTo>
                  <a:lnTo>
                    <a:pt x="100" y="283"/>
                  </a:lnTo>
                  <a:lnTo>
                    <a:pt x="106" y="238"/>
                  </a:lnTo>
                  <a:lnTo>
                    <a:pt x="115" y="195"/>
                  </a:lnTo>
                  <a:lnTo>
                    <a:pt x="126" y="153"/>
                  </a:lnTo>
                  <a:lnTo>
                    <a:pt x="139" y="114"/>
                  </a:lnTo>
                  <a:lnTo>
                    <a:pt x="153" y="77"/>
                  </a:lnTo>
                  <a:lnTo>
                    <a:pt x="169" y="43"/>
                  </a:lnTo>
                  <a:lnTo>
                    <a:pt x="87" y="0"/>
                  </a:lnTo>
                  <a:lnTo>
                    <a:pt x="69" y="39"/>
                  </a:lnTo>
                  <a:lnTo>
                    <a:pt x="52" y="81"/>
                  </a:lnTo>
                  <a:lnTo>
                    <a:pt x="37" y="127"/>
                  </a:lnTo>
                  <a:lnTo>
                    <a:pt x="24" y="174"/>
                  </a:lnTo>
                  <a:lnTo>
                    <a:pt x="15" y="222"/>
                  </a:lnTo>
                  <a:lnTo>
                    <a:pt x="7" y="271"/>
                  </a:lnTo>
                  <a:lnTo>
                    <a:pt x="2" y="323"/>
                  </a:lnTo>
                  <a:lnTo>
                    <a:pt x="0" y="374"/>
                  </a:lnTo>
                  <a:lnTo>
                    <a:pt x="0" y="427"/>
                  </a:lnTo>
                  <a:lnTo>
                    <a:pt x="2" y="479"/>
                  </a:lnTo>
                  <a:lnTo>
                    <a:pt x="9" y="531"/>
                  </a:lnTo>
                  <a:lnTo>
                    <a:pt x="17" y="584"/>
                  </a:lnTo>
                  <a:lnTo>
                    <a:pt x="29" y="635"/>
                  </a:lnTo>
                  <a:lnTo>
                    <a:pt x="44" y="686"/>
                  </a:lnTo>
                  <a:lnTo>
                    <a:pt x="65" y="736"/>
                  </a:lnTo>
                  <a:lnTo>
                    <a:pt x="87" y="784"/>
                  </a:lnTo>
                  <a:lnTo>
                    <a:pt x="87" y="782"/>
                  </a:lnTo>
                  <a:lnTo>
                    <a:pt x="87" y="784"/>
                  </a:lnTo>
                  <a:lnTo>
                    <a:pt x="100" y="799"/>
                  </a:lnTo>
                  <a:lnTo>
                    <a:pt x="117" y="807"/>
                  </a:lnTo>
                  <a:lnTo>
                    <a:pt x="134" y="807"/>
                  </a:lnTo>
                  <a:lnTo>
                    <a:pt x="151" y="801"/>
                  </a:lnTo>
                  <a:lnTo>
                    <a:pt x="164" y="791"/>
                  </a:lnTo>
                  <a:lnTo>
                    <a:pt x="173" y="777"/>
                  </a:lnTo>
                  <a:lnTo>
                    <a:pt x="175" y="759"/>
                  </a:lnTo>
                  <a:lnTo>
                    <a:pt x="169" y="739"/>
                  </a:lnTo>
                  <a:lnTo>
                    <a:pt x="169" y="74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0302" name="Freeform 29"/>
            <p:cNvSpPr>
              <a:spLocks/>
            </p:cNvSpPr>
            <p:nvPr/>
          </p:nvSpPr>
          <p:spPr bwMode="auto">
            <a:xfrm>
              <a:off x="1299" y="1681"/>
              <a:ext cx="157" cy="281"/>
            </a:xfrm>
            <a:custGeom>
              <a:avLst/>
              <a:gdLst>
                <a:gd name="T0" fmla="*/ 6 w 787"/>
                <a:gd name="T1" fmla="*/ 11 h 1404"/>
                <a:gd name="T2" fmla="*/ 6 w 787"/>
                <a:gd name="T3" fmla="*/ 11 h 1404"/>
                <a:gd name="T4" fmla="*/ 1 w 787"/>
                <a:gd name="T5" fmla="*/ 0 h 1404"/>
                <a:gd name="T6" fmla="*/ 0 w 787"/>
                <a:gd name="T7" fmla="*/ 0 h 1404"/>
                <a:gd name="T8" fmla="*/ 6 w 787"/>
                <a:gd name="T9" fmla="*/ 11 h 1404"/>
                <a:gd name="T10" fmla="*/ 6 w 787"/>
                <a:gd name="T11" fmla="*/ 11 h 1404"/>
                <a:gd name="T12" fmla="*/ 6 w 787"/>
                <a:gd name="T13" fmla="*/ 11 h 1404"/>
                <a:gd name="T14" fmla="*/ 6 w 787"/>
                <a:gd name="T15" fmla="*/ 11 h 1404"/>
                <a:gd name="T16" fmla="*/ 6 w 787"/>
                <a:gd name="T17" fmla="*/ 11 h 1404"/>
                <a:gd name="T18" fmla="*/ 6 w 787"/>
                <a:gd name="T19" fmla="*/ 11 h 1404"/>
                <a:gd name="T20" fmla="*/ 6 w 787"/>
                <a:gd name="T21" fmla="*/ 11 h 1404"/>
                <a:gd name="T22" fmla="*/ 6 w 787"/>
                <a:gd name="T23" fmla="*/ 11 h 1404"/>
                <a:gd name="T24" fmla="*/ 6 w 787"/>
                <a:gd name="T25" fmla="*/ 11 h 1404"/>
                <a:gd name="T26" fmla="*/ 6 w 787"/>
                <a:gd name="T27" fmla="*/ 11 h 1404"/>
                <a:gd name="T28" fmla="*/ 6 w 787"/>
                <a:gd name="T29" fmla="*/ 11 h 1404"/>
                <a:gd name="T30" fmla="*/ 6 w 787"/>
                <a:gd name="T31" fmla="*/ 11 h 1404"/>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787"/>
                <a:gd name="T49" fmla="*/ 0 h 1404"/>
                <a:gd name="T50" fmla="*/ 787 w 787"/>
                <a:gd name="T51" fmla="*/ 1404 h 1404"/>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787" h="1404">
                  <a:moveTo>
                    <a:pt x="781" y="1334"/>
                  </a:moveTo>
                  <a:lnTo>
                    <a:pt x="781" y="1337"/>
                  </a:lnTo>
                  <a:lnTo>
                    <a:pt x="82" y="0"/>
                  </a:lnTo>
                  <a:lnTo>
                    <a:pt x="0" y="42"/>
                  </a:lnTo>
                  <a:lnTo>
                    <a:pt x="699" y="1379"/>
                  </a:lnTo>
                  <a:lnTo>
                    <a:pt x="699" y="1381"/>
                  </a:lnTo>
                  <a:lnTo>
                    <a:pt x="699" y="1379"/>
                  </a:lnTo>
                  <a:lnTo>
                    <a:pt x="712" y="1395"/>
                  </a:lnTo>
                  <a:lnTo>
                    <a:pt x="727" y="1402"/>
                  </a:lnTo>
                  <a:lnTo>
                    <a:pt x="744" y="1404"/>
                  </a:lnTo>
                  <a:lnTo>
                    <a:pt x="761" y="1398"/>
                  </a:lnTo>
                  <a:lnTo>
                    <a:pt x="775" y="1388"/>
                  </a:lnTo>
                  <a:lnTo>
                    <a:pt x="784" y="1373"/>
                  </a:lnTo>
                  <a:lnTo>
                    <a:pt x="787" y="1357"/>
                  </a:lnTo>
                  <a:lnTo>
                    <a:pt x="781" y="1337"/>
                  </a:lnTo>
                  <a:lnTo>
                    <a:pt x="781" y="13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0303" name="Freeform 30"/>
            <p:cNvSpPr>
              <a:spLocks/>
            </p:cNvSpPr>
            <p:nvPr/>
          </p:nvSpPr>
          <p:spPr bwMode="auto">
            <a:xfrm>
              <a:off x="1439" y="1948"/>
              <a:ext cx="125" cy="76"/>
            </a:xfrm>
            <a:custGeom>
              <a:avLst/>
              <a:gdLst>
                <a:gd name="T0" fmla="*/ 5 w 628"/>
                <a:gd name="T1" fmla="*/ 2 h 383"/>
                <a:gd name="T2" fmla="*/ 5 w 628"/>
                <a:gd name="T3" fmla="*/ 2 h 383"/>
                <a:gd name="T4" fmla="*/ 4 w 628"/>
                <a:gd name="T5" fmla="*/ 2 h 383"/>
                <a:gd name="T6" fmla="*/ 4 w 628"/>
                <a:gd name="T7" fmla="*/ 2 h 383"/>
                <a:gd name="T8" fmla="*/ 4 w 628"/>
                <a:gd name="T9" fmla="*/ 2 h 383"/>
                <a:gd name="T10" fmla="*/ 3 w 628"/>
                <a:gd name="T11" fmla="*/ 2 h 383"/>
                <a:gd name="T12" fmla="*/ 3 w 628"/>
                <a:gd name="T13" fmla="*/ 2 h 383"/>
                <a:gd name="T14" fmla="*/ 3 w 628"/>
                <a:gd name="T15" fmla="*/ 2 h 383"/>
                <a:gd name="T16" fmla="*/ 3 w 628"/>
                <a:gd name="T17" fmla="*/ 2 h 383"/>
                <a:gd name="T18" fmla="*/ 2 w 628"/>
                <a:gd name="T19" fmla="*/ 2 h 383"/>
                <a:gd name="T20" fmla="*/ 2 w 628"/>
                <a:gd name="T21" fmla="*/ 2 h 383"/>
                <a:gd name="T22" fmla="*/ 2 w 628"/>
                <a:gd name="T23" fmla="*/ 1 h 383"/>
                <a:gd name="T24" fmla="*/ 2 w 628"/>
                <a:gd name="T25" fmla="*/ 1 h 383"/>
                <a:gd name="T26" fmla="*/ 1 w 628"/>
                <a:gd name="T27" fmla="*/ 1 h 383"/>
                <a:gd name="T28" fmla="*/ 1 w 628"/>
                <a:gd name="T29" fmla="*/ 1 h 383"/>
                <a:gd name="T30" fmla="*/ 1 w 628"/>
                <a:gd name="T31" fmla="*/ 1 h 383"/>
                <a:gd name="T32" fmla="*/ 1 w 628"/>
                <a:gd name="T33" fmla="*/ 0 h 383"/>
                <a:gd name="T34" fmla="*/ 1 w 628"/>
                <a:gd name="T35" fmla="*/ 0 h 383"/>
                <a:gd name="T36" fmla="*/ 0 w 628"/>
                <a:gd name="T37" fmla="*/ 0 h 383"/>
                <a:gd name="T38" fmla="*/ 0 w 628"/>
                <a:gd name="T39" fmla="*/ 1 h 383"/>
                <a:gd name="T40" fmla="*/ 0 w 628"/>
                <a:gd name="T41" fmla="*/ 1 h 383"/>
                <a:gd name="T42" fmla="*/ 1 w 628"/>
                <a:gd name="T43" fmla="*/ 1 h 383"/>
                <a:gd name="T44" fmla="*/ 1 w 628"/>
                <a:gd name="T45" fmla="*/ 1 h 383"/>
                <a:gd name="T46" fmla="*/ 1 w 628"/>
                <a:gd name="T47" fmla="*/ 2 h 383"/>
                <a:gd name="T48" fmla="*/ 1 w 628"/>
                <a:gd name="T49" fmla="*/ 2 h 383"/>
                <a:gd name="T50" fmla="*/ 2 w 628"/>
                <a:gd name="T51" fmla="*/ 2 h 383"/>
                <a:gd name="T52" fmla="*/ 2 w 628"/>
                <a:gd name="T53" fmla="*/ 2 h 383"/>
                <a:gd name="T54" fmla="*/ 2 w 628"/>
                <a:gd name="T55" fmla="*/ 2 h 383"/>
                <a:gd name="T56" fmla="*/ 3 w 628"/>
                <a:gd name="T57" fmla="*/ 3 h 383"/>
                <a:gd name="T58" fmla="*/ 3 w 628"/>
                <a:gd name="T59" fmla="*/ 3 h 383"/>
                <a:gd name="T60" fmla="*/ 3 w 628"/>
                <a:gd name="T61" fmla="*/ 3 h 383"/>
                <a:gd name="T62" fmla="*/ 4 w 628"/>
                <a:gd name="T63" fmla="*/ 3 h 383"/>
                <a:gd name="T64" fmla="*/ 4 w 628"/>
                <a:gd name="T65" fmla="*/ 3 h 383"/>
                <a:gd name="T66" fmla="*/ 4 w 628"/>
                <a:gd name="T67" fmla="*/ 3 h 383"/>
                <a:gd name="T68" fmla="*/ 5 w 628"/>
                <a:gd name="T69" fmla="*/ 3 h 383"/>
                <a:gd name="T70" fmla="*/ 5 w 628"/>
                <a:gd name="T71" fmla="*/ 3 h 383"/>
                <a:gd name="T72" fmla="*/ 5 w 628"/>
                <a:gd name="T73" fmla="*/ 3 h 383"/>
                <a:gd name="T74" fmla="*/ 5 w 628"/>
                <a:gd name="T75" fmla="*/ 3 h 383"/>
                <a:gd name="T76" fmla="*/ 5 w 628"/>
                <a:gd name="T77" fmla="*/ 3 h 383"/>
                <a:gd name="T78" fmla="*/ 5 w 628"/>
                <a:gd name="T79" fmla="*/ 3 h 383"/>
                <a:gd name="T80" fmla="*/ 5 w 628"/>
                <a:gd name="T81" fmla="*/ 3 h 383"/>
                <a:gd name="T82" fmla="*/ 5 w 628"/>
                <a:gd name="T83" fmla="*/ 3 h 383"/>
                <a:gd name="T84" fmla="*/ 5 w 628"/>
                <a:gd name="T85" fmla="*/ 2 h 383"/>
                <a:gd name="T86" fmla="*/ 5 w 628"/>
                <a:gd name="T87" fmla="*/ 2 h 383"/>
                <a:gd name="T88" fmla="*/ 5 w 628"/>
                <a:gd name="T89" fmla="*/ 2 h 383"/>
                <a:gd name="T90" fmla="*/ 5 w 628"/>
                <a:gd name="T91" fmla="*/ 2 h 38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628"/>
                <a:gd name="T139" fmla="*/ 0 h 383"/>
                <a:gd name="T140" fmla="*/ 628 w 628"/>
                <a:gd name="T141" fmla="*/ 383 h 38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628" h="383">
                  <a:moveTo>
                    <a:pt x="581" y="289"/>
                  </a:moveTo>
                  <a:lnTo>
                    <a:pt x="582" y="289"/>
                  </a:lnTo>
                  <a:lnTo>
                    <a:pt x="541" y="287"/>
                  </a:lnTo>
                  <a:lnTo>
                    <a:pt x="500" y="283"/>
                  </a:lnTo>
                  <a:lnTo>
                    <a:pt x="462" y="276"/>
                  </a:lnTo>
                  <a:lnTo>
                    <a:pt x="424" y="268"/>
                  </a:lnTo>
                  <a:lnTo>
                    <a:pt x="389" y="255"/>
                  </a:lnTo>
                  <a:lnTo>
                    <a:pt x="352" y="242"/>
                  </a:lnTo>
                  <a:lnTo>
                    <a:pt x="320" y="227"/>
                  </a:lnTo>
                  <a:lnTo>
                    <a:pt x="287" y="209"/>
                  </a:lnTo>
                  <a:lnTo>
                    <a:pt x="255" y="189"/>
                  </a:lnTo>
                  <a:lnTo>
                    <a:pt x="226" y="168"/>
                  </a:lnTo>
                  <a:lnTo>
                    <a:pt x="198" y="145"/>
                  </a:lnTo>
                  <a:lnTo>
                    <a:pt x="172" y="119"/>
                  </a:lnTo>
                  <a:lnTo>
                    <a:pt x="146" y="92"/>
                  </a:lnTo>
                  <a:lnTo>
                    <a:pt x="122" y="64"/>
                  </a:lnTo>
                  <a:lnTo>
                    <a:pt x="100" y="33"/>
                  </a:lnTo>
                  <a:lnTo>
                    <a:pt x="82" y="0"/>
                  </a:lnTo>
                  <a:lnTo>
                    <a:pt x="0" y="47"/>
                  </a:lnTo>
                  <a:lnTo>
                    <a:pt x="23" y="85"/>
                  </a:lnTo>
                  <a:lnTo>
                    <a:pt x="49" y="120"/>
                  </a:lnTo>
                  <a:lnTo>
                    <a:pt x="76" y="153"/>
                  </a:lnTo>
                  <a:lnTo>
                    <a:pt x="104" y="185"/>
                  </a:lnTo>
                  <a:lnTo>
                    <a:pt x="137" y="215"/>
                  </a:lnTo>
                  <a:lnTo>
                    <a:pt x="170" y="241"/>
                  </a:lnTo>
                  <a:lnTo>
                    <a:pt x="204" y="267"/>
                  </a:lnTo>
                  <a:lnTo>
                    <a:pt x="240" y="289"/>
                  </a:lnTo>
                  <a:lnTo>
                    <a:pt x="277" y="309"/>
                  </a:lnTo>
                  <a:lnTo>
                    <a:pt x="317" y="329"/>
                  </a:lnTo>
                  <a:lnTo>
                    <a:pt x="358" y="344"/>
                  </a:lnTo>
                  <a:lnTo>
                    <a:pt x="400" y="357"/>
                  </a:lnTo>
                  <a:lnTo>
                    <a:pt x="444" y="367"/>
                  </a:lnTo>
                  <a:lnTo>
                    <a:pt x="488" y="374"/>
                  </a:lnTo>
                  <a:lnTo>
                    <a:pt x="534" y="380"/>
                  </a:lnTo>
                  <a:lnTo>
                    <a:pt x="580" y="383"/>
                  </a:lnTo>
                  <a:lnTo>
                    <a:pt x="581" y="383"/>
                  </a:lnTo>
                  <a:lnTo>
                    <a:pt x="580" y="383"/>
                  </a:lnTo>
                  <a:lnTo>
                    <a:pt x="600" y="379"/>
                  </a:lnTo>
                  <a:lnTo>
                    <a:pt x="615" y="369"/>
                  </a:lnTo>
                  <a:lnTo>
                    <a:pt x="624" y="353"/>
                  </a:lnTo>
                  <a:lnTo>
                    <a:pt x="628" y="337"/>
                  </a:lnTo>
                  <a:lnTo>
                    <a:pt x="625" y="319"/>
                  </a:lnTo>
                  <a:lnTo>
                    <a:pt x="617" y="304"/>
                  </a:lnTo>
                  <a:lnTo>
                    <a:pt x="602" y="294"/>
                  </a:lnTo>
                  <a:lnTo>
                    <a:pt x="582" y="289"/>
                  </a:lnTo>
                  <a:lnTo>
                    <a:pt x="581" y="28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0304" name="Freeform 31"/>
            <p:cNvSpPr>
              <a:spLocks/>
            </p:cNvSpPr>
            <p:nvPr/>
          </p:nvSpPr>
          <p:spPr bwMode="auto">
            <a:xfrm>
              <a:off x="1587" y="1880"/>
              <a:ext cx="85" cy="49"/>
            </a:xfrm>
            <a:custGeom>
              <a:avLst/>
              <a:gdLst>
                <a:gd name="T0" fmla="*/ 3 w 426"/>
                <a:gd name="T1" fmla="*/ 0 h 245"/>
                <a:gd name="T2" fmla="*/ 3 w 426"/>
                <a:gd name="T3" fmla="*/ 0 h 245"/>
                <a:gd name="T4" fmla="*/ 3 w 426"/>
                <a:gd name="T5" fmla="*/ 0 h 245"/>
                <a:gd name="T6" fmla="*/ 3 w 426"/>
                <a:gd name="T7" fmla="*/ 0 h 245"/>
                <a:gd name="T8" fmla="*/ 2 w 426"/>
                <a:gd name="T9" fmla="*/ 0 h 245"/>
                <a:gd name="T10" fmla="*/ 2 w 426"/>
                <a:gd name="T11" fmla="*/ 0 h 245"/>
                <a:gd name="T12" fmla="*/ 2 w 426"/>
                <a:gd name="T13" fmla="*/ 0 h 245"/>
                <a:gd name="T14" fmla="*/ 2 w 426"/>
                <a:gd name="T15" fmla="*/ 0 h 245"/>
                <a:gd name="T16" fmla="*/ 1 w 426"/>
                <a:gd name="T17" fmla="*/ 0 h 245"/>
                <a:gd name="T18" fmla="*/ 1 w 426"/>
                <a:gd name="T19" fmla="*/ 1 h 245"/>
                <a:gd name="T20" fmla="*/ 1 w 426"/>
                <a:gd name="T21" fmla="*/ 1 h 245"/>
                <a:gd name="T22" fmla="*/ 1 w 426"/>
                <a:gd name="T23" fmla="*/ 1 h 245"/>
                <a:gd name="T24" fmla="*/ 0 w 426"/>
                <a:gd name="T25" fmla="*/ 1 h 245"/>
                <a:gd name="T26" fmla="*/ 0 w 426"/>
                <a:gd name="T27" fmla="*/ 1 h 245"/>
                <a:gd name="T28" fmla="*/ 0 w 426"/>
                <a:gd name="T29" fmla="*/ 1 h 245"/>
                <a:gd name="T30" fmla="*/ 0 w 426"/>
                <a:gd name="T31" fmla="*/ 2 h 245"/>
                <a:gd name="T32" fmla="*/ 0 w 426"/>
                <a:gd name="T33" fmla="*/ 2 h 245"/>
                <a:gd name="T34" fmla="*/ 0 w 426"/>
                <a:gd name="T35" fmla="*/ 2 h 245"/>
                <a:gd name="T36" fmla="*/ 0 w 426"/>
                <a:gd name="T37" fmla="*/ 2 h 245"/>
                <a:gd name="T38" fmla="*/ 0 w 426"/>
                <a:gd name="T39" fmla="*/ 2 h 245"/>
                <a:gd name="T40" fmla="*/ 0 w 426"/>
                <a:gd name="T41" fmla="*/ 2 h 245"/>
                <a:gd name="T42" fmla="*/ 0 w 426"/>
                <a:gd name="T43" fmla="*/ 1 h 245"/>
                <a:gd name="T44" fmla="*/ 0 w 426"/>
                <a:gd name="T45" fmla="*/ 1 h 245"/>
                <a:gd name="T46" fmla="*/ 0 w 426"/>
                <a:gd name="T47" fmla="*/ 1 h 245"/>
                <a:gd name="T48" fmla="*/ 1 w 426"/>
                <a:gd name="T49" fmla="*/ 1 h 245"/>
                <a:gd name="T50" fmla="*/ 1 w 426"/>
                <a:gd name="T51" fmla="*/ 1 h 245"/>
                <a:gd name="T52" fmla="*/ 1 w 426"/>
                <a:gd name="T53" fmla="*/ 1 h 245"/>
                <a:gd name="T54" fmla="*/ 1 w 426"/>
                <a:gd name="T55" fmla="*/ 1 h 245"/>
                <a:gd name="T56" fmla="*/ 2 w 426"/>
                <a:gd name="T57" fmla="*/ 0 h 245"/>
                <a:gd name="T58" fmla="*/ 2 w 426"/>
                <a:gd name="T59" fmla="*/ 0 h 245"/>
                <a:gd name="T60" fmla="*/ 2 w 426"/>
                <a:gd name="T61" fmla="*/ 0 h 245"/>
                <a:gd name="T62" fmla="*/ 2 w 426"/>
                <a:gd name="T63" fmla="*/ 0 h 245"/>
                <a:gd name="T64" fmla="*/ 3 w 426"/>
                <a:gd name="T65" fmla="*/ 0 h 245"/>
                <a:gd name="T66" fmla="*/ 3 w 426"/>
                <a:gd name="T67" fmla="*/ 0 h 245"/>
                <a:gd name="T68" fmla="*/ 3 w 426"/>
                <a:gd name="T69" fmla="*/ 0 h 245"/>
                <a:gd name="T70" fmla="*/ 3 w 426"/>
                <a:gd name="T71" fmla="*/ 0 h 245"/>
                <a:gd name="T72" fmla="*/ 3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426" y="0"/>
                  </a:moveTo>
                  <a:lnTo>
                    <a:pt x="426" y="0"/>
                  </a:lnTo>
                  <a:lnTo>
                    <a:pt x="384" y="1"/>
                  </a:lnTo>
                  <a:lnTo>
                    <a:pt x="340" y="4"/>
                  </a:lnTo>
                  <a:lnTo>
                    <a:pt x="300" y="10"/>
                  </a:lnTo>
                  <a:lnTo>
                    <a:pt x="262" y="18"/>
                  </a:lnTo>
                  <a:lnTo>
                    <a:pt x="224" y="29"/>
                  </a:lnTo>
                  <a:lnTo>
                    <a:pt x="189" y="41"/>
                  </a:lnTo>
                  <a:lnTo>
                    <a:pt x="157" y="55"/>
                  </a:lnTo>
                  <a:lnTo>
                    <a:pt x="126" y="70"/>
                  </a:lnTo>
                  <a:lnTo>
                    <a:pt x="99" y="89"/>
                  </a:lnTo>
                  <a:lnTo>
                    <a:pt x="74" y="106"/>
                  </a:lnTo>
                  <a:lnTo>
                    <a:pt x="52" y="126"/>
                  </a:lnTo>
                  <a:lnTo>
                    <a:pt x="34" y="148"/>
                  </a:lnTo>
                  <a:lnTo>
                    <a:pt x="19" y="171"/>
                  </a:lnTo>
                  <a:lnTo>
                    <a:pt x="9" y="194"/>
                  </a:lnTo>
                  <a:lnTo>
                    <a:pt x="3" y="219"/>
                  </a:lnTo>
                  <a:lnTo>
                    <a:pt x="0" y="245"/>
                  </a:lnTo>
                  <a:lnTo>
                    <a:pt x="12" y="245"/>
                  </a:lnTo>
                  <a:lnTo>
                    <a:pt x="15" y="221"/>
                  </a:lnTo>
                  <a:lnTo>
                    <a:pt x="20" y="199"/>
                  </a:lnTo>
                  <a:lnTo>
                    <a:pt x="31" y="178"/>
                  </a:lnTo>
                  <a:lnTo>
                    <a:pt x="44" y="156"/>
                  </a:lnTo>
                  <a:lnTo>
                    <a:pt x="61" y="136"/>
                  </a:lnTo>
                  <a:lnTo>
                    <a:pt x="81" y="116"/>
                  </a:lnTo>
                  <a:lnTo>
                    <a:pt x="106" y="98"/>
                  </a:lnTo>
                  <a:lnTo>
                    <a:pt x="133" y="82"/>
                  </a:lnTo>
                  <a:lnTo>
                    <a:pt x="162" y="66"/>
                  </a:lnTo>
                  <a:lnTo>
                    <a:pt x="194" y="52"/>
                  </a:lnTo>
                  <a:lnTo>
                    <a:pt x="229" y="41"/>
                  </a:lnTo>
                  <a:lnTo>
                    <a:pt x="264" y="30"/>
                  </a:lnTo>
                  <a:lnTo>
                    <a:pt x="303" y="22"/>
                  </a:lnTo>
                  <a:lnTo>
                    <a:pt x="343" y="16"/>
                  </a:lnTo>
                  <a:lnTo>
                    <a:pt x="384" y="12"/>
                  </a:lnTo>
                  <a:lnTo>
                    <a:pt x="426" y="11"/>
                  </a:lnTo>
                  <a:lnTo>
                    <a:pt x="42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0305" name="Freeform 32"/>
            <p:cNvSpPr>
              <a:spLocks/>
            </p:cNvSpPr>
            <p:nvPr/>
          </p:nvSpPr>
          <p:spPr bwMode="auto">
            <a:xfrm>
              <a:off x="1587" y="1929"/>
              <a:ext cx="85" cy="49"/>
            </a:xfrm>
            <a:custGeom>
              <a:avLst/>
              <a:gdLst>
                <a:gd name="T0" fmla="*/ 0 w 426"/>
                <a:gd name="T1" fmla="*/ 0 h 245"/>
                <a:gd name="T2" fmla="*/ 0 w 426"/>
                <a:gd name="T3" fmla="*/ 0 h 245"/>
                <a:gd name="T4" fmla="*/ 0 w 426"/>
                <a:gd name="T5" fmla="*/ 0 h 245"/>
                <a:gd name="T6" fmla="*/ 0 w 426"/>
                <a:gd name="T7" fmla="*/ 0 h 245"/>
                <a:gd name="T8" fmla="*/ 0 w 426"/>
                <a:gd name="T9" fmla="*/ 1 h 245"/>
                <a:gd name="T10" fmla="*/ 0 w 426"/>
                <a:gd name="T11" fmla="*/ 1 h 245"/>
                <a:gd name="T12" fmla="*/ 0 w 426"/>
                <a:gd name="T13" fmla="*/ 1 h 245"/>
                <a:gd name="T14" fmla="*/ 1 w 426"/>
                <a:gd name="T15" fmla="*/ 1 h 245"/>
                <a:gd name="T16" fmla="*/ 1 w 426"/>
                <a:gd name="T17" fmla="*/ 1 h 245"/>
                <a:gd name="T18" fmla="*/ 1 w 426"/>
                <a:gd name="T19" fmla="*/ 1 h 245"/>
                <a:gd name="T20" fmla="*/ 1 w 426"/>
                <a:gd name="T21" fmla="*/ 2 h 245"/>
                <a:gd name="T22" fmla="*/ 2 w 426"/>
                <a:gd name="T23" fmla="*/ 2 h 245"/>
                <a:gd name="T24" fmla="*/ 2 w 426"/>
                <a:gd name="T25" fmla="*/ 2 h 245"/>
                <a:gd name="T26" fmla="*/ 2 w 426"/>
                <a:gd name="T27" fmla="*/ 2 h 245"/>
                <a:gd name="T28" fmla="*/ 2 w 426"/>
                <a:gd name="T29" fmla="*/ 2 h 245"/>
                <a:gd name="T30" fmla="*/ 3 w 426"/>
                <a:gd name="T31" fmla="*/ 2 h 245"/>
                <a:gd name="T32" fmla="*/ 3 w 426"/>
                <a:gd name="T33" fmla="*/ 2 h 245"/>
                <a:gd name="T34" fmla="*/ 3 w 426"/>
                <a:gd name="T35" fmla="*/ 2 h 245"/>
                <a:gd name="T36" fmla="*/ 3 w 426"/>
                <a:gd name="T37" fmla="*/ 2 h 245"/>
                <a:gd name="T38" fmla="*/ 3 w 426"/>
                <a:gd name="T39" fmla="*/ 2 h 245"/>
                <a:gd name="T40" fmla="*/ 3 w 426"/>
                <a:gd name="T41" fmla="*/ 2 h 245"/>
                <a:gd name="T42" fmla="*/ 2 w 426"/>
                <a:gd name="T43" fmla="*/ 2 h 245"/>
                <a:gd name="T44" fmla="*/ 2 w 426"/>
                <a:gd name="T45" fmla="*/ 2 h 245"/>
                <a:gd name="T46" fmla="*/ 2 w 426"/>
                <a:gd name="T47" fmla="*/ 2 h 245"/>
                <a:gd name="T48" fmla="*/ 2 w 426"/>
                <a:gd name="T49" fmla="*/ 2 h 245"/>
                <a:gd name="T50" fmla="*/ 1 w 426"/>
                <a:gd name="T51" fmla="*/ 1 h 245"/>
                <a:gd name="T52" fmla="*/ 1 w 426"/>
                <a:gd name="T53" fmla="*/ 1 h 245"/>
                <a:gd name="T54" fmla="*/ 1 w 426"/>
                <a:gd name="T55" fmla="*/ 1 h 245"/>
                <a:gd name="T56" fmla="*/ 1 w 426"/>
                <a:gd name="T57" fmla="*/ 1 h 245"/>
                <a:gd name="T58" fmla="*/ 0 w 426"/>
                <a:gd name="T59" fmla="*/ 1 h 245"/>
                <a:gd name="T60" fmla="*/ 0 w 426"/>
                <a:gd name="T61" fmla="*/ 1 h 245"/>
                <a:gd name="T62" fmla="*/ 0 w 426"/>
                <a:gd name="T63" fmla="*/ 1 h 245"/>
                <a:gd name="T64" fmla="*/ 0 w 426"/>
                <a:gd name="T65" fmla="*/ 0 h 245"/>
                <a:gd name="T66" fmla="*/ 0 w 426"/>
                <a:gd name="T67" fmla="*/ 0 h 245"/>
                <a:gd name="T68" fmla="*/ 0 w 426"/>
                <a:gd name="T69" fmla="*/ 0 h 245"/>
                <a:gd name="T70" fmla="*/ 0 w 426"/>
                <a:gd name="T71" fmla="*/ 0 h 245"/>
                <a:gd name="T72" fmla="*/ 0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0" y="0"/>
                  </a:moveTo>
                  <a:lnTo>
                    <a:pt x="0" y="0"/>
                  </a:lnTo>
                  <a:lnTo>
                    <a:pt x="3" y="25"/>
                  </a:lnTo>
                  <a:lnTo>
                    <a:pt x="9" y="50"/>
                  </a:lnTo>
                  <a:lnTo>
                    <a:pt x="19" y="73"/>
                  </a:lnTo>
                  <a:lnTo>
                    <a:pt x="34" y="96"/>
                  </a:lnTo>
                  <a:lnTo>
                    <a:pt x="52" y="118"/>
                  </a:lnTo>
                  <a:lnTo>
                    <a:pt x="74" y="138"/>
                  </a:lnTo>
                  <a:lnTo>
                    <a:pt x="99" y="156"/>
                  </a:lnTo>
                  <a:lnTo>
                    <a:pt x="126" y="174"/>
                  </a:lnTo>
                  <a:lnTo>
                    <a:pt x="157" y="190"/>
                  </a:lnTo>
                  <a:lnTo>
                    <a:pt x="189" y="204"/>
                  </a:lnTo>
                  <a:lnTo>
                    <a:pt x="224" y="215"/>
                  </a:lnTo>
                  <a:lnTo>
                    <a:pt x="262" y="226"/>
                  </a:lnTo>
                  <a:lnTo>
                    <a:pt x="300" y="234"/>
                  </a:lnTo>
                  <a:lnTo>
                    <a:pt x="340" y="240"/>
                  </a:lnTo>
                  <a:lnTo>
                    <a:pt x="384" y="244"/>
                  </a:lnTo>
                  <a:lnTo>
                    <a:pt x="426" y="245"/>
                  </a:lnTo>
                  <a:lnTo>
                    <a:pt x="426" y="233"/>
                  </a:lnTo>
                  <a:lnTo>
                    <a:pt x="384" y="232"/>
                  </a:lnTo>
                  <a:lnTo>
                    <a:pt x="343" y="228"/>
                  </a:lnTo>
                  <a:lnTo>
                    <a:pt x="303" y="222"/>
                  </a:lnTo>
                  <a:lnTo>
                    <a:pt x="264" y="214"/>
                  </a:lnTo>
                  <a:lnTo>
                    <a:pt x="229" y="204"/>
                  </a:lnTo>
                  <a:lnTo>
                    <a:pt x="194" y="192"/>
                  </a:lnTo>
                  <a:lnTo>
                    <a:pt x="162" y="178"/>
                  </a:lnTo>
                  <a:lnTo>
                    <a:pt x="133" y="163"/>
                  </a:lnTo>
                  <a:lnTo>
                    <a:pt x="106" y="146"/>
                  </a:lnTo>
                  <a:lnTo>
                    <a:pt x="81" y="129"/>
                  </a:lnTo>
                  <a:lnTo>
                    <a:pt x="61" y="109"/>
                  </a:lnTo>
                  <a:lnTo>
                    <a:pt x="44" y="89"/>
                  </a:lnTo>
                  <a:lnTo>
                    <a:pt x="31" y="66"/>
                  </a:lnTo>
                  <a:lnTo>
                    <a:pt x="20" y="45"/>
                  </a:lnTo>
                  <a:lnTo>
                    <a:pt x="15" y="2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0306" name="Freeform 33"/>
            <p:cNvSpPr>
              <a:spLocks/>
            </p:cNvSpPr>
            <p:nvPr/>
          </p:nvSpPr>
          <p:spPr bwMode="auto">
            <a:xfrm>
              <a:off x="878" y="1448"/>
              <a:ext cx="792" cy="954"/>
            </a:xfrm>
            <a:custGeom>
              <a:avLst/>
              <a:gdLst>
                <a:gd name="T0" fmla="*/ 13 w 3960"/>
                <a:gd name="T1" fmla="*/ 38 h 4768"/>
                <a:gd name="T2" fmla="*/ 14 w 3960"/>
                <a:gd name="T3" fmla="*/ 38 h 4768"/>
                <a:gd name="T4" fmla="*/ 15 w 3960"/>
                <a:gd name="T5" fmla="*/ 38 h 4768"/>
                <a:gd name="T6" fmla="*/ 15 w 3960"/>
                <a:gd name="T7" fmla="*/ 38 h 4768"/>
                <a:gd name="T8" fmla="*/ 16 w 3960"/>
                <a:gd name="T9" fmla="*/ 38 h 4768"/>
                <a:gd name="T10" fmla="*/ 17 w 3960"/>
                <a:gd name="T11" fmla="*/ 38 h 4768"/>
                <a:gd name="T12" fmla="*/ 17 w 3960"/>
                <a:gd name="T13" fmla="*/ 38 h 4768"/>
                <a:gd name="T14" fmla="*/ 18 w 3960"/>
                <a:gd name="T15" fmla="*/ 38 h 4768"/>
                <a:gd name="T16" fmla="*/ 18 w 3960"/>
                <a:gd name="T17" fmla="*/ 38 h 4768"/>
                <a:gd name="T18" fmla="*/ 29 w 3960"/>
                <a:gd name="T19" fmla="*/ 30 h 4768"/>
                <a:gd name="T20" fmla="*/ 30 w 3960"/>
                <a:gd name="T21" fmla="*/ 30 h 4768"/>
                <a:gd name="T22" fmla="*/ 30 w 3960"/>
                <a:gd name="T23" fmla="*/ 29 h 4768"/>
                <a:gd name="T24" fmla="*/ 31 w 3960"/>
                <a:gd name="T25" fmla="*/ 28 h 4768"/>
                <a:gd name="T26" fmla="*/ 31 w 3960"/>
                <a:gd name="T27" fmla="*/ 28 h 4768"/>
                <a:gd name="T28" fmla="*/ 31 w 3960"/>
                <a:gd name="T29" fmla="*/ 27 h 4768"/>
                <a:gd name="T30" fmla="*/ 32 w 3960"/>
                <a:gd name="T31" fmla="*/ 26 h 4768"/>
                <a:gd name="T32" fmla="*/ 32 w 3960"/>
                <a:gd name="T33" fmla="*/ 25 h 4768"/>
                <a:gd name="T34" fmla="*/ 32 w 3960"/>
                <a:gd name="T35" fmla="*/ 11 h 4768"/>
                <a:gd name="T36" fmla="*/ 32 w 3960"/>
                <a:gd name="T37" fmla="*/ 10 h 4768"/>
                <a:gd name="T38" fmla="*/ 31 w 3960"/>
                <a:gd name="T39" fmla="*/ 9 h 4768"/>
                <a:gd name="T40" fmla="*/ 31 w 3960"/>
                <a:gd name="T41" fmla="*/ 9 h 4768"/>
                <a:gd name="T42" fmla="*/ 31 w 3960"/>
                <a:gd name="T43" fmla="*/ 8 h 4768"/>
                <a:gd name="T44" fmla="*/ 31 w 3960"/>
                <a:gd name="T45" fmla="*/ 8 h 4768"/>
                <a:gd name="T46" fmla="*/ 30 w 3960"/>
                <a:gd name="T47" fmla="*/ 7 h 4768"/>
                <a:gd name="T48" fmla="*/ 30 w 3960"/>
                <a:gd name="T49" fmla="*/ 7 h 4768"/>
                <a:gd name="T50" fmla="*/ 29 w 3960"/>
                <a:gd name="T51" fmla="*/ 6 h 4768"/>
                <a:gd name="T52" fmla="*/ 19 w 3960"/>
                <a:gd name="T53" fmla="*/ 1 h 4768"/>
                <a:gd name="T54" fmla="*/ 18 w 3960"/>
                <a:gd name="T55" fmla="*/ 0 h 4768"/>
                <a:gd name="T56" fmla="*/ 17 w 3960"/>
                <a:gd name="T57" fmla="*/ 0 h 4768"/>
                <a:gd name="T58" fmla="*/ 17 w 3960"/>
                <a:gd name="T59" fmla="*/ 0 h 4768"/>
                <a:gd name="T60" fmla="*/ 16 w 3960"/>
                <a:gd name="T61" fmla="*/ 0 h 4768"/>
                <a:gd name="T62" fmla="*/ 15 w 3960"/>
                <a:gd name="T63" fmla="*/ 0 h 4768"/>
                <a:gd name="T64" fmla="*/ 14 w 3960"/>
                <a:gd name="T65" fmla="*/ 0 h 4768"/>
                <a:gd name="T66" fmla="*/ 14 w 3960"/>
                <a:gd name="T67" fmla="*/ 0 h 4768"/>
                <a:gd name="T68" fmla="*/ 2 w 3960"/>
                <a:gd name="T69" fmla="*/ 6 h 4768"/>
                <a:gd name="T70" fmla="*/ 2 w 3960"/>
                <a:gd name="T71" fmla="*/ 7 h 4768"/>
                <a:gd name="T72" fmla="*/ 1 w 3960"/>
                <a:gd name="T73" fmla="*/ 7 h 4768"/>
                <a:gd name="T74" fmla="*/ 1 w 3960"/>
                <a:gd name="T75" fmla="*/ 8 h 4768"/>
                <a:gd name="T76" fmla="*/ 1 w 3960"/>
                <a:gd name="T77" fmla="*/ 8 h 4768"/>
                <a:gd name="T78" fmla="*/ 0 w 3960"/>
                <a:gd name="T79" fmla="*/ 9 h 4768"/>
                <a:gd name="T80" fmla="*/ 0 w 3960"/>
                <a:gd name="T81" fmla="*/ 9 h 4768"/>
                <a:gd name="T82" fmla="*/ 0 w 3960"/>
                <a:gd name="T83" fmla="*/ 10 h 4768"/>
                <a:gd name="T84" fmla="*/ 0 w 3960"/>
                <a:gd name="T85" fmla="*/ 11 h 4768"/>
                <a:gd name="T86" fmla="*/ 0 w 3960"/>
                <a:gd name="T87" fmla="*/ 25 h 4768"/>
                <a:gd name="T88" fmla="*/ 0 w 3960"/>
                <a:gd name="T89" fmla="*/ 26 h 4768"/>
                <a:gd name="T90" fmla="*/ 0 w 3960"/>
                <a:gd name="T91" fmla="*/ 27 h 4768"/>
                <a:gd name="T92" fmla="*/ 1 w 3960"/>
                <a:gd name="T93" fmla="*/ 28 h 4768"/>
                <a:gd name="T94" fmla="*/ 1 w 3960"/>
                <a:gd name="T95" fmla="*/ 29 h 4768"/>
                <a:gd name="T96" fmla="*/ 1 w 3960"/>
                <a:gd name="T97" fmla="*/ 29 h 4768"/>
                <a:gd name="T98" fmla="*/ 2 w 3960"/>
                <a:gd name="T99" fmla="*/ 30 h 4768"/>
                <a:gd name="T100" fmla="*/ 3 w 3960"/>
                <a:gd name="T101" fmla="*/ 31 h 4768"/>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w 3960"/>
                <a:gd name="T154" fmla="*/ 0 h 4768"/>
                <a:gd name="T155" fmla="*/ 3960 w 3960"/>
                <a:gd name="T156" fmla="*/ 4768 h 4768"/>
              </a:gdLst>
              <a:ahLst/>
              <a:cxnLst>
                <a:cxn ang="T102">
                  <a:pos x="T0" y="T1"/>
                </a:cxn>
                <a:cxn ang="T103">
                  <a:pos x="T2" y="T3"/>
                </a:cxn>
                <a:cxn ang="T104">
                  <a:pos x="T4" y="T5"/>
                </a:cxn>
                <a:cxn ang="T105">
                  <a:pos x="T6" y="T7"/>
                </a:cxn>
                <a:cxn ang="T106">
                  <a:pos x="T8" y="T9"/>
                </a:cxn>
                <a:cxn ang="T107">
                  <a:pos x="T10" y="T11"/>
                </a:cxn>
                <a:cxn ang="T108">
                  <a:pos x="T12" y="T13"/>
                </a:cxn>
                <a:cxn ang="T109">
                  <a:pos x="T14" y="T15"/>
                </a:cxn>
                <a:cxn ang="T110">
                  <a:pos x="T16" y="T17"/>
                </a:cxn>
                <a:cxn ang="T111">
                  <a:pos x="T18" y="T19"/>
                </a:cxn>
                <a:cxn ang="T112">
                  <a:pos x="T20" y="T21"/>
                </a:cxn>
                <a:cxn ang="T113">
                  <a:pos x="T22" y="T23"/>
                </a:cxn>
                <a:cxn ang="T114">
                  <a:pos x="T24" y="T25"/>
                </a:cxn>
                <a:cxn ang="T115">
                  <a:pos x="T26" y="T27"/>
                </a:cxn>
                <a:cxn ang="T116">
                  <a:pos x="T28" y="T29"/>
                </a:cxn>
                <a:cxn ang="T117">
                  <a:pos x="T30" y="T31"/>
                </a:cxn>
                <a:cxn ang="T118">
                  <a:pos x="T32" y="T33"/>
                </a:cxn>
                <a:cxn ang="T119">
                  <a:pos x="T34" y="T35"/>
                </a:cxn>
                <a:cxn ang="T120">
                  <a:pos x="T36" y="T37"/>
                </a:cxn>
                <a:cxn ang="T121">
                  <a:pos x="T38" y="T39"/>
                </a:cxn>
                <a:cxn ang="T122">
                  <a:pos x="T40" y="T41"/>
                </a:cxn>
                <a:cxn ang="T123">
                  <a:pos x="T42" y="T43"/>
                </a:cxn>
                <a:cxn ang="T124">
                  <a:pos x="T44" y="T45"/>
                </a:cxn>
                <a:cxn ang="T125">
                  <a:pos x="T46" y="T47"/>
                </a:cxn>
                <a:cxn ang="T126">
                  <a:pos x="T48" y="T49"/>
                </a:cxn>
                <a:cxn ang="T127">
                  <a:pos x="T50" y="T51"/>
                </a:cxn>
                <a:cxn ang="T128">
                  <a:pos x="T52" y="T53"/>
                </a:cxn>
                <a:cxn ang="T129">
                  <a:pos x="T54" y="T55"/>
                </a:cxn>
                <a:cxn ang="T130">
                  <a:pos x="T56" y="T57"/>
                </a:cxn>
                <a:cxn ang="T131">
                  <a:pos x="T58" y="T59"/>
                </a:cxn>
                <a:cxn ang="T132">
                  <a:pos x="T60" y="T61"/>
                </a:cxn>
                <a:cxn ang="T133">
                  <a:pos x="T62" y="T63"/>
                </a:cxn>
                <a:cxn ang="T134">
                  <a:pos x="T64" y="T65"/>
                </a:cxn>
                <a:cxn ang="T135">
                  <a:pos x="T66" y="T67"/>
                </a:cxn>
                <a:cxn ang="T136">
                  <a:pos x="T68" y="T69"/>
                </a:cxn>
                <a:cxn ang="T137">
                  <a:pos x="T70" y="T71"/>
                </a:cxn>
                <a:cxn ang="T138">
                  <a:pos x="T72" y="T73"/>
                </a:cxn>
                <a:cxn ang="T139">
                  <a:pos x="T74" y="T75"/>
                </a:cxn>
                <a:cxn ang="T140">
                  <a:pos x="T76" y="T77"/>
                </a:cxn>
                <a:cxn ang="T141">
                  <a:pos x="T78" y="T79"/>
                </a:cxn>
                <a:cxn ang="T142">
                  <a:pos x="T80" y="T81"/>
                </a:cxn>
                <a:cxn ang="T143">
                  <a:pos x="T82" y="T83"/>
                </a:cxn>
                <a:cxn ang="T144">
                  <a:pos x="T84" y="T85"/>
                </a:cxn>
                <a:cxn ang="T145">
                  <a:pos x="T86" y="T87"/>
                </a:cxn>
                <a:cxn ang="T146">
                  <a:pos x="T88" y="T89"/>
                </a:cxn>
                <a:cxn ang="T147">
                  <a:pos x="T90" y="T91"/>
                </a:cxn>
                <a:cxn ang="T148">
                  <a:pos x="T92" y="T93"/>
                </a:cxn>
                <a:cxn ang="T149">
                  <a:pos x="T94" y="T95"/>
                </a:cxn>
                <a:cxn ang="T150">
                  <a:pos x="T96" y="T97"/>
                </a:cxn>
                <a:cxn ang="T151">
                  <a:pos x="T98" y="T99"/>
                </a:cxn>
                <a:cxn ang="T152">
                  <a:pos x="T100" y="T101"/>
                </a:cxn>
              </a:cxnLst>
              <a:rect l="T153" t="T154" r="T155" b="T156"/>
              <a:pathLst>
                <a:path w="3960" h="4768">
                  <a:moveTo>
                    <a:pt x="353" y="3849"/>
                  </a:moveTo>
                  <a:lnTo>
                    <a:pt x="1661" y="4700"/>
                  </a:lnTo>
                  <a:lnTo>
                    <a:pt x="1697" y="4717"/>
                  </a:lnTo>
                  <a:lnTo>
                    <a:pt x="1736" y="4731"/>
                  </a:lnTo>
                  <a:lnTo>
                    <a:pt x="1776" y="4742"/>
                  </a:lnTo>
                  <a:lnTo>
                    <a:pt x="1818" y="4753"/>
                  </a:lnTo>
                  <a:lnTo>
                    <a:pt x="1860" y="4760"/>
                  </a:lnTo>
                  <a:lnTo>
                    <a:pt x="1902" y="4765"/>
                  </a:lnTo>
                  <a:lnTo>
                    <a:pt x="1946" y="4768"/>
                  </a:lnTo>
                  <a:lnTo>
                    <a:pt x="1988" y="4768"/>
                  </a:lnTo>
                  <a:lnTo>
                    <a:pt x="2031" y="4767"/>
                  </a:lnTo>
                  <a:lnTo>
                    <a:pt x="2073" y="4763"/>
                  </a:lnTo>
                  <a:lnTo>
                    <a:pt x="2114" y="4758"/>
                  </a:lnTo>
                  <a:lnTo>
                    <a:pt x="2154" y="4751"/>
                  </a:lnTo>
                  <a:lnTo>
                    <a:pt x="2193" y="4740"/>
                  </a:lnTo>
                  <a:lnTo>
                    <a:pt x="2230" y="4729"/>
                  </a:lnTo>
                  <a:lnTo>
                    <a:pt x="2264" y="4715"/>
                  </a:lnTo>
                  <a:lnTo>
                    <a:pt x="2297" y="4700"/>
                  </a:lnTo>
                  <a:lnTo>
                    <a:pt x="3639" y="3825"/>
                  </a:lnTo>
                  <a:lnTo>
                    <a:pt x="3673" y="3795"/>
                  </a:lnTo>
                  <a:lnTo>
                    <a:pt x="3707" y="3761"/>
                  </a:lnTo>
                  <a:lnTo>
                    <a:pt x="3738" y="3725"/>
                  </a:lnTo>
                  <a:lnTo>
                    <a:pt x="3768" y="3685"/>
                  </a:lnTo>
                  <a:lnTo>
                    <a:pt x="3796" y="3644"/>
                  </a:lnTo>
                  <a:lnTo>
                    <a:pt x="3821" y="3599"/>
                  </a:lnTo>
                  <a:lnTo>
                    <a:pt x="3846" y="3553"/>
                  </a:lnTo>
                  <a:lnTo>
                    <a:pt x="3868" y="3505"/>
                  </a:lnTo>
                  <a:lnTo>
                    <a:pt x="3888" y="3456"/>
                  </a:lnTo>
                  <a:lnTo>
                    <a:pt x="3907" y="3406"/>
                  </a:lnTo>
                  <a:lnTo>
                    <a:pt x="3922" y="3354"/>
                  </a:lnTo>
                  <a:lnTo>
                    <a:pt x="3935" y="3303"/>
                  </a:lnTo>
                  <a:lnTo>
                    <a:pt x="3946" y="3250"/>
                  </a:lnTo>
                  <a:lnTo>
                    <a:pt x="3953" y="3197"/>
                  </a:lnTo>
                  <a:lnTo>
                    <a:pt x="3957" y="3144"/>
                  </a:lnTo>
                  <a:lnTo>
                    <a:pt x="3960" y="3092"/>
                  </a:lnTo>
                  <a:lnTo>
                    <a:pt x="3959" y="1313"/>
                  </a:lnTo>
                  <a:lnTo>
                    <a:pt x="3955" y="1271"/>
                  </a:lnTo>
                  <a:lnTo>
                    <a:pt x="3949" y="1229"/>
                  </a:lnTo>
                  <a:lnTo>
                    <a:pt x="3941" y="1189"/>
                  </a:lnTo>
                  <a:lnTo>
                    <a:pt x="3930" y="1149"/>
                  </a:lnTo>
                  <a:lnTo>
                    <a:pt x="3918" y="1111"/>
                  </a:lnTo>
                  <a:lnTo>
                    <a:pt x="3902" y="1075"/>
                  </a:lnTo>
                  <a:lnTo>
                    <a:pt x="3886" y="1040"/>
                  </a:lnTo>
                  <a:lnTo>
                    <a:pt x="3867" y="1006"/>
                  </a:lnTo>
                  <a:lnTo>
                    <a:pt x="3846" y="973"/>
                  </a:lnTo>
                  <a:lnTo>
                    <a:pt x="3823" y="942"/>
                  </a:lnTo>
                  <a:lnTo>
                    <a:pt x="3798" y="913"/>
                  </a:lnTo>
                  <a:lnTo>
                    <a:pt x="3771" y="886"/>
                  </a:lnTo>
                  <a:lnTo>
                    <a:pt x="3743" y="860"/>
                  </a:lnTo>
                  <a:lnTo>
                    <a:pt x="3714" y="837"/>
                  </a:lnTo>
                  <a:lnTo>
                    <a:pt x="3682" y="816"/>
                  </a:lnTo>
                  <a:lnTo>
                    <a:pt x="3649" y="796"/>
                  </a:lnTo>
                  <a:lnTo>
                    <a:pt x="2386" y="83"/>
                  </a:lnTo>
                  <a:lnTo>
                    <a:pt x="2350" y="65"/>
                  </a:lnTo>
                  <a:lnTo>
                    <a:pt x="2310" y="50"/>
                  </a:lnTo>
                  <a:lnTo>
                    <a:pt x="2268" y="36"/>
                  </a:lnTo>
                  <a:lnTo>
                    <a:pt x="2223" y="24"/>
                  </a:lnTo>
                  <a:lnTo>
                    <a:pt x="2178" y="15"/>
                  </a:lnTo>
                  <a:lnTo>
                    <a:pt x="2131" y="8"/>
                  </a:lnTo>
                  <a:lnTo>
                    <a:pt x="2082" y="3"/>
                  </a:lnTo>
                  <a:lnTo>
                    <a:pt x="2032" y="0"/>
                  </a:lnTo>
                  <a:lnTo>
                    <a:pt x="1982" y="1"/>
                  </a:lnTo>
                  <a:lnTo>
                    <a:pt x="1933" y="3"/>
                  </a:lnTo>
                  <a:lnTo>
                    <a:pt x="1882" y="9"/>
                  </a:lnTo>
                  <a:lnTo>
                    <a:pt x="1833" y="17"/>
                  </a:lnTo>
                  <a:lnTo>
                    <a:pt x="1785" y="29"/>
                  </a:lnTo>
                  <a:lnTo>
                    <a:pt x="1737" y="43"/>
                  </a:lnTo>
                  <a:lnTo>
                    <a:pt x="1691" y="62"/>
                  </a:lnTo>
                  <a:lnTo>
                    <a:pt x="1647" y="83"/>
                  </a:lnTo>
                  <a:lnTo>
                    <a:pt x="311" y="782"/>
                  </a:lnTo>
                  <a:lnTo>
                    <a:pt x="276" y="803"/>
                  </a:lnTo>
                  <a:lnTo>
                    <a:pt x="243" y="826"/>
                  </a:lnTo>
                  <a:lnTo>
                    <a:pt x="213" y="852"/>
                  </a:lnTo>
                  <a:lnTo>
                    <a:pt x="184" y="879"/>
                  </a:lnTo>
                  <a:lnTo>
                    <a:pt x="155" y="908"/>
                  </a:lnTo>
                  <a:lnTo>
                    <a:pt x="131" y="939"/>
                  </a:lnTo>
                  <a:lnTo>
                    <a:pt x="107" y="971"/>
                  </a:lnTo>
                  <a:lnTo>
                    <a:pt x="86" y="1005"/>
                  </a:lnTo>
                  <a:lnTo>
                    <a:pt x="68" y="1040"/>
                  </a:lnTo>
                  <a:lnTo>
                    <a:pt x="50" y="1076"/>
                  </a:lnTo>
                  <a:lnTo>
                    <a:pt x="36" y="1115"/>
                  </a:lnTo>
                  <a:lnTo>
                    <a:pt x="23" y="1153"/>
                  </a:lnTo>
                  <a:lnTo>
                    <a:pt x="14" y="1195"/>
                  </a:lnTo>
                  <a:lnTo>
                    <a:pt x="7" y="1236"/>
                  </a:lnTo>
                  <a:lnTo>
                    <a:pt x="2" y="1279"/>
                  </a:lnTo>
                  <a:lnTo>
                    <a:pt x="0" y="1322"/>
                  </a:lnTo>
                  <a:lnTo>
                    <a:pt x="0" y="3093"/>
                  </a:lnTo>
                  <a:lnTo>
                    <a:pt x="2" y="3147"/>
                  </a:lnTo>
                  <a:lnTo>
                    <a:pt x="7" y="3202"/>
                  </a:lnTo>
                  <a:lnTo>
                    <a:pt x="15" y="3257"/>
                  </a:lnTo>
                  <a:lnTo>
                    <a:pt x="27" y="3312"/>
                  </a:lnTo>
                  <a:lnTo>
                    <a:pt x="42" y="3366"/>
                  </a:lnTo>
                  <a:lnTo>
                    <a:pt x="59" y="3420"/>
                  </a:lnTo>
                  <a:lnTo>
                    <a:pt x="79" y="3474"/>
                  </a:lnTo>
                  <a:lnTo>
                    <a:pt x="102" y="3525"/>
                  </a:lnTo>
                  <a:lnTo>
                    <a:pt x="127" y="3576"/>
                  </a:lnTo>
                  <a:lnTo>
                    <a:pt x="154" y="3624"/>
                  </a:lnTo>
                  <a:lnTo>
                    <a:pt x="184" y="3670"/>
                  </a:lnTo>
                  <a:lnTo>
                    <a:pt x="214" y="3712"/>
                  </a:lnTo>
                  <a:lnTo>
                    <a:pt x="247" y="3752"/>
                  </a:lnTo>
                  <a:lnTo>
                    <a:pt x="281" y="3788"/>
                  </a:lnTo>
                  <a:lnTo>
                    <a:pt x="317" y="3821"/>
                  </a:lnTo>
                  <a:lnTo>
                    <a:pt x="353" y="384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0307" name="Freeform 34"/>
            <p:cNvSpPr>
              <a:spLocks/>
            </p:cNvSpPr>
            <p:nvPr/>
          </p:nvSpPr>
          <p:spPr bwMode="auto">
            <a:xfrm>
              <a:off x="943" y="2210"/>
              <a:ext cx="276" cy="187"/>
            </a:xfrm>
            <a:custGeom>
              <a:avLst/>
              <a:gdLst>
                <a:gd name="T0" fmla="*/ 11 w 1380"/>
                <a:gd name="T1" fmla="*/ 7 h 937"/>
                <a:gd name="T2" fmla="*/ 11 w 1380"/>
                <a:gd name="T3" fmla="*/ 7 h 937"/>
                <a:gd name="T4" fmla="*/ 0 w 1380"/>
                <a:gd name="T5" fmla="*/ 0 h 937"/>
                <a:gd name="T6" fmla="*/ 0 w 1380"/>
                <a:gd name="T7" fmla="*/ 1 h 937"/>
                <a:gd name="T8" fmla="*/ 10 w 1380"/>
                <a:gd name="T9" fmla="*/ 7 h 937"/>
                <a:gd name="T10" fmla="*/ 10 w 1380"/>
                <a:gd name="T11" fmla="*/ 7 h 937"/>
                <a:gd name="T12" fmla="*/ 10 w 1380"/>
                <a:gd name="T13" fmla="*/ 7 h 937"/>
                <a:gd name="T14" fmla="*/ 11 w 1380"/>
                <a:gd name="T15" fmla="*/ 7 h 937"/>
                <a:gd name="T16" fmla="*/ 11 w 1380"/>
                <a:gd name="T17" fmla="*/ 7 h 937"/>
                <a:gd name="T18" fmla="*/ 11 w 1380"/>
                <a:gd name="T19" fmla="*/ 7 h 937"/>
                <a:gd name="T20" fmla="*/ 11 w 1380"/>
                <a:gd name="T21" fmla="*/ 7 h 937"/>
                <a:gd name="T22" fmla="*/ 11 w 1380"/>
                <a:gd name="T23" fmla="*/ 7 h 937"/>
                <a:gd name="T24" fmla="*/ 11 w 1380"/>
                <a:gd name="T25" fmla="*/ 7 h 937"/>
                <a:gd name="T26" fmla="*/ 11 w 1380"/>
                <a:gd name="T27" fmla="*/ 7 h 937"/>
                <a:gd name="T28" fmla="*/ 11 w 1380"/>
                <a:gd name="T29" fmla="*/ 7 h 937"/>
                <a:gd name="T30" fmla="*/ 11 w 1380"/>
                <a:gd name="T31" fmla="*/ 7 h 93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80"/>
                <a:gd name="T49" fmla="*/ 0 h 937"/>
                <a:gd name="T50" fmla="*/ 1380 w 1380"/>
                <a:gd name="T51" fmla="*/ 937 h 93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80" h="937">
                  <a:moveTo>
                    <a:pt x="1354" y="848"/>
                  </a:moveTo>
                  <a:lnTo>
                    <a:pt x="1359" y="851"/>
                  </a:lnTo>
                  <a:lnTo>
                    <a:pt x="51" y="0"/>
                  </a:lnTo>
                  <a:lnTo>
                    <a:pt x="0" y="78"/>
                  </a:lnTo>
                  <a:lnTo>
                    <a:pt x="1307" y="929"/>
                  </a:lnTo>
                  <a:lnTo>
                    <a:pt x="1312" y="932"/>
                  </a:lnTo>
                  <a:lnTo>
                    <a:pt x="1307" y="929"/>
                  </a:lnTo>
                  <a:lnTo>
                    <a:pt x="1326" y="937"/>
                  </a:lnTo>
                  <a:lnTo>
                    <a:pt x="1345" y="936"/>
                  </a:lnTo>
                  <a:lnTo>
                    <a:pt x="1360" y="929"/>
                  </a:lnTo>
                  <a:lnTo>
                    <a:pt x="1372" y="916"/>
                  </a:lnTo>
                  <a:lnTo>
                    <a:pt x="1379" y="899"/>
                  </a:lnTo>
                  <a:lnTo>
                    <a:pt x="1380" y="883"/>
                  </a:lnTo>
                  <a:lnTo>
                    <a:pt x="1374" y="865"/>
                  </a:lnTo>
                  <a:lnTo>
                    <a:pt x="1359" y="851"/>
                  </a:lnTo>
                  <a:lnTo>
                    <a:pt x="1354" y="84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0308" name="Freeform 35"/>
            <p:cNvSpPr>
              <a:spLocks/>
            </p:cNvSpPr>
            <p:nvPr/>
          </p:nvSpPr>
          <p:spPr bwMode="auto">
            <a:xfrm>
              <a:off x="1206" y="2379"/>
              <a:ext cx="140" cy="32"/>
            </a:xfrm>
            <a:custGeom>
              <a:avLst/>
              <a:gdLst>
                <a:gd name="T0" fmla="*/ 5 w 703"/>
                <a:gd name="T1" fmla="*/ 0 h 162"/>
                <a:gd name="T2" fmla="*/ 5 w 703"/>
                <a:gd name="T3" fmla="*/ 0 h 162"/>
                <a:gd name="T4" fmla="*/ 5 w 703"/>
                <a:gd name="T5" fmla="*/ 0 h 162"/>
                <a:gd name="T6" fmla="*/ 5 w 703"/>
                <a:gd name="T7" fmla="*/ 0 h 162"/>
                <a:gd name="T8" fmla="*/ 4 w 703"/>
                <a:gd name="T9" fmla="*/ 0 h 162"/>
                <a:gd name="T10" fmla="*/ 4 w 703"/>
                <a:gd name="T11" fmla="*/ 0 h 162"/>
                <a:gd name="T12" fmla="*/ 4 w 703"/>
                <a:gd name="T13" fmla="*/ 0 h 162"/>
                <a:gd name="T14" fmla="*/ 3 w 703"/>
                <a:gd name="T15" fmla="*/ 1 h 162"/>
                <a:gd name="T16" fmla="*/ 3 w 703"/>
                <a:gd name="T17" fmla="*/ 1 h 162"/>
                <a:gd name="T18" fmla="*/ 3 w 703"/>
                <a:gd name="T19" fmla="*/ 1 h 162"/>
                <a:gd name="T20" fmla="*/ 2 w 703"/>
                <a:gd name="T21" fmla="*/ 1 h 162"/>
                <a:gd name="T22" fmla="*/ 2 w 703"/>
                <a:gd name="T23" fmla="*/ 1 h 162"/>
                <a:gd name="T24" fmla="*/ 2 w 703"/>
                <a:gd name="T25" fmla="*/ 0 h 162"/>
                <a:gd name="T26" fmla="*/ 1 w 703"/>
                <a:gd name="T27" fmla="*/ 0 h 162"/>
                <a:gd name="T28" fmla="*/ 1 w 703"/>
                <a:gd name="T29" fmla="*/ 0 h 162"/>
                <a:gd name="T30" fmla="*/ 1 w 703"/>
                <a:gd name="T31" fmla="*/ 0 h 162"/>
                <a:gd name="T32" fmla="*/ 1 w 703"/>
                <a:gd name="T33" fmla="*/ 0 h 162"/>
                <a:gd name="T34" fmla="*/ 0 w 703"/>
                <a:gd name="T35" fmla="*/ 0 h 162"/>
                <a:gd name="T36" fmla="*/ 0 w 703"/>
                <a:gd name="T37" fmla="*/ 1 h 162"/>
                <a:gd name="T38" fmla="*/ 0 w 703"/>
                <a:gd name="T39" fmla="*/ 1 h 162"/>
                <a:gd name="T40" fmla="*/ 1 w 703"/>
                <a:gd name="T41" fmla="*/ 1 h 162"/>
                <a:gd name="T42" fmla="*/ 1 w 703"/>
                <a:gd name="T43" fmla="*/ 1 h 162"/>
                <a:gd name="T44" fmla="*/ 1 w 703"/>
                <a:gd name="T45" fmla="*/ 1 h 162"/>
                <a:gd name="T46" fmla="*/ 2 w 703"/>
                <a:gd name="T47" fmla="*/ 1 h 162"/>
                <a:gd name="T48" fmla="*/ 2 w 703"/>
                <a:gd name="T49" fmla="*/ 1 h 162"/>
                <a:gd name="T50" fmla="*/ 2 w 703"/>
                <a:gd name="T51" fmla="*/ 1 h 162"/>
                <a:gd name="T52" fmla="*/ 3 w 703"/>
                <a:gd name="T53" fmla="*/ 1 h 162"/>
                <a:gd name="T54" fmla="*/ 3 w 703"/>
                <a:gd name="T55" fmla="*/ 1 h 162"/>
                <a:gd name="T56" fmla="*/ 3 w 703"/>
                <a:gd name="T57" fmla="*/ 1 h 162"/>
                <a:gd name="T58" fmla="*/ 4 w 703"/>
                <a:gd name="T59" fmla="*/ 1 h 162"/>
                <a:gd name="T60" fmla="*/ 4 w 703"/>
                <a:gd name="T61" fmla="*/ 1 h 162"/>
                <a:gd name="T62" fmla="*/ 5 w 703"/>
                <a:gd name="T63" fmla="*/ 1 h 162"/>
                <a:gd name="T64" fmla="*/ 5 w 703"/>
                <a:gd name="T65" fmla="*/ 1 h 162"/>
                <a:gd name="T66" fmla="*/ 5 w 703"/>
                <a:gd name="T67" fmla="*/ 1 h 162"/>
                <a:gd name="T68" fmla="*/ 5 w 703"/>
                <a:gd name="T69" fmla="*/ 1 h 162"/>
                <a:gd name="T70" fmla="*/ 5 w 703"/>
                <a:gd name="T71" fmla="*/ 1 h 162"/>
                <a:gd name="T72" fmla="*/ 5 w 703"/>
                <a:gd name="T73" fmla="*/ 1 h 162"/>
                <a:gd name="T74" fmla="*/ 5 w 703"/>
                <a:gd name="T75" fmla="*/ 1 h 162"/>
                <a:gd name="T76" fmla="*/ 6 w 703"/>
                <a:gd name="T77" fmla="*/ 0 h 162"/>
                <a:gd name="T78" fmla="*/ 6 w 703"/>
                <a:gd name="T79" fmla="*/ 0 h 162"/>
                <a:gd name="T80" fmla="*/ 6 w 703"/>
                <a:gd name="T81" fmla="*/ 0 h 162"/>
                <a:gd name="T82" fmla="*/ 5 w 703"/>
                <a:gd name="T83" fmla="*/ 0 h 162"/>
                <a:gd name="T84" fmla="*/ 5 w 703"/>
                <a:gd name="T85" fmla="*/ 0 h 162"/>
                <a:gd name="T86" fmla="*/ 5 w 703"/>
                <a:gd name="T87" fmla="*/ 0 h 162"/>
                <a:gd name="T88" fmla="*/ 5 w 703"/>
                <a:gd name="T89" fmla="*/ 0 h 162"/>
                <a:gd name="T90" fmla="*/ 5 w 703"/>
                <a:gd name="T91" fmla="*/ 0 h 162"/>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703"/>
                <a:gd name="T139" fmla="*/ 0 h 162"/>
                <a:gd name="T140" fmla="*/ 703 w 703"/>
                <a:gd name="T141" fmla="*/ 162 h 162"/>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703" h="162">
                  <a:moveTo>
                    <a:pt x="631" y="8"/>
                  </a:moveTo>
                  <a:lnTo>
                    <a:pt x="636" y="6"/>
                  </a:lnTo>
                  <a:lnTo>
                    <a:pt x="606" y="20"/>
                  </a:lnTo>
                  <a:lnTo>
                    <a:pt x="575" y="32"/>
                  </a:lnTo>
                  <a:lnTo>
                    <a:pt x="540" y="42"/>
                  </a:lnTo>
                  <a:lnTo>
                    <a:pt x="504" y="52"/>
                  </a:lnTo>
                  <a:lnTo>
                    <a:pt x="467" y="59"/>
                  </a:lnTo>
                  <a:lnTo>
                    <a:pt x="428" y="64"/>
                  </a:lnTo>
                  <a:lnTo>
                    <a:pt x="389" y="67"/>
                  </a:lnTo>
                  <a:lnTo>
                    <a:pt x="348" y="68"/>
                  </a:lnTo>
                  <a:lnTo>
                    <a:pt x="308" y="68"/>
                  </a:lnTo>
                  <a:lnTo>
                    <a:pt x="267" y="65"/>
                  </a:lnTo>
                  <a:lnTo>
                    <a:pt x="226" y="61"/>
                  </a:lnTo>
                  <a:lnTo>
                    <a:pt x="187" y="54"/>
                  </a:lnTo>
                  <a:lnTo>
                    <a:pt x="148" y="44"/>
                  </a:lnTo>
                  <a:lnTo>
                    <a:pt x="110" y="33"/>
                  </a:lnTo>
                  <a:lnTo>
                    <a:pt x="75" y="20"/>
                  </a:lnTo>
                  <a:lnTo>
                    <a:pt x="42" y="5"/>
                  </a:lnTo>
                  <a:lnTo>
                    <a:pt x="0" y="89"/>
                  </a:lnTo>
                  <a:lnTo>
                    <a:pt x="40" y="107"/>
                  </a:lnTo>
                  <a:lnTo>
                    <a:pt x="82" y="122"/>
                  </a:lnTo>
                  <a:lnTo>
                    <a:pt x="124" y="135"/>
                  </a:lnTo>
                  <a:lnTo>
                    <a:pt x="169" y="146"/>
                  </a:lnTo>
                  <a:lnTo>
                    <a:pt x="214" y="153"/>
                  </a:lnTo>
                  <a:lnTo>
                    <a:pt x="258" y="158"/>
                  </a:lnTo>
                  <a:lnTo>
                    <a:pt x="303" y="162"/>
                  </a:lnTo>
                  <a:lnTo>
                    <a:pt x="348" y="162"/>
                  </a:lnTo>
                  <a:lnTo>
                    <a:pt x="394" y="161"/>
                  </a:lnTo>
                  <a:lnTo>
                    <a:pt x="439" y="157"/>
                  </a:lnTo>
                  <a:lnTo>
                    <a:pt x="481" y="150"/>
                  </a:lnTo>
                  <a:lnTo>
                    <a:pt x="525" y="143"/>
                  </a:lnTo>
                  <a:lnTo>
                    <a:pt x="566" y="132"/>
                  </a:lnTo>
                  <a:lnTo>
                    <a:pt x="606" y="121"/>
                  </a:lnTo>
                  <a:lnTo>
                    <a:pt x="643" y="105"/>
                  </a:lnTo>
                  <a:lnTo>
                    <a:pt x="678" y="88"/>
                  </a:lnTo>
                  <a:lnTo>
                    <a:pt x="683" y="86"/>
                  </a:lnTo>
                  <a:lnTo>
                    <a:pt x="678" y="88"/>
                  </a:lnTo>
                  <a:lnTo>
                    <a:pt x="695" y="75"/>
                  </a:lnTo>
                  <a:lnTo>
                    <a:pt x="702" y="60"/>
                  </a:lnTo>
                  <a:lnTo>
                    <a:pt x="703" y="42"/>
                  </a:lnTo>
                  <a:lnTo>
                    <a:pt x="698" y="26"/>
                  </a:lnTo>
                  <a:lnTo>
                    <a:pt x="688" y="12"/>
                  </a:lnTo>
                  <a:lnTo>
                    <a:pt x="674" y="3"/>
                  </a:lnTo>
                  <a:lnTo>
                    <a:pt x="656" y="0"/>
                  </a:lnTo>
                  <a:lnTo>
                    <a:pt x="636" y="6"/>
                  </a:lnTo>
                  <a:lnTo>
                    <a:pt x="631"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0309" name="Freeform 36"/>
            <p:cNvSpPr>
              <a:spLocks/>
            </p:cNvSpPr>
            <p:nvPr/>
          </p:nvSpPr>
          <p:spPr bwMode="auto">
            <a:xfrm>
              <a:off x="1332" y="2204"/>
              <a:ext cx="283" cy="192"/>
            </a:xfrm>
            <a:custGeom>
              <a:avLst/>
              <a:gdLst>
                <a:gd name="T0" fmla="*/ 11 w 1415"/>
                <a:gd name="T1" fmla="*/ 0 h 960"/>
                <a:gd name="T2" fmla="*/ 11 w 1415"/>
                <a:gd name="T3" fmla="*/ 0 h 960"/>
                <a:gd name="T4" fmla="*/ 0 w 1415"/>
                <a:gd name="T5" fmla="*/ 7 h 960"/>
                <a:gd name="T6" fmla="*/ 0 w 1415"/>
                <a:gd name="T7" fmla="*/ 8 h 960"/>
                <a:gd name="T8" fmla="*/ 11 w 1415"/>
                <a:gd name="T9" fmla="*/ 1 h 960"/>
                <a:gd name="T10" fmla="*/ 11 w 1415"/>
                <a:gd name="T11" fmla="*/ 1 h 960"/>
                <a:gd name="T12" fmla="*/ 11 w 1415"/>
                <a:gd name="T13" fmla="*/ 1 h 960"/>
                <a:gd name="T14" fmla="*/ 11 w 1415"/>
                <a:gd name="T15" fmla="*/ 1 h 960"/>
                <a:gd name="T16" fmla="*/ 11 w 1415"/>
                <a:gd name="T17" fmla="*/ 0 h 960"/>
                <a:gd name="T18" fmla="*/ 11 w 1415"/>
                <a:gd name="T19" fmla="*/ 0 h 960"/>
                <a:gd name="T20" fmla="*/ 11 w 1415"/>
                <a:gd name="T21" fmla="*/ 0 h 960"/>
                <a:gd name="T22" fmla="*/ 11 w 1415"/>
                <a:gd name="T23" fmla="*/ 0 h 960"/>
                <a:gd name="T24" fmla="*/ 11 w 1415"/>
                <a:gd name="T25" fmla="*/ 0 h 960"/>
                <a:gd name="T26" fmla="*/ 11 w 1415"/>
                <a:gd name="T27" fmla="*/ 0 h 960"/>
                <a:gd name="T28" fmla="*/ 11 w 1415"/>
                <a:gd name="T29" fmla="*/ 0 h 960"/>
                <a:gd name="T30" fmla="*/ 11 w 1415"/>
                <a:gd name="T31" fmla="*/ 0 h 96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15"/>
                <a:gd name="T49" fmla="*/ 0 h 960"/>
                <a:gd name="T50" fmla="*/ 1415 w 1415"/>
                <a:gd name="T51" fmla="*/ 960 h 96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15" h="960">
                  <a:moveTo>
                    <a:pt x="1338" y="10"/>
                  </a:moveTo>
                  <a:lnTo>
                    <a:pt x="1342" y="8"/>
                  </a:lnTo>
                  <a:lnTo>
                    <a:pt x="0" y="882"/>
                  </a:lnTo>
                  <a:lnTo>
                    <a:pt x="52" y="960"/>
                  </a:lnTo>
                  <a:lnTo>
                    <a:pt x="1393" y="85"/>
                  </a:lnTo>
                  <a:lnTo>
                    <a:pt x="1397" y="83"/>
                  </a:lnTo>
                  <a:lnTo>
                    <a:pt x="1393" y="85"/>
                  </a:lnTo>
                  <a:lnTo>
                    <a:pt x="1409" y="71"/>
                  </a:lnTo>
                  <a:lnTo>
                    <a:pt x="1415" y="53"/>
                  </a:lnTo>
                  <a:lnTo>
                    <a:pt x="1413" y="37"/>
                  </a:lnTo>
                  <a:lnTo>
                    <a:pt x="1406" y="21"/>
                  </a:lnTo>
                  <a:lnTo>
                    <a:pt x="1395" y="8"/>
                  </a:lnTo>
                  <a:lnTo>
                    <a:pt x="1379" y="1"/>
                  </a:lnTo>
                  <a:lnTo>
                    <a:pt x="1361" y="0"/>
                  </a:lnTo>
                  <a:lnTo>
                    <a:pt x="1342" y="8"/>
                  </a:lnTo>
                  <a:lnTo>
                    <a:pt x="1338" y="1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0310" name="Freeform 37"/>
            <p:cNvSpPr>
              <a:spLocks/>
            </p:cNvSpPr>
            <p:nvPr/>
          </p:nvSpPr>
          <p:spPr bwMode="auto">
            <a:xfrm>
              <a:off x="1599" y="2057"/>
              <a:ext cx="80" cy="163"/>
            </a:xfrm>
            <a:custGeom>
              <a:avLst/>
              <a:gdLst>
                <a:gd name="T0" fmla="*/ 2 w 398"/>
                <a:gd name="T1" fmla="*/ 0 h 817"/>
                <a:gd name="T2" fmla="*/ 2 w 398"/>
                <a:gd name="T3" fmla="*/ 0 h 817"/>
                <a:gd name="T4" fmla="*/ 2 w 398"/>
                <a:gd name="T5" fmla="*/ 1 h 817"/>
                <a:gd name="T6" fmla="*/ 2 w 398"/>
                <a:gd name="T7" fmla="*/ 1 h 817"/>
                <a:gd name="T8" fmla="*/ 2 w 398"/>
                <a:gd name="T9" fmla="*/ 2 h 817"/>
                <a:gd name="T10" fmla="*/ 2 w 398"/>
                <a:gd name="T11" fmla="*/ 2 h 817"/>
                <a:gd name="T12" fmla="*/ 2 w 398"/>
                <a:gd name="T13" fmla="*/ 2 h 817"/>
                <a:gd name="T14" fmla="*/ 2 w 398"/>
                <a:gd name="T15" fmla="*/ 3 h 817"/>
                <a:gd name="T16" fmla="*/ 2 w 398"/>
                <a:gd name="T17" fmla="*/ 3 h 817"/>
                <a:gd name="T18" fmla="*/ 2 w 398"/>
                <a:gd name="T19" fmla="*/ 4 h 817"/>
                <a:gd name="T20" fmla="*/ 2 w 398"/>
                <a:gd name="T21" fmla="*/ 4 h 817"/>
                <a:gd name="T22" fmla="*/ 1 w 398"/>
                <a:gd name="T23" fmla="*/ 4 h 817"/>
                <a:gd name="T24" fmla="*/ 1 w 398"/>
                <a:gd name="T25" fmla="*/ 5 h 817"/>
                <a:gd name="T26" fmla="*/ 1 w 398"/>
                <a:gd name="T27" fmla="*/ 5 h 817"/>
                <a:gd name="T28" fmla="*/ 1 w 398"/>
                <a:gd name="T29" fmla="*/ 5 h 817"/>
                <a:gd name="T30" fmla="*/ 1 w 398"/>
                <a:gd name="T31" fmla="*/ 5 h 817"/>
                <a:gd name="T32" fmla="*/ 0 w 398"/>
                <a:gd name="T33" fmla="*/ 6 h 817"/>
                <a:gd name="T34" fmla="*/ 0 w 398"/>
                <a:gd name="T35" fmla="*/ 6 h 817"/>
                <a:gd name="T36" fmla="*/ 0 w 398"/>
                <a:gd name="T37" fmla="*/ 7 h 817"/>
                <a:gd name="T38" fmla="*/ 1 w 398"/>
                <a:gd name="T39" fmla="*/ 6 h 817"/>
                <a:gd name="T40" fmla="*/ 1 w 398"/>
                <a:gd name="T41" fmla="*/ 6 h 817"/>
                <a:gd name="T42" fmla="*/ 1 w 398"/>
                <a:gd name="T43" fmla="*/ 6 h 817"/>
                <a:gd name="T44" fmla="*/ 2 w 398"/>
                <a:gd name="T45" fmla="*/ 5 h 817"/>
                <a:gd name="T46" fmla="*/ 2 w 398"/>
                <a:gd name="T47" fmla="*/ 5 h 817"/>
                <a:gd name="T48" fmla="*/ 2 w 398"/>
                <a:gd name="T49" fmla="*/ 5 h 817"/>
                <a:gd name="T50" fmla="*/ 2 w 398"/>
                <a:gd name="T51" fmla="*/ 4 h 817"/>
                <a:gd name="T52" fmla="*/ 2 w 398"/>
                <a:gd name="T53" fmla="*/ 4 h 817"/>
                <a:gd name="T54" fmla="*/ 3 w 398"/>
                <a:gd name="T55" fmla="*/ 3 h 817"/>
                <a:gd name="T56" fmla="*/ 3 w 398"/>
                <a:gd name="T57" fmla="*/ 3 h 817"/>
                <a:gd name="T58" fmla="*/ 3 w 398"/>
                <a:gd name="T59" fmla="*/ 3 h 817"/>
                <a:gd name="T60" fmla="*/ 3 w 398"/>
                <a:gd name="T61" fmla="*/ 2 h 817"/>
                <a:gd name="T62" fmla="*/ 3 w 398"/>
                <a:gd name="T63" fmla="*/ 2 h 817"/>
                <a:gd name="T64" fmla="*/ 3 w 398"/>
                <a:gd name="T65" fmla="*/ 1 h 817"/>
                <a:gd name="T66" fmla="*/ 3 w 398"/>
                <a:gd name="T67" fmla="*/ 1 h 817"/>
                <a:gd name="T68" fmla="*/ 3 w 398"/>
                <a:gd name="T69" fmla="*/ 0 h 817"/>
                <a:gd name="T70" fmla="*/ 3 w 398"/>
                <a:gd name="T71" fmla="*/ 0 h 817"/>
                <a:gd name="T72" fmla="*/ 3 w 398"/>
                <a:gd name="T73" fmla="*/ 0 h 817"/>
                <a:gd name="T74" fmla="*/ 3 w 398"/>
                <a:gd name="T75" fmla="*/ 0 h 817"/>
                <a:gd name="T76" fmla="*/ 3 w 398"/>
                <a:gd name="T77" fmla="*/ 0 h 817"/>
                <a:gd name="T78" fmla="*/ 3 w 398"/>
                <a:gd name="T79" fmla="*/ 0 h 817"/>
                <a:gd name="T80" fmla="*/ 3 w 398"/>
                <a:gd name="T81" fmla="*/ 0 h 817"/>
                <a:gd name="T82" fmla="*/ 3 w 398"/>
                <a:gd name="T83" fmla="*/ 0 h 817"/>
                <a:gd name="T84" fmla="*/ 3 w 398"/>
                <a:gd name="T85" fmla="*/ 0 h 817"/>
                <a:gd name="T86" fmla="*/ 2 w 398"/>
                <a:gd name="T87" fmla="*/ 0 h 817"/>
                <a:gd name="T88" fmla="*/ 2 w 398"/>
                <a:gd name="T89" fmla="*/ 0 h 817"/>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398"/>
                <a:gd name="T136" fmla="*/ 0 h 817"/>
                <a:gd name="T137" fmla="*/ 398 w 398"/>
                <a:gd name="T138" fmla="*/ 817 h 817"/>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398" h="817">
                  <a:moveTo>
                    <a:pt x="304" y="47"/>
                  </a:moveTo>
                  <a:lnTo>
                    <a:pt x="304" y="47"/>
                  </a:lnTo>
                  <a:lnTo>
                    <a:pt x="301" y="97"/>
                  </a:lnTo>
                  <a:lnTo>
                    <a:pt x="297" y="147"/>
                  </a:lnTo>
                  <a:lnTo>
                    <a:pt x="291" y="198"/>
                  </a:lnTo>
                  <a:lnTo>
                    <a:pt x="280" y="247"/>
                  </a:lnTo>
                  <a:lnTo>
                    <a:pt x="268" y="297"/>
                  </a:lnTo>
                  <a:lnTo>
                    <a:pt x="253" y="347"/>
                  </a:lnTo>
                  <a:lnTo>
                    <a:pt x="236" y="395"/>
                  </a:lnTo>
                  <a:lnTo>
                    <a:pt x="217" y="442"/>
                  </a:lnTo>
                  <a:lnTo>
                    <a:pt x="195" y="487"/>
                  </a:lnTo>
                  <a:lnTo>
                    <a:pt x="171" y="532"/>
                  </a:lnTo>
                  <a:lnTo>
                    <a:pt x="147" y="574"/>
                  </a:lnTo>
                  <a:lnTo>
                    <a:pt x="121" y="613"/>
                  </a:lnTo>
                  <a:lnTo>
                    <a:pt x="93" y="650"/>
                  </a:lnTo>
                  <a:lnTo>
                    <a:pt x="64" y="684"/>
                  </a:lnTo>
                  <a:lnTo>
                    <a:pt x="32" y="716"/>
                  </a:lnTo>
                  <a:lnTo>
                    <a:pt x="0" y="744"/>
                  </a:lnTo>
                  <a:lnTo>
                    <a:pt x="59" y="817"/>
                  </a:lnTo>
                  <a:lnTo>
                    <a:pt x="95" y="784"/>
                  </a:lnTo>
                  <a:lnTo>
                    <a:pt x="132" y="748"/>
                  </a:lnTo>
                  <a:lnTo>
                    <a:pt x="166" y="709"/>
                  </a:lnTo>
                  <a:lnTo>
                    <a:pt x="196" y="667"/>
                  </a:lnTo>
                  <a:lnTo>
                    <a:pt x="227" y="623"/>
                  </a:lnTo>
                  <a:lnTo>
                    <a:pt x="253" y="576"/>
                  </a:lnTo>
                  <a:lnTo>
                    <a:pt x="279" y="530"/>
                  </a:lnTo>
                  <a:lnTo>
                    <a:pt x="301" y="479"/>
                  </a:lnTo>
                  <a:lnTo>
                    <a:pt x="323" y="428"/>
                  </a:lnTo>
                  <a:lnTo>
                    <a:pt x="342" y="375"/>
                  </a:lnTo>
                  <a:lnTo>
                    <a:pt x="359" y="321"/>
                  </a:lnTo>
                  <a:lnTo>
                    <a:pt x="372" y="268"/>
                  </a:lnTo>
                  <a:lnTo>
                    <a:pt x="382" y="212"/>
                  </a:lnTo>
                  <a:lnTo>
                    <a:pt x="391" y="157"/>
                  </a:lnTo>
                  <a:lnTo>
                    <a:pt x="395" y="102"/>
                  </a:lnTo>
                  <a:lnTo>
                    <a:pt x="398" y="47"/>
                  </a:lnTo>
                  <a:lnTo>
                    <a:pt x="394" y="27"/>
                  </a:lnTo>
                  <a:lnTo>
                    <a:pt x="383" y="11"/>
                  </a:lnTo>
                  <a:lnTo>
                    <a:pt x="368" y="3"/>
                  </a:lnTo>
                  <a:lnTo>
                    <a:pt x="351" y="0"/>
                  </a:lnTo>
                  <a:lnTo>
                    <a:pt x="333" y="3"/>
                  </a:lnTo>
                  <a:lnTo>
                    <a:pt x="319" y="11"/>
                  </a:lnTo>
                  <a:lnTo>
                    <a:pt x="307" y="27"/>
                  </a:lnTo>
                  <a:lnTo>
                    <a:pt x="304" y="4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0311" name="Freeform 38"/>
            <p:cNvSpPr>
              <a:spLocks/>
            </p:cNvSpPr>
            <p:nvPr/>
          </p:nvSpPr>
          <p:spPr bwMode="auto">
            <a:xfrm>
              <a:off x="1660" y="1701"/>
              <a:ext cx="19" cy="365"/>
            </a:xfrm>
            <a:custGeom>
              <a:avLst/>
              <a:gdLst>
                <a:gd name="T0" fmla="*/ 0 w 95"/>
                <a:gd name="T1" fmla="*/ 0 h 1826"/>
                <a:gd name="T2" fmla="*/ 0 w 95"/>
                <a:gd name="T3" fmla="*/ 0 h 1826"/>
                <a:gd name="T4" fmla="*/ 0 w 95"/>
                <a:gd name="T5" fmla="*/ 15 h 1826"/>
                <a:gd name="T6" fmla="*/ 1 w 95"/>
                <a:gd name="T7" fmla="*/ 15 h 1826"/>
                <a:gd name="T8" fmla="*/ 1 w 95"/>
                <a:gd name="T9" fmla="*/ 0 h 1826"/>
                <a:gd name="T10" fmla="*/ 1 w 95"/>
                <a:gd name="T11" fmla="*/ 0 h 1826"/>
                <a:gd name="T12" fmla="*/ 1 w 95"/>
                <a:gd name="T13" fmla="*/ 0 h 1826"/>
                <a:gd name="T14" fmla="*/ 1 w 95"/>
                <a:gd name="T15" fmla="*/ 0 h 1826"/>
                <a:gd name="T16" fmla="*/ 1 w 95"/>
                <a:gd name="T17" fmla="*/ 0 h 1826"/>
                <a:gd name="T18" fmla="*/ 1 w 95"/>
                <a:gd name="T19" fmla="*/ 0 h 1826"/>
                <a:gd name="T20" fmla="*/ 0 w 95"/>
                <a:gd name="T21" fmla="*/ 0 h 1826"/>
                <a:gd name="T22" fmla="*/ 0 w 95"/>
                <a:gd name="T23" fmla="*/ 0 h 1826"/>
                <a:gd name="T24" fmla="*/ 0 w 95"/>
                <a:gd name="T25" fmla="*/ 0 h 1826"/>
                <a:gd name="T26" fmla="*/ 0 w 95"/>
                <a:gd name="T27" fmla="*/ 0 h 1826"/>
                <a:gd name="T28" fmla="*/ 0 w 95"/>
                <a:gd name="T29" fmla="*/ 0 h 1826"/>
                <a:gd name="T30" fmla="*/ 0 w 95"/>
                <a:gd name="T31" fmla="*/ 0 h 182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95"/>
                <a:gd name="T49" fmla="*/ 0 h 1826"/>
                <a:gd name="T50" fmla="*/ 95 w 95"/>
                <a:gd name="T51" fmla="*/ 1826 h 182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95" h="1826">
                  <a:moveTo>
                    <a:pt x="0" y="49"/>
                  </a:moveTo>
                  <a:lnTo>
                    <a:pt x="0" y="47"/>
                  </a:lnTo>
                  <a:lnTo>
                    <a:pt x="1" y="1826"/>
                  </a:lnTo>
                  <a:lnTo>
                    <a:pt x="95" y="1826"/>
                  </a:lnTo>
                  <a:lnTo>
                    <a:pt x="93" y="47"/>
                  </a:lnTo>
                  <a:lnTo>
                    <a:pt x="93" y="45"/>
                  </a:lnTo>
                  <a:lnTo>
                    <a:pt x="93" y="47"/>
                  </a:lnTo>
                  <a:lnTo>
                    <a:pt x="90" y="27"/>
                  </a:lnTo>
                  <a:lnTo>
                    <a:pt x="79" y="12"/>
                  </a:lnTo>
                  <a:lnTo>
                    <a:pt x="64" y="4"/>
                  </a:lnTo>
                  <a:lnTo>
                    <a:pt x="47" y="0"/>
                  </a:lnTo>
                  <a:lnTo>
                    <a:pt x="29" y="4"/>
                  </a:lnTo>
                  <a:lnTo>
                    <a:pt x="15" y="12"/>
                  </a:lnTo>
                  <a:lnTo>
                    <a:pt x="3" y="27"/>
                  </a:lnTo>
                  <a:lnTo>
                    <a:pt x="0" y="47"/>
                  </a:lnTo>
                  <a:lnTo>
                    <a:pt x="0" y="4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0312" name="Freeform 39"/>
            <p:cNvSpPr>
              <a:spLocks/>
            </p:cNvSpPr>
            <p:nvPr/>
          </p:nvSpPr>
          <p:spPr bwMode="auto">
            <a:xfrm>
              <a:off x="1598" y="1598"/>
              <a:ext cx="81" cy="113"/>
            </a:xfrm>
            <a:custGeom>
              <a:avLst/>
              <a:gdLst>
                <a:gd name="T0" fmla="*/ 0 w 401"/>
                <a:gd name="T1" fmla="*/ 1 h 566"/>
                <a:gd name="T2" fmla="*/ 0 w 401"/>
                <a:gd name="T3" fmla="*/ 1 h 566"/>
                <a:gd name="T4" fmla="*/ 0 w 401"/>
                <a:gd name="T5" fmla="*/ 1 h 566"/>
                <a:gd name="T6" fmla="*/ 1 w 401"/>
                <a:gd name="T7" fmla="*/ 1 h 566"/>
                <a:gd name="T8" fmla="*/ 1 w 401"/>
                <a:gd name="T9" fmla="*/ 1 h 566"/>
                <a:gd name="T10" fmla="*/ 1 w 401"/>
                <a:gd name="T11" fmla="*/ 1 h 566"/>
                <a:gd name="T12" fmla="*/ 1 w 401"/>
                <a:gd name="T13" fmla="*/ 2 h 566"/>
                <a:gd name="T14" fmla="*/ 1 w 401"/>
                <a:gd name="T15" fmla="*/ 2 h 566"/>
                <a:gd name="T16" fmla="*/ 2 w 401"/>
                <a:gd name="T17" fmla="*/ 2 h 566"/>
                <a:gd name="T18" fmla="*/ 2 w 401"/>
                <a:gd name="T19" fmla="*/ 2 h 566"/>
                <a:gd name="T20" fmla="*/ 2 w 401"/>
                <a:gd name="T21" fmla="*/ 2 h 566"/>
                <a:gd name="T22" fmla="*/ 2 w 401"/>
                <a:gd name="T23" fmla="*/ 3 h 566"/>
                <a:gd name="T24" fmla="*/ 2 w 401"/>
                <a:gd name="T25" fmla="*/ 3 h 566"/>
                <a:gd name="T26" fmla="*/ 2 w 401"/>
                <a:gd name="T27" fmla="*/ 3 h 566"/>
                <a:gd name="T28" fmla="*/ 2 w 401"/>
                <a:gd name="T29" fmla="*/ 4 h 566"/>
                <a:gd name="T30" fmla="*/ 2 w 401"/>
                <a:gd name="T31" fmla="*/ 4 h 566"/>
                <a:gd name="T32" fmla="*/ 2 w 401"/>
                <a:gd name="T33" fmla="*/ 4 h 566"/>
                <a:gd name="T34" fmla="*/ 3 w 401"/>
                <a:gd name="T35" fmla="*/ 5 h 566"/>
                <a:gd name="T36" fmla="*/ 3 w 401"/>
                <a:gd name="T37" fmla="*/ 4 h 566"/>
                <a:gd name="T38" fmla="*/ 3 w 401"/>
                <a:gd name="T39" fmla="*/ 4 h 566"/>
                <a:gd name="T40" fmla="*/ 3 w 401"/>
                <a:gd name="T41" fmla="*/ 4 h 566"/>
                <a:gd name="T42" fmla="*/ 3 w 401"/>
                <a:gd name="T43" fmla="*/ 3 h 566"/>
                <a:gd name="T44" fmla="*/ 3 w 401"/>
                <a:gd name="T45" fmla="*/ 3 h 566"/>
                <a:gd name="T46" fmla="*/ 3 w 401"/>
                <a:gd name="T47" fmla="*/ 3 h 566"/>
                <a:gd name="T48" fmla="*/ 3 w 401"/>
                <a:gd name="T49" fmla="*/ 2 h 566"/>
                <a:gd name="T50" fmla="*/ 3 w 401"/>
                <a:gd name="T51" fmla="*/ 2 h 566"/>
                <a:gd name="T52" fmla="*/ 2 w 401"/>
                <a:gd name="T53" fmla="*/ 2 h 566"/>
                <a:gd name="T54" fmla="*/ 2 w 401"/>
                <a:gd name="T55" fmla="*/ 2 h 566"/>
                <a:gd name="T56" fmla="*/ 2 w 401"/>
                <a:gd name="T57" fmla="*/ 1 h 566"/>
                <a:gd name="T58" fmla="*/ 2 w 401"/>
                <a:gd name="T59" fmla="*/ 1 h 566"/>
                <a:gd name="T60" fmla="*/ 2 w 401"/>
                <a:gd name="T61" fmla="*/ 1 h 566"/>
                <a:gd name="T62" fmla="*/ 1 w 401"/>
                <a:gd name="T63" fmla="*/ 1 h 566"/>
                <a:gd name="T64" fmla="*/ 1 w 401"/>
                <a:gd name="T65" fmla="*/ 0 h 566"/>
                <a:gd name="T66" fmla="*/ 1 w 401"/>
                <a:gd name="T67" fmla="*/ 0 h 566"/>
                <a:gd name="T68" fmla="*/ 1 w 401"/>
                <a:gd name="T69" fmla="*/ 0 h 566"/>
                <a:gd name="T70" fmla="*/ 1 w 401"/>
                <a:gd name="T71" fmla="*/ 0 h 566"/>
                <a:gd name="T72" fmla="*/ 1 w 401"/>
                <a:gd name="T73" fmla="*/ 0 h 566"/>
                <a:gd name="T74" fmla="*/ 0 w 401"/>
                <a:gd name="T75" fmla="*/ 0 h 566"/>
                <a:gd name="T76" fmla="*/ 0 w 401"/>
                <a:gd name="T77" fmla="*/ 0 h 566"/>
                <a:gd name="T78" fmla="*/ 0 w 401"/>
                <a:gd name="T79" fmla="*/ 0 h 566"/>
                <a:gd name="T80" fmla="*/ 0 w 401"/>
                <a:gd name="T81" fmla="*/ 0 h 566"/>
                <a:gd name="T82" fmla="*/ 0 w 401"/>
                <a:gd name="T83" fmla="*/ 0 h 566"/>
                <a:gd name="T84" fmla="*/ 0 w 401"/>
                <a:gd name="T85" fmla="*/ 0 h 566"/>
                <a:gd name="T86" fmla="*/ 0 w 401"/>
                <a:gd name="T87" fmla="*/ 1 h 566"/>
                <a:gd name="T88" fmla="*/ 0 w 401"/>
                <a:gd name="T89" fmla="*/ 1 h 56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401"/>
                <a:gd name="T136" fmla="*/ 0 h 566"/>
                <a:gd name="T137" fmla="*/ 401 w 401"/>
                <a:gd name="T138" fmla="*/ 566 h 566"/>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401" h="566">
                  <a:moveTo>
                    <a:pt x="23" y="88"/>
                  </a:moveTo>
                  <a:lnTo>
                    <a:pt x="23" y="88"/>
                  </a:lnTo>
                  <a:lnTo>
                    <a:pt x="53" y="107"/>
                  </a:lnTo>
                  <a:lnTo>
                    <a:pt x="83" y="125"/>
                  </a:lnTo>
                  <a:lnTo>
                    <a:pt x="108" y="147"/>
                  </a:lnTo>
                  <a:lnTo>
                    <a:pt x="135" y="171"/>
                  </a:lnTo>
                  <a:lnTo>
                    <a:pt x="160" y="196"/>
                  </a:lnTo>
                  <a:lnTo>
                    <a:pt x="182" y="223"/>
                  </a:lnTo>
                  <a:lnTo>
                    <a:pt x="205" y="251"/>
                  </a:lnTo>
                  <a:lnTo>
                    <a:pt x="223" y="281"/>
                  </a:lnTo>
                  <a:lnTo>
                    <a:pt x="240" y="312"/>
                  </a:lnTo>
                  <a:lnTo>
                    <a:pt x="256" y="345"/>
                  </a:lnTo>
                  <a:lnTo>
                    <a:pt x="270" y="379"/>
                  </a:lnTo>
                  <a:lnTo>
                    <a:pt x="282" y="414"/>
                  </a:lnTo>
                  <a:lnTo>
                    <a:pt x="291" y="450"/>
                  </a:lnTo>
                  <a:lnTo>
                    <a:pt x="299" y="488"/>
                  </a:lnTo>
                  <a:lnTo>
                    <a:pt x="304" y="526"/>
                  </a:lnTo>
                  <a:lnTo>
                    <a:pt x="308" y="566"/>
                  </a:lnTo>
                  <a:lnTo>
                    <a:pt x="401" y="562"/>
                  </a:lnTo>
                  <a:lnTo>
                    <a:pt x="398" y="517"/>
                  </a:lnTo>
                  <a:lnTo>
                    <a:pt x="391" y="471"/>
                  </a:lnTo>
                  <a:lnTo>
                    <a:pt x="383" y="429"/>
                  </a:lnTo>
                  <a:lnTo>
                    <a:pt x="371" y="386"/>
                  </a:lnTo>
                  <a:lnTo>
                    <a:pt x="357" y="346"/>
                  </a:lnTo>
                  <a:lnTo>
                    <a:pt x="340" y="307"/>
                  </a:lnTo>
                  <a:lnTo>
                    <a:pt x="324" y="270"/>
                  </a:lnTo>
                  <a:lnTo>
                    <a:pt x="303" y="232"/>
                  </a:lnTo>
                  <a:lnTo>
                    <a:pt x="280" y="197"/>
                  </a:lnTo>
                  <a:lnTo>
                    <a:pt x="255" y="164"/>
                  </a:lnTo>
                  <a:lnTo>
                    <a:pt x="228" y="132"/>
                  </a:lnTo>
                  <a:lnTo>
                    <a:pt x="199" y="103"/>
                  </a:lnTo>
                  <a:lnTo>
                    <a:pt x="169" y="76"/>
                  </a:lnTo>
                  <a:lnTo>
                    <a:pt x="137" y="50"/>
                  </a:lnTo>
                  <a:lnTo>
                    <a:pt x="103" y="27"/>
                  </a:lnTo>
                  <a:lnTo>
                    <a:pt x="67" y="6"/>
                  </a:lnTo>
                  <a:lnTo>
                    <a:pt x="48" y="0"/>
                  </a:lnTo>
                  <a:lnTo>
                    <a:pt x="30" y="2"/>
                  </a:lnTo>
                  <a:lnTo>
                    <a:pt x="16" y="12"/>
                  </a:lnTo>
                  <a:lnTo>
                    <a:pt x="5" y="25"/>
                  </a:lnTo>
                  <a:lnTo>
                    <a:pt x="0" y="41"/>
                  </a:lnTo>
                  <a:lnTo>
                    <a:pt x="0" y="59"/>
                  </a:lnTo>
                  <a:lnTo>
                    <a:pt x="8" y="75"/>
                  </a:lnTo>
                  <a:lnTo>
                    <a:pt x="23"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0313" name="Freeform 40"/>
            <p:cNvSpPr>
              <a:spLocks/>
            </p:cNvSpPr>
            <p:nvPr/>
          </p:nvSpPr>
          <p:spPr bwMode="auto">
            <a:xfrm>
              <a:off x="1346" y="1455"/>
              <a:ext cx="266" cy="160"/>
            </a:xfrm>
            <a:custGeom>
              <a:avLst/>
              <a:gdLst>
                <a:gd name="T0" fmla="*/ 0 w 1330"/>
                <a:gd name="T1" fmla="*/ 1 h 801"/>
                <a:gd name="T2" fmla="*/ 0 w 1330"/>
                <a:gd name="T3" fmla="*/ 1 h 801"/>
                <a:gd name="T4" fmla="*/ 10 w 1330"/>
                <a:gd name="T5" fmla="*/ 6 h 801"/>
                <a:gd name="T6" fmla="*/ 11 w 1330"/>
                <a:gd name="T7" fmla="*/ 6 h 801"/>
                <a:gd name="T8" fmla="*/ 1 w 1330"/>
                <a:gd name="T9" fmla="*/ 0 h 801"/>
                <a:gd name="T10" fmla="*/ 1 w 1330"/>
                <a:gd name="T11" fmla="*/ 0 h 801"/>
                <a:gd name="T12" fmla="*/ 1 w 1330"/>
                <a:gd name="T13" fmla="*/ 0 h 801"/>
                <a:gd name="T14" fmla="*/ 0 w 1330"/>
                <a:gd name="T15" fmla="*/ 0 h 801"/>
                <a:gd name="T16" fmla="*/ 0 w 1330"/>
                <a:gd name="T17" fmla="*/ 0 h 801"/>
                <a:gd name="T18" fmla="*/ 0 w 1330"/>
                <a:gd name="T19" fmla="*/ 0 h 801"/>
                <a:gd name="T20" fmla="*/ 0 w 1330"/>
                <a:gd name="T21" fmla="*/ 0 h 801"/>
                <a:gd name="T22" fmla="*/ 0 w 1330"/>
                <a:gd name="T23" fmla="*/ 0 h 801"/>
                <a:gd name="T24" fmla="*/ 0 w 1330"/>
                <a:gd name="T25" fmla="*/ 0 h 801"/>
                <a:gd name="T26" fmla="*/ 0 w 1330"/>
                <a:gd name="T27" fmla="*/ 1 h 801"/>
                <a:gd name="T28" fmla="*/ 0 w 1330"/>
                <a:gd name="T29" fmla="*/ 1 h 801"/>
                <a:gd name="T30" fmla="*/ 0 w 1330"/>
                <a:gd name="T31" fmla="*/ 1 h 801"/>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30"/>
                <a:gd name="T49" fmla="*/ 0 h 801"/>
                <a:gd name="T50" fmla="*/ 1330 w 1330"/>
                <a:gd name="T51" fmla="*/ 801 h 801"/>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30" h="801">
                  <a:moveTo>
                    <a:pt x="24" y="88"/>
                  </a:moveTo>
                  <a:lnTo>
                    <a:pt x="23" y="88"/>
                  </a:lnTo>
                  <a:lnTo>
                    <a:pt x="1286" y="801"/>
                  </a:lnTo>
                  <a:lnTo>
                    <a:pt x="1330" y="719"/>
                  </a:lnTo>
                  <a:lnTo>
                    <a:pt x="67" y="6"/>
                  </a:lnTo>
                  <a:lnTo>
                    <a:pt x="66" y="6"/>
                  </a:lnTo>
                  <a:lnTo>
                    <a:pt x="67" y="6"/>
                  </a:lnTo>
                  <a:lnTo>
                    <a:pt x="48" y="0"/>
                  </a:lnTo>
                  <a:lnTo>
                    <a:pt x="30" y="2"/>
                  </a:lnTo>
                  <a:lnTo>
                    <a:pt x="16" y="12"/>
                  </a:lnTo>
                  <a:lnTo>
                    <a:pt x="5" y="25"/>
                  </a:lnTo>
                  <a:lnTo>
                    <a:pt x="0" y="41"/>
                  </a:lnTo>
                  <a:lnTo>
                    <a:pt x="0" y="59"/>
                  </a:lnTo>
                  <a:lnTo>
                    <a:pt x="8" y="75"/>
                  </a:lnTo>
                  <a:lnTo>
                    <a:pt x="23" y="88"/>
                  </a:lnTo>
                  <a:lnTo>
                    <a:pt x="24"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0314" name="Freeform 41"/>
            <p:cNvSpPr>
              <a:spLocks/>
            </p:cNvSpPr>
            <p:nvPr/>
          </p:nvSpPr>
          <p:spPr bwMode="auto">
            <a:xfrm>
              <a:off x="1198" y="1439"/>
              <a:ext cx="161" cy="35"/>
            </a:xfrm>
            <a:custGeom>
              <a:avLst/>
              <a:gdLst>
                <a:gd name="T0" fmla="*/ 1 w 806"/>
                <a:gd name="T1" fmla="*/ 1 h 177"/>
                <a:gd name="T2" fmla="*/ 1 w 806"/>
                <a:gd name="T3" fmla="*/ 1 h 177"/>
                <a:gd name="T4" fmla="*/ 1 w 806"/>
                <a:gd name="T5" fmla="*/ 1 h 177"/>
                <a:gd name="T6" fmla="*/ 1 w 806"/>
                <a:gd name="T7" fmla="*/ 1 h 177"/>
                <a:gd name="T8" fmla="*/ 2 w 806"/>
                <a:gd name="T9" fmla="*/ 1 h 177"/>
                <a:gd name="T10" fmla="*/ 2 w 806"/>
                <a:gd name="T11" fmla="*/ 1 h 177"/>
                <a:gd name="T12" fmla="*/ 2 w 806"/>
                <a:gd name="T13" fmla="*/ 1 h 177"/>
                <a:gd name="T14" fmla="*/ 3 w 806"/>
                <a:gd name="T15" fmla="*/ 1 h 177"/>
                <a:gd name="T16" fmla="*/ 3 w 806"/>
                <a:gd name="T17" fmla="*/ 1 h 177"/>
                <a:gd name="T18" fmla="*/ 3 w 806"/>
                <a:gd name="T19" fmla="*/ 1 h 177"/>
                <a:gd name="T20" fmla="*/ 4 w 806"/>
                <a:gd name="T21" fmla="*/ 1 h 177"/>
                <a:gd name="T22" fmla="*/ 4 w 806"/>
                <a:gd name="T23" fmla="*/ 1 h 177"/>
                <a:gd name="T24" fmla="*/ 5 w 806"/>
                <a:gd name="T25" fmla="*/ 1 h 177"/>
                <a:gd name="T26" fmla="*/ 5 w 806"/>
                <a:gd name="T27" fmla="*/ 1 h 177"/>
                <a:gd name="T28" fmla="*/ 5 w 806"/>
                <a:gd name="T29" fmla="*/ 1 h 177"/>
                <a:gd name="T30" fmla="*/ 6 w 806"/>
                <a:gd name="T31" fmla="*/ 1 h 177"/>
                <a:gd name="T32" fmla="*/ 6 w 806"/>
                <a:gd name="T33" fmla="*/ 1 h 177"/>
                <a:gd name="T34" fmla="*/ 6 w 806"/>
                <a:gd name="T35" fmla="*/ 1 h 177"/>
                <a:gd name="T36" fmla="*/ 6 w 806"/>
                <a:gd name="T37" fmla="*/ 1 h 177"/>
                <a:gd name="T38" fmla="*/ 6 w 806"/>
                <a:gd name="T39" fmla="*/ 1 h 177"/>
                <a:gd name="T40" fmla="*/ 6 w 806"/>
                <a:gd name="T41" fmla="*/ 0 h 177"/>
                <a:gd name="T42" fmla="*/ 5 w 806"/>
                <a:gd name="T43" fmla="*/ 0 h 177"/>
                <a:gd name="T44" fmla="*/ 5 w 806"/>
                <a:gd name="T45" fmla="*/ 0 h 177"/>
                <a:gd name="T46" fmla="*/ 5 w 806"/>
                <a:gd name="T47" fmla="*/ 0 h 177"/>
                <a:gd name="T48" fmla="*/ 4 w 806"/>
                <a:gd name="T49" fmla="*/ 0 h 177"/>
                <a:gd name="T50" fmla="*/ 4 w 806"/>
                <a:gd name="T51" fmla="*/ 0 h 177"/>
                <a:gd name="T52" fmla="*/ 3 w 806"/>
                <a:gd name="T53" fmla="*/ 0 h 177"/>
                <a:gd name="T54" fmla="*/ 3 w 806"/>
                <a:gd name="T55" fmla="*/ 0 h 177"/>
                <a:gd name="T56" fmla="*/ 3 w 806"/>
                <a:gd name="T57" fmla="*/ 0 h 177"/>
                <a:gd name="T58" fmla="*/ 2 w 806"/>
                <a:gd name="T59" fmla="*/ 0 h 177"/>
                <a:gd name="T60" fmla="*/ 2 w 806"/>
                <a:gd name="T61" fmla="*/ 0 h 177"/>
                <a:gd name="T62" fmla="*/ 1 w 806"/>
                <a:gd name="T63" fmla="*/ 0 h 177"/>
                <a:gd name="T64" fmla="*/ 1 w 806"/>
                <a:gd name="T65" fmla="*/ 0 h 177"/>
                <a:gd name="T66" fmla="*/ 1 w 806"/>
                <a:gd name="T67" fmla="*/ 1 h 177"/>
                <a:gd name="T68" fmla="*/ 0 w 806"/>
                <a:gd name="T69" fmla="*/ 1 h 177"/>
                <a:gd name="T70" fmla="*/ 0 w 806"/>
                <a:gd name="T71" fmla="*/ 1 h 177"/>
                <a:gd name="T72" fmla="*/ 0 w 806"/>
                <a:gd name="T73" fmla="*/ 1 h 177"/>
                <a:gd name="T74" fmla="*/ 0 w 806"/>
                <a:gd name="T75" fmla="*/ 1 h 177"/>
                <a:gd name="T76" fmla="*/ 0 w 806"/>
                <a:gd name="T77" fmla="*/ 1 h 177"/>
                <a:gd name="T78" fmla="*/ 0 w 806"/>
                <a:gd name="T79" fmla="*/ 1 h 177"/>
                <a:gd name="T80" fmla="*/ 0 w 806"/>
                <a:gd name="T81" fmla="*/ 1 h 177"/>
                <a:gd name="T82" fmla="*/ 0 w 806"/>
                <a:gd name="T83" fmla="*/ 1 h 177"/>
                <a:gd name="T84" fmla="*/ 0 w 806"/>
                <a:gd name="T85" fmla="*/ 1 h 177"/>
                <a:gd name="T86" fmla="*/ 0 w 806"/>
                <a:gd name="T87" fmla="*/ 1 h 177"/>
                <a:gd name="T88" fmla="*/ 1 w 806"/>
                <a:gd name="T89" fmla="*/ 1 h 177"/>
                <a:gd name="T90" fmla="*/ 1 w 806"/>
                <a:gd name="T91" fmla="*/ 1 h 17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806"/>
                <a:gd name="T139" fmla="*/ 0 h 177"/>
                <a:gd name="T140" fmla="*/ 806 w 806"/>
                <a:gd name="T141" fmla="*/ 177 h 17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806" h="177">
                  <a:moveTo>
                    <a:pt x="67" y="171"/>
                  </a:moveTo>
                  <a:lnTo>
                    <a:pt x="68" y="171"/>
                  </a:lnTo>
                  <a:lnTo>
                    <a:pt x="109" y="151"/>
                  </a:lnTo>
                  <a:lnTo>
                    <a:pt x="151" y="135"/>
                  </a:lnTo>
                  <a:lnTo>
                    <a:pt x="196" y="122"/>
                  </a:lnTo>
                  <a:lnTo>
                    <a:pt x="242" y="110"/>
                  </a:lnTo>
                  <a:lnTo>
                    <a:pt x="287" y="102"/>
                  </a:lnTo>
                  <a:lnTo>
                    <a:pt x="335" y="97"/>
                  </a:lnTo>
                  <a:lnTo>
                    <a:pt x="382" y="95"/>
                  </a:lnTo>
                  <a:lnTo>
                    <a:pt x="430" y="94"/>
                  </a:lnTo>
                  <a:lnTo>
                    <a:pt x="477" y="97"/>
                  </a:lnTo>
                  <a:lnTo>
                    <a:pt x="524" y="102"/>
                  </a:lnTo>
                  <a:lnTo>
                    <a:pt x="568" y="108"/>
                  </a:lnTo>
                  <a:lnTo>
                    <a:pt x="612" y="117"/>
                  </a:lnTo>
                  <a:lnTo>
                    <a:pt x="654" y="128"/>
                  </a:lnTo>
                  <a:lnTo>
                    <a:pt x="693" y="141"/>
                  </a:lnTo>
                  <a:lnTo>
                    <a:pt x="730" y="155"/>
                  </a:lnTo>
                  <a:lnTo>
                    <a:pt x="764" y="171"/>
                  </a:lnTo>
                  <a:lnTo>
                    <a:pt x="806" y="89"/>
                  </a:lnTo>
                  <a:lnTo>
                    <a:pt x="768" y="70"/>
                  </a:lnTo>
                  <a:lnTo>
                    <a:pt x="725" y="54"/>
                  </a:lnTo>
                  <a:lnTo>
                    <a:pt x="680" y="39"/>
                  </a:lnTo>
                  <a:lnTo>
                    <a:pt x="633" y="26"/>
                  </a:lnTo>
                  <a:lnTo>
                    <a:pt x="585" y="16"/>
                  </a:lnTo>
                  <a:lnTo>
                    <a:pt x="536" y="8"/>
                  </a:lnTo>
                  <a:lnTo>
                    <a:pt x="484" y="3"/>
                  </a:lnTo>
                  <a:lnTo>
                    <a:pt x="433" y="0"/>
                  </a:lnTo>
                  <a:lnTo>
                    <a:pt x="380" y="1"/>
                  </a:lnTo>
                  <a:lnTo>
                    <a:pt x="328" y="3"/>
                  </a:lnTo>
                  <a:lnTo>
                    <a:pt x="276" y="10"/>
                  </a:lnTo>
                  <a:lnTo>
                    <a:pt x="223" y="19"/>
                  </a:lnTo>
                  <a:lnTo>
                    <a:pt x="172" y="30"/>
                  </a:lnTo>
                  <a:lnTo>
                    <a:pt x="121" y="46"/>
                  </a:lnTo>
                  <a:lnTo>
                    <a:pt x="72" y="67"/>
                  </a:lnTo>
                  <a:lnTo>
                    <a:pt x="24" y="89"/>
                  </a:lnTo>
                  <a:lnTo>
                    <a:pt x="25" y="89"/>
                  </a:lnTo>
                  <a:lnTo>
                    <a:pt x="24" y="89"/>
                  </a:lnTo>
                  <a:lnTo>
                    <a:pt x="8" y="102"/>
                  </a:lnTo>
                  <a:lnTo>
                    <a:pt x="0" y="118"/>
                  </a:lnTo>
                  <a:lnTo>
                    <a:pt x="0" y="136"/>
                  </a:lnTo>
                  <a:lnTo>
                    <a:pt x="6" y="152"/>
                  </a:lnTo>
                  <a:lnTo>
                    <a:pt x="17" y="165"/>
                  </a:lnTo>
                  <a:lnTo>
                    <a:pt x="31" y="175"/>
                  </a:lnTo>
                  <a:lnTo>
                    <a:pt x="48" y="177"/>
                  </a:lnTo>
                  <a:lnTo>
                    <a:pt x="68" y="171"/>
                  </a:lnTo>
                  <a:lnTo>
                    <a:pt x="67" y="1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0315" name="Freeform 42"/>
            <p:cNvSpPr>
              <a:spLocks/>
            </p:cNvSpPr>
            <p:nvPr/>
          </p:nvSpPr>
          <p:spPr bwMode="auto">
            <a:xfrm>
              <a:off x="931" y="1456"/>
              <a:ext cx="280" cy="158"/>
            </a:xfrm>
            <a:custGeom>
              <a:avLst/>
              <a:gdLst>
                <a:gd name="T0" fmla="*/ 1 w 1402"/>
                <a:gd name="T1" fmla="*/ 6 h 787"/>
                <a:gd name="T2" fmla="*/ 1 w 1402"/>
                <a:gd name="T3" fmla="*/ 6 h 787"/>
                <a:gd name="T4" fmla="*/ 11 w 1402"/>
                <a:gd name="T5" fmla="*/ 1 h 787"/>
                <a:gd name="T6" fmla="*/ 11 w 1402"/>
                <a:gd name="T7" fmla="*/ 0 h 787"/>
                <a:gd name="T8" fmla="*/ 0 w 1402"/>
                <a:gd name="T9" fmla="*/ 6 h 787"/>
                <a:gd name="T10" fmla="*/ 0 w 1402"/>
                <a:gd name="T11" fmla="*/ 6 h 787"/>
                <a:gd name="T12" fmla="*/ 0 w 1402"/>
                <a:gd name="T13" fmla="*/ 6 h 787"/>
                <a:gd name="T14" fmla="*/ 0 w 1402"/>
                <a:gd name="T15" fmla="*/ 6 h 787"/>
                <a:gd name="T16" fmla="*/ 0 w 1402"/>
                <a:gd name="T17" fmla="*/ 6 h 787"/>
                <a:gd name="T18" fmla="*/ 0 w 1402"/>
                <a:gd name="T19" fmla="*/ 6 h 787"/>
                <a:gd name="T20" fmla="*/ 0 w 1402"/>
                <a:gd name="T21" fmla="*/ 6 h 787"/>
                <a:gd name="T22" fmla="*/ 0 w 1402"/>
                <a:gd name="T23" fmla="*/ 6 h 787"/>
                <a:gd name="T24" fmla="*/ 0 w 1402"/>
                <a:gd name="T25" fmla="*/ 6 h 787"/>
                <a:gd name="T26" fmla="*/ 0 w 1402"/>
                <a:gd name="T27" fmla="*/ 6 h 787"/>
                <a:gd name="T28" fmla="*/ 1 w 1402"/>
                <a:gd name="T29" fmla="*/ 6 h 787"/>
                <a:gd name="T30" fmla="*/ 1 w 1402"/>
                <a:gd name="T31" fmla="*/ 6 h 78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02"/>
                <a:gd name="T49" fmla="*/ 0 h 787"/>
                <a:gd name="T50" fmla="*/ 1402 w 1402"/>
                <a:gd name="T51" fmla="*/ 787 h 78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02" h="787">
                  <a:moveTo>
                    <a:pt x="69" y="781"/>
                  </a:moveTo>
                  <a:lnTo>
                    <a:pt x="66" y="781"/>
                  </a:lnTo>
                  <a:lnTo>
                    <a:pt x="1402" y="82"/>
                  </a:lnTo>
                  <a:lnTo>
                    <a:pt x="1360" y="0"/>
                  </a:lnTo>
                  <a:lnTo>
                    <a:pt x="24" y="699"/>
                  </a:lnTo>
                  <a:lnTo>
                    <a:pt x="22" y="699"/>
                  </a:lnTo>
                  <a:lnTo>
                    <a:pt x="24" y="699"/>
                  </a:lnTo>
                  <a:lnTo>
                    <a:pt x="8" y="712"/>
                  </a:lnTo>
                  <a:lnTo>
                    <a:pt x="1" y="727"/>
                  </a:lnTo>
                  <a:lnTo>
                    <a:pt x="0" y="744"/>
                  </a:lnTo>
                  <a:lnTo>
                    <a:pt x="5" y="761"/>
                  </a:lnTo>
                  <a:lnTo>
                    <a:pt x="15" y="775"/>
                  </a:lnTo>
                  <a:lnTo>
                    <a:pt x="30" y="784"/>
                  </a:lnTo>
                  <a:lnTo>
                    <a:pt x="46" y="787"/>
                  </a:lnTo>
                  <a:lnTo>
                    <a:pt x="66" y="781"/>
                  </a:lnTo>
                  <a:lnTo>
                    <a:pt x="69" y="7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0316" name="Freeform 43"/>
            <p:cNvSpPr>
              <a:spLocks/>
            </p:cNvSpPr>
            <p:nvPr/>
          </p:nvSpPr>
          <p:spPr bwMode="auto">
            <a:xfrm>
              <a:off x="868" y="1596"/>
              <a:ext cx="77" cy="126"/>
            </a:xfrm>
            <a:custGeom>
              <a:avLst/>
              <a:gdLst>
                <a:gd name="T0" fmla="*/ 1 w 382"/>
                <a:gd name="T1" fmla="*/ 5 h 628"/>
                <a:gd name="T2" fmla="*/ 1 w 382"/>
                <a:gd name="T3" fmla="*/ 5 h 628"/>
                <a:gd name="T4" fmla="*/ 1 w 382"/>
                <a:gd name="T5" fmla="*/ 4 h 628"/>
                <a:gd name="T6" fmla="*/ 1 w 382"/>
                <a:gd name="T7" fmla="*/ 4 h 628"/>
                <a:gd name="T8" fmla="*/ 1 w 382"/>
                <a:gd name="T9" fmla="*/ 4 h 628"/>
                <a:gd name="T10" fmla="*/ 1 w 382"/>
                <a:gd name="T11" fmla="*/ 3 h 628"/>
                <a:gd name="T12" fmla="*/ 1 w 382"/>
                <a:gd name="T13" fmla="*/ 3 h 628"/>
                <a:gd name="T14" fmla="*/ 1 w 382"/>
                <a:gd name="T15" fmla="*/ 3 h 628"/>
                <a:gd name="T16" fmla="*/ 1 w 382"/>
                <a:gd name="T17" fmla="*/ 3 h 628"/>
                <a:gd name="T18" fmla="*/ 1 w 382"/>
                <a:gd name="T19" fmla="*/ 2 h 628"/>
                <a:gd name="T20" fmla="*/ 2 w 382"/>
                <a:gd name="T21" fmla="*/ 2 h 628"/>
                <a:gd name="T22" fmla="*/ 2 w 382"/>
                <a:gd name="T23" fmla="*/ 2 h 628"/>
                <a:gd name="T24" fmla="*/ 2 w 382"/>
                <a:gd name="T25" fmla="*/ 2 h 628"/>
                <a:gd name="T26" fmla="*/ 2 w 382"/>
                <a:gd name="T27" fmla="*/ 1 h 628"/>
                <a:gd name="T28" fmla="*/ 2 w 382"/>
                <a:gd name="T29" fmla="*/ 1 h 628"/>
                <a:gd name="T30" fmla="*/ 3 w 382"/>
                <a:gd name="T31" fmla="*/ 1 h 628"/>
                <a:gd name="T32" fmla="*/ 3 w 382"/>
                <a:gd name="T33" fmla="*/ 1 h 628"/>
                <a:gd name="T34" fmla="*/ 3 w 382"/>
                <a:gd name="T35" fmla="*/ 1 h 628"/>
                <a:gd name="T36" fmla="*/ 3 w 382"/>
                <a:gd name="T37" fmla="*/ 0 h 628"/>
                <a:gd name="T38" fmla="*/ 2 w 382"/>
                <a:gd name="T39" fmla="*/ 0 h 628"/>
                <a:gd name="T40" fmla="*/ 2 w 382"/>
                <a:gd name="T41" fmla="*/ 0 h 628"/>
                <a:gd name="T42" fmla="*/ 2 w 382"/>
                <a:gd name="T43" fmla="*/ 1 h 628"/>
                <a:gd name="T44" fmla="*/ 2 w 382"/>
                <a:gd name="T45" fmla="*/ 1 h 628"/>
                <a:gd name="T46" fmla="*/ 1 w 382"/>
                <a:gd name="T47" fmla="*/ 1 h 628"/>
                <a:gd name="T48" fmla="*/ 1 w 382"/>
                <a:gd name="T49" fmla="*/ 1 h 628"/>
                <a:gd name="T50" fmla="*/ 1 w 382"/>
                <a:gd name="T51" fmla="*/ 2 h 628"/>
                <a:gd name="T52" fmla="*/ 1 w 382"/>
                <a:gd name="T53" fmla="*/ 2 h 628"/>
                <a:gd name="T54" fmla="*/ 1 w 382"/>
                <a:gd name="T55" fmla="*/ 2 h 628"/>
                <a:gd name="T56" fmla="*/ 0 w 382"/>
                <a:gd name="T57" fmla="*/ 3 h 628"/>
                <a:gd name="T58" fmla="*/ 0 w 382"/>
                <a:gd name="T59" fmla="*/ 3 h 628"/>
                <a:gd name="T60" fmla="*/ 0 w 382"/>
                <a:gd name="T61" fmla="*/ 3 h 628"/>
                <a:gd name="T62" fmla="*/ 0 w 382"/>
                <a:gd name="T63" fmla="*/ 4 h 628"/>
                <a:gd name="T64" fmla="*/ 0 w 382"/>
                <a:gd name="T65" fmla="*/ 4 h 628"/>
                <a:gd name="T66" fmla="*/ 0 w 382"/>
                <a:gd name="T67" fmla="*/ 4 h 628"/>
                <a:gd name="T68" fmla="*/ 0 w 382"/>
                <a:gd name="T69" fmla="*/ 5 h 628"/>
                <a:gd name="T70" fmla="*/ 0 w 382"/>
                <a:gd name="T71" fmla="*/ 5 h 628"/>
                <a:gd name="T72" fmla="*/ 0 w 382"/>
                <a:gd name="T73" fmla="*/ 5 h 628"/>
                <a:gd name="T74" fmla="*/ 0 w 382"/>
                <a:gd name="T75" fmla="*/ 5 h 628"/>
                <a:gd name="T76" fmla="*/ 0 w 382"/>
                <a:gd name="T77" fmla="*/ 5 h 628"/>
                <a:gd name="T78" fmla="*/ 0 w 382"/>
                <a:gd name="T79" fmla="*/ 5 h 628"/>
                <a:gd name="T80" fmla="*/ 0 w 382"/>
                <a:gd name="T81" fmla="*/ 5 h 628"/>
                <a:gd name="T82" fmla="*/ 1 w 382"/>
                <a:gd name="T83" fmla="*/ 5 h 628"/>
                <a:gd name="T84" fmla="*/ 1 w 382"/>
                <a:gd name="T85" fmla="*/ 5 h 628"/>
                <a:gd name="T86" fmla="*/ 1 w 382"/>
                <a:gd name="T87" fmla="*/ 5 h 628"/>
                <a:gd name="T88" fmla="*/ 1 w 382"/>
                <a:gd name="T89" fmla="*/ 5 h 628"/>
                <a:gd name="T90" fmla="*/ 1 w 382"/>
                <a:gd name="T91" fmla="*/ 5 h 628"/>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382"/>
                <a:gd name="T139" fmla="*/ 0 h 628"/>
                <a:gd name="T140" fmla="*/ 382 w 382"/>
                <a:gd name="T141" fmla="*/ 628 h 628"/>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382" h="628">
                  <a:moveTo>
                    <a:pt x="94" y="581"/>
                  </a:moveTo>
                  <a:lnTo>
                    <a:pt x="94" y="582"/>
                  </a:lnTo>
                  <a:lnTo>
                    <a:pt x="96" y="541"/>
                  </a:lnTo>
                  <a:lnTo>
                    <a:pt x="99" y="500"/>
                  </a:lnTo>
                  <a:lnTo>
                    <a:pt x="106" y="463"/>
                  </a:lnTo>
                  <a:lnTo>
                    <a:pt x="115" y="424"/>
                  </a:lnTo>
                  <a:lnTo>
                    <a:pt x="127" y="389"/>
                  </a:lnTo>
                  <a:lnTo>
                    <a:pt x="140" y="353"/>
                  </a:lnTo>
                  <a:lnTo>
                    <a:pt x="156" y="320"/>
                  </a:lnTo>
                  <a:lnTo>
                    <a:pt x="173" y="287"/>
                  </a:lnTo>
                  <a:lnTo>
                    <a:pt x="193" y="255"/>
                  </a:lnTo>
                  <a:lnTo>
                    <a:pt x="214" y="226"/>
                  </a:lnTo>
                  <a:lnTo>
                    <a:pt x="238" y="198"/>
                  </a:lnTo>
                  <a:lnTo>
                    <a:pt x="263" y="172"/>
                  </a:lnTo>
                  <a:lnTo>
                    <a:pt x="290" y="146"/>
                  </a:lnTo>
                  <a:lnTo>
                    <a:pt x="318" y="122"/>
                  </a:lnTo>
                  <a:lnTo>
                    <a:pt x="349" y="101"/>
                  </a:lnTo>
                  <a:lnTo>
                    <a:pt x="382" y="82"/>
                  </a:lnTo>
                  <a:lnTo>
                    <a:pt x="335" y="0"/>
                  </a:lnTo>
                  <a:lnTo>
                    <a:pt x="297" y="23"/>
                  </a:lnTo>
                  <a:lnTo>
                    <a:pt x="262" y="49"/>
                  </a:lnTo>
                  <a:lnTo>
                    <a:pt x="229" y="76"/>
                  </a:lnTo>
                  <a:lnTo>
                    <a:pt x="198" y="104"/>
                  </a:lnTo>
                  <a:lnTo>
                    <a:pt x="167" y="137"/>
                  </a:lnTo>
                  <a:lnTo>
                    <a:pt x="142" y="170"/>
                  </a:lnTo>
                  <a:lnTo>
                    <a:pt x="116" y="204"/>
                  </a:lnTo>
                  <a:lnTo>
                    <a:pt x="94" y="240"/>
                  </a:lnTo>
                  <a:lnTo>
                    <a:pt x="74" y="278"/>
                  </a:lnTo>
                  <a:lnTo>
                    <a:pt x="54" y="317"/>
                  </a:lnTo>
                  <a:lnTo>
                    <a:pt x="38" y="359"/>
                  </a:lnTo>
                  <a:lnTo>
                    <a:pt x="26" y="401"/>
                  </a:lnTo>
                  <a:lnTo>
                    <a:pt x="15" y="444"/>
                  </a:lnTo>
                  <a:lnTo>
                    <a:pt x="8" y="489"/>
                  </a:lnTo>
                  <a:lnTo>
                    <a:pt x="2" y="534"/>
                  </a:lnTo>
                  <a:lnTo>
                    <a:pt x="0" y="580"/>
                  </a:lnTo>
                  <a:lnTo>
                    <a:pt x="0" y="581"/>
                  </a:lnTo>
                  <a:lnTo>
                    <a:pt x="0" y="580"/>
                  </a:lnTo>
                  <a:lnTo>
                    <a:pt x="3" y="600"/>
                  </a:lnTo>
                  <a:lnTo>
                    <a:pt x="14" y="615"/>
                  </a:lnTo>
                  <a:lnTo>
                    <a:pt x="29" y="625"/>
                  </a:lnTo>
                  <a:lnTo>
                    <a:pt x="45" y="628"/>
                  </a:lnTo>
                  <a:lnTo>
                    <a:pt x="63" y="626"/>
                  </a:lnTo>
                  <a:lnTo>
                    <a:pt x="78" y="616"/>
                  </a:lnTo>
                  <a:lnTo>
                    <a:pt x="89" y="602"/>
                  </a:lnTo>
                  <a:lnTo>
                    <a:pt x="94" y="582"/>
                  </a:lnTo>
                  <a:lnTo>
                    <a:pt x="94" y="5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0317" name="Freeform 44"/>
            <p:cNvSpPr>
              <a:spLocks/>
            </p:cNvSpPr>
            <p:nvPr/>
          </p:nvSpPr>
          <p:spPr bwMode="auto">
            <a:xfrm>
              <a:off x="868" y="1712"/>
              <a:ext cx="19" cy="364"/>
            </a:xfrm>
            <a:custGeom>
              <a:avLst/>
              <a:gdLst>
                <a:gd name="T0" fmla="*/ 1 w 94"/>
                <a:gd name="T1" fmla="*/ 14 h 1818"/>
                <a:gd name="T2" fmla="*/ 1 w 94"/>
                <a:gd name="T3" fmla="*/ 14 h 1818"/>
                <a:gd name="T4" fmla="*/ 1 w 94"/>
                <a:gd name="T5" fmla="*/ 0 h 1818"/>
                <a:gd name="T6" fmla="*/ 0 w 94"/>
                <a:gd name="T7" fmla="*/ 0 h 1818"/>
                <a:gd name="T8" fmla="*/ 0 w 94"/>
                <a:gd name="T9" fmla="*/ 14 h 1818"/>
                <a:gd name="T10" fmla="*/ 0 w 94"/>
                <a:gd name="T11" fmla="*/ 14 h 1818"/>
                <a:gd name="T12" fmla="*/ 0 w 94"/>
                <a:gd name="T13" fmla="*/ 14 h 1818"/>
                <a:gd name="T14" fmla="*/ 0 w 94"/>
                <a:gd name="T15" fmla="*/ 14 h 1818"/>
                <a:gd name="T16" fmla="*/ 0 w 94"/>
                <a:gd name="T17" fmla="*/ 14 h 1818"/>
                <a:gd name="T18" fmla="*/ 0 w 94"/>
                <a:gd name="T19" fmla="*/ 15 h 1818"/>
                <a:gd name="T20" fmla="*/ 0 w 94"/>
                <a:gd name="T21" fmla="*/ 15 h 1818"/>
                <a:gd name="T22" fmla="*/ 1 w 94"/>
                <a:gd name="T23" fmla="*/ 15 h 1818"/>
                <a:gd name="T24" fmla="*/ 1 w 94"/>
                <a:gd name="T25" fmla="*/ 14 h 1818"/>
                <a:gd name="T26" fmla="*/ 1 w 94"/>
                <a:gd name="T27" fmla="*/ 14 h 1818"/>
                <a:gd name="T28" fmla="*/ 1 w 94"/>
                <a:gd name="T29" fmla="*/ 14 h 1818"/>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94"/>
                <a:gd name="T46" fmla="*/ 0 h 1818"/>
                <a:gd name="T47" fmla="*/ 94 w 94"/>
                <a:gd name="T48" fmla="*/ 1818 h 1818"/>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94" h="1818">
                  <a:moveTo>
                    <a:pt x="94" y="1771"/>
                  </a:moveTo>
                  <a:lnTo>
                    <a:pt x="94" y="1771"/>
                  </a:lnTo>
                  <a:lnTo>
                    <a:pt x="94" y="0"/>
                  </a:lnTo>
                  <a:lnTo>
                    <a:pt x="0" y="0"/>
                  </a:lnTo>
                  <a:lnTo>
                    <a:pt x="0" y="1771"/>
                  </a:lnTo>
                  <a:lnTo>
                    <a:pt x="3" y="1791"/>
                  </a:lnTo>
                  <a:lnTo>
                    <a:pt x="15" y="1806"/>
                  </a:lnTo>
                  <a:lnTo>
                    <a:pt x="29" y="1814"/>
                  </a:lnTo>
                  <a:lnTo>
                    <a:pt x="47" y="1818"/>
                  </a:lnTo>
                  <a:lnTo>
                    <a:pt x="64" y="1814"/>
                  </a:lnTo>
                  <a:lnTo>
                    <a:pt x="79" y="1806"/>
                  </a:lnTo>
                  <a:lnTo>
                    <a:pt x="90" y="1791"/>
                  </a:lnTo>
                  <a:lnTo>
                    <a:pt x="94" y="17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0318" name="Freeform 45"/>
            <p:cNvSpPr>
              <a:spLocks/>
            </p:cNvSpPr>
            <p:nvPr/>
          </p:nvSpPr>
          <p:spPr bwMode="auto">
            <a:xfrm>
              <a:off x="868" y="2067"/>
              <a:ext cx="90" cy="160"/>
            </a:xfrm>
            <a:custGeom>
              <a:avLst/>
              <a:gdLst>
                <a:gd name="T0" fmla="*/ 3 w 449"/>
                <a:gd name="T1" fmla="*/ 6 h 803"/>
                <a:gd name="T2" fmla="*/ 3 w 449"/>
                <a:gd name="T3" fmla="*/ 6 h 803"/>
                <a:gd name="T4" fmla="*/ 3 w 449"/>
                <a:gd name="T5" fmla="*/ 5 h 803"/>
                <a:gd name="T6" fmla="*/ 3 w 449"/>
                <a:gd name="T7" fmla="*/ 5 h 803"/>
                <a:gd name="T8" fmla="*/ 3 w 449"/>
                <a:gd name="T9" fmla="*/ 5 h 803"/>
                <a:gd name="T10" fmla="*/ 2 w 449"/>
                <a:gd name="T11" fmla="*/ 5 h 803"/>
                <a:gd name="T12" fmla="*/ 2 w 449"/>
                <a:gd name="T13" fmla="*/ 4 h 803"/>
                <a:gd name="T14" fmla="*/ 2 w 449"/>
                <a:gd name="T15" fmla="*/ 4 h 803"/>
                <a:gd name="T16" fmla="*/ 2 w 449"/>
                <a:gd name="T17" fmla="*/ 4 h 803"/>
                <a:gd name="T18" fmla="*/ 2 w 449"/>
                <a:gd name="T19" fmla="*/ 3 h 803"/>
                <a:gd name="T20" fmla="*/ 1 w 449"/>
                <a:gd name="T21" fmla="*/ 3 h 803"/>
                <a:gd name="T22" fmla="*/ 1 w 449"/>
                <a:gd name="T23" fmla="*/ 2 h 803"/>
                <a:gd name="T24" fmla="*/ 1 w 449"/>
                <a:gd name="T25" fmla="*/ 2 h 803"/>
                <a:gd name="T26" fmla="*/ 1 w 449"/>
                <a:gd name="T27" fmla="*/ 2 h 803"/>
                <a:gd name="T28" fmla="*/ 1 w 449"/>
                <a:gd name="T29" fmla="*/ 1 h 803"/>
                <a:gd name="T30" fmla="*/ 1 w 449"/>
                <a:gd name="T31" fmla="*/ 1 h 803"/>
                <a:gd name="T32" fmla="*/ 1 w 449"/>
                <a:gd name="T33" fmla="*/ 0 h 803"/>
                <a:gd name="T34" fmla="*/ 1 w 449"/>
                <a:gd name="T35" fmla="*/ 0 h 803"/>
                <a:gd name="T36" fmla="*/ 0 w 449"/>
                <a:gd name="T37" fmla="*/ 0 h 803"/>
                <a:gd name="T38" fmla="*/ 0 w 449"/>
                <a:gd name="T39" fmla="*/ 0 h 803"/>
                <a:gd name="T40" fmla="*/ 0 w 449"/>
                <a:gd name="T41" fmla="*/ 1 h 803"/>
                <a:gd name="T42" fmla="*/ 0 w 449"/>
                <a:gd name="T43" fmla="*/ 1 h 803"/>
                <a:gd name="T44" fmla="*/ 0 w 449"/>
                <a:gd name="T45" fmla="*/ 2 h 803"/>
                <a:gd name="T46" fmla="*/ 0 w 449"/>
                <a:gd name="T47" fmla="*/ 2 h 803"/>
                <a:gd name="T48" fmla="*/ 0 w 449"/>
                <a:gd name="T49" fmla="*/ 3 h 803"/>
                <a:gd name="T50" fmla="*/ 1 w 449"/>
                <a:gd name="T51" fmla="*/ 3 h 803"/>
                <a:gd name="T52" fmla="*/ 1 w 449"/>
                <a:gd name="T53" fmla="*/ 4 h 803"/>
                <a:gd name="T54" fmla="*/ 1 w 449"/>
                <a:gd name="T55" fmla="*/ 4 h 803"/>
                <a:gd name="T56" fmla="*/ 1 w 449"/>
                <a:gd name="T57" fmla="*/ 4 h 803"/>
                <a:gd name="T58" fmla="*/ 2 w 449"/>
                <a:gd name="T59" fmla="*/ 5 h 803"/>
                <a:gd name="T60" fmla="*/ 2 w 449"/>
                <a:gd name="T61" fmla="*/ 5 h 803"/>
                <a:gd name="T62" fmla="*/ 2 w 449"/>
                <a:gd name="T63" fmla="*/ 5 h 803"/>
                <a:gd name="T64" fmla="*/ 2 w 449"/>
                <a:gd name="T65" fmla="*/ 6 h 803"/>
                <a:gd name="T66" fmla="*/ 3 w 449"/>
                <a:gd name="T67" fmla="*/ 6 h 803"/>
                <a:gd name="T68" fmla="*/ 3 w 449"/>
                <a:gd name="T69" fmla="*/ 6 h 803"/>
                <a:gd name="T70" fmla="*/ 3 w 449"/>
                <a:gd name="T71" fmla="*/ 6 h 803"/>
                <a:gd name="T72" fmla="*/ 3 w 449"/>
                <a:gd name="T73" fmla="*/ 6 h 803"/>
                <a:gd name="T74" fmla="*/ 3 w 449"/>
                <a:gd name="T75" fmla="*/ 6 h 803"/>
                <a:gd name="T76" fmla="*/ 3 w 449"/>
                <a:gd name="T77" fmla="*/ 6 h 803"/>
                <a:gd name="T78" fmla="*/ 3 w 449"/>
                <a:gd name="T79" fmla="*/ 6 h 803"/>
                <a:gd name="T80" fmla="*/ 4 w 449"/>
                <a:gd name="T81" fmla="*/ 6 h 803"/>
                <a:gd name="T82" fmla="*/ 4 w 449"/>
                <a:gd name="T83" fmla="*/ 6 h 803"/>
                <a:gd name="T84" fmla="*/ 4 w 449"/>
                <a:gd name="T85" fmla="*/ 6 h 803"/>
                <a:gd name="T86" fmla="*/ 4 w 449"/>
                <a:gd name="T87" fmla="*/ 6 h 803"/>
                <a:gd name="T88" fmla="*/ 3 w 449"/>
                <a:gd name="T89" fmla="*/ 6 h 803"/>
                <a:gd name="T90" fmla="*/ 3 w 449"/>
                <a:gd name="T91" fmla="*/ 6 h 80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449"/>
                <a:gd name="T139" fmla="*/ 0 h 803"/>
                <a:gd name="T140" fmla="*/ 449 w 449"/>
                <a:gd name="T141" fmla="*/ 803 h 80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449" h="803">
                  <a:moveTo>
                    <a:pt x="426" y="717"/>
                  </a:moveTo>
                  <a:lnTo>
                    <a:pt x="427" y="717"/>
                  </a:lnTo>
                  <a:lnTo>
                    <a:pt x="395" y="693"/>
                  </a:lnTo>
                  <a:lnTo>
                    <a:pt x="361" y="662"/>
                  </a:lnTo>
                  <a:lnTo>
                    <a:pt x="329" y="628"/>
                  </a:lnTo>
                  <a:lnTo>
                    <a:pt x="299" y="591"/>
                  </a:lnTo>
                  <a:lnTo>
                    <a:pt x="269" y="551"/>
                  </a:lnTo>
                  <a:lnTo>
                    <a:pt x="241" y="507"/>
                  </a:lnTo>
                  <a:lnTo>
                    <a:pt x="215" y="460"/>
                  </a:lnTo>
                  <a:lnTo>
                    <a:pt x="191" y="412"/>
                  </a:lnTo>
                  <a:lnTo>
                    <a:pt x="170" y="363"/>
                  </a:lnTo>
                  <a:lnTo>
                    <a:pt x="151" y="312"/>
                  </a:lnTo>
                  <a:lnTo>
                    <a:pt x="133" y="259"/>
                  </a:lnTo>
                  <a:lnTo>
                    <a:pt x="119" y="207"/>
                  </a:lnTo>
                  <a:lnTo>
                    <a:pt x="108" y="156"/>
                  </a:lnTo>
                  <a:lnTo>
                    <a:pt x="101" y="103"/>
                  </a:lnTo>
                  <a:lnTo>
                    <a:pt x="96" y="51"/>
                  </a:lnTo>
                  <a:lnTo>
                    <a:pt x="94" y="0"/>
                  </a:lnTo>
                  <a:lnTo>
                    <a:pt x="0" y="0"/>
                  </a:lnTo>
                  <a:lnTo>
                    <a:pt x="2" y="56"/>
                  </a:lnTo>
                  <a:lnTo>
                    <a:pt x="7" y="115"/>
                  </a:lnTo>
                  <a:lnTo>
                    <a:pt x="16" y="172"/>
                  </a:lnTo>
                  <a:lnTo>
                    <a:pt x="28" y="231"/>
                  </a:lnTo>
                  <a:lnTo>
                    <a:pt x="44" y="287"/>
                  </a:lnTo>
                  <a:lnTo>
                    <a:pt x="62" y="342"/>
                  </a:lnTo>
                  <a:lnTo>
                    <a:pt x="83" y="398"/>
                  </a:lnTo>
                  <a:lnTo>
                    <a:pt x="106" y="452"/>
                  </a:lnTo>
                  <a:lnTo>
                    <a:pt x="133" y="505"/>
                  </a:lnTo>
                  <a:lnTo>
                    <a:pt x="161" y="554"/>
                  </a:lnTo>
                  <a:lnTo>
                    <a:pt x="192" y="602"/>
                  </a:lnTo>
                  <a:lnTo>
                    <a:pt x="224" y="647"/>
                  </a:lnTo>
                  <a:lnTo>
                    <a:pt x="259" y="689"/>
                  </a:lnTo>
                  <a:lnTo>
                    <a:pt x="295" y="728"/>
                  </a:lnTo>
                  <a:lnTo>
                    <a:pt x="334" y="763"/>
                  </a:lnTo>
                  <a:lnTo>
                    <a:pt x="374" y="795"/>
                  </a:lnTo>
                  <a:lnTo>
                    <a:pt x="375" y="795"/>
                  </a:lnTo>
                  <a:lnTo>
                    <a:pt x="374" y="795"/>
                  </a:lnTo>
                  <a:lnTo>
                    <a:pt x="392" y="803"/>
                  </a:lnTo>
                  <a:lnTo>
                    <a:pt x="411" y="803"/>
                  </a:lnTo>
                  <a:lnTo>
                    <a:pt x="426" y="795"/>
                  </a:lnTo>
                  <a:lnTo>
                    <a:pt x="439" y="782"/>
                  </a:lnTo>
                  <a:lnTo>
                    <a:pt x="446" y="766"/>
                  </a:lnTo>
                  <a:lnTo>
                    <a:pt x="449" y="749"/>
                  </a:lnTo>
                  <a:lnTo>
                    <a:pt x="441" y="732"/>
                  </a:lnTo>
                  <a:lnTo>
                    <a:pt x="427" y="717"/>
                  </a:lnTo>
                  <a:lnTo>
                    <a:pt x="426" y="71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0319" name="Freeform 46"/>
            <p:cNvSpPr>
              <a:spLocks/>
            </p:cNvSpPr>
            <p:nvPr/>
          </p:nvSpPr>
          <p:spPr bwMode="auto">
            <a:xfrm>
              <a:off x="883" y="1673"/>
              <a:ext cx="379" cy="690"/>
            </a:xfrm>
            <a:custGeom>
              <a:avLst/>
              <a:gdLst>
                <a:gd name="T0" fmla="*/ 12 w 1897"/>
                <a:gd name="T1" fmla="*/ 6 h 3450"/>
                <a:gd name="T2" fmla="*/ 13 w 1897"/>
                <a:gd name="T3" fmla="*/ 7 h 3450"/>
                <a:gd name="T4" fmla="*/ 13 w 1897"/>
                <a:gd name="T5" fmla="*/ 7 h 3450"/>
                <a:gd name="T6" fmla="*/ 14 w 1897"/>
                <a:gd name="T7" fmla="*/ 8 h 3450"/>
                <a:gd name="T8" fmla="*/ 14 w 1897"/>
                <a:gd name="T9" fmla="*/ 9 h 3450"/>
                <a:gd name="T10" fmla="*/ 15 w 1897"/>
                <a:gd name="T11" fmla="*/ 10 h 3450"/>
                <a:gd name="T12" fmla="*/ 15 w 1897"/>
                <a:gd name="T13" fmla="*/ 11 h 3450"/>
                <a:gd name="T14" fmla="*/ 15 w 1897"/>
                <a:gd name="T15" fmla="*/ 11 h 3450"/>
                <a:gd name="T16" fmla="*/ 15 w 1897"/>
                <a:gd name="T17" fmla="*/ 12 h 3450"/>
                <a:gd name="T18" fmla="*/ 15 w 1897"/>
                <a:gd name="T19" fmla="*/ 26 h 3450"/>
                <a:gd name="T20" fmla="*/ 15 w 1897"/>
                <a:gd name="T21" fmla="*/ 26 h 3450"/>
                <a:gd name="T22" fmla="*/ 15 w 1897"/>
                <a:gd name="T23" fmla="*/ 27 h 3450"/>
                <a:gd name="T24" fmla="*/ 15 w 1897"/>
                <a:gd name="T25" fmla="*/ 27 h 3450"/>
                <a:gd name="T26" fmla="*/ 14 w 1897"/>
                <a:gd name="T27" fmla="*/ 27 h 3450"/>
                <a:gd name="T28" fmla="*/ 14 w 1897"/>
                <a:gd name="T29" fmla="*/ 28 h 3450"/>
                <a:gd name="T30" fmla="*/ 13 w 1897"/>
                <a:gd name="T31" fmla="*/ 28 h 3450"/>
                <a:gd name="T32" fmla="*/ 13 w 1897"/>
                <a:gd name="T33" fmla="*/ 27 h 3450"/>
                <a:gd name="T34" fmla="*/ 3 w 1897"/>
                <a:gd name="T35" fmla="*/ 21 h 3450"/>
                <a:gd name="T36" fmla="*/ 2 w 1897"/>
                <a:gd name="T37" fmla="*/ 21 h 3450"/>
                <a:gd name="T38" fmla="*/ 2 w 1897"/>
                <a:gd name="T39" fmla="*/ 20 h 3450"/>
                <a:gd name="T40" fmla="*/ 1 w 1897"/>
                <a:gd name="T41" fmla="*/ 19 h 3450"/>
                <a:gd name="T42" fmla="*/ 1 w 1897"/>
                <a:gd name="T43" fmla="*/ 19 h 3450"/>
                <a:gd name="T44" fmla="*/ 0 w 1897"/>
                <a:gd name="T45" fmla="*/ 18 h 3450"/>
                <a:gd name="T46" fmla="*/ 0 w 1897"/>
                <a:gd name="T47" fmla="*/ 17 h 3450"/>
                <a:gd name="T48" fmla="*/ 0 w 1897"/>
                <a:gd name="T49" fmla="*/ 16 h 3450"/>
                <a:gd name="T50" fmla="*/ 0 w 1897"/>
                <a:gd name="T51" fmla="*/ 15 h 3450"/>
                <a:gd name="T52" fmla="*/ 0 w 1897"/>
                <a:gd name="T53" fmla="*/ 2 h 3450"/>
                <a:gd name="T54" fmla="*/ 0 w 1897"/>
                <a:gd name="T55" fmla="*/ 1 h 3450"/>
                <a:gd name="T56" fmla="*/ 0 w 1897"/>
                <a:gd name="T57" fmla="*/ 1 h 3450"/>
                <a:gd name="T58" fmla="*/ 1 w 1897"/>
                <a:gd name="T59" fmla="*/ 0 h 3450"/>
                <a:gd name="T60" fmla="*/ 1 w 1897"/>
                <a:gd name="T61" fmla="*/ 0 h 3450"/>
                <a:gd name="T62" fmla="*/ 1 w 1897"/>
                <a:gd name="T63" fmla="*/ 0 h 3450"/>
                <a:gd name="T64" fmla="*/ 2 w 1897"/>
                <a:gd name="T65" fmla="*/ 0 h 3450"/>
                <a:gd name="T66" fmla="*/ 3 w 1897"/>
                <a:gd name="T67" fmla="*/ 0 h 3450"/>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897"/>
                <a:gd name="T103" fmla="*/ 0 h 3450"/>
                <a:gd name="T104" fmla="*/ 1897 w 1897"/>
                <a:gd name="T105" fmla="*/ 3450 h 3450"/>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897" h="3450">
                  <a:moveTo>
                    <a:pt x="357" y="49"/>
                  </a:moveTo>
                  <a:lnTo>
                    <a:pt x="1542" y="806"/>
                  </a:lnTo>
                  <a:lnTo>
                    <a:pt x="1579" y="832"/>
                  </a:lnTo>
                  <a:lnTo>
                    <a:pt x="1614" y="861"/>
                  </a:lnTo>
                  <a:lnTo>
                    <a:pt x="1648" y="895"/>
                  </a:lnTo>
                  <a:lnTo>
                    <a:pt x="1681" y="933"/>
                  </a:lnTo>
                  <a:lnTo>
                    <a:pt x="1711" y="973"/>
                  </a:lnTo>
                  <a:lnTo>
                    <a:pt x="1740" y="1016"/>
                  </a:lnTo>
                  <a:lnTo>
                    <a:pt x="1768" y="1062"/>
                  </a:lnTo>
                  <a:lnTo>
                    <a:pt x="1793" y="1109"/>
                  </a:lnTo>
                  <a:lnTo>
                    <a:pt x="1816" y="1158"/>
                  </a:lnTo>
                  <a:lnTo>
                    <a:pt x="1836" y="1208"/>
                  </a:lnTo>
                  <a:lnTo>
                    <a:pt x="1854" y="1260"/>
                  </a:lnTo>
                  <a:lnTo>
                    <a:pt x="1869" y="1313"/>
                  </a:lnTo>
                  <a:lnTo>
                    <a:pt x="1881" y="1364"/>
                  </a:lnTo>
                  <a:lnTo>
                    <a:pt x="1890" y="1417"/>
                  </a:lnTo>
                  <a:lnTo>
                    <a:pt x="1895" y="1469"/>
                  </a:lnTo>
                  <a:lnTo>
                    <a:pt x="1897" y="1519"/>
                  </a:lnTo>
                  <a:lnTo>
                    <a:pt x="1897" y="3142"/>
                  </a:lnTo>
                  <a:lnTo>
                    <a:pt x="1895" y="3190"/>
                  </a:lnTo>
                  <a:lnTo>
                    <a:pt x="1890" y="3235"/>
                  </a:lnTo>
                  <a:lnTo>
                    <a:pt x="1881" y="3276"/>
                  </a:lnTo>
                  <a:lnTo>
                    <a:pt x="1869" y="3313"/>
                  </a:lnTo>
                  <a:lnTo>
                    <a:pt x="1854" y="3346"/>
                  </a:lnTo>
                  <a:lnTo>
                    <a:pt x="1836" y="3375"/>
                  </a:lnTo>
                  <a:lnTo>
                    <a:pt x="1816" y="3398"/>
                  </a:lnTo>
                  <a:lnTo>
                    <a:pt x="1793" y="3418"/>
                  </a:lnTo>
                  <a:lnTo>
                    <a:pt x="1768" y="3434"/>
                  </a:lnTo>
                  <a:lnTo>
                    <a:pt x="1740" y="3444"/>
                  </a:lnTo>
                  <a:lnTo>
                    <a:pt x="1711" y="3450"/>
                  </a:lnTo>
                  <a:lnTo>
                    <a:pt x="1681" y="3450"/>
                  </a:lnTo>
                  <a:lnTo>
                    <a:pt x="1648" y="3445"/>
                  </a:lnTo>
                  <a:lnTo>
                    <a:pt x="1614" y="3436"/>
                  </a:lnTo>
                  <a:lnTo>
                    <a:pt x="1579" y="3421"/>
                  </a:lnTo>
                  <a:lnTo>
                    <a:pt x="1542" y="3400"/>
                  </a:lnTo>
                  <a:lnTo>
                    <a:pt x="357" y="2643"/>
                  </a:lnTo>
                  <a:lnTo>
                    <a:pt x="320" y="2618"/>
                  </a:lnTo>
                  <a:lnTo>
                    <a:pt x="285" y="2588"/>
                  </a:lnTo>
                  <a:lnTo>
                    <a:pt x="251" y="2554"/>
                  </a:lnTo>
                  <a:lnTo>
                    <a:pt x="218" y="2517"/>
                  </a:lnTo>
                  <a:lnTo>
                    <a:pt x="187" y="2477"/>
                  </a:lnTo>
                  <a:lnTo>
                    <a:pt x="157" y="2433"/>
                  </a:lnTo>
                  <a:lnTo>
                    <a:pt x="130" y="2388"/>
                  </a:lnTo>
                  <a:lnTo>
                    <a:pt x="105" y="2341"/>
                  </a:lnTo>
                  <a:lnTo>
                    <a:pt x="81" y="2292"/>
                  </a:lnTo>
                  <a:lnTo>
                    <a:pt x="61" y="2241"/>
                  </a:lnTo>
                  <a:lnTo>
                    <a:pt x="44" y="2190"/>
                  </a:lnTo>
                  <a:lnTo>
                    <a:pt x="29" y="2138"/>
                  </a:lnTo>
                  <a:lnTo>
                    <a:pt x="17" y="2085"/>
                  </a:lnTo>
                  <a:lnTo>
                    <a:pt x="7" y="2033"/>
                  </a:lnTo>
                  <a:lnTo>
                    <a:pt x="3" y="1981"/>
                  </a:lnTo>
                  <a:lnTo>
                    <a:pt x="0" y="1931"/>
                  </a:lnTo>
                  <a:lnTo>
                    <a:pt x="0" y="308"/>
                  </a:lnTo>
                  <a:lnTo>
                    <a:pt x="3" y="260"/>
                  </a:lnTo>
                  <a:lnTo>
                    <a:pt x="7" y="215"/>
                  </a:lnTo>
                  <a:lnTo>
                    <a:pt x="17" y="174"/>
                  </a:lnTo>
                  <a:lnTo>
                    <a:pt x="29" y="137"/>
                  </a:lnTo>
                  <a:lnTo>
                    <a:pt x="44" y="104"/>
                  </a:lnTo>
                  <a:lnTo>
                    <a:pt x="61" y="76"/>
                  </a:lnTo>
                  <a:lnTo>
                    <a:pt x="81" y="51"/>
                  </a:lnTo>
                  <a:lnTo>
                    <a:pt x="105" y="31"/>
                  </a:lnTo>
                  <a:lnTo>
                    <a:pt x="130" y="16"/>
                  </a:lnTo>
                  <a:lnTo>
                    <a:pt x="157" y="5"/>
                  </a:lnTo>
                  <a:lnTo>
                    <a:pt x="187" y="0"/>
                  </a:lnTo>
                  <a:lnTo>
                    <a:pt x="218" y="0"/>
                  </a:lnTo>
                  <a:lnTo>
                    <a:pt x="251" y="3"/>
                  </a:lnTo>
                  <a:lnTo>
                    <a:pt x="285" y="14"/>
                  </a:lnTo>
                  <a:lnTo>
                    <a:pt x="320" y="29"/>
                  </a:lnTo>
                  <a:lnTo>
                    <a:pt x="357" y="49"/>
                  </a:lnTo>
                  <a:close/>
                </a:path>
              </a:pathLst>
            </a:custGeom>
            <a:solidFill>
              <a:srgbClr val="BFBFB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0320" name="Freeform 47"/>
            <p:cNvSpPr>
              <a:spLocks/>
            </p:cNvSpPr>
            <p:nvPr/>
          </p:nvSpPr>
          <p:spPr bwMode="auto">
            <a:xfrm>
              <a:off x="1268" y="1663"/>
              <a:ext cx="393" cy="711"/>
            </a:xfrm>
            <a:custGeom>
              <a:avLst/>
              <a:gdLst>
                <a:gd name="T0" fmla="*/ 3 w 1962"/>
                <a:gd name="T1" fmla="*/ 7 h 3555"/>
                <a:gd name="T2" fmla="*/ 2 w 1962"/>
                <a:gd name="T3" fmla="*/ 7 h 3555"/>
                <a:gd name="T4" fmla="*/ 2 w 1962"/>
                <a:gd name="T5" fmla="*/ 8 h 3555"/>
                <a:gd name="T6" fmla="*/ 1 w 1962"/>
                <a:gd name="T7" fmla="*/ 8 h 3555"/>
                <a:gd name="T8" fmla="*/ 1 w 1962"/>
                <a:gd name="T9" fmla="*/ 9 h 3555"/>
                <a:gd name="T10" fmla="*/ 1 w 1962"/>
                <a:gd name="T11" fmla="*/ 10 h 3555"/>
                <a:gd name="T12" fmla="*/ 0 w 1962"/>
                <a:gd name="T13" fmla="*/ 11 h 3555"/>
                <a:gd name="T14" fmla="*/ 0 w 1962"/>
                <a:gd name="T15" fmla="*/ 12 h 3555"/>
                <a:gd name="T16" fmla="*/ 0 w 1962"/>
                <a:gd name="T17" fmla="*/ 13 h 3555"/>
                <a:gd name="T18" fmla="*/ 0 w 1962"/>
                <a:gd name="T19" fmla="*/ 26 h 3555"/>
                <a:gd name="T20" fmla="*/ 0 w 1962"/>
                <a:gd name="T21" fmla="*/ 27 h 3555"/>
                <a:gd name="T22" fmla="*/ 0 w 1962"/>
                <a:gd name="T23" fmla="*/ 28 h 3555"/>
                <a:gd name="T24" fmla="*/ 1 w 1962"/>
                <a:gd name="T25" fmla="*/ 28 h 3555"/>
                <a:gd name="T26" fmla="*/ 1 w 1962"/>
                <a:gd name="T27" fmla="*/ 28 h 3555"/>
                <a:gd name="T28" fmla="*/ 2 w 1962"/>
                <a:gd name="T29" fmla="*/ 28 h 3555"/>
                <a:gd name="T30" fmla="*/ 2 w 1962"/>
                <a:gd name="T31" fmla="*/ 28 h 3555"/>
                <a:gd name="T32" fmla="*/ 3 w 1962"/>
                <a:gd name="T33" fmla="*/ 28 h 3555"/>
                <a:gd name="T34" fmla="*/ 13 w 1962"/>
                <a:gd name="T35" fmla="*/ 22 h 3555"/>
                <a:gd name="T36" fmla="*/ 13 w 1962"/>
                <a:gd name="T37" fmla="*/ 21 h 3555"/>
                <a:gd name="T38" fmla="*/ 14 w 1962"/>
                <a:gd name="T39" fmla="*/ 21 h 3555"/>
                <a:gd name="T40" fmla="*/ 14 w 1962"/>
                <a:gd name="T41" fmla="*/ 20 h 3555"/>
                <a:gd name="T42" fmla="*/ 15 w 1962"/>
                <a:gd name="T43" fmla="*/ 19 h 3555"/>
                <a:gd name="T44" fmla="*/ 15 w 1962"/>
                <a:gd name="T45" fmla="*/ 18 h 3555"/>
                <a:gd name="T46" fmla="*/ 16 w 1962"/>
                <a:gd name="T47" fmla="*/ 18 h 3555"/>
                <a:gd name="T48" fmla="*/ 16 w 1962"/>
                <a:gd name="T49" fmla="*/ 17 h 3555"/>
                <a:gd name="T50" fmla="*/ 16 w 1962"/>
                <a:gd name="T51" fmla="*/ 16 h 3555"/>
                <a:gd name="T52" fmla="*/ 16 w 1962"/>
                <a:gd name="T53" fmla="*/ 2 h 3555"/>
                <a:gd name="T54" fmla="*/ 16 w 1962"/>
                <a:gd name="T55" fmla="*/ 1 h 3555"/>
                <a:gd name="T56" fmla="*/ 15 w 1962"/>
                <a:gd name="T57" fmla="*/ 1 h 3555"/>
                <a:gd name="T58" fmla="*/ 15 w 1962"/>
                <a:gd name="T59" fmla="*/ 0 h 3555"/>
                <a:gd name="T60" fmla="*/ 15 w 1962"/>
                <a:gd name="T61" fmla="*/ 0 h 3555"/>
                <a:gd name="T62" fmla="*/ 14 w 1962"/>
                <a:gd name="T63" fmla="*/ 0 h 3555"/>
                <a:gd name="T64" fmla="*/ 14 w 1962"/>
                <a:gd name="T65" fmla="*/ 0 h 3555"/>
                <a:gd name="T66" fmla="*/ 13 w 1962"/>
                <a:gd name="T67" fmla="*/ 0 h 3555"/>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962"/>
                <a:gd name="T103" fmla="*/ 0 h 3555"/>
                <a:gd name="T104" fmla="*/ 1962 w 1962"/>
                <a:gd name="T105" fmla="*/ 3555 h 3555"/>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962" h="3555">
                  <a:moveTo>
                    <a:pt x="1594" y="50"/>
                  </a:moveTo>
                  <a:lnTo>
                    <a:pt x="368" y="831"/>
                  </a:lnTo>
                  <a:lnTo>
                    <a:pt x="330" y="858"/>
                  </a:lnTo>
                  <a:lnTo>
                    <a:pt x="294" y="888"/>
                  </a:lnTo>
                  <a:lnTo>
                    <a:pt x="259" y="922"/>
                  </a:lnTo>
                  <a:lnTo>
                    <a:pt x="225" y="961"/>
                  </a:lnTo>
                  <a:lnTo>
                    <a:pt x="193" y="1003"/>
                  </a:lnTo>
                  <a:lnTo>
                    <a:pt x="163" y="1047"/>
                  </a:lnTo>
                  <a:lnTo>
                    <a:pt x="133" y="1094"/>
                  </a:lnTo>
                  <a:lnTo>
                    <a:pt x="108" y="1143"/>
                  </a:lnTo>
                  <a:lnTo>
                    <a:pt x="84" y="1193"/>
                  </a:lnTo>
                  <a:lnTo>
                    <a:pt x="63" y="1246"/>
                  </a:lnTo>
                  <a:lnTo>
                    <a:pt x="44" y="1299"/>
                  </a:lnTo>
                  <a:lnTo>
                    <a:pt x="29" y="1353"/>
                  </a:lnTo>
                  <a:lnTo>
                    <a:pt x="16" y="1405"/>
                  </a:lnTo>
                  <a:lnTo>
                    <a:pt x="7" y="1459"/>
                  </a:lnTo>
                  <a:lnTo>
                    <a:pt x="2" y="1512"/>
                  </a:lnTo>
                  <a:lnTo>
                    <a:pt x="0" y="1565"/>
                  </a:lnTo>
                  <a:lnTo>
                    <a:pt x="0" y="3237"/>
                  </a:lnTo>
                  <a:lnTo>
                    <a:pt x="2" y="3287"/>
                  </a:lnTo>
                  <a:lnTo>
                    <a:pt x="7" y="3333"/>
                  </a:lnTo>
                  <a:lnTo>
                    <a:pt x="16" y="3375"/>
                  </a:lnTo>
                  <a:lnTo>
                    <a:pt x="29" y="3413"/>
                  </a:lnTo>
                  <a:lnTo>
                    <a:pt x="44" y="3447"/>
                  </a:lnTo>
                  <a:lnTo>
                    <a:pt x="63" y="3477"/>
                  </a:lnTo>
                  <a:lnTo>
                    <a:pt x="84" y="3502"/>
                  </a:lnTo>
                  <a:lnTo>
                    <a:pt x="108" y="3522"/>
                  </a:lnTo>
                  <a:lnTo>
                    <a:pt x="133" y="3538"/>
                  </a:lnTo>
                  <a:lnTo>
                    <a:pt x="163" y="3549"/>
                  </a:lnTo>
                  <a:lnTo>
                    <a:pt x="193" y="3555"/>
                  </a:lnTo>
                  <a:lnTo>
                    <a:pt x="225" y="3555"/>
                  </a:lnTo>
                  <a:lnTo>
                    <a:pt x="259" y="3550"/>
                  </a:lnTo>
                  <a:lnTo>
                    <a:pt x="294" y="3541"/>
                  </a:lnTo>
                  <a:lnTo>
                    <a:pt x="330" y="3524"/>
                  </a:lnTo>
                  <a:lnTo>
                    <a:pt x="368" y="3503"/>
                  </a:lnTo>
                  <a:lnTo>
                    <a:pt x="1594" y="2722"/>
                  </a:lnTo>
                  <a:lnTo>
                    <a:pt x="1632" y="2696"/>
                  </a:lnTo>
                  <a:lnTo>
                    <a:pt x="1668" y="2665"/>
                  </a:lnTo>
                  <a:lnTo>
                    <a:pt x="1703" y="2631"/>
                  </a:lnTo>
                  <a:lnTo>
                    <a:pt x="1737" y="2592"/>
                  </a:lnTo>
                  <a:lnTo>
                    <a:pt x="1769" y="2551"/>
                  </a:lnTo>
                  <a:lnTo>
                    <a:pt x="1799" y="2506"/>
                  </a:lnTo>
                  <a:lnTo>
                    <a:pt x="1829" y="2460"/>
                  </a:lnTo>
                  <a:lnTo>
                    <a:pt x="1854" y="2411"/>
                  </a:lnTo>
                  <a:lnTo>
                    <a:pt x="1878" y="2361"/>
                  </a:lnTo>
                  <a:lnTo>
                    <a:pt x="1899" y="2308"/>
                  </a:lnTo>
                  <a:lnTo>
                    <a:pt x="1918" y="2256"/>
                  </a:lnTo>
                  <a:lnTo>
                    <a:pt x="1933" y="2202"/>
                  </a:lnTo>
                  <a:lnTo>
                    <a:pt x="1946" y="2149"/>
                  </a:lnTo>
                  <a:lnTo>
                    <a:pt x="1955" y="2095"/>
                  </a:lnTo>
                  <a:lnTo>
                    <a:pt x="1960" y="2042"/>
                  </a:lnTo>
                  <a:lnTo>
                    <a:pt x="1962" y="1989"/>
                  </a:lnTo>
                  <a:lnTo>
                    <a:pt x="1962" y="319"/>
                  </a:lnTo>
                  <a:lnTo>
                    <a:pt x="1960" y="269"/>
                  </a:lnTo>
                  <a:lnTo>
                    <a:pt x="1955" y="223"/>
                  </a:lnTo>
                  <a:lnTo>
                    <a:pt x="1946" y="180"/>
                  </a:lnTo>
                  <a:lnTo>
                    <a:pt x="1933" y="143"/>
                  </a:lnTo>
                  <a:lnTo>
                    <a:pt x="1918" y="109"/>
                  </a:lnTo>
                  <a:lnTo>
                    <a:pt x="1899" y="79"/>
                  </a:lnTo>
                  <a:lnTo>
                    <a:pt x="1878" y="54"/>
                  </a:lnTo>
                  <a:lnTo>
                    <a:pt x="1854" y="33"/>
                  </a:lnTo>
                  <a:lnTo>
                    <a:pt x="1829" y="17"/>
                  </a:lnTo>
                  <a:lnTo>
                    <a:pt x="1799" y="7"/>
                  </a:lnTo>
                  <a:lnTo>
                    <a:pt x="1769" y="0"/>
                  </a:lnTo>
                  <a:lnTo>
                    <a:pt x="1737" y="0"/>
                  </a:lnTo>
                  <a:lnTo>
                    <a:pt x="1703" y="4"/>
                  </a:lnTo>
                  <a:lnTo>
                    <a:pt x="1668" y="14"/>
                  </a:lnTo>
                  <a:lnTo>
                    <a:pt x="1632" y="29"/>
                  </a:lnTo>
                  <a:lnTo>
                    <a:pt x="1594" y="50"/>
                  </a:lnTo>
                  <a:close/>
                </a:path>
              </a:pathLst>
            </a:custGeom>
            <a:solidFill>
              <a:srgbClr val="E5E5E5"/>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0321" name="Freeform 48"/>
            <p:cNvSpPr>
              <a:spLocks noEditPoints="1"/>
            </p:cNvSpPr>
            <p:nvPr/>
          </p:nvSpPr>
          <p:spPr bwMode="auto">
            <a:xfrm>
              <a:off x="916" y="1589"/>
              <a:ext cx="697" cy="698"/>
            </a:xfrm>
            <a:custGeom>
              <a:avLst/>
              <a:gdLst>
                <a:gd name="T0" fmla="*/ 16 w 3485"/>
                <a:gd name="T1" fmla="*/ 0 h 3490"/>
                <a:gd name="T2" fmla="*/ 17 w 3485"/>
                <a:gd name="T3" fmla="*/ 2 h 3490"/>
                <a:gd name="T4" fmla="*/ 17 w 3485"/>
                <a:gd name="T5" fmla="*/ 3 h 3490"/>
                <a:gd name="T6" fmla="*/ 14 w 3485"/>
                <a:gd name="T7" fmla="*/ 4 h 3490"/>
                <a:gd name="T8" fmla="*/ 12 w 3485"/>
                <a:gd name="T9" fmla="*/ 4 h 3490"/>
                <a:gd name="T10" fmla="*/ 11 w 3485"/>
                <a:gd name="T11" fmla="*/ 2 h 3490"/>
                <a:gd name="T12" fmla="*/ 11 w 3485"/>
                <a:gd name="T13" fmla="*/ 1 h 3490"/>
                <a:gd name="T14" fmla="*/ 14 w 3485"/>
                <a:gd name="T15" fmla="*/ 0 h 3490"/>
                <a:gd name="T16" fmla="*/ 3 w 3485"/>
                <a:gd name="T17" fmla="*/ 7 h 3490"/>
                <a:gd name="T18" fmla="*/ 4 w 3485"/>
                <a:gd name="T19" fmla="*/ 9 h 3490"/>
                <a:gd name="T20" fmla="*/ 3 w 3485"/>
                <a:gd name="T21" fmla="*/ 12 h 3490"/>
                <a:gd name="T22" fmla="*/ 2 w 3485"/>
                <a:gd name="T23" fmla="*/ 13 h 3490"/>
                <a:gd name="T24" fmla="*/ 1 w 3485"/>
                <a:gd name="T25" fmla="*/ 12 h 3490"/>
                <a:gd name="T26" fmla="*/ 0 w 3485"/>
                <a:gd name="T27" fmla="*/ 10 h 3490"/>
                <a:gd name="T28" fmla="*/ 0 w 3485"/>
                <a:gd name="T29" fmla="*/ 8 h 3490"/>
                <a:gd name="T30" fmla="*/ 2 w 3485"/>
                <a:gd name="T31" fmla="*/ 6 h 3490"/>
                <a:gd name="T32" fmla="*/ 10 w 3485"/>
                <a:gd name="T33" fmla="*/ 20 h 3490"/>
                <a:gd name="T34" fmla="*/ 11 w 3485"/>
                <a:gd name="T35" fmla="*/ 22 h 3490"/>
                <a:gd name="T36" fmla="*/ 11 w 3485"/>
                <a:gd name="T37" fmla="*/ 25 h 3490"/>
                <a:gd name="T38" fmla="*/ 10 w 3485"/>
                <a:gd name="T39" fmla="*/ 27 h 3490"/>
                <a:gd name="T40" fmla="*/ 8 w 3485"/>
                <a:gd name="T41" fmla="*/ 26 h 3490"/>
                <a:gd name="T42" fmla="*/ 7 w 3485"/>
                <a:gd name="T43" fmla="*/ 24 h 3490"/>
                <a:gd name="T44" fmla="*/ 7 w 3485"/>
                <a:gd name="T45" fmla="*/ 22 h 3490"/>
                <a:gd name="T46" fmla="*/ 8 w 3485"/>
                <a:gd name="T47" fmla="*/ 20 h 3490"/>
                <a:gd name="T48" fmla="*/ 20 w 3485"/>
                <a:gd name="T49" fmla="*/ 21 h 3490"/>
                <a:gd name="T50" fmla="*/ 21 w 3485"/>
                <a:gd name="T51" fmla="*/ 23 h 3490"/>
                <a:gd name="T52" fmla="*/ 21 w 3485"/>
                <a:gd name="T53" fmla="*/ 26 h 3490"/>
                <a:gd name="T54" fmla="*/ 20 w 3485"/>
                <a:gd name="T55" fmla="*/ 28 h 3490"/>
                <a:gd name="T56" fmla="*/ 18 w 3485"/>
                <a:gd name="T57" fmla="*/ 28 h 3490"/>
                <a:gd name="T58" fmla="*/ 17 w 3485"/>
                <a:gd name="T59" fmla="*/ 26 h 3490"/>
                <a:gd name="T60" fmla="*/ 17 w 3485"/>
                <a:gd name="T61" fmla="*/ 23 h 3490"/>
                <a:gd name="T62" fmla="*/ 18 w 3485"/>
                <a:gd name="T63" fmla="*/ 21 h 3490"/>
                <a:gd name="T64" fmla="*/ 19 w 3485"/>
                <a:gd name="T65" fmla="*/ 11 h 3490"/>
                <a:gd name="T66" fmla="*/ 20 w 3485"/>
                <a:gd name="T67" fmla="*/ 13 h 3490"/>
                <a:gd name="T68" fmla="*/ 21 w 3485"/>
                <a:gd name="T69" fmla="*/ 15 h 3490"/>
                <a:gd name="T70" fmla="*/ 20 w 3485"/>
                <a:gd name="T71" fmla="*/ 17 h 3490"/>
                <a:gd name="T72" fmla="*/ 18 w 3485"/>
                <a:gd name="T73" fmla="*/ 17 h 3490"/>
                <a:gd name="T74" fmla="*/ 17 w 3485"/>
                <a:gd name="T75" fmla="*/ 16 h 3490"/>
                <a:gd name="T76" fmla="*/ 17 w 3485"/>
                <a:gd name="T77" fmla="*/ 13 h 3490"/>
                <a:gd name="T78" fmla="*/ 18 w 3485"/>
                <a:gd name="T79" fmla="*/ 11 h 3490"/>
                <a:gd name="T80" fmla="*/ 26 w 3485"/>
                <a:gd name="T81" fmla="*/ 7 h 3490"/>
                <a:gd name="T82" fmla="*/ 27 w 3485"/>
                <a:gd name="T83" fmla="*/ 8 h 3490"/>
                <a:gd name="T84" fmla="*/ 27 w 3485"/>
                <a:gd name="T85" fmla="*/ 11 h 3490"/>
                <a:gd name="T86" fmla="*/ 26 w 3485"/>
                <a:gd name="T87" fmla="*/ 13 h 3490"/>
                <a:gd name="T88" fmla="*/ 25 w 3485"/>
                <a:gd name="T89" fmla="*/ 13 h 3490"/>
                <a:gd name="T90" fmla="*/ 24 w 3485"/>
                <a:gd name="T91" fmla="*/ 12 h 3490"/>
                <a:gd name="T92" fmla="*/ 24 w 3485"/>
                <a:gd name="T93" fmla="*/ 9 h 3490"/>
                <a:gd name="T94" fmla="*/ 24 w 3485"/>
                <a:gd name="T95" fmla="*/ 7 h 3490"/>
                <a:gd name="T96" fmla="*/ 26 w 3485"/>
                <a:gd name="T97" fmla="*/ 17 h 3490"/>
                <a:gd name="T98" fmla="*/ 27 w 3485"/>
                <a:gd name="T99" fmla="*/ 18 h 3490"/>
                <a:gd name="T100" fmla="*/ 28 w 3485"/>
                <a:gd name="T101" fmla="*/ 21 h 3490"/>
                <a:gd name="T102" fmla="*/ 27 w 3485"/>
                <a:gd name="T103" fmla="*/ 23 h 3490"/>
                <a:gd name="T104" fmla="*/ 26 w 3485"/>
                <a:gd name="T105" fmla="*/ 24 h 3490"/>
                <a:gd name="T106" fmla="*/ 24 w 3485"/>
                <a:gd name="T107" fmla="*/ 23 h 3490"/>
                <a:gd name="T108" fmla="*/ 24 w 3485"/>
                <a:gd name="T109" fmla="*/ 20 h 3490"/>
                <a:gd name="T110" fmla="*/ 25 w 3485"/>
                <a:gd name="T111" fmla="*/ 18 h 3490"/>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w 3485"/>
                <a:gd name="T169" fmla="*/ 0 h 3490"/>
                <a:gd name="T170" fmla="*/ 3485 w 3485"/>
                <a:gd name="T171" fmla="*/ 3490 h 3490"/>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T168" t="T169" r="T170" b="T171"/>
              <a:pathLst>
                <a:path w="3485" h="3490">
                  <a:moveTo>
                    <a:pt x="1754" y="0"/>
                  </a:moveTo>
                  <a:lnTo>
                    <a:pt x="1797" y="2"/>
                  </a:lnTo>
                  <a:lnTo>
                    <a:pt x="1840" y="5"/>
                  </a:lnTo>
                  <a:lnTo>
                    <a:pt x="1881" y="12"/>
                  </a:lnTo>
                  <a:lnTo>
                    <a:pt x="1921" y="20"/>
                  </a:lnTo>
                  <a:lnTo>
                    <a:pt x="1959" y="31"/>
                  </a:lnTo>
                  <a:lnTo>
                    <a:pt x="1994" y="44"/>
                  </a:lnTo>
                  <a:lnTo>
                    <a:pt x="2028" y="59"/>
                  </a:lnTo>
                  <a:lnTo>
                    <a:pt x="2058" y="74"/>
                  </a:lnTo>
                  <a:lnTo>
                    <a:pt x="2086" y="93"/>
                  </a:lnTo>
                  <a:lnTo>
                    <a:pt x="2111" y="113"/>
                  </a:lnTo>
                  <a:lnTo>
                    <a:pt x="2132" y="133"/>
                  </a:lnTo>
                  <a:lnTo>
                    <a:pt x="2151" y="155"/>
                  </a:lnTo>
                  <a:lnTo>
                    <a:pt x="2165" y="179"/>
                  </a:lnTo>
                  <a:lnTo>
                    <a:pt x="2175" y="203"/>
                  </a:lnTo>
                  <a:lnTo>
                    <a:pt x="2182" y="229"/>
                  </a:lnTo>
                  <a:lnTo>
                    <a:pt x="2185" y="255"/>
                  </a:lnTo>
                  <a:lnTo>
                    <a:pt x="2182" y="281"/>
                  </a:lnTo>
                  <a:lnTo>
                    <a:pt x="2175" y="305"/>
                  </a:lnTo>
                  <a:lnTo>
                    <a:pt x="2165" y="330"/>
                  </a:lnTo>
                  <a:lnTo>
                    <a:pt x="2151" y="353"/>
                  </a:lnTo>
                  <a:lnTo>
                    <a:pt x="2132" y="376"/>
                  </a:lnTo>
                  <a:lnTo>
                    <a:pt x="2111" y="397"/>
                  </a:lnTo>
                  <a:lnTo>
                    <a:pt x="2086" y="417"/>
                  </a:lnTo>
                  <a:lnTo>
                    <a:pt x="2058" y="434"/>
                  </a:lnTo>
                  <a:lnTo>
                    <a:pt x="2028" y="451"/>
                  </a:lnTo>
                  <a:lnTo>
                    <a:pt x="1994" y="466"/>
                  </a:lnTo>
                  <a:lnTo>
                    <a:pt x="1959" y="479"/>
                  </a:lnTo>
                  <a:lnTo>
                    <a:pt x="1921" y="489"/>
                  </a:lnTo>
                  <a:lnTo>
                    <a:pt x="1881" y="498"/>
                  </a:lnTo>
                  <a:lnTo>
                    <a:pt x="1840" y="505"/>
                  </a:lnTo>
                  <a:lnTo>
                    <a:pt x="1797" y="508"/>
                  </a:lnTo>
                  <a:lnTo>
                    <a:pt x="1754" y="509"/>
                  </a:lnTo>
                  <a:lnTo>
                    <a:pt x="1710" y="508"/>
                  </a:lnTo>
                  <a:lnTo>
                    <a:pt x="1667" y="505"/>
                  </a:lnTo>
                  <a:lnTo>
                    <a:pt x="1626" y="498"/>
                  </a:lnTo>
                  <a:lnTo>
                    <a:pt x="1586" y="489"/>
                  </a:lnTo>
                  <a:lnTo>
                    <a:pt x="1548" y="479"/>
                  </a:lnTo>
                  <a:lnTo>
                    <a:pt x="1512" y="466"/>
                  </a:lnTo>
                  <a:lnTo>
                    <a:pt x="1479" y="451"/>
                  </a:lnTo>
                  <a:lnTo>
                    <a:pt x="1449" y="434"/>
                  </a:lnTo>
                  <a:lnTo>
                    <a:pt x="1421" y="417"/>
                  </a:lnTo>
                  <a:lnTo>
                    <a:pt x="1395" y="397"/>
                  </a:lnTo>
                  <a:lnTo>
                    <a:pt x="1374" y="376"/>
                  </a:lnTo>
                  <a:lnTo>
                    <a:pt x="1355" y="353"/>
                  </a:lnTo>
                  <a:lnTo>
                    <a:pt x="1341" y="330"/>
                  </a:lnTo>
                  <a:lnTo>
                    <a:pt x="1331" y="305"/>
                  </a:lnTo>
                  <a:lnTo>
                    <a:pt x="1324" y="281"/>
                  </a:lnTo>
                  <a:lnTo>
                    <a:pt x="1321" y="255"/>
                  </a:lnTo>
                  <a:lnTo>
                    <a:pt x="1324" y="229"/>
                  </a:lnTo>
                  <a:lnTo>
                    <a:pt x="1331" y="203"/>
                  </a:lnTo>
                  <a:lnTo>
                    <a:pt x="1341" y="179"/>
                  </a:lnTo>
                  <a:lnTo>
                    <a:pt x="1355" y="155"/>
                  </a:lnTo>
                  <a:lnTo>
                    <a:pt x="1374" y="133"/>
                  </a:lnTo>
                  <a:lnTo>
                    <a:pt x="1395" y="113"/>
                  </a:lnTo>
                  <a:lnTo>
                    <a:pt x="1421" y="93"/>
                  </a:lnTo>
                  <a:lnTo>
                    <a:pt x="1449" y="74"/>
                  </a:lnTo>
                  <a:lnTo>
                    <a:pt x="1479" y="59"/>
                  </a:lnTo>
                  <a:lnTo>
                    <a:pt x="1512" y="44"/>
                  </a:lnTo>
                  <a:lnTo>
                    <a:pt x="1548" y="31"/>
                  </a:lnTo>
                  <a:lnTo>
                    <a:pt x="1586" y="20"/>
                  </a:lnTo>
                  <a:lnTo>
                    <a:pt x="1626" y="12"/>
                  </a:lnTo>
                  <a:lnTo>
                    <a:pt x="1667" y="5"/>
                  </a:lnTo>
                  <a:lnTo>
                    <a:pt x="1710" y="2"/>
                  </a:lnTo>
                  <a:lnTo>
                    <a:pt x="1754" y="0"/>
                  </a:lnTo>
                  <a:close/>
                  <a:moveTo>
                    <a:pt x="239" y="786"/>
                  </a:moveTo>
                  <a:lnTo>
                    <a:pt x="263" y="788"/>
                  </a:lnTo>
                  <a:lnTo>
                    <a:pt x="287" y="794"/>
                  </a:lnTo>
                  <a:lnTo>
                    <a:pt x="309" y="805"/>
                  </a:lnTo>
                  <a:lnTo>
                    <a:pt x="331" y="819"/>
                  </a:lnTo>
                  <a:lnTo>
                    <a:pt x="352" y="836"/>
                  </a:lnTo>
                  <a:lnTo>
                    <a:pt x="372" y="857"/>
                  </a:lnTo>
                  <a:lnTo>
                    <a:pt x="390" y="882"/>
                  </a:lnTo>
                  <a:lnTo>
                    <a:pt x="407" y="909"/>
                  </a:lnTo>
                  <a:lnTo>
                    <a:pt x="423" y="940"/>
                  </a:lnTo>
                  <a:lnTo>
                    <a:pt x="437" y="971"/>
                  </a:lnTo>
                  <a:lnTo>
                    <a:pt x="448" y="1006"/>
                  </a:lnTo>
                  <a:lnTo>
                    <a:pt x="459" y="1043"/>
                  </a:lnTo>
                  <a:lnTo>
                    <a:pt x="467" y="1081"/>
                  </a:lnTo>
                  <a:lnTo>
                    <a:pt x="473" y="1121"/>
                  </a:lnTo>
                  <a:lnTo>
                    <a:pt x="476" y="1163"/>
                  </a:lnTo>
                  <a:lnTo>
                    <a:pt x="478" y="1206"/>
                  </a:lnTo>
                  <a:lnTo>
                    <a:pt x="476" y="1248"/>
                  </a:lnTo>
                  <a:lnTo>
                    <a:pt x="473" y="1290"/>
                  </a:lnTo>
                  <a:lnTo>
                    <a:pt x="467" y="1330"/>
                  </a:lnTo>
                  <a:lnTo>
                    <a:pt x="459" y="1367"/>
                  </a:lnTo>
                  <a:lnTo>
                    <a:pt x="448" y="1405"/>
                  </a:lnTo>
                  <a:lnTo>
                    <a:pt x="437" y="1439"/>
                  </a:lnTo>
                  <a:lnTo>
                    <a:pt x="423" y="1472"/>
                  </a:lnTo>
                  <a:lnTo>
                    <a:pt x="407" y="1501"/>
                  </a:lnTo>
                  <a:lnTo>
                    <a:pt x="390" y="1528"/>
                  </a:lnTo>
                  <a:lnTo>
                    <a:pt x="372" y="1553"/>
                  </a:lnTo>
                  <a:lnTo>
                    <a:pt x="352" y="1574"/>
                  </a:lnTo>
                  <a:lnTo>
                    <a:pt x="331" y="1591"/>
                  </a:lnTo>
                  <a:lnTo>
                    <a:pt x="309" y="1605"/>
                  </a:lnTo>
                  <a:lnTo>
                    <a:pt x="287" y="1616"/>
                  </a:lnTo>
                  <a:lnTo>
                    <a:pt x="263" y="1622"/>
                  </a:lnTo>
                  <a:lnTo>
                    <a:pt x="239" y="1624"/>
                  </a:lnTo>
                  <a:lnTo>
                    <a:pt x="214" y="1622"/>
                  </a:lnTo>
                  <a:lnTo>
                    <a:pt x="191" y="1616"/>
                  </a:lnTo>
                  <a:lnTo>
                    <a:pt x="168" y="1605"/>
                  </a:lnTo>
                  <a:lnTo>
                    <a:pt x="146" y="1591"/>
                  </a:lnTo>
                  <a:lnTo>
                    <a:pt x="125" y="1574"/>
                  </a:lnTo>
                  <a:lnTo>
                    <a:pt x="105" y="1553"/>
                  </a:lnTo>
                  <a:lnTo>
                    <a:pt x="87" y="1528"/>
                  </a:lnTo>
                  <a:lnTo>
                    <a:pt x="70" y="1501"/>
                  </a:lnTo>
                  <a:lnTo>
                    <a:pt x="55" y="1472"/>
                  </a:lnTo>
                  <a:lnTo>
                    <a:pt x="41" y="1439"/>
                  </a:lnTo>
                  <a:lnTo>
                    <a:pt x="29" y="1405"/>
                  </a:lnTo>
                  <a:lnTo>
                    <a:pt x="18" y="1367"/>
                  </a:lnTo>
                  <a:lnTo>
                    <a:pt x="10" y="1330"/>
                  </a:lnTo>
                  <a:lnTo>
                    <a:pt x="4" y="1290"/>
                  </a:lnTo>
                  <a:lnTo>
                    <a:pt x="1" y="1248"/>
                  </a:lnTo>
                  <a:lnTo>
                    <a:pt x="0" y="1206"/>
                  </a:lnTo>
                  <a:lnTo>
                    <a:pt x="1" y="1163"/>
                  </a:lnTo>
                  <a:lnTo>
                    <a:pt x="4" y="1121"/>
                  </a:lnTo>
                  <a:lnTo>
                    <a:pt x="10" y="1081"/>
                  </a:lnTo>
                  <a:lnTo>
                    <a:pt x="18" y="1043"/>
                  </a:lnTo>
                  <a:lnTo>
                    <a:pt x="29" y="1006"/>
                  </a:lnTo>
                  <a:lnTo>
                    <a:pt x="41" y="971"/>
                  </a:lnTo>
                  <a:lnTo>
                    <a:pt x="55" y="940"/>
                  </a:lnTo>
                  <a:lnTo>
                    <a:pt x="70" y="909"/>
                  </a:lnTo>
                  <a:lnTo>
                    <a:pt x="87" y="882"/>
                  </a:lnTo>
                  <a:lnTo>
                    <a:pt x="105" y="857"/>
                  </a:lnTo>
                  <a:lnTo>
                    <a:pt x="125" y="836"/>
                  </a:lnTo>
                  <a:lnTo>
                    <a:pt x="146" y="819"/>
                  </a:lnTo>
                  <a:lnTo>
                    <a:pt x="168" y="805"/>
                  </a:lnTo>
                  <a:lnTo>
                    <a:pt x="191" y="794"/>
                  </a:lnTo>
                  <a:lnTo>
                    <a:pt x="214" y="788"/>
                  </a:lnTo>
                  <a:lnTo>
                    <a:pt x="239" y="786"/>
                  </a:lnTo>
                  <a:close/>
                  <a:moveTo>
                    <a:pt x="1119" y="2495"/>
                  </a:moveTo>
                  <a:lnTo>
                    <a:pt x="1143" y="2498"/>
                  </a:lnTo>
                  <a:lnTo>
                    <a:pt x="1167" y="2504"/>
                  </a:lnTo>
                  <a:lnTo>
                    <a:pt x="1190" y="2514"/>
                  </a:lnTo>
                  <a:lnTo>
                    <a:pt x="1211" y="2528"/>
                  </a:lnTo>
                  <a:lnTo>
                    <a:pt x="1232" y="2546"/>
                  </a:lnTo>
                  <a:lnTo>
                    <a:pt x="1252" y="2567"/>
                  </a:lnTo>
                  <a:lnTo>
                    <a:pt x="1271" y="2592"/>
                  </a:lnTo>
                  <a:lnTo>
                    <a:pt x="1288" y="2618"/>
                  </a:lnTo>
                  <a:lnTo>
                    <a:pt x="1304" y="2648"/>
                  </a:lnTo>
                  <a:lnTo>
                    <a:pt x="1318" y="2681"/>
                  </a:lnTo>
                  <a:lnTo>
                    <a:pt x="1329" y="2715"/>
                  </a:lnTo>
                  <a:lnTo>
                    <a:pt x="1340" y="2752"/>
                  </a:lnTo>
                  <a:lnTo>
                    <a:pt x="1348" y="2790"/>
                  </a:lnTo>
                  <a:lnTo>
                    <a:pt x="1354" y="2830"/>
                  </a:lnTo>
                  <a:lnTo>
                    <a:pt x="1358" y="2872"/>
                  </a:lnTo>
                  <a:lnTo>
                    <a:pt x="1359" y="2914"/>
                  </a:lnTo>
                  <a:lnTo>
                    <a:pt x="1358" y="2956"/>
                  </a:lnTo>
                  <a:lnTo>
                    <a:pt x="1354" y="2998"/>
                  </a:lnTo>
                  <a:lnTo>
                    <a:pt x="1348" y="3038"/>
                  </a:lnTo>
                  <a:lnTo>
                    <a:pt x="1340" y="3077"/>
                  </a:lnTo>
                  <a:lnTo>
                    <a:pt x="1329" y="3113"/>
                  </a:lnTo>
                  <a:lnTo>
                    <a:pt x="1318" y="3147"/>
                  </a:lnTo>
                  <a:lnTo>
                    <a:pt x="1304" y="3180"/>
                  </a:lnTo>
                  <a:lnTo>
                    <a:pt x="1288" y="3209"/>
                  </a:lnTo>
                  <a:lnTo>
                    <a:pt x="1271" y="3238"/>
                  </a:lnTo>
                  <a:lnTo>
                    <a:pt x="1252" y="3261"/>
                  </a:lnTo>
                  <a:lnTo>
                    <a:pt x="1232" y="3282"/>
                  </a:lnTo>
                  <a:lnTo>
                    <a:pt x="1211" y="3301"/>
                  </a:lnTo>
                  <a:lnTo>
                    <a:pt x="1190" y="3315"/>
                  </a:lnTo>
                  <a:lnTo>
                    <a:pt x="1167" y="3325"/>
                  </a:lnTo>
                  <a:lnTo>
                    <a:pt x="1143" y="3331"/>
                  </a:lnTo>
                  <a:lnTo>
                    <a:pt x="1119" y="3334"/>
                  </a:lnTo>
                  <a:lnTo>
                    <a:pt x="1094" y="3331"/>
                  </a:lnTo>
                  <a:lnTo>
                    <a:pt x="1070" y="3325"/>
                  </a:lnTo>
                  <a:lnTo>
                    <a:pt x="1048" y="3315"/>
                  </a:lnTo>
                  <a:lnTo>
                    <a:pt x="1026" y="3301"/>
                  </a:lnTo>
                  <a:lnTo>
                    <a:pt x="1005" y="3282"/>
                  </a:lnTo>
                  <a:lnTo>
                    <a:pt x="985" y="3261"/>
                  </a:lnTo>
                  <a:lnTo>
                    <a:pt x="967" y="3238"/>
                  </a:lnTo>
                  <a:lnTo>
                    <a:pt x="950" y="3209"/>
                  </a:lnTo>
                  <a:lnTo>
                    <a:pt x="935" y="3180"/>
                  </a:lnTo>
                  <a:lnTo>
                    <a:pt x="921" y="3147"/>
                  </a:lnTo>
                  <a:lnTo>
                    <a:pt x="909" y="3113"/>
                  </a:lnTo>
                  <a:lnTo>
                    <a:pt x="898" y="3077"/>
                  </a:lnTo>
                  <a:lnTo>
                    <a:pt x="890" y="3038"/>
                  </a:lnTo>
                  <a:lnTo>
                    <a:pt x="884" y="2998"/>
                  </a:lnTo>
                  <a:lnTo>
                    <a:pt x="881" y="2956"/>
                  </a:lnTo>
                  <a:lnTo>
                    <a:pt x="880" y="2914"/>
                  </a:lnTo>
                  <a:lnTo>
                    <a:pt x="881" y="2872"/>
                  </a:lnTo>
                  <a:lnTo>
                    <a:pt x="884" y="2830"/>
                  </a:lnTo>
                  <a:lnTo>
                    <a:pt x="890" y="2790"/>
                  </a:lnTo>
                  <a:lnTo>
                    <a:pt x="898" y="2752"/>
                  </a:lnTo>
                  <a:lnTo>
                    <a:pt x="909" y="2715"/>
                  </a:lnTo>
                  <a:lnTo>
                    <a:pt x="921" y="2681"/>
                  </a:lnTo>
                  <a:lnTo>
                    <a:pt x="935" y="2648"/>
                  </a:lnTo>
                  <a:lnTo>
                    <a:pt x="950" y="2618"/>
                  </a:lnTo>
                  <a:lnTo>
                    <a:pt x="967" y="2592"/>
                  </a:lnTo>
                  <a:lnTo>
                    <a:pt x="985" y="2567"/>
                  </a:lnTo>
                  <a:lnTo>
                    <a:pt x="1005" y="2546"/>
                  </a:lnTo>
                  <a:lnTo>
                    <a:pt x="1026" y="2528"/>
                  </a:lnTo>
                  <a:lnTo>
                    <a:pt x="1048" y="2514"/>
                  </a:lnTo>
                  <a:lnTo>
                    <a:pt x="1070" y="2504"/>
                  </a:lnTo>
                  <a:lnTo>
                    <a:pt x="1094" y="2498"/>
                  </a:lnTo>
                  <a:lnTo>
                    <a:pt x="1119" y="2495"/>
                  </a:lnTo>
                  <a:close/>
                  <a:moveTo>
                    <a:pt x="2380" y="2651"/>
                  </a:moveTo>
                  <a:lnTo>
                    <a:pt x="2405" y="2654"/>
                  </a:lnTo>
                  <a:lnTo>
                    <a:pt x="2428" y="2660"/>
                  </a:lnTo>
                  <a:lnTo>
                    <a:pt x="2452" y="2670"/>
                  </a:lnTo>
                  <a:lnTo>
                    <a:pt x="2473" y="2684"/>
                  </a:lnTo>
                  <a:lnTo>
                    <a:pt x="2494" y="2703"/>
                  </a:lnTo>
                  <a:lnTo>
                    <a:pt x="2514" y="2724"/>
                  </a:lnTo>
                  <a:lnTo>
                    <a:pt x="2533" y="2747"/>
                  </a:lnTo>
                  <a:lnTo>
                    <a:pt x="2550" y="2774"/>
                  </a:lnTo>
                  <a:lnTo>
                    <a:pt x="2565" y="2805"/>
                  </a:lnTo>
                  <a:lnTo>
                    <a:pt x="2580" y="2838"/>
                  </a:lnTo>
                  <a:lnTo>
                    <a:pt x="2591" y="2872"/>
                  </a:lnTo>
                  <a:lnTo>
                    <a:pt x="2602" y="2908"/>
                  </a:lnTo>
                  <a:lnTo>
                    <a:pt x="2610" y="2947"/>
                  </a:lnTo>
                  <a:lnTo>
                    <a:pt x="2616" y="2987"/>
                  </a:lnTo>
                  <a:lnTo>
                    <a:pt x="2619" y="3029"/>
                  </a:lnTo>
                  <a:lnTo>
                    <a:pt x="2621" y="3071"/>
                  </a:lnTo>
                  <a:lnTo>
                    <a:pt x="2619" y="3113"/>
                  </a:lnTo>
                  <a:lnTo>
                    <a:pt x="2616" y="3155"/>
                  </a:lnTo>
                  <a:lnTo>
                    <a:pt x="2610" y="3195"/>
                  </a:lnTo>
                  <a:lnTo>
                    <a:pt x="2602" y="3233"/>
                  </a:lnTo>
                  <a:lnTo>
                    <a:pt x="2591" y="3270"/>
                  </a:lnTo>
                  <a:lnTo>
                    <a:pt x="2580" y="3304"/>
                  </a:lnTo>
                  <a:lnTo>
                    <a:pt x="2565" y="3337"/>
                  </a:lnTo>
                  <a:lnTo>
                    <a:pt x="2550" y="3367"/>
                  </a:lnTo>
                  <a:lnTo>
                    <a:pt x="2533" y="3393"/>
                  </a:lnTo>
                  <a:lnTo>
                    <a:pt x="2514" y="3418"/>
                  </a:lnTo>
                  <a:lnTo>
                    <a:pt x="2494" y="3439"/>
                  </a:lnTo>
                  <a:lnTo>
                    <a:pt x="2473" y="3457"/>
                  </a:lnTo>
                  <a:lnTo>
                    <a:pt x="2452" y="3471"/>
                  </a:lnTo>
                  <a:lnTo>
                    <a:pt x="2428" y="3481"/>
                  </a:lnTo>
                  <a:lnTo>
                    <a:pt x="2405" y="3487"/>
                  </a:lnTo>
                  <a:lnTo>
                    <a:pt x="2380" y="3490"/>
                  </a:lnTo>
                  <a:lnTo>
                    <a:pt x="2356" y="3487"/>
                  </a:lnTo>
                  <a:lnTo>
                    <a:pt x="2332" y="3481"/>
                  </a:lnTo>
                  <a:lnTo>
                    <a:pt x="2310" y="3471"/>
                  </a:lnTo>
                  <a:lnTo>
                    <a:pt x="2288" y="3457"/>
                  </a:lnTo>
                  <a:lnTo>
                    <a:pt x="2267" y="3439"/>
                  </a:lnTo>
                  <a:lnTo>
                    <a:pt x="2248" y="3418"/>
                  </a:lnTo>
                  <a:lnTo>
                    <a:pt x="2229" y="3393"/>
                  </a:lnTo>
                  <a:lnTo>
                    <a:pt x="2212" y="3367"/>
                  </a:lnTo>
                  <a:lnTo>
                    <a:pt x="2196" y="3337"/>
                  </a:lnTo>
                  <a:lnTo>
                    <a:pt x="2182" y="3304"/>
                  </a:lnTo>
                  <a:lnTo>
                    <a:pt x="2171" y="3270"/>
                  </a:lnTo>
                  <a:lnTo>
                    <a:pt x="2160" y="3233"/>
                  </a:lnTo>
                  <a:lnTo>
                    <a:pt x="2152" y="3195"/>
                  </a:lnTo>
                  <a:lnTo>
                    <a:pt x="2146" y="3155"/>
                  </a:lnTo>
                  <a:lnTo>
                    <a:pt x="2142" y="3113"/>
                  </a:lnTo>
                  <a:lnTo>
                    <a:pt x="2141" y="3071"/>
                  </a:lnTo>
                  <a:lnTo>
                    <a:pt x="2142" y="3029"/>
                  </a:lnTo>
                  <a:lnTo>
                    <a:pt x="2146" y="2987"/>
                  </a:lnTo>
                  <a:lnTo>
                    <a:pt x="2152" y="2947"/>
                  </a:lnTo>
                  <a:lnTo>
                    <a:pt x="2160" y="2908"/>
                  </a:lnTo>
                  <a:lnTo>
                    <a:pt x="2171" y="2872"/>
                  </a:lnTo>
                  <a:lnTo>
                    <a:pt x="2182" y="2838"/>
                  </a:lnTo>
                  <a:lnTo>
                    <a:pt x="2196" y="2805"/>
                  </a:lnTo>
                  <a:lnTo>
                    <a:pt x="2212" y="2774"/>
                  </a:lnTo>
                  <a:lnTo>
                    <a:pt x="2229" y="2747"/>
                  </a:lnTo>
                  <a:lnTo>
                    <a:pt x="2248" y="2724"/>
                  </a:lnTo>
                  <a:lnTo>
                    <a:pt x="2267" y="2703"/>
                  </a:lnTo>
                  <a:lnTo>
                    <a:pt x="2288" y="2684"/>
                  </a:lnTo>
                  <a:lnTo>
                    <a:pt x="2310" y="2670"/>
                  </a:lnTo>
                  <a:lnTo>
                    <a:pt x="2332" y="2660"/>
                  </a:lnTo>
                  <a:lnTo>
                    <a:pt x="2356" y="2654"/>
                  </a:lnTo>
                  <a:lnTo>
                    <a:pt x="2380" y="2651"/>
                  </a:lnTo>
                  <a:close/>
                  <a:moveTo>
                    <a:pt x="2342" y="1355"/>
                  </a:moveTo>
                  <a:lnTo>
                    <a:pt x="2366" y="1357"/>
                  </a:lnTo>
                  <a:lnTo>
                    <a:pt x="2390" y="1363"/>
                  </a:lnTo>
                  <a:lnTo>
                    <a:pt x="2412" y="1373"/>
                  </a:lnTo>
                  <a:lnTo>
                    <a:pt x="2434" y="1387"/>
                  </a:lnTo>
                  <a:lnTo>
                    <a:pt x="2455" y="1405"/>
                  </a:lnTo>
                  <a:lnTo>
                    <a:pt x="2475" y="1426"/>
                  </a:lnTo>
                  <a:lnTo>
                    <a:pt x="2493" y="1451"/>
                  </a:lnTo>
                  <a:lnTo>
                    <a:pt x="2510" y="1478"/>
                  </a:lnTo>
                  <a:lnTo>
                    <a:pt x="2526" y="1507"/>
                  </a:lnTo>
                  <a:lnTo>
                    <a:pt x="2540" y="1540"/>
                  </a:lnTo>
                  <a:lnTo>
                    <a:pt x="2551" y="1574"/>
                  </a:lnTo>
                  <a:lnTo>
                    <a:pt x="2562" y="1611"/>
                  </a:lnTo>
                  <a:lnTo>
                    <a:pt x="2570" y="1649"/>
                  </a:lnTo>
                  <a:lnTo>
                    <a:pt x="2576" y="1689"/>
                  </a:lnTo>
                  <a:lnTo>
                    <a:pt x="2580" y="1731"/>
                  </a:lnTo>
                  <a:lnTo>
                    <a:pt x="2581" y="1773"/>
                  </a:lnTo>
                  <a:lnTo>
                    <a:pt x="2580" y="1815"/>
                  </a:lnTo>
                  <a:lnTo>
                    <a:pt x="2576" y="1858"/>
                  </a:lnTo>
                  <a:lnTo>
                    <a:pt x="2570" y="1897"/>
                  </a:lnTo>
                  <a:lnTo>
                    <a:pt x="2562" y="1936"/>
                  </a:lnTo>
                  <a:lnTo>
                    <a:pt x="2551" y="1972"/>
                  </a:lnTo>
                  <a:lnTo>
                    <a:pt x="2540" y="2008"/>
                  </a:lnTo>
                  <a:lnTo>
                    <a:pt x="2526" y="2039"/>
                  </a:lnTo>
                  <a:lnTo>
                    <a:pt x="2510" y="2070"/>
                  </a:lnTo>
                  <a:lnTo>
                    <a:pt x="2493" y="2097"/>
                  </a:lnTo>
                  <a:lnTo>
                    <a:pt x="2475" y="2121"/>
                  </a:lnTo>
                  <a:lnTo>
                    <a:pt x="2455" y="2142"/>
                  </a:lnTo>
                  <a:lnTo>
                    <a:pt x="2434" y="2160"/>
                  </a:lnTo>
                  <a:lnTo>
                    <a:pt x="2412" y="2174"/>
                  </a:lnTo>
                  <a:lnTo>
                    <a:pt x="2390" y="2185"/>
                  </a:lnTo>
                  <a:lnTo>
                    <a:pt x="2366" y="2191"/>
                  </a:lnTo>
                  <a:lnTo>
                    <a:pt x="2342" y="2193"/>
                  </a:lnTo>
                  <a:lnTo>
                    <a:pt x="2317" y="2191"/>
                  </a:lnTo>
                  <a:lnTo>
                    <a:pt x="2294" y="2185"/>
                  </a:lnTo>
                  <a:lnTo>
                    <a:pt x="2270" y="2174"/>
                  </a:lnTo>
                  <a:lnTo>
                    <a:pt x="2249" y="2160"/>
                  </a:lnTo>
                  <a:lnTo>
                    <a:pt x="2228" y="2142"/>
                  </a:lnTo>
                  <a:lnTo>
                    <a:pt x="2208" y="2121"/>
                  </a:lnTo>
                  <a:lnTo>
                    <a:pt x="2189" y="2097"/>
                  </a:lnTo>
                  <a:lnTo>
                    <a:pt x="2173" y="2070"/>
                  </a:lnTo>
                  <a:lnTo>
                    <a:pt x="2157" y="2039"/>
                  </a:lnTo>
                  <a:lnTo>
                    <a:pt x="2142" y="2008"/>
                  </a:lnTo>
                  <a:lnTo>
                    <a:pt x="2131" y="1972"/>
                  </a:lnTo>
                  <a:lnTo>
                    <a:pt x="2120" y="1936"/>
                  </a:lnTo>
                  <a:lnTo>
                    <a:pt x="2112" y="1897"/>
                  </a:lnTo>
                  <a:lnTo>
                    <a:pt x="2106" y="1858"/>
                  </a:lnTo>
                  <a:lnTo>
                    <a:pt x="2103" y="1815"/>
                  </a:lnTo>
                  <a:lnTo>
                    <a:pt x="2101" y="1773"/>
                  </a:lnTo>
                  <a:lnTo>
                    <a:pt x="2103" y="1731"/>
                  </a:lnTo>
                  <a:lnTo>
                    <a:pt x="2106" y="1689"/>
                  </a:lnTo>
                  <a:lnTo>
                    <a:pt x="2112" y="1649"/>
                  </a:lnTo>
                  <a:lnTo>
                    <a:pt x="2120" y="1611"/>
                  </a:lnTo>
                  <a:lnTo>
                    <a:pt x="2131" y="1574"/>
                  </a:lnTo>
                  <a:lnTo>
                    <a:pt x="2142" y="1540"/>
                  </a:lnTo>
                  <a:lnTo>
                    <a:pt x="2157" y="1507"/>
                  </a:lnTo>
                  <a:lnTo>
                    <a:pt x="2173" y="1478"/>
                  </a:lnTo>
                  <a:lnTo>
                    <a:pt x="2189" y="1451"/>
                  </a:lnTo>
                  <a:lnTo>
                    <a:pt x="2208" y="1426"/>
                  </a:lnTo>
                  <a:lnTo>
                    <a:pt x="2228" y="1405"/>
                  </a:lnTo>
                  <a:lnTo>
                    <a:pt x="2249" y="1387"/>
                  </a:lnTo>
                  <a:lnTo>
                    <a:pt x="2270" y="1373"/>
                  </a:lnTo>
                  <a:lnTo>
                    <a:pt x="2294" y="1363"/>
                  </a:lnTo>
                  <a:lnTo>
                    <a:pt x="2317" y="1357"/>
                  </a:lnTo>
                  <a:lnTo>
                    <a:pt x="2342" y="1355"/>
                  </a:lnTo>
                  <a:close/>
                  <a:moveTo>
                    <a:pt x="3179" y="819"/>
                  </a:moveTo>
                  <a:lnTo>
                    <a:pt x="3204" y="821"/>
                  </a:lnTo>
                  <a:lnTo>
                    <a:pt x="3227" y="827"/>
                  </a:lnTo>
                  <a:lnTo>
                    <a:pt x="3250" y="838"/>
                  </a:lnTo>
                  <a:lnTo>
                    <a:pt x="3272" y="852"/>
                  </a:lnTo>
                  <a:lnTo>
                    <a:pt x="3293" y="869"/>
                  </a:lnTo>
                  <a:lnTo>
                    <a:pt x="3312" y="890"/>
                  </a:lnTo>
                  <a:lnTo>
                    <a:pt x="3331" y="915"/>
                  </a:lnTo>
                  <a:lnTo>
                    <a:pt x="3348" y="942"/>
                  </a:lnTo>
                  <a:lnTo>
                    <a:pt x="3363" y="971"/>
                  </a:lnTo>
                  <a:lnTo>
                    <a:pt x="3377" y="1004"/>
                  </a:lnTo>
                  <a:lnTo>
                    <a:pt x="3389" y="1038"/>
                  </a:lnTo>
                  <a:lnTo>
                    <a:pt x="3400" y="1076"/>
                  </a:lnTo>
                  <a:lnTo>
                    <a:pt x="3408" y="1113"/>
                  </a:lnTo>
                  <a:lnTo>
                    <a:pt x="3414" y="1153"/>
                  </a:lnTo>
                  <a:lnTo>
                    <a:pt x="3417" y="1195"/>
                  </a:lnTo>
                  <a:lnTo>
                    <a:pt x="3418" y="1237"/>
                  </a:lnTo>
                  <a:lnTo>
                    <a:pt x="3417" y="1280"/>
                  </a:lnTo>
                  <a:lnTo>
                    <a:pt x="3414" y="1322"/>
                  </a:lnTo>
                  <a:lnTo>
                    <a:pt x="3408" y="1362"/>
                  </a:lnTo>
                  <a:lnTo>
                    <a:pt x="3400" y="1399"/>
                  </a:lnTo>
                  <a:lnTo>
                    <a:pt x="3389" y="1437"/>
                  </a:lnTo>
                  <a:lnTo>
                    <a:pt x="3377" y="1471"/>
                  </a:lnTo>
                  <a:lnTo>
                    <a:pt x="3363" y="1503"/>
                  </a:lnTo>
                  <a:lnTo>
                    <a:pt x="3348" y="1533"/>
                  </a:lnTo>
                  <a:lnTo>
                    <a:pt x="3331" y="1560"/>
                  </a:lnTo>
                  <a:lnTo>
                    <a:pt x="3312" y="1584"/>
                  </a:lnTo>
                  <a:lnTo>
                    <a:pt x="3293" y="1605"/>
                  </a:lnTo>
                  <a:lnTo>
                    <a:pt x="3272" y="1623"/>
                  </a:lnTo>
                  <a:lnTo>
                    <a:pt x="3250" y="1637"/>
                  </a:lnTo>
                  <a:lnTo>
                    <a:pt x="3227" y="1648"/>
                  </a:lnTo>
                  <a:lnTo>
                    <a:pt x="3204" y="1654"/>
                  </a:lnTo>
                  <a:lnTo>
                    <a:pt x="3179" y="1656"/>
                  </a:lnTo>
                  <a:lnTo>
                    <a:pt x="3155" y="1654"/>
                  </a:lnTo>
                  <a:lnTo>
                    <a:pt x="3131" y="1648"/>
                  </a:lnTo>
                  <a:lnTo>
                    <a:pt x="3108" y="1637"/>
                  </a:lnTo>
                  <a:lnTo>
                    <a:pt x="3087" y="1623"/>
                  </a:lnTo>
                  <a:lnTo>
                    <a:pt x="3066" y="1605"/>
                  </a:lnTo>
                  <a:lnTo>
                    <a:pt x="3046" y="1584"/>
                  </a:lnTo>
                  <a:lnTo>
                    <a:pt x="3027" y="1560"/>
                  </a:lnTo>
                  <a:lnTo>
                    <a:pt x="3011" y="1533"/>
                  </a:lnTo>
                  <a:lnTo>
                    <a:pt x="2994" y="1503"/>
                  </a:lnTo>
                  <a:lnTo>
                    <a:pt x="2980" y="1471"/>
                  </a:lnTo>
                  <a:lnTo>
                    <a:pt x="2968" y="1437"/>
                  </a:lnTo>
                  <a:lnTo>
                    <a:pt x="2958" y="1399"/>
                  </a:lnTo>
                  <a:lnTo>
                    <a:pt x="2950" y="1362"/>
                  </a:lnTo>
                  <a:lnTo>
                    <a:pt x="2944" y="1322"/>
                  </a:lnTo>
                  <a:lnTo>
                    <a:pt x="2940" y="1280"/>
                  </a:lnTo>
                  <a:lnTo>
                    <a:pt x="2939" y="1237"/>
                  </a:lnTo>
                  <a:lnTo>
                    <a:pt x="2940" y="1195"/>
                  </a:lnTo>
                  <a:lnTo>
                    <a:pt x="2944" y="1153"/>
                  </a:lnTo>
                  <a:lnTo>
                    <a:pt x="2950" y="1113"/>
                  </a:lnTo>
                  <a:lnTo>
                    <a:pt x="2958" y="1076"/>
                  </a:lnTo>
                  <a:lnTo>
                    <a:pt x="2968" y="1038"/>
                  </a:lnTo>
                  <a:lnTo>
                    <a:pt x="2980" y="1004"/>
                  </a:lnTo>
                  <a:lnTo>
                    <a:pt x="2994" y="971"/>
                  </a:lnTo>
                  <a:lnTo>
                    <a:pt x="3011" y="942"/>
                  </a:lnTo>
                  <a:lnTo>
                    <a:pt x="3027" y="915"/>
                  </a:lnTo>
                  <a:lnTo>
                    <a:pt x="3046" y="890"/>
                  </a:lnTo>
                  <a:lnTo>
                    <a:pt x="3066" y="869"/>
                  </a:lnTo>
                  <a:lnTo>
                    <a:pt x="3087" y="852"/>
                  </a:lnTo>
                  <a:lnTo>
                    <a:pt x="3108" y="838"/>
                  </a:lnTo>
                  <a:lnTo>
                    <a:pt x="3131" y="827"/>
                  </a:lnTo>
                  <a:lnTo>
                    <a:pt x="3155" y="821"/>
                  </a:lnTo>
                  <a:lnTo>
                    <a:pt x="3179" y="819"/>
                  </a:lnTo>
                  <a:close/>
                  <a:moveTo>
                    <a:pt x="3246" y="2144"/>
                  </a:moveTo>
                  <a:lnTo>
                    <a:pt x="3271" y="2146"/>
                  </a:lnTo>
                  <a:lnTo>
                    <a:pt x="3294" y="2152"/>
                  </a:lnTo>
                  <a:lnTo>
                    <a:pt x="3316" y="2162"/>
                  </a:lnTo>
                  <a:lnTo>
                    <a:pt x="3339" y="2176"/>
                  </a:lnTo>
                  <a:lnTo>
                    <a:pt x="3360" y="2194"/>
                  </a:lnTo>
                  <a:lnTo>
                    <a:pt x="3380" y="2215"/>
                  </a:lnTo>
                  <a:lnTo>
                    <a:pt x="3397" y="2240"/>
                  </a:lnTo>
                  <a:lnTo>
                    <a:pt x="3415" y="2267"/>
                  </a:lnTo>
                  <a:lnTo>
                    <a:pt x="3430" y="2296"/>
                  </a:lnTo>
                  <a:lnTo>
                    <a:pt x="3444" y="2329"/>
                  </a:lnTo>
                  <a:lnTo>
                    <a:pt x="3456" y="2363"/>
                  </a:lnTo>
                  <a:lnTo>
                    <a:pt x="3466" y="2400"/>
                  </a:lnTo>
                  <a:lnTo>
                    <a:pt x="3475" y="2438"/>
                  </a:lnTo>
                  <a:lnTo>
                    <a:pt x="3480" y="2478"/>
                  </a:lnTo>
                  <a:lnTo>
                    <a:pt x="3484" y="2520"/>
                  </a:lnTo>
                  <a:lnTo>
                    <a:pt x="3485" y="2562"/>
                  </a:lnTo>
                  <a:lnTo>
                    <a:pt x="3484" y="2604"/>
                  </a:lnTo>
                  <a:lnTo>
                    <a:pt x="3480" y="2647"/>
                  </a:lnTo>
                  <a:lnTo>
                    <a:pt x="3475" y="2686"/>
                  </a:lnTo>
                  <a:lnTo>
                    <a:pt x="3466" y="2725"/>
                  </a:lnTo>
                  <a:lnTo>
                    <a:pt x="3456" y="2762"/>
                  </a:lnTo>
                  <a:lnTo>
                    <a:pt x="3444" y="2796"/>
                  </a:lnTo>
                  <a:lnTo>
                    <a:pt x="3430" y="2828"/>
                  </a:lnTo>
                  <a:lnTo>
                    <a:pt x="3415" y="2858"/>
                  </a:lnTo>
                  <a:lnTo>
                    <a:pt x="3397" y="2886"/>
                  </a:lnTo>
                  <a:lnTo>
                    <a:pt x="3380" y="2909"/>
                  </a:lnTo>
                  <a:lnTo>
                    <a:pt x="3360" y="2930"/>
                  </a:lnTo>
                  <a:lnTo>
                    <a:pt x="3339" y="2949"/>
                  </a:lnTo>
                  <a:lnTo>
                    <a:pt x="3316" y="2963"/>
                  </a:lnTo>
                  <a:lnTo>
                    <a:pt x="3294" y="2974"/>
                  </a:lnTo>
                  <a:lnTo>
                    <a:pt x="3271" y="2980"/>
                  </a:lnTo>
                  <a:lnTo>
                    <a:pt x="3246" y="2982"/>
                  </a:lnTo>
                  <a:lnTo>
                    <a:pt x="3222" y="2980"/>
                  </a:lnTo>
                  <a:lnTo>
                    <a:pt x="3198" y="2974"/>
                  </a:lnTo>
                  <a:lnTo>
                    <a:pt x="3176" y="2963"/>
                  </a:lnTo>
                  <a:lnTo>
                    <a:pt x="3154" y="2949"/>
                  </a:lnTo>
                  <a:lnTo>
                    <a:pt x="3133" y="2930"/>
                  </a:lnTo>
                  <a:lnTo>
                    <a:pt x="3113" y="2909"/>
                  </a:lnTo>
                  <a:lnTo>
                    <a:pt x="3095" y="2886"/>
                  </a:lnTo>
                  <a:lnTo>
                    <a:pt x="3077" y="2858"/>
                  </a:lnTo>
                  <a:lnTo>
                    <a:pt x="3062" y="2828"/>
                  </a:lnTo>
                  <a:lnTo>
                    <a:pt x="3048" y="2796"/>
                  </a:lnTo>
                  <a:lnTo>
                    <a:pt x="3036" y="2762"/>
                  </a:lnTo>
                  <a:lnTo>
                    <a:pt x="3026" y="2725"/>
                  </a:lnTo>
                  <a:lnTo>
                    <a:pt x="3018" y="2686"/>
                  </a:lnTo>
                  <a:lnTo>
                    <a:pt x="3012" y="2647"/>
                  </a:lnTo>
                  <a:lnTo>
                    <a:pt x="3008" y="2604"/>
                  </a:lnTo>
                  <a:lnTo>
                    <a:pt x="3007" y="2562"/>
                  </a:lnTo>
                  <a:lnTo>
                    <a:pt x="3008" y="2520"/>
                  </a:lnTo>
                  <a:lnTo>
                    <a:pt x="3012" y="2478"/>
                  </a:lnTo>
                  <a:lnTo>
                    <a:pt x="3018" y="2438"/>
                  </a:lnTo>
                  <a:lnTo>
                    <a:pt x="3026" y="2400"/>
                  </a:lnTo>
                  <a:lnTo>
                    <a:pt x="3036" y="2363"/>
                  </a:lnTo>
                  <a:lnTo>
                    <a:pt x="3048" y="2329"/>
                  </a:lnTo>
                  <a:lnTo>
                    <a:pt x="3062" y="2296"/>
                  </a:lnTo>
                  <a:lnTo>
                    <a:pt x="3077" y="2267"/>
                  </a:lnTo>
                  <a:lnTo>
                    <a:pt x="3095" y="2240"/>
                  </a:lnTo>
                  <a:lnTo>
                    <a:pt x="3113" y="2215"/>
                  </a:lnTo>
                  <a:lnTo>
                    <a:pt x="3133" y="2194"/>
                  </a:lnTo>
                  <a:lnTo>
                    <a:pt x="3154" y="2176"/>
                  </a:lnTo>
                  <a:lnTo>
                    <a:pt x="3176" y="2162"/>
                  </a:lnTo>
                  <a:lnTo>
                    <a:pt x="3198" y="2152"/>
                  </a:lnTo>
                  <a:lnTo>
                    <a:pt x="3222" y="2146"/>
                  </a:lnTo>
                  <a:lnTo>
                    <a:pt x="3246" y="214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0322" name="Freeform 49"/>
            <p:cNvSpPr>
              <a:spLocks/>
            </p:cNvSpPr>
            <p:nvPr/>
          </p:nvSpPr>
          <p:spPr bwMode="auto">
            <a:xfrm>
              <a:off x="1267" y="1588"/>
              <a:ext cx="87" cy="52"/>
            </a:xfrm>
            <a:custGeom>
              <a:avLst/>
              <a:gdLst>
                <a:gd name="T0" fmla="*/ 3 w 437"/>
                <a:gd name="T1" fmla="*/ 2 h 260"/>
                <a:gd name="T2" fmla="*/ 3 w 437"/>
                <a:gd name="T3" fmla="*/ 2 h 260"/>
                <a:gd name="T4" fmla="*/ 3 w 437"/>
                <a:gd name="T5" fmla="*/ 2 h 260"/>
                <a:gd name="T6" fmla="*/ 3 w 437"/>
                <a:gd name="T7" fmla="*/ 2 h 260"/>
                <a:gd name="T8" fmla="*/ 3 w 437"/>
                <a:gd name="T9" fmla="*/ 1 h 260"/>
                <a:gd name="T10" fmla="*/ 3 w 437"/>
                <a:gd name="T11" fmla="*/ 1 h 260"/>
                <a:gd name="T12" fmla="*/ 3 w 437"/>
                <a:gd name="T13" fmla="*/ 1 h 260"/>
                <a:gd name="T14" fmla="*/ 3 w 437"/>
                <a:gd name="T15" fmla="*/ 1 h 260"/>
                <a:gd name="T16" fmla="*/ 3 w 437"/>
                <a:gd name="T17" fmla="*/ 1 h 260"/>
                <a:gd name="T18" fmla="*/ 2 w 437"/>
                <a:gd name="T19" fmla="*/ 1 h 260"/>
                <a:gd name="T20" fmla="*/ 2 w 437"/>
                <a:gd name="T21" fmla="*/ 0 h 260"/>
                <a:gd name="T22" fmla="*/ 2 w 437"/>
                <a:gd name="T23" fmla="*/ 0 h 260"/>
                <a:gd name="T24" fmla="*/ 2 w 437"/>
                <a:gd name="T25" fmla="*/ 0 h 260"/>
                <a:gd name="T26" fmla="*/ 1 w 437"/>
                <a:gd name="T27" fmla="*/ 0 h 260"/>
                <a:gd name="T28" fmla="*/ 1 w 437"/>
                <a:gd name="T29" fmla="*/ 0 h 260"/>
                <a:gd name="T30" fmla="*/ 1 w 437"/>
                <a:gd name="T31" fmla="*/ 0 h 260"/>
                <a:gd name="T32" fmla="*/ 0 w 437"/>
                <a:gd name="T33" fmla="*/ 0 h 260"/>
                <a:gd name="T34" fmla="*/ 0 w 437"/>
                <a:gd name="T35" fmla="*/ 0 h 260"/>
                <a:gd name="T36" fmla="*/ 0 w 437"/>
                <a:gd name="T37" fmla="*/ 0 h 260"/>
                <a:gd name="T38" fmla="*/ 0 w 437"/>
                <a:gd name="T39" fmla="*/ 0 h 260"/>
                <a:gd name="T40" fmla="*/ 1 w 437"/>
                <a:gd name="T41" fmla="*/ 0 h 260"/>
                <a:gd name="T42" fmla="*/ 1 w 437"/>
                <a:gd name="T43" fmla="*/ 0 h 260"/>
                <a:gd name="T44" fmla="*/ 1 w 437"/>
                <a:gd name="T45" fmla="*/ 0 h 260"/>
                <a:gd name="T46" fmla="*/ 2 w 437"/>
                <a:gd name="T47" fmla="*/ 0 h 260"/>
                <a:gd name="T48" fmla="*/ 2 w 437"/>
                <a:gd name="T49" fmla="*/ 0 h 260"/>
                <a:gd name="T50" fmla="*/ 2 w 437"/>
                <a:gd name="T51" fmla="*/ 1 h 260"/>
                <a:gd name="T52" fmla="*/ 2 w 437"/>
                <a:gd name="T53" fmla="*/ 1 h 260"/>
                <a:gd name="T54" fmla="*/ 3 w 437"/>
                <a:gd name="T55" fmla="*/ 1 h 260"/>
                <a:gd name="T56" fmla="*/ 3 w 437"/>
                <a:gd name="T57" fmla="*/ 1 h 260"/>
                <a:gd name="T58" fmla="*/ 3 w 437"/>
                <a:gd name="T59" fmla="*/ 1 h 260"/>
                <a:gd name="T60" fmla="*/ 3 w 437"/>
                <a:gd name="T61" fmla="*/ 1 h 260"/>
                <a:gd name="T62" fmla="*/ 3 w 437"/>
                <a:gd name="T63" fmla="*/ 1 h 260"/>
                <a:gd name="T64" fmla="*/ 3 w 437"/>
                <a:gd name="T65" fmla="*/ 2 h 260"/>
                <a:gd name="T66" fmla="*/ 3 w 437"/>
                <a:gd name="T67" fmla="*/ 2 h 260"/>
                <a:gd name="T68" fmla="*/ 3 w 437"/>
                <a:gd name="T69" fmla="*/ 2 h 260"/>
                <a:gd name="T70" fmla="*/ 3 w 437"/>
                <a:gd name="T71" fmla="*/ 2 h 260"/>
                <a:gd name="T72" fmla="*/ 3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437" y="260"/>
                  </a:moveTo>
                  <a:lnTo>
                    <a:pt x="437" y="260"/>
                  </a:lnTo>
                  <a:lnTo>
                    <a:pt x="434" y="233"/>
                  </a:lnTo>
                  <a:lnTo>
                    <a:pt x="427" y="206"/>
                  </a:lnTo>
                  <a:lnTo>
                    <a:pt x="417" y="181"/>
                  </a:lnTo>
                  <a:lnTo>
                    <a:pt x="401" y="157"/>
                  </a:lnTo>
                  <a:lnTo>
                    <a:pt x="383" y="133"/>
                  </a:lnTo>
                  <a:lnTo>
                    <a:pt x="360" y="113"/>
                  </a:lnTo>
                  <a:lnTo>
                    <a:pt x="336" y="93"/>
                  </a:lnTo>
                  <a:lnTo>
                    <a:pt x="308" y="73"/>
                  </a:lnTo>
                  <a:lnTo>
                    <a:pt x="276" y="58"/>
                  </a:lnTo>
                  <a:lnTo>
                    <a:pt x="242" y="43"/>
                  </a:lnTo>
                  <a:lnTo>
                    <a:pt x="207" y="30"/>
                  </a:lnTo>
                  <a:lnTo>
                    <a:pt x="168" y="19"/>
                  </a:lnTo>
                  <a:lnTo>
                    <a:pt x="128" y="11"/>
                  </a:lnTo>
                  <a:lnTo>
                    <a:pt x="87" y="4"/>
                  </a:lnTo>
                  <a:lnTo>
                    <a:pt x="43" y="1"/>
                  </a:lnTo>
                  <a:lnTo>
                    <a:pt x="0" y="0"/>
                  </a:lnTo>
                  <a:lnTo>
                    <a:pt x="0" y="11"/>
                  </a:lnTo>
                  <a:lnTo>
                    <a:pt x="43" y="12"/>
                  </a:lnTo>
                  <a:lnTo>
                    <a:pt x="85" y="16"/>
                  </a:lnTo>
                  <a:lnTo>
                    <a:pt x="126" y="23"/>
                  </a:lnTo>
                  <a:lnTo>
                    <a:pt x="166" y="31"/>
                  </a:lnTo>
                  <a:lnTo>
                    <a:pt x="202" y="42"/>
                  </a:lnTo>
                  <a:lnTo>
                    <a:pt x="237" y="55"/>
                  </a:lnTo>
                  <a:lnTo>
                    <a:pt x="271" y="70"/>
                  </a:lnTo>
                  <a:lnTo>
                    <a:pt x="301" y="85"/>
                  </a:lnTo>
                  <a:lnTo>
                    <a:pt x="329" y="103"/>
                  </a:lnTo>
                  <a:lnTo>
                    <a:pt x="353" y="123"/>
                  </a:lnTo>
                  <a:lnTo>
                    <a:pt x="373" y="143"/>
                  </a:lnTo>
                  <a:lnTo>
                    <a:pt x="392" y="164"/>
                  </a:lnTo>
                  <a:lnTo>
                    <a:pt x="405" y="186"/>
                  </a:lnTo>
                  <a:lnTo>
                    <a:pt x="415" y="211"/>
                  </a:lnTo>
                  <a:lnTo>
                    <a:pt x="422" y="235"/>
                  </a:lnTo>
                  <a:lnTo>
                    <a:pt x="425" y="260"/>
                  </a:lnTo>
                  <a:lnTo>
                    <a:pt x="437"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0323" name="Freeform 50"/>
            <p:cNvSpPr>
              <a:spLocks/>
            </p:cNvSpPr>
            <p:nvPr/>
          </p:nvSpPr>
          <p:spPr bwMode="auto">
            <a:xfrm>
              <a:off x="1267" y="1640"/>
              <a:ext cx="87" cy="52"/>
            </a:xfrm>
            <a:custGeom>
              <a:avLst/>
              <a:gdLst>
                <a:gd name="T0" fmla="*/ 0 w 437"/>
                <a:gd name="T1" fmla="*/ 2 h 260"/>
                <a:gd name="T2" fmla="*/ 0 w 437"/>
                <a:gd name="T3" fmla="*/ 2 h 260"/>
                <a:gd name="T4" fmla="*/ 0 w 437"/>
                <a:gd name="T5" fmla="*/ 2 h 260"/>
                <a:gd name="T6" fmla="*/ 1 w 437"/>
                <a:gd name="T7" fmla="*/ 2 h 260"/>
                <a:gd name="T8" fmla="*/ 1 w 437"/>
                <a:gd name="T9" fmla="*/ 2 h 260"/>
                <a:gd name="T10" fmla="*/ 1 w 437"/>
                <a:gd name="T11" fmla="*/ 2 h 260"/>
                <a:gd name="T12" fmla="*/ 2 w 437"/>
                <a:gd name="T13" fmla="*/ 2 h 260"/>
                <a:gd name="T14" fmla="*/ 2 w 437"/>
                <a:gd name="T15" fmla="*/ 2 h 260"/>
                <a:gd name="T16" fmla="*/ 2 w 437"/>
                <a:gd name="T17" fmla="*/ 2 h 260"/>
                <a:gd name="T18" fmla="*/ 2 w 437"/>
                <a:gd name="T19" fmla="*/ 1 h 260"/>
                <a:gd name="T20" fmla="*/ 3 w 437"/>
                <a:gd name="T21" fmla="*/ 1 h 260"/>
                <a:gd name="T22" fmla="*/ 3 w 437"/>
                <a:gd name="T23" fmla="*/ 1 h 260"/>
                <a:gd name="T24" fmla="*/ 3 w 437"/>
                <a:gd name="T25" fmla="*/ 1 h 260"/>
                <a:gd name="T26" fmla="*/ 3 w 437"/>
                <a:gd name="T27" fmla="*/ 1 h 260"/>
                <a:gd name="T28" fmla="*/ 3 w 437"/>
                <a:gd name="T29" fmla="*/ 1 h 260"/>
                <a:gd name="T30" fmla="*/ 3 w 437"/>
                <a:gd name="T31" fmla="*/ 0 h 260"/>
                <a:gd name="T32" fmla="*/ 3 w 437"/>
                <a:gd name="T33" fmla="*/ 0 h 260"/>
                <a:gd name="T34" fmla="*/ 3 w 437"/>
                <a:gd name="T35" fmla="*/ 0 h 260"/>
                <a:gd name="T36" fmla="*/ 3 w 437"/>
                <a:gd name="T37" fmla="*/ 0 h 260"/>
                <a:gd name="T38" fmla="*/ 3 w 437"/>
                <a:gd name="T39" fmla="*/ 0 h 260"/>
                <a:gd name="T40" fmla="*/ 3 w 437"/>
                <a:gd name="T41" fmla="*/ 0 h 260"/>
                <a:gd name="T42" fmla="*/ 3 w 437"/>
                <a:gd name="T43" fmla="*/ 1 h 260"/>
                <a:gd name="T44" fmla="*/ 3 w 437"/>
                <a:gd name="T45" fmla="*/ 1 h 260"/>
                <a:gd name="T46" fmla="*/ 3 w 437"/>
                <a:gd name="T47" fmla="*/ 1 h 260"/>
                <a:gd name="T48" fmla="*/ 3 w 437"/>
                <a:gd name="T49" fmla="*/ 1 h 260"/>
                <a:gd name="T50" fmla="*/ 3 w 437"/>
                <a:gd name="T51" fmla="*/ 1 h 260"/>
                <a:gd name="T52" fmla="*/ 2 w 437"/>
                <a:gd name="T53" fmla="*/ 1 h 260"/>
                <a:gd name="T54" fmla="*/ 2 w 437"/>
                <a:gd name="T55" fmla="*/ 2 h 260"/>
                <a:gd name="T56" fmla="*/ 2 w 437"/>
                <a:gd name="T57" fmla="*/ 2 h 260"/>
                <a:gd name="T58" fmla="*/ 2 w 437"/>
                <a:gd name="T59" fmla="*/ 2 h 260"/>
                <a:gd name="T60" fmla="*/ 1 w 437"/>
                <a:gd name="T61" fmla="*/ 2 h 260"/>
                <a:gd name="T62" fmla="*/ 1 w 437"/>
                <a:gd name="T63" fmla="*/ 2 h 260"/>
                <a:gd name="T64" fmla="*/ 1 w 437"/>
                <a:gd name="T65" fmla="*/ 2 h 260"/>
                <a:gd name="T66" fmla="*/ 0 w 437"/>
                <a:gd name="T67" fmla="*/ 2 h 260"/>
                <a:gd name="T68" fmla="*/ 0 w 437"/>
                <a:gd name="T69" fmla="*/ 2 h 260"/>
                <a:gd name="T70" fmla="*/ 0 w 437"/>
                <a:gd name="T71" fmla="*/ 2 h 260"/>
                <a:gd name="T72" fmla="*/ 0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0" y="260"/>
                  </a:moveTo>
                  <a:lnTo>
                    <a:pt x="0" y="260"/>
                  </a:lnTo>
                  <a:lnTo>
                    <a:pt x="43" y="259"/>
                  </a:lnTo>
                  <a:lnTo>
                    <a:pt x="87" y="255"/>
                  </a:lnTo>
                  <a:lnTo>
                    <a:pt x="128" y="248"/>
                  </a:lnTo>
                  <a:lnTo>
                    <a:pt x="168" y="240"/>
                  </a:lnTo>
                  <a:lnTo>
                    <a:pt x="207" y="230"/>
                  </a:lnTo>
                  <a:lnTo>
                    <a:pt x="242" y="217"/>
                  </a:lnTo>
                  <a:lnTo>
                    <a:pt x="276" y="202"/>
                  </a:lnTo>
                  <a:lnTo>
                    <a:pt x="308" y="185"/>
                  </a:lnTo>
                  <a:lnTo>
                    <a:pt x="336" y="166"/>
                  </a:lnTo>
                  <a:lnTo>
                    <a:pt x="360" y="146"/>
                  </a:lnTo>
                  <a:lnTo>
                    <a:pt x="383" y="125"/>
                  </a:lnTo>
                  <a:lnTo>
                    <a:pt x="401" y="102"/>
                  </a:lnTo>
                  <a:lnTo>
                    <a:pt x="417" y="77"/>
                  </a:lnTo>
                  <a:lnTo>
                    <a:pt x="427" y="53"/>
                  </a:lnTo>
                  <a:lnTo>
                    <a:pt x="434" y="27"/>
                  </a:lnTo>
                  <a:lnTo>
                    <a:pt x="437" y="0"/>
                  </a:lnTo>
                  <a:lnTo>
                    <a:pt x="425" y="0"/>
                  </a:lnTo>
                  <a:lnTo>
                    <a:pt x="422" y="24"/>
                  </a:lnTo>
                  <a:lnTo>
                    <a:pt x="415" y="48"/>
                  </a:lnTo>
                  <a:lnTo>
                    <a:pt x="405" y="73"/>
                  </a:lnTo>
                  <a:lnTo>
                    <a:pt x="392" y="95"/>
                  </a:lnTo>
                  <a:lnTo>
                    <a:pt x="373" y="116"/>
                  </a:lnTo>
                  <a:lnTo>
                    <a:pt x="353" y="137"/>
                  </a:lnTo>
                  <a:lnTo>
                    <a:pt x="329" y="157"/>
                  </a:lnTo>
                  <a:lnTo>
                    <a:pt x="301" y="173"/>
                  </a:lnTo>
                  <a:lnTo>
                    <a:pt x="271" y="190"/>
                  </a:lnTo>
                  <a:lnTo>
                    <a:pt x="237" y="205"/>
                  </a:lnTo>
                  <a:lnTo>
                    <a:pt x="202" y="218"/>
                  </a:lnTo>
                  <a:lnTo>
                    <a:pt x="166" y="228"/>
                  </a:lnTo>
                  <a:lnTo>
                    <a:pt x="126" y="237"/>
                  </a:lnTo>
                  <a:lnTo>
                    <a:pt x="85" y="244"/>
                  </a:lnTo>
                  <a:lnTo>
                    <a:pt x="43" y="247"/>
                  </a:lnTo>
                  <a:lnTo>
                    <a:pt x="0" y="248"/>
                  </a:lnTo>
                  <a:lnTo>
                    <a:pt x="0"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0324" name="Freeform 51"/>
            <p:cNvSpPr>
              <a:spLocks/>
            </p:cNvSpPr>
            <p:nvPr/>
          </p:nvSpPr>
          <p:spPr bwMode="auto">
            <a:xfrm>
              <a:off x="1179" y="1640"/>
              <a:ext cx="88" cy="52"/>
            </a:xfrm>
            <a:custGeom>
              <a:avLst/>
              <a:gdLst>
                <a:gd name="T0" fmla="*/ 0 w 439"/>
                <a:gd name="T1" fmla="*/ 0 h 260"/>
                <a:gd name="T2" fmla="*/ 0 w 439"/>
                <a:gd name="T3" fmla="*/ 0 h 260"/>
                <a:gd name="T4" fmla="*/ 0 w 439"/>
                <a:gd name="T5" fmla="*/ 0 h 260"/>
                <a:gd name="T6" fmla="*/ 0 w 439"/>
                <a:gd name="T7" fmla="*/ 0 h 260"/>
                <a:gd name="T8" fmla="*/ 0 w 439"/>
                <a:gd name="T9" fmla="*/ 1 h 260"/>
                <a:gd name="T10" fmla="*/ 0 w 439"/>
                <a:gd name="T11" fmla="*/ 1 h 260"/>
                <a:gd name="T12" fmla="*/ 0 w 439"/>
                <a:gd name="T13" fmla="*/ 1 h 260"/>
                <a:gd name="T14" fmla="*/ 1 w 439"/>
                <a:gd name="T15" fmla="*/ 1 h 260"/>
                <a:gd name="T16" fmla="*/ 1 w 439"/>
                <a:gd name="T17" fmla="*/ 1 h 260"/>
                <a:gd name="T18" fmla="*/ 1 w 439"/>
                <a:gd name="T19" fmla="*/ 1 h 260"/>
                <a:gd name="T20" fmla="*/ 1 w 439"/>
                <a:gd name="T21" fmla="*/ 2 h 260"/>
                <a:gd name="T22" fmla="*/ 2 w 439"/>
                <a:gd name="T23" fmla="*/ 2 h 260"/>
                <a:gd name="T24" fmla="*/ 2 w 439"/>
                <a:gd name="T25" fmla="*/ 2 h 260"/>
                <a:gd name="T26" fmla="*/ 2 w 439"/>
                <a:gd name="T27" fmla="*/ 2 h 260"/>
                <a:gd name="T28" fmla="*/ 2 w 439"/>
                <a:gd name="T29" fmla="*/ 2 h 260"/>
                <a:gd name="T30" fmla="*/ 3 w 439"/>
                <a:gd name="T31" fmla="*/ 2 h 260"/>
                <a:gd name="T32" fmla="*/ 3 w 439"/>
                <a:gd name="T33" fmla="*/ 2 h 260"/>
                <a:gd name="T34" fmla="*/ 4 w 439"/>
                <a:gd name="T35" fmla="*/ 2 h 260"/>
                <a:gd name="T36" fmla="*/ 4 w 439"/>
                <a:gd name="T37" fmla="*/ 2 h 260"/>
                <a:gd name="T38" fmla="*/ 3 w 439"/>
                <a:gd name="T39" fmla="*/ 2 h 260"/>
                <a:gd name="T40" fmla="*/ 3 w 439"/>
                <a:gd name="T41" fmla="*/ 2 h 260"/>
                <a:gd name="T42" fmla="*/ 3 w 439"/>
                <a:gd name="T43" fmla="*/ 2 h 260"/>
                <a:gd name="T44" fmla="*/ 2 w 439"/>
                <a:gd name="T45" fmla="*/ 2 h 260"/>
                <a:gd name="T46" fmla="*/ 2 w 439"/>
                <a:gd name="T47" fmla="*/ 2 h 260"/>
                <a:gd name="T48" fmla="*/ 2 w 439"/>
                <a:gd name="T49" fmla="*/ 2 h 260"/>
                <a:gd name="T50" fmla="*/ 1 w 439"/>
                <a:gd name="T51" fmla="*/ 2 h 260"/>
                <a:gd name="T52" fmla="*/ 1 w 439"/>
                <a:gd name="T53" fmla="*/ 1 h 260"/>
                <a:gd name="T54" fmla="*/ 1 w 439"/>
                <a:gd name="T55" fmla="*/ 1 h 260"/>
                <a:gd name="T56" fmla="*/ 1 w 439"/>
                <a:gd name="T57" fmla="*/ 1 h 260"/>
                <a:gd name="T58" fmla="*/ 1 w 439"/>
                <a:gd name="T59" fmla="*/ 1 h 260"/>
                <a:gd name="T60" fmla="*/ 0 w 439"/>
                <a:gd name="T61" fmla="*/ 1 h 260"/>
                <a:gd name="T62" fmla="*/ 0 w 439"/>
                <a:gd name="T63" fmla="*/ 1 h 260"/>
                <a:gd name="T64" fmla="*/ 0 w 439"/>
                <a:gd name="T65" fmla="*/ 0 h 260"/>
                <a:gd name="T66" fmla="*/ 0 w 439"/>
                <a:gd name="T67" fmla="*/ 0 h 260"/>
                <a:gd name="T68" fmla="*/ 0 w 439"/>
                <a:gd name="T69" fmla="*/ 0 h 260"/>
                <a:gd name="T70" fmla="*/ 0 w 439"/>
                <a:gd name="T71" fmla="*/ 0 h 260"/>
                <a:gd name="T72" fmla="*/ 0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0" y="0"/>
                  </a:moveTo>
                  <a:lnTo>
                    <a:pt x="0" y="0"/>
                  </a:lnTo>
                  <a:lnTo>
                    <a:pt x="3" y="27"/>
                  </a:lnTo>
                  <a:lnTo>
                    <a:pt x="10" y="53"/>
                  </a:lnTo>
                  <a:lnTo>
                    <a:pt x="20" y="77"/>
                  </a:lnTo>
                  <a:lnTo>
                    <a:pt x="35" y="102"/>
                  </a:lnTo>
                  <a:lnTo>
                    <a:pt x="54" y="125"/>
                  </a:lnTo>
                  <a:lnTo>
                    <a:pt x="76" y="146"/>
                  </a:lnTo>
                  <a:lnTo>
                    <a:pt x="102" y="166"/>
                  </a:lnTo>
                  <a:lnTo>
                    <a:pt x="130" y="185"/>
                  </a:lnTo>
                  <a:lnTo>
                    <a:pt x="162" y="202"/>
                  </a:lnTo>
                  <a:lnTo>
                    <a:pt x="195" y="217"/>
                  </a:lnTo>
                  <a:lnTo>
                    <a:pt x="231" y="230"/>
                  </a:lnTo>
                  <a:lnTo>
                    <a:pt x="270" y="240"/>
                  </a:lnTo>
                  <a:lnTo>
                    <a:pt x="310" y="248"/>
                  </a:lnTo>
                  <a:lnTo>
                    <a:pt x="351" y="255"/>
                  </a:lnTo>
                  <a:lnTo>
                    <a:pt x="395" y="259"/>
                  </a:lnTo>
                  <a:lnTo>
                    <a:pt x="439" y="260"/>
                  </a:lnTo>
                  <a:lnTo>
                    <a:pt x="439" y="248"/>
                  </a:lnTo>
                  <a:lnTo>
                    <a:pt x="395" y="247"/>
                  </a:lnTo>
                  <a:lnTo>
                    <a:pt x="353" y="244"/>
                  </a:lnTo>
                  <a:lnTo>
                    <a:pt x="312" y="237"/>
                  </a:lnTo>
                  <a:lnTo>
                    <a:pt x="272" y="228"/>
                  </a:lnTo>
                  <a:lnTo>
                    <a:pt x="236" y="218"/>
                  </a:lnTo>
                  <a:lnTo>
                    <a:pt x="200" y="205"/>
                  </a:lnTo>
                  <a:lnTo>
                    <a:pt x="167" y="190"/>
                  </a:lnTo>
                  <a:lnTo>
                    <a:pt x="137" y="173"/>
                  </a:lnTo>
                  <a:lnTo>
                    <a:pt x="109" y="157"/>
                  </a:lnTo>
                  <a:lnTo>
                    <a:pt x="84" y="137"/>
                  </a:lnTo>
                  <a:lnTo>
                    <a:pt x="64" y="116"/>
                  </a:lnTo>
                  <a:lnTo>
                    <a:pt x="45" y="95"/>
                  </a:lnTo>
                  <a:lnTo>
                    <a:pt x="32" y="73"/>
                  </a:lnTo>
                  <a:lnTo>
                    <a:pt x="21" y="48"/>
                  </a:lnTo>
                  <a:lnTo>
                    <a:pt x="14" y="24"/>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0325" name="Freeform 52"/>
            <p:cNvSpPr>
              <a:spLocks/>
            </p:cNvSpPr>
            <p:nvPr/>
          </p:nvSpPr>
          <p:spPr bwMode="auto">
            <a:xfrm>
              <a:off x="1179" y="1588"/>
              <a:ext cx="88" cy="52"/>
            </a:xfrm>
            <a:custGeom>
              <a:avLst/>
              <a:gdLst>
                <a:gd name="T0" fmla="*/ 4 w 439"/>
                <a:gd name="T1" fmla="*/ 0 h 260"/>
                <a:gd name="T2" fmla="*/ 4 w 439"/>
                <a:gd name="T3" fmla="*/ 0 h 260"/>
                <a:gd name="T4" fmla="*/ 3 w 439"/>
                <a:gd name="T5" fmla="*/ 0 h 260"/>
                <a:gd name="T6" fmla="*/ 3 w 439"/>
                <a:gd name="T7" fmla="*/ 0 h 260"/>
                <a:gd name="T8" fmla="*/ 2 w 439"/>
                <a:gd name="T9" fmla="*/ 0 h 260"/>
                <a:gd name="T10" fmla="*/ 2 w 439"/>
                <a:gd name="T11" fmla="*/ 0 h 260"/>
                <a:gd name="T12" fmla="*/ 2 w 439"/>
                <a:gd name="T13" fmla="*/ 0 h 260"/>
                <a:gd name="T14" fmla="*/ 2 w 439"/>
                <a:gd name="T15" fmla="*/ 0 h 260"/>
                <a:gd name="T16" fmla="*/ 1 w 439"/>
                <a:gd name="T17" fmla="*/ 0 h 260"/>
                <a:gd name="T18" fmla="*/ 1 w 439"/>
                <a:gd name="T19" fmla="*/ 1 h 260"/>
                <a:gd name="T20" fmla="*/ 1 w 439"/>
                <a:gd name="T21" fmla="*/ 1 h 260"/>
                <a:gd name="T22" fmla="*/ 1 w 439"/>
                <a:gd name="T23" fmla="*/ 1 h 260"/>
                <a:gd name="T24" fmla="*/ 0 w 439"/>
                <a:gd name="T25" fmla="*/ 1 h 260"/>
                <a:gd name="T26" fmla="*/ 0 w 439"/>
                <a:gd name="T27" fmla="*/ 1 h 260"/>
                <a:gd name="T28" fmla="*/ 0 w 439"/>
                <a:gd name="T29" fmla="*/ 1 h 260"/>
                <a:gd name="T30" fmla="*/ 0 w 439"/>
                <a:gd name="T31" fmla="*/ 2 h 260"/>
                <a:gd name="T32" fmla="*/ 0 w 439"/>
                <a:gd name="T33" fmla="*/ 2 h 260"/>
                <a:gd name="T34" fmla="*/ 0 w 439"/>
                <a:gd name="T35" fmla="*/ 2 h 260"/>
                <a:gd name="T36" fmla="*/ 0 w 439"/>
                <a:gd name="T37" fmla="*/ 2 h 260"/>
                <a:gd name="T38" fmla="*/ 0 w 439"/>
                <a:gd name="T39" fmla="*/ 2 h 260"/>
                <a:gd name="T40" fmla="*/ 0 w 439"/>
                <a:gd name="T41" fmla="*/ 2 h 260"/>
                <a:gd name="T42" fmla="*/ 0 w 439"/>
                <a:gd name="T43" fmla="*/ 1 h 260"/>
                <a:gd name="T44" fmla="*/ 0 w 439"/>
                <a:gd name="T45" fmla="*/ 1 h 260"/>
                <a:gd name="T46" fmla="*/ 1 w 439"/>
                <a:gd name="T47" fmla="*/ 1 h 260"/>
                <a:gd name="T48" fmla="*/ 1 w 439"/>
                <a:gd name="T49" fmla="*/ 1 h 260"/>
                <a:gd name="T50" fmla="*/ 1 w 439"/>
                <a:gd name="T51" fmla="*/ 1 h 260"/>
                <a:gd name="T52" fmla="*/ 1 w 439"/>
                <a:gd name="T53" fmla="*/ 1 h 260"/>
                <a:gd name="T54" fmla="*/ 1 w 439"/>
                <a:gd name="T55" fmla="*/ 1 h 260"/>
                <a:gd name="T56" fmla="*/ 2 w 439"/>
                <a:gd name="T57" fmla="*/ 0 h 260"/>
                <a:gd name="T58" fmla="*/ 2 w 439"/>
                <a:gd name="T59" fmla="*/ 0 h 260"/>
                <a:gd name="T60" fmla="*/ 2 w 439"/>
                <a:gd name="T61" fmla="*/ 0 h 260"/>
                <a:gd name="T62" fmla="*/ 3 w 439"/>
                <a:gd name="T63" fmla="*/ 0 h 260"/>
                <a:gd name="T64" fmla="*/ 3 w 439"/>
                <a:gd name="T65" fmla="*/ 0 h 260"/>
                <a:gd name="T66" fmla="*/ 3 w 439"/>
                <a:gd name="T67" fmla="*/ 0 h 260"/>
                <a:gd name="T68" fmla="*/ 4 w 439"/>
                <a:gd name="T69" fmla="*/ 0 h 260"/>
                <a:gd name="T70" fmla="*/ 4 w 439"/>
                <a:gd name="T71" fmla="*/ 0 h 260"/>
                <a:gd name="T72" fmla="*/ 4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439" y="0"/>
                  </a:moveTo>
                  <a:lnTo>
                    <a:pt x="439" y="0"/>
                  </a:lnTo>
                  <a:lnTo>
                    <a:pt x="395" y="1"/>
                  </a:lnTo>
                  <a:lnTo>
                    <a:pt x="351" y="4"/>
                  </a:lnTo>
                  <a:lnTo>
                    <a:pt x="310" y="11"/>
                  </a:lnTo>
                  <a:lnTo>
                    <a:pt x="270" y="19"/>
                  </a:lnTo>
                  <a:lnTo>
                    <a:pt x="231" y="30"/>
                  </a:lnTo>
                  <a:lnTo>
                    <a:pt x="195" y="43"/>
                  </a:lnTo>
                  <a:lnTo>
                    <a:pt x="162" y="58"/>
                  </a:lnTo>
                  <a:lnTo>
                    <a:pt x="130" y="73"/>
                  </a:lnTo>
                  <a:lnTo>
                    <a:pt x="102" y="93"/>
                  </a:lnTo>
                  <a:lnTo>
                    <a:pt x="76" y="113"/>
                  </a:lnTo>
                  <a:lnTo>
                    <a:pt x="54" y="133"/>
                  </a:lnTo>
                  <a:lnTo>
                    <a:pt x="35" y="157"/>
                  </a:lnTo>
                  <a:lnTo>
                    <a:pt x="20" y="181"/>
                  </a:lnTo>
                  <a:lnTo>
                    <a:pt x="10" y="206"/>
                  </a:lnTo>
                  <a:lnTo>
                    <a:pt x="3" y="233"/>
                  </a:lnTo>
                  <a:lnTo>
                    <a:pt x="0" y="260"/>
                  </a:lnTo>
                  <a:lnTo>
                    <a:pt x="12" y="260"/>
                  </a:lnTo>
                  <a:lnTo>
                    <a:pt x="14" y="235"/>
                  </a:lnTo>
                  <a:lnTo>
                    <a:pt x="21" y="211"/>
                  </a:lnTo>
                  <a:lnTo>
                    <a:pt x="32" y="186"/>
                  </a:lnTo>
                  <a:lnTo>
                    <a:pt x="45" y="164"/>
                  </a:lnTo>
                  <a:lnTo>
                    <a:pt x="64" y="143"/>
                  </a:lnTo>
                  <a:lnTo>
                    <a:pt x="84" y="123"/>
                  </a:lnTo>
                  <a:lnTo>
                    <a:pt x="109" y="103"/>
                  </a:lnTo>
                  <a:lnTo>
                    <a:pt x="137" y="85"/>
                  </a:lnTo>
                  <a:lnTo>
                    <a:pt x="167" y="70"/>
                  </a:lnTo>
                  <a:lnTo>
                    <a:pt x="200" y="55"/>
                  </a:lnTo>
                  <a:lnTo>
                    <a:pt x="236" y="42"/>
                  </a:lnTo>
                  <a:lnTo>
                    <a:pt x="272" y="31"/>
                  </a:lnTo>
                  <a:lnTo>
                    <a:pt x="312" y="23"/>
                  </a:lnTo>
                  <a:lnTo>
                    <a:pt x="353" y="16"/>
                  </a:lnTo>
                  <a:lnTo>
                    <a:pt x="395" y="12"/>
                  </a:lnTo>
                  <a:lnTo>
                    <a:pt x="439" y="11"/>
                  </a:lnTo>
                  <a:lnTo>
                    <a:pt x="439"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0326" name="Freeform 53"/>
            <p:cNvSpPr>
              <a:spLocks/>
            </p:cNvSpPr>
            <p:nvPr/>
          </p:nvSpPr>
          <p:spPr bwMode="auto">
            <a:xfrm>
              <a:off x="964" y="1745"/>
              <a:ext cx="48" cy="85"/>
            </a:xfrm>
            <a:custGeom>
              <a:avLst/>
              <a:gdLst>
                <a:gd name="T0" fmla="*/ 2 w 244"/>
                <a:gd name="T1" fmla="*/ 3 h 426"/>
                <a:gd name="T2" fmla="*/ 2 w 244"/>
                <a:gd name="T3" fmla="*/ 3 h 426"/>
                <a:gd name="T4" fmla="*/ 2 w 244"/>
                <a:gd name="T5" fmla="*/ 3 h 426"/>
                <a:gd name="T6" fmla="*/ 2 w 244"/>
                <a:gd name="T7" fmla="*/ 3 h 426"/>
                <a:gd name="T8" fmla="*/ 2 w 244"/>
                <a:gd name="T9" fmla="*/ 2 h 426"/>
                <a:gd name="T10" fmla="*/ 2 w 244"/>
                <a:gd name="T11" fmla="*/ 2 h 426"/>
                <a:gd name="T12" fmla="*/ 2 w 244"/>
                <a:gd name="T13" fmla="*/ 2 h 426"/>
                <a:gd name="T14" fmla="*/ 2 w 244"/>
                <a:gd name="T15" fmla="*/ 2 h 426"/>
                <a:gd name="T16" fmla="*/ 1 w 244"/>
                <a:gd name="T17" fmla="*/ 1 h 426"/>
                <a:gd name="T18" fmla="*/ 1 w 244"/>
                <a:gd name="T19" fmla="*/ 1 h 426"/>
                <a:gd name="T20" fmla="*/ 1 w 244"/>
                <a:gd name="T21" fmla="*/ 1 h 426"/>
                <a:gd name="T22" fmla="*/ 1 w 244"/>
                <a:gd name="T23" fmla="*/ 1 h 426"/>
                <a:gd name="T24" fmla="*/ 1 w 244"/>
                <a:gd name="T25" fmla="*/ 0 h 426"/>
                <a:gd name="T26" fmla="*/ 1 w 244"/>
                <a:gd name="T27" fmla="*/ 0 h 426"/>
                <a:gd name="T28" fmla="*/ 1 w 244"/>
                <a:gd name="T29" fmla="*/ 0 h 426"/>
                <a:gd name="T30" fmla="*/ 0 w 244"/>
                <a:gd name="T31" fmla="*/ 0 h 426"/>
                <a:gd name="T32" fmla="*/ 0 w 244"/>
                <a:gd name="T33" fmla="*/ 0 h 426"/>
                <a:gd name="T34" fmla="*/ 0 w 244"/>
                <a:gd name="T35" fmla="*/ 0 h 426"/>
                <a:gd name="T36" fmla="*/ 0 w 244"/>
                <a:gd name="T37" fmla="*/ 0 h 426"/>
                <a:gd name="T38" fmla="*/ 0 w 244"/>
                <a:gd name="T39" fmla="*/ 0 h 426"/>
                <a:gd name="T40" fmla="*/ 0 w 244"/>
                <a:gd name="T41" fmla="*/ 0 h 426"/>
                <a:gd name="T42" fmla="*/ 1 w 244"/>
                <a:gd name="T43" fmla="*/ 0 h 426"/>
                <a:gd name="T44" fmla="*/ 1 w 244"/>
                <a:gd name="T45" fmla="*/ 0 h 426"/>
                <a:gd name="T46" fmla="*/ 1 w 244"/>
                <a:gd name="T47" fmla="*/ 0 h 426"/>
                <a:gd name="T48" fmla="*/ 1 w 244"/>
                <a:gd name="T49" fmla="*/ 1 h 426"/>
                <a:gd name="T50" fmla="*/ 1 w 244"/>
                <a:gd name="T51" fmla="*/ 1 h 426"/>
                <a:gd name="T52" fmla="*/ 1 w 244"/>
                <a:gd name="T53" fmla="*/ 1 h 426"/>
                <a:gd name="T54" fmla="*/ 1 w 244"/>
                <a:gd name="T55" fmla="*/ 1 h 426"/>
                <a:gd name="T56" fmla="*/ 1 w 244"/>
                <a:gd name="T57" fmla="*/ 2 h 426"/>
                <a:gd name="T58" fmla="*/ 2 w 244"/>
                <a:gd name="T59" fmla="*/ 2 h 426"/>
                <a:gd name="T60" fmla="*/ 2 w 244"/>
                <a:gd name="T61" fmla="*/ 2 h 426"/>
                <a:gd name="T62" fmla="*/ 2 w 244"/>
                <a:gd name="T63" fmla="*/ 2 h 426"/>
                <a:gd name="T64" fmla="*/ 2 w 244"/>
                <a:gd name="T65" fmla="*/ 3 h 426"/>
                <a:gd name="T66" fmla="*/ 2 w 244"/>
                <a:gd name="T67" fmla="*/ 3 h 426"/>
                <a:gd name="T68" fmla="*/ 2 w 244"/>
                <a:gd name="T69" fmla="*/ 3 h 426"/>
                <a:gd name="T70" fmla="*/ 2 w 244"/>
                <a:gd name="T71" fmla="*/ 3 h 426"/>
                <a:gd name="T72" fmla="*/ 2 w 244"/>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6"/>
                <a:gd name="T113" fmla="*/ 244 w 244"/>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6">
                  <a:moveTo>
                    <a:pt x="244" y="426"/>
                  </a:moveTo>
                  <a:lnTo>
                    <a:pt x="244" y="426"/>
                  </a:lnTo>
                  <a:lnTo>
                    <a:pt x="243" y="383"/>
                  </a:lnTo>
                  <a:lnTo>
                    <a:pt x="240" y="340"/>
                  </a:lnTo>
                  <a:lnTo>
                    <a:pt x="234" y="300"/>
                  </a:lnTo>
                  <a:lnTo>
                    <a:pt x="226" y="262"/>
                  </a:lnTo>
                  <a:lnTo>
                    <a:pt x="215" y="224"/>
                  </a:lnTo>
                  <a:lnTo>
                    <a:pt x="203" y="189"/>
                  </a:lnTo>
                  <a:lnTo>
                    <a:pt x="189" y="157"/>
                  </a:lnTo>
                  <a:lnTo>
                    <a:pt x="174" y="126"/>
                  </a:lnTo>
                  <a:lnTo>
                    <a:pt x="155" y="99"/>
                  </a:lnTo>
                  <a:lnTo>
                    <a:pt x="138" y="74"/>
                  </a:lnTo>
                  <a:lnTo>
                    <a:pt x="118" y="52"/>
                  </a:lnTo>
                  <a:lnTo>
                    <a:pt x="96" y="34"/>
                  </a:lnTo>
                  <a:lnTo>
                    <a:pt x="73" y="19"/>
                  </a:lnTo>
                  <a:lnTo>
                    <a:pt x="50" y="8"/>
                  </a:lnTo>
                  <a:lnTo>
                    <a:pt x="25" y="2"/>
                  </a:lnTo>
                  <a:lnTo>
                    <a:pt x="0" y="0"/>
                  </a:lnTo>
                  <a:lnTo>
                    <a:pt x="0" y="12"/>
                  </a:lnTo>
                  <a:lnTo>
                    <a:pt x="23" y="14"/>
                  </a:lnTo>
                  <a:lnTo>
                    <a:pt x="45" y="20"/>
                  </a:lnTo>
                  <a:lnTo>
                    <a:pt x="66" y="31"/>
                  </a:lnTo>
                  <a:lnTo>
                    <a:pt x="89" y="43"/>
                  </a:lnTo>
                  <a:lnTo>
                    <a:pt x="109" y="61"/>
                  </a:lnTo>
                  <a:lnTo>
                    <a:pt x="129" y="81"/>
                  </a:lnTo>
                  <a:lnTo>
                    <a:pt x="146" y="106"/>
                  </a:lnTo>
                  <a:lnTo>
                    <a:pt x="162" y="133"/>
                  </a:lnTo>
                  <a:lnTo>
                    <a:pt x="178" y="162"/>
                  </a:lnTo>
                  <a:lnTo>
                    <a:pt x="192" y="194"/>
                  </a:lnTo>
                  <a:lnTo>
                    <a:pt x="203" y="229"/>
                  </a:lnTo>
                  <a:lnTo>
                    <a:pt x="214" y="264"/>
                  </a:lnTo>
                  <a:lnTo>
                    <a:pt x="222" y="303"/>
                  </a:lnTo>
                  <a:lnTo>
                    <a:pt x="228" y="342"/>
                  </a:lnTo>
                  <a:lnTo>
                    <a:pt x="232" y="383"/>
                  </a:lnTo>
                  <a:lnTo>
                    <a:pt x="233" y="426"/>
                  </a:lnTo>
                  <a:lnTo>
                    <a:pt x="244"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0327" name="Freeform 54"/>
            <p:cNvSpPr>
              <a:spLocks/>
            </p:cNvSpPr>
            <p:nvPr/>
          </p:nvSpPr>
          <p:spPr bwMode="auto">
            <a:xfrm>
              <a:off x="964" y="1830"/>
              <a:ext cx="48" cy="85"/>
            </a:xfrm>
            <a:custGeom>
              <a:avLst/>
              <a:gdLst>
                <a:gd name="T0" fmla="*/ 0 w 244"/>
                <a:gd name="T1" fmla="*/ 3 h 424"/>
                <a:gd name="T2" fmla="*/ 0 w 244"/>
                <a:gd name="T3" fmla="*/ 3 h 424"/>
                <a:gd name="T4" fmla="*/ 0 w 244"/>
                <a:gd name="T5" fmla="*/ 3 h 424"/>
                <a:gd name="T6" fmla="*/ 0 w 244"/>
                <a:gd name="T7" fmla="*/ 3 h 424"/>
                <a:gd name="T8" fmla="*/ 1 w 244"/>
                <a:gd name="T9" fmla="*/ 3 h 424"/>
                <a:gd name="T10" fmla="*/ 1 w 244"/>
                <a:gd name="T11" fmla="*/ 3 h 424"/>
                <a:gd name="T12" fmla="*/ 1 w 244"/>
                <a:gd name="T13" fmla="*/ 3 h 424"/>
                <a:gd name="T14" fmla="*/ 1 w 244"/>
                <a:gd name="T15" fmla="*/ 3 h 424"/>
                <a:gd name="T16" fmla="*/ 1 w 244"/>
                <a:gd name="T17" fmla="*/ 3 h 424"/>
                <a:gd name="T18" fmla="*/ 1 w 244"/>
                <a:gd name="T19" fmla="*/ 2 h 424"/>
                <a:gd name="T20" fmla="*/ 1 w 244"/>
                <a:gd name="T21" fmla="*/ 2 h 424"/>
                <a:gd name="T22" fmla="*/ 2 w 244"/>
                <a:gd name="T23" fmla="*/ 2 h 424"/>
                <a:gd name="T24" fmla="*/ 2 w 244"/>
                <a:gd name="T25" fmla="*/ 2 h 424"/>
                <a:gd name="T26" fmla="*/ 2 w 244"/>
                <a:gd name="T27" fmla="*/ 1 h 424"/>
                <a:gd name="T28" fmla="*/ 2 w 244"/>
                <a:gd name="T29" fmla="*/ 1 h 424"/>
                <a:gd name="T30" fmla="*/ 2 w 244"/>
                <a:gd name="T31" fmla="*/ 1 h 424"/>
                <a:gd name="T32" fmla="*/ 2 w 244"/>
                <a:gd name="T33" fmla="*/ 0 h 424"/>
                <a:gd name="T34" fmla="*/ 2 w 244"/>
                <a:gd name="T35" fmla="*/ 0 h 424"/>
                <a:gd name="T36" fmla="*/ 2 w 244"/>
                <a:gd name="T37" fmla="*/ 0 h 424"/>
                <a:gd name="T38" fmla="*/ 2 w 244"/>
                <a:gd name="T39" fmla="*/ 0 h 424"/>
                <a:gd name="T40" fmla="*/ 2 w 244"/>
                <a:gd name="T41" fmla="*/ 1 h 424"/>
                <a:gd name="T42" fmla="*/ 2 w 244"/>
                <a:gd name="T43" fmla="*/ 1 h 424"/>
                <a:gd name="T44" fmla="*/ 2 w 244"/>
                <a:gd name="T45" fmla="*/ 1 h 424"/>
                <a:gd name="T46" fmla="*/ 2 w 244"/>
                <a:gd name="T47" fmla="*/ 2 h 424"/>
                <a:gd name="T48" fmla="*/ 1 w 244"/>
                <a:gd name="T49" fmla="*/ 2 h 424"/>
                <a:gd name="T50" fmla="*/ 1 w 244"/>
                <a:gd name="T51" fmla="*/ 2 h 424"/>
                <a:gd name="T52" fmla="*/ 1 w 244"/>
                <a:gd name="T53" fmla="*/ 2 h 424"/>
                <a:gd name="T54" fmla="*/ 1 w 244"/>
                <a:gd name="T55" fmla="*/ 3 h 424"/>
                <a:gd name="T56" fmla="*/ 1 w 244"/>
                <a:gd name="T57" fmla="*/ 3 h 424"/>
                <a:gd name="T58" fmla="*/ 1 w 244"/>
                <a:gd name="T59" fmla="*/ 3 h 424"/>
                <a:gd name="T60" fmla="*/ 1 w 244"/>
                <a:gd name="T61" fmla="*/ 3 h 424"/>
                <a:gd name="T62" fmla="*/ 1 w 244"/>
                <a:gd name="T63" fmla="*/ 3 h 424"/>
                <a:gd name="T64" fmla="*/ 0 w 244"/>
                <a:gd name="T65" fmla="*/ 3 h 424"/>
                <a:gd name="T66" fmla="*/ 0 w 244"/>
                <a:gd name="T67" fmla="*/ 3 h 424"/>
                <a:gd name="T68" fmla="*/ 0 w 244"/>
                <a:gd name="T69" fmla="*/ 3 h 424"/>
                <a:gd name="T70" fmla="*/ 0 w 244"/>
                <a:gd name="T71" fmla="*/ 3 h 424"/>
                <a:gd name="T72" fmla="*/ 0 w 244"/>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4"/>
                <a:gd name="T113" fmla="*/ 244 w 244"/>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4">
                  <a:moveTo>
                    <a:pt x="0" y="424"/>
                  </a:moveTo>
                  <a:lnTo>
                    <a:pt x="0" y="424"/>
                  </a:lnTo>
                  <a:lnTo>
                    <a:pt x="25" y="422"/>
                  </a:lnTo>
                  <a:lnTo>
                    <a:pt x="50" y="416"/>
                  </a:lnTo>
                  <a:lnTo>
                    <a:pt x="73" y="405"/>
                  </a:lnTo>
                  <a:lnTo>
                    <a:pt x="96" y="390"/>
                  </a:lnTo>
                  <a:lnTo>
                    <a:pt x="118" y="373"/>
                  </a:lnTo>
                  <a:lnTo>
                    <a:pt x="138" y="350"/>
                  </a:lnTo>
                  <a:lnTo>
                    <a:pt x="155" y="326"/>
                  </a:lnTo>
                  <a:lnTo>
                    <a:pt x="173" y="299"/>
                  </a:lnTo>
                  <a:lnTo>
                    <a:pt x="189" y="268"/>
                  </a:lnTo>
                  <a:lnTo>
                    <a:pt x="203" y="235"/>
                  </a:lnTo>
                  <a:lnTo>
                    <a:pt x="215" y="201"/>
                  </a:lnTo>
                  <a:lnTo>
                    <a:pt x="226" y="163"/>
                  </a:lnTo>
                  <a:lnTo>
                    <a:pt x="234" y="125"/>
                  </a:lnTo>
                  <a:lnTo>
                    <a:pt x="240" y="85"/>
                  </a:lnTo>
                  <a:lnTo>
                    <a:pt x="243" y="42"/>
                  </a:lnTo>
                  <a:lnTo>
                    <a:pt x="244" y="0"/>
                  </a:lnTo>
                  <a:lnTo>
                    <a:pt x="233" y="0"/>
                  </a:lnTo>
                  <a:lnTo>
                    <a:pt x="232" y="42"/>
                  </a:lnTo>
                  <a:lnTo>
                    <a:pt x="228" y="83"/>
                  </a:lnTo>
                  <a:lnTo>
                    <a:pt x="222" y="123"/>
                  </a:lnTo>
                  <a:lnTo>
                    <a:pt x="214" y="160"/>
                  </a:lnTo>
                  <a:lnTo>
                    <a:pt x="203" y="197"/>
                  </a:lnTo>
                  <a:lnTo>
                    <a:pt x="192" y="231"/>
                  </a:lnTo>
                  <a:lnTo>
                    <a:pt x="178" y="263"/>
                  </a:lnTo>
                  <a:lnTo>
                    <a:pt x="164" y="292"/>
                  </a:lnTo>
                  <a:lnTo>
                    <a:pt x="146" y="319"/>
                  </a:lnTo>
                  <a:lnTo>
                    <a:pt x="129" y="343"/>
                  </a:lnTo>
                  <a:lnTo>
                    <a:pt x="109" y="363"/>
                  </a:lnTo>
                  <a:lnTo>
                    <a:pt x="89" y="381"/>
                  </a:lnTo>
                  <a:lnTo>
                    <a:pt x="66" y="394"/>
                  </a:lnTo>
                  <a:lnTo>
                    <a:pt x="45" y="404"/>
                  </a:lnTo>
                  <a:lnTo>
                    <a:pt x="23" y="410"/>
                  </a:lnTo>
                  <a:lnTo>
                    <a:pt x="0" y="412"/>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0328" name="Freeform 55"/>
            <p:cNvSpPr>
              <a:spLocks/>
            </p:cNvSpPr>
            <p:nvPr/>
          </p:nvSpPr>
          <p:spPr bwMode="auto">
            <a:xfrm>
              <a:off x="915" y="1830"/>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1" y="42"/>
                  </a:lnTo>
                  <a:lnTo>
                    <a:pt x="4" y="85"/>
                  </a:lnTo>
                  <a:lnTo>
                    <a:pt x="10" y="125"/>
                  </a:lnTo>
                  <a:lnTo>
                    <a:pt x="19" y="163"/>
                  </a:lnTo>
                  <a:lnTo>
                    <a:pt x="29" y="201"/>
                  </a:lnTo>
                  <a:lnTo>
                    <a:pt x="41" y="235"/>
                  </a:lnTo>
                  <a:lnTo>
                    <a:pt x="55" y="268"/>
                  </a:lnTo>
                  <a:lnTo>
                    <a:pt x="71" y="299"/>
                  </a:lnTo>
                  <a:lnTo>
                    <a:pt x="89" y="326"/>
                  </a:lnTo>
                  <a:lnTo>
                    <a:pt x="106" y="350"/>
                  </a:lnTo>
                  <a:lnTo>
                    <a:pt x="126" y="373"/>
                  </a:lnTo>
                  <a:lnTo>
                    <a:pt x="149" y="390"/>
                  </a:lnTo>
                  <a:lnTo>
                    <a:pt x="171" y="405"/>
                  </a:lnTo>
                  <a:lnTo>
                    <a:pt x="194" y="416"/>
                  </a:lnTo>
                  <a:lnTo>
                    <a:pt x="219" y="422"/>
                  </a:lnTo>
                  <a:lnTo>
                    <a:pt x="245" y="424"/>
                  </a:lnTo>
                  <a:lnTo>
                    <a:pt x="245" y="412"/>
                  </a:lnTo>
                  <a:lnTo>
                    <a:pt x="221" y="410"/>
                  </a:lnTo>
                  <a:lnTo>
                    <a:pt x="199" y="404"/>
                  </a:lnTo>
                  <a:lnTo>
                    <a:pt x="178" y="394"/>
                  </a:lnTo>
                  <a:lnTo>
                    <a:pt x="156" y="381"/>
                  </a:lnTo>
                  <a:lnTo>
                    <a:pt x="136" y="363"/>
                  </a:lnTo>
                  <a:lnTo>
                    <a:pt x="116" y="343"/>
                  </a:lnTo>
                  <a:lnTo>
                    <a:pt x="98" y="319"/>
                  </a:lnTo>
                  <a:lnTo>
                    <a:pt x="81" y="292"/>
                  </a:lnTo>
                  <a:lnTo>
                    <a:pt x="67" y="263"/>
                  </a:lnTo>
                  <a:lnTo>
                    <a:pt x="52" y="231"/>
                  </a:lnTo>
                  <a:lnTo>
                    <a:pt x="41" y="197"/>
                  </a:lnTo>
                  <a:lnTo>
                    <a:pt x="30" y="160"/>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0329" name="Freeform 56"/>
            <p:cNvSpPr>
              <a:spLocks/>
            </p:cNvSpPr>
            <p:nvPr/>
          </p:nvSpPr>
          <p:spPr bwMode="auto">
            <a:xfrm>
              <a:off x="915" y="1745"/>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0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19" y="2"/>
                  </a:lnTo>
                  <a:lnTo>
                    <a:pt x="194" y="8"/>
                  </a:lnTo>
                  <a:lnTo>
                    <a:pt x="171" y="19"/>
                  </a:lnTo>
                  <a:lnTo>
                    <a:pt x="149" y="34"/>
                  </a:lnTo>
                  <a:lnTo>
                    <a:pt x="126" y="52"/>
                  </a:lnTo>
                  <a:lnTo>
                    <a:pt x="106" y="74"/>
                  </a:lnTo>
                  <a:lnTo>
                    <a:pt x="89" y="99"/>
                  </a:lnTo>
                  <a:lnTo>
                    <a:pt x="70" y="126"/>
                  </a:lnTo>
                  <a:lnTo>
                    <a:pt x="55" y="157"/>
                  </a:lnTo>
                  <a:lnTo>
                    <a:pt x="41" y="189"/>
                  </a:lnTo>
                  <a:lnTo>
                    <a:pt x="29" y="224"/>
                  </a:lnTo>
                  <a:lnTo>
                    <a:pt x="19" y="262"/>
                  </a:lnTo>
                  <a:lnTo>
                    <a:pt x="10" y="300"/>
                  </a:lnTo>
                  <a:lnTo>
                    <a:pt x="4" y="340"/>
                  </a:lnTo>
                  <a:lnTo>
                    <a:pt x="1" y="383"/>
                  </a:lnTo>
                  <a:lnTo>
                    <a:pt x="0" y="426"/>
                  </a:lnTo>
                  <a:lnTo>
                    <a:pt x="11" y="426"/>
                  </a:lnTo>
                  <a:lnTo>
                    <a:pt x="13" y="383"/>
                  </a:lnTo>
                  <a:lnTo>
                    <a:pt x="16" y="342"/>
                  </a:lnTo>
                  <a:lnTo>
                    <a:pt x="22" y="303"/>
                  </a:lnTo>
                  <a:lnTo>
                    <a:pt x="30" y="264"/>
                  </a:lnTo>
                  <a:lnTo>
                    <a:pt x="41" y="229"/>
                  </a:lnTo>
                  <a:lnTo>
                    <a:pt x="52" y="194"/>
                  </a:lnTo>
                  <a:lnTo>
                    <a:pt x="67" y="162"/>
                  </a:lnTo>
                  <a:lnTo>
                    <a:pt x="82" y="133"/>
                  </a:lnTo>
                  <a:lnTo>
                    <a:pt x="98" y="106"/>
                  </a:lnTo>
                  <a:lnTo>
                    <a:pt x="116" y="81"/>
                  </a:lnTo>
                  <a:lnTo>
                    <a:pt x="136" y="61"/>
                  </a:lnTo>
                  <a:lnTo>
                    <a:pt x="156" y="43"/>
                  </a:lnTo>
                  <a:lnTo>
                    <a:pt x="178" y="31"/>
                  </a:lnTo>
                  <a:lnTo>
                    <a:pt x="199" y="20"/>
                  </a:lnTo>
                  <a:lnTo>
                    <a:pt x="221"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0330" name="Freeform 57"/>
            <p:cNvSpPr>
              <a:spLocks/>
            </p:cNvSpPr>
            <p:nvPr/>
          </p:nvSpPr>
          <p:spPr bwMode="auto">
            <a:xfrm>
              <a:off x="1140" y="2087"/>
              <a:ext cx="49" cy="85"/>
            </a:xfrm>
            <a:custGeom>
              <a:avLst/>
              <a:gdLst>
                <a:gd name="T0" fmla="*/ 2 w 246"/>
                <a:gd name="T1" fmla="*/ 3 h 424"/>
                <a:gd name="T2" fmla="*/ 2 w 246"/>
                <a:gd name="T3" fmla="*/ 3 h 424"/>
                <a:gd name="T4" fmla="*/ 2 w 246"/>
                <a:gd name="T5" fmla="*/ 3 h 424"/>
                <a:gd name="T6" fmla="*/ 2 w 246"/>
                <a:gd name="T7" fmla="*/ 3 h 424"/>
                <a:gd name="T8" fmla="*/ 2 w 246"/>
                <a:gd name="T9" fmla="*/ 2 h 424"/>
                <a:gd name="T10" fmla="*/ 2 w 246"/>
                <a:gd name="T11" fmla="*/ 2 h 424"/>
                <a:gd name="T12" fmla="*/ 2 w 246"/>
                <a:gd name="T13" fmla="*/ 2 h 424"/>
                <a:gd name="T14" fmla="*/ 2 w 246"/>
                <a:gd name="T15" fmla="*/ 2 h 424"/>
                <a:gd name="T16" fmla="*/ 2 w 246"/>
                <a:gd name="T17" fmla="*/ 1 h 424"/>
                <a:gd name="T18" fmla="*/ 1 w 246"/>
                <a:gd name="T19" fmla="*/ 1 h 424"/>
                <a:gd name="T20" fmla="*/ 1 w 246"/>
                <a:gd name="T21" fmla="*/ 1 h 424"/>
                <a:gd name="T22" fmla="*/ 1 w 246"/>
                <a:gd name="T23" fmla="*/ 1 h 424"/>
                <a:gd name="T24" fmla="*/ 1 w 246"/>
                <a:gd name="T25" fmla="*/ 0 h 424"/>
                <a:gd name="T26" fmla="*/ 1 w 246"/>
                <a:gd name="T27" fmla="*/ 0 h 424"/>
                <a:gd name="T28" fmla="*/ 1 w 246"/>
                <a:gd name="T29" fmla="*/ 0 h 424"/>
                <a:gd name="T30" fmla="*/ 0 w 246"/>
                <a:gd name="T31" fmla="*/ 0 h 424"/>
                <a:gd name="T32" fmla="*/ 0 w 246"/>
                <a:gd name="T33" fmla="*/ 0 h 424"/>
                <a:gd name="T34" fmla="*/ 0 w 246"/>
                <a:gd name="T35" fmla="*/ 0 h 424"/>
                <a:gd name="T36" fmla="*/ 0 w 246"/>
                <a:gd name="T37" fmla="*/ 0 h 424"/>
                <a:gd name="T38" fmla="*/ 0 w 246"/>
                <a:gd name="T39" fmla="*/ 0 h 424"/>
                <a:gd name="T40" fmla="*/ 0 w 246"/>
                <a:gd name="T41" fmla="*/ 0 h 424"/>
                <a:gd name="T42" fmla="*/ 1 w 246"/>
                <a:gd name="T43" fmla="*/ 0 h 424"/>
                <a:gd name="T44" fmla="*/ 1 w 246"/>
                <a:gd name="T45" fmla="*/ 0 h 424"/>
                <a:gd name="T46" fmla="*/ 1 w 246"/>
                <a:gd name="T47" fmla="*/ 0 h 424"/>
                <a:gd name="T48" fmla="*/ 1 w 246"/>
                <a:gd name="T49" fmla="*/ 1 h 424"/>
                <a:gd name="T50" fmla="*/ 1 w 246"/>
                <a:gd name="T51" fmla="*/ 1 h 424"/>
                <a:gd name="T52" fmla="*/ 1 w 246"/>
                <a:gd name="T53" fmla="*/ 1 h 424"/>
                <a:gd name="T54" fmla="*/ 1 w 246"/>
                <a:gd name="T55" fmla="*/ 1 h 424"/>
                <a:gd name="T56" fmla="*/ 2 w 246"/>
                <a:gd name="T57" fmla="*/ 2 h 424"/>
                <a:gd name="T58" fmla="*/ 2 w 246"/>
                <a:gd name="T59" fmla="*/ 2 h 424"/>
                <a:gd name="T60" fmla="*/ 2 w 246"/>
                <a:gd name="T61" fmla="*/ 2 h 424"/>
                <a:gd name="T62" fmla="*/ 2 w 246"/>
                <a:gd name="T63" fmla="*/ 2 h 424"/>
                <a:gd name="T64" fmla="*/ 2 w 246"/>
                <a:gd name="T65" fmla="*/ 3 h 424"/>
                <a:gd name="T66" fmla="*/ 2 w 246"/>
                <a:gd name="T67" fmla="*/ 3 h 424"/>
                <a:gd name="T68" fmla="*/ 2 w 246"/>
                <a:gd name="T69" fmla="*/ 3 h 424"/>
                <a:gd name="T70" fmla="*/ 2 w 246"/>
                <a:gd name="T71" fmla="*/ 3 h 424"/>
                <a:gd name="T72" fmla="*/ 2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424"/>
                  </a:moveTo>
                  <a:lnTo>
                    <a:pt x="246" y="424"/>
                  </a:lnTo>
                  <a:lnTo>
                    <a:pt x="244" y="382"/>
                  </a:lnTo>
                  <a:lnTo>
                    <a:pt x="241" y="338"/>
                  </a:lnTo>
                  <a:lnTo>
                    <a:pt x="235" y="298"/>
                  </a:lnTo>
                  <a:lnTo>
                    <a:pt x="227" y="261"/>
                  </a:lnTo>
                  <a:lnTo>
                    <a:pt x="216" y="222"/>
                  </a:lnTo>
                  <a:lnTo>
                    <a:pt x="205" y="188"/>
                  </a:lnTo>
                  <a:lnTo>
                    <a:pt x="190" y="155"/>
                  </a:lnTo>
                  <a:lnTo>
                    <a:pt x="174" y="125"/>
                  </a:lnTo>
                  <a:lnTo>
                    <a:pt x="157" y="98"/>
                  </a:lnTo>
                  <a:lnTo>
                    <a:pt x="138" y="73"/>
                  </a:lnTo>
                  <a:lnTo>
                    <a:pt x="118" y="51"/>
                  </a:lnTo>
                  <a:lnTo>
                    <a:pt x="96" y="34"/>
                  </a:lnTo>
                  <a:lnTo>
                    <a:pt x="74" y="18"/>
                  </a:lnTo>
                  <a:lnTo>
                    <a:pt x="50" y="8"/>
                  </a:lnTo>
                  <a:lnTo>
                    <a:pt x="25" y="2"/>
                  </a:lnTo>
                  <a:lnTo>
                    <a:pt x="0" y="0"/>
                  </a:lnTo>
                  <a:lnTo>
                    <a:pt x="0" y="11"/>
                  </a:lnTo>
                  <a:lnTo>
                    <a:pt x="23" y="14"/>
                  </a:lnTo>
                  <a:lnTo>
                    <a:pt x="45" y="19"/>
                  </a:lnTo>
                  <a:lnTo>
                    <a:pt x="67" y="30"/>
                  </a:lnTo>
                  <a:lnTo>
                    <a:pt x="89" y="43"/>
                  </a:lnTo>
                  <a:lnTo>
                    <a:pt x="108" y="60"/>
                  </a:lnTo>
                  <a:lnTo>
                    <a:pt x="128" y="80"/>
                  </a:lnTo>
                  <a:lnTo>
                    <a:pt x="147" y="105"/>
                  </a:lnTo>
                  <a:lnTo>
                    <a:pt x="165" y="132"/>
                  </a:lnTo>
                  <a:lnTo>
                    <a:pt x="179" y="160"/>
                  </a:lnTo>
                  <a:lnTo>
                    <a:pt x="193" y="193"/>
                  </a:lnTo>
                  <a:lnTo>
                    <a:pt x="205" y="227"/>
                  </a:lnTo>
                  <a:lnTo>
                    <a:pt x="215" y="263"/>
                  </a:lnTo>
                  <a:lnTo>
                    <a:pt x="223" y="301"/>
                  </a:lnTo>
                  <a:lnTo>
                    <a:pt x="229" y="341"/>
                  </a:lnTo>
                  <a:lnTo>
                    <a:pt x="233" y="382"/>
                  </a:lnTo>
                  <a:lnTo>
                    <a:pt x="234" y="424"/>
                  </a:lnTo>
                  <a:lnTo>
                    <a:pt x="246"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0331" name="Freeform 58"/>
            <p:cNvSpPr>
              <a:spLocks/>
            </p:cNvSpPr>
            <p:nvPr/>
          </p:nvSpPr>
          <p:spPr bwMode="auto">
            <a:xfrm>
              <a:off x="1140" y="2172"/>
              <a:ext cx="49" cy="85"/>
            </a:xfrm>
            <a:custGeom>
              <a:avLst/>
              <a:gdLst>
                <a:gd name="T0" fmla="*/ 0 w 246"/>
                <a:gd name="T1" fmla="*/ 3 h 426"/>
                <a:gd name="T2" fmla="*/ 0 w 246"/>
                <a:gd name="T3" fmla="*/ 3 h 426"/>
                <a:gd name="T4" fmla="*/ 0 w 246"/>
                <a:gd name="T5" fmla="*/ 3 h 426"/>
                <a:gd name="T6" fmla="*/ 0 w 246"/>
                <a:gd name="T7" fmla="*/ 3 h 426"/>
                <a:gd name="T8" fmla="*/ 1 w 246"/>
                <a:gd name="T9" fmla="*/ 3 h 426"/>
                <a:gd name="T10" fmla="*/ 1 w 246"/>
                <a:gd name="T11" fmla="*/ 3 h 426"/>
                <a:gd name="T12" fmla="*/ 1 w 246"/>
                <a:gd name="T13" fmla="*/ 3 h 426"/>
                <a:gd name="T14" fmla="*/ 1 w 246"/>
                <a:gd name="T15" fmla="*/ 3 h 426"/>
                <a:gd name="T16" fmla="*/ 1 w 246"/>
                <a:gd name="T17" fmla="*/ 3 h 426"/>
                <a:gd name="T18" fmla="*/ 1 w 246"/>
                <a:gd name="T19" fmla="*/ 2 h 426"/>
                <a:gd name="T20" fmla="*/ 2 w 246"/>
                <a:gd name="T21" fmla="*/ 2 h 426"/>
                <a:gd name="T22" fmla="*/ 2 w 246"/>
                <a:gd name="T23" fmla="*/ 2 h 426"/>
                <a:gd name="T24" fmla="*/ 2 w 246"/>
                <a:gd name="T25" fmla="*/ 2 h 426"/>
                <a:gd name="T26" fmla="*/ 2 w 246"/>
                <a:gd name="T27" fmla="*/ 1 h 426"/>
                <a:gd name="T28" fmla="*/ 2 w 246"/>
                <a:gd name="T29" fmla="*/ 1 h 426"/>
                <a:gd name="T30" fmla="*/ 2 w 246"/>
                <a:gd name="T31" fmla="*/ 1 h 426"/>
                <a:gd name="T32" fmla="*/ 2 w 246"/>
                <a:gd name="T33" fmla="*/ 0 h 426"/>
                <a:gd name="T34" fmla="*/ 2 w 246"/>
                <a:gd name="T35" fmla="*/ 0 h 426"/>
                <a:gd name="T36" fmla="*/ 2 w 246"/>
                <a:gd name="T37" fmla="*/ 0 h 426"/>
                <a:gd name="T38" fmla="*/ 2 w 246"/>
                <a:gd name="T39" fmla="*/ 0 h 426"/>
                <a:gd name="T40" fmla="*/ 2 w 246"/>
                <a:gd name="T41" fmla="*/ 1 h 426"/>
                <a:gd name="T42" fmla="*/ 2 w 246"/>
                <a:gd name="T43" fmla="*/ 1 h 426"/>
                <a:gd name="T44" fmla="*/ 2 w 246"/>
                <a:gd name="T45" fmla="*/ 1 h 426"/>
                <a:gd name="T46" fmla="*/ 2 w 246"/>
                <a:gd name="T47" fmla="*/ 2 h 426"/>
                <a:gd name="T48" fmla="*/ 2 w 246"/>
                <a:gd name="T49" fmla="*/ 2 h 426"/>
                <a:gd name="T50" fmla="*/ 1 w 246"/>
                <a:gd name="T51" fmla="*/ 2 h 426"/>
                <a:gd name="T52" fmla="*/ 1 w 246"/>
                <a:gd name="T53" fmla="*/ 2 h 426"/>
                <a:gd name="T54" fmla="*/ 1 w 246"/>
                <a:gd name="T55" fmla="*/ 3 h 426"/>
                <a:gd name="T56" fmla="*/ 1 w 246"/>
                <a:gd name="T57" fmla="*/ 3 h 426"/>
                <a:gd name="T58" fmla="*/ 1 w 246"/>
                <a:gd name="T59" fmla="*/ 3 h 426"/>
                <a:gd name="T60" fmla="*/ 1 w 246"/>
                <a:gd name="T61" fmla="*/ 3 h 426"/>
                <a:gd name="T62" fmla="*/ 1 w 246"/>
                <a:gd name="T63" fmla="*/ 3 h 426"/>
                <a:gd name="T64" fmla="*/ 0 w 246"/>
                <a:gd name="T65" fmla="*/ 3 h 426"/>
                <a:gd name="T66" fmla="*/ 0 w 246"/>
                <a:gd name="T67" fmla="*/ 3 h 426"/>
                <a:gd name="T68" fmla="*/ 0 w 246"/>
                <a:gd name="T69" fmla="*/ 3 h 426"/>
                <a:gd name="T70" fmla="*/ 0 w 246"/>
                <a:gd name="T71" fmla="*/ 3 h 426"/>
                <a:gd name="T72" fmla="*/ 0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426"/>
                  </a:moveTo>
                  <a:lnTo>
                    <a:pt x="0" y="426"/>
                  </a:lnTo>
                  <a:lnTo>
                    <a:pt x="25" y="423"/>
                  </a:lnTo>
                  <a:lnTo>
                    <a:pt x="50" y="417"/>
                  </a:lnTo>
                  <a:lnTo>
                    <a:pt x="74" y="407"/>
                  </a:lnTo>
                  <a:lnTo>
                    <a:pt x="96" y="392"/>
                  </a:lnTo>
                  <a:lnTo>
                    <a:pt x="118" y="373"/>
                  </a:lnTo>
                  <a:lnTo>
                    <a:pt x="138" y="350"/>
                  </a:lnTo>
                  <a:lnTo>
                    <a:pt x="157" y="327"/>
                  </a:lnTo>
                  <a:lnTo>
                    <a:pt x="175" y="299"/>
                  </a:lnTo>
                  <a:lnTo>
                    <a:pt x="190" y="268"/>
                  </a:lnTo>
                  <a:lnTo>
                    <a:pt x="205" y="236"/>
                  </a:lnTo>
                  <a:lnTo>
                    <a:pt x="216" y="202"/>
                  </a:lnTo>
                  <a:lnTo>
                    <a:pt x="227" y="164"/>
                  </a:lnTo>
                  <a:lnTo>
                    <a:pt x="235" y="125"/>
                  </a:lnTo>
                  <a:lnTo>
                    <a:pt x="241" y="86"/>
                  </a:lnTo>
                  <a:lnTo>
                    <a:pt x="244" y="42"/>
                  </a:lnTo>
                  <a:lnTo>
                    <a:pt x="246" y="0"/>
                  </a:lnTo>
                  <a:lnTo>
                    <a:pt x="234" y="0"/>
                  </a:lnTo>
                  <a:lnTo>
                    <a:pt x="233" y="42"/>
                  </a:lnTo>
                  <a:lnTo>
                    <a:pt x="229" y="83"/>
                  </a:lnTo>
                  <a:lnTo>
                    <a:pt x="223" y="123"/>
                  </a:lnTo>
                  <a:lnTo>
                    <a:pt x="215" y="162"/>
                  </a:lnTo>
                  <a:lnTo>
                    <a:pt x="205" y="197"/>
                  </a:lnTo>
                  <a:lnTo>
                    <a:pt x="193" y="231"/>
                  </a:lnTo>
                  <a:lnTo>
                    <a:pt x="179" y="264"/>
                  </a:lnTo>
                  <a:lnTo>
                    <a:pt x="164" y="292"/>
                  </a:lnTo>
                  <a:lnTo>
                    <a:pt x="147" y="320"/>
                  </a:lnTo>
                  <a:lnTo>
                    <a:pt x="128" y="343"/>
                  </a:lnTo>
                  <a:lnTo>
                    <a:pt x="108" y="363"/>
                  </a:lnTo>
                  <a:lnTo>
                    <a:pt x="89" y="382"/>
                  </a:lnTo>
                  <a:lnTo>
                    <a:pt x="67" y="395"/>
                  </a:lnTo>
                  <a:lnTo>
                    <a:pt x="45" y="406"/>
                  </a:lnTo>
                  <a:lnTo>
                    <a:pt x="23" y="411"/>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0332" name="Freeform 59"/>
            <p:cNvSpPr>
              <a:spLocks/>
            </p:cNvSpPr>
            <p:nvPr/>
          </p:nvSpPr>
          <p:spPr bwMode="auto">
            <a:xfrm>
              <a:off x="1091" y="2172"/>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4" y="86"/>
                  </a:lnTo>
                  <a:lnTo>
                    <a:pt x="10" y="125"/>
                  </a:lnTo>
                  <a:lnTo>
                    <a:pt x="18" y="164"/>
                  </a:lnTo>
                  <a:lnTo>
                    <a:pt x="29" y="202"/>
                  </a:lnTo>
                  <a:lnTo>
                    <a:pt x="41" y="236"/>
                  </a:lnTo>
                  <a:lnTo>
                    <a:pt x="55" y="268"/>
                  </a:lnTo>
                  <a:lnTo>
                    <a:pt x="70" y="299"/>
                  </a:lnTo>
                  <a:lnTo>
                    <a:pt x="89" y="327"/>
                  </a:lnTo>
                  <a:lnTo>
                    <a:pt x="106" y="350"/>
                  </a:lnTo>
                  <a:lnTo>
                    <a:pt x="126" y="373"/>
                  </a:lnTo>
                  <a:lnTo>
                    <a:pt x="148" y="392"/>
                  </a:lnTo>
                  <a:lnTo>
                    <a:pt x="171" y="407"/>
                  </a:lnTo>
                  <a:lnTo>
                    <a:pt x="194" y="417"/>
                  </a:lnTo>
                  <a:lnTo>
                    <a:pt x="219" y="423"/>
                  </a:lnTo>
                  <a:lnTo>
                    <a:pt x="245" y="426"/>
                  </a:lnTo>
                  <a:lnTo>
                    <a:pt x="245" y="414"/>
                  </a:lnTo>
                  <a:lnTo>
                    <a:pt x="221" y="411"/>
                  </a:lnTo>
                  <a:lnTo>
                    <a:pt x="199" y="406"/>
                  </a:lnTo>
                  <a:lnTo>
                    <a:pt x="178" y="395"/>
                  </a:lnTo>
                  <a:lnTo>
                    <a:pt x="155" y="382"/>
                  </a:lnTo>
                  <a:lnTo>
                    <a:pt x="136" y="363"/>
                  </a:lnTo>
                  <a:lnTo>
                    <a:pt x="116" y="343"/>
                  </a:lnTo>
                  <a:lnTo>
                    <a:pt x="98" y="320"/>
                  </a:lnTo>
                  <a:lnTo>
                    <a:pt x="82" y="292"/>
                  </a:lnTo>
                  <a:lnTo>
                    <a:pt x="66" y="264"/>
                  </a:lnTo>
                  <a:lnTo>
                    <a:pt x="52" y="231"/>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0333" name="Freeform 60"/>
            <p:cNvSpPr>
              <a:spLocks/>
            </p:cNvSpPr>
            <p:nvPr/>
          </p:nvSpPr>
          <p:spPr bwMode="auto">
            <a:xfrm>
              <a:off x="1091" y="2087"/>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4" y="8"/>
                  </a:lnTo>
                  <a:lnTo>
                    <a:pt x="171" y="18"/>
                  </a:lnTo>
                  <a:lnTo>
                    <a:pt x="148" y="34"/>
                  </a:lnTo>
                  <a:lnTo>
                    <a:pt x="126" y="51"/>
                  </a:lnTo>
                  <a:lnTo>
                    <a:pt x="106" y="73"/>
                  </a:lnTo>
                  <a:lnTo>
                    <a:pt x="89" y="98"/>
                  </a:lnTo>
                  <a:lnTo>
                    <a:pt x="71" y="125"/>
                  </a:lnTo>
                  <a:lnTo>
                    <a:pt x="55" y="155"/>
                  </a:lnTo>
                  <a:lnTo>
                    <a:pt x="41" y="188"/>
                  </a:lnTo>
                  <a:lnTo>
                    <a:pt x="29" y="222"/>
                  </a:lnTo>
                  <a:lnTo>
                    <a:pt x="18" y="261"/>
                  </a:lnTo>
                  <a:lnTo>
                    <a:pt x="10" y="298"/>
                  </a:lnTo>
                  <a:lnTo>
                    <a:pt x="4" y="338"/>
                  </a:lnTo>
                  <a:lnTo>
                    <a:pt x="1" y="382"/>
                  </a:lnTo>
                  <a:lnTo>
                    <a:pt x="0" y="424"/>
                  </a:lnTo>
                  <a:lnTo>
                    <a:pt x="11" y="424"/>
                  </a:lnTo>
                  <a:lnTo>
                    <a:pt x="13" y="382"/>
                  </a:lnTo>
                  <a:lnTo>
                    <a:pt x="16" y="341"/>
                  </a:lnTo>
                  <a:lnTo>
                    <a:pt x="22" y="301"/>
                  </a:lnTo>
                  <a:lnTo>
                    <a:pt x="30" y="263"/>
                  </a:lnTo>
                  <a:lnTo>
                    <a:pt x="41" y="227"/>
                  </a:lnTo>
                  <a:lnTo>
                    <a:pt x="52" y="193"/>
                  </a:lnTo>
                  <a:lnTo>
                    <a:pt x="66" y="160"/>
                  </a:lnTo>
                  <a:lnTo>
                    <a:pt x="80" y="132"/>
                  </a:lnTo>
                  <a:lnTo>
                    <a:pt x="98" y="105"/>
                  </a:lnTo>
                  <a:lnTo>
                    <a:pt x="116" y="80"/>
                  </a:lnTo>
                  <a:lnTo>
                    <a:pt x="136" y="60"/>
                  </a:lnTo>
                  <a:lnTo>
                    <a:pt x="155" y="43"/>
                  </a:lnTo>
                  <a:lnTo>
                    <a:pt x="178" y="30"/>
                  </a:lnTo>
                  <a:lnTo>
                    <a:pt x="199" y="19"/>
                  </a:lnTo>
                  <a:lnTo>
                    <a:pt x="221" y="14"/>
                  </a:lnTo>
                  <a:lnTo>
                    <a:pt x="245" y="11"/>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0334" name="Freeform 61"/>
            <p:cNvSpPr>
              <a:spLocks/>
            </p:cNvSpPr>
            <p:nvPr/>
          </p:nvSpPr>
          <p:spPr bwMode="auto">
            <a:xfrm>
              <a:off x="1392" y="2118"/>
              <a:ext cx="49" cy="85"/>
            </a:xfrm>
            <a:custGeom>
              <a:avLst/>
              <a:gdLst>
                <a:gd name="T0" fmla="*/ 2 w 246"/>
                <a:gd name="T1" fmla="*/ 3 h 426"/>
                <a:gd name="T2" fmla="*/ 2 w 246"/>
                <a:gd name="T3" fmla="*/ 3 h 426"/>
                <a:gd name="T4" fmla="*/ 2 w 246"/>
                <a:gd name="T5" fmla="*/ 3 h 426"/>
                <a:gd name="T6" fmla="*/ 2 w 246"/>
                <a:gd name="T7" fmla="*/ 3 h 426"/>
                <a:gd name="T8" fmla="*/ 2 w 246"/>
                <a:gd name="T9" fmla="*/ 2 h 426"/>
                <a:gd name="T10" fmla="*/ 2 w 246"/>
                <a:gd name="T11" fmla="*/ 2 h 426"/>
                <a:gd name="T12" fmla="*/ 2 w 246"/>
                <a:gd name="T13" fmla="*/ 2 h 426"/>
                <a:gd name="T14" fmla="*/ 2 w 246"/>
                <a:gd name="T15" fmla="*/ 2 h 426"/>
                <a:gd name="T16" fmla="*/ 2 w 246"/>
                <a:gd name="T17" fmla="*/ 1 h 426"/>
                <a:gd name="T18" fmla="*/ 1 w 246"/>
                <a:gd name="T19" fmla="*/ 1 h 426"/>
                <a:gd name="T20" fmla="*/ 1 w 246"/>
                <a:gd name="T21" fmla="*/ 1 h 426"/>
                <a:gd name="T22" fmla="*/ 1 w 246"/>
                <a:gd name="T23" fmla="*/ 1 h 426"/>
                <a:gd name="T24" fmla="*/ 1 w 246"/>
                <a:gd name="T25" fmla="*/ 0 h 426"/>
                <a:gd name="T26" fmla="*/ 1 w 246"/>
                <a:gd name="T27" fmla="*/ 0 h 426"/>
                <a:gd name="T28" fmla="*/ 1 w 246"/>
                <a:gd name="T29" fmla="*/ 0 h 426"/>
                <a:gd name="T30" fmla="*/ 0 w 246"/>
                <a:gd name="T31" fmla="*/ 0 h 426"/>
                <a:gd name="T32" fmla="*/ 0 w 246"/>
                <a:gd name="T33" fmla="*/ 0 h 426"/>
                <a:gd name="T34" fmla="*/ 0 w 246"/>
                <a:gd name="T35" fmla="*/ 0 h 426"/>
                <a:gd name="T36" fmla="*/ 0 w 246"/>
                <a:gd name="T37" fmla="*/ 0 h 426"/>
                <a:gd name="T38" fmla="*/ 0 w 246"/>
                <a:gd name="T39" fmla="*/ 0 h 426"/>
                <a:gd name="T40" fmla="*/ 0 w 246"/>
                <a:gd name="T41" fmla="*/ 0 h 426"/>
                <a:gd name="T42" fmla="*/ 1 w 246"/>
                <a:gd name="T43" fmla="*/ 0 h 426"/>
                <a:gd name="T44" fmla="*/ 1 w 246"/>
                <a:gd name="T45" fmla="*/ 0 h 426"/>
                <a:gd name="T46" fmla="*/ 1 w 246"/>
                <a:gd name="T47" fmla="*/ 1 h 426"/>
                <a:gd name="T48" fmla="*/ 1 w 246"/>
                <a:gd name="T49" fmla="*/ 1 h 426"/>
                <a:gd name="T50" fmla="*/ 1 w 246"/>
                <a:gd name="T51" fmla="*/ 1 h 426"/>
                <a:gd name="T52" fmla="*/ 1 w 246"/>
                <a:gd name="T53" fmla="*/ 1 h 426"/>
                <a:gd name="T54" fmla="*/ 1 w 246"/>
                <a:gd name="T55" fmla="*/ 1 h 426"/>
                <a:gd name="T56" fmla="*/ 2 w 246"/>
                <a:gd name="T57" fmla="*/ 2 h 426"/>
                <a:gd name="T58" fmla="*/ 2 w 246"/>
                <a:gd name="T59" fmla="*/ 2 h 426"/>
                <a:gd name="T60" fmla="*/ 2 w 246"/>
                <a:gd name="T61" fmla="*/ 2 h 426"/>
                <a:gd name="T62" fmla="*/ 2 w 246"/>
                <a:gd name="T63" fmla="*/ 2 h 426"/>
                <a:gd name="T64" fmla="*/ 2 w 246"/>
                <a:gd name="T65" fmla="*/ 3 h 426"/>
                <a:gd name="T66" fmla="*/ 2 w 246"/>
                <a:gd name="T67" fmla="*/ 3 h 426"/>
                <a:gd name="T68" fmla="*/ 2 w 246"/>
                <a:gd name="T69" fmla="*/ 3 h 426"/>
                <a:gd name="T70" fmla="*/ 2 w 246"/>
                <a:gd name="T71" fmla="*/ 3 h 426"/>
                <a:gd name="T72" fmla="*/ 2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246" y="426"/>
                  </a:moveTo>
                  <a:lnTo>
                    <a:pt x="246" y="426"/>
                  </a:lnTo>
                  <a:lnTo>
                    <a:pt x="245" y="384"/>
                  </a:lnTo>
                  <a:lnTo>
                    <a:pt x="242" y="340"/>
                  </a:lnTo>
                  <a:lnTo>
                    <a:pt x="236" y="301"/>
                  </a:lnTo>
                  <a:lnTo>
                    <a:pt x="228" y="262"/>
                  </a:lnTo>
                  <a:lnTo>
                    <a:pt x="217" y="224"/>
                  </a:lnTo>
                  <a:lnTo>
                    <a:pt x="205" y="190"/>
                  </a:lnTo>
                  <a:lnTo>
                    <a:pt x="191" y="158"/>
                  </a:lnTo>
                  <a:lnTo>
                    <a:pt x="176" y="126"/>
                  </a:lnTo>
                  <a:lnTo>
                    <a:pt x="157" y="99"/>
                  </a:lnTo>
                  <a:lnTo>
                    <a:pt x="139" y="75"/>
                  </a:lnTo>
                  <a:lnTo>
                    <a:pt x="119" y="53"/>
                  </a:lnTo>
                  <a:lnTo>
                    <a:pt x="96" y="34"/>
                  </a:lnTo>
                  <a:lnTo>
                    <a:pt x="75" y="19"/>
                  </a:lnTo>
                  <a:lnTo>
                    <a:pt x="51" y="9"/>
                  </a:lnTo>
                  <a:lnTo>
                    <a:pt x="26" y="3"/>
                  </a:lnTo>
                  <a:lnTo>
                    <a:pt x="0" y="0"/>
                  </a:lnTo>
                  <a:lnTo>
                    <a:pt x="0" y="12"/>
                  </a:lnTo>
                  <a:lnTo>
                    <a:pt x="24" y="15"/>
                  </a:lnTo>
                  <a:lnTo>
                    <a:pt x="46" y="20"/>
                  </a:lnTo>
                  <a:lnTo>
                    <a:pt x="68" y="31"/>
                  </a:lnTo>
                  <a:lnTo>
                    <a:pt x="89" y="44"/>
                  </a:lnTo>
                  <a:lnTo>
                    <a:pt x="109" y="63"/>
                  </a:lnTo>
                  <a:lnTo>
                    <a:pt x="129" y="83"/>
                  </a:lnTo>
                  <a:lnTo>
                    <a:pt x="148" y="106"/>
                  </a:lnTo>
                  <a:lnTo>
                    <a:pt x="164" y="133"/>
                  </a:lnTo>
                  <a:lnTo>
                    <a:pt x="180" y="162"/>
                  </a:lnTo>
                  <a:lnTo>
                    <a:pt x="194" y="195"/>
                  </a:lnTo>
                  <a:lnTo>
                    <a:pt x="205" y="229"/>
                  </a:lnTo>
                  <a:lnTo>
                    <a:pt x="216" y="264"/>
                  </a:lnTo>
                  <a:lnTo>
                    <a:pt x="224" y="303"/>
                  </a:lnTo>
                  <a:lnTo>
                    <a:pt x="230" y="343"/>
                  </a:lnTo>
                  <a:lnTo>
                    <a:pt x="233" y="384"/>
                  </a:lnTo>
                  <a:lnTo>
                    <a:pt x="235" y="426"/>
                  </a:lnTo>
                  <a:lnTo>
                    <a:pt x="246"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0335" name="Freeform 62"/>
            <p:cNvSpPr>
              <a:spLocks/>
            </p:cNvSpPr>
            <p:nvPr/>
          </p:nvSpPr>
          <p:spPr bwMode="auto">
            <a:xfrm>
              <a:off x="1392" y="2203"/>
              <a:ext cx="49" cy="85"/>
            </a:xfrm>
            <a:custGeom>
              <a:avLst/>
              <a:gdLst>
                <a:gd name="T0" fmla="*/ 0 w 246"/>
                <a:gd name="T1" fmla="*/ 3 h 424"/>
                <a:gd name="T2" fmla="*/ 0 w 246"/>
                <a:gd name="T3" fmla="*/ 3 h 424"/>
                <a:gd name="T4" fmla="*/ 0 w 246"/>
                <a:gd name="T5" fmla="*/ 3 h 424"/>
                <a:gd name="T6" fmla="*/ 0 w 246"/>
                <a:gd name="T7" fmla="*/ 3 h 424"/>
                <a:gd name="T8" fmla="*/ 1 w 246"/>
                <a:gd name="T9" fmla="*/ 3 h 424"/>
                <a:gd name="T10" fmla="*/ 1 w 246"/>
                <a:gd name="T11" fmla="*/ 3 h 424"/>
                <a:gd name="T12" fmla="*/ 1 w 246"/>
                <a:gd name="T13" fmla="*/ 3 h 424"/>
                <a:gd name="T14" fmla="*/ 1 w 246"/>
                <a:gd name="T15" fmla="*/ 3 h 424"/>
                <a:gd name="T16" fmla="*/ 1 w 246"/>
                <a:gd name="T17" fmla="*/ 3 h 424"/>
                <a:gd name="T18" fmla="*/ 1 w 246"/>
                <a:gd name="T19" fmla="*/ 2 h 424"/>
                <a:gd name="T20" fmla="*/ 2 w 246"/>
                <a:gd name="T21" fmla="*/ 2 h 424"/>
                <a:gd name="T22" fmla="*/ 2 w 246"/>
                <a:gd name="T23" fmla="*/ 2 h 424"/>
                <a:gd name="T24" fmla="*/ 2 w 246"/>
                <a:gd name="T25" fmla="*/ 2 h 424"/>
                <a:gd name="T26" fmla="*/ 2 w 246"/>
                <a:gd name="T27" fmla="*/ 1 h 424"/>
                <a:gd name="T28" fmla="*/ 2 w 246"/>
                <a:gd name="T29" fmla="*/ 1 h 424"/>
                <a:gd name="T30" fmla="*/ 2 w 246"/>
                <a:gd name="T31" fmla="*/ 1 h 424"/>
                <a:gd name="T32" fmla="*/ 2 w 246"/>
                <a:gd name="T33" fmla="*/ 0 h 424"/>
                <a:gd name="T34" fmla="*/ 2 w 246"/>
                <a:gd name="T35" fmla="*/ 0 h 424"/>
                <a:gd name="T36" fmla="*/ 2 w 246"/>
                <a:gd name="T37" fmla="*/ 0 h 424"/>
                <a:gd name="T38" fmla="*/ 2 w 246"/>
                <a:gd name="T39" fmla="*/ 0 h 424"/>
                <a:gd name="T40" fmla="*/ 2 w 246"/>
                <a:gd name="T41" fmla="*/ 1 h 424"/>
                <a:gd name="T42" fmla="*/ 2 w 246"/>
                <a:gd name="T43" fmla="*/ 1 h 424"/>
                <a:gd name="T44" fmla="*/ 2 w 246"/>
                <a:gd name="T45" fmla="*/ 1 h 424"/>
                <a:gd name="T46" fmla="*/ 2 w 246"/>
                <a:gd name="T47" fmla="*/ 2 h 424"/>
                <a:gd name="T48" fmla="*/ 2 w 246"/>
                <a:gd name="T49" fmla="*/ 2 h 424"/>
                <a:gd name="T50" fmla="*/ 1 w 246"/>
                <a:gd name="T51" fmla="*/ 2 h 424"/>
                <a:gd name="T52" fmla="*/ 1 w 246"/>
                <a:gd name="T53" fmla="*/ 2 h 424"/>
                <a:gd name="T54" fmla="*/ 1 w 246"/>
                <a:gd name="T55" fmla="*/ 3 h 424"/>
                <a:gd name="T56" fmla="*/ 1 w 246"/>
                <a:gd name="T57" fmla="*/ 3 h 424"/>
                <a:gd name="T58" fmla="*/ 1 w 246"/>
                <a:gd name="T59" fmla="*/ 3 h 424"/>
                <a:gd name="T60" fmla="*/ 1 w 246"/>
                <a:gd name="T61" fmla="*/ 3 h 424"/>
                <a:gd name="T62" fmla="*/ 1 w 246"/>
                <a:gd name="T63" fmla="*/ 3 h 424"/>
                <a:gd name="T64" fmla="*/ 0 w 246"/>
                <a:gd name="T65" fmla="*/ 3 h 424"/>
                <a:gd name="T66" fmla="*/ 0 w 246"/>
                <a:gd name="T67" fmla="*/ 3 h 424"/>
                <a:gd name="T68" fmla="*/ 0 w 246"/>
                <a:gd name="T69" fmla="*/ 3 h 424"/>
                <a:gd name="T70" fmla="*/ 0 w 246"/>
                <a:gd name="T71" fmla="*/ 3 h 424"/>
                <a:gd name="T72" fmla="*/ 0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0" y="424"/>
                  </a:moveTo>
                  <a:lnTo>
                    <a:pt x="0" y="424"/>
                  </a:lnTo>
                  <a:lnTo>
                    <a:pt x="26" y="422"/>
                  </a:lnTo>
                  <a:lnTo>
                    <a:pt x="51" y="416"/>
                  </a:lnTo>
                  <a:lnTo>
                    <a:pt x="75" y="406"/>
                  </a:lnTo>
                  <a:lnTo>
                    <a:pt x="96" y="390"/>
                  </a:lnTo>
                  <a:lnTo>
                    <a:pt x="119" y="373"/>
                  </a:lnTo>
                  <a:lnTo>
                    <a:pt x="139" y="351"/>
                  </a:lnTo>
                  <a:lnTo>
                    <a:pt x="157" y="326"/>
                  </a:lnTo>
                  <a:lnTo>
                    <a:pt x="175" y="299"/>
                  </a:lnTo>
                  <a:lnTo>
                    <a:pt x="191" y="269"/>
                  </a:lnTo>
                  <a:lnTo>
                    <a:pt x="205" y="236"/>
                  </a:lnTo>
                  <a:lnTo>
                    <a:pt x="217" y="202"/>
                  </a:lnTo>
                  <a:lnTo>
                    <a:pt x="228" y="163"/>
                  </a:lnTo>
                  <a:lnTo>
                    <a:pt x="236" y="125"/>
                  </a:lnTo>
                  <a:lnTo>
                    <a:pt x="242" y="86"/>
                  </a:lnTo>
                  <a:lnTo>
                    <a:pt x="245" y="42"/>
                  </a:lnTo>
                  <a:lnTo>
                    <a:pt x="246" y="0"/>
                  </a:lnTo>
                  <a:lnTo>
                    <a:pt x="235" y="0"/>
                  </a:lnTo>
                  <a:lnTo>
                    <a:pt x="233" y="42"/>
                  </a:lnTo>
                  <a:lnTo>
                    <a:pt x="230" y="83"/>
                  </a:lnTo>
                  <a:lnTo>
                    <a:pt x="224" y="123"/>
                  </a:lnTo>
                  <a:lnTo>
                    <a:pt x="216" y="161"/>
                  </a:lnTo>
                  <a:lnTo>
                    <a:pt x="205" y="197"/>
                  </a:lnTo>
                  <a:lnTo>
                    <a:pt x="194" y="231"/>
                  </a:lnTo>
                  <a:lnTo>
                    <a:pt x="180" y="264"/>
                  </a:lnTo>
                  <a:lnTo>
                    <a:pt x="166" y="292"/>
                  </a:lnTo>
                  <a:lnTo>
                    <a:pt x="148" y="319"/>
                  </a:lnTo>
                  <a:lnTo>
                    <a:pt x="129" y="344"/>
                  </a:lnTo>
                  <a:lnTo>
                    <a:pt x="109" y="364"/>
                  </a:lnTo>
                  <a:lnTo>
                    <a:pt x="89" y="381"/>
                  </a:lnTo>
                  <a:lnTo>
                    <a:pt x="68" y="394"/>
                  </a:lnTo>
                  <a:lnTo>
                    <a:pt x="46" y="405"/>
                  </a:lnTo>
                  <a:lnTo>
                    <a:pt x="24" y="410"/>
                  </a:lnTo>
                  <a:lnTo>
                    <a:pt x="0" y="413"/>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0336" name="Freeform 63"/>
            <p:cNvSpPr>
              <a:spLocks/>
            </p:cNvSpPr>
            <p:nvPr/>
          </p:nvSpPr>
          <p:spPr bwMode="auto">
            <a:xfrm>
              <a:off x="1343" y="2203"/>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2" y="42"/>
                  </a:lnTo>
                  <a:lnTo>
                    <a:pt x="5" y="86"/>
                  </a:lnTo>
                  <a:lnTo>
                    <a:pt x="11" y="125"/>
                  </a:lnTo>
                  <a:lnTo>
                    <a:pt x="19" y="163"/>
                  </a:lnTo>
                  <a:lnTo>
                    <a:pt x="30" y="202"/>
                  </a:lnTo>
                  <a:lnTo>
                    <a:pt x="41" y="236"/>
                  </a:lnTo>
                  <a:lnTo>
                    <a:pt x="56" y="269"/>
                  </a:lnTo>
                  <a:lnTo>
                    <a:pt x="72" y="299"/>
                  </a:lnTo>
                  <a:lnTo>
                    <a:pt x="90" y="326"/>
                  </a:lnTo>
                  <a:lnTo>
                    <a:pt x="108" y="351"/>
                  </a:lnTo>
                  <a:lnTo>
                    <a:pt x="127" y="373"/>
                  </a:lnTo>
                  <a:lnTo>
                    <a:pt x="149" y="390"/>
                  </a:lnTo>
                  <a:lnTo>
                    <a:pt x="172" y="406"/>
                  </a:lnTo>
                  <a:lnTo>
                    <a:pt x="195" y="416"/>
                  </a:lnTo>
                  <a:lnTo>
                    <a:pt x="220" y="422"/>
                  </a:lnTo>
                  <a:lnTo>
                    <a:pt x="245" y="424"/>
                  </a:lnTo>
                  <a:lnTo>
                    <a:pt x="245" y="413"/>
                  </a:lnTo>
                  <a:lnTo>
                    <a:pt x="222" y="410"/>
                  </a:lnTo>
                  <a:lnTo>
                    <a:pt x="200" y="405"/>
                  </a:lnTo>
                  <a:lnTo>
                    <a:pt x="179" y="394"/>
                  </a:lnTo>
                  <a:lnTo>
                    <a:pt x="156" y="381"/>
                  </a:lnTo>
                  <a:lnTo>
                    <a:pt x="136" y="364"/>
                  </a:lnTo>
                  <a:lnTo>
                    <a:pt x="118" y="344"/>
                  </a:lnTo>
                  <a:lnTo>
                    <a:pt x="99" y="319"/>
                  </a:lnTo>
                  <a:lnTo>
                    <a:pt x="81" y="292"/>
                  </a:lnTo>
                  <a:lnTo>
                    <a:pt x="67" y="264"/>
                  </a:lnTo>
                  <a:lnTo>
                    <a:pt x="53" y="231"/>
                  </a:lnTo>
                  <a:lnTo>
                    <a:pt x="41" y="197"/>
                  </a:lnTo>
                  <a:lnTo>
                    <a:pt x="31" y="161"/>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0337" name="Freeform 64"/>
            <p:cNvSpPr>
              <a:spLocks/>
            </p:cNvSpPr>
            <p:nvPr/>
          </p:nvSpPr>
          <p:spPr bwMode="auto">
            <a:xfrm>
              <a:off x="1343" y="2118"/>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1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20" y="3"/>
                  </a:lnTo>
                  <a:lnTo>
                    <a:pt x="195" y="9"/>
                  </a:lnTo>
                  <a:lnTo>
                    <a:pt x="172" y="19"/>
                  </a:lnTo>
                  <a:lnTo>
                    <a:pt x="149" y="34"/>
                  </a:lnTo>
                  <a:lnTo>
                    <a:pt x="127" y="53"/>
                  </a:lnTo>
                  <a:lnTo>
                    <a:pt x="108" y="75"/>
                  </a:lnTo>
                  <a:lnTo>
                    <a:pt x="90" y="99"/>
                  </a:lnTo>
                  <a:lnTo>
                    <a:pt x="71" y="126"/>
                  </a:lnTo>
                  <a:lnTo>
                    <a:pt x="56" y="158"/>
                  </a:lnTo>
                  <a:lnTo>
                    <a:pt x="41" y="190"/>
                  </a:lnTo>
                  <a:lnTo>
                    <a:pt x="30" y="224"/>
                  </a:lnTo>
                  <a:lnTo>
                    <a:pt x="19" y="262"/>
                  </a:lnTo>
                  <a:lnTo>
                    <a:pt x="11" y="301"/>
                  </a:lnTo>
                  <a:lnTo>
                    <a:pt x="5" y="340"/>
                  </a:lnTo>
                  <a:lnTo>
                    <a:pt x="2" y="384"/>
                  </a:lnTo>
                  <a:lnTo>
                    <a:pt x="0" y="426"/>
                  </a:lnTo>
                  <a:lnTo>
                    <a:pt x="12" y="426"/>
                  </a:lnTo>
                  <a:lnTo>
                    <a:pt x="13" y="384"/>
                  </a:lnTo>
                  <a:lnTo>
                    <a:pt x="17" y="343"/>
                  </a:lnTo>
                  <a:lnTo>
                    <a:pt x="23" y="303"/>
                  </a:lnTo>
                  <a:lnTo>
                    <a:pt x="31" y="264"/>
                  </a:lnTo>
                  <a:lnTo>
                    <a:pt x="41" y="229"/>
                  </a:lnTo>
                  <a:lnTo>
                    <a:pt x="53" y="195"/>
                  </a:lnTo>
                  <a:lnTo>
                    <a:pt x="67" y="162"/>
                  </a:lnTo>
                  <a:lnTo>
                    <a:pt x="82" y="133"/>
                  </a:lnTo>
                  <a:lnTo>
                    <a:pt x="99" y="106"/>
                  </a:lnTo>
                  <a:lnTo>
                    <a:pt x="118" y="83"/>
                  </a:lnTo>
                  <a:lnTo>
                    <a:pt x="136" y="63"/>
                  </a:lnTo>
                  <a:lnTo>
                    <a:pt x="156" y="44"/>
                  </a:lnTo>
                  <a:lnTo>
                    <a:pt x="179" y="31"/>
                  </a:lnTo>
                  <a:lnTo>
                    <a:pt x="200" y="20"/>
                  </a:lnTo>
                  <a:lnTo>
                    <a:pt x="222" y="15"/>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0338" name="Freeform 65"/>
            <p:cNvSpPr>
              <a:spLocks/>
            </p:cNvSpPr>
            <p:nvPr/>
          </p:nvSpPr>
          <p:spPr bwMode="auto">
            <a:xfrm>
              <a:off x="1384" y="1859"/>
              <a:ext cx="49" cy="84"/>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1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3" y="382"/>
                  </a:lnTo>
                  <a:lnTo>
                    <a:pt x="240" y="339"/>
                  </a:lnTo>
                  <a:lnTo>
                    <a:pt x="234" y="299"/>
                  </a:lnTo>
                  <a:lnTo>
                    <a:pt x="226" y="261"/>
                  </a:lnTo>
                  <a:lnTo>
                    <a:pt x="215" y="222"/>
                  </a:lnTo>
                  <a:lnTo>
                    <a:pt x="204" y="188"/>
                  </a:lnTo>
                  <a:lnTo>
                    <a:pt x="189" y="156"/>
                  </a:lnTo>
                  <a:lnTo>
                    <a:pt x="173" y="125"/>
                  </a:lnTo>
                  <a:lnTo>
                    <a:pt x="155" y="98"/>
                  </a:lnTo>
                  <a:lnTo>
                    <a:pt x="138" y="74"/>
                  </a:lnTo>
                  <a:lnTo>
                    <a:pt x="118" y="51"/>
                  </a:lnTo>
                  <a:lnTo>
                    <a:pt x="96" y="34"/>
                  </a:lnTo>
                  <a:lnTo>
                    <a:pt x="73" y="18"/>
                  </a:lnTo>
                  <a:lnTo>
                    <a:pt x="50" y="8"/>
                  </a:lnTo>
                  <a:lnTo>
                    <a:pt x="25" y="2"/>
                  </a:lnTo>
                  <a:lnTo>
                    <a:pt x="0" y="0"/>
                  </a:lnTo>
                  <a:lnTo>
                    <a:pt x="0" y="11"/>
                  </a:lnTo>
                  <a:lnTo>
                    <a:pt x="23" y="14"/>
                  </a:lnTo>
                  <a:lnTo>
                    <a:pt x="45" y="20"/>
                  </a:lnTo>
                  <a:lnTo>
                    <a:pt x="66" y="30"/>
                  </a:lnTo>
                  <a:lnTo>
                    <a:pt x="89" y="43"/>
                  </a:lnTo>
                  <a:lnTo>
                    <a:pt x="109" y="61"/>
                  </a:lnTo>
                  <a:lnTo>
                    <a:pt x="129" y="81"/>
                  </a:lnTo>
                  <a:lnTo>
                    <a:pt x="146" y="105"/>
                  </a:lnTo>
                  <a:lnTo>
                    <a:pt x="164" y="132"/>
                  </a:lnTo>
                  <a:lnTo>
                    <a:pt x="178" y="160"/>
                  </a:lnTo>
                  <a:lnTo>
                    <a:pt x="192" y="193"/>
                  </a:lnTo>
                  <a:lnTo>
                    <a:pt x="204" y="227"/>
                  </a:lnTo>
                  <a:lnTo>
                    <a:pt x="214" y="264"/>
                  </a:lnTo>
                  <a:lnTo>
                    <a:pt x="222" y="301"/>
                  </a:lnTo>
                  <a:lnTo>
                    <a:pt x="228"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0339" name="Freeform 66"/>
            <p:cNvSpPr>
              <a:spLocks/>
            </p:cNvSpPr>
            <p:nvPr/>
          </p:nvSpPr>
          <p:spPr bwMode="auto">
            <a:xfrm>
              <a:off x="1384" y="1943"/>
              <a:ext cx="49" cy="86"/>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5" y="423"/>
                  </a:lnTo>
                  <a:lnTo>
                    <a:pt x="50" y="418"/>
                  </a:lnTo>
                  <a:lnTo>
                    <a:pt x="73" y="407"/>
                  </a:lnTo>
                  <a:lnTo>
                    <a:pt x="96" y="392"/>
                  </a:lnTo>
                  <a:lnTo>
                    <a:pt x="118" y="374"/>
                  </a:lnTo>
                  <a:lnTo>
                    <a:pt x="138" y="352"/>
                  </a:lnTo>
                  <a:lnTo>
                    <a:pt x="155" y="327"/>
                  </a:lnTo>
                  <a:lnTo>
                    <a:pt x="174" y="300"/>
                  </a:lnTo>
                  <a:lnTo>
                    <a:pt x="189" y="269"/>
                  </a:lnTo>
                  <a:lnTo>
                    <a:pt x="204" y="237"/>
                  </a:lnTo>
                  <a:lnTo>
                    <a:pt x="215" y="202"/>
                  </a:lnTo>
                  <a:lnTo>
                    <a:pt x="226" y="164"/>
                  </a:lnTo>
                  <a:lnTo>
                    <a:pt x="234" y="126"/>
                  </a:lnTo>
                  <a:lnTo>
                    <a:pt x="240" y="86"/>
                  </a:lnTo>
                  <a:lnTo>
                    <a:pt x="243" y="42"/>
                  </a:lnTo>
                  <a:lnTo>
                    <a:pt x="245" y="0"/>
                  </a:lnTo>
                  <a:lnTo>
                    <a:pt x="233" y="0"/>
                  </a:lnTo>
                  <a:lnTo>
                    <a:pt x="232" y="42"/>
                  </a:lnTo>
                  <a:lnTo>
                    <a:pt x="228" y="83"/>
                  </a:lnTo>
                  <a:lnTo>
                    <a:pt x="222" y="123"/>
                  </a:lnTo>
                  <a:lnTo>
                    <a:pt x="214" y="162"/>
                  </a:lnTo>
                  <a:lnTo>
                    <a:pt x="204" y="197"/>
                  </a:lnTo>
                  <a:lnTo>
                    <a:pt x="192" y="232"/>
                  </a:lnTo>
                  <a:lnTo>
                    <a:pt x="178" y="264"/>
                  </a:lnTo>
                  <a:lnTo>
                    <a:pt x="163" y="293"/>
                  </a:lnTo>
                  <a:lnTo>
                    <a:pt x="146" y="320"/>
                  </a:lnTo>
                  <a:lnTo>
                    <a:pt x="129" y="345"/>
                  </a:lnTo>
                  <a:lnTo>
                    <a:pt x="109" y="365"/>
                  </a:lnTo>
                  <a:lnTo>
                    <a:pt x="89" y="382"/>
                  </a:lnTo>
                  <a:lnTo>
                    <a:pt x="66" y="395"/>
                  </a:lnTo>
                  <a:lnTo>
                    <a:pt x="45" y="406"/>
                  </a:lnTo>
                  <a:lnTo>
                    <a:pt x="23"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0340" name="Freeform 67"/>
            <p:cNvSpPr>
              <a:spLocks/>
            </p:cNvSpPr>
            <p:nvPr/>
          </p:nvSpPr>
          <p:spPr bwMode="auto">
            <a:xfrm>
              <a:off x="1335" y="1943"/>
              <a:ext cx="49" cy="86"/>
            </a:xfrm>
            <a:custGeom>
              <a:avLst/>
              <a:gdLst>
                <a:gd name="T0" fmla="*/ 0 w 246"/>
                <a:gd name="T1" fmla="*/ 0 h 426"/>
                <a:gd name="T2" fmla="*/ 0 w 246"/>
                <a:gd name="T3" fmla="*/ 0 h 426"/>
                <a:gd name="T4" fmla="*/ 0 w 246"/>
                <a:gd name="T5" fmla="*/ 0 h 426"/>
                <a:gd name="T6" fmla="*/ 0 w 246"/>
                <a:gd name="T7" fmla="*/ 1 h 426"/>
                <a:gd name="T8" fmla="*/ 0 w 246"/>
                <a:gd name="T9" fmla="*/ 1 h 426"/>
                <a:gd name="T10" fmla="*/ 0 w 246"/>
                <a:gd name="T11" fmla="*/ 1 h 426"/>
                <a:gd name="T12" fmla="*/ 0 w 246"/>
                <a:gd name="T13" fmla="*/ 2 h 426"/>
                <a:gd name="T14" fmla="*/ 0 w 246"/>
                <a:gd name="T15" fmla="*/ 2 h 426"/>
                <a:gd name="T16" fmla="*/ 0 w 246"/>
                <a:gd name="T17" fmla="*/ 2 h 426"/>
                <a:gd name="T18" fmla="*/ 1 w 246"/>
                <a:gd name="T19" fmla="*/ 2 h 426"/>
                <a:gd name="T20" fmla="*/ 1 w 246"/>
                <a:gd name="T21" fmla="*/ 3 h 426"/>
                <a:gd name="T22" fmla="*/ 1 w 246"/>
                <a:gd name="T23" fmla="*/ 3 h 426"/>
                <a:gd name="T24" fmla="*/ 1 w 246"/>
                <a:gd name="T25" fmla="*/ 3 h 426"/>
                <a:gd name="T26" fmla="*/ 1 w 246"/>
                <a:gd name="T27" fmla="*/ 3 h 426"/>
                <a:gd name="T28" fmla="*/ 1 w 246"/>
                <a:gd name="T29" fmla="*/ 3 h 426"/>
                <a:gd name="T30" fmla="*/ 2 w 246"/>
                <a:gd name="T31" fmla="*/ 3 h 426"/>
                <a:gd name="T32" fmla="*/ 2 w 246"/>
                <a:gd name="T33" fmla="*/ 3 h 426"/>
                <a:gd name="T34" fmla="*/ 2 w 246"/>
                <a:gd name="T35" fmla="*/ 3 h 426"/>
                <a:gd name="T36" fmla="*/ 2 w 246"/>
                <a:gd name="T37" fmla="*/ 3 h 426"/>
                <a:gd name="T38" fmla="*/ 2 w 246"/>
                <a:gd name="T39" fmla="*/ 3 h 426"/>
                <a:gd name="T40" fmla="*/ 2 w 246"/>
                <a:gd name="T41" fmla="*/ 3 h 426"/>
                <a:gd name="T42" fmla="*/ 1 w 246"/>
                <a:gd name="T43" fmla="*/ 3 h 426"/>
                <a:gd name="T44" fmla="*/ 1 w 246"/>
                <a:gd name="T45" fmla="*/ 3 h 426"/>
                <a:gd name="T46" fmla="*/ 1 w 246"/>
                <a:gd name="T47" fmla="*/ 3 h 426"/>
                <a:gd name="T48" fmla="*/ 1 w 246"/>
                <a:gd name="T49" fmla="*/ 3 h 426"/>
                <a:gd name="T50" fmla="*/ 1 w 246"/>
                <a:gd name="T51" fmla="*/ 3 h 426"/>
                <a:gd name="T52" fmla="*/ 1 w 246"/>
                <a:gd name="T53" fmla="*/ 2 h 426"/>
                <a:gd name="T54" fmla="*/ 1 w 246"/>
                <a:gd name="T55" fmla="*/ 2 h 426"/>
                <a:gd name="T56" fmla="*/ 0 w 246"/>
                <a:gd name="T57" fmla="*/ 2 h 426"/>
                <a:gd name="T58" fmla="*/ 0 w 246"/>
                <a:gd name="T59" fmla="*/ 2 h 426"/>
                <a:gd name="T60" fmla="*/ 0 w 246"/>
                <a:gd name="T61" fmla="*/ 1 h 426"/>
                <a:gd name="T62" fmla="*/ 0 w 246"/>
                <a:gd name="T63" fmla="*/ 1 h 426"/>
                <a:gd name="T64" fmla="*/ 0 w 246"/>
                <a:gd name="T65" fmla="*/ 1 h 426"/>
                <a:gd name="T66" fmla="*/ 0 w 246"/>
                <a:gd name="T67" fmla="*/ 0 h 426"/>
                <a:gd name="T68" fmla="*/ 0 w 246"/>
                <a:gd name="T69" fmla="*/ 0 h 426"/>
                <a:gd name="T70" fmla="*/ 0 w 246"/>
                <a:gd name="T71" fmla="*/ 0 h 426"/>
                <a:gd name="T72" fmla="*/ 0 w 246"/>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0"/>
                  </a:moveTo>
                  <a:lnTo>
                    <a:pt x="0" y="0"/>
                  </a:lnTo>
                  <a:lnTo>
                    <a:pt x="1" y="42"/>
                  </a:lnTo>
                  <a:lnTo>
                    <a:pt x="4" y="86"/>
                  </a:lnTo>
                  <a:lnTo>
                    <a:pt x="10" y="126"/>
                  </a:lnTo>
                  <a:lnTo>
                    <a:pt x="18" y="164"/>
                  </a:lnTo>
                  <a:lnTo>
                    <a:pt x="29" y="202"/>
                  </a:lnTo>
                  <a:lnTo>
                    <a:pt x="41" y="237"/>
                  </a:lnTo>
                  <a:lnTo>
                    <a:pt x="55" y="269"/>
                  </a:lnTo>
                  <a:lnTo>
                    <a:pt x="71" y="300"/>
                  </a:lnTo>
                  <a:lnTo>
                    <a:pt x="89" y="327"/>
                  </a:lnTo>
                  <a:lnTo>
                    <a:pt x="107" y="352"/>
                  </a:lnTo>
                  <a:lnTo>
                    <a:pt x="127" y="374"/>
                  </a:lnTo>
                  <a:lnTo>
                    <a:pt x="150" y="392"/>
                  </a:lnTo>
                  <a:lnTo>
                    <a:pt x="171" y="407"/>
                  </a:lnTo>
                  <a:lnTo>
                    <a:pt x="195" y="418"/>
                  </a:lnTo>
                  <a:lnTo>
                    <a:pt x="220" y="423"/>
                  </a:lnTo>
                  <a:lnTo>
                    <a:pt x="246" y="426"/>
                  </a:lnTo>
                  <a:lnTo>
                    <a:pt x="246" y="414"/>
                  </a:lnTo>
                  <a:lnTo>
                    <a:pt x="222" y="412"/>
                  </a:lnTo>
                  <a:lnTo>
                    <a:pt x="200" y="406"/>
                  </a:lnTo>
                  <a:lnTo>
                    <a:pt x="178" y="395"/>
                  </a:lnTo>
                  <a:lnTo>
                    <a:pt x="157" y="382"/>
                  </a:lnTo>
                  <a:lnTo>
                    <a:pt x="137" y="365"/>
                  </a:lnTo>
                  <a:lnTo>
                    <a:pt x="117" y="345"/>
                  </a:lnTo>
                  <a:lnTo>
                    <a:pt x="98" y="320"/>
                  </a:lnTo>
                  <a:lnTo>
                    <a:pt x="83" y="293"/>
                  </a:lnTo>
                  <a:lnTo>
                    <a:pt x="66" y="264"/>
                  </a:lnTo>
                  <a:lnTo>
                    <a:pt x="52" y="232"/>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0341" name="Freeform 68"/>
            <p:cNvSpPr>
              <a:spLocks/>
            </p:cNvSpPr>
            <p:nvPr/>
          </p:nvSpPr>
          <p:spPr bwMode="auto">
            <a:xfrm>
              <a:off x="1335" y="1859"/>
              <a:ext cx="49" cy="84"/>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1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0" y="2"/>
                  </a:lnTo>
                  <a:lnTo>
                    <a:pt x="195" y="8"/>
                  </a:lnTo>
                  <a:lnTo>
                    <a:pt x="171" y="18"/>
                  </a:lnTo>
                  <a:lnTo>
                    <a:pt x="150" y="34"/>
                  </a:lnTo>
                  <a:lnTo>
                    <a:pt x="127" y="51"/>
                  </a:lnTo>
                  <a:lnTo>
                    <a:pt x="107" y="74"/>
                  </a:lnTo>
                  <a:lnTo>
                    <a:pt x="89" y="98"/>
                  </a:lnTo>
                  <a:lnTo>
                    <a:pt x="72" y="125"/>
                  </a:lnTo>
                  <a:lnTo>
                    <a:pt x="55" y="156"/>
                  </a:lnTo>
                  <a:lnTo>
                    <a:pt x="41" y="188"/>
                  </a:lnTo>
                  <a:lnTo>
                    <a:pt x="29" y="222"/>
                  </a:lnTo>
                  <a:lnTo>
                    <a:pt x="18" y="261"/>
                  </a:lnTo>
                  <a:lnTo>
                    <a:pt x="10" y="299"/>
                  </a:lnTo>
                  <a:lnTo>
                    <a:pt x="4" y="339"/>
                  </a:lnTo>
                  <a:lnTo>
                    <a:pt x="1" y="382"/>
                  </a:lnTo>
                  <a:lnTo>
                    <a:pt x="0" y="424"/>
                  </a:lnTo>
                  <a:lnTo>
                    <a:pt x="11" y="424"/>
                  </a:lnTo>
                  <a:lnTo>
                    <a:pt x="13" y="382"/>
                  </a:lnTo>
                  <a:lnTo>
                    <a:pt x="16" y="341"/>
                  </a:lnTo>
                  <a:lnTo>
                    <a:pt x="22" y="301"/>
                  </a:lnTo>
                  <a:lnTo>
                    <a:pt x="30" y="264"/>
                  </a:lnTo>
                  <a:lnTo>
                    <a:pt x="41" y="227"/>
                  </a:lnTo>
                  <a:lnTo>
                    <a:pt x="52" y="193"/>
                  </a:lnTo>
                  <a:lnTo>
                    <a:pt x="66" y="160"/>
                  </a:lnTo>
                  <a:lnTo>
                    <a:pt x="82" y="132"/>
                  </a:lnTo>
                  <a:lnTo>
                    <a:pt x="98" y="105"/>
                  </a:lnTo>
                  <a:lnTo>
                    <a:pt x="117" y="81"/>
                  </a:lnTo>
                  <a:lnTo>
                    <a:pt x="137" y="61"/>
                  </a:lnTo>
                  <a:lnTo>
                    <a:pt x="157" y="43"/>
                  </a:lnTo>
                  <a:lnTo>
                    <a:pt x="178" y="30"/>
                  </a:lnTo>
                  <a:lnTo>
                    <a:pt x="200" y="20"/>
                  </a:lnTo>
                  <a:lnTo>
                    <a:pt x="222" y="14"/>
                  </a:lnTo>
                  <a:lnTo>
                    <a:pt x="246" y="11"/>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0342" name="Freeform 69"/>
            <p:cNvSpPr>
              <a:spLocks/>
            </p:cNvSpPr>
            <p:nvPr/>
          </p:nvSpPr>
          <p:spPr bwMode="auto">
            <a:xfrm>
              <a:off x="1552" y="1751"/>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1" y="339"/>
                  </a:lnTo>
                  <a:lnTo>
                    <a:pt x="235" y="299"/>
                  </a:lnTo>
                  <a:lnTo>
                    <a:pt x="226" y="261"/>
                  </a:lnTo>
                  <a:lnTo>
                    <a:pt x="216" y="223"/>
                  </a:lnTo>
                  <a:lnTo>
                    <a:pt x="204" y="189"/>
                  </a:lnTo>
                  <a:lnTo>
                    <a:pt x="190" y="156"/>
                  </a:lnTo>
                  <a:lnTo>
                    <a:pt x="174" y="125"/>
                  </a:lnTo>
                  <a:lnTo>
                    <a:pt x="156" y="98"/>
                  </a:lnTo>
                  <a:lnTo>
                    <a:pt x="137" y="74"/>
                  </a:lnTo>
                  <a:lnTo>
                    <a:pt x="119" y="52"/>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8" y="81"/>
                  </a:lnTo>
                  <a:lnTo>
                    <a:pt x="147" y="105"/>
                  </a:lnTo>
                  <a:lnTo>
                    <a:pt x="164" y="132"/>
                  </a:lnTo>
                  <a:lnTo>
                    <a:pt x="178" y="161"/>
                  </a:lnTo>
                  <a:lnTo>
                    <a:pt x="193" y="193"/>
                  </a:lnTo>
                  <a:lnTo>
                    <a:pt x="204" y="227"/>
                  </a:lnTo>
                  <a:lnTo>
                    <a:pt x="215" y="264"/>
                  </a:lnTo>
                  <a:lnTo>
                    <a:pt x="223" y="301"/>
                  </a:lnTo>
                  <a:lnTo>
                    <a:pt x="229" y="341"/>
                  </a:lnTo>
                  <a:lnTo>
                    <a:pt x="232" y="382"/>
                  </a:lnTo>
                  <a:lnTo>
                    <a:pt x="234"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0343" name="Freeform 70"/>
            <p:cNvSpPr>
              <a:spLocks/>
            </p:cNvSpPr>
            <p:nvPr/>
          </p:nvSpPr>
          <p:spPr bwMode="auto">
            <a:xfrm>
              <a:off x="1552" y="1836"/>
              <a:ext cx="49" cy="85"/>
            </a:xfrm>
            <a:custGeom>
              <a:avLst/>
              <a:gdLst>
                <a:gd name="T0" fmla="*/ 0 w 245"/>
                <a:gd name="T1" fmla="*/ 3 h 425"/>
                <a:gd name="T2" fmla="*/ 0 w 245"/>
                <a:gd name="T3" fmla="*/ 3 h 425"/>
                <a:gd name="T4" fmla="*/ 0 w 245"/>
                <a:gd name="T5" fmla="*/ 3 h 425"/>
                <a:gd name="T6" fmla="*/ 0 w 245"/>
                <a:gd name="T7" fmla="*/ 3 h 425"/>
                <a:gd name="T8" fmla="*/ 1 w 245"/>
                <a:gd name="T9" fmla="*/ 3 h 425"/>
                <a:gd name="T10" fmla="*/ 1 w 245"/>
                <a:gd name="T11" fmla="*/ 3 h 425"/>
                <a:gd name="T12" fmla="*/ 1 w 245"/>
                <a:gd name="T13" fmla="*/ 3 h 425"/>
                <a:gd name="T14" fmla="*/ 1 w 245"/>
                <a:gd name="T15" fmla="*/ 3 h 425"/>
                <a:gd name="T16" fmla="*/ 1 w 245"/>
                <a:gd name="T17" fmla="*/ 3 h 425"/>
                <a:gd name="T18" fmla="*/ 1 w 245"/>
                <a:gd name="T19" fmla="*/ 2 h 425"/>
                <a:gd name="T20" fmla="*/ 2 w 245"/>
                <a:gd name="T21" fmla="*/ 2 h 425"/>
                <a:gd name="T22" fmla="*/ 2 w 245"/>
                <a:gd name="T23" fmla="*/ 2 h 425"/>
                <a:gd name="T24" fmla="*/ 2 w 245"/>
                <a:gd name="T25" fmla="*/ 2 h 425"/>
                <a:gd name="T26" fmla="*/ 2 w 245"/>
                <a:gd name="T27" fmla="*/ 1 h 425"/>
                <a:gd name="T28" fmla="*/ 2 w 245"/>
                <a:gd name="T29" fmla="*/ 1 h 425"/>
                <a:gd name="T30" fmla="*/ 2 w 245"/>
                <a:gd name="T31" fmla="*/ 1 h 425"/>
                <a:gd name="T32" fmla="*/ 2 w 245"/>
                <a:gd name="T33" fmla="*/ 0 h 425"/>
                <a:gd name="T34" fmla="*/ 2 w 245"/>
                <a:gd name="T35" fmla="*/ 0 h 425"/>
                <a:gd name="T36" fmla="*/ 2 w 245"/>
                <a:gd name="T37" fmla="*/ 0 h 425"/>
                <a:gd name="T38" fmla="*/ 2 w 245"/>
                <a:gd name="T39" fmla="*/ 0 h 425"/>
                <a:gd name="T40" fmla="*/ 2 w 245"/>
                <a:gd name="T41" fmla="*/ 1 h 425"/>
                <a:gd name="T42" fmla="*/ 2 w 245"/>
                <a:gd name="T43" fmla="*/ 1 h 425"/>
                <a:gd name="T44" fmla="*/ 2 w 245"/>
                <a:gd name="T45" fmla="*/ 1 h 425"/>
                <a:gd name="T46" fmla="*/ 2 w 245"/>
                <a:gd name="T47" fmla="*/ 2 h 425"/>
                <a:gd name="T48" fmla="*/ 2 w 245"/>
                <a:gd name="T49" fmla="*/ 2 h 425"/>
                <a:gd name="T50" fmla="*/ 1 w 245"/>
                <a:gd name="T51" fmla="*/ 2 h 425"/>
                <a:gd name="T52" fmla="*/ 1 w 245"/>
                <a:gd name="T53" fmla="*/ 2 h 425"/>
                <a:gd name="T54" fmla="*/ 1 w 245"/>
                <a:gd name="T55" fmla="*/ 3 h 425"/>
                <a:gd name="T56" fmla="*/ 1 w 245"/>
                <a:gd name="T57" fmla="*/ 3 h 425"/>
                <a:gd name="T58" fmla="*/ 1 w 245"/>
                <a:gd name="T59" fmla="*/ 3 h 425"/>
                <a:gd name="T60" fmla="*/ 1 w 245"/>
                <a:gd name="T61" fmla="*/ 3 h 425"/>
                <a:gd name="T62" fmla="*/ 1 w 245"/>
                <a:gd name="T63" fmla="*/ 3 h 425"/>
                <a:gd name="T64" fmla="*/ 0 w 245"/>
                <a:gd name="T65" fmla="*/ 3 h 425"/>
                <a:gd name="T66" fmla="*/ 0 w 245"/>
                <a:gd name="T67" fmla="*/ 3 h 425"/>
                <a:gd name="T68" fmla="*/ 0 w 245"/>
                <a:gd name="T69" fmla="*/ 3 h 425"/>
                <a:gd name="T70" fmla="*/ 0 w 245"/>
                <a:gd name="T71" fmla="*/ 3 h 425"/>
                <a:gd name="T72" fmla="*/ 0 w 245"/>
                <a:gd name="T73" fmla="*/ 3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5"/>
                <a:gd name="T113" fmla="*/ 245 w 245"/>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5">
                  <a:moveTo>
                    <a:pt x="0" y="425"/>
                  </a:moveTo>
                  <a:lnTo>
                    <a:pt x="0" y="425"/>
                  </a:lnTo>
                  <a:lnTo>
                    <a:pt x="26" y="422"/>
                  </a:lnTo>
                  <a:lnTo>
                    <a:pt x="51" y="417"/>
                  </a:lnTo>
                  <a:lnTo>
                    <a:pt x="74" y="406"/>
                  </a:lnTo>
                  <a:lnTo>
                    <a:pt x="96" y="391"/>
                  </a:lnTo>
                  <a:lnTo>
                    <a:pt x="119" y="373"/>
                  </a:lnTo>
                  <a:lnTo>
                    <a:pt x="137" y="351"/>
                  </a:lnTo>
                  <a:lnTo>
                    <a:pt x="156" y="326"/>
                  </a:lnTo>
                  <a:lnTo>
                    <a:pt x="174" y="299"/>
                  </a:lnTo>
                  <a:lnTo>
                    <a:pt x="190" y="269"/>
                  </a:lnTo>
                  <a:lnTo>
                    <a:pt x="204" y="236"/>
                  </a:lnTo>
                  <a:lnTo>
                    <a:pt x="216" y="202"/>
                  </a:lnTo>
                  <a:lnTo>
                    <a:pt x="226" y="163"/>
                  </a:lnTo>
                  <a:lnTo>
                    <a:pt x="235" y="126"/>
                  </a:lnTo>
                  <a:lnTo>
                    <a:pt x="241" y="86"/>
                  </a:lnTo>
                  <a:lnTo>
                    <a:pt x="244" y="43"/>
                  </a:lnTo>
                  <a:lnTo>
                    <a:pt x="245" y="0"/>
                  </a:lnTo>
                  <a:lnTo>
                    <a:pt x="234" y="0"/>
                  </a:lnTo>
                  <a:lnTo>
                    <a:pt x="232" y="43"/>
                  </a:lnTo>
                  <a:lnTo>
                    <a:pt x="229" y="84"/>
                  </a:lnTo>
                  <a:lnTo>
                    <a:pt x="223" y="123"/>
                  </a:lnTo>
                  <a:lnTo>
                    <a:pt x="215" y="161"/>
                  </a:lnTo>
                  <a:lnTo>
                    <a:pt x="204" y="197"/>
                  </a:lnTo>
                  <a:lnTo>
                    <a:pt x="193" y="231"/>
                  </a:lnTo>
                  <a:lnTo>
                    <a:pt x="178" y="264"/>
                  </a:lnTo>
                  <a:lnTo>
                    <a:pt x="164" y="292"/>
                  </a:lnTo>
                  <a:lnTo>
                    <a:pt x="147" y="319"/>
                  </a:lnTo>
                  <a:lnTo>
                    <a:pt x="128" y="344"/>
                  </a:lnTo>
                  <a:lnTo>
                    <a:pt x="109" y="364"/>
                  </a:lnTo>
                  <a:lnTo>
                    <a:pt x="89" y="381"/>
                  </a:lnTo>
                  <a:lnTo>
                    <a:pt x="67" y="394"/>
                  </a:lnTo>
                  <a:lnTo>
                    <a:pt x="46" y="405"/>
                  </a:lnTo>
                  <a:lnTo>
                    <a:pt x="24" y="411"/>
                  </a:lnTo>
                  <a:lnTo>
                    <a:pt x="0" y="413"/>
                  </a:lnTo>
                  <a:lnTo>
                    <a:pt x="0" y="425"/>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0344" name="Freeform 71"/>
            <p:cNvSpPr>
              <a:spLocks/>
            </p:cNvSpPr>
            <p:nvPr/>
          </p:nvSpPr>
          <p:spPr bwMode="auto">
            <a:xfrm>
              <a:off x="1502" y="1836"/>
              <a:ext cx="50" cy="85"/>
            </a:xfrm>
            <a:custGeom>
              <a:avLst/>
              <a:gdLst>
                <a:gd name="T0" fmla="*/ 0 w 246"/>
                <a:gd name="T1" fmla="*/ 0 h 425"/>
                <a:gd name="T2" fmla="*/ 0 w 246"/>
                <a:gd name="T3" fmla="*/ 0 h 425"/>
                <a:gd name="T4" fmla="*/ 0 w 246"/>
                <a:gd name="T5" fmla="*/ 0 h 425"/>
                <a:gd name="T6" fmla="*/ 0 w 246"/>
                <a:gd name="T7" fmla="*/ 1 h 425"/>
                <a:gd name="T8" fmla="*/ 0 w 246"/>
                <a:gd name="T9" fmla="*/ 1 h 425"/>
                <a:gd name="T10" fmla="*/ 0 w 246"/>
                <a:gd name="T11" fmla="*/ 1 h 425"/>
                <a:gd name="T12" fmla="*/ 0 w 246"/>
                <a:gd name="T13" fmla="*/ 2 h 425"/>
                <a:gd name="T14" fmla="*/ 0 w 246"/>
                <a:gd name="T15" fmla="*/ 2 h 425"/>
                <a:gd name="T16" fmla="*/ 0 w 246"/>
                <a:gd name="T17" fmla="*/ 2 h 425"/>
                <a:gd name="T18" fmla="*/ 1 w 246"/>
                <a:gd name="T19" fmla="*/ 2 h 425"/>
                <a:gd name="T20" fmla="*/ 1 w 246"/>
                <a:gd name="T21" fmla="*/ 3 h 425"/>
                <a:gd name="T22" fmla="*/ 1 w 246"/>
                <a:gd name="T23" fmla="*/ 3 h 425"/>
                <a:gd name="T24" fmla="*/ 1 w 246"/>
                <a:gd name="T25" fmla="*/ 3 h 425"/>
                <a:gd name="T26" fmla="*/ 1 w 246"/>
                <a:gd name="T27" fmla="*/ 3 h 425"/>
                <a:gd name="T28" fmla="*/ 1 w 246"/>
                <a:gd name="T29" fmla="*/ 3 h 425"/>
                <a:gd name="T30" fmla="*/ 2 w 246"/>
                <a:gd name="T31" fmla="*/ 3 h 425"/>
                <a:gd name="T32" fmla="*/ 2 w 246"/>
                <a:gd name="T33" fmla="*/ 3 h 425"/>
                <a:gd name="T34" fmla="*/ 2 w 246"/>
                <a:gd name="T35" fmla="*/ 3 h 425"/>
                <a:gd name="T36" fmla="*/ 2 w 246"/>
                <a:gd name="T37" fmla="*/ 3 h 425"/>
                <a:gd name="T38" fmla="*/ 2 w 246"/>
                <a:gd name="T39" fmla="*/ 3 h 425"/>
                <a:gd name="T40" fmla="*/ 2 w 246"/>
                <a:gd name="T41" fmla="*/ 3 h 425"/>
                <a:gd name="T42" fmla="*/ 1 w 246"/>
                <a:gd name="T43" fmla="*/ 3 h 425"/>
                <a:gd name="T44" fmla="*/ 1 w 246"/>
                <a:gd name="T45" fmla="*/ 3 h 425"/>
                <a:gd name="T46" fmla="*/ 1 w 246"/>
                <a:gd name="T47" fmla="*/ 3 h 425"/>
                <a:gd name="T48" fmla="*/ 1 w 246"/>
                <a:gd name="T49" fmla="*/ 3 h 425"/>
                <a:gd name="T50" fmla="*/ 1 w 246"/>
                <a:gd name="T51" fmla="*/ 3 h 425"/>
                <a:gd name="T52" fmla="*/ 1 w 246"/>
                <a:gd name="T53" fmla="*/ 2 h 425"/>
                <a:gd name="T54" fmla="*/ 1 w 246"/>
                <a:gd name="T55" fmla="*/ 2 h 425"/>
                <a:gd name="T56" fmla="*/ 0 w 246"/>
                <a:gd name="T57" fmla="*/ 2 h 425"/>
                <a:gd name="T58" fmla="*/ 0 w 246"/>
                <a:gd name="T59" fmla="*/ 2 h 425"/>
                <a:gd name="T60" fmla="*/ 0 w 246"/>
                <a:gd name="T61" fmla="*/ 1 h 425"/>
                <a:gd name="T62" fmla="*/ 0 w 246"/>
                <a:gd name="T63" fmla="*/ 1 h 425"/>
                <a:gd name="T64" fmla="*/ 0 w 246"/>
                <a:gd name="T65" fmla="*/ 1 h 425"/>
                <a:gd name="T66" fmla="*/ 0 w 246"/>
                <a:gd name="T67" fmla="*/ 0 h 425"/>
                <a:gd name="T68" fmla="*/ 0 w 246"/>
                <a:gd name="T69" fmla="*/ 0 h 425"/>
                <a:gd name="T70" fmla="*/ 0 w 246"/>
                <a:gd name="T71" fmla="*/ 0 h 425"/>
                <a:gd name="T72" fmla="*/ 0 w 246"/>
                <a:gd name="T73" fmla="*/ 0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5"/>
                <a:gd name="T113" fmla="*/ 246 w 246"/>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5">
                  <a:moveTo>
                    <a:pt x="0" y="0"/>
                  </a:moveTo>
                  <a:lnTo>
                    <a:pt x="0" y="0"/>
                  </a:lnTo>
                  <a:lnTo>
                    <a:pt x="2" y="43"/>
                  </a:lnTo>
                  <a:lnTo>
                    <a:pt x="5" y="86"/>
                  </a:lnTo>
                  <a:lnTo>
                    <a:pt x="11" y="126"/>
                  </a:lnTo>
                  <a:lnTo>
                    <a:pt x="19" y="163"/>
                  </a:lnTo>
                  <a:lnTo>
                    <a:pt x="30" y="202"/>
                  </a:lnTo>
                  <a:lnTo>
                    <a:pt x="41" y="236"/>
                  </a:lnTo>
                  <a:lnTo>
                    <a:pt x="55" y="269"/>
                  </a:lnTo>
                  <a:lnTo>
                    <a:pt x="73" y="299"/>
                  </a:lnTo>
                  <a:lnTo>
                    <a:pt x="89" y="326"/>
                  </a:lnTo>
                  <a:lnTo>
                    <a:pt x="108" y="351"/>
                  </a:lnTo>
                  <a:lnTo>
                    <a:pt x="128" y="373"/>
                  </a:lnTo>
                  <a:lnTo>
                    <a:pt x="150" y="391"/>
                  </a:lnTo>
                  <a:lnTo>
                    <a:pt x="171" y="406"/>
                  </a:lnTo>
                  <a:lnTo>
                    <a:pt x="196" y="417"/>
                  </a:lnTo>
                  <a:lnTo>
                    <a:pt x="221" y="422"/>
                  </a:lnTo>
                  <a:lnTo>
                    <a:pt x="246" y="425"/>
                  </a:lnTo>
                  <a:lnTo>
                    <a:pt x="246" y="413"/>
                  </a:lnTo>
                  <a:lnTo>
                    <a:pt x="223" y="411"/>
                  </a:lnTo>
                  <a:lnTo>
                    <a:pt x="201" y="405"/>
                  </a:lnTo>
                  <a:lnTo>
                    <a:pt x="178" y="394"/>
                  </a:lnTo>
                  <a:lnTo>
                    <a:pt x="157" y="381"/>
                  </a:lnTo>
                  <a:lnTo>
                    <a:pt x="137" y="364"/>
                  </a:lnTo>
                  <a:lnTo>
                    <a:pt x="117" y="344"/>
                  </a:lnTo>
                  <a:lnTo>
                    <a:pt x="99" y="319"/>
                  </a:lnTo>
                  <a:lnTo>
                    <a:pt x="82" y="292"/>
                  </a:lnTo>
                  <a:lnTo>
                    <a:pt x="67" y="264"/>
                  </a:lnTo>
                  <a:lnTo>
                    <a:pt x="53" y="231"/>
                  </a:lnTo>
                  <a:lnTo>
                    <a:pt x="41" y="197"/>
                  </a:lnTo>
                  <a:lnTo>
                    <a:pt x="31" y="161"/>
                  </a:lnTo>
                  <a:lnTo>
                    <a:pt x="23" y="123"/>
                  </a:lnTo>
                  <a:lnTo>
                    <a:pt x="17" y="84"/>
                  </a:lnTo>
                  <a:lnTo>
                    <a:pt x="13" y="4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0345" name="Freeform 72"/>
            <p:cNvSpPr>
              <a:spLocks/>
            </p:cNvSpPr>
            <p:nvPr/>
          </p:nvSpPr>
          <p:spPr bwMode="auto">
            <a:xfrm>
              <a:off x="1502" y="1751"/>
              <a:ext cx="50" cy="85"/>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2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1" y="2"/>
                  </a:lnTo>
                  <a:lnTo>
                    <a:pt x="196" y="8"/>
                  </a:lnTo>
                  <a:lnTo>
                    <a:pt x="171" y="19"/>
                  </a:lnTo>
                  <a:lnTo>
                    <a:pt x="150" y="34"/>
                  </a:lnTo>
                  <a:lnTo>
                    <a:pt x="128" y="52"/>
                  </a:lnTo>
                  <a:lnTo>
                    <a:pt x="108" y="74"/>
                  </a:lnTo>
                  <a:lnTo>
                    <a:pt x="89" y="98"/>
                  </a:lnTo>
                  <a:lnTo>
                    <a:pt x="73" y="125"/>
                  </a:lnTo>
                  <a:lnTo>
                    <a:pt x="55" y="156"/>
                  </a:lnTo>
                  <a:lnTo>
                    <a:pt x="41" y="189"/>
                  </a:lnTo>
                  <a:lnTo>
                    <a:pt x="30" y="223"/>
                  </a:lnTo>
                  <a:lnTo>
                    <a:pt x="19" y="261"/>
                  </a:lnTo>
                  <a:lnTo>
                    <a:pt x="11" y="299"/>
                  </a:lnTo>
                  <a:lnTo>
                    <a:pt x="5" y="339"/>
                  </a:lnTo>
                  <a:lnTo>
                    <a:pt x="2" y="382"/>
                  </a:lnTo>
                  <a:lnTo>
                    <a:pt x="0" y="424"/>
                  </a:lnTo>
                  <a:lnTo>
                    <a:pt x="12" y="424"/>
                  </a:lnTo>
                  <a:lnTo>
                    <a:pt x="13" y="382"/>
                  </a:lnTo>
                  <a:lnTo>
                    <a:pt x="17" y="341"/>
                  </a:lnTo>
                  <a:lnTo>
                    <a:pt x="23" y="301"/>
                  </a:lnTo>
                  <a:lnTo>
                    <a:pt x="31" y="264"/>
                  </a:lnTo>
                  <a:lnTo>
                    <a:pt x="41" y="227"/>
                  </a:lnTo>
                  <a:lnTo>
                    <a:pt x="53" y="193"/>
                  </a:lnTo>
                  <a:lnTo>
                    <a:pt x="67" y="161"/>
                  </a:lnTo>
                  <a:lnTo>
                    <a:pt x="82" y="132"/>
                  </a:lnTo>
                  <a:lnTo>
                    <a:pt x="99" y="105"/>
                  </a:lnTo>
                  <a:lnTo>
                    <a:pt x="117" y="81"/>
                  </a:lnTo>
                  <a:lnTo>
                    <a:pt x="137" y="61"/>
                  </a:lnTo>
                  <a:lnTo>
                    <a:pt x="157" y="43"/>
                  </a:lnTo>
                  <a:lnTo>
                    <a:pt x="178" y="30"/>
                  </a:lnTo>
                  <a:lnTo>
                    <a:pt x="201" y="20"/>
                  </a:lnTo>
                  <a:lnTo>
                    <a:pt x="223" y="14"/>
                  </a:lnTo>
                  <a:lnTo>
                    <a:pt x="246" y="12"/>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0346" name="Freeform 73"/>
            <p:cNvSpPr>
              <a:spLocks/>
            </p:cNvSpPr>
            <p:nvPr/>
          </p:nvSpPr>
          <p:spPr bwMode="auto">
            <a:xfrm>
              <a:off x="1565" y="2016"/>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0" y="339"/>
                  </a:lnTo>
                  <a:lnTo>
                    <a:pt x="234" y="299"/>
                  </a:lnTo>
                  <a:lnTo>
                    <a:pt x="226" y="261"/>
                  </a:lnTo>
                  <a:lnTo>
                    <a:pt x="216" y="223"/>
                  </a:lnTo>
                  <a:lnTo>
                    <a:pt x="204" y="189"/>
                  </a:lnTo>
                  <a:lnTo>
                    <a:pt x="190" y="156"/>
                  </a:lnTo>
                  <a:lnTo>
                    <a:pt x="174" y="125"/>
                  </a:lnTo>
                  <a:lnTo>
                    <a:pt x="156" y="98"/>
                  </a:lnTo>
                  <a:lnTo>
                    <a:pt x="138" y="74"/>
                  </a:lnTo>
                  <a:lnTo>
                    <a:pt x="118" y="51"/>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9" y="81"/>
                  </a:lnTo>
                  <a:lnTo>
                    <a:pt x="147" y="105"/>
                  </a:lnTo>
                  <a:lnTo>
                    <a:pt x="164" y="132"/>
                  </a:lnTo>
                  <a:lnTo>
                    <a:pt x="178" y="160"/>
                  </a:lnTo>
                  <a:lnTo>
                    <a:pt x="192" y="193"/>
                  </a:lnTo>
                  <a:lnTo>
                    <a:pt x="204" y="227"/>
                  </a:lnTo>
                  <a:lnTo>
                    <a:pt x="215" y="264"/>
                  </a:lnTo>
                  <a:lnTo>
                    <a:pt x="223" y="301"/>
                  </a:lnTo>
                  <a:lnTo>
                    <a:pt x="229"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0347" name="Freeform 74"/>
            <p:cNvSpPr>
              <a:spLocks/>
            </p:cNvSpPr>
            <p:nvPr/>
          </p:nvSpPr>
          <p:spPr bwMode="auto">
            <a:xfrm>
              <a:off x="1565" y="2101"/>
              <a:ext cx="49" cy="85"/>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6" y="423"/>
                  </a:lnTo>
                  <a:lnTo>
                    <a:pt x="51" y="418"/>
                  </a:lnTo>
                  <a:lnTo>
                    <a:pt x="74" y="407"/>
                  </a:lnTo>
                  <a:lnTo>
                    <a:pt x="96" y="392"/>
                  </a:lnTo>
                  <a:lnTo>
                    <a:pt x="118" y="373"/>
                  </a:lnTo>
                  <a:lnTo>
                    <a:pt x="138" y="351"/>
                  </a:lnTo>
                  <a:lnTo>
                    <a:pt x="156" y="327"/>
                  </a:lnTo>
                  <a:lnTo>
                    <a:pt x="175" y="299"/>
                  </a:lnTo>
                  <a:lnTo>
                    <a:pt x="190" y="269"/>
                  </a:lnTo>
                  <a:lnTo>
                    <a:pt x="204" y="236"/>
                  </a:lnTo>
                  <a:lnTo>
                    <a:pt x="216" y="202"/>
                  </a:lnTo>
                  <a:lnTo>
                    <a:pt x="226" y="164"/>
                  </a:lnTo>
                  <a:lnTo>
                    <a:pt x="234" y="126"/>
                  </a:lnTo>
                  <a:lnTo>
                    <a:pt x="240" y="86"/>
                  </a:lnTo>
                  <a:lnTo>
                    <a:pt x="244" y="42"/>
                  </a:lnTo>
                  <a:lnTo>
                    <a:pt x="245" y="0"/>
                  </a:lnTo>
                  <a:lnTo>
                    <a:pt x="233" y="0"/>
                  </a:lnTo>
                  <a:lnTo>
                    <a:pt x="232" y="42"/>
                  </a:lnTo>
                  <a:lnTo>
                    <a:pt x="229" y="83"/>
                  </a:lnTo>
                  <a:lnTo>
                    <a:pt x="223" y="123"/>
                  </a:lnTo>
                  <a:lnTo>
                    <a:pt x="215" y="162"/>
                  </a:lnTo>
                  <a:lnTo>
                    <a:pt x="204" y="197"/>
                  </a:lnTo>
                  <a:lnTo>
                    <a:pt x="192" y="231"/>
                  </a:lnTo>
                  <a:lnTo>
                    <a:pt x="178" y="264"/>
                  </a:lnTo>
                  <a:lnTo>
                    <a:pt x="163" y="292"/>
                  </a:lnTo>
                  <a:lnTo>
                    <a:pt x="147" y="320"/>
                  </a:lnTo>
                  <a:lnTo>
                    <a:pt x="129" y="344"/>
                  </a:lnTo>
                  <a:lnTo>
                    <a:pt x="109" y="364"/>
                  </a:lnTo>
                  <a:lnTo>
                    <a:pt x="89" y="382"/>
                  </a:lnTo>
                  <a:lnTo>
                    <a:pt x="67" y="395"/>
                  </a:lnTo>
                  <a:lnTo>
                    <a:pt x="46" y="406"/>
                  </a:lnTo>
                  <a:lnTo>
                    <a:pt x="24"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0348" name="Freeform 75"/>
            <p:cNvSpPr>
              <a:spLocks/>
            </p:cNvSpPr>
            <p:nvPr/>
          </p:nvSpPr>
          <p:spPr bwMode="auto">
            <a:xfrm>
              <a:off x="1516" y="2101"/>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5" y="86"/>
                  </a:lnTo>
                  <a:lnTo>
                    <a:pt x="11" y="126"/>
                  </a:lnTo>
                  <a:lnTo>
                    <a:pt x="19" y="164"/>
                  </a:lnTo>
                  <a:lnTo>
                    <a:pt x="30" y="202"/>
                  </a:lnTo>
                  <a:lnTo>
                    <a:pt x="41" y="236"/>
                  </a:lnTo>
                  <a:lnTo>
                    <a:pt x="55" y="269"/>
                  </a:lnTo>
                  <a:lnTo>
                    <a:pt x="71" y="299"/>
                  </a:lnTo>
                  <a:lnTo>
                    <a:pt x="89" y="327"/>
                  </a:lnTo>
                  <a:lnTo>
                    <a:pt x="107" y="351"/>
                  </a:lnTo>
                  <a:lnTo>
                    <a:pt x="127" y="373"/>
                  </a:lnTo>
                  <a:lnTo>
                    <a:pt x="149" y="392"/>
                  </a:lnTo>
                  <a:lnTo>
                    <a:pt x="171" y="407"/>
                  </a:lnTo>
                  <a:lnTo>
                    <a:pt x="195" y="418"/>
                  </a:lnTo>
                  <a:lnTo>
                    <a:pt x="219" y="423"/>
                  </a:lnTo>
                  <a:lnTo>
                    <a:pt x="245" y="426"/>
                  </a:lnTo>
                  <a:lnTo>
                    <a:pt x="245" y="414"/>
                  </a:lnTo>
                  <a:lnTo>
                    <a:pt x="222" y="412"/>
                  </a:lnTo>
                  <a:lnTo>
                    <a:pt x="199" y="406"/>
                  </a:lnTo>
                  <a:lnTo>
                    <a:pt x="178" y="395"/>
                  </a:lnTo>
                  <a:lnTo>
                    <a:pt x="156" y="382"/>
                  </a:lnTo>
                  <a:lnTo>
                    <a:pt x="136" y="364"/>
                  </a:lnTo>
                  <a:lnTo>
                    <a:pt x="116" y="344"/>
                  </a:lnTo>
                  <a:lnTo>
                    <a:pt x="99" y="320"/>
                  </a:lnTo>
                  <a:lnTo>
                    <a:pt x="82" y="292"/>
                  </a:lnTo>
                  <a:lnTo>
                    <a:pt x="67" y="264"/>
                  </a:lnTo>
                  <a:lnTo>
                    <a:pt x="53" y="231"/>
                  </a:lnTo>
                  <a:lnTo>
                    <a:pt x="41" y="197"/>
                  </a:lnTo>
                  <a:lnTo>
                    <a:pt x="31" y="162"/>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0349" name="Freeform 76"/>
            <p:cNvSpPr>
              <a:spLocks/>
            </p:cNvSpPr>
            <p:nvPr/>
          </p:nvSpPr>
          <p:spPr bwMode="auto">
            <a:xfrm>
              <a:off x="1516" y="2016"/>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5" y="8"/>
                  </a:lnTo>
                  <a:lnTo>
                    <a:pt x="171" y="19"/>
                  </a:lnTo>
                  <a:lnTo>
                    <a:pt x="149" y="34"/>
                  </a:lnTo>
                  <a:lnTo>
                    <a:pt x="127" y="51"/>
                  </a:lnTo>
                  <a:lnTo>
                    <a:pt x="107" y="74"/>
                  </a:lnTo>
                  <a:lnTo>
                    <a:pt x="89" y="98"/>
                  </a:lnTo>
                  <a:lnTo>
                    <a:pt x="72" y="125"/>
                  </a:lnTo>
                  <a:lnTo>
                    <a:pt x="55" y="156"/>
                  </a:lnTo>
                  <a:lnTo>
                    <a:pt x="41" y="189"/>
                  </a:lnTo>
                  <a:lnTo>
                    <a:pt x="30" y="223"/>
                  </a:lnTo>
                  <a:lnTo>
                    <a:pt x="19" y="261"/>
                  </a:lnTo>
                  <a:lnTo>
                    <a:pt x="11" y="299"/>
                  </a:lnTo>
                  <a:lnTo>
                    <a:pt x="5" y="339"/>
                  </a:lnTo>
                  <a:lnTo>
                    <a:pt x="1" y="382"/>
                  </a:lnTo>
                  <a:lnTo>
                    <a:pt x="0" y="424"/>
                  </a:lnTo>
                  <a:lnTo>
                    <a:pt x="12" y="424"/>
                  </a:lnTo>
                  <a:lnTo>
                    <a:pt x="13" y="382"/>
                  </a:lnTo>
                  <a:lnTo>
                    <a:pt x="17" y="341"/>
                  </a:lnTo>
                  <a:lnTo>
                    <a:pt x="23" y="301"/>
                  </a:lnTo>
                  <a:lnTo>
                    <a:pt x="31" y="264"/>
                  </a:lnTo>
                  <a:lnTo>
                    <a:pt x="41" y="227"/>
                  </a:lnTo>
                  <a:lnTo>
                    <a:pt x="53" y="193"/>
                  </a:lnTo>
                  <a:lnTo>
                    <a:pt x="67" y="160"/>
                  </a:lnTo>
                  <a:lnTo>
                    <a:pt x="81" y="132"/>
                  </a:lnTo>
                  <a:lnTo>
                    <a:pt x="99" y="105"/>
                  </a:lnTo>
                  <a:lnTo>
                    <a:pt x="116" y="81"/>
                  </a:lnTo>
                  <a:lnTo>
                    <a:pt x="136" y="61"/>
                  </a:lnTo>
                  <a:lnTo>
                    <a:pt x="156" y="43"/>
                  </a:lnTo>
                  <a:lnTo>
                    <a:pt x="178" y="30"/>
                  </a:lnTo>
                  <a:lnTo>
                    <a:pt x="199" y="20"/>
                  </a:lnTo>
                  <a:lnTo>
                    <a:pt x="222"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sp>
        <p:nvSpPr>
          <p:cNvPr id="140297" name="Rectangle 78"/>
          <p:cNvSpPr>
            <a:spLocks noChangeArrowheads="1"/>
          </p:cNvSpPr>
          <p:nvPr/>
        </p:nvSpPr>
        <p:spPr bwMode="auto">
          <a:xfrm>
            <a:off x="611188" y="0"/>
            <a:ext cx="6388100" cy="6477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3000"/>
              <a:t>Sem. 3 - Lundi</a:t>
            </a:r>
          </a:p>
        </p:txBody>
      </p:sp>
      <p:sp>
        <p:nvSpPr>
          <p:cNvPr id="140298" name="Text Box 79"/>
          <p:cNvSpPr txBox="1">
            <a:spLocks noChangeArrowheads="1"/>
          </p:cNvSpPr>
          <p:nvPr/>
        </p:nvSpPr>
        <p:spPr bwMode="auto">
          <a:xfrm>
            <a:off x="566738" y="5211763"/>
            <a:ext cx="6543675" cy="4429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eaLnBrk="1" hangingPunct="1">
              <a:spcBef>
                <a:spcPct val="0"/>
              </a:spcBef>
              <a:buFontTx/>
              <a:buNone/>
            </a:pPr>
            <a:r>
              <a:rPr lang="fr-FR" altLang="fr-FR" sz="2300"/>
              <a:t>4. Pointez la production sur votre feuille de suivi</a:t>
            </a:r>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41314" name="Group 2"/>
          <p:cNvGrpSpPr>
            <a:grpSpLocks/>
          </p:cNvGrpSpPr>
          <p:nvPr/>
        </p:nvGrpSpPr>
        <p:grpSpPr bwMode="auto">
          <a:xfrm>
            <a:off x="7073900" y="215900"/>
            <a:ext cx="1878013" cy="1250950"/>
            <a:chOff x="4456" y="136"/>
            <a:chExt cx="1183" cy="788"/>
          </a:xfrm>
        </p:grpSpPr>
        <p:grpSp>
          <p:nvGrpSpPr>
            <p:cNvPr id="141374" name="Group 3"/>
            <p:cNvGrpSpPr>
              <a:grpSpLocks/>
            </p:cNvGrpSpPr>
            <p:nvPr/>
          </p:nvGrpSpPr>
          <p:grpSpPr bwMode="auto">
            <a:xfrm>
              <a:off x="4766" y="232"/>
              <a:ext cx="873" cy="692"/>
              <a:chOff x="2185" y="310"/>
              <a:chExt cx="873" cy="692"/>
            </a:xfrm>
          </p:grpSpPr>
          <p:sp>
            <p:nvSpPr>
              <p:cNvPr id="141385" name="Freeform 4"/>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accent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1386" name="Freeform 5"/>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1387" name="Freeform 6"/>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1388" name="Freeform 7"/>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1389" name="Freeform 8"/>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1390" name="Freeform 9"/>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1391" name="Freeform 10"/>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grpSp>
          <p:nvGrpSpPr>
            <p:cNvPr id="141375" name="Group 11"/>
            <p:cNvGrpSpPr>
              <a:grpSpLocks/>
            </p:cNvGrpSpPr>
            <p:nvPr/>
          </p:nvGrpSpPr>
          <p:grpSpPr bwMode="auto">
            <a:xfrm>
              <a:off x="4949" y="336"/>
              <a:ext cx="591" cy="468"/>
              <a:chOff x="2185" y="310"/>
              <a:chExt cx="873" cy="692"/>
            </a:xfrm>
          </p:grpSpPr>
          <p:sp>
            <p:nvSpPr>
              <p:cNvPr id="141378" name="Freeform 12"/>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1379" name="Freeform 13"/>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1380" name="Freeform 14"/>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1381" name="Freeform 15"/>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1382" name="Freeform 16"/>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1383" name="Freeform 17"/>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1384" name="Freeform 18"/>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pic>
          <p:nvPicPr>
            <p:cNvPr id="141376" name="Picture 19"/>
            <p:cNvPicPr>
              <a:picLocks noChangeAspect="1" noChangeArrowheads="1"/>
            </p:cNvPicPr>
            <p:nvPr/>
          </p:nvPicPr>
          <p:blipFill>
            <a:blip r:embed="rId3" cstate="print">
              <a:extLst>
                <a:ext uri="{28A0092B-C50C-407E-A947-70E740481C1C}">
                  <a14:useLocalDpi xmlns:a14="http://schemas.microsoft.com/office/drawing/2010/main" val="0"/>
                </a:ext>
              </a:extLst>
            </a:blip>
            <a:srcRect l="-4282" t="-4369" r="-5199" b="-12012"/>
            <a:stretch>
              <a:fillRect/>
            </a:stretch>
          </p:blipFill>
          <p:spPr bwMode="auto">
            <a:xfrm>
              <a:off x="4456" y="136"/>
              <a:ext cx="480" cy="5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41377" name="Text Box 20"/>
            <p:cNvSpPr txBox="1">
              <a:spLocks noChangeArrowheads="1"/>
            </p:cNvSpPr>
            <p:nvPr/>
          </p:nvSpPr>
          <p:spPr bwMode="auto">
            <a:xfrm>
              <a:off x="5066" y="314"/>
              <a:ext cx="356" cy="49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4500" b="1">
                  <a:solidFill>
                    <a:srgbClr val="FF0000"/>
                  </a:solidFill>
                  <a:latin typeface="Arial Black" pitchFamily="34" charset="0"/>
                </a:rPr>
                <a:t>3</a:t>
              </a:r>
              <a:endParaRPr lang="fr-FR" altLang="fr-FR" sz="3200">
                <a:solidFill>
                  <a:schemeClr val="tx1"/>
                </a:solidFill>
                <a:latin typeface="Arial Black" pitchFamily="34" charset="0"/>
              </a:endParaRPr>
            </a:p>
          </p:txBody>
        </p:sp>
      </p:grpSp>
      <p:sp>
        <p:nvSpPr>
          <p:cNvPr id="141316" name="Text Box 22"/>
          <p:cNvSpPr txBox="1">
            <a:spLocks noChangeArrowheads="1"/>
          </p:cNvSpPr>
          <p:nvPr/>
        </p:nvSpPr>
        <p:spPr bwMode="auto">
          <a:xfrm>
            <a:off x="566738" y="1363663"/>
            <a:ext cx="1946275"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1. Tirez le dé</a:t>
            </a:r>
          </a:p>
        </p:txBody>
      </p:sp>
      <p:sp>
        <p:nvSpPr>
          <p:cNvPr id="141317" name="Text Box 23"/>
          <p:cNvSpPr txBox="1">
            <a:spLocks noChangeArrowheads="1"/>
          </p:cNvSpPr>
          <p:nvPr/>
        </p:nvSpPr>
        <p:spPr bwMode="auto">
          <a:xfrm>
            <a:off x="566738" y="3935413"/>
            <a:ext cx="18796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3. Produisez</a:t>
            </a:r>
          </a:p>
        </p:txBody>
      </p:sp>
      <p:grpSp>
        <p:nvGrpSpPr>
          <p:cNvPr id="141318" name="Group 24"/>
          <p:cNvGrpSpPr>
            <a:grpSpLocks/>
          </p:cNvGrpSpPr>
          <p:nvPr/>
        </p:nvGrpSpPr>
        <p:grpSpPr bwMode="auto">
          <a:xfrm>
            <a:off x="2986088" y="1306513"/>
            <a:ext cx="446087" cy="534987"/>
            <a:chOff x="868" y="1439"/>
            <a:chExt cx="811" cy="972"/>
          </a:xfrm>
        </p:grpSpPr>
        <p:sp>
          <p:nvSpPr>
            <p:cNvPr id="141323" name="Freeform 25"/>
            <p:cNvSpPr>
              <a:spLocks/>
            </p:cNvSpPr>
            <p:nvPr/>
          </p:nvSpPr>
          <p:spPr bwMode="auto">
            <a:xfrm>
              <a:off x="1548" y="2014"/>
              <a:ext cx="123" cy="100"/>
            </a:xfrm>
            <a:custGeom>
              <a:avLst/>
              <a:gdLst>
                <a:gd name="T0" fmla="*/ 5 w 618"/>
                <a:gd name="T1" fmla="*/ 0 h 502"/>
                <a:gd name="T2" fmla="*/ 5 w 618"/>
                <a:gd name="T3" fmla="*/ 0 h 502"/>
                <a:gd name="T4" fmla="*/ 0 w 618"/>
                <a:gd name="T5" fmla="*/ 4 h 502"/>
                <a:gd name="T6" fmla="*/ 0 w 618"/>
                <a:gd name="T7" fmla="*/ 4 h 502"/>
                <a:gd name="T8" fmla="*/ 5 w 618"/>
                <a:gd name="T9" fmla="*/ 0 h 502"/>
                <a:gd name="T10" fmla="*/ 5 w 618"/>
                <a:gd name="T11" fmla="*/ 0 h 502"/>
                <a:gd name="T12" fmla="*/ 5 w 618"/>
                <a:gd name="T13" fmla="*/ 0 h 502"/>
                <a:gd name="T14" fmla="*/ 5 w 618"/>
                <a:gd name="T15" fmla="*/ 0 h 502"/>
                <a:gd name="T16" fmla="*/ 5 w 618"/>
                <a:gd name="T17" fmla="*/ 0 h 502"/>
                <a:gd name="T18" fmla="*/ 5 w 618"/>
                <a:gd name="T19" fmla="*/ 0 h 502"/>
                <a:gd name="T20" fmla="*/ 5 w 618"/>
                <a:gd name="T21" fmla="*/ 0 h 502"/>
                <a:gd name="T22" fmla="*/ 5 w 618"/>
                <a:gd name="T23" fmla="*/ 0 h 502"/>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618"/>
                <a:gd name="T37" fmla="*/ 0 h 502"/>
                <a:gd name="T38" fmla="*/ 618 w 618"/>
                <a:gd name="T39" fmla="*/ 502 h 502"/>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618" h="502">
                  <a:moveTo>
                    <a:pt x="611" y="0"/>
                  </a:moveTo>
                  <a:lnTo>
                    <a:pt x="606" y="2"/>
                  </a:lnTo>
                  <a:lnTo>
                    <a:pt x="0" y="490"/>
                  </a:lnTo>
                  <a:lnTo>
                    <a:pt x="10" y="502"/>
                  </a:lnTo>
                  <a:lnTo>
                    <a:pt x="616" y="14"/>
                  </a:lnTo>
                  <a:lnTo>
                    <a:pt x="611" y="16"/>
                  </a:lnTo>
                  <a:lnTo>
                    <a:pt x="616" y="14"/>
                  </a:lnTo>
                  <a:lnTo>
                    <a:pt x="618" y="9"/>
                  </a:lnTo>
                  <a:lnTo>
                    <a:pt x="617" y="3"/>
                  </a:lnTo>
                  <a:lnTo>
                    <a:pt x="612" y="1"/>
                  </a:lnTo>
                  <a:lnTo>
                    <a:pt x="606" y="2"/>
                  </a:lnTo>
                  <a:lnTo>
                    <a:pt x="611"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1324" name="Freeform 26"/>
            <p:cNvSpPr>
              <a:spLocks/>
            </p:cNvSpPr>
            <p:nvPr/>
          </p:nvSpPr>
          <p:spPr bwMode="auto">
            <a:xfrm>
              <a:off x="876" y="1852"/>
              <a:ext cx="82" cy="373"/>
            </a:xfrm>
            <a:custGeom>
              <a:avLst/>
              <a:gdLst>
                <a:gd name="T0" fmla="*/ 3 w 413"/>
                <a:gd name="T1" fmla="*/ 15 h 1865"/>
                <a:gd name="T2" fmla="*/ 3 w 413"/>
                <a:gd name="T3" fmla="*/ 15 h 1865"/>
                <a:gd name="T4" fmla="*/ 0 w 413"/>
                <a:gd name="T5" fmla="*/ 0 h 1865"/>
                <a:gd name="T6" fmla="*/ 0 w 413"/>
                <a:gd name="T7" fmla="*/ 0 h 1865"/>
                <a:gd name="T8" fmla="*/ 3 w 413"/>
                <a:gd name="T9" fmla="*/ 15 h 1865"/>
                <a:gd name="T10" fmla="*/ 3 w 413"/>
                <a:gd name="T11" fmla="*/ 15 h 1865"/>
                <a:gd name="T12" fmla="*/ 3 w 413"/>
                <a:gd name="T13" fmla="*/ 15 h 1865"/>
                <a:gd name="T14" fmla="*/ 3 w 413"/>
                <a:gd name="T15" fmla="*/ 15 h 1865"/>
                <a:gd name="T16" fmla="*/ 3 w 413"/>
                <a:gd name="T17" fmla="*/ 15 h 1865"/>
                <a:gd name="T18" fmla="*/ 3 w 413"/>
                <a:gd name="T19" fmla="*/ 15 h 1865"/>
                <a:gd name="T20" fmla="*/ 3 w 413"/>
                <a:gd name="T21" fmla="*/ 15 h 1865"/>
                <a:gd name="T22" fmla="*/ 3 w 413"/>
                <a:gd name="T23" fmla="*/ 15 h 186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413"/>
                <a:gd name="T37" fmla="*/ 0 h 1865"/>
                <a:gd name="T38" fmla="*/ 413 w 413"/>
                <a:gd name="T39" fmla="*/ 1865 h 1865"/>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413" h="1865">
                  <a:moveTo>
                    <a:pt x="400" y="1864"/>
                  </a:moveTo>
                  <a:lnTo>
                    <a:pt x="413" y="1856"/>
                  </a:lnTo>
                  <a:lnTo>
                    <a:pt x="17" y="0"/>
                  </a:lnTo>
                  <a:lnTo>
                    <a:pt x="0" y="2"/>
                  </a:lnTo>
                  <a:lnTo>
                    <a:pt x="396" y="1858"/>
                  </a:lnTo>
                  <a:lnTo>
                    <a:pt x="409" y="1850"/>
                  </a:lnTo>
                  <a:lnTo>
                    <a:pt x="396" y="1858"/>
                  </a:lnTo>
                  <a:lnTo>
                    <a:pt x="400" y="1864"/>
                  </a:lnTo>
                  <a:lnTo>
                    <a:pt x="406" y="1865"/>
                  </a:lnTo>
                  <a:lnTo>
                    <a:pt x="410" y="1862"/>
                  </a:lnTo>
                  <a:lnTo>
                    <a:pt x="413" y="1856"/>
                  </a:lnTo>
                  <a:lnTo>
                    <a:pt x="400" y="186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1325" name="Freeform 27"/>
            <p:cNvSpPr>
              <a:spLocks/>
            </p:cNvSpPr>
            <p:nvPr/>
          </p:nvSpPr>
          <p:spPr bwMode="auto">
            <a:xfrm>
              <a:off x="1282" y="1533"/>
              <a:ext cx="35" cy="161"/>
            </a:xfrm>
            <a:custGeom>
              <a:avLst/>
              <a:gdLst>
                <a:gd name="T0" fmla="*/ 1 w 175"/>
                <a:gd name="T1" fmla="*/ 6 h 807"/>
                <a:gd name="T2" fmla="*/ 1 w 175"/>
                <a:gd name="T3" fmla="*/ 6 h 807"/>
                <a:gd name="T4" fmla="*/ 1 w 175"/>
                <a:gd name="T5" fmla="*/ 6 h 807"/>
                <a:gd name="T6" fmla="*/ 1 w 175"/>
                <a:gd name="T7" fmla="*/ 5 h 807"/>
                <a:gd name="T8" fmla="*/ 1 w 175"/>
                <a:gd name="T9" fmla="*/ 5 h 807"/>
                <a:gd name="T10" fmla="*/ 1 w 175"/>
                <a:gd name="T11" fmla="*/ 5 h 807"/>
                <a:gd name="T12" fmla="*/ 1 w 175"/>
                <a:gd name="T13" fmla="*/ 4 h 807"/>
                <a:gd name="T14" fmla="*/ 1 w 175"/>
                <a:gd name="T15" fmla="*/ 4 h 807"/>
                <a:gd name="T16" fmla="*/ 1 w 175"/>
                <a:gd name="T17" fmla="*/ 3 h 807"/>
                <a:gd name="T18" fmla="*/ 1 w 175"/>
                <a:gd name="T19" fmla="*/ 3 h 807"/>
                <a:gd name="T20" fmla="*/ 1 w 175"/>
                <a:gd name="T21" fmla="*/ 3 h 807"/>
                <a:gd name="T22" fmla="*/ 1 w 175"/>
                <a:gd name="T23" fmla="*/ 2 h 807"/>
                <a:gd name="T24" fmla="*/ 1 w 175"/>
                <a:gd name="T25" fmla="*/ 2 h 807"/>
                <a:gd name="T26" fmla="*/ 1 w 175"/>
                <a:gd name="T27" fmla="*/ 2 h 807"/>
                <a:gd name="T28" fmla="*/ 1 w 175"/>
                <a:gd name="T29" fmla="*/ 1 h 807"/>
                <a:gd name="T30" fmla="*/ 1 w 175"/>
                <a:gd name="T31" fmla="*/ 1 h 807"/>
                <a:gd name="T32" fmla="*/ 1 w 175"/>
                <a:gd name="T33" fmla="*/ 1 h 807"/>
                <a:gd name="T34" fmla="*/ 1 w 175"/>
                <a:gd name="T35" fmla="*/ 0 h 807"/>
                <a:gd name="T36" fmla="*/ 1 w 175"/>
                <a:gd name="T37" fmla="*/ 0 h 807"/>
                <a:gd name="T38" fmla="*/ 1 w 175"/>
                <a:gd name="T39" fmla="*/ 0 h 807"/>
                <a:gd name="T40" fmla="*/ 0 w 175"/>
                <a:gd name="T41" fmla="*/ 1 h 807"/>
                <a:gd name="T42" fmla="*/ 0 w 175"/>
                <a:gd name="T43" fmla="*/ 1 h 807"/>
                <a:gd name="T44" fmla="*/ 0 w 175"/>
                <a:gd name="T45" fmla="*/ 1 h 807"/>
                <a:gd name="T46" fmla="*/ 0 w 175"/>
                <a:gd name="T47" fmla="*/ 2 h 807"/>
                <a:gd name="T48" fmla="*/ 0 w 175"/>
                <a:gd name="T49" fmla="*/ 2 h 807"/>
                <a:gd name="T50" fmla="*/ 0 w 175"/>
                <a:gd name="T51" fmla="*/ 3 h 807"/>
                <a:gd name="T52" fmla="*/ 0 w 175"/>
                <a:gd name="T53" fmla="*/ 3 h 807"/>
                <a:gd name="T54" fmla="*/ 0 w 175"/>
                <a:gd name="T55" fmla="*/ 3 h 807"/>
                <a:gd name="T56" fmla="*/ 0 w 175"/>
                <a:gd name="T57" fmla="*/ 4 h 807"/>
                <a:gd name="T58" fmla="*/ 0 w 175"/>
                <a:gd name="T59" fmla="*/ 4 h 807"/>
                <a:gd name="T60" fmla="*/ 0 w 175"/>
                <a:gd name="T61" fmla="*/ 5 h 807"/>
                <a:gd name="T62" fmla="*/ 0 w 175"/>
                <a:gd name="T63" fmla="*/ 5 h 807"/>
                <a:gd name="T64" fmla="*/ 0 w 175"/>
                <a:gd name="T65" fmla="*/ 5 h 807"/>
                <a:gd name="T66" fmla="*/ 1 w 175"/>
                <a:gd name="T67" fmla="*/ 6 h 807"/>
                <a:gd name="T68" fmla="*/ 1 w 175"/>
                <a:gd name="T69" fmla="*/ 6 h 807"/>
                <a:gd name="T70" fmla="*/ 1 w 175"/>
                <a:gd name="T71" fmla="*/ 6 h 807"/>
                <a:gd name="T72" fmla="*/ 1 w 175"/>
                <a:gd name="T73" fmla="*/ 6 h 807"/>
                <a:gd name="T74" fmla="*/ 1 w 175"/>
                <a:gd name="T75" fmla="*/ 6 h 807"/>
                <a:gd name="T76" fmla="*/ 1 w 175"/>
                <a:gd name="T77" fmla="*/ 6 h 807"/>
                <a:gd name="T78" fmla="*/ 1 w 175"/>
                <a:gd name="T79" fmla="*/ 6 h 807"/>
                <a:gd name="T80" fmla="*/ 1 w 175"/>
                <a:gd name="T81" fmla="*/ 6 h 807"/>
                <a:gd name="T82" fmla="*/ 1 w 175"/>
                <a:gd name="T83" fmla="*/ 6 h 807"/>
                <a:gd name="T84" fmla="*/ 1 w 175"/>
                <a:gd name="T85" fmla="*/ 6 h 807"/>
                <a:gd name="T86" fmla="*/ 1 w 175"/>
                <a:gd name="T87" fmla="*/ 6 h 807"/>
                <a:gd name="T88" fmla="*/ 1 w 175"/>
                <a:gd name="T89" fmla="*/ 6 h 807"/>
                <a:gd name="T90" fmla="*/ 1 w 175"/>
                <a:gd name="T91" fmla="*/ 6 h 80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175"/>
                <a:gd name="T139" fmla="*/ 0 h 807"/>
                <a:gd name="T140" fmla="*/ 175 w 175"/>
                <a:gd name="T141" fmla="*/ 807 h 80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175" h="807">
                  <a:moveTo>
                    <a:pt x="169" y="740"/>
                  </a:moveTo>
                  <a:lnTo>
                    <a:pt x="169" y="739"/>
                  </a:lnTo>
                  <a:lnTo>
                    <a:pt x="149" y="698"/>
                  </a:lnTo>
                  <a:lnTo>
                    <a:pt x="133" y="656"/>
                  </a:lnTo>
                  <a:lnTo>
                    <a:pt x="120" y="611"/>
                  </a:lnTo>
                  <a:lnTo>
                    <a:pt x="108" y="565"/>
                  </a:lnTo>
                  <a:lnTo>
                    <a:pt x="100" y="520"/>
                  </a:lnTo>
                  <a:lnTo>
                    <a:pt x="96" y="472"/>
                  </a:lnTo>
                  <a:lnTo>
                    <a:pt x="93" y="425"/>
                  </a:lnTo>
                  <a:lnTo>
                    <a:pt x="93" y="377"/>
                  </a:lnTo>
                  <a:lnTo>
                    <a:pt x="96" y="330"/>
                  </a:lnTo>
                  <a:lnTo>
                    <a:pt x="100" y="283"/>
                  </a:lnTo>
                  <a:lnTo>
                    <a:pt x="106" y="238"/>
                  </a:lnTo>
                  <a:lnTo>
                    <a:pt x="115" y="195"/>
                  </a:lnTo>
                  <a:lnTo>
                    <a:pt x="126" y="153"/>
                  </a:lnTo>
                  <a:lnTo>
                    <a:pt x="139" y="114"/>
                  </a:lnTo>
                  <a:lnTo>
                    <a:pt x="153" y="77"/>
                  </a:lnTo>
                  <a:lnTo>
                    <a:pt x="169" y="43"/>
                  </a:lnTo>
                  <a:lnTo>
                    <a:pt x="87" y="0"/>
                  </a:lnTo>
                  <a:lnTo>
                    <a:pt x="69" y="39"/>
                  </a:lnTo>
                  <a:lnTo>
                    <a:pt x="52" y="81"/>
                  </a:lnTo>
                  <a:lnTo>
                    <a:pt x="37" y="127"/>
                  </a:lnTo>
                  <a:lnTo>
                    <a:pt x="24" y="174"/>
                  </a:lnTo>
                  <a:lnTo>
                    <a:pt x="15" y="222"/>
                  </a:lnTo>
                  <a:lnTo>
                    <a:pt x="7" y="271"/>
                  </a:lnTo>
                  <a:lnTo>
                    <a:pt x="2" y="323"/>
                  </a:lnTo>
                  <a:lnTo>
                    <a:pt x="0" y="374"/>
                  </a:lnTo>
                  <a:lnTo>
                    <a:pt x="0" y="427"/>
                  </a:lnTo>
                  <a:lnTo>
                    <a:pt x="2" y="479"/>
                  </a:lnTo>
                  <a:lnTo>
                    <a:pt x="9" y="531"/>
                  </a:lnTo>
                  <a:lnTo>
                    <a:pt x="17" y="584"/>
                  </a:lnTo>
                  <a:lnTo>
                    <a:pt x="29" y="635"/>
                  </a:lnTo>
                  <a:lnTo>
                    <a:pt x="44" y="686"/>
                  </a:lnTo>
                  <a:lnTo>
                    <a:pt x="65" y="736"/>
                  </a:lnTo>
                  <a:lnTo>
                    <a:pt x="87" y="784"/>
                  </a:lnTo>
                  <a:lnTo>
                    <a:pt x="87" y="782"/>
                  </a:lnTo>
                  <a:lnTo>
                    <a:pt x="87" y="784"/>
                  </a:lnTo>
                  <a:lnTo>
                    <a:pt x="100" y="799"/>
                  </a:lnTo>
                  <a:lnTo>
                    <a:pt x="117" y="807"/>
                  </a:lnTo>
                  <a:lnTo>
                    <a:pt x="134" y="807"/>
                  </a:lnTo>
                  <a:lnTo>
                    <a:pt x="151" y="801"/>
                  </a:lnTo>
                  <a:lnTo>
                    <a:pt x="164" y="791"/>
                  </a:lnTo>
                  <a:lnTo>
                    <a:pt x="173" y="777"/>
                  </a:lnTo>
                  <a:lnTo>
                    <a:pt x="175" y="759"/>
                  </a:lnTo>
                  <a:lnTo>
                    <a:pt x="169" y="739"/>
                  </a:lnTo>
                  <a:lnTo>
                    <a:pt x="169" y="74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1326" name="Freeform 28"/>
            <p:cNvSpPr>
              <a:spLocks/>
            </p:cNvSpPr>
            <p:nvPr/>
          </p:nvSpPr>
          <p:spPr bwMode="auto">
            <a:xfrm>
              <a:off x="1299" y="1681"/>
              <a:ext cx="157" cy="281"/>
            </a:xfrm>
            <a:custGeom>
              <a:avLst/>
              <a:gdLst>
                <a:gd name="T0" fmla="*/ 6 w 787"/>
                <a:gd name="T1" fmla="*/ 11 h 1404"/>
                <a:gd name="T2" fmla="*/ 6 w 787"/>
                <a:gd name="T3" fmla="*/ 11 h 1404"/>
                <a:gd name="T4" fmla="*/ 1 w 787"/>
                <a:gd name="T5" fmla="*/ 0 h 1404"/>
                <a:gd name="T6" fmla="*/ 0 w 787"/>
                <a:gd name="T7" fmla="*/ 0 h 1404"/>
                <a:gd name="T8" fmla="*/ 6 w 787"/>
                <a:gd name="T9" fmla="*/ 11 h 1404"/>
                <a:gd name="T10" fmla="*/ 6 w 787"/>
                <a:gd name="T11" fmla="*/ 11 h 1404"/>
                <a:gd name="T12" fmla="*/ 6 w 787"/>
                <a:gd name="T13" fmla="*/ 11 h 1404"/>
                <a:gd name="T14" fmla="*/ 6 w 787"/>
                <a:gd name="T15" fmla="*/ 11 h 1404"/>
                <a:gd name="T16" fmla="*/ 6 w 787"/>
                <a:gd name="T17" fmla="*/ 11 h 1404"/>
                <a:gd name="T18" fmla="*/ 6 w 787"/>
                <a:gd name="T19" fmla="*/ 11 h 1404"/>
                <a:gd name="T20" fmla="*/ 6 w 787"/>
                <a:gd name="T21" fmla="*/ 11 h 1404"/>
                <a:gd name="T22" fmla="*/ 6 w 787"/>
                <a:gd name="T23" fmla="*/ 11 h 1404"/>
                <a:gd name="T24" fmla="*/ 6 w 787"/>
                <a:gd name="T25" fmla="*/ 11 h 1404"/>
                <a:gd name="T26" fmla="*/ 6 w 787"/>
                <a:gd name="T27" fmla="*/ 11 h 1404"/>
                <a:gd name="T28" fmla="*/ 6 w 787"/>
                <a:gd name="T29" fmla="*/ 11 h 1404"/>
                <a:gd name="T30" fmla="*/ 6 w 787"/>
                <a:gd name="T31" fmla="*/ 11 h 1404"/>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787"/>
                <a:gd name="T49" fmla="*/ 0 h 1404"/>
                <a:gd name="T50" fmla="*/ 787 w 787"/>
                <a:gd name="T51" fmla="*/ 1404 h 1404"/>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787" h="1404">
                  <a:moveTo>
                    <a:pt x="781" y="1334"/>
                  </a:moveTo>
                  <a:lnTo>
                    <a:pt x="781" y="1337"/>
                  </a:lnTo>
                  <a:lnTo>
                    <a:pt x="82" y="0"/>
                  </a:lnTo>
                  <a:lnTo>
                    <a:pt x="0" y="42"/>
                  </a:lnTo>
                  <a:lnTo>
                    <a:pt x="699" y="1379"/>
                  </a:lnTo>
                  <a:lnTo>
                    <a:pt x="699" y="1381"/>
                  </a:lnTo>
                  <a:lnTo>
                    <a:pt x="699" y="1379"/>
                  </a:lnTo>
                  <a:lnTo>
                    <a:pt x="712" y="1395"/>
                  </a:lnTo>
                  <a:lnTo>
                    <a:pt x="727" y="1402"/>
                  </a:lnTo>
                  <a:lnTo>
                    <a:pt x="744" y="1404"/>
                  </a:lnTo>
                  <a:lnTo>
                    <a:pt x="761" y="1398"/>
                  </a:lnTo>
                  <a:lnTo>
                    <a:pt x="775" y="1388"/>
                  </a:lnTo>
                  <a:lnTo>
                    <a:pt x="784" y="1373"/>
                  </a:lnTo>
                  <a:lnTo>
                    <a:pt x="787" y="1357"/>
                  </a:lnTo>
                  <a:lnTo>
                    <a:pt x="781" y="1337"/>
                  </a:lnTo>
                  <a:lnTo>
                    <a:pt x="781" y="13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1327" name="Freeform 29"/>
            <p:cNvSpPr>
              <a:spLocks/>
            </p:cNvSpPr>
            <p:nvPr/>
          </p:nvSpPr>
          <p:spPr bwMode="auto">
            <a:xfrm>
              <a:off x="1439" y="1948"/>
              <a:ext cx="125" cy="76"/>
            </a:xfrm>
            <a:custGeom>
              <a:avLst/>
              <a:gdLst>
                <a:gd name="T0" fmla="*/ 5 w 628"/>
                <a:gd name="T1" fmla="*/ 2 h 383"/>
                <a:gd name="T2" fmla="*/ 5 w 628"/>
                <a:gd name="T3" fmla="*/ 2 h 383"/>
                <a:gd name="T4" fmla="*/ 4 w 628"/>
                <a:gd name="T5" fmla="*/ 2 h 383"/>
                <a:gd name="T6" fmla="*/ 4 w 628"/>
                <a:gd name="T7" fmla="*/ 2 h 383"/>
                <a:gd name="T8" fmla="*/ 4 w 628"/>
                <a:gd name="T9" fmla="*/ 2 h 383"/>
                <a:gd name="T10" fmla="*/ 3 w 628"/>
                <a:gd name="T11" fmla="*/ 2 h 383"/>
                <a:gd name="T12" fmla="*/ 3 w 628"/>
                <a:gd name="T13" fmla="*/ 2 h 383"/>
                <a:gd name="T14" fmla="*/ 3 w 628"/>
                <a:gd name="T15" fmla="*/ 2 h 383"/>
                <a:gd name="T16" fmla="*/ 3 w 628"/>
                <a:gd name="T17" fmla="*/ 2 h 383"/>
                <a:gd name="T18" fmla="*/ 2 w 628"/>
                <a:gd name="T19" fmla="*/ 2 h 383"/>
                <a:gd name="T20" fmla="*/ 2 w 628"/>
                <a:gd name="T21" fmla="*/ 2 h 383"/>
                <a:gd name="T22" fmla="*/ 2 w 628"/>
                <a:gd name="T23" fmla="*/ 1 h 383"/>
                <a:gd name="T24" fmla="*/ 2 w 628"/>
                <a:gd name="T25" fmla="*/ 1 h 383"/>
                <a:gd name="T26" fmla="*/ 1 w 628"/>
                <a:gd name="T27" fmla="*/ 1 h 383"/>
                <a:gd name="T28" fmla="*/ 1 w 628"/>
                <a:gd name="T29" fmla="*/ 1 h 383"/>
                <a:gd name="T30" fmla="*/ 1 w 628"/>
                <a:gd name="T31" fmla="*/ 1 h 383"/>
                <a:gd name="T32" fmla="*/ 1 w 628"/>
                <a:gd name="T33" fmla="*/ 0 h 383"/>
                <a:gd name="T34" fmla="*/ 1 w 628"/>
                <a:gd name="T35" fmla="*/ 0 h 383"/>
                <a:gd name="T36" fmla="*/ 0 w 628"/>
                <a:gd name="T37" fmla="*/ 0 h 383"/>
                <a:gd name="T38" fmla="*/ 0 w 628"/>
                <a:gd name="T39" fmla="*/ 1 h 383"/>
                <a:gd name="T40" fmla="*/ 0 w 628"/>
                <a:gd name="T41" fmla="*/ 1 h 383"/>
                <a:gd name="T42" fmla="*/ 1 w 628"/>
                <a:gd name="T43" fmla="*/ 1 h 383"/>
                <a:gd name="T44" fmla="*/ 1 w 628"/>
                <a:gd name="T45" fmla="*/ 1 h 383"/>
                <a:gd name="T46" fmla="*/ 1 w 628"/>
                <a:gd name="T47" fmla="*/ 2 h 383"/>
                <a:gd name="T48" fmla="*/ 1 w 628"/>
                <a:gd name="T49" fmla="*/ 2 h 383"/>
                <a:gd name="T50" fmla="*/ 2 w 628"/>
                <a:gd name="T51" fmla="*/ 2 h 383"/>
                <a:gd name="T52" fmla="*/ 2 w 628"/>
                <a:gd name="T53" fmla="*/ 2 h 383"/>
                <a:gd name="T54" fmla="*/ 2 w 628"/>
                <a:gd name="T55" fmla="*/ 2 h 383"/>
                <a:gd name="T56" fmla="*/ 3 w 628"/>
                <a:gd name="T57" fmla="*/ 3 h 383"/>
                <a:gd name="T58" fmla="*/ 3 w 628"/>
                <a:gd name="T59" fmla="*/ 3 h 383"/>
                <a:gd name="T60" fmla="*/ 3 w 628"/>
                <a:gd name="T61" fmla="*/ 3 h 383"/>
                <a:gd name="T62" fmla="*/ 4 w 628"/>
                <a:gd name="T63" fmla="*/ 3 h 383"/>
                <a:gd name="T64" fmla="*/ 4 w 628"/>
                <a:gd name="T65" fmla="*/ 3 h 383"/>
                <a:gd name="T66" fmla="*/ 4 w 628"/>
                <a:gd name="T67" fmla="*/ 3 h 383"/>
                <a:gd name="T68" fmla="*/ 5 w 628"/>
                <a:gd name="T69" fmla="*/ 3 h 383"/>
                <a:gd name="T70" fmla="*/ 5 w 628"/>
                <a:gd name="T71" fmla="*/ 3 h 383"/>
                <a:gd name="T72" fmla="*/ 5 w 628"/>
                <a:gd name="T73" fmla="*/ 3 h 383"/>
                <a:gd name="T74" fmla="*/ 5 w 628"/>
                <a:gd name="T75" fmla="*/ 3 h 383"/>
                <a:gd name="T76" fmla="*/ 5 w 628"/>
                <a:gd name="T77" fmla="*/ 3 h 383"/>
                <a:gd name="T78" fmla="*/ 5 w 628"/>
                <a:gd name="T79" fmla="*/ 3 h 383"/>
                <a:gd name="T80" fmla="*/ 5 w 628"/>
                <a:gd name="T81" fmla="*/ 3 h 383"/>
                <a:gd name="T82" fmla="*/ 5 w 628"/>
                <a:gd name="T83" fmla="*/ 3 h 383"/>
                <a:gd name="T84" fmla="*/ 5 w 628"/>
                <a:gd name="T85" fmla="*/ 2 h 383"/>
                <a:gd name="T86" fmla="*/ 5 w 628"/>
                <a:gd name="T87" fmla="*/ 2 h 383"/>
                <a:gd name="T88" fmla="*/ 5 w 628"/>
                <a:gd name="T89" fmla="*/ 2 h 383"/>
                <a:gd name="T90" fmla="*/ 5 w 628"/>
                <a:gd name="T91" fmla="*/ 2 h 38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628"/>
                <a:gd name="T139" fmla="*/ 0 h 383"/>
                <a:gd name="T140" fmla="*/ 628 w 628"/>
                <a:gd name="T141" fmla="*/ 383 h 38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628" h="383">
                  <a:moveTo>
                    <a:pt x="581" y="289"/>
                  </a:moveTo>
                  <a:lnTo>
                    <a:pt x="582" y="289"/>
                  </a:lnTo>
                  <a:lnTo>
                    <a:pt x="541" y="287"/>
                  </a:lnTo>
                  <a:lnTo>
                    <a:pt x="500" y="283"/>
                  </a:lnTo>
                  <a:lnTo>
                    <a:pt x="462" y="276"/>
                  </a:lnTo>
                  <a:lnTo>
                    <a:pt x="424" y="268"/>
                  </a:lnTo>
                  <a:lnTo>
                    <a:pt x="389" y="255"/>
                  </a:lnTo>
                  <a:lnTo>
                    <a:pt x="352" y="242"/>
                  </a:lnTo>
                  <a:lnTo>
                    <a:pt x="320" y="227"/>
                  </a:lnTo>
                  <a:lnTo>
                    <a:pt x="287" y="209"/>
                  </a:lnTo>
                  <a:lnTo>
                    <a:pt x="255" y="189"/>
                  </a:lnTo>
                  <a:lnTo>
                    <a:pt x="226" y="168"/>
                  </a:lnTo>
                  <a:lnTo>
                    <a:pt x="198" y="145"/>
                  </a:lnTo>
                  <a:lnTo>
                    <a:pt x="172" y="119"/>
                  </a:lnTo>
                  <a:lnTo>
                    <a:pt x="146" y="92"/>
                  </a:lnTo>
                  <a:lnTo>
                    <a:pt x="122" y="64"/>
                  </a:lnTo>
                  <a:lnTo>
                    <a:pt x="100" y="33"/>
                  </a:lnTo>
                  <a:lnTo>
                    <a:pt x="82" y="0"/>
                  </a:lnTo>
                  <a:lnTo>
                    <a:pt x="0" y="47"/>
                  </a:lnTo>
                  <a:lnTo>
                    <a:pt x="23" y="85"/>
                  </a:lnTo>
                  <a:lnTo>
                    <a:pt x="49" y="120"/>
                  </a:lnTo>
                  <a:lnTo>
                    <a:pt x="76" y="153"/>
                  </a:lnTo>
                  <a:lnTo>
                    <a:pt x="104" y="185"/>
                  </a:lnTo>
                  <a:lnTo>
                    <a:pt x="137" y="215"/>
                  </a:lnTo>
                  <a:lnTo>
                    <a:pt x="170" y="241"/>
                  </a:lnTo>
                  <a:lnTo>
                    <a:pt x="204" y="267"/>
                  </a:lnTo>
                  <a:lnTo>
                    <a:pt x="240" y="289"/>
                  </a:lnTo>
                  <a:lnTo>
                    <a:pt x="277" y="309"/>
                  </a:lnTo>
                  <a:lnTo>
                    <a:pt x="317" y="329"/>
                  </a:lnTo>
                  <a:lnTo>
                    <a:pt x="358" y="344"/>
                  </a:lnTo>
                  <a:lnTo>
                    <a:pt x="400" y="357"/>
                  </a:lnTo>
                  <a:lnTo>
                    <a:pt x="444" y="367"/>
                  </a:lnTo>
                  <a:lnTo>
                    <a:pt x="488" y="374"/>
                  </a:lnTo>
                  <a:lnTo>
                    <a:pt x="534" y="380"/>
                  </a:lnTo>
                  <a:lnTo>
                    <a:pt x="580" y="383"/>
                  </a:lnTo>
                  <a:lnTo>
                    <a:pt x="581" y="383"/>
                  </a:lnTo>
                  <a:lnTo>
                    <a:pt x="580" y="383"/>
                  </a:lnTo>
                  <a:lnTo>
                    <a:pt x="600" y="379"/>
                  </a:lnTo>
                  <a:lnTo>
                    <a:pt x="615" y="369"/>
                  </a:lnTo>
                  <a:lnTo>
                    <a:pt x="624" y="353"/>
                  </a:lnTo>
                  <a:lnTo>
                    <a:pt x="628" y="337"/>
                  </a:lnTo>
                  <a:lnTo>
                    <a:pt x="625" y="319"/>
                  </a:lnTo>
                  <a:lnTo>
                    <a:pt x="617" y="304"/>
                  </a:lnTo>
                  <a:lnTo>
                    <a:pt x="602" y="294"/>
                  </a:lnTo>
                  <a:lnTo>
                    <a:pt x="582" y="289"/>
                  </a:lnTo>
                  <a:lnTo>
                    <a:pt x="581" y="28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1328" name="Freeform 30"/>
            <p:cNvSpPr>
              <a:spLocks/>
            </p:cNvSpPr>
            <p:nvPr/>
          </p:nvSpPr>
          <p:spPr bwMode="auto">
            <a:xfrm>
              <a:off x="1587" y="1880"/>
              <a:ext cx="85" cy="49"/>
            </a:xfrm>
            <a:custGeom>
              <a:avLst/>
              <a:gdLst>
                <a:gd name="T0" fmla="*/ 3 w 426"/>
                <a:gd name="T1" fmla="*/ 0 h 245"/>
                <a:gd name="T2" fmla="*/ 3 w 426"/>
                <a:gd name="T3" fmla="*/ 0 h 245"/>
                <a:gd name="T4" fmla="*/ 3 w 426"/>
                <a:gd name="T5" fmla="*/ 0 h 245"/>
                <a:gd name="T6" fmla="*/ 3 w 426"/>
                <a:gd name="T7" fmla="*/ 0 h 245"/>
                <a:gd name="T8" fmla="*/ 2 w 426"/>
                <a:gd name="T9" fmla="*/ 0 h 245"/>
                <a:gd name="T10" fmla="*/ 2 w 426"/>
                <a:gd name="T11" fmla="*/ 0 h 245"/>
                <a:gd name="T12" fmla="*/ 2 w 426"/>
                <a:gd name="T13" fmla="*/ 0 h 245"/>
                <a:gd name="T14" fmla="*/ 2 w 426"/>
                <a:gd name="T15" fmla="*/ 0 h 245"/>
                <a:gd name="T16" fmla="*/ 1 w 426"/>
                <a:gd name="T17" fmla="*/ 0 h 245"/>
                <a:gd name="T18" fmla="*/ 1 w 426"/>
                <a:gd name="T19" fmla="*/ 1 h 245"/>
                <a:gd name="T20" fmla="*/ 1 w 426"/>
                <a:gd name="T21" fmla="*/ 1 h 245"/>
                <a:gd name="T22" fmla="*/ 1 w 426"/>
                <a:gd name="T23" fmla="*/ 1 h 245"/>
                <a:gd name="T24" fmla="*/ 0 w 426"/>
                <a:gd name="T25" fmla="*/ 1 h 245"/>
                <a:gd name="T26" fmla="*/ 0 w 426"/>
                <a:gd name="T27" fmla="*/ 1 h 245"/>
                <a:gd name="T28" fmla="*/ 0 w 426"/>
                <a:gd name="T29" fmla="*/ 1 h 245"/>
                <a:gd name="T30" fmla="*/ 0 w 426"/>
                <a:gd name="T31" fmla="*/ 2 h 245"/>
                <a:gd name="T32" fmla="*/ 0 w 426"/>
                <a:gd name="T33" fmla="*/ 2 h 245"/>
                <a:gd name="T34" fmla="*/ 0 w 426"/>
                <a:gd name="T35" fmla="*/ 2 h 245"/>
                <a:gd name="T36" fmla="*/ 0 w 426"/>
                <a:gd name="T37" fmla="*/ 2 h 245"/>
                <a:gd name="T38" fmla="*/ 0 w 426"/>
                <a:gd name="T39" fmla="*/ 2 h 245"/>
                <a:gd name="T40" fmla="*/ 0 w 426"/>
                <a:gd name="T41" fmla="*/ 2 h 245"/>
                <a:gd name="T42" fmla="*/ 0 w 426"/>
                <a:gd name="T43" fmla="*/ 1 h 245"/>
                <a:gd name="T44" fmla="*/ 0 w 426"/>
                <a:gd name="T45" fmla="*/ 1 h 245"/>
                <a:gd name="T46" fmla="*/ 0 w 426"/>
                <a:gd name="T47" fmla="*/ 1 h 245"/>
                <a:gd name="T48" fmla="*/ 1 w 426"/>
                <a:gd name="T49" fmla="*/ 1 h 245"/>
                <a:gd name="T50" fmla="*/ 1 w 426"/>
                <a:gd name="T51" fmla="*/ 1 h 245"/>
                <a:gd name="T52" fmla="*/ 1 w 426"/>
                <a:gd name="T53" fmla="*/ 1 h 245"/>
                <a:gd name="T54" fmla="*/ 1 w 426"/>
                <a:gd name="T55" fmla="*/ 1 h 245"/>
                <a:gd name="T56" fmla="*/ 2 w 426"/>
                <a:gd name="T57" fmla="*/ 0 h 245"/>
                <a:gd name="T58" fmla="*/ 2 w 426"/>
                <a:gd name="T59" fmla="*/ 0 h 245"/>
                <a:gd name="T60" fmla="*/ 2 w 426"/>
                <a:gd name="T61" fmla="*/ 0 h 245"/>
                <a:gd name="T62" fmla="*/ 2 w 426"/>
                <a:gd name="T63" fmla="*/ 0 h 245"/>
                <a:gd name="T64" fmla="*/ 3 w 426"/>
                <a:gd name="T65" fmla="*/ 0 h 245"/>
                <a:gd name="T66" fmla="*/ 3 w 426"/>
                <a:gd name="T67" fmla="*/ 0 h 245"/>
                <a:gd name="T68" fmla="*/ 3 w 426"/>
                <a:gd name="T69" fmla="*/ 0 h 245"/>
                <a:gd name="T70" fmla="*/ 3 w 426"/>
                <a:gd name="T71" fmla="*/ 0 h 245"/>
                <a:gd name="T72" fmla="*/ 3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426" y="0"/>
                  </a:moveTo>
                  <a:lnTo>
                    <a:pt x="426" y="0"/>
                  </a:lnTo>
                  <a:lnTo>
                    <a:pt x="384" y="1"/>
                  </a:lnTo>
                  <a:lnTo>
                    <a:pt x="340" y="4"/>
                  </a:lnTo>
                  <a:lnTo>
                    <a:pt x="300" y="10"/>
                  </a:lnTo>
                  <a:lnTo>
                    <a:pt x="262" y="18"/>
                  </a:lnTo>
                  <a:lnTo>
                    <a:pt x="224" y="29"/>
                  </a:lnTo>
                  <a:lnTo>
                    <a:pt x="189" y="41"/>
                  </a:lnTo>
                  <a:lnTo>
                    <a:pt x="157" y="55"/>
                  </a:lnTo>
                  <a:lnTo>
                    <a:pt x="126" y="70"/>
                  </a:lnTo>
                  <a:lnTo>
                    <a:pt x="99" y="89"/>
                  </a:lnTo>
                  <a:lnTo>
                    <a:pt x="74" y="106"/>
                  </a:lnTo>
                  <a:lnTo>
                    <a:pt x="52" y="126"/>
                  </a:lnTo>
                  <a:lnTo>
                    <a:pt x="34" y="148"/>
                  </a:lnTo>
                  <a:lnTo>
                    <a:pt x="19" y="171"/>
                  </a:lnTo>
                  <a:lnTo>
                    <a:pt x="9" y="194"/>
                  </a:lnTo>
                  <a:lnTo>
                    <a:pt x="3" y="219"/>
                  </a:lnTo>
                  <a:lnTo>
                    <a:pt x="0" y="245"/>
                  </a:lnTo>
                  <a:lnTo>
                    <a:pt x="12" y="245"/>
                  </a:lnTo>
                  <a:lnTo>
                    <a:pt x="15" y="221"/>
                  </a:lnTo>
                  <a:lnTo>
                    <a:pt x="20" y="199"/>
                  </a:lnTo>
                  <a:lnTo>
                    <a:pt x="31" y="178"/>
                  </a:lnTo>
                  <a:lnTo>
                    <a:pt x="44" y="156"/>
                  </a:lnTo>
                  <a:lnTo>
                    <a:pt x="61" y="136"/>
                  </a:lnTo>
                  <a:lnTo>
                    <a:pt x="81" y="116"/>
                  </a:lnTo>
                  <a:lnTo>
                    <a:pt x="106" y="98"/>
                  </a:lnTo>
                  <a:lnTo>
                    <a:pt x="133" y="82"/>
                  </a:lnTo>
                  <a:lnTo>
                    <a:pt x="162" y="66"/>
                  </a:lnTo>
                  <a:lnTo>
                    <a:pt x="194" y="52"/>
                  </a:lnTo>
                  <a:lnTo>
                    <a:pt x="229" y="41"/>
                  </a:lnTo>
                  <a:lnTo>
                    <a:pt x="264" y="30"/>
                  </a:lnTo>
                  <a:lnTo>
                    <a:pt x="303" y="22"/>
                  </a:lnTo>
                  <a:lnTo>
                    <a:pt x="343" y="16"/>
                  </a:lnTo>
                  <a:lnTo>
                    <a:pt x="384" y="12"/>
                  </a:lnTo>
                  <a:lnTo>
                    <a:pt x="426" y="11"/>
                  </a:lnTo>
                  <a:lnTo>
                    <a:pt x="42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1329" name="Freeform 31"/>
            <p:cNvSpPr>
              <a:spLocks/>
            </p:cNvSpPr>
            <p:nvPr/>
          </p:nvSpPr>
          <p:spPr bwMode="auto">
            <a:xfrm>
              <a:off x="1587" y="1929"/>
              <a:ext cx="85" cy="49"/>
            </a:xfrm>
            <a:custGeom>
              <a:avLst/>
              <a:gdLst>
                <a:gd name="T0" fmla="*/ 0 w 426"/>
                <a:gd name="T1" fmla="*/ 0 h 245"/>
                <a:gd name="T2" fmla="*/ 0 w 426"/>
                <a:gd name="T3" fmla="*/ 0 h 245"/>
                <a:gd name="T4" fmla="*/ 0 w 426"/>
                <a:gd name="T5" fmla="*/ 0 h 245"/>
                <a:gd name="T6" fmla="*/ 0 w 426"/>
                <a:gd name="T7" fmla="*/ 0 h 245"/>
                <a:gd name="T8" fmla="*/ 0 w 426"/>
                <a:gd name="T9" fmla="*/ 1 h 245"/>
                <a:gd name="T10" fmla="*/ 0 w 426"/>
                <a:gd name="T11" fmla="*/ 1 h 245"/>
                <a:gd name="T12" fmla="*/ 0 w 426"/>
                <a:gd name="T13" fmla="*/ 1 h 245"/>
                <a:gd name="T14" fmla="*/ 1 w 426"/>
                <a:gd name="T15" fmla="*/ 1 h 245"/>
                <a:gd name="T16" fmla="*/ 1 w 426"/>
                <a:gd name="T17" fmla="*/ 1 h 245"/>
                <a:gd name="T18" fmla="*/ 1 w 426"/>
                <a:gd name="T19" fmla="*/ 1 h 245"/>
                <a:gd name="T20" fmla="*/ 1 w 426"/>
                <a:gd name="T21" fmla="*/ 2 h 245"/>
                <a:gd name="T22" fmla="*/ 2 w 426"/>
                <a:gd name="T23" fmla="*/ 2 h 245"/>
                <a:gd name="T24" fmla="*/ 2 w 426"/>
                <a:gd name="T25" fmla="*/ 2 h 245"/>
                <a:gd name="T26" fmla="*/ 2 w 426"/>
                <a:gd name="T27" fmla="*/ 2 h 245"/>
                <a:gd name="T28" fmla="*/ 2 w 426"/>
                <a:gd name="T29" fmla="*/ 2 h 245"/>
                <a:gd name="T30" fmla="*/ 3 w 426"/>
                <a:gd name="T31" fmla="*/ 2 h 245"/>
                <a:gd name="T32" fmla="*/ 3 w 426"/>
                <a:gd name="T33" fmla="*/ 2 h 245"/>
                <a:gd name="T34" fmla="*/ 3 w 426"/>
                <a:gd name="T35" fmla="*/ 2 h 245"/>
                <a:gd name="T36" fmla="*/ 3 w 426"/>
                <a:gd name="T37" fmla="*/ 2 h 245"/>
                <a:gd name="T38" fmla="*/ 3 w 426"/>
                <a:gd name="T39" fmla="*/ 2 h 245"/>
                <a:gd name="T40" fmla="*/ 3 w 426"/>
                <a:gd name="T41" fmla="*/ 2 h 245"/>
                <a:gd name="T42" fmla="*/ 2 w 426"/>
                <a:gd name="T43" fmla="*/ 2 h 245"/>
                <a:gd name="T44" fmla="*/ 2 w 426"/>
                <a:gd name="T45" fmla="*/ 2 h 245"/>
                <a:gd name="T46" fmla="*/ 2 w 426"/>
                <a:gd name="T47" fmla="*/ 2 h 245"/>
                <a:gd name="T48" fmla="*/ 2 w 426"/>
                <a:gd name="T49" fmla="*/ 2 h 245"/>
                <a:gd name="T50" fmla="*/ 1 w 426"/>
                <a:gd name="T51" fmla="*/ 1 h 245"/>
                <a:gd name="T52" fmla="*/ 1 w 426"/>
                <a:gd name="T53" fmla="*/ 1 h 245"/>
                <a:gd name="T54" fmla="*/ 1 w 426"/>
                <a:gd name="T55" fmla="*/ 1 h 245"/>
                <a:gd name="T56" fmla="*/ 1 w 426"/>
                <a:gd name="T57" fmla="*/ 1 h 245"/>
                <a:gd name="T58" fmla="*/ 0 w 426"/>
                <a:gd name="T59" fmla="*/ 1 h 245"/>
                <a:gd name="T60" fmla="*/ 0 w 426"/>
                <a:gd name="T61" fmla="*/ 1 h 245"/>
                <a:gd name="T62" fmla="*/ 0 w 426"/>
                <a:gd name="T63" fmla="*/ 1 h 245"/>
                <a:gd name="T64" fmla="*/ 0 w 426"/>
                <a:gd name="T65" fmla="*/ 0 h 245"/>
                <a:gd name="T66" fmla="*/ 0 w 426"/>
                <a:gd name="T67" fmla="*/ 0 h 245"/>
                <a:gd name="T68" fmla="*/ 0 w 426"/>
                <a:gd name="T69" fmla="*/ 0 h 245"/>
                <a:gd name="T70" fmla="*/ 0 w 426"/>
                <a:gd name="T71" fmla="*/ 0 h 245"/>
                <a:gd name="T72" fmla="*/ 0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0" y="0"/>
                  </a:moveTo>
                  <a:lnTo>
                    <a:pt x="0" y="0"/>
                  </a:lnTo>
                  <a:lnTo>
                    <a:pt x="3" y="25"/>
                  </a:lnTo>
                  <a:lnTo>
                    <a:pt x="9" y="50"/>
                  </a:lnTo>
                  <a:lnTo>
                    <a:pt x="19" y="73"/>
                  </a:lnTo>
                  <a:lnTo>
                    <a:pt x="34" y="96"/>
                  </a:lnTo>
                  <a:lnTo>
                    <a:pt x="52" y="118"/>
                  </a:lnTo>
                  <a:lnTo>
                    <a:pt x="74" y="138"/>
                  </a:lnTo>
                  <a:lnTo>
                    <a:pt x="99" y="156"/>
                  </a:lnTo>
                  <a:lnTo>
                    <a:pt x="126" y="174"/>
                  </a:lnTo>
                  <a:lnTo>
                    <a:pt x="157" y="190"/>
                  </a:lnTo>
                  <a:lnTo>
                    <a:pt x="189" y="204"/>
                  </a:lnTo>
                  <a:lnTo>
                    <a:pt x="224" y="215"/>
                  </a:lnTo>
                  <a:lnTo>
                    <a:pt x="262" y="226"/>
                  </a:lnTo>
                  <a:lnTo>
                    <a:pt x="300" y="234"/>
                  </a:lnTo>
                  <a:lnTo>
                    <a:pt x="340" y="240"/>
                  </a:lnTo>
                  <a:lnTo>
                    <a:pt x="384" y="244"/>
                  </a:lnTo>
                  <a:lnTo>
                    <a:pt x="426" y="245"/>
                  </a:lnTo>
                  <a:lnTo>
                    <a:pt x="426" y="233"/>
                  </a:lnTo>
                  <a:lnTo>
                    <a:pt x="384" y="232"/>
                  </a:lnTo>
                  <a:lnTo>
                    <a:pt x="343" y="228"/>
                  </a:lnTo>
                  <a:lnTo>
                    <a:pt x="303" y="222"/>
                  </a:lnTo>
                  <a:lnTo>
                    <a:pt x="264" y="214"/>
                  </a:lnTo>
                  <a:lnTo>
                    <a:pt x="229" y="204"/>
                  </a:lnTo>
                  <a:lnTo>
                    <a:pt x="194" y="192"/>
                  </a:lnTo>
                  <a:lnTo>
                    <a:pt x="162" y="178"/>
                  </a:lnTo>
                  <a:lnTo>
                    <a:pt x="133" y="163"/>
                  </a:lnTo>
                  <a:lnTo>
                    <a:pt x="106" y="146"/>
                  </a:lnTo>
                  <a:lnTo>
                    <a:pt x="81" y="129"/>
                  </a:lnTo>
                  <a:lnTo>
                    <a:pt x="61" y="109"/>
                  </a:lnTo>
                  <a:lnTo>
                    <a:pt x="44" y="89"/>
                  </a:lnTo>
                  <a:lnTo>
                    <a:pt x="31" y="66"/>
                  </a:lnTo>
                  <a:lnTo>
                    <a:pt x="20" y="45"/>
                  </a:lnTo>
                  <a:lnTo>
                    <a:pt x="15" y="2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1330" name="Freeform 32"/>
            <p:cNvSpPr>
              <a:spLocks/>
            </p:cNvSpPr>
            <p:nvPr/>
          </p:nvSpPr>
          <p:spPr bwMode="auto">
            <a:xfrm>
              <a:off x="878" y="1448"/>
              <a:ext cx="792" cy="954"/>
            </a:xfrm>
            <a:custGeom>
              <a:avLst/>
              <a:gdLst>
                <a:gd name="T0" fmla="*/ 13 w 3960"/>
                <a:gd name="T1" fmla="*/ 38 h 4768"/>
                <a:gd name="T2" fmla="*/ 14 w 3960"/>
                <a:gd name="T3" fmla="*/ 38 h 4768"/>
                <a:gd name="T4" fmla="*/ 15 w 3960"/>
                <a:gd name="T5" fmla="*/ 38 h 4768"/>
                <a:gd name="T6" fmla="*/ 15 w 3960"/>
                <a:gd name="T7" fmla="*/ 38 h 4768"/>
                <a:gd name="T8" fmla="*/ 16 w 3960"/>
                <a:gd name="T9" fmla="*/ 38 h 4768"/>
                <a:gd name="T10" fmla="*/ 17 w 3960"/>
                <a:gd name="T11" fmla="*/ 38 h 4768"/>
                <a:gd name="T12" fmla="*/ 17 w 3960"/>
                <a:gd name="T13" fmla="*/ 38 h 4768"/>
                <a:gd name="T14" fmla="*/ 18 w 3960"/>
                <a:gd name="T15" fmla="*/ 38 h 4768"/>
                <a:gd name="T16" fmla="*/ 18 w 3960"/>
                <a:gd name="T17" fmla="*/ 38 h 4768"/>
                <a:gd name="T18" fmla="*/ 29 w 3960"/>
                <a:gd name="T19" fmla="*/ 30 h 4768"/>
                <a:gd name="T20" fmla="*/ 30 w 3960"/>
                <a:gd name="T21" fmla="*/ 30 h 4768"/>
                <a:gd name="T22" fmla="*/ 30 w 3960"/>
                <a:gd name="T23" fmla="*/ 29 h 4768"/>
                <a:gd name="T24" fmla="*/ 31 w 3960"/>
                <a:gd name="T25" fmla="*/ 28 h 4768"/>
                <a:gd name="T26" fmla="*/ 31 w 3960"/>
                <a:gd name="T27" fmla="*/ 28 h 4768"/>
                <a:gd name="T28" fmla="*/ 31 w 3960"/>
                <a:gd name="T29" fmla="*/ 27 h 4768"/>
                <a:gd name="T30" fmla="*/ 32 w 3960"/>
                <a:gd name="T31" fmla="*/ 26 h 4768"/>
                <a:gd name="T32" fmla="*/ 32 w 3960"/>
                <a:gd name="T33" fmla="*/ 25 h 4768"/>
                <a:gd name="T34" fmla="*/ 32 w 3960"/>
                <a:gd name="T35" fmla="*/ 11 h 4768"/>
                <a:gd name="T36" fmla="*/ 32 w 3960"/>
                <a:gd name="T37" fmla="*/ 10 h 4768"/>
                <a:gd name="T38" fmla="*/ 31 w 3960"/>
                <a:gd name="T39" fmla="*/ 9 h 4768"/>
                <a:gd name="T40" fmla="*/ 31 w 3960"/>
                <a:gd name="T41" fmla="*/ 9 h 4768"/>
                <a:gd name="T42" fmla="*/ 31 w 3960"/>
                <a:gd name="T43" fmla="*/ 8 h 4768"/>
                <a:gd name="T44" fmla="*/ 31 w 3960"/>
                <a:gd name="T45" fmla="*/ 8 h 4768"/>
                <a:gd name="T46" fmla="*/ 30 w 3960"/>
                <a:gd name="T47" fmla="*/ 7 h 4768"/>
                <a:gd name="T48" fmla="*/ 30 w 3960"/>
                <a:gd name="T49" fmla="*/ 7 h 4768"/>
                <a:gd name="T50" fmla="*/ 29 w 3960"/>
                <a:gd name="T51" fmla="*/ 6 h 4768"/>
                <a:gd name="T52" fmla="*/ 19 w 3960"/>
                <a:gd name="T53" fmla="*/ 1 h 4768"/>
                <a:gd name="T54" fmla="*/ 18 w 3960"/>
                <a:gd name="T55" fmla="*/ 0 h 4768"/>
                <a:gd name="T56" fmla="*/ 17 w 3960"/>
                <a:gd name="T57" fmla="*/ 0 h 4768"/>
                <a:gd name="T58" fmla="*/ 17 w 3960"/>
                <a:gd name="T59" fmla="*/ 0 h 4768"/>
                <a:gd name="T60" fmla="*/ 16 w 3960"/>
                <a:gd name="T61" fmla="*/ 0 h 4768"/>
                <a:gd name="T62" fmla="*/ 15 w 3960"/>
                <a:gd name="T63" fmla="*/ 0 h 4768"/>
                <a:gd name="T64" fmla="*/ 14 w 3960"/>
                <a:gd name="T65" fmla="*/ 0 h 4768"/>
                <a:gd name="T66" fmla="*/ 14 w 3960"/>
                <a:gd name="T67" fmla="*/ 0 h 4768"/>
                <a:gd name="T68" fmla="*/ 2 w 3960"/>
                <a:gd name="T69" fmla="*/ 6 h 4768"/>
                <a:gd name="T70" fmla="*/ 2 w 3960"/>
                <a:gd name="T71" fmla="*/ 7 h 4768"/>
                <a:gd name="T72" fmla="*/ 1 w 3960"/>
                <a:gd name="T73" fmla="*/ 7 h 4768"/>
                <a:gd name="T74" fmla="*/ 1 w 3960"/>
                <a:gd name="T75" fmla="*/ 8 h 4768"/>
                <a:gd name="T76" fmla="*/ 1 w 3960"/>
                <a:gd name="T77" fmla="*/ 8 h 4768"/>
                <a:gd name="T78" fmla="*/ 0 w 3960"/>
                <a:gd name="T79" fmla="*/ 9 h 4768"/>
                <a:gd name="T80" fmla="*/ 0 w 3960"/>
                <a:gd name="T81" fmla="*/ 9 h 4768"/>
                <a:gd name="T82" fmla="*/ 0 w 3960"/>
                <a:gd name="T83" fmla="*/ 10 h 4768"/>
                <a:gd name="T84" fmla="*/ 0 w 3960"/>
                <a:gd name="T85" fmla="*/ 11 h 4768"/>
                <a:gd name="T86" fmla="*/ 0 w 3960"/>
                <a:gd name="T87" fmla="*/ 25 h 4768"/>
                <a:gd name="T88" fmla="*/ 0 w 3960"/>
                <a:gd name="T89" fmla="*/ 26 h 4768"/>
                <a:gd name="T90" fmla="*/ 0 w 3960"/>
                <a:gd name="T91" fmla="*/ 27 h 4768"/>
                <a:gd name="T92" fmla="*/ 1 w 3960"/>
                <a:gd name="T93" fmla="*/ 28 h 4768"/>
                <a:gd name="T94" fmla="*/ 1 w 3960"/>
                <a:gd name="T95" fmla="*/ 29 h 4768"/>
                <a:gd name="T96" fmla="*/ 1 w 3960"/>
                <a:gd name="T97" fmla="*/ 29 h 4768"/>
                <a:gd name="T98" fmla="*/ 2 w 3960"/>
                <a:gd name="T99" fmla="*/ 30 h 4768"/>
                <a:gd name="T100" fmla="*/ 3 w 3960"/>
                <a:gd name="T101" fmla="*/ 31 h 4768"/>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w 3960"/>
                <a:gd name="T154" fmla="*/ 0 h 4768"/>
                <a:gd name="T155" fmla="*/ 3960 w 3960"/>
                <a:gd name="T156" fmla="*/ 4768 h 4768"/>
              </a:gdLst>
              <a:ahLst/>
              <a:cxnLst>
                <a:cxn ang="T102">
                  <a:pos x="T0" y="T1"/>
                </a:cxn>
                <a:cxn ang="T103">
                  <a:pos x="T2" y="T3"/>
                </a:cxn>
                <a:cxn ang="T104">
                  <a:pos x="T4" y="T5"/>
                </a:cxn>
                <a:cxn ang="T105">
                  <a:pos x="T6" y="T7"/>
                </a:cxn>
                <a:cxn ang="T106">
                  <a:pos x="T8" y="T9"/>
                </a:cxn>
                <a:cxn ang="T107">
                  <a:pos x="T10" y="T11"/>
                </a:cxn>
                <a:cxn ang="T108">
                  <a:pos x="T12" y="T13"/>
                </a:cxn>
                <a:cxn ang="T109">
                  <a:pos x="T14" y="T15"/>
                </a:cxn>
                <a:cxn ang="T110">
                  <a:pos x="T16" y="T17"/>
                </a:cxn>
                <a:cxn ang="T111">
                  <a:pos x="T18" y="T19"/>
                </a:cxn>
                <a:cxn ang="T112">
                  <a:pos x="T20" y="T21"/>
                </a:cxn>
                <a:cxn ang="T113">
                  <a:pos x="T22" y="T23"/>
                </a:cxn>
                <a:cxn ang="T114">
                  <a:pos x="T24" y="T25"/>
                </a:cxn>
                <a:cxn ang="T115">
                  <a:pos x="T26" y="T27"/>
                </a:cxn>
                <a:cxn ang="T116">
                  <a:pos x="T28" y="T29"/>
                </a:cxn>
                <a:cxn ang="T117">
                  <a:pos x="T30" y="T31"/>
                </a:cxn>
                <a:cxn ang="T118">
                  <a:pos x="T32" y="T33"/>
                </a:cxn>
                <a:cxn ang="T119">
                  <a:pos x="T34" y="T35"/>
                </a:cxn>
                <a:cxn ang="T120">
                  <a:pos x="T36" y="T37"/>
                </a:cxn>
                <a:cxn ang="T121">
                  <a:pos x="T38" y="T39"/>
                </a:cxn>
                <a:cxn ang="T122">
                  <a:pos x="T40" y="T41"/>
                </a:cxn>
                <a:cxn ang="T123">
                  <a:pos x="T42" y="T43"/>
                </a:cxn>
                <a:cxn ang="T124">
                  <a:pos x="T44" y="T45"/>
                </a:cxn>
                <a:cxn ang="T125">
                  <a:pos x="T46" y="T47"/>
                </a:cxn>
                <a:cxn ang="T126">
                  <a:pos x="T48" y="T49"/>
                </a:cxn>
                <a:cxn ang="T127">
                  <a:pos x="T50" y="T51"/>
                </a:cxn>
                <a:cxn ang="T128">
                  <a:pos x="T52" y="T53"/>
                </a:cxn>
                <a:cxn ang="T129">
                  <a:pos x="T54" y="T55"/>
                </a:cxn>
                <a:cxn ang="T130">
                  <a:pos x="T56" y="T57"/>
                </a:cxn>
                <a:cxn ang="T131">
                  <a:pos x="T58" y="T59"/>
                </a:cxn>
                <a:cxn ang="T132">
                  <a:pos x="T60" y="T61"/>
                </a:cxn>
                <a:cxn ang="T133">
                  <a:pos x="T62" y="T63"/>
                </a:cxn>
                <a:cxn ang="T134">
                  <a:pos x="T64" y="T65"/>
                </a:cxn>
                <a:cxn ang="T135">
                  <a:pos x="T66" y="T67"/>
                </a:cxn>
                <a:cxn ang="T136">
                  <a:pos x="T68" y="T69"/>
                </a:cxn>
                <a:cxn ang="T137">
                  <a:pos x="T70" y="T71"/>
                </a:cxn>
                <a:cxn ang="T138">
                  <a:pos x="T72" y="T73"/>
                </a:cxn>
                <a:cxn ang="T139">
                  <a:pos x="T74" y="T75"/>
                </a:cxn>
                <a:cxn ang="T140">
                  <a:pos x="T76" y="T77"/>
                </a:cxn>
                <a:cxn ang="T141">
                  <a:pos x="T78" y="T79"/>
                </a:cxn>
                <a:cxn ang="T142">
                  <a:pos x="T80" y="T81"/>
                </a:cxn>
                <a:cxn ang="T143">
                  <a:pos x="T82" y="T83"/>
                </a:cxn>
                <a:cxn ang="T144">
                  <a:pos x="T84" y="T85"/>
                </a:cxn>
                <a:cxn ang="T145">
                  <a:pos x="T86" y="T87"/>
                </a:cxn>
                <a:cxn ang="T146">
                  <a:pos x="T88" y="T89"/>
                </a:cxn>
                <a:cxn ang="T147">
                  <a:pos x="T90" y="T91"/>
                </a:cxn>
                <a:cxn ang="T148">
                  <a:pos x="T92" y="T93"/>
                </a:cxn>
                <a:cxn ang="T149">
                  <a:pos x="T94" y="T95"/>
                </a:cxn>
                <a:cxn ang="T150">
                  <a:pos x="T96" y="T97"/>
                </a:cxn>
                <a:cxn ang="T151">
                  <a:pos x="T98" y="T99"/>
                </a:cxn>
                <a:cxn ang="T152">
                  <a:pos x="T100" y="T101"/>
                </a:cxn>
              </a:cxnLst>
              <a:rect l="T153" t="T154" r="T155" b="T156"/>
              <a:pathLst>
                <a:path w="3960" h="4768">
                  <a:moveTo>
                    <a:pt x="353" y="3849"/>
                  </a:moveTo>
                  <a:lnTo>
                    <a:pt x="1661" y="4700"/>
                  </a:lnTo>
                  <a:lnTo>
                    <a:pt x="1697" y="4717"/>
                  </a:lnTo>
                  <a:lnTo>
                    <a:pt x="1736" y="4731"/>
                  </a:lnTo>
                  <a:lnTo>
                    <a:pt x="1776" y="4742"/>
                  </a:lnTo>
                  <a:lnTo>
                    <a:pt x="1818" y="4753"/>
                  </a:lnTo>
                  <a:lnTo>
                    <a:pt x="1860" y="4760"/>
                  </a:lnTo>
                  <a:lnTo>
                    <a:pt x="1902" y="4765"/>
                  </a:lnTo>
                  <a:lnTo>
                    <a:pt x="1946" y="4768"/>
                  </a:lnTo>
                  <a:lnTo>
                    <a:pt x="1988" y="4768"/>
                  </a:lnTo>
                  <a:lnTo>
                    <a:pt x="2031" y="4767"/>
                  </a:lnTo>
                  <a:lnTo>
                    <a:pt x="2073" y="4763"/>
                  </a:lnTo>
                  <a:lnTo>
                    <a:pt x="2114" y="4758"/>
                  </a:lnTo>
                  <a:lnTo>
                    <a:pt x="2154" y="4751"/>
                  </a:lnTo>
                  <a:lnTo>
                    <a:pt x="2193" y="4740"/>
                  </a:lnTo>
                  <a:lnTo>
                    <a:pt x="2230" y="4729"/>
                  </a:lnTo>
                  <a:lnTo>
                    <a:pt x="2264" y="4715"/>
                  </a:lnTo>
                  <a:lnTo>
                    <a:pt x="2297" y="4700"/>
                  </a:lnTo>
                  <a:lnTo>
                    <a:pt x="3639" y="3825"/>
                  </a:lnTo>
                  <a:lnTo>
                    <a:pt x="3673" y="3795"/>
                  </a:lnTo>
                  <a:lnTo>
                    <a:pt x="3707" y="3761"/>
                  </a:lnTo>
                  <a:lnTo>
                    <a:pt x="3738" y="3725"/>
                  </a:lnTo>
                  <a:lnTo>
                    <a:pt x="3768" y="3685"/>
                  </a:lnTo>
                  <a:lnTo>
                    <a:pt x="3796" y="3644"/>
                  </a:lnTo>
                  <a:lnTo>
                    <a:pt x="3821" y="3599"/>
                  </a:lnTo>
                  <a:lnTo>
                    <a:pt x="3846" y="3553"/>
                  </a:lnTo>
                  <a:lnTo>
                    <a:pt x="3868" y="3505"/>
                  </a:lnTo>
                  <a:lnTo>
                    <a:pt x="3888" y="3456"/>
                  </a:lnTo>
                  <a:lnTo>
                    <a:pt x="3907" y="3406"/>
                  </a:lnTo>
                  <a:lnTo>
                    <a:pt x="3922" y="3354"/>
                  </a:lnTo>
                  <a:lnTo>
                    <a:pt x="3935" y="3303"/>
                  </a:lnTo>
                  <a:lnTo>
                    <a:pt x="3946" y="3250"/>
                  </a:lnTo>
                  <a:lnTo>
                    <a:pt x="3953" y="3197"/>
                  </a:lnTo>
                  <a:lnTo>
                    <a:pt x="3957" y="3144"/>
                  </a:lnTo>
                  <a:lnTo>
                    <a:pt x="3960" y="3092"/>
                  </a:lnTo>
                  <a:lnTo>
                    <a:pt x="3959" y="1313"/>
                  </a:lnTo>
                  <a:lnTo>
                    <a:pt x="3955" y="1271"/>
                  </a:lnTo>
                  <a:lnTo>
                    <a:pt x="3949" y="1229"/>
                  </a:lnTo>
                  <a:lnTo>
                    <a:pt x="3941" y="1189"/>
                  </a:lnTo>
                  <a:lnTo>
                    <a:pt x="3930" y="1149"/>
                  </a:lnTo>
                  <a:lnTo>
                    <a:pt x="3918" y="1111"/>
                  </a:lnTo>
                  <a:lnTo>
                    <a:pt x="3902" y="1075"/>
                  </a:lnTo>
                  <a:lnTo>
                    <a:pt x="3886" y="1040"/>
                  </a:lnTo>
                  <a:lnTo>
                    <a:pt x="3867" y="1006"/>
                  </a:lnTo>
                  <a:lnTo>
                    <a:pt x="3846" y="973"/>
                  </a:lnTo>
                  <a:lnTo>
                    <a:pt x="3823" y="942"/>
                  </a:lnTo>
                  <a:lnTo>
                    <a:pt x="3798" y="913"/>
                  </a:lnTo>
                  <a:lnTo>
                    <a:pt x="3771" y="886"/>
                  </a:lnTo>
                  <a:lnTo>
                    <a:pt x="3743" y="860"/>
                  </a:lnTo>
                  <a:lnTo>
                    <a:pt x="3714" y="837"/>
                  </a:lnTo>
                  <a:lnTo>
                    <a:pt x="3682" y="816"/>
                  </a:lnTo>
                  <a:lnTo>
                    <a:pt x="3649" y="796"/>
                  </a:lnTo>
                  <a:lnTo>
                    <a:pt x="2386" y="83"/>
                  </a:lnTo>
                  <a:lnTo>
                    <a:pt x="2350" y="65"/>
                  </a:lnTo>
                  <a:lnTo>
                    <a:pt x="2310" y="50"/>
                  </a:lnTo>
                  <a:lnTo>
                    <a:pt x="2268" y="36"/>
                  </a:lnTo>
                  <a:lnTo>
                    <a:pt x="2223" y="24"/>
                  </a:lnTo>
                  <a:lnTo>
                    <a:pt x="2178" y="15"/>
                  </a:lnTo>
                  <a:lnTo>
                    <a:pt x="2131" y="8"/>
                  </a:lnTo>
                  <a:lnTo>
                    <a:pt x="2082" y="3"/>
                  </a:lnTo>
                  <a:lnTo>
                    <a:pt x="2032" y="0"/>
                  </a:lnTo>
                  <a:lnTo>
                    <a:pt x="1982" y="1"/>
                  </a:lnTo>
                  <a:lnTo>
                    <a:pt x="1933" y="3"/>
                  </a:lnTo>
                  <a:lnTo>
                    <a:pt x="1882" y="9"/>
                  </a:lnTo>
                  <a:lnTo>
                    <a:pt x="1833" y="17"/>
                  </a:lnTo>
                  <a:lnTo>
                    <a:pt x="1785" y="29"/>
                  </a:lnTo>
                  <a:lnTo>
                    <a:pt x="1737" y="43"/>
                  </a:lnTo>
                  <a:lnTo>
                    <a:pt x="1691" y="62"/>
                  </a:lnTo>
                  <a:lnTo>
                    <a:pt x="1647" y="83"/>
                  </a:lnTo>
                  <a:lnTo>
                    <a:pt x="311" y="782"/>
                  </a:lnTo>
                  <a:lnTo>
                    <a:pt x="276" y="803"/>
                  </a:lnTo>
                  <a:lnTo>
                    <a:pt x="243" y="826"/>
                  </a:lnTo>
                  <a:lnTo>
                    <a:pt x="213" y="852"/>
                  </a:lnTo>
                  <a:lnTo>
                    <a:pt x="184" y="879"/>
                  </a:lnTo>
                  <a:lnTo>
                    <a:pt x="155" y="908"/>
                  </a:lnTo>
                  <a:lnTo>
                    <a:pt x="131" y="939"/>
                  </a:lnTo>
                  <a:lnTo>
                    <a:pt x="107" y="971"/>
                  </a:lnTo>
                  <a:lnTo>
                    <a:pt x="86" y="1005"/>
                  </a:lnTo>
                  <a:lnTo>
                    <a:pt x="68" y="1040"/>
                  </a:lnTo>
                  <a:lnTo>
                    <a:pt x="50" y="1076"/>
                  </a:lnTo>
                  <a:lnTo>
                    <a:pt x="36" y="1115"/>
                  </a:lnTo>
                  <a:lnTo>
                    <a:pt x="23" y="1153"/>
                  </a:lnTo>
                  <a:lnTo>
                    <a:pt x="14" y="1195"/>
                  </a:lnTo>
                  <a:lnTo>
                    <a:pt x="7" y="1236"/>
                  </a:lnTo>
                  <a:lnTo>
                    <a:pt x="2" y="1279"/>
                  </a:lnTo>
                  <a:lnTo>
                    <a:pt x="0" y="1322"/>
                  </a:lnTo>
                  <a:lnTo>
                    <a:pt x="0" y="3093"/>
                  </a:lnTo>
                  <a:lnTo>
                    <a:pt x="2" y="3147"/>
                  </a:lnTo>
                  <a:lnTo>
                    <a:pt x="7" y="3202"/>
                  </a:lnTo>
                  <a:lnTo>
                    <a:pt x="15" y="3257"/>
                  </a:lnTo>
                  <a:lnTo>
                    <a:pt x="27" y="3312"/>
                  </a:lnTo>
                  <a:lnTo>
                    <a:pt x="42" y="3366"/>
                  </a:lnTo>
                  <a:lnTo>
                    <a:pt x="59" y="3420"/>
                  </a:lnTo>
                  <a:lnTo>
                    <a:pt x="79" y="3474"/>
                  </a:lnTo>
                  <a:lnTo>
                    <a:pt x="102" y="3525"/>
                  </a:lnTo>
                  <a:lnTo>
                    <a:pt x="127" y="3576"/>
                  </a:lnTo>
                  <a:lnTo>
                    <a:pt x="154" y="3624"/>
                  </a:lnTo>
                  <a:lnTo>
                    <a:pt x="184" y="3670"/>
                  </a:lnTo>
                  <a:lnTo>
                    <a:pt x="214" y="3712"/>
                  </a:lnTo>
                  <a:lnTo>
                    <a:pt x="247" y="3752"/>
                  </a:lnTo>
                  <a:lnTo>
                    <a:pt x="281" y="3788"/>
                  </a:lnTo>
                  <a:lnTo>
                    <a:pt x="317" y="3821"/>
                  </a:lnTo>
                  <a:lnTo>
                    <a:pt x="353" y="384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1331" name="Freeform 33"/>
            <p:cNvSpPr>
              <a:spLocks/>
            </p:cNvSpPr>
            <p:nvPr/>
          </p:nvSpPr>
          <p:spPr bwMode="auto">
            <a:xfrm>
              <a:off x="943" y="2210"/>
              <a:ext cx="276" cy="187"/>
            </a:xfrm>
            <a:custGeom>
              <a:avLst/>
              <a:gdLst>
                <a:gd name="T0" fmla="*/ 11 w 1380"/>
                <a:gd name="T1" fmla="*/ 7 h 937"/>
                <a:gd name="T2" fmla="*/ 11 w 1380"/>
                <a:gd name="T3" fmla="*/ 7 h 937"/>
                <a:gd name="T4" fmla="*/ 0 w 1380"/>
                <a:gd name="T5" fmla="*/ 0 h 937"/>
                <a:gd name="T6" fmla="*/ 0 w 1380"/>
                <a:gd name="T7" fmla="*/ 1 h 937"/>
                <a:gd name="T8" fmla="*/ 10 w 1380"/>
                <a:gd name="T9" fmla="*/ 7 h 937"/>
                <a:gd name="T10" fmla="*/ 10 w 1380"/>
                <a:gd name="T11" fmla="*/ 7 h 937"/>
                <a:gd name="T12" fmla="*/ 10 w 1380"/>
                <a:gd name="T13" fmla="*/ 7 h 937"/>
                <a:gd name="T14" fmla="*/ 11 w 1380"/>
                <a:gd name="T15" fmla="*/ 7 h 937"/>
                <a:gd name="T16" fmla="*/ 11 w 1380"/>
                <a:gd name="T17" fmla="*/ 7 h 937"/>
                <a:gd name="T18" fmla="*/ 11 w 1380"/>
                <a:gd name="T19" fmla="*/ 7 h 937"/>
                <a:gd name="T20" fmla="*/ 11 w 1380"/>
                <a:gd name="T21" fmla="*/ 7 h 937"/>
                <a:gd name="T22" fmla="*/ 11 w 1380"/>
                <a:gd name="T23" fmla="*/ 7 h 937"/>
                <a:gd name="T24" fmla="*/ 11 w 1380"/>
                <a:gd name="T25" fmla="*/ 7 h 937"/>
                <a:gd name="T26" fmla="*/ 11 w 1380"/>
                <a:gd name="T27" fmla="*/ 7 h 937"/>
                <a:gd name="T28" fmla="*/ 11 w 1380"/>
                <a:gd name="T29" fmla="*/ 7 h 937"/>
                <a:gd name="T30" fmla="*/ 11 w 1380"/>
                <a:gd name="T31" fmla="*/ 7 h 93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80"/>
                <a:gd name="T49" fmla="*/ 0 h 937"/>
                <a:gd name="T50" fmla="*/ 1380 w 1380"/>
                <a:gd name="T51" fmla="*/ 937 h 93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80" h="937">
                  <a:moveTo>
                    <a:pt x="1354" y="848"/>
                  </a:moveTo>
                  <a:lnTo>
                    <a:pt x="1359" y="851"/>
                  </a:lnTo>
                  <a:lnTo>
                    <a:pt x="51" y="0"/>
                  </a:lnTo>
                  <a:lnTo>
                    <a:pt x="0" y="78"/>
                  </a:lnTo>
                  <a:lnTo>
                    <a:pt x="1307" y="929"/>
                  </a:lnTo>
                  <a:lnTo>
                    <a:pt x="1312" y="932"/>
                  </a:lnTo>
                  <a:lnTo>
                    <a:pt x="1307" y="929"/>
                  </a:lnTo>
                  <a:lnTo>
                    <a:pt x="1326" y="937"/>
                  </a:lnTo>
                  <a:lnTo>
                    <a:pt x="1345" y="936"/>
                  </a:lnTo>
                  <a:lnTo>
                    <a:pt x="1360" y="929"/>
                  </a:lnTo>
                  <a:lnTo>
                    <a:pt x="1372" y="916"/>
                  </a:lnTo>
                  <a:lnTo>
                    <a:pt x="1379" y="899"/>
                  </a:lnTo>
                  <a:lnTo>
                    <a:pt x="1380" y="883"/>
                  </a:lnTo>
                  <a:lnTo>
                    <a:pt x="1374" y="865"/>
                  </a:lnTo>
                  <a:lnTo>
                    <a:pt x="1359" y="851"/>
                  </a:lnTo>
                  <a:lnTo>
                    <a:pt x="1354" y="84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1332" name="Freeform 34"/>
            <p:cNvSpPr>
              <a:spLocks/>
            </p:cNvSpPr>
            <p:nvPr/>
          </p:nvSpPr>
          <p:spPr bwMode="auto">
            <a:xfrm>
              <a:off x="1206" y="2379"/>
              <a:ext cx="140" cy="32"/>
            </a:xfrm>
            <a:custGeom>
              <a:avLst/>
              <a:gdLst>
                <a:gd name="T0" fmla="*/ 5 w 703"/>
                <a:gd name="T1" fmla="*/ 0 h 162"/>
                <a:gd name="T2" fmla="*/ 5 w 703"/>
                <a:gd name="T3" fmla="*/ 0 h 162"/>
                <a:gd name="T4" fmla="*/ 5 w 703"/>
                <a:gd name="T5" fmla="*/ 0 h 162"/>
                <a:gd name="T6" fmla="*/ 5 w 703"/>
                <a:gd name="T7" fmla="*/ 0 h 162"/>
                <a:gd name="T8" fmla="*/ 4 w 703"/>
                <a:gd name="T9" fmla="*/ 0 h 162"/>
                <a:gd name="T10" fmla="*/ 4 w 703"/>
                <a:gd name="T11" fmla="*/ 0 h 162"/>
                <a:gd name="T12" fmla="*/ 4 w 703"/>
                <a:gd name="T13" fmla="*/ 0 h 162"/>
                <a:gd name="T14" fmla="*/ 3 w 703"/>
                <a:gd name="T15" fmla="*/ 1 h 162"/>
                <a:gd name="T16" fmla="*/ 3 w 703"/>
                <a:gd name="T17" fmla="*/ 1 h 162"/>
                <a:gd name="T18" fmla="*/ 3 w 703"/>
                <a:gd name="T19" fmla="*/ 1 h 162"/>
                <a:gd name="T20" fmla="*/ 2 w 703"/>
                <a:gd name="T21" fmla="*/ 1 h 162"/>
                <a:gd name="T22" fmla="*/ 2 w 703"/>
                <a:gd name="T23" fmla="*/ 1 h 162"/>
                <a:gd name="T24" fmla="*/ 2 w 703"/>
                <a:gd name="T25" fmla="*/ 0 h 162"/>
                <a:gd name="T26" fmla="*/ 1 w 703"/>
                <a:gd name="T27" fmla="*/ 0 h 162"/>
                <a:gd name="T28" fmla="*/ 1 w 703"/>
                <a:gd name="T29" fmla="*/ 0 h 162"/>
                <a:gd name="T30" fmla="*/ 1 w 703"/>
                <a:gd name="T31" fmla="*/ 0 h 162"/>
                <a:gd name="T32" fmla="*/ 1 w 703"/>
                <a:gd name="T33" fmla="*/ 0 h 162"/>
                <a:gd name="T34" fmla="*/ 0 w 703"/>
                <a:gd name="T35" fmla="*/ 0 h 162"/>
                <a:gd name="T36" fmla="*/ 0 w 703"/>
                <a:gd name="T37" fmla="*/ 1 h 162"/>
                <a:gd name="T38" fmla="*/ 0 w 703"/>
                <a:gd name="T39" fmla="*/ 1 h 162"/>
                <a:gd name="T40" fmla="*/ 1 w 703"/>
                <a:gd name="T41" fmla="*/ 1 h 162"/>
                <a:gd name="T42" fmla="*/ 1 w 703"/>
                <a:gd name="T43" fmla="*/ 1 h 162"/>
                <a:gd name="T44" fmla="*/ 1 w 703"/>
                <a:gd name="T45" fmla="*/ 1 h 162"/>
                <a:gd name="T46" fmla="*/ 2 w 703"/>
                <a:gd name="T47" fmla="*/ 1 h 162"/>
                <a:gd name="T48" fmla="*/ 2 w 703"/>
                <a:gd name="T49" fmla="*/ 1 h 162"/>
                <a:gd name="T50" fmla="*/ 2 w 703"/>
                <a:gd name="T51" fmla="*/ 1 h 162"/>
                <a:gd name="T52" fmla="*/ 3 w 703"/>
                <a:gd name="T53" fmla="*/ 1 h 162"/>
                <a:gd name="T54" fmla="*/ 3 w 703"/>
                <a:gd name="T55" fmla="*/ 1 h 162"/>
                <a:gd name="T56" fmla="*/ 3 w 703"/>
                <a:gd name="T57" fmla="*/ 1 h 162"/>
                <a:gd name="T58" fmla="*/ 4 w 703"/>
                <a:gd name="T59" fmla="*/ 1 h 162"/>
                <a:gd name="T60" fmla="*/ 4 w 703"/>
                <a:gd name="T61" fmla="*/ 1 h 162"/>
                <a:gd name="T62" fmla="*/ 5 w 703"/>
                <a:gd name="T63" fmla="*/ 1 h 162"/>
                <a:gd name="T64" fmla="*/ 5 w 703"/>
                <a:gd name="T65" fmla="*/ 1 h 162"/>
                <a:gd name="T66" fmla="*/ 5 w 703"/>
                <a:gd name="T67" fmla="*/ 1 h 162"/>
                <a:gd name="T68" fmla="*/ 5 w 703"/>
                <a:gd name="T69" fmla="*/ 1 h 162"/>
                <a:gd name="T70" fmla="*/ 5 w 703"/>
                <a:gd name="T71" fmla="*/ 1 h 162"/>
                <a:gd name="T72" fmla="*/ 5 w 703"/>
                <a:gd name="T73" fmla="*/ 1 h 162"/>
                <a:gd name="T74" fmla="*/ 5 w 703"/>
                <a:gd name="T75" fmla="*/ 1 h 162"/>
                <a:gd name="T76" fmla="*/ 6 w 703"/>
                <a:gd name="T77" fmla="*/ 0 h 162"/>
                <a:gd name="T78" fmla="*/ 6 w 703"/>
                <a:gd name="T79" fmla="*/ 0 h 162"/>
                <a:gd name="T80" fmla="*/ 6 w 703"/>
                <a:gd name="T81" fmla="*/ 0 h 162"/>
                <a:gd name="T82" fmla="*/ 5 w 703"/>
                <a:gd name="T83" fmla="*/ 0 h 162"/>
                <a:gd name="T84" fmla="*/ 5 w 703"/>
                <a:gd name="T85" fmla="*/ 0 h 162"/>
                <a:gd name="T86" fmla="*/ 5 w 703"/>
                <a:gd name="T87" fmla="*/ 0 h 162"/>
                <a:gd name="T88" fmla="*/ 5 w 703"/>
                <a:gd name="T89" fmla="*/ 0 h 162"/>
                <a:gd name="T90" fmla="*/ 5 w 703"/>
                <a:gd name="T91" fmla="*/ 0 h 162"/>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703"/>
                <a:gd name="T139" fmla="*/ 0 h 162"/>
                <a:gd name="T140" fmla="*/ 703 w 703"/>
                <a:gd name="T141" fmla="*/ 162 h 162"/>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703" h="162">
                  <a:moveTo>
                    <a:pt x="631" y="8"/>
                  </a:moveTo>
                  <a:lnTo>
                    <a:pt x="636" y="6"/>
                  </a:lnTo>
                  <a:lnTo>
                    <a:pt x="606" y="20"/>
                  </a:lnTo>
                  <a:lnTo>
                    <a:pt x="575" y="32"/>
                  </a:lnTo>
                  <a:lnTo>
                    <a:pt x="540" y="42"/>
                  </a:lnTo>
                  <a:lnTo>
                    <a:pt x="504" y="52"/>
                  </a:lnTo>
                  <a:lnTo>
                    <a:pt x="467" y="59"/>
                  </a:lnTo>
                  <a:lnTo>
                    <a:pt x="428" y="64"/>
                  </a:lnTo>
                  <a:lnTo>
                    <a:pt x="389" y="67"/>
                  </a:lnTo>
                  <a:lnTo>
                    <a:pt x="348" y="68"/>
                  </a:lnTo>
                  <a:lnTo>
                    <a:pt x="308" y="68"/>
                  </a:lnTo>
                  <a:lnTo>
                    <a:pt x="267" y="65"/>
                  </a:lnTo>
                  <a:lnTo>
                    <a:pt x="226" y="61"/>
                  </a:lnTo>
                  <a:lnTo>
                    <a:pt x="187" y="54"/>
                  </a:lnTo>
                  <a:lnTo>
                    <a:pt x="148" y="44"/>
                  </a:lnTo>
                  <a:lnTo>
                    <a:pt x="110" y="33"/>
                  </a:lnTo>
                  <a:lnTo>
                    <a:pt x="75" y="20"/>
                  </a:lnTo>
                  <a:lnTo>
                    <a:pt x="42" y="5"/>
                  </a:lnTo>
                  <a:lnTo>
                    <a:pt x="0" y="89"/>
                  </a:lnTo>
                  <a:lnTo>
                    <a:pt x="40" y="107"/>
                  </a:lnTo>
                  <a:lnTo>
                    <a:pt x="82" y="122"/>
                  </a:lnTo>
                  <a:lnTo>
                    <a:pt x="124" y="135"/>
                  </a:lnTo>
                  <a:lnTo>
                    <a:pt x="169" y="146"/>
                  </a:lnTo>
                  <a:lnTo>
                    <a:pt x="214" y="153"/>
                  </a:lnTo>
                  <a:lnTo>
                    <a:pt x="258" y="158"/>
                  </a:lnTo>
                  <a:lnTo>
                    <a:pt x="303" y="162"/>
                  </a:lnTo>
                  <a:lnTo>
                    <a:pt x="348" y="162"/>
                  </a:lnTo>
                  <a:lnTo>
                    <a:pt x="394" y="161"/>
                  </a:lnTo>
                  <a:lnTo>
                    <a:pt x="439" y="157"/>
                  </a:lnTo>
                  <a:lnTo>
                    <a:pt x="481" y="150"/>
                  </a:lnTo>
                  <a:lnTo>
                    <a:pt x="525" y="143"/>
                  </a:lnTo>
                  <a:lnTo>
                    <a:pt x="566" y="132"/>
                  </a:lnTo>
                  <a:lnTo>
                    <a:pt x="606" y="121"/>
                  </a:lnTo>
                  <a:lnTo>
                    <a:pt x="643" y="105"/>
                  </a:lnTo>
                  <a:lnTo>
                    <a:pt x="678" y="88"/>
                  </a:lnTo>
                  <a:lnTo>
                    <a:pt x="683" y="86"/>
                  </a:lnTo>
                  <a:lnTo>
                    <a:pt x="678" y="88"/>
                  </a:lnTo>
                  <a:lnTo>
                    <a:pt x="695" y="75"/>
                  </a:lnTo>
                  <a:lnTo>
                    <a:pt x="702" y="60"/>
                  </a:lnTo>
                  <a:lnTo>
                    <a:pt x="703" y="42"/>
                  </a:lnTo>
                  <a:lnTo>
                    <a:pt x="698" y="26"/>
                  </a:lnTo>
                  <a:lnTo>
                    <a:pt x="688" y="12"/>
                  </a:lnTo>
                  <a:lnTo>
                    <a:pt x="674" y="3"/>
                  </a:lnTo>
                  <a:lnTo>
                    <a:pt x="656" y="0"/>
                  </a:lnTo>
                  <a:lnTo>
                    <a:pt x="636" y="6"/>
                  </a:lnTo>
                  <a:lnTo>
                    <a:pt x="631"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1333" name="Freeform 35"/>
            <p:cNvSpPr>
              <a:spLocks/>
            </p:cNvSpPr>
            <p:nvPr/>
          </p:nvSpPr>
          <p:spPr bwMode="auto">
            <a:xfrm>
              <a:off x="1332" y="2204"/>
              <a:ext cx="283" cy="192"/>
            </a:xfrm>
            <a:custGeom>
              <a:avLst/>
              <a:gdLst>
                <a:gd name="T0" fmla="*/ 11 w 1415"/>
                <a:gd name="T1" fmla="*/ 0 h 960"/>
                <a:gd name="T2" fmla="*/ 11 w 1415"/>
                <a:gd name="T3" fmla="*/ 0 h 960"/>
                <a:gd name="T4" fmla="*/ 0 w 1415"/>
                <a:gd name="T5" fmla="*/ 7 h 960"/>
                <a:gd name="T6" fmla="*/ 0 w 1415"/>
                <a:gd name="T7" fmla="*/ 8 h 960"/>
                <a:gd name="T8" fmla="*/ 11 w 1415"/>
                <a:gd name="T9" fmla="*/ 1 h 960"/>
                <a:gd name="T10" fmla="*/ 11 w 1415"/>
                <a:gd name="T11" fmla="*/ 1 h 960"/>
                <a:gd name="T12" fmla="*/ 11 w 1415"/>
                <a:gd name="T13" fmla="*/ 1 h 960"/>
                <a:gd name="T14" fmla="*/ 11 w 1415"/>
                <a:gd name="T15" fmla="*/ 1 h 960"/>
                <a:gd name="T16" fmla="*/ 11 w 1415"/>
                <a:gd name="T17" fmla="*/ 0 h 960"/>
                <a:gd name="T18" fmla="*/ 11 w 1415"/>
                <a:gd name="T19" fmla="*/ 0 h 960"/>
                <a:gd name="T20" fmla="*/ 11 w 1415"/>
                <a:gd name="T21" fmla="*/ 0 h 960"/>
                <a:gd name="T22" fmla="*/ 11 w 1415"/>
                <a:gd name="T23" fmla="*/ 0 h 960"/>
                <a:gd name="T24" fmla="*/ 11 w 1415"/>
                <a:gd name="T25" fmla="*/ 0 h 960"/>
                <a:gd name="T26" fmla="*/ 11 w 1415"/>
                <a:gd name="T27" fmla="*/ 0 h 960"/>
                <a:gd name="T28" fmla="*/ 11 w 1415"/>
                <a:gd name="T29" fmla="*/ 0 h 960"/>
                <a:gd name="T30" fmla="*/ 11 w 1415"/>
                <a:gd name="T31" fmla="*/ 0 h 96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15"/>
                <a:gd name="T49" fmla="*/ 0 h 960"/>
                <a:gd name="T50" fmla="*/ 1415 w 1415"/>
                <a:gd name="T51" fmla="*/ 960 h 96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15" h="960">
                  <a:moveTo>
                    <a:pt x="1338" y="10"/>
                  </a:moveTo>
                  <a:lnTo>
                    <a:pt x="1342" y="8"/>
                  </a:lnTo>
                  <a:lnTo>
                    <a:pt x="0" y="882"/>
                  </a:lnTo>
                  <a:lnTo>
                    <a:pt x="52" y="960"/>
                  </a:lnTo>
                  <a:lnTo>
                    <a:pt x="1393" y="85"/>
                  </a:lnTo>
                  <a:lnTo>
                    <a:pt x="1397" y="83"/>
                  </a:lnTo>
                  <a:lnTo>
                    <a:pt x="1393" y="85"/>
                  </a:lnTo>
                  <a:lnTo>
                    <a:pt x="1409" y="71"/>
                  </a:lnTo>
                  <a:lnTo>
                    <a:pt x="1415" y="53"/>
                  </a:lnTo>
                  <a:lnTo>
                    <a:pt x="1413" y="37"/>
                  </a:lnTo>
                  <a:lnTo>
                    <a:pt x="1406" y="21"/>
                  </a:lnTo>
                  <a:lnTo>
                    <a:pt x="1395" y="8"/>
                  </a:lnTo>
                  <a:lnTo>
                    <a:pt x="1379" y="1"/>
                  </a:lnTo>
                  <a:lnTo>
                    <a:pt x="1361" y="0"/>
                  </a:lnTo>
                  <a:lnTo>
                    <a:pt x="1342" y="8"/>
                  </a:lnTo>
                  <a:lnTo>
                    <a:pt x="1338" y="1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1334" name="Freeform 36"/>
            <p:cNvSpPr>
              <a:spLocks/>
            </p:cNvSpPr>
            <p:nvPr/>
          </p:nvSpPr>
          <p:spPr bwMode="auto">
            <a:xfrm>
              <a:off x="1599" y="2057"/>
              <a:ext cx="80" cy="163"/>
            </a:xfrm>
            <a:custGeom>
              <a:avLst/>
              <a:gdLst>
                <a:gd name="T0" fmla="*/ 2 w 398"/>
                <a:gd name="T1" fmla="*/ 0 h 817"/>
                <a:gd name="T2" fmla="*/ 2 w 398"/>
                <a:gd name="T3" fmla="*/ 0 h 817"/>
                <a:gd name="T4" fmla="*/ 2 w 398"/>
                <a:gd name="T5" fmla="*/ 1 h 817"/>
                <a:gd name="T6" fmla="*/ 2 w 398"/>
                <a:gd name="T7" fmla="*/ 1 h 817"/>
                <a:gd name="T8" fmla="*/ 2 w 398"/>
                <a:gd name="T9" fmla="*/ 2 h 817"/>
                <a:gd name="T10" fmla="*/ 2 w 398"/>
                <a:gd name="T11" fmla="*/ 2 h 817"/>
                <a:gd name="T12" fmla="*/ 2 w 398"/>
                <a:gd name="T13" fmla="*/ 2 h 817"/>
                <a:gd name="T14" fmla="*/ 2 w 398"/>
                <a:gd name="T15" fmla="*/ 3 h 817"/>
                <a:gd name="T16" fmla="*/ 2 w 398"/>
                <a:gd name="T17" fmla="*/ 3 h 817"/>
                <a:gd name="T18" fmla="*/ 2 w 398"/>
                <a:gd name="T19" fmla="*/ 4 h 817"/>
                <a:gd name="T20" fmla="*/ 2 w 398"/>
                <a:gd name="T21" fmla="*/ 4 h 817"/>
                <a:gd name="T22" fmla="*/ 1 w 398"/>
                <a:gd name="T23" fmla="*/ 4 h 817"/>
                <a:gd name="T24" fmla="*/ 1 w 398"/>
                <a:gd name="T25" fmla="*/ 5 h 817"/>
                <a:gd name="T26" fmla="*/ 1 w 398"/>
                <a:gd name="T27" fmla="*/ 5 h 817"/>
                <a:gd name="T28" fmla="*/ 1 w 398"/>
                <a:gd name="T29" fmla="*/ 5 h 817"/>
                <a:gd name="T30" fmla="*/ 1 w 398"/>
                <a:gd name="T31" fmla="*/ 5 h 817"/>
                <a:gd name="T32" fmla="*/ 0 w 398"/>
                <a:gd name="T33" fmla="*/ 6 h 817"/>
                <a:gd name="T34" fmla="*/ 0 w 398"/>
                <a:gd name="T35" fmla="*/ 6 h 817"/>
                <a:gd name="T36" fmla="*/ 0 w 398"/>
                <a:gd name="T37" fmla="*/ 7 h 817"/>
                <a:gd name="T38" fmla="*/ 1 w 398"/>
                <a:gd name="T39" fmla="*/ 6 h 817"/>
                <a:gd name="T40" fmla="*/ 1 w 398"/>
                <a:gd name="T41" fmla="*/ 6 h 817"/>
                <a:gd name="T42" fmla="*/ 1 w 398"/>
                <a:gd name="T43" fmla="*/ 6 h 817"/>
                <a:gd name="T44" fmla="*/ 2 w 398"/>
                <a:gd name="T45" fmla="*/ 5 h 817"/>
                <a:gd name="T46" fmla="*/ 2 w 398"/>
                <a:gd name="T47" fmla="*/ 5 h 817"/>
                <a:gd name="T48" fmla="*/ 2 w 398"/>
                <a:gd name="T49" fmla="*/ 5 h 817"/>
                <a:gd name="T50" fmla="*/ 2 w 398"/>
                <a:gd name="T51" fmla="*/ 4 h 817"/>
                <a:gd name="T52" fmla="*/ 2 w 398"/>
                <a:gd name="T53" fmla="*/ 4 h 817"/>
                <a:gd name="T54" fmla="*/ 3 w 398"/>
                <a:gd name="T55" fmla="*/ 3 h 817"/>
                <a:gd name="T56" fmla="*/ 3 w 398"/>
                <a:gd name="T57" fmla="*/ 3 h 817"/>
                <a:gd name="T58" fmla="*/ 3 w 398"/>
                <a:gd name="T59" fmla="*/ 3 h 817"/>
                <a:gd name="T60" fmla="*/ 3 w 398"/>
                <a:gd name="T61" fmla="*/ 2 h 817"/>
                <a:gd name="T62" fmla="*/ 3 w 398"/>
                <a:gd name="T63" fmla="*/ 2 h 817"/>
                <a:gd name="T64" fmla="*/ 3 w 398"/>
                <a:gd name="T65" fmla="*/ 1 h 817"/>
                <a:gd name="T66" fmla="*/ 3 w 398"/>
                <a:gd name="T67" fmla="*/ 1 h 817"/>
                <a:gd name="T68" fmla="*/ 3 w 398"/>
                <a:gd name="T69" fmla="*/ 0 h 817"/>
                <a:gd name="T70" fmla="*/ 3 w 398"/>
                <a:gd name="T71" fmla="*/ 0 h 817"/>
                <a:gd name="T72" fmla="*/ 3 w 398"/>
                <a:gd name="T73" fmla="*/ 0 h 817"/>
                <a:gd name="T74" fmla="*/ 3 w 398"/>
                <a:gd name="T75" fmla="*/ 0 h 817"/>
                <a:gd name="T76" fmla="*/ 3 w 398"/>
                <a:gd name="T77" fmla="*/ 0 h 817"/>
                <a:gd name="T78" fmla="*/ 3 w 398"/>
                <a:gd name="T79" fmla="*/ 0 h 817"/>
                <a:gd name="T80" fmla="*/ 3 w 398"/>
                <a:gd name="T81" fmla="*/ 0 h 817"/>
                <a:gd name="T82" fmla="*/ 3 w 398"/>
                <a:gd name="T83" fmla="*/ 0 h 817"/>
                <a:gd name="T84" fmla="*/ 3 w 398"/>
                <a:gd name="T85" fmla="*/ 0 h 817"/>
                <a:gd name="T86" fmla="*/ 2 w 398"/>
                <a:gd name="T87" fmla="*/ 0 h 817"/>
                <a:gd name="T88" fmla="*/ 2 w 398"/>
                <a:gd name="T89" fmla="*/ 0 h 817"/>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398"/>
                <a:gd name="T136" fmla="*/ 0 h 817"/>
                <a:gd name="T137" fmla="*/ 398 w 398"/>
                <a:gd name="T138" fmla="*/ 817 h 817"/>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398" h="817">
                  <a:moveTo>
                    <a:pt x="304" y="47"/>
                  </a:moveTo>
                  <a:lnTo>
                    <a:pt x="304" y="47"/>
                  </a:lnTo>
                  <a:lnTo>
                    <a:pt x="301" y="97"/>
                  </a:lnTo>
                  <a:lnTo>
                    <a:pt x="297" y="147"/>
                  </a:lnTo>
                  <a:lnTo>
                    <a:pt x="291" y="198"/>
                  </a:lnTo>
                  <a:lnTo>
                    <a:pt x="280" y="247"/>
                  </a:lnTo>
                  <a:lnTo>
                    <a:pt x="268" y="297"/>
                  </a:lnTo>
                  <a:lnTo>
                    <a:pt x="253" y="347"/>
                  </a:lnTo>
                  <a:lnTo>
                    <a:pt x="236" y="395"/>
                  </a:lnTo>
                  <a:lnTo>
                    <a:pt x="217" y="442"/>
                  </a:lnTo>
                  <a:lnTo>
                    <a:pt x="195" y="487"/>
                  </a:lnTo>
                  <a:lnTo>
                    <a:pt x="171" y="532"/>
                  </a:lnTo>
                  <a:lnTo>
                    <a:pt x="147" y="574"/>
                  </a:lnTo>
                  <a:lnTo>
                    <a:pt x="121" y="613"/>
                  </a:lnTo>
                  <a:lnTo>
                    <a:pt x="93" y="650"/>
                  </a:lnTo>
                  <a:lnTo>
                    <a:pt x="64" y="684"/>
                  </a:lnTo>
                  <a:lnTo>
                    <a:pt x="32" y="716"/>
                  </a:lnTo>
                  <a:lnTo>
                    <a:pt x="0" y="744"/>
                  </a:lnTo>
                  <a:lnTo>
                    <a:pt x="59" y="817"/>
                  </a:lnTo>
                  <a:lnTo>
                    <a:pt x="95" y="784"/>
                  </a:lnTo>
                  <a:lnTo>
                    <a:pt x="132" y="748"/>
                  </a:lnTo>
                  <a:lnTo>
                    <a:pt x="166" y="709"/>
                  </a:lnTo>
                  <a:lnTo>
                    <a:pt x="196" y="667"/>
                  </a:lnTo>
                  <a:lnTo>
                    <a:pt x="227" y="623"/>
                  </a:lnTo>
                  <a:lnTo>
                    <a:pt x="253" y="576"/>
                  </a:lnTo>
                  <a:lnTo>
                    <a:pt x="279" y="530"/>
                  </a:lnTo>
                  <a:lnTo>
                    <a:pt x="301" y="479"/>
                  </a:lnTo>
                  <a:lnTo>
                    <a:pt x="323" y="428"/>
                  </a:lnTo>
                  <a:lnTo>
                    <a:pt x="342" y="375"/>
                  </a:lnTo>
                  <a:lnTo>
                    <a:pt x="359" y="321"/>
                  </a:lnTo>
                  <a:lnTo>
                    <a:pt x="372" y="268"/>
                  </a:lnTo>
                  <a:lnTo>
                    <a:pt x="382" y="212"/>
                  </a:lnTo>
                  <a:lnTo>
                    <a:pt x="391" y="157"/>
                  </a:lnTo>
                  <a:lnTo>
                    <a:pt x="395" y="102"/>
                  </a:lnTo>
                  <a:lnTo>
                    <a:pt x="398" y="47"/>
                  </a:lnTo>
                  <a:lnTo>
                    <a:pt x="394" y="27"/>
                  </a:lnTo>
                  <a:lnTo>
                    <a:pt x="383" y="11"/>
                  </a:lnTo>
                  <a:lnTo>
                    <a:pt x="368" y="3"/>
                  </a:lnTo>
                  <a:lnTo>
                    <a:pt x="351" y="0"/>
                  </a:lnTo>
                  <a:lnTo>
                    <a:pt x="333" y="3"/>
                  </a:lnTo>
                  <a:lnTo>
                    <a:pt x="319" y="11"/>
                  </a:lnTo>
                  <a:lnTo>
                    <a:pt x="307" y="27"/>
                  </a:lnTo>
                  <a:lnTo>
                    <a:pt x="304" y="4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1335" name="Freeform 37"/>
            <p:cNvSpPr>
              <a:spLocks/>
            </p:cNvSpPr>
            <p:nvPr/>
          </p:nvSpPr>
          <p:spPr bwMode="auto">
            <a:xfrm>
              <a:off x="1660" y="1701"/>
              <a:ext cx="19" cy="365"/>
            </a:xfrm>
            <a:custGeom>
              <a:avLst/>
              <a:gdLst>
                <a:gd name="T0" fmla="*/ 0 w 95"/>
                <a:gd name="T1" fmla="*/ 0 h 1826"/>
                <a:gd name="T2" fmla="*/ 0 w 95"/>
                <a:gd name="T3" fmla="*/ 0 h 1826"/>
                <a:gd name="T4" fmla="*/ 0 w 95"/>
                <a:gd name="T5" fmla="*/ 15 h 1826"/>
                <a:gd name="T6" fmla="*/ 1 w 95"/>
                <a:gd name="T7" fmla="*/ 15 h 1826"/>
                <a:gd name="T8" fmla="*/ 1 w 95"/>
                <a:gd name="T9" fmla="*/ 0 h 1826"/>
                <a:gd name="T10" fmla="*/ 1 w 95"/>
                <a:gd name="T11" fmla="*/ 0 h 1826"/>
                <a:gd name="T12" fmla="*/ 1 w 95"/>
                <a:gd name="T13" fmla="*/ 0 h 1826"/>
                <a:gd name="T14" fmla="*/ 1 w 95"/>
                <a:gd name="T15" fmla="*/ 0 h 1826"/>
                <a:gd name="T16" fmla="*/ 1 w 95"/>
                <a:gd name="T17" fmla="*/ 0 h 1826"/>
                <a:gd name="T18" fmla="*/ 1 w 95"/>
                <a:gd name="T19" fmla="*/ 0 h 1826"/>
                <a:gd name="T20" fmla="*/ 0 w 95"/>
                <a:gd name="T21" fmla="*/ 0 h 1826"/>
                <a:gd name="T22" fmla="*/ 0 w 95"/>
                <a:gd name="T23" fmla="*/ 0 h 1826"/>
                <a:gd name="T24" fmla="*/ 0 w 95"/>
                <a:gd name="T25" fmla="*/ 0 h 1826"/>
                <a:gd name="T26" fmla="*/ 0 w 95"/>
                <a:gd name="T27" fmla="*/ 0 h 1826"/>
                <a:gd name="T28" fmla="*/ 0 w 95"/>
                <a:gd name="T29" fmla="*/ 0 h 1826"/>
                <a:gd name="T30" fmla="*/ 0 w 95"/>
                <a:gd name="T31" fmla="*/ 0 h 182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95"/>
                <a:gd name="T49" fmla="*/ 0 h 1826"/>
                <a:gd name="T50" fmla="*/ 95 w 95"/>
                <a:gd name="T51" fmla="*/ 1826 h 182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95" h="1826">
                  <a:moveTo>
                    <a:pt x="0" y="49"/>
                  </a:moveTo>
                  <a:lnTo>
                    <a:pt x="0" y="47"/>
                  </a:lnTo>
                  <a:lnTo>
                    <a:pt x="1" y="1826"/>
                  </a:lnTo>
                  <a:lnTo>
                    <a:pt x="95" y="1826"/>
                  </a:lnTo>
                  <a:lnTo>
                    <a:pt x="93" y="47"/>
                  </a:lnTo>
                  <a:lnTo>
                    <a:pt x="93" y="45"/>
                  </a:lnTo>
                  <a:lnTo>
                    <a:pt x="93" y="47"/>
                  </a:lnTo>
                  <a:lnTo>
                    <a:pt x="90" y="27"/>
                  </a:lnTo>
                  <a:lnTo>
                    <a:pt x="79" y="12"/>
                  </a:lnTo>
                  <a:lnTo>
                    <a:pt x="64" y="4"/>
                  </a:lnTo>
                  <a:lnTo>
                    <a:pt x="47" y="0"/>
                  </a:lnTo>
                  <a:lnTo>
                    <a:pt x="29" y="4"/>
                  </a:lnTo>
                  <a:lnTo>
                    <a:pt x="15" y="12"/>
                  </a:lnTo>
                  <a:lnTo>
                    <a:pt x="3" y="27"/>
                  </a:lnTo>
                  <a:lnTo>
                    <a:pt x="0" y="47"/>
                  </a:lnTo>
                  <a:lnTo>
                    <a:pt x="0" y="4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1336" name="Freeform 38"/>
            <p:cNvSpPr>
              <a:spLocks/>
            </p:cNvSpPr>
            <p:nvPr/>
          </p:nvSpPr>
          <p:spPr bwMode="auto">
            <a:xfrm>
              <a:off x="1598" y="1598"/>
              <a:ext cx="81" cy="113"/>
            </a:xfrm>
            <a:custGeom>
              <a:avLst/>
              <a:gdLst>
                <a:gd name="T0" fmla="*/ 0 w 401"/>
                <a:gd name="T1" fmla="*/ 1 h 566"/>
                <a:gd name="T2" fmla="*/ 0 w 401"/>
                <a:gd name="T3" fmla="*/ 1 h 566"/>
                <a:gd name="T4" fmla="*/ 0 w 401"/>
                <a:gd name="T5" fmla="*/ 1 h 566"/>
                <a:gd name="T6" fmla="*/ 1 w 401"/>
                <a:gd name="T7" fmla="*/ 1 h 566"/>
                <a:gd name="T8" fmla="*/ 1 w 401"/>
                <a:gd name="T9" fmla="*/ 1 h 566"/>
                <a:gd name="T10" fmla="*/ 1 w 401"/>
                <a:gd name="T11" fmla="*/ 1 h 566"/>
                <a:gd name="T12" fmla="*/ 1 w 401"/>
                <a:gd name="T13" fmla="*/ 2 h 566"/>
                <a:gd name="T14" fmla="*/ 1 w 401"/>
                <a:gd name="T15" fmla="*/ 2 h 566"/>
                <a:gd name="T16" fmla="*/ 2 w 401"/>
                <a:gd name="T17" fmla="*/ 2 h 566"/>
                <a:gd name="T18" fmla="*/ 2 w 401"/>
                <a:gd name="T19" fmla="*/ 2 h 566"/>
                <a:gd name="T20" fmla="*/ 2 w 401"/>
                <a:gd name="T21" fmla="*/ 2 h 566"/>
                <a:gd name="T22" fmla="*/ 2 w 401"/>
                <a:gd name="T23" fmla="*/ 3 h 566"/>
                <a:gd name="T24" fmla="*/ 2 w 401"/>
                <a:gd name="T25" fmla="*/ 3 h 566"/>
                <a:gd name="T26" fmla="*/ 2 w 401"/>
                <a:gd name="T27" fmla="*/ 3 h 566"/>
                <a:gd name="T28" fmla="*/ 2 w 401"/>
                <a:gd name="T29" fmla="*/ 4 h 566"/>
                <a:gd name="T30" fmla="*/ 2 w 401"/>
                <a:gd name="T31" fmla="*/ 4 h 566"/>
                <a:gd name="T32" fmla="*/ 2 w 401"/>
                <a:gd name="T33" fmla="*/ 4 h 566"/>
                <a:gd name="T34" fmla="*/ 3 w 401"/>
                <a:gd name="T35" fmla="*/ 5 h 566"/>
                <a:gd name="T36" fmla="*/ 3 w 401"/>
                <a:gd name="T37" fmla="*/ 4 h 566"/>
                <a:gd name="T38" fmla="*/ 3 w 401"/>
                <a:gd name="T39" fmla="*/ 4 h 566"/>
                <a:gd name="T40" fmla="*/ 3 w 401"/>
                <a:gd name="T41" fmla="*/ 4 h 566"/>
                <a:gd name="T42" fmla="*/ 3 w 401"/>
                <a:gd name="T43" fmla="*/ 3 h 566"/>
                <a:gd name="T44" fmla="*/ 3 w 401"/>
                <a:gd name="T45" fmla="*/ 3 h 566"/>
                <a:gd name="T46" fmla="*/ 3 w 401"/>
                <a:gd name="T47" fmla="*/ 3 h 566"/>
                <a:gd name="T48" fmla="*/ 3 w 401"/>
                <a:gd name="T49" fmla="*/ 2 h 566"/>
                <a:gd name="T50" fmla="*/ 3 w 401"/>
                <a:gd name="T51" fmla="*/ 2 h 566"/>
                <a:gd name="T52" fmla="*/ 2 w 401"/>
                <a:gd name="T53" fmla="*/ 2 h 566"/>
                <a:gd name="T54" fmla="*/ 2 w 401"/>
                <a:gd name="T55" fmla="*/ 2 h 566"/>
                <a:gd name="T56" fmla="*/ 2 w 401"/>
                <a:gd name="T57" fmla="*/ 1 h 566"/>
                <a:gd name="T58" fmla="*/ 2 w 401"/>
                <a:gd name="T59" fmla="*/ 1 h 566"/>
                <a:gd name="T60" fmla="*/ 2 w 401"/>
                <a:gd name="T61" fmla="*/ 1 h 566"/>
                <a:gd name="T62" fmla="*/ 1 w 401"/>
                <a:gd name="T63" fmla="*/ 1 h 566"/>
                <a:gd name="T64" fmla="*/ 1 w 401"/>
                <a:gd name="T65" fmla="*/ 0 h 566"/>
                <a:gd name="T66" fmla="*/ 1 w 401"/>
                <a:gd name="T67" fmla="*/ 0 h 566"/>
                <a:gd name="T68" fmla="*/ 1 w 401"/>
                <a:gd name="T69" fmla="*/ 0 h 566"/>
                <a:gd name="T70" fmla="*/ 1 w 401"/>
                <a:gd name="T71" fmla="*/ 0 h 566"/>
                <a:gd name="T72" fmla="*/ 1 w 401"/>
                <a:gd name="T73" fmla="*/ 0 h 566"/>
                <a:gd name="T74" fmla="*/ 0 w 401"/>
                <a:gd name="T75" fmla="*/ 0 h 566"/>
                <a:gd name="T76" fmla="*/ 0 w 401"/>
                <a:gd name="T77" fmla="*/ 0 h 566"/>
                <a:gd name="T78" fmla="*/ 0 w 401"/>
                <a:gd name="T79" fmla="*/ 0 h 566"/>
                <a:gd name="T80" fmla="*/ 0 w 401"/>
                <a:gd name="T81" fmla="*/ 0 h 566"/>
                <a:gd name="T82" fmla="*/ 0 w 401"/>
                <a:gd name="T83" fmla="*/ 0 h 566"/>
                <a:gd name="T84" fmla="*/ 0 w 401"/>
                <a:gd name="T85" fmla="*/ 0 h 566"/>
                <a:gd name="T86" fmla="*/ 0 w 401"/>
                <a:gd name="T87" fmla="*/ 1 h 566"/>
                <a:gd name="T88" fmla="*/ 0 w 401"/>
                <a:gd name="T89" fmla="*/ 1 h 56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401"/>
                <a:gd name="T136" fmla="*/ 0 h 566"/>
                <a:gd name="T137" fmla="*/ 401 w 401"/>
                <a:gd name="T138" fmla="*/ 566 h 566"/>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401" h="566">
                  <a:moveTo>
                    <a:pt x="23" y="88"/>
                  </a:moveTo>
                  <a:lnTo>
                    <a:pt x="23" y="88"/>
                  </a:lnTo>
                  <a:lnTo>
                    <a:pt x="53" y="107"/>
                  </a:lnTo>
                  <a:lnTo>
                    <a:pt x="83" y="125"/>
                  </a:lnTo>
                  <a:lnTo>
                    <a:pt x="108" y="147"/>
                  </a:lnTo>
                  <a:lnTo>
                    <a:pt x="135" y="171"/>
                  </a:lnTo>
                  <a:lnTo>
                    <a:pt x="160" y="196"/>
                  </a:lnTo>
                  <a:lnTo>
                    <a:pt x="182" y="223"/>
                  </a:lnTo>
                  <a:lnTo>
                    <a:pt x="205" y="251"/>
                  </a:lnTo>
                  <a:lnTo>
                    <a:pt x="223" y="281"/>
                  </a:lnTo>
                  <a:lnTo>
                    <a:pt x="240" y="312"/>
                  </a:lnTo>
                  <a:lnTo>
                    <a:pt x="256" y="345"/>
                  </a:lnTo>
                  <a:lnTo>
                    <a:pt x="270" y="379"/>
                  </a:lnTo>
                  <a:lnTo>
                    <a:pt x="282" y="414"/>
                  </a:lnTo>
                  <a:lnTo>
                    <a:pt x="291" y="450"/>
                  </a:lnTo>
                  <a:lnTo>
                    <a:pt x="299" y="488"/>
                  </a:lnTo>
                  <a:lnTo>
                    <a:pt x="304" y="526"/>
                  </a:lnTo>
                  <a:lnTo>
                    <a:pt x="308" y="566"/>
                  </a:lnTo>
                  <a:lnTo>
                    <a:pt x="401" y="562"/>
                  </a:lnTo>
                  <a:lnTo>
                    <a:pt x="398" y="517"/>
                  </a:lnTo>
                  <a:lnTo>
                    <a:pt x="391" y="471"/>
                  </a:lnTo>
                  <a:lnTo>
                    <a:pt x="383" y="429"/>
                  </a:lnTo>
                  <a:lnTo>
                    <a:pt x="371" y="386"/>
                  </a:lnTo>
                  <a:lnTo>
                    <a:pt x="357" y="346"/>
                  </a:lnTo>
                  <a:lnTo>
                    <a:pt x="340" y="307"/>
                  </a:lnTo>
                  <a:lnTo>
                    <a:pt x="324" y="270"/>
                  </a:lnTo>
                  <a:lnTo>
                    <a:pt x="303" y="232"/>
                  </a:lnTo>
                  <a:lnTo>
                    <a:pt x="280" y="197"/>
                  </a:lnTo>
                  <a:lnTo>
                    <a:pt x="255" y="164"/>
                  </a:lnTo>
                  <a:lnTo>
                    <a:pt x="228" y="132"/>
                  </a:lnTo>
                  <a:lnTo>
                    <a:pt x="199" y="103"/>
                  </a:lnTo>
                  <a:lnTo>
                    <a:pt x="169" y="76"/>
                  </a:lnTo>
                  <a:lnTo>
                    <a:pt x="137" y="50"/>
                  </a:lnTo>
                  <a:lnTo>
                    <a:pt x="103" y="27"/>
                  </a:lnTo>
                  <a:lnTo>
                    <a:pt x="67" y="6"/>
                  </a:lnTo>
                  <a:lnTo>
                    <a:pt x="48" y="0"/>
                  </a:lnTo>
                  <a:lnTo>
                    <a:pt x="30" y="2"/>
                  </a:lnTo>
                  <a:lnTo>
                    <a:pt x="16" y="12"/>
                  </a:lnTo>
                  <a:lnTo>
                    <a:pt x="5" y="25"/>
                  </a:lnTo>
                  <a:lnTo>
                    <a:pt x="0" y="41"/>
                  </a:lnTo>
                  <a:lnTo>
                    <a:pt x="0" y="59"/>
                  </a:lnTo>
                  <a:lnTo>
                    <a:pt x="8" y="75"/>
                  </a:lnTo>
                  <a:lnTo>
                    <a:pt x="23"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1337" name="Freeform 39"/>
            <p:cNvSpPr>
              <a:spLocks/>
            </p:cNvSpPr>
            <p:nvPr/>
          </p:nvSpPr>
          <p:spPr bwMode="auto">
            <a:xfrm>
              <a:off x="1346" y="1455"/>
              <a:ext cx="266" cy="160"/>
            </a:xfrm>
            <a:custGeom>
              <a:avLst/>
              <a:gdLst>
                <a:gd name="T0" fmla="*/ 0 w 1330"/>
                <a:gd name="T1" fmla="*/ 1 h 801"/>
                <a:gd name="T2" fmla="*/ 0 w 1330"/>
                <a:gd name="T3" fmla="*/ 1 h 801"/>
                <a:gd name="T4" fmla="*/ 10 w 1330"/>
                <a:gd name="T5" fmla="*/ 6 h 801"/>
                <a:gd name="T6" fmla="*/ 11 w 1330"/>
                <a:gd name="T7" fmla="*/ 6 h 801"/>
                <a:gd name="T8" fmla="*/ 1 w 1330"/>
                <a:gd name="T9" fmla="*/ 0 h 801"/>
                <a:gd name="T10" fmla="*/ 1 w 1330"/>
                <a:gd name="T11" fmla="*/ 0 h 801"/>
                <a:gd name="T12" fmla="*/ 1 w 1330"/>
                <a:gd name="T13" fmla="*/ 0 h 801"/>
                <a:gd name="T14" fmla="*/ 0 w 1330"/>
                <a:gd name="T15" fmla="*/ 0 h 801"/>
                <a:gd name="T16" fmla="*/ 0 w 1330"/>
                <a:gd name="T17" fmla="*/ 0 h 801"/>
                <a:gd name="T18" fmla="*/ 0 w 1330"/>
                <a:gd name="T19" fmla="*/ 0 h 801"/>
                <a:gd name="T20" fmla="*/ 0 w 1330"/>
                <a:gd name="T21" fmla="*/ 0 h 801"/>
                <a:gd name="T22" fmla="*/ 0 w 1330"/>
                <a:gd name="T23" fmla="*/ 0 h 801"/>
                <a:gd name="T24" fmla="*/ 0 w 1330"/>
                <a:gd name="T25" fmla="*/ 0 h 801"/>
                <a:gd name="T26" fmla="*/ 0 w 1330"/>
                <a:gd name="T27" fmla="*/ 1 h 801"/>
                <a:gd name="T28" fmla="*/ 0 w 1330"/>
                <a:gd name="T29" fmla="*/ 1 h 801"/>
                <a:gd name="T30" fmla="*/ 0 w 1330"/>
                <a:gd name="T31" fmla="*/ 1 h 801"/>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30"/>
                <a:gd name="T49" fmla="*/ 0 h 801"/>
                <a:gd name="T50" fmla="*/ 1330 w 1330"/>
                <a:gd name="T51" fmla="*/ 801 h 801"/>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30" h="801">
                  <a:moveTo>
                    <a:pt x="24" y="88"/>
                  </a:moveTo>
                  <a:lnTo>
                    <a:pt x="23" y="88"/>
                  </a:lnTo>
                  <a:lnTo>
                    <a:pt x="1286" y="801"/>
                  </a:lnTo>
                  <a:lnTo>
                    <a:pt x="1330" y="719"/>
                  </a:lnTo>
                  <a:lnTo>
                    <a:pt x="67" y="6"/>
                  </a:lnTo>
                  <a:lnTo>
                    <a:pt x="66" y="6"/>
                  </a:lnTo>
                  <a:lnTo>
                    <a:pt x="67" y="6"/>
                  </a:lnTo>
                  <a:lnTo>
                    <a:pt x="48" y="0"/>
                  </a:lnTo>
                  <a:lnTo>
                    <a:pt x="30" y="2"/>
                  </a:lnTo>
                  <a:lnTo>
                    <a:pt x="16" y="12"/>
                  </a:lnTo>
                  <a:lnTo>
                    <a:pt x="5" y="25"/>
                  </a:lnTo>
                  <a:lnTo>
                    <a:pt x="0" y="41"/>
                  </a:lnTo>
                  <a:lnTo>
                    <a:pt x="0" y="59"/>
                  </a:lnTo>
                  <a:lnTo>
                    <a:pt x="8" y="75"/>
                  </a:lnTo>
                  <a:lnTo>
                    <a:pt x="23" y="88"/>
                  </a:lnTo>
                  <a:lnTo>
                    <a:pt x="24"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1338" name="Freeform 40"/>
            <p:cNvSpPr>
              <a:spLocks/>
            </p:cNvSpPr>
            <p:nvPr/>
          </p:nvSpPr>
          <p:spPr bwMode="auto">
            <a:xfrm>
              <a:off x="1198" y="1439"/>
              <a:ext cx="161" cy="35"/>
            </a:xfrm>
            <a:custGeom>
              <a:avLst/>
              <a:gdLst>
                <a:gd name="T0" fmla="*/ 1 w 806"/>
                <a:gd name="T1" fmla="*/ 1 h 177"/>
                <a:gd name="T2" fmla="*/ 1 w 806"/>
                <a:gd name="T3" fmla="*/ 1 h 177"/>
                <a:gd name="T4" fmla="*/ 1 w 806"/>
                <a:gd name="T5" fmla="*/ 1 h 177"/>
                <a:gd name="T6" fmla="*/ 1 w 806"/>
                <a:gd name="T7" fmla="*/ 1 h 177"/>
                <a:gd name="T8" fmla="*/ 2 w 806"/>
                <a:gd name="T9" fmla="*/ 1 h 177"/>
                <a:gd name="T10" fmla="*/ 2 w 806"/>
                <a:gd name="T11" fmla="*/ 1 h 177"/>
                <a:gd name="T12" fmla="*/ 2 w 806"/>
                <a:gd name="T13" fmla="*/ 1 h 177"/>
                <a:gd name="T14" fmla="*/ 3 w 806"/>
                <a:gd name="T15" fmla="*/ 1 h 177"/>
                <a:gd name="T16" fmla="*/ 3 w 806"/>
                <a:gd name="T17" fmla="*/ 1 h 177"/>
                <a:gd name="T18" fmla="*/ 3 w 806"/>
                <a:gd name="T19" fmla="*/ 1 h 177"/>
                <a:gd name="T20" fmla="*/ 4 w 806"/>
                <a:gd name="T21" fmla="*/ 1 h 177"/>
                <a:gd name="T22" fmla="*/ 4 w 806"/>
                <a:gd name="T23" fmla="*/ 1 h 177"/>
                <a:gd name="T24" fmla="*/ 5 w 806"/>
                <a:gd name="T25" fmla="*/ 1 h 177"/>
                <a:gd name="T26" fmla="*/ 5 w 806"/>
                <a:gd name="T27" fmla="*/ 1 h 177"/>
                <a:gd name="T28" fmla="*/ 5 w 806"/>
                <a:gd name="T29" fmla="*/ 1 h 177"/>
                <a:gd name="T30" fmla="*/ 6 w 806"/>
                <a:gd name="T31" fmla="*/ 1 h 177"/>
                <a:gd name="T32" fmla="*/ 6 w 806"/>
                <a:gd name="T33" fmla="*/ 1 h 177"/>
                <a:gd name="T34" fmla="*/ 6 w 806"/>
                <a:gd name="T35" fmla="*/ 1 h 177"/>
                <a:gd name="T36" fmla="*/ 6 w 806"/>
                <a:gd name="T37" fmla="*/ 1 h 177"/>
                <a:gd name="T38" fmla="*/ 6 w 806"/>
                <a:gd name="T39" fmla="*/ 1 h 177"/>
                <a:gd name="T40" fmla="*/ 6 w 806"/>
                <a:gd name="T41" fmla="*/ 0 h 177"/>
                <a:gd name="T42" fmla="*/ 5 w 806"/>
                <a:gd name="T43" fmla="*/ 0 h 177"/>
                <a:gd name="T44" fmla="*/ 5 w 806"/>
                <a:gd name="T45" fmla="*/ 0 h 177"/>
                <a:gd name="T46" fmla="*/ 5 w 806"/>
                <a:gd name="T47" fmla="*/ 0 h 177"/>
                <a:gd name="T48" fmla="*/ 4 w 806"/>
                <a:gd name="T49" fmla="*/ 0 h 177"/>
                <a:gd name="T50" fmla="*/ 4 w 806"/>
                <a:gd name="T51" fmla="*/ 0 h 177"/>
                <a:gd name="T52" fmla="*/ 3 w 806"/>
                <a:gd name="T53" fmla="*/ 0 h 177"/>
                <a:gd name="T54" fmla="*/ 3 w 806"/>
                <a:gd name="T55" fmla="*/ 0 h 177"/>
                <a:gd name="T56" fmla="*/ 3 w 806"/>
                <a:gd name="T57" fmla="*/ 0 h 177"/>
                <a:gd name="T58" fmla="*/ 2 w 806"/>
                <a:gd name="T59" fmla="*/ 0 h 177"/>
                <a:gd name="T60" fmla="*/ 2 w 806"/>
                <a:gd name="T61" fmla="*/ 0 h 177"/>
                <a:gd name="T62" fmla="*/ 1 w 806"/>
                <a:gd name="T63" fmla="*/ 0 h 177"/>
                <a:gd name="T64" fmla="*/ 1 w 806"/>
                <a:gd name="T65" fmla="*/ 0 h 177"/>
                <a:gd name="T66" fmla="*/ 1 w 806"/>
                <a:gd name="T67" fmla="*/ 1 h 177"/>
                <a:gd name="T68" fmla="*/ 0 w 806"/>
                <a:gd name="T69" fmla="*/ 1 h 177"/>
                <a:gd name="T70" fmla="*/ 0 w 806"/>
                <a:gd name="T71" fmla="*/ 1 h 177"/>
                <a:gd name="T72" fmla="*/ 0 w 806"/>
                <a:gd name="T73" fmla="*/ 1 h 177"/>
                <a:gd name="T74" fmla="*/ 0 w 806"/>
                <a:gd name="T75" fmla="*/ 1 h 177"/>
                <a:gd name="T76" fmla="*/ 0 w 806"/>
                <a:gd name="T77" fmla="*/ 1 h 177"/>
                <a:gd name="T78" fmla="*/ 0 w 806"/>
                <a:gd name="T79" fmla="*/ 1 h 177"/>
                <a:gd name="T80" fmla="*/ 0 w 806"/>
                <a:gd name="T81" fmla="*/ 1 h 177"/>
                <a:gd name="T82" fmla="*/ 0 w 806"/>
                <a:gd name="T83" fmla="*/ 1 h 177"/>
                <a:gd name="T84" fmla="*/ 0 w 806"/>
                <a:gd name="T85" fmla="*/ 1 h 177"/>
                <a:gd name="T86" fmla="*/ 0 w 806"/>
                <a:gd name="T87" fmla="*/ 1 h 177"/>
                <a:gd name="T88" fmla="*/ 1 w 806"/>
                <a:gd name="T89" fmla="*/ 1 h 177"/>
                <a:gd name="T90" fmla="*/ 1 w 806"/>
                <a:gd name="T91" fmla="*/ 1 h 17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806"/>
                <a:gd name="T139" fmla="*/ 0 h 177"/>
                <a:gd name="T140" fmla="*/ 806 w 806"/>
                <a:gd name="T141" fmla="*/ 177 h 17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806" h="177">
                  <a:moveTo>
                    <a:pt x="67" y="171"/>
                  </a:moveTo>
                  <a:lnTo>
                    <a:pt x="68" y="171"/>
                  </a:lnTo>
                  <a:lnTo>
                    <a:pt x="109" y="151"/>
                  </a:lnTo>
                  <a:lnTo>
                    <a:pt x="151" y="135"/>
                  </a:lnTo>
                  <a:lnTo>
                    <a:pt x="196" y="122"/>
                  </a:lnTo>
                  <a:lnTo>
                    <a:pt x="242" y="110"/>
                  </a:lnTo>
                  <a:lnTo>
                    <a:pt x="287" y="102"/>
                  </a:lnTo>
                  <a:lnTo>
                    <a:pt x="335" y="97"/>
                  </a:lnTo>
                  <a:lnTo>
                    <a:pt x="382" y="95"/>
                  </a:lnTo>
                  <a:lnTo>
                    <a:pt x="430" y="94"/>
                  </a:lnTo>
                  <a:lnTo>
                    <a:pt x="477" y="97"/>
                  </a:lnTo>
                  <a:lnTo>
                    <a:pt x="524" y="102"/>
                  </a:lnTo>
                  <a:lnTo>
                    <a:pt x="568" y="108"/>
                  </a:lnTo>
                  <a:lnTo>
                    <a:pt x="612" y="117"/>
                  </a:lnTo>
                  <a:lnTo>
                    <a:pt x="654" y="128"/>
                  </a:lnTo>
                  <a:lnTo>
                    <a:pt x="693" y="141"/>
                  </a:lnTo>
                  <a:lnTo>
                    <a:pt x="730" y="155"/>
                  </a:lnTo>
                  <a:lnTo>
                    <a:pt x="764" y="171"/>
                  </a:lnTo>
                  <a:lnTo>
                    <a:pt x="806" y="89"/>
                  </a:lnTo>
                  <a:lnTo>
                    <a:pt x="768" y="70"/>
                  </a:lnTo>
                  <a:lnTo>
                    <a:pt x="725" y="54"/>
                  </a:lnTo>
                  <a:lnTo>
                    <a:pt x="680" y="39"/>
                  </a:lnTo>
                  <a:lnTo>
                    <a:pt x="633" y="26"/>
                  </a:lnTo>
                  <a:lnTo>
                    <a:pt x="585" y="16"/>
                  </a:lnTo>
                  <a:lnTo>
                    <a:pt x="536" y="8"/>
                  </a:lnTo>
                  <a:lnTo>
                    <a:pt x="484" y="3"/>
                  </a:lnTo>
                  <a:lnTo>
                    <a:pt x="433" y="0"/>
                  </a:lnTo>
                  <a:lnTo>
                    <a:pt x="380" y="1"/>
                  </a:lnTo>
                  <a:lnTo>
                    <a:pt x="328" y="3"/>
                  </a:lnTo>
                  <a:lnTo>
                    <a:pt x="276" y="10"/>
                  </a:lnTo>
                  <a:lnTo>
                    <a:pt x="223" y="19"/>
                  </a:lnTo>
                  <a:lnTo>
                    <a:pt x="172" y="30"/>
                  </a:lnTo>
                  <a:lnTo>
                    <a:pt x="121" y="46"/>
                  </a:lnTo>
                  <a:lnTo>
                    <a:pt x="72" y="67"/>
                  </a:lnTo>
                  <a:lnTo>
                    <a:pt x="24" y="89"/>
                  </a:lnTo>
                  <a:lnTo>
                    <a:pt x="25" y="89"/>
                  </a:lnTo>
                  <a:lnTo>
                    <a:pt x="24" y="89"/>
                  </a:lnTo>
                  <a:lnTo>
                    <a:pt x="8" y="102"/>
                  </a:lnTo>
                  <a:lnTo>
                    <a:pt x="0" y="118"/>
                  </a:lnTo>
                  <a:lnTo>
                    <a:pt x="0" y="136"/>
                  </a:lnTo>
                  <a:lnTo>
                    <a:pt x="6" y="152"/>
                  </a:lnTo>
                  <a:lnTo>
                    <a:pt x="17" y="165"/>
                  </a:lnTo>
                  <a:lnTo>
                    <a:pt x="31" y="175"/>
                  </a:lnTo>
                  <a:lnTo>
                    <a:pt x="48" y="177"/>
                  </a:lnTo>
                  <a:lnTo>
                    <a:pt x="68" y="171"/>
                  </a:lnTo>
                  <a:lnTo>
                    <a:pt x="67" y="1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1339" name="Freeform 41"/>
            <p:cNvSpPr>
              <a:spLocks/>
            </p:cNvSpPr>
            <p:nvPr/>
          </p:nvSpPr>
          <p:spPr bwMode="auto">
            <a:xfrm>
              <a:off x="931" y="1456"/>
              <a:ext cx="280" cy="158"/>
            </a:xfrm>
            <a:custGeom>
              <a:avLst/>
              <a:gdLst>
                <a:gd name="T0" fmla="*/ 1 w 1402"/>
                <a:gd name="T1" fmla="*/ 6 h 787"/>
                <a:gd name="T2" fmla="*/ 1 w 1402"/>
                <a:gd name="T3" fmla="*/ 6 h 787"/>
                <a:gd name="T4" fmla="*/ 11 w 1402"/>
                <a:gd name="T5" fmla="*/ 1 h 787"/>
                <a:gd name="T6" fmla="*/ 11 w 1402"/>
                <a:gd name="T7" fmla="*/ 0 h 787"/>
                <a:gd name="T8" fmla="*/ 0 w 1402"/>
                <a:gd name="T9" fmla="*/ 6 h 787"/>
                <a:gd name="T10" fmla="*/ 0 w 1402"/>
                <a:gd name="T11" fmla="*/ 6 h 787"/>
                <a:gd name="T12" fmla="*/ 0 w 1402"/>
                <a:gd name="T13" fmla="*/ 6 h 787"/>
                <a:gd name="T14" fmla="*/ 0 w 1402"/>
                <a:gd name="T15" fmla="*/ 6 h 787"/>
                <a:gd name="T16" fmla="*/ 0 w 1402"/>
                <a:gd name="T17" fmla="*/ 6 h 787"/>
                <a:gd name="T18" fmla="*/ 0 w 1402"/>
                <a:gd name="T19" fmla="*/ 6 h 787"/>
                <a:gd name="T20" fmla="*/ 0 w 1402"/>
                <a:gd name="T21" fmla="*/ 6 h 787"/>
                <a:gd name="T22" fmla="*/ 0 w 1402"/>
                <a:gd name="T23" fmla="*/ 6 h 787"/>
                <a:gd name="T24" fmla="*/ 0 w 1402"/>
                <a:gd name="T25" fmla="*/ 6 h 787"/>
                <a:gd name="T26" fmla="*/ 0 w 1402"/>
                <a:gd name="T27" fmla="*/ 6 h 787"/>
                <a:gd name="T28" fmla="*/ 1 w 1402"/>
                <a:gd name="T29" fmla="*/ 6 h 787"/>
                <a:gd name="T30" fmla="*/ 1 w 1402"/>
                <a:gd name="T31" fmla="*/ 6 h 78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02"/>
                <a:gd name="T49" fmla="*/ 0 h 787"/>
                <a:gd name="T50" fmla="*/ 1402 w 1402"/>
                <a:gd name="T51" fmla="*/ 787 h 78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02" h="787">
                  <a:moveTo>
                    <a:pt x="69" y="781"/>
                  </a:moveTo>
                  <a:lnTo>
                    <a:pt x="66" y="781"/>
                  </a:lnTo>
                  <a:lnTo>
                    <a:pt x="1402" y="82"/>
                  </a:lnTo>
                  <a:lnTo>
                    <a:pt x="1360" y="0"/>
                  </a:lnTo>
                  <a:lnTo>
                    <a:pt x="24" y="699"/>
                  </a:lnTo>
                  <a:lnTo>
                    <a:pt x="22" y="699"/>
                  </a:lnTo>
                  <a:lnTo>
                    <a:pt x="24" y="699"/>
                  </a:lnTo>
                  <a:lnTo>
                    <a:pt x="8" y="712"/>
                  </a:lnTo>
                  <a:lnTo>
                    <a:pt x="1" y="727"/>
                  </a:lnTo>
                  <a:lnTo>
                    <a:pt x="0" y="744"/>
                  </a:lnTo>
                  <a:lnTo>
                    <a:pt x="5" y="761"/>
                  </a:lnTo>
                  <a:lnTo>
                    <a:pt x="15" y="775"/>
                  </a:lnTo>
                  <a:lnTo>
                    <a:pt x="30" y="784"/>
                  </a:lnTo>
                  <a:lnTo>
                    <a:pt x="46" y="787"/>
                  </a:lnTo>
                  <a:lnTo>
                    <a:pt x="66" y="781"/>
                  </a:lnTo>
                  <a:lnTo>
                    <a:pt x="69" y="7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1340" name="Freeform 42"/>
            <p:cNvSpPr>
              <a:spLocks/>
            </p:cNvSpPr>
            <p:nvPr/>
          </p:nvSpPr>
          <p:spPr bwMode="auto">
            <a:xfrm>
              <a:off x="868" y="1596"/>
              <a:ext cx="77" cy="126"/>
            </a:xfrm>
            <a:custGeom>
              <a:avLst/>
              <a:gdLst>
                <a:gd name="T0" fmla="*/ 1 w 382"/>
                <a:gd name="T1" fmla="*/ 5 h 628"/>
                <a:gd name="T2" fmla="*/ 1 w 382"/>
                <a:gd name="T3" fmla="*/ 5 h 628"/>
                <a:gd name="T4" fmla="*/ 1 w 382"/>
                <a:gd name="T5" fmla="*/ 4 h 628"/>
                <a:gd name="T6" fmla="*/ 1 w 382"/>
                <a:gd name="T7" fmla="*/ 4 h 628"/>
                <a:gd name="T8" fmla="*/ 1 w 382"/>
                <a:gd name="T9" fmla="*/ 4 h 628"/>
                <a:gd name="T10" fmla="*/ 1 w 382"/>
                <a:gd name="T11" fmla="*/ 3 h 628"/>
                <a:gd name="T12" fmla="*/ 1 w 382"/>
                <a:gd name="T13" fmla="*/ 3 h 628"/>
                <a:gd name="T14" fmla="*/ 1 w 382"/>
                <a:gd name="T15" fmla="*/ 3 h 628"/>
                <a:gd name="T16" fmla="*/ 1 w 382"/>
                <a:gd name="T17" fmla="*/ 3 h 628"/>
                <a:gd name="T18" fmla="*/ 1 w 382"/>
                <a:gd name="T19" fmla="*/ 2 h 628"/>
                <a:gd name="T20" fmla="*/ 2 w 382"/>
                <a:gd name="T21" fmla="*/ 2 h 628"/>
                <a:gd name="T22" fmla="*/ 2 w 382"/>
                <a:gd name="T23" fmla="*/ 2 h 628"/>
                <a:gd name="T24" fmla="*/ 2 w 382"/>
                <a:gd name="T25" fmla="*/ 2 h 628"/>
                <a:gd name="T26" fmla="*/ 2 w 382"/>
                <a:gd name="T27" fmla="*/ 1 h 628"/>
                <a:gd name="T28" fmla="*/ 2 w 382"/>
                <a:gd name="T29" fmla="*/ 1 h 628"/>
                <a:gd name="T30" fmla="*/ 3 w 382"/>
                <a:gd name="T31" fmla="*/ 1 h 628"/>
                <a:gd name="T32" fmla="*/ 3 w 382"/>
                <a:gd name="T33" fmla="*/ 1 h 628"/>
                <a:gd name="T34" fmla="*/ 3 w 382"/>
                <a:gd name="T35" fmla="*/ 1 h 628"/>
                <a:gd name="T36" fmla="*/ 3 w 382"/>
                <a:gd name="T37" fmla="*/ 0 h 628"/>
                <a:gd name="T38" fmla="*/ 2 w 382"/>
                <a:gd name="T39" fmla="*/ 0 h 628"/>
                <a:gd name="T40" fmla="*/ 2 w 382"/>
                <a:gd name="T41" fmla="*/ 0 h 628"/>
                <a:gd name="T42" fmla="*/ 2 w 382"/>
                <a:gd name="T43" fmla="*/ 1 h 628"/>
                <a:gd name="T44" fmla="*/ 2 w 382"/>
                <a:gd name="T45" fmla="*/ 1 h 628"/>
                <a:gd name="T46" fmla="*/ 1 w 382"/>
                <a:gd name="T47" fmla="*/ 1 h 628"/>
                <a:gd name="T48" fmla="*/ 1 w 382"/>
                <a:gd name="T49" fmla="*/ 1 h 628"/>
                <a:gd name="T50" fmla="*/ 1 w 382"/>
                <a:gd name="T51" fmla="*/ 2 h 628"/>
                <a:gd name="T52" fmla="*/ 1 w 382"/>
                <a:gd name="T53" fmla="*/ 2 h 628"/>
                <a:gd name="T54" fmla="*/ 1 w 382"/>
                <a:gd name="T55" fmla="*/ 2 h 628"/>
                <a:gd name="T56" fmla="*/ 0 w 382"/>
                <a:gd name="T57" fmla="*/ 3 h 628"/>
                <a:gd name="T58" fmla="*/ 0 w 382"/>
                <a:gd name="T59" fmla="*/ 3 h 628"/>
                <a:gd name="T60" fmla="*/ 0 w 382"/>
                <a:gd name="T61" fmla="*/ 3 h 628"/>
                <a:gd name="T62" fmla="*/ 0 w 382"/>
                <a:gd name="T63" fmla="*/ 4 h 628"/>
                <a:gd name="T64" fmla="*/ 0 w 382"/>
                <a:gd name="T65" fmla="*/ 4 h 628"/>
                <a:gd name="T66" fmla="*/ 0 w 382"/>
                <a:gd name="T67" fmla="*/ 4 h 628"/>
                <a:gd name="T68" fmla="*/ 0 w 382"/>
                <a:gd name="T69" fmla="*/ 5 h 628"/>
                <a:gd name="T70" fmla="*/ 0 w 382"/>
                <a:gd name="T71" fmla="*/ 5 h 628"/>
                <a:gd name="T72" fmla="*/ 0 w 382"/>
                <a:gd name="T73" fmla="*/ 5 h 628"/>
                <a:gd name="T74" fmla="*/ 0 w 382"/>
                <a:gd name="T75" fmla="*/ 5 h 628"/>
                <a:gd name="T76" fmla="*/ 0 w 382"/>
                <a:gd name="T77" fmla="*/ 5 h 628"/>
                <a:gd name="T78" fmla="*/ 0 w 382"/>
                <a:gd name="T79" fmla="*/ 5 h 628"/>
                <a:gd name="T80" fmla="*/ 0 w 382"/>
                <a:gd name="T81" fmla="*/ 5 h 628"/>
                <a:gd name="T82" fmla="*/ 1 w 382"/>
                <a:gd name="T83" fmla="*/ 5 h 628"/>
                <a:gd name="T84" fmla="*/ 1 w 382"/>
                <a:gd name="T85" fmla="*/ 5 h 628"/>
                <a:gd name="T86" fmla="*/ 1 w 382"/>
                <a:gd name="T87" fmla="*/ 5 h 628"/>
                <a:gd name="T88" fmla="*/ 1 w 382"/>
                <a:gd name="T89" fmla="*/ 5 h 628"/>
                <a:gd name="T90" fmla="*/ 1 w 382"/>
                <a:gd name="T91" fmla="*/ 5 h 628"/>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382"/>
                <a:gd name="T139" fmla="*/ 0 h 628"/>
                <a:gd name="T140" fmla="*/ 382 w 382"/>
                <a:gd name="T141" fmla="*/ 628 h 628"/>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382" h="628">
                  <a:moveTo>
                    <a:pt x="94" y="581"/>
                  </a:moveTo>
                  <a:lnTo>
                    <a:pt x="94" y="582"/>
                  </a:lnTo>
                  <a:lnTo>
                    <a:pt x="96" y="541"/>
                  </a:lnTo>
                  <a:lnTo>
                    <a:pt x="99" y="500"/>
                  </a:lnTo>
                  <a:lnTo>
                    <a:pt x="106" y="463"/>
                  </a:lnTo>
                  <a:lnTo>
                    <a:pt x="115" y="424"/>
                  </a:lnTo>
                  <a:lnTo>
                    <a:pt x="127" y="389"/>
                  </a:lnTo>
                  <a:lnTo>
                    <a:pt x="140" y="353"/>
                  </a:lnTo>
                  <a:lnTo>
                    <a:pt x="156" y="320"/>
                  </a:lnTo>
                  <a:lnTo>
                    <a:pt x="173" y="287"/>
                  </a:lnTo>
                  <a:lnTo>
                    <a:pt x="193" y="255"/>
                  </a:lnTo>
                  <a:lnTo>
                    <a:pt x="214" y="226"/>
                  </a:lnTo>
                  <a:lnTo>
                    <a:pt x="238" y="198"/>
                  </a:lnTo>
                  <a:lnTo>
                    <a:pt x="263" y="172"/>
                  </a:lnTo>
                  <a:lnTo>
                    <a:pt x="290" y="146"/>
                  </a:lnTo>
                  <a:lnTo>
                    <a:pt x="318" y="122"/>
                  </a:lnTo>
                  <a:lnTo>
                    <a:pt x="349" y="101"/>
                  </a:lnTo>
                  <a:lnTo>
                    <a:pt x="382" y="82"/>
                  </a:lnTo>
                  <a:lnTo>
                    <a:pt x="335" y="0"/>
                  </a:lnTo>
                  <a:lnTo>
                    <a:pt x="297" y="23"/>
                  </a:lnTo>
                  <a:lnTo>
                    <a:pt x="262" y="49"/>
                  </a:lnTo>
                  <a:lnTo>
                    <a:pt x="229" y="76"/>
                  </a:lnTo>
                  <a:lnTo>
                    <a:pt x="198" y="104"/>
                  </a:lnTo>
                  <a:lnTo>
                    <a:pt x="167" y="137"/>
                  </a:lnTo>
                  <a:lnTo>
                    <a:pt x="142" y="170"/>
                  </a:lnTo>
                  <a:lnTo>
                    <a:pt x="116" y="204"/>
                  </a:lnTo>
                  <a:lnTo>
                    <a:pt x="94" y="240"/>
                  </a:lnTo>
                  <a:lnTo>
                    <a:pt x="74" y="278"/>
                  </a:lnTo>
                  <a:lnTo>
                    <a:pt x="54" y="317"/>
                  </a:lnTo>
                  <a:lnTo>
                    <a:pt x="38" y="359"/>
                  </a:lnTo>
                  <a:lnTo>
                    <a:pt x="26" y="401"/>
                  </a:lnTo>
                  <a:lnTo>
                    <a:pt x="15" y="444"/>
                  </a:lnTo>
                  <a:lnTo>
                    <a:pt x="8" y="489"/>
                  </a:lnTo>
                  <a:lnTo>
                    <a:pt x="2" y="534"/>
                  </a:lnTo>
                  <a:lnTo>
                    <a:pt x="0" y="580"/>
                  </a:lnTo>
                  <a:lnTo>
                    <a:pt x="0" y="581"/>
                  </a:lnTo>
                  <a:lnTo>
                    <a:pt x="0" y="580"/>
                  </a:lnTo>
                  <a:lnTo>
                    <a:pt x="3" y="600"/>
                  </a:lnTo>
                  <a:lnTo>
                    <a:pt x="14" y="615"/>
                  </a:lnTo>
                  <a:lnTo>
                    <a:pt x="29" y="625"/>
                  </a:lnTo>
                  <a:lnTo>
                    <a:pt x="45" y="628"/>
                  </a:lnTo>
                  <a:lnTo>
                    <a:pt x="63" y="626"/>
                  </a:lnTo>
                  <a:lnTo>
                    <a:pt x="78" y="616"/>
                  </a:lnTo>
                  <a:lnTo>
                    <a:pt x="89" y="602"/>
                  </a:lnTo>
                  <a:lnTo>
                    <a:pt x="94" y="582"/>
                  </a:lnTo>
                  <a:lnTo>
                    <a:pt x="94" y="5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1341" name="Freeform 43"/>
            <p:cNvSpPr>
              <a:spLocks/>
            </p:cNvSpPr>
            <p:nvPr/>
          </p:nvSpPr>
          <p:spPr bwMode="auto">
            <a:xfrm>
              <a:off x="868" y="1712"/>
              <a:ext cx="19" cy="364"/>
            </a:xfrm>
            <a:custGeom>
              <a:avLst/>
              <a:gdLst>
                <a:gd name="T0" fmla="*/ 1 w 94"/>
                <a:gd name="T1" fmla="*/ 14 h 1818"/>
                <a:gd name="T2" fmla="*/ 1 w 94"/>
                <a:gd name="T3" fmla="*/ 14 h 1818"/>
                <a:gd name="T4" fmla="*/ 1 w 94"/>
                <a:gd name="T5" fmla="*/ 0 h 1818"/>
                <a:gd name="T6" fmla="*/ 0 w 94"/>
                <a:gd name="T7" fmla="*/ 0 h 1818"/>
                <a:gd name="T8" fmla="*/ 0 w 94"/>
                <a:gd name="T9" fmla="*/ 14 h 1818"/>
                <a:gd name="T10" fmla="*/ 0 w 94"/>
                <a:gd name="T11" fmla="*/ 14 h 1818"/>
                <a:gd name="T12" fmla="*/ 0 w 94"/>
                <a:gd name="T13" fmla="*/ 14 h 1818"/>
                <a:gd name="T14" fmla="*/ 0 w 94"/>
                <a:gd name="T15" fmla="*/ 14 h 1818"/>
                <a:gd name="T16" fmla="*/ 0 w 94"/>
                <a:gd name="T17" fmla="*/ 14 h 1818"/>
                <a:gd name="T18" fmla="*/ 0 w 94"/>
                <a:gd name="T19" fmla="*/ 15 h 1818"/>
                <a:gd name="T20" fmla="*/ 0 w 94"/>
                <a:gd name="T21" fmla="*/ 15 h 1818"/>
                <a:gd name="T22" fmla="*/ 1 w 94"/>
                <a:gd name="T23" fmla="*/ 15 h 1818"/>
                <a:gd name="T24" fmla="*/ 1 w 94"/>
                <a:gd name="T25" fmla="*/ 14 h 1818"/>
                <a:gd name="T26" fmla="*/ 1 w 94"/>
                <a:gd name="T27" fmla="*/ 14 h 1818"/>
                <a:gd name="T28" fmla="*/ 1 w 94"/>
                <a:gd name="T29" fmla="*/ 14 h 1818"/>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94"/>
                <a:gd name="T46" fmla="*/ 0 h 1818"/>
                <a:gd name="T47" fmla="*/ 94 w 94"/>
                <a:gd name="T48" fmla="*/ 1818 h 1818"/>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94" h="1818">
                  <a:moveTo>
                    <a:pt x="94" y="1771"/>
                  </a:moveTo>
                  <a:lnTo>
                    <a:pt x="94" y="1771"/>
                  </a:lnTo>
                  <a:lnTo>
                    <a:pt x="94" y="0"/>
                  </a:lnTo>
                  <a:lnTo>
                    <a:pt x="0" y="0"/>
                  </a:lnTo>
                  <a:lnTo>
                    <a:pt x="0" y="1771"/>
                  </a:lnTo>
                  <a:lnTo>
                    <a:pt x="3" y="1791"/>
                  </a:lnTo>
                  <a:lnTo>
                    <a:pt x="15" y="1806"/>
                  </a:lnTo>
                  <a:lnTo>
                    <a:pt x="29" y="1814"/>
                  </a:lnTo>
                  <a:lnTo>
                    <a:pt x="47" y="1818"/>
                  </a:lnTo>
                  <a:lnTo>
                    <a:pt x="64" y="1814"/>
                  </a:lnTo>
                  <a:lnTo>
                    <a:pt x="79" y="1806"/>
                  </a:lnTo>
                  <a:lnTo>
                    <a:pt x="90" y="1791"/>
                  </a:lnTo>
                  <a:lnTo>
                    <a:pt x="94" y="17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1342" name="Freeform 44"/>
            <p:cNvSpPr>
              <a:spLocks/>
            </p:cNvSpPr>
            <p:nvPr/>
          </p:nvSpPr>
          <p:spPr bwMode="auto">
            <a:xfrm>
              <a:off x="868" y="2067"/>
              <a:ext cx="90" cy="160"/>
            </a:xfrm>
            <a:custGeom>
              <a:avLst/>
              <a:gdLst>
                <a:gd name="T0" fmla="*/ 3 w 449"/>
                <a:gd name="T1" fmla="*/ 6 h 803"/>
                <a:gd name="T2" fmla="*/ 3 w 449"/>
                <a:gd name="T3" fmla="*/ 6 h 803"/>
                <a:gd name="T4" fmla="*/ 3 w 449"/>
                <a:gd name="T5" fmla="*/ 5 h 803"/>
                <a:gd name="T6" fmla="*/ 3 w 449"/>
                <a:gd name="T7" fmla="*/ 5 h 803"/>
                <a:gd name="T8" fmla="*/ 3 w 449"/>
                <a:gd name="T9" fmla="*/ 5 h 803"/>
                <a:gd name="T10" fmla="*/ 2 w 449"/>
                <a:gd name="T11" fmla="*/ 5 h 803"/>
                <a:gd name="T12" fmla="*/ 2 w 449"/>
                <a:gd name="T13" fmla="*/ 4 h 803"/>
                <a:gd name="T14" fmla="*/ 2 w 449"/>
                <a:gd name="T15" fmla="*/ 4 h 803"/>
                <a:gd name="T16" fmla="*/ 2 w 449"/>
                <a:gd name="T17" fmla="*/ 4 h 803"/>
                <a:gd name="T18" fmla="*/ 2 w 449"/>
                <a:gd name="T19" fmla="*/ 3 h 803"/>
                <a:gd name="T20" fmla="*/ 1 w 449"/>
                <a:gd name="T21" fmla="*/ 3 h 803"/>
                <a:gd name="T22" fmla="*/ 1 w 449"/>
                <a:gd name="T23" fmla="*/ 2 h 803"/>
                <a:gd name="T24" fmla="*/ 1 w 449"/>
                <a:gd name="T25" fmla="*/ 2 h 803"/>
                <a:gd name="T26" fmla="*/ 1 w 449"/>
                <a:gd name="T27" fmla="*/ 2 h 803"/>
                <a:gd name="T28" fmla="*/ 1 w 449"/>
                <a:gd name="T29" fmla="*/ 1 h 803"/>
                <a:gd name="T30" fmla="*/ 1 w 449"/>
                <a:gd name="T31" fmla="*/ 1 h 803"/>
                <a:gd name="T32" fmla="*/ 1 w 449"/>
                <a:gd name="T33" fmla="*/ 0 h 803"/>
                <a:gd name="T34" fmla="*/ 1 w 449"/>
                <a:gd name="T35" fmla="*/ 0 h 803"/>
                <a:gd name="T36" fmla="*/ 0 w 449"/>
                <a:gd name="T37" fmla="*/ 0 h 803"/>
                <a:gd name="T38" fmla="*/ 0 w 449"/>
                <a:gd name="T39" fmla="*/ 0 h 803"/>
                <a:gd name="T40" fmla="*/ 0 w 449"/>
                <a:gd name="T41" fmla="*/ 1 h 803"/>
                <a:gd name="T42" fmla="*/ 0 w 449"/>
                <a:gd name="T43" fmla="*/ 1 h 803"/>
                <a:gd name="T44" fmla="*/ 0 w 449"/>
                <a:gd name="T45" fmla="*/ 2 h 803"/>
                <a:gd name="T46" fmla="*/ 0 w 449"/>
                <a:gd name="T47" fmla="*/ 2 h 803"/>
                <a:gd name="T48" fmla="*/ 0 w 449"/>
                <a:gd name="T49" fmla="*/ 3 h 803"/>
                <a:gd name="T50" fmla="*/ 1 w 449"/>
                <a:gd name="T51" fmla="*/ 3 h 803"/>
                <a:gd name="T52" fmla="*/ 1 w 449"/>
                <a:gd name="T53" fmla="*/ 4 h 803"/>
                <a:gd name="T54" fmla="*/ 1 w 449"/>
                <a:gd name="T55" fmla="*/ 4 h 803"/>
                <a:gd name="T56" fmla="*/ 1 w 449"/>
                <a:gd name="T57" fmla="*/ 4 h 803"/>
                <a:gd name="T58" fmla="*/ 2 w 449"/>
                <a:gd name="T59" fmla="*/ 5 h 803"/>
                <a:gd name="T60" fmla="*/ 2 w 449"/>
                <a:gd name="T61" fmla="*/ 5 h 803"/>
                <a:gd name="T62" fmla="*/ 2 w 449"/>
                <a:gd name="T63" fmla="*/ 5 h 803"/>
                <a:gd name="T64" fmla="*/ 2 w 449"/>
                <a:gd name="T65" fmla="*/ 6 h 803"/>
                <a:gd name="T66" fmla="*/ 3 w 449"/>
                <a:gd name="T67" fmla="*/ 6 h 803"/>
                <a:gd name="T68" fmla="*/ 3 w 449"/>
                <a:gd name="T69" fmla="*/ 6 h 803"/>
                <a:gd name="T70" fmla="*/ 3 w 449"/>
                <a:gd name="T71" fmla="*/ 6 h 803"/>
                <a:gd name="T72" fmla="*/ 3 w 449"/>
                <a:gd name="T73" fmla="*/ 6 h 803"/>
                <a:gd name="T74" fmla="*/ 3 w 449"/>
                <a:gd name="T75" fmla="*/ 6 h 803"/>
                <a:gd name="T76" fmla="*/ 3 w 449"/>
                <a:gd name="T77" fmla="*/ 6 h 803"/>
                <a:gd name="T78" fmla="*/ 3 w 449"/>
                <a:gd name="T79" fmla="*/ 6 h 803"/>
                <a:gd name="T80" fmla="*/ 4 w 449"/>
                <a:gd name="T81" fmla="*/ 6 h 803"/>
                <a:gd name="T82" fmla="*/ 4 w 449"/>
                <a:gd name="T83" fmla="*/ 6 h 803"/>
                <a:gd name="T84" fmla="*/ 4 w 449"/>
                <a:gd name="T85" fmla="*/ 6 h 803"/>
                <a:gd name="T86" fmla="*/ 4 w 449"/>
                <a:gd name="T87" fmla="*/ 6 h 803"/>
                <a:gd name="T88" fmla="*/ 3 w 449"/>
                <a:gd name="T89" fmla="*/ 6 h 803"/>
                <a:gd name="T90" fmla="*/ 3 w 449"/>
                <a:gd name="T91" fmla="*/ 6 h 80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449"/>
                <a:gd name="T139" fmla="*/ 0 h 803"/>
                <a:gd name="T140" fmla="*/ 449 w 449"/>
                <a:gd name="T141" fmla="*/ 803 h 80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449" h="803">
                  <a:moveTo>
                    <a:pt x="426" y="717"/>
                  </a:moveTo>
                  <a:lnTo>
                    <a:pt x="427" y="717"/>
                  </a:lnTo>
                  <a:lnTo>
                    <a:pt x="395" y="693"/>
                  </a:lnTo>
                  <a:lnTo>
                    <a:pt x="361" y="662"/>
                  </a:lnTo>
                  <a:lnTo>
                    <a:pt x="329" y="628"/>
                  </a:lnTo>
                  <a:lnTo>
                    <a:pt x="299" y="591"/>
                  </a:lnTo>
                  <a:lnTo>
                    <a:pt x="269" y="551"/>
                  </a:lnTo>
                  <a:lnTo>
                    <a:pt x="241" y="507"/>
                  </a:lnTo>
                  <a:lnTo>
                    <a:pt x="215" y="460"/>
                  </a:lnTo>
                  <a:lnTo>
                    <a:pt x="191" y="412"/>
                  </a:lnTo>
                  <a:lnTo>
                    <a:pt x="170" y="363"/>
                  </a:lnTo>
                  <a:lnTo>
                    <a:pt x="151" y="312"/>
                  </a:lnTo>
                  <a:lnTo>
                    <a:pt x="133" y="259"/>
                  </a:lnTo>
                  <a:lnTo>
                    <a:pt x="119" y="207"/>
                  </a:lnTo>
                  <a:lnTo>
                    <a:pt x="108" y="156"/>
                  </a:lnTo>
                  <a:lnTo>
                    <a:pt x="101" y="103"/>
                  </a:lnTo>
                  <a:lnTo>
                    <a:pt x="96" y="51"/>
                  </a:lnTo>
                  <a:lnTo>
                    <a:pt x="94" y="0"/>
                  </a:lnTo>
                  <a:lnTo>
                    <a:pt x="0" y="0"/>
                  </a:lnTo>
                  <a:lnTo>
                    <a:pt x="2" y="56"/>
                  </a:lnTo>
                  <a:lnTo>
                    <a:pt x="7" y="115"/>
                  </a:lnTo>
                  <a:lnTo>
                    <a:pt x="16" y="172"/>
                  </a:lnTo>
                  <a:lnTo>
                    <a:pt x="28" y="231"/>
                  </a:lnTo>
                  <a:lnTo>
                    <a:pt x="44" y="287"/>
                  </a:lnTo>
                  <a:lnTo>
                    <a:pt x="62" y="342"/>
                  </a:lnTo>
                  <a:lnTo>
                    <a:pt x="83" y="398"/>
                  </a:lnTo>
                  <a:lnTo>
                    <a:pt x="106" y="452"/>
                  </a:lnTo>
                  <a:lnTo>
                    <a:pt x="133" y="505"/>
                  </a:lnTo>
                  <a:lnTo>
                    <a:pt x="161" y="554"/>
                  </a:lnTo>
                  <a:lnTo>
                    <a:pt x="192" y="602"/>
                  </a:lnTo>
                  <a:lnTo>
                    <a:pt x="224" y="647"/>
                  </a:lnTo>
                  <a:lnTo>
                    <a:pt x="259" y="689"/>
                  </a:lnTo>
                  <a:lnTo>
                    <a:pt x="295" y="728"/>
                  </a:lnTo>
                  <a:lnTo>
                    <a:pt x="334" y="763"/>
                  </a:lnTo>
                  <a:lnTo>
                    <a:pt x="374" y="795"/>
                  </a:lnTo>
                  <a:lnTo>
                    <a:pt x="375" y="795"/>
                  </a:lnTo>
                  <a:lnTo>
                    <a:pt x="374" y="795"/>
                  </a:lnTo>
                  <a:lnTo>
                    <a:pt x="392" y="803"/>
                  </a:lnTo>
                  <a:lnTo>
                    <a:pt x="411" y="803"/>
                  </a:lnTo>
                  <a:lnTo>
                    <a:pt x="426" y="795"/>
                  </a:lnTo>
                  <a:lnTo>
                    <a:pt x="439" y="782"/>
                  </a:lnTo>
                  <a:lnTo>
                    <a:pt x="446" y="766"/>
                  </a:lnTo>
                  <a:lnTo>
                    <a:pt x="449" y="749"/>
                  </a:lnTo>
                  <a:lnTo>
                    <a:pt x="441" y="732"/>
                  </a:lnTo>
                  <a:lnTo>
                    <a:pt x="427" y="717"/>
                  </a:lnTo>
                  <a:lnTo>
                    <a:pt x="426" y="71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1343" name="Freeform 45"/>
            <p:cNvSpPr>
              <a:spLocks/>
            </p:cNvSpPr>
            <p:nvPr/>
          </p:nvSpPr>
          <p:spPr bwMode="auto">
            <a:xfrm>
              <a:off x="883" y="1673"/>
              <a:ext cx="379" cy="690"/>
            </a:xfrm>
            <a:custGeom>
              <a:avLst/>
              <a:gdLst>
                <a:gd name="T0" fmla="*/ 12 w 1897"/>
                <a:gd name="T1" fmla="*/ 6 h 3450"/>
                <a:gd name="T2" fmla="*/ 13 w 1897"/>
                <a:gd name="T3" fmla="*/ 7 h 3450"/>
                <a:gd name="T4" fmla="*/ 13 w 1897"/>
                <a:gd name="T5" fmla="*/ 7 h 3450"/>
                <a:gd name="T6" fmla="*/ 14 w 1897"/>
                <a:gd name="T7" fmla="*/ 8 h 3450"/>
                <a:gd name="T8" fmla="*/ 14 w 1897"/>
                <a:gd name="T9" fmla="*/ 9 h 3450"/>
                <a:gd name="T10" fmla="*/ 15 w 1897"/>
                <a:gd name="T11" fmla="*/ 10 h 3450"/>
                <a:gd name="T12" fmla="*/ 15 w 1897"/>
                <a:gd name="T13" fmla="*/ 11 h 3450"/>
                <a:gd name="T14" fmla="*/ 15 w 1897"/>
                <a:gd name="T15" fmla="*/ 11 h 3450"/>
                <a:gd name="T16" fmla="*/ 15 w 1897"/>
                <a:gd name="T17" fmla="*/ 12 h 3450"/>
                <a:gd name="T18" fmla="*/ 15 w 1897"/>
                <a:gd name="T19" fmla="*/ 26 h 3450"/>
                <a:gd name="T20" fmla="*/ 15 w 1897"/>
                <a:gd name="T21" fmla="*/ 26 h 3450"/>
                <a:gd name="T22" fmla="*/ 15 w 1897"/>
                <a:gd name="T23" fmla="*/ 27 h 3450"/>
                <a:gd name="T24" fmla="*/ 15 w 1897"/>
                <a:gd name="T25" fmla="*/ 27 h 3450"/>
                <a:gd name="T26" fmla="*/ 14 w 1897"/>
                <a:gd name="T27" fmla="*/ 27 h 3450"/>
                <a:gd name="T28" fmla="*/ 14 w 1897"/>
                <a:gd name="T29" fmla="*/ 28 h 3450"/>
                <a:gd name="T30" fmla="*/ 13 w 1897"/>
                <a:gd name="T31" fmla="*/ 28 h 3450"/>
                <a:gd name="T32" fmla="*/ 13 w 1897"/>
                <a:gd name="T33" fmla="*/ 27 h 3450"/>
                <a:gd name="T34" fmla="*/ 3 w 1897"/>
                <a:gd name="T35" fmla="*/ 21 h 3450"/>
                <a:gd name="T36" fmla="*/ 2 w 1897"/>
                <a:gd name="T37" fmla="*/ 21 h 3450"/>
                <a:gd name="T38" fmla="*/ 2 w 1897"/>
                <a:gd name="T39" fmla="*/ 20 h 3450"/>
                <a:gd name="T40" fmla="*/ 1 w 1897"/>
                <a:gd name="T41" fmla="*/ 19 h 3450"/>
                <a:gd name="T42" fmla="*/ 1 w 1897"/>
                <a:gd name="T43" fmla="*/ 19 h 3450"/>
                <a:gd name="T44" fmla="*/ 0 w 1897"/>
                <a:gd name="T45" fmla="*/ 18 h 3450"/>
                <a:gd name="T46" fmla="*/ 0 w 1897"/>
                <a:gd name="T47" fmla="*/ 17 h 3450"/>
                <a:gd name="T48" fmla="*/ 0 w 1897"/>
                <a:gd name="T49" fmla="*/ 16 h 3450"/>
                <a:gd name="T50" fmla="*/ 0 w 1897"/>
                <a:gd name="T51" fmla="*/ 15 h 3450"/>
                <a:gd name="T52" fmla="*/ 0 w 1897"/>
                <a:gd name="T53" fmla="*/ 2 h 3450"/>
                <a:gd name="T54" fmla="*/ 0 w 1897"/>
                <a:gd name="T55" fmla="*/ 1 h 3450"/>
                <a:gd name="T56" fmla="*/ 0 w 1897"/>
                <a:gd name="T57" fmla="*/ 1 h 3450"/>
                <a:gd name="T58" fmla="*/ 1 w 1897"/>
                <a:gd name="T59" fmla="*/ 0 h 3450"/>
                <a:gd name="T60" fmla="*/ 1 w 1897"/>
                <a:gd name="T61" fmla="*/ 0 h 3450"/>
                <a:gd name="T62" fmla="*/ 1 w 1897"/>
                <a:gd name="T63" fmla="*/ 0 h 3450"/>
                <a:gd name="T64" fmla="*/ 2 w 1897"/>
                <a:gd name="T65" fmla="*/ 0 h 3450"/>
                <a:gd name="T66" fmla="*/ 3 w 1897"/>
                <a:gd name="T67" fmla="*/ 0 h 3450"/>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897"/>
                <a:gd name="T103" fmla="*/ 0 h 3450"/>
                <a:gd name="T104" fmla="*/ 1897 w 1897"/>
                <a:gd name="T105" fmla="*/ 3450 h 3450"/>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897" h="3450">
                  <a:moveTo>
                    <a:pt x="357" y="49"/>
                  </a:moveTo>
                  <a:lnTo>
                    <a:pt x="1542" y="806"/>
                  </a:lnTo>
                  <a:lnTo>
                    <a:pt x="1579" y="832"/>
                  </a:lnTo>
                  <a:lnTo>
                    <a:pt x="1614" y="861"/>
                  </a:lnTo>
                  <a:lnTo>
                    <a:pt x="1648" y="895"/>
                  </a:lnTo>
                  <a:lnTo>
                    <a:pt x="1681" y="933"/>
                  </a:lnTo>
                  <a:lnTo>
                    <a:pt x="1711" y="973"/>
                  </a:lnTo>
                  <a:lnTo>
                    <a:pt x="1740" y="1016"/>
                  </a:lnTo>
                  <a:lnTo>
                    <a:pt x="1768" y="1062"/>
                  </a:lnTo>
                  <a:lnTo>
                    <a:pt x="1793" y="1109"/>
                  </a:lnTo>
                  <a:lnTo>
                    <a:pt x="1816" y="1158"/>
                  </a:lnTo>
                  <a:lnTo>
                    <a:pt x="1836" y="1208"/>
                  </a:lnTo>
                  <a:lnTo>
                    <a:pt x="1854" y="1260"/>
                  </a:lnTo>
                  <a:lnTo>
                    <a:pt x="1869" y="1313"/>
                  </a:lnTo>
                  <a:lnTo>
                    <a:pt x="1881" y="1364"/>
                  </a:lnTo>
                  <a:lnTo>
                    <a:pt x="1890" y="1417"/>
                  </a:lnTo>
                  <a:lnTo>
                    <a:pt x="1895" y="1469"/>
                  </a:lnTo>
                  <a:lnTo>
                    <a:pt x="1897" y="1519"/>
                  </a:lnTo>
                  <a:lnTo>
                    <a:pt x="1897" y="3142"/>
                  </a:lnTo>
                  <a:lnTo>
                    <a:pt x="1895" y="3190"/>
                  </a:lnTo>
                  <a:lnTo>
                    <a:pt x="1890" y="3235"/>
                  </a:lnTo>
                  <a:lnTo>
                    <a:pt x="1881" y="3276"/>
                  </a:lnTo>
                  <a:lnTo>
                    <a:pt x="1869" y="3313"/>
                  </a:lnTo>
                  <a:lnTo>
                    <a:pt x="1854" y="3346"/>
                  </a:lnTo>
                  <a:lnTo>
                    <a:pt x="1836" y="3375"/>
                  </a:lnTo>
                  <a:lnTo>
                    <a:pt x="1816" y="3398"/>
                  </a:lnTo>
                  <a:lnTo>
                    <a:pt x="1793" y="3418"/>
                  </a:lnTo>
                  <a:lnTo>
                    <a:pt x="1768" y="3434"/>
                  </a:lnTo>
                  <a:lnTo>
                    <a:pt x="1740" y="3444"/>
                  </a:lnTo>
                  <a:lnTo>
                    <a:pt x="1711" y="3450"/>
                  </a:lnTo>
                  <a:lnTo>
                    <a:pt x="1681" y="3450"/>
                  </a:lnTo>
                  <a:lnTo>
                    <a:pt x="1648" y="3445"/>
                  </a:lnTo>
                  <a:lnTo>
                    <a:pt x="1614" y="3436"/>
                  </a:lnTo>
                  <a:lnTo>
                    <a:pt x="1579" y="3421"/>
                  </a:lnTo>
                  <a:lnTo>
                    <a:pt x="1542" y="3400"/>
                  </a:lnTo>
                  <a:lnTo>
                    <a:pt x="357" y="2643"/>
                  </a:lnTo>
                  <a:lnTo>
                    <a:pt x="320" y="2618"/>
                  </a:lnTo>
                  <a:lnTo>
                    <a:pt x="285" y="2588"/>
                  </a:lnTo>
                  <a:lnTo>
                    <a:pt x="251" y="2554"/>
                  </a:lnTo>
                  <a:lnTo>
                    <a:pt x="218" y="2517"/>
                  </a:lnTo>
                  <a:lnTo>
                    <a:pt x="187" y="2477"/>
                  </a:lnTo>
                  <a:lnTo>
                    <a:pt x="157" y="2433"/>
                  </a:lnTo>
                  <a:lnTo>
                    <a:pt x="130" y="2388"/>
                  </a:lnTo>
                  <a:lnTo>
                    <a:pt x="105" y="2341"/>
                  </a:lnTo>
                  <a:lnTo>
                    <a:pt x="81" y="2292"/>
                  </a:lnTo>
                  <a:lnTo>
                    <a:pt x="61" y="2241"/>
                  </a:lnTo>
                  <a:lnTo>
                    <a:pt x="44" y="2190"/>
                  </a:lnTo>
                  <a:lnTo>
                    <a:pt x="29" y="2138"/>
                  </a:lnTo>
                  <a:lnTo>
                    <a:pt x="17" y="2085"/>
                  </a:lnTo>
                  <a:lnTo>
                    <a:pt x="7" y="2033"/>
                  </a:lnTo>
                  <a:lnTo>
                    <a:pt x="3" y="1981"/>
                  </a:lnTo>
                  <a:lnTo>
                    <a:pt x="0" y="1931"/>
                  </a:lnTo>
                  <a:lnTo>
                    <a:pt x="0" y="308"/>
                  </a:lnTo>
                  <a:lnTo>
                    <a:pt x="3" y="260"/>
                  </a:lnTo>
                  <a:lnTo>
                    <a:pt x="7" y="215"/>
                  </a:lnTo>
                  <a:lnTo>
                    <a:pt x="17" y="174"/>
                  </a:lnTo>
                  <a:lnTo>
                    <a:pt x="29" y="137"/>
                  </a:lnTo>
                  <a:lnTo>
                    <a:pt x="44" y="104"/>
                  </a:lnTo>
                  <a:lnTo>
                    <a:pt x="61" y="76"/>
                  </a:lnTo>
                  <a:lnTo>
                    <a:pt x="81" y="51"/>
                  </a:lnTo>
                  <a:lnTo>
                    <a:pt x="105" y="31"/>
                  </a:lnTo>
                  <a:lnTo>
                    <a:pt x="130" y="16"/>
                  </a:lnTo>
                  <a:lnTo>
                    <a:pt x="157" y="5"/>
                  </a:lnTo>
                  <a:lnTo>
                    <a:pt x="187" y="0"/>
                  </a:lnTo>
                  <a:lnTo>
                    <a:pt x="218" y="0"/>
                  </a:lnTo>
                  <a:lnTo>
                    <a:pt x="251" y="3"/>
                  </a:lnTo>
                  <a:lnTo>
                    <a:pt x="285" y="14"/>
                  </a:lnTo>
                  <a:lnTo>
                    <a:pt x="320" y="29"/>
                  </a:lnTo>
                  <a:lnTo>
                    <a:pt x="357" y="49"/>
                  </a:lnTo>
                  <a:close/>
                </a:path>
              </a:pathLst>
            </a:custGeom>
            <a:solidFill>
              <a:srgbClr val="BFBFB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1344" name="Freeform 46"/>
            <p:cNvSpPr>
              <a:spLocks/>
            </p:cNvSpPr>
            <p:nvPr/>
          </p:nvSpPr>
          <p:spPr bwMode="auto">
            <a:xfrm>
              <a:off x="1268" y="1663"/>
              <a:ext cx="393" cy="711"/>
            </a:xfrm>
            <a:custGeom>
              <a:avLst/>
              <a:gdLst>
                <a:gd name="T0" fmla="*/ 3 w 1962"/>
                <a:gd name="T1" fmla="*/ 7 h 3555"/>
                <a:gd name="T2" fmla="*/ 2 w 1962"/>
                <a:gd name="T3" fmla="*/ 7 h 3555"/>
                <a:gd name="T4" fmla="*/ 2 w 1962"/>
                <a:gd name="T5" fmla="*/ 8 h 3555"/>
                <a:gd name="T6" fmla="*/ 1 w 1962"/>
                <a:gd name="T7" fmla="*/ 8 h 3555"/>
                <a:gd name="T8" fmla="*/ 1 w 1962"/>
                <a:gd name="T9" fmla="*/ 9 h 3555"/>
                <a:gd name="T10" fmla="*/ 1 w 1962"/>
                <a:gd name="T11" fmla="*/ 10 h 3555"/>
                <a:gd name="T12" fmla="*/ 0 w 1962"/>
                <a:gd name="T13" fmla="*/ 11 h 3555"/>
                <a:gd name="T14" fmla="*/ 0 w 1962"/>
                <a:gd name="T15" fmla="*/ 12 h 3555"/>
                <a:gd name="T16" fmla="*/ 0 w 1962"/>
                <a:gd name="T17" fmla="*/ 13 h 3555"/>
                <a:gd name="T18" fmla="*/ 0 w 1962"/>
                <a:gd name="T19" fmla="*/ 26 h 3555"/>
                <a:gd name="T20" fmla="*/ 0 w 1962"/>
                <a:gd name="T21" fmla="*/ 27 h 3555"/>
                <a:gd name="T22" fmla="*/ 0 w 1962"/>
                <a:gd name="T23" fmla="*/ 28 h 3555"/>
                <a:gd name="T24" fmla="*/ 1 w 1962"/>
                <a:gd name="T25" fmla="*/ 28 h 3555"/>
                <a:gd name="T26" fmla="*/ 1 w 1962"/>
                <a:gd name="T27" fmla="*/ 28 h 3555"/>
                <a:gd name="T28" fmla="*/ 2 w 1962"/>
                <a:gd name="T29" fmla="*/ 28 h 3555"/>
                <a:gd name="T30" fmla="*/ 2 w 1962"/>
                <a:gd name="T31" fmla="*/ 28 h 3555"/>
                <a:gd name="T32" fmla="*/ 3 w 1962"/>
                <a:gd name="T33" fmla="*/ 28 h 3555"/>
                <a:gd name="T34" fmla="*/ 13 w 1962"/>
                <a:gd name="T35" fmla="*/ 22 h 3555"/>
                <a:gd name="T36" fmla="*/ 13 w 1962"/>
                <a:gd name="T37" fmla="*/ 21 h 3555"/>
                <a:gd name="T38" fmla="*/ 14 w 1962"/>
                <a:gd name="T39" fmla="*/ 21 h 3555"/>
                <a:gd name="T40" fmla="*/ 14 w 1962"/>
                <a:gd name="T41" fmla="*/ 20 h 3555"/>
                <a:gd name="T42" fmla="*/ 15 w 1962"/>
                <a:gd name="T43" fmla="*/ 19 h 3555"/>
                <a:gd name="T44" fmla="*/ 15 w 1962"/>
                <a:gd name="T45" fmla="*/ 18 h 3555"/>
                <a:gd name="T46" fmla="*/ 16 w 1962"/>
                <a:gd name="T47" fmla="*/ 18 h 3555"/>
                <a:gd name="T48" fmla="*/ 16 w 1962"/>
                <a:gd name="T49" fmla="*/ 17 h 3555"/>
                <a:gd name="T50" fmla="*/ 16 w 1962"/>
                <a:gd name="T51" fmla="*/ 16 h 3555"/>
                <a:gd name="T52" fmla="*/ 16 w 1962"/>
                <a:gd name="T53" fmla="*/ 2 h 3555"/>
                <a:gd name="T54" fmla="*/ 16 w 1962"/>
                <a:gd name="T55" fmla="*/ 1 h 3555"/>
                <a:gd name="T56" fmla="*/ 15 w 1962"/>
                <a:gd name="T57" fmla="*/ 1 h 3555"/>
                <a:gd name="T58" fmla="*/ 15 w 1962"/>
                <a:gd name="T59" fmla="*/ 0 h 3555"/>
                <a:gd name="T60" fmla="*/ 15 w 1962"/>
                <a:gd name="T61" fmla="*/ 0 h 3555"/>
                <a:gd name="T62" fmla="*/ 14 w 1962"/>
                <a:gd name="T63" fmla="*/ 0 h 3555"/>
                <a:gd name="T64" fmla="*/ 14 w 1962"/>
                <a:gd name="T65" fmla="*/ 0 h 3555"/>
                <a:gd name="T66" fmla="*/ 13 w 1962"/>
                <a:gd name="T67" fmla="*/ 0 h 3555"/>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962"/>
                <a:gd name="T103" fmla="*/ 0 h 3555"/>
                <a:gd name="T104" fmla="*/ 1962 w 1962"/>
                <a:gd name="T105" fmla="*/ 3555 h 3555"/>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962" h="3555">
                  <a:moveTo>
                    <a:pt x="1594" y="50"/>
                  </a:moveTo>
                  <a:lnTo>
                    <a:pt x="368" y="831"/>
                  </a:lnTo>
                  <a:lnTo>
                    <a:pt x="330" y="858"/>
                  </a:lnTo>
                  <a:lnTo>
                    <a:pt x="294" y="888"/>
                  </a:lnTo>
                  <a:lnTo>
                    <a:pt x="259" y="922"/>
                  </a:lnTo>
                  <a:lnTo>
                    <a:pt x="225" y="961"/>
                  </a:lnTo>
                  <a:lnTo>
                    <a:pt x="193" y="1003"/>
                  </a:lnTo>
                  <a:lnTo>
                    <a:pt x="163" y="1047"/>
                  </a:lnTo>
                  <a:lnTo>
                    <a:pt x="133" y="1094"/>
                  </a:lnTo>
                  <a:lnTo>
                    <a:pt x="108" y="1143"/>
                  </a:lnTo>
                  <a:lnTo>
                    <a:pt x="84" y="1193"/>
                  </a:lnTo>
                  <a:lnTo>
                    <a:pt x="63" y="1246"/>
                  </a:lnTo>
                  <a:lnTo>
                    <a:pt x="44" y="1299"/>
                  </a:lnTo>
                  <a:lnTo>
                    <a:pt x="29" y="1353"/>
                  </a:lnTo>
                  <a:lnTo>
                    <a:pt x="16" y="1405"/>
                  </a:lnTo>
                  <a:lnTo>
                    <a:pt x="7" y="1459"/>
                  </a:lnTo>
                  <a:lnTo>
                    <a:pt x="2" y="1512"/>
                  </a:lnTo>
                  <a:lnTo>
                    <a:pt x="0" y="1565"/>
                  </a:lnTo>
                  <a:lnTo>
                    <a:pt x="0" y="3237"/>
                  </a:lnTo>
                  <a:lnTo>
                    <a:pt x="2" y="3287"/>
                  </a:lnTo>
                  <a:lnTo>
                    <a:pt x="7" y="3333"/>
                  </a:lnTo>
                  <a:lnTo>
                    <a:pt x="16" y="3375"/>
                  </a:lnTo>
                  <a:lnTo>
                    <a:pt x="29" y="3413"/>
                  </a:lnTo>
                  <a:lnTo>
                    <a:pt x="44" y="3447"/>
                  </a:lnTo>
                  <a:lnTo>
                    <a:pt x="63" y="3477"/>
                  </a:lnTo>
                  <a:lnTo>
                    <a:pt x="84" y="3502"/>
                  </a:lnTo>
                  <a:lnTo>
                    <a:pt x="108" y="3522"/>
                  </a:lnTo>
                  <a:lnTo>
                    <a:pt x="133" y="3538"/>
                  </a:lnTo>
                  <a:lnTo>
                    <a:pt x="163" y="3549"/>
                  </a:lnTo>
                  <a:lnTo>
                    <a:pt x="193" y="3555"/>
                  </a:lnTo>
                  <a:lnTo>
                    <a:pt x="225" y="3555"/>
                  </a:lnTo>
                  <a:lnTo>
                    <a:pt x="259" y="3550"/>
                  </a:lnTo>
                  <a:lnTo>
                    <a:pt x="294" y="3541"/>
                  </a:lnTo>
                  <a:lnTo>
                    <a:pt x="330" y="3524"/>
                  </a:lnTo>
                  <a:lnTo>
                    <a:pt x="368" y="3503"/>
                  </a:lnTo>
                  <a:lnTo>
                    <a:pt x="1594" y="2722"/>
                  </a:lnTo>
                  <a:lnTo>
                    <a:pt x="1632" y="2696"/>
                  </a:lnTo>
                  <a:lnTo>
                    <a:pt x="1668" y="2665"/>
                  </a:lnTo>
                  <a:lnTo>
                    <a:pt x="1703" y="2631"/>
                  </a:lnTo>
                  <a:lnTo>
                    <a:pt x="1737" y="2592"/>
                  </a:lnTo>
                  <a:lnTo>
                    <a:pt x="1769" y="2551"/>
                  </a:lnTo>
                  <a:lnTo>
                    <a:pt x="1799" y="2506"/>
                  </a:lnTo>
                  <a:lnTo>
                    <a:pt x="1829" y="2460"/>
                  </a:lnTo>
                  <a:lnTo>
                    <a:pt x="1854" y="2411"/>
                  </a:lnTo>
                  <a:lnTo>
                    <a:pt x="1878" y="2361"/>
                  </a:lnTo>
                  <a:lnTo>
                    <a:pt x="1899" y="2308"/>
                  </a:lnTo>
                  <a:lnTo>
                    <a:pt x="1918" y="2256"/>
                  </a:lnTo>
                  <a:lnTo>
                    <a:pt x="1933" y="2202"/>
                  </a:lnTo>
                  <a:lnTo>
                    <a:pt x="1946" y="2149"/>
                  </a:lnTo>
                  <a:lnTo>
                    <a:pt x="1955" y="2095"/>
                  </a:lnTo>
                  <a:lnTo>
                    <a:pt x="1960" y="2042"/>
                  </a:lnTo>
                  <a:lnTo>
                    <a:pt x="1962" y="1989"/>
                  </a:lnTo>
                  <a:lnTo>
                    <a:pt x="1962" y="319"/>
                  </a:lnTo>
                  <a:lnTo>
                    <a:pt x="1960" y="269"/>
                  </a:lnTo>
                  <a:lnTo>
                    <a:pt x="1955" y="223"/>
                  </a:lnTo>
                  <a:lnTo>
                    <a:pt x="1946" y="180"/>
                  </a:lnTo>
                  <a:lnTo>
                    <a:pt x="1933" y="143"/>
                  </a:lnTo>
                  <a:lnTo>
                    <a:pt x="1918" y="109"/>
                  </a:lnTo>
                  <a:lnTo>
                    <a:pt x="1899" y="79"/>
                  </a:lnTo>
                  <a:lnTo>
                    <a:pt x="1878" y="54"/>
                  </a:lnTo>
                  <a:lnTo>
                    <a:pt x="1854" y="33"/>
                  </a:lnTo>
                  <a:lnTo>
                    <a:pt x="1829" y="17"/>
                  </a:lnTo>
                  <a:lnTo>
                    <a:pt x="1799" y="7"/>
                  </a:lnTo>
                  <a:lnTo>
                    <a:pt x="1769" y="0"/>
                  </a:lnTo>
                  <a:lnTo>
                    <a:pt x="1737" y="0"/>
                  </a:lnTo>
                  <a:lnTo>
                    <a:pt x="1703" y="4"/>
                  </a:lnTo>
                  <a:lnTo>
                    <a:pt x="1668" y="14"/>
                  </a:lnTo>
                  <a:lnTo>
                    <a:pt x="1632" y="29"/>
                  </a:lnTo>
                  <a:lnTo>
                    <a:pt x="1594" y="50"/>
                  </a:lnTo>
                  <a:close/>
                </a:path>
              </a:pathLst>
            </a:custGeom>
            <a:solidFill>
              <a:srgbClr val="E5E5E5"/>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1345" name="Freeform 47"/>
            <p:cNvSpPr>
              <a:spLocks noEditPoints="1"/>
            </p:cNvSpPr>
            <p:nvPr/>
          </p:nvSpPr>
          <p:spPr bwMode="auto">
            <a:xfrm>
              <a:off x="916" y="1589"/>
              <a:ext cx="697" cy="698"/>
            </a:xfrm>
            <a:custGeom>
              <a:avLst/>
              <a:gdLst>
                <a:gd name="T0" fmla="*/ 16 w 3485"/>
                <a:gd name="T1" fmla="*/ 0 h 3490"/>
                <a:gd name="T2" fmla="*/ 17 w 3485"/>
                <a:gd name="T3" fmla="*/ 2 h 3490"/>
                <a:gd name="T4" fmla="*/ 17 w 3485"/>
                <a:gd name="T5" fmla="*/ 3 h 3490"/>
                <a:gd name="T6" fmla="*/ 14 w 3485"/>
                <a:gd name="T7" fmla="*/ 4 h 3490"/>
                <a:gd name="T8" fmla="*/ 12 w 3485"/>
                <a:gd name="T9" fmla="*/ 4 h 3490"/>
                <a:gd name="T10" fmla="*/ 11 w 3485"/>
                <a:gd name="T11" fmla="*/ 2 h 3490"/>
                <a:gd name="T12" fmla="*/ 11 w 3485"/>
                <a:gd name="T13" fmla="*/ 1 h 3490"/>
                <a:gd name="T14" fmla="*/ 14 w 3485"/>
                <a:gd name="T15" fmla="*/ 0 h 3490"/>
                <a:gd name="T16" fmla="*/ 3 w 3485"/>
                <a:gd name="T17" fmla="*/ 7 h 3490"/>
                <a:gd name="T18" fmla="*/ 4 w 3485"/>
                <a:gd name="T19" fmla="*/ 9 h 3490"/>
                <a:gd name="T20" fmla="*/ 3 w 3485"/>
                <a:gd name="T21" fmla="*/ 12 h 3490"/>
                <a:gd name="T22" fmla="*/ 2 w 3485"/>
                <a:gd name="T23" fmla="*/ 13 h 3490"/>
                <a:gd name="T24" fmla="*/ 1 w 3485"/>
                <a:gd name="T25" fmla="*/ 12 h 3490"/>
                <a:gd name="T26" fmla="*/ 0 w 3485"/>
                <a:gd name="T27" fmla="*/ 10 h 3490"/>
                <a:gd name="T28" fmla="*/ 0 w 3485"/>
                <a:gd name="T29" fmla="*/ 8 h 3490"/>
                <a:gd name="T30" fmla="*/ 2 w 3485"/>
                <a:gd name="T31" fmla="*/ 6 h 3490"/>
                <a:gd name="T32" fmla="*/ 10 w 3485"/>
                <a:gd name="T33" fmla="*/ 20 h 3490"/>
                <a:gd name="T34" fmla="*/ 11 w 3485"/>
                <a:gd name="T35" fmla="*/ 22 h 3490"/>
                <a:gd name="T36" fmla="*/ 11 w 3485"/>
                <a:gd name="T37" fmla="*/ 25 h 3490"/>
                <a:gd name="T38" fmla="*/ 10 w 3485"/>
                <a:gd name="T39" fmla="*/ 27 h 3490"/>
                <a:gd name="T40" fmla="*/ 8 w 3485"/>
                <a:gd name="T41" fmla="*/ 26 h 3490"/>
                <a:gd name="T42" fmla="*/ 7 w 3485"/>
                <a:gd name="T43" fmla="*/ 24 h 3490"/>
                <a:gd name="T44" fmla="*/ 7 w 3485"/>
                <a:gd name="T45" fmla="*/ 22 h 3490"/>
                <a:gd name="T46" fmla="*/ 8 w 3485"/>
                <a:gd name="T47" fmla="*/ 20 h 3490"/>
                <a:gd name="T48" fmla="*/ 20 w 3485"/>
                <a:gd name="T49" fmla="*/ 21 h 3490"/>
                <a:gd name="T50" fmla="*/ 21 w 3485"/>
                <a:gd name="T51" fmla="*/ 23 h 3490"/>
                <a:gd name="T52" fmla="*/ 21 w 3485"/>
                <a:gd name="T53" fmla="*/ 26 h 3490"/>
                <a:gd name="T54" fmla="*/ 20 w 3485"/>
                <a:gd name="T55" fmla="*/ 28 h 3490"/>
                <a:gd name="T56" fmla="*/ 18 w 3485"/>
                <a:gd name="T57" fmla="*/ 28 h 3490"/>
                <a:gd name="T58" fmla="*/ 17 w 3485"/>
                <a:gd name="T59" fmla="*/ 26 h 3490"/>
                <a:gd name="T60" fmla="*/ 17 w 3485"/>
                <a:gd name="T61" fmla="*/ 23 h 3490"/>
                <a:gd name="T62" fmla="*/ 18 w 3485"/>
                <a:gd name="T63" fmla="*/ 21 h 3490"/>
                <a:gd name="T64" fmla="*/ 19 w 3485"/>
                <a:gd name="T65" fmla="*/ 11 h 3490"/>
                <a:gd name="T66" fmla="*/ 20 w 3485"/>
                <a:gd name="T67" fmla="*/ 13 h 3490"/>
                <a:gd name="T68" fmla="*/ 21 w 3485"/>
                <a:gd name="T69" fmla="*/ 15 h 3490"/>
                <a:gd name="T70" fmla="*/ 20 w 3485"/>
                <a:gd name="T71" fmla="*/ 17 h 3490"/>
                <a:gd name="T72" fmla="*/ 18 w 3485"/>
                <a:gd name="T73" fmla="*/ 17 h 3490"/>
                <a:gd name="T74" fmla="*/ 17 w 3485"/>
                <a:gd name="T75" fmla="*/ 16 h 3490"/>
                <a:gd name="T76" fmla="*/ 17 w 3485"/>
                <a:gd name="T77" fmla="*/ 13 h 3490"/>
                <a:gd name="T78" fmla="*/ 18 w 3485"/>
                <a:gd name="T79" fmla="*/ 11 h 3490"/>
                <a:gd name="T80" fmla="*/ 26 w 3485"/>
                <a:gd name="T81" fmla="*/ 7 h 3490"/>
                <a:gd name="T82" fmla="*/ 27 w 3485"/>
                <a:gd name="T83" fmla="*/ 8 h 3490"/>
                <a:gd name="T84" fmla="*/ 27 w 3485"/>
                <a:gd name="T85" fmla="*/ 11 h 3490"/>
                <a:gd name="T86" fmla="*/ 26 w 3485"/>
                <a:gd name="T87" fmla="*/ 13 h 3490"/>
                <a:gd name="T88" fmla="*/ 25 w 3485"/>
                <a:gd name="T89" fmla="*/ 13 h 3490"/>
                <a:gd name="T90" fmla="*/ 24 w 3485"/>
                <a:gd name="T91" fmla="*/ 12 h 3490"/>
                <a:gd name="T92" fmla="*/ 24 w 3485"/>
                <a:gd name="T93" fmla="*/ 9 h 3490"/>
                <a:gd name="T94" fmla="*/ 24 w 3485"/>
                <a:gd name="T95" fmla="*/ 7 h 3490"/>
                <a:gd name="T96" fmla="*/ 26 w 3485"/>
                <a:gd name="T97" fmla="*/ 17 h 3490"/>
                <a:gd name="T98" fmla="*/ 27 w 3485"/>
                <a:gd name="T99" fmla="*/ 18 h 3490"/>
                <a:gd name="T100" fmla="*/ 28 w 3485"/>
                <a:gd name="T101" fmla="*/ 21 h 3490"/>
                <a:gd name="T102" fmla="*/ 27 w 3485"/>
                <a:gd name="T103" fmla="*/ 23 h 3490"/>
                <a:gd name="T104" fmla="*/ 26 w 3485"/>
                <a:gd name="T105" fmla="*/ 24 h 3490"/>
                <a:gd name="T106" fmla="*/ 24 w 3485"/>
                <a:gd name="T107" fmla="*/ 23 h 3490"/>
                <a:gd name="T108" fmla="*/ 24 w 3485"/>
                <a:gd name="T109" fmla="*/ 20 h 3490"/>
                <a:gd name="T110" fmla="*/ 25 w 3485"/>
                <a:gd name="T111" fmla="*/ 18 h 3490"/>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w 3485"/>
                <a:gd name="T169" fmla="*/ 0 h 3490"/>
                <a:gd name="T170" fmla="*/ 3485 w 3485"/>
                <a:gd name="T171" fmla="*/ 3490 h 3490"/>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T168" t="T169" r="T170" b="T171"/>
              <a:pathLst>
                <a:path w="3485" h="3490">
                  <a:moveTo>
                    <a:pt x="1754" y="0"/>
                  </a:moveTo>
                  <a:lnTo>
                    <a:pt x="1797" y="2"/>
                  </a:lnTo>
                  <a:lnTo>
                    <a:pt x="1840" y="5"/>
                  </a:lnTo>
                  <a:lnTo>
                    <a:pt x="1881" y="12"/>
                  </a:lnTo>
                  <a:lnTo>
                    <a:pt x="1921" y="20"/>
                  </a:lnTo>
                  <a:lnTo>
                    <a:pt x="1959" y="31"/>
                  </a:lnTo>
                  <a:lnTo>
                    <a:pt x="1994" y="44"/>
                  </a:lnTo>
                  <a:lnTo>
                    <a:pt x="2028" y="59"/>
                  </a:lnTo>
                  <a:lnTo>
                    <a:pt x="2058" y="74"/>
                  </a:lnTo>
                  <a:lnTo>
                    <a:pt x="2086" y="93"/>
                  </a:lnTo>
                  <a:lnTo>
                    <a:pt x="2111" y="113"/>
                  </a:lnTo>
                  <a:lnTo>
                    <a:pt x="2132" y="133"/>
                  </a:lnTo>
                  <a:lnTo>
                    <a:pt x="2151" y="155"/>
                  </a:lnTo>
                  <a:lnTo>
                    <a:pt x="2165" y="179"/>
                  </a:lnTo>
                  <a:lnTo>
                    <a:pt x="2175" y="203"/>
                  </a:lnTo>
                  <a:lnTo>
                    <a:pt x="2182" y="229"/>
                  </a:lnTo>
                  <a:lnTo>
                    <a:pt x="2185" y="255"/>
                  </a:lnTo>
                  <a:lnTo>
                    <a:pt x="2182" y="281"/>
                  </a:lnTo>
                  <a:lnTo>
                    <a:pt x="2175" y="305"/>
                  </a:lnTo>
                  <a:lnTo>
                    <a:pt x="2165" y="330"/>
                  </a:lnTo>
                  <a:lnTo>
                    <a:pt x="2151" y="353"/>
                  </a:lnTo>
                  <a:lnTo>
                    <a:pt x="2132" y="376"/>
                  </a:lnTo>
                  <a:lnTo>
                    <a:pt x="2111" y="397"/>
                  </a:lnTo>
                  <a:lnTo>
                    <a:pt x="2086" y="417"/>
                  </a:lnTo>
                  <a:lnTo>
                    <a:pt x="2058" y="434"/>
                  </a:lnTo>
                  <a:lnTo>
                    <a:pt x="2028" y="451"/>
                  </a:lnTo>
                  <a:lnTo>
                    <a:pt x="1994" y="466"/>
                  </a:lnTo>
                  <a:lnTo>
                    <a:pt x="1959" y="479"/>
                  </a:lnTo>
                  <a:lnTo>
                    <a:pt x="1921" y="489"/>
                  </a:lnTo>
                  <a:lnTo>
                    <a:pt x="1881" y="498"/>
                  </a:lnTo>
                  <a:lnTo>
                    <a:pt x="1840" y="505"/>
                  </a:lnTo>
                  <a:lnTo>
                    <a:pt x="1797" y="508"/>
                  </a:lnTo>
                  <a:lnTo>
                    <a:pt x="1754" y="509"/>
                  </a:lnTo>
                  <a:lnTo>
                    <a:pt x="1710" y="508"/>
                  </a:lnTo>
                  <a:lnTo>
                    <a:pt x="1667" y="505"/>
                  </a:lnTo>
                  <a:lnTo>
                    <a:pt x="1626" y="498"/>
                  </a:lnTo>
                  <a:lnTo>
                    <a:pt x="1586" y="489"/>
                  </a:lnTo>
                  <a:lnTo>
                    <a:pt x="1548" y="479"/>
                  </a:lnTo>
                  <a:lnTo>
                    <a:pt x="1512" y="466"/>
                  </a:lnTo>
                  <a:lnTo>
                    <a:pt x="1479" y="451"/>
                  </a:lnTo>
                  <a:lnTo>
                    <a:pt x="1449" y="434"/>
                  </a:lnTo>
                  <a:lnTo>
                    <a:pt x="1421" y="417"/>
                  </a:lnTo>
                  <a:lnTo>
                    <a:pt x="1395" y="397"/>
                  </a:lnTo>
                  <a:lnTo>
                    <a:pt x="1374" y="376"/>
                  </a:lnTo>
                  <a:lnTo>
                    <a:pt x="1355" y="353"/>
                  </a:lnTo>
                  <a:lnTo>
                    <a:pt x="1341" y="330"/>
                  </a:lnTo>
                  <a:lnTo>
                    <a:pt x="1331" y="305"/>
                  </a:lnTo>
                  <a:lnTo>
                    <a:pt x="1324" y="281"/>
                  </a:lnTo>
                  <a:lnTo>
                    <a:pt x="1321" y="255"/>
                  </a:lnTo>
                  <a:lnTo>
                    <a:pt x="1324" y="229"/>
                  </a:lnTo>
                  <a:lnTo>
                    <a:pt x="1331" y="203"/>
                  </a:lnTo>
                  <a:lnTo>
                    <a:pt x="1341" y="179"/>
                  </a:lnTo>
                  <a:lnTo>
                    <a:pt x="1355" y="155"/>
                  </a:lnTo>
                  <a:lnTo>
                    <a:pt x="1374" y="133"/>
                  </a:lnTo>
                  <a:lnTo>
                    <a:pt x="1395" y="113"/>
                  </a:lnTo>
                  <a:lnTo>
                    <a:pt x="1421" y="93"/>
                  </a:lnTo>
                  <a:lnTo>
                    <a:pt x="1449" y="74"/>
                  </a:lnTo>
                  <a:lnTo>
                    <a:pt x="1479" y="59"/>
                  </a:lnTo>
                  <a:lnTo>
                    <a:pt x="1512" y="44"/>
                  </a:lnTo>
                  <a:lnTo>
                    <a:pt x="1548" y="31"/>
                  </a:lnTo>
                  <a:lnTo>
                    <a:pt x="1586" y="20"/>
                  </a:lnTo>
                  <a:lnTo>
                    <a:pt x="1626" y="12"/>
                  </a:lnTo>
                  <a:lnTo>
                    <a:pt x="1667" y="5"/>
                  </a:lnTo>
                  <a:lnTo>
                    <a:pt x="1710" y="2"/>
                  </a:lnTo>
                  <a:lnTo>
                    <a:pt x="1754" y="0"/>
                  </a:lnTo>
                  <a:close/>
                  <a:moveTo>
                    <a:pt x="239" y="786"/>
                  </a:moveTo>
                  <a:lnTo>
                    <a:pt x="263" y="788"/>
                  </a:lnTo>
                  <a:lnTo>
                    <a:pt x="287" y="794"/>
                  </a:lnTo>
                  <a:lnTo>
                    <a:pt x="309" y="805"/>
                  </a:lnTo>
                  <a:lnTo>
                    <a:pt x="331" y="819"/>
                  </a:lnTo>
                  <a:lnTo>
                    <a:pt x="352" y="836"/>
                  </a:lnTo>
                  <a:lnTo>
                    <a:pt x="372" y="857"/>
                  </a:lnTo>
                  <a:lnTo>
                    <a:pt x="390" y="882"/>
                  </a:lnTo>
                  <a:lnTo>
                    <a:pt x="407" y="909"/>
                  </a:lnTo>
                  <a:lnTo>
                    <a:pt x="423" y="940"/>
                  </a:lnTo>
                  <a:lnTo>
                    <a:pt x="437" y="971"/>
                  </a:lnTo>
                  <a:lnTo>
                    <a:pt x="448" y="1006"/>
                  </a:lnTo>
                  <a:lnTo>
                    <a:pt x="459" y="1043"/>
                  </a:lnTo>
                  <a:lnTo>
                    <a:pt x="467" y="1081"/>
                  </a:lnTo>
                  <a:lnTo>
                    <a:pt x="473" y="1121"/>
                  </a:lnTo>
                  <a:lnTo>
                    <a:pt x="476" y="1163"/>
                  </a:lnTo>
                  <a:lnTo>
                    <a:pt x="478" y="1206"/>
                  </a:lnTo>
                  <a:lnTo>
                    <a:pt x="476" y="1248"/>
                  </a:lnTo>
                  <a:lnTo>
                    <a:pt x="473" y="1290"/>
                  </a:lnTo>
                  <a:lnTo>
                    <a:pt x="467" y="1330"/>
                  </a:lnTo>
                  <a:lnTo>
                    <a:pt x="459" y="1367"/>
                  </a:lnTo>
                  <a:lnTo>
                    <a:pt x="448" y="1405"/>
                  </a:lnTo>
                  <a:lnTo>
                    <a:pt x="437" y="1439"/>
                  </a:lnTo>
                  <a:lnTo>
                    <a:pt x="423" y="1472"/>
                  </a:lnTo>
                  <a:lnTo>
                    <a:pt x="407" y="1501"/>
                  </a:lnTo>
                  <a:lnTo>
                    <a:pt x="390" y="1528"/>
                  </a:lnTo>
                  <a:lnTo>
                    <a:pt x="372" y="1553"/>
                  </a:lnTo>
                  <a:lnTo>
                    <a:pt x="352" y="1574"/>
                  </a:lnTo>
                  <a:lnTo>
                    <a:pt x="331" y="1591"/>
                  </a:lnTo>
                  <a:lnTo>
                    <a:pt x="309" y="1605"/>
                  </a:lnTo>
                  <a:lnTo>
                    <a:pt x="287" y="1616"/>
                  </a:lnTo>
                  <a:lnTo>
                    <a:pt x="263" y="1622"/>
                  </a:lnTo>
                  <a:lnTo>
                    <a:pt x="239" y="1624"/>
                  </a:lnTo>
                  <a:lnTo>
                    <a:pt x="214" y="1622"/>
                  </a:lnTo>
                  <a:lnTo>
                    <a:pt x="191" y="1616"/>
                  </a:lnTo>
                  <a:lnTo>
                    <a:pt x="168" y="1605"/>
                  </a:lnTo>
                  <a:lnTo>
                    <a:pt x="146" y="1591"/>
                  </a:lnTo>
                  <a:lnTo>
                    <a:pt x="125" y="1574"/>
                  </a:lnTo>
                  <a:lnTo>
                    <a:pt x="105" y="1553"/>
                  </a:lnTo>
                  <a:lnTo>
                    <a:pt x="87" y="1528"/>
                  </a:lnTo>
                  <a:lnTo>
                    <a:pt x="70" y="1501"/>
                  </a:lnTo>
                  <a:lnTo>
                    <a:pt x="55" y="1472"/>
                  </a:lnTo>
                  <a:lnTo>
                    <a:pt x="41" y="1439"/>
                  </a:lnTo>
                  <a:lnTo>
                    <a:pt x="29" y="1405"/>
                  </a:lnTo>
                  <a:lnTo>
                    <a:pt x="18" y="1367"/>
                  </a:lnTo>
                  <a:lnTo>
                    <a:pt x="10" y="1330"/>
                  </a:lnTo>
                  <a:lnTo>
                    <a:pt x="4" y="1290"/>
                  </a:lnTo>
                  <a:lnTo>
                    <a:pt x="1" y="1248"/>
                  </a:lnTo>
                  <a:lnTo>
                    <a:pt x="0" y="1206"/>
                  </a:lnTo>
                  <a:lnTo>
                    <a:pt x="1" y="1163"/>
                  </a:lnTo>
                  <a:lnTo>
                    <a:pt x="4" y="1121"/>
                  </a:lnTo>
                  <a:lnTo>
                    <a:pt x="10" y="1081"/>
                  </a:lnTo>
                  <a:lnTo>
                    <a:pt x="18" y="1043"/>
                  </a:lnTo>
                  <a:lnTo>
                    <a:pt x="29" y="1006"/>
                  </a:lnTo>
                  <a:lnTo>
                    <a:pt x="41" y="971"/>
                  </a:lnTo>
                  <a:lnTo>
                    <a:pt x="55" y="940"/>
                  </a:lnTo>
                  <a:lnTo>
                    <a:pt x="70" y="909"/>
                  </a:lnTo>
                  <a:lnTo>
                    <a:pt x="87" y="882"/>
                  </a:lnTo>
                  <a:lnTo>
                    <a:pt x="105" y="857"/>
                  </a:lnTo>
                  <a:lnTo>
                    <a:pt x="125" y="836"/>
                  </a:lnTo>
                  <a:lnTo>
                    <a:pt x="146" y="819"/>
                  </a:lnTo>
                  <a:lnTo>
                    <a:pt x="168" y="805"/>
                  </a:lnTo>
                  <a:lnTo>
                    <a:pt x="191" y="794"/>
                  </a:lnTo>
                  <a:lnTo>
                    <a:pt x="214" y="788"/>
                  </a:lnTo>
                  <a:lnTo>
                    <a:pt x="239" y="786"/>
                  </a:lnTo>
                  <a:close/>
                  <a:moveTo>
                    <a:pt x="1119" y="2495"/>
                  </a:moveTo>
                  <a:lnTo>
                    <a:pt x="1143" y="2498"/>
                  </a:lnTo>
                  <a:lnTo>
                    <a:pt x="1167" y="2504"/>
                  </a:lnTo>
                  <a:lnTo>
                    <a:pt x="1190" y="2514"/>
                  </a:lnTo>
                  <a:lnTo>
                    <a:pt x="1211" y="2528"/>
                  </a:lnTo>
                  <a:lnTo>
                    <a:pt x="1232" y="2546"/>
                  </a:lnTo>
                  <a:lnTo>
                    <a:pt x="1252" y="2567"/>
                  </a:lnTo>
                  <a:lnTo>
                    <a:pt x="1271" y="2592"/>
                  </a:lnTo>
                  <a:lnTo>
                    <a:pt x="1288" y="2618"/>
                  </a:lnTo>
                  <a:lnTo>
                    <a:pt x="1304" y="2648"/>
                  </a:lnTo>
                  <a:lnTo>
                    <a:pt x="1318" y="2681"/>
                  </a:lnTo>
                  <a:lnTo>
                    <a:pt x="1329" y="2715"/>
                  </a:lnTo>
                  <a:lnTo>
                    <a:pt x="1340" y="2752"/>
                  </a:lnTo>
                  <a:lnTo>
                    <a:pt x="1348" y="2790"/>
                  </a:lnTo>
                  <a:lnTo>
                    <a:pt x="1354" y="2830"/>
                  </a:lnTo>
                  <a:lnTo>
                    <a:pt x="1358" y="2872"/>
                  </a:lnTo>
                  <a:lnTo>
                    <a:pt x="1359" y="2914"/>
                  </a:lnTo>
                  <a:lnTo>
                    <a:pt x="1358" y="2956"/>
                  </a:lnTo>
                  <a:lnTo>
                    <a:pt x="1354" y="2998"/>
                  </a:lnTo>
                  <a:lnTo>
                    <a:pt x="1348" y="3038"/>
                  </a:lnTo>
                  <a:lnTo>
                    <a:pt x="1340" y="3077"/>
                  </a:lnTo>
                  <a:lnTo>
                    <a:pt x="1329" y="3113"/>
                  </a:lnTo>
                  <a:lnTo>
                    <a:pt x="1318" y="3147"/>
                  </a:lnTo>
                  <a:lnTo>
                    <a:pt x="1304" y="3180"/>
                  </a:lnTo>
                  <a:lnTo>
                    <a:pt x="1288" y="3209"/>
                  </a:lnTo>
                  <a:lnTo>
                    <a:pt x="1271" y="3238"/>
                  </a:lnTo>
                  <a:lnTo>
                    <a:pt x="1252" y="3261"/>
                  </a:lnTo>
                  <a:lnTo>
                    <a:pt x="1232" y="3282"/>
                  </a:lnTo>
                  <a:lnTo>
                    <a:pt x="1211" y="3301"/>
                  </a:lnTo>
                  <a:lnTo>
                    <a:pt x="1190" y="3315"/>
                  </a:lnTo>
                  <a:lnTo>
                    <a:pt x="1167" y="3325"/>
                  </a:lnTo>
                  <a:lnTo>
                    <a:pt x="1143" y="3331"/>
                  </a:lnTo>
                  <a:lnTo>
                    <a:pt x="1119" y="3334"/>
                  </a:lnTo>
                  <a:lnTo>
                    <a:pt x="1094" y="3331"/>
                  </a:lnTo>
                  <a:lnTo>
                    <a:pt x="1070" y="3325"/>
                  </a:lnTo>
                  <a:lnTo>
                    <a:pt x="1048" y="3315"/>
                  </a:lnTo>
                  <a:lnTo>
                    <a:pt x="1026" y="3301"/>
                  </a:lnTo>
                  <a:lnTo>
                    <a:pt x="1005" y="3282"/>
                  </a:lnTo>
                  <a:lnTo>
                    <a:pt x="985" y="3261"/>
                  </a:lnTo>
                  <a:lnTo>
                    <a:pt x="967" y="3238"/>
                  </a:lnTo>
                  <a:lnTo>
                    <a:pt x="950" y="3209"/>
                  </a:lnTo>
                  <a:lnTo>
                    <a:pt x="935" y="3180"/>
                  </a:lnTo>
                  <a:lnTo>
                    <a:pt x="921" y="3147"/>
                  </a:lnTo>
                  <a:lnTo>
                    <a:pt x="909" y="3113"/>
                  </a:lnTo>
                  <a:lnTo>
                    <a:pt x="898" y="3077"/>
                  </a:lnTo>
                  <a:lnTo>
                    <a:pt x="890" y="3038"/>
                  </a:lnTo>
                  <a:lnTo>
                    <a:pt x="884" y="2998"/>
                  </a:lnTo>
                  <a:lnTo>
                    <a:pt x="881" y="2956"/>
                  </a:lnTo>
                  <a:lnTo>
                    <a:pt x="880" y="2914"/>
                  </a:lnTo>
                  <a:lnTo>
                    <a:pt x="881" y="2872"/>
                  </a:lnTo>
                  <a:lnTo>
                    <a:pt x="884" y="2830"/>
                  </a:lnTo>
                  <a:lnTo>
                    <a:pt x="890" y="2790"/>
                  </a:lnTo>
                  <a:lnTo>
                    <a:pt x="898" y="2752"/>
                  </a:lnTo>
                  <a:lnTo>
                    <a:pt x="909" y="2715"/>
                  </a:lnTo>
                  <a:lnTo>
                    <a:pt x="921" y="2681"/>
                  </a:lnTo>
                  <a:lnTo>
                    <a:pt x="935" y="2648"/>
                  </a:lnTo>
                  <a:lnTo>
                    <a:pt x="950" y="2618"/>
                  </a:lnTo>
                  <a:lnTo>
                    <a:pt x="967" y="2592"/>
                  </a:lnTo>
                  <a:lnTo>
                    <a:pt x="985" y="2567"/>
                  </a:lnTo>
                  <a:lnTo>
                    <a:pt x="1005" y="2546"/>
                  </a:lnTo>
                  <a:lnTo>
                    <a:pt x="1026" y="2528"/>
                  </a:lnTo>
                  <a:lnTo>
                    <a:pt x="1048" y="2514"/>
                  </a:lnTo>
                  <a:lnTo>
                    <a:pt x="1070" y="2504"/>
                  </a:lnTo>
                  <a:lnTo>
                    <a:pt x="1094" y="2498"/>
                  </a:lnTo>
                  <a:lnTo>
                    <a:pt x="1119" y="2495"/>
                  </a:lnTo>
                  <a:close/>
                  <a:moveTo>
                    <a:pt x="2380" y="2651"/>
                  </a:moveTo>
                  <a:lnTo>
                    <a:pt x="2405" y="2654"/>
                  </a:lnTo>
                  <a:lnTo>
                    <a:pt x="2428" y="2660"/>
                  </a:lnTo>
                  <a:lnTo>
                    <a:pt x="2452" y="2670"/>
                  </a:lnTo>
                  <a:lnTo>
                    <a:pt x="2473" y="2684"/>
                  </a:lnTo>
                  <a:lnTo>
                    <a:pt x="2494" y="2703"/>
                  </a:lnTo>
                  <a:lnTo>
                    <a:pt x="2514" y="2724"/>
                  </a:lnTo>
                  <a:lnTo>
                    <a:pt x="2533" y="2747"/>
                  </a:lnTo>
                  <a:lnTo>
                    <a:pt x="2550" y="2774"/>
                  </a:lnTo>
                  <a:lnTo>
                    <a:pt x="2565" y="2805"/>
                  </a:lnTo>
                  <a:lnTo>
                    <a:pt x="2580" y="2838"/>
                  </a:lnTo>
                  <a:lnTo>
                    <a:pt x="2591" y="2872"/>
                  </a:lnTo>
                  <a:lnTo>
                    <a:pt x="2602" y="2908"/>
                  </a:lnTo>
                  <a:lnTo>
                    <a:pt x="2610" y="2947"/>
                  </a:lnTo>
                  <a:lnTo>
                    <a:pt x="2616" y="2987"/>
                  </a:lnTo>
                  <a:lnTo>
                    <a:pt x="2619" y="3029"/>
                  </a:lnTo>
                  <a:lnTo>
                    <a:pt x="2621" y="3071"/>
                  </a:lnTo>
                  <a:lnTo>
                    <a:pt x="2619" y="3113"/>
                  </a:lnTo>
                  <a:lnTo>
                    <a:pt x="2616" y="3155"/>
                  </a:lnTo>
                  <a:lnTo>
                    <a:pt x="2610" y="3195"/>
                  </a:lnTo>
                  <a:lnTo>
                    <a:pt x="2602" y="3233"/>
                  </a:lnTo>
                  <a:lnTo>
                    <a:pt x="2591" y="3270"/>
                  </a:lnTo>
                  <a:lnTo>
                    <a:pt x="2580" y="3304"/>
                  </a:lnTo>
                  <a:lnTo>
                    <a:pt x="2565" y="3337"/>
                  </a:lnTo>
                  <a:lnTo>
                    <a:pt x="2550" y="3367"/>
                  </a:lnTo>
                  <a:lnTo>
                    <a:pt x="2533" y="3393"/>
                  </a:lnTo>
                  <a:lnTo>
                    <a:pt x="2514" y="3418"/>
                  </a:lnTo>
                  <a:lnTo>
                    <a:pt x="2494" y="3439"/>
                  </a:lnTo>
                  <a:lnTo>
                    <a:pt x="2473" y="3457"/>
                  </a:lnTo>
                  <a:lnTo>
                    <a:pt x="2452" y="3471"/>
                  </a:lnTo>
                  <a:lnTo>
                    <a:pt x="2428" y="3481"/>
                  </a:lnTo>
                  <a:lnTo>
                    <a:pt x="2405" y="3487"/>
                  </a:lnTo>
                  <a:lnTo>
                    <a:pt x="2380" y="3490"/>
                  </a:lnTo>
                  <a:lnTo>
                    <a:pt x="2356" y="3487"/>
                  </a:lnTo>
                  <a:lnTo>
                    <a:pt x="2332" y="3481"/>
                  </a:lnTo>
                  <a:lnTo>
                    <a:pt x="2310" y="3471"/>
                  </a:lnTo>
                  <a:lnTo>
                    <a:pt x="2288" y="3457"/>
                  </a:lnTo>
                  <a:lnTo>
                    <a:pt x="2267" y="3439"/>
                  </a:lnTo>
                  <a:lnTo>
                    <a:pt x="2248" y="3418"/>
                  </a:lnTo>
                  <a:lnTo>
                    <a:pt x="2229" y="3393"/>
                  </a:lnTo>
                  <a:lnTo>
                    <a:pt x="2212" y="3367"/>
                  </a:lnTo>
                  <a:lnTo>
                    <a:pt x="2196" y="3337"/>
                  </a:lnTo>
                  <a:lnTo>
                    <a:pt x="2182" y="3304"/>
                  </a:lnTo>
                  <a:lnTo>
                    <a:pt x="2171" y="3270"/>
                  </a:lnTo>
                  <a:lnTo>
                    <a:pt x="2160" y="3233"/>
                  </a:lnTo>
                  <a:lnTo>
                    <a:pt x="2152" y="3195"/>
                  </a:lnTo>
                  <a:lnTo>
                    <a:pt x="2146" y="3155"/>
                  </a:lnTo>
                  <a:lnTo>
                    <a:pt x="2142" y="3113"/>
                  </a:lnTo>
                  <a:lnTo>
                    <a:pt x="2141" y="3071"/>
                  </a:lnTo>
                  <a:lnTo>
                    <a:pt x="2142" y="3029"/>
                  </a:lnTo>
                  <a:lnTo>
                    <a:pt x="2146" y="2987"/>
                  </a:lnTo>
                  <a:lnTo>
                    <a:pt x="2152" y="2947"/>
                  </a:lnTo>
                  <a:lnTo>
                    <a:pt x="2160" y="2908"/>
                  </a:lnTo>
                  <a:lnTo>
                    <a:pt x="2171" y="2872"/>
                  </a:lnTo>
                  <a:lnTo>
                    <a:pt x="2182" y="2838"/>
                  </a:lnTo>
                  <a:lnTo>
                    <a:pt x="2196" y="2805"/>
                  </a:lnTo>
                  <a:lnTo>
                    <a:pt x="2212" y="2774"/>
                  </a:lnTo>
                  <a:lnTo>
                    <a:pt x="2229" y="2747"/>
                  </a:lnTo>
                  <a:lnTo>
                    <a:pt x="2248" y="2724"/>
                  </a:lnTo>
                  <a:lnTo>
                    <a:pt x="2267" y="2703"/>
                  </a:lnTo>
                  <a:lnTo>
                    <a:pt x="2288" y="2684"/>
                  </a:lnTo>
                  <a:lnTo>
                    <a:pt x="2310" y="2670"/>
                  </a:lnTo>
                  <a:lnTo>
                    <a:pt x="2332" y="2660"/>
                  </a:lnTo>
                  <a:lnTo>
                    <a:pt x="2356" y="2654"/>
                  </a:lnTo>
                  <a:lnTo>
                    <a:pt x="2380" y="2651"/>
                  </a:lnTo>
                  <a:close/>
                  <a:moveTo>
                    <a:pt x="2342" y="1355"/>
                  </a:moveTo>
                  <a:lnTo>
                    <a:pt x="2366" y="1357"/>
                  </a:lnTo>
                  <a:lnTo>
                    <a:pt x="2390" y="1363"/>
                  </a:lnTo>
                  <a:lnTo>
                    <a:pt x="2412" y="1373"/>
                  </a:lnTo>
                  <a:lnTo>
                    <a:pt x="2434" y="1387"/>
                  </a:lnTo>
                  <a:lnTo>
                    <a:pt x="2455" y="1405"/>
                  </a:lnTo>
                  <a:lnTo>
                    <a:pt x="2475" y="1426"/>
                  </a:lnTo>
                  <a:lnTo>
                    <a:pt x="2493" y="1451"/>
                  </a:lnTo>
                  <a:lnTo>
                    <a:pt x="2510" y="1478"/>
                  </a:lnTo>
                  <a:lnTo>
                    <a:pt x="2526" y="1507"/>
                  </a:lnTo>
                  <a:lnTo>
                    <a:pt x="2540" y="1540"/>
                  </a:lnTo>
                  <a:lnTo>
                    <a:pt x="2551" y="1574"/>
                  </a:lnTo>
                  <a:lnTo>
                    <a:pt x="2562" y="1611"/>
                  </a:lnTo>
                  <a:lnTo>
                    <a:pt x="2570" y="1649"/>
                  </a:lnTo>
                  <a:lnTo>
                    <a:pt x="2576" y="1689"/>
                  </a:lnTo>
                  <a:lnTo>
                    <a:pt x="2580" y="1731"/>
                  </a:lnTo>
                  <a:lnTo>
                    <a:pt x="2581" y="1773"/>
                  </a:lnTo>
                  <a:lnTo>
                    <a:pt x="2580" y="1815"/>
                  </a:lnTo>
                  <a:lnTo>
                    <a:pt x="2576" y="1858"/>
                  </a:lnTo>
                  <a:lnTo>
                    <a:pt x="2570" y="1897"/>
                  </a:lnTo>
                  <a:lnTo>
                    <a:pt x="2562" y="1936"/>
                  </a:lnTo>
                  <a:lnTo>
                    <a:pt x="2551" y="1972"/>
                  </a:lnTo>
                  <a:lnTo>
                    <a:pt x="2540" y="2008"/>
                  </a:lnTo>
                  <a:lnTo>
                    <a:pt x="2526" y="2039"/>
                  </a:lnTo>
                  <a:lnTo>
                    <a:pt x="2510" y="2070"/>
                  </a:lnTo>
                  <a:lnTo>
                    <a:pt x="2493" y="2097"/>
                  </a:lnTo>
                  <a:lnTo>
                    <a:pt x="2475" y="2121"/>
                  </a:lnTo>
                  <a:lnTo>
                    <a:pt x="2455" y="2142"/>
                  </a:lnTo>
                  <a:lnTo>
                    <a:pt x="2434" y="2160"/>
                  </a:lnTo>
                  <a:lnTo>
                    <a:pt x="2412" y="2174"/>
                  </a:lnTo>
                  <a:lnTo>
                    <a:pt x="2390" y="2185"/>
                  </a:lnTo>
                  <a:lnTo>
                    <a:pt x="2366" y="2191"/>
                  </a:lnTo>
                  <a:lnTo>
                    <a:pt x="2342" y="2193"/>
                  </a:lnTo>
                  <a:lnTo>
                    <a:pt x="2317" y="2191"/>
                  </a:lnTo>
                  <a:lnTo>
                    <a:pt x="2294" y="2185"/>
                  </a:lnTo>
                  <a:lnTo>
                    <a:pt x="2270" y="2174"/>
                  </a:lnTo>
                  <a:lnTo>
                    <a:pt x="2249" y="2160"/>
                  </a:lnTo>
                  <a:lnTo>
                    <a:pt x="2228" y="2142"/>
                  </a:lnTo>
                  <a:lnTo>
                    <a:pt x="2208" y="2121"/>
                  </a:lnTo>
                  <a:lnTo>
                    <a:pt x="2189" y="2097"/>
                  </a:lnTo>
                  <a:lnTo>
                    <a:pt x="2173" y="2070"/>
                  </a:lnTo>
                  <a:lnTo>
                    <a:pt x="2157" y="2039"/>
                  </a:lnTo>
                  <a:lnTo>
                    <a:pt x="2142" y="2008"/>
                  </a:lnTo>
                  <a:lnTo>
                    <a:pt x="2131" y="1972"/>
                  </a:lnTo>
                  <a:lnTo>
                    <a:pt x="2120" y="1936"/>
                  </a:lnTo>
                  <a:lnTo>
                    <a:pt x="2112" y="1897"/>
                  </a:lnTo>
                  <a:lnTo>
                    <a:pt x="2106" y="1858"/>
                  </a:lnTo>
                  <a:lnTo>
                    <a:pt x="2103" y="1815"/>
                  </a:lnTo>
                  <a:lnTo>
                    <a:pt x="2101" y="1773"/>
                  </a:lnTo>
                  <a:lnTo>
                    <a:pt x="2103" y="1731"/>
                  </a:lnTo>
                  <a:lnTo>
                    <a:pt x="2106" y="1689"/>
                  </a:lnTo>
                  <a:lnTo>
                    <a:pt x="2112" y="1649"/>
                  </a:lnTo>
                  <a:lnTo>
                    <a:pt x="2120" y="1611"/>
                  </a:lnTo>
                  <a:lnTo>
                    <a:pt x="2131" y="1574"/>
                  </a:lnTo>
                  <a:lnTo>
                    <a:pt x="2142" y="1540"/>
                  </a:lnTo>
                  <a:lnTo>
                    <a:pt x="2157" y="1507"/>
                  </a:lnTo>
                  <a:lnTo>
                    <a:pt x="2173" y="1478"/>
                  </a:lnTo>
                  <a:lnTo>
                    <a:pt x="2189" y="1451"/>
                  </a:lnTo>
                  <a:lnTo>
                    <a:pt x="2208" y="1426"/>
                  </a:lnTo>
                  <a:lnTo>
                    <a:pt x="2228" y="1405"/>
                  </a:lnTo>
                  <a:lnTo>
                    <a:pt x="2249" y="1387"/>
                  </a:lnTo>
                  <a:lnTo>
                    <a:pt x="2270" y="1373"/>
                  </a:lnTo>
                  <a:lnTo>
                    <a:pt x="2294" y="1363"/>
                  </a:lnTo>
                  <a:lnTo>
                    <a:pt x="2317" y="1357"/>
                  </a:lnTo>
                  <a:lnTo>
                    <a:pt x="2342" y="1355"/>
                  </a:lnTo>
                  <a:close/>
                  <a:moveTo>
                    <a:pt x="3179" y="819"/>
                  </a:moveTo>
                  <a:lnTo>
                    <a:pt x="3204" y="821"/>
                  </a:lnTo>
                  <a:lnTo>
                    <a:pt x="3227" y="827"/>
                  </a:lnTo>
                  <a:lnTo>
                    <a:pt x="3250" y="838"/>
                  </a:lnTo>
                  <a:lnTo>
                    <a:pt x="3272" y="852"/>
                  </a:lnTo>
                  <a:lnTo>
                    <a:pt x="3293" y="869"/>
                  </a:lnTo>
                  <a:lnTo>
                    <a:pt x="3312" y="890"/>
                  </a:lnTo>
                  <a:lnTo>
                    <a:pt x="3331" y="915"/>
                  </a:lnTo>
                  <a:lnTo>
                    <a:pt x="3348" y="942"/>
                  </a:lnTo>
                  <a:lnTo>
                    <a:pt x="3363" y="971"/>
                  </a:lnTo>
                  <a:lnTo>
                    <a:pt x="3377" y="1004"/>
                  </a:lnTo>
                  <a:lnTo>
                    <a:pt x="3389" y="1038"/>
                  </a:lnTo>
                  <a:lnTo>
                    <a:pt x="3400" y="1076"/>
                  </a:lnTo>
                  <a:lnTo>
                    <a:pt x="3408" y="1113"/>
                  </a:lnTo>
                  <a:lnTo>
                    <a:pt x="3414" y="1153"/>
                  </a:lnTo>
                  <a:lnTo>
                    <a:pt x="3417" y="1195"/>
                  </a:lnTo>
                  <a:lnTo>
                    <a:pt x="3418" y="1237"/>
                  </a:lnTo>
                  <a:lnTo>
                    <a:pt x="3417" y="1280"/>
                  </a:lnTo>
                  <a:lnTo>
                    <a:pt x="3414" y="1322"/>
                  </a:lnTo>
                  <a:lnTo>
                    <a:pt x="3408" y="1362"/>
                  </a:lnTo>
                  <a:lnTo>
                    <a:pt x="3400" y="1399"/>
                  </a:lnTo>
                  <a:lnTo>
                    <a:pt x="3389" y="1437"/>
                  </a:lnTo>
                  <a:lnTo>
                    <a:pt x="3377" y="1471"/>
                  </a:lnTo>
                  <a:lnTo>
                    <a:pt x="3363" y="1503"/>
                  </a:lnTo>
                  <a:lnTo>
                    <a:pt x="3348" y="1533"/>
                  </a:lnTo>
                  <a:lnTo>
                    <a:pt x="3331" y="1560"/>
                  </a:lnTo>
                  <a:lnTo>
                    <a:pt x="3312" y="1584"/>
                  </a:lnTo>
                  <a:lnTo>
                    <a:pt x="3293" y="1605"/>
                  </a:lnTo>
                  <a:lnTo>
                    <a:pt x="3272" y="1623"/>
                  </a:lnTo>
                  <a:lnTo>
                    <a:pt x="3250" y="1637"/>
                  </a:lnTo>
                  <a:lnTo>
                    <a:pt x="3227" y="1648"/>
                  </a:lnTo>
                  <a:lnTo>
                    <a:pt x="3204" y="1654"/>
                  </a:lnTo>
                  <a:lnTo>
                    <a:pt x="3179" y="1656"/>
                  </a:lnTo>
                  <a:lnTo>
                    <a:pt x="3155" y="1654"/>
                  </a:lnTo>
                  <a:lnTo>
                    <a:pt x="3131" y="1648"/>
                  </a:lnTo>
                  <a:lnTo>
                    <a:pt x="3108" y="1637"/>
                  </a:lnTo>
                  <a:lnTo>
                    <a:pt x="3087" y="1623"/>
                  </a:lnTo>
                  <a:lnTo>
                    <a:pt x="3066" y="1605"/>
                  </a:lnTo>
                  <a:lnTo>
                    <a:pt x="3046" y="1584"/>
                  </a:lnTo>
                  <a:lnTo>
                    <a:pt x="3027" y="1560"/>
                  </a:lnTo>
                  <a:lnTo>
                    <a:pt x="3011" y="1533"/>
                  </a:lnTo>
                  <a:lnTo>
                    <a:pt x="2994" y="1503"/>
                  </a:lnTo>
                  <a:lnTo>
                    <a:pt x="2980" y="1471"/>
                  </a:lnTo>
                  <a:lnTo>
                    <a:pt x="2968" y="1437"/>
                  </a:lnTo>
                  <a:lnTo>
                    <a:pt x="2958" y="1399"/>
                  </a:lnTo>
                  <a:lnTo>
                    <a:pt x="2950" y="1362"/>
                  </a:lnTo>
                  <a:lnTo>
                    <a:pt x="2944" y="1322"/>
                  </a:lnTo>
                  <a:lnTo>
                    <a:pt x="2940" y="1280"/>
                  </a:lnTo>
                  <a:lnTo>
                    <a:pt x="2939" y="1237"/>
                  </a:lnTo>
                  <a:lnTo>
                    <a:pt x="2940" y="1195"/>
                  </a:lnTo>
                  <a:lnTo>
                    <a:pt x="2944" y="1153"/>
                  </a:lnTo>
                  <a:lnTo>
                    <a:pt x="2950" y="1113"/>
                  </a:lnTo>
                  <a:lnTo>
                    <a:pt x="2958" y="1076"/>
                  </a:lnTo>
                  <a:lnTo>
                    <a:pt x="2968" y="1038"/>
                  </a:lnTo>
                  <a:lnTo>
                    <a:pt x="2980" y="1004"/>
                  </a:lnTo>
                  <a:lnTo>
                    <a:pt x="2994" y="971"/>
                  </a:lnTo>
                  <a:lnTo>
                    <a:pt x="3011" y="942"/>
                  </a:lnTo>
                  <a:lnTo>
                    <a:pt x="3027" y="915"/>
                  </a:lnTo>
                  <a:lnTo>
                    <a:pt x="3046" y="890"/>
                  </a:lnTo>
                  <a:lnTo>
                    <a:pt x="3066" y="869"/>
                  </a:lnTo>
                  <a:lnTo>
                    <a:pt x="3087" y="852"/>
                  </a:lnTo>
                  <a:lnTo>
                    <a:pt x="3108" y="838"/>
                  </a:lnTo>
                  <a:lnTo>
                    <a:pt x="3131" y="827"/>
                  </a:lnTo>
                  <a:lnTo>
                    <a:pt x="3155" y="821"/>
                  </a:lnTo>
                  <a:lnTo>
                    <a:pt x="3179" y="819"/>
                  </a:lnTo>
                  <a:close/>
                  <a:moveTo>
                    <a:pt x="3246" y="2144"/>
                  </a:moveTo>
                  <a:lnTo>
                    <a:pt x="3271" y="2146"/>
                  </a:lnTo>
                  <a:lnTo>
                    <a:pt x="3294" y="2152"/>
                  </a:lnTo>
                  <a:lnTo>
                    <a:pt x="3316" y="2162"/>
                  </a:lnTo>
                  <a:lnTo>
                    <a:pt x="3339" y="2176"/>
                  </a:lnTo>
                  <a:lnTo>
                    <a:pt x="3360" y="2194"/>
                  </a:lnTo>
                  <a:lnTo>
                    <a:pt x="3380" y="2215"/>
                  </a:lnTo>
                  <a:lnTo>
                    <a:pt x="3397" y="2240"/>
                  </a:lnTo>
                  <a:lnTo>
                    <a:pt x="3415" y="2267"/>
                  </a:lnTo>
                  <a:lnTo>
                    <a:pt x="3430" y="2296"/>
                  </a:lnTo>
                  <a:lnTo>
                    <a:pt x="3444" y="2329"/>
                  </a:lnTo>
                  <a:lnTo>
                    <a:pt x="3456" y="2363"/>
                  </a:lnTo>
                  <a:lnTo>
                    <a:pt x="3466" y="2400"/>
                  </a:lnTo>
                  <a:lnTo>
                    <a:pt x="3475" y="2438"/>
                  </a:lnTo>
                  <a:lnTo>
                    <a:pt x="3480" y="2478"/>
                  </a:lnTo>
                  <a:lnTo>
                    <a:pt x="3484" y="2520"/>
                  </a:lnTo>
                  <a:lnTo>
                    <a:pt x="3485" y="2562"/>
                  </a:lnTo>
                  <a:lnTo>
                    <a:pt x="3484" y="2604"/>
                  </a:lnTo>
                  <a:lnTo>
                    <a:pt x="3480" y="2647"/>
                  </a:lnTo>
                  <a:lnTo>
                    <a:pt x="3475" y="2686"/>
                  </a:lnTo>
                  <a:lnTo>
                    <a:pt x="3466" y="2725"/>
                  </a:lnTo>
                  <a:lnTo>
                    <a:pt x="3456" y="2762"/>
                  </a:lnTo>
                  <a:lnTo>
                    <a:pt x="3444" y="2796"/>
                  </a:lnTo>
                  <a:lnTo>
                    <a:pt x="3430" y="2828"/>
                  </a:lnTo>
                  <a:lnTo>
                    <a:pt x="3415" y="2858"/>
                  </a:lnTo>
                  <a:lnTo>
                    <a:pt x="3397" y="2886"/>
                  </a:lnTo>
                  <a:lnTo>
                    <a:pt x="3380" y="2909"/>
                  </a:lnTo>
                  <a:lnTo>
                    <a:pt x="3360" y="2930"/>
                  </a:lnTo>
                  <a:lnTo>
                    <a:pt x="3339" y="2949"/>
                  </a:lnTo>
                  <a:lnTo>
                    <a:pt x="3316" y="2963"/>
                  </a:lnTo>
                  <a:lnTo>
                    <a:pt x="3294" y="2974"/>
                  </a:lnTo>
                  <a:lnTo>
                    <a:pt x="3271" y="2980"/>
                  </a:lnTo>
                  <a:lnTo>
                    <a:pt x="3246" y="2982"/>
                  </a:lnTo>
                  <a:lnTo>
                    <a:pt x="3222" y="2980"/>
                  </a:lnTo>
                  <a:lnTo>
                    <a:pt x="3198" y="2974"/>
                  </a:lnTo>
                  <a:lnTo>
                    <a:pt x="3176" y="2963"/>
                  </a:lnTo>
                  <a:lnTo>
                    <a:pt x="3154" y="2949"/>
                  </a:lnTo>
                  <a:lnTo>
                    <a:pt x="3133" y="2930"/>
                  </a:lnTo>
                  <a:lnTo>
                    <a:pt x="3113" y="2909"/>
                  </a:lnTo>
                  <a:lnTo>
                    <a:pt x="3095" y="2886"/>
                  </a:lnTo>
                  <a:lnTo>
                    <a:pt x="3077" y="2858"/>
                  </a:lnTo>
                  <a:lnTo>
                    <a:pt x="3062" y="2828"/>
                  </a:lnTo>
                  <a:lnTo>
                    <a:pt x="3048" y="2796"/>
                  </a:lnTo>
                  <a:lnTo>
                    <a:pt x="3036" y="2762"/>
                  </a:lnTo>
                  <a:lnTo>
                    <a:pt x="3026" y="2725"/>
                  </a:lnTo>
                  <a:lnTo>
                    <a:pt x="3018" y="2686"/>
                  </a:lnTo>
                  <a:lnTo>
                    <a:pt x="3012" y="2647"/>
                  </a:lnTo>
                  <a:lnTo>
                    <a:pt x="3008" y="2604"/>
                  </a:lnTo>
                  <a:lnTo>
                    <a:pt x="3007" y="2562"/>
                  </a:lnTo>
                  <a:lnTo>
                    <a:pt x="3008" y="2520"/>
                  </a:lnTo>
                  <a:lnTo>
                    <a:pt x="3012" y="2478"/>
                  </a:lnTo>
                  <a:lnTo>
                    <a:pt x="3018" y="2438"/>
                  </a:lnTo>
                  <a:lnTo>
                    <a:pt x="3026" y="2400"/>
                  </a:lnTo>
                  <a:lnTo>
                    <a:pt x="3036" y="2363"/>
                  </a:lnTo>
                  <a:lnTo>
                    <a:pt x="3048" y="2329"/>
                  </a:lnTo>
                  <a:lnTo>
                    <a:pt x="3062" y="2296"/>
                  </a:lnTo>
                  <a:lnTo>
                    <a:pt x="3077" y="2267"/>
                  </a:lnTo>
                  <a:lnTo>
                    <a:pt x="3095" y="2240"/>
                  </a:lnTo>
                  <a:lnTo>
                    <a:pt x="3113" y="2215"/>
                  </a:lnTo>
                  <a:lnTo>
                    <a:pt x="3133" y="2194"/>
                  </a:lnTo>
                  <a:lnTo>
                    <a:pt x="3154" y="2176"/>
                  </a:lnTo>
                  <a:lnTo>
                    <a:pt x="3176" y="2162"/>
                  </a:lnTo>
                  <a:lnTo>
                    <a:pt x="3198" y="2152"/>
                  </a:lnTo>
                  <a:lnTo>
                    <a:pt x="3222" y="2146"/>
                  </a:lnTo>
                  <a:lnTo>
                    <a:pt x="3246" y="214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1346" name="Freeform 48"/>
            <p:cNvSpPr>
              <a:spLocks/>
            </p:cNvSpPr>
            <p:nvPr/>
          </p:nvSpPr>
          <p:spPr bwMode="auto">
            <a:xfrm>
              <a:off x="1267" y="1588"/>
              <a:ext cx="87" cy="52"/>
            </a:xfrm>
            <a:custGeom>
              <a:avLst/>
              <a:gdLst>
                <a:gd name="T0" fmla="*/ 3 w 437"/>
                <a:gd name="T1" fmla="*/ 2 h 260"/>
                <a:gd name="T2" fmla="*/ 3 w 437"/>
                <a:gd name="T3" fmla="*/ 2 h 260"/>
                <a:gd name="T4" fmla="*/ 3 w 437"/>
                <a:gd name="T5" fmla="*/ 2 h 260"/>
                <a:gd name="T6" fmla="*/ 3 w 437"/>
                <a:gd name="T7" fmla="*/ 2 h 260"/>
                <a:gd name="T8" fmla="*/ 3 w 437"/>
                <a:gd name="T9" fmla="*/ 1 h 260"/>
                <a:gd name="T10" fmla="*/ 3 w 437"/>
                <a:gd name="T11" fmla="*/ 1 h 260"/>
                <a:gd name="T12" fmla="*/ 3 w 437"/>
                <a:gd name="T13" fmla="*/ 1 h 260"/>
                <a:gd name="T14" fmla="*/ 3 w 437"/>
                <a:gd name="T15" fmla="*/ 1 h 260"/>
                <a:gd name="T16" fmla="*/ 3 w 437"/>
                <a:gd name="T17" fmla="*/ 1 h 260"/>
                <a:gd name="T18" fmla="*/ 2 w 437"/>
                <a:gd name="T19" fmla="*/ 1 h 260"/>
                <a:gd name="T20" fmla="*/ 2 w 437"/>
                <a:gd name="T21" fmla="*/ 0 h 260"/>
                <a:gd name="T22" fmla="*/ 2 w 437"/>
                <a:gd name="T23" fmla="*/ 0 h 260"/>
                <a:gd name="T24" fmla="*/ 2 w 437"/>
                <a:gd name="T25" fmla="*/ 0 h 260"/>
                <a:gd name="T26" fmla="*/ 1 w 437"/>
                <a:gd name="T27" fmla="*/ 0 h 260"/>
                <a:gd name="T28" fmla="*/ 1 w 437"/>
                <a:gd name="T29" fmla="*/ 0 h 260"/>
                <a:gd name="T30" fmla="*/ 1 w 437"/>
                <a:gd name="T31" fmla="*/ 0 h 260"/>
                <a:gd name="T32" fmla="*/ 0 w 437"/>
                <a:gd name="T33" fmla="*/ 0 h 260"/>
                <a:gd name="T34" fmla="*/ 0 w 437"/>
                <a:gd name="T35" fmla="*/ 0 h 260"/>
                <a:gd name="T36" fmla="*/ 0 w 437"/>
                <a:gd name="T37" fmla="*/ 0 h 260"/>
                <a:gd name="T38" fmla="*/ 0 w 437"/>
                <a:gd name="T39" fmla="*/ 0 h 260"/>
                <a:gd name="T40" fmla="*/ 1 w 437"/>
                <a:gd name="T41" fmla="*/ 0 h 260"/>
                <a:gd name="T42" fmla="*/ 1 w 437"/>
                <a:gd name="T43" fmla="*/ 0 h 260"/>
                <a:gd name="T44" fmla="*/ 1 w 437"/>
                <a:gd name="T45" fmla="*/ 0 h 260"/>
                <a:gd name="T46" fmla="*/ 2 w 437"/>
                <a:gd name="T47" fmla="*/ 0 h 260"/>
                <a:gd name="T48" fmla="*/ 2 w 437"/>
                <a:gd name="T49" fmla="*/ 0 h 260"/>
                <a:gd name="T50" fmla="*/ 2 w 437"/>
                <a:gd name="T51" fmla="*/ 1 h 260"/>
                <a:gd name="T52" fmla="*/ 2 w 437"/>
                <a:gd name="T53" fmla="*/ 1 h 260"/>
                <a:gd name="T54" fmla="*/ 3 w 437"/>
                <a:gd name="T55" fmla="*/ 1 h 260"/>
                <a:gd name="T56" fmla="*/ 3 w 437"/>
                <a:gd name="T57" fmla="*/ 1 h 260"/>
                <a:gd name="T58" fmla="*/ 3 w 437"/>
                <a:gd name="T59" fmla="*/ 1 h 260"/>
                <a:gd name="T60" fmla="*/ 3 w 437"/>
                <a:gd name="T61" fmla="*/ 1 h 260"/>
                <a:gd name="T62" fmla="*/ 3 w 437"/>
                <a:gd name="T63" fmla="*/ 1 h 260"/>
                <a:gd name="T64" fmla="*/ 3 w 437"/>
                <a:gd name="T65" fmla="*/ 2 h 260"/>
                <a:gd name="T66" fmla="*/ 3 w 437"/>
                <a:gd name="T67" fmla="*/ 2 h 260"/>
                <a:gd name="T68" fmla="*/ 3 w 437"/>
                <a:gd name="T69" fmla="*/ 2 h 260"/>
                <a:gd name="T70" fmla="*/ 3 w 437"/>
                <a:gd name="T71" fmla="*/ 2 h 260"/>
                <a:gd name="T72" fmla="*/ 3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437" y="260"/>
                  </a:moveTo>
                  <a:lnTo>
                    <a:pt x="437" y="260"/>
                  </a:lnTo>
                  <a:lnTo>
                    <a:pt x="434" y="233"/>
                  </a:lnTo>
                  <a:lnTo>
                    <a:pt x="427" y="206"/>
                  </a:lnTo>
                  <a:lnTo>
                    <a:pt x="417" y="181"/>
                  </a:lnTo>
                  <a:lnTo>
                    <a:pt x="401" y="157"/>
                  </a:lnTo>
                  <a:lnTo>
                    <a:pt x="383" y="133"/>
                  </a:lnTo>
                  <a:lnTo>
                    <a:pt x="360" y="113"/>
                  </a:lnTo>
                  <a:lnTo>
                    <a:pt x="336" y="93"/>
                  </a:lnTo>
                  <a:lnTo>
                    <a:pt x="308" y="73"/>
                  </a:lnTo>
                  <a:lnTo>
                    <a:pt x="276" y="58"/>
                  </a:lnTo>
                  <a:lnTo>
                    <a:pt x="242" y="43"/>
                  </a:lnTo>
                  <a:lnTo>
                    <a:pt x="207" y="30"/>
                  </a:lnTo>
                  <a:lnTo>
                    <a:pt x="168" y="19"/>
                  </a:lnTo>
                  <a:lnTo>
                    <a:pt x="128" y="11"/>
                  </a:lnTo>
                  <a:lnTo>
                    <a:pt x="87" y="4"/>
                  </a:lnTo>
                  <a:lnTo>
                    <a:pt x="43" y="1"/>
                  </a:lnTo>
                  <a:lnTo>
                    <a:pt x="0" y="0"/>
                  </a:lnTo>
                  <a:lnTo>
                    <a:pt x="0" y="11"/>
                  </a:lnTo>
                  <a:lnTo>
                    <a:pt x="43" y="12"/>
                  </a:lnTo>
                  <a:lnTo>
                    <a:pt x="85" y="16"/>
                  </a:lnTo>
                  <a:lnTo>
                    <a:pt x="126" y="23"/>
                  </a:lnTo>
                  <a:lnTo>
                    <a:pt x="166" y="31"/>
                  </a:lnTo>
                  <a:lnTo>
                    <a:pt x="202" y="42"/>
                  </a:lnTo>
                  <a:lnTo>
                    <a:pt x="237" y="55"/>
                  </a:lnTo>
                  <a:lnTo>
                    <a:pt x="271" y="70"/>
                  </a:lnTo>
                  <a:lnTo>
                    <a:pt x="301" y="85"/>
                  </a:lnTo>
                  <a:lnTo>
                    <a:pt x="329" y="103"/>
                  </a:lnTo>
                  <a:lnTo>
                    <a:pt x="353" y="123"/>
                  </a:lnTo>
                  <a:lnTo>
                    <a:pt x="373" y="143"/>
                  </a:lnTo>
                  <a:lnTo>
                    <a:pt x="392" y="164"/>
                  </a:lnTo>
                  <a:lnTo>
                    <a:pt x="405" y="186"/>
                  </a:lnTo>
                  <a:lnTo>
                    <a:pt x="415" y="211"/>
                  </a:lnTo>
                  <a:lnTo>
                    <a:pt x="422" y="235"/>
                  </a:lnTo>
                  <a:lnTo>
                    <a:pt x="425" y="260"/>
                  </a:lnTo>
                  <a:lnTo>
                    <a:pt x="437"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1347" name="Freeform 49"/>
            <p:cNvSpPr>
              <a:spLocks/>
            </p:cNvSpPr>
            <p:nvPr/>
          </p:nvSpPr>
          <p:spPr bwMode="auto">
            <a:xfrm>
              <a:off x="1267" y="1640"/>
              <a:ext cx="87" cy="52"/>
            </a:xfrm>
            <a:custGeom>
              <a:avLst/>
              <a:gdLst>
                <a:gd name="T0" fmla="*/ 0 w 437"/>
                <a:gd name="T1" fmla="*/ 2 h 260"/>
                <a:gd name="T2" fmla="*/ 0 w 437"/>
                <a:gd name="T3" fmla="*/ 2 h 260"/>
                <a:gd name="T4" fmla="*/ 0 w 437"/>
                <a:gd name="T5" fmla="*/ 2 h 260"/>
                <a:gd name="T6" fmla="*/ 1 w 437"/>
                <a:gd name="T7" fmla="*/ 2 h 260"/>
                <a:gd name="T8" fmla="*/ 1 w 437"/>
                <a:gd name="T9" fmla="*/ 2 h 260"/>
                <a:gd name="T10" fmla="*/ 1 w 437"/>
                <a:gd name="T11" fmla="*/ 2 h 260"/>
                <a:gd name="T12" fmla="*/ 2 w 437"/>
                <a:gd name="T13" fmla="*/ 2 h 260"/>
                <a:gd name="T14" fmla="*/ 2 w 437"/>
                <a:gd name="T15" fmla="*/ 2 h 260"/>
                <a:gd name="T16" fmla="*/ 2 w 437"/>
                <a:gd name="T17" fmla="*/ 2 h 260"/>
                <a:gd name="T18" fmla="*/ 2 w 437"/>
                <a:gd name="T19" fmla="*/ 1 h 260"/>
                <a:gd name="T20" fmla="*/ 3 w 437"/>
                <a:gd name="T21" fmla="*/ 1 h 260"/>
                <a:gd name="T22" fmla="*/ 3 w 437"/>
                <a:gd name="T23" fmla="*/ 1 h 260"/>
                <a:gd name="T24" fmla="*/ 3 w 437"/>
                <a:gd name="T25" fmla="*/ 1 h 260"/>
                <a:gd name="T26" fmla="*/ 3 w 437"/>
                <a:gd name="T27" fmla="*/ 1 h 260"/>
                <a:gd name="T28" fmla="*/ 3 w 437"/>
                <a:gd name="T29" fmla="*/ 1 h 260"/>
                <a:gd name="T30" fmla="*/ 3 w 437"/>
                <a:gd name="T31" fmla="*/ 0 h 260"/>
                <a:gd name="T32" fmla="*/ 3 w 437"/>
                <a:gd name="T33" fmla="*/ 0 h 260"/>
                <a:gd name="T34" fmla="*/ 3 w 437"/>
                <a:gd name="T35" fmla="*/ 0 h 260"/>
                <a:gd name="T36" fmla="*/ 3 w 437"/>
                <a:gd name="T37" fmla="*/ 0 h 260"/>
                <a:gd name="T38" fmla="*/ 3 w 437"/>
                <a:gd name="T39" fmla="*/ 0 h 260"/>
                <a:gd name="T40" fmla="*/ 3 w 437"/>
                <a:gd name="T41" fmla="*/ 0 h 260"/>
                <a:gd name="T42" fmla="*/ 3 w 437"/>
                <a:gd name="T43" fmla="*/ 1 h 260"/>
                <a:gd name="T44" fmla="*/ 3 w 437"/>
                <a:gd name="T45" fmla="*/ 1 h 260"/>
                <a:gd name="T46" fmla="*/ 3 w 437"/>
                <a:gd name="T47" fmla="*/ 1 h 260"/>
                <a:gd name="T48" fmla="*/ 3 w 437"/>
                <a:gd name="T49" fmla="*/ 1 h 260"/>
                <a:gd name="T50" fmla="*/ 3 w 437"/>
                <a:gd name="T51" fmla="*/ 1 h 260"/>
                <a:gd name="T52" fmla="*/ 2 w 437"/>
                <a:gd name="T53" fmla="*/ 1 h 260"/>
                <a:gd name="T54" fmla="*/ 2 w 437"/>
                <a:gd name="T55" fmla="*/ 2 h 260"/>
                <a:gd name="T56" fmla="*/ 2 w 437"/>
                <a:gd name="T57" fmla="*/ 2 h 260"/>
                <a:gd name="T58" fmla="*/ 2 w 437"/>
                <a:gd name="T59" fmla="*/ 2 h 260"/>
                <a:gd name="T60" fmla="*/ 1 w 437"/>
                <a:gd name="T61" fmla="*/ 2 h 260"/>
                <a:gd name="T62" fmla="*/ 1 w 437"/>
                <a:gd name="T63" fmla="*/ 2 h 260"/>
                <a:gd name="T64" fmla="*/ 1 w 437"/>
                <a:gd name="T65" fmla="*/ 2 h 260"/>
                <a:gd name="T66" fmla="*/ 0 w 437"/>
                <a:gd name="T67" fmla="*/ 2 h 260"/>
                <a:gd name="T68" fmla="*/ 0 w 437"/>
                <a:gd name="T69" fmla="*/ 2 h 260"/>
                <a:gd name="T70" fmla="*/ 0 w 437"/>
                <a:gd name="T71" fmla="*/ 2 h 260"/>
                <a:gd name="T72" fmla="*/ 0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0" y="260"/>
                  </a:moveTo>
                  <a:lnTo>
                    <a:pt x="0" y="260"/>
                  </a:lnTo>
                  <a:lnTo>
                    <a:pt x="43" y="259"/>
                  </a:lnTo>
                  <a:lnTo>
                    <a:pt x="87" y="255"/>
                  </a:lnTo>
                  <a:lnTo>
                    <a:pt x="128" y="248"/>
                  </a:lnTo>
                  <a:lnTo>
                    <a:pt x="168" y="240"/>
                  </a:lnTo>
                  <a:lnTo>
                    <a:pt x="207" y="230"/>
                  </a:lnTo>
                  <a:lnTo>
                    <a:pt x="242" y="217"/>
                  </a:lnTo>
                  <a:lnTo>
                    <a:pt x="276" y="202"/>
                  </a:lnTo>
                  <a:lnTo>
                    <a:pt x="308" y="185"/>
                  </a:lnTo>
                  <a:lnTo>
                    <a:pt x="336" y="166"/>
                  </a:lnTo>
                  <a:lnTo>
                    <a:pt x="360" y="146"/>
                  </a:lnTo>
                  <a:lnTo>
                    <a:pt x="383" y="125"/>
                  </a:lnTo>
                  <a:lnTo>
                    <a:pt x="401" y="102"/>
                  </a:lnTo>
                  <a:lnTo>
                    <a:pt x="417" y="77"/>
                  </a:lnTo>
                  <a:lnTo>
                    <a:pt x="427" y="53"/>
                  </a:lnTo>
                  <a:lnTo>
                    <a:pt x="434" y="27"/>
                  </a:lnTo>
                  <a:lnTo>
                    <a:pt x="437" y="0"/>
                  </a:lnTo>
                  <a:lnTo>
                    <a:pt x="425" y="0"/>
                  </a:lnTo>
                  <a:lnTo>
                    <a:pt x="422" y="24"/>
                  </a:lnTo>
                  <a:lnTo>
                    <a:pt x="415" y="48"/>
                  </a:lnTo>
                  <a:lnTo>
                    <a:pt x="405" y="73"/>
                  </a:lnTo>
                  <a:lnTo>
                    <a:pt x="392" y="95"/>
                  </a:lnTo>
                  <a:lnTo>
                    <a:pt x="373" y="116"/>
                  </a:lnTo>
                  <a:lnTo>
                    <a:pt x="353" y="137"/>
                  </a:lnTo>
                  <a:lnTo>
                    <a:pt x="329" y="157"/>
                  </a:lnTo>
                  <a:lnTo>
                    <a:pt x="301" y="173"/>
                  </a:lnTo>
                  <a:lnTo>
                    <a:pt x="271" y="190"/>
                  </a:lnTo>
                  <a:lnTo>
                    <a:pt x="237" y="205"/>
                  </a:lnTo>
                  <a:lnTo>
                    <a:pt x="202" y="218"/>
                  </a:lnTo>
                  <a:lnTo>
                    <a:pt x="166" y="228"/>
                  </a:lnTo>
                  <a:lnTo>
                    <a:pt x="126" y="237"/>
                  </a:lnTo>
                  <a:lnTo>
                    <a:pt x="85" y="244"/>
                  </a:lnTo>
                  <a:lnTo>
                    <a:pt x="43" y="247"/>
                  </a:lnTo>
                  <a:lnTo>
                    <a:pt x="0" y="248"/>
                  </a:lnTo>
                  <a:lnTo>
                    <a:pt x="0"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1348" name="Freeform 50"/>
            <p:cNvSpPr>
              <a:spLocks/>
            </p:cNvSpPr>
            <p:nvPr/>
          </p:nvSpPr>
          <p:spPr bwMode="auto">
            <a:xfrm>
              <a:off x="1179" y="1640"/>
              <a:ext cx="88" cy="52"/>
            </a:xfrm>
            <a:custGeom>
              <a:avLst/>
              <a:gdLst>
                <a:gd name="T0" fmla="*/ 0 w 439"/>
                <a:gd name="T1" fmla="*/ 0 h 260"/>
                <a:gd name="T2" fmla="*/ 0 w 439"/>
                <a:gd name="T3" fmla="*/ 0 h 260"/>
                <a:gd name="T4" fmla="*/ 0 w 439"/>
                <a:gd name="T5" fmla="*/ 0 h 260"/>
                <a:gd name="T6" fmla="*/ 0 w 439"/>
                <a:gd name="T7" fmla="*/ 0 h 260"/>
                <a:gd name="T8" fmla="*/ 0 w 439"/>
                <a:gd name="T9" fmla="*/ 1 h 260"/>
                <a:gd name="T10" fmla="*/ 0 w 439"/>
                <a:gd name="T11" fmla="*/ 1 h 260"/>
                <a:gd name="T12" fmla="*/ 0 w 439"/>
                <a:gd name="T13" fmla="*/ 1 h 260"/>
                <a:gd name="T14" fmla="*/ 1 w 439"/>
                <a:gd name="T15" fmla="*/ 1 h 260"/>
                <a:gd name="T16" fmla="*/ 1 w 439"/>
                <a:gd name="T17" fmla="*/ 1 h 260"/>
                <a:gd name="T18" fmla="*/ 1 w 439"/>
                <a:gd name="T19" fmla="*/ 1 h 260"/>
                <a:gd name="T20" fmla="*/ 1 w 439"/>
                <a:gd name="T21" fmla="*/ 2 h 260"/>
                <a:gd name="T22" fmla="*/ 2 w 439"/>
                <a:gd name="T23" fmla="*/ 2 h 260"/>
                <a:gd name="T24" fmla="*/ 2 w 439"/>
                <a:gd name="T25" fmla="*/ 2 h 260"/>
                <a:gd name="T26" fmla="*/ 2 w 439"/>
                <a:gd name="T27" fmla="*/ 2 h 260"/>
                <a:gd name="T28" fmla="*/ 2 w 439"/>
                <a:gd name="T29" fmla="*/ 2 h 260"/>
                <a:gd name="T30" fmla="*/ 3 w 439"/>
                <a:gd name="T31" fmla="*/ 2 h 260"/>
                <a:gd name="T32" fmla="*/ 3 w 439"/>
                <a:gd name="T33" fmla="*/ 2 h 260"/>
                <a:gd name="T34" fmla="*/ 4 w 439"/>
                <a:gd name="T35" fmla="*/ 2 h 260"/>
                <a:gd name="T36" fmla="*/ 4 w 439"/>
                <a:gd name="T37" fmla="*/ 2 h 260"/>
                <a:gd name="T38" fmla="*/ 3 w 439"/>
                <a:gd name="T39" fmla="*/ 2 h 260"/>
                <a:gd name="T40" fmla="*/ 3 w 439"/>
                <a:gd name="T41" fmla="*/ 2 h 260"/>
                <a:gd name="T42" fmla="*/ 3 w 439"/>
                <a:gd name="T43" fmla="*/ 2 h 260"/>
                <a:gd name="T44" fmla="*/ 2 w 439"/>
                <a:gd name="T45" fmla="*/ 2 h 260"/>
                <a:gd name="T46" fmla="*/ 2 w 439"/>
                <a:gd name="T47" fmla="*/ 2 h 260"/>
                <a:gd name="T48" fmla="*/ 2 w 439"/>
                <a:gd name="T49" fmla="*/ 2 h 260"/>
                <a:gd name="T50" fmla="*/ 1 w 439"/>
                <a:gd name="T51" fmla="*/ 2 h 260"/>
                <a:gd name="T52" fmla="*/ 1 w 439"/>
                <a:gd name="T53" fmla="*/ 1 h 260"/>
                <a:gd name="T54" fmla="*/ 1 w 439"/>
                <a:gd name="T55" fmla="*/ 1 h 260"/>
                <a:gd name="T56" fmla="*/ 1 w 439"/>
                <a:gd name="T57" fmla="*/ 1 h 260"/>
                <a:gd name="T58" fmla="*/ 1 w 439"/>
                <a:gd name="T59" fmla="*/ 1 h 260"/>
                <a:gd name="T60" fmla="*/ 0 w 439"/>
                <a:gd name="T61" fmla="*/ 1 h 260"/>
                <a:gd name="T62" fmla="*/ 0 w 439"/>
                <a:gd name="T63" fmla="*/ 1 h 260"/>
                <a:gd name="T64" fmla="*/ 0 w 439"/>
                <a:gd name="T65" fmla="*/ 0 h 260"/>
                <a:gd name="T66" fmla="*/ 0 w 439"/>
                <a:gd name="T67" fmla="*/ 0 h 260"/>
                <a:gd name="T68" fmla="*/ 0 w 439"/>
                <a:gd name="T69" fmla="*/ 0 h 260"/>
                <a:gd name="T70" fmla="*/ 0 w 439"/>
                <a:gd name="T71" fmla="*/ 0 h 260"/>
                <a:gd name="T72" fmla="*/ 0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0" y="0"/>
                  </a:moveTo>
                  <a:lnTo>
                    <a:pt x="0" y="0"/>
                  </a:lnTo>
                  <a:lnTo>
                    <a:pt x="3" y="27"/>
                  </a:lnTo>
                  <a:lnTo>
                    <a:pt x="10" y="53"/>
                  </a:lnTo>
                  <a:lnTo>
                    <a:pt x="20" y="77"/>
                  </a:lnTo>
                  <a:lnTo>
                    <a:pt x="35" y="102"/>
                  </a:lnTo>
                  <a:lnTo>
                    <a:pt x="54" y="125"/>
                  </a:lnTo>
                  <a:lnTo>
                    <a:pt x="76" y="146"/>
                  </a:lnTo>
                  <a:lnTo>
                    <a:pt x="102" y="166"/>
                  </a:lnTo>
                  <a:lnTo>
                    <a:pt x="130" y="185"/>
                  </a:lnTo>
                  <a:lnTo>
                    <a:pt x="162" y="202"/>
                  </a:lnTo>
                  <a:lnTo>
                    <a:pt x="195" y="217"/>
                  </a:lnTo>
                  <a:lnTo>
                    <a:pt x="231" y="230"/>
                  </a:lnTo>
                  <a:lnTo>
                    <a:pt x="270" y="240"/>
                  </a:lnTo>
                  <a:lnTo>
                    <a:pt x="310" y="248"/>
                  </a:lnTo>
                  <a:lnTo>
                    <a:pt x="351" y="255"/>
                  </a:lnTo>
                  <a:lnTo>
                    <a:pt x="395" y="259"/>
                  </a:lnTo>
                  <a:lnTo>
                    <a:pt x="439" y="260"/>
                  </a:lnTo>
                  <a:lnTo>
                    <a:pt x="439" y="248"/>
                  </a:lnTo>
                  <a:lnTo>
                    <a:pt x="395" y="247"/>
                  </a:lnTo>
                  <a:lnTo>
                    <a:pt x="353" y="244"/>
                  </a:lnTo>
                  <a:lnTo>
                    <a:pt x="312" y="237"/>
                  </a:lnTo>
                  <a:lnTo>
                    <a:pt x="272" y="228"/>
                  </a:lnTo>
                  <a:lnTo>
                    <a:pt x="236" y="218"/>
                  </a:lnTo>
                  <a:lnTo>
                    <a:pt x="200" y="205"/>
                  </a:lnTo>
                  <a:lnTo>
                    <a:pt x="167" y="190"/>
                  </a:lnTo>
                  <a:lnTo>
                    <a:pt x="137" y="173"/>
                  </a:lnTo>
                  <a:lnTo>
                    <a:pt x="109" y="157"/>
                  </a:lnTo>
                  <a:lnTo>
                    <a:pt x="84" y="137"/>
                  </a:lnTo>
                  <a:lnTo>
                    <a:pt x="64" y="116"/>
                  </a:lnTo>
                  <a:lnTo>
                    <a:pt x="45" y="95"/>
                  </a:lnTo>
                  <a:lnTo>
                    <a:pt x="32" y="73"/>
                  </a:lnTo>
                  <a:lnTo>
                    <a:pt x="21" y="48"/>
                  </a:lnTo>
                  <a:lnTo>
                    <a:pt x="14" y="24"/>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1349" name="Freeform 51"/>
            <p:cNvSpPr>
              <a:spLocks/>
            </p:cNvSpPr>
            <p:nvPr/>
          </p:nvSpPr>
          <p:spPr bwMode="auto">
            <a:xfrm>
              <a:off x="1179" y="1588"/>
              <a:ext cx="88" cy="52"/>
            </a:xfrm>
            <a:custGeom>
              <a:avLst/>
              <a:gdLst>
                <a:gd name="T0" fmla="*/ 4 w 439"/>
                <a:gd name="T1" fmla="*/ 0 h 260"/>
                <a:gd name="T2" fmla="*/ 4 w 439"/>
                <a:gd name="T3" fmla="*/ 0 h 260"/>
                <a:gd name="T4" fmla="*/ 3 w 439"/>
                <a:gd name="T5" fmla="*/ 0 h 260"/>
                <a:gd name="T6" fmla="*/ 3 w 439"/>
                <a:gd name="T7" fmla="*/ 0 h 260"/>
                <a:gd name="T8" fmla="*/ 2 w 439"/>
                <a:gd name="T9" fmla="*/ 0 h 260"/>
                <a:gd name="T10" fmla="*/ 2 w 439"/>
                <a:gd name="T11" fmla="*/ 0 h 260"/>
                <a:gd name="T12" fmla="*/ 2 w 439"/>
                <a:gd name="T13" fmla="*/ 0 h 260"/>
                <a:gd name="T14" fmla="*/ 2 w 439"/>
                <a:gd name="T15" fmla="*/ 0 h 260"/>
                <a:gd name="T16" fmla="*/ 1 w 439"/>
                <a:gd name="T17" fmla="*/ 0 h 260"/>
                <a:gd name="T18" fmla="*/ 1 w 439"/>
                <a:gd name="T19" fmla="*/ 1 h 260"/>
                <a:gd name="T20" fmla="*/ 1 w 439"/>
                <a:gd name="T21" fmla="*/ 1 h 260"/>
                <a:gd name="T22" fmla="*/ 1 w 439"/>
                <a:gd name="T23" fmla="*/ 1 h 260"/>
                <a:gd name="T24" fmla="*/ 0 w 439"/>
                <a:gd name="T25" fmla="*/ 1 h 260"/>
                <a:gd name="T26" fmla="*/ 0 w 439"/>
                <a:gd name="T27" fmla="*/ 1 h 260"/>
                <a:gd name="T28" fmla="*/ 0 w 439"/>
                <a:gd name="T29" fmla="*/ 1 h 260"/>
                <a:gd name="T30" fmla="*/ 0 w 439"/>
                <a:gd name="T31" fmla="*/ 2 h 260"/>
                <a:gd name="T32" fmla="*/ 0 w 439"/>
                <a:gd name="T33" fmla="*/ 2 h 260"/>
                <a:gd name="T34" fmla="*/ 0 w 439"/>
                <a:gd name="T35" fmla="*/ 2 h 260"/>
                <a:gd name="T36" fmla="*/ 0 w 439"/>
                <a:gd name="T37" fmla="*/ 2 h 260"/>
                <a:gd name="T38" fmla="*/ 0 w 439"/>
                <a:gd name="T39" fmla="*/ 2 h 260"/>
                <a:gd name="T40" fmla="*/ 0 w 439"/>
                <a:gd name="T41" fmla="*/ 2 h 260"/>
                <a:gd name="T42" fmla="*/ 0 w 439"/>
                <a:gd name="T43" fmla="*/ 1 h 260"/>
                <a:gd name="T44" fmla="*/ 0 w 439"/>
                <a:gd name="T45" fmla="*/ 1 h 260"/>
                <a:gd name="T46" fmla="*/ 1 w 439"/>
                <a:gd name="T47" fmla="*/ 1 h 260"/>
                <a:gd name="T48" fmla="*/ 1 w 439"/>
                <a:gd name="T49" fmla="*/ 1 h 260"/>
                <a:gd name="T50" fmla="*/ 1 w 439"/>
                <a:gd name="T51" fmla="*/ 1 h 260"/>
                <a:gd name="T52" fmla="*/ 1 w 439"/>
                <a:gd name="T53" fmla="*/ 1 h 260"/>
                <a:gd name="T54" fmla="*/ 1 w 439"/>
                <a:gd name="T55" fmla="*/ 1 h 260"/>
                <a:gd name="T56" fmla="*/ 2 w 439"/>
                <a:gd name="T57" fmla="*/ 0 h 260"/>
                <a:gd name="T58" fmla="*/ 2 w 439"/>
                <a:gd name="T59" fmla="*/ 0 h 260"/>
                <a:gd name="T60" fmla="*/ 2 w 439"/>
                <a:gd name="T61" fmla="*/ 0 h 260"/>
                <a:gd name="T62" fmla="*/ 3 w 439"/>
                <a:gd name="T63" fmla="*/ 0 h 260"/>
                <a:gd name="T64" fmla="*/ 3 w 439"/>
                <a:gd name="T65" fmla="*/ 0 h 260"/>
                <a:gd name="T66" fmla="*/ 3 w 439"/>
                <a:gd name="T67" fmla="*/ 0 h 260"/>
                <a:gd name="T68" fmla="*/ 4 w 439"/>
                <a:gd name="T69" fmla="*/ 0 h 260"/>
                <a:gd name="T70" fmla="*/ 4 w 439"/>
                <a:gd name="T71" fmla="*/ 0 h 260"/>
                <a:gd name="T72" fmla="*/ 4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439" y="0"/>
                  </a:moveTo>
                  <a:lnTo>
                    <a:pt x="439" y="0"/>
                  </a:lnTo>
                  <a:lnTo>
                    <a:pt x="395" y="1"/>
                  </a:lnTo>
                  <a:lnTo>
                    <a:pt x="351" y="4"/>
                  </a:lnTo>
                  <a:lnTo>
                    <a:pt x="310" y="11"/>
                  </a:lnTo>
                  <a:lnTo>
                    <a:pt x="270" y="19"/>
                  </a:lnTo>
                  <a:lnTo>
                    <a:pt x="231" y="30"/>
                  </a:lnTo>
                  <a:lnTo>
                    <a:pt x="195" y="43"/>
                  </a:lnTo>
                  <a:lnTo>
                    <a:pt x="162" y="58"/>
                  </a:lnTo>
                  <a:lnTo>
                    <a:pt x="130" y="73"/>
                  </a:lnTo>
                  <a:lnTo>
                    <a:pt x="102" y="93"/>
                  </a:lnTo>
                  <a:lnTo>
                    <a:pt x="76" y="113"/>
                  </a:lnTo>
                  <a:lnTo>
                    <a:pt x="54" y="133"/>
                  </a:lnTo>
                  <a:lnTo>
                    <a:pt x="35" y="157"/>
                  </a:lnTo>
                  <a:lnTo>
                    <a:pt x="20" y="181"/>
                  </a:lnTo>
                  <a:lnTo>
                    <a:pt x="10" y="206"/>
                  </a:lnTo>
                  <a:lnTo>
                    <a:pt x="3" y="233"/>
                  </a:lnTo>
                  <a:lnTo>
                    <a:pt x="0" y="260"/>
                  </a:lnTo>
                  <a:lnTo>
                    <a:pt x="12" y="260"/>
                  </a:lnTo>
                  <a:lnTo>
                    <a:pt x="14" y="235"/>
                  </a:lnTo>
                  <a:lnTo>
                    <a:pt x="21" y="211"/>
                  </a:lnTo>
                  <a:lnTo>
                    <a:pt x="32" y="186"/>
                  </a:lnTo>
                  <a:lnTo>
                    <a:pt x="45" y="164"/>
                  </a:lnTo>
                  <a:lnTo>
                    <a:pt x="64" y="143"/>
                  </a:lnTo>
                  <a:lnTo>
                    <a:pt x="84" y="123"/>
                  </a:lnTo>
                  <a:lnTo>
                    <a:pt x="109" y="103"/>
                  </a:lnTo>
                  <a:lnTo>
                    <a:pt x="137" y="85"/>
                  </a:lnTo>
                  <a:lnTo>
                    <a:pt x="167" y="70"/>
                  </a:lnTo>
                  <a:lnTo>
                    <a:pt x="200" y="55"/>
                  </a:lnTo>
                  <a:lnTo>
                    <a:pt x="236" y="42"/>
                  </a:lnTo>
                  <a:lnTo>
                    <a:pt x="272" y="31"/>
                  </a:lnTo>
                  <a:lnTo>
                    <a:pt x="312" y="23"/>
                  </a:lnTo>
                  <a:lnTo>
                    <a:pt x="353" y="16"/>
                  </a:lnTo>
                  <a:lnTo>
                    <a:pt x="395" y="12"/>
                  </a:lnTo>
                  <a:lnTo>
                    <a:pt x="439" y="11"/>
                  </a:lnTo>
                  <a:lnTo>
                    <a:pt x="439"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1350" name="Freeform 52"/>
            <p:cNvSpPr>
              <a:spLocks/>
            </p:cNvSpPr>
            <p:nvPr/>
          </p:nvSpPr>
          <p:spPr bwMode="auto">
            <a:xfrm>
              <a:off x="964" y="1745"/>
              <a:ext cx="48" cy="85"/>
            </a:xfrm>
            <a:custGeom>
              <a:avLst/>
              <a:gdLst>
                <a:gd name="T0" fmla="*/ 2 w 244"/>
                <a:gd name="T1" fmla="*/ 3 h 426"/>
                <a:gd name="T2" fmla="*/ 2 w 244"/>
                <a:gd name="T3" fmla="*/ 3 h 426"/>
                <a:gd name="T4" fmla="*/ 2 w 244"/>
                <a:gd name="T5" fmla="*/ 3 h 426"/>
                <a:gd name="T6" fmla="*/ 2 w 244"/>
                <a:gd name="T7" fmla="*/ 3 h 426"/>
                <a:gd name="T8" fmla="*/ 2 w 244"/>
                <a:gd name="T9" fmla="*/ 2 h 426"/>
                <a:gd name="T10" fmla="*/ 2 w 244"/>
                <a:gd name="T11" fmla="*/ 2 h 426"/>
                <a:gd name="T12" fmla="*/ 2 w 244"/>
                <a:gd name="T13" fmla="*/ 2 h 426"/>
                <a:gd name="T14" fmla="*/ 2 w 244"/>
                <a:gd name="T15" fmla="*/ 2 h 426"/>
                <a:gd name="T16" fmla="*/ 1 w 244"/>
                <a:gd name="T17" fmla="*/ 1 h 426"/>
                <a:gd name="T18" fmla="*/ 1 w 244"/>
                <a:gd name="T19" fmla="*/ 1 h 426"/>
                <a:gd name="T20" fmla="*/ 1 w 244"/>
                <a:gd name="T21" fmla="*/ 1 h 426"/>
                <a:gd name="T22" fmla="*/ 1 w 244"/>
                <a:gd name="T23" fmla="*/ 1 h 426"/>
                <a:gd name="T24" fmla="*/ 1 w 244"/>
                <a:gd name="T25" fmla="*/ 0 h 426"/>
                <a:gd name="T26" fmla="*/ 1 w 244"/>
                <a:gd name="T27" fmla="*/ 0 h 426"/>
                <a:gd name="T28" fmla="*/ 1 w 244"/>
                <a:gd name="T29" fmla="*/ 0 h 426"/>
                <a:gd name="T30" fmla="*/ 0 w 244"/>
                <a:gd name="T31" fmla="*/ 0 h 426"/>
                <a:gd name="T32" fmla="*/ 0 w 244"/>
                <a:gd name="T33" fmla="*/ 0 h 426"/>
                <a:gd name="T34" fmla="*/ 0 w 244"/>
                <a:gd name="T35" fmla="*/ 0 h 426"/>
                <a:gd name="T36" fmla="*/ 0 w 244"/>
                <a:gd name="T37" fmla="*/ 0 h 426"/>
                <a:gd name="T38" fmla="*/ 0 w 244"/>
                <a:gd name="T39" fmla="*/ 0 h 426"/>
                <a:gd name="T40" fmla="*/ 0 w 244"/>
                <a:gd name="T41" fmla="*/ 0 h 426"/>
                <a:gd name="T42" fmla="*/ 1 w 244"/>
                <a:gd name="T43" fmla="*/ 0 h 426"/>
                <a:gd name="T44" fmla="*/ 1 w 244"/>
                <a:gd name="T45" fmla="*/ 0 h 426"/>
                <a:gd name="T46" fmla="*/ 1 w 244"/>
                <a:gd name="T47" fmla="*/ 0 h 426"/>
                <a:gd name="T48" fmla="*/ 1 w 244"/>
                <a:gd name="T49" fmla="*/ 1 h 426"/>
                <a:gd name="T50" fmla="*/ 1 w 244"/>
                <a:gd name="T51" fmla="*/ 1 h 426"/>
                <a:gd name="T52" fmla="*/ 1 w 244"/>
                <a:gd name="T53" fmla="*/ 1 h 426"/>
                <a:gd name="T54" fmla="*/ 1 w 244"/>
                <a:gd name="T55" fmla="*/ 1 h 426"/>
                <a:gd name="T56" fmla="*/ 1 w 244"/>
                <a:gd name="T57" fmla="*/ 2 h 426"/>
                <a:gd name="T58" fmla="*/ 2 w 244"/>
                <a:gd name="T59" fmla="*/ 2 h 426"/>
                <a:gd name="T60" fmla="*/ 2 w 244"/>
                <a:gd name="T61" fmla="*/ 2 h 426"/>
                <a:gd name="T62" fmla="*/ 2 w 244"/>
                <a:gd name="T63" fmla="*/ 2 h 426"/>
                <a:gd name="T64" fmla="*/ 2 w 244"/>
                <a:gd name="T65" fmla="*/ 3 h 426"/>
                <a:gd name="T66" fmla="*/ 2 w 244"/>
                <a:gd name="T67" fmla="*/ 3 h 426"/>
                <a:gd name="T68" fmla="*/ 2 w 244"/>
                <a:gd name="T69" fmla="*/ 3 h 426"/>
                <a:gd name="T70" fmla="*/ 2 w 244"/>
                <a:gd name="T71" fmla="*/ 3 h 426"/>
                <a:gd name="T72" fmla="*/ 2 w 244"/>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6"/>
                <a:gd name="T113" fmla="*/ 244 w 244"/>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6">
                  <a:moveTo>
                    <a:pt x="244" y="426"/>
                  </a:moveTo>
                  <a:lnTo>
                    <a:pt x="244" y="426"/>
                  </a:lnTo>
                  <a:lnTo>
                    <a:pt x="243" y="383"/>
                  </a:lnTo>
                  <a:lnTo>
                    <a:pt x="240" y="340"/>
                  </a:lnTo>
                  <a:lnTo>
                    <a:pt x="234" y="300"/>
                  </a:lnTo>
                  <a:lnTo>
                    <a:pt x="226" y="262"/>
                  </a:lnTo>
                  <a:lnTo>
                    <a:pt x="215" y="224"/>
                  </a:lnTo>
                  <a:lnTo>
                    <a:pt x="203" y="189"/>
                  </a:lnTo>
                  <a:lnTo>
                    <a:pt x="189" y="157"/>
                  </a:lnTo>
                  <a:lnTo>
                    <a:pt x="174" y="126"/>
                  </a:lnTo>
                  <a:lnTo>
                    <a:pt x="155" y="99"/>
                  </a:lnTo>
                  <a:lnTo>
                    <a:pt x="138" y="74"/>
                  </a:lnTo>
                  <a:lnTo>
                    <a:pt x="118" y="52"/>
                  </a:lnTo>
                  <a:lnTo>
                    <a:pt x="96" y="34"/>
                  </a:lnTo>
                  <a:lnTo>
                    <a:pt x="73" y="19"/>
                  </a:lnTo>
                  <a:lnTo>
                    <a:pt x="50" y="8"/>
                  </a:lnTo>
                  <a:lnTo>
                    <a:pt x="25" y="2"/>
                  </a:lnTo>
                  <a:lnTo>
                    <a:pt x="0" y="0"/>
                  </a:lnTo>
                  <a:lnTo>
                    <a:pt x="0" y="12"/>
                  </a:lnTo>
                  <a:lnTo>
                    <a:pt x="23" y="14"/>
                  </a:lnTo>
                  <a:lnTo>
                    <a:pt x="45" y="20"/>
                  </a:lnTo>
                  <a:lnTo>
                    <a:pt x="66" y="31"/>
                  </a:lnTo>
                  <a:lnTo>
                    <a:pt x="89" y="43"/>
                  </a:lnTo>
                  <a:lnTo>
                    <a:pt x="109" y="61"/>
                  </a:lnTo>
                  <a:lnTo>
                    <a:pt x="129" y="81"/>
                  </a:lnTo>
                  <a:lnTo>
                    <a:pt x="146" y="106"/>
                  </a:lnTo>
                  <a:lnTo>
                    <a:pt x="162" y="133"/>
                  </a:lnTo>
                  <a:lnTo>
                    <a:pt x="178" y="162"/>
                  </a:lnTo>
                  <a:lnTo>
                    <a:pt x="192" y="194"/>
                  </a:lnTo>
                  <a:lnTo>
                    <a:pt x="203" y="229"/>
                  </a:lnTo>
                  <a:lnTo>
                    <a:pt x="214" y="264"/>
                  </a:lnTo>
                  <a:lnTo>
                    <a:pt x="222" y="303"/>
                  </a:lnTo>
                  <a:lnTo>
                    <a:pt x="228" y="342"/>
                  </a:lnTo>
                  <a:lnTo>
                    <a:pt x="232" y="383"/>
                  </a:lnTo>
                  <a:lnTo>
                    <a:pt x="233" y="426"/>
                  </a:lnTo>
                  <a:lnTo>
                    <a:pt x="244"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1351" name="Freeform 53"/>
            <p:cNvSpPr>
              <a:spLocks/>
            </p:cNvSpPr>
            <p:nvPr/>
          </p:nvSpPr>
          <p:spPr bwMode="auto">
            <a:xfrm>
              <a:off x="964" y="1830"/>
              <a:ext cx="48" cy="85"/>
            </a:xfrm>
            <a:custGeom>
              <a:avLst/>
              <a:gdLst>
                <a:gd name="T0" fmla="*/ 0 w 244"/>
                <a:gd name="T1" fmla="*/ 3 h 424"/>
                <a:gd name="T2" fmla="*/ 0 w 244"/>
                <a:gd name="T3" fmla="*/ 3 h 424"/>
                <a:gd name="T4" fmla="*/ 0 w 244"/>
                <a:gd name="T5" fmla="*/ 3 h 424"/>
                <a:gd name="T6" fmla="*/ 0 w 244"/>
                <a:gd name="T7" fmla="*/ 3 h 424"/>
                <a:gd name="T8" fmla="*/ 1 w 244"/>
                <a:gd name="T9" fmla="*/ 3 h 424"/>
                <a:gd name="T10" fmla="*/ 1 w 244"/>
                <a:gd name="T11" fmla="*/ 3 h 424"/>
                <a:gd name="T12" fmla="*/ 1 w 244"/>
                <a:gd name="T13" fmla="*/ 3 h 424"/>
                <a:gd name="T14" fmla="*/ 1 w 244"/>
                <a:gd name="T15" fmla="*/ 3 h 424"/>
                <a:gd name="T16" fmla="*/ 1 w 244"/>
                <a:gd name="T17" fmla="*/ 3 h 424"/>
                <a:gd name="T18" fmla="*/ 1 w 244"/>
                <a:gd name="T19" fmla="*/ 2 h 424"/>
                <a:gd name="T20" fmla="*/ 1 w 244"/>
                <a:gd name="T21" fmla="*/ 2 h 424"/>
                <a:gd name="T22" fmla="*/ 2 w 244"/>
                <a:gd name="T23" fmla="*/ 2 h 424"/>
                <a:gd name="T24" fmla="*/ 2 w 244"/>
                <a:gd name="T25" fmla="*/ 2 h 424"/>
                <a:gd name="T26" fmla="*/ 2 w 244"/>
                <a:gd name="T27" fmla="*/ 1 h 424"/>
                <a:gd name="T28" fmla="*/ 2 w 244"/>
                <a:gd name="T29" fmla="*/ 1 h 424"/>
                <a:gd name="T30" fmla="*/ 2 w 244"/>
                <a:gd name="T31" fmla="*/ 1 h 424"/>
                <a:gd name="T32" fmla="*/ 2 w 244"/>
                <a:gd name="T33" fmla="*/ 0 h 424"/>
                <a:gd name="T34" fmla="*/ 2 w 244"/>
                <a:gd name="T35" fmla="*/ 0 h 424"/>
                <a:gd name="T36" fmla="*/ 2 w 244"/>
                <a:gd name="T37" fmla="*/ 0 h 424"/>
                <a:gd name="T38" fmla="*/ 2 w 244"/>
                <a:gd name="T39" fmla="*/ 0 h 424"/>
                <a:gd name="T40" fmla="*/ 2 w 244"/>
                <a:gd name="T41" fmla="*/ 1 h 424"/>
                <a:gd name="T42" fmla="*/ 2 w 244"/>
                <a:gd name="T43" fmla="*/ 1 h 424"/>
                <a:gd name="T44" fmla="*/ 2 w 244"/>
                <a:gd name="T45" fmla="*/ 1 h 424"/>
                <a:gd name="T46" fmla="*/ 2 w 244"/>
                <a:gd name="T47" fmla="*/ 2 h 424"/>
                <a:gd name="T48" fmla="*/ 1 w 244"/>
                <a:gd name="T49" fmla="*/ 2 h 424"/>
                <a:gd name="T50" fmla="*/ 1 w 244"/>
                <a:gd name="T51" fmla="*/ 2 h 424"/>
                <a:gd name="T52" fmla="*/ 1 w 244"/>
                <a:gd name="T53" fmla="*/ 2 h 424"/>
                <a:gd name="T54" fmla="*/ 1 w 244"/>
                <a:gd name="T55" fmla="*/ 3 h 424"/>
                <a:gd name="T56" fmla="*/ 1 w 244"/>
                <a:gd name="T57" fmla="*/ 3 h 424"/>
                <a:gd name="T58" fmla="*/ 1 w 244"/>
                <a:gd name="T59" fmla="*/ 3 h 424"/>
                <a:gd name="T60" fmla="*/ 1 w 244"/>
                <a:gd name="T61" fmla="*/ 3 h 424"/>
                <a:gd name="T62" fmla="*/ 1 w 244"/>
                <a:gd name="T63" fmla="*/ 3 h 424"/>
                <a:gd name="T64" fmla="*/ 0 w 244"/>
                <a:gd name="T65" fmla="*/ 3 h 424"/>
                <a:gd name="T66" fmla="*/ 0 w 244"/>
                <a:gd name="T67" fmla="*/ 3 h 424"/>
                <a:gd name="T68" fmla="*/ 0 w 244"/>
                <a:gd name="T69" fmla="*/ 3 h 424"/>
                <a:gd name="T70" fmla="*/ 0 w 244"/>
                <a:gd name="T71" fmla="*/ 3 h 424"/>
                <a:gd name="T72" fmla="*/ 0 w 244"/>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4"/>
                <a:gd name="T113" fmla="*/ 244 w 244"/>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4">
                  <a:moveTo>
                    <a:pt x="0" y="424"/>
                  </a:moveTo>
                  <a:lnTo>
                    <a:pt x="0" y="424"/>
                  </a:lnTo>
                  <a:lnTo>
                    <a:pt x="25" y="422"/>
                  </a:lnTo>
                  <a:lnTo>
                    <a:pt x="50" y="416"/>
                  </a:lnTo>
                  <a:lnTo>
                    <a:pt x="73" y="405"/>
                  </a:lnTo>
                  <a:lnTo>
                    <a:pt x="96" y="390"/>
                  </a:lnTo>
                  <a:lnTo>
                    <a:pt x="118" y="373"/>
                  </a:lnTo>
                  <a:lnTo>
                    <a:pt x="138" y="350"/>
                  </a:lnTo>
                  <a:lnTo>
                    <a:pt x="155" y="326"/>
                  </a:lnTo>
                  <a:lnTo>
                    <a:pt x="173" y="299"/>
                  </a:lnTo>
                  <a:lnTo>
                    <a:pt x="189" y="268"/>
                  </a:lnTo>
                  <a:lnTo>
                    <a:pt x="203" y="235"/>
                  </a:lnTo>
                  <a:lnTo>
                    <a:pt x="215" y="201"/>
                  </a:lnTo>
                  <a:lnTo>
                    <a:pt x="226" y="163"/>
                  </a:lnTo>
                  <a:lnTo>
                    <a:pt x="234" y="125"/>
                  </a:lnTo>
                  <a:lnTo>
                    <a:pt x="240" y="85"/>
                  </a:lnTo>
                  <a:lnTo>
                    <a:pt x="243" y="42"/>
                  </a:lnTo>
                  <a:lnTo>
                    <a:pt x="244" y="0"/>
                  </a:lnTo>
                  <a:lnTo>
                    <a:pt x="233" y="0"/>
                  </a:lnTo>
                  <a:lnTo>
                    <a:pt x="232" y="42"/>
                  </a:lnTo>
                  <a:lnTo>
                    <a:pt x="228" y="83"/>
                  </a:lnTo>
                  <a:lnTo>
                    <a:pt x="222" y="123"/>
                  </a:lnTo>
                  <a:lnTo>
                    <a:pt x="214" y="160"/>
                  </a:lnTo>
                  <a:lnTo>
                    <a:pt x="203" y="197"/>
                  </a:lnTo>
                  <a:lnTo>
                    <a:pt x="192" y="231"/>
                  </a:lnTo>
                  <a:lnTo>
                    <a:pt x="178" y="263"/>
                  </a:lnTo>
                  <a:lnTo>
                    <a:pt x="164" y="292"/>
                  </a:lnTo>
                  <a:lnTo>
                    <a:pt x="146" y="319"/>
                  </a:lnTo>
                  <a:lnTo>
                    <a:pt x="129" y="343"/>
                  </a:lnTo>
                  <a:lnTo>
                    <a:pt x="109" y="363"/>
                  </a:lnTo>
                  <a:lnTo>
                    <a:pt x="89" y="381"/>
                  </a:lnTo>
                  <a:lnTo>
                    <a:pt x="66" y="394"/>
                  </a:lnTo>
                  <a:lnTo>
                    <a:pt x="45" y="404"/>
                  </a:lnTo>
                  <a:lnTo>
                    <a:pt x="23" y="410"/>
                  </a:lnTo>
                  <a:lnTo>
                    <a:pt x="0" y="412"/>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1352" name="Freeform 54"/>
            <p:cNvSpPr>
              <a:spLocks/>
            </p:cNvSpPr>
            <p:nvPr/>
          </p:nvSpPr>
          <p:spPr bwMode="auto">
            <a:xfrm>
              <a:off x="915" y="1830"/>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1" y="42"/>
                  </a:lnTo>
                  <a:lnTo>
                    <a:pt x="4" y="85"/>
                  </a:lnTo>
                  <a:lnTo>
                    <a:pt x="10" y="125"/>
                  </a:lnTo>
                  <a:lnTo>
                    <a:pt x="19" y="163"/>
                  </a:lnTo>
                  <a:lnTo>
                    <a:pt x="29" y="201"/>
                  </a:lnTo>
                  <a:lnTo>
                    <a:pt x="41" y="235"/>
                  </a:lnTo>
                  <a:lnTo>
                    <a:pt x="55" y="268"/>
                  </a:lnTo>
                  <a:lnTo>
                    <a:pt x="71" y="299"/>
                  </a:lnTo>
                  <a:lnTo>
                    <a:pt x="89" y="326"/>
                  </a:lnTo>
                  <a:lnTo>
                    <a:pt x="106" y="350"/>
                  </a:lnTo>
                  <a:lnTo>
                    <a:pt x="126" y="373"/>
                  </a:lnTo>
                  <a:lnTo>
                    <a:pt x="149" y="390"/>
                  </a:lnTo>
                  <a:lnTo>
                    <a:pt x="171" y="405"/>
                  </a:lnTo>
                  <a:lnTo>
                    <a:pt x="194" y="416"/>
                  </a:lnTo>
                  <a:lnTo>
                    <a:pt x="219" y="422"/>
                  </a:lnTo>
                  <a:lnTo>
                    <a:pt x="245" y="424"/>
                  </a:lnTo>
                  <a:lnTo>
                    <a:pt x="245" y="412"/>
                  </a:lnTo>
                  <a:lnTo>
                    <a:pt x="221" y="410"/>
                  </a:lnTo>
                  <a:lnTo>
                    <a:pt x="199" y="404"/>
                  </a:lnTo>
                  <a:lnTo>
                    <a:pt x="178" y="394"/>
                  </a:lnTo>
                  <a:lnTo>
                    <a:pt x="156" y="381"/>
                  </a:lnTo>
                  <a:lnTo>
                    <a:pt x="136" y="363"/>
                  </a:lnTo>
                  <a:lnTo>
                    <a:pt x="116" y="343"/>
                  </a:lnTo>
                  <a:lnTo>
                    <a:pt x="98" y="319"/>
                  </a:lnTo>
                  <a:lnTo>
                    <a:pt x="81" y="292"/>
                  </a:lnTo>
                  <a:lnTo>
                    <a:pt x="67" y="263"/>
                  </a:lnTo>
                  <a:lnTo>
                    <a:pt x="52" y="231"/>
                  </a:lnTo>
                  <a:lnTo>
                    <a:pt x="41" y="197"/>
                  </a:lnTo>
                  <a:lnTo>
                    <a:pt x="30" y="160"/>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1353" name="Freeform 55"/>
            <p:cNvSpPr>
              <a:spLocks/>
            </p:cNvSpPr>
            <p:nvPr/>
          </p:nvSpPr>
          <p:spPr bwMode="auto">
            <a:xfrm>
              <a:off x="915" y="1745"/>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0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19" y="2"/>
                  </a:lnTo>
                  <a:lnTo>
                    <a:pt x="194" y="8"/>
                  </a:lnTo>
                  <a:lnTo>
                    <a:pt x="171" y="19"/>
                  </a:lnTo>
                  <a:lnTo>
                    <a:pt x="149" y="34"/>
                  </a:lnTo>
                  <a:lnTo>
                    <a:pt x="126" y="52"/>
                  </a:lnTo>
                  <a:lnTo>
                    <a:pt x="106" y="74"/>
                  </a:lnTo>
                  <a:lnTo>
                    <a:pt x="89" y="99"/>
                  </a:lnTo>
                  <a:lnTo>
                    <a:pt x="70" y="126"/>
                  </a:lnTo>
                  <a:lnTo>
                    <a:pt x="55" y="157"/>
                  </a:lnTo>
                  <a:lnTo>
                    <a:pt x="41" y="189"/>
                  </a:lnTo>
                  <a:lnTo>
                    <a:pt x="29" y="224"/>
                  </a:lnTo>
                  <a:lnTo>
                    <a:pt x="19" y="262"/>
                  </a:lnTo>
                  <a:lnTo>
                    <a:pt x="10" y="300"/>
                  </a:lnTo>
                  <a:lnTo>
                    <a:pt x="4" y="340"/>
                  </a:lnTo>
                  <a:lnTo>
                    <a:pt x="1" y="383"/>
                  </a:lnTo>
                  <a:lnTo>
                    <a:pt x="0" y="426"/>
                  </a:lnTo>
                  <a:lnTo>
                    <a:pt x="11" y="426"/>
                  </a:lnTo>
                  <a:lnTo>
                    <a:pt x="13" y="383"/>
                  </a:lnTo>
                  <a:lnTo>
                    <a:pt x="16" y="342"/>
                  </a:lnTo>
                  <a:lnTo>
                    <a:pt x="22" y="303"/>
                  </a:lnTo>
                  <a:lnTo>
                    <a:pt x="30" y="264"/>
                  </a:lnTo>
                  <a:lnTo>
                    <a:pt x="41" y="229"/>
                  </a:lnTo>
                  <a:lnTo>
                    <a:pt x="52" y="194"/>
                  </a:lnTo>
                  <a:lnTo>
                    <a:pt x="67" y="162"/>
                  </a:lnTo>
                  <a:lnTo>
                    <a:pt x="82" y="133"/>
                  </a:lnTo>
                  <a:lnTo>
                    <a:pt x="98" y="106"/>
                  </a:lnTo>
                  <a:lnTo>
                    <a:pt x="116" y="81"/>
                  </a:lnTo>
                  <a:lnTo>
                    <a:pt x="136" y="61"/>
                  </a:lnTo>
                  <a:lnTo>
                    <a:pt x="156" y="43"/>
                  </a:lnTo>
                  <a:lnTo>
                    <a:pt x="178" y="31"/>
                  </a:lnTo>
                  <a:lnTo>
                    <a:pt x="199" y="20"/>
                  </a:lnTo>
                  <a:lnTo>
                    <a:pt x="221"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1354" name="Freeform 56"/>
            <p:cNvSpPr>
              <a:spLocks/>
            </p:cNvSpPr>
            <p:nvPr/>
          </p:nvSpPr>
          <p:spPr bwMode="auto">
            <a:xfrm>
              <a:off x="1140" y="2087"/>
              <a:ext cx="49" cy="85"/>
            </a:xfrm>
            <a:custGeom>
              <a:avLst/>
              <a:gdLst>
                <a:gd name="T0" fmla="*/ 2 w 246"/>
                <a:gd name="T1" fmla="*/ 3 h 424"/>
                <a:gd name="T2" fmla="*/ 2 w 246"/>
                <a:gd name="T3" fmla="*/ 3 h 424"/>
                <a:gd name="T4" fmla="*/ 2 w 246"/>
                <a:gd name="T5" fmla="*/ 3 h 424"/>
                <a:gd name="T6" fmla="*/ 2 w 246"/>
                <a:gd name="T7" fmla="*/ 3 h 424"/>
                <a:gd name="T8" fmla="*/ 2 w 246"/>
                <a:gd name="T9" fmla="*/ 2 h 424"/>
                <a:gd name="T10" fmla="*/ 2 w 246"/>
                <a:gd name="T11" fmla="*/ 2 h 424"/>
                <a:gd name="T12" fmla="*/ 2 w 246"/>
                <a:gd name="T13" fmla="*/ 2 h 424"/>
                <a:gd name="T14" fmla="*/ 2 w 246"/>
                <a:gd name="T15" fmla="*/ 2 h 424"/>
                <a:gd name="T16" fmla="*/ 2 w 246"/>
                <a:gd name="T17" fmla="*/ 1 h 424"/>
                <a:gd name="T18" fmla="*/ 1 w 246"/>
                <a:gd name="T19" fmla="*/ 1 h 424"/>
                <a:gd name="T20" fmla="*/ 1 w 246"/>
                <a:gd name="T21" fmla="*/ 1 h 424"/>
                <a:gd name="T22" fmla="*/ 1 w 246"/>
                <a:gd name="T23" fmla="*/ 1 h 424"/>
                <a:gd name="T24" fmla="*/ 1 w 246"/>
                <a:gd name="T25" fmla="*/ 0 h 424"/>
                <a:gd name="T26" fmla="*/ 1 w 246"/>
                <a:gd name="T27" fmla="*/ 0 h 424"/>
                <a:gd name="T28" fmla="*/ 1 w 246"/>
                <a:gd name="T29" fmla="*/ 0 h 424"/>
                <a:gd name="T30" fmla="*/ 0 w 246"/>
                <a:gd name="T31" fmla="*/ 0 h 424"/>
                <a:gd name="T32" fmla="*/ 0 w 246"/>
                <a:gd name="T33" fmla="*/ 0 h 424"/>
                <a:gd name="T34" fmla="*/ 0 w 246"/>
                <a:gd name="T35" fmla="*/ 0 h 424"/>
                <a:gd name="T36" fmla="*/ 0 w 246"/>
                <a:gd name="T37" fmla="*/ 0 h 424"/>
                <a:gd name="T38" fmla="*/ 0 w 246"/>
                <a:gd name="T39" fmla="*/ 0 h 424"/>
                <a:gd name="T40" fmla="*/ 0 w 246"/>
                <a:gd name="T41" fmla="*/ 0 h 424"/>
                <a:gd name="T42" fmla="*/ 1 w 246"/>
                <a:gd name="T43" fmla="*/ 0 h 424"/>
                <a:gd name="T44" fmla="*/ 1 w 246"/>
                <a:gd name="T45" fmla="*/ 0 h 424"/>
                <a:gd name="T46" fmla="*/ 1 w 246"/>
                <a:gd name="T47" fmla="*/ 0 h 424"/>
                <a:gd name="T48" fmla="*/ 1 w 246"/>
                <a:gd name="T49" fmla="*/ 1 h 424"/>
                <a:gd name="T50" fmla="*/ 1 w 246"/>
                <a:gd name="T51" fmla="*/ 1 h 424"/>
                <a:gd name="T52" fmla="*/ 1 w 246"/>
                <a:gd name="T53" fmla="*/ 1 h 424"/>
                <a:gd name="T54" fmla="*/ 1 w 246"/>
                <a:gd name="T55" fmla="*/ 1 h 424"/>
                <a:gd name="T56" fmla="*/ 2 w 246"/>
                <a:gd name="T57" fmla="*/ 2 h 424"/>
                <a:gd name="T58" fmla="*/ 2 w 246"/>
                <a:gd name="T59" fmla="*/ 2 h 424"/>
                <a:gd name="T60" fmla="*/ 2 w 246"/>
                <a:gd name="T61" fmla="*/ 2 h 424"/>
                <a:gd name="T62" fmla="*/ 2 w 246"/>
                <a:gd name="T63" fmla="*/ 2 h 424"/>
                <a:gd name="T64" fmla="*/ 2 w 246"/>
                <a:gd name="T65" fmla="*/ 3 h 424"/>
                <a:gd name="T66" fmla="*/ 2 w 246"/>
                <a:gd name="T67" fmla="*/ 3 h 424"/>
                <a:gd name="T68" fmla="*/ 2 w 246"/>
                <a:gd name="T69" fmla="*/ 3 h 424"/>
                <a:gd name="T70" fmla="*/ 2 w 246"/>
                <a:gd name="T71" fmla="*/ 3 h 424"/>
                <a:gd name="T72" fmla="*/ 2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424"/>
                  </a:moveTo>
                  <a:lnTo>
                    <a:pt x="246" y="424"/>
                  </a:lnTo>
                  <a:lnTo>
                    <a:pt x="244" y="382"/>
                  </a:lnTo>
                  <a:lnTo>
                    <a:pt x="241" y="338"/>
                  </a:lnTo>
                  <a:lnTo>
                    <a:pt x="235" y="298"/>
                  </a:lnTo>
                  <a:lnTo>
                    <a:pt x="227" y="261"/>
                  </a:lnTo>
                  <a:lnTo>
                    <a:pt x="216" y="222"/>
                  </a:lnTo>
                  <a:lnTo>
                    <a:pt x="205" y="188"/>
                  </a:lnTo>
                  <a:lnTo>
                    <a:pt x="190" y="155"/>
                  </a:lnTo>
                  <a:lnTo>
                    <a:pt x="174" y="125"/>
                  </a:lnTo>
                  <a:lnTo>
                    <a:pt x="157" y="98"/>
                  </a:lnTo>
                  <a:lnTo>
                    <a:pt x="138" y="73"/>
                  </a:lnTo>
                  <a:lnTo>
                    <a:pt x="118" y="51"/>
                  </a:lnTo>
                  <a:lnTo>
                    <a:pt x="96" y="34"/>
                  </a:lnTo>
                  <a:lnTo>
                    <a:pt x="74" y="18"/>
                  </a:lnTo>
                  <a:lnTo>
                    <a:pt x="50" y="8"/>
                  </a:lnTo>
                  <a:lnTo>
                    <a:pt x="25" y="2"/>
                  </a:lnTo>
                  <a:lnTo>
                    <a:pt x="0" y="0"/>
                  </a:lnTo>
                  <a:lnTo>
                    <a:pt x="0" y="11"/>
                  </a:lnTo>
                  <a:lnTo>
                    <a:pt x="23" y="14"/>
                  </a:lnTo>
                  <a:lnTo>
                    <a:pt x="45" y="19"/>
                  </a:lnTo>
                  <a:lnTo>
                    <a:pt x="67" y="30"/>
                  </a:lnTo>
                  <a:lnTo>
                    <a:pt x="89" y="43"/>
                  </a:lnTo>
                  <a:lnTo>
                    <a:pt x="108" y="60"/>
                  </a:lnTo>
                  <a:lnTo>
                    <a:pt x="128" y="80"/>
                  </a:lnTo>
                  <a:lnTo>
                    <a:pt x="147" y="105"/>
                  </a:lnTo>
                  <a:lnTo>
                    <a:pt x="165" y="132"/>
                  </a:lnTo>
                  <a:lnTo>
                    <a:pt x="179" y="160"/>
                  </a:lnTo>
                  <a:lnTo>
                    <a:pt x="193" y="193"/>
                  </a:lnTo>
                  <a:lnTo>
                    <a:pt x="205" y="227"/>
                  </a:lnTo>
                  <a:lnTo>
                    <a:pt x="215" y="263"/>
                  </a:lnTo>
                  <a:lnTo>
                    <a:pt x="223" y="301"/>
                  </a:lnTo>
                  <a:lnTo>
                    <a:pt x="229" y="341"/>
                  </a:lnTo>
                  <a:lnTo>
                    <a:pt x="233" y="382"/>
                  </a:lnTo>
                  <a:lnTo>
                    <a:pt x="234" y="424"/>
                  </a:lnTo>
                  <a:lnTo>
                    <a:pt x="246"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1355" name="Freeform 57"/>
            <p:cNvSpPr>
              <a:spLocks/>
            </p:cNvSpPr>
            <p:nvPr/>
          </p:nvSpPr>
          <p:spPr bwMode="auto">
            <a:xfrm>
              <a:off x="1140" y="2172"/>
              <a:ext cx="49" cy="85"/>
            </a:xfrm>
            <a:custGeom>
              <a:avLst/>
              <a:gdLst>
                <a:gd name="T0" fmla="*/ 0 w 246"/>
                <a:gd name="T1" fmla="*/ 3 h 426"/>
                <a:gd name="T2" fmla="*/ 0 w 246"/>
                <a:gd name="T3" fmla="*/ 3 h 426"/>
                <a:gd name="T4" fmla="*/ 0 w 246"/>
                <a:gd name="T5" fmla="*/ 3 h 426"/>
                <a:gd name="T6" fmla="*/ 0 w 246"/>
                <a:gd name="T7" fmla="*/ 3 h 426"/>
                <a:gd name="T8" fmla="*/ 1 w 246"/>
                <a:gd name="T9" fmla="*/ 3 h 426"/>
                <a:gd name="T10" fmla="*/ 1 w 246"/>
                <a:gd name="T11" fmla="*/ 3 h 426"/>
                <a:gd name="T12" fmla="*/ 1 w 246"/>
                <a:gd name="T13" fmla="*/ 3 h 426"/>
                <a:gd name="T14" fmla="*/ 1 w 246"/>
                <a:gd name="T15" fmla="*/ 3 h 426"/>
                <a:gd name="T16" fmla="*/ 1 w 246"/>
                <a:gd name="T17" fmla="*/ 3 h 426"/>
                <a:gd name="T18" fmla="*/ 1 w 246"/>
                <a:gd name="T19" fmla="*/ 2 h 426"/>
                <a:gd name="T20" fmla="*/ 2 w 246"/>
                <a:gd name="T21" fmla="*/ 2 h 426"/>
                <a:gd name="T22" fmla="*/ 2 w 246"/>
                <a:gd name="T23" fmla="*/ 2 h 426"/>
                <a:gd name="T24" fmla="*/ 2 w 246"/>
                <a:gd name="T25" fmla="*/ 2 h 426"/>
                <a:gd name="T26" fmla="*/ 2 w 246"/>
                <a:gd name="T27" fmla="*/ 1 h 426"/>
                <a:gd name="T28" fmla="*/ 2 w 246"/>
                <a:gd name="T29" fmla="*/ 1 h 426"/>
                <a:gd name="T30" fmla="*/ 2 w 246"/>
                <a:gd name="T31" fmla="*/ 1 h 426"/>
                <a:gd name="T32" fmla="*/ 2 w 246"/>
                <a:gd name="T33" fmla="*/ 0 h 426"/>
                <a:gd name="T34" fmla="*/ 2 w 246"/>
                <a:gd name="T35" fmla="*/ 0 h 426"/>
                <a:gd name="T36" fmla="*/ 2 w 246"/>
                <a:gd name="T37" fmla="*/ 0 h 426"/>
                <a:gd name="T38" fmla="*/ 2 w 246"/>
                <a:gd name="T39" fmla="*/ 0 h 426"/>
                <a:gd name="T40" fmla="*/ 2 w 246"/>
                <a:gd name="T41" fmla="*/ 1 h 426"/>
                <a:gd name="T42" fmla="*/ 2 w 246"/>
                <a:gd name="T43" fmla="*/ 1 h 426"/>
                <a:gd name="T44" fmla="*/ 2 w 246"/>
                <a:gd name="T45" fmla="*/ 1 h 426"/>
                <a:gd name="T46" fmla="*/ 2 w 246"/>
                <a:gd name="T47" fmla="*/ 2 h 426"/>
                <a:gd name="T48" fmla="*/ 2 w 246"/>
                <a:gd name="T49" fmla="*/ 2 h 426"/>
                <a:gd name="T50" fmla="*/ 1 w 246"/>
                <a:gd name="T51" fmla="*/ 2 h 426"/>
                <a:gd name="T52" fmla="*/ 1 w 246"/>
                <a:gd name="T53" fmla="*/ 2 h 426"/>
                <a:gd name="T54" fmla="*/ 1 w 246"/>
                <a:gd name="T55" fmla="*/ 3 h 426"/>
                <a:gd name="T56" fmla="*/ 1 w 246"/>
                <a:gd name="T57" fmla="*/ 3 h 426"/>
                <a:gd name="T58" fmla="*/ 1 w 246"/>
                <a:gd name="T59" fmla="*/ 3 h 426"/>
                <a:gd name="T60" fmla="*/ 1 w 246"/>
                <a:gd name="T61" fmla="*/ 3 h 426"/>
                <a:gd name="T62" fmla="*/ 1 w 246"/>
                <a:gd name="T63" fmla="*/ 3 h 426"/>
                <a:gd name="T64" fmla="*/ 0 w 246"/>
                <a:gd name="T65" fmla="*/ 3 h 426"/>
                <a:gd name="T66" fmla="*/ 0 w 246"/>
                <a:gd name="T67" fmla="*/ 3 h 426"/>
                <a:gd name="T68" fmla="*/ 0 w 246"/>
                <a:gd name="T69" fmla="*/ 3 h 426"/>
                <a:gd name="T70" fmla="*/ 0 w 246"/>
                <a:gd name="T71" fmla="*/ 3 h 426"/>
                <a:gd name="T72" fmla="*/ 0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426"/>
                  </a:moveTo>
                  <a:lnTo>
                    <a:pt x="0" y="426"/>
                  </a:lnTo>
                  <a:lnTo>
                    <a:pt x="25" y="423"/>
                  </a:lnTo>
                  <a:lnTo>
                    <a:pt x="50" y="417"/>
                  </a:lnTo>
                  <a:lnTo>
                    <a:pt x="74" y="407"/>
                  </a:lnTo>
                  <a:lnTo>
                    <a:pt x="96" y="392"/>
                  </a:lnTo>
                  <a:lnTo>
                    <a:pt x="118" y="373"/>
                  </a:lnTo>
                  <a:lnTo>
                    <a:pt x="138" y="350"/>
                  </a:lnTo>
                  <a:lnTo>
                    <a:pt x="157" y="327"/>
                  </a:lnTo>
                  <a:lnTo>
                    <a:pt x="175" y="299"/>
                  </a:lnTo>
                  <a:lnTo>
                    <a:pt x="190" y="268"/>
                  </a:lnTo>
                  <a:lnTo>
                    <a:pt x="205" y="236"/>
                  </a:lnTo>
                  <a:lnTo>
                    <a:pt x="216" y="202"/>
                  </a:lnTo>
                  <a:lnTo>
                    <a:pt x="227" y="164"/>
                  </a:lnTo>
                  <a:lnTo>
                    <a:pt x="235" y="125"/>
                  </a:lnTo>
                  <a:lnTo>
                    <a:pt x="241" y="86"/>
                  </a:lnTo>
                  <a:lnTo>
                    <a:pt x="244" y="42"/>
                  </a:lnTo>
                  <a:lnTo>
                    <a:pt x="246" y="0"/>
                  </a:lnTo>
                  <a:lnTo>
                    <a:pt x="234" y="0"/>
                  </a:lnTo>
                  <a:lnTo>
                    <a:pt x="233" y="42"/>
                  </a:lnTo>
                  <a:lnTo>
                    <a:pt x="229" y="83"/>
                  </a:lnTo>
                  <a:lnTo>
                    <a:pt x="223" y="123"/>
                  </a:lnTo>
                  <a:lnTo>
                    <a:pt x="215" y="162"/>
                  </a:lnTo>
                  <a:lnTo>
                    <a:pt x="205" y="197"/>
                  </a:lnTo>
                  <a:lnTo>
                    <a:pt x="193" y="231"/>
                  </a:lnTo>
                  <a:lnTo>
                    <a:pt x="179" y="264"/>
                  </a:lnTo>
                  <a:lnTo>
                    <a:pt x="164" y="292"/>
                  </a:lnTo>
                  <a:lnTo>
                    <a:pt x="147" y="320"/>
                  </a:lnTo>
                  <a:lnTo>
                    <a:pt x="128" y="343"/>
                  </a:lnTo>
                  <a:lnTo>
                    <a:pt x="108" y="363"/>
                  </a:lnTo>
                  <a:lnTo>
                    <a:pt x="89" y="382"/>
                  </a:lnTo>
                  <a:lnTo>
                    <a:pt x="67" y="395"/>
                  </a:lnTo>
                  <a:lnTo>
                    <a:pt x="45" y="406"/>
                  </a:lnTo>
                  <a:lnTo>
                    <a:pt x="23" y="411"/>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1356" name="Freeform 58"/>
            <p:cNvSpPr>
              <a:spLocks/>
            </p:cNvSpPr>
            <p:nvPr/>
          </p:nvSpPr>
          <p:spPr bwMode="auto">
            <a:xfrm>
              <a:off x="1091" y="2172"/>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4" y="86"/>
                  </a:lnTo>
                  <a:lnTo>
                    <a:pt x="10" y="125"/>
                  </a:lnTo>
                  <a:lnTo>
                    <a:pt x="18" y="164"/>
                  </a:lnTo>
                  <a:lnTo>
                    <a:pt x="29" y="202"/>
                  </a:lnTo>
                  <a:lnTo>
                    <a:pt x="41" y="236"/>
                  </a:lnTo>
                  <a:lnTo>
                    <a:pt x="55" y="268"/>
                  </a:lnTo>
                  <a:lnTo>
                    <a:pt x="70" y="299"/>
                  </a:lnTo>
                  <a:lnTo>
                    <a:pt x="89" y="327"/>
                  </a:lnTo>
                  <a:lnTo>
                    <a:pt x="106" y="350"/>
                  </a:lnTo>
                  <a:lnTo>
                    <a:pt x="126" y="373"/>
                  </a:lnTo>
                  <a:lnTo>
                    <a:pt x="148" y="392"/>
                  </a:lnTo>
                  <a:lnTo>
                    <a:pt x="171" y="407"/>
                  </a:lnTo>
                  <a:lnTo>
                    <a:pt x="194" y="417"/>
                  </a:lnTo>
                  <a:lnTo>
                    <a:pt x="219" y="423"/>
                  </a:lnTo>
                  <a:lnTo>
                    <a:pt x="245" y="426"/>
                  </a:lnTo>
                  <a:lnTo>
                    <a:pt x="245" y="414"/>
                  </a:lnTo>
                  <a:lnTo>
                    <a:pt x="221" y="411"/>
                  </a:lnTo>
                  <a:lnTo>
                    <a:pt x="199" y="406"/>
                  </a:lnTo>
                  <a:lnTo>
                    <a:pt x="178" y="395"/>
                  </a:lnTo>
                  <a:lnTo>
                    <a:pt x="155" y="382"/>
                  </a:lnTo>
                  <a:lnTo>
                    <a:pt x="136" y="363"/>
                  </a:lnTo>
                  <a:lnTo>
                    <a:pt x="116" y="343"/>
                  </a:lnTo>
                  <a:lnTo>
                    <a:pt x="98" y="320"/>
                  </a:lnTo>
                  <a:lnTo>
                    <a:pt x="82" y="292"/>
                  </a:lnTo>
                  <a:lnTo>
                    <a:pt x="66" y="264"/>
                  </a:lnTo>
                  <a:lnTo>
                    <a:pt x="52" y="231"/>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1357" name="Freeform 59"/>
            <p:cNvSpPr>
              <a:spLocks/>
            </p:cNvSpPr>
            <p:nvPr/>
          </p:nvSpPr>
          <p:spPr bwMode="auto">
            <a:xfrm>
              <a:off x="1091" y="2087"/>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4" y="8"/>
                  </a:lnTo>
                  <a:lnTo>
                    <a:pt x="171" y="18"/>
                  </a:lnTo>
                  <a:lnTo>
                    <a:pt x="148" y="34"/>
                  </a:lnTo>
                  <a:lnTo>
                    <a:pt x="126" y="51"/>
                  </a:lnTo>
                  <a:lnTo>
                    <a:pt x="106" y="73"/>
                  </a:lnTo>
                  <a:lnTo>
                    <a:pt x="89" y="98"/>
                  </a:lnTo>
                  <a:lnTo>
                    <a:pt x="71" y="125"/>
                  </a:lnTo>
                  <a:lnTo>
                    <a:pt x="55" y="155"/>
                  </a:lnTo>
                  <a:lnTo>
                    <a:pt x="41" y="188"/>
                  </a:lnTo>
                  <a:lnTo>
                    <a:pt x="29" y="222"/>
                  </a:lnTo>
                  <a:lnTo>
                    <a:pt x="18" y="261"/>
                  </a:lnTo>
                  <a:lnTo>
                    <a:pt x="10" y="298"/>
                  </a:lnTo>
                  <a:lnTo>
                    <a:pt x="4" y="338"/>
                  </a:lnTo>
                  <a:lnTo>
                    <a:pt x="1" y="382"/>
                  </a:lnTo>
                  <a:lnTo>
                    <a:pt x="0" y="424"/>
                  </a:lnTo>
                  <a:lnTo>
                    <a:pt x="11" y="424"/>
                  </a:lnTo>
                  <a:lnTo>
                    <a:pt x="13" y="382"/>
                  </a:lnTo>
                  <a:lnTo>
                    <a:pt x="16" y="341"/>
                  </a:lnTo>
                  <a:lnTo>
                    <a:pt x="22" y="301"/>
                  </a:lnTo>
                  <a:lnTo>
                    <a:pt x="30" y="263"/>
                  </a:lnTo>
                  <a:lnTo>
                    <a:pt x="41" y="227"/>
                  </a:lnTo>
                  <a:lnTo>
                    <a:pt x="52" y="193"/>
                  </a:lnTo>
                  <a:lnTo>
                    <a:pt x="66" y="160"/>
                  </a:lnTo>
                  <a:lnTo>
                    <a:pt x="80" y="132"/>
                  </a:lnTo>
                  <a:lnTo>
                    <a:pt x="98" y="105"/>
                  </a:lnTo>
                  <a:lnTo>
                    <a:pt x="116" y="80"/>
                  </a:lnTo>
                  <a:lnTo>
                    <a:pt x="136" y="60"/>
                  </a:lnTo>
                  <a:lnTo>
                    <a:pt x="155" y="43"/>
                  </a:lnTo>
                  <a:lnTo>
                    <a:pt x="178" y="30"/>
                  </a:lnTo>
                  <a:lnTo>
                    <a:pt x="199" y="19"/>
                  </a:lnTo>
                  <a:lnTo>
                    <a:pt x="221" y="14"/>
                  </a:lnTo>
                  <a:lnTo>
                    <a:pt x="245" y="11"/>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1358" name="Freeform 60"/>
            <p:cNvSpPr>
              <a:spLocks/>
            </p:cNvSpPr>
            <p:nvPr/>
          </p:nvSpPr>
          <p:spPr bwMode="auto">
            <a:xfrm>
              <a:off x="1392" y="2118"/>
              <a:ext cx="49" cy="85"/>
            </a:xfrm>
            <a:custGeom>
              <a:avLst/>
              <a:gdLst>
                <a:gd name="T0" fmla="*/ 2 w 246"/>
                <a:gd name="T1" fmla="*/ 3 h 426"/>
                <a:gd name="T2" fmla="*/ 2 w 246"/>
                <a:gd name="T3" fmla="*/ 3 h 426"/>
                <a:gd name="T4" fmla="*/ 2 w 246"/>
                <a:gd name="T5" fmla="*/ 3 h 426"/>
                <a:gd name="T6" fmla="*/ 2 w 246"/>
                <a:gd name="T7" fmla="*/ 3 h 426"/>
                <a:gd name="T8" fmla="*/ 2 w 246"/>
                <a:gd name="T9" fmla="*/ 2 h 426"/>
                <a:gd name="T10" fmla="*/ 2 w 246"/>
                <a:gd name="T11" fmla="*/ 2 h 426"/>
                <a:gd name="T12" fmla="*/ 2 w 246"/>
                <a:gd name="T13" fmla="*/ 2 h 426"/>
                <a:gd name="T14" fmla="*/ 2 w 246"/>
                <a:gd name="T15" fmla="*/ 2 h 426"/>
                <a:gd name="T16" fmla="*/ 2 w 246"/>
                <a:gd name="T17" fmla="*/ 1 h 426"/>
                <a:gd name="T18" fmla="*/ 1 w 246"/>
                <a:gd name="T19" fmla="*/ 1 h 426"/>
                <a:gd name="T20" fmla="*/ 1 w 246"/>
                <a:gd name="T21" fmla="*/ 1 h 426"/>
                <a:gd name="T22" fmla="*/ 1 w 246"/>
                <a:gd name="T23" fmla="*/ 1 h 426"/>
                <a:gd name="T24" fmla="*/ 1 w 246"/>
                <a:gd name="T25" fmla="*/ 0 h 426"/>
                <a:gd name="T26" fmla="*/ 1 w 246"/>
                <a:gd name="T27" fmla="*/ 0 h 426"/>
                <a:gd name="T28" fmla="*/ 1 w 246"/>
                <a:gd name="T29" fmla="*/ 0 h 426"/>
                <a:gd name="T30" fmla="*/ 0 w 246"/>
                <a:gd name="T31" fmla="*/ 0 h 426"/>
                <a:gd name="T32" fmla="*/ 0 w 246"/>
                <a:gd name="T33" fmla="*/ 0 h 426"/>
                <a:gd name="T34" fmla="*/ 0 w 246"/>
                <a:gd name="T35" fmla="*/ 0 h 426"/>
                <a:gd name="T36" fmla="*/ 0 w 246"/>
                <a:gd name="T37" fmla="*/ 0 h 426"/>
                <a:gd name="T38" fmla="*/ 0 w 246"/>
                <a:gd name="T39" fmla="*/ 0 h 426"/>
                <a:gd name="T40" fmla="*/ 0 w 246"/>
                <a:gd name="T41" fmla="*/ 0 h 426"/>
                <a:gd name="T42" fmla="*/ 1 w 246"/>
                <a:gd name="T43" fmla="*/ 0 h 426"/>
                <a:gd name="T44" fmla="*/ 1 w 246"/>
                <a:gd name="T45" fmla="*/ 0 h 426"/>
                <a:gd name="T46" fmla="*/ 1 w 246"/>
                <a:gd name="T47" fmla="*/ 1 h 426"/>
                <a:gd name="T48" fmla="*/ 1 w 246"/>
                <a:gd name="T49" fmla="*/ 1 h 426"/>
                <a:gd name="T50" fmla="*/ 1 w 246"/>
                <a:gd name="T51" fmla="*/ 1 h 426"/>
                <a:gd name="T52" fmla="*/ 1 w 246"/>
                <a:gd name="T53" fmla="*/ 1 h 426"/>
                <a:gd name="T54" fmla="*/ 1 w 246"/>
                <a:gd name="T55" fmla="*/ 1 h 426"/>
                <a:gd name="T56" fmla="*/ 2 w 246"/>
                <a:gd name="T57" fmla="*/ 2 h 426"/>
                <a:gd name="T58" fmla="*/ 2 w 246"/>
                <a:gd name="T59" fmla="*/ 2 h 426"/>
                <a:gd name="T60" fmla="*/ 2 w 246"/>
                <a:gd name="T61" fmla="*/ 2 h 426"/>
                <a:gd name="T62" fmla="*/ 2 w 246"/>
                <a:gd name="T63" fmla="*/ 2 h 426"/>
                <a:gd name="T64" fmla="*/ 2 w 246"/>
                <a:gd name="T65" fmla="*/ 3 h 426"/>
                <a:gd name="T66" fmla="*/ 2 w 246"/>
                <a:gd name="T67" fmla="*/ 3 h 426"/>
                <a:gd name="T68" fmla="*/ 2 w 246"/>
                <a:gd name="T69" fmla="*/ 3 h 426"/>
                <a:gd name="T70" fmla="*/ 2 w 246"/>
                <a:gd name="T71" fmla="*/ 3 h 426"/>
                <a:gd name="T72" fmla="*/ 2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246" y="426"/>
                  </a:moveTo>
                  <a:lnTo>
                    <a:pt x="246" y="426"/>
                  </a:lnTo>
                  <a:lnTo>
                    <a:pt x="245" y="384"/>
                  </a:lnTo>
                  <a:lnTo>
                    <a:pt x="242" y="340"/>
                  </a:lnTo>
                  <a:lnTo>
                    <a:pt x="236" y="301"/>
                  </a:lnTo>
                  <a:lnTo>
                    <a:pt x="228" y="262"/>
                  </a:lnTo>
                  <a:lnTo>
                    <a:pt x="217" y="224"/>
                  </a:lnTo>
                  <a:lnTo>
                    <a:pt x="205" y="190"/>
                  </a:lnTo>
                  <a:lnTo>
                    <a:pt x="191" y="158"/>
                  </a:lnTo>
                  <a:lnTo>
                    <a:pt x="176" y="126"/>
                  </a:lnTo>
                  <a:lnTo>
                    <a:pt x="157" y="99"/>
                  </a:lnTo>
                  <a:lnTo>
                    <a:pt x="139" y="75"/>
                  </a:lnTo>
                  <a:lnTo>
                    <a:pt x="119" y="53"/>
                  </a:lnTo>
                  <a:lnTo>
                    <a:pt x="96" y="34"/>
                  </a:lnTo>
                  <a:lnTo>
                    <a:pt x="75" y="19"/>
                  </a:lnTo>
                  <a:lnTo>
                    <a:pt x="51" y="9"/>
                  </a:lnTo>
                  <a:lnTo>
                    <a:pt x="26" y="3"/>
                  </a:lnTo>
                  <a:lnTo>
                    <a:pt x="0" y="0"/>
                  </a:lnTo>
                  <a:lnTo>
                    <a:pt x="0" y="12"/>
                  </a:lnTo>
                  <a:lnTo>
                    <a:pt x="24" y="15"/>
                  </a:lnTo>
                  <a:lnTo>
                    <a:pt x="46" y="20"/>
                  </a:lnTo>
                  <a:lnTo>
                    <a:pt x="68" y="31"/>
                  </a:lnTo>
                  <a:lnTo>
                    <a:pt x="89" y="44"/>
                  </a:lnTo>
                  <a:lnTo>
                    <a:pt x="109" y="63"/>
                  </a:lnTo>
                  <a:lnTo>
                    <a:pt x="129" y="83"/>
                  </a:lnTo>
                  <a:lnTo>
                    <a:pt x="148" y="106"/>
                  </a:lnTo>
                  <a:lnTo>
                    <a:pt x="164" y="133"/>
                  </a:lnTo>
                  <a:lnTo>
                    <a:pt x="180" y="162"/>
                  </a:lnTo>
                  <a:lnTo>
                    <a:pt x="194" y="195"/>
                  </a:lnTo>
                  <a:lnTo>
                    <a:pt x="205" y="229"/>
                  </a:lnTo>
                  <a:lnTo>
                    <a:pt x="216" y="264"/>
                  </a:lnTo>
                  <a:lnTo>
                    <a:pt x="224" y="303"/>
                  </a:lnTo>
                  <a:lnTo>
                    <a:pt x="230" y="343"/>
                  </a:lnTo>
                  <a:lnTo>
                    <a:pt x="233" y="384"/>
                  </a:lnTo>
                  <a:lnTo>
                    <a:pt x="235" y="426"/>
                  </a:lnTo>
                  <a:lnTo>
                    <a:pt x="246"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1359" name="Freeform 61"/>
            <p:cNvSpPr>
              <a:spLocks/>
            </p:cNvSpPr>
            <p:nvPr/>
          </p:nvSpPr>
          <p:spPr bwMode="auto">
            <a:xfrm>
              <a:off x="1392" y="2203"/>
              <a:ext cx="49" cy="85"/>
            </a:xfrm>
            <a:custGeom>
              <a:avLst/>
              <a:gdLst>
                <a:gd name="T0" fmla="*/ 0 w 246"/>
                <a:gd name="T1" fmla="*/ 3 h 424"/>
                <a:gd name="T2" fmla="*/ 0 w 246"/>
                <a:gd name="T3" fmla="*/ 3 h 424"/>
                <a:gd name="T4" fmla="*/ 0 w 246"/>
                <a:gd name="T5" fmla="*/ 3 h 424"/>
                <a:gd name="T6" fmla="*/ 0 w 246"/>
                <a:gd name="T7" fmla="*/ 3 h 424"/>
                <a:gd name="T8" fmla="*/ 1 w 246"/>
                <a:gd name="T9" fmla="*/ 3 h 424"/>
                <a:gd name="T10" fmla="*/ 1 w 246"/>
                <a:gd name="T11" fmla="*/ 3 h 424"/>
                <a:gd name="T12" fmla="*/ 1 w 246"/>
                <a:gd name="T13" fmla="*/ 3 h 424"/>
                <a:gd name="T14" fmla="*/ 1 w 246"/>
                <a:gd name="T15" fmla="*/ 3 h 424"/>
                <a:gd name="T16" fmla="*/ 1 w 246"/>
                <a:gd name="T17" fmla="*/ 3 h 424"/>
                <a:gd name="T18" fmla="*/ 1 w 246"/>
                <a:gd name="T19" fmla="*/ 2 h 424"/>
                <a:gd name="T20" fmla="*/ 2 w 246"/>
                <a:gd name="T21" fmla="*/ 2 h 424"/>
                <a:gd name="T22" fmla="*/ 2 w 246"/>
                <a:gd name="T23" fmla="*/ 2 h 424"/>
                <a:gd name="T24" fmla="*/ 2 w 246"/>
                <a:gd name="T25" fmla="*/ 2 h 424"/>
                <a:gd name="T26" fmla="*/ 2 w 246"/>
                <a:gd name="T27" fmla="*/ 1 h 424"/>
                <a:gd name="T28" fmla="*/ 2 w 246"/>
                <a:gd name="T29" fmla="*/ 1 h 424"/>
                <a:gd name="T30" fmla="*/ 2 w 246"/>
                <a:gd name="T31" fmla="*/ 1 h 424"/>
                <a:gd name="T32" fmla="*/ 2 w 246"/>
                <a:gd name="T33" fmla="*/ 0 h 424"/>
                <a:gd name="T34" fmla="*/ 2 w 246"/>
                <a:gd name="T35" fmla="*/ 0 h 424"/>
                <a:gd name="T36" fmla="*/ 2 w 246"/>
                <a:gd name="T37" fmla="*/ 0 h 424"/>
                <a:gd name="T38" fmla="*/ 2 w 246"/>
                <a:gd name="T39" fmla="*/ 0 h 424"/>
                <a:gd name="T40" fmla="*/ 2 w 246"/>
                <a:gd name="T41" fmla="*/ 1 h 424"/>
                <a:gd name="T42" fmla="*/ 2 w 246"/>
                <a:gd name="T43" fmla="*/ 1 h 424"/>
                <a:gd name="T44" fmla="*/ 2 w 246"/>
                <a:gd name="T45" fmla="*/ 1 h 424"/>
                <a:gd name="T46" fmla="*/ 2 w 246"/>
                <a:gd name="T47" fmla="*/ 2 h 424"/>
                <a:gd name="T48" fmla="*/ 2 w 246"/>
                <a:gd name="T49" fmla="*/ 2 h 424"/>
                <a:gd name="T50" fmla="*/ 1 w 246"/>
                <a:gd name="T51" fmla="*/ 2 h 424"/>
                <a:gd name="T52" fmla="*/ 1 w 246"/>
                <a:gd name="T53" fmla="*/ 2 h 424"/>
                <a:gd name="T54" fmla="*/ 1 w 246"/>
                <a:gd name="T55" fmla="*/ 3 h 424"/>
                <a:gd name="T56" fmla="*/ 1 w 246"/>
                <a:gd name="T57" fmla="*/ 3 h 424"/>
                <a:gd name="T58" fmla="*/ 1 w 246"/>
                <a:gd name="T59" fmla="*/ 3 h 424"/>
                <a:gd name="T60" fmla="*/ 1 w 246"/>
                <a:gd name="T61" fmla="*/ 3 h 424"/>
                <a:gd name="T62" fmla="*/ 1 w 246"/>
                <a:gd name="T63" fmla="*/ 3 h 424"/>
                <a:gd name="T64" fmla="*/ 0 w 246"/>
                <a:gd name="T65" fmla="*/ 3 h 424"/>
                <a:gd name="T66" fmla="*/ 0 w 246"/>
                <a:gd name="T67" fmla="*/ 3 h 424"/>
                <a:gd name="T68" fmla="*/ 0 w 246"/>
                <a:gd name="T69" fmla="*/ 3 h 424"/>
                <a:gd name="T70" fmla="*/ 0 w 246"/>
                <a:gd name="T71" fmla="*/ 3 h 424"/>
                <a:gd name="T72" fmla="*/ 0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0" y="424"/>
                  </a:moveTo>
                  <a:lnTo>
                    <a:pt x="0" y="424"/>
                  </a:lnTo>
                  <a:lnTo>
                    <a:pt x="26" y="422"/>
                  </a:lnTo>
                  <a:lnTo>
                    <a:pt x="51" y="416"/>
                  </a:lnTo>
                  <a:lnTo>
                    <a:pt x="75" y="406"/>
                  </a:lnTo>
                  <a:lnTo>
                    <a:pt x="96" y="390"/>
                  </a:lnTo>
                  <a:lnTo>
                    <a:pt x="119" y="373"/>
                  </a:lnTo>
                  <a:lnTo>
                    <a:pt x="139" y="351"/>
                  </a:lnTo>
                  <a:lnTo>
                    <a:pt x="157" y="326"/>
                  </a:lnTo>
                  <a:lnTo>
                    <a:pt x="175" y="299"/>
                  </a:lnTo>
                  <a:lnTo>
                    <a:pt x="191" y="269"/>
                  </a:lnTo>
                  <a:lnTo>
                    <a:pt x="205" y="236"/>
                  </a:lnTo>
                  <a:lnTo>
                    <a:pt x="217" y="202"/>
                  </a:lnTo>
                  <a:lnTo>
                    <a:pt x="228" y="163"/>
                  </a:lnTo>
                  <a:lnTo>
                    <a:pt x="236" y="125"/>
                  </a:lnTo>
                  <a:lnTo>
                    <a:pt x="242" y="86"/>
                  </a:lnTo>
                  <a:lnTo>
                    <a:pt x="245" y="42"/>
                  </a:lnTo>
                  <a:lnTo>
                    <a:pt x="246" y="0"/>
                  </a:lnTo>
                  <a:lnTo>
                    <a:pt x="235" y="0"/>
                  </a:lnTo>
                  <a:lnTo>
                    <a:pt x="233" y="42"/>
                  </a:lnTo>
                  <a:lnTo>
                    <a:pt x="230" y="83"/>
                  </a:lnTo>
                  <a:lnTo>
                    <a:pt x="224" y="123"/>
                  </a:lnTo>
                  <a:lnTo>
                    <a:pt x="216" y="161"/>
                  </a:lnTo>
                  <a:lnTo>
                    <a:pt x="205" y="197"/>
                  </a:lnTo>
                  <a:lnTo>
                    <a:pt x="194" y="231"/>
                  </a:lnTo>
                  <a:lnTo>
                    <a:pt x="180" y="264"/>
                  </a:lnTo>
                  <a:lnTo>
                    <a:pt x="166" y="292"/>
                  </a:lnTo>
                  <a:lnTo>
                    <a:pt x="148" y="319"/>
                  </a:lnTo>
                  <a:lnTo>
                    <a:pt x="129" y="344"/>
                  </a:lnTo>
                  <a:lnTo>
                    <a:pt x="109" y="364"/>
                  </a:lnTo>
                  <a:lnTo>
                    <a:pt x="89" y="381"/>
                  </a:lnTo>
                  <a:lnTo>
                    <a:pt x="68" y="394"/>
                  </a:lnTo>
                  <a:lnTo>
                    <a:pt x="46" y="405"/>
                  </a:lnTo>
                  <a:lnTo>
                    <a:pt x="24" y="410"/>
                  </a:lnTo>
                  <a:lnTo>
                    <a:pt x="0" y="413"/>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1360" name="Freeform 62"/>
            <p:cNvSpPr>
              <a:spLocks/>
            </p:cNvSpPr>
            <p:nvPr/>
          </p:nvSpPr>
          <p:spPr bwMode="auto">
            <a:xfrm>
              <a:off x="1343" y="2203"/>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2" y="42"/>
                  </a:lnTo>
                  <a:lnTo>
                    <a:pt x="5" y="86"/>
                  </a:lnTo>
                  <a:lnTo>
                    <a:pt x="11" y="125"/>
                  </a:lnTo>
                  <a:lnTo>
                    <a:pt x="19" y="163"/>
                  </a:lnTo>
                  <a:lnTo>
                    <a:pt x="30" y="202"/>
                  </a:lnTo>
                  <a:lnTo>
                    <a:pt x="41" y="236"/>
                  </a:lnTo>
                  <a:lnTo>
                    <a:pt x="56" y="269"/>
                  </a:lnTo>
                  <a:lnTo>
                    <a:pt x="72" y="299"/>
                  </a:lnTo>
                  <a:lnTo>
                    <a:pt x="90" y="326"/>
                  </a:lnTo>
                  <a:lnTo>
                    <a:pt x="108" y="351"/>
                  </a:lnTo>
                  <a:lnTo>
                    <a:pt x="127" y="373"/>
                  </a:lnTo>
                  <a:lnTo>
                    <a:pt x="149" y="390"/>
                  </a:lnTo>
                  <a:lnTo>
                    <a:pt x="172" y="406"/>
                  </a:lnTo>
                  <a:lnTo>
                    <a:pt x="195" y="416"/>
                  </a:lnTo>
                  <a:lnTo>
                    <a:pt x="220" y="422"/>
                  </a:lnTo>
                  <a:lnTo>
                    <a:pt x="245" y="424"/>
                  </a:lnTo>
                  <a:lnTo>
                    <a:pt x="245" y="413"/>
                  </a:lnTo>
                  <a:lnTo>
                    <a:pt x="222" y="410"/>
                  </a:lnTo>
                  <a:lnTo>
                    <a:pt x="200" y="405"/>
                  </a:lnTo>
                  <a:lnTo>
                    <a:pt x="179" y="394"/>
                  </a:lnTo>
                  <a:lnTo>
                    <a:pt x="156" y="381"/>
                  </a:lnTo>
                  <a:lnTo>
                    <a:pt x="136" y="364"/>
                  </a:lnTo>
                  <a:lnTo>
                    <a:pt x="118" y="344"/>
                  </a:lnTo>
                  <a:lnTo>
                    <a:pt x="99" y="319"/>
                  </a:lnTo>
                  <a:lnTo>
                    <a:pt x="81" y="292"/>
                  </a:lnTo>
                  <a:lnTo>
                    <a:pt x="67" y="264"/>
                  </a:lnTo>
                  <a:lnTo>
                    <a:pt x="53" y="231"/>
                  </a:lnTo>
                  <a:lnTo>
                    <a:pt x="41" y="197"/>
                  </a:lnTo>
                  <a:lnTo>
                    <a:pt x="31" y="161"/>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1361" name="Freeform 63"/>
            <p:cNvSpPr>
              <a:spLocks/>
            </p:cNvSpPr>
            <p:nvPr/>
          </p:nvSpPr>
          <p:spPr bwMode="auto">
            <a:xfrm>
              <a:off x="1343" y="2118"/>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1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20" y="3"/>
                  </a:lnTo>
                  <a:lnTo>
                    <a:pt x="195" y="9"/>
                  </a:lnTo>
                  <a:lnTo>
                    <a:pt x="172" y="19"/>
                  </a:lnTo>
                  <a:lnTo>
                    <a:pt x="149" y="34"/>
                  </a:lnTo>
                  <a:lnTo>
                    <a:pt x="127" y="53"/>
                  </a:lnTo>
                  <a:lnTo>
                    <a:pt x="108" y="75"/>
                  </a:lnTo>
                  <a:lnTo>
                    <a:pt x="90" y="99"/>
                  </a:lnTo>
                  <a:lnTo>
                    <a:pt x="71" y="126"/>
                  </a:lnTo>
                  <a:lnTo>
                    <a:pt x="56" y="158"/>
                  </a:lnTo>
                  <a:lnTo>
                    <a:pt x="41" y="190"/>
                  </a:lnTo>
                  <a:lnTo>
                    <a:pt x="30" y="224"/>
                  </a:lnTo>
                  <a:lnTo>
                    <a:pt x="19" y="262"/>
                  </a:lnTo>
                  <a:lnTo>
                    <a:pt x="11" y="301"/>
                  </a:lnTo>
                  <a:lnTo>
                    <a:pt x="5" y="340"/>
                  </a:lnTo>
                  <a:lnTo>
                    <a:pt x="2" y="384"/>
                  </a:lnTo>
                  <a:lnTo>
                    <a:pt x="0" y="426"/>
                  </a:lnTo>
                  <a:lnTo>
                    <a:pt x="12" y="426"/>
                  </a:lnTo>
                  <a:lnTo>
                    <a:pt x="13" y="384"/>
                  </a:lnTo>
                  <a:lnTo>
                    <a:pt x="17" y="343"/>
                  </a:lnTo>
                  <a:lnTo>
                    <a:pt x="23" y="303"/>
                  </a:lnTo>
                  <a:lnTo>
                    <a:pt x="31" y="264"/>
                  </a:lnTo>
                  <a:lnTo>
                    <a:pt x="41" y="229"/>
                  </a:lnTo>
                  <a:lnTo>
                    <a:pt x="53" y="195"/>
                  </a:lnTo>
                  <a:lnTo>
                    <a:pt x="67" y="162"/>
                  </a:lnTo>
                  <a:lnTo>
                    <a:pt x="82" y="133"/>
                  </a:lnTo>
                  <a:lnTo>
                    <a:pt x="99" y="106"/>
                  </a:lnTo>
                  <a:lnTo>
                    <a:pt x="118" y="83"/>
                  </a:lnTo>
                  <a:lnTo>
                    <a:pt x="136" y="63"/>
                  </a:lnTo>
                  <a:lnTo>
                    <a:pt x="156" y="44"/>
                  </a:lnTo>
                  <a:lnTo>
                    <a:pt x="179" y="31"/>
                  </a:lnTo>
                  <a:lnTo>
                    <a:pt x="200" y="20"/>
                  </a:lnTo>
                  <a:lnTo>
                    <a:pt x="222" y="15"/>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1362" name="Freeform 64"/>
            <p:cNvSpPr>
              <a:spLocks/>
            </p:cNvSpPr>
            <p:nvPr/>
          </p:nvSpPr>
          <p:spPr bwMode="auto">
            <a:xfrm>
              <a:off x="1384" y="1859"/>
              <a:ext cx="49" cy="84"/>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1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3" y="382"/>
                  </a:lnTo>
                  <a:lnTo>
                    <a:pt x="240" y="339"/>
                  </a:lnTo>
                  <a:lnTo>
                    <a:pt x="234" y="299"/>
                  </a:lnTo>
                  <a:lnTo>
                    <a:pt x="226" y="261"/>
                  </a:lnTo>
                  <a:lnTo>
                    <a:pt x="215" y="222"/>
                  </a:lnTo>
                  <a:lnTo>
                    <a:pt x="204" y="188"/>
                  </a:lnTo>
                  <a:lnTo>
                    <a:pt x="189" y="156"/>
                  </a:lnTo>
                  <a:lnTo>
                    <a:pt x="173" y="125"/>
                  </a:lnTo>
                  <a:lnTo>
                    <a:pt x="155" y="98"/>
                  </a:lnTo>
                  <a:lnTo>
                    <a:pt x="138" y="74"/>
                  </a:lnTo>
                  <a:lnTo>
                    <a:pt x="118" y="51"/>
                  </a:lnTo>
                  <a:lnTo>
                    <a:pt x="96" y="34"/>
                  </a:lnTo>
                  <a:lnTo>
                    <a:pt x="73" y="18"/>
                  </a:lnTo>
                  <a:lnTo>
                    <a:pt x="50" y="8"/>
                  </a:lnTo>
                  <a:lnTo>
                    <a:pt x="25" y="2"/>
                  </a:lnTo>
                  <a:lnTo>
                    <a:pt x="0" y="0"/>
                  </a:lnTo>
                  <a:lnTo>
                    <a:pt x="0" y="11"/>
                  </a:lnTo>
                  <a:lnTo>
                    <a:pt x="23" y="14"/>
                  </a:lnTo>
                  <a:lnTo>
                    <a:pt x="45" y="20"/>
                  </a:lnTo>
                  <a:lnTo>
                    <a:pt x="66" y="30"/>
                  </a:lnTo>
                  <a:lnTo>
                    <a:pt x="89" y="43"/>
                  </a:lnTo>
                  <a:lnTo>
                    <a:pt x="109" y="61"/>
                  </a:lnTo>
                  <a:lnTo>
                    <a:pt x="129" y="81"/>
                  </a:lnTo>
                  <a:lnTo>
                    <a:pt x="146" y="105"/>
                  </a:lnTo>
                  <a:lnTo>
                    <a:pt x="164" y="132"/>
                  </a:lnTo>
                  <a:lnTo>
                    <a:pt x="178" y="160"/>
                  </a:lnTo>
                  <a:lnTo>
                    <a:pt x="192" y="193"/>
                  </a:lnTo>
                  <a:lnTo>
                    <a:pt x="204" y="227"/>
                  </a:lnTo>
                  <a:lnTo>
                    <a:pt x="214" y="264"/>
                  </a:lnTo>
                  <a:lnTo>
                    <a:pt x="222" y="301"/>
                  </a:lnTo>
                  <a:lnTo>
                    <a:pt x="228"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1363" name="Freeform 65"/>
            <p:cNvSpPr>
              <a:spLocks/>
            </p:cNvSpPr>
            <p:nvPr/>
          </p:nvSpPr>
          <p:spPr bwMode="auto">
            <a:xfrm>
              <a:off x="1384" y="1943"/>
              <a:ext cx="49" cy="86"/>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5" y="423"/>
                  </a:lnTo>
                  <a:lnTo>
                    <a:pt x="50" y="418"/>
                  </a:lnTo>
                  <a:lnTo>
                    <a:pt x="73" y="407"/>
                  </a:lnTo>
                  <a:lnTo>
                    <a:pt x="96" y="392"/>
                  </a:lnTo>
                  <a:lnTo>
                    <a:pt x="118" y="374"/>
                  </a:lnTo>
                  <a:lnTo>
                    <a:pt x="138" y="352"/>
                  </a:lnTo>
                  <a:lnTo>
                    <a:pt x="155" y="327"/>
                  </a:lnTo>
                  <a:lnTo>
                    <a:pt x="174" y="300"/>
                  </a:lnTo>
                  <a:lnTo>
                    <a:pt x="189" y="269"/>
                  </a:lnTo>
                  <a:lnTo>
                    <a:pt x="204" y="237"/>
                  </a:lnTo>
                  <a:lnTo>
                    <a:pt x="215" y="202"/>
                  </a:lnTo>
                  <a:lnTo>
                    <a:pt x="226" y="164"/>
                  </a:lnTo>
                  <a:lnTo>
                    <a:pt x="234" y="126"/>
                  </a:lnTo>
                  <a:lnTo>
                    <a:pt x="240" y="86"/>
                  </a:lnTo>
                  <a:lnTo>
                    <a:pt x="243" y="42"/>
                  </a:lnTo>
                  <a:lnTo>
                    <a:pt x="245" y="0"/>
                  </a:lnTo>
                  <a:lnTo>
                    <a:pt x="233" y="0"/>
                  </a:lnTo>
                  <a:lnTo>
                    <a:pt x="232" y="42"/>
                  </a:lnTo>
                  <a:lnTo>
                    <a:pt x="228" y="83"/>
                  </a:lnTo>
                  <a:lnTo>
                    <a:pt x="222" y="123"/>
                  </a:lnTo>
                  <a:lnTo>
                    <a:pt x="214" y="162"/>
                  </a:lnTo>
                  <a:lnTo>
                    <a:pt x="204" y="197"/>
                  </a:lnTo>
                  <a:lnTo>
                    <a:pt x="192" y="232"/>
                  </a:lnTo>
                  <a:lnTo>
                    <a:pt x="178" y="264"/>
                  </a:lnTo>
                  <a:lnTo>
                    <a:pt x="163" y="293"/>
                  </a:lnTo>
                  <a:lnTo>
                    <a:pt x="146" y="320"/>
                  </a:lnTo>
                  <a:lnTo>
                    <a:pt x="129" y="345"/>
                  </a:lnTo>
                  <a:lnTo>
                    <a:pt x="109" y="365"/>
                  </a:lnTo>
                  <a:lnTo>
                    <a:pt x="89" y="382"/>
                  </a:lnTo>
                  <a:lnTo>
                    <a:pt x="66" y="395"/>
                  </a:lnTo>
                  <a:lnTo>
                    <a:pt x="45" y="406"/>
                  </a:lnTo>
                  <a:lnTo>
                    <a:pt x="23"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1364" name="Freeform 66"/>
            <p:cNvSpPr>
              <a:spLocks/>
            </p:cNvSpPr>
            <p:nvPr/>
          </p:nvSpPr>
          <p:spPr bwMode="auto">
            <a:xfrm>
              <a:off x="1335" y="1943"/>
              <a:ext cx="49" cy="86"/>
            </a:xfrm>
            <a:custGeom>
              <a:avLst/>
              <a:gdLst>
                <a:gd name="T0" fmla="*/ 0 w 246"/>
                <a:gd name="T1" fmla="*/ 0 h 426"/>
                <a:gd name="T2" fmla="*/ 0 w 246"/>
                <a:gd name="T3" fmla="*/ 0 h 426"/>
                <a:gd name="T4" fmla="*/ 0 w 246"/>
                <a:gd name="T5" fmla="*/ 0 h 426"/>
                <a:gd name="T6" fmla="*/ 0 w 246"/>
                <a:gd name="T7" fmla="*/ 1 h 426"/>
                <a:gd name="T8" fmla="*/ 0 w 246"/>
                <a:gd name="T9" fmla="*/ 1 h 426"/>
                <a:gd name="T10" fmla="*/ 0 w 246"/>
                <a:gd name="T11" fmla="*/ 1 h 426"/>
                <a:gd name="T12" fmla="*/ 0 w 246"/>
                <a:gd name="T13" fmla="*/ 2 h 426"/>
                <a:gd name="T14" fmla="*/ 0 w 246"/>
                <a:gd name="T15" fmla="*/ 2 h 426"/>
                <a:gd name="T16" fmla="*/ 0 w 246"/>
                <a:gd name="T17" fmla="*/ 2 h 426"/>
                <a:gd name="T18" fmla="*/ 1 w 246"/>
                <a:gd name="T19" fmla="*/ 2 h 426"/>
                <a:gd name="T20" fmla="*/ 1 w 246"/>
                <a:gd name="T21" fmla="*/ 3 h 426"/>
                <a:gd name="T22" fmla="*/ 1 w 246"/>
                <a:gd name="T23" fmla="*/ 3 h 426"/>
                <a:gd name="T24" fmla="*/ 1 w 246"/>
                <a:gd name="T25" fmla="*/ 3 h 426"/>
                <a:gd name="T26" fmla="*/ 1 w 246"/>
                <a:gd name="T27" fmla="*/ 3 h 426"/>
                <a:gd name="T28" fmla="*/ 1 w 246"/>
                <a:gd name="T29" fmla="*/ 3 h 426"/>
                <a:gd name="T30" fmla="*/ 2 w 246"/>
                <a:gd name="T31" fmla="*/ 3 h 426"/>
                <a:gd name="T32" fmla="*/ 2 w 246"/>
                <a:gd name="T33" fmla="*/ 3 h 426"/>
                <a:gd name="T34" fmla="*/ 2 w 246"/>
                <a:gd name="T35" fmla="*/ 3 h 426"/>
                <a:gd name="T36" fmla="*/ 2 w 246"/>
                <a:gd name="T37" fmla="*/ 3 h 426"/>
                <a:gd name="T38" fmla="*/ 2 w 246"/>
                <a:gd name="T39" fmla="*/ 3 h 426"/>
                <a:gd name="T40" fmla="*/ 2 w 246"/>
                <a:gd name="T41" fmla="*/ 3 h 426"/>
                <a:gd name="T42" fmla="*/ 1 w 246"/>
                <a:gd name="T43" fmla="*/ 3 h 426"/>
                <a:gd name="T44" fmla="*/ 1 w 246"/>
                <a:gd name="T45" fmla="*/ 3 h 426"/>
                <a:gd name="T46" fmla="*/ 1 w 246"/>
                <a:gd name="T47" fmla="*/ 3 h 426"/>
                <a:gd name="T48" fmla="*/ 1 w 246"/>
                <a:gd name="T49" fmla="*/ 3 h 426"/>
                <a:gd name="T50" fmla="*/ 1 w 246"/>
                <a:gd name="T51" fmla="*/ 3 h 426"/>
                <a:gd name="T52" fmla="*/ 1 w 246"/>
                <a:gd name="T53" fmla="*/ 2 h 426"/>
                <a:gd name="T54" fmla="*/ 1 w 246"/>
                <a:gd name="T55" fmla="*/ 2 h 426"/>
                <a:gd name="T56" fmla="*/ 0 w 246"/>
                <a:gd name="T57" fmla="*/ 2 h 426"/>
                <a:gd name="T58" fmla="*/ 0 w 246"/>
                <a:gd name="T59" fmla="*/ 2 h 426"/>
                <a:gd name="T60" fmla="*/ 0 w 246"/>
                <a:gd name="T61" fmla="*/ 1 h 426"/>
                <a:gd name="T62" fmla="*/ 0 w 246"/>
                <a:gd name="T63" fmla="*/ 1 h 426"/>
                <a:gd name="T64" fmla="*/ 0 w 246"/>
                <a:gd name="T65" fmla="*/ 1 h 426"/>
                <a:gd name="T66" fmla="*/ 0 w 246"/>
                <a:gd name="T67" fmla="*/ 0 h 426"/>
                <a:gd name="T68" fmla="*/ 0 w 246"/>
                <a:gd name="T69" fmla="*/ 0 h 426"/>
                <a:gd name="T70" fmla="*/ 0 w 246"/>
                <a:gd name="T71" fmla="*/ 0 h 426"/>
                <a:gd name="T72" fmla="*/ 0 w 246"/>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0"/>
                  </a:moveTo>
                  <a:lnTo>
                    <a:pt x="0" y="0"/>
                  </a:lnTo>
                  <a:lnTo>
                    <a:pt x="1" y="42"/>
                  </a:lnTo>
                  <a:lnTo>
                    <a:pt x="4" y="86"/>
                  </a:lnTo>
                  <a:lnTo>
                    <a:pt x="10" y="126"/>
                  </a:lnTo>
                  <a:lnTo>
                    <a:pt x="18" y="164"/>
                  </a:lnTo>
                  <a:lnTo>
                    <a:pt x="29" y="202"/>
                  </a:lnTo>
                  <a:lnTo>
                    <a:pt x="41" y="237"/>
                  </a:lnTo>
                  <a:lnTo>
                    <a:pt x="55" y="269"/>
                  </a:lnTo>
                  <a:lnTo>
                    <a:pt x="71" y="300"/>
                  </a:lnTo>
                  <a:lnTo>
                    <a:pt x="89" y="327"/>
                  </a:lnTo>
                  <a:lnTo>
                    <a:pt x="107" y="352"/>
                  </a:lnTo>
                  <a:lnTo>
                    <a:pt x="127" y="374"/>
                  </a:lnTo>
                  <a:lnTo>
                    <a:pt x="150" y="392"/>
                  </a:lnTo>
                  <a:lnTo>
                    <a:pt x="171" y="407"/>
                  </a:lnTo>
                  <a:lnTo>
                    <a:pt x="195" y="418"/>
                  </a:lnTo>
                  <a:lnTo>
                    <a:pt x="220" y="423"/>
                  </a:lnTo>
                  <a:lnTo>
                    <a:pt x="246" y="426"/>
                  </a:lnTo>
                  <a:lnTo>
                    <a:pt x="246" y="414"/>
                  </a:lnTo>
                  <a:lnTo>
                    <a:pt x="222" y="412"/>
                  </a:lnTo>
                  <a:lnTo>
                    <a:pt x="200" y="406"/>
                  </a:lnTo>
                  <a:lnTo>
                    <a:pt x="178" y="395"/>
                  </a:lnTo>
                  <a:lnTo>
                    <a:pt x="157" y="382"/>
                  </a:lnTo>
                  <a:lnTo>
                    <a:pt x="137" y="365"/>
                  </a:lnTo>
                  <a:lnTo>
                    <a:pt x="117" y="345"/>
                  </a:lnTo>
                  <a:lnTo>
                    <a:pt x="98" y="320"/>
                  </a:lnTo>
                  <a:lnTo>
                    <a:pt x="83" y="293"/>
                  </a:lnTo>
                  <a:lnTo>
                    <a:pt x="66" y="264"/>
                  </a:lnTo>
                  <a:lnTo>
                    <a:pt x="52" y="232"/>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1365" name="Freeform 67"/>
            <p:cNvSpPr>
              <a:spLocks/>
            </p:cNvSpPr>
            <p:nvPr/>
          </p:nvSpPr>
          <p:spPr bwMode="auto">
            <a:xfrm>
              <a:off x="1335" y="1859"/>
              <a:ext cx="49" cy="84"/>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1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0" y="2"/>
                  </a:lnTo>
                  <a:lnTo>
                    <a:pt x="195" y="8"/>
                  </a:lnTo>
                  <a:lnTo>
                    <a:pt x="171" y="18"/>
                  </a:lnTo>
                  <a:lnTo>
                    <a:pt x="150" y="34"/>
                  </a:lnTo>
                  <a:lnTo>
                    <a:pt x="127" y="51"/>
                  </a:lnTo>
                  <a:lnTo>
                    <a:pt x="107" y="74"/>
                  </a:lnTo>
                  <a:lnTo>
                    <a:pt x="89" y="98"/>
                  </a:lnTo>
                  <a:lnTo>
                    <a:pt x="72" y="125"/>
                  </a:lnTo>
                  <a:lnTo>
                    <a:pt x="55" y="156"/>
                  </a:lnTo>
                  <a:lnTo>
                    <a:pt x="41" y="188"/>
                  </a:lnTo>
                  <a:lnTo>
                    <a:pt x="29" y="222"/>
                  </a:lnTo>
                  <a:lnTo>
                    <a:pt x="18" y="261"/>
                  </a:lnTo>
                  <a:lnTo>
                    <a:pt x="10" y="299"/>
                  </a:lnTo>
                  <a:lnTo>
                    <a:pt x="4" y="339"/>
                  </a:lnTo>
                  <a:lnTo>
                    <a:pt x="1" y="382"/>
                  </a:lnTo>
                  <a:lnTo>
                    <a:pt x="0" y="424"/>
                  </a:lnTo>
                  <a:lnTo>
                    <a:pt x="11" y="424"/>
                  </a:lnTo>
                  <a:lnTo>
                    <a:pt x="13" y="382"/>
                  </a:lnTo>
                  <a:lnTo>
                    <a:pt x="16" y="341"/>
                  </a:lnTo>
                  <a:lnTo>
                    <a:pt x="22" y="301"/>
                  </a:lnTo>
                  <a:lnTo>
                    <a:pt x="30" y="264"/>
                  </a:lnTo>
                  <a:lnTo>
                    <a:pt x="41" y="227"/>
                  </a:lnTo>
                  <a:lnTo>
                    <a:pt x="52" y="193"/>
                  </a:lnTo>
                  <a:lnTo>
                    <a:pt x="66" y="160"/>
                  </a:lnTo>
                  <a:lnTo>
                    <a:pt x="82" y="132"/>
                  </a:lnTo>
                  <a:lnTo>
                    <a:pt x="98" y="105"/>
                  </a:lnTo>
                  <a:lnTo>
                    <a:pt x="117" y="81"/>
                  </a:lnTo>
                  <a:lnTo>
                    <a:pt x="137" y="61"/>
                  </a:lnTo>
                  <a:lnTo>
                    <a:pt x="157" y="43"/>
                  </a:lnTo>
                  <a:lnTo>
                    <a:pt x="178" y="30"/>
                  </a:lnTo>
                  <a:lnTo>
                    <a:pt x="200" y="20"/>
                  </a:lnTo>
                  <a:lnTo>
                    <a:pt x="222" y="14"/>
                  </a:lnTo>
                  <a:lnTo>
                    <a:pt x="246" y="11"/>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1366" name="Freeform 68"/>
            <p:cNvSpPr>
              <a:spLocks/>
            </p:cNvSpPr>
            <p:nvPr/>
          </p:nvSpPr>
          <p:spPr bwMode="auto">
            <a:xfrm>
              <a:off x="1552" y="1751"/>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1" y="339"/>
                  </a:lnTo>
                  <a:lnTo>
                    <a:pt x="235" y="299"/>
                  </a:lnTo>
                  <a:lnTo>
                    <a:pt x="226" y="261"/>
                  </a:lnTo>
                  <a:lnTo>
                    <a:pt x="216" y="223"/>
                  </a:lnTo>
                  <a:lnTo>
                    <a:pt x="204" y="189"/>
                  </a:lnTo>
                  <a:lnTo>
                    <a:pt x="190" y="156"/>
                  </a:lnTo>
                  <a:lnTo>
                    <a:pt x="174" y="125"/>
                  </a:lnTo>
                  <a:lnTo>
                    <a:pt x="156" y="98"/>
                  </a:lnTo>
                  <a:lnTo>
                    <a:pt x="137" y="74"/>
                  </a:lnTo>
                  <a:lnTo>
                    <a:pt x="119" y="52"/>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8" y="81"/>
                  </a:lnTo>
                  <a:lnTo>
                    <a:pt x="147" y="105"/>
                  </a:lnTo>
                  <a:lnTo>
                    <a:pt x="164" y="132"/>
                  </a:lnTo>
                  <a:lnTo>
                    <a:pt x="178" y="161"/>
                  </a:lnTo>
                  <a:lnTo>
                    <a:pt x="193" y="193"/>
                  </a:lnTo>
                  <a:lnTo>
                    <a:pt x="204" y="227"/>
                  </a:lnTo>
                  <a:lnTo>
                    <a:pt x="215" y="264"/>
                  </a:lnTo>
                  <a:lnTo>
                    <a:pt x="223" y="301"/>
                  </a:lnTo>
                  <a:lnTo>
                    <a:pt x="229" y="341"/>
                  </a:lnTo>
                  <a:lnTo>
                    <a:pt x="232" y="382"/>
                  </a:lnTo>
                  <a:lnTo>
                    <a:pt x="234"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1367" name="Freeform 69"/>
            <p:cNvSpPr>
              <a:spLocks/>
            </p:cNvSpPr>
            <p:nvPr/>
          </p:nvSpPr>
          <p:spPr bwMode="auto">
            <a:xfrm>
              <a:off x="1552" y="1836"/>
              <a:ext cx="49" cy="85"/>
            </a:xfrm>
            <a:custGeom>
              <a:avLst/>
              <a:gdLst>
                <a:gd name="T0" fmla="*/ 0 w 245"/>
                <a:gd name="T1" fmla="*/ 3 h 425"/>
                <a:gd name="T2" fmla="*/ 0 w 245"/>
                <a:gd name="T3" fmla="*/ 3 h 425"/>
                <a:gd name="T4" fmla="*/ 0 w 245"/>
                <a:gd name="T5" fmla="*/ 3 h 425"/>
                <a:gd name="T6" fmla="*/ 0 w 245"/>
                <a:gd name="T7" fmla="*/ 3 h 425"/>
                <a:gd name="T8" fmla="*/ 1 w 245"/>
                <a:gd name="T9" fmla="*/ 3 h 425"/>
                <a:gd name="T10" fmla="*/ 1 w 245"/>
                <a:gd name="T11" fmla="*/ 3 h 425"/>
                <a:gd name="T12" fmla="*/ 1 w 245"/>
                <a:gd name="T13" fmla="*/ 3 h 425"/>
                <a:gd name="T14" fmla="*/ 1 w 245"/>
                <a:gd name="T15" fmla="*/ 3 h 425"/>
                <a:gd name="T16" fmla="*/ 1 w 245"/>
                <a:gd name="T17" fmla="*/ 3 h 425"/>
                <a:gd name="T18" fmla="*/ 1 w 245"/>
                <a:gd name="T19" fmla="*/ 2 h 425"/>
                <a:gd name="T20" fmla="*/ 2 w 245"/>
                <a:gd name="T21" fmla="*/ 2 h 425"/>
                <a:gd name="T22" fmla="*/ 2 w 245"/>
                <a:gd name="T23" fmla="*/ 2 h 425"/>
                <a:gd name="T24" fmla="*/ 2 w 245"/>
                <a:gd name="T25" fmla="*/ 2 h 425"/>
                <a:gd name="T26" fmla="*/ 2 w 245"/>
                <a:gd name="T27" fmla="*/ 1 h 425"/>
                <a:gd name="T28" fmla="*/ 2 w 245"/>
                <a:gd name="T29" fmla="*/ 1 h 425"/>
                <a:gd name="T30" fmla="*/ 2 w 245"/>
                <a:gd name="T31" fmla="*/ 1 h 425"/>
                <a:gd name="T32" fmla="*/ 2 w 245"/>
                <a:gd name="T33" fmla="*/ 0 h 425"/>
                <a:gd name="T34" fmla="*/ 2 w 245"/>
                <a:gd name="T35" fmla="*/ 0 h 425"/>
                <a:gd name="T36" fmla="*/ 2 w 245"/>
                <a:gd name="T37" fmla="*/ 0 h 425"/>
                <a:gd name="T38" fmla="*/ 2 w 245"/>
                <a:gd name="T39" fmla="*/ 0 h 425"/>
                <a:gd name="T40" fmla="*/ 2 w 245"/>
                <a:gd name="T41" fmla="*/ 1 h 425"/>
                <a:gd name="T42" fmla="*/ 2 w 245"/>
                <a:gd name="T43" fmla="*/ 1 h 425"/>
                <a:gd name="T44" fmla="*/ 2 w 245"/>
                <a:gd name="T45" fmla="*/ 1 h 425"/>
                <a:gd name="T46" fmla="*/ 2 w 245"/>
                <a:gd name="T47" fmla="*/ 2 h 425"/>
                <a:gd name="T48" fmla="*/ 2 w 245"/>
                <a:gd name="T49" fmla="*/ 2 h 425"/>
                <a:gd name="T50" fmla="*/ 1 w 245"/>
                <a:gd name="T51" fmla="*/ 2 h 425"/>
                <a:gd name="T52" fmla="*/ 1 w 245"/>
                <a:gd name="T53" fmla="*/ 2 h 425"/>
                <a:gd name="T54" fmla="*/ 1 w 245"/>
                <a:gd name="T55" fmla="*/ 3 h 425"/>
                <a:gd name="T56" fmla="*/ 1 w 245"/>
                <a:gd name="T57" fmla="*/ 3 h 425"/>
                <a:gd name="T58" fmla="*/ 1 w 245"/>
                <a:gd name="T59" fmla="*/ 3 h 425"/>
                <a:gd name="T60" fmla="*/ 1 w 245"/>
                <a:gd name="T61" fmla="*/ 3 h 425"/>
                <a:gd name="T62" fmla="*/ 1 w 245"/>
                <a:gd name="T63" fmla="*/ 3 h 425"/>
                <a:gd name="T64" fmla="*/ 0 w 245"/>
                <a:gd name="T65" fmla="*/ 3 h 425"/>
                <a:gd name="T66" fmla="*/ 0 w 245"/>
                <a:gd name="T67" fmla="*/ 3 h 425"/>
                <a:gd name="T68" fmla="*/ 0 w 245"/>
                <a:gd name="T69" fmla="*/ 3 h 425"/>
                <a:gd name="T70" fmla="*/ 0 w 245"/>
                <a:gd name="T71" fmla="*/ 3 h 425"/>
                <a:gd name="T72" fmla="*/ 0 w 245"/>
                <a:gd name="T73" fmla="*/ 3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5"/>
                <a:gd name="T113" fmla="*/ 245 w 245"/>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5">
                  <a:moveTo>
                    <a:pt x="0" y="425"/>
                  </a:moveTo>
                  <a:lnTo>
                    <a:pt x="0" y="425"/>
                  </a:lnTo>
                  <a:lnTo>
                    <a:pt x="26" y="422"/>
                  </a:lnTo>
                  <a:lnTo>
                    <a:pt x="51" y="417"/>
                  </a:lnTo>
                  <a:lnTo>
                    <a:pt x="74" y="406"/>
                  </a:lnTo>
                  <a:lnTo>
                    <a:pt x="96" y="391"/>
                  </a:lnTo>
                  <a:lnTo>
                    <a:pt x="119" y="373"/>
                  </a:lnTo>
                  <a:lnTo>
                    <a:pt x="137" y="351"/>
                  </a:lnTo>
                  <a:lnTo>
                    <a:pt x="156" y="326"/>
                  </a:lnTo>
                  <a:lnTo>
                    <a:pt x="174" y="299"/>
                  </a:lnTo>
                  <a:lnTo>
                    <a:pt x="190" y="269"/>
                  </a:lnTo>
                  <a:lnTo>
                    <a:pt x="204" y="236"/>
                  </a:lnTo>
                  <a:lnTo>
                    <a:pt x="216" y="202"/>
                  </a:lnTo>
                  <a:lnTo>
                    <a:pt x="226" y="163"/>
                  </a:lnTo>
                  <a:lnTo>
                    <a:pt x="235" y="126"/>
                  </a:lnTo>
                  <a:lnTo>
                    <a:pt x="241" y="86"/>
                  </a:lnTo>
                  <a:lnTo>
                    <a:pt x="244" y="43"/>
                  </a:lnTo>
                  <a:lnTo>
                    <a:pt x="245" y="0"/>
                  </a:lnTo>
                  <a:lnTo>
                    <a:pt x="234" y="0"/>
                  </a:lnTo>
                  <a:lnTo>
                    <a:pt x="232" y="43"/>
                  </a:lnTo>
                  <a:lnTo>
                    <a:pt x="229" y="84"/>
                  </a:lnTo>
                  <a:lnTo>
                    <a:pt x="223" y="123"/>
                  </a:lnTo>
                  <a:lnTo>
                    <a:pt x="215" y="161"/>
                  </a:lnTo>
                  <a:lnTo>
                    <a:pt x="204" y="197"/>
                  </a:lnTo>
                  <a:lnTo>
                    <a:pt x="193" y="231"/>
                  </a:lnTo>
                  <a:lnTo>
                    <a:pt x="178" y="264"/>
                  </a:lnTo>
                  <a:lnTo>
                    <a:pt x="164" y="292"/>
                  </a:lnTo>
                  <a:lnTo>
                    <a:pt x="147" y="319"/>
                  </a:lnTo>
                  <a:lnTo>
                    <a:pt x="128" y="344"/>
                  </a:lnTo>
                  <a:lnTo>
                    <a:pt x="109" y="364"/>
                  </a:lnTo>
                  <a:lnTo>
                    <a:pt x="89" y="381"/>
                  </a:lnTo>
                  <a:lnTo>
                    <a:pt x="67" y="394"/>
                  </a:lnTo>
                  <a:lnTo>
                    <a:pt x="46" y="405"/>
                  </a:lnTo>
                  <a:lnTo>
                    <a:pt x="24" y="411"/>
                  </a:lnTo>
                  <a:lnTo>
                    <a:pt x="0" y="413"/>
                  </a:lnTo>
                  <a:lnTo>
                    <a:pt x="0" y="425"/>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1368" name="Freeform 70"/>
            <p:cNvSpPr>
              <a:spLocks/>
            </p:cNvSpPr>
            <p:nvPr/>
          </p:nvSpPr>
          <p:spPr bwMode="auto">
            <a:xfrm>
              <a:off x="1502" y="1836"/>
              <a:ext cx="50" cy="85"/>
            </a:xfrm>
            <a:custGeom>
              <a:avLst/>
              <a:gdLst>
                <a:gd name="T0" fmla="*/ 0 w 246"/>
                <a:gd name="T1" fmla="*/ 0 h 425"/>
                <a:gd name="T2" fmla="*/ 0 w 246"/>
                <a:gd name="T3" fmla="*/ 0 h 425"/>
                <a:gd name="T4" fmla="*/ 0 w 246"/>
                <a:gd name="T5" fmla="*/ 0 h 425"/>
                <a:gd name="T6" fmla="*/ 0 w 246"/>
                <a:gd name="T7" fmla="*/ 1 h 425"/>
                <a:gd name="T8" fmla="*/ 0 w 246"/>
                <a:gd name="T9" fmla="*/ 1 h 425"/>
                <a:gd name="T10" fmla="*/ 0 w 246"/>
                <a:gd name="T11" fmla="*/ 1 h 425"/>
                <a:gd name="T12" fmla="*/ 0 w 246"/>
                <a:gd name="T13" fmla="*/ 2 h 425"/>
                <a:gd name="T14" fmla="*/ 0 w 246"/>
                <a:gd name="T15" fmla="*/ 2 h 425"/>
                <a:gd name="T16" fmla="*/ 0 w 246"/>
                <a:gd name="T17" fmla="*/ 2 h 425"/>
                <a:gd name="T18" fmla="*/ 1 w 246"/>
                <a:gd name="T19" fmla="*/ 2 h 425"/>
                <a:gd name="T20" fmla="*/ 1 w 246"/>
                <a:gd name="T21" fmla="*/ 3 h 425"/>
                <a:gd name="T22" fmla="*/ 1 w 246"/>
                <a:gd name="T23" fmla="*/ 3 h 425"/>
                <a:gd name="T24" fmla="*/ 1 w 246"/>
                <a:gd name="T25" fmla="*/ 3 h 425"/>
                <a:gd name="T26" fmla="*/ 1 w 246"/>
                <a:gd name="T27" fmla="*/ 3 h 425"/>
                <a:gd name="T28" fmla="*/ 1 w 246"/>
                <a:gd name="T29" fmla="*/ 3 h 425"/>
                <a:gd name="T30" fmla="*/ 2 w 246"/>
                <a:gd name="T31" fmla="*/ 3 h 425"/>
                <a:gd name="T32" fmla="*/ 2 w 246"/>
                <a:gd name="T33" fmla="*/ 3 h 425"/>
                <a:gd name="T34" fmla="*/ 2 w 246"/>
                <a:gd name="T35" fmla="*/ 3 h 425"/>
                <a:gd name="T36" fmla="*/ 2 w 246"/>
                <a:gd name="T37" fmla="*/ 3 h 425"/>
                <a:gd name="T38" fmla="*/ 2 w 246"/>
                <a:gd name="T39" fmla="*/ 3 h 425"/>
                <a:gd name="T40" fmla="*/ 2 w 246"/>
                <a:gd name="T41" fmla="*/ 3 h 425"/>
                <a:gd name="T42" fmla="*/ 1 w 246"/>
                <a:gd name="T43" fmla="*/ 3 h 425"/>
                <a:gd name="T44" fmla="*/ 1 w 246"/>
                <a:gd name="T45" fmla="*/ 3 h 425"/>
                <a:gd name="T46" fmla="*/ 1 w 246"/>
                <a:gd name="T47" fmla="*/ 3 h 425"/>
                <a:gd name="T48" fmla="*/ 1 w 246"/>
                <a:gd name="T49" fmla="*/ 3 h 425"/>
                <a:gd name="T50" fmla="*/ 1 w 246"/>
                <a:gd name="T51" fmla="*/ 3 h 425"/>
                <a:gd name="T52" fmla="*/ 1 w 246"/>
                <a:gd name="T53" fmla="*/ 2 h 425"/>
                <a:gd name="T54" fmla="*/ 1 w 246"/>
                <a:gd name="T55" fmla="*/ 2 h 425"/>
                <a:gd name="T56" fmla="*/ 0 w 246"/>
                <a:gd name="T57" fmla="*/ 2 h 425"/>
                <a:gd name="T58" fmla="*/ 0 w 246"/>
                <a:gd name="T59" fmla="*/ 2 h 425"/>
                <a:gd name="T60" fmla="*/ 0 w 246"/>
                <a:gd name="T61" fmla="*/ 1 h 425"/>
                <a:gd name="T62" fmla="*/ 0 w 246"/>
                <a:gd name="T63" fmla="*/ 1 h 425"/>
                <a:gd name="T64" fmla="*/ 0 w 246"/>
                <a:gd name="T65" fmla="*/ 1 h 425"/>
                <a:gd name="T66" fmla="*/ 0 w 246"/>
                <a:gd name="T67" fmla="*/ 0 h 425"/>
                <a:gd name="T68" fmla="*/ 0 w 246"/>
                <a:gd name="T69" fmla="*/ 0 h 425"/>
                <a:gd name="T70" fmla="*/ 0 w 246"/>
                <a:gd name="T71" fmla="*/ 0 h 425"/>
                <a:gd name="T72" fmla="*/ 0 w 246"/>
                <a:gd name="T73" fmla="*/ 0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5"/>
                <a:gd name="T113" fmla="*/ 246 w 246"/>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5">
                  <a:moveTo>
                    <a:pt x="0" y="0"/>
                  </a:moveTo>
                  <a:lnTo>
                    <a:pt x="0" y="0"/>
                  </a:lnTo>
                  <a:lnTo>
                    <a:pt x="2" y="43"/>
                  </a:lnTo>
                  <a:lnTo>
                    <a:pt x="5" y="86"/>
                  </a:lnTo>
                  <a:lnTo>
                    <a:pt x="11" y="126"/>
                  </a:lnTo>
                  <a:lnTo>
                    <a:pt x="19" y="163"/>
                  </a:lnTo>
                  <a:lnTo>
                    <a:pt x="30" y="202"/>
                  </a:lnTo>
                  <a:lnTo>
                    <a:pt x="41" y="236"/>
                  </a:lnTo>
                  <a:lnTo>
                    <a:pt x="55" y="269"/>
                  </a:lnTo>
                  <a:lnTo>
                    <a:pt x="73" y="299"/>
                  </a:lnTo>
                  <a:lnTo>
                    <a:pt x="89" y="326"/>
                  </a:lnTo>
                  <a:lnTo>
                    <a:pt x="108" y="351"/>
                  </a:lnTo>
                  <a:lnTo>
                    <a:pt x="128" y="373"/>
                  </a:lnTo>
                  <a:lnTo>
                    <a:pt x="150" y="391"/>
                  </a:lnTo>
                  <a:lnTo>
                    <a:pt x="171" y="406"/>
                  </a:lnTo>
                  <a:lnTo>
                    <a:pt x="196" y="417"/>
                  </a:lnTo>
                  <a:lnTo>
                    <a:pt x="221" y="422"/>
                  </a:lnTo>
                  <a:lnTo>
                    <a:pt x="246" y="425"/>
                  </a:lnTo>
                  <a:lnTo>
                    <a:pt x="246" y="413"/>
                  </a:lnTo>
                  <a:lnTo>
                    <a:pt x="223" y="411"/>
                  </a:lnTo>
                  <a:lnTo>
                    <a:pt x="201" y="405"/>
                  </a:lnTo>
                  <a:lnTo>
                    <a:pt x="178" y="394"/>
                  </a:lnTo>
                  <a:lnTo>
                    <a:pt x="157" y="381"/>
                  </a:lnTo>
                  <a:lnTo>
                    <a:pt x="137" y="364"/>
                  </a:lnTo>
                  <a:lnTo>
                    <a:pt x="117" y="344"/>
                  </a:lnTo>
                  <a:lnTo>
                    <a:pt x="99" y="319"/>
                  </a:lnTo>
                  <a:lnTo>
                    <a:pt x="82" y="292"/>
                  </a:lnTo>
                  <a:lnTo>
                    <a:pt x="67" y="264"/>
                  </a:lnTo>
                  <a:lnTo>
                    <a:pt x="53" y="231"/>
                  </a:lnTo>
                  <a:lnTo>
                    <a:pt x="41" y="197"/>
                  </a:lnTo>
                  <a:lnTo>
                    <a:pt x="31" y="161"/>
                  </a:lnTo>
                  <a:lnTo>
                    <a:pt x="23" y="123"/>
                  </a:lnTo>
                  <a:lnTo>
                    <a:pt x="17" y="84"/>
                  </a:lnTo>
                  <a:lnTo>
                    <a:pt x="13" y="4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1369" name="Freeform 71"/>
            <p:cNvSpPr>
              <a:spLocks/>
            </p:cNvSpPr>
            <p:nvPr/>
          </p:nvSpPr>
          <p:spPr bwMode="auto">
            <a:xfrm>
              <a:off x="1502" y="1751"/>
              <a:ext cx="50" cy="85"/>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2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1" y="2"/>
                  </a:lnTo>
                  <a:lnTo>
                    <a:pt x="196" y="8"/>
                  </a:lnTo>
                  <a:lnTo>
                    <a:pt x="171" y="19"/>
                  </a:lnTo>
                  <a:lnTo>
                    <a:pt x="150" y="34"/>
                  </a:lnTo>
                  <a:lnTo>
                    <a:pt x="128" y="52"/>
                  </a:lnTo>
                  <a:lnTo>
                    <a:pt x="108" y="74"/>
                  </a:lnTo>
                  <a:lnTo>
                    <a:pt x="89" y="98"/>
                  </a:lnTo>
                  <a:lnTo>
                    <a:pt x="73" y="125"/>
                  </a:lnTo>
                  <a:lnTo>
                    <a:pt x="55" y="156"/>
                  </a:lnTo>
                  <a:lnTo>
                    <a:pt x="41" y="189"/>
                  </a:lnTo>
                  <a:lnTo>
                    <a:pt x="30" y="223"/>
                  </a:lnTo>
                  <a:lnTo>
                    <a:pt x="19" y="261"/>
                  </a:lnTo>
                  <a:lnTo>
                    <a:pt x="11" y="299"/>
                  </a:lnTo>
                  <a:lnTo>
                    <a:pt x="5" y="339"/>
                  </a:lnTo>
                  <a:lnTo>
                    <a:pt x="2" y="382"/>
                  </a:lnTo>
                  <a:lnTo>
                    <a:pt x="0" y="424"/>
                  </a:lnTo>
                  <a:lnTo>
                    <a:pt x="12" y="424"/>
                  </a:lnTo>
                  <a:lnTo>
                    <a:pt x="13" y="382"/>
                  </a:lnTo>
                  <a:lnTo>
                    <a:pt x="17" y="341"/>
                  </a:lnTo>
                  <a:lnTo>
                    <a:pt x="23" y="301"/>
                  </a:lnTo>
                  <a:lnTo>
                    <a:pt x="31" y="264"/>
                  </a:lnTo>
                  <a:lnTo>
                    <a:pt x="41" y="227"/>
                  </a:lnTo>
                  <a:lnTo>
                    <a:pt x="53" y="193"/>
                  </a:lnTo>
                  <a:lnTo>
                    <a:pt x="67" y="161"/>
                  </a:lnTo>
                  <a:lnTo>
                    <a:pt x="82" y="132"/>
                  </a:lnTo>
                  <a:lnTo>
                    <a:pt x="99" y="105"/>
                  </a:lnTo>
                  <a:lnTo>
                    <a:pt x="117" y="81"/>
                  </a:lnTo>
                  <a:lnTo>
                    <a:pt x="137" y="61"/>
                  </a:lnTo>
                  <a:lnTo>
                    <a:pt x="157" y="43"/>
                  </a:lnTo>
                  <a:lnTo>
                    <a:pt x="178" y="30"/>
                  </a:lnTo>
                  <a:lnTo>
                    <a:pt x="201" y="20"/>
                  </a:lnTo>
                  <a:lnTo>
                    <a:pt x="223" y="14"/>
                  </a:lnTo>
                  <a:lnTo>
                    <a:pt x="246" y="12"/>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1370" name="Freeform 72"/>
            <p:cNvSpPr>
              <a:spLocks/>
            </p:cNvSpPr>
            <p:nvPr/>
          </p:nvSpPr>
          <p:spPr bwMode="auto">
            <a:xfrm>
              <a:off x="1565" y="2016"/>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0" y="339"/>
                  </a:lnTo>
                  <a:lnTo>
                    <a:pt x="234" y="299"/>
                  </a:lnTo>
                  <a:lnTo>
                    <a:pt x="226" y="261"/>
                  </a:lnTo>
                  <a:lnTo>
                    <a:pt x="216" y="223"/>
                  </a:lnTo>
                  <a:lnTo>
                    <a:pt x="204" y="189"/>
                  </a:lnTo>
                  <a:lnTo>
                    <a:pt x="190" y="156"/>
                  </a:lnTo>
                  <a:lnTo>
                    <a:pt x="174" y="125"/>
                  </a:lnTo>
                  <a:lnTo>
                    <a:pt x="156" y="98"/>
                  </a:lnTo>
                  <a:lnTo>
                    <a:pt x="138" y="74"/>
                  </a:lnTo>
                  <a:lnTo>
                    <a:pt x="118" y="51"/>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9" y="81"/>
                  </a:lnTo>
                  <a:lnTo>
                    <a:pt x="147" y="105"/>
                  </a:lnTo>
                  <a:lnTo>
                    <a:pt x="164" y="132"/>
                  </a:lnTo>
                  <a:lnTo>
                    <a:pt x="178" y="160"/>
                  </a:lnTo>
                  <a:lnTo>
                    <a:pt x="192" y="193"/>
                  </a:lnTo>
                  <a:lnTo>
                    <a:pt x="204" y="227"/>
                  </a:lnTo>
                  <a:lnTo>
                    <a:pt x="215" y="264"/>
                  </a:lnTo>
                  <a:lnTo>
                    <a:pt x="223" y="301"/>
                  </a:lnTo>
                  <a:lnTo>
                    <a:pt x="229"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1371" name="Freeform 73"/>
            <p:cNvSpPr>
              <a:spLocks/>
            </p:cNvSpPr>
            <p:nvPr/>
          </p:nvSpPr>
          <p:spPr bwMode="auto">
            <a:xfrm>
              <a:off x="1565" y="2101"/>
              <a:ext cx="49" cy="85"/>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6" y="423"/>
                  </a:lnTo>
                  <a:lnTo>
                    <a:pt x="51" y="418"/>
                  </a:lnTo>
                  <a:lnTo>
                    <a:pt x="74" y="407"/>
                  </a:lnTo>
                  <a:lnTo>
                    <a:pt x="96" y="392"/>
                  </a:lnTo>
                  <a:lnTo>
                    <a:pt x="118" y="373"/>
                  </a:lnTo>
                  <a:lnTo>
                    <a:pt x="138" y="351"/>
                  </a:lnTo>
                  <a:lnTo>
                    <a:pt x="156" y="327"/>
                  </a:lnTo>
                  <a:lnTo>
                    <a:pt x="175" y="299"/>
                  </a:lnTo>
                  <a:lnTo>
                    <a:pt x="190" y="269"/>
                  </a:lnTo>
                  <a:lnTo>
                    <a:pt x="204" y="236"/>
                  </a:lnTo>
                  <a:lnTo>
                    <a:pt x="216" y="202"/>
                  </a:lnTo>
                  <a:lnTo>
                    <a:pt x="226" y="164"/>
                  </a:lnTo>
                  <a:lnTo>
                    <a:pt x="234" y="126"/>
                  </a:lnTo>
                  <a:lnTo>
                    <a:pt x="240" y="86"/>
                  </a:lnTo>
                  <a:lnTo>
                    <a:pt x="244" y="42"/>
                  </a:lnTo>
                  <a:lnTo>
                    <a:pt x="245" y="0"/>
                  </a:lnTo>
                  <a:lnTo>
                    <a:pt x="233" y="0"/>
                  </a:lnTo>
                  <a:lnTo>
                    <a:pt x="232" y="42"/>
                  </a:lnTo>
                  <a:lnTo>
                    <a:pt x="229" y="83"/>
                  </a:lnTo>
                  <a:lnTo>
                    <a:pt x="223" y="123"/>
                  </a:lnTo>
                  <a:lnTo>
                    <a:pt x="215" y="162"/>
                  </a:lnTo>
                  <a:lnTo>
                    <a:pt x="204" y="197"/>
                  </a:lnTo>
                  <a:lnTo>
                    <a:pt x="192" y="231"/>
                  </a:lnTo>
                  <a:lnTo>
                    <a:pt x="178" y="264"/>
                  </a:lnTo>
                  <a:lnTo>
                    <a:pt x="163" y="292"/>
                  </a:lnTo>
                  <a:lnTo>
                    <a:pt x="147" y="320"/>
                  </a:lnTo>
                  <a:lnTo>
                    <a:pt x="129" y="344"/>
                  </a:lnTo>
                  <a:lnTo>
                    <a:pt x="109" y="364"/>
                  </a:lnTo>
                  <a:lnTo>
                    <a:pt x="89" y="382"/>
                  </a:lnTo>
                  <a:lnTo>
                    <a:pt x="67" y="395"/>
                  </a:lnTo>
                  <a:lnTo>
                    <a:pt x="46" y="406"/>
                  </a:lnTo>
                  <a:lnTo>
                    <a:pt x="24"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1372" name="Freeform 74"/>
            <p:cNvSpPr>
              <a:spLocks/>
            </p:cNvSpPr>
            <p:nvPr/>
          </p:nvSpPr>
          <p:spPr bwMode="auto">
            <a:xfrm>
              <a:off x="1516" y="2101"/>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5" y="86"/>
                  </a:lnTo>
                  <a:lnTo>
                    <a:pt x="11" y="126"/>
                  </a:lnTo>
                  <a:lnTo>
                    <a:pt x="19" y="164"/>
                  </a:lnTo>
                  <a:lnTo>
                    <a:pt x="30" y="202"/>
                  </a:lnTo>
                  <a:lnTo>
                    <a:pt x="41" y="236"/>
                  </a:lnTo>
                  <a:lnTo>
                    <a:pt x="55" y="269"/>
                  </a:lnTo>
                  <a:lnTo>
                    <a:pt x="71" y="299"/>
                  </a:lnTo>
                  <a:lnTo>
                    <a:pt x="89" y="327"/>
                  </a:lnTo>
                  <a:lnTo>
                    <a:pt x="107" y="351"/>
                  </a:lnTo>
                  <a:lnTo>
                    <a:pt x="127" y="373"/>
                  </a:lnTo>
                  <a:lnTo>
                    <a:pt x="149" y="392"/>
                  </a:lnTo>
                  <a:lnTo>
                    <a:pt x="171" y="407"/>
                  </a:lnTo>
                  <a:lnTo>
                    <a:pt x="195" y="418"/>
                  </a:lnTo>
                  <a:lnTo>
                    <a:pt x="219" y="423"/>
                  </a:lnTo>
                  <a:lnTo>
                    <a:pt x="245" y="426"/>
                  </a:lnTo>
                  <a:lnTo>
                    <a:pt x="245" y="414"/>
                  </a:lnTo>
                  <a:lnTo>
                    <a:pt x="222" y="412"/>
                  </a:lnTo>
                  <a:lnTo>
                    <a:pt x="199" y="406"/>
                  </a:lnTo>
                  <a:lnTo>
                    <a:pt x="178" y="395"/>
                  </a:lnTo>
                  <a:lnTo>
                    <a:pt x="156" y="382"/>
                  </a:lnTo>
                  <a:lnTo>
                    <a:pt x="136" y="364"/>
                  </a:lnTo>
                  <a:lnTo>
                    <a:pt x="116" y="344"/>
                  </a:lnTo>
                  <a:lnTo>
                    <a:pt x="99" y="320"/>
                  </a:lnTo>
                  <a:lnTo>
                    <a:pt x="82" y="292"/>
                  </a:lnTo>
                  <a:lnTo>
                    <a:pt x="67" y="264"/>
                  </a:lnTo>
                  <a:lnTo>
                    <a:pt x="53" y="231"/>
                  </a:lnTo>
                  <a:lnTo>
                    <a:pt x="41" y="197"/>
                  </a:lnTo>
                  <a:lnTo>
                    <a:pt x="31" y="162"/>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1373" name="Freeform 75"/>
            <p:cNvSpPr>
              <a:spLocks/>
            </p:cNvSpPr>
            <p:nvPr/>
          </p:nvSpPr>
          <p:spPr bwMode="auto">
            <a:xfrm>
              <a:off x="1516" y="2016"/>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5" y="8"/>
                  </a:lnTo>
                  <a:lnTo>
                    <a:pt x="171" y="19"/>
                  </a:lnTo>
                  <a:lnTo>
                    <a:pt x="149" y="34"/>
                  </a:lnTo>
                  <a:lnTo>
                    <a:pt x="127" y="51"/>
                  </a:lnTo>
                  <a:lnTo>
                    <a:pt x="107" y="74"/>
                  </a:lnTo>
                  <a:lnTo>
                    <a:pt x="89" y="98"/>
                  </a:lnTo>
                  <a:lnTo>
                    <a:pt x="72" y="125"/>
                  </a:lnTo>
                  <a:lnTo>
                    <a:pt x="55" y="156"/>
                  </a:lnTo>
                  <a:lnTo>
                    <a:pt x="41" y="189"/>
                  </a:lnTo>
                  <a:lnTo>
                    <a:pt x="30" y="223"/>
                  </a:lnTo>
                  <a:lnTo>
                    <a:pt x="19" y="261"/>
                  </a:lnTo>
                  <a:lnTo>
                    <a:pt x="11" y="299"/>
                  </a:lnTo>
                  <a:lnTo>
                    <a:pt x="5" y="339"/>
                  </a:lnTo>
                  <a:lnTo>
                    <a:pt x="1" y="382"/>
                  </a:lnTo>
                  <a:lnTo>
                    <a:pt x="0" y="424"/>
                  </a:lnTo>
                  <a:lnTo>
                    <a:pt x="12" y="424"/>
                  </a:lnTo>
                  <a:lnTo>
                    <a:pt x="13" y="382"/>
                  </a:lnTo>
                  <a:lnTo>
                    <a:pt x="17" y="341"/>
                  </a:lnTo>
                  <a:lnTo>
                    <a:pt x="23" y="301"/>
                  </a:lnTo>
                  <a:lnTo>
                    <a:pt x="31" y="264"/>
                  </a:lnTo>
                  <a:lnTo>
                    <a:pt x="41" y="227"/>
                  </a:lnTo>
                  <a:lnTo>
                    <a:pt x="53" y="193"/>
                  </a:lnTo>
                  <a:lnTo>
                    <a:pt x="67" y="160"/>
                  </a:lnTo>
                  <a:lnTo>
                    <a:pt x="81" y="132"/>
                  </a:lnTo>
                  <a:lnTo>
                    <a:pt x="99" y="105"/>
                  </a:lnTo>
                  <a:lnTo>
                    <a:pt x="116" y="81"/>
                  </a:lnTo>
                  <a:lnTo>
                    <a:pt x="136" y="61"/>
                  </a:lnTo>
                  <a:lnTo>
                    <a:pt x="156" y="43"/>
                  </a:lnTo>
                  <a:lnTo>
                    <a:pt x="178" y="30"/>
                  </a:lnTo>
                  <a:lnTo>
                    <a:pt x="199" y="20"/>
                  </a:lnTo>
                  <a:lnTo>
                    <a:pt x="222"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sp>
        <p:nvSpPr>
          <p:cNvPr id="141320" name="Rectangle 77"/>
          <p:cNvSpPr>
            <a:spLocks noChangeArrowheads="1"/>
          </p:cNvSpPr>
          <p:nvPr/>
        </p:nvSpPr>
        <p:spPr bwMode="auto">
          <a:xfrm>
            <a:off x="611188" y="0"/>
            <a:ext cx="6388100" cy="6477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3000"/>
              <a:t>Sem. 3 - Lundi</a:t>
            </a:r>
          </a:p>
        </p:txBody>
      </p:sp>
      <p:sp>
        <p:nvSpPr>
          <p:cNvPr id="141321" name="Text Box 78"/>
          <p:cNvSpPr txBox="1">
            <a:spLocks noChangeArrowheads="1"/>
          </p:cNvSpPr>
          <p:nvPr/>
        </p:nvSpPr>
        <p:spPr bwMode="auto">
          <a:xfrm>
            <a:off x="566738" y="2697163"/>
            <a:ext cx="3217862"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2. Pas de commandes</a:t>
            </a:r>
          </a:p>
        </p:txBody>
      </p:sp>
      <p:sp>
        <p:nvSpPr>
          <p:cNvPr id="141322" name="Text Box 79"/>
          <p:cNvSpPr txBox="1">
            <a:spLocks noChangeArrowheads="1"/>
          </p:cNvSpPr>
          <p:nvPr/>
        </p:nvSpPr>
        <p:spPr bwMode="auto">
          <a:xfrm>
            <a:off x="566738" y="5211763"/>
            <a:ext cx="6543675" cy="4429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eaLnBrk="1" hangingPunct="1">
              <a:spcBef>
                <a:spcPct val="0"/>
              </a:spcBef>
              <a:buFontTx/>
              <a:buNone/>
            </a:pPr>
            <a:r>
              <a:rPr lang="fr-FR" altLang="fr-FR" sz="2300"/>
              <a:t>4. Pointez la production sur votre feuille de suivi</a:t>
            </a:r>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42338" name="Group 2"/>
          <p:cNvGrpSpPr>
            <a:grpSpLocks/>
          </p:cNvGrpSpPr>
          <p:nvPr/>
        </p:nvGrpSpPr>
        <p:grpSpPr bwMode="auto">
          <a:xfrm>
            <a:off x="7073900" y="215900"/>
            <a:ext cx="1878013" cy="1250950"/>
            <a:chOff x="4456" y="136"/>
            <a:chExt cx="1183" cy="788"/>
          </a:xfrm>
        </p:grpSpPr>
        <p:grpSp>
          <p:nvGrpSpPr>
            <p:cNvPr id="142398" name="Group 3"/>
            <p:cNvGrpSpPr>
              <a:grpSpLocks/>
            </p:cNvGrpSpPr>
            <p:nvPr/>
          </p:nvGrpSpPr>
          <p:grpSpPr bwMode="auto">
            <a:xfrm>
              <a:off x="4766" y="232"/>
              <a:ext cx="873" cy="692"/>
              <a:chOff x="2185" y="310"/>
              <a:chExt cx="873" cy="692"/>
            </a:xfrm>
          </p:grpSpPr>
          <p:sp>
            <p:nvSpPr>
              <p:cNvPr id="142409" name="Freeform 4"/>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accent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2410" name="Freeform 5"/>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2411" name="Freeform 6"/>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2412" name="Freeform 7"/>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2413" name="Freeform 8"/>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2414" name="Freeform 9"/>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2415" name="Freeform 10"/>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grpSp>
          <p:nvGrpSpPr>
            <p:cNvPr id="142399" name="Group 11"/>
            <p:cNvGrpSpPr>
              <a:grpSpLocks/>
            </p:cNvGrpSpPr>
            <p:nvPr/>
          </p:nvGrpSpPr>
          <p:grpSpPr bwMode="auto">
            <a:xfrm>
              <a:off x="4949" y="336"/>
              <a:ext cx="591" cy="468"/>
              <a:chOff x="2185" y="310"/>
              <a:chExt cx="873" cy="692"/>
            </a:xfrm>
          </p:grpSpPr>
          <p:sp>
            <p:nvSpPr>
              <p:cNvPr id="142402" name="Freeform 12"/>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2403" name="Freeform 13"/>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2404" name="Freeform 14"/>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2405" name="Freeform 15"/>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2406" name="Freeform 16"/>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2407" name="Freeform 17"/>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2408" name="Freeform 18"/>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pic>
          <p:nvPicPr>
            <p:cNvPr id="142400" name="Picture 19"/>
            <p:cNvPicPr>
              <a:picLocks noChangeAspect="1" noChangeArrowheads="1"/>
            </p:cNvPicPr>
            <p:nvPr/>
          </p:nvPicPr>
          <p:blipFill>
            <a:blip r:embed="rId3" cstate="print">
              <a:extLst>
                <a:ext uri="{28A0092B-C50C-407E-A947-70E740481C1C}">
                  <a14:useLocalDpi xmlns:a14="http://schemas.microsoft.com/office/drawing/2010/main" val="0"/>
                </a:ext>
              </a:extLst>
            </a:blip>
            <a:srcRect l="-4282" t="-4369" r="-5199" b="-12012"/>
            <a:stretch>
              <a:fillRect/>
            </a:stretch>
          </p:blipFill>
          <p:spPr bwMode="auto">
            <a:xfrm>
              <a:off x="4456" y="136"/>
              <a:ext cx="480" cy="5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42401" name="Text Box 20"/>
            <p:cNvSpPr txBox="1">
              <a:spLocks noChangeArrowheads="1"/>
            </p:cNvSpPr>
            <p:nvPr/>
          </p:nvSpPr>
          <p:spPr bwMode="auto">
            <a:xfrm>
              <a:off x="5066" y="314"/>
              <a:ext cx="356" cy="49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4500" b="1">
                  <a:solidFill>
                    <a:srgbClr val="FF0000"/>
                  </a:solidFill>
                  <a:latin typeface="Arial Black" pitchFamily="34" charset="0"/>
                </a:rPr>
                <a:t>4</a:t>
              </a:r>
              <a:endParaRPr lang="fr-FR" altLang="fr-FR" sz="3200">
                <a:solidFill>
                  <a:schemeClr val="tx1"/>
                </a:solidFill>
                <a:latin typeface="Arial Black" pitchFamily="34" charset="0"/>
              </a:endParaRPr>
            </a:p>
          </p:txBody>
        </p:sp>
      </p:grpSp>
      <p:sp>
        <p:nvSpPr>
          <p:cNvPr id="142340" name="Text Box 22"/>
          <p:cNvSpPr txBox="1">
            <a:spLocks noChangeArrowheads="1"/>
          </p:cNvSpPr>
          <p:nvPr/>
        </p:nvSpPr>
        <p:spPr bwMode="auto">
          <a:xfrm>
            <a:off x="566738" y="1363663"/>
            <a:ext cx="1946275"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1. Tirez le dé</a:t>
            </a:r>
          </a:p>
        </p:txBody>
      </p:sp>
      <p:sp>
        <p:nvSpPr>
          <p:cNvPr id="142341" name="Text Box 23"/>
          <p:cNvSpPr txBox="1">
            <a:spLocks noChangeArrowheads="1"/>
          </p:cNvSpPr>
          <p:nvPr/>
        </p:nvSpPr>
        <p:spPr bwMode="auto">
          <a:xfrm>
            <a:off x="566738" y="3935413"/>
            <a:ext cx="18796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3. Produisez</a:t>
            </a:r>
          </a:p>
        </p:txBody>
      </p:sp>
      <p:grpSp>
        <p:nvGrpSpPr>
          <p:cNvPr id="142342" name="Group 24"/>
          <p:cNvGrpSpPr>
            <a:grpSpLocks/>
          </p:cNvGrpSpPr>
          <p:nvPr/>
        </p:nvGrpSpPr>
        <p:grpSpPr bwMode="auto">
          <a:xfrm>
            <a:off x="2986088" y="1306513"/>
            <a:ext cx="446087" cy="534987"/>
            <a:chOff x="868" y="1439"/>
            <a:chExt cx="811" cy="972"/>
          </a:xfrm>
        </p:grpSpPr>
        <p:sp>
          <p:nvSpPr>
            <p:cNvPr id="142347" name="Freeform 25"/>
            <p:cNvSpPr>
              <a:spLocks/>
            </p:cNvSpPr>
            <p:nvPr/>
          </p:nvSpPr>
          <p:spPr bwMode="auto">
            <a:xfrm>
              <a:off x="1548" y="2014"/>
              <a:ext cx="123" cy="100"/>
            </a:xfrm>
            <a:custGeom>
              <a:avLst/>
              <a:gdLst>
                <a:gd name="T0" fmla="*/ 5 w 618"/>
                <a:gd name="T1" fmla="*/ 0 h 502"/>
                <a:gd name="T2" fmla="*/ 5 w 618"/>
                <a:gd name="T3" fmla="*/ 0 h 502"/>
                <a:gd name="T4" fmla="*/ 0 w 618"/>
                <a:gd name="T5" fmla="*/ 4 h 502"/>
                <a:gd name="T6" fmla="*/ 0 w 618"/>
                <a:gd name="T7" fmla="*/ 4 h 502"/>
                <a:gd name="T8" fmla="*/ 5 w 618"/>
                <a:gd name="T9" fmla="*/ 0 h 502"/>
                <a:gd name="T10" fmla="*/ 5 w 618"/>
                <a:gd name="T11" fmla="*/ 0 h 502"/>
                <a:gd name="T12" fmla="*/ 5 w 618"/>
                <a:gd name="T13" fmla="*/ 0 h 502"/>
                <a:gd name="T14" fmla="*/ 5 w 618"/>
                <a:gd name="T15" fmla="*/ 0 h 502"/>
                <a:gd name="T16" fmla="*/ 5 w 618"/>
                <a:gd name="T17" fmla="*/ 0 h 502"/>
                <a:gd name="T18" fmla="*/ 5 w 618"/>
                <a:gd name="T19" fmla="*/ 0 h 502"/>
                <a:gd name="T20" fmla="*/ 5 w 618"/>
                <a:gd name="T21" fmla="*/ 0 h 502"/>
                <a:gd name="T22" fmla="*/ 5 w 618"/>
                <a:gd name="T23" fmla="*/ 0 h 502"/>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618"/>
                <a:gd name="T37" fmla="*/ 0 h 502"/>
                <a:gd name="T38" fmla="*/ 618 w 618"/>
                <a:gd name="T39" fmla="*/ 502 h 502"/>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618" h="502">
                  <a:moveTo>
                    <a:pt x="611" y="0"/>
                  </a:moveTo>
                  <a:lnTo>
                    <a:pt x="606" y="2"/>
                  </a:lnTo>
                  <a:lnTo>
                    <a:pt x="0" y="490"/>
                  </a:lnTo>
                  <a:lnTo>
                    <a:pt x="10" y="502"/>
                  </a:lnTo>
                  <a:lnTo>
                    <a:pt x="616" y="14"/>
                  </a:lnTo>
                  <a:lnTo>
                    <a:pt x="611" y="16"/>
                  </a:lnTo>
                  <a:lnTo>
                    <a:pt x="616" y="14"/>
                  </a:lnTo>
                  <a:lnTo>
                    <a:pt x="618" y="9"/>
                  </a:lnTo>
                  <a:lnTo>
                    <a:pt x="617" y="3"/>
                  </a:lnTo>
                  <a:lnTo>
                    <a:pt x="612" y="1"/>
                  </a:lnTo>
                  <a:lnTo>
                    <a:pt x="606" y="2"/>
                  </a:lnTo>
                  <a:lnTo>
                    <a:pt x="611"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2348" name="Freeform 26"/>
            <p:cNvSpPr>
              <a:spLocks/>
            </p:cNvSpPr>
            <p:nvPr/>
          </p:nvSpPr>
          <p:spPr bwMode="auto">
            <a:xfrm>
              <a:off x="876" y="1852"/>
              <a:ext cx="82" cy="373"/>
            </a:xfrm>
            <a:custGeom>
              <a:avLst/>
              <a:gdLst>
                <a:gd name="T0" fmla="*/ 3 w 413"/>
                <a:gd name="T1" fmla="*/ 15 h 1865"/>
                <a:gd name="T2" fmla="*/ 3 w 413"/>
                <a:gd name="T3" fmla="*/ 15 h 1865"/>
                <a:gd name="T4" fmla="*/ 0 w 413"/>
                <a:gd name="T5" fmla="*/ 0 h 1865"/>
                <a:gd name="T6" fmla="*/ 0 w 413"/>
                <a:gd name="T7" fmla="*/ 0 h 1865"/>
                <a:gd name="T8" fmla="*/ 3 w 413"/>
                <a:gd name="T9" fmla="*/ 15 h 1865"/>
                <a:gd name="T10" fmla="*/ 3 w 413"/>
                <a:gd name="T11" fmla="*/ 15 h 1865"/>
                <a:gd name="T12" fmla="*/ 3 w 413"/>
                <a:gd name="T13" fmla="*/ 15 h 1865"/>
                <a:gd name="T14" fmla="*/ 3 w 413"/>
                <a:gd name="T15" fmla="*/ 15 h 1865"/>
                <a:gd name="T16" fmla="*/ 3 w 413"/>
                <a:gd name="T17" fmla="*/ 15 h 1865"/>
                <a:gd name="T18" fmla="*/ 3 w 413"/>
                <a:gd name="T19" fmla="*/ 15 h 1865"/>
                <a:gd name="T20" fmla="*/ 3 w 413"/>
                <a:gd name="T21" fmla="*/ 15 h 1865"/>
                <a:gd name="T22" fmla="*/ 3 w 413"/>
                <a:gd name="T23" fmla="*/ 15 h 186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413"/>
                <a:gd name="T37" fmla="*/ 0 h 1865"/>
                <a:gd name="T38" fmla="*/ 413 w 413"/>
                <a:gd name="T39" fmla="*/ 1865 h 1865"/>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413" h="1865">
                  <a:moveTo>
                    <a:pt x="400" y="1864"/>
                  </a:moveTo>
                  <a:lnTo>
                    <a:pt x="413" y="1856"/>
                  </a:lnTo>
                  <a:lnTo>
                    <a:pt x="17" y="0"/>
                  </a:lnTo>
                  <a:lnTo>
                    <a:pt x="0" y="2"/>
                  </a:lnTo>
                  <a:lnTo>
                    <a:pt x="396" y="1858"/>
                  </a:lnTo>
                  <a:lnTo>
                    <a:pt x="409" y="1850"/>
                  </a:lnTo>
                  <a:lnTo>
                    <a:pt x="396" y="1858"/>
                  </a:lnTo>
                  <a:lnTo>
                    <a:pt x="400" y="1864"/>
                  </a:lnTo>
                  <a:lnTo>
                    <a:pt x="406" y="1865"/>
                  </a:lnTo>
                  <a:lnTo>
                    <a:pt x="410" y="1862"/>
                  </a:lnTo>
                  <a:lnTo>
                    <a:pt x="413" y="1856"/>
                  </a:lnTo>
                  <a:lnTo>
                    <a:pt x="400" y="186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2349" name="Freeform 27"/>
            <p:cNvSpPr>
              <a:spLocks/>
            </p:cNvSpPr>
            <p:nvPr/>
          </p:nvSpPr>
          <p:spPr bwMode="auto">
            <a:xfrm>
              <a:off x="1282" y="1533"/>
              <a:ext cx="35" cy="161"/>
            </a:xfrm>
            <a:custGeom>
              <a:avLst/>
              <a:gdLst>
                <a:gd name="T0" fmla="*/ 1 w 175"/>
                <a:gd name="T1" fmla="*/ 6 h 807"/>
                <a:gd name="T2" fmla="*/ 1 w 175"/>
                <a:gd name="T3" fmla="*/ 6 h 807"/>
                <a:gd name="T4" fmla="*/ 1 w 175"/>
                <a:gd name="T5" fmla="*/ 6 h 807"/>
                <a:gd name="T6" fmla="*/ 1 w 175"/>
                <a:gd name="T7" fmla="*/ 5 h 807"/>
                <a:gd name="T8" fmla="*/ 1 w 175"/>
                <a:gd name="T9" fmla="*/ 5 h 807"/>
                <a:gd name="T10" fmla="*/ 1 w 175"/>
                <a:gd name="T11" fmla="*/ 5 h 807"/>
                <a:gd name="T12" fmla="*/ 1 w 175"/>
                <a:gd name="T13" fmla="*/ 4 h 807"/>
                <a:gd name="T14" fmla="*/ 1 w 175"/>
                <a:gd name="T15" fmla="*/ 4 h 807"/>
                <a:gd name="T16" fmla="*/ 1 w 175"/>
                <a:gd name="T17" fmla="*/ 3 h 807"/>
                <a:gd name="T18" fmla="*/ 1 w 175"/>
                <a:gd name="T19" fmla="*/ 3 h 807"/>
                <a:gd name="T20" fmla="*/ 1 w 175"/>
                <a:gd name="T21" fmla="*/ 3 h 807"/>
                <a:gd name="T22" fmla="*/ 1 w 175"/>
                <a:gd name="T23" fmla="*/ 2 h 807"/>
                <a:gd name="T24" fmla="*/ 1 w 175"/>
                <a:gd name="T25" fmla="*/ 2 h 807"/>
                <a:gd name="T26" fmla="*/ 1 w 175"/>
                <a:gd name="T27" fmla="*/ 2 h 807"/>
                <a:gd name="T28" fmla="*/ 1 w 175"/>
                <a:gd name="T29" fmla="*/ 1 h 807"/>
                <a:gd name="T30" fmla="*/ 1 w 175"/>
                <a:gd name="T31" fmla="*/ 1 h 807"/>
                <a:gd name="T32" fmla="*/ 1 w 175"/>
                <a:gd name="T33" fmla="*/ 1 h 807"/>
                <a:gd name="T34" fmla="*/ 1 w 175"/>
                <a:gd name="T35" fmla="*/ 0 h 807"/>
                <a:gd name="T36" fmla="*/ 1 w 175"/>
                <a:gd name="T37" fmla="*/ 0 h 807"/>
                <a:gd name="T38" fmla="*/ 1 w 175"/>
                <a:gd name="T39" fmla="*/ 0 h 807"/>
                <a:gd name="T40" fmla="*/ 0 w 175"/>
                <a:gd name="T41" fmla="*/ 1 h 807"/>
                <a:gd name="T42" fmla="*/ 0 w 175"/>
                <a:gd name="T43" fmla="*/ 1 h 807"/>
                <a:gd name="T44" fmla="*/ 0 w 175"/>
                <a:gd name="T45" fmla="*/ 1 h 807"/>
                <a:gd name="T46" fmla="*/ 0 w 175"/>
                <a:gd name="T47" fmla="*/ 2 h 807"/>
                <a:gd name="T48" fmla="*/ 0 w 175"/>
                <a:gd name="T49" fmla="*/ 2 h 807"/>
                <a:gd name="T50" fmla="*/ 0 w 175"/>
                <a:gd name="T51" fmla="*/ 3 h 807"/>
                <a:gd name="T52" fmla="*/ 0 w 175"/>
                <a:gd name="T53" fmla="*/ 3 h 807"/>
                <a:gd name="T54" fmla="*/ 0 w 175"/>
                <a:gd name="T55" fmla="*/ 3 h 807"/>
                <a:gd name="T56" fmla="*/ 0 w 175"/>
                <a:gd name="T57" fmla="*/ 4 h 807"/>
                <a:gd name="T58" fmla="*/ 0 w 175"/>
                <a:gd name="T59" fmla="*/ 4 h 807"/>
                <a:gd name="T60" fmla="*/ 0 w 175"/>
                <a:gd name="T61" fmla="*/ 5 h 807"/>
                <a:gd name="T62" fmla="*/ 0 w 175"/>
                <a:gd name="T63" fmla="*/ 5 h 807"/>
                <a:gd name="T64" fmla="*/ 0 w 175"/>
                <a:gd name="T65" fmla="*/ 5 h 807"/>
                <a:gd name="T66" fmla="*/ 1 w 175"/>
                <a:gd name="T67" fmla="*/ 6 h 807"/>
                <a:gd name="T68" fmla="*/ 1 w 175"/>
                <a:gd name="T69" fmla="*/ 6 h 807"/>
                <a:gd name="T70" fmla="*/ 1 w 175"/>
                <a:gd name="T71" fmla="*/ 6 h 807"/>
                <a:gd name="T72" fmla="*/ 1 w 175"/>
                <a:gd name="T73" fmla="*/ 6 h 807"/>
                <a:gd name="T74" fmla="*/ 1 w 175"/>
                <a:gd name="T75" fmla="*/ 6 h 807"/>
                <a:gd name="T76" fmla="*/ 1 w 175"/>
                <a:gd name="T77" fmla="*/ 6 h 807"/>
                <a:gd name="T78" fmla="*/ 1 w 175"/>
                <a:gd name="T79" fmla="*/ 6 h 807"/>
                <a:gd name="T80" fmla="*/ 1 w 175"/>
                <a:gd name="T81" fmla="*/ 6 h 807"/>
                <a:gd name="T82" fmla="*/ 1 w 175"/>
                <a:gd name="T83" fmla="*/ 6 h 807"/>
                <a:gd name="T84" fmla="*/ 1 w 175"/>
                <a:gd name="T85" fmla="*/ 6 h 807"/>
                <a:gd name="T86" fmla="*/ 1 w 175"/>
                <a:gd name="T87" fmla="*/ 6 h 807"/>
                <a:gd name="T88" fmla="*/ 1 w 175"/>
                <a:gd name="T89" fmla="*/ 6 h 807"/>
                <a:gd name="T90" fmla="*/ 1 w 175"/>
                <a:gd name="T91" fmla="*/ 6 h 80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175"/>
                <a:gd name="T139" fmla="*/ 0 h 807"/>
                <a:gd name="T140" fmla="*/ 175 w 175"/>
                <a:gd name="T141" fmla="*/ 807 h 80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175" h="807">
                  <a:moveTo>
                    <a:pt x="169" y="740"/>
                  </a:moveTo>
                  <a:lnTo>
                    <a:pt x="169" y="739"/>
                  </a:lnTo>
                  <a:lnTo>
                    <a:pt x="149" y="698"/>
                  </a:lnTo>
                  <a:lnTo>
                    <a:pt x="133" y="656"/>
                  </a:lnTo>
                  <a:lnTo>
                    <a:pt x="120" y="611"/>
                  </a:lnTo>
                  <a:lnTo>
                    <a:pt x="108" y="565"/>
                  </a:lnTo>
                  <a:lnTo>
                    <a:pt x="100" y="520"/>
                  </a:lnTo>
                  <a:lnTo>
                    <a:pt x="96" y="472"/>
                  </a:lnTo>
                  <a:lnTo>
                    <a:pt x="93" y="425"/>
                  </a:lnTo>
                  <a:lnTo>
                    <a:pt x="93" y="377"/>
                  </a:lnTo>
                  <a:lnTo>
                    <a:pt x="96" y="330"/>
                  </a:lnTo>
                  <a:lnTo>
                    <a:pt x="100" y="283"/>
                  </a:lnTo>
                  <a:lnTo>
                    <a:pt x="106" y="238"/>
                  </a:lnTo>
                  <a:lnTo>
                    <a:pt x="115" y="195"/>
                  </a:lnTo>
                  <a:lnTo>
                    <a:pt x="126" y="153"/>
                  </a:lnTo>
                  <a:lnTo>
                    <a:pt x="139" y="114"/>
                  </a:lnTo>
                  <a:lnTo>
                    <a:pt x="153" y="77"/>
                  </a:lnTo>
                  <a:lnTo>
                    <a:pt x="169" y="43"/>
                  </a:lnTo>
                  <a:lnTo>
                    <a:pt x="87" y="0"/>
                  </a:lnTo>
                  <a:lnTo>
                    <a:pt x="69" y="39"/>
                  </a:lnTo>
                  <a:lnTo>
                    <a:pt x="52" y="81"/>
                  </a:lnTo>
                  <a:lnTo>
                    <a:pt x="37" y="127"/>
                  </a:lnTo>
                  <a:lnTo>
                    <a:pt x="24" y="174"/>
                  </a:lnTo>
                  <a:lnTo>
                    <a:pt x="15" y="222"/>
                  </a:lnTo>
                  <a:lnTo>
                    <a:pt x="7" y="271"/>
                  </a:lnTo>
                  <a:lnTo>
                    <a:pt x="2" y="323"/>
                  </a:lnTo>
                  <a:lnTo>
                    <a:pt x="0" y="374"/>
                  </a:lnTo>
                  <a:lnTo>
                    <a:pt x="0" y="427"/>
                  </a:lnTo>
                  <a:lnTo>
                    <a:pt x="2" y="479"/>
                  </a:lnTo>
                  <a:lnTo>
                    <a:pt x="9" y="531"/>
                  </a:lnTo>
                  <a:lnTo>
                    <a:pt x="17" y="584"/>
                  </a:lnTo>
                  <a:lnTo>
                    <a:pt x="29" y="635"/>
                  </a:lnTo>
                  <a:lnTo>
                    <a:pt x="44" y="686"/>
                  </a:lnTo>
                  <a:lnTo>
                    <a:pt x="65" y="736"/>
                  </a:lnTo>
                  <a:lnTo>
                    <a:pt x="87" y="784"/>
                  </a:lnTo>
                  <a:lnTo>
                    <a:pt x="87" y="782"/>
                  </a:lnTo>
                  <a:lnTo>
                    <a:pt x="87" y="784"/>
                  </a:lnTo>
                  <a:lnTo>
                    <a:pt x="100" y="799"/>
                  </a:lnTo>
                  <a:lnTo>
                    <a:pt x="117" y="807"/>
                  </a:lnTo>
                  <a:lnTo>
                    <a:pt x="134" y="807"/>
                  </a:lnTo>
                  <a:lnTo>
                    <a:pt x="151" y="801"/>
                  </a:lnTo>
                  <a:lnTo>
                    <a:pt x="164" y="791"/>
                  </a:lnTo>
                  <a:lnTo>
                    <a:pt x="173" y="777"/>
                  </a:lnTo>
                  <a:lnTo>
                    <a:pt x="175" y="759"/>
                  </a:lnTo>
                  <a:lnTo>
                    <a:pt x="169" y="739"/>
                  </a:lnTo>
                  <a:lnTo>
                    <a:pt x="169" y="74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2350" name="Freeform 28"/>
            <p:cNvSpPr>
              <a:spLocks/>
            </p:cNvSpPr>
            <p:nvPr/>
          </p:nvSpPr>
          <p:spPr bwMode="auto">
            <a:xfrm>
              <a:off x="1299" y="1681"/>
              <a:ext cx="157" cy="281"/>
            </a:xfrm>
            <a:custGeom>
              <a:avLst/>
              <a:gdLst>
                <a:gd name="T0" fmla="*/ 6 w 787"/>
                <a:gd name="T1" fmla="*/ 11 h 1404"/>
                <a:gd name="T2" fmla="*/ 6 w 787"/>
                <a:gd name="T3" fmla="*/ 11 h 1404"/>
                <a:gd name="T4" fmla="*/ 1 w 787"/>
                <a:gd name="T5" fmla="*/ 0 h 1404"/>
                <a:gd name="T6" fmla="*/ 0 w 787"/>
                <a:gd name="T7" fmla="*/ 0 h 1404"/>
                <a:gd name="T8" fmla="*/ 6 w 787"/>
                <a:gd name="T9" fmla="*/ 11 h 1404"/>
                <a:gd name="T10" fmla="*/ 6 w 787"/>
                <a:gd name="T11" fmla="*/ 11 h 1404"/>
                <a:gd name="T12" fmla="*/ 6 w 787"/>
                <a:gd name="T13" fmla="*/ 11 h 1404"/>
                <a:gd name="T14" fmla="*/ 6 w 787"/>
                <a:gd name="T15" fmla="*/ 11 h 1404"/>
                <a:gd name="T16" fmla="*/ 6 w 787"/>
                <a:gd name="T17" fmla="*/ 11 h 1404"/>
                <a:gd name="T18" fmla="*/ 6 w 787"/>
                <a:gd name="T19" fmla="*/ 11 h 1404"/>
                <a:gd name="T20" fmla="*/ 6 w 787"/>
                <a:gd name="T21" fmla="*/ 11 h 1404"/>
                <a:gd name="T22" fmla="*/ 6 w 787"/>
                <a:gd name="T23" fmla="*/ 11 h 1404"/>
                <a:gd name="T24" fmla="*/ 6 w 787"/>
                <a:gd name="T25" fmla="*/ 11 h 1404"/>
                <a:gd name="T26" fmla="*/ 6 w 787"/>
                <a:gd name="T27" fmla="*/ 11 h 1404"/>
                <a:gd name="T28" fmla="*/ 6 w 787"/>
                <a:gd name="T29" fmla="*/ 11 h 1404"/>
                <a:gd name="T30" fmla="*/ 6 w 787"/>
                <a:gd name="T31" fmla="*/ 11 h 1404"/>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787"/>
                <a:gd name="T49" fmla="*/ 0 h 1404"/>
                <a:gd name="T50" fmla="*/ 787 w 787"/>
                <a:gd name="T51" fmla="*/ 1404 h 1404"/>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787" h="1404">
                  <a:moveTo>
                    <a:pt x="781" y="1334"/>
                  </a:moveTo>
                  <a:lnTo>
                    <a:pt x="781" y="1337"/>
                  </a:lnTo>
                  <a:lnTo>
                    <a:pt x="82" y="0"/>
                  </a:lnTo>
                  <a:lnTo>
                    <a:pt x="0" y="42"/>
                  </a:lnTo>
                  <a:lnTo>
                    <a:pt x="699" y="1379"/>
                  </a:lnTo>
                  <a:lnTo>
                    <a:pt x="699" y="1381"/>
                  </a:lnTo>
                  <a:lnTo>
                    <a:pt x="699" y="1379"/>
                  </a:lnTo>
                  <a:lnTo>
                    <a:pt x="712" y="1395"/>
                  </a:lnTo>
                  <a:lnTo>
                    <a:pt x="727" y="1402"/>
                  </a:lnTo>
                  <a:lnTo>
                    <a:pt x="744" y="1404"/>
                  </a:lnTo>
                  <a:lnTo>
                    <a:pt x="761" y="1398"/>
                  </a:lnTo>
                  <a:lnTo>
                    <a:pt x="775" y="1388"/>
                  </a:lnTo>
                  <a:lnTo>
                    <a:pt x="784" y="1373"/>
                  </a:lnTo>
                  <a:lnTo>
                    <a:pt x="787" y="1357"/>
                  </a:lnTo>
                  <a:lnTo>
                    <a:pt x="781" y="1337"/>
                  </a:lnTo>
                  <a:lnTo>
                    <a:pt x="781" y="13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2351" name="Freeform 29"/>
            <p:cNvSpPr>
              <a:spLocks/>
            </p:cNvSpPr>
            <p:nvPr/>
          </p:nvSpPr>
          <p:spPr bwMode="auto">
            <a:xfrm>
              <a:off x="1439" y="1948"/>
              <a:ext cx="125" cy="76"/>
            </a:xfrm>
            <a:custGeom>
              <a:avLst/>
              <a:gdLst>
                <a:gd name="T0" fmla="*/ 5 w 628"/>
                <a:gd name="T1" fmla="*/ 2 h 383"/>
                <a:gd name="T2" fmla="*/ 5 w 628"/>
                <a:gd name="T3" fmla="*/ 2 h 383"/>
                <a:gd name="T4" fmla="*/ 4 w 628"/>
                <a:gd name="T5" fmla="*/ 2 h 383"/>
                <a:gd name="T6" fmla="*/ 4 w 628"/>
                <a:gd name="T7" fmla="*/ 2 h 383"/>
                <a:gd name="T8" fmla="*/ 4 w 628"/>
                <a:gd name="T9" fmla="*/ 2 h 383"/>
                <a:gd name="T10" fmla="*/ 3 w 628"/>
                <a:gd name="T11" fmla="*/ 2 h 383"/>
                <a:gd name="T12" fmla="*/ 3 w 628"/>
                <a:gd name="T13" fmla="*/ 2 h 383"/>
                <a:gd name="T14" fmla="*/ 3 w 628"/>
                <a:gd name="T15" fmla="*/ 2 h 383"/>
                <a:gd name="T16" fmla="*/ 3 w 628"/>
                <a:gd name="T17" fmla="*/ 2 h 383"/>
                <a:gd name="T18" fmla="*/ 2 w 628"/>
                <a:gd name="T19" fmla="*/ 2 h 383"/>
                <a:gd name="T20" fmla="*/ 2 w 628"/>
                <a:gd name="T21" fmla="*/ 2 h 383"/>
                <a:gd name="T22" fmla="*/ 2 w 628"/>
                <a:gd name="T23" fmla="*/ 1 h 383"/>
                <a:gd name="T24" fmla="*/ 2 w 628"/>
                <a:gd name="T25" fmla="*/ 1 h 383"/>
                <a:gd name="T26" fmla="*/ 1 w 628"/>
                <a:gd name="T27" fmla="*/ 1 h 383"/>
                <a:gd name="T28" fmla="*/ 1 w 628"/>
                <a:gd name="T29" fmla="*/ 1 h 383"/>
                <a:gd name="T30" fmla="*/ 1 w 628"/>
                <a:gd name="T31" fmla="*/ 1 h 383"/>
                <a:gd name="T32" fmla="*/ 1 w 628"/>
                <a:gd name="T33" fmla="*/ 0 h 383"/>
                <a:gd name="T34" fmla="*/ 1 w 628"/>
                <a:gd name="T35" fmla="*/ 0 h 383"/>
                <a:gd name="T36" fmla="*/ 0 w 628"/>
                <a:gd name="T37" fmla="*/ 0 h 383"/>
                <a:gd name="T38" fmla="*/ 0 w 628"/>
                <a:gd name="T39" fmla="*/ 1 h 383"/>
                <a:gd name="T40" fmla="*/ 0 w 628"/>
                <a:gd name="T41" fmla="*/ 1 h 383"/>
                <a:gd name="T42" fmla="*/ 1 w 628"/>
                <a:gd name="T43" fmla="*/ 1 h 383"/>
                <a:gd name="T44" fmla="*/ 1 w 628"/>
                <a:gd name="T45" fmla="*/ 1 h 383"/>
                <a:gd name="T46" fmla="*/ 1 w 628"/>
                <a:gd name="T47" fmla="*/ 2 h 383"/>
                <a:gd name="T48" fmla="*/ 1 w 628"/>
                <a:gd name="T49" fmla="*/ 2 h 383"/>
                <a:gd name="T50" fmla="*/ 2 w 628"/>
                <a:gd name="T51" fmla="*/ 2 h 383"/>
                <a:gd name="T52" fmla="*/ 2 w 628"/>
                <a:gd name="T53" fmla="*/ 2 h 383"/>
                <a:gd name="T54" fmla="*/ 2 w 628"/>
                <a:gd name="T55" fmla="*/ 2 h 383"/>
                <a:gd name="T56" fmla="*/ 3 w 628"/>
                <a:gd name="T57" fmla="*/ 3 h 383"/>
                <a:gd name="T58" fmla="*/ 3 w 628"/>
                <a:gd name="T59" fmla="*/ 3 h 383"/>
                <a:gd name="T60" fmla="*/ 3 w 628"/>
                <a:gd name="T61" fmla="*/ 3 h 383"/>
                <a:gd name="T62" fmla="*/ 4 w 628"/>
                <a:gd name="T63" fmla="*/ 3 h 383"/>
                <a:gd name="T64" fmla="*/ 4 w 628"/>
                <a:gd name="T65" fmla="*/ 3 h 383"/>
                <a:gd name="T66" fmla="*/ 4 w 628"/>
                <a:gd name="T67" fmla="*/ 3 h 383"/>
                <a:gd name="T68" fmla="*/ 5 w 628"/>
                <a:gd name="T69" fmla="*/ 3 h 383"/>
                <a:gd name="T70" fmla="*/ 5 w 628"/>
                <a:gd name="T71" fmla="*/ 3 h 383"/>
                <a:gd name="T72" fmla="*/ 5 w 628"/>
                <a:gd name="T73" fmla="*/ 3 h 383"/>
                <a:gd name="T74" fmla="*/ 5 w 628"/>
                <a:gd name="T75" fmla="*/ 3 h 383"/>
                <a:gd name="T76" fmla="*/ 5 w 628"/>
                <a:gd name="T77" fmla="*/ 3 h 383"/>
                <a:gd name="T78" fmla="*/ 5 w 628"/>
                <a:gd name="T79" fmla="*/ 3 h 383"/>
                <a:gd name="T80" fmla="*/ 5 w 628"/>
                <a:gd name="T81" fmla="*/ 3 h 383"/>
                <a:gd name="T82" fmla="*/ 5 w 628"/>
                <a:gd name="T83" fmla="*/ 3 h 383"/>
                <a:gd name="T84" fmla="*/ 5 w 628"/>
                <a:gd name="T85" fmla="*/ 2 h 383"/>
                <a:gd name="T86" fmla="*/ 5 w 628"/>
                <a:gd name="T87" fmla="*/ 2 h 383"/>
                <a:gd name="T88" fmla="*/ 5 w 628"/>
                <a:gd name="T89" fmla="*/ 2 h 383"/>
                <a:gd name="T90" fmla="*/ 5 w 628"/>
                <a:gd name="T91" fmla="*/ 2 h 38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628"/>
                <a:gd name="T139" fmla="*/ 0 h 383"/>
                <a:gd name="T140" fmla="*/ 628 w 628"/>
                <a:gd name="T141" fmla="*/ 383 h 38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628" h="383">
                  <a:moveTo>
                    <a:pt x="581" y="289"/>
                  </a:moveTo>
                  <a:lnTo>
                    <a:pt x="582" y="289"/>
                  </a:lnTo>
                  <a:lnTo>
                    <a:pt x="541" y="287"/>
                  </a:lnTo>
                  <a:lnTo>
                    <a:pt x="500" y="283"/>
                  </a:lnTo>
                  <a:lnTo>
                    <a:pt x="462" y="276"/>
                  </a:lnTo>
                  <a:lnTo>
                    <a:pt x="424" y="268"/>
                  </a:lnTo>
                  <a:lnTo>
                    <a:pt x="389" y="255"/>
                  </a:lnTo>
                  <a:lnTo>
                    <a:pt x="352" y="242"/>
                  </a:lnTo>
                  <a:lnTo>
                    <a:pt x="320" y="227"/>
                  </a:lnTo>
                  <a:lnTo>
                    <a:pt x="287" y="209"/>
                  </a:lnTo>
                  <a:lnTo>
                    <a:pt x="255" y="189"/>
                  </a:lnTo>
                  <a:lnTo>
                    <a:pt x="226" y="168"/>
                  </a:lnTo>
                  <a:lnTo>
                    <a:pt x="198" y="145"/>
                  </a:lnTo>
                  <a:lnTo>
                    <a:pt x="172" y="119"/>
                  </a:lnTo>
                  <a:lnTo>
                    <a:pt x="146" y="92"/>
                  </a:lnTo>
                  <a:lnTo>
                    <a:pt x="122" y="64"/>
                  </a:lnTo>
                  <a:lnTo>
                    <a:pt x="100" y="33"/>
                  </a:lnTo>
                  <a:lnTo>
                    <a:pt x="82" y="0"/>
                  </a:lnTo>
                  <a:lnTo>
                    <a:pt x="0" y="47"/>
                  </a:lnTo>
                  <a:lnTo>
                    <a:pt x="23" y="85"/>
                  </a:lnTo>
                  <a:lnTo>
                    <a:pt x="49" y="120"/>
                  </a:lnTo>
                  <a:lnTo>
                    <a:pt x="76" y="153"/>
                  </a:lnTo>
                  <a:lnTo>
                    <a:pt x="104" y="185"/>
                  </a:lnTo>
                  <a:lnTo>
                    <a:pt x="137" y="215"/>
                  </a:lnTo>
                  <a:lnTo>
                    <a:pt x="170" y="241"/>
                  </a:lnTo>
                  <a:lnTo>
                    <a:pt x="204" y="267"/>
                  </a:lnTo>
                  <a:lnTo>
                    <a:pt x="240" y="289"/>
                  </a:lnTo>
                  <a:lnTo>
                    <a:pt x="277" y="309"/>
                  </a:lnTo>
                  <a:lnTo>
                    <a:pt x="317" y="329"/>
                  </a:lnTo>
                  <a:lnTo>
                    <a:pt x="358" y="344"/>
                  </a:lnTo>
                  <a:lnTo>
                    <a:pt x="400" y="357"/>
                  </a:lnTo>
                  <a:lnTo>
                    <a:pt x="444" y="367"/>
                  </a:lnTo>
                  <a:lnTo>
                    <a:pt x="488" y="374"/>
                  </a:lnTo>
                  <a:lnTo>
                    <a:pt x="534" y="380"/>
                  </a:lnTo>
                  <a:lnTo>
                    <a:pt x="580" y="383"/>
                  </a:lnTo>
                  <a:lnTo>
                    <a:pt x="581" y="383"/>
                  </a:lnTo>
                  <a:lnTo>
                    <a:pt x="580" y="383"/>
                  </a:lnTo>
                  <a:lnTo>
                    <a:pt x="600" y="379"/>
                  </a:lnTo>
                  <a:lnTo>
                    <a:pt x="615" y="369"/>
                  </a:lnTo>
                  <a:lnTo>
                    <a:pt x="624" y="353"/>
                  </a:lnTo>
                  <a:lnTo>
                    <a:pt x="628" y="337"/>
                  </a:lnTo>
                  <a:lnTo>
                    <a:pt x="625" y="319"/>
                  </a:lnTo>
                  <a:lnTo>
                    <a:pt x="617" y="304"/>
                  </a:lnTo>
                  <a:lnTo>
                    <a:pt x="602" y="294"/>
                  </a:lnTo>
                  <a:lnTo>
                    <a:pt x="582" y="289"/>
                  </a:lnTo>
                  <a:lnTo>
                    <a:pt x="581" y="28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2352" name="Freeform 30"/>
            <p:cNvSpPr>
              <a:spLocks/>
            </p:cNvSpPr>
            <p:nvPr/>
          </p:nvSpPr>
          <p:spPr bwMode="auto">
            <a:xfrm>
              <a:off x="1587" y="1880"/>
              <a:ext cx="85" cy="49"/>
            </a:xfrm>
            <a:custGeom>
              <a:avLst/>
              <a:gdLst>
                <a:gd name="T0" fmla="*/ 3 w 426"/>
                <a:gd name="T1" fmla="*/ 0 h 245"/>
                <a:gd name="T2" fmla="*/ 3 w 426"/>
                <a:gd name="T3" fmla="*/ 0 h 245"/>
                <a:gd name="T4" fmla="*/ 3 w 426"/>
                <a:gd name="T5" fmla="*/ 0 h 245"/>
                <a:gd name="T6" fmla="*/ 3 w 426"/>
                <a:gd name="T7" fmla="*/ 0 h 245"/>
                <a:gd name="T8" fmla="*/ 2 w 426"/>
                <a:gd name="T9" fmla="*/ 0 h 245"/>
                <a:gd name="T10" fmla="*/ 2 w 426"/>
                <a:gd name="T11" fmla="*/ 0 h 245"/>
                <a:gd name="T12" fmla="*/ 2 w 426"/>
                <a:gd name="T13" fmla="*/ 0 h 245"/>
                <a:gd name="T14" fmla="*/ 2 w 426"/>
                <a:gd name="T15" fmla="*/ 0 h 245"/>
                <a:gd name="T16" fmla="*/ 1 w 426"/>
                <a:gd name="T17" fmla="*/ 0 h 245"/>
                <a:gd name="T18" fmla="*/ 1 w 426"/>
                <a:gd name="T19" fmla="*/ 1 h 245"/>
                <a:gd name="T20" fmla="*/ 1 w 426"/>
                <a:gd name="T21" fmla="*/ 1 h 245"/>
                <a:gd name="T22" fmla="*/ 1 w 426"/>
                <a:gd name="T23" fmla="*/ 1 h 245"/>
                <a:gd name="T24" fmla="*/ 0 w 426"/>
                <a:gd name="T25" fmla="*/ 1 h 245"/>
                <a:gd name="T26" fmla="*/ 0 w 426"/>
                <a:gd name="T27" fmla="*/ 1 h 245"/>
                <a:gd name="T28" fmla="*/ 0 w 426"/>
                <a:gd name="T29" fmla="*/ 1 h 245"/>
                <a:gd name="T30" fmla="*/ 0 w 426"/>
                <a:gd name="T31" fmla="*/ 2 h 245"/>
                <a:gd name="T32" fmla="*/ 0 w 426"/>
                <a:gd name="T33" fmla="*/ 2 h 245"/>
                <a:gd name="T34" fmla="*/ 0 w 426"/>
                <a:gd name="T35" fmla="*/ 2 h 245"/>
                <a:gd name="T36" fmla="*/ 0 w 426"/>
                <a:gd name="T37" fmla="*/ 2 h 245"/>
                <a:gd name="T38" fmla="*/ 0 w 426"/>
                <a:gd name="T39" fmla="*/ 2 h 245"/>
                <a:gd name="T40" fmla="*/ 0 w 426"/>
                <a:gd name="T41" fmla="*/ 2 h 245"/>
                <a:gd name="T42" fmla="*/ 0 w 426"/>
                <a:gd name="T43" fmla="*/ 1 h 245"/>
                <a:gd name="T44" fmla="*/ 0 w 426"/>
                <a:gd name="T45" fmla="*/ 1 h 245"/>
                <a:gd name="T46" fmla="*/ 0 w 426"/>
                <a:gd name="T47" fmla="*/ 1 h 245"/>
                <a:gd name="T48" fmla="*/ 1 w 426"/>
                <a:gd name="T49" fmla="*/ 1 h 245"/>
                <a:gd name="T50" fmla="*/ 1 w 426"/>
                <a:gd name="T51" fmla="*/ 1 h 245"/>
                <a:gd name="T52" fmla="*/ 1 w 426"/>
                <a:gd name="T53" fmla="*/ 1 h 245"/>
                <a:gd name="T54" fmla="*/ 1 w 426"/>
                <a:gd name="T55" fmla="*/ 1 h 245"/>
                <a:gd name="T56" fmla="*/ 2 w 426"/>
                <a:gd name="T57" fmla="*/ 0 h 245"/>
                <a:gd name="T58" fmla="*/ 2 w 426"/>
                <a:gd name="T59" fmla="*/ 0 h 245"/>
                <a:gd name="T60" fmla="*/ 2 w 426"/>
                <a:gd name="T61" fmla="*/ 0 h 245"/>
                <a:gd name="T62" fmla="*/ 2 w 426"/>
                <a:gd name="T63" fmla="*/ 0 h 245"/>
                <a:gd name="T64" fmla="*/ 3 w 426"/>
                <a:gd name="T65" fmla="*/ 0 h 245"/>
                <a:gd name="T66" fmla="*/ 3 w 426"/>
                <a:gd name="T67" fmla="*/ 0 h 245"/>
                <a:gd name="T68" fmla="*/ 3 w 426"/>
                <a:gd name="T69" fmla="*/ 0 h 245"/>
                <a:gd name="T70" fmla="*/ 3 w 426"/>
                <a:gd name="T71" fmla="*/ 0 h 245"/>
                <a:gd name="T72" fmla="*/ 3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426" y="0"/>
                  </a:moveTo>
                  <a:lnTo>
                    <a:pt x="426" y="0"/>
                  </a:lnTo>
                  <a:lnTo>
                    <a:pt x="384" y="1"/>
                  </a:lnTo>
                  <a:lnTo>
                    <a:pt x="340" y="4"/>
                  </a:lnTo>
                  <a:lnTo>
                    <a:pt x="300" y="10"/>
                  </a:lnTo>
                  <a:lnTo>
                    <a:pt x="262" y="18"/>
                  </a:lnTo>
                  <a:lnTo>
                    <a:pt x="224" y="29"/>
                  </a:lnTo>
                  <a:lnTo>
                    <a:pt x="189" y="41"/>
                  </a:lnTo>
                  <a:lnTo>
                    <a:pt x="157" y="55"/>
                  </a:lnTo>
                  <a:lnTo>
                    <a:pt x="126" y="70"/>
                  </a:lnTo>
                  <a:lnTo>
                    <a:pt x="99" y="89"/>
                  </a:lnTo>
                  <a:lnTo>
                    <a:pt x="74" y="106"/>
                  </a:lnTo>
                  <a:lnTo>
                    <a:pt x="52" y="126"/>
                  </a:lnTo>
                  <a:lnTo>
                    <a:pt x="34" y="148"/>
                  </a:lnTo>
                  <a:lnTo>
                    <a:pt x="19" y="171"/>
                  </a:lnTo>
                  <a:lnTo>
                    <a:pt x="9" y="194"/>
                  </a:lnTo>
                  <a:lnTo>
                    <a:pt x="3" y="219"/>
                  </a:lnTo>
                  <a:lnTo>
                    <a:pt x="0" y="245"/>
                  </a:lnTo>
                  <a:lnTo>
                    <a:pt x="12" y="245"/>
                  </a:lnTo>
                  <a:lnTo>
                    <a:pt x="15" y="221"/>
                  </a:lnTo>
                  <a:lnTo>
                    <a:pt x="20" y="199"/>
                  </a:lnTo>
                  <a:lnTo>
                    <a:pt x="31" y="178"/>
                  </a:lnTo>
                  <a:lnTo>
                    <a:pt x="44" y="156"/>
                  </a:lnTo>
                  <a:lnTo>
                    <a:pt x="61" y="136"/>
                  </a:lnTo>
                  <a:lnTo>
                    <a:pt x="81" y="116"/>
                  </a:lnTo>
                  <a:lnTo>
                    <a:pt x="106" y="98"/>
                  </a:lnTo>
                  <a:lnTo>
                    <a:pt x="133" y="82"/>
                  </a:lnTo>
                  <a:lnTo>
                    <a:pt x="162" y="66"/>
                  </a:lnTo>
                  <a:lnTo>
                    <a:pt x="194" y="52"/>
                  </a:lnTo>
                  <a:lnTo>
                    <a:pt x="229" y="41"/>
                  </a:lnTo>
                  <a:lnTo>
                    <a:pt x="264" y="30"/>
                  </a:lnTo>
                  <a:lnTo>
                    <a:pt x="303" y="22"/>
                  </a:lnTo>
                  <a:lnTo>
                    <a:pt x="343" y="16"/>
                  </a:lnTo>
                  <a:lnTo>
                    <a:pt x="384" y="12"/>
                  </a:lnTo>
                  <a:lnTo>
                    <a:pt x="426" y="11"/>
                  </a:lnTo>
                  <a:lnTo>
                    <a:pt x="42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2353" name="Freeform 31"/>
            <p:cNvSpPr>
              <a:spLocks/>
            </p:cNvSpPr>
            <p:nvPr/>
          </p:nvSpPr>
          <p:spPr bwMode="auto">
            <a:xfrm>
              <a:off x="1587" y="1929"/>
              <a:ext cx="85" cy="49"/>
            </a:xfrm>
            <a:custGeom>
              <a:avLst/>
              <a:gdLst>
                <a:gd name="T0" fmla="*/ 0 w 426"/>
                <a:gd name="T1" fmla="*/ 0 h 245"/>
                <a:gd name="T2" fmla="*/ 0 w 426"/>
                <a:gd name="T3" fmla="*/ 0 h 245"/>
                <a:gd name="T4" fmla="*/ 0 w 426"/>
                <a:gd name="T5" fmla="*/ 0 h 245"/>
                <a:gd name="T6" fmla="*/ 0 w 426"/>
                <a:gd name="T7" fmla="*/ 0 h 245"/>
                <a:gd name="T8" fmla="*/ 0 w 426"/>
                <a:gd name="T9" fmla="*/ 1 h 245"/>
                <a:gd name="T10" fmla="*/ 0 w 426"/>
                <a:gd name="T11" fmla="*/ 1 h 245"/>
                <a:gd name="T12" fmla="*/ 0 w 426"/>
                <a:gd name="T13" fmla="*/ 1 h 245"/>
                <a:gd name="T14" fmla="*/ 1 w 426"/>
                <a:gd name="T15" fmla="*/ 1 h 245"/>
                <a:gd name="T16" fmla="*/ 1 w 426"/>
                <a:gd name="T17" fmla="*/ 1 h 245"/>
                <a:gd name="T18" fmla="*/ 1 w 426"/>
                <a:gd name="T19" fmla="*/ 1 h 245"/>
                <a:gd name="T20" fmla="*/ 1 w 426"/>
                <a:gd name="T21" fmla="*/ 2 h 245"/>
                <a:gd name="T22" fmla="*/ 2 w 426"/>
                <a:gd name="T23" fmla="*/ 2 h 245"/>
                <a:gd name="T24" fmla="*/ 2 w 426"/>
                <a:gd name="T25" fmla="*/ 2 h 245"/>
                <a:gd name="T26" fmla="*/ 2 w 426"/>
                <a:gd name="T27" fmla="*/ 2 h 245"/>
                <a:gd name="T28" fmla="*/ 2 w 426"/>
                <a:gd name="T29" fmla="*/ 2 h 245"/>
                <a:gd name="T30" fmla="*/ 3 w 426"/>
                <a:gd name="T31" fmla="*/ 2 h 245"/>
                <a:gd name="T32" fmla="*/ 3 w 426"/>
                <a:gd name="T33" fmla="*/ 2 h 245"/>
                <a:gd name="T34" fmla="*/ 3 w 426"/>
                <a:gd name="T35" fmla="*/ 2 h 245"/>
                <a:gd name="T36" fmla="*/ 3 w 426"/>
                <a:gd name="T37" fmla="*/ 2 h 245"/>
                <a:gd name="T38" fmla="*/ 3 w 426"/>
                <a:gd name="T39" fmla="*/ 2 h 245"/>
                <a:gd name="T40" fmla="*/ 3 w 426"/>
                <a:gd name="T41" fmla="*/ 2 h 245"/>
                <a:gd name="T42" fmla="*/ 2 w 426"/>
                <a:gd name="T43" fmla="*/ 2 h 245"/>
                <a:gd name="T44" fmla="*/ 2 w 426"/>
                <a:gd name="T45" fmla="*/ 2 h 245"/>
                <a:gd name="T46" fmla="*/ 2 w 426"/>
                <a:gd name="T47" fmla="*/ 2 h 245"/>
                <a:gd name="T48" fmla="*/ 2 w 426"/>
                <a:gd name="T49" fmla="*/ 2 h 245"/>
                <a:gd name="T50" fmla="*/ 1 w 426"/>
                <a:gd name="T51" fmla="*/ 1 h 245"/>
                <a:gd name="T52" fmla="*/ 1 w 426"/>
                <a:gd name="T53" fmla="*/ 1 h 245"/>
                <a:gd name="T54" fmla="*/ 1 w 426"/>
                <a:gd name="T55" fmla="*/ 1 h 245"/>
                <a:gd name="T56" fmla="*/ 1 w 426"/>
                <a:gd name="T57" fmla="*/ 1 h 245"/>
                <a:gd name="T58" fmla="*/ 0 w 426"/>
                <a:gd name="T59" fmla="*/ 1 h 245"/>
                <a:gd name="T60" fmla="*/ 0 w 426"/>
                <a:gd name="T61" fmla="*/ 1 h 245"/>
                <a:gd name="T62" fmla="*/ 0 w 426"/>
                <a:gd name="T63" fmla="*/ 1 h 245"/>
                <a:gd name="T64" fmla="*/ 0 w 426"/>
                <a:gd name="T65" fmla="*/ 0 h 245"/>
                <a:gd name="T66" fmla="*/ 0 w 426"/>
                <a:gd name="T67" fmla="*/ 0 h 245"/>
                <a:gd name="T68" fmla="*/ 0 w 426"/>
                <a:gd name="T69" fmla="*/ 0 h 245"/>
                <a:gd name="T70" fmla="*/ 0 w 426"/>
                <a:gd name="T71" fmla="*/ 0 h 245"/>
                <a:gd name="T72" fmla="*/ 0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0" y="0"/>
                  </a:moveTo>
                  <a:lnTo>
                    <a:pt x="0" y="0"/>
                  </a:lnTo>
                  <a:lnTo>
                    <a:pt x="3" y="25"/>
                  </a:lnTo>
                  <a:lnTo>
                    <a:pt x="9" y="50"/>
                  </a:lnTo>
                  <a:lnTo>
                    <a:pt x="19" y="73"/>
                  </a:lnTo>
                  <a:lnTo>
                    <a:pt x="34" y="96"/>
                  </a:lnTo>
                  <a:lnTo>
                    <a:pt x="52" y="118"/>
                  </a:lnTo>
                  <a:lnTo>
                    <a:pt x="74" y="138"/>
                  </a:lnTo>
                  <a:lnTo>
                    <a:pt x="99" y="156"/>
                  </a:lnTo>
                  <a:lnTo>
                    <a:pt x="126" y="174"/>
                  </a:lnTo>
                  <a:lnTo>
                    <a:pt x="157" y="190"/>
                  </a:lnTo>
                  <a:lnTo>
                    <a:pt x="189" y="204"/>
                  </a:lnTo>
                  <a:lnTo>
                    <a:pt x="224" y="215"/>
                  </a:lnTo>
                  <a:lnTo>
                    <a:pt x="262" y="226"/>
                  </a:lnTo>
                  <a:lnTo>
                    <a:pt x="300" y="234"/>
                  </a:lnTo>
                  <a:lnTo>
                    <a:pt x="340" y="240"/>
                  </a:lnTo>
                  <a:lnTo>
                    <a:pt x="384" y="244"/>
                  </a:lnTo>
                  <a:lnTo>
                    <a:pt x="426" y="245"/>
                  </a:lnTo>
                  <a:lnTo>
                    <a:pt x="426" y="233"/>
                  </a:lnTo>
                  <a:lnTo>
                    <a:pt x="384" y="232"/>
                  </a:lnTo>
                  <a:lnTo>
                    <a:pt x="343" y="228"/>
                  </a:lnTo>
                  <a:lnTo>
                    <a:pt x="303" y="222"/>
                  </a:lnTo>
                  <a:lnTo>
                    <a:pt x="264" y="214"/>
                  </a:lnTo>
                  <a:lnTo>
                    <a:pt x="229" y="204"/>
                  </a:lnTo>
                  <a:lnTo>
                    <a:pt x="194" y="192"/>
                  </a:lnTo>
                  <a:lnTo>
                    <a:pt x="162" y="178"/>
                  </a:lnTo>
                  <a:lnTo>
                    <a:pt x="133" y="163"/>
                  </a:lnTo>
                  <a:lnTo>
                    <a:pt x="106" y="146"/>
                  </a:lnTo>
                  <a:lnTo>
                    <a:pt x="81" y="129"/>
                  </a:lnTo>
                  <a:lnTo>
                    <a:pt x="61" y="109"/>
                  </a:lnTo>
                  <a:lnTo>
                    <a:pt x="44" y="89"/>
                  </a:lnTo>
                  <a:lnTo>
                    <a:pt x="31" y="66"/>
                  </a:lnTo>
                  <a:lnTo>
                    <a:pt x="20" y="45"/>
                  </a:lnTo>
                  <a:lnTo>
                    <a:pt x="15" y="2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2354" name="Freeform 32"/>
            <p:cNvSpPr>
              <a:spLocks/>
            </p:cNvSpPr>
            <p:nvPr/>
          </p:nvSpPr>
          <p:spPr bwMode="auto">
            <a:xfrm>
              <a:off x="878" y="1448"/>
              <a:ext cx="792" cy="954"/>
            </a:xfrm>
            <a:custGeom>
              <a:avLst/>
              <a:gdLst>
                <a:gd name="T0" fmla="*/ 13 w 3960"/>
                <a:gd name="T1" fmla="*/ 38 h 4768"/>
                <a:gd name="T2" fmla="*/ 14 w 3960"/>
                <a:gd name="T3" fmla="*/ 38 h 4768"/>
                <a:gd name="T4" fmla="*/ 15 w 3960"/>
                <a:gd name="T5" fmla="*/ 38 h 4768"/>
                <a:gd name="T6" fmla="*/ 15 w 3960"/>
                <a:gd name="T7" fmla="*/ 38 h 4768"/>
                <a:gd name="T8" fmla="*/ 16 w 3960"/>
                <a:gd name="T9" fmla="*/ 38 h 4768"/>
                <a:gd name="T10" fmla="*/ 17 w 3960"/>
                <a:gd name="T11" fmla="*/ 38 h 4768"/>
                <a:gd name="T12" fmla="*/ 17 w 3960"/>
                <a:gd name="T13" fmla="*/ 38 h 4768"/>
                <a:gd name="T14" fmla="*/ 18 w 3960"/>
                <a:gd name="T15" fmla="*/ 38 h 4768"/>
                <a:gd name="T16" fmla="*/ 18 w 3960"/>
                <a:gd name="T17" fmla="*/ 38 h 4768"/>
                <a:gd name="T18" fmla="*/ 29 w 3960"/>
                <a:gd name="T19" fmla="*/ 30 h 4768"/>
                <a:gd name="T20" fmla="*/ 30 w 3960"/>
                <a:gd name="T21" fmla="*/ 30 h 4768"/>
                <a:gd name="T22" fmla="*/ 30 w 3960"/>
                <a:gd name="T23" fmla="*/ 29 h 4768"/>
                <a:gd name="T24" fmla="*/ 31 w 3960"/>
                <a:gd name="T25" fmla="*/ 28 h 4768"/>
                <a:gd name="T26" fmla="*/ 31 w 3960"/>
                <a:gd name="T27" fmla="*/ 28 h 4768"/>
                <a:gd name="T28" fmla="*/ 31 w 3960"/>
                <a:gd name="T29" fmla="*/ 27 h 4768"/>
                <a:gd name="T30" fmla="*/ 32 w 3960"/>
                <a:gd name="T31" fmla="*/ 26 h 4768"/>
                <a:gd name="T32" fmla="*/ 32 w 3960"/>
                <a:gd name="T33" fmla="*/ 25 h 4768"/>
                <a:gd name="T34" fmla="*/ 32 w 3960"/>
                <a:gd name="T35" fmla="*/ 11 h 4768"/>
                <a:gd name="T36" fmla="*/ 32 w 3960"/>
                <a:gd name="T37" fmla="*/ 10 h 4768"/>
                <a:gd name="T38" fmla="*/ 31 w 3960"/>
                <a:gd name="T39" fmla="*/ 9 h 4768"/>
                <a:gd name="T40" fmla="*/ 31 w 3960"/>
                <a:gd name="T41" fmla="*/ 9 h 4768"/>
                <a:gd name="T42" fmla="*/ 31 w 3960"/>
                <a:gd name="T43" fmla="*/ 8 h 4768"/>
                <a:gd name="T44" fmla="*/ 31 w 3960"/>
                <a:gd name="T45" fmla="*/ 8 h 4768"/>
                <a:gd name="T46" fmla="*/ 30 w 3960"/>
                <a:gd name="T47" fmla="*/ 7 h 4768"/>
                <a:gd name="T48" fmla="*/ 30 w 3960"/>
                <a:gd name="T49" fmla="*/ 7 h 4768"/>
                <a:gd name="T50" fmla="*/ 29 w 3960"/>
                <a:gd name="T51" fmla="*/ 6 h 4768"/>
                <a:gd name="T52" fmla="*/ 19 w 3960"/>
                <a:gd name="T53" fmla="*/ 1 h 4768"/>
                <a:gd name="T54" fmla="*/ 18 w 3960"/>
                <a:gd name="T55" fmla="*/ 0 h 4768"/>
                <a:gd name="T56" fmla="*/ 17 w 3960"/>
                <a:gd name="T57" fmla="*/ 0 h 4768"/>
                <a:gd name="T58" fmla="*/ 17 w 3960"/>
                <a:gd name="T59" fmla="*/ 0 h 4768"/>
                <a:gd name="T60" fmla="*/ 16 w 3960"/>
                <a:gd name="T61" fmla="*/ 0 h 4768"/>
                <a:gd name="T62" fmla="*/ 15 w 3960"/>
                <a:gd name="T63" fmla="*/ 0 h 4768"/>
                <a:gd name="T64" fmla="*/ 14 w 3960"/>
                <a:gd name="T65" fmla="*/ 0 h 4768"/>
                <a:gd name="T66" fmla="*/ 14 w 3960"/>
                <a:gd name="T67" fmla="*/ 0 h 4768"/>
                <a:gd name="T68" fmla="*/ 2 w 3960"/>
                <a:gd name="T69" fmla="*/ 6 h 4768"/>
                <a:gd name="T70" fmla="*/ 2 w 3960"/>
                <a:gd name="T71" fmla="*/ 7 h 4768"/>
                <a:gd name="T72" fmla="*/ 1 w 3960"/>
                <a:gd name="T73" fmla="*/ 7 h 4768"/>
                <a:gd name="T74" fmla="*/ 1 w 3960"/>
                <a:gd name="T75" fmla="*/ 8 h 4768"/>
                <a:gd name="T76" fmla="*/ 1 w 3960"/>
                <a:gd name="T77" fmla="*/ 8 h 4768"/>
                <a:gd name="T78" fmla="*/ 0 w 3960"/>
                <a:gd name="T79" fmla="*/ 9 h 4768"/>
                <a:gd name="T80" fmla="*/ 0 w 3960"/>
                <a:gd name="T81" fmla="*/ 9 h 4768"/>
                <a:gd name="T82" fmla="*/ 0 w 3960"/>
                <a:gd name="T83" fmla="*/ 10 h 4768"/>
                <a:gd name="T84" fmla="*/ 0 w 3960"/>
                <a:gd name="T85" fmla="*/ 11 h 4768"/>
                <a:gd name="T86" fmla="*/ 0 w 3960"/>
                <a:gd name="T87" fmla="*/ 25 h 4768"/>
                <a:gd name="T88" fmla="*/ 0 w 3960"/>
                <a:gd name="T89" fmla="*/ 26 h 4768"/>
                <a:gd name="T90" fmla="*/ 0 w 3960"/>
                <a:gd name="T91" fmla="*/ 27 h 4768"/>
                <a:gd name="T92" fmla="*/ 1 w 3960"/>
                <a:gd name="T93" fmla="*/ 28 h 4768"/>
                <a:gd name="T94" fmla="*/ 1 w 3960"/>
                <a:gd name="T95" fmla="*/ 29 h 4768"/>
                <a:gd name="T96" fmla="*/ 1 w 3960"/>
                <a:gd name="T97" fmla="*/ 29 h 4768"/>
                <a:gd name="T98" fmla="*/ 2 w 3960"/>
                <a:gd name="T99" fmla="*/ 30 h 4768"/>
                <a:gd name="T100" fmla="*/ 3 w 3960"/>
                <a:gd name="T101" fmla="*/ 31 h 4768"/>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w 3960"/>
                <a:gd name="T154" fmla="*/ 0 h 4768"/>
                <a:gd name="T155" fmla="*/ 3960 w 3960"/>
                <a:gd name="T156" fmla="*/ 4768 h 4768"/>
              </a:gdLst>
              <a:ahLst/>
              <a:cxnLst>
                <a:cxn ang="T102">
                  <a:pos x="T0" y="T1"/>
                </a:cxn>
                <a:cxn ang="T103">
                  <a:pos x="T2" y="T3"/>
                </a:cxn>
                <a:cxn ang="T104">
                  <a:pos x="T4" y="T5"/>
                </a:cxn>
                <a:cxn ang="T105">
                  <a:pos x="T6" y="T7"/>
                </a:cxn>
                <a:cxn ang="T106">
                  <a:pos x="T8" y="T9"/>
                </a:cxn>
                <a:cxn ang="T107">
                  <a:pos x="T10" y="T11"/>
                </a:cxn>
                <a:cxn ang="T108">
                  <a:pos x="T12" y="T13"/>
                </a:cxn>
                <a:cxn ang="T109">
                  <a:pos x="T14" y="T15"/>
                </a:cxn>
                <a:cxn ang="T110">
                  <a:pos x="T16" y="T17"/>
                </a:cxn>
                <a:cxn ang="T111">
                  <a:pos x="T18" y="T19"/>
                </a:cxn>
                <a:cxn ang="T112">
                  <a:pos x="T20" y="T21"/>
                </a:cxn>
                <a:cxn ang="T113">
                  <a:pos x="T22" y="T23"/>
                </a:cxn>
                <a:cxn ang="T114">
                  <a:pos x="T24" y="T25"/>
                </a:cxn>
                <a:cxn ang="T115">
                  <a:pos x="T26" y="T27"/>
                </a:cxn>
                <a:cxn ang="T116">
                  <a:pos x="T28" y="T29"/>
                </a:cxn>
                <a:cxn ang="T117">
                  <a:pos x="T30" y="T31"/>
                </a:cxn>
                <a:cxn ang="T118">
                  <a:pos x="T32" y="T33"/>
                </a:cxn>
                <a:cxn ang="T119">
                  <a:pos x="T34" y="T35"/>
                </a:cxn>
                <a:cxn ang="T120">
                  <a:pos x="T36" y="T37"/>
                </a:cxn>
                <a:cxn ang="T121">
                  <a:pos x="T38" y="T39"/>
                </a:cxn>
                <a:cxn ang="T122">
                  <a:pos x="T40" y="T41"/>
                </a:cxn>
                <a:cxn ang="T123">
                  <a:pos x="T42" y="T43"/>
                </a:cxn>
                <a:cxn ang="T124">
                  <a:pos x="T44" y="T45"/>
                </a:cxn>
                <a:cxn ang="T125">
                  <a:pos x="T46" y="T47"/>
                </a:cxn>
                <a:cxn ang="T126">
                  <a:pos x="T48" y="T49"/>
                </a:cxn>
                <a:cxn ang="T127">
                  <a:pos x="T50" y="T51"/>
                </a:cxn>
                <a:cxn ang="T128">
                  <a:pos x="T52" y="T53"/>
                </a:cxn>
                <a:cxn ang="T129">
                  <a:pos x="T54" y="T55"/>
                </a:cxn>
                <a:cxn ang="T130">
                  <a:pos x="T56" y="T57"/>
                </a:cxn>
                <a:cxn ang="T131">
                  <a:pos x="T58" y="T59"/>
                </a:cxn>
                <a:cxn ang="T132">
                  <a:pos x="T60" y="T61"/>
                </a:cxn>
                <a:cxn ang="T133">
                  <a:pos x="T62" y="T63"/>
                </a:cxn>
                <a:cxn ang="T134">
                  <a:pos x="T64" y="T65"/>
                </a:cxn>
                <a:cxn ang="T135">
                  <a:pos x="T66" y="T67"/>
                </a:cxn>
                <a:cxn ang="T136">
                  <a:pos x="T68" y="T69"/>
                </a:cxn>
                <a:cxn ang="T137">
                  <a:pos x="T70" y="T71"/>
                </a:cxn>
                <a:cxn ang="T138">
                  <a:pos x="T72" y="T73"/>
                </a:cxn>
                <a:cxn ang="T139">
                  <a:pos x="T74" y="T75"/>
                </a:cxn>
                <a:cxn ang="T140">
                  <a:pos x="T76" y="T77"/>
                </a:cxn>
                <a:cxn ang="T141">
                  <a:pos x="T78" y="T79"/>
                </a:cxn>
                <a:cxn ang="T142">
                  <a:pos x="T80" y="T81"/>
                </a:cxn>
                <a:cxn ang="T143">
                  <a:pos x="T82" y="T83"/>
                </a:cxn>
                <a:cxn ang="T144">
                  <a:pos x="T84" y="T85"/>
                </a:cxn>
                <a:cxn ang="T145">
                  <a:pos x="T86" y="T87"/>
                </a:cxn>
                <a:cxn ang="T146">
                  <a:pos x="T88" y="T89"/>
                </a:cxn>
                <a:cxn ang="T147">
                  <a:pos x="T90" y="T91"/>
                </a:cxn>
                <a:cxn ang="T148">
                  <a:pos x="T92" y="T93"/>
                </a:cxn>
                <a:cxn ang="T149">
                  <a:pos x="T94" y="T95"/>
                </a:cxn>
                <a:cxn ang="T150">
                  <a:pos x="T96" y="T97"/>
                </a:cxn>
                <a:cxn ang="T151">
                  <a:pos x="T98" y="T99"/>
                </a:cxn>
                <a:cxn ang="T152">
                  <a:pos x="T100" y="T101"/>
                </a:cxn>
              </a:cxnLst>
              <a:rect l="T153" t="T154" r="T155" b="T156"/>
              <a:pathLst>
                <a:path w="3960" h="4768">
                  <a:moveTo>
                    <a:pt x="353" y="3849"/>
                  </a:moveTo>
                  <a:lnTo>
                    <a:pt x="1661" y="4700"/>
                  </a:lnTo>
                  <a:lnTo>
                    <a:pt x="1697" y="4717"/>
                  </a:lnTo>
                  <a:lnTo>
                    <a:pt x="1736" y="4731"/>
                  </a:lnTo>
                  <a:lnTo>
                    <a:pt x="1776" y="4742"/>
                  </a:lnTo>
                  <a:lnTo>
                    <a:pt x="1818" y="4753"/>
                  </a:lnTo>
                  <a:lnTo>
                    <a:pt x="1860" y="4760"/>
                  </a:lnTo>
                  <a:lnTo>
                    <a:pt x="1902" y="4765"/>
                  </a:lnTo>
                  <a:lnTo>
                    <a:pt x="1946" y="4768"/>
                  </a:lnTo>
                  <a:lnTo>
                    <a:pt x="1988" y="4768"/>
                  </a:lnTo>
                  <a:lnTo>
                    <a:pt x="2031" y="4767"/>
                  </a:lnTo>
                  <a:lnTo>
                    <a:pt x="2073" y="4763"/>
                  </a:lnTo>
                  <a:lnTo>
                    <a:pt x="2114" y="4758"/>
                  </a:lnTo>
                  <a:lnTo>
                    <a:pt x="2154" y="4751"/>
                  </a:lnTo>
                  <a:lnTo>
                    <a:pt x="2193" y="4740"/>
                  </a:lnTo>
                  <a:lnTo>
                    <a:pt x="2230" y="4729"/>
                  </a:lnTo>
                  <a:lnTo>
                    <a:pt x="2264" y="4715"/>
                  </a:lnTo>
                  <a:lnTo>
                    <a:pt x="2297" y="4700"/>
                  </a:lnTo>
                  <a:lnTo>
                    <a:pt x="3639" y="3825"/>
                  </a:lnTo>
                  <a:lnTo>
                    <a:pt x="3673" y="3795"/>
                  </a:lnTo>
                  <a:lnTo>
                    <a:pt x="3707" y="3761"/>
                  </a:lnTo>
                  <a:lnTo>
                    <a:pt x="3738" y="3725"/>
                  </a:lnTo>
                  <a:lnTo>
                    <a:pt x="3768" y="3685"/>
                  </a:lnTo>
                  <a:lnTo>
                    <a:pt x="3796" y="3644"/>
                  </a:lnTo>
                  <a:lnTo>
                    <a:pt x="3821" y="3599"/>
                  </a:lnTo>
                  <a:lnTo>
                    <a:pt x="3846" y="3553"/>
                  </a:lnTo>
                  <a:lnTo>
                    <a:pt x="3868" y="3505"/>
                  </a:lnTo>
                  <a:lnTo>
                    <a:pt x="3888" y="3456"/>
                  </a:lnTo>
                  <a:lnTo>
                    <a:pt x="3907" y="3406"/>
                  </a:lnTo>
                  <a:lnTo>
                    <a:pt x="3922" y="3354"/>
                  </a:lnTo>
                  <a:lnTo>
                    <a:pt x="3935" y="3303"/>
                  </a:lnTo>
                  <a:lnTo>
                    <a:pt x="3946" y="3250"/>
                  </a:lnTo>
                  <a:lnTo>
                    <a:pt x="3953" y="3197"/>
                  </a:lnTo>
                  <a:lnTo>
                    <a:pt x="3957" y="3144"/>
                  </a:lnTo>
                  <a:lnTo>
                    <a:pt x="3960" y="3092"/>
                  </a:lnTo>
                  <a:lnTo>
                    <a:pt x="3959" y="1313"/>
                  </a:lnTo>
                  <a:lnTo>
                    <a:pt x="3955" y="1271"/>
                  </a:lnTo>
                  <a:lnTo>
                    <a:pt x="3949" y="1229"/>
                  </a:lnTo>
                  <a:lnTo>
                    <a:pt x="3941" y="1189"/>
                  </a:lnTo>
                  <a:lnTo>
                    <a:pt x="3930" y="1149"/>
                  </a:lnTo>
                  <a:lnTo>
                    <a:pt x="3918" y="1111"/>
                  </a:lnTo>
                  <a:lnTo>
                    <a:pt x="3902" y="1075"/>
                  </a:lnTo>
                  <a:lnTo>
                    <a:pt x="3886" y="1040"/>
                  </a:lnTo>
                  <a:lnTo>
                    <a:pt x="3867" y="1006"/>
                  </a:lnTo>
                  <a:lnTo>
                    <a:pt x="3846" y="973"/>
                  </a:lnTo>
                  <a:lnTo>
                    <a:pt x="3823" y="942"/>
                  </a:lnTo>
                  <a:lnTo>
                    <a:pt x="3798" y="913"/>
                  </a:lnTo>
                  <a:lnTo>
                    <a:pt x="3771" y="886"/>
                  </a:lnTo>
                  <a:lnTo>
                    <a:pt x="3743" y="860"/>
                  </a:lnTo>
                  <a:lnTo>
                    <a:pt x="3714" y="837"/>
                  </a:lnTo>
                  <a:lnTo>
                    <a:pt x="3682" y="816"/>
                  </a:lnTo>
                  <a:lnTo>
                    <a:pt x="3649" y="796"/>
                  </a:lnTo>
                  <a:lnTo>
                    <a:pt x="2386" y="83"/>
                  </a:lnTo>
                  <a:lnTo>
                    <a:pt x="2350" y="65"/>
                  </a:lnTo>
                  <a:lnTo>
                    <a:pt x="2310" y="50"/>
                  </a:lnTo>
                  <a:lnTo>
                    <a:pt x="2268" y="36"/>
                  </a:lnTo>
                  <a:lnTo>
                    <a:pt x="2223" y="24"/>
                  </a:lnTo>
                  <a:lnTo>
                    <a:pt x="2178" y="15"/>
                  </a:lnTo>
                  <a:lnTo>
                    <a:pt x="2131" y="8"/>
                  </a:lnTo>
                  <a:lnTo>
                    <a:pt x="2082" y="3"/>
                  </a:lnTo>
                  <a:lnTo>
                    <a:pt x="2032" y="0"/>
                  </a:lnTo>
                  <a:lnTo>
                    <a:pt x="1982" y="1"/>
                  </a:lnTo>
                  <a:lnTo>
                    <a:pt x="1933" y="3"/>
                  </a:lnTo>
                  <a:lnTo>
                    <a:pt x="1882" y="9"/>
                  </a:lnTo>
                  <a:lnTo>
                    <a:pt x="1833" y="17"/>
                  </a:lnTo>
                  <a:lnTo>
                    <a:pt x="1785" y="29"/>
                  </a:lnTo>
                  <a:lnTo>
                    <a:pt x="1737" y="43"/>
                  </a:lnTo>
                  <a:lnTo>
                    <a:pt x="1691" y="62"/>
                  </a:lnTo>
                  <a:lnTo>
                    <a:pt x="1647" y="83"/>
                  </a:lnTo>
                  <a:lnTo>
                    <a:pt x="311" y="782"/>
                  </a:lnTo>
                  <a:lnTo>
                    <a:pt x="276" y="803"/>
                  </a:lnTo>
                  <a:lnTo>
                    <a:pt x="243" y="826"/>
                  </a:lnTo>
                  <a:lnTo>
                    <a:pt x="213" y="852"/>
                  </a:lnTo>
                  <a:lnTo>
                    <a:pt x="184" y="879"/>
                  </a:lnTo>
                  <a:lnTo>
                    <a:pt x="155" y="908"/>
                  </a:lnTo>
                  <a:lnTo>
                    <a:pt x="131" y="939"/>
                  </a:lnTo>
                  <a:lnTo>
                    <a:pt x="107" y="971"/>
                  </a:lnTo>
                  <a:lnTo>
                    <a:pt x="86" y="1005"/>
                  </a:lnTo>
                  <a:lnTo>
                    <a:pt x="68" y="1040"/>
                  </a:lnTo>
                  <a:lnTo>
                    <a:pt x="50" y="1076"/>
                  </a:lnTo>
                  <a:lnTo>
                    <a:pt x="36" y="1115"/>
                  </a:lnTo>
                  <a:lnTo>
                    <a:pt x="23" y="1153"/>
                  </a:lnTo>
                  <a:lnTo>
                    <a:pt x="14" y="1195"/>
                  </a:lnTo>
                  <a:lnTo>
                    <a:pt x="7" y="1236"/>
                  </a:lnTo>
                  <a:lnTo>
                    <a:pt x="2" y="1279"/>
                  </a:lnTo>
                  <a:lnTo>
                    <a:pt x="0" y="1322"/>
                  </a:lnTo>
                  <a:lnTo>
                    <a:pt x="0" y="3093"/>
                  </a:lnTo>
                  <a:lnTo>
                    <a:pt x="2" y="3147"/>
                  </a:lnTo>
                  <a:lnTo>
                    <a:pt x="7" y="3202"/>
                  </a:lnTo>
                  <a:lnTo>
                    <a:pt x="15" y="3257"/>
                  </a:lnTo>
                  <a:lnTo>
                    <a:pt x="27" y="3312"/>
                  </a:lnTo>
                  <a:lnTo>
                    <a:pt x="42" y="3366"/>
                  </a:lnTo>
                  <a:lnTo>
                    <a:pt x="59" y="3420"/>
                  </a:lnTo>
                  <a:lnTo>
                    <a:pt x="79" y="3474"/>
                  </a:lnTo>
                  <a:lnTo>
                    <a:pt x="102" y="3525"/>
                  </a:lnTo>
                  <a:lnTo>
                    <a:pt x="127" y="3576"/>
                  </a:lnTo>
                  <a:lnTo>
                    <a:pt x="154" y="3624"/>
                  </a:lnTo>
                  <a:lnTo>
                    <a:pt x="184" y="3670"/>
                  </a:lnTo>
                  <a:lnTo>
                    <a:pt x="214" y="3712"/>
                  </a:lnTo>
                  <a:lnTo>
                    <a:pt x="247" y="3752"/>
                  </a:lnTo>
                  <a:lnTo>
                    <a:pt x="281" y="3788"/>
                  </a:lnTo>
                  <a:lnTo>
                    <a:pt x="317" y="3821"/>
                  </a:lnTo>
                  <a:lnTo>
                    <a:pt x="353" y="384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2355" name="Freeform 33"/>
            <p:cNvSpPr>
              <a:spLocks/>
            </p:cNvSpPr>
            <p:nvPr/>
          </p:nvSpPr>
          <p:spPr bwMode="auto">
            <a:xfrm>
              <a:off x="943" y="2210"/>
              <a:ext cx="276" cy="187"/>
            </a:xfrm>
            <a:custGeom>
              <a:avLst/>
              <a:gdLst>
                <a:gd name="T0" fmla="*/ 11 w 1380"/>
                <a:gd name="T1" fmla="*/ 7 h 937"/>
                <a:gd name="T2" fmla="*/ 11 w 1380"/>
                <a:gd name="T3" fmla="*/ 7 h 937"/>
                <a:gd name="T4" fmla="*/ 0 w 1380"/>
                <a:gd name="T5" fmla="*/ 0 h 937"/>
                <a:gd name="T6" fmla="*/ 0 w 1380"/>
                <a:gd name="T7" fmla="*/ 1 h 937"/>
                <a:gd name="T8" fmla="*/ 10 w 1380"/>
                <a:gd name="T9" fmla="*/ 7 h 937"/>
                <a:gd name="T10" fmla="*/ 10 w 1380"/>
                <a:gd name="T11" fmla="*/ 7 h 937"/>
                <a:gd name="T12" fmla="*/ 10 w 1380"/>
                <a:gd name="T13" fmla="*/ 7 h 937"/>
                <a:gd name="T14" fmla="*/ 11 w 1380"/>
                <a:gd name="T15" fmla="*/ 7 h 937"/>
                <a:gd name="T16" fmla="*/ 11 w 1380"/>
                <a:gd name="T17" fmla="*/ 7 h 937"/>
                <a:gd name="T18" fmla="*/ 11 w 1380"/>
                <a:gd name="T19" fmla="*/ 7 h 937"/>
                <a:gd name="T20" fmla="*/ 11 w 1380"/>
                <a:gd name="T21" fmla="*/ 7 h 937"/>
                <a:gd name="T22" fmla="*/ 11 w 1380"/>
                <a:gd name="T23" fmla="*/ 7 h 937"/>
                <a:gd name="T24" fmla="*/ 11 w 1380"/>
                <a:gd name="T25" fmla="*/ 7 h 937"/>
                <a:gd name="T26" fmla="*/ 11 w 1380"/>
                <a:gd name="T27" fmla="*/ 7 h 937"/>
                <a:gd name="T28" fmla="*/ 11 w 1380"/>
                <a:gd name="T29" fmla="*/ 7 h 937"/>
                <a:gd name="T30" fmla="*/ 11 w 1380"/>
                <a:gd name="T31" fmla="*/ 7 h 93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80"/>
                <a:gd name="T49" fmla="*/ 0 h 937"/>
                <a:gd name="T50" fmla="*/ 1380 w 1380"/>
                <a:gd name="T51" fmla="*/ 937 h 93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80" h="937">
                  <a:moveTo>
                    <a:pt x="1354" y="848"/>
                  </a:moveTo>
                  <a:lnTo>
                    <a:pt x="1359" y="851"/>
                  </a:lnTo>
                  <a:lnTo>
                    <a:pt x="51" y="0"/>
                  </a:lnTo>
                  <a:lnTo>
                    <a:pt x="0" y="78"/>
                  </a:lnTo>
                  <a:lnTo>
                    <a:pt x="1307" y="929"/>
                  </a:lnTo>
                  <a:lnTo>
                    <a:pt x="1312" y="932"/>
                  </a:lnTo>
                  <a:lnTo>
                    <a:pt x="1307" y="929"/>
                  </a:lnTo>
                  <a:lnTo>
                    <a:pt x="1326" y="937"/>
                  </a:lnTo>
                  <a:lnTo>
                    <a:pt x="1345" y="936"/>
                  </a:lnTo>
                  <a:lnTo>
                    <a:pt x="1360" y="929"/>
                  </a:lnTo>
                  <a:lnTo>
                    <a:pt x="1372" y="916"/>
                  </a:lnTo>
                  <a:lnTo>
                    <a:pt x="1379" y="899"/>
                  </a:lnTo>
                  <a:lnTo>
                    <a:pt x="1380" y="883"/>
                  </a:lnTo>
                  <a:lnTo>
                    <a:pt x="1374" y="865"/>
                  </a:lnTo>
                  <a:lnTo>
                    <a:pt x="1359" y="851"/>
                  </a:lnTo>
                  <a:lnTo>
                    <a:pt x="1354" y="84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2356" name="Freeform 34"/>
            <p:cNvSpPr>
              <a:spLocks/>
            </p:cNvSpPr>
            <p:nvPr/>
          </p:nvSpPr>
          <p:spPr bwMode="auto">
            <a:xfrm>
              <a:off x="1206" y="2379"/>
              <a:ext cx="140" cy="32"/>
            </a:xfrm>
            <a:custGeom>
              <a:avLst/>
              <a:gdLst>
                <a:gd name="T0" fmla="*/ 5 w 703"/>
                <a:gd name="T1" fmla="*/ 0 h 162"/>
                <a:gd name="T2" fmla="*/ 5 w 703"/>
                <a:gd name="T3" fmla="*/ 0 h 162"/>
                <a:gd name="T4" fmla="*/ 5 w 703"/>
                <a:gd name="T5" fmla="*/ 0 h 162"/>
                <a:gd name="T6" fmla="*/ 5 w 703"/>
                <a:gd name="T7" fmla="*/ 0 h 162"/>
                <a:gd name="T8" fmla="*/ 4 w 703"/>
                <a:gd name="T9" fmla="*/ 0 h 162"/>
                <a:gd name="T10" fmla="*/ 4 w 703"/>
                <a:gd name="T11" fmla="*/ 0 h 162"/>
                <a:gd name="T12" fmla="*/ 4 w 703"/>
                <a:gd name="T13" fmla="*/ 0 h 162"/>
                <a:gd name="T14" fmla="*/ 3 w 703"/>
                <a:gd name="T15" fmla="*/ 1 h 162"/>
                <a:gd name="T16" fmla="*/ 3 w 703"/>
                <a:gd name="T17" fmla="*/ 1 h 162"/>
                <a:gd name="T18" fmla="*/ 3 w 703"/>
                <a:gd name="T19" fmla="*/ 1 h 162"/>
                <a:gd name="T20" fmla="*/ 2 w 703"/>
                <a:gd name="T21" fmla="*/ 1 h 162"/>
                <a:gd name="T22" fmla="*/ 2 w 703"/>
                <a:gd name="T23" fmla="*/ 1 h 162"/>
                <a:gd name="T24" fmla="*/ 2 w 703"/>
                <a:gd name="T25" fmla="*/ 0 h 162"/>
                <a:gd name="T26" fmla="*/ 1 w 703"/>
                <a:gd name="T27" fmla="*/ 0 h 162"/>
                <a:gd name="T28" fmla="*/ 1 w 703"/>
                <a:gd name="T29" fmla="*/ 0 h 162"/>
                <a:gd name="T30" fmla="*/ 1 w 703"/>
                <a:gd name="T31" fmla="*/ 0 h 162"/>
                <a:gd name="T32" fmla="*/ 1 w 703"/>
                <a:gd name="T33" fmla="*/ 0 h 162"/>
                <a:gd name="T34" fmla="*/ 0 w 703"/>
                <a:gd name="T35" fmla="*/ 0 h 162"/>
                <a:gd name="T36" fmla="*/ 0 w 703"/>
                <a:gd name="T37" fmla="*/ 1 h 162"/>
                <a:gd name="T38" fmla="*/ 0 w 703"/>
                <a:gd name="T39" fmla="*/ 1 h 162"/>
                <a:gd name="T40" fmla="*/ 1 w 703"/>
                <a:gd name="T41" fmla="*/ 1 h 162"/>
                <a:gd name="T42" fmla="*/ 1 w 703"/>
                <a:gd name="T43" fmla="*/ 1 h 162"/>
                <a:gd name="T44" fmla="*/ 1 w 703"/>
                <a:gd name="T45" fmla="*/ 1 h 162"/>
                <a:gd name="T46" fmla="*/ 2 w 703"/>
                <a:gd name="T47" fmla="*/ 1 h 162"/>
                <a:gd name="T48" fmla="*/ 2 w 703"/>
                <a:gd name="T49" fmla="*/ 1 h 162"/>
                <a:gd name="T50" fmla="*/ 2 w 703"/>
                <a:gd name="T51" fmla="*/ 1 h 162"/>
                <a:gd name="T52" fmla="*/ 3 w 703"/>
                <a:gd name="T53" fmla="*/ 1 h 162"/>
                <a:gd name="T54" fmla="*/ 3 w 703"/>
                <a:gd name="T55" fmla="*/ 1 h 162"/>
                <a:gd name="T56" fmla="*/ 3 w 703"/>
                <a:gd name="T57" fmla="*/ 1 h 162"/>
                <a:gd name="T58" fmla="*/ 4 w 703"/>
                <a:gd name="T59" fmla="*/ 1 h 162"/>
                <a:gd name="T60" fmla="*/ 4 w 703"/>
                <a:gd name="T61" fmla="*/ 1 h 162"/>
                <a:gd name="T62" fmla="*/ 5 w 703"/>
                <a:gd name="T63" fmla="*/ 1 h 162"/>
                <a:gd name="T64" fmla="*/ 5 w 703"/>
                <a:gd name="T65" fmla="*/ 1 h 162"/>
                <a:gd name="T66" fmla="*/ 5 w 703"/>
                <a:gd name="T67" fmla="*/ 1 h 162"/>
                <a:gd name="T68" fmla="*/ 5 w 703"/>
                <a:gd name="T69" fmla="*/ 1 h 162"/>
                <a:gd name="T70" fmla="*/ 5 w 703"/>
                <a:gd name="T71" fmla="*/ 1 h 162"/>
                <a:gd name="T72" fmla="*/ 5 w 703"/>
                <a:gd name="T73" fmla="*/ 1 h 162"/>
                <a:gd name="T74" fmla="*/ 5 w 703"/>
                <a:gd name="T75" fmla="*/ 1 h 162"/>
                <a:gd name="T76" fmla="*/ 6 w 703"/>
                <a:gd name="T77" fmla="*/ 0 h 162"/>
                <a:gd name="T78" fmla="*/ 6 w 703"/>
                <a:gd name="T79" fmla="*/ 0 h 162"/>
                <a:gd name="T80" fmla="*/ 6 w 703"/>
                <a:gd name="T81" fmla="*/ 0 h 162"/>
                <a:gd name="T82" fmla="*/ 5 w 703"/>
                <a:gd name="T83" fmla="*/ 0 h 162"/>
                <a:gd name="T84" fmla="*/ 5 w 703"/>
                <a:gd name="T85" fmla="*/ 0 h 162"/>
                <a:gd name="T86" fmla="*/ 5 w 703"/>
                <a:gd name="T87" fmla="*/ 0 h 162"/>
                <a:gd name="T88" fmla="*/ 5 w 703"/>
                <a:gd name="T89" fmla="*/ 0 h 162"/>
                <a:gd name="T90" fmla="*/ 5 w 703"/>
                <a:gd name="T91" fmla="*/ 0 h 162"/>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703"/>
                <a:gd name="T139" fmla="*/ 0 h 162"/>
                <a:gd name="T140" fmla="*/ 703 w 703"/>
                <a:gd name="T141" fmla="*/ 162 h 162"/>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703" h="162">
                  <a:moveTo>
                    <a:pt x="631" y="8"/>
                  </a:moveTo>
                  <a:lnTo>
                    <a:pt x="636" y="6"/>
                  </a:lnTo>
                  <a:lnTo>
                    <a:pt x="606" y="20"/>
                  </a:lnTo>
                  <a:lnTo>
                    <a:pt x="575" y="32"/>
                  </a:lnTo>
                  <a:lnTo>
                    <a:pt x="540" y="42"/>
                  </a:lnTo>
                  <a:lnTo>
                    <a:pt x="504" y="52"/>
                  </a:lnTo>
                  <a:lnTo>
                    <a:pt x="467" y="59"/>
                  </a:lnTo>
                  <a:lnTo>
                    <a:pt x="428" y="64"/>
                  </a:lnTo>
                  <a:lnTo>
                    <a:pt x="389" y="67"/>
                  </a:lnTo>
                  <a:lnTo>
                    <a:pt x="348" y="68"/>
                  </a:lnTo>
                  <a:lnTo>
                    <a:pt x="308" y="68"/>
                  </a:lnTo>
                  <a:lnTo>
                    <a:pt x="267" y="65"/>
                  </a:lnTo>
                  <a:lnTo>
                    <a:pt x="226" y="61"/>
                  </a:lnTo>
                  <a:lnTo>
                    <a:pt x="187" y="54"/>
                  </a:lnTo>
                  <a:lnTo>
                    <a:pt x="148" y="44"/>
                  </a:lnTo>
                  <a:lnTo>
                    <a:pt x="110" y="33"/>
                  </a:lnTo>
                  <a:lnTo>
                    <a:pt x="75" y="20"/>
                  </a:lnTo>
                  <a:lnTo>
                    <a:pt x="42" y="5"/>
                  </a:lnTo>
                  <a:lnTo>
                    <a:pt x="0" y="89"/>
                  </a:lnTo>
                  <a:lnTo>
                    <a:pt x="40" y="107"/>
                  </a:lnTo>
                  <a:lnTo>
                    <a:pt x="82" y="122"/>
                  </a:lnTo>
                  <a:lnTo>
                    <a:pt x="124" y="135"/>
                  </a:lnTo>
                  <a:lnTo>
                    <a:pt x="169" y="146"/>
                  </a:lnTo>
                  <a:lnTo>
                    <a:pt x="214" y="153"/>
                  </a:lnTo>
                  <a:lnTo>
                    <a:pt x="258" y="158"/>
                  </a:lnTo>
                  <a:lnTo>
                    <a:pt x="303" y="162"/>
                  </a:lnTo>
                  <a:lnTo>
                    <a:pt x="348" y="162"/>
                  </a:lnTo>
                  <a:lnTo>
                    <a:pt x="394" y="161"/>
                  </a:lnTo>
                  <a:lnTo>
                    <a:pt x="439" y="157"/>
                  </a:lnTo>
                  <a:lnTo>
                    <a:pt x="481" y="150"/>
                  </a:lnTo>
                  <a:lnTo>
                    <a:pt x="525" y="143"/>
                  </a:lnTo>
                  <a:lnTo>
                    <a:pt x="566" y="132"/>
                  </a:lnTo>
                  <a:lnTo>
                    <a:pt x="606" y="121"/>
                  </a:lnTo>
                  <a:lnTo>
                    <a:pt x="643" y="105"/>
                  </a:lnTo>
                  <a:lnTo>
                    <a:pt x="678" y="88"/>
                  </a:lnTo>
                  <a:lnTo>
                    <a:pt x="683" y="86"/>
                  </a:lnTo>
                  <a:lnTo>
                    <a:pt x="678" y="88"/>
                  </a:lnTo>
                  <a:lnTo>
                    <a:pt x="695" y="75"/>
                  </a:lnTo>
                  <a:lnTo>
                    <a:pt x="702" y="60"/>
                  </a:lnTo>
                  <a:lnTo>
                    <a:pt x="703" y="42"/>
                  </a:lnTo>
                  <a:lnTo>
                    <a:pt x="698" y="26"/>
                  </a:lnTo>
                  <a:lnTo>
                    <a:pt x="688" y="12"/>
                  </a:lnTo>
                  <a:lnTo>
                    <a:pt x="674" y="3"/>
                  </a:lnTo>
                  <a:lnTo>
                    <a:pt x="656" y="0"/>
                  </a:lnTo>
                  <a:lnTo>
                    <a:pt x="636" y="6"/>
                  </a:lnTo>
                  <a:lnTo>
                    <a:pt x="631"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2357" name="Freeform 35"/>
            <p:cNvSpPr>
              <a:spLocks/>
            </p:cNvSpPr>
            <p:nvPr/>
          </p:nvSpPr>
          <p:spPr bwMode="auto">
            <a:xfrm>
              <a:off x="1332" y="2204"/>
              <a:ext cx="283" cy="192"/>
            </a:xfrm>
            <a:custGeom>
              <a:avLst/>
              <a:gdLst>
                <a:gd name="T0" fmla="*/ 11 w 1415"/>
                <a:gd name="T1" fmla="*/ 0 h 960"/>
                <a:gd name="T2" fmla="*/ 11 w 1415"/>
                <a:gd name="T3" fmla="*/ 0 h 960"/>
                <a:gd name="T4" fmla="*/ 0 w 1415"/>
                <a:gd name="T5" fmla="*/ 7 h 960"/>
                <a:gd name="T6" fmla="*/ 0 w 1415"/>
                <a:gd name="T7" fmla="*/ 8 h 960"/>
                <a:gd name="T8" fmla="*/ 11 w 1415"/>
                <a:gd name="T9" fmla="*/ 1 h 960"/>
                <a:gd name="T10" fmla="*/ 11 w 1415"/>
                <a:gd name="T11" fmla="*/ 1 h 960"/>
                <a:gd name="T12" fmla="*/ 11 w 1415"/>
                <a:gd name="T13" fmla="*/ 1 h 960"/>
                <a:gd name="T14" fmla="*/ 11 w 1415"/>
                <a:gd name="T15" fmla="*/ 1 h 960"/>
                <a:gd name="T16" fmla="*/ 11 w 1415"/>
                <a:gd name="T17" fmla="*/ 0 h 960"/>
                <a:gd name="T18" fmla="*/ 11 w 1415"/>
                <a:gd name="T19" fmla="*/ 0 h 960"/>
                <a:gd name="T20" fmla="*/ 11 w 1415"/>
                <a:gd name="T21" fmla="*/ 0 h 960"/>
                <a:gd name="T22" fmla="*/ 11 w 1415"/>
                <a:gd name="T23" fmla="*/ 0 h 960"/>
                <a:gd name="T24" fmla="*/ 11 w 1415"/>
                <a:gd name="T25" fmla="*/ 0 h 960"/>
                <a:gd name="T26" fmla="*/ 11 w 1415"/>
                <a:gd name="T27" fmla="*/ 0 h 960"/>
                <a:gd name="T28" fmla="*/ 11 w 1415"/>
                <a:gd name="T29" fmla="*/ 0 h 960"/>
                <a:gd name="T30" fmla="*/ 11 w 1415"/>
                <a:gd name="T31" fmla="*/ 0 h 96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15"/>
                <a:gd name="T49" fmla="*/ 0 h 960"/>
                <a:gd name="T50" fmla="*/ 1415 w 1415"/>
                <a:gd name="T51" fmla="*/ 960 h 96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15" h="960">
                  <a:moveTo>
                    <a:pt x="1338" y="10"/>
                  </a:moveTo>
                  <a:lnTo>
                    <a:pt x="1342" y="8"/>
                  </a:lnTo>
                  <a:lnTo>
                    <a:pt x="0" y="882"/>
                  </a:lnTo>
                  <a:lnTo>
                    <a:pt x="52" y="960"/>
                  </a:lnTo>
                  <a:lnTo>
                    <a:pt x="1393" y="85"/>
                  </a:lnTo>
                  <a:lnTo>
                    <a:pt x="1397" y="83"/>
                  </a:lnTo>
                  <a:lnTo>
                    <a:pt x="1393" y="85"/>
                  </a:lnTo>
                  <a:lnTo>
                    <a:pt x="1409" y="71"/>
                  </a:lnTo>
                  <a:lnTo>
                    <a:pt x="1415" y="53"/>
                  </a:lnTo>
                  <a:lnTo>
                    <a:pt x="1413" y="37"/>
                  </a:lnTo>
                  <a:lnTo>
                    <a:pt x="1406" y="21"/>
                  </a:lnTo>
                  <a:lnTo>
                    <a:pt x="1395" y="8"/>
                  </a:lnTo>
                  <a:lnTo>
                    <a:pt x="1379" y="1"/>
                  </a:lnTo>
                  <a:lnTo>
                    <a:pt x="1361" y="0"/>
                  </a:lnTo>
                  <a:lnTo>
                    <a:pt x="1342" y="8"/>
                  </a:lnTo>
                  <a:lnTo>
                    <a:pt x="1338" y="1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2358" name="Freeform 36"/>
            <p:cNvSpPr>
              <a:spLocks/>
            </p:cNvSpPr>
            <p:nvPr/>
          </p:nvSpPr>
          <p:spPr bwMode="auto">
            <a:xfrm>
              <a:off x="1599" y="2057"/>
              <a:ext cx="80" cy="163"/>
            </a:xfrm>
            <a:custGeom>
              <a:avLst/>
              <a:gdLst>
                <a:gd name="T0" fmla="*/ 2 w 398"/>
                <a:gd name="T1" fmla="*/ 0 h 817"/>
                <a:gd name="T2" fmla="*/ 2 w 398"/>
                <a:gd name="T3" fmla="*/ 0 h 817"/>
                <a:gd name="T4" fmla="*/ 2 w 398"/>
                <a:gd name="T5" fmla="*/ 1 h 817"/>
                <a:gd name="T6" fmla="*/ 2 w 398"/>
                <a:gd name="T7" fmla="*/ 1 h 817"/>
                <a:gd name="T8" fmla="*/ 2 w 398"/>
                <a:gd name="T9" fmla="*/ 2 h 817"/>
                <a:gd name="T10" fmla="*/ 2 w 398"/>
                <a:gd name="T11" fmla="*/ 2 h 817"/>
                <a:gd name="T12" fmla="*/ 2 w 398"/>
                <a:gd name="T13" fmla="*/ 2 h 817"/>
                <a:gd name="T14" fmla="*/ 2 w 398"/>
                <a:gd name="T15" fmla="*/ 3 h 817"/>
                <a:gd name="T16" fmla="*/ 2 w 398"/>
                <a:gd name="T17" fmla="*/ 3 h 817"/>
                <a:gd name="T18" fmla="*/ 2 w 398"/>
                <a:gd name="T19" fmla="*/ 4 h 817"/>
                <a:gd name="T20" fmla="*/ 2 w 398"/>
                <a:gd name="T21" fmla="*/ 4 h 817"/>
                <a:gd name="T22" fmla="*/ 1 w 398"/>
                <a:gd name="T23" fmla="*/ 4 h 817"/>
                <a:gd name="T24" fmla="*/ 1 w 398"/>
                <a:gd name="T25" fmla="*/ 5 h 817"/>
                <a:gd name="T26" fmla="*/ 1 w 398"/>
                <a:gd name="T27" fmla="*/ 5 h 817"/>
                <a:gd name="T28" fmla="*/ 1 w 398"/>
                <a:gd name="T29" fmla="*/ 5 h 817"/>
                <a:gd name="T30" fmla="*/ 1 w 398"/>
                <a:gd name="T31" fmla="*/ 5 h 817"/>
                <a:gd name="T32" fmla="*/ 0 w 398"/>
                <a:gd name="T33" fmla="*/ 6 h 817"/>
                <a:gd name="T34" fmla="*/ 0 w 398"/>
                <a:gd name="T35" fmla="*/ 6 h 817"/>
                <a:gd name="T36" fmla="*/ 0 w 398"/>
                <a:gd name="T37" fmla="*/ 7 h 817"/>
                <a:gd name="T38" fmla="*/ 1 w 398"/>
                <a:gd name="T39" fmla="*/ 6 h 817"/>
                <a:gd name="T40" fmla="*/ 1 w 398"/>
                <a:gd name="T41" fmla="*/ 6 h 817"/>
                <a:gd name="T42" fmla="*/ 1 w 398"/>
                <a:gd name="T43" fmla="*/ 6 h 817"/>
                <a:gd name="T44" fmla="*/ 2 w 398"/>
                <a:gd name="T45" fmla="*/ 5 h 817"/>
                <a:gd name="T46" fmla="*/ 2 w 398"/>
                <a:gd name="T47" fmla="*/ 5 h 817"/>
                <a:gd name="T48" fmla="*/ 2 w 398"/>
                <a:gd name="T49" fmla="*/ 5 h 817"/>
                <a:gd name="T50" fmla="*/ 2 w 398"/>
                <a:gd name="T51" fmla="*/ 4 h 817"/>
                <a:gd name="T52" fmla="*/ 2 w 398"/>
                <a:gd name="T53" fmla="*/ 4 h 817"/>
                <a:gd name="T54" fmla="*/ 3 w 398"/>
                <a:gd name="T55" fmla="*/ 3 h 817"/>
                <a:gd name="T56" fmla="*/ 3 w 398"/>
                <a:gd name="T57" fmla="*/ 3 h 817"/>
                <a:gd name="T58" fmla="*/ 3 w 398"/>
                <a:gd name="T59" fmla="*/ 3 h 817"/>
                <a:gd name="T60" fmla="*/ 3 w 398"/>
                <a:gd name="T61" fmla="*/ 2 h 817"/>
                <a:gd name="T62" fmla="*/ 3 w 398"/>
                <a:gd name="T63" fmla="*/ 2 h 817"/>
                <a:gd name="T64" fmla="*/ 3 w 398"/>
                <a:gd name="T65" fmla="*/ 1 h 817"/>
                <a:gd name="T66" fmla="*/ 3 w 398"/>
                <a:gd name="T67" fmla="*/ 1 h 817"/>
                <a:gd name="T68" fmla="*/ 3 w 398"/>
                <a:gd name="T69" fmla="*/ 0 h 817"/>
                <a:gd name="T70" fmla="*/ 3 w 398"/>
                <a:gd name="T71" fmla="*/ 0 h 817"/>
                <a:gd name="T72" fmla="*/ 3 w 398"/>
                <a:gd name="T73" fmla="*/ 0 h 817"/>
                <a:gd name="T74" fmla="*/ 3 w 398"/>
                <a:gd name="T75" fmla="*/ 0 h 817"/>
                <a:gd name="T76" fmla="*/ 3 w 398"/>
                <a:gd name="T77" fmla="*/ 0 h 817"/>
                <a:gd name="T78" fmla="*/ 3 w 398"/>
                <a:gd name="T79" fmla="*/ 0 h 817"/>
                <a:gd name="T80" fmla="*/ 3 w 398"/>
                <a:gd name="T81" fmla="*/ 0 h 817"/>
                <a:gd name="T82" fmla="*/ 3 w 398"/>
                <a:gd name="T83" fmla="*/ 0 h 817"/>
                <a:gd name="T84" fmla="*/ 3 w 398"/>
                <a:gd name="T85" fmla="*/ 0 h 817"/>
                <a:gd name="T86" fmla="*/ 2 w 398"/>
                <a:gd name="T87" fmla="*/ 0 h 817"/>
                <a:gd name="T88" fmla="*/ 2 w 398"/>
                <a:gd name="T89" fmla="*/ 0 h 817"/>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398"/>
                <a:gd name="T136" fmla="*/ 0 h 817"/>
                <a:gd name="T137" fmla="*/ 398 w 398"/>
                <a:gd name="T138" fmla="*/ 817 h 817"/>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398" h="817">
                  <a:moveTo>
                    <a:pt x="304" y="47"/>
                  </a:moveTo>
                  <a:lnTo>
                    <a:pt x="304" y="47"/>
                  </a:lnTo>
                  <a:lnTo>
                    <a:pt x="301" y="97"/>
                  </a:lnTo>
                  <a:lnTo>
                    <a:pt x="297" y="147"/>
                  </a:lnTo>
                  <a:lnTo>
                    <a:pt x="291" y="198"/>
                  </a:lnTo>
                  <a:lnTo>
                    <a:pt x="280" y="247"/>
                  </a:lnTo>
                  <a:lnTo>
                    <a:pt x="268" y="297"/>
                  </a:lnTo>
                  <a:lnTo>
                    <a:pt x="253" y="347"/>
                  </a:lnTo>
                  <a:lnTo>
                    <a:pt x="236" y="395"/>
                  </a:lnTo>
                  <a:lnTo>
                    <a:pt x="217" y="442"/>
                  </a:lnTo>
                  <a:lnTo>
                    <a:pt x="195" y="487"/>
                  </a:lnTo>
                  <a:lnTo>
                    <a:pt x="171" y="532"/>
                  </a:lnTo>
                  <a:lnTo>
                    <a:pt x="147" y="574"/>
                  </a:lnTo>
                  <a:lnTo>
                    <a:pt x="121" y="613"/>
                  </a:lnTo>
                  <a:lnTo>
                    <a:pt x="93" y="650"/>
                  </a:lnTo>
                  <a:lnTo>
                    <a:pt x="64" y="684"/>
                  </a:lnTo>
                  <a:lnTo>
                    <a:pt x="32" y="716"/>
                  </a:lnTo>
                  <a:lnTo>
                    <a:pt x="0" y="744"/>
                  </a:lnTo>
                  <a:lnTo>
                    <a:pt x="59" y="817"/>
                  </a:lnTo>
                  <a:lnTo>
                    <a:pt x="95" y="784"/>
                  </a:lnTo>
                  <a:lnTo>
                    <a:pt x="132" y="748"/>
                  </a:lnTo>
                  <a:lnTo>
                    <a:pt x="166" y="709"/>
                  </a:lnTo>
                  <a:lnTo>
                    <a:pt x="196" y="667"/>
                  </a:lnTo>
                  <a:lnTo>
                    <a:pt x="227" y="623"/>
                  </a:lnTo>
                  <a:lnTo>
                    <a:pt x="253" y="576"/>
                  </a:lnTo>
                  <a:lnTo>
                    <a:pt x="279" y="530"/>
                  </a:lnTo>
                  <a:lnTo>
                    <a:pt x="301" y="479"/>
                  </a:lnTo>
                  <a:lnTo>
                    <a:pt x="323" y="428"/>
                  </a:lnTo>
                  <a:lnTo>
                    <a:pt x="342" y="375"/>
                  </a:lnTo>
                  <a:lnTo>
                    <a:pt x="359" y="321"/>
                  </a:lnTo>
                  <a:lnTo>
                    <a:pt x="372" y="268"/>
                  </a:lnTo>
                  <a:lnTo>
                    <a:pt x="382" y="212"/>
                  </a:lnTo>
                  <a:lnTo>
                    <a:pt x="391" y="157"/>
                  </a:lnTo>
                  <a:lnTo>
                    <a:pt x="395" y="102"/>
                  </a:lnTo>
                  <a:lnTo>
                    <a:pt x="398" y="47"/>
                  </a:lnTo>
                  <a:lnTo>
                    <a:pt x="394" y="27"/>
                  </a:lnTo>
                  <a:lnTo>
                    <a:pt x="383" y="11"/>
                  </a:lnTo>
                  <a:lnTo>
                    <a:pt x="368" y="3"/>
                  </a:lnTo>
                  <a:lnTo>
                    <a:pt x="351" y="0"/>
                  </a:lnTo>
                  <a:lnTo>
                    <a:pt x="333" y="3"/>
                  </a:lnTo>
                  <a:lnTo>
                    <a:pt x="319" y="11"/>
                  </a:lnTo>
                  <a:lnTo>
                    <a:pt x="307" y="27"/>
                  </a:lnTo>
                  <a:lnTo>
                    <a:pt x="304" y="4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2359" name="Freeform 37"/>
            <p:cNvSpPr>
              <a:spLocks/>
            </p:cNvSpPr>
            <p:nvPr/>
          </p:nvSpPr>
          <p:spPr bwMode="auto">
            <a:xfrm>
              <a:off x="1660" y="1701"/>
              <a:ext cx="19" cy="365"/>
            </a:xfrm>
            <a:custGeom>
              <a:avLst/>
              <a:gdLst>
                <a:gd name="T0" fmla="*/ 0 w 95"/>
                <a:gd name="T1" fmla="*/ 0 h 1826"/>
                <a:gd name="T2" fmla="*/ 0 w 95"/>
                <a:gd name="T3" fmla="*/ 0 h 1826"/>
                <a:gd name="T4" fmla="*/ 0 w 95"/>
                <a:gd name="T5" fmla="*/ 15 h 1826"/>
                <a:gd name="T6" fmla="*/ 1 w 95"/>
                <a:gd name="T7" fmla="*/ 15 h 1826"/>
                <a:gd name="T8" fmla="*/ 1 w 95"/>
                <a:gd name="T9" fmla="*/ 0 h 1826"/>
                <a:gd name="T10" fmla="*/ 1 w 95"/>
                <a:gd name="T11" fmla="*/ 0 h 1826"/>
                <a:gd name="T12" fmla="*/ 1 w 95"/>
                <a:gd name="T13" fmla="*/ 0 h 1826"/>
                <a:gd name="T14" fmla="*/ 1 w 95"/>
                <a:gd name="T15" fmla="*/ 0 h 1826"/>
                <a:gd name="T16" fmla="*/ 1 w 95"/>
                <a:gd name="T17" fmla="*/ 0 h 1826"/>
                <a:gd name="T18" fmla="*/ 1 w 95"/>
                <a:gd name="T19" fmla="*/ 0 h 1826"/>
                <a:gd name="T20" fmla="*/ 0 w 95"/>
                <a:gd name="T21" fmla="*/ 0 h 1826"/>
                <a:gd name="T22" fmla="*/ 0 w 95"/>
                <a:gd name="T23" fmla="*/ 0 h 1826"/>
                <a:gd name="T24" fmla="*/ 0 w 95"/>
                <a:gd name="T25" fmla="*/ 0 h 1826"/>
                <a:gd name="T26" fmla="*/ 0 w 95"/>
                <a:gd name="T27" fmla="*/ 0 h 1826"/>
                <a:gd name="T28" fmla="*/ 0 w 95"/>
                <a:gd name="T29" fmla="*/ 0 h 1826"/>
                <a:gd name="T30" fmla="*/ 0 w 95"/>
                <a:gd name="T31" fmla="*/ 0 h 182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95"/>
                <a:gd name="T49" fmla="*/ 0 h 1826"/>
                <a:gd name="T50" fmla="*/ 95 w 95"/>
                <a:gd name="T51" fmla="*/ 1826 h 182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95" h="1826">
                  <a:moveTo>
                    <a:pt x="0" y="49"/>
                  </a:moveTo>
                  <a:lnTo>
                    <a:pt x="0" y="47"/>
                  </a:lnTo>
                  <a:lnTo>
                    <a:pt x="1" y="1826"/>
                  </a:lnTo>
                  <a:lnTo>
                    <a:pt x="95" y="1826"/>
                  </a:lnTo>
                  <a:lnTo>
                    <a:pt x="93" y="47"/>
                  </a:lnTo>
                  <a:lnTo>
                    <a:pt x="93" y="45"/>
                  </a:lnTo>
                  <a:lnTo>
                    <a:pt x="93" y="47"/>
                  </a:lnTo>
                  <a:lnTo>
                    <a:pt x="90" y="27"/>
                  </a:lnTo>
                  <a:lnTo>
                    <a:pt x="79" y="12"/>
                  </a:lnTo>
                  <a:lnTo>
                    <a:pt x="64" y="4"/>
                  </a:lnTo>
                  <a:lnTo>
                    <a:pt x="47" y="0"/>
                  </a:lnTo>
                  <a:lnTo>
                    <a:pt x="29" y="4"/>
                  </a:lnTo>
                  <a:lnTo>
                    <a:pt x="15" y="12"/>
                  </a:lnTo>
                  <a:lnTo>
                    <a:pt x="3" y="27"/>
                  </a:lnTo>
                  <a:lnTo>
                    <a:pt x="0" y="47"/>
                  </a:lnTo>
                  <a:lnTo>
                    <a:pt x="0" y="4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2360" name="Freeform 38"/>
            <p:cNvSpPr>
              <a:spLocks/>
            </p:cNvSpPr>
            <p:nvPr/>
          </p:nvSpPr>
          <p:spPr bwMode="auto">
            <a:xfrm>
              <a:off x="1598" y="1598"/>
              <a:ext cx="81" cy="113"/>
            </a:xfrm>
            <a:custGeom>
              <a:avLst/>
              <a:gdLst>
                <a:gd name="T0" fmla="*/ 0 w 401"/>
                <a:gd name="T1" fmla="*/ 1 h 566"/>
                <a:gd name="T2" fmla="*/ 0 w 401"/>
                <a:gd name="T3" fmla="*/ 1 h 566"/>
                <a:gd name="T4" fmla="*/ 0 w 401"/>
                <a:gd name="T5" fmla="*/ 1 h 566"/>
                <a:gd name="T6" fmla="*/ 1 w 401"/>
                <a:gd name="T7" fmla="*/ 1 h 566"/>
                <a:gd name="T8" fmla="*/ 1 w 401"/>
                <a:gd name="T9" fmla="*/ 1 h 566"/>
                <a:gd name="T10" fmla="*/ 1 w 401"/>
                <a:gd name="T11" fmla="*/ 1 h 566"/>
                <a:gd name="T12" fmla="*/ 1 w 401"/>
                <a:gd name="T13" fmla="*/ 2 h 566"/>
                <a:gd name="T14" fmla="*/ 1 w 401"/>
                <a:gd name="T15" fmla="*/ 2 h 566"/>
                <a:gd name="T16" fmla="*/ 2 w 401"/>
                <a:gd name="T17" fmla="*/ 2 h 566"/>
                <a:gd name="T18" fmla="*/ 2 w 401"/>
                <a:gd name="T19" fmla="*/ 2 h 566"/>
                <a:gd name="T20" fmla="*/ 2 w 401"/>
                <a:gd name="T21" fmla="*/ 2 h 566"/>
                <a:gd name="T22" fmla="*/ 2 w 401"/>
                <a:gd name="T23" fmla="*/ 3 h 566"/>
                <a:gd name="T24" fmla="*/ 2 w 401"/>
                <a:gd name="T25" fmla="*/ 3 h 566"/>
                <a:gd name="T26" fmla="*/ 2 w 401"/>
                <a:gd name="T27" fmla="*/ 3 h 566"/>
                <a:gd name="T28" fmla="*/ 2 w 401"/>
                <a:gd name="T29" fmla="*/ 4 h 566"/>
                <a:gd name="T30" fmla="*/ 2 w 401"/>
                <a:gd name="T31" fmla="*/ 4 h 566"/>
                <a:gd name="T32" fmla="*/ 2 w 401"/>
                <a:gd name="T33" fmla="*/ 4 h 566"/>
                <a:gd name="T34" fmla="*/ 3 w 401"/>
                <a:gd name="T35" fmla="*/ 5 h 566"/>
                <a:gd name="T36" fmla="*/ 3 w 401"/>
                <a:gd name="T37" fmla="*/ 4 h 566"/>
                <a:gd name="T38" fmla="*/ 3 w 401"/>
                <a:gd name="T39" fmla="*/ 4 h 566"/>
                <a:gd name="T40" fmla="*/ 3 w 401"/>
                <a:gd name="T41" fmla="*/ 4 h 566"/>
                <a:gd name="T42" fmla="*/ 3 w 401"/>
                <a:gd name="T43" fmla="*/ 3 h 566"/>
                <a:gd name="T44" fmla="*/ 3 w 401"/>
                <a:gd name="T45" fmla="*/ 3 h 566"/>
                <a:gd name="T46" fmla="*/ 3 w 401"/>
                <a:gd name="T47" fmla="*/ 3 h 566"/>
                <a:gd name="T48" fmla="*/ 3 w 401"/>
                <a:gd name="T49" fmla="*/ 2 h 566"/>
                <a:gd name="T50" fmla="*/ 3 w 401"/>
                <a:gd name="T51" fmla="*/ 2 h 566"/>
                <a:gd name="T52" fmla="*/ 2 w 401"/>
                <a:gd name="T53" fmla="*/ 2 h 566"/>
                <a:gd name="T54" fmla="*/ 2 w 401"/>
                <a:gd name="T55" fmla="*/ 2 h 566"/>
                <a:gd name="T56" fmla="*/ 2 w 401"/>
                <a:gd name="T57" fmla="*/ 1 h 566"/>
                <a:gd name="T58" fmla="*/ 2 w 401"/>
                <a:gd name="T59" fmla="*/ 1 h 566"/>
                <a:gd name="T60" fmla="*/ 2 w 401"/>
                <a:gd name="T61" fmla="*/ 1 h 566"/>
                <a:gd name="T62" fmla="*/ 1 w 401"/>
                <a:gd name="T63" fmla="*/ 1 h 566"/>
                <a:gd name="T64" fmla="*/ 1 w 401"/>
                <a:gd name="T65" fmla="*/ 0 h 566"/>
                <a:gd name="T66" fmla="*/ 1 w 401"/>
                <a:gd name="T67" fmla="*/ 0 h 566"/>
                <a:gd name="T68" fmla="*/ 1 w 401"/>
                <a:gd name="T69" fmla="*/ 0 h 566"/>
                <a:gd name="T70" fmla="*/ 1 w 401"/>
                <a:gd name="T71" fmla="*/ 0 h 566"/>
                <a:gd name="T72" fmla="*/ 1 w 401"/>
                <a:gd name="T73" fmla="*/ 0 h 566"/>
                <a:gd name="T74" fmla="*/ 0 w 401"/>
                <a:gd name="T75" fmla="*/ 0 h 566"/>
                <a:gd name="T76" fmla="*/ 0 w 401"/>
                <a:gd name="T77" fmla="*/ 0 h 566"/>
                <a:gd name="T78" fmla="*/ 0 w 401"/>
                <a:gd name="T79" fmla="*/ 0 h 566"/>
                <a:gd name="T80" fmla="*/ 0 w 401"/>
                <a:gd name="T81" fmla="*/ 0 h 566"/>
                <a:gd name="T82" fmla="*/ 0 w 401"/>
                <a:gd name="T83" fmla="*/ 0 h 566"/>
                <a:gd name="T84" fmla="*/ 0 w 401"/>
                <a:gd name="T85" fmla="*/ 0 h 566"/>
                <a:gd name="T86" fmla="*/ 0 w 401"/>
                <a:gd name="T87" fmla="*/ 1 h 566"/>
                <a:gd name="T88" fmla="*/ 0 w 401"/>
                <a:gd name="T89" fmla="*/ 1 h 56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401"/>
                <a:gd name="T136" fmla="*/ 0 h 566"/>
                <a:gd name="T137" fmla="*/ 401 w 401"/>
                <a:gd name="T138" fmla="*/ 566 h 566"/>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401" h="566">
                  <a:moveTo>
                    <a:pt x="23" y="88"/>
                  </a:moveTo>
                  <a:lnTo>
                    <a:pt x="23" y="88"/>
                  </a:lnTo>
                  <a:lnTo>
                    <a:pt x="53" y="107"/>
                  </a:lnTo>
                  <a:lnTo>
                    <a:pt x="83" y="125"/>
                  </a:lnTo>
                  <a:lnTo>
                    <a:pt x="108" y="147"/>
                  </a:lnTo>
                  <a:lnTo>
                    <a:pt x="135" y="171"/>
                  </a:lnTo>
                  <a:lnTo>
                    <a:pt x="160" y="196"/>
                  </a:lnTo>
                  <a:lnTo>
                    <a:pt x="182" y="223"/>
                  </a:lnTo>
                  <a:lnTo>
                    <a:pt x="205" y="251"/>
                  </a:lnTo>
                  <a:lnTo>
                    <a:pt x="223" y="281"/>
                  </a:lnTo>
                  <a:lnTo>
                    <a:pt x="240" y="312"/>
                  </a:lnTo>
                  <a:lnTo>
                    <a:pt x="256" y="345"/>
                  </a:lnTo>
                  <a:lnTo>
                    <a:pt x="270" y="379"/>
                  </a:lnTo>
                  <a:lnTo>
                    <a:pt x="282" y="414"/>
                  </a:lnTo>
                  <a:lnTo>
                    <a:pt x="291" y="450"/>
                  </a:lnTo>
                  <a:lnTo>
                    <a:pt x="299" y="488"/>
                  </a:lnTo>
                  <a:lnTo>
                    <a:pt x="304" y="526"/>
                  </a:lnTo>
                  <a:lnTo>
                    <a:pt x="308" y="566"/>
                  </a:lnTo>
                  <a:lnTo>
                    <a:pt x="401" y="562"/>
                  </a:lnTo>
                  <a:lnTo>
                    <a:pt x="398" y="517"/>
                  </a:lnTo>
                  <a:lnTo>
                    <a:pt x="391" y="471"/>
                  </a:lnTo>
                  <a:lnTo>
                    <a:pt x="383" y="429"/>
                  </a:lnTo>
                  <a:lnTo>
                    <a:pt x="371" y="386"/>
                  </a:lnTo>
                  <a:lnTo>
                    <a:pt x="357" y="346"/>
                  </a:lnTo>
                  <a:lnTo>
                    <a:pt x="340" y="307"/>
                  </a:lnTo>
                  <a:lnTo>
                    <a:pt x="324" y="270"/>
                  </a:lnTo>
                  <a:lnTo>
                    <a:pt x="303" y="232"/>
                  </a:lnTo>
                  <a:lnTo>
                    <a:pt x="280" y="197"/>
                  </a:lnTo>
                  <a:lnTo>
                    <a:pt x="255" y="164"/>
                  </a:lnTo>
                  <a:lnTo>
                    <a:pt x="228" y="132"/>
                  </a:lnTo>
                  <a:lnTo>
                    <a:pt x="199" y="103"/>
                  </a:lnTo>
                  <a:lnTo>
                    <a:pt x="169" y="76"/>
                  </a:lnTo>
                  <a:lnTo>
                    <a:pt x="137" y="50"/>
                  </a:lnTo>
                  <a:lnTo>
                    <a:pt x="103" y="27"/>
                  </a:lnTo>
                  <a:lnTo>
                    <a:pt x="67" y="6"/>
                  </a:lnTo>
                  <a:lnTo>
                    <a:pt x="48" y="0"/>
                  </a:lnTo>
                  <a:lnTo>
                    <a:pt x="30" y="2"/>
                  </a:lnTo>
                  <a:lnTo>
                    <a:pt x="16" y="12"/>
                  </a:lnTo>
                  <a:lnTo>
                    <a:pt x="5" y="25"/>
                  </a:lnTo>
                  <a:lnTo>
                    <a:pt x="0" y="41"/>
                  </a:lnTo>
                  <a:lnTo>
                    <a:pt x="0" y="59"/>
                  </a:lnTo>
                  <a:lnTo>
                    <a:pt x="8" y="75"/>
                  </a:lnTo>
                  <a:lnTo>
                    <a:pt x="23"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2361" name="Freeform 39"/>
            <p:cNvSpPr>
              <a:spLocks/>
            </p:cNvSpPr>
            <p:nvPr/>
          </p:nvSpPr>
          <p:spPr bwMode="auto">
            <a:xfrm>
              <a:off x="1346" y="1455"/>
              <a:ext cx="266" cy="160"/>
            </a:xfrm>
            <a:custGeom>
              <a:avLst/>
              <a:gdLst>
                <a:gd name="T0" fmla="*/ 0 w 1330"/>
                <a:gd name="T1" fmla="*/ 1 h 801"/>
                <a:gd name="T2" fmla="*/ 0 w 1330"/>
                <a:gd name="T3" fmla="*/ 1 h 801"/>
                <a:gd name="T4" fmla="*/ 10 w 1330"/>
                <a:gd name="T5" fmla="*/ 6 h 801"/>
                <a:gd name="T6" fmla="*/ 11 w 1330"/>
                <a:gd name="T7" fmla="*/ 6 h 801"/>
                <a:gd name="T8" fmla="*/ 1 w 1330"/>
                <a:gd name="T9" fmla="*/ 0 h 801"/>
                <a:gd name="T10" fmla="*/ 1 w 1330"/>
                <a:gd name="T11" fmla="*/ 0 h 801"/>
                <a:gd name="T12" fmla="*/ 1 w 1330"/>
                <a:gd name="T13" fmla="*/ 0 h 801"/>
                <a:gd name="T14" fmla="*/ 0 w 1330"/>
                <a:gd name="T15" fmla="*/ 0 h 801"/>
                <a:gd name="T16" fmla="*/ 0 w 1330"/>
                <a:gd name="T17" fmla="*/ 0 h 801"/>
                <a:gd name="T18" fmla="*/ 0 w 1330"/>
                <a:gd name="T19" fmla="*/ 0 h 801"/>
                <a:gd name="T20" fmla="*/ 0 w 1330"/>
                <a:gd name="T21" fmla="*/ 0 h 801"/>
                <a:gd name="T22" fmla="*/ 0 w 1330"/>
                <a:gd name="T23" fmla="*/ 0 h 801"/>
                <a:gd name="T24" fmla="*/ 0 w 1330"/>
                <a:gd name="T25" fmla="*/ 0 h 801"/>
                <a:gd name="T26" fmla="*/ 0 w 1330"/>
                <a:gd name="T27" fmla="*/ 1 h 801"/>
                <a:gd name="T28" fmla="*/ 0 w 1330"/>
                <a:gd name="T29" fmla="*/ 1 h 801"/>
                <a:gd name="T30" fmla="*/ 0 w 1330"/>
                <a:gd name="T31" fmla="*/ 1 h 801"/>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30"/>
                <a:gd name="T49" fmla="*/ 0 h 801"/>
                <a:gd name="T50" fmla="*/ 1330 w 1330"/>
                <a:gd name="T51" fmla="*/ 801 h 801"/>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30" h="801">
                  <a:moveTo>
                    <a:pt x="24" y="88"/>
                  </a:moveTo>
                  <a:lnTo>
                    <a:pt x="23" y="88"/>
                  </a:lnTo>
                  <a:lnTo>
                    <a:pt x="1286" y="801"/>
                  </a:lnTo>
                  <a:lnTo>
                    <a:pt x="1330" y="719"/>
                  </a:lnTo>
                  <a:lnTo>
                    <a:pt x="67" y="6"/>
                  </a:lnTo>
                  <a:lnTo>
                    <a:pt x="66" y="6"/>
                  </a:lnTo>
                  <a:lnTo>
                    <a:pt x="67" y="6"/>
                  </a:lnTo>
                  <a:lnTo>
                    <a:pt x="48" y="0"/>
                  </a:lnTo>
                  <a:lnTo>
                    <a:pt x="30" y="2"/>
                  </a:lnTo>
                  <a:lnTo>
                    <a:pt x="16" y="12"/>
                  </a:lnTo>
                  <a:lnTo>
                    <a:pt x="5" y="25"/>
                  </a:lnTo>
                  <a:lnTo>
                    <a:pt x="0" y="41"/>
                  </a:lnTo>
                  <a:lnTo>
                    <a:pt x="0" y="59"/>
                  </a:lnTo>
                  <a:lnTo>
                    <a:pt x="8" y="75"/>
                  </a:lnTo>
                  <a:lnTo>
                    <a:pt x="23" y="88"/>
                  </a:lnTo>
                  <a:lnTo>
                    <a:pt x="24"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2362" name="Freeform 40"/>
            <p:cNvSpPr>
              <a:spLocks/>
            </p:cNvSpPr>
            <p:nvPr/>
          </p:nvSpPr>
          <p:spPr bwMode="auto">
            <a:xfrm>
              <a:off x="1198" y="1439"/>
              <a:ext cx="161" cy="35"/>
            </a:xfrm>
            <a:custGeom>
              <a:avLst/>
              <a:gdLst>
                <a:gd name="T0" fmla="*/ 1 w 806"/>
                <a:gd name="T1" fmla="*/ 1 h 177"/>
                <a:gd name="T2" fmla="*/ 1 w 806"/>
                <a:gd name="T3" fmla="*/ 1 h 177"/>
                <a:gd name="T4" fmla="*/ 1 w 806"/>
                <a:gd name="T5" fmla="*/ 1 h 177"/>
                <a:gd name="T6" fmla="*/ 1 w 806"/>
                <a:gd name="T7" fmla="*/ 1 h 177"/>
                <a:gd name="T8" fmla="*/ 2 w 806"/>
                <a:gd name="T9" fmla="*/ 1 h 177"/>
                <a:gd name="T10" fmla="*/ 2 w 806"/>
                <a:gd name="T11" fmla="*/ 1 h 177"/>
                <a:gd name="T12" fmla="*/ 2 w 806"/>
                <a:gd name="T13" fmla="*/ 1 h 177"/>
                <a:gd name="T14" fmla="*/ 3 w 806"/>
                <a:gd name="T15" fmla="*/ 1 h 177"/>
                <a:gd name="T16" fmla="*/ 3 w 806"/>
                <a:gd name="T17" fmla="*/ 1 h 177"/>
                <a:gd name="T18" fmla="*/ 3 w 806"/>
                <a:gd name="T19" fmla="*/ 1 h 177"/>
                <a:gd name="T20" fmla="*/ 4 w 806"/>
                <a:gd name="T21" fmla="*/ 1 h 177"/>
                <a:gd name="T22" fmla="*/ 4 w 806"/>
                <a:gd name="T23" fmla="*/ 1 h 177"/>
                <a:gd name="T24" fmla="*/ 5 w 806"/>
                <a:gd name="T25" fmla="*/ 1 h 177"/>
                <a:gd name="T26" fmla="*/ 5 w 806"/>
                <a:gd name="T27" fmla="*/ 1 h 177"/>
                <a:gd name="T28" fmla="*/ 5 w 806"/>
                <a:gd name="T29" fmla="*/ 1 h 177"/>
                <a:gd name="T30" fmla="*/ 6 w 806"/>
                <a:gd name="T31" fmla="*/ 1 h 177"/>
                <a:gd name="T32" fmla="*/ 6 w 806"/>
                <a:gd name="T33" fmla="*/ 1 h 177"/>
                <a:gd name="T34" fmla="*/ 6 w 806"/>
                <a:gd name="T35" fmla="*/ 1 h 177"/>
                <a:gd name="T36" fmla="*/ 6 w 806"/>
                <a:gd name="T37" fmla="*/ 1 h 177"/>
                <a:gd name="T38" fmla="*/ 6 w 806"/>
                <a:gd name="T39" fmla="*/ 1 h 177"/>
                <a:gd name="T40" fmla="*/ 6 w 806"/>
                <a:gd name="T41" fmla="*/ 0 h 177"/>
                <a:gd name="T42" fmla="*/ 5 w 806"/>
                <a:gd name="T43" fmla="*/ 0 h 177"/>
                <a:gd name="T44" fmla="*/ 5 w 806"/>
                <a:gd name="T45" fmla="*/ 0 h 177"/>
                <a:gd name="T46" fmla="*/ 5 w 806"/>
                <a:gd name="T47" fmla="*/ 0 h 177"/>
                <a:gd name="T48" fmla="*/ 4 w 806"/>
                <a:gd name="T49" fmla="*/ 0 h 177"/>
                <a:gd name="T50" fmla="*/ 4 w 806"/>
                <a:gd name="T51" fmla="*/ 0 h 177"/>
                <a:gd name="T52" fmla="*/ 3 w 806"/>
                <a:gd name="T53" fmla="*/ 0 h 177"/>
                <a:gd name="T54" fmla="*/ 3 w 806"/>
                <a:gd name="T55" fmla="*/ 0 h 177"/>
                <a:gd name="T56" fmla="*/ 3 w 806"/>
                <a:gd name="T57" fmla="*/ 0 h 177"/>
                <a:gd name="T58" fmla="*/ 2 w 806"/>
                <a:gd name="T59" fmla="*/ 0 h 177"/>
                <a:gd name="T60" fmla="*/ 2 w 806"/>
                <a:gd name="T61" fmla="*/ 0 h 177"/>
                <a:gd name="T62" fmla="*/ 1 w 806"/>
                <a:gd name="T63" fmla="*/ 0 h 177"/>
                <a:gd name="T64" fmla="*/ 1 w 806"/>
                <a:gd name="T65" fmla="*/ 0 h 177"/>
                <a:gd name="T66" fmla="*/ 1 w 806"/>
                <a:gd name="T67" fmla="*/ 1 h 177"/>
                <a:gd name="T68" fmla="*/ 0 w 806"/>
                <a:gd name="T69" fmla="*/ 1 h 177"/>
                <a:gd name="T70" fmla="*/ 0 w 806"/>
                <a:gd name="T71" fmla="*/ 1 h 177"/>
                <a:gd name="T72" fmla="*/ 0 w 806"/>
                <a:gd name="T73" fmla="*/ 1 h 177"/>
                <a:gd name="T74" fmla="*/ 0 w 806"/>
                <a:gd name="T75" fmla="*/ 1 h 177"/>
                <a:gd name="T76" fmla="*/ 0 w 806"/>
                <a:gd name="T77" fmla="*/ 1 h 177"/>
                <a:gd name="T78" fmla="*/ 0 w 806"/>
                <a:gd name="T79" fmla="*/ 1 h 177"/>
                <a:gd name="T80" fmla="*/ 0 w 806"/>
                <a:gd name="T81" fmla="*/ 1 h 177"/>
                <a:gd name="T82" fmla="*/ 0 w 806"/>
                <a:gd name="T83" fmla="*/ 1 h 177"/>
                <a:gd name="T84" fmla="*/ 0 w 806"/>
                <a:gd name="T85" fmla="*/ 1 h 177"/>
                <a:gd name="T86" fmla="*/ 0 w 806"/>
                <a:gd name="T87" fmla="*/ 1 h 177"/>
                <a:gd name="T88" fmla="*/ 1 w 806"/>
                <a:gd name="T89" fmla="*/ 1 h 177"/>
                <a:gd name="T90" fmla="*/ 1 w 806"/>
                <a:gd name="T91" fmla="*/ 1 h 17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806"/>
                <a:gd name="T139" fmla="*/ 0 h 177"/>
                <a:gd name="T140" fmla="*/ 806 w 806"/>
                <a:gd name="T141" fmla="*/ 177 h 17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806" h="177">
                  <a:moveTo>
                    <a:pt x="67" y="171"/>
                  </a:moveTo>
                  <a:lnTo>
                    <a:pt x="68" y="171"/>
                  </a:lnTo>
                  <a:lnTo>
                    <a:pt x="109" y="151"/>
                  </a:lnTo>
                  <a:lnTo>
                    <a:pt x="151" y="135"/>
                  </a:lnTo>
                  <a:lnTo>
                    <a:pt x="196" y="122"/>
                  </a:lnTo>
                  <a:lnTo>
                    <a:pt x="242" y="110"/>
                  </a:lnTo>
                  <a:lnTo>
                    <a:pt x="287" y="102"/>
                  </a:lnTo>
                  <a:lnTo>
                    <a:pt x="335" y="97"/>
                  </a:lnTo>
                  <a:lnTo>
                    <a:pt x="382" y="95"/>
                  </a:lnTo>
                  <a:lnTo>
                    <a:pt x="430" y="94"/>
                  </a:lnTo>
                  <a:lnTo>
                    <a:pt x="477" y="97"/>
                  </a:lnTo>
                  <a:lnTo>
                    <a:pt x="524" y="102"/>
                  </a:lnTo>
                  <a:lnTo>
                    <a:pt x="568" y="108"/>
                  </a:lnTo>
                  <a:lnTo>
                    <a:pt x="612" y="117"/>
                  </a:lnTo>
                  <a:lnTo>
                    <a:pt x="654" y="128"/>
                  </a:lnTo>
                  <a:lnTo>
                    <a:pt x="693" y="141"/>
                  </a:lnTo>
                  <a:lnTo>
                    <a:pt x="730" y="155"/>
                  </a:lnTo>
                  <a:lnTo>
                    <a:pt x="764" y="171"/>
                  </a:lnTo>
                  <a:lnTo>
                    <a:pt x="806" y="89"/>
                  </a:lnTo>
                  <a:lnTo>
                    <a:pt x="768" y="70"/>
                  </a:lnTo>
                  <a:lnTo>
                    <a:pt x="725" y="54"/>
                  </a:lnTo>
                  <a:lnTo>
                    <a:pt x="680" y="39"/>
                  </a:lnTo>
                  <a:lnTo>
                    <a:pt x="633" y="26"/>
                  </a:lnTo>
                  <a:lnTo>
                    <a:pt x="585" y="16"/>
                  </a:lnTo>
                  <a:lnTo>
                    <a:pt x="536" y="8"/>
                  </a:lnTo>
                  <a:lnTo>
                    <a:pt x="484" y="3"/>
                  </a:lnTo>
                  <a:lnTo>
                    <a:pt x="433" y="0"/>
                  </a:lnTo>
                  <a:lnTo>
                    <a:pt x="380" y="1"/>
                  </a:lnTo>
                  <a:lnTo>
                    <a:pt x="328" y="3"/>
                  </a:lnTo>
                  <a:lnTo>
                    <a:pt x="276" y="10"/>
                  </a:lnTo>
                  <a:lnTo>
                    <a:pt x="223" y="19"/>
                  </a:lnTo>
                  <a:lnTo>
                    <a:pt x="172" y="30"/>
                  </a:lnTo>
                  <a:lnTo>
                    <a:pt x="121" y="46"/>
                  </a:lnTo>
                  <a:lnTo>
                    <a:pt x="72" y="67"/>
                  </a:lnTo>
                  <a:lnTo>
                    <a:pt x="24" y="89"/>
                  </a:lnTo>
                  <a:lnTo>
                    <a:pt x="25" y="89"/>
                  </a:lnTo>
                  <a:lnTo>
                    <a:pt x="24" y="89"/>
                  </a:lnTo>
                  <a:lnTo>
                    <a:pt x="8" y="102"/>
                  </a:lnTo>
                  <a:lnTo>
                    <a:pt x="0" y="118"/>
                  </a:lnTo>
                  <a:lnTo>
                    <a:pt x="0" y="136"/>
                  </a:lnTo>
                  <a:lnTo>
                    <a:pt x="6" y="152"/>
                  </a:lnTo>
                  <a:lnTo>
                    <a:pt x="17" y="165"/>
                  </a:lnTo>
                  <a:lnTo>
                    <a:pt x="31" y="175"/>
                  </a:lnTo>
                  <a:lnTo>
                    <a:pt x="48" y="177"/>
                  </a:lnTo>
                  <a:lnTo>
                    <a:pt x="68" y="171"/>
                  </a:lnTo>
                  <a:lnTo>
                    <a:pt x="67" y="1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2363" name="Freeform 41"/>
            <p:cNvSpPr>
              <a:spLocks/>
            </p:cNvSpPr>
            <p:nvPr/>
          </p:nvSpPr>
          <p:spPr bwMode="auto">
            <a:xfrm>
              <a:off x="931" y="1456"/>
              <a:ext cx="280" cy="158"/>
            </a:xfrm>
            <a:custGeom>
              <a:avLst/>
              <a:gdLst>
                <a:gd name="T0" fmla="*/ 1 w 1402"/>
                <a:gd name="T1" fmla="*/ 6 h 787"/>
                <a:gd name="T2" fmla="*/ 1 w 1402"/>
                <a:gd name="T3" fmla="*/ 6 h 787"/>
                <a:gd name="T4" fmla="*/ 11 w 1402"/>
                <a:gd name="T5" fmla="*/ 1 h 787"/>
                <a:gd name="T6" fmla="*/ 11 w 1402"/>
                <a:gd name="T7" fmla="*/ 0 h 787"/>
                <a:gd name="T8" fmla="*/ 0 w 1402"/>
                <a:gd name="T9" fmla="*/ 6 h 787"/>
                <a:gd name="T10" fmla="*/ 0 w 1402"/>
                <a:gd name="T11" fmla="*/ 6 h 787"/>
                <a:gd name="T12" fmla="*/ 0 w 1402"/>
                <a:gd name="T13" fmla="*/ 6 h 787"/>
                <a:gd name="T14" fmla="*/ 0 w 1402"/>
                <a:gd name="T15" fmla="*/ 6 h 787"/>
                <a:gd name="T16" fmla="*/ 0 w 1402"/>
                <a:gd name="T17" fmla="*/ 6 h 787"/>
                <a:gd name="T18" fmla="*/ 0 w 1402"/>
                <a:gd name="T19" fmla="*/ 6 h 787"/>
                <a:gd name="T20" fmla="*/ 0 w 1402"/>
                <a:gd name="T21" fmla="*/ 6 h 787"/>
                <a:gd name="T22" fmla="*/ 0 w 1402"/>
                <a:gd name="T23" fmla="*/ 6 h 787"/>
                <a:gd name="T24" fmla="*/ 0 w 1402"/>
                <a:gd name="T25" fmla="*/ 6 h 787"/>
                <a:gd name="T26" fmla="*/ 0 w 1402"/>
                <a:gd name="T27" fmla="*/ 6 h 787"/>
                <a:gd name="T28" fmla="*/ 1 w 1402"/>
                <a:gd name="T29" fmla="*/ 6 h 787"/>
                <a:gd name="T30" fmla="*/ 1 w 1402"/>
                <a:gd name="T31" fmla="*/ 6 h 78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02"/>
                <a:gd name="T49" fmla="*/ 0 h 787"/>
                <a:gd name="T50" fmla="*/ 1402 w 1402"/>
                <a:gd name="T51" fmla="*/ 787 h 78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02" h="787">
                  <a:moveTo>
                    <a:pt x="69" y="781"/>
                  </a:moveTo>
                  <a:lnTo>
                    <a:pt x="66" y="781"/>
                  </a:lnTo>
                  <a:lnTo>
                    <a:pt x="1402" y="82"/>
                  </a:lnTo>
                  <a:lnTo>
                    <a:pt x="1360" y="0"/>
                  </a:lnTo>
                  <a:lnTo>
                    <a:pt x="24" y="699"/>
                  </a:lnTo>
                  <a:lnTo>
                    <a:pt x="22" y="699"/>
                  </a:lnTo>
                  <a:lnTo>
                    <a:pt x="24" y="699"/>
                  </a:lnTo>
                  <a:lnTo>
                    <a:pt x="8" y="712"/>
                  </a:lnTo>
                  <a:lnTo>
                    <a:pt x="1" y="727"/>
                  </a:lnTo>
                  <a:lnTo>
                    <a:pt x="0" y="744"/>
                  </a:lnTo>
                  <a:lnTo>
                    <a:pt x="5" y="761"/>
                  </a:lnTo>
                  <a:lnTo>
                    <a:pt x="15" y="775"/>
                  </a:lnTo>
                  <a:lnTo>
                    <a:pt x="30" y="784"/>
                  </a:lnTo>
                  <a:lnTo>
                    <a:pt x="46" y="787"/>
                  </a:lnTo>
                  <a:lnTo>
                    <a:pt x="66" y="781"/>
                  </a:lnTo>
                  <a:lnTo>
                    <a:pt x="69" y="7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2364" name="Freeform 42"/>
            <p:cNvSpPr>
              <a:spLocks/>
            </p:cNvSpPr>
            <p:nvPr/>
          </p:nvSpPr>
          <p:spPr bwMode="auto">
            <a:xfrm>
              <a:off x="868" y="1596"/>
              <a:ext cx="77" cy="126"/>
            </a:xfrm>
            <a:custGeom>
              <a:avLst/>
              <a:gdLst>
                <a:gd name="T0" fmla="*/ 1 w 382"/>
                <a:gd name="T1" fmla="*/ 5 h 628"/>
                <a:gd name="T2" fmla="*/ 1 w 382"/>
                <a:gd name="T3" fmla="*/ 5 h 628"/>
                <a:gd name="T4" fmla="*/ 1 w 382"/>
                <a:gd name="T5" fmla="*/ 4 h 628"/>
                <a:gd name="T6" fmla="*/ 1 w 382"/>
                <a:gd name="T7" fmla="*/ 4 h 628"/>
                <a:gd name="T8" fmla="*/ 1 w 382"/>
                <a:gd name="T9" fmla="*/ 4 h 628"/>
                <a:gd name="T10" fmla="*/ 1 w 382"/>
                <a:gd name="T11" fmla="*/ 3 h 628"/>
                <a:gd name="T12" fmla="*/ 1 w 382"/>
                <a:gd name="T13" fmla="*/ 3 h 628"/>
                <a:gd name="T14" fmla="*/ 1 w 382"/>
                <a:gd name="T15" fmla="*/ 3 h 628"/>
                <a:gd name="T16" fmla="*/ 1 w 382"/>
                <a:gd name="T17" fmla="*/ 3 h 628"/>
                <a:gd name="T18" fmla="*/ 1 w 382"/>
                <a:gd name="T19" fmla="*/ 2 h 628"/>
                <a:gd name="T20" fmla="*/ 2 w 382"/>
                <a:gd name="T21" fmla="*/ 2 h 628"/>
                <a:gd name="T22" fmla="*/ 2 w 382"/>
                <a:gd name="T23" fmla="*/ 2 h 628"/>
                <a:gd name="T24" fmla="*/ 2 w 382"/>
                <a:gd name="T25" fmla="*/ 2 h 628"/>
                <a:gd name="T26" fmla="*/ 2 w 382"/>
                <a:gd name="T27" fmla="*/ 1 h 628"/>
                <a:gd name="T28" fmla="*/ 2 w 382"/>
                <a:gd name="T29" fmla="*/ 1 h 628"/>
                <a:gd name="T30" fmla="*/ 3 w 382"/>
                <a:gd name="T31" fmla="*/ 1 h 628"/>
                <a:gd name="T32" fmla="*/ 3 w 382"/>
                <a:gd name="T33" fmla="*/ 1 h 628"/>
                <a:gd name="T34" fmla="*/ 3 w 382"/>
                <a:gd name="T35" fmla="*/ 1 h 628"/>
                <a:gd name="T36" fmla="*/ 3 w 382"/>
                <a:gd name="T37" fmla="*/ 0 h 628"/>
                <a:gd name="T38" fmla="*/ 2 w 382"/>
                <a:gd name="T39" fmla="*/ 0 h 628"/>
                <a:gd name="T40" fmla="*/ 2 w 382"/>
                <a:gd name="T41" fmla="*/ 0 h 628"/>
                <a:gd name="T42" fmla="*/ 2 w 382"/>
                <a:gd name="T43" fmla="*/ 1 h 628"/>
                <a:gd name="T44" fmla="*/ 2 w 382"/>
                <a:gd name="T45" fmla="*/ 1 h 628"/>
                <a:gd name="T46" fmla="*/ 1 w 382"/>
                <a:gd name="T47" fmla="*/ 1 h 628"/>
                <a:gd name="T48" fmla="*/ 1 w 382"/>
                <a:gd name="T49" fmla="*/ 1 h 628"/>
                <a:gd name="T50" fmla="*/ 1 w 382"/>
                <a:gd name="T51" fmla="*/ 2 h 628"/>
                <a:gd name="T52" fmla="*/ 1 w 382"/>
                <a:gd name="T53" fmla="*/ 2 h 628"/>
                <a:gd name="T54" fmla="*/ 1 w 382"/>
                <a:gd name="T55" fmla="*/ 2 h 628"/>
                <a:gd name="T56" fmla="*/ 0 w 382"/>
                <a:gd name="T57" fmla="*/ 3 h 628"/>
                <a:gd name="T58" fmla="*/ 0 w 382"/>
                <a:gd name="T59" fmla="*/ 3 h 628"/>
                <a:gd name="T60" fmla="*/ 0 w 382"/>
                <a:gd name="T61" fmla="*/ 3 h 628"/>
                <a:gd name="T62" fmla="*/ 0 w 382"/>
                <a:gd name="T63" fmla="*/ 4 h 628"/>
                <a:gd name="T64" fmla="*/ 0 w 382"/>
                <a:gd name="T65" fmla="*/ 4 h 628"/>
                <a:gd name="T66" fmla="*/ 0 w 382"/>
                <a:gd name="T67" fmla="*/ 4 h 628"/>
                <a:gd name="T68" fmla="*/ 0 w 382"/>
                <a:gd name="T69" fmla="*/ 5 h 628"/>
                <a:gd name="T70" fmla="*/ 0 w 382"/>
                <a:gd name="T71" fmla="*/ 5 h 628"/>
                <a:gd name="T72" fmla="*/ 0 w 382"/>
                <a:gd name="T73" fmla="*/ 5 h 628"/>
                <a:gd name="T74" fmla="*/ 0 w 382"/>
                <a:gd name="T75" fmla="*/ 5 h 628"/>
                <a:gd name="T76" fmla="*/ 0 w 382"/>
                <a:gd name="T77" fmla="*/ 5 h 628"/>
                <a:gd name="T78" fmla="*/ 0 w 382"/>
                <a:gd name="T79" fmla="*/ 5 h 628"/>
                <a:gd name="T80" fmla="*/ 0 w 382"/>
                <a:gd name="T81" fmla="*/ 5 h 628"/>
                <a:gd name="T82" fmla="*/ 1 w 382"/>
                <a:gd name="T83" fmla="*/ 5 h 628"/>
                <a:gd name="T84" fmla="*/ 1 w 382"/>
                <a:gd name="T85" fmla="*/ 5 h 628"/>
                <a:gd name="T86" fmla="*/ 1 w 382"/>
                <a:gd name="T87" fmla="*/ 5 h 628"/>
                <a:gd name="T88" fmla="*/ 1 w 382"/>
                <a:gd name="T89" fmla="*/ 5 h 628"/>
                <a:gd name="T90" fmla="*/ 1 w 382"/>
                <a:gd name="T91" fmla="*/ 5 h 628"/>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382"/>
                <a:gd name="T139" fmla="*/ 0 h 628"/>
                <a:gd name="T140" fmla="*/ 382 w 382"/>
                <a:gd name="T141" fmla="*/ 628 h 628"/>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382" h="628">
                  <a:moveTo>
                    <a:pt x="94" y="581"/>
                  </a:moveTo>
                  <a:lnTo>
                    <a:pt x="94" y="582"/>
                  </a:lnTo>
                  <a:lnTo>
                    <a:pt x="96" y="541"/>
                  </a:lnTo>
                  <a:lnTo>
                    <a:pt x="99" y="500"/>
                  </a:lnTo>
                  <a:lnTo>
                    <a:pt x="106" y="463"/>
                  </a:lnTo>
                  <a:lnTo>
                    <a:pt x="115" y="424"/>
                  </a:lnTo>
                  <a:lnTo>
                    <a:pt x="127" y="389"/>
                  </a:lnTo>
                  <a:lnTo>
                    <a:pt x="140" y="353"/>
                  </a:lnTo>
                  <a:lnTo>
                    <a:pt x="156" y="320"/>
                  </a:lnTo>
                  <a:lnTo>
                    <a:pt x="173" y="287"/>
                  </a:lnTo>
                  <a:lnTo>
                    <a:pt x="193" y="255"/>
                  </a:lnTo>
                  <a:lnTo>
                    <a:pt x="214" y="226"/>
                  </a:lnTo>
                  <a:lnTo>
                    <a:pt x="238" y="198"/>
                  </a:lnTo>
                  <a:lnTo>
                    <a:pt x="263" y="172"/>
                  </a:lnTo>
                  <a:lnTo>
                    <a:pt x="290" y="146"/>
                  </a:lnTo>
                  <a:lnTo>
                    <a:pt x="318" y="122"/>
                  </a:lnTo>
                  <a:lnTo>
                    <a:pt x="349" y="101"/>
                  </a:lnTo>
                  <a:lnTo>
                    <a:pt x="382" y="82"/>
                  </a:lnTo>
                  <a:lnTo>
                    <a:pt x="335" y="0"/>
                  </a:lnTo>
                  <a:lnTo>
                    <a:pt x="297" y="23"/>
                  </a:lnTo>
                  <a:lnTo>
                    <a:pt x="262" y="49"/>
                  </a:lnTo>
                  <a:lnTo>
                    <a:pt x="229" y="76"/>
                  </a:lnTo>
                  <a:lnTo>
                    <a:pt x="198" y="104"/>
                  </a:lnTo>
                  <a:lnTo>
                    <a:pt x="167" y="137"/>
                  </a:lnTo>
                  <a:lnTo>
                    <a:pt x="142" y="170"/>
                  </a:lnTo>
                  <a:lnTo>
                    <a:pt x="116" y="204"/>
                  </a:lnTo>
                  <a:lnTo>
                    <a:pt x="94" y="240"/>
                  </a:lnTo>
                  <a:lnTo>
                    <a:pt x="74" y="278"/>
                  </a:lnTo>
                  <a:lnTo>
                    <a:pt x="54" y="317"/>
                  </a:lnTo>
                  <a:lnTo>
                    <a:pt x="38" y="359"/>
                  </a:lnTo>
                  <a:lnTo>
                    <a:pt x="26" y="401"/>
                  </a:lnTo>
                  <a:lnTo>
                    <a:pt x="15" y="444"/>
                  </a:lnTo>
                  <a:lnTo>
                    <a:pt x="8" y="489"/>
                  </a:lnTo>
                  <a:lnTo>
                    <a:pt x="2" y="534"/>
                  </a:lnTo>
                  <a:lnTo>
                    <a:pt x="0" y="580"/>
                  </a:lnTo>
                  <a:lnTo>
                    <a:pt x="0" y="581"/>
                  </a:lnTo>
                  <a:lnTo>
                    <a:pt x="0" y="580"/>
                  </a:lnTo>
                  <a:lnTo>
                    <a:pt x="3" y="600"/>
                  </a:lnTo>
                  <a:lnTo>
                    <a:pt x="14" y="615"/>
                  </a:lnTo>
                  <a:lnTo>
                    <a:pt x="29" y="625"/>
                  </a:lnTo>
                  <a:lnTo>
                    <a:pt x="45" y="628"/>
                  </a:lnTo>
                  <a:lnTo>
                    <a:pt x="63" y="626"/>
                  </a:lnTo>
                  <a:lnTo>
                    <a:pt x="78" y="616"/>
                  </a:lnTo>
                  <a:lnTo>
                    <a:pt x="89" y="602"/>
                  </a:lnTo>
                  <a:lnTo>
                    <a:pt x="94" y="582"/>
                  </a:lnTo>
                  <a:lnTo>
                    <a:pt x="94" y="5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2365" name="Freeform 43"/>
            <p:cNvSpPr>
              <a:spLocks/>
            </p:cNvSpPr>
            <p:nvPr/>
          </p:nvSpPr>
          <p:spPr bwMode="auto">
            <a:xfrm>
              <a:off x="868" y="1712"/>
              <a:ext cx="19" cy="364"/>
            </a:xfrm>
            <a:custGeom>
              <a:avLst/>
              <a:gdLst>
                <a:gd name="T0" fmla="*/ 1 w 94"/>
                <a:gd name="T1" fmla="*/ 14 h 1818"/>
                <a:gd name="T2" fmla="*/ 1 w 94"/>
                <a:gd name="T3" fmla="*/ 14 h 1818"/>
                <a:gd name="T4" fmla="*/ 1 w 94"/>
                <a:gd name="T5" fmla="*/ 0 h 1818"/>
                <a:gd name="T6" fmla="*/ 0 w 94"/>
                <a:gd name="T7" fmla="*/ 0 h 1818"/>
                <a:gd name="T8" fmla="*/ 0 w 94"/>
                <a:gd name="T9" fmla="*/ 14 h 1818"/>
                <a:gd name="T10" fmla="*/ 0 w 94"/>
                <a:gd name="T11" fmla="*/ 14 h 1818"/>
                <a:gd name="T12" fmla="*/ 0 w 94"/>
                <a:gd name="T13" fmla="*/ 14 h 1818"/>
                <a:gd name="T14" fmla="*/ 0 w 94"/>
                <a:gd name="T15" fmla="*/ 14 h 1818"/>
                <a:gd name="T16" fmla="*/ 0 w 94"/>
                <a:gd name="T17" fmla="*/ 14 h 1818"/>
                <a:gd name="T18" fmla="*/ 0 w 94"/>
                <a:gd name="T19" fmla="*/ 15 h 1818"/>
                <a:gd name="T20" fmla="*/ 0 w 94"/>
                <a:gd name="T21" fmla="*/ 15 h 1818"/>
                <a:gd name="T22" fmla="*/ 1 w 94"/>
                <a:gd name="T23" fmla="*/ 15 h 1818"/>
                <a:gd name="T24" fmla="*/ 1 w 94"/>
                <a:gd name="T25" fmla="*/ 14 h 1818"/>
                <a:gd name="T26" fmla="*/ 1 w 94"/>
                <a:gd name="T27" fmla="*/ 14 h 1818"/>
                <a:gd name="T28" fmla="*/ 1 w 94"/>
                <a:gd name="T29" fmla="*/ 14 h 1818"/>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94"/>
                <a:gd name="T46" fmla="*/ 0 h 1818"/>
                <a:gd name="T47" fmla="*/ 94 w 94"/>
                <a:gd name="T48" fmla="*/ 1818 h 1818"/>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94" h="1818">
                  <a:moveTo>
                    <a:pt x="94" y="1771"/>
                  </a:moveTo>
                  <a:lnTo>
                    <a:pt x="94" y="1771"/>
                  </a:lnTo>
                  <a:lnTo>
                    <a:pt x="94" y="0"/>
                  </a:lnTo>
                  <a:lnTo>
                    <a:pt x="0" y="0"/>
                  </a:lnTo>
                  <a:lnTo>
                    <a:pt x="0" y="1771"/>
                  </a:lnTo>
                  <a:lnTo>
                    <a:pt x="3" y="1791"/>
                  </a:lnTo>
                  <a:lnTo>
                    <a:pt x="15" y="1806"/>
                  </a:lnTo>
                  <a:lnTo>
                    <a:pt x="29" y="1814"/>
                  </a:lnTo>
                  <a:lnTo>
                    <a:pt x="47" y="1818"/>
                  </a:lnTo>
                  <a:lnTo>
                    <a:pt x="64" y="1814"/>
                  </a:lnTo>
                  <a:lnTo>
                    <a:pt x="79" y="1806"/>
                  </a:lnTo>
                  <a:lnTo>
                    <a:pt x="90" y="1791"/>
                  </a:lnTo>
                  <a:lnTo>
                    <a:pt x="94" y="17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2366" name="Freeform 44"/>
            <p:cNvSpPr>
              <a:spLocks/>
            </p:cNvSpPr>
            <p:nvPr/>
          </p:nvSpPr>
          <p:spPr bwMode="auto">
            <a:xfrm>
              <a:off x="868" y="2067"/>
              <a:ext cx="90" cy="160"/>
            </a:xfrm>
            <a:custGeom>
              <a:avLst/>
              <a:gdLst>
                <a:gd name="T0" fmla="*/ 3 w 449"/>
                <a:gd name="T1" fmla="*/ 6 h 803"/>
                <a:gd name="T2" fmla="*/ 3 w 449"/>
                <a:gd name="T3" fmla="*/ 6 h 803"/>
                <a:gd name="T4" fmla="*/ 3 w 449"/>
                <a:gd name="T5" fmla="*/ 5 h 803"/>
                <a:gd name="T6" fmla="*/ 3 w 449"/>
                <a:gd name="T7" fmla="*/ 5 h 803"/>
                <a:gd name="T8" fmla="*/ 3 w 449"/>
                <a:gd name="T9" fmla="*/ 5 h 803"/>
                <a:gd name="T10" fmla="*/ 2 w 449"/>
                <a:gd name="T11" fmla="*/ 5 h 803"/>
                <a:gd name="T12" fmla="*/ 2 w 449"/>
                <a:gd name="T13" fmla="*/ 4 h 803"/>
                <a:gd name="T14" fmla="*/ 2 w 449"/>
                <a:gd name="T15" fmla="*/ 4 h 803"/>
                <a:gd name="T16" fmla="*/ 2 w 449"/>
                <a:gd name="T17" fmla="*/ 4 h 803"/>
                <a:gd name="T18" fmla="*/ 2 w 449"/>
                <a:gd name="T19" fmla="*/ 3 h 803"/>
                <a:gd name="T20" fmla="*/ 1 w 449"/>
                <a:gd name="T21" fmla="*/ 3 h 803"/>
                <a:gd name="T22" fmla="*/ 1 w 449"/>
                <a:gd name="T23" fmla="*/ 2 h 803"/>
                <a:gd name="T24" fmla="*/ 1 w 449"/>
                <a:gd name="T25" fmla="*/ 2 h 803"/>
                <a:gd name="T26" fmla="*/ 1 w 449"/>
                <a:gd name="T27" fmla="*/ 2 h 803"/>
                <a:gd name="T28" fmla="*/ 1 w 449"/>
                <a:gd name="T29" fmla="*/ 1 h 803"/>
                <a:gd name="T30" fmla="*/ 1 w 449"/>
                <a:gd name="T31" fmla="*/ 1 h 803"/>
                <a:gd name="T32" fmla="*/ 1 w 449"/>
                <a:gd name="T33" fmla="*/ 0 h 803"/>
                <a:gd name="T34" fmla="*/ 1 w 449"/>
                <a:gd name="T35" fmla="*/ 0 h 803"/>
                <a:gd name="T36" fmla="*/ 0 w 449"/>
                <a:gd name="T37" fmla="*/ 0 h 803"/>
                <a:gd name="T38" fmla="*/ 0 w 449"/>
                <a:gd name="T39" fmla="*/ 0 h 803"/>
                <a:gd name="T40" fmla="*/ 0 w 449"/>
                <a:gd name="T41" fmla="*/ 1 h 803"/>
                <a:gd name="T42" fmla="*/ 0 w 449"/>
                <a:gd name="T43" fmla="*/ 1 h 803"/>
                <a:gd name="T44" fmla="*/ 0 w 449"/>
                <a:gd name="T45" fmla="*/ 2 h 803"/>
                <a:gd name="T46" fmla="*/ 0 w 449"/>
                <a:gd name="T47" fmla="*/ 2 h 803"/>
                <a:gd name="T48" fmla="*/ 0 w 449"/>
                <a:gd name="T49" fmla="*/ 3 h 803"/>
                <a:gd name="T50" fmla="*/ 1 w 449"/>
                <a:gd name="T51" fmla="*/ 3 h 803"/>
                <a:gd name="T52" fmla="*/ 1 w 449"/>
                <a:gd name="T53" fmla="*/ 4 h 803"/>
                <a:gd name="T54" fmla="*/ 1 w 449"/>
                <a:gd name="T55" fmla="*/ 4 h 803"/>
                <a:gd name="T56" fmla="*/ 1 w 449"/>
                <a:gd name="T57" fmla="*/ 4 h 803"/>
                <a:gd name="T58" fmla="*/ 2 w 449"/>
                <a:gd name="T59" fmla="*/ 5 h 803"/>
                <a:gd name="T60" fmla="*/ 2 w 449"/>
                <a:gd name="T61" fmla="*/ 5 h 803"/>
                <a:gd name="T62" fmla="*/ 2 w 449"/>
                <a:gd name="T63" fmla="*/ 5 h 803"/>
                <a:gd name="T64" fmla="*/ 2 w 449"/>
                <a:gd name="T65" fmla="*/ 6 h 803"/>
                <a:gd name="T66" fmla="*/ 3 w 449"/>
                <a:gd name="T67" fmla="*/ 6 h 803"/>
                <a:gd name="T68" fmla="*/ 3 w 449"/>
                <a:gd name="T69" fmla="*/ 6 h 803"/>
                <a:gd name="T70" fmla="*/ 3 w 449"/>
                <a:gd name="T71" fmla="*/ 6 h 803"/>
                <a:gd name="T72" fmla="*/ 3 w 449"/>
                <a:gd name="T73" fmla="*/ 6 h 803"/>
                <a:gd name="T74" fmla="*/ 3 w 449"/>
                <a:gd name="T75" fmla="*/ 6 h 803"/>
                <a:gd name="T76" fmla="*/ 3 w 449"/>
                <a:gd name="T77" fmla="*/ 6 h 803"/>
                <a:gd name="T78" fmla="*/ 3 w 449"/>
                <a:gd name="T79" fmla="*/ 6 h 803"/>
                <a:gd name="T80" fmla="*/ 4 w 449"/>
                <a:gd name="T81" fmla="*/ 6 h 803"/>
                <a:gd name="T82" fmla="*/ 4 w 449"/>
                <a:gd name="T83" fmla="*/ 6 h 803"/>
                <a:gd name="T84" fmla="*/ 4 w 449"/>
                <a:gd name="T85" fmla="*/ 6 h 803"/>
                <a:gd name="T86" fmla="*/ 4 w 449"/>
                <a:gd name="T87" fmla="*/ 6 h 803"/>
                <a:gd name="T88" fmla="*/ 3 w 449"/>
                <a:gd name="T89" fmla="*/ 6 h 803"/>
                <a:gd name="T90" fmla="*/ 3 w 449"/>
                <a:gd name="T91" fmla="*/ 6 h 80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449"/>
                <a:gd name="T139" fmla="*/ 0 h 803"/>
                <a:gd name="T140" fmla="*/ 449 w 449"/>
                <a:gd name="T141" fmla="*/ 803 h 80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449" h="803">
                  <a:moveTo>
                    <a:pt x="426" y="717"/>
                  </a:moveTo>
                  <a:lnTo>
                    <a:pt x="427" y="717"/>
                  </a:lnTo>
                  <a:lnTo>
                    <a:pt x="395" y="693"/>
                  </a:lnTo>
                  <a:lnTo>
                    <a:pt x="361" y="662"/>
                  </a:lnTo>
                  <a:lnTo>
                    <a:pt x="329" y="628"/>
                  </a:lnTo>
                  <a:lnTo>
                    <a:pt x="299" y="591"/>
                  </a:lnTo>
                  <a:lnTo>
                    <a:pt x="269" y="551"/>
                  </a:lnTo>
                  <a:lnTo>
                    <a:pt x="241" y="507"/>
                  </a:lnTo>
                  <a:lnTo>
                    <a:pt x="215" y="460"/>
                  </a:lnTo>
                  <a:lnTo>
                    <a:pt x="191" y="412"/>
                  </a:lnTo>
                  <a:lnTo>
                    <a:pt x="170" y="363"/>
                  </a:lnTo>
                  <a:lnTo>
                    <a:pt x="151" y="312"/>
                  </a:lnTo>
                  <a:lnTo>
                    <a:pt x="133" y="259"/>
                  </a:lnTo>
                  <a:lnTo>
                    <a:pt x="119" y="207"/>
                  </a:lnTo>
                  <a:lnTo>
                    <a:pt x="108" y="156"/>
                  </a:lnTo>
                  <a:lnTo>
                    <a:pt x="101" y="103"/>
                  </a:lnTo>
                  <a:lnTo>
                    <a:pt x="96" y="51"/>
                  </a:lnTo>
                  <a:lnTo>
                    <a:pt x="94" y="0"/>
                  </a:lnTo>
                  <a:lnTo>
                    <a:pt x="0" y="0"/>
                  </a:lnTo>
                  <a:lnTo>
                    <a:pt x="2" y="56"/>
                  </a:lnTo>
                  <a:lnTo>
                    <a:pt x="7" y="115"/>
                  </a:lnTo>
                  <a:lnTo>
                    <a:pt x="16" y="172"/>
                  </a:lnTo>
                  <a:lnTo>
                    <a:pt x="28" y="231"/>
                  </a:lnTo>
                  <a:lnTo>
                    <a:pt x="44" y="287"/>
                  </a:lnTo>
                  <a:lnTo>
                    <a:pt x="62" y="342"/>
                  </a:lnTo>
                  <a:lnTo>
                    <a:pt x="83" y="398"/>
                  </a:lnTo>
                  <a:lnTo>
                    <a:pt x="106" y="452"/>
                  </a:lnTo>
                  <a:lnTo>
                    <a:pt x="133" y="505"/>
                  </a:lnTo>
                  <a:lnTo>
                    <a:pt x="161" y="554"/>
                  </a:lnTo>
                  <a:lnTo>
                    <a:pt x="192" y="602"/>
                  </a:lnTo>
                  <a:lnTo>
                    <a:pt x="224" y="647"/>
                  </a:lnTo>
                  <a:lnTo>
                    <a:pt x="259" y="689"/>
                  </a:lnTo>
                  <a:lnTo>
                    <a:pt x="295" y="728"/>
                  </a:lnTo>
                  <a:lnTo>
                    <a:pt x="334" y="763"/>
                  </a:lnTo>
                  <a:lnTo>
                    <a:pt x="374" y="795"/>
                  </a:lnTo>
                  <a:lnTo>
                    <a:pt x="375" y="795"/>
                  </a:lnTo>
                  <a:lnTo>
                    <a:pt x="374" y="795"/>
                  </a:lnTo>
                  <a:lnTo>
                    <a:pt x="392" y="803"/>
                  </a:lnTo>
                  <a:lnTo>
                    <a:pt x="411" y="803"/>
                  </a:lnTo>
                  <a:lnTo>
                    <a:pt x="426" y="795"/>
                  </a:lnTo>
                  <a:lnTo>
                    <a:pt x="439" y="782"/>
                  </a:lnTo>
                  <a:lnTo>
                    <a:pt x="446" y="766"/>
                  </a:lnTo>
                  <a:lnTo>
                    <a:pt x="449" y="749"/>
                  </a:lnTo>
                  <a:lnTo>
                    <a:pt x="441" y="732"/>
                  </a:lnTo>
                  <a:lnTo>
                    <a:pt x="427" y="717"/>
                  </a:lnTo>
                  <a:lnTo>
                    <a:pt x="426" y="71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2367" name="Freeform 45"/>
            <p:cNvSpPr>
              <a:spLocks/>
            </p:cNvSpPr>
            <p:nvPr/>
          </p:nvSpPr>
          <p:spPr bwMode="auto">
            <a:xfrm>
              <a:off x="883" y="1673"/>
              <a:ext cx="379" cy="690"/>
            </a:xfrm>
            <a:custGeom>
              <a:avLst/>
              <a:gdLst>
                <a:gd name="T0" fmla="*/ 12 w 1897"/>
                <a:gd name="T1" fmla="*/ 6 h 3450"/>
                <a:gd name="T2" fmla="*/ 13 w 1897"/>
                <a:gd name="T3" fmla="*/ 7 h 3450"/>
                <a:gd name="T4" fmla="*/ 13 w 1897"/>
                <a:gd name="T5" fmla="*/ 7 h 3450"/>
                <a:gd name="T6" fmla="*/ 14 w 1897"/>
                <a:gd name="T7" fmla="*/ 8 h 3450"/>
                <a:gd name="T8" fmla="*/ 14 w 1897"/>
                <a:gd name="T9" fmla="*/ 9 h 3450"/>
                <a:gd name="T10" fmla="*/ 15 w 1897"/>
                <a:gd name="T11" fmla="*/ 10 h 3450"/>
                <a:gd name="T12" fmla="*/ 15 w 1897"/>
                <a:gd name="T13" fmla="*/ 11 h 3450"/>
                <a:gd name="T14" fmla="*/ 15 w 1897"/>
                <a:gd name="T15" fmla="*/ 11 h 3450"/>
                <a:gd name="T16" fmla="*/ 15 w 1897"/>
                <a:gd name="T17" fmla="*/ 12 h 3450"/>
                <a:gd name="T18" fmla="*/ 15 w 1897"/>
                <a:gd name="T19" fmla="*/ 26 h 3450"/>
                <a:gd name="T20" fmla="*/ 15 w 1897"/>
                <a:gd name="T21" fmla="*/ 26 h 3450"/>
                <a:gd name="T22" fmla="*/ 15 w 1897"/>
                <a:gd name="T23" fmla="*/ 27 h 3450"/>
                <a:gd name="T24" fmla="*/ 15 w 1897"/>
                <a:gd name="T25" fmla="*/ 27 h 3450"/>
                <a:gd name="T26" fmla="*/ 14 w 1897"/>
                <a:gd name="T27" fmla="*/ 27 h 3450"/>
                <a:gd name="T28" fmla="*/ 14 w 1897"/>
                <a:gd name="T29" fmla="*/ 28 h 3450"/>
                <a:gd name="T30" fmla="*/ 13 w 1897"/>
                <a:gd name="T31" fmla="*/ 28 h 3450"/>
                <a:gd name="T32" fmla="*/ 13 w 1897"/>
                <a:gd name="T33" fmla="*/ 27 h 3450"/>
                <a:gd name="T34" fmla="*/ 3 w 1897"/>
                <a:gd name="T35" fmla="*/ 21 h 3450"/>
                <a:gd name="T36" fmla="*/ 2 w 1897"/>
                <a:gd name="T37" fmla="*/ 21 h 3450"/>
                <a:gd name="T38" fmla="*/ 2 w 1897"/>
                <a:gd name="T39" fmla="*/ 20 h 3450"/>
                <a:gd name="T40" fmla="*/ 1 w 1897"/>
                <a:gd name="T41" fmla="*/ 19 h 3450"/>
                <a:gd name="T42" fmla="*/ 1 w 1897"/>
                <a:gd name="T43" fmla="*/ 19 h 3450"/>
                <a:gd name="T44" fmla="*/ 0 w 1897"/>
                <a:gd name="T45" fmla="*/ 18 h 3450"/>
                <a:gd name="T46" fmla="*/ 0 w 1897"/>
                <a:gd name="T47" fmla="*/ 17 h 3450"/>
                <a:gd name="T48" fmla="*/ 0 w 1897"/>
                <a:gd name="T49" fmla="*/ 16 h 3450"/>
                <a:gd name="T50" fmla="*/ 0 w 1897"/>
                <a:gd name="T51" fmla="*/ 15 h 3450"/>
                <a:gd name="T52" fmla="*/ 0 w 1897"/>
                <a:gd name="T53" fmla="*/ 2 h 3450"/>
                <a:gd name="T54" fmla="*/ 0 w 1897"/>
                <a:gd name="T55" fmla="*/ 1 h 3450"/>
                <a:gd name="T56" fmla="*/ 0 w 1897"/>
                <a:gd name="T57" fmla="*/ 1 h 3450"/>
                <a:gd name="T58" fmla="*/ 1 w 1897"/>
                <a:gd name="T59" fmla="*/ 0 h 3450"/>
                <a:gd name="T60" fmla="*/ 1 w 1897"/>
                <a:gd name="T61" fmla="*/ 0 h 3450"/>
                <a:gd name="T62" fmla="*/ 1 w 1897"/>
                <a:gd name="T63" fmla="*/ 0 h 3450"/>
                <a:gd name="T64" fmla="*/ 2 w 1897"/>
                <a:gd name="T65" fmla="*/ 0 h 3450"/>
                <a:gd name="T66" fmla="*/ 3 w 1897"/>
                <a:gd name="T67" fmla="*/ 0 h 3450"/>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897"/>
                <a:gd name="T103" fmla="*/ 0 h 3450"/>
                <a:gd name="T104" fmla="*/ 1897 w 1897"/>
                <a:gd name="T105" fmla="*/ 3450 h 3450"/>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897" h="3450">
                  <a:moveTo>
                    <a:pt x="357" y="49"/>
                  </a:moveTo>
                  <a:lnTo>
                    <a:pt x="1542" y="806"/>
                  </a:lnTo>
                  <a:lnTo>
                    <a:pt x="1579" y="832"/>
                  </a:lnTo>
                  <a:lnTo>
                    <a:pt x="1614" y="861"/>
                  </a:lnTo>
                  <a:lnTo>
                    <a:pt x="1648" y="895"/>
                  </a:lnTo>
                  <a:lnTo>
                    <a:pt x="1681" y="933"/>
                  </a:lnTo>
                  <a:lnTo>
                    <a:pt x="1711" y="973"/>
                  </a:lnTo>
                  <a:lnTo>
                    <a:pt x="1740" y="1016"/>
                  </a:lnTo>
                  <a:lnTo>
                    <a:pt x="1768" y="1062"/>
                  </a:lnTo>
                  <a:lnTo>
                    <a:pt x="1793" y="1109"/>
                  </a:lnTo>
                  <a:lnTo>
                    <a:pt x="1816" y="1158"/>
                  </a:lnTo>
                  <a:lnTo>
                    <a:pt x="1836" y="1208"/>
                  </a:lnTo>
                  <a:lnTo>
                    <a:pt x="1854" y="1260"/>
                  </a:lnTo>
                  <a:lnTo>
                    <a:pt x="1869" y="1313"/>
                  </a:lnTo>
                  <a:lnTo>
                    <a:pt x="1881" y="1364"/>
                  </a:lnTo>
                  <a:lnTo>
                    <a:pt x="1890" y="1417"/>
                  </a:lnTo>
                  <a:lnTo>
                    <a:pt x="1895" y="1469"/>
                  </a:lnTo>
                  <a:lnTo>
                    <a:pt x="1897" y="1519"/>
                  </a:lnTo>
                  <a:lnTo>
                    <a:pt x="1897" y="3142"/>
                  </a:lnTo>
                  <a:lnTo>
                    <a:pt x="1895" y="3190"/>
                  </a:lnTo>
                  <a:lnTo>
                    <a:pt x="1890" y="3235"/>
                  </a:lnTo>
                  <a:lnTo>
                    <a:pt x="1881" y="3276"/>
                  </a:lnTo>
                  <a:lnTo>
                    <a:pt x="1869" y="3313"/>
                  </a:lnTo>
                  <a:lnTo>
                    <a:pt x="1854" y="3346"/>
                  </a:lnTo>
                  <a:lnTo>
                    <a:pt x="1836" y="3375"/>
                  </a:lnTo>
                  <a:lnTo>
                    <a:pt x="1816" y="3398"/>
                  </a:lnTo>
                  <a:lnTo>
                    <a:pt x="1793" y="3418"/>
                  </a:lnTo>
                  <a:lnTo>
                    <a:pt x="1768" y="3434"/>
                  </a:lnTo>
                  <a:lnTo>
                    <a:pt x="1740" y="3444"/>
                  </a:lnTo>
                  <a:lnTo>
                    <a:pt x="1711" y="3450"/>
                  </a:lnTo>
                  <a:lnTo>
                    <a:pt x="1681" y="3450"/>
                  </a:lnTo>
                  <a:lnTo>
                    <a:pt x="1648" y="3445"/>
                  </a:lnTo>
                  <a:lnTo>
                    <a:pt x="1614" y="3436"/>
                  </a:lnTo>
                  <a:lnTo>
                    <a:pt x="1579" y="3421"/>
                  </a:lnTo>
                  <a:lnTo>
                    <a:pt x="1542" y="3400"/>
                  </a:lnTo>
                  <a:lnTo>
                    <a:pt x="357" y="2643"/>
                  </a:lnTo>
                  <a:lnTo>
                    <a:pt x="320" y="2618"/>
                  </a:lnTo>
                  <a:lnTo>
                    <a:pt x="285" y="2588"/>
                  </a:lnTo>
                  <a:lnTo>
                    <a:pt x="251" y="2554"/>
                  </a:lnTo>
                  <a:lnTo>
                    <a:pt x="218" y="2517"/>
                  </a:lnTo>
                  <a:lnTo>
                    <a:pt x="187" y="2477"/>
                  </a:lnTo>
                  <a:lnTo>
                    <a:pt x="157" y="2433"/>
                  </a:lnTo>
                  <a:lnTo>
                    <a:pt x="130" y="2388"/>
                  </a:lnTo>
                  <a:lnTo>
                    <a:pt x="105" y="2341"/>
                  </a:lnTo>
                  <a:lnTo>
                    <a:pt x="81" y="2292"/>
                  </a:lnTo>
                  <a:lnTo>
                    <a:pt x="61" y="2241"/>
                  </a:lnTo>
                  <a:lnTo>
                    <a:pt x="44" y="2190"/>
                  </a:lnTo>
                  <a:lnTo>
                    <a:pt x="29" y="2138"/>
                  </a:lnTo>
                  <a:lnTo>
                    <a:pt x="17" y="2085"/>
                  </a:lnTo>
                  <a:lnTo>
                    <a:pt x="7" y="2033"/>
                  </a:lnTo>
                  <a:lnTo>
                    <a:pt x="3" y="1981"/>
                  </a:lnTo>
                  <a:lnTo>
                    <a:pt x="0" y="1931"/>
                  </a:lnTo>
                  <a:lnTo>
                    <a:pt x="0" y="308"/>
                  </a:lnTo>
                  <a:lnTo>
                    <a:pt x="3" y="260"/>
                  </a:lnTo>
                  <a:lnTo>
                    <a:pt x="7" y="215"/>
                  </a:lnTo>
                  <a:lnTo>
                    <a:pt x="17" y="174"/>
                  </a:lnTo>
                  <a:lnTo>
                    <a:pt x="29" y="137"/>
                  </a:lnTo>
                  <a:lnTo>
                    <a:pt x="44" y="104"/>
                  </a:lnTo>
                  <a:lnTo>
                    <a:pt x="61" y="76"/>
                  </a:lnTo>
                  <a:lnTo>
                    <a:pt x="81" y="51"/>
                  </a:lnTo>
                  <a:lnTo>
                    <a:pt x="105" y="31"/>
                  </a:lnTo>
                  <a:lnTo>
                    <a:pt x="130" y="16"/>
                  </a:lnTo>
                  <a:lnTo>
                    <a:pt x="157" y="5"/>
                  </a:lnTo>
                  <a:lnTo>
                    <a:pt x="187" y="0"/>
                  </a:lnTo>
                  <a:lnTo>
                    <a:pt x="218" y="0"/>
                  </a:lnTo>
                  <a:lnTo>
                    <a:pt x="251" y="3"/>
                  </a:lnTo>
                  <a:lnTo>
                    <a:pt x="285" y="14"/>
                  </a:lnTo>
                  <a:lnTo>
                    <a:pt x="320" y="29"/>
                  </a:lnTo>
                  <a:lnTo>
                    <a:pt x="357" y="49"/>
                  </a:lnTo>
                  <a:close/>
                </a:path>
              </a:pathLst>
            </a:custGeom>
            <a:solidFill>
              <a:srgbClr val="BFBFB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2368" name="Freeform 46"/>
            <p:cNvSpPr>
              <a:spLocks/>
            </p:cNvSpPr>
            <p:nvPr/>
          </p:nvSpPr>
          <p:spPr bwMode="auto">
            <a:xfrm>
              <a:off x="1268" y="1663"/>
              <a:ext cx="393" cy="711"/>
            </a:xfrm>
            <a:custGeom>
              <a:avLst/>
              <a:gdLst>
                <a:gd name="T0" fmla="*/ 3 w 1962"/>
                <a:gd name="T1" fmla="*/ 7 h 3555"/>
                <a:gd name="T2" fmla="*/ 2 w 1962"/>
                <a:gd name="T3" fmla="*/ 7 h 3555"/>
                <a:gd name="T4" fmla="*/ 2 w 1962"/>
                <a:gd name="T5" fmla="*/ 8 h 3555"/>
                <a:gd name="T6" fmla="*/ 1 w 1962"/>
                <a:gd name="T7" fmla="*/ 8 h 3555"/>
                <a:gd name="T8" fmla="*/ 1 w 1962"/>
                <a:gd name="T9" fmla="*/ 9 h 3555"/>
                <a:gd name="T10" fmla="*/ 1 w 1962"/>
                <a:gd name="T11" fmla="*/ 10 h 3555"/>
                <a:gd name="T12" fmla="*/ 0 w 1962"/>
                <a:gd name="T13" fmla="*/ 11 h 3555"/>
                <a:gd name="T14" fmla="*/ 0 w 1962"/>
                <a:gd name="T15" fmla="*/ 12 h 3555"/>
                <a:gd name="T16" fmla="*/ 0 w 1962"/>
                <a:gd name="T17" fmla="*/ 13 h 3555"/>
                <a:gd name="T18" fmla="*/ 0 w 1962"/>
                <a:gd name="T19" fmla="*/ 26 h 3555"/>
                <a:gd name="T20" fmla="*/ 0 w 1962"/>
                <a:gd name="T21" fmla="*/ 27 h 3555"/>
                <a:gd name="T22" fmla="*/ 0 w 1962"/>
                <a:gd name="T23" fmla="*/ 28 h 3555"/>
                <a:gd name="T24" fmla="*/ 1 w 1962"/>
                <a:gd name="T25" fmla="*/ 28 h 3555"/>
                <a:gd name="T26" fmla="*/ 1 w 1962"/>
                <a:gd name="T27" fmla="*/ 28 h 3555"/>
                <a:gd name="T28" fmla="*/ 2 w 1962"/>
                <a:gd name="T29" fmla="*/ 28 h 3555"/>
                <a:gd name="T30" fmla="*/ 2 w 1962"/>
                <a:gd name="T31" fmla="*/ 28 h 3555"/>
                <a:gd name="T32" fmla="*/ 3 w 1962"/>
                <a:gd name="T33" fmla="*/ 28 h 3555"/>
                <a:gd name="T34" fmla="*/ 13 w 1962"/>
                <a:gd name="T35" fmla="*/ 22 h 3555"/>
                <a:gd name="T36" fmla="*/ 13 w 1962"/>
                <a:gd name="T37" fmla="*/ 21 h 3555"/>
                <a:gd name="T38" fmla="*/ 14 w 1962"/>
                <a:gd name="T39" fmla="*/ 21 h 3555"/>
                <a:gd name="T40" fmla="*/ 14 w 1962"/>
                <a:gd name="T41" fmla="*/ 20 h 3555"/>
                <a:gd name="T42" fmla="*/ 15 w 1962"/>
                <a:gd name="T43" fmla="*/ 19 h 3555"/>
                <a:gd name="T44" fmla="*/ 15 w 1962"/>
                <a:gd name="T45" fmla="*/ 18 h 3555"/>
                <a:gd name="T46" fmla="*/ 16 w 1962"/>
                <a:gd name="T47" fmla="*/ 18 h 3555"/>
                <a:gd name="T48" fmla="*/ 16 w 1962"/>
                <a:gd name="T49" fmla="*/ 17 h 3555"/>
                <a:gd name="T50" fmla="*/ 16 w 1962"/>
                <a:gd name="T51" fmla="*/ 16 h 3555"/>
                <a:gd name="T52" fmla="*/ 16 w 1962"/>
                <a:gd name="T53" fmla="*/ 2 h 3555"/>
                <a:gd name="T54" fmla="*/ 16 w 1962"/>
                <a:gd name="T55" fmla="*/ 1 h 3555"/>
                <a:gd name="T56" fmla="*/ 15 w 1962"/>
                <a:gd name="T57" fmla="*/ 1 h 3555"/>
                <a:gd name="T58" fmla="*/ 15 w 1962"/>
                <a:gd name="T59" fmla="*/ 0 h 3555"/>
                <a:gd name="T60" fmla="*/ 15 w 1962"/>
                <a:gd name="T61" fmla="*/ 0 h 3555"/>
                <a:gd name="T62" fmla="*/ 14 w 1962"/>
                <a:gd name="T63" fmla="*/ 0 h 3555"/>
                <a:gd name="T64" fmla="*/ 14 w 1962"/>
                <a:gd name="T65" fmla="*/ 0 h 3555"/>
                <a:gd name="T66" fmla="*/ 13 w 1962"/>
                <a:gd name="T67" fmla="*/ 0 h 3555"/>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962"/>
                <a:gd name="T103" fmla="*/ 0 h 3555"/>
                <a:gd name="T104" fmla="*/ 1962 w 1962"/>
                <a:gd name="T105" fmla="*/ 3555 h 3555"/>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962" h="3555">
                  <a:moveTo>
                    <a:pt x="1594" y="50"/>
                  </a:moveTo>
                  <a:lnTo>
                    <a:pt x="368" y="831"/>
                  </a:lnTo>
                  <a:lnTo>
                    <a:pt x="330" y="858"/>
                  </a:lnTo>
                  <a:lnTo>
                    <a:pt x="294" y="888"/>
                  </a:lnTo>
                  <a:lnTo>
                    <a:pt x="259" y="922"/>
                  </a:lnTo>
                  <a:lnTo>
                    <a:pt x="225" y="961"/>
                  </a:lnTo>
                  <a:lnTo>
                    <a:pt x="193" y="1003"/>
                  </a:lnTo>
                  <a:lnTo>
                    <a:pt x="163" y="1047"/>
                  </a:lnTo>
                  <a:lnTo>
                    <a:pt x="133" y="1094"/>
                  </a:lnTo>
                  <a:lnTo>
                    <a:pt x="108" y="1143"/>
                  </a:lnTo>
                  <a:lnTo>
                    <a:pt x="84" y="1193"/>
                  </a:lnTo>
                  <a:lnTo>
                    <a:pt x="63" y="1246"/>
                  </a:lnTo>
                  <a:lnTo>
                    <a:pt x="44" y="1299"/>
                  </a:lnTo>
                  <a:lnTo>
                    <a:pt x="29" y="1353"/>
                  </a:lnTo>
                  <a:lnTo>
                    <a:pt x="16" y="1405"/>
                  </a:lnTo>
                  <a:lnTo>
                    <a:pt x="7" y="1459"/>
                  </a:lnTo>
                  <a:lnTo>
                    <a:pt x="2" y="1512"/>
                  </a:lnTo>
                  <a:lnTo>
                    <a:pt x="0" y="1565"/>
                  </a:lnTo>
                  <a:lnTo>
                    <a:pt x="0" y="3237"/>
                  </a:lnTo>
                  <a:lnTo>
                    <a:pt x="2" y="3287"/>
                  </a:lnTo>
                  <a:lnTo>
                    <a:pt x="7" y="3333"/>
                  </a:lnTo>
                  <a:lnTo>
                    <a:pt x="16" y="3375"/>
                  </a:lnTo>
                  <a:lnTo>
                    <a:pt x="29" y="3413"/>
                  </a:lnTo>
                  <a:lnTo>
                    <a:pt x="44" y="3447"/>
                  </a:lnTo>
                  <a:lnTo>
                    <a:pt x="63" y="3477"/>
                  </a:lnTo>
                  <a:lnTo>
                    <a:pt x="84" y="3502"/>
                  </a:lnTo>
                  <a:lnTo>
                    <a:pt x="108" y="3522"/>
                  </a:lnTo>
                  <a:lnTo>
                    <a:pt x="133" y="3538"/>
                  </a:lnTo>
                  <a:lnTo>
                    <a:pt x="163" y="3549"/>
                  </a:lnTo>
                  <a:lnTo>
                    <a:pt x="193" y="3555"/>
                  </a:lnTo>
                  <a:lnTo>
                    <a:pt x="225" y="3555"/>
                  </a:lnTo>
                  <a:lnTo>
                    <a:pt x="259" y="3550"/>
                  </a:lnTo>
                  <a:lnTo>
                    <a:pt x="294" y="3541"/>
                  </a:lnTo>
                  <a:lnTo>
                    <a:pt x="330" y="3524"/>
                  </a:lnTo>
                  <a:lnTo>
                    <a:pt x="368" y="3503"/>
                  </a:lnTo>
                  <a:lnTo>
                    <a:pt x="1594" y="2722"/>
                  </a:lnTo>
                  <a:lnTo>
                    <a:pt x="1632" y="2696"/>
                  </a:lnTo>
                  <a:lnTo>
                    <a:pt x="1668" y="2665"/>
                  </a:lnTo>
                  <a:lnTo>
                    <a:pt x="1703" y="2631"/>
                  </a:lnTo>
                  <a:lnTo>
                    <a:pt x="1737" y="2592"/>
                  </a:lnTo>
                  <a:lnTo>
                    <a:pt x="1769" y="2551"/>
                  </a:lnTo>
                  <a:lnTo>
                    <a:pt x="1799" y="2506"/>
                  </a:lnTo>
                  <a:lnTo>
                    <a:pt x="1829" y="2460"/>
                  </a:lnTo>
                  <a:lnTo>
                    <a:pt x="1854" y="2411"/>
                  </a:lnTo>
                  <a:lnTo>
                    <a:pt x="1878" y="2361"/>
                  </a:lnTo>
                  <a:lnTo>
                    <a:pt x="1899" y="2308"/>
                  </a:lnTo>
                  <a:lnTo>
                    <a:pt x="1918" y="2256"/>
                  </a:lnTo>
                  <a:lnTo>
                    <a:pt x="1933" y="2202"/>
                  </a:lnTo>
                  <a:lnTo>
                    <a:pt x="1946" y="2149"/>
                  </a:lnTo>
                  <a:lnTo>
                    <a:pt x="1955" y="2095"/>
                  </a:lnTo>
                  <a:lnTo>
                    <a:pt x="1960" y="2042"/>
                  </a:lnTo>
                  <a:lnTo>
                    <a:pt x="1962" y="1989"/>
                  </a:lnTo>
                  <a:lnTo>
                    <a:pt x="1962" y="319"/>
                  </a:lnTo>
                  <a:lnTo>
                    <a:pt x="1960" y="269"/>
                  </a:lnTo>
                  <a:lnTo>
                    <a:pt x="1955" y="223"/>
                  </a:lnTo>
                  <a:lnTo>
                    <a:pt x="1946" y="180"/>
                  </a:lnTo>
                  <a:lnTo>
                    <a:pt x="1933" y="143"/>
                  </a:lnTo>
                  <a:lnTo>
                    <a:pt x="1918" y="109"/>
                  </a:lnTo>
                  <a:lnTo>
                    <a:pt x="1899" y="79"/>
                  </a:lnTo>
                  <a:lnTo>
                    <a:pt x="1878" y="54"/>
                  </a:lnTo>
                  <a:lnTo>
                    <a:pt x="1854" y="33"/>
                  </a:lnTo>
                  <a:lnTo>
                    <a:pt x="1829" y="17"/>
                  </a:lnTo>
                  <a:lnTo>
                    <a:pt x="1799" y="7"/>
                  </a:lnTo>
                  <a:lnTo>
                    <a:pt x="1769" y="0"/>
                  </a:lnTo>
                  <a:lnTo>
                    <a:pt x="1737" y="0"/>
                  </a:lnTo>
                  <a:lnTo>
                    <a:pt x="1703" y="4"/>
                  </a:lnTo>
                  <a:lnTo>
                    <a:pt x="1668" y="14"/>
                  </a:lnTo>
                  <a:lnTo>
                    <a:pt x="1632" y="29"/>
                  </a:lnTo>
                  <a:lnTo>
                    <a:pt x="1594" y="50"/>
                  </a:lnTo>
                  <a:close/>
                </a:path>
              </a:pathLst>
            </a:custGeom>
            <a:solidFill>
              <a:srgbClr val="E5E5E5"/>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2369" name="Freeform 47"/>
            <p:cNvSpPr>
              <a:spLocks noEditPoints="1"/>
            </p:cNvSpPr>
            <p:nvPr/>
          </p:nvSpPr>
          <p:spPr bwMode="auto">
            <a:xfrm>
              <a:off x="916" y="1589"/>
              <a:ext cx="697" cy="698"/>
            </a:xfrm>
            <a:custGeom>
              <a:avLst/>
              <a:gdLst>
                <a:gd name="T0" fmla="*/ 16 w 3485"/>
                <a:gd name="T1" fmla="*/ 0 h 3490"/>
                <a:gd name="T2" fmla="*/ 17 w 3485"/>
                <a:gd name="T3" fmla="*/ 2 h 3490"/>
                <a:gd name="T4" fmla="*/ 17 w 3485"/>
                <a:gd name="T5" fmla="*/ 3 h 3490"/>
                <a:gd name="T6" fmla="*/ 14 w 3485"/>
                <a:gd name="T7" fmla="*/ 4 h 3490"/>
                <a:gd name="T8" fmla="*/ 12 w 3485"/>
                <a:gd name="T9" fmla="*/ 4 h 3490"/>
                <a:gd name="T10" fmla="*/ 11 w 3485"/>
                <a:gd name="T11" fmla="*/ 2 h 3490"/>
                <a:gd name="T12" fmla="*/ 11 w 3485"/>
                <a:gd name="T13" fmla="*/ 1 h 3490"/>
                <a:gd name="T14" fmla="*/ 14 w 3485"/>
                <a:gd name="T15" fmla="*/ 0 h 3490"/>
                <a:gd name="T16" fmla="*/ 3 w 3485"/>
                <a:gd name="T17" fmla="*/ 7 h 3490"/>
                <a:gd name="T18" fmla="*/ 4 w 3485"/>
                <a:gd name="T19" fmla="*/ 9 h 3490"/>
                <a:gd name="T20" fmla="*/ 3 w 3485"/>
                <a:gd name="T21" fmla="*/ 12 h 3490"/>
                <a:gd name="T22" fmla="*/ 2 w 3485"/>
                <a:gd name="T23" fmla="*/ 13 h 3490"/>
                <a:gd name="T24" fmla="*/ 1 w 3485"/>
                <a:gd name="T25" fmla="*/ 12 h 3490"/>
                <a:gd name="T26" fmla="*/ 0 w 3485"/>
                <a:gd name="T27" fmla="*/ 10 h 3490"/>
                <a:gd name="T28" fmla="*/ 0 w 3485"/>
                <a:gd name="T29" fmla="*/ 8 h 3490"/>
                <a:gd name="T30" fmla="*/ 2 w 3485"/>
                <a:gd name="T31" fmla="*/ 6 h 3490"/>
                <a:gd name="T32" fmla="*/ 10 w 3485"/>
                <a:gd name="T33" fmla="*/ 20 h 3490"/>
                <a:gd name="T34" fmla="*/ 11 w 3485"/>
                <a:gd name="T35" fmla="*/ 22 h 3490"/>
                <a:gd name="T36" fmla="*/ 11 w 3485"/>
                <a:gd name="T37" fmla="*/ 25 h 3490"/>
                <a:gd name="T38" fmla="*/ 10 w 3485"/>
                <a:gd name="T39" fmla="*/ 27 h 3490"/>
                <a:gd name="T40" fmla="*/ 8 w 3485"/>
                <a:gd name="T41" fmla="*/ 26 h 3490"/>
                <a:gd name="T42" fmla="*/ 7 w 3485"/>
                <a:gd name="T43" fmla="*/ 24 h 3490"/>
                <a:gd name="T44" fmla="*/ 7 w 3485"/>
                <a:gd name="T45" fmla="*/ 22 h 3490"/>
                <a:gd name="T46" fmla="*/ 8 w 3485"/>
                <a:gd name="T47" fmla="*/ 20 h 3490"/>
                <a:gd name="T48" fmla="*/ 20 w 3485"/>
                <a:gd name="T49" fmla="*/ 21 h 3490"/>
                <a:gd name="T50" fmla="*/ 21 w 3485"/>
                <a:gd name="T51" fmla="*/ 23 h 3490"/>
                <a:gd name="T52" fmla="*/ 21 w 3485"/>
                <a:gd name="T53" fmla="*/ 26 h 3490"/>
                <a:gd name="T54" fmla="*/ 20 w 3485"/>
                <a:gd name="T55" fmla="*/ 28 h 3490"/>
                <a:gd name="T56" fmla="*/ 18 w 3485"/>
                <a:gd name="T57" fmla="*/ 28 h 3490"/>
                <a:gd name="T58" fmla="*/ 17 w 3485"/>
                <a:gd name="T59" fmla="*/ 26 h 3490"/>
                <a:gd name="T60" fmla="*/ 17 w 3485"/>
                <a:gd name="T61" fmla="*/ 23 h 3490"/>
                <a:gd name="T62" fmla="*/ 18 w 3485"/>
                <a:gd name="T63" fmla="*/ 21 h 3490"/>
                <a:gd name="T64" fmla="*/ 19 w 3485"/>
                <a:gd name="T65" fmla="*/ 11 h 3490"/>
                <a:gd name="T66" fmla="*/ 20 w 3485"/>
                <a:gd name="T67" fmla="*/ 13 h 3490"/>
                <a:gd name="T68" fmla="*/ 21 w 3485"/>
                <a:gd name="T69" fmla="*/ 15 h 3490"/>
                <a:gd name="T70" fmla="*/ 20 w 3485"/>
                <a:gd name="T71" fmla="*/ 17 h 3490"/>
                <a:gd name="T72" fmla="*/ 18 w 3485"/>
                <a:gd name="T73" fmla="*/ 17 h 3490"/>
                <a:gd name="T74" fmla="*/ 17 w 3485"/>
                <a:gd name="T75" fmla="*/ 16 h 3490"/>
                <a:gd name="T76" fmla="*/ 17 w 3485"/>
                <a:gd name="T77" fmla="*/ 13 h 3490"/>
                <a:gd name="T78" fmla="*/ 18 w 3485"/>
                <a:gd name="T79" fmla="*/ 11 h 3490"/>
                <a:gd name="T80" fmla="*/ 26 w 3485"/>
                <a:gd name="T81" fmla="*/ 7 h 3490"/>
                <a:gd name="T82" fmla="*/ 27 w 3485"/>
                <a:gd name="T83" fmla="*/ 8 h 3490"/>
                <a:gd name="T84" fmla="*/ 27 w 3485"/>
                <a:gd name="T85" fmla="*/ 11 h 3490"/>
                <a:gd name="T86" fmla="*/ 26 w 3485"/>
                <a:gd name="T87" fmla="*/ 13 h 3490"/>
                <a:gd name="T88" fmla="*/ 25 w 3485"/>
                <a:gd name="T89" fmla="*/ 13 h 3490"/>
                <a:gd name="T90" fmla="*/ 24 w 3485"/>
                <a:gd name="T91" fmla="*/ 12 h 3490"/>
                <a:gd name="T92" fmla="*/ 24 w 3485"/>
                <a:gd name="T93" fmla="*/ 9 h 3490"/>
                <a:gd name="T94" fmla="*/ 24 w 3485"/>
                <a:gd name="T95" fmla="*/ 7 h 3490"/>
                <a:gd name="T96" fmla="*/ 26 w 3485"/>
                <a:gd name="T97" fmla="*/ 17 h 3490"/>
                <a:gd name="T98" fmla="*/ 27 w 3485"/>
                <a:gd name="T99" fmla="*/ 18 h 3490"/>
                <a:gd name="T100" fmla="*/ 28 w 3485"/>
                <a:gd name="T101" fmla="*/ 21 h 3490"/>
                <a:gd name="T102" fmla="*/ 27 w 3485"/>
                <a:gd name="T103" fmla="*/ 23 h 3490"/>
                <a:gd name="T104" fmla="*/ 26 w 3485"/>
                <a:gd name="T105" fmla="*/ 24 h 3490"/>
                <a:gd name="T106" fmla="*/ 24 w 3485"/>
                <a:gd name="T107" fmla="*/ 23 h 3490"/>
                <a:gd name="T108" fmla="*/ 24 w 3485"/>
                <a:gd name="T109" fmla="*/ 20 h 3490"/>
                <a:gd name="T110" fmla="*/ 25 w 3485"/>
                <a:gd name="T111" fmla="*/ 18 h 3490"/>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w 3485"/>
                <a:gd name="T169" fmla="*/ 0 h 3490"/>
                <a:gd name="T170" fmla="*/ 3485 w 3485"/>
                <a:gd name="T171" fmla="*/ 3490 h 3490"/>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T168" t="T169" r="T170" b="T171"/>
              <a:pathLst>
                <a:path w="3485" h="3490">
                  <a:moveTo>
                    <a:pt x="1754" y="0"/>
                  </a:moveTo>
                  <a:lnTo>
                    <a:pt x="1797" y="2"/>
                  </a:lnTo>
                  <a:lnTo>
                    <a:pt x="1840" y="5"/>
                  </a:lnTo>
                  <a:lnTo>
                    <a:pt x="1881" y="12"/>
                  </a:lnTo>
                  <a:lnTo>
                    <a:pt x="1921" y="20"/>
                  </a:lnTo>
                  <a:lnTo>
                    <a:pt x="1959" y="31"/>
                  </a:lnTo>
                  <a:lnTo>
                    <a:pt x="1994" y="44"/>
                  </a:lnTo>
                  <a:lnTo>
                    <a:pt x="2028" y="59"/>
                  </a:lnTo>
                  <a:lnTo>
                    <a:pt x="2058" y="74"/>
                  </a:lnTo>
                  <a:lnTo>
                    <a:pt x="2086" y="93"/>
                  </a:lnTo>
                  <a:lnTo>
                    <a:pt x="2111" y="113"/>
                  </a:lnTo>
                  <a:lnTo>
                    <a:pt x="2132" y="133"/>
                  </a:lnTo>
                  <a:lnTo>
                    <a:pt x="2151" y="155"/>
                  </a:lnTo>
                  <a:lnTo>
                    <a:pt x="2165" y="179"/>
                  </a:lnTo>
                  <a:lnTo>
                    <a:pt x="2175" y="203"/>
                  </a:lnTo>
                  <a:lnTo>
                    <a:pt x="2182" y="229"/>
                  </a:lnTo>
                  <a:lnTo>
                    <a:pt x="2185" y="255"/>
                  </a:lnTo>
                  <a:lnTo>
                    <a:pt x="2182" y="281"/>
                  </a:lnTo>
                  <a:lnTo>
                    <a:pt x="2175" y="305"/>
                  </a:lnTo>
                  <a:lnTo>
                    <a:pt x="2165" y="330"/>
                  </a:lnTo>
                  <a:lnTo>
                    <a:pt x="2151" y="353"/>
                  </a:lnTo>
                  <a:lnTo>
                    <a:pt x="2132" y="376"/>
                  </a:lnTo>
                  <a:lnTo>
                    <a:pt x="2111" y="397"/>
                  </a:lnTo>
                  <a:lnTo>
                    <a:pt x="2086" y="417"/>
                  </a:lnTo>
                  <a:lnTo>
                    <a:pt x="2058" y="434"/>
                  </a:lnTo>
                  <a:lnTo>
                    <a:pt x="2028" y="451"/>
                  </a:lnTo>
                  <a:lnTo>
                    <a:pt x="1994" y="466"/>
                  </a:lnTo>
                  <a:lnTo>
                    <a:pt x="1959" y="479"/>
                  </a:lnTo>
                  <a:lnTo>
                    <a:pt x="1921" y="489"/>
                  </a:lnTo>
                  <a:lnTo>
                    <a:pt x="1881" y="498"/>
                  </a:lnTo>
                  <a:lnTo>
                    <a:pt x="1840" y="505"/>
                  </a:lnTo>
                  <a:lnTo>
                    <a:pt x="1797" y="508"/>
                  </a:lnTo>
                  <a:lnTo>
                    <a:pt x="1754" y="509"/>
                  </a:lnTo>
                  <a:lnTo>
                    <a:pt x="1710" y="508"/>
                  </a:lnTo>
                  <a:lnTo>
                    <a:pt x="1667" y="505"/>
                  </a:lnTo>
                  <a:lnTo>
                    <a:pt x="1626" y="498"/>
                  </a:lnTo>
                  <a:lnTo>
                    <a:pt x="1586" y="489"/>
                  </a:lnTo>
                  <a:lnTo>
                    <a:pt x="1548" y="479"/>
                  </a:lnTo>
                  <a:lnTo>
                    <a:pt x="1512" y="466"/>
                  </a:lnTo>
                  <a:lnTo>
                    <a:pt x="1479" y="451"/>
                  </a:lnTo>
                  <a:lnTo>
                    <a:pt x="1449" y="434"/>
                  </a:lnTo>
                  <a:lnTo>
                    <a:pt x="1421" y="417"/>
                  </a:lnTo>
                  <a:lnTo>
                    <a:pt x="1395" y="397"/>
                  </a:lnTo>
                  <a:lnTo>
                    <a:pt x="1374" y="376"/>
                  </a:lnTo>
                  <a:lnTo>
                    <a:pt x="1355" y="353"/>
                  </a:lnTo>
                  <a:lnTo>
                    <a:pt x="1341" y="330"/>
                  </a:lnTo>
                  <a:lnTo>
                    <a:pt x="1331" y="305"/>
                  </a:lnTo>
                  <a:lnTo>
                    <a:pt x="1324" y="281"/>
                  </a:lnTo>
                  <a:lnTo>
                    <a:pt x="1321" y="255"/>
                  </a:lnTo>
                  <a:lnTo>
                    <a:pt x="1324" y="229"/>
                  </a:lnTo>
                  <a:lnTo>
                    <a:pt x="1331" y="203"/>
                  </a:lnTo>
                  <a:lnTo>
                    <a:pt x="1341" y="179"/>
                  </a:lnTo>
                  <a:lnTo>
                    <a:pt x="1355" y="155"/>
                  </a:lnTo>
                  <a:lnTo>
                    <a:pt x="1374" y="133"/>
                  </a:lnTo>
                  <a:lnTo>
                    <a:pt x="1395" y="113"/>
                  </a:lnTo>
                  <a:lnTo>
                    <a:pt x="1421" y="93"/>
                  </a:lnTo>
                  <a:lnTo>
                    <a:pt x="1449" y="74"/>
                  </a:lnTo>
                  <a:lnTo>
                    <a:pt x="1479" y="59"/>
                  </a:lnTo>
                  <a:lnTo>
                    <a:pt x="1512" y="44"/>
                  </a:lnTo>
                  <a:lnTo>
                    <a:pt x="1548" y="31"/>
                  </a:lnTo>
                  <a:lnTo>
                    <a:pt x="1586" y="20"/>
                  </a:lnTo>
                  <a:lnTo>
                    <a:pt x="1626" y="12"/>
                  </a:lnTo>
                  <a:lnTo>
                    <a:pt x="1667" y="5"/>
                  </a:lnTo>
                  <a:lnTo>
                    <a:pt x="1710" y="2"/>
                  </a:lnTo>
                  <a:lnTo>
                    <a:pt x="1754" y="0"/>
                  </a:lnTo>
                  <a:close/>
                  <a:moveTo>
                    <a:pt x="239" y="786"/>
                  </a:moveTo>
                  <a:lnTo>
                    <a:pt x="263" y="788"/>
                  </a:lnTo>
                  <a:lnTo>
                    <a:pt x="287" y="794"/>
                  </a:lnTo>
                  <a:lnTo>
                    <a:pt x="309" y="805"/>
                  </a:lnTo>
                  <a:lnTo>
                    <a:pt x="331" y="819"/>
                  </a:lnTo>
                  <a:lnTo>
                    <a:pt x="352" y="836"/>
                  </a:lnTo>
                  <a:lnTo>
                    <a:pt x="372" y="857"/>
                  </a:lnTo>
                  <a:lnTo>
                    <a:pt x="390" y="882"/>
                  </a:lnTo>
                  <a:lnTo>
                    <a:pt x="407" y="909"/>
                  </a:lnTo>
                  <a:lnTo>
                    <a:pt x="423" y="940"/>
                  </a:lnTo>
                  <a:lnTo>
                    <a:pt x="437" y="971"/>
                  </a:lnTo>
                  <a:lnTo>
                    <a:pt x="448" y="1006"/>
                  </a:lnTo>
                  <a:lnTo>
                    <a:pt x="459" y="1043"/>
                  </a:lnTo>
                  <a:lnTo>
                    <a:pt x="467" y="1081"/>
                  </a:lnTo>
                  <a:lnTo>
                    <a:pt x="473" y="1121"/>
                  </a:lnTo>
                  <a:lnTo>
                    <a:pt x="476" y="1163"/>
                  </a:lnTo>
                  <a:lnTo>
                    <a:pt x="478" y="1206"/>
                  </a:lnTo>
                  <a:lnTo>
                    <a:pt x="476" y="1248"/>
                  </a:lnTo>
                  <a:lnTo>
                    <a:pt x="473" y="1290"/>
                  </a:lnTo>
                  <a:lnTo>
                    <a:pt x="467" y="1330"/>
                  </a:lnTo>
                  <a:lnTo>
                    <a:pt x="459" y="1367"/>
                  </a:lnTo>
                  <a:lnTo>
                    <a:pt x="448" y="1405"/>
                  </a:lnTo>
                  <a:lnTo>
                    <a:pt x="437" y="1439"/>
                  </a:lnTo>
                  <a:lnTo>
                    <a:pt x="423" y="1472"/>
                  </a:lnTo>
                  <a:lnTo>
                    <a:pt x="407" y="1501"/>
                  </a:lnTo>
                  <a:lnTo>
                    <a:pt x="390" y="1528"/>
                  </a:lnTo>
                  <a:lnTo>
                    <a:pt x="372" y="1553"/>
                  </a:lnTo>
                  <a:lnTo>
                    <a:pt x="352" y="1574"/>
                  </a:lnTo>
                  <a:lnTo>
                    <a:pt x="331" y="1591"/>
                  </a:lnTo>
                  <a:lnTo>
                    <a:pt x="309" y="1605"/>
                  </a:lnTo>
                  <a:lnTo>
                    <a:pt x="287" y="1616"/>
                  </a:lnTo>
                  <a:lnTo>
                    <a:pt x="263" y="1622"/>
                  </a:lnTo>
                  <a:lnTo>
                    <a:pt x="239" y="1624"/>
                  </a:lnTo>
                  <a:lnTo>
                    <a:pt x="214" y="1622"/>
                  </a:lnTo>
                  <a:lnTo>
                    <a:pt x="191" y="1616"/>
                  </a:lnTo>
                  <a:lnTo>
                    <a:pt x="168" y="1605"/>
                  </a:lnTo>
                  <a:lnTo>
                    <a:pt x="146" y="1591"/>
                  </a:lnTo>
                  <a:lnTo>
                    <a:pt x="125" y="1574"/>
                  </a:lnTo>
                  <a:lnTo>
                    <a:pt x="105" y="1553"/>
                  </a:lnTo>
                  <a:lnTo>
                    <a:pt x="87" y="1528"/>
                  </a:lnTo>
                  <a:lnTo>
                    <a:pt x="70" y="1501"/>
                  </a:lnTo>
                  <a:lnTo>
                    <a:pt x="55" y="1472"/>
                  </a:lnTo>
                  <a:lnTo>
                    <a:pt x="41" y="1439"/>
                  </a:lnTo>
                  <a:lnTo>
                    <a:pt x="29" y="1405"/>
                  </a:lnTo>
                  <a:lnTo>
                    <a:pt x="18" y="1367"/>
                  </a:lnTo>
                  <a:lnTo>
                    <a:pt x="10" y="1330"/>
                  </a:lnTo>
                  <a:lnTo>
                    <a:pt x="4" y="1290"/>
                  </a:lnTo>
                  <a:lnTo>
                    <a:pt x="1" y="1248"/>
                  </a:lnTo>
                  <a:lnTo>
                    <a:pt x="0" y="1206"/>
                  </a:lnTo>
                  <a:lnTo>
                    <a:pt x="1" y="1163"/>
                  </a:lnTo>
                  <a:lnTo>
                    <a:pt x="4" y="1121"/>
                  </a:lnTo>
                  <a:lnTo>
                    <a:pt x="10" y="1081"/>
                  </a:lnTo>
                  <a:lnTo>
                    <a:pt x="18" y="1043"/>
                  </a:lnTo>
                  <a:lnTo>
                    <a:pt x="29" y="1006"/>
                  </a:lnTo>
                  <a:lnTo>
                    <a:pt x="41" y="971"/>
                  </a:lnTo>
                  <a:lnTo>
                    <a:pt x="55" y="940"/>
                  </a:lnTo>
                  <a:lnTo>
                    <a:pt x="70" y="909"/>
                  </a:lnTo>
                  <a:lnTo>
                    <a:pt x="87" y="882"/>
                  </a:lnTo>
                  <a:lnTo>
                    <a:pt x="105" y="857"/>
                  </a:lnTo>
                  <a:lnTo>
                    <a:pt x="125" y="836"/>
                  </a:lnTo>
                  <a:lnTo>
                    <a:pt x="146" y="819"/>
                  </a:lnTo>
                  <a:lnTo>
                    <a:pt x="168" y="805"/>
                  </a:lnTo>
                  <a:lnTo>
                    <a:pt x="191" y="794"/>
                  </a:lnTo>
                  <a:lnTo>
                    <a:pt x="214" y="788"/>
                  </a:lnTo>
                  <a:lnTo>
                    <a:pt x="239" y="786"/>
                  </a:lnTo>
                  <a:close/>
                  <a:moveTo>
                    <a:pt x="1119" y="2495"/>
                  </a:moveTo>
                  <a:lnTo>
                    <a:pt x="1143" y="2498"/>
                  </a:lnTo>
                  <a:lnTo>
                    <a:pt x="1167" y="2504"/>
                  </a:lnTo>
                  <a:lnTo>
                    <a:pt x="1190" y="2514"/>
                  </a:lnTo>
                  <a:lnTo>
                    <a:pt x="1211" y="2528"/>
                  </a:lnTo>
                  <a:lnTo>
                    <a:pt x="1232" y="2546"/>
                  </a:lnTo>
                  <a:lnTo>
                    <a:pt x="1252" y="2567"/>
                  </a:lnTo>
                  <a:lnTo>
                    <a:pt x="1271" y="2592"/>
                  </a:lnTo>
                  <a:lnTo>
                    <a:pt x="1288" y="2618"/>
                  </a:lnTo>
                  <a:lnTo>
                    <a:pt x="1304" y="2648"/>
                  </a:lnTo>
                  <a:lnTo>
                    <a:pt x="1318" y="2681"/>
                  </a:lnTo>
                  <a:lnTo>
                    <a:pt x="1329" y="2715"/>
                  </a:lnTo>
                  <a:lnTo>
                    <a:pt x="1340" y="2752"/>
                  </a:lnTo>
                  <a:lnTo>
                    <a:pt x="1348" y="2790"/>
                  </a:lnTo>
                  <a:lnTo>
                    <a:pt x="1354" y="2830"/>
                  </a:lnTo>
                  <a:lnTo>
                    <a:pt x="1358" y="2872"/>
                  </a:lnTo>
                  <a:lnTo>
                    <a:pt x="1359" y="2914"/>
                  </a:lnTo>
                  <a:lnTo>
                    <a:pt x="1358" y="2956"/>
                  </a:lnTo>
                  <a:lnTo>
                    <a:pt x="1354" y="2998"/>
                  </a:lnTo>
                  <a:lnTo>
                    <a:pt x="1348" y="3038"/>
                  </a:lnTo>
                  <a:lnTo>
                    <a:pt x="1340" y="3077"/>
                  </a:lnTo>
                  <a:lnTo>
                    <a:pt x="1329" y="3113"/>
                  </a:lnTo>
                  <a:lnTo>
                    <a:pt x="1318" y="3147"/>
                  </a:lnTo>
                  <a:lnTo>
                    <a:pt x="1304" y="3180"/>
                  </a:lnTo>
                  <a:lnTo>
                    <a:pt x="1288" y="3209"/>
                  </a:lnTo>
                  <a:lnTo>
                    <a:pt x="1271" y="3238"/>
                  </a:lnTo>
                  <a:lnTo>
                    <a:pt x="1252" y="3261"/>
                  </a:lnTo>
                  <a:lnTo>
                    <a:pt x="1232" y="3282"/>
                  </a:lnTo>
                  <a:lnTo>
                    <a:pt x="1211" y="3301"/>
                  </a:lnTo>
                  <a:lnTo>
                    <a:pt x="1190" y="3315"/>
                  </a:lnTo>
                  <a:lnTo>
                    <a:pt x="1167" y="3325"/>
                  </a:lnTo>
                  <a:lnTo>
                    <a:pt x="1143" y="3331"/>
                  </a:lnTo>
                  <a:lnTo>
                    <a:pt x="1119" y="3334"/>
                  </a:lnTo>
                  <a:lnTo>
                    <a:pt x="1094" y="3331"/>
                  </a:lnTo>
                  <a:lnTo>
                    <a:pt x="1070" y="3325"/>
                  </a:lnTo>
                  <a:lnTo>
                    <a:pt x="1048" y="3315"/>
                  </a:lnTo>
                  <a:lnTo>
                    <a:pt x="1026" y="3301"/>
                  </a:lnTo>
                  <a:lnTo>
                    <a:pt x="1005" y="3282"/>
                  </a:lnTo>
                  <a:lnTo>
                    <a:pt x="985" y="3261"/>
                  </a:lnTo>
                  <a:lnTo>
                    <a:pt x="967" y="3238"/>
                  </a:lnTo>
                  <a:lnTo>
                    <a:pt x="950" y="3209"/>
                  </a:lnTo>
                  <a:lnTo>
                    <a:pt x="935" y="3180"/>
                  </a:lnTo>
                  <a:lnTo>
                    <a:pt x="921" y="3147"/>
                  </a:lnTo>
                  <a:lnTo>
                    <a:pt x="909" y="3113"/>
                  </a:lnTo>
                  <a:lnTo>
                    <a:pt x="898" y="3077"/>
                  </a:lnTo>
                  <a:lnTo>
                    <a:pt x="890" y="3038"/>
                  </a:lnTo>
                  <a:lnTo>
                    <a:pt x="884" y="2998"/>
                  </a:lnTo>
                  <a:lnTo>
                    <a:pt x="881" y="2956"/>
                  </a:lnTo>
                  <a:lnTo>
                    <a:pt x="880" y="2914"/>
                  </a:lnTo>
                  <a:lnTo>
                    <a:pt x="881" y="2872"/>
                  </a:lnTo>
                  <a:lnTo>
                    <a:pt x="884" y="2830"/>
                  </a:lnTo>
                  <a:lnTo>
                    <a:pt x="890" y="2790"/>
                  </a:lnTo>
                  <a:lnTo>
                    <a:pt x="898" y="2752"/>
                  </a:lnTo>
                  <a:lnTo>
                    <a:pt x="909" y="2715"/>
                  </a:lnTo>
                  <a:lnTo>
                    <a:pt x="921" y="2681"/>
                  </a:lnTo>
                  <a:lnTo>
                    <a:pt x="935" y="2648"/>
                  </a:lnTo>
                  <a:lnTo>
                    <a:pt x="950" y="2618"/>
                  </a:lnTo>
                  <a:lnTo>
                    <a:pt x="967" y="2592"/>
                  </a:lnTo>
                  <a:lnTo>
                    <a:pt x="985" y="2567"/>
                  </a:lnTo>
                  <a:lnTo>
                    <a:pt x="1005" y="2546"/>
                  </a:lnTo>
                  <a:lnTo>
                    <a:pt x="1026" y="2528"/>
                  </a:lnTo>
                  <a:lnTo>
                    <a:pt x="1048" y="2514"/>
                  </a:lnTo>
                  <a:lnTo>
                    <a:pt x="1070" y="2504"/>
                  </a:lnTo>
                  <a:lnTo>
                    <a:pt x="1094" y="2498"/>
                  </a:lnTo>
                  <a:lnTo>
                    <a:pt x="1119" y="2495"/>
                  </a:lnTo>
                  <a:close/>
                  <a:moveTo>
                    <a:pt x="2380" y="2651"/>
                  </a:moveTo>
                  <a:lnTo>
                    <a:pt x="2405" y="2654"/>
                  </a:lnTo>
                  <a:lnTo>
                    <a:pt x="2428" y="2660"/>
                  </a:lnTo>
                  <a:lnTo>
                    <a:pt x="2452" y="2670"/>
                  </a:lnTo>
                  <a:lnTo>
                    <a:pt x="2473" y="2684"/>
                  </a:lnTo>
                  <a:lnTo>
                    <a:pt x="2494" y="2703"/>
                  </a:lnTo>
                  <a:lnTo>
                    <a:pt x="2514" y="2724"/>
                  </a:lnTo>
                  <a:lnTo>
                    <a:pt x="2533" y="2747"/>
                  </a:lnTo>
                  <a:lnTo>
                    <a:pt x="2550" y="2774"/>
                  </a:lnTo>
                  <a:lnTo>
                    <a:pt x="2565" y="2805"/>
                  </a:lnTo>
                  <a:lnTo>
                    <a:pt x="2580" y="2838"/>
                  </a:lnTo>
                  <a:lnTo>
                    <a:pt x="2591" y="2872"/>
                  </a:lnTo>
                  <a:lnTo>
                    <a:pt x="2602" y="2908"/>
                  </a:lnTo>
                  <a:lnTo>
                    <a:pt x="2610" y="2947"/>
                  </a:lnTo>
                  <a:lnTo>
                    <a:pt x="2616" y="2987"/>
                  </a:lnTo>
                  <a:lnTo>
                    <a:pt x="2619" y="3029"/>
                  </a:lnTo>
                  <a:lnTo>
                    <a:pt x="2621" y="3071"/>
                  </a:lnTo>
                  <a:lnTo>
                    <a:pt x="2619" y="3113"/>
                  </a:lnTo>
                  <a:lnTo>
                    <a:pt x="2616" y="3155"/>
                  </a:lnTo>
                  <a:lnTo>
                    <a:pt x="2610" y="3195"/>
                  </a:lnTo>
                  <a:lnTo>
                    <a:pt x="2602" y="3233"/>
                  </a:lnTo>
                  <a:lnTo>
                    <a:pt x="2591" y="3270"/>
                  </a:lnTo>
                  <a:lnTo>
                    <a:pt x="2580" y="3304"/>
                  </a:lnTo>
                  <a:lnTo>
                    <a:pt x="2565" y="3337"/>
                  </a:lnTo>
                  <a:lnTo>
                    <a:pt x="2550" y="3367"/>
                  </a:lnTo>
                  <a:lnTo>
                    <a:pt x="2533" y="3393"/>
                  </a:lnTo>
                  <a:lnTo>
                    <a:pt x="2514" y="3418"/>
                  </a:lnTo>
                  <a:lnTo>
                    <a:pt x="2494" y="3439"/>
                  </a:lnTo>
                  <a:lnTo>
                    <a:pt x="2473" y="3457"/>
                  </a:lnTo>
                  <a:lnTo>
                    <a:pt x="2452" y="3471"/>
                  </a:lnTo>
                  <a:lnTo>
                    <a:pt x="2428" y="3481"/>
                  </a:lnTo>
                  <a:lnTo>
                    <a:pt x="2405" y="3487"/>
                  </a:lnTo>
                  <a:lnTo>
                    <a:pt x="2380" y="3490"/>
                  </a:lnTo>
                  <a:lnTo>
                    <a:pt x="2356" y="3487"/>
                  </a:lnTo>
                  <a:lnTo>
                    <a:pt x="2332" y="3481"/>
                  </a:lnTo>
                  <a:lnTo>
                    <a:pt x="2310" y="3471"/>
                  </a:lnTo>
                  <a:lnTo>
                    <a:pt x="2288" y="3457"/>
                  </a:lnTo>
                  <a:lnTo>
                    <a:pt x="2267" y="3439"/>
                  </a:lnTo>
                  <a:lnTo>
                    <a:pt x="2248" y="3418"/>
                  </a:lnTo>
                  <a:lnTo>
                    <a:pt x="2229" y="3393"/>
                  </a:lnTo>
                  <a:lnTo>
                    <a:pt x="2212" y="3367"/>
                  </a:lnTo>
                  <a:lnTo>
                    <a:pt x="2196" y="3337"/>
                  </a:lnTo>
                  <a:lnTo>
                    <a:pt x="2182" y="3304"/>
                  </a:lnTo>
                  <a:lnTo>
                    <a:pt x="2171" y="3270"/>
                  </a:lnTo>
                  <a:lnTo>
                    <a:pt x="2160" y="3233"/>
                  </a:lnTo>
                  <a:lnTo>
                    <a:pt x="2152" y="3195"/>
                  </a:lnTo>
                  <a:lnTo>
                    <a:pt x="2146" y="3155"/>
                  </a:lnTo>
                  <a:lnTo>
                    <a:pt x="2142" y="3113"/>
                  </a:lnTo>
                  <a:lnTo>
                    <a:pt x="2141" y="3071"/>
                  </a:lnTo>
                  <a:lnTo>
                    <a:pt x="2142" y="3029"/>
                  </a:lnTo>
                  <a:lnTo>
                    <a:pt x="2146" y="2987"/>
                  </a:lnTo>
                  <a:lnTo>
                    <a:pt x="2152" y="2947"/>
                  </a:lnTo>
                  <a:lnTo>
                    <a:pt x="2160" y="2908"/>
                  </a:lnTo>
                  <a:lnTo>
                    <a:pt x="2171" y="2872"/>
                  </a:lnTo>
                  <a:lnTo>
                    <a:pt x="2182" y="2838"/>
                  </a:lnTo>
                  <a:lnTo>
                    <a:pt x="2196" y="2805"/>
                  </a:lnTo>
                  <a:lnTo>
                    <a:pt x="2212" y="2774"/>
                  </a:lnTo>
                  <a:lnTo>
                    <a:pt x="2229" y="2747"/>
                  </a:lnTo>
                  <a:lnTo>
                    <a:pt x="2248" y="2724"/>
                  </a:lnTo>
                  <a:lnTo>
                    <a:pt x="2267" y="2703"/>
                  </a:lnTo>
                  <a:lnTo>
                    <a:pt x="2288" y="2684"/>
                  </a:lnTo>
                  <a:lnTo>
                    <a:pt x="2310" y="2670"/>
                  </a:lnTo>
                  <a:lnTo>
                    <a:pt x="2332" y="2660"/>
                  </a:lnTo>
                  <a:lnTo>
                    <a:pt x="2356" y="2654"/>
                  </a:lnTo>
                  <a:lnTo>
                    <a:pt x="2380" y="2651"/>
                  </a:lnTo>
                  <a:close/>
                  <a:moveTo>
                    <a:pt x="2342" y="1355"/>
                  </a:moveTo>
                  <a:lnTo>
                    <a:pt x="2366" y="1357"/>
                  </a:lnTo>
                  <a:lnTo>
                    <a:pt x="2390" y="1363"/>
                  </a:lnTo>
                  <a:lnTo>
                    <a:pt x="2412" y="1373"/>
                  </a:lnTo>
                  <a:lnTo>
                    <a:pt x="2434" y="1387"/>
                  </a:lnTo>
                  <a:lnTo>
                    <a:pt x="2455" y="1405"/>
                  </a:lnTo>
                  <a:lnTo>
                    <a:pt x="2475" y="1426"/>
                  </a:lnTo>
                  <a:lnTo>
                    <a:pt x="2493" y="1451"/>
                  </a:lnTo>
                  <a:lnTo>
                    <a:pt x="2510" y="1478"/>
                  </a:lnTo>
                  <a:lnTo>
                    <a:pt x="2526" y="1507"/>
                  </a:lnTo>
                  <a:lnTo>
                    <a:pt x="2540" y="1540"/>
                  </a:lnTo>
                  <a:lnTo>
                    <a:pt x="2551" y="1574"/>
                  </a:lnTo>
                  <a:lnTo>
                    <a:pt x="2562" y="1611"/>
                  </a:lnTo>
                  <a:lnTo>
                    <a:pt x="2570" y="1649"/>
                  </a:lnTo>
                  <a:lnTo>
                    <a:pt x="2576" y="1689"/>
                  </a:lnTo>
                  <a:lnTo>
                    <a:pt x="2580" y="1731"/>
                  </a:lnTo>
                  <a:lnTo>
                    <a:pt x="2581" y="1773"/>
                  </a:lnTo>
                  <a:lnTo>
                    <a:pt x="2580" y="1815"/>
                  </a:lnTo>
                  <a:lnTo>
                    <a:pt x="2576" y="1858"/>
                  </a:lnTo>
                  <a:lnTo>
                    <a:pt x="2570" y="1897"/>
                  </a:lnTo>
                  <a:lnTo>
                    <a:pt x="2562" y="1936"/>
                  </a:lnTo>
                  <a:lnTo>
                    <a:pt x="2551" y="1972"/>
                  </a:lnTo>
                  <a:lnTo>
                    <a:pt x="2540" y="2008"/>
                  </a:lnTo>
                  <a:lnTo>
                    <a:pt x="2526" y="2039"/>
                  </a:lnTo>
                  <a:lnTo>
                    <a:pt x="2510" y="2070"/>
                  </a:lnTo>
                  <a:lnTo>
                    <a:pt x="2493" y="2097"/>
                  </a:lnTo>
                  <a:lnTo>
                    <a:pt x="2475" y="2121"/>
                  </a:lnTo>
                  <a:lnTo>
                    <a:pt x="2455" y="2142"/>
                  </a:lnTo>
                  <a:lnTo>
                    <a:pt x="2434" y="2160"/>
                  </a:lnTo>
                  <a:lnTo>
                    <a:pt x="2412" y="2174"/>
                  </a:lnTo>
                  <a:lnTo>
                    <a:pt x="2390" y="2185"/>
                  </a:lnTo>
                  <a:lnTo>
                    <a:pt x="2366" y="2191"/>
                  </a:lnTo>
                  <a:lnTo>
                    <a:pt x="2342" y="2193"/>
                  </a:lnTo>
                  <a:lnTo>
                    <a:pt x="2317" y="2191"/>
                  </a:lnTo>
                  <a:lnTo>
                    <a:pt x="2294" y="2185"/>
                  </a:lnTo>
                  <a:lnTo>
                    <a:pt x="2270" y="2174"/>
                  </a:lnTo>
                  <a:lnTo>
                    <a:pt x="2249" y="2160"/>
                  </a:lnTo>
                  <a:lnTo>
                    <a:pt x="2228" y="2142"/>
                  </a:lnTo>
                  <a:lnTo>
                    <a:pt x="2208" y="2121"/>
                  </a:lnTo>
                  <a:lnTo>
                    <a:pt x="2189" y="2097"/>
                  </a:lnTo>
                  <a:lnTo>
                    <a:pt x="2173" y="2070"/>
                  </a:lnTo>
                  <a:lnTo>
                    <a:pt x="2157" y="2039"/>
                  </a:lnTo>
                  <a:lnTo>
                    <a:pt x="2142" y="2008"/>
                  </a:lnTo>
                  <a:lnTo>
                    <a:pt x="2131" y="1972"/>
                  </a:lnTo>
                  <a:lnTo>
                    <a:pt x="2120" y="1936"/>
                  </a:lnTo>
                  <a:lnTo>
                    <a:pt x="2112" y="1897"/>
                  </a:lnTo>
                  <a:lnTo>
                    <a:pt x="2106" y="1858"/>
                  </a:lnTo>
                  <a:lnTo>
                    <a:pt x="2103" y="1815"/>
                  </a:lnTo>
                  <a:lnTo>
                    <a:pt x="2101" y="1773"/>
                  </a:lnTo>
                  <a:lnTo>
                    <a:pt x="2103" y="1731"/>
                  </a:lnTo>
                  <a:lnTo>
                    <a:pt x="2106" y="1689"/>
                  </a:lnTo>
                  <a:lnTo>
                    <a:pt x="2112" y="1649"/>
                  </a:lnTo>
                  <a:lnTo>
                    <a:pt x="2120" y="1611"/>
                  </a:lnTo>
                  <a:lnTo>
                    <a:pt x="2131" y="1574"/>
                  </a:lnTo>
                  <a:lnTo>
                    <a:pt x="2142" y="1540"/>
                  </a:lnTo>
                  <a:lnTo>
                    <a:pt x="2157" y="1507"/>
                  </a:lnTo>
                  <a:lnTo>
                    <a:pt x="2173" y="1478"/>
                  </a:lnTo>
                  <a:lnTo>
                    <a:pt x="2189" y="1451"/>
                  </a:lnTo>
                  <a:lnTo>
                    <a:pt x="2208" y="1426"/>
                  </a:lnTo>
                  <a:lnTo>
                    <a:pt x="2228" y="1405"/>
                  </a:lnTo>
                  <a:lnTo>
                    <a:pt x="2249" y="1387"/>
                  </a:lnTo>
                  <a:lnTo>
                    <a:pt x="2270" y="1373"/>
                  </a:lnTo>
                  <a:lnTo>
                    <a:pt x="2294" y="1363"/>
                  </a:lnTo>
                  <a:lnTo>
                    <a:pt x="2317" y="1357"/>
                  </a:lnTo>
                  <a:lnTo>
                    <a:pt x="2342" y="1355"/>
                  </a:lnTo>
                  <a:close/>
                  <a:moveTo>
                    <a:pt x="3179" y="819"/>
                  </a:moveTo>
                  <a:lnTo>
                    <a:pt x="3204" y="821"/>
                  </a:lnTo>
                  <a:lnTo>
                    <a:pt x="3227" y="827"/>
                  </a:lnTo>
                  <a:lnTo>
                    <a:pt x="3250" y="838"/>
                  </a:lnTo>
                  <a:lnTo>
                    <a:pt x="3272" y="852"/>
                  </a:lnTo>
                  <a:lnTo>
                    <a:pt x="3293" y="869"/>
                  </a:lnTo>
                  <a:lnTo>
                    <a:pt x="3312" y="890"/>
                  </a:lnTo>
                  <a:lnTo>
                    <a:pt x="3331" y="915"/>
                  </a:lnTo>
                  <a:lnTo>
                    <a:pt x="3348" y="942"/>
                  </a:lnTo>
                  <a:lnTo>
                    <a:pt x="3363" y="971"/>
                  </a:lnTo>
                  <a:lnTo>
                    <a:pt x="3377" y="1004"/>
                  </a:lnTo>
                  <a:lnTo>
                    <a:pt x="3389" y="1038"/>
                  </a:lnTo>
                  <a:lnTo>
                    <a:pt x="3400" y="1076"/>
                  </a:lnTo>
                  <a:lnTo>
                    <a:pt x="3408" y="1113"/>
                  </a:lnTo>
                  <a:lnTo>
                    <a:pt x="3414" y="1153"/>
                  </a:lnTo>
                  <a:lnTo>
                    <a:pt x="3417" y="1195"/>
                  </a:lnTo>
                  <a:lnTo>
                    <a:pt x="3418" y="1237"/>
                  </a:lnTo>
                  <a:lnTo>
                    <a:pt x="3417" y="1280"/>
                  </a:lnTo>
                  <a:lnTo>
                    <a:pt x="3414" y="1322"/>
                  </a:lnTo>
                  <a:lnTo>
                    <a:pt x="3408" y="1362"/>
                  </a:lnTo>
                  <a:lnTo>
                    <a:pt x="3400" y="1399"/>
                  </a:lnTo>
                  <a:lnTo>
                    <a:pt x="3389" y="1437"/>
                  </a:lnTo>
                  <a:lnTo>
                    <a:pt x="3377" y="1471"/>
                  </a:lnTo>
                  <a:lnTo>
                    <a:pt x="3363" y="1503"/>
                  </a:lnTo>
                  <a:lnTo>
                    <a:pt x="3348" y="1533"/>
                  </a:lnTo>
                  <a:lnTo>
                    <a:pt x="3331" y="1560"/>
                  </a:lnTo>
                  <a:lnTo>
                    <a:pt x="3312" y="1584"/>
                  </a:lnTo>
                  <a:lnTo>
                    <a:pt x="3293" y="1605"/>
                  </a:lnTo>
                  <a:lnTo>
                    <a:pt x="3272" y="1623"/>
                  </a:lnTo>
                  <a:lnTo>
                    <a:pt x="3250" y="1637"/>
                  </a:lnTo>
                  <a:lnTo>
                    <a:pt x="3227" y="1648"/>
                  </a:lnTo>
                  <a:lnTo>
                    <a:pt x="3204" y="1654"/>
                  </a:lnTo>
                  <a:lnTo>
                    <a:pt x="3179" y="1656"/>
                  </a:lnTo>
                  <a:lnTo>
                    <a:pt x="3155" y="1654"/>
                  </a:lnTo>
                  <a:lnTo>
                    <a:pt x="3131" y="1648"/>
                  </a:lnTo>
                  <a:lnTo>
                    <a:pt x="3108" y="1637"/>
                  </a:lnTo>
                  <a:lnTo>
                    <a:pt x="3087" y="1623"/>
                  </a:lnTo>
                  <a:lnTo>
                    <a:pt x="3066" y="1605"/>
                  </a:lnTo>
                  <a:lnTo>
                    <a:pt x="3046" y="1584"/>
                  </a:lnTo>
                  <a:lnTo>
                    <a:pt x="3027" y="1560"/>
                  </a:lnTo>
                  <a:lnTo>
                    <a:pt x="3011" y="1533"/>
                  </a:lnTo>
                  <a:lnTo>
                    <a:pt x="2994" y="1503"/>
                  </a:lnTo>
                  <a:lnTo>
                    <a:pt x="2980" y="1471"/>
                  </a:lnTo>
                  <a:lnTo>
                    <a:pt x="2968" y="1437"/>
                  </a:lnTo>
                  <a:lnTo>
                    <a:pt x="2958" y="1399"/>
                  </a:lnTo>
                  <a:lnTo>
                    <a:pt x="2950" y="1362"/>
                  </a:lnTo>
                  <a:lnTo>
                    <a:pt x="2944" y="1322"/>
                  </a:lnTo>
                  <a:lnTo>
                    <a:pt x="2940" y="1280"/>
                  </a:lnTo>
                  <a:lnTo>
                    <a:pt x="2939" y="1237"/>
                  </a:lnTo>
                  <a:lnTo>
                    <a:pt x="2940" y="1195"/>
                  </a:lnTo>
                  <a:lnTo>
                    <a:pt x="2944" y="1153"/>
                  </a:lnTo>
                  <a:lnTo>
                    <a:pt x="2950" y="1113"/>
                  </a:lnTo>
                  <a:lnTo>
                    <a:pt x="2958" y="1076"/>
                  </a:lnTo>
                  <a:lnTo>
                    <a:pt x="2968" y="1038"/>
                  </a:lnTo>
                  <a:lnTo>
                    <a:pt x="2980" y="1004"/>
                  </a:lnTo>
                  <a:lnTo>
                    <a:pt x="2994" y="971"/>
                  </a:lnTo>
                  <a:lnTo>
                    <a:pt x="3011" y="942"/>
                  </a:lnTo>
                  <a:lnTo>
                    <a:pt x="3027" y="915"/>
                  </a:lnTo>
                  <a:lnTo>
                    <a:pt x="3046" y="890"/>
                  </a:lnTo>
                  <a:lnTo>
                    <a:pt x="3066" y="869"/>
                  </a:lnTo>
                  <a:lnTo>
                    <a:pt x="3087" y="852"/>
                  </a:lnTo>
                  <a:lnTo>
                    <a:pt x="3108" y="838"/>
                  </a:lnTo>
                  <a:lnTo>
                    <a:pt x="3131" y="827"/>
                  </a:lnTo>
                  <a:lnTo>
                    <a:pt x="3155" y="821"/>
                  </a:lnTo>
                  <a:lnTo>
                    <a:pt x="3179" y="819"/>
                  </a:lnTo>
                  <a:close/>
                  <a:moveTo>
                    <a:pt x="3246" y="2144"/>
                  </a:moveTo>
                  <a:lnTo>
                    <a:pt x="3271" y="2146"/>
                  </a:lnTo>
                  <a:lnTo>
                    <a:pt x="3294" y="2152"/>
                  </a:lnTo>
                  <a:lnTo>
                    <a:pt x="3316" y="2162"/>
                  </a:lnTo>
                  <a:lnTo>
                    <a:pt x="3339" y="2176"/>
                  </a:lnTo>
                  <a:lnTo>
                    <a:pt x="3360" y="2194"/>
                  </a:lnTo>
                  <a:lnTo>
                    <a:pt x="3380" y="2215"/>
                  </a:lnTo>
                  <a:lnTo>
                    <a:pt x="3397" y="2240"/>
                  </a:lnTo>
                  <a:lnTo>
                    <a:pt x="3415" y="2267"/>
                  </a:lnTo>
                  <a:lnTo>
                    <a:pt x="3430" y="2296"/>
                  </a:lnTo>
                  <a:lnTo>
                    <a:pt x="3444" y="2329"/>
                  </a:lnTo>
                  <a:lnTo>
                    <a:pt x="3456" y="2363"/>
                  </a:lnTo>
                  <a:lnTo>
                    <a:pt x="3466" y="2400"/>
                  </a:lnTo>
                  <a:lnTo>
                    <a:pt x="3475" y="2438"/>
                  </a:lnTo>
                  <a:lnTo>
                    <a:pt x="3480" y="2478"/>
                  </a:lnTo>
                  <a:lnTo>
                    <a:pt x="3484" y="2520"/>
                  </a:lnTo>
                  <a:lnTo>
                    <a:pt x="3485" y="2562"/>
                  </a:lnTo>
                  <a:lnTo>
                    <a:pt x="3484" y="2604"/>
                  </a:lnTo>
                  <a:lnTo>
                    <a:pt x="3480" y="2647"/>
                  </a:lnTo>
                  <a:lnTo>
                    <a:pt x="3475" y="2686"/>
                  </a:lnTo>
                  <a:lnTo>
                    <a:pt x="3466" y="2725"/>
                  </a:lnTo>
                  <a:lnTo>
                    <a:pt x="3456" y="2762"/>
                  </a:lnTo>
                  <a:lnTo>
                    <a:pt x="3444" y="2796"/>
                  </a:lnTo>
                  <a:lnTo>
                    <a:pt x="3430" y="2828"/>
                  </a:lnTo>
                  <a:lnTo>
                    <a:pt x="3415" y="2858"/>
                  </a:lnTo>
                  <a:lnTo>
                    <a:pt x="3397" y="2886"/>
                  </a:lnTo>
                  <a:lnTo>
                    <a:pt x="3380" y="2909"/>
                  </a:lnTo>
                  <a:lnTo>
                    <a:pt x="3360" y="2930"/>
                  </a:lnTo>
                  <a:lnTo>
                    <a:pt x="3339" y="2949"/>
                  </a:lnTo>
                  <a:lnTo>
                    <a:pt x="3316" y="2963"/>
                  </a:lnTo>
                  <a:lnTo>
                    <a:pt x="3294" y="2974"/>
                  </a:lnTo>
                  <a:lnTo>
                    <a:pt x="3271" y="2980"/>
                  </a:lnTo>
                  <a:lnTo>
                    <a:pt x="3246" y="2982"/>
                  </a:lnTo>
                  <a:lnTo>
                    <a:pt x="3222" y="2980"/>
                  </a:lnTo>
                  <a:lnTo>
                    <a:pt x="3198" y="2974"/>
                  </a:lnTo>
                  <a:lnTo>
                    <a:pt x="3176" y="2963"/>
                  </a:lnTo>
                  <a:lnTo>
                    <a:pt x="3154" y="2949"/>
                  </a:lnTo>
                  <a:lnTo>
                    <a:pt x="3133" y="2930"/>
                  </a:lnTo>
                  <a:lnTo>
                    <a:pt x="3113" y="2909"/>
                  </a:lnTo>
                  <a:lnTo>
                    <a:pt x="3095" y="2886"/>
                  </a:lnTo>
                  <a:lnTo>
                    <a:pt x="3077" y="2858"/>
                  </a:lnTo>
                  <a:lnTo>
                    <a:pt x="3062" y="2828"/>
                  </a:lnTo>
                  <a:lnTo>
                    <a:pt x="3048" y="2796"/>
                  </a:lnTo>
                  <a:lnTo>
                    <a:pt x="3036" y="2762"/>
                  </a:lnTo>
                  <a:lnTo>
                    <a:pt x="3026" y="2725"/>
                  </a:lnTo>
                  <a:lnTo>
                    <a:pt x="3018" y="2686"/>
                  </a:lnTo>
                  <a:lnTo>
                    <a:pt x="3012" y="2647"/>
                  </a:lnTo>
                  <a:lnTo>
                    <a:pt x="3008" y="2604"/>
                  </a:lnTo>
                  <a:lnTo>
                    <a:pt x="3007" y="2562"/>
                  </a:lnTo>
                  <a:lnTo>
                    <a:pt x="3008" y="2520"/>
                  </a:lnTo>
                  <a:lnTo>
                    <a:pt x="3012" y="2478"/>
                  </a:lnTo>
                  <a:lnTo>
                    <a:pt x="3018" y="2438"/>
                  </a:lnTo>
                  <a:lnTo>
                    <a:pt x="3026" y="2400"/>
                  </a:lnTo>
                  <a:lnTo>
                    <a:pt x="3036" y="2363"/>
                  </a:lnTo>
                  <a:lnTo>
                    <a:pt x="3048" y="2329"/>
                  </a:lnTo>
                  <a:lnTo>
                    <a:pt x="3062" y="2296"/>
                  </a:lnTo>
                  <a:lnTo>
                    <a:pt x="3077" y="2267"/>
                  </a:lnTo>
                  <a:lnTo>
                    <a:pt x="3095" y="2240"/>
                  </a:lnTo>
                  <a:lnTo>
                    <a:pt x="3113" y="2215"/>
                  </a:lnTo>
                  <a:lnTo>
                    <a:pt x="3133" y="2194"/>
                  </a:lnTo>
                  <a:lnTo>
                    <a:pt x="3154" y="2176"/>
                  </a:lnTo>
                  <a:lnTo>
                    <a:pt x="3176" y="2162"/>
                  </a:lnTo>
                  <a:lnTo>
                    <a:pt x="3198" y="2152"/>
                  </a:lnTo>
                  <a:lnTo>
                    <a:pt x="3222" y="2146"/>
                  </a:lnTo>
                  <a:lnTo>
                    <a:pt x="3246" y="214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2370" name="Freeform 48"/>
            <p:cNvSpPr>
              <a:spLocks/>
            </p:cNvSpPr>
            <p:nvPr/>
          </p:nvSpPr>
          <p:spPr bwMode="auto">
            <a:xfrm>
              <a:off x="1267" y="1588"/>
              <a:ext cx="87" cy="52"/>
            </a:xfrm>
            <a:custGeom>
              <a:avLst/>
              <a:gdLst>
                <a:gd name="T0" fmla="*/ 3 w 437"/>
                <a:gd name="T1" fmla="*/ 2 h 260"/>
                <a:gd name="T2" fmla="*/ 3 w 437"/>
                <a:gd name="T3" fmla="*/ 2 h 260"/>
                <a:gd name="T4" fmla="*/ 3 w 437"/>
                <a:gd name="T5" fmla="*/ 2 h 260"/>
                <a:gd name="T6" fmla="*/ 3 w 437"/>
                <a:gd name="T7" fmla="*/ 2 h 260"/>
                <a:gd name="T8" fmla="*/ 3 w 437"/>
                <a:gd name="T9" fmla="*/ 1 h 260"/>
                <a:gd name="T10" fmla="*/ 3 w 437"/>
                <a:gd name="T11" fmla="*/ 1 h 260"/>
                <a:gd name="T12" fmla="*/ 3 w 437"/>
                <a:gd name="T13" fmla="*/ 1 h 260"/>
                <a:gd name="T14" fmla="*/ 3 w 437"/>
                <a:gd name="T15" fmla="*/ 1 h 260"/>
                <a:gd name="T16" fmla="*/ 3 w 437"/>
                <a:gd name="T17" fmla="*/ 1 h 260"/>
                <a:gd name="T18" fmla="*/ 2 w 437"/>
                <a:gd name="T19" fmla="*/ 1 h 260"/>
                <a:gd name="T20" fmla="*/ 2 w 437"/>
                <a:gd name="T21" fmla="*/ 0 h 260"/>
                <a:gd name="T22" fmla="*/ 2 w 437"/>
                <a:gd name="T23" fmla="*/ 0 h 260"/>
                <a:gd name="T24" fmla="*/ 2 w 437"/>
                <a:gd name="T25" fmla="*/ 0 h 260"/>
                <a:gd name="T26" fmla="*/ 1 w 437"/>
                <a:gd name="T27" fmla="*/ 0 h 260"/>
                <a:gd name="T28" fmla="*/ 1 w 437"/>
                <a:gd name="T29" fmla="*/ 0 h 260"/>
                <a:gd name="T30" fmla="*/ 1 w 437"/>
                <a:gd name="T31" fmla="*/ 0 h 260"/>
                <a:gd name="T32" fmla="*/ 0 w 437"/>
                <a:gd name="T33" fmla="*/ 0 h 260"/>
                <a:gd name="T34" fmla="*/ 0 w 437"/>
                <a:gd name="T35" fmla="*/ 0 h 260"/>
                <a:gd name="T36" fmla="*/ 0 w 437"/>
                <a:gd name="T37" fmla="*/ 0 h 260"/>
                <a:gd name="T38" fmla="*/ 0 w 437"/>
                <a:gd name="T39" fmla="*/ 0 h 260"/>
                <a:gd name="T40" fmla="*/ 1 w 437"/>
                <a:gd name="T41" fmla="*/ 0 h 260"/>
                <a:gd name="T42" fmla="*/ 1 w 437"/>
                <a:gd name="T43" fmla="*/ 0 h 260"/>
                <a:gd name="T44" fmla="*/ 1 w 437"/>
                <a:gd name="T45" fmla="*/ 0 h 260"/>
                <a:gd name="T46" fmla="*/ 2 w 437"/>
                <a:gd name="T47" fmla="*/ 0 h 260"/>
                <a:gd name="T48" fmla="*/ 2 w 437"/>
                <a:gd name="T49" fmla="*/ 0 h 260"/>
                <a:gd name="T50" fmla="*/ 2 w 437"/>
                <a:gd name="T51" fmla="*/ 1 h 260"/>
                <a:gd name="T52" fmla="*/ 2 w 437"/>
                <a:gd name="T53" fmla="*/ 1 h 260"/>
                <a:gd name="T54" fmla="*/ 3 w 437"/>
                <a:gd name="T55" fmla="*/ 1 h 260"/>
                <a:gd name="T56" fmla="*/ 3 w 437"/>
                <a:gd name="T57" fmla="*/ 1 h 260"/>
                <a:gd name="T58" fmla="*/ 3 w 437"/>
                <a:gd name="T59" fmla="*/ 1 h 260"/>
                <a:gd name="T60" fmla="*/ 3 w 437"/>
                <a:gd name="T61" fmla="*/ 1 h 260"/>
                <a:gd name="T62" fmla="*/ 3 w 437"/>
                <a:gd name="T63" fmla="*/ 1 h 260"/>
                <a:gd name="T64" fmla="*/ 3 w 437"/>
                <a:gd name="T65" fmla="*/ 2 h 260"/>
                <a:gd name="T66" fmla="*/ 3 w 437"/>
                <a:gd name="T67" fmla="*/ 2 h 260"/>
                <a:gd name="T68" fmla="*/ 3 w 437"/>
                <a:gd name="T69" fmla="*/ 2 h 260"/>
                <a:gd name="T70" fmla="*/ 3 w 437"/>
                <a:gd name="T71" fmla="*/ 2 h 260"/>
                <a:gd name="T72" fmla="*/ 3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437" y="260"/>
                  </a:moveTo>
                  <a:lnTo>
                    <a:pt x="437" y="260"/>
                  </a:lnTo>
                  <a:lnTo>
                    <a:pt x="434" y="233"/>
                  </a:lnTo>
                  <a:lnTo>
                    <a:pt x="427" y="206"/>
                  </a:lnTo>
                  <a:lnTo>
                    <a:pt x="417" y="181"/>
                  </a:lnTo>
                  <a:lnTo>
                    <a:pt x="401" y="157"/>
                  </a:lnTo>
                  <a:lnTo>
                    <a:pt x="383" y="133"/>
                  </a:lnTo>
                  <a:lnTo>
                    <a:pt x="360" y="113"/>
                  </a:lnTo>
                  <a:lnTo>
                    <a:pt x="336" y="93"/>
                  </a:lnTo>
                  <a:lnTo>
                    <a:pt x="308" y="73"/>
                  </a:lnTo>
                  <a:lnTo>
                    <a:pt x="276" y="58"/>
                  </a:lnTo>
                  <a:lnTo>
                    <a:pt x="242" y="43"/>
                  </a:lnTo>
                  <a:lnTo>
                    <a:pt x="207" y="30"/>
                  </a:lnTo>
                  <a:lnTo>
                    <a:pt x="168" y="19"/>
                  </a:lnTo>
                  <a:lnTo>
                    <a:pt x="128" y="11"/>
                  </a:lnTo>
                  <a:lnTo>
                    <a:pt x="87" y="4"/>
                  </a:lnTo>
                  <a:lnTo>
                    <a:pt x="43" y="1"/>
                  </a:lnTo>
                  <a:lnTo>
                    <a:pt x="0" y="0"/>
                  </a:lnTo>
                  <a:lnTo>
                    <a:pt x="0" y="11"/>
                  </a:lnTo>
                  <a:lnTo>
                    <a:pt x="43" y="12"/>
                  </a:lnTo>
                  <a:lnTo>
                    <a:pt x="85" y="16"/>
                  </a:lnTo>
                  <a:lnTo>
                    <a:pt x="126" y="23"/>
                  </a:lnTo>
                  <a:lnTo>
                    <a:pt x="166" y="31"/>
                  </a:lnTo>
                  <a:lnTo>
                    <a:pt x="202" y="42"/>
                  </a:lnTo>
                  <a:lnTo>
                    <a:pt x="237" y="55"/>
                  </a:lnTo>
                  <a:lnTo>
                    <a:pt x="271" y="70"/>
                  </a:lnTo>
                  <a:lnTo>
                    <a:pt x="301" y="85"/>
                  </a:lnTo>
                  <a:lnTo>
                    <a:pt x="329" y="103"/>
                  </a:lnTo>
                  <a:lnTo>
                    <a:pt x="353" y="123"/>
                  </a:lnTo>
                  <a:lnTo>
                    <a:pt x="373" y="143"/>
                  </a:lnTo>
                  <a:lnTo>
                    <a:pt x="392" y="164"/>
                  </a:lnTo>
                  <a:lnTo>
                    <a:pt x="405" y="186"/>
                  </a:lnTo>
                  <a:lnTo>
                    <a:pt x="415" y="211"/>
                  </a:lnTo>
                  <a:lnTo>
                    <a:pt x="422" y="235"/>
                  </a:lnTo>
                  <a:lnTo>
                    <a:pt x="425" y="260"/>
                  </a:lnTo>
                  <a:lnTo>
                    <a:pt x="437"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2371" name="Freeform 49"/>
            <p:cNvSpPr>
              <a:spLocks/>
            </p:cNvSpPr>
            <p:nvPr/>
          </p:nvSpPr>
          <p:spPr bwMode="auto">
            <a:xfrm>
              <a:off x="1267" y="1640"/>
              <a:ext cx="87" cy="52"/>
            </a:xfrm>
            <a:custGeom>
              <a:avLst/>
              <a:gdLst>
                <a:gd name="T0" fmla="*/ 0 w 437"/>
                <a:gd name="T1" fmla="*/ 2 h 260"/>
                <a:gd name="T2" fmla="*/ 0 w 437"/>
                <a:gd name="T3" fmla="*/ 2 h 260"/>
                <a:gd name="T4" fmla="*/ 0 w 437"/>
                <a:gd name="T5" fmla="*/ 2 h 260"/>
                <a:gd name="T6" fmla="*/ 1 w 437"/>
                <a:gd name="T7" fmla="*/ 2 h 260"/>
                <a:gd name="T8" fmla="*/ 1 w 437"/>
                <a:gd name="T9" fmla="*/ 2 h 260"/>
                <a:gd name="T10" fmla="*/ 1 w 437"/>
                <a:gd name="T11" fmla="*/ 2 h 260"/>
                <a:gd name="T12" fmla="*/ 2 w 437"/>
                <a:gd name="T13" fmla="*/ 2 h 260"/>
                <a:gd name="T14" fmla="*/ 2 w 437"/>
                <a:gd name="T15" fmla="*/ 2 h 260"/>
                <a:gd name="T16" fmla="*/ 2 w 437"/>
                <a:gd name="T17" fmla="*/ 2 h 260"/>
                <a:gd name="T18" fmla="*/ 2 w 437"/>
                <a:gd name="T19" fmla="*/ 1 h 260"/>
                <a:gd name="T20" fmla="*/ 3 w 437"/>
                <a:gd name="T21" fmla="*/ 1 h 260"/>
                <a:gd name="T22" fmla="*/ 3 w 437"/>
                <a:gd name="T23" fmla="*/ 1 h 260"/>
                <a:gd name="T24" fmla="*/ 3 w 437"/>
                <a:gd name="T25" fmla="*/ 1 h 260"/>
                <a:gd name="T26" fmla="*/ 3 w 437"/>
                <a:gd name="T27" fmla="*/ 1 h 260"/>
                <a:gd name="T28" fmla="*/ 3 w 437"/>
                <a:gd name="T29" fmla="*/ 1 h 260"/>
                <a:gd name="T30" fmla="*/ 3 w 437"/>
                <a:gd name="T31" fmla="*/ 0 h 260"/>
                <a:gd name="T32" fmla="*/ 3 w 437"/>
                <a:gd name="T33" fmla="*/ 0 h 260"/>
                <a:gd name="T34" fmla="*/ 3 w 437"/>
                <a:gd name="T35" fmla="*/ 0 h 260"/>
                <a:gd name="T36" fmla="*/ 3 w 437"/>
                <a:gd name="T37" fmla="*/ 0 h 260"/>
                <a:gd name="T38" fmla="*/ 3 w 437"/>
                <a:gd name="T39" fmla="*/ 0 h 260"/>
                <a:gd name="T40" fmla="*/ 3 w 437"/>
                <a:gd name="T41" fmla="*/ 0 h 260"/>
                <a:gd name="T42" fmla="*/ 3 w 437"/>
                <a:gd name="T43" fmla="*/ 1 h 260"/>
                <a:gd name="T44" fmla="*/ 3 w 437"/>
                <a:gd name="T45" fmla="*/ 1 h 260"/>
                <a:gd name="T46" fmla="*/ 3 w 437"/>
                <a:gd name="T47" fmla="*/ 1 h 260"/>
                <a:gd name="T48" fmla="*/ 3 w 437"/>
                <a:gd name="T49" fmla="*/ 1 h 260"/>
                <a:gd name="T50" fmla="*/ 3 w 437"/>
                <a:gd name="T51" fmla="*/ 1 h 260"/>
                <a:gd name="T52" fmla="*/ 2 w 437"/>
                <a:gd name="T53" fmla="*/ 1 h 260"/>
                <a:gd name="T54" fmla="*/ 2 w 437"/>
                <a:gd name="T55" fmla="*/ 2 h 260"/>
                <a:gd name="T56" fmla="*/ 2 w 437"/>
                <a:gd name="T57" fmla="*/ 2 h 260"/>
                <a:gd name="T58" fmla="*/ 2 w 437"/>
                <a:gd name="T59" fmla="*/ 2 h 260"/>
                <a:gd name="T60" fmla="*/ 1 w 437"/>
                <a:gd name="T61" fmla="*/ 2 h 260"/>
                <a:gd name="T62" fmla="*/ 1 w 437"/>
                <a:gd name="T63" fmla="*/ 2 h 260"/>
                <a:gd name="T64" fmla="*/ 1 w 437"/>
                <a:gd name="T65" fmla="*/ 2 h 260"/>
                <a:gd name="T66" fmla="*/ 0 w 437"/>
                <a:gd name="T67" fmla="*/ 2 h 260"/>
                <a:gd name="T68" fmla="*/ 0 w 437"/>
                <a:gd name="T69" fmla="*/ 2 h 260"/>
                <a:gd name="T70" fmla="*/ 0 w 437"/>
                <a:gd name="T71" fmla="*/ 2 h 260"/>
                <a:gd name="T72" fmla="*/ 0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0" y="260"/>
                  </a:moveTo>
                  <a:lnTo>
                    <a:pt x="0" y="260"/>
                  </a:lnTo>
                  <a:lnTo>
                    <a:pt x="43" y="259"/>
                  </a:lnTo>
                  <a:lnTo>
                    <a:pt x="87" y="255"/>
                  </a:lnTo>
                  <a:lnTo>
                    <a:pt x="128" y="248"/>
                  </a:lnTo>
                  <a:lnTo>
                    <a:pt x="168" y="240"/>
                  </a:lnTo>
                  <a:lnTo>
                    <a:pt x="207" y="230"/>
                  </a:lnTo>
                  <a:lnTo>
                    <a:pt x="242" y="217"/>
                  </a:lnTo>
                  <a:lnTo>
                    <a:pt x="276" y="202"/>
                  </a:lnTo>
                  <a:lnTo>
                    <a:pt x="308" y="185"/>
                  </a:lnTo>
                  <a:lnTo>
                    <a:pt x="336" y="166"/>
                  </a:lnTo>
                  <a:lnTo>
                    <a:pt x="360" y="146"/>
                  </a:lnTo>
                  <a:lnTo>
                    <a:pt x="383" y="125"/>
                  </a:lnTo>
                  <a:lnTo>
                    <a:pt x="401" y="102"/>
                  </a:lnTo>
                  <a:lnTo>
                    <a:pt x="417" y="77"/>
                  </a:lnTo>
                  <a:lnTo>
                    <a:pt x="427" y="53"/>
                  </a:lnTo>
                  <a:lnTo>
                    <a:pt x="434" y="27"/>
                  </a:lnTo>
                  <a:lnTo>
                    <a:pt x="437" y="0"/>
                  </a:lnTo>
                  <a:lnTo>
                    <a:pt x="425" y="0"/>
                  </a:lnTo>
                  <a:lnTo>
                    <a:pt x="422" y="24"/>
                  </a:lnTo>
                  <a:lnTo>
                    <a:pt x="415" y="48"/>
                  </a:lnTo>
                  <a:lnTo>
                    <a:pt x="405" y="73"/>
                  </a:lnTo>
                  <a:lnTo>
                    <a:pt x="392" y="95"/>
                  </a:lnTo>
                  <a:lnTo>
                    <a:pt x="373" y="116"/>
                  </a:lnTo>
                  <a:lnTo>
                    <a:pt x="353" y="137"/>
                  </a:lnTo>
                  <a:lnTo>
                    <a:pt x="329" y="157"/>
                  </a:lnTo>
                  <a:lnTo>
                    <a:pt x="301" y="173"/>
                  </a:lnTo>
                  <a:lnTo>
                    <a:pt x="271" y="190"/>
                  </a:lnTo>
                  <a:lnTo>
                    <a:pt x="237" y="205"/>
                  </a:lnTo>
                  <a:lnTo>
                    <a:pt x="202" y="218"/>
                  </a:lnTo>
                  <a:lnTo>
                    <a:pt x="166" y="228"/>
                  </a:lnTo>
                  <a:lnTo>
                    <a:pt x="126" y="237"/>
                  </a:lnTo>
                  <a:lnTo>
                    <a:pt x="85" y="244"/>
                  </a:lnTo>
                  <a:lnTo>
                    <a:pt x="43" y="247"/>
                  </a:lnTo>
                  <a:lnTo>
                    <a:pt x="0" y="248"/>
                  </a:lnTo>
                  <a:lnTo>
                    <a:pt x="0"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2372" name="Freeform 50"/>
            <p:cNvSpPr>
              <a:spLocks/>
            </p:cNvSpPr>
            <p:nvPr/>
          </p:nvSpPr>
          <p:spPr bwMode="auto">
            <a:xfrm>
              <a:off x="1179" y="1640"/>
              <a:ext cx="88" cy="52"/>
            </a:xfrm>
            <a:custGeom>
              <a:avLst/>
              <a:gdLst>
                <a:gd name="T0" fmla="*/ 0 w 439"/>
                <a:gd name="T1" fmla="*/ 0 h 260"/>
                <a:gd name="T2" fmla="*/ 0 w 439"/>
                <a:gd name="T3" fmla="*/ 0 h 260"/>
                <a:gd name="T4" fmla="*/ 0 w 439"/>
                <a:gd name="T5" fmla="*/ 0 h 260"/>
                <a:gd name="T6" fmla="*/ 0 w 439"/>
                <a:gd name="T7" fmla="*/ 0 h 260"/>
                <a:gd name="T8" fmla="*/ 0 w 439"/>
                <a:gd name="T9" fmla="*/ 1 h 260"/>
                <a:gd name="T10" fmla="*/ 0 w 439"/>
                <a:gd name="T11" fmla="*/ 1 h 260"/>
                <a:gd name="T12" fmla="*/ 0 w 439"/>
                <a:gd name="T13" fmla="*/ 1 h 260"/>
                <a:gd name="T14" fmla="*/ 1 w 439"/>
                <a:gd name="T15" fmla="*/ 1 h 260"/>
                <a:gd name="T16" fmla="*/ 1 w 439"/>
                <a:gd name="T17" fmla="*/ 1 h 260"/>
                <a:gd name="T18" fmla="*/ 1 w 439"/>
                <a:gd name="T19" fmla="*/ 1 h 260"/>
                <a:gd name="T20" fmla="*/ 1 w 439"/>
                <a:gd name="T21" fmla="*/ 2 h 260"/>
                <a:gd name="T22" fmla="*/ 2 w 439"/>
                <a:gd name="T23" fmla="*/ 2 h 260"/>
                <a:gd name="T24" fmla="*/ 2 w 439"/>
                <a:gd name="T25" fmla="*/ 2 h 260"/>
                <a:gd name="T26" fmla="*/ 2 w 439"/>
                <a:gd name="T27" fmla="*/ 2 h 260"/>
                <a:gd name="T28" fmla="*/ 2 w 439"/>
                <a:gd name="T29" fmla="*/ 2 h 260"/>
                <a:gd name="T30" fmla="*/ 3 w 439"/>
                <a:gd name="T31" fmla="*/ 2 h 260"/>
                <a:gd name="T32" fmla="*/ 3 w 439"/>
                <a:gd name="T33" fmla="*/ 2 h 260"/>
                <a:gd name="T34" fmla="*/ 4 w 439"/>
                <a:gd name="T35" fmla="*/ 2 h 260"/>
                <a:gd name="T36" fmla="*/ 4 w 439"/>
                <a:gd name="T37" fmla="*/ 2 h 260"/>
                <a:gd name="T38" fmla="*/ 3 w 439"/>
                <a:gd name="T39" fmla="*/ 2 h 260"/>
                <a:gd name="T40" fmla="*/ 3 w 439"/>
                <a:gd name="T41" fmla="*/ 2 h 260"/>
                <a:gd name="T42" fmla="*/ 3 w 439"/>
                <a:gd name="T43" fmla="*/ 2 h 260"/>
                <a:gd name="T44" fmla="*/ 2 w 439"/>
                <a:gd name="T45" fmla="*/ 2 h 260"/>
                <a:gd name="T46" fmla="*/ 2 w 439"/>
                <a:gd name="T47" fmla="*/ 2 h 260"/>
                <a:gd name="T48" fmla="*/ 2 w 439"/>
                <a:gd name="T49" fmla="*/ 2 h 260"/>
                <a:gd name="T50" fmla="*/ 1 w 439"/>
                <a:gd name="T51" fmla="*/ 2 h 260"/>
                <a:gd name="T52" fmla="*/ 1 w 439"/>
                <a:gd name="T53" fmla="*/ 1 h 260"/>
                <a:gd name="T54" fmla="*/ 1 w 439"/>
                <a:gd name="T55" fmla="*/ 1 h 260"/>
                <a:gd name="T56" fmla="*/ 1 w 439"/>
                <a:gd name="T57" fmla="*/ 1 h 260"/>
                <a:gd name="T58" fmla="*/ 1 w 439"/>
                <a:gd name="T59" fmla="*/ 1 h 260"/>
                <a:gd name="T60" fmla="*/ 0 w 439"/>
                <a:gd name="T61" fmla="*/ 1 h 260"/>
                <a:gd name="T62" fmla="*/ 0 w 439"/>
                <a:gd name="T63" fmla="*/ 1 h 260"/>
                <a:gd name="T64" fmla="*/ 0 w 439"/>
                <a:gd name="T65" fmla="*/ 0 h 260"/>
                <a:gd name="T66" fmla="*/ 0 w 439"/>
                <a:gd name="T67" fmla="*/ 0 h 260"/>
                <a:gd name="T68" fmla="*/ 0 w 439"/>
                <a:gd name="T69" fmla="*/ 0 h 260"/>
                <a:gd name="T70" fmla="*/ 0 w 439"/>
                <a:gd name="T71" fmla="*/ 0 h 260"/>
                <a:gd name="T72" fmla="*/ 0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0" y="0"/>
                  </a:moveTo>
                  <a:lnTo>
                    <a:pt x="0" y="0"/>
                  </a:lnTo>
                  <a:lnTo>
                    <a:pt x="3" y="27"/>
                  </a:lnTo>
                  <a:lnTo>
                    <a:pt x="10" y="53"/>
                  </a:lnTo>
                  <a:lnTo>
                    <a:pt x="20" y="77"/>
                  </a:lnTo>
                  <a:lnTo>
                    <a:pt x="35" y="102"/>
                  </a:lnTo>
                  <a:lnTo>
                    <a:pt x="54" y="125"/>
                  </a:lnTo>
                  <a:lnTo>
                    <a:pt x="76" y="146"/>
                  </a:lnTo>
                  <a:lnTo>
                    <a:pt x="102" y="166"/>
                  </a:lnTo>
                  <a:lnTo>
                    <a:pt x="130" y="185"/>
                  </a:lnTo>
                  <a:lnTo>
                    <a:pt x="162" y="202"/>
                  </a:lnTo>
                  <a:lnTo>
                    <a:pt x="195" y="217"/>
                  </a:lnTo>
                  <a:lnTo>
                    <a:pt x="231" y="230"/>
                  </a:lnTo>
                  <a:lnTo>
                    <a:pt x="270" y="240"/>
                  </a:lnTo>
                  <a:lnTo>
                    <a:pt x="310" y="248"/>
                  </a:lnTo>
                  <a:lnTo>
                    <a:pt x="351" y="255"/>
                  </a:lnTo>
                  <a:lnTo>
                    <a:pt x="395" y="259"/>
                  </a:lnTo>
                  <a:lnTo>
                    <a:pt x="439" y="260"/>
                  </a:lnTo>
                  <a:lnTo>
                    <a:pt x="439" y="248"/>
                  </a:lnTo>
                  <a:lnTo>
                    <a:pt x="395" y="247"/>
                  </a:lnTo>
                  <a:lnTo>
                    <a:pt x="353" y="244"/>
                  </a:lnTo>
                  <a:lnTo>
                    <a:pt x="312" y="237"/>
                  </a:lnTo>
                  <a:lnTo>
                    <a:pt x="272" y="228"/>
                  </a:lnTo>
                  <a:lnTo>
                    <a:pt x="236" y="218"/>
                  </a:lnTo>
                  <a:lnTo>
                    <a:pt x="200" y="205"/>
                  </a:lnTo>
                  <a:lnTo>
                    <a:pt x="167" y="190"/>
                  </a:lnTo>
                  <a:lnTo>
                    <a:pt x="137" y="173"/>
                  </a:lnTo>
                  <a:lnTo>
                    <a:pt x="109" y="157"/>
                  </a:lnTo>
                  <a:lnTo>
                    <a:pt x="84" y="137"/>
                  </a:lnTo>
                  <a:lnTo>
                    <a:pt x="64" y="116"/>
                  </a:lnTo>
                  <a:lnTo>
                    <a:pt x="45" y="95"/>
                  </a:lnTo>
                  <a:lnTo>
                    <a:pt x="32" y="73"/>
                  </a:lnTo>
                  <a:lnTo>
                    <a:pt x="21" y="48"/>
                  </a:lnTo>
                  <a:lnTo>
                    <a:pt x="14" y="24"/>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2373" name="Freeform 51"/>
            <p:cNvSpPr>
              <a:spLocks/>
            </p:cNvSpPr>
            <p:nvPr/>
          </p:nvSpPr>
          <p:spPr bwMode="auto">
            <a:xfrm>
              <a:off x="1179" y="1588"/>
              <a:ext cx="88" cy="52"/>
            </a:xfrm>
            <a:custGeom>
              <a:avLst/>
              <a:gdLst>
                <a:gd name="T0" fmla="*/ 4 w 439"/>
                <a:gd name="T1" fmla="*/ 0 h 260"/>
                <a:gd name="T2" fmla="*/ 4 w 439"/>
                <a:gd name="T3" fmla="*/ 0 h 260"/>
                <a:gd name="T4" fmla="*/ 3 w 439"/>
                <a:gd name="T5" fmla="*/ 0 h 260"/>
                <a:gd name="T6" fmla="*/ 3 w 439"/>
                <a:gd name="T7" fmla="*/ 0 h 260"/>
                <a:gd name="T8" fmla="*/ 2 w 439"/>
                <a:gd name="T9" fmla="*/ 0 h 260"/>
                <a:gd name="T10" fmla="*/ 2 w 439"/>
                <a:gd name="T11" fmla="*/ 0 h 260"/>
                <a:gd name="T12" fmla="*/ 2 w 439"/>
                <a:gd name="T13" fmla="*/ 0 h 260"/>
                <a:gd name="T14" fmla="*/ 2 w 439"/>
                <a:gd name="T15" fmla="*/ 0 h 260"/>
                <a:gd name="T16" fmla="*/ 1 w 439"/>
                <a:gd name="T17" fmla="*/ 0 h 260"/>
                <a:gd name="T18" fmla="*/ 1 w 439"/>
                <a:gd name="T19" fmla="*/ 1 h 260"/>
                <a:gd name="T20" fmla="*/ 1 w 439"/>
                <a:gd name="T21" fmla="*/ 1 h 260"/>
                <a:gd name="T22" fmla="*/ 1 w 439"/>
                <a:gd name="T23" fmla="*/ 1 h 260"/>
                <a:gd name="T24" fmla="*/ 0 w 439"/>
                <a:gd name="T25" fmla="*/ 1 h 260"/>
                <a:gd name="T26" fmla="*/ 0 w 439"/>
                <a:gd name="T27" fmla="*/ 1 h 260"/>
                <a:gd name="T28" fmla="*/ 0 w 439"/>
                <a:gd name="T29" fmla="*/ 1 h 260"/>
                <a:gd name="T30" fmla="*/ 0 w 439"/>
                <a:gd name="T31" fmla="*/ 2 h 260"/>
                <a:gd name="T32" fmla="*/ 0 w 439"/>
                <a:gd name="T33" fmla="*/ 2 h 260"/>
                <a:gd name="T34" fmla="*/ 0 w 439"/>
                <a:gd name="T35" fmla="*/ 2 h 260"/>
                <a:gd name="T36" fmla="*/ 0 w 439"/>
                <a:gd name="T37" fmla="*/ 2 h 260"/>
                <a:gd name="T38" fmla="*/ 0 w 439"/>
                <a:gd name="T39" fmla="*/ 2 h 260"/>
                <a:gd name="T40" fmla="*/ 0 w 439"/>
                <a:gd name="T41" fmla="*/ 2 h 260"/>
                <a:gd name="T42" fmla="*/ 0 w 439"/>
                <a:gd name="T43" fmla="*/ 1 h 260"/>
                <a:gd name="T44" fmla="*/ 0 w 439"/>
                <a:gd name="T45" fmla="*/ 1 h 260"/>
                <a:gd name="T46" fmla="*/ 1 w 439"/>
                <a:gd name="T47" fmla="*/ 1 h 260"/>
                <a:gd name="T48" fmla="*/ 1 w 439"/>
                <a:gd name="T49" fmla="*/ 1 h 260"/>
                <a:gd name="T50" fmla="*/ 1 w 439"/>
                <a:gd name="T51" fmla="*/ 1 h 260"/>
                <a:gd name="T52" fmla="*/ 1 w 439"/>
                <a:gd name="T53" fmla="*/ 1 h 260"/>
                <a:gd name="T54" fmla="*/ 1 w 439"/>
                <a:gd name="T55" fmla="*/ 1 h 260"/>
                <a:gd name="T56" fmla="*/ 2 w 439"/>
                <a:gd name="T57" fmla="*/ 0 h 260"/>
                <a:gd name="T58" fmla="*/ 2 w 439"/>
                <a:gd name="T59" fmla="*/ 0 h 260"/>
                <a:gd name="T60" fmla="*/ 2 w 439"/>
                <a:gd name="T61" fmla="*/ 0 h 260"/>
                <a:gd name="T62" fmla="*/ 3 w 439"/>
                <a:gd name="T63" fmla="*/ 0 h 260"/>
                <a:gd name="T64" fmla="*/ 3 w 439"/>
                <a:gd name="T65" fmla="*/ 0 h 260"/>
                <a:gd name="T66" fmla="*/ 3 w 439"/>
                <a:gd name="T67" fmla="*/ 0 h 260"/>
                <a:gd name="T68" fmla="*/ 4 w 439"/>
                <a:gd name="T69" fmla="*/ 0 h 260"/>
                <a:gd name="T70" fmla="*/ 4 w 439"/>
                <a:gd name="T71" fmla="*/ 0 h 260"/>
                <a:gd name="T72" fmla="*/ 4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439" y="0"/>
                  </a:moveTo>
                  <a:lnTo>
                    <a:pt x="439" y="0"/>
                  </a:lnTo>
                  <a:lnTo>
                    <a:pt x="395" y="1"/>
                  </a:lnTo>
                  <a:lnTo>
                    <a:pt x="351" y="4"/>
                  </a:lnTo>
                  <a:lnTo>
                    <a:pt x="310" y="11"/>
                  </a:lnTo>
                  <a:lnTo>
                    <a:pt x="270" y="19"/>
                  </a:lnTo>
                  <a:lnTo>
                    <a:pt x="231" y="30"/>
                  </a:lnTo>
                  <a:lnTo>
                    <a:pt x="195" y="43"/>
                  </a:lnTo>
                  <a:lnTo>
                    <a:pt x="162" y="58"/>
                  </a:lnTo>
                  <a:lnTo>
                    <a:pt x="130" y="73"/>
                  </a:lnTo>
                  <a:lnTo>
                    <a:pt x="102" y="93"/>
                  </a:lnTo>
                  <a:lnTo>
                    <a:pt x="76" y="113"/>
                  </a:lnTo>
                  <a:lnTo>
                    <a:pt x="54" y="133"/>
                  </a:lnTo>
                  <a:lnTo>
                    <a:pt x="35" y="157"/>
                  </a:lnTo>
                  <a:lnTo>
                    <a:pt x="20" y="181"/>
                  </a:lnTo>
                  <a:lnTo>
                    <a:pt x="10" y="206"/>
                  </a:lnTo>
                  <a:lnTo>
                    <a:pt x="3" y="233"/>
                  </a:lnTo>
                  <a:lnTo>
                    <a:pt x="0" y="260"/>
                  </a:lnTo>
                  <a:lnTo>
                    <a:pt x="12" y="260"/>
                  </a:lnTo>
                  <a:lnTo>
                    <a:pt x="14" y="235"/>
                  </a:lnTo>
                  <a:lnTo>
                    <a:pt x="21" y="211"/>
                  </a:lnTo>
                  <a:lnTo>
                    <a:pt x="32" y="186"/>
                  </a:lnTo>
                  <a:lnTo>
                    <a:pt x="45" y="164"/>
                  </a:lnTo>
                  <a:lnTo>
                    <a:pt x="64" y="143"/>
                  </a:lnTo>
                  <a:lnTo>
                    <a:pt x="84" y="123"/>
                  </a:lnTo>
                  <a:lnTo>
                    <a:pt x="109" y="103"/>
                  </a:lnTo>
                  <a:lnTo>
                    <a:pt x="137" y="85"/>
                  </a:lnTo>
                  <a:lnTo>
                    <a:pt x="167" y="70"/>
                  </a:lnTo>
                  <a:lnTo>
                    <a:pt x="200" y="55"/>
                  </a:lnTo>
                  <a:lnTo>
                    <a:pt x="236" y="42"/>
                  </a:lnTo>
                  <a:lnTo>
                    <a:pt x="272" y="31"/>
                  </a:lnTo>
                  <a:lnTo>
                    <a:pt x="312" y="23"/>
                  </a:lnTo>
                  <a:lnTo>
                    <a:pt x="353" y="16"/>
                  </a:lnTo>
                  <a:lnTo>
                    <a:pt x="395" y="12"/>
                  </a:lnTo>
                  <a:lnTo>
                    <a:pt x="439" y="11"/>
                  </a:lnTo>
                  <a:lnTo>
                    <a:pt x="439"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2374" name="Freeform 52"/>
            <p:cNvSpPr>
              <a:spLocks/>
            </p:cNvSpPr>
            <p:nvPr/>
          </p:nvSpPr>
          <p:spPr bwMode="auto">
            <a:xfrm>
              <a:off x="964" y="1745"/>
              <a:ext cx="48" cy="85"/>
            </a:xfrm>
            <a:custGeom>
              <a:avLst/>
              <a:gdLst>
                <a:gd name="T0" fmla="*/ 2 w 244"/>
                <a:gd name="T1" fmla="*/ 3 h 426"/>
                <a:gd name="T2" fmla="*/ 2 w 244"/>
                <a:gd name="T3" fmla="*/ 3 h 426"/>
                <a:gd name="T4" fmla="*/ 2 w 244"/>
                <a:gd name="T5" fmla="*/ 3 h 426"/>
                <a:gd name="T6" fmla="*/ 2 w 244"/>
                <a:gd name="T7" fmla="*/ 3 h 426"/>
                <a:gd name="T8" fmla="*/ 2 w 244"/>
                <a:gd name="T9" fmla="*/ 2 h 426"/>
                <a:gd name="T10" fmla="*/ 2 w 244"/>
                <a:gd name="T11" fmla="*/ 2 h 426"/>
                <a:gd name="T12" fmla="*/ 2 w 244"/>
                <a:gd name="T13" fmla="*/ 2 h 426"/>
                <a:gd name="T14" fmla="*/ 2 w 244"/>
                <a:gd name="T15" fmla="*/ 2 h 426"/>
                <a:gd name="T16" fmla="*/ 1 w 244"/>
                <a:gd name="T17" fmla="*/ 1 h 426"/>
                <a:gd name="T18" fmla="*/ 1 w 244"/>
                <a:gd name="T19" fmla="*/ 1 h 426"/>
                <a:gd name="T20" fmla="*/ 1 w 244"/>
                <a:gd name="T21" fmla="*/ 1 h 426"/>
                <a:gd name="T22" fmla="*/ 1 w 244"/>
                <a:gd name="T23" fmla="*/ 1 h 426"/>
                <a:gd name="T24" fmla="*/ 1 w 244"/>
                <a:gd name="T25" fmla="*/ 0 h 426"/>
                <a:gd name="T26" fmla="*/ 1 w 244"/>
                <a:gd name="T27" fmla="*/ 0 h 426"/>
                <a:gd name="T28" fmla="*/ 1 w 244"/>
                <a:gd name="T29" fmla="*/ 0 h 426"/>
                <a:gd name="T30" fmla="*/ 0 w 244"/>
                <a:gd name="T31" fmla="*/ 0 h 426"/>
                <a:gd name="T32" fmla="*/ 0 w 244"/>
                <a:gd name="T33" fmla="*/ 0 h 426"/>
                <a:gd name="T34" fmla="*/ 0 w 244"/>
                <a:gd name="T35" fmla="*/ 0 h 426"/>
                <a:gd name="T36" fmla="*/ 0 w 244"/>
                <a:gd name="T37" fmla="*/ 0 h 426"/>
                <a:gd name="T38" fmla="*/ 0 w 244"/>
                <a:gd name="T39" fmla="*/ 0 h 426"/>
                <a:gd name="T40" fmla="*/ 0 w 244"/>
                <a:gd name="T41" fmla="*/ 0 h 426"/>
                <a:gd name="T42" fmla="*/ 1 w 244"/>
                <a:gd name="T43" fmla="*/ 0 h 426"/>
                <a:gd name="T44" fmla="*/ 1 w 244"/>
                <a:gd name="T45" fmla="*/ 0 h 426"/>
                <a:gd name="T46" fmla="*/ 1 w 244"/>
                <a:gd name="T47" fmla="*/ 0 h 426"/>
                <a:gd name="T48" fmla="*/ 1 w 244"/>
                <a:gd name="T49" fmla="*/ 1 h 426"/>
                <a:gd name="T50" fmla="*/ 1 w 244"/>
                <a:gd name="T51" fmla="*/ 1 h 426"/>
                <a:gd name="T52" fmla="*/ 1 w 244"/>
                <a:gd name="T53" fmla="*/ 1 h 426"/>
                <a:gd name="T54" fmla="*/ 1 w 244"/>
                <a:gd name="T55" fmla="*/ 1 h 426"/>
                <a:gd name="T56" fmla="*/ 1 w 244"/>
                <a:gd name="T57" fmla="*/ 2 h 426"/>
                <a:gd name="T58" fmla="*/ 2 w 244"/>
                <a:gd name="T59" fmla="*/ 2 h 426"/>
                <a:gd name="T60" fmla="*/ 2 w 244"/>
                <a:gd name="T61" fmla="*/ 2 h 426"/>
                <a:gd name="T62" fmla="*/ 2 w 244"/>
                <a:gd name="T63" fmla="*/ 2 h 426"/>
                <a:gd name="T64" fmla="*/ 2 w 244"/>
                <a:gd name="T65" fmla="*/ 3 h 426"/>
                <a:gd name="T66" fmla="*/ 2 w 244"/>
                <a:gd name="T67" fmla="*/ 3 h 426"/>
                <a:gd name="T68" fmla="*/ 2 w 244"/>
                <a:gd name="T69" fmla="*/ 3 h 426"/>
                <a:gd name="T70" fmla="*/ 2 w 244"/>
                <a:gd name="T71" fmla="*/ 3 h 426"/>
                <a:gd name="T72" fmla="*/ 2 w 244"/>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6"/>
                <a:gd name="T113" fmla="*/ 244 w 244"/>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6">
                  <a:moveTo>
                    <a:pt x="244" y="426"/>
                  </a:moveTo>
                  <a:lnTo>
                    <a:pt x="244" y="426"/>
                  </a:lnTo>
                  <a:lnTo>
                    <a:pt x="243" y="383"/>
                  </a:lnTo>
                  <a:lnTo>
                    <a:pt x="240" y="340"/>
                  </a:lnTo>
                  <a:lnTo>
                    <a:pt x="234" y="300"/>
                  </a:lnTo>
                  <a:lnTo>
                    <a:pt x="226" y="262"/>
                  </a:lnTo>
                  <a:lnTo>
                    <a:pt x="215" y="224"/>
                  </a:lnTo>
                  <a:lnTo>
                    <a:pt x="203" y="189"/>
                  </a:lnTo>
                  <a:lnTo>
                    <a:pt x="189" y="157"/>
                  </a:lnTo>
                  <a:lnTo>
                    <a:pt x="174" y="126"/>
                  </a:lnTo>
                  <a:lnTo>
                    <a:pt x="155" y="99"/>
                  </a:lnTo>
                  <a:lnTo>
                    <a:pt x="138" y="74"/>
                  </a:lnTo>
                  <a:lnTo>
                    <a:pt x="118" y="52"/>
                  </a:lnTo>
                  <a:lnTo>
                    <a:pt x="96" y="34"/>
                  </a:lnTo>
                  <a:lnTo>
                    <a:pt x="73" y="19"/>
                  </a:lnTo>
                  <a:lnTo>
                    <a:pt x="50" y="8"/>
                  </a:lnTo>
                  <a:lnTo>
                    <a:pt x="25" y="2"/>
                  </a:lnTo>
                  <a:lnTo>
                    <a:pt x="0" y="0"/>
                  </a:lnTo>
                  <a:lnTo>
                    <a:pt x="0" y="12"/>
                  </a:lnTo>
                  <a:lnTo>
                    <a:pt x="23" y="14"/>
                  </a:lnTo>
                  <a:lnTo>
                    <a:pt x="45" y="20"/>
                  </a:lnTo>
                  <a:lnTo>
                    <a:pt x="66" y="31"/>
                  </a:lnTo>
                  <a:lnTo>
                    <a:pt x="89" y="43"/>
                  </a:lnTo>
                  <a:lnTo>
                    <a:pt x="109" y="61"/>
                  </a:lnTo>
                  <a:lnTo>
                    <a:pt x="129" y="81"/>
                  </a:lnTo>
                  <a:lnTo>
                    <a:pt x="146" y="106"/>
                  </a:lnTo>
                  <a:lnTo>
                    <a:pt x="162" y="133"/>
                  </a:lnTo>
                  <a:lnTo>
                    <a:pt x="178" y="162"/>
                  </a:lnTo>
                  <a:lnTo>
                    <a:pt x="192" y="194"/>
                  </a:lnTo>
                  <a:lnTo>
                    <a:pt x="203" y="229"/>
                  </a:lnTo>
                  <a:lnTo>
                    <a:pt x="214" y="264"/>
                  </a:lnTo>
                  <a:lnTo>
                    <a:pt x="222" y="303"/>
                  </a:lnTo>
                  <a:lnTo>
                    <a:pt x="228" y="342"/>
                  </a:lnTo>
                  <a:lnTo>
                    <a:pt x="232" y="383"/>
                  </a:lnTo>
                  <a:lnTo>
                    <a:pt x="233" y="426"/>
                  </a:lnTo>
                  <a:lnTo>
                    <a:pt x="244"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2375" name="Freeform 53"/>
            <p:cNvSpPr>
              <a:spLocks/>
            </p:cNvSpPr>
            <p:nvPr/>
          </p:nvSpPr>
          <p:spPr bwMode="auto">
            <a:xfrm>
              <a:off x="964" y="1830"/>
              <a:ext cx="48" cy="85"/>
            </a:xfrm>
            <a:custGeom>
              <a:avLst/>
              <a:gdLst>
                <a:gd name="T0" fmla="*/ 0 w 244"/>
                <a:gd name="T1" fmla="*/ 3 h 424"/>
                <a:gd name="T2" fmla="*/ 0 w 244"/>
                <a:gd name="T3" fmla="*/ 3 h 424"/>
                <a:gd name="T4" fmla="*/ 0 w 244"/>
                <a:gd name="T5" fmla="*/ 3 h 424"/>
                <a:gd name="T6" fmla="*/ 0 w 244"/>
                <a:gd name="T7" fmla="*/ 3 h 424"/>
                <a:gd name="T8" fmla="*/ 1 w 244"/>
                <a:gd name="T9" fmla="*/ 3 h 424"/>
                <a:gd name="T10" fmla="*/ 1 w 244"/>
                <a:gd name="T11" fmla="*/ 3 h 424"/>
                <a:gd name="T12" fmla="*/ 1 w 244"/>
                <a:gd name="T13" fmla="*/ 3 h 424"/>
                <a:gd name="T14" fmla="*/ 1 w 244"/>
                <a:gd name="T15" fmla="*/ 3 h 424"/>
                <a:gd name="T16" fmla="*/ 1 w 244"/>
                <a:gd name="T17" fmla="*/ 3 h 424"/>
                <a:gd name="T18" fmla="*/ 1 w 244"/>
                <a:gd name="T19" fmla="*/ 2 h 424"/>
                <a:gd name="T20" fmla="*/ 1 w 244"/>
                <a:gd name="T21" fmla="*/ 2 h 424"/>
                <a:gd name="T22" fmla="*/ 2 w 244"/>
                <a:gd name="T23" fmla="*/ 2 h 424"/>
                <a:gd name="T24" fmla="*/ 2 w 244"/>
                <a:gd name="T25" fmla="*/ 2 h 424"/>
                <a:gd name="T26" fmla="*/ 2 w 244"/>
                <a:gd name="T27" fmla="*/ 1 h 424"/>
                <a:gd name="T28" fmla="*/ 2 w 244"/>
                <a:gd name="T29" fmla="*/ 1 h 424"/>
                <a:gd name="T30" fmla="*/ 2 w 244"/>
                <a:gd name="T31" fmla="*/ 1 h 424"/>
                <a:gd name="T32" fmla="*/ 2 w 244"/>
                <a:gd name="T33" fmla="*/ 0 h 424"/>
                <a:gd name="T34" fmla="*/ 2 w 244"/>
                <a:gd name="T35" fmla="*/ 0 h 424"/>
                <a:gd name="T36" fmla="*/ 2 w 244"/>
                <a:gd name="T37" fmla="*/ 0 h 424"/>
                <a:gd name="T38" fmla="*/ 2 w 244"/>
                <a:gd name="T39" fmla="*/ 0 h 424"/>
                <a:gd name="T40" fmla="*/ 2 w 244"/>
                <a:gd name="T41" fmla="*/ 1 h 424"/>
                <a:gd name="T42" fmla="*/ 2 w 244"/>
                <a:gd name="T43" fmla="*/ 1 h 424"/>
                <a:gd name="T44" fmla="*/ 2 w 244"/>
                <a:gd name="T45" fmla="*/ 1 h 424"/>
                <a:gd name="T46" fmla="*/ 2 w 244"/>
                <a:gd name="T47" fmla="*/ 2 h 424"/>
                <a:gd name="T48" fmla="*/ 1 w 244"/>
                <a:gd name="T49" fmla="*/ 2 h 424"/>
                <a:gd name="T50" fmla="*/ 1 w 244"/>
                <a:gd name="T51" fmla="*/ 2 h 424"/>
                <a:gd name="T52" fmla="*/ 1 w 244"/>
                <a:gd name="T53" fmla="*/ 2 h 424"/>
                <a:gd name="T54" fmla="*/ 1 w 244"/>
                <a:gd name="T55" fmla="*/ 3 h 424"/>
                <a:gd name="T56" fmla="*/ 1 w 244"/>
                <a:gd name="T57" fmla="*/ 3 h 424"/>
                <a:gd name="T58" fmla="*/ 1 w 244"/>
                <a:gd name="T59" fmla="*/ 3 h 424"/>
                <a:gd name="T60" fmla="*/ 1 w 244"/>
                <a:gd name="T61" fmla="*/ 3 h 424"/>
                <a:gd name="T62" fmla="*/ 1 w 244"/>
                <a:gd name="T63" fmla="*/ 3 h 424"/>
                <a:gd name="T64" fmla="*/ 0 w 244"/>
                <a:gd name="T65" fmla="*/ 3 h 424"/>
                <a:gd name="T66" fmla="*/ 0 w 244"/>
                <a:gd name="T67" fmla="*/ 3 h 424"/>
                <a:gd name="T68" fmla="*/ 0 w 244"/>
                <a:gd name="T69" fmla="*/ 3 h 424"/>
                <a:gd name="T70" fmla="*/ 0 w 244"/>
                <a:gd name="T71" fmla="*/ 3 h 424"/>
                <a:gd name="T72" fmla="*/ 0 w 244"/>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4"/>
                <a:gd name="T113" fmla="*/ 244 w 244"/>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4">
                  <a:moveTo>
                    <a:pt x="0" y="424"/>
                  </a:moveTo>
                  <a:lnTo>
                    <a:pt x="0" y="424"/>
                  </a:lnTo>
                  <a:lnTo>
                    <a:pt x="25" y="422"/>
                  </a:lnTo>
                  <a:lnTo>
                    <a:pt x="50" y="416"/>
                  </a:lnTo>
                  <a:lnTo>
                    <a:pt x="73" y="405"/>
                  </a:lnTo>
                  <a:lnTo>
                    <a:pt x="96" y="390"/>
                  </a:lnTo>
                  <a:lnTo>
                    <a:pt x="118" y="373"/>
                  </a:lnTo>
                  <a:lnTo>
                    <a:pt x="138" y="350"/>
                  </a:lnTo>
                  <a:lnTo>
                    <a:pt x="155" y="326"/>
                  </a:lnTo>
                  <a:lnTo>
                    <a:pt x="173" y="299"/>
                  </a:lnTo>
                  <a:lnTo>
                    <a:pt x="189" y="268"/>
                  </a:lnTo>
                  <a:lnTo>
                    <a:pt x="203" y="235"/>
                  </a:lnTo>
                  <a:lnTo>
                    <a:pt x="215" y="201"/>
                  </a:lnTo>
                  <a:lnTo>
                    <a:pt x="226" y="163"/>
                  </a:lnTo>
                  <a:lnTo>
                    <a:pt x="234" y="125"/>
                  </a:lnTo>
                  <a:lnTo>
                    <a:pt x="240" y="85"/>
                  </a:lnTo>
                  <a:lnTo>
                    <a:pt x="243" y="42"/>
                  </a:lnTo>
                  <a:lnTo>
                    <a:pt x="244" y="0"/>
                  </a:lnTo>
                  <a:lnTo>
                    <a:pt x="233" y="0"/>
                  </a:lnTo>
                  <a:lnTo>
                    <a:pt x="232" y="42"/>
                  </a:lnTo>
                  <a:lnTo>
                    <a:pt x="228" y="83"/>
                  </a:lnTo>
                  <a:lnTo>
                    <a:pt x="222" y="123"/>
                  </a:lnTo>
                  <a:lnTo>
                    <a:pt x="214" y="160"/>
                  </a:lnTo>
                  <a:lnTo>
                    <a:pt x="203" y="197"/>
                  </a:lnTo>
                  <a:lnTo>
                    <a:pt x="192" y="231"/>
                  </a:lnTo>
                  <a:lnTo>
                    <a:pt x="178" y="263"/>
                  </a:lnTo>
                  <a:lnTo>
                    <a:pt x="164" y="292"/>
                  </a:lnTo>
                  <a:lnTo>
                    <a:pt x="146" y="319"/>
                  </a:lnTo>
                  <a:lnTo>
                    <a:pt x="129" y="343"/>
                  </a:lnTo>
                  <a:lnTo>
                    <a:pt x="109" y="363"/>
                  </a:lnTo>
                  <a:lnTo>
                    <a:pt x="89" y="381"/>
                  </a:lnTo>
                  <a:lnTo>
                    <a:pt x="66" y="394"/>
                  </a:lnTo>
                  <a:lnTo>
                    <a:pt x="45" y="404"/>
                  </a:lnTo>
                  <a:lnTo>
                    <a:pt x="23" y="410"/>
                  </a:lnTo>
                  <a:lnTo>
                    <a:pt x="0" y="412"/>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2376" name="Freeform 54"/>
            <p:cNvSpPr>
              <a:spLocks/>
            </p:cNvSpPr>
            <p:nvPr/>
          </p:nvSpPr>
          <p:spPr bwMode="auto">
            <a:xfrm>
              <a:off x="915" y="1830"/>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1" y="42"/>
                  </a:lnTo>
                  <a:lnTo>
                    <a:pt x="4" y="85"/>
                  </a:lnTo>
                  <a:lnTo>
                    <a:pt x="10" y="125"/>
                  </a:lnTo>
                  <a:lnTo>
                    <a:pt x="19" y="163"/>
                  </a:lnTo>
                  <a:lnTo>
                    <a:pt x="29" y="201"/>
                  </a:lnTo>
                  <a:lnTo>
                    <a:pt x="41" y="235"/>
                  </a:lnTo>
                  <a:lnTo>
                    <a:pt x="55" y="268"/>
                  </a:lnTo>
                  <a:lnTo>
                    <a:pt x="71" y="299"/>
                  </a:lnTo>
                  <a:lnTo>
                    <a:pt x="89" y="326"/>
                  </a:lnTo>
                  <a:lnTo>
                    <a:pt x="106" y="350"/>
                  </a:lnTo>
                  <a:lnTo>
                    <a:pt x="126" y="373"/>
                  </a:lnTo>
                  <a:lnTo>
                    <a:pt x="149" y="390"/>
                  </a:lnTo>
                  <a:lnTo>
                    <a:pt x="171" y="405"/>
                  </a:lnTo>
                  <a:lnTo>
                    <a:pt x="194" y="416"/>
                  </a:lnTo>
                  <a:lnTo>
                    <a:pt x="219" y="422"/>
                  </a:lnTo>
                  <a:lnTo>
                    <a:pt x="245" y="424"/>
                  </a:lnTo>
                  <a:lnTo>
                    <a:pt x="245" y="412"/>
                  </a:lnTo>
                  <a:lnTo>
                    <a:pt x="221" y="410"/>
                  </a:lnTo>
                  <a:lnTo>
                    <a:pt x="199" y="404"/>
                  </a:lnTo>
                  <a:lnTo>
                    <a:pt x="178" y="394"/>
                  </a:lnTo>
                  <a:lnTo>
                    <a:pt x="156" y="381"/>
                  </a:lnTo>
                  <a:lnTo>
                    <a:pt x="136" y="363"/>
                  </a:lnTo>
                  <a:lnTo>
                    <a:pt x="116" y="343"/>
                  </a:lnTo>
                  <a:lnTo>
                    <a:pt x="98" y="319"/>
                  </a:lnTo>
                  <a:lnTo>
                    <a:pt x="81" y="292"/>
                  </a:lnTo>
                  <a:lnTo>
                    <a:pt x="67" y="263"/>
                  </a:lnTo>
                  <a:lnTo>
                    <a:pt x="52" y="231"/>
                  </a:lnTo>
                  <a:lnTo>
                    <a:pt x="41" y="197"/>
                  </a:lnTo>
                  <a:lnTo>
                    <a:pt x="30" y="160"/>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2377" name="Freeform 55"/>
            <p:cNvSpPr>
              <a:spLocks/>
            </p:cNvSpPr>
            <p:nvPr/>
          </p:nvSpPr>
          <p:spPr bwMode="auto">
            <a:xfrm>
              <a:off x="915" y="1745"/>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0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19" y="2"/>
                  </a:lnTo>
                  <a:lnTo>
                    <a:pt x="194" y="8"/>
                  </a:lnTo>
                  <a:lnTo>
                    <a:pt x="171" y="19"/>
                  </a:lnTo>
                  <a:lnTo>
                    <a:pt x="149" y="34"/>
                  </a:lnTo>
                  <a:lnTo>
                    <a:pt x="126" y="52"/>
                  </a:lnTo>
                  <a:lnTo>
                    <a:pt x="106" y="74"/>
                  </a:lnTo>
                  <a:lnTo>
                    <a:pt x="89" y="99"/>
                  </a:lnTo>
                  <a:lnTo>
                    <a:pt x="70" y="126"/>
                  </a:lnTo>
                  <a:lnTo>
                    <a:pt x="55" y="157"/>
                  </a:lnTo>
                  <a:lnTo>
                    <a:pt x="41" y="189"/>
                  </a:lnTo>
                  <a:lnTo>
                    <a:pt x="29" y="224"/>
                  </a:lnTo>
                  <a:lnTo>
                    <a:pt x="19" y="262"/>
                  </a:lnTo>
                  <a:lnTo>
                    <a:pt x="10" y="300"/>
                  </a:lnTo>
                  <a:lnTo>
                    <a:pt x="4" y="340"/>
                  </a:lnTo>
                  <a:lnTo>
                    <a:pt x="1" y="383"/>
                  </a:lnTo>
                  <a:lnTo>
                    <a:pt x="0" y="426"/>
                  </a:lnTo>
                  <a:lnTo>
                    <a:pt x="11" y="426"/>
                  </a:lnTo>
                  <a:lnTo>
                    <a:pt x="13" y="383"/>
                  </a:lnTo>
                  <a:lnTo>
                    <a:pt x="16" y="342"/>
                  </a:lnTo>
                  <a:lnTo>
                    <a:pt x="22" y="303"/>
                  </a:lnTo>
                  <a:lnTo>
                    <a:pt x="30" y="264"/>
                  </a:lnTo>
                  <a:lnTo>
                    <a:pt x="41" y="229"/>
                  </a:lnTo>
                  <a:lnTo>
                    <a:pt x="52" y="194"/>
                  </a:lnTo>
                  <a:lnTo>
                    <a:pt x="67" y="162"/>
                  </a:lnTo>
                  <a:lnTo>
                    <a:pt x="82" y="133"/>
                  </a:lnTo>
                  <a:lnTo>
                    <a:pt x="98" y="106"/>
                  </a:lnTo>
                  <a:lnTo>
                    <a:pt x="116" y="81"/>
                  </a:lnTo>
                  <a:lnTo>
                    <a:pt x="136" y="61"/>
                  </a:lnTo>
                  <a:lnTo>
                    <a:pt x="156" y="43"/>
                  </a:lnTo>
                  <a:lnTo>
                    <a:pt x="178" y="31"/>
                  </a:lnTo>
                  <a:lnTo>
                    <a:pt x="199" y="20"/>
                  </a:lnTo>
                  <a:lnTo>
                    <a:pt x="221"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2378" name="Freeform 56"/>
            <p:cNvSpPr>
              <a:spLocks/>
            </p:cNvSpPr>
            <p:nvPr/>
          </p:nvSpPr>
          <p:spPr bwMode="auto">
            <a:xfrm>
              <a:off x="1140" y="2087"/>
              <a:ext cx="49" cy="85"/>
            </a:xfrm>
            <a:custGeom>
              <a:avLst/>
              <a:gdLst>
                <a:gd name="T0" fmla="*/ 2 w 246"/>
                <a:gd name="T1" fmla="*/ 3 h 424"/>
                <a:gd name="T2" fmla="*/ 2 w 246"/>
                <a:gd name="T3" fmla="*/ 3 h 424"/>
                <a:gd name="T4" fmla="*/ 2 w 246"/>
                <a:gd name="T5" fmla="*/ 3 h 424"/>
                <a:gd name="T6" fmla="*/ 2 w 246"/>
                <a:gd name="T7" fmla="*/ 3 h 424"/>
                <a:gd name="T8" fmla="*/ 2 w 246"/>
                <a:gd name="T9" fmla="*/ 2 h 424"/>
                <a:gd name="T10" fmla="*/ 2 w 246"/>
                <a:gd name="T11" fmla="*/ 2 h 424"/>
                <a:gd name="T12" fmla="*/ 2 w 246"/>
                <a:gd name="T13" fmla="*/ 2 h 424"/>
                <a:gd name="T14" fmla="*/ 2 w 246"/>
                <a:gd name="T15" fmla="*/ 2 h 424"/>
                <a:gd name="T16" fmla="*/ 2 w 246"/>
                <a:gd name="T17" fmla="*/ 1 h 424"/>
                <a:gd name="T18" fmla="*/ 1 w 246"/>
                <a:gd name="T19" fmla="*/ 1 h 424"/>
                <a:gd name="T20" fmla="*/ 1 w 246"/>
                <a:gd name="T21" fmla="*/ 1 h 424"/>
                <a:gd name="T22" fmla="*/ 1 w 246"/>
                <a:gd name="T23" fmla="*/ 1 h 424"/>
                <a:gd name="T24" fmla="*/ 1 w 246"/>
                <a:gd name="T25" fmla="*/ 0 h 424"/>
                <a:gd name="T26" fmla="*/ 1 w 246"/>
                <a:gd name="T27" fmla="*/ 0 h 424"/>
                <a:gd name="T28" fmla="*/ 1 w 246"/>
                <a:gd name="T29" fmla="*/ 0 h 424"/>
                <a:gd name="T30" fmla="*/ 0 w 246"/>
                <a:gd name="T31" fmla="*/ 0 h 424"/>
                <a:gd name="T32" fmla="*/ 0 w 246"/>
                <a:gd name="T33" fmla="*/ 0 h 424"/>
                <a:gd name="T34" fmla="*/ 0 w 246"/>
                <a:gd name="T35" fmla="*/ 0 h 424"/>
                <a:gd name="T36" fmla="*/ 0 w 246"/>
                <a:gd name="T37" fmla="*/ 0 h 424"/>
                <a:gd name="T38" fmla="*/ 0 w 246"/>
                <a:gd name="T39" fmla="*/ 0 h 424"/>
                <a:gd name="T40" fmla="*/ 0 w 246"/>
                <a:gd name="T41" fmla="*/ 0 h 424"/>
                <a:gd name="T42" fmla="*/ 1 w 246"/>
                <a:gd name="T43" fmla="*/ 0 h 424"/>
                <a:gd name="T44" fmla="*/ 1 w 246"/>
                <a:gd name="T45" fmla="*/ 0 h 424"/>
                <a:gd name="T46" fmla="*/ 1 w 246"/>
                <a:gd name="T47" fmla="*/ 0 h 424"/>
                <a:gd name="T48" fmla="*/ 1 w 246"/>
                <a:gd name="T49" fmla="*/ 1 h 424"/>
                <a:gd name="T50" fmla="*/ 1 w 246"/>
                <a:gd name="T51" fmla="*/ 1 h 424"/>
                <a:gd name="T52" fmla="*/ 1 w 246"/>
                <a:gd name="T53" fmla="*/ 1 h 424"/>
                <a:gd name="T54" fmla="*/ 1 w 246"/>
                <a:gd name="T55" fmla="*/ 1 h 424"/>
                <a:gd name="T56" fmla="*/ 2 w 246"/>
                <a:gd name="T57" fmla="*/ 2 h 424"/>
                <a:gd name="T58" fmla="*/ 2 w 246"/>
                <a:gd name="T59" fmla="*/ 2 h 424"/>
                <a:gd name="T60" fmla="*/ 2 w 246"/>
                <a:gd name="T61" fmla="*/ 2 h 424"/>
                <a:gd name="T62" fmla="*/ 2 w 246"/>
                <a:gd name="T63" fmla="*/ 2 h 424"/>
                <a:gd name="T64" fmla="*/ 2 w 246"/>
                <a:gd name="T65" fmla="*/ 3 h 424"/>
                <a:gd name="T66" fmla="*/ 2 w 246"/>
                <a:gd name="T67" fmla="*/ 3 h 424"/>
                <a:gd name="T68" fmla="*/ 2 w 246"/>
                <a:gd name="T69" fmla="*/ 3 h 424"/>
                <a:gd name="T70" fmla="*/ 2 w 246"/>
                <a:gd name="T71" fmla="*/ 3 h 424"/>
                <a:gd name="T72" fmla="*/ 2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424"/>
                  </a:moveTo>
                  <a:lnTo>
                    <a:pt x="246" y="424"/>
                  </a:lnTo>
                  <a:lnTo>
                    <a:pt x="244" y="382"/>
                  </a:lnTo>
                  <a:lnTo>
                    <a:pt x="241" y="338"/>
                  </a:lnTo>
                  <a:lnTo>
                    <a:pt x="235" y="298"/>
                  </a:lnTo>
                  <a:lnTo>
                    <a:pt x="227" y="261"/>
                  </a:lnTo>
                  <a:lnTo>
                    <a:pt x="216" y="222"/>
                  </a:lnTo>
                  <a:lnTo>
                    <a:pt x="205" y="188"/>
                  </a:lnTo>
                  <a:lnTo>
                    <a:pt x="190" y="155"/>
                  </a:lnTo>
                  <a:lnTo>
                    <a:pt x="174" y="125"/>
                  </a:lnTo>
                  <a:lnTo>
                    <a:pt x="157" y="98"/>
                  </a:lnTo>
                  <a:lnTo>
                    <a:pt x="138" y="73"/>
                  </a:lnTo>
                  <a:lnTo>
                    <a:pt x="118" y="51"/>
                  </a:lnTo>
                  <a:lnTo>
                    <a:pt x="96" y="34"/>
                  </a:lnTo>
                  <a:lnTo>
                    <a:pt x="74" y="18"/>
                  </a:lnTo>
                  <a:lnTo>
                    <a:pt x="50" y="8"/>
                  </a:lnTo>
                  <a:lnTo>
                    <a:pt x="25" y="2"/>
                  </a:lnTo>
                  <a:lnTo>
                    <a:pt x="0" y="0"/>
                  </a:lnTo>
                  <a:lnTo>
                    <a:pt x="0" y="11"/>
                  </a:lnTo>
                  <a:lnTo>
                    <a:pt x="23" y="14"/>
                  </a:lnTo>
                  <a:lnTo>
                    <a:pt x="45" y="19"/>
                  </a:lnTo>
                  <a:lnTo>
                    <a:pt x="67" y="30"/>
                  </a:lnTo>
                  <a:lnTo>
                    <a:pt x="89" y="43"/>
                  </a:lnTo>
                  <a:lnTo>
                    <a:pt x="108" y="60"/>
                  </a:lnTo>
                  <a:lnTo>
                    <a:pt x="128" y="80"/>
                  </a:lnTo>
                  <a:lnTo>
                    <a:pt x="147" y="105"/>
                  </a:lnTo>
                  <a:lnTo>
                    <a:pt x="165" y="132"/>
                  </a:lnTo>
                  <a:lnTo>
                    <a:pt x="179" y="160"/>
                  </a:lnTo>
                  <a:lnTo>
                    <a:pt x="193" y="193"/>
                  </a:lnTo>
                  <a:lnTo>
                    <a:pt x="205" y="227"/>
                  </a:lnTo>
                  <a:lnTo>
                    <a:pt x="215" y="263"/>
                  </a:lnTo>
                  <a:lnTo>
                    <a:pt x="223" y="301"/>
                  </a:lnTo>
                  <a:lnTo>
                    <a:pt x="229" y="341"/>
                  </a:lnTo>
                  <a:lnTo>
                    <a:pt x="233" y="382"/>
                  </a:lnTo>
                  <a:lnTo>
                    <a:pt x="234" y="424"/>
                  </a:lnTo>
                  <a:lnTo>
                    <a:pt x="246"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2379" name="Freeform 57"/>
            <p:cNvSpPr>
              <a:spLocks/>
            </p:cNvSpPr>
            <p:nvPr/>
          </p:nvSpPr>
          <p:spPr bwMode="auto">
            <a:xfrm>
              <a:off x="1140" y="2172"/>
              <a:ext cx="49" cy="85"/>
            </a:xfrm>
            <a:custGeom>
              <a:avLst/>
              <a:gdLst>
                <a:gd name="T0" fmla="*/ 0 w 246"/>
                <a:gd name="T1" fmla="*/ 3 h 426"/>
                <a:gd name="T2" fmla="*/ 0 w 246"/>
                <a:gd name="T3" fmla="*/ 3 h 426"/>
                <a:gd name="T4" fmla="*/ 0 w 246"/>
                <a:gd name="T5" fmla="*/ 3 h 426"/>
                <a:gd name="T6" fmla="*/ 0 w 246"/>
                <a:gd name="T7" fmla="*/ 3 h 426"/>
                <a:gd name="T8" fmla="*/ 1 w 246"/>
                <a:gd name="T9" fmla="*/ 3 h 426"/>
                <a:gd name="T10" fmla="*/ 1 w 246"/>
                <a:gd name="T11" fmla="*/ 3 h 426"/>
                <a:gd name="T12" fmla="*/ 1 w 246"/>
                <a:gd name="T13" fmla="*/ 3 h 426"/>
                <a:gd name="T14" fmla="*/ 1 w 246"/>
                <a:gd name="T15" fmla="*/ 3 h 426"/>
                <a:gd name="T16" fmla="*/ 1 w 246"/>
                <a:gd name="T17" fmla="*/ 3 h 426"/>
                <a:gd name="T18" fmla="*/ 1 w 246"/>
                <a:gd name="T19" fmla="*/ 2 h 426"/>
                <a:gd name="T20" fmla="*/ 2 w 246"/>
                <a:gd name="T21" fmla="*/ 2 h 426"/>
                <a:gd name="T22" fmla="*/ 2 w 246"/>
                <a:gd name="T23" fmla="*/ 2 h 426"/>
                <a:gd name="T24" fmla="*/ 2 w 246"/>
                <a:gd name="T25" fmla="*/ 2 h 426"/>
                <a:gd name="T26" fmla="*/ 2 w 246"/>
                <a:gd name="T27" fmla="*/ 1 h 426"/>
                <a:gd name="T28" fmla="*/ 2 w 246"/>
                <a:gd name="T29" fmla="*/ 1 h 426"/>
                <a:gd name="T30" fmla="*/ 2 w 246"/>
                <a:gd name="T31" fmla="*/ 1 h 426"/>
                <a:gd name="T32" fmla="*/ 2 w 246"/>
                <a:gd name="T33" fmla="*/ 0 h 426"/>
                <a:gd name="T34" fmla="*/ 2 w 246"/>
                <a:gd name="T35" fmla="*/ 0 h 426"/>
                <a:gd name="T36" fmla="*/ 2 w 246"/>
                <a:gd name="T37" fmla="*/ 0 h 426"/>
                <a:gd name="T38" fmla="*/ 2 w 246"/>
                <a:gd name="T39" fmla="*/ 0 h 426"/>
                <a:gd name="T40" fmla="*/ 2 w 246"/>
                <a:gd name="T41" fmla="*/ 1 h 426"/>
                <a:gd name="T42" fmla="*/ 2 w 246"/>
                <a:gd name="T43" fmla="*/ 1 h 426"/>
                <a:gd name="T44" fmla="*/ 2 w 246"/>
                <a:gd name="T45" fmla="*/ 1 h 426"/>
                <a:gd name="T46" fmla="*/ 2 w 246"/>
                <a:gd name="T47" fmla="*/ 2 h 426"/>
                <a:gd name="T48" fmla="*/ 2 w 246"/>
                <a:gd name="T49" fmla="*/ 2 h 426"/>
                <a:gd name="T50" fmla="*/ 1 w 246"/>
                <a:gd name="T51" fmla="*/ 2 h 426"/>
                <a:gd name="T52" fmla="*/ 1 w 246"/>
                <a:gd name="T53" fmla="*/ 2 h 426"/>
                <a:gd name="T54" fmla="*/ 1 w 246"/>
                <a:gd name="T55" fmla="*/ 3 h 426"/>
                <a:gd name="T56" fmla="*/ 1 w 246"/>
                <a:gd name="T57" fmla="*/ 3 h 426"/>
                <a:gd name="T58" fmla="*/ 1 w 246"/>
                <a:gd name="T59" fmla="*/ 3 h 426"/>
                <a:gd name="T60" fmla="*/ 1 w 246"/>
                <a:gd name="T61" fmla="*/ 3 h 426"/>
                <a:gd name="T62" fmla="*/ 1 w 246"/>
                <a:gd name="T63" fmla="*/ 3 h 426"/>
                <a:gd name="T64" fmla="*/ 0 w 246"/>
                <a:gd name="T65" fmla="*/ 3 h 426"/>
                <a:gd name="T66" fmla="*/ 0 w 246"/>
                <a:gd name="T67" fmla="*/ 3 h 426"/>
                <a:gd name="T68" fmla="*/ 0 w 246"/>
                <a:gd name="T69" fmla="*/ 3 h 426"/>
                <a:gd name="T70" fmla="*/ 0 w 246"/>
                <a:gd name="T71" fmla="*/ 3 h 426"/>
                <a:gd name="T72" fmla="*/ 0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426"/>
                  </a:moveTo>
                  <a:lnTo>
                    <a:pt x="0" y="426"/>
                  </a:lnTo>
                  <a:lnTo>
                    <a:pt x="25" y="423"/>
                  </a:lnTo>
                  <a:lnTo>
                    <a:pt x="50" y="417"/>
                  </a:lnTo>
                  <a:lnTo>
                    <a:pt x="74" y="407"/>
                  </a:lnTo>
                  <a:lnTo>
                    <a:pt x="96" y="392"/>
                  </a:lnTo>
                  <a:lnTo>
                    <a:pt x="118" y="373"/>
                  </a:lnTo>
                  <a:lnTo>
                    <a:pt x="138" y="350"/>
                  </a:lnTo>
                  <a:lnTo>
                    <a:pt x="157" y="327"/>
                  </a:lnTo>
                  <a:lnTo>
                    <a:pt x="175" y="299"/>
                  </a:lnTo>
                  <a:lnTo>
                    <a:pt x="190" y="268"/>
                  </a:lnTo>
                  <a:lnTo>
                    <a:pt x="205" y="236"/>
                  </a:lnTo>
                  <a:lnTo>
                    <a:pt x="216" y="202"/>
                  </a:lnTo>
                  <a:lnTo>
                    <a:pt x="227" y="164"/>
                  </a:lnTo>
                  <a:lnTo>
                    <a:pt x="235" y="125"/>
                  </a:lnTo>
                  <a:lnTo>
                    <a:pt x="241" y="86"/>
                  </a:lnTo>
                  <a:lnTo>
                    <a:pt x="244" y="42"/>
                  </a:lnTo>
                  <a:lnTo>
                    <a:pt x="246" y="0"/>
                  </a:lnTo>
                  <a:lnTo>
                    <a:pt x="234" y="0"/>
                  </a:lnTo>
                  <a:lnTo>
                    <a:pt x="233" y="42"/>
                  </a:lnTo>
                  <a:lnTo>
                    <a:pt x="229" y="83"/>
                  </a:lnTo>
                  <a:lnTo>
                    <a:pt x="223" y="123"/>
                  </a:lnTo>
                  <a:lnTo>
                    <a:pt x="215" y="162"/>
                  </a:lnTo>
                  <a:lnTo>
                    <a:pt x="205" y="197"/>
                  </a:lnTo>
                  <a:lnTo>
                    <a:pt x="193" y="231"/>
                  </a:lnTo>
                  <a:lnTo>
                    <a:pt x="179" y="264"/>
                  </a:lnTo>
                  <a:lnTo>
                    <a:pt x="164" y="292"/>
                  </a:lnTo>
                  <a:lnTo>
                    <a:pt x="147" y="320"/>
                  </a:lnTo>
                  <a:lnTo>
                    <a:pt x="128" y="343"/>
                  </a:lnTo>
                  <a:lnTo>
                    <a:pt x="108" y="363"/>
                  </a:lnTo>
                  <a:lnTo>
                    <a:pt x="89" y="382"/>
                  </a:lnTo>
                  <a:lnTo>
                    <a:pt x="67" y="395"/>
                  </a:lnTo>
                  <a:lnTo>
                    <a:pt x="45" y="406"/>
                  </a:lnTo>
                  <a:lnTo>
                    <a:pt x="23" y="411"/>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2380" name="Freeform 58"/>
            <p:cNvSpPr>
              <a:spLocks/>
            </p:cNvSpPr>
            <p:nvPr/>
          </p:nvSpPr>
          <p:spPr bwMode="auto">
            <a:xfrm>
              <a:off x="1091" y="2172"/>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4" y="86"/>
                  </a:lnTo>
                  <a:lnTo>
                    <a:pt x="10" y="125"/>
                  </a:lnTo>
                  <a:lnTo>
                    <a:pt x="18" y="164"/>
                  </a:lnTo>
                  <a:lnTo>
                    <a:pt x="29" y="202"/>
                  </a:lnTo>
                  <a:lnTo>
                    <a:pt x="41" y="236"/>
                  </a:lnTo>
                  <a:lnTo>
                    <a:pt x="55" y="268"/>
                  </a:lnTo>
                  <a:lnTo>
                    <a:pt x="70" y="299"/>
                  </a:lnTo>
                  <a:lnTo>
                    <a:pt x="89" y="327"/>
                  </a:lnTo>
                  <a:lnTo>
                    <a:pt x="106" y="350"/>
                  </a:lnTo>
                  <a:lnTo>
                    <a:pt x="126" y="373"/>
                  </a:lnTo>
                  <a:lnTo>
                    <a:pt x="148" y="392"/>
                  </a:lnTo>
                  <a:lnTo>
                    <a:pt x="171" y="407"/>
                  </a:lnTo>
                  <a:lnTo>
                    <a:pt x="194" y="417"/>
                  </a:lnTo>
                  <a:lnTo>
                    <a:pt x="219" y="423"/>
                  </a:lnTo>
                  <a:lnTo>
                    <a:pt x="245" y="426"/>
                  </a:lnTo>
                  <a:lnTo>
                    <a:pt x="245" y="414"/>
                  </a:lnTo>
                  <a:lnTo>
                    <a:pt x="221" y="411"/>
                  </a:lnTo>
                  <a:lnTo>
                    <a:pt x="199" y="406"/>
                  </a:lnTo>
                  <a:lnTo>
                    <a:pt x="178" y="395"/>
                  </a:lnTo>
                  <a:lnTo>
                    <a:pt x="155" y="382"/>
                  </a:lnTo>
                  <a:lnTo>
                    <a:pt x="136" y="363"/>
                  </a:lnTo>
                  <a:lnTo>
                    <a:pt x="116" y="343"/>
                  </a:lnTo>
                  <a:lnTo>
                    <a:pt x="98" y="320"/>
                  </a:lnTo>
                  <a:lnTo>
                    <a:pt x="82" y="292"/>
                  </a:lnTo>
                  <a:lnTo>
                    <a:pt x="66" y="264"/>
                  </a:lnTo>
                  <a:lnTo>
                    <a:pt x="52" y="231"/>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2381" name="Freeform 59"/>
            <p:cNvSpPr>
              <a:spLocks/>
            </p:cNvSpPr>
            <p:nvPr/>
          </p:nvSpPr>
          <p:spPr bwMode="auto">
            <a:xfrm>
              <a:off x="1091" y="2087"/>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4" y="8"/>
                  </a:lnTo>
                  <a:lnTo>
                    <a:pt x="171" y="18"/>
                  </a:lnTo>
                  <a:lnTo>
                    <a:pt x="148" y="34"/>
                  </a:lnTo>
                  <a:lnTo>
                    <a:pt x="126" y="51"/>
                  </a:lnTo>
                  <a:lnTo>
                    <a:pt x="106" y="73"/>
                  </a:lnTo>
                  <a:lnTo>
                    <a:pt x="89" y="98"/>
                  </a:lnTo>
                  <a:lnTo>
                    <a:pt x="71" y="125"/>
                  </a:lnTo>
                  <a:lnTo>
                    <a:pt x="55" y="155"/>
                  </a:lnTo>
                  <a:lnTo>
                    <a:pt x="41" y="188"/>
                  </a:lnTo>
                  <a:lnTo>
                    <a:pt x="29" y="222"/>
                  </a:lnTo>
                  <a:lnTo>
                    <a:pt x="18" y="261"/>
                  </a:lnTo>
                  <a:lnTo>
                    <a:pt x="10" y="298"/>
                  </a:lnTo>
                  <a:lnTo>
                    <a:pt x="4" y="338"/>
                  </a:lnTo>
                  <a:lnTo>
                    <a:pt x="1" y="382"/>
                  </a:lnTo>
                  <a:lnTo>
                    <a:pt x="0" y="424"/>
                  </a:lnTo>
                  <a:lnTo>
                    <a:pt x="11" y="424"/>
                  </a:lnTo>
                  <a:lnTo>
                    <a:pt x="13" y="382"/>
                  </a:lnTo>
                  <a:lnTo>
                    <a:pt x="16" y="341"/>
                  </a:lnTo>
                  <a:lnTo>
                    <a:pt x="22" y="301"/>
                  </a:lnTo>
                  <a:lnTo>
                    <a:pt x="30" y="263"/>
                  </a:lnTo>
                  <a:lnTo>
                    <a:pt x="41" y="227"/>
                  </a:lnTo>
                  <a:lnTo>
                    <a:pt x="52" y="193"/>
                  </a:lnTo>
                  <a:lnTo>
                    <a:pt x="66" y="160"/>
                  </a:lnTo>
                  <a:lnTo>
                    <a:pt x="80" y="132"/>
                  </a:lnTo>
                  <a:lnTo>
                    <a:pt x="98" y="105"/>
                  </a:lnTo>
                  <a:lnTo>
                    <a:pt x="116" y="80"/>
                  </a:lnTo>
                  <a:lnTo>
                    <a:pt x="136" y="60"/>
                  </a:lnTo>
                  <a:lnTo>
                    <a:pt x="155" y="43"/>
                  </a:lnTo>
                  <a:lnTo>
                    <a:pt x="178" y="30"/>
                  </a:lnTo>
                  <a:lnTo>
                    <a:pt x="199" y="19"/>
                  </a:lnTo>
                  <a:lnTo>
                    <a:pt x="221" y="14"/>
                  </a:lnTo>
                  <a:lnTo>
                    <a:pt x="245" y="11"/>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2382" name="Freeform 60"/>
            <p:cNvSpPr>
              <a:spLocks/>
            </p:cNvSpPr>
            <p:nvPr/>
          </p:nvSpPr>
          <p:spPr bwMode="auto">
            <a:xfrm>
              <a:off x="1392" y="2118"/>
              <a:ext cx="49" cy="85"/>
            </a:xfrm>
            <a:custGeom>
              <a:avLst/>
              <a:gdLst>
                <a:gd name="T0" fmla="*/ 2 w 246"/>
                <a:gd name="T1" fmla="*/ 3 h 426"/>
                <a:gd name="T2" fmla="*/ 2 w 246"/>
                <a:gd name="T3" fmla="*/ 3 h 426"/>
                <a:gd name="T4" fmla="*/ 2 w 246"/>
                <a:gd name="T5" fmla="*/ 3 h 426"/>
                <a:gd name="T6" fmla="*/ 2 w 246"/>
                <a:gd name="T7" fmla="*/ 3 h 426"/>
                <a:gd name="T8" fmla="*/ 2 w 246"/>
                <a:gd name="T9" fmla="*/ 2 h 426"/>
                <a:gd name="T10" fmla="*/ 2 w 246"/>
                <a:gd name="T11" fmla="*/ 2 h 426"/>
                <a:gd name="T12" fmla="*/ 2 w 246"/>
                <a:gd name="T13" fmla="*/ 2 h 426"/>
                <a:gd name="T14" fmla="*/ 2 w 246"/>
                <a:gd name="T15" fmla="*/ 2 h 426"/>
                <a:gd name="T16" fmla="*/ 2 w 246"/>
                <a:gd name="T17" fmla="*/ 1 h 426"/>
                <a:gd name="T18" fmla="*/ 1 w 246"/>
                <a:gd name="T19" fmla="*/ 1 h 426"/>
                <a:gd name="T20" fmla="*/ 1 w 246"/>
                <a:gd name="T21" fmla="*/ 1 h 426"/>
                <a:gd name="T22" fmla="*/ 1 w 246"/>
                <a:gd name="T23" fmla="*/ 1 h 426"/>
                <a:gd name="T24" fmla="*/ 1 w 246"/>
                <a:gd name="T25" fmla="*/ 0 h 426"/>
                <a:gd name="T26" fmla="*/ 1 w 246"/>
                <a:gd name="T27" fmla="*/ 0 h 426"/>
                <a:gd name="T28" fmla="*/ 1 w 246"/>
                <a:gd name="T29" fmla="*/ 0 h 426"/>
                <a:gd name="T30" fmla="*/ 0 w 246"/>
                <a:gd name="T31" fmla="*/ 0 h 426"/>
                <a:gd name="T32" fmla="*/ 0 w 246"/>
                <a:gd name="T33" fmla="*/ 0 h 426"/>
                <a:gd name="T34" fmla="*/ 0 w 246"/>
                <a:gd name="T35" fmla="*/ 0 h 426"/>
                <a:gd name="T36" fmla="*/ 0 w 246"/>
                <a:gd name="T37" fmla="*/ 0 h 426"/>
                <a:gd name="T38" fmla="*/ 0 w 246"/>
                <a:gd name="T39" fmla="*/ 0 h 426"/>
                <a:gd name="T40" fmla="*/ 0 w 246"/>
                <a:gd name="T41" fmla="*/ 0 h 426"/>
                <a:gd name="T42" fmla="*/ 1 w 246"/>
                <a:gd name="T43" fmla="*/ 0 h 426"/>
                <a:gd name="T44" fmla="*/ 1 w 246"/>
                <a:gd name="T45" fmla="*/ 0 h 426"/>
                <a:gd name="T46" fmla="*/ 1 w 246"/>
                <a:gd name="T47" fmla="*/ 1 h 426"/>
                <a:gd name="T48" fmla="*/ 1 w 246"/>
                <a:gd name="T49" fmla="*/ 1 h 426"/>
                <a:gd name="T50" fmla="*/ 1 w 246"/>
                <a:gd name="T51" fmla="*/ 1 h 426"/>
                <a:gd name="T52" fmla="*/ 1 w 246"/>
                <a:gd name="T53" fmla="*/ 1 h 426"/>
                <a:gd name="T54" fmla="*/ 1 w 246"/>
                <a:gd name="T55" fmla="*/ 1 h 426"/>
                <a:gd name="T56" fmla="*/ 2 w 246"/>
                <a:gd name="T57" fmla="*/ 2 h 426"/>
                <a:gd name="T58" fmla="*/ 2 w 246"/>
                <a:gd name="T59" fmla="*/ 2 h 426"/>
                <a:gd name="T60" fmla="*/ 2 w 246"/>
                <a:gd name="T61" fmla="*/ 2 h 426"/>
                <a:gd name="T62" fmla="*/ 2 w 246"/>
                <a:gd name="T63" fmla="*/ 2 h 426"/>
                <a:gd name="T64" fmla="*/ 2 w 246"/>
                <a:gd name="T65" fmla="*/ 3 h 426"/>
                <a:gd name="T66" fmla="*/ 2 w 246"/>
                <a:gd name="T67" fmla="*/ 3 h 426"/>
                <a:gd name="T68" fmla="*/ 2 w 246"/>
                <a:gd name="T69" fmla="*/ 3 h 426"/>
                <a:gd name="T70" fmla="*/ 2 w 246"/>
                <a:gd name="T71" fmla="*/ 3 h 426"/>
                <a:gd name="T72" fmla="*/ 2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246" y="426"/>
                  </a:moveTo>
                  <a:lnTo>
                    <a:pt x="246" y="426"/>
                  </a:lnTo>
                  <a:lnTo>
                    <a:pt x="245" y="384"/>
                  </a:lnTo>
                  <a:lnTo>
                    <a:pt x="242" y="340"/>
                  </a:lnTo>
                  <a:lnTo>
                    <a:pt x="236" y="301"/>
                  </a:lnTo>
                  <a:lnTo>
                    <a:pt x="228" y="262"/>
                  </a:lnTo>
                  <a:lnTo>
                    <a:pt x="217" y="224"/>
                  </a:lnTo>
                  <a:lnTo>
                    <a:pt x="205" y="190"/>
                  </a:lnTo>
                  <a:lnTo>
                    <a:pt x="191" y="158"/>
                  </a:lnTo>
                  <a:lnTo>
                    <a:pt x="176" y="126"/>
                  </a:lnTo>
                  <a:lnTo>
                    <a:pt x="157" y="99"/>
                  </a:lnTo>
                  <a:lnTo>
                    <a:pt x="139" y="75"/>
                  </a:lnTo>
                  <a:lnTo>
                    <a:pt x="119" y="53"/>
                  </a:lnTo>
                  <a:lnTo>
                    <a:pt x="96" y="34"/>
                  </a:lnTo>
                  <a:lnTo>
                    <a:pt x="75" y="19"/>
                  </a:lnTo>
                  <a:lnTo>
                    <a:pt x="51" y="9"/>
                  </a:lnTo>
                  <a:lnTo>
                    <a:pt x="26" y="3"/>
                  </a:lnTo>
                  <a:lnTo>
                    <a:pt x="0" y="0"/>
                  </a:lnTo>
                  <a:lnTo>
                    <a:pt x="0" y="12"/>
                  </a:lnTo>
                  <a:lnTo>
                    <a:pt x="24" y="15"/>
                  </a:lnTo>
                  <a:lnTo>
                    <a:pt x="46" y="20"/>
                  </a:lnTo>
                  <a:lnTo>
                    <a:pt x="68" y="31"/>
                  </a:lnTo>
                  <a:lnTo>
                    <a:pt x="89" y="44"/>
                  </a:lnTo>
                  <a:lnTo>
                    <a:pt x="109" y="63"/>
                  </a:lnTo>
                  <a:lnTo>
                    <a:pt x="129" y="83"/>
                  </a:lnTo>
                  <a:lnTo>
                    <a:pt x="148" y="106"/>
                  </a:lnTo>
                  <a:lnTo>
                    <a:pt x="164" y="133"/>
                  </a:lnTo>
                  <a:lnTo>
                    <a:pt x="180" y="162"/>
                  </a:lnTo>
                  <a:lnTo>
                    <a:pt x="194" y="195"/>
                  </a:lnTo>
                  <a:lnTo>
                    <a:pt x="205" y="229"/>
                  </a:lnTo>
                  <a:lnTo>
                    <a:pt x="216" y="264"/>
                  </a:lnTo>
                  <a:lnTo>
                    <a:pt x="224" y="303"/>
                  </a:lnTo>
                  <a:lnTo>
                    <a:pt x="230" y="343"/>
                  </a:lnTo>
                  <a:lnTo>
                    <a:pt x="233" y="384"/>
                  </a:lnTo>
                  <a:lnTo>
                    <a:pt x="235" y="426"/>
                  </a:lnTo>
                  <a:lnTo>
                    <a:pt x="246"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2383" name="Freeform 61"/>
            <p:cNvSpPr>
              <a:spLocks/>
            </p:cNvSpPr>
            <p:nvPr/>
          </p:nvSpPr>
          <p:spPr bwMode="auto">
            <a:xfrm>
              <a:off x="1392" y="2203"/>
              <a:ext cx="49" cy="85"/>
            </a:xfrm>
            <a:custGeom>
              <a:avLst/>
              <a:gdLst>
                <a:gd name="T0" fmla="*/ 0 w 246"/>
                <a:gd name="T1" fmla="*/ 3 h 424"/>
                <a:gd name="T2" fmla="*/ 0 w 246"/>
                <a:gd name="T3" fmla="*/ 3 h 424"/>
                <a:gd name="T4" fmla="*/ 0 w 246"/>
                <a:gd name="T5" fmla="*/ 3 h 424"/>
                <a:gd name="T6" fmla="*/ 0 w 246"/>
                <a:gd name="T7" fmla="*/ 3 h 424"/>
                <a:gd name="T8" fmla="*/ 1 w 246"/>
                <a:gd name="T9" fmla="*/ 3 h 424"/>
                <a:gd name="T10" fmla="*/ 1 w 246"/>
                <a:gd name="T11" fmla="*/ 3 h 424"/>
                <a:gd name="T12" fmla="*/ 1 w 246"/>
                <a:gd name="T13" fmla="*/ 3 h 424"/>
                <a:gd name="T14" fmla="*/ 1 w 246"/>
                <a:gd name="T15" fmla="*/ 3 h 424"/>
                <a:gd name="T16" fmla="*/ 1 w 246"/>
                <a:gd name="T17" fmla="*/ 3 h 424"/>
                <a:gd name="T18" fmla="*/ 1 w 246"/>
                <a:gd name="T19" fmla="*/ 2 h 424"/>
                <a:gd name="T20" fmla="*/ 2 w 246"/>
                <a:gd name="T21" fmla="*/ 2 h 424"/>
                <a:gd name="T22" fmla="*/ 2 w 246"/>
                <a:gd name="T23" fmla="*/ 2 h 424"/>
                <a:gd name="T24" fmla="*/ 2 w 246"/>
                <a:gd name="T25" fmla="*/ 2 h 424"/>
                <a:gd name="T26" fmla="*/ 2 w 246"/>
                <a:gd name="T27" fmla="*/ 1 h 424"/>
                <a:gd name="T28" fmla="*/ 2 w 246"/>
                <a:gd name="T29" fmla="*/ 1 h 424"/>
                <a:gd name="T30" fmla="*/ 2 w 246"/>
                <a:gd name="T31" fmla="*/ 1 h 424"/>
                <a:gd name="T32" fmla="*/ 2 w 246"/>
                <a:gd name="T33" fmla="*/ 0 h 424"/>
                <a:gd name="T34" fmla="*/ 2 w 246"/>
                <a:gd name="T35" fmla="*/ 0 h 424"/>
                <a:gd name="T36" fmla="*/ 2 w 246"/>
                <a:gd name="T37" fmla="*/ 0 h 424"/>
                <a:gd name="T38" fmla="*/ 2 w 246"/>
                <a:gd name="T39" fmla="*/ 0 h 424"/>
                <a:gd name="T40" fmla="*/ 2 w 246"/>
                <a:gd name="T41" fmla="*/ 1 h 424"/>
                <a:gd name="T42" fmla="*/ 2 w 246"/>
                <a:gd name="T43" fmla="*/ 1 h 424"/>
                <a:gd name="T44" fmla="*/ 2 w 246"/>
                <a:gd name="T45" fmla="*/ 1 h 424"/>
                <a:gd name="T46" fmla="*/ 2 w 246"/>
                <a:gd name="T47" fmla="*/ 2 h 424"/>
                <a:gd name="T48" fmla="*/ 2 w 246"/>
                <a:gd name="T49" fmla="*/ 2 h 424"/>
                <a:gd name="T50" fmla="*/ 1 w 246"/>
                <a:gd name="T51" fmla="*/ 2 h 424"/>
                <a:gd name="T52" fmla="*/ 1 w 246"/>
                <a:gd name="T53" fmla="*/ 2 h 424"/>
                <a:gd name="T54" fmla="*/ 1 w 246"/>
                <a:gd name="T55" fmla="*/ 3 h 424"/>
                <a:gd name="T56" fmla="*/ 1 w 246"/>
                <a:gd name="T57" fmla="*/ 3 h 424"/>
                <a:gd name="T58" fmla="*/ 1 w 246"/>
                <a:gd name="T59" fmla="*/ 3 h 424"/>
                <a:gd name="T60" fmla="*/ 1 w 246"/>
                <a:gd name="T61" fmla="*/ 3 h 424"/>
                <a:gd name="T62" fmla="*/ 1 w 246"/>
                <a:gd name="T63" fmla="*/ 3 h 424"/>
                <a:gd name="T64" fmla="*/ 0 w 246"/>
                <a:gd name="T65" fmla="*/ 3 h 424"/>
                <a:gd name="T66" fmla="*/ 0 w 246"/>
                <a:gd name="T67" fmla="*/ 3 h 424"/>
                <a:gd name="T68" fmla="*/ 0 w 246"/>
                <a:gd name="T69" fmla="*/ 3 h 424"/>
                <a:gd name="T70" fmla="*/ 0 w 246"/>
                <a:gd name="T71" fmla="*/ 3 h 424"/>
                <a:gd name="T72" fmla="*/ 0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0" y="424"/>
                  </a:moveTo>
                  <a:lnTo>
                    <a:pt x="0" y="424"/>
                  </a:lnTo>
                  <a:lnTo>
                    <a:pt x="26" y="422"/>
                  </a:lnTo>
                  <a:lnTo>
                    <a:pt x="51" y="416"/>
                  </a:lnTo>
                  <a:lnTo>
                    <a:pt x="75" y="406"/>
                  </a:lnTo>
                  <a:lnTo>
                    <a:pt x="96" y="390"/>
                  </a:lnTo>
                  <a:lnTo>
                    <a:pt x="119" y="373"/>
                  </a:lnTo>
                  <a:lnTo>
                    <a:pt x="139" y="351"/>
                  </a:lnTo>
                  <a:lnTo>
                    <a:pt x="157" y="326"/>
                  </a:lnTo>
                  <a:lnTo>
                    <a:pt x="175" y="299"/>
                  </a:lnTo>
                  <a:lnTo>
                    <a:pt x="191" y="269"/>
                  </a:lnTo>
                  <a:lnTo>
                    <a:pt x="205" y="236"/>
                  </a:lnTo>
                  <a:lnTo>
                    <a:pt x="217" y="202"/>
                  </a:lnTo>
                  <a:lnTo>
                    <a:pt x="228" y="163"/>
                  </a:lnTo>
                  <a:lnTo>
                    <a:pt x="236" y="125"/>
                  </a:lnTo>
                  <a:lnTo>
                    <a:pt x="242" y="86"/>
                  </a:lnTo>
                  <a:lnTo>
                    <a:pt x="245" y="42"/>
                  </a:lnTo>
                  <a:lnTo>
                    <a:pt x="246" y="0"/>
                  </a:lnTo>
                  <a:lnTo>
                    <a:pt x="235" y="0"/>
                  </a:lnTo>
                  <a:lnTo>
                    <a:pt x="233" y="42"/>
                  </a:lnTo>
                  <a:lnTo>
                    <a:pt x="230" y="83"/>
                  </a:lnTo>
                  <a:lnTo>
                    <a:pt x="224" y="123"/>
                  </a:lnTo>
                  <a:lnTo>
                    <a:pt x="216" y="161"/>
                  </a:lnTo>
                  <a:lnTo>
                    <a:pt x="205" y="197"/>
                  </a:lnTo>
                  <a:lnTo>
                    <a:pt x="194" y="231"/>
                  </a:lnTo>
                  <a:lnTo>
                    <a:pt x="180" y="264"/>
                  </a:lnTo>
                  <a:lnTo>
                    <a:pt x="166" y="292"/>
                  </a:lnTo>
                  <a:lnTo>
                    <a:pt x="148" y="319"/>
                  </a:lnTo>
                  <a:lnTo>
                    <a:pt x="129" y="344"/>
                  </a:lnTo>
                  <a:lnTo>
                    <a:pt x="109" y="364"/>
                  </a:lnTo>
                  <a:lnTo>
                    <a:pt x="89" y="381"/>
                  </a:lnTo>
                  <a:lnTo>
                    <a:pt x="68" y="394"/>
                  </a:lnTo>
                  <a:lnTo>
                    <a:pt x="46" y="405"/>
                  </a:lnTo>
                  <a:lnTo>
                    <a:pt x="24" y="410"/>
                  </a:lnTo>
                  <a:lnTo>
                    <a:pt x="0" y="413"/>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2384" name="Freeform 62"/>
            <p:cNvSpPr>
              <a:spLocks/>
            </p:cNvSpPr>
            <p:nvPr/>
          </p:nvSpPr>
          <p:spPr bwMode="auto">
            <a:xfrm>
              <a:off x="1343" y="2203"/>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2" y="42"/>
                  </a:lnTo>
                  <a:lnTo>
                    <a:pt x="5" y="86"/>
                  </a:lnTo>
                  <a:lnTo>
                    <a:pt x="11" y="125"/>
                  </a:lnTo>
                  <a:lnTo>
                    <a:pt x="19" y="163"/>
                  </a:lnTo>
                  <a:lnTo>
                    <a:pt x="30" y="202"/>
                  </a:lnTo>
                  <a:lnTo>
                    <a:pt x="41" y="236"/>
                  </a:lnTo>
                  <a:lnTo>
                    <a:pt x="56" y="269"/>
                  </a:lnTo>
                  <a:lnTo>
                    <a:pt x="72" y="299"/>
                  </a:lnTo>
                  <a:lnTo>
                    <a:pt x="90" y="326"/>
                  </a:lnTo>
                  <a:lnTo>
                    <a:pt x="108" y="351"/>
                  </a:lnTo>
                  <a:lnTo>
                    <a:pt x="127" y="373"/>
                  </a:lnTo>
                  <a:lnTo>
                    <a:pt x="149" y="390"/>
                  </a:lnTo>
                  <a:lnTo>
                    <a:pt x="172" y="406"/>
                  </a:lnTo>
                  <a:lnTo>
                    <a:pt x="195" y="416"/>
                  </a:lnTo>
                  <a:lnTo>
                    <a:pt x="220" y="422"/>
                  </a:lnTo>
                  <a:lnTo>
                    <a:pt x="245" y="424"/>
                  </a:lnTo>
                  <a:lnTo>
                    <a:pt x="245" y="413"/>
                  </a:lnTo>
                  <a:lnTo>
                    <a:pt x="222" y="410"/>
                  </a:lnTo>
                  <a:lnTo>
                    <a:pt x="200" y="405"/>
                  </a:lnTo>
                  <a:lnTo>
                    <a:pt x="179" y="394"/>
                  </a:lnTo>
                  <a:lnTo>
                    <a:pt x="156" y="381"/>
                  </a:lnTo>
                  <a:lnTo>
                    <a:pt x="136" y="364"/>
                  </a:lnTo>
                  <a:lnTo>
                    <a:pt x="118" y="344"/>
                  </a:lnTo>
                  <a:lnTo>
                    <a:pt x="99" y="319"/>
                  </a:lnTo>
                  <a:lnTo>
                    <a:pt x="81" y="292"/>
                  </a:lnTo>
                  <a:lnTo>
                    <a:pt x="67" y="264"/>
                  </a:lnTo>
                  <a:lnTo>
                    <a:pt x="53" y="231"/>
                  </a:lnTo>
                  <a:lnTo>
                    <a:pt x="41" y="197"/>
                  </a:lnTo>
                  <a:lnTo>
                    <a:pt x="31" y="161"/>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2385" name="Freeform 63"/>
            <p:cNvSpPr>
              <a:spLocks/>
            </p:cNvSpPr>
            <p:nvPr/>
          </p:nvSpPr>
          <p:spPr bwMode="auto">
            <a:xfrm>
              <a:off x="1343" y="2118"/>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1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20" y="3"/>
                  </a:lnTo>
                  <a:lnTo>
                    <a:pt x="195" y="9"/>
                  </a:lnTo>
                  <a:lnTo>
                    <a:pt x="172" y="19"/>
                  </a:lnTo>
                  <a:lnTo>
                    <a:pt x="149" y="34"/>
                  </a:lnTo>
                  <a:lnTo>
                    <a:pt x="127" y="53"/>
                  </a:lnTo>
                  <a:lnTo>
                    <a:pt x="108" y="75"/>
                  </a:lnTo>
                  <a:lnTo>
                    <a:pt x="90" y="99"/>
                  </a:lnTo>
                  <a:lnTo>
                    <a:pt x="71" y="126"/>
                  </a:lnTo>
                  <a:lnTo>
                    <a:pt x="56" y="158"/>
                  </a:lnTo>
                  <a:lnTo>
                    <a:pt x="41" y="190"/>
                  </a:lnTo>
                  <a:lnTo>
                    <a:pt x="30" y="224"/>
                  </a:lnTo>
                  <a:lnTo>
                    <a:pt x="19" y="262"/>
                  </a:lnTo>
                  <a:lnTo>
                    <a:pt x="11" y="301"/>
                  </a:lnTo>
                  <a:lnTo>
                    <a:pt x="5" y="340"/>
                  </a:lnTo>
                  <a:lnTo>
                    <a:pt x="2" y="384"/>
                  </a:lnTo>
                  <a:lnTo>
                    <a:pt x="0" y="426"/>
                  </a:lnTo>
                  <a:lnTo>
                    <a:pt x="12" y="426"/>
                  </a:lnTo>
                  <a:lnTo>
                    <a:pt x="13" y="384"/>
                  </a:lnTo>
                  <a:lnTo>
                    <a:pt x="17" y="343"/>
                  </a:lnTo>
                  <a:lnTo>
                    <a:pt x="23" y="303"/>
                  </a:lnTo>
                  <a:lnTo>
                    <a:pt x="31" y="264"/>
                  </a:lnTo>
                  <a:lnTo>
                    <a:pt x="41" y="229"/>
                  </a:lnTo>
                  <a:lnTo>
                    <a:pt x="53" y="195"/>
                  </a:lnTo>
                  <a:lnTo>
                    <a:pt x="67" y="162"/>
                  </a:lnTo>
                  <a:lnTo>
                    <a:pt x="82" y="133"/>
                  </a:lnTo>
                  <a:lnTo>
                    <a:pt x="99" y="106"/>
                  </a:lnTo>
                  <a:lnTo>
                    <a:pt x="118" y="83"/>
                  </a:lnTo>
                  <a:lnTo>
                    <a:pt x="136" y="63"/>
                  </a:lnTo>
                  <a:lnTo>
                    <a:pt x="156" y="44"/>
                  </a:lnTo>
                  <a:lnTo>
                    <a:pt x="179" y="31"/>
                  </a:lnTo>
                  <a:lnTo>
                    <a:pt x="200" y="20"/>
                  </a:lnTo>
                  <a:lnTo>
                    <a:pt x="222" y="15"/>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2386" name="Freeform 64"/>
            <p:cNvSpPr>
              <a:spLocks/>
            </p:cNvSpPr>
            <p:nvPr/>
          </p:nvSpPr>
          <p:spPr bwMode="auto">
            <a:xfrm>
              <a:off x="1384" y="1859"/>
              <a:ext cx="49" cy="84"/>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1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3" y="382"/>
                  </a:lnTo>
                  <a:lnTo>
                    <a:pt x="240" y="339"/>
                  </a:lnTo>
                  <a:lnTo>
                    <a:pt x="234" y="299"/>
                  </a:lnTo>
                  <a:lnTo>
                    <a:pt x="226" y="261"/>
                  </a:lnTo>
                  <a:lnTo>
                    <a:pt x="215" y="222"/>
                  </a:lnTo>
                  <a:lnTo>
                    <a:pt x="204" y="188"/>
                  </a:lnTo>
                  <a:lnTo>
                    <a:pt x="189" y="156"/>
                  </a:lnTo>
                  <a:lnTo>
                    <a:pt x="173" y="125"/>
                  </a:lnTo>
                  <a:lnTo>
                    <a:pt x="155" y="98"/>
                  </a:lnTo>
                  <a:lnTo>
                    <a:pt x="138" y="74"/>
                  </a:lnTo>
                  <a:lnTo>
                    <a:pt x="118" y="51"/>
                  </a:lnTo>
                  <a:lnTo>
                    <a:pt x="96" y="34"/>
                  </a:lnTo>
                  <a:lnTo>
                    <a:pt x="73" y="18"/>
                  </a:lnTo>
                  <a:lnTo>
                    <a:pt x="50" y="8"/>
                  </a:lnTo>
                  <a:lnTo>
                    <a:pt x="25" y="2"/>
                  </a:lnTo>
                  <a:lnTo>
                    <a:pt x="0" y="0"/>
                  </a:lnTo>
                  <a:lnTo>
                    <a:pt x="0" y="11"/>
                  </a:lnTo>
                  <a:lnTo>
                    <a:pt x="23" y="14"/>
                  </a:lnTo>
                  <a:lnTo>
                    <a:pt x="45" y="20"/>
                  </a:lnTo>
                  <a:lnTo>
                    <a:pt x="66" y="30"/>
                  </a:lnTo>
                  <a:lnTo>
                    <a:pt x="89" y="43"/>
                  </a:lnTo>
                  <a:lnTo>
                    <a:pt x="109" y="61"/>
                  </a:lnTo>
                  <a:lnTo>
                    <a:pt x="129" y="81"/>
                  </a:lnTo>
                  <a:lnTo>
                    <a:pt x="146" y="105"/>
                  </a:lnTo>
                  <a:lnTo>
                    <a:pt x="164" y="132"/>
                  </a:lnTo>
                  <a:lnTo>
                    <a:pt x="178" y="160"/>
                  </a:lnTo>
                  <a:lnTo>
                    <a:pt x="192" y="193"/>
                  </a:lnTo>
                  <a:lnTo>
                    <a:pt x="204" y="227"/>
                  </a:lnTo>
                  <a:lnTo>
                    <a:pt x="214" y="264"/>
                  </a:lnTo>
                  <a:lnTo>
                    <a:pt x="222" y="301"/>
                  </a:lnTo>
                  <a:lnTo>
                    <a:pt x="228"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2387" name="Freeform 65"/>
            <p:cNvSpPr>
              <a:spLocks/>
            </p:cNvSpPr>
            <p:nvPr/>
          </p:nvSpPr>
          <p:spPr bwMode="auto">
            <a:xfrm>
              <a:off x="1384" y="1943"/>
              <a:ext cx="49" cy="86"/>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5" y="423"/>
                  </a:lnTo>
                  <a:lnTo>
                    <a:pt x="50" y="418"/>
                  </a:lnTo>
                  <a:lnTo>
                    <a:pt x="73" y="407"/>
                  </a:lnTo>
                  <a:lnTo>
                    <a:pt x="96" y="392"/>
                  </a:lnTo>
                  <a:lnTo>
                    <a:pt x="118" y="374"/>
                  </a:lnTo>
                  <a:lnTo>
                    <a:pt x="138" y="352"/>
                  </a:lnTo>
                  <a:lnTo>
                    <a:pt x="155" y="327"/>
                  </a:lnTo>
                  <a:lnTo>
                    <a:pt x="174" y="300"/>
                  </a:lnTo>
                  <a:lnTo>
                    <a:pt x="189" y="269"/>
                  </a:lnTo>
                  <a:lnTo>
                    <a:pt x="204" y="237"/>
                  </a:lnTo>
                  <a:lnTo>
                    <a:pt x="215" y="202"/>
                  </a:lnTo>
                  <a:lnTo>
                    <a:pt x="226" y="164"/>
                  </a:lnTo>
                  <a:lnTo>
                    <a:pt x="234" y="126"/>
                  </a:lnTo>
                  <a:lnTo>
                    <a:pt x="240" y="86"/>
                  </a:lnTo>
                  <a:lnTo>
                    <a:pt x="243" y="42"/>
                  </a:lnTo>
                  <a:lnTo>
                    <a:pt x="245" y="0"/>
                  </a:lnTo>
                  <a:lnTo>
                    <a:pt x="233" y="0"/>
                  </a:lnTo>
                  <a:lnTo>
                    <a:pt x="232" y="42"/>
                  </a:lnTo>
                  <a:lnTo>
                    <a:pt x="228" y="83"/>
                  </a:lnTo>
                  <a:lnTo>
                    <a:pt x="222" y="123"/>
                  </a:lnTo>
                  <a:lnTo>
                    <a:pt x="214" y="162"/>
                  </a:lnTo>
                  <a:lnTo>
                    <a:pt x="204" y="197"/>
                  </a:lnTo>
                  <a:lnTo>
                    <a:pt x="192" y="232"/>
                  </a:lnTo>
                  <a:lnTo>
                    <a:pt x="178" y="264"/>
                  </a:lnTo>
                  <a:lnTo>
                    <a:pt x="163" y="293"/>
                  </a:lnTo>
                  <a:lnTo>
                    <a:pt x="146" y="320"/>
                  </a:lnTo>
                  <a:lnTo>
                    <a:pt x="129" y="345"/>
                  </a:lnTo>
                  <a:lnTo>
                    <a:pt x="109" y="365"/>
                  </a:lnTo>
                  <a:lnTo>
                    <a:pt x="89" y="382"/>
                  </a:lnTo>
                  <a:lnTo>
                    <a:pt x="66" y="395"/>
                  </a:lnTo>
                  <a:lnTo>
                    <a:pt x="45" y="406"/>
                  </a:lnTo>
                  <a:lnTo>
                    <a:pt x="23"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2388" name="Freeform 66"/>
            <p:cNvSpPr>
              <a:spLocks/>
            </p:cNvSpPr>
            <p:nvPr/>
          </p:nvSpPr>
          <p:spPr bwMode="auto">
            <a:xfrm>
              <a:off x="1335" y="1943"/>
              <a:ext cx="49" cy="86"/>
            </a:xfrm>
            <a:custGeom>
              <a:avLst/>
              <a:gdLst>
                <a:gd name="T0" fmla="*/ 0 w 246"/>
                <a:gd name="T1" fmla="*/ 0 h 426"/>
                <a:gd name="T2" fmla="*/ 0 w 246"/>
                <a:gd name="T3" fmla="*/ 0 h 426"/>
                <a:gd name="T4" fmla="*/ 0 w 246"/>
                <a:gd name="T5" fmla="*/ 0 h 426"/>
                <a:gd name="T6" fmla="*/ 0 w 246"/>
                <a:gd name="T7" fmla="*/ 1 h 426"/>
                <a:gd name="T8" fmla="*/ 0 w 246"/>
                <a:gd name="T9" fmla="*/ 1 h 426"/>
                <a:gd name="T10" fmla="*/ 0 w 246"/>
                <a:gd name="T11" fmla="*/ 1 h 426"/>
                <a:gd name="T12" fmla="*/ 0 w 246"/>
                <a:gd name="T13" fmla="*/ 2 h 426"/>
                <a:gd name="T14" fmla="*/ 0 w 246"/>
                <a:gd name="T15" fmla="*/ 2 h 426"/>
                <a:gd name="T16" fmla="*/ 0 w 246"/>
                <a:gd name="T17" fmla="*/ 2 h 426"/>
                <a:gd name="T18" fmla="*/ 1 w 246"/>
                <a:gd name="T19" fmla="*/ 2 h 426"/>
                <a:gd name="T20" fmla="*/ 1 w 246"/>
                <a:gd name="T21" fmla="*/ 3 h 426"/>
                <a:gd name="T22" fmla="*/ 1 w 246"/>
                <a:gd name="T23" fmla="*/ 3 h 426"/>
                <a:gd name="T24" fmla="*/ 1 w 246"/>
                <a:gd name="T25" fmla="*/ 3 h 426"/>
                <a:gd name="T26" fmla="*/ 1 w 246"/>
                <a:gd name="T27" fmla="*/ 3 h 426"/>
                <a:gd name="T28" fmla="*/ 1 w 246"/>
                <a:gd name="T29" fmla="*/ 3 h 426"/>
                <a:gd name="T30" fmla="*/ 2 w 246"/>
                <a:gd name="T31" fmla="*/ 3 h 426"/>
                <a:gd name="T32" fmla="*/ 2 w 246"/>
                <a:gd name="T33" fmla="*/ 3 h 426"/>
                <a:gd name="T34" fmla="*/ 2 w 246"/>
                <a:gd name="T35" fmla="*/ 3 h 426"/>
                <a:gd name="T36" fmla="*/ 2 w 246"/>
                <a:gd name="T37" fmla="*/ 3 h 426"/>
                <a:gd name="T38" fmla="*/ 2 w 246"/>
                <a:gd name="T39" fmla="*/ 3 h 426"/>
                <a:gd name="T40" fmla="*/ 2 w 246"/>
                <a:gd name="T41" fmla="*/ 3 h 426"/>
                <a:gd name="T42" fmla="*/ 1 w 246"/>
                <a:gd name="T43" fmla="*/ 3 h 426"/>
                <a:gd name="T44" fmla="*/ 1 w 246"/>
                <a:gd name="T45" fmla="*/ 3 h 426"/>
                <a:gd name="T46" fmla="*/ 1 w 246"/>
                <a:gd name="T47" fmla="*/ 3 h 426"/>
                <a:gd name="T48" fmla="*/ 1 w 246"/>
                <a:gd name="T49" fmla="*/ 3 h 426"/>
                <a:gd name="T50" fmla="*/ 1 w 246"/>
                <a:gd name="T51" fmla="*/ 3 h 426"/>
                <a:gd name="T52" fmla="*/ 1 w 246"/>
                <a:gd name="T53" fmla="*/ 2 h 426"/>
                <a:gd name="T54" fmla="*/ 1 w 246"/>
                <a:gd name="T55" fmla="*/ 2 h 426"/>
                <a:gd name="T56" fmla="*/ 0 w 246"/>
                <a:gd name="T57" fmla="*/ 2 h 426"/>
                <a:gd name="T58" fmla="*/ 0 w 246"/>
                <a:gd name="T59" fmla="*/ 2 h 426"/>
                <a:gd name="T60" fmla="*/ 0 w 246"/>
                <a:gd name="T61" fmla="*/ 1 h 426"/>
                <a:gd name="T62" fmla="*/ 0 w 246"/>
                <a:gd name="T63" fmla="*/ 1 h 426"/>
                <a:gd name="T64" fmla="*/ 0 w 246"/>
                <a:gd name="T65" fmla="*/ 1 h 426"/>
                <a:gd name="T66" fmla="*/ 0 w 246"/>
                <a:gd name="T67" fmla="*/ 0 h 426"/>
                <a:gd name="T68" fmla="*/ 0 w 246"/>
                <a:gd name="T69" fmla="*/ 0 h 426"/>
                <a:gd name="T70" fmla="*/ 0 w 246"/>
                <a:gd name="T71" fmla="*/ 0 h 426"/>
                <a:gd name="T72" fmla="*/ 0 w 246"/>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0"/>
                  </a:moveTo>
                  <a:lnTo>
                    <a:pt x="0" y="0"/>
                  </a:lnTo>
                  <a:lnTo>
                    <a:pt x="1" y="42"/>
                  </a:lnTo>
                  <a:lnTo>
                    <a:pt x="4" y="86"/>
                  </a:lnTo>
                  <a:lnTo>
                    <a:pt x="10" y="126"/>
                  </a:lnTo>
                  <a:lnTo>
                    <a:pt x="18" y="164"/>
                  </a:lnTo>
                  <a:lnTo>
                    <a:pt x="29" y="202"/>
                  </a:lnTo>
                  <a:lnTo>
                    <a:pt x="41" y="237"/>
                  </a:lnTo>
                  <a:lnTo>
                    <a:pt x="55" y="269"/>
                  </a:lnTo>
                  <a:lnTo>
                    <a:pt x="71" y="300"/>
                  </a:lnTo>
                  <a:lnTo>
                    <a:pt x="89" y="327"/>
                  </a:lnTo>
                  <a:lnTo>
                    <a:pt x="107" y="352"/>
                  </a:lnTo>
                  <a:lnTo>
                    <a:pt x="127" y="374"/>
                  </a:lnTo>
                  <a:lnTo>
                    <a:pt x="150" y="392"/>
                  </a:lnTo>
                  <a:lnTo>
                    <a:pt x="171" y="407"/>
                  </a:lnTo>
                  <a:lnTo>
                    <a:pt x="195" y="418"/>
                  </a:lnTo>
                  <a:lnTo>
                    <a:pt x="220" y="423"/>
                  </a:lnTo>
                  <a:lnTo>
                    <a:pt x="246" y="426"/>
                  </a:lnTo>
                  <a:lnTo>
                    <a:pt x="246" y="414"/>
                  </a:lnTo>
                  <a:lnTo>
                    <a:pt x="222" y="412"/>
                  </a:lnTo>
                  <a:lnTo>
                    <a:pt x="200" y="406"/>
                  </a:lnTo>
                  <a:lnTo>
                    <a:pt x="178" y="395"/>
                  </a:lnTo>
                  <a:lnTo>
                    <a:pt x="157" y="382"/>
                  </a:lnTo>
                  <a:lnTo>
                    <a:pt x="137" y="365"/>
                  </a:lnTo>
                  <a:lnTo>
                    <a:pt x="117" y="345"/>
                  </a:lnTo>
                  <a:lnTo>
                    <a:pt x="98" y="320"/>
                  </a:lnTo>
                  <a:lnTo>
                    <a:pt x="83" y="293"/>
                  </a:lnTo>
                  <a:lnTo>
                    <a:pt x="66" y="264"/>
                  </a:lnTo>
                  <a:lnTo>
                    <a:pt x="52" y="232"/>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2389" name="Freeform 67"/>
            <p:cNvSpPr>
              <a:spLocks/>
            </p:cNvSpPr>
            <p:nvPr/>
          </p:nvSpPr>
          <p:spPr bwMode="auto">
            <a:xfrm>
              <a:off x="1335" y="1859"/>
              <a:ext cx="49" cy="84"/>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1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0" y="2"/>
                  </a:lnTo>
                  <a:lnTo>
                    <a:pt x="195" y="8"/>
                  </a:lnTo>
                  <a:lnTo>
                    <a:pt x="171" y="18"/>
                  </a:lnTo>
                  <a:lnTo>
                    <a:pt x="150" y="34"/>
                  </a:lnTo>
                  <a:lnTo>
                    <a:pt x="127" y="51"/>
                  </a:lnTo>
                  <a:lnTo>
                    <a:pt x="107" y="74"/>
                  </a:lnTo>
                  <a:lnTo>
                    <a:pt x="89" y="98"/>
                  </a:lnTo>
                  <a:lnTo>
                    <a:pt x="72" y="125"/>
                  </a:lnTo>
                  <a:lnTo>
                    <a:pt x="55" y="156"/>
                  </a:lnTo>
                  <a:lnTo>
                    <a:pt x="41" y="188"/>
                  </a:lnTo>
                  <a:lnTo>
                    <a:pt x="29" y="222"/>
                  </a:lnTo>
                  <a:lnTo>
                    <a:pt x="18" y="261"/>
                  </a:lnTo>
                  <a:lnTo>
                    <a:pt x="10" y="299"/>
                  </a:lnTo>
                  <a:lnTo>
                    <a:pt x="4" y="339"/>
                  </a:lnTo>
                  <a:lnTo>
                    <a:pt x="1" y="382"/>
                  </a:lnTo>
                  <a:lnTo>
                    <a:pt x="0" y="424"/>
                  </a:lnTo>
                  <a:lnTo>
                    <a:pt x="11" y="424"/>
                  </a:lnTo>
                  <a:lnTo>
                    <a:pt x="13" y="382"/>
                  </a:lnTo>
                  <a:lnTo>
                    <a:pt x="16" y="341"/>
                  </a:lnTo>
                  <a:lnTo>
                    <a:pt x="22" y="301"/>
                  </a:lnTo>
                  <a:lnTo>
                    <a:pt x="30" y="264"/>
                  </a:lnTo>
                  <a:lnTo>
                    <a:pt x="41" y="227"/>
                  </a:lnTo>
                  <a:lnTo>
                    <a:pt x="52" y="193"/>
                  </a:lnTo>
                  <a:lnTo>
                    <a:pt x="66" y="160"/>
                  </a:lnTo>
                  <a:lnTo>
                    <a:pt x="82" y="132"/>
                  </a:lnTo>
                  <a:lnTo>
                    <a:pt x="98" y="105"/>
                  </a:lnTo>
                  <a:lnTo>
                    <a:pt x="117" y="81"/>
                  </a:lnTo>
                  <a:lnTo>
                    <a:pt x="137" y="61"/>
                  </a:lnTo>
                  <a:lnTo>
                    <a:pt x="157" y="43"/>
                  </a:lnTo>
                  <a:lnTo>
                    <a:pt x="178" y="30"/>
                  </a:lnTo>
                  <a:lnTo>
                    <a:pt x="200" y="20"/>
                  </a:lnTo>
                  <a:lnTo>
                    <a:pt x="222" y="14"/>
                  </a:lnTo>
                  <a:lnTo>
                    <a:pt x="246" y="11"/>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2390" name="Freeform 68"/>
            <p:cNvSpPr>
              <a:spLocks/>
            </p:cNvSpPr>
            <p:nvPr/>
          </p:nvSpPr>
          <p:spPr bwMode="auto">
            <a:xfrm>
              <a:off x="1552" y="1751"/>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1" y="339"/>
                  </a:lnTo>
                  <a:lnTo>
                    <a:pt x="235" y="299"/>
                  </a:lnTo>
                  <a:lnTo>
                    <a:pt x="226" y="261"/>
                  </a:lnTo>
                  <a:lnTo>
                    <a:pt x="216" y="223"/>
                  </a:lnTo>
                  <a:lnTo>
                    <a:pt x="204" y="189"/>
                  </a:lnTo>
                  <a:lnTo>
                    <a:pt x="190" y="156"/>
                  </a:lnTo>
                  <a:lnTo>
                    <a:pt x="174" y="125"/>
                  </a:lnTo>
                  <a:lnTo>
                    <a:pt x="156" y="98"/>
                  </a:lnTo>
                  <a:lnTo>
                    <a:pt x="137" y="74"/>
                  </a:lnTo>
                  <a:lnTo>
                    <a:pt x="119" y="52"/>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8" y="81"/>
                  </a:lnTo>
                  <a:lnTo>
                    <a:pt x="147" y="105"/>
                  </a:lnTo>
                  <a:lnTo>
                    <a:pt x="164" y="132"/>
                  </a:lnTo>
                  <a:lnTo>
                    <a:pt x="178" y="161"/>
                  </a:lnTo>
                  <a:lnTo>
                    <a:pt x="193" y="193"/>
                  </a:lnTo>
                  <a:lnTo>
                    <a:pt x="204" y="227"/>
                  </a:lnTo>
                  <a:lnTo>
                    <a:pt x="215" y="264"/>
                  </a:lnTo>
                  <a:lnTo>
                    <a:pt x="223" y="301"/>
                  </a:lnTo>
                  <a:lnTo>
                    <a:pt x="229" y="341"/>
                  </a:lnTo>
                  <a:lnTo>
                    <a:pt x="232" y="382"/>
                  </a:lnTo>
                  <a:lnTo>
                    <a:pt x="234"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2391" name="Freeform 69"/>
            <p:cNvSpPr>
              <a:spLocks/>
            </p:cNvSpPr>
            <p:nvPr/>
          </p:nvSpPr>
          <p:spPr bwMode="auto">
            <a:xfrm>
              <a:off x="1552" y="1836"/>
              <a:ext cx="49" cy="85"/>
            </a:xfrm>
            <a:custGeom>
              <a:avLst/>
              <a:gdLst>
                <a:gd name="T0" fmla="*/ 0 w 245"/>
                <a:gd name="T1" fmla="*/ 3 h 425"/>
                <a:gd name="T2" fmla="*/ 0 w 245"/>
                <a:gd name="T3" fmla="*/ 3 h 425"/>
                <a:gd name="T4" fmla="*/ 0 w 245"/>
                <a:gd name="T5" fmla="*/ 3 h 425"/>
                <a:gd name="T6" fmla="*/ 0 w 245"/>
                <a:gd name="T7" fmla="*/ 3 h 425"/>
                <a:gd name="T8" fmla="*/ 1 w 245"/>
                <a:gd name="T9" fmla="*/ 3 h 425"/>
                <a:gd name="T10" fmla="*/ 1 w 245"/>
                <a:gd name="T11" fmla="*/ 3 h 425"/>
                <a:gd name="T12" fmla="*/ 1 w 245"/>
                <a:gd name="T13" fmla="*/ 3 h 425"/>
                <a:gd name="T14" fmla="*/ 1 w 245"/>
                <a:gd name="T15" fmla="*/ 3 h 425"/>
                <a:gd name="T16" fmla="*/ 1 w 245"/>
                <a:gd name="T17" fmla="*/ 3 h 425"/>
                <a:gd name="T18" fmla="*/ 1 w 245"/>
                <a:gd name="T19" fmla="*/ 2 h 425"/>
                <a:gd name="T20" fmla="*/ 2 w 245"/>
                <a:gd name="T21" fmla="*/ 2 h 425"/>
                <a:gd name="T22" fmla="*/ 2 w 245"/>
                <a:gd name="T23" fmla="*/ 2 h 425"/>
                <a:gd name="T24" fmla="*/ 2 w 245"/>
                <a:gd name="T25" fmla="*/ 2 h 425"/>
                <a:gd name="T26" fmla="*/ 2 w 245"/>
                <a:gd name="T27" fmla="*/ 1 h 425"/>
                <a:gd name="T28" fmla="*/ 2 w 245"/>
                <a:gd name="T29" fmla="*/ 1 h 425"/>
                <a:gd name="T30" fmla="*/ 2 w 245"/>
                <a:gd name="T31" fmla="*/ 1 h 425"/>
                <a:gd name="T32" fmla="*/ 2 w 245"/>
                <a:gd name="T33" fmla="*/ 0 h 425"/>
                <a:gd name="T34" fmla="*/ 2 w 245"/>
                <a:gd name="T35" fmla="*/ 0 h 425"/>
                <a:gd name="T36" fmla="*/ 2 w 245"/>
                <a:gd name="T37" fmla="*/ 0 h 425"/>
                <a:gd name="T38" fmla="*/ 2 w 245"/>
                <a:gd name="T39" fmla="*/ 0 h 425"/>
                <a:gd name="T40" fmla="*/ 2 w 245"/>
                <a:gd name="T41" fmla="*/ 1 h 425"/>
                <a:gd name="T42" fmla="*/ 2 w 245"/>
                <a:gd name="T43" fmla="*/ 1 h 425"/>
                <a:gd name="T44" fmla="*/ 2 w 245"/>
                <a:gd name="T45" fmla="*/ 1 h 425"/>
                <a:gd name="T46" fmla="*/ 2 w 245"/>
                <a:gd name="T47" fmla="*/ 2 h 425"/>
                <a:gd name="T48" fmla="*/ 2 w 245"/>
                <a:gd name="T49" fmla="*/ 2 h 425"/>
                <a:gd name="T50" fmla="*/ 1 w 245"/>
                <a:gd name="T51" fmla="*/ 2 h 425"/>
                <a:gd name="T52" fmla="*/ 1 w 245"/>
                <a:gd name="T53" fmla="*/ 2 h 425"/>
                <a:gd name="T54" fmla="*/ 1 w 245"/>
                <a:gd name="T55" fmla="*/ 3 h 425"/>
                <a:gd name="T56" fmla="*/ 1 w 245"/>
                <a:gd name="T57" fmla="*/ 3 h 425"/>
                <a:gd name="T58" fmla="*/ 1 w 245"/>
                <a:gd name="T59" fmla="*/ 3 h 425"/>
                <a:gd name="T60" fmla="*/ 1 w 245"/>
                <a:gd name="T61" fmla="*/ 3 h 425"/>
                <a:gd name="T62" fmla="*/ 1 w 245"/>
                <a:gd name="T63" fmla="*/ 3 h 425"/>
                <a:gd name="T64" fmla="*/ 0 w 245"/>
                <a:gd name="T65" fmla="*/ 3 h 425"/>
                <a:gd name="T66" fmla="*/ 0 w 245"/>
                <a:gd name="T67" fmla="*/ 3 h 425"/>
                <a:gd name="T68" fmla="*/ 0 w 245"/>
                <a:gd name="T69" fmla="*/ 3 h 425"/>
                <a:gd name="T70" fmla="*/ 0 w 245"/>
                <a:gd name="T71" fmla="*/ 3 h 425"/>
                <a:gd name="T72" fmla="*/ 0 w 245"/>
                <a:gd name="T73" fmla="*/ 3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5"/>
                <a:gd name="T113" fmla="*/ 245 w 245"/>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5">
                  <a:moveTo>
                    <a:pt x="0" y="425"/>
                  </a:moveTo>
                  <a:lnTo>
                    <a:pt x="0" y="425"/>
                  </a:lnTo>
                  <a:lnTo>
                    <a:pt x="26" y="422"/>
                  </a:lnTo>
                  <a:lnTo>
                    <a:pt x="51" y="417"/>
                  </a:lnTo>
                  <a:lnTo>
                    <a:pt x="74" y="406"/>
                  </a:lnTo>
                  <a:lnTo>
                    <a:pt x="96" y="391"/>
                  </a:lnTo>
                  <a:lnTo>
                    <a:pt x="119" y="373"/>
                  </a:lnTo>
                  <a:lnTo>
                    <a:pt x="137" y="351"/>
                  </a:lnTo>
                  <a:lnTo>
                    <a:pt x="156" y="326"/>
                  </a:lnTo>
                  <a:lnTo>
                    <a:pt x="174" y="299"/>
                  </a:lnTo>
                  <a:lnTo>
                    <a:pt x="190" y="269"/>
                  </a:lnTo>
                  <a:lnTo>
                    <a:pt x="204" y="236"/>
                  </a:lnTo>
                  <a:lnTo>
                    <a:pt x="216" y="202"/>
                  </a:lnTo>
                  <a:lnTo>
                    <a:pt x="226" y="163"/>
                  </a:lnTo>
                  <a:lnTo>
                    <a:pt x="235" y="126"/>
                  </a:lnTo>
                  <a:lnTo>
                    <a:pt x="241" y="86"/>
                  </a:lnTo>
                  <a:lnTo>
                    <a:pt x="244" y="43"/>
                  </a:lnTo>
                  <a:lnTo>
                    <a:pt x="245" y="0"/>
                  </a:lnTo>
                  <a:lnTo>
                    <a:pt x="234" y="0"/>
                  </a:lnTo>
                  <a:lnTo>
                    <a:pt x="232" y="43"/>
                  </a:lnTo>
                  <a:lnTo>
                    <a:pt x="229" y="84"/>
                  </a:lnTo>
                  <a:lnTo>
                    <a:pt x="223" y="123"/>
                  </a:lnTo>
                  <a:lnTo>
                    <a:pt x="215" y="161"/>
                  </a:lnTo>
                  <a:lnTo>
                    <a:pt x="204" y="197"/>
                  </a:lnTo>
                  <a:lnTo>
                    <a:pt x="193" y="231"/>
                  </a:lnTo>
                  <a:lnTo>
                    <a:pt x="178" y="264"/>
                  </a:lnTo>
                  <a:lnTo>
                    <a:pt x="164" y="292"/>
                  </a:lnTo>
                  <a:lnTo>
                    <a:pt x="147" y="319"/>
                  </a:lnTo>
                  <a:lnTo>
                    <a:pt x="128" y="344"/>
                  </a:lnTo>
                  <a:lnTo>
                    <a:pt x="109" y="364"/>
                  </a:lnTo>
                  <a:lnTo>
                    <a:pt x="89" y="381"/>
                  </a:lnTo>
                  <a:lnTo>
                    <a:pt x="67" y="394"/>
                  </a:lnTo>
                  <a:lnTo>
                    <a:pt x="46" y="405"/>
                  </a:lnTo>
                  <a:lnTo>
                    <a:pt x="24" y="411"/>
                  </a:lnTo>
                  <a:lnTo>
                    <a:pt x="0" y="413"/>
                  </a:lnTo>
                  <a:lnTo>
                    <a:pt x="0" y="425"/>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2392" name="Freeform 70"/>
            <p:cNvSpPr>
              <a:spLocks/>
            </p:cNvSpPr>
            <p:nvPr/>
          </p:nvSpPr>
          <p:spPr bwMode="auto">
            <a:xfrm>
              <a:off x="1502" y="1836"/>
              <a:ext cx="50" cy="85"/>
            </a:xfrm>
            <a:custGeom>
              <a:avLst/>
              <a:gdLst>
                <a:gd name="T0" fmla="*/ 0 w 246"/>
                <a:gd name="T1" fmla="*/ 0 h 425"/>
                <a:gd name="T2" fmla="*/ 0 w 246"/>
                <a:gd name="T3" fmla="*/ 0 h 425"/>
                <a:gd name="T4" fmla="*/ 0 w 246"/>
                <a:gd name="T5" fmla="*/ 0 h 425"/>
                <a:gd name="T6" fmla="*/ 0 w 246"/>
                <a:gd name="T7" fmla="*/ 1 h 425"/>
                <a:gd name="T8" fmla="*/ 0 w 246"/>
                <a:gd name="T9" fmla="*/ 1 h 425"/>
                <a:gd name="T10" fmla="*/ 0 w 246"/>
                <a:gd name="T11" fmla="*/ 1 h 425"/>
                <a:gd name="T12" fmla="*/ 0 w 246"/>
                <a:gd name="T13" fmla="*/ 2 h 425"/>
                <a:gd name="T14" fmla="*/ 0 w 246"/>
                <a:gd name="T15" fmla="*/ 2 h 425"/>
                <a:gd name="T16" fmla="*/ 0 w 246"/>
                <a:gd name="T17" fmla="*/ 2 h 425"/>
                <a:gd name="T18" fmla="*/ 1 w 246"/>
                <a:gd name="T19" fmla="*/ 2 h 425"/>
                <a:gd name="T20" fmla="*/ 1 w 246"/>
                <a:gd name="T21" fmla="*/ 3 h 425"/>
                <a:gd name="T22" fmla="*/ 1 w 246"/>
                <a:gd name="T23" fmla="*/ 3 h 425"/>
                <a:gd name="T24" fmla="*/ 1 w 246"/>
                <a:gd name="T25" fmla="*/ 3 h 425"/>
                <a:gd name="T26" fmla="*/ 1 w 246"/>
                <a:gd name="T27" fmla="*/ 3 h 425"/>
                <a:gd name="T28" fmla="*/ 1 w 246"/>
                <a:gd name="T29" fmla="*/ 3 h 425"/>
                <a:gd name="T30" fmla="*/ 2 w 246"/>
                <a:gd name="T31" fmla="*/ 3 h 425"/>
                <a:gd name="T32" fmla="*/ 2 w 246"/>
                <a:gd name="T33" fmla="*/ 3 h 425"/>
                <a:gd name="T34" fmla="*/ 2 w 246"/>
                <a:gd name="T35" fmla="*/ 3 h 425"/>
                <a:gd name="T36" fmla="*/ 2 w 246"/>
                <a:gd name="T37" fmla="*/ 3 h 425"/>
                <a:gd name="T38" fmla="*/ 2 w 246"/>
                <a:gd name="T39" fmla="*/ 3 h 425"/>
                <a:gd name="T40" fmla="*/ 2 w 246"/>
                <a:gd name="T41" fmla="*/ 3 h 425"/>
                <a:gd name="T42" fmla="*/ 1 w 246"/>
                <a:gd name="T43" fmla="*/ 3 h 425"/>
                <a:gd name="T44" fmla="*/ 1 w 246"/>
                <a:gd name="T45" fmla="*/ 3 h 425"/>
                <a:gd name="T46" fmla="*/ 1 w 246"/>
                <a:gd name="T47" fmla="*/ 3 h 425"/>
                <a:gd name="T48" fmla="*/ 1 w 246"/>
                <a:gd name="T49" fmla="*/ 3 h 425"/>
                <a:gd name="T50" fmla="*/ 1 w 246"/>
                <a:gd name="T51" fmla="*/ 3 h 425"/>
                <a:gd name="T52" fmla="*/ 1 w 246"/>
                <a:gd name="T53" fmla="*/ 2 h 425"/>
                <a:gd name="T54" fmla="*/ 1 w 246"/>
                <a:gd name="T55" fmla="*/ 2 h 425"/>
                <a:gd name="T56" fmla="*/ 0 w 246"/>
                <a:gd name="T57" fmla="*/ 2 h 425"/>
                <a:gd name="T58" fmla="*/ 0 w 246"/>
                <a:gd name="T59" fmla="*/ 2 h 425"/>
                <a:gd name="T60" fmla="*/ 0 w 246"/>
                <a:gd name="T61" fmla="*/ 1 h 425"/>
                <a:gd name="T62" fmla="*/ 0 w 246"/>
                <a:gd name="T63" fmla="*/ 1 h 425"/>
                <a:gd name="T64" fmla="*/ 0 w 246"/>
                <a:gd name="T65" fmla="*/ 1 h 425"/>
                <a:gd name="T66" fmla="*/ 0 w 246"/>
                <a:gd name="T67" fmla="*/ 0 h 425"/>
                <a:gd name="T68" fmla="*/ 0 w 246"/>
                <a:gd name="T69" fmla="*/ 0 h 425"/>
                <a:gd name="T70" fmla="*/ 0 w 246"/>
                <a:gd name="T71" fmla="*/ 0 h 425"/>
                <a:gd name="T72" fmla="*/ 0 w 246"/>
                <a:gd name="T73" fmla="*/ 0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5"/>
                <a:gd name="T113" fmla="*/ 246 w 246"/>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5">
                  <a:moveTo>
                    <a:pt x="0" y="0"/>
                  </a:moveTo>
                  <a:lnTo>
                    <a:pt x="0" y="0"/>
                  </a:lnTo>
                  <a:lnTo>
                    <a:pt x="2" y="43"/>
                  </a:lnTo>
                  <a:lnTo>
                    <a:pt x="5" y="86"/>
                  </a:lnTo>
                  <a:lnTo>
                    <a:pt x="11" y="126"/>
                  </a:lnTo>
                  <a:lnTo>
                    <a:pt x="19" y="163"/>
                  </a:lnTo>
                  <a:lnTo>
                    <a:pt x="30" y="202"/>
                  </a:lnTo>
                  <a:lnTo>
                    <a:pt x="41" y="236"/>
                  </a:lnTo>
                  <a:lnTo>
                    <a:pt x="55" y="269"/>
                  </a:lnTo>
                  <a:lnTo>
                    <a:pt x="73" y="299"/>
                  </a:lnTo>
                  <a:lnTo>
                    <a:pt x="89" y="326"/>
                  </a:lnTo>
                  <a:lnTo>
                    <a:pt x="108" y="351"/>
                  </a:lnTo>
                  <a:lnTo>
                    <a:pt x="128" y="373"/>
                  </a:lnTo>
                  <a:lnTo>
                    <a:pt x="150" y="391"/>
                  </a:lnTo>
                  <a:lnTo>
                    <a:pt x="171" y="406"/>
                  </a:lnTo>
                  <a:lnTo>
                    <a:pt x="196" y="417"/>
                  </a:lnTo>
                  <a:lnTo>
                    <a:pt x="221" y="422"/>
                  </a:lnTo>
                  <a:lnTo>
                    <a:pt x="246" y="425"/>
                  </a:lnTo>
                  <a:lnTo>
                    <a:pt x="246" y="413"/>
                  </a:lnTo>
                  <a:lnTo>
                    <a:pt x="223" y="411"/>
                  </a:lnTo>
                  <a:lnTo>
                    <a:pt x="201" y="405"/>
                  </a:lnTo>
                  <a:lnTo>
                    <a:pt x="178" y="394"/>
                  </a:lnTo>
                  <a:lnTo>
                    <a:pt x="157" y="381"/>
                  </a:lnTo>
                  <a:lnTo>
                    <a:pt x="137" y="364"/>
                  </a:lnTo>
                  <a:lnTo>
                    <a:pt x="117" y="344"/>
                  </a:lnTo>
                  <a:lnTo>
                    <a:pt x="99" y="319"/>
                  </a:lnTo>
                  <a:lnTo>
                    <a:pt x="82" y="292"/>
                  </a:lnTo>
                  <a:lnTo>
                    <a:pt x="67" y="264"/>
                  </a:lnTo>
                  <a:lnTo>
                    <a:pt x="53" y="231"/>
                  </a:lnTo>
                  <a:lnTo>
                    <a:pt x="41" y="197"/>
                  </a:lnTo>
                  <a:lnTo>
                    <a:pt x="31" y="161"/>
                  </a:lnTo>
                  <a:lnTo>
                    <a:pt x="23" y="123"/>
                  </a:lnTo>
                  <a:lnTo>
                    <a:pt x="17" y="84"/>
                  </a:lnTo>
                  <a:lnTo>
                    <a:pt x="13" y="4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2393" name="Freeform 71"/>
            <p:cNvSpPr>
              <a:spLocks/>
            </p:cNvSpPr>
            <p:nvPr/>
          </p:nvSpPr>
          <p:spPr bwMode="auto">
            <a:xfrm>
              <a:off x="1502" y="1751"/>
              <a:ext cx="50" cy="85"/>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2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1" y="2"/>
                  </a:lnTo>
                  <a:lnTo>
                    <a:pt x="196" y="8"/>
                  </a:lnTo>
                  <a:lnTo>
                    <a:pt x="171" y="19"/>
                  </a:lnTo>
                  <a:lnTo>
                    <a:pt x="150" y="34"/>
                  </a:lnTo>
                  <a:lnTo>
                    <a:pt x="128" y="52"/>
                  </a:lnTo>
                  <a:lnTo>
                    <a:pt x="108" y="74"/>
                  </a:lnTo>
                  <a:lnTo>
                    <a:pt x="89" y="98"/>
                  </a:lnTo>
                  <a:lnTo>
                    <a:pt x="73" y="125"/>
                  </a:lnTo>
                  <a:lnTo>
                    <a:pt x="55" y="156"/>
                  </a:lnTo>
                  <a:lnTo>
                    <a:pt x="41" y="189"/>
                  </a:lnTo>
                  <a:lnTo>
                    <a:pt x="30" y="223"/>
                  </a:lnTo>
                  <a:lnTo>
                    <a:pt x="19" y="261"/>
                  </a:lnTo>
                  <a:lnTo>
                    <a:pt x="11" y="299"/>
                  </a:lnTo>
                  <a:lnTo>
                    <a:pt x="5" y="339"/>
                  </a:lnTo>
                  <a:lnTo>
                    <a:pt x="2" y="382"/>
                  </a:lnTo>
                  <a:lnTo>
                    <a:pt x="0" y="424"/>
                  </a:lnTo>
                  <a:lnTo>
                    <a:pt x="12" y="424"/>
                  </a:lnTo>
                  <a:lnTo>
                    <a:pt x="13" y="382"/>
                  </a:lnTo>
                  <a:lnTo>
                    <a:pt x="17" y="341"/>
                  </a:lnTo>
                  <a:lnTo>
                    <a:pt x="23" y="301"/>
                  </a:lnTo>
                  <a:lnTo>
                    <a:pt x="31" y="264"/>
                  </a:lnTo>
                  <a:lnTo>
                    <a:pt x="41" y="227"/>
                  </a:lnTo>
                  <a:lnTo>
                    <a:pt x="53" y="193"/>
                  </a:lnTo>
                  <a:lnTo>
                    <a:pt x="67" y="161"/>
                  </a:lnTo>
                  <a:lnTo>
                    <a:pt x="82" y="132"/>
                  </a:lnTo>
                  <a:lnTo>
                    <a:pt x="99" y="105"/>
                  </a:lnTo>
                  <a:lnTo>
                    <a:pt x="117" y="81"/>
                  </a:lnTo>
                  <a:lnTo>
                    <a:pt x="137" y="61"/>
                  </a:lnTo>
                  <a:lnTo>
                    <a:pt x="157" y="43"/>
                  </a:lnTo>
                  <a:lnTo>
                    <a:pt x="178" y="30"/>
                  </a:lnTo>
                  <a:lnTo>
                    <a:pt x="201" y="20"/>
                  </a:lnTo>
                  <a:lnTo>
                    <a:pt x="223" y="14"/>
                  </a:lnTo>
                  <a:lnTo>
                    <a:pt x="246" y="12"/>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2394" name="Freeform 72"/>
            <p:cNvSpPr>
              <a:spLocks/>
            </p:cNvSpPr>
            <p:nvPr/>
          </p:nvSpPr>
          <p:spPr bwMode="auto">
            <a:xfrm>
              <a:off x="1565" y="2016"/>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0" y="339"/>
                  </a:lnTo>
                  <a:lnTo>
                    <a:pt x="234" y="299"/>
                  </a:lnTo>
                  <a:lnTo>
                    <a:pt x="226" y="261"/>
                  </a:lnTo>
                  <a:lnTo>
                    <a:pt x="216" y="223"/>
                  </a:lnTo>
                  <a:lnTo>
                    <a:pt x="204" y="189"/>
                  </a:lnTo>
                  <a:lnTo>
                    <a:pt x="190" y="156"/>
                  </a:lnTo>
                  <a:lnTo>
                    <a:pt x="174" y="125"/>
                  </a:lnTo>
                  <a:lnTo>
                    <a:pt x="156" y="98"/>
                  </a:lnTo>
                  <a:lnTo>
                    <a:pt x="138" y="74"/>
                  </a:lnTo>
                  <a:lnTo>
                    <a:pt x="118" y="51"/>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9" y="81"/>
                  </a:lnTo>
                  <a:lnTo>
                    <a:pt x="147" y="105"/>
                  </a:lnTo>
                  <a:lnTo>
                    <a:pt x="164" y="132"/>
                  </a:lnTo>
                  <a:lnTo>
                    <a:pt x="178" y="160"/>
                  </a:lnTo>
                  <a:lnTo>
                    <a:pt x="192" y="193"/>
                  </a:lnTo>
                  <a:lnTo>
                    <a:pt x="204" y="227"/>
                  </a:lnTo>
                  <a:lnTo>
                    <a:pt x="215" y="264"/>
                  </a:lnTo>
                  <a:lnTo>
                    <a:pt x="223" y="301"/>
                  </a:lnTo>
                  <a:lnTo>
                    <a:pt x="229"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2395" name="Freeform 73"/>
            <p:cNvSpPr>
              <a:spLocks/>
            </p:cNvSpPr>
            <p:nvPr/>
          </p:nvSpPr>
          <p:spPr bwMode="auto">
            <a:xfrm>
              <a:off x="1565" y="2101"/>
              <a:ext cx="49" cy="85"/>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6" y="423"/>
                  </a:lnTo>
                  <a:lnTo>
                    <a:pt x="51" y="418"/>
                  </a:lnTo>
                  <a:lnTo>
                    <a:pt x="74" y="407"/>
                  </a:lnTo>
                  <a:lnTo>
                    <a:pt x="96" y="392"/>
                  </a:lnTo>
                  <a:lnTo>
                    <a:pt x="118" y="373"/>
                  </a:lnTo>
                  <a:lnTo>
                    <a:pt x="138" y="351"/>
                  </a:lnTo>
                  <a:lnTo>
                    <a:pt x="156" y="327"/>
                  </a:lnTo>
                  <a:lnTo>
                    <a:pt x="175" y="299"/>
                  </a:lnTo>
                  <a:lnTo>
                    <a:pt x="190" y="269"/>
                  </a:lnTo>
                  <a:lnTo>
                    <a:pt x="204" y="236"/>
                  </a:lnTo>
                  <a:lnTo>
                    <a:pt x="216" y="202"/>
                  </a:lnTo>
                  <a:lnTo>
                    <a:pt x="226" y="164"/>
                  </a:lnTo>
                  <a:lnTo>
                    <a:pt x="234" y="126"/>
                  </a:lnTo>
                  <a:lnTo>
                    <a:pt x="240" y="86"/>
                  </a:lnTo>
                  <a:lnTo>
                    <a:pt x="244" y="42"/>
                  </a:lnTo>
                  <a:lnTo>
                    <a:pt x="245" y="0"/>
                  </a:lnTo>
                  <a:lnTo>
                    <a:pt x="233" y="0"/>
                  </a:lnTo>
                  <a:lnTo>
                    <a:pt x="232" y="42"/>
                  </a:lnTo>
                  <a:lnTo>
                    <a:pt x="229" y="83"/>
                  </a:lnTo>
                  <a:lnTo>
                    <a:pt x="223" y="123"/>
                  </a:lnTo>
                  <a:lnTo>
                    <a:pt x="215" y="162"/>
                  </a:lnTo>
                  <a:lnTo>
                    <a:pt x="204" y="197"/>
                  </a:lnTo>
                  <a:lnTo>
                    <a:pt x="192" y="231"/>
                  </a:lnTo>
                  <a:lnTo>
                    <a:pt x="178" y="264"/>
                  </a:lnTo>
                  <a:lnTo>
                    <a:pt x="163" y="292"/>
                  </a:lnTo>
                  <a:lnTo>
                    <a:pt x="147" y="320"/>
                  </a:lnTo>
                  <a:lnTo>
                    <a:pt x="129" y="344"/>
                  </a:lnTo>
                  <a:lnTo>
                    <a:pt x="109" y="364"/>
                  </a:lnTo>
                  <a:lnTo>
                    <a:pt x="89" y="382"/>
                  </a:lnTo>
                  <a:lnTo>
                    <a:pt x="67" y="395"/>
                  </a:lnTo>
                  <a:lnTo>
                    <a:pt x="46" y="406"/>
                  </a:lnTo>
                  <a:lnTo>
                    <a:pt x="24"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2396" name="Freeform 74"/>
            <p:cNvSpPr>
              <a:spLocks/>
            </p:cNvSpPr>
            <p:nvPr/>
          </p:nvSpPr>
          <p:spPr bwMode="auto">
            <a:xfrm>
              <a:off x="1516" y="2101"/>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5" y="86"/>
                  </a:lnTo>
                  <a:lnTo>
                    <a:pt x="11" y="126"/>
                  </a:lnTo>
                  <a:lnTo>
                    <a:pt x="19" y="164"/>
                  </a:lnTo>
                  <a:lnTo>
                    <a:pt x="30" y="202"/>
                  </a:lnTo>
                  <a:lnTo>
                    <a:pt x="41" y="236"/>
                  </a:lnTo>
                  <a:lnTo>
                    <a:pt x="55" y="269"/>
                  </a:lnTo>
                  <a:lnTo>
                    <a:pt x="71" y="299"/>
                  </a:lnTo>
                  <a:lnTo>
                    <a:pt x="89" y="327"/>
                  </a:lnTo>
                  <a:lnTo>
                    <a:pt x="107" y="351"/>
                  </a:lnTo>
                  <a:lnTo>
                    <a:pt x="127" y="373"/>
                  </a:lnTo>
                  <a:lnTo>
                    <a:pt x="149" y="392"/>
                  </a:lnTo>
                  <a:lnTo>
                    <a:pt x="171" y="407"/>
                  </a:lnTo>
                  <a:lnTo>
                    <a:pt x="195" y="418"/>
                  </a:lnTo>
                  <a:lnTo>
                    <a:pt x="219" y="423"/>
                  </a:lnTo>
                  <a:lnTo>
                    <a:pt x="245" y="426"/>
                  </a:lnTo>
                  <a:lnTo>
                    <a:pt x="245" y="414"/>
                  </a:lnTo>
                  <a:lnTo>
                    <a:pt x="222" y="412"/>
                  </a:lnTo>
                  <a:lnTo>
                    <a:pt x="199" y="406"/>
                  </a:lnTo>
                  <a:lnTo>
                    <a:pt x="178" y="395"/>
                  </a:lnTo>
                  <a:lnTo>
                    <a:pt x="156" y="382"/>
                  </a:lnTo>
                  <a:lnTo>
                    <a:pt x="136" y="364"/>
                  </a:lnTo>
                  <a:lnTo>
                    <a:pt x="116" y="344"/>
                  </a:lnTo>
                  <a:lnTo>
                    <a:pt x="99" y="320"/>
                  </a:lnTo>
                  <a:lnTo>
                    <a:pt x="82" y="292"/>
                  </a:lnTo>
                  <a:lnTo>
                    <a:pt x="67" y="264"/>
                  </a:lnTo>
                  <a:lnTo>
                    <a:pt x="53" y="231"/>
                  </a:lnTo>
                  <a:lnTo>
                    <a:pt x="41" y="197"/>
                  </a:lnTo>
                  <a:lnTo>
                    <a:pt x="31" y="162"/>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2397" name="Freeform 75"/>
            <p:cNvSpPr>
              <a:spLocks/>
            </p:cNvSpPr>
            <p:nvPr/>
          </p:nvSpPr>
          <p:spPr bwMode="auto">
            <a:xfrm>
              <a:off x="1516" y="2016"/>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5" y="8"/>
                  </a:lnTo>
                  <a:lnTo>
                    <a:pt x="171" y="19"/>
                  </a:lnTo>
                  <a:lnTo>
                    <a:pt x="149" y="34"/>
                  </a:lnTo>
                  <a:lnTo>
                    <a:pt x="127" y="51"/>
                  </a:lnTo>
                  <a:lnTo>
                    <a:pt x="107" y="74"/>
                  </a:lnTo>
                  <a:lnTo>
                    <a:pt x="89" y="98"/>
                  </a:lnTo>
                  <a:lnTo>
                    <a:pt x="72" y="125"/>
                  </a:lnTo>
                  <a:lnTo>
                    <a:pt x="55" y="156"/>
                  </a:lnTo>
                  <a:lnTo>
                    <a:pt x="41" y="189"/>
                  </a:lnTo>
                  <a:lnTo>
                    <a:pt x="30" y="223"/>
                  </a:lnTo>
                  <a:lnTo>
                    <a:pt x="19" y="261"/>
                  </a:lnTo>
                  <a:lnTo>
                    <a:pt x="11" y="299"/>
                  </a:lnTo>
                  <a:lnTo>
                    <a:pt x="5" y="339"/>
                  </a:lnTo>
                  <a:lnTo>
                    <a:pt x="1" y="382"/>
                  </a:lnTo>
                  <a:lnTo>
                    <a:pt x="0" y="424"/>
                  </a:lnTo>
                  <a:lnTo>
                    <a:pt x="12" y="424"/>
                  </a:lnTo>
                  <a:lnTo>
                    <a:pt x="13" y="382"/>
                  </a:lnTo>
                  <a:lnTo>
                    <a:pt x="17" y="341"/>
                  </a:lnTo>
                  <a:lnTo>
                    <a:pt x="23" y="301"/>
                  </a:lnTo>
                  <a:lnTo>
                    <a:pt x="31" y="264"/>
                  </a:lnTo>
                  <a:lnTo>
                    <a:pt x="41" y="227"/>
                  </a:lnTo>
                  <a:lnTo>
                    <a:pt x="53" y="193"/>
                  </a:lnTo>
                  <a:lnTo>
                    <a:pt x="67" y="160"/>
                  </a:lnTo>
                  <a:lnTo>
                    <a:pt x="81" y="132"/>
                  </a:lnTo>
                  <a:lnTo>
                    <a:pt x="99" y="105"/>
                  </a:lnTo>
                  <a:lnTo>
                    <a:pt x="116" y="81"/>
                  </a:lnTo>
                  <a:lnTo>
                    <a:pt x="136" y="61"/>
                  </a:lnTo>
                  <a:lnTo>
                    <a:pt x="156" y="43"/>
                  </a:lnTo>
                  <a:lnTo>
                    <a:pt x="178" y="30"/>
                  </a:lnTo>
                  <a:lnTo>
                    <a:pt x="199" y="20"/>
                  </a:lnTo>
                  <a:lnTo>
                    <a:pt x="222"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sp>
        <p:nvSpPr>
          <p:cNvPr id="142344" name="Rectangle 77"/>
          <p:cNvSpPr>
            <a:spLocks noChangeArrowheads="1"/>
          </p:cNvSpPr>
          <p:nvPr/>
        </p:nvSpPr>
        <p:spPr bwMode="auto">
          <a:xfrm>
            <a:off x="611188" y="0"/>
            <a:ext cx="6388100" cy="6477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3000"/>
              <a:t>Sem. 3 - Lundi</a:t>
            </a:r>
          </a:p>
        </p:txBody>
      </p:sp>
      <p:sp>
        <p:nvSpPr>
          <p:cNvPr id="142345" name="Text Box 78"/>
          <p:cNvSpPr txBox="1">
            <a:spLocks noChangeArrowheads="1"/>
          </p:cNvSpPr>
          <p:nvPr/>
        </p:nvSpPr>
        <p:spPr bwMode="auto">
          <a:xfrm>
            <a:off x="566738" y="2697163"/>
            <a:ext cx="3217862"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2. Pas de commandes</a:t>
            </a:r>
          </a:p>
        </p:txBody>
      </p:sp>
      <p:sp>
        <p:nvSpPr>
          <p:cNvPr id="142346" name="Text Box 79"/>
          <p:cNvSpPr txBox="1">
            <a:spLocks noChangeArrowheads="1"/>
          </p:cNvSpPr>
          <p:nvPr/>
        </p:nvSpPr>
        <p:spPr bwMode="auto">
          <a:xfrm>
            <a:off x="566738" y="5211763"/>
            <a:ext cx="6543675" cy="4429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eaLnBrk="1" hangingPunct="1">
              <a:spcBef>
                <a:spcPct val="0"/>
              </a:spcBef>
              <a:buFontTx/>
              <a:buNone/>
            </a:pPr>
            <a:r>
              <a:rPr lang="fr-FR" altLang="fr-FR" sz="2300"/>
              <a:t>4. Pointez la production sur votre feuille de suivi</a:t>
            </a:r>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43362" name="Group 2"/>
          <p:cNvGrpSpPr>
            <a:grpSpLocks/>
          </p:cNvGrpSpPr>
          <p:nvPr/>
        </p:nvGrpSpPr>
        <p:grpSpPr bwMode="auto">
          <a:xfrm>
            <a:off x="7073900" y="215900"/>
            <a:ext cx="1878013" cy="1250950"/>
            <a:chOff x="4456" y="136"/>
            <a:chExt cx="1183" cy="788"/>
          </a:xfrm>
        </p:grpSpPr>
        <p:grpSp>
          <p:nvGrpSpPr>
            <p:cNvPr id="143422" name="Group 3"/>
            <p:cNvGrpSpPr>
              <a:grpSpLocks/>
            </p:cNvGrpSpPr>
            <p:nvPr/>
          </p:nvGrpSpPr>
          <p:grpSpPr bwMode="auto">
            <a:xfrm>
              <a:off x="4766" y="232"/>
              <a:ext cx="873" cy="692"/>
              <a:chOff x="2185" y="310"/>
              <a:chExt cx="873" cy="692"/>
            </a:xfrm>
          </p:grpSpPr>
          <p:sp>
            <p:nvSpPr>
              <p:cNvPr id="143433" name="Freeform 4"/>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accent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3434" name="Freeform 5"/>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3435" name="Freeform 6"/>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3436" name="Freeform 7"/>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3437" name="Freeform 8"/>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3438" name="Freeform 9"/>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3439" name="Freeform 10"/>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grpSp>
          <p:nvGrpSpPr>
            <p:cNvPr id="143423" name="Group 11"/>
            <p:cNvGrpSpPr>
              <a:grpSpLocks/>
            </p:cNvGrpSpPr>
            <p:nvPr/>
          </p:nvGrpSpPr>
          <p:grpSpPr bwMode="auto">
            <a:xfrm>
              <a:off x="4949" y="336"/>
              <a:ext cx="591" cy="468"/>
              <a:chOff x="2185" y="310"/>
              <a:chExt cx="873" cy="692"/>
            </a:xfrm>
          </p:grpSpPr>
          <p:sp>
            <p:nvSpPr>
              <p:cNvPr id="143426" name="Freeform 12"/>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3427" name="Freeform 13"/>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3428" name="Freeform 14"/>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3429" name="Freeform 15"/>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3430" name="Freeform 16"/>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3431" name="Freeform 17"/>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3432" name="Freeform 18"/>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pic>
          <p:nvPicPr>
            <p:cNvPr id="143424" name="Picture 19"/>
            <p:cNvPicPr>
              <a:picLocks noChangeAspect="1" noChangeArrowheads="1"/>
            </p:cNvPicPr>
            <p:nvPr/>
          </p:nvPicPr>
          <p:blipFill>
            <a:blip r:embed="rId3" cstate="print">
              <a:extLst>
                <a:ext uri="{28A0092B-C50C-407E-A947-70E740481C1C}">
                  <a14:useLocalDpi xmlns:a14="http://schemas.microsoft.com/office/drawing/2010/main" val="0"/>
                </a:ext>
              </a:extLst>
            </a:blip>
            <a:srcRect l="-4282" t="-4369" r="-5199" b="-12012"/>
            <a:stretch>
              <a:fillRect/>
            </a:stretch>
          </p:blipFill>
          <p:spPr bwMode="auto">
            <a:xfrm>
              <a:off x="4456" y="136"/>
              <a:ext cx="480" cy="5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43425" name="Text Box 20"/>
            <p:cNvSpPr txBox="1">
              <a:spLocks noChangeArrowheads="1"/>
            </p:cNvSpPr>
            <p:nvPr/>
          </p:nvSpPr>
          <p:spPr bwMode="auto">
            <a:xfrm>
              <a:off x="5066" y="314"/>
              <a:ext cx="356" cy="49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4500" b="1">
                  <a:solidFill>
                    <a:srgbClr val="FF0000"/>
                  </a:solidFill>
                  <a:latin typeface="Arial Black" pitchFamily="34" charset="0"/>
                </a:rPr>
                <a:t>5</a:t>
              </a:r>
              <a:endParaRPr lang="fr-FR" altLang="fr-FR" sz="3200">
                <a:solidFill>
                  <a:schemeClr val="tx1"/>
                </a:solidFill>
                <a:latin typeface="Arial Black" pitchFamily="34" charset="0"/>
              </a:endParaRPr>
            </a:p>
          </p:txBody>
        </p:sp>
      </p:grpSp>
      <p:sp>
        <p:nvSpPr>
          <p:cNvPr id="143364" name="Text Box 22"/>
          <p:cNvSpPr txBox="1">
            <a:spLocks noChangeArrowheads="1"/>
          </p:cNvSpPr>
          <p:nvPr/>
        </p:nvSpPr>
        <p:spPr bwMode="auto">
          <a:xfrm>
            <a:off x="566738" y="1363663"/>
            <a:ext cx="1946275"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1. Tirez le dé</a:t>
            </a:r>
          </a:p>
        </p:txBody>
      </p:sp>
      <p:sp>
        <p:nvSpPr>
          <p:cNvPr id="143365" name="Text Box 23"/>
          <p:cNvSpPr txBox="1">
            <a:spLocks noChangeArrowheads="1"/>
          </p:cNvSpPr>
          <p:nvPr/>
        </p:nvSpPr>
        <p:spPr bwMode="auto">
          <a:xfrm>
            <a:off x="566738" y="3935413"/>
            <a:ext cx="18796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3. Produisez</a:t>
            </a:r>
          </a:p>
        </p:txBody>
      </p:sp>
      <p:grpSp>
        <p:nvGrpSpPr>
          <p:cNvPr id="143366" name="Group 24"/>
          <p:cNvGrpSpPr>
            <a:grpSpLocks/>
          </p:cNvGrpSpPr>
          <p:nvPr/>
        </p:nvGrpSpPr>
        <p:grpSpPr bwMode="auto">
          <a:xfrm>
            <a:off x="2986088" y="1306513"/>
            <a:ext cx="446087" cy="534987"/>
            <a:chOff x="868" y="1439"/>
            <a:chExt cx="811" cy="972"/>
          </a:xfrm>
        </p:grpSpPr>
        <p:sp>
          <p:nvSpPr>
            <p:cNvPr id="143371" name="Freeform 25"/>
            <p:cNvSpPr>
              <a:spLocks/>
            </p:cNvSpPr>
            <p:nvPr/>
          </p:nvSpPr>
          <p:spPr bwMode="auto">
            <a:xfrm>
              <a:off x="1548" y="2014"/>
              <a:ext cx="123" cy="100"/>
            </a:xfrm>
            <a:custGeom>
              <a:avLst/>
              <a:gdLst>
                <a:gd name="T0" fmla="*/ 5 w 618"/>
                <a:gd name="T1" fmla="*/ 0 h 502"/>
                <a:gd name="T2" fmla="*/ 5 w 618"/>
                <a:gd name="T3" fmla="*/ 0 h 502"/>
                <a:gd name="T4" fmla="*/ 0 w 618"/>
                <a:gd name="T5" fmla="*/ 4 h 502"/>
                <a:gd name="T6" fmla="*/ 0 w 618"/>
                <a:gd name="T7" fmla="*/ 4 h 502"/>
                <a:gd name="T8" fmla="*/ 5 w 618"/>
                <a:gd name="T9" fmla="*/ 0 h 502"/>
                <a:gd name="T10" fmla="*/ 5 w 618"/>
                <a:gd name="T11" fmla="*/ 0 h 502"/>
                <a:gd name="T12" fmla="*/ 5 w 618"/>
                <a:gd name="T13" fmla="*/ 0 h 502"/>
                <a:gd name="T14" fmla="*/ 5 w 618"/>
                <a:gd name="T15" fmla="*/ 0 h 502"/>
                <a:gd name="T16" fmla="*/ 5 w 618"/>
                <a:gd name="T17" fmla="*/ 0 h 502"/>
                <a:gd name="T18" fmla="*/ 5 w 618"/>
                <a:gd name="T19" fmla="*/ 0 h 502"/>
                <a:gd name="T20" fmla="*/ 5 w 618"/>
                <a:gd name="T21" fmla="*/ 0 h 502"/>
                <a:gd name="T22" fmla="*/ 5 w 618"/>
                <a:gd name="T23" fmla="*/ 0 h 502"/>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618"/>
                <a:gd name="T37" fmla="*/ 0 h 502"/>
                <a:gd name="T38" fmla="*/ 618 w 618"/>
                <a:gd name="T39" fmla="*/ 502 h 502"/>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618" h="502">
                  <a:moveTo>
                    <a:pt x="611" y="0"/>
                  </a:moveTo>
                  <a:lnTo>
                    <a:pt x="606" y="2"/>
                  </a:lnTo>
                  <a:lnTo>
                    <a:pt x="0" y="490"/>
                  </a:lnTo>
                  <a:lnTo>
                    <a:pt x="10" y="502"/>
                  </a:lnTo>
                  <a:lnTo>
                    <a:pt x="616" y="14"/>
                  </a:lnTo>
                  <a:lnTo>
                    <a:pt x="611" y="16"/>
                  </a:lnTo>
                  <a:lnTo>
                    <a:pt x="616" y="14"/>
                  </a:lnTo>
                  <a:lnTo>
                    <a:pt x="618" y="9"/>
                  </a:lnTo>
                  <a:lnTo>
                    <a:pt x="617" y="3"/>
                  </a:lnTo>
                  <a:lnTo>
                    <a:pt x="612" y="1"/>
                  </a:lnTo>
                  <a:lnTo>
                    <a:pt x="606" y="2"/>
                  </a:lnTo>
                  <a:lnTo>
                    <a:pt x="611"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3372" name="Freeform 26"/>
            <p:cNvSpPr>
              <a:spLocks/>
            </p:cNvSpPr>
            <p:nvPr/>
          </p:nvSpPr>
          <p:spPr bwMode="auto">
            <a:xfrm>
              <a:off x="876" y="1852"/>
              <a:ext cx="82" cy="373"/>
            </a:xfrm>
            <a:custGeom>
              <a:avLst/>
              <a:gdLst>
                <a:gd name="T0" fmla="*/ 3 w 413"/>
                <a:gd name="T1" fmla="*/ 15 h 1865"/>
                <a:gd name="T2" fmla="*/ 3 w 413"/>
                <a:gd name="T3" fmla="*/ 15 h 1865"/>
                <a:gd name="T4" fmla="*/ 0 w 413"/>
                <a:gd name="T5" fmla="*/ 0 h 1865"/>
                <a:gd name="T6" fmla="*/ 0 w 413"/>
                <a:gd name="T7" fmla="*/ 0 h 1865"/>
                <a:gd name="T8" fmla="*/ 3 w 413"/>
                <a:gd name="T9" fmla="*/ 15 h 1865"/>
                <a:gd name="T10" fmla="*/ 3 w 413"/>
                <a:gd name="T11" fmla="*/ 15 h 1865"/>
                <a:gd name="T12" fmla="*/ 3 w 413"/>
                <a:gd name="T13" fmla="*/ 15 h 1865"/>
                <a:gd name="T14" fmla="*/ 3 w 413"/>
                <a:gd name="T15" fmla="*/ 15 h 1865"/>
                <a:gd name="T16" fmla="*/ 3 w 413"/>
                <a:gd name="T17" fmla="*/ 15 h 1865"/>
                <a:gd name="T18" fmla="*/ 3 w 413"/>
                <a:gd name="T19" fmla="*/ 15 h 1865"/>
                <a:gd name="T20" fmla="*/ 3 w 413"/>
                <a:gd name="T21" fmla="*/ 15 h 1865"/>
                <a:gd name="T22" fmla="*/ 3 w 413"/>
                <a:gd name="T23" fmla="*/ 15 h 186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413"/>
                <a:gd name="T37" fmla="*/ 0 h 1865"/>
                <a:gd name="T38" fmla="*/ 413 w 413"/>
                <a:gd name="T39" fmla="*/ 1865 h 1865"/>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413" h="1865">
                  <a:moveTo>
                    <a:pt x="400" y="1864"/>
                  </a:moveTo>
                  <a:lnTo>
                    <a:pt x="413" y="1856"/>
                  </a:lnTo>
                  <a:lnTo>
                    <a:pt x="17" y="0"/>
                  </a:lnTo>
                  <a:lnTo>
                    <a:pt x="0" y="2"/>
                  </a:lnTo>
                  <a:lnTo>
                    <a:pt x="396" y="1858"/>
                  </a:lnTo>
                  <a:lnTo>
                    <a:pt x="409" y="1850"/>
                  </a:lnTo>
                  <a:lnTo>
                    <a:pt x="396" y="1858"/>
                  </a:lnTo>
                  <a:lnTo>
                    <a:pt x="400" y="1864"/>
                  </a:lnTo>
                  <a:lnTo>
                    <a:pt x="406" y="1865"/>
                  </a:lnTo>
                  <a:lnTo>
                    <a:pt x="410" y="1862"/>
                  </a:lnTo>
                  <a:lnTo>
                    <a:pt x="413" y="1856"/>
                  </a:lnTo>
                  <a:lnTo>
                    <a:pt x="400" y="186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3373" name="Freeform 27"/>
            <p:cNvSpPr>
              <a:spLocks/>
            </p:cNvSpPr>
            <p:nvPr/>
          </p:nvSpPr>
          <p:spPr bwMode="auto">
            <a:xfrm>
              <a:off x="1282" y="1533"/>
              <a:ext cx="35" cy="161"/>
            </a:xfrm>
            <a:custGeom>
              <a:avLst/>
              <a:gdLst>
                <a:gd name="T0" fmla="*/ 1 w 175"/>
                <a:gd name="T1" fmla="*/ 6 h 807"/>
                <a:gd name="T2" fmla="*/ 1 w 175"/>
                <a:gd name="T3" fmla="*/ 6 h 807"/>
                <a:gd name="T4" fmla="*/ 1 w 175"/>
                <a:gd name="T5" fmla="*/ 6 h 807"/>
                <a:gd name="T6" fmla="*/ 1 w 175"/>
                <a:gd name="T7" fmla="*/ 5 h 807"/>
                <a:gd name="T8" fmla="*/ 1 w 175"/>
                <a:gd name="T9" fmla="*/ 5 h 807"/>
                <a:gd name="T10" fmla="*/ 1 w 175"/>
                <a:gd name="T11" fmla="*/ 5 h 807"/>
                <a:gd name="T12" fmla="*/ 1 w 175"/>
                <a:gd name="T13" fmla="*/ 4 h 807"/>
                <a:gd name="T14" fmla="*/ 1 w 175"/>
                <a:gd name="T15" fmla="*/ 4 h 807"/>
                <a:gd name="T16" fmla="*/ 1 w 175"/>
                <a:gd name="T17" fmla="*/ 3 h 807"/>
                <a:gd name="T18" fmla="*/ 1 w 175"/>
                <a:gd name="T19" fmla="*/ 3 h 807"/>
                <a:gd name="T20" fmla="*/ 1 w 175"/>
                <a:gd name="T21" fmla="*/ 3 h 807"/>
                <a:gd name="T22" fmla="*/ 1 w 175"/>
                <a:gd name="T23" fmla="*/ 2 h 807"/>
                <a:gd name="T24" fmla="*/ 1 w 175"/>
                <a:gd name="T25" fmla="*/ 2 h 807"/>
                <a:gd name="T26" fmla="*/ 1 w 175"/>
                <a:gd name="T27" fmla="*/ 2 h 807"/>
                <a:gd name="T28" fmla="*/ 1 w 175"/>
                <a:gd name="T29" fmla="*/ 1 h 807"/>
                <a:gd name="T30" fmla="*/ 1 w 175"/>
                <a:gd name="T31" fmla="*/ 1 h 807"/>
                <a:gd name="T32" fmla="*/ 1 w 175"/>
                <a:gd name="T33" fmla="*/ 1 h 807"/>
                <a:gd name="T34" fmla="*/ 1 w 175"/>
                <a:gd name="T35" fmla="*/ 0 h 807"/>
                <a:gd name="T36" fmla="*/ 1 w 175"/>
                <a:gd name="T37" fmla="*/ 0 h 807"/>
                <a:gd name="T38" fmla="*/ 1 w 175"/>
                <a:gd name="T39" fmla="*/ 0 h 807"/>
                <a:gd name="T40" fmla="*/ 0 w 175"/>
                <a:gd name="T41" fmla="*/ 1 h 807"/>
                <a:gd name="T42" fmla="*/ 0 w 175"/>
                <a:gd name="T43" fmla="*/ 1 h 807"/>
                <a:gd name="T44" fmla="*/ 0 w 175"/>
                <a:gd name="T45" fmla="*/ 1 h 807"/>
                <a:gd name="T46" fmla="*/ 0 w 175"/>
                <a:gd name="T47" fmla="*/ 2 h 807"/>
                <a:gd name="T48" fmla="*/ 0 w 175"/>
                <a:gd name="T49" fmla="*/ 2 h 807"/>
                <a:gd name="T50" fmla="*/ 0 w 175"/>
                <a:gd name="T51" fmla="*/ 3 h 807"/>
                <a:gd name="T52" fmla="*/ 0 w 175"/>
                <a:gd name="T53" fmla="*/ 3 h 807"/>
                <a:gd name="T54" fmla="*/ 0 w 175"/>
                <a:gd name="T55" fmla="*/ 3 h 807"/>
                <a:gd name="T56" fmla="*/ 0 w 175"/>
                <a:gd name="T57" fmla="*/ 4 h 807"/>
                <a:gd name="T58" fmla="*/ 0 w 175"/>
                <a:gd name="T59" fmla="*/ 4 h 807"/>
                <a:gd name="T60" fmla="*/ 0 w 175"/>
                <a:gd name="T61" fmla="*/ 5 h 807"/>
                <a:gd name="T62" fmla="*/ 0 w 175"/>
                <a:gd name="T63" fmla="*/ 5 h 807"/>
                <a:gd name="T64" fmla="*/ 0 w 175"/>
                <a:gd name="T65" fmla="*/ 5 h 807"/>
                <a:gd name="T66" fmla="*/ 1 w 175"/>
                <a:gd name="T67" fmla="*/ 6 h 807"/>
                <a:gd name="T68" fmla="*/ 1 w 175"/>
                <a:gd name="T69" fmla="*/ 6 h 807"/>
                <a:gd name="T70" fmla="*/ 1 w 175"/>
                <a:gd name="T71" fmla="*/ 6 h 807"/>
                <a:gd name="T72" fmla="*/ 1 w 175"/>
                <a:gd name="T73" fmla="*/ 6 h 807"/>
                <a:gd name="T74" fmla="*/ 1 w 175"/>
                <a:gd name="T75" fmla="*/ 6 h 807"/>
                <a:gd name="T76" fmla="*/ 1 w 175"/>
                <a:gd name="T77" fmla="*/ 6 h 807"/>
                <a:gd name="T78" fmla="*/ 1 w 175"/>
                <a:gd name="T79" fmla="*/ 6 h 807"/>
                <a:gd name="T80" fmla="*/ 1 w 175"/>
                <a:gd name="T81" fmla="*/ 6 h 807"/>
                <a:gd name="T82" fmla="*/ 1 w 175"/>
                <a:gd name="T83" fmla="*/ 6 h 807"/>
                <a:gd name="T84" fmla="*/ 1 w 175"/>
                <a:gd name="T85" fmla="*/ 6 h 807"/>
                <a:gd name="T86" fmla="*/ 1 w 175"/>
                <a:gd name="T87" fmla="*/ 6 h 807"/>
                <a:gd name="T88" fmla="*/ 1 w 175"/>
                <a:gd name="T89" fmla="*/ 6 h 807"/>
                <a:gd name="T90" fmla="*/ 1 w 175"/>
                <a:gd name="T91" fmla="*/ 6 h 80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175"/>
                <a:gd name="T139" fmla="*/ 0 h 807"/>
                <a:gd name="T140" fmla="*/ 175 w 175"/>
                <a:gd name="T141" fmla="*/ 807 h 80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175" h="807">
                  <a:moveTo>
                    <a:pt x="169" y="740"/>
                  </a:moveTo>
                  <a:lnTo>
                    <a:pt x="169" y="739"/>
                  </a:lnTo>
                  <a:lnTo>
                    <a:pt x="149" y="698"/>
                  </a:lnTo>
                  <a:lnTo>
                    <a:pt x="133" y="656"/>
                  </a:lnTo>
                  <a:lnTo>
                    <a:pt x="120" y="611"/>
                  </a:lnTo>
                  <a:lnTo>
                    <a:pt x="108" y="565"/>
                  </a:lnTo>
                  <a:lnTo>
                    <a:pt x="100" y="520"/>
                  </a:lnTo>
                  <a:lnTo>
                    <a:pt x="96" y="472"/>
                  </a:lnTo>
                  <a:lnTo>
                    <a:pt x="93" y="425"/>
                  </a:lnTo>
                  <a:lnTo>
                    <a:pt x="93" y="377"/>
                  </a:lnTo>
                  <a:lnTo>
                    <a:pt x="96" y="330"/>
                  </a:lnTo>
                  <a:lnTo>
                    <a:pt x="100" y="283"/>
                  </a:lnTo>
                  <a:lnTo>
                    <a:pt x="106" y="238"/>
                  </a:lnTo>
                  <a:lnTo>
                    <a:pt x="115" y="195"/>
                  </a:lnTo>
                  <a:lnTo>
                    <a:pt x="126" y="153"/>
                  </a:lnTo>
                  <a:lnTo>
                    <a:pt x="139" y="114"/>
                  </a:lnTo>
                  <a:lnTo>
                    <a:pt x="153" y="77"/>
                  </a:lnTo>
                  <a:lnTo>
                    <a:pt x="169" y="43"/>
                  </a:lnTo>
                  <a:lnTo>
                    <a:pt x="87" y="0"/>
                  </a:lnTo>
                  <a:lnTo>
                    <a:pt x="69" y="39"/>
                  </a:lnTo>
                  <a:lnTo>
                    <a:pt x="52" y="81"/>
                  </a:lnTo>
                  <a:lnTo>
                    <a:pt x="37" y="127"/>
                  </a:lnTo>
                  <a:lnTo>
                    <a:pt x="24" y="174"/>
                  </a:lnTo>
                  <a:lnTo>
                    <a:pt x="15" y="222"/>
                  </a:lnTo>
                  <a:lnTo>
                    <a:pt x="7" y="271"/>
                  </a:lnTo>
                  <a:lnTo>
                    <a:pt x="2" y="323"/>
                  </a:lnTo>
                  <a:lnTo>
                    <a:pt x="0" y="374"/>
                  </a:lnTo>
                  <a:lnTo>
                    <a:pt x="0" y="427"/>
                  </a:lnTo>
                  <a:lnTo>
                    <a:pt x="2" y="479"/>
                  </a:lnTo>
                  <a:lnTo>
                    <a:pt x="9" y="531"/>
                  </a:lnTo>
                  <a:lnTo>
                    <a:pt x="17" y="584"/>
                  </a:lnTo>
                  <a:lnTo>
                    <a:pt x="29" y="635"/>
                  </a:lnTo>
                  <a:lnTo>
                    <a:pt x="44" y="686"/>
                  </a:lnTo>
                  <a:lnTo>
                    <a:pt x="65" y="736"/>
                  </a:lnTo>
                  <a:lnTo>
                    <a:pt x="87" y="784"/>
                  </a:lnTo>
                  <a:lnTo>
                    <a:pt x="87" y="782"/>
                  </a:lnTo>
                  <a:lnTo>
                    <a:pt x="87" y="784"/>
                  </a:lnTo>
                  <a:lnTo>
                    <a:pt x="100" y="799"/>
                  </a:lnTo>
                  <a:lnTo>
                    <a:pt x="117" y="807"/>
                  </a:lnTo>
                  <a:lnTo>
                    <a:pt x="134" y="807"/>
                  </a:lnTo>
                  <a:lnTo>
                    <a:pt x="151" y="801"/>
                  </a:lnTo>
                  <a:lnTo>
                    <a:pt x="164" y="791"/>
                  </a:lnTo>
                  <a:lnTo>
                    <a:pt x="173" y="777"/>
                  </a:lnTo>
                  <a:lnTo>
                    <a:pt x="175" y="759"/>
                  </a:lnTo>
                  <a:lnTo>
                    <a:pt x="169" y="739"/>
                  </a:lnTo>
                  <a:lnTo>
                    <a:pt x="169" y="74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3374" name="Freeform 28"/>
            <p:cNvSpPr>
              <a:spLocks/>
            </p:cNvSpPr>
            <p:nvPr/>
          </p:nvSpPr>
          <p:spPr bwMode="auto">
            <a:xfrm>
              <a:off x="1299" y="1681"/>
              <a:ext cx="157" cy="281"/>
            </a:xfrm>
            <a:custGeom>
              <a:avLst/>
              <a:gdLst>
                <a:gd name="T0" fmla="*/ 6 w 787"/>
                <a:gd name="T1" fmla="*/ 11 h 1404"/>
                <a:gd name="T2" fmla="*/ 6 w 787"/>
                <a:gd name="T3" fmla="*/ 11 h 1404"/>
                <a:gd name="T4" fmla="*/ 1 w 787"/>
                <a:gd name="T5" fmla="*/ 0 h 1404"/>
                <a:gd name="T6" fmla="*/ 0 w 787"/>
                <a:gd name="T7" fmla="*/ 0 h 1404"/>
                <a:gd name="T8" fmla="*/ 6 w 787"/>
                <a:gd name="T9" fmla="*/ 11 h 1404"/>
                <a:gd name="T10" fmla="*/ 6 w 787"/>
                <a:gd name="T11" fmla="*/ 11 h 1404"/>
                <a:gd name="T12" fmla="*/ 6 w 787"/>
                <a:gd name="T13" fmla="*/ 11 h 1404"/>
                <a:gd name="T14" fmla="*/ 6 w 787"/>
                <a:gd name="T15" fmla="*/ 11 h 1404"/>
                <a:gd name="T16" fmla="*/ 6 w 787"/>
                <a:gd name="T17" fmla="*/ 11 h 1404"/>
                <a:gd name="T18" fmla="*/ 6 w 787"/>
                <a:gd name="T19" fmla="*/ 11 h 1404"/>
                <a:gd name="T20" fmla="*/ 6 w 787"/>
                <a:gd name="T21" fmla="*/ 11 h 1404"/>
                <a:gd name="T22" fmla="*/ 6 w 787"/>
                <a:gd name="T23" fmla="*/ 11 h 1404"/>
                <a:gd name="T24" fmla="*/ 6 w 787"/>
                <a:gd name="T25" fmla="*/ 11 h 1404"/>
                <a:gd name="T26" fmla="*/ 6 w 787"/>
                <a:gd name="T27" fmla="*/ 11 h 1404"/>
                <a:gd name="T28" fmla="*/ 6 w 787"/>
                <a:gd name="T29" fmla="*/ 11 h 1404"/>
                <a:gd name="T30" fmla="*/ 6 w 787"/>
                <a:gd name="T31" fmla="*/ 11 h 1404"/>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787"/>
                <a:gd name="T49" fmla="*/ 0 h 1404"/>
                <a:gd name="T50" fmla="*/ 787 w 787"/>
                <a:gd name="T51" fmla="*/ 1404 h 1404"/>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787" h="1404">
                  <a:moveTo>
                    <a:pt x="781" y="1334"/>
                  </a:moveTo>
                  <a:lnTo>
                    <a:pt x="781" y="1337"/>
                  </a:lnTo>
                  <a:lnTo>
                    <a:pt x="82" y="0"/>
                  </a:lnTo>
                  <a:lnTo>
                    <a:pt x="0" y="42"/>
                  </a:lnTo>
                  <a:lnTo>
                    <a:pt x="699" y="1379"/>
                  </a:lnTo>
                  <a:lnTo>
                    <a:pt x="699" y="1381"/>
                  </a:lnTo>
                  <a:lnTo>
                    <a:pt x="699" y="1379"/>
                  </a:lnTo>
                  <a:lnTo>
                    <a:pt x="712" y="1395"/>
                  </a:lnTo>
                  <a:lnTo>
                    <a:pt x="727" y="1402"/>
                  </a:lnTo>
                  <a:lnTo>
                    <a:pt x="744" y="1404"/>
                  </a:lnTo>
                  <a:lnTo>
                    <a:pt x="761" y="1398"/>
                  </a:lnTo>
                  <a:lnTo>
                    <a:pt x="775" y="1388"/>
                  </a:lnTo>
                  <a:lnTo>
                    <a:pt x="784" y="1373"/>
                  </a:lnTo>
                  <a:lnTo>
                    <a:pt x="787" y="1357"/>
                  </a:lnTo>
                  <a:lnTo>
                    <a:pt x="781" y="1337"/>
                  </a:lnTo>
                  <a:lnTo>
                    <a:pt x="781" y="13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3375" name="Freeform 29"/>
            <p:cNvSpPr>
              <a:spLocks/>
            </p:cNvSpPr>
            <p:nvPr/>
          </p:nvSpPr>
          <p:spPr bwMode="auto">
            <a:xfrm>
              <a:off x="1439" y="1948"/>
              <a:ext cx="125" cy="76"/>
            </a:xfrm>
            <a:custGeom>
              <a:avLst/>
              <a:gdLst>
                <a:gd name="T0" fmla="*/ 5 w 628"/>
                <a:gd name="T1" fmla="*/ 2 h 383"/>
                <a:gd name="T2" fmla="*/ 5 w 628"/>
                <a:gd name="T3" fmla="*/ 2 h 383"/>
                <a:gd name="T4" fmla="*/ 4 w 628"/>
                <a:gd name="T5" fmla="*/ 2 h 383"/>
                <a:gd name="T6" fmla="*/ 4 w 628"/>
                <a:gd name="T7" fmla="*/ 2 h 383"/>
                <a:gd name="T8" fmla="*/ 4 w 628"/>
                <a:gd name="T9" fmla="*/ 2 h 383"/>
                <a:gd name="T10" fmla="*/ 3 w 628"/>
                <a:gd name="T11" fmla="*/ 2 h 383"/>
                <a:gd name="T12" fmla="*/ 3 w 628"/>
                <a:gd name="T13" fmla="*/ 2 h 383"/>
                <a:gd name="T14" fmla="*/ 3 w 628"/>
                <a:gd name="T15" fmla="*/ 2 h 383"/>
                <a:gd name="T16" fmla="*/ 3 w 628"/>
                <a:gd name="T17" fmla="*/ 2 h 383"/>
                <a:gd name="T18" fmla="*/ 2 w 628"/>
                <a:gd name="T19" fmla="*/ 2 h 383"/>
                <a:gd name="T20" fmla="*/ 2 w 628"/>
                <a:gd name="T21" fmla="*/ 2 h 383"/>
                <a:gd name="T22" fmla="*/ 2 w 628"/>
                <a:gd name="T23" fmla="*/ 1 h 383"/>
                <a:gd name="T24" fmla="*/ 2 w 628"/>
                <a:gd name="T25" fmla="*/ 1 h 383"/>
                <a:gd name="T26" fmla="*/ 1 w 628"/>
                <a:gd name="T27" fmla="*/ 1 h 383"/>
                <a:gd name="T28" fmla="*/ 1 w 628"/>
                <a:gd name="T29" fmla="*/ 1 h 383"/>
                <a:gd name="T30" fmla="*/ 1 w 628"/>
                <a:gd name="T31" fmla="*/ 1 h 383"/>
                <a:gd name="T32" fmla="*/ 1 w 628"/>
                <a:gd name="T33" fmla="*/ 0 h 383"/>
                <a:gd name="T34" fmla="*/ 1 w 628"/>
                <a:gd name="T35" fmla="*/ 0 h 383"/>
                <a:gd name="T36" fmla="*/ 0 w 628"/>
                <a:gd name="T37" fmla="*/ 0 h 383"/>
                <a:gd name="T38" fmla="*/ 0 w 628"/>
                <a:gd name="T39" fmla="*/ 1 h 383"/>
                <a:gd name="T40" fmla="*/ 0 w 628"/>
                <a:gd name="T41" fmla="*/ 1 h 383"/>
                <a:gd name="T42" fmla="*/ 1 w 628"/>
                <a:gd name="T43" fmla="*/ 1 h 383"/>
                <a:gd name="T44" fmla="*/ 1 w 628"/>
                <a:gd name="T45" fmla="*/ 1 h 383"/>
                <a:gd name="T46" fmla="*/ 1 w 628"/>
                <a:gd name="T47" fmla="*/ 2 h 383"/>
                <a:gd name="T48" fmla="*/ 1 w 628"/>
                <a:gd name="T49" fmla="*/ 2 h 383"/>
                <a:gd name="T50" fmla="*/ 2 w 628"/>
                <a:gd name="T51" fmla="*/ 2 h 383"/>
                <a:gd name="T52" fmla="*/ 2 w 628"/>
                <a:gd name="T53" fmla="*/ 2 h 383"/>
                <a:gd name="T54" fmla="*/ 2 w 628"/>
                <a:gd name="T55" fmla="*/ 2 h 383"/>
                <a:gd name="T56" fmla="*/ 3 w 628"/>
                <a:gd name="T57" fmla="*/ 3 h 383"/>
                <a:gd name="T58" fmla="*/ 3 w 628"/>
                <a:gd name="T59" fmla="*/ 3 h 383"/>
                <a:gd name="T60" fmla="*/ 3 w 628"/>
                <a:gd name="T61" fmla="*/ 3 h 383"/>
                <a:gd name="T62" fmla="*/ 4 w 628"/>
                <a:gd name="T63" fmla="*/ 3 h 383"/>
                <a:gd name="T64" fmla="*/ 4 w 628"/>
                <a:gd name="T65" fmla="*/ 3 h 383"/>
                <a:gd name="T66" fmla="*/ 4 w 628"/>
                <a:gd name="T67" fmla="*/ 3 h 383"/>
                <a:gd name="T68" fmla="*/ 5 w 628"/>
                <a:gd name="T69" fmla="*/ 3 h 383"/>
                <a:gd name="T70" fmla="*/ 5 w 628"/>
                <a:gd name="T71" fmla="*/ 3 h 383"/>
                <a:gd name="T72" fmla="*/ 5 w 628"/>
                <a:gd name="T73" fmla="*/ 3 h 383"/>
                <a:gd name="T74" fmla="*/ 5 w 628"/>
                <a:gd name="T75" fmla="*/ 3 h 383"/>
                <a:gd name="T76" fmla="*/ 5 w 628"/>
                <a:gd name="T77" fmla="*/ 3 h 383"/>
                <a:gd name="T78" fmla="*/ 5 w 628"/>
                <a:gd name="T79" fmla="*/ 3 h 383"/>
                <a:gd name="T80" fmla="*/ 5 w 628"/>
                <a:gd name="T81" fmla="*/ 3 h 383"/>
                <a:gd name="T82" fmla="*/ 5 w 628"/>
                <a:gd name="T83" fmla="*/ 3 h 383"/>
                <a:gd name="T84" fmla="*/ 5 w 628"/>
                <a:gd name="T85" fmla="*/ 2 h 383"/>
                <a:gd name="T86" fmla="*/ 5 w 628"/>
                <a:gd name="T87" fmla="*/ 2 h 383"/>
                <a:gd name="T88" fmla="*/ 5 w 628"/>
                <a:gd name="T89" fmla="*/ 2 h 383"/>
                <a:gd name="T90" fmla="*/ 5 w 628"/>
                <a:gd name="T91" fmla="*/ 2 h 38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628"/>
                <a:gd name="T139" fmla="*/ 0 h 383"/>
                <a:gd name="T140" fmla="*/ 628 w 628"/>
                <a:gd name="T141" fmla="*/ 383 h 38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628" h="383">
                  <a:moveTo>
                    <a:pt x="581" y="289"/>
                  </a:moveTo>
                  <a:lnTo>
                    <a:pt x="582" y="289"/>
                  </a:lnTo>
                  <a:lnTo>
                    <a:pt x="541" y="287"/>
                  </a:lnTo>
                  <a:lnTo>
                    <a:pt x="500" y="283"/>
                  </a:lnTo>
                  <a:lnTo>
                    <a:pt x="462" y="276"/>
                  </a:lnTo>
                  <a:lnTo>
                    <a:pt x="424" y="268"/>
                  </a:lnTo>
                  <a:lnTo>
                    <a:pt x="389" y="255"/>
                  </a:lnTo>
                  <a:lnTo>
                    <a:pt x="352" y="242"/>
                  </a:lnTo>
                  <a:lnTo>
                    <a:pt x="320" y="227"/>
                  </a:lnTo>
                  <a:lnTo>
                    <a:pt x="287" y="209"/>
                  </a:lnTo>
                  <a:lnTo>
                    <a:pt x="255" y="189"/>
                  </a:lnTo>
                  <a:lnTo>
                    <a:pt x="226" y="168"/>
                  </a:lnTo>
                  <a:lnTo>
                    <a:pt x="198" y="145"/>
                  </a:lnTo>
                  <a:lnTo>
                    <a:pt x="172" y="119"/>
                  </a:lnTo>
                  <a:lnTo>
                    <a:pt x="146" y="92"/>
                  </a:lnTo>
                  <a:lnTo>
                    <a:pt x="122" y="64"/>
                  </a:lnTo>
                  <a:lnTo>
                    <a:pt x="100" y="33"/>
                  </a:lnTo>
                  <a:lnTo>
                    <a:pt x="82" y="0"/>
                  </a:lnTo>
                  <a:lnTo>
                    <a:pt x="0" y="47"/>
                  </a:lnTo>
                  <a:lnTo>
                    <a:pt x="23" y="85"/>
                  </a:lnTo>
                  <a:lnTo>
                    <a:pt x="49" y="120"/>
                  </a:lnTo>
                  <a:lnTo>
                    <a:pt x="76" y="153"/>
                  </a:lnTo>
                  <a:lnTo>
                    <a:pt x="104" y="185"/>
                  </a:lnTo>
                  <a:lnTo>
                    <a:pt x="137" y="215"/>
                  </a:lnTo>
                  <a:lnTo>
                    <a:pt x="170" y="241"/>
                  </a:lnTo>
                  <a:lnTo>
                    <a:pt x="204" y="267"/>
                  </a:lnTo>
                  <a:lnTo>
                    <a:pt x="240" y="289"/>
                  </a:lnTo>
                  <a:lnTo>
                    <a:pt x="277" y="309"/>
                  </a:lnTo>
                  <a:lnTo>
                    <a:pt x="317" y="329"/>
                  </a:lnTo>
                  <a:lnTo>
                    <a:pt x="358" y="344"/>
                  </a:lnTo>
                  <a:lnTo>
                    <a:pt x="400" y="357"/>
                  </a:lnTo>
                  <a:lnTo>
                    <a:pt x="444" y="367"/>
                  </a:lnTo>
                  <a:lnTo>
                    <a:pt x="488" y="374"/>
                  </a:lnTo>
                  <a:lnTo>
                    <a:pt x="534" y="380"/>
                  </a:lnTo>
                  <a:lnTo>
                    <a:pt x="580" y="383"/>
                  </a:lnTo>
                  <a:lnTo>
                    <a:pt x="581" y="383"/>
                  </a:lnTo>
                  <a:lnTo>
                    <a:pt x="580" y="383"/>
                  </a:lnTo>
                  <a:lnTo>
                    <a:pt x="600" y="379"/>
                  </a:lnTo>
                  <a:lnTo>
                    <a:pt x="615" y="369"/>
                  </a:lnTo>
                  <a:lnTo>
                    <a:pt x="624" y="353"/>
                  </a:lnTo>
                  <a:lnTo>
                    <a:pt x="628" y="337"/>
                  </a:lnTo>
                  <a:lnTo>
                    <a:pt x="625" y="319"/>
                  </a:lnTo>
                  <a:lnTo>
                    <a:pt x="617" y="304"/>
                  </a:lnTo>
                  <a:lnTo>
                    <a:pt x="602" y="294"/>
                  </a:lnTo>
                  <a:lnTo>
                    <a:pt x="582" y="289"/>
                  </a:lnTo>
                  <a:lnTo>
                    <a:pt x="581" y="28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3376" name="Freeform 30"/>
            <p:cNvSpPr>
              <a:spLocks/>
            </p:cNvSpPr>
            <p:nvPr/>
          </p:nvSpPr>
          <p:spPr bwMode="auto">
            <a:xfrm>
              <a:off x="1587" y="1880"/>
              <a:ext cx="85" cy="49"/>
            </a:xfrm>
            <a:custGeom>
              <a:avLst/>
              <a:gdLst>
                <a:gd name="T0" fmla="*/ 3 w 426"/>
                <a:gd name="T1" fmla="*/ 0 h 245"/>
                <a:gd name="T2" fmla="*/ 3 w 426"/>
                <a:gd name="T3" fmla="*/ 0 h 245"/>
                <a:gd name="T4" fmla="*/ 3 w 426"/>
                <a:gd name="T5" fmla="*/ 0 h 245"/>
                <a:gd name="T6" fmla="*/ 3 w 426"/>
                <a:gd name="T7" fmla="*/ 0 h 245"/>
                <a:gd name="T8" fmla="*/ 2 w 426"/>
                <a:gd name="T9" fmla="*/ 0 h 245"/>
                <a:gd name="T10" fmla="*/ 2 w 426"/>
                <a:gd name="T11" fmla="*/ 0 h 245"/>
                <a:gd name="T12" fmla="*/ 2 w 426"/>
                <a:gd name="T13" fmla="*/ 0 h 245"/>
                <a:gd name="T14" fmla="*/ 2 w 426"/>
                <a:gd name="T15" fmla="*/ 0 h 245"/>
                <a:gd name="T16" fmla="*/ 1 w 426"/>
                <a:gd name="T17" fmla="*/ 0 h 245"/>
                <a:gd name="T18" fmla="*/ 1 w 426"/>
                <a:gd name="T19" fmla="*/ 1 h 245"/>
                <a:gd name="T20" fmla="*/ 1 w 426"/>
                <a:gd name="T21" fmla="*/ 1 h 245"/>
                <a:gd name="T22" fmla="*/ 1 w 426"/>
                <a:gd name="T23" fmla="*/ 1 h 245"/>
                <a:gd name="T24" fmla="*/ 0 w 426"/>
                <a:gd name="T25" fmla="*/ 1 h 245"/>
                <a:gd name="T26" fmla="*/ 0 w 426"/>
                <a:gd name="T27" fmla="*/ 1 h 245"/>
                <a:gd name="T28" fmla="*/ 0 w 426"/>
                <a:gd name="T29" fmla="*/ 1 h 245"/>
                <a:gd name="T30" fmla="*/ 0 w 426"/>
                <a:gd name="T31" fmla="*/ 2 h 245"/>
                <a:gd name="T32" fmla="*/ 0 w 426"/>
                <a:gd name="T33" fmla="*/ 2 h 245"/>
                <a:gd name="T34" fmla="*/ 0 w 426"/>
                <a:gd name="T35" fmla="*/ 2 h 245"/>
                <a:gd name="T36" fmla="*/ 0 w 426"/>
                <a:gd name="T37" fmla="*/ 2 h 245"/>
                <a:gd name="T38" fmla="*/ 0 w 426"/>
                <a:gd name="T39" fmla="*/ 2 h 245"/>
                <a:gd name="T40" fmla="*/ 0 w 426"/>
                <a:gd name="T41" fmla="*/ 2 h 245"/>
                <a:gd name="T42" fmla="*/ 0 w 426"/>
                <a:gd name="T43" fmla="*/ 1 h 245"/>
                <a:gd name="T44" fmla="*/ 0 w 426"/>
                <a:gd name="T45" fmla="*/ 1 h 245"/>
                <a:gd name="T46" fmla="*/ 0 w 426"/>
                <a:gd name="T47" fmla="*/ 1 h 245"/>
                <a:gd name="T48" fmla="*/ 1 w 426"/>
                <a:gd name="T49" fmla="*/ 1 h 245"/>
                <a:gd name="T50" fmla="*/ 1 w 426"/>
                <a:gd name="T51" fmla="*/ 1 h 245"/>
                <a:gd name="T52" fmla="*/ 1 w 426"/>
                <a:gd name="T53" fmla="*/ 1 h 245"/>
                <a:gd name="T54" fmla="*/ 1 w 426"/>
                <a:gd name="T55" fmla="*/ 1 h 245"/>
                <a:gd name="T56" fmla="*/ 2 w 426"/>
                <a:gd name="T57" fmla="*/ 0 h 245"/>
                <a:gd name="T58" fmla="*/ 2 w 426"/>
                <a:gd name="T59" fmla="*/ 0 h 245"/>
                <a:gd name="T60" fmla="*/ 2 w 426"/>
                <a:gd name="T61" fmla="*/ 0 h 245"/>
                <a:gd name="T62" fmla="*/ 2 w 426"/>
                <a:gd name="T63" fmla="*/ 0 h 245"/>
                <a:gd name="T64" fmla="*/ 3 w 426"/>
                <a:gd name="T65" fmla="*/ 0 h 245"/>
                <a:gd name="T66" fmla="*/ 3 w 426"/>
                <a:gd name="T67" fmla="*/ 0 h 245"/>
                <a:gd name="T68" fmla="*/ 3 w 426"/>
                <a:gd name="T69" fmla="*/ 0 h 245"/>
                <a:gd name="T70" fmla="*/ 3 w 426"/>
                <a:gd name="T71" fmla="*/ 0 h 245"/>
                <a:gd name="T72" fmla="*/ 3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426" y="0"/>
                  </a:moveTo>
                  <a:lnTo>
                    <a:pt x="426" y="0"/>
                  </a:lnTo>
                  <a:lnTo>
                    <a:pt x="384" y="1"/>
                  </a:lnTo>
                  <a:lnTo>
                    <a:pt x="340" y="4"/>
                  </a:lnTo>
                  <a:lnTo>
                    <a:pt x="300" y="10"/>
                  </a:lnTo>
                  <a:lnTo>
                    <a:pt x="262" y="18"/>
                  </a:lnTo>
                  <a:lnTo>
                    <a:pt x="224" y="29"/>
                  </a:lnTo>
                  <a:lnTo>
                    <a:pt x="189" y="41"/>
                  </a:lnTo>
                  <a:lnTo>
                    <a:pt x="157" y="55"/>
                  </a:lnTo>
                  <a:lnTo>
                    <a:pt x="126" y="70"/>
                  </a:lnTo>
                  <a:lnTo>
                    <a:pt x="99" y="89"/>
                  </a:lnTo>
                  <a:lnTo>
                    <a:pt x="74" y="106"/>
                  </a:lnTo>
                  <a:lnTo>
                    <a:pt x="52" y="126"/>
                  </a:lnTo>
                  <a:lnTo>
                    <a:pt x="34" y="148"/>
                  </a:lnTo>
                  <a:lnTo>
                    <a:pt x="19" y="171"/>
                  </a:lnTo>
                  <a:lnTo>
                    <a:pt x="9" y="194"/>
                  </a:lnTo>
                  <a:lnTo>
                    <a:pt x="3" y="219"/>
                  </a:lnTo>
                  <a:lnTo>
                    <a:pt x="0" y="245"/>
                  </a:lnTo>
                  <a:lnTo>
                    <a:pt x="12" y="245"/>
                  </a:lnTo>
                  <a:lnTo>
                    <a:pt x="15" y="221"/>
                  </a:lnTo>
                  <a:lnTo>
                    <a:pt x="20" y="199"/>
                  </a:lnTo>
                  <a:lnTo>
                    <a:pt x="31" y="178"/>
                  </a:lnTo>
                  <a:lnTo>
                    <a:pt x="44" y="156"/>
                  </a:lnTo>
                  <a:lnTo>
                    <a:pt x="61" y="136"/>
                  </a:lnTo>
                  <a:lnTo>
                    <a:pt x="81" y="116"/>
                  </a:lnTo>
                  <a:lnTo>
                    <a:pt x="106" y="98"/>
                  </a:lnTo>
                  <a:lnTo>
                    <a:pt x="133" y="82"/>
                  </a:lnTo>
                  <a:lnTo>
                    <a:pt x="162" y="66"/>
                  </a:lnTo>
                  <a:lnTo>
                    <a:pt x="194" y="52"/>
                  </a:lnTo>
                  <a:lnTo>
                    <a:pt x="229" y="41"/>
                  </a:lnTo>
                  <a:lnTo>
                    <a:pt x="264" y="30"/>
                  </a:lnTo>
                  <a:lnTo>
                    <a:pt x="303" y="22"/>
                  </a:lnTo>
                  <a:lnTo>
                    <a:pt x="343" y="16"/>
                  </a:lnTo>
                  <a:lnTo>
                    <a:pt x="384" y="12"/>
                  </a:lnTo>
                  <a:lnTo>
                    <a:pt x="426" y="11"/>
                  </a:lnTo>
                  <a:lnTo>
                    <a:pt x="42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3377" name="Freeform 31"/>
            <p:cNvSpPr>
              <a:spLocks/>
            </p:cNvSpPr>
            <p:nvPr/>
          </p:nvSpPr>
          <p:spPr bwMode="auto">
            <a:xfrm>
              <a:off x="1587" y="1929"/>
              <a:ext cx="85" cy="49"/>
            </a:xfrm>
            <a:custGeom>
              <a:avLst/>
              <a:gdLst>
                <a:gd name="T0" fmla="*/ 0 w 426"/>
                <a:gd name="T1" fmla="*/ 0 h 245"/>
                <a:gd name="T2" fmla="*/ 0 w 426"/>
                <a:gd name="T3" fmla="*/ 0 h 245"/>
                <a:gd name="T4" fmla="*/ 0 w 426"/>
                <a:gd name="T5" fmla="*/ 0 h 245"/>
                <a:gd name="T6" fmla="*/ 0 w 426"/>
                <a:gd name="T7" fmla="*/ 0 h 245"/>
                <a:gd name="T8" fmla="*/ 0 w 426"/>
                <a:gd name="T9" fmla="*/ 1 h 245"/>
                <a:gd name="T10" fmla="*/ 0 w 426"/>
                <a:gd name="T11" fmla="*/ 1 h 245"/>
                <a:gd name="T12" fmla="*/ 0 w 426"/>
                <a:gd name="T13" fmla="*/ 1 h 245"/>
                <a:gd name="T14" fmla="*/ 1 w 426"/>
                <a:gd name="T15" fmla="*/ 1 h 245"/>
                <a:gd name="T16" fmla="*/ 1 w 426"/>
                <a:gd name="T17" fmla="*/ 1 h 245"/>
                <a:gd name="T18" fmla="*/ 1 w 426"/>
                <a:gd name="T19" fmla="*/ 1 h 245"/>
                <a:gd name="T20" fmla="*/ 1 w 426"/>
                <a:gd name="T21" fmla="*/ 2 h 245"/>
                <a:gd name="T22" fmla="*/ 2 w 426"/>
                <a:gd name="T23" fmla="*/ 2 h 245"/>
                <a:gd name="T24" fmla="*/ 2 w 426"/>
                <a:gd name="T25" fmla="*/ 2 h 245"/>
                <a:gd name="T26" fmla="*/ 2 w 426"/>
                <a:gd name="T27" fmla="*/ 2 h 245"/>
                <a:gd name="T28" fmla="*/ 2 w 426"/>
                <a:gd name="T29" fmla="*/ 2 h 245"/>
                <a:gd name="T30" fmla="*/ 3 w 426"/>
                <a:gd name="T31" fmla="*/ 2 h 245"/>
                <a:gd name="T32" fmla="*/ 3 w 426"/>
                <a:gd name="T33" fmla="*/ 2 h 245"/>
                <a:gd name="T34" fmla="*/ 3 w 426"/>
                <a:gd name="T35" fmla="*/ 2 h 245"/>
                <a:gd name="T36" fmla="*/ 3 w 426"/>
                <a:gd name="T37" fmla="*/ 2 h 245"/>
                <a:gd name="T38" fmla="*/ 3 w 426"/>
                <a:gd name="T39" fmla="*/ 2 h 245"/>
                <a:gd name="T40" fmla="*/ 3 w 426"/>
                <a:gd name="T41" fmla="*/ 2 h 245"/>
                <a:gd name="T42" fmla="*/ 2 w 426"/>
                <a:gd name="T43" fmla="*/ 2 h 245"/>
                <a:gd name="T44" fmla="*/ 2 w 426"/>
                <a:gd name="T45" fmla="*/ 2 h 245"/>
                <a:gd name="T46" fmla="*/ 2 w 426"/>
                <a:gd name="T47" fmla="*/ 2 h 245"/>
                <a:gd name="T48" fmla="*/ 2 w 426"/>
                <a:gd name="T49" fmla="*/ 2 h 245"/>
                <a:gd name="T50" fmla="*/ 1 w 426"/>
                <a:gd name="T51" fmla="*/ 1 h 245"/>
                <a:gd name="T52" fmla="*/ 1 w 426"/>
                <a:gd name="T53" fmla="*/ 1 h 245"/>
                <a:gd name="T54" fmla="*/ 1 w 426"/>
                <a:gd name="T55" fmla="*/ 1 h 245"/>
                <a:gd name="T56" fmla="*/ 1 w 426"/>
                <a:gd name="T57" fmla="*/ 1 h 245"/>
                <a:gd name="T58" fmla="*/ 0 w 426"/>
                <a:gd name="T59" fmla="*/ 1 h 245"/>
                <a:gd name="T60" fmla="*/ 0 w 426"/>
                <a:gd name="T61" fmla="*/ 1 h 245"/>
                <a:gd name="T62" fmla="*/ 0 w 426"/>
                <a:gd name="T63" fmla="*/ 1 h 245"/>
                <a:gd name="T64" fmla="*/ 0 w 426"/>
                <a:gd name="T65" fmla="*/ 0 h 245"/>
                <a:gd name="T66" fmla="*/ 0 w 426"/>
                <a:gd name="T67" fmla="*/ 0 h 245"/>
                <a:gd name="T68" fmla="*/ 0 w 426"/>
                <a:gd name="T69" fmla="*/ 0 h 245"/>
                <a:gd name="T70" fmla="*/ 0 w 426"/>
                <a:gd name="T71" fmla="*/ 0 h 245"/>
                <a:gd name="T72" fmla="*/ 0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0" y="0"/>
                  </a:moveTo>
                  <a:lnTo>
                    <a:pt x="0" y="0"/>
                  </a:lnTo>
                  <a:lnTo>
                    <a:pt x="3" y="25"/>
                  </a:lnTo>
                  <a:lnTo>
                    <a:pt x="9" y="50"/>
                  </a:lnTo>
                  <a:lnTo>
                    <a:pt x="19" y="73"/>
                  </a:lnTo>
                  <a:lnTo>
                    <a:pt x="34" y="96"/>
                  </a:lnTo>
                  <a:lnTo>
                    <a:pt x="52" y="118"/>
                  </a:lnTo>
                  <a:lnTo>
                    <a:pt x="74" y="138"/>
                  </a:lnTo>
                  <a:lnTo>
                    <a:pt x="99" y="156"/>
                  </a:lnTo>
                  <a:lnTo>
                    <a:pt x="126" y="174"/>
                  </a:lnTo>
                  <a:lnTo>
                    <a:pt x="157" y="190"/>
                  </a:lnTo>
                  <a:lnTo>
                    <a:pt x="189" y="204"/>
                  </a:lnTo>
                  <a:lnTo>
                    <a:pt x="224" y="215"/>
                  </a:lnTo>
                  <a:lnTo>
                    <a:pt x="262" y="226"/>
                  </a:lnTo>
                  <a:lnTo>
                    <a:pt x="300" y="234"/>
                  </a:lnTo>
                  <a:lnTo>
                    <a:pt x="340" y="240"/>
                  </a:lnTo>
                  <a:lnTo>
                    <a:pt x="384" y="244"/>
                  </a:lnTo>
                  <a:lnTo>
                    <a:pt x="426" y="245"/>
                  </a:lnTo>
                  <a:lnTo>
                    <a:pt x="426" y="233"/>
                  </a:lnTo>
                  <a:lnTo>
                    <a:pt x="384" y="232"/>
                  </a:lnTo>
                  <a:lnTo>
                    <a:pt x="343" y="228"/>
                  </a:lnTo>
                  <a:lnTo>
                    <a:pt x="303" y="222"/>
                  </a:lnTo>
                  <a:lnTo>
                    <a:pt x="264" y="214"/>
                  </a:lnTo>
                  <a:lnTo>
                    <a:pt x="229" y="204"/>
                  </a:lnTo>
                  <a:lnTo>
                    <a:pt x="194" y="192"/>
                  </a:lnTo>
                  <a:lnTo>
                    <a:pt x="162" y="178"/>
                  </a:lnTo>
                  <a:lnTo>
                    <a:pt x="133" y="163"/>
                  </a:lnTo>
                  <a:lnTo>
                    <a:pt x="106" y="146"/>
                  </a:lnTo>
                  <a:lnTo>
                    <a:pt x="81" y="129"/>
                  </a:lnTo>
                  <a:lnTo>
                    <a:pt x="61" y="109"/>
                  </a:lnTo>
                  <a:lnTo>
                    <a:pt x="44" y="89"/>
                  </a:lnTo>
                  <a:lnTo>
                    <a:pt x="31" y="66"/>
                  </a:lnTo>
                  <a:lnTo>
                    <a:pt x="20" y="45"/>
                  </a:lnTo>
                  <a:lnTo>
                    <a:pt x="15" y="2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3378" name="Freeform 32"/>
            <p:cNvSpPr>
              <a:spLocks/>
            </p:cNvSpPr>
            <p:nvPr/>
          </p:nvSpPr>
          <p:spPr bwMode="auto">
            <a:xfrm>
              <a:off x="878" y="1448"/>
              <a:ext cx="792" cy="954"/>
            </a:xfrm>
            <a:custGeom>
              <a:avLst/>
              <a:gdLst>
                <a:gd name="T0" fmla="*/ 13 w 3960"/>
                <a:gd name="T1" fmla="*/ 38 h 4768"/>
                <a:gd name="T2" fmla="*/ 14 w 3960"/>
                <a:gd name="T3" fmla="*/ 38 h 4768"/>
                <a:gd name="T4" fmla="*/ 15 w 3960"/>
                <a:gd name="T5" fmla="*/ 38 h 4768"/>
                <a:gd name="T6" fmla="*/ 15 w 3960"/>
                <a:gd name="T7" fmla="*/ 38 h 4768"/>
                <a:gd name="T8" fmla="*/ 16 w 3960"/>
                <a:gd name="T9" fmla="*/ 38 h 4768"/>
                <a:gd name="T10" fmla="*/ 17 w 3960"/>
                <a:gd name="T11" fmla="*/ 38 h 4768"/>
                <a:gd name="T12" fmla="*/ 17 w 3960"/>
                <a:gd name="T13" fmla="*/ 38 h 4768"/>
                <a:gd name="T14" fmla="*/ 18 w 3960"/>
                <a:gd name="T15" fmla="*/ 38 h 4768"/>
                <a:gd name="T16" fmla="*/ 18 w 3960"/>
                <a:gd name="T17" fmla="*/ 38 h 4768"/>
                <a:gd name="T18" fmla="*/ 29 w 3960"/>
                <a:gd name="T19" fmla="*/ 30 h 4768"/>
                <a:gd name="T20" fmla="*/ 30 w 3960"/>
                <a:gd name="T21" fmla="*/ 30 h 4768"/>
                <a:gd name="T22" fmla="*/ 30 w 3960"/>
                <a:gd name="T23" fmla="*/ 29 h 4768"/>
                <a:gd name="T24" fmla="*/ 31 w 3960"/>
                <a:gd name="T25" fmla="*/ 28 h 4768"/>
                <a:gd name="T26" fmla="*/ 31 w 3960"/>
                <a:gd name="T27" fmla="*/ 28 h 4768"/>
                <a:gd name="T28" fmla="*/ 31 w 3960"/>
                <a:gd name="T29" fmla="*/ 27 h 4768"/>
                <a:gd name="T30" fmla="*/ 32 w 3960"/>
                <a:gd name="T31" fmla="*/ 26 h 4768"/>
                <a:gd name="T32" fmla="*/ 32 w 3960"/>
                <a:gd name="T33" fmla="*/ 25 h 4768"/>
                <a:gd name="T34" fmla="*/ 32 w 3960"/>
                <a:gd name="T35" fmla="*/ 11 h 4768"/>
                <a:gd name="T36" fmla="*/ 32 w 3960"/>
                <a:gd name="T37" fmla="*/ 10 h 4768"/>
                <a:gd name="T38" fmla="*/ 31 w 3960"/>
                <a:gd name="T39" fmla="*/ 9 h 4768"/>
                <a:gd name="T40" fmla="*/ 31 w 3960"/>
                <a:gd name="T41" fmla="*/ 9 h 4768"/>
                <a:gd name="T42" fmla="*/ 31 w 3960"/>
                <a:gd name="T43" fmla="*/ 8 h 4768"/>
                <a:gd name="T44" fmla="*/ 31 w 3960"/>
                <a:gd name="T45" fmla="*/ 8 h 4768"/>
                <a:gd name="T46" fmla="*/ 30 w 3960"/>
                <a:gd name="T47" fmla="*/ 7 h 4768"/>
                <a:gd name="T48" fmla="*/ 30 w 3960"/>
                <a:gd name="T49" fmla="*/ 7 h 4768"/>
                <a:gd name="T50" fmla="*/ 29 w 3960"/>
                <a:gd name="T51" fmla="*/ 6 h 4768"/>
                <a:gd name="T52" fmla="*/ 19 w 3960"/>
                <a:gd name="T53" fmla="*/ 1 h 4768"/>
                <a:gd name="T54" fmla="*/ 18 w 3960"/>
                <a:gd name="T55" fmla="*/ 0 h 4768"/>
                <a:gd name="T56" fmla="*/ 17 w 3960"/>
                <a:gd name="T57" fmla="*/ 0 h 4768"/>
                <a:gd name="T58" fmla="*/ 17 w 3960"/>
                <a:gd name="T59" fmla="*/ 0 h 4768"/>
                <a:gd name="T60" fmla="*/ 16 w 3960"/>
                <a:gd name="T61" fmla="*/ 0 h 4768"/>
                <a:gd name="T62" fmla="*/ 15 w 3960"/>
                <a:gd name="T63" fmla="*/ 0 h 4768"/>
                <a:gd name="T64" fmla="*/ 14 w 3960"/>
                <a:gd name="T65" fmla="*/ 0 h 4768"/>
                <a:gd name="T66" fmla="*/ 14 w 3960"/>
                <a:gd name="T67" fmla="*/ 0 h 4768"/>
                <a:gd name="T68" fmla="*/ 2 w 3960"/>
                <a:gd name="T69" fmla="*/ 6 h 4768"/>
                <a:gd name="T70" fmla="*/ 2 w 3960"/>
                <a:gd name="T71" fmla="*/ 7 h 4768"/>
                <a:gd name="T72" fmla="*/ 1 w 3960"/>
                <a:gd name="T73" fmla="*/ 7 h 4768"/>
                <a:gd name="T74" fmla="*/ 1 w 3960"/>
                <a:gd name="T75" fmla="*/ 8 h 4768"/>
                <a:gd name="T76" fmla="*/ 1 w 3960"/>
                <a:gd name="T77" fmla="*/ 8 h 4768"/>
                <a:gd name="T78" fmla="*/ 0 w 3960"/>
                <a:gd name="T79" fmla="*/ 9 h 4768"/>
                <a:gd name="T80" fmla="*/ 0 w 3960"/>
                <a:gd name="T81" fmla="*/ 9 h 4768"/>
                <a:gd name="T82" fmla="*/ 0 w 3960"/>
                <a:gd name="T83" fmla="*/ 10 h 4768"/>
                <a:gd name="T84" fmla="*/ 0 w 3960"/>
                <a:gd name="T85" fmla="*/ 11 h 4768"/>
                <a:gd name="T86" fmla="*/ 0 w 3960"/>
                <a:gd name="T87" fmla="*/ 25 h 4768"/>
                <a:gd name="T88" fmla="*/ 0 w 3960"/>
                <a:gd name="T89" fmla="*/ 26 h 4768"/>
                <a:gd name="T90" fmla="*/ 0 w 3960"/>
                <a:gd name="T91" fmla="*/ 27 h 4768"/>
                <a:gd name="T92" fmla="*/ 1 w 3960"/>
                <a:gd name="T93" fmla="*/ 28 h 4768"/>
                <a:gd name="T94" fmla="*/ 1 w 3960"/>
                <a:gd name="T95" fmla="*/ 29 h 4768"/>
                <a:gd name="T96" fmla="*/ 1 w 3960"/>
                <a:gd name="T97" fmla="*/ 29 h 4768"/>
                <a:gd name="T98" fmla="*/ 2 w 3960"/>
                <a:gd name="T99" fmla="*/ 30 h 4768"/>
                <a:gd name="T100" fmla="*/ 3 w 3960"/>
                <a:gd name="T101" fmla="*/ 31 h 4768"/>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w 3960"/>
                <a:gd name="T154" fmla="*/ 0 h 4768"/>
                <a:gd name="T155" fmla="*/ 3960 w 3960"/>
                <a:gd name="T156" fmla="*/ 4768 h 4768"/>
              </a:gdLst>
              <a:ahLst/>
              <a:cxnLst>
                <a:cxn ang="T102">
                  <a:pos x="T0" y="T1"/>
                </a:cxn>
                <a:cxn ang="T103">
                  <a:pos x="T2" y="T3"/>
                </a:cxn>
                <a:cxn ang="T104">
                  <a:pos x="T4" y="T5"/>
                </a:cxn>
                <a:cxn ang="T105">
                  <a:pos x="T6" y="T7"/>
                </a:cxn>
                <a:cxn ang="T106">
                  <a:pos x="T8" y="T9"/>
                </a:cxn>
                <a:cxn ang="T107">
                  <a:pos x="T10" y="T11"/>
                </a:cxn>
                <a:cxn ang="T108">
                  <a:pos x="T12" y="T13"/>
                </a:cxn>
                <a:cxn ang="T109">
                  <a:pos x="T14" y="T15"/>
                </a:cxn>
                <a:cxn ang="T110">
                  <a:pos x="T16" y="T17"/>
                </a:cxn>
                <a:cxn ang="T111">
                  <a:pos x="T18" y="T19"/>
                </a:cxn>
                <a:cxn ang="T112">
                  <a:pos x="T20" y="T21"/>
                </a:cxn>
                <a:cxn ang="T113">
                  <a:pos x="T22" y="T23"/>
                </a:cxn>
                <a:cxn ang="T114">
                  <a:pos x="T24" y="T25"/>
                </a:cxn>
                <a:cxn ang="T115">
                  <a:pos x="T26" y="T27"/>
                </a:cxn>
                <a:cxn ang="T116">
                  <a:pos x="T28" y="T29"/>
                </a:cxn>
                <a:cxn ang="T117">
                  <a:pos x="T30" y="T31"/>
                </a:cxn>
                <a:cxn ang="T118">
                  <a:pos x="T32" y="T33"/>
                </a:cxn>
                <a:cxn ang="T119">
                  <a:pos x="T34" y="T35"/>
                </a:cxn>
                <a:cxn ang="T120">
                  <a:pos x="T36" y="T37"/>
                </a:cxn>
                <a:cxn ang="T121">
                  <a:pos x="T38" y="T39"/>
                </a:cxn>
                <a:cxn ang="T122">
                  <a:pos x="T40" y="T41"/>
                </a:cxn>
                <a:cxn ang="T123">
                  <a:pos x="T42" y="T43"/>
                </a:cxn>
                <a:cxn ang="T124">
                  <a:pos x="T44" y="T45"/>
                </a:cxn>
                <a:cxn ang="T125">
                  <a:pos x="T46" y="T47"/>
                </a:cxn>
                <a:cxn ang="T126">
                  <a:pos x="T48" y="T49"/>
                </a:cxn>
                <a:cxn ang="T127">
                  <a:pos x="T50" y="T51"/>
                </a:cxn>
                <a:cxn ang="T128">
                  <a:pos x="T52" y="T53"/>
                </a:cxn>
                <a:cxn ang="T129">
                  <a:pos x="T54" y="T55"/>
                </a:cxn>
                <a:cxn ang="T130">
                  <a:pos x="T56" y="T57"/>
                </a:cxn>
                <a:cxn ang="T131">
                  <a:pos x="T58" y="T59"/>
                </a:cxn>
                <a:cxn ang="T132">
                  <a:pos x="T60" y="T61"/>
                </a:cxn>
                <a:cxn ang="T133">
                  <a:pos x="T62" y="T63"/>
                </a:cxn>
                <a:cxn ang="T134">
                  <a:pos x="T64" y="T65"/>
                </a:cxn>
                <a:cxn ang="T135">
                  <a:pos x="T66" y="T67"/>
                </a:cxn>
                <a:cxn ang="T136">
                  <a:pos x="T68" y="T69"/>
                </a:cxn>
                <a:cxn ang="T137">
                  <a:pos x="T70" y="T71"/>
                </a:cxn>
                <a:cxn ang="T138">
                  <a:pos x="T72" y="T73"/>
                </a:cxn>
                <a:cxn ang="T139">
                  <a:pos x="T74" y="T75"/>
                </a:cxn>
                <a:cxn ang="T140">
                  <a:pos x="T76" y="T77"/>
                </a:cxn>
                <a:cxn ang="T141">
                  <a:pos x="T78" y="T79"/>
                </a:cxn>
                <a:cxn ang="T142">
                  <a:pos x="T80" y="T81"/>
                </a:cxn>
                <a:cxn ang="T143">
                  <a:pos x="T82" y="T83"/>
                </a:cxn>
                <a:cxn ang="T144">
                  <a:pos x="T84" y="T85"/>
                </a:cxn>
                <a:cxn ang="T145">
                  <a:pos x="T86" y="T87"/>
                </a:cxn>
                <a:cxn ang="T146">
                  <a:pos x="T88" y="T89"/>
                </a:cxn>
                <a:cxn ang="T147">
                  <a:pos x="T90" y="T91"/>
                </a:cxn>
                <a:cxn ang="T148">
                  <a:pos x="T92" y="T93"/>
                </a:cxn>
                <a:cxn ang="T149">
                  <a:pos x="T94" y="T95"/>
                </a:cxn>
                <a:cxn ang="T150">
                  <a:pos x="T96" y="T97"/>
                </a:cxn>
                <a:cxn ang="T151">
                  <a:pos x="T98" y="T99"/>
                </a:cxn>
                <a:cxn ang="T152">
                  <a:pos x="T100" y="T101"/>
                </a:cxn>
              </a:cxnLst>
              <a:rect l="T153" t="T154" r="T155" b="T156"/>
              <a:pathLst>
                <a:path w="3960" h="4768">
                  <a:moveTo>
                    <a:pt x="353" y="3849"/>
                  </a:moveTo>
                  <a:lnTo>
                    <a:pt x="1661" y="4700"/>
                  </a:lnTo>
                  <a:lnTo>
                    <a:pt x="1697" y="4717"/>
                  </a:lnTo>
                  <a:lnTo>
                    <a:pt x="1736" y="4731"/>
                  </a:lnTo>
                  <a:lnTo>
                    <a:pt x="1776" y="4742"/>
                  </a:lnTo>
                  <a:lnTo>
                    <a:pt x="1818" y="4753"/>
                  </a:lnTo>
                  <a:lnTo>
                    <a:pt x="1860" y="4760"/>
                  </a:lnTo>
                  <a:lnTo>
                    <a:pt x="1902" y="4765"/>
                  </a:lnTo>
                  <a:lnTo>
                    <a:pt x="1946" y="4768"/>
                  </a:lnTo>
                  <a:lnTo>
                    <a:pt x="1988" y="4768"/>
                  </a:lnTo>
                  <a:lnTo>
                    <a:pt x="2031" y="4767"/>
                  </a:lnTo>
                  <a:lnTo>
                    <a:pt x="2073" y="4763"/>
                  </a:lnTo>
                  <a:lnTo>
                    <a:pt x="2114" y="4758"/>
                  </a:lnTo>
                  <a:lnTo>
                    <a:pt x="2154" y="4751"/>
                  </a:lnTo>
                  <a:lnTo>
                    <a:pt x="2193" y="4740"/>
                  </a:lnTo>
                  <a:lnTo>
                    <a:pt x="2230" y="4729"/>
                  </a:lnTo>
                  <a:lnTo>
                    <a:pt x="2264" y="4715"/>
                  </a:lnTo>
                  <a:lnTo>
                    <a:pt x="2297" y="4700"/>
                  </a:lnTo>
                  <a:lnTo>
                    <a:pt x="3639" y="3825"/>
                  </a:lnTo>
                  <a:lnTo>
                    <a:pt x="3673" y="3795"/>
                  </a:lnTo>
                  <a:lnTo>
                    <a:pt x="3707" y="3761"/>
                  </a:lnTo>
                  <a:lnTo>
                    <a:pt x="3738" y="3725"/>
                  </a:lnTo>
                  <a:lnTo>
                    <a:pt x="3768" y="3685"/>
                  </a:lnTo>
                  <a:lnTo>
                    <a:pt x="3796" y="3644"/>
                  </a:lnTo>
                  <a:lnTo>
                    <a:pt x="3821" y="3599"/>
                  </a:lnTo>
                  <a:lnTo>
                    <a:pt x="3846" y="3553"/>
                  </a:lnTo>
                  <a:lnTo>
                    <a:pt x="3868" y="3505"/>
                  </a:lnTo>
                  <a:lnTo>
                    <a:pt x="3888" y="3456"/>
                  </a:lnTo>
                  <a:lnTo>
                    <a:pt x="3907" y="3406"/>
                  </a:lnTo>
                  <a:lnTo>
                    <a:pt x="3922" y="3354"/>
                  </a:lnTo>
                  <a:lnTo>
                    <a:pt x="3935" y="3303"/>
                  </a:lnTo>
                  <a:lnTo>
                    <a:pt x="3946" y="3250"/>
                  </a:lnTo>
                  <a:lnTo>
                    <a:pt x="3953" y="3197"/>
                  </a:lnTo>
                  <a:lnTo>
                    <a:pt x="3957" y="3144"/>
                  </a:lnTo>
                  <a:lnTo>
                    <a:pt x="3960" y="3092"/>
                  </a:lnTo>
                  <a:lnTo>
                    <a:pt x="3959" y="1313"/>
                  </a:lnTo>
                  <a:lnTo>
                    <a:pt x="3955" y="1271"/>
                  </a:lnTo>
                  <a:lnTo>
                    <a:pt x="3949" y="1229"/>
                  </a:lnTo>
                  <a:lnTo>
                    <a:pt x="3941" y="1189"/>
                  </a:lnTo>
                  <a:lnTo>
                    <a:pt x="3930" y="1149"/>
                  </a:lnTo>
                  <a:lnTo>
                    <a:pt x="3918" y="1111"/>
                  </a:lnTo>
                  <a:lnTo>
                    <a:pt x="3902" y="1075"/>
                  </a:lnTo>
                  <a:lnTo>
                    <a:pt x="3886" y="1040"/>
                  </a:lnTo>
                  <a:lnTo>
                    <a:pt x="3867" y="1006"/>
                  </a:lnTo>
                  <a:lnTo>
                    <a:pt x="3846" y="973"/>
                  </a:lnTo>
                  <a:lnTo>
                    <a:pt x="3823" y="942"/>
                  </a:lnTo>
                  <a:lnTo>
                    <a:pt x="3798" y="913"/>
                  </a:lnTo>
                  <a:lnTo>
                    <a:pt x="3771" y="886"/>
                  </a:lnTo>
                  <a:lnTo>
                    <a:pt x="3743" y="860"/>
                  </a:lnTo>
                  <a:lnTo>
                    <a:pt x="3714" y="837"/>
                  </a:lnTo>
                  <a:lnTo>
                    <a:pt x="3682" y="816"/>
                  </a:lnTo>
                  <a:lnTo>
                    <a:pt x="3649" y="796"/>
                  </a:lnTo>
                  <a:lnTo>
                    <a:pt x="2386" y="83"/>
                  </a:lnTo>
                  <a:lnTo>
                    <a:pt x="2350" y="65"/>
                  </a:lnTo>
                  <a:lnTo>
                    <a:pt x="2310" y="50"/>
                  </a:lnTo>
                  <a:lnTo>
                    <a:pt x="2268" y="36"/>
                  </a:lnTo>
                  <a:lnTo>
                    <a:pt x="2223" y="24"/>
                  </a:lnTo>
                  <a:lnTo>
                    <a:pt x="2178" y="15"/>
                  </a:lnTo>
                  <a:lnTo>
                    <a:pt x="2131" y="8"/>
                  </a:lnTo>
                  <a:lnTo>
                    <a:pt x="2082" y="3"/>
                  </a:lnTo>
                  <a:lnTo>
                    <a:pt x="2032" y="0"/>
                  </a:lnTo>
                  <a:lnTo>
                    <a:pt x="1982" y="1"/>
                  </a:lnTo>
                  <a:lnTo>
                    <a:pt x="1933" y="3"/>
                  </a:lnTo>
                  <a:lnTo>
                    <a:pt x="1882" y="9"/>
                  </a:lnTo>
                  <a:lnTo>
                    <a:pt x="1833" y="17"/>
                  </a:lnTo>
                  <a:lnTo>
                    <a:pt x="1785" y="29"/>
                  </a:lnTo>
                  <a:lnTo>
                    <a:pt x="1737" y="43"/>
                  </a:lnTo>
                  <a:lnTo>
                    <a:pt x="1691" y="62"/>
                  </a:lnTo>
                  <a:lnTo>
                    <a:pt x="1647" y="83"/>
                  </a:lnTo>
                  <a:lnTo>
                    <a:pt x="311" y="782"/>
                  </a:lnTo>
                  <a:lnTo>
                    <a:pt x="276" y="803"/>
                  </a:lnTo>
                  <a:lnTo>
                    <a:pt x="243" y="826"/>
                  </a:lnTo>
                  <a:lnTo>
                    <a:pt x="213" y="852"/>
                  </a:lnTo>
                  <a:lnTo>
                    <a:pt x="184" y="879"/>
                  </a:lnTo>
                  <a:lnTo>
                    <a:pt x="155" y="908"/>
                  </a:lnTo>
                  <a:lnTo>
                    <a:pt x="131" y="939"/>
                  </a:lnTo>
                  <a:lnTo>
                    <a:pt x="107" y="971"/>
                  </a:lnTo>
                  <a:lnTo>
                    <a:pt x="86" y="1005"/>
                  </a:lnTo>
                  <a:lnTo>
                    <a:pt x="68" y="1040"/>
                  </a:lnTo>
                  <a:lnTo>
                    <a:pt x="50" y="1076"/>
                  </a:lnTo>
                  <a:lnTo>
                    <a:pt x="36" y="1115"/>
                  </a:lnTo>
                  <a:lnTo>
                    <a:pt x="23" y="1153"/>
                  </a:lnTo>
                  <a:lnTo>
                    <a:pt x="14" y="1195"/>
                  </a:lnTo>
                  <a:lnTo>
                    <a:pt x="7" y="1236"/>
                  </a:lnTo>
                  <a:lnTo>
                    <a:pt x="2" y="1279"/>
                  </a:lnTo>
                  <a:lnTo>
                    <a:pt x="0" y="1322"/>
                  </a:lnTo>
                  <a:lnTo>
                    <a:pt x="0" y="3093"/>
                  </a:lnTo>
                  <a:lnTo>
                    <a:pt x="2" y="3147"/>
                  </a:lnTo>
                  <a:lnTo>
                    <a:pt x="7" y="3202"/>
                  </a:lnTo>
                  <a:lnTo>
                    <a:pt x="15" y="3257"/>
                  </a:lnTo>
                  <a:lnTo>
                    <a:pt x="27" y="3312"/>
                  </a:lnTo>
                  <a:lnTo>
                    <a:pt x="42" y="3366"/>
                  </a:lnTo>
                  <a:lnTo>
                    <a:pt x="59" y="3420"/>
                  </a:lnTo>
                  <a:lnTo>
                    <a:pt x="79" y="3474"/>
                  </a:lnTo>
                  <a:lnTo>
                    <a:pt x="102" y="3525"/>
                  </a:lnTo>
                  <a:lnTo>
                    <a:pt x="127" y="3576"/>
                  </a:lnTo>
                  <a:lnTo>
                    <a:pt x="154" y="3624"/>
                  </a:lnTo>
                  <a:lnTo>
                    <a:pt x="184" y="3670"/>
                  </a:lnTo>
                  <a:lnTo>
                    <a:pt x="214" y="3712"/>
                  </a:lnTo>
                  <a:lnTo>
                    <a:pt x="247" y="3752"/>
                  </a:lnTo>
                  <a:lnTo>
                    <a:pt x="281" y="3788"/>
                  </a:lnTo>
                  <a:lnTo>
                    <a:pt x="317" y="3821"/>
                  </a:lnTo>
                  <a:lnTo>
                    <a:pt x="353" y="384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3379" name="Freeform 33"/>
            <p:cNvSpPr>
              <a:spLocks/>
            </p:cNvSpPr>
            <p:nvPr/>
          </p:nvSpPr>
          <p:spPr bwMode="auto">
            <a:xfrm>
              <a:off x="943" y="2210"/>
              <a:ext cx="276" cy="187"/>
            </a:xfrm>
            <a:custGeom>
              <a:avLst/>
              <a:gdLst>
                <a:gd name="T0" fmla="*/ 11 w 1380"/>
                <a:gd name="T1" fmla="*/ 7 h 937"/>
                <a:gd name="T2" fmla="*/ 11 w 1380"/>
                <a:gd name="T3" fmla="*/ 7 h 937"/>
                <a:gd name="T4" fmla="*/ 0 w 1380"/>
                <a:gd name="T5" fmla="*/ 0 h 937"/>
                <a:gd name="T6" fmla="*/ 0 w 1380"/>
                <a:gd name="T7" fmla="*/ 1 h 937"/>
                <a:gd name="T8" fmla="*/ 10 w 1380"/>
                <a:gd name="T9" fmla="*/ 7 h 937"/>
                <a:gd name="T10" fmla="*/ 10 w 1380"/>
                <a:gd name="T11" fmla="*/ 7 h 937"/>
                <a:gd name="T12" fmla="*/ 10 w 1380"/>
                <a:gd name="T13" fmla="*/ 7 h 937"/>
                <a:gd name="T14" fmla="*/ 11 w 1380"/>
                <a:gd name="T15" fmla="*/ 7 h 937"/>
                <a:gd name="T16" fmla="*/ 11 w 1380"/>
                <a:gd name="T17" fmla="*/ 7 h 937"/>
                <a:gd name="T18" fmla="*/ 11 w 1380"/>
                <a:gd name="T19" fmla="*/ 7 h 937"/>
                <a:gd name="T20" fmla="*/ 11 w 1380"/>
                <a:gd name="T21" fmla="*/ 7 h 937"/>
                <a:gd name="T22" fmla="*/ 11 w 1380"/>
                <a:gd name="T23" fmla="*/ 7 h 937"/>
                <a:gd name="T24" fmla="*/ 11 w 1380"/>
                <a:gd name="T25" fmla="*/ 7 h 937"/>
                <a:gd name="T26" fmla="*/ 11 w 1380"/>
                <a:gd name="T27" fmla="*/ 7 h 937"/>
                <a:gd name="T28" fmla="*/ 11 w 1380"/>
                <a:gd name="T29" fmla="*/ 7 h 937"/>
                <a:gd name="T30" fmla="*/ 11 w 1380"/>
                <a:gd name="T31" fmla="*/ 7 h 93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80"/>
                <a:gd name="T49" fmla="*/ 0 h 937"/>
                <a:gd name="T50" fmla="*/ 1380 w 1380"/>
                <a:gd name="T51" fmla="*/ 937 h 93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80" h="937">
                  <a:moveTo>
                    <a:pt x="1354" y="848"/>
                  </a:moveTo>
                  <a:lnTo>
                    <a:pt x="1359" y="851"/>
                  </a:lnTo>
                  <a:lnTo>
                    <a:pt x="51" y="0"/>
                  </a:lnTo>
                  <a:lnTo>
                    <a:pt x="0" y="78"/>
                  </a:lnTo>
                  <a:lnTo>
                    <a:pt x="1307" y="929"/>
                  </a:lnTo>
                  <a:lnTo>
                    <a:pt x="1312" y="932"/>
                  </a:lnTo>
                  <a:lnTo>
                    <a:pt x="1307" y="929"/>
                  </a:lnTo>
                  <a:lnTo>
                    <a:pt x="1326" y="937"/>
                  </a:lnTo>
                  <a:lnTo>
                    <a:pt x="1345" y="936"/>
                  </a:lnTo>
                  <a:lnTo>
                    <a:pt x="1360" y="929"/>
                  </a:lnTo>
                  <a:lnTo>
                    <a:pt x="1372" y="916"/>
                  </a:lnTo>
                  <a:lnTo>
                    <a:pt x="1379" y="899"/>
                  </a:lnTo>
                  <a:lnTo>
                    <a:pt x="1380" y="883"/>
                  </a:lnTo>
                  <a:lnTo>
                    <a:pt x="1374" y="865"/>
                  </a:lnTo>
                  <a:lnTo>
                    <a:pt x="1359" y="851"/>
                  </a:lnTo>
                  <a:lnTo>
                    <a:pt x="1354" y="84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3380" name="Freeform 34"/>
            <p:cNvSpPr>
              <a:spLocks/>
            </p:cNvSpPr>
            <p:nvPr/>
          </p:nvSpPr>
          <p:spPr bwMode="auto">
            <a:xfrm>
              <a:off x="1206" y="2379"/>
              <a:ext cx="140" cy="32"/>
            </a:xfrm>
            <a:custGeom>
              <a:avLst/>
              <a:gdLst>
                <a:gd name="T0" fmla="*/ 5 w 703"/>
                <a:gd name="T1" fmla="*/ 0 h 162"/>
                <a:gd name="T2" fmla="*/ 5 w 703"/>
                <a:gd name="T3" fmla="*/ 0 h 162"/>
                <a:gd name="T4" fmla="*/ 5 w 703"/>
                <a:gd name="T5" fmla="*/ 0 h 162"/>
                <a:gd name="T6" fmla="*/ 5 w 703"/>
                <a:gd name="T7" fmla="*/ 0 h 162"/>
                <a:gd name="T8" fmla="*/ 4 w 703"/>
                <a:gd name="T9" fmla="*/ 0 h 162"/>
                <a:gd name="T10" fmla="*/ 4 w 703"/>
                <a:gd name="T11" fmla="*/ 0 h 162"/>
                <a:gd name="T12" fmla="*/ 4 w 703"/>
                <a:gd name="T13" fmla="*/ 0 h 162"/>
                <a:gd name="T14" fmla="*/ 3 w 703"/>
                <a:gd name="T15" fmla="*/ 1 h 162"/>
                <a:gd name="T16" fmla="*/ 3 w 703"/>
                <a:gd name="T17" fmla="*/ 1 h 162"/>
                <a:gd name="T18" fmla="*/ 3 w 703"/>
                <a:gd name="T19" fmla="*/ 1 h 162"/>
                <a:gd name="T20" fmla="*/ 2 w 703"/>
                <a:gd name="T21" fmla="*/ 1 h 162"/>
                <a:gd name="T22" fmla="*/ 2 w 703"/>
                <a:gd name="T23" fmla="*/ 1 h 162"/>
                <a:gd name="T24" fmla="*/ 2 w 703"/>
                <a:gd name="T25" fmla="*/ 0 h 162"/>
                <a:gd name="T26" fmla="*/ 1 w 703"/>
                <a:gd name="T27" fmla="*/ 0 h 162"/>
                <a:gd name="T28" fmla="*/ 1 w 703"/>
                <a:gd name="T29" fmla="*/ 0 h 162"/>
                <a:gd name="T30" fmla="*/ 1 w 703"/>
                <a:gd name="T31" fmla="*/ 0 h 162"/>
                <a:gd name="T32" fmla="*/ 1 w 703"/>
                <a:gd name="T33" fmla="*/ 0 h 162"/>
                <a:gd name="T34" fmla="*/ 0 w 703"/>
                <a:gd name="T35" fmla="*/ 0 h 162"/>
                <a:gd name="T36" fmla="*/ 0 w 703"/>
                <a:gd name="T37" fmla="*/ 1 h 162"/>
                <a:gd name="T38" fmla="*/ 0 w 703"/>
                <a:gd name="T39" fmla="*/ 1 h 162"/>
                <a:gd name="T40" fmla="*/ 1 w 703"/>
                <a:gd name="T41" fmla="*/ 1 h 162"/>
                <a:gd name="T42" fmla="*/ 1 w 703"/>
                <a:gd name="T43" fmla="*/ 1 h 162"/>
                <a:gd name="T44" fmla="*/ 1 w 703"/>
                <a:gd name="T45" fmla="*/ 1 h 162"/>
                <a:gd name="T46" fmla="*/ 2 w 703"/>
                <a:gd name="T47" fmla="*/ 1 h 162"/>
                <a:gd name="T48" fmla="*/ 2 w 703"/>
                <a:gd name="T49" fmla="*/ 1 h 162"/>
                <a:gd name="T50" fmla="*/ 2 w 703"/>
                <a:gd name="T51" fmla="*/ 1 h 162"/>
                <a:gd name="T52" fmla="*/ 3 w 703"/>
                <a:gd name="T53" fmla="*/ 1 h 162"/>
                <a:gd name="T54" fmla="*/ 3 w 703"/>
                <a:gd name="T55" fmla="*/ 1 h 162"/>
                <a:gd name="T56" fmla="*/ 3 w 703"/>
                <a:gd name="T57" fmla="*/ 1 h 162"/>
                <a:gd name="T58" fmla="*/ 4 w 703"/>
                <a:gd name="T59" fmla="*/ 1 h 162"/>
                <a:gd name="T60" fmla="*/ 4 w 703"/>
                <a:gd name="T61" fmla="*/ 1 h 162"/>
                <a:gd name="T62" fmla="*/ 5 w 703"/>
                <a:gd name="T63" fmla="*/ 1 h 162"/>
                <a:gd name="T64" fmla="*/ 5 w 703"/>
                <a:gd name="T65" fmla="*/ 1 h 162"/>
                <a:gd name="T66" fmla="*/ 5 w 703"/>
                <a:gd name="T67" fmla="*/ 1 h 162"/>
                <a:gd name="T68" fmla="*/ 5 w 703"/>
                <a:gd name="T69" fmla="*/ 1 h 162"/>
                <a:gd name="T70" fmla="*/ 5 w 703"/>
                <a:gd name="T71" fmla="*/ 1 h 162"/>
                <a:gd name="T72" fmla="*/ 5 w 703"/>
                <a:gd name="T73" fmla="*/ 1 h 162"/>
                <a:gd name="T74" fmla="*/ 5 w 703"/>
                <a:gd name="T75" fmla="*/ 1 h 162"/>
                <a:gd name="T76" fmla="*/ 6 w 703"/>
                <a:gd name="T77" fmla="*/ 0 h 162"/>
                <a:gd name="T78" fmla="*/ 6 w 703"/>
                <a:gd name="T79" fmla="*/ 0 h 162"/>
                <a:gd name="T80" fmla="*/ 6 w 703"/>
                <a:gd name="T81" fmla="*/ 0 h 162"/>
                <a:gd name="T82" fmla="*/ 5 w 703"/>
                <a:gd name="T83" fmla="*/ 0 h 162"/>
                <a:gd name="T84" fmla="*/ 5 w 703"/>
                <a:gd name="T85" fmla="*/ 0 h 162"/>
                <a:gd name="T86" fmla="*/ 5 w 703"/>
                <a:gd name="T87" fmla="*/ 0 h 162"/>
                <a:gd name="T88" fmla="*/ 5 w 703"/>
                <a:gd name="T89" fmla="*/ 0 h 162"/>
                <a:gd name="T90" fmla="*/ 5 w 703"/>
                <a:gd name="T91" fmla="*/ 0 h 162"/>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703"/>
                <a:gd name="T139" fmla="*/ 0 h 162"/>
                <a:gd name="T140" fmla="*/ 703 w 703"/>
                <a:gd name="T141" fmla="*/ 162 h 162"/>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703" h="162">
                  <a:moveTo>
                    <a:pt x="631" y="8"/>
                  </a:moveTo>
                  <a:lnTo>
                    <a:pt x="636" y="6"/>
                  </a:lnTo>
                  <a:lnTo>
                    <a:pt x="606" y="20"/>
                  </a:lnTo>
                  <a:lnTo>
                    <a:pt x="575" y="32"/>
                  </a:lnTo>
                  <a:lnTo>
                    <a:pt x="540" y="42"/>
                  </a:lnTo>
                  <a:lnTo>
                    <a:pt x="504" y="52"/>
                  </a:lnTo>
                  <a:lnTo>
                    <a:pt x="467" y="59"/>
                  </a:lnTo>
                  <a:lnTo>
                    <a:pt x="428" y="64"/>
                  </a:lnTo>
                  <a:lnTo>
                    <a:pt x="389" y="67"/>
                  </a:lnTo>
                  <a:lnTo>
                    <a:pt x="348" y="68"/>
                  </a:lnTo>
                  <a:lnTo>
                    <a:pt x="308" y="68"/>
                  </a:lnTo>
                  <a:lnTo>
                    <a:pt x="267" y="65"/>
                  </a:lnTo>
                  <a:lnTo>
                    <a:pt x="226" y="61"/>
                  </a:lnTo>
                  <a:lnTo>
                    <a:pt x="187" y="54"/>
                  </a:lnTo>
                  <a:lnTo>
                    <a:pt x="148" y="44"/>
                  </a:lnTo>
                  <a:lnTo>
                    <a:pt x="110" y="33"/>
                  </a:lnTo>
                  <a:lnTo>
                    <a:pt x="75" y="20"/>
                  </a:lnTo>
                  <a:lnTo>
                    <a:pt x="42" y="5"/>
                  </a:lnTo>
                  <a:lnTo>
                    <a:pt x="0" y="89"/>
                  </a:lnTo>
                  <a:lnTo>
                    <a:pt x="40" y="107"/>
                  </a:lnTo>
                  <a:lnTo>
                    <a:pt x="82" y="122"/>
                  </a:lnTo>
                  <a:lnTo>
                    <a:pt x="124" y="135"/>
                  </a:lnTo>
                  <a:lnTo>
                    <a:pt x="169" y="146"/>
                  </a:lnTo>
                  <a:lnTo>
                    <a:pt x="214" y="153"/>
                  </a:lnTo>
                  <a:lnTo>
                    <a:pt x="258" y="158"/>
                  </a:lnTo>
                  <a:lnTo>
                    <a:pt x="303" y="162"/>
                  </a:lnTo>
                  <a:lnTo>
                    <a:pt x="348" y="162"/>
                  </a:lnTo>
                  <a:lnTo>
                    <a:pt x="394" y="161"/>
                  </a:lnTo>
                  <a:lnTo>
                    <a:pt x="439" y="157"/>
                  </a:lnTo>
                  <a:lnTo>
                    <a:pt x="481" y="150"/>
                  </a:lnTo>
                  <a:lnTo>
                    <a:pt x="525" y="143"/>
                  </a:lnTo>
                  <a:lnTo>
                    <a:pt x="566" y="132"/>
                  </a:lnTo>
                  <a:lnTo>
                    <a:pt x="606" y="121"/>
                  </a:lnTo>
                  <a:lnTo>
                    <a:pt x="643" y="105"/>
                  </a:lnTo>
                  <a:lnTo>
                    <a:pt x="678" y="88"/>
                  </a:lnTo>
                  <a:lnTo>
                    <a:pt x="683" y="86"/>
                  </a:lnTo>
                  <a:lnTo>
                    <a:pt x="678" y="88"/>
                  </a:lnTo>
                  <a:lnTo>
                    <a:pt x="695" y="75"/>
                  </a:lnTo>
                  <a:lnTo>
                    <a:pt x="702" y="60"/>
                  </a:lnTo>
                  <a:lnTo>
                    <a:pt x="703" y="42"/>
                  </a:lnTo>
                  <a:lnTo>
                    <a:pt x="698" y="26"/>
                  </a:lnTo>
                  <a:lnTo>
                    <a:pt x="688" y="12"/>
                  </a:lnTo>
                  <a:lnTo>
                    <a:pt x="674" y="3"/>
                  </a:lnTo>
                  <a:lnTo>
                    <a:pt x="656" y="0"/>
                  </a:lnTo>
                  <a:lnTo>
                    <a:pt x="636" y="6"/>
                  </a:lnTo>
                  <a:lnTo>
                    <a:pt x="631"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3381" name="Freeform 35"/>
            <p:cNvSpPr>
              <a:spLocks/>
            </p:cNvSpPr>
            <p:nvPr/>
          </p:nvSpPr>
          <p:spPr bwMode="auto">
            <a:xfrm>
              <a:off x="1332" y="2204"/>
              <a:ext cx="283" cy="192"/>
            </a:xfrm>
            <a:custGeom>
              <a:avLst/>
              <a:gdLst>
                <a:gd name="T0" fmla="*/ 11 w 1415"/>
                <a:gd name="T1" fmla="*/ 0 h 960"/>
                <a:gd name="T2" fmla="*/ 11 w 1415"/>
                <a:gd name="T3" fmla="*/ 0 h 960"/>
                <a:gd name="T4" fmla="*/ 0 w 1415"/>
                <a:gd name="T5" fmla="*/ 7 h 960"/>
                <a:gd name="T6" fmla="*/ 0 w 1415"/>
                <a:gd name="T7" fmla="*/ 8 h 960"/>
                <a:gd name="T8" fmla="*/ 11 w 1415"/>
                <a:gd name="T9" fmla="*/ 1 h 960"/>
                <a:gd name="T10" fmla="*/ 11 w 1415"/>
                <a:gd name="T11" fmla="*/ 1 h 960"/>
                <a:gd name="T12" fmla="*/ 11 w 1415"/>
                <a:gd name="T13" fmla="*/ 1 h 960"/>
                <a:gd name="T14" fmla="*/ 11 w 1415"/>
                <a:gd name="T15" fmla="*/ 1 h 960"/>
                <a:gd name="T16" fmla="*/ 11 w 1415"/>
                <a:gd name="T17" fmla="*/ 0 h 960"/>
                <a:gd name="T18" fmla="*/ 11 w 1415"/>
                <a:gd name="T19" fmla="*/ 0 h 960"/>
                <a:gd name="T20" fmla="*/ 11 w 1415"/>
                <a:gd name="T21" fmla="*/ 0 h 960"/>
                <a:gd name="T22" fmla="*/ 11 w 1415"/>
                <a:gd name="T23" fmla="*/ 0 h 960"/>
                <a:gd name="T24" fmla="*/ 11 w 1415"/>
                <a:gd name="T25" fmla="*/ 0 h 960"/>
                <a:gd name="T26" fmla="*/ 11 w 1415"/>
                <a:gd name="T27" fmla="*/ 0 h 960"/>
                <a:gd name="T28" fmla="*/ 11 w 1415"/>
                <a:gd name="T29" fmla="*/ 0 h 960"/>
                <a:gd name="T30" fmla="*/ 11 w 1415"/>
                <a:gd name="T31" fmla="*/ 0 h 96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15"/>
                <a:gd name="T49" fmla="*/ 0 h 960"/>
                <a:gd name="T50" fmla="*/ 1415 w 1415"/>
                <a:gd name="T51" fmla="*/ 960 h 96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15" h="960">
                  <a:moveTo>
                    <a:pt x="1338" y="10"/>
                  </a:moveTo>
                  <a:lnTo>
                    <a:pt x="1342" y="8"/>
                  </a:lnTo>
                  <a:lnTo>
                    <a:pt x="0" y="882"/>
                  </a:lnTo>
                  <a:lnTo>
                    <a:pt x="52" y="960"/>
                  </a:lnTo>
                  <a:lnTo>
                    <a:pt x="1393" y="85"/>
                  </a:lnTo>
                  <a:lnTo>
                    <a:pt x="1397" y="83"/>
                  </a:lnTo>
                  <a:lnTo>
                    <a:pt x="1393" y="85"/>
                  </a:lnTo>
                  <a:lnTo>
                    <a:pt x="1409" y="71"/>
                  </a:lnTo>
                  <a:lnTo>
                    <a:pt x="1415" y="53"/>
                  </a:lnTo>
                  <a:lnTo>
                    <a:pt x="1413" y="37"/>
                  </a:lnTo>
                  <a:lnTo>
                    <a:pt x="1406" y="21"/>
                  </a:lnTo>
                  <a:lnTo>
                    <a:pt x="1395" y="8"/>
                  </a:lnTo>
                  <a:lnTo>
                    <a:pt x="1379" y="1"/>
                  </a:lnTo>
                  <a:lnTo>
                    <a:pt x="1361" y="0"/>
                  </a:lnTo>
                  <a:lnTo>
                    <a:pt x="1342" y="8"/>
                  </a:lnTo>
                  <a:lnTo>
                    <a:pt x="1338" y="1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3382" name="Freeform 36"/>
            <p:cNvSpPr>
              <a:spLocks/>
            </p:cNvSpPr>
            <p:nvPr/>
          </p:nvSpPr>
          <p:spPr bwMode="auto">
            <a:xfrm>
              <a:off x="1599" y="2057"/>
              <a:ext cx="80" cy="163"/>
            </a:xfrm>
            <a:custGeom>
              <a:avLst/>
              <a:gdLst>
                <a:gd name="T0" fmla="*/ 2 w 398"/>
                <a:gd name="T1" fmla="*/ 0 h 817"/>
                <a:gd name="T2" fmla="*/ 2 w 398"/>
                <a:gd name="T3" fmla="*/ 0 h 817"/>
                <a:gd name="T4" fmla="*/ 2 w 398"/>
                <a:gd name="T5" fmla="*/ 1 h 817"/>
                <a:gd name="T6" fmla="*/ 2 w 398"/>
                <a:gd name="T7" fmla="*/ 1 h 817"/>
                <a:gd name="T8" fmla="*/ 2 w 398"/>
                <a:gd name="T9" fmla="*/ 2 h 817"/>
                <a:gd name="T10" fmla="*/ 2 w 398"/>
                <a:gd name="T11" fmla="*/ 2 h 817"/>
                <a:gd name="T12" fmla="*/ 2 w 398"/>
                <a:gd name="T13" fmla="*/ 2 h 817"/>
                <a:gd name="T14" fmla="*/ 2 w 398"/>
                <a:gd name="T15" fmla="*/ 3 h 817"/>
                <a:gd name="T16" fmla="*/ 2 w 398"/>
                <a:gd name="T17" fmla="*/ 3 h 817"/>
                <a:gd name="T18" fmla="*/ 2 w 398"/>
                <a:gd name="T19" fmla="*/ 4 h 817"/>
                <a:gd name="T20" fmla="*/ 2 w 398"/>
                <a:gd name="T21" fmla="*/ 4 h 817"/>
                <a:gd name="T22" fmla="*/ 1 w 398"/>
                <a:gd name="T23" fmla="*/ 4 h 817"/>
                <a:gd name="T24" fmla="*/ 1 w 398"/>
                <a:gd name="T25" fmla="*/ 5 h 817"/>
                <a:gd name="T26" fmla="*/ 1 w 398"/>
                <a:gd name="T27" fmla="*/ 5 h 817"/>
                <a:gd name="T28" fmla="*/ 1 w 398"/>
                <a:gd name="T29" fmla="*/ 5 h 817"/>
                <a:gd name="T30" fmla="*/ 1 w 398"/>
                <a:gd name="T31" fmla="*/ 5 h 817"/>
                <a:gd name="T32" fmla="*/ 0 w 398"/>
                <a:gd name="T33" fmla="*/ 6 h 817"/>
                <a:gd name="T34" fmla="*/ 0 w 398"/>
                <a:gd name="T35" fmla="*/ 6 h 817"/>
                <a:gd name="T36" fmla="*/ 0 w 398"/>
                <a:gd name="T37" fmla="*/ 7 h 817"/>
                <a:gd name="T38" fmla="*/ 1 w 398"/>
                <a:gd name="T39" fmla="*/ 6 h 817"/>
                <a:gd name="T40" fmla="*/ 1 w 398"/>
                <a:gd name="T41" fmla="*/ 6 h 817"/>
                <a:gd name="T42" fmla="*/ 1 w 398"/>
                <a:gd name="T43" fmla="*/ 6 h 817"/>
                <a:gd name="T44" fmla="*/ 2 w 398"/>
                <a:gd name="T45" fmla="*/ 5 h 817"/>
                <a:gd name="T46" fmla="*/ 2 w 398"/>
                <a:gd name="T47" fmla="*/ 5 h 817"/>
                <a:gd name="T48" fmla="*/ 2 w 398"/>
                <a:gd name="T49" fmla="*/ 5 h 817"/>
                <a:gd name="T50" fmla="*/ 2 w 398"/>
                <a:gd name="T51" fmla="*/ 4 h 817"/>
                <a:gd name="T52" fmla="*/ 2 w 398"/>
                <a:gd name="T53" fmla="*/ 4 h 817"/>
                <a:gd name="T54" fmla="*/ 3 w 398"/>
                <a:gd name="T55" fmla="*/ 3 h 817"/>
                <a:gd name="T56" fmla="*/ 3 w 398"/>
                <a:gd name="T57" fmla="*/ 3 h 817"/>
                <a:gd name="T58" fmla="*/ 3 w 398"/>
                <a:gd name="T59" fmla="*/ 3 h 817"/>
                <a:gd name="T60" fmla="*/ 3 w 398"/>
                <a:gd name="T61" fmla="*/ 2 h 817"/>
                <a:gd name="T62" fmla="*/ 3 w 398"/>
                <a:gd name="T63" fmla="*/ 2 h 817"/>
                <a:gd name="T64" fmla="*/ 3 w 398"/>
                <a:gd name="T65" fmla="*/ 1 h 817"/>
                <a:gd name="T66" fmla="*/ 3 w 398"/>
                <a:gd name="T67" fmla="*/ 1 h 817"/>
                <a:gd name="T68" fmla="*/ 3 w 398"/>
                <a:gd name="T69" fmla="*/ 0 h 817"/>
                <a:gd name="T70" fmla="*/ 3 w 398"/>
                <a:gd name="T71" fmla="*/ 0 h 817"/>
                <a:gd name="T72" fmla="*/ 3 w 398"/>
                <a:gd name="T73" fmla="*/ 0 h 817"/>
                <a:gd name="T74" fmla="*/ 3 w 398"/>
                <a:gd name="T75" fmla="*/ 0 h 817"/>
                <a:gd name="T76" fmla="*/ 3 w 398"/>
                <a:gd name="T77" fmla="*/ 0 h 817"/>
                <a:gd name="T78" fmla="*/ 3 w 398"/>
                <a:gd name="T79" fmla="*/ 0 h 817"/>
                <a:gd name="T80" fmla="*/ 3 w 398"/>
                <a:gd name="T81" fmla="*/ 0 h 817"/>
                <a:gd name="T82" fmla="*/ 3 w 398"/>
                <a:gd name="T83" fmla="*/ 0 h 817"/>
                <a:gd name="T84" fmla="*/ 3 w 398"/>
                <a:gd name="T85" fmla="*/ 0 h 817"/>
                <a:gd name="T86" fmla="*/ 2 w 398"/>
                <a:gd name="T87" fmla="*/ 0 h 817"/>
                <a:gd name="T88" fmla="*/ 2 w 398"/>
                <a:gd name="T89" fmla="*/ 0 h 817"/>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398"/>
                <a:gd name="T136" fmla="*/ 0 h 817"/>
                <a:gd name="T137" fmla="*/ 398 w 398"/>
                <a:gd name="T138" fmla="*/ 817 h 817"/>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398" h="817">
                  <a:moveTo>
                    <a:pt x="304" y="47"/>
                  </a:moveTo>
                  <a:lnTo>
                    <a:pt x="304" y="47"/>
                  </a:lnTo>
                  <a:lnTo>
                    <a:pt x="301" y="97"/>
                  </a:lnTo>
                  <a:lnTo>
                    <a:pt x="297" y="147"/>
                  </a:lnTo>
                  <a:lnTo>
                    <a:pt x="291" y="198"/>
                  </a:lnTo>
                  <a:lnTo>
                    <a:pt x="280" y="247"/>
                  </a:lnTo>
                  <a:lnTo>
                    <a:pt x="268" y="297"/>
                  </a:lnTo>
                  <a:lnTo>
                    <a:pt x="253" y="347"/>
                  </a:lnTo>
                  <a:lnTo>
                    <a:pt x="236" y="395"/>
                  </a:lnTo>
                  <a:lnTo>
                    <a:pt x="217" y="442"/>
                  </a:lnTo>
                  <a:lnTo>
                    <a:pt x="195" y="487"/>
                  </a:lnTo>
                  <a:lnTo>
                    <a:pt x="171" y="532"/>
                  </a:lnTo>
                  <a:lnTo>
                    <a:pt x="147" y="574"/>
                  </a:lnTo>
                  <a:lnTo>
                    <a:pt x="121" y="613"/>
                  </a:lnTo>
                  <a:lnTo>
                    <a:pt x="93" y="650"/>
                  </a:lnTo>
                  <a:lnTo>
                    <a:pt x="64" y="684"/>
                  </a:lnTo>
                  <a:lnTo>
                    <a:pt x="32" y="716"/>
                  </a:lnTo>
                  <a:lnTo>
                    <a:pt x="0" y="744"/>
                  </a:lnTo>
                  <a:lnTo>
                    <a:pt x="59" y="817"/>
                  </a:lnTo>
                  <a:lnTo>
                    <a:pt x="95" y="784"/>
                  </a:lnTo>
                  <a:lnTo>
                    <a:pt x="132" y="748"/>
                  </a:lnTo>
                  <a:lnTo>
                    <a:pt x="166" y="709"/>
                  </a:lnTo>
                  <a:lnTo>
                    <a:pt x="196" y="667"/>
                  </a:lnTo>
                  <a:lnTo>
                    <a:pt x="227" y="623"/>
                  </a:lnTo>
                  <a:lnTo>
                    <a:pt x="253" y="576"/>
                  </a:lnTo>
                  <a:lnTo>
                    <a:pt x="279" y="530"/>
                  </a:lnTo>
                  <a:lnTo>
                    <a:pt x="301" y="479"/>
                  </a:lnTo>
                  <a:lnTo>
                    <a:pt x="323" y="428"/>
                  </a:lnTo>
                  <a:lnTo>
                    <a:pt x="342" y="375"/>
                  </a:lnTo>
                  <a:lnTo>
                    <a:pt x="359" y="321"/>
                  </a:lnTo>
                  <a:lnTo>
                    <a:pt x="372" y="268"/>
                  </a:lnTo>
                  <a:lnTo>
                    <a:pt x="382" y="212"/>
                  </a:lnTo>
                  <a:lnTo>
                    <a:pt x="391" y="157"/>
                  </a:lnTo>
                  <a:lnTo>
                    <a:pt x="395" y="102"/>
                  </a:lnTo>
                  <a:lnTo>
                    <a:pt x="398" y="47"/>
                  </a:lnTo>
                  <a:lnTo>
                    <a:pt x="394" y="27"/>
                  </a:lnTo>
                  <a:lnTo>
                    <a:pt x="383" y="11"/>
                  </a:lnTo>
                  <a:lnTo>
                    <a:pt x="368" y="3"/>
                  </a:lnTo>
                  <a:lnTo>
                    <a:pt x="351" y="0"/>
                  </a:lnTo>
                  <a:lnTo>
                    <a:pt x="333" y="3"/>
                  </a:lnTo>
                  <a:lnTo>
                    <a:pt x="319" y="11"/>
                  </a:lnTo>
                  <a:lnTo>
                    <a:pt x="307" y="27"/>
                  </a:lnTo>
                  <a:lnTo>
                    <a:pt x="304" y="4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3383" name="Freeform 37"/>
            <p:cNvSpPr>
              <a:spLocks/>
            </p:cNvSpPr>
            <p:nvPr/>
          </p:nvSpPr>
          <p:spPr bwMode="auto">
            <a:xfrm>
              <a:off x="1660" y="1701"/>
              <a:ext cx="19" cy="365"/>
            </a:xfrm>
            <a:custGeom>
              <a:avLst/>
              <a:gdLst>
                <a:gd name="T0" fmla="*/ 0 w 95"/>
                <a:gd name="T1" fmla="*/ 0 h 1826"/>
                <a:gd name="T2" fmla="*/ 0 w 95"/>
                <a:gd name="T3" fmla="*/ 0 h 1826"/>
                <a:gd name="T4" fmla="*/ 0 w 95"/>
                <a:gd name="T5" fmla="*/ 15 h 1826"/>
                <a:gd name="T6" fmla="*/ 1 w 95"/>
                <a:gd name="T7" fmla="*/ 15 h 1826"/>
                <a:gd name="T8" fmla="*/ 1 w 95"/>
                <a:gd name="T9" fmla="*/ 0 h 1826"/>
                <a:gd name="T10" fmla="*/ 1 w 95"/>
                <a:gd name="T11" fmla="*/ 0 h 1826"/>
                <a:gd name="T12" fmla="*/ 1 w 95"/>
                <a:gd name="T13" fmla="*/ 0 h 1826"/>
                <a:gd name="T14" fmla="*/ 1 w 95"/>
                <a:gd name="T15" fmla="*/ 0 h 1826"/>
                <a:gd name="T16" fmla="*/ 1 w 95"/>
                <a:gd name="T17" fmla="*/ 0 h 1826"/>
                <a:gd name="T18" fmla="*/ 1 w 95"/>
                <a:gd name="T19" fmla="*/ 0 h 1826"/>
                <a:gd name="T20" fmla="*/ 0 w 95"/>
                <a:gd name="T21" fmla="*/ 0 h 1826"/>
                <a:gd name="T22" fmla="*/ 0 w 95"/>
                <a:gd name="T23" fmla="*/ 0 h 1826"/>
                <a:gd name="T24" fmla="*/ 0 w 95"/>
                <a:gd name="T25" fmla="*/ 0 h 1826"/>
                <a:gd name="T26" fmla="*/ 0 w 95"/>
                <a:gd name="T27" fmla="*/ 0 h 1826"/>
                <a:gd name="T28" fmla="*/ 0 w 95"/>
                <a:gd name="T29" fmla="*/ 0 h 1826"/>
                <a:gd name="T30" fmla="*/ 0 w 95"/>
                <a:gd name="T31" fmla="*/ 0 h 182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95"/>
                <a:gd name="T49" fmla="*/ 0 h 1826"/>
                <a:gd name="T50" fmla="*/ 95 w 95"/>
                <a:gd name="T51" fmla="*/ 1826 h 182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95" h="1826">
                  <a:moveTo>
                    <a:pt x="0" y="49"/>
                  </a:moveTo>
                  <a:lnTo>
                    <a:pt x="0" y="47"/>
                  </a:lnTo>
                  <a:lnTo>
                    <a:pt x="1" y="1826"/>
                  </a:lnTo>
                  <a:lnTo>
                    <a:pt x="95" y="1826"/>
                  </a:lnTo>
                  <a:lnTo>
                    <a:pt x="93" y="47"/>
                  </a:lnTo>
                  <a:lnTo>
                    <a:pt x="93" y="45"/>
                  </a:lnTo>
                  <a:lnTo>
                    <a:pt x="93" y="47"/>
                  </a:lnTo>
                  <a:lnTo>
                    <a:pt x="90" y="27"/>
                  </a:lnTo>
                  <a:lnTo>
                    <a:pt x="79" y="12"/>
                  </a:lnTo>
                  <a:lnTo>
                    <a:pt x="64" y="4"/>
                  </a:lnTo>
                  <a:lnTo>
                    <a:pt x="47" y="0"/>
                  </a:lnTo>
                  <a:lnTo>
                    <a:pt x="29" y="4"/>
                  </a:lnTo>
                  <a:lnTo>
                    <a:pt x="15" y="12"/>
                  </a:lnTo>
                  <a:lnTo>
                    <a:pt x="3" y="27"/>
                  </a:lnTo>
                  <a:lnTo>
                    <a:pt x="0" y="47"/>
                  </a:lnTo>
                  <a:lnTo>
                    <a:pt x="0" y="4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3384" name="Freeform 38"/>
            <p:cNvSpPr>
              <a:spLocks/>
            </p:cNvSpPr>
            <p:nvPr/>
          </p:nvSpPr>
          <p:spPr bwMode="auto">
            <a:xfrm>
              <a:off x="1598" y="1598"/>
              <a:ext cx="81" cy="113"/>
            </a:xfrm>
            <a:custGeom>
              <a:avLst/>
              <a:gdLst>
                <a:gd name="T0" fmla="*/ 0 w 401"/>
                <a:gd name="T1" fmla="*/ 1 h 566"/>
                <a:gd name="T2" fmla="*/ 0 w 401"/>
                <a:gd name="T3" fmla="*/ 1 h 566"/>
                <a:gd name="T4" fmla="*/ 0 w 401"/>
                <a:gd name="T5" fmla="*/ 1 h 566"/>
                <a:gd name="T6" fmla="*/ 1 w 401"/>
                <a:gd name="T7" fmla="*/ 1 h 566"/>
                <a:gd name="T8" fmla="*/ 1 w 401"/>
                <a:gd name="T9" fmla="*/ 1 h 566"/>
                <a:gd name="T10" fmla="*/ 1 w 401"/>
                <a:gd name="T11" fmla="*/ 1 h 566"/>
                <a:gd name="T12" fmla="*/ 1 w 401"/>
                <a:gd name="T13" fmla="*/ 2 h 566"/>
                <a:gd name="T14" fmla="*/ 1 w 401"/>
                <a:gd name="T15" fmla="*/ 2 h 566"/>
                <a:gd name="T16" fmla="*/ 2 w 401"/>
                <a:gd name="T17" fmla="*/ 2 h 566"/>
                <a:gd name="T18" fmla="*/ 2 w 401"/>
                <a:gd name="T19" fmla="*/ 2 h 566"/>
                <a:gd name="T20" fmla="*/ 2 w 401"/>
                <a:gd name="T21" fmla="*/ 2 h 566"/>
                <a:gd name="T22" fmla="*/ 2 w 401"/>
                <a:gd name="T23" fmla="*/ 3 h 566"/>
                <a:gd name="T24" fmla="*/ 2 w 401"/>
                <a:gd name="T25" fmla="*/ 3 h 566"/>
                <a:gd name="T26" fmla="*/ 2 w 401"/>
                <a:gd name="T27" fmla="*/ 3 h 566"/>
                <a:gd name="T28" fmla="*/ 2 w 401"/>
                <a:gd name="T29" fmla="*/ 4 h 566"/>
                <a:gd name="T30" fmla="*/ 2 w 401"/>
                <a:gd name="T31" fmla="*/ 4 h 566"/>
                <a:gd name="T32" fmla="*/ 2 w 401"/>
                <a:gd name="T33" fmla="*/ 4 h 566"/>
                <a:gd name="T34" fmla="*/ 3 w 401"/>
                <a:gd name="T35" fmla="*/ 5 h 566"/>
                <a:gd name="T36" fmla="*/ 3 w 401"/>
                <a:gd name="T37" fmla="*/ 4 h 566"/>
                <a:gd name="T38" fmla="*/ 3 w 401"/>
                <a:gd name="T39" fmla="*/ 4 h 566"/>
                <a:gd name="T40" fmla="*/ 3 w 401"/>
                <a:gd name="T41" fmla="*/ 4 h 566"/>
                <a:gd name="T42" fmla="*/ 3 w 401"/>
                <a:gd name="T43" fmla="*/ 3 h 566"/>
                <a:gd name="T44" fmla="*/ 3 w 401"/>
                <a:gd name="T45" fmla="*/ 3 h 566"/>
                <a:gd name="T46" fmla="*/ 3 w 401"/>
                <a:gd name="T47" fmla="*/ 3 h 566"/>
                <a:gd name="T48" fmla="*/ 3 w 401"/>
                <a:gd name="T49" fmla="*/ 2 h 566"/>
                <a:gd name="T50" fmla="*/ 3 w 401"/>
                <a:gd name="T51" fmla="*/ 2 h 566"/>
                <a:gd name="T52" fmla="*/ 2 w 401"/>
                <a:gd name="T53" fmla="*/ 2 h 566"/>
                <a:gd name="T54" fmla="*/ 2 w 401"/>
                <a:gd name="T55" fmla="*/ 2 h 566"/>
                <a:gd name="T56" fmla="*/ 2 w 401"/>
                <a:gd name="T57" fmla="*/ 1 h 566"/>
                <a:gd name="T58" fmla="*/ 2 w 401"/>
                <a:gd name="T59" fmla="*/ 1 h 566"/>
                <a:gd name="T60" fmla="*/ 2 w 401"/>
                <a:gd name="T61" fmla="*/ 1 h 566"/>
                <a:gd name="T62" fmla="*/ 1 w 401"/>
                <a:gd name="T63" fmla="*/ 1 h 566"/>
                <a:gd name="T64" fmla="*/ 1 w 401"/>
                <a:gd name="T65" fmla="*/ 0 h 566"/>
                <a:gd name="T66" fmla="*/ 1 w 401"/>
                <a:gd name="T67" fmla="*/ 0 h 566"/>
                <a:gd name="T68" fmla="*/ 1 w 401"/>
                <a:gd name="T69" fmla="*/ 0 h 566"/>
                <a:gd name="T70" fmla="*/ 1 w 401"/>
                <a:gd name="T71" fmla="*/ 0 h 566"/>
                <a:gd name="T72" fmla="*/ 1 w 401"/>
                <a:gd name="T73" fmla="*/ 0 h 566"/>
                <a:gd name="T74" fmla="*/ 0 w 401"/>
                <a:gd name="T75" fmla="*/ 0 h 566"/>
                <a:gd name="T76" fmla="*/ 0 w 401"/>
                <a:gd name="T77" fmla="*/ 0 h 566"/>
                <a:gd name="T78" fmla="*/ 0 w 401"/>
                <a:gd name="T79" fmla="*/ 0 h 566"/>
                <a:gd name="T80" fmla="*/ 0 w 401"/>
                <a:gd name="T81" fmla="*/ 0 h 566"/>
                <a:gd name="T82" fmla="*/ 0 w 401"/>
                <a:gd name="T83" fmla="*/ 0 h 566"/>
                <a:gd name="T84" fmla="*/ 0 w 401"/>
                <a:gd name="T85" fmla="*/ 0 h 566"/>
                <a:gd name="T86" fmla="*/ 0 w 401"/>
                <a:gd name="T87" fmla="*/ 1 h 566"/>
                <a:gd name="T88" fmla="*/ 0 w 401"/>
                <a:gd name="T89" fmla="*/ 1 h 56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401"/>
                <a:gd name="T136" fmla="*/ 0 h 566"/>
                <a:gd name="T137" fmla="*/ 401 w 401"/>
                <a:gd name="T138" fmla="*/ 566 h 566"/>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401" h="566">
                  <a:moveTo>
                    <a:pt x="23" y="88"/>
                  </a:moveTo>
                  <a:lnTo>
                    <a:pt x="23" y="88"/>
                  </a:lnTo>
                  <a:lnTo>
                    <a:pt x="53" y="107"/>
                  </a:lnTo>
                  <a:lnTo>
                    <a:pt x="83" y="125"/>
                  </a:lnTo>
                  <a:lnTo>
                    <a:pt x="108" y="147"/>
                  </a:lnTo>
                  <a:lnTo>
                    <a:pt x="135" y="171"/>
                  </a:lnTo>
                  <a:lnTo>
                    <a:pt x="160" y="196"/>
                  </a:lnTo>
                  <a:lnTo>
                    <a:pt x="182" y="223"/>
                  </a:lnTo>
                  <a:lnTo>
                    <a:pt x="205" y="251"/>
                  </a:lnTo>
                  <a:lnTo>
                    <a:pt x="223" y="281"/>
                  </a:lnTo>
                  <a:lnTo>
                    <a:pt x="240" y="312"/>
                  </a:lnTo>
                  <a:lnTo>
                    <a:pt x="256" y="345"/>
                  </a:lnTo>
                  <a:lnTo>
                    <a:pt x="270" y="379"/>
                  </a:lnTo>
                  <a:lnTo>
                    <a:pt x="282" y="414"/>
                  </a:lnTo>
                  <a:lnTo>
                    <a:pt x="291" y="450"/>
                  </a:lnTo>
                  <a:lnTo>
                    <a:pt x="299" y="488"/>
                  </a:lnTo>
                  <a:lnTo>
                    <a:pt x="304" y="526"/>
                  </a:lnTo>
                  <a:lnTo>
                    <a:pt x="308" y="566"/>
                  </a:lnTo>
                  <a:lnTo>
                    <a:pt x="401" y="562"/>
                  </a:lnTo>
                  <a:lnTo>
                    <a:pt x="398" y="517"/>
                  </a:lnTo>
                  <a:lnTo>
                    <a:pt x="391" y="471"/>
                  </a:lnTo>
                  <a:lnTo>
                    <a:pt x="383" y="429"/>
                  </a:lnTo>
                  <a:lnTo>
                    <a:pt x="371" y="386"/>
                  </a:lnTo>
                  <a:lnTo>
                    <a:pt x="357" y="346"/>
                  </a:lnTo>
                  <a:lnTo>
                    <a:pt x="340" y="307"/>
                  </a:lnTo>
                  <a:lnTo>
                    <a:pt x="324" y="270"/>
                  </a:lnTo>
                  <a:lnTo>
                    <a:pt x="303" y="232"/>
                  </a:lnTo>
                  <a:lnTo>
                    <a:pt x="280" y="197"/>
                  </a:lnTo>
                  <a:lnTo>
                    <a:pt x="255" y="164"/>
                  </a:lnTo>
                  <a:lnTo>
                    <a:pt x="228" y="132"/>
                  </a:lnTo>
                  <a:lnTo>
                    <a:pt x="199" y="103"/>
                  </a:lnTo>
                  <a:lnTo>
                    <a:pt x="169" y="76"/>
                  </a:lnTo>
                  <a:lnTo>
                    <a:pt x="137" y="50"/>
                  </a:lnTo>
                  <a:lnTo>
                    <a:pt x="103" y="27"/>
                  </a:lnTo>
                  <a:lnTo>
                    <a:pt x="67" y="6"/>
                  </a:lnTo>
                  <a:lnTo>
                    <a:pt x="48" y="0"/>
                  </a:lnTo>
                  <a:lnTo>
                    <a:pt x="30" y="2"/>
                  </a:lnTo>
                  <a:lnTo>
                    <a:pt x="16" y="12"/>
                  </a:lnTo>
                  <a:lnTo>
                    <a:pt x="5" y="25"/>
                  </a:lnTo>
                  <a:lnTo>
                    <a:pt x="0" y="41"/>
                  </a:lnTo>
                  <a:lnTo>
                    <a:pt x="0" y="59"/>
                  </a:lnTo>
                  <a:lnTo>
                    <a:pt x="8" y="75"/>
                  </a:lnTo>
                  <a:lnTo>
                    <a:pt x="23"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3385" name="Freeform 39"/>
            <p:cNvSpPr>
              <a:spLocks/>
            </p:cNvSpPr>
            <p:nvPr/>
          </p:nvSpPr>
          <p:spPr bwMode="auto">
            <a:xfrm>
              <a:off x="1346" y="1455"/>
              <a:ext cx="266" cy="160"/>
            </a:xfrm>
            <a:custGeom>
              <a:avLst/>
              <a:gdLst>
                <a:gd name="T0" fmla="*/ 0 w 1330"/>
                <a:gd name="T1" fmla="*/ 1 h 801"/>
                <a:gd name="T2" fmla="*/ 0 w 1330"/>
                <a:gd name="T3" fmla="*/ 1 h 801"/>
                <a:gd name="T4" fmla="*/ 10 w 1330"/>
                <a:gd name="T5" fmla="*/ 6 h 801"/>
                <a:gd name="T6" fmla="*/ 11 w 1330"/>
                <a:gd name="T7" fmla="*/ 6 h 801"/>
                <a:gd name="T8" fmla="*/ 1 w 1330"/>
                <a:gd name="T9" fmla="*/ 0 h 801"/>
                <a:gd name="T10" fmla="*/ 1 w 1330"/>
                <a:gd name="T11" fmla="*/ 0 h 801"/>
                <a:gd name="T12" fmla="*/ 1 w 1330"/>
                <a:gd name="T13" fmla="*/ 0 h 801"/>
                <a:gd name="T14" fmla="*/ 0 w 1330"/>
                <a:gd name="T15" fmla="*/ 0 h 801"/>
                <a:gd name="T16" fmla="*/ 0 w 1330"/>
                <a:gd name="T17" fmla="*/ 0 h 801"/>
                <a:gd name="T18" fmla="*/ 0 w 1330"/>
                <a:gd name="T19" fmla="*/ 0 h 801"/>
                <a:gd name="T20" fmla="*/ 0 w 1330"/>
                <a:gd name="T21" fmla="*/ 0 h 801"/>
                <a:gd name="T22" fmla="*/ 0 w 1330"/>
                <a:gd name="T23" fmla="*/ 0 h 801"/>
                <a:gd name="T24" fmla="*/ 0 w 1330"/>
                <a:gd name="T25" fmla="*/ 0 h 801"/>
                <a:gd name="T26" fmla="*/ 0 w 1330"/>
                <a:gd name="T27" fmla="*/ 1 h 801"/>
                <a:gd name="T28" fmla="*/ 0 w 1330"/>
                <a:gd name="T29" fmla="*/ 1 h 801"/>
                <a:gd name="T30" fmla="*/ 0 w 1330"/>
                <a:gd name="T31" fmla="*/ 1 h 801"/>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30"/>
                <a:gd name="T49" fmla="*/ 0 h 801"/>
                <a:gd name="T50" fmla="*/ 1330 w 1330"/>
                <a:gd name="T51" fmla="*/ 801 h 801"/>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30" h="801">
                  <a:moveTo>
                    <a:pt x="24" y="88"/>
                  </a:moveTo>
                  <a:lnTo>
                    <a:pt x="23" y="88"/>
                  </a:lnTo>
                  <a:lnTo>
                    <a:pt x="1286" y="801"/>
                  </a:lnTo>
                  <a:lnTo>
                    <a:pt x="1330" y="719"/>
                  </a:lnTo>
                  <a:lnTo>
                    <a:pt x="67" y="6"/>
                  </a:lnTo>
                  <a:lnTo>
                    <a:pt x="66" y="6"/>
                  </a:lnTo>
                  <a:lnTo>
                    <a:pt x="67" y="6"/>
                  </a:lnTo>
                  <a:lnTo>
                    <a:pt x="48" y="0"/>
                  </a:lnTo>
                  <a:lnTo>
                    <a:pt x="30" y="2"/>
                  </a:lnTo>
                  <a:lnTo>
                    <a:pt x="16" y="12"/>
                  </a:lnTo>
                  <a:lnTo>
                    <a:pt x="5" y="25"/>
                  </a:lnTo>
                  <a:lnTo>
                    <a:pt x="0" y="41"/>
                  </a:lnTo>
                  <a:lnTo>
                    <a:pt x="0" y="59"/>
                  </a:lnTo>
                  <a:lnTo>
                    <a:pt x="8" y="75"/>
                  </a:lnTo>
                  <a:lnTo>
                    <a:pt x="23" y="88"/>
                  </a:lnTo>
                  <a:lnTo>
                    <a:pt x="24"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3386" name="Freeform 40"/>
            <p:cNvSpPr>
              <a:spLocks/>
            </p:cNvSpPr>
            <p:nvPr/>
          </p:nvSpPr>
          <p:spPr bwMode="auto">
            <a:xfrm>
              <a:off x="1198" y="1439"/>
              <a:ext cx="161" cy="35"/>
            </a:xfrm>
            <a:custGeom>
              <a:avLst/>
              <a:gdLst>
                <a:gd name="T0" fmla="*/ 1 w 806"/>
                <a:gd name="T1" fmla="*/ 1 h 177"/>
                <a:gd name="T2" fmla="*/ 1 w 806"/>
                <a:gd name="T3" fmla="*/ 1 h 177"/>
                <a:gd name="T4" fmla="*/ 1 w 806"/>
                <a:gd name="T5" fmla="*/ 1 h 177"/>
                <a:gd name="T6" fmla="*/ 1 w 806"/>
                <a:gd name="T7" fmla="*/ 1 h 177"/>
                <a:gd name="T8" fmla="*/ 2 w 806"/>
                <a:gd name="T9" fmla="*/ 1 h 177"/>
                <a:gd name="T10" fmla="*/ 2 w 806"/>
                <a:gd name="T11" fmla="*/ 1 h 177"/>
                <a:gd name="T12" fmla="*/ 2 w 806"/>
                <a:gd name="T13" fmla="*/ 1 h 177"/>
                <a:gd name="T14" fmla="*/ 3 w 806"/>
                <a:gd name="T15" fmla="*/ 1 h 177"/>
                <a:gd name="T16" fmla="*/ 3 w 806"/>
                <a:gd name="T17" fmla="*/ 1 h 177"/>
                <a:gd name="T18" fmla="*/ 3 w 806"/>
                <a:gd name="T19" fmla="*/ 1 h 177"/>
                <a:gd name="T20" fmla="*/ 4 w 806"/>
                <a:gd name="T21" fmla="*/ 1 h 177"/>
                <a:gd name="T22" fmla="*/ 4 w 806"/>
                <a:gd name="T23" fmla="*/ 1 h 177"/>
                <a:gd name="T24" fmla="*/ 5 w 806"/>
                <a:gd name="T25" fmla="*/ 1 h 177"/>
                <a:gd name="T26" fmla="*/ 5 w 806"/>
                <a:gd name="T27" fmla="*/ 1 h 177"/>
                <a:gd name="T28" fmla="*/ 5 w 806"/>
                <a:gd name="T29" fmla="*/ 1 h 177"/>
                <a:gd name="T30" fmla="*/ 6 w 806"/>
                <a:gd name="T31" fmla="*/ 1 h 177"/>
                <a:gd name="T32" fmla="*/ 6 w 806"/>
                <a:gd name="T33" fmla="*/ 1 h 177"/>
                <a:gd name="T34" fmla="*/ 6 w 806"/>
                <a:gd name="T35" fmla="*/ 1 h 177"/>
                <a:gd name="T36" fmla="*/ 6 w 806"/>
                <a:gd name="T37" fmla="*/ 1 h 177"/>
                <a:gd name="T38" fmla="*/ 6 w 806"/>
                <a:gd name="T39" fmla="*/ 1 h 177"/>
                <a:gd name="T40" fmla="*/ 6 w 806"/>
                <a:gd name="T41" fmla="*/ 0 h 177"/>
                <a:gd name="T42" fmla="*/ 5 w 806"/>
                <a:gd name="T43" fmla="*/ 0 h 177"/>
                <a:gd name="T44" fmla="*/ 5 w 806"/>
                <a:gd name="T45" fmla="*/ 0 h 177"/>
                <a:gd name="T46" fmla="*/ 5 w 806"/>
                <a:gd name="T47" fmla="*/ 0 h 177"/>
                <a:gd name="T48" fmla="*/ 4 w 806"/>
                <a:gd name="T49" fmla="*/ 0 h 177"/>
                <a:gd name="T50" fmla="*/ 4 w 806"/>
                <a:gd name="T51" fmla="*/ 0 h 177"/>
                <a:gd name="T52" fmla="*/ 3 w 806"/>
                <a:gd name="T53" fmla="*/ 0 h 177"/>
                <a:gd name="T54" fmla="*/ 3 w 806"/>
                <a:gd name="T55" fmla="*/ 0 h 177"/>
                <a:gd name="T56" fmla="*/ 3 w 806"/>
                <a:gd name="T57" fmla="*/ 0 h 177"/>
                <a:gd name="T58" fmla="*/ 2 w 806"/>
                <a:gd name="T59" fmla="*/ 0 h 177"/>
                <a:gd name="T60" fmla="*/ 2 w 806"/>
                <a:gd name="T61" fmla="*/ 0 h 177"/>
                <a:gd name="T62" fmla="*/ 1 w 806"/>
                <a:gd name="T63" fmla="*/ 0 h 177"/>
                <a:gd name="T64" fmla="*/ 1 w 806"/>
                <a:gd name="T65" fmla="*/ 0 h 177"/>
                <a:gd name="T66" fmla="*/ 1 w 806"/>
                <a:gd name="T67" fmla="*/ 1 h 177"/>
                <a:gd name="T68" fmla="*/ 0 w 806"/>
                <a:gd name="T69" fmla="*/ 1 h 177"/>
                <a:gd name="T70" fmla="*/ 0 w 806"/>
                <a:gd name="T71" fmla="*/ 1 h 177"/>
                <a:gd name="T72" fmla="*/ 0 w 806"/>
                <a:gd name="T73" fmla="*/ 1 h 177"/>
                <a:gd name="T74" fmla="*/ 0 w 806"/>
                <a:gd name="T75" fmla="*/ 1 h 177"/>
                <a:gd name="T76" fmla="*/ 0 w 806"/>
                <a:gd name="T77" fmla="*/ 1 h 177"/>
                <a:gd name="T78" fmla="*/ 0 w 806"/>
                <a:gd name="T79" fmla="*/ 1 h 177"/>
                <a:gd name="T80" fmla="*/ 0 w 806"/>
                <a:gd name="T81" fmla="*/ 1 h 177"/>
                <a:gd name="T82" fmla="*/ 0 w 806"/>
                <a:gd name="T83" fmla="*/ 1 h 177"/>
                <a:gd name="T84" fmla="*/ 0 w 806"/>
                <a:gd name="T85" fmla="*/ 1 h 177"/>
                <a:gd name="T86" fmla="*/ 0 w 806"/>
                <a:gd name="T87" fmla="*/ 1 h 177"/>
                <a:gd name="T88" fmla="*/ 1 w 806"/>
                <a:gd name="T89" fmla="*/ 1 h 177"/>
                <a:gd name="T90" fmla="*/ 1 w 806"/>
                <a:gd name="T91" fmla="*/ 1 h 17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806"/>
                <a:gd name="T139" fmla="*/ 0 h 177"/>
                <a:gd name="T140" fmla="*/ 806 w 806"/>
                <a:gd name="T141" fmla="*/ 177 h 17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806" h="177">
                  <a:moveTo>
                    <a:pt x="67" y="171"/>
                  </a:moveTo>
                  <a:lnTo>
                    <a:pt x="68" y="171"/>
                  </a:lnTo>
                  <a:lnTo>
                    <a:pt x="109" y="151"/>
                  </a:lnTo>
                  <a:lnTo>
                    <a:pt x="151" y="135"/>
                  </a:lnTo>
                  <a:lnTo>
                    <a:pt x="196" y="122"/>
                  </a:lnTo>
                  <a:lnTo>
                    <a:pt x="242" y="110"/>
                  </a:lnTo>
                  <a:lnTo>
                    <a:pt x="287" y="102"/>
                  </a:lnTo>
                  <a:lnTo>
                    <a:pt x="335" y="97"/>
                  </a:lnTo>
                  <a:lnTo>
                    <a:pt x="382" y="95"/>
                  </a:lnTo>
                  <a:lnTo>
                    <a:pt x="430" y="94"/>
                  </a:lnTo>
                  <a:lnTo>
                    <a:pt x="477" y="97"/>
                  </a:lnTo>
                  <a:lnTo>
                    <a:pt x="524" y="102"/>
                  </a:lnTo>
                  <a:lnTo>
                    <a:pt x="568" y="108"/>
                  </a:lnTo>
                  <a:lnTo>
                    <a:pt x="612" y="117"/>
                  </a:lnTo>
                  <a:lnTo>
                    <a:pt x="654" y="128"/>
                  </a:lnTo>
                  <a:lnTo>
                    <a:pt x="693" y="141"/>
                  </a:lnTo>
                  <a:lnTo>
                    <a:pt x="730" y="155"/>
                  </a:lnTo>
                  <a:lnTo>
                    <a:pt x="764" y="171"/>
                  </a:lnTo>
                  <a:lnTo>
                    <a:pt x="806" y="89"/>
                  </a:lnTo>
                  <a:lnTo>
                    <a:pt x="768" y="70"/>
                  </a:lnTo>
                  <a:lnTo>
                    <a:pt x="725" y="54"/>
                  </a:lnTo>
                  <a:lnTo>
                    <a:pt x="680" y="39"/>
                  </a:lnTo>
                  <a:lnTo>
                    <a:pt x="633" y="26"/>
                  </a:lnTo>
                  <a:lnTo>
                    <a:pt x="585" y="16"/>
                  </a:lnTo>
                  <a:lnTo>
                    <a:pt x="536" y="8"/>
                  </a:lnTo>
                  <a:lnTo>
                    <a:pt x="484" y="3"/>
                  </a:lnTo>
                  <a:lnTo>
                    <a:pt x="433" y="0"/>
                  </a:lnTo>
                  <a:lnTo>
                    <a:pt x="380" y="1"/>
                  </a:lnTo>
                  <a:lnTo>
                    <a:pt x="328" y="3"/>
                  </a:lnTo>
                  <a:lnTo>
                    <a:pt x="276" y="10"/>
                  </a:lnTo>
                  <a:lnTo>
                    <a:pt x="223" y="19"/>
                  </a:lnTo>
                  <a:lnTo>
                    <a:pt x="172" y="30"/>
                  </a:lnTo>
                  <a:lnTo>
                    <a:pt x="121" y="46"/>
                  </a:lnTo>
                  <a:lnTo>
                    <a:pt x="72" y="67"/>
                  </a:lnTo>
                  <a:lnTo>
                    <a:pt x="24" y="89"/>
                  </a:lnTo>
                  <a:lnTo>
                    <a:pt x="25" y="89"/>
                  </a:lnTo>
                  <a:lnTo>
                    <a:pt x="24" y="89"/>
                  </a:lnTo>
                  <a:lnTo>
                    <a:pt x="8" y="102"/>
                  </a:lnTo>
                  <a:lnTo>
                    <a:pt x="0" y="118"/>
                  </a:lnTo>
                  <a:lnTo>
                    <a:pt x="0" y="136"/>
                  </a:lnTo>
                  <a:lnTo>
                    <a:pt x="6" y="152"/>
                  </a:lnTo>
                  <a:lnTo>
                    <a:pt x="17" y="165"/>
                  </a:lnTo>
                  <a:lnTo>
                    <a:pt x="31" y="175"/>
                  </a:lnTo>
                  <a:lnTo>
                    <a:pt x="48" y="177"/>
                  </a:lnTo>
                  <a:lnTo>
                    <a:pt x="68" y="171"/>
                  </a:lnTo>
                  <a:lnTo>
                    <a:pt x="67" y="1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3387" name="Freeform 41"/>
            <p:cNvSpPr>
              <a:spLocks/>
            </p:cNvSpPr>
            <p:nvPr/>
          </p:nvSpPr>
          <p:spPr bwMode="auto">
            <a:xfrm>
              <a:off x="931" y="1456"/>
              <a:ext cx="280" cy="158"/>
            </a:xfrm>
            <a:custGeom>
              <a:avLst/>
              <a:gdLst>
                <a:gd name="T0" fmla="*/ 1 w 1402"/>
                <a:gd name="T1" fmla="*/ 6 h 787"/>
                <a:gd name="T2" fmla="*/ 1 w 1402"/>
                <a:gd name="T3" fmla="*/ 6 h 787"/>
                <a:gd name="T4" fmla="*/ 11 w 1402"/>
                <a:gd name="T5" fmla="*/ 1 h 787"/>
                <a:gd name="T6" fmla="*/ 11 w 1402"/>
                <a:gd name="T7" fmla="*/ 0 h 787"/>
                <a:gd name="T8" fmla="*/ 0 w 1402"/>
                <a:gd name="T9" fmla="*/ 6 h 787"/>
                <a:gd name="T10" fmla="*/ 0 w 1402"/>
                <a:gd name="T11" fmla="*/ 6 h 787"/>
                <a:gd name="T12" fmla="*/ 0 w 1402"/>
                <a:gd name="T13" fmla="*/ 6 h 787"/>
                <a:gd name="T14" fmla="*/ 0 w 1402"/>
                <a:gd name="T15" fmla="*/ 6 h 787"/>
                <a:gd name="T16" fmla="*/ 0 w 1402"/>
                <a:gd name="T17" fmla="*/ 6 h 787"/>
                <a:gd name="T18" fmla="*/ 0 w 1402"/>
                <a:gd name="T19" fmla="*/ 6 h 787"/>
                <a:gd name="T20" fmla="*/ 0 w 1402"/>
                <a:gd name="T21" fmla="*/ 6 h 787"/>
                <a:gd name="T22" fmla="*/ 0 w 1402"/>
                <a:gd name="T23" fmla="*/ 6 h 787"/>
                <a:gd name="T24" fmla="*/ 0 w 1402"/>
                <a:gd name="T25" fmla="*/ 6 h 787"/>
                <a:gd name="T26" fmla="*/ 0 w 1402"/>
                <a:gd name="T27" fmla="*/ 6 h 787"/>
                <a:gd name="T28" fmla="*/ 1 w 1402"/>
                <a:gd name="T29" fmla="*/ 6 h 787"/>
                <a:gd name="T30" fmla="*/ 1 w 1402"/>
                <a:gd name="T31" fmla="*/ 6 h 78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02"/>
                <a:gd name="T49" fmla="*/ 0 h 787"/>
                <a:gd name="T50" fmla="*/ 1402 w 1402"/>
                <a:gd name="T51" fmla="*/ 787 h 78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02" h="787">
                  <a:moveTo>
                    <a:pt x="69" y="781"/>
                  </a:moveTo>
                  <a:lnTo>
                    <a:pt x="66" y="781"/>
                  </a:lnTo>
                  <a:lnTo>
                    <a:pt x="1402" y="82"/>
                  </a:lnTo>
                  <a:lnTo>
                    <a:pt x="1360" y="0"/>
                  </a:lnTo>
                  <a:lnTo>
                    <a:pt x="24" y="699"/>
                  </a:lnTo>
                  <a:lnTo>
                    <a:pt x="22" y="699"/>
                  </a:lnTo>
                  <a:lnTo>
                    <a:pt x="24" y="699"/>
                  </a:lnTo>
                  <a:lnTo>
                    <a:pt x="8" y="712"/>
                  </a:lnTo>
                  <a:lnTo>
                    <a:pt x="1" y="727"/>
                  </a:lnTo>
                  <a:lnTo>
                    <a:pt x="0" y="744"/>
                  </a:lnTo>
                  <a:lnTo>
                    <a:pt x="5" y="761"/>
                  </a:lnTo>
                  <a:lnTo>
                    <a:pt x="15" y="775"/>
                  </a:lnTo>
                  <a:lnTo>
                    <a:pt x="30" y="784"/>
                  </a:lnTo>
                  <a:lnTo>
                    <a:pt x="46" y="787"/>
                  </a:lnTo>
                  <a:lnTo>
                    <a:pt x="66" y="781"/>
                  </a:lnTo>
                  <a:lnTo>
                    <a:pt x="69" y="7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3388" name="Freeform 42"/>
            <p:cNvSpPr>
              <a:spLocks/>
            </p:cNvSpPr>
            <p:nvPr/>
          </p:nvSpPr>
          <p:spPr bwMode="auto">
            <a:xfrm>
              <a:off x="868" y="1596"/>
              <a:ext cx="77" cy="126"/>
            </a:xfrm>
            <a:custGeom>
              <a:avLst/>
              <a:gdLst>
                <a:gd name="T0" fmla="*/ 1 w 382"/>
                <a:gd name="T1" fmla="*/ 5 h 628"/>
                <a:gd name="T2" fmla="*/ 1 w 382"/>
                <a:gd name="T3" fmla="*/ 5 h 628"/>
                <a:gd name="T4" fmla="*/ 1 w 382"/>
                <a:gd name="T5" fmla="*/ 4 h 628"/>
                <a:gd name="T6" fmla="*/ 1 w 382"/>
                <a:gd name="T7" fmla="*/ 4 h 628"/>
                <a:gd name="T8" fmla="*/ 1 w 382"/>
                <a:gd name="T9" fmla="*/ 4 h 628"/>
                <a:gd name="T10" fmla="*/ 1 w 382"/>
                <a:gd name="T11" fmla="*/ 3 h 628"/>
                <a:gd name="T12" fmla="*/ 1 w 382"/>
                <a:gd name="T13" fmla="*/ 3 h 628"/>
                <a:gd name="T14" fmla="*/ 1 w 382"/>
                <a:gd name="T15" fmla="*/ 3 h 628"/>
                <a:gd name="T16" fmla="*/ 1 w 382"/>
                <a:gd name="T17" fmla="*/ 3 h 628"/>
                <a:gd name="T18" fmla="*/ 1 w 382"/>
                <a:gd name="T19" fmla="*/ 2 h 628"/>
                <a:gd name="T20" fmla="*/ 2 w 382"/>
                <a:gd name="T21" fmla="*/ 2 h 628"/>
                <a:gd name="T22" fmla="*/ 2 w 382"/>
                <a:gd name="T23" fmla="*/ 2 h 628"/>
                <a:gd name="T24" fmla="*/ 2 w 382"/>
                <a:gd name="T25" fmla="*/ 2 h 628"/>
                <a:gd name="T26" fmla="*/ 2 w 382"/>
                <a:gd name="T27" fmla="*/ 1 h 628"/>
                <a:gd name="T28" fmla="*/ 2 w 382"/>
                <a:gd name="T29" fmla="*/ 1 h 628"/>
                <a:gd name="T30" fmla="*/ 3 w 382"/>
                <a:gd name="T31" fmla="*/ 1 h 628"/>
                <a:gd name="T32" fmla="*/ 3 w 382"/>
                <a:gd name="T33" fmla="*/ 1 h 628"/>
                <a:gd name="T34" fmla="*/ 3 w 382"/>
                <a:gd name="T35" fmla="*/ 1 h 628"/>
                <a:gd name="T36" fmla="*/ 3 w 382"/>
                <a:gd name="T37" fmla="*/ 0 h 628"/>
                <a:gd name="T38" fmla="*/ 2 w 382"/>
                <a:gd name="T39" fmla="*/ 0 h 628"/>
                <a:gd name="T40" fmla="*/ 2 w 382"/>
                <a:gd name="T41" fmla="*/ 0 h 628"/>
                <a:gd name="T42" fmla="*/ 2 w 382"/>
                <a:gd name="T43" fmla="*/ 1 h 628"/>
                <a:gd name="T44" fmla="*/ 2 w 382"/>
                <a:gd name="T45" fmla="*/ 1 h 628"/>
                <a:gd name="T46" fmla="*/ 1 w 382"/>
                <a:gd name="T47" fmla="*/ 1 h 628"/>
                <a:gd name="T48" fmla="*/ 1 w 382"/>
                <a:gd name="T49" fmla="*/ 1 h 628"/>
                <a:gd name="T50" fmla="*/ 1 w 382"/>
                <a:gd name="T51" fmla="*/ 2 h 628"/>
                <a:gd name="T52" fmla="*/ 1 w 382"/>
                <a:gd name="T53" fmla="*/ 2 h 628"/>
                <a:gd name="T54" fmla="*/ 1 w 382"/>
                <a:gd name="T55" fmla="*/ 2 h 628"/>
                <a:gd name="T56" fmla="*/ 0 w 382"/>
                <a:gd name="T57" fmla="*/ 3 h 628"/>
                <a:gd name="T58" fmla="*/ 0 w 382"/>
                <a:gd name="T59" fmla="*/ 3 h 628"/>
                <a:gd name="T60" fmla="*/ 0 w 382"/>
                <a:gd name="T61" fmla="*/ 3 h 628"/>
                <a:gd name="T62" fmla="*/ 0 w 382"/>
                <a:gd name="T63" fmla="*/ 4 h 628"/>
                <a:gd name="T64" fmla="*/ 0 w 382"/>
                <a:gd name="T65" fmla="*/ 4 h 628"/>
                <a:gd name="T66" fmla="*/ 0 w 382"/>
                <a:gd name="T67" fmla="*/ 4 h 628"/>
                <a:gd name="T68" fmla="*/ 0 w 382"/>
                <a:gd name="T69" fmla="*/ 5 h 628"/>
                <a:gd name="T70" fmla="*/ 0 w 382"/>
                <a:gd name="T71" fmla="*/ 5 h 628"/>
                <a:gd name="T72" fmla="*/ 0 w 382"/>
                <a:gd name="T73" fmla="*/ 5 h 628"/>
                <a:gd name="T74" fmla="*/ 0 w 382"/>
                <a:gd name="T75" fmla="*/ 5 h 628"/>
                <a:gd name="T76" fmla="*/ 0 w 382"/>
                <a:gd name="T77" fmla="*/ 5 h 628"/>
                <a:gd name="T78" fmla="*/ 0 w 382"/>
                <a:gd name="T79" fmla="*/ 5 h 628"/>
                <a:gd name="T80" fmla="*/ 0 w 382"/>
                <a:gd name="T81" fmla="*/ 5 h 628"/>
                <a:gd name="T82" fmla="*/ 1 w 382"/>
                <a:gd name="T83" fmla="*/ 5 h 628"/>
                <a:gd name="T84" fmla="*/ 1 w 382"/>
                <a:gd name="T85" fmla="*/ 5 h 628"/>
                <a:gd name="T86" fmla="*/ 1 w 382"/>
                <a:gd name="T87" fmla="*/ 5 h 628"/>
                <a:gd name="T88" fmla="*/ 1 w 382"/>
                <a:gd name="T89" fmla="*/ 5 h 628"/>
                <a:gd name="T90" fmla="*/ 1 w 382"/>
                <a:gd name="T91" fmla="*/ 5 h 628"/>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382"/>
                <a:gd name="T139" fmla="*/ 0 h 628"/>
                <a:gd name="T140" fmla="*/ 382 w 382"/>
                <a:gd name="T141" fmla="*/ 628 h 628"/>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382" h="628">
                  <a:moveTo>
                    <a:pt x="94" y="581"/>
                  </a:moveTo>
                  <a:lnTo>
                    <a:pt x="94" y="582"/>
                  </a:lnTo>
                  <a:lnTo>
                    <a:pt x="96" y="541"/>
                  </a:lnTo>
                  <a:lnTo>
                    <a:pt x="99" y="500"/>
                  </a:lnTo>
                  <a:lnTo>
                    <a:pt x="106" y="463"/>
                  </a:lnTo>
                  <a:lnTo>
                    <a:pt x="115" y="424"/>
                  </a:lnTo>
                  <a:lnTo>
                    <a:pt x="127" y="389"/>
                  </a:lnTo>
                  <a:lnTo>
                    <a:pt x="140" y="353"/>
                  </a:lnTo>
                  <a:lnTo>
                    <a:pt x="156" y="320"/>
                  </a:lnTo>
                  <a:lnTo>
                    <a:pt x="173" y="287"/>
                  </a:lnTo>
                  <a:lnTo>
                    <a:pt x="193" y="255"/>
                  </a:lnTo>
                  <a:lnTo>
                    <a:pt x="214" y="226"/>
                  </a:lnTo>
                  <a:lnTo>
                    <a:pt x="238" y="198"/>
                  </a:lnTo>
                  <a:lnTo>
                    <a:pt x="263" y="172"/>
                  </a:lnTo>
                  <a:lnTo>
                    <a:pt x="290" y="146"/>
                  </a:lnTo>
                  <a:lnTo>
                    <a:pt x="318" y="122"/>
                  </a:lnTo>
                  <a:lnTo>
                    <a:pt x="349" y="101"/>
                  </a:lnTo>
                  <a:lnTo>
                    <a:pt x="382" y="82"/>
                  </a:lnTo>
                  <a:lnTo>
                    <a:pt x="335" y="0"/>
                  </a:lnTo>
                  <a:lnTo>
                    <a:pt x="297" y="23"/>
                  </a:lnTo>
                  <a:lnTo>
                    <a:pt x="262" y="49"/>
                  </a:lnTo>
                  <a:lnTo>
                    <a:pt x="229" y="76"/>
                  </a:lnTo>
                  <a:lnTo>
                    <a:pt x="198" y="104"/>
                  </a:lnTo>
                  <a:lnTo>
                    <a:pt x="167" y="137"/>
                  </a:lnTo>
                  <a:lnTo>
                    <a:pt x="142" y="170"/>
                  </a:lnTo>
                  <a:lnTo>
                    <a:pt x="116" y="204"/>
                  </a:lnTo>
                  <a:lnTo>
                    <a:pt x="94" y="240"/>
                  </a:lnTo>
                  <a:lnTo>
                    <a:pt x="74" y="278"/>
                  </a:lnTo>
                  <a:lnTo>
                    <a:pt x="54" y="317"/>
                  </a:lnTo>
                  <a:lnTo>
                    <a:pt x="38" y="359"/>
                  </a:lnTo>
                  <a:lnTo>
                    <a:pt x="26" y="401"/>
                  </a:lnTo>
                  <a:lnTo>
                    <a:pt x="15" y="444"/>
                  </a:lnTo>
                  <a:lnTo>
                    <a:pt x="8" y="489"/>
                  </a:lnTo>
                  <a:lnTo>
                    <a:pt x="2" y="534"/>
                  </a:lnTo>
                  <a:lnTo>
                    <a:pt x="0" y="580"/>
                  </a:lnTo>
                  <a:lnTo>
                    <a:pt x="0" y="581"/>
                  </a:lnTo>
                  <a:lnTo>
                    <a:pt x="0" y="580"/>
                  </a:lnTo>
                  <a:lnTo>
                    <a:pt x="3" y="600"/>
                  </a:lnTo>
                  <a:lnTo>
                    <a:pt x="14" y="615"/>
                  </a:lnTo>
                  <a:lnTo>
                    <a:pt x="29" y="625"/>
                  </a:lnTo>
                  <a:lnTo>
                    <a:pt x="45" y="628"/>
                  </a:lnTo>
                  <a:lnTo>
                    <a:pt x="63" y="626"/>
                  </a:lnTo>
                  <a:lnTo>
                    <a:pt x="78" y="616"/>
                  </a:lnTo>
                  <a:lnTo>
                    <a:pt x="89" y="602"/>
                  </a:lnTo>
                  <a:lnTo>
                    <a:pt x="94" y="582"/>
                  </a:lnTo>
                  <a:lnTo>
                    <a:pt x="94" y="5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3389" name="Freeform 43"/>
            <p:cNvSpPr>
              <a:spLocks/>
            </p:cNvSpPr>
            <p:nvPr/>
          </p:nvSpPr>
          <p:spPr bwMode="auto">
            <a:xfrm>
              <a:off x="868" y="1712"/>
              <a:ext cx="19" cy="364"/>
            </a:xfrm>
            <a:custGeom>
              <a:avLst/>
              <a:gdLst>
                <a:gd name="T0" fmla="*/ 1 w 94"/>
                <a:gd name="T1" fmla="*/ 14 h 1818"/>
                <a:gd name="T2" fmla="*/ 1 w 94"/>
                <a:gd name="T3" fmla="*/ 14 h 1818"/>
                <a:gd name="T4" fmla="*/ 1 w 94"/>
                <a:gd name="T5" fmla="*/ 0 h 1818"/>
                <a:gd name="T6" fmla="*/ 0 w 94"/>
                <a:gd name="T7" fmla="*/ 0 h 1818"/>
                <a:gd name="T8" fmla="*/ 0 w 94"/>
                <a:gd name="T9" fmla="*/ 14 h 1818"/>
                <a:gd name="T10" fmla="*/ 0 w 94"/>
                <a:gd name="T11" fmla="*/ 14 h 1818"/>
                <a:gd name="T12" fmla="*/ 0 w 94"/>
                <a:gd name="T13" fmla="*/ 14 h 1818"/>
                <a:gd name="T14" fmla="*/ 0 w 94"/>
                <a:gd name="T15" fmla="*/ 14 h 1818"/>
                <a:gd name="T16" fmla="*/ 0 w 94"/>
                <a:gd name="T17" fmla="*/ 14 h 1818"/>
                <a:gd name="T18" fmla="*/ 0 w 94"/>
                <a:gd name="T19" fmla="*/ 15 h 1818"/>
                <a:gd name="T20" fmla="*/ 0 w 94"/>
                <a:gd name="T21" fmla="*/ 15 h 1818"/>
                <a:gd name="T22" fmla="*/ 1 w 94"/>
                <a:gd name="T23" fmla="*/ 15 h 1818"/>
                <a:gd name="T24" fmla="*/ 1 w 94"/>
                <a:gd name="T25" fmla="*/ 14 h 1818"/>
                <a:gd name="T26" fmla="*/ 1 w 94"/>
                <a:gd name="T27" fmla="*/ 14 h 1818"/>
                <a:gd name="T28" fmla="*/ 1 w 94"/>
                <a:gd name="T29" fmla="*/ 14 h 1818"/>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94"/>
                <a:gd name="T46" fmla="*/ 0 h 1818"/>
                <a:gd name="T47" fmla="*/ 94 w 94"/>
                <a:gd name="T48" fmla="*/ 1818 h 1818"/>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94" h="1818">
                  <a:moveTo>
                    <a:pt x="94" y="1771"/>
                  </a:moveTo>
                  <a:lnTo>
                    <a:pt x="94" y="1771"/>
                  </a:lnTo>
                  <a:lnTo>
                    <a:pt x="94" y="0"/>
                  </a:lnTo>
                  <a:lnTo>
                    <a:pt x="0" y="0"/>
                  </a:lnTo>
                  <a:lnTo>
                    <a:pt x="0" y="1771"/>
                  </a:lnTo>
                  <a:lnTo>
                    <a:pt x="3" y="1791"/>
                  </a:lnTo>
                  <a:lnTo>
                    <a:pt x="15" y="1806"/>
                  </a:lnTo>
                  <a:lnTo>
                    <a:pt x="29" y="1814"/>
                  </a:lnTo>
                  <a:lnTo>
                    <a:pt x="47" y="1818"/>
                  </a:lnTo>
                  <a:lnTo>
                    <a:pt x="64" y="1814"/>
                  </a:lnTo>
                  <a:lnTo>
                    <a:pt x="79" y="1806"/>
                  </a:lnTo>
                  <a:lnTo>
                    <a:pt x="90" y="1791"/>
                  </a:lnTo>
                  <a:lnTo>
                    <a:pt x="94" y="17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3390" name="Freeform 44"/>
            <p:cNvSpPr>
              <a:spLocks/>
            </p:cNvSpPr>
            <p:nvPr/>
          </p:nvSpPr>
          <p:spPr bwMode="auto">
            <a:xfrm>
              <a:off x="868" y="2067"/>
              <a:ext cx="90" cy="160"/>
            </a:xfrm>
            <a:custGeom>
              <a:avLst/>
              <a:gdLst>
                <a:gd name="T0" fmla="*/ 3 w 449"/>
                <a:gd name="T1" fmla="*/ 6 h 803"/>
                <a:gd name="T2" fmla="*/ 3 w 449"/>
                <a:gd name="T3" fmla="*/ 6 h 803"/>
                <a:gd name="T4" fmla="*/ 3 w 449"/>
                <a:gd name="T5" fmla="*/ 5 h 803"/>
                <a:gd name="T6" fmla="*/ 3 w 449"/>
                <a:gd name="T7" fmla="*/ 5 h 803"/>
                <a:gd name="T8" fmla="*/ 3 w 449"/>
                <a:gd name="T9" fmla="*/ 5 h 803"/>
                <a:gd name="T10" fmla="*/ 2 w 449"/>
                <a:gd name="T11" fmla="*/ 5 h 803"/>
                <a:gd name="T12" fmla="*/ 2 w 449"/>
                <a:gd name="T13" fmla="*/ 4 h 803"/>
                <a:gd name="T14" fmla="*/ 2 w 449"/>
                <a:gd name="T15" fmla="*/ 4 h 803"/>
                <a:gd name="T16" fmla="*/ 2 w 449"/>
                <a:gd name="T17" fmla="*/ 4 h 803"/>
                <a:gd name="T18" fmla="*/ 2 w 449"/>
                <a:gd name="T19" fmla="*/ 3 h 803"/>
                <a:gd name="T20" fmla="*/ 1 w 449"/>
                <a:gd name="T21" fmla="*/ 3 h 803"/>
                <a:gd name="T22" fmla="*/ 1 w 449"/>
                <a:gd name="T23" fmla="*/ 2 h 803"/>
                <a:gd name="T24" fmla="*/ 1 w 449"/>
                <a:gd name="T25" fmla="*/ 2 h 803"/>
                <a:gd name="T26" fmla="*/ 1 w 449"/>
                <a:gd name="T27" fmla="*/ 2 h 803"/>
                <a:gd name="T28" fmla="*/ 1 w 449"/>
                <a:gd name="T29" fmla="*/ 1 h 803"/>
                <a:gd name="T30" fmla="*/ 1 w 449"/>
                <a:gd name="T31" fmla="*/ 1 h 803"/>
                <a:gd name="T32" fmla="*/ 1 w 449"/>
                <a:gd name="T33" fmla="*/ 0 h 803"/>
                <a:gd name="T34" fmla="*/ 1 w 449"/>
                <a:gd name="T35" fmla="*/ 0 h 803"/>
                <a:gd name="T36" fmla="*/ 0 w 449"/>
                <a:gd name="T37" fmla="*/ 0 h 803"/>
                <a:gd name="T38" fmla="*/ 0 w 449"/>
                <a:gd name="T39" fmla="*/ 0 h 803"/>
                <a:gd name="T40" fmla="*/ 0 w 449"/>
                <a:gd name="T41" fmla="*/ 1 h 803"/>
                <a:gd name="T42" fmla="*/ 0 w 449"/>
                <a:gd name="T43" fmla="*/ 1 h 803"/>
                <a:gd name="T44" fmla="*/ 0 w 449"/>
                <a:gd name="T45" fmla="*/ 2 h 803"/>
                <a:gd name="T46" fmla="*/ 0 w 449"/>
                <a:gd name="T47" fmla="*/ 2 h 803"/>
                <a:gd name="T48" fmla="*/ 0 w 449"/>
                <a:gd name="T49" fmla="*/ 3 h 803"/>
                <a:gd name="T50" fmla="*/ 1 w 449"/>
                <a:gd name="T51" fmla="*/ 3 h 803"/>
                <a:gd name="T52" fmla="*/ 1 w 449"/>
                <a:gd name="T53" fmla="*/ 4 h 803"/>
                <a:gd name="T54" fmla="*/ 1 w 449"/>
                <a:gd name="T55" fmla="*/ 4 h 803"/>
                <a:gd name="T56" fmla="*/ 1 w 449"/>
                <a:gd name="T57" fmla="*/ 4 h 803"/>
                <a:gd name="T58" fmla="*/ 2 w 449"/>
                <a:gd name="T59" fmla="*/ 5 h 803"/>
                <a:gd name="T60" fmla="*/ 2 w 449"/>
                <a:gd name="T61" fmla="*/ 5 h 803"/>
                <a:gd name="T62" fmla="*/ 2 w 449"/>
                <a:gd name="T63" fmla="*/ 5 h 803"/>
                <a:gd name="T64" fmla="*/ 2 w 449"/>
                <a:gd name="T65" fmla="*/ 6 h 803"/>
                <a:gd name="T66" fmla="*/ 3 w 449"/>
                <a:gd name="T67" fmla="*/ 6 h 803"/>
                <a:gd name="T68" fmla="*/ 3 w 449"/>
                <a:gd name="T69" fmla="*/ 6 h 803"/>
                <a:gd name="T70" fmla="*/ 3 w 449"/>
                <a:gd name="T71" fmla="*/ 6 h 803"/>
                <a:gd name="T72" fmla="*/ 3 w 449"/>
                <a:gd name="T73" fmla="*/ 6 h 803"/>
                <a:gd name="T74" fmla="*/ 3 w 449"/>
                <a:gd name="T75" fmla="*/ 6 h 803"/>
                <a:gd name="T76" fmla="*/ 3 w 449"/>
                <a:gd name="T77" fmla="*/ 6 h 803"/>
                <a:gd name="T78" fmla="*/ 3 w 449"/>
                <a:gd name="T79" fmla="*/ 6 h 803"/>
                <a:gd name="T80" fmla="*/ 4 w 449"/>
                <a:gd name="T81" fmla="*/ 6 h 803"/>
                <a:gd name="T82" fmla="*/ 4 w 449"/>
                <a:gd name="T83" fmla="*/ 6 h 803"/>
                <a:gd name="T84" fmla="*/ 4 w 449"/>
                <a:gd name="T85" fmla="*/ 6 h 803"/>
                <a:gd name="T86" fmla="*/ 4 w 449"/>
                <a:gd name="T87" fmla="*/ 6 h 803"/>
                <a:gd name="T88" fmla="*/ 3 w 449"/>
                <a:gd name="T89" fmla="*/ 6 h 803"/>
                <a:gd name="T90" fmla="*/ 3 w 449"/>
                <a:gd name="T91" fmla="*/ 6 h 80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449"/>
                <a:gd name="T139" fmla="*/ 0 h 803"/>
                <a:gd name="T140" fmla="*/ 449 w 449"/>
                <a:gd name="T141" fmla="*/ 803 h 80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449" h="803">
                  <a:moveTo>
                    <a:pt x="426" y="717"/>
                  </a:moveTo>
                  <a:lnTo>
                    <a:pt x="427" y="717"/>
                  </a:lnTo>
                  <a:lnTo>
                    <a:pt x="395" y="693"/>
                  </a:lnTo>
                  <a:lnTo>
                    <a:pt x="361" y="662"/>
                  </a:lnTo>
                  <a:lnTo>
                    <a:pt x="329" y="628"/>
                  </a:lnTo>
                  <a:lnTo>
                    <a:pt x="299" y="591"/>
                  </a:lnTo>
                  <a:lnTo>
                    <a:pt x="269" y="551"/>
                  </a:lnTo>
                  <a:lnTo>
                    <a:pt x="241" y="507"/>
                  </a:lnTo>
                  <a:lnTo>
                    <a:pt x="215" y="460"/>
                  </a:lnTo>
                  <a:lnTo>
                    <a:pt x="191" y="412"/>
                  </a:lnTo>
                  <a:lnTo>
                    <a:pt x="170" y="363"/>
                  </a:lnTo>
                  <a:lnTo>
                    <a:pt x="151" y="312"/>
                  </a:lnTo>
                  <a:lnTo>
                    <a:pt x="133" y="259"/>
                  </a:lnTo>
                  <a:lnTo>
                    <a:pt x="119" y="207"/>
                  </a:lnTo>
                  <a:lnTo>
                    <a:pt x="108" y="156"/>
                  </a:lnTo>
                  <a:lnTo>
                    <a:pt x="101" y="103"/>
                  </a:lnTo>
                  <a:lnTo>
                    <a:pt x="96" y="51"/>
                  </a:lnTo>
                  <a:lnTo>
                    <a:pt x="94" y="0"/>
                  </a:lnTo>
                  <a:lnTo>
                    <a:pt x="0" y="0"/>
                  </a:lnTo>
                  <a:lnTo>
                    <a:pt x="2" y="56"/>
                  </a:lnTo>
                  <a:lnTo>
                    <a:pt x="7" y="115"/>
                  </a:lnTo>
                  <a:lnTo>
                    <a:pt x="16" y="172"/>
                  </a:lnTo>
                  <a:lnTo>
                    <a:pt x="28" y="231"/>
                  </a:lnTo>
                  <a:lnTo>
                    <a:pt x="44" y="287"/>
                  </a:lnTo>
                  <a:lnTo>
                    <a:pt x="62" y="342"/>
                  </a:lnTo>
                  <a:lnTo>
                    <a:pt x="83" y="398"/>
                  </a:lnTo>
                  <a:lnTo>
                    <a:pt x="106" y="452"/>
                  </a:lnTo>
                  <a:lnTo>
                    <a:pt x="133" y="505"/>
                  </a:lnTo>
                  <a:lnTo>
                    <a:pt x="161" y="554"/>
                  </a:lnTo>
                  <a:lnTo>
                    <a:pt x="192" y="602"/>
                  </a:lnTo>
                  <a:lnTo>
                    <a:pt x="224" y="647"/>
                  </a:lnTo>
                  <a:lnTo>
                    <a:pt x="259" y="689"/>
                  </a:lnTo>
                  <a:lnTo>
                    <a:pt x="295" y="728"/>
                  </a:lnTo>
                  <a:lnTo>
                    <a:pt x="334" y="763"/>
                  </a:lnTo>
                  <a:lnTo>
                    <a:pt x="374" y="795"/>
                  </a:lnTo>
                  <a:lnTo>
                    <a:pt x="375" y="795"/>
                  </a:lnTo>
                  <a:lnTo>
                    <a:pt x="374" y="795"/>
                  </a:lnTo>
                  <a:lnTo>
                    <a:pt x="392" y="803"/>
                  </a:lnTo>
                  <a:lnTo>
                    <a:pt x="411" y="803"/>
                  </a:lnTo>
                  <a:lnTo>
                    <a:pt x="426" y="795"/>
                  </a:lnTo>
                  <a:lnTo>
                    <a:pt x="439" y="782"/>
                  </a:lnTo>
                  <a:lnTo>
                    <a:pt x="446" y="766"/>
                  </a:lnTo>
                  <a:lnTo>
                    <a:pt x="449" y="749"/>
                  </a:lnTo>
                  <a:lnTo>
                    <a:pt x="441" y="732"/>
                  </a:lnTo>
                  <a:lnTo>
                    <a:pt x="427" y="717"/>
                  </a:lnTo>
                  <a:lnTo>
                    <a:pt x="426" y="71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3391" name="Freeform 45"/>
            <p:cNvSpPr>
              <a:spLocks/>
            </p:cNvSpPr>
            <p:nvPr/>
          </p:nvSpPr>
          <p:spPr bwMode="auto">
            <a:xfrm>
              <a:off x="883" y="1673"/>
              <a:ext cx="379" cy="690"/>
            </a:xfrm>
            <a:custGeom>
              <a:avLst/>
              <a:gdLst>
                <a:gd name="T0" fmla="*/ 12 w 1897"/>
                <a:gd name="T1" fmla="*/ 6 h 3450"/>
                <a:gd name="T2" fmla="*/ 13 w 1897"/>
                <a:gd name="T3" fmla="*/ 7 h 3450"/>
                <a:gd name="T4" fmla="*/ 13 w 1897"/>
                <a:gd name="T5" fmla="*/ 7 h 3450"/>
                <a:gd name="T6" fmla="*/ 14 w 1897"/>
                <a:gd name="T7" fmla="*/ 8 h 3450"/>
                <a:gd name="T8" fmla="*/ 14 w 1897"/>
                <a:gd name="T9" fmla="*/ 9 h 3450"/>
                <a:gd name="T10" fmla="*/ 15 w 1897"/>
                <a:gd name="T11" fmla="*/ 10 h 3450"/>
                <a:gd name="T12" fmla="*/ 15 w 1897"/>
                <a:gd name="T13" fmla="*/ 11 h 3450"/>
                <a:gd name="T14" fmla="*/ 15 w 1897"/>
                <a:gd name="T15" fmla="*/ 11 h 3450"/>
                <a:gd name="T16" fmla="*/ 15 w 1897"/>
                <a:gd name="T17" fmla="*/ 12 h 3450"/>
                <a:gd name="T18" fmla="*/ 15 w 1897"/>
                <a:gd name="T19" fmla="*/ 26 h 3450"/>
                <a:gd name="T20" fmla="*/ 15 w 1897"/>
                <a:gd name="T21" fmla="*/ 26 h 3450"/>
                <a:gd name="T22" fmla="*/ 15 w 1897"/>
                <a:gd name="T23" fmla="*/ 27 h 3450"/>
                <a:gd name="T24" fmla="*/ 15 w 1897"/>
                <a:gd name="T25" fmla="*/ 27 h 3450"/>
                <a:gd name="T26" fmla="*/ 14 w 1897"/>
                <a:gd name="T27" fmla="*/ 27 h 3450"/>
                <a:gd name="T28" fmla="*/ 14 w 1897"/>
                <a:gd name="T29" fmla="*/ 28 h 3450"/>
                <a:gd name="T30" fmla="*/ 13 w 1897"/>
                <a:gd name="T31" fmla="*/ 28 h 3450"/>
                <a:gd name="T32" fmla="*/ 13 w 1897"/>
                <a:gd name="T33" fmla="*/ 27 h 3450"/>
                <a:gd name="T34" fmla="*/ 3 w 1897"/>
                <a:gd name="T35" fmla="*/ 21 h 3450"/>
                <a:gd name="T36" fmla="*/ 2 w 1897"/>
                <a:gd name="T37" fmla="*/ 21 h 3450"/>
                <a:gd name="T38" fmla="*/ 2 w 1897"/>
                <a:gd name="T39" fmla="*/ 20 h 3450"/>
                <a:gd name="T40" fmla="*/ 1 w 1897"/>
                <a:gd name="T41" fmla="*/ 19 h 3450"/>
                <a:gd name="T42" fmla="*/ 1 w 1897"/>
                <a:gd name="T43" fmla="*/ 19 h 3450"/>
                <a:gd name="T44" fmla="*/ 0 w 1897"/>
                <a:gd name="T45" fmla="*/ 18 h 3450"/>
                <a:gd name="T46" fmla="*/ 0 w 1897"/>
                <a:gd name="T47" fmla="*/ 17 h 3450"/>
                <a:gd name="T48" fmla="*/ 0 w 1897"/>
                <a:gd name="T49" fmla="*/ 16 h 3450"/>
                <a:gd name="T50" fmla="*/ 0 w 1897"/>
                <a:gd name="T51" fmla="*/ 15 h 3450"/>
                <a:gd name="T52" fmla="*/ 0 w 1897"/>
                <a:gd name="T53" fmla="*/ 2 h 3450"/>
                <a:gd name="T54" fmla="*/ 0 w 1897"/>
                <a:gd name="T55" fmla="*/ 1 h 3450"/>
                <a:gd name="T56" fmla="*/ 0 w 1897"/>
                <a:gd name="T57" fmla="*/ 1 h 3450"/>
                <a:gd name="T58" fmla="*/ 1 w 1897"/>
                <a:gd name="T59" fmla="*/ 0 h 3450"/>
                <a:gd name="T60" fmla="*/ 1 w 1897"/>
                <a:gd name="T61" fmla="*/ 0 h 3450"/>
                <a:gd name="T62" fmla="*/ 1 w 1897"/>
                <a:gd name="T63" fmla="*/ 0 h 3450"/>
                <a:gd name="T64" fmla="*/ 2 w 1897"/>
                <a:gd name="T65" fmla="*/ 0 h 3450"/>
                <a:gd name="T66" fmla="*/ 3 w 1897"/>
                <a:gd name="T67" fmla="*/ 0 h 3450"/>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897"/>
                <a:gd name="T103" fmla="*/ 0 h 3450"/>
                <a:gd name="T104" fmla="*/ 1897 w 1897"/>
                <a:gd name="T105" fmla="*/ 3450 h 3450"/>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897" h="3450">
                  <a:moveTo>
                    <a:pt x="357" y="49"/>
                  </a:moveTo>
                  <a:lnTo>
                    <a:pt x="1542" y="806"/>
                  </a:lnTo>
                  <a:lnTo>
                    <a:pt x="1579" y="832"/>
                  </a:lnTo>
                  <a:lnTo>
                    <a:pt x="1614" y="861"/>
                  </a:lnTo>
                  <a:lnTo>
                    <a:pt x="1648" y="895"/>
                  </a:lnTo>
                  <a:lnTo>
                    <a:pt x="1681" y="933"/>
                  </a:lnTo>
                  <a:lnTo>
                    <a:pt x="1711" y="973"/>
                  </a:lnTo>
                  <a:lnTo>
                    <a:pt x="1740" y="1016"/>
                  </a:lnTo>
                  <a:lnTo>
                    <a:pt x="1768" y="1062"/>
                  </a:lnTo>
                  <a:lnTo>
                    <a:pt x="1793" y="1109"/>
                  </a:lnTo>
                  <a:lnTo>
                    <a:pt x="1816" y="1158"/>
                  </a:lnTo>
                  <a:lnTo>
                    <a:pt x="1836" y="1208"/>
                  </a:lnTo>
                  <a:lnTo>
                    <a:pt x="1854" y="1260"/>
                  </a:lnTo>
                  <a:lnTo>
                    <a:pt x="1869" y="1313"/>
                  </a:lnTo>
                  <a:lnTo>
                    <a:pt x="1881" y="1364"/>
                  </a:lnTo>
                  <a:lnTo>
                    <a:pt x="1890" y="1417"/>
                  </a:lnTo>
                  <a:lnTo>
                    <a:pt x="1895" y="1469"/>
                  </a:lnTo>
                  <a:lnTo>
                    <a:pt x="1897" y="1519"/>
                  </a:lnTo>
                  <a:lnTo>
                    <a:pt x="1897" y="3142"/>
                  </a:lnTo>
                  <a:lnTo>
                    <a:pt x="1895" y="3190"/>
                  </a:lnTo>
                  <a:lnTo>
                    <a:pt x="1890" y="3235"/>
                  </a:lnTo>
                  <a:lnTo>
                    <a:pt x="1881" y="3276"/>
                  </a:lnTo>
                  <a:lnTo>
                    <a:pt x="1869" y="3313"/>
                  </a:lnTo>
                  <a:lnTo>
                    <a:pt x="1854" y="3346"/>
                  </a:lnTo>
                  <a:lnTo>
                    <a:pt x="1836" y="3375"/>
                  </a:lnTo>
                  <a:lnTo>
                    <a:pt x="1816" y="3398"/>
                  </a:lnTo>
                  <a:lnTo>
                    <a:pt x="1793" y="3418"/>
                  </a:lnTo>
                  <a:lnTo>
                    <a:pt x="1768" y="3434"/>
                  </a:lnTo>
                  <a:lnTo>
                    <a:pt x="1740" y="3444"/>
                  </a:lnTo>
                  <a:lnTo>
                    <a:pt x="1711" y="3450"/>
                  </a:lnTo>
                  <a:lnTo>
                    <a:pt x="1681" y="3450"/>
                  </a:lnTo>
                  <a:lnTo>
                    <a:pt x="1648" y="3445"/>
                  </a:lnTo>
                  <a:lnTo>
                    <a:pt x="1614" y="3436"/>
                  </a:lnTo>
                  <a:lnTo>
                    <a:pt x="1579" y="3421"/>
                  </a:lnTo>
                  <a:lnTo>
                    <a:pt x="1542" y="3400"/>
                  </a:lnTo>
                  <a:lnTo>
                    <a:pt x="357" y="2643"/>
                  </a:lnTo>
                  <a:lnTo>
                    <a:pt x="320" y="2618"/>
                  </a:lnTo>
                  <a:lnTo>
                    <a:pt x="285" y="2588"/>
                  </a:lnTo>
                  <a:lnTo>
                    <a:pt x="251" y="2554"/>
                  </a:lnTo>
                  <a:lnTo>
                    <a:pt x="218" y="2517"/>
                  </a:lnTo>
                  <a:lnTo>
                    <a:pt x="187" y="2477"/>
                  </a:lnTo>
                  <a:lnTo>
                    <a:pt x="157" y="2433"/>
                  </a:lnTo>
                  <a:lnTo>
                    <a:pt x="130" y="2388"/>
                  </a:lnTo>
                  <a:lnTo>
                    <a:pt x="105" y="2341"/>
                  </a:lnTo>
                  <a:lnTo>
                    <a:pt x="81" y="2292"/>
                  </a:lnTo>
                  <a:lnTo>
                    <a:pt x="61" y="2241"/>
                  </a:lnTo>
                  <a:lnTo>
                    <a:pt x="44" y="2190"/>
                  </a:lnTo>
                  <a:lnTo>
                    <a:pt x="29" y="2138"/>
                  </a:lnTo>
                  <a:lnTo>
                    <a:pt x="17" y="2085"/>
                  </a:lnTo>
                  <a:lnTo>
                    <a:pt x="7" y="2033"/>
                  </a:lnTo>
                  <a:lnTo>
                    <a:pt x="3" y="1981"/>
                  </a:lnTo>
                  <a:lnTo>
                    <a:pt x="0" y="1931"/>
                  </a:lnTo>
                  <a:lnTo>
                    <a:pt x="0" y="308"/>
                  </a:lnTo>
                  <a:lnTo>
                    <a:pt x="3" y="260"/>
                  </a:lnTo>
                  <a:lnTo>
                    <a:pt x="7" y="215"/>
                  </a:lnTo>
                  <a:lnTo>
                    <a:pt x="17" y="174"/>
                  </a:lnTo>
                  <a:lnTo>
                    <a:pt x="29" y="137"/>
                  </a:lnTo>
                  <a:lnTo>
                    <a:pt x="44" y="104"/>
                  </a:lnTo>
                  <a:lnTo>
                    <a:pt x="61" y="76"/>
                  </a:lnTo>
                  <a:lnTo>
                    <a:pt x="81" y="51"/>
                  </a:lnTo>
                  <a:lnTo>
                    <a:pt x="105" y="31"/>
                  </a:lnTo>
                  <a:lnTo>
                    <a:pt x="130" y="16"/>
                  </a:lnTo>
                  <a:lnTo>
                    <a:pt x="157" y="5"/>
                  </a:lnTo>
                  <a:lnTo>
                    <a:pt x="187" y="0"/>
                  </a:lnTo>
                  <a:lnTo>
                    <a:pt x="218" y="0"/>
                  </a:lnTo>
                  <a:lnTo>
                    <a:pt x="251" y="3"/>
                  </a:lnTo>
                  <a:lnTo>
                    <a:pt x="285" y="14"/>
                  </a:lnTo>
                  <a:lnTo>
                    <a:pt x="320" y="29"/>
                  </a:lnTo>
                  <a:lnTo>
                    <a:pt x="357" y="49"/>
                  </a:lnTo>
                  <a:close/>
                </a:path>
              </a:pathLst>
            </a:custGeom>
            <a:solidFill>
              <a:srgbClr val="BFBFB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3392" name="Freeform 46"/>
            <p:cNvSpPr>
              <a:spLocks/>
            </p:cNvSpPr>
            <p:nvPr/>
          </p:nvSpPr>
          <p:spPr bwMode="auto">
            <a:xfrm>
              <a:off x="1268" y="1663"/>
              <a:ext cx="393" cy="711"/>
            </a:xfrm>
            <a:custGeom>
              <a:avLst/>
              <a:gdLst>
                <a:gd name="T0" fmla="*/ 3 w 1962"/>
                <a:gd name="T1" fmla="*/ 7 h 3555"/>
                <a:gd name="T2" fmla="*/ 2 w 1962"/>
                <a:gd name="T3" fmla="*/ 7 h 3555"/>
                <a:gd name="T4" fmla="*/ 2 w 1962"/>
                <a:gd name="T5" fmla="*/ 8 h 3555"/>
                <a:gd name="T6" fmla="*/ 1 w 1962"/>
                <a:gd name="T7" fmla="*/ 8 h 3555"/>
                <a:gd name="T8" fmla="*/ 1 w 1962"/>
                <a:gd name="T9" fmla="*/ 9 h 3555"/>
                <a:gd name="T10" fmla="*/ 1 w 1962"/>
                <a:gd name="T11" fmla="*/ 10 h 3555"/>
                <a:gd name="T12" fmla="*/ 0 w 1962"/>
                <a:gd name="T13" fmla="*/ 11 h 3555"/>
                <a:gd name="T14" fmla="*/ 0 w 1962"/>
                <a:gd name="T15" fmla="*/ 12 h 3555"/>
                <a:gd name="T16" fmla="*/ 0 w 1962"/>
                <a:gd name="T17" fmla="*/ 13 h 3555"/>
                <a:gd name="T18" fmla="*/ 0 w 1962"/>
                <a:gd name="T19" fmla="*/ 26 h 3555"/>
                <a:gd name="T20" fmla="*/ 0 w 1962"/>
                <a:gd name="T21" fmla="*/ 27 h 3555"/>
                <a:gd name="T22" fmla="*/ 0 w 1962"/>
                <a:gd name="T23" fmla="*/ 28 h 3555"/>
                <a:gd name="T24" fmla="*/ 1 w 1962"/>
                <a:gd name="T25" fmla="*/ 28 h 3555"/>
                <a:gd name="T26" fmla="*/ 1 w 1962"/>
                <a:gd name="T27" fmla="*/ 28 h 3555"/>
                <a:gd name="T28" fmla="*/ 2 w 1962"/>
                <a:gd name="T29" fmla="*/ 28 h 3555"/>
                <a:gd name="T30" fmla="*/ 2 w 1962"/>
                <a:gd name="T31" fmla="*/ 28 h 3555"/>
                <a:gd name="T32" fmla="*/ 3 w 1962"/>
                <a:gd name="T33" fmla="*/ 28 h 3555"/>
                <a:gd name="T34" fmla="*/ 13 w 1962"/>
                <a:gd name="T35" fmla="*/ 22 h 3555"/>
                <a:gd name="T36" fmla="*/ 13 w 1962"/>
                <a:gd name="T37" fmla="*/ 21 h 3555"/>
                <a:gd name="T38" fmla="*/ 14 w 1962"/>
                <a:gd name="T39" fmla="*/ 21 h 3555"/>
                <a:gd name="T40" fmla="*/ 14 w 1962"/>
                <a:gd name="T41" fmla="*/ 20 h 3555"/>
                <a:gd name="T42" fmla="*/ 15 w 1962"/>
                <a:gd name="T43" fmla="*/ 19 h 3555"/>
                <a:gd name="T44" fmla="*/ 15 w 1962"/>
                <a:gd name="T45" fmla="*/ 18 h 3555"/>
                <a:gd name="T46" fmla="*/ 16 w 1962"/>
                <a:gd name="T47" fmla="*/ 18 h 3555"/>
                <a:gd name="T48" fmla="*/ 16 w 1962"/>
                <a:gd name="T49" fmla="*/ 17 h 3555"/>
                <a:gd name="T50" fmla="*/ 16 w 1962"/>
                <a:gd name="T51" fmla="*/ 16 h 3555"/>
                <a:gd name="T52" fmla="*/ 16 w 1962"/>
                <a:gd name="T53" fmla="*/ 2 h 3555"/>
                <a:gd name="T54" fmla="*/ 16 w 1962"/>
                <a:gd name="T55" fmla="*/ 1 h 3555"/>
                <a:gd name="T56" fmla="*/ 15 w 1962"/>
                <a:gd name="T57" fmla="*/ 1 h 3555"/>
                <a:gd name="T58" fmla="*/ 15 w 1962"/>
                <a:gd name="T59" fmla="*/ 0 h 3555"/>
                <a:gd name="T60" fmla="*/ 15 w 1962"/>
                <a:gd name="T61" fmla="*/ 0 h 3555"/>
                <a:gd name="T62" fmla="*/ 14 w 1962"/>
                <a:gd name="T63" fmla="*/ 0 h 3555"/>
                <a:gd name="T64" fmla="*/ 14 w 1962"/>
                <a:gd name="T65" fmla="*/ 0 h 3555"/>
                <a:gd name="T66" fmla="*/ 13 w 1962"/>
                <a:gd name="T67" fmla="*/ 0 h 3555"/>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962"/>
                <a:gd name="T103" fmla="*/ 0 h 3555"/>
                <a:gd name="T104" fmla="*/ 1962 w 1962"/>
                <a:gd name="T105" fmla="*/ 3555 h 3555"/>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962" h="3555">
                  <a:moveTo>
                    <a:pt x="1594" y="50"/>
                  </a:moveTo>
                  <a:lnTo>
                    <a:pt x="368" y="831"/>
                  </a:lnTo>
                  <a:lnTo>
                    <a:pt x="330" y="858"/>
                  </a:lnTo>
                  <a:lnTo>
                    <a:pt x="294" y="888"/>
                  </a:lnTo>
                  <a:lnTo>
                    <a:pt x="259" y="922"/>
                  </a:lnTo>
                  <a:lnTo>
                    <a:pt x="225" y="961"/>
                  </a:lnTo>
                  <a:lnTo>
                    <a:pt x="193" y="1003"/>
                  </a:lnTo>
                  <a:lnTo>
                    <a:pt x="163" y="1047"/>
                  </a:lnTo>
                  <a:lnTo>
                    <a:pt x="133" y="1094"/>
                  </a:lnTo>
                  <a:lnTo>
                    <a:pt x="108" y="1143"/>
                  </a:lnTo>
                  <a:lnTo>
                    <a:pt x="84" y="1193"/>
                  </a:lnTo>
                  <a:lnTo>
                    <a:pt x="63" y="1246"/>
                  </a:lnTo>
                  <a:lnTo>
                    <a:pt x="44" y="1299"/>
                  </a:lnTo>
                  <a:lnTo>
                    <a:pt x="29" y="1353"/>
                  </a:lnTo>
                  <a:lnTo>
                    <a:pt x="16" y="1405"/>
                  </a:lnTo>
                  <a:lnTo>
                    <a:pt x="7" y="1459"/>
                  </a:lnTo>
                  <a:lnTo>
                    <a:pt x="2" y="1512"/>
                  </a:lnTo>
                  <a:lnTo>
                    <a:pt x="0" y="1565"/>
                  </a:lnTo>
                  <a:lnTo>
                    <a:pt x="0" y="3237"/>
                  </a:lnTo>
                  <a:lnTo>
                    <a:pt x="2" y="3287"/>
                  </a:lnTo>
                  <a:lnTo>
                    <a:pt x="7" y="3333"/>
                  </a:lnTo>
                  <a:lnTo>
                    <a:pt x="16" y="3375"/>
                  </a:lnTo>
                  <a:lnTo>
                    <a:pt x="29" y="3413"/>
                  </a:lnTo>
                  <a:lnTo>
                    <a:pt x="44" y="3447"/>
                  </a:lnTo>
                  <a:lnTo>
                    <a:pt x="63" y="3477"/>
                  </a:lnTo>
                  <a:lnTo>
                    <a:pt x="84" y="3502"/>
                  </a:lnTo>
                  <a:lnTo>
                    <a:pt x="108" y="3522"/>
                  </a:lnTo>
                  <a:lnTo>
                    <a:pt x="133" y="3538"/>
                  </a:lnTo>
                  <a:lnTo>
                    <a:pt x="163" y="3549"/>
                  </a:lnTo>
                  <a:lnTo>
                    <a:pt x="193" y="3555"/>
                  </a:lnTo>
                  <a:lnTo>
                    <a:pt x="225" y="3555"/>
                  </a:lnTo>
                  <a:lnTo>
                    <a:pt x="259" y="3550"/>
                  </a:lnTo>
                  <a:lnTo>
                    <a:pt x="294" y="3541"/>
                  </a:lnTo>
                  <a:lnTo>
                    <a:pt x="330" y="3524"/>
                  </a:lnTo>
                  <a:lnTo>
                    <a:pt x="368" y="3503"/>
                  </a:lnTo>
                  <a:lnTo>
                    <a:pt x="1594" y="2722"/>
                  </a:lnTo>
                  <a:lnTo>
                    <a:pt x="1632" y="2696"/>
                  </a:lnTo>
                  <a:lnTo>
                    <a:pt x="1668" y="2665"/>
                  </a:lnTo>
                  <a:lnTo>
                    <a:pt x="1703" y="2631"/>
                  </a:lnTo>
                  <a:lnTo>
                    <a:pt x="1737" y="2592"/>
                  </a:lnTo>
                  <a:lnTo>
                    <a:pt x="1769" y="2551"/>
                  </a:lnTo>
                  <a:lnTo>
                    <a:pt x="1799" y="2506"/>
                  </a:lnTo>
                  <a:lnTo>
                    <a:pt x="1829" y="2460"/>
                  </a:lnTo>
                  <a:lnTo>
                    <a:pt x="1854" y="2411"/>
                  </a:lnTo>
                  <a:lnTo>
                    <a:pt x="1878" y="2361"/>
                  </a:lnTo>
                  <a:lnTo>
                    <a:pt x="1899" y="2308"/>
                  </a:lnTo>
                  <a:lnTo>
                    <a:pt x="1918" y="2256"/>
                  </a:lnTo>
                  <a:lnTo>
                    <a:pt x="1933" y="2202"/>
                  </a:lnTo>
                  <a:lnTo>
                    <a:pt x="1946" y="2149"/>
                  </a:lnTo>
                  <a:lnTo>
                    <a:pt x="1955" y="2095"/>
                  </a:lnTo>
                  <a:lnTo>
                    <a:pt x="1960" y="2042"/>
                  </a:lnTo>
                  <a:lnTo>
                    <a:pt x="1962" y="1989"/>
                  </a:lnTo>
                  <a:lnTo>
                    <a:pt x="1962" y="319"/>
                  </a:lnTo>
                  <a:lnTo>
                    <a:pt x="1960" y="269"/>
                  </a:lnTo>
                  <a:lnTo>
                    <a:pt x="1955" y="223"/>
                  </a:lnTo>
                  <a:lnTo>
                    <a:pt x="1946" y="180"/>
                  </a:lnTo>
                  <a:lnTo>
                    <a:pt x="1933" y="143"/>
                  </a:lnTo>
                  <a:lnTo>
                    <a:pt x="1918" y="109"/>
                  </a:lnTo>
                  <a:lnTo>
                    <a:pt x="1899" y="79"/>
                  </a:lnTo>
                  <a:lnTo>
                    <a:pt x="1878" y="54"/>
                  </a:lnTo>
                  <a:lnTo>
                    <a:pt x="1854" y="33"/>
                  </a:lnTo>
                  <a:lnTo>
                    <a:pt x="1829" y="17"/>
                  </a:lnTo>
                  <a:lnTo>
                    <a:pt x="1799" y="7"/>
                  </a:lnTo>
                  <a:lnTo>
                    <a:pt x="1769" y="0"/>
                  </a:lnTo>
                  <a:lnTo>
                    <a:pt x="1737" y="0"/>
                  </a:lnTo>
                  <a:lnTo>
                    <a:pt x="1703" y="4"/>
                  </a:lnTo>
                  <a:lnTo>
                    <a:pt x="1668" y="14"/>
                  </a:lnTo>
                  <a:lnTo>
                    <a:pt x="1632" y="29"/>
                  </a:lnTo>
                  <a:lnTo>
                    <a:pt x="1594" y="50"/>
                  </a:lnTo>
                  <a:close/>
                </a:path>
              </a:pathLst>
            </a:custGeom>
            <a:solidFill>
              <a:srgbClr val="E5E5E5"/>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3393" name="Freeform 47"/>
            <p:cNvSpPr>
              <a:spLocks noEditPoints="1"/>
            </p:cNvSpPr>
            <p:nvPr/>
          </p:nvSpPr>
          <p:spPr bwMode="auto">
            <a:xfrm>
              <a:off x="916" y="1589"/>
              <a:ext cx="697" cy="698"/>
            </a:xfrm>
            <a:custGeom>
              <a:avLst/>
              <a:gdLst>
                <a:gd name="T0" fmla="*/ 16 w 3485"/>
                <a:gd name="T1" fmla="*/ 0 h 3490"/>
                <a:gd name="T2" fmla="*/ 17 w 3485"/>
                <a:gd name="T3" fmla="*/ 2 h 3490"/>
                <a:gd name="T4" fmla="*/ 17 w 3485"/>
                <a:gd name="T5" fmla="*/ 3 h 3490"/>
                <a:gd name="T6" fmla="*/ 14 w 3485"/>
                <a:gd name="T7" fmla="*/ 4 h 3490"/>
                <a:gd name="T8" fmla="*/ 12 w 3485"/>
                <a:gd name="T9" fmla="*/ 4 h 3490"/>
                <a:gd name="T10" fmla="*/ 11 w 3485"/>
                <a:gd name="T11" fmla="*/ 2 h 3490"/>
                <a:gd name="T12" fmla="*/ 11 w 3485"/>
                <a:gd name="T13" fmla="*/ 1 h 3490"/>
                <a:gd name="T14" fmla="*/ 14 w 3485"/>
                <a:gd name="T15" fmla="*/ 0 h 3490"/>
                <a:gd name="T16" fmla="*/ 3 w 3485"/>
                <a:gd name="T17" fmla="*/ 7 h 3490"/>
                <a:gd name="T18" fmla="*/ 4 w 3485"/>
                <a:gd name="T19" fmla="*/ 9 h 3490"/>
                <a:gd name="T20" fmla="*/ 3 w 3485"/>
                <a:gd name="T21" fmla="*/ 12 h 3490"/>
                <a:gd name="T22" fmla="*/ 2 w 3485"/>
                <a:gd name="T23" fmla="*/ 13 h 3490"/>
                <a:gd name="T24" fmla="*/ 1 w 3485"/>
                <a:gd name="T25" fmla="*/ 12 h 3490"/>
                <a:gd name="T26" fmla="*/ 0 w 3485"/>
                <a:gd name="T27" fmla="*/ 10 h 3490"/>
                <a:gd name="T28" fmla="*/ 0 w 3485"/>
                <a:gd name="T29" fmla="*/ 8 h 3490"/>
                <a:gd name="T30" fmla="*/ 2 w 3485"/>
                <a:gd name="T31" fmla="*/ 6 h 3490"/>
                <a:gd name="T32" fmla="*/ 10 w 3485"/>
                <a:gd name="T33" fmla="*/ 20 h 3490"/>
                <a:gd name="T34" fmla="*/ 11 w 3485"/>
                <a:gd name="T35" fmla="*/ 22 h 3490"/>
                <a:gd name="T36" fmla="*/ 11 w 3485"/>
                <a:gd name="T37" fmla="*/ 25 h 3490"/>
                <a:gd name="T38" fmla="*/ 10 w 3485"/>
                <a:gd name="T39" fmla="*/ 27 h 3490"/>
                <a:gd name="T40" fmla="*/ 8 w 3485"/>
                <a:gd name="T41" fmla="*/ 26 h 3490"/>
                <a:gd name="T42" fmla="*/ 7 w 3485"/>
                <a:gd name="T43" fmla="*/ 24 h 3490"/>
                <a:gd name="T44" fmla="*/ 7 w 3485"/>
                <a:gd name="T45" fmla="*/ 22 h 3490"/>
                <a:gd name="T46" fmla="*/ 8 w 3485"/>
                <a:gd name="T47" fmla="*/ 20 h 3490"/>
                <a:gd name="T48" fmla="*/ 20 w 3485"/>
                <a:gd name="T49" fmla="*/ 21 h 3490"/>
                <a:gd name="T50" fmla="*/ 21 w 3485"/>
                <a:gd name="T51" fmla="*/ 23 h 3490"/>
                <a:gd name="T52" fmla="*/ 21 w 3485"/>
                <a:gd name="T53" fmla="*/ 26 h 3490"/>
                <a:gd name="T54" fmla="*/ 20 w 3485"/>
                <a:gd name="T55" fmla="*/ 28 h 3490"/>
                <a:gd name="T56" fmla="*/ 18 w 3485"/>
                <a:gd name="T57" fmla="*/ 28 h 3490"/>
                <a:gd name="T58" fmla="*/ 17 w 3485"/>
                <a:gd name="T59" fmla="*/ 26 h 3490"/>
                <a:gd name="T60" fmla="*/ 17 w 3485"/>
                <a:gd name="T61" fmla="*/ 23 h 3490"/>
                <a:gd name="T62" fmla="*/ 18 w 3485"/>
                <a:gd name="T63" fmla="*/ 21 h 3490"/>
                <a:gd name="T64" fmla="*/ 19 w 3485"/>
                <a:gd name="T65" fmla="*/ 11 h 3490"/>
                <a:gd name="T66" fmla="*/ 20 w 3485"/>
                <a:gd name="T67" fmla="*/ 13 h 3490"/>
                <a:gd name="T68" fmla="*/ 21 w 3485"/>
                <a:gd name="T69" fmla="*/ 15 h 3490"/>
                <a:gd name="T70" fmla="*/ 20 w 3485"/>
                <a:gd name="T71" fmla="*/ 17 h 3490"/>
                <a:gd name="T72" fmla="*/ 18 w 3485"/>
                <a:gd name="T73" fmla="*/ 17 h 3490"/>
                <a:gd name="T74" fmla="*/ 17 w 3485"/>
                <a:gd name="T75" fmla="*/ 16 h 3490"/>
                <a:gd name="T76" fmla="*/ 17 w 3485"/>
                <a:gd name="T77" fmla="*/ 13 h 3490"/>
                <a:gd name="T78" fmla="*/ 18 w 3485"/>
                <a:gd name="T79" fmla="*/ 11 h 3490"/>
                <a:gd name="T80" fmla="*/ 26 w 3485"/>
                <a:gd name="T81" fmla="*/ 7 h 3490"/>
                <a:gd name="T82" fmla="*/ 27 w 3485"/>
                <a:gd name="T83" fmla="*/ 8 h 3490"/>
                <a:gd name="T84" fmla="*/ 27 w 3485"/>
                <a:gd name="T85" fmla="*/ 11 h 3490"/>
                <a:gd name="T86" fmla="*/ 26 w 3485"/>
                <a:gd name="T87" fmla="*/ 13 h 3490"/>
                <a:gd name="T88" fmla="*/ 25 w 3485"/>
                <a:gd name="T89" fmla="*/ 13 h 3490"/>
                <a:gd name="T90" fmla="*/ 24 w 3485"/>
                <a:gd name="T91" fmla="*/ 12 h 3490"/>
                <a:gd name="T92" fmla="*/ 24 w 3485"/>
                <a:gd name="T93" fmla="*/ 9 h 3490"/>
                <a:gd name="T94" fmla="*/ 24 w 3485"/>
                <a:gd name="T95" fmla="*/ 7 h 3490"/>
                <a:gd name="T96" fmla="*/ 26 w 3485"/>
                <a:gd name="T97" fmla="*/ 17 h 3490"/>
                <a:gd name="T98" fmla="*/ 27 w 3485"/>
                <a:gd name="T99" fmla="*/ 18 h 3490"/>
                <a:gd name="T100" fmla="*/ 28 w 3485"/>
                <a:gd name="T101" fmla="*/ 21 h 3490"/>
                <a:gd name="T102" fmla="*/ 27 w 3485"/>
                <a:gd name="T103" fmla="*/ 23 h 3490"/>
                <a:gd name="T104" fmla="*/ 26 w 3485"/>
                <a:gd name="T105" fmla="*/ 24 h 3490"/>
                <a:gd name="T106" fmla="*/ 24 w 3485"/>
                <a:gd name="T107" fmla="*/ 23 h 3490"/>
                <a:gd name="T108" fmla="*/ 24 w 3485"/>
                <a:gd name="T109" fmla="*/ 20 h 3490"/>
                <a:gd name="T110" fmla="*/ 25 w 3485"/>
                <a:gd name="T111" fmla="*/ 18 h 3490"/>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w 3485"/>
                <a:gd name="T169" fmla="*/ 0 h 3490"/>
                <a:gd name="T170" fmla="*/ 3485 w 3485"/>
                <a:gd name="T171" fmla="*/ 3490 h 3490"/>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T168" t="T169" r="T170" b="T171"/>
              <a:pathLst>
                <a:path w="3485" h="3490">
                  <a:moveTo>
                    <a:pt x="1754" y="0"/>
                  </a:moveTo>
                  <a:lnTo>
                    <a:pt x="1797" y="2"/>
                  </a:lnTo>
                  <a:lnTo>
                    <a:pt x="1840" y="5"/>
                  </a:lnTo>
                  <a:lnTo>
                    <a:pt x="1881" y="12"/>
                  </a:lnTo>
                  <a:lnTo>
                    <a:pt x="1921" y="20"/>
                  </a:lnTo>
                  <a:lnTo>
                    <a:pt x="1959" y="31"/>
                  </a:lnTo>
                  <a:lnTo>
                    <a:pt x="1994" y="44"/>
                  </a:lnTo>
                  <a:lnTo>
                    <a:pt x="2028" y="59"/>
                  </a:lnTo>
                  <a:lnTo>
                    <a:pt x="2058" y="74"/>
                  </a:lnTo>
                  <a:lnTo>
                    <a:pt x="2086" y="93"/>
                  </a:lnTo>
                  <a:lnTo>
                    <a:pt x="2111" y="113"/>
                  </a:lnTo>
                  <a:lnTo>
                    <a:pt x="2132" y="133"/>
                  </a:lnTo>
                  <a:lnTo>
                    <a:pt x="2151" y="155"/>
                  </a:lnTo>
                  <a:lnTo>
                    <a:pt x="2165" y="179"/>
                  </a:lnTo>
                  <a:lnTo>
                    <a:pt x="2175" y="203"/>
                  </a:lnTo>
                  <a:lnTo>
                    <a:pt x="2182" y="229"/>
                  </a:lnTo>
                  <a:lnTo>
                    <a:pt x="2185" y="255"/>
                  </a:lnTo>
                  <a:lnTo>
                    <a:pt x="2182" y="281"/>
                  </a:lnTo>
                  <a:lnTo>
                    <a:pt x="2175" y="305"/>
                  </a:lnTo>
                  <a:lnTo>
                    <a:pt x="2165" y="330"/>
                  </a:lnTo>
                  <a:lnTo>
                    <a:pt x="2151" y="353"/>
                  </a:lnTo>
                  <a:lnTo>
                    <a:pt x="2132" y="376"/>
                  </a:lnTo>
                  <a:lnTo>
                    <a:pt x="2111" y="397"/>
                  </a:lnTo>
                  <a:lnTo>
                    <a:pt x="2086" y="417"/>
                  </a:lnTo>
                  <a:lnTo>
                    <a:pt x="2058" y="434"/>
                  </a:lnTo>
                  <a:lnTo>
                    <a:pt x="2028" y="451"/>
                  </a:lnTo>
                  <a:lnTo>
                    <a:pt x="1994" y="466"/>
                  </a:lnTo>
                  <a:lnTo>
                    <a:pt x="1959" y="479"/>
                  </a:lnTo>
                  <a:lnTo>
                    <a:pt x="1921" y="489"/>
                  </a:lnTo>
                  <a:lnTo>
                    <a:pt x="1881" y="498"/>
                  </a:lnTo>
                  <a:lnTo>
                    <a:pt x="1840" y="505"/>
                  </a:lnTo>
                  <a:lnTo>
                    <a:pt x="1797" y="508"/>
                  </a:lnTo>
                  <a:lnTo>
                    <a:pt x="1754" y="509"/>
                  </a:lnTo>
                  <a:lnTo>
                    <a:pt x="1710" y="508"/>
                  </a:lnTo>
                  <a:lnTo>
                    <a:pt x="1667" y="505"/>
                  </a:lnTo>
                  <a:lnTo>
                    <a:pt x="1626" y="498"/>
                  </a:lnTo>
                  <a:lnTo>
                    <a:pt x="1586" y="489"/>
                  </a:lnTo>
                  <a:lnTo>
                    <a:pt x="1548" y="479"/>
                  </a:lnTo>
                  <a:lnTo>
                    <a:pt x="1512" y="466"/>
                  </a:lnTo>
                  <a:lnTo>
                    <a:pt x="1479" y="451"/>
                  </a:lnTo>
                  <a:lnTo>
                    <a:pt x="1449" y="434"/>
                  </a:lnTo>
                  <a:lnTo>
                    <a:pt x="1421" y="417"/>
                  </a:lnTo>
                  <a:lnTo>
                    <a:pt x="1395" y="397"/>
                  </a:lnTo>
                  <a:lnTo>
                    <a:pt x="1374" y="376"/>
                  </a:lnTo>
                  <a:lnTo>
                    <a:pt x="1355" y="353"/>
                  </a:lnTo>
                  <a:lnTo>
                    <a:pt x="1341" y="330"/>
                  </a:lnTo>
                  <a:lnTo>
                    <a:pt x="1331" y="305"/>
                  </a:lnTo>
                  <a:lnTo>
                    <a:pt x="1324" y="281"/>
                  </a:lnTo>
                  <a:lnTo>
                    <a:pt x="1321" y="255"/>
                  </a:lnTo>
                  <a:lnTo>
                    <a:pt x="1324" y="229"/>
                  </a:lnTo>
                  <a:lnTo>
                    <a:pt x="1331" y="203"/>
                  </a:lnTo>
                  <a:lnTo>
                    <a:pt x="1341" y="179"/>
                  </a:lnTo>
                  <a:lnTo>
                    <a:pt x="1355" y="155"/>
                  </a:lnTo>
                  <a:lnTo>
                    <a:pt x="1374" y="133"/>
                  </a:lnTo>
                  <a:lnTo>
                    <a:pt x="1395" y="113"/>
                  </a:lnTo>
                  <a:lnTo>
                    <a:pt x="1421" y="93"/>
                  </a:lnTo>
                  <a:lnTo>
                    <a:pt x="1449" y="74"/>
                  </a:lnTo>
                  <a:lnTo>
                    <a:pt x="1479" y="59"/>
                  </a:lnTo>
                  <a:lnTo>
                    <a:pt x="1512" y="44"/>
                  </a:lnTo>
                  <a:lnTo>
                    <a:pt x="1548" y="31"/>
                  </a:lnTo>
                  <a:lnTo>
                    <a:pt x="1586" y="20"/>
                  </a:lnTo>
                  <a:lnTo>
                    <a:pt x="1626" y="12"/>
                  </a:lnTo>
                  <a:lnTo>
                    <a:pt x="1667" y="5"/>
                  </a:lnTo>
                  <a:lnTo>
                    <a:pt x="1710" y="2"/>
                  </a:lnTo>
                  <a:lnTo>
                    <a:pt x="1754" y="0"/>
                  </a:lnTo>
                  <a:close/>
                  <a:moveTo>
                    <a:pt x="239" y="786"/>
                  </a:moveTo>
                  <a:lnTo>
                    <a:pt x="263" y="788"/>
                  </a:lnTo>
                  <a:lnTo>
                    <a:pt x="287" y="794"/>
                  </a:lnTo>
                  <a:lnTo>
                    <a:pt x="309" y="805"/>
                  </a:lnTo>
                  <a:lnTo>
                    <a:pt x="331" y="819"/>
                  </a:lnTo>
                  <a:lnTo>
                    <a:pt x="352" y="836"/>
                  </a:lnTo>
                  <a:lnTo>
                    <a:pt x="372" y="857"/>
                  </a:lnTo>
                  <a:lnTo>
                    <a:pt x="390" y="882"/>
                  </a:lnTo>
                  <a:lnTo>
                    <a:pt x="407" y="909"/>
                  </a:lnTo>
                  <a:lnTo>
                    <a:pt x="423" y="940"/>
                  </a:lnTo>
                  <a:lnTo>
                    <a:pt x="437" y="971"/>
                  </a:lnTo>
                  <a:lnTo>
                    <a:pt x="448" y="1006"/>
                  </a:lnTo>
                  <a:lnTo>
                    <a:pt x="459" y="1043"/>
                  </a:lnTo>
                  <a:lnTo>
                    <a:pt x="467" y="1081"/>
                  </a:lnTo>
                  <a:lnTo>
                    <a:pt x="473" y="1121"/>
                  </a:lnTo>
                  <a:lnTo>
                    <a:pt x="476" y="1163"/>
                  </a:lnTo>
                  <a:lnTo>
                    <a:pt x="478" y="1206"/>
                  </a:lnTo>
                  <a:lnTo>
                    <a:pt x="476" y="1248"/>
                  </a:lnTo>
                  <a:lnTo>
                    <a:pt x="473" y="1290"/>
                  </a:lnTo>
                  <a:lnTo>
                    <a:pt x="467" y="1330"/>
                  </a:lnTo>
                  <a:lnTo>
                    <a:pt x="459" y="1367"/>
                  </a:lnTo>
                  <a:lnTo>
                    <a:pt x="448" y="1405"/>
                  </a:lnTo>
                  <a:lnTo>
                    <a:pt x="437" y="1439"/>
                  </a:lnTo>
                  <a:lnTo>
                    <a:pt x="423" y="1472"/>
                  </a:lnTo>
                  <a:lnTo>
                    <a:pt x="407" y="1501"/>
                  </a:lnTo>
                  <a:lnTo>
                    <a:pt x="390" y="1528"/>
                  </a:lnTo>
                  <a:lnTo>
                    <a:pt x="372" y="1553"/>
                  </a:lnTo>
                  <a:lnTo>
                    <a:pt x="352" y="1574"/>
                  </a:lnTo>
                  <a:lnTo>
                    <a:pt x="331" y="1591"/>
                  </a:lnTo>
                  <a:lnTo>
                    <a:pt x="309" y="1605"/>
                  </a:lnTo>
                  <a:lnTo>
                    <a:pt x="287" y="1616"/>
                  </a:lnTo>
                  <a:lnTo>
                    <a:pt x="263" y="1622"/>
                  </a:lnTo>
                  <a:lnTo>
                    <a:pt x="239" y="1624"/>
                  </a:lnTo>
                  <a:lnTo>
                    <a:pt x="214" y="1622"/>
                  </a:lnTo>
                  <a:lnTo>
                    <a:pt x="191" y="1616"/>
                  </a:lnTo>
                  <a:lnTo>
                    <a:pt x="168" y="1605"/>
                  </a:lnTo>
                  <a:lnTo>
                    <a:pt x="146" y="1591"/>
                  </a:lnTo>
                  <a:lnTo>
                    <a:pt x="125" y="1574"/>
                  </a:lnTo>
                  <a:lnTo>
                    <a:pt x="105" y="1553"/>
                  </a:lnTo>
                  <a:lnTo>
                    <a:pt x="87" y="1528"/>
                  </a:lnTo>
                  <a:lnTo>
                    <a:pt x="70" y="1501"/>
                  </a:lnTo>
                  <a:lnTo>
                    <a:pt x="55" y="1472"/>
                  </a:lnTo>
                  <a:lnTo>
                    <a:pt x="41" y="1439"/>
                  </a:lnTo>
                  <a:lnTo>
                    <a:pt x="29" y="1405"/>
                  </a:lnTo>
                  <a:lnTo>
                    <a:pt x="18" y="1367"/>
                  </a:lnTo>
                  <a:lnTo>
                    <a:pt x="10" y="1330"/>
                  </a:lnTo>
                  <a:lnTo>
                    <a:pt x="4" y="1290"/>
                  </a:lnTo>
                  <a:lnTo>
                    <a:pt x="1" y="1248"/>
                  </a:lnTo>
                  <a:lnTo>
                    <a:pt x="0" y="1206"/>
                  </a:lnTo>
                  <a:lnTo>
                    <a:pt x="1" y="1163"/>
                  </a:lnTo>
                  <a:lnTo>
                    <a:pt x="4" y="1121"/>
                  </a:lnTo>
                  <a:lnTo>
                    <a:pt x="10" y="1081"/>
                  </a:lnTo>
                  <a:lnTo>
                    <a:pt x="18" y="1043"/>
                  </a:lnTo>
                  <a:lnTo>
                    <a:pt x="29" y="1006"/>
                  </a:lnTo>
                  <a:lnTo>
                    <a:pt x="41" y="971"/>
                  </a:lnTo>
                  <a:lnTo>
                    <a:pt x="55" y="940"/>
                  </a:lnTo>
                  <a:lnTo>
                    <a:pt x="70" y="909"/>
                  </a:lnTo>
                  <a:lnTo>
                    <a:pt x="87" y="882"/>
                  </a:lnTo>
                  <a:lnTo>
                    <a:pt x="105" y="857"/>
                  </a:lnTo>
                  <a:lnTo>
                    <a:pt x="125" y="836"/>
                  </a:lnTo>
                  <a:lnTo>
                    <a:pt x="146" y="819"/>
                  </a:lnTo>
                  <a:lnTo>
                    <a:pt x="168" y="805"/>
                  </a:lnTo>
                  <a:lnTo>
                    <a:pt x="191" y="794"/>
                  </a:lnTo>
                  <a:lnTo>
                    <a:pt x="214" y="788"/>
                  </a:lnTo>
                  <a:lnTo>
                    <a:pt x="239" y="786"/>
                  </a:lnTo>
                  <a:close/>
                  <a:moveTo>
                    <a:pt x="1119" y="2495"/>
                  </a:moveTo>
                  <a:lnTo>
                    <a:pt x="1143" y="2498"/>
                  </a:lnTo>
                  <a:lnTo>
                    <a:pt x="1167" y="2504"/>
                  </a:lnTo>
                  <a:lnTo>
                    <a:pt x="1190" y="2514"/>
                  </a:lnTo>
                  <a:lnTo>
                    <a:pt x="1211" y="2528"/>
                  </a:lnTo>
                  <a:lnTo>
                    <a:pt x="1232" y="2546"/>
                  </a:lnTo>
                  <a:lnTo>
                    <a:pt x="1252" y="2567"/>
                  </a:lnTo>
                  <a:lnTo>
                    <a:pt x="1271" y="2592"/>
                  </a:lnTo>
                  <a:lnTo>
                    <a:pt x="1288" y="2618"/>
                  </a:lnTo>
                  <a:lnTo>
                    <a:pt x="1304" y="2648"/>
                  </a:lnTo>
                  <a:lnTo>
                    <a:pt x="1318" y="2681"/>
                  </a:lnTo>
                  <a:lnTo>
                    <a:pt x="1329" y="2715"/>
                  </a:lnTo>
                  <a:lnTo>
                    <a:pt x="1340" y="2752"/>
                  </a:lnTo>
                  <a:lnTo>
                    <a:pt x="1348" y="2790"/>
                  </a:lnTo>
                  <a:lnTo>
                    <a:pt x="1354" y="2830"/>
                  </a:lnTo>
                  <a:lnTo>
                    <a:pt x="1358" y="2872"/>
                  </a:lnTo>
                  <a:lnTo>
                    <a:pt x="1359" y="2914"/>
                  </a:lnTo>
                  <a:lnTo>
                    <a:pt x="1358" y="2956"/>
                  </a:lnTo>
                  <a:lnTo>
                    <a:pt x="1354" y="2998"/>
                  </a:lnTo>
                  <a:lnTo>
                    <a:pt x="1348" y="3038"/>
                  </a:lnTo>
                  <a:lnTo>
                    <a:pt x="1340" y="3077"/>
                  </a:lnTo>
                  <a:lnTo>
                    <a:pt x="1329" y="3113"/>
                  </a:lnTo>
                  <a:lnTo>
                    <a:pt x="1318" y="3147"/>
                  </a:lnTo>
                  <a:lnTo>
                    <a:pt x="1304" y="3180"/>
                  </a:lnTo>
                  <a:lnTo>
                    <a:pt x="1288" y="3209"/>
                  </a:lnTo>
                  <a:lnTo>
                    <a:pt x="1271" y="3238"/>
                  </a:lnTo>
                  <a:lnTo>
                    <a:pt x="1252" y="3261"/>
                  </a:lnTo>
                  <a:lnTo>
                    <a:pt x="1232" y="3282"/>
                  </a:lnTo>
                  <a:lnTo>
                    <a:pt x="1211" y="3301"/>
                  </a:lnTo>
                  <a:lnTo>
                    <a:pt x="1190" y="3315"/>
                  </a:lnTo>
                  <a:lnTo>
                    <a:pt x="1167" y="3325"/>
                  </a:lnTo>
                  <a:lnTo>
                    <a:pt x="1143" y="3331"/>
                  </a:lnTo>
                  <a:lnTo>
                    <a:pt x="1119" y="3334"/>
                  </a:lnTo>
                  <a:lnTo>
                    <a:pt x="1094" y="3331"/>
                  </a:lnTo>
                  <a:lnTo>
                    <a:pt x="1070" y="3325"/>
                  </a:lnTo>
                  <a:lnTo>
                    <a:pt x="1048" y="3315"/>
                  </a:lnTo>
                  <a:lnTo>
                    <a:pt x="1026" y="3301"/>
                  </a:lnTo>
                  <a:lnTo>
                    <a:pt x="1005" y="3282"/>
                  </a:lnTo>
                  <a:lnTo>
                    <a:pt x="985" y="3261"/>
                  </a:lnTo>
                  <a:lnTo>
                    <a:pt x="967" y="3238"/>
                  </a:lnTo>
                  <a:lnTo>
                    <a:pt x="950" y="3209"/>
                  </a:lnTo>
                  <a:lnTo>
                    <a:pt x="935" y="3180"/>
                  </a:lnTo>
                  <a:lnTo>
                    <a:pt x="921" y="3147"/>
                  </a:lnTo>
                  <a:lnTo>
                    <a:pt x="909" y="3113"/>
                  </a:lnTo>
                  <a:lnTo>
                    <a:pt x="898" y="3077"/>
                  </a:lnTo>
                  <a:lnTo>
                    <a:pt x="890" y="3038"/>
                  </a:lnTo>
                  <a:lnTo>
                    <a:pt x="884" y="2998"/>
                  </a:lnTo>
                  <a:lnTo>
                    <a:pt x="881" y="2956"/>
                  </a:lnTo>
                  <a:lnTo>
                    <a:pt x="880" y="2914"/>
                  </a:lnTo>
                  <a:lnTo>
                    <a:pt x="881" y="2872"/>
                  </a:lnTo>
                  <a:lnTo>
                    <a:pt x="884" y="2830"/>
                  </a:lnTo>
                  <a:lnTo>
                    <a:pt x="890" y="2790"/>
                  </a:lnTo>
                  <a:lnTo>
                    <a:pt x="898" y="2752"/>
                  </a:lnTo>
                  <a:lnTo>
                    <a:pt x="909" y="2715"/>
                  </a:lnTo>
                  <a:lnTo>
                    <a:pt x="921" y="2681"/>
                  </a:lnTo>
                  <a:lnTo>
                    <a:pt x="935" y="2648"/>
                  </a:lnTo>
                  <a:lnTo>
                    <a:pt x="950" y="2618"/>
                  </a:lnTo>
                  <a:lnTo>
                    <a:pt x="967" y="2592"/>
                  </a:lnTo>
                  <a:lnTo>
                    <a:pt x="985" y="2567"/>
                  </a:lnTo>
                  <a:lnTo>
                    <a:pt x="1005" y="2546"/>
                  </a:lnTo>
                  <a:lnTo>
                    <a:pt x="1026" y="2528"/>
                  </a:lnTo>
                  <a:lnTo>
                    <a:pt x="1048" y="2514"/>
                  </a:lnTo>
                  <a:lnTo>
                    <a:pt x="1070" y="2504"/>
                  </a:lnTo>
                  <a:lnTo>
                    <a:pt x="1094" y="2498"/>
                  </a:lnTo>
                  <a:lnTo>
                    <a:pt x="1119" y="2495"/>
                  </a:lnTo>
                  <a:close/>
                  <a:moveTo>
                    <a:pt x="2380" y="2651"/>
                  </a:moveTo>
                  <a:lnTo>
                    <a:pt x="2405" y="2654"/>
                  </a:lnTo>
                  <a:lnTo>
                    <a:pt x="2428" y="2660"/>
                  </a:lnTo>
                  <a:lnTo>
                    <a:pt x="2452" y="2670"/>
                  </a:lnTo>
                  <a:lnTo>
                    <a:pt x="2473" y="2684"/>
                  </a:lnTo>
                  <a:lnTo>
                    <a:pt x="2494" y="2703"/>
                  </a:lnTo>
                  <a:lnTo>
                    <a:pt x="2514" y="2724"/>
                  </a:lnTo>
                  <a:lnTo>
                    <a:pt x="2533" y="2747"/>
                  </a:lnTo>
                  <a:lnTo>
                    <a:pt x="2550" y="2774"/>
                  </a:lnTo>
                  <a:lnTo>
                    <a:pt x="2565" y="2805"/>
                  </a:lnTo>
                  <a:lnTo>
                    <a:pt x="2580" y="2838"/>
                  </a:lnTo>
                  <a:lnTo>
                    <a:pt x="2591" y="2872"/>
                  </a:lnTo>
                  <a:lnTo>
                    <a:pt x="2602" y="2908"/>
                  </a:lnTo>
                  <a:lnTo>
                    <a:pt x="2610" y="2947"/>
                  </a:lnTo>
                  <a:lnTo>
                    <a:pt x="2616" y="2987"/>
                  </a:lnTo>
                  <a:lnTo>
                    <a:pt x="2619" y="3029"/>
                  </a:lnTo>
                  <a:lnTo>
                    <a:pt x="2621" y="3071"/>
                  </a:lnTo>
                  <a:lnTo>
                    <a:pt x="2619" y="3113"/>
                  </a:lnTo>
                  <a:lnTo>
                    <a:pt x="2616" y="3155"/>
                  </a:lnTo>
                  <a:lnTo>
                    <a:pt x="2610" y="3195"/>
                  </a:lnTo>
                  <a:lnTo>
                    <a:pt x="2602" y="3233"/>
                  </a:lnTo>
                  <a:lnTo>
                    <a:pt x="2591" y="3270"/>
                  </a:lnTo>
                  <a:lnTo>
                    <a:pt x="2580" y="3304"/>
                  </a:lnTo>
                  <a:lnTo>
                    <a:pt x="2565" y="3337"/>
                  </a:lnTo>
                  <a:lnTo>
                    <a:pt x="2550" y="3367"/>
                  </a:lnTo>
                  <a:lnTo>
                    <a:pt x="2533" y="3393"/>
                  </a:lnTo>
                  <a:lnTo>
                    <a:pt x="2514" y="3418"/>
                  </a:lnTo>
                  <a:lnTo>
                    <a:pt x="2494" y="3439"/>
                  </a:lnTo>
                  <a:lnTo>
                    <a:pt x="2473" y="3457"/>
                  </a:lnTo>
                  <a:lnTo>
                    <a:pt x="2452" y="3471"/>
                  </a:lnTo>
                  <a:lnTo>
                    <a:pt x="2428" y="3481"/>
                  </a:lnTo>
                  <a:lnTo>
                    <a:pt x="2405" y="3487"/>
                  </a:lnTo>
                  <a:lnTo>
                    <a:pt x="2380" y="3490"/>
                  </a:lnTo>
                  <a:lnTo>
                    <a:pt x="2356" y="3487"/>
                  </a:lnTo>
                  <a:lnTo>
                    <a:pt x="2332" y="3481"/>
                  </a:lnTo>
                  <a:lnTo>
                    <a:pt x="2310" y="3471"/>
                  </a:lnTo>
                  <a:lnTo>
                    <a:pt x="2288" y="3457"/>
                  </a:lnTo>
                  <a:lnTo>
                    <a:pt x="2267" y="3439"/>
                  </a:lnTo>
                  <a:lnTo>
                    <a:pt x="2248" y="3418"/>
                  </a:lnTo>
                  <a:lnTo>
                    <a:pt x="2229" y="3393"/>
                  </a:lnTo>
                  <a:lnTo>
                    <a:pt x="2212" y="3367"/>
                  </a:lnTo>
                  <a:lnTo>
                    <a:pt x="2196" y="3337"/>
                  </a:lnTo>
                  <a:lnTo>
                    <a:pt x="2182" y="3304"/>
                  </a:lnTo>
                  <a:lnTo>
                    <a:pt x="2171" y="3270"/>
                  </a:lnTo>
                  <a:lnTo>
                    <a:pt x="2160" y="3233"/>
                  </a:lnTo>
                  <a:lnTo>
                    <a:pt x="2152" y="3195"/>
                  </a:lnTo>
                  <a:lnTo>
                    <a:pt x="2146" y="3155"/>
                  </a:lnTo>
                  <a:lnTo>
                    <a:pt x="2142" y="3113"/>
                  </a:lnTo>
                  <a:lnTo>
                    <a:pt x="2141" y="3071"/>
                  </a:lnTo>
                  <a:lnTo>
                    <a:pt x="2142" y="3029"/>
                  </a:lnTo>
                  <a:lnTo>
                    <a:pt x="2146" y="2987"/>
                  </a:lnTo>
                  <a:lnTo>
                    <a:pt x="2152" y="2947"/>
                  </a:lnTo>
                  <a:lnTo>
                    <a:pt x="2160" y="2908"/>
                  </a:lnTo>
                  <a:lnTo>
                    <a:pt x="2171" y="2872"/>
                  </a:lnTo>
                  <a:lnTo>
                    <a:pt x="2182" y="2838"/>
                  </a:lnTo>
                  <a:lnTo>
                    <a:pt x="2196" y="2805"/>
                  </a:lnTo>
                  <a:lnTo>
                    <a:pt x="2212" y="2774"/>
                  </a:lnTo>
                  <a:lnTo>
                    <a:pt x="2229" y="2747"/>
                  </a:lnTo>
                  <a:lnTo>
                    <a:pt x="2248" y="2724"/>
                  </a:lnTo>
                  <a:lnTo>
                    <a:pt x="2267" y="2703"/>
                  </a:lnTo>
                  <a:lnTo>
                    <a:pt x="2288" y="2684"/>
                  </a:lnTo>
                  <a:lnTo>
                    <a:pt x="2310" y="2670"/>
                  </a:lnTo>
                  <a:lnTo>
                    <a:pt x="2332" y="2660"/>
                  </a:lnTo>
                  <a:lnTo>
                    <a:pt x="2356" y="2654"/>
                  </a:lnTo>
                  <a:lnTo>
                    <a:pt x="2380" y="2651"/>
                  </a:lnTo>
                  <a:close/>
                  <a:moveTo>
                    <a:pt x="2342" y="1355"/>
                  </a:moveTo>
                  <a:lnTo>
                    <a:pt x="2366" y="1357"/>
                  </a:lnTo>
                  <a:lnTo>
                    <a:pt x="2390" y="1363"/>
                  </a:lnTo>
                  <a:lnTo>
                    <a:pt x="2412" y="1373"/>
                  </a:lnTo>
                  <a:lnTo>
                    <a:pt x="2434" y="1387"/>
                  </a:lnTo>
                  <a:lnTo>
                    <a:pt x="2455" y="1405"/>
                  </a:lnTo>
                  <a:lnTo>
                    <a:pt x="2475" y="1426"/>
                  </a:lnTo>
                  <a:lnTo>
                    <a:pt x="2493" y="1451"/>
                  </a:lnTo>
                  <a:lnTo>
                    <a:pt x="2510" y="1478"/>
                  </a:lnTo>
                  <a:lnTo>
                    <a:pt x="2526" y="1507"/>
                  </a:lnTo>
                  <a:lnTo>
                    <a:pt x="2540" y="1540"/>
                  </a:lnTo>
                  <a:lnTo>
                    <a:pt x="2551" y="1574"/>
                  </a:lnTo>
                  <a:lnTo>
                    <a:pt x="2562" y="1611"/>
                  </a:lnTo>
                  <a:lnTo>
                    <a:pt x="2570" y="1649"/>
                  </a:lnTo>
                  <a:lnTo>
                    <a:pt x="2576" y="1689"/>
                  </a:lnTo>
                  <a:lnTo>
                    <a:pt x="2580" y="1731"/>
                  </a:lnTo>
                  <a:lnTo>
                    <a:pt x="2581" y="1773"/>
                  </a:lnTo>
                  <a:lnTo>
                    <a:pt x="2580" y="1815"/>
                  </a:lnTo>
                  <a:lnTo>
                    <a:pt x="2576" y="1858"/>
                  </a:lnTo>
                  <a:lnTo>
                    <a:pt x="2570" y="1897"/>
                  </a:lnTo>
                  <a:lnTo>
                    <a:pt x="2562" y="1936"/>
                  </a:lnTo>
                  <a:lnTo>
                    <a:pt x="2551" y="1972"/>
                  </a:lnTo>
                  <a:lnTo>
                    <a:pt x="2540" y="2008"/>
                  </a:lnTo>
                  <a:lnTo>
                    <a:pt x="2526" y="2039"/>
                  </a:lnTo>
                  <a:lnTo>
                    <a:pt x="2510" y="2070"/>
                  </a:lnTo>
                  <a:lnTo>
                    <a:pt x="2493" y="2097"/>
                  </a:lnTo>
                  <a:lnTo>
                    <a:pt x="2475" y="2121"/>
                  </a:lnTo>
                  <a:lnTo>
                    <a:pt x="2455" y="2142"/>
                  </a:lnTo>
                  <a:lnTo>
                    <a:pt x="2434" y="2160"/>
                  </a:lnTo>
                  <a:lnTo>
                    <a:pt x="2412" y="2174"/>
                  </a:lnTo>
                  <a:lnTo>
                    <a:pt x="2390" y="2185"/>
                  </a:lnTo>
                  <a:lnTo>
                    <a:pt x="2366" y="2191"/>
                  </a:lnTo>
                  <a:lnTo>
                    <a:pt x="2342" y="2193"/>
                  </a:lnTo>
                  <a:lnTo>
                    <a:pt x="2317" y="2191"/>
                  </a:lnTo>
                  <a:lnTo>
                    <a:pt x="2294" y="2185"/>
                  </a:lnTo>
                  <a:lnTo>
                    <a:pt x="2270" y="2174"/>
                  </a:lnTo>
                  <a:lnTo>
                    <a:pt x="2249" y="2160"/>
                  </a:lnTo>
                  <a:lnTo>
                    <a:pt x="2228" y="2142"/>
                  </a:lnTo>
                  <a:lnTo>
                    <a:pt x="2208" y="2121"/>
                  </a:lnTo>
                  <a:lnTo>
                    <a:pt x="2189" y="2097"/>
                  </a:lnTo>
                  <a:lnTo>
                    <a:pt x="2173" y="2070"/>
                  </a:lnTo>
                  <a:lnTo>
                    <a:pt x="2157" y="2039"/>
                  </a:lnTo>
                  <a:lnTo>
                    <a:pt x="2142" y="2008"/>
                  </a:lnTo>
                  <a:lnTo>
                    <a:pt x="2131" y="1972"/>
                  </a:lnTo>
                  <a:lnTo>
                    <a:pt x="2120" y="1936"/>
                  </a:lnTo>
                  <a:lnTo>
                    <a:pt x="2112" y="1897"/>
                  </a:lnTo>
                  <a:lnTo>
                    <a:pt x="2106" y="1858"/>
                  </a:lnTo>
                  <a:lnTo>
                    <a:pt x="2103" y="1815"/>
                  </a:lnTo>
                  <a:lnTo>
                    <a:pt x="2101" y="1773"/>
                  </a:lnTo>
                  <a:lnTo>
                    <a:pt x="2103" y="1731"/>
                  </a:lnTo>
                  <a:lnTo>
                    <a:pt x="2106" y="1689"/>
                  </a:lnTo>
                  <a:lnTo>
                    <a:pt x="2112" y="1649"/>
                  </a:lnTo>
                  <a:lnTo>
                    <a:pt x="2120" y="1611"/>
                  </a:lnTo>
                  <a:lnTo>
                    <a:pt x="2131" y="1574"/>
                  </a:lnTo>
                  <a:lnTo>
                    <a:pt x="2142" y="1540"/>
                  </a:lnTo>
                  <a:lnTo>
                    <a:pt x="2157" y="1507"/>
                  </a:lnTo>
                  <a:lnTo>
                    <a:pt x="2173" y="1478"/>
                  </a:lnTo>
                  <a:lnTo>
                    <a:pt x="2189" y="1451"/>
                  </a:lnTo>
                  <a:lnTo>
                    <a:pt x="2208" y="1426"/>
                  </a:lnTo>
                  <a:lnTo>
                    <a:pt x="2228" y="1405"/>
                  </a:lnTo>
                  <a:lnTo>
                    <a:pt x="2249" y="1387"/>
                  </a:lnTo>
                  <a:lnTo>
                    <a:pt x="2270" y="1373"/>
                  </a:lnTo>
                  <a:lnTo>
                    <a:pt x="2294" y="1363"/>
                  </a:lnTo>
                  <a:lnTo>
                    <a:pt x="2317" y="1357"/>
                  </a:lnTo>
                  <a:lnTo>
                    <a:pt x="2342" y="1355"/>
                  </a:lnTo>
                  <a:close/>
                  <a:moveTo>
                    <a:pt x="3179" y="819"/>
                  </a:moveTo>
                  <a:lnTo>
                    <a:pt x="3204" y="821"/>
                  </a:lnTo>
                  <a:lnTo>
                    <a:pt x="3227" y="827"/>
                  </a:lnTo>
                  <a:lnTo>
                    <a:pt x="3250" y="838"/>
                  </a:lnTo>
                  <a:lnTo>
                    <a:pt x="3272" y="852"/>
                  </a:lnTo>
                  <a:lnTo>
                    <a:pt x="3293" y="869"/>
                  </a:lnTo>
                  <a:lnTo>
                    <a:pt x="3312" y="890"/>
                  </a:lnTo>
                  <a:lnTo>
                    <a:pt x="3331" y="915"/>
                  </a:lnTo>
                  <a:lnTo>
                    <a:pt x="3348" y="942"/>
                  </a:lnTo>
                  <a:lnTo>
                    <a:pt x="3363" y="971"/>
                  </a:lnTo>
                  <a:lnTo>
                    <a:pt x="3377" y="1004"/>
                  </a:lnTo>
                  <a:lnTo>
                    <a:pt x="3389" y="1038"/>
                  </a:lnTo>
                  <a:lnTo>
                    <a:pt x="3400" y="1076"/>
                  </a:lnTo>
                  <a:lnTo>
                    <a:pt x="3408" y="1113"/>
                  </a:lnTo>
                  <a:lnTo>
                    <a:pt x="3414" y="1153"/>
                  </a:lnTo>
                  <a:lnTo>
                    <a:pt x="3417" y="1195"/>
                  </a:lnTo>
                  <a:lnTo>
                    <a:pt x="3418" y="1237"/>
                  </a:lnTo>
                  <a:lnTo>
                    <a:pt x="3417" y="1280"/>
                  </a:lnTo>
                  <a:lnTo>
                    <a:pt x="3414" y="1322"/>
                  </a:lnTo>
                  <a:lnTo>
                    <a:pt x="3408" y="1362"/>
                  </a:lnTo>
                  <a:lnTo>
                    <a:pt x="3400" y="1399"/>
                  </a:lnTo>
                  <a:lnTo>
                    <a:pt x="3389" y="1437"/>
                  </a:lnTo>
                  <a:lnTo>
                    <a:pt x="3377" y="1471"/>
                  </a:lnTo>
                  <a:lnTo>
                    <a:pt x="3363" y="1503"/>
                  </a:lnTo>
                  <a:lnTo>
                    <a:pt x="3348" y="1533"/>
                  </a:lnTo>
                  <a:lnTo>
                    <a:pt x="3331" y="1560"/>
                  </a:lnTo>
                  <a:lnTo>
                    <a:pt x="3312" y="1584"/>
                  </a:lnTo>
                  <a:lnTo>
                    <a:pt x="3293" y="1605"/>
                  </a:lnTo>
                  <a:lnTo>
                    <a:pt x="3272" y="1623"/>
                  </a:lnTo>
                  <a:lnTo>
                    <a:pt x="3250" y="1637"/>
                  </a:lnTo>
                  <a:lnTo>
                    <a:pt x="3227" y="1648"/>
                  </a:lnTo>
                  <a:lnTo>
                    <a:pt x="3204" y="1654"/>
                  </a:lnTo>
                  <a:lnTo>
                    <a:pt x="3179" y="1656"/>
                  </a:lnTo>
                  <a:lnTo>
                    <a:pt x="3155" y="1654"/>
                  </a:lnTo>
                  <a:lnTo>
                    <a:pt x="3131" y="1648"/>
                  </a:lnTo>
                  <a:lnTo>
                    <a:pt x="3108" y="1637"/>
                  </a:lnTo>
                  <a:lnTo>
                    <a:pt x="3087" y="1623"/>
                  </a:lnTo>
                  <a:lnTo>
                    <a:pt x="3066" y="1605"/>
                  </a:lnTo>
                  <a:lnTo>
                    <a:pt x="3046" y="1584"/>
                  </a:lnTo>
                  <a:lnTo>
                    <a:pt x="3027" y="1560"/>
                  </a:lnTo>
                  <a:lnTo>
                    <a:pt x="3011" y="1533"/>
                  </a:lnTo>
                  <a:lnTo>
                    <a:pt x="2994" y="1503"/>
                  </a:lnTo>
                  <a:lnTo>
                    <a:pt x="2980" y="1471"/>
                  </a:lnTo>
                  <a:lnTo>
                    <a:pt x="2968" y="1437"/>
                  </a:lnTo>
                  <a:lnTo>
                    <a:pt x="2958" y="1399"/>
                  </a:lnTo>
                  <a:lnTo>
                    <a:pt x="2950" y="1362"/>
                  </a:lnTo>
                  <a:lnTo>
                    <a:pt x="2944" y="1322"/>
                  </a:lnTo>
                  <a:lnTo>
                    <a:pt x="2940" y="1280"/>
                  </a:lnTo>
                  <a:lnTo>
                    <a:pt x="2939" y="1237"/>
                  </a:lnTo>
                  <a:lnTo>
                    <a:pt x="2940" y="1195"/>
                  </a:lnTo>
                  <a:lnTo>
                    <a:pt x="2944" y="1153"/>
                  </a:lnTo>
                  <a:lnTo>
                    <a:pt x="2950" y="1113"/>
                  </a:lnTo>
                  <a:lnTo>
                    <a:pt x="2958" y="1076"/>
                  </a:lnTo>
                  <a:lnTo>
                    <a:pt x="2968" y="1038"/>
                  </a:lnTo>
                  <a:lnTo>
                    <a:pt x="2980" y="1004"/>
                  </a:lnTo>
                  <a:lnTo>
                    <a:pt x="2994" y="971"/>
                  </a:lnTo>
                  <a:lnTo>
                    <a:pt x="3011" y="942"/>
                  </a:lnTo>
                  <a:lnTo>
                    <a:pt x="3027" y="915"/>
                  </a:lnTo>
                  <a:lnTo>
                    <a:pt x="3046" y="890"/>
                  </a:lnTo>
                  <a:lnTo>
                    <a:pt x="3066" y="869"/>
                  </a:lnTo>
                  <a:lnTo>
                    <a:pt x="3087" y="852"/>
                  </a:lnTo>
                  <a:lnTo>
                    <a:pt x="3108" y="838"/>
                  </a:lnTo>
                  <a:lnTo>
                    <a:pt x="3131" y="827"/>
                  </a:lnTo>
                  <a:lnTo>
                    <a:pt x="3155" y="821"/>
                  </a:lnTo>
                  <a:lnTo>
                    <a:pt x="3179" y="819"/>
                  </a:lnTo>
                  <a:close/>
                  <a:moveTo>
                    <a:pt x="3246" y="2144"/>
                  </a:moveTo>
                  <a:lnTo>
                    <a:pt x="3271" y="2146"/>
                  </a:lnTo>
                  <a:lnTo>
                    <a:pt x="3294" y="2152"/>
                  </a:lnTo>
                  <a:lnTo>
                    <a:pt x="3316" y="2162"/>
                  </a:lnTo>
                  <a:lnTo>
                    <a:pt x="3339" y="2176"/>
                  </a:lnTo>
                  <a:lnTo>
                    <a:pt x="3360" y="2194"/>
                  </a:lnTo>
                  <a:lnTo>
                    <a:pt x="3380" y="2215"/>
                  </a:lnTo>
                  <a:lnTo>
                    <a:pt x="3397" y="2240"/>
                  </a:lnTo>
                  <a:lnTo>
                    <a:pt x="3415" y="2267"/>
                  </a:lnTo>
                  <a:lnTo>
                    <a:pt x="3430" y="2296"/>
                  </a:lnTo>
                  <a:lnTo>
                    <a:pt x="3444" y="2329"/>
                  </a:lnTo>
                  <a:lnTo>
                    <a:pt x="3456" y="2363"/>
                  </a:lnTo>
                  <a:lnTo>
                    <a:pt x="3466" y="2400"/>
                  </a:lnTo>
                  <a:lnTo>
                    <a:pt x="3475" y="2438"/>
                  </a:lnTo>
                  <a:lnTo>
                    <a:pt x="3480" y="2478"/>
                  </a:lnTo>
                  <a:lnTo>
                    <a:pt x="3484" y="2520"/>
                  </a:lnTo>
                  <a:lnTo>
                    <a:pt x="3485" y="2562"/>
                  </a:lnTo>
                  <a:lnTo>
                    <a:pt x="3484" y="2604"/>
                  </a:lnTo>
                  <a:lnTo>
                    <a:pt x="3480" y="2647"/>
                  </a:lnTo>
                  <a:lnTo>
                    <a:pt x="3475" y="2686"/>
                  </a:lnTo>
                  <a:lnTo>
                    <a:pt x="3466" y="2725"/>
                  </a:lnTo>
                  <a:lnTo>
                    <a:pt x="3456" y="2762"/>
                  </a:lnTo>
                  <a:lnTo>
                    <a:pt x="3444" y="2796"/>
                  </a:lnTo>
                  <a:lnTo>
                    <a:pt x="3430" y="2828"/>
                  </a:lnTo>
                  <a:lnTo>
                    <a:pt x="3415" y="2858"/>
                  </a:lnTo>
                  <a:lnTo>
                    <a:pt x="3397" y="2886"/>
                  </a:lnTo>
                  <a:lnTo>
                    <a:pt x="3380" y="2909"/>
                  </a:lnTo>
                  <a:lnTo>
                    <a:pt x="3360" y="2930"/>
                  </a:lnTo>
                  <a:lnTo>
                    <a:pt x="3339" y="2949"/>
                  </a:lnTo>
                  <a:lnTo>
                    <a:pt x="3316" y="2963"/>
                  </a:lnTo>
                  <a:lnTo>
                    <a:pt x="3294" y="2974"/>
                  </a:lnTo>
                  <a:lnTo>
                    <a:pt x="3271" y="2980"/>
                  </a:lnTo>
                  <a:lnTo>
                    <a:pt x="3246" y="2982"/>
                  </a:lnTo>
                  <a:lnTo>
                    <a:pt x="3222" y="2980"/>
                  </a:lnTo>
                  <a:lnTo>
                    <a:pt x="3198" y="2974"/>
                  </a:lnTo>
                  <a:lnTo>
                    <a:pt x="3176" y="2963"/>
                  </a:lnTo>
                  <a:lnTo>
                    <a:pt x="3154" y="2949"/>
                  </a:lnTo>
                  <a:lnTo>
                    <a:pt x="3133" y="2930"/>
                  </a:lnTo>
                  <a:lnTo>
                    <a:pt x="3113" y="2909"/>
                  </a:lnTo>
                  <a:lnTo>
                    <a:pt x="3095" y="2886"/>
                  </a:lnTo>
                  <a:lnTo>
                    <a:pt x="3077" y="2858"/>
                  </a:lnTo>
                  <a:lnTo>
                    <a:pt x="3062" y="2828"/>
                  </a:lnTo>
                  <a:lnTo>
                    <a:pt x="3048" y="2796"/>
                  </a:lnTo>
                  <a:lnTo>
                    <a:pt x="3036" y="2762"/>
                  </a:lnTo>
                  <a:lnTo>
                    <a:pt x="3026" y="2725"/>
                  </a:lnTo>
                  <a:lnTo>
                    <a:pt x="3018" y="2686"/>
                  </a:lnTo>
                  <a:lnTo>
                    <a:pt x="3012" y="2647"/>
                  </a:lnTo>
                  <a:lnTo>
                    <a:pt x="3008" y="2604"/>
                  </a:lnTo>
                  <a:lnTo>
                    <a:pt x="3007" y="2562"/>
                  </a:lnTo>
                  <a:lnTo>
                    <a:pt x="3008" y="2520"/>
                  </a:lnTo>
                  <a:lnTo>
                    <a:pt x="3012" y="2478"/>
                  </a:lnTo>
                  <a:lnTo>
                    <a:pt x="3018" y="2438"/>
                  </a:lnTo>
                  <a:lnTo>
                    <a:pt x="3026" y="2400"/>
                  </a:lnTo>
                  <a:lnTo>
                    <a:pt x="3036" y="2363"/>
                  </a:lnTo>
                  <a:lnTo>
                    <a:pt x="3048" y="2329"/>
                  </a:lnTo>
                  <a:lnTo>
                    <a:pt x="3062" y="2296"/>
                  </a:lnTo>
                  <a:lnTo>
                    <a:pt x="3077" y="2267"/>
                  </a:lnTo>
                  <a:lnTo>
                    <a:pt x="3095" y="2240"/>
                  </a:lnTo>
                  <a:lnTo>
                    <a:pt x="3113" y="2215"/>
                  </a:lnTo>
                  <a:lnTo>
                    <a:pt x="3133" y="2194"/>
                  </a:lnTo>
                  <a:lnTo>
                    <a:pt x="3154" y="2176"/>
                  </a:lnTo>
                  <a:lnTo>
                    <a:pt x="3176" y="2162"/>
                  </a:lnTo>
                  <a:lnTo>
                    <a:pt x="3198" y="2152"/>
                  </a:lnTo>
                  <a:lnTo>
                    <a:pt x="3222" y="2146"/>
                  </a:lnTo>
                  <a:lnTo>
                    <a:pt x="3246" y="214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3394" name="Freeform 48"/>
            <p:cNvSpPr>
              <a:spLocks/>
            </p:cNvSpPr>
            <p:nvPr/>
          </p:nvSpPr>
          <p:spPr bwMode="auto">
            <a:xfrm>
              <a:off x="1267" y="1588"/>
              <a:ext cx="87" cy="52"/>
            </a:xfrm>
            <a:custGeom>
              <a:avLst/>
              <a:gdLst>
                <a:gd name="T0" fmla="*/ 3 w 437"/>
                <a:gd name="T1" fmla="*/ 2 h 260"/>
                <a:gd name="T2" fmla="*/ 3 w 437"/>
                <a:gd name="T3" fmla="*/ 2 h 260"/>
                <a:gd name="T4" fmla="*/ 3 w 437"/>
                <a:gd name="T5" fmla="*/ 2 h 260"/>
                <a:gd name="T6" fmla="*/ 3 w 437"/>
                <a:gd name="T7" fmla="*/ 2 h 260"/>
                <a:gd name="T8" fmla="*/ 3 w 437"/>
                <a:gd name="T9" fmla="*/ 1 h 260"/>
                <a:gd name="T10" fmla="*/ 3 w 437"/>
                <a:gd name="T11" fmla="*/ 1 h 260"/>
                <a:gd name="T12" fmla="*/ 3 w 437"/>
                <a:gd name="T13" fmla="*/ 1 h 260"/>
                <a:gd name="T14" fmla="*/ 3 w 437"/>
                <a:gd name="T15" fmla="*/ 1 h 260"/>
                <a:gd name="T16" fmla="*/ 3 w 437"/>
                <a:gd name="T17" fmla="*/ 1 h 260"/>
                <a:gd name="T18" fmla="*/ 2 w 437"/>
                <a:gd name="T19" fmla="*/ 1 h 260"/>
                <a:gd name="T20" fmla="*/ 2 w 437"/>
                <a:gd name="T21" fmla="*/ 0 h 260"/>
                <a:gd name="T22" fmla="*/ 2 w 437"/>
                <a:gd name="T23" fmla="*/ 0 h 260"/>
                <a:gd name="T24" fmla="*/ 2 w 437"/>
                <a:gd name="T25" fmla="*/ 0 h 260"/>
                <a:gd name="T26" fmla="*/ 1 w 437"/>
                <a:gd name="T27" fmla="*/ 0 h 260"/>
                <a:gd name="T28" fmla="*/ 1 w 437"/>
                <a:gd name="T29" fmla="*/ 0 h 260"/>
                <a:gd name="T30" fmla="*/ 1 w 437"/>
                <a:gd name="T31" fmla="*/ 0 h 260"/>
                <a:gd name="T32" fmla="*/ 0 w 437"/>
                <a:gd name="T33" fmla="*/ 0 h 260"/>
                <a:gd name="T34" fmla="*/ 0 w 437"/>
                <a:gd name="T35" fmla="*/ 0 h 260"/>
                <a:gd name="T36" fmla="*/ 0 w 437"/>
                <a:gd name="T37" fmla="*/ 0 h 260"/>
                <a:gd name="T38" fmla="*/ 0 w 437"/>
                <a:gd name="T39" fmla="*/ 0 h 260"/>
                <a:gd name="T40" fmla="*/ 1 w 437"/>
                <a:gd name="T41" fmla="*/ 0 h 260"/>
                <a:gd name="T42" fmla="*/ 1 w 437"/>
                <a:gd name="T43" fmla="*/ 0 h 260"/>
                <a:gd name="T44" fmla="*/ 1 w 437"/>
                <a:gd name="T45" fmla="*/ 0 h 260"/>
                <a:gd name="T46" fmla="*/ 2 w 437"/>
                <a:gd name="T47" fmla="*/ 0 h 260"/>
                <a:gd name="T48" fmla="*/ 2 w 437"/>
                <a:gd name="T49" fmla="*/ 0 h 260"/>
                <a:gd name="T50" fmla="*/ 2 w 437"/>
                <a:gd name="T51" fmla="*/ 1 h 260"/>
                <a:gd name="T52" fmla="*/ 2 w 437"/>
                <a:gd name="T53" fmla="*/ 1 h 260"/>
                <a:gd name="T54" fmla="*/ 3 w 437"/>
                <a:gd name="T55" fmla="*/ 1 h 260"/>
                <a:gd name="T56" fmla="*/ 3 w 437"/>
                <a:gd name="T57" fmla="*/ 1 h 260"/>
                <a:gd name="T58" fmla="*/ 3 w 437"/>
                <a:gd name="T59" fmla="*/ 1 h 260"/>
                <a:gd name="T60" fmla="*/ 3 w 437"/>
                <a:gd name="T61" fmla="*/ 1 h 260"/>
                <a:gd name="T62" fmla="*/ 3 w 437"/>
                <a:gd name="T63" fmla="*/ 1 h 260"/>
                <a:gd name="T64" fmla="*/ 3 w 437"/>
                <a:gd name="T65" fmla="*/ 2 h 260"/>
                <a:gd name="T66" fmla="*/ 3 w 437"/>
                <a:gd name="T67" fmla="*/ 2 h 260"/>
                <a:gd name="T68" fmla="*/ 3 w 437"/>
                <a:gd name="T69" fmla="*/ 2 h 260"/>
                <a:gd name="T70" fmla="*/ 3 w 437"/>
                <a:gd name="T71" fmla="*/ 2 h 260"/>
                <a:gd name="T72" fmla="*/ 3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437" y="260"/>
                  </a:moveTo>
                  <a:lnTo>
                    <a:pt x="437" y="260"/>
                  </a:lnTo>
                  <a:lnTo>
                    <a:pt x="434" y="233"/>
                  </a:lnTo>
                  <a:lnTo>
                    <a:pt x="427" y="206"/>
                  </a:lnTo>
                  <a:lnTo>
                    <a:pt x="417" y="181"/>
                  </a:lnTo>
                  <a:lnTo>
                    <a:pt x="401" y="157"/>
                  </a:lnTo>
                  <a:lnTo>
                    <a:pt x="383" y="133"/>
                  </a:lnTo>
                  <a:lnTo>
                    <a:pt x="360" y="113"/>
                  </a:lnTo>
                  <a:lnTo>
                    <a:pt x="336" y="93"/>
                  </a:lnTo>
                  <a:lnTo>
                    <a:pt x="308" y="73"/>
                  </a:lnTo>
                  <a:lnTo>
                    <a:pt x="276" y="58"/>
                  </a:lnTo>
                  <a:lnTo>
                    <a:pt x="242" y="43"/>
                  </a:lnTo>
                  <a:lnTo>
                    <a:pt x="207" y="30"/>
                  </a:lnTo>
                  <a:lnTo>
                    <a:pt x="168" y="19"/>
                  </a:lnTo>
                  <a:lnTo>
                    <a:pt x="128" y="11"/>
                  </a:lnTo>
                  <a:lnTo>
                    <a:pt x="87" y="4"/>
                  </a:lnTo>
                  <a:lnTo>
                    <a:pt x="43" y="1"/>
                  </a:lnTo>
                  <a:lnTo>
                    <a:pt x="0" y="0"/>
                  </a:lnTo>
                  <a:lnTo>
                    <a:pt x="0" y="11"/>
                  </a:lnTo>
                  <a:lnTo>
                    <a:pt x="43" y="12"/>
                  </a:lnTo>
                  <a:lnTo>
                    <a:pt x="85" y="16"/>
                  </a:lnTo>
                  <a:lnTo>
                    <a:pt x="126" y="23"/>
                  </a:lnTo>
                  <a:lnTo>
                    <a:pt x="166" y="31"/>
                  </a:lnTo>
                  <a:lnTo>
                    <a:pt x="202" y="42"/>
                  </a:lnTo>
                  <a:lnTo>
                    <a:pt x="237" y="55"/>
                  </a:lnTo>
                  <a:lnTo>
                    <a:pt x="271" y="70"/>
                  </a:lnTo>
                  <a:lnTo>
                    <a:pt x="301" y="85"/>
                  </a:lnTo>
                  <a:lnTo>
                    <a:pt x="329" y="103"/>
                  </a:lnTo>
                  <a:lnTo>
                    <a:pt x="353" y="123"/>
                  </a:lnTo>
                  <a:lnTo>
                    <a:pt x="373" y="143"/>
                  </a:lnTo>
                  <a:lnTo>
                    <a:pt x="392" y="164"/>
                  </a:lnTo>
                  <a:lnTo>
                    <a:pt x="405" y="186"/>
                  </a:lnTo>
                  <a:lnTo>
                    <a:pt x="415" y="211"/>
                  </a:lnTo>
                  <a:lnTo>
                    <a:pt x="422" y="235"/>
                  </a:lnTo>
                  <a:lnTo>
                    <a:pt x="425" y="260"/>
                  </a:lnTo>
                  <a:lnTo>
                    <a:pt x="437"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3395" name="Freeform 49"/>
            <p:cNvSpPr>
              <a:spLocks/>
            </p:cNvSpPr>
            <p:nvPr/>
          </p:nvSpPr>
          <p:spPr bwMode="auto">
            <a:xfrm>
              <a:off x="1267" y="1640"/>
              <a:ext cx="87" cy="52"/>
            </a:xfrm>
            <a:custGeom>
              <a:avLst/>
              <a:gdLst>
                <a:gd name="T0" fmla="*/ 0 w 437"/>
                <a:gd name="T1" fmla="*/ 2 h 260"/>
                <a:gd name="T2" fmla="*/ 0 w 437"/>
                <a:gd name="T3" fmla="*/ 2 h 260"/>
                <a:gd name="T4" fmla="*/ 0 w 437"/>
                <a:gd name="T5" fmla="*/ 2 h 260"/>
                <a:gd name="T6" fmla="*/ 1 w 437"/>
                <a:gd name="T7" fmla="*/ 2 h 260"/>
                <a:gd name="T8" fmla="*/ 1 w 437"/>
                <a:gd name="T9" fmla="*/ 2 h 260"/>
                <a:gd name="T10" fmla="*/ 1 w 437"/>
                <a:gd name="T11" fmla="*/ 2 h 260"/>
                <a:gd name="T12" fmla="*/ 2 w 437"/>
                <a:gd name="T13" fmla="*/ 2 h 260"/>
                <a:gd name="T14" fmla="*/ 2 w 437"/>
                <a:gd name="T15" fmla="*/ 2 h 260"/>
                <a:gd name="T16" fmla="*/ 2 w 437"/>
                <a:gd name="T17" fmla="*/ 2 h 260"/>
                <a:gd name="T18" fmla="*/ 2 w 437"/>
                <a:gd name="T19" fmla="*/ 1 h 260"/>
                <a:gd name="T20" fmla="*/ 3 w 437"/>
                <a:gd name="T21" fmla="*/ 1 h 260"/>
                <a:gd name="T22" fmla="*/ 3 w 437"/>
                <a:gd name="T23" fmla="*/ 1 h 260"/>
                <a:gd name="T24" fmla="*/ 3 w 437"/>
                <a:gd name="T25" fmla="*/ 1 h 260"/>
                <a:gd name="T26" fmla="*/ 3 w 437"/>
                <a:gd name="T27" fmla="*/ 1 h 260"/>
                <a:gd name="T28" fmla="*/ 3 w 437"/>
                <a:gd name="T29" fmla="*/ 1 h 260"/>
                <a:gd name="T30" fmla="*/ 3 w 437"/>
                <a:gd name="T31" fmla="*/ 0 h 260"/>
                <a:gd name="T32" fmla="*/ 3 w 437"/>
                <a:gd name="T33" fmla="*/ 0 h 260"/>
                <a:gd name="T34" fmla="*/ 3 w 437"/>
                <a:gd name="T35" fmla="*/ 0 h 260"/>
                <a:gd name="T36" fmla="*/ 3 w 437"/>
                <a:gd name="T37" fmla="*/ 0 h 260"/>
                <a:gd name="T38" fmla="*/ 3 w 437"/>
                <a:gd name="T39" fmla="*/ 0 h 260"/>
                <a:gd name="T40" fmla="*/ 3 w 437"/>
                <a:gd name="T41" fmla="*/ 0 h 260"/>
                <a:gd name="T42" fmla="*/ 3 w 437"/>
                <a:gd name="T43" fmla="*/ 1 h 260"/>
                <a:gd name="T44" fmla="*/ 3 w 437"/>
                <a:gd name="T45" fmla="*/ 1 h 260"/>
                <a:gd name="T46" fmla="*/ 3 w 437"/>
                <a:gd name="T47" fmla="*/ 1 h 260"/>
                <a:gd name="T48" fmla="*/ 3 w 437"/>
                <a:gd name="T49" fmla="*/ 1 h 260"/>
                <a:gd name="T50" fmla="*/ 3 w 437"/>
                <a:gd name="T51" fmla="*/ 1 h 260"/>
                <a:gd name="T52" fmla="*/ 2 w 437"/>
                <a:gd name="T53" fmla="*/ 1 h 260"/>
                <a:gd name="T54" fmla="*/ 2 w 437"/>
                <a:gd name="T55" fmla="*/ 2 h 260"/>
                <a:gd name="T56" fmla="*/ 2 w 437"/>
                <a:gd name="T57" fmla="*/ 2 h 260"/>
                <a:gd name="T58" fmla="*/ 2 w 437"/>
                <a:gd name="T59" fmla="*/ 2 h 260"/>
                <a:gd name="T60" fmla="*/ 1 w 437"/>
                <a:gd name="T61" fmla="*/ 2 h 260"/>
                <a:gd name="T62" fmla="*/ 1 w 437"/>
                <a:gd name="T63" fmla="*/ 2 h 260"/>
                <a:gd name="T64" fmla="*/ 1 w 437"/>
                <a:gd name="T65" fmla="*/ 2 h 260"/>
                <a:gd name="T66" fmla="*/ 0 w 437"/>
                <a:gd name="T67" fmla="*/ 2 h 260"/>
                <a:gd name="T68" fmla="*/ 0 w 437"/>
                <a:gd name="T69" fmla="*/ 2 h 260"/>
                <a:gd name="T70" fmla="*/ 0 w 437"/>
                <a:gd name="T71" fmla="*/ 2 h 260"/>
                <a:gd name="T72" fmla="*/ 0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0" y="260"/>
                  </a:moveTo>
                  <a:lnTo>
                    <a:pt x="0" y="260"/>
                  </a:lnTo>
                  <a:lnTo>
                    <a:pt x="43" y="259"/>
                  </a:lnTo>
                  <a:lnTo>
                    <a:pt x="87" y="255"/>
                  </a:lnTo>
                  <a:lnTo>
                    <a:pt x="128" y="248"/>
                  </a:lnTo>
                  <a:lnTo>
                    <a:pt x="168" y="240"/>
                  </a:lnTo>
                  <a:lnTo>
                    <a:pt x="207" y="230"/>
                  </a:lnTo>
                  <a:lnTo>
                    <a:pt x="242" y="217"/>
                  </a:lnTo>
                  <a:lnTo>
                    <a:pt x="276" y="202"/>
                  </a:lnTo>
                  <a:lnTo>
                    <a:pt x="308" y="185"/>
                  </a:lnTo>
                  <a:lnTo>
                    <a:pt x="336" y="166"/>
                  </a:lnTo>
                  <a:lnTo>
                    <a:pt x="360" y="146"/>
                  </a:lnTo>
                  <a:lnTo>
                    <a:pt x="383" y="125"/>
                  </a:lnTo>
                  <a:lnTo>
                    <a:pt x="401" y="102"/>
                  </a:lnTo>
                  <a:lnTo>
                    <a:pt x="417" y="77"/>
                  </a:lnTo>
                  <a:lnTo>
                    <a:pt x="427" y="53"/>
                  </a:lnTo>
                  <a:lnTo>
                    <a:pt x="434" y="27"/>
                  </a:lnTo>
                  <a:lnTo>
                    <a:pt x="437" y="0"/>
                  </a:lnTo>
                  <a:lnTo>
                    <a:pt x="425" y="0"/>
                  </a:lnTo>
                  <a:lnTo>
                    <a:pt x="422" y="24"/>
                  </a:lnTo>
                  <a:lnTo>
                    <a:pt x="415" y="48"/>
                  </a:lnTo>
                  <a:lnTo>
                    <a:pt x="405" y="73"/>
                  </a:lnTo>
                  <a:lnTo>
                    <a:pt x="392" y="95"/>
                  </a:lnTo>
                  <a:lnTo>
                    <a:pt x="373" y="116"/>
                  </a:lnTo>
                  <a:lnTo>
                    <a:pt x="353" y="137"/>
                  </a:lnTo>
                  <a:lnTo>
                    <a:pt x="329" y="157"/>
                  </a:lnTo>
                  <a:lnTo>
                    <a:pt x="301" y="173"/>
                  </a:lnTo>
                  <a:lnTo>
                    <a:pt x="271" y="190"/>
                  </a:lnTo>
                  <a:lnTo>
                    <a:pt x="237" y="205"/>
                  </a:lnTo>
                  <a:lnTo>
                    <a:pt x="202" y="218"/>
                  </a:lnTo>
                  <a:lnTo>
                    <a:pt x="166" y="228"/>
                  </a:lnTo>
                  <a:lnTo>
                    <a:pt x="126" y="237"/>
                  </a:lnTo>
                  <a:lnTo>
                    <a:pt x="85" y="244"/>
                  </a:lnTo>
                  <a:lnTo>
                    <a:pt x="43" y="247"/>
                  </a:lnTo>
                  <a:lnTo>
                    <a:pt x="0" y="248"/>
                  </a:lnTo>
                  <a:lnTo>
                    <a:pt x="0"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3396" name="Freeform 50"/>
            <p:cNvSpPr>
              <a:spLocks/>
            </p:cNvSpPr>
            <p:nvPr/>
          </p:nvSpPr>
          <p:spPr bwMode="auto">
            <a:xfrm>
              <a:off x="1179" y="1640"/>
              <a:ext cx="88" cy="52"/>
            </a:xfrm>
            <a:custGeom>
              <a:avLst/>
              <a:gdLst>
                <a:gd name="T0" fmla="*/ 0 w 439"/>
                <a:gd name="T1" fmla="*/ 0 h 260"/>
                <a:gd name="T2" fmla="*/ 0 w 439"/>
                <a:gd name="T3" fmla="*/ 0 h 260"/>
                <a:gd name="T4" fmla="*/ 0 w 439"/>
                <a:gd name="T5" fmla="*/ 0 h 260"/>
                <a:gd name="T6" fmla="*/ 0 w 439"/>
                <a:gd name="T7" fmla="*/ 0 h 260"/>
                <a:gd name="T8" fmla="*/ 0 w 439"/>
                <a:gd name="T9" fmla="*/ 1 h 260"/>
                <a:gd name="T10" fmla="*/ 0 w 439"/>
                <a:gd name="T11" fmla="*/ 1 h 260"/>
                <a:gd name="T12" fmla="*/ 0 w 439"/>
                <a:gd name="T13" fmla="*/ 1 h 260"/>
                <a:gd name="T14" fmla="*/ 1 w 439"/>
                <a:gd name="T15" fmla="*/ 1 h 260"/>
                <a:gd name="T16" fmla="*/ 1 w 439"/>
                <a:gd name="T17" fmla="*/ 1 h 260"/>
                <a:gd name="T18" fmla="*/ 1 w 439"/>
                <a:gd name="T19" fmla="*/ 1 h 260"/>
                <a:gd name="T20" fmla="*/ 1 w 439"/>
                <a:gd name="T21" fmla="*/ 2 h 260"/>
                <a:gd name="T22" fmla="*/ 2 w 439"/>
                <a:gd name="T23" fmla="*/ 2 h 260"/>
                <a:gd name="T24" fmla="*/ 2 w 439"/>
                <a:gd name="T25" fmla="*/ 2 h 260"/>
                <a:gd name="T26" fmla="*/ 2 w 439"/>
                <a:gd name="T27" fmla="*/ 2 h 260"/>
                <a:gd name="T28" fmla="*/ 2 w 439"/>
                <a:gd name="T29" fmla="*/ 2 h 260"/>
                <a:gd name="T30" fmla="*/ 3 w 439"/>
                <a:gd name="T31" fmla="*/ 2 h 260"/>
                <a:gd name="T32" fmla="*/ 3 w 439"/>
                <a:gd name="T33" fmla="*/ 2 h 260"/>
                <a:gd name="T34" fmla="*/ 4 w 439"/>
                <a:gd name="T35" fmla="*/ 2 h 260"/>
                <a:gd name="T36" fmla="*/ 4 w 439"/>
                <a:gd name="T37" fmla="*/ 2 h 260"/>
                <a:gd name="T38" fmla="*/ 3 w 439"/>
                <a:gd name="T39" fmla="*/ 2 h 260"/>
                <a:gd name="T40" fmla="*/ 3 w 439"/>
                <a:gd name="T41" fmla="*/ 2 h 260"/>
                <a:gd name="T42" fmla="*/ 3 w 439"/>
                <a:gd name="T43" fmla="*/ 2 h 260"/>
                <a:gd name="T44" fmla="*/ 2 w 439"/>
                <a:gd name="T45" fmla="*/ 2 h 260"/>
                <a:gd name="T46" fmla="*/ 2 w 439"/>
                <a:gd name="T47" fmla="*/ 2 h 260"/>
                <a:gd name="T48" fmla="*/ 2 w 439"/>
                <a:gd name="T49" fmla="*/ 2 h 260"/>
                <a:gd name="T50" fmla="*/ 1 w 439"/>
                <a:gd name="T51" fmla="*/ 2 h 260"/>
                <a:gd name="T52" fmla="*/ 1 w 439"/>
                <a:gd name="T53" fmla="*/ 1 h 260"/>
                <a:gd name="T54" fmla="*/ 1 w 439"/>
                <a:gd name="T55" fmla="*/ 1 h 260"/>
                <a:gd name="T56" fmla="*/ 1 w 439"/>
                <a:gd name="T57" fmla="*/ 1 h 260"/>
                <a:gd name="T58" fmla="*/ 1 w 439"/>
                <a:gd name="T59" fmla="*/ 1 h 260"/>
                <a:gd name="T60" fmla="*/ 0 w 439"/>
                <a:gd name="T61" fmla="*/ 1 h 260"/>
                <a:gd name="T62" fmla="*/ 0 w 439"/>
                <a:gd name="T63" fmla="*/ 1 h 260"/>
                <a:gd name="T64" fmla="*/ 0 w 439"/>
                <a:gd name="T65" fmla="*/ 0 h 260"/>
                <a:gd name="T66" fmla="*/ 0 w 439"/>
                <a:gd name="T67" fmla="*/ 0 h 260"/>
                <a:gd name="T68" fmla="*/ 0 w 439"/>
                <a:gd name="T69" fmla="*/ 0 h 260"/>
                <a:gd name="T70" fmla="*/ 0 w 439"/>
                <a:gd name="T71" fmla="*/ 0 h 260"/>
                <a:gd name="T72" fmla="*/ 0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0" y="0"/>
                  </a:moveTo>
                  <a:lnTo>
                    <a:pt x="0" y="0"/>
                  </a:lnTo>
                  <a:lnTo>
                    <a:pt x="3" y="27"/>
                  </a:lnTo>
                  <a:lnTo>
                    <a:pt x="10" y="53"/>
                  </a:lnTo>
                  <a:lnTo>
                    <a:pt x="20" y="77"/>
                  </a:lnTo>
                  <a:lnTo>
                    <a:pt x="35" y="102"/>
                  </a:lnTo>
                  <a:lnTo>
                    <a:pt x="54" y="125"/>
                  </a:lnTo>
                  <a:lnTo>
                    <a:pt x="76" y="146"/>
                  </a:lnTo>
                  <a:lnTo>
                    <a:pt x="102" y="166"/>
                  </a:lnTo>
                  <a:lnTo>
                    <a:pt x="130" y="185"/>
                  </a:lnTo>
                  <a:lnTo>
                    <a:pt x="162" y="202"/>
                  </a:lnTo>
                  <a:lnTo>
                    <a:pt x="195" y="217"/>
                  </a:lnTo>
                  <a:lnTo>
                    <a:pt x="231" y="230"/>
                  </a:lnTo>
                  <a:lnTo>
                    <a:pt x="270" y="240"/>
                  </a:lnTo>
                  <a:lnTo>
                    <a:pt x="310" y="248"/>
                  </a:lnTo>
                  <a:lnTo>
                    <a:pt x="351" y="255"/>
                  </a:lnTo>
                  <a:lnTo>
                    <a:pt x="395" y="259"/>
                  </a:lnTo>
                  <a:lnTo>
                    <a:pt x="439" y="260"/>
                  </a:lnTo>
                  <a:lnTo>
                    <a:pt x="439" y="248"/>
                  </a:lnTo>
                  <a:lnTo>
                    <a:pt x="395" y="247"/>
                  </a:lnTo>
                  <a:lnTo>
                    <a:pt x="353" y="244"/>
                  </a:lnTo>
                  <a:lnTo>
                    <a:pt x="312" y="237"/>
                  </a:lnTo>
                  <a:lnTo>
                    <a:pt x="272" y="228"/>
                  </a:lnTo>
                  <a:lnTo>
                    <a:pt x="236" y="218"/>
                  </a:lnTo>
                  <a:lnTo>
                    <a:pt x="200" y="205"/>
                  </a:lnTo>
                  <a:lnTo>
                    <a:pt x="167" y="190"/>
                  </a:lnTo>
                  <a:lnTo>
                    <a:pt x="137" y="173"/>
                  </a:lnTo>
                  <a:lnTo>
                    <a:pt x="109" y="157"/>
                  </a:lnTo>
                  <a:lnTo>
                    <a:pt x="84" y="137"/>
                  </a:lnTo>
                  <a:lnTo>
                    <a:pt x="64" y="116"/>
                  </a:lnTo>
                  <a:lnTo>
                    <a:pt x="45" y="95"/>
                  </a:lnTo>
                  <a:lnTo>
                    <a:pt x="32" y="73"/>
                  </a:lnTo>
                  <a:lnTo>
                    <a:pt x="21" y="48"/>
                  </a:lnTo>
                  <a:lnTo>
                    <a:pt x="14" y="24"/>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3397" name="Freeform 51"/>
            <p:cNvSpPr>
              <a:spLocks/>
            </p:cNvSpPr>
            <p:nvPr/>
          </p:nvSpPr>
          <p:spPr bwMode="auto">
            <a:xfrm>
              <a:off x="1179" y="1588"/>
              <a:ext cx="88" cy="52"/>
            </a:xfrm>
            <a:custGeom>
              <a:avLst/>
              <a:gdLst>
                <a:gd name="T0" fmla="*/ 4 w 439"/>
                <a:gd name="T1" fmla="*/ 0 h 260"/>
                <a:gd name="T2" fmla="*/ 4 w 439"/>
                <a:gd name="T3" fmla="*/ 0 h 260"/>
                <a:gd name="T4" fmla="*/ 3 w 439"/>
                <a:gd name="T5" fmla="*/ 0 h 260"/>
                <a:gd name="T6" fmla="*/ 3 w 439"/>
                <a:gd name="T7" fmla="*/ 0 h 260"/>
                <a:gd name="T8" fmla="*/ 2 w 439"/>
                <a:gd name="T9" fmla="*/ 0 h 260"/>
                <a:gd name="T10" fmla="*/ 2 w 439"/>
                <a:gd name="T11" fmla="*/ 0 h 260"/>
                <a:gd name="T12" fmla="*/ 2 w 439"/>
                <a:gd name="T13" fmla="*/ 0 h 260"/>
                <a:gd name="T14" fmla="*/ 2 w 439"/>
                <a:gd name="T15" fmla="*/ 0 h 260"/>
                <a:gd name="T16" fmla="*/ 1 w 439"/>
                <a:gd name="T17" fmla="*/ 0 h 260"/>
                <a:gd name="T18" fmla="*/ 1 w 439"/>
                <a:gd name="T19" fmla="*/ 1 h 260"/>
                <a:gd name="T20" fmla="*/ 1 w 439"/>
                <a:gd name="T21" fmla="*/ 1 h 260"/>
                <a:gd name="T22" fmla="*/ 1 w 439"/>
                <a:gd name="T23" fmla="*/ 1 h 260"/>
                <a:gd name="T24" fmla="*/ 0 w 439"/>
                <a:gd name="T25" fmla="*/ 1 h 260"/>
                <a:gd name="T26" fmla="*/ 0 w 439"/>
                <a:gd name="T27" fmla="*/ 1 h 260"/>
                <a:gd name="T28" fmla="*/ 0 w 439"/>
                <a:gd name="T29" fmla="*/ 1 h 260"/>
                <a:gd name="T30" fmla="*/ 0 w 439"/>
                <a:gd name="T31" fmla="*/ 2 h 260"/>
                <a:gd name="T32" fmla="*/ 0 w 439"/>
                <a:gd name="T33" fmla="*/ 2 h 260"/>
                <a:gd name="T34" fmla="*/ 0 w 439"/>
                <a:gd name="T35" fmla="*/ 2 h 260"/>
                <a:gd name="T36" fmla="*/ 0 w 439"/>
                <a:gd name="T37" fmla="*/ 2 h 260"/>
                <a:gd name="T38" fmla="*/ 0 w 439"/>
                <a:gd name="T39" fmla="*/ 2 h 260"/>
                <a:gd name="T40" fmla="*/ 0 w 439"/>
                <a:gd name="T41" fmla="*/ 2 h 260"/>
                <a:gd name="T42" fmla="*/ 0 w 439"/>
                <a:gd name="T43" fmla="*/ 1 h 260"/>
                <a:gd name="T44" fmla="*/ 0 w 439"/>
                <a:gd name="T45" fmla="*/ 1 h 260"/>
                <a:gd name="T46" fmla="*/ 1 w 439"/>
                <a:gd name="T47" fmla="*/ 1 h 260"/>
                <a:gd name="T48" fmla="*/ 1 w 439"/>
                <a:gd name="T49" fmla="*/ 1 h 260"/>
                <a:gd name="T50" fmla="*/ 1 w 439"/>
                <a:gd name="T51" fmla="*/ 1 h 260"/>
                <a:gd name="T52" fmla="*/ 1 w 439"/>
                <a:gd name="T53" fmla="*/ 1 h 260"/>
                <a:gd name="T54" fmla="*/ 1 w 439"/>
                <a:gd name="T55" fmla="*/ 1 h 260"/>
                <a:gd name="T56" fmla="*/ 2 w 439"/>
                <a:gd name="T57" fmla="*/ 0 h 260"/>
                <a:gd name="T58" fmla="*/ 2 w 439"/>
                <a:gd name="T59" fmla="*/ 0 h 260"/>
                <a:gd name="T60" fmla="*/ 2 w 439"/>
                <a:gd name="T61" fmla="*/ 0 h 260"/>
                <a:gd name="T62" fmla="*/ 3 w 439"/>
                <a:gd name="T63" fmla="*/ 0 h 260"/>
                <a:gd name="T64" fmla="*/ 3 w 439"/>
                <a:gd name="T65" fmla="*/ 0 h 260"/>
                <a:gd name="T66" fmla="*/ 3 w 439"/>
                <a:gd name="T67" fmla="*/ 0 h 260"/>
                <a:gd name="T68" fmla="*/ 4 w 439"/>
                <a:gd name="T69" fmla="*/ 0 h 260"/>
                <a:gd name="T70" fmla="*/ 4 w 439"/>
                <a:gd name="T71" fmla="*/ 0 h 260"/>
                <a:gd name="T72" fmla="*/ 4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439" y="0"/>
                  </a:moveTo>
                  <a:lnTo>
                    <a:pt x="439" y="0"/>
                  </a:lnTo>
                  <a:lnTo>
                    <a:pt x="395" y="1"/>
                  </a:lnTo>
                  <a:lnTo>
                    <a:pt x="351" y="4"/>
                  </a:lnTo>
                  <a:lnTo>
                    <a:pt x="310" y="11"/>
                  </a:lnTo>
                  <a:lnTo>
                    <a:pt x="270" y="19"/>
                  </a:lnTo>
                  <a:lnTo>
                    <a:pt x="231" y="30"/>
                  </a:lnTo>
                  <a:lnTo>
                    <a:pt x="195" y="43"/>
                  </a:lnTo>
                  <a:lnTo>
                    <a:pt x="162" y="58"/>
                  </a:lnTo>
                  <a:lnTo>
                    <a:pt x="130" y="73"/>
                  </a:lnTo>
                  <a:lnTo>
                    <a:pt x="102" y="93"/>
                  </a:lnTo>
                  <a:lnTo>
                    <a:pt x="76" y="113"/>
                  </a:lnTo>
                  <a:lnTo>
                    <a:pt x="54" y="133"/>
                  </a:lnTo>
                  <a:lnTo>
                    <a:pt x="35" y="157"/>
                  </a:lnTo>
                  <a:lnTo>
                    <a:pt x="20" y="181"/>
                  </a:lnTo>
                  <a:lnTo>
                    <a:pt x="10" y="206"/>
                  </a:lnTo>
                  <a:lnTo>
                    <a:pt x="3" y="233"/>
                  </a:lnTo>
                  <a:lnTo>
                    <a:pt x="0" y="260"/>
                  </a:lnTo>
                  <a:lnTo>
                    <a:pt x="12" y="260"/>
                  </a:lnTo>
                  <a:lnTo>
                    <a:pt x="14" y="235"/>
                  </a:lnTo>
                  <a:lnTo>
                    <a:pt x="21" y="211"/>
                  </a:lnTo>
                  <a:lnTo>
                    <a:pt x="32" y="186"/>
                  </a:lnTo>
                  <a:lnTo>
                    <a:pt x="45" y="164"/>
                  </a:lnTo>
                  <a:lnTo>
                    <a:pt x="64" y="143"/>
                  </a:lnTo>
                  <a:lnTo>
                    <a:pt x="84" y="123"/>
                  </a:lnTo>
                  <a:lnTo>
                    <a:pt x="109" y="103"/>
                  </a:lnTo>
                  <a:lnTo>
                    <a:pt x="137" y="85"/>
                  </a:lnTo>
                  <a:lnTo>
                    <a:pt x="167" y="70"/>
                  </a:lnTo>
                  <a:lnTo>
                    <a:pt x="200" y="55"/>
                  </a:lnTo>
                  <a:lnTo>
                    <a:pt x="236" y="42"/>
                  </a:lnTo>
                  <a:lnTo>
                    <a:pt x="272" y="31"/>
                  </a:lnTo>
                  <a:lnTo>
                    <a:pt x="312" y="23"/>
                  </a:lnTo>
                  <a:lnTo>
                    <a:pt x="353" y="16"/>
                  </a:lnTo>
                  <a:lnTo>
                    <a:pt x="395" y="12"/>
                  </a:lnTo>
                  <a:lnTo>
                    <a:pt x="439" y="11"/>
                  </a:lnTo>
                  <a:lnTo>
                    <a:pt x="439"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3398" name="Freeform 52"/>
            <p:cNvSpPr>
              <a:spLocks/>
            </p:cNvSpPr>
            <p:nvPr/>
          </p:nvSpPr>
          <p:spPr bwMode="auto">
            <a:xfrm>
              <a:off x="964" y="1745"/>
              <a:ext cx="48" cy="85"/>
            </a:xfrm>
            <a:custGeom>
              <a:avLst/>
              <a:gdLst>
                <a:gd name="T0" fmla="*/ 2 w 244"/>
                <a:gd name="T1" fmla="*/ 3 h 426"/>
                <a:gd name="T2" fmla="*/ 2 w 244"/>
                <a:gd name="T3" fmla="*/ 3 h 426"/>
                <a:gd name="T4" fmla="*/ 2 w 244"/>
                <a:gd name="T5" fmla="*/ 3 h 426"/>
                <a:gd name="T6" fmla="*/ 2 w 244"/>
                <a:gd name="T7" fmla="*/ 3 h 426"/>
                <a:gd name="T8" fmla="*/ 2 w 244"/>
                <a:gd name="T9" fmla="*/ 2 h 426"/>
                <a:gd name="T10" fmla="*/ 2 w 244"/>
                <a:gd name="T11" fmla="*/ 2 h 426"/>
                <a:gd name="T12" fmla="*/ 2 w 244"/>
                <a:gd name="T13" fmla="*/ 2 h 426"/>
                <a:gd name="T14" fmla="*/ 2 w 244"/>
                <a:gd name="T15" fmla="*/ 2 h 426"/>
                <a:gd name="T16" fmla="*/ 1 w 244"/>
                <a:gd name="T17" fmla="*/ 1 h 426"/>
                <a:gd name="T18" fmla="*/ 1 w 244"/>
                <a:gd name="T19" fmla="*/ 1 h 426"/>
                <a:gd name="T20" fmla="*/ 1 w 244"/>
                <a:gd name="T21" fmla="*/ 1 h 426"/>
                <a:gd name="T22" fmla="*/ 1 w 244"/>
                <a:gd name="T23" fmla="*/ 1 h 426"/>
                <a:gd name="T24" fmla="*/ 1 w 244"/>
                <a:gd name="T25" fmla="*/ 0 h 426"/>
                <a:gd name="T26" fmla="*/ 1 w 244"/>
                <a:gd name="T27" fmla="*/ 0 h 426"/>
                <a:gd name="T28" fmla="*/ 1 w 244"/>
                <a:gd name="T29" fmla="*/ 0 h 426"/>
                <a:gd name="T30" fmla="*/ 0 w 244"/>
                <a:gd name="T31" fmla="*/ 0 h 426"/>
                <a:gd name="T32" fmla="*/ 0 w 244"/>
                <a:gd name="T33" fmla="*/ 0 h 426"/>
                <a:gd name="T34" fmla="*/ 0 w 244"/>
                <a:gd name="T35" fmla="*/ 0 h 426"/>
                <a:gd name="T36" fmla="*/ 0 w 244"/>
                <a:gd name="T37" fmla="*/ 0 h 426"/>
                <a:gd name="T38" fmla="*/ 0 w 244"/>
                <a:gd name="T39" fmla="*/ 0 h 426"/>
                <a:gd name="T40" fmla="*/ 0 w 244"/>
                <a:gd name="T41" fmla="*/ 0 h 426"/>
                <a:gd name="T42" fmla="*/ 1 w 244"/>
                <a:gd name="T43" fmla="*/ 0 h 426"/>
                <a:gd name="T44" fmla="*/ 1 w 244"/>
                <a:gd name="T45" fmla="*/ 0 h 426"/>
                <a:gd name="T46" fmla="*/ 1 w 244"/>
                <a:gd name="T47" fmla="*/ 0 h 426"/>
                <a:gd name="T48" fmla="*/ 1 w 244"/>
                <a:gd name="T49" fmla="*/ 1 h 426"/>
                <a:gd name="T50" fmla="*/ 1 w 244"/>
                <a:gd name="T51" fmla="*/ 1 h 426"/>
                <a:gd name="T52" fmla="*/ 1 w 244"/>
                <a:gd name="T53" fmla="*/ 1 h 426"/>
                <a:gd name="T54" fmla="*/ 1 w 244"/>
                <a:gd name="T55" fmla="*/ 1 h 426"/>
                <a:gd name="T56" fmla="*/ 1 w 244"/>
                <a:gd name="T57" fmla="*/ 2 h 426"/>
                <a:gd name="T58" fmla="*/ 2 w 244"/>
                <a:gd name="T59" fmla="*/ 2 h 426"/>
                <a:gd name="T60" fmla="*/ 2 w 244"/>
                <a:gd name="T61" fmla="*/ 2 h 426"/>
                <a:gd name="T62" fmla="*/ 2 w 244"/>
                <a:gd name="T63" fmla="*/ 2 h 426"/>
                <a:gd name="T64" fmla="*/ 2 w 244"/>
                <a:gd name="T65" fmla="*/ 3 h 426"/>
                <a:gd name="T66" fmla="*/ 2 w 244"/>
                <a:gd name="T67" fmla="*/ 3 h 426"/>
                <a:gd name="T68" fmla="*/ 2 w 244"/>
                <a:gd name="T69" fmla="*/ 3 h 426"/>
                <a:gd name="T70" fmla="*/ 2 w 244"/>
                <a:gd name="T71" fmla="*/ 3 h 426"/>
                <a:gd name="T72" fmla="*/ 2 w 244"/>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6"/>
                <a:gd name="T113" fmla="*/ 244 w 244"/>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6">
                  <a:moveTo>
                    <a:pt x="244" y="426"/>
                  </a:moveTo>
                  <a:lnTo>
                    <a:pt x="244" y="426"/>
                  </a:lnTo>
                  <a:lnTo>
                    <a:pt x="243" y="383"/>
                  </a:lnTo>
                  <a:lnTo>
                    <a:pt x="240" y="340"/>
                  </a:lnTo>
                  <a:lnTo>
                    <a:pt x="234" y="300"/>
                  </a:lnTo>
                  <a:lnTo>
                    <a:pt x="226" y="262"/>
                  </a:lnTo>
                  <a:lnTo>
                    <a:pt x="215" y="224"/>
                  </a:lnTo>
                  <a:lnTo>
                    <a:pt x="203" y="189"/>
                  </a:lnTo>
                  <a:lnTo>
                    <a:pt x="189" y="157"/>
                  </a:lnTo>
                  <a:lnTo>
                    <a:pt x="174" y="126"/>
                  </a:lnTo>
                  <a:lnTo>
                    <a:pt x="155" y="99"/>
                  </a:lnTo>
                  <a:lnTo>
                    <a:pt x="138" y="74"/>
                  </a:lnTo>
                  <a:lnTo>
                    <a:pt x="118" y="52"/>
                  </a:lnTo>
                  <a:lnTo>
                    <a:pt x="96" y="34"/>
                  </a:lnTo>
                  <a:lnTo>
                    <a:pt x="73" y="19"/>
                  </a:lnTo>
                  <a:lnTo>
                    <a:pt x="50" y="8"/>
                  </a:lnTo>
                  <a:lnTo>
                    <a:pt x="25" y="2"/>
                  </a:lnTo>
                  <a:lnTo>
                    <a:pt x="0" y="0"/>
                  </a:lnTo>
                  <a:lnTo>
                    <a:pt x="0" y="12"/>
                  </a:lnTo>
                  <a:lnTo>
                    <a:pt x="23" y="14"/>
                  </a:lnTo>
                  <a:lnTo>
                    <a:pt x="45" y="20"/>
                  </a:lnTo>
                  <a:lnTo>
                    <a:pt x="66" y="31"/>
                  </a:lnTo>
                  <a:lnTo>
                    <a:pt x="89" y="43"/>
                  </a:lnTo>
                  <a:lnTo>
                    <a:pt x="109" y="61"/>
                  </a:lnTo>
                  <a:lnTo>
                    <a:pt x="129" y="81"/>
                  </a:lnTo>
                  <a:lnTo>
                    <a:pt x="146" y="106"/>
                  </a:lnTo>
                  <a:lnTo>
                    <a:pt x="162" y="133"/>
                  </a:lnTo>
                  <a:lnTo>
                    <a:pt x="178" y="162"/>
                  </a:lnTo>
                  <a:lnTo>
                    <a:pt x="192" y="194"/>
                  </a:lnTo>
                  <a:lnTo>
                    <a:pt x="203" y="229"/>
                  </a:lnTo>
                  <a:lnTo>
                    <a:pt x="214" y="264"/>
                  </a:lnTo>
                  <a:lnTo>
                    <a:pt x="222" y="303"/>
                  </a:lnTo>
                  <a:lnTo>
                    <a:pt x="228" y="342"/>
                  </a:lnTo>
                  <a:lnTo>
                    <a:pt x="232" y="383"/>
                  </a:lnTo>
                  <a:lnTo>
                    <a:pt x="233" y="426"/>
                  </a:lnTo>
                  <a:lnTo>
                    <a:pt x="244"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3399" name="Freeform 53"/>
            <p:cNvSpPr>
              <a:spLocks/>
            </p:cNvSpPr>
            <p:nvPr/>
          </p:nvSpPr>
          <p:spPr bwMode="auto">
            <a:xfrm>
              <a:off x="964" y="1830"/>
              <a:ext cx="48" cy="85"/>
            </a:xfrm>
            <a:custGeom>
              <a:avLst/>
              <a:gdLst>
                <a:gd name="T0" fmla="*/ 0 w 244"/>
                <a:gd name="T1" fmla="*/ 3 h 424"/>
                <a:gd name="T2" fmla="*/ 0 w 244"/>
                <a:gd name="T3" fmla="*/ 3 h 424"/>
                <a:gd name="T4" fmla="*/ 0 w 244"/>
                <a:gd name="T5" fmla="*/ 3 h 424"/>
                <a:gd name="T6" fmla="*/ 0 w 244"/>
                <a:gd name="T7" fmla="*/ 3 h 424"/>
                <a:gd name="T8" fmla="*/ 1 w 244"/>
                <a:gd name="T9" fmla="*/ 3 h 424"/>
                <a:gd name="T10" fmla="*/ 1 w 244"/>
                <a:gd name="T11" fmla="*/ 3 h 424"/>
                <a:gd name="T12" fmla="*/ 1 w 244"/>
                <a:gd name="T13" fmla="*/ 3 h 424"/>
                <a:gd name="T14" fmla="*/ 1 w 244"/>
                <a:gd name="T15" fmla="*/ 3 h 424"/>
                <a:gd name="T16" fmla="*/ 1 w 244"/>
                <a:gd name="T17" fmla="*/ 3 h 424"/>
                <a:gd name="T18" fmla="*/ 1 w 244"/>
                <a:gd name="T19" fmla="*/ 2 h 424"/>
                <a:gd name="T20" fmla="*/ 1 w 244"/>
                <a:gd name="T21" fmla="*/ 2 h 424"/>
                <a:gd name="T22" fmla="*/ 2 w 244"/>
                <a:gd name="T23" fmla="*/ 2 h 424"/>
                <a:gd name="T24" fmla="*/ 2 w 244"/>
                <a:gd name="T25" fmla="*/ 2 h 424"/>
                <a:gd name="T26" fmla="*/ 2 w 244"/>
                <a:gd name="T27" fmla="*/ 1 h 424"/>
                <a:gd name="T28" fmla="*/ 2 w 244"/>
                <a:gd name="T29" fmla="*/ 1 h 424"/>
                <a:gd name="T30" fmla="*/ 2 w 244"/>
                <a:gd name="T31" fmla="*/ 1 h 424"/>
                <a:gd name="T32" fmla="*/ 2 w 244"/>
                <a:gd name="T33" fmla="*/ 0 h 424"/>
                <a:gd name="T34" fmla="*/ 2 w 244"/>
                <a:gd name="T35" fmla="*/ 0 h 424"/>
                <a:gd name="T36" fmla="*/ 2 w 244"/>
                <a:gd name="T37" fmla="*/ 0 h 424"/>
                <a:gd name="T38" fmla="*/ 2 w 244"/>
                <a:gd name="T39" fmla="*/ 0 h 424"/>
                <a:gd name="T40" fmla="*/ 2 w 244"/>
                <a:gd name="T41" fmla="*/ 1 h 424"/>
                <a:gd name="T42" fmla="*/ 2 w 244"/>
                <a:gd name="T43" fmla="*/ 1 h 424"/>
                <a:gd name="T44" fmla="*/ 2 w 244"/>
                <a:gd name="T45" fmla="*/ 1 h 424"/>
                <a:gd name="T46" fmla="*/ 2 w 244"/>
                <a:gd name="T47" fmla="*/ 2 h 424"/>
                <a:gd name="T48" fmla="*/ 1 w 244"/>
                <a:gd name="T49" fmla="*/ 2 h 424"/>
                <a:gd name="T50" fmla="*/ 1 w 244"/>
                <a:gd name="T51" fmla="*/ 2 h 424"/>
                <a:gd name="T52" fmla="*/ 1 w 244"/>
                <a:gd name="T53" fmla="*/ 2 h 424"/>
                <a:gd name="T54" fmla="*/ 1 w 244"/>
                <a:gd name="T55" fmla="*/ 3 h 424"/>
                <a:gd name="T56" fmla="*/ 1 w 244"/>
                <a:gd name="T57" fmla="*/ 3 h 424"/>
                <a:gd name="T58" fmla="*/ 1 w 244"/>
                <a:gd name="T59" fmla="*/ 3 h 424"/>
                <a:gd name="T60" fmla="*/ 1 w 244"/>
                <a:gd name="T61" fmla="*/ 3 h 424"/>
                <a:gd name="T62" fmla="*/ 1 w 244"/>
                <a:gd name="T63" fmla="*/ 3 h 424"/>
                <a:gd name="T64" fmla="*/ 0 w 244"/>
                <a:gd name="T65" fmla="*/ 3 h 424"/>
                <a:gd name="T66" fmla="*/ 0 w 244"/>
                <a:gd name="T67" fmla="*/ 3 h 424"/>
                <a:gd name="T68" fmla="*/ 0 w 244"/>
                <a:gd name="T69" fmla="*/ 3 h 424"/>
                <a:gd name="T70" fmla="*/ 0 w 244"/>
                <a:gd name="T71" fmla="*/ 3 h 424"/>
                <a:gd name="T72" fmla="*/ 0 w 244"/>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4"/>
                <a:gd name="T113" fmla="*/ 244 w 244"/>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4">
                  <a:moveTo>
                    <a:pt x="0" y="424"/>
                  </a:moveTo>
                  <a:lnTo>
                    <a:pt x="0" y="424"/>
                  </a:lnTo>
                  <a:lnTo>
                    <a:pt x="25" y="422"/>
                  </a:lnTo>
                  <a:lnTo>
                    <a:pt x="50" y="416"/>
                  </a:lnTo>
                  <a:lnTo>
                    <a:pt x="73" y="405"/>
                  </a:lnTo>
                  <a:lnTo>
                    <a:pt x="96" y="390"/>
                  </a:lnTo>
                  <a:lnTo>
                    <a:pt x="118" y="373"/>
                  </a:lnTo>
                  <a:lnTo>
                    <a:pt x="138" y="350"/>
                  </a:lnTo>
                  <a:lnTo>
                    <a:pt x="155" y="326"/>
                  </a:lnTo>
                  <a:lnTo>
                    <a:pt x="173" y="299"/>
                  </a:lnTo>
                  <a:lnTo>
                    <a:pt x="189" y="268"/>
                  </a:lnTo>
                  <a:lnTo>
                    <a:pt x="203" y="235"/>
                  </a:lnTo>
                  <a:lnTo>
                    <a:pt x="215" y="201"/>
                  </a:lnTo>
                  <a:lnTo>
                    <a:pt x="226" y="163"/>
                  </a:lnTo>
                  <a:lnTo>
                    <a:pt x="234" y="125"/>
                  </a:lnTo>
                  <a:lnTo>
                    <a:pt x="240" y="85"/>
                  </a:lnTo>
                  <a:lnTo>
                    <a:pt x="243" y="42"/>
                  </a:lnTo>
                  <a:lnTo>
                    <a:pt x="244" y="0"/>
                  </a:lnTo>
                  <a:lnTo>
                    <a:pt x="233" y="0"/>
                  </a:lnTo>
                  <a:lnTo>
                    <a:pt x="232" y="42"/>
                  </a:lnTo>
                  <a:lnTo>
                    <a:pt x="228" y="83"/>
                  </a:lnTo>
                  <a:lnTo>
                    <a:pt x="222" y="123"/>
                  </a:lnTo>
                  <a:lnTo>
                    <a:pt x="214" y="160"/>
                  </a:lnTo>
                  <a:lnTo>
                    <a:pt x="203" y="197"/>
                  </a:lnTo>
                  <a:lnTo>
                    <a:pt x="192" y="231"/>
                  </a:lnTo>
                  <a:lnTo>
                    <a:pt x="178" y="263"/>
                  </a:lnTo>
                  <a:lnTo>
                    <a:pt x="164" y="292"/>
                  </a:lnTo>
                  <a:lnTo>
                    <a:pt x="146" y="319"/>
                  </a:lnTo>
                  <a:lnTo>
                    <a:pt x="129" y="343"/>
                  </a:lnTo>
                  <a:lnTo>
                    <a:pt x="109" y="363"/>
                  </a:lnTo>
                  <a:lnTo>
                    <a:pt x="89" y="381"/>
                  </a:lnTo>
                  <a:lnTo>
                    <a:pt x="66" y="394"/>
                  </a:lnTo>
                  <a:lnTo>
                    <a:pt x="45" y="404"/>
                  </a:lnTo>
                  <a:lnTo>
                    <a:pt x="23" y="410"/>
                  </a:lnTo>
                  <a:lnTo>
                    <a:pt x="0" y="412"/>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3400" name="Freeform 54"/>
            <p:cNvSpPr>
              <a:spLocks/>
            </p:cNvSpPr>
            <p:nvPr/>
          </p:nvSpPr>
          <p:spPr bwMode="auto">
            <a:xfrm>
              <a:off x="915" y="1830"/>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1" y="42"/>
                  </a:lnTo>
                  <a:lnTo>
                    <a:pt x="4" y="85"/>
                  </a:lnTo>
                  <a:lnTo>
                    <a:pt x="10" y="125"/>
                  </a:lnTo>
                  <a:lnTo>
                    <a:pt x="19" y="163"/>
                  </a:lnTo>
                  <a:lnTo>
                    <a:pt x="29" y="201"/>
                  </a:lnTo>
                  <a:lnTo>
                    <a:pt x="41" y="235"/>
                  </a:lnTo>
                  <a:lnTo>
                    <a:pt x="55" y="268"/>
                  </a:lnTo>
                  <a:lnTo>
                    <a:pt x="71" y="299"/>
                  </a:lnTo>
                  <a:lnTo>
                    <a:pt x="89" y="326"/>
                  </a:lnTo>
                  <a:lnTo>
                    <a:pt x="106" y="350"/>
                  </a:lnTo>
                  <a:lnTo>
                    <a:pt x="126" y="373"/>
                  </a:lnTo>
                  <a:lnTo>
                    <a:pt x="149" y="390"/>
                  </a:lnTo>
                  <a:lnTo>
                    <a:pt x="171" y="405"/>
                  </a:lnTo>
                  <a:lnTo>
                    <a:pt x="194" y="416"/>
                  </a:lnTo>
                  <a:lnTo>
                    <a:pt x="219" y="422"/>
                  </a:lnTo>
                  <a:lnTo>
                    <a:pt x="245" y="424"/>
                  </a:lnTo>
                  <a:lnTo>
                    <a:pt x="245" y="412"/>
                  </a:lnTo>
                  <a:lnTo>
                    <a:pt x="221" y="410"/>
                  </a:lnTo>
                  <a:lnTo>
                    <a:pt x="199" y="404"/>
                  </a:lnTo>
                  <a:lnTo>
                    <a:pt x="178" y="394"/>
                  </a:lnTo>
                  <a:lnTo>
                    <a:pt x="156" y="381"/>
                  </a:lnTo>
                  <a:lnTo>
                    <a:pt x="136" y="363"/>
                  </a:lnTo>
                  <a:lnTo>
                    <a:pt x="116" y="343"/>
                  </a:lnTo>
                  <a:lnTo>
                    <a:pt x="98" y="319"/>
                  </a:lnTo>
                  <a:lnTo>
                    <a:pt x="81" y="292"/>
                  </a:lnTo>
                  <a:lnTo>
                    <a:pt x="67" y="263"/>
                  </a:lnTo>
                  <a:lnTo>
                    <a:pt x="52" y="231"/>
                  </a:lnTo>
                  <a:lnTo>
                    <a:pt x="41" y="197"/>
                  </a:lnTo>
                  <a:lnTo>
                    <a:pt x="30" y="160"/>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3401" name="Freeform 55"/>
            <p:cNvSpPr>
              <a:spLocks/>
            </p:cNvSpPr>
            <p:nvPr/>
          </p:nvSpPr>
          <p:spPr bwMode="auto">
            <a:xfrm>
              <a:off x="915" y="1745"/>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0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19" y="2"/>
                  </a:lnTo>
                  <a:lnTo>
                    <a:pt x="194" y="8"/>
                  </a:lnTo>
                  <a:lnTo>
                    <a:pt x="171" y="19"/>
                  </a:lnTo>
                  <a:lnTo>
                    <a:pt x="149" y="34"/>
                  </a:lnTo>
                  <a:lnTo>
                    <a:pt x="126" y="52"/>
                  </a:lnTo>
                  <a:lnTo>
                    <a:pt x="106" y="74"/>
                  </a:lnTo>
                  <a:lnTo>
                    <a:pt x="89" y="99"/>
                  </a:lnTo>
                  <a:lnTo>
                    <a:pt x="70" y="126"/>
                  </a:lnTo>
                  <a:lnTo>
                    <a:pt x="55" y="157"/>
                  </a:lnTo>
                  <a:lnTo>
                    <a:pt x="41" y="189"/>
                  </a:lnTo>
                  <a:lnTo>
                    <a:pt x="29" y="224"/>
                  </a:lnTo>
                  <a:lnTo>
                    <a:pt x="19" y="262"/>
                  </a:lnTo>
                  <a:lnTo>
                    <a:pt x="10" y="300"/>
                  </a:lnTo>
                  <a:lnTo>
                    <a:pt x="4" y="340"/>
                  </a:lnTo>
                  <a:lnTo>
                    <a:pt x="1" y="383"/>
                  </a:lnTo>
                  <a:lnTo>
                    <a:pt x="0" y="426"/>
                  </a:lnTo>
                  <a:lnTo>
                    <a:pt x="11" y="426"/>
                  </a:lnTo>
                  <a:lnTo>
                    <a:pt x="13" y="383"/>
                  </a:lnTo>
                  <a:lnTo>
                    <a:pt x="16" y="342"/>
                  </a:lnTo>
                  <a:lnTo>
                    <a:pt x="22" y="303"/>
                  </a:lnTo>
                  <a:lnTo>
                    <a:pt x="30" y="264"/>
                  </a:lnTo>
                  <a:lnTo>
                    <a:pt x="41" y="229"/>
                  </a:lnTo>
                  <a:lnTo>
                    <a:pt x="52" y="194"/>
                  </a:lnTo>
                  <a:lnTo>
                    <a:pt x="67" y="162"/>
                  </a:lnTo>
                  <a:lnTo>
                    <a:pt x="82" y="133"/>
                  </a:lnTo>
                  <a:lnTo>
                    <a:pt x="98" y="106"/>
                  </a:lnTo>
                  <a:lnTo>
                    <a:pt x="116" y="81"/>
                  </a:lnTo>
                  <a:lnTo>
                    <a:pt x="136" y="61"/>
                  </a:lnTo>
                  <a:lnTo>
                    <a:pt x="156" y="43"/>
                  </a:lnTo>
                  <a:lnTo>
                    <a:pt x="178" y="31"/>
                  </a:lnTo>
                  <a:lnTo>
                    <a:pt x="199" y="20"/>
                  </a:lnTo>
                  <a:lnTo>
                    <a:pt x="221"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3402" name="Freeform 56"/>
            <p:cNvSpPr>
              <a:spLocks/>
            </p:cNvSpPr>
            <p:nvPr/>
          </p:nvSpPr>
          <p:spPr bwMode="auto">
            <a:xfrm>
              <a:off x="1140" y="2087"/>
              <a:ext cx="49" cy="85"/>
            </a:xfrm>
            <a:custGeom>
              <a:avLst/>
              <a:gdLst>
                <a:gd name="T0" fmla="*/ 2 w 246"/>
                <a:gd name="T1" fmla="*/ 3 h 424"/>
                <a:gd name="T2" fmla="*/ 2 w 246"/>
                <a:gd name="T3" fmla="*/ 3 h 424"/>
                <a:gd name="T4" fmla="*/ 2 w 246"/>
                <a:gd name="T5" fmla="*/ 3 h 424"/>
                <a:gd name="T6" fmla="*/ 2 w 246"/>
                <a:gd name="T7" fmla="*/ 3 h 424"/>
                <a:gd name="T8" fmla="*/ 2 w 246"/>
                <a:gd name="T9" fmla="*/ 2 h 424"/>
                <a:gd name="T10" fmla="*/ 2 w 246"/>
                <a:gd name="T11" fmla="*/ 2 h 424"/>
                <a:gd name="T12" fmla="*/ 2 w 246"/>
                <a:gd name="T13" fmla="*/ 2 h 424"/>
                <a:gd name="T14" fmla="*/ 2 w 246"/>
                <a:gd name="T15" fmla="*/ 2 h 424"/>
                <a:gd name="T16" fmla="*/ 2 w 246"/>
                <a:gd name="T17" fmla="*/ 1 h 424"/>
                <a:gd name="T18" fmla="*/ 1 w 246"/>
                <a:gd name="T19" fmla="*/ 1 h 424"/>
                <a:gd name="T20" fmla="*/ 1 w 246"/>
                <a:gd name="T21" fmla="*/ 1 h 424"/>
                <a:gd name="T22" fmla="*/ 1 w 246"/>
                <a:gd name="T23" fmla="*/ 1 h 424"/>
                <a:gd name="T24" fmla="*/ 1 w 246"/>
                <a:gd name="T25" fmla="*/ 0 h 424"/>
                <a:gd name="T26" fmla="*/ 1 w 246"/>
                <a:gd name="T27" fmla="*/ 0 h 424"/>
                <a:gd name="T28" fmla="*/ 1 w 246"/>
                <a:gd name="T29" fmla="*/ 0 h 424"/>
                <a:gd name="T30" fmla="*/ 0 w 246"/>
                <a:gd name="T31" fmla="*/ 0 h 424"/>
                <a:gd name="T32" fmla="*/ 0 w 246"/>
                <a:gd name="T33" fmla="*/ 0 h 424"/>
                <a:gd name="T34" fmla="*/ 0 w 246"/>
                <a:gd name="T35" fmla="*/ 0 h 424"/>
                <a:gd name="T36" fmla="*/ 0 w 246"/>
                <a:gd name="T37" fmla="*/ 0 h 424"/>
                <a:gd name="T38" fmla="*/ 0 w 246"/>
                <a:gd name="T39" fmla="*/ 0 h 424"/>
                <a:gd name="T40" fmla="*/ 0 w 246"/>
                <a:gd name="T41" fmla="*/ 0 h 424"/>
                <a:gd name="T42" fmla="*/ 1 w 246"/>
                <a:gd name="T43" fmla="*/ 0 h 424"/>
                <a:gd name="T44" fmla="*/ 1 w 246"/>
                <a:gd name="T45" fmla="*/ 0 h 424"/>
                <a:gd name="T46" fmla="*/ 1 w 246"/>
                <a:gd name="T47" fmla="*/ 0 h 424"/>
                <a:gd name="T48" fmla="*/ 1 w 246"/>
                <a:gd name="T49" fmla="*/ 1 h 424"/>
                <a:gd name="T50" fmla="*/ 1 w 246"/>
                <a:gd name="T51" fmla="*/ 1 h 424"/>
                <a:gd name="T52" fmla="*/ 1 w 246"/>
                <a:gd name="T53" fmla="*/ 1 h 424"/>
                <a:gd name="T54" fmla="*/ 1 w 246"/>
                <a:gd name="T55" fmla="*/ 1 h 424"/>
                <a:gd name="T56" fmla="*/ 2 w 246"/>
                <a:gd name="T57" fmla="*/ 2 h 424"/>
                <a:gd name="T58" fmla="*/ 2 w 246"/>
                <a:gd name="T59" fmla="*/ 2 h 424"/>
                <a:gd name="T60" fmla="*/ 2 w 246"/>
                <a:gd name="T61" fmla="*/ 2 h 424"/>
                <a:gd name="T62" fmla="*/ 2 w 246"/>
                <a:gd name="T63" fmla="*/ 2 h 424"/>
                <a:gd name="T64" fmla="*/ 2 w 246"/>
                <a:gd name="T65" fmla="*/ 3 h 424"/>
                <a:gd name="T66" fmla="*/ 2 w 246"/>
                <a:gd name="T67" fmla="*/ 3 h 424"/>
                <a:gd name="T68" fmla="*/ 2 w 246"/>
                <a:gd name="T69" fmla="*/ 3 h 424"/>
                <a:gd name="T70" fmla="*/ 2 w 246"/>
                <a:gd name="T71" fmla="*/ 3 h 424"/>
                <a:gd name="T72" fmla="*/ 2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424"/>
                  </a:moveTo>
                  <a:lnTo>
                    <a:pt x="246" y="424"/>
                  </a:lnTo>
                  <a:lnTo>
                    <a:pt x="244" y="382"/>
                  </a:lnTo>
                  <a:lnTo>
                    <a:pt x="241" y="338"/>
                  </a:lnTo>
                  <a:lnTo>
                    <a:pt x="235" y="298"/>
                  </a:lnTo>
                  <a:lnTo>
                    <a:pt x="227" y="261"/>
                  </a:lnTo>
                  <a:lnTo>
                    <a:pt x="216" y="222"/>
                  </a:lnTo>
                  <a:lnTo>
                    <a:pt x="205" y="188"/>
                  </a:lnTo>
                  <a:lnTo>
                    <a:pt x="190" y="155"/>
                  </a:lnTo>
                  <a:lnTo>
                    <a:pt x="174" y="125"/>
                  </a:lnTo>
                  <a:lnTo>
                    <a:pt x="157" y="98"/>
                  </a:lnTo>
                  <a:lnTo>
                    <a:pt x="138" y="73"/>
                  </a:lnTo>
                  <a:lnTo>
                    <a:pt x="118" y="51"/>
                  </a:lnTo>
                  <a:lnTo>
                    <a:pt x="96" y="34"/>
                  </a:lnTo>
                  <a:lnTo>
                    <a:pt x="74" y="18"/>
                  </a:lnTo>
                  <a:lnTo>
                    <a:pt x="50" y="8"/>
                  </a:lnTo>
                  <a:lnTo>
                    <a:pt x="25" y="2"/>
                  </a:lnTo>
                  <a:lnTo>
                    <a:pt x="0" y="0"/>
                  </a:lnTo>
                  <a:lnTo>
                    <a:pt x="0" y="11"/>
                  </a:lnTo>
                  <a:lnTo>
                    <a:pt x="23" y="14"/>
                  </a:lnTo>
                  <a:lnTo>
                    <a:pt x="45" y="19"/>
                  </a:lnTo>
                  <a:lnTo>
                    <a:pt x="67" y="30"/>
                  </a:lnTo>
                  <a:lnTo>
                    <a:pt x="89" y="43"/>
                  </a:lnTo>
                  <a:lnTo>
                    <a:pt x="108" y="60"/>
                  </a:lnTo>
                  <a:lnTo>
                    <a:pt x="128" y="80"/>
                  </a:lnTo>
                  <a:lnTo>
                    <a:pt x="147" y="105"/>
                  </a:lnTo>
                  <a:lnTo>
                    <a:pt x="165" y="132"/>
                  </a:lnTo>
                  <a:lnTo>
                    <a:pt x="179" y="160"/>
                  </a:lnTo>
                  <a:lnTo>
                    <a:pt x="193" y="193"/>
                  </a:lnTo>
                  <a:lnTo>
                    <a:pt x="205" y="227"/>
                  </a:lnTo>
                  <a:lnTo>
                    <a:pt x="215" y="263"/>
                  </a:lnTo>
                  <a:lnTo>
                    <a:pt x="223" y="301"/>
                  </a:lnTo>
                  <a:lnTo>
                    <a:pt x="229" y="341"/>
                  </a:lnTo>
                  <a:lnTo>
                    <a:pt x="233" y="382"/>
                  </a:lnTo>
                  <a:lnTo>
                    <a:pt x="234" y="424"/>
                  </a:lnTo>
                  <a:lnTo>
                    <a:pt x="246"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3403" name="Freeform 57"/>
            <p:cNvSpPr>
              <a:spLocks/>
            </p:cNvSpPr>
            <p:nvPr/>
          </p:nvSpPr>
          <p:spPr bwMode="auto">
            <a:xfrm>
              <a:off x="1140" y="2172"/>
              <a:ext cx="49" cy="85"/>
            </a:xfrm>
            <a:custGeom>
              <a:avLst/>
              <a:gdLst>
                <a:gd name="T0" fmla="*/ 0 w 246"/>
                <a:gd name="T1" fmla="*/ 3 h 426"/>
                <a:gd name="T2" fmla="*/ 0 w 246"/>
                <a:gd name="T3" fmla="*/ 3 h 426"/>
                <a:gd name="T4" fmla="*/ 0 w 246"/>
                <a:gd name="T5" fmla="*/ 3 h 426"/>
                <a:gd name="T6" fmla="*/ 0 w 246"/>
                <a:gd name="T7" fmla="*/ 3 h 426"/>
                <a:gd name="T8" fmla="*/ 1 w 246"/>
                <a:gd name="T9" fmla="*/ 3 h 426"/>
                <a:gd name="T10" fmla="*/ 1 w 246"/>
                <a:gd name="T11" fmla="*/ 3 h 426"/>
                <a:gd name="T12" fmla="*/ 1 w 246"/>
                <a:gd name="T13" fmla="*/ 3 h 426"/>
                <a:gd name="T14" fmla="*/ 1 w 246"/>
                <a:gd name="T15" fmla="*/ 3 h 426"/>
                <a:gd name="T16" fmla="*/ 1 w 246"/>
                <a:gd name="T17" fmla="*/ 3 h 426"/>
                <a:gd name="T18" fmla="*/ 1 w 246"/>
                <a:gd name="T19" fmla="*/ 2 h 426"/>
                <a:gd name="T20" fmla="*/ 2 w 246"/>
                <a:gd name="T21" fmla="*/ 2 h 426"/>
                <a:gd name="T22" fmla="*/ 2 w 246"/>
                <a:gd name="T23" fmla="*/ 2 h 426"/>
                <a:gd name="T24" fmla="*/ 2 w 246"/>
                <a:gd name="T25" fmla="*/ 2 h 426"/>
                <a:gd name="T26" fmla="*/ 2 w 246"/>
                <a:gd name="T27" fmla="*/ 1 h 426"/>
                <a:gd name="T28" fmla="*/ 2 w 246"/>
                <a:gd name="T29" fmla="*/ 1 h 426"/>
                <a:gd name="T30" fmla="*/ 2 w 246"/>
                <a:gd name="T31" fmla="*/ 1 h 426"/>
                <a:gd name="T32" fmla="*/ 2 w 246"/>
                <a:gd name="T33" fmla="*/ 0 h 426"/>
                <a:gd name="T34" fmla="*/ 2 w 246"/>
                <a:gd name="T35" fmla="*/ 0 h 426"/>
                <a:gd name="T36" fmla="*/ 2 w 246"/>
                <a:gd name="T37" fmla="*/ 0 h 426"/>
                <a:gd name="T38" fmla="*/ 2 w 246"/>
                <a:gd name="T39" fmla="*/ 0 h 426"/>
                <a:gd name="T40" fmla="*/ 2 w 246"/>
                <a:gd name="T41" fmla="*/ 1 h 426"/>
                <a:gd name="T42" fmla="*/ 2 w 246"/>
                <a:gd name="T43" fmla="*/ 1 h 426"/>
                <a:gd name="T44" fmla="*/ 2 w 246"/>
                <a:gd name="T45" fmla="*/ 1 h 426"/>
                <a:gd name="T46" fmla="*/ 2 w 246"/>
                <a:gd name="T47" fmla="*/ 2 h 426"/>
                <a:gd name="T48" fmla="*/ 2 w 246"/>
                <a:gd name="T49" fmla="*/ 2 h 426"/>
                <a:gd name="T50" fmla="*/ 1 w 246"/>
                <a:gd name="T51" fmla="*/ 2 h 426"/>
                <a:gd name="T52" fmla="*/ 1 w 246"/>
                <a:gd name="T53" fmla="*/ 2 h 426"/>
                <a:gd name="T54" fmla="*/ 1 w 246"/>
                <a:gd name="T55" fmla="*/ 3 h 426"/>
                <a:gd name="T56" fmla="*/ 1 w 246"/>
                <a:gd name="T57" fmla="*/ 3 h 426"/>
                <a:gd name="T58" fmla="*/ 1 w 246"/>
                <a:gd name="T59" fmla="*/ 3 h 426"/>
                <a:gd name="T60" fmla="*/ 1 w 246"/>
                <a:gd name="T61" fmla="*/ 3 h 426"/>
                <a:gd name="T62" fmla="*/ 1 w 246"/>
                <a:gd name="T63" fmla="*/ 3 h 426"/>
                <a:gd name="T64" fmla="*/ 0 w 246"/>
                <a:gd name="T65" fmla="*/ 3 h 426"/>
                <a:gd name="T66" fmla="*/ 0 w 246"/>
                <a:gd name="T67" fmla="*/ 3 h 426"/>
                <a:gd name="T68" fmla="*/ 0 w 246"/>
                <a:gd name="T69" fmla="*/ 3 h 426"/>
                <a:gd name="T70" fmla="*/ 0 w 246"/>
                <a:gd name="T71" fmla="*/ 3 h 426"/>
                <a:gd name="T72" fmla="*/ 0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426"/>
                  </a:moveTo>
                  <a:lnTo>
                    <a:pt x="0" y="426"/>
                  </a:lnTo>
                  <a:lnTo>
                    <a:pt x="25" y="423"/>
                  </a:lnTo>
                  <a:lnTo>
                    <a:pt x="50" y="417"/>
                  </a:lnTo>
                  <a:lnTo>
                    <a:pt x="74" y="407"/>
                  </a:lnTo>
                  <a:lnTo>
                    <a:pt x="96" y="392"/>
                  </a:lnTo>
                  <a:lnTo>
                    <a:pt x="118" y="373"/>
                  </a:lnTo>
                  <a:lnTo>
                    <a:pt x="138" y="350"/>
                  </a:lnTo>
                  <a:lnTo>
                    <a:pt x="157" y="327"/>
                  </a:lnTo>
                  <a:lnTo>
                    <a:pt x="175" y="299"/>
                  </a:lnTo>
                  <a:lnTo>
                    <a:pt x="190" y="268"/>
                  </a:lnTo>
                  <a:lnTo>
                    <a:pt x="205" y="236"/>
                  </a:lnTo>
                  <a:lnTo>
                    <a:pt x="216" y="202"/>
                  </a:lnTo>
                  <a:lnTo>
                    <a:pt x="227" y="164"/>
                  </a:lnTo>
                  <a:lnTo>
                    <a:pt x="235" y="125"/>
                  </a:lnTo>
                  <a:lnTo>
                    <a:pt x="241" y="86"/>
                  </a:lnTo>
                  <a:lnTo>
                    <a:pt x="244" y="42"/>
                  </a:lnTo>
                  <a:lnTo>
                    <a:pt x="246" y="0"/>
                  </a:lnTo>
                  <a:lnTo>
                    <a:pt x="234" y="0"/>
                  </a:lnTo>
                  <a:lnTo>
                    <a:pt x="233" y="42"/>
                  </a:lnTo>
                  <a:lnTo>
                    <a:pt x="229" y="83"/>
                  </a:lnTo>
                  <a:lnTo>
                    <a:pt x="223" y="123"/>
                  </a:lnTo>
                  <a:lnTo>
                    <a:pt x="215" y="162"/>
                  </a:lnTo>
                  <a:lnTo>
                    <a:pt x="205" y="197"/>
                  </a:lnTo>
                  <a:lnTo>
                    <a:pt x="193" y="231"/>
                  </a:lnTo>
                  <a:lnTo>
                    <a:pt x="179" y="264"/>
                  </a:lnTo>
                  <a:lnTo>
                    <a:pt x="164" y="292"/>
                  </a:lnTo>
                  <a:lnTo>
                    <a:pt x="147" y="320"/>
                  </a:lnTo>
                  <a:lnTo>
                    <a:pt x="128" y="343"/>
                  </a:lnTo>
                  <a:lnTo>
                    <a:pt x="108" y="363"/>
                  </a:lnTo>
                  <a:lnTo>
                    <a:pt x="89" y="382"/>
                  </a:lnTo>
                  <a:lnTo>
                    <a:pt x="67" y="395"/>
                  </a:lnTo>
                  <a:lnTo>
                    <a:pt x="45" y="406"/>
                  </a:lnTo>
                  <a:lnTo>
                    <a:pt x="23" y="411"/>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3404" name="Freeform 58"/>
            <p:cNvSpPr>
              <a:spLocks/>
            </p:cNvSpPr>
            <p:nvPr/>
          </p:nvSpPr>
          <p:spPr bwMode="auto">
            <a:xfrm>
              <a:off x="1091" y="2172"/>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4" y="86"/>
                  </a:lnTo>
                  <a:lnTo>
                    <a:pt x="10" y="125"/>
                  </a:lnTo>
                  <a:lnTo>
                    <a:pt x="18" y="164"/>
                  </a:lnTo>
                  <a:lnTo>
                    <a:pt x="29" y="202"/>
                  </a:lnTo>
                  <a:lnTo>
                    <a:pt x="41" y="236"/>
                  </a:lnTo>
                  <a:lnTo>
                    <a:pt x="55" y="268"/>
                  </a:lnTo>
                  <a:lnTo>
                    <a:pt x="70" y="299"/>
                  </a:lnTo>
                  <a:lnTo>
                    <a:pt x="89" y="327"/>
                  </a:lnTo>
                  <a:lnTo>
                    <a:pt x="106" y="350"/>
                  </a:lnTo>
                  <a:lnTo>
                    <a:pt x="126" y="373"/>
                  </a:lnTo>
                  <a:lnTo>
                    <a:pt x="148" y="392"/>
                  </a:lnTo>
                  <a:lnTo>
                    <a:pt x="171" y="407"/>
                  </a:lnTo>
                  <a:lnTo>
                    <a:pt x="194" y="417"/>
                  </a:lnTo>
                  <a:lnTo>
                    <a:pt x="219" y="423"/>
                  </a:lnTo>
                  <a:lnTo>
                    <a:pt x="245" y="426"/>
                  </a:lnTo>
                  <a:lnTo>
                    <a:pt x="245" y="414"/>
                  </a:lnTo>
                  <a:lnTo>
                    <a:pt x="221" y="411"/>
                  </a:lnTo>
                  <a:lnTo>
                    <a:pt x="199" y="406"/>
                  </a:lnTo>
                  <a:lnTo>
                    <a:pt x="178" y="395"/>
                  </a:lnTo>
                  <a:lnTo>
                    <a:pt x="155" y="382"/>
                  </a:lnTo>
                  <a:lnTo>
                    <a:pt x="136" y="363"/>
                  </a:lnTo>
                  <a:lnTo>
                    <a:pt x="116" y="343"/>
                  </a:lnTo>
                  <a:lnTo>
                    <a:pt x="98" y="320"/>
                  </a:lnTo>
                  <a:lnTo>
                    <a:pt x="82" y="292"/>
                  </a:lnTo>
                  <a:lnTo>
                    <a:pt x="66" y="264"/>
                  </a:lnTo>
                  <a:lnTo>
                    <a:pt x="52" y="231"/>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3405" name="Freeform 59"/>
            <p:cNvSpPr>
              <a:spLocks/>
            </p:cNvSpPr>
            <p:nvPr/>
          </p:nvSpPr>
          <p:spPr bwMode="auto">
            <a:xfrm>
              <a:off x="1091" y="2087"/>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4" y="8"/>
                  </a:lnTo>
                  <a:lnTo>
                    <a:pt x="171" y="18"/>
                  </a:lnTo>
                  <a:lnTo>
                    <a:pt x="148" y="34"/>
                  </a:lnTo>
                  <a:lnTo>
                    <a:pt x="126" y="51"/>
                  </a:lnTo>
                  <a:lnTo>
                    <a:pt x="106" y="73"/>
                  </a:lnTo>
                  <a:lnTo>
                    <a:pt x="89" y="98"/>
                  </a:lnTo>
                  <a:lnTo>
                    <a:pt x="71" y="125"/>
                  </a:lnTo>
                  <a:lnTo>
                    <a:pt x="55" y="155"/>
                  </a:lnTo>
                  <a:lnTo>
                    <a:pt x="41" y="188"/>
                  </a:lnTo>
                  <a:lnTo>
                    <a:pt x="29" y="222"/>
                  </a:lnTo>
                  <a:lnTo>
                    <a:pt x="18" y="261"/>
                  </a:lnTo>
                  <a:lnTo>
                    <a:pt x="10" y="298"/>
                  </a:lnTo>
                  <a:lnTo>
                    <a:pt x="4" y="338"/>
                  </a:lnTo>
                  <a:lnTo>
                    <a:pt x="1" y="382"/>
                  </a:lnTo>
                  <a:lnTo>
                    <a:pt x="0" y="424"/>
                  </a:lnTo>
                  <a:lnTo>
                    <a:pt x="11" y="424"/>
                  </a:lnTo>
                  <a:lnTo>
                    <a:pt x="13" y="382"/>
                  </a:lnTo>
                  <a:lnTo>
                    <a:pt x="16" y="341"/>
                  </a:lnTo>
                  <a:lnTo>
                    <a:pt x="22" y="301"/>
                  </a:lnTo>
                  <a:lnTo>
                    <a:pt x="30" y="263"/>
                  </a:lnTo>
                  <a:lnTo>
                    <a:pt x="41" y="227"/>
                  </a:lnTo>
                  <a:lnTo>
                    <a:pt x="52" y="193"/>
                  </a:lnTo>
                  <a:lnTo>
                    <a:pt x="66" y="160"/>
                  </a:lnTo>
                  <a:lnTo>
                    <a:pt x="80" y="132"/>
                  </a:lnTo>
                  <a:lnTo>
                    <a:pt x="98" y="105"/>
                  </a:lnTo>
                  <a:lnTo>
                    <a:pt x="116" y="80"/>
                  </a:lnTo>
                  <a:lnTo>
                    <a:pt x="136" y="60"/>
                  </a:lnTo>
                  <a:lnTo>
                    <a:pt x="155" y="43"/>
                  </a:lnTo>
                  <a:lnTo>
                    <a:pt x="178" y="30"/>
                  </a:lnTo>
                  <a:lnTo>
                    <a:pt x="199" y="19"/>
                  </a:lnTo>
                  <a:lnTo>
                    <a:pt x="221" y="14"/>
                  </a:lnTo>
                  <a:lnTo>
                    <a:pt x="245" y="11"/>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3406" name="Freeform 60"/>
            <p:cNvSpPr>
              <a:spLocks/>
            </p:cNvSpPr>
            <p:nvPr/>
          </p:nvSpPr>
          <p:spPr bwMode="auto">
            <a:xfrm>
              <a:off x="1392" y="2118"/>
              <a:ext cx="49" cy="85"/>
            </a:xfrm>
            <a:custGeom>
              <a:avLst/>
              <a:gdLst>
                <a:gd name="T0" fmla="*/ 2 w 246"/>
                <a:gd name="T1" fmla="*/ 3 h 426"/>
                <a:gd name="T2" fmla="*/ 2 w 246"/>
                <a:gd name="T3" fmla="*/ 3 h 426"/>
                <a:gd name="T4" fmla="*/ 2 w 246"/>
                <a:gd name="T5" fmla="*/ 3 h 426"/>
                <a:gd name="T6" fmla="*/ 2 w 246"/>
                <a:gd name="T7" fmla="*/ 3 h 426"/>
                <a:gd name="T8" fmla="*/ 2 w 246"/>
                <a:gd name="T9" fmla="*/ 2 h 426"/>
                <a:gd name="T10" fmla="*/ 2 w 246"/>
                <a:gd name="T11" fmla="*/ 2 h 426"/>
                <a:gd name="T12" fmla="*/ 2 w 246"/>
                <a:gd name="T13" fmla="*/ 2 h 426"/>
                <a:gd name="T14" fmla="*/ 2 w 246"/>
                <a:gd name="T15" fmla="*/ 2 h 426"/>
                <a:gd name="T16" fmla="*/ 2 w 246"/>
                <a:gd name="T17" fmla="*/ 1 h 426"/>
                <a:gd name="T18" fmla="*/ 1 w 246"/>
                <a:gd name="T19" fmla="*/ 1 h 426"/>
                <a:gd name="T20" fmla="*/ 1 w 246"/>
                <a:gd name="T21" fmla="*/ 1 h 426"/>
                <a:gd name="T22" fmla="*/ 1 w 246"/>
                <a:gd name="T23" fmla="*/ 1 h 426"/>
                <a:gd name="T24" fmla="*/ 1 w 246"/>
                <a:gd name="T25" fmla="*/ 0 h 426"/>
                <a:gd name="T26" fmla="*/ 1 w 246"/>
                <a:gd name="T27" fmla="*/ 0 h 426"/>
                <a:gd name="T28" fmla="*/ 1 w 246"/>
                <a:gd name="T29" fmla="*/ 0 h 426"/>
                <a:gd name="T30" fmla="*/ 0 w 246"/>
                <a:gd name="T31" fmla="*/ 0 h 426"/>
                <a:gd name="T32" fmla="*/ 0 w 246"/>
                <a:gd name="T33" fmla="*/ 0 h 426"/>
                <a:gd name="T34" fmla="*/ 0 w 246"/>
                <a:gd name="T35" fmla="*/ 0 h 426"/>
                <a:gd name="T36" fmla="*/ 0 w 246"/>
                <a:gd name="T37" fmla="*/ 0 h 426"/>
                <a:gd name="T38" fmla="*/ 0 w 246"/>
                <a:gd name="T39" fmla="*/ 0 h 426"/>
                <a:gd name="T40" fmla="*/ 0 w 246"/>
                <a:gd name="T41" fmla="*/ 0 h 426"/>
                <a:gd name="T42" fmla="*/ 1 w 246"/>
                <a:gd name="T43" fmla="*/ 0 h 426"/>
                <a:gd name="T44" fmla="*/ 1 w 246"/>
                <a:gd name="T45" fmla="*/ 0 h 426"/>
                <a:gd name="T46" fmla="*/ 1 w 246"/>
                <a:gd name="T47" fmla="*/ 1 h 426"/>
                <a:gd name="T48" fmla="*/ 1 w 246"/>
                <a:gd name="T49" fmla="*/ 1 h 426"/>
                <a:gd name="T50" fmla="*/ 1 w 246"/>
                <a:gd name="T51" fmla="*/ 1 h 426"/>
                <a:gd name="T52" fmla="*/ 1 w 246"/>
                <a:gd name="T53" fmla="*/ 1 h 426"/>
                <a:gd name="T54" fmla="*/ 1 w 246"/>
                <a:gd name="T55" fmla="*/ 1 h 426"/>
                <a:gd name="T56" fmla="*/ 2 w 246"/>
                <a:gd name="T57" fmla="*/ 2 h 426"/>
                <a:gd name="T58" fmla="*/ 2 w 246"/>
                <a:gd name="T59" fmla="*/ 2 h 426"/>
                <a:gd name="T60" fmla="*/ 2 w 246"/>
                <a:gd name="T61" fmla="*/ 2 h 426"/>
                <a:gd name="T62" fmla="*/ 2 w 246"/>
                <a:gd name="T63" fmla="*/ 2 h 426"/>
                <a:gd name="T64" fmla="*/ 2 w 246"/>
                <a:gd name="T65" fmla="*/ 3 h 426"/>
                <a:gd name="T66" fmla="*/ 2 w 246"/>
                <a:gd name="T67" fmla="*/ 3 h 426"/>
                <a:gd name="T68" fmla="*/ 2 w 246"/>
                <a:gd name="T69" fmla="*/ 3 h 426"/>
                <a:gd name="T70" fmla="*/ 2 w 246"/>
                <a:gd name="T71" fmla="*/ 3 h 426"/>
                <a:gd name="T72" fmla="*/ 2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246" y="426"/>
                  </a:moveTo>
                  <a:lnTo>
                    <a:pt x="246" y="426"/>
                  </a:lnTo>
                  <a:lnTo>
                    <a:pt x="245" y="384"/>
                  </a:lnTo>
                  <a:lnTo>
                    <a:pt x="242" y="340"/>
                  </a:lnTo>
                  <a:lnTo>
                    <a:pt x="236" y="301"/>
                  </a:lnTo>
                  <a:lnTo>
                    <a:pt x="228" y="262"/>
                  </a:lnTo>
                  <a:lnTo>
                    <a:pt x="217" y="224"/>
                  </a:lnTo>
                  <a:lnTo>
                    <a:pt x="205" y="190"/>
                  </a:lnTo>
                  <a:lnTo>
                    <a:pt x="191" y="158"/>
                  </a:lnTo>
                  <a:lnTo>
                    <a:pt x="176" y="126"/>
                  </a:lnTo>
                  <a:lnTo>
                    <a:pt x="157" y="99"/>
                  </a:lnTo>
                  <a:lnTo>
                    <a:pt x="139" y="75"/>
                  </a:lnTo>
                  <a:lnTo>
                    <a:pt x="119" y="53"/>
                  </a:lnTo>
                  <a:lnTo>
                    <a:pt x="96" y="34"/>
                  </a:lnTo>
                  <a:lnTo>
                    <a:pt x="75" y="19"/>
                  </a:lnTo>
                  <a:lnTo>
                    <a:pt x="51" y="9"/>
                  </a:lnTo>
                  <a:lnTo>
                    <a:pt x="26" y="3"/>
                  </a:lnTo>
                  <a:lnTo>
                    <a:pt x="0" y="0"/>
                  </a:lnTo>
                  <a:lnTo>
                    <a:pt x="0" y="12"/>
                  </a:lnTo>
                  <a:lnTo>
                    <a:pt x="24" y="15"/>
                  </a:lnTo>
                  <a:lnTo>
                    <a:pt x="46" y="20"/>
                  </a:lnTo>
                  <a:lnTo>
                    <a:pt x="68" y="31"/>
                  </a:lnTo>
                  <a:lnTo>
                    <a:pt x="89" y="44"/>
                  </a:lnTo>
                  <a:lnTo>
                    <a:pt x="109" y="63"/>
                  </a:lnTo>
                  <a:lnTo>
                    <a:pt x="129" y="83"/>
                  </a:lnTo>
                  <a:lnTo>
                    <a:pt x="148" y="106"/>
                  </a:lnTo>
                  <a:lnTo>
                    <a:pt x="164" y="133"/>
                  </a:lnTo>
                  <a:lnTo>
                    <a:pt x="180" y="162"/>
                  </a:lnTo>
                  <a:lnTo>
                    <a:pt x="194" y="195"/>
                  </a:lnTo>
                  <a:lnTo>
                    <a:pt x="205" y="229"/>
                  </a:lnTo>
                  <a:lnTo>
                    <a:pt x="216" y="264"/>
                  </a:lnTo>
                  <a:lnTo>
                    <a:pt x="224" y="303"/>
                  </a:lnTo>
                  <a:lnTo>
                    <a:pt x="230" y="343"/>
                  </a:lnTo>
                  <a:lnTo>
                    <a:pt x="233" y="384"/>
                  </a:lnTo>
                  <a:lnTo>
                    <a:pt x="235" y="426"/>
                  </a:lnTo>
                  <a:lnTo>
                    <a:pt x="246"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3407" name="Freeform 61"/>
            <p:cNvSpPr>
              <a:spLocks/>
            </p:cNvSpPr>
            <p:nvPr/>
          </p:nvSpPr>
          <p:spPr bwMode="auto">
            <a:xfrm>
              <a:off x="1392" y="2203"/>
              <a:ext cx="49" cy="85"/>
            </a:xfrm>
            <a:custGeom>
              <a:avLst/>
              <a:gdLst>
                <a:gd name="T0" fmla="*/ 0 w 246"/>
                <a:gd name="T1" fmla="*/ 3 h 424"/>
                <a:gd name="T2" fmla="*/ 0 w 246"/>
                <a:gd name="T3" fmla="*/ 3 h 424"/>
                <a:gd name="T4" fmla="*/ 0 w 246"/>
                <a:gd name="T5" fmla="*/ 3 h 424"/>
                <a:gd name="T6" fmla="*/ 0 w 246"/>
                <a:gd name="T7" fmla="*/ 3 h 424"/>
                <a:gd name="T8" fmla="*/ 1 w 246"/>
                <a:gd name="T9" fmla="*/ 3 h 424"/>
                <a:gd name="T10" fmla="*/ 1 w 246"/>
                <a:gd name="T11" fmla="*/ 3 h 424"/>
                <a:gd name="T12" fmla="*/ 1 w 246"/>
                <a:gd name="T13" fmla="*/ 3 h 424"/>
                <a:gd name="T14" fmla="*/ 1 w 246"/>
                <a:gd name="T15" fmla="*/ 3 h 424"/>
                <a:gd name="T16" fmla="*/ 1 w 246"/>
                <a:gd name="T17" fmla="*/ 3 h 424"/>
                <a:gd name="T18" fmla="*/ 1 w 246"/>
                <a:gd name="T19" fmla="*/ 2 h 424"/>
                <a:gd name="T20" fmla="*/ 2 w 246"/>
                <a:gd name="T21" fmla="*/ 2 h 424"/>
                <a:gd name="T22" fmla="*/ 2 w 246"/>
                <a:gd name="T23" fmla="*/ 2 h 424"/>
                <a:gd name="T24" fmla="*/ 2 w 246"/>
                <a:gd name="T25" fmla="*/ 2 h 424"/>
                <a:gd name="T26" fmla="*/ 2 w 246"/>
                <a:gd name="T27" fmla="*/ 1 h 424"/>
                <a:gd name="T28" fmla="*/ 2 w 246"/>
                <a:gd name="T29" fmla="*/ 1 h 424"/>
                <a:gd name="T30" fmla="*/ 2 w 246"/>
                <a:gd name="T31" fmla="*/ 1 h 424"/>
                <a:gd name="T32" fmla="*/ 2 w 246"/>
                <a:gd name="T33" fmla="*/ 0 h 424"/>
                <a:gd name="T34" fmla="*/ 2 w 246"/>
                <a:gd name="T35" fmla="*/ 0 h 424"/>
                <a:gd name="T36" fmla="*/ 2 w 246"/>
                <a:gd name="T37" fmla="*/ 0 h 424"/>
                <a:gd name="T38" fmla="*/ 2 w 246"/>
                <a:gd name="T39" fmla="*/ 0 h 424"/>
                <a:gd name="T40" fmla="*/ 2 w 246"/>
                <a:gd name="T41" fmla="*/ 1 h 424"/>
                <a:gd name="T42" fmla="*/ 2 w 246"/>
                <a:gd name="T43" fmla="*/ 1 h 424"/>
                <a:gd name="T44" fmla="*/ 2 w 246"/>
                <a:gd name="T45" fmla="*/ 1 h 424"/>
                <a:gd name="T46" fmla="*/ 2 w 246"/>
                <a:gd name="T47" fmla="*/ 2 h 424"/>
                <a:gd name="T48" fmla="*/ 2 w 246"/>
                <a:gd name="T49" fmla="*/ 2 h 424"/>
                <a:gd name="T50" fmla="*/ 1 w 246"/>
                <a:gd name="T51" fmla="*/ 2 h 424"/>
                <a:gd name="T52" fmla="*/ 1 w 246"/>
                <a:gd name="T53" fmla="*/ 2 h 424"/>
                <a:gd name="T54" fmla="*/ 1 w 246"/>
                <a:gd name="T55" fmla="*/ 3 h 424"/>
                <a:gd name="T56" fmla="*/ 1 w 246"/>
                <a:gd name="T57" fmla="*/ 3 h 424"/>
                <a:gd name="T58" fmla="*/ 1 w 246"/>
                <a:gd name="T59" fmla="*/ 3 h 424"/>
                <a:gd name="T60" fmla="*/ 1 w 246"/>
                <a:gd name="T61" fmla="*/ 3 h 424"/>
                <a:gd name="T62" fmla="*/ 1 w 246"/>
                <a:gd name="T63" fmla="*/ 3 h 424"/>
                <a:gd name="T64" fmla="*/ 0 w 246"/>
                <a:gd name="T65" fmla="*/ 3 h 424"/>
                <a:gd name="T66" fmla="*/ 0 w 246"/>
                <a:gd name="T67" fmla="*/ 3 h 424"/>
                <a:gd name="T68" fmla="*/ 0 w 246"/>
                <a:gd name="T69" fmla="*/ 3 h 424"/>
                <a:gd name="T70" fmla="*/ 0 w 246"/>
                <a:gd name="T71" fmla="*/ 3 h 424"/>
                <a:gd name="T72" fmla="*/ 0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0" y="424"/>
                  </a:moveTo>
                  <a:lnTo>
                    <a:pt x="0" y="424"/>
                  </a:lnTo>
                  <a:lnTo>
                    <a:pt x="26" y="422"/>
                  </a:lnTo>
                  <a:lnTo>
                    <a:pt x="51" y="416"/>
                  </a:lnTo>
                  <a:lnTo>
                    <a:pt x="75" y="406"/>
                  </a:lnTo>
                  <a:lnTo>
                    <a:pt x="96" y="390"/>
                  </a:lnTo>
                  <a:lnTo>
                    <a:pt x="119" y="373"/>
                  </a:lnTo>
                  <a:lnTo>
                    <a:pt x="139" y="351"/>
                  </a:lnTo>
                  <a:lnTo>
                    <a:pt x="157" y="326"/>
                  </a:lnTo>
                  <a:lnTo>
                    <a:pt x="175" y="299"/>
                  </a:lnTo>
                  <a:lnTo>
                    <a:pt x="191" y="269"/>
                  </a:lnTo>
                  <a:lnTo>
                    <a:pt x="205" y="236"/>
                  </a:lnTo>
                  <a:lnTo>
                    <a:pt x="217" y="202"/>
                  </a:lnTo>
                  <a:lnTo>
                    <a:pt x="228" y="163"/>
                  </a:lnTo>
                  <a:lnTo>
                    <a:pt x="236" y="125"/>
                  </a:lnTo>
                  <a:lnTo>
                    <a:pt x="242" y="86"/>
                  </a:lnTo>
                  <a:lnTo>
                    <a:pt x="245" y="42"/>
                  </a:lnTo>
                  <a:lnTo>
                    <a:pt x="246" y="0"/>
                  </a:lnTo>
                  <a:lnTo>
                    <a:pt x="235" y="0"/>
                  </a:lnTo>
                  <a:lnTo>
                    <a:pt x="233" y="42"/>
                  </a:lnTo>
                  <a:lnTo>
                    <a:pt x="230" y="83"/>
                  </a:lnTo>
                  <a:lnTo>
                    <a:pt x="224" y="123"/>
                  </a:lnTo>
                  <a:lnTo>
                    <a:pt x="216" y="161"/>
                  </a:lnTo>
                  <a:lnTo>
                    <a:pt x="205" y="197"/>
                  </a:lnTo>
                  <a:lnTo>
                    <a:pt x="194" y="231"/>
                  </a:lnTo>
                  <a:lnTo>
                    <a:pt x="180" y="264"/>
                  </a:lnTo>
                  <a:lnTo>
                    <a:pt x="166" y="292"/>
                  </a:lnTo>
                  <a:lnTo>
                    <a:pt x="148" y="319"/>
                  </a:lnTo>
                  <a:lnTo>
                    <a:pt x="129" y="344"/>
                  </a:lnTo>
                  <a:lnTo>
                    <a:pt x="109" y="364"/>
                  </a:lnTo>
                  <a:lnTo>
                    <a:pt x="89" y="381"/>
                  </a:lnTo>
                  <a:lnTo>
                    <a:pt x="68" y="394"/>
                  </a:lnTo>
                  <a:lnTo>
                    <a:pt x="46" y="405"/>
                  </a:lnTo>
                  <a:lnTo>
                    <a:pt x="24" y="410"/>
                  </a:lnTo>
                  <a:lnTo>
                    <a:pt x="0" y="413"/>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3408" name="Freeform 62"/>
            <p:cNvSpPr>
              <a:spLocks/>
            </p:cNvSpPr>
            <p:nvPr/>
          </p:nvSpPr>
          <p:spPr bwMode="auto">
            <a:xfrm>
              <a:off x="1343" y="2203"/>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2" y="42"/>
                  </a:lnTo>
                  <a:lnTo>
                    <a:pt x="5" y="86"/>
                  </a:lnTo>
                  <a:lnTo>
                    <a:pt x="11" y="125"/>
                  </a:lnTo>
                  <a:lnTo>
                    <a:pt x="19" y="163"/>
                  </a:lnTo>
                  <a:lnTo>
                    <a:pt x="30" y="202"/>
                  </a:lnTo>
                  <a:lnTo>
                    <a:pt x="41" y="236"/>
                  </a:lnTo>
                  <a:lnTo>
                    <a:pt x="56" y="269"/>
                  </a:lnTo>
                  <a:lnTo>
                    <a:pt x="72" y="299"/>
                  </a:lnTo>
                  <a:lnTo>
                    <a:pt x="90" y="326"/>
                  </a:lnTo>
                  <a:lnTo>
                    <a:pt x="108" y="351"/>
                  </a:lnTo>
                  <a:lnTo>
                    <a:pt x="127" y="373"/>
                  </a:lnTo>
                  <a:lnTo>
                    <a:pt x="149" y="390"/>
                  </a:lnTo>
                  <a:lnTo>
                    <a:pt x="172" y="406"/>
                  </a:lnTo>
                  <a:lnTo>
                    <a:pt x="195" y="416"/>
                  </a:lnTo>
                  <a:lnTo>
                    <a:pt x="220" y="422"/>
                  </a:lnTo>
                  <a:lnTo>
                    <a:pt x="245" y="424"/>
                  </a:lnTo>
                  <a:lnTo>
                    <a:pt x="245" y="413"/>
                  </a:lnTo>
                  <a:lnTo>
                    <a:pt x="222" y="410"/>
                  </a:lnTo>
                  <a:lnTo>
                    <a:pt x="200" y="405"/>
                  </a:lnTo>
                  <a:lnTo>
                    <a:pt x="179" y="394"/>
                  </a:lnTo>
                  <a:lnTo>
                    <a:pt x="156" y="381"/>
                  </a:lnTo>
                  <a:lnTo>
                    <a:pt x="136" y="364"/>
                  </a:lnTo>
                  <a:lnTo>
                    <a:pt x="118" y="344"/>
                  </a:lnTo>
                  <a:lnTo>
                    <a:pt x="99" y="319"/>
                  </a:lnTo>
                  <a:lnTo>
                    <a:pt x="81" y="292"/>
                  </a:lnTo>
                  <a:lnTo>
                    <a:pt x="67" y="264"/>
                  </a:lnTo>
                  <a:lnTo>
                    <a:pt x="53" y="231"/>
                  </a:lnTo>
                  <a:lnTo>
                    <a:pt x="41" y="197"/>
                  </a:lnTo>
                  <a:lnTo>
                    <a:pt x="31" y="161"/>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3409" name="Freeform 63"/>
            <p:cNvSpPr>
              <a:spLocks/>
            </p:cNvSpPr>
            <p:nvPr/>
          </p:nvSpPr>
          <p:spPr bwMode="auto">
            <a:xfrm>
              <a:off x="1343" y="2118"/>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1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20" y="3"/>
                  </a:lnTo>
                  <a:lnTo>
                    <a:pt x="195" y="9"/>
                  </a:lnTo>
                  <a:lnTo>
                    <a:pt x="172" y="19"/>
                  </a:lnTo>
                  <a:lnTo>
                    <a:pt x="149" y="34"/>
                  </a:lnTo>
                  <a:lnTo>
                    <a:pt x="127" y="53"/>
                  </a:lnTo>
                  <a:lnTo>
                    <a:pt x="108" y="75"/>
                  </a:lnTo>
                  <a:lnTo>
                    <a:pt x="90" y="99"/>
                  </a:lnTo>
                  <a:lnTo>
                    <a:pt x="71" y="126"/>
                  </a:lnTo>
                  <a:lnTo>
                    <a:pt x="56" y="158"/>
                  </a:lnTo>
                  <a:lnTo>
                    <a:pt x="41" y="190"/>
                  </a:lnTo>
                  <a:lnTo>
                    <a:pt x="30" y="224"/>
                  </a:lnTo>
                  <a:lnTo>
                    <a:pt x="19" y="262"/>
                  </a:lnTo>
                  <a:lnTo>
                    <a:pt x="11" y="301"/>
                  </a:lnTo>
                  <a:lnTo>
                    <a:pt x="5" y="340"/>
                  </a:lnTo>
                  <a:lnTo>
                    <a:pt x="2" y="384"/>
                  </a:lnTo>
                  <a:lnTo>
                    <a:pt x="0" y="426"/>
                  </a:lnTo>
                  <a:lnTo>
                    <a:pt x="12" y="426"/>
                  </a:lnTo>
                  <a:lnTo>
                    <a:pt x="13" y="384"/>
                  </a:lnTo>
                  <a:lnTo>
                    <a:pt x="17" y="343"/>
                  </a:lnTo>
                  <a:lnTo>
                    <a:pt x="23" y="303"/>
                  </a:lnTo>
                  <a:lnTo>
                    <a:pt x="31" y="264"/>
                  </a:lnTo>
                  <a:lnTo>
                    <a:pt x="41" y="229"/>
                  </a:lnTo>
                  <a:lnTo>
                    <a:pt x="53" y="195"/>
                  </a:lnTo>
                  <a:lnTo>
                    <a:pt x="67" y="162"/>
                  </a:lnTo>
                  <a:lnTo>
                    <a:pt x="82" y="133"/>
                  </a:lnTo>
                  <a:lnTo>
                    <a:pt x="99" y="106"/>
                  </a:lnTo>
                  <a:lnTo>
                    <a:pt x="118" y="83"/>
                  </a:lnTo>
                  <a:lnTo>
                    <a:pt x="136" y="63"/>
                  </a:lnTo>
                  <a:lnTo>
                    <a:pt x="156" y="44"/>
                  </a:lnTo>
                  <a:lnTo>
                    <a:pt x="179" y="31"/>
                  </a:lnTo>
                  <a:lnTo>
                    <a:pt x="200" y="20"/>
                  </a:lnTo>
                  <a:lnTo>
                    <a:pt x="222" y="15"/>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3410" name="Freeform 64"/>
            <p:cNvSpPr>
              <a:spLocks/>
            </p:cNvSpPr>
            <p:nvPr/>
          </p:nvSpPr>
          <p:spPr bwMode="auto">
            <a:xfrm>
              <a:off x="1384" y="1859"/>
              <a:ext cx="49" cy="84"/>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1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3" y="382"/>
                  </a:lnTo>
                  <a:lnTo>
                    <a:pt x="240" y="339"/>
                  </a:lnTo>
                  <a:lnTo>
                    <a:pt x="234" y="299"/>
                  </a:lnTo>
                  <a:lnTo>
                    <a:pt x="226" y="261"/>
                  </a:lnTo>
                  <a:lnTo>
                    <a:pt x="215" y="222"/>
                  </a:lnTo>
                  <a:lnTo>
                    <a:pt x="204" y="188"/>
                  </a:lnTo>
                  <a:lnTo>
                    <a:pt x="189" y="156"/>
                  </a:lnTo>
                  <a:lnTo>
                    <a:pt x="173" y="125"/>
                  </a:lnTo>
                  <a:lnTo>
                    <a:pt x="155" y="98"/>
                  </a:lnTo>
                  <a:lnTo>
                    <a:pt x="138" y="74"/>
                  </a:lnTo>
                  <a:lnTo>
                    <a:pt x="118" y="51"/>
                  </a:lnTo>
                  <a:lnTo>
                    <a:pt x="96" y="34"/>
                  </a:lnTo>
                  <a:lnTo>
                    <a:pt x="73" y="18"/>
                  </a:lnTo>
                  <a:lnTo>
                    <a:pt x="50" y="8"/>
                  </a:lnTo>
                  <a:lnTo>
                    <a:pt x="25" y="2"/>
                  </a:lnTo>
                  <a:lnTo>
                    <a:pt x="0" y="0"/>
                  </a:lnTo>
                  <a:lnTo>
                    <a:pt x="0" y="11"/>
                  </a:lnTo>
                  <a:lnTo>
                    <a:pt x="23" y="14"/>
                  </a:lnTo>
                  <a:lnTo>
                    <a:pt x="45" y="20"/>
                  </a:lnTo>
                  <a:lnTo>
                    <a:pt x="66" y="30"/>
                  </a:lnTo>
                  <a:lnTo>
                    <a:pt x="89" y="43"/>
                  </a:lnTo>
                  <a:lnTo>
                    <a:pt x="109" y="61"/>
                  </a:lnTo>
                  <a:lnTo>
                    <a:pt x="129" y="81"/>
                  </a:lnTo>
                  <a:lnTo>
                    <a:pt x="146" y="105"/>
                  </a:lnTo>
                  <a:lnTo>
                    <a:pt x="164" y="132"/>
                  </a:lnTo>
                  <a:lnTo>
                    <a:pt x="178" y="160"/>
                  </a:lnTo>
                  <a:lnTo>
                    <a:pt x="192" y="193"/>
                  </a:lnTo>
                  <a:lnTo>
                    <a:pt x="204" y="227"/>
                  </a:lnTo>
                  <a:lnTo>
                    <a:pt x="214" y="264"/>
                  </a:lnTo>
                  <a:lnTo>
                    <a:pt x="222" y="301"/>
                  </a:lnTo>
                  <a:lnTo>
                    <a:pt x="228"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3411" name="Freeform 65"/>
            <p:cNvSpPr>
              <a:spLocks/>
            </p:cNvSpPr>
            <p:nvPr/>
          </p:nvSpPr>
          <p:spPr bwMode="auto">
            <a:xfrm>
              <a:off x="1384" y="1943"/>
              <a:ext cx="49" cy="86"/>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5" y="423"/>
                  </a:lnTo>
                  <a:lnTo>
                    <a:pt x="50" y="418"/>
                  </a:lnTo>
                  <a:lnTo>
                    <a:pt x="73" y="407"/>
                  </a:lnTo>
                  <a:lnTo>
                    <a:pt x="96" y="392"/>
                  </a:lnTo>
                  <a:lnTo>
                    <a:pt x="118" y="374"/>
                  </a:lnTo>
                  <a:lnTo>
                    <a:pt x="138" y="352"/>
                  </a:lnTo>
                  <a:lnTo>
                    <a:pt x="155" y="327"/>
                  </a:lnTo>
                  <a:lnTo>
                    <a:pt x="174" y="300"/>
                  </a:lnTo>
                  <a:lnTo>
                    <a:pt x="189" y="269"/>
                  </a:lnTo>
                  <a:lnTo>
                    <a:pt x="204" y="237"/>
                  </a:lnTo>
                  <a:lnTo>
                    <a:pt x="215" y="202"/>
                  </a:lnTo>
                  <a:lnTo>
                    <a:pt x="226" y="164"/>
                  </a:lnTo>
                  <a:lnTo>
                    <a:pt x="234" y="126"/>
                  </a:lnTo>
                  <a:lnTo>
                    <a:pt x="240" y="86"/>
                  </a:lnTo>
                  <a:lnTo>
                    <a:pt x="243" y="42"/>
                  </a:lnTo>
                  <a:lnTo>
                    <a:pt x="245" y="0"/>
                  </a:lnTo>
                  <a:lnTo>
                    <a:pt x="233" y="0"/>
                  </a:lnTo>
                  <a:lnTo>
                    <a:pt x="232" y="42"/>
                  </a:lnTo>
                  <a:lnTo>
                    <a:pt x="228" y="83"/>
                  </a:lnTo>
                  <a:lnTo>
                    <a:pt x="222" y="123"/>
                  </a:lnTo>
                  <a:lnTo>
                    <a:pt x="214" y="162"/>
                  </a:lnTo>
                  <a:lnTo>
                    <a:pt x="204" y="197"/>
                  </a:lnTo>
                  <a:lnTo>
                    <a:pt x="192" y="232"/>
                  </a:lnTo>
                  <a:lnTo>
                    <a:pt x="178" y="264"/>
                  </a:lnTo>
                  <a:lnTo>
                    <a:pt x="163" y="293"/>
                  </a:lnTo>
                  <a:lnTo>
                    <a:pt x="146" y="320"/>
                  </a:lnTo>
                  <a:lnTo>
                    <a:pt x="129" y="345"/>
                  </a:lnTo>
                  <a:lnTo>
                    <a:pt x="109" y="365"/>
                  </a:lnTo>
                  <a:lnTo>
                    <a:pt x="89" y="382"/>
                  </a:lnTo>
                  <a:lnTo>
                    <a:pt x="66" y="395"/>
                  </a:lnTo>
                  <a:lnTo>
                    <a:pt x="45" y="406"/>
                  </a:lnTo>
                  <a:lnTo>
                    <a:pt x="23"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3412" name="Freeform 66"/>
            <p:cNvSpPr>
              <a:spLocks/>
            </p:cNvSpPr>
            <p:nvPr/>
          </p:nvSpPr>
          <p:spPr bwMode="auto">
            <a:xfrm>
              <a:off x="1335" y="1943"/>
              <a:ext cx="49" cy="86"/>
            </a:xfrm>
            <a:custGeom>
              <a:avLst/>
              <a:gdLst>
                <a:gd name="T0" fmla="*/ 0 w 246"/>
                <a:gd name="T1" fmla="*/ 0 h 426"/>
                <a:gd name="T2" fmla="*/ 0 w 246"/>
                <a:gd name="T3" fmla="*/ 0 h 426"/>
                <a:gd name="T4" fmla="*/ 0 w 246"/>
                <a:gd name="T5" fmla="*/ 0 h 426"/>
                <a:gd name="T6" fmla="*/ 0 w 246"/>
                <a:gd name="T7" fmla="*/ 1 h 426"/>
                <a:gd name="T8" fmla="*/ 0 w 246"/>
                <a:gd name="T9" fmla="*/ 1 h 426"/>
                <a:gd name="T10" fmla="*/ 0 w 246"/>
                <a:gd name="T11" fmla="*/ 1 h 426"/>
                <a:gd name="T12" fmla="*/ 0 w 246"/>
                <a:gd name="T13" fmla="*/ 2 h 426"/>
                <a:gd name="T14" fmla="*/ 0 w 246"/>
                <a:gd name="T15" fmla="*/ 2 h 426"/>
                <a:gd name="T16" fmla="*/ 0 w 246"/>
                <a:gd name="T17" fmla="*/ 2 h 426"/>
                <a:gd name="T18" fmla="*/ 1 w 246"/>
                <a:gd name="T19" fmla="*/ 2 h 426"/>
                <a:gd name="T20" fmla="*/ 1 w 246"/>
                <a:gd name="T21" fmla="*/ 3 h 426"/>
                <a:gd name="T22" fmla="*/ 1 w 246"/>
                <a:gd name="T23" fmla="*/ 3 h 426"/>
                <a:gd name="T24" fmla="*/ 1 w 246"/>
                <a:gd name="T25" fmla="*/ 3 h 426"/>
                <a:gd name="T26" fmla="*/ 1 w 246"/>
                <a:gd name="T27" fmla="*/ 3 h 426"/>
                <a:gd name="T28" fmla="*/ 1 w 246"/>
                <a:gd name="T29" fmla="*/ 3 h 426"/>
                <a:gd name="T30" fmla="*/ 2 w 246"/>
                <a:gd name="T31" fmla="*/ 3 h 426"/>
                <a:gd name="T32" fmla="*/ 2 w 246"/>
                <a:gd name="T33" fmla="*/ 3 h 426"/>
                <a:gd name="T34" fmla="*/ 2 w 246"/>
                <a:gd name="T35" fmla="*/ 3 h 426"/>
                <a:gd name="T36" fmla="*/ 2 w 246"/>
                <a:gd name="T37" fmla="*/ 3 h 426"/>
                <a:gd name="T38" fmla="*/ 2 w 246"/>
                <a:gd name="T39" fmla="*/ 3 h 426"/>
                <a:gd name="T40" fmla="*/ 2 w 246"/>
                <a:gd name="T41" fmla="*/ 3 h 426"/>
                <a:gd name="T42" fmla="*/ 1 w 246"/>
                <a:gd name="T43" fmla="*/ 3 h 426"/>
                <a:gd name="T44" fmla="*/ 1 w 246"/>
                <a:gd name="T45" fmla="*/ 3 h 426"/>
                <a:gd name="T46" fmla="*/ 1 w 246"/>
                <a:gd name="T47" fmla="*/ 3 h 426"/>
                <a:gd name="T48" fmla="*/ 1 w 246"/>
                <a:gd name="T49" fmla="*/ 3 h 426"/>
                <a:gd name="T50" fmla="*/ 1 w 246"/>
                <a:gd name="T51" fmla="*/ 3 h 426"/>
                <a:gd name="T52" fmla="*/ 1 w 246"/>
                <a:gd name="T53" fmla="*/ 2 h 426"/>
                <a:gd name="T54" fmla="*/ 1 w 246"/>
                <a:gd name="T55" fmla="*/ 2 h 426"/>
                <a:gd name="T56" fmla="*/ 0 w 246"/>
                <a:gd name="T57" fmla="*/ 2 h 426"/>
                <a:gd name="T58" fmla="*/ 0 w 246"/>
                <a:gd name="T59" fmla="*/ 2 h 426"/>
                <a:gd name="T60" fmla="*/ 0 w 246"/>
                <a:gd name="T61" fmla="*/ 1 h 426"/>
                <a:gd name="T62" fmla="*/ 0 w 246"/>
                <a:gd name="T63" fmla="*/ 1 h 426"/>
                <a:gd name="T64" fmla="*/ 0 w 246"/>
                <a:gd name="T65" fmla="*/ 1 h 426"/>
                <a:gd name="T66" fmla="*/ 0 w 246"/>
                <a:gd name="T67" fmla="*/ 0 h 426"/>
                <a:gd name="T68" fmla="*/ 0 w 246"/>
                <a:gd name="T69" fmla="*/ 0 h 426"/>
                <a:gd name="T70" fmla="*/ 0 w 246"/>
                <a:gd name="T71" fmla="*/ 0 h 426"/>
                <a:gd name="T72" fmla="*/ 0 w 246"/>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0"/>
                  </a:moveTo>
                  <a:lnTo>
                    <a:pt x="0" y="0"/>
                  </a:lnTo>
                  <a:lnTo>
                    <a:pt x="1" y="42"/>
                  </a:lnTo>
                  <a:lnTo>
                    <a:pt x="4" y="86"/>
                  </a:lnTo>
                  <a:lnTo>
                    <a:pt x="10" y="126"/>
                  </a:lnTo>
                  <a:lnTo>
                    <a:pt x="18" y="164"/>
                  </a:lnTo>
                  <a:lnTo>
                    <a:pt x="29" y="202"/>
                  </a:lnTo>
                  <a:lnTo>
                    <a:pt x="41" y="237"/>
                  </a:lnTo>
                  <a:lnTo>
                    <a:pt x="55" y="269"/>
                  </a:lnTo>
                  <a:lnTo>
                    <a:pt x="71" y="300"/>
                  </a:lnTo>
                  <a:lnTo>
                    <a:pt x="89" y="327"/>
                  </a:lnTo>
                  <a:lnTo>
                    <a:pt x="107" y="352"/>
                  </a:lnTo>
                  <a:lnTo>
                    <a:pt x="127" y="374"/>
                  </a:lnTo>
                  <a:lnTo>
                    <a:pt x="150" y="392"/>
                  </a:lnTo>
                  <a:lnTo>
                    <a:pt x="171" y="407"/>
                  </a:lnTo>
                  <a:lnTo>
                    <a:pt x="195" y="418"/>
                  </a:lnTo>
                  <a:lnTo>
                    <a:pt x="220" y="423"/>
                  </a:lnTo>
                  <a:lnTo>
                    <a:pt x="246" y="426"/>
                  </a:lnTo>
                  <a:lnTo>
                    <a:pt x="246" y="414"/>
                  </a:lnTo>
                  <a:lnTo>
                    <a:pt x="222" y="412"/>
                  </a:lnTo>
                  <a:lnTo>
                    <a:pt x="200" y="406"/>
                  </a:lnTo>
                  <a:lnTo>
                    <a:pt x="178" y="395"/>
                  </a:lnTo>
                  <a:lnTo>
                    <a:pt x="157" y="382"/>
                  </a:lnTo>
                  <a:lnTo>
                    <a:pt x="137" y="365"/>
                  </a:lnTo>
                  <a:lnTo>
                    <a:pt x="117" y="345"/>
                  </a:lnTo>
                  <a:lnTo>
                    <a:pt x="98" y="320"/>
                  </a:lnTo>
                  <a:lnTo>
                    <a:pt x="83" y="293"/>
                  </a:lnTo>
                  <a:lnTo>
                    <a:pt x="66" y="264"/>
                  </a:lnTo>
                  <a:lnTo>
                    <a:pt x="52" y="232"/>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3413" name="Freeform 67"/>
            <p:cNvSpPr>
              <a:spLocks/>
            </p:cNvSpPr>
            <p:nvPr/>
          </p:nvSpPr>
          <p:spPr bwMode="auto">
            <a:xfrm>
              <a:off x="1335" y="1859"/>
              <a:ext cx="49" cy="84"/>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1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0" y="2"/>
                  </a:lnTo>
                  <a:lnTo>
                    <a:pt x="195" y="8"/>
                  </a:lnTo>
                  <a:lnTo>
                    <a:pt x="171" y="18"/>
                  </a:lnTo>
                  <a:lnTo>
                    <a:pt x="150" y="34"/>
                  </a:lnTo>
                  <a:lnTo>
                    <a:pt x="127" y="51"/>
                  </a:lnTo>
                  <a:lnTo>
                    <a:pt x="107" y="74"/>
                  </a:lnTo>
                  <a:lnTo>
                    <a:pt x="89" y="98"/>
                  </a:lnTo>
                  <a:lnTo>
                    <a:pt x="72" y="125"/>
                  </a:lnTo>
                  <a:lnTo>
                    <a:pt x="55" y="156"/>
                  </a:lnTo>
                  <a:lnTo>
                    <a:pt x="41" y="188"/>
                  </a:lnTo>
                  <a:lnTo>
                    <a:pt x="29" y="222"/>
                  </a:lnTo>
                  <a:lnTo>
                    <a:pt x="18" y="261"/>
                  </a:lnTo>
                  <a:lnTo>
                    <a:pt x="10" y="299"/>
                  </a:lnTo>
                  <a:lnTo>
                    <a:pt x="4" y="339"/>
                  </a:lnTo>
                  <a:lnTo>
                    <a:pt x="1" y="382"/>
                  </a:lnTo>
                  <a:lnTo>
                    <a:pt x="0" y="424"/>
                  </a:lnTo>
                  <a:lnTo>
                    <a:pt x="11" y="424"/>
                  </a:lnTo>
                  <a:lnTo>
                    <a:pt x="13" y="382"/>
                  </a:lnTo>
                  <a:lnTo>
                    <a:pt x="16" y="341"/>
                  </a:lnTo>
                  <a:lnTo>
                    <a:pt x="22" y="301"/>
                  </a:lnTo>
                  <a:lnTo>
                    <a:pt x="30" y="264"/>
                  </a:lnTo>
                  <a:lnTo>
                    <a:pt x="41" y="227"/>
                  </a:lnTo>
                  <a:lnTo>
                    <a:pt x="52" y="193"/>
                  </a:lnTo>
                  <a:lnTo>
                    <a:pt x="66" y="160"/>
                  </a:lnTo>
                  <a:lnTo>
                    <a:pt x="82" y="132"/>
                  </a:lnTo>
                  <a:lnTo>
                    <a:pt x="98" y="105"/>
                  </a:lnTo>
                  <a:lnTo>
                    <a:pt x="117" y="81"/>
                  </a:lnTo>
                  <a:lnTo>
                    <a:pt x="137" y="61"/>
                  </a:lnTo>
                  <a:lnTo>
                    <a:pt x="157" y="43"/>
                  </a:lnTo>
                  <a:lnTo>
                    <a:pt x="178" y="30"/>
                  </a:lnTo>
                  <a:lnTo>
                    <a:pt x="200" y="20"/>
                  </a:lnTo>
                  <a:lnTo>
                    <a:pt x="222" y="14"/>
                  </a:lnTo>
                  <a:lnTo>
                    <a:pt x="246" y="11"/>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3414" name="Freeform 68"/>
            <p:cNvSpPr>
              <a:spLocks/>
            </p:cNvSpPr>
            <p:nvPr/>
          </p:nvSpPr>
          <p:spPr bwMode="auto">
            <a:xfrm>
              <a:off x="1552" y="1751"/>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1" y="339"/>
                  </a:lnTo>
                  <a:lnTo>
                    <a:pt x="235" y="299"/>
                  </a:lnTo>
                  <a:lnTo>
                    <a:pt x="226" y="261"/>
                  </a:lnTo>
                  <a:lnTo>
                    <a:pt x="216" y="223"/>
                  </a:lnTo>
                  <a:lnTo>
                    <a:pt x="204" y="189"/>
                  </a:lnTo>
                  <a:lnTo>
                    <a:pt x="190" y="156"/>
                  </a:lnTo>
                  <a:lnTo>
                    <a:pt x="174" y="125"/>
                  </a:lnTo>
                  <a:lnTo>
                    <a:pt x="156" y="98"/>
                  </a:lnTo>
                  <a:lnTo>
                    <a:pt x="137" y="74"/>
                  </a:lnTo>
                  <a:lnTo>
                    <a:pt x="119" y="52"/>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8" y="81"/>
                  </a:lnTo>
                  <a:lnTo>
                    <a:pt x="147" y="105"/>
                  </a:lnTo>
                  <a:lnTo>
                    <a:pt x="164" y="132"/>
                  </a:lnTo>
                  <a:lnTo>
                    <a:pt x="178" y="161"/>
                  </a:lnTo>
                  <a:lnTo>
                    <a:pt x="193" y="193"/>
                  </a:lnTo>
                  <a:lnTo>
                    <a:pt x="204" y="227"/>
                  </a:lnTo>
                  <a:lnTo>
                    <a:pt x="215" y="264"/>
                  </a:lnTo>
                  <a:lnTo>
                    <a:pt x="223" y="301"/>
                  </a:lnTo>
                  <a:lnTo>
                    <a:pt x="229" y="341"/>
                  </a:lnTo>
                  <a:lnTo>
                    <a:pt x="232" y="382"/>
                  </a:lnTo>
                  <a:lnTo>
                    <a:pt x="234"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3415" name="Freeform 69"/>
            <p:cNvSpPr>
              <a:spLocks/>
            </p:cNvSpPr>
            <p:nvPr/>
          </p:nvSpPr>
          <p:spPr bwMode="auto">
            <a:xfrm>
              <a:off x="1552" y="1836"/>
              <a:ext cx="49" cy="85"/>
            </a:xfrm>
            <a:custGeom>
              <a:avLst/>
              <a:gdLst>
                <a:gd name="T0" fmla="*/ 0 w 245"/>
                <a:gd name="T1" fmla="*/ 3 h 425"/>
                <a:gd name="T2" fmla="*/ 0 w 245"/>
                <a:gd name="T3" fmla="*/ 3 h 425"/>
                <a:gd name="T4" fmla="*/ 0 w 245"/>
                <a:gd name="T5" fmla="*/ 3 h 425"/>
                <a:gd name="T6" fmla="*/ 0 w 245"/>
                <a:gd name="T7" fmla="*/ 3 h 425"/>
                <a:gd name="T8" fmla="*/ 1 w 245"/>
                <a:gd name="T9" fmla="*/ 3 h 425"/>
                <a:gd name="T10" fmla="*/ 1 w 245"/>
                <a:gd name="T11" fmla="*/ 3 h 425"/>
                <a:gd name="T12" fmla="*/ 1 w 245"/>
                <a:gd name="T13" fmla="*/ 3 h 425"/>
                <a:gd name="T14" fmla="*/ 1 w 245"/>
                <a:gd name="T15" fmla="*/ 3 h 425"/>
                <a:gd name="T16" fmla="*/ 1 w 245"/>
                <a:gd name="T17" fmla="*/ 3 h 425"/>
                <a:gd name="T18" fmla="*/ 1 w 245"/>
                <a:gd name="T19" fmla="*/ 2 h 425"/>
                <a:gd name="T20" fmla="*/ 2 w 245"/>
                <a:gd name="T21" fmla="*/ 2 h 425"/>
                <a:gd name="T22" fmla="*/ 2 w 245"/>
                <a:gd name="T23" fmla="*/ 2 h 425"/>
                <a:gd name="T24" fmla="*/ 2 w 245"/>
                <a:gd name="T25" fmla="*/ 2 h 425"/>
                <a:gd name="T26" fmla="*/ 2 w 245"/>
                <a:gd name="T27" fmla="*/ 1 h 425"/>
                <a:gd name="T28" fmla="*/ 2 w 245"/>
                <a:gd name="T29" fmla="*/ 1 h 425"/>
                <a:gd name="T30" fmla="*/ 2 w 245"/>
                <a:gd name="T31" fmla="*/ 1 h 425"/>
                <a:gd name="T32" fmla="*/ 2 w 245"/>
                <a:gd name="T33" fmla="*/ 0 h 425"/>
                <a:gd name="T34" fmla="*/ 2 w 245"/>
                <a:gd name="T35" fmla="*/ 0 h 425"/>
                <a:gd name="T36" fmla="*/ 2 w 245"/>
                <a:gd name="T37" fmla="*/ 0 h 425"/>
                <a:gd name="T38" fmla="*/ 2 w 245"/>
                <a:gd name="T39" fmla="*/ 0 h 425"/>
                <a:gd name="T40" fmla="*/ 2 w 245"/>
                <a:gd name="T41" fmla="*/ 1 h 425"/>
                <a:gd name="T42" fmla="*/ 2 w 245"/>
                <a:gd name="T43" fmla="*/ 1 h 425"/>
                <a:gd name="T44" fmla="*/ 2 w 245"/>
                <a:gd name="T45" fmla="*/ 1 h 425"/>
                <a:gd name="T46" fmla="*/ 2 w 245"/>
                <a:gd name="T47" fmla="*/ 2 h 425"/>
                <a:gd name="T48" fmla="*/ 2 w 245"/>
                <a:gd name="T49" fmla="*/ 2 h 425"/>
                <a:gd name="T50" fmla="*/ 1 w 245"/>
                <a:gd name="T51" fmla="*/ 2 h 425"/>
                <a:gd name="T52" fmla="*/ 1 w 245"/>
                <a:gd name="T53" fmla="*/ 2 h 425"/>
                <a:gd name="T54" fmla="*/ 1 w 245"/>
                <a:gd name="T55" fmla="*/ 3 h 425"/>
                <a:gd name="T56" fmla="*/ 1 w 245"/>
                <a:gd name="T57" fmla="*/ 3 h 425"/>
                <a:gd name="T58" fmla="*/ 1 w 245"/>
                <a:gd name="T59" fmla="*/ 3 h 425"/>
                <a:gd name="T60" fmla="*/ 1 w 245"/>
                <a:gd name="T61" fmla="*/ 3 h 425"/>
                <a:gd name="T62" fmla="*/ 1 w 245"/>
                <a:gd name="T63" fmla="*/ 3 h 425"/>
                <a:gd name="T64" fmla="*/ 0 w 245"/>
                <a:gd name="T65" fmla="*/ 3 h 425"/>
                <a:gd name="T66" fmla="*/ 0 w 245"/>
                <a:gd name="T67" fmla="*/ 3 h 425"/>
                <a:gd name="T68" fmla="*/ 0 w 245"/>
                <a:gd name="T69" fmla="*/ 3 h 425"/>
                <a:gd name="T70" fmla="*/ 0 w 245"/>
                <a:gd name="T71" fmla="*/ 3 h 425"/>
                <a:gd name="T72" fmla="*/ 0 w 245"/>
                <a:gd name="T73" fmla="*/ 3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5"/>
                <a:gd name="T113" fmla="*/ 245 w 245"/>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5">
                  <a:moveTo>
                    <a:pt x="0" y="425"/>
                  </a:moveTo>
                  <a:lnTo>
                    <a:pt x="0" y="425"/>
                  </a:lnTo>
                  <a:lnTo>
                    <a:pt x="26" y="422"/>
                  </a:lnTo>
                  <a:lnTo>
                    <a:pt x="51" y="417"/>
                  </a:lnTo>
                  <a:lnTo>
                    <a:pt x="74" y="406"/>
                  </a:lnTo>
                  <a:lnTo>
                    <a:pt x="96" y="391"/>
                  </a:lnTo>
                  <a:lnTo>
                    <a:pt x="119" y="373"/>
                  </a:lnTo>
                  <a:lnTo>
                    <a:pt x="137" y="351"/>
                  </a:lnTo>
                  <a:lnTo>
                    <a:pt x="156" y="326"/>
                  </a:lnTo>
                  <a:lnTo>
                    <a:pt x="174" y="299"/>
                  </a:lnTo>
                  <a:lnTo>
                    <a:pt x="190" y="269"/>
                  </a:lnTo>
                  <a:lnTo>
                    <a:pt x="204" y="236"/>
                  </a:lnTo>
                  <a:lnTo>
                    <a:pt x="216" y="202"/>
                  </a:lnTo>
                  <a:lnTo>
                    <a:pt x="226" y="163"/>
                  </a:lnTo>
                  <a:lnTo>
                    <a:pt x="235" y="126"/>
                  </a:lnTo>
                  <a:lnTo>
                    <a:pt x="241" y="86"/>
                  </a:lnTo>
                  <a:lnTo>
                    <a:pt x="244" y="43"/>
                  </a:lnTo>
                  <a:lnTo>
                    <a:pt x="245" y="0"/>
                  </a:lnTo>
                  <a:lnTo>
                    <a:pt x="234" y="0"/>
                  </a:lnTo>
                  <a:lnTo>
                    <a:pt x="232" y="43"/>
                  </a:lnTo>
                  <a:lnTo>
                    <a:pt x="229" y="84"/>
                  </a:lnTo>
                  <a:lnTo>
                    <a:pt x="223" y="123"/>
                  </a:lnTo>
                  <a:lnTo>
                    <a:pt x="215" y="161"/>
                  </a:lnTo>
                  <a:lnTo>
                    <a:pt x="204" y="197"/>
                  </a:lnTo>
                  <a:lnTo>
                    <a:pt x="193" y="231"/>
                  </a:lnTo>
                  <a:lnTo>
                    <a:pt x="178" y="264"/>
                  </a:lnTo>
                  <a:lnTo>
                    <a:pt x="164" y="292"/>
                  </a:lnTo>
                  <a:lnTo>
                    <a:pt x="147" y="319"/>
                  </a:lnTo>
                  <a:lnTo>
                    <a:pt x="128" y="344"/>
                  </a:lnTo>
                  <a:lnTo>
                    <a:pt x="109" y="364"/>
                  </a:lnTo>
                  <a:lnTo>
                    <a:pt x="89" y="381"/>
                  </a:lnTo>
                  <a:lnTo>
                    <a:pt x="67" y="394"/>
                  </a:lnTo>
                  <a:lnTo>
                    <a:pt x="46" y="405"/>
                  </a:lnTo>
                  <a:lnTo>
                    <a:pt x="24" y="411"/>
                  </a:lnTo>
                  <a:lnTo>
                    <a:pt x="0" y="413"/>
                  </a:lnTo>
                  <a:lnTo>
                    <a:pt x="0" y="425"/>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3416" name="Freeform 70"/>
            <p:cNvSpPr>
              <a:spLocks/>
            </p:cNvSpPr>
            <p:nvPr/>
          </p:nvSpPr>
          <p:spPr bwMode="auto">
            <a:xfrm>
              <a:off x="1502" y="1836"/>
              <a:ext cx="50" cy="85"/>
            </a:xfrm>
            <a:custGeom>
              <a:avLst/>
              <a:gdLst>
                <a:gd name="T0" fmla="*/ 0 w 246"/>
                <a:gd name="T1" fmla="*/ 0 h 425"/>
                <a:gd name="T2" fmla="*/ 0 w 246"/>
                <a:gd name="T3" fmla="*/ 0 h 425"/>
                <a:gd name="T4" fmla="*/ 0 w 246"/>
                <a:gd name="T5" fmla="*/ 0 h 425"/>
                <a:gd name="T6" fmla="*/ 0 w 246"/>
                <a:gd name="T7" fmla="*/ 1 h 425"/>
                <a:gd name="T8" fmla="*/ 0 w 246"/>
                <a:gd name="T9" fmla="*/ 1 h 425"/>
                <a:gd name="T10" fmla="*/ 0 w 246"/>
                <a:gd name="T11" fmla="*/ 1 h 425"/>
                <a:gd name="T12" fmla="*/ 0 w 246"/>
                <a:gd name="T13" fmla="*/ 2 h 425"/>
                <a:gd name="T14" fmla="*/ 0 w 246"/>
                <a:gd name="T15" fmla="*/ 2 h 425"/>
                <a:gd name="T16" fmla="*/ 0 w 246"/>
                <a:gd name="T17" fmla="*/ 2 h 425"/>
                <a:gd name="T18" fmla="*/ 1 w 246"/>
                <a:gd name="T19" fmla="*/ 2 h 425"/>
                <a:gd name="T20" fmla="*/ 1 w 246"/>
                <a:gd name="T21" fmla="*/ 3 h 425"/>
                <a:gd name="T22" fmla="*/ 1 w 246"/>
                <a:gd name="T23" fmla="*/ 3 h 425"/>
                <a:gd name="T24" fmla="*/ 1 w 246"/>
                <a:gd name="T25" fmla="*/ 3 h 425"/>
                <a:gd name="T26" fmla="*/ 1 w 246"/>
                <a:gd name="T27" fmla="*/ 3 h 425"/>
                <a:gd name="T28" fmla="*/ 1 w 246"/>
                <a:gd name="T29" fmla="*/ 3 h 425"/>
                <a:gd name="T30" fmla="*/ 2 w 246"/>
                <a:gd name="T31" fmla="*/ 3 h 425"/>
                <a:gd name="T32" fmla="*/ 2 w 246"/>
                <a:gd name="T33" fmla="*/ 3 h 425"/>
                <a:gd name="T34" fmla="*/ 2 w 246"/>
                <a:gd name="T35" fmla="*/ 3 h 425"/>
                <a:gd name="T36" fmla="*/ 2 w 246"/>
                <a:gd name="T37" fmla="*/ 3 h 425"/>
                <a:gd name="T38" fmla="*/ 2 w 246"/>
                <a:gd name="T39" fmla="*/ 3 h 425"/>
                <a:gd name="T40" fmla="*/ 2 w 246"/>
                <a:gd name="T41" fmla="*/ 3 h 425"/>
                <a:gd name="T42" fmla="*/ 1 w 246"/>
                <a:gd name="T43" fmla="*/ 3 h 425"/>
                <a:gd name="T44" fmla="*/ 1 w 246"/>
                <a:gd name="T45" fmla="*/ 3 h 425"/>
                <a:gd name="T46" fmla="*/ 1 w 246"/>
                <a:gd name="T47" fmla="*/ 3 h 425"/>
                <a:gd name="T48" fmla="*/ 1 w 246"/>
                <a:gd name="T49" fmla="*/ 3 h 425"/>
                <a:gd name="T50" fmla="*/ 1 w 246"/>
                <a:gd name="T51" fmla="*/ 3 h 425"/>
                <a:gd name="T52" fmla="*/ 1 w 246"/>
                <a:gd name="T53" fmla="*/ 2 h 425"/>
                <a:gd name="T54" fmla="*/ 1 w 246"/>
                <a:gd name="T55" fmla="*/ 2 h 425"/>
                <a:gd name="T56" fmla="*/ 0 w 246"/>
                <a:gd name="T57" fmla="*/ 2 h 425"/>
                <a:gd name="T58" fmla="*/ 0 w 246"/>
                <a:gd name="T59" fmla="*/ 2 h 425"/>
                <a:gd name="T60" fmla="*/ 0 w 246"/>
                <a:gd name="T61" fmla="*/ 1 h 425"/>
                <a:gd name="T62" fmla="*/ 0 w 246"/>
                <a:gd name="T63" fmla="*/ 1 h 425"/>
                <a:gd name="T64" fmla="*/ 0 w 246"/>
                <a:gd name="T65" fmla="*/ 1 h 425"/>
                <a:gd name="T66" fmla="*/ 0 w 246"/>
                <a:gd name="T67" fmla="*/ 0 h 425"/>
                <a:gd name="T68" fmla="*/ 0 w 246"/>
                <a:gd name="T69" fmla="*/ 0 h 425"/>
                <a:gd name="T70" fmla="*/ 0 w 246"/>
                <a:gd name="T71" fmla="*/ 0 h 425"/>
                <a:gd name="T72" fmla="*/ 0 w 246"/>
                <a:gd name="T73" fmla="*/ 0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5"/>
                <a:gd name="T113" fmla="*/ 246 w 246"/>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5">
                  <a:moveTo>
                    <a:pt x="0" y="0"/>
                  </a:moveTo>
                  <a:lnTo>
                    <a:pt x="0" y="0"/>
                  </a:lnTo>
                  <a:lnTo>
                    <a:pt x="2" y="43"/>
                  </a:lnTo>
                  <a:lnTo>
                    <a:pt x="5" y="86"/>
                  </a:lnTo>
                  <a:lnTo>
                    <a:pt x="11" y="126"/>
                  </a:lnTo>
                  <a:lnTo>
                    <a:pt x="19" y="163"/>
                  </a:lnTo>
                  <a:lnTo>
                    <a:pt x="30" y="202"/>
                  </a:lnTo>
                  <a:lnTo>
                    <a:pt x="41" y="236"/>
                  </a:lnTo>
                  <a:lnTo>
                    <a:pt x="55" y="269"/>
                  </a:lnTo>
                  <a:lnTo>
                    <a:pt x="73" y="299"/>
                  </a:lnTo>
                  <a:lnTo>
                    <a:pt x="89" y="326"/>
                  </a:lnTo>
                  <a:lnTo>
                    <a:pt x="108" y="351"/>
                  </a:lnTo>
                  <a:lnTo>
                    <a:pt x="128" y="373"/>
                  </a:lnTo>
                  <a:lnTo>
                    <a:pt x="150" y="391"/>
                  </a:lnTo>
                  <a:lnTo>
                    <a:pt x="171" y="406"/>
                  </a:lnTo>
                  <a:lnTo>
                    <a:pt x="196" y="417"/>
                  </a:lnTo>
                  <a:lnTo>
                    <a:pt x="221" y="422"/>
                  </a:lnTo>
                  <a:lnTo>
                    <a:pt x="246" y="425"/>
                  </a:lnTo>
                  <a:lnTo>
                    <a:pt x="246" y="413"/>
                  </a:lnTo>
                  <a:lnTo>
                    <a:pt x="223" y="411"/>
                  </a:lnTo>
                  <a:lnTo>
                    <a:pt x="201" y="405"/>
                  </a:lnTo>
                  <a:lnTo>
                    <a:pt x="178" y="394"/>
                  </a:lnTo>
                  <a:lnTo>
                    <a:pt x="157" y="381"/>
                  </a:lnTo>
                  <a:lnTo>
                    <a:pt x="137" y="364"/>
                  </a:lnTo>
                  <a:lnTo>
                    <a:pt x="117" y="344"/>
                  </a:lnTo>
                  <a:lnTo>
                    <a:pt x="99" y="319"/>
                  </a:lnTo>
                  <a:lnTo>
                    <a:pt x="82" y="292"/>
                  </a:lnTo>
                  <a:lnTo>
                    <a:pt x="67" y="264"/>
                  </a:lnTo>
                  <a:lnTo>
                    <a:pt x="53" y="231"/>
                  </a:lnTo>
                  <a:lnTo>
                    <a:pt x="41" y="197"/>
                  </a:lnTo>
                  <a:lnTo>
                    <a:pt x="31" y="161"/>
                  </a:lnTo>
                  <a:lnTo>
                    <a:pt x="23" y="123"/>
                  </a:lnTo>
                  <a:lnTo>
                    <a:pt x="17" y="84"/>
                  </a:lnTo>
                  <a:lnTo>
                    <a:pt x="13" y="4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3417" name="Freeform 71"/>
            <p:cNvSpPr>
              <a:spLocks/>
            </p:cNvSpPr>
            <p:nvPr/>
          </p:nvSpPr>
          <p:spPr bwMode="auto">
            <a:xfrm>
              <a:off x="1502" y="1751"/>
              <a:ext cx="50" cy="85"/>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2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1" y="2"/>
                  </a:lnTo>
                  <a:lnTo>
                    <a:pt x="196" y="8"/>
                  </a:lnTo>
                  <a:lnTo>
                    <a:pt x="171" y="19"/>
                  </a:lnTo>
                  <a:lnTo>
                    <a:pt x="150" y="34"/>
                  </a:lnTo>
                  <a:lnTo>
                    <a:pt x="128" y="52"/>
                  </a:lnTo>
                  <a:lnTo>
                    <a:pt x="108" y="74"/>
                  </a:lnTo>
                  <a:lnTo>
                    <a:pt x="89" y="98"/>
                  </a:lnTo>
                  <a:lnTo>
                    <a:pt x="73" y="125"/>
                  </a:lnTo>
                  <a:lnTo>
                    <a:pt x="55" y="156"/>
                  </a:lnTo>
                  <a:lnTo>
                    <a:pt x="41" y="189"/>
                  </a:lnTo>
                  <a:lnTo>
                    <a:pt x="30" y="223"/>
                  </a:lnTo>
                  <a:lnTo>
                    <a:pt x="19" y="261"/>
                  </a:lnTo>
                  <a:lnTo>
                    <a:pt x="11" y="299"/>
                  </a:lnTo>
                  <a:lnTo>
                    <a:pt x="5" y="339"/>
                  </a:lnTo>
                  <a:lnTo>
                    <a:pt x="2" y="382"/>
                  </a:lnTo>
                  <a:lnTo>
                    <a:pt x="0" y="424"/>
                  </a:lnTo>
                  <a:lnTo>
                    <a:pt x="12" y="424"/>
                  </a:lnTo>
                  <a:lnTo>
                    <a:pt x="13" y="382"/>
                  </a:lnTo>
                  <a:lnTo>
                    <a:pt x="17" y="341"/>
                  </a:lnTo>
                  <a:lnTo>
                    <a:pt x="23" y="301"/>
                  </a:lnTo>
                  <a:lnTo>
                    <a:pt x="31" y="264"/>
                  </a:lnTo>
                  <a:lnTo>
                    <a:pt x="41" y="227"/>
                  </a:lnTo>
                  <a:lnTo>
                    <a:pt x="53" y="193"/>
                  </a:lnTo>
                  <a:lnTo>
                    <a:pt x="67" y="161"/>
                  </a:lnTo>
                  <a:lnTo>
                    <a:pt x="82" y="132"/>
                  </a:lnTo>
                  <a:lnTo>
                    <a:pt x="99" y="105"/>
                  </a:lnTo>
                  <a:lnTo>
                    <a:pt x="117" y="81"/>
                  </a:lnTo>
                  <a:lnTo>
                    <a:pt x="137" y="61"/>
                  </a:lnTo>
                  <a:lnTo>
                    <a:pt x="157" y="43"/>
                  </a:lnTo>
                  <a:lnTo>
                    <a:pt x="178" y="30"/>
                  </a:lnTo>
                  <a:lnTo>
                    <a:pt x="201" y="20"/>
                  </a:lnTo>
                  <a:lnTo>
                    <a:pt x="223" y="14"/>
                  </a:lnTo>
                  <a:lnTo>
                    <a:pt x="246" y="12"/>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3418" name="Freeform 72"/>
            <p:cNvSpPr>
              <a:spLocks/>
            </p:cNvSpPr>
            <p:nvPr/>
          </p:nvSpPr>
          <p:spPr bwMode="auto">
            <a:xfrm>
              <a:off x="1565" y="2016"/>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0" y="339"/>
                  </a:lnTo>
                  <a:lnTo>
                    <a:pt x="234" y="299"/>
                  </a:lnTo>
                  <a:lnTo>
                    <a:pt x="226" y="261"/>
                  </a:lnTo>
                  <a:lnTo>
                    <a:pt x="216" y="223"/>
                  </a:lnTo>
                  <a:lnTo>
                    <a:pt x="204" y="189"/>
                  </a:lnTo>
                  <a:lnTo>
                    <a:pt x="190" y="156"/>
                  </a:lnTo>
                  <a:lnTo>
                    <a:pt x="174" y="125"/>
                  </a:lnTo>
                  <a:lnTo>
                    <a:pt x="156" y="98"/>
                  </a:lnTo>
                  <a:lnTo>
                    <a:pt x="138" y="74"/>
                  </a:lnTo>
                  <a:lnTo>
                    <a:pt x="118" y="51"/>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9" y="81"/>
                  </a:lnTo>
                  <a:lnTo>
                    <a:pt x="147" y="105"/>
                  </a:lnTo>
                  <a:lnTo>
                    <a:pt x="164" y="132"/>
                  </a:lnTo>
                  <a:lnTo>
                    <a:pt x="178" y="160"/>
                  </a:lnTo>
                  <a:lnTo>
                    <a:pt x="192" y="193"/>
                  </a:lnTo>
                  <a:lnTo>
                    <a:pt x="204" y="227"/>
                  </a:lnTo>
                  <a:lnTo>
                    <a:pt x="215" y="264"/>
                  </a:lnTo>
                  <a:lnTo>
                    <a:pt x="223" y="301"/>
                  </a:lnTo>
                  <a:lnTo>
                    <a:pt x="229"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3419" name="Freeform 73"/>
            <p:cNvSpPr>
              <a:spLocks/>
            </p:cNvSpPr>
            <p:nvPr/>
          </p:nvSpPr>
          <p:spPr bwMode="auto">
            <a:xfrm>
              <a:off x="1565" y="2101"/>
              <a:ext cx="49" cy="85"/>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6" y="423"/>
                  </a:lnTo>
                  <a:lnTo>
                    <a:pt x="51" y="418"/>
                  </a:lnTo>
                  <a:lnTo>
                    <a:pt x="74" y="407"/>
                  </a:lnTo>
                  <a:lnTo>
                    <a:pt x="96" y="392"/>
                  </a:lnTo>
                  <a:lnTo>
                    <a:pt x="118" y="373"/>
                  </a:lnTo>
                  <a:lnTo>
                    <a:pt x="138" y="351"/>
                  </a:lnTo>
                  <a:lnTo>
                    <a:pt x="156" y="327"/>
                  </a:lnTo>
                  <a:lnTo>
                    <a:pt x="175" y="299"/>
                  </a:lnTo>
                  <a:lnTo>
                    <a:pt x="190" y="269"/>
                  </a:lnTo>
                  <a:lnTo>
                    <a:pt x="204" y="236"/>
                  </a:lnTo>
                  <a:lnTo>
                    <a:pt x="216" y="202"/>
                  </a:lnTo>
                  <a:lnTo>
                    <a:pt x="226" y="164"/>
                  </a:lnTo>
                  <a:lnTo>
                    <a:pt x="234" y="126"/>
                  </a:lnTo>
                  <a:lnTo>
                    <a:pt x="240" y="86"/>
                  </a:lnTo>
                  <a:lnTo>
                    <a:pt x="244" y="42"/>
                  </a:lnTo>
                  <a:lnTo>
                    <a:pt x="245" y="0"/>
                  </a:lnTo>
                  <a:lnTo>
                    <a:pt x="233" y="0"/>
                  </a:lnTo>
                  <a:lnTo>
                    <a:pt x="232" y="42"/>
                  </a:lnTo>
                  <a:lnTo>
                    <a:pt x="229" y="83"/>
                  </a:lnTo>
                  <a:lnTo>
                    <a:pt x="223" y="123"/>
                  </a:lnTo>
                  <a:lnTo>
                    <a:pt x="215" y="162"/>
                  </a:lnTo>
                  <a:lnTo>
                    <a:pt x="204" y="197"/>
                  </a:lnTo>
                  <a:lnTo>
                    <a:pt x="192" y="231"/>
                  </a:lnTo>
                  <a:lnTo>
                    <a:pt x="178" y="264"/>
                  </a:lnTo>
                  <a:lnTo>
                    <a:pt x="163" y="292"/>
                  </a:lnTo>
                  <a:lnTo>
                    <a:pt x="147" y="320"/>
                  </a:lnTo>
                  <a:lnTo>
                    <a:pt x="129" y="344"/>
                  </a:lnTo>
                  <a:lnTo>
                    <a:pt x="109" y="364"/>
                  </a:lnTo>
                  <a:lnTo>
                    <a:pt x="89" y="382"/>
                  </a:lnTo>
                  <a:lnTo>
                    <a:pt x="67" y="395"/>
                  </a:lnTo>
                  <a:lnTo>
                    <a:pt x="46" y="406"/>
                  </a:lnTo>
                  <a:lnTo>
                    <a:pt x="24"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3420" name="Freeform 74"/>
            <p:cNvSpPr>
              <a:spLocks/>
            </p:cNvSpPr>
            <p:nvPr/>
          </p:nvSpPr>
          <p:spPr bwMode="auto">
            <a:xfrm>
              <a:off x="1516" y="2101"/>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5" y="86"/>
                  </a:lnTo>
                  <a:lnTo>
                    <a:pt x="11" y="126"/>
                  </a:lnTo>
                  <a:lnTo>
                    <a:pt x="19" y="164"/>
                  </a:lnTo>
                  <a:lnTo>
                    <a:pt x="30" y="202"/>
                  </a:lnTo>
                  <a:lnTo>
                    <a:pt x="41" y="236"/>
                  </a:lnTo>
                  <a:lnTo>
                    <a:pt x="55" y="269"/>
                  </a:lnTo>
                  <a:lnTo>
                    <a:pt x="71" y="299"/>
                  </a:lnTo>
                  <a:lnTo>
                    <a:pt x="89" y="327"/>
                  </a:lnTo>
                  <a:lnTo>
                    <a:pt x="107" y="351"/>
                  </a:lnTo>
                  <a:lnTo>
                    <a:pt x="127" y="373"/>
                  </a:lnTo>
                  <a:lnTo>
                    <a:pt x="149" y="392"/>
                  </a:lnTo>
                  <a:lnTo>
                    <a:pt x="171" y="407"/>
                  </a:lnTo>
                  <a:lnTo>
                    <a:pt x="195" y="418"/>
                  </a:lnTo>
                  <a:lnTo>
                    <a:pt x="219" y="423"/>
                  </a:lnTo>
                  <a:lnTo>
                    <a:pt x="245" y="426"/>
                  </a:lnTo>
                  <a:lnTo>
                    <a:pt x="245" y="414"/>
                  </a:lnTo>
                  <a:lnTo>
                    <a:pt x="222" y="412"/>
                  </a:lnTo>
                  <a:lnTo>
                    <a:pt x="199" y="406"/>
                  </a:lnTo>
                  <a:lnTo>
                    <a:pt x="178" y="395"/>
                  </a:lnTo>
                  <a:lnTo>
                    <a:pt x="156" y="382"/>
                  </a:lnTo>
                  <a:lnTo>
                    <a:pt x="136" y="364"/>
                  </a:lnTo>
                  <a:lnTo>
                    <a:pt x="116" y="344"/>
                  </a:lnTo>
                  <a:lnTo>
                    <a:pt x="99" y="320"/>
                  </a:lnTo>
                  <a:lnTo>
                    <a:pt x="82" y="292"/>
                  </a:lnTo>
                  <a:lnTo>
                    <a:pt x="67" y="264"/>
                  </a:lnTo>
                  <a:lnTo>
                    <a:pt x="53" y="231"/>
                  </a:lnTo>
                  <a:lnTo>
                    <a:pt x="41" y="197"/>
                  </a:lnTo>
                  <a:lnTo>
                    <a:pt x="31" y="162"/>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3421" name="Freeform 75"/>
            <p:cNvSpPr>
              <a:spLocks/>
            </p:cNvSpPr>
            <p:nvPr/>
          </p:nvSpPr>
          <p:spPr bwMode="auto">
            <a:xfrm>
              <a:off x="1516" y="2016"/>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5" y="8"/>
                  </a:lnTo>
                  <a:lnTo>
                    <a:pt x="171" y="19"/>
                  </a:lnTo>
                  <a:lnTo>
                    <a:pt x="149" y="34"/>
                  </a:lnTo>
                  <a:lnTo>
                    <a:pt x="127" y="51"/>
                  </a:lnTo>
                  <a:lnTo>
                    <a:pt x="107" y="74"/>
                  </a:lnTo>
                  <a:lnTo>
                    <a:pt x="89" y="98"/>
                  </a:lnTo>
                  <a:lnTo>
                    <a:pt x="72" y="125"/>
                  </a:lnTo>
                  <a:lnTo>
                    <a:pt x="55" y="156"/>
                  </a:lnTo>
                  <a:lnTo>
                    <a:pt x="41" y="189"/>
                  </a:lnTo>
                  <a:lnTo>
                    <a:pt x="30" y="223"/>
                  </a:lnTo>
                  <a:lnTo>
                    <a:pt x="19" y="261"/>
                  </a:lnTo>
                  <a:lnTo>
                    <a:pt x="11" y="299"/>
                  </a:lnTo>
                  <a:lnTo>
                    <a:pt x="5" y="339"/>
                  </a:lnTo>
                  <a:lnTo>
                    <a:pt x="1" y="382"/>
                  </a:lnTo>
                  <a:lnTo>
                    <a:pt x="0" y="424"/>
                  </a:lnTo>
                  <a:lnTo>
                    <a:pt x="12" y="424"/>
                  </a:lnTo>
                  <a:lnTo>
                    <a:pt x="13" y="382"/>
                  </a:lnTo>
                  <a:lnTo>
                    <a:pt x="17" y="341"/>
                  </a:lnTo>
                  <a:lnTo>
                    <a:pt x="23" y="301"/>
                  </a:lnTo>
                  <a:lnTo>
                    <a:pt x="31" y="264"/>
                  </a:lnTo>
                  <a:lnTo>
                    <a:pt x="41" y="227"/>
                  </a:lnTo>
                  <a:lnTo>
                    <a:pt x="53" y="193"/>
                  </a:lnTo>
                  <a:lnTo>
                    <a:pt x="67" y="160"/>
                  </a:lnTo>
                  <a:lnTo>
                    <a:pt x="81" y="132"/>
                  </a:lnTo>
                  <a:lnTo>
                    <a:pt x="99" y="105"/>
                  </a:lnTo>
                  <a:lnTo>
                    <a:pt x="116" y="81"/>
                  </a:lnTo>
                  <a:lnTo>
                    <a:pt x="136" y="61"/>
                  </a:lnTo>
                  <a:lnTo>
                    <a:pt x="156" y="43"/>
                  </a:lnTo>
                  <a:lnTo>
                    <a:pt x="178" y="30"/>
                  </a:lnTo>
                  <a:lnTo>
                    <a:pt x="199" y="20"/>
                  </a:lnTo>
                  <a:lnTo>
                    <a:pt x="222"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sp>
        <p:nvSpPr>
          <p:cNvPr id="143368" name="Rectangle 77"/>
          <p:cNvSpPr>
            <a:spLocks noChangeArrowheads="1"/>
          </p:cNvSpPr>
          <p:nvPr/>
        </p:nvSpPr>
        <p:spPr bwMode="auto">
          <a:xfrm>
            <a:off x="611188" y="0"/>
            <a:ext cx="6388100" cy="6477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3000"/>
              <a:t>Sem. 3 - Lundi</a:t>
            </a:r>
          </a:p>
        </p:txBody>
      </p:sp>
      <p:sp>
        <p:nvSpPr>
          <p:cNvPr id="143369" name="Text Box 78"/>
          <p:cNvSpPr txBox="1">
            <a:spLocks noChangeArrowheads="1"/>
          </p:cNvSpPr>
          <p:nvPr/>
        </p:nvSpPr>
        <p:spPr bwMode="auto">
          <a:xfrm>
            <a:off x="566738" y="2697163"/>
            <a:ext cx="3217862"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2. Pas de commandes</a:t>
            </a:r>
          </a:p>
        </p:txBody>
      </p:sp>
      <p:sp>
        <p:nvSpPr>
          <p:cNvPr id="143370" name="Text Box 79"/>
          <p:cNvSpPr txBox="1">
            <a:spLocks noChangeArrowheads="1"/>
          </p:cNvSpPr>
          <p:nvPr/>
        </p:nvSpPr>
        <p:spPr bwMode="auto">
          <a:xfrm>
            <a:off x="566738" y="5211763"/>
            <a:ext cx="6543675" cy="4429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eaLnBrk="1" hangingPunct="1">
              <a:spcBef>
                <a:spcPct val="0"/>
              </a:spcBef>
              <a:buFontTx/>
              <a:buNone/>
            </a:pPr>
            <a:r>
              <a:rPr lang="fr-FR" altLang="fr-FR" sz="2300"/>
              <a:t>4. Pointez la production sur votre feuille de suivi</a:t>
            </a:r>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44386" name="Group 2"/>
          <p:cNvGrpSpPr>
            <a:grpSpLocks/>
          </p:cNvGrpSpPr>
          <p:nvPr/>
        </p:nvGrpSpPr>
        <p:grpSpPr bwMode="auto">
          <a:xfrm>
            <a:off x="7073900" y="215900"/>
            <a:ext cx="1878013" cy="1250950"/>
            <a:chOff x="4456" y="136"/>
            <a:chExt cx="1183" cy="788"/>
          </a:xfrm>
        </p:grpSpPr>
        <p:grpSp>
          <p:nvGrpSpPr>
            <p:cNvPr id="144446" name="Group 3"/>
            <p:cNvGrpSpPr>
              <a:grpSpLocks/>
            </p:cNvGrpSpPr>
            <p:nvPr/>
          </p:nvGrpSpPr>
          <p:grpSpPr bwMode="auto">
            <a:xfrm>
              <a:off x="4766" y="232"/>
              <a:ext cx="873" cy="692"/>
              <a:chOff x="2185" y="310"/>
              <a:chExt cx="873" cy="692"/>
            </a:xfrm>
          </p:grpSpPr>
          <p:sp>
            <p:nvSpPr>
              <p:cNvPr id="144457" name="Freeform 4"/>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accent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4458" name="Freeform 5"/>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4459" name="Freeform 6"/>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4460" name="Freeform 7"/>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4461" name="Freeform 8"/>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4462" name="Freeform 9"/>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4463" name="Freeform 10"/>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grpSp>
          <p:nvGrpSpPr>
            <p:cNvPr id="144447" name="Group 11"/>
            <p:cNvGrpSpPr>
              <a:grpSpLocks/>
            </p:cNvGrpSpPr>
            <p:nvPr/>
          </p:nvGrpSpPr>
          <p:grpSpPr bwMode="auto">
            <a:xfrm>
              <a:off x="4949" y="336"/>
              <a:ext cx="591" cy="468"/>
              <a:chOff x="2185" y="310"/>
              <a:chExt cx="873" cy="692"/>
            </a:xfrm>
          </p:grpSpPr>
          <p:sp>
            <p:nvSpPr>
              <p:cNvPr id="144450" name="Freeform 12"/>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4451" name="Freeform 13"/>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4452" name="Freeform 14"/>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4453" name="Freeform 15"/>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4454" name="Freeform 16"/>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4455" name="Freeform 17"/>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4456" name="Freeform 18"/>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pic>
          <p:nvPicPr>
            <p:cNvPr id="144448" name="Picture 19"/>
            <p:cNvPicPr>
              <a:picLocks noChangeAspect="1" noChangeArrowheads="1"/>
            </p:cNvPicPr>
            <p:nvPr/>
          </p:nvPicPr>
          <p:blipFill>
            <a:blip r:embed="rId3" cstate="print">
              <a:extLst>
                <a:ext uri="{28A0092B-C50C-407E-A947-70E740481C1C}">
                  <a14:useLocalDpi xmlns:a14="http://schemas.microsoft.com/office/drawing/2010/main" val="0"/>
                </a:ext>
              </a:extLst>
            </a:blip>
            <a:srcRect l="-4282" t="-4369" r="-5199" b="-12012"/>
            <a:stretch>
              <a:fillRect/>
            </a:stretch>
          </p:blipFill>
          <p:spPr bwMode="auto">
            <a:xfrm>
              <a:off x="4456" y="136"/>
              <a:ext cx="480" cy="5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44449" name="Text Box 20"/>
            <p:cNvSpPr txBox="1">
              <a:spLocks noChangeArrowheads="1"/>
            </p:cNvSpPr>
            <p:nvPr/>
          </p:nvSpPr>
          <p:spPr bwMode="auto">
            <a:xfrm>
              <a:off x="5066" y="314"/>
              <a:ext cx="356" cy="49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4500" b="1">
                  <a:solidFill>
                    <a:srgbClr val="FF0000"/>
                  </a:solidFill>
                  <a:latin typeface="Arial Black" pitchFamily="34" charset="0"/>
                </a:rPr>
                <a:t>6</a:t>
              </a:r>
              <a:endParaRPr lang="fr-FR" altLang="fr-FR" sz="3200">
                <a:solidFill>
                  <a:schemeClr val="tx1"/>
                </a:solidFill>
                <a:latin typeface="Arial Black" pitchFamily="34" charset="0"/>
              </a:endParaRPr>
            </a:p>
          </p:txBody>
        </p:sp>
      </p:grpSp>
      <p:sp>
        <p:nvSpPr>
          <p:cNvPr id="144388" name="Text Box 22"/>
          <p:cNvSpPr txBox="1">
            <a:spLocks noChangeArrowheads="1"/>
          </p:cNvSpPr>
          <p:nvPr/>
        </p:nvSpPr>
        <p:spPr bwMode="auto">
          <a:xfrm>
            <a:off x="566738" y="1363663"/>
            <a:ext cx="1946275"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1. Tirez le dé</a:t>
            </a:r>
          </a:p>
        </p:txBody>
      </p:sp>
      <p:sp>
        <p:nvSpPr>
          <p:cNvPr id="144389" name="Text Box 23"/>
          <p:cNvSpPr txBox="1">
            <a:spLocks noChangeArrowheads="1"/>
          </p:cNvSpPr>
          <p:nvPr/>
        </p:nvSpPr>
        <p:spPr bwMode="auto">
          <a:xfrm>
            <a:off x="566738" y="3935413"/>
            <a:ext cx="18796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3. Produisez</a:t>
            </a:r>
          </a:p>
        </p:txBody>
      </p:sp>
      <p:grpSp>
        <p:nvGrpSpPr>
          <p:cNvPr id="144390" name="Group 24"/>
          <p:cNvGrpSpPr>
            <a:grpSpLocks/>
          </p:cNvGrpSpPr>
          <p:nvPr/>
        </p:nvGrpSpPr>
        <p:grpSpPr bwMode="auto">
          <a:xfrm>
            <a:off x="2986088" y="1306513"/>
            <a:ext cx="446087" cy="534987"/>
            <a:chOff x="868" y="1439"/>
            <a:chExt cx="811" cy="972"/>
          </a:xfrm>
        </p:grpSpPr>
        <p:sp>
          <p:nvSpPr>
            <p:cNvPr id="144395" name="Freeform 25"/>
            <p:cNvSpPr>
              <a:spLocks/>
            </p:cNvSpPr>
            <p:nvPr/>
          </p:nvSpPr>
          <p:spPr bwMode="auto">
            <a:xfrm>
              <a:off x="1548" y="2014"/>
              <a:ext cx="123" cy="100"/>
            </a:xfrm>
            <a:custGeom>
              <a:avLst/>
              <a:gdLst>
                <a:gd name="T0" fmla="*/ 5 w 618"/>
                <a:gd name="T1" fmla="*/ 0 h 502"/>
                <a:gd name="T2" fmla="*/ 5 w 618"/>
                <a:gd name="T3" fmla="*/ 0 h 502"/>
                <a:gd name="T4" fmla="*/ 0 w 618"/>
                <a:gd name="T5" fmla="*/ 4 h 502"/>
                <a:gd name="T6" fmla="*/ 0 w 618"/>
                <a:gd name="T7" fmla="*/ 4 h 502"/>
                <a:gd name="T8" fmla="*/ 5 w 618"/>
                <a:gd name="T9" fmla="*/ 0 h 502"/>
                <a:gd name="T10" fmla="*/ 5 w 618"/>
                <a:gd name="T11" fmla="*/ 0 h 502"/>
                <a:gd name="T12" fmla="*/ 5 w 618"/>
                <a:gd name="T13" fmla="*/ 0 h 502"/>
                <a:gd name="T14" fmla="*/ 5 w 618"/>
                <a:gd name="T15" fmla="*/ 0 h 502"/>
                <a:gd name="T16" fmla="*/ 5 w 618"/>
                <a:gd name="T17" fmla="*/ 0 h 502"/>
                <a:gd name="T18" fmla="*/ 5 w 618"/>
                <a:gd name="T19" fmla="*/ 0 h 502"/>
                <a:gd name="T20" fmla="*/ 5 w 618"/>
                <a:gd name="T21" fmla="*/ 0 h 502"/>
                <a:gd name="T22" fmla="*/ 5 w 618"/>
                <a:gd name="T23" fmla="*/ 0 h 502"/>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618"/>
                <a:gd name="T37" fmla="*/ 0 h 502"/>
                <a:gd name="T38" fmla="*/ 618 w 618"/>
                <a:gd name="T39" fmla="*/ 502 h 502"/>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618" h="502">
                  <a:moveTo>
                    <a:pt x="611" y="0"/>
                  </a:moveTo>
                  <a:lnTo>
                    <a:pt x="606" y="2"/>
                  </a:lnTo>
                  <a:lnTo>
                    <a:pt x="0" y="490"/>
                  </a:lnTo>
                  <a:lnTo>
                    <a:pt x="10" y="502"/>
                  </a:lnTo>
                  <a:lnTo>
                    <a:pt x="616" y="14"/>
                  </a:lnTo>
                  <a:lnTo>
                    <a:pt x="611" y="16"/>
                  </a:lnTo>
                  <a:lnTo>
                    <a:pt x="616" y="14"/>
                  </a:lnTo>
                  <a:lnTo>
                    <a:pt x="618" y="9"/>
                  </a:lnTo>
                  <a:lnTo>
                    <a:pt x="617" y="3"/>
                  </a:lnTo>
                  <a:lnTo>
                    <a:pt x="612" y="1"/>
                  </a:lnTo>
                  <a:lnTo>
                    <a:pt x="606" y="2"/>
                  </a:lnTo>
                  <a:lnTo>
                    <a:pt x="611"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4396" name="Freeform 26"/>
            <p:cNvSpPr>
              <a:spLocks/>
            </p:cNvSpPr>
            <p:nvPr/>
          </p:nvSpPr>
          <p:spPr bwMode="auto">
            <a:xfrm>
              <a:off x="876" y="1852"/>
              <a:ext cx="82" cy="373"/>
            </a:xfrm>
            <a:custGeom>
              <a:avLst/>
              <a:gdLst>
                <a:gd name="T0" fmla="*/ 3 w 413"/>
                <a:gd name="T1" fmla="*/ 15 h 1865"/>
                <a:gd name="T2" fmla="*/ 3 w 413"/>
                <a:gd name="T3" fmla="*/ 15 h 1865"/>
                <a:gd name="T4" fmla="*/ 0 w 413"/>
                <a:gd name="T5" fmla="*/ 0 h 1865"/>
                <a:gd name="T6" fmla="*/ 0 w 413"/>
                <a:gd name="T7" fmla="*/ 0 h 1865"/>
                <a:gd name="T8" fmla="*/ 3 w 413"/>
                <a:gd name="T9" fmla="*/ 15 h 1865"/>
                <a:gd name="T10" fmla="*/ 3 w 413"/>
                <a:gd name="T11" fmla="*/ 15 h 1865"/>
                <a:gd name="T12" fmla="*/ 3 w 413"/>
                <a:gd name="T13" fmla="*/ 15 h 1865"/>
                <a:gd name="T14" fmla="*/ 3 w 413"/>
                <a:gd name="T15" fmla="*/ 15 h 1865"/>
                <a:gd name="T16" fmla="*/ 3 w 413"/>
                <a:gd name="T17" fmla="*/ 15 h 1865"/>
                <a:gd name="T18" fmla="*/ 3 w 413"/>
                <a:gd name="T19" fmla="*/ 15 h 1865"/>
                <a:gd name="T20" fmla="*/ 3 w 413"/>
                <a:gd name="T21" fmla="*/ 15 h 1865"/>
                <a:gd name="T22" fmla="*/ 3 w 413"/>
                <a:gd name="T23" fmla="*/ 15 h 186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413"/>
                <a:gd name="T37" fmla="*/ 0 h 1865"/>
                <a:gd name="T38" fmla="*/ 413 w 413"/>
                <a:gd name="T39" fmla="*/ 1865 h 1865"/>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413" h="1865">
                  <a:moveTo>
                    <a:pt x="400" y="1864"/>
                  </a:moveTo>
                  <a:lnTo>
                    <a:pt x="413" y="1856"/>
                  </a:lnTo>
                  <a:lnTo>
                    <a:pt x="17" y="0"/>
                  </a:lnTo>
                  <a:lnTo>
                    <a:pt x="0" y="2"/>
                  </a:lnTo>
                  <a:lnTo>
                    <a:pt x="396" y="1858"/>
                  </a:lnTo>
                  <a:lnTo>
                    <a:pt x="409" y="1850"/>
                  </a:lnTo>
                  <a:lnTo>
                    <a:pt x="396" y="1858"/>
                  </a:lnTo>
                  <a:lnTo>
                    <a:pt x="400" y="1864"/>
                  </a:lnTo>
                  <a:lnTo>
                    <a:pt x="406" y="1865"/>
                  </a:lnTo>
                  <a:lnTo>
                    <a:pt x="410" y="1862"/>
                  </a:lnTo>
                  <a:lnTo>
                    <a:pt x="413" y="1856"/>
                  </a:lnTo>
                  <a:lnTo>
                    <a:pt x="400" y="186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4397" name="Freeform 27"/>
            <p:cNvSpPr>
              <a:spLocks/>
            </p:cNvSpPr>
            <p:nvPr/>
          </p:nvSpPr>
          <p:spPr bwMode="auto">
            <a:xfrm>
              <a:off x="1282" y="1533"/>
              <a:ext cx="35" cy="161"/>
            </a:xfrm>
            <a:custGeom>
              <a:avLst/>
              <a:gdLst>
                <a:gd name="T0" fmla="*/ 1 w 175"/>
                <a:gd name="T1" fmla="*/ 6 h 807"/>
                <a:gd name="T2" fmla="*/ 1 w 175"/>
                <a:gd name="T3" fmla="*/ 6 h 807"/>
                <a:gd name="T4" fmla="*/ 1 w 175"/>
                <a:gd name="T5" fmla="*/ 6 h 807"/>
                <a:gd name="T6" fmla="*/ 1 w 175"/>
                <a:gd name="T7" fmla="*/ 5 h 807"/>
                <a:gd name="T8" fmla="*/ 1 w 175"/>
                <a:gd name="T9" fmla="*/ 5 h 807"/>
                <a:gd name="T10" fmla="*/ 1 w 175"/>
                <a:gd name="T11" fmla="*/ 5 h 807"/>
                <a:gd name="T12" fmla="*/ 1 w 175"/>
                <a:gd name="T13" fmla="*/ 4 h 807"/>
                <a:gd name="T14" fmla="*/ 1 w 175"/>
                <a:gd name="T15" fmla="*/ 4 h 807"/>
                <a:gd name="T16" fmla="*/ 1 w 175"/>
                <a:gd name="T17" fmla="*/ 3 h 807"/>
                <a:gd name="T18" fmla="*/ 1 w 175"/>
                <a:gd name="T19" fmla="*/ 3 h 807"/>
                <a:gd name="T20" fmla="*/ 1 w 175"/>
                <a:gd name="T21" fmla="*/ 3 h 807"/>
                <a:gd name="T22" fmla="*/ 1 w 175"/>
                <a:gd name="T23" fmla="*/ 2 h 807"/>
                <a:gd name="T24" fmla="*/ 1 w 175"/>
                <a:gd name="T25" fmla="*/ 2 h 807"/>
                <a:gd name="T26" fmla="*/ 1 w 175"/>
                <a:gd name="T27" fmla="*/ 2 h 807"/>
                <a:gd name="T28" fmla="*/ 1 w 175"/>
                <a:gd name="T29" fmla="*/ 1 h 807"/>
                <a:gd name="T30" fmla="*/ 1 w 175"/>
                <a:gd name="T31" fmla="*/ 1 h 807"/>
                <a:gd name="T32" fmla="*/ 1 w 175"/>
                <a:gd name="T33" fmla="*/ 1 h 807"/>
                <a:gd name="T34" fmla="*/ 1 w 175"/>
                <a:gd name="T35" fmla="*/ 0 h 807"/>
                <a:gd name="T36" fmla="*/ 1 w 175"/>
                <a:gd name="T37" fmla="*/ 0 h 807"/>
                <a:gd name="T38" fmla="*/ 1 w 175"/>
                <a:gd name="T39" fmla="*/ 0 h 807"/>
                <a:gd name="T40" fmla="*/ 0 w 175"/>
                <a:gd name="T41" fmla="*/ 1 h 807"/>
                <a:gd name="T42" fmla="*/ 0 w 175"/>
                <a:gd name="T43" fmla="*/ 1 h 807"/>
                <a:gd name="T44" fmla="*/ 0 w 175"/>
                <a:gd name="T45" fmla="*/ 1 h 807"/>
                <a:gd name="T46" fmla="*/ 0 w 175"/>
                <a:gd name="T47" fmla="*/ 2 h 807"/>
                <a:gd name="T48" fmla="*/ 0 w 175"/>
                <a:gd name="T49" fmla="*/ 2 h 807"/>
                <a:gd name="T50" fmla="*/ 0 w 175"/>
                <a:gd name="T51" fmla="*/ 3 h 807"/>
                <a:gd name="T52" fmla="*/ 0 w 175"/>
                <a:gd name="T53" fmla="*/ 3 h 807"/>
                <a:gd name="T54" fmla="*/ 0 w 175"/>
                <a:gd name="T55" fmla="*/ 3 h 807"/>
                <a:gd name="T56" fmla="*/ 0 w 175"/>
                <a:gd name="T57" fmla="*/ 4 h 807"/>
                <a:gd name="T58" fmla="*/ 0 w 175"/>
                <a:gd name="T59" fmla="*/ 4 h 807"/>
                <a:gd name="T60" fmla="*/ 0 w 175"/>
                <a:gd name="T61" fmla="*/ 5 h 807"/>
                <a:gd name="T62" fmla="*/ 0 w 175"/>
                <a:gd name="T63" fmla="*/ 5 h 807"/>
                <a:gd name="T64" fmla="*/ 0 w 175"/>
                <a:gd name="T65" fmla="*/ 5 h 807"/>
                <a:gd name="T66" fmla="*/ 1 w 175"/>
                <a:gd name="T67" fmla="*/ 6 h 807"/>
                <a:gd name="T68" fmla="*/ 1 w 175"/>
                <a:gd name="T69" fmla="*/ 6 h 807"/>
                <a:gd name="T70" fmla="*/ 1 w 175"/>
                <a:gd name="T71" fmla="*/ 6 h 807"/>
                <a:gd name="T72" fmla="*/ 1 w 175"/>
                <a:gd name="T73" fmla="*/ 6 h 807"/>
                <a:gd name="T74" fmla="*/ 1 w 175"/>
                <a:gd name="T75" fmla="*/ 6 h 807"/>
                <a:gd name="T76" fmla="*/ 1 w 175"/>
                <a:gd name="T77" fmla="*/ 6 h 807"/>
                <a:gd name="T78" fmla="*/ 1 w 175"/>
                <a:gd name="T79" fmla="*/ 6 h 807"/>
                <a:gd name="T80" fmla="*/ 1 w 175"/>
                <a:gd name="T81" fmla="*/ 6 h 807"/>
                <a:gd name="T82" fmla="*/ 1 w 175"/>
                <a:gd name="T83" fmla="*/ 6 h 807"/>
                <a:gd name="T84" fmla="*/ 1 w 175"/>
                <a:gd name="T85" fmla="*/ 6 h 807"/>
                <a:gd name="T86" fmla="*/ 1 w 175"/>
                <a:gd name="T87" fmla="*/ 6 h 807"/>
                <a:gd name="T88" fmla="*/ 1 w 175"/>
                <a:gd name="T89" fmla="*/ 6 h 807"/>
                <a:gd name="T90" fmla="*/ 1 w 175"/>
                <a:gd name="T91" fmla="*/ 6 h 80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175"/>
                <a:gd name="T139" fmla="*/ 0 h 807"/>
                <a:gd name="T140" fmla="*/ 175 w 175"/>
                <a:gd name="T141" fmla="*/ 807 h 80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175" h="807">
                  <a:moveTo>
                    <a:pt x="169" y="740"/>
                  </a:moveTo>
                  <a:lnTo>
                    <a:pt x="169" y="739"/>
                  </a:lnTo>
                  <a:lnTo>
                    <a:pt x="149" y="698"/>
                  </a:lnTo>
                  <a:lnTo>
                    <a:pt x="133" y="656"/>
                  </a:lnTo>
                  <a:lnTo>
                    <a:pt x="120" y="611"/>
                  </a:lnTo>
                  <a:lnTo>
                    <a:pt x="108" y="565"/>
                  </a:lnTo>
                  <a:lnTo>
                    <a:pt x="100" y="520"/>
                  </a:lnTo>
                  <a:lnTo>
                    <a:pt x="96" y="472"/>
                  </a:lnTo>
                  <a:lnTo>
                    <a:pt x="93" y="425"/>
                  </a:lnTo>
                  <a:lnTo>
                    <a:pt x="93" y="377"/>
                  </a:lnTo>
                  <a:lnTo>
                    <a:pt x="96" y="330"/>
                  </a:lnTo>
                  <a:lnTo>
                    <a:pt x="100" y="283"/>
                  </a:lnTo>
                  <a:lnTo>
                    <a:pt x="106" y="238"/>
                  </a:lnTo>
                  <a:lnTo>
                    <a:pt x="115" y="195"/>
                  </a:lnTo>
                  <a:lnTo>
                    <a:pt x="126" y="153"/>
                  </a:lnTo>
                  <a:lnTo>
                    <a:pt x="139" y="114"/>
                  </a:lnTo>
                  <a:lnTo>
                    <a:pt x="153" y="77"/>
                  </a:lnTo>
                  <a:lnTo>
                    <a:pt x="169" y="43"/>
                  </a:lnTo>
                  <a:lnTo>
                    <a:pt x="87" y="0"/>
                  </a:lnTo>
                  <a:lnTo>
                    <a:pt x="69" y="39"/>
                  </a:lnTo>
                  <a:lnTo>
                    <a:pt x="52" y="81"/>
                  </a:lnTo>
                  <a:lnTo>
                    <a:pt x="37" y="127"/>
                  </a:lnTo>
                  <a:lnTo>
                    <a:pt x="24" y="174"/>
                  </a:lnTo>
                  <a:lnTo>
                    <a:pt x="15" y="222"/>
                  </a:lnTo>
                  <a:lnTo>
                    <a:pt x="7" y="271"/>
                  </a:lnTo>
                  <a:lnTo>
                    <a:pt x="2" y="323"/>
                  </a:lnTo>
                  <a:lnTo>
                    <a:pt x="0" y="374"/>
                  </a:lnTo>
                  <a:lnTo>
                    <a:pt x="0" y="427"/>
                  </a:lnTo>
                  <a:lnTo>
                    <a:pt x="2" y="479"/>
                  </a:lnTo>
                  <a:lnTo>
                    <a:pt x="9" y="531"/>
                  </a:lnTo>
                  <a:lnTo>
                    <a:pt x="17" y="584"/>
                  </a:lnTo>
                  <a:lnTo>
                    <a:pt x="29" y="635"/>
                  </a:lnTo>
                  <a:lnTo>
                    <a:pt x="44" y="686"/>
                  </a:lnTo>
                  <a:lnTo>
                    <a:pt x="65" y="736"/>
                  </a:lnTo>
                  <a:lnTo>
                    <a:pt x="87" y="784"/>
                  </a:lnTo>
                  <a:lnTo>
                    <a:pt x="87" y="782"/>
                  </a:lnTo>
                  <a:lnTo>
                    <a:pt x="87" y="784"/>
                  </a:lnTo>
                  <a:lnTo>
                    <a:pt x="100" y="799"/>
                  </a:lnTo>
                  <a:lnTo>
                    <a:pt x="117" y="807"/>
                  </a:lnTo>
                  <a:lnTo>
                    <a:pt x="134" y="807"/>
                  </a:lnTo>
                  <a:lnTo>
                    <a:pt x="151" y="801"/>
                  </a:lnTo>
                  <a:lnTo>
                    <a:pt x="164" y="791"/>
                  </a:lnTo>
                  <a:lnTo>
                    <a:pt x="173" y="777"/>
                  </a:lnTo>
                  <a:lnTo>
                    <a:pt x="175" y="759"/>
                  </a:lnTo>
                  <a:lnTo>
                    <a:pt x="169" y="739"/>
                  </a:lnTo>
                  <a:lnTo>
                    <a:pt x="169" y="74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4398" name="Freeform 28"/>
            <p:cNvSpPr>
              <a:spLocks/>
            </p:cNvSpPr>
            <p:nvPr/>
          </p:nvSpPr>
          <p:spPr bwMode="auto">
            <a:xfrm>
              <a:off x="1299" y="1681"/>
              <a:ext cx="157" cy="281"/>
            </a:xfrm>
            <a:custGeom>
              <a:avLst/>
              <a:gdLst>
                <a:gd name="T0" fmla="*/ 6 w 787"/>
                <a:gd name="T1" fmla="*/ 11 h 1404"/>
                <a:gd name="T2" fmla="*/ 6 w 787"/>
                <a:gd name="T3" fmla="*/ 11 h 1404"/>
                <a:gd name="T4" fmla="*/ 1 w 787"/>
                <a:gd name="T5" fmla="*/ 0 h 1404"/>
                <a:gd name="T6" fmla="*/ 0 w 787"/>
                <a:gd name="T7" fmla="*/ 0 h 1404"/>
                <a:gd name="T8" fmla="*/ 6 w 787"/>
                <a:gd name="T9" fmla="*/ 11 h 1404"/>
                <a:gd name="T10" fmla="*/ 6 w 787"/>
                <a:gd name="T11" fmla="*/ 11 h 1404"/>
                <a:gd name="T12" fmla="*/ 6 w 787"/>
                <a:gd name="T13" fmla="*/ 11 h 1404"/>
                <a:gd name="T14" fmla="*/ 6 w 787"/>
                <a:gd name="T15" fmla="*/ 11 h 1404"/>
                <a:gd name="T16" fmla="*/ 6 w 787"/>
                <a:gd name="T17" fmla="*/ 11 h 1404"/>
                <a:gd name="T18" fmla="*/ 6 w 787"/>
                <a:gd name="T19" fmla="*/ 11 h 1404"/>
                <a:gd name="T20" fmla="*/ 6 w 787"/>
                <a:gd name="T21" fmla="*/ 11 h 1404"/>
                <a:gd name="T22" fmla="*/ 6 w 787"/>
                <a:gd name="T23" fmla="*/ 11 h 1404"/>
                <a:gd name="T24" fmla="*/ 6 w 787"/>
                <a:gd name="T25" fmla="*/ 11 h 1404"/>
                <a:gd name="T26" fmla="*/ 6 w 787"/>
                <a:gd name="T27" fmla="*/ 11 h 1404"/>
                <a:gd name="T28" fmla="*/ 6 w 787"/>
                <a:gd name="T29" fmla="*/ 11 h 1404"/>
                <a:gd name="T30" fmla="*/ 6 w 787"/>
                <a:gd name="T31" fmla="*/ 11 h 1404"/>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787"/>
                <a:gd name="T49" fmla="*/ 0 h 1404"/>
                <a:gd name="T50" fmla="*/ 787 w 787"/>
                <a:gd name="T51" fmla="*/ 1404 h 1404"/>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787" h="1404">
                  <a:moveTo>
                    <a:pt x="781" y="1334"/>
                  </a:moveTo>
                  <a:lnTo>
                    <a:pt x="781" y="1337"/>
                  </a:lnTo>
                  <a:lnTo>
                    <a:pt x="82" y="0"/>
                  </a:lnTo>
                  <a:lnTo>
                    <a:pt x="0" y="42"/>
                  </a:lnTo>
                  <a:lnTo>
                    <a:pt x="699" y="1379"/>
                  </a:lnTo>
                  <a:lnTo>
                    <a:pt x="699" y="1381"/>
                  </a:lnTo>
                  <a:lnTo>
                    <a:pt x="699" y="1379"/>
                  </a:lnTo>
                  <a:lnTo>
                    <a:pt x="712" y="1395"/>
                  </a:lnTo>
                  <a:lnTo>
                    <a:pt x="727" y="1402"/>
                  </a:lnTo>
                  <a:lnTo>
                    <a:pt x="744" y="1404"/>
                  </a:lnTo>
                  <a:lnTo>
                    <a:pt x="761" y="1398"/>
                  </a:lnTo>
                  <a:lnTo>
                    <a:pt x="775" y="1388"/>
                  </a:lnTo>
                  <a:lnTo>
                    <a:pt x="784" y="1373"/>
                  </a:lnTo>
                  <a:lnTo>
                    <a:pt x="787" y="1357"/>
                  </a:lnTo>
                  <a:lnTo>
                    <a:pt x="781" y="1337"/>
                  </a:lnTo>
                  <a:lnTo>
                    <a:pt x="781" y="13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4399" name="Freeform 29"/>
            <p:cNvSpPr>
              <a:spLocks/>
            </p:cNvSpPr>
            <p:nvPr/>
          </p:nvSpPr>
          <p:spPr bwMode="auto">
            <a:xfrm>
              <a:off x="1439" y="1948"/>
              <a:ext cx="125" cy="76"/>
            </a:xfrm>
            <a:custGeom>
              <a:avLst/>
              <a:gdLst>
                <a:gd name="T0" fmla="*/ 5 w 628"/>
                <a:gd name="T1" fmla="*/ 2 h 383"/>
                <a:gd name="T2" fmla="*/ 5 w 628"/>
                <a:gd name="T3" fmla="*/ 2 h 383"/>
                <a:gd name="T4" fmla="*/ 4 w 628"/>
                <a:gd name="T5" fmla="*/ 2 h 383"/>
                <a:gd name="T6" fmla="*/ 4 w 628"/>
                <a:gd name="T7" fmla="*/ 2 h 383"/>
                <a:gd name="T8" fmla="*/ 4 w 628"/>
                <a:gd name="T9" fmla="*/ 2 h 383"/>
                <a:gd name="T10" fmla="*/ 3 w 628"/>
                <a:gd name="T11" fmla="*/ 2 h 383"/>
                <a:gd name="T12" fmla="*/ 3 w 628"/>
                <a:gd name="T13" fmla="*/ 2 h 383"/>
                <a:gd name="T14" fmla="*/ 3 w 628"/>
                <a:gd name="T15" fmla="*/ 2 h 383"/>
                <a:gd name="T16" fmla="*/ 3 w 628"/>
                <a:gd name="T17" fmla="*/ 2 h 383"/>
                <a:gd name="T18" fmla="*/ 2 w 628"/>
                <a:gd name="T19" fmla="*/ 2 h 383"/>
                <a:gd name="T20" fmla="*/ 2 w 628"/>
                <a:gd name="T21" fmla="*/ 2 h 383"/>
                <a:gd name="T22" fmla="*/ 2 w 628"/>
                <a:gd name="T23" fmla="*/ 1 h 383"/>
                <a:gd name="T24" fmla="*/ 2 w 628"/>
                <a:gd name="T25" fmla="*/ 1 h 383"/>
                <a:gd name="T26" fmla="*/ 1 w 628"/>
                <a:gd name="T27" fmla="*/ 1 h 383"/>
                <a:gd name="T28" fmla="*/ 1 w 628"/>
                <a:gd name="T29" fmla="*/ 1 h 383"/>
                <a:gd name="T30" fmla="*/ 1 w 628"/>
                <a:gd name="T31" fmla="*/ 1 h 383"/>
                <a:gd name="T32" fmla="*/ 1 w 628"/>
                <a:gd name="T33" fmla="*/ 0 h 383"/>
                <a:gd name="T34" fmla="*/ 1 w 628"/>
                <a:gd name="T35" fmla="*/ 0 h 383"/>
                <a:gd name="T36" fmla="*/ 0 w 628"/>
                <a:gd name="T37" fmla="*/ 0 h 383"/>
                <a:gd name="T38" fmla="*/ 0 w 628"/>
                <a:gd name="T39" fmla="*/ 1 h 383"/>
                <a:gd name="T40" fmla="*/ 0 w 628"/>
                <a:gd name="T41" fmla="*/ 1 h 383"/>
                <a:gd name="T42" fmla="*/ 1 w 628"/>
                <a:gd name="T43" fmla="*/ 1 h 383"/>
                <a:gd name="T44" fmla="*/ 1 w 628"/>
                <a:gd name="T45" fmla="*/ 1 h 383"/>
                <a:gd name="T46" fmla="*/ 1 w 628"/>
                <a:gd name="T47" fmla="*/ 2 h 383"/>
                <a:gd name="T48" fmla="*/ 1 w 628"/>
                <a:gd name="T49" fmla="*/ 2 h 383"/>
                <a:gd name="T50" fmla="*/ 2 w 628"/>
                <a:gd name="T51" fmla="*/ 2 h 383"/>
                <a:gd name="T52" fmla="*/ 2 w 628"/>
                <a:gd name="T53" fmla="*/ 2 h 383"/>
                <a:gd name="T54" fmla="*/ 2 w 628"/>
                <a:gd name="T55" fmla="*/ 2 h 383"/>
                <a:gd name="T56" fmla="*/ 3 w 628"/>
                <a:gd name="T57" fmla="*/ 3 h 383"/>
                <a:gd name="T58" fmla="*/ 3 w 628"/>
                <a:gd name="T59" fmla="*/ 3 h 383"/>
                <a:gd name="T60" fmla="*/ 3 w 628"/>
                <a:gd name="T61" fmla="*/ 3 h 383"/>
                <a:gd name="T62" fmla="*/ 4 w 628"/>
                <a:gd name="T63" fmla="*/ 3 h 383"/>
                <a:gd name="T64" fmla="*/ 4 w 628"/>
                <a:gd name="T65" fmla="*/ 3 h 383"/>
                <a:gd name="T66" fmla="*/ 4 w 628"/>
                <a:gd name="T67" fmla="*/ 3 h 383"/>
                <a:gd name="T68" fmla="*/ 5 w 628"/>
                <a:gd name="T69" fmla="*/ 3 h 383"/>
                <a:gd name="T70" fmla="*/ 5 w 628"/>
                <a:gd name="T71" fmla="*/ 3 h 383"/>
                <a:gd name="T72" fmla="*/ 5 w 628"/>
                <a:gd name="T73" fmla="*/ 3 h 383"/>
                <a:gd name="T74" fmla="*/ 5 w 628"/>
                <a:gd name="T75" fmla="*/ 3 h 383"/>
                <a:gd name="T76" fmla="*/ 5 w 628"/>
                <a:gd name="T77" fmla="*/ 3 h 383"/>
                <a:gd name="T78" fmla="*/ 5 w 628"/>
                <a:gd name="T79" fmla="*/ 3 h 383"/>
                <a:gd name="T80" fmla="*/ 5 w 628"/>
                <a:gd name="T81" fmla="*/ 3 h 383"/>
                <a:gd name="T82" fmla="*/ 5 w 628"/>
                <a:gd name="T83" fmla="*/ 3 h 383"/>
                <a:gd name="T84" fmla="*/ 5 w 628"/>
                <a:gd name="T85" fmla="*/ 2 h 383"/>
                <a:gd name="T86" fmla="*/ 5 w 628"/>
                <a:gd name="T87" fmla="*/ 2 h 383"/>
                <a:gd name="T88" fmla="*/ 5 w 628"/>
                <a:gd name="T89" fmla="*/ 2 h 383"/>
                <a:gd name="T90" fmla="*/ 5 w 628"/>
                <a:gd name="T91" fmla="*/ 2 h 38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628"/>
                <a:gd name="T139" fmla="*/ 0 h 383"/>
                <a:gd name="T140" fmla="*/ 628 w 628"/>
                <a:gd name="T141" fmla="*/ 383 h 38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628" h="383">
                  <a:moveTo>
                    <a:pt x="581" y="289"/>
                  </a:moveTo>
                  <a:lnTo>
                    <a:pt x="582" y="289"/>
                  </a:lnTo>
                  <a:lnTo>
                    <a:pt x="541" y="287"/>
                  </a:lnTo>
                  <a:lnTo>
                    <a:pt x="500" y="283"/>
                  </a:lnTo>
                  <a:lnTo>
                    <a:pt x="462" y="276"/>
                  </a:lnTo>
                  <a:lnTo>
                    <a:pt x="424" y="268"/>
                  </a:lnTo>
                  <a:lnTo>
                    <a:pt x="389" y="255"/>
                  </a:lnTo>
                  <a:lnTo>
                    <a:pt x="352" y="242"/>
                  </a:lnTo>
                  <a:lnTo>
                    <a:pt x="320" y="227"/>
                  </a:lnTo>
                  <a:lnTo>
                    <a:pt x="287" y="209"/>
                  </a:lnTo>
                  <a:lnTo>
                    <a:pt x="255" y="189"/>
                  </a:lnTo>
                  <a:lnTo>
                    <a:pt x="226" y="168"/>
                  </a:lnTo>
                  <a:lnTo>
                    <a:pt x="198" y="145"/>
                  </a:lnTo>
                  <a:lnTo>
                    <a:pt x="172" y="119"/>
                  </a:lnTo>
                  <a:lnTo>
                    <a:pt x="146" y="92"/>
                  </a:lnTo>
                  <a:lnTo>
                    <a:pt x="122" y="64"/>
                  </a:lnTo>
                  <a:lnTo>
                    <a:pt x="100" y="33"/>
                  </a:lnTo>
                  <a:lnTo>
                    <a:pt x="82" y="0"/>
                  </a:lnTo>
                  <a:lnTo>
                    <a:pt x="0" y="47"/>
                  </a:lnTo>
                  <a:lnTo>
                    <a:pt x="23" y="85"/>
                  </a:lnTo>
                  <a:lnTo>
                    <a:pt x="49" y="120"/>
                  </a:lnTo>
                  <a:lnTo>
                    <a:pt x="76" y="153"/>
                  </a:lnTo>
                  <a:lnTo>
                    <a:pt x="104" y="185"/>
                  </a:lnTo>
                  <a:lnTo>
                    <a:pt x="137" y="215"/>
                  </a:lnTo>
                  <a:lnTo>
                    <a:pt x="170" y="241"/>
                  </a:lnTo>
                  <a:lnTo>
                    <a:pt x="204" y="267"/>
                  </a:lnTo>
                  <a:lnTo>
                    <a:pt x="240" y="289"/>
                  </a:lnTo>
                  <a:lnTo>
                    <a:pt x="277" y="309"/>
                  </a:lnTo>
                  <a:lnTo>
                    <a:pt x="317" y="329"/>
                  </a:lnTo>
                  <a:lnTo>
                    <a:pt x="358" y="344"/>
                  </a:lnTo>
                  <a:lnTo>
                    <a:pt x="400" y="357"/>
                  </a:lnTo>
                  <a:lnTo>
                    <a:pt x="444" y="367"/>
                  </a:lnTo>
                  <a:lnTo>
                    <a:pt x="488" y="374"/>
                  </a:lnTo>
                  <a:lnTo>
                    <a:pt x="534" y="380"/>
                  </a:lnTo>
                  <a:lnTo>
                    <a:pt x="580" y="383"/>
                  </a:lnTo>
                  <a:lnTo>
                    <a:pt x="581" y="383"/>
                  </a:lnTo>
                  <a:lnTo>
                    <a:pt x="580" y="383"/>
                  </a:lnTo>
                  <a:lnTo>
                    <a:pt x="600" y="379"/>
                  </a:lnTo>
                  <a:lnTo>
                    <a:pt x="615" y="369"/>
                  </a:lnTo>
                  <a:lnTo>
                    <a:pt x="624" y="353"/>
                  </a:lnTo>
                  <a:lnTo>
                    <a:pt x="628" y="337"/>
                  </a:lnTo>
                  <a:lnTo>
                    <a:pt x="625" y="319"/>
                  </a:lnTo>
                  <a:lnTo>
                    <a:pt x="617" y="304"/>
                  </a:lnTo>
                  <a:lnTo>
                    <a:pt x="602" y="294"/>
                  </a:lnTo>
                  <a:lnTo>
                    <a:pt x="582" y="289"/>
                  </a:lnTo>
                  <a:lnTo>
                    <a:pt x="581" y="28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4400" name="Freeform 30"/>
            <p:cNvSpPr>
              <a:spLocks/>
            </p:cNvSpPr>
            <p:nvPr/>
          </p:nvSpPr>
          <p:spPr bwMode="auto">
            <a:xfrm>
              <a:off x="1587" y="1880"/>
              <a:ext cx="85" cy="49"/>
            </a:xfrm>
            <a:custGeom>
              <a:avLst/>
              <a:gdLst>
                <a:gd name="T0" fmla="*/ 3 w 426"/>
                <a:gd name="T1" fmla="*/ 0 h 245"/>
                <a:gd name="T2" fmla="*/ 3 w 426"/>
                <a:gd name="T3" fmla="*/ 0 h 245"/>
                <a:gd name="T4" fmla="*/ 3 w 426"/>
                <a:gd name="T5" fmla="*/ 0 h 245"/>
                <a:gd name="T6" fmla="*/ 3 w 426"/>
                <a:gd name="T7" fmla="*/ 0 h 245"/>
                <a:gd name="T8" fmla="*/ 2 w 426"/>
                <a:gd name="T9" fmla="*/ 0 h 245"/>
                <a:gd name="T10" fmla="*/ 2 w 426"/>
                <a:gd name="T11" fmla="*/ 0 h 245"/>
                <a:gd name="T12" fmla="*/ 2 w 426"/>
                <a:gd name="T13" fmla="*/ 0 h 245"/>
                <a:gd name="T14" fmla="*/ 2 w 426"/>
                <a:gd name="T15" fmla="*/ 0 h 245"/>
                <a:gd name="T16" fmla="*/ 1 w 426"/>
                <a:gd name="T17" fmla="*/ 0 h 245"/>
                <a:gd name="T18" fmla="*/ 1 w 426"/>
                <a:gd name="T19" fmla="*/ 1 h 245"/>
                <a:gd name="T20" fmla="*/ 1 w 426"/>
                <a:gd name="T21" fmla="*/ 1 h 245"/>
                <a:gd name="T22" fmla="*/ 1 w 426"/>
                <a:gd name="T23" fmla="*/ 1 h 245"/>
                <a:gd name="T24" fmla="*/ 0 w 426"/>
                <a:gd name="T25" fmla="*/ 1 h 245"/>
                <a:gd name="T26" fmla="*/ 0 w 426"/>
                <a:gd name="T27" fmla="*/ 1 h 245"/>
                <a:gd name="T28" fmla="*/ 0 w 426"/>
                <a:gd name="T29" fmla="*/ 1 h 245"/>
                <a:gd name="T30" fmla="*/ 0 w 426"/>
                <a:gd name="T31" fmla="*/ 2 h 245"/>
                <a:gd name="T32" fmla="*/ 0 w 426"/>
                <a:gd name="T33" fmla="*/ 2 h 245"/>
                <a:gd name="T34" fmla="*/ 0 w 426"/>
                <a:gd name="T35" fmla="*/ 2 h 245"/>
                <a:gd name="T36" fmla="*/ 0 w 426"/>
                <a:gd name="T37" fmla="*/ 2 h 245"/>
                <a:gd name="T38" fmla="*/ 0 w 426"/>
                <a:gd name="T39" fmla="*/ 2 h 245"/>
                <a:gd name="T40" fmla="*/ 0 w 426"/>
                <a:gd name="T41" fmla="*/ 2 h 245"/>
                <a:gd name="T42" fmla="*/ 0 w 426"/>
                <a:gd name="T43" fmla="*/ 1 h 245"/>
                <a:gd name="T44" fmla="*/ 0 w 426"/>
                <a:gd name="T45" fmla="*/ 1 h 245"/>
                <a:gd name="T46" fmla="*/ 0 w 426"/>
                <a:gd name="T47" fmla="*/ 1 h 245"/>
                <a:gd name="T48" fmla="*/ 1 w 426"/>
                <a:gd name="T49" fmla="*/ 1 h 245"/>
                <a:gd name="T50" fmla="*/ 1 w 426"/>
                <a:gd name="T51" fmla="*/ 1 h 245"/>
                <a:gd name="T52" fmla="*/ 1 w 426"/>
                <a:gd name="T53" fmla="*/ 1 h 245"/>
                <a:gd name="T54" fmla="*/ 1 w 426"/>
                <a:gd name="T55" fmla="*/ 1 h 245"/>
                <a:gd name="T56" fmla="*/ 2 w 426"/>
                <a:gd name="T57" fmla="*/ 0 h 245"/>
                <a:gd name="T58" fmla="*/ 2 w 426"/>
                <a:gd name="T59" fmla="*/ 0 h 245"/>
                <a:gd name="T60" fmla="*/ 2 w 426"/>
                <a:gd name="T61" fmla="*/ 0 h 245"/>
                <a:gd name="T62" fmla="*/ 2 w 426"/>
                <a:gd name="T63" fmla="*/ 0 h 245"/>
                <a:gd name="T64" fmla="*/ 3 w 426"/>
                <a:gd name="T65" fmla="*/ 0 h 245"/>
                <a:gd name="T66" fmla="*/ 3 w 426"/>
                <a:gd name="T67" fmla="*/ 0 h 245"/>
                <a:gd name="T68" fmla="*/ 3 w 426"/>
                <a:gd name="T69" fmla="*/ 0 h 245"/>
                <a:gd name="T70" fmla="*/ 3 w 426"/>
                <a:gd name="T71" fmla="*/ 0 h 245"/>
                <a:gd name="T72" fmla="*/ 3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426" y="0"/>
                  </a:moveTo>
                  <a:lnTo>
                    <a:pt x="426" y="0"/>
                  </a:lnTo>
                  <a:lnTo>
                    <a:pt x="384" y="1"/>
                  </a:lnTo>
                  <a:lnTo>
                    <a:pt x="340" y="4"/>
                  </a:lnTo>
                  <a:lnTo>
                    <a:pt x="300" y="10"/>
                  </a:lnTo>
                  <a:lnTo>
                    <a:pt x="262" y="18"/>
                  </a:lnTo>
                  <a:lnTo>
                    <a:pt x="224" y="29"/>
                  </a:lnTo>
                  <a:lnTo>
                    <a:pt x="189" y="41"/>
                  </a:lnTo>
                  <a:lnTo>
                    <a:pt x="157" y="55"/>
                  </a:lnTo>
                  <a:lnTo>
                    <a:pt x="126" y="70"/>
                  </a:lnTo>
                  <a:lnTo>
                    <a:pt x="99" y="89"/>
                  </a:lnTo>
                  <a:lnTo>
                    <a:pt x="74" y="106"/>
                  </a:lnTo>
                  <a:lnTo>
                    <a:pt x="52" y="126"/>
                  </a:lnTo>
                  <a:lnTo>
                    <a:pt x="34" y="148"/>
                  </a:lnTo>
                  <a:lnTo>
                    <a:pt x="19" y="171"/>
                  </a:lnTo>
                  <a:lnTo>
                    <a:pt x="9" y="194"/>
                  </a:lnTo>
                  <a:lnTo>
                    <a:pt x="3" y="219"/>
                  </a:lnTo>
                  <a:lnTo>
                    <a:pt x="0" y="245"/>
                  </a:lnTo>
                  <a:lnTo>
                    <a:pt x="12" y="245"/>
                  </a:lnTo>
                  <a:lnTo>
                    <a:pt x="15" y="221"/>
                  </a:lnTo>
                  <a:lnTo>
                    <a:pt x="20" y="199"/>
                  </a:lnTo>
                  <a:lnTo>
                    <a:pt x="31" y="178"/>
                  </a:lnTo>
                  <a:lnTo>
                    <a:pt x="44" y="156"/>
                  </a:lnTo>
                  <a:lnTo>
                    <a:pt x="61" y="136"/>
                  </a:lnTo>
                  <a:lnTo>
                    <a:pt x="81" y="116"/>
                  </a:lnTo>
                  <a:lnTo>
                    <a:pt x="106" y="98"/>
                  </a:lnTo>
                  <a:lnTo>
                    <a:pt x="133" y="82"/>
                  </a:lnTo>
                  <a:lnTo>
                    <a:pt x="162" y="66"/>
                  </a:lnTo>
                  <a:lnTo>
                    <a:pt x="194" y="52"/>
                  </a:lnTo>
                  <a:lnTo>
                    <a:pt x="229" y="41"/>
                  </a:lnTo>
                  <a:lnTo>
                    <a:pt x="264" y="30"/>
                  </a:lnTo>
                  <a:lnTo>
                    <a:pt x="303" y="22"/>
                  </a:lnTo>
                  <a:lnTo>
                    <a:pt x="343" y="16"/>
                  </a:lnTo>
                  <a:lnTo>
                    <a:pt x="384" y="12"/>
                  </a:lnTo>
                  <a:lnTo>
                    <a:pt x="426" y="11"/>
                  </a:lnTo>
                  <a:lnTo>
                    <a:pt x="42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4401" name="Freeform 31"/>
            <p:cNvSpPr>
              <a:spLocks/>
            </p:cNvSpPr>
            <p:nvPr/>
          </p:nvSpPr>
          <p:spPr bwMode="auto">
            <a:xfrm>
              <a:off x="1587" y="1929"/>
              <a:ext cx="85" cy="49"/>
            </a:xfrm>
            <a:custGeom>
              <a:avLst/>
              <a:gdLst>
                <a:gd name="T0" fmla="*/ 0 w 426"/>
                <a:gd name="T1" fmla="*/ 0 h 245"/>
                <a:gd name="T2" fmla="*/ 0 w 426"/>
                <a:gd name="T3" fmla="*/ 0 h 245"/>
                <a:gd name="T4" fmla="*/ 0 w 426"/>
                <a:gd name="T5" fmla="*/ 0 h 245"/>
                <a:gd name="T6" fmla="*/ 0 w 426"/>
                <a:gd name="T7" fmla="*/ 0 h 245"/>
                <a:gd name="T8" fmla="*/ 0 w 426"/>
                <a:gd name="T9" fmla="*/ 1 h 245"/>
                <a:gd name="T10" fmla="*/ 0 w 426"/>
                <a:gd name="T11" fmla="*/ 1 h 245"/>
                <a:gd name="T12" fmla="*/ 0 w 426"/>
                <a:gd name="T13" fmla="*/ 1 h 245"/>
                <a:gd name="T14" fmla="*/ 1 w 426"/>
                <a:gd name="T15" fmla="*/ 1 h 245"/>
                <a:gd name="T16" fmla="*/ 1 w 426"/>
                <a:gd name="T17" fmla="*/ 1 h 245"/>
                <a:gd name="T18" fmla="*/ 1 w 426"/>
                <a:gd name="T19" fmla="*/ 1 h 245"/>
                <a:gd name="T20" fmla="*/ 1 w 426"/>
                <a:gd name="T21" fmla="*/ 2 h 245"/>
                <a:gd name="T22" fmla="*/ 2 w 426"/>
                <a:gd name="T23" fmla="*/ 2 h 245"/>
                <a:gd name="T24" fmla="*/ 2 w 426"/>
                <a:gd name="T25" fmla="*/ 2 h 245"/>
                <a:gd name="T26" fmla="*/ 2 w 426"/>
                <a:gd name="T27" fmla="*/ 2 h 245"/>
                <a:gd name="T28" fmla="*/ 2 w 426"/>
                <a:gd name="T29" fmla="*/ 2 h 245"/>
                <a:gd name="T30" fmla="*/ 3 w 426"/>
                <a:gd name="T31" fmla="*/ 2 h 245"/>
                <a:gd name="T32" fmla="*/ 3 w 426"/>
                <a:gd name="T33" fmla="*/ 2 h 245"/>
                <a:gd name="T34" fmla="*/ 3 w 426"/>
                <a:gd name="T35" fmla="*/ 2 h 245"/>
                <a:gd name="T36" fmla="*/ 3 w 426"/>
                <a:gd name="T37" fmla="*/ 2 h 245"/>
                <a:gd name="T38" fmla="*/ 3 w 426"/>
                <a:gd name="T39" fmla="*/ 2 h 245"/>
                <a:gd name="T40" fmla="*/ 3 w 426"/>
                <a:gd name="T41" fmla="*/ 2 h 245"/>
                <a:gd name="T42" fmla="*/ 2 w 426"/>
                <a:gd name="T43" fmla="*/ 2 h 245"/>
                <a:gd name="T44" fmla="*/ 2 w 426"/>
                <a:gd name="T45" fmla="*/ 2 h 245"/>
                <a:gd name="T46" fmla="*/ 2 w 426"/>
                <a:gd name="T47" fmla="*/ 2 h 245"/>
                <a:gd name="T48" fmla="*/ 2 w 426"/>
                <a:gd name="T49" fmla="*/ 2 h 245"/>
                <a:gd name="T50" fmla="*/ 1 w 426"/>
                <a:gd name="T51" fmla="*/ 1 h 245"/>
                <a:gd name="T52" fmla="*/ 1 w 426"/>
                <a:gd name="T53" fmla="*/ 1 h 245"/>
                <a:gd name="T54" fmla="*/ 1 w 426"/>
                <a:gd name="T55" fmla="*/ 1 h 245"/>
                <a:gd name="T56" fmla="*/ 1 w 426"/>
                <a:gd name="T57" fmla="*/ 1 h 245"/>
                <a:gd name="T58" fmla="*/ 0 w 426"/>
                <a:gd name="T59" fmla="*/ 1 h 245"/>
                <a:gd name="T60" fmla="*/ 0 w 426"/>
                <a:gd name="T61" fmla="*/ 1 h 245"/>
                <a:gd name="T62" fmla="*/ 0 w 426"/>
                <a:gd name="T63" fmla="*/ 1 h 245"/>
                <a:gd name="T64" fmla="*/ 0 w 426"/>
                <a:gd name="T65" fmla="*/ 0 h 245"/>
                <a:gd name="T66" fmla="*/ 0 w 426"/>
                <a:gd name="T67" fmla="*/ 0 h 245"/>
                <a:gd name="T68" fmla="*/ 0 w 426"/>
                <a:gd name="T69" fmla="*/ 0 h 245"/>
                <a:gd name="T70" fmla="*/ 0 w 426"/>
                <a:gd name="T71" fmla="*/ 0 h 245"/>
                <a:gd name="T72" fmla="*/ 0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0" y="0"/>
                  </a:moveTo>
                  <a:lnTo>
                    <a:pt x="0" y="0"/>
                  </a:lnTo>
                  <a:lnTo>
                    <a:pt x="3" y="25"/>
                  </a:lnTo>
                  <a:lnTo>
                    <a:pt x="9" y="50"/>
                  </a:lnTo>
                  <a:lnTo>
                    <a:pt x="19" y="73"/>
                  </a:lnTo>
                  <a:lnTo>
                    <a:pt x="34" y="96"/>
                  </a:lnTo>
                  <a:lnTo>
                    <a:pt x="52" y="118"/>
                  </a:lnTo>
                  <a:lnTo>
                    <a:pt x="74" y="138"/>
                  </a:lnTo>
                  <a:lnTo>
                    <a:pt x="99" y="156"/>
                  </a:lnTo>
                  <a:lnTo>
                    <a:pt x="126" y="174"/>
                  </a:lnTo>
                  <a:lnTo>
                    <a:pt x="157" y="190"/>
                  </a:lnTo>
                  <a:lnTo>
                    <a:pt x="189" y="204"/>
                  </a:lnTo>
                  <a:lnTo>
                    <a:pt x="224" y="215"/>
                  </a:lnTo>
                  <a:lnTo>
                    <a:pt x="262" y="226"/>
                  </a:lnTo>
                  <a:lnTo>
                    <a:pt x="300" y="234"/>
                  </a:lnTo>
                  <a:lnTo>
                    <a:pt x="340" y="240"/>
                  </a:lnTo>
                  <a:lnTo>
                    <a:pt x="384" y="244"/>
                  </a:lnTo>
                  <a:lnTo>
                    <a:pt x="426" y="245"/>
                  </a:lnTo>
                  <a:lnTo>
                    <a:pt x="426" y="233"/>
                  </a:lnTo>
                  <a:lnTo>
                    <a:pt x="384" y="232"/>
                  </a:lnTo>
                  <a:lnTo>
                    <a:pt x="343" y="228"/>
                  </a:lnTo>
                  <a:lnTo>
                    <a:pt x="303" y="222"/>
                  </a:lnTo>
                  <a:lnTo>
                    <a:pt x="264" y="214"/>
                  </a:lnTo>
                  <a:lnTo>
                    <a:pt x="229" y="204"/>
                  </a:lnTo>
                  <a:lnTo>
                    <a:pt x="194" y="192"/>
                  </a:lnTo>
                  <a:lnTo>
                    <a:pt x="162" y="178"/>
                  </a:lnTo>
                  <a:lnTo>
                    <a:pt x="133" y="163"/>
                  </a:lnTo>
                  <a:lnTo>
                    <a:pt x="106" y="146"/>
                  </a:lnTo>
                  <a:lnTo>
                    <a:pt x="81" y="129"/>
                  </a:lnTo>
                  <a:lnTo>
                    <a:pt x="61" y="109"/>
                  </a:lnTo>
                  <a:lnTo>
                    <a:pt x="44" y="89"/>
                  </a:lnTo>
                  <a:lnTo>
                    <a:pt x="31" y="66"/>
                  </a:lnTo>
                  <a:lnTo>
                    <a:pt x="20" y="45"/>
                  </a:lnTo>
                  <a:lnTo>
                    <a:pt x="15" y="2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4402" name="Freeform 32"/>
            <p:cNvSpPr>
              <a:spLocks/>
            </p:cNvSpPr>
            <p:nvPr/>
          </p:nvSpPr>
          <p:spPr bwMode="auto">
            <a:xfrm>
              <a:off x="878" y="1448"/>
              <a:ext cx="792" cy="954"/>
            </a:xfrm>
            <a:custGeom>
              <a:avLst/>
              <a:gdLst>
                <a:gd name="T0" fmla="*/ 13 w 3960"/>
                <a:gd name="T1" fmla="*/ 38 h 4768"/>
                <a:gd name="T2" fmla="*/ 14 w 3960"/>
                <a:gd name="T3" fmla="*/ 38 h 4768"/>
                <a:gd name="T4" fmla="*/ 15 w 3960"/>
                <a:gd name="T5" fmla="*/ 38 h 4768"/>
                <a:gd name="T6" fmla="*/ 15 w 3960"/>
                <a:gd name="T7" fmla="*/ 38 h 4768"/>
                <a:gd name="T8" fmla="*/ 16 w 3960"/>
                <a:gd name="T9" fmla="*/ 38 h 4768"/>
                <a:gd name="T10" fmla="*/ 17 w 3960"/>
                <a:gd name="T11" fmla="*/ 38 h 4768"/>
                <a:gd name="T12" fmla="*/ 17 w 3960"/>
                <a:gd name="T13" fmla="*/ 38 h 4768"/>
                <a:gd name="T14" fmla="*/ 18 w 3960"/>
                <a:gd name="T15" fmla="*/ 38 h 4768"/>
                <a:gd name="T16" fmla="*/ 18 w 3960"/>
                <a:gd name="T17" fmla="*/ 38 h 4768"/>
                <a:gd name="T18" fmla="*/ 29 w 3960"/>
                <a:gd name="T19" fmla="*/ 30 h 4768"/>
                <a:gd name="T20" fmla="*/ 30 w 3960"/>
                <a:gd name="T21" fmla="*/ 30 h 4768"/>
                <a:gd name="T22" fmla="*/ 30 w 3960"/>
                <a:gd name="T23" fmla="*/ 29 h 4768"/>
                <a:gd name="T24" fmla="*/ 31 w 3960"/>
                <a:gd name="T25" fmla="*/ 28 h 4768"/>
                <a:gd name="T26" fmla="*/ 31 w 3960"/>
                <a:gd name="T27" fmla="*/ 28 h 4768"/>
                <a:gd name="T28" fmla="*/ 31 w 3960"/>
                <a:gd name="T29" fmla="*/ 27 h 4768"/>
                <a:gd name="T30" fmla="*/ 32 w 3960"/>
                <a:gd name="T31" fmla="*/ 26 h 4768"/>
                <a:gd name="T32" fmla="*/ 32 w 3960"/>
                <a:gd name="T33" fmla="*/ 25 h 4768"/>
                <a:gd name="T34" fmla="*/ 32 w 3960"/>
                <a:gd name="T35" fmla="*/ 11 h 4768"/>
                <a:gd name="T36" fmla="*/ 32 w 3960"/>
                <a:gd name="T37" fmla="*/ 10 h 4768"/>
                <a:gd name="T38" fmla="*/ 31 w 3960"/>
                <a:gd name="T39" fmla="*/ 9 h 4768"/>
                <a:gd name="T40" fmla="*/ 31 w 3960"/>
                <a:gd name="T41" fmla="*/ 9 h 4768"/>
                <a:gd name="T42" fmla="*/ 31 w 3960"/>
                <a:gd name="T43" fmla="*/ 8 h 4768"/>
                <a:gd name="T44" fmla="*/ 31 w 3960"/>
                <a:gd name="T45" fmla="*/ 8 h 4768"/>
                <a:gd name="T46" fmla="*/ 30 w 3960"/>
                <a:gd name="T47" fmla="*/ 7 h 4768"/>
                <a:gd name="T48" fmla="*/ 30 w 3960"/>
                <a:gd name="T49" fmla="*/ 7 h 4768"/>
                <a:gd name="T50" fmla="*/ 29 w 3960"/>
                <a:gd name="T51" fmla="*/ 6 h 4768"/>
                <a:gd name="T52" fmla="*/ 19 w 3960"/>
                <a:gd name="T53" fmla="*/ 1 h 4768"/>
                <a:gd name="T54" fmla="*/ 18 w 3960"/>
                <a:gd name="T55" fmla="*/ 0 h 4768"/>
                <a:gd name="T56" fmla="*/ 17 w 3960"/>
                <a:gd name="T57" fmla="*/ 0 h 4768"/>
                <a:gd name="T58" fmla="*/ 17 w 3960"/>
                <a:gd name="T59" fmla="*/ 0 h 4768"/>
                <a:gd name="T60" fmla="*/ 16 w 3960"/>
                <a:gd name="T61" fmla="*/ 0 h 4768"/>
                <a:gd name="T62" fmla="*/ 15 w 3960"/>
                <a:gd name="T63" fmla="*/ 0 h 4768"/>
                <a:gd name="T64" fmla="*/ 14 w 3960"/>
                <a:gd name="T65" fmla="*/ 0 h 4768"/>
                <a:gd name="T66" fmla="*/ 14 w 3960"/>
                <a:gd name="T67" fmla="*/ 0 h 4768"/>
                <a:gd name="T68" fmla="*/ 2 w 3960"/>
                <a:gd name="T69" fmla="*/ 6 h 4768"/>
                <a:gd name="T70" fmla="*/ 2 w 3960"/>
                <a:gd name="T71" fmla="*/ 7 h 4768"/>
                <a:gd name="T72" fmla="*/ 1 w 3960"/>
                <a:gd name="T73" fmla="*/ 7 h 4768"/>
                <a:gd name="T74" fmla="*/ 1 w 3960"/>
                <a:gd name="T75" fmla="*/ 8 h 4768"/>
                <a:gd name="T76" fmla="*/ 1 w 3960"/>
                <a:gd name="T77" fmla="*/ 8 h 4768"/>
                <a:gd name="T78" fmla="*/ 0 w 3960"/>
                <a:gd name="T79" fmla="*/ 9 h 4768"/>
                <a:gd name="T80" fmla="*/ 0 w 3960"/>
                <a:gd name="T81" fmla="*/ 9 h 4768"/>
                <a:gd name="T82" fmla="*/ 0 w 3960"/>
                <a:gd name="T83" fmla="*/ 10 h 4768"/>
                <a:gd name="T84" fmla="*/ 0 w 3960"/>
                <a:gd name="T85" fmla="*/ 11 h 4768"/>
                <a:gd name="T86" fmla="*/ 0 w 3960"/>
                <a:gd name="T87" fmla="*/ 25 h 4768"/>
                <a:gd name="T88" fmla="*/ 0 w 3960"/>
                <a:gd name="T89" fmla="*/ 26 h 4768"/>
                <a:gd name="T90" fmla="*/ 0 w 3960"/>
                <a:gd name="T91" fmla="*/ 27 h 4768"/>
                <a:gd name="T92" fmla="*/ 1 w 3960"/>
                <a:gd name="T93" fmla="*/ 28 h 4768"/>
                <a:gd name="T94" fmla="*/ 1 w 3960"/>
                <a:gd name="T95" fmla="*/ 29 h 4768"/>
                <a:gd name="T96" fmla="*/ 1 w 3960"/>
                <a:gd name="T97" fmla="*/ 29 h 4768"/>
                <a:gd name="T98" fmla="*/ 2 w 3960"/>
                <a:gd name="T99" fmla="*/ 30 h 4768"/>
                <a:gd name="T100" fmla="*/ 3 w 3960"/>
                <a:gd name="T101" fmla="*/ 31 h 4768"/>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w 3960"/>
                <a:gd name="T154" fmla="*/ 0 h 4768"/>
                <a:gd name="T155" fmla="*/ 3960 w 3960"/>
                <a:gd name="T156" fmla="*/ 4768 h 4768"/>
              </a:gdLst>
              <a:ahLst/>
              <a:cxnLst>
                <a:cxn ang="T102">
                  <a:pos x="T0" y="T1"/>
                </a:cxn>
                <a:cxn ang="T103">
                  <a:pos x="T2" y="T3"/>
                </a:cxn>
                <a:cxn ang="T104">
                  <a:pos x="T4" y="T5"/>
                </a:cxn>
                <a:cxn ang="T105">
                  <a:pos x="T6" y="T7"/>
                </a:cxn>
                <a:cxn ang="T106">
                  <a:pos x="T8" y="T9"/>
                </a:cxn>
                <a:cxn ang="T107">
                  <a:pos x="T10" y="T11"/>
                </a:cxn>
                <a:cxn ang="T108">
                  <a:pos x="T12" y="T13"/>
                </a:cxn>
                <a:cxn ang="T109">
                  <a:pos x="T14" y="T15"/>
                </a:cxn>
                <a:cxn ang="T110">
                  <a:pos x="T16" y="T17"/>
                </a:cxn>
                <a:cxn ang="T111">
                  <a:pos x="T18" y="T19"/>
                </a:cxn>
                <a:cxn ang="T112">
                  <a:pos x="T20" y="T21"/>
                </a:cxn>
                <a:cxn ang="T113">
                  <a:pos x="T22" y="T23"/>
                </a:cxn>
                <a:cxn ang="T114">
                  <a:pos x="T24" y="T25"/>
                </a:cxn>
                <a:cxn ang="T115">
                  <a:pos x="T26" y="T27"/>
                </a:cxn>
                <a:cxn ang="T116">
                  <a:pos x="T28" y="T29"/>
                </a:cxn>
                <a:cxn ang="T117">
                  <a:pos x="T30" y="T31"/>
                </a:cxn>
                <a:cxn ang="T118">
                  <a:pos x="T32" y="T33"/>
                </a:cxn>
                <a:cxn ang="T119">
                  <a:pos x="T34" y="T35"/>
                </a:cxn>
                <a:cxn ang="T120">
                  <a:pos x="T36" y="T37"/>
                </a:cxn>
                <a:cxn ang="T121">
                  <a:pos x="T38" y="T39"/>
                </a:cxn>
                <a:cxn ang="T122">
                  <a:pos x="T40" y="T41"/>
                </a:cxn>
                <a:cxn ang="T123">
                  <a:pos x="T42" y="T43"/>
                </a:cxn>
                <a:cxn ang="T124">
                  <a:pos x="T44" y="T45"/>
                </a:cxn>
                <a:cxn ang="T125">
                  <a:pos x="T46" y="T47"/>
                </a:cxn>
                <a:cxn ang="T126">
                  <a:pos x="T48" y="T49"/>
                </a:cxn>
                <a:cxn ang="T127">
                  <a:pos x="T50" y="T51"/>
                </a:cxn>
                <a:cxn ang="T128">
                  <a:pos x="T52" y="T53"/>
                </a:cxn>
                <a:cxn ang="T129">
                  <a:pos x="T54" y="T55"/>
                </a:cxn>
                <a:cxn ang="T130">
                  <a:pos x="T56" y="T57"/>
                </a:cxn>
                <a:cxn ang="T131">
                  <a:pos x="T58" y="T59"/>
                </a:cxn>
                <a:cxn ang="T132">
                  <a:pos x="T60" y="T61"/>
                </a:cxn>
                <a:cxn ang="T133">
                  <a:pos x="T62" y="T63"/>
                </a:cxn>
                <a:cxn ang="T134">
                  <a:pos x="T64" y="T65"/>
                </a:cxn>
                <a:cxn ang="T135">
                  <a:pos x="T66" y="T67"/>
                </a:cxn>
                <a:cxn ang="T136">
                  <a:pos x="T68" y="T69"/>
                </a:cxn>
                <a:cxn ang="T137">
                  <a:pos x="T70" y="T71"/>
                </a:cxn>
                <a:cxn ang="T138">
                  <a:pos x="T72" y="T73"/>
                </a:cxn>
                <a:cxn ang="T139">
                  <a:pos x="T74" y="T75"/>
                </a:cxn>
                <a:cxn ang="T140">
                  <a:pos x="T76" y="T77"/>
                </a:cxn>
                <a:cxn ang="T141">
                  <a:pos x="T78" y="T79"/>
                </a:cxn>
                <a:cxn ang="T142">
                  <a:pos x="T80" y="T81"/>
                </a:cxn>
                <a:cxn ang="T143">
                  <a:pos x="T82" y="T83"/>
                </a:cxn>
                <a:cxn ang="T144">
                  <a:pos x="T84" y="T85"/>
                </a:cxn>
                <a:cxn ang="T145">
                  <a:pos x="T86" y="T87"/>
                </a:cxn>
                <a:cxn ang="T146">
                  <a:pos x="T88" y="T89"/>
                </a:cxn>
                <a:cxn ang="T147">
                  <a:pos x="T90" y="T91"/>
                </a:cxn>
                <a:cxn ang="T148">
                  <a:pos x="T92" y="T93"/>
                </a:cxn>
                <a:cxn ang="T149">
                  <a:pos x="T94" y="T95"/>
                </a:cxn>
                <a:cxn ang="T150">
                  <a:pos x="T96" y="T97"/>
                </a:cxn>
                <a:cxn ang="T151">
                  <a:pos x="T98" y="T99"/>
                </a:cxn>
                <a:cxn ang="T152">
                  <a:pos x="T100" y="T101"/>
                </a:cxn>
              </a:cxnLst>
              <a:rect l="T153" t="T154" r="T155" b="T156"/>
              <a:pathLst>
                <a:path w="3960" h="4768">
                  <a:moveTo>
                    <a:pt x="353" y="3849"/>
                  </a:moveTo>
                  <a:lnTo>
                    <a:pt x="1661" y="4700"/>
                  </a:lnTo>
                  <a:lnTo>
                    <a:pt x="1697" y="4717"/>
                  </a:lnTo>
                  <a:lnTo>
                    <a:pt x="1736" y="4731"/>
                  </a:lnTo>
                  <a:lnTo>
                    <a:pt x="1776" y="4742"/>
                  </a:lnTo>
                  <a:lnTo>
                    <a:pt x="1818" y="4753"/>
                  </a:lnTo>
                  <a:lnTo>
                    <a:pt x="1860" y="4760"/>
                  </a:lnTo>
                  <a:lnTo>
                    <a:pt x="1902" y="4765"/>
                  </a:lnTo>
                  <a:lnTo>
                    <a:pt x="1946" y="4768"/>
                  </a:lnTo>
                  <a:lnTo>
                    <a:pt x="1988" y="4768"/>
                  </a:lnTo>
                  <a:lnTo>
                    <a:pt x="2031" y="4767"/>
                  </a:lnTo>
                  <a:lnTo>
                    <a:pt x="2073" y="4763"/>
                  </a:lnTo>
                  <a:lnTo>
                    <a:pt x="2114" y="4758"/>
                  </a:lnTo>
                  <a:lnTo>
                    <a:pt x="2154" y="4751"/>
                  </a:lnTo>
                  <a:lnTo>
                    <a:pt x="2193" y="4740"/>
                  </a:lnTo>
                  <a:lnTo>
                    <a:pt x="2230" y="4729"/>
                  </a:lnTo>
                  <a:lnTo>
                    <a:pt x="2264" y="4715"/>
                  </a:lnTo>
                  <a:lnTo>
                    <a:pt x="2297" y="4700"/>
                  </a:lnTo>
                  <a:lnTo>
                    <a:pt x="3639" y="3825"/>
                  </a:lnTo>
                  <a:lnTo>
                    <a:pt x="3673" y="3795"/>
                  </a:lnTo>
                  <a:lnTo>
                    <a:pt x="3707" y="3761"/>
                  </a:lnTo>
                  <a:lnTo>
                    <a:pt x="3738" y="3725"/>
                  </a:lnTo>
                  <a:lnTo>
                    <a:pt x="3768" y="3685"/>
                  </a:lnTo>
                  <a:lnTo>
                    <a:pt x="3796" y="3644"/>
                  </a:lnTo>
                  <a:lnTo>
                    <a:pt x="3821" y="3599"/>
                  </a:lnTo>
                  <a:lnTo>
                    <a:pt x="3846" y="3553"/>
                  </a:lnTo>
                  <a:lnTo>
                    <a:pt x="3868" y="3505"/>
                  </a:lnTo>
                  <a:lnTo>
                    <a:pt x="3888" y="3456"/>
                  </a:lnTo>
                  <a:lnTo>
                    <a:pt x="3907" y="3406"/>
                  </a:lnTo>
                  <a:lnTo>
                    <a:pt x="3922" y="3354"/>
                  </a:lnTo>
                  <a:lnTo>
                    <a:pt x="3935" y="3303"/>
                  </a:lnTo>
                  <a:lnTo>
                    <a:pt x="3946" y="3250"/>
                  </a:lnTo>
                  <a:lnTo>
                    <a:pt x="3953" y="3197"/>
                  </a:lnTo>
                  <a:lnTo>
                    <a:pt x="3957" y="3144"/>
                  </a:lnTo>
                  <a:lnTo>
                    <a:pt x="3960" y="3092"/>
                  </a:lnTo>
                  <a:lnTo>
                    <a:pt x="3959" y="1313"/>
                  </a:lnTo>
                  <a:lnTo>
                    <a:pt x="3955" y="1271"/>
                  </a:lnTo>
                  <a:lnTo>
                    <a:pt x="3949" y="1229"/>
                  </a:lnTo>
                  <a:lnTo>
                    <a:pt x="3941" y="1189"/>
                  </a:lnTo>
                  <a:lnTo>
                    <a:pt x="3930" y="1149"/>
                  </a:lnTo>
                  <a:lnTo>
                    <a:pt x="3918" y="1111"/>
                  </a:lnTo>
                  <a:lnTo>
                    <a:pt x="3902" y="1075"/>
                  </a:lnTo>
                  <a:lnTo>
                    <a:pt x="3886" y="1040"/>
                  </a:lnTo>
                  <a:lnTo>
                    <a:pt x="3867" y="1006"/>
                  </a:lnTo>
                  <a:lnTo>
                    <a:pt x="3846" y="973"/>
                  </a:lnTo>
                  <a:lnTo>
                    <a:pt x="3823" y="942"/>
                  </a:lnTo>
                  <a:lnTo>
                    <a:pt x="3798" y="913"/>
                  </a:lnTo>
                  <a:lnTo>
                    <a:pt x="3771" y="886"/>
                  </a:lnTo>
                  <a:lnTo>
                    <a:pt x="3743" y="860"/>
                  </a:lnTo>
                  <a:lnTo>
                    <a:pt x="3714" y="837"/>
                  </a:lnTo>
                  <a:lnTo>
                    <a:pt x="3682" y="816"/>
                  </a:lnTo>
                  <a:lnTo>
                    <a:pt x="3649" y="796"/>
                  </a:lnTo>
                  <a:lnTo>
                    <a:pt x="2386" y="83"/>
                  </a:lnTo>
                  <a:lnTo>
                    <a:pt x="2350" y="65"/>
                  </a:lnTo>
                  <a:lnTo>
                    <a:pt x="2310" y="50"/>
                  </a:lnTo>
                  <a:lnTo>
                    <a:pt x="2268" y="36"/>
                  </a:lnTo>
                  <a:lnTo>
                    <a:pt x="2223" y="24"/>
                  </a:lnTo>
                  <a:lnTo>
                    <a:pt x="2178" y="15"/>
                  </a:lnTo>
                  <a:lnTo>
                    <a:pt x="2131" y="8"/>
                  </a:lnTo>
                  <a:lnTo>
                    <a:pt x="2082" y="3"/>
                  </a:lnTo>
                  <a:lnTo>
                    <a:pt x="2032" y="0"/>
                  </a:lnTo>
                  <a:lnTo>
                    <a:pt x="1982" y="1"/>
                  </a:lnTo>
                  <a:lnTo>
                    <a:pt x="1933" y="3"/>
                  </a:lnTo>
                  <a:lnTo>
                    <a:pt x="1882" y="9"/>
                  </a:lnTo>
                  <a:lnTo>
                    <a:pt x="1833" y="17"/>
                  </a:lnTo>
                  <a:lnTo>
                    <a:pt x="1785" y="29"/>
                  </a:lnTo>
                  <a:lnTo>
                    <a:pt x="1737" y="43"/>
                  </a:lnTo>
                  <a:lnTo>
                    <a:pt x="1691" y="62"/>
                  </a:lnTo>
                  <a:lnTo>
                    <a:pt x="1647" y="83"/>
                  </a:lnTo>
                  <a:lnTo>
                    <a:pt x="311" y="782"/>
                  </a:lnTo>
                  <a:lnTo>
                    <a:pt x="276" y="803"/>
                  </a:lnTo>
                  <a:lnTo>
                    <a:pt x="243" y="826"/>
                  </a:lnTo>
                  <a:lnTo>
                    <a:pt x="213" y="852"/>
                  </a:lnTo>
                  <a:lnTo>
                    <a:pt x="184" y="879"/>
                  </a:lnTo>
                  <a:lnTo>
                    <a:pt x="155" y="908"/>
                  </a:lnTo>
                  <a:lnTo>
                    <a:pt x="131" y="939"/>
                  </a:lnTo>
                  <a:lnTo>
                    <a:pt x="107" y="971"/>
                  </a:lnTo>
                  <a:lnTo>
                    <a:pt x="86" y="1005"/>
                  </a:lnTo>
                  <a:lnTo>
                    <a:pt x="68" y="1040"/>
                  </a:lnTo>
                  <a:lnTo>
                    <a:pt x="50" y="1076"/>
                  </a:lnTo>
                  <a:lnTo>
                    <a:pt x="36" y="1115"/>
                  </a:lnTo>
                  <a:lnTo>
                    <a:pt x="23" y="1153"/>
                  </a:lnTo>
                  <a:lnTo>
                    <a:pt x="14" y="1195"/>
                  </a:lnTo>
                  <a:lnTo>
                    <a:pt x="7" y="1236"/>
                  </a:lnTo>
                  <a:lnTo>
                    <a:pt x="2" y="1279"/>
                  </a:lnTo>
                  <a:lnTo>
                    <a:pt x="0" y="1322"/>
                  </a:lnTo>
                  <a:lnTo>
                    <a:pt x="0" y="3093"/>
                  </a:lnTo>
                  <a:lnTo>
                    <a:pt x="2" y="3147"/>
                  </a:lnTo>
                  <a:lnTo>
                    <a:pt x="7" y="3202"/>
                  </a:lnTo>
                  <a:lnTo>
                    <a:pt x="15" y="3257"/>
                  </a:lnTo>
                  <a:lnTo>
                    <a:pt x="27" y="3312"/>
                  </a:lnTo>
                  <a:lnTo>
                    <a:pt x="42" y="3366"/>
                  </a:lnTo>
                  <a:lnTo>
                    <a:pt x="59" y="3420"/>
                  </a:lnTo>
                  <a:lnTo>
                    <a:pt x="79" y="3474"/>
                  </a:lnTo>
                  <a:lnTo>
                    <a:pt x="102" y="3525"/>
                  </a:lnTo>
                  <a:lnTo>
                    <a:pt x="127" y="3576"/>
                  </a:lnTo>
                  <a:lnTo>
                    <a:pt x="154" y="3624"/>
                  </a:lnTo>
                  <a:lnTo>
                    <a:pt x="184" y="3670"/>
                  </a:lnTo>
                  <a:lnTo>
                    <a:pt x="214" y="3712"/>
                  </a:lnTo>
                  <a:lnTo>
                    <a:pt x="247" y="3752"/>
                  </a:lnTo>
                  <a:lnTo>
                    <a:pt x="281" y="3788"/>
                  </a:lnTo>
                  <a:lnTo>
                    <a:pt x="317" y="3821"/>
                  </a:lnTo>
                  <a:lnTo>
                    <a:pt x="353" y="384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4403" name="Freeform 33"/>
            <p:cNvSpPr>
              <a:spLocks/>
            </p:cNvSpPr>
            <p:nvPr/>
          </p:nvSpPr>
          <p:spPr bwMode="auto">
            <a:xfrm>
              <a:off x="943" y="2210"/>
              <a:ext cx="276" cy="187"/>
            </a:xfrm>
            <a:custGeom>
              <a:avLst/>
              <a:gdLst>
                <a:gd name="T0" fmla="*/ 11 w 1380"/>
                <a:gd name="T1" fmla="*/ 7 h 937"/>
                <a:gd name="T2" fmla="*/ 11 w 1380"/>
                <a:gd name="T3" fmla="*/ 7 h 937"/>
                <a:gd name="T4" fmla="*/ 0 w 1380"/>
                <a:gd name="T5" fmla="*/ 0 h 937"/>
                <a:gd name="T6" fmla="*/ 0 w 1380"/>
                <a:gd name="T7" fmla="*/ 1 h 937"/>
                <a:gd name="T8" fmla="*/ 10 w 1380"/>
                <a:gd name="T9" fmla="*/ 7 h 937"/>
                <a:gd name="T10" fmla="*/ 10 w 1380"/>
                <a:gd name="T11" fmla="*/ 7 h 937"/>
                <a:gd name="T12" fmla="*/ 10 w 1380"/>
                <a:gd name="T13" fmla="*/ 7 h 937"/>
                <a:gd name="T14" fmla="*/ 11 w 1380"/>
                <a:gd name="T15" fmla="*/ 7 h 937"/>
                <a:gd name="T16" fmla="*/ 11 w 1380"/>
                <a:gd name="T17" fmla="*/ 7 h 937"/>
                <a:gd name="T18" fmla="*/ 11 w 1380"/>
                <a:gd name="T19" fmla="*/ 7 h 937"/>
                <a:gd name="T20" fmla="*/ 11 w 1380"/>
                <a:gd name="T21" fmla="*/ 7 h 937"/>
                <a:gd name="T22" fmla="*/ 11 w 1380"/>
                <a:gd name="T23" fmla="*/ 7 h 937"/>
                <a:gd name="T24" fmla="*/ 11 w 1380"/>
                <a:gd name="T25" fmla="*/ 7 h 937"/>
                <a:gd name="T26" fmla="*/ 11 w 1380"/>
                <a:gd name="T27" fmla="*/ 7 h 937"/>
                <a:gd name="T28" fmla="*/ 11 w 1380"/>
                <a:gd name="T29" fmla="*/ 7 h 937"/>
                <a:gd name="T30" fmla="*/ 11 w 1380"/>
                <a:gd name="T31" fmla="*/ 7 h 93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80"/>
                <a:gd name="T49" fmla="*/ 0 h 937"/>
                <a:gd name="T50" fmla="*/ 1380 w 1380"/>
                <a:gd name="T51" fmla="*/ 937 h 93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80" h="937">
                  <a:moveTo>
                    <a:pt x="1354" y="848"/>
                  </a:moveTo>
                  <a:lnTo>
                    <a:pt x="1359" y="851"/>
                  </a:lnTo>
                  <a:lnTo>
                    <a:pt x="51" y="0"/>
                  </a:lnTo>
                  <a:lnTo>
                    <a:pt x="0" y="78"/>
                  </a:lnTo>
                  <a:lnTo>
                    <a:pt x="1307" y="929"/>
                  </a:lnTo>
                  <a:lnTo>
                    <a:pt x="1312" y="932"/>
                  </a:lnTo>
                  <a:lnTo>
                    <a:pt x="1307" y="929"/>
                  </a:lnTo>
                  <a:lnTo>
                    <a:pt x="1326" y="937"/>
                  </a:lnTo>
                  <a:lnTo>
                    <a:pt x="1345" y="936"/>
                  </a:lnTo>
                  <a:lnTo>
                    <a:pt x="1360" y="929"/>
                  </a:lnTo>
                  <a:lnTo>
                    <a:pt x="1372" y="916"/>
                  </a:lnTo>
                  <a:lnTo>
                    <a:pt x="1379" y="899"/>
                  </a:lnTo>
                  <a:lnTo>
                    <a:pt x="1380" y="883"/>
                  </a:lnTo>
                  <a:lnTo>
                    <a:pt x="1374" y="865"/>
                  </a:lnTo>
                  <a:lnTo>
                    <a:pt x="1359" y="851"/>
                  </a:lnTo>
                  <a:lnTo>
                    <a:pt x="1354" y="84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4404" name="Freeform 34"/>
            <p:cNvSpPr>
              <a:spLocks/>
            </p:cNvSpPr>
            <p:nvPr/>
          </p:nvSpPr>
          <p:spPr bwMode="auto">
            <a:xfrm>
              <a:off x="1206" y="2379"/>
              <a:ext cx="140" cy="32"/>
            </a:xfrm>
            <a:custGeom>
              <a:avLst/>
              <a:gdLst>
                <a:gd name="T0" fmla="*/ 5 w 703"/>
                <a:gd name="T1" fmla="*/ 0 h 162"/>
                <a:gd name="T2" fmla="*/ 5 w 703"/>
                <a:gd name="T3" fmla="*/ 0 h 162"/>
                <a:gd name="T4" fmla="*/ 5 w 703"/>
                <a:gd name="T5" fmla="*/ 0 h 162"/>
                <a:gd name="T6" fmla="*/ 5 w 703"/>
                <a:gd name="T7" fmla="*/ 0 h 162"/>
                <a:gd name="T8" fmla="*/ 4 w 703"/>
                <a:gd name="T9" fmla="*/ 0 h 162"/>
                <a:gd name="T10" fmla="*/ 4 w 703"/>
                <a:gd name="T11" fmla="*/ 0 h 162"/>
                <a:gd name="T12" fmla="*/ 4 w 703"/>
                <a:gd name="T13" fmla="*/ 0 h 162"/>
                <a:gd name="T14" fmla="*/ 3 w 703"/>
                <a:gd name="T15" fmla="*/ 1 h 162"/>
                <a:gd name="T16" fmla="*/ 3 w 703"/>
                <a:gd name="T17" fmla="*/ 1 h 162"/>
                <a:gd name="T18" fmla="*/ 3 w 703"/>
                <a:gd name="T19" fmla="*/ 1 h 162"/>
                <a:gd name="T20" fmla="*/ 2 w 703"/>
                <a:gd name="T21" fmla="*/ 1 h 162"/>
                <a:gd name="T22" fmla="*/ 2 w 703"/>
                <a:gd name="T23" fmla="*/ 1 h 162"/>
                <a:gd name="T24" fmla="*/ 2 w 703"/>
                <a:gd name="T25" fmla="*/ 0 h 162"/>
                <a:gd name="T26" fmla="*/ 1 w 703"/>
                <a:gd name="T27" fmla="*/ 0 h 162"/>
                <a:gd name="T28" fmla="*/ 1 w 703"/>
                <a:gd name="T29" fmla="*/ 0 h 162"/>
                <a:gd name="T30" fmla="*/ 1 w 703"/>
                <a:gd name="T31" fmla="*/ 0 h 162"/>
                <a:gd name="T32" fmla="*/ 1 w 703"/>
                <a:gd name="T33" fmla="*/ 0 h 162"/>
                <a:gd name="T34" fmla="*/ 0 w 703"/>
                <a:gd name="T35" fmla="*/ 0 h 162"/>
                <a:gd name="T36" fmla="*/ 0 w 703"/>
                <a:gd name="T37" fmla="*/ 1 h 162"/>
                <a:gd name="T38" fmla="*/ 0 w 703"/>
                <a:gd name="T39" fmla="*/ 1 h 162"/>
                <a:gd name="T40" fmla="*/ 1 w 703"/>
                <a:gd name="T41" fmla="*/ 1 h 162"/>
                <a:gd name="T42" fmla="*/ 1 w 703"/>
                <a:gd name="T43" fmla="*/ 1 h 162"/>
                <a:gd name="T44" fmla="*/ 1 w 703"/>
                <a:gd name="T45" fmla="*/ 1 h 162"/>
                <a:gd name="T46" fmla="*/ 2 w 703"/>
                <a:gd name="T47" fmla="*/ 1 h 162"/>
                <a:gd name="T48" fmla="*/ 2 w 703"/>
                <a:gd name="T49" fmla="*/ 1 h 162"/>
                <a:gd name="T50" fmla="*/ 2 w 703"/>
                <a:gd name="T51" fmla="*/ 1 h 162"/>
                <a:gd name="T52" fmla="*/ 3 w 703"/>
                <a:gd name="T53" fmla="*/ 1 h 162"/>
                <a:gd name="T54" fmla="*/ 3 w 703"/>
                <a:gd name="T55" fmla="*/ 1 h 162"/>
                <a:gd name="T56" fmla="*/ 3 w 703"/>
                <a:gd name="T57" fmla="*/ 1 h 162"/>
                <a:gd name="T58" fmla="*/ 4 w 703"/>
                <a:gd name="T59" fmla="*/ 1 h 162"/>
                <a:gd name="T60" fmla="*/ 4 w 703"/>
                <a:gd name="T61" fmla="*/ 1 h 162"/>
                <a:gd name="T62" fmla="*/ 5 w 703"/>
                <a:gd name="T63" fmla="*/ 1 h 162"/>
                <a:gd name="T64" fmla="*/ 5 w 703"/>
                <a:gd name="T65" fmla="*/ 1 h 162"/>
                <a:gd name="T66" fmla="*/ 5 w 703"/>
                <a:gd name="T67" fmla="*/ 1 h 162"/>
                <a:gd name="T68" fmla="*/ 5 w 703"/>
                <a:gd name="T69" fmla="*/ 1 h 162"/>
                <a:gd name="T70" fmla="*/ 5 w 703"/>
                <a:gd name="T71" fmla="*/ 1 h 162"/>
                <a:gd name="T72" fmla="*/ 5 w 703"/>
                <a:gd name="T73" fmla="*/ 1 h 162"/>
                <a:gd name="T74" fmla="*/ 5 w 703"/>
                <a:gd name="T75" fmla="*/ 1 h 162"/>
                <a:gd name="T76" fmla="*/ 6 w 703"/>
                <a:gd name="T77" fmla="*/ 0 h 162"/>
                <a:gd name="T78" fmla="*/ 6 w 703"/>
                <a:gd name="T79" fmla="*/ 0 h 162"/>
                <a:gd name="T80" fmla="*/ 6 w 703"/>
                <a:gd name="T81" fmla="*/ 0 h 162"/>
                <a:gd name="T82" fmla="*/ 5 w 703"/>
                <a:gd name="T83" fmla="*/ 0 h 162"/>
                <a:gd name="T84" fmla="*/ 5 w 703"/>
                <a:gd name="T85" fmla="*/ 0 h 162"/>
                <a:gd name="T86" fmla="*/ 5 w 703"/>
                <a:gd name="T87" fmla="*/ 0 h 162"/>
                <a:gd name="T88" fmla="*/ 5 w 703"/>
                <a:gd name="T89" fmla="*/ 0 h 162"/>
                <a:gd name="T90" fmla="*/ 5 w 703"/>
                <a:gd name="T91" fmla="*/ 0 h 162"/>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703"/>
                <a:gd name="T139" fmla="*/ 0 h 162"/>
                <a:gd name="T140" fmla="*/ 703 w 703"/>
                <a:gd name="T141" fmla="*/ 162 h 162"/>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703" h="162">
                  <a:moveTo>
                    <a:pt x="631" y="8"/>
                  </a:moveTo>
                  <a:lnTo>
                    <a:pt x="636" y="6"/>
                  </a:lnTo>
                  <a:lnTo>
                    <a:pt x="606" y="20"/>
                  </a:lnTo>
                  <a:lnTo>
                    <a:pt x="575" y="32"/>
                  </a:lnTo>
                  <a:lnTo>
                    <a:pt x="540" y="42"/>
                  </a:lnTo>
                  <a:lnTo>
                    <a:pt x="504" y="52"/>
                  </a:lnTo>
                  <a:lnTo>
                    <a:pt x="467" y="59"/>
                  </a:lnTo>
                  <a:lnTo>
                    <a:pt x="428" y="64"/>
                  </a:lnTo>
                  <a:lnTo>
                    <a:pt x="389" y="67"/>
                  </a:lnTo>
                  <a:lnTo>
                    <a:pt x="348" y="68"/>
                  </a:lnTo>
                  <a:lnTo>
                    <a:pt x="308" y="68"/>
                  </a:lnTo>
                  <a:lnTo>
                    <a:pt x="267" y="65"/>
                  </a:lnTo>
                  <a:lnTo>
                    <a:pt x="226" y="61"/>
                  </a:lnTo>
                  <a:lnTo>
                    <a:pt x="187" y="54"/>
                  </a:lnTo>
                  <a:lnTo>
                    <a:pt x="148" y="44"/>
                  </a:lnTo>
                  <a:lnTo>
                    <a:pt x="110" y="33"/>
                  </a:lnTo>
                  <a:lnTo>
                    <a:pt x="75" y="20"/>
                  </a:lnTo>
                  <a:lnTo>
                    <a:pt x="42" y="5"/>
                  </a:lnTo>
                  <a:lnTo>
                    <a:pt x="0" y="89"/>
                  </a:lnTo>
                  <a:lnTo>
                    <a:pt x="40" y="107"/>
                  </a:lnTo>
                  <a:lnTo>
                    <a:pt x="82" y="122"/>
                  </a:lnTo>
                  <a:lnTo>
                    <a:pt x="124" y="135"/>
                  </a:lnTo>
                  <a:lnTo>
                    <a:pt x="169" y="146"/>
                  </a:lnTo>
                  <a:lnTo>
                    <a:pt x="214" y="153"/>
                  </a:lnTo>
                  <a:lnTo>
                    <a:pt x="258" y="158"/>
                  </a:lnTo>
                  <a:lnTo>
                    <a:pt x="303" y="162"/>
                  </a:lnTo>
                  <a:lnTo>
                    <a:pt x="348" y="162"/>
                  </a:lnTo>
                  <a:lnTo>
                    <a:pt x="394" y="161"/>
                  </a:lnTo>
                  <a:lnTo>
                    <a:pt x="439" y="157"/>
                  </a:lnTo>
                  <a:lnTo>
                    <a:pt x="481" y="150"/>
                  </a:lnTo>
                  <a:lnTo>
                    <a:pt x="525" y="143"/>
                  </a:lnTo>
                  <a:lnTo>
                    <a:pt x="566" y="132"/>
                  </a:lnTo>
                  <a:lnTo>
                    <a:pt x="606" y="121"/>
                  </a:lnTo>
                  <a:lnTo>
                    <a:pt x="643" y="105"/>
                  </a:lnTo>
                  <a:lnTo>
                    <a:pt x="678" y="88"/>
                  </a:lnTo>
                  <a:lnTo>
                    <a:pt x="683" y="86"/>
                  </a:lnTo>
                  <a:lnTo>
                    <a:pt x="678" y="88"/>
                  </a:lnTo>
                  <a:lnTo>
                    <a:pt x="695" y="75"/>
                  </a:lnTo>
                  <a:lnTo>
                    <a:pt x="702" y="60"/>
                  </a:lnTo>
                  <a:lnTo>
                    <a:pt x="703" y="42"/>
                  </a:lnTo>
                  <a:lnTo>
                    <a:pt x="698" y="26"/>
                  </a:lnTo>
                  <a:lnTo>
                    <a:pt x="688" y="12"/>
                  </a:lnTo>
                  <a:lnTo>
                    <a:pt x="674" y="3"/>
                  </a:lnTo>
                  <a:lnTo>
                    <a:pt x="656" y="0"/>
                  </a:lnTo>
                  <a:lnTo>
                    <a:pt x="636" y="6"/>
                  </a:lnTo>
                  <a:lnTo>
                    <a:pt x="631"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4405" name="Freeform 35"/>
            <p:cNvSpPr>
              <a:spLocks/>
            </p:cNvSpPr>
            <p:nvPr/>
          </p:nvSpPr>
          <p:spPr bwMode="auto">
            <a:xfrm>
              <a:off x="1332" y="2204"/>
              <a:ext cx="283" cy="192"/>
            </a:xfrm>
            <a:custGeom>
              <a:avLst/>
              <a:gdLst>
                <a:gd name="T0" fmla="*/ 11 w 1415"/>
                <a:gd name="T1" fmla="*/ 0 h 960"/>
                <a:gd name="T2" fmla="*/ 11 w 1415"/>
                <a:gd name="T3" fmla="*/ 0 h 960"/>
                <a:gd name="T4" fmla="*/ 0 w 1415"/>
                <a:gd name="T5" fmla="*/ 7 h 960"/>
                <a:gd name="T6" fmla="*/ 0 w 1415"/>
                <a:gd name="T7" fmla="*/ 8 h 960"/>
                <a:gd name="T8" fmla="*/ 11 w 1415"/>
                <a:gd name="T9" fmla="*/ 1 h 960"/>
                <a:gd name="T10" fmla="*/ 11 w 1415"/>
                <a:gd name="T11" fmla="*/ 1 h 960"/>
                <a:gd name="T12" fmla="*/ 11 w 1415"/>
                <a:gd name="T13" fmla="*/ 1 h 960"/>
                <a:gd name="T14" fmla="*/ 11 w 1415"/>
                <a:gd name="T15" fmla="*/ 1 h 960"/>
                <a:gd name="T16" fmla="*/ 11 w 1415"/>
                <a:gd name="T17" fmla="*/ 0 h 960"/>
                <a:gd name="T18" fmla="*/ 11 w 1415"/>
                <a:gd name="T19" fmla="*/ 0 h 960"/>
                <a:gd name="T20" fmla="*/ 11 w 1415"/>
                <a:gd name="T21" fmla="*/ 0 h 960"/>
                <a:gd name="T22" fmla="*/ 11 w 1415"/>
                <a:gd name="T23" fmla="*/ 0 h 960"/>
                <a:gd name="T24" fmla="*/ 11 w 1415"/>
                <a:gd name="T25" fmla="*/ 0 h 960"/>
                <a:gd name="T26" fmla="*/ 11 w 1415"/>
                <a:gd name="T27" fmla="*/ 0 h 960"/>
                <a:gd name="T28" fmla="*/ 11 w 1415"/>
                <a:gd name="T29" fmla="*/ 0 h 960"/>
                <a:gd name="T30" fmla="*/ 11 w 1415"/>
                <a:gd name="T31" fmla="*/ 0 h 96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15"/>
                <a:gd name="T49" fmla="*/ 0 h 960"/>
                <a:gd name="T50" fmla="*/ 1415 w 1415"/>
                <a:gd name="T51" fmla="*/ 960 h 96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15" h="960">
                  <a:moveTo>
                    <a:pt x="1338" y="10"/>
                  </a:moveTo>
                  <a:lnTo>
                    <a:pt x="1342" y="8"/>
                  </a:lnTo>
                  <a:lnTo>
                    <a:pt x="0" y="882"/>
                  </a:lnTo>
                  <a:lnTo>
                    <a:pt x="52" y="960"/>
                  </a:lnTo>
                  <a:lnTo>
                    <a:pt x="1393" y="85"/>
                  </a:lnTo>
                  <a:lnTo>
                    <a:pt x="1397" y="83"/>
                  </a:lnTo>
                  <a:lnTo>
                    <a:pt x="1393" y="85"/>
                  </a:lnTo>
                  <a:lnTo>
                    <a:pt x="1409" y="71"/>
                  </a:lnTo>
                  <a:lnTo>
                    <a:pt x="1415" y="53"/>
                  </a:lnTo>
                  <a:lnTo>
                    <a:pt x="1413" y="37"/>
                  </a:lnTo>
                  <a:lnTo>
                    <a:pt x="1406" y="21"/>
                  </a:lnTo>
                  <a:lnTo>
                    <a:pt x="1395" y="8"/>
                  </a:lnTo>
                  <a:lnTo>
                    <a:pt x="1379" y="1"/>
                  </a:lnTo>
                  <a:lnTo>
                    <a:pt x="1361" y="0"/>
                  </a:lnTo>
                  <a:lnTo>
                    <a:pt x="1342" y="8"/>
                  </a:lnTo>
                  <a:lnTo>
                    <a:pt x="1338" y="1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4406" name="Freeform 36"/>
            <p:cNvSpPr>
              <a:spLocks/>
            </p:cNvSpPr>
            <p:nvPr/>
          </p:nvSpPr>
          <p:spPr bwMode="auto">
            <a:xfrm>
              <a:off x="1599" y="2057"/>
              <a:ext cx="80" cy="163"/>
            </a:xfrm>
            <a:custGeom>
              <a:avLst/>
              <a:gdLst>
                <a:gd name="T0" fmla="*/ 2 w 398"/>
                <a:gd name="T1" fmla="*/ 0 h 817"/>
                <a:gd name="T2" fmla="*/ 2 w 398"/>
                <a:gd name="T3" fmla="*/ 0 h 817"/>
                <a:gd name="T4" fmla="*/ 2 w 398"/>
                <a:gd name="T5" fmla="*/ 1 h 817"/>
                <a:gd name="T6" fmla="*/ 2 w 398"/>
                <a:gd name="T7" fmla="*/ 1 h 817"/>
                <a:gd name="T8" fmla="*/ 2 w 398"/>
                <a:gd name="T9" fmla="*/ 2 h 817"/>
                <a:gd name="T10" fmla="*/ 2 w 398"/>
                <a:gd name="T11" fmla="*/ 2 h 817"/>
                <a:gd name="T12" fmla="*/ 2 w 398"/>
                <a:gd name="T13" fmla="*/ 2 h 817"/>
                <a:gd name="T14" fmla="*/ 2 w 398"/>
                <a:gd name="T15" fmla="*/ 3 h 817"/>
                <a:gd name="T16" fmla="*/ 2 w 398"/>
                <a:gd name="T17" fmla="*/ 3 h 817"/>
                <a:gd name="T18" fmla="*/ 2 w 398"/>
                <a:gd name="T19" fmla="*/ 4 h 817"/>
                <a:gd name="T20" fmla="*/ 2 w 398"/>
                <a:gd name="T21" fmla="*/ 4 h 817"/>
                <a:gd name="T22" fmla="*/ 1 w 398"/>
                <a:gd name="T23" fmla="*/ 4 h 817"/>
                <a:gd name="T24" fmla="*/ 1 w 398"/>
                <a:gd name="T25" fmla="*/ 5 h 817"/>
                <a:gd name="T26" fmla="*/ 1 w 398"/>
                <a:gd name="T27" fmla="*/ 5 h 817"/>
                <a:gd name="T28" fmla="*/ 1 w 398"/>
                <a:gd name="T29" fmla="*/ 5 h 817"/>
                <a:gd name="T30" fmla="*/ 1 w 398"/>
                <a:gd name="T31" fmla="*/ 5 h 817"/>
                <a:gd name="T32" fmla="*/ 0 w 398"/>
                <a:gd name="T33" fmla="*/ 6 h 817"/>
                <a:gd name="T34" fmla="*/ 0 w 398"/>
                <a:gd name="T35" fmla="*/ 6 h 817"/>
                <a:gd name="T36" fmla="*/ 0 w 398"/>
                <a:gd name="T37" fmla="*/ 7 h 817"/>
                <a:gd name="T38" fmla="*/ 1 w 398"/>
                <a:gd name="T39" fmla="*/ 6 h 817"/>
                <a:gd name="T40" fmla="*/ 1 w 398"/>
                <a:gd name="T41" fmla="*/ 6 h 817"/>
                <a:gd name="T42" fmla="*/ 1 w 398"/>
                <a:gd name="T43" fmla="*/ 6 h 817"/>
                <a:gd name="T44" fmla="*/ 2 w 398"/>
                <a:gd name="T45" fmla="*/ 5 h 817"/>
                <a:gd name="T46" fmla="*/ 2 w 398"/>
                <a:gd name="T47" fmla="*/ 5 h 817"/>
                <a:gd name="T48" fmla="*/ 2 w 398"/>
                <a:gd name="T49" fmla="*/ 5 h 817"/>
                <a:gd name="T50" fmla="*/ 2 w 398"/>
                <a:gd name="T51" fmla="*/ 4 h 817"/>
                <a:gd name="T52" fmla="*/ 2 w 398"/>
                <a:gd name="T53" fmla="*/ 4 h 817"/>
                <a:gd name="T54" fmla="*/ 3 w 398"/>
                <a:gd name="T55" fmla="*/ 3 h 817"/>
                <a:gd name="T56" fmla="*/ 3 w 398"/>
                <a:gd name="T57" fmla="*/ 3 h 817"/>
                <a:gd name="T58" fmla="*/ 3 w 398"/>
                <a:gd name="T59" fmla="*/ 3 h 817"/>
                <a:gd name="T60" fmla="*/ 3 w 398"/>
                <a:gd name="T61" fmla="*/ 2 h 817"/>
                <a:gd name="T62" fmla="*/ 3 w 398"/>
                <a:gd name="T63" fmla="*/ 2 h 817"/>
                <a:gd name="T64" fmla="*/ 3 w 398"/>
                <a:gd name="T65" fmla="*/ 1 h 817"/>
                <a:gd name="T66" fmla="*/ 3 w 398"/>
                <a:gd name="T67" fmla="*/ 1 h 817"/>
                <a:gd name="T68" fmla="*/ 3 w 398"/>
                <a:gd name="T69" fmla="*/ 0 h 817"/>
                <a:gd name="T70" fmla="*/ 3 w 398"/>
                <a:gd name="T71" fmla="*/ 0 h 817"/>
                <a:gd name="T72" fmla="*/ 3 w 398"/>
                <a:gd name="T73" fmla="*/ 0 h 817"/>
                <a:gd name="T74" fmla="*/ 3 w 398"/>
                <a:gd name="T75" fmla="*/ 0 h 817"/>
                <a:gd name="T76" fmla="*/ 3 w 398"/>
                <a:gd name="T77" fmla="*/ 0 h 817"/>
                <a:gd name="T78" fmla="*/ 3 w 398"/>
                <a:gd name="T79" fmla="*/ 0 h 817"/>
                <a:gd name="T80" fmla="*/ 3 w 398"/>
                <a:gd name="T81" fmla="*/ 0 h 817"/>
                <a:gd name="T82" fmla="*/ 3 w 398"/>
                <a:gd name="T83" fmla="*/ 0 h 817"/>
                <a:gd name="T84" fmla="*/ 3 w 398"/>
                <a:gd name="T85" fmla="*/ 0 h 817"/>
                <a:gd name="T86" fmla="*/ 2 w 398"/>
                <a:gd name="T87" fmla="*/ 0 h 817"/>
                <a:gd name="T88" fmla="*/ 2 w 398"/>
                <a:gd name="T89" fmla="*/ 0 h 817"/>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398"/>
                <a:gd name="T136" fmla="*/ 0 h 817"/>
                <a:gd name="T137" fmla="*/ 398 w 398"/>
                <a:gd name="T138" fmla="*/ 817 h 817"/>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398" h="817">
                  <a:moveTo>
                    <a:pt x="304" y="47"/>
                  </a:moveTo>
                  <a:lnTo>
                    <a:pt x="304" y="47"/>
                  </a:lnTo>
                  <a:lnTo>
                    <a:pt x="301" y="97"/>
                  </a:lnTo>
                  <a:lnTo>
                    <a:pt x="297" y="147"/>
                  </a:lnTo>
                  <a:lnTo>
                    <a:pt x="291" y="198"/>
                  </a:lnTo>
                  <a:lnTo>
                    <a:pt x="280" y="247"/>
                  </a:lnTo>
                  <a:lnTo>
                    <a:pt x="268" y="297"/>
                  </a:lnTo>
                  <a:lnTo>
                    <a:pt x="253" y="347"/>
                  </a:lnTo>
                  <a:lnTo>
                    <a:pt x="236" y="395"/>
                  </a:lnTo>
                  <a:lnTo>
                    <a:pt x="217" y="442"/>
                  </a:lnTo>
                  <a:lnTo>
                    <a:pt x="195" y="487"/>
                  </a:lnTo>
                  <a:lnTo>
                    <a:pt x="171" y="532"/>
                  </a:lnTo>
                  <a:lnTo>
                    <a:pt x="147" y="574"/>
                  </a:lnTo>
                  <a:lnTo>
                    <a:pt x="121" y="613"/>
                  </a:lnTo>
                  <a:lnTo>
                    <a:pt x="93" y="650"/>
                  </a:lnTo>
                  <a:lnTo>
                    <a:pt x="64" y="684"/>
                  </a:lnTo>
                  <a:lnTo>
                    <a:pt x="32" y="716"/>
                  </a:lnTo>
                  <a:lnTo>
                    <a:pt x="0" y="744"/>
                  </a:lnTo>
                  <a:lnTo>
                    <a:pt x="59" y="817"/>
                  </a:lnTo>
                  <a:lnTo>
                    <a:pt x="95" y="784"/>
                  </a:lnTo>
                  <a:lnTo>
                    <a:pt x="132" y="748"/>
                  </a:lnTo>
                  <a:lnTo>
                    <a:pt x="166" y="709"/>
                  </a:lnTo>
                  <a:lnTo>
                    <a:pt x="196" y="667"/>
                  </a:lnTo>
                  <a:lnTo>
                    <a:pt x="227" y="623"/>
                  </a:lnTo>
                  <a:lnTo>
                    <a:pt x="253" y="576"/>
                  </a:lnTo>
                  <a:lnTo>
                    <a:pt x="279" y="530"/>
                  </a:lnTo>
                  <a:lnTo>
                    <a:pt x="301" y="479"/>
                  </a:lnTo>
                  <a:lnTo>
                    <a:pt x="323" y="428"/>
                  </a:lnTo>
                  <a:lnTo>
                    <a:pt x="342" y="375"/>
                  </a:lnTo>
                  <a:lnTo>
                    <a:pt x="359" y="321"/>
                  </a:lnTo>
                  <a:lnTo>
                    <a:pt x="372" y="268"/>
                  </a:lnTo>
                  <a:lnTo>
                    <a:pt x="382" y="212"/>
                  </a:lnTo>
                  <a:lnTo>
                    <a:pt x="391" y="157"/>
                  </a:lnTo>
                  <a:lnTo>
                    <a:pt x="395" y="102"/>
                  </a:lnTo>
                  <a:lnTo>
                    <a:pt x="398" y="47"/>
                  </a:lnTo>
                  <a:lnTo>
                    <a:pt x="394" y="27"/>
                  </a:lnTo>
                  <a:lnTo>
                    <a:pt x="383" y="11"/>
                  </a:lnTo>
                  <a:lnTo>
                    <a:pt x="368" y="3"/>
                  </a:lnTo>
                  <a:lnTo>
                    <a:pt x="351" y="0"/>
                  </a:lnTo>
                  <a:lnTo>
                    <a:pt x="333" y="3"/>
                  </a:lnTo>
                  <a:lnTo>
                    <a:pt x="319" y="11"/>
                  </a:lnTo>
                  <a:lnTo>
                    <a:pt x="307" y="27"/>
                  </a:lnTo>
                  <a:lnTo>
                    <a:pt x="304" y="4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4407" name="Freeform 37"/>
            <p:cNvSpPr>
              <a:spLocks/>
            </p:cNvSpPr>
            <p:nvPr/>
          </p:nvSpPr>
          <p:spPr bwMode="auto">
            <a:xfrm>
              <a:off x="1660" y="1701"/>
              <a:ext cx="19" cy="365"/>
            </a:xfrm>
            <a:custGeom>
              <a:avLst/>
              <a:gdLst>
                <a:gd name="T0" fmla="*/ 0 w 95"/>
                <a:gd name="T1" fmla="*/ 0 h 1826"/>
                <a:gd name="T2" fmla="*/ 0 w 95"/>
                <a:gd name="T3" fmla="*/ 0 h 1826"/>
                <a:gd name="T4" fmla="*/ 0 w 95"/>
                <a:gd name="T5" fmla="*/ 15 h 1826"/>
                <a:gd name="T6" fmla="*/ 1 w 95"/>
                <a:gd name="T7" fmla="*/ 15 h 1826"/>
                <a:gd name="T8" fmla="*/ 1 w 95"/>
                <a:gd name="T9" fmla="*/ 0 h 1826"/>
                <a:gd name="T10" fmla="*/ 1 w 95"/>
                <a:gd name="T11" fmla="*/ 0 h 1826"/>
                <a:gd name="T12" fmla="*/ 1 w 95"/>
                <a:gd name="T13" fmla="*/ 0 h 1826"/>
                <a:gd name="T14" fmla="*/ 1 w 95"/>
                <a:gd name="T15" fmla="*/ 0 h 1826"/>
                <a:gd name="T16" fmla="*/ 1 w 95"/>
                <a:gd name="T17" fmla="*/ 0 h 1826"/>
                <a:gd name="T18" fmla="*/ 1 w 95"/>
                <a:gd name="T19" fmla="*/ 0 h 1826"/>
                <a:gd name="T20" fmla="*/ 0 w 95"/>
                <a:gd name="T21" fmla="*/ 0 h 1826"/>
                <a:gd name="T22" fmla="*/ 0 w 95"/>
                <a:gd name="T23" fmla="*/ 0 h 1826"/>
                <a:gd name="T24" fmla="*/ 0 w 95"/>
                <a:gd name="T25" fmla="*/ 0 h 1826"/>
                <a:gd name="T26" fmla="*/ 0 w 95"/>
                <a:gd name="T27" fmla="*/ 0 h 1826"/>
                <a:gd name="T28" fmla="*/ 0 w 95"/>
                <a:gd name="T29" fmla="*/ 0 h 1826"/>
                <a:gd name="T30" fmla="*/ 0 w 95"/>
                <a:gd name="T31" fmla="*/ 0 h 182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95"/>
                <a:gd name="T49" fmla="*/ 0 h 1826"/>
                <a:gd name="T50" fmla="*/ 95 w 95"/>
                <a:gd name="T51" fmla="*/ 1826 h 182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95" h="1826">
                  <a:moveTo>
                    <a:pt x="0" y="49"/>
                  </a:moveTo>
                  <a:lnTo>
                    <a:pt x="0" y="47"/>
                  </a:lnTo>
                  <a:lnTo>
                    <a:pt x="1" y="1826"/>
                  </a:lnTo>
                  <a:lnTo>
                    <a:pt x="95" y="1826"/>
                  </a:lnTo>
                  <a:lnTo>
                    <a:pt x="93" y="47"/>
                  </a:lnTo>
                  <a:lnTo>
                    <a:pt x="93" y="45"/>
                  </a:lnTo>
                  <a:lnTo>
                    <a:pt x="93" y="47"/>
                  </a:lnTo>
                  <a:lnTo>
                    <a:pt x="90" y="27"/>
                  </a:lnTo>
                  <a:lnTo>
                    <a:pt x="79" y="12"/>
                  </a:lnTo>
                  <a:lnTo>
                    <a:pt x="64" y="4"/>
                  </a:lnTo>
                  <a:lnTo>
                    <a:pt x="47" y="0"/>
                  </a:lnTo>
                  <a:lnTo>
                    <a:pt x="29" y="4"/>
                  </a:lnTo>
                  <a:lnTo>
                    <a:pt x="15" y="12"/>
                  </a:lnTo>
                  <a:lnTo>
                    <a:pt x="3" y="27"/>
                  </a:lnTo>
                  <a:lnTo>
                    <a:pt x="0" y="47"/>
                  </a:lnTo>
                  <a:lnTo>
                    <a:pt x="0" y="4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4408" name="Freeform 38"/>
            <p:cNvSpPr>
              <a:spLocks/>
            </p:cNvSpPr>
            <p:nvPr/>
          </p:nvSpPr>
          <p:spPr bwMode="auto">
            <a:xfrm>
              <a:off x="1598" y="1598"/>
              <a:ext cx="81" cy="113"/>
            </a:xfrm>
            <a:custGeom>
              <a:avLst/>
              <a:gdLst>
                <a:gd name="T0" fmla="*/ 0 w 401"/>
                <a:gd name="T1" fmla="*/ 1 h 566"/>
                <a:gd name="T2" fmla="*/ 0 w 401"/>
                <a:gd name="T3" fmla="*/ 1 h 566"/>
                <a:gd name="T4" fmla="*/ 0 w 401"/>
                <a:gd name="T5" fmla="*/ 1 h 566"/>
                <a:gd name="T6" fmla="*/ 1 w 401"/>
                <a:gd name="T7" fmla="*/ 1 h 566"/>
                <a:gd name="T8" fmla="*/ 1 w 401"/>
                <a:gd name="T9" fmla="*/ 1 h 566"/>
                <a:gd name="T10" fmla="*/ 1 w 401"/>
                <a:gd name="T11" fmla="*/ 1 h 566"/>
                <a:gd name="T12" fmla="*/ 1 w 401"/>
                <a:gd name="T13" fmla="*/ 2 h 566"/>
                <a:gd name="T14" fmla="*/ 1 w 401"/>
                <a:gd name="T15" fmla="*/ 2 h 566"/>
                <a:gd name="T16" fmla="*/ 2 w 401"/>
                <a:gd name="T17" fmla="*/ 2 h 566"/>
                <a:gd name="T18" fmla="*/ 2 w 401"/>
                <a:gd name="T19" fmla="*/ 2 h 566"/>
                <a:gd name="T20" fmla="*/ 2 w 401"/>
                <a:gd name="T21" fmla="*/ 2 h 566"/>
                <a:gd name="T22" fmla="*/ 2 w 401"/>
                <a:gd name="T23" fmla="*/ 3 h 566"/>
                <a:gd name="T24" fmla="*/ 2 w 401"/>
                <a:gd name="T25" fmla="*/ 3 h 566"/>
                <a:gd name="T26" fmla="*/ 2 w 401"/>
                <a:gd name="T27" fmla="*/ 3 h 566"/>
                <a:gd name="T28" fmla="*/ 2 w 401"/>
                <a:gd name="T29" fmla="*/ 4 h 566"/>
                <a:gd name="T30" fmla="*/ 2 w 401"/>
                <a:gd name="T31" fmla="*/ 4 h 566"/>
                <a:gd name="T32" fmla="*/ 2 w 401"/>
                <a:gd name="T33" fmla="*/ 4 h 566"/>
                <a:gd name="T34" fmla="*/ 3 w 401"/>
                <a:gd name="T35" fmla="*/ 5 h 566"/>
                <a:gd name="T36" fmla="*/ 3 w 401"/>
                <a:gd name="T37" fmla="*/ 4 h 566"/>
                <a:gd name="T38" fmla="*/ 3 w 401"/>
                <a:gd name="T39" fmla="*/ 4 h 566"/>
                <a:gd name="T40" fmla="*/ 3 w 401"/>
                <a:gd name="T41" fmla="*/ 4 h 566"/>
                <a:gd name="T42" fmla="*/ 3 w 401"/>
                <a:gd name="T43" fmla="*/ 3 h 566"/>
                <a:gd name="T44" fmla="*/ 3 w 401"/>
                <a:gd name="T45" fmla="*/ 3 h 566"/>
                <a:gd name="T46" fmla="*/ 3 w 401"/>
                <a:gd name="T47" fmla="*/ 3 h 566"/>
                <a:gd name="T48" fmla="*/ 3 w 401"/>
                <a:gd name="T49" fmla="*/ 2 h 566"/>
                <a:gd name="T50" fmla="*/ 3 w 401"/>
                <a:gd name="T51" fmla="*/ 2 h 566"/>
                <a:gd name="T52" fmla="*/ 2 w 401"/>
                <a:gd name="T53" fmla="*/ 2 h 566"/>
                <a:gd name="T54" fmla="*/ 2 w 401"/>
                <a:gd name="T55" fmla="*/ 2 h 566"/>
                <a:gd name="T56" fmla="*/ 2 w 401"/>
                <a:gd name="T57" fmla="*/ 1 h 566"/>
                <a:gd name="T58" fmla="*/ 2 w 401"/>
                <a:gd name="T59" fmla="*/ 1 h 566"/>
                <a:gd name="T60" fmla="*/ 2 w 401"/>
                <a:gd name="T61" fmla="*/ 1 h 566"/>
                <a:gd name="T62" fmla="*/ 1 w 401"/>
                <a:gd name="T63" fmla="*/ 1 h 566"/>
                <a:gd name="T64" fmla="*/ 1 w 401"/>
                <a:gd name="T65" fmla="*/ 0 h 566"/>
                <a:gd name="T66" fmla="*/ 1 w 401"/>
                <a:gd name="T67" fmla="*/ 0 h 566"/>
                <a:gd name="T68" fmla="*/ 1 w 401"/>
                <a:gd name="T69" fmla="*/ 0 h 566"/>
                <a:gd name="T70" fmla="*/ 1 w 401"/>
                <a:gd name="T71" fmla="*/ 0 h 566"/>
                <a:gd name="T72" fmla="*/ 1 w 401"/>
                <a:gd name="T73" fmla="*/ 0 h 566"/>
                <a:gd name="T74" fmla="*/ 0 w 401"/>
                <a:gd name="T75" fmla="*/ 0 h 566"/>
                <a:gd name="T76" fmla="*/ 0 w 401"/>
                <a:gd name="T77" fmla="*/ 0 h 566"/>
                <a:gd name="T78" fmla="*/ 0 w 401"/>
                <a:gd name="T79" fmla="*/ 0 h 566"/>
                <a:gd name="T80" fmla="*/ 0 w 401"/>
                <a:gd name="T81" fmla="*/ 0 h 566"/>
                <a:gd name="T82" fmla="*/ 0 w 401"/>
                <a:gd name="T83" fmla="*/ 0 h 566"/>
                <a:gd name="T84" fmla="*/ 0 w 401"/>
                <a:gd name="T85" fmla="*/ 0 h 566"/>
                <a:gd name="T86" fmla="*/ 0 w 401"/>
                <a:gd name="T87" fmla="*/ 1 h 566"/>
                <a:gd name="T88" fmla="*/ 0 w 401"/>
                <a:gd name="T89" fmla="*/ 1 h 56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401"/>
                <a:gd name="T136" fmla="*/ 0 h 566"/>
                <a:gd name="T137" fmla="*/ 401 w 401"/>
                <a:gd name="T138" fmla="*/ 566 h 566"/>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401" h="566">
                  <a:moveTo>
                    <a:pt x="23" y="88"/>
                  </a:moveTo>
                  <a:lnTo>
                    <a:pt x="23" y="88"/>
                  </a:lnTo>
                  <a:lnTo>
                    <a:pt x="53" y="107"/>
                  </a:lnTo>
                  <a:lnTo>
                    <a:pt x="83" y="125"/>
                  </a:lnTo>
                  <a:lnTo>
                    <a:pt x="108" y="147"/>
                  </a:lnTo>
                  <a:lnTo>
                    <a:pt x="135" y="171"/>
                  </a:lnTo>
                  <a:lnTo>
                    <a:pt x="160" y="196"/>
                  </a:lnTo>
                  <a:lnTo>
                    <a:pt x="182" y="223"/>
                  </a:lnTo>
                  <a:lnTo>
                    <a:pt x="205" y="251"/>
                  </a:lnTo>
                  <a:lnTo>
                    <a:pt x="223" y="281"/>
                  </a:lnTo>
                  <a:lnTo>
                    <a:pt x="240" y="312"/>
                  </a:lnTo>
                  <a:lnTo>
                    <a:pt x="256" y="345"/>
                  </a:lnTo>
                  <a:lnTo>
                    <a:pt x="270" y="379"/>
                  </a:lnTo>
                  <a:lnTo>
                    <a:pt x="282" y="414"/>
                  </a:lnTo>
                  <a:lnTo>
                    <a:pt x="291" y="450"/>
                  </a:lnTo>
                  <a:lnTo>
                    <a:pt x="299" y="488"/>
                  </a:lnTo>
                  <a:lnTo>
                    <a:pt x="304" y="526"/>
                  </a:lnTo>
                  <a:lnTo>
                    <a:pt x="308" y="566"/>
                  </a:lnTo>
                  <a:lnTo>
                    <a:pt x="401" y="562"/>
                  </a:lnTo>
                  <a:lnTo>
                    <a:pt x="398" y="517"/>
                  </a:lnTo>
                  <a:lnTo>
                    <a:pt x="391" y="471"/>
                  </a:lnTo>
                  <a:lnTo>
                    <a:pt x="383" y="429"/>
                  </a:lnTo>
                  <a:lnTo>
                    <a:pt x="371" y="386"/>
                  </a:lnTo>
                  <a:lnTo>
                    <a:pt x="357" y="346"/>
                  </a:lnTo>
                  <a:lnTo>
                    <a:pt x="340" y="307"/>
                  </a:lnTo>
                  <a:lnTo>
                    <a:pt x="324" y="270"/>
                  </a:lnTo>
                  <a:lnTo>
                    <a:pt x="303" y="232"/>
                  </a:lnTo>
                  <a:lnTo>
                    <a:pt x="280" y="197"/>
                  </a:lnTo>
                  <a:lnTo>
                    <a:pt x="255" y="164"/>
                  </a:lnTo>
                  <a:lnTo>
                    <a:pt x="228" y="132"/>
                  </a:lnTo>
                  <a:lnTo>
                    <a:pt x="199" y="103"/>
                  </a:lnTo>
                  <a:lnTo>
                    <a:pt x="169" y="76"/>
                  </a:lnTo>
                  <a:lnTo>
                    <a:pt x="137" y="50"/>
                  </a:lnTo>
                  <a:lnTo>
                    <a:pt x="103" y="27"/>
                  </a:lnTo>
                  <a:lnTo>
                    <a:pt x="67" y="6"/>
                  </a:lnTo>
                  <a:lnTo>
                    <a:pt x="48" y="0"/>
                  </a:lnTo>
                  <a:lnTo>
                    <a:pt x="30" y="2"/>
                  </a:lnTo>
                  <a:lnTo>
                    <a:pt x="16" y="12"/>
                  </a:lnTo>
                  <a:lnTo>
                    <a:pt x="5" y="25"/>
                  </a:lnTo>
                  <a:lnTo>
                    <a:pt x="0" y="41"/>
                  </a:lnTo>
                  <a:lnTo>
                    <a:pt x="0" y="59"/>
                  </a:lnTo>
                  <a:lnTo>
                    <a:pt x="8" y="75"/>
                  </a:lnTo>
                  <a:lnTo>
                    <a:pt x="23"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4409" name="Freeform 39"/>
            <p:cNvSpPr>
              <a:spLocks/>
            </p:cNvSpPr>
            <p:nvPr/>
          </p:nvSpPr>
          <p:spPr bwMode="auto">
            <a:xfrm>
              <a:off x="1346" y="1455"/>
              <a:ext cx="266" cy="160"/>
            </a:xfrm>
            <a:custGeom>
              <a:avLst/>
              <a:gdLst>
                <a:gd name="T0" fmla="*/ 0 w 1330"/>
                <a:gd name="T1" fmla="*/ 1 h 801"/>
                <a:gd name="T2" fmla="*/ 0 w 1330"/>
                <a:gd name="T3" fmla="*/ 1 h 801"/>
                <a:gd name="T4" fmla="*/ 10 w 1330"/>
                <a:gd name="T5" fmla="*/ 6 h 801"/>
                <a:gd name="T6" fmla="*/ 11 w 1330"/>
                <a:gd name="T7" fmla="*/ 6 h 801"/>
                <a:gd name="T8" fmla="*/ 1 w 1330"/>
                <a:gd name="T9" fmla="*/ 0 h 801"/>
                <a:gd name="T10" fmla="*/ 1 w 1330"/>
                <a:gd name="T11" fmla="*/ 0 h 801"/>
                <a:gd name="T12" fmla="*/ 1 w 1330"/>
                <a:gd name="T13" fmla="*/ 0 h 801"/>
                <a:gd name="T14" fmla="*/ 0 w 1330"/>
                <a:gd name="T15" fmla="*/ 0 h 801"/>
                <a:gd name="T16" fmla="*/ 0 w 1330"/>
                <a:gd name="T17" fmla="*/ 0 h 801"/>
                <a:gd name="T18" fmla="*/ 0 w 1330"/>
                <a:gd name="T19" fmla="*/ 0 h 801"/>
                <a:gd name="T20" fmla="*/ 0 w 1330"/>
                <a:gd name="T21" fmla="*/ 0 h 801"/>
                <a:gd name="T22" fmla="*/ 0 w 1330"/>
                <a:gd name="T23" fmla="*/ 0 h 801"/>
                <a:gd name="T24" fmla="*/ 0 w 1330"/>
                <a:gd name="T25" fmla="*/ 0 h 801"/>
                <a:gd name="T26" fmla="*/ 0 w 1330"/>
                <a:gd name="T27" fmla="*/ 1 h 801"/>
                <a:gd name="T28" fmla="*/ 0 w 1330"/>
                <a:gd name="T29" fmla="*/ 1 h 801"/>
                <a:gd name="T30" fmla="*/ 0 w 1330"/>
                <a:gd name="T31" fmla="*/ 1 h 801"/>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30"/>
                <a:gd name="T49" fmla="*/ 0 h 801"/>
                <a:gd name="T50" fmla="*/ 1330 w 1330"/>
                <a:gd name="T51" fmla="*/ 801 h 801"/>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30" h="801">
                  <a:moveTo>
                    <a:pt x="24" y="88"/>
                  </a:moveTo>
                  <a:lnTo>
                    <a:pt x="23" y="88"/>
                  </a:lnTo>
                  <a:lnTo>
                    <a:pt x="1286" y="801"/>
                  </a:lnTo>
                  <a:lnTo>
                    <a:pt x="1330" y="719"/>
                  </a:lnTo>
                  <a:lnTo>
                    <a:pt x="67" y="6"/>
                  </a:lnTo>
                  <a:lnTo>
                    <a:pt x="66" y="6"/>
                  </a:lnTo>
                  <a:lnTo>
                    <a:pt x="67" y="6"/>
                  </a:lnTo>
                  <a:lnTo>
                    <a:pt x="48" y="0"/>
                  </a:lnTo>
                  <a:lnTo>
                    <a:pt x="30" y="2"/>
                  </a:lnTo>
                  <a:lnTo>
                    <a:pt x="16" y="12"/>
                  </a:lnTo>
                  <a:lnTo>
                    <a:pt x="5" y="25"/>
                  </a:lnTo>
                  <a:lnTo>
                    <a:pt x="0" y="41"/>
                  </a:lnTo>
                  <a:lnTo>
                    <a:pt x="0" y="59"/>
                  </a:lnTo>
                  <a:lnTo>
                    <a:pt x="8" y="75"/>
                  </a:lnTo>
                  <a:lnTo>
                    <a:pt x="23" y="88"/>
                  </a:lnTo>
                  <a:lnTo>
                    <a:pt x="24"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4410" name="Freeform 40"/>
            <p:cNvSpPr>
              <a:spLocks/>
            </p:cNvSpPr>
            <p:nvPr/>
          </p:nvSpPr>
          <p:spPr bwMode="auto">
            <a:xfrm>
              <a:off x="1198" y="1439"/>
              <a:ext cx="161" cy="35"/>
            </a:xfrm>
            <a:custGeom>
              <a:avLst/>
              <a:gdLst>
                <a:gd name="T0" fmla="*/ 1 w 806"/>
                <a:gd name="T1" fmla="*/ 1 h 177"/>
                <a:gd name="T2" fmla="*/ 1 w 806"/>
                <a:gd name="T3" fmla="*/ 1 h 177"/>
                <a:gd name="T4" fmla="*/ 1 w 806"/>
                <a:gd name="T5" fmla="*/ 1 h 177"/>
                <a:gd name="T6" fmla="*/ 1 w 806"/>
                <a:gd name="T7" fmla="*/ 1 h 177"/>
                <a:gd name="T8" fmla="*/ 2 w 806"/>
                <a:gd name="T9" fmla="*/ 1 h 177"/>
                <a:gd name="T10" fmla="*/ 2 w 806"/>
                <a:gd name="T11" fmla="*/ 1 h 177"/>
                <a:gd name="T12" fmla="*/ 2 w 806"/>
                <a:gd name="T13" fmla="*/ 1 h 177"/>
                <a:gd name="T14" fmla="*/ 3 w 806"/>
                <a:gd name="T15" fmla="*/ 1 h 177"/>
                <a:gd name="T16" fmla="*/ 3 w 806"/>
                <a:gd name="T17" fmla="*/ 1 h 177"/>
                <a:gd name="T18" fmla="*/ 3 w 806"/>
                <a:gd name="T19" fmla="*/ 1 h 177"/>
                <a:gd name="T20" fmla="*/ 4 w 806"/>
                <a:gd name="T21" fmla="*/ 1 h 177"/>
                <a:gd name="T22" fmla="*/ 4 w 806"/>
                <a:gd name="T23" fmla="*/ 1 h 177"/>
                <a:gd name="T24" fmla="*/ 5 w 806"/>
                <a:gd name="T25" fmla="*/ 1 h 177"/>
                <a:gd name="T26" fmla="*/ 5 w 806"/>
                <a:gd name="T27" fmla="*/ 1 h 177"/>
                <a:gd name="T28" fmla="*/ 5 w 806"/>
                <a:gd name="T29" fmla="*/ 1 h 177"/>
                <a:gd name="T30" fmla="*/ 6 w 806"/>
                <a:gd name="T31" fmla="*/ 1 h 177"/>
                <a:gd name="T32" fmla="*/ 6 w 806"/>
                <a:gd name="T33" fmla="*/ 1 h 177"/>
                <a:gd name="T34" fmla="*/ 6 w 806"/>
                <a:gd name="T35" fmla="*/ 1 h 177"/>
                <a:gd name="T36" fmla="*/ 6 w 806"/>
                <a:gd name="T37" fmla="*/ 1 h 177"/>
                <a:gd name="T38" fmla="*/ 6 w 806"/>
                <a:gd name="T39" fmla="*/ 1 h 177"/>
                <a:gd name="T40" fmla="*/ 6 w 806"/>
                <a:gd name="T41" fmla="*/ 0 h 177"/>
                <a:gd name="T42" fmla="*/ 5 w 806"/>
                <a:gd name="T43" fmla="*/ 0 h 177"/>
                <a:gd name="T44" fmla="*/ 5 w 806"/>
                <a:gd name="T45" fmla="*/ 0 h 177"/>
                <a:gd name="T46" fmla="*/ 5 w 806"/>
                <a:gd name="T47" fmla="*/ 0 h 177"/>
                <a:gd name="T48" fmla="*/ 4 w 806"/>
                <a:gd name="T49" fmla="*/ 0 h 177"/>
                <a:gd name="T50" fmla="*/ 4 w 806"/>
                <a:gd name="T51" fmla="*/ 0 h 177"/>
                <a:gd name="T52" fmla="*/ 3 w 806"/>
                <a:gd name="T53" fmla="*/ 0 h 177"/>
                <a:gd name="T54" fmla="*/ 3 w 806"/>
                <a:gd name="T55" fmla="*/ 0 h 177"/>
                <a:gd name="T56" fmla="*/ 3 w 806"/>
                <a:gd name="T57" fmla="*/ 0 h 177"/>
                <a:gd name="T58" fmla="*/ 2 w 806"/>
                <a:gd name="T59" fmla="*/ 0 h 177"/>
                <a:gd name="T60" fmla="*/ 2 w 806"/>
                <a:gd name="T61" fmla="*/ 0 h 177"/>
                <a:gd name="T62" fmla="*/ 1 w 806"/>
                <a:gd name="T63" fmla="*/ 0 h 177"/>
                <a:gd name="T64" fmla="*/ 1 w 806"/>
                <a:gd name="T65" fmla="*/ 0 h 177"/>
                <a:gd name="T66" fmla="*/ 1 w 806"/>
                <a:gd name="T67" fmla="*/ 1 h 177"/>
                <a:gd name="T68" fmla="*/ 0 w 806"/>
                <a:gd name="T69" fmla="*/ 1 h 177"/>
                <a:gd name="T70" fmla="*/ 0 w 806"/>
                <a:gd name="T71" fmla="*/ 1 h 177"/>
                <a:gd name="T72" fmla="*/ 0 w 806"/>
                <a:gd name="T73" fmla="*/ 1 h 177"/>
                <a:gd name="T74" fmla="*/ 0 w 806"/>
                <a:gd name="T75" fmla="*/ 1 h 177"/>
                <a:gd name="T76" fmla="*/ 0 w 806"/>
                <a:gd name="T77" fmla="*/ 1 h 177"/>
                <a:gd name="T78" fmla="*/ 0 w 806"/>
                <a:gd name="T79" fmla="*/ 1 h 177"/>
                <a:gd name="T80" fmla="*/ 0 w 806"/>
                <a:gd name="T81" fmla="*/ 1 h 177"/>
                <a:gd name="T82" fmla="*/ 0 w 806"/>
                <a:gd name="T83" fmla="*/ 1 h 177"/>
                <a:gd name="T84" fmla="*/ 0 w 806"/>
                <a:gd name="T85" fmla="*/ 1 h 177"/>
                <a:gd name="T86" fmla="*/ 0 w 806"/>
                <a:gd name="T87" fmla="*/ 1 h 177"/>
                <a:gd name="T88" fmla="*/ 1 w 806"/>
                <a:gd name="T89" fmla="*/ 1 h 177"/>
                <a:gd name="T90" fmla="*/ 1 w 806"/>
                <a:gd name="T91" fmla="*/ 1 h 17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806"/>
                <a:gd name="T139" fmla="*/ 0 h 177"/>
                <a:gd name="T140" fmla="*/ 806 w 806"/>
                <a:gd name="T141" fmla="*/ 177 h 17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806" h="177">
                  <a:moveTo>
                    <a:pt x="67" y="171"/>
                  </a:moveTo>
                  <a:lnTo>
                    <a:pt x="68" y="171"/>
                  </a:lnTo>
                  <a:lnTo>
                    <a:pt x="109" y="151"/>
                  </a:lnTo>
                  <a:lnTo>
                    <a:pt x="151" y="135"/>
                  </a:lnTo>
                  <a:lnTo>
                    <a:pt x="196" y="122"/>
                  </a:lnTo>
                  <a:lnTo>
                    <a:pt x="242" y="110"/>
                  </a:lnTo>
                  <a:lnTo>
                    <a:pt x="287" y="102"/>
                  </a:lnTo>
                  <a:lnTo>
                    <a:pt x="335" y="97"/>
                  </a:lnTo>
                  <a:lnTo>
                    <a:pt x="382" y="95"/>
                  </a:lnTo>
                  <a:lnTo>
                    <a:pt x="430" y="94"/>
                  </a:lnTo>
                  <a:lnTo>
                    <a:pt x="477" y="97"/>
                  </a:lnTo>
                  <a:lnTo>
                    <a:pt x="524" y="102"/>
                  </a:lnTo>
                  <a:lnTo>
                    <a:pt x="568" y="108"/>
                  </a:lnTo>
                  <a:lnTo>
                    <a:pt x="612" y="117"/>
                  </a:lnTo>
                  <a:lnTo>
                    <a:pt x="654" y="128"/>
                  </a:lnTo>
                  <a:lnTo>
                    <a:pt x="693" y="141"/>
                  </a:lnTo>
                  <a:lnTo>
                    <a:pt x="730" y="155"/>
                  </a:lnTo>
                  <a:lnTo>
                    <a:pt x="764" y="171"/>
                  </a:lnTo>
                  <a:lnTo>
                    <a:pt x="806" y="89"/>
                  </a:lnTo>
                  <a:lnTo>
                    <a:pt x="768" y="70"/>
                  </a:lnTo>
                  <a:lnTo>
                    <a:pt x="725" y="54"/>
                  </a:lnTo>
                  <a:lnTo>
                    <a:pt x="680" y="39"/>
                  </a:lnTo>
                  <a:lnTo>
                    <a:pt x="633" y="26"/>
                  </a:lnTo>
                  <a:lnTo>
                    <a:pt x="585" y="16"/>
                  </a:lnTo>
                  <a:lnTo>
                    <a:pt x="536" y="8"/>
                  </a:lnTo>
                  <a:lnTo>
                    <a:pt x="484" y="3"/>
                  </a:lnTo>
                  <a:lnTo>
                    <a:pt x="433" y="0"/>
                  </a:lnTo>
                  <a:lnTo>
                    <a:pt x="380" y="1"/>
                  </a:lnTo>
                  <a:lnTo>
                    <a:pt x="328" y="3"/>
                  </a:lnTo>
                  <a:lnTo>
                    <a:pt x="276" y="10"/>
                  </a:lnTo>
                  <a:lnTo>
                    <a:pt x="223" y="19"/>
                  </a:lnTo>
                  <a:lnTo>
                    <a:pt x="172" y="30"/>
                  </a:lnTo>
                  <a:lnTo>
                    <a:pt x="121" y="46"/>
                  </a:lnTo>
                  <a:lnTo>
                    <a:pt x="72" y="67"/>
                  </a:lnTo>
                  <a:lnTo>
                    <a:pt x="24" y="89"/>
                  </a:lnTo>
                  <a:lnTo>
                    <a:pt x="25" y="89"/>
                  </a:lnTo>
                  <a:lnTo>
                    <a:pt x="24" y="89"/>
                  </a:lnTo>
                  <a:lnTo>
                    <a:pt x="8" y="102"/>
                  </a:lnTo>
                  <a:lnTo>
                    <a:pt x="0" y="118"/>
                  </a:lnTo>
                  <a:lnTo>
                    <a:pt x="0" y="136"/>
                  </a:lnTo>
                  <a:lnTo>
                    <a:pt x="6" y="152"/>
                  </a:lnTo>
                  <a:lnTo>
                    <a:pt x="17" y="165"/>
                  </a:lnTo>
                  <a:lnTo>
                    <a:pt x="31" y="175"/>
                  </a:lnTo>
                  <a:lnTo>
                    <a:pt x="48" y="177"/>
                  </a:lnTo>
                  <a:lnTo>
                    <a:pt x="68" y="171"/>
                  </a:lnTo>
                  <a:lnTo>
                    <a:pt x="67" y="1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4411" name="Freeform 41"/>
            <p:cNvSpPr>
              <a:spLocks/>
            </p:cNvSpPr>
            <p:nvPr/>
          </p:nvSpPr>
          <p:spPr bwMode="auto">
            <a:xfrm>
              <a:off x="931" y="1456"/>
              <a:ext cx="280" cy="158"/>
            </a:xfrm>
            <a:custGeom>
              <a:avLst/>
              <a:gdLst>
                <a:gd name="T0" fmla="*/ 1 w 1402"/>
                <a:gd name="T1" fmla="*/ 6 h 787"/>
                <a:gd name="T2" fmla="*/ 1 w 1402"/>
                <a:gd name="T3" fmla="*/ 6 h 787"/>
                <a:gd name="T4" fmla="*/ 11 w 1402"/>
                <a:gd name="T5" fmla="*/ 1 h 787"/>
                <a:gd name="T6" fmla="*/ 11 w 1402"/>
                <a:gd name="T7" fmla="*/ 0 h 787"/>
                <a:gd name="T8" fmla="*/ 0 w 1402"/>
                <a:gd name="T9" fmla="*/ 6 h 787"/>
                <a:gd name="T10" fmla="*/ 0 w 1402"/>
                <a:gd name="T11" fmla="*/ 6 h 787"/>
                <a:gd name="T12" fmla="*/ 0 w 1402"/>
                <a:gd name="T13" fmla="*/ 6 h 787"/>
                <a:gd name="T14" fmla="*/ 0 w 1402"/>
                <a:gd name="T15" fmla="*/ 6 h 787"/>
                <a:gd name="T16" fmla="*/ 0 w 1402"/>
                <a:gd name="T17" fmla="*/ 6 h 787"/>
                <a:gd name="T18" fmla="*/ 0 w 1402"/>
                <a:gd name="T19" fmla="*/ 6 h 787"/>
                <a:gd name="T20" fmla="*/ 0 w 1402"/>
                <a:gd name="T21" fmla="*/ 6 h 787"/>
                <a:gd name="T22" fmla="*/ 0 w 1402"/>
                <a:gd name="T23" fmla="*/ 6 h 787"/>
                <a:gd name="T24" fmla="*/ 0 w 1402"/>
                <a:gd name="T25" fmla="*/ 6 h 787"/>
                <a:gd name="T26" fmla="*/ 0 w 1402"/>
                <a:gd name="T27" fmla="*/ 6 h 787"/>
                <a:gd name="T28" fmla="*/ 1 w 1402"/>
                <a:gd name="T29" fmla="*/ 6 h 787"/>
                <a:gd name="T30" fmla="*/ 1 w 1402"/>
                <a:gd name="T31" fmla="*/ 6 h 78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02"/>
                <a:gd name="T49" fmla="*/ 0 h 787"/>
                <a:gd name="T50" fmla="*/ 1402 w 1402"/>
                <a:gd name="T51" fmla="*/ 787 h 78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02" h="787">
                  <a:moveTo>
                    <a:pt x="69" y="781"/>
                  </a:moveTo>
                  <a:lnTo>
                    <a:pt x="66" y="781"/>
                  </a:lnTo>
                  <a:lnTo>
                    <a:pt x="1402" y="82"/>
                  </a:lnTo>
                  <a:lnTo>
                    <a:pt x="1360" y="0"/>
                  </a:lnTo>
                  <a:lnTo>
                    <a:pt x="24" y="699"/>
                  </a:lnTo>
                  <a:lnTo>
                    <a:pt x="22" y="699"/>
                  </a:lnTo>
                  <a:lnTo>
                    <a:pt x="24" y="699"/>
                  </a:lnTo>
                  <a:lnTo>
                    <a:pt x="8" y="712"/>
                  </a:lnTo>
                  <a:lnTo>
                    <a:pt x="1" y="727"/>
                  </a:lnTo>
                  <a:lnTo>
                    <a:pt x="0" y="744"/>
                  </a:lnTo>
                  <a:lnTo>
                    <a:pt x="5" y="761"/>
                  </a:lnTo>
                  <a:lnTo>
                    <a:pt x="15" y="775"/>
                  </a:lnTo>
                  <a:lnTo>
                    <a:pt x="30" y="784"/>
                  </a:lnTo>
                  <a:lnTo>
                    <a:pt x="46" y="787"/>
                  </a:lnTo>
                  <a:lnTo>
                    <a:pt x="66" y="781"/>
                  </a:lnTo>
                  <a:lnTo>
                    <a:pt x="69" y="7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4412" name="Freeform 42"/>
            <p:cNvSpPr>
              <a:spLocks/>
            </p:cNvSpPr>
            <p:nvPr/>
          </p:nvSpPr>
          <p:spPr bwMode="auto">
            <a:xfrm>
              <a:off x="868" y="1596"/>
              <a:ext cx="77" cy="126"/>
            </a:xfrm>
            <a:custGeom>
              <a:avLst/>
              <a:gdLst>
                <a:gd name="T0" fmla="*/ 1 w 382"/>
                <a:gd name="T1" fmla="*/ 5 h 628"/>
                <a:gd name="T2" fmla="*/ 1 w 382"/>
                <a:gd name="T3" fmla="*/ 5 h 628"/>
                <a:gd name="T4" fmla="*/ 1 w 382"/>
                <a:gd name="T5" fmla="*/ 4 h 628"/>
                <a:gd name="T6" fmla="*/ 1 w 382"/>
                <a:gd name="T7" fmla="*/ 4 h 628"/>
                <a:gd name="T8" fmla="*/ 1 w 382"/>
                <a:gd name="T9" fmla="*/ 4 h 628"/>
                <a:gd name="T10" fmla="*/ 1 w 382"/>
                <a:gd name="T11" fmla="*/ 3 h 628"/>
                <a:gd name="T12" fmla="*/ 1 w 382"/>
                <a:gd name="T13" fmla="*/ 3 h 628"/>
                <a:gd name="T14" fmla="*/ 1 w 382"/>
                <a:gd name="T15" fmla="*/ 3 h 628"/>
                <a:gd name="T16" fmla="*/ 1 w 382"/>
                <a:gd name="T17" fmla="*/ 3 h 628"/>
                <a:gd name="T18" fmla="*/ 1 w 382"/>
                <a:gd name="T19" fmla="*/ 2 h 628"/>
                <a:gd name="T20" fmla="*/ 2 w 382"/>
                <a:gd name="T21" fmla="*/ 2 h 628"/>
                <a:gd name="T22" fmla="*/ 2 w 382"/>
                <a:gd name="T23" fmla="*/ 2 h 628"/>
                <a:gd name="T24" fmla="*/ 2 w 382"/>
                <a:gd name="T25" fmla="*/ 2 h 628"/>
                <a:gd name="T26" fmla="*/ 2 w 382"/>
                <a:gd name="T27" fmla="*/ 1 h 628"/>
                <a:gd name="T28" fmla="*/ 2 w 382"/>
                <a:gd name="T29" fmla="*/ 1 h 628"/>
                <a:gd name="T30" fmla="*/ 3 w 382"/>
                <a:gd name="T31" fmla="*/ 1 h 628"/>
                <a:gd name="T32" fmla="*/ 3 w 382"/>
                <a:gd name="T33" fmla="*/ 1 h 628"/>
                <a:gd name="T34" fmla="*/ 3 w 382"/>
                <a:gd name="T35" fmla="*/ 1 h 628"/>
                <a:gd name="T36" fmla="*/ 3 w 382"/>
                <a:gd name="T37" fmla="*/ 0 h 628"/>
                <a:gd name="T38" fmla="*/ 2 w 382"/>
                <a:gd name="T39" fmla="*/ 0 h 628"/>
                <a:gd name="T40" fmla="*/ 2 w 382"/>
                <a:gd name="T41" fmla="*/ 0 h 628"/>
                <a:gd name="T42" fmla="*/ 2 w 382"/>
                <a:gd name="T43" fmla="*/ 1 h 628"/>
                <a:gd name="T44" fmla="*/ 2 w 382"/>
                <a:gd name="T45" fmla="*/ 1 h 628"/>
                <a:gd name="T46" fmla="*/ 1 w 382"/>
                <a:gd name="T47" fmla="*/ 1 h 628"/>
                <a:gd name="T48" fmla="*/ 1 w 382"/>
                <a:gd name="T49" fmla="*/ 1 h 628"/>
                <a:gd name="T50" fmla="*/ 1 w 382"/>
                <a:gd name="T51" fmla="*/ 2 h 628"/>
                <a:gd name="T52" fmla="*/ 1 w 382"/>
                <a:gd name="T53" fmla="*/ 2 h 628"/>
                <a:gd name="T54" fmla="*/ 1 w 382"/>
                <a:gd name="T55" fmla="*/ 2 h 628"/>
                <a:gd name="T56" fmla="*/ 0 w 382"/>
                <a:gd name="T57" fmla="*/ 3 h 628"/>
                <a:gd name="T58" fmla="*/ 0 w 382"/>
                <a:gd name="T59" fmla="*/ 3 h 628"/>
                <a:gd name="T60" fmla="*/ 0 w 382"/>
                <a:gd name="T61" fmla="*/ 3 h 628"/>
                <a:gd name="T62" fmla="*/ 0 w 382"/>
                <a:gd name="T63" fmla="*/ 4 h 628"/>
                <a:gd name="T64" fmla="*/ 0 w 382"/>
                <a:gd name="T65" fmla="*/ 4 h 628"/>
                <a:gd name="T66" fmla="*/ 0 w 382"/>
                <a:gd name="T67" fmla="*/ 4 h 628"/>
                <a:gd name="T68" fmla="*/ 0 w 382"/>
                <a:gd name="T69" fmla="*/ 5 h 628"/>
                <a:gd name="T70" fmla="*/ 0 w 382"/>
                <a:gd name="T71" fmla="*/ 5 h 628"/>
                <a:gd name="T72" fmla="*/ 0 w 382"/>
                <a:gd name="T73" fmla="*/ 5 h 628"/>
                <a:gd name="T74" fmla="*/ 0 w 382"/>
                <a:gd name="T75" fmla="*/ 5 h 628"/>
                <a:gd name="T76" fmla="*/ 0 w 382"/>
                <a:gd name="T77" fmla="*/ 5 h 628"/>
                <a:gd name="T78" fmla="*/ 0 w 382"/>
                <a:gd name="T79" fmla="*/ 5 h 628"/>
                <a:gd name="T80" fmla="*/ 0 w 382"/>
                <a:gd name="T81" fmla="*/ 5 h 628"/>
                <a:gd name="T82" fmla="*/ 1 w 382"/>
                <a:gd name="T83" fmla="*/ 5 h 628"/>
                <a:gd name="T84" fmla="*/ 1 w 382"/>
                <a:gd name="T85" fmla="*/ 5 h 628"/>
                <a:gd name="T86" fmla="*/ 1 w 382"/>
                <a:gd name="T87" fmla="*/ 5 h 628"/>
                <a:gd name="T88" fmla="*/ 1 w 382"/>
                <a:gd name="T89" fmla="*/ 5 h 628"/>
                <a:gd name="T90" fmla="*/ 1 w 382"/>
                <a:gd name="T91" fmla="*/ 5 h 628"/>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382"/>
                <a:gd name="T139" fmla="*/ 0 h 628"/>
                <a:gd name="T140" fmla="*/ 382 w 382"/>
                <a:gd name="T141" fmla="*/ 628 h 628"/>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382" h="628">
                  <a:moveTo>
                    <a:pt x="94" y="581"/>
                  </a:moveTo>
                  <a:lnTo>
                    <a:pt x="94" y="582"/>
                  </a:lnTo>
                  <a:lnTo>
                    <a:pt x="96" y="541"/>
                  </a:lnTo>
                  <a:lnTo>
                    <a:pt x="99" y="500"/>
                  </a:lnTo>
                  <a:lnTo>
                    <a:pt x="106" y="463"/>
                  </a:lnTo>
                  <a:lnTo>
                    <a:pt x="115" y="424"/>
                  </a:lnTo>
                  <a:lnTo>
                    <a:pt x="127" y="389"/>
                  </a:lnTo>
                  <a:lnTo>
                    <a:pt x="140" y="353"/>
                  </a:lnTo>
                  <a:lnTo>
                    <a:pt x="156" y="320"/>
                  </a:lnTo>
                  <a:lnTo>
                    <a:pt x="173" y="287"/>
                  </a:lnTo>
                  <a:lnTo>
                    <a:pt x="193" y="255"/>
                  </a:lnTo>
                  <a:lnTo>
                    <a:pt x="214" y="226"/>
                  </a:lnTo>
                  <a:lnTo>
                    <a:pt x="238" y="198"/>
                  </a:lnTo>
                  <a:lnTo>
                    <a:pt x="263" y="172"/>
                  </a:lnTo>
                  <a:lnTo>
                    <a:pt x="290" y="146"/>
                  </a:lnTo>
                  <a:lnTo>
                    <a:pt x="318" y="122"/>
                  </a:lnTo>
                  <a:lnTo>
                    <a:pt x="349" y="101"/>
                  </a:lnTo>
                  <a:lnTo>
                    <a:pt x="382" y="82"/>
                  </a:lnTo>
                  <a:lnTo>
                    <a:pt x="335" y="0"/>
                  </a:lnTo>
                  <a:lnTo>
                    <a:pt x="297" y="23"/>
                  </a:lnTo>
                  <a:lnTo>
                    <a:pt x="262" y="49"/>
                  </a:lnTo>
                  <a:lnTo>
                    <a:pt x="229" y="76"/>
                  </a:lnTo>
                  <a:lnTo>
                    <a:pt x="198" y="104"/>
                  </a:lnTo>
                  <a:lnTo>
                    <a:pt x="167" y="137"/>
                  </a:lnTo>
                  <a:lnTo>
                    <a:pt x="142" y="170"/>
                  </a:lnTo>
                  <a:lnTo>
                    <a:pt x="116" y="204"/>
                  </a:lnTo>
                  <a:lnTo>
                    <a:pt x="94" y="240"/>
                  </a:lnTo>
                  <a:lnTo>
                    <a:pt x="74" y="278"/>
                  </a:lnTo>
                  <a:lnTo>
                    <a:pt x="54" y="317"/>
                  </a:lnTo>
                  <a:lnTo>
                    <a:pt x="38" y="359"/>
                  </a:lnTo>
                  <a:lnTo>
                    <a:pt x="26" y="401"/>
                  </a:lnTo>
                  <a:lnTo>
                    <a:pt x="15" y="444"/>
                  </a:lnTo>
                  <a:lnTo>
                    <a:pt x="8" y="489"/>
                  </a:lnTo>
                  <a:lnTo>
                    <a:pt x="2" y="534"/>
                  </a:lnTo>
                  <a:lnTo>
                    <a:pt x="0" y="580"/>
                  </a:lnTo>
                  <a:lnTo>
                    <a:pt x="0" y="581"/>
                  </a:lnTo>
                  <a:lnTo>
                    <a:pt x="0" y="580"/>
                  </a:lnTo>
                  <a:lnTo>
                    <a:pt x="3" y="600"/>
                  </a:lnTo>
                  <a:lnTo>
                    <a:pt x="14" y="615"/>
                  </a:lnTo>
                  <a:lnTo>
                    <a:pt x="29" y="625"/>
                  </a:lnTo>
                  <a:lnTo>
                    <a:pt x="45" y="628"/>
                  </a:lnTo>
                  <a:lnTo>
                    <a:pt x="63" y="626"/>
                  </a:lnTo>
                  <a:lnTo>
                    <a:pt x="78" y="616"/>
                  </a:lnTo>
                  <a:lnTo>
                    <a:pt x="89" y="602"/>
                  </a:lnTo>
                  <a:lnTo>
                    <a:pt x="94" y="582"/>
                  </a:lnTo>
                  <a:lnTo>
                    <a:pt x="94" y="5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4413" name="Freeform 43"/>
            <p:cNvSpPr>
              <a:spLocks/>
            </p:cNvSpPr>
            <p:nvPr/>
          </p:nvSpPr>
          <p:spPr bwMode="auto">
            <a:xfrm>
              <a:off x="868" y="1712"/>
              <a:ext cx="19" cy="364"/>
            </a:xfrm>
            <a:custGeom>
              <a:avLst/>
              <a:gdLst>
                <a:gd name="T0" fmla="*/ 1 w 94"/>
                <a:gd name="T1" fmla="*/ 14 h 1818"/>
                <a:gd name="T2" fmla="*/ 1 w 94"/>
                <a:gd name="T3" fmla="*/ 14 h 1818"/>
                <a:gd name="T4" fmla="*/ 1 w 94"/>
                <a:gd name="T5" fmla="*/ 0 h 1818"/>
                <a:gd name="T6" fmla="*/ 0 w 94"/>
                <a:gd name="T7" fmla="*/ 0 h 1818"/>
                <a:gd name="T8" fmla="*/ 0 w 94"/>
                <a:gd name="T9" fmla="*/ 14 h 1818"/>
                <a:gd name="T10" fmla="*/ 0 w 94"/>
                <a:gd name="T11" fmla="*/ 14 h 1818"/>
                <a:gd name="T12" fmla="*/ 0 w 94"/>
                <a:gd name="T13" fmla="*/ 14 h 1818"/>
                <a:gd name="T14" fmla="*/ 0 w 94"/>
                <a:gd name="T15" fmla="*/ 14 h 1818"/>
                <a:gd name="T16" fmla="*/ 0 w 94"/>
                <a:gd name="T17" fmla="*/ 14 h 1818"/>
                <a:gd name="T18" fmla="*/ 0 w 94"/>
                <a:gd name="T19" fmla="*/ 15 h 1818"/>
                <a:gd name="T20" fmla="*/ 0 w 94"/>
                <a:gd name="T21" fmla="*/ 15 h 1818"/>
                <a:gd name="T22" fmla="*/ 1 w 94"/>
                <a:gd name="T23" fmla="*/ 15 h 1818"/>
                <a:gd name="T24" fmla="*/ 1 w 94"/>
                <a:gd name="T25" fmla="*/ 14 h 1818"/>
                <a:gd name="T26" fmla="*/ 1 w 94"/>
                <a:gd name="T27" fmla="*/ 14 h 1818"/>
                <a:gd name="T28" fmla="*/ 1 w 94"/>
                <a:gd name="T29" fmla="*/ 14 h 1818"/>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94"/>
                <a:gd name="T46" fmla="*/ 0 h 1818"/>
                <a:gd name="T47" fmla="*/ 94 w 94"/>
                <a:gd name="T48" fmla="*/ 1818 h 1818"/>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94" h="1818">
                  <a:moveTo>
                    <a:pt x="94" y="1771"/>
                  </a:moveTo>
                  <a:lnTo>
                    <a:pt x="94" y="1771"/>
                  </a:lnTo>
                  <a:lnTo>
                    <a:pt x="94" y="0"/>
                  </a:lnTo>
                  <a:lnTo>
                    <a:pt x="0" y="0"/>
                  </a:lnTo>
                  <a:lnTo>
                    <a:pt x="0" y="1771"/>
                  </a:lnTo>
                  <a:lnTo>
                    <a:pt x="3" y="1791"/>
                  </a:lnTo>
                  <a:lnTo>
                    <a:pt x="15" y="1806"/>
                  </a:lnTo>
                  <a:lnTo>
                    <a:pt x="29" y="1814"/>
                  </a:lnTo>
                  <a:lnTo>
                    <a:pt x="47" y="1818"/>
                  </a:lnTo>
                  <a:lnTo>
                    <a:pt x="64" y="1814"/>
                  </a:lnTo>
                  <a:lnTo>
                    <a:pt x="79" y="1806"/>
                  </a:lnTo>
                  <a:lnTo>
                    <a:pt x="90" y="1791"/>
                  </a:lnTo>
                  <a:lnTo>
                    <a:pt x="94" y="17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4414" name="Freeform 44"/>
            <p:cNvSpPr>
              <a:spLocks/>
            </p:cNvSpPr>
            <p:nvPr/>
          </p:nvSpPr>
          <p:spPr bwMode="auto">
            <a:xfrm>
              <a:off x="868" y="2067"/>
              <a:ext cx="90" cy="160"/>
            </a:xfrm>
            <a:custGeom>
              <a:avLst/>
              <a:gdLst>
                <a:gd name="T0" fmla="*/ 3 w 449"/>
                <a:gd name="T1" fmla="*/ 6 h 803"/>
                <a:gd name="T2" fmla="*/ 3 w 449"/>
                <a:gd name="T3" fmla="*/ 6 h 803"/>
                <a:gd name="T4" fmla="*/ 3 w 449"/>
                <a:gd name="T5" fmla="*/ 5 h 803"/>
                <a:gd name="T6" fmla="*/ 3 w 449"/>
                <a:gd name="T7" fmla="*/ 5 h 803"/>
                <a:gd name="T8" fmla="*/ 3 w 449"/>
                <a:gd name="T9" fmla="*/ 5 h 803"/>
                <a:gd name="T10" fmla="*/ 2 w 449"/>
                <a:gd name="T11" fmla="*/ 5 h 803"/>
                <a:gd name="T12" fmla="*/ 2 w 449"/>
                <a:gd name="T13" fmla="*/ 4 h 803"/>
                <a:gd name="T14" fmla="*/ 2 w 449"/>
                <a:gd name="T15" fmla="*/ 4 h 803"/>
                <a:gd name="T16" fmla="*/ 2 w 449"/>
                <a:gd name="T17" fmla="*/ 4 h 803"/>
                <a:gd name="T18" fmla="*/ 2 w 449"/>
                <a:gd name="T19" fmla="*/ 3 h 803"/>
                <a:gd name="T20" fmla="*/ 1 w 449"/>
                <a:gd name="T21" fmla="*/ 3 h 803"/>
                <a:gd name="T22" fmla="*/ 1 w 449"/>
                <a:gd name="T23" fmla="*/ 2 h 803"/>
                <a:gd name="T24" fmla="*/ 1 w 449"/>
                <a:gd name="T25" fmla="*/ 2 h 803"/>
                <a:gd name="T26" fmla="*/ 1 w 449"/>
                <a:gd name="T27" fmla="*/ 2 h 803"/>
                <a:gd name="T28" fmla="*/ 1 w 449"/>
                <a:gd name="T29" fmla="*/ 1 h 803"/>
                <a:gd name="T30" fmla="*/ 1 w 449"/>
                <a:gd name="T31" fmla="*/ 1 h 803"/>
                <a:gd name="T32" fmla="*/ 1 w 449"/>
                <a:gd name="T33" fmla="*/ 0 h 803"/>
                <a:gd name="T34" fmla="*/ 1 w 449"/>
                <a:gd name="T35" fmla="*/ 0 h 803"/>
                <a:gd name="T36" fmla="*/ 0 w 449"/>
                <a:gd name="T37" fmla="*/ 0 h 803"/>
                <a:gd name="T38" fmla="*/ 0 w 449"/>
                <a:gd name="T39" fmla="*/ 0 h 803"/>
                <a:gd name="T40" fmla="*/ 0 w 449"/>
                <a:gd name="T41" fmla="*/ 1 h 803"/>
                <a:gd name="T42" fmla="*/ 0 w 449"/>
                <a:gd name="T43" fmla="*/ 1 h 803"/>
                <a:gd name="T44" fmla="*/ 0 w 449"/>
                <a:gd name="T45" fmla="*/ 2 h 803"/>
                <a:gd name="T46" fmla="*/ 0 w 449"/>
                <a:gd name="T47" fmla="*/ 2 h 803"/>
                <a:gd name="T48" fmla="*/ 0 w 449"/>
                <a:gd name="T49" fmla="*/ 3 h 803"/>
                <a:gd name="T50" fmla="*/ 1 w 449"/>
                <a:gd name="T51" fmla="*/ 3 h 803"/>
                <a:gd name="T52" fmla="*/ 1 w 449"/>
                <a:gd name="T53" fmla="*/ 4 h 803"/>
                <a:gd name="T54" fmla="*/ 1 w 449"/>
                <a:gd name="T55" fmla="*/ 4 h 803"/>
                <a:gd name="T56" fmla="*/ 1 w 449"/>
                <a:gd name="T57" fmla="*/ 4 h 803"/>
                <a:gd name="T58" fmla="*/ 2 w 449"/>
                <a:gd name="T59" fmla="*/ 5 h 803"/>
                <a:gd name="T60" fmla="*/ 2 w 449"/>
                <a:gd name="T61" fmla="*/ 5 h 803"/>
                <a:gd name="T62" fmla="*/ 2 w 449"/>
                <a:gd name="T63" fmla="*/ 5 h 803"/>
                <a:gd name="T64" fmla="*/ 2 w 449"/>
                <a:gd name="T65" fmla="*/ 6 h 803"/>
                <a:gd name="T66" fmla="*/ 3 w 449"/>
                <a:gd name="T67" fmla="*/ 6 h 803"/>
                <a:gd name="T68" fmla="*/ 3 w 449"/>
                <a:gd name="T69" fmla="*/ 6 h 803"/>
                <a:gd name="T70" fmla="*/ 3 w 449"/>
                <a:gd name="T71" fmla="*/ 6 h 803"/>
                <a:gd name="T72" fmla="*/ 3 w 449"/>
                <a:gd name="T73" fmla="*/ 6 h 803"/>
                <a:gd name="T74" fmla="*/ 3 w 449"/>
                <a:gd name="T75" fmla="*/ 6 h 803"/>
                <a:gd name="T76" fmla="*/ 3 w 449"/>
                <a:gd name="T77" fmla="*/ 6 h 803"/>
                <a:gd name="T78" fmla="*/ 3 w 449"/>
                <a:gd name="T79" fmla="*/ 6 h 803"/>
                <a:gd name="T80" fmla="*/ 4 w 449"/>
                <a:gd name="T81" fmla="*/ 6 h 803"/>
                <a:gd name="T82" fmla="*/ 4 w 449"/>
                <a:gd name="T83" fmla="*/ 6 h 803"/>
                <a:gd name="T84" fmla="*/ 4 w 449"/>
                <a:gd name="T85" fmla="*/ 6 h 803"/>
                <a:gd name="T86" fmla="*/ 4 w 449"/>
                <a:gd name="T87" fmla="*/ 6 h 803"/>
                <a:gd name="T88" fmla="*/ 3 w 449"/>
                <a:gd name="T89" fmla="*/ 6 h 803"/>
                <a:gd name="T90" fmla="*/ 3 w 449"/>
                <a:gd name="T91" fmla="*/ 6 h 80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449"/>
                <a:gd name="T139" fmla="*/ 0 h 803"/>
                <a:gd name="T140" fmla="*/ 449 w 449"/>
                <a:gd name="T141" fmla="*/ 803 h 80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449" h="803">
                  <a:moveTo>
                    <a:pt x="426" y="717"/>
                  </a:moveTo>
                  <a:lnTo>
                    <a:pt x="427" y="717"/>
                  </a:lnTo>
                  <a:lnTo>
                    <a:pt x="395" y="693"/>
                  </a:lnTo>
                  <a:lnTo>
                    <a:pt x="361" y="662"/>
                  </a:lnTo>
                  <a:lnTo>
                    <a:pt x="329" y="628"/>
                  </a:lnTo>
                  <a:lnTo>
                    <a:pt x="299" y="591"/>
                  </a:lnTo>
                  <a:lnTo>
                    <a:pt x="269" y="551"/>
                  </a:lnTo>
                  <a:lnTo>
                    <a:pt x="241" y="507"/>
                  </a:lnTo>
                  <a:lnTo>
                    <a:pt x="215" y="460"/>
                  </a:lnTo>
                  <a:lnTo>
                    <a:pt x="191" y="412"/>
                  </a:lnTo>
                  <a:lnTo>
                    <a:pt x="170" y="363"/>
                  </a:lnTo>
                  <a:lnTo>
                    <a:pt x="151" y="312"/>
                  </a:lnTo>
                  <a:lnTo>
                    <a:pt x="133" y="259"/>
                  </a:lnTo>
                  <a:lnTo>
                    <a:pt x="119" y="207"/>
                  </a:lnTo>
                  <a:lnTo>
                    <a:pt x="108" y="156"/>
                  </a:lnTo>
                  <a:lnTo>
                    <a:pt x="101" y="103"/>
                  </a:lnTo>
                  <a:lnTo>
                    <a:pt x="96" y="51"/>
                  </a:lnTo>
                  <a:lnTo>
                    <a:pt x="94" y="0"/>
                  </a:lnTo>
                  <a:lnTo>
                    <a:pt x="0" y="0"/>
                  </a:lnTo>
                  <a:lnTo>
                    <a:pt x="2" y="56"/>
                  </a:lnTo>
                  <a:lnTo>
                    <a:pt x="7" y="115"/>
                  </a:lnTo>
                  <a:lnTo>
                    <a:pt x="16" y="172"/>
                  </a:lnTo>
                  <a:lnTo>
                    <a:pt x="28" y="231"/>
                  </a:lnTo>
                  <a:lnTo>
                    <a:pt x="44" y="287"/>
                  </a:lnTo>
                  <a:lnTo>
                    <a:pt x="62" y="342"/>
                  </a:lnTo>
                  <a:lnTo>
                    <a:pt x="83" y="398"/>
                  </a:lnTo>
                  <a:lnTo>
                    <a:pt x="106" y="452"/>
                  </a:lnTo>
                  <a:lnTo>
                    <a:pt x="133" y="505"/>
                  </a:lnTo>
                  <a:lnTo>
                    <a:pt x="161" y="554"/>
                  </a:lnTo>
                  <a:lnTo>
                    <a:pt x="192" y="602"/>
                  </a:lnTo>
                  <a:lnTo>
                    <a:pt x="224" y="647"/>
                  </a:lnTo>
                  <a:lnTo>
                    <a:pt x="259" y="689"/>
                  </a:lnTo>
                  <a:lnTo>
                    <a:pt x="295" y="728"/>
                  </a:lnTo>
                  <a:lnTo>
                    <a:pt x="334" y="763"/>
                  </a:lnTo>
                  <a:lnTo>
                    <a:pt x="374" y="795"/>
                  </a:lnTo>
                  <a:lnTo>
                    <a:pt x="375" y="795"/>
                  </a:lnTo>
                  <a:lnTo>
                    <a:pt x="374" y="795"/>
                  </a:lnTo>
                  <a:lnTo>
                    <a:pt x="392" y="803"/>
                  </a:lnTo>
                  <a:lnTo>
                    <a:pt x="411" y="803"/>
                  </a:lnTo>
                  <a:lnTo>
                    <a:pt x="426" y="795"/>
                  </a:lnTo>
                  <a:lnTo>
                    <a:pt x="439" y="782"/>
                  </a:lnTo>
                  <a:lnTo>
                    <a:pt x="446" y="766"/>
                  </a:lnTo>
                  <a:lnTo>
                    <a:pt x="449" y="749"/>
                  </a:lnTo>
                  <a:lnTo>
                    <a:pt x="441" y="732"/>
                  </a:lnTo>
                  <a:lnTo>
                    <a:pt x="427" y="717"/>
                  </a:lnTo>
                  <a:lnTo>
                    <a:pt x="426" y="71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4415" name="Freeform 45"/>
            <p:cNvSpPr>
              <a:spLocks/>
            </p:cNvSpPr>
            <p:nvPr/>
          </p:nvSpPr>
          <p:spPr bwMode="auto">
            <a:xfrm>
              <a:off x="883" y="1673"/>
              <a:ext cx="379" cy="690"/>
            </a:xfrm>
            <a:custGeom>
              <a:avLst/>
              <a:gdLst>
                <a:gd name="T0" fmla="*/ 12 w 1897"/>
                <a:gd name="T1" fmla="*/ 6 h 3450"/>
                <a:gd name="T2" fmla="*/ 13 w 1897"/>
                <a:gd name="T3" fmla="*/ 7 h 3450"/>
                <a:gd name="T4" fmla="*/ 13 w 1897"/>
                <a:gd name="T5" fmla="*/ 7 h 3450"/>
                <a:gd name="T6" fmla="*/ 14 w 1897"/>
                <a:gd name="T7" fmla="*/ 8 h 3450"/>
                <a:gd name="T8" fmla="*/ 14 w 1897"/>
                <a:gd name="T9" fmla="*/ 9 h 3450"/>
                <a:gd name="T10" fmla="*/ 15 w 1897"/>
                <a:gd name="T11" fmla="*/ 10 h 3450"/>
                <a:gd name="T12" fmla="*/ 15 w 1897"/>
                <a:gd name="T13" fmla="*/ 11 h 3450"/>
                <a:gd name="T14" fmla="*/ 15 w 1897"/>
                <a:gd name="T15" fmla="*/ 11 h 3450"/>
                <a:gd name="T16" fmla="*/ 15 w 1897"/>
                <a:gd name="T17" fmla="*/ 12 h 3450"/>
                <a:gd name="T18" fmla="*/ 15 w 1897"/>
                <a:gd name="T19" fmla="*/ 26 h 3450"/>
                <a:gd name="T20" fmla="*/ 15 w 1897"/>
                <a:gd name="T21" fmla="*/ 26 h 3450"/>
                <a:gd name="T22" fmla="*/ 15 w 1897"/>
                <a:gd name="T23" fmla="*/ 27 h 3450"/>
                <a:gd name="T24" fmla="*/ 15 w 1897"/>
                <a:gd name="T25" fmla="*/ 27 h 3450"/>
                <a:gd name="T26" fmla="*/ 14 w 1897"/>
                <a:gd name="T27" fmla="*/ 27 h 3450"/>
                <a:gd name="T28" fmla="*/ 14 w 1897"/>
                <a:gd name="T29" fmla="*/ 28 h 3450"/>
                <a:gd name="T30" fmla="*/ 13 w 1897"/>
                <a:gd name="T31" fmla="*/ 28 h 3450"/>
                <a:gd name="T32" fmla="*/ 13 w 1897"/>
                <a:gd name="T33" fmla="*/ 27 h 3450"/>
                <a:gd name="T34" fmla="*/ 3 w 1897"/>
                <a:gd name="T35" fmla="*/ 21 h 3450"/>
                <a:gd name="T36" fmla="*/ 2 w 1897"/>
                <a:gd name="T37" fmla="*/ 21 h 3450"/>
                <a:gd name="T38" fmla="*/ 2 w 1897"/>
                <a:gd name="T39" fmla="*/ 20 h 3450"/>
                <a:gd name="T40" fmla="*/ 1 w 1897"/>
                <a:gd name="T41" fmla="*/ 19 h 3450"/>
                <a:gd name="T42" fmla="*/ 1 w 1897"/>
                <a:gd name="T43" fmla="*/ 19 h 3450"/>
                <a:gd name="T44" fmla="*/ 0 w 1897"/>
                <a:gd name="T45" fmla="*/ 18 h 3450"/>
                <a:gd name="T46" fmla="*/ 0 w 1897"/>
                <a:gd name="T47" fmla="*/ 17 h 3450"/>
                <a:gd name="T48" fmla="*/ 0 w 1897"/>
                <a:gd name="T49" fmla="*/ 16 h 3450"/>
                <a:gd name="T50" fmla="*/ 0 w 1897"/>
                <a:gd name="T51" fmla="*/ 15 h 3450"/>
                <a:gd name="T52" fmla="*/ 0 w 1897"/>
                <a:gd name="T53" fmla="*/ 2 h 3450"/>
                <a:gd name="T54" fmla="*/ 0 w 1897"/>
                <a:gd name="T55" fmla="*/ 1 h 3450"/>
                <a:gd name="T56" fmla="*/ 0 w 1897"/>
                <a:gd name="T57" fmla="*/ 1 h 3450"/>
                <a:gd name="T58" fmla="*/ 1 w 1897"/>
                <a:gd name="T59" fmla="*/ 0 h 3450"/>
                <a:gd name="T60" fmla="*/ 1 w 1897"/>
                <a:gd name="T61" fmla="*/ 0 h 3450"/>
                <a:gd name="T62" fmla="*/ 1 w 1897"/>
                <a:gd name="T63" fmla="*/ 0 h 3450"/>
                <a:gd name="T64" fmla="*/ 2 w 1897"/>
                <a:gd name="T65" fmla="*/ 0 h 3450"/>
                <a:gd name="T66" fmla="*/ 3 w 1897"/>
                <a:gd name="T67" fmla="*/ 0 h 3450"/>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897"/>
                <a:gd name="T103" fmla="*/ 0 h 3450"/>
                <a:gd name="T104" fmla="*/ 1897 w 1897"/>
                <a:gd name="T105" fmla="*/ 3450 h 3450"/>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897" h="3450">
                  <a:moveTo>
                    <a:pt x="357" y="49"/>
                  </a:moveTo>
                  <a:lnTo>
                    <a:pt x="1542" y="806"/>
                  </a:lnTo>
                  <a:lnTo>
                    <a:pt x="1579" y="832"/>
                  </a:lnTo>
                  <a:lnTo>
                    <a:pt x="1614" y="861"/>
                  </a:lnTo>
                  <a:lnTo>
                    <a:pt x="1648" y="895"/>
                  </a:lnTo>
                  <a:lnTo>
                    <a:pt x="1681" y="933"/>
                  </a:lnTo>
                  <a:lnTo>
                    <a:pt x="1711" y="973"/>
                  </a:lnTo>
                  <a:lnTo>
                    <a:pt x="1740" y="1016"/>
                  </a:lnTo>
                  <a:lnTo>
                    <a:pt x="1768" y="1062"/>
                  </a:lnTo>
                  <a:lnTo>
                    <a:pt x="1793" y="1109"/>
                  </a:lnTo>
                  <a:lnTo>
                    <a:pt x="1816" y="1158"/>
                  </a:lnTo>
                  <a:lnTo>
                    <a:pt x="1836" y="1208"/>
                  </a:lnTo>
                  <a:lnTo>
                    <a:pt x="1854" y="1260"/>
                  </a:lnTo>
                  <a:lnTo>
                    <a:pt x="1869" y="1313"/>
                  </a:lnTo>
                  <a:lnTo>
                    <a:pt x="1881" y="1364"/>
                  </a:lnTo>
                  <a:lnTo>
                    <a:pt x="1890" y="1417"/>
                  </a:lnTo>
                  <a:lnTo>
                    <a:pt x="1895" y="1469"/>
                  </a:lnTo>
                  <a:lnTo>
                    <a:pt x="1897" y="1519"/>
                  </a:lnTo>
                  <a:lnTo>
                    <a:pt x="1897" y="3142"/>
                  </a:lnTo>
                  <a:lnTo>
                    <a:pt x="1895" y="3190"/>
                  </a:lnTo>
                  <a:lnTo>
                    <a:pt x="1890" y="3235"/>
                  </a:lnTo>
                  <a:lnTo>
                    <a:pt x="1881" y="3276"/>
                  </a:lnTo>
                  <a:lnTo>
                    <a:pt x="1869" y="3313"/>
                  </a:lnTo>
                  <a:lnTo>
                    <a:pt x="1854" y="3346"/>
                  </a:lnTo>
                  <a:lnTo>
                    <a:pt x="1836" y="3375"/>
                  </a:lnTo>
                  <a:lnTo>
                    <a:pt x="1816" y="3398"/>
                  </a:lnTo>
                  <a:lnTo>
                    <a:pt x="1793" y="3418"/>
                  </a:lnTo>
                  <a:lnTo>
                    <a:pt x="1768" y="3434"/>
                  </a:lnTo>
                  <a:lnTo>
                    <a:pt x="1740" y="3444"/>
                  </a:lnTo>
                  <a:lnTo>
                    <a:pt x="1711" y="3450"/>
                  </a:lnTo>
                  <a:lnTo>
                    <a:pt x="1681" y="3450"/>
                  </a:lnTo>
                  <a:lnTo>
                    <a:pt x="1648" y="3445"/>
                  </a:lnTo>
                  <a:lnTo>
                    <a:pt x="1614" y="3436"/>
                  </a:lnTo>
                  <a:lnTo>
                    <a:pt x="1579" y="3421"/>
                  </a:lnTo>
                  <a:lnTo>
                    <a:pt x="1542" y="3400"/>
                  </a:lnTo>
                  <a:lnTo>
                    <a:pt x="357" y="2643"/>
                  </a:lnTo>
                  <a:lnTo>
                    <a:pt x="320" y="2618"/>
                  </a:lnTo>
                  <a:lnTo>
                    <a:pt x="285" y="2588"/>
                  </a:lnTo>
                  <a:lnTo>
                    <a:pt x="251" y="2554"/>
                  </a:lnTo>
                  <a:lnTo>
                    <a:pt x="218" y="2517"/>
                  </a:lnTo>
                  <a:lnTo>
                    <a:pt x="187" y="2477"/>
                  </a:lnTo>
                  <a:lnTo>
                    <a:pt x="157" y="2433"/>
                  </a:lnTo>
                  <a:lnTo>
                    <a:pt x="130" y="2388"/>
                  </a:lnTo>
                  <a:lnTo>
                    <a:pt x="105" y="2341"/>
                  </a:lnTo>
                  <a:lnTo>
                    <a:pt x="81" y="2292"/>
                  </a:lnTo>
                  <a:lnTo>
                    <a:pt x="61" y="2241"/>
                  </a:lnTo>
                  <a:lnTo>
                    <a:pt x="44" y="2190"/>
                  </a:lnTo>
                  <a:lnTo>
                    <a:pt x="29" y="2138"/>
                  </a:lnTo>
                  <a:lnTo>
                    <a:pt x="17" y="2085"/>
                  </a:lnTo>
                  <a:lnTo>
                    <a:pt x="7" y="2033"/>
                  </a:lnTo>
                  <a:lnTo>
                    <a:pt x="3" y="1981"/>
                  </a:lnTo>
                  <a:lnTo>
                    <a:pt x="0" y="1931"/>
                  </a:lnTo>
                  <a:lnTo>
                    <a:pt x="0" y="308"/>
                  </a:lnTo>
                  <a:lnTo>
                    <a:pt x="3" y="260"/>
                  </a:lnTo>
                  <a:lnTo>
                    <a:pt x="7" y="215"/>
                  </a:lnTo>
                  <a:lnTo>
                    <a:pt x="17" y="174"/>
                  </a:lnTo>
                  <a:lnTo>
                    <a:pt x="29" y="137"/>
                  </a:lnTo>
                  <a:lnTo>
                    <a:pt x="44" y="104"/>
                  </a:lnTo>
                  <a:lnTo>
                    <a:pt x="61" y="76"/>
                  </a:lnTo>
                  <a:lnTo>
                    <a:pt x="81" y="51"/>
                  </a:lnTo>
                  <a:lnTo>
                    <a:pt x="105" y="31"/>
                  </a:lnTo>
                  <a:lnTo>
                    <a:pt x="130" y="16"/>
                  </a:lnTo>
                  <a:lnTo>
                    <a:pt x="157" y="5"/>
                  </a:lnTo>
                  <a:lnTo>
                    <a:pt x="187" y="0"/>
                  </a:lnTo>
                  <a:lnTo>
                    <a:pt x="218" y="0"/>
                  </a:lnTo>
                  <a:lnTo>
                    <a:pt x="251" y="3"/>
                  </a:lnTo>
                  <a:lnTo>
                    <a:pt x="285" y="14"/>
                  </a:lnTo>
                  <a:lnTo>
                    <a:pt x="320" y="29"/>
                  </a:lnTo>
                  <a:lnTo>
                    <a:pt x="357" y="49"/>
                  </a:lnTo>
                  <a:close/>
                </a:path>
              </a:pathLst>
            </a:custGeom>
            <a:solidFill>
              <a:srgbClr val="BFBFB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4416" name="Freeform 46"/>
            <p:cNvSpPr>
              <a:spLocks/>
            </p:cNvSpPr>
            <p:nvPr/>
          </p:nvSpPr>
          <p:spPr bwMode="auto">
            <a:xfrm>
              <a:off x="1268" y="1663"/>
              <a:ext cx="393" cy="711"/>
            </a:xfrm>
            <a:custGeom>
              <a:avLst/>
              <a:gdLst>
                <a:gd name="T0" fmla="*/ 3 w 1962"/>
                <a:gd name="T1" fmla="*/ 7 h 3555"/>
                <a:gd name="T2" fmla="*/ 2 w 1962"/>
                <a:gd name="T3" fmla="*/ 7 h 3555"/>
                <a:gd name="T4" fmla="*/ 2 w 1962"/>
                <a:gd name="T5" fmla="*/ 8 h 3555"/>
                <a:gd name="T6" fmla="*/ 1 w 1962"/>
                <a:gd name="T7" fmla="*/ 8 h 3555"/>
                <a:gd name="T8" fmla="*/ 1 w 1962"/>
                <a:gd name="T9" fmla="*/ 9 h 3555"/>
                <a:gd name="T10" fmla="*/ 1 w 1962"/>
                <a:gd name="T11" fmla="*/ 10 h 3555"/>
                <a:gd name="T12" fmla="*/ 0 w 1962"/>
                <a:gd name="T13" fmla="*/ 11 h 3555"/>
                <a:gd name="T14" fmla="*/ 0 w 1962"/>
                <a:gd name="T15" fmla="*/ 12 h 3555"/>
                <a:gd name="T16" fmla="*/ 0 w 1962"/>
                <a:gd name="T17" fmla="*/ 13 h 3555"/>
                <a:gd name="T18" fmla="*/ 0 w 1962"/>
                <a:gd name="T19" fmla="*/ 26 h 3555"/>
                <a:gd name="T20" fmla="*/ 0 w 1962"/>
                <a:gd name="T21" fmla="*/ 27 h 3555"/>
                <a:gd name="T22" fmla="*/ 0 w 1962"/>
                <a:gd name="T23" fmla="*/ 28 h 3555"/>
                <a:gd name="T24" fmla="*/ 1 w 1962"/>
                <a:gd name="T25" fmla="*/ 28 h 3555"/>
                <a:gd name="T26" fmla="*/ 1 w 1962"/>
                <a:gd name="T27" fmla="*/ 28 h 3555"/>
                <a:gd name="T28" fmla="*/ 2 w 1962"/>
                <a:gd name="T29" fmla="*/ 28 h 3555"/>
                <a:gd name="T30" fmla="*/ 2 w 1962"/>
                <a:gd name="T31" fmla="*/ 28 h 3555"/>
                <a:gd name="T32" fmla="*/ 3 w 1962"/>
                <a:gd name="T33" fmla="*/ 28 h 3555"/>
                <a:gd name="T34" fmla="*/ 13 w 1962"/>
                <a:gd name="T35" fmla="*/ 22 h 3555"/>
                <a:gd name="T36" fmla="*/ 13 w 1962"/>
                <a:gd name="T37" fmla="*/ 21 h 3555"/>
                <a:gd name="T38" fmla="*/ 14 w 1962"/>
                <a:gd name="T39" fmla="*/ 21 h 3555"/>
                <a:gd name="T40" fmla="*/ 14 w 1962"/>
                <a:gd name="T41" fmla="*/ 20 h 3555"/>
                <a:gd name="T42" fmla="*/ 15 w 1962"/>
                <a:gd name="T43" fmla="*/ 19 h 3555"/>
                <a:gd name="T44" fmla="*/ 15 w 1962"/>
                <a:gd name="T45" fmla="*/ 18 h 3555"/>
                <a:gd name="T46" fmla="*/ 16 w 1962"/>
                <a:gd name="T47" fmla="*/ 18 h 3555"/>
                <a:gd name="T48" fmla="*/ 16 w 1962"/>
                <a:gd name="T49" fmla="*/ 17 h 3555"/>
                <a:gd name="T50" fmla="*/ 16 w 1962"/>
                <a:gd name="T51" fmla="*/ 16 h 3555"/>
                <a:gd name="T52" fmla="*/ 16 w 1962"/>
                <a:gd name="T53" fmla="*/ 2 h 3555"/>
                <a:gd name="T54" fmla="*/ 16 w 1962"/>
                <a:gd name="T55" fmla="*/ 1 h 3555"/>
                <a:gd name="T56" fmla="*/ 15 w 1962"/>
                <a:gd name="T57" fmla="*/ 1 h 3555"/>
                <a:gd name="T58" fmla="*/ 15 w 1962"/>
                <a:gd name="T59" fmla="*/ 0 h 3555"/>
                <a:gd name="T60" fmla="*/ 15 w 1962"/>
                <a:gd name="T61" fmla="*/ 0 h 3555"/>
                <a:gd name="T62" fmla="*/ 14 w 1962"/>
                <a:gd name="T63" fmla="*/ 0 h 3555"/>
                <a:gd name="T64" fmla="*/ 14 w 1962"/>
                <a:gd name="T65" fmla="*/ 0 h 3555"/>
                <a:gd name="T66" fmla="*/ 13 w 1962"/>
                <a:gd name="T67" fmla="*/ 0 h 3555"/>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962"/>
                <a:gd name="T103" fmla="*/ 0 h 3555"/>
                <a:gd name="T104" fmla="*/ 1962 w 1962"/>
                <a:gd name="T105" fmla="*/ 3555 h 3555"/>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962" h="3555">
                  <a:moveTo>
                    <a:pt x="1594" y="50"/>
                  </a:moveTo>
                  <a:lnTo>
                    <a:pt x="368" y="831"/>
                  </a:lnTo>
                  <a:lnTo>
                    <a:pt x="330" y="858"/>
                  </a:lnTo>
                  <a:lnTo>
                    <a:pt x="294" y="888"/>
                  </a:lnTo>
                  <a:lnTo>
                    <a:pt x="259" y="922"/>
                  </a:lnTo>
                  <a:lnTo>
                    <a:pt x="225" y="961"/>
                  </a:lnTo>
                  <a:lnTo>
                    <a:pt x="193" y="1003"/>
                  </a:lnTo>
                  <a:lnTo>
                    <a:pt x="163" y="1047"/>
                  </a:lnTo>
                  <a:lnTo>
                    <a:pt x="133" y="1094"/>
                  </a:lnTo>
                  <a:lnTo>
                    <a:pt x="108" y="1143"/>
                  </a:lnTo>
                  <a:lnTo>
                    <a:pt x="84" y="1193"/>
                  </a:lnTo>
                  <a:lnTo>
                    <a:pt x="63" y="1246"/>
                  </a:lnTo>
                  <a:lnTo>
                    <a:pt x="44" y="1299"/>
                  </a:lnTo>
                  <a:lnTo>
                    <a:pt x="29" y="1353"/>
                  </a:lnTo>
                  <a:lnTo>
                    <a:pt x="16" y="1405"/>
                  </a:lnTo>
                  <a:lnTo>
                    <a:pt x="7" y="1459"/>
                  </a:lnTo>
                  <a:lnTo>
                    <a:pt x="2" y="1512"/>
                  </a:lnTo>
                  <a:lnTo>
                    <a:pt x="0" y="1565"/>
                  </a:lnTo>
                  <a:lnTo>
                    <a:pt x="0" y="3237"/>
                  </a:lnTo>
                  <a:lnTo>
                    <a:pt x="2" y="3287"/>
                  </a:lnTo>
                  <a:lnTo>
                    <a:pt x="7" y="3333"/>
                  </a:lnTo>
                  <a:lnTo>
                    <a:pt x="16" y="3375"/>
                  </a:lnTo>
                  <a:lnTo>
                    <a:pt x="29" y="3413"/>
                  </a:lnTo>
                  <a:lnTo>
                    <a:pt x="44" y="3447"/>
                  </a:lnTo>
                  <a:lnTo>
                    <a:pt x="63" y="3477"/>
                  </a:lnTo>
                  <a:lnTo>
                    <a:pt x="84" y="3502"/>
                  </a:lnTo>
                  <a:lnTo>
                    <a:pt x="108" y="3522"/>
                  </a:lnTo>
                  <a:lnTo>
                    <a:pt x="133" y="3538"/>
                  </a:lnTo>
                  <a:lnTo>
                    <a:pt x="163" y="3549"/>
                  </a:lnTo>
                  <a:lnTo>
                    <a:pt x="193" y="3555"/>
                  </a:lnTo>
                  <a:lnTo>
                    <a:pt x="225" y="3555"/>
                  </a:lnTo>
                  <a:lnTo>
                    <a:pt x="259" y="3550"/>
                  </a:lnTo>
                  <a:lnTo>
                    <a:pt x="294" y="3541"/>
                  </a:lnTo>
                  <a:lnTo>
                    <a:pt x="330" y="3524"/>
                  </a:lnTo>
                  <a:lnTo>
                    <a:pt x="368" y="3503"/>
                  </a:lnTo>
                  <a:lnTo>
                    <a:pt x="1594" y="2722"/>
                  </a:lnTo>
                  <a:lnTo>
                    <a:pt x="1632" y="2696"/>
                  </a:lnTo>
                  <a:lnTo>
                    <a:pt x="1668" y="2665"/>
                  </a:lnTo>
                  <a:lnTo>
                    <a:pt x="1703" y="2631"/>
                  </a:lnTo>
                  <a:lnTo>
                    <a:pt x="1737" y="2592"/>
                  </a:lnTo>
                  <a:lnTo>
                    <a:pt x="1769" y="2551"/>
                  </a:lnTo>
                  <a:lnTo>
                    <a:pt x="1799" y="2506"/>
                  </a:lnTo>
                  <a:lnTo>
                    <a:pt x="1829" y="2460"/>
                  </a:lnTo>
                  <a:lnTo>
                    <a:pt x="1854" y="2411"/>
                  </a:lnTo>
                  <a:lnTo>
                    <a:pt x="1878" y="2361"/>
                  </a:lnTo>
                  <a:lnTo>
                    <a:pt x="1899" y="2308"/>
                  </a:lnTo>
                  <a:lnTo>
                    <a:pt x="1918" y="2256"/>
                  </a:lnTo>
                  <a:lnTo>
                    <a:pt x="1933" y="2202"/>
                  </a:lnTo>
                  <a:lnTo>
                    <a:pt x="1946" y="2149"/>
                  </a:lnTo>
                  <a:lnTo>
                    <a:pt x="1955" y="2095"/>
                  </a:lnTo>
                  <a:lnTo>
                    <a:pt x="1960" y="2042"/>
                  </a:lnTo>
                  <a:lnTo>
                    <a:pt x="1962" y="1989"/>
                  </a:lnTo>
                  <a:lnTo>
                    <a:pt x="1962" y="319"/>
                  </a:lnTo>
                  <a:lnTo>
                    <a:pt x="1960" y="269"/>
                  </a:lnTo>
                  <a:lnTo>
                    <a:pt x="1955" y="223"/>
                  </a:lnTo>
                  <a:lnTo>
                    <a:pt x="1946" y="180"/>
                  </a:lnTo>
                  <a:lnTo>
                    <a:pt x="1933" y="143"/>
                  </a:lnTo>
                  <a:lnTo>
                    <a:pt x="1918" y="109"/>
                  </a:lnTo>
                  <a:lnTo>
                    <a:pt x="1899" y="79"/>
                  </a:lnTo>
                  <a:lnTo>
                    <a:pt x="1878" y="54"/>
                  </a:lnTo>
                  <a:lnTo>
                    <a:pt x="1854" y="33"/>
                  </a:lnTo>
                  <a:lnTo>
                    <a:pt x="1829" y="17"/>
                  </a:lnTo>
                  <a:lnTo>
                    <a:pt x="1799" y="7"/>
                  </a:lnTo>
                  <a:lnTo>
                    <a:pt x="1769" y="0"/>
                  </a:lnTo>
                  <a:lnTo>
                    <a:pt x="1737" y="0"/>
                  </a:lnTo>
                  <a:lnTo>
                    <a:pt x="1703" y="4"/>
                  </a:lnTo>
                  <a:lnTo>
                    <a:pt x="1668" y="14"/>
                  </a:lnTo>
                  <a:lnTo>
                    <a:pt x="1632" y="29"/>
                  </a:lnTo>
                  <a:lnTo>
                    <a:pt x="1594" y="50"/>
                  </a:lnTo>
                  <a:close/>
                </a:path>
              </a:pathLst>
            </a:custGeom>
            <a:solidFill>
              <a:srgbClr val="E5E5E5"/>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4417" name="Freeform 47"/>
            <p:cNvSpPr>
              <a:spLocks noEditPoints="1"/>
            </p:cNvSpPr>
            <p:nvPr/>
          </p:nvSpPr>
          <p:spPr bwMode="auto">
            <a:xfrm>
              <a:off x="916" y="1589"/>
              <a:ext cx="697" cy="698"/>
            </a:xfrm>
            <a:custGeom>
              <a:avLst/>
              <a:gdLst>
                <a:gd name="T0" fmla="*/ 16 w 3485"/>
                <a:gd name="T1" fmla="*/ 0 h 3490"/>
                <a:gd name="T2" fmla="*/ 17 w 3485"/>
                <a:gd name="T3" fmla="*/ 2 h 3490"/>
                <a:gd name="T4" fmla="*/ 17 w 3485"/>
                <a:gd name="T5" fmla="*/ 3 h 3490"/>
                <a:gd name="T6" fmla="*/ 14 w 3485"/>
                <a:gd name="T7" fmla="*/ 4 h 3490"/>
                <a:gd name="T8" fmla="*/ 12 w 3485"/>
                <a:gd name="T9" fmla="*/ 4 h 3490"/>
                <a:gd name="T10" fmla="*/ 11 w 3485"/>
                <a:gd name="T11" fmla="*/ 2 h 3490"/>
                <a:gd name="T12" fmla="*/ 11 w 3485"/>
                <a:gd name="T13" fmla="*/ 1 h 3490"/>
                <a:gd name="T14" fmla="*/ 14 w 3485"/>
                <a:gd name="T15" fmla="*/ 0 h 3490"/>
                <a:gd name="T16" fmla="*/ 3 w 3485"/>
                <a:gd name="T17" fmla="*/ 7 h 3490"/>
                <a:gd name="T18" fmla="*/ 4 w 3485"/>
                <a:gd name="T19" fmla="*/ 9 h 3490"/>
                <a:gd name="T20" fmla="*/ 3 w 3485"/>
                <a:gd name="T21" fmla="*/ 12 h 3490"/>
                <a:gd name="T22" fmla="*/ 2 w 3485"/>
                <a:gd name="T23" fmla="*/ 13 h 3490"/>
                <a:gd name="T24" fmla="*/ 1 w 3485"/>
                <a:gd name="T25" fmla="*/ 12 h 3490"/>
                <a:gd name="T26" fmla="*/ 0 w 3485"/>
                <a:gd name="T27" fmla="*/ 10 h 3490"/>
                <a:gd name="T28" fmla="*/ 0 w 3485"/>
                <a:gd name="T29" fmla="*/ 8 h 3490"/>
                <a:gd name="T30" fmla="*/ 2 w 3485"/>
                <a:gd name="T31" fmla="*/ 6 h 3490"/>
                <a:gd name="T32" fmla="*/ 10 w 3485"/>
                <a:gd name="T33" fmla="*/ 20 h 3490"/>
                <a:gd name="T34" fmla="*/ 11 w 3485"/>
                <a:gd name="T35" fmla="*/ 22 h 3490"/>
                <a:gd name="T36" fmla="*/ 11 w 3485"/>
                <a:gd name="T37" fmla="*/ 25 h 3490"/>
                <a:gd name="T38" fmla="*/ 10 w 3485"/>
                <a:gd name="T39" fmla="*/ 27 h 3490"/>
                <a:gd name="T40" fmla="*/ 8 w 3485"/>
                <a:gd name="T41" fmla="*/ 26 h 3490"/>
                <a:gd name="T42" fmla="*/ 7 w 3485"/>
                <a:gd name="T43" fmla="*/ 24 h 3490"/>
                <a:gd name="T44" fmla="*/ 7 w 3485"/>
                <a:gd name="T45" fmla="*/ 22 h 3490"/>
                <a:gd name="T46" fmla="*/ 8 w 3485"/>
                <a:gd name="T47" fmla="*/ 20 h 3490"/>
                <a:gd name="T48" fmla="*/ 20 w 3485"/>
                <a:gd name="T49" fmla="*/ 21 h 3490"/>
                <a:gd name="T50" fmla="*/ 21 w 3485"/>
                <a:gd name="T51" fmla="*/ 23 h 3490"/>
                <a:gd name="T52" fmla="*/ 21 w 3485"/>
                <a:gd name="T53" fmla="*/ 26 h 3490"/>
                <a:gd name="T54" fmla="*/ 20 w 3485"/>
                <a:gd name="T55" fmla="*/ 28 h 3490"/>
                <a:gd name="T56" fmla="*/ 18 w 3485"/>
                <a:gd name="T57" fmla="*/ 28 h 3490"/>
                <a:gd name="T58" fmla="*/ 17 w 3485"/>
                <a:gd name="T59" fmla="*/ 26 h 3490"/>
                <a:gd name="T60" fmla="*/ 17 w 3485"/>
                <a:gd name="T61" fmla="*/ 23 h 3490"/>
                <a:gd name="T62" fmla="*/ 18 w 3485"/>
                <a:gd name="T63" fmla="*/ 21 h 3490"/>
                <a:gd name="T64" fmla="*/ 19 w 3485"/>
                <a:gd name="T65" fmla="*/ 11 h 3490"/>
                <a:gd name="T66" fmla="*/ 20 w 3485"/>
                <a:gd name="T67" fmla="*/ 13 h 3490"/>
                <a:gd name="T68" fmla="*/ 21 w 3485"/>
                <a:gd name="T69" fmla="*/ 15 h 3490"/>
                <a:gd name="T70" fmla="*/ 20 w 3485"/>
                <a:gd name="T71" fmla="*/ 17 h 3490"/>
                <a:gd name="T72" fmla="*/ 18 w 3485"/>
                <a:gd name="T73" fmla="*/ 17 h 3490"/>
                <a:gd name="T74" fmla="*/ 17 w 3485"/>
                <a:gd name="T75" fmla="*/ 16 h 3490"/>
                <a:gd name="T76" fmla="*/ 17 w 3485"/>
                <a:gd name="T77" fmla="*/ 13 h 3490"/>
                <a:gd name="T78" fmla="*/ 18 w 3485"/>
                <a:gd name="T79" fmla="*/ 11 h 3490"/>
                <a:gd name="T80" fmla="*/ 26 w 3485"/>
                <a:gd name="T81" fmla="*/ 7 h 3490"/>
                <a:gd name="T82" fmla="*/ 27 w 3485"/>
                <a:gd name="T83" fmla="*/ 8 h 3490"/>
                <a:gd name="T84" fmla="*/ 27 w 3485"/>
                <a:gd name="T85" fmla="*/ 11 h 3490"/>
                <a:gd name="T86" fmla="*/ 26 w 3485"/>
                <a:gd name="T87" fmla="*/ 13 h 3490"/>
                <a:gd name="T88" fmla="*/ 25 w 3485"/>
                <a:gd name="T89" fmla="*/ 13 h 3490"/>
                <a:gd name="T90" fmla="*/ 24 w 3485"/>
                <a:gd name="T91" fmla="*/ 12 h 3490"/>
                <a:gd name="T92" fmla="*/ 24 w 3485"/>
                <a:gd name="T93" fmla="*/ 9 h 3490"/>
                <a:gd name="T94" fmla="*/ 24 w 3485"/>
                <a:gd name="T95" fmla="*/ 7 h 3490"/>
                <a:gd name="T96" fmla="*/ 26 w 3485"/>
                <a:gd name="T97" fmla="*/ 17 h 3490"/>
                <a:gd name="T98" fmla="*/ 27 w 3485"/>
                <a:gd name="T99" fmla="*/ 18 h 3490"/>
                <a:gd name="T100" fmla="*/ 28 w 3485"/>
                <a:gd name="T101" fmla="*/ 21 h 3490"/>
                <a:gd name="T102" fmla="*/ 27 w 3485"/>
                <a:gd name="T103" fmla="*/ 23 h 3490"/>
                <a:gd name="T104" fmla="*/ 26 w 3485"/>
                <a:gd name="T105" fmla="*/ 24 h 3490"/>
                <a:gd name="T106" fmla="*/ 24 w 3485"/>
                <a:gd name="T107" fmla="*/ 23 h 3490"/>
                <a:gd name="T108" fmla="*/ 24 w 3485"/>
                <a:gd name="T109" fmla="*/ 20 h 3490"/>
                <a:gd name="T110" fmla="*/ 25 w 3485"/>
                <a:gd name="T111" fmla="*/ 18 h 3490"/>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w 3485"/>
                <a:gd name="T169" fmla="*/ 0 h 3490"/>
                <a:gd name="T170" fmla="*/ 3485 w 3485"/>
                <a:gd name="T171" fmla="*/ 3490 h 3490"/>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T168" t="T169" r="T170" b="T171"/>
              <a:pathLst>
                <a:path w="3485" h="3490">
                  <a:moveTo>
                    <a:pt x="1754" y="0"/>
                  </a:moveTo>
                  <a:lnTo>
                    <a:pt x="1797" y="2"/>
                  </a:lnTo>
                  <a:lnTo>
                    <a:pt x="1840" y="5"/>
                  </a:lnTo>
                  <a:lnTo>
                    <a:pt x="1881" y="12"/>
                  </a:lnTo>
                  <a:lnTo>
                    <a:pt x="1921" y="20"/>
                  </a:lnTo>
                  <a:lnTo>
                    <a:pt x="1959" y="31"/>
                  </a:lnTo>
                  <a:lnTo>
                    <a:pt x="1994" y="44"/>
                  </a:lnTo>
                  <a:lnTo>
                    <a:pt x="2028" y="59"/>
                  </a:lnTo>
                  <a:lnTo>
                    <a:pt x="2058" y="74"/>
                  </a:lnTo>
                  <a:lnTo>
                    <a:pt x="2086" y="93"/>
                  </a:lnTo>
                  <a:lnTo>
                    <a:pt x="2111" y="113"/>
                  </a:lnTo>
                  <a:lnTo>
                    <a:pt x="2132" y="133"/>
                  </a:lnTo>
                  <a:lnTo>
                    <a:pt x="2151" y="155"/>
                  </a:lnTo>
                  <a:lnTo>
                    <a:pt x="2165" y="179"/>
                  </a:lnTo>
                  <a:lnTo>
                    <a:pt x="2175" y="203"/>
                  </a:lnTo>
                  <a:lnTo>
                    <a:pt x="2182" y="229"/>
                  </a:lnTo>
                  <a:lnTo>
                    <a:pt x="2185" y="255"/>
                  </a:lnTo>
                  <a:lnTo>
                    <a:pt x="2182" y="281"/>
                  </a:lnTo>
                  <a:lnTo>
                    <a:pt x="2175" y="305"/>
                  </a:lnTo>
                  <a:lnTo>
                    <a:pt x="2165" y="330"/>
                  </a:lnTo>
                  <a:lnTo>
                    <a:pt x="2151" y="353"/>
                  </a:lnTo>
                  <a:lnTo>
                    <a:pt x="2132" y="376"/>
                  </a:lnTo>
                  <a:lnTo>
                    <a:pt x="2111" y="397"/>
                  </a:lnTo>
                  <a:lnTo>
                    <a:pt x="2086" y="417"/>
                  </a:lnTo>
                  <a:lnTo>
                    <a:pt x="2058" y="434"/>
                  </a:lnTo>
                  <a:lnTo>
                    <a:pt x="2028" y="451"/>
                  </a:lnTo>
                  <a:lnTo>
                    <a:pt x="1994" y="466"/>
                  </a:lnTo>
                  <a:lnTo>
                    <a:pt x="1959" y="479"/>
                  </a:lnTo>
                  <a:lnTo>
                    <a:pt x="1921" y="489"/>
                  </a:lnTo>
                  <a:lnTo>
                    <a:pt x="1881" y="498"/>
                  </a:lnTo>
                  <a:lnTo>
                    <a:pt x="1840" y="505"/>
                  </a:lnTo>
                  <a:lnTo>
                    <a:pt x="1797" y="508"/>
                  </a:lnTo>
                  <a:lnTo>
                    <a:pt x="1754" y="509"/>
                  </a:lnTo>
                  <a:lnTo>
                    <a:pt x="1710" y="508"/>
                  </a:lnTo>
                  <a:lnTo>
                    <a:pt x="1667" y="505"/>
                  </a:lnTo>
                  <a:lnTo>
                    <a:pt x="1626" y="498"/>
                  </a:lnTo>
                  <a:lnTo>
                    <a:pt x="1586" y="489"/>
                  </a:lnTo>
                  <a:lnTo>
                    <a:pt x="1548" y="479"/>
                  </a:lnTo>
                  <a:lnTo>
                    <a:pt x="1512" y="466"/>
                  </a:lnTo>
                  <a:lnTo>
                    <a:pt x="1479" y="451"/>
                  </a:lnTo>
                  <a:lnTo>
                    <a:pt x="1449" y="434"/>
                  </a:lnTo>
                  <a:lnTo>
                    <a:pt x="1421" y="417"/>
                  </a:lnTo>
                  <a:lnTo>
                    <a:pt x="1395" y="397"/>
                  </a:lnTo>
                  <a:lnTo>
                    <a:pt x="1374" y="376"/>
                  </a:lnTo>
                  <a:lnTo>
                    <a:pt x="1355" y="353"/>
                  </a:lnTo>
                  <a:lnTo>
                    <a:pt x="1341" y="330"/>
                  </a:lnTo>
                  <a:lnTo>
                    <a:pt x="1331" y="305"/>
                  </a:lnTo>
                  <a:lnTo>
                    <a:pt x="1324" y="281"/>
                  </a:lnTo>
                  <a:lnTo>
                    <a:pt x="1321" y="255"/>
                  </a:lnTo>
                  <a:lnTo>
                    <a:pt x="1324" y="229"/>
                  </a:lnTo>
                  <a:lnTo>
                    <a:pt x="1331" y="203"/>
                  </a:lnTo>
                  <a:lnTo>
                    <a:pt x="1341" y="179"/>
                  </a:lnTo>
                  <a:lnTo>
                    <a:pt x="1355" y="155"/>
                  </a:lnTo>
                  <a:lnTo>
                    <a:pt x="1374" y="133"/>
                  </a:lnTo>
                  <a:lnTo>
                    <a:pt x="1395" y="113"/>
                  </a:lnTo>
                  <a:lnTo>
                    <a:pt x="1421" y="93"/>
                  </a:lnTo>
                  <a:lnTo>
                    <a:pt x="1449" y="74"/>
                  </a:lnTo>
                  <a:lnTo>
                    <a:pt x="1479" y="59"/>
                  </a:lnTo>
                  <a:lnTo>
                    <a:pt x="1512" y="44"/>
                  </a:lnTo>
                  <a:lnTo>
                    <a:pt x="1548" y="31"/>
                  </a:lnTo>
                  <a:lnTo>
                    <a:pt x="1586" y="20"/>
                  </a:lnTo>
                  <a:lnTo>
                    <a:pt x="1626" y="12"/>
                  </a:lnTo>
                  <a:lnTo>
                    <a:pt x="1667" y="5"/>
                  </a:lnTo>
                  <a:lnTo>
                    <a:pt x="1710" y="2"/>
                  </a:lnTo>
                  <a:lnTo>
                    <a:pt x="1754" y="0"/>
                  </a:lnTo>
                  <a:close/>
                  <a:moveTo>
                    <a:pt x="239" y="786"/>
                  </a:moveTo>
                  <a:lnTo>
                    <a:pt x="263" y="788"/>
                  </a:lnTo>
                  <a:lnTo>
                    <a:pt x="287" y="794"/>
                  </a:lnTo>
                  <a:lnTo>
                    <a:pt x="309" y="805"/>
                  </a:lnTo>
                  <a:lnTo>
                    <a:pt x="331" y="819"/>
                  </a:lnTo>
                  <a:lnTo>
                    <a:pt x="352" y="836"/>
                  </a:lnTo>
                  <a:lnTo>
                    <a:pt x="372" y="857"/>
                  </a:lnTo>
                  <a:lnTo>
                    <a:pt x="390" y="882"/>
                  </a:lnTo>
                  <a:lnTo>
                    <a:pt x="407" y="909"/>
                  </a:lnTo>
                  <a:lnTo>
                    <a:pt x="423" y="940"/>
                  </a:lnTo>
                  <a:lnTo>
                    <a:pt x="437" y="971"/>
                  </a:lnTo>
                  <a:lnTo>
                    <a:pt x="448" y="1006"/>
                  </a:lnTo>
                  <a:lnTo>
                    <a:pt x="459" y="1043"/>
                  </a:lnTo>
                  <a:lnTo>
                    <a:pt x="467" y="1081"/>
                  </a:lnTo>
                  <a:lnTo>
                    <a:pt x="473" y="1121"/>
                  </a:lnTo>
                  <a:lnTo>
                    <a:pt x="476" y="1163"/>
                  </a:lnTo>
                  <a:lnTo>
                    <a:pt x="478" y="1206"/>
                  </a:lnTo>
                  <a:lnTo>
                    <a:pt x="476" y="1248"/>
                  </a:lnTo>
                  <a:lnTo>
                    <a:pt x="473" y="1290"/>
                  </a:lnTo>
                  <a:lnTo>
                    <a:pt x="467" y="1330"/>
                  </a:lnTo>
                  <a:lnTo>
                    <a:pt x="459" y="1367"/>
                  </a:lnTo>
                  <a:lnTo>
                    <a:pt x="448" y="1405"/>
                  </a:lnTo>
                  <a:lnTo>
                    <a:pt x="437" y="1439"/>
                  </a:lnTo>
                  <a:lnTo>
                    <a:pt x="423" y="1472"/>
                  </a:lnTo>
                  <a:lnTo>
                    <a:pt x="407" y="1501"/>
                  </a:lnTo>
                  <a:lnTo>
                    <a:pt x="390" y="1528"/>
                  </a:lnTo>
                  <a:lnTo>
                    <a:pt x="372" y="1553"/>
                  </a:lnTo>
                  <a:lnTo>
                    <a:pt x="352" y="1574"/>
                  </a:lnTo>
                  <a:lnTo>
                    <a:pt x="331" y="1591"/>
                  </a:lnTo>
                  <a:lnTo>
                    <a:pt x="309" y="1605"/>
                  </a:lnTo>
                  <a:lnTo>
                    <a:pt x="287" y="1616"/>
                  </a:lnTo>
                  <a:lnTo>
                    <a:pt x="263" y="1622"/>
                  </a:lnTo>
                  <a:lnTo>
                    <a:pt x="239" y="1624"/>
                  </a:lnTo>
                  <a:lnTo>
                    <a:pt x="214" y="1622"/>
                  </a:lnTo>
                  <a:lnTo>
                    <a:pt x="191" y="1616"/>
                  </a:lnTo>
                  <a:lnTo>
                    <a:pt x="168" y="1605"/>
                  </a:lnTo>
                  <a:lnTo>
                    <a:pt x="146" y="1591"/>
                  </a:lnTo>
                  <a:lnTo>
                    <a:pt x="125" y="1574"/>
                  </a:lnTo>
                  <a:lnTo>
                    <a:pt x="105" y="1553"/>
                  </a:lnTo>
                  <a:lnTo>
                    <a:pt x="87" y="1528"/>
                  </a:lnTo>
                  <a:lnTo>
                    <a:pt x="70" y="1501"/>
                  </a:lnTo>
                  <a:lnTo>
                    <a:pt x="55" y="1472"/>
                  </a:lnTo>
                  <a:lnTo>
                    <a:pt x="41" y="1439"/>
                  </a:lnTo>
                  <a:lnTo>
                    <a:pt x="29" y="1405"/>
                  </a:lnTo>
                  <a:lnTo>
                    <a:pt x="18" y="1367"/>
                  </a:lnTo>
                  <a:lnTo>
                    <a:pt x="10" y="1330"/>
                  </a:lnTo>
                  <a:lnTo>
                    <a:pt x="4" y="1290"/>
                  </a:lnTo>
                  <a:lnTo>
                    <a:pt x="1" y="1248"/>
                  </a:lnTo>
                  <a:lnTo>
                    <a:pt x="0" y="1206"/>
                  </a:lnTo>
                  <a:lnTo>
                    <a:pt x="1" y="1163"/>
                  </a:lnTo>
                  <a:lnTo>
                    <a:pt x="4" y="1121"/>
                  </a:lnTo>
                  <a:lnTo>
                    <a:pt x="10" y="1081"/>
                  </a:lnTo>
                  <a:lnTo>
                    <a:pt x="18" y="1043"/>
                  </a:lnTo>
                  <a:lnTo>
                    <a:pt x="29" y="1006"/>
                  </a:lnTo>
                  <a:lnTo>
                    <a:pt x="41" y="971"/>
                  </a:lnTo>
                  <a:lnTo>
                    <a:pt x="55" y="940"/>
                  </a:lnTo>
                  <a:lnTo>
                    <a:pt x="70" y="909"/>
                  </a:lnTo>
                  <a:lnTo>
                    <a:pt x="87" y="882"/>
                  </a:lnTo>
                  <a:lnTo>
                    <a:pt x="105" y="857"/>
                  </a:lnTo>
                  <a:lnTo>
                    <a:pt x="125" y="836"/>
                  </a:lnTo>
                  <a:lnTo>
                    <a:pt x="146" y="819"/>
                  </a:lnTo>
                  <a:lnTo>
                    <a:pt x="168" y="805"/>
                  </a:lnTo>
                  <a:lnTo>
                    <a:pt x="191" y="794"/>
                  </a:lnTo>
                  <a:lnTo>
                    <a:pt x="214" y="788"/>
                  </a:lnTo>
                  <a:lnTo>
                    <a:pt x="239" y="786"/>
                  </a:lnTo>
                  <a:close/>
                  <a:moveTo>
                    <a:pt x="1119" y="2495"/>
                  </a:moveTo>
                  <a:lnTo>
                    <a:pt x="1143" y="2498"/>
                  </a:lnTo>
                  <a:lnTo>
                    <a:pt x="1167" y="2504"/>
                  </a:lnTo>
                  <a:lnTo>
                    <a:pt x="1190" y="2514"/>
                  </a:lnTo>
                  <a:lnTo>
                    <a:pt x="1211" y="2528"/>
                  </a:lnTo>
                  <a:lnTo>
                    <a:pt x="1232" y="2546"/>
                  </a:lnTo>
                  <a:lnTo>
                    <a:pt x="1252" y="2567"/>
                  </a:lnTo>
                  <a:lnTo>
                    <a:pt x="1271" y="2592"/>
                  </a:lnTo>
                  <a:lnTo>
                    <a:pt x="1288" y="2618"/>
                  </a:lnTo>
                  <a:lnTo>
                    <a:pt x="1304" y="2648"/>
                  </a:lnTo>
                  <a:lnTo>
                    <a:pt x="1318" y="2681"/>
                  </a:lnTo>
                  <a:lnTo>
                    <a:pt x="1329" y="2715"/>
                  </a:lnTo>
                  <a:lnTo>
                    <a:pt x="1340" y="2752"/>
                  </a:lnTo>
                  <a:lnTo>
                    <a:pt x="1348" y="2790"/>
                  </a:lnTo>
                  <a:lnTo>
                    <a:pt x="1354" y="2830"/>
                  </a:lnTo>
                  <a:lnTo>
                    <a:pt x="1358" y="2872"/>
                  </a:lnTo>
                  <a:lnTo>
                    <a:pt x="1359" y="2914"/>
                  </a:lnTo>
                  <a:lnTo>
                    <a:pt x="1358" y="2956"/>
                  </a:lnTo>
                  <a:lnTo>
                    <a:pt x="1354" y="2998"/>
                  </a:lnTo>
                  <a:lnTo>
                    <a:pt x="1348" y="3038"/>
                  </a:lnTo>
                  <a:lnTo>
                    <a:pt x="1340" y="3077"/>
                  </a:lnTo>
                  <a:lnTo>
                    <a:pt x="1329" y="3113"/>
                  </a:lnTo>
                  <a:lnTo>
                    <a:pt x="1318" y="3147"/>
                  </a:lnTo>
                  <a:lnTo>
                    <a:pt x="1304" y="3180"/>
                  </a:lnTo>
                  <a:lnTo>
                    <a:pt x="1288" y="3209"/>
                  </a:lnTo>
                  <a:lnTo>
                    <a:pt x="1271" y="3238"/>
                  </a:lnTo>
                  <a:lnTo>
                    <a:pt x="1252" y="3261"/>
                  </a:lnTo>
                  <a:lnTo>
                    <a:pt x="1232" y="3282"/>
                  </a:lnTo>
                  <a:lnTo>
                    <a:pt x="1211" y="3301"/>
                  </a:lnTo>
                  <a:lnTo>
                    <a:pt x="1190" y="3315"/>
                  </a:lnTo>
                  <a:lnTo>
                    <a:pt x="1167" y="3325"/>
                  </a:lnTo>
                  <a:lnTo>
                    <a:pt x="1143" y="3331"/>
                  </a:lnTo>
                  <a:lnTo>
                    <a:pt x="1119" y="3334"/>
                  </a:lnTo>
                  <a:lnTo>
                    <a:pt x="1094" y="3331"/>
                  </a:lnTo>
                  <a:lnTo>
                    <a:pt x="1070" y="3325"/>
                  </a:lnTo>
                  <a:lnTo>
                    <a:pt x="1048" y="3315"/>
                  </a:lnTo>
                  <a:lnTo>
                    <a:pt x="1026" y="3301"/>
                  </a:lnTo>
                  <a:lnTo>
                    <a:pt x="1005" y="3282"/>
                  </a:lnTo>
                  <a:lnTo>
                    <a:pt x="985" y="3261"/>
                  </a:lnTo>
                  <a:lnTo>
                    <a:pt x="967" y="3238"/>
                  </a:lnTo>
                  <a:lnTo>
                    <a:pt x="950" y="3209"/>
                  </a:lnTo>
                  <a:lnTo>
                    <a:pt x="935" y="3180"/>
                  </a:lnTo>
                  <a:lnTo>
                    <a:pt x="921" y="3147"/>
                  </a:lnTo>
                  <a:lnTo>
                    <a:pt x="909" y="3113"/>
                  </a:lnTo>
                  <a:lnTo>
                    <a:pt x="898" y="3077"/>
                  </a:lnTo>
                  <a:lnTo>
                    <a:pt x="890" y="3038"/>
                  </a:lnTo>
                  <a:lnTo>
                    <a:pt x="884" y="2998"/>
                  </a:lnTo>
                  <a:lnTo>
                    <a:pt x="881" y="2956"/>
                  </a:lnTo>
                  <a:lnTo>
                    <a:pt x="880" y="2914"/>
                  </a:lnTo>
                  <a:lnTo>
                    <a:pt x="881" y="2872"/>
                  </a:lnTo>
                  <a:lnTo>
                    <a:pt x="884" y="2830"/>
                  </a:lnTo>
                  <a:lnTo>
                    <a:pt x="890" y="2790"/>
                  </a:lnTo>
                  <a:lnTo>
                    <a:pt x="898" y="2752"/>
                  </a:lnTo>
                  <a:lnTo>
                    <a:pt x="909" y="2715"/>
                  </a:lnTo>
                  <a:lnTo>
                    <a:pt x="921" y="2681"/>
                  </a:lnTo>
                  <a:lnTo>
                    <a:pt x="935" y="2648"/>
                  </a:lnTo>
                  <a:lnTo>
                    <a:pt x="950" y="2618"/>
                  </a:lnTo>
                  <a:lnTo>
                    <a:pt x="967" y="2592"/>
                  </a:lnTo>
                  <a:lnTo>
                    <a:pt x="985" y="2567"/>
                  </a:lnTo>
                  <a:lnTo>
                    <a:pt x="1005" y="2546"/>
                  </a:lnTo>
                  <a:lnTo>
                    <a:pt x="1026" y="2528"/>
                  </a:lnTo>
                  <a:lnTo>
                    <a:pt x="1048" y="2514"/>
                  </a:lnTo>
                  <a:lnTo>
                    <a:pt x="1070" y="2504"/>
                  </a:lnTo>
                  <a:lnTo>
                    <a:pt x="1094" y="2498"/>
                  </a:lnTo>
                  <a:lnTo>
                    <a:pt x="1119" y="2495"/>
                  </a:lnTo>
                  <a:close/>
                  <a:moveTo>
                    <a:pt x="2380" y="2651"/>
                  </a:moveTo>
                  <a:lnTo>
                    <a:pt x="2405" y="2654"/>
                  </a:lnTo>
                  <a:lnTo>
                    <a:pt x="2428" y="2660"/>
                  </a:lnTo>
                  <a:lnTo>
                    <a:pt x="2452" y="2670"/>
                  </a:lnTo>
                  <a:lnTo>
                    <a:pt x="2473" y="2684"/>
                  </a:lnTo>
                  <a:lnTo>
                    <a:pt x="2494" y="2703"/>
                  </a:lnTo>
                  <a:lnTo>
                    <a:pt x="2514" y="2724"/>
                  </a:lnTo>
                  <a:lnTo>
                    <a:pt x="2533" y="2747"/>
                  </a:lnTo>
                  <a:lnTo>
                    <a:pt x="2550" y="2774"/>
                  </a:lnTo>
                  <a:lnTo>
                    <a:pt x="2565" y="2805"/>
                  </a:lnTo>
                  <a:lnTo>
                    <a:pt x="2580" y="2838"/>
                  </a:lnTo>
                  <a:lnTo>
                    <a:pt x="2591" y="2872"/>
                  </a:lnTo>
                  <a:lnTo>
                    <a:pt x="2602" y="2908"/>
                  </a:lnTo>
                  <a:lnTo>
                    <a:pt x="2610" y="2947"/>
                  </a:lnTo>
                  <a:lnTo>
                    <a:pt x="2616" y="2987"/>
                  </a:lnTo>
                  <a:lnTo>
                    <a:pt x="2619" y="3029"/>
                  </a:lnTo>
                  <a:lnTo>
                    <a:pt x="2621" y="3071"/>
                  </a:lnTo>
                  <a:lnTo>
                    <a:pt x="2619" y="3113"/>
                  </a:lnTo>
                  <a:lnTo>
                    <a:pt x="2616" y="3155"/>
                  </a:lnTo>
                  <a:lnTo>
                    <a:pt x="2610" y="3195"/>
                  </a:lnTo>
                  <a:lnTo>
                    <a:pt x="2602" y="3233"/>
                  </a:lnTo>
                  <a:lnTo>
                    <a:pt x="2591" y="3270"/>
                  </a:lnTo>
                  <a:lnTo>
                    <a:pt x="2580" y="3304"/>
                  </a:lnTo>
                  <a:lnTo>
                    <a:pt x="2565" y="3337"/>
                  </a:lnTo>
                  <a:lnTo>
                    <a:pt x="2550" y="3367"/>
                  </a:lnTo>
                  <a:lnTo>
                    <a:pt x="2533" y="3393"/>
                  </a:lnTo>
                  <a:lnTo>
                    <a:pt x="2514" y="3418"/>
                  </a:lnTo>
                  <a:lnTo>
                    <a:pt x="2494" y="3439"/>
                  </a:lnTo>
                  <a:lnTo>
                    <a:pt x="2473" y="3457"/>
                  </a:lnTo>
                  <a:lnTo>
                    <a:pt x="2452" y="3471"/>
                  </a:lnTo>
                  <a:lnTo>
                    <a:pt x="2428" y="3481"/>
                  </a:lnTo>
                  <a:lnTo>
                    <a:pt x="2405" y="3487"/>
                  </a:lnTo>
                  <a:lnTo>
                    <a:pt x="2380" y="3490"/>
                  </a:lnTo>
                  <a:lnTo>
                    <a:pt x="2356" y="3487"/>
                  </a:lnTo>
                  <a:lnTo>
                    <a:pt x="2332" y="3481"/>
                  </a:lnTo>
                  <a:lnTo>
                    <a:pt x="2310" y="3471"/>
                  </a:lnTo>
                  <a:lnTo>
                    <a:pt x="2288" y="3457"/>
                  </a:lnTo>
                  <a:lnTo>
                    <a:pt x="2267" y="3439"/>
                  </a:lnTo>
                  <a:lnTo>
                    <a:pt x="2248" y="3418"/>
                  </a:lnTo>
                  <a:lnTo>
                    <a:pt x="2229" y="3393"/>
                  </a:lnTo>
                  <a:lnTo>
                    <a:pt x="2212" y="3367"/>
                  </a:lnTo>
                  <a:lnTo>
                    <a:pt x="2196" y="3337"/>
                  </a:lnTo>
                  <a:lnTo>
                    <a:pt x="2182" y="3304"/>
                  </a:lnTo>
                  <a:lnTo>
                    <a:pt x="2171" y="3270"/>
                  </a:lnTo>
                  <a:lnTo>
                    <a:pt x="2160" y="3233"/>
                  </a:lnTo>
                  <a:lnTo>
                    <a:pt x="2152" y="3195"/>
                  </a:lnTo>
                  <a:lnTo>
                    <a:pt x="2146" y="3155"/>
                  </a:lnTo>
                  <a:lnTo>
                    <a:pt x="2142" y="3113"/>
                  </a:lnTo>
                  <a:lnTo>
                    <a:pt x="2141" y="3071"/>
                  </a:lnTo>
                  <a:lnTo>
                    <a:pt x="2142" y="3029"/>
                  </a:lnTo>
                  <a:lnTo>
                    <a:pt x="2146" y="2987"/>
                  </a:lnTo>
                  <a:lnTo>
                    <a:pt x="2152" y="2947"/>
                  </a:lnTo>
                  <a:lnTo>
                    <a:pt x="2160" y="2908"/>
                  </a:lnTo>
                  <a:lnTo>
                    <a:pt x="2171" y="2872"/>
                  </a:lnTo>
                  <a:lnTo>
                    <a:pt x="2182" y="2838"/>
                  </a:lnTo>
                  <a:lnTo>
                    <a:pt x="2196" y="2805"/>
                  </a:lnTo>
                  <a:lnTo>
                    <a:pt x="2212" y="2774"/>
                  </a:lnTo>
                  <a:lnTo>
                    <a:pt x="2229" y="2747"/>
                  </a:lnTo>
                  <a:lnTo>
                    <a:pt x="2248" y="2724"/>
                  </a:lnTo>
                  <a:lnTo>
                    <a:pt x="2267" y="2703"/>
                  </a:lnTo>
                  <a:lnTo>
                    <a:pt x="2288" y="2684"/>
                  </a:lnTo>
                  <a:lnTo>
                    <a:pt x="2310" y="2670"/>
                  </a:lnTo>
                  <a:lnTo>
                    <a:pt x="2332" y="2660"/>
                  </a:lnTo>
                  <a:lnTo>
                    <a:pt x="2356" y="2654"/>
                  </a:lnTo>
                  <a:lnTo>
                    <a:pt x="2380" y="2651"/>
                  </a:lnTo>
                  <a:close/>
                  <a:moveTo>
                    <a:pt x="2342" y="1355"/>
                  </a:moveTo>
                  <a:lnTo>
                    <a:pt x="2366" y="1357"/>
                  </a:lnTo>
                  <a:lnTo>
                    <a:pt x="2390" y="1363"/>
                  </a:lnTo>
                  <a:lnTo>
                    <a:pt x="2412" y="1373"/>
                  </a:lnTo>
                  <a:lnTo>
                    <a:pt x="2434" y="1387"/>
                  </a:lnTo>
                  <a:lnTo>
                    <a:pt x="2455" y="1405"/>
                  </a:lnTo>
                  <a:lnTo>
                    <a:pt x="2475" y="1426"/>
                  </a:lnTo>
                  <a:lnTo>
                    <a:pt x="2493" y="1451"/>
                  </a:lnTo>
                  <a:lnTo>
                    <a:pt x="2510" y="1478"/>
                  </a:lnTo>
                  <a:lnTo>
                    <a:pt x="2526" y="1507"/>
                  </a:lnTo>
                  <a:lnTo>
                    <a:pt x="2540" y="1540"/>
                  </a:lnTo>
                  <a:lnTo>
                    <a:pt x="2551" y="1574"/>
                  </a:lnTo>
                  <a:lnTo>
                    <a:pt x="2562" y="1611"/>
                  </a:lnTo>
                  <a:lnTo>
                    <a:pt x="2570" y="1649"/>
                  </a:lnTo>
                  <a:lnTo>
                    <a:pt x="2576" y="1689"/>
                  </a:lnTo>
                  <a:lnTo>
                    <a:pt x="2580" y="1731"/>
                  </a:lnTo>
                  <a:lnTo>
                    <a:pt x="2581" y="1773"/>
                  </a:lnTo>
                  <a:lnTo>
                    <a:pt x="2580" y="1815"/>
                  </a:lnTo>
                  <a:lnTo>
                    <a:pt x="2576" y="1858"/>
                  </a:lnTo>
                  <a:lnTo>
                    <a:pt x="2570" y="1897"/>
                  </a:lnTo>
                  <a:lnTo>
                    <a:pt x="2562" y="1936"/>
                  </a:lnTo>
                  <a:lnTo>
                    <a:pt x="2551" y="1972"/>
                  </a:lnTo>
                  <a:lnTo>
                    <a:pt x="2540" y="2008"/>
                  </a:lnTo>
                  <a:lnTo>
                    <a:pt x="2526" y="2039"/>
                  </a:lnTo>
                  <a:lnTo>
                    <a:pt x="2510" y="2070"/>
                  </a:lnTo>
                  <a:lnTo>
                    <a:pt x="2493" y="2097"/>
                  </a:lnTo>
                  <a:lnTo>
                    <a:pt x="2475" y="2121"/>
                  </a:lnTo>
                  <a:lnTo>
                    <a:pt x="2455" y="2142"/>
                  </a:lnTo>
                  <a:lnTo>
                    <a:pt x="2434" y="2160"/>
                  </a:lnTo>
                  <a:lnTo>
                    <a:pt x="2412" y="2174"/>
                  </a:lnTo>
                  <a:lnTo>
                    <a:pt x="2390" y="2185"/>
                  </a:lnTo>
                  <a:lnTo>
                    <a:pt x="2366" y="2191"/>
                  </a:lnTo>
                  <a:lnTo>
                    <a:pt x="2342" y="2193"/>
                  </a:lnTo>
                  <a:lnTo>
                    <a:pt x="2317" y="2191"/>
                  </a:lnTo>
                  <a:lnTo>
                    <a:pt x="2294" y="2185"/>
                  </a:lnTo>
                  <a:lnTo>
                    <a:pt x="2270" y="2174"/>
                  </a:lnTo>
                  <a:lnTo>
                    <a:pt x="2249" y="2160"/>
                  </a:lnTo>
                  <a:lnTo>
                    <a:pt x="2228" y="2142"/>
                  </a:lnTo>
                  <a:lnTo>
                    <a:pt x="2208" y="2121"/>
                  </a:lnTo>
                  <a:lnTo>
                    <a:pt x="2189" y="2097"/>
                  </a:lnTo>
                  <a:lnTo>
                    <a:pt x="2173" y="2070"/>
                  </a:lnTo>
                  <a:lnTo>
                    <a:pt x="2157" y="2039"/>
                  </a:lnTo>
                  <a:lnTo>
                    <a:pt x="2142" y="2008"/>
                  </a:lnTo>
                  <a:lnTo>
                    <a:pt x="2131" y="1972"/>
                  </a:lnTo>
                  <a:lnTo>
                    <a:pt x="2120" y="1936"/>
                  </a:lnTo>
                  <a:lnTo>
                    <a:pt x="2112" y="1897"/>
                  </a:lnTo>
                  <a:lnTo>
                    <a:pt x="2106" y="1858"/>
                  </a:lnTo>
                  <a:lnTo>
                    <a:pt x="2103" y="1815"/>
                  </a:lnTo>
                  <a:lnTo>
                    <a:pt x="2101" y="1773"/>
                  </a:lnTo>
                  <a:lnTo>
                    <a:pt x="2103" y="1731"/>
                  </a:lnTo>
                  <a:lnTo>
                    <a:pt x="2106" y="1689"/>
                  </a:lnTo>
                  <a:lnTo>
                    <a:pt x="2112" y="1649"/>
                  </a:lnTo>
                  <a:lnTo>
                    <a:pt x="2120" y="1611"/>
                  </a:lnTo>
                  <a:lnTo>
                    <a:pt x="2131" y="1574"/>
                  </a:lnTo>
                  <a:lnTo>
                    <a:pt x="2142" y="1540"/>
                  </a:lnTo>
                  <a:lnTo>
                    <a:pt x="2157" y="1507"/>
                  </a:lnTo>
                  <a:lnTo>
                    <a:pt x="2173" y="1478"/>
                  </a:lnTo>
                  <a:lnTo>
                    <a:pt x="2189" y="1451"/>
                  </a:lnTo>
                  <a:lnTo>
                    <a:pt x="2208" y="1426"/>
                  </a:lnTo>
                  <a:lnTo>
                    <a:pt x="2228" y="1405"/>
                  </a:lnTo>
                  <a:lnTo>
                    <a:pt x="2249" y="1387"/>
                  </a:lnTo>
                  <a:lnTo>
                    <a:pt x="2270" y="1373"/>
                  </a:lnTo>
                  <a:lnTo>
                    <a:pt x="2294" y="1363"/>
                  </a:lnTo>
                  <a:lnTo>
                    <a:pt x="2317" y="1357"/>
                  </a:lnTo>
                  <a:lnTo>
                    <a:pt x="2342" y="1355"/>
                  </a:lnTo>
                  <a:close/>
                  <a:moveTo>
                    <a:pt x="3179" y="819"/>
                  </a:moveTo>
                  <a:lnTo>
                    <a:pt x="3204" y="821"/>
                  </a:lnTo>
                  <a:lnTo>
                    <a:pt x="3227" y="827"/>
                  </a:lnTo>
                  <a:lnTo>
                    <a:pt x="3250" y="838"/>
                  </a:lnTo>
                  <a:lnTo>
                    <a:pt x="3272" y="852"/>
                  </a:lnTo>
                  <a:lnTo>
                    <a:pt x="3293" y="869"/>
                  </a:lnTo>
                  <a:lnTo>
                    <a:pt x="3312" y="890"/>
                  </a:lnTo>
                  <a:lnTo>
                    <a:pt x="3331" y="915"/>
                  </a:lnTo>
                  <a:lnTo>
                    <a:pt x="3348" y="942"/>
                  </a:lnTo>
                  <a:lnTo>
                    <a:pt x="3363" y="971"/>
                  </a:lnTo>
                  <a:lnTo>
                    <a:pt x="3377" y="1004"/>
                  </a:lnTo>
                  <a:lnTo>
                    <a:pt x="3389" y="1038"/>
                  </a:lnTo>
                  <a:lnTo>
                    <a:pt x="3400" y="1076"/>
                  </a:lnTo>
                  <a:lnTo>
                    <a:pt x="3408" y="1113"/>
                  </a:lnTo>
                  <a:lnTo>
                    <a:pt x="3414" y="1153"/>
                  </a:lnTo>
                  <a:lnTo>
                    <a:pt x="3417" y="1195"/>
                  </a:lnTo>
                  <a:lnTo>
                    <a:pt x="3418" y="1237"/>
                  </a:lnTo>
                  <a:lnTo>
                    <a:pt x="3417" y="1280"/>
                  </a:lnTo>
                  <a:lnTo>
                    <a:pt x="3414" y="1322"/>
                  </a:lnTo>
                  <a:lnTo>
                    <a:pt x="3408" y="1362"/>
                  </a:lnTo>
                  <a:lnTo>
                    <a:pt x="3400" y="1399"/>
                  </a:lnTo>
                  <a:lnTo>
                    <a:pt x="3389" y="1437"/>
                  </a:lnTo>
                  <a:lnTo>
                    <a:pt x="3377" y="1471"/>
                  </a:lnTo>
                  <a:lnTo>
                    <a:pt x="3363" y="1503"/>
                  </a:lnTo>
                  <a:lnTo>
                    <a:pt x="3348" y="1533"/>
                  </a:lnTo>
                  <a:lnTo>
                    <a:pt x="3331" y="1560"/>
                  </a:lnTo>
                  <a:lnTo>
                    <a:pt x="3312" y="1584"/>
                  </a:lnTo>
                  <a:lnTo>
                    <a:pt x="3293" y="1605"/>
                  </a:lnTo>
                  <a:lnTo>
                    <a:pt x="3272" y="1623"/>
                  </a:lnTo>
                  <a:lnTo>
                    <a:pt x="3250" y="1637"/>
                  </a:lnTo>
                  <a:lnTo>
                    <a:pt x="3227" y="1648"/>
                  </a:lnTo>
                  <a:lnTo>
                    <a:pt x="3204" y="1654"/>
                  </a:lnTo>
                  <a:lnTo>
                    <a:pt x="3179" y="1656"/>
                  </a:lnTo>
                  <a:lnTo>
                    <a:pt x="3155" y="1654"/>
                  </a:lnTo>
                  <a:lnTo>
                    <a:pt x="3131" y="1648"/>
                  </a:lnTo>
                  <a:lnTo>
                    <a:pt x="3108" y="1637"/>
                  </a:lnTo>
                  <a:lnTo>
                    <a:pt x="3087" y="1623"/>
                  </a:lnTo>
                  <a:lnTo>
                    <a:pt x="3066" y="1605"/>
                  </a:lnTo>
                  <a:lnTo>
                    <a:pt x="3046" y="1584"/>
                  </a:lnTo>
                  <a:lnTo>
                    <a:pt x="3027" y="1560"/>
                  </a:lnTo>
                  <a:lnTo>
                    <a:pt x="3011" y="1533"/>
                  </a:lnTo>
                  <a:lnTo>
                    <a:pt x="2994" y="1503"/>
                  </a:lnTo>
                  <a:lnTo>
                    <a:pt x="2980" y="1471"/>
                  </a:lnTo>
                  <a:lnTo>
                    <a:pt x="2968" y="1437"/>
                  </a:lnTo>
                  <a:lnTo>
                    <a:pt x="2958" y="1399"/>
                  </a:lnTo>
                  <a:lnTo>
                    <a:pt x="2950" y="1362"/>
                  </a:lnTo>
                  <a:lnTo>
                    <a:pt x="2944" y="1322"/>
                  </a:lnTo>
                  <a:lnTo>
                    <a:pt x="2940" y="1280"/>
                  </a:lnTo>
                  <a:lnTo>
                    <a:pt x="2939" y="1237"/>
                  </a:lnTo>
                  <a:lnTo>
                    <a:pt x="2940" y="1195"/>
                  </a:lnTo>
                  <a:lnTo>
                    <a:pt x="2944" y="1153"/>
                  </a:lnTo>
                  <a:lnTo>
                    <a:pt x="2950" y="1113"/>
                  </a:lnTo>
                  <a:lnTo>
                    <a:pt x="2958" y="1076"/>
                  </a:lnTo>
                  <a:lnTo>
                    <a:pt x="2968" y="1038"/>
                  </a:lnTo>
                  <a:lnTo>
                    <a:pt x="2980" y="1004"/>
                  </a:lnTo>
                  <a:lnTo>
                    <a:pt x="2994" y="971"/>
                  </a:lnTo>
                  <a:lnTo>
                    <a:pt x="3011" y="942"/>
                  </a:lnTo>
                  <a:lnTo>
                    <a:pt x="3027" y="915"/>
                  </a:lnTo>
                  <a:lnTo>
                    <a:pt x="3046" y="890"/>
                  </a:lnTo>
                  <a:lnTo>
                    <a:pt x="3066" y="869"/>
                  </a:lnTo>
                  <a:lnTo>
                    <a:pt x="3087" y="852"/>
                  </a:lnTo>
                  <a:lnTo>
                    <a:pt x="3108" y="838"/>
                  </a:lnTo>
                  <a:lnTo>
                    <a:pt x="3131" y="827"/>
                  </a:lnTo>
                  <a:lnTo>
                    <a:pt x="3155" y="821"/>
                  </a:lnTo>
                  <a:lnTo>
                    <a:pt x="3179" y="819"/>
                  </a:lnTo>
                  <a:close/>
                  <a:moveTo>
                    <a:pt x="3246" y="2144"/>
                  </a:moveTo>
                  <a:lnTo>
                    <a:pt x="3271" y="2146"/>
                  </a:lnTo>
                  <a:lnTo>
                    <a:pt x="3294" y="2152"/>
                  </a:lnTo>
                  <a:lnTo>
                    <a:pt x="3316" y="2162"/>
                  </a:lnTo>
                  <a:lnTo>
                    <a:pt x="3339" y="2176"/>
                  </a:lnTo>
                  <a:lnTo>
                    <a:pt x="3360" y="2194"/>
                  </a:lnTo>
                  <a:lnTo>
                    <a:pt x="3380" y="2215"/>
                  </a:lnTo>
                  <a:lnTo>
                    <a:pt x="3397" y="2240"/>
                  </a:lnTo>
                  <a:lnTo>
                    <a:pt x="3415" y="2267"/>
                  </a:lnTo>
                  <a:lnTo>
                    <a:pt x="3430" y="2296"/>
                  </a:lnTo>
                  <a:lnTo>
                    <a:pt x="3444" y="2329"/>
                  </a:lnTo>
                  <a:lnTo>
                    <a:pt x="3456" y="2363"/>
                  </a:lnTo>
                  <a:lnTo>
                    <a:pt x="3466" y="2400"/>
                  </a:lnTo>
                  <a:lnTo>
                    <a:pt x="3475" y="2438"/>
                  </a:lnTo>
                  <a:lnTo>
                    <a:pt x="3480" y="2478"/>
                  </a:lnTo>
                  <a:lnTo>
                    <a:pt x="3484" y="2520"/>
                  </a:lnTo>
                  <a:lnTo>
                    <a:pt x="3485" y="2562"/>
                  </a:lnTo>
                  <a:lnTo>
                    <a:pt x="3484" y="2604"/>
                  </a:lnTo>
                  <a:lnTo>
                    <a:pt x="3480" y="2647"/>
                  </a:lnTo>
                  <a:lnTo>
                    <a:pt x="3475" y="2686"/>
                  </a:lnTo>
                  <a:lnTo>
                    <a:pt x="3466" y="2725"/>
                  </a:lnTo>
                  <a:lnTo>
                    <a:pt x="3456" y="2762"/>
                  </a:lnTo>
                  <a:lnTo>
                    <a:pt x="3444" y="2796"/>
                  </a:lnTo>
                  <a:lnTo>
                    <a:pt x="3430" y="2828"/>
                  </a:lnTo>
                  <a:lnTo>
                    <a:pt x="3415" y="2858"/>
                  </a:lnTo>
                  <a:lnTo>
                    <a:pt x="3397" y="2886"/>
                  </a:lnTo>
                  <a:lnTo>
                    <a:pt x="3380" y="2909"/>
                  </a:lnTo>
                  <a:lnTo>
                    <a:pt x="3360" y="2930"/>
                  </a:lnTo>
                  <a:lnTo>
                    <a:pt x="3339" y="2949"/>
                  </a:lnTo>
                  <a:lnTo>
                    <a:pt x="3316" y="2963"/>
                  </a:lnTo>
                  <a:lnTo>
                    <a:pt x="3294" y="2974"/>
                  </a:lnTo>
                  <a:lnTo>
                    <a:pt x="3271" y="2980"/>
                  </a:lnTo>
                  <a:lnTo>
                    <a:pt x="3246" y="2982"/>
                  </a:lnTo>
                  <a:lnTo>
                    <a:pt x="3222" y="2980"/>
                  </a:lnTo>
                  <a:lnTo>
                    <a:pt x="3198" y="2974"/>
                  </a:lnTo>
                  <a:lnTo>
                    <a:pt x="3176" y="2963"/>
                  </a:lnTo>
                  <a:lnTo>
                    <a:pt x="3154" y="2949"/>
                  </a:lnTo>
                  <a:lnTo>
                    <a:pt x="3133" y="2930"/>
                  </a:lnTo>
                  <a:lnTo>
                    <a:pt x="3113" y="2909"/>
                  </a:lnTo>
                  <a:lnTo>
                    <a:pt x="3095" y="2886"/>
                  </a:lnTo>
                  <a:lnTo>
                    <a:pt x="3077" y="2858"/>
                  </a:lnTo>
                  <a:lnTo>
                    <a:pt x="3062" y="2828"/>
                  </a:lnTo>
                  <a:lnTo>
                    <a:pt x="3048" y="2796"/>
                  </a:lnTo>
                  <a:lnTo>
                    <a:pt x="3036" y="2762"/>
                  </a:lnTo>
                  <a:lnTo>
                    <a:pt x="3026" y="2725"/>
                  </a:lnTo>
                  <a:lnTo>
                    <a:pt x="3018" y="2686"/>
                  </a:lnTo>
                  <a:lnTo>
                    <a:pt x="3012" y="2647"/>
                  </a:lnTo>
                  <a:lnTo>
                    <a:pt x="3008" y="2604"/>
                  </a:lnTo>
                  <a:lnTo>
                    <a:pt x="3007" y="2562"/>
                  </a:lnTo>
                  <a:lnTo>
                    <a:pt x="3008" y="2520"/>
                  </a:lnTo>
                  <a:lnTo>
                    <a:pt x="3012" y="2478"/>
                  </a:lnTo>
                  <a:lnTo>
                    <a:pt x="3018" y="2438"/>
                  </a:lnTo>
                  <a:lnTo>
                    <a:pt x="3026" y="2400"/>
                  </a:lnTo>
                  <a:lnTo>
                    <a:pt x="3036" y="2363"/>
                  </a:lnTo>
                  <a:lnTo>
                    <a:pt x="3048" y="2329"/>
                  </a:lnTo>
                  <a:lnTo>
                    <a:pt x="3062" y="2296"/>
                  </a:lnTo>
                  <a:lnTo>
                    <a:pt x="3077" y="2267"/>
                  </a:lnTo>
                  <a:lnTo>
                    <a:pt x="3095" y="2240"/>
                  </a:lnTo>
                  <a:lnTo>
                    <a:pt x="3113" y="2215"/>
                  </a:lnTo>
                  <a:lnTo>
                    <a:pt x="3133" y="2194"/>
                  </a:lnTo>
                  <a:lnTo>
                    <a:pt x="3154" y="2176"/>
                  </a:lnTo>
                  <a:lnTo>
                    <a:pt x="3176" y="2162"/>
                  </a:lnTo>
                  <a:lnTo>
                    <a:pt x="3198" y="2152"/>
                  </a:lnTo>
                  <a:lnTo>
                    <a:pt x="3222" y="2146"/>
                  </a:lnTo>
                  <a:lnTo>
                    <a:pt x="3246" y="214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4418" name="Freeform 48"/>
            <p:cNvSpPr>
              <a:spLocks/>
            </p:cNvSpPr>
            <p:nvPr/>
          </p:nvSpPr>
          <p:spPr bwMode="auto">
            <a:xfrm>
              <a:off x="1267" y="1588"/>
              <a:ext cx="87" cy="52"/>
            </a:xfrm>
            <a:custGeom>
              <a:avLst/>
              <a:gdLst>
                <a:gd name="T0" fmla="*/ 3 w 437"/>
                <a:gd name="T1" fmla="*/ 2 h 260"/>
                <a:gd name="T2" fmla="*/ 3 w 437"/>
                <a:gd name="T3" fmla="*/ 2 h 260"/>
                <a:gd name="T4" fmla="*/ 3 w 437"/>
                <a:gd name="T5" fmla="*/ 2 h 260"/>
                <a:gd name="T6" fmla="*/ 3 w 437"/>
                <a:gd name="T7" fmla="*/ 2 h 260"/>
                <a:gd name="T8" fmla="*/ 3 w 437"/>
                <a:gd name="T9" fmla="*/ 1 h 260"/>
                <a:gd name="T10" fmla="*/ 3 w 437"/>
                <a:gd name="T11" fmla="*/ 1 h 260"/>
                <a:gd name="T12" fmla="*/ 3 w 437"/>
                <a:gd name="T13" fmla="*/ 1 h 260"/>
                <a:gd name="T14" fmla="*/ 3 w 437"/>
                <a:gd name="T15" fmla="*/ 1 h 260"/>
                <a:gd name="T16" fmla="*/ 3 w 437"/>
                <a:gd name="T17" fmla="*/ 1 h 260"/>
                <a:gd name="T18" fmla="*/ 2 w 437"/>
                <a:gd name="T19" fmla="*/ 1 h 260"/>
                <a:gd name="T20" fmla="*/ 2 w 437"/>
                <a:gd name="T21" fmla="*/ 0 h 260"/>
                <a:gd name="T22" fmla="*/ 2 w 437"/>
                <a:gd name="T23" fmla="*/ 0 h 260"/>
                <a:gd name="T24" fmla="*/ 2 w 437"/>
                <a:gd name="T25" fmla="*/ 0 h 260"/>
                <a:gd name="T26" fmla="*/ 1 w 437"/>
                <a:gd name="T27" fmla="*/ 0 h 260"/>
                <a:gd name="T28" fmla="*/ 1 w 437"/>
                <a:gd name="T29" fmla="*/ 0 h 260"/>
                <a:gd name="T30" fmla="*/ 1 w 437"/>
                <a:gd name="T31" fmla="*/ 0 h 260"/>
                <a:gd name="T32" fmla="*/ 0 w 437"/>
                <a:gd name="T33" fmla="*/ 0 h 260"/>
                <a:gd name="T34" fmla="*/ 0 w 437"/>
                <a:gd name="T35" fmla="*/ 0 h 260"/>
                <a:gd name="T36" fmla="*/ 0 w 437"/>
                <a:gd name="T37" fmla="*/ 0 h 260"/>
                <a:gd name="T38" fmla="*/ 0 w 437"/>
                <a:gd name="T39" fmla="*/ 0 h 260"/>
                <a:gd name="T40" fmla="*/ 1 w 437"/>
                <a:gd name="T41" fmla="*/ 0 h 260"/>
                <a:gd name="T42" fmla="*/ 1 w 437"/>
                <a:gd name="T43" fmla="*/ 0 h 260"/>
                <a:gd name="T44" fmla="*/ 1 w 437"/>
                <a:gd name="T45" fmla="*/ 0 h 260"/>
                <a:gd name="T46" fmla="*/ 2 w 437"/>
                <a:gd name="T47" fmla="*/ 0 h 260"/>
                <a:gd name="T48" fmla="*/ 2 w 437"/>
                <a:gd name="T49" fmla="*/ 0 h 260"/>
                <a:gd name="T50" fmla="*/ 2 w 437"/>
                <a:gd name="T51" fmla="*/ 1 h 260"/>
                <a:gd name="T52" fmla="*/ 2 w 437"/>
                <a:gd name="T53" fmla="*/ 1 h 260"/>
                <a:gd name="T54" fmla="*/ 3 w 437"/>
                <a:gd name="T55" fmla="*/ 1 h 260"/>
                <a:gd name="T56" fmla="*/ 3 w 437"/>
                <a:gd name="T57" fmla="*/ 1 h 260"/>
                <a:gd name="T58" fmla="*/ 3 w 437"/>
                <a:gd name="T59" fmla="*/ 1 h 260"/>
                <a:gd name="T60" fmla="*/ 3 w 437"/>
                <a:gd name="T61" fmla="*/ 1 h 260"/>
                <a:gd name="T62" fmla="*/ 3 w 437"/>
                <a:gd name="T63" fmla="*/ 1 h 260"/>
                <a:gd name="T64" fmla="*/ 3 w 437"/>
                <a:gd name="T65" fmla="*/ 2 h 260"/>
                <a:gd name="T66" fmla="*/ 3 w 437"/>
                <a:gd name="T67" fmla="*/ 2 h 260"/>
                <a:gd name="T68" fmla="*/ 3 w 437"/>
                <a:gd name="T69" fmla="*/ 2 h 260"/>
                <a:gd name="T70" fmla="*/ 3 w 437"/>
                <a:gd name="T71" fmla="*/ 2 h 260"/>
                <a:gd name="T72" fmla="*/ 3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437" y="260"/>
                  </a:moveTo>
                  <a:lnTo>
                    <a:pt x="437" y="260"/>
                  </a:lnTo>
                  <a:lnTo>
                    <a:pt x="434" y="233"/>
                  </a:lnTo>
                  <a:lnTo>
                    <a:pt x="427" y="206"/>
                  </a:lnTo>
                  <a:lnTo>
                    <a:pt x="417" y="181"/>
                  </a:lnTo>
                  <a:lnTo>
                    <a:pt x="401" y="157"/>
                  </a:lnTo>
                  <a:lnTo>
                    <a:pt x="383" y="133"/>
                  </a:lnTo>
                  <a:lnTo>
                    <a:pt x="360" y="113"/>
                  </a:lnTo>
                  <a:lnTo>
                    <a:pt x="336" y="93"/>
                  </a:lnTo>
                  <a:lnTo>
                    <a:pt x="308" y="73"/>
                  </a:lnTo>
                  <a:lnTo>
                    <a:pt x="276" y="58"/>
                  </a:lnTo>
                  <a:lnTo>
                    <a:pt x="242" y="43"/>
                  </a:lnTo>
                  <a:lnTo>
                    <a:pt x="207" y="30"/>
                  </a:lnTo>
                  <a:lnTo>
                    <a:pt x="168" y="19"/>
                  </a:lnTo>
                  <a:lnTo>
                    <a:pt x="128" y="11"/>
                  </a:lnTo>
                  <a:lnTo>
                    <a:pt x="87" y="4"/>
                  </a:lnTo>
                  <a:lnTo>
                    <a:pt x="43" y="1"/>
                  </a:lnTo>
                  <a:lnTo>
                    <a:pt x="0" y="0"/>
                  </a:lnTo>
                  <a:lnTo>
                    <a:pt x="0" y="11"/>
                  </a:lnTo>
                  <a:lnTo>
                    <a:pt x="43" y="12"/>
                  </a:lnTo>
                  <a:lnTo>
                    <a:pt x="85" y="16"/>
                  </a:lnTo>
                  <a:lnTo>
                    <a:pt x="126" y="23"/>
                  </a:lnTo>
                  <a:lnTo>
                    <a:pt x="166" y="31"/>
                  </a:lnTo>
                  <a:lnTo>
                    <a:pt x="202" y="42"/>
                  </a:lnTo>
                  <a:lnTo>
                    <a:pt x="237" y="55"/>
                  </a:lnTo>
                  <a:lnTo>
                    <a:pt x="271" y="70"/>
                  </a:lnTo>
                  <a:lnTo>
                    <a:pt x="301" y="85"/>
                  </a:lnTo>
                  <a:lnTo>
                    <a:pt x="329" y="103"/>
                  </a:lnTo>
                  <a:lnTo>
                    <a:pt x="353" y="123"/>
                  </a:lnTo>
                  <a:lnTo>
                    <a:pt x="373" y="143"/>
                  </a:lnTo>
                  <a:lnTo>
                    <a:pt x="392" y="164"/>
                  </a:lnTo>
                  <a:lnTo>
                    <a:pt x="405" y="186"/>
                  </a:lnTo>
                  <a:lnTo>
                    <a:pt x="415" y="211"/>
                  </a:lnTo>
                  <a:lnTo>
                    <a:pt x="422" y="235"/>
                  </a:lnTo>
                  <a:lnTo>
                    <a:pt x="425" y="260"/>
                  </a:lnTo>
                  <a:lnTo>
                    <a:pt x="437"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4419" name="Freeform 49"/>
            <p:cNvSpPr>
              <a:spLocks/>
            </p:cNvSpPr>
            <p:nvPr/>
          </p:nvSpPr>
          <p:spPr bwMode="auto">
            <a:xfrm>
              <a:off x="1267" y="1640"/>
              <a:ext cx="87" cy="52"/>
            </a:xfrm>
            <a:custGeom>
              <a:avLst/>
              <a:gdLst>
                <a:gd name="T0" fmla="*/ 0 w 437"/>
                <a:gd name="T1" fmla="*/ 2 h 260"/>
                <a:gd name="T2" fmla="*/ 0 w 437"/>
                <a:gd name="T3" fmla="*/ 2 h 260"/>
                <a:gd name="T4" fmla="*/ 0 w 437"/>
                <a:gd name="T5" fmla="*/ 2 h 260"/>
                <a:gd name="T6" fmla="*/ 1 w 437"/>
                <a:gd name="T7" fmla="*/ 2 h 260"/>
                <a:gd name="T8" fmla="*/ 1 w 437"/>
                <a:gd name="T9" fmla="*/ 2 h 260"/>
                <a:gd name="T10" fmla="*/ 1 w 437"/>
                <a:gd name="T11" fmla="*/ 2 h 260"/>
                <a:gd name="T12" fmla="*/ 2 w 437"/>
                <a:gd name="T13" fmla="*/ 2 h 260"/>
                <a:gd name="T14" fmla="*/ 2 w 437"/>
                <a:gd name="T15" fmla="*/ 2 h 260"/>
                <a:gd name="T16" fmla="*/ 2 w 437"/>
                <a:gd name="T17" fmla="*/ 2 h 260"/>
                <a:gd name="T18" fmla="*/ 2 w 437"/>
                <a:gd name="T19" fmla="*/ 1 h 260"/>
                <a:gd name="T20" fmla="*/ 3 w 437"/>
                <a:gd name="T21" fmla="*/ 1 h 260"/>
                <a:gd name="T22" fmla="*/ 3 w 437"/>
                <a:gd name="T23" fmla="*/ 1 h 260"/>
                <a:gd name="T24" fmla="*/ 3 w 437"/>
                <a:gd name="T25" fmla="*/ 1 h 260"/>
                <a:gd name="T26" fmla="*/ 3 w 437"/>
                <a:gd name="T27" fmla="*/ 1 h 260"/>
                <a:gd name="T28" fmla="*/ 3 w 437"/>
                <a:gd name="T29" fmla="*/ 1 h 260"/>
                <a:gd name="T30" fmla="*/ 3 w 437"/>
                <a:gd name="T31" fmla="*/ 0 h 260"/>
                <a:gd name="T32" fmla="*/ 3 w 437"/>
                <a:gd name="T33" fmla="*/ 0 h 260"/>
                <a:gd name="T34" fmla="*/ 3 w 437"/>
                <a:gd name="T35" fmla="*/ 0 h 260"/>
                <a:gd name="T36" fmla="*/ 3 w 437"/>
                <a:gd name="T37" fmla="*/ 0 h 260"/>
                <a:gd name="T38" fmla="*/ 3 w 437"/>
                <a:gd name="T39" fmla="*/ 0 h 260"/>
                <a:gd name="T40" fmla="*/ 3 w 437"/>
                <a:gd name="T41" fmla="*/ 0 h 260"/>
                <a:gd name="T42" fmla="*/ 3 w 437"/>
                <a:gd name="T43" fmla="*/ 1 h 260"/>
                <a:gd name="T44" fmla="*/ 3 w 437"/>
                <a:gd name="T45" fmla="*/ 1 h 260"/>
                <a:gd name="T46" fmla="*/ 3 w 437"/>
                <a:gd name="T47" fmla="*/ 1 h 260"/>
                <a:gd name="T48" fmla="*/ 3 w 437"/>
                <a:gd name="T49" fmla="*/ 1 h 260"/>
                <a:gd name="T50" fmla="*/ 3 w 437"/>
                <a:gd name="T51" fmla="*/ 1 h 260"/>
                <a:gd name="T52" fmla="*/ 2 w 437"/>
                <a:gd name="T53" fmla="*/ 1 h 260"/>
                <a:gd name="T54" fmla="*/ 2 w 437"/>
                <a:gd name="T55" fmla="*/ 2 h 260"/>
                <a:gd name="T56" fmla="*/ 2 w 437"/>
                <a:gd name="T57" fmla="*/ 2 h 260"/>
                <a:gd name="T58" fmla="*/ 2 w 437"/>
                <a:gd name="T59" fmla="*/ 2 h 260"/>
                <a:gd name="T60" fmla="*/ 1 w 437"/>
                <a:gd name="T61" fmla="*/ 2 h 260"/>
                <a:gd name="T62" fmla="*/ 1 w 437"/>
                <a:gd name="T63" fmla="*/ 2 h 260"/>
                <a:gd name="T64" fmla="*/ 1 w 437"/>
                <a:gd name="T65" fmla="*/ 2 h 260"/>
                <a:gd name="T66" fmla="*/ 0 w 437"/>
                <a:gd name="T67" fmla="*/ 2 h 260"/>
                <a:gd name="T68" fmla="*/ 0 w 437"/>
                <a:gd name="T69" fmla="*/ 2 h 260"/>
                <a:gd name="T70" fmla="*/ 0 w 437"/>
                <a:gd name="T71" fmla="*/ 2 h 260"/>
                <a:gd name="T72" fmla="*/ 0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0" y="260"/>
                  </a:moveTo>
                  <a:lnTo>
                    <a:pt x="0" y="260"/>
                  </a:lnTo>
                  <a:lnTo>
                    <a:pt x="43" y="259"/>
                  </a:lnTo>
                  <a:lnTo>
                    <a:pt x="87" y="255"/>
                  </a:lnTo>
                  <a:lnTo>
                    <a:pt x="128" y="248"/>
                  </a:lnTo>
                  <a:lnTo>
                    <a:pt x="168" y="240"/>
                  </a:lnTo>
                  <a:lnTo>
                    <a:pt x="207" y="230"/>
                  </a:lnTo>
                  <a:lnTo>
                    <a:pt x="242" y="217"/>
                  </a:lnTo>
                  <a:lnTo>
                    <a:pt x="276" y="202"/>
                  </a:lnTo>
                  <a:lnTo>
                    <a:pt x="308" y="185"/>
                  </a:lnTo>
                  <a:lnTo>
                    <a:pt x="336" y="166"/>
                  </a:lnTo>
                  <a:lnTo>
                    <a:pt x="360" y="146"/>
                  </a:lnTo>
                  <a:lnTo>
                    <a:pt x="383" y="125"/>
                  </a:lnTo>
                  <a:lnTo>
                    <a:pt x="401" y="102"/>
                  </a:lnTo>
                  <a:lnTo>
                    <a:pt x="417" y="77"/>
                  </a:lnTo>
                  <a:lnTo>
                    <a:pt x="427" y="53"/>
                  </a:lnTo>
                  <a:lnTo>
                    <a:pt x="434" y="27"/>
                  </a:lnTo>
                  <a:lnTo>
                    <a:pt x="437" y="0"/>
                  </a:lnTo>
                  <a:lnTo>
                    <a:pt x="425" y="0"/>
                  </a:lnTo>
                  <a:lnTo>
                    <a:pt x="422" y="24"/>
                  </a:lnTo>
                  <a:lnTo>
                    <a:pt x="415" y="48"/>
                  </a:lnTo>
                  <a:lnTo>
                    <a:pt x="405" y="73"/>
                  </a:lnTo>
                  <a:lnTo>
                    <a:pt x="392" y="95"/>
                  </a:lnTo>
                  <a:lnTo>
                    <a:pt x="373" y="116"/>
                  </a:lnTo>
                  <a:lnTo>
                    <a:pt x="353" y="137"/>
                  </a:lnTo>
                  <a:lnTo>
                    <a:pt x="329" y="157"/>
                  </a:lnTo>
                  <a:lnTo>
                    <a:pt x="301" y="173"/>
                  </a:lnTo>
                  <a:lnTo>
                    <a:pt x="271" y="190"/>
                  </a:lnTo>
                  <a:lnTo>
                    <a:pt x="237" y="205"/>
                  </a:lnTo>
                  <a:lnTo>
                    <a:pt x="202" y="218"/>
                  </a:lnTo>
                  <a:lnTo>
                    <a:pt x="166" y="228"/>
                  </a:lnTo>
                  <a:lnTo>
                    <a:pt x="126" y="237"/>
                  </a:lnTo>
                  <a:lnTo>
                    <a:pt x="85" y="244"/>
                  </a:lnTo>
                  <a:lnTo>
                    <a:pt x="43" y="247"/>
                  </a:lnTo>
                  <a:lnTo>
                    <a:pt x="0" y="248"/>
                  </a:lnTo>
                  <a:lnTo>
                    <a:pt x="0"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4420" name="Freeform 50"/>
            <p:cNvSpPr>
              <a:spLocks/>
            </p:cNvSpPr>
            <p:nvPr/>
          </p:nvSpPr>
          <p:spPr bwMode="auto">
            <a:xfrm>
              <a:off x="1179" y="1640"/>
              <a:ext cx="88" cy="52"/>
            </a:xfrm>
            <a:custGeom>
              <a:avLst/>
              <a:gdLst>
                <a:gd name="T0" fmla="*/ 0 w 439"/>
                <a:gd name="T1" fmla="*/ 0 h 260"/>
                <a:gd name="T2" fmla="*/ 0 w 439"/>
                <a:gd name="T3" fmla="*/ 0 h 260"/>
                <a:gd name="T4" fmla="*/ 0 w 439"/>
                <a:gd name="T5" fmla="*/ 0 h 260"/>
                <a:gd name="T6" fmla="*/ 0 w 439"/>
                <a:gd name="T7" fmla="*/ 0 h 260"/>
                <a:gd name="T8" fmla="*/ 0 w 439"/>
                <a:gd name="T9" fmla="*/ 1 h 260"/>
                <a:gd name="T10" fmla="*/ 0 w 439"/>
                <a:gd name="T11" fmla="*/ 1 h 260"/>
                <a:gd name="T12" fmla="*/ 0 w 439"/>
                <a:gd name="T13" fmla="*/ 1 h 260"/>
                <a:gd name="T14" fmla="*/ 1 w 439"/>
                <a:gd name="T15" fmla="*/ 1 h 260"/>
                <a:gd name="T16" fmla="*/ 1 w 439"/>
                <a:gd name="T17" fmla="*/ 1 h 260"/>
                <a:gd name="T18" fmla="*/ 1 w 439"/>
                <a:gd name="T19" fmla="*/ 1 h 260"/>
                <a:gd name="T20" fmla="*/ 1 w 439"/>
                <a:gd name="T21" fmla="*/ 2 h 260"/>
                <a:gd name="T22" fmla="*/ 2 w 439"/>
                <a:gd name="T23" fmla="*/ 2 h 260"/>
                <a:gd name="T24" fmla="*/ 2 w 439"/>
                <a:gd name="T25" fmla="*/ 2 h 260"/>
                <a:gd name="T26" fmla="*/ 2 w 439"/>
                <a:gd name="T27" fmla="*/ 2 h 260"/>
                <a:gd name="T28" fmla="*/ 2 w 439"/>
                <a:gd name="T29" fmla="*/ 2 h 260"/>
                <a:gd name="T30" fmla="*/ 3 w 439"/>
                <a:gd name="T31" fmla="*/ 2 h 260"/>
                <a:gd name="T32" fmla="*/ 3 w 439"/>
                <a:gd name="T33" fmla="*/ 2 h 260"/>
                <a:gd name="T34" fmla="*/ 4 w 439"/>
                <a:gd name="T35" fmla="*/ 2 h 260"/>
                <a:gd name="T36" fmla="*/ 4 w 439"/>
                <a:gd name="T37" fmla="*/ 2 h 260"/>
                <a:gd name="T38" fmla="*/ 3 w 439"/>
                <a:gd name="T39" fmla="*/ 2 h 260"/>
                <a:gd name="T40" fmla="*/ 3 w 439"/>
                <a:gd name="T41" fmla="*/ 2 h 260"/>
                <a:gd name="T42" fmla="*/ 3 w 439"/>
                <a:gd name="T43" fmla="*/ 2 h 260"/>
                <a:gd name="T44" fmla="*/ 2 w 439"/>
                <a:gd name="T45" fmla="*/ 2 h 260"/>
                <a:gd name="T46" fmla="*/ 2 w 439"/>
                <a:gd name="T47" fmla="*/ 2 h 260"/>
                <a:gd name="T48" fmla="*/ 2 w 439"/>
                <a:gd name="T49" fmla="*/ 2 h 260"/>
                <a:gd name="T50" fmla="*/ 1 w 439"/>
                <a:gd name="T51" fmla="*/ 2 h 260"/>
                <a:gd name="T52" fmla="*/ 1 w 439"/>
                <a:gd name="T53" fmla="*/ 1 h 260"/>
                <a:gd name="T54" fmla="*/ 1 w 439"/>
                <a:gd name="T55" fmla="*/ 1 h 260"/>
                <a:gd name="T56" fmla="*/ 1 w 439"/>
                <a:gd name="T57" fmla="*/ 1 h 260"/>
                <a:gd name="T58" fmla="*/ 1 w 439"/>
                <a:gd name="T59" fmla="*/ 1 h 260"/>
                <a:gd name="T60" fmla="*/ 0 w 439"/>
                <a:gd name="T61" fmla="*/ 1 h 260"/>
                <a:gd name="T62" fmla="*/ 0 w 439"/>
                <a:gd name="T63" fmla="*/ 1 h 260"/>
                <a:gd name="T64" fmla="*/ 0 w 439"/>
                <a:gd name="T65" fmla="*/ 0 h 260"/>
                <a:gd name="T66" fmla="*/ 0 w 439"/>
                <a:gd name="T67" fmla="*/ 0 h 260"/>
                <a:gd name="T68" fmla="*/ 0 w 439"/>
                <a:gd name="T69" fmla="*/ 0 h 260"/>
                <a:gd name="T70" fmla="*/ 0 w 439"/>
                <a:gd name="T71" fmla="*/ 0 h 260"/>
                <a:gd name="T72" fmla="*/ 0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0" y="0"/>
                  </a:moveTo>
                  <a:lnTo>
                    <a:pt x="0" y="0"/>
                  </a:lnTo>
                  <a:lnTo>
                    <a:pt x="3" y="27"/>
                  </a:lnTo>
                  <a:lnTo>
                    <a:pt x="10" y="53"/>
                  </a:lnTo>
                  <a:lnTo>
                    <a:pt x="20" y="77"/>
                  </a:lnTo>
                  <a:lnTo>
                    <a:pt x="35" y="102"/>
                  </a:lnTo>
                  <a:lnTo>
                    <a:pt x="54" y="125"/>
                  </a:lnTo>
                  <a:lnTo>
                    <a:pt x="76" y="146"/>
                  </a:lnTo>
                  <a:lnTo>
                    <a:pt x="102" y="166"/>
                  </a:lnTo>
                  <a:lnTo>
                    <a:pt x="130" y="185"/>
                  </a:lnTo>
                  <a:lnTo>
                    <a:pt x="162" y="202"/>
                  </a:lnTo>
                  <a:lnTo>
                    <a:pt x="195" y="217"/>
                  </a:lnTo>
                  <a:lnTo>
                    <a:pt x="231" y="230"/>
                  </a:lnTo>
                  <a:lnTo>
                    <a:pt x="270" y="240"/>
                  </a:lnTo>
                  <a:lnTo>
                    <a:pt x="310" y="248"/>
                  </a:lnTo>
                  <a:lnTo>
                    <a:pt x="351" y="255"/>
                  </a:lnTo>
                  <a:lnTo>
                    <a:pt x="395" y="259"/>
                  </a:lnTo>
                  <a:lnTo>
                    <a:pt x="439" y="260"/>
                  </a:lnTo>
                  <a:lnTo>
                    <a:pt x="439" y="248"/>
                  </a:lnTo>
                  <a:lnTo>
                    <a:pt x="395" y="247"/>
                  </a:lnTo>
                  <a:lnTo>
                    <a:pt x="353" y="244"/>
                  </a:lnTo>
                  <a:lnTo>
                    <a:pt x="312" y="237"/>
                  </a:lnTo>
                  <a:lnTo>
                    <a:pt x="272" y="228"/>
                  </a:lnTo>
                  <a:lnTo>
                    <a:pt x="236" y="218"/>
                  </a:lnTo>
                  <a:lnTo>
                    <a:pt x="200" y="205"/>
                  </a:lnTo>
                  <a:lnTo>
                    <a:pt x="167" y="190"/>
                  </a:lnTo>
                  <a:lnTo>
                    <a:pt x="137" y="173"/>
                  </a:lnTo>
                  <a:lnTo>
                    <a:pt x="109" y="157"/>
                  </a:lnTo>
                  <a:lnTo>
                    <a:pt x="84" y="137"/>
                  </a:lnTo>
                  <a:lnTo>
                    <a:pt x="64" y="116"/>
                  </a:lnTo>
                  <a:lnTo>
                    <a:pt x="45" y="95"/>
                  </a:lnTo>
                  <a:lnTo>
                    <a:pt x="32" y="73"/>
                  </a:lnTo>
                  <a:lnTo>
                    <a:pt x="21" y="48"/>
                  </a:lnTo>
                  <a:lnTo>
                    <a:pt x="14" y="24"/>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4421" name="Freeform 51"/>
            <p:cNvSpPr>
              <a:spLocks/>
            </p:cNvSpPr>
            <p:nvPr/>
          </p:nvSpPr>
          <p:spPr bwMode="auto">
            <a:xfrm>
              <a:off x="1179" y="1588"/>
              <a:ext cx="88" cy="52"/>
            </a:xfrm>
            <a:custGeom>
              <a:avLst/>
              <a:gdLst>
                <a:gd name="T0" fmla="*/ 4 w 439"/>
                <a:gd name="T1" fmla="*/ 0 h 260"/>
                <a:gd name="T2" fmla="*/ 4 w 439"/>
                <a:gd name="T3" fmla="*/ 0 h 260"/>
                <a:gd name="T4" fmla="*/ 3 w 439"/>
                <a:gd name="T5" fmla="*/ 0 h 260"/>
                <a:gd name="T6" fmla="*/ 3 w 439"/>
                <a:gd name="T7" fmla="*/ 0 h 260"/>
                <a:gd name="T8" fmla="*/ 2 w 439"/>
                <a:gd name="T9" fmla="*/ 0 h 260"/>
                <a:gd name="T10" fmla="*/ 2 w 439"/>
                <a:gd name="T11" fmla="*/ 0 h 260"/>
                <a:gd name="T12" fmla="*/ 2 w 439"/>
                <a:gd name="T13" fmla="*/ 0 h 260"/>
                <a:gd name="T14" fmla="*/ 2 w 439"/>
                <a:gd name="T15" fmla="*/ 0 h 260"/>
                <a:gd name="T16" fmla="*/ 1 w 439"/>
                <a:gd name="T17" fmla="*/ 0 h 260"/>
                <a:gd name="T18" fmla="*/ 1 w 439"/>
                <a:gd name="T19" fmla="*/ 1 h 260"/>
                <a:gd name="T20" fmla="*/ 1 w 439"/>
                <a:gd name="T21" fmla="*/ 1 h 260"/>
                <a:gd name="T22" fmla="*/ 1 w 439"/>
                <a:gd name="T23" fmla="*/ 1 h 260"/>
                <a:gd name="T24" fmla="*/ 0 w 439"/>
                <a:gd name="T25" fmla="*/ 1 h 260"/>
                <a:gd name="T26" fmla="*/ 0 w 439"/>
                <a:gd name="T27" fmla="*/ 1 h 260"/>
                <a:gd name="T28" fmla="*/ 0 w 439"/>
                <a:gd name="T29" fmla="*/ 1 h 260"/>
                <a:gd name="T30" fmla="*/ 0 w 439"/>
                <a:gd name="T31" fmla="*/ 2 h 260"/>
                <a:gd name="T32" fmla="*/ 0 w 439"/>
                <a:gd name="T33" fmla="*/ 2 h 260"/>
                <a:gd name="T34" fmla="*/ 0 w 439"/>
                <a:gd name="T35" fmla="*/ 2 h 260"/>
                <a:gd name="T36" fmla="*/ 0 w 439"/>
                <a:gd name="T37" fmla="*/ 2 h 260"/>
                <a:gd name="T38" fmla="*/ 0 w 439"/>
                <a:gd name="T39" fmla="*/ 2 h 260"/>
                <a:gd name="T40" fmla="*/ 0 w 439"/>
                <a:gd name="T41" fmla="*/ 2 h 260"/>
                <a:gd name="T42" fmla="*/ 0 w 439"/>
                <a:gd name="T43" fmla="*/ 1 h 260"/>
                <a:gd name="T44" fmla="*/ 0 w 439"/>
                <a:gd name="T45" fmla="*/ 1 h 260"/>
                <a:gd name="T46" fmla="*/ 1 w 439"/>
                <a:gd name="T47" fmla="*/ 1 h 260"/>
                <a:gd name="T48" fmla="*/ 1 w 439"/>
                <a:gd name="T49" fmla="*/ 1 h 260"/>
                <a:gd name="T50" fmla="*/ 1 w 439"/>
                <a:gd name="T51" fmla="*/ 1 h 260"/>
                <a:gd name="T52" fmla="*/ 1 w 439"/>
                <a:gd name="T53" fmla="*/ 1 h 260"/>
                <a:gd name="T54" fmla="*/ 1 w 439"/>
                <a:gd name="T55" fmla="*/ 1 h 260"/>
                <a:gd name="T56" fmla="*/ 2 w 439"/>
                <a:gd name="T57" fmla="*/ 0 h 260"/>
                <a:gd name="T58" fmla="*/ 2 w 439"/>
                <a:gd name="T59" fmla="*/ 0 h 260"/>
                <a:gd name="T60" fmla="*/ 2 w 439"/>
                <a:gd name="T61" fmla="*/ 0 h 260"/>
                <a:gd name="T62" fmla="*/ 3 w 439"/>
                <a:gd name="T63" fmla="*/ 0 h 260"/>
                <a:gd name="T64" fmla="*/ 3 w 439"/>
                <a:gd name="T65" fmla="*/ 0 h 260"/>
                <a:gd name="T66" fmla="*/ 3 w 439"/>
                <a:gd name="T67" fmla="*/ 0 h 260"/>
                <a:gd name="T68" fmla="*/ 4 w 439"/>
                <a:gd name="T69" fmla="*/ 0 h 260"/>
                <a:gd name="T70" fmla="*/ 4 w 439"/>
                <a:gd name="T71" fmla="*/ 0 h 260"/>
                <a:gd name="T72" fmla="*/ 4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439" y="0"/>
                  </a:moveTo>
                  <a:lnTo>
                    <a:pt x="439" y="0"/>
                  </a:lnTo>
                  <a:lnTo>
                    <a:pt x="395" y="1"/>
                  </a:lnTo>
                  <a:lnTo>
                    <a:pt x="351" y="4"/>
                  </a:lnTo>
                  <a:lnTo>
                    <a:pt x="310" y="11"/>
                  </a:lnTo>
                  <a:lnTo>
                    <a:pt x="270" y="19"/>
                  </a:lnTo>
                  <a:lnTo>
                    <a:pt x="231" y="30"/>
                  </a:lnTo>
                  <a:lnTo>
                    <a:pt x="195" y="43"/>
                  </a:lnTo>
                  <a:lnTo>
                    <a:pt x="162" y="58"/>
                  </a:lnTo>
                  <a:lnTo>
                    <a:pt x="130" y="73"/>
                  </a:lnTo>
                  <a:lnTo>
                    <a:pt x="102" y="93"/>
                  </a:lnTo>
                  <a:lnTo>
                    <a:pt x="76" y="113"/>
                  </a:lnTo>
                  <a:lnTo>
                    <a:pt x="54" y="133"/>
                  </a:lnTo>
                  <a:lnTo>
                    <a:pt x="35" y="157"/>
                  </a:lnTo>
                  <a:lnTo>
                    <a:pt x="20" y="181"/>
                  </a:lnTo>
                  <a:lnTo>
                    <a:pt x="10" y="206"/>
                  </a:lnTo>
                  <a:lnTo>
                    <a:pt x="3" y="233"/>
                  </a:lnTo>
                  <a:lnTo>
                    <a:pt x="0" y="260"/>
                  </a:lnTo>
                  <a:lnTo>
                    <a:pt x="12" y="260"/>
                  </a:lnTo>
                  <a:lnTo>
                    <a:pt x="14" y="235"/>
                  </a:lnTo>
                  <a:lnTo>
                    <a:pt x="21" y="211"/>
                  </a:lnTo>
                  <a:lnTo>
                    <a:pt x="32" y="186"/>
                  </a:lnTo>
                  <a:lnTo>
                    <a:pt x="45" y="164"/>
                  </a:lnTo>
                  <a:lnTo>
                    <a:pt x="64" y="143"/>
                  </a:lnTo>
                  <a:lnTo>
                    <a:pt x="84" y="123"/>
                  </a:lnTo>
                  <a:lnTo>
                    <a:pt x="109" y="103"/>
                  </a:lnTo>
                  <a:lnTo>
                    <a:pt x="137" y="85"/>
                  </a:lnTo>
                  <a:lnTo>
                    <a:pt x="167" y="70"/>
                  </a:lnTo>
                  <a:lnTo>
                    <a:pt x="200" y="55"/>
                  </a:lnTo>
                  <a:lnTo>
                    <a:pt x="236" y="42"/>
                  </a:lnTo>
                  <a:lnTo>
                    <a:pt x="272" y="31"/>
                  </a:lnTo>
                  <a:lnTo>
                    <a:pt x="312" y="23"/>
                  </a:lnTo>
                  <a:lnTo>
                    <a:pt x="353" y="16"/>
                  </a:lnTo>
                  <a:lnTo>
                    <a:pt x="395" y="12"/>
                  </a:lnTo>
                  <a:lnTo>
                    <a:pt x="439" y="11"/>
                  </a:lnTo>
                  <a:lnTo>
                    <a:pt x="439"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4422" name="Freeform 52"/>
            <p:cNvSpPr>
              <a:spLocks/>
            </p:cNvSpPr>
            <p:nvPr/>
          </p:nvSpPr>
          <p:spPr bwMode="auto">
            <a:xfrm>
              <a:off x="964" y="1745"/>
              <a:ext cx="48" cy="85"/>
            </a:xfrm>
            <a:custGeom>
              <a:avLst/>
              <a:gdLst>
                <a:gd name="T0" fmla="*/ 2 w 244"/>
                <a:gd name="T1" fmla="*/ 3 h 426"/>
                <a:gd name="T2" fmla="*/ 2 w 244"/>
                <a:gd name="T3" fmla="*/ 3 h 426"/>
                <a:gd name="T4" fmla="*/ 2 w 244"/>
                <a:gd name="T5" fmla="*/ 3 h 426"/>
                <a:gd name="T6" fmla="*/ 2 w 244"/>
                <a:gd name="T7" fmla="*/ 3 h 426"/>
                <a:gd name="T8" fmla="*/ 2 w 244"/>
                <a:gd name="T9" fmla="*/ 2 h 426"/>
                <a:gd name="T10" fmla="*/ 2 w 244"/>
                <a:gd name="T11" fmla="*/ 2 h 426"/>
                <a:gd name="T12" fmla="*/ 2 w 244"/>
                <a:gd name="T13" fmla="*/ 2 h 426"/>
                <a:gd name="T14" fmla="*/ 2 w 244"/>
                <a:gd name="T15" fmla="*/ 2 h 426"/>
                <a:gd name="T16" fmla="*/ 1 w 244"/>
                <a:gd name="T17" fmla="*/ 1 h 426"/>
                <a:gd name="T18" fmla="*/ 1 w 244"/>
                <a:gd name="T19" fmla="*/ 1 h 426"/>
                <a:gd name="T20" fmla="*/ 1 w 244"/>
                <a:gd name="T21" fmla="*/ 1 h 426"/>
                <a:gd name="T22" fmla="*/ 1 w 244"/>
                <a:gd name="T23" fmla="*/ 1 h 426"/>
                <a:gd name="T24" fmla="*/ 1 w 244"/>
                <a:gd name="T25" fmla="*/ 0 h 426"/>
                <a:gd name="T26" fmla="*/ 1 w 244"/>
                <a:gd name="T27" fmla="*/ 0 h 426"/>
                <a:gd name="T28" fmla="*/ 1 w 244"/>
                <a:gd name="T29" fmla="*/ 0 h 426"/>
                <a:gd name="T30" fmla="*/ 0 w 244"/>
                <a:gd name="T31" fmla="*/ 0 h 426"/>
                <a:gd name="T32" fmla="*/ 0 w 244"/>
                <a:gd name="T33" fmla="*/ 0 h 426"/>
                <a:gd name="T34" fmla="*/ 0 w 244"/>
                <a:gd name="T35" fmla="*/ 0 h 426"/>
                <a:gd name="T36" fmla="*/ 0 w 244"/>
                <a:gd name="T37" fmla="*/ 0 h 426"/>
                <a:gd name="T38" fmla="*/ 0 w 244"/>
                <a:gd name="T39" fmla="*/ 0 h 426"/>
                <a:gd name="T40" fmla="*/ 0 w 244"/>
                <a:gd name="T41" fmla="*/ 0 h 426"/>
                <a:gd name="T42" fmla="*/ 1 w 244"/>
                <a:gd name="T43" fmla="*/ 0 h 426"/>
                <a:gd name="T44" fmla="*/ 1 w 244"/>
                <a:gd name="T45" fmla="*/ 0 h 426"/>
                <a:gd name="T46" fmla="*/ 1 w 244"/>
                <a:gd name="T47" fmla="*/ 0 h 426"/>
                <a:gd name="T48" fmla="*/ 1 w 244"/>
                <a:gd name="T49" fmla="*/ 1 h 426"/>
                <a:gd name="T50" fmla="*/ 1 w 244"/>
                <a:gd name="T51" fmla="*/ 1 h 426"/>
                <a:gd name="T52" fmla="*/ 1 w 244"/>
                <a:gd name="T53" fmla="*/ 1 h 426"/>
                <a:gd name="T54" fmla="*/ 1 w 244"/>
                <a:gd name="T55" fmla="*/ 1 h 426"/>
                <a:gd name="T56" fmla="*/ 1 w 244"/>
                <a:gd name="T57" fmla="*/ 2 h 426"/>
                <a:gd name="T58" fmla="*/ 2 w 244"/>
                <a:gd name="T59" fmla="*/ 2 h 426"/>
                <a:gd name="T60" fmla="*/ 2 w 244"/>
                <a:gd name="T61" fmla="*/ 2 h 426"/>
                <a:gd name="T62" fmla="*/ 2 w 244"/>
                <a:gd name="T63" fmla="*/ 2 h 426"/>
                <a:gd name="T64" fmla="*/ 2 w 244"/>
                <a:gd name="T65" fmla="*/ 3 h 426"/>
                <a:gd name="T66" fmla="*/ 2 w 244"/>
                <a:gd name="T67" fmla="*/ 3 h 426"/>
                <a:gd name="T68" fmla="*/ 2 w 244"/>
                <a:gd name="T69" fmla="*/ 3 h 426"/>
                <a:gd name="T70" fmla="*/ 2 w 244"/>
                <a:gd name="T71" fmla="*/ 3 h 426"/>
                <a:gd name="T72" fmla="*/ 2 w 244"/>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6"/>
                <a:gd name="T113" fmla="*/ 244 w 244"/>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6">
                  <a:moveTo>
                    <a:pt x="244" y="426"/>
                  </a:moveTo>
                  <a:lnTo>
                    <a:pt x="244" y="426"/>
                  </a:lnTo>
                  <a:lnTo>
                    <a:pt x="243" y="383"/>
                  </a:lnTo>
                  <a:lnTo>
                    <a:pt x="240" y="340"/>
                  </a:lnTo>
                  <a:lnTo>
                    <a:pt x="234" y="300"/>
                  </a:lnTo>
                  <a:lnTo>
                    <a:pt x="226" y="262"/>
                  </a:lnTo>
                  <a:lnTo>
                    <a:pt x="215" y="224"/>
                  </a:lnTo>
                  <a:lnTo>
                    <a:pt x="203" y="189"/>
                  </a:lnTo>
                  <a:lnTo>
                    <a:pt x="189" y="157"/>
                  </a:lnTo>
                  <a:lnTo>
                    <a:pt x="174" y="126"/>
                  </a:lnTo>
                  <a:lnTo>
                    <a:pt x="155" y="99"/>
                  </a:lnTo>
                  <a:lnTo>
                    <a:pt x="138" y="74"/>
                  </a:lnTo>
                  <a:lnTo>
                    <a:pt x="118" y="52"/>
                  </a:lnTo>
                  <a:lnTo>
                    <a:pt x="96" y="34"/>
                  </a:lnTo>
                  <a:lnTo>
                    <a:pt x="73" y="19"/>
                  </a:lnTo>
                  <a:lnTo>
                    <a:pt x="50" y="8"/>
                  </a:lnTo>
                  <a:lnTo>
                    <a:pt x="25" y="2"/>
                  </a:lnTo>
                  <a:lnTo>
                    <a:pt x="0" y="0"/>
                  </a:lnTo>
                  <a:lnTo>
                    <a:pt x="0" y="12"/>
                  </a:lnTo>
                  <a:lnTo>
                    <a:pt x="23" y="14"/>
                  </a:lnTo>
                  <a:lnTo>
                    <a:pt x="45" y="20"/>
                  </a:lnTo>
                  <a:lnTo>
                    <a:pt x="66" y="31"/>
                  </a:lnTo>
                  <a:lnTo>
                    <a:pt x="89" y="43"/>
                  </a:lnTo>
                  <a:lnTo>
                    <a:pt x="109" y="61"/>
                  </a:lnTo>
                  <a:lnTo>
                    <a:pt x="129" y="81"/>
                  </a:lnTo>
                  <a:lnTo>
                    <a:pt x="146" y="106"/>
                  </a:lnTo>
                  <a:lnTo>
                    <a:pt x="162" y="133"/>
                  </a:lnTo>
                  <a:lnTo>
                    <a:pt x="178" y="162"/>
                  </a:lnTo>
                  <a:lnTo>
                    <a:pt x="192" y="194"/>
                  </a:lnTo>
                  <a:lnTo>
                    <a:pt x="203" y="229"/>
                  </a:lnTo>
                  <a:lnTo>
                    <a:pt x="214" y="264"/>
                  </a:lnTo>
                  <a:lnTo>
                    <a:pt x="222" y="303"/>
                  </a:lnTo>
                  <a:lnTo>
                    <a:pt x="228" y="342"/>
                  </a:lnTo>
                  <a:lnTo>
                    <a:pt x="232" y="383"/>
                  </a:lnTo>
                  <a:lnTo>
                    <a:pt x="233" y="426"/>
                  </a:lnTo>
                  <a:lnTo>
                    <a:pt x="244"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4423" name="Freeform 53"/>
            <p:cNvSpPr>
              <a:spLocks/>
            </p:cNvSpPr>
            <p:nvPr/>
          </p:nvSpPr>
          <p:spPr bwMode="auto">
            <a:xfrm>
              <a:off x="964" y="1830"/>
              <a:ext cx="48" cy="85"/>
            </a:xfrm>
            <a:custGeom>
              <a:avLst/>
              <a:gdLst>
                <a:gd name="T0" fmla="*/ 0 w 244"/>
                <a:gd name="T1" fmla="*/ 3 h 424"/>
                <a:gd name="T2" fmla="*/ 0 w 244"/>
                <a:gd name="T3" fmla="*/ 3 h 424"/>
                <a:gd name="T4" fmla="*/ 0 w 244"/>
                <a:gd name="T5" fmla="*/ 3 h 424"/>
                <a:gd name="T6" fmla="*/ 0 w 244"/>
                <a:gd name="T7" fmla="*/ 3 h 424"/>
                <a:gd name="T8" fmla="*/ 1 w 244"/>
                <a:gd name="T9" fmla="*/ 3 h 424"/>
                <a:gd name="T10" fmla="*/ 1 w 244"/>
                <a:gd name="T11" fmla="*/ 3 h 424"/>
                <a:gd name="T12" fmla="*/ 1 w 244"/>
                <a:gd name="T13" fmla="*/ 3 h 424"/>
                <a:gd name="T14" fmla="*/ 1 w 244"/>
                <a:gd name="T15" fmla="*/ 3 h 424"/>
                <a:gd name="T16" fmla="*/ 1 w 244"/>
                <a:gd name="T17" fmla="*/ 3 h 424"/>
                <a:gd name="T18" fmla="*/ 1 w 244"/>
                <a:gd name="T19" fmla="*/ 2 h 424"/>
                <a:gd name="T20" fmla="*/ 1 w 244"/>
                <a:gd name="T21" fmla="*/ 2 h 424"/>
                <a:gd name="T22" fmla="*/ 2 w 244"/>
                <a:gd name="T23" fmla="*/ 2 h 424"/>
                <a:gd name="T24" fmla="*/ 2 w 244"/>
                <a:gd name="T25" fmla="*/ 2 h 424"/>
                <a:gd name="T26" fmla="*/ 2 w 244"/>
                <a:gd name="T27" fmla="*/ 1 h 424"/>
                <a:gd name="T28" fmla="*/ 2 w 244"/>
                <a:gd name="T29" fmla="*/ 1 h 424"/>
                <a:gd name="T30" fmla="*/ 2 w 244"/>
                <a:gd name="T31" fmla="*/ 1 h 424"/>
                <a:gd name="T32" fmla="*/ 2 w 244"/>
                <a:gd name="T33" fmla="*/ 0 h 424"/>
                <a:gd name="T34" fmla="*/ 2 w 244"/>
                <a:gd name="T35" fmla="*/ 0 h 424"/>
                <a:gd name="T36" fmla="*/ 2 w 244"/>
                <a:gd name="T37" fmla="*/ 0 h 424"/>
                <a:gd name="T38" fmla="*/ 2 w 244"/>
                <a:gd name="T39" fmla="*/ 0 h 424"/>
                <a:gd name="T40" fmla="*/ 2 w 244"/>
                <a:gd name="T41" fmla="*/ 1 h 424"/>
                <a:gd name="T42" fmla="*/ 2 w 244"/>
                <a:gd name="T43" fmla="*/ 1 h 424"/>
                <a:gd name="T44" fmla="*/ 2 w 244"/>
                <a:gd name="T45" fmla="*/ 1 h 424"/>
                <a:gd name="T46" fmla="*/ 2 w 244"/>
                <a:gd name="T47" fmla="*/ 2 h 424"/>
                <a:gd name="T48" fmla="*/ 1 w 244"/>
                <a:gd name="T49" fmla="*/ 2 h 424"/>
                <a:gd name="T50" fmla="*/ 1 w 244"/>
                <a:gd name="T51" fmla="*/ 2 h 424"/>
                <a:gd name="T52" fmla="*/ 1 w 244"/>
                <a:gd name="T53" fmla="*/ 2 h 424"/>
                <a:gd name="T54" fmla="*/ 1 w 244"/>
                <a:gd name="T55" fmla="*/ 3 h 424"/>
                <a:gd name="T56" fmla="*/ 1 w 244"/>
                <a:gd name="T57" fmla="*/ 3 h 424"/>
                <a:gd name="T58" fmla="*/ 1 w 244"/>
                <a:gd name="T59" fmla="*/ 3 h 424"/>
                <a:gd name="T60" fmla="*/ 1 w 244"/>
                <a:gd name="T61" fmla="*/ 3 h 424"/>
                <a:gd name="T62" fmla="*/ 1 w 244"/>
                <a:gd name="T63" fmla="*/ 3 h 424"/>
                <a:gd name="T64" fmla="*/ 0 w 244"/>
                <a:gd name="T65" fmla="*/ 3 h 424"/>
                <a:gd name="T66" fmla="*/ 0 w 244"/>
                <a:gd name="T67" fmla="*/ 3 h 424"/>
                <a:gd name="T68" fmla="*/ 0 w 244"/>
                <a:gd name="T69" fmla="*/ 3 h 424"/>
                <a:gd name="T70" fmla="*/ 0 w 244"/>
                <a:gd name="T71" fmla="*/ 3 h 424"/>
                <a:gd name="T72" fmla="*/ 0 w 244"/>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4"/>
                <a:gd name="T113" fmla="*/ 244 w 244"/>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4">
                  <a:moveTo>
                    <a:pt x="0" y="424"/>
                  </a:moveTo>
                  <a:lnTo>
                    <a:pt x="0" y="424"/>
                  </a:lnTo>
                  <a:lnTo>
                    <a:pt x="25" y="422"/>
                  </a:lnTo>
                  <a:lnTo>
                    <a:pt x="50" y="416"/>
                  </a:lnTo>
                  <a:lnTo>
                    <a:pt x="73" y="405"/>
                  </a:lnTo>
                  <a:lnTo>
                    <a:pt x="96" y="390"/>
                  </a:lnTo>
                  <a:lnTo>
                    <a:pt x="118" y="373"/>
                  </a:lnTo>
                  <a:lnTo>
                    <a:pt x="138" y="350"/>
                  </a:lnTo>
                  <a:lnTo>
                    <a:pt x="155" y="326"/>
                  </a:lnTo>
                  <a:lnTo>
                    <a:pt x="173" y="299"/>
                  </a:lnTo>
                  <a:lnTo>
                    <a:pt x="189" y="268"/>
                  </a:lnTo>
                  <a:lnTo>
                    <a:pt x="203" y="235"/>
                  </a:lnTo>
                  <a:lnTo>
                    <a:pt x="215" y="201"/>
                  </a:lnTo>
                  <a:lnTo>
                    <a:pt x="226" y="163"/>
                  </a:lnTo>
                  <a:lnTo>
                    <a:pt x="234" y="125"/>
                  </a:lnTo>
                  <a:lnTo>
                    <a:pt x="240" y="85"/>
                  </a:lnTo>
                  <a:lnTo>
                    <a:pt x="243" y="42"/>
                  </a:lnTo>
                  <a:lnTo>
                    <a:pt x="244" y="0"/>
                  </a:lnTo>
                  <a:lnTo>
                    <a:pt x="233" y="0"/>
                  </a:lnTo>
                  <a:lnTo>
                    <a:pt x="232" y="42"/>
                  </a:lnTo>
                  <a:lnTo>
                    <a:pt x="228" y="83"/>
                  </a:lnTo>
                  <a:lnTo>
                    <a:pt x="222" y="123"/>
                  </a:lnTo>
                  <a:lnTo>
                    <a:pt x="214" y="160"/>
                  </a:lnTo>
                  <a:lnTo>
                    <a:pt x="203" y="197"/>
                  </a:lnTo>
                  <a:lnTo>
                    <a:pt x="192" y="231"/>
                  </a:lnTo>
                  <a:lnTo>
                    <a:pt x="178" y="263"/>
                  </a:lnTo>
                  <a:lnTo>
                    <a:pt x="164" y="292"/>
                  </a:lnTo>
                  <a:lnTo>
                    <a:pt x="146" y="319"/>
                  </a:lnTo>
                  <a:lnTo>
                    <a:pt x="129" y="343"/>
                  </a:lnTo>
                  <a:lnTo>
                    <a:pt x="109" y="363"/>
                  </a:lnTo>
                  <a:lnTo>
                    <a:pt x="89" y="381"/>
                  </a:lnTo>
                  <a:lnTo>
                    <a:pt x="66" y="394"/>
                  </a:lnTo>
                  <a:lnTo>
                    <a:pt x="45" y="404"/>
                  </a:lnTo>
                  <a:lnTo>
                    <a:pt x="23" y="410"/>
                  </a:lnTo>
                  <a:lnTo>
                    <a:pt x="0" y="412"/>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4424" name="Freeform 54"/>
            <p:cNvSpPr>
              <a:spLocks/>
            </p:cNvSpPr>
            <p:nvPr/>
          </p:nvSpPr>
          <p:spPr bwMode="auto">
            <a:xfrm>
              <a:off x="915" y="1830"/>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1" y="42"/>
                  </a:lnTo>
                  <a:lnTo>
                    <a:pt x="4" y="85"/>
                  </a:lnTo>
                  <a:lnTo>
                    <a:pt x="10" y="125"/>
                  </a:lnTo>
                  <a:lnTo>
                    <a:pt x="19" y="163"/>
                  </a:lnTo>
                  <a:lnTo>
                    <a:pt x="29" y="201"/>
                  </a:lnTo>
                  <a:lnTo>
                    <a:pt x="41" y="235"/>
                  </a:lnTo>
                  <a:lnTo>
                    <a:pt x="55" y="268"/>
                  </a:lnTo>
                  <a:lnTo>
                    <a:pt x="71" y="299"/>
                  </a:lnTo>
                  <a:lnTo>
                    <a:pt x="89" y="326"/>
                  </a:lnTo>
                  <a:lnTo>
                    <a:pt x="106" y="350"/>
                  </a:lnTo>
                  <a:lnTo>
                    <a:pt x="126" y="373"/>
                  </a:lnTo>
                  <a:lnTo>
                    <a:pt x="149" y="390"/>
                  </a:lnTo>
                  <a:lnTo>
                    <a:pt x="171" y="405"/>
                  </a:lnTo>
                  <a:lnTo>
                    <a:pt x="194" y="416"/>
                  </a:lnTo>
                  <a:lnTo>
                    <a:pt x="219" y="422"/>
                  </a:lnTo>
                  <a:lnTo>
                    <a:pt x="245" y="424"/>
                  </a:lnTo>
                  <a:lnTo>
                    <a:pt x="245" y="412"/>
                  </a:lnTo>
                  <a:lnTo>
                    <a:pt x="221" y="410"/>
                  </a:lnTo>
                  <a:lnTo>
                    <a:pt x="199" y="404"/>
                  </a:lnTo>
                  <a:lnTo>
                    <a:pt x="178" y="394"/>
                  </a:lnTo>
                  <a:lnTo>
                    <a:pt x="156" y="381"/>
                  </a:lnTo>
                  <a:lnTo>
                    <a:pt x="136" y="363"/>
                  </a:lnTo>
                  <a:lnTo>
                    <a:pt x="116" y="343"/>
                  </a:lnTo>
                  <a:lnTo>
                    <a:pt x="98" y="319"/>
                  </a:lnTo>
                  <a:lnTo>
                    <a:pt x="81" y="292"/>
                  </a:lnTo>
                  <a:lnTo>
                    <a:pt x="67" y="263"/>
                  </a:lnTo>
                  <a:lnTo>
                    <a:pt x="52" y="231"/>
                  </a:lnTo>
                  <a:lnTo>
                    <a:pt x="41" y="197"/>
                  </a:lnTo>
                  <a:lnTo>
                    <a:pt x="30" y="160"/>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4425" name="Freeform 55"/>
            <p:cNvSpPr>
              <a:spLocks/>
            </p:cNvSpPr>
            <p:nvPr/>
          </p:nvSpPr>
          <p:spPr bwMode="auto">
            <a:xfrm>
              <a:off x="915" y="1745"/>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0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19" y="2"/>
                  </a:lnTo>
                  <a:lnTo>
                    <a:pt x="194" y="8"/>
                  </a:lnTo>
                  <a:lnTo>
                    <a:pt x="171" y="19"/>
                  </a:lnTo>
                  <a:lnTo>
                    <a:pt x="149" y="34"/>
                  </a:lnTo>
                  <a:lnTo>
                    <a:pt x="126" y="52"/>
                  </a:lnTo>
                  <a:lnTo>
                    <a:pt x="106" y="74"/>
                  </a:lnTo>
                  <a:lnTo>
                    <a:pt x="89" y="99"/>
                  </a:lnTo>
                  <a:lnTo>
                    <a:pt x="70" y="126"/>
                  </a:lnTo>
                  <a:lnTo>
                    <a:pt x="55" y="157"/>
                  </a:lnTo>
                  <a:lnTo>
                    <a:pt x="41" y="189"/>
                  </a:lnTo>
                  <a:lnTo>
                    <a:pt x="29" y="224"/>
                  </a:lnTo>
                  <a:lnTo>
                    <a:pt x="19" y="262"/>
                  </a:lnTo>
                  <a:lnTo>
                    <a:pt x="10" y="300"/>
                  </a:lnTo>
                  <a:lnTo>
                    <a:pt x="4" y="340"/>
                  </a:lnTo>
                  <a:lnTo>
                    <a:pt x="1" y="383"/>
                  </a:lnTo>
                  <a:lnTo>
                    <a:pt x="0" y="426"/>
                  </a:lnTo>
                  <a:lnTo>
                    <a:pt x="11" y="426"/>
                  </a:lnTo>
                  <a:lnTo>
                    <a:pt x="13" y="383"/>
                  </a:lnTo>
                  <a:lnTo>
                    <a:pt x="16" y="342"/>
                  </a:lnTo>
                  <a:lnTo>
                    <a:pt x="22" y="303"/>
                  </a:lnTo>
                  <a:lnTo>
                    <a:pt x="30" y="264"/>
                  </a:lnTo>
                  <a:lnTo>
                    <a:pt x="41" y="229"/>
                  </a:lnTo>
                  <a:lnTo>
                    <a:pt x="52" y="194"/>
                  </a:lnTo>
                  <a:lnTo>
                    <a:pt x="67" y="162"/>
                  </a:lnTo>
                  <a:lnTo>
                    <a:pt x="82" y="133"/>
                  </a:lnTo>
                  <a:lnTo>
                    <a:pt x="98" y="106"/>
                  </a:lnTo>
                  <a:lnTo>
                    <a:pt x="116" y="81"/>
                  </a:lnTo>
                  <a:lnTo>
                    <a:pt x="136" y="61"/>
                  </a:lnTo>
                  <a:lnTo>
                    <a:pt x="156" y="43"/>
                  </a:lnTo>
                  <a:lnTo>
                    <a:pt x="178" y="31"/>
                  </a:lnTo>
                  <a:lnTo>
                    <a:pt x="199" y="20"/>
                  </a:lnTo>
                  <a:lnTo>
                    <a:pt x="221"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4426" name="Freeform 56"/>
            <p:cNvSpPr>
              <a:spLocks/>
            </p:cNvSpPr>
            <p:nvPr/>
          </p:nvSpPr>
          <p:spPr bwMode="auto">
            <a:xfrm>
              <a:off x="1140" y="2087"/>
              <a:ext cx="49" cy="85"/>
            </a:xfrm>
            <a:custGeom>
              <a:avLst/>
              <a:gdLst>
                <a:gd name="T0" fmla="*/ 2 w 246"/>
                <a:gd name="T1" fmla="*/ 3 h 424"/>
                <a:gd name="T2" fmla="*/ 2 w 246"/>
                <a:gd name="T3" fmla="*/ 3 h 424"/>
                <a:gd name="T4" fmla="*/ 2 w 246"/>
                <a:gd name="T5" fmla="*/ 3 h 424"/>
                <a:gd name="T6" fmla="*/ 2 w 246"/>
                <a:gd name="T7" fmla="*/ 3 h 424"/>
                <a:gd name="T8" fmla="*/ 2 w 246"/>
                <a:gd name="T9" fmla="*/ 2 h 424"/>
                <a:gd name="T10" fmla="*/ 2 w 246"/>
                <a:gd name="T11" fmla="*/ 2 h 424"/>
                <a:gd name="T12" fmla="*/ 2 w 246"/>
                <a:gd name="T13" fmla="*/ 2 h 424"/>
                <a:gd name="T14" fmla="*/ 2 w 246"/>
                <a:gd name="T15" fmla="*/ 2 h 424"/>
                <a:gd name="T16" fmla="*/ 2 w 246"/>
                <a:gd name="T17" fmla="*/ 1 h 424"/>
                <a:gd name="T18" fmla="*/ 1 w 246"/>
                <a:gd name="T19" fmla="*/ 1 h 424"/>
                <a:gd name="T20" fmla="*/ 1 w 246"/>
                <a:gd name="T21" fmla="*/ 1 h 424"/>
                <a:gd name="T22" fmla="*/ 1 w 246"/>
                <a:gd name="T23" fmla="*/ 1 h 424"/>
                <a:gd name="T24" fmla="*/ 1 w 246"/>
                <a:gd name="T25" fmla="*/ 0 h 424"/>
                <a:gd name="T26" fmla="*/ 1 w 246"/>
                <a:gd name="T27" fmla="*/ 0 h 424"/>
                <a:gd name="T28" fmla="*/ 1 w 246"/>
                <a:gd name="T29" fmla="*/ 0 h 424"/>
                <a:gd name="T30" fmla="*/ 0 w 246"/>
                <a:gd name="T31" fmla="*/ 0 h 424"/>
                <a:gd name="T32" fmla="*/ 0 w 246"/>
                <a:gd name="T33" fmla="*/ 0 h 424"/>
                <a:gd name="T34" fmla="*/ 0 w 246"/>
                <a:gd name="T35" fmla="*/ 0 h 424"/>
                <a:gd name="T36" fmla="*/ 0 w 246"/>
                <a:gd name="T37" fmla="*/ 0 h 424"/>
                <a:gd name="T38" fmla="*/ 0 w 246"/>
                <a:gd name="T39" fmla="*/ 0 h 424"/>
                <a:gd name="T40" fmla="*/ 0 w 246"/>
                <a:gd name="T41" fmla="*/ 0 h 424"/>
                <a:gd name="T42" fmla="*/ 1 w 246"/>
                <a:gd name="T43" fmla="*/ 0 h 424"/>
                <a:gd name="T44" fmla="*/ 1 w 246"/>
                <a:gd name="T45" fmla="*/ 0 h 424"/>
                <a:gd name="T46" fmla="*/ 1 w 246"/>
                <a:gd name="T47" fmla="*/ 0 h 424"/>
                <a:gd name="T48" fmla="*/ 1 w 246"/>
                <a:gd name="T49" fmla="*/ 1 h 424"/>
                <a:gd name="T50" fmla="*/ 1 w 246"/>
                <a:gd name="T51" fmla="*/ 1 h 424"/>
                <a:gd name="T52" fmla="*/ 1 w 246"/>
                <a:gd name="T53" fmla="*/ 1 h 424"/>
                <a:gd name="T54" fmla="*/ 1 w 246"/>
                <a:gd name="T55" fmla="*/ 1 h 424"/>
                <a:gd name="T56" fmla="*/ 2 w 246"/>
                <a:gd name="T57" fmla="*/ 2 h 424"/>
                <a:gd name="T58" fmla="*/ 2 w 246"/>
                <a:gd name="T59" fmla="*/ 2 h 424"/>
                <a:gd name="T60" fmla="*/ 2 w 246"/>
                <a:gd name="T61" fmla="*/ 2 h 424"/>
                <a:gd name="T62" fmla="*/ 2 w 246"/>
                <a:gd name="T63" fmla="*/ 2 h 424"/>
                <a:gd name="T64" fmla="*/ 2 w 246"/>
                <a:gd name="T65" fmla="*/ 3 h 424"/>
                <a:gd name="T66" fmla="*/ 2 w 246"/>
                <a:gd name="T67" fmla="*/ 3 h 424"/>
                <a:gd name="T68" fmla="*/ 2 w 246"/>
                <a:gd name="T69" fmla="*/ 3 h 424"/>
                <a:gd name="T70" fmla="*/ 2 w 246"/>
                <a:gd name="T71" fmla="*/ 3 h 424"/>
                <a:gd name="T72" fmla="*/ 2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424"/>
                  </a:moveTo>
                  <a:lnTo>
                    <a:pt x="246" y="424"/>
                  </a:lnTo>
                  <a:lnTo>
                    <a:pt x="244" y="382"/>
                  </a:lnTo>
                  <a:lnTo>
                    <a:pt x="241" y="338"/>
                  </a:lnTo>
                  <a:lnTo>
                    <a:pt x="235" y="298"/>
                  </a:lnTo>
                  <a:lnTo>
                    <a:pt x="227" y="261"/>
                  </a:lnTo>
                  <a:lnTo>
                    <a:pt x="216" y="222"/>
                  </a:lnTo>
                  <a:lnTo>
                    <a:pt x="205" y="188"/>
                  </a:lnTo>
                  <a:lnTo>
                    <a:pt x="190" y="155"/>
                  </a:lnTo>
                  <a:lnTo>
                    <a:pt x="174" y="125"/>
                  </a:lnTo>
                  <a:lnTo>
                    <a:pt x="157" y="98"/>
                  </a:lnTo>
                  <a:lnTo>
                    <a:pt x="138" y="73"/>
                  </a:lnTo>
                  <a:lnTo>
                    <a:pt x="118" y="51"/>
                  </a:lnTo>
                  <a:lnTo>
                    <a:pt x="96" y="34"/>
                  </a:lnTo>
                  <a:lnTo>
                    <a:pt x="74" y="18"/>
                  </a:lnTo>
                  <a:lnTo>
                    <a:pt x="50" y="8"/>
                  </a:lnTo>
                  <a:lnTo>
                    <a:pt x="25" y="2"/>
                  </a:lnTo>
                  <a:lnTo>
                    <a:pt x="0" y="0"/>
                  </a:lnTo>
                  <a:lnTo>
                    <a:pt x="0" y="11"/>
                  </a:lnTo>
                  <a:lnTo>
                    <a:pt x="23" y="14"/>
                  </a:lnTo>
                  <a:lnTo>
                    <a:pt x="45" y="19"/>
                  </a:lnTo>
                  <a:lnTo>
                    <a:pt x="67" y="30"/>
                  </a:lnTo>
                  <a:lnTo>
                    <a:pt x="89" y="43"/>
                  </a:lnTo>
                  <a:lnTo>
                    <a:pt x="108" y="60"/>
                  </a:lnTo>
                  <a:lnTo>
                    <a:pt x="128" y="80"/>
                  </a:lnTo>
                  <a:lnTo>
                    <a:pt x="147" y="105"/>
                  </a:lnTo>
                  <a:lnTo>
                    <a:pt x="165" y="132"/>
                  </a:lnTo>
                  <a:lnTo>
                    <a:pt x="179" y="160"/>
                  </a:lnTo>
                  <a:lnTo>
                    <a:pt x="193" y="193"/>
                  </a:lnTo>
                  <a:lnTo>
                    <a:pt x="205" y="227"/>
                  </a:lnTo>
                  <a:lnTo>
                    <a:pt x="215" y="263"/>
                  </a:lnTo>
                  <a:lnTo>
                    <a:pt x="223" y="301"/>
                  </a:lnTo>
                  <a:lnTo>
                    <a:pt x="229" y="341"/>
                  </a:lnTo>
                  <a:lnTo>
                    <a:pt x="233" y="382"/>
                  </a:lnTo>
                  <a:lnTo>
                    <a:pt x="234" y="424"/>
                  </a:lnTo>
                  <a:lnTo>
                    <a:pt x="246"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4427" name="Freeform 57"/>
            <p:cNvSpPr>
              <a:spLocks/>
            </p:cNvSpPr>
            <p:nvPr/>
          </p:nvSpPr>
          <p:spPr bwMode="auto">
            <a:xfrm>
              <a:off x="1140" y="2172"/>
              <a:ext cx="49" cy="85"/>
            </a:xfrm>
            <a:custGeom>
              <a:avLst/>
              <a:gdLst>
                <a:gd name="T0" fmla="*/ 0 w 246"/>
                <a:gd name="T1" fmla="*/ 3 h 426"/>
                <a:gd name="T2" fmla="*/ 0 w 246"/>
                <a:gd name="T3" fmla="*/ 3 h 426"/>
                <a:gd name="T4" fmla="*/ 0 w 246"/>
                <a:gd name="T5" fmla="*/ 3 h 426"/>
                <a:gd name="T6" fmla="*/ 0 w 246"/>
                <a:gd name="T7" fmla="*/ 3 h 426"/>
                <a:gd name="T8" fmla="*/ 1 w 246"/>
                <a:gd name="T9" fmla="*/ 3 h 426"/>
                <a:gd name="T10" fmla="*/ 1 w 246"/>
                <a:gd name="T11" fmla="*/ 3 h 426"/>
                <a:gd name="T12" fmla="*/ 1 w 246"/>
                <a:gd name="T13" fmla="*/ 3 h 426"/>
                <a:gd name="T14" fmla="*/ 1 w 246"/>
                <a:gd name="T15" fmla="*/ 3 h 426"/>
                <a:gd name="T16" fmla="*/ 1 w 246"/>
                <a:gd name="T17" fmla="*/ 3 h 426"/>
                <a:gd name="T18" fmla="*/ 1 w 246"/>
                <a:gd name="T19" fmla="*/ 2 h 426"/>
                <a:gd name="T20" fmla="*/ 2 w 246"/>
                <a:gd name="T21" fmla="*/ 2 h 426"/>
                <a:gd name="T22" fmla="*/ 2 w 246"/>
                <a:gd name="T23" fmla="*/ 2 h 426"/>
                <a:gd name="T24" fmla="*/ 2 w 246"/>
                <a:gd name="T25" fmla="*/ 2 h 426"/>
                <a:gd name="T26" fmla="*/ 2 w 246"/>
                <a:gd name="T27" fmla="*/ 1 h 426"/>
                <a:gd name="T28" fmla="*/ 2 w 246"/>
                <a:gd name="T29" fmla="*/ 1 h 426"/>
                <a:gd name="T30" fmla="*/ 2 w 246"/>
                <a:gd name="T31" fmla="*/ 1 h 426"/>
                <a:gd name="T32" fmla="*/ 2 w 246"/>
                <a:gd name="T33" fmla="*/ 0 h 426"/>
                <a:gd name="T34" fmla="*/ 2 w 246"/>
                <a:gd name="T35" fmla="*/ 0 h 426"/>
                <a:gd name="T36" fmla="*/ 2 w 246"/>
                <a:gd name="T37" fmla="*/ 0 h 426"/>
                <a:gd name="T38" fmla="*/ 2 w 246"/>
                <a:gd name="T39" fmla="*/ 0 h 426"/>
                <a:gd name="T40" fmla="*/ 2 w 246"/>
                <a:gd name="T41" fmla="*/ 1 h 426"/>
                <a:gd name="T42" fmla="*/ 2 w 246"/>
                <a:gd name="T43" fmla="*/ 1 h 426"/>
                <a:gd name="T44" fmla="*/ 2 w 246"/>
                <a:gd name="T45" fmla="*/ 1 h 426"/>
                <a:gd name="T46" fmla="*/ 2 w 246"/>
                <a:gd name="T47" fmla="*/ 2 h 426"/>
                <a:gd name="T48" fmla="*/ 2 w 246"/>
                <a:gd name="T49" fmla="*/ 2 h 426"/>
                <a:gd name="T50" fmla="*/ 1 w 246"/>
                <a:gd name="T51" fmla="*/ 2 h 426"/>
                <a:gd name="T52" fmla="*/ 1 w 246"/>
                <a:gd name="T53" fmla="*/ 2 h 426"/>
                <a:gd name="T54" fmla="*/ 1 w 246"/>
                <a:gd name="T55" fmla="*/ 3 h 426"/>
                <a:gd name="T56" fmla="*/ 1 w 246"/>
                <a:gd name="T57" fmla="*/ 3 h 426"/>
                <a:gd name="T58" fmla="*/ 1 w 246"/>
                <a:gd name="T59" fmla="*/ 3 h 426"/>
                <a:gd name="T60" fmla="*/ 1 w 246"/>
                <a:gd name="T61" fmla="*/ 3 h 426"/>
                <a:gd name="T62" fmla="*/ 1 w 246"/>
                <a:gd name="T63" fmla="*/ 3 h 426"/>
                <a:gd name="T64" fmla="*/ 0 w 246"/>
                <a:gd name="T65" fmla="*/ 3 h 426"/>
                <a:gd name="T66" fmla="*/ 0 w 246"/>
                <a:gd name="T67" fmla="*/ 3 h 426"/>
                <a:gd name="T68" fmla="*/ 0 w 246"/>
                <a:gd name="T69" fmla="*/ 3 h 426"/>
                <a:gd name="T70" fmla="*/ 0 w 246"/>
                <a:gd name="T71" fmla="*/ 3 h 426"/>
                <a:gd name="T72" fmla="*/ 0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426"/>
                  </a:moveTo>
                  <a:lnTo>
                    <a:pt x="0" y="426"/>
                  </a:lnTo>
                  <a:lnTo>
                    <a:pt x="25" y="423"/>
                  </a:lnTo>
                  <a:lnTo>
                    <a:pt x="50" y="417"/>
                  </a:lnTo>
                  <a:lnTo>
                    <a:pt x="74" y="407"/>
                  </a:lnTo>
                  <a:lnTo>
                    <a:pt x="96" y="392"/>
                  </a:lnTo>
                  <a:lnTo>
                    <a:pt x="118" y="373"/>
                  </a:lnTo>
                  <a:lnTo>
                    <a:pt x="138" y="350"/>
                  </a:lnTo>
                  <a:lnTo>
                    <a:pt x="157" y="327"/>
                  </a:lnTo>
                  <a:lnTo>
                    <a:pt x="175" y="299"/>
                  </a:lnTo>
                  <a:lnTo>
                    <a:pt x="190" y="268"/>
                  </a:lnTo>
                  <a:lnTo>
                    <a:pt x="205" y="236"/>
                  </a:lnTo>
                  <a:lnTo>
                    <a:pt x="216" y="202"/>
                  </a:lnTo>
                  <a:lnTo>
                    <a:pt x="227" y="164"/>
                  </a:lnTo>
                  <a:lnTo>
                    <a:pt x="235" y="125"/>
                  </a:lnTo>
                  <a:lnTo>
                    <a:pt x="241" y="86"/>
                  </a:lnTo>
                  <a:lnTo>
                    <a:pt x="244" y="42"/>
                  </a:lnTo>
                  <a:lnTo>
                    <a:pt x="246" y="0"/>
                  </a:lnTo>
                  <a:lnTo>
                    <a:pt x="234" y="0"/>
                  </a:lnTo>
                  <a:lnTo>
                    <a:pt x="233" y="42"/>
                  </a:lnTo>
                  <a:lnTo>
                    <a:pt x="229" y="83"/>
                  </a:lnTo>
                  <a:lnTo>
                    <a:pt x="223" y="123"/>
                  </a:lnTo>
                  <a:lnTo>
                    <a:pt x="215" y="162"/>
                  </a:lnTo>
                  <a:lnTo>
                    <a:pt x="205" y="197"/>
                  </a:lnTo>
                  <a:lnTo>
                    <a:pt x="193" y="231"/>
                  </a:lnTo>
                  <a:lnTo>
                    <a:pt x="179" y="264"/>
                  </a:lnTo>
                  <a:lnTo>
                    <a:pt x="164" y="292"/>
                  </a:lnTo>
                  <a:lnTo>
                    <a:pt x="147" y="320"/>
                  </a:lnTo>
                  <a:lnTo>
                    <a:pt x="128" y="343"/>
                  </a:lnTo>
                  <a:lnTo>
                    <a:pt x="108" y="363"/>
                  </a:lnTo>
                  <a:lnTo>
                    <a:pt x="89" y="382"/>
                  </a:lnTo>
                  <a:lnTo>
                    <a:pt x="67" y="395"/>
                  </a:lnTo>
                  <a:lnTo>
                    <a:pt x="45" y="406"/>
                  </a:lnTo>
                  <a:lnTo>
                    <a:pt x="23" y="411"/>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4428" name="Freeform 58"/>
            <p:cNvSpPr>
              <a:spLocks/>
            </p:cNvSpPr>
            <p:nvPr/>
          </p:nvSpPr>
          <p:spPr bwMode="auto">
            <a:xfrm>
              <a:off x="1091" y="2172"/>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4" y="86"/>
                  </a:lnTo>
                  <a:lnTo>
                    <a:pt x="10" y="125"/>
                  </a:lnTo>
                  <a:lnTo>
                    <a:pt x="18" y="164"/>
                  </a:lnTo>
                  <a:lnTo>
                    <a:pt x="29" y="202"/>
                  </a:lnTo>
                  <a:lnTo>
                    <a:pt x="41" y="236"/>
                  </a:lnTo>
                  <a:lnTo>
                    <a:pt x="55" y="268"/>
                  </a:lnTo>
                  <a:lnTo>
                    <a:pt x="70" y="299"/>
                  </a:lnTo>
                  <a:lnTo>
                    <a:pt x="89" y="327"/>
                  </a:lnTo>
                  <a:lnTo>
                    <a:pt x="106" y="350"/>
                  </a:lnTo>
                  <a:lnTo>
                    <a:pt x="126" y="373"/>
                  </a:lnTo>
                  <a:lnTo>
                    <a:pt x="148" y="392"/>
                  </a:lnTo>
                  <a:lnTo>
                    <a:pt x="171" y="407"/>
                  </a:lnTo>
                  <a:lnTo>
                    <a:pt x="194" y="417"/>
                  </a:lnTo>
                  <a:lnTo>
                    <a:pt x="219" y="423"/>
                  </a:lnTo>
                  <a:lnTo>
                    <a:pt x="245" y="426"/>
                  </a:lnTo>
                  <a:lnTo>
                    <a:pt x="245" y="414"/>
                  </a:lnTo>
                  <a:lnTo>
                    <a:pt x="221" y="411"/>
                  </a:lnTo>
                  <a:lnTo>
                    <a:pt x="199" y="406"/>
                  </a:lnTo>
                  <a:lnTo>
                    <a:pt x="178" y="395"/>
                  </a:lnTo>
                  <a:lnTo>
                    <a:pt x="155" y="382"/>
                  </a:lnTo>
                  <a:lnTo>
                    <a:pt x="136" y="363"/>
                  </a:lnTo>
                  <a:lnTo>
                    <a:pt x="116" y="343"/>
                  </a:lnTo>
                  <a:lnTo>
                    <a:pt x="98" y="320"/>
                  </a:lnTo>
                  <a:lnTo>
                    <a:pt x="82" y="292"/>
                  </a:lnTo>
                  <a:lnTo>
                    <a:pt x="66" y="264"/>
                  </a:lnTo>
                  <a:lnTo>
                    <a:pt x="52" y="231"/>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4429" name="Freeform 59"/>
            <p:cNvSpPr>
              <a:spLocks/>
            </p:cNvSpPr>
            <p:nvPr/>
          </p:nvSpPr>
          <p:spPr bwMode="auto">
            <a:xfrm>
              <a:off x="1091" y="2087"/>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4" y="8"/>
                  </a:lnTo>
                  <a:lnTo>
                    <a:pt x="171" y="18"/>
                  </a:lnTo>
                  <a:lnTo>
                    <a:pt x="148" y="34"/>
                  </a:lnTo>
                  <a:lnTo>
                    <a:pt x="126" y="51"/>
                  </a:lnTo>
                  <a:lnTo>
                    <a:pt x="106" y="73"/>
                  </a:lnTo>
                  <a:lnTo>
                    <a:pt x="89" y="98"/>
                  </a:lnTo>
                  <a:lnTo>
                    <a:pt x="71" y="125"/>
                  </a:lnTo>
                  <a:lnTo>
                    <a:pt x="55" y="155"/>
                  </a:lnTo>
                  <a:lnTo>
                    <a:pt x="41" y="188"/>
                  </a:lnTo>
                  <a:lnTo>
                    <a:pt x="29" y="222"/>
                  </a:lnTo>
                  <a:lnTo>
                    <a:pt x="18" y="261"/>
                  </a:lnTo>
                  <a:lnTo>
                    <a:pt x="10" y="298"/>
                  </a:lnTo>
                  <a:lnTo>
                    <a:pt x="4" y="338"/>
                  </a:lnTo>
                  <a:lnTo>
                    <a:pt x="1" y="382"/>
                  </a:lnTo>
                  <a:lnTo>
                    <a:pt x="0" y="424"/>
                  </a:lnTo>
                  <a:lnTo>
                    <a:pt x="11" y="424"/>
                  </a:lnTo>
                  <a:lnTo>
                    <a:pt x="13" y="382"/>
                  </a:lnTo>
                  <a:lnTo>
                    <a:pt x="16" y="341"/>
                  </a:lnTo>
                  <a:lnTo>
                    <a:pt x="22" y="301"/>
                  </a:lnTo>
                  <a:lnTo>
                    <a:pt x="30" y="263"/>
                  </a:lnTo>
                  <a:lnTo>
                    <a:pt x="41" y="227"/>
                  </a:lnTo>
                  <a:lnTo>
                    <a:pt x="52" y="193"/>
                  </a:lnTo>
                  <a:lnTo>
                    <a:pt x="66" y="160"/>
                  </a:lnTo>
                  <a:lnTo>
                    <a:pt x="80" y="132"/>
                  </a:lnTo>
                  <a:lnTo>
                    <a:pt x="98" y="105"/>
                  </a:lnTo>
                  <a:lnTo>
                    <a:pt x="116" y="80"/>
                  </a:lnTo>
                  <a:lnTo>
                    <a:pt x="136" y="60"/>
                  </a:lnTo>
                  <a:lnTo>
                    <a:pt x="155" y="43"/>
                  </a:lnTo>
                  <a:lnTo>
                    <a:pt x="178" y="30"/>
                  </a:lnTo>
                  <a:lnTo>
                    <a:pt x="199" y="19"/>
                  </a:lnTo>
                  <a:lnTo>
                    <a:pt x="221" y="14"/>
                  </a:lnTo>
                  <a:lnTo>
                    <a:pt x="245" y="11"/>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4430" name="Freeform 60"/>
            <p:cNvSpPr>
              <a:spLocks/>
            </p:cNvSpPr>
            <p:nvPr/>
          </p:nvSpPr>
          <p:spPr bwMode="auto">
            <a:xfrm>
              <a:off x="1392" y="2118"/>
              <a:ext cx="49" cy="85"/>
            </a:xfrm>
            <a:custGeom>
              <a:avLst/>
              <a:gdLst>
                <a:gd name="T0" fmla="*/ 2 w 246"/>
                <a:gd name="T1" fmla="*/ 3 h 426"/>
                <a:gd name="T2" fmla="*/ 2 w 246"/>
                <a:gd name="T3" fmla="*/ 3 h 426"/>
                <a:gd name="T4" fmla="*/ 2 w 246"/>
                <a:gd name="T5" fmla="*/ 3 h 426"/>
                <a:gd name="T6" fmla="*/ 2 w 246"/>
                <a:gd name="T7" fmla="*/ 3 h 426"/>
                <a:gd name="T8" fmla="*/ 2 w 246"/>
                <a:gd name="T9" fmla="*/ 2 h 426"/>
                <a:gd name="T10" fmla="*/ 2 w 246"/>
                <a:gd name="T11" fmla="*/ 2 h 426"/>
                <a:gd name="T12" fmla="*/ 2 w 246"/>
                <a:gd name="T13" fmla="*/ 2 h 426"/>
                <a:gd name="T14" fmla="*/ 2 w 246"/>
                <a:gd name="T15" fmla="*/ 2 h 426"/>
                <a:gd name="T16" fmla="*/ 2 w 246"/>
                <a:gd name="T17" fmla="*/ 1 h 426"/>
                <a:gd name="T18" fmla="*/ 1 w 246"/>
                <a:gd name="T19" fmla="*/ 1 h 426"/>
                <a:gd name="T20" fmla="*/ 1 w 246"/>
                <a:gd name="T21" fmla="*/ 1 h 426"/>
                <a:gd name="T22" fmla="*/ 1 w 246"/>
                <a:gd name="T23" fmla="*/ 1 h 426"/>
                <a:gd name="T24" fmla="*/ 1 w 246"/>
                <a:gd name="T25" fmla="*/ 0 h 426"/>
                <a:gd name="T26" fmla="*/ 1 w 246"/>
                <a:gd name="T27" fmla="*/ 0 h 426"/>
                <a:gd name="T28" fmla="*/ 1 w 246"/>
                <a:gd name="T29" fmla="*/ 0 h 426"/>
                <a:gd name="T30" fmla="*/ 0 w 246"/>
                <a:gd name="T31" fmla="*/ 0 h 426"/>
                <a:gd name="T32" fmla="*/ 0 w 246"/>
                <a:gd name="T33" fmla="*/ 0 h 426"/>
                <a:gd name="T34" fmla="*/ 0 w 246"/>
                <a:gd name="T35" fmla="*/ 0 h 426"/>
                <a:gd name="T36" fmla="*/ 0 w 246"/>
                <a:gd name="T37" fmla="*/ 0 h 426"/>
                <a:gd name="T38" fmla="*/ 0 w 246"/>
                <a:gd name="T39" fmla="*/ 0 h 426"/>
                <a:gd name="T40" fmla="*/ 0 w 246"/>
                <a:gd name="T41" fmla="*/ 0 h 426"/>
                <a:gd name="T42" fmla="*/ 1 w 246"/>
                <a:gd name="T43" fmla="*/ 0 h 426"/>
                <a:gd name="T44" fmla="*/ 1 w 246"/>
                <a:gd name="T45" fmla="*/ 0 h 426"/>
                <a:gd name="T46" fmla="*/ 1 w 246"/>
                <a:gd name="T47" fmla="*/ 1 h 426"/>
                <a:gd name="T48" fmla="*/ 1 w 246"/>
                <a:gd name="T49" fmla="*/ 1 h 426"/>
                <a:gd name="T50" fmla="*/ 1 w 246"/>
                <a:gd name="T51" fmla="*/ 1 h 426"/>
                <a:gd name="T52" fmla="*/ 1 w 246"/>
                <a:gd name="T53" fmla="*/ 1 h 426"/>
                <a:gd name="T54" fmla="*/ 1 w 246"/>
                <a:gd name="T55" fmla="*/ 1 h 426"/>
                <a:gd name="T56" fmla="*/ 2 w 246"/>
                <a:gd name="T57" fmla="*/ 2 h 426"/>
                <a:gd name="T58" fmla="*/ 2 w 246"/>
                <a:gd name="T59" fmla="*/ 2 h 426"/>
                <a:gd name="T60" fmla="*/ 2 w 246"/>
                <a:gd name="T61" fmla="*/ 2 h 426"/>
                <a:gd name="T62" fmla="*/ 2 w 246"/>
                <a:gd name="T63" fmla="*/ 2 h 426"/>
                <a:gd name="T64" fmla="*/ 2 w 246"/>
                <a:gd name="T65" fmla="*/ 3 h 426"/>
                <a:gd name="T66" fmla="*/ 2 w 246"/>
                <a:gd name="T67" fmla="*/ 3 h 426"/>
                <a:gd name="T68" fmla="*/ 2 w 246"/>
                <a:gd name="T69" fmla="*/ 3 h 426"/>
                <a:gd name="T70" fmla="*/ 2 w 246"/>
                <a:gd name="T71" fmla="*/ 3 h 426"/>
                <a:gd name="T72" fmla="*/ 2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246" y="426"/>
                  </a:moveTo>
                  <a:lnTo>
                    <a:pt x="246" y="426"/>
                  </a:lnTo>
                  <a:lnTo>
                    <a:pt x="245" y="384"/>
                  </a:lnTo>
                  <a:lnTo>
                    <a:pt x="242" y="340"/>
                  </a:lnTo>
                  <a:lnTo>
                    <a:pt x="236" y="301"/>
                  </a:lnTo>
                  <a:lnTo>
                    <a:pt x="228" y="262"/>
                  </a:lnTo>
                  <a:lnTo>
                    <a:pt x="217" y="224"/>
                  </a:lnTo>
                  <a:lnTo>
                    <a:pt x="205" y="190"/>
                  </a:lnTo>
                  <a:lnTo>
                    <a:pt x="191" y="158"/>
                  </a:lnTo>
                  <a:lnTo>
                    <a:pt x="176" y="126"/>
                  </a:lnTo>
                  <a:lnTo>
                    <a:pt x="157" y="99"/>
                  </a:lnTo>
                  <a:lnTo>
                    <a:pt x="139" y="75"/>
                  </a:lnTo>
                  <a:lnTo>
                    <a:pt x="119" y="53"/>
                  </a:lnTo>
                  <a:lnTo>
                    <a:pt x="96" y="34"/>
                  </a:lnTo>
                  <a:lnTo>
                    <a:pt x="75" y="19"/>
                  </a:lnTo>
                  <a:lnTo>
                    <a:pt x="51" y="9"/>
                  </a:lnTo>
                  <a:lnTo>
                    <a:pt x="26" y="3"/>
                  </a:lnTo>
                  <a:lnTo>
                    <a:pt x="0" y="0"/>
                  </a:lnTo>
                  <a:lnTo>
                    <a:pt x="0" y="12"/>
                  </a:lnTo>
                  <a:lnTo>
                    <a:pt x="24" y="15"/>
                  </a:lnTo>
                  <a:lnTo>
                    <a:pt x="46" y="20"/>
                  </a:lnTo>
                  <a:lnTo>
                    <a:pt x="68" y="31"/>
                  </a:lnTo>
                  <a:lnTo>
                    <a:pt x="89" y="44"/>
                  </a:lnTo>
                  <a:lnTo>
                    <a:pt x="109" y="63"/>
                  </a:lnTo>
                  <a:lnTo>
                    <a:pt x="129" y="83"/>
                  </a:lnTo>
                  <a:lnTo>
                    <a:pt x="148" y="106"/>
                  </a:lnTo>
                  <a:lnTo>
                    <a:pt x="164" y="133"/>
                  </a:lnTo>
                  <a:lnTo>
                    <a:pt x="180" y="162"/>
                  </a:lnTo>
                  <a:lnTo>
                    <a:pt x="194" y="195"/>
                  </a:lnTo>
                  <a:lnTo>
                    <a:pt x="205" y="229"/>
                  </a:lnTo>
                  <a:lnTo>
                    <a:pt x="216" y="264"/>
                  </a:lnTo>
                  <a:lnTo>
                    <a:pt x="224" y="303"/>
                  </a:lnTo>
                  <a:lnTo>
                    <a:pt x="230" y="343"/>
                  </a:lnTo>
                  <a:lnTo>
                    <a:pt x="233" y="384"/>
                  </a:lnTo>
                  <a:lnTo>
                    <a:pt x="235" y="426"/>
                  </a:lnTo>
                  <a:lnTo>
                    <a:pt x="246"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4431" name="Freeform 61"/>
            <p:cNvSpPr>
              <a:spLocks/>
            </p:cNvSpPr>
            <p:nvPr/>
          </p:nvSpPr>
          <p:spPr bwMode="auto">
            <a:xfrm>
              <a:off x="1392" y="2203"/>
              <a:ext cx="49" cy="85"/>
            </a:xfrm>
            <a:custGeom>
              <a:avLst/>
              <a:gdLst>
                <a:gd name="T0" fmla="*/ 0 w 246"/>
                <a:gd name="T1" fmla="*/ 3 h 424"/>
                <a:gd name="T2" fmla="*/ 0 w 246"/>
                <a:gd name="T3" fmla="*/ 3 h 424"/>
                <a:gd name="T4" fmla="*/ 0 w 246"/>
                <a:gd name="T5" fmla="*/ 3 h 424"/>
                <a:gd name="T6" fmla="*/ 0 w 246"/>
                <a:gd name="T7" fmla="*/ 3 h 424"/>
                <a:gd name="T8" fmla="*/ 1 w 246"/>
                <a:gd name="T9" fmla="*/ 3 h 424"/>
                <a:gd name="T10" fmla="*/ 1 w 246"/>
                <a:gd name="T11" fmla="*/ 3 h 424"/>
                <a:gd name="T12" fmla="*/ 1 w 246"/>
                <a:gd name="T13" fmla="*/ 3 h 424"/>
                <a:gd name="T14" fmla="*/ 1 w 246"/>
                <a:gd name="T15" fmla="*/ 3 h 424"/>
                <a:gd name="T16" fmla="*/ 1 w 246"/>
                <a:gd name="T17" fmla="*/ 3 h 424"/>
                <a:gd name="T18" fmla="*/ 1 w 246"/>
                <a:gd name="T19" fmla="*/ 2 h 424"/>
                <a:gd name="T20" fmla="*/ 2 w 246"/>
                <a:gd name="T21" fmla="*/ 2 h 424"/>
                <a:gd name="T22" fmla="*/ 2 w 246"/>
                <a:gd name="T23" fmla="*/ 2 h 424"/>
                <a:gd name="T24" fmla="*/ 2 w 246"/>
                <a:gd name="T25" fmla="*/ 2 h 424"/>
                <a:gd name="T26" fmla="*/ 2 w 246"/>
                <a:gd name="T27" fmla="*/ 1 h 424"/>
                <a:gd name="T28" fmla="*/ 2 w 246"/>
                <a:gd name="T29" fmla="*/ 1 h 424"/>
                <a:gd name="T30" fmla="*/ 2 w 246"/>
                <a:gd name="T31" fmla="*/ 1 h 424"/>
                <a:gd name="T32" fmla="*/ 2 w 246"/>
                <a:gd name="T33" fmla="*/ 0 h 424"/>
                <a:gd name="T34" fmla="*/ 2 w 246"/>
                <a:gd name="T35" fmla="*/ 0 h 424"/>
                <a:gd name="T36" fmla="*/ 2 w 246"/>
                <a:gd name="T37" fmla="*/ 0 h 424"/>
                <a:gd name="T38" fmla="*/ 2 w 246"/>
                <a:gd name="T39" fmla="*/ 0 h 424"/>
                <a:gd name="T40" fmla="*/ 2 w 246"/>
                <a:gd name="T41" fmla="*/ 1 h 424"/>
                <a:gd name="T42" fmla="*/ 2 w 246"/>
                <a:gd name="T43" fmla="*/ 1 h 424"/>
                <a:gd name="T44" fmla="*/ 2 w 246"/>
                <a:gd name="T45" fmla="*/ 1 h 424"/>
                <a:gd name="T46" fmla="*/ 2 w 246"/>
                <a:gd name="T47" fmla="*/ 2 h 424"/>
                <a:gd name="T48" fmla="*/ 2 w 246"/>
                <a:gd name="T49" fmla="*/ 2 h 424"/>
                <a:gd name="T50" fmla="*/ 1 w 246"/>
                <a:gd name="T51" fmla="*/ 2 h 424"/>
                <a:gd name="T52" fmla="*/ 1 w 246"/>
                <a:gd name="T53" fmla="*/ 2 h 424"/>
                <a:gd name="T54" fmla="*/ 1 w 246"/>
                <a:gd name="T55" fmla="*/ 3 h 424"/>
                <a:gd name="T56" fmla="*/ 1 w 246"/>
                <a:gd name="T57" fmla="*/ 3 h 424"/>
                <a:gd name="T58" fmla="*/ 1 w 246"/>
                <a:gd name="T59" fmla="*/ 3 h 424"/>
                <a:gd name="T60" fmla="*/ 1 w 246"/>
                <a:gd name="T61" fmla="*/ 3 h 424"/>
                <a:gd name="T62" fmla="*/ 1 w 246"/>
                <a:gd name="T63" fmla="*/ 3 h 424"/>
                <a:gd name="T64" fmla="*/ 0 w 246"/>
                <a:gd name="T65" fmla="*/ 3 h 424"/>
                <a:gd name="T66" fmla="*/ 0 w 246"/>
                <a:gd name="T67" fmla="*/ 3 h 424"/>
                <a:gd name="T68" fmla="*/ 0 w 246"/>
                <a:gd name="T69" fmla="*/ 3 h 424"/>
                <a:gd name="T70" fmla="*/ 0 w 246"/>
                <a:gd name="T71" fmla="*/ 3 h 424"/>
                <a:gd name="T72" fmla="*/ 0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0" y="424"/>
                  </a:moveTo>
                  <a:lnTo>
                    <a:pt x="0" y="424"/>
                  </a:lnTo>
                  <a:lnTo>
                    <a:pt x="26" y="422"/>
                  </a:lnTo>
                  <a:lnTo>
                    <a:pt x="51" y="416"/>
                  </a:lnTo>
                  <a:lnTo>
                    <a:pt x="75" y="406"/>
                  </a:lnTo>
                  <a:lnTo>
                    <a:pt x="96" y="390"/>
                  </a:lnTo>
                  <a:lnTo>
                    <a:pt x="119" y="373"/>
                  </a:lnTo>
                  <a:lnTo>
                    <a:pt x="139" y="351"/>
                  </a:lnTo>
                  <a:lnTo>
                    <a:pt x="157" y="326"/>
                  </a:lnTo>
                  <a:lnTo>
                    <a:pt x="175" y="299"/>
                  </a:lnTo>
                  <a:lnTo>
                    <a:pt x="191" y="269"/>
                  </a:lnTo>
                  <a:lnTo>
                    <a:pt x="205" y="236"/>
                  </a:lnTo>
                  <a:lnTo>
                    <a:pt x="217" y="202"/>
                  </a:lnTo>
                  <a:lnTo>
                    <a:pt x="228" y="163"/>
                  </a:lnTo>
                  <a:lnTo>
                    <a:pt x="236" y="125"/>
                  </a:lnTo>
                  <a:lnTo>
                    <a:pt x="242" y="86"/>
                  </a:lnTo>
                  <a:lnTo>
                    <a:pt x="245" y="42"/>
                  </a:lnTo>
                  <a:lnTo>
                    <a:pt x="246" y="0"/>
                  </a:lnTo>
                  <a:lnTo>
                    <a:pt x="235" y="0"/>
                  </a:lnTo>
                  <a:lnTo>
                    <a:pt x="233" y="42"/>
                  </a:lnTo>
                  <a:lnTo>
                    <a:pt x="230" y="83"/>
                  </a:lnTo>
                  <a:lnTo>
                    <a:pt x="224" y="123"/>
                  </a:lnTo>
                  <a:lnTo>
                    <a:pt x="216" y="161"/>
                  </a:lnTo>
                  <a:lnTo>
                    <a:pt x="205" y="197"/>
                  </a:lnTo>
                  <a:lnTo>
                    <a:pt x="194" y="231"/>
                  </a:lnTo>
                  <a:lnTo>
                    <a:pt x="180" y="264"/>
                  </a:lnTo>
                  <a:lnTo>
                    <a:pt x="166" y="292"/>
                  </a:lnTo>
                  <a:lnTo>
                    <a:pt x="148" y="319"/>
                  </a:lnTo>
                  <a:lnTo>
                    <a:pt x="129" y="344"/>
                  </a:lnTo>
                  <a:lnTo>
                    <a:pt x="109" y="364"/>
                  </a:lnTo>
                  <a:lnTo>
                    <a:pt x="89" y="381"/>
                  </a:lnTo>
                  <a:lnTo>
                    <a:pt x="68" y="394"/>
                  </a:lnTo>
                  <a:lnTo>
                    <a:pt x="46" y="405"/>
                  </a:lnTo>
                  <a:lnTo>
                    <a:pt x="24" y="410"/>
                  </a:lnTo>
                  <a:lnTo>
                    <a:pt x="0" y="413"/>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4432" name="Freeform 62"/>
            <p:cNvSpPr>
              <a:spLocks/>
            </p:cNvSpPr>
            <p:nvPr/>
          </p:nvSpPr>
          <p:spPr bwMode="auto">
            <a:xfrm>
              <a:off x="1343" y="2203"/>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2" y="42"/>
                  </a:lnTo>
                  <a:lnTo>
                    <a:pt x="5" y="86"/>
                  </a:lnTo>
                  <a:lnTo>
                    <a:pt x="11" y="125"/>
                  </a:lnTo>
                  <a:lnTo>
                    <a:pt x="19" y="163"/>
                  </a:lnTo>
                  <a:lnTo>
                    <a:pt x="30" y="202"/>
                  </a:lnTo>
                  <a:lnTo>
                    <a:pt x="41" y="236"/>
                  </a:lnTo>
                  <a:lnTo>
                    <a:pt x="56" y="269"/>
                  </a:lnTo>
                  <a:lnTo>
                    <a:pt x="72" y="299"/>
                  </a:lnTo>
                  <a:lnTo>
                    <a:pt x="90" y="326"/>
                  </a:lnTo>
                  <a:lnTo>
                    <a:pt x="108" y="351"/>
                  </a:lnTo>
                  <a:lnTo>
                    <a:pt x="127" y="373"/>
                  </a:lnTo>
                  <a:lnTo>
                    <a:pt x="149" y="390"/>
                  </a:lnTo>
                  <a:lnTo>
                    <a:pt x="172" y="406"/>
                  </a:lnTo>
                  <a:lnTo>
                    <a:pt x="195" y="416"/>
                  </a:lnTo>
                  <a:lnTo>
                    <a:pt x="220" y="422"/>
                  </a:lnTo>
                  <a:lnTo>
                    <a:pt x="245" y="424"/>
                  </a:lnTo>
                  <a:lnTo>
                    <a:pt x="245" y="413"/>
                  </a:lnTo>
                  <a:lnTo>
                    <a:pt x="222" y="410"/>
                  </a:lnTo>
                  <a:lnTo>
                    <a:pt x="200" y="405"/>
                  </a:lnTo>
                  <a:lnTo>
                    <a:pt x="179" y="394"/>
                  </a:lnTo>
                  <a:lnTo>
                    <a:pt x="156" y="381"/>
                  </a:lnTo>
                  <a:lnTo>
                    <a:pt x="136" y="364"/>
                  </a:lnTo>
                  <a:lnTo>
                    <a:pt x="118" y="344"/>
                  </a:lnTo>
                  <a:lnTo>
                    <a:pt x="99" y="319"/>
                  </a:lnTo>
                  <a:lnTo>
                    <a:pt x="81" y="292"/>
                  </a:lnTo>
                  <a:lnTo>
                    <a:pt x="67" y="264"/>
                  </a:lnTo>
                  <a:lnTo>
                    <a:pt x="53" y="231"/>
                  </a:lnTo>
                  <a:lnTo>
                    <a:pt x="41" y="197"/>
                  </a:lnTo>
                  <a:lnTo>
                    <a:pt x="31" y="161"/>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4433" name="Freeform 63"/>
            <p:cNvSpPr>
              <a:spLocks/>
            </p:cNvSpPr>
            <p:nvPr/>
          </p:nvSpPr>
          <p:spPr bwMode="auto">
            <a:xfrm>
              <a:off x="1343" y="2118"/>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1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20" y="3"/>
                  </a:lnTo>
                  <a:lnTo>
                    <a:pt x="195" y="9"/>
                  </a:lnTo>
                  <a:lnTo>
                    <a:pt x="172" y="19"/>
                  </a:lnTo>
                  <a:lnTo>
                    <a:pt x="149" y="34"/>
                  </a:lnTo>
                  <a:lnTo>
                    <a:pt x="127" y="53"/>
                  </a:lnTo>
                  <a:lnTo>
                    <a:pt x="108" y="75"/>
                  </a:lnTo>
                  <a:lnTo>
                    <a:pt x="90" y="99"/>
                  </a:lnTo>
                  <a:lnTo>
                    <a:pt x="71" y="126"/>
                  </a:lnTo>
                  <a:lnTo>
                    <a:pt x="56" y="158"/>
                  </a:lnTo>
                  <a:lnTo>
                    <a:pt x="41" y="190"/>
                  </a:lnTo>
                  <a:lnTo>
                    <a:pt x="30" y="224"/>
                  </a:lnTo>
                  <a:lnTo>
                    <a:pt x="19" y="262"/>
                  </a:lnTo>
                  <a:lnTo>
                    <a:pt x="11" y="301"/>
                  </a:lnTo>
                  <a:lnTo>
                    <a:pt x="5" y="340"/>
                  </a:lnTo>
                  <a:lnTo>
                    <a:pt x="2" y="384"/>
                  </a:lnTo>
                  <a:lnTo>
                    <a:pt x="0" y="426"/>
                  </a:lnTo>
                  <a:lnTo>
                    <a:pt x="12" y="426"/>
                  </a:lnTo>
                  <a:lnTo>
                    <a:pt x="13" y="384"/>
                  </a:lnTo>
                  <a:lnTo>
                    <a:pt x="17" y="343"/>
                  </a:lnTo>
                  <a:lnTo>
                    <a:pt x="23" y="303"/>
                  </a:lnTo>
                  <a:lnTo>
                    <a:pt x="31" y="264"/>
                  </a:lnTo>
                  <a:lnTo>
                    <a:pt x="41" y="229"/>
                  </a:lnTo>
                  <a:lnTo>
                    <a:pt x="53" y="195"/>
                  </a:lnTo>
                  <a:lnTo>
                    <a:pt x="67" y="162"/>
                  </a:lnTo>
                  <a:lnTo>
                    <a:pt x="82" y="133"/>
                  </a:lnTo>
                  <a:lnTo>
                    <a:pt x="99" y="106"/>
                  </a:lnTo>
                  <a:lnTo>
                    <a:pt x="118" y="83"/>
                  </a:lnTo>
                  <a:lnTo>
                    <a:pt x="136" y="63"/>
                  </a:lnTo>
                  <a:lnTo>
                    <a:pt x="156" y="44"/>
                  </a:lnTo>
                  <a:lnTo>
                    <a:pt x="179" y="31"/>
                  </a:lnTo>
                  <a:lnTo>
                    <a:pt x="200" y="20"/>
                  </a:lnTo>
                  <a:lnTo>
                    <a:pt x="222" y="15"/>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4434" name="Freeform 64"/>
            <p:cNvSpPr>
              <a:spLocks/>
            </p:cNvSpPr>
            <p:nvPr/>
          </p:nvSpPr>
          <p:spPr bwMode="auto">
            <a:xfrm>
              <a:off x="1384" y="1859"/>
              <a:ext cx="49" cy="84"/>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1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3" y="382"/>
                  </a:lnTo>
                  <a:lnTo>
                    <a:pt x="240" y="339"/>
                  </a:lnTo>
                  <a:lnTo>
                    <a:pt x="234" y="299"/>
                  </a:lnTo>
                  <a:lnTo>
                    <a:pt x="226" y="261"/>
                  </a:lnTo>
                  <a:lnTo>
                    <a:pt x="215" y="222"/>
                  </a:lnTo>
                  <a:lnTo>
                    <a:pt x="204" y="188"/>
                  </a:lnTo>
                  <a:lnTo>
                    <a:pt x="189" y="156"/>
                  </a:lnTo>
                  <a:lnTo>
                    <a:pt x="173" y="125"/>
                  </a:lnTo>
                  <a:lnTo>
                    <a:pt x="155" y="98"/>
                  </a:lnTo>
                  <a:lnTo>
                    <a:pt x="138" y="74"/>
                  </a:lnTo>
                  <a:lnTo>
                    <a:pt x="118" y="51"/>
                  </a:lnTo>
                  <a:lnTo>
                    <a:pt x="96" y="34"/>
                  </a:lnTo>
                  <a:lnTo>
                    <a:pt x="73" y="18"/>
                  </a:lnTo>
                  <a:lnTo>
                    <a:pt x="50" y="8"/>
                  </a:lnTo>
                  <a:lnTo>
                    <a:pt x="25" y="2"/>
                  </a:lnTo>
                  <a:lnTo>
                    <a:pt x="0" y="0"/>
                  </a:lnTo>
                  <a:lnTo>
                    <a:pt x="0" y="11"/>
                  </a:lnTo>
                  <a:lnTo>
                    <a:pt x="23" y="14"/>
                  </a:lnTo>
                  <a:lnTo>
                    <a:pt x="45" y="20"/>
                  </a:lnTo>
                  <a:lnTo>
                    <a:pt x="66" y="30"/>
                  </a:lnTo>
                  <a:lnTo>
                    <a:pt x="89" y="43"/>
                  </a:lnTo>
                  <a:lnTo>
                    <a:pt x="109" y="61"/>
                  </a:lnTo>
                  <a:lnTo>
                    <a:pt x="129" y="81"/>
                  </a:lnTo>
                  <a:lnTo>
                    <a:pt x="146" y="105"/>
                  </a:lnTo>
                  <a:lnTo>
                    <a:pt x="164" y="132"/>
                  </a:lnTo>
                  <a:lnTo>
                    <a:pt x="178" y="160"/>
                  </a:lnTo>
                  <a:lnTo>
                    <a:pt x="192" y="193"/>
                  </a:lnTo>
                  <a:lnTo>
                    <a:pt x="204" y="227"/>
                  </a:lnTo>
                  <a:lnTo>
                    <a:pt x="214" y="264"/>
                  </a:lnTo>
                  <a:lnTo>
                    <a:pt x="222" y="301"/>
                  </a:lnTo>
                  <a:lnTo>
                    <a:pt x="228"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4435" name="Freeform 65"/>
            <p:cNvSpPr>
              <a:spLocks/>
            </p:cNvSpPr>
            <p:nvPr/>
          </p:nvSpPr>
          <p:spPr bwMode="auto">
            <a:xfrm>
              <a:off x="1384" y="1943"/>
              <a:ext cx="49" cy="86"/>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5" y="423"/>
                  </a:lnTo>
                  <a:lnTo>
                    <a:pt x="50" y="418"/>
                  </a:lnTo>
                  <a:lnTo>
                    <a:pt x="73" y="407"/>
                  </a:lnTo>
                  <a:lnTo>
                    <a:pt x="96" y="392"/>
                  </a:lnTo>
                  <a:lnTo>
                    <a:pt x="118" y="374"/>
                  </a:lnTo>
                  <a:lnTo>
                    <a:pt x="138" y="352"/>
                  </a:lnTo>
                  <a:lnTo>
                    <a:pt x="155" y="327"/>
                  </a:lnTo>
                  <a:lnTo>
                    <a:pt x="174" y="300"/>
                  </a:lnTo>
                  <a:lnTo>
                    <a:pt x="189" y="269"/>
                  </a:lnTo>
                  <a:lnTo>
                    <a:pt x="204" y="237"/>
                  </a:lnTo>
                  <a:lnTo>
                    <a:pt x="215" y="202"/>
                  </a:lnTo>
                  <a:lnTo>
                    <a:pt x="226" y="164"/>
                  </a:lnTo>
                  <a:lnTo>
                    <a:pt x="234" y="126"/>
                  </a:lnTo>
                  <a:lnTo>
                    <a:pt x="240" y="86"/>
                  </a:lnTo>
                  <a:lnTo>
                    <a:pt x="243" y="42"/>
                  </a:lnTo>
                  <a:lnTo>
                    <a:pt x="245" y="0"/>
                  </a:lnTo>
                  <a:lnTo>
                    <a:pt x="233" y="0"/>
                  </a:lnTo>
                  <a:lnTo>
                    <a:pt x="232" y="42"/>
                  </a:lnTo>
                  <a:lnTo>
                    <a:pt x="228" y="83"/>
                  </a:lnTo>
                  <a:lnTo>
                    <a:pt x="222" y="123"/>
                  </a:lnTo>
                  <a:lnTo>
                    <a:pt x="214" y="162"/>
                  </a:lnTo>
                  <a:lnTo>
                    <a:pt x="204" y="197"/>
                  </a:lnTo>
                  <a:lnTo>
                    <a:pt x="192" y="232"/>
                  </a:lnTo>
                  <a:lnTo>
                    <a:pt x="178" y="264"/>
                  </a:lnTo>
                  <a:lnTo>
                    <a:pt x="163" y="293"/>
                  </a:lnTo>
                  <a:lnTo>
                    <a:pt x="146" y="320"/>
                  </a:lnTo>
                  <a:lnTo>
                    <a:pt x="129" y="345"/>
                  </a:lnTo>
                  <a:lnTo>
                    <a:pt x="109" y="365"/>
                  </a:lnTo>
                  <a:lnTo>
                    <a:pt x="89" y="382"/>
                  </a:lnTo>
                  <a:lnTo>
                    <a:pt x="66" y="395"/>
                  </a:lnTo>
                  <a:lnTo>
                    <a:pt x="45" y="406"/>
                  </a:lnTo>
                  <a:lnTo>
                    <a:pt x="23"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4436" name="Freeform 66"/>
            <p:cNvSpPr>
              <a:spLocks/>
            </p:cNvSpPr>
            <p:nvPr/>
          </p:nvSpPr>
          <p:spPr bwMode="auto">
            <a:xfrm>
              <a:off x="1335" y="1943"/>
              <a:ext cx="49" cy="86"/>
            </a:xfrm>
            <a:custGeom>
              <a:avLst/>
              <a:gdLst>
                <a:gd name="T0" fmla="*/ 0 w 246"/>
                <a:gd name="T1" fmla="*/ 0 h 426"/>
                <a:gd name="T2" fmla="*/ 0 w 246"/>
                <a:gd name="T3" fmla="*/ 0 h 426"/>
                <a:gd name="T4" fmla="*/ 0 w 246"/>
                <a:gd name="T5" fmla="*/ 0 h 426"/>
                <a:gd name="T6" fmla="*/ 0 w 246"/>
                <a:gd name="T7" fmla="*/ 1 h 426"/>
                <a:gd name="T8" fmla="*/ 0 w 246"/>
                <a:gd name="T9" fmla="*/ 1 h 426"/>
                <a:gd name="T10" fmla="*/ 0 w 246"/>
                <a:gd name="T11" fmla="*/ 1 h 426"/>
                <a:gd name="T12" fmla="*/ 0 w 246"/>
                <a:gd name="T13" fmla="*/ 2 h 426"/>
                <a:gd name="T14" fmla="*/ 0 w 246"/>
                <a:gd name="T15" fmla="*/ 2 h 426"/>
                <a:gd name="T16" fmla="*/ 0 w 246"/>
                <a:gd name="T17" fmla="*/ 2 h 426"/>
                <a:gd name="T18" fmla="*/ 1 w 246"/>
                <a:gd name="T19" fmla="*/ 2 h 426"/>
                <a:gd name="T20" fmla="*/ 1 w 246"/>
                <a:gd name="T21" fmla="*/ 3 h 426"/>
                <a:gd name="T22" fmla="*/ 1 w 246"/>
                <a:gd name="T23" fmla="*/ 3 h 426"/>
                <a:gd name="T24" fmla="*/ 1 w 246"/>
                <a:gd name="T25" fmla="*/ 3 h 426"/>
                <a:gd name="T26" fmla="*/ 1 w 246"/>
                <a:gd name="T27" fmla="*/ 3 h 426"/>
                <a:gd name="T28" fmla="*/ 1 w 246"/>
                <a:gd name="T29" fmla="*/ 3 h 426"/>
                <a:gd name="T30" fmla="*/ 2 w 246"/>
                <a:gd name="T31" fmla="*/ 3 h 426"/>
                <a:gd name="T32" fmla="*/ 2 w 246"/>
                <a:gd name="T33" fmla="*/ 3 h 426"/>
                <a:gd name="T34" fmla="*/ 2 w 246"/>
                <a:gd name="T35" fmla="*/ 3 h 426"/>
                <a:gd name="T36" fmla="*/ 2 w 246"/>
                <a:gd name="T37" fmla="*/ 3 h 426"/>
                <a:gd name="T38" fmla="*/ 2 w 246"/>
                <a:gd name="T39" fmla="*/ 3 h 426"/>
                <a:gd name="T40" fmla="*/ 2 w 246"/>
                <a:gd name="T41" fmla="*/ 3 h 426"/>
                <a:gd name="T42" fmla="*/ 1 w 246"/>
                <a:gd name="T43" fmla="*/ 3 h 426"/>
                <a:gd name="T44" fmla="*/ 1 w 246"/>
                <a:gd name="T45" fmla="*/ 3 h 426"/>
                <a:gd name="T46" fmla="*/ 1 w 246"/>
                <a:gd name="T47" fmla="*/ 3 h 426"/>
                <a:gd name="T48" fmla="*/ 1 w 246"/>
                <a:gd name="T49" fmla="*/ 3 h 426"/>
                <a:gd name="T50" fmla="*/ 1 w 246"/>
                <a:gd name="T51" fmla="*/ 3 h 426"/>
                <a:gd name="T52" fmla="*/ 1 w 246"/>
                <a:gd name="T53" fmla="*/ 2 h 426"/>
                <a:gd name="T54" fmla="*/ 1 w 246"/>
                <a:gd name="T55" fmla="*/ 2 h 426"/>
                <a:gd name="T56" fmla="*/ 0 w 246"/>
                <a:gd name="T57" fmla="*/ 2 h 426"/>
                <a:gd name="T58" fmla="*/ 0 w 246"/>
                <a:gd name="T59" fmla="*/ 2 h 426"/>
                <a:gd name="T60" fmla="*/ 0 w 246"/>
                <a:gd name="T61" fmla="*/ 1 h 426"/>
                <a:gd name="T62" fmla="*/ 0 w 246"/>
                <a:gd name="T63" fmla="*/ 1 h 426"/>
                <a:gd name="T64" fmla="*/ 0 w 246"/>
                <a:gd name="T65" fmla="*/ 1 h 426"/>
                <a:gd name="T66" fmla="*/ 0 w 246"/>
                <a:gd name="T67" fmla="*/ 0 h 426"/>
                <a:gd name="T68" fmla="*/ 0 w 246"/>
                <a:gd name="T69" fmla="*/ 0 h 426"/>
                <a:gd name="T70" fmla="*/ 0 w 246"/>
                <a:gd name="T71" fmla="*/ 0 h 426"/>
                <a:gd name="T72" fmla="*/ 0 w 246"/>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0"/>
                  </a:moveTo>
                  <a:lnTo>
                    <a:pt x="0" y="0"/>
                  </a:lnTo>
                  <a:lnTo>
                    <a:pt x="1" y="42"/>
                  </a:lnTo>
                  <a:lnTo>
                    <a:pt x="4" y="86"/>
                  </a:lnTo>
                  <a:lnTo>
                    <a:pt x="10" y="126"/>
                  </a:lnTo>
                  <a:lnTo>
                    <a:pt x="18" y="164"/>
                  </a:lnTo>
                  <a:lnTo>
                    <a:pt x="29" y="202"/>
                  </a:lnTo>
                  <a:lnTo>
                    <a:pt x="41" y="237"/>
                  </a:lnTo>
                  <a:lnTo>
                    <a:pt x="55" y="269"/>
                  </a:lnTo>
                  <a:lnTo>
                    <a:pt x="71" y="300"/>
                  </a:lnTo>
                  <a:lnTo>
                    <a:pt x="89" y="327"/>
                  </a:lnTo>
                  <a:lnTo>
                    <a:pt x="107" y="352"/>
                  </a:lnTo>
                  <a:lnTo>
                    <a:pt x="127" y="374"/>
                  </a:lnTo>
                  <a:lnTo>
                    <a:pt x="150" y="392"/>
                  </a:lnTo>
                  <a:lnTo>
                    <a:pt x="171" y="407"/>
                  </a:lnTo>
                  <a:lnTo>
                    <a:pt x="195" y="418"/>
                  </a:lnTo>
                  <a:lnTo>
                    <a:pt x="220" y="423"/>
                  </a:lnTo>
                  <a:lnTo>
                    <a:pt x="246" y="426"/>
                  </a:lnTo>
                  <a:lnTo>
                    <a:pt x="246" y="414"/>
                  </a:lnTo>
                  <a:lnTo>
                    <a:pt x="222" y="412"/>
                  </a:lnTo>
                  <a:lnTo>
                    <a:pt x="200" y="406"/>
                  </a:lnTo>
                  <a:lnTo>
                    <a:pt x="178" y="395"/>
                  </a:lnTo>
                  <a:lnTo>
                    <a:pt x="157" y="382"/>
                  </a:lnTo>
                  <a:lnTo>
                    <a:pt x="137" y="365"/>
                  </a:lnTo>
                  <a:lnTo>
                    <a:pt x="117" y="345"/>
                  </a:lnTo>
                  <a:lnTo>
                    <a:pt x="98" y="320"/>
                  </a:lnTo>
                  <a:lnTo>
                    <a:pt x="83" y="293"/>
                  </a:lnTo>
                  <a:lnTo>
                    <a:pt x="66" y="264"/>
                  </a:lnTo>
                  <a:lnTo>
                    <a:pt x="52" y="232"/>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4437" name="Freeform 67"/>
            <p:cNvSpPr>
              <a:spLocks/>
            </p:cNvSpPr>
            <p:nvPr/>
          </p:nvSpPr>
          <p:spPr bwMode="auto">
            <a:xfrm>
              <a:off x="1335" y="1859"/>
              <a:ext cx="49" cy="84"/>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1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0" y="2"/>
                  </a:lnTo>
                  <a:lnTo>
                    <a:pt x="195" y="8"/>
                  </a:lnTo>
                  <a:lnTo>
                    <a:pt x="171" y="18"/>
                  </a:lnTo>
                  <a:lnTo>
                    <a:pt x="150" y="34"/>
                  </a:lnTo>
                  <a:lnTo>
                    <a:pt x="127" y="51"/>
                  </a:lnTo>
                  <a:lnTo>
                    <a:pt x="107" y="74"/>
                  </a:lnTo>
                  <a:lnTo>
                    <a:pt x="89" y="98"/>
                  </a:lnTo>
                  <a:lnTo>
                    <a:pt x="72" y="125"/>
                  </a:lnTo>
                  <a:lnTo>
                    <a:pt x="55" y="156"/>
                  </a:lnTo>
                  <a:lnTo>
                    <a:pt x="41" y="188"/>
                  </a:lnTo>
                  <a:lnTo>
                    <a:pt x="29" y="222"/>
                  </a:lnTo>
                  <a:lnTo>
                    <a:pt x="18" y="261"/>
                  </a:lnTo>
                  <a:lnTo>
                    <a:pt x="10" y="299"/>
                  </a:lnTo>
                  <a:lnTo>
                    <a:pt x="4" y="339"/>
                  </a:lnTo>
                  <a:lnTo>
                    <a:pt x="1" y="382"/>
                  </a:lnTo>
                  <a:lnTo>
                    <a:pt x="0" y="424"/>
                  </a:lnTo>
                  <a:lnTo>
                    <a:pt x="11" y="424"/>
                  </a:lnTo>
                  <a:lnTo>
                    <a:pt x="13" y="382"/>
                  </a:lnTo>
                  <a:lnTo>
                    <a:pt x="16" y="341"/>
                  </a:lnTo>
                  <a:lnTo>
                    <a:pt x="22" y="301"/>
                  </a:lnTo>
                  <a:lnTo>
                    <a:pt x="30" y="264"/>
                  </a:lnTo>
                  <a:lnTo>
                    <a:pt x="41" y="227"/>
                  </a:lnTo>
                  <a:lnTo>
                    <a:pt x="52" y="193"/>
                  </a:lnTo>
                  <a:lnTo>
                    <a:pt x="66" y="160"/>
                  </a:lnTo>
                  <a:lnTo>
                    <a:pt x="82" y="132"/>
                  </a:lnTo>
                  <a:lnTo>
                    <a:pt x="98" y="105"/>
                  </a:lnTo>
                  <a:lnTo>
                    <a:pt x="117" y="81"/>
                  </a:lnTo>
                  <a:lnTo>
                    <a:pt x="137" y="61"/>
                  </a:lnTo>
                  <a:lnTo>
                    <a:pt x="157" y="43"/>
                  </a:lnTo>
                  <a:lnTo>
                    <a:pt x="178" y="30"/>
                  </a:lnTo>
                  <a:lnTo>
                    <a:pt x="200" y="20"/>
                  </a:lnTo>
                  <a:lnTo>
                    <a:pt x="222" y="14"/>
                  </a:lnTo>
                  <a:lnTo>
                    <a:pt x="246" y="11"/>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4438" name="Freeform 68"/>
            <p:cNvSpPr>
              <a:spLocks/>
            </p:cNvSpPr>
            <p:nvPr/>
          </p:nvSpPr>
          <p:spPr bwMode="auto">
            <a:xfrm>
              <a:off x="1552" y="1751"/>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1" y="339"/>
                  </a:lnTo>
                  <a:lnTo>
                    <a:pt x="235" y="299"/>
                  </a:lnTo>
                  <a:lnTo>
                    <a:pt x="226" y="261"/>
                  </a:lnTo>
                  <a:lnTo>
                    <a:pt x="216" y="223"/>
                  </a:lnTo>
                  <a:lnTo>
                    <a:pt x="204" y="189"/>
                  </a:lnTo>
                  <a:lnTo>
                    <a:pt x="190" y="156"/>
                  </a:lnTo>
                  <a:lnTo>
                    <a:pt x="174" y="125"/>
                  </a:lnTo>
                  <a:lnTo>
                    <a:pt x="156" y="98"/>
                  </a:lnTo>
                  <a:lnTo>
                    <a:pt x="137" y="74"/>
                  </a:lnTo>
                  <a:lnTo>
                    <a:pt x="119" y="52"/>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8" y="81"/>
                  </a:lnTo>
                  <a:lnTo>
                    <a:pt x="147" y="105"/>
                  </a:lnTo>
                  <a:lnTo>
                    <a:pt x="164" y="132"/>
                  </a:lnTo>
                  <a:lnTo>
                    <a:pt x="178" y="161"/>
                  </a:lnTo>
                  <a:lnTo>
                    <a:pt x="193" y="193"/>
                  </a:lnTo>
                  <a:lnTo>
                    <a:pt x="204" y="227"/>
                  </a:lnTo>
                  <a:lnTo>
                    <a:pt x="215" y="264"/>
                  </a:lnTo>
                  <a:lnTo>
                    <a:pt x="223" y="301"/>
                  </a:lnTo>
                  <a:lnTo>
                    <a:pt x="229" y="341"/>
                  </a:lnTo>
                  <a:lnTo>
                    <a:pt x="232" y="382"/>
                  </a:lnTo>
                  <a:lnTo>
                    <a:pt x="234"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4439" name="Freeform 69"/>
            <p:cNvSpPr>
              <a:spLocks/>
            </p:cNvSpPr>
            <p:nvPr/>
          </p:nvSpPr>
          <p:spPr bwMode="auto">
            <a:xfrm>
              <a:off x="1552" y="1836"/>
              <a:ext cx="49" cy="85"/>
            </a:xfrm>
            <a:custGeom>
              <a:avLst/>
              <a:gdLst>
                <a:gd name="T0" fmla="*/ 0 w 245"/>
                <a:gd name="T1" fmla="*/ 3 h 425"/>
                <a:gd name="T2" fmla="*/ 0 w 245"/>
                <a:gd name="T3" fmla="*/ 3 h 425"/>
                <a:gd name="T4" fmla="*/ 0 w 245"/>
                <a:gd name="T5" fmla="*/ 3 h 425"/>
                <a:gd name="T6" fmla="*/ 0 w 245"/>
                <a:gd name="T7" fmla="*/ 3 h 425"/>
                <a:gd name="T8" fmla="*/ 1 w 245"/>
                <a:gd name="T9" fmla="*/ 3 h 425"/>
                <a:gd name="T10" fmla="*/ 1 w 245"/>
                <a:gd name="T11" fmla="*/ 3 h 425"/>
                <a:gd name="T12" fmla="*/ 1 w 245"/>
                <a:gd name="T13" fmla="*/ 3 h 425"/>
                <a:gd name="T14" fmla="*/ 1 w 245"/>
                <a:gd name="T15" fmla="*/ 3 h 425"/>
                <a:gd name="T16" fmla="*/ 1 w 245"/>
                <a:gd name="T17" fmla="*/ 3 h 425"/>
                <a:gd name="T18" fmla="*/ 1 w 245"/>
                <a:gd name="T19" fmla="*/ 2 h 425"/>
                <a:gd name="T20" fmla="*/ 2 w 245"/>
                <a:gd name="T21" fmla="*/ 2 h 425"/>
                <a:gd name="T22" fmla="*/ 2 w 245"/>
                <a:gd name="T23" fmla="*/ 2 h 425"/>
                <a:gd name="T24" fmla="*/ 2 w 245"/>
                <a:gd name="T25" fmla="*/ 2 h 425"/>
                <a:gd name="T26" fmla="*/ 2 w 245"/>
                <a:gd name="T27" fmla="*/ 1 h 425"/>
                <a:gd name="T28" fmla="*/ 2 w 245"/>
                <a:gd name="T29" fmla="*/ 1 h 425"/>
                <a:gd name="T30" fmla="*/ 2 w 245"/>
                <a:gd name="T31" fmla="*/ 1 h 425"/>
                <a:gd name="T32" fmla="*/ 2 w 245"/>
                <a:gd name="T33" fmla="*/ 0 h 425"/>
                <a:gd name="T34" fmla="*/ 2 w 245"/>
                <a:gd name="T35" fmla="*/ 0 h 425"/>
                <a:gd name="T36" fmla="*/ 2 w 245"/>
                <a:gd name="T37" fmla="*/ 0 h 425"/>
                <a:gd name="T38" fmla="*/ 2 w 245"/>
                <a:gd name="T39" fmla="*/ 0 h 425"/>
                <a:gd name="T40" fmla="*/ 2 w 245"/>
                <a:gd name="T41" fmla="*/ 1 h 425"/>
                <a:gd name="T42" fmla="*/ 2 w 245"/>
                <a:gd name="T43" fmla="*/ 1 h 425"/>
                <a:gd name="T44" fmla="*/ 2 w 245"/>
                <a:gd name="T45" fmla="*/ 1 h 425"/>
                <a:gd name="T46" fmla="*/ 2 w 245"/>
                <a:gd name="T47" fmla="*/ 2 h 425"/>
                <a:gd name="T48" fmla="*/ 2 w 245"/>
                <a:gd name="T49" fmla="*/ 2 h 425"/>
                <a:gd name="T50" fmla="*/ 1 w 245"/>
                <a:gd name="T51" fmla="*/ 2 h 425"/>
                <a:gd name="T52" fmla="*/ 1 w 245"/>
                <a:gd name="T53" fmla="*/ 2 h 425"/>
                <a:gd name="T54" fmla="*/ 1 w 245"/>
                <a:gd name="T55" fmla="*/ 3 h 425"/>
                <a:gd name="T56" fmla="*/ 1 w 245"/>
                <a:gd name="T57" fmla="*/ 3 h 425"/>
                <a:gd name="T58" fmla="*/ 1 w 245"/>
                <a:gd name="T59" fmla="*/ 3 h 425"/>
                <a:gd name="T60" fmla="*/ 1 w 245"/>
                <a:gd name="T61" fmla="*/ 3 h 425"/>
                <a:gd name="T62" fmla="*/ 1 w 245"/>
                <a:gd name="T63" fmla="*/ 3 h 425"/>
                <a:gd name="T64" fmla="*/ 0 w 245"/>
                <a:gd name="T65" fmla="*/ 3 h 425"/>
                <a:gd name="T66" fmla="*/ 0 w 245"/>
                <a:gd name="T67" fmla="*/ 3 h 425"/>
                <a:gd name="T68" fmla="*/ 0 w 245"/>
                <a:gd name="T69" fmla="*/ 3 h 425"/>
                <a:gd name="T70" fmla="*/ 0 w 245"/>
                <a:gd name="T71" fmla="*/ 3 h 425"/>
                <a:gd name="T72" fmla="*/ 0 w 245"/>
                <a:gd name="T73" fmla="*/ 3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5"/>
                <a:gd name="T113" fmla="*/ 245 w 245"/>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5">
                  <a:moveTo>
                    <a:pt x="0" y="425"/>
                  </a:moveTo>
                  <a:lnTo>
                    <a:pt x="0" y="425"/>
                  </a:lnTo>
                  <a:lnTo>
                    <a:pt x="26" y="422"/>
                  </a:lnTo>
                  <a:lnTo>
                    <a:pt x="51" y="417"/>
                  </a:lnTo>
                  <a:lnTo>
                    <a:pt x="74" y="406"/>
                  </a:lnTo>
                  <a:lnTo>
                    <a:pt x="96" y="391"/>
                  </a:lnTo>
                  <a:lnTo>
                    <a:pt x="119" y="373"/>
                  </a:lnTo>
                  <a:lnTo>
                    <a:pt x="137" y="351"/>
                  </a:lnTo>
                  <a:lnTo>
                    <a:pt x="156" y="326"/>
                  </a:lnTo>
                  <a:lnTo>
                    <a:pt x="174" y="299"/>
                  </a:lnTo>
                  <a:lnTo>
                    <a:pt x="190" y="269"/>
                  </a:lnTo>
                  <a:lnTo>
                    <a:pt x="204" y="236"/>
                  </a:lnTo>
                  <a:lnTo>
                    <a:pt x="216" y="202"/>
                  </a:lnTo>
                  <a:lnTo>
                    <a:pt x="226" y="163"/>
                  </a:lnTo>
                  <a:lnTo>
                    <a:pt x="235" y="126"/>
                  </a:lnTo>
                  <a:lnTo>
                    <a:pt x="241" y="86"/>
                  </a:lnTo>
                  <a:lnTo>
                    <a:pt x="244" y="43"/>
                  </a:lnTo>
                  <a:lnTo>
                    <a:pt x="245" y="0"/>
                  </a:lnTo>
                  <a:lnTo>
                    <a:pt x="234" y="0"/>
                  </a:lnTo>
                  <a:lnTo>
                    <a:pt x="232" y="43"/>
                  </a:lnTo>
                  <a:lnTo>
                    <a:pt x="229" y="84"/>
                  </a:lnTo>
                  <a:lnTo>
                    <a:pt x="223" y="123"/>
                  </a:lnTo>
                  <a:lnTo>
                    <a:pt x="215" y="161"/>
                  </a:lnTo>
                  <a:lnTo>
                    <a:pt x="204" y="197"/>
                  </a:lnTo>
                  <a:lnTo>
                    <a:pt x="193" y="231"/>
                  </a:lnTo>
                  <a:lnTo>
                    <a:pt x="178" y="264"/>
                  </a:lnTo>
                  <a:lnTo>
                    <a:pt x="164" y="292"/>
                  </a:lnTo>
                  <a:lnTo>
                    <a:pt x="147" y="319"/>
                  </a:lnTo>
                  <a:lnTo>
                    <a:pt x="128" y="344"/>
                  </a:lnTo>
                  <a:lnTo>
                    <a:pt x="109" y="364"/>
                  </a:lnTo>
                  <a:lnTo>
                    <a:pt x="89" y="381"/>
                  </a:lnTo>
                  <a:lnTo>
                    <a:pt x="67" y="394"/>
                  </a:lnTo>
                  <a:lnTo>
                    <a:pt x="46" y="405"/>
                  </a:lnTo>
                  <a:lnTo>
                    <a:pt x="24" y="411"/>
                  </a:lnTo>
                  <a:lnTo>
                    <a:pt x="0" y="413"/>
                  </a:lnTo>
                  <a:lnTo>
                    <a:pt x="0" y="425"/>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4440" name="Freeform 70"/>
            <p:cNvSpPr>
              <a:spLocks/>
            </p:cNvSpPr>
            <p:nvPr/>
          </p:nvSpPr>
          <p:spPr bwMode="auto">
            <a:xfrm>
              <a:off x="1502" y="1836"/>
              <a:ext cx="50" cy="85"/>
            </a:xfrm>
            <a:custGeom>
              <a:avLst/>
              <a:gdLst>
                <a:gd name="T0" fmla="*/ 0 w 246"/>
                <a:gd name="T1" fmla="*/ 0 h 425"/>
                <a:gd name="T2" fmla="*/ 0 w 246"/>
                <a:gd name="T3" fmla="*/ 0 h 425"/>
                <a:gd name="T4" fmla="*/ 0 w 246"/>
                <a:gd name="T5" fmla="*/ 0 h 425"/>
                <a:gd name="T6" fmla="*/ 0 w 246"/>
                <a:gd name="T7" fmla="*/ 1 h 425"/>
                <a:gd name="T8" fmla="*/ 0 w 246"/>
                <a:gd name="T9" fmla="*/ 1 h 425"/>
                <a:gd name="T10" fmla="*/ 0 w 246"/>
                <a:gd name="T11" fmla="*/ 1 h 425"/>
                <a:gd name="T12" fmla="*/ 0 w 246"/>
                <a:gd name="T13" fmla="*/ 2 h 425"/>
                <a:gd name="T14" fmla="*/ 0 w 246"/>
                <a:gd name="T15" fmla="*/ 2 h 425"/>
                <a:gd name="T16" fmla="*/ 0 w 246"/>
                <a:gd name="T17" fmla="*/ 2 h 425"/>
                <a:gd name="T18" fmla="*/ 1 w 246"/>
                <a:gd name="T19" fmla="*/ 2 h 425"/>
                <a:gd name="T20" fmla="*/ 1 w 246"/>
                <a:gd name="T21" fmla="*/ 3 h 425"/>
                <a:gd name="T22" fmla="*/ 1 w 246"/>
                <a:gd name="T23" fmla="*/ 3 h 425"/>
                <a:gd name="T24" fmla="*/ 1 w 246"/>
                <a:gd name="T25" fmla="*/ 3 h 425"/>
                <a:gd name="T26" fmla="*/ 1 w 246"/>
                <a:gd name="T27" fmla="*/ 3 h 425"/>
                <a:gd name="T28" fmla="*/ 1 w 246"/>
                <a:gd name="T29" fmla="*/ 3 h 425"/>
                <a:gd name="T30" fmla="*/ 2 w 246"/>
                <a:gd name="T31" fmla="*/ 3 h 425"/>
                <a:gd name="T32" fmla="*/ 2 w 246"/>
                <a:gd name="T33" fmla="*/ 3 h 425"/>
                <a:gd name="T34" fmla="*/ 2 w 246"/>
                <a:gd name="T35" fmla="*/ 3 h 425"/>
                <a:gd name="T36" fmla="*/ 2 w 246"/>
                <a:gd name="T37" fmla="*/ 3 h 425"/>
                <a:gd name="T38" fmla="*/ 2 w 246"/>
                <a:gd name="T39" fmla="*/ 3 h 425"/>
                <a:gd name="T40" fmla="*/ 2 w 246"/>
                <a:gd name="T41" fmla="*/ 3 h 425"/>
                <a:gd name="T42" fmla="*/ 1 w 246"/>
                <a:gd name="T43" fmla="*/ 3 h 425"/>
                <a:gd name="T44" fmla="*/ 1 w 246"/>
                <a:gd name="T45" fmla="*/ 3 h 425"/>
                <a:gd name="T46" fmla="*/ 1 w 246"/>
                <a:gd name="T47" fmla="*/ 3 h 425"/>
                <a:gd name="T48" fmla="*/ 1 w 246"/>
                <a:gd name="T49" fmla="*/ 3 h 425"/>
                <a:gd name="T50" fmla="*/ 1 w 246"/>
                <a:gd name="T51" fmla="*/ 3 h 425"/>
                <a:gd name="T52" fmla="*/ 1 w 246"/>
                <a:gd name="T53" fmla="*/ 2 h 425"/>
                <a:gd name="T54" fmla="*/ 1 w 246"/>
                <a:gd name="T55" fmla="*/ 2 h 425"/>
                <a:gd name="T56" fmla="*/ 0 w 246"/>
                <a:gd name="T57" fmla="*/ 2 h 425"/>
                <a:gd name="T58" fmla="*/ 0 w 246"/>
                <a:gd name="T59" fmla="*/ 2 h 425"/>
                <a:gd name="T60" fmla="*/ 0 w 246"/>
                <a:gd name="T61" fmla="*/ 1 h 425"/>
                <a:gd name="T62" fmla="*/ 0 w 246"/>
                <a:gd name="T63" fmla="*/ 1 h 425"/>
                <a:gd name="T64" fmla="*/ 0 w 246"/>
                <a:gd name="T65" fmla="*/ 1 h 425"/>
                <a:gd name="T66" fmla="*/ 0 w 246"/>
                <a:gd name="T67" fmla="*/ 0 h 425"/>
                <a:gd name="T68" fmla="*/ 0 w 246"/>
                <a:gd name="T69" fmla="*/ 0 h 425"/>
                <a:gd name="T70" fmla="*/ 0 w 246"/>
                <a:gd name="T71" fmla="*/ 0 h 425"/>
                <a:gd name="T72" fmla="*/ 0 w 246"/>
                <a:gd name="T73" fmla="*/ 0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5"/>
                <a:gd name="T113" fmla="*/ 246 w 246"/>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5">
                  <a:moveTo>
                    <a:pt x="0" y="0"/>
                  </a:moveTo>
                  <a:lnTo>
                    <a:pt x="0" y="0"/>
                  </a:lnTo>
                  <a:lnTo>
                    <a:pt x="2" y="43"/>
                  </a:lnTo>
                  <a:lnTo>
                    <a:pt x="5" y="86"/>
                  </a:lnTo>
                  <a:lnTo>
                    <a:pt x="11" y="126"/>
                  </a:lnTo>
                  <a:lnTo>
                    <a:pt x="19" y="163"/>
                  </a:lnTo>
                  <a:lnTo>
                    <a:pt x="30" y="202"/>
                  </a:lnTo>
                  <a:lnTo>
                    <a:pt x="41" y="236"/>
                  </a:lnTo>
                  <a:lnTo>
                    <a:pt x="55" y="269"/>
                  </a:lnTo>
                  <a:lnTo>
                    <a:pt x="73" y="299"/>
                  </a:lnTo>
                  <a:lnTo>
                    <a:pt x="89" y="326"/>
                  </a:lnTo>
                  <a:lnTo>
                    <a:pt x="108" y="351"/>
                  </a:lnTo>
                  <a:lnTo>
                    <a:pt x="128" y="373"/>
                  </a:lnTo>
                  <a:lnTo>
                    <a:pt x="150" y="391"/>
                  </a:lnTo>
                  <a:lnTo>
                    <a:pt x="171" y="406"/>
                  </a:lnTo>
                  <a:lnTo>
                    <a:pt x="196" y="417"/>
                  </a:lnTo>
                  <a:lnTo>
                    <a:pt x="221" y="422"/>
                  </a:lnTo>
                  <a:lnTo>
                    <a:pt x="246" y="425"/>
                  </a:lnTo>
                  <a:lnTo>
                    <a:pt x="246" y="413"/>
                  </a:lnTo>
                  <a:lnTo>
                    <a:pt x="223" y="411"/>
                  </a:lnTo>
                  <a:lnTo>
                    <a:pt x="201" y="405"/>
                  </a:lnTo>
                  <a:lnTo>
                    <a:pt x="178" y="394"/>
                  </a:lnTo>
                  <a:lnTo>
                    <a:pt x="157" y="381"/>
                  </a:lnTo>
                  <a:lnTo>
                    <a:pt x="137" y="364"/>
                  </a:lnTo>
                  <a:lnTo>
                    <a:pt x="117" y="344"/>
                  </a:lnTo>
                  <a:lnTo>
                    <a:pt x="99" y="319"/>
                  </a:lnTo>
                  <a:lnTo>
                    <a:pt x="82" y="292"/>
                  </a:lnTo>
                  <a:lnTo>
                    <a:pt x="67" y="264"/>
                  </a:lnTo>
                  <a:lnTo>
                    <a:pt x="53" y="231"/>
                  </a:lnTo>
                  <a:lnTo>
                    <a:pt x="41" y="197"/>
                  </a:lnTo>
                  <a:lnTo>
                    <a:pt x="31" y="161"/>
                  </a:lnTo>
                  <a:lnTo>
                    <a:pt x="23" y="123"/>
                  </a:lnTo>
                  <a:lnTo>
                    <a:pt x="17" y="84"/>
                  </a:lnTo>
                  <a:lnTo>
                    <a:pt x="13" y="4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4441" name="Freeform 71"/>
            <p:cNvSpPr>
              <a:spLocks/>
            </p:cNvSpPr>
            <p:nvPr/>
          </p:nvSpPr>
          <p:spPr bwMode="auto">
            <a:xfrm>
              <a:off x="1502" y="1751"/>
              <a:ext cx="50" cy="85"/>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2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1" y="2"/>
                  </a:lnTo>
                  <a:lnTo>
                    <a:pt x="196" y="8"/>
                  </a:lnTo>
                  <a:lnTo>
                    <a:pt x="171" y="19"/>
                  </a:lnTo>
                  <a:lnTo>
                    <a:pt x="150" y="34"/>
                  </a:lnTo>
                  <a:lnTo>
                    <a:pt x="128" y="52"/>
                  </a:lnTo>
                  <a:lnTo>
                    <a:pt x="108" y="74"/>
                  </a:lnTo>
                  <a:lnTo>
                    <a:pt x="89" y="98"/>
                  </a:lnTo>
                  <a:lnTo>
                    <a:pt x="73" y="125"/>
                  </a:lnTo>
                  <a:lnTo>
                    <a:pt x="55" y="156"/>
                  </a:lnTo>
                  <a:lnTo>
                    <a:pt x="41" y="189"/>
                  </a:lnTo>
                  <a:lnTo>
                    <a:pt x="30" y="223"/>
                  </a:lnTo>
                  <a:lnTo>
                    <a:pt x="19" y="261"/>
                  </a:lnTo>
                  <a:lnTo>
                    <a:pt x="11" y="299"/>
                  </a:lnTo>
                  <a:lnTo>
                    <a:pt x="5" y="339"/>
                  </a:lnTo>
                  <a:lnTo>
                    <a:pt x="2" y="382"/>
                  </a:lnTo>
                  <a:lnTo>
                    <a:pt x="0" y="424"/>
                  </a:lnTo>
                  <a:lnTo>
                    <a:pt x="12" y="424"/>
                  </a:lnTo>
                  <a:lnTo>
                    <a:pt x="13" y="382"/>
                  </a:lnTo>
                  <a:lnTo>
                    <a:pt x="17" y="341"/>
                  </a:lnTo>
                  <a:lnTo>
                    <a:pt x="23" y="301"/>
                  </a:lnTo>
                  <a:lnTo>
                    <a:pt x="31" y="264"/>
                  </a:lnTo>
                  <a:lnTo>
                    <a:pt x="41" y="227"/>
                  </a:lnTo>
                  <a:lnTo>
                    <a:pt x="53" y="193"/>
                  </a:lnTo>
                  <a:lnTo>
                    <a:pt x="67" y="161"/>
                  </a:lnTo>
                  <a:lnTo>
                    <a:pt x="82" y="132"/>
                  </a:lnTo>
                  <a:lnTo>
                    <a:pt x="99" y="105"/>
                  </a:lnTo>
                  <a:lnTo>
                    <a:pt x="117" y="81"/>
                  </a:lnTo>
                  <a:lnTo>
                    <a:pt x="137" y="61"/>
                  </a:lnTo>
                  <a:lnTo>
                    <a:pt x="157" y="43"/>
                  </a:lnTo>
                  <a:lnTo>
                    <a:pt x="178" y="30"/>
                  </a:lnTo>
                  <a:lnTo>
                    <a:pt x="201" y="20"/>
                  </a:lnTo>
                  <a:lnTo>
                    <a:pt x="223" y="14"/>
                  </a:lnTo>
                  <a:lnTo>
                    <a:pt x="246" y="12"/>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4442" name="Freeform 72"/>
            <p:cNvSpPr>
              <a:spLocks/>
            </p:cNvSpPr>
            <p:nvPr/>
          </p:nvSpPr>
          <p:spPr bwMode="auto">
            <a:xfrm>
              <a:off x="1565" y="2016"/>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0" y="339"/>
                  </a:lnTo>
                  <a:lnTo>
                    <a:pt x="234" y="299"/>
                  </a:lnTo>
                  <a:lnTo>
                    <a:pt x="226" y="261"/>
                  </a:lnTo>
                  <a:lnTo>
                    <a:pt x="216" y="223"/>
                  </a:lnTo>
                  <a:lnTo>
                    <a:pt x="204" y="189"/>
                  </a:lnTo>
                  <a:lnTo>
                    <a:pt x="190" y="156"/>
                  </a:lnTo>
                  <a:lnTo>
                    <a:pt x="174" y="125"/>
                  </a:lnTo>
                  <a:lnTo>
                    <a:pt x="156" y="98"/>
                  </a:lnTo>
                  <a:lnTo>
                    <a:pt x="138" y="74"/>
                  </a:lnTo>
                  <a:lnTo>
                    <a:pt x="118" y="51"/>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9" y="81"/>
                  </a:lnTo>
                  <a:lnTo>
                    <a:pt x="147" y="105"/>
                  </a:lnTo>
                  <a:lnTo>
                    <a:pt x="164" y="132"/>
                  </a:lnTo>
                  <a:lnTo>
                    <a:pt x="178" y="160"/>
                  </a:lnTo>
                  <a:lnTo>
                    <a:pt x="192" y="193"/>
                  </a:lnTo>
                  <a:lnTo>
                    <a:pt x="204" y="227"/>
                  </a:lnTo>
                  <a:lnTo>
                    <a:pt x="215" y="264"/>
                  </a:lnTo>
                  <a:lnTo>
                    <a:pt x="223" y="301"/>
                  </a:lnTo>
                  <a:lnTo>
                    <a:pt x="229"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4443" name="Freeform 73"/>
            <p:cNvSpPr>
              <a:spLocks/>
            </p:cNvSpPr>
            <p:nvPr/>
          </p:nvSpPr>
          <p:spPr bwMode="auto">
            <a:xfrm>
              <a:off x="1565" y="2101"/>
              <a:ext cx="49" cy="85"/>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6" y="423"/>
                  </a:lnTo>
                  <a:lnTo>
                    <a:pt x="51" y="418"/>
                  </a:lnTo>
                  <a:lnTo>
                    <a:pt x="74" y="407"/>
                  </a:lnTo>
                  <a:lnTo>
                    <a:pt x="96" y="392"/>
                  </a:lnTo>
                  <a:lnTo>
                    <a:pt x="118" y="373"/>
                  </a:lnTo>
                  <a:lnTo>
                    <a:pt x="138" y="351"/>
                  </a:lnTo>
                  <a:lnTo>
                    <a:pt x="156" y="327"/>
                  </a:lnTo>
                  <a:lnTo>
                    <a:pt x="175" y="299"/>
                  </a:lnTo>
                  <a:lnTo>
                    <a:pt x="190" y="269"/>
                  </a:lnTo>
                  <a:lnTo>
                    <a:pt x="204" y="236"/>
                  </a:lnTo>
                  <a:lnTo>
                    <a:pt x="216" y="202"/>
                  </a:lnTo>
                  <a:lnTo>
                    <a:pt x="226" y="164"/>
                  </a:lnTo>
                  <a:lnTo>
                    <a:pt x="234" y="126"/>
                  </a:lnTo>
                  <a:lnTo>
                    <a:pt x="240" y="86"/>
                  </a:lnTo>
                  <a:lnTo>
                    <a:pt x="244" y="42"/>
                  </a:lnTo>
                  <a:lnTo>
                    <a:pt x="245" y="0"/>
                  </a:lnTo>
                  <a:lnTo>
                    <a:pt x="233" y="0"/>
                  </a:lnTo>
                  <a:lnTo>
                    <a:pt x="232" y="42"/>
                  </a:lnTo>
                  <a:lnTo>
                    <a:pt x="229" y="83"/>
                  </a:lnTo>
                  <a:lnTo>
                    <a:pt x="223" y="123"/>
                  </a:lnTo>
                  <a:lnTo>
                    <a:pt x="215" y="162"/>
                  </a:lnTo>
                  <a:lnTo>
                    <a:pt x="204" y="197"/>
                  </a:lnTo>
                  <a:lnTo>
                    <a:pt x="192" y="231"/>
                  </a:lnTo>
                  <a:lnTo>
                    <a:pt x="178" y="264"/>
                  </a:lnTo>
                  <a:lnTo>
                    <a:pt x="163" y="292"/>
                  </a:lnTo>
                  <a:lnTo>
                    <a:pt x="147" y="320"/>
                  </a:lnTo>
                  <a:lnTo>
                    <a:pt x="129" y="344"/>
                  </a:lnTo>
                  <a:lnTo>
                    <a:pt x="109" y="364"/>
                  </a:lnTo>
                  <a:lnTo>
                    <a:pt x="89" y="382"/>
                  </a:lnTo>
                  <a:lnTo>
                    <a:pt x="67" y="395"/>
                  </a:lnTo>
                  <a:lnTo>
                    <a:pt x="46" y="406"/>
                  </a:lnTo>
                  <a:lnTo>
                    <a:pt x="24"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4444" name="Freeform 74"/>
            <p:cNvSpPr>
              <a:spLocks/>
            </p:cNvSpPr>
            <p:nvPr/>
          </p:nvSpPr>
          <p:spPr bwMode="auto">
            <a:xfrm>
              <a:off x="1516" y="2101"/>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5" y="86"/>
                  </a:lnTo>
                  <a:lnTo>
                    <a:pt x="11" y="126"/>
                  </a:lnTo>
                  <a:lnTo>
                    <a:pt x="19" y="164"/>
                  </a:lnTo>
                  <a:lnTo>
                    <a:pt x="30" y="202"/>
                  </a:lnTo>
                  <a:lnTo>
                    <a:pt x="41" y="236"/>
                  </a:lnTo>
                  <a:lnTo>
                    <a:pt x="55" y="269"/>
                  </a:lnTo>
                  <a:lnTo>
                    <a:pt x="71" y="299"/>
                  </a:lnTo>
                  <a:lnTo>
                    <a:pt x="89" y="327"/>
                  </a:lnTo>
                  <a:lnTo>
                    <a:pt x="107" y="351"/>
                  </a:lnTo>
                  <a:lnTo>
                    <a:pt x="127" y="373"/>
                  </a:lnTo>
                  <a:lnTo>
                    <a:pt x="149" y="392"/>
                  </a:lnTo>
                  <a:lnTo>
                    <a:pt x="171" y="407"/>
                  </a:lnTo>
                  <a:lnTo>
                    <a:pt x="195" y="418"/>
                  </a:lnTo>
                  <a:lnTo>
                    <a:pt x="219" y="423"/>
                  </a:lnTo>
                  <a:lnTo>
                    <a:pt x="245" y="426"/>
                  </a:lnTo>
                  <a:lnTo>
                    <a:pt x="245" y="414"/>
                  </a:lnTo>
                  <a:lnTo>
                    <a:pt x="222" y="412"/>
                  </a:lnTo>
                  <a:lnTo>
                    <a:pt x="199" y="406"/>
                  </a:lnTo>
                  <a:lnTo>
                    <a:pt x="178" y="395"/>
                  </a:lnTo>
                  <a:lnTo>
                    <a:pt x="156" y="382"/>
                  </a:lnTo>
                  <a:lnTo>
                    <a:pt x="136" y="364"/>
                  </a:lnTo>
                  <a:lnTo>
                    <a:pt x="116" y="344"/>
                  </a:lnTo>
                  <a:lnTo>
                    <a:pt x="99" y="320"/>
                  </a:lnTo>
                  <a:lnTo>
                    <a:pt x="82" y="292"/>
                  </a:lnTo>
                  <a:lnTo>
                    <a:pt x="67" y="264"/>
                  </a:lnTo>
                  <a:lnTo>
                    <a:pt x="53" y="231"/>
                  </a:lnTo>
                  <a:lnTo>
                    <a:pt x="41" y="197"/>
                  </a:lnTo>
                  <a:lnTo>
                    <a:pt x="31" y="162"/>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4445" name="Freeform 75"/>
            <p:cNvSpPr>
              <a:spLocks/>
            </p:cNvSpPr>
            <p:nvPr/>
          </p:nvSpPr>
          <p:spPr bwMode="auto">
            <a:xfrm>
              <a:off x="1516" y="2016"/>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5" y="8"/>
                  </a:lnTo>
                  <a:lnTo>
                    <a:pt x="171" y="19"/>
                  </a:lnTo>
                  <a:lnTo>
                    <a:pt x="149" y="34"/>
                  </a:lnTo>
                  <a:lnTo>
                    <a:pt x="127" y="51"/>
                  </a:lnTo>
                  <a:lnTo>
                    <a:pt x="107" y="74"/>
                  </a:lnTo>
                  <a:lnTo>
                    <a:pt x="89" y="98"/>
                  </a:lnTo>
                  <a:lnTo>
                    <a:pt x="72" y="125"/>
                  </a:lnTo>
                  <a:lnTo>
                    <a:pt x="55" y="156"/>
                  </a:lnTo>
                  <a:lnTo>
                    <a:pt x="41" y="189"/>
                  </a:lnTo>
                  <a:lnTo>
                    <a:pt x="30" y="223"/>
                  </a:lnTo>
                  <a:lnTo>
                    <a:pt x="19" y="261"/>
                  </a:lnTo>
                  <a:lnTo>
                    <a:pt x="11" y="299"/>
                  </a:lnTo>
                  <a:lnTo>
                    <a:pt x="5" y="339"/>
                  </a:lnTo>
                  <a:lnTo>
                    <a:pt x="1" y="382"/>
                  </a:lnTo>
                  <a:lnTo>
                    <a:pt x="0" y="424"/>
                  </a:lnTo>
                  <a:lnTo>
                    <a:pt x="12" y="424"/>
                  </a:lnTo>
                  <a:lnTo>
                    <a:pt x="13" y="382"/>
                  </a:lnTo>
                  <a:lnTo>
                    <a:pt x="17" y="341"/>
                  </a:lnTo>
                  <a:lnTo>
                    <a:pt x="23" y="301"/>
                  </a:lnTo>
                  <a:lnTo>
                    <a:pt x="31" y="264"/>
                  </a:lnTo>
                  <a:lnTo>
                    <a:pt x="41" y="227"/>
                  </a:lnTo>
                  <a:lnTo>
                    <a:pt x="53" y="193"/>
                  </a:lnTo>
                  <a:lnTo>
                    <a:pt x="67" y="160"/>
                  </a:lnTo>
                  <a:lnTo>
                    <a:pt x="81" y="132"/>
                  </a:lnTo>
                  <a:lnTo>
                    <a:pt x="99" y="105"/>
                  </a:lnTo>
                  <a:lnTo>
                    <a:pt x="116" y="81"/>
                  </a:lnTo>
                  <a:lnTo>
                    <a:pt x="136" y="61"/>
                  </a:lnTo>
                  <a:lnTo>
                    <a:pt x="156" y="43"/>
                  </a:lnTo>
                  <a:lnTo>
                    <a:pt x="178" y="30"/>
                  </a:lnTo>
                  <a:lnTo>
                    <a:pt x="199" y="20"/>
                  </a:lnTo>
                  <a:lnTo>
                    <a:pt x="222"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sp>
        <p:nvSpPr>
          <p:cNvPr id="144392" name="Rectangle 77"/>
          <p:cNvSpPr>
            <a:spLocks noChangeArrowheads="1"/>
          </p:cNvSpPr>
          <p:nvPr/>
        </p:nvSpPr>
        <p:spPr bwMode="auto">
          <a:xfrm>
            <a:off x="611188" y="0"/>
            <a:ext cx="6388100" cy="6477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3000"/>
              <a:t>Sem. 3 - Lundi</a:t>
            </a:r>
          </a:p>
        </p:txBody>
      </p:sp>
      <p:sp>
        <p:nvSpPr>
          <p:cNvPr id="144393" name="Text Box 78"/>
          <p:cNvSpPr txBox="1">
            <a:spLocks noChangeArrowheads="1"/>
          </p:cNvSpPr>
          <p:nvPr/>
        </p:nvSpPr>
        <p:spPr bwMode="auto">
          <a:xfrm>
            <a:off x="566738" y="2697163"/>
            <a:ext cx="3217862"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2. Pas de commandes</a:t>
            </a:r>
          </a:p>
        </p:txBody>
      </p:sp>
      <p:sp>
        <p:nvSpPr>
          <p:cNvPr id="144394" name="Text Box 79"/>
          <p:cNvSpPr txBox="1">
            <a:spLocks noChangeArrowheads="1"/>
          </p:cNvSpPr>
          <p:nvPr/>
        </p:nvSpPr>
        <p:spPr bwMode="auto">
          <a:xfrm>
            <a:off x="566738" y="5211763"/>
            <a:ext cx="6543675" cy="4429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eaLnBrk="1" hangingPunct="1">
              <a:spcBef>
                <a:spcPct val="0"/>
              </a:spcBef>
              <a:buFontTx/>
              <a:buNone/>
            </a:pPr>
            <a:r>
              <a:rPr lang="fr-FR" altLang="fr-FR" sz="2300"/>
              <a:t>4. Pointez la production sur votre feuille de suivi</a:t>
            </a:r>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45410" name="Group 2"/>
          <p:cNvGrpSpPr>
            <a:grpSpLocks/>
          </p:cNvGrpSpPr>
          <p:nvPr/>
        </p:nvGrpSpPr>
        <p:grpSpPr bwMode="auto">
          <a:xfrm>
            <a:off x="7073900" y="215900"/>
            <a:ext cx="1878013" cy="1250950"/>
            <a:chOff x="4456" y="136"/>
            <a:chExt cx="1183" cy="788"/>
          </a:xfrm>
        </p:grpSpPr>
        <p:grpSp>
          <p:nvGrpSpPr>
            <p:cNvPr id="145470" name="Group 3"/>
            <p:cNvGrpSpPr>
              <a:grpSpLocks/>
            </p:cNvGrpSpPr>
            <p:nvPr/>
          </p:nvGrpSpPr>
          <p:grpSpPr bwMode="auto">
            <a:xfrm>
              <a:off x="4766" y="232"/>
              <a:ext cx="873" cy="692"/>
              <a:chOff x="2185" y="310"/>
              <a:chExt cx="873" cy="692"/>
            </a:xfrm>
          </p:grpSpPr>
          <p:sp>
            <p:nvSpPr>
              <p:cNvPr id="145481" name="Freeform 4"/>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accent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5482" name="Freeform 5"/>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5483" name="Freeform 6"/>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5484" name="Freeform 7"/>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5485" name="Freeform 8"/>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5486" name="Freeform 9"/>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5487" name="Freeform 10"/>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grpSp>
          <p:nvGrpSpPr>
            <p:cNvPr id="145471" name="Group 11"/>
            <p:cNvGrpSpPr>
              <a:grpSpLocks/>
            </p:cNvGrpSpPr>
            <p:nvPr/>
          </p:nvGrpSpPr>
          <p:grpSpPr bwMode="auto">
            <a:xfrm>
              <a:off x="4949" y="336"/>
              <a:ext cx="591" cy="468"/>
              <a:chOff x="2185" y="310"/>
              <a:chExt cx="873" cy="692"/>
            </a:xfrm>
          </p:grpSpPr>
          <p:sp>
            <p:nvSpPr>
              <p:cNvPr id="145474" name="Freeform 12"/>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5475" name="Freeform 13"/>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5476" name="Freeform 14"/>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5477" name="Freeform 15"/>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5478" name="Freeform 16"/>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5479" name="Freeform 17"/>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5480" name="Freeform 18"/>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pic>
          <p:nvPicPr>
            <p:cNvPr id="145472" name="Picture 19"/>
            <p:cNvPicPr>
              <a:picLocks noChangeAspect="1" noChangeArrowheads="1"/>
            </p:cNvPicPr>
            <p:nvPr/>
          </p:nvPicPr>
          <p:blipFill>
            <a:blip r:embed="rId3" cstate="print">
              <a:extLst>
                <a:ext uri="{28A0092B-C50C-407E-A947-70E740481C1C}">
                  <a14:useLocalDpi xmlns:a14="http://schemas.microsoft.com/office/drawing/2010/main" val="0"/>
                </a:ext>
              </a:extLst>
            </a:blip>
            <a:srcRect l="-4282" t="-4369" r="-5199" b="-12012"/>
            <a:stretch>
              <a:fillRect/>
            </a:stretch>
          </p:blipFill>
          <p:spPr bwMode="auto">
            <a:xfrm>
              <a:off x="4456" y="136"/>
              <a:ext cx="480" cy="5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45473" name="Text Box 20"/>
            <p:cNvSpPr txBox="1">
              <a:spLocks noChangeArrowheads="1"/>
            </p:cNvSpPr>
            <p:nvPr/>
          </p:nvSpPr>
          <p:spPr bwMode="auto">
            <a:xfrm>
              <a:off x="5066" y="314"/>
              <a:ext cx="356" cy="49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4500" b="1">
                  <a:solidFill>
                    <a:srgbClr val="FF0000"/>
                  </a:solidFill>
                  <a:latin typeface="Arial Black" pitchFamily="34" charset="0"/>
                </a:rPr>
                <a:t>7</a:t>
              </a:r>
              <a:endParaRPr lang="fr-FR" altLang="fr-FR" sz="3200">
                <a:solidFill>
                  <a:schemeClr val="tx1"/>
                </a:solidFill>
                <a:latin typeface="Arial Black" pitchFamily="34" charset="0"/>
              </a:endParaRPr>
            </a:p>
          </p:txBody>
        </p:sp>
      </p:grpSp>
      <p:sp>
        <p:nvSpPr>
          <p:cNvPr id="145412" name="Text Box 22"/>
          <p:cNvSpPr txBox="1">
            <a:spLocks noChangeArrowheads="1"/>
          </p:cNvSpPr>
          <p:nvPr/>
        </p:nvSpPr>
        <p:spPr bwMode="auto">
          <a:xfrm>
            <a:off x="566738" y="1363663"/>
            <a:ext cx="1946275"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1. Tirez le dé</a:t>
            </a:r>
          </a:p>
        </p:txBody>
      </p:sp>
      <p:sp>
        <p:nvSpPr>
          <p:cNvPr id="145413" name="Text Box 23"/>
          <p:cNvSpPr txBox="1">
            <a:spLocks noChangeArrowheads="1"/>
          </p:cNvSpPr>
          <p:nvPr/>
        </p:nvSpPr>
        <p:spPr bwMode="auto">
          <a:xfrm>
            <a:off x="566738" y="3935413"/>
            <a:ext cx="18796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3. Produisez</a:t>
            </a:r>
          </a:p>
        </p:txBody>
      </p:sp>
      <p:grpSp>
        <p:nvGrpSpPr>
          <p:cNvPr id="145414" name="Group 24"/>
          <p:cNvGrpSpPr>
            <a:grpSpLocks/>
          </p:cNvGrpSpPr>
          <p:nvPr/>
        </p:nvGrpSpPr>
        <p:grpSpPr bwMode="auto">
          <a:xfrm>
            <a:off x="2986088" y="1306513"/>
            <a:ext cx="446087" cy="534987"/>
            <a:chOff x="868" y="1439"/>
            <a:chExt cx="811" cy="972"/>
          </a:xfrm>
        </p:grpSpPr>
        <p:sp>
          <p:nvSpPr>
            <p:cNvPr id="145419" name="Freeform 25"/>
            <p:cNvSpPr>
              <a:spLocks/>
            </p:cNvSpPr>
            <p:nvPr/>
          </p:nvSpPr>
          <p:spPr bwMode="auto">
            <a:xfrm>
              <a:off x="1548" y="2014"/>
              <a:ext cx="123" cy="100"/>
            </a:xfrm>
            <a:custGeom>
              <a:avLst/>
              <a:gdLst>
                <a:gd name="T0" fmla="*/ 5 w 618"/>
                <a:gd name="T1" fmla="*/ 0 h 502"/>
                <a:gd name="T2" fmla="*/ 5 w 618"/>
                <a:gd name="T3" fmla="*/ 0 h 502"/>
                <a:gd name="T4" fmla="*/ 0 w 618"/>
                <a:gd name="T5" fmla="*/ 4 h 502"/>
                <a:gd name="T6" fmla="*/ 0 w 618"/>
                <a:gd name="T7" fmla="*/ 4 h 502"/>
                <a:gd name="T8" fmla="*/ 5 w 618"/>
                <a:gd name="T9" fmla="*/ 0 h 502"/>
                <a:gd name="T10" fmla="*/ 5 w 618"/>
                <a:gd name="T11" fmla="*/ 0 h 502"/>
                <a:gd name="T12" fmla="*/ 5 w 618"/>
                <a:gd name="T13" fmla="*/ 0 h 502"/>
                <a:gd name="T14" fmla="*/ 5 w 618"/>
                <a:gd name="T15" fmla="*/ 0 h 502"/>
                <a:gd name="T16" fmla="*/ 5 w 618"/>
                <a:gd name="T17" fmla="*/ 0 h 502"/>
                <a:gd name="T18" fmla="*/ 5 w 618"/>
                <a:gd name="T19" fmla="*/ 0 h 502"/>
                <a:gd name="T20" fmla="*/ 5 w 618"/>
                <a:gd name="T21" fmla="*/ 0 h 502"/>
                <a:gd name="T22" fmla="*/ 5 w 618"/>
                <a:gd name="T23" fmla="*/ 0 h 502"/>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618"/>
                <a:gd name="T37" fmla="*/ 0 h 502"/>
                <a:gd name="T38" fmla="*/ 618 w 618"/>
                <a:gd name="T39" fmla="*/ 502 h 502"/>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618" h="502">
                  <a:moveTo>
                    <a:pt x="611" y="0"/>
                  </a:moveTo>
                  <a:lnTo>
                    <a:pt x="606" y="2"/>
                  </a:lnTo>
                  <a:lnTo>
                    <a:pt x="0" y="490"/>
                  </a:lnTo>
                  <a:lnTo>
                    <a:pt x="10" y="502"/>
                  </a:lnTo>
                  <a:lnTo>
                    <a:pt x="616" y="14"/>
                  </a:lnTo>
                  <a:lnTo>
                    <a:pt x="611" y="16"/>
                  </a:lnTo>
                  <a:lnTo>
                    <a:pt x="616" y="14"/>
                  </a:lnTo>
                  <a:lnTo>
                    <a:pt x="618" y="9"/>
                  </a:lnTo>
                  <a:lnTo>
                    <a:pt x="617" y="3"/>
                  </a:lnTo>
                  <a:lnTo>
                    <a:pt x="612" y="1"/>
                  </a:lnTo>
                  <a:lnTo>
                    <a:pt x="606" y="2"/>
                  </a:lnTo>
                  <a:lnTo>
                    <a:pt x="611"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5420" name="Freeform 26"/>
            <p:cNvSpPr>
              <a:spLocks/>
            </p:cNvSpPr>
            <p:nvPr/>
          </p:nvSpPr>
          <p:spPr bwMode="auto">
            <a:xfrm>
              <a:off x="876" y="1852"/>
              <a:ext cx="82" cy="373"/>
            </a:xfrm>
            <a:custGeom>
              <a:avLst/>
              <a:gdLst>
                <a:gd name="T0" fmla="*/ 3 w 413"/>
                <a:gd name="T1" fmla="*/ 15 h 1865"/>
                <a:gd name="T2" fmla="*/ 3 w 413"/>
                <a:gd name="T3" fmla="*/ 15 h 1865"/>
                <a:gd name="T4" fmla="*/ 0 w 413"/>
                <a:gd name="T5" fmla="*/ 0 h 1865"/>
                <a:gd name="T6" fmla="*/ 0 w 413"/>
                <a:gd name="T7" fmla="*/ 0 h 1865"/>
                <a:gd name="T8" fmla="*/ 3 w 413"/>
                <a:gd name="T9" fmla="*/ 15 h 1865"/>
                <a:gd name="T10" fmla="*/ 3 w 413"/>
                <a:gd name="T11" fmla="*/ 15 h 1865"/>
                <a:gd name="T12" fmla="*/ 3 w 413"/>
                <a:gd name="T13" fmla="*/ 15 h 1865"/>
                <a:gd name="T14" fmla="*/ 3 w 413"/>
                <a:gd name="T15" fmla="*/ 15 h 1865"/>
                <a:gd name="T16" fmla="*/ 3 w 413"/>
                <a:gd name="T17" fmla="*/ 15 h 1865"/>
                <a:gd name="T18" fmla="*/ 3 w 413"/>
                <a:gd name="T19" fmla="*/ 15 h 1865"/>
                <a:gd name="T20" fmla="*/ 3 w 413"/>
                <a:gd name="T21" fmla="*/ 15 h 1865"/>
                <a:gd name="T22" fmla="*/ 3 w 413"/>
                <a:gd name="T23" fmla="*/ 15 h 186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413"/>
                <a:gd name="T37" fmla="*/ 0 h 1865"/>
                <a:gd name="T38" fmla="*/ 413 w 413"/>
                <a:gd name="T39" fmla="*/ 1865 h 1865"/>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413" h="1865">
                  <a:moveTo>
                    <a:pt x="400" y="1864"/>
                  </a:moveTo>
                  <a:lnTo>
                    <a:pt x="413" y="1856"/>
                  </a:lnTo>
                  <a:lnTo>
                    <a:pt x="17" y="0"/>
                  </a:lnTo>
                  <a:lnTo>
                    <a:pt x="0" y="2"/>
                  </a:lnTo>
                  <a:lnTo>
                    <a:pt x="396" y="1858"/>
                  </a:lnTo>
                  <a:lnTo>
                    <a:pt x="409" y="1850"/>
                  </a:lnTo>
                  <a:lnTo>
                    <a:pt x="396" y="1858"/>
                  </a:lnTo>
                  <a:lnTo>
                    <a:pt x="400" y="1864"/>
                  </a:lnTo>
                  <a:lnTo>
                    <a:pt x="406" y="1865"/>
                  </a:lnTo>
                  <a:lnTo>
                    <a:pt x="410" y="1862"/>
                  </a:lnTo>
                  <a:lnTo>
                    <a:pt x="413" y="1856"/>
                  </a:lnTo>
                  <a:lnTo>
                    <a:pt x="400" y="186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5421" name="Freeform 27"/>
            <p:cNvSpPr>
              <a:spLocks/>
            </p:cNvSpPr>
            <p:nvPr/>
          </p:nvSpPr>
          <p:spPr bwMode="auto">
            <a:xfrm>
              <a:off x="1282" y="1533"/>
              <a:ext cx="35" cy="161"/>
            </a:xfrm>
            <a:custGeom>
              <a:avLst/>
              <a:gdLst>
                <a:gd name="T0" fmla="*/ 1 w 175"/>
                <a:gd name="T1" fmla="*/ 6 h 807"/>
                <a:gd name="T2" fmla="*/ 1 w 175"/>
                <a:gd name="T3" fmla="*/ 6 h 807"/>
                <a:gd name="T4" fmla="*/ 1 w 175"/>
                <a:gd name="T5" fmla="*/ 6 h 807"/>
                <a:gd name="T6" fmla="*/ 1 w 175"/>
                <a:gd name="T7" fmla="*/ 5 h 807"/>
                <a:gd name="T8" fmla="*/ 1 w 175"/>
                <a:gd name="T9" fmla="*/ 5 h 807"/>
                <a:gd name="T10" fmla="*/ 1 w 175"/>
                <a:gd name="T11" fmla="*/ 5 h 807"/>
                <a:gd name="T12" fmla="*/ 1 w 175"/>
                <a:gd name="T13" fmla="*/ 4 h 807"/>
                <a:gd name="T14" fmla="*/ 1 w 175"/>
                <a:gd name="T15" fmla="*/ 4 h 807"/>
                <a:gd name="T16" fmla="*/ 1 w 175"/>
                <a:gd name="T17" fmla="*/ 3 h 807"/>
                <a:gd name="T18" fmla="*/ 1 w 175"/>
                <a:gd name="T19" fmla="*/ 3 h 807"/>
                <a:gd name="T20" fmla="*/ 1 w 175"/>
                <a:gd name="T21" fmla="*/ 3 h 807"/>
                <a:gd name="T22" fmla="*/ 1 w 175"/>
                <a:gd name="T23" fmla="*/ 2 h 807"/>
                <a:gd name="T24" fmla="*/ 1 w 175"/>
                <a:gd name="T25" fmla="*/ 2 h 807"/>
                <a:gd name="T26" fmla="*/ 1 w 175"/>
                <a:gd name="T27" fmla="*/ 2 h 807"/>
                <a:gd name="T28" fmla="*/ 1 w 175"/>
                <a:gd name="T29" fmla="*/ 1 h 807"/>
                <a:gd name="T30" fmla="*/ 1 w 175"/>
                <a:gd name="T31" fmla="*/ 1 h 807"/>
                <a:gd name="T32" fmla="*/ 1 w 175"/>
                <a:gd name="T33" fmla="*/ 1 h 807"/>
                <a:gd name="T34" fmla="*/ 1 w 175"/>
                <a:gd name="T35" fmla="*/ 0 h 807"/>
                <a:gd name="T36" fmla="*/ 1 w 175"/>
                <a:gd name="T37" fmla="*/ 0 h 807"/>
                <a:gd name="T38" fmla="*/ 1 w 175"/>
                <a:gd name="T39" fmla="*/ 0 h 807"/>
                <a:gd name="T40" fmla="*/ 0 w 175"/>
                <a:gd name="T41" fmla="*/ 1 h 807"/>
                <a:gd name="T42" fmla="*/ 0 w 175"/>
                <a:gd name="T43" fmla="*/ 1 h 807"/>
                <a:gd name="T44" fmla="*/ 0 w 175"/>
                <a:gd name="T45" fmla="*/ 1 h 807"/>
                <a:gd name="T46" fmla="*/ 0 w 175"/>
                <a:gd name="T47" fmla="*/ 2 h 807"/>
                <a:gd name="T48" fmla="*/ 0 w 175"/>
                <a:gd name="T49" fmla="*/ 2 h 807"/>
                <a:gd name="T50" fmla="*/ 0 w 175"/>
                <a:gd name="T51" fmla="*/ 3 h 807"/>
                <a:gd name="T52" fmla="*/ 0 w 175"/>
                <a:gd name="T53" fmla="*/ 3 h 807"/>
                <a:gd name="T54" fmla="*/ 0 w 175"/>
                <a:gd name="T55" fmla="*/ 3 h 807"/>
                <a:gd name="T56" fmla="*/ 0 w 175"/>
                <a:gd name="T57" fmla="*/ 4 h 807"/>
                <a:gd name="T58" fmla="*/ 0 w 175"/>
                <a:gd name="T59" fmla="*/ 4 h 807"/>
                <a:gd name="T60" fmla="*/ 0 w 175"/>
                <a:gd name="T61" fmla="*/ 5 h 807"/>
                <a:gd name="T62" fmla="*/ 0 w 175"/>
                <a:gd name="T63" fmla="*/ 5 h 807"/>
                <a:gd name="T64" fmla="*/ 0 w 175"/>
                <a:gd name="T65" fmla="*/ 5 h 807"/>
                <a:gd name="T66" fmla="*/ 1 w 175"/>
                <a:gd name="T67" fmla="*/ 6 h 807"/>
                <a:gd name="T68" fmla="*/ 1 w 175"/>
                <a:gd name="T69" fmla="*/ 6 h 807"/>
                <a:gd name="T70" fmla="*/ 1 w 175"/>
                <a:gd name="T71" fmla="*/ 6 h 807"/>
                <a:gd name="T72" fmla="*/ 1 w 175"/>
                <a:gd name="T73" fmla="*/ 6 h 807"/>
                <a:gd name="T74" fmla="*/ 1 w 175"/>
                <a:gd name="T75" fmla="*/ 6 h 807"/>
                <a:gd name="T76" fmla="*/ 1 w 175"/>
                <a:gd name="T77" fmla="*/ 6 h 807"/>
                <a:gd name="T78" fmla="*/ 1 w 175"/>
                <a:gd name="T79" fmla="*/ 6 h 807"/>
                <a:gd name="T80" fmla="*/ 1 w 175"/>
                <a:gd name="T81" fmla="*/ 6 h 807"/>
                <a:gd name="T82" fmla="*/ 1 w 175"/>
                <a:gd name="T83" fmla="*/ 6 h 807"/>
                <a:gd name="T84" fmla="*/ 1 w 175"/>
                <a:gd name="T85" fmla="*/ 6 h 807"/>
                <a:gd name="T86" fmla="*/ 1 w 175"/>
                <a:gd name="T87" fmla="*/ 6 h 807"/>
                <a:gd name="T88" fmla="*/ 1 w 175"/>
                <a:gd name="T89" fmla="*/ 6 h 807"/>
                <a:gd name="T90" fmla="*/ 1 w 175"/>
                <a:gd name="T91" fmla="*/ 6 h 80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175"/>
                <a:gd name="T139" fmla="*/ 0 h 807"/>
                <a:gd name="T140" fmla="*/ 175 w 175"/>
                <a:gd name="T141" fmla="*/ 807 h 80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175" h="807">
                  <a:moveTo>
                    <a:pt x="169" y="740"/>
                  </a:moveTo>
                  <a:lnTo>
                    <a:pt x="169" y="739"/>
                  </a:lnTo>
                  <a:lnTo>
                    <a:pt x="149" y="698"/>
                  </a:lnTo>
                  <a:lnTo>
                    <a:pt x="133" y="656"/>
                  </a:lnTo>
                  <a:lnTo>
                    <a:pt x="120" y="611"/>
                  </a:lnTo>
                  <a:lnTo>
                    <a:pt x="108" y="565"/>
                  </a:lnTo>
                  <a:lnTo>
                    <a:pt x="100" y="520"/>
                  </a:lnTo>
                  <a:lnTo>
                    <a:pt x="96" y="472"/>
                  </a:lnTo>
                  <a:lnTo>
                    <a:pt x="93" y="425"/>
                  </a:lnTo>
                  <a:lnTo>
                    <a:pt x="93" y="377"/>
                  </a:lnTo>
                  <a:lnTo>
                    <a:pt x="96" y="330"/>
                  </a:lnTo>
                  <a:lnTo>
                    <a:pt x="100" y="283"/>
                  </a:lnTo>
                  <a:lnTo>
                    <a:pt x="106" y="238"/>
                  </a:lnTo>
                  <a:lnTo>
                    <a:pt x="115" y="195"/>
                  </a:lnTo>
                  <a:lnTo>
                    <a:pt x="126" y="153"/>
                  </a:lnTo>
                  <a:lnTo>
                    <a:pt x="139" y="114"/>
                  </a:lnTo>
                  <a:lnTo>
                    <a:pt x="153" y="77"/>
                  </a:lnTo>
                  <a:lnTo>
                    <a:pt x="169" y="43"/>
                  </a:lnTo>
                  <a:lnTo>
                    <a:pt x="87" y="0"/>
                  </a:lnTo>
                  <a:lnTo>
                    <a:pt x="69" y="39"/>
                  </a:lnTo>
                  <a:lnTo>
                    <a:pt x="52" y="81"/>
                  </a:lnTo>
                  <a:lnTo>
                    <a:pt x="37" y="127"/>
                  </a:lnTo>
                  <a:lnTo>
                    <a:pt x="24" y="174"/>
                  </a:lnTo>
                  <a:lnTo>
                    <a:pt x="15" y="222"/>
                  </a:lnTo>
                  <a:lnTo>
                    <a:pt x="7" y="271"/>
                  </a:lnTo>
                  <a:lnTo>
                    <a:pt x="2" y="323"/>
                  </a:lnTo>
                  <a:lnTo>
                    <a:pt x="0" y="374"/>
                  </a:lnTo>
                  <a:lnTo>
                    <a:pt x="0" y="427"/>
                  </a:lnTo>
                  <a:lnTo>
                    <a:pt x="2" y="479"/>
                  </a:lnTo>
                  <a:lnTo>
                    <a:pt x="9" y="531"/>
                  </a:lnTo>
                  <a:lnTo>
                    <a:pt x="17" y="584"/>
                  </a:lnTo>
                  <a:lnTo>
                    <a:pt x="29" y="635"/>
                  </a:lnTo>
                  <a:lnTo>
                    <a:pt x="44" y="686"/>
                  </a:lnTo>
                  <a:lnTo>
                    <a:pt x="65" y="736"/>
                  </a:lnTo>
                  <a:lnTo>
                    <a:pt x="87" y="784"/>
                  </a:lnTo>
                  <a:lnTo>
                    <a:pt x="87" y="782"/>
                  </a:lnTo>
                  <a:lnTo>
                    <a:pt x="87" y="784"/>
                  </a:lnTo>
                  <a:lnTo>
                    <a:pt x="100" y="799"/>
                  </a:lnTo>
                  <a:lnTo>
                    <a:pt x="117" y="807"/>
                  </a:lnTo>
                  <a:lnTo>
                    <a:pt x="134" y="807"/>
                  </a:lnTo>
                  <a:lnTo>
                    <a:pt x="151" y="801"/>
                  </a:lnTo>
                  <a:lnTo>
                    <a:pt x="164" y="791"/>
                  </a:lnTo>
                  <a:lnTo>
                    <a:pt x="173" y="777"/>
                  </a:lnTo>
                  <a:lnTo>
                    <a:pt x="175" y="759"/>
                  </a:lnTo>
                  <a:lnTo>
                    <a:pt x="169" y="739"/>
                  </a:lnTo>
                  <a:lnTo>
                    <a:pt x="169" y="74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5422" name="Freeform 28"/>
            <p:cNvSpPr>
              <a:spLocks/>
            </p:cNvSpPr>
            <p:nvPr/>
          </p:nvSpPr>
          <p:spPr bwMode="auto">
            <a:xfrm>
              <a:off x="1299" y="1681"/>
              <a:ext cx="157" cy="281"/>
            </a:xfrm>
            <a:custGeom>
              <a:avLst/>
              <a:gdLst>
                <a:gd name="T0" fmla="*/ 6 w 787"/>
                <a:gd name="T1" fmla="*/ 11 h 1404"/>
                <a:gd name="T2" fmla="*/ 6 w 787"/>
                <a:gd name="T3" fmla="*/ 11 h 1404"/>
                <a:gd name="T4" fmla="*/ 1 w 787"/>
                <a:gd name="T5" fmla="*/ 0 h 1404"/>
                <a:gd name="T6" fmla="*/ 0 w 787"/>
                <a:gd name="T7" fmla="*/ 0 h 1404"/>
                <a:gd name="T8" fmla="*/ 6 w 787"/>
                <a:gd name="T9" fmla="*/ 11 h 1404"/>
                <a:gd name="T10" fmla="*/ 6 w 787"/>
                <a:gd name="T11" fmla="*/ 11 h 1404"/>
                <a:gd name="T12" fmla="*/ 6 w 787"/>
                <a:gd name="T13" fmla="*/ 11 h 1404"/>
                <a:gd name="T14" fmla="*/ 6 w 787"/>
                <a:gd name="T15" fmla="*/ 11 h 1404"/>
                <a:gd name="T16" fmla="*/ 6 w 787"/>
                <a:gd name="T17" fmla="*/ 11 h 1404"/>
                <a:gd name="T18" fmla="*/ 6 w 787"/>
                <a:gd name="T19" fmla="*/ 11 h 1404"/>
                <a:gd name="T20" fmla="*/ 6 w 787"/>
                <a:gd name="T21" fmla="*/ 11 h 1404"/>
                <a:gd name="T22" fmla="*/ 6 w 787"/>
                <a:gd name="T23" fmla="*/ 11 h 1404"/>
                <a:gd name="T24" fmla="*/ 6 w 787"/>
                <a:gd name="T25" fmla="*/ 11 h 1404"/>
                <a:gd name="T26" fmla="*/ 6 w 787"/>
                <a:gd name="T27" fmla="*/ 11 h 1404"/>
                <a:gd name="T28" fmla="*/ 6 w 787"/>
                <a:gd name="T29" fmla="*/ 11 h 1404"/>
                <a:gd name="T30" fmla="*/ 6 w 787"/>
                <a:gd name="T31" fmla="*/ 11 h 1404"/>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787"/>
                <a:gd name="T49" fmla="*/ 0 h 1404"/>
                <a:gd name="T50" fmla="*/ 787 w 787"/>
                <a:gd name="T51" fmla="*/ 1404 h 1404"/>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787" h="1404">
                  <a:moveTo>
                    <a:pt x="781" y="1334"/>
                  </a:moveTo>
                  <a:lnTo>
                    <a:pt x="781" y="1337"/>
                  </a:lnTo>
                  <a:lnTo>
                    <a:pt x="82" y="0"/>
                  </a:lnTo>
                  <a:lnTo>
                    <a:pt x="0" y="42"/>
                  </a:lnTo>
                  <a:lnTo>
                    <a:pt x="699" y="1379"/>
                  </a:lnTo>
                  <a:lnTo>
                    <a:pt x="699" y="1381"/>
                  </a:lnTo>
                  <a:lnTo>
                    <a:pt x="699" y="1379"/>
                  </a:lnTo>
                  <a:lnTo>
                    <a:pt x="712" y="1395"/>
                  </a:lnTo>
                  <a:lnTo>
                    <a:pt x="727" y="1402"/>
                  </a:lnTo>
                  <a:lnTo>
                    <a:pt x="744" y="1404"/>
                  </a:lnTo>
                  <a:lnTo>
                    <a:pt x="761" y="1398"/>
                  </a:lnTo>
                  <a:lnTo>
                    <a:pt x="775" y="1388"/>
                  </a:lnTo>
                  <a:lnTo>
                    <a:pt x="784" y="1373"/>
                  </a:lnTo>
                  <a:lnTo>
                    <a:pt x="787" y="1357"/>
                  </a:lnTo>
                  <a:lnTo>
                    <a:pt x="781" y="1337"/>
                  </a:lnTo>
                  <a:lnTo>
                    <a:pt x="781" y="13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5423" name="Freeform 29"/>
            <p:cNvSpPr>
              <a:spLocks/>
            </p:cNvSpPr>
            <p:nvPr/>
          </p:nvSpPr>
          <p:spPr bwMode="auto">
            <a:xfrm>
              <a:off x="1439" y="1948"/>
              <a:ext cx="125" cy="76"/>
            </a:xfrm>
            <a:custGeom>
              <a:avLst/>
              <a:gdLst>
                <a:gd name="T0" fmla="*/ 5 w 628"/>
                <a:gd name="T1" fmla="*/ 2 h 383"/>
                <a:gd name="T2" fmla="*/ 5 w 628"/>
                <a:gd name="T3" fmla="*/ 2 h 383"/>
                <a:gd name="T4" fmla="*/ 4 w 628"/>
                <a:gd name="T5" fmla="*/ 2 h 383"/>
                <a:gd name="T6" fmla="*/ 4 w 628"/>
                <a:gd name="T7" fmla="*/ 2 h 383"/>
                <a:gd name="T8" fmla="*/ 4 w 628"/>
                <a:gd name="T9" fmla="*/ 2 h 383"/>
                <a:gd name="T10" fmla="*/ 3 w 628"/>
                <a:gd name="T11" fmla="*/ 2 h 383"/>
                <a:gd name="T12" fmla="*/ 3 w 628"/>
                <a:gd name="T13" fmla="*/ 2 h 383"/>
                <a:gd name="T14" fmla="*/ 3 w 628"/>
                <a:gd name="T15" fmla="*/ 2 h 383"/>
                <a:gd name="T16" fmla="*/ 3 w 628"/>
                <a:gd name="T17" fmla="*/ 2 h 383"/>
                <a:gd name="T18" fmla="*/ 2 w 628"/>
                <a:gd name="T19" fmla="*/ 2 h 383"/>
                <a:gd name="T20" fmla="*/ 2 w 628"/>
                <a:gd name="T21" fmla="*/ 2 h 383"/>
                <a:gd name="T22" fmla="*/ 2 w 628"/>
                <a:gd name="T23" fmla="*/ 1 h 383"/>
                <a:gd name="T24" fmla="*/ 2 w 628"/>
                <a:gd name="T25" fmla="*/ 1 h 383"/>
                <a:gd name="T26" fmla="*/ 1 w 628"/>
                <a:gd name="T27" fmla="*/ 1 h 383"/>
                <a:gd name="T28" fmla="*/ 1 w 628"/>
                <a:gd name="T29" fmla="*/ 1 h 383"/>
                <a:gd name="T30" fmla="*/ 1 w 628"/>
                <a:gd name="T31" fmla="*/ 1 h 383"/>
                <a:gd name="T32" fmla="*/ 1 w 628"/>
                <a:gd name="T33" fmla="*/ 0 h 383"/>
                <a:gd name="T34" fmla="*/ 1 w 628"/>
                <a:gd name="T35" fmla="*/ 0 h 383"/>
                <a:gd name="T36" fmla="*/ 0 w 628"/>
                <a:gd name="T37" fmla="*/ 0 h 383"/>
                <a:gd name="T38" fmla="*/ 0 w 628"/>
                <a:gd name="T39" fmla="*/ 1 h 383"/>
                <a:gd name="T40" fmla="*/ 0 w 628"/>
                <a:gd name="T41" fmla="*/ 1 h 383"/>
                <a:gd name="T42" fmla="*/ 1 w 628"/>
                <a:gd name="T43" fmla="*/ 1 h 383"/>
                <a:gd name="T44" fmla="*/ 1 w 628"/>
                <a:gd name="T45" fmla="*/ 1 h 383"/>
                <a:gd name="T46" fmla="*/ 1 w 628"/>
                <a:gd name="T47" fmla="*/ 2 h 383"/>
                <a:gd name="T48" fmla="*/ 1 w 628"/>
                <a:gd name="T49" fmla="*/ 2 h 383"/>
                <a:gd name="T50" fmla="*/ 2 w 628"/>
                <a:gd name="T51" fmla="*/ 2 h 383"/>
                <a:gd name="T52" fmla="*/ 2 w 628"/>
                <a:gd name="T53" fmla="*/ 2 h 383"/>
                <a:gd name="T54" fmla="*/ 2 w 628"/>
                <a:gd name="T55" fmla="*/ 2 h 383"/>
                <a:gd name="T56" fmla="*/ 3 w 628"/>
                <a:gd name="T57" fmla="*/ 3 h 383"/>
                <a:gd name="T58" fmla="*/ 3 w 628"/>
                <a:gd name="T59" fmla="*/ 3 h 383"/>
                <a:gd name="T60" fmla="*/ 3 w 628"/>
                <a:gd name="T61" fmla="*/ 3 h 383"/>
                <a:gd name="T62" fmla="*/ 4 w 628"/>
                <a:gd name="T63" fmla="*/ 3 h 383"/>
                <a:gd name="T64" fmla="*/ 4 w 628"/>
                <a:gd name="T65" fmla="*/ 3 h 383"/>
                <a:gd name="T66" fmla="*/ 4 w 628"/>
                <a:gd name="T67" fmla="*/ 3 h 383"/>
                <a:gd name="T68" fmla="*/ 5 w 628"/>
                <a:gd name="T69" fmla="*/ 3 h 383"/>
                <a:gd name="T70" fmla="*/ 5 w 628"/>
                <a:gd name="T71" fmla="*/ 3 h 383"/>
                <a:gd name="T72" fmla="*/ 5 w 628"/>
                <a:gd name="T73" fmla="*/ 3 h 383"/>
                <a:gd name="T74" fmla="*/ 5 w 628"/>
                <a:gd name="T75" fmla="*/ 3 h 383"/>
                <a:gd name="T76" fmla="*/ 5 w 628"/>
                <a:gd name="T77" fmla="*/ 3 h 383"/>
                <a:gd name="T78" fmla="*/ 5 w 628"/>
                <a:gd name="T79" fmla="*/ 3 h 383"/>
                <a:gd name="T80" fmla="*/ 5 w 628"/>
                <a:gd name="T81" fmla="*/ 3 h 383"/>
                <a:gd name="T82" fmla="*/ 5 w 628"/>
                <a:gd name="T83" fmla="*/ 3 h 383"/>
                <a:gd name="T84" fmla="*/ 5 w 628"/>
                <a:gd name="T85" fmla="*/ 2 h 383"/>
                <a:gd name="T86" fmla="*/ 5 w 628"/>
                <a:gd name="T87" fmla="*/ 2 h 383"/>
                <a:gd name="T88" fmla="*/ 5 w 628"/>
                <a:gd name="T89" fmla="*/ 2 h 383"/>
                <a:gd name="T90" fmla="*/ 5 w 628"/>
                <a:gd name="T91" fmla="*/ 2 h 38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628"/>
                <a:gd name="T139" fmla="*/ 0 h 383"/>
                <a:gd name="T140" fmla="*/ 628 w 628"/>
                <a:gd name="T141" fmla="*/ 383 h 38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628" h="383">
                  <a:moveTo>
                    <a:pt x="581" y="289"/>
                  </a:moveTo>
                  <a:lnTo>
                    <a:pt x="582" y="289"/>
                  </a:lnTo>
                  <a:lnTo>
                    <a:pt x="541" y="287"/>
                  </a:lnTo>
                  <a:lnTo>
                    <a:pt x="500" y="283"/>
                  </a:lnTo>
                  <a:lnTo>
                    <a:pt x="462" y="276"/>
                  </a:lnTo>
                  <a:lnTo>
                    <a:pt x="424" y="268"/>
                  </a:lnTo>
                  <a:lnTo>
                    <a:pt x="389" y="255"/>
                  </a:lnTo>
                  <a:lnTo>
                    <a:pt x="352" y="242"/>
                  </a:lnTo>
                  <a:lnTo>
                    <a:pt x="320" y="227"/>
                  </a:lnTo>
                  <a:lnTo>
                    <a:pt x="287" y="209"/>
                  </a:lnTo>
                  <a:lnTo>
                    <a:pt x="255" y="189"/>
                  </a:lnTo>
                  <a:lnTo>
                    <a:pt x="226" y="168"/>
                  </a:lnTo>
                  <a:lnTo>
                    <a:pt x="198" y="145"/>
                  </a:lnTo>
                  <a:lnTo>
                    <a:pt x="172" y="119"/>
                  </a:lnTo>
                  <a:lnTo>
                    <a:pt x="146" y="92"/>
                  </a:lnTo>
                  <a:lnTo>
                    <a:pt x="122" y="64"/>
                  </a:lnTo>
                  <a:lnTo>
                    <a:pt x="100" y="33"/>
                  </a:lnTo>
                  <a:lnTo>
                    <a:pt x="82" y="0"/>
                  </a:lnTo>
                  <a:lnTo>
                    <a:pt x="0" y="47"/>
                  </a:lnTo>
                  <a:lnTo>
                    <a:pt x="23" y="85"/>
                  </a:lnTo>
                  <a:lnTo>
                    <a:pt x="49" y="120"/>
                  </a:lnTo>
                  <a:lnTo>
                    <a:pt x="76" y="153"/>
                  </a:lnTo>
                  <a:lnTo>
                    <a:pt x="104" y="185"/>
                  </a:lnTo>
                  <a:lnTo>
                    <a:pt x="137" y="215"/>
                  </a:lnTo>
                  <a:lnTo>
                    <a:pt x="170" y="241"/>
                  </a:lnTo>
                  <a:lnTo>
                    <a:pt x="204" y="267"/>
                  </a:lnTo>
                  <a:lnTo>
                    <a:pt x="240" y="289"/>
                  </a:lnTo>
                  <a:lnTo>
                    <a:pt x="277" y="309"/>
                  </a:lnTo>
                  <a:lnTo>
                    <a:pt x="317" y="329"/>
                  </a:lnTo>
                  <a:lnTo>
                    <a:pt x="358" y="344"/>
                  </a:lnTo>
                  <a:lnTo>
                    <a:pt x="400" y="357"/>
                  </a:lnTo>
                  <a:lnTo>
                    <a:pt x="444" y="367"/>
                  </a:lnTo>
                  <a:lnTo>
                    <a:pt x="488" y="374"/>
                  </a:lnTo>
                  <a:lnTo>
                    <a:pt x="534" y="380"/>
                  </a:lnTo>
                  <a:lnTo>
                    <a:pt x="580" y="383"/>
                  </a:lnTo>
                  <a:lnTo>
                    <a:pt x="581" y="383"/>
                  </a:lnTo>
                  <a:lnTo>
                    <a:pt x="580" y="383"/>
                  </a:lnTo>
                  <a:lnTo>
                    <a:pt x="600" y="379"/>
                  </a:lnTo>
                  <a:lnTo>
                    <a:pt x="615" y="369"/>
                  </a:lnTo>
                  <a:lnTo>
                    <a:pt x="624" y="353"/>
                  </a:lnTo>
                  <a:lnTo>
                    <a:pt x="628" y="337"/>
                  </a:lnTo>
                  <a:lnTo>
                    <a:pt x="625" y="319"/>
                  </a:lnTo>
                  <a:lnTo>
                    <a:pt x="617" y="304"/>
                  </a:lnTo>
                  <a:lnTo>
                    <a:pt x="602" y="294"/>
                  </a:lnTo>
                  <a:lnTo>
                    <a:pt x="582" y="289"/>
                  </a:lnTo>
                  <a:lnTo>
                    <a:pt x="581" y="28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5424" name="Freeform 30"/>
            <p:cNvSpPr>
              <a:spLocks/>
            </p:cNvSpPr>
            <p:nvPr/>
          </p:nvSpPr>
          <p:spPr bwMode="auto">
            <a:xfrm>
              <a:off x="1587" y="1880"/>
              <a:ext cx="85" cy="49"/>
            </a:xfrm>
            <a:custGeom>
              <a:avLst/>
              <a:gdLst>
                <a:gd name="T0" fmla="*/ 3 w 426"/>
                <a:gd name="T1" fmla="*/ 0 h 245"/>
                <a:gd name="T2" fmla="*/ 3 w 426"/>
                <a:gd name="T3" fmla="*/ 0 h 245"/>
                <a:gd name="T4" fmla="*/ 3 w 426"/>
                <a:gd name="T5" fmla="*/ 0 h 245"/>
                <a:gd name="T6" fmla="*/ 3 w 426"/>
                <a:gd name="T7" fmla="*/ 0 h 245"/>
                <a:gd name="T8" fmla="*/ 2 w 426"/>
                <a:gd name="T9" fmla="*/ 0 h 245"/>
                <a:gd name="T10" fmla="*/ 2 w 426"/>
                <a:gd name="T11" fmla="*/ 0 h 245"/>
                <a:gd name="T12" fmla="*/ 2 w 426"/>
                <a:gd name="T13" fmla="*/ 0 h 245"/>
                <a:gd name="T14" fmla="*/ 2 w 426"/>
                <a:gd name="T15" fmla="*/ 0 h 245"/>
                <a:gd name="T16" fmla="*/ 1 w 426"/>
                <a:gd name="T17" fmla="*/ 0 h 245"/>
                <a:gd name="T18" fmla="*/ 1 w 426"/>
                <a:gd name="T19" fmla="*/ 1 h 245"/>
                <a:gd name="T20" fmla="*/ 1 w 426"/>
                <a:gd name="T21" fmla="*/ 1 h 245"/>
                <a:gd name="T22" fmla="*/ 1 w 426"/>
                <a:gd name="T23" fmla="*/ 1 h 245"/>
                <a:gd name="T24" fmla="*/ 0 w 426"/>
                <a:gd name="T25" fmla="*/ 1 h 245"/>
                <a:gd name="T26" fmla="*/ 0 w 426"/>
                <a:gd name="T27" fmla="*/ 1 h 245"/>
                <a:gd name="T28" fmla="*/ 0 w 426"/>
                <a:gd name="T29" fmla="*/ 1 h 245"/>
                <a:gd name="T30" fmla="*/ 0 w 426"/>
                <a:gd name="T31" fmla="*/ 2 h 245"/>
                <a:gd name="T32" fmla="*/ 0 w 426"/>
                <a:gd name="T33" fmla="*/ 2 h 245"/>
                <a:gd name="T34" fmla="*/ 0 w 426"/>
                <a:gd name="T35" fmla="*/ 2 h 245"/>
                <a:gd name="T36" fmla="*/ 0 w 426"/>
                <a:gd name="T37" fmla="*/ 2 h 245"/>
                <a:gd name="T38" fmla="*/ 0 w 426"/>
                <a:gd name="T39" fmla="*/ 2 h 245"/>
                <a:gd name="T40" fmla="*/ 0 w 426"/>
                <a:gd name="T41" fmla="*/ 2 h 245"/>
                <a:gd name="T42" fmla="*/ 0 w 426"/>
                <a:gd name="T43" fmla="*/ 1 h 245"/>
                <a:gd name="T44" fmla="*/ 0 w 426"/>
                <a:gd name="T45" fmla="*/ 1 h 245"/>
                <a:gd name="T46" fmla="*/ 0 w 426"/>
                <a:gd name="T47" fmla="*/ 1 h 245"/>
                <a:gd name="T48" fmla="*/ 1 w 426"/>
                <a:gd name="T49" fmla="*/ 1 h 245"/>
                <a:gd name="T50" fmla="*/ 1 w 426"/>
                <a:gd name="T51" fmla="*/ 1 h 245"/>
                <a:gd name="T52" fmla="*/ 1 w 426"/>
                <a:gd name="T53" fmla="*/ 1 h 245"/>
                <a:gd name="T54" fmla="*/ 1 w 426"/>
                <a:gd name="T55" fmla="*/ 1 h 245"/>
                <a:gd name="T56" fmla="*/ 2 w 426"/>
                <a:gd name="T57" fmla="*/ 0 h 245"/>
                <a:gd name="T58" fmla="*/ 2 w 426"/>
                <a:gd name="T59" fmla="*/ 0 h 245"/>
                <a:gd name="T60" fmla="*/ 2 w 426"/>
                <a:gd name="T61" fmla="*/ 0 h 245"/>
                <a:gd name="T62" fmla="*/ 2 w 426"/>
                <a:gd name="T63" fmla="*/ 0 h 245"/>
                <a:gd name="T64" fmla="*/ 3 w 426"/>
                <a:gd name="T65" fmla="*/ 0 h 245"/>
                <a:gd name="T66" fmla="*/ 3 w 426"/>
                <a:gd name="T67" fmla="*/ 0 h 245"/>
                <a:gd name="T68" fmla="*/ 3 w 426"/>
                <a:gd name="T69" fmla="*/ 0 h 245"/>
                <a:gd name="T70" fmla="*/ 3 w 426"/>
                <a:gd name="T71" fmla="*/ 0 h 245"/>
                <a:gd name="T72" fmla="*/ 3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426" y="0"/>
                  </a:moveTo>
                  <a:lnTo>
                    <a:pt x="426" y="0"/>
                  </a:lnTo>
                  <a:lnTo>
                    <a:pt x="384" y="1"/>
                  </a:lnTo>
                  <a:lnTo>
                    <a:pt x="340" y="4"/>
                  </a:lnTo>
                  <a:lnTo>
                    <a:pt x="300" y="10"/>
                  </a:lnTo>
                  <a:lnTo>
                    <a:pt x="262" y="18"/>
                  </a:lnTo>
                  <a:lnTo>
                    <a:pt x="224" y="29"/>
                  </a:lnTo>
                  <a:lnTo>
                    <a:pt x="189" y="41"/>
                  </a:lnTo>
                  <a:lnTo>
                    <a:pt x="157" y="55"/>
                  </a:lnTo>
                  <a:lnTo>
                    <a:pt x="126" y="70"/>
                  </a:lnTo>
                  <a:lnTo>
                    <a:pt x="99" y="89"/>
                  </a:lnTo>
                  <a:lnTo>
                    <a:pt x="74" y="106"/>
                  </a:lnTo>
                  <a:lnTo>
                    <a:pt x="52" y="126"/>
                  </a:lnTo>
                  <a:lnTo>
                    <a:pt x="34" y="148"/>
                  </a:lnTo>
                  <a:lnTo>
                    <a:pt x="19" y="171"/>
                  </a:lnTo>
                  <a:lnTo>
                    <a:pt x="9" y="194"/>
                  </a:lnTo>
                  <a:lnTo>
                    <a:pt x="3" y="219"/>
                  </a:lnTo>
                  <a:lnTo>
                    <a:pt x="0" y="245"/>
                  </a:lnTo>
                  <a:lnTo>
                    <a:pt x="12" y="245"/>
                  </a:lnTo>
                  <a:lnTo>
                    <a:pt x="15" y="221"/>
                  </a:lnTo>
                  <a:lnTo>
                    <a:pt x="20" y="199"/>
                  </a:lnTo>
                  <a:lnTo>
                    <a:pt x="31" y="178"/>
                  </a:lnTo>
                  <a:lnTo>
                    <a:pt x="44" y="156"/>
                  </a:lnTo>
                  <a:lnTo>
                    <a:pt x="61" y="136"/>
                  </a:lnTo>
                  <a:lnTo>
                    <a:pt x="81" y="116"/>
                  </a:lnTo>
                  <a:lnTo>
                    <a:pt x="106" y="98"/>
                  </a:lnTo>
                  <a:lnTo>
                    <a:pt x="133" y="82"/>
                  </a:lnTo>
                  <a:lnTo>
                    <a:pt x="162" y="66"/>
                  </a:lnTo>
                  <a:lnTo>
                    <a:pt x="194" y="52"/>
                  </a:lnTo>
                  <a:lnTo>
                    <a:pt x="229" y="41"/>
                  </a:lnTo>
                  <a:lnTo>
                    <a:pt x="264" y="30"/>
                  </a:lnTo>
                  <a:lnTo>
                    <a:pt x="303" y="22"/>
                  </a:lnTo>
                  <a:lnTo>
                    <a:pt x="343" y="16"/>
                  </a:lnTo>
                  <a:lnTo>
                    <a:pt x="384" y="12"/>
                  </a:lnTo>
                  <a:lnTo>
                    <a:pt x="426" y="11"/>
                  </a:lnTo>
                  <a:lnTo>
                    <a:pt x="42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5425" name="Freeform 31"/>
            <p:cNvSpPr>
              <a:spLocks/>
            </p:cNvSpPr>
            <p:nvPr/>
          </p:nvSpPr>
          <p:spPr bwMode="auto">
            <a:xfrm>
              <a:off x="1587" y="1929"/>
              <a:ext cx="85" cy="49"/>
            </a:xfrm>
            <a:custGeom>
              <a:avLst/>
              <a:gdLst>
                <a:gd name="T0" fmla="*/ 0 w 426"/>
                <a:gd name="T1" fmla="*/ 0 h 245"/>
                <a:gd name="T2" fmla="*/ 0 w 426"/>
                <a:gd name="T3" fmla="*/ 0 h 245"/>
                <a:gd name="T4" fmla="*/ 0 w 426"/>
                <a:gd name="T5" fmla="*/ 0 h 245"/>
                <a:gd name="T6" fmla="*/ 0 w 426"/>
                <a:gd name="T7" fmla="*/ 0 h 245"/>
                <a:gd name="T8" fmla="*/ 0 w 426"/>
                <a:gd name="T9" fmla="*/ 1 h 245"/>
                <a:gd name="T10" fmla="*/ 0 w 426"/>
                <a:gd name="T11" fmla="*/ 1 h 245"/>
                <a:gd name="T12" fmla="*/ 0 w 426"/>
                <a:gd name="T13" fmla="*/ 1 h 245"/>
                <a:gd name="T14" fmla="*/ 1 w 426"/>
                <a:gd name="T15" fmla="*/ 1 h 245"/>
                <a:gd name="T16" fmla="*/ 1 w 426"/>
                <a:gd name="T17" fmla="*/ 1 h 245"/>
                <a:gd name="T18" fmla="*/ 1 w 426"/>
                <a:gd name="T19" fmla="*/ 1 h 245"/>
                <a:gd name="T20" fmla="*/ 1 w 426"/>
                <a:gd name="T21" fmla="*/ 2 h 245"/>
                <a:gd name="T22" fmla="*/ 2 w 426"/>
                <a:gd name="T23" fmla="*/ 2 h 245"/>
                <a:gd name="T24" fmla="*/ 2 w 426"/>
                <a:gd name="T25" fmla="*/ 2 h 245"/>
                <a:gd name="T26" fmla="*/ 2 w 426"/>
                <a:gd name="T27" fmla="*/ 2 h 245"/>
                <a:gd name="T28" fmla="*/ 2 w 426"/>
                <a:gd name="T29" fmla="*/ 2 h 245"/>
                <a:gd name="T30" fmla="*/ 3 w 426"/>
                <a:gd name="T31" fmla="*/ 2 h 245"/>
                <a:gd name="T32" fmla="*/ 3 w 426"/>
                <a:gd name="T33" fmla="*/ 2 h 245"/>
                <a:gd name="T34" fmla="*/ 3 w 426"/>
                <a:gd name="T35" fmla="*/ 2 h 245"/>
                <a:gd name="T36" fmla="*/ 3 w 426"/>
                <a:gd name="T37" fmla="*/ 2 h 245"/>
                <a:gd name="T38" fmla="*/ 3 w 426"/>
                <a:gd name="T39" fmla="*/ 2 h 245"/>
                <a:gd name="T40" fmla="*/ 3 w 426"/>
                <a:gd name="T41" fmla="*/ 2 h 245"/>
                <a:gd name="T42" fmla="*/ 2 w 426"/>
                <a:gd name="T43" fmla="*/ 2 h 245"/>
                <a:gd name="T44" fmla="*/ 2 w 426"/>
                <a:gd name="T45" fmla="*/ 2 h 245"/>
                <a:gd name="T46" fmla="*/ 2 w 426"/>
                <a:gd name="T47" fmla="*/ 2 h 245"/>
                <a:gd name="T48" fmla="*/ 2 w 426"/>
                <a:gd name="T49" fmla="*/ 2 h 245"/>
                <a:gd name="T50" fmla="*/ 1 w 426"/>
                <a:gd name="T51" fmla="*/ 1 h 245"/>
                <a:gd name="T52" fmla="*/ 1 w 426"/>
                <a:gd name="T53" fmla="*/ 1 h 245"/>
                <a:gd name="T54" fmla="*/ 1 w 426"/>
                <a:gd name="T55" fmla="*/ 1 h 245"/>
                <a:gd name="T56" fmla="*/ 1 w 426"/>
                <a:gd name="T57" fmla="*/ 1 h 245"/>
                <a:gd name="T58" fmla="*/ 0 w 426"/>
                <a:gd name="T59" fmla="*/ 1 h 245"/>
                <a:gd name="T60" fmla="*/ 0 w 426"/>
                <a:gd name="T61" fmla="*/ 1 h 245"/>
                <a:gd name="T62" fmla="*/ 0 w 426"/>
                <a:gd name="T63" fmla="*/ 1 h 245"/>
                <a:gd name="T64" fmla="*/ 0 w 426"/>
                <a:gd name="T65" fmla="*/ 0 h 245"/>
                <a:gd name="T66" fmla="*/ 0 w 426"/>
                <a:gd name="T67" fmla="*/ 0 h 245"/>
                <a:gd name="T68" fmla="*/ 0 w 426"/>
                <a:gd name="T69" fmla="*/ 0 h 245"/>
                <a:gd name="T70" fmla="*/ 0 w 426"/>
                <a:gd name="T71" fmla="*/ 0 h 245"/>
                <a:gd name="T72" fmla="*/ 0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0" y="0"/>
                  </a:moveTo>
                  <a:lnTo>
                    <a:pt x="0" y="0"/>
                  </a:lnTo>
                  <a:lnTo>
                    <a:pt x="3" y="25"/>
                  </a:lnTo>
                  <a:lnTo>
                    <a:pt x="9" y="50"/>
                  </a:lnTo>
                  <a:lnTo>
                    <a:pt x="19" y="73"/>
                  </a:lnTo>
                  <a:lnTo>
                    <a:pt x="34" y="96"/>
                  </a:lnTo>
                  <a:lnTo>
                    <a:pt x="52" y="118"/>
                  </a:lnTo>
                  <a:lnTo>
                    <a:pt x="74" y="138"/>
                  </a:lnTo>
                  <a:lnTo>
                    <a:pt x="99" y="156"/>
                  </a:lnTo>
                  <a:lnTo>
                    <a:pt x="126" y="174"/>
                  </a:lnTo>
                  <a:lnTo>
                    <a:pt x="157" y="190"/>
                  </a:lnTo>
                  <a:lnTo>
                    <a:pt x="189" y="204"/>
                  </a:lnTo>
                  <a:lnTo>
                    <a:pt x="224" y="215"/>
                  </a:lnTo>
                  <a:lnTo>
                    <a:pt x="262" y="226"/>
                  </a:lnTo>
                  <a:lnTo>
                    <a:pt x="300" y="234"/>
                  </a:lnTo>
                  <a:lnTo>
                    <a:pt x="340" y="240"/>
                  </a:lnTo>
                  <a:lnTo>
                    <a:pt x="384" y="244"/>
                  </a:lnTo>
                  <a:lnTo>
                    <a:pt x="426" y="245"/>
                  </a:lnTo>
                  <a:lnTo>
                    <a:pt x="426" y="233"/>
                  </a:lnTo>
                  <a:lnTo>
                    <a:pt x="384" y="232"/>
                  </a:lnTo>
                  <a:lnTo>
                    <a:pt x="343" y="228"/>
                  </a:lnTo>
                  <a:lnTo>
                    <a:pt x="303" y="222"/>
                  </a:lnTo>
                  <a:lnTo>
                    <a:pt x="264" y="214"/>
                  </a:lnTo>
                  <a:lnTo>
                    <a:pt x="229" y="204"/>
                  </a:lnTo>
                  <a:lnTo>
                    <a:pt x="194" y="192"/>
                  </a:lnTo>
                  <a:lnTo>
                    <a:pt x="162" y="178"/>
                  </a:lnTo>
                  <a:lnTo>
                    <a:pt x="133" y="163"/>
                  </a:lnTo>
                  <a:lnTo>
                    <a:pt x="106" y="146"/>
                  </a:lnTo>
                  <a:lnTo>
                    <a:pt x="81" y="129"/>
                  </a:lnTo>
                  <a:lnTo>
                    <a:pt x="61" y="109"/>
                  </a:lnTo>
                  <a:lnTo>
                    <a:pt x="44" y="89"/>
                  </a:lnTo>
                  <a:lnTo>
                    <a:pt x="31" y="66"/>
                  </a:lnTo>
                  <a:lnTo>
                    <a:pt x="20" y="45"/>
                  </a:lnTo>
                  <a:lnTo>
                    <a:pt x="15" y="2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5426" name="Freeform 32"/>
            <p:cNvSpPr>
              <a:spLocks/>
            </p:cNvSpPr>
            <p:nvPr/>
          </p:nvSpPr>
          <p:spPr bwMode="auto">
            <a:xfrm>
              <a:off x="878" y="1448"/>
              <a:ext cx="792" cy="954"/>
            </a:xfrm>
            <a:custGeom>
              <a:avLst/>
              <a:gdLst>
                <a:gd name="T0" fmla="*/ 13 w 3960"/>
                <a:gd name="T1" fmla="*/ 38 h 4768"/>
                <a:gd name="T2" fmla="*/ 14 w 3960"/>
                <a:gd name="T3" fmla="*/ 38 h 4768"/>
                <a:gd name="T4" fmla="*/ 15 w 3960"/>
                <a:gd name="T5" fmla="*/ 38 h 4768"/>
                <a:gd name="T6" fmla="*/ 15 w 3960"/>
                <a:gd name="T7" fmla="*/ 38 h 4768"/>
                <a:gd name="T8" fmla="*/ 16 w 3960"/>
                <a:gd name="T9" fmla="*/ 38 h 4768"/>
                <a:gd name="T10" fmla="*/ 17 w 3960"/>
                <a:gd name="T11" fmla="*/ 38 h 4768"/>
                <a:gd name="T12" fmla="*/ 17 w 3960"/>
                <a:gd name="T13" fmla="*/ 38 h 4768"/>
                <a:gd name="T14" fmla="*/ 18 w 3960"/>
                <a:gd name="T15" fmla="*/ 38 h 4768"/>
                <a:gd name="T16" fmla="*/ 18 w 3960"/>
                <a:gd name="T17" fmla="*/ 38 h 4768"/>
                <a:gd name="T18" fmla="*/ 29 w 3960"/>
                <a:gd name="T19" fmla="*/ 30 h 4768"/>
                <a:gd name="T20" fmla="*/ 30 w 3960"/>
                <a:gd name="T21" fmla="*/ 30 h 4768"/>
                <a:gd name="T22" fmla="*/ 30 w 3960"/>
                <a:gd name="T23" fmla="*/ 29 h 4768"/>
                <a:gd name="T24" fmla="*/ 31 w 3960"/>
                <a:gd name="T25" fmla="*/ 28 h 4768"/>
                <a:gd name="T26" fmla="*/ 31 w 3960"/>
                <a:gd name="T27" fmla="*/ 28 h 4768"/>
                <a:gd name="T28" fmla="*/ 31 w 3960"/>
                <a:gd name="T29" fmla="*/ 27 h 4768"/>
                <a:gd name="T30" fmla="*/ 32 w 3960"/>
                <a:gd name="T31" fmla="*/ 26 h 4768"/>
                <a:gd name="T32" fmla="*/ 32 w 3960"/>
                <a:gd name="T33" fmla="*/ 25 h 4768"/>
                <a:gd name="T34" fmla="*/ 32 w 3960"/>
                <a:gd name="T35" fmla="*/ 11 h 4768"/>
                <a:gd name="T36" fmla="*/ 32 w 3960"/>
                <a:gd name="T37" fmla="*/ 10 h 4768"/>
                <a:gd name="T38" fmla="*/ 31 w 3960"/>
                <a:gd name="T39" fmla="*/ 9 h 4768"/>
                <a:gd name="T40" fmla="*/ 31 w 3960"/>
                <a:gd name="T41" fmla="*/ 9 h 4768"/>
                <a:gd name="T42" fmla="*/ 31 w 3960"/>
                <a:gd name="T43" fmla="*/ 8 h 4768"/>
                <a:gd name="T44" fmla="*/ 31 w 3960"/>
                <a:gd name="T45" fmla="*/ 8 h 4768"/>
                <a:gd name="T46" fmla="*/ 30 w 3960"/>
                <a:gd name="T47" fmla="*/ 7 h 4768"/>
                <a:gd name="T48" fmla="*/ 30 w 3960"/>
                <a:gd name="T49" fmla="*/ 7 h 4768"/>
                <a:gd name="T50" fmla="*/ 29 w 3960"/>
                <a:gd name="T51" fmla="*/ 6 h 4768"/>
                <a:gd name="T52" fmla="*/ 19 w 3960"/>
                <a:gd name="T53" fmla="*/ 1 h 4768"/>
                <a:gd name="T54" fmla="*/ 18 w 3960"/>
                <a:gd name="T55" fmla="*/ 0 h 4768"/>
                <a:gd name="T56" fmla="*/ 17 w 3960"/>
                <a:gd name="T57" fmla="*/ 0 h 4768"/>
                <a:gd name="T58" fmla="*/ 17 w 3960"/>
                <a:gd name="T59" fmla="*/ 0 h 4768"/>
                <a:gd name="T60" fmla="*/ 16 w 3960"/>
                <a:gd name="T61" fmla="*/ 0 h 4768"/>
                <a:gd name="T62" fmla="*/ 15 w 3960"/>
                <a:gd name="T63" fmla="*/ 0 h 4768"/>
                <a:gd name="T64" fmla="*/ 14 w 3960"/>
                <a:gd name="T65" fmla="*/ 0 h 4768"/>
                <a:gd name="T66" fmla="*/ 14 w 3960"/>
                <a:gd name="T67" fmla="*/ 0 h 4768"/>
                <a:gd name="T68" fmla="*/ 2 w 3960"/>
                <a:gd name="T69" fmla="*/ 6 h 4768"/>
                <a:gd name="T70" fmla="*/ 2 w 3960"/>
                <a:gd name="T71" fmla="*/ 7 h 4768"/>
                <a:gd name="T72" fmla="*/ 1 w 3960"/>
                <a:gd name="T73" fmla="*/ 7 h 4768"/>
                <a:gd name="T74" fmla="*/ 1 w 3960"/>
                <a:gd name="T75" fmla="*/ 8 h 4768"/>
                <a:gd name="T76" fmla="*/ 1 w 3960"/>
                <a:gd name="T77" fmla="*/ 8 h 4768"/>
                <a:gd name="T78" fmla="*/ 0 w 3960"/>
                <a:gd name="T79" fmla="*/ 9 h 4768"/>
                <a:gd name="T80" fmla="*/ 0 w 3960"/>
                <a:gd name="T81" fmla="*/ 9 h 4768"/>
                <a:gd name="T82" fmla="*/ 0 w 3960"/>
                <a:gd name="T83" fmla="*/ 10 h 4768"/>
                <a:gd name="T84" fmla="*/ 0 w 3960"/>
                <a:gd name="T85" fmla="*/ 11 h 4768"/>
                <a:gd name="T86" fmla="*/ 0 w 3960"/>
                <a:gd name="T87" fmla="*/ 25 h 4768"/>
                <a:gd name="T88" fmla="*/ 0 w 3960"/>
                <a:gd name="T89" fmla="*/ 26 h 4768"/>
                <a:gd name="T90" fmla="*/ 0 w 3960"/>
                <a:gd name="T91" fmla="*/ 27 h 4768"/>
                <a:gd name="T92" fmla="*/ 1 w 3960"/>
                <a:gd name="T93" fmla="*/ 28 h 4768"/>
                <a:gd name="T94" fmla="*/ 1 w 3960"/>
                <a:gd name="T95" fmla="*/ 29 h 4768"/>
                <a:gd name="T96" fmla="*/ 1 w 3960"/>
                <a:gd name="T97" fmla="*/ 29 h 4768"/>
                <a:gd name="T98" fmla="*/ 2 w 3960"/>
                <a:gd name="T99" fmla="*/ 30 h 4768"/>
                <a:gd name="T100" fmla="*/ 3 w 3960"/>
                <a:gd name="T101" fmla="*/ 31 h 4768"/>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w 3960"/>
                <a:gd name="T154" fmla="*/ 0 h 4768"/>
                <a:gd name="T155" fmla="*/ 3960 w 3960"/>
                <a:gd name="T156" fmla="*/ 4768 h 4768"/>
              </a:gdLst>
              <a:ahLst/>
              <a:cxnLst>
                <a:cxn ang="T102">
                  <a:pos x="T0" y="T1"/>
                </a:cxn>
                <a:cxn ang="T103">
                  <a:pos x="T2" y="T3"/>
                </a:cxn>
                <a:cxn ang="T104">
                  <a:pos x="T4" y="T5"/>
                </a:cxn>
                <a:cxn ang="T105">
                  <a:pos x="T6" y="T7"/>
                </a:cxn>
                <a:cxn ang="T106">
                  <a:pos x="T8" y="T9"/>
                </a:cxn>
                <a:cxn ang="T107">
                  <a:pos x="T10" y="T11"/>
                </a:cxn>
                <a:cxn ang="T108">
                  <a:pos x="T12" y="T13"/>
                </a:cxn>
                <a:cxn ang="T109">
                  <a:pos x="T14" y="T15"/>
                </a:cxn>
                <a:cxn ang="T110">
                  <a:pos x="T16" y="T17"/>
                </a:cxn>
                <a:cxn ang="T111">
                  <a:pos x="T18" y="T19"/>
                </a:cxn>
                <a:cxn ang="T112">
                  <a:pos x="T20" y="T21"/>
                </a:cxn>
                <a:cxn ang="T113">
                  <a:pos x="T22" y="T23"/>
                </a:cxn>
                <a:cxn ang="T114">
                  <a:pos x="T24" y="T25"/>
                </a:cxn>
                <a:cxn ang="T115">
                  <a:pos x="T26" y="T27"/>
                </a:cxn>
                <a:cxn ang="T116">
                  <a:pos x="T28" y="T29"/>
                </a:cxn>
                <a:cxn ang="T117">
                  <a:pos x="T30" y="T31"/>
                </a:cxn>
                <a:cxn ang="T118">
                  <a:pos x="T32" y="T33"/>
                </a:cxn>
                <a:cxn ang="T119">
                  <a:pos x="T34" y="T35"/>
                </a:cxn>
                <a:cxn ang="T120">
                  <a:pos x="T36" y="T37"/>
                </a:cxn>
                <a:cxn ang="T121">
                  <a:pos x="T38" y="T39"/>
                </a:cxn>
                <a:cxn ang="T122">
                  <a:pos x="T40" y="T41"/>
                </a:cxn>
                <a:cxn ang="T123">
                  <a:pos x="T42" y="T43"/>
                </a:cxn>
                <a:cxn ang="T124">
                  <a:pos x="T44" y="T45"/>
                </a:cxn>
                <a:cxn ang="T125">
                  <a:pos x="T46" y="T47"/>
                </a:cxn>
                <a:cxn ang="T126">
                  <a:pos x="T48" y="T49"/>
                </a:cxn>
                <a:cxn ang="T127">
                  <a:pos x="T50" y="T51"/>
                </a:cxn>
                <a:cxn ang="T128">
                  <a:pos x="T52" y="T53"/>
                </a:cxn>
                <a:cxn ang="T129">
                  <a:pos x="T54" y="T55"/>
                </a:cxn>
                <a:cxn ang="T130">
                  <a:pos x="T56" y="T57"/>
                </a:cxn>
                <a:cxn ang="T131">
                  <a:pos x="T58" y="T59"/>
                </a:cxn>
                <a:cxn ang="T132">
                  <a:pos x="T60" y="T61"/>
                </a:cxn>
                <a:cxn ang="T133">
                  <a:pos x="T62" y="T63"/>
                </a:cxn>
                <a:cxn ang="T134">
                  <a:pos x="T64" y="T65"/>
                </a:cxn>
                <a:cxn ang="T135">
                  <a:pos x="T66" y="T67"/>
                </a:cxn>
                <a:cxn ang="T136">
                  <a:pos x="T68" y="T69"/>
                </a:cxn>
                <a:cxn ang="T137">
                  <a:pos x="T70" y="T71"/>
                </a:cxn>
                <a:cxn ang="T138">
                  <a:pos x="T72" y="T73"/>
                </a:cxn>
                <a:cxn ang="T139">
                  <a:pos x="T74" y="T75"/>
                </a:cxn>
                <a:cxn ang="T140">
                  <a:pos x="T76" y="T77"/>
                </a:cxn>
                <a:cxn ang="T141">
                  <a:pos x="T78" y="T79"/>
                </a:cxn>
                <a:cxn ang="T142">
                  <a:pos x="T80" y="T81"/>
                </a:cxn>
                <a:cxn ang="T143">
                  <a:pos x="T82" y="T83"/>
                </a:cxn>
                <a:cxn ang="T144">
                  <a:pos x="T84" y="T85"/>
                </a:cxn>
                <a:cxn ang="T145">
                  <a:pos x="T86" y="T87"/>
                </a:cxn>
                <a:cxn ang="T146">
                  <a:pos x="T88" y="T89"/>
                </a:cxn>
                <a:cxn ang="T147">
                  <a:pos x="T90" y="T91"/>
                </a:cxn>
                <a:cxn ang="T148">
                  <a:pos x="T92" y="T93"/>
                </a:cxn>
                <a:cxn ang="T149">
                  <a:pos x="T94" y="T95"/>
                </a:cxn>
                <a:cxn ang="T150">
                  <a:pos x="T96" y="T97"/>
                </a:cxn>
                <a:cxn ang="T151">
                  <a:pos x="T98" y="T99"/>
                </a:cxn>
                <a:cxn ang="T152">
                  <a:pos x="T100" y="T101"/>
                </a:cxn>
              </a:cxnLst>
              <a:rect l="T153" t="T154" r="T155" b="T156"/>
              <a:pathLst>
                <a:path w="3960" h="4768">
                  <a:moveTo>
                    <a:pt x="353" y="3849"/>
                  </a:moveTo>
                  <a:lnTo>
                    <a:pt x="1661" y="4700"/>
                  </a:lnTo>
                  <a:lnTo>
                    <a:pt x="1697" y="4717"/>
                  </a:lnTo>
                  <a:lnTo>
                    <a:pt x="1736" y="4731"/>
                  </a:lnTo>
                  <a:lnTo>
                    <a:pt x="1776" y="4742"/>
                  </a:lnTo>
                  <a:lnTo>
                    <a:pt x="1818" y="4753"/>
                  </a:lnTo>
                  <a:lnTo>
                    <a:pt x="1860" y="4760"/>
                  </a:lnTo>
                  <a:lnTo>
                    <a:pt x="1902" y="4765"/>
                  </a:lnTo>
                  <a:lnTo>
                    <a:pt x="1946" y="4768"/>
                  </a:lnTo>
                  <a:lnTo>
                    <a:pt x="1988" y="4768"/>
                  </a:lnTo>
                  <a:lnTo>
                    <a:pt x="2031" y="4767"/>
                  </a:lnTo>
                  <a:lnTo>
                    <a:pt x="2073" y="4763"/>
                  </a:lnTo>
                  <a:lnTo>
                    <a:pt x="2114" y="4758"/>
                  </a:lnTo>
                  <a:lnTo>
                    <a:pt x="2154" y="4751"/>
                  </a:lnTo>
                  <a:lnTo>
                    <a:pt x="2193" y="4740"/>
                  </a:lnTo>
                  <a:lnTo>
                    <a:pt x="2230" y="4729"/>
                  </a:lnTo>
                  <a:lnTo>
                    <a:pt x="2264" y="4715"/>
                  </a:lnTo>
                  <a:lnTo>
                    <a:pt x="2297" y="4700"/>
                  </a:lnTo>
                  <a:lnTo>
                    <a:pt x="3639" y="3825"/>
                  </a:lnTo>
                  <a:lnTo>
                    <a:pt x="3673" y="3795"/>
                  </a:lnTo>
                  <a:lnTo>
                    <a:pt x="3707" y="3761"/>
                  </a:lnTo>
                  <a:lnTo>
                    <a:pt x="3738" y="3725"/>
                  </a:lnTo>
                  <a:lnTo>
                    <a:pt x="3768" y="3685"/>
                  </a:lnTo>
                  <a:lnTo>
                    <a:pt x="3796" y="3644"/>
                  </a:lnTo>
                  <a:lnTo>
                    <a:pt x="3821" y="3599"/>
                  </a:lnTo>
                  <a:lnTo>
                    <a:pt x="3846" y="3553"/>
                  </a:lnTo>
                  <a:lnTo>
                    <a:pt x="3868" y="3505"/>
                  </a:lnTo>
                  <a:lnTo>
                    <a:pt x="3888" y="3456"/>
                  </a:lnTo>
                  <a:lnTo>
                    <a:pt x="3907" y="3406"/>
                  </a:lnTo>
                  <a:lnTo>
                    <a:pt x="3922" y="3354"/>
                  </a:lnTo>
                  <a:lnTo>
                    <a:pt x="3935" y="3303"/>
                  </a:lnTo>
                  <a:lnTo>
                    <a:pt x="3946" y="3250"/>
                  </a:lnTo>
                  <a:lnTo>
                    <a:pt x="3953" y="3197"/>
                  </a:lnTo>
                  <a:lnTo>
                    <a:pt x="3957" y="3144"/>
                  </a:lnTo>
                  <a:lnTo>
                    <a:pt x="3960" y="3092"/>
                  </a:lnTo>
                  <a:lnTo>
                    <a:pt x="3959" y="1313"/>
                  </a:lnTo>
                  <a:lnTo>
                    <a:pt x="3955" y="1271"/>
                  </a:lnTo>
                  <a:lnTo>
                    <a:pt x="3949" y="1229"/>
                  </a:lnTo>
                  <a:lnTo>
                    <a:pt x="3941" y="1189"/>
                  </a:lnTo>
                  <a:lnTo>
                    <a:pt x="3930" y="1149"/>
                  </a:lnTo>
                  <a:lnTo>
                    <a:pt x="3918" y="1111"/>
                  </a:lnTo>
                  <a:lnTo>
                    <a:pt x="3902" y="1075"/>
                  </a:lnTo>
                  <a:lnTo>
                    <a:pt x="3886" y="1040"/>
                  </a:lnTo>
                  <a:lnTo>
                    <a:pt x="3867" y="1006"/>
                  </a:lnTo>
                  <a:lnTo>
                    <a:pt x="3846" y="973"/>
                  </a:lnTo>
                  <a:lnTo>
                    <a:pt x="3823" y="942"/>
                  </a:lnTo>
                  <a:lnTo>
                    <a:pt x="3798" y="913"/>
                  </a:lnTo>
                  <a:lnTo>
                    <a:pt x="3771" y="886"/>
                  </a:lnTo>
                  <a:lnTo>
                    <a:pt x="3743" y="860"/>
                  </a:lnTo>
                  <a:lnTo>
                    <a:pt x="3714" y="837"/>
                  </a:lnTo>
                  <a:lnTo>
                    <a:pt x="3682" y="816"/>
                  </a:lnTo>
                  <a:lnTo>
                    <a:pt x="3649" y="796"/>
                  </a:lnTo>
                  <a:lnTo>
                    <a:pt x="2386" y="83"/>
                  </a:lnTo>
                  <a:lnTo>
                    <a:pt x="2350" y="65"/>
                  </a:lnTo>
                  <a:lnTo>
                    <a:pt x="2310" y="50"/>
                  </a:lnTo>
                  <a:lnTo>
                    <a:pt x="2268" y="36"/>
                  </a:lnTo>
                  <a:lnTo>
                    <a:pt x="2223" y="24"/>
                  </a:lnTo>
                  <a:lnTo>
                    <a:pt x="2178" y="15"/>
                  </a:lnTo>
                  <a:lnTo>
                    <a:pt x="2131" y="8"/>
                  </a:lnTo>
                  <a:lnTo>
                    <a:pt x="2082" y="3"/>
                  </a:lnTo>
                  <a:lnTo>
                    <a:pt x="2032" y="0"/>
                  </a:lnTo>
                  <a:lnTo>
                    <a:pt x="1982" y="1"/>
                  </a:lnTo>
                  <a:lnTo>
                    <a:pt x="1933" y="3"/>
                  </a:lnTo>
                  <a:lnTo>
                    <a:pt x="1882" y="9"/>
                  </a:lnTo>
                  <a:lnTo>
                    <a:pt x="1833" y="17"/>
                  </a:lnTo>
                  <a:lnTo>
                    <a:pt x="1785" y="29"/>
                  </a:lnTo>
                  <a:lnTo>
                    <a:pt x="1737" y="43"/>
                  </a:lnTo>
                  <a:lnTo>
                    <a:pt x="1691" y="62"/>
                  </a:lnTo>
                  <a:lnTo>
                    <a:pt x="1647" y="83"/>
                  </a:lnTo>
                  <a:lnTo>
                    <a:pt x="311" y="782"/>
                  </a:lnTo>
                  <a:lnTo>
                    <a:pt x="276" y="803"/>
                  </a:lnTo>
                  <a:lnTo>
                    <a:pt x="243" y="826"/>
                  </a:lnTo>
                  <a:lnTo>
                    <a:pt x="213" y="852"/>
                  </a:lnTo>
                  <a:lnTo>
                    <a:pt x="184" y="879"/>
                  </a:lnTo>
                  <a:lnTo>
                    <a:pt x="155" y="908"/>
                  </a:lnTo>
                  <a:lnTo>
                    <a:pt x="131" y="939"/>
                  </a:lnTo>
                  <a:lnTo>
                    <a:pt x="107" y="971"/>
                  </a:lnTo>
                  <a:lnTo>
                    <a:pt x="86" y="1005"/>
                  </a:lnTo>
                  <a:lnTo>
                    <a:pt x="68" y="1040"/>
                  </a:lnTo>
                  <a:lnTo>
                    <a:pt x="50" y="1076"/>
                  </a:lnTo>
                  <a:lnTo>
                    <a:pt x="36" y="1115"/>
                  </a:lnTo>
                  <a:lnTo>
                    <a:pt x="23" y="1153"/>
                  </a:lnTo>
                  <a:lnTo>
                    <a:pt x="14" y="1195"/>
                  </a:lnTo>
                  <a:lnTo>
                    <a:pt x="7" y="1236"/>
                  </a:lnTo>
                  <a:lnTo>
                    <a:pt x="2" y="1279"/>
                  </a:lnTo>
                  <a:lnTo>
                    <a:pt x="0" y="1322"/>
                  </a:lnTo>
                  <a:lnTo>
                    <a:pt x="0" y="3093"/>
                  </a:lnTo>
                  <a:lnTo>
                    <a:pt x="2" y="3147"/>
                  </a:lnTo>
                  <a:lnTo>
                    <a:pt x="7" y="3202"/>
                  </a:lnTo>
                  <a:lnTo>
                    <a:pt x="15" y="3257"/>
                  </a:lnTo>
                  <a:lnTo>
                    <a:pt x="27" y="3312"/>
                  </a:lnTo>
                  <a:lnTo>
                    <a:pt x="42" y="3366"/>
                  </a:lnTo>
                  <a:lnTo>
                    <a:pt x="59" y="3420"/>
                  </a:lnTo>
                  <a:lnTo>
                    <a:pt x="79" y="3474"/>
                  </a:lnTo>
                  <a:lnTo>
                    <a:pt x="102" y="3525"/>
                  </a:lnTo>
                  <a:lnTo>
                    <a:pt x="127" y="3576"/>
                  </a:lnTo>
                  <a:lnTo>
                    <a:pt x="154" y="3624"/>
                  </a:lnTo>
                  <a:lnTo>
                    <a:pt x="184" y="3670"/>
                  </a:lnTo>
                  <a:lnTo>
                    <a:pt x="214" y="3712"/>
                  </a:lnTo>
                  <a:lnTo>
                    <a:pt x="247" y="3752"/>
                  </a:lnTo>
                  <a:lnTo>
                    <a:pt x="281" y="3788"/>
                  </a:lnTo>
                  <a:lnTo>
                    <a:pt x="317" y="3821"/>
                  </a:lnTo>
                  <a:lnTo>
                    <a:pt x="353" y="384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5427" name="Freeform 33"/>
            <p:cNvSpPr>
              <a:spLocks/>
            </p:cNvSpPr>
            <p:nvPr/>
          </p:nvSpPr>
          <p:spPr bwMode="auto">
            <a:xfrm>
              <a:off x="943" y="2210"/>
              <a:ext cx="276" cy="187"/>
            </a:xfrm>
            <a:custGeom>
              <a:avLst/>
              <a:gdLst>
                <a:gd name="T0" fmla="*/ 11 w 1380"/>
                <a:gd name="T1" fmla="*/ 7 h 937"/>
                <a:gd name="T2" fmla="*/ 11 w 1380"/>
                <a:gd name="T3" fmla="*/ 7 h 937"/>
                <a:gd name="T4" fmla="*/ 0 w 1380"/>
                <a:gd name="T5" fmla="*/ 0 h 937"/>
                <a:gd name="T6" fmla="*/ 0 w 1380"/>
                <a:gd name="T7" fmla="*/ 1 h 937"/>
                <a:gd name="T8" fmla="*/ 10 w 1380"/>
                <a:gd name="T9" fmla="*/ 7 h 937"/>
                <a:gd name="T10" fmla="*/ 10 w 1380"/>
                <a:gd name="T11" fmla="*/ 7 h 937"/>
                <a:gd name="T12" fmla="*/ 10 w 1380"/>
                <a:gd name="T13" fmla="*/ 7 h 937"/>
                <a:gd name="T14" fmla="*/ 11 w 1380"/>
                <a:gd name="T15" fmla="*/ 7 h 937"/>
                <a:gd name="T16" fmla="*/ 11 w 1380"/>
                <a:gd name="T17" fmla="*/ 7 h 937"/>
                <a:gd name="T18" fmla="*/ 11 w 1380"/>
                <a:gd name="T19" fmla="*/ 7 h 937"/>
                <a:gd name="T20" fmla="*/ 11 w 1380"/>
                <a:gd name="T21" fmla="*/ 7 h 937"/>
                <a:gd name="T22" fmla="*/ 11 w 1380"/>
                <a:gd name="T23" fmla="*/ 7 h 937"/>
                <a:gd name="T24" fmla="*/ 11 w 1380"/>
                <a:gd name="T25" fmla="*/ 7 h 937"/>
                <a:gd name="T26" fmla="*/ 11 w 1380"/>
                <a:gd name="T27" fmla="*/ 7 h 937"/>
                <a:gd name="T28" fmla="*/ 11 w 1380"/>
                <a:gd name="T29" fmla="*/ 7 h 937"/>
                <a:gd name="T30" fmla="*/ 11 w 1380"/>
                <a:gd name="T31" fmla="*/ 7 h 93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80"/>
                <a:gd name="T49" fmla="*/ 0 h 937"/>
                <a:gd name="T50" fmla="*/ 1380 w 1380"/>
                <a:gd name="T51" fmla="*/ 937 h 93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80" h="937">
                  <a:moveTo>
                    <a:pt x="1354" y="848"/>
                  </a:moveTo>
                  <a:lnTo>
                    <a:pt x="1359" y="851"/>
                  </a:lnTo>
                  <a:lnTo>
                    <a:pt x="51" y="0"/>
                  </a:lnTo>
                  <a:lnTo>
                    <a:pt x="0" y="78"/>
                  </a:lnTo>
                  <a:lnTo>
                    <a:pt x="1307" y="929"/>
                  </a:lnTo>
                  <a:lnTo>
                    <a:pt x="1312" y="932"/>
                  </a:lnTo>
                  <a:lnTo>
                    <a:pt x="1307" y="929"/>
                  </a:lnTo>
                  <a:lnTo>
                    <a:pt x="1326" y="937"/>
                  </a:lnTo>
                  <a:lnTo>
                    <a:pt x="1345" y="936"/>
                  </a:lnTo>
                  <a:lnTo>
                    <a:pt x="1360" y="929"/>
                  </a:lnTo>
                  <a:lnTo>
                    <a:pt x="1372" y="916"/>
                  </a:lnTo>
                  <a:lnTo>
                    <a:pt x="1379" y="899"/>
                  </a:lnTo>
                  <a:lnTo>
                    <a:pt x="1380" y="883"/>
                  </a:lnTo>
                  <a:lnTo>
                    <a:pt x="1374" y="865"/>
                  </a:lnTo>
                  <a:lnTo>
                    <a:pt x="1359" y="851"/>
                  </a:lnTo>
                  <a:lnTo>
                    <a:pt x="1354" y="84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5428" name="Freeform 34"/>
            <p:cNvSpPr>
              <a:spLocks/>
            </p:cNvSpPr>
            <p:nvPr/>
          </p:nvSpPr>
          <p:spPr bwMode="auto">
            <a:xfrm>
              <a:off x="1206" y="2379"/>
              <a:ext cx="140" cy="32"/>
            </a:xfrm>
            <a:custGeom>
              <a:avLst/>
              <a:gdLst>
                <a:gd name="T0" fmla="*/ 5 w 703"/>
                <a:gd name="T1" fmla="*/ 0 h 162"/>
                <a:gd name="T2" fmla="*/ 5 w 703"/>
                <a:gd name="T3" fmla="*/ 0 h 162"/>
                <a:gd name="T4" fmla="*/ 5 w 703"/>
                <a:gd name="T5" fmla="*/ 0 h 162"/>
                <a:gd name="T6" fmla="*/ 5 w 703"/>
                <a:gd name="T7" fmla="*/ 0 h 162"/>
                <a:gd name="T8" fmla="*/ 4 w 703"/>
                <a:gd name="T9" fmla="*/ 0 h 162"/>
                <a:gd name="T10" fmla="*/ 4 w 703"/>
                <a:gd name="T11" fmla="*/ 0 h 162"/>
                <a:gd name="T12" fmla="*/ 4 w 703"/>
                <a:gd name="T13" fmla="*/ 0 h 162"/>
                <a:gd name="T14" fmla="*/ 3 w 703"/>
                <a:gd name="T15" fmla="*/ 1 h 162"/>
                <a:gd name="T16" fmla="*/ 3 w 703"/>
                <a:gd name="T17" fmla="*/ 1 h 162"/>
                <a:gd name="T18" fmla="*/ 3 w 703"/>
                <a:gd name="T19" fmla="*/ 1 h 162"/>
                <a:gd name="T20" fmla="*/ 2 w 703"/>
                <a:gd name="T21" fmla="*/ 1 h 162"/>
                <a:gd name="T22" fmla="*/ 2 w 703"/>
                <a:gd name="T23" fmla="*/ 1 h 162"/>
                <a:gd name="T24" fmla="*/ 2 w 703"/>
                <a:gd name="T25" fmla="*/ 0 h 162"/>
                <a:gd name="T26" fmla="*/ 1 w 703"/>
                <a:gd name="T27" fmla="*/ 0 h 162"/>
                <a:gd name="T28" fmla="*/ 1 w 703"/>
                <a:gd name="T29" fmla="*/ 0 h 162"/>
                <a:gd name="T30" fmla="*/ 1 w 703"/>
                <a:gd name="T31" fmla="*/ 0 h 162"/>
                <a:gd name="T32" fmla="*/ 1 w 703"/>
                <a:gd name="T33" fmla="*/ 0 h 162"/>
                <a:gd name="T34" fmla="*/ 0 w 703"/>
                <a:gd name="T35" fmla="*/ 0 h 162"/>
                <a:gd name="T36" fmla="*/ 0 w 703"/>
                <a:gd name="T37" fmla="*/ 1 h 162"/>
                <a:gd name="T38" fmla="*/ 0 w 703"/>
                <a:gd name="T39" fmla="*/ 1 h 162"/>
                <a:gd name="T40" fmla="*/ 1 w 703"/>
                <a:gd name="T41" fmla="*/ 1 h 162"/>
                <a:gd name="T42" fmla="*/ 1 w 703"/>
                <a:gd name="T43" fmla="*/ 1 h 162"/>
                <a:gd name="T44" fmla="*/ 1 w 703"/>
                <a:gd name="T45" fmla="*/ 1 h 162"/>
                <a:gd name="T46" fmla="*/ 2 w 703"/>
                <a:gd name="T47" fmla="*/ 1 h 162"/>
                <a:gd name="T48" fmla="*/ 2 w 703"/>
                <a:gd name="T49" fmla="*/ 1 h 162"/>
                <a:gd name="T50" fmla="*/ 2 w 703"/>
                <a:gd name="T51" fmla="*/ 1 h 162"/>
                <a:gd name="T52" fmla="*/ 3 w 703"/>
                <a:gd name="T53" fmla="*/ 1 h 162"/>
                <a:gd name="T54" fmla="*/ 3 w 703"/>
                <a:gd name="T55" fmla="*/ 1 h 162"/>
                <a:gd name="T56" fmla="*/ 3 w 703"/>
                <a:gd name="T57" fmla="*/ 1 h 162"/>
                <a:gd name="T58" fmla="*/ 4 w 703"/>
                <a:gd name="T59" fmla="*/ 1 h 162"/>
                <a:gd name="T60" fmla="*/ 4 w 703"/>
                <a:gd name="T61" fmla="*/ 1 h 162"/>
                <a:gd name="T62" fmla="*/ 5 w 703"/>
                <a:gd name="T63" fmla="*/ 1 h 162"/>
                <a:gd name="T64" fmla="*/ 5 w 703"/>
                <a:gd name="T65" fmla="*/ 1 h 162"/>
                <a:gd name="T66" fmla="*/ 5 w 703"/>
                <a:gd name="T67" fmla="*/ 1 h 162"/>
                <a:gd name="T68" fmla="*/ 5 w 703"/>
                <a:gd name="T69" fmla="*/ 1 h 162"/>
                <a:gd name="T70" fmla="*/ 5 w 703"/>
                <a:gd name="T71" fmla="*/ 1 h 162"/>
                <a:gd name="T72" fmla="*/ 5 w 703"/>
                <a:gd name="T73" fmla="*/ 1 h 162"/>
                <a:gd name="T74" fmla="*/ 5 w 703"/>
                <a:gd name="T75" fmla="*/ 1 h 162"/>
                <a:gd name="T76" fmla="*/ 6 w 703"/>
                <a:gd name="T77" fmla="*/ 0 h 162"/>
                <a:gd name="T78" fmla="*/ 6 w 703"/>
                <a:gd name="T79" fmla="*/ 0 h 162"/>
                <a:gd name="T80" fmla="*/ 6 w 703"/>
                <a:gd name="T81" fmla="*/ 0 h 162"/>
                <a:gd name="T82" fmla="*/ 5 w 703"/>
                <a:gd name="T83" fmla="*/ 0 h 162"/>
                <a:gd name="T84" fmla="*/ 5 w 703"/>
                <a:gd name="T85" fmla="*/ 0 h 162"/>
                <a:gd name="T86" fmla="*/ 5 w 703"/>
                <a:gd name="T87" fmla="*/ 0 h 162"/>
                <a:gd name="T88" fmla="*/ 5 w 703"/>
                <a:gd name="T89" fmla="*/ 0 h 162"/>
                <a:gd name="T90" fmla="*/ 5 w 703"/>
                <a:gd name="T91" fmla="*/ 0 h 162"/>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703"/>
                <a:gd name="T139" fmla="*/ 0 h 162"/>
                <a:gd name="T140" fmla="*/ 703 w 703"/>
                <a:gd name="T141" fmla="*/ 162 h 162"/>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703" h="162">
                  <a:moveTo>
                    <a:pt x="631" y="8"/>
                  </a:moveTo>
                  <a:lnTo>
                    <a:pt x="636" y="6"/>
                  </a:lnTo>
                  <a:lnTo>
                    <a:pt x="606" y="20"/>
                  </a:lnTo>
                  <a:lnTo>
                    <a:pt x="575" y="32"/>
                  </a:lnTo>
                  <a:lnTo>
                    <a:pt x="540" y="42"/>
                  </a:lnTo>
                  <a:lnTo>
                    <a:pt x="504" y="52"/>
                  </a:lnTo>
                  <a:lnTo>
                    <a:pt x="467" y="59"/>
                  </a:lnTo>
                  <a:lnTo>
                    <a:pt x="428" y="64"/>
                  </a:lnTo>
                  <a:lnTo>
                    <a:pt x="389" y="67"/>
                  </a:lnTo>
                  <a:lnTo>
                    <a:pt x="348" y="68"/>
                  </a:lnTo>
                  <a:lnTo>
                    <a:pt x="308" y="68"/>
                  </a:lnTo>
                  <a:lnTo>
                    <a:pt x="267" y="65"/>
                  </a:lnTo>
                  <a:lnTo>
                    <a:pt x="226" y="61"/>
                  </a:lnTo>
                  <a:lnTo>
                    <a:pt x="187" y="54"/>
                  </a:lnTo>
                  <a:lnTo>
                    <a:pt x="148" y="44"/>
                  </a:lnTo>
                  <a:lnTo>
                    <a:pt x="110" y="33"/>
                  </a:lnTo>
                  <a:lnTo>
                    <a:pt x="75" y="20"/>
                  </a:lnTo>
                  <a:lnTo>
                    <a:pt x="42" y="5"/>
                  </a:lnTo>
                  <a:lnTo>
                    <a:pt x="0" y="89"/>
                  </a:lnTo>
                  <a:lnTo>
                    <a:pt x="40" y="107"/>
                  </a:lnTo>
                  <a:lnTo>
                    <a:pt x="82" y="122"/>
                  </a:lnTo>
                  <a:lnTo>
                    <a:pt x="124" y="135"/>
                  </a:lnTo>
                  <a:lnTo>
                    <a:pt x="169" y="146"/>
                  </a:lnTo>
                  <a:lnTo>
                    <a:pt x="214" y="153"/>
                  </a:lnTo>
                  <a:lnTo>
                    <a:pt x="258" y="158"/>
                  </a:lnTo>
                  <a:lnTo>
                    <a:pt x="303" y="162"/>
                  </a:lnTo>
                  <a:lnTo>
                    <a:pt x="348" y="162"/>
                  </a:lnTo>
                  <a:lnTo>
                    <a:pt x="394" y="161"/>
                  </a:lnTo>
                  <a:lnTo>
                    <a:pt x="439" y="157"/>
                  </a:lnTo>
                  <a:lnTo>
                    <a:pt x="481" y="150"/>
                  </a:lnTo>
                  <a:lnTo>
                    <a:pt x="525" y="143"/>
                  </a:lnTo>
                  <a:lnTo>
                    <a:pt x="566" y="132"/>
                  </a:lnTo>
                  <a:lnTo>
                    <a:pt x="606" y="121"/>
                  </a:lnTo>
                  <a:lnTo>
                    <a:pt x="643" y="105"/>
                  </a:lnTo>
                  <a:lnTo>
                    <a:pt x="678" y="88"/>
                  </a:lnTo>
                  <a:lnTo>
                    <a:pt x="683" y="86"/>
                  </a:lnTo>
                  <a:lnTo>
                    <a:pt x="678" y="88"/>
                  </a:lnTo>
                  <a:lnTo>
                    <a:pt x="695" y="75"/>
                  </a:lnTo>
                  <a:lnTo>
                    <a:pt x="702" y="60"/>
                  </a:lnTo>
                  <a:lnTo>
                    <a:pt x="703" y="42"/>
                  </a:lnTo>
                  <a:lnTo>
                    <a:pt x="698" y="26"/>
                  </a:lnTo>
                  <a:lnTo>
                    <a:pt x="688" y="12"/>
                  </a:lnTo>
                  <a:lnTo>
                    <a:pt x="674" y="3"/>
                  </a:lnTo>
                  <a:lnTo>
                    <a:pt x="656" y="0"/>
                  </a:lnTo>
                  <a:lnTo>
                    <a:pt x="636" y="6"/>
                  </a:lnTo>
                  <a:lnTo>
                    <a:pt x="631"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5429" name="Freeform 35"/>
            <p:cNvSpPr>
              <a:spLocks/>
            </p:cNvSpPr>
            <p:nvPr/>
          </p:nvSpPr>
          <p:spPr bwMode="auto">
            <a:xfrm>
              <a:off x="1332" y="2204"/>
              <a:ext cx="283" cy="192"/>
            </a:xfrm>
            <a:custGeom>
              <a:avLst/>
              <a:gdLst>
                <a:gd name="T0" fmla="*/ 11 w 1415"/>
                <a:gd name="T1" fmla="*/ 0 h 960"/>
                <a:gd name="T2" fmla="*/ 11 w 1415"/>
                <a:gd name="T3" fmla="*/ 0 h 960"/>
                <a:gd name="T4" fmla="*/ 0 w 1415"/>
                <a:gd name="T5" fmla="*/ 7 h 960"/>
                <a:gd name="T6" fmla="*/ 0 w 1415"/>
                <a:gd name="T7" fmla="*/ 8 h 960"/>
                <a:gd name="T8" fmla="*/ 11 w 1415"/>
                <a:gd name="T9" fmla="*/ 1 h 960"/>
                <a:gd name="T10" fmla="*/ 11 w 1415"/>
                <a:gd name="T11" fmla="*/ 1 h 960"/>
                <a:gd name="T12" fmla="*/ 11 w 1415"/>
                <a:gd name="T13" fmla="*/ 1 h 960"/>
                <a:gd name="T14" fmla="*/ 11 w 1415"/>
                <a:gd name="T15" fmla="*/ 1 h 960"/>
                <a:gd name="T16" fmla="*/ 11 w 1415"/>
                <a:gd name="T17" fmla="*/ 0 h 960"/>
                <a:gd name="T18" fmla="*/ 11 w 1415"/>
                <a:gd name="T19" fmla="*/ 0 h 960"/>
                <a:gd name="T20" fmla="*/ 11 w 1415"/>
                <a:gd name="T21" fmla="*/ 0 h 960"/>
                <a:gd name="T22" fmla="*/ 11 w 1415"/>
                <a:gd name="T23" fmla="*/ 0 h 960"/>
                <a:gd name="T24" fmla="*/ 11 w 1415"/>
                <a:gd name="T25" fmla="*/ 0 h 960"/>
                <a:gd name="T26" fmla="*/ 11 w 1415"/>
                <a:gd name="T27" fmla="*/ 0 h 960"/>
                <a:gd name="T28" fmla="*/ 11 w 1415"/>
                <a:gd name="T29" fmla="*/ 0 h 960"/>
                <a:gd name="T30" fmla="*/ 11 w 1415"/>
                <a:gd name="T31" fmla="*/ 0 h 96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15"/>
                <a:gd name="T49" fmla="*/ 0 h 960"/>
                <a:gd name="T50" fmla="*/ 1415 w 1415"/>
                <a:gd name="T51" fmla="*/ 960 h 96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15" h="960">
                  <a:moveTo>
                    <a:pt x="1338" y="10"/>
                  </a:moveTo>
                  <a:lnTo>
                    <a:pt x="1342" y="8"/>
                  </a:lnTo>
                  <a:lnTo>
                    <a:pt x="0" y="882"/>
                  </a:lnTo>
                  <a:lnTo>
                    <a:pt x="52" y="960"/>
                  </a:lnTo>
                  <a:lnTo>
                    <a:pt x="1393" y="85"/>
                  </a:lnTo>
                  <a:lnTo>
                    <a:pt x="1397" y="83"/>
                  </a:lnTo>
                  <a:lnTo>
                    <a:pt x="1393" y="85"/>
                  </a:lnTo>
                  <a:lnTo>
                    <a:pt x="1409" y="71"/>
                  </a:lnTo>
                  <a:lnTo>
                    <a:pt x="1415" y="53"/>
                  </a:lnTo>
                  <a:lnTo>
                    <a:pt x="1413" y="37"/>
                  </a:lnTo>
                  <a:lnTo>
                    <a:pt x="1406" y="21"/>
                  </a:lnTo>
                  <a:lnTo>
                    <a:pt x="1395" y="8"/>
                  </a:lnTo>
                  <a:lnTo>
                    <a:pt x="1379" y="1"/>
                  </a:lnTo>
                  <a:lnTo>
                    <a:pt x="1361" y="0"/>
                  </a:lnTo>
                  <a:lnTo>
                    <a:pt x="1342" y="8"/>
                  </a:lnTo>
                  <a:lnTo>
                    <a:pt x="1338" y="1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5430" name="Freeform 36"/>
            <p:cNvSpPr>
              <a:spLocks/>
            </p:cNvSpPr>
            <p:nvPr/>
          </p:nvSpPr>
          <p:spPr bwMode="auto">
            <a:xfrm>
              <a:off x="1599" y="2057"/>
              <a:ext cx="80" cy="163"/>
            </a:xfrm>
            <a:custGeom>
              <a:avLst/>
              <a:gdLst>
                <a:gd name="T0" fmla="*/ 2 w 398"/>
                <a:gd name="T1" fmla="*/ 0 h 817"/>
                <a:gd name="T2" fmla="*/ 2 w 398"/>
                <a:gd name="T3" fmla="*/ 0 h 817"/>
                <a:gd name="T4" fmla="*/ 2 w 398"/>
                <a:gd name="T5" fmla="*/ 1 h 817"/>
                <a:gd name="T6" fmla="*/ 2 w 398"/>
                <a:gd name="T7" fmla="*/ 1 h 817"/>
                <a:gd name="T8" fmla="*/ 2 w 398"/>
                <a:gd name="T9" fmla="*/ 2 h 817"/>
                <a:gd name="T10" fmla="*/ 2 w 398"/>
                <a:gd name="T11" fmla="*/ 2 h 817"/>
                <a:gd name="T12" fmla="*/ 2 w 398"/>
                <a:gd name="T13" fmla="*/ 2 h 817"/>
                <a:gd name="T14" fmla="*/ 2 w 398"/>
                <a:gd name="T15" fmla="*/ 3 h 817"/>
                <a:gd name="T16" fmla="*/ 2 w 398"/>
                <a:gd name="T17" fmla="*/ 3 h 817"/>
                <a:gd name="T18" fmla="*/ 2 w 398"/>
                <a:gd name="T19" fmla="*/ 4 h 817"/>
                <a:gd name="T20" fmla="*/ 2 w 398"/>
                <a:gd name="T21" fmla="*/ 4 h 817"/>
                <a:gd name="T22" fmla="*/ 1 w 398"/>
                <a:gd name="T23" fmla="*/ 4 h 817"/>
                <a:gd name="T24" fmla="*/ 1 w 398"/>
                <a:gd name="T25" fmla="*/ 5 h 817"/>
                <a:gd name="T26" fmla="*/ 1 w 398"/>
                <a:gd name="T27" fmla="*/ 5 h 817"/>
                <a:gd name="T28" fmla="*/ 1 w 398"/>
                <a:gd name="T29" fmla="*/ 5 h 817"/>
                <a:gd name="T30" fmla="*/ 1 w 398"/>
                <a:gd name="T31" fmla="*/ 5 h 817"/>
                <a:gd name="T32" fmla="*/ 0 w 398"/>
                <a:gd name="T33" fmla="*/ 6 h 817"/>
                <a:gd name="T34" fmla="*/ 0 w 398"/>
                <a:gd name="T35" fmla="*/ 6 h 817"/>
                <a:gd name="T36" fmla="*/ 0 w 398"/>
                <a:gd name="T37" fmla="*/ 7 h 817"/>
                <a:gd name="T38" fmla="*/ 1 w 398"/>
                <a:gd name="T39" fmla="*/ 6 h 817"/>
                <a:gd name="T40" fmla="*/ 1 w 398"/>
                <a:gd name="T41" fmla="*/ 6 h 817"/>
                <a:gd name="T42" fmla="*/ 1 w 398"/>
                <a:gd name="T43" fmla="*/ 6 h 817"/>
                <a:gd name="T44" fmla="*/ 2 w 398"/>
                <a:gd name="T45" fmla="*/ 5 h 817"/>
                <a:gd name="T46" fmla="*/ 2 w 398"/>
                <a:gd name="T47" fmla="*/ 5 h 817"/>
                <a:gd name="T48" fmla="*/ 2 w 398"/>
                <a:gd name="T49" fmla="*/ 5 h 817"/>
                <a:gd name="T50" fmla="*/ 2 w 398"/>
                <a:gd name="T51" fmla="*/ 4 h 817"/>
                <a:gd name="T52" fmla="*/ 2 w 398"/>
                <a:gd name="T53" fmla="*/ 4 h 817"/>
                <a:gd name="T54" fmla="*/ 3 w 398"/>
                <a:gd name="T55" fmla="*/ 3 h 817"/>
                <a:gd name="T56" fmla="*/ 3 w 398"/>
                <a:gd name="T57" fmla="*/ 3 h 817"/>
                <a:gd name="T58" fmla="*/ 3 w 398"/>
                <a:gd name="T59" fmla="*/ 3 h 817"/>
                <a:gd name="T60" fmla="*/ 3 w 398"/>
                <a:gd name="T61" fmla="*/ 2 h 817"/>
                <a:gd name="T62" fmla="*/ 3 w 398"/>
                <a:gd name="T63" fmla="*/ 2 h 817"/>
                <a:gd name="T64" fmla="*/ 3 w 398"/>
                <a:gd name="T65" fmla="*/ 1 h 817"/>
                <a:gd name="T66" fmla="*/ 3 w 398"/>
                <a:gd name="T67" fmla="*/ 1 h 817"/>
                <a:gd name="T68" fmla="*/ 3 w 398"/>
                <a:gd name="T69" fmla="*/ 0 h 817"/>
                <a:gd name="T70" fmla="*/ 3 w 398"/>
                <a:gd name="T71" fmla="*/ 0 h 817"/>
                <a:gd name="T72" fmla="*/ 3 w 398"/>
                <a:gd name="T73" fmla="*/ 0 h 817"/>
                <a:gd name="T74" fmla="*/ 3 w 398"/>
                <a:gd name="T75" fmla="*/ 0 h 817"/>
                <a:gd name="T76" fmla="*/ 3 w 398"/>
                <a:gd name="T77" fmla="*/ 0 h 817"/>
                <a:gd name="T78" fmla="*/ 3 w 398"/>
                <a:gd name="T79" fmla="*/ 0 h 817"/>
                <a:gd name="T80" fmla="*/ 3 w 398"/>
                <a:gd name="T81" fmla="*/ 0 h 817"/>
                <a:gd name="T82" fmla="*/ 3 w 398"/>
                <a:gd name="T83" fmla="*/ 0 h 817"/>
                <a:gd name="T84" fmla="*/ 3 w 398"/>
                <a:gd name="T85" fmla="*/ 0 h 817"/>
                <a:gd name="T86" fmla="*/ 2 w 398"/>
                <a:gd name="T87" fmla="*/ 0 h 817"/>
                <a:gd name="T88" fmla="*/ 2 w 398"/>
                <a:gd name="T89" fmla="*/ 0 h 817"/>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398"/>
                <a:gd name="T136" fmla="*/ 0 h 817"/>
                <a:gd name="T137" fmla="*/ 398 w 398"/>
                <a:gd name="T138" fmla="*/ 817 h 817"/>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398" h="817">
                  <a:moveTo>
                    <a:pt x="304" y="47"/>
                  </a:moveTo>
                  <a:lnTo>
                    <a:pt x="304" y="47"/>
                  </a:lnTo>
                  <a:lnTo>
                    <a:pt x="301" y="97"/>
                  </a:lnTo>
                  <a:lnTo>
                    <a:pt x="297" y="147"/>
                  </a:lnTo>
                  <a:lnTo>
                    <a:pt x="291" y="198"/>
                  </a:lnTo>
                  <a:lnTo>
                    <a:pt x="280" y="247"/>
                  </a:lnTo>
                  <a:lnTo>
                    <a:pt x="268" y="297"/>
                  </a:lnTo>
                  <a:lnTo>
                    <a:pt x="253" y="347"/>
                  </a:lnTo>
                  <a:lnTo>
                    <a:pt x="236" y="395"/>
                  </a:lnTo>
                  <a:lnTo>
                    <a:pt x="217" y="442"/>
                  </a:lnTo>
                  <a:lnTo>
                    <a:pt x="195" y="487"/>
                  </a:lnTo>
                  <a:lnTo>
                    <a:pt x="171" y="532"/>
                  </a:lnTo>
                  <a:lnTo>
                    <a:pt x="147" y="574"/>
                  </a:lnTo>
                  <a:lnTo>
                    <a:pt x="121" y="613"/>
                  </a:lnTo>
                  <a:lnTo>
                    <a:pt x="93" y="650"/>
                  </a:lnTo>
                  <a:lnTo>
                    <a:pt x="64" y="684"/>
                  </a:lnTo>
                  <a:lnTo>
                    <a:pt x="32" y="716"/>
                  </a:lnTo>
                  <a:lnTo>
                    <a:pt x="0" y="744"/>
                  </a:lnTo>
                  <a:lnTo>
                    <a:pt x="59" y="817"/>
                  </a:lnTo>
                  <a:lnTo>
                    <a:pt x="95" y="784"/>
                  </a:lnTo>
                  <a:lnTo>
                    <a:pt x="132" y="748"/>
                  </a:lnTo>
                  <a:lnTo>
                    <a:pt x="166" y="709"/>
                  </a:lnTo>
                  <a:lnTo>
                    <a:pt x="196" y="667"/>
                  </a:lnTo>
                  <a:lnTo>
                    <a:pt x="227" y="623"/>
                  </a:lnTo>
                  <a:lnTo>
                    <a:pt x="253" y="576"/>
                  </a:lnTo>
                  <a:lnTo>
                    <a:pt x="279" y="530"/>
                  </a:lnTo>
                  <a:lnTo>
                    <a:pt x="301" y="479"/>
                  </a:lnTo>
                  <a:lnTo>
                    <a:pt x="323" y="428"/>
                  </a:lnTo>
                  <a:lnTo>
                    <a:pt x="342" y="375"/>
                  </a:lnTo>
                  <a:lnTo>
                    <a:pt x="359" y="321"/>
                  </a:lnTo>
                  <a:lnTo>
                    <a:pt x="372" y="268"/>
                  </a:lnTo>
                  <a:lnTo>
                    <a:pt x="382" y="212"/>
                  </a:lnTo>
                  <a:lnTo>
                    <a:pt x="391" y="157"/>
                  </a:lnTo>
                  <a:lnTo>
                    <a:pt x="395" y="102"/>
                  </a:lnTo>
                  <a:lnTo>
                    <a:pt x="398" y="47"/>
                  </a:lnTo>
                  <a:lnTo>
                    <a:pt x="394" y="27"/>
                  </a:lnTo>
                  <a:lnTo>
                    <a:pt x="383" y="11"/>
                  </a:lnTo>
                  <a:lnTo>
                    <a:pt x="368" y="3"/>
                  </a:lnTo>
                  <a:lnTo>
                    <a:pt x="351" y="0"/>
                  </a:lnTo>
                  <a:lnTo>
                    <a:pt x="333" y="3"/>
                  </a:lnTo>
                  <a:lnTo>
                    <a:pt x="319" y="11"/>
                  </a:lnTo>
                  <a:lnTo>
                    <a:pt x="307" y="27"/>
                  </a:lnTo>
                  <a:lnTo>
                    <a:pt x="304" y="4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5431" name="Freeform 37"/>
            <p:cNvSpPr>
              <a:spLocks/>
            </p:cNvSpPr>
            <p:nvPr/>
          </p:nvSpPr>
          <p:spPr bwMode="auto">
            <a:xfrm>
              <a:off x="1660" y="1701"/>
              <a:ext cx="19" cy="365"/>
            </a:xfrm>
            <a:custGeom>
              <a:avLst/>
              <a:gdLst>
                <a:gd name="T0" fmla="*/ 0 w 95"/>
                <a:gd name="T1" fmla="*/ 0 h 1826"/>
                <a:gd name="T2" fmla="*/ 0 w 95"/>
                <a:gd name="T3" fmla="*/ 0 h 1826"/>
                <a:gd name="T4" fmla="*/ 0 w 95"/>
                <a:gd name="T5" fmla="*/ 15 h 1826"/>
                <a:gd name="T6" fmla="*/ 1 w 95"/>
                <a:gd name="T7" fmla="*/ 15 h 1826"/>
                <a:gd name="T8" fmla="*/ 1 w 95"/>
                <a:gd name="T9" fmla="*/ 0 h 1826"/>
                <a:gd name="T10" fmla="*/ 1 w 95"/>
                <a:gd name="T11" fmla="*/ 0 h 1826"/>
                <a:gd name="T12" fmla="*/ 1 w 95"/>
                <a:gd name="T13" fmla="*/ 0 h 1826"/>
                <a:gd name="T14" fmla="*/ 1 w 95"/>
                <a:gd name="T15" fmla="*/ 0 h 1826"/>
                <a:gd name="T16" fmla="*/ 1 w 95"/>
                <a:gd name="T17" fmla="*/ 0 h 1826"/>
                <a:gd name="T18" fmla="*/ 1 w 95"/>
                <a:gd name="T19" fmla="*/ 0 h 1826"/>
                <a:gd name="T20" fmla="*/ 0 w 95"/>
                <a:gd name="T21" fmla="*/ 0 h 1826"/>
                <a:gd name="T22" fmla="*/ 0 w 95"/>
                <a:gd name="T23" fmla="*/ 0 h 1826"/>
                <a:gd name="T24" fmla="*/ 0 w 95"/>
                <a:gd name="T25" fmla="*/ 0 h 1826"/>
                <a:gd name="T26" fmla="*/ 0 w 95"/>
                <a:gd name="T27" fmla="*/ 0 h 1826"/>
                <a:gd name="T28" fmla="*/ 0 w 95"/>
                <a:gd name="T29" fmla="*/ 0 h 1826"/>
                <a:gd name="T30" fmla="*/ 0 w 95"/>
                <a:gd name="T31" fmla="*/ 0 h 182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95"/>
                <a:gd name="T49" fmla="*/ 0 h 1826"/>
                <a:gd name="T50" fmla="*/ 95 w 95"/>
                <a:gd name="T51" fmla="*/ 1826 h 182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95" h="1826">
                  <a:moveTo>
                    <a:pt x="0" y="49"/>
                  </a:moveTo>
                  <a:lnTo>
                    <a:pt x="0" y="47"/>
                  </a:lnTo>
                  <a:lnTo>
                    <a:pt x="1" y="1826"/>
                  </a:lnTo>
                  <a:lnTo>
                    <a:pt x="95" y="1826"/>
                  </a:lnTo>
                  <a:lnTo>
                    <a:pt x="93" y="47"/>
                  </a:lnTo>
                  <a:lnTo>
                    <a:pt x="93" y="45"/>
                  </a:lnTo>
                  <a:lnTo>
                    <a:pt x="93" y="47"/>
                  </a:lnTo>
                  <a:lnTo>
                    <a:pt x="90" y="27"/>
                  </a:lnTo>
                  <a:lnTo>
                    <a:pt x="79" y="12"/>
                  </a:lnTo>
                  <a:lnTo>
                    <a:pt x="64" y="4"/>
                  </a:lnTo>
                  <a:lnTo>
                    <a:pt x="47" y="0"/>
                  </a:lnTo>
                  <a:lnTo>
                    <a:pt x="29" y="4"/>
                  </a:lnTo>
                  <a:lnTo>
                    <a:pt x="15" y="12"/>
                  </a:lnTo>
                  <a:lnTo>
                    <a:pt x="3" y="27"/>
                  </a:lnTo>
                  <a:lnTo>
                    <a:pt x="0" y="47"/>
                  </a:lnTo>
                  <a:lnTo>
                    <a:pt x="0" y="4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5432" name="Freeform 38"/>
            <p:cNvSpPr>
              <a:spLocks/>
            </p:cNvSpPr>
            <p:nvPr/>
          </p:nvSpPr>
          <p:spPr bwMode="auto">
            <a:xfrm>
              <a:off x="1598" y="1598"/>
              <a:ext cx="81" cy="113"/>
            </a:xfrm>
            <a:custGeom>
              <a:avLst/>
              <a:gdLst>
                <a:gd name="T0" fmla="*/ 0 w 401"/>
                <a:gd name="T1" fmla="*/ 1 h 566"/>
                <a:gd name="T2" fmla="*/ 0 w 401"/>
                <a:gd name="T3" fmla="*/ 1 h 566"/>
                <a:gd name="T4" fmla="*/ 0 w 401"/>
                <a:gd name="T5" fmla="*/ 1 h 566"/>
                <a:gd name="T6" fmla="*/ 1 w 401"/>
                <a:gd name="T7" fmla="*/ 1 h 566"/>
                <a:gd name="T8" fmla="*/ 1 w 401"/>
                <a:gd name="T9" fmla="*/ 1 h 566"/>
                <a:gd name="T10" fmla="*/ 1 w 401"/>
                <a:gd name="T11" fmla="*/ 1 h 566"/>
                <a:gd name="T12" fmla="*/ 1 w 401"/>
                <a:gd name="T13" fmla="*/ 2 h 566"/>
                <a:gd name="T14" fmla="*/ 1 w 401"/>
                <a:gd name="T15" fmla="*/ 2 h 566"/>
                <a:gd name="T16" fmla="*/ 2 w 401"/>
                <a:gd name="T17" fmla="*/ 2 h 566"/>
                <a:gd name="T18" fmla="*/ 2 w 401"/>
                <a:gd name="T19" fmla="*/ 2 h 566"/>
                <a:gd name="T20" fmla="*/ 2 w 401"/>
                <a:gd name="T21" fmla="*/ 2 h 566"/>
                <a:gd name="T22" fmla="*/ 2 w 401"/>
                <a:gd name="T23" fmla="*/ 3 h 566"/>
                <a:gd name="T24" fmla="*/ 2 w 401"/>
                <a:gd name="T25" fmla="*/ 3 h 566"/>
                <a:gd name="T26" fmla="*/ 2 w 401"/>
                <a:gd name="T27" fmla="*/ 3 h 566"/>
                <a:gd name="T28" fmla="*/ 2 w 401"/>
                <a:gd name="T29" fmla="*/ 4 h 566"/>
                <a:gd name="T30" fmla="*/ 2 w 401"/>
                <a:gd name="T31" fmla="*/ 4 h 566"/>
                <a:gd name="T32" fmla="*/ 2 w 401"/>
                <a:gd name="T33" fmla="*/ 4 h 566"/>
                <a:gd name="T34" fmla="*/ 3 w 401"/>
                <a:gd name="T35" fmla="*/ 5 h 566"/>
                <a:gd name="T36" fmla="*/ 3 w 401"/>
                <a:gd name="T37" fmla="*/ 4 h 566"/>
                <a:gd name="T38" fmla="*/ 3 w 401"/>
                <a:gd name="T39" fmla="*/ 4 h 566"/>
                <a:gd name="T40" fmla="*/ 3 w 401"/>
                <a:gd name="T41" fmla="*/ 4 h 566"/>
                <a:gd name="T42" fmla="*/ 3 w 401"/>
                <a:gd name="T43" fmla="*/ 3 h 566"/>
                <a:gd name="T44" fmla="*/ 3 w 401"/>
                <a:gd name="T45" fmla="*/ 3 h 566"/>
                <a:gd name="T46" fmla="*/ 3 w 401"/>
                <a:gd name="T47" fmla="*/ 3 h 566"/>
                <a:gd name="T48" fmla="*/ 3 w 401"/>
                <a:gd name="T49" fmla="*/ 2 h 566"/>
                <a:gd name="T50" fmla="*/ 3 w 401"/>
                <a:gd name="T51" fmla="*/ 2 h 566"/>
                <a:gd name="T52" fmla="*/ 2 w 401"/>
                <a:gd name="T53" fmla="*/ 2 h 566"/>
                <a:gd name="T54" fmla="*/ 2 w 401"/>
                <a:gd name="T55" fmla="*/ 2 h 566"/>
                <a:gd name="T56" fmla="*/ 2 w 401"/>
                <a:gd name="T57" fmla="*/ 1 h 566"/>
                <a:gd name="T58" fmla="*/ 2 w 401"/>
                <a:gd name="T59" fmla="*/ 1 h 566"/>
                <a:gd name="T60" fmla="*/ 2 w 401"/>
                <a:gd name="T61" fmla="*/ 1 h 566"/>
                <a:gd name="T62" fmla="*/ 1 w 401"/>
                <a:gd name="T63" fmla="*/ 1 h 566"/>
                <a:gd name="T64" fmla="*/ 1 w 401"/>
                <a:gd name="T65" fmla="*/ 0 h 566"/>
                <a:gd name="T66" fmla="*/ 1 w 401"/>
                <a:gd name="T67" fmla="*/ 0 h 566"/>
                <a:gd name="T68" fmla="*/ 1 w 401"/>
                <a:gd name="T69" fmla="*/ 0 h 566"/>
                <a:gd name="T70" fmla="*/ 1 w 401"/>
                <a:gd name="T71" fmla="*/ 0 h 566"/>
                <a:gd name="T72" fmla="*/ 1 w 401"/>
                <a:gd name="T73" fmla="*/ 0 h 566"/>
                <a:gd name="T74" fmla="*/ 0 w 401"/>
                <a:gd name="T75" fmla="*/ 0 h 566"/>
                <a:gd name="T76" fmla="*/ 0 w 401"/>
                <a:gd name="T77" fmla="*/ 0 h 566"/>
                <a:gd name="T78" fmla="*/ 0 w 401"/>
                <a:gd name="T79" fmla="*/ 0 h 566"/>
                <a:gd name="T80" fmla="*/ 0 w 401"/>
                <a:gd name="T81" fmla="*/ 0 h 566"/>
                <a:gd name="T82" fmla="*/ 0 w 401"/>
                <a:gd name="T83" fmla="*/ 0 h 566"/>
                <a:gd name="T84" fmla="*/ 0 w 401"/>
                <a:gd name="T85" fmla="*/ 0 h 566"/>
                <a:gd name="T86" fmla="*/ 0 w 401"/>
                <a:gd name="T87" fmla="*/ 1 h 566"/>
                <a:gd name="T88" fmla="*/ 0 w 401"/>
                <a:gd name="T89" fmla="*/ 1 h 56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401"/>
                <a:gd name="T136" fmla="*/ 0 h 566"/>
                <a:gd name="T137" fmla="*/ 401 w 401"/>
                <a:gd name="T138" fmla="*/ 566 h 566"/>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401" h="566">
                  <a:moveTo>
                    <a:pt x="23" y="88"/>
                  </a:moveTo>
                  <a:lnTo>
                    <a:pt x="23" y="88"/>
                  </a:lnTo>
                  <a:lnTo>
                    <a:pt x="53" y="107"/>
                  </a:lnTo>
                  <a:lnTo>
                    <a:pt x="83" y="125"/>
                  </a:lnTo>
                  <a:lnTo>
                    <a:pt x="108" y="147"/>
                  </a:lnTo>
                  <a:lnTo>
                    <a:pt x="135" y="171"/>
                  </a:lnTo>
                  <a:lnTo>
                    <a:pt x="160" y="196"/>
                  </a:lnTo>
                  <a:lnTo>
                    <a:pt x="182" y="223"/>
                  </a:lnTo>
                  <a:lnTo>
                    <a:pt x="205" y="251"/>
                  </a:lnTo>
                  <a:lnTo>
                    <a:pt x="223" y="281"/>
                  </a:lnTo>
                  <a:lnTo>
                    <a:pt x="240" y="312"/>
                  </a:lnTo>
                  <a:lnTo>
                    <a:pt x="256" y="345"/>
                  </a:lnTo>
                  <a:lnTo>
                    <a:pt x="270" y="379"/>
                  </a:lnTo>
                  <a:lnTo>
                    <a:pt x="282" y="414"/>
                  </a:lnTo>
                  <a:lnTo>
                    <a:pt x="291" y="450"/>
                  </a:lnTo>
                  <a:lnTo>
                    <a:pt x="299" y="488"/>
                  </a:lnTo>
                  <a:lnTo>
                    <a:pt x="304" y="526"/>
                  </a:lnTo>
                  <a:lnTo>
                    <a:pt x="308" y="566"/>
                  </a:lnTo>
                  <a:lnTo>
                    <a:pt x="401" y="562"/>
                  </a:lnTo>
                  <a:lnTo>
                    <a:pt x="398" y="517"/>
                  </a:lnTo>
                  <a:lnTo>
                    <a:pt x="391" y="471"/>
                  </a:lnTo>
                  <a:lnTo>
                    <a:pt x="383" y="429"/>
                  </a:lnTo>
                  <a:lnTo>
                    <a:pt x="371" y="386"/>
                  </a:lnTo>
                  <a:lnTo>
                    <a:pt x="357" y="346"/>
                  </a:lnTo>
                  <a:lnTo>
                    <a:pt x="340" y="307"/>
                  </a:lnTo>
                  <a:lnTo>
                    <a:pt x="324" y="270"/>
                  </a:lnTo>
                  <a:lnTo>
                    <a:pt x="303" y="232"/>
                  </a:lnTo>
                  <a:lnTo>
                    <a:pt x="280" y="197"/>
                  </a:lnTo>
                  <a:lnTo>
                    <a:pt x="255" y="164"/>
                  </a:lnTo>
                  <a:lnTo>
                    <a:pt x="228" y="132"/>
                  </a:lnTo>
                  <a:lnTo>
                    <a:pt x="199" y="103"/>
                  </a:lnTo>
                  <a:lnTo>
                    <a:pt x="169" y="76"/>
                  </a:lnTo>
                  <a:lnTo>
                    <a:pt x="137" y="50"/>
                  </a:lnTo>
                  <a:lnTo>
                    <a:pt x="103" y="27"/>
                  </a:lnTo>
                  <a:lnTo>
                    <a:pt x="67" y="6"/>
                  </a:lnTo>
                  <a:lnTo>
                    <a:pt x="48" y="0"/>
                  </a:lnTo>
                  <a:lnTo>
                    <a:pt x="30" y="2"/>
                  </a:lnTo>
                  <a:lnTo>
                    <a:pt x="16" y="12"/>
                  </a:lnTo>
                  <a:lnTo>
                    <a:pt x="5" y="25"/>
                  </a:lnTo>
                  <a:lnTo>
                    <a:pt x="0" y="41"/>
                  </a:lnTo>
                  <a:lnTo>
                    <a:pt x="0" y="59"/>
                  </a:lnTo>
                  <a:lnTo>
                    <a:pt x="8" y="75"/>
                  </a:lnTo>
                  <a:lnTo>
                    <a:pt x="23"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5433" name="Freeform 39"/>
            <p:cNvSpPr>
              <a:spLocks/>
            </p:cNvSpPr>
            <p:nvPr/>
          </p:nvSpPr>
          <p:spPr bwMode="auto">
            <a:xfrm>
              <a:off x="1346" y="1455"/>
              <a:ext cx="266" cy="160"/>
            </a:xfrm>
            <a:custGeom>
              <a:avLst/>
              <a:gdLst>
                <a:gd name="T0" fmla="*/ 0 w 1330"/>
                <a:gd name="T1" fmla="*/ 1 h 801"/>
                <a:gd name="T2" fmla="*/ 0 w 1330"/>
                <a:gd name="T3" fmla="*/ 1 h 801"/>
                <a:gd name="T4" fmla="*/ 10 w 1330"/>
                <a:gd name="T5" fmla="*/ 6 h 801"/>
                <a:gd name="T6" fmla="*/ 11 w 1330"/>
                <a:gd name="T7" fmla="*/ 6 h 801"/>
                <a:gd name="T8" fmla="*/ 1 w 1330"/>
                <a:gd name="T9" fmla="*/ 0 h 801"/>
                <a:gd name="T10" fmla="*/ 1 w 1330"/>
                <a:gd name="T11" fmla="*/ 0 h 801"/>
                <a:gd name="T12" fmla="*/ 1 w 1330"/>
                <a:gd name="T13" fmla="*/ 0 h 801"/>
                <a:gd name="T14" fmla="*/ 0 w 1330"/>
                <a:gd name="T15" fmla="*/ 0 h 801"/>
                <a:gd name="T16" fmla="*/ 0 w 1330"/>
                <a:gd name="T17" fmla="*/ 0 h 801"/>
                <a:gd name="T18" fmla="*/ 0 w 1330"/>
                <a:gd name="T19" fmla="*/ 0 h 801"/>
                <a:gd name="T20" fmla="*/ 0 w 1330"/>
                <a:gd name="T21" fmla="*/ 0 h 801"/>
                <a:gd name="T22" fmla="*/ 0 w 1330"/>
                <a:gd name="T23" fmla="*/ 0 h 801"/>
                <a:gd name="T24" fmla="*/ 0 w 1330"/>
                <a:gd name="T25" fmla="*/ 0 h 801"/>
                <a:gd name="T26" fmla="*/ 0 w 1330"/>
                <a:gd name="T27" fmla="*/ 1 h 801"/>
                <a:gd name="T28" fmla="*/ 0 w 1330"/>
                <a:gd name="T29" fmla="*/ 1 h 801"/>
                <a:gd name="T30" fmla="*/ 0 w 1330"/>
                <a:gd name="T31" fmla="*/ 1 h 801"/>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30"/>
                <a:gd name="T49" fmla="*/ 0 h 801"/>
                <a:gd name="T50" fmla="*/ 1330 w 1330"/>
                <a:gd name="T51" fmla="*/ 801 h 801"/>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30" h="801">
                  <a:moveTo>
                    <a:pt x="24" y="88"/>
                  </a:moveTo>
                  <a:lnTo>
                    <a:pt x="23" y="88"/>
                  </a:lnTo>
                  <a:lnTo>
                    <a:pt x="1286" y="801"/>
                  </a:lnTo>
                  <a:lnTo>
                    <a:pt x="1330" y="719"/>
                  </a:lnTo>
                  <a:lnTo>
                    <a:pt x="67" y="6"/>
                  </a:lnTo>
                  <a:lnTo>
                    <a:pt x="66" y="6"/>
                  </a:lnTo>
                  <a:lnTo>
                    <a:pt x="67" y="6"/>
                  </a:lnTo>
                  <a:lnTo>
                    <a:pt x="48" y="0"/>
                  </a:lnTo>
                  <a:lnTo>
                    <a:pt x="30" y="2"/>
                  </a:lnTo>
                  <a:lnTo>
                    <a:pt x="16" y="12"/>
                  </a:lnTo>
                  <a:lnTo>
                    <a:pt x="5" y="25"/>
                  </a:lnTo>
                  <a:lnTo>
                    <a:pt x="0" y="41"/>
                  </a:lnTo>
                  <a:lnTo>
                    <a:pt x="0" y="59"/>
                  </a:lnTo>
                  <a:lnTo>
                    <a:pt x="8" y="75"/>
                  </a:lnTo>
                  <a:lnTo>
                    <a:pt x="23" y="88"/>
                  </a:lnTo>
                  <a:lnTo>
                    <a:pt x="24"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5434" name="Freeform 40"/>
            <p:cNvSpPr>
              <a:spLocks/>
            </p:cNvSpPr>
            <p:nvPr/>
          </p:nvSpPr>
          <p:spPr bwMode="auto">
            <a:xfrm>
              <a:off x="1198" y="1439"/>
              <a:ext cx="161" cy="35"/>
            </a:xfrm>
            <a:custGeom>
              <a:avLst/>
              <a:gdLst>
                <a:gd name="T0" fmla="*/ 1 w 806"/>
                <a:gd name="T1" fmla="*/ 1 h 177"/>
                <a:gd name="T2" fmla="*/ 1 w 806"/>
                <a:gd name="T3" fmla="*/ 1 h 177"/>
                <a:gd name="T4" fmla="*/ 1 w 806"/>
                <a:gd name="T5" fmla="*/ 1 h 177"/>
                <a:gd name="T6" fmla="*/ 1 w 806"/>
                <a:gd name="T7" fmla="*/ 1 h 177"/>
                <a:gd name="T8" fmla="*/ 2 w 806"/>
                <a:gd name="T9" fmla="*/ 1 h 177"/>
                <a:gd name="T10" fmla="*/ 2 w 806"/>
                <a:gd name="T11" fmla="*/ 1 h 177"/>
                <a:gd name="T12" fmla="*/ 2 w 806"/>
                <a:gd name="T13" fmla="*/ 1 h 177"/>
                <a:gd name="T14" fmla="*/ 3 w 806"/>
                <a:gd name="T15" fmla="*/ 1 h 177"/>
                <a:gd name="T16" fmla="*/ 3 w 806"/>
                <a:gd name="T17" fmla="*/ 1 h 177"/>
                <a:gd name="T18" fmla="*/ 3 w 806"/>
                <a:gd name="T19" fmla="*/ 1 h 177"/>
                <a:gd name="T20" fmla="*/ 4 w 806"/>
                <a:gd name="T21" fmla="*/ 1 h 177"/>
                <a:gd name="T22" fmla="*/ 4 w 806"/>
                <a:gd name="T23" fmla="*/ 1 h 177"/>
                <a:gd name="T24" fmla="*/ 5 w 806"/>
                <a:gd name="T25" fmla="*/ 1 h 177"/>
                <a:gd name="T26" fmla="*/ 5 w 806"/>
                <a:gd name="T27" fmla="*/ 1 h 177"/>
                <a:gd name="T28" fmla="*/ 5 w 806"/>
                <a:gd name="T29" fmla="*/ 1 h 177"/>
                <a:gd name="T30" fmla="*/ 6 w 806"/>
                <a:gd name="T31" fmla="*/ 1 h 177"/>
                <a:gd name="T32" fmla="*/ 6 w 806"/>
                <a:gd name="T33" fmla="*/ 1 h 177"/>
                <a:gd name="T34" fmla="*/ 6 w 806"/>
                <a:gd name="T35" fmla="*/ 1 h 177"/>
                <a:gd name="T36" fmla="*/ 6 w 806"/>
                <a:gd name="T37" fmla="*/ 1 h 177"/>
                <a:gd name="T38" fmla="*/ 6 w 806"/>
                <a:gd name="T39" fmla="*/ 1 h 177"/>
                <a:gd name="T40" fmla="*/ 6 w 806"/>
                <a:gd name="T41" fmla="*/ 0 h 177"/>
                <a:gd name="T42" fmla="*/ 5 w 806"/>
                <a:gd name="T43" fmla="*/ 0 h 177"/>
                <a:gd name="T44" fmla="*/ 5 w 806"/>
                <a:gd name="T45" fmla="*/ 0 h 177"/>
                <a:gd name="T46" fmla="*/ 5 w 806"/>
                <a:gd name="T47" fmla="*/ 0 h 177"/>
                <a:gd name="T48" fmla="*/ 4 w 806"/>
                <a:gd name="T49" fmla="*/ 0 h 177"/>
                <a:gd name="T50" fmla="*/ 4 w 806"/>
                <a:gd name="T51" fmla="*/ 0 h 177"/>
                <a:gd name="T52" fmla="*/ 3 w 806"/>
                <a:gd name="T53" fmla="*/ 0 h 177"/>
                <a:gd name="T54" fmla="*/ 3 w 806"/>
                <a:gd name="T55" fmla="*/ 0 h 177"/>
                <a:gd name="T56" fmla="*/ 3 w 806"/>
                <a:gd name="T57" fmla="*/ 0 h 177"/>
                <a:gd name="T58" fmla="*/ 2 w 806"/>
                <a:gd name="T59" fmla="*/ 0 h 177"/>
                <a:gd name="T60" fmla="*/ 2 w 806"/>
                <a:gd name="T61" fmla="*/ 0 h 177"/>
                <a:gd name="T62" fmla="*/ 1 w 806"/>
                <a:gd name="T63" fmla="*/ 0 h 177"/>
                <a:gd name="T64" fmla="*/ 1 w 806"/>
                <a:gd name="T65" fmla="*/ 0 h 177"/>
                <a:gd name="T66" fmla="*/ 1 w 806"/>
                <a:gd name="T67" fmla="*/ 1 h 177"/>
                <a:gd name="T68" fmla="*/ 0 w 806"/>
                <a:gd name="T69" fmla="*/ 1 h 177"/>
                <a:gd name="T70" fmla="*/ 0 w 806"/>
                <a:gd name="T71" fmla="*/ 1 h 177"/>
                <a:gd name="T72" fmla="*/ 0 w 806"/>
                <a:gd name="T73" fmla="*/ 1 h 177"/>
                <a:gd name="T74" fmla="*/ 0 w 806"/>
                <a:gd name="T75" fmla="*/ 1 h 177"/>
                <a:gd name="T76" fmla="*/ 0 w 806"/>
                <a:gd name="T77" fmla="*/ 1 h 177"/>
                <a:gd name="T78" fmla="*/ 0 w 806"/>
                <a:gd name="T79" fmla="*/ 1 h 177"/>
                <a:gd name="T80" fmla="*/ 0 w 806"/>
                <a:gd name="T81" fmla="*/ 1 h 177"/>
                <a:gd name="T82" fmla="*/ 0 w 806"/>
                <a:gd name="T83" fmla="*/ 1 h 177"/>
                <a:gd name="T84" fmla="*/ 0 w 806"/>
                <a:gd name="T85" fmla="*/ 1 h 177"/>
                <a:gd name="T86" fmla="*/ 0 w 806"/>
                <a:gd name="T87" fmla="*/ 1 h 177"/>
                <a:gd name="T88" fmla="*/ 1 w 806"/>
                <a:gd name="T89" fmla="*/ 1 h 177"/>
                <a:gd name="T90" fmla="*/ 1 w 806"/>
                <a:gd name="T91" fmla="*/ 1 h 17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806"/>
                <a:gd name="T139" fmla="*/ 0 h 177"/>
                <a:gd name="T140" fmla="*/ 806 w 806"/>
                <a:gd name="T141" fmla="*/ 177 h 17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806" h="177">
                  <a:moveTo>
                    <a:pt x="67" y="171"/>
                  </a:moveTo>
                  <a:lnTo>
                    <a:pt x="68" y="171"/>
                  </a:lnTo>
                  <a:lnTo>
                    <a:pt x="109" y="151"/>
                  </a:lnTo>
                  <a:lnTo>
                    <a:pt x="151" y="135"/>
                  </a:lnTo>
                  <a:lnTo>
                    <a:pt x="196" y="122"/>
                  </a:lnTo>
                  <a:lnTo>
                    <a:pt x="242" y="110"/>
                  </a:lnTo>
                  <a:lnTo>
                    <a:pt x="287" y="102"/>
                  </a:lnTo>
                  <a:lnTo>
                    <a:pt x="335" y="97"/>
                  </a:lnTo>
                  <a:lnTo>
                    <a:pt x="382" y="95"/>
                  </a:lnTo>
                  <a:lnTo>
                    <a:pt x="430" y="94"/>
                  </a:lnTo>
                  <a:lnTo>
                    <a:pt x="477" y="97"/>
                  </a:lnTo>
                  <a:lnTo>
                    <a:pt x="524" y="102"/>
                  </a:lnTo>
                  <a:lnTo>
                    <a:pt x="568" y="108"/>
                  </a:lnTo>
                  <a:lnTo>
                    <a:pt x="612" y="117"/>
                  </a:lnTo>
                  <a:lnTo>
                    <a:pt x="654" y="128"/>
                  </a:lnTo>
                  <a:lnTo>
                    <a:pt x="693" y="141"/>
                  </a:lnTo>
                  <a:lnTo>
                    <a:pt x="730" y="155"/>
                  </a:lnTo>
                  <a:lnTo>
                    <a:pt x="764" y="171"/>
                  </a:lnTo>
                  <a:lnTo>
                    <a:pt x="806" y="89"/>
                  </a:lnTo>
                  <a:lnTo>
                    <a:pt x="768" y="70"/>
                  </a:lnTo>
                  <a:lnTo>
                    <a:pt x="725" y="54"/>
                  </a:lnTo>
                  <a:lnTo>
                    <a:pt x="680" y="39"/>
                  </a:lnTo>
                  <a:lnTo>
                    <a:pt x="633" y="26"/>
                  </a:lnTo>
                  <a:lnTo>
                    <a:pt x="585" y="16"/>
                  </a:lnTo>
                  <a:lnTo>
                    <a:pt x="536" y="8"/>
                  </a:lnTo>
                  <a:lnTo>
                    <a:pt x="484" y="3"/>
                  </a:lnTo>
                  <a:lnTo>
                    <a:pt x="433" y="0"/>
                  </a:lnTo>
                  <a:lnTo>
                    <a:pt x="380" y="1"/>
                  </a:lnTo>
                  <a:lnTo>
                    <a:pt x="328" y="3"/>
                  </a:lnTo>
                  <a:lnTo>
                    <a:pt x="276" y="10"/>
                  </a:lnTo>
                  <a:lnTo>
                    <a:pt x="223" y="19"/>
                  </a:lnTo>
                  <a:lnTo>
                    <a:pt x="172" y="30"/>
                  </a:lnTo>
                  <a:lnTo>
                    <a:pt x="121" y="46"/>
                  </a:lnTo>
                  <a:lnTo>
                    <a:pt x="72" y="67"/>
                  </a:lnTo>
                  <a:lnTo>
                    <a:pt x="24" y="89"/>
                  </a:lnTo>
                  <a:lnTo>
                    <a:pt x="25" y="89"/>
                  </a:lnTo>
                  <a:lnTo>
                    <a:pt x="24" y="89"/>
                  </a:lnTo>
                  <a:lnTo>
                    <a:pt x="8" y="102"/>
                  </a:lnTo>
                  <a:lnTo>
                    <a:pt x="0" y="118"/>
                  </a:lnTo>
                  <a:lnTo>
                    <a:pt x="0" y="136"/>
                  </a:lnTo>
                  <a:lnTo>
                    <a:pt x="6" y="152"/>
                  </a:lnTo>
                  <a:lnTo>
                    <a:pt x="17" y="165"/>
                  </a:lnTo>
                  <a:lnTo>
                    <a:pt x="31" y="175"/>
                  </a:lnTo>
                  <a:lnTo>
                    <a:pt x="48" y="177"/>
                  </a:lnTo>
                  <a:lnTo>
                    <a:pt x="68" y="171"/>
                  </a:lnTo>
                  <a:lnTo>
                    <a:pt x="67" y="1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5435" name="Freeform 41"/>
            <p:cNvSpPr>
              <a:spLocks/>
            </p:cNvSpPr>
            <p:nvPr/>
          </p:nvSpPr>
          <p:spPr bwMode="auto">
            <a:xfrm>
              <a:off x="931" y="1456"/>
              <a:ext cx="280" cy="158"/>
            </a:xfrm>
            <a:custGeom>
              <a:avLst/>
              <a:gdLst>
                <a:gd name="T0" fmla="*/ 1 w 1402"/>
                <a:gd name="T1" fmla="*/ 6 h 787"/>
                <a:gd name="T2" fmla="*/ 1 w 1402"/>
                <a:gd name="T3" fmla="*/ 6 h 787"/>
                <a:gd name="T4" fmla="*/ 11 w 1402"/>
                <a:gd name="T5" fmla="*/ 1 h 787"/>
                <a:gd name="T6" fmla="*/ 11 w 1402"/>
                <a:gd name="T7" fmla="*/ 0 h 787"/>
                <a:gd name="T8" fmla="*/ 0 w 1402"/>
                <a:gd name="T9" fmla="*/ 6 h 787"/>
                <a:gd name="T10" fmla="*/ 0 w 1402"/>
                <a:gd name="T11" fmla="*/ 6 h 787"/>
                <a:gd name="T12" fmla="*/ 0 w 1402"/>
                <a:gd name="T13" fmla="*/ 6 h 787"/>
                <a:gd name="T14" fmla="*/ 0 w 1402"/>
                <a:gd name="T15" fmla="*/ 6 h 787"/>
                <a:gd name="T16" fmla="*/ 0 w 1402"/>
                <a:gd name="T17" fmla="*/ 6 h 787"/>
                <a:gd name="T18" fmla="*/ 0 w 1402"/>
                <a:gd name="T19" fmla="*/ 6 h 787"/>
                <a:gd name="T20" fmla="*/ 0 w 1402"/>
                <a:gd name="T21" fmla="*/ 6 h 787"/>
                <a:gd name="T22" fmla="*/ 0 w 1402"/>
                <a:gd name="T23" fmla="*/ 6 h 787"/>
                <a:gd name="T24" fmla="*/ 0 w 1402"/>
                <a:gd name="T25" fmla="*/ 6 h 787"/>
                <a:gd name="T26" fmla="*/ 0 w 1402"/>
                <a:gd name="T27" fmla="*/ 6 h 787"/>
                <a:gd name="T28" fmla="*/ 1 w 1402"/>
                <a:gd name="T29" fmla="*/ 6 h 787"/>
                <a:gd name="T30" fmla="*/ 1 w 1402"/>
                <a:gd name="T31" fmla="*/ 6 h 78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02"/>
                <a:gd name="T49" fmla="*/ 0 h 787"/>
                <a:gd name="T50" fmla="*/ 1402 w 1402"/>
                <a:gd name="T51" fmla="*/ 787 h 78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02" h="787">
                  <a:moveTo>
                    <a:pt x="69" y="781"/>
                  </a:moveTo>
                  <a:lnTo>
                    <a:pt x="66" y="781"/>
                  </a:lnTo>
                  <a:lnTo>
                    <a:pt x="1402" y="82"/>
                  </a:lnTo>
                  <a:lnTo>
                    <a:pt x="1360" y="0"/>
                  </a:lnTo>
                  <a:lnTo>
                    <a:pt x="24" y="699"/>
                  </a:lnTo>
                  <a:lnTo>
                    <a:pt x="22" y="699"/>
                  </a:lnTo>
                  <a:lnTo>
                    <a:pt x="24" y="699"/>
                  </a:lnTo>
                  <a:lnTo>
                    <a:pt x="8" y="712"/>
                  </a:lnTo>
                  <a:lnTo>
                    <a:pt x="1" y="727"/>
                  </a:lnTo>
                  <a:lnTo>
                    <a:pt x="0" y="744"/>
                  </a:lnTo>
                  <a:lnTo>
                    <a:pt x="5" y="761"/>
                  </a:lnTo>
                  <a:lnTo>
                    <a:pt x="15" y="775"/>
                  </a:lnTo>
                  <a:lnTo>
                    <a:pt x="30" y="784"/>
                  </a:lnTo>
                  <a:lnTo>
                    <a:pt x="46" y="787"/>
                  </a:lnTo>
                  <a:lnTo>
                    <a:pt x="66" y="781"/>
                  </a:lnTo>
                  <a:lnTo>
                    <a:pt x="69" y="7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5436" name="Freeform 42"/>
            <p:cNvSpPr>
              <a:spLocks/>
            </p:cNvSpPr>
            <p:nvPr/>
          </p:nvSpPr>
          <p:spPr bwMode="auto">
            <a:xfrm>
              <a:off x="868" y="1596"/>
              <a:ext cx="77" cy="126"/>
            </a:xfrm>
            <a:custGeom>
              <a:avLst/>
              <a:gdLst>
                <a:gd name="T0" fmla="*/ 1 w 382"/>
                <a:gd name="T1" fmla="*/ 5 h 628"/>
                <a:gd name="T2" fmla="*/ 1 w 382"/>
                <a:gd name="T3" fmla="*/ 5 h 628"/>
                <a:gd name="T4" fmla="*/ 1 w 382"/>
                <a:gd name="T5" fmla="*/ 4 h 628"/>
                <a:gd name="T6" fmla="*/ 1 w 382"/>
                <a:gd name="T7" fmla="*/ 4 h 628"/>
                <a:gd name="T8" fmla="*/ 1 w 382"/>
                <a:gd name="T9" fmla="*/ 4 h 628"/>
                <a:gd name="T10" fmla="*/ 1 w 382"/>
                <a:gd name="T11" fmla="*/ 3 h 628"/>
                <a:gd name="T12" fmla="*/ 1 w 382"/>
                <a:gd name="T13" fmla="*/ 3 h 628"/>
                <a:gd name="T14" fmla="*/ 1 w 382"/>
                <a:gd name="T15" fmla="*/ 3 h 628"/>
                <a:gd name="T16" fmla="*/ 1 w 382"/>
                <a:gd name="T17" fmla="*/ 3 h 628"/>
                <a:gd name="T18" fmla="*/ 1 w 382"/>
                <a:gd name="T19" fmla="*/ 2 h 628"/>
                <a:gd name="T20" fmla="*/ 2 w 382"/>
                <a:gd name="T21" fmla="*/ 2 h 628"/>
                <a:gd name="T22" fmla="*/ 2 w 382"/>
                <a:gd name="T23" fmla="*/ 2 h 628"/>
                <a:gd name="T24" fmla="*/ 2 w 382"/>
                <a:gd name="T25" fmla="*/ 2 h 628"/>
                <a:gd name="T26" fmla="*/ 2 w 382"/>
                <a:gd name="T27" fmla="*/ 1 h 628"/>
                <a:gd name="T28" fmla="*/ 2 w 382"/>
                <a:gd name="T29" fmla="*/ 1 h 628"/>
                <a:gd name="T30" fmla="*/ 3 w 382"/>
                <a:gd name="T31" fmla="*/ 1 h 628"/>
                <a:gd name="T32" fmla="*/ 3 w 382"/>
                <a:gd name="T33" fmla="*/ 1 h 628"/>
                <a:gd name="T34" fmla="*/ 3 w 382"/>
                <a:gd name="T35" fmla="*/ 1 h 628"/>
                <a:gd name="T36" fmla="*/ 3 w 382"/>
                <a:gd name="T37" fmla="*/ 0 h 628"/>
                <a:gd name="T38" fmla="*/ 2 w 382"/>
                <a:gd name="T39" fmla="*/ 0 h 628"/>
                <a:gd name="T40" fmla="*/ 2 w 382"/>
                <a:gd name="T41" fmla="*/ 0 h 628"/>
                <a:gd name="T42" fmla="*/ 2 w 382"/>
                <a:gd name="T43" fmla="*/ 1 h 628"/>
                <a:gd name="T44" fmla="*/ 2 w 382"/>
                <a:gd name="T45" fmla="*/ 1 h 628"/>
                <a:gd name="T46" fmla="*/ 1 w 382"/>
                <a:gd name="T47" fmla="*/ 1 h 628"/>
                <a:gd name="T48" fmla="*/ 1 w 382"/>
                <a:gd name="T49" fmla="*/ 1 h 628"/>
                <a:gd name="T50" fmla="*/ 1 w 382"/>
                <a:gd name="T51" fmla="*/ 2 h 628"/>
                <a:gd name="T52" fmla="*/ 1 w 382"/>
                <a:gd name="T53" fmla="*/ 2 h 628"/>
                <a:gd name="T54" fmla="*/ 1 w 382"/>
                <a:gd name="T55" fmla="*/ 2 h 628"/>
                <a:gd name="T56" fmla="*/ 0 w 382"/>
                <a:gd name="T57" fmla="*/ 3 h 628"/>
                <a:gd name="T58" fmla="*/ 0 w 382"/>
                <a:gd name="T59" fmla="*/ 3 h 628"/>
                <a:gd name="T60" fmla="*/ 0 w 382"/>
                <a:gd name="T61" fmla="*/ 3 h 628"/>
                <a:gd name="T62" fmla="*/ 0 w 382"/>
                <a:gd name="T63" fmla="*/ 4 h 628"/>
                <a:gd name="T64" fmla="*/ 0 w 382"/>
                <a:gd name="T65" fmla="*/ 4 h 628"/>
                <a:gd name="T66" fmla="*/ 0 w 382"/>
                <a:gd name="T67" fmla="*/ 4 h 628"/>
                <a:gd name="T68" fmla="*/ 0 w 382"/>
                <a:gd name="T69" fmla="*/ 5 h 628"/>
                <a:gd name="T70" fmla="*/ 0 w 382"/>
                <a:gd name="T71" fmla="*/ 5 h 628"/>
                <a:gd name="T72" fmla="*/ 0 w 382"/>
                <a:gd name="T73" fmla="*/ 5 h 628"/>
                <a:gd name="T74" fmla="*/ 0 w 382"/>
                <a:gd name="T75" fmla="*/ 5 h 628"/>
                <a:gd name="T76" fmla="*/ 0 w 382"/>
                <a:gd name="T77" fmla="*/ 5 h 628"/>
                <a:gd name="T78" fmla="*/ 0 w 382"/>
                <a:gd name="T79" fmla="*/ 5 h 628"/>
                <a:gd name="T80" fmla="*/ 0 w 382"/>
                <a:gd name="T81" fmla="*/ 5 h 628"/>
                <a:gd name="T82" fmla="*/ 1 w 382"/>
                <a:gd name="T83" fmla="*/ 5 h 628"/>
                <a:gd name="T84" fmla="*/ 1 w 382"/>
                <a:gd name="T85" fmla="*/ 5 h 628"/>
                <a:gd name="T86" fmla="*/ 1 w 382"/>
                <a:gd name="T87" fmla="*/ 5 h 628"/>
                <a:gd name="T88" fmla="*/ 1 w 382"/>
                <a:gd name="T89" fmla="*/ 5 h 628"/>
                <a:gd name="T90" fmla="*/ 1 w 382"/>
                <a:gd name="T91" fmla="*/ 5 h 628"/>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382"/>
                <a:gd name="T139" fmla="*/ 0 h 628"/>
                <a:gd name="T140" fmla="*/ 382 w 382"/>
                <a:gd name="T141" fmla="*/ 628 h 628"/>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382" h="628">
                  <a:moveTo>
                    <a:pt x="94" y="581"/>
                  </a:moveTo>
                  <a:lnTo>
                    <a:pt x="94" y="582"/>
                  </a:lnTo>
                  <a:lnTo>
                    <a:pt x="96" y="541"/>
                  </a:lnTo>
                  <a:lnTo>
                    <a:pt x="99" y="500"/>
                  </a:lnTo>
                  <a:lnTo>
                    <a:pt x="106" y="463"/>
                  </a:lnTo>
                  <a:lnTo>
                    <a:pt x="115" y="424"/>
                  </a:lnTo>
                  <a:lnTo>
                    <a:pt x="127" y="389"/>
                  </a:lnTo>
                  <a:lnTo>
                    <a:pt x="140" y="353"/>
                  </a:lnTo>
                  <a:lnTo>
                    <a:pt x="156" y="320"/>
                  </a:lnTo>
                  <a:lnTo>
                    <a:pt x="173" y="287"/>
                  </a:lnTo>
                  <a:lnTo>
                    <a:pt x="193" y="255"/>
                  </a:lnTo>
                  <a:lnTo>
                    <a:pt x="214" y="226"/>
                  </a:lnTo>
                  <a:lnTo>
                    <a:pt x="238" y="198"/>
                  </a:lnTo>
                  <a:lnTo>
                    <a:pt x="263" y="172"/>
                  </a:lnTo>
                  <a:lnTo>
                    <a:pt x="290" y="146"/>
                  </a:lnTo>
                  <a:lnTo>
                    <a:pt x="318" y="122"/>
                  </a:lnTo>
                  <a:lnTo>
                    <a:pt x="349" y="101"/>
                  </a:lnTo>
                  <a:lnTo>
                    <a:pt x="382" y="82"/>
                  </a:lnTo>
                  <a:lnTo>
                    <a:pt x="335" y="0"/>
                  </a:lnTo>
                  <a:lnTo>
                    <a:pt x="297" y="23"/>
                  </a:lnTo>
                  <a:lnTo>
                    <a:pt x="262" y="49"/>
                  </a:lnTo>
                  <a:lnTo>
                    <a:pt x="229" y="76"/>
                  </a:lnTo>
                  <a:lnTo>
                    <a:pt x="198" y="104"/>
                  </a:lnTo>
                  <a:lnTo>
                    <a:pt x="167" y="137"/>
                  </a:lnTo>
                  <a:lnTo>
                    <a:pt x="142" y="170"/>
                  </a:lnTo>
                  <a:lnTo>
                    <a:pt x="116" y="204"/>
                  </a:lnTo>
                  <a:lnTo>
                    <a:pt x="94" y="240"/>
                  </a:lnTo>
                  <a:lnTo>
                    <a:pt x="74" y="278"/>
                  </a:lnTo>
                  <a:lnTo>
                    <a:pt x="54" y="317"/>
                  </a:lnTo>
                  <a:lnTo>
                    <a:pt x="38" y="359"/>
                  </a:lnTo>
                  <a:lnTo>
                    <a:pt x="26" y="401"/>
                  </a:lnTo>
                  <a:lnTo>
                    <a:pt x="15" y="444"/>
                  </a:lnTo>
                  <a:lnTo>
                    <a:pt x="8" y="489"/>
                  </a:lnTo>
                  <a:lnTo>
                    <a:pt x="2" y="534"/>
                  </a:lnTo>
                  <a:lnTo>
                    <a:pt x="0" y="580"/>
                  </a:lnTo>
                  <a:lnTo>
                    <a:pt x="0" y="581"/>
                  </a:lnTo>
                  <a:lnTo>
                    <a:pt x="0" y="580"/>
                  </a:lnTo>
                  <a:lnTo>
                    <a:pt x="3" y="600"/>
                  </a:lnTo>
                  <a:lnTo>
                    <a:pt x="14" y="615"/>
                  </a:lnTo>
                  <a:lnTo>
                    <a:pt x="29" y="625"/>
                  </a:lnTo>
                  <a:lnTo>
                    <a:pt x="45" y="628"/>
                  </a:lnTo>
                  <a:lnTo>
                    <a:pt x="63" y="626"/>
                  </a:lnTo>
                  <a:lnTo>
                    <a:pt x="78" y="616"/>
                  </a:lnTo>
                  <a:lnTo>
                    <a:pt x="89" y="602"/>
                  </a:lnTo>
                  <a:lnTo>
                    <a:pt x="94" y="582"/>
                  </a:lnTo>
                  <a:lnTo>
                    <a:pt x="94" y="5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5437" name="Freeform 43"/>
            <p:cNvSpPr>
              <a:spLocks/>
            </p:cNvSpPr>
            <p:nvPr/>
          </p:nvSpPr>
          <p:spPr bwMode="auto">
            <a:xfrm>
              <a:off x="868" y="1712"/>
              <a:ext cx="19" cy="364"/>
            </a:xfrm>
            <a:custGeom>
              <a:avLst/>
              <a:gdLst>
                <a:gd name="T0" fmla="*/ 1 w 94"/>
                <a:gd name="T1" fmla="*/ 14 h 1818"/>
                <a:gd name="T2" fmla="*/ 1 w 94"/>
                <a:gd name="T3" fmla="*/ 14 h 1818"/>
                <a:gd name="T4" fmla="*/ 1 w 94"/>
                <a:gd name="T5" fmla="*/ 0 h 1818"/>
                <a:gd name="T6" fmla="*/ 0 w 94"/>
                <a:gd name="T7" fmla="*/ 0 h 1818"/>
                <a:gd name="T8" fmla="*/ 0 w 94"/>
                <a:gd name="T9" fmla="*/ 14 h 1818"/>
                <a:gd name="T10" fmla="*/ 0 w 94"/>
                <a:gd name="T11" fmla="*/ 14 h 1818"/>
                <a:gd name="T12" fmla="*/ 0 w 94"/>
                <a:gd name="T13" fmla="*/ 14 h 1818"/>
                <a:gd name="T14" fmla="*/ 0 w 94"/>
                <a:gd name="T15" fmla="*/ 14 h 1818"/>
                <a:gd name="T16" fmla="*/ 0 w 94"/>
                <a:gd name="T17" fmla="*/ 14 h 1818"/>
                <a:gd name="T18" fmla="*/ 0 w 94"/>
                <a:gd name="T19" fmla="*/ 15 h 1818"/>
                <a:gd name="T20" fmla="*/ 0 w 94"/>
                <a:gd name="T21" fmla="*/ 15 h 1818"/>
                <a:gd name="T22" fmla="*/ 1 w 94"/>
                <a:gd name="T23" fmla="*/ 15 h 1818"/>
                <a:gd name="T24" fmla="*/ 1 w 94"/>
                <a:gd name="T25" fmla="*/ 14 h 1818"/>
                <a:gd name="T26" fmla="*/ 1 w 94"/>
                <a:gd name="T27" fmla="*/ 14 h 1818"/>
                <a:gd name="T28" fmla="*/ 1 w 94"/>
                <a:gd name="T29" fmla="*/ 14 h 1818"/>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94"/>
                <a:gd name="T46" fmla="*/ 0 h 1818"/>
                <a:gd name="T47" fmla="*/ 94 w 94"/>
                <a:gd name="T48" fmla="*/ 1818 h 1818"/>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94" h="1818">
                  <a:moveTo>
                    <a:pt x="94" y="1771"/>
                  </a:moveTo>
                  <a:lnTo>
                    <a:pt x="94" y="1771"/>
                  </a:lnTo>
                  <a:lnTo>
                    <a:pt x="94" y="0"/>
                  </a:lnTo>
                  <a:lnTo>
                    <a:pt x="0" y="0"/>
                  </a:lnTo>
                  <a:lnTo>
                    <a:pt x="0" y="1771"/>
                  </a:lnTo>
                  <a:lnTo>
                    <a:pt x="3" y="1791"/>
                  </a:lnTo>
                  <a:lnTo>
                    <a:pt x="15" y="1806"/>
                  </a:lnTo>
                  <a:lnTo>
                    <a:pt x="29" y="1814"/>
                  </a:lnTo>
                  <a:lnTo>
                    <a:pt x="47" y="1818"/>
                  </a:lnTo>
                  <a:lnTo>
                    <a:pt x="64" y="1814"/>
                  </a:lnTo>
                  <a:lnTo>
                    <a:pt x="79" y="1806"/>
                  </a:lnTo>
                  <a:lnTo>
                    <a:pt x="90" y="1791"/>
                  </a:lnTo>
                  <a:lnTo>
                    <a:pt x="94" y="17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5438" name="Freeform 44"/>
            <p:cNvSpPr>
              <a:spLocks/>
            </p:cNvSpPr>
            <p:nvPr/>
          </p:nvSpPr>
          <p:spPr bwMode="auto">
            <a:xfrm>
              <a:off x="868" y="2067"/>
              <a:ext cx="90" cy="160"/>
            </a:xfrm>
            <a:custGeom>
              <a:avLst/>
              <a:gdLst>
                <a:gd name="T0" fmla="*/ 3 w 449"/>
                <a:gd name="T1" fmla="*/ 6 h 803"/>
                <a:gd name="T2" fmla="*/ 3 w 449"/>
                <a:gd name="T3" fmla="*/ 6 h 803"/>
                <a:gd name="T4" fmla="*/ 3 w 449"/>
                <a:gd name="T5" fmla="*/ 5 h 803"/>
                <a:gd name="T6" fmla="*/ 3 w 449"/>
                <a:gd name="T7" fmla="*/ 5 h 803"/>
                <a:gd name="T8" fmla="*/ 3 w 449"/>
                <a:gd name="T9" fmla="*/ 5 h 803"/>
                <a:gd name="T10" fmla="*/ 2 w 449"/>
                <a:gd name="T11" fmla="*/ 5 h 803"/>
                <a:gd name="T12" fmla="*/ 2 w 449"/>
                <a:gd name="T13" fmla="*/ 4 h 803"/>
                <a:gd name="T14" fmla="*/ 2 w 449"/>
                <a:gd name="T15" fmla="*/ 4 h 803"/>
                <a:gd name="T16" fmla="*/ 2 w 449"/>
                <a:gd name="T17" fmla="*/ 4 h 803"/>
                <a:gd name="T18" fmla="*/ 2 w 449"/>
                <a:gd name="T19" fmla="*/ 3 h 803"/>
                <a:gd name="T20" fmla="*/ 1 w 449"/>
                <a:gd name="T21" fmla="*/ 3 h 803"/>
                <a:gd name="T22" fmla="*/ 1 w 449"/>
                <a:gd name="T23" fmla="*/ 2 h 803"/>
                <a:gd name="T24" fmla="*/ 1 w 449"/>
                <a:gd name="T25" fmla="*/ 2 h 803"/>
                <a:gd name="T26" fmla="*/ 1 w 449"/>
                <a:gd name="T27" fmla="*/ 2 h 803"/>
                <a:gd name="T28" fmla="*/ 1 w 449"/>
                <a:gd name="T29" fmla="*/ 1 h 803"/>
                <a:gd name="T30" fmla="*/ 1 w 449"/>
                <a:gd name="T31" fmla="*/ 1 h 803"/>
                <a:gd name="T32" fmla="*/ 1 w 449"/>
                <a:gd name="T33" fmla="*/ 0 h 803"/>
                <a:gd name="T34" fmla="*/ 1 w 449"/>
                <a:gd name="T35" fmla="*/ 0 h 803"/>
                <a:gd name="T36" fmla="*/ 0 w 449"/>
                <a:gd name="T37" fmla="*/ 0 h 803"/>
                <a:gd name="T38" fmla="*/ 0 w 449"/>
                <a:gd name="T39" fmla="*/ 0 h 803"/>
                <a:gd name="T40" fmla="*/ 0 w 449"/>
                <a:gd name="T41" fmla="*/ 1 h 803"/>
                <a:gd name="T42" fmla="*/ 0 w 449"/>
                <a:gd name="T43" fmla="*/ 1 h 803"/>
                <a:gd name="T44" fmla="*/ 0 w 449"/>
                <a:gd name="T45" fmla="*/ 2 h 803"/>
                <a:gd name="T46" fmla="*/ 0 w 449"/>
                <a:gd name="T47" fmla="*/ 2 h 803"/>
                <a:gd name="T48" fmla="*/ 0 w 449"/>
                <a:gd name="T49" fmla="*/ 3 h 803"/>
                <a:gd name="T50" fmla="*/ 1 w 449"/>
                <a:gd name="T51" fmla="*/ 3 h 803"/>
                <a:gd name="T52" fmla="*/ 1 w 449"/>
                <a:gd name="T53" fmla="*/ 4 h 803"/>
                <a:gd name="T54" fmla="*/ 1 w 449"/>
                <a:gd name="T55" fmla="*/ 4 h 803"/>
                <a:gd name="T56" fmla="*/ 1 w 449"/>
                <a:gd name="T57" fmla="*/ 4 h 803"/>
                <a:gd name="T58" fmla="*/ 2 w 449"/>
                <a:gd name="T59" fmla="*/ 5 h 803"/>
                <a:gd name="T60" fmla="*/ 2 w 449"/>
                <a:gd name="T61" fmla="*/ 5 h 803"/>
                <a:gd name="T62" fmla="*/ 2 w 449"/>
                <a:gd name="T63" fmla="*/ 5 h 803"/>
                <a:gd name="T64" fmla="*/ 2 w 449"/>
                <a:gd name="T65" fmla="*/ 6 h 803"/>
                <a:gd name="T66" fmla="*/ 3 w 449"/>
                <a:gd name="T67" fmla="*/ 6 h 803"/>
                <a:gd name="T68" fmla="*/ 3 w 449"/>
                <a:gd name="T69" fmla="*/ 6 h 803"/>
                <a:gd name="T70" fmla="*/ 3 w 449"/>
                <a:gd name="T71" fmla="*/ 6 h 803"/>
                <a:gd name="T72" fmla="*/ 3 w 449"/>
                <a:gd name="T73" fmla="*/ 6 h 803"/>
                <a:gd name="T74" fmla="*/ 3 w 449"/>
                <a:gd name="T75" fmla="*/ 6 h 803"/>
                <a:gd name="T76" fmla="*/ 3 w 449"/>
                <a:gd name="T77" fmla="*/ 6 h 803"/>
                <a:gd name="T78" fmla="*/ 3 w 449"/>
                <a:gd name="T79" fmla="*/ 6 h 803"/>
                <a:gd name="T80" fmla="*/ 4 w 449"/>
                <a:gd name="T81" fmla="*/ 6 h 803"/>
                <a:gd name="T82" fmla="*/ 4 w 449"/>
                <a:gd name="T83" fmla="*/ 6 h 803"/>
                <a:gd name="T84" fmla="*/ 4 w 449"/>
                <a:gd name="T85" fmla="*/ 6 h 803"/>
                <a:gd name="T86" fmla="*/ 4 w 449"/>
                <a:gd name="T87" fmla="*/ 6 h 803"/>
                <a:gd name="T88" fmla="*/ 3 w 449"/>
                <a:gd name="T89" fmla="*/ 6 h 803"/>
                <a:gd name="T90" fmla="*/ 3 w 449"/>
                <a:gd name="T91" fmla="*/ 6 h 80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449"/>
                <a:gd name="T139" fmla="*/ 0 h 803"/>
                <a:gd name="T140" fmla="*/ 449 w 449"/>
                <a:gd name="T141" fmla="*/ 803 h 80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449" h="803">
                  <a:moveTo>
                    <a:pt x="426" y="717"/>
                  </a:moveTo>
                  <a:lnTo>
                    <a:pt x="427" y="717"/>
                  </a:lnTo>
                  <a:lnTo>
                    <a:pt x="395" y="693"/>
                  </a:lnTo>
                  <a:lnTo>
                    <a:pt x="361" y="662"/>
                  </a:lnTo>
                  <a:lnTo>
                    <a:pt x="329" y="628"/>
                  </a:lnTo>
                  <a:lnTo>
                    <a:pt x="299" y="591"/>
                  </a:lnTo>
                  <a:lnTo>
                    <a:pt x="269" y="551"/>
                  </a:lnTo>
                  <a:lnTo>
                    <a:pt x="241" y="507"/>
                  </a:lnTo>
                  <a:lnTo>
                    <a:pt x="215" y="460"/>
                  </a:lnTo>
                  <a:lnTo>
                    <a:pt x="191" y="412"/>
                  </a:lnTo>
                  <a:lnTo>
                    <a:pt x="170" y="363"/>
                  </a:lnTo>
                  <a:lnTo>
                    <a:pt x="151" y="312"/>
                  </a:lnTo>
                  <a:lnTo>
                    <a:pt x="133" y="259"/>
                  </a:lnTo>
                  <a:lnTo>
                    <a:pt x="119" y="207"/>
                  </a:lnTo>
                  <a:lnTo>
                    <a:pt x="108" y="156"/>
                  </a:lnTo>
                  <a:lnTo>
                    <a:pt x="101" y="103"/>
                  </a:lnTo>
                  <a:lnTo>
                    <a:pt x="96" y="51"/>
                  </a:lnTo>
                  <a:lnTo>
                    <a:pt x="94" y="0"/>
                  </a:lnTo>
                  <a:lnTo>
                    <a:pt x="0" y="0"/>
                  </a:lnTo>
                  <a:lnTo>
                    <a:pt x="2" y="56"/>
                  </a:lnTo>
                  <a:lnTo>
                    <a:pt x="7" y="115"/>
                  </a:lnTo>
                  <a:lnTo>
                    <a:pt x="16" y="172"/>
                  </a:lnTo>
                  <a:lnTo>
                    <a:pt x="28" y="231"/>
                  </a:lnTo>
                  <a:lnTo>
                    <a:pt x="44" y="287"/>
                  </a:lnTo>
                  <a:lnTo>
                    <a:pt x="62" y="342"/>
                  </a:lnTo>
                  <a:lnTo>
                    <a:pt x="83" y="398"/>
                  </a:lnTo>
                  <a:lnTo>
                    <a:pt x="106" y="452"/>
                  </a:lnTo>
                  <a:lnTo>
                    <a:pt x="133" y="505"/>
                  </a:lnTo>
                  <a:lnTo>
                    <a:pt x="161" y="554"/>
                  </a:lnTo>
                  <a:lnTo>
                    <a:pt x="192" y="602"/>
                  </a:lnTo>
                  <a:lnTo>
                    <a:pt x="224" y="647"/>
                  </a:lnTo>
                  <a:lnTo>
                    <a:pt x="259" y="689"/>
                  </a:lnTo>
                  <a:lnTo>
                    <a:pt x="295" y="728"/>
                  </a:lnTo>
                  <a:lnTo>
                    <a:pt x="334" y="763"/>
                  </a:lnTo>
                  <a:lnTo>
                    <a:pt x="374" y="795"/>
                  </a:lnTo>
                  <a:lnTo>
                    <a:pt x="375" y="795"/>
                  </a:lnTo>
                  <a:lnTo>
                    <a:pt x="374" y="795"/>
                  </a:lnTo>
                  <a:lnTo>
                    <a:pt x="392" y="803"/>
                  </a:lnTo>
                  <a:lnTo>
                    <a:pt x="411" y="803"/>
                  </a:lnTo>
                  <a:lnTo>
                    <a:pt x="426" y="795"/>
                  </a:lnTo>
                  <a:lnTo>
                    <a:pt x="439" y="782"/>
                  </a:lnTo>
                  <a:lnTo>
                    <a:pt x="446" y="766"/>
                  </a:lnTo>
                  <a:lnTo>
                    <a:pt x="449" y="749"/>
                  </a:lnTo>
                  <a:lnTo>
                    <a:pt x="441" y="732"/>
                  </a:lnTo>
                  <a:lnTo>
                    <a:pt x="427" y="717"/>
                  </a:lnTo>
                  <a:lnTo>
                    <a:pt x="426" y="71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5439" name="Freeform 45"/>
            <p:cNvSpPr>
              <a:spLocks/>
            </p:cNvSpPr>
            <p:nvPr/>
          </p:nvSpPr>
          <p:spPr bwMode="auto">
            <a:xfrm>
              <a:off x="883" y="1673"/>
              <a:ext cx="379" cy="690"/>
            </a:xfrm>
            <a:custGeom>
              <a:avLst/>
              <a:gdLst>
                <a:gd name="T0" fmla="*/ 12 w 1897"/>
                <a:gd name="T1" fmla="*/ 6 h 3450"/>
                <a:gd name="T2" fmla="*/ 13 w 1897"/>
                <a:gd name="T3" fmla="*/ 7 h 3450"/>
                <a:gd name="T4" fmla="*/ 13 w 1897"/>
                <a:gd name="T5" fmla="*/ 7 h 3450"/>
                <a:gd name="T6" fmla="*/ 14 w 1897"/>
                <a:gd name="T7" fmla="*/ 8 h 3450"/>
                <a:gd name="T8" fmla="*/ 14 w 1897"/>
                <a:gd name="T9" fmla="*/ 9 h 3450"/>
                <a:gd name="T10" fmla="*/ 15 w 1897"/>
                <a:gd name="T11" fmla="*/ 10 h 3450"/>
                <a:gd name="T12" fmla="*/ 15 w 1897"/>
                <a:gd name="T13" fmla="*/ 11 h 3450"/>
                <a:gd name="T14" fmla="*/ 15 w 1897"/>
                <a:gd name="T15" fmla="*/ 11 h 3450"/>
                <a:gd name="T16" fmla="*/ 15 w 1897"/>
                <a:gd name="T17" fmla="*/ 12 h 3450"/>
                <a:gd name="T18" fmla="*/ 15 w 1897"/>
                <a:gd name="T19" fmla="*/ 26 h 3450"/>
                <a:gd name="T20" fmla="*/ 15 w 1897"/>
                <a:gd name="T21" fmla="*/ 26 h 3450"/>
                <a:gd name="T22" fmla="*/ 15 w 1897"/>
                <a:gd name="T23" fmla="*/ 27 h 3450"/>
                <a:gd name="T24" fmla="*/ 15 w 1897"/>
                <a:gd name="T25" fmla="*/ 27 h 3450"/>
                <a:gd name="T26" fmla="*/ 14 w 1897"/>
                <a:gd name="T27" fmla="*/ 27 h 3450"/>
                <a:gd name="T28" fmla="*/ 14 w 1897"/>
                <a:gd name="T29" fmla="*/ 28 h 3450"/>
                <a:gd name="T30" fmla="*/ 13 w 1897"/>
                <a:gd name="T31" fmla="*/ 28 h 3450"/>
                <a:gd name="T32" fmla="*/ 13 w 1897"/>
                <a:gd name="T33" fmla="*/ 27 h 3450"/>
                <a:gd name="T34" fmla="*/ 3 w 1897"/>
                <a:gd name="T35" fmla="*/ 21 h 3450"/>
                <a:gd name="T36" fmla="*/ 2 w 1897"/>
                <a:gd name="T37" fmla="*/ 21 h 3450"/>
                <a:gd name="T38" fmla="*/ 2 w 1897"/>
                <a:gd name="T39" fmla="*/ 20 h 3450"/>
                <a:gd name="T40" fmla="*/ 1 w 1897"/>
                <a:gd name="T41" fmla="*/ 19 h 3450"/>
                <a:gd name="T42" fmla="*/ 1 w 1897"/>
                <a:gd name="T43" fmla="*/ 19 h 3450"/>
                <a:gd name="T44" fmla="*/ 0 w 1897"/>
                <a:gd name="T45" fmla="*/ 18 h 3450"/>
                <a:gd name="T46" fmla="*/ 0 w 1897"/>
                <a:gd name="T47" fmla="*/ 17 h 3450"/>
                <a:gd name="T48" fmla="*/ 0 w 1897"/>
                <a:gd name="T49" fmla="*/ 16 h 3450"/>
                <a:gd name="T50" fmla="*/ 0 w 1897"/>
                <a:gd name="T51" fmla="*/ 15 h 3450"/>
                <a:gd name="T52" fmla="*/ 0 w 1897"/>
                <a:gd name="T53" fmla="*/ 2 h 3450"/>
                <a:gd name="T54" fmla="*/ 0 w 1897"/>
                <a:gd name="T55" fmla="*/ 1 h 3450"/>
                <a:gd name="T56" fmla="*/ 0 w 1897"/>
                <a:gd name="T57" fmla="*/ 1 h 3450"/>
                <a:gd name="T58" fmla="*/ 1 w 1897"/>
                <a:gd name="T59" fmla="*/ 0 h 3450"/>
                <a:gd name="T60" fmla="*/ 1 w 1897"/>
                <a:gd name="T61" fmla="*/ 0 h 3450"/>
                <a:gd name="T62" fmla="*/ 1 w 1897"/>
                <a:gd name="T63" fmla="*/ 0 h 3450"/>
                <a:gd name="T64" fmla="*/ 2 w 1897"/>
                <a:gd name="T65" fmla="*/ 0 h 3450"/>
                <a:gd name="T66" fmla="*/ 3 w 1897"/>
                <a:gd name="T67" fmla="*/ 0 h 3450"/>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897"/>
                <a:gd name="T103" fmla="*/ 0 h 3450"/>
                <a:gd name="T104" fmla="*/ 1897 w 1897"/>
                <a:gd name="T105" fmla="*/ 3450 h 3450"/>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897" h="3450">
                  <a:moveTo>
                    <a:pt x="357" y="49"/>
                  </a:moveTo>
                  <a:lnTo>
                    <a:pt x="1542" y="806"/>
                  </a:lnTo>
                  <a:lnTo>
                    <a:pt x="1579" y="832"/>
                  </a:lnTo>
                  <a:lnTo>
                    <a:pt x="1614" y="861"/>
                  </a:lnTo>
                  <a:lnTo>
                    <a:pt x="1648" y="895"/>
                  </a:lnTo>
                  <a:lnTo>
                    <a:pt x="1681" y="933"/>
                  </a:lnTo>
                  <a:lnTo>
                    <a:pt x="1711" y="973"/>
                  </a:lnTo>
                  <a:lnTo>
                    <a:pt x="1740" y="1016"/>
                  </a:lnTo>
                  <a:lnTo>
                    <a:pt x="1768" y="1062"/>
                  </a:lnTo>
                  <a:lnTo>
                    <a:pt x="1793" y="1109"/>
                  </a:lnTo>
                  <a:lnTo>
                    <a:pt x="1816" y="1158"/>
                  </a:lnTo>
                  <a:lnTo>
                    <a:pt x="1836" y="1208"/>
                  </a:lnTo>
                  <a:lnTo>
                    <a:pt x="1854" y="1260"/>
                  </a:lnTo>
                  <a:lnTo>
                    <a:pt x="1869" y="1313"/>
                  </a:lnTo>
                  <a:lnTo>
                    <a:pt x="1881" y="1364"/>
                  </a:lnTo>
                  <a:lnTo>
                    <a:pt x="1890" y="1417"/>
                  </a:lnTo>
                  <a:lnTo>
                    <a:pt x="1895" y="1469"/>
                  </a:lnTo>
                  <a:lnTo>
                    <a:pt x="1897" y="1519"/>
                  </a:lnTo>
                  <a:lnTo>
                    <a:pt x="1897" y="3142"/>
                  </a:lnTo>
                  <a:lnTo>
                    <a:pt x="1895" y="3190"/>
                  </a:lnTo>
                  <a:lnTo>
                    <a:pt x="1890" y="3235"/>
                  </a:lnTo>
                  <a:lnTo>
                    <a:pt x="1881" y="3276"/>
                  </a:lnTo>
                  <a:lnTo>
                    <a:pt x="1869" y="3313"/>
                  </a:lnTo>
                  <a:lnTo>
                    <a:pt x="1854" y="3346"/>
                  </a:lnTo>
                  <a:lnTo>
                    <a:pt x="1836" y="3375"/>
                  </a:lnTo>
                  <a:lnTo>
                    <a:pt x="1816" y="3398"/>
                  </a:lnTo>
                  <a:lnTo>
                    <a:pt x="1793" y="3418"/>
                  </a:lnTo>
                  <a:lnTo>
                    <a:pt x="1768" y="3434"/>
                  </a:lnTo>
                  <a:lnTo>
                    <a:pt x="1740" y="3444"/>
                  </a:lnTo>
                  <a:lnTo>
                    <a:pt x="1711" y="3450"/>
                  </a:lnTo>
                  <a:lnTo>
                    <a:pt x="1681" y="3450"/>
                  </a:lnTo>
                  <a:lnTo>
                    <a:pt x="1648" y="3445"/>
                  </a:lnTo>
                  <a:lnTo>
                    <a:pt x="1614" y="3436"/>
                  </a:lnTo>
                  <a:lnTo>
                    <a:pt x="1579" y="3421"/>
                  </a:lnTo>
                  <a:lnTo>
                    <a:pt x="1542" y="3400"/>
                  </a:lnTo>
                  <a:lnTo>
                    <a:pt x="357" y="2643"/>
                  </a:lnTo>
                  <a:lnTo>
                    <a:pt x="320" y="2618"/>
                  </a:lnTo>
                  <a:lnTo>
                    <a:pt x="285" y="2588"/>
                  </a:lnTo>
                  <a:lnTo>
                    <a:pt x="251" y="2554"/>
                  </a:lnTo>
                  <a:lnTo>
                    <a:pt x="218" y="2517"/>
                  </a:lnTo>
                  <a:lnTo>
                    <a:pt x="187" y="2477"/>
                  </a:lnTo>
                  <a:lnTo>
                    <a:pt x="157" y="2433"/>
                  </a:lnTo>
                  <a:lnTo>
                    <a:pt x="130" y="2388"/>
                  </a:lnTo>
                  <a:lnTo>
                    <a:pt x="105" y="2341"/>
                  </a:lnTo>
                  <a:lnTo>
                    <a:pt x="81" y="2292"/>
                  </a:lnTo>
                  <a:lnTo>
                    <a:pt x="61" y="2241"/>
                  </a:lnTo>
                  <a:lnTo>
                    <a:pt x="44" y="2190"/>
                  </a:lnTo>
                  <a:lnTo>
                    <a:pt x="29" y="2138"/>
                  </a:lnTo>
                  <a:lnTo>
                    <a:pt x="17" y="2085"/>
                  </a:lnTo>
                  <a:lnTo>
                    <a:pt x="7" y="2033"/>
                  </a:lnTo>
                  <a:lnTo>
                    <a:pt x="3" y="1981"/>
                  </a:lnTo>
                  <a:lnTo>
                    <a:pt x="0" y="1931"/>
                  </a:lnTo>
                  <a:lnTo>
                    <a:pt x="0" y="308"/>
                  </a:lnTo>
                  <a:lnTo>
                    <a:pt x="3" y="260"/>
                  </a:lnTo>
                  <a:lnTo>
                    <a:pt x="7" y="215"/>
                  </a:lnTo>
                  <a:lnTo>
                    <a:pt x="17" y="174"/>
                  </a:lnTo>
                  <a:lnTo>
                    <a:pt x="29" y="137"/>
                  </a:lnTo>
                  <a:lnTo>
                    <a:pt x="44" y="104"/>
                  </a:lnTo>
                  <a:lnTo>
                    <a:pt x="61" y="76"/>
                  </a:lnTo>
                  <a:lnTo>
                    <a:pt x="81" y="51"/>
                  </a:lnTo>
                  <a:lnTo>
                    <a:pt x="105" y="31"/>
                  </a:lnTo>
                  <a:lnTo>
                    <a:pt x="130" y="16"/>
                  </a:lnTo>
                  <a:lnTo>
                    <a:pt x="157" y="5"/>
                  </a:lnTo>
                  <a:lnTo>
                    <a:pt x="187" y="0"/>
                  </a:lnTo>
                  <a:lnTo>
                    <a:pt x="218" y="0"/>
                  </a:lnTo>
                  <a:lnTo>
                    <a:pt x="251" y="3"/>
                  </a:lnTo>
                  <a:lnTo>
                    <a:pt x="285" y="14"/>
                  </a:lnTo>
                  <a:lnTo>
                    <a:pt x="320" y="29"/>
                  </a:lnTo>
                  <a:lnTo>
                    <a:pt x="357" y="49"/>
                  </a:lnTo>
                  <a:close/>
                </a:path>
              </a:pathLst>
            </a:custGeom>
            <a:solidFill>
              <a:srgbClr val="BFBFB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5440" name="Freeform 46"/>
            <p:cNvSpPr>
              <a:spLocks/>
            </p:cNvSpPr>
            <p:nvPr/>
          </p:nvSpPr>
          <p:spPr bwMode="auto">
            <a:xfrm>
              <a:off x="1268" y="1663"/>
              <a:ext cx="393" cy="711"/>
            </a:xfrm>
            <a:custGeom>
              <a:avLst/>
              <a:gdLst>
                <a:gd name="T0" fmla="*/ 3 w 1962"/>
                <a:gd name="T1" fmla="*/ 7 h 3555"/>
                <a:gd name="T2" fmla="*/ 2 w 1962"/>
                <a:gd name="T3" fmla="*/ 7 h 3555"/>
                <a:gd name="T4" fmla="*/ 2 w 1962"/>
                <a:gd name="T5" fmla="*/ 8 h 3555"/>
                <a:gd name="T6" fmla="*/ 1 w 1962"/>
                <a:gd name="T7" fmla="*/ 8 h 3555"/>
                <a:gd name="T8" fmla="*/ 1 w 1962"/>
                <a:gd name="T9" fmla="*/ 9 h 3555"/>
                <a:gd name="T10" fmla="*/ 1 w 1962"/>
                <a:gd name="T11" fmla="*/ 10 h 3555"/>
                <a:gd name="T12" fmla="*/ 0 w 1962"/>
                <a:gd name="T13" fmla="*/ 11 h 3555"/>
                <a:gd name="T14" fmla="*/ 0 w 1962"/>
                <a:gd name="T15" fmla="*/ 12 h 3555"/>
                <a:gd name="T16" fmla="*/ 0 w 1962"/>
                <a:gd name="T17" fmla="*/ 13 h 3555"/>
                <a:gd name="T18" fmla="*/ 0 w 1962"/>
                <a:gd name="T19" fmla="*/ 26 h 3555"/>
                <a:gd name="T20" fmla="*/ 0 w 1962"/>
                <a:gd name="T21" fmla="*/ 27 h 3555"/>
                <a:gd name="T22" fmla="*/ 0 w 1962"/>
                <a:gd name="T23" fmla="*/ 28 h 3555"/>
                <a:gd name="T24" fmla="*/ 1 w 1962"/>
                <a:gd name="T25" fmla="*/ 28 h 3555"/>
                <a:gd name="T26" fmla="*/ 1 w 1962"/>
                <a:gd name="T27" fmla="*/ 28 h 3555"/>
                <a:gd name="T28" fmla="*/ 2 w 1962"/>
                <a:gd name="T29" fmla="*/ 28 h 3555"/>
                <a:gd name="T30" fmla="*/ 2 w 1962"/>
                <a:gd name="T31" fmla="*/ 28 h 3555"/>
                <a:gd name="T32" fmla="*/ 3 w 1962"/>
                <a:gd name="T33" fmla="*/ 28 h 3555"/>
                <a:gd name="T34" fmla="*/ 13 w 1962"/>
                <a:gd name="T35" fmla="*/ 22 h 3555"/>
                <a:gd name="T36" fmla="*/ 13 w 1962"/>
                <a:gd name="T37" fmla="*/ 21 h 3555"/>
                <a:gd name="T38" fmla="*/ 14 w 1962"/>
                <a:gd name="T39" fmla="*/ 21 h 3555"/>
                <a:gd name="T40" fmla="*/ 14 w 1962"/>
                <a:gd name="T41" fmla="*/ 20 h 3555"/>
                <a:gd name="T42" fmla="*/ 15 w 1962"/>
                <a:gd name="T43" fmla="*/ 19 h 3555"/>
                <a:gd name="T44" fmla="*/ 15 w 1962"/>
                <a:gd name="T45" fmla="*/ 18 h 3555"/>
                <a:gd name="T46" fmla="*/ 16 w 1962"/>
                <a:gd name="T47" fmla="*/ 18 h 3555"/>
                <a:gd name="T48" fmla="*/ 16 w 1962"/>
                <a:gd name="T49" fmla="*/ 17 h 3555"/>
                <a:gd name="T50" fmla="*/ 16 w 1962"/>
                <a:gd name="T51" fmla="*/ 16 h 3555"/>
                <a:gd name="T52" fmla="*/ 16 w 1962"/>
                <a:gd name="T53" fmla="*/ 2 h 3555"/>
                <a:gd name="T54" fmla="*/ 16 w 1962"/>
                <a:gd name="T55" fmla="*/ 1 h 3555"/>
                <a:gd name="T56" fmla="*/ 15 w 1962"/>
                <a:gd name="T57" fmla="*/ 1 h 3555"/>
                <a:gd name="T58" fmla="*/ 15 w 1962"/>
                <a:gd name="T59" fmla="*/ 0 h 3555"/>
                <a:gd name="T60" fmla="*/ 15 w 1962"/>
                <a:gd name="T61" fmla="*/ 0 h 3555"/>
                <a:gd name="T62" fmla="*/ 14 w 1962"/>
                <a:gd name="T63" fmla="*/ 0 h 3555"/>
                <a:gd name="T64" fmla="*/ 14 w 1962"/>
                <a:gd name="T65" fmla="*/ 0 h 3555"/>
                <a:gd name="T66" fmla="*/ 13 w 1962"/>
                <a:gd name="T67" fmla="*/ 0 h 3555"/>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962"/>
                <a:gd name="T103" fmla="*/ 0 h 3555"/>
                <a:gd name="T104" fmla="*/ 1962 w 1962"/>
                <a:gd name="T105" fmla="*/ 3555 h 3555"/>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962" h="3555">
                  <a:moveTo>
                    <a:pt x="1594" y="50"/>
                  </a:moveTo>
                  <a:lnTo>
                    <a:pt x="368" y="831"/>
                  </a:lnTo>
                  <a:lnTo>
                    <a:pt x="330" y="858"/>
                  </a:lnTo>
                  <a:lnTo>
                    <a:pt x="294" y="888"/>
                  </a:lnTo>
                  <a:lnTo>
                    <a:pt x="259" y="922"/>
                  </a:lnTo>
                  <a:lnTo>
                    <a:pt x="225" y="961"/>
                  </a:lnTo>
                  <a:lnTo>
                    <a:pt x="193" y="1003"/>
                  </a:lnTo>
                  <a:lnTo>
                    <a:pt x="163" y="1047"/>
                  </a:lnTo>
                  <a:lnTo>
                    <a:pt x="133" y="1094"/>
                  </a:lnTo>
                  <a:lnTo>
                    <a:pt x="108" y="1143"/>
                  </a:lnTo>
                  <a:lnTo>
                    <a:pt x="84" y="1193"/>
                  </a:lnTo>
                  <a:lnTo>
                    <a:pt x="63" y="1246"/>
                  </a:lnTo>
                  <a:lnTo>
                    <a:pt x="44" y="1299"/>
                  </a:lnTo>
                  <a:lnTo>
                    <a:pt x="29" y="1353"/>
                  </a:lnTo>
                  <a:lnTo>
                    <a:pt x="16" y="1405"/>
                  </a:lnTo>
                  <a:lnTo>
                    <a:pt x="7" y="1459"/>
                  </a:lnTo>
                  <a:lnTo>
                    <a:pt x="2" y="1512"/>
                  </a:lnTo>
                  <a:lnTo>
                    <a:pt x="0" y="1565"/>
                  </a:lnTo>
                  <a:lnTo>
                    <a:pt x="0" y="3237"/>
                  </a:lnTo>
                  <a:lnTo>
                    <a:pt x="2" y="3287"/>
                  </a:lnTo>
                  <a:lnTo>
                    <a:pt x="7" y="3333"/>
                  </a:lnTo>
                  <a:lnTo>
                    <a:pt x="16" y="3375"/>
                  </a:lnTo>
                  <a:lnTo>
                    <a:pt x="29" y="3413"/>
                  </a:lnTo>
                  <a:lnTo>
                    <a:pt x="44" y="3447"/>
                  </a:lnTo>
                  <a:lnTo>
                    <a:pt x="63" y="3477"/>
                  </a:lnTo>
                  <a:lnTo>
                    <a:pt x="84" y="3502"/>
                  </a:lnTo>
                  <a:lnTo>
                    <a:pt x="108" y="3522"/>
                  </a:lnTo>
                  <a:lnTo>
                    <a:pt x="133" y="3538"/>
                  </a:lnTo>
                  <a:lnTo>
                    <a:pt x="163" y="3549"/>
                  </a:lnTo>
                  <a:lnTo>
                    <a:pt x="193" y="3555"/>
                  </a:lnTo>
                  <a:lnTo>
                    <a:pt x="225" y="3555"/>
                  </a:lnTo>
                  <a:lnTo>
                    <a:pt x="259" y="3550"/>
                  </a:lnTo>
                  <a:lnTo>
                    <a:pt x="294" y="3541"/>
                  </a:lnTo>
                  <a:lnTo>
                    <a:pt x="330" y="3524"/>
                  </a:lnTo>
                  <a:lnTo>
                    <a:pt x="368" y="3503"/>
                  </a:lnTo>
                  <a:lnTo>
                    <a:pt x="1594" y="2722"/>
                  </a:lnTo>
                  <a:lnTo>
                    <a:pt x="1632" y="2696"/>
                  </a:lnTo>
                  <a:lnTo>
                    <a:pt x="1668" y="2665"/>
                  </a:lnTo>
                  <a:lnTo>
                    <a:pt x="1703" y="2631"/>
                  </a:lnTo>
                  <a:lnTo>
                    <a:pt x="1737" y="2592"/>
                  </a:lnTo>
                  <a:lnTo>
                    <a:pt x="1769" y="2551"/>
                  </a:lnTo>
                  <a:lnTo>
                    <a:pt x="1799" y="2506"/>
                  </a:lnTo>
                  <a:lnTo>
                    <a:pt x="1829" y="2460"/>
                  </a:lnTo>
                  <a:lnTo>
                    <a:pt x="1854" y="2411"/>
                  </a:lnTo>
                  <a:lnTo>
                    <a:pt x="1878" y="2361"/>
                  </a:lnTo>
                  <a:lnTo>
                    <a:pt x="1899" y="2308"/>
                  </a:lnTo>
                  <a:lnTo>
                    <a:pt x="1918" y="2256"/>
                  </a:lnTo>
                  <a:lnTo>
                    <a:pt x="1933" y="2202"/>
                  </a:lnTo>
                  <a:lnTo>
                    <a:pt x="1946" y="2149"/>
                  </a:lnTo>
                  <a:lnTo>
                    <a:pt x="1955" y="2095"/>
                  </a:lnTo>
                  <a:lnTo>
                    <a:pt x="1960" y="2042"/>
                  </a:lnTo>
                  <a:lnTo>
                    <a:pt x="1962" y="1989"/>
                  </a:lnTo>
                  <a:lnTo>
                    <a:pt x="1962" y="319"/>
                  </a:lnTo>
                  <a:lnTo>
                    <a:pt x="1960" y="269"/>
                  </a:lnTo>
                  <a:lnTo>
                    <a:pt x="1955" y="223"/>
                  </a:lnTo>
                  <a:lnTo>
                    <a:pt x="1946" y="180"/>
                  </a:lnTo>
                  <a:lnTo>
                    <a:pt x="1933" y="143"/>
                  </a:lnTo>
                  <a:lnTo>
                    <a:pt x="1918" y="109"/>
                  </a:lnTo>
                  <a:lnTo>
                    <a:pt x="1899" y="79"/>
                  </a:lnTo>
                  <a:lnTo>
                    <a:pt x="1878" y="54"/>
                  </a:lnTo>
                  <a:lnTo>
                    <a:pt x="1854" y="33"/>
                  </a:lnTo>
                  <a:lnTo>
                    <a:pt x="1829" y="17"/>
                  </a:lnTo>
                  <a:lnTo>
                    <a:pt x="1799" y="7"/>
                  </a:lnTo>
                  <a:lnTo>
                    <a:pt x="1769" y="0"/>
                  </a:lnTo>
                  <a:lnTo>
                    <a:pt x="1737" y="0"/>
                  </a:lnTo>
                  <a:lnTo>
                    <a:pt x="1703" y="4"/>
                  </a:lnTo>
                  <a:lnTo>
                    <a:pt x="1668" y="14"/>
                  </a:lnTo>
                  <a:lnTo>
                    <a:pt x="1632" y="29"/>
                  </a:lnTo>
                  <a:lnTo>
                    <a:pt x="1594" y="50"/>
                  </a:lnTo>
                  <a:close/>
                </a:path>
              </a:pathLst>
            </a:custGeom>
            <a:solidFill>
              <a:srgbClr val="E5E5E5"/>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5441" name="Freeform 47"/>
            <p:cNvSpPr>
              <a:spLocks noEditPoints="1"/>
            </p:cNvSpPr>
            <p:nvPr/>
          </p:nvSpPr>
          <p:spPr bwMode="auto">
            <a:xfrm>
              <a:off x="916" y="1589"/>
              <a:ext cx="697" cy="698"/>
            </a:xfrm>
            <a:custGeom>
              <a:avLst/>
              <a:gdLst>
                <a:gd name="T0" fmla="*/ 16 w 3485"/>
                <a:gd name="T1" fmla="*/ 0 h 3490"/>
                <a:gd name="T2" fmla="*/ 17 w 3485"/>
                <a:gd name="T3" fmla="*/ 2 h 3490"/>
                <a:gd name="T4" fmla="*/ 17 w 3485"/>
                <a:gd name="T5" fmla="*/ 3 h 3490"/>
                <a:gd name="T6" fmla="*/ 14 w 3485"/>
                <a:gd name="T7" fmla="*/ 4 h 3490"/>
                <a:gd name="T8" fmla="*/ 12 w 3485"/>
                <a:gd name="T9" fmla="*/ 4 h 3490"/>
                <a:gd name="T10" fmla="*/ 11 w 3485"/>
                <a:gd name="T11" fmla="*/ 2 h 3490"/>
                <a:gd name="T12" fmla="*/ 11 w 3485"/>
                <a:gd name="T13" fmla="*/ 1 h 3490"/>
                <a:gd name="T14" fmla="*/ 14 w 3485"/>
                <a:gd name="T15" fmla="*/ 0 h 3490"/>
                <a:gd name="T16" fmla="*/ 3 w 3485"/>
                <a:gd name="T17" fmla="*/ 7 h 3490"/>
                <a:gd name="T18" fmla="*/ 4 w 3485"/>
                <a:gd name="T19" fmla="*/ 9 h 3490"/>
                <a:gd name="T20" fmla="*/ 3 w 3485"/>
                <a:gd name="T21" fmla="*/ 12 h 3490"/>
                <a:gd name="T22" fmla="*/ 2 w 3485"/>
                <a:gd name="T23" fmla="*/ 13 h 3490"/>
                <a:gd name="T24" fmla="*/ 1 w 3485"/>
                <a:gd name="T25" fmla="*/ 12 h 3490"/>
                <a:gd name="T26" fmla="*/ 0 w 3485"/>
                <a:gd name="T27" fmla="*/ 10 h 3490"/>
                <a:gd name="T28" fmla="*/ 0 w 3485"/>
                <a:gd name="T29" fmla="*/ 8 h 3490"/>
                <a:gd name="T30" fmla="*/ 2 w 3485"/>
                <a:gd name="T31" fmla="*/ 6 h 3490"/>
                <a:gd name="T32" fmla="*/ 10 w 3485"/>
                <a:gd name="T33" fmla="*/ 20 h 3490"/>
                <a:gd name="T34" fmla="*/ 11 w 3485"/>
                <a:gd name="T35" fmla="*/ 22 h 3490"/>
                <a:gd name="T36" fmla="*/ 11 w 3485"/>
                <a:gd name="T37" fmla="*/ 25 h 3490"/>
                <a:gd name="T38" fmla="*/ 10 w 3485"/>
                <a:gd name="T39" fmla="*/ 27 h 3490"/>
                <a:gd name="T40" fmla="*/ 8 w 3485"/>
                <a:gd name="T41" fmla="*/ 26 h 3490"/>
                <a:gd name="T42" fmla="*/ 7 w 3485"/>
                <a:gd name="T43" fmla="*/ 24 h 3490"/>
                <a:gd name="T44" fmla="*/ 7 w 3485"/>
                <a:gd name="T45" fmla="*/ 22 h 3490"/>
                <a:gd name="T46" fmla="*/ 8 w 3485"/>
                <a:gd name="T47" fmla="*/ 20 h 3490"/>
                <a:gd name="T48" fmla="*/ 20 w 3485"/>
                <a:gd name="T49" fmla="*/ 21 h 3490"/>
                <a:gd name="T50" fmla="*/ 21 w 3485"/>
                <a:gd name="T51" fmla="*/ 23 h 3490"/>
                <a:gd name="T52" fmla="*/ 21 w 3485"/>
                <a:gd name="T53" fmla="*/ 26 h 3490"/>
                <a:gd name="T54" fmla="*/ 20 w 3485"/>
                <a:gd name="T55" fmla="*/ 28 h 3490"/>
                <a:gd name="T56" fmla="*/ 18 w 3485"/>
                <a:gd name="T57" fmla="*/ 28 h 3490"/>
                <a:gd name="T58" fmla="*/ 17 w 3485"/>
                <a:gd name="T59" fmla="*/ 26 h 3490"/>
                <a:gd name="T60" fmla="*/ 17 w 3485"/>
                <a:gd name="T61" fmla="*/ 23 h 3490"/>
                <a:gd name="T62" fmla="*/ 18 w 3485"/>
                <a:gd name="T63" fmla="*/ 21 h 3490"/>
                <a:gd name="T64" fmla="*/ 19 w 3485"/>
                <a:gd name="T65" fmla="*/ 11 h 3490"/>
                <a:gd name="T66" fmla="*/ 20 w 3485"/>
                <a:gd name="T67" fmla="*/ 13 h 3490"/>
                <a:gd name="T68" fmla="*/ 21 w 3485"/>
                <a:gd name="T69" fmla="*/ 15 h 3490"/>
                <a:gd name="T70" fmla="*/ 20 w 3485"/>
                <a:gd name="T71" fmla="*/ 17 h 3490"/>
                <a:gd name="T72" fmla="*/ 18 w 3485"/>
                <a:gd name="T73" fmla="*/ 17 h 3490"/>
                <a:gd name="T74" fmla="*/ 17 w 3485"/>
                <a:gd name="T75" fmla="*/ 16 h 3490"/>
                <a:gd name="T76" fmla="*/ 17 w 3485"/>
                <a:gd name="T77" fmla="*/ 13 h 3490"/>
                <a:gd name="T78" fmla="*/ 18 w 3485"/>
                <a:gd name="T79" fmla="*/ 11 h 3490"/>
                <a:gd name="T80" fmla="*/ 26 w 3485"/>
                <a:gd name="T81" fmla="*/ 7 h 3490"/>
                <a:gd name="T82" fmla="*/ 27 w 3485"/>
                <a:gd name="T83" fmla="*/ 8 h 3490"/>
                <a:gd name="T84" fmla="*/ 27 w 3485"/>
                <a:gd name="T85" fmla="*/ 11 h 3490"/>
                <a:gd name="T86" fmla="*/ 26 w 3485"/>
                <a:gd name="T87" fmla="*/ 13 h 3490"/>
                <a:gd name="T88" fmla="*/ 25 w 3485"/>
                <a:gd name="T89" fmla="*/ 13 h 3490"/>
                <a:gd name="T90" fmla="*/ 24 w 3485"/>
                <a:gd name="T91" fmla="*/ 12 h 3490"/>
                <a:gd name="T92" fmla="*/ 24 w 3485"/>
                <a:gd name="T93" fmla="*/ 9 h 3490"/>
                <a:gd name="T94" fmla="*/ 24 w 3485"/>
                <a:gd name="T95" fmla="*/ 7 h 3490"/>
                <a:gd name="T96" fmla="*/ 26 w 3485"/>
                <a:gd name="T97" fmla="*/ 17 h 3490"/>
                <a:gd name="T98" fmla="*/ 27 w 3485"/>
                <a:gd name="T99" fmla="*/ 18 h 3490"/>
                <a:gd name="T100" fmla="*/ 28 w 3485"/>
                <a:gd name="T101" fmla="*/ 21 h 3490"/>
                <a:gd name="T102" fmla="*/ 27 w 3485"/>
                <a:gd name="T103" fmla="*/ 23 h 3490"/>
                <a:gd name="T104" fmla="*/ 26 w 3485"/>
                <a:gd name="T105" fmla="*/ 24 h 3490"/>
                <a:gd name="T106" fmla="*/ 24 w 3485"/>
                <a:gd name="T107" fmla="*/ 23 h 3490"/>
                <a:gd name="T108" fmla="*/ 24 w 3485"/>
                <a:gd name="T109" fmla="*/ 20 h 3490"/>
                <a:gd name="T110" fmla="*/ 25 w 3485"/>
                <a:gd name="T111" fmla="*/ 18 h 3490"/>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w 3485"/>
                <a:gd name="T169" fmla="*/ 0 h 3490"/>
                <a:gd name="T170" fmla="*/ 3485 w 3485"/>
                <a:gd name="T171" fmla="*/ 3490 h 3490"/>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T168" t="T169" r="T170" b="T171"/>
              <a:pathLst>
                <a:path w="3485" h="3490">
                  <a:moveTo>
                    <a:pt x="1754" y="0"/>
                  </a:moveTo>
                  <a:lnTo>
                    <a:pt x="1797" y="2"/>
                  </a:lnTo>
                  <a:lnTo>
                    <a:pt x="1840" y="5"/>
                  </a:lnTo>
                  <a:lnTo>
                    <a:pt x="1881" y="12"/>
                  </a:lnTo>
                  <a:lnTo>
                    <a:pt x="1921" y="20"/>
                  </a:lnTo>
                  <a:lnTo>
                    <a:pt x="1959" y="31"/>
                  </a:lnTo>
                  <a:lnTo>
                    <a:pt x="1994" y="44"/>
                  </a:lnTo>
                  <a:lnTo>
                    <a:pt x="2028" y="59"/>
                  </a:lnTo>
                  <a:lnTo>
                    <a:pt x="2058" y="74"/>
                  </a:lnTo>
                  <a:lnTo>
                    <a:pt x="2086" y="93"/>
                  </a:lnTo>
                  <a:lnTo>
                    <a:pt x="2111" y="113"/>
                  </a:lnTo>
                  <a:lnTo>
                    <a:pt x="2132" y="133"/>
                  </a:lnTo>
                  <a:lnTo>
                    <a:pt x="2151" y="155"/>
                  </a:lnTo>
                  <a:lnTo>
                    <a:pt x="2165" y="179"/>
                  </a:lnTo>
                  <a:lnTo>
                    <a:pt x="2175" y="203"/>
                  </a:lnTo>
                  <a:lnTo>
                    <a:pt x="2182" y="229"/>
                  </a:lnTo>
                  <a:lnTo>
                    <a:pt x="2185" y="255"/>
                  </a:lnTo>
                  <a:lnTo>
                    <a:pt x="2182" y="281"/>
                  </a:lnTo>
                  <a:lnTo>
                    <a:pt x="2175" y="305"/>
                  </a:lnTo>
                  <a:lnTo>
                    <a:pt x="2165" y="330"/>
                  </a:lnTo>
                  <a:lnTo>
                    <a:pt x="2151" y="353"/>
                  </a:lnTo>
                  <a:lnTo>
                    <a:pt x="2132" y="376"/>
                  </a:lnTo>
                  <a:lnTo>
                    <a:pt x="2111" y="397"/>
                  </a:lnTo>
                  <a:lnTo>
                    <a:pt x="2086" y="417"/>
                  </a:lnTo>
                  <a:lnTo>
                    <a:pt x="2058" y="434"/>
                  </a:lnTo>
                  <a:lnTo>
                    <a:pt x="2028" y="451"/>
                  </a:lnTo>
                  <a:lnTo>
                    <a:pt x="1994" y="466"/>
                  </a:lnTo>
                  <a:lnTo>
                    <a:pt x="1959" y="479"/>
                  </a:lnTo>
                  <a:lnTo>
                    <a:pt x="1921" y="489"/>
                  </a:lnTo>
                  <a:lnTo>
                    <a:pt x="1881" y="498"/>
                  </a:lnTo>
                  <a:lnTo>
                    <a:pt x="1840" y="505"/>
                  </a:lnTo>
                  <a:lnTo>
                    <a:pt x="1797" y="508"/>
                  </a:lnTo>
                  <a:lnTo>
                    <a:pt x="1754" y="509"/>
                  </a:lnTo>
                  <a:lnTo>
                    <a:pt x="1710" y="508"/>
                  </a:lnTo>
                  <a:lnTo>
                    <a:pt x="1667" y="505"/>
                  </a:lnTo>
                  <a:lnTo>
                    <a:pt x="1626" y="498"/>
                  </a:lnTo>
                  <a:lnTo>
                    <a:pt x="1586" y="489"/>
                  </a:lnTo>
                  <a:lnTo>
                    <a:pt x="1548" y="479"/>
                  </a:lnTo>
                  <a:lnTo>
                    <a:pt x="1512" y="466"/>
                  </a:lnTo>
                  <a:lnTo>
                    <a:pt x="1479" y="451"/>
                  </a:lnTo>
                  <a:lnTo>
                    <a:pt x="1449" y="434"/>
                  </a:lnTo>
                  <a:lnTo>
                    <a:pt x="1421" y="417"/>
                  </a:lnTo>
                  <a:lnTo>
                    <a:pt x="1395" y="397"/>
                  </a:lnTo>
                  <a:lnTo>
                    <a:pt x="1374" y="376"/>
                  </a:lnTo>
                  <a:lnTo>
                    <a:pt x="1355" y="353"/>
                  </a:lnTo>
                  <a:lnTo>
                    <a:pt x="1341" y="330"/>
                  </a:lnTo>
                  <a:lnTo>
                    <a:pt x="1331" y="305"/>
                  </a:lnTo>
                  <a:lnTo>
                    <a:pt x="1324" y="281"/>
                  </a:lnTo>
                  <a:lnTo>
                    <a:pt x="1321" y="255"/>
                  </a:lnTo>
                  <a:lnTo>
                    <a:pt x="1324" y="229"/>
                  </a:lnTo>
                  <a:lnTo>
                    <a:pt x="1331" y="203"/>
                  </a:lnTo>
                  <a:lnTo>
                    <a:pt x="1341" y="179"/>
                  </a:lnTo>
                  <a:lnTo>
                    <a:pt x="1355" y="155"/>
                  </a:lnTo>
                  <a:lnTo>
                    <a:pt x="1374" y="133"/>
                  </a:lnTo>
                  <a:lnTo>
                    <a:pt x="1395" y="113"/>
                  </a:lnTo>
                  <a:lnTo>
                    <a:pt x="1421" y="93"/>
                  </a:lnTo>
                  <a:lnTo>
                    <a:pt x="1449" y="74"/>
                  </a:lnTo>
                  <a:lnTo>
                    <a:pt x="1479" y="59"/>
                  </a:lnTo>
                  <a:lnTo>
                    <a:pt x="1512" y="44"/>
                  </a:lnTo>
                  <a:lnTo>
                    <a:pt x="1548" y="31"/>
                  </a:lnTo>
                  <a:lnTo>
                    <a:pt x="1586" y="20"/>
                  </a:lnTo>
                  <a:lnTo>
                    <a:pt x="1626" y="12"/>
                  </a:lnTo>
                  <a:lnTo>
                    <a:pt x="1667" y="5"/>
                  </a:lnTo>
                  <a:lnTo>
                    <a:pt x="1710" y="2"/>
                  </a:lnTo>
                  <a:lnTo>
                    <a:pt x="1754" y="0"/>
                  </a:lnTo>
                  <a:close/>
                  <a:moveTo>
                    <a:pt x="239" y="786"/>
                  </a:moveTo>
                  <a:lnTo>
                    <a:pt x="263" y="788"/>
                  </a:lnTo>
                  <a:lnTo>
                    <a:pt x="287" y="794"/>
                  </a:lnTo>
                  <a:lnTo>
                    <a:pt x="309" y="805"/>
                  </a:lnTo>
                  <a:lnTo>
                    <a:pt x="331" y="819"/>
                  </a:lnTo>
                  <a:lnTo>
                    <a:pt x="352" y="836"/>
                  </a:lnTo>
                  <a:lnTo>
                    <a:pt x="372" y="857"/>
                  </a:lnTo>
                  <a:lnTo>
                    <a:pt x="390" y="882"/>
                  </a:lnTo>
                  <a:lnTo>
                    <a:pt x="407" y="909"/>
                  </a:lnTo>
                  <a:lnTo>
                    <a:pt x="423" y="940"/>
                  </a:lnTo>
                  <a:lnTo>
                    <a:pt x="437" y="971"/>
                  </a:lnTo>
                  <a:lnTo>
                    <a:pt x="448" y="1006"/>
                  </a:lnTo>
                  <a:lnTo>
                    <a:pt x="459" y="1043"/>
                  </a:lnTo>
                  <a:lnTo>
                    <a:pt x="467" y="1081"/>
                  </a:lnTo>
                  <a:lnTo>
                    <a:pt x="473" y="1121"/>
                  </a:lnTo>
                  <a:lnTo>
                    <a:pt x="476" y="1163"/>
                  </a:lnTo>
                  <a:lnTo>
                    <a:pt x="478" y="1206"/>
                  </a:lnTo>
                  <a:lnTo>
                    <a:pt x="476" y="1248"/>
                  </a:lnTo>
                  <a:lnTo>
                    <a:pt x="473" y="1290"/>
                  </a:lnTo>
                  <a:lnTo>
                    <a:pt x="467" y="1330"/>
                  </a:lnTo>
                  <a:lnTo>
                    <a:pt x="459" y="1367"/>
                  </a:lnTo>
                  <a:lnTo>
                    <a:pt x="448" y="1405"/>
                  </a:lnTo>
                  <a:lnTo>
                    <a:pt x="437" y="1439"/>
                  </a:lnTo>
                  <a:lnTo>
                    <a:pt x="423" y="1472"/>
                  </a:lnTo>
                  <a:lnTo>
                    <a:pt x="407" y="1501"/>
                  </a:lnTo>
                  <a:lnTo>
                    <a:pt x="390" y="1528"/>
                  </a:lnTo>
                  <a:lnTo>
                    <a:pt x="372" y="1553"/>
                  </a:lnTo>
                  <a:lnTo>
                    <a:pt x="352" y="1574"/>
                  </a:lnTo>
                  <a:lnTo>
                    <a:pt x="331" y="1591"/>
                  </a:lnTo>
                  <a:lnTo>
                    <a:pt x="309" y="1605"/>
                  </a:lnTo>
                  <a:lnTo>
                    <a:pt x="287" y="1616"/>
                  </a:lnTo>
                  <a:lnTo>
                    <a:pt x="263" y="1622"/>
                  </a:lnTo>
                  <a:lnTo>
                    <a:pt x="239" y="1624"/>
                  </a:lnTo>
                  <a:lnTo>
                    <a:pt x="214" y="1622"/>
                  </a:lnTo>
                  <a:lnTo>
                    <a:pt x="191" y="1616"/>
                  </a:lnTo>
                  <a:lnTo>
                    <a:pt x="168" y="1605"/>
                  </a:lnTo>
                  <a:lnTo>
                    <a:pt x="146" y="1591"/>
                  </a:lnTo>
                  <a:lnTo>
                    <a:pt x="125" y="1574"/>
                  </a:lnTo>
                  <a:lnTo>
                    <a:pt x="105" y="1553"/>
                  </a:lnTo>
                  <a:lnTo>
                    <a:pt x="87" y="1528"/>
                  </a:lnTo>
                  <a:lnTo>
                    <a:pt x="70" y="1501"/>
                  </a:lnTo>
                  <a:lnTo>
                    <a:pt x="55" y="1472"/>
                  </a:lnTo>
                  <a:lnTo>
                    <a:pt x="41" y="1439"/>
                  </a:lnTo>
                  <a:lnTo>
                    <a:pt x="29" y="1405"/>
                  </a:lnTo>
                  <a:lnTo>
                    <a:pt x="18" y="1367"/>
                  </a:lnTo>
                  <a:lnTo>
                    <a:pt x="10" y="1330"/>
                  </a:lnTo>
                  <a:lnTo>
                    <a:pt x="4" y="1290"/>
                  </a:lnTo>
                  <a:lnTo>
                    <a:pt x="1" y="1248"/>
                  </a:lnTo>
                  <a:lnTo>
                    <a:pt x="0" y="1206"/>
                  </a:lnTo>
                  <a:lnTo>
                    <a:pt x="1" y="1163"/>
                  </a:lnTo>
                  <a:lnTo>
                    <a:pt x="4" y="1121"/>
                  </a:lnTo>
                  <a:lnTo>
                    <a:pt x="10" y="1081"/>
                  </a:lnTo>
                  <a:lnTo>
                    <a:pt x="18" y="1043"/>
                  </a:lnTo>
                  <a:lnTo>
                    <a:pt x="29" y="1006"/>
                  </a:lnTo>
                  <a:lnTo>
                    <a:pt x="41" y="971"/>
                  </a:lnTo>
                  <a:lnTo>
                    <a:pt x="55" y="940"/>
                  </a:lnTo>
                  <a:lnTo>
                    <a:pt x="70" y="909"/>
                  </a:lnTo>
                  <a:lnTo>
                    <a:pt x="87" y="882"/>
                  </a:lnTo>
                  <a:lnTo>
                    <a:pt x="105" y="857"/>
                  </a:lnTo>
                  <a:lnTo>
                    <a:pt x="125" y="836"/>
                  </a:lnTo>
                  <a:lnTo>
                    <a:pt x="146" y="819"/>
                  </a:lnTo>
                  <a:lnTo>
                    <a:pt x="168" y="805"/>
                  </a:lnTo>
                  <a:lnTo>
                    <a:pt x="191" y="794"/>
                  </a:lnTo>
                  <a:lnTo>
                    <a:pt x="214" y="788"/>
                  </a:lnTo>
                  <a:lnTo>
                    <a:pt x="239" y="786"/>
                  </a:lnTo>
                  <a:close/>
                  <a:moveTo>
                    <a:pt x="1119" y="2495"/>
                  </a:moveTo>
                  <a:lnTo>
                    <a:pt x="1143" y="2498"/>
                  </a:lnTo>
                  <a:lnTo>
                    <a:pt x="1167" y="2504"/>
                  </a:lnTo>
                  <a:lnTo>
                    <a:pt x="1190" y="2514"/>
                  </a:lnTo>
                  <a:lnTo>
                    <a:pt x="1211" y="2528"/>
                  </a:lnTo>
                  <a:lnTo>
                    <a:pt x="1232" y="2546"/>
                  </a:lnTo>
                  <a:lnTo>
                    <a:pt x="1252" y="2567"/>
                  </a:lnTo>
                  <a:lnTo>
                    <a:pt x="1271" y="2592"/>
                  </a:lnTo>
                  <a:lnTo>
                    <a:pt x="1288" y="2618"/>
                  </a:lnTo>
                  <a:lnTo>
                    <a:pt x="1304" y="2648"/>
                  </a:lnTo>
                  <a:lnTo>
                    <a:pt x="1318" y="2681"/>
                  </a:lnTo>
                  <a:lnTo>
                    <a:pt x="1329" y="2715"/>
                  </a:lnTo>
                  <a:lnTo>
                    <a:pt x="1340" y="2752"/>
                  </a:lnTo>
                  <a:lnTo>
                    <a:pt x="1348" y="2790"/>
                  </a:lnTo>
                  <a:lnTo>
                    <a:pt x="1354" y="2830"/>
                  </a:lnTo>
                  <a:lnTo>
                    <a:pt x="1358" y="2872"/>
                  </a:lnTo>
                  <a:lnTo>
                    <a:pt x="1359" y="2914"/>
                  </a:lnTo>
                  <a:lnTo>
                    <a:pt x="1358" y="2956"/>
                  </a:lnTo>
                  <a:lnTo>
                    <a:pt x="1354" y="2998"/>
                  </a:lnTo>
                  <a:lnTo>
                    <a:pt x="1348" y="3038"/>
                  </a:lnTo>
                  <a:lnTo>
                    <a:pt x="1340" y="3077"/>
                  </a:lnTo>
                  <a:lnTo>
                    <a:pt x="1329" y="3113"/>
                  </a:lnTo>
                  <a:lnTo>
                    <a:pt x="1318" y="3147"/>
                  </a:lnTo>
                  <a:lnTo>
                    <a:pt x="1304" y="3180"/>
                  </a:lnTo>
                  <a:lnTo>
                    <a:pt x="1288" y="3209"/>
                  </a:lnTo>
                  <a:lnTo>
                    <a:pt x="1271" y="3238"/>
                  </a:lnTo>
                  <a:lnTo>
                    <a:pt x="1252" y="3261"/>
                  </a:lnTo>
                  <a:lnTo>
                    <a:pt x="1232" y="3282"/>
                  </a:lnTo>
                  <a:lnTo>
                    <a:pt x="1211" y="3301"/>
                  </a:lnTo>
                  <a:lnTo>
                    <a:pt x="1190" y="3315"/>
                  </a:lnTo>
                  <a:lnTo>
                    <a:pt x="1167" y="3325"/>
                  </a:lnTo>
                  <a:lnTo>
                    <a:pt x="1143" y="3331"/>
                  </a:lnTo>
                  <a:lnTo>
                    <a:pt x="1119" y="3334"/>
                  </a:lnTo>
                  <a:lnTo>
                    <a:pt x="1094" y="3331"/>
                  </a:lnTo>
                  <a:lnTo>
                    <a:pt x="1070" y="3325"/>
                  </a:lnTo>
                  <a:lnTo>
                    <a:pt x="1048" y="3315"/>
                  </a:lnTo>
                  <a:lnTo>
                    <a:pt x="1026" y="3301"/>
                  </a:lnTo>
                  <a:lnTo>
                    <a:pt x="1005" y="3282"/>
                  </a:lnTo>
                  <a:lnTo>
                    <a:pt x="985" y="3261"/>
                  </a:lnTo>
                  <a:lnTo>
                    <a:pt x="967" y="3238"/>
                  </a:lnTo>
                  <a:lnTo>
                    <a:pt x="950" y="3209"/>
                  </a:lnTo>
                  <a:lnTo>
                    <a:pt x="935" y="3180"/>
                  </a:lnTo>
                  <a:lnTo>
                    <a:pt x="921" y="3147"/>
                  </a:lnTo>
                  <a:lnTo>
                    <a:pt x="909" y="3113"/>
                  </a:lnTo>
                  <a:lnTo>
                    <a:pt x="898" y="3077"/>
                  </a:lnTo>
                  <a:lnTo>
                    <a:pt x="890" y="3038"/>
                  </a:lnTo>
                  <a:lnTo>
                    <a:pt x="884" y="2998"/>
                  </a:lnTo>
                  <a:lnTo>
                    <a:pt x="881" y="2956"/>
                  </a:lnTo>
                  <a:lnTo>
                    <a:pt x="880" y="2914"/>
                  </a:lnTo>
                  <a:lnTo>
                    <a:pt x="881" y="2872"/>
                  </a:lnTo>
                  <a:lnTo>
                    <a:pt x="884" y="2830"/>
                  </a:lnTo>
                  <a:lnTo>
                    <a:pt x="890" y="2790"/>
                  </a:lnTo>
                  <a:lnTo>
                    <a:pt x="898" y="2752"/>
                  </a:lnTo>
                  <a:lnTo>
                    <a:pt x="909" y="2715"/>
                  </a:lnTo>
                  <a:lnTo>
                    <a:pt x="921" y="2681"/>
                  </a:lnTo>
                  <a:lnTo>
                    <a:pt x="935" y="2648"/>
                  </a:lnTo>
                  <a:lnTo>
                    <a:pt x="950" y="2618"/>
                  </a:lnTo>
                  <a:lnTo>
                    <a:pt x="967" y="2592"/>
                  </a:lnTo>
                  <a:lnTo>
                    <a:pt x="985" y="2567"/>
                  </a:lnTo>
                  <a:lnTo>
                    <a:pt x="1005" y="2546"/>
                  </a:lnTo>
                  <a:lnTo>
                    <a:pt x="1026" y="2528"/>
                  </a:lnTo>
                  <a:lnTo>
                    <a:pt x="1048" y="2514"/>
                  </a:lnTo>
                  <a:lnTo>
                    <a:pt x="1070" y="2504"/>
                  </a:lnTo>
                  <a:lnTo>
                    <a:pt x="1094" y="2498"/>
                  </a:lnTo>
                  <a:lnTo>
                    <a:pt x="1119" y="2495"/>
                  </a:lnTo>
                  <a:close/>
                  <a:moveTo>
                    <a:pt x="2380" y="2651"/>
                  </a:moveTo>
                  <a:lnTo>
                    <a:pt x="2405" y="2654"/>
                  </a:lnTo>
                  <a:lnTo>
                    <a:pt x="2428" y="2660"/>
                  </a:lnTo>
                  <a:lnTo>
                    <a:pt x="2452" y="2670"/>
                  </a:lnTo>
                  <a:lnTo>
                    <a:pt x="2473" y="2684"/>
                  </a:lnTo>
                  <a:lnTo>
                    <a:pt x="2494" y="2703"/>
                  </a:lnTo>
                  <a:lnTo>
                    <a:pt x="2514" y="2724"/>
                  </a:lnTo>
                  <a:lnTo>
                    <a:pt x="2533" y="2747"/>
                  </a:lnTo>
                  <a:lnTo>
                    <a:pt x="2550" y="2774"/>
                  </a:lnTo>
                  <a:lnTo>
                    <a:pt x="2565" y="2805"/>
                  </a:lnTo>
                  <a:lnTo>
                    <a:pt x="2580" y="2838"/>
                  </a:lnTo>
                  <a:lnTo>
                    <a:pt x="2591" y="2872"/>
                  </a:lnTo>
                  <a:lnTo>
                    <a:pt x="2602" y="2908"/>
                  </a:lnTo>
                  <a:lnTo>
                    <a:pt x="2610" y="2947"/>
                  </a:lnTo>
                  <a:lnTo>
                    <a:pt x="2616" y="2987"/>
                  </a:lnTo>
                  <a:lnTo>
                    <a:pt x="2619" y="3029"/>
                  </a:lnTo>
                  <a:lnTo>
                    <a:pt x="2621" y="3071"/>
                  </a:lnTo>
                  <a:lnTo>
                    <a:pt x="2619" y="3113"/>
                  </a:lnTo>
                  <a:lnTo>
                    <a:pt x="2616" y="3155"/>
                  </a:lnTo>
                  <a:lnTo>
                    <a:pt x="2610" y="3195"/>
                  </a:lnTo>
                  <a:lnTo>
                    <a:pt x="2602" y="3233"/>
                  </a:lnTo>
                  <a:lnTo>
                    <a:pt x="2591" y="3270"/>
                  </a:lnTo>
                  <a:lnTo>
                    <a:pt x="2580" y="3304"/>
                  </a:lnTo>
                  <a:lnTo>
                    <a:pt x="2565" y="3337"/>
                  </a:lnTo>
                  <a:lnTo>
                    <a:pt x="2550" y="3367"/>
                  </a:lnTo>
                  <a:lnTo>
                    <a:pt x="2533" y="3393"/>
                  </a:lnTo>
                  <a:lnTo>
                    <a:pt x="2514" y="3418"/>
                  </a:lnTo>
                  <a:lnTo>
                    <a:pt x="2494" y="3439"/>
                  </a:lnTo>
                  <a:lnTo>
                    <a:pt x="2473" y="3457"/>
                  </a:lnTo>
                  <a:lnTo>
                    <a:pt x="2452" y="3471"/>
                  </a:lnTo>
                  <a:lnTo>
                    <a:pt x="2428" y="3481"/>
                  </a:lnTo>
                  <a:lnTo>
                    <a:pt x="2405" y="3487"/>
                  </a:lnTo>
                  <a:lnTo>
                    <a:pt x="2380" y="3490"/>
                  </a:lnTo>
                  <a:lnTo>
                    <a:pt x="2356" y="3487"/>
                  </a:lnTo>
                  <a:lnTo>
                    <a:pt x="2332" y="3481"/>
                  </a:lnTo>
                  <a:lnTo>
                    <a:pt x="2310" y="3471"/>
                  </a:lnTo>
                  <a:lnTo>
                    <a:pt x="2288" y="3457"/>
                  </a:lnTo>
                  <a:lnTo>
                    <a:pt x="2267" y="3439"/>
                  </a:lnTo>
                  <a:lnTo>
                    <a:pt x="2248" y="3418"/>
                  </a:lnTo>
                  <a:lnTo>
                    <a:pt x="2229" y="3393"/>
                  </a:lnTo>
                  <a:lnTo>
                    <a:pt x="2212" y="3367"/>
                  </a:lnTo>
                  <a:lnTo>
                    <a:pt x="2196" y="3337"/>
                  </a:lnTo>
                  <a:lnTo>
                    <a:pt x="2182" y="3304"/>
                  </a:lnTo>
                  <a:lnTo>
                    <a:pt x="2171" y="3270"/>
                  </a:lnTo>
                  <a:lnTo>
                    <a:pt x="2160" y="3233"/>
                  </a:lnTo>
                  <a:lnTo>
                    <a:pt x="2152" y="3195"/>
                  </a:lnTo>
                  <a:lnTo>
                    <a:pt x="2146" y="3155"/>
                  </a:lnTo>
                  <a:lnTo>
                    <a:pt x="2142" y="3113"/>
                  </a:lnTo>
                  <a:lnTo>
                    <a:pt x="2141" y="3071"/>
                  </a:lnTo>
                  <a:lnTo>
                    <a:pt x="2142" y="3029"/>
                  </a:lnTo>
                  <a:lnTo>
                    <a:pt x="2146" y="2987"/>
                  </a:lnTo>
                  <a:lnTo>
                    <a:pt x="2152" y="2947"/>
                  </a:lnTo>
                  <a:lnTo>
                    <a:pt x="2160" y="2908"/>
                  </a:lnTo>
                  <a:lnTo>
                    <a:pt x="2171" y="2872"/>
                  </a:lnTo>
                  <a:lnTo>
                    <a:pt x="2182" y="2838"/>
                  </a:lnTo>
                  <a:lnTo>
                    <a:pt x="2196" y="2805"/>
                  </a:lnTo>
                  <a:lnTo>
                    <a:pt x="2212" y="2774"/>
                  </a:lnTo>
                  <a:lnTo>
                    <a:pt x="2229" y="2747"/>
                  </a:lnTo>
                  <a:lnTo>
                    <a:pt x="2248" y="2724"/>
                  </a:lnTo>
                  <a:lnTo>
                    <a:pt x="2267" y="2703"/>
                  </a:lnTo>
                  <a:lnTo>
                    <a:pt x="2288" y="2684"/>
                  </a:lnTo>
                  <a:lnTo>
                    <a:pt x="2310" y="2670"/>
                  </a:lnTo>
                  <a:lnTo>
                    <a:pt x="2332" y="2660"/>
                  </a:lnTo>
                  <a:lnTo>
                    <a:pt x="2356" y="2654"/>
                  </a:lnTo>
                  <a:lnTo>
                    <a:pt x="2380" y="2651"/>
                  </a:lnTo>
                  <a:close/>
                  <a:moveTo>
                    <a:pt x="2342" y="1355"/>
                  </a:moveTo>
                  <a:lnTo>
                    <a:pt x="2366" y="1357"/>
                  </a:lnTo>
                  <a:lnTo>
                    <a:pt x="2390" y="1363"/>
                  </a:lnTo>
                  <a:lnTo>
                    <a:pt x="2412" y="1373"/>
                  </a:lnTo>
                  <a:lnTo>
                    <a:pt x="2434" y="1387"/>
                  </a:lnTo>
                  <a:lnTo>
                    <a:pt x="2455" y="1405"/>
                  </a:lnTo>
                  <a:lnTo>
                    <a:pt x="2475" y="1426"/>
                  </a:lnTo>
                  <a:lnTo>
                    <a:pt x="2493" y="1451"/>
                  </a:lnTo>
                  <a:lnTo>
                    <a:pt x="2510" y="1478"/>
                  </a:lnTo>
                  <a:lnTo>
                    <a:pt x="2526" y="1507"/>
                  </a:lnTo>
                  <a:lnTo>
                    <a:pt x="2540" y="1540"/>
                  </a:lnTo>
                  <a:lnTo>
                    <a:pt x="2551" y="1574"/>
                  </a:lnTo>
                  <a:lnTo>
                    <a:pt x="2562" y="1611"/>
                  </a:lnTo>
                  <a:lnTo>
                    <a:pt x="2570" y="1649"/>
                  </a:lnTo>
                  <a:lnTo>
                    <a:pt x="2576" y="1689"/>
                  </a:lnTo>
                  <a:lnTo>
                    <a:pt x="2580" y="1731"/>
                  </a:lnTo>
                  <a:lnTo>
                    <a:pt x="2581" y="1773"/>
                  </a:lnTo>
                  <a:lnTo>
                    <a:pt x="2580" y="1815"/>
                  </a:lnTo>
                  <a:lnTo>
                    <a:pt x="2576" y="1858"/>
                  </a:lnTo>
                  <a:lnTo>
                    <a:pt x="2570" y="1897"/>
                  </a:lnTo>
                  <a:lnTo>
                    <a:pt x="2562" y="1936"/>
                  </a:lnTo>
                  <a:lnTo>
                    <a:pt x="2551" y="1972"/>
                  </a:lnTo>
                  <a:lnTo>
                    <a:pt x="2540" y="2008"/>
                  </a:lnTo>
                  <a:lnTo>
                    <a:pt x="2526" y="2039"/>
                  </a:lnTo>
                  <a:lnTo>
                    <a:pt x="2510" y="2070"/>
                  </a:lnTo>
                  <a:lnTo>
                    <a:pt x="2493" y="2097"/>
                  </a:lnTo>
                  <a:lnTo>
                    <a:pt x="2475" y="2121"/>
                  </a:lnTo>
                  <a:lnTo>
                    <a:pt x="2455" y="2142"/>
                  </a:lnTo>
                  <a:lnTo>
                    <a:pt x="2434" y="2160"/>
                  </a:lnTo>
                  <a:lnTo>
                    <a:pt x="2412" y="2174"/>
                  </a:lnTo>
                  <a:lnTo>
                    <a:pt x="2390" y="2185"/>
                  </a:lnTo>
                  <a:lnTo>
                    <a:pt x="2366" y="2191"/>
                  </a:lnTo>
                  <a:lnTo>
                    <a:pt x="2342" y="2193"/>
                  </a:lnTo>
                  <a:lnTo>
                    <a:pt x="2317" y="2191"/>
                  </a:lnTo>
                  <a:lnTo>
                    <a:pt x="2294" y="2185"/>
                  </a:lnTo>
                  <a:lnTo>
                    <a:pt x="2270" y="2174"/>
                  </a:lnTo>
                  <a:lnTo>
                    <a:pt x="2249" y="2160"/>
                  </a:lnTo>
                  <a:lnTo>
                    <a:pt x="2228" y="2142"/>
                  </a:lnTo>
                  <a:lnTo>
                    <a:pt x="2208" y="2121"/>
                  </a:lnTo>
                  <a:lnTo>
                    <a:pt x="2189" y="2097"/>
                  </a:lnTo>
                  <a:lnTo>
                    <a:pt x="2173" y="2070"/>
                  </a:lnTo>
                  <a:lnTo>
                    <a:pt x="2157" y="2039"/>
                  </a:lnTo>
                  <a:lnTo>
                    <a:pt x="2142" y="2008"/>
                  </a:lnTo>
                  <a:lnTo>
                    <a:pt x="2131" y="1972"/>
                  </a:lnTo>
                  <a:lnTo>
                    <a:pt x="2120" y="1936"/>
                  </a:lnTo>
                  <a:lnTo>
                    <a:pt x="2112" y="1897"/>
                  </a:lnTo>
                  <a:lnTo>
                    <a:pt x="2106" y="1858"/>
                  </a:lnTo>
                  <a:lnTo>
                    <a:pt x="2103" y="1815"/>
                  </a:lnTo>
                  <a:lnTo>
                    <a:pt x="2101" y="1773"/>
                  </a:lnTo>
                  <a:lnTo>
                    <a:pt x="2103" y="1731"/>
                  </a:lnTo>
                  <a:lnTo>
                    <a:pt x="2106" y="1689"/>
                  </a:lnTo>
                  <a:lnTo>
                    <a:pt x="2112" y="1649"/>
                  </a:lnTo>
                  <a:lnTo>
                    <a:pt x="2120" y="1611"/>
                  </a:lnTo>
                  <a:lnTo>
                    <a:pt x="2131" y="1574"/>
                  </a:lnTo>
                  <a:lnTo>
                    <a:pt x="2142" y="1540"/>
                  </a:lnTo>
                  <a:lnTo>
                    <a:pt x="2157" y="1507"/>
                  </a:lnTo>
                  <a:lnTo>
                    <a:pt x="2173" y="1478"/>
                  </a:lnTo>
                  <a:lnTo>
                    <a:pt x="2189" y="1451"/>
                  </a:lnTo>
                  <a:lnTo>
                    <a:pt x="2208" y="1426"/>
                  </a:lnTo>
                  <a:lnTo>
                    <a:pt x="2228" y="1405"/>
                  </a:lnTo>
                  <a:lnTo>
                    <a:pt x="2249" y="1387"/>
                  </a:lnTo>
                  <a:lnTo>
                    <a:pt x="2270" y="1373"/>
                  </a:lnTo>
                  <a:lnTo>
                    <a:pt x="2294" y="1363"/>
                  </a:lnTo>
                  <a:lnTo>
                    <a:pt x="2317" y="1357"/>
                  </a:lnTo>
                  <a:lnTo>
                    <a:pt x="2342" y="1355"/>
                  </a:lnTo>
                  <a:close/>
                  <a:moveTo>
                    <a:pt x="3179" y="819"/>
                  </a:moveTo>
                  <a:lnTo>
                    <a:pt x="3204" y="821"/>
                  </a:lnTo>
                  <a:lnTo>
                    <a:pt x="3227" y="827"/>
                  </a:lnTo>
                  <a:lnTo>
                    <a:pt x="3250" y="838"/>
                  </a:lnTo>
                  <a:lnTo>
                    <a:pt x="3272" y="852"/>
                  </a:lnTo>
                  <a:lnTo>
                    <a:pt x="3293" y="869"/>
                  </a:lnTo>
                  <a:lnTo>
                    <a:pt x="3312" y="890"/>
                  </a:lnTo>
                  <a:lnTo>
                    <a:pt x="3331" y="915"/>
                  </a:lnTo>
                  <a:lnTo>
                    <a:pt x="3348" y="942"/>
                  </a:lnTo>
                  <a:lnTo>
                    <a:pt x="3363" y="971"/>
                  </a:lnTo>
                  <a:lnTo>
                    <a:pt x="3377" y="1004"/>
                  </a:lnTo>
                  <a:lnTo>
                    <a:pt x="3389" y="1038"/>
                  </a:lnTo>
                  <a:lnTo>
                    <a:pt x="3400" y="1076"/>
                  </a:lnTo>
                  <a:lnTo>
                    <a:pt x="3408" y="1113"/>
                  </a:lnTo>
                  <a:lnTo>
                    <a:pt x="3414" y="1153"/>
                  </a:lnTo>
                  <a:lnTo>
                    <a:pt x="3417" y="1195"/>
                  </a:lnTo>
                  <a:lnTo>
                    <a:pt x="3418" y="1237"/>
                  </a:lnTo>
                  <a:lnTo>
                    <a:pt x="3417" y="1280"/>
                  </a:lnTo>
                  <a:lnTo>
                    <a:pt x="3414" y="1322"/>
                  </a:lnTo>
                  <a:lnTo>
                    <a:pt x="3408" y="1362"/>
                  </a:lnTo>
                  <a:lnTo>
                    <a:pt x="3400" y="1399"/>
                  </a:lnTo>
                  <a:lnTo>
                    <a:pt x="3389" y="1437"/>
                  </a:lnTo>
                  <a:lnTo>
                    <a:pt x="3377" y="1471"/>
                  </a:lnTo>
                  <a:lnTo>
                    <a:pt x="3363" y="1503"/>
                  </a:lnTo>
                  <a:lnTo>
                    <a:pt x="3348" y="1533"/>
                  </a:lnTo>
                  <a:lnTo>
                    <a:pt x="3331" y="1560"/>
                  </a:lnTo>
                  <a:lnTo>
                    <a:pt x="3312" y="1584"/>
                  </a:lnTo>
                  <a:lnTo>
                    <a:pt x="3293" y="1605"/>
                  </a:lnTo>
                  <a:lnTo>
                    <a:pt x="3272" y="1623"/>
                  </a:lnTo>
                  <a:lnTo>
                    <a:pt x="3250" y="1637"/>
                  </a:lnTo>
                  <a:lnTo>
                    <a:pt x="3227" y="1648"/>
                  </a:lnTo>
                  <a:lnTo>
                    <a:pt x="3204" y="1654"/>
                  </a:lnTo>
                  <a:lnTo>
                    <a:pt x="3179" y="1656"/>
                  </a:lnTo>
                  <a:lnTo>
                    <a:pt x="3155" y="1654"/>
                  </a:lnTo>
                  <a:lnTo>
                    <a:pt x="3131" y="1648"/>
                  </a:lnTo>
                  <a:lnTo>
                    <a:pt x="3108" y="1637"/>
                  </a:lnTo>
                  <a:lnTo>
                    <a:pt x="3087" y="1623"/>
                  </a:lnTo>
                  <a:lnTo>
                    <a:pt x="3066" y="1605"/>
                  </a:lnTo>
                  <a:lnTo>
                    <a:pt x="3046" y="1584"/>
                  </a:lnTo>
                  <a:lnTo>
                    <a:pt x="3027" y="1560"/>
                  </a:lnTo>
                  <a:lnTo>
                    <a:pt x="3011" y="1533"/>
                  </a:lnTo>
                  <a:lnTo>
                    <a:pt x="2994" y="1503"/>
                  </a:lnTo>
                  <a:lnTo>
                    <a:pt x="2980" y="1471"/>
                  </a:lnTo>
                  <a:lnTo>
                    <a:pt x="2968" y="1437"/>
                  </a:lnTo>
                  <a:lnTo>
                    <a:pt x="2958" y="1399"/>
                  </a:lnTo>
                  <a:lnTo>
                    <a:pt x="2950" y="1362"/>
                  </a:lnTo>
                  <a:lnTo>
                    <a:pt x="2944" y="1322"/>
                  </a:lnTo>
                  <a:lnTo>
                    <a:pt x="2940" y="1280"/>
                  </a:lnTo>
                  <a:lnTo>
                    <a:pt x="2939" y="1237"/>
                  </a:lnTo>
                  <a:lnTo>
                    <a:pt x="2940" y="1195"/>
                  </a:lnTo>
                  <a:lnTo>
                    <a:pt x="2944" y="1153"/>
                  </a:lnTo>
                  <a:lnTo>
                    <a:pt x="2950" y="1113"/>
                  </a:lnTo>
                  <a:lnTo>
                    <a:pt x="2958" y="1076"/>
                  </a:lnTo>
                  <a:lnTo>
                    <a:pt x="2968" y="1038"/>
                  </a:lnTo>
                  <a:lnTo>
                    <a:pt x="2980" y="1004"/>
                  </a:lnTo>
                  <a:lnTo>
                    <a:pt x="2994" y="971"/>
                  </a:lnTo>
                  <a:lnTo>
                    <a:pt x="3011" y="942"/>
                  </a:lnTo>
                  <a:lnTo>
                    <a:pt x="3027" y="915"/>
                  </a:lnTo>
                  <a:lnTo>
                    <a:pt x="3046" y="890"/>
                  </a:lnTo>
                  <a:lnTo>
                    <a:pt x="3066" y="869"/>
                  </a:lnTo>
                  <a:lnTo>
                    <a:pt x="3087" y="852"/>
                  </a:lnTo>
                  <a:lnTo>
                    <a:pt x="3108" y="838"/>
                  </a:lnTo>
                  <a:lnTo>
                    <a:pt x="3131" y="827"/>
                  </a:lnTo>
                  <a:lnTo>
                    <a:pt x="3155" y="821"/>
                  </a:lnTo>
                  <a:lnTo>
                    <a:pt x="3179" y="819"/>
                  </a:lnTo>
                  <a:close/>
                  <a:moveTo>
                    <a:pt x="3246" y="2144"/>
                  </a:moveTo>
                  <a:lnTo>
                    <a:pt x="3271" y="2146"/>
                  </a:lnTo>
                  <a:lnTo>
                    <a:pt x="3294" y="2152"/>
                  </a:lnTo>
                  <a:lnTo>
                    <a:pt x="3316" y="2162"/>
                  </a:lnTo>
                  <a:lnTo>
                    <a:pt x="3339" y="2176"/>
                  </a:lnTo>
                  <a:lnTo>
                    <a:pt x="3360" y="2194"/>
                  </a:lnTo>
                  <a:lnTo>
                    <a:pt x="3380" y="2215"/>
                  </a:lnTo>
                  <a:lnTo>
                    <a:pt x="3397" y="2240"/>
                  </a:lnTo>
                  <a:lnTo>
                    <a:pt x="3415" y="2267"/>
                  </a:lnTo>
                  <a:lnTo>
                    <a:pt x="3430" y="2296"/>
                  </a:lnTo>
                  <a:lnTo>
                    <a:pt x="3444" y="2329"/>
                  </a:lnTo>
                  <a:lnTo>
                    <a:pt x="3456" y="2363"/>
                  </a:lnTo>
                  <a:lnTo>
                    <a:pt x="3466" y="2400"/>
                  </a:lnTo>
                  <a:lnTo>
                    <a:pt x="3475" y="2438"/>
                  </a:lnTo>
                  <a:lnTo>
                    <a:pt x="3480" y="2478"/>
                  </a:lnTo>
                  <a:lnTo>
                    <a:pt x="3484" y="2520"/>
                  </a:lnTo>
                  <a:lnTo>
                    <a:pt x="3485" y="2562"/>
                  </a:lnTo>
                  <a:lnTo>
                    <a:pt x="3484" y="2604"/>
                  </a:lnTo>
                  <a:lnTo>
                    <a:pt x="3480" y="2647"/>
                  </a:lnTo>
                  <a:lnTo>
                    <a:pt x="3475" y="2686"/>
                  </a:lnTo>
                  <a:lnTo>
                    <a:pt x="3466" y="2725"/>
                  </a:lnTo>
                  <a:lnTo>
                    <a:pt x="3456" y="2762"/>
                  </a:lnTo>
                  <a:lnTo>
                    <a:pt x="3444" y="2796"/>
                  </a:lnTo>
                  <a:lnTo>
                    <a:pt x="3430" y="2828"/>
                  </a:lnTo>
                  <a:lnTo>
                    <a:pt x="3415" y="2858"/>
                  </a:lnTo>
                  <a:lnTo>
                    <a:pt x="3397" y="2886"/>
                  </a:lnTo>
                  <a:lnTo>
                    <a:pt x="3380" y="2909"/>
                  </a:lnTo>
                  <a:lnTo>
                    <a:pt x="3360" y="2930"/>
                  </a:lnTo>
                  <a:lnTo>
                    <a:pt x="3339" y="2949"/>
                  </a:lnTo>
                  <a:lnTo>
                    <a:pt x="3316" y="2963"/>
                  </a:lnTo>
                  <a:lnTo>
                    <a:pt x="3294" y="2974"/>
                  </a:lnTo>
                  <a:lnTo>
                    <a:pt x="3271" y="2980"/>
                  </a:lnTo>
                  <a:lnTo>
                    <a:pt x="3246" y="2982"/>
                  </a:lnTo>
                  <a:lnTo>
                    <a:pt x="3222" y="2980"/>
                  </a:lnTo>
                  <a:lnTo>
                    <a:pt x="3198" y="2974"/>
                  </a:lnTo>
                  <a:lnTo>
                    <a:pt x="3176" y="2963"/>
                  </a:lnTo>
                  <a:lnTo>
                    <a:pt x="3154" y="2949"/>
                  </a:lnTo>
                  <a:lnTo>
                    <a:pt x="3133" y="2930"/>
                  </a:lnTo>
                  <a:lnTo>
                    <a:pt x="3113" y="2909"/>
                  </a:lnTo>
                  <a:lnTo>
                    <a:pt x="3095" y="2886"/>
                  </a:lnTo>
                  <a:lnTo>
                    <a:pt x="3077" y="2858"/>
                  </a:lnTo>
                  <a:lnTo>
                    <a:pt x="3062" y="2828"/>
                  </a:lnTo>
                  <a:lnTo>
                    <a:pt x="3048" y="2796"/>
                  </a:lnTo>
                  <a:lnTo>
                    <a:pt x="3036" y="2762"/>
                  </a:lnTo>
                  <a:lnTo>
                    <a:pt x="3026" y="2725"/>
                  </a:lnTo>
                  <a:lnTo>
                    <a:pt x="3018" y="2686"/>
                  </a:lnTo>
                  <a:lnTo>
                    <a:pt x="3012" y="2647"/>
                  </a:lnTo>
                  <a:lnTo>
                    <a:pt x="3008" y="2604"/>
                  </a:lnTo>
                  <a:lnTo>
                    <a:pt x="3007" y="2562"/>
                  </a:lnTo>
                  <a:lnTo>
                    <a:pt x="3008" y="2520"/>
                  </a:lnTo>
                  <a:lnTo>
                    <a:pt x="3012" y="2478"/>
                  </a:lnTo>
                  <a:lnTo>
                    <a:pt x="3018" y="2438"/>
                  </a:lnTo>
                  <a:lnTo>
                    <a:pt x="3026" y="2400"/>
                  </a:lnTo>
                  <a:lnTo>
                    <a:pt x="3036" y="2363"/>
                  </a:lnTo>
                  <a:lnTo>
                    <a:pt x="3048" y="2329"/>
                  </a:lnTo>
                  <a:lnTo>
                    <a:pt x="3062" y="2296"/>
                  </a:lnTo>
                  <a:lnTo>
                    <a:pt x="3077" y="2267"/>
                  </a:lnTo>
                  <a:lnTo>
                    <a:pt x="3095" y="2240"/>
                  </a:lnTo>
                  <a:lnTo>
                    <a:pt x="3113" y="2215"/>
                  </a:lnTo>
                  <a:lnTo>
                    <a:pt x="3133" y="2194"/>
                  </a:lnTo>
                  <a:lnTo>
                    <a:pt x="3154" y="2176"/>
                  </a:lnTo>
                  <a:lnTo>
                    <a:pt x="3176" y="2162"/>
                  </a:lnTo>
                  <a:lnTo>
                    <a:pt x="3198" y="2152"/>
                  </a:lnTo>
                  <a:lnTo>
                    <a:pt x="3222" y="2146"/>
                  </a:lnTo>
                  <a:lnTo>
                    <a:pt x="3246" y="214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5442" name="Freeform 48"/>
            <p:cNvSpPr>
              <a:spLocks/>
            </p:cNvSpPr>
            <p:nvPr/>
          </p:nvSpPr>
          <p:spPr bwMode="auto">
            <a:xfrm>
              <a:off x="1267" y="1588"/>
              <a:ext cx="87" cy="52"/>
            </a:xfrm>
            <a:custGeom>
              <a:avLst/>
              <a:gdLst>
                <a:gd name="T0" fmla="*/ 3 w 437"/>
                <a:gd name="T1" fmla="*/ 2 h 260"/>
                <a:gd name="T2" fmla="*/ 3 w 437"/>
                <a:gd name="T3" fmla="*/ 2 h 260"/>
                <a:gd name="T4" fmla="*/ 3 w 437"/>
                <a:gd name="T5" fmla="*/ 2 h 260"/>
                <a:gd name="T6" fmla="*/ 3 w 437"/>
                <a:gd name="T7" fmla="*/ 2 h 260"/>
                <a:gd name="T8" fmla="*/ 3 w 437"/>
                <a:gd name="T9" fmla="*/ 1 h 260"/>
                <a:gd name="T10" fmla="*/ 3 w 437"/>
                <a:gd name="T11" fmla="*/ 1 h 260"/>
                <a:gd name="T12" fmla="*/ 3 w 437"/>
                <a:gd name="T13" fmla="*/ 1 h 260"/>
                <a:gd name="T14" fmla="*/ 3 w 437"/>
                <a:gd name="T15" fmla="*/ 1 h 260"/>
                <a:gd name="T16" fmla="*/ 3 w 437"/>
                <a:gd name="T17" fmla="*/ 1 h 260"/>
                <a:gd name="T18" fmla="*/ 2 w 437"/>
                <a:gd name="T19" fmla="*/ 1 h 260"/>
                <a:gd name="T20" fmla="*/ 2 w 437"/>
                <a:gd name="T21" fmla="*/ 0 h 260"/>
                <a:gd name="T22" fmla="*/ 2 w 437"/>
                <a:gd name="T23" fmla="*/ 0 h 260"/>
                <a:gd name="T24" fmla="*/ 2 w 437"/>
                <a:gd name="T25" fmla="*/ 0 h 260"/>
                <a:gd name="T26" fmla="*/ 1 w 437"/>
                <a:gd name="T27" fmla="*/ 0 h 260"/>
                <a:gd name="T28" fmla="*/ 1 w 437"/>
                <a:gd name="T29" fmla="*/ 0 h 260"/>
                <a:gd name="T30" fmla="*/ 1 w 437"/>
                <a:gd name="T31" fmla="*/ 0 h 260"/>
                <a:gd name="T32" fmla="*/ 0 w 437"/>
                <a:gd name="T33" fmla="*/ 0 h 260"/>
                <a:gd name="T34" fmla="*/ 0 w 437"/>
                <a:gd name="T35" fmla="*/ 0 h 260"/>
                <a:gd name="T36" fmla="*/ 0 w 437"/>
                <a:gd name="T37" fmla="*/ 0 h 260"/>
                <a:gd name="T38" fmla="*/ 0 w 437"/>
                <a:gd name="T39" fmla="*/ 0 h 260"/>
                <a:gd name="T40" fmla="*/ 1 w 437"/>
                <a:gd name="T41" fmla="*/ 0 h 260"/>
                <a:gd name="T42" fmla="*/ 1 w 437"/>
                <a:gd name="T43" fmla="*/ 0 h 260"/>
                <a:gd name="T44" fmla="*/ 1 w 437"/>
                <a:gd name="T45" fmla="*/ 0 h 260"/>
                <a:gd name="T46" fmla="*/ 2 w 437"/>
                <a:gd name="T47" fmla="*/ 0 h 260"/>
                <a:gd name="T48" fmla="*/ 2 w 437"/>
                <a:gd name="T49" fmla="*/ 0 h 260"/>
                <a:gd name="T50" fmla="*/ 2 w 437"/>
                <a:gd name="T51" fmla="*/ 1 h 260"/>
                <a:gd name="T52" fmla="*/ 2 w 437"/>
                <a:gd name="T53" fmla="*/ 1 h 260"/>
                <a:gd name="T54" fmla="*/ 3 w 437"/>
                <a:gd name="T55" fmla="*/ 1 h 260"/>
                <a:gd name="T56" fmla="*/ 3 w 437"/>
                <a:gd name="T57" fmla="*/ 1 h 260"/>
                <a:gd name="T58" fmla="*/ 3 w 437"/>
                <a:gd name="T59" fmla="*/ 1 h 260"/>
                <a:gd name="T60" fmla="*/ 3 w 437"/>
                <a:gd name="T61" fmla="*/ 1 h 260"/>
                <a:gd name="T62" fmla="*/ 3 w 437"/>
                <a:gd name="T63" fmla="*/ 1 h 260"/>
                <a:gd name="T64" fmla="*/ 3 w 437"/>
                <a:gd name="T65" fmla="*/ 2 h 260"/>
                <a:gd name="T66" fmla="*/ 3 w 437"/>
                <a:gd name="T67" fmla="*/ 2 h 260"/>
                <a:gd name="T68" fmla="*/ 3 w 437"/>
                <a:gd name="T69" fmla="*/ 2 h 260"/>
                <a:gd name="T70" fmla="*/ 3 w 437"/>
                <a:gd name="T71" fmla="*/ 2 h 260"/>
                <a:gd name="T72" fmla="*/ 3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437" y="260"/>
                  </a:moveTo>
                  <a:lnTo>
                    <a:pt x="437" y="260"/>
                  </a:lnTo>
                  <a:lnTo>
                    <a:pt x="434" y="233"/>
                  </a:lnTo>
                  <a:lnTo>
                    <a:pt x="427" y="206"/>
                  </a:lnTo>
                  <a:lnTo>
                    <a:pt x="417" y="181"/>
                  </a:lnTo>
                  <a:lnTo>
                    <a:pt x="401" y="157"/>
                  </a:lnTo>
                  <a:lnTo>
                    <a:pt x="383" y="133"/>
                  </a:lnTo>
                  <a:lnTo>
                    <a:pt x="360" y="113"/>
                  </a:lnTo>
                  <a:lnTo>
                    <a:pt x="336" y="93"/>
                  </a:lnTo>
                  <a:lnTo>
                    <a:pt x="308" y="73"/>
                  </a:lnTo>
                  <a:lnTo>
                    <a:pt x="276" y="58"/>
                  </a:lnTo>
                  <a:lnTo>
                    <a:pt x="242" y="43"/>
                  </a:lnTo>
                  <a:lnTo>
                    <a:pt x="207" y="30"/>
                  </a:lnTo>
                  <a:lnTo>
                    <a:pt x="168" y="19"/>
                  </a:lnTo>
                  <a:lnTo>
                    <a:pt x="128" y="11"/>
                  </a:lnTo>
                  <a:lnTo>
                    <a:pt x="87" y="4"/>
                  </a:lnTo>
                  <a:lnTo>
                    <a:pt x="43" y="1"/>
                  </a:lnTo>
                  <a:lnTo>
                    <a:pt x="0" y="0"/>
                  </a:lnTo>
                  <a:lnTo>
                    <a:pt x="0" y="11"/>
                  </a:lnTo>
                  <a:lnTo>
                    <a:pt x="43" y="12"/>
                  </a:lnTo>
                  <a:lnTo>
                    <a:pt x="85" y="16"/>
                  </a:lnTo>
                  <a:lnTo>
                    <a:pt x="126" y="23"/>
                  </a:lnTo>
                  <a:lnTo>
                    <a:pt x="166" y="31"/>
                  </a:lnTo>
                  <a:lnTo>
                    <a:pt x="202" y="42"/>
                  </a:lnTo>
                  <a:lnTo>
                    <a:pt x="237" y="55"/>
                  </a:lnTo>
                  <a:lnTo>
                    <a:pt x="271" y="70"/>
                  </a:lnTo>
                  <a:lnTo>
                    <a:pt x="301" y="85"/>
                  </a:lnTo>
                  <a:lnTo>
                    <a:pt x="329" y="103"/>
                  </a:lnTo>
                  <a:lnTo>
                    <a:pt x="353" y="123"/>
                  </a:lnTo>
                  <a:lnTo>
                    <a:pt x="373" y="143"/>
                  </a:lnTo>
                  <a:lnTo>
                    <a:pt x="392" y="164"/>
                  </a:lnTo>
                  <a:lnTo>
                    <a:pt x="405" y="186"/>
                  </a:lnTo>
                  <a:lnTo>
                    <a:pt x="415" y="211"/>
                  </a:lnTo>
                  <a:lnTo>
                    <a:pt x="422" y="235"/>
                  </a:lnTo>
                  <a:lnTo>
                    <a:pt x="425" y="260"/>
                  </a:lnTo>
                  <a:lnTo>
                    <a:pt x="437"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5443" name="Freeform 49"/>
            <p:cNvSpPr>
              <a:spLocks/>
            </p:cNvSpPr>
            <p:nvPr/>
          </p:nvSpPr>
          <p:spPr bwMode="auto">
            <a:xfrm>
              <a:off x="1267" y="1640"/>
              <a:ext cx="87" cy="52"/>
            </a:xfrm>
            <a:custGeom>
              <a:avLst/>
              <a:gdLst>
                <a:gd name="T0" fmla="*/ 0 w 437"/>
                <a:gd name="T1" fmla="*/ 2 h 260"/>
                <a:gd name="T2" fmla="*/ 0 w 437"/>
                <a:gd name="T3" fmla="*/ 2 h 260"/>
                <a:gd name="T4" fmla="*/ 0 w 437"/>
                <a:gd name="T5" fmla="*/ 2 h 260"/>
                <a:gd name="T6" fmla="*/ 1 w 437"/>
                <a:gd name="T7" fmla="*/ 2 h 260"/>
                <a:gd name="T8" fmla="*/ 1 w 437"/>
                <a:gd name="T9" fmla="*/ 2 h 260"/>
                <a:gd name="T10" fmla="*/ 1 w 437"/>
                <a:gd name="T11" fmla="*/ 2 h 260"/>
                <a:gd name="T12" fmla="*/ 2 w 437"/>
                <a:gd name="T13" fmla="*/ 2 h 260"/>
                <a:gd name="T14" fmla="*/ 2 w 437"/>
                <a:gd name="T15" fmla="*/ 2 h 260"/>
                <a:gd name="T16" fmla="*/ 2 w 437"/>
                <a:gd name="T17" fmla="*/ 2 h 260"/>
                <a:gd name="T18" fmla="*/ 2 w 437"/>
                <a:gd name="T19" fmla="*/ 1 h 260"/>
                <a:gd name="T20" fmla="*/ 3 w 437"/>
                <a:gd name="T21" fmla="*/ 1 h 260"/>
                <a:gd name="T22" fmla="*/ 3 w 437"/>
                <a:gd name="T23" fmla="*/ 1 h 260"/>
                <a:gd name="T24" fmla="*/ 3 w 437"/>
                <a:gd name="T25" fmla="*/ 1 h 260"/>
                <a:gd name="T26" fmla="*/ 3 w 437"/>
                <a:gd name="T27" fmla="*/ 1 h 260"/>
                <a:gd name="T28" fmla="*/ 3 w 437"/>
                <a:gd name="T29" fmla="*/ 1 h 260"/>
                <a:gd name="T30" fmla="*/ 3 w 437"/>
                <a:gd name="T31" fmla="*/ 0 h 260"/>
                <a:gd name="T32" fmla="*/ 3 w 437"/>
                <a:gd name="T33" fmla="*/ 0 h 260"/>
                <a:gd name="T34" fmla="*/ 3 w 437"/>
                <a:gd name="T35" fmla="*/ 0 h 260"/>
                <a:gd name="T36" fmla="*/ 3 w 437"/>
                <a:gd name="T37" fmla="*/ 0 h 260"/>
                <a:gd name="T38" fmla="*/ 3 w 437"/>
                <a:gd name="T39" fmla="*/ 0 h 260"/>
                <a:gd name="T40" fmla="*/ 3 w 437"/>
                <a:gd name="T41" fmla="*/ 0 h 260"/>
                <a:gd name="T42" fmla="*/ 3 w 437"/>
                <a:gd name="T43" fmla="*/ 1 h 260"/>
                <a:gd name="T44" fmla="*/ 3 w 437"/>
                <a:gd name="T45" fmla="*/ 1 h 260"/>
                <a:gd name="T46" fmla="*/ 3 w 437"/>
                <a:gd name="T47" fmla="*/ 1 h 260"/>
                <a:gd name="T48" fmla="*/ 3 w 437"/>
                <a:gd name="T49" fmla="*/ 1 h 260"/>
                <a:gd name="T50" fmla="*/ 3 w 437"/>
                <a:gd name="T51" fmla="*/ 1 h 260"/>
                <a:gd name="T52" fmla="*/ 2 w 437"/>
                <a:gd name="T53" fmla="*/ 1 h 260"/>
                <a:gd name="T54" fmla="*/ 2 w 437"/>
                <a:gd name="T55" fmla="*/ 2 h 260"/>
                <a:gd name="T56" fmla="*/ 2 w 437"/>
                <a:gd name="T57" fmla="*/ 2 h 260"/>
                <a:gd name="T58" fmla="*/ 2 w 437"/>
                <a:gd name="T59" fmla="*/ 2 h 260"/>
                <a:gd name="T60" fmla="*/ 1 w 437"/>
                <a:gd name="T61" fmla="*/ 2 h 260"/>
                <a:gd name="T62" fmla="*/ 1 w 437"/>
                <a:gd name="T63" fmla="*/ 2 h 260"/>
                <a:gd name="T64" fmla="*/ 1 w 437"/>
                <a:gd name="T65" fmla="*/ 2 h 260"/>
                <a:gd name="T66" fmla="*/ 0 w 437"/>
                <a:gd name="T67" fmla="*/ 2 h 260"/>
                <a:gd name="T68" fmla="*/ 0 w 437"/>
                <a:gd name="T69" fmla="*/ 2 h 260"/>
                <a:gd name="T70" fmla="*/ 0 w 437"/>
                <a:gd name="T71" fmla="*/ 2 h 260"/>
                <a:gd name="T72" fmla="*/ 0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0" y="260"/>
                  </a:moveTo>
                  <a:lnTo>
                    <a:pt x="0" y="260"/>
                  </a:lnTo>
                  <a:lnTo>
                    <a:pt x="43" y="259"/>
                  </a:lnTo>
                  <a:lnTo>
                    <a:pt x="87" y="255"/>
                  </a:lnTo>
                  <a:lnTo>
                    <a:pt x="128" y="248"/>
                  </a:lnTo>
                  <a:lnTo>
                    <a:pt x="168" y="240"/>
                  </a:lnTo>
                  <a:lnTo>
                    <a:pt x="207" y="230"/>
                  </a:lnTo>
                  <a:lnTo>
                    <a:pt x="242" y="217"/>
                  </a:lnTo>
                  <a:lnTo>
                    <a:pt x="276" y="202"/>
                  </a:lnTo>
                  <a:lnTo>
                    <a:pt x="308" y="185"/>
                  </a:lnTo>
                  <a:lnTo>
                    <a:pt x="336" y="166"/>
                  </a:lnTo>
                  <a:lnTo>
                    <a:pt x="360" y="146"/>
                  </a:lnTo>
                  <a:lnTo>
                    <a:pt x="383" y="125"/>
                  </a:lnTo>
                  <a:lnTo>
                    <a:pt x="401" y="102"/>
                  </a:lnTo>
                  <a:lnTo>
                    <a:pt x="417" y="77"/>
                  </a:lnTo>
                  <a:lnTo>
                    <a:pt x="427" y="53"/>
                  </a:lnTo>
                  <a:lnTo>
                    <a:pt x="434" y="27"/>
                  </a:lnTo>
                  <a:lnTo>
                    <a:pt x="437" y="0"/>
                  </a:lnTo>
                  <a:lnTo>
                    <a:pt x="425" y="0"/>
                  </a:lnTo>
                  <a:lnTo>
                    <a:pt x="422" y="24"/>
                  </a:lnTo>
                  <a:lnTo>
                    <a:pt x="415" y="48"/>
                  </a:lnTo>
                  <a:lnTo>
                    <a:pt x="405" y="73"/>
                  </a:lnTo>
                  <a:lnTo>
                    <a:pt x="392" y="95"/>
                  </a:lnTo>
                  <a:lnTo>
                    <a:pt x="373" y="116"/>
                  </a:lnTo>
                  <a:lnTo>
                    <a:pt x="353" y="137"/>
                  </a:lnTo>
                  <a:lnTo>
                    <a:pt x="329" y="157"/>
                  </a:lnTo>
                  <a:lnTo>
                    <a:pt x="301" y="173"/>
                  </a:lnTo>
                  <a:lnTo>
                    <a:pt x="271" y="190"/>
                  </a:lnTo>
                  <a:lnTo>
                    <a:pt x="237" y="205"/>
                  </a:lnTo>
                  <a:lnTo>
                    <a:pt x="202" y="218"/>
                  </a:lnTo>
                  <a:lnTo>
                    <a:pt x="166" y="228"/>
                  </a:lnTo>
                  <a:lnTo>
                    <a:pt x="126" y="237"/>
                  </a:lnTo>
                  <a:lnTo>
                    <a:pt x="85" y="244"/>
                  </a:lnTo>
                  <a:lnTo>
                    <a:pt x="43" y="247"/>
                  </a:lnTo>
                  <a:lnTo>
                    <a:pt x="0" y="248"/>
                  </a:lnTo>
                  <a:lnTo>
                    <a:pt x="0"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5444" name="Freeform 50"/>
            <p:cNvSpPr>
              <a:spLocks/>
            </p:cNvSpPr>
            <p:nvPr/>
          </p:nvSpPr>
          <p:spPr bwMode="auto">
            <a:xfrm>
              <a:off x="1179" y="1640"/>
              <a:ext cx="88" cy="52"/>
            </a:xfrm>
            <a:custGeom>
              <a:avLst/>
              <a:gdLst>
                <a:gd name="T0" fmla="*/ 0 w 439"/>
                <a:gd name="T1" fmla="*/ 0 h 260"/>
                <a:gd name="T2" fmla="*/ 0 w 439"/>
                <a:gd name="T3" fmla="*/ 0 h 260"/>
                <a:gd name="T4" fmla="*/ 0 w 439"/>
                <a:gd name="T5" fmla="*/ 0 h 260"/>
                <a:gd name="T6" fmla="*/ 0 w 439"/>
                <a:gd name="T7" fmla="*/ 0 h 260"/>
                <a:gd name="T8" fmla="*/ 0 w 439"/>
                <a:gd name="T9" fmla="*/ 1 h 260"/>
                <a:gd name="T10" fmla="*/ 0 w 439"/>
                <a:gd name="T11" fmla="*/ 1 h 260"/>
                <a:gd name="T12" fmla="*/ 0 w 439"/>
                <a:gd name="T13" fmla="*/ 1 h 260"/>
                <a:gd name="T14" fmla="*/ 1 w 439"/>
                <a:gd name="T15" fmla="*/ 1 h 260"/>
                <a:gd name="T16" fmla="*/ 1 w 439"/>
                <a:gd name="T17" fmla="*/ 1 h 260"/>
                <a:gd name="T18" fmla="*/ 1 w 439"/>
                <a:gd name="T19" fmla="*/ 1 h 260"/>
                <a:gd name="T20" fmla="*/ 1 w 439"/>
                <a:gd name="T21" fmla="*/ 2 h 260"/>
                <a:gd name="T22" fmla="*/ 2 w 439"/>
                <a:gd name="T23" fmla="*/ 2 h 260"/>
                <a:gd name="T24" fmla="*/ 2 w 439"/>
                <a:gd name="T25" fmla="*/ 2 h 260"/>
                <a:gd name="T26" fmla="*/ 2 w 439"/>
                <a:gd name="T27" fmla="*/ 2 h 260"/>
                <a:gd name="T28" fmla="*/ 2 w 439"/>
                <a:gd name="T29" fmla="*/ 2 h 260"/>
                <a:gd name="T30" fmla="*/ 3 w 439"/>
                <a:gd name="T31" fmla="*/ 2 h 260"/>
                <a:gd name="T32" fmla="*/ 3 w 439"/>
                <a:gd name="T33" fmla="*/ 2 h 260"/>
                <a:gd name="T34" fmla="*/ 4 w 439"/>
                <a:gd name="T35" fmla="*/ 2 h 260"/>
                <a:gd name="T36" fmla="*/ 4 w 439"/>
                <a:gd name="T37" fmla="*/ 2 h 260"/>
                <a:gd name="T38" fmla="*/ 3 w 439"/>
                <a:gd name="T39" fmla="*/ 2 h 260"/>
                <a:gd name="T40" fmla="*/ 3 w 439"/>
                <a:gd name="T41" fmla="*/ 2 h 260"/>
                <a:gd name="T42" fmla="*/ 3 w 439"/>
                <a:gd name="T43" fmla="*/ 2 h 260"/>
                <a:gd name="T44" fmla="*/ 2 w 439"/>
                <a:gd name="T45" fmla="*/ 2 h 260"/>
                <a:gd name="T46" fmla="*/ 2 w 439"/>
                <a:gd name="T47" fmla="*/ 2 h 260"/>
                <a:gd name="T48" fmla="*/ 2 w 439"/>
                <a:gd name="T49" fmla="*/ 2 h 260"/>
                <a:gd name="T50" fmla="*/ 1 w 439"/>
                <a:gd name="T51" fmla="*/ 2 h 260"/>
                <a:gd name="T52" fmla="*/ 1 w 439"/>
                <a:gd name="T53" fmla="*/ 1 h 260"/>
                <a:gd name="T54" fmla="*/ 1 w 439"/>
                <a:gd name="T55" fmla="*/ 1 h 260"/>
                <a:gd name="T56" fmla="*/ 1 w 439"/>
                <a:gd name="T57" fmla="*/ 1 h 260"/>
                <a:gd name="T58" fmla="*/ 1 w 439"/>
                <a:gd name="T59" fmla="*/ 1 h 260"/>
                <a:gd name="T60" fmla="*/ 0 w 439"/>
                <a:gd name="T61" fmla="*/ 1 h 260"/>
                <a:gd name="T62" fmla="*/ 0 w 439"/>
                <a:gd name="T63" fmla="*/ 1 h 260"/>
                <a:gd name="T64" fmla="*/ 0 w 439"/>
                <a:gd name="T65" fmla="*/ 0 h 260"/>
                <a:gd name="T66" fmla="*/ 0 w 439"/>
                <a:gd name="T67" fmla="*/ 0 h 260"/>
                <a:gd name="T68" fmla="*/ 0 w 439"/>
                <a:gd name="T69" fmla="*/ 0 h 260"/>
                <a:gd name="T70" fmla="*/ 0 w 439"/>
                <a:gd name="T71" fmla="*/ 0 h 260"/>
                <a:gd name="T72" fmla="*/ 0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0" y="0"/>
                  </a:moveTo>
                  <a:lnTo>
                    <a:pt x="0" y="0"/>
                  </a:lnTo>
                  <a:lnTo>
                    <a:pt x="3" y="27"/>
                  </a:lnTo>
                  <a:lnTo>
                    <a:pt x="10" y="53"/>
                  </a:lnTo>
                  <a:lnTo>
                    <a:pt x="20" y="77"/>
                  </a:lnTo>
                  <a:lnTo>
                    <a:pt x="35" y="102"/>
                  </a:lnTo>
                  <a:lnTo>
                    <a:pt x="54" y="125"/>
                  </a:lnTo>
                  <a:lnTo>
                    <a:pt x="76" y="146"/>
                  </a:lnTo>
                  <a:lnTo>
                    <a:pt x="102" y="166"/>
                  </a:lnTo>
                  <a:lnTo>
                    <a:pt x="130" y="185"/>
                  </a:lnTo>
                  <a:lnTo>
                    <a:pt x="162" y="202"/>
                  </a:lnTo>
                  <a:lnTo>
                    <a:pt x="195" y="217"/>
                  </a:lnTo>
                  <a:lnTo>
                    <a:pt x="231" y="230"/>
                  </a:lnTo>
                  <a:lnTo>
                    <a:pt x="270" y="240"/>
                  </a:lnTo>
                  <a:lnTo>
                    <a:pt x="310" y="248"/>
                  </a:lnTo>
                  <a:lnTo>
                    <a:pt x="351" y="255"/>
                  </a:lnTo>
                  <a:lnTo>
                    <a:pt x="395" y="259"/>
                  </a:lnTo>
                  <a:lnTo>
                    <a:pt x="439" y="260"/>
                  </a:lnTo>
                  <a:lnTo>
                    <a:pt x="439" y="248"/>
                  </a:lnTo>
                  <a:lnTo>
                    <a:pt x="395" y="247"/>
                  </a:lnTo>
                  <a:lnTo>
                    <a:pt x="353" y="244"/>
                  </a:lnTo>
                  <a:lnTo>
                    <a:pt x="312" y="237"/>
                  </a:lnTo>
                  <a:lnTo>
                    <a:pt x="272" y="228"/>
                  </a:lnTo>
                  <a:lnTo>
                    <a:pt x="236" y="218"/>
                  </a:lnTo>
                  <a:lnTo>
                    <a:pt x="200" y="205"/>
                  </a:lnTo>
                  <a:lnTo>
                    <a:pt x="167" y="190"/>
                  </a:lnTo>
                  <a:lnTo>
                    <a:pt x="137" y="173"/>
                  </a:lnTo>
                  <a:lnTo>
                    <a:pt x="109" y="157"/>
                  </a:lnTo>
                  <a:lnTo>
                    <a:pt x="84" y="137"/>
                  </a:lnTo>
                  <a:lnTo>
                    <a:pt x="64" y="116"/>
                  </a:lnTo>
                  <a:lnTo>
                    <a:pt x="45" y="95"/>
                  </a:lnTo>
                  <a:lnTo>
                    <a:pt x="32" y="73"/>
                  </a:lnTo>
                  <a:lnTo>
                    <a:pt x="21" y="48"/>
                  </a:lnTo>
                  <a:lnTo>
                    <a:pt x="14" y="24"/>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5445" name="Freeform 51"/>
            <p:cNvSpPr>
              <a:spLocks/>
            </p:cNvSpPr>
            <p:nvPr/>
          </p:nvSpPr>
          <p:spPr bwMode="auto">
            <a:xfrm>
              <a:off x="1179" y="1588"/>
              <a:ext cx="88" cy="52"/>
            </a:xfrm>
            <a:custGeom>
              <a:avLst/>
              <a:gdLst>
                <a:gd name="T0" fmla="*/ 4 w 439"/>
                <a:gd name="T1" fmla="*/ 0 h 260"/>
                <a:gd name="T2" fmla="*/ 4 w 439"/>
                <a:gd name="T3" fmla="*/ 0 h 260"/>
                <a:gd name="T4" fmla="*/ 3 w 439"/>
                <a:gd name="T5" fmla="*/ 0 h 260"/>
                <a:gd name="T6" fmla="*/ 3 w 439"/>
                <a:gd name="T7" fmla="*/ 0 h 260"/>
                <a:gd name="T8" fmla="*/ 2 w 439"/>
                <a:gd name="T9" fmla="*/ 0 h 260"/>
                <a:gd name="T10" fmla="*/ 2 w 439"/>
                <a:gd name="T11" fmla="*/ 0 h 260"/>
                <a:gd name="T12" fmla="*/ 2 w 439"/>
                <a:gd name="T13" fmla="*/ 0 h 260"/>
                <a:gd name="T14" fmla="*/ 2 w 439"/>
                <a:gd name="T15" fmla="*/ 0 h 260"/>
                <a:gd name="T16" fmla="*/ 1 w 439"/>
                <a:gd name="T17" fmla="*/ 0 h 260"/>
                <a:gd name="T18" fmla="*/ 1 w 439"/>
                <a:gd name="T19" fmla="*/ 1 h 260"/>
                <a:gd name="T20" fmla="*/ 1 w 439"/>
                <a:gd name="T21" fmla="*/ 1 h 260"/>
                <a:gd name="T22" fmla="*/ 1 w 439"/>
                <a:gd name="T23" fmla="*/ 1 h 260"/>
                <a:gd name="T24" fmla="*/ 0 w 439"/>
                <a:gd name="T25" fmla="*/ 1 h 260"/>
                <a:gd name="T26" fmla="*/ 0 w 439"/>
                <a:gd name="T27" fmla="*/ 1 h 260"/>
                <a:gd name="T28" fmla="*/ 0 w 439"/>
                <a:gd name="T29" fmla="*/ 1 h 260"/>
                <a:gd name="T30" fmla="*/ 0 w 439"/>
                <a:gd name="T31" fmla="*/ 2 h 260"/>
                <a:gd name="T32" fmla="*/ 0 w 439"/>
                <a:gd name="T33" fmla="*/ 2 h 260"/>
                <a:gd name="T34" fmla="*/ 0 w 439"/>
                <a:gd name="T35" fmla="*/ 2 h 260"/>
                <a:gd name="T36" fmla="*/ 0 w 439"/>
                <a:gd name="T37" fmla="*/ 2 h 260"/>
                <a:gd name="T38" fmla="*/ 0 w 439"/>
                <a:gd name="T39" fmla="*/ 2 h 260"/>
                <a:gd name="T40" fmla="*/ 0 w 439"/>
                <a:gd name="T41" fmla="*/ 2 h 260"/>
                <a:gd name="T42" fmla="*/ 0 w 439"/>
                <a:gd name="T43" fmla="*/ 1 h 260"/>
                <a:gd name="T44" fmla="*/ 0 w 439"/>
                <a:gd name="T45" fmla="*/ 1 h 260"/>
                <a:gd name="T46" fmla="*/ 1 w 439"/>
                <a:gd name="T47" fmla="*/ 1 h 260"/>
                <a:gd name="T48" fmla="*/ 1 w 439"/>
                <a:gd name="T49" fmla="*/ 1 h 260"/>
                <a:gd name="T50" fmla="*/ 1 w 439"/>
                <a:gd name="T51" fmla="*/ 1 h 260"/>
                <a:gd name="T52" fmla="*/ 1 w 439"/>
                <a:gd name="T53" fmla="*/ 1 h 260"/>
                <a:gd name="T54" fmla="*/ 1 w 439"/>
                <a:gd name="T55" fmla="*/ 1 h 260"/>
                <a:gd name="T56" fmla="*/ 2 w 439"/>
                <a:gd name="T57" fmla="*/ 0 h 260"/>
                <a:gd name="T58" fmla="*/ 2 w 439"/>
                <a:gd name="T59" fmla="*/ 0 h 260"/>
                <a:gd name="T60" fmla="*/ 2 w 439"/>
                <a:gd name="T61" fmla="*/ 0 h 260"/>
                <a:gd name="T62" fmla="*/ 3 w 439"/>
                <a:gd name="T63" fmla="*/ 0 h 260"/>
                <a:gd name="T64" fmla="*/ 3 w 439"/>
                <a:gd name="T65" fmla="*/ 0 h 260"/>
                <a:gd name="T66" fmla="*/ 3 w 439"/>
                <a:gd name="T67" fmla="*/ 0 h 260"/>
                <a:gd name="T68" fmla="*/ 4 w 439"/>
                <a:gd name="T69" fmla="*/ 0 h 260"/>
                <a:gd name="T70" fmla="*/ 4 w 439"/>
                <a:gd name="T71" fmla="*/ 0 h 260"/>
                <a:gd name="T72" fmla="*/ 4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439" y="0"/>
                  </a:moveTo>
                  <a:lnTo>
                    <a:pt x="439" y="0"/>
                  </a:lnTo>
                  <a:lnTo>
                    <a:pt x="395" y="1"/>
                  </a:lnTo>
                  <a:lnTo>
                    <a:pt x="351" y="4"/>
                  </a:lnTo>
                  <a:lnTo>
                    <a:pt x="310" y="11"/>
                  </a:lnTo>
                  <a:lnTo>
                    <a:pt x="270" y="19"/>
                  </a:lnTo>
                  <a:lnTo>
                    <a:pt x="231" y="30"/>
                  </a:lnTo>
                  <a:lnTo>
                    <a:pt x="195" y="43"/>
                  </a:lnTo>
                  <a:lnTo>
                    <a:pt x="162" y="58"/>
                  </a:lnTo>
                  <a:lnTo>
                    <a:pt x="130" y="73"/>
                  </a:lnTo>
                  <a:lnTo>
                    <a:pt x="102" y="93"/>
                  </a:lnTo>
                  <a:lnTo>
                    <a:pt x="76" y="113"/>
                  </a:lnTo>
                  <a:lnTo>
                    <a:pt x="54" y="133"/>
                  </a:lnTo>
                  <a:lnTo>
                    <a:pt x="35" y="157"/>
                  </a:lnTo>
                  <a:lnTo>
                    <a:pt x="20" y="181"/>
                  </a:lnTo>
                  <a:lnTo>
                    <a:pt x="10" y="206"/>
                  </a:lnTo>
                  <a:lnTo>
                    <a:pt x="3" y="233"/>
                  </a:lnTo>
                  <a:lnTo>
                    <a:pt x="0" y="260"/>
                  </a:lnTo>
                  <a:lnTo>
                    <a:pt x="12" y="260"/>
                  </a:lnTo>
                  <a:lnTo>
                    <a:pt x="14" y="235"/>
                  </a:lnTo>
                  <a:lnTo>
                    <a:pt x="21" y="211"/>
                  </a:lnTo>
                  <a:lnTo>
                    <a:pt x="32" y="186"/>
                  </a:lnTo>
                  <a:lnTo>
                    <a:pt x="45" y="164"/>
                  </a:lnTo>
                  <a:lnTo>
                    <a:pt x="64" y="143"/>
                  </a:lnTo>
                  <a:lnTo>
                    <a:pt x="84" y="123"/>
                  </a:lnTo>
                  <a:lnTo>
                    <a:pt x="109" y="103"/>
                  </a:lnTo>
                  <a:lnTo>
                    <a:pt x="137" y="85"/>
                  </a:lnTo>
                  <a:lnTo>
                    <a:pt x="167" y="70"/>
                  </a:lnTo>
                  <a:lnTo>
                    <a:pt x="200" y="55"/>
                  </a:lnTo>
                  <a:lnTo>
                    <a:pt x="236" y="42"/>
                  </a:lnTo>
                  <a:lnTo>
                    <a:pt x="272" y="31"/>
                  </a:lnTo>
                  <a:lnTo>
                    <a:pt x="312" y="23"/>
                  </a:lnTo>
                  <a:lnTo>
                    <a:pt x="353" y="16"/>
                  </a:lnTo>
                  <a:lnTo>
                    <a:pt x="395" y="12"/>
                  </a:lnTo>
                  <a:lnTo>
                    <a:pt x="439" y="11"/>
                  </a:lnTo>
                  <a:lnTo>
                    <a:pt x="439"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5446" name="Freeform 52"/>
            <p:cNvSpPr>
              <a:spLocks/>
            </p:cNvSpPr>
            <p:nvPr/>
          </p:nvSpPr>
          <p:spPr bwMode="auto">
            <a:xfrm>
              <a:off x="964" y="1745"/>
              <a:ext cx="48" cy="85"/>
            </a:xfrm>
            <a:custGeom>
              <a:avLst/>
              <a:gdLst>
                <a:gd name="T0" fmla="*/ 2 w 244"/>
                <a:gd name="T1" fmla="*/ 3 h 426"/>
                <a:gd name="T2" fmla="*/ 2 w 244"/>
                <a:gd name="T3" fmla="*/ 3 h 426"/>
                <a:gd name="T4" fmla="*/ 2 w 244"/>
                <a:gd name="T5" fmla="*/ 3 h 426"/>
                <a:gd name="T6" fmla="*/ 2 w 244"/>
                <a:gd name="T7" fmla="*/ 3 h 426"/>
                <a:gd name="T8" fmla="*/ 2 w 244"/>
                <a:gd name="T9" fmla="*/ 2 h 426"/>
                <a:gd name="T10" fmla="*/ 2 w 244"/>
                <a:gd name="T11" fmla="*/ 2 h 426"/>
                <a:gd name="T12" fmla="*/ 2 w 244"/>
                <a:gd name="T13" fmla="*/ 2 h 426"/>
                <a:gd name="T14" fmla="*/ 2 w 244"/>
                <a:gd name="T15" fmla="*/ 2 h 426"/>
                <a:gd name="T16" fmla="*/ 1 w 244"/>
                <a:gd name="T17" fmla="*/ 1 h 426"/>
                <a:gd name="T18" fmla="*/ 1 w 244"/>
                <a:gd name="T19" fmla="*/ 1 h 426"/>
                <a:gd name="T20" fmla="*/ 1 w 244"/>
                <a:gd name="T21" fmla="*/ 1 h 426"/>
                <a:gd name="T22" fmla="*/ 1 w 244"/>
                <a:gd name="T23" fmla="*/ 1 h 426"/>
                <a:gd name="T24" fmla="*/ 1 w 244"/>
                <a:gd name="T25" fmla="*/ 0 h 426"/>
                <a:gd name="T26" fmla="*/ 1 w 244"/>
                <a:gd name="T27" fmla="*/ 0 h 426"/>
                <a:gd name="T28" fmla="*/ 1 w 244"/>
                <a:gd name="T29" fmla="*/ 0 h 426"/>
                <a:gd name="T30" fmla="*/ 0 w 244"/>
                <a:gd name="T31" fmla="*/ 0 h 426"/>
                <a:gd name="T32" fmla="*/ 0 w 244"/>
                <a:gd name="T33" fmla="*/ 0 h 426"/>
                <a:gd name="T34" fmla="*/ 0 w 244"/>
                <a:gd name="T35" fmla="*/ 0 h 426"/>
                <a:gd name="T36" fmla="*/ 0 w 244"/>
                <a:gd name="T37" fmla="*/ 0 h 426"/>
                <a:gd name="T38" fmla="*/ 0 w 244"/>
                <a:gd name="T39" fmla="*/ 0 h 426"/>
                <a:gd name="T40" fmla="*/ 0 w 244"/>
                <a:gd name="T41" fmla="*/ 0 h 426"/>
                <a:gd name="T42" fmla="*/ 1 w 244"/>
                <a:gd name="T43" fmla="*/ 0 h 426"/>
                <a:gd name="T44" fmla="*/ 1 w 244"/>
                <a:gd name="T45" fmla="*/ 0 h 426"/>
                <a:gd name="T46" fmla="*/ 1 w 244"/>
                <a:gd name="T47" fmla="*/ 0 h 426"/>
                <a:gd name="T48" fmla="*/ 1 w 244"/>
                <a:gd name="T49" fmla="*/ 1 h 426"/>
                <a:gd name="T50" fmla="*/ 1 w 244"/>
                <a:gd name="T51" fmla="*/ 1 h 426"/>
                <a:gd name="T52" fmla="*/ 1 w 244"/>
                <a:gd name="T53" fmla="*/ 1 h 426"/>
                <a:gd name="T54" fmla="*/ 1 w 244"/>
                <a:gd name="T55" fmla="*/ 1 h 426"/>
                <a:gd name="T56" fmla="*/ 1 w 244"/>
                <a:gd name="T57" fmla="*/ 2 h 426"/>
                <a:gd name="T58" fmla="*/ 2 w 244"/>
                <a:gd name="T59" fmla="*/ 2 h 426"/>
                <a:gd name="T60" fmla="*/ 2 w 244"/>
                <a:gd name="T61" fmla="*/ 2 h 426"/>
                <a:gd name="T62" fmla="*/ 2 w 244"/>
                <a:gd name="T63" fmla="*/ 2 h 426"/>
                <a:gd name="T64" fmla="*/ 2 w 244"/>
                <a:gd name="T65" fmla="*/ 3 h 426"/>
                <a:gd name="T66" fmla="*/ 2 w 244"/>
                <a:gd name="T67" fmla="*/ 3 h 426"/>
                <a:gd name="T68" fmla="*/ 2 w 244"/>
                <a:gd name="T69" fmla="*/ 3 h 426"/>
                <a:gd name="T70" fmla="*/ 2 w 244"/>
                <a:gd name="T71" fmla="*/ 3 h 426"/>
                <a:gd name="T72" fmla="*/ 2 w 244"/>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6"/>
                <a:gd name="T113" fmla="*/ 244 w 244"/>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6">
                  <a:moveTo>
                    <a:pt x="244" y="426"/>
                  </a:moveTo>
                  <a:lnTo>
                    <a:pt x="244" y="426"/>
                  </a:lnTo>
                  <a:lnTo>
                    <a:pt x="243" y="383"/>
                  </a:lnTo>
                  <a:lnTo>
                    <a:pt x="240" y="340"/>
                  </a:lnTo>
                  <a:lnTo>
                    <a:pt x="234" y="300"/>
                  </a:lnTo>
                  <a:lnTo>
                    <a:pt x="226" y="262"/>
                  </a:lnTo>
                  <a:lnTo>
                    <a:pt x="215" y="224"/>
                  </a:lnTo>
                  <a:lnTo>
                    <a:pt x="203" y="189"/>
                  </a:lnTo>
                  <a:lnTo>
                    <a:pt x="189" y="157"/>
                  </a:lnTo>
                  <a:lnTo>
                    <a:pt x="174" y="126"/>
                  </a:lnTo>
                  <a:lnTo>
                    <a:pt x="155" y="99"/>
                  </a:lnTo>
                  <a:lnTo>
                    <a:pt x="138" y="74"/>
                  </a:lnTo>
                  <a:lnTo>
                    <a:pt x="118" y="52"/>
                  </a:lnTo>
                  <a:lnTo>
                    <a:pt x="96" y="34"/>
                  </a:lnTo>
                  <a:lnTo>
                    <a:pt x="73" y="19"/>
                  </a:lnTo>
                  <a:lnTo>
                    <a:pt x="50" y="8"/>
                  </a:lnTo>
                  <a:lnTo>
                    <a:pt x="25" y="2"/>
                  </a:lnTo>
                  <a:lnTo>
                    <a:pt x="0" y="0"/>
                  </a:lnTo>
                  <a:lnTo>
                    <a:pt x="0" y="12"/>
                  </a:lnTo>
                  <a:lnTo>
                    <a:pt x="23" y="14"/>
                  </a:lnTo>
                  <a:lnTo>
                    <a:pt x="45" y="20"/>
                  </a:lnTo>
                  <a:lnTo>
                    <a:pt x="66" y="31"/>
                  </a:lnTo>
                  <a:lnTo>
                    <a:pt x="89" y="43"/>
                  </a:lnTo>
                  <a:lnTo>
                    <a:pt x="109" y="61"/>
                  </a:lnTo>
                  <a:lnTo>
                    <a:pt x="129" y="81"/>
                  </a:lnTo>
                  <a:lnTo>
                    <a:pt x="146" y="106"/>
                  </a:lnTo>
                  <a:lnTo>
                    <a:pt x="162" y="133"/>
                  </a:lnTo>
                  <a:lnTo>
                    <a:pt x="178" y="162"/>
                  </a:lnTo>
                  <a:lnTo>
                    <a:pt x="192" y="194"/>
                  </a:lnTo>
                  <a:lnTo>
                    <a:pt x="203" y="229"/>
                  </a:lnTo>
                  <a:lnTo>
                    <a:pt x="214" y="264"/>
                  </a:lnTo>
                  <a:lnTo>
                    <a:pt x="222" y="303"/>
                  </a:lnTo>
                  <a:lnTo>
                    <a:pt x="228" y="342"/>
                  </a:lnTo>
                  <a:lnTo>
                    <a:pt x="232" y="383"/>
                  </a:lnTo>
                  <a:lnTo>
                    <a:pt x="233" y="426"/>
                  </a:lnTo>
                  <a:lnTo>
                    <a:pt x="244"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5447" name="Freeform 53"/>
            <p:cNvSpPr>
              <a:spLocks/>
            </p:cNvSpPr>
            <p:nvPr/>
          </p:nvSpPr>
          <p:spPr bwMode="auto">
            <a:xfrm>
              <a:off x="964" y="1830"/>
              <a:ext cx="48" cy="85"/>
            </a:xfrm>
            <a:custGeom>
              <a:avLst/>
              <a:gdLst>
                <a:gd name="T0" fmla="*/ 0 w 244"/>
                <a:gd name="T1" fmla="*/ 3 h 424"/>
                <a:gd name="T2" fmla="*/ 0 w 244"/>
                <a:gd name="T3" fmla="*/ 3 h 424"/>
                <a:gd name="T4" fmla="*/ 0 w 244"/>
                <a:gd name="T5" fmla="*/ 3 h 424"/>
                <a:gd name="T6" fmla="*/ 0 w 244"/>
                <a:gd name="T7" fmla="*/ 3 h 424"/>
                <a:gd name="T8" fmla="*/ 1 w 244"/>
                <a:gd name="T9" fmla="*/ 3 h 424"/>
                <a:gd name="T10" fmla="*/ 1 w 244"/>
                <a:gd name="T11" fmla="*/ 3 h 424"/>
                <a:gd name="T12" fmla="*/ 1 w 244"/>
                <a:gd name="T13" fmla="*/ 3 h 424"/>
                <a:gd name="T14" fmla="*/ 1 w 244"/>
                <a:gd name="T15" fmla="*/ 3 h 424"/>
                <a:gd name="T16" fmla="*/ 1 w 244"/>
                <a:gd name="T17" fmla="*/ 3 h 424"/>
                <a:gd name="T18" fmla="*/ 1 w 244"/>
                <a:gd name="T19" fmla="*/ 2 h 424"/>
                <a:gd name="T20" fmla="*/ 1 w 244"/>
                <a:gd name="T21" fmla="*/ 2 h 424"/>
                <a:gd name="T22" fmla="*/ 2 w 244"/>
                <a:gd name="T23" fmla="*/ 2 h 424"/>
                <a:gd name="T24" fmla="*/ 2 w 244"/>
                <a:gd name="T25" fmla="*/ 2 h 424"/>
                <a:gd name="T26" fmla="*/ 2 w 244"/>
                <a:gd name="T27" fmla="*/ 1 h 424"/>
                <a:gd name="T28" fmla="*/ 2 w 244"/>
                <a:gd name="T29" fmla="*/ 1 h 424"/>
                <a:gd name="T30" fmla="*/ 2 w 244"/>
                <a:gd name="T31" fmla="*/ 1 h 424"/>
                <a:gd name="T32" fmla="*/ 2 w 244"/>
                <a:gd name="T33" fmla="*/ 0 h 424"/>
                <a:gd name="T34" fmla="*/ 2 w 244"/>
                <a:gd name="T35" fmla="*/ 0 h 424"/>
                <a:gd name="T36" fmla="*/ 2 w 244"/>
                <a:gd name="T37" fmla="*/ 0 h 424"/>
                <a:gd name="T38" fmla="*/ 2 w 244"/>
                <a:gd name="T39" fmla="*/ 0 h 424"/>
                <a:gd name="T40" fmla="*/ 2 w 244"/>
                <a:gd name="T41" fmla="*/ 1 h 424"/>
                <a:gd name="T42" fmla="*/ 2 w 244"/>
                <a:gd name="T43" fmla="*/ 1 h 424"/>
                <a:gd name="T44" fmla="*/ 2 w 244"/>
                <a:gd name="T45" fmla="*/ 1 h 424"/>
                <a:gd name="T46" fmla="*/ 2 w 244"/>
                <a:gd name="T47" fmla="*/ 2 h 424"/>
                <a:gd name="T48" fmla="*/ 1 w 244"/>
                <a:gd name="T49" fmla="*/ 2 h 424"/>
                <a:gd name="T50" fmla="*/ 1 w 244"/>
                <a:gd name="T51" fmla="*/ 2 h 424"/>
                <a:gd name="T52" fmla="*/ 1 w 244"/>
                <a:gd name="T53" fmla="*/ 2 h 424"/>
                <a:gd name="T54" fmla="*/ 1 w 244"/>
                <a:gd name="T55" fmla="*/ 3 h 424"/>
                <a:gd name="T56" fmla="*/ 1 w 244"/>
                <a:gd name="T57" fmla="*/ 3 h 424"/>
                <a:gd name="T58" fmla="*/ 1 w 244"/>
                <a:gd name="T59" fmla="*/ 3 h 424"/>
                <a:gd name="T60" fmla="*/ 1 w 244"/>
                <a:gd name="T61" fmla="*/ 3 h 424"/>
                <a:gd name="T62" fmla="*/ 1 w 244"/>
                <a:gd name="T63" fmla="*/ 3 h 424"/>
                <a:gd name="T64" fmla="*/ 0 w 244"/>
                <a:gd name="T65" fmla="*/ 3 h 424"/>
                <a:gd name="T66" fmla="*/ 0 w 244"/>
                <a:gd name="T67" fmla="*/ 3 h 424"/>
                <a:gd name="T68" fmla="*/ 0 w 244"/>
                <a:gd name="T69" fmla="*/ 3 h 424"/>
                <a:gd name="T70" fmla="*/ 0 w 244"/>
                <a:gd name="T71" fmla="*/ 3 h 424"/>
                <a:gd name="T72" fmla="*/ 0 w 244"/>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4"/>
                <a:gd name="T113" fmla="*/ 244 w 244"/>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4">
                  <a:moveTo>
                    <a:pt x="0" y="424"/>
                  </a:moveTo>
                  <a:lnTo>
                    <a:pt x="0" y="424"/>
                  </a:lnTo>
                  <a:lnTo>
                    <a:pt x="25" y="422"/>
                  </a:lnTo>
                  <a:lnTo>
                    <a:pt x="50" y="416"/>
                  </a:lnTo>
                  <a:lnTo>
                    <a:pt x="73" y="405"/>
                  </a:lnTo>
                  <a:lnTo>
                    <a:pt x="96" y="390"/>
                  </a:lnTo>
                  <a:lnTo>
                    <a:pt x="118" y="373"/>
                  </a:lnTo>
                  <a:lnTo>
                    <a:pt x="138" y="350"/>
                  </a:lnTo>
                  <a:lnTo>
                    <a:pt x="155" y="326"/>
                  </a:lnTo>
                  <a:lnTo>
                    <a:pt x="173" y="299"/>
                  </a:lnTo>
                  <a:lnTo>
                    <a:pt x="189" y="268"/>
                  </a:lnTo>
                  <a:lnTo>
                    <a:pt x="203" y="235"/>
                  </a:lnTo>
                  <a:lnTo>
                    <a:pt x="215" y="201"/>
                  </a:lnTo>
                  <a:lnTo>
                    <a:pt x="226" y="163"/>
                  </a:lnTo>
                  <a:lnTo>
                    <a:pt x="234" y="125"/>
                  </a:lnTo>
                  <a:lnTo>
                    <a:pt x="240" y="85"/>
                  </a:lnTo>
                  <a:lnTo>
                    <a:pt x="243" y="42"/>
                  </a:lnTo>
                  <a:lnTo>
                    <a:pt x="244" y="0"/>
                  </a:lnTo>
                  <a:lnTo>
                    <a:pt x="233" y="0"/>
                  </a:lnTo>
                  <a:lnTo>
                    <a:pt x="232" y="42"/>
                  </a:lnTo>
                  <a:lnTo>
                    <a:pt x="228" y="83"/>
                  </a:lnTo>
                  <a:lnTo>
                    <a:pt x="222" y="123"/>
                  </a:lnTo>
                  <a:lnTo>
                    <a:pt x="214" y="160"/>
                  </a:lnTo>
                  <a:lnTo>
                    <a:pt x="203" y="197"/>
                  </a:lnTo>
                  <a:lnTo>
                    <a:pt x="192" y="231"/>
                  </a:lnTo>
                  <a:lnTo>
                    <a:pt x="178" y="263"/>
                  </a:lnTo>
                  <a:lnTo>
                    <a:pt x="164" y="292"/>
                  </a:lnTo>
                  <a:lnTo>
                    <a:pt x="146" y="319"/>
                  </a:lnTo>
                  <a:lnTo>
                    <a:pt x="129" y="343"/>
                  </a:lnTo>
                  <a:lnTo>
                    <a:pt x="109" y="363"/>
                  </a:lnTo>
                  <a:lnTo>
                    <a:pt x="89" y="381"/>
                  </a:lnTo>
                  <a:lnTo>
                    <a:pt x="66" y="394"/>
                  </a:lnTo>
                  <a:lnTo>
                    <a:pt x="45" y="404"/>
                  </a:lnTo>
                  <a:lnTo>
                    <a:pt x="23" y="410"/>
                  </a:lnTo>
                  <a:lnTo>
                    <a:pt x="0" y="412"/>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5448" name="Freeform 54"/>
            <p:cNvSpPr>
              <a:spLocks/>
            </p:cNvSpPr>
            <p:nvPr/>
          </p:nvSpPr>
          <p:spPr bwMode="auto">
            <a:xfrm>
              <a:off x="915" y="1830"/>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1" y="42"/>
                  </a:lnTo>
                  <a:lnTo>
                    <a:pt x="4" y="85"/>
                  </a:lnTo>
                  <a:lnTo>
                    <a:pt x="10" y="125"/>
                  </a:lnTo>
                  <a:lnTo>
                    <a:pt x="19" y="163"/>
                  </a:lnTo>
                  <a:lnTo>
                    <a:pt x="29" y="201"/>
                  </a:lnTo>
                  <a:lnTo>
                    <a:pt x="41" y="235"/>
                  </a:lnTo>
                  <a:lnTo>
                    <a:pt x="55" y="268"/>
                  </a:lnTo>
                  <a:lnTo>
                    <a:pt x="71" y="299"/>
                  </a:lnTo>
                  <a:lnTo>
                    <a:pt x="89" y="326"/>
                  </a:lnTo>
                  <a:lnTo>
                    <a:pt x="106" y="350"/>
                  </a:lnTo>
                  <a:lnTo>
                    <a:pt x="126" y="373"/>
                  </a:lnTo>
                  <a:lnTo>
                    <a:pt x="149" y="390"/>
                  </a:lnTo>
                  <a:lnTo>
                    <a:pt x="171" y="405"/>
                  </a:lnTo>
                  <a:lnTo>
                    <a:pt x="194" y="416"/>
                  </a:lnTo>
                  <a:lnTo>
                    <a:pt x="219" y="422"/>
                  </a:lnTo>
                  <a:lnTo>
                    <a:pt x="245" y="424"/>
                  </a:lnTo>
                  <a:lnTo>
                    <a:pt x="245" y="412"/>
                  </a:lnTo>
                  <a:lnTo>
                    <a:pt x="221" y="410"/>
                  </a:lnTo>
                  <a:lnTo>
                    <a:pt x="199" y="404"/>
                  </a:lnTo>
                  <a:lnTo>
                    <a:pt x="178" y="394"/>
                  </a:lnTo>
                  <a:lnTo>
                    <a:pt x="156" y="381"/>
                  </a:lnTo>
                  <a:lnTo>
                    <a:pt x="136" y="363"/>
                  </a:lnTo>
                  <a:lnTo>
                    <a:pt x="116" y="343"/>
                  </a:lnTo>
                  <a:lnTo>
                    <a:pt x="98" y="319"/>
                  </a:lnTo>
                  <a:lnTo>
                    <a:pt x="81" y="292"/>
                  </a:lnTo>
                  <a:lnTo>
                    <a:pt x="67" y="263"/>
                  </a:lnTo>
                  <a:lnTo>
                    <a:pt x="52" y="231"/>
                  </a:lnTo>
                  <a:lnTo>
                    <a:pt x="41" y="197"/>
                  </a:lnTo>
                  <a:lnTo>
                    <a:pt x="30" y="160"/>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5449" name="Freeform 55"/>
            <p:cNvSpPr>
              <a:spLocks/>
            </p:cNvSpPr>
            <p:nvPr/>
          </p:nvSpPr>
          <p:spPr bwMode="auto">
            <a:xfrm>
              <a:off x="915" y="1745"/>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0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19" y="2"/>
                  </a:lnTo>
                  <a:lnTo>
                    <a:pt x="194" y="8"/>
                  </a:lnTo>
                  <a:lnTo>
                    <a:pt x="171" y="19"/>
                  </a:lnTo>
                  <a:lnTo>
                    <a:pt x="149" y="34"/>
                  </a:lnTo>
                  <a:lnTo>
                    <a:pt x="126" y="52"/>
                  </a:lnTo>
                  <a:lnTo>
                    <a:pt x="106" y="74"/>
                  </a:lnTo>
                  <a:lnTo>
                    <a:pt x="89" y="99"/>
                  </a:lnTo>
                  <a:lnTo>
                    <a:pt x="70" y="126"/>
                  </a:lnTo>
                  <a:lnTo>
                    <a:pt x="55" y="157"/>
                  </a:lnTo>
                  <a:lnTo>
                    <a:pt x="41" y="189"/>
                  </a:lnTo>
                  <a:lnTo>
                    <a:pt x="29" y="224"/>
                  </a:lnTo>
                  <a:lnTo>
                    <a:pt x="19" y="262"/>
                  </a:lnTo>
                  <a:lnTo>
                    <a:pt x="10" y="300"/>
                  </a:lnTo>
                  <a:lnTo>
                    <a:pt x="4" y="340"/>
                  </a:lnTo>
                  <a:lnTo>
                    <a:pt x="1" y="383"/>
                  </a:lnTo>
                  <a:lnTo>
                    <a:pt x="0" y="426"/>
                  </a:lnTo>
                  <a:lnTo>
                    <a:pt x="11" y="426"/>
                  </a:lnTo>
                  <a:lnTo>
                    <a:pt x="13" y="383"/>
                  </a:lnTo>
                  <a:lnTo>
                    <a:pt x="16" y="342"/>
                  </a:lnTo>
                  <a:lnTo>
                    <a:pt x="22" y="303"/>
                  </a:lnTo>
                  <a:lnTo>
                    <a:pt x="30" y="264"/>
                  </a:lnTo>
                  <a:lnTo>
                    <a:pt x="41" y="229"/>
                  </a:lnTo>
                  <a:lnTo>
                    <a:pt x="52" y="194"/>
                  </a:lnTo>
                  <a:lnTo>
                    <a:pt x="67" y="162"/>
                  </a:lnTo>
                  <a:lnTo>
                    <a:pt x="82" y="133"/>
                  </a:lnTo>
                  <a:lnTo>
                    <a:pt x="98" y="106"/>
                  </a:lnTo>
                  <a:lnTo>
                    <a:pt x="116" y="81"/>
                  </a:lnTo>
                  <a:lnTo>
                    <a:pt x="136" y="61"/>
                  </a:lnTo>
                  <a:lnTo>
                    <a:pt x="156" y="43"/>
                  </a:lnTo>
                  <a:lnTo>
                    <a:pt x="178" y="31"/>
                  </a:lnTo>
                  <a:lnTo>
                    <a:pt x="199" y="20"/>
                  </a:lnTo>
                  <a:lnTo>
                    <a:pt x="221"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5450" name="Freeform 56"/>
            <p:cNvSpPr>
              <a:spLocks/>
            </p:cNvSpPr>
            <p:nvPr/>
          </p:nvSpPr>
          <p:spPr bwMode="auto">
            <a:xfrm>
              <a:off x="1140" y="2087"/>
              <a:ext cx="49" cy="85"/>
            </a:xfrm>
            <a:custGeom>
              <a:avLst/>
              <a:gdLst>
                <a:gd name="T0" fmla="*/ 2 w 246"/>
                <a:gd name="T1" fmla="*/ 3 h 424"/>
                <a:gd name="T2" fmla="*/ 2 w 246"/>
                <a:gd name="T3" fmla="*/ 3 h 424"/>
                <a:gd name="T4" fmla="*/ 2 w 246"/>
                <a:gd name="T5" fmla="*/ 3 h 424"/>
                <a:gd name="T6" fmla="*/ 2 w 246"/>
                <a:gd name="T7" fmla="*/ 3 h 424"/>
                <a:gd name="T8" fmla="*/ 2 w 246"/>
                <a:gd name="T9" fmla="*/ 2 h 424"/>
                <a:gd name="T10" fmla="*/ 2 w 246"/>
                <a:gd name="T11" fmla="*/ 2 h 424"/>
                <a:gd name="T12" fmla="*/ 2 w 246"/>
                <a:gd name="T13" fmla="*/ 2 h 424"/>
                <a:gd name="T14" fmla="*/ 2 w 246"/>
                <a:gd name="T15" fmla="*/ 2 h 424"/>
                <a:gd name="T16" fmla="*/ 2 w 246"/>
                <a:gd name="T17" fmla="*/ 1 h 424"/>
                <a:gd name="T18" fmla="*/ 1 w 246"/>
                <a:gd name="T19" fmla="*/ 1 h 424"/>
                <a:gd name="T20" fmla="*/ 1 w 246"/>
                <a:gd name="T21" fmla="*/ 1 h 424"/>
                <a:gd name="T22" fmla="*/ 1 w 246"/>
                <a:gd name="T23" fmla="*/ 1 h 424"/>
                <a:gd name="T24" fmla="*/ 1 w 246"/>
                <a:gd name="T25" fmla="*/ 0 h 424"/>
                <a:gd name="T26" fmla="*/ 1 w 246"/>
                <a:gd name="T27" fmla="*/ 0 h 424"/>
                <a:gd name="T28" fmla="*/ 1 w 246"/>
                <a:gd name="T29" fmla="*/ 0 h 424"/>
                <a:gd name="T30" fmla="*/ 0 w 246"/>
                <a:gd name="T31" fmla="*/ 0 h 424"/>
                <a:gd name="T32" fmla="*/ 0 w 246"/>
                <a:gd name="T33" fmla="*/ 0 h 424"/>
                <a:gd name="T34" fmla="*/ 0 w 246"/>
                <a:gd name="T35" fmla="*/ 0 h 424"/>
                <a:gd name="T36" fmla="*/ 0 w 246"/>
                <a:gd name="T37" fmla="*/ 0 h 424"/>
                <a:gd name="T38" fmla="*/ 0 w 246"/>
                <a:gd name="T39" fmla="*/ 0 h 424"/>
                <a:gd name="T40" fmla="*/ 0 w 246"/>
                <a:gd name="T41" fmla="*/ 0 h 424"/>
                <a:gd name="T42" fmla="*/ 1 w 246"/>
                <a:gd name="T43" fmla="*/ 0 h 424"/>
                <a:gd name="T44" fmla="*/ 1 w 246"/>
                <a:gd name="T45" fmla="*/ 0 h 424"/>
                <a:gd name="T46" fmla="*/ 1 w 246"/>
                <a:gd name="T47" fmla="*/ 0 h 424"/>
                <a:gd name="T48" fmla="*/ 1 w 246"/>
                <a:gd name="T49" fmla="*/ 1 h 424"/>
                <a:gd name="T50" fmla="*/ 1 w 246"/>
                <a:gd name="T51" fmla="*/ 1 h 424"/>
                <a:gd name="T52" fmla="*/ 1 w 246"/>
                <a:gd name="T53" fmla="*/ 1 h 424"/>
                <a:gd name="T54" fmla="*/ 1 w 246"/>
                <a:gd name="T55" fmla="*/ 1 h 424"/>
                <a:gd name="T56" fmla="*/ 2 w 246"/>
                <a:gd name="T57" fmla="*/ 2 h 424"/>
                <a:gd name="T58" fmla="*/ 2 w 246"/>
                <a:gd name="T59" fmla="*/ 2 h 424"/>
                <a:gd name="T60" fmla="*/ 2 w 246"/>
                <a:gd name="T61" fmla="*/ 2 h 424"/>
                <a:gd name="T62" fmla="*/ 2 w 246"/>
                <a:gd name="T63" fmla="*/ 2 h 424"/>
                <a:gd name="T64" fmla="*/ 2 w 246"/>
                <a:gd name="T65" fmla="*/ 3 h 424"/>
                <a:gd name="T66" fmla="*/ 2 w 246"/>
                <a:gd name="T67" fmla="*/ 3 h 424"/>
                <a:gd name="T68" fmla="*/ 2 w 246"/>
                <a:gd name="T69" fmla="*/ 3 h 424"/>
                <a:gd name="T70" fmla="*/ 2 w 246"/>
                <a:gd name="T71" fmla="*/ 3 h 424"/>
                <a:gd name="T72" fmla="*/ 2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424"/>
                  </a:moveTo>
                  <a:lnTo>
                    <a:pt x="246" y="424"/>
                  </a:lnTo>
                  <a:lnTo>
                    <a:pt x="244" y="382"/>
                  </a:lnTo>
                  <a:lnTo>
                    <a:pt x="241" y="338"/>
                  </a:lnTo>
                  <a:lnTo>
                    <a:pt x="235" y="298"/>
                  </a:lnTo>
                  <a:lnTo>
                    <a:pt x="227" y="261"/>
                  </a:lnTo>
                  <a:lnTo>
                    <a:pt x="216" y="222"/>
                  </a:lnTo>
                  <a:lnTo>
                    <a:pt x="205" y="188"/>
                  </a:lnTo>
                  <a:lnTo>
                    <a:pt x="190" y="155"/>
                  </a:lnTo>
                  <a:lnTo>
                    <a:pt x="174" y="125"/>
                  </a:lnTo>
                  <a:lnTo>
                    <a:pt x="157" y="98"/>
                  </a:lnTo>
                  <a:lnTo>
                    <a:pt x="138" y="73"/>
                  </a:lnTo>
                  <a:lnTo>
                    <a:pt x="118" y="51"/>
                  </a:lnTo>
                  <a:lnTo>
                    <a:pt x="96" y="34"/>
                  </a:lnTo>
                  <a:lnTo>
                    <a:pt x="74" y="18"/>
                  </a:lnTo>
                  <a:lnTo>
                    <a:pt x="50" y="8"/>
                  </a:lnTo>
                  <a:lnTo>
                    <a:pt x="25" y="2"/>
                  </a:lnTo>
                  <a:lnTo>
                    <a:pt x="0" y="0"/>
                  </a:lnTo>
                  <a:lnTo>
                    <a:pt x="0" y="11"/>
                  </a:lnTo>
                  <a:lnTo>
                    <a:pt x="23" y="14"/>
                  </a:lnTo>
                  <a:lnTo>
                    <a:pt x="45" y="19"/>
                  </a:lnTo>
                  <a:lnTo>
                    <a:pt x="67" y="30"/>
                  </a:lnTo>
                  <a:lnTo>
                    <a:pt x="89" y="43"/>
                  </a:lnTo>
                  <a:lnTo>
                    <a:pt x="108" y="60"/>
                  </a:lnTo>
                  <a:lnTo>
                    <a:pt x="128" y="80"/>
                  </a:lnTo>
                  <a:lnTo>
                    <a:pt x="147" y="105"/>
                  </a:lnTo>
                  <a:lnTo>
                    <a:pt x="165" y="132"/>
                  </a:lnTo>
                  <a:lnTo>
                    <a:pt x="179" y="160"/>
                  </a:lnTo>
                  <a:lnTo>
                    <a:pt x="193" y="193"/>
                  </a:lnTo>
                  <a:lnTo>
                    <a:pt x="205" y="227"/>
                  </a:lnTo>
                  <a:lnTo>
                    <a:pt x="215" y="263"/>
                  </a:lnTo>
                  <a:lnTo>
                    <a:pt x="223" y="301"/>
                  </a:lnTo>
                  <a:lnTo>
                    <a:pt x="229" y="341"/>
                  </a:lnTo>
                  <a:lnTo>
                    <a:pt x="233" y="382"/>
                  </a:lnTo>
                  <a:lnTo>
                    <a:pt x="234" y="424"/>
                  </a:lnTo>
                  <a:lnTo>
                    <a:pt x="246"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5451" name="Freeform 57"/>
            <p:cNvSpPr>
              <a:spLocks/>
            </p:cNvSpPr>
            <p:nvPr/>
          </p:nvSpPr>
          <p:spPr bwMode="auto">
            <a:xfrm>
              <a:off x="1140" y="2172"/>
              <a:ext cx="49" cy="85"/>
            </a:xfrm>
            <a:custGeom>
              <a:avLst/>
              <a:gdLst>
                <a:gd name="T0" fmla="*/ 0 w 246"/>
                <a:gd name="T1" fmla="*/ 3 h 426"/>
                <a:gd name="T2" fmla="*/ 0 w 246"/>
                <a:gd name="T3" fmla="*/ 3 h 426"/>
                <a:gd name="T4" fmla="*/ 0 w 246"/>
                <a:gd name="T5" fmla="*/ 3 h 426"/>
                <a:gd name="T6" fmla="*/ 0 w 246"/>
                <a:gd name="T7" fmla="*/ 3 h 426"/>
                <a:gd name="T8" fmla="*/ 1 w 246"/>
                <a:gd name="T9" fmla="*/ 3 h 426"/>
                <a:gd name="T10" fmla="*/ 1 w 246"/>
                <a:gd name="T11" fmla="*/ 3 h 426"/>
                <a:gd name="T12" fmla="*/ 1 w 246"/>
                <a:gd name="T13" fmla="*/ 3 h 426"/>
                <a:gd name="T14" fmla="*/ 1 w 246"/>
                <a:gd name="T15" fmla="*/ 3 h 426"/>
                <a:gd name="T16" fmla="*/ 1 w 246"/>
                <a:gd name="T17" fmla="*/ 3 h 426"/>
                <a:gd name="T18" fmla="*/ 1 w 246"/>
                <a:gd name="T19" fmla="*/ 2 h 426"/>
                <a:gd name="T20" fmla="*/ 2 w 246"/>
                <a:gd name="T21" fmla="*/ 2 h 426"/>
                <a:gd name="T22" fmla="*/ 2 w 246"/>
                <a:gd name="T23" fmla="*/ 2 h 426"/>
                <a:gd name="T24" fmla="*/ 2 w 246"/>
                <a:gd name="T25" fmla="*/ 2 h 426"/>
                <a:gd name="T26" fmla="*/ 2 w 246"/>
                <a:gd name="T27" fmla="*/ 1 h 426"/>
                <a:gd name="T28" fmla="*/ 2 w 246"/>
                <a:gd name="T29" fmla="*/ 1 h 426"/>
                <a:gd name="T30" fmla="*/ 2 w 246"/>
                <a:gd name="T31" fmla="*/ 1 h 426"/>
                <a:gd name="T32" fmla="*/ 2 w 246"/>
                <a:gd name="T33" fmla="*/ 0 h 426"/>
                <a:gd name="T34" fmla="*/ 2 w 246"/>
                <a:gd name="T35" fmla="*/ 0 h 426"/>
                <a:gd name="T36" fmla="*/ 2 w 246"/>
                <a:gd name="T37" fmla="*/ 0 h 426"/>
                <a:gd name="T38" fmla="*/ 2 w 246"/>
                <a:gd name="T39" fmla="*/ 0 h 426"/>
                <a:gd name="T40" fmla="*/ 2 w 246"/>
                <a:gd name="T41" fmla="*/ 1 h 426"/>
                <a:gd name="T42" fmla="*/ 2 w 246"/>
                <a:gd name="T43" fmla="*/ 1 h 426"/>
                <a:gd name="T44" fmla="*/ 2 w 246"/>
                <a:gd name="T45" fmla="*/ 1 h 426"/>
                <a:gd name="T46" fmla="*/ 2 w 246"/>
                <a:gd name="T47" fmla="*/ 2 h 426"/>
                <a:gd name="T48" fmla="*/ 2 w 246"/>
                <a:gd name="T49" fmla="*/ 2 h 426"/>
                <a:gd name="T50" fmla="*/ 1 w 246"/>
                <a:gd name="T51" fmla="*/ 2 h 426"/>
                <a:gd name="T52" fmla="*/ 1 w 246"/>
                <a:gd name="T53" fmla="*/ 2 h 426"/>
                <a:gd name="T54" fmla="*/ 1 w 246"/>
                <a:gd name="T55" fmla="*/ 3 h 426"/>
                <a:gd name="T56" fmla="*/ 1 w 246"/>
                <a:gd name="T57" fmla="*/ 3 h 426"/>
                <a:gd name="T58" fmla="*/ 1 w 246"/>
                <a:gd name="T59" fmla="*/ 3 h 426"/>
                <a:gd name="T60" fmla="*/ 1 w 246"/>
                <a:gd name="T61" fmla="*/ 3 h 426"/>
                <a:gd name="T62" fmla="*/ 1 w 246"/>
                <a:gd name="T63" fmla="*/ 3 h 426"/>
                <a:gd name="T64" fmla="*/ 0 w 246"/>
                <a:gd name="T65" fmla="*/ 3 h 426"/>
                <a:gd name="T66" fmla="*/ 0 w 246"/>
                <a:gd name="T67" fmla="*/ 3 h 426"/>
                <a:gd name="T68" fmla="*/ 0 w 246"/>
                <a:gd name="T69" fmla="*/ 3 h 426"/>
                <a:gd name="T70" fmla="*/ 0 w 246"/>
                <a:gd name="T71" fmla="*/ 3 h 426"/>
                <a:gd name="T72" fmla="*/ 0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426"/>
                  </a:moveTo>
                  <a:lnTo>
                    <a:pt x="0" y="426"/>
                  </a:lnTo>
                  <a:lnTo>
                    <a:pt x="25" y="423"/>
                  </a:lnTo>
                  <a:lnTo>
                    <a:pt x="50" y="417"/>
                  </a:lnTo>
                  <a:lnTo>
                    <a:pt x="74" y="407"/>
                  </a:lnTo>
                  <a:lnTo>
                    <a:pt x="96" y="392"/>
                  </a:lnTo>
                  <a:lnTo>
                    <a:pt x="118" y="373"/>
                  </a:lnTo>
                  <a:lnTo>
                    <a:pt x="138" y="350"/>
                  </a:lnTo>
                  <a:lnTo>
                    <a:pt x="157" y="327"/>
                  </a:lnTo>
                  <a:lnTo>
                    <a:pt x="175" y="299"/>
                  </a:lnTo>
                  <a:lnTo>
                    <a:pt x="190" y="268"/>
                  </a:lnTo>
                  <a:lnTo>
                    <a:pt x="205" y="236"/>
                  </a:lnTo>
                  <a:lnTo>
                    <a:pt x="216" y="202"/>
                  </a:lnTo>
                  <a:lnTo>
                    <a:pt x="227" y="164"/>
                  </a:lnTo>
                  <a:lnTo>
                    <a:pt x="235" y="125"/>
                  </a:lnTo>
                  <a:lnTo>
                    <a:pt x="241" y="86"/>
                  </a:lnTo>
                  <a:lnTo>
                    <a:pt x="244" y="42"/>
                  </a:lnTo>
                  <a:lnTo>
                    <a:pt x="246" y="0"/>
                  </a:lnTo>
                  <a:lnTo>
                    <a:pt x="234" y="0"/>
                  </a:lnTo>
                  <a:lnTo>
                    <a:pt x="233" y="42"/>
                  </a:lnTo>
                  <a:lnTo>
                    <a:pt x="229" y="83"/>
                  </a:lnTo>
                  <a:lnTo>
                    <a:pt x="223" y="123"/>
                  </a:lnTo>
                  <a:lnTo>
                    <a:pt x="215" y="162"/>
                  </a:lnTo>
                  <a:lnTo>
                    <a:pt x="205" y="197"/>
                  </a:lnTo>
                  <a:lnTo>
                    <a:pt x="193" y="231"/>
                  </a:lnTo>
                  <a:lnTo>
                    <a:pt x="179" y="264"/>
                  </a:lnTo>
                  <a:lnTo>
                    <a:pt x="164" y="292"/>
                  </a:lnTo>
                  <a:lnTo>
                    <a:pt x="147" y="320"/>
                  </a:lnTo>
                  <a:lnTo>
                    <a:pt x="128" y="343"/>
                  </a:lnTo>
                  <a:lnTo>
                    <a:pt x="108" y="363"/>
                  </a:lnTo>
                  <a:lnTo>
                    <a:pt x="89" y="382"/>
                  </a:lnTo>
                  <a:lnTo>
                    <a:pt x="67" y="395"/>
                  </a:lnTo>
                  <a:lnTo>
                    <a:pt x="45" y="406"/>
                  </a:lnTo>
                  <a:lnTo>
                    <a:pt x="23" y="411"/>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5452" name="Freeform 58"/>
            <p:cNvSpPr>
              <a:spLocks/>
            </p:cNvSpPr>
            <p:nvPr/>
          </p:nvSpPr>
          <p:spPr bwMode="auto">
            <a:xfrm>
              <a:off x="1091" y="2172"/>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4" y="86"/>
                  </a:lnTo>
                  <a:lnTo>
                    <a:pt x="10" y="125"/>
                  </a:lnTo>
                  <a:lnTo>
                    <a:pt x="18" y="164"/>
                  </a:lnTo>
                  <a:lnTo>
                    <a:pt x="29" y="202"/>
                  </a:lnTo>
                  <a:lnTo>
                    <a:pt x="41" y="236"/>
                  </a:lnTo>
                  <a:lnTo>
                    <a:pt x="55" y="268"/>
                  </a:lnTo>
                  <a:lnTo>
                    <a:pt x="70" y="299"/>
                  </a:lnTo>
                  <a:lnTo>
                    <a:pt x="89" y="327"/>
                  </a:lnTo>
                  <a:lnTo>
                    <a:pt x="106" y="350"/>
                  </a:lnTo>
                  <a:lnTo>
                    <a:pt x="126" y="373"/>
                  </a:lnTo>
                  <a:lnTo>
                    <a:pt x="148" y="392"/>
                  </a:lnTo>
                  <a:lnTo>
                    <a:pt x="171" y="407"/>
                  </a:lnTo>
                  <a:lnTo>
                    <a:pt x="194" y="417"/>
                  </a:lnTo>
                  <a:lnTo>
                    <a:pt x="219" y="423"/>
                  </a:lnTo>
                  <a:lnTo>
                    <a:pt x="245" y="426"/>
                  </a:lnTo>
                  <a:lnTo>
                    <a:pt x="245" y="414"/>
                  </a:lnTo>
                  <a:lnTo>
                    <a:pt x="221" y="411"/>
                  </a:lnTo>
                  <a:lnTo>
                    <a:pt x="199" y="406"/>
                  </a:lnTo>
                  <a:lnTo>
                    <a:pt x="178" y="395"/>
                  </a:lnTo>
                  <a:lnTo>
                    <a:pt x="155" y="382"/>
                  </a:lnTo>
                  <a:lnTo>
                    <a:pt x="136" y="363"/>
                  </a:lnTo>
                  <a:lnTo>
                    <a:pt x="116" y="343"/>
                  </a:lnTo>
                  <a:lnTo>
                    <a:pt x="98" y="320"/>
                  </a:lnTo>
                  <a:lnTo>
                    <a:pt x="82" y="292"/>
                  </a:lnTo>
                  <a:lnTo>
                    <a:pt x="66" y="264"/>
                  </a:lnTo>
                  <a:lnTo>
                    <a:pt x="52" y="231"/>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5453" name="Freeform 59"/>
            <p:cNvSpPr>
              <a:spLocks/>
            </p:cNvSpPr>
            <p:nvPr/>
          </p:nvSpPr>
          <p:spPr bwMode="auto">
            <a:xfrm>
              <a:off x="1091" y="2087"/>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4" y="8"/>
                  </a:lnTo>
                  <a:lnTo>
                    <a:pt x="171" y="18"/>
                  </a:lnTo>
                  <a:lnTo>
                    <a:pt x="148" y="34"/>
                  </a:lnTo>
                  <a:lnTo>
                    <a:pt x="126" y="51"/>
                  </a:lnTo>
                  <a:lnTo>
                    <a:pt x="106" y="73"/>
                  </a:lnTo>
                  <a:lnTo>
                    <a:pt x="89" y="98"/>
                  </a:lnTo>
                  <a:lnTo>
                    <a:pt x="71" y="125"/>
                  </a:lnTo>
                  <a:lnTo>
                    <a:pt x="55" y="155"/>
                  </a:lnTo>
                  <a:lnTo>
                    <a:pt x="41" y="188"/>
                  </a:lnTo>
                  <a:lnTo>
                    <a:pt x="29" y="222"/>
                  </a:lnTo>
                  <a:lnTo>
                    <a:pt x="18" y="261"/>
                  </a:lnTo>
                  <a:lnTo>
                    <a:pt x="10" y="298"/>
                  </a:lnTo>
                  <a:lnTo>
                    <a:pt x="4" y="338"/>
                  </a:lnTo>
                  <a:lnTo>
                    <a:pt x="1" y="382"/>
                  </a:lnTo>
                  <a:lnTo>
                    <a:pt x="0" y="424"/>
                  </a:lnTo>
                  <a:lnTo>
                    <a:pt x="11" y="424"/>
                  </a:lnTo>
                  <a:lnTo>
                    <a:pt x="13" y="382"/>
                  </a:lnTo>
                  <a:lnTo>
                    <a:pt x="16" y="341"/>
                  </a:lnTo>
                  <a:lnTo>
                    <a:pt x="22" y="301"/>
                  </a:lnTo>
                  <a:lnTo>
                    <a:pt x="30" y="263"/>
                  </a:lnTo>
                  <a:lnTo>
                    <a:pt x="41" y="227"/>
                  </a:lnTo>
                  <a:lnTo>
                    <a:pt x="52" y="193"/>
                  </a:lnTo>
                  <a:lnTo>
                    <a:pt x="66" y="160"/>
                  </a:lnTo>
                  <a:lnTo>
                    <a:pt x="80" y="132"/>
                  </a:lnTo>
                  <a:lnTo>
                    <a:pt x="98" y="105"/>
                  </a:lnTo>
                  <a:lnTo>
                    <a:pt x="116" y="80"/>
                  </a:lnTo>
                  <a:lnTo>
                    <a:pt x="136" y="60"/>
                  </a:lnTo>
                  <a:lnTo>
                    <a:pt x="155" y="43"/>
                  </a:lnTo>
                  <a:lnTo>
                    <a:pt x="178" y="30"/>
                  </a:lnTo>
                  <a:lnTo>
                    <a:pt x="199" y="19"/>
                  </a:lnTo>
                  <a:lnTo>
                    <a:pt x="221" y="14"/>
                  </a:lnTo>
                  <a:lnTo>
                    <a:pt x="245" y="11"/>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5454" name="Freeform 60"/>
            <p:cNvSpPr>
              <a:spLocks/>
            </p:cNvSpPr>
            <p:nvPr/>
          </p:nvSpPr>
          <p:spPr bwMode="auto">
            <a:xfrm>
              <a:off x="1392" y="2118"/>
              <a:ext cx="49" cy="85"/>
            </a:xfrm>
            <a:custGeom>
              <a:avLst/>
              <a:gdLst>
                <a:gd name="T0" fmla="*/ 2 w 246"/>
                <a:gd name="T1" fmla="*/ 3 h 426"/>
                <a:gd name="T2" fmla="*/ 2 w 246"/>
                <a:gd name="T3" fmla="*/ 3 h 426"/>
                <a:gd name="T4" fmla="*/ 2 w 246"/>
                <a:gd name="T5" fmla="*/ 3 h 426"/>
                <a:gd name="T6" fmla="*/ 2 w 246"/>
                <a:gd name="T7" fmla="*/ 3 h 426"/>
                <a:gd name="T8" fmla="*/ 2 w 246"/>
                <a:gd name="T9" fmla="*/ 2 h 426"/>
                <a:gd name="T10" fmla="*/ 2 w 246"/>
                <a:gd name="T11" fmla="*/ 2 h 426"/>
                <a:gd name="T12" fmla="*/ 2 w 246"/>
                <a:gd name="T13" fmla="*/ 2 h 426"/>
                <a:gd name="T14" fmla="*/ 2 w 246"/>
                <a:gd name="T15" fmla="*/ 2 h 426"/>
                <a:gd name="T16" fmla="*/ 2 w 246"/>
                <a:gd name="T17" fmla="*/ 1 h 426"/>
                <a:gd name="T18" fmla="*/ 1 w 246"/>
                <a:gd name="T19" fmla="*/ 1 h 426"/>
                <a:gd name="T20" fmla="*/ 1 w 246"/>
                <a:gd name="T21" fmla="*/ 1 h 426"/>
                <a:gd name="T22" fmla="*/ 1 w 246"/>
                <a:gd name="T23" fmla="*/ 1 h 426"/>
                <a:gd name="T24" fmla="*/ 1 w 246"/>
                <a:gd name="T25" fmla="*/ 0 h 426"/>
                <a:gd name="T26" fmla="*/ 1 w 246"/>
                <a:gd name="T27" fmla="*/ 0 h 426"/>
                <a:gd name="T28" fmla="*/ 1 w 246"/>
                <a:gd name="T29" fmla="*/ 0 h 426"/>
                <a:gd name="T30" fmla="*/ 0 w 246"/>
                <a:gd name="T31" fmla="*/ 0 h 426"/>
                <a:gd name="T32" fmla="*/ 0 w 246"/>
                <a:gd name="T33" fmla="*/ 0 h 426"/>
                <a:gd name="T34" fmla="*/ 0 w 246"/>
                <a:gd name="T35" fmla="*/ 0 h 426"/>
                <a:gd name="T36" fmla="*/ 0 w 246"/>
                <a:gd name="T37" fmla="*/ 0 h 426"/>
                <a:gd name="T38" fmla="*/ 0 w 246"/>
                <a:gd name="T39" fmla="*/ 0 h 426"/>
                <a:gd name="T40" fmla="*/ 0 w 246"/>
                <a:gd name="T41" fmla="*/ 0 h 426"/>
                <a:gd name="T42" fmla="*/ 1 w 246"/>
                <a:gd name="T43" fmla="*/ 0 h 426"/>
                <a:gd name="T44" fmla="*/ 1 w 246"/>
                <a:gd name="T45" fmla="*/ 0 h 426"/>
                <a:gd name="T46" fmla="*/ 1 w 246"/>
                <a:gd name="T47" fmla="*/ 1 h 426"/>
                <a:gd name="T48" fmla="*/ 1 w 246"/>
                <a:gd name="T49" fmla="*/ 1 h 426"/>
                <a:gd name="T50" fmla="*/ 1 w 246"/>
                <a:gd name="T51" fmla="*/ 1 h 426"/>
                <a:gd name="T52" fmla="*/ 1 w 246"/>
                <a:gd name="T53" fmla="*/ 1 h 426"/>
                <a:gd name="T54" fmla="*/ 1 w 246"/>
                <a:gd name="T55" fmla="*/ 1 h 426"/>
                <a:gd name="T56" fmla="*/ 2 w 246"/>
                <a:gd name="T57" fmla="*/ 2 h 426"/>
                <a:gd name="T58" fmla="*/ 2 w 246"/>
                <a:gd name="T59" fmla="*/ 2 h 426"/>
                <a:gd name="T60" fmla="*/ 2 w 246"/>
                <a:gd name="T61" fmla="*/ 2 h 426"/>
                <a:gd name="T62" fmla="*/ 2 w 246"/>
                <a:gd name="T63" fmla="*/ 2 h 426"/>
                <a:gd name="T64" fmla="*/ 2 w 246"/>
                <a:gd name="T65" fmla="*/ 3 h 426"/>
                <a:gd name="T66" fmla="*/ 2 w 246"/>
                <a:gd name="T67" fmla="*/ 3 h 426"/>
                <a:gd name="T68" fmla="*/ 2 w 246"/>
                <a:gd name="T69" fmla="*/ 3 h 426"/>
                <a:gd name="T70" fmla="*/ 2 w 246"/>
                <a:gd name="T71" fmla="*/ 3 h 426"/>
                <a:gd name="T72" fmla="*/ 2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246" y="426"/>
                  </a:moveTo>
                  <a:lnTo>
                    <a:pt x="246" y="426"/>
                  </a:lnTo>
                  <a:lnTo>
                    <a:pt x="245" y="384"/>
                  </a:lnTo>
                  <a:lnTo>
                    <a:pt x="242" y="340"/>
                  </a:lnTo>
                  <a:lnTo>
                    <a:pt x="236" y="301"/>
                  </a:lnTo>
                  <a:lnTo>
                    <a:pt x="228" y="262"/>
                  </a:lnTo>
                  <a:lnTo>
                    <a:pt x="217" y="224"/>
                  </a:lnTo>
                  <a:lnTo>
                    <a:pt x="205" y="190"/>
                  </a:lnTo>
                  <a:lnTo>
                    <a:pt x="191" y="158"/>
                  </a:lnTo>
                  <a:lnTo>
                    <a:pt x="176" y="126"/>
                  </a:lnTo>
                  <a:lnTo>
                    <a:pt x="157" y="99"/>
                  </a:lnTo>
                  <a:lnTo>
                    <a:pt x="139" y="75"/>
                  </a:lnTo>
                  <a:lnTo>
                    <a:pt x="119" y="53"/>
                  </a:lnTo>
                  <a:lnTo>
                    <a:pt x="96" y="34"/>
                  </a:lnTo>
                  <a:lnTo>
                    <a:pt x="75" y="19"/>
                  </a:lnTo>
                  <a:lnTo>
                    <a:pt x="51" y="9"/>
                  </a:lnTo>
                  <a:lnTo>
                    <a:pt x="26" y="3"/>
                  </a:lnTo>
                  <a:lnTo>
                    <a:pt x="0" y="0"/>
                  </a:lnTo>
                  <a:lnTo>
                    <a:pt x="0" y="12"/>
                  </a:lnTo>
                  <a:lnTo>
                    <a:pt x="24" y="15"/>
                  </a:lnTo>
                  <a:lnTo>
                    <a:pt x="46" y="20"/>
                  </a:lnTo>
                  <a:lnTo>
                    <a:pt x="68" y="31"/>
                  </a:lnTo>
                  <a:lnTo>
                    <a:pt x="89" y="44"/>
                  </a:lnTo>
                  <a:lnTo>
                    <a:pt x="109" y="63"/>
                  </a:lnTo>
                  <a:lnTo>
                    <a:pt x="129" y="83"/>
                  </a:lnTo>
                  <a:lnTo>
                    <a:pt x="148" y="106"/>
                  </a:lnTo>
                  <a:lnTo>
                    <a:pt x="164" y="133"/>
                  </a:lnTo>
                  <a:lnTo>
                    <a:pt x="180" y="162"/>
                  </a:lnTo>
                  <a:lnTo>
                    <a:pt x="194" y="195"/>
                  </a:lnTo>
                  <a:lnTo>
                    <a:pt x="205" y="229"/>
                  </a:lnTo>
                  <a:lnTo>
                    <a:pt x="216" y="264"/>
                  </a:lnTo>
                  <a:lnTo>
                    <a:pt x="224" y="303"/>
                  </a:lnTo>
                  <a:lnTo>
                    <a:pt x="230" y="343"/>
                  </a:lnTo>
                  <a:lnTo>
                    <a:pt x="233" y="384"/>
                  </a:lnTo>
                  <a:lnTo>
                    <a:pt x="235" y="426"/>
                  </a:lnTo>
                  <a:lnTo>
                    <a:pt x="246"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5455" name="Freeform 61"/>
            <p:cNvSpPr>
              <a:spLocks/>
            </p:cNvSpPr>
            <p:nvPr/>
          </p:nvSpPr>
          <p:spPr bwMode="auto">
            <a:xfrm>
              <a:off x="1392" y="2203"/>
              <a:ext cx="49" cy="85"/>
            </a:xfrm>
            <a:custGeom>
              <a:avLst/>
              <a:gdLst>
                <a:gd name="T0" fmla="*/ 0 w 246"/>
                <a:gd name="T1" fmla="*/ 3 h 424"/>
                <a:gd name="T2" fmla="*/ 0 w 246"/>
                <a:gd name="T3" fmla="*/ 3 h 424"/>
                <a:gd name="T4" fmla="*/ 0 w 246"/>
                <a:gd name="T5" fmla="*/ 3 h 424"/>
                <a:gd name="T6" fmla="*/ 0 w 246"/>
                <a:gd name="T7" fmla="*/ 3 h 424"/>
                <a:gd name="T8" fmla="*/ 1 w 246"/>
                <a:gd name="T9" fmla="*/ 3 h 424"/>
                <a:gd name="T10" fmla="*/ 1 w 246"/>
                <a:gd name="T11" fmla="*/ 3 h 424"/>
                <a:gd name="T12" fmla="*/ 1 w 246"/>
                <a:gd name="T13" fmla="*/ 3 h 424"/>
                <a:gd name="T14" fmla="*/ 1 w 246"/>
                <a:gd name="T15" fmla="*/ 3 h 424"/>
                <a:gd name="T16" fmla="*/ 1 w 246"/>
                <a:gd name="T17" fmla="*/ 3 h 424"/>
                <a:gd name="T18" fmla="*/ 1 w 246"/>
                <a:gd name="T19" fmla="*/ 2 h 424"/>
                <a:gd name="T20" fmla="*/ 2 w 246"/>
                <a:gd name="T21" fmla="*/ 2 h 424"/>
                <a:gd name="T22" fmla="*/ 2 w 246"/>
                <a:gd name="T23" fmla="*/ 2 h 424"/>
                <a:gd name="T24" fmla="*/ 2 w 246"/>
                <a:gd name="T25" fmla="*/ 2 h 424"/>
                <a:gd name="T26" fmla="*/ 2 w 246"/>
                <a:gd name="T27" fmla="*/ 1 h 424"/>
                <a:gd name="T28" fmla="*/ 2 w 246"/>
                <a:gd name="T29" fmla="*/ 1 h 424"/>
                <a:gd name="T30" fmla="*/ 2 w 246"/>
                <a:gd name="T31" fmla="*/ 1 h 424"/>
                <a:gd name="T32" fmla="*/ 2 w 246"/>
                <a:gd name="T33" fmla="*/ 0 h 424"/>
                <a:gd name="T34" fmla="*/ 2 w 246"/>
                <a:gd name="T35" fmla="*/ 0 h 424"/>
                <a:gd name="T36" fmla="*/ 2 w 246"/>
                <a:gd name="T37" fmla="*/ 0 h 424"/>
                <a:gd name="T38" fmla="*/ 2 w 246"/>
                <a:gd name="T39" fmla="*/ 0 h 424"/>
                <a:gd name="T40" fmla="*/ 2 w 246"/>
                <a:gd name="T41" fmla="*/ 1 h 424"/>
                <a:gd name="T42" fmla="*/ 2 w 246"/>
                <a:gd name="T43" fmla="*/ 1 h 424"/>
                <a:gd name="T44" fmla="*/ 2 w 246"/>
                <a:gd name="T45" fmla="*/ 1 h 424"/>
                <a:gd name="T46" fmla="*/ 2 w 246"/>
                <a:gd name="T47" fmla="*/ 2 h 424"/>
                <a:gd name="T48" fmla="*/ 2 w 246"/>
                <a:gd name="T49" fmla="*/ 2 h 424"/>
                <a:gd name="T50" fmla="*/ 1 w 246"/>
                <a:gd name="T51" fmla="*/ 2 h 424"/>
                <a:gd name="T52" fmla="*/ 1 w 246"/>
                <a:gd name="T53" fmla="*/ 2 h 424"/>
                <a:gd name="T54" fmla="*/ 1 w 246"/>
                <a:gd name="T55" fmla="*/ 3 h 424"/>
                <a:gd name="T56" fmla="*/ 1 w 246"/>
                <a:gd name="T57" fmla="*/ 3 h 424"/>
                <a:gd name="T58" fmla="*/ 1 w 246"/>
                <a:gd name="T59" fmla="*/ 3 h 424"/>
                <a:gd name="T60" fmla="*/ 1 w 246"/>
                <a:gd name="T61" fmla="*/ 3 h 424"/>
                <a:gd name="T62" fmla="*/ 1 w 246"/>
                <a:gd name="T63" fmla="*/ 3 h 424"/>
                <a:gd name="T64" fmla="*/ 0 w 246"/>
                <a:gd name="T65" fmla="*/ 3 h 424"/>
                <a:gd name="T66" fmla="*/ 0 w 246"/>
                <a:gd name="T67" fmla="*/ 3 h 424"/>
                <a:gd name="T68" fmla="*/ 0 w 246"/>
                <a:gd name="T69" fmla="*/ 3 h 424"/>
                <a:gd name="T70" fmla="*/ 0 w 246"/>
                <a:gd name="T71" fmla="*/ 3 h 424"/>
                <a:gd name="T72" fmla="*/ 0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0" y="424"/>
                  </a:moveTo>
                  <a:lnTo>
                    <a:pt x="0" y="424"/>
                  </a:lnTo>
                  <a:lnTo>
                    <a:pt x="26" y="422"/>
                  </a:lnTo>
                  <a:lnTo>
                    <a:pt x="51" y="416"/>
                  </a:lnTo>
                  <a:lnTo>
                    <a:pt x="75" y="406"/>
                  </a:lnTo>
                  <a:lnTo>
                    <a:pt x="96" y="390"/>
                  </a:lnTo>
                  <a:lnTo>
                    <a:pt x="119" y="373"/>
                  </a:lnTo>
                  <a:lnTo>
                    <a:pt x="139" y="351"/>
                  </a:lnTo>
                  <a:lnTo>
                    <a:pt x="157" y="326"/>
                  </a:lnTo>
                  <a:lnTo>
                    <a:pt x="175" y="299"/>
                  </a:lnTo>
                  <a:lnTo>
                    <a:pt x="191" y="269"/>
                  </a:lnTo>
                  <a:lnTo>
                    <a:pt x="205" y="236"/>
                  </a:lnTo>
                  <a:lnTo>
                    <a:pt x="217" y="202"/>
                  </a:lnTo>
                  <a:lnTo>
                    <a:pt x="228" y="163"/>
                  </a:lnTo>
                  <a:lnTo>
                    <a:pt x="236" y="125"/>
                  </a:lnTo>
                  <a:lnTo>
                    <a:pt x="242" y="86"/>
                  </a:lnTo>
                  <a:lnTo>
                    <a:pt x="245" y="42"/>
                  </a:lnTo>
                  <a:lnTo>
                    <a:pt x="246" y="0"/>
                  </a:lnTo>
                  <a:lnTo>
                    <a:pt x="235" y="0"/>
                  </a:lnTo>
                  <a:lnTo>
                    <a:pt x="233" y="42"/>
                  </a:lnTo>
                  <a:lnTo>
                    <a:pt x="230" y="83"/>
                  </a:lnTo>
                  <a:lnTo>
                    <a:pt x="224" y="123"/>
                  </a:lnTo>
                  <a:lnTo>
                    <a:pt x="216" y="161"/>
                  </a:lnTo>
                  <a:lnTo>
                    <a:pt x="205" y="197"/>
                  </a:lnTo>
                  <a:lnTo>
                    <a:pt x="194" y="231"/>
                  </a:lnTo>
                  <a:lnTo>
                    <a:pt x="180" y="264"/>
                  </a:lnTo>
                  <a:lnTo>
                    <a:pt x="166" y="292"/>
                  </a:lnTo>
                  <a:lnTo>
                    <a:pt x="148" y="319"/>
                  </a:lnTo>
                  <a:lnTo>
                    <a:pt x="129" y="344"/>
                  </a:lnTo>
                  <a:lnTo>
                    <a:pt x="109" y="364"/>
                  </a:lnTo>
                  <a:lnTo>
                    <a:pt x="89" y="381"/>
                  </a:lnTo>
                  <a:lnTo>
                    <a:pt x="68" y="394"/>
                  </a:lnTo>
                  <a:lnTo>
                    <a:pt x="46" y="405"/>
                  </a:lnTo>
                  <a:lnTo>
                    <a:pt x="24" y="410"/>
                  </a:lnTo>
                  <a:lnTo>
                    <a:pt x="0" y="413"/>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5456" name="Freeform 62"/>
            <p:cNvSpPr>
              <a:spLocks/>
            </p:cNvSpPr>
            <p:nvPr/>
          </p:nvSpPr>
          <p:spPr bwMode="auto">
            <a:xfrm>
              <a:off x="1343" y="2203"/>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2" y="42"/>
                  </a:lnTo>
                  <a:lnTo>
                    <a:pt x="5" y="86"/>
                  </a:lnTo>
                  <a:lnTo>
                    <a:pt x="11" y="125"/>
                  </a:lnTo>
                  <a:lnTo>
                    <a:pt x="19" y="163"/>
                  </a:lnTo>
                  <a:lnTo>
                    <a:pt x="30" y="202"/>
                  </a:lnTo>
                  <a:lnTo>
                    <a:pt x="41" y="236"/>
                  </a:lnTo>
                  <a:lnTo>
                    <a:pt x="56" y="269"/>
                  </a:lnTo>
                  <a:lnTo>
                    <a:pt x="72" y="299"/>
                  </a:lnTo>
                  <a:lnTo>
                    <a:pt x="90" y="326"/>
                  </a:lnTo>
                  <a:lnTo>
                    <a:pt x="108" y="351"/>
                  </a:lnTo>
                  <a:lnTo>
                    <a:pt x="127" y="373"/>
                  </a:lnTo>
                  <a:lnTo>
                    <a:pt x="149" y="390"/>
                  </a:lnTo>
                  <a:lnTo>
                    <a:pt x="172" y="406"/>
                  </a:lnTo>
                  <a:lnTo>
                    <a:pt x="195" y="416"/>
                  </a:lnTo>
                  <a:lnTo>
                    <a:pt x="220" y="422"/>
                  </a:lnTo>
                  <a:lnTo>
                    <a:pt x="245" y="424"/>
                  </a:lnTo>
                  <a:lnTo>
                    <a:pt x="245" y="413"/>
                  </a:lnTo>
                  <a:lnTo>
                    <a:pt x="222" y="410"/>
                  </a:lnTo>
                  <a:lnTo>
                    <a:pt x="200" y="405"/>
                  </a:lnTo>
                  <a:lnTo>
                    <a:pt x="179" y="394"/>
                  </a:lnTo>
                  <a:lnTo>
                    <a:pt x="156" y="381"/>
                  </a:lnTo>
                  <a:lnTo>
                    <a:pt x="136" y="364"/>
                  </a:lnTo>
                  <a:lnTo>
                    <a:pt x="118" y="344"/>
                  </a:lnTo>
                  <a:lnTo>
                    <a:pt x="99" y="319"/>
                  </a:lnTo>
                  <a:lnTo>
                    <a:pt x="81" y="292"/>
                  </a:lnTo>
                  <a:lnTo>
                    <a:pt x="67" y="264"/>
                  </a:lnTo>
                  <a:lnTo>
                    <a:pt x="53" y="231"/>
                  </a:lnTo>
                  <a:lnTo>
                    <a:pt x="41" y="197"/>
                  </a:lnTo>
                  <a:lnTo>
                    <a:pt x="31" y="161"/>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5457" name="Freeform 63"/>
            <p:cNvSpPr>
              <a:spLocks/>
            </p:cNvSpPr>
            <p:nvPr/>
          </p:nvSpPr>
          <p:spPr bwMode="auto">
            <a:xfrm>
              <a:off x="1343" y="2118"/>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1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20" y="3"/>
                  </a:lnTo>
                  <a:lnTo>
                    <a:pt x="195" y="9"/>
                  </a:lnTo>
                  <a:lnTo>
                    <a:pt x="172" y="19"/>
                  </a:lnTo>
                  <a:lnTo>
                    <a:pt x="149" y="34"/>
                  </a:lnTo>
                  <a:lnTo>
                    <a:pt x="127" y="53"/>
                  </a:lnTo>
                  <a:lnTo>
                    <a:pt x="108" y="75"/>
                  </a:lnTo>
                  <a:lnTo>
                    <a:pt x="90" y="99"/>
                  </a:lnTo>
                  <a:lnTo>
                    <a:pt x="71" y="126"/>
                  </a:lnTo>
                  <a:lnTo>
                    <a:pt x="56" y="158"/>
                  </a:lnTo>
                  <a:lnTo>
                    <a:pt x="41" y="190"/>
                  </a:lnTo>
                  <a:lnTo>
                    <a:pt x="30" y="224"/>
                  </a:lnTo>
                  <a:lnTo>
                    <a:pt x="19" y="262"/>
                  </a:lnTo>
                  <a:lnTo>
                    <a:pt x="11" y="301"/>
                  </a:lnTo>
                  <a:lnTo>
                    <a:pt x="5" y="340"/>
                  </a:lnTo>
                  <a:lnTo>
                    <a:pt x="2" y="384"/>
                  </a:lnTo>
                  <a:lnTo>
                    <a:pt x="0" y="426"/>
                  </a:lnTo>
                  <a:lnTo>
                    <a:pt x="12" y="426"/>
                  </a:lnTo>
                  <a:lnTo>
                    <a:pt x="13" y="384"/>
                  </a:lnTo>
                  <a:lnTo>
                    <a:pt x="17" y="343"/>
                  </a:lnTo>
                  <a:lnTo>
                    <a:pt x="23" y="303"/>
                  </a:lnTo>
                  <a:lnTo>
                    <a:pt x="31" y="264"/>
                  </a:lnTo>
                  <a:lnTo>
                    <a:pt x="41" y="229"/>
                  </a:lnTo>
                  <a:lnTo>
                    <a:pt x="53" y="195"/>
                  </a:lnTo>
                  <a:lnTo>
                    <a:pt x="67" y="162"/>
                  </a:lnTo>
                  <a:lnTo>
                    <a:pt x="82" y="133"/>
                  </a:lnTo>
                  <a:lnTo>
                    <a:pt x="99" y="106"/>
                  </a:lnTo>
                  <a:lnTo>
                    <a:pt x="118" y="83"/>
                  </a:lnTo>
                  <a:lnTo>
                    <a:pt x="136" y="63"/>
                  </a:lnTo>
                  <a:lnTo>
                    <a:pt x="156" y="44"/>
                  </a:lnTo>
                  <a:lnTo>
                    <a:pt x="179" y="31"/>
                  </a:lnTo>
                  <a:lnTo>
                    <a:pt x="200" y="20"/>
                  </a:lnTo>
                  <a:lnTo>
                    <a:pt x="222" y="15"/>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5458" name="Freeform 64"/>
            <p:cNvSpPr>
              <a:spLocks/>
            </p:cNvSpPr>
            <p:nvPr/>
          </p:nvSpPr>
          <p:spPr bwMode="auto">
            <a:xfrm>
              <a:off x="1384" y="1859"/>
              <a:ext cx="49" cy="84"/>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1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3" y="382"/>
                  </a:lnTo>
                  <a:lnTo>
                    <a:pt x="240" y="339"/>
                  </a:lnTo>
                  <a:lnTo>
                    <a:pt x="234" y="299"/>
                  </a:lnTo>
                  <a:lnTo>
                    <a:pt x="226" y="261"/>
                  </a:lnTo>
                  <a:lnTo>
                    <a:pt x="215" y="222"/>
                  </a:lnTo>
                  <a:lnTo>
                    <a:pt x="204" y="188"/>
                  </a:lnTo>
                  <a:lnTo>
                    <a:pt x="189" y="156"/>
                  </a:lnTo>
                  <a:lnTo>
                    <a:pt x="173" y="125"/>
                  </a:lnTo>
                  <a:lnTo>
                    <a:pt x="155" y="98"/>
                  </a:lnTo>
                  <a:lnTo>
                    <a:pt x="138" y="74"/>
                  </a:lnTo>
                  <a:lnTo>
                    <a:pt x="118" y="51"/>
                  </a:lnTo>
                  <a:lnTo>
                    <a:pt x="96" y="34"/>
                  </a:lnTo>
                  <a:lnTo>
                    <a:pt x="73" y="18"/>
                  </a:lnTo>
                  <a:lnTo>
                    <a:pt x="50" y="8"/>
                  </a:lnTo>
                  <a:lnTo>
                    <a:pt x="25" y="2"/>
                  </a:lnTo>
                  <a:lnTo>
                    <a:pt x="0" y="0"/>
                  </a:lnTo>
                  <a:lnTo>
                    <a:pt x="0" y="11"/>
                  </a:lnTo>
                  <a:lnTo>
                    <a:pt x="23" y="14"/>
                  </a:lnTo>
                  <a:lnTo>
                    <a:pt x="45" y="20"/>
                  </a:lnTo>
                  <a:lnTo>
                    <a:pt x="66" y="30"/>
                  </a:lnTo>
                  <a:lnTo>
                    <a:pt x="89" y="43"/>
                  </a:lnTo>
                  <a:lnTo>
                    <a:pt x="109" y="61"/>
                  </a:lnTo>
                  <a:lnTo>
                    <a:pt x="129" y="81"/>
                  </a:lnTo>
                  <a:lnTo>
                    <a:pt x="146" y="105"/>
                  </a:lnTo>
                  <a:lnTo>
                    <a:pt x="164" y="132"/>
                  </a:lnTo>
                  <a:lnTo>
                    <a:pt x="178" y="160"/>
                  </a:lnTo>
                  <a:lnTo>
                    <a:pt x="192" y="193"/>
                  </a:lnTo>
                  <a:lnTo>
                    <a:pt x="204" y="227"/>
                  </a:lnTo>
                  <a:lnTo>
                    <a:pt x="214" y="264"/>
                  </a:lnTo>
                  <a:lnTo>
                    <a:pt x="222" y="301"/>
                  </a:lnTo>
                  <a:lnTo>
                    <a:pt x="228"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5459" name="Freeform 65"/>
            <p:cNvSpPr>
              <a:spLocks/>
            </p:cNvSpPr>
            <p:nvPr/>
          </p:nvSpPr>
          <p:spPr bwMode="auto">
            <a:xfrm>
              <a:off x="1384" y="1943"/>
              <a:ext cx="49" cy="86"/>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5" y="423"/>
                  </a:lnTo>
                  <a:lnTo>
                    <a:pt x="50" y="418"/>
                  </a:lnTo>
                  <a:lnTo>
                    <a:pt x="73" y="407"/>
                  </a:lnTo>
                  <a:lnTo>
                    <a:pt x="96" y="392"/>
                  </a:lnTo>
                  <a:lnTo>
                    <a:pt x="118" y="374"/>
                  </a:lnTo>
                  <a:lnTo>
                    <a:pt x="138" y="352"/>
                  </a:lnTo>
                  <a:lnTo>
                    <a:pt x="155" y="327"/>
                  </a:lnTo>
                  <a:lnTo>
                    <a:pt x="174" y="300"/>
                  </a:lnTo>
                  <a:lnTo>
                    <a:pt x="189" y="269"/>
                  </a:lnTo>
                  <a:lnTo>
                    <a:pt x="204" y="237"/>
                  </a:lnTo>
                  <a:lnTo>
                    <a:pt x="215" y="202"/>
                  </a:lnTo>
                  <a:lnTo>
                    <a:pt x="226" y="164"/>
                  </a:lnTo>
                  <a:lnTo>
                    <a:pt x="234" y="126"/>
                  </a:lnTo>
                  <a:lnTo>
                    <a:pt x="240" y="86"/>
                  </a:lnTo>
                  <a:lnTo>
                    <a:pt x="243" y="42"/>
                  </a:lnTo>
                  <a:lnTo>
                    <a:pt x="245" y="0"/>
                  </a:lnTo>
                  <a:lnTo>
                    <a:pt x="233" y="0"/>
                  </a:lnTo>
                  <a:lnTo>
                    <a:pt x="232" y="42"/>
                  </a:lnTo>
                  <a:lnTo>
                    <a:pt x="228" y="83"/>
                  </a:lnTo>
                  <a:lnTo>
                    <a:pt x="222" y="123"/>
                  </a:lnTo>
                  <a:lnTo>
                    <a:pt x="214" y="162"/>
                  </a:lnTo>
                  <a:lnTo>
                    <a:pt x="204" y="197"/>
                  </a:lnTo>
                  <a:lnTo>
                    <a:pt x="192" y="232"/>
                  </a:lnTo>
                  <a:lnTo>
                    <a:pt x="178" y="264"/>
                  </a:lnTo>
                  <a:lnTo>
                    <a:pt x="163" y="293"/>
                  </a:lnTo>
                  <a:lnTo>
                    <a:pt x="146" y="320"/>
                  </a:lnTo>
                  <a:lnTo>
                    <a:pt x="129" y="345"/>
                  </a:lnTo>
                  <a:lnTo>
                    <a:pt x="109" y="365"/>
                  </a:lnTo>
                  <a:lnTo>
                    <a:pt x="89" y="382"/>
                  </a:lnTo>
                  <a:lnTo>
                    <a:pt x="66" y="395"/>
                  </a:lnTo>
                  <a:lnTo>
                    <a:pt x="45" y="406"/>
                  </a:lnTo>
                  <a:lnTo>
                    <a:pt x="23"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5460" name="Freeform 66"/>
            <p:cNvSpPr>
              <a:spLocks/>
            </p:cNvSpPr>
            <p:nvPr/>
          </p:nvSpPr>
          <p:spPr bwMode="auto">
            <a:xfrm>
              <a:off x="1335" y="1943"/>
              <a:ext cx="49" cy="86"/>
            </a:xfrm>
            <a:custGeom>
              <a:avLst/>
              <a:gdLst>
                <a:gd name="T0" fmla="*/ 0 w 246"/>
                <a:gd name="T1" fmla="*/ 0 h 426"/>
                <a:gd name="T2" fmla="*/ 0 w 246"/>
                <a:gd name="T3" fmla="*/ 0 h 426"/>
                <a:gd name="T4" fmla="*/ 0 w 246"/>
                <a:gd name="T5" fmla="*/ 0 h 426"/>
                <a:gd name="T6" fmla="*/ 0 w 246"/>
                <a:gd name="T7" fmla="*/ 1 h 426"/>
                <a:gd name="T8" fmla="*/ 0 w 246"/>
                <a:gd name="T9" fmla="*/ 1 h 426"/>
                <a:gd name="T10" fmla="*/ 0 w 246"/>
                <a:gd name="T11" fmla="*/ 1 h 426"/>
                <a:gd name="T12" fmla="*/ 0 w 246"/>
                <a:gd name="T13" fmla="*/ 2 h 426"/>
                <a:gd name="T14" fmla="*/ 0 w 246"/>
                <a:gd name="T15" fmla="*/ 2 h 426"/>
                <a:gd name="T16" fmla="*/ 0 w 246"/>
                <a:gd name="T17" fmla="*/ 2 h 426"/>
                <a:gd name="T18" fmla="*/ 1 w 246"/>
                <a:gd name="T19" fmla="*/ 2 h 426"/>
                <a:gd name="T20" fmla="*/ 1 w 246"/>
                <a:gd name="T21" fmla="*/ 3 h 426"/>
                <a:gd name="T22" fmla="*/ 1 w 246"/>
                <a:gd name="T23" fmla="*/ 3 h 426"/>
                <a:gd name="T24" fmla="*/ 1 w 246"/>
                <a:gd name="T25" fmla="*/ 3 h 426"/>
                <a:gd name="T26" fmla="*/ 1 w 246"/>
                <a:gd name="T27" fmla="*/ 3 h 426"/>
                <a:gd name="T28" fmla="*/ 1 w 246"/>
                <a:gd name="T29" fmla="*/ 3 h 426"/>
                <a:gd name="T30" fmla="*/ 2 w 246"/>
                <a:gd name="T31" fmla="*/ 3 h 426"/>
                <a:gd name="T32" fmla="*/ 2 w 246"/>
                <a:gd name="T33" fmla="*/ 3 h 426"/>
                <a:gd name="T34" fmla="*/ 2 w 246"/>
                <a:gd name="T35" fmla="*/ 3 h 426"/>
                <a:gd name="T36" fmla="*/ 2 w 246"/>
                <a:gd name="T37" fmla="*/ 3 h 426"/>
                <a:gd name="T38" fmla="*/ 2 w 246"/>
                <a:gd name="T39" fmla="*/ 3 h 426"/>
                <a:gd name="T40" fmla="*/ 2 w 246"/>
                <a:gd name="T41" fmla="*/ 3 h 426"/>
                <a:gd name="T42" fmla="*/ 1 w 246"/>
                <a:gd name="T43" fmla="*/ 3 h 426"/>
                <a:gd name="T44" fmla="*/ 1 w 246"/>
                <a:gd name="T45" fmla="*/ 3 h 426"/>
                <a:gd name="T46" fmla="*/ 1 w 246"/>
                <a:gd name="T47" fmla="*/ 3 h 426"/>
                <a:gd name="T48" fmla="*/ 1 w 246"/>
                <a:gd name="T49" fmla="*/ 3 h 426"/>
                <a:gd name="T50" fmla="*/ 1 w 246"/>
                <a:gd name="T51" fmla="*/ 3 h 426"/>
                <a:gd name="T52" fmla="*/ 1 w 246"/>
                <a:gd name="T53" fmla="*/ 2 h 426"/>
                <a:gd name="T54" fmla="*/ 1 w 246"/>
                <a:gd name="T55" fmla="*/ 2 h 426"/>
                <a:gd name="T56" fmla="*/ 0 w 246"/>
                <a:gd name="T57" fmla="*/ 2 h 426"/>
                <a:gd name="T58" fmla="*/ 0 w 246"/>
                <a:gd name="T59" fmla="*/ 2 h 426"/>
                <a:gd name="T60" fmla="*/ 0 w 246"/>
                <a:gd name="T61" fmla="*/ 1 h 426"/>
                <a:gd name="T62" fmla="*/ 0 w 246"/>
                <a:gd name="T63" fmla="*/ 1 h 426"/>
                <a:gd name="T64" fmla="*/ 0 w 246"/>
                <a:gd name="T65" fmla="*/ 1 h 426"/>
                <a:gd name="T66" fmla="*/ 0 w 246"/>
                <a:gd name="T67" fmla="*/ 0 h 426"/>
                <a:gd name="T68" fmla="*/ 0 w 246"/>
                <a:gd name="T69" fmla="*/ 0 h 426"/>
                <a:gd name="T70" fmla="*/ 0 w 246"/>
                <a:gd name="T71" fmla="*/ 0 h 426"/>
                <a:gd name="T72" fmla="*/ 0 w 246"/>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0"/>
                  </a:moveTo>
                  <a:lnTo>
                    <a:pt x="0" y="0"/>
                  </a:lnTo>
                  <a:lnTo>
                    <a:pt x="1" y="42"/>
                  </a:lnTo>
                  <a:lnTo>
                    <a:pt x="4" y="86"/>
                  </a:lnTo>
                  <a:lnTo>
                    <a:pt x="10" y="126"/>
                  </a:lnTo>
                  <a:lnTo>
                    <a:pt x="18" y="164"/>
                  </a:lnTo>
                  <a:lnTo>
                    <a:pt x="29" y="202"/>
                  </a:lnTo>
                  <a:lnTo>
                    <a:pt x="41" y="237"/>
                  </a:lnTo>
                  <a:lnTo>
                    <a:pt x="55" y="269"/>
                  </a:lnTo>
                  <a:lnTo>
                    <a:pt x="71" y="300"/>
                  </a:lnTo>
                  <a:lnTo>
                    <a:pt x="89" y="327"/>
                  </a:lnTo>
                  <a:lnTo>
                    <a:pt x="107" y="352"/>
                  </a:lnTo>
                  <a:lnTo>
                    <a:pt x="127" y="374"/>
                  </a:lnTo>
                  <a:lnTo>
                    <a:pt x="150" y="392"/>
                  </a:lnTo>
                  <a:lnTo>
                    <a:pt x="171" y="407"/>
                  </a:lnTo>
                  <a:lnTo>
                    <a:pt x="195" y="418"/>
                  </a:lnTo>
                  <a:lnTo>
                    <a:pt x="220" y="423"/>
                  </a:lnTo>
                  <a:lnTo>
                    <a:pt x="246" y="426"/>
                  </a:lnTo>
                  <a:lnTo>
                    <a:pt x="246" y="414"/>
                  </a:lnTo>
                  <a:lnTo>
                    <a:pt x="222" y="412"/>
                  </a:lnTo>
                  <a:lnTo>
                    <a:pt x="200" y="406"/>
                  </a:lnTo>
                  <a:lnTo>
                    <a:pt x="178" y="395"/>
                  </a:lnTo>
                  <a:lnTo>
                    <a:pt x="157" y="382"/>
                  </a:lnTo>
                  <a:lnTo>
                    <a:pt x="137" y="365"/>
                  </a:lnTo>
                  <a:lnTo>
                    <a:pt x="117" y="345"/>
                  </a:lnTo>
                  <a:lnTo>
                    <a:pt x="98" y="320"/>
                  </a:lnTo>
                  <a:lnTo>
                    <a:pt x="83" y="293"/>
                  </a:lnTo>
                  <a:lnTo>
                    <a:pt x="66" y="264"/>
                  </a:lnTo>
                  <a:lnTo>
                    <a:pt x="52" y="232"/>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5461" name="Freeform 67"/>
            <p:cNvSpPr>
              <a:spLocks/>
            </p:cNvSpPr>
            <p:nvPr/>
          </p:nvSpPr>
          <p:spPr bwMode="auto">
            <a:xfrm>
              <a:off x="1335" y="1859"/>
              <a:ext cx="49" cy="84"/>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1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0" y="2"/>
                  </a:lnTo>
                  <a:lnTo>
                    <a:pt x="195" y="8"/>
                  </a:lnTo>
                  <a:lnTo>
                    <a:pt x="171" y="18"/>
                  </a:lnTo>
                  <a:lnTo>
                    <a:pt x="150" y="34"/>
                  </a:lnTo>
                  <a:lnTo>
                    <a:pt x="127" y="51"/>
                  </a:lnTo>
                  <a:lnTo>
                    <a:pt x="107" y="74"/>
                  </a:lnTo>
                  <a:lnTo>
                    <a:pt x="89" y="98"/>
                  </a:lnTo>
                  <a:lnTo>
                    <a:pt x="72" y="125"/>
                  </a:lnTo>
                  <a:lnTo>
                    <a:pt x="55" y="156"/>
                  </a:lnTo>
                  <a:lnTo>
                    <a:pt x="41" y="188"/>
                  </a:lnTo>
                  <a:lnTo>
                    <a:pt x="29" y="222"/>
                  </a:lnTo>
                  <a:lnTo>
                    <a:pt x="18" y="261"/>
                  </a:lnTo>
                  <a:lnTo>
                    <a:pt x="10" y="299"/>
                  </a:lnTo>
                  <a:lnTo>
                    <a:pt x="4" y="339"/>
                  </a:lnTo>
                  <a:lnTo>
                    <a:pt x="1" y="382"/>
                  </a:lnTo>
                  <a:lnTo>
                    <a:pt x="0" y="424"/>
                  </a:lnTo>
                  <a:lnTo>
                    <a:pt x="11" y="424"/>
                  </a:lnTo>
                  <a:lnTo>
                    <a:pt x="13" y="382"/>
                  </a:lnTo>
                  <a:lnTo>
                    <a:pt x="16" y="341"/>
                  </a:lnTo>
                  <a:lnTo>
                    <a:pt x="22" y="301"/>
                  </a:lnTo>
                  <a:lnTo>
                    <a:pt x="30" y="264"/>
                  </a:lnTo>
                  <a:lnTo>
                    <a:pt x="41" y="227"/>
                  </a:lnTo>
                  <a:lnTo>
                    <a:pt x="52" y="193"/>
                  </a:lnTo>
                  <a:lnTo>
                    <a:pt x="66" y="160"/>
                  </a:lnTo>
                  <a:lnTo>
                    <a:pt x="82" y="132"/>
                  </a:lnTo>
                  <a:lnTo>
                    <a:pt x="98" y="105"/>
                  </a:lnTo>
                  <a:lnTo>
                    <a:pt x="117" y="81"/>
                  </a:lnTo>
                  <a:lnTo>
                    <a:pt x="137" y="61"/>
                  </a:lnTo>
                  <a:lnTo>
                    <a:pt x="157" y="43"/>
                  </a:lnTo>
                  <a:lnTo>
                    <a:pt x="178" y="30"/>
                  </a:lnTo>
                  <a:lnTo>
                    <a:pt x="200" y="20"/>
                  </a:lnTo>
                  <a:lnTo>
                    <a:pt x="222" y="14"/>
                  </a:lnTo>
                  <a:lnTo>
                    <a:pt x="246" y="11"/>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5462" name="Freeform 68"/>
            <p:cNvSpPr>
              <a:spLocks/>
            </p:cNvSpPr>
            <p:nvPr/>
          </p:nvSpPr>
          <p:spPr bwMode="auto">
            <a:xfrm>
              <a:off x="1552" y="1751"/>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1" y="339"/>
                  </a:lnTo>
                  <a:lnTo>
                    <a:pt x="235" y="299"/>
                  </a:lnTo>
                  <a:lnTo>
                    <a:pt x="226" y="261"/>
                  </a:lnTo>
                  <a:lnTo>
                    <a:pt x="216" y="223"/>
                  </a:lnTo>
                  <a:lnTo>
                    <a:pt x="204" y="189"/>
                  </a:lnTo>
                  <a:lnTo>
                    <a:pt x="190" y="156"/>
                  </a:lnTo>
                  <a:lnTo>
                    <a:pt x="174" y="125"/>
                  </a:lnTo>
                  <a:lnTo>
                    <a:pt x="156" y="98"/>
                  </a:lnTo>
                  <a:lnTo>
                    <a:pt x="137" y="74"/>
                  </a:lnTo>
                  <a:lnTo>
                    <a:pt x="119" y="52"/>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8" y="81"/>
                  </a:lnTo>
                  <a:lnTo>
                    <a:pt x="147" y="105"/>
                  </a:lnTo>
                  <a:lnTo>
                    <a:pt x="164" y="132"/>
                  </a:lnTo>
                  <a:lnTo>
                    <a:pt x="178" y="161"/>
                  </a:lnTo>
                  <a:lnTo>
                    <a:pt x="193" y="193"/>
                  </a:lnTo>
                  <a:lnTo>
                    <a:pt x="204" y="227"/>
                  </a:lnTo>
                  <a:lnTo>
                    <a:pt x="215" y="264"/>
                  </a:lnTo>
                  <a:lnTo>
                    <a:pt x="223" y="301"/>
                  </a:lnTo>
                  <a:lnTo>
                    <a:pt x="229" y="341"/>
                  </a:lnTo>
                  <a:lnTo>
                    <a:pt x="232" y="382"/>
                  </a:lnTo>
                  <a:lnTo>
                    <a:pt x="234"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5463" name="Freeform 69"/>
            <p:cNvSpPr>
              <a:spLocks/>
            </p:cNvSpPr>
            <p:nvPr/>
          </p:nvSpPr>
          <p:spPr bwMode="auto">
            <a:xfrm>
              <a:off x="1552" y="1836"/>
              <a:ext cx="49" cy="85"/>
            </a:xfrm>
            <a:custGeom>
              <a:avLst/>
              <a:gdLst>
                <a:gd name="T0" fmla="*/ 0 w 245"/>
                <a:gd name="T1" fmla="*/ 3 h 425"/>
                <a:gd name="T2" fmla="*/ 0 w 245"/>
                <a:gd name="T3" fmla="*/ 3 h 425"/>
                <a:gd name="T4" fmla="*/ 0 w 245"/>
                <a:gd name="T5" fmla="*/ 3 h 425"/>
                <a:gd name="T6" fmla="*/ 0 w 245"/>
                <a:gd name="T7" fmla="*/ 3 h 425"/>
                <a:gd name="T8" fmla="*/ 1 w 245"/>
                <a:gd name="T9" fmla="*/ 3 h 425"/>
                <a:gd name="T10" fmla="*/ 1 w 245"/>
                <a:gd name="T11" fmla="*/ 3 h 425"/>
                <a:gd name="T12" fmla="*/ 1 w 245"/>
                <a:gd name="T13" fmla="*/ 3 h 425"/>
                <a:gd name="T14" fmla="*/ 1 w 245"/>
                <a:gd name="T15" fmla="*/ 3 h 425"/>
                <a:gd name="T16" fmla="*/ 1 w 245"/>
                <a:gd name="T17" fmla="*/ 3 h 425"/>
                <a:gd name="T18" fmla="*/ 1 w 245"/>
                <a:gd name="T19" fmla="*/ 2 h 425"/>
                <a:gd name="T20" fmla="*/ 2 w 245"/>
                <a:gd name="T21" fmla="*/ 2 h 425"/>
                <a:gd name="T22" fmla="*/ 2 w 245"/>
                <a:gd name="T23" fmla="*/ 2 h 425"/>
                <a:gd name="T24" fmla="*/ 2 w 245"/>
                <a:gd name="T25" fmla="*/ 2 h 425"/>
                <a:gd name="T26" fmla="*/ 2 w 245"/>
                <a:gd name="T27" fmla="*/ 1 h 425"/>
                <a:gd name="T28" fmla="*/ 2 w 245"/>
                <a:gd name="T29" fmla="*/ 1 h 425"/>
                <a:gd name="T30" fmla="*/ 2 w 245"/>
                <a:gd name="T31" fmla="*/ 1 h 425"/>
                <a:gd name="T32" fmla="*/ 2 w 245"/>
                <a:gd name="T33" fmla="*/ 0 h 425"/>
                <a:gd name="T34" fmla="*/ 2 w 245"/>
                <a:gd name="T35" fmla="*/ 0 h 425"/>
                <a:gd name="T36" fmla="*/ 2 w 245"/>
                <a:gd name="T37" fmla="*/ 0 h 425"/>
                <a:gd name="T38" fmla="*/ 2 w 245"/>
                <a:gd name="T39" fmla="*/ 0 h 425"/>
                <a:gd name="T40" fmla="*/ 2 w 245"/>
                <a:gd name="T41" fmla="*/ 1 h 425"/>
                <a:gd name="T42" fmla="*/ 2 w 245"/>
                <a:gd name="T43" fmla="*/ 1 h 425"/>
                <a:gd name="T44" fmla="*/ 2 w 245"/>
                <a:gd name="T45" fmla="*/ 1 h 425"/>
                <a:gd name="T46" fmla="*/ 2 w 245"/>
                <a:gd name="T47" fmla="*/ 2 h 425"/>
                <a:gd name="T48" fmla="*/ 2 w 245"/>
                <a:gd name="T49" fmla="*/ 2 h 425"/>
                <a:gd name="T50" fmla="*/ 1 w 245"/>
                <a:gd name="T51" fmla="*/ 2 h 425"/>
                <a:gd name="T52" fmla="*/ 1 w 245"/>
                <a:gd name="T53" fmla="*/ 2 h 425"/>
                <a:gd name="T54" fmla="*/ 1 w 245"/>
                <a:gd name="T55" fmla="*/ 3 h 425"/>
                <a:gd name="T56" fmla="*/ 1 w 245"/>
                <a:gd name="T57" fmla="*/ 3 h 425"/>
                <a:gd name="T58" fmla="*/ 1 w 245"/>
                <a:gd name="T59" fmla="*/ 3 h 425"/>
                <a:gd name="T60" fmla="*/ 1 w 245"/>
                <a:gd name="T61" fmla="*/ 3 h 425"/>
                <a:gd name="T62" fmla="*/ 1 w 245"/>
                <a:gd name="T63" fmla="*/ 3 h 425"/>
                <a:gd name="T64" fmla="*/ 0 w 245"/>
                <a:gd name="T65" fmla="*/ 3 h 425"/>
                <a:gd name="T66" fmla="*/ 0 w 245"/>
                <a:gd name="T67" fmla="*/ 3 h 425"/>
                <a:gd name="T68" fmla="*/ 0 w 245"/>
                <a:gd name="T69" fmla="*/ 3 h 425"/>
                <a:gd name="T70" fmla="*/ 0 w 245"/>
                <a:gd name="T71" fmla="*/ 3 h 425"/>
                <a:gd name="T72" fmla="*/ 0 w 245"/>
                <a:gd name="T73" fmla="*/ 3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5"/>
                <a:gd name="T113" fmla="*/ 245 w 245"/>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5">
                  <a:moveTo>
                    <a:pt x="0" y="425"/>
                  </a:moveTo>
                  <a:lnTo>
                    <a:pt x="0" y="425"/>
                  </a:lnTo>
                  <a:lnTo>
                    <a:pt x="26" y="422"/>
                  </a:lnTo>
                  <a:lnTo>
                    <a:pt x="51" y="417"/>
                  </a:lnTo>
                  <a:lnTo>
                    <a:pt x="74" y="406"/>
                  </a:lnTo>
                  <a:lnTo>
                    <a:pt x="96" y="391"/>
                  </a:lnTo>
                  <a:lnTo>
                    <a:pt x="119" y="373"/>
                  </a:lnTo>
                  <a:lnTo>
                    <a:pt x="137" y="351"/>
                  </a:lnTo>
                  <a:lnTo>
                    <a:pt x="156" y="326"/>
                  </a:lnTo>
                  <a:lnTo>
                    <a:pt x="174" y="299"/>
                  </a:lnTo>
                  <a:lnTo>
                    <a:pt x="190" y="269"/>
                  </a:lnTo>
                  <a:lnTo>
                    <a:pt x="204" y="236"/>
                  </a:lnTo>
                  <a:lnTo>
                    <a:pt x="216" y="202"/>
                  </a:lnTo>
                  <a:lnTo>
                    <a:pt x="226" y="163"/>
                  </a:lnTo>
                  <a:lnTo>
                    <a:pt x="235" y="126"/>
                  </a:lnTo>
                  <a:lnTo>
                    <a:pt x="241" y="86"/>
                  </a:lnTo>
                  <a:lnTo>
                    <a:pt x="244" y="43"/>
                  </a:lnTo>
                  <a:lnTo>
                    <a:pt x="245" y="0"/>
                  </a:lnTo>
                  <a:lnTo>
                    <a:pt x="234" y="0"/>
                  </a:lnTo>
                  <a:lnTo>
                    <a:pt x="232" y="43"/>
                  </a:lnTo>
                  <a:lnTo>
                    <a:pt x="229" y="84"/>
                  </a:lnTo>
                  <a:lnTo>
                    <a:pt x="223" y="123"/>
                  </a:lnTo>
                  <a:lnTo>
                    <a:pt x="215" y="161"/>
                  </a:lnTo>
                  <a:lnTo>
                    <a:pt x="204" y="197"/>
                  </a:lnTo>
                  <a:lnTo>
                    <a:pt x="193" y="231"/>
                  </a:lnTo>
                  <a:lnTo>
                    <a:pt x="178" y="264"/>
                  </a:lnTo>
                  <a:lnTo>
                    <a:pt x="164" y="292"/>
                  </a:lnTo>
                  <a:lnTo>
                    <a:pt x="147" y="319"/>
                  </a:lnTo>
                  <a:lnTo>
                    <a:pt x="128" y="344"/>
                  </a:lnTo>
                  <a:lnTo>
                    <a:pt x="109" y="364"/>
                  </a:lnTo>
                  <a:lnTo>
                    <a:pt x="89" y="381"/>
                  </a:lnTo>
                  <a:lnTo>
                    <a:pt x="67" y="394"/>
                  </a:lnTo>
                  <a:lnTo>
                    <a:pt x="46" y="405"/>
                  </a:lnTo>
                  <a:lnTo>
                    <a:pt x="24" y="411"/>
                  </a:lnTo>
                  <a:lnTo>
                    <a:pt x="0" y="413"/>
                  </a:lnTo>
                  <a:lnTo>
                    <a:pt x="0" y="425"/>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5464" name="Freeform 70"/>
            <p:cNvSpPr>
              <a:spLocks/>
            </p:cNvSpPr>
            <p:nvPr/>
          </p:nvSpPr>
          <p:spPr bwMode="auto">
            <a:xfrm>
              <a:off x="1502" y="1836"/>
              <a:ext cx="50" cy="85"/>
            </a:xfrm>
            <a:custGeom>
              <a:avLst/>
              <a:gdLst>
                <a:gd name="T0" fmla="*/ 0 w 246"/>
                <a:gd name="T1" fmla="*/ 0 h 425"/>
                <a:gd name="T2" fmla="*/ 0 w 246"/>
                <a:gd name="T3" fmla="*/ 0 h 425"/>
                <a:gd name="T4" fmla="*/ 0 w 246"/>
                <a:gd name="T5" fmla="*/ 0 h 425"/>
                <a:gd name="T6" fmla="*/ 0 w 246"/>
                <a:gd name="T7" fmla="*/ 1 h 425"/>
                <a:gd name="T8" fmla="*/ 0 w 246"/>
                <a:gd name="T9" fmla="*/ 1 h 425"/>
                <a:gd name="T10" fmla="*/ 0 w 246"/>
                <a:gd name="T11" fmla="*/ 1 h 425"/>
                <a:gd name="T12" fmla="*/ 0 w 246"/>
                <a:gd name="T13" fmla="*/ 2 h 425"/>
                <a:gd name="T14" fmla="*/ 0 w 246"/>
                <a:gd name="T15" fmla="*/ 2 h 425"/>
                <a:gd name="T16" fmla="*/ 0 w 246"/>
                <a:gd name="T17" fmla="*/ 2 h 425"/>
                <a:gd name="T18" fmla="*/ 1 w 246"/>
                <a:gd name="T19" fmla="*/ 2 h 425"/>
                <a:gd name="T20" fmla="*/ 1 w 246"/>
                <a:gd name="T21" fmla="*/ 3 h 425"/>
                <a:gd name="T22" fmla="*/ 1 w 246"/>
                <a:gd name="T23" fmla="*/ 3 h 425"/>
                <a:gd name="T24" fmla="*/ 1 w 246"/>
                <a:gd name="T25" fmla="*/ 3 h 425"/>
                <a:gd name="T26" fmla="*/ 1 w 246"/>
                <a:gd name="T27" fmla="*/ 3 h 425"/>
                <a:gd name="T28" fmla="*/ 1 w 246"/>
                <a:gd name="T29" fmla="*/ 3 h 425"/>
                <a:gd name="T30" fmla="*/ 2 w 246"/>
                <a:gd name="T31" fmla="*/ 3 h 425"/>
                <a:gd name="T32" fmla="*/ 2 w 246"/>
                <a:gd name="T33" fmla="*/ 3 h 425"/>
                <a:gd name="T34" fmla="*/ 2 w 246"/>
                <a:gd name="T35" fmla="*/ 3 h 425"/>
                <a:gd name="T36" fmla="*/ 2 w 246"/>
                <a:gd name="T37" fmla="*/ 3 h 425"/>
                <a:gd name="T38" fmla="*/ 2 w 246"/>
                <a:gd name="T39" fmla="*/ 3 h 425"/>
                <a:gd name="T40" fmla="*/ 2 w 246"/>
                <a:gd name="T41" fmla="*/ 3 h 425"/>
                <a:gd name="T42" fmla="*/ 1 w 246"/>
                <a:gd name="T43" fmla="*/ 3 h 425"/>
                <a:gd name="T44" fmla="*/ 1 w 246"/>
                <a:gd name="T45" fmla="*/ 3 h 425"/>
                <a:gd name="T46" fmla="*/ 1 w 246"/>
                <a:gd name="T47" fmla="*/ 3 h 425"/>
                <a:gd name="T48" fmla="*/ 1 w 246"/>
                <a:gd name="T49" fmla="*/ 3 h 425"/>
                <a:gd name="T50" fmla="*/ 1 w 246"/>
                <a:gd name="T51" fmla="*/ 3 h 425"/>
                <a:gd name="T52" fmla="*/ 1 w 246"/>
                <a:gd name="T53" fmla="*/ 2 h 425"/>
                <a:gd name="T54" fmla="*/ 1 w 246"/>
                <a:gd name="T55" fmla="*/ 2 h 425"/>
                <a:gd name="T56" fmla="*/ 0 w 246"/>
                <a:gd name="T57" fmla="*/ 2 h 425"/>
                <a:gd name="T58" fmla="*/ 0 w 246"/>
                <a:gd name="T59" fmla="*/ 2 h 425"/>
                <a:gd name="T60" fmla="*/ 0 w 246"/>
                <a:gd name="T61" fmla="*/ 1 h 425"/>
                <a:gd name="T62" fmla="*/ 0 w 246"/>
                <a:gd name="T63" fmla="*/ 1 h 425"/>
                <a:gd name="T64" fmla="*/ 0 w 246"/>
                <a:gd name="T65" fmla="*/ 1 h 425"/>
                <a:gd name="T66" fmla="*/ 0 w 246"/>
                <a:gd name="T67" fmla="*/ 0 h 425"/>
                <a:gd name="T68" fmla="*/ 0 w 246"/>
                <a:gd name="T69" fmla="*/ 0 h 425"/>
                <a:gd name="T70" fmla="*/ 0 w 246"/>
                <a:gd name="T71" fmla="*/ 0 h 425"/>
                <a:gd name="T72" fmla="*/ 0 w 246"/>
                <a:gd name="T73" fmla="*/ 0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5"/>
                <a:gd name="T113" fmla="*/ 246 w 246"/>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5">
                  <a:moveTo>
                    <a:pt x="0" y="0"/>
                  </a:moveTo>
                  <a:lnTo>
                    <a:pt x="0" y="0"/>
                  </a:lnTo>
                  <a:lnTo>
                    <a:pt x="2" y="43"/>
                  </a:lnTo>
                  <a:lnTo>
                    <a:pt x="5" y="86"/>
                  </a:lnTo>
                  <a:lnTo>
                    <a:pt x="11" y="126"/>
                  </a:lnTo>
                  <a:lnTo>
                    <a:pt x="19" y="163"/>
                  </a:lnTo>
                  <a:lnTo>
                    <a:pt x="30" y="202"/>
                  </a:lnTo>
                  <a:lnTo>
                    <a:pt x="41" y="236"/>
                  </a:lnTo>
                  <a:lnTo>
                    <a:pt x="55" y="269"/>
                  </a:lnTo>
                  <a:lnTo>
                    <a:pt x="73" y="299"/>
                  </a:lnTo>
                  <a:lnTo>
                    <a:pt x="89" y="326"/>
                  </a:lnTo>
                  <a:lnTo>
                    <a:pt x="108" y="351"/>
                  </a:lnTo>
                  <a:lnTo>
                    <a:pt x="128" y="373"/>
                  </a:lnTo>
                  <a:lnTo>
                    <a:pt x="150" y="391"/>
                  </a:lnTo>
                  <a:lnTo>
                    <a:pt x="171" y="406"/>
                  </a:lnTo>
                  <a:lnTo>
                    <a:pt x="196" y="417"/>
                  </a:lnTo>
                  <a:lnTo>
                    <a:pt x="221" y="422"/>
                  </a:lnTo>
                  <a:lnTo>
                    <a:pt x="246" y="425"/>
                  </a:lnTo>
                  <a:lnTo>
                    <a:pt x="246" y="413"/>
                  </a:lnTo>
                  <a:lnTo>
                    <a:pt x="223" y="411"/>
                  </a:lnTo>
                  <a:lnTo>
                    <a:pt x="201" y="405"/>
                  </a:lnTo>
                  <a:lnTo>
                    <a:pt x="178" y="394"/>
                  </a:lnTo>
                  <a:lnTo>
                    <a:pt x="157" y="381"/>
                  </a:lnTo>
                  <a:lnTo>
                    <a:pt x="137" y="364"/>
                  </a:lnTo>
                  <a:lnTo>
                    <a:pt x="117" y="344"/>
                  </a:lnTo>
                  <a:lnTo>
                    <a:pt x="99" y="319"/>
                  </a:lnTo>
                  <a:lnTo>
                    <a:pt x="82" y="292"/>
                  </a:lnTo>
                  <a:lnTo>
                    <a:pt x="67" y="264"/>
                  </a:lnTo>
                  <a:lnTo>
                    <a:pt x="53" y="231"/>
                  </a:lnTo>
                  <a:lnTo>
                    <a:pt x="41" y="197"/>
                  </a:lnTo>
                  <a:lnTo>
                    <a:pt x="31" y="161"/>
                  </a:lnTo>
                  <a:lnTo>
                    <a:pt x="23" y="123"/>
                  </a:lnTo>
                  <a:lnTo>
                    <a:pt x="17" y="84"/>
                  </a:lnTo>
                  <a:lnTo>
                    <a:pt x="13" y="4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5465" name="Freeform 71"/>
            <p:cNvSpPr>
              <a:spLocks/>
            </p:cNvSpPr>
            <p:nvPr/>
          </p:nvSpPr>
          <p:spPr bwMode="auto">
            <a:xfrm>
              <a:off x="1502" y="1751"/>
              <a:ext cx="50" cy="85"/>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2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1" y="2"/>
                  </a:lnTo>
                  <a:lnTo>
                    <a:pt x="196" y="8"/>
                  </a:lnTo>
                  <a:lnTo>
                    <a:pt x="171" y="19"/>
                  </a:lnTo>
                  <a:lnTo>
                    <a:pt x="150" y="34"/>
                  </a:lnTo>
                  <a:lnTo>
                    <a:pt x="128" y="52"/>
                  </a:lnTo>
                  <a:lnTo>
                    <a:pt x="108" y="74"/>
                  </a:lnTo>
                  <a:lnTo>
                    <a:pt x="89" y="98"/>
                  </a:lnTo>
                  <a:lnTo>
                    <a:pt x="73" y="125"/>
                  </a:lnTo>
                  <a:lnTo>
                    <a:pt x="55" y="156"/>
                  </a:lnTo>
                  <a:lnTo>
                    <a:pt x="41" y="189"/>
                  </a:lnTo>
                  <a:lnTo>
                    <a:pt x="30" y="223"/>
                  </a:lnTo>
                  <a:lnTo>
                    <a:pt x="19" y="261"/>
                  </a:lnTo>
                  <a:lnTo>
                    <a:pt x="11" y="299"/>
                  </a:lnTo>
                  <a:lnTo>
                    <a:pt x="5" y="339"/>
                  </a:lnTo>
                  <a:lnTo>
                    <a:pt x="2" y="382"/>
                  </a:lnTo>
                  <a:lnTo>
                    <a:pt x="0" y="424"/>
                  </a:lnTo>
                  <a:lnTo>
                    <a:pt x="12" y="424"/>
                  </a:lnTo>
                  <a:lnTo>
                    <a:pt x="13" y="382"/>
                  </a:lnTo>
                  <a:lnTo>
                    <a:pt x="17" y="341"/>
                  </a:lnTo>
                  <a:lnTo>
                    <a:pt x="23" y="301"/>
                  </a:lnTo>
                  <a:lnTo>
                    <a:pt x="31" y="264"/>
                  </a:lnTo>
                  <a:lnTo>
                    <a:pt x="41" y="227"/>
                  </a:lnTo>
                  <a:lnTo>
                    <a:pt x="53" y="193"/>
                  </a:lnTo>
                  <a:lnTo>
                    <a:pt x="67" y="161"/>
                  </a:lnTo>
                  <a:lnTo>
                    <a:pt x="82" y="132"/>
                  </a:lnTo>
                  <a:lnTo>
                    <a:pt x="99" y="105"/>
                  </a:lnTo>
                  <a:lnTo>
                    <a:pt x="117" y="81"/>
                  </a:lnTo>
                  <a:lnTo>
                    <a:pt x="137" y="61"/>
                  </a:lnTo>
                  <a:lnTo>
                    <a:pt x="157" y="43"/>
                  </a:lnTo>
                  <a:lnTo>
                    <a:pt x="178" y="30"/>
                  </a:lnTo>
                  <a:lnTo>
                    <a:pt x="201" y="20"/>
                  </a:lnTo>
                  <a:lnTo>
                    <a:pt x="223" y="14"/>
                  </a:lnTo>
                  <a:lnTo>
                    <a:pt x="246" y="12"/>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5466" name="Freeform 72"/>
            <p:cNvSpPr>
              <a:spLocks/>
            </p:cNvSpPr>
            <p:nvPr/>
          </p:nvSpPr>
          <p:spPr bwMode="auto">
            <a:xfrm>
              <a:off x="1565" y="2016"/>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0" y="339"/>
                  </a:lnTo>
                  <a:lnTo>
                    <a:pt x="234" y="299"/>
                  </a:lnTo>
                  <a:lnTo>
                    <a:pt x="226" y="261"/>
                  </a:lnTo>
                  <a:lnTo>
                    <a:pt x="216" y="223"/>
                  </a:lnTo>
                  <a:lnTo>
                    <a:pt x="204" y="189"/>
                  </a:lnTo>
                  <a:lnTo>
                    <a:pt x="190" y="156"/>
                  </a:lnTo>
                  <a:lnTo>
                    <a:pt x="174" y="125"/>
                  </a:lnTo>
                  <a:lnTo>
                    <a:pt x="156" y="98"/>
                  </a:lnTo>
                  <a:lnTo>
                    <a:pt x="138" y="74"/>
                  </a:lnTo>
                  <a:lnTo>
                    <a:pt x="118" y="51"/>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9" y="81"/>
                  </a:lnTo>
                  <a:lnTo>
                    <a:pt x="147" y="105"/>
                  </a:lnTo>
                  <a:lnTo>
                    <a:pt x="164" y="132"/>
                  </a:lnTo>
                  <a:lnTo>
                    <a:pt x="178" y="160"/>
                  </a:lnTo>
                  <a:lnTo>
                    <a:pt x="192" y="193"/>
                  </a:lnTo>
                  <a:lnTo>
                    <a:pt x="204" y="227"/>
                  </a:lnTo>
                  <a:lnTo>
                    <a:pt x="215" y="264"/>
                  </a:lnTo>
                  <a:lnTo>
                    <a:pt x="223" y="301"/>
                  </a:lnTo>
                  <a:lnTo>
                    <a:pt x="229"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5467" name="Freeform 73"/>
            <p:cNvSpPr>
              <a:spLocks/>
            </p:cNvSpPr>
            <p:nvPr/>
          </p:nvSpPr>
          <p:spPr bwMode="auto">
            <a:xfrm>
              <a:off x="1565" y="2101"/>
              <a:ext cx="49" cy="85"/>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6" y="423"/>
                  </a:lnTo>
                  <a:lnTo>
                    <a:pt x="51" y="418"/>
                  </a:lnTo>
                  <a:lnTo>
                    <a:pt x="74" y="407"/>
                  </a:lnTo>
                  <a:lnTo>
                    <a:pt x="96" y="392"/>
                  </a:lnTo>
                  <a:lnTo>
                    <a:pt x="118" y="373"/>
                  </a:lnTo>
                  <a:lnTo>
                    <a:pt x="138" y="351"/>
                  </a:lnTo>
                  <a:lnTo>
                    <a:pt x="156" y="327"/>
                  </a:lnTo>
                  <a:lnTo>
                    <a:pt x="175" y="299"/>
                  </a:lnTo>
                  <a:lnTo>
                    <a:pt x="190" y="269"/>
                  </a:lnTo>
                  <a:lnTo>
                    <a:pt x="204" y="236"/>
                  </a:lnTo>
                  <a:lnTo>
                    <a:pt x="216" y="202"/>
                  </a:lnTo>
                  <a:lnTo>
                    <a:pt x="226" y="164"/>
                  </a:lnTo>
                  <a:lnTo>
                    <a:pt x="234" y="126"/>
                  </a:lnTo>
                  <a:lnTo>
                    <a:pt x="240" y="86"/>
                  </a:lnTo>
                  <a:lnTo>
                    <a:pt x="244" y="42"/>
                  </a:lnTo>
                  <a:lnTo>
                    <a:pt x="245" y="0"/>
                  </a:lnTo>
                  <a:lnTo>
                    <a:pt x="233" y="0"/>
                  </a:lnTo>
                  <a:lnTo>
                    <a:pt x="232" y="42"/>
                  </a:lnTo>
                  <a:lnTo>
                    <a:pt x="229" y="83"/>
                  </a:lnTo>
                  <a:lnTo>
                    <a:pt x="223" y="123"/>
                  </a:lnTo>
                  <a:lnTo>
                    <a:pt x="215" y="162"/>
                  </a:lnTo>
                  <a:lnTo>
                    <a:pt x="204" y="197"/>
                  </a:lnTo>
                  <a:lnTo>
                    <a:pt x="192" y="231"/>
                  </a:lnTo>
                  <a:lnTo>
                    <a:pt x="178" y="264"/>
                  </a:lnTo>
                  <a:lnTo>
                    <a:pt x="163" y="292"/>
                  </a:lnTo>
                  <a:lnTo>
                    <a:pt x="147" y="320"/>
                  </a:lnTo>
                  <a:lnTo>
                    <a:pt x="129" y="344"/>
                  </a:lnTo>
                  <a:lnTo>
                    <a:pt x="109" y="364"/>
                  </a:lnTo>
                  <a:lnTo>
                    <a:pt x="89" y="382"/>
                  </a:lnTo>
                  <a:lnTo>
                    <a:pt x="67" y="395"/>
                  </a:lnTo>
                  <a:lnTo>
                    <a:pt x="46" y="406"/>
                  </a:lnTo>
                  <a:lnTo>
                    <a:pt x="24"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5468" name="Freeform 74"/>
            <p:cNvSpPr>
              <a:spLocks/>
            </p:cNvSpPr>
            <p:nvPr/>
          </p:nvSpPr>
          <p:spPr bwMode="auto">
            <a:xfrm>
              <a:off x="1516" y="2101"/>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5" y="86"/>
                  </a:lnTo>
                  <a:lnTo>
                    <a:pt x="11" y="126"/>
                  </a:lnTo>
                  <a:lnTo>
                    <a:pt x="19" y="164"/>
                  </a:lnTo>
                  <a:lnTo>
                    <a:pt x="30" y="202"/>
                  </a:lnTo>
                  <a:lnTo>
                    <a:pt x="41" y="236"/>
                  </a:lnTo>
                  <a:lnTo>
                    <a:pt x="55" y="269"/>
                  </a:lnTo>
                  <a:lnTo>
                    <a:pt x="71" y="299"/>
                  </a:lnTo>
                  <a:lnTo>
                    <a:pt x="89" y="327"/>
                  </a:lnTo>
                  <a:lnTo>
                    <a:pt x="107" y="351"/>
                  </a:lnTo>
                  <a:lnTo>
                    <a:pt x="127" y="373"/>
                  </a:lnTo>
                  <a:lnTo>
                    <a:pt x="149" y="392"/>
                  </a:lnTo>
                  <a:lnTo>
                    <a:pt x="171" y="407"/>
                  </a:lnTo>
                  <a:lnTo>
                    <a:pt x="195" y="418"/>
                  </a:lnTo>
                  <a:lnTo>
                    <a:pt x="219" y="423"/>
                  </a:lnTo>
                  <a:lnTo>
                    <a:pt x="245" y="426"/>
                  </a:lnTo>
                  <a:lnTo>
                    <a:pt x="245" y="414"/>
                  </a:lnTo>
                  <a:lnTo>
                    <a:pt x="222" y="412"/>
                  </a:lnTo>
                  <a:lnTo>
                    <a:pt x="199" y="406"/>
                  </a:lnTo>
                  <a:lnTo>
                    <a:pt x="178" y="395"/>
                  </a:lnTo>
                  <a:lnTo>
                    <a:pt x="156" y="382"/>
                  </a:lnTo>
                  <a:lnTo>
                    <a:pt x="136" y="364"/>
                  </a:lnTo>
                  <a:lnTo>
                    <a:pt x="116" y="344"/>
                  </a:lnTo>
                  <a:lnTo>
                    <a:pt x="99" y="320"/>
                  </a:lnTo>
                  <a:lnTo>
                    <a:pt x="82" y="292"/>
                  </a:lnTo>
                  <a:lnTo>
                    <a:pt x="67" y="264"/>
                  </a:lnTo>
                  <a:lnTo>
                    <a:pt x="53" y="231"/>
                  </a:lnTo>
                  <a:lnTo>
                    <a:pt x="41" y="197"/>
                  </a:lnTo>
                  <a:lnTo>
                    <a:pt x="31" y="162"/>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5469" name="Freeform 75"/>
            <p:cNvSpPr>
              <a:spLocks/>
            </p:cNvSpPr>
            <p:nvPr/>
          </p:nvSpPr>
          <p:spPr bwMode="auto">
            <a:xfrm>
              <a:off x="1516" y="2016"/>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5" y="8"/>
                  </a:lnTo>
                  <a:lnTo>
                    <a:pt x="171" y="19"/>
                  </a:lnTo>
                  <a:lnTo>
                    <a:pt x="149" y="34"/>
                  </a:lnTo>
                  <a:lnTo>
                    <a:pt x="127" y="51"/>
                  </a:lnTo>
                  <a:lnTo>
                    <a:pt x="107" y="74"/>
                  </a:lnTo>
                  <a:lnTo>
                    <a:pt x="89" y="98"/>
                  </a:lnTo>
                  <a:lnTo>
                    <a:pt x="72" y="125"/>
                  </a:lnTo>
                  <a:lnTo>
                    <a:pt x="55" y="156"/>
                  </a:lnTo>
                  <a:lnTo>
                    <a:pt x="41" y="189"/>
                  </a:lnTo>
                  <a:lnTo>
                    <a:pt x="30" y="223"/>
                  </a:lnTo>
                  <a:lnTo>
                    <a:pt x="19" y="261"/>
                  </a:lnTo>
                  <a:lnTo>
                    <a:pt x="11" y="299"/>
                  </a:lnTo>
                  <a:lnTo>
                    <a:pt x="5" y="339"/>
                  </a:lnTo>
                  <a:lnTo>
                    <a:pt x="1" y="382"/>
                  </a:lnTo>
                  <a:lnTo>
                    <a:pt x="0" y="424"/>
                  </a:lnTo>
                  <a:lnTo>
                    <a:pt x="12" y="424"/>
                  </a:lnTo>
                  <a:lnTo>
                    <a:pt x="13" y="382"/>
                  </a:lnTo>
                  <a:lnTo>
                    <a:pt x="17" y="341"/>
                  </a:lnTo>
                  <a:lnTo>
                    <a:pt x="23" y="301"/>
                  </a:lnTo>
                  <a:lnTo>
                    <a:pt x="31" y="264"/>
                  </a:lnTo>
                  <a:lnTo>
                    <a:pt x="41" y="227"/>
                  </a:lnTo>
                  <a:lnTo>
                    <a:pt x="53" y="193"/>
                  </a:lnTo>
                  <a:lnTo>
                    <a:pt x="67" y="160"/>
                  </a:lnTo>
                  <a:lnTo>
                    <a:pt x="81" y="132"/>
                  </a:lnTo>
                  <a:lnTo>
                    <a:pt x="99" y="105"/>
                  </a:lnTo>
                  <a:lnTo>
                    <a:pt x="116" y="81"/>
                  </a:lnTo>
                  <a:lnTo>
                    <a:pt x="136" y="61"/>
                  </a:lnTo>
                  <a:lnTo>
                    <a:pt x="156" y="43"/>
                  </a:lnTo>
                  <a:lnTo>
                    <a:pt x="178" y="30"/>
                  </a:lnTo>
                  <a:lnTo>
                    <a:pt x="199" y="20"/>
                  </a:lnTo>
                  <a:lnTo>
                    <a:pt x="222"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sp>
        <p:nvSpPr>
          <p:cNvPr id="145416" name="Rectangle 77"/>
          <p:cNvSpPr>
            <a:spLocks noChangeArrowheads="1"/>
          </p:cNvSpPr>
          <p:nvPr/>
        </p:nvSpPr>
        <p:spPr bwMode="auto">
          <a:xfrm>
            <a:off x="611188" y="0"/>
            <a:ext cx="6388100" cy="6477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3000"/>
              <a:t>Sem. 3 - Lundi</a:t>
            </a:r>
          </a:p>
        </p:txBody>
      </p:sp>
      <p:sp>
        <p:nvSpPr>
          <p:cNvPr id="145417" name="Text Box 78"/>
          <p:cNvSpPr txBox="1">
            <a:spLocks noChangeArrowheads="1"/>
          </p:cNvSpPr>
          <p:nvPr/>
        </p:nvSpPr>
        <p:spPr bwMode="auto">
          <a:xfrm>
            <a:off x="566738" y="2697163"/>
            <a:ext cx="3217862"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2. Pas de commandes</a:t>
            </a:r>
          </a:p>
        </p:txBody>
      </p:sp>
      <p:sp>
        <p:nvSpPr>
          <p:cNvPr id="145418" name="Text Box 79"/>
          <p:cNvSpPr txBox="1">
            <a:spLocks noChangeArrowheads="1"/>
          </p:cNvSpPr>
          <p:nvPr/>
        </p:nvSpPr>
        <p:spPr bwMode="auto">
          <a:xfrm>
            <a:off x="566738" y="5211763"/>
            <a:ext cx="6543675" cy="4429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eaLnBrk="1" hangingPunct="1">
              <a:spcBef>
                <a:spcPct val="0"/>
              </a:spcBef>
              <a:buFontTx/>
              <a:buNone/>
            </a:pPr>
            <a:r>
              <a:rPr lang="fr-FR" altLang="fr-FR" sz="2300"/>
              <a:t>4. Pointez la production sur votre feuille de suivi</a:t>
            </a:r>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46434" name="Group 2"/>
          <p:cNvGrpSpPr>
            <a:grpSpLocks/>
          </p:cNvGrpSpPr>
          <p:nvPr/>
        </p:nvGrpSpPr>
        <p:grpSpPr bwMode="auto">
          <a:xfrm>
            <a:off x="7073900" y="215900"/>
            <a:ext cx="1878013" cy="1250950"/>
            <a:chOff x="4456" y="136"/>
            <a:chExt cx="1183" cy="788"/>
          </a:xfrm>
        </p:grpSpPr>
        <p:grpSp>
          <p:nvGrpSpPr>
            <p:cNvPr id="146494" name="Group 3"/>
            <p:cNvGrpSpPr>
              <a:grpSpLocks/>
            </p:cNvGrpSpPr>
            <p:nvPr/>
          </p:nvGrpSpPr>
          <p:grpSpPr bwMode="auto">
            <a:xfrm>
              <a:off x="4766" y="232"/>
              <a:ext cx="873" cy="692"/>
              <a:chOff x="2185" y="310"/>
              <a:chExt cx="873" cy="692"/>
            </a:xfrm>
          </p:grpSpPr>
          <p:sp>
            <p:nvSpPr>
              <p:cNvPr id="146505" name="Freeform 4"/>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accent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6506" name="Freeform 5"/>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6507" name="Freeform 6"/>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6508" name="Freeform 7"/>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6509" name="Freeform 8"/>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6510" name="Freeform 9"/>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6511" name="Freeform 10"/>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grpSp>
          <p:nvGrpSpPr>
            <p:cNvPr id="146495" name="Group 11"/>
            <p:cNvGrpSpPr>
              <a:grpSpLocks/>
            </p:cNvGrpSpPr>
            <p:nvPr/>
          </p:nvGrpSpPr>
          <p:grpSpPr bwMode="auto">
            <a:xfrm>
              <a:off x="4949" y="336"/>
              <a:ext cx="591" cy="468"/>
              <a:chOff x="2185" y="310"/>
              <a:chExt cx="873" cy="692"/>
            </a:xfrm>
          </p:grpSpPr>
          <p:sp>
            <p:nvSpPr>
              <p:cNvPr id="146498" name="Freeform 12"/>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6499" name="Freeform 13"/>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6500" name="Freeform 14"/>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6501" name="Freeform 15"/>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6502" name="Freeform 16"/>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6503" name="Freeform 17"/>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6504" name="Freeform 18"/>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pic>
          <p:nvPicPr>
            <p:cNvPr id="146496" name="Picture 19"/>
            <p:cNvPicPr>
              <a:picLocks noChangeAspect="1" noChangeArrowheads="1"/>
            </p:cNvPicPr>
            <p:nvPr/>
          </p:nvPicPr>
          <p:blipFill>
            <a:blip r:embed="rId3" cstate="print">
              <a:extLst>
                <a:ext uri="{28A0092B-C50C-407E-A947-70E740481C1C}">
                  <a14:useLocalDpi xmlns:a14="http://schemas.microsoft.com/office/drawing/2010/main" val="0"/>
                </a:ext>
              </a:extLst>
            </a:blip>
            <a:srcRect l="-4282" t="-4369" r="-5199" b="-12012"/>
            <a:stretch>
              <a:fillRect/>
            </a:stretch>
          </p:blipFill>
          <p:spPr bwMode="auto">
            <a:xfrm>
              <a:off x="4456" y="136"/>
              <a:ext cx="480" cy="5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46497" name="Text Box 20"/>
            <p:cNvSpPr txBox="1">
              <a:spLocks noChangeArrowheads="1"/>
            </p:cNvSpPr>
            <p:nvPr/>
          </p:nvSpPr>
          <p:spPr bwMode="auto">
            <a:xfrm>
              <a:off x="5066" y="314"/>
              <a:ext cx="356" cy="49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4500" b="1">
                  <a:solidFill>
                    <a:srgbClr val="FF0000"/>
                  </a:solidFill>
                  <a:latin typeface="Arial Black" pitchFamily="34" charset="0"/>
                </a:rPr>
                <a:t>8</a:t>
              </a:r>
              <a:endParaRPr lang="fr-FR" altLang="fr-FR" sz="3200">
                <a:solidFill>
                  <a:schemeClr val="tx1"/>
                </a:solidFill>
                <a:latin typeface="Arial Black" pitchFamily="34" charset="0"/>
              </a:endParaRPr>
            </a:p>
          </p:txBody>
        </p:sp>
      </p:grpSp>
      <p:sp>
        <p:nvSpPr>
          <p:cNvPr id="146436" name="Text Box 22"/>
          <p:cNvSpPr txBox="1">
            <a:spLocks noChangeArrowheads="1"/>
          </p:cNvSpPr>
          <p:nvPr/>
        </p:nvSpPr>
        <p:spPr bwMode="auto">
          <a:xfrm>
            <a:off x="566738" y="1363663"/>
            <a:ext cx="1946275"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1. Tirez le dé</a:t>
            </a:r>
          </a:p>
        </p:txBody>
      </p:sp>
      <p:sp>
        <p:nvSpPr>
          <p:cNvPr id="146437" name="Text Box 23"/>
          <p:cNvSpPr txBox="1">
            <a:spLocks noChangeArrowheads="1"/>
          </p:cNvSpPr>
          <p:nvPr/>
        </p:nvSpPr>
        <p:spPr bwMode="auto">
          <a:xfrm>
            <a:off x="566738" y="3935413"/>
            <a:ext cx="18796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3. Produisez</a:t>
            </a:r>
          </a:p>
        </p:txBody>
      </p:sp>
      <p:grpSp>
        <p:nvGrpSpPr>
          <p:cNvPr id="146438" name="Group 24"/>
          <p:cNvGrpSpPr>
            <a:grpSpLocks/>
          </p:cNvGrpSpPr>
          <p:nvPr/>
        </p:nvGrpSpPr>
        <p:grpSpPr bwMode="auto">
          <a:xfrm>
            <a:off x="2986088" y="1306513"/>
            <a:ext cx="446087" cy="534987"/>
            <a:chOff x="868" y="1439"/>
            <a:chExt cx="811" cy="972"/>
          </a:xfrm>
        </p:grpSpPr>
        <p:sp>
          <p:nvSpPr>
            <p:cNvPr id="146443" name="Freeform 25"/>
            <p:cNvSpPr>
              <a:spLocks/>
            </p:cNvSpPr>
            <p:nvPr/>
          </p:nvSpPr>
          <p:spPr bwMode="auto">
            <a:xfrm>
              <a:off x="1548" y="2014"/>
              <a:ext cx="123" cy="100"/>
            </a:xfrm>
            <a:custGeom>
              <a:avLst/>
              <a:gdLst>
                <a:gd name="T0" fmla="*/ 5 w 618"/>
                <a:gd name="T1" fmla="*/ 0 h 502"/>
                <a:gd name="T2" fmla="*/ 5 w 618"/>
                <a:gd name="T3" fmla="*/ 0 h 502"/>
                <a:gd name="T4" fmla="*/ 0 w 618"/>
                <a:gd name="T5" fmla="*/ 4 h 502"/>
                <a:gd name="T6" fmla="*/ 0 w 618"/>
                <a:gd name="T7" fmla="*/ 4 h 502"/>
                <a:gd name="T8" fmla="*/ 5 w 618"/>
                <a:gd name="T9" fmla="*/ 0 h 502"/>
                <a:gd name="T10" fmla="*/ 5 w 618"/>
                <a:gd name="T11" fmla="*/ 0 h 502"/>
                <a:gd name="T12" fmla="*/ 5 w 618"/>
                <a:gd name="T13" fmla="*/ 0 h 502"/>
                <a:gd name="T14" fmla="*/ 5 w 618"/>
                <a:gd name="T15" fmla="*/ 0 h 502"/>
                <a:gd name="T16" fmla="*/ 5 w 618"/>
                <a:gd name="T17" fmla="*/ 0 h 502"/>
                <a:gd name="T18" fmla="*/ 5 w 618"/>
                <a:gd name="T19" fmla="*/ 0 h 502"/>
                <a:gd name="T20" fmla="*/ 5 w 618"/>
                <a:gd name="T21" fmla="*/ 0 h 502"/>
                <a:gd name="T22" fmla="*/ 5 w 618"/>
                <a:gd name="T23" fmla="*/ 0 h 502"/>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618"/>
                <a:gd name="T37" fmla="*/ 0 h 502"/>
                <a:gd name="T38" fmla="*/ 618 w 618"/>
                <a:gd name="T39" fmla="*/ 502 h 502"/>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618" h="502">
                  <a:moveTo>
                    <a:pt x="611" y="0"/>
                  </a:moveTo>
                  <a:lnTo>
                    <a:pt x="606" y="2"/>
                  </a:lnTo>
                  <a:lnTo>
                    <a:pt x="0" y="490"/>
                  </a:lnTo>
                  <a:lnTo>
                    <a:pt x="10" y="502"/>
                  </a:lnTo>
                  <a:lnTo>
                    <a:pt x="616" y="14"/>
                  </a:lnTo>
                  <a:lnTo>
                    <a:pt x="611" y="16"/>
                  </a:lnTo>
                  <a:lnTo>
                    <a:pt x="616" y="14"/>
                  </a:lnTo>
                  <a:lnTo>
                    <a:pt x="618" y="9"/>
                  </a:lnTo>
                  <a:lnTo>
                    <a:pt x="617" y="3"/>
                  </a:lnTo>
                  <a:lnTo>
                    <a:pt x="612" y="1"/>
                  </a:lnTo>
                  <a:lnTo>
                    <a:pt x="606" y="2"/>
                  </a:lnTo>
                  <a:lnTo>
                    <a:pt x="611"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6444" name="Freeform 26"/>
            <p:cNvSpPr>
              <a:spLocks/>
            </p:cNvSpPr>
            <p:nvPr/>
          </p:nvSpPr>
          <p:spPr bwMode="auto">
            <a:xfrm>
              <a:off x="876" y="1852"/>
              <a:ext cx="82" cy="373"/>
            </a:xfrm>
            <a:custGeom>
              <a:avLst/>
              <a:gdLst>
                <a:gd name="T0" fmla="*/ 3 w 413"/>
                <a:gd name="T1" fmla="*/ 15 h 1865"/>
                <a:gd name="T2" fmla="*/ 3 w 413"/>
                <a:gd name="T3" fmla="*/ 15 h 1865"/>
                <a:gd name="T4" fmla="*/ 0 w 413"/>
                <a:gd name="T5" fmla="*/ 0 h 1865"/>
                <a:gd name="T6" fmla="*/ 0 w 413"/>
                <a:gd name="T7" fmla="*/ 0 h 1865"/>
                <a:gd name="T8" fmla="*/ 3 w 413"/>
                <a:gd name="T9" fmla="*/ 15 h 1865"/>
                <a:gd name="T10" fmla="*/ 3 w 413"/>
                <a:gd name="T11" fmla="*/ 15 h 1865"/>
                <a:gd name="T12" fmla="*/ 3 w 413"/>
                <a:gd name="T13" fmla="*/ 15 h 1865"/>
                <a:gd name="T14" fmla="*/ 3 w 413"/>
                <a:gd name="T15" fmla="*/ 15 h 1865"/>
                <a:gd name="T16" fmla="*/ 3 w 413"/>
                <a:gd name="T17" fmla="*/ 15 h 1865"/>
                <a:gd name="T18" fmla="*/ 3 w 413"/>
                <a:gd name="T19" fmla="*/ 15 h 1865"/>
                <a:gd name="T20" fmla="*/ 3 w 413"/>
                <a:gd name="T21" fmla="*/ 15 h 1865"/>
                <a:gd name="T22" fmla="*/ 3 w 413"/>
                <a:gd name="T23" fmla="*/ 15 h 186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413"/>
                <a:gd name="T37" fmla="*/ 0 h 1865"/>
                <a:gd name="T38" fmla="*/ 413 w 413"/>
                <a:gd name="T39" fmla="*/ 1865 h 1865"/>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413" h="1865">
                  <a:moveTo>
                    <a:pt x="400" y="1864"/>
                  </a:moveTo>
                  <a:lnTo>
                    <a:pt x="413" y="1856"/>
                  </a:lnTo>
                  <a:lnTo>
                    <a:pt x="17" y="0"/>
                  </a:lnTo>
                  <a:lnTo>
                    <a:pt x="0" y="2"/>
                  </a:lnTo>
                  <a:lnTo>
                    <a:pt x="396" y="1858"/>
                  </a:lnTo>
                  <a:lnTo>
                    <a:pt x="409" y="1850"/>
                  </a:lnTo>
                  <a:lnTo>
                    <a:pt x="396" y="1858"/>
                  </a:lnTo>
                  <a:lnTo>
                    <a:pt x="400" y="1864"/>
                  </a:lnTo>
                  <a:lnTo>
                    <a:pt x="406" y="1865"/>
                  </a:lnTo>
                  <a:lnTo>
                    <a:pt x="410" y="1862"/>
                  </a:lnTo>
                  <a:lnTo>
                    <a:pt x="413" y="1856"/>
                  </a:lnTo>
                  <a:lnTo>
                    <a:pt x="400" y="186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6445" name="Freeform 27"/>
            <p:cNvSpPr>
              <a:spLocks/>
            </p:cNvSpPr>
            <p:nvPr/>
          </p:nvSpPr>
          <p:spPr bwMode="auto">
            <a:xfrm>
              <a:off x="1282" y="1533"/>
              <a:ext cx="35" cy="161"/>
            </a:xfrm>
            <a:custGeom>
              <a:avLst/>
              <a:gdLst>
                <a:gd name="T0" fmla="*/ 1 w 175"/>
                <a:gd name="T1" fmla="*/ 6 h 807"/>
                <a:gd name="T2" fmla="*/ 1 w 175"/>
                <a:gd name="T3" fmla="*/ 6 h 807"/>
                <a:gd name="T4" fmla="*/ 1 w 175"/>
                <a:gd name="T5" fmla="*/ 6 h 807"/>
                <a:gd name="T6" fmla="*/ 1 w 175"/>
                <a:gd name="T7" fmla="*/ 5 h 807"/>
                <a:gd name="T8" fmla="*/ 1 w 175"/>
                <a:gd name="T9" fmla="*/ 5 h 807"/>
                <a:gd name="T10" fmla="*/ 1 w 175"/>
                <a:gd name="T11" fmla="*/ 5 h 807"/>
                <a:gd name="T12" fmla="*/ 1 w 175"/>
                <a:gd name="T13" fmla="*/ 4 h 807"/>
                <a:gd name="T14" fmla="*/ 1 w 175"/>
                <a:gd name="T15" fmla="*/ 4 h 807"/>
                <a:gd name="T16" fmla="*/ 1 w 175"/>
                <a:gd name="T17" fmla="*/ 3 h 807"/>
                <a:gd name="T18" fmla="*/ 1 w 175"/>
                <a:gd name="T19" fmla="*/ 3 h 807"/>
                <a:gd name="T20" fmla="*/ 1 w 175"/>
                <a:gd name="T21" fmla="*/ 3 h 807"/>
                <a:gd name="T22" fmla="*/ 1 w 175"/>
                <a:gd name="T23" fmla="*/ 2 h 807"/>
                <a:gd name="T24" fmla="*/ 1 w 175"/>
                <a:gd name="T25" fmla="*/ 2 h 807"/>
                <a:gd name="T26" fmla="*/ 1 w 175"/>
                <a:gd name="T27" fmla="*/ 2 h 807"/>
                <a:gd name="T28" fmla="*/ 1 w 175"/>
                <a:gd name="T29" fmla="*/ 1 h 807"/>
                <a:gd name="T30" fmla="*/ 1 w 175"/>
                <a:gd name="T31" fmla="*/ 1 h 807"/>
                <a:gd name="T32" fmla="*/ 1 w 175"/>
                <a:gd name="T33" fmla="*/ 1 h 807"/>
                <a:gd name="T34" fmla="*/ 1 w 175"/>
                <a:gd name="T35" fmla="*/ 0 h 807"/>
                <a:gd name="T36" fmla="*/ 1 w 175"/>
                <a:gd name="T37" fmla="*/ 0 h 807"/>
                <a:gd name="T38" fmla="*/ 1 w 175"/>
                <a:gd name="T39" fmla="*/ 0 h 807"/>
                <a:gd name="T40" fmla="*/ 0 w 175"/>
                <a:gd name="T41" fmla="*/ 1 h 807"/>
                <a:gd name="T42" fmla="*/ 0 w 175"/>
                <a:gd name="T43" fmla="*/ 1 h 807"/>
                <a:gd name="T44" fmla="*/ 0 w 175"/>
                <a:gd name="T45" fmla="*/ 1 h 807"/>
                <a:gd name="T46" fmla="*/ 0 w 175"/>
                <a:gd name="T47" fmla="*/ 2 h 807"/>
                <a:gd name="T48" fmla="*/ 0 w 175"/>
                <a:gd name="T49" fmla="*/ 2 h 807"/>
                <a:gd name="T50" fmla="*/ 0 w 175"/>
                <a:gd name="T51" fmla="*/ 3 h 807"/>
                <a:gd name="T52" fmla="*/ 0 w 175"/>
                <a:gd name="T53" fmla="*/ 3 h 807"/>
                <a:gd name="T54" fmla="*/ 0 w 175"/>
                <a:gd name="T55" fmla="*/ 3 h 807"/>
                <a:gd name="T56" fmla="*/ 0 w 175"/>
                <a:gd name="T57" fmla="*/ 4 h 807"/>
                <a:gd name="T58" fmla="*/ 0 w 175"/>
                <a:gd name="T59" fmla="*/ 4 h 807"/>
                <a:gd name="T60" fmla="*/ 0 w 175"/>
                <a:gd name="T61" fmla="*/ 5 h 807"/>
                <a:gd name="T62" fmla="*/ 0 w 175"/>
                <a:gd name="T63" fmla="*/ 5 h 807"/>
                <a:gd name="T64" fmla="*/ 0 w 175"/>
                <a:gd name="T65" fmla="*/ 5 h 807"/>
                <a:gd name="T66" fmla="*/ 1 w 175"/>
                <a:gd name="T67" fmla="*/ 6 h 807"/>
                <a:gd name="T68" fmla="*/ 1 w 175"/>
                <a:gd name="T69" fmla="*/ 6 h 807"/>
                <a:gd name="T70" fmla="*/ 1 w 175"/>
                <a:gd name="T71" fmla="*/ 6 h 807"/>
                <a:gd name="T72" fmla="*/ 1 w 175"/>
                <a:gd name="T73" fmla="*/ 6 h 807"/>
                <a:gd name="T74" fmla="*/ 1 w 175"/>
                <a:gd name="T75" fmla="*/ 6 h 807"/>
                <a:gd name="T76" fmla="*/ 1 w 175"/>
                <a:gd name="T77" fmla="*/ 6 h 807"/>
                <a:gd name="T78" fmla="*/ 1 w 175"/>
                <a:gd name="T79" fmla="*/ 6 h 807"/>
                <a:gd name="T80" fmla="*/ 1 w 175"/>
                <a:gd name="T81" fmla="*/ 6 h 807"/>
                <a:gd name="T82" fmla="*/ 1 w 175"/>
                <a:gd name="T83" fmla="*/ 6 h 807"/>
                <a:gd name="T84" fmla="*/ 1 w 175"/>
                <a:gd name="T85" fmla="*/ 6 h 807"/>
                <a:gd name="T86" fmla="*/ 1 w 175"/>
                <a:gd name="T87" fmla="*/ 6 h 807"/>
                <a:gd name="T88" fmla="*/ 1 w 175"/>
                <a:gd name="T89" fmla="*/ 6 h 807"/>
                <a:gd name="T90" fmla="*/ 1 w 175"/>
                <a:gd name="T91" fmla="*/ 6 h 80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175"/>
                <a:gd name="T139" fmla="*/ 0 h 807"/>
                <a:gd name="T140" fmla="*/ 175 w 175"/>
                <a:gd name="T141" fmla="*/ 807 h 80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175" h="807">
                  <a:moveTo>
                    <a:pt x="169" y="740"/>
                  </a:moveTo>
                  <a:lnTo>
                    <a:pt x="169" y="739"/>
                  </a:lnTo>
                  <a:lnTo>
                    <a:pt x="149" y="698"/>
                  </a:lnTo>
                  <a:lnTo>
                    <a:pt x="133" y="656"/>
                  </a:lnTo>
                  <a:lnTo>
                    <a:pt x="120" y="611"/>
                  </a:lnTo>
                  <a:lnTo>
                    <a:pt x="108" y="565"/>
                  </a:lnTo>
                  <a:lnTo>
                    <a:pt x="100" y="520"/>
                  </a:lnTo>
                  <a:lnTo>
                    <a:pt x="96" y="472"/>
                  </a:lnTo>
                  <a:lnTo>
                    <a:pt x="93" y="425"/>
                  </a:lnTo>
                  <a:lnTo>
                    <a:pt x="93" y="377"/>
                  </a:lnTo>
                  <a:lnTo>
                    <a:pt x="96" y="330"/>
                  </a:lnTo>
                  <a:lnTo>
                    <a:pt x="100" y="283"/>
                  </a:lnTo>
                  <a:lnTo>
                    <a:pt x="106" y="238"/>
                  </a:lnTo>
                  <a:lnTo>
                    <a:pt x="115" y="195"/>
                  </a:lnTo>
                  <a:lnTo>
                    <a:pt x="126" y="153"/>
                  </a:lnTo>
                  <a:lnTo>
                    <a:pt x="139" y="114"/>
                  </a:lnTo>
                  <a:lnTo>
                    <a:pt x="153" y="77"/>
                  </a:lnTo>
                  <a:lnTo>
                    <a:pt x="169" y="43"/>
                  </a:lnTo>
                  <a:lnTo>
                    <a:pt x="87" y="0"/>
                  </a:lnTo>
                  <a:lnTo>
                    <a:pt x="69" y="39"/>
                  </a:lnTo>
                  <a:lnTo>
                    <a:pt x="52" y="81"/>
                  </a:lnTo>
                  <a:lnTo>
                    <a:pt x="37" y="127"/>
                  </a:lnTo>
                  <a:lnTo>
                    <a:pt x="24" y="174"/>
                  </a:lnTo>
                  <a:lnTo>
                    <a:pt x="15" y="222"/>
                  </a:lnTo>
                  <a:lnTo>
                    <a:pt x="7" y="271"/>
                  </a:lnTo>
                  <a:lnTo>
                    <a:pt x="2" y="323"/>
                  </a:lnTo>
                  <a:lnTo>
                    <a:pt x="0" y="374"/>
                  </a:lnTo>
                  <a:lnTo>
                    <a:pt x="0" y="427"/>
                  </a:lnTo>
                  <a:lnTo>
                    <a:pt x="2" y="479"/>
                  </a:lnTo>
                  <a:lnTo>
                    <a:pt x="9" y="531"/>
                  </a:lnTo>
                  <a:lnTo>
                    <a:pt x="17" y="584"/>
                  </a:lnTo>
                  <a:lnTo>
                    <a:pt x="29" y="635"/>
                  </a:lnTo>
                  <a:lnTo>
                    <a:pt x="44" y="686"/>
                  </a:lnTo>
                  <a:lnTo>
                    <a:pt x="65" y="736"/>
                  </a:lnTo>
                  <a:lnTo>
                    <a:pt x="87" y="784"/>
                  </a:lnTo>
                  <a:lnTo>
                    <a:pt x="87" y="782"/>
                  </a:lnTo>
                  <a:lnTo>
                    <a:pt x="87" y="784"/>
                  </a:lnTo>
                  <a:lnTo>
                    <a:pt x="100" y="799"/>
                  </a:lnTo>
                  <a:lnTo>
                    <a:pt x="117" y="807"/>
                  </a:lnTo>
                  <a:lnTo>
                    <a:pt x="134" y="807"/>
                  </a:lnTo>
                  <a:lnTo>
                    <a:pt x="151" y="801"/>
                  </a:lnTo>
                  <a:lnTo>
                    <a:pt x="164" y="791"/>
                  </a:lnTo>
                  <a:lnTo>
                    <a:pt x="173" y="777"/>
                  </a:lnTo>
                  <a:lnTo>
                    <a:pt x="175" y="759"/>
                  </a:lnTo>
                  <a:lnTo>
                    <a:pt x="169" y="739"/>
                  </a:lnTo>
                  <a:lnTo>
                    <a:pt x="169" y="74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6446" name="Freeform 28"/>
            <p:cNvSpPr>
              <a:spLocks/>
            </p:cNvSpPr>
            <p:nvPr/>
          </p:nvSpPr>
          <p:spPr bwMode="auto">
            <a:xfrm>
              <a:off x="1299" y="1681"/>
              <a:ext cx="157" cy="281"/>
            </a:xfrm>
            <a:custGeom>
              <a:avLst/>
              <a:gdLst>
                <a:gd name="T0" fmla="*/ 6 w 787"/>
                <a:gd name="T1" fmla="*/ 11 h 1404"/>
                <a:gd name="T2" fmla="*/ 6 w 787"/>
                <a:gd name="T3" fmla="*/ 11 h 1404"/>
                <a:gd name="T4" fmla="*/ 1 w 787"/>
                <a:gd name="T5" fmla="*/ 0 h 1404"/>
                <a:gd name="T6" fmla="*/ 0 w 787"/>
                <a:gd name="T7" fmla="*/ 0 h 1404"/>
                <a:gd name="T8" fmla="*/ 6 w 787"/>
                <a:gd name="T9" fmla="*/ 11 h 1404"/>
                <a:gd name="T10" fmla="*/ 6 w 787"/>
                <a:gd name="T11" fmla="*/ 11 h 1404"/>
                <a:gd name="T12" fmla="*/ 6 w 787"/>
                <a:gd name="T13" fmla="*/ 11 h 1404"/>
                <a:gd name="T14" fmla="*/ 6 w 787"/>
                <a:gd name="T15" fmla="*/ 11 h 1404"/>
                <a:gd name="T16" fmla="*/ 6 w 787"/>
                <a:gd name="T17" fmla="*/ 11 h 1404"/>
                <a:gd name="T18" fmla="*/ 6 w 787"/>
                <a:gd name="T19" fmla="*/ 11 h 1404"/>
                <a:gd name="T20" fmla="*/ 6 w 787"/>
                <a:gd name="T21" fmla="*/ 11 h 1404"/>
                <a:gd name="T22" fmla="*/ 6 w 787"/>
                <a:gd name="T23" fmla="*/ 11 h 1404"/>
                <a:gd name="T24" fmla="*/ 6 w 787"/>
                <a:gd name="T25" fmla="*/ 11 h 1404"/>
                <a:gd name="T26" fmla="*/ 6 w 787"/>
                <a:gd name="T27" fmla="*/ 11 h 1404"/>
                <a:gd name="T28" fmla="*/ 6 w 787"/>
                <a:gd name="T29" fmla="*/ 11 h 1404"/>
                <a:gd name="T30" fmla="*/ 6 w 787"/>
                <a:gd name="T31" fmla="*/ 11 h 1404"/>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787"/>
                <a:gd name="T49" fmla="*/ 0 h 1404"/>
                <a:gd name="T50" fmla="*/ 787 w 787"/>
                <a:gd name="T51" fmla="*/ 1404 h 1404"/>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787" h="1404">
                  <a:moveTo>
                    <a:pt x="781" y="1334"/>
                  </a:moveTo>
                  <a:lnTo>
                    <a:pt x="781" y="1337"/>
                  </a:lnTo>
                  <a:lnTo>
                    <a:pt x="82" y="0"/>
                  </a:lnTo>
                  <a:lnTo>
                    <a:pt x="0" y="42"/>
                  </a:lnTo>
                  <a:lnTo>
                    <a:pt x="699" y="1379"/>
                  </a:lnTo>
                  <a:lnTo>
                    <a:pt x="699" y="1381"/>
                  </a:lnTo>
                  <a:lnTo>
                    <a:pt x="699" y="1379"/>
                  </a:lnTo>
                  <a:lnTo>
                    <a:pt x="712" y="1395"/>
                  </a:lnTo>
                  <a:lnTo>
                    <a:pt x="727" y="1402"/>
                  </a:lnTo>
                  <a:lnTo>
                    <a:pt x="744" y="1404"/>
                  </a:lnTo>
                  <a:lnTo>
                    <a:pt x="761" y="1398"/>
                  </a:lnTo>
                  <a:lnTo>
                    <a:pt x="775" y="1388"/>
                  </a:lnTo>
                  <a:lnTo>
                    <a:pt x="784" y="1373"/>
                  </a:lnTo>
                  <a:lnTo>
                    <a:pt x="787" y="1357"/>
                  </a:lnTo>
                  <a:lnTo>
                    <a:pt x="781" y="1337"/>
                  </a:lnTo>
                  <a:lnTo>
                    <a:pt x="781" y="13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6447" name="Freeform 29"/>
            <p:cNvSpPr>
              <a:spLocks/>
            </p:cNvSpPr>
            <p:nvPr/>
          </p:nvSpPr>
          <p:spPr bwMode="auto">
            <a:xfrm>
              <a:off x="1439" y="1948"/>
              <a:ext cx="125" cy="76"/>
            </a:xfrm>
            <a:custGeom>
              <a:avLst/>
              <a:gdLst>
                <a:gd name="T0" fmla="*/ 5 w 628"/>
                <a:gd name="T1" fmla="*/ 2 h 383"/>
                <a:gd name="T2" fmla="*/ 5 w 628"/>
                <a:gd name="T3" fmla="*/ 2 h 383"/>
                <a:gd name="T4" fmla="*/ 4 w 628"/>
                <a:gd name="T5" fmla="*/ 2 h 383"/>
                <a:gd name="T6" fmla="*/ 4 w 628"/>
                <a:gd name="T7" fmla="*/ 2 h 383"/>
                <a:gd name="T8" fmla="*/ 4 w 628"/>
                <a:gd name="T9" fmla="*/ 2 h 383"/>
                <a:gd name="T10" fmla="*/ 3 w 628"/>
                <a:gd name="T11" fmla="*/ 2 h 383"/>
                <a:gd name="T12" fmla="*/ 3 w 628"/>
                <a:gd name="T13" fmla="*/ 2 h 383"/>
                <a:gd name="T14" fmla="*/ 3 w 628"/>
                <a:gd name="T15" fmla="*/ 2 h 383"/>
                <a:gd name="T16" fmla="*/ 3 w 628"/>
                <a:gd name="T17" fmla="*/ 2 h 383"/>
                <a:gd name="T18" fmla="*/ 2 w 628"/>
                <a:gd name="T19" fmla="*/ 2 h 383"/>
                <a:gd name="T20" fmla="*/ 2 w 628"/>
                <a:gd name="T21" fmla="*/ 2 h 383"/>
                <a:gd name="T22" fmla="*/ 2 w 628"/>
                <a:gd name="T23" fmla="*/ 1 h 383"/>
                <a:gd name="T24" fmla="*/ 2 w 628"/>
                <a:gd name="T25" fmla="*/ 1 h 383"/>
                <a:gd name="T26" fmla="*/ 1 w 628"/>
                <a:gd name="T27" fmla="*/ 1 h 383"/>
                <a:gd name="T28" fmla="*/ 1 w 628"/>
                <a:gd name="T29" fmla="*/ 1 h 383"/>
                <a:gd name="T30" fmla="*/ 1 w 628"/>
                <a:gd name="T31" fmla="*/ 1 h 383"/>
                <a:gd name="T32" fmla="*/ 1 w 628"/>
                <a:gd name="T33" fmla="*/ 0 h 383"/>
                <a:gd name="T34" fmla="*/ 1 w 628"/>
                <a:gd name="T35" fmla="*/ 0 h 383"/>
                <a:gd name="T36" fmla="*/ 0 w 628"/>
                <a:gd name="T37" fmla="*/ 0 h 383"/>
                <a:gd name="T38" fmla="*/ 0 w 628"/>
                <a:gd name="T39" fmla="*/ 1 h 383"/>
                <a:gd name="T40" fmla="*/ 0 w 628"/>
                <a:gd name="T41" fmla="*/ 1 h 383"/>
                <a:gd name="T42" fmla="*/ 1 w 628"/>
                <a:gd name="T43" fmla="*/ 1 h 383"/>
                <a:gd name="T44" fmla="*/ 1 w 628"/>
                <a:gd name="T45" fmla="*/ 1 h 383"/>
                <a:gd name="T46" fmla="*/ 1 w 628"/>
                <a:gd name="T47" fmla="*/ 2 h 383"/>
                <a:gd name="T48" fmla="*/ 1 w 628"/>
                <a:gd name="T49" fmla="*/ 2 h 383"/>
                <a:gd name="T50" fmla="*/ 2 w 628"/>
                <a:gd name="T51" fmla="*/ 2 h 383"/>
                <a:gd name="T52" fmla="*/ 2 w 628"/>
                <a:gd name="T53" fmla="*/ 2 h 383"/>
                <a:gd name="T54" fmla="*/ 2 w 628"/>
                <a:gd name="T55" fmla="*/ 2 h 383"/>
                <a:gd name="T56" fmla="*/ 3 w 628"/>
                <a:gd name="T57" fmla="*/ 3 h 383"/>
                <a:gd name="T58" fmla="*/ 3 w 628"/>
                <a:gd name="T59" fmla="*/ 3 h 383"/>
                <a:gd name="T60" fmla="*/ 3 w 628"/>
                <a:gd name="T61" fmla="*/ 3 h 383"/>
                <a:gd name="T62" fmla="*/ 4 w 628"/>
                <a:gd name="T63" fmla="*/ 3 h 383"/>
                <a:gd name="T64" fmla="*/ 4 w 628"/>
                <a:gd name="T65" fmla="*/ 3 h 383"/>
                <a:gd name="T66" fmla="*/ 4 w 628"/>
                <a:gd name="T67" fmla="*/ 3 h 383"/>
                <a:gd name="T68" fmla="*/ 5 w 628"/>
                <a:gd name="T69" fmla="*/ 3 h 383"/>
                <a:gd name="T70" fmla="*/ 5 w 628"/>
                <a:gd name="T71" fmla="*/ 3 h 383"/>
                <a:gd name="T72" fmla="*/ 5 w 628"/>
                <a:gd name="T73" fmla="*/ 3 h 383"/>
                <a:gd name="T74" fmla="*/ 5 w 628"/>
                <a:gd name="T75" fmla="*/ 3 h 383"/>
                <a:gd name="T76" fmla="*/ 5 w 628"/>
                <a:gd name="T77" fmla="*/ 3 h 383"/>
                <a:gd name="T78" fmla="*/ 5 w 628"/>
                <a:gd name="T79" fmla="*/ 3 h 383"/>
                <a:gd name="T80" fmla="*/ 5 w 628"/>
                <a:gd name="T81" fmla="*/ 3 h 383"/>
                <a:gd name="T82" fmla="*/ 5 w 628"/>
                <a:gd name="T83" fmla="*/ 3 h 383"/>
                <a:gd name="T84" fmla="*/ 5 w 628"/>
                <a:gd name="T85" fmla="*/ 2 h 383"/>
                <a:gd name="T86" fmla="*/ 5 w 628"/>
                <a:gd name="T87" fmla="*/ 2 h 383"/>
                <a:gd name="T88" fmla="*/ 5 w 628"/>
                <a:gd name="T89" fmla="*/ 2 h 383"/>
                <a:gd name="T90" fmla="*/ 5 w 628"/>
                <a:gd name="T91" fmla="*/ 2 h 38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628"/>
                <a:gd name="T139" fmla="*/ 0 h 383"/>
                <a:gd name="T140" fmla="*/ 628 w 628"/>
                <a:gd name="T141" fmla="*/ 383 h 38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628" h="383">
                  <a:moveTo>
                    <a:pt x="581" y="289"/>
                  </a:moveTo>
                  <a:lnTo>
                    <a:pt x="582" y="289"/>
                  </a:lnTo>
                  <a:lnTo>
                    <a:pt x="541" y="287"/>
                  </a:lnTo>
                  <a:lnTo>
                    <a:pt x="500" y="283"/>
                  </a:lnTo>
                  <a:lnTo>
                    <a:pt x="462" y="276"/>
                  </a:lnTo>
                  <a:lnTo>
                    <a:pt x="424" y="268"/>
                  </a:lnTo>
                  <a:lnTo>
                    <a:pt x="389" y="255"/>
                  </a:lnTo>
                  <a:lnTo>
                    <a:pt x="352" y="242"/>
                  </a:lnTo>
                  <a:lnTo>
                    <a:pt x="320" y="227"/>
                  </a:lnTo>
                  <a:lnTo>
                    <a:pt x="287" y="209"/>
                  </a:lnTo>
                  <a:lnTo>
                    <a:pt x="255" y="189"/>
                  </a:lnTo>
                  <a:lnTo>
                    <a:pt x="226" y="168"/>
                  </a:lnTo>
                  <a:lnTo>
                    <a:pt x="198" y="145"/>
                  </a:lnTo>
                  <a:lnTo>
                    <a:pt x="172" y="119"/>
                  </a:lnTo>
                  <a:lnTo>
                    <a:pt x="146" y="92"/>
                  </a:lnTo>
                  <a:lnTo>
                    <a:pt x="122" y="64"/>
                  </a:lnTo>
                  <a:lnTo>
                    <a:pt x="100" y="33"/>
                  </a:lnTo>
                  <a:lnTo>
                    <a:pt x="82" y="0"/>
                  </a:lnTo>
                  <a:lnTo>
                    <a:pt x="0" y="47"/>
                  </a:lnTo>
                  <a:lnTo>
                    <a:pt x="23" y="85"/>
                  </a:lnTo>
                  <a:lnTo>
                    <a:pt x="49" y="120"/>
                  </a:lnTo>
                  <a:lnTo>
                    <a:pt x="76" y="153"/>
                  </a:lnTo>
                  <a:lnTo>
                    <a:pt x="104" y="185"/>
                  </a:lnTo>
                  <a:lnTo>
                    <a:pt x="137" y="215"/>
                  </a:lnTo>
                  <a:lnTo>
                    <a:pt x="170" y="241"/>
                  </a:lnTo>
                  <a:lnTo>
                    <a:pt x="204" y="267"/>
                  </a:lnTo>
                  <a:lnTo>
                    <a:pt x="240" y="289"/>
                  </a:lnTo>
                  <a:lnTo>
                    <a:pt x="277" y="309"/>
                  </a:lnTo>
                  <a:lnTo>
                    <a:pt x="317" y="329"/>
                  </a:lnTo>
                  <a:lnTo>
                    <a:pt x="358" y="344"/>
                  </a:lnTo>
                  <a:lnTo>
                    <a:pt x="400" y="357"/>
                  </a:lnTo>
                  <a:lnTo>
                    <a:pt x="444" y="367"/>
                  </a:lnTo>
                  <a:lnTo>
                    <a:pt x="488" y="374"/>
                  </a:lnTo>
                  <a:lnTo>
                    <a:pt x="534" y="380"/>
                  </a:lnTo>
                  <a:lnTo>
                    <a:pt x="580" y="383"/>
                  </a:lnTo>
                  <a:lnTo>
                    <a:pt x="581" y="383"/>
                  </a:lnTo>
                  <a:lnTo>
                    <a:pt x="580" y="383"/>
                  </a:lnTo>
                  <a:lnTo>
                    <a:pt x="600" y="379"/>
                  </a:lnTo>
                  <a:lnTo>
                    <a:pt x="615" y="369"/>
                  </a:lnTo>
                  <a:lnTo>
                    <a:pt x="624" y="353"/>
                  </a:lnTo>
                  <a:lnTo>
                    <a:pt x="628" y="337"/>
                  </a:lnTo>
                  <a:lnTo>
                    <a:pt x="625" y="319"/>
                  </a:lnTo>
                  <a:lnTo>
                    <a:pt x="617" y="304"/>
                  </a:lnTo>
                  <a:lnTo>
                    <a:pt x="602" y="294"/>
                  </a:lnTo>
                  <a:lnTo>
                    <a:pt x="582" y="289"/>
                  </a:lnTo>
                  <a:lnTo>
                    <a:pt x="581" y="28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6448" name="Freeform 30"/>
            <p:cNvSpPr>
              <a:spLocks/>
            </p:cNvSpPr>
            <p:nvPr/>
          </p:nvSpPr>
          <p:spPr bwMode="auto">
            <a:xfrm>
              <a:off x="1587" y="1880"/>
              <a:ext cx="85" cy="49"/>
            </a:xfrm>
            <a:custGeom>
              <a:avLst/>
              <a:gdLst>
                <a:gd name="T0" fmla="*/ 3 w 426"/>
                <a:gd name="T1" fmla="*/ 0 h 245"/>
                <a:gd name="T2" fmla="*/ 3 w 426"/>
                <a:gd name="T3" fmla="*/ 0 h 245"/>
                <a:gd name="T4" fmla="*/ 3 w 426"/>
                <a:gd name="T5" fmla="*/ 0 h 245"/>
                <a:gd name="T6" fmla="*/ 3 w 426"/>
                <a:gd name="T7" fmla="*/ 0 h 245"/>
                <a:gd name="T8" fmla="*/ 2 w 426"/>
                <a:gd name="T9" fmla="*/ 0 h 245"/>
                <a:gd name="T10" fmla="*/ 2 w 426"/>
                <a:gd name="T11" fmla="*/ 0 h 245"/>
                <a:gd name="T12" fmla="*/ 2 w 426"/>
                <a:gd name="T13" fmla="*/ 0 h 245"/>
                <a:gd name="T14" fmla="*/ 2 w 426"/>
                <a:gd name="T15" fmla="*/ 0 h 245"/>
                <a:gd name="T16" fmla="*/ 1 w 426"/>
                <a:gd name="T17" fmla="*/ 0 h 245"/>
                <a:gd name="T18" fmla="*/ 1 w 426"/>
                <a:gd name="T19" fmla="*/ 1 h 245"/>
                <a:gd name="T20" fmla="*/ 1 w 426"/>
                <a:gd name="T21" fmla="*/ 1 h 245"/>
                <a:gd name="T22" fmla="*/ 1 w 426"/>
                <a:gd name="T23" fmla="*/ 1 h 245"/>
                <a:gd name="T24" fmla="*/ 0 w 426"/>
                <a:gd name="T25" fmla="*/ 1 h 245"/>
                <a:gd name="T26" fmla="*/ 0 w 426"/>
                <a:gd name="T27" fmla="*/ 1 h 245"/>
                <a:gd name="T28" fmla="*/ 0 w 426"/>
                <a:gd name="T29" fmla="*/ 1 h 245"/>
                <a:gd name="T30" fmla="*/ 0 w 426"/>
                <a:gd name="T31" fmla="*/ 2 h 245"/>
                <a:gd name="T32" fmla="*/ 0 w 426"/>
                <a:gd name="T33" fmla="*/ 2 h 245"/>
                <a:gd name="T34" fmla="*/ 0 w 426"/>
                <a:gd name="T35" fmla="*/ 2 h 245"/>
                <a:gd name="T36" fmla="*/ 0 w 426"/>
                <a:gd name="T37" fmla="*/ 2 h 245"/>
                <a:gd name="T38" fmla="*/ 0 w 426"/>
                <a:gd name="T39" fmla="*/ 2 h 245"/>
                <a:gd name="T40" fmla="*/ 0 w 426"/>
                <a:gd name="T41" fmla="*/ 2 h 245"/>
                <a:gd name="T42" fmla="*/ 0 w 426"/>
                <a:gd name="T43" fmla="*/ 1 h 245"/>
                <a:gd name="T44" fmla="*/ 0 w 426"/>
                <a:gd name="T45" fmla="*/ 1 h 245"/>
                <a:gd name="T46" fmla="*/ 0 w 426"/>
                <a:gd name="T47" fmla="*/ 1 h 245"/>
                <a:gd name="T48" fmla="*/ 1 w 426"/>
                <a:gd name="T49" fmla="*/ 1 h 245"/>
                <a:gd name="T50" fmla="*/ 1 w 426"/>
                <a:gd name="T51" fmla="*/ 1 h 245"/>
                <a:gd name="T52" fmla="*/ 1 w 426"/>
                <a:gd name="T53" fmla="*/ 1 h 245"/>
                <a:gd name="T54" fmla="*/ 1 w 426"/>
                <a:gd name="T55" fmla="*/ 1 h 245"/>
                <a:gd name="T56" fmla="*/ 2 w 426"/>
                <a:gd name="T57" fmla="*/ 0 h 245"/>
                <a:gd name="T58" fmla="*/ 2 w 426"/>
                <a:gd name="T59" fmla="*/ 0 h 245"/>
                <a:gd name="T60" fmla="*/ 2 w 426"/>
                <a:gd name="T61" fmla="*/ 0 h 245"/>
                <a:gd name="T62" fmla="*/ 2 w 426"/>
                <a:gd name="T63" fmla="*/ 0 h 245"/>
                <a:gd name="T64" fmla="*/ 3 w 426"/>
                <a:gd name="T65" fmla="*/ 0 h 245"/>
                <a:gd name="T66" fmla="*/ 3 w 426"/>
                <a:gd name="T67" fmla="*/ 0 h 245"/>
                <a:gd name="T68" fmla="*/ 3 w 426"/>
                <a:gd name="T69" fmla="*/ 0 h 245"/>
                <a:gd name="T70" fmla="*/ 3 w 426"/>
                <a:gd name="T71" fmla="*/ 0 h 245"/>
                <a:gd name="T72" fmla="*/ 3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426" y="0"/>
                  </a:moveTo>
                  <a:lnTo>
                    <a:pt x="426" y="0"/>
                  </a:lnTo>
                  <a:lnTo>
                    <a:pt x="384" y="1"/>
                  </a:lnTo>
                  <a:lnTo>
                    <a:pt x="340" y="4"/>
                  </a:lnTo>
                  <a:lnTo>
                    <a:pt x="300" y="10"/>
                  </a:lnTo>
                  <a:lnTo>
                    <a:pt x="262" y="18"/>
                  </a:lnTo>
                  <a:lnTo>
                    <a:pt x="224" y="29"/>
                  </a:lnTo>
                  <a:lnTo>
                    <a:pt x="189" y="41"/>
                  </a:lnTo>
                  <a:lnTo>
                    <a:pt x="157" y="55"/>
                  </a:lnTo>
                  <a:lnTo>
                    <a:pt x="126" y="70"/>
                  </a:lnTo>
                  <a:lnTo>
                    <a:pt x="99" y="89"/>
                  </a:lnTo>
                  <a:lnTo>
                    <a:pt x="74" y="106"/>
                  </a:lnTo>
                  <a:lnTo>
                    <a:pt x="52" y="126"/>
                  </a:lnTo>
                  <a:lnTo>
                    <a:pt x="34" y="148"/>
                  </a:lnTo>
                  <a:lnTo>
                    <a:pt x="19" y="171"/>
                  </a:lnTo>
                  <a:lnTo>
                    <a:pt x="9" y="194"/>
                  </a:lnTo>
                  <a:lnTo>
                    <a:pt x="3" y="219"/>
                  </a:lnTo>
                  <a:lnTo>
                    <a:pt x="0" y="245"/>
                  </a:lnTo>
                  <a:lnTo>
                    <a:pt x="12" y="245"/>
                  </a:lnTo>
                  <a:lnTo>
                    <a:pt x="15" y="221"/>
                  </a:lnTo>
                  <a:lnTo>
                    <a:pt x="20" y="199"/>
                  </a:lnTo>
                  <a:lnTo>
                    <a:pt x="31" y="178"/>
                  </a:lnTo>
                  <a:lnTo>
                    <a:pt x="44" y="156"/>
                  </a:lnTo>
                  <a:lnTo>
                    <a:pt x="61" y="136"/>
                  </a:lnTo>
                  <a:lnTo>
                    <a:pt x="81" y="116"/>
                  </a:lnTo>
                  <a:lnTo>
                    <a:pt x="106" y="98"/>
                  </a:lnTo>
                  <a:lnTo>
                    <a:pt x="133" y="82"/>
                  </a:lnTo>
                  <a:lnTo>
                    <a:pt x="162" y="66"/>
                  </a:lnTo>
                  <a:lnTo>
                    <a:pt x="194" y="52"/>
                  </a:lnTo>
                  <a:lnTo>
                    <a:pt x="229" y="41"/>
                  </a:lnTo>
                  <a:lnTo>
                    <a:pt x="264" y="30"/>
                  </a:lnTo>
                  <a:lnTo>
                    <a:pt x="303" y="22"/>
                  </a:lnTo>
                  <a:lnTo>
                    <a:pt x="343" y="16"/>
                  </a:lnTo>
                  <a:lnTo>
                    <a:pt x="384" y="12"/>
                  </a:lnTo>
                  <a:lnTo>
                    <a:pt x="426" y="11"/>
                  </a:lnTo>
                  <a:lnTo>
                    <a:pt x="42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6449" name="Freeform 31"/>
            <p:cNvSpPr>
              <a:spLocks/>
            </p:cNvSpPr>
            <p:nvPr/>
          </p:nvSpPr>
          <p:spPr bwMode="auto">
            <a:xfrm>
              <a:off x="1587" y="1929"/>
              <a:ext cx="85" cy="49"/>
            </a:xfrm>
            <a:custGeom>
              <a:avLst/>
              <a:gdLst>
                <a:gd name="T0" fmla="*/ 0 w 426"/>
                <a:gd name="T1" fmla="*/ 0 h 245"/>
                <a:gd name="T2" fmla="*/ 0 w 426"/>
                <a:gd name="T3" fmla="*/ 0 h 245"/>
                <a:gd name="T4" fmla="*/ 0 w 426"/>
                <a:gd name="T5" fmla="*/ 0 h 245"/>
                <a:gd name="T6" fmla="*/ 0 w 426"/>
                <a:gd name="T7" fmla="*/ 0 h 245"/>
                <a:gd name="T8" fmla="*/ 0 w 426"/>
                <a:gd name="T9" fmla="*/ 1 h 245"/>
                <a:gd name="T10" fmla="*/ 0 w 426"/>
                <a:gd name="T11" fmla="*/ 1 h 245"/>
                <a:gd name="T12" fmla="*/ 0 w 426"/>
                <a:gd name="T13" fmla="*/ 1 h 245"/>
                <a:gd name="T14" fmla="*/ 1 w 426"/>
                <a:gd name="T15" fmla="*/ 1 h 245"/>
                <a:gd name="T16" fmla="*/ 1 w 426"/>
                <a:gd name="T17" fmla="*/ 1 h 245"/>
                <a:gd name="T18" fmla="*/ 1 w 426"/>
                <a:gd name="T19" fmla="*/ 1 h 245"/>
                <a:gd name="T20" fmla="*/ 1 w 426"/>
                <a:gd name="T21" fmla="*/ 2 h 245"/>
                <a:gd name="T22" fmla="*/ 2 w 426"/>
                <a:gd name="T23" fmla="*/ 2 h 245"/>
                <a:gd name="T24" fmla="*/ 2 w 426"/>
                <a:gd name="T25" fmla="*/ 2 h 245"/>
                <a:gd name="T26" fmla="*/ 2 w 426"/>
                <a:gd name="T27" fmla="*/ 2 h 245"/>
                <a:gd name="T28" fmla="*/ 2 w 426"/>
                <a:gd name="T29" fmla="*/ 2 h 245"/>
                <a:gd name="T30" fmla="*/ 3 w 426"/>
                <a:gd name="T31" fmla="*/ 2 h 245"/>
                <a:gd name="T32" fmla="*/ 3 w 426"/>
                <a:gd name="T33" fmla="*/ 2 h 245"/>
                <a:gd name="T34" fmla="*/ 3 w 426"/>
                <a:gd name="T35" fmla="*/ 2 h 245"/>
                <a:gd name="T36" fmla="*/ 3 w 426"/>
                <a:gd name="T37" fmla="*/ 2 h 245"/>
                <a:gd name="T38" fmla="*/ 3 w 426"/>
                <a:gd name="T39" fmla="*/ 2 h 245"/>
                <a:gd name="T40" fmla="*/ 3 w 426"/>
                <a:gd name="T41" fmla="*/ 2 h 245"/>
                <a:gd name="T42" fmla="*/ 2 w 426"/>
                <a:gd name="T43" fmla="*/ 2 h 245"/>
                <a:gd name="T44" fmla="*/ 2 w 426"/>
                <a:gd name="T45" fmla="*/ 2 h 245"/>
                <a:gd name="T46" fmla="*/ 2 w 426"/>
                <a:gd name="T47" fmla="*/ 2 h 245"/>
                <a:gd name="T48" fmla="*/ 2 w 426"/>
                <a:gd name="T49" fmla="*/ 2 h 245"/>
                <a:gd name="T50" fmla="*/ 1 w 426"/>
                <a:gd name="T51" fmla="*/ 1 h 245"/>
                <a:gd name="T52" fmla="*/ 1 w 426"/>
                <a:gd name="T53" fmla="*/ 1 h 245"/>
                <a:gd name="T54" fmla="*/ 1 w 426"/>
                <a:gd name="T55" fmla="*/ 1 h 245"/>
                <a:gd name="T56" fmla="*/ 1 w 426"/>
                <a:gd name="T57" fmla="*/ 1 h 245"/>
                <a:gd name="T58" fmla="*/ 0 w 426"/>
                <a:gd name="T59" fmla="*/ 1 h 245"/>
                <a:gd name="T60" fmla="*/ 0 w 426"/>
                <a:gd name="T61" fmla="*/ 1 h 245"/>
                <a:gd name="T62" fmla="*/ 0 w 426"/>
                <a:gd name="T63" fmla="*/ 1 h 245"/>
                <a:gd name="T64" fmla="*/ 0 w 426"/>
                <a:gd name="T65" fmla="*/ 0 h 245"/>
                <a:gd name="T66" fmla="*/ 0 w 426"/>
                <a:gd name="T67" fmla="*/ 0 h 245"/>
                <a:gd name="T68" fmla="*/ 0 w 426"/>
                <a:gd name="T69" fmla="*/ 0 h 245"/>
                <a:gd name="T70" fmla="*/ 0 w 426"/>
                <a:gd name="T71" fmla="*/ 0 h 245"/>
                <a:gd name="T72" fmla="*/ 0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0" y="0"/>
                  </a:moveTo>
                  <a:lnTo>
                    <a:pt x="0" y="0"/>
                  </a:lnTo>
                  <a:lnTo>
                    <a:pt x="3" y="25"/>
                  </a:lnTo>
                  <a:lnTo>
                    <a:pt x="9" y="50"/>
                  </a:lnTo>
                  <a:lnTo>
                    <a:pt x="19" y="73"/>
                  </a:lnTo>
                  <a:lnTo>
                    <a:pt x="34" y="96"/>
                  </a:lnTo>
                  <a:lnTo>
                    <a:pt x="52" y="118"/>
                  </a:lnTo>
                  <a:lnTo>
                    <a:pt x="74" y="138"/>
                  </a:lnTo>
                  <a:lnTo>
                    <a:pt x="99" y="156"/>
                  </a:lnTo>
                  <a:lnTo>
                    <a:pt x="126" y="174"/>
                  </a:lnTo>
                  <a:lnTo>
                    <a:pt x="157" y="190"/>
                  </a:lnTo>
                  <a:lnTo>
                    <a:pt x="189" y="204"/>
                  </a:lnTo>
                  <a:lnTo>
                    <a:pt x="224" y="215"/>
                  </a:lnTo>
                  <a:lnTo>
                    <a:pt x="262" y="226"/>
                  </a:lnTo>
                  <a:lnTo>
                    <a:pt x="300" y="234"/>
                  </a:lnTo>
                  <a:lnTo>
                    <a:pt x="340" y="240"/>
                  </a:lnTo>
                  <a:lnTo>
                    <a:pt x="384" y="244"/>
                  </a:lnTo>
                  <a:lnTo>
                    <a:pt x="426" y="245"/>
                  </a:lnTo>
                  <a:lnTo>
                    <a:pt x="426" y="233"/>
                  </a:lnTo>
                  <a:lnTo>
                    <a:pt x="384" y="232"/>
                  </a:lnTo>
                  <a:lnTo>
                    <a:pt x="343" y="228"/>
                  </a:lnTo>
                  <a:lnTo>
                    <a:pt x="303" y="222"/>
                  </a:lnTo>
                  <a:lnTo>
                    <a:pt x="264" y="214"/>
                  </a:lnTo>
                  <a:lnTo>
                    <a:pt x="229" y="204"/>
                  </a:lnTo>
                  <a:lnTo>
                    <a:pt x="194" y="192"/>
                  </a:lnTo>
                  <a:lnTo>
                    <a:pt x="162" y="178"/>
                  </a:lnTo>
                  <a:lnTo>
                    <a:pt x="133" y="163"/>
                  </a:lnTo>
                  <a:lnTo>
                    <a:pt x="106" y="146"/>
                  </a:lnTo>
                  <a:lnTo>
                    <a:pt x="81" y="129"/>
                  </a:lnTo>
                  <a:lnTo>
                    <a:pt x="61" y="109"/>
                  </a:lnTo>
                  <a:lnTo>
                    <a:pt x="44" y="89"/>
                  </a:lnTo>
                  <a:lnTo>
                    <a:pt x="31" y="66"/>
                  </a:lnTo>
                  <a:lnTo>
                    <a:pt x="20" y="45"/>
                  </a:lnTo>
                  <a:lnTo>
                    <a:pt x="15" y="2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6450" name="Freeform 32"/>
            <p:cNvSpPr>
              <a:spLocks/>
            </p:cNvSpPr>
            <p:nvPr/>
          </p:nvSpPr>
          <p:spPr bwMode="auto">
            <a:xfrm>
              <a:off x="878" y="1448"/>
              <a:ext cx="792" cy="954"/>
            </a:xfrm>
            <a:custGeom>
              <a:avLst/>
              <a:gdLst>
                <a:gd name="T0" fmla="*/ 13 w 3960"/>
                <a:gd name="T1" fmla="*/ 38 h 4768"/>
                <a:gd name="T2" fmla="*/ 14 w 3960"/>
                <a:gd name="T3" fmla="*/ 38 h 4768"/>
                <a:gd name="T4" fmla="*/ 15 w 3960"/>
                <a:gd name="T5" fmla="*/ 38 h 4768"/>
                <a:gd name="T6" fmla="*/ 15 w 3960"/>
                <a:gd name="T7" fmla="*/ 38 h 4768"/>
                <a:gd name="T8" fmla="*/ 16 w 3960"/>
                <a:gd name="T9" fmla="*/ 38 h 4768"/>
                <a:gd name="T10" fmla="*/ 17 w 3960"/>
                <a:gd name="T11" fmla="*/ 38 h 4768"/>
                <a:gd name="T12" fmla="*/ 17 w 3960"/>
                <a:gd name="T13" fmla="*/ 38 h 4768"/>
                <a:gd name="T14" fmla="*/ 18 w 3960"/>
                <a:gd name="T15" fmla="*/ 38 h 4768"/>
                <a:gd name="T16" fmla="*/ 18 w 3960"/>
                <a:gd name="T17" fmla="*/ 38 h 4768"/>
                <a:gd name="T18" fmla="*/ 29 w 3960"/>
                <a:gd name="T19" fmla="*/ 30 h 4768"/>
                <a:gd name="T20" fmla="*/ 30 w 3960"/>
                <a:gd name="T21" fmla="*/ 30 h 4768"/>
                <a:gd name="T22" fmla="*/ 30 w 3960"/>
                <a:gd name="T23" fmla="*/ 29 h 4768"/>
                <a:gd name="T24" fmla="*/ 31 w 3960"/>
                <a:gd name="T25" fmla="*/ 28 h 4768"/>
                <a:gd name="T26" fmla="*/ 31 w 3960"/>
                <a:gd name="T27" fmla="*/ 28 h 4768"/>
                <a:gd name="T28" fmla="*/ 31 w 3960"/>
                <a:gd name="T29" fmla="*/ 27 h 4768"/>
                <a:gd name="T30" fmla="*/ 32 w 3960"/>
                <a:gd name="T31" fmla="*/ 26 h 4768"/>
                <a:gd name="T32" fmla="*/ 32 w 3960"/>
                <a:gd name="T33" fmla="*/ 25 h 4768"/>
                <a:gd name="T34" fmla="*/ 32 w 3960"/>
                <a:gd name="T35" fmla="*/ 11 h 4768"/>
                <a:gd name="T36" fmla="*/ 32 w 3960"/>
                <a:gd name="T37" fmla="*/ 10 h 4768"/>
                <a:gd name="T38" fmla="*/ 31 w 3960"/>
                <a:gd name="T39" fmla="*/ 9 h 4768"/>
                <a:gd name="T40" fmla="*/ 31 w 3960"/>
                <a:gd name="T41" fmla="*/ 9 h 4768"/>
                <a:gd name="T42" fmla="*/ 31 w 3960"/>
                <a:gd name="T43" fmla="*/ 8 h 4768"/>
                <a:gd name="T44" fmla="*/ 31 w 3960"/>
                <a:gd name="T45" fmla="*/ 8 h 4768"/>
                <a:gd name="T46" fmla="*/ 30 w 3960"/>
                <a:gd name="T47" fmla="*/ 7 h 4768"/>
                <a:gd name="T48" fmla="*/ 30 w 3960"/>
                <a:gd name="T49" fmla="*/ 7 h 4768"/>
                <a:gd name="T50" fmla="*/ 29 w 3960"/>
                <a:gd name="T51" fmla="*/ 6 h 4768"/>
                <a:gd name="T52" fmla="*/ 19 w 3960"/>
                <a:gd name="T53" fmla="*/ 1 h 4768"/>
                <a:gd name="T54" fmla="*/ 18 w 3960"/>
                <a:gd name="T55" fmla="*/ 0 h 4768"/>
                <a:gd name="T56" fmla="*/ 17 w 3960"/>
                <a:gd name="T57" fmla="*/ 0 h 4768"/>
                <a:gd name="T58" fmla="*/ 17 w 3960"/>
                <a:gd name="T59" fmla="*/ 0 h 4768"/>
                <a:gd name="T60" fmla="*/ 16 w 3960"/>
                <a:gd name="T61" fmla="*/ 0 h 4768"/>
                <a:gd name="T62" fmla="*/ 15 w 3960"/>
                <a:gd name="T63" fmla="*/ 0 h 4768"/>
                <a:gd name="T64" fmla="*/ 14 w 3960"/>
                <a:gd name="T65" fmla="*/ 0 h 4768"/>
                <a:gd name="T66" fmla="*/ 14 w 3960"/>
                <a:gd name="T67" fmla="*/ 0 h 4768"/>
                <a:gd name="T68" fmla="*/ 2 w 3960"/>
                <a:gd name="T69" fmla="*/ 6 h 4768"/>
                <a:gd name="T70" fmla="*/ 2 w 3960"/>
                <a:gd name="T71" fmla="*/ 7 h 4768"/>
                <a:gd name="T72" fmla="*/ 1 w 3960"/>
                <a:gd name="T73" fmla="*/ 7 h 4768"/>
                <a:gd name="T74" fmla="*/ 1 w 3960"/>
                <a:gd name="T75" fmla="*/ 8 h 4768"/>
                <a:gd name="T76" fmla="*/ 1 w 3960"/>
                <a:gd name="T77" fmla="*/ 8 h 4768"/>
                <a:gd name="T78" fmla="*/ 0 w 3960"/>
                <a:gd name="T79" fmla="*/ 9 h 4768"/>
                <a:gd name="T80" fmla="*/ 0 w 3960"/>
                <a:gd name="T81" fmla="*/ 9 h 4768"/>
                <a:gd name="T82" fmla="*/ 0 w 3960"/>
                <a:gd name="T83" fmla="*/ 10 h 4768"/>
                <a:gd name="T84" fmla="*/ 0 w 3960"/>
                <a:gd name="T85" fmla="*/ 11 h 4768"/>
                <a:gd name="T86" fmla="*/ 0 w 3960"/>
                <a:gd name="T87" fmla="*/ 25 h 4768"/>
                <a:gd name="T88" fmla="*/ 0 w 3960"/>
                <a:gd name="T89" fmla="*/ 26 h 4768"/>
                <a:gd name="T90" fmla="*/ 0 w 3960"/>
                <a:gd name="T91" fmla="*/ 27 h 4768"/>
                <a:gd name="T92" fmla="*/ 1 w 3960"/>
                <a:gd name="T93" fmla="*/ 28 h 4768"/>
                <a:gd name="T94" fmla="*/ 1 w 3960"/>
                <a:gd name="T95" fmla="*/ 29 h 4768"/>
                <a:gd name="T96" fmla="*/ 1 w 3960"/>
                <a:gd name="T97" fmla="*/ 29 h 4768"/>
                <a:gd name="T98" fmla="*/ 2 w 3960"/>
                <a:gd name="T99" fmla="*/ 30 h 4768"/>
                <a:gd name="T100" fmla="*/ 3 w 3960"/>
                <a:gd name="T101" fmla="*/ 31 h 4768"/>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w 3960"/>
                <a:gd name="T154" fmla="*/ 0 h 4768"/>
                <a:gd name="T155" fmla="*/ 3960 w 3960"/>
                <a:gd name="T156" fmla="*/ 4768 h 4768"/>
              </a:gdLst>
              <a:ahLst/>
              <a:cxnLst>
                <a:cxn ang="T102">
                  <a:pos x="T0" y="T1"/>
                </a:cxn>
                <a:cxn ang="T103">
                  <a:pos x="T2" y="T3"/>
                </a:cxn>
                <a:cxn ang="T104">
                  <a:pos x="T4" y="T5"/>
                </a:cxn>
                <a:cxn ang="T105">
                  <a:pos x="T6" y="T7"/>
                </a:cxn>
                <a:cxn ang="T106">
                  <a:pos x="T8" y="T9"/>
                </a:cxn>
                <a:cxn ang="T107">
                  <a:pos x="T10" y="T11"/>
                </a:cxn>
                <a:cxn ang="T108">
                  <a:pos x="T12" y="T13"/>
                </a:cxn>
                <a:cxn ang="T109">
                  <a:pos x="T14" y="T15"/>
                </a:cxn>
                <a:cxn ang="T110">
                  <a:pos x="T16" y="T17"/>
                </a:cxn>
                <a:cxn ang="T111">
                  <a:pos x="T18" y="T19"/>
                </a:cxn>
                <a:cxn ang="T112">
                  <a:pos x="T20" y="T21"/>
                </a:cxn>
                <a:cxn ang="T113">
                  <a:pos x="T22" y="T23"/>
                </a:cxn>
                <a:cxn ang="T114">
                  <a:pos x="T24" y="T25"/>
                </a:cxn>
                <a:cxn ang="T115">
                  <a:pos x="T26" y="T27"/>
                </a:cxn>
                <a:cxn ang="T116">
                  <a:pos x="T28" y="T29"/>
                </a:cxn>
                <a:cxn ang="T117">
                  <a:pos x="T30" y="T31"/>
                </a:cxn>
                <a:cxn ang="T118">
                  <a:pos x="T32" y="T33"/>
                </a:cxn>
                <a:cxn ang="T119">
                  <a:pos x="T34" y="T35"/>
                </a:cxn>
                <a:cxn ang="T120">
                  <a:pos x="T36" y="T37"/>
                </a:cxn>
                <a:cxn ang="T121">
                  <a:pos x="T38" y="T39"/>
                </a:cxn>
                <a:cxn ang="T122">
                  <a:pos x="T40" y="T41"/>
                </a:cxn>
                <a:cxn ang="T123">
                  <a:pos x="T42" y="T43"/>
                </a:cxn>
                <a:cxn ang="T124">
                  <a:pos x="T44" y="T45"/>
                </a:cxn>
                <a:cxn ang="T125">
                  <a:pos x="T46" y="T47"/>
                </a:cxn>
                <a:cxn ang="T126">
                  <a:pos x="T48" y="T49"/>
                </a:cxn>
                <a:cxn ang="T127">
                  <a:pos x="T50" y="T51"/>
                </a:cxn>
                <a:cxn ang="T128">
                  <a:pos x="T52" y="T53"/>
                </a:cxn>
                <a:cxn ang="T129">
                  <a:pos x="T54" y="T55"/>
                </a:cxn>
                <a:cxn ang="T130">
                  <a:pos x="T56" y="T57"/>
                </a:cxn>
                <a:cxn ang="T131">
                  <a:pos x="T58" y="T59"/>
                </a:cxn>
                <a:cxn ang="T132">
                  <a:pos x="T60" y="T61"/>
                </a:cxn>
                <a:cxn ang="T133">
                  <a:pos x="T62" y="T63"/>
                </a:cxn>
                <a:cxn ang="T134">
                  <a:pos x="T64" y="T65"/>
                </a:cxn>
                <a:cxn ang="T135">
                  <a:pos x="T66" y="T67"/>
                </a:cxn>
                <a:cxn ang="T136">
                  <a:pos x="T68" y="T69"/>
                </a:cxn>
                <a:cxn ang="T137">
                  <a:pos x="T70" y="T71"/>
                </a:cxn>
                <a:cxn ang="T138">
                  <a:pos x="T72" y="T73"/>
                </a:cxn>
                <a:cxn ang="T139">
                  <a:pos x="T74" y="T75"/>
                </a:cxn>
                <a:cxn ang="T140">
                  <a:pos x="T76" y="T77"/>
                </a:cxn>
                <a:cxn ang="T141">
                  <a:pos x="T78" y="T79"/>
                </a:cxn>
                <a:cxn ang="T142">
                  <a:pos x="T80" y="T81"/>
                </a:cxn>
                <a:cxn ang="T143">
                  <a:pos x="T82" y="T83"/>
                </a:cxn>
                <a:cxn ang="T144">
                  <a:pos x="T84" y="T85"/>
                </a:cxn>
                <a:cxn ang="T145">
                  <a:pos x="T86" y="T87"/>
                </a:cxn>
                <a:cxn ang="T146">
                  <a:pos x="T88" y="T89"/>
                </a:cxn>
                <a:cxn ang="T147">
                  <a:pos x="T90" y="T91"/>
                </a:cxn>
                <a:cxn ang="T148">
                  <a:pos x="T92" y="T93"/>
                </a:cxn>
                <a:cxn ang="T149">
                  <a:pos x="T94" y="T95"/>
                </a:cxn>
                <a:cxn ang="T150">
                  <a:pos x="T96" y="T97"/>
                </a:cxn>
                <a:cxn ang="T151">
                  <a:pos x="T98" y="T99"/>
                </a:cxn>
                <a:cxn ang="T152">
                  <a:pos x="T100" y="T101"/>
                </a:cxn>
              </a:cxnLst>
              <a:rect l="T153" t="T154" r="T155" b="T156"/>
              <a:pathLst>
                <a:path w="3960" h="4768">
                  <a:moveTo>
                    <a:pt x="353" y="3849"/>
                  </a:moveTo>
                  <a:lnTo>
                    <a:pt x="1661" y="4700"/>
                  </a:lnTo>
                  <a:lnTo>
                    <a:pt x="1697" y="4717"/>
                  </a:lnTo>
                  <a:lnTo>
                    <a:pt x="1736" y="4731"/>
                  </a:lnTo>
                  <a:lnTo>
                    <a:pt x="1776" y="4742"/>
                  </a:lnTo>
                  <a:lnTo>
                    <a:pt x="1818" y="4753"/>
                  </a:lnTo>
                  <a:lnTo>
                    <a:pt x="1860" y="4760"/>
                  </a:lnTo>
                  <a:lnTo>
                    <a:pt x="1902" y="4765"/>
                  </a:lnTo>
                  <a:lnTo>
                    <a:pt x="1946" y="4768"/>
                  </a:lnTo>
                  <a:lnTo>
                    <a:pt x="1988" y="4768"/>
                  </a:lnTo>
                  <a:lnTo>
                    <a:pt x="2031" y="4767"/>
                  </a:lnTo>
                  <a:lnTo>
                    <a:pt x="2073" y="4763"/>
                  </a:lnTo>
                  <a:lnTo>
                    <a:pt x="2114" y="4758"/>
                  </a:lnTo>
                  <a:lnTo>
                    <a:pt x="2154" y="4751"/>
                  </a:lnTo>
                  <a:lnTo>
                    <a:pt x="2193" y="4740"/>
                  </a:lnTo>
                  <a:lnTo>
                    <a:pt x="2230" y="4729"/>
                  </a:lnTo>
                  <a:lnTo>
                    <a:pt x="2264" y="4715"/>
                  </a:lnTo>
                  <a:lnTo>
                    <a:pt x="2297" y="4700"/>
                  </a:lnTo>
                  <a:lnTo>
                    <a:pt x="3639" y="3825"/>
                  </a:lnTo>
                  <a:lnTo>
                    <a:pt x="3673" y="3795"/>
                  </a:lnTo>
                  <a:lnTo>
                    <a:pt x="3707" y="3761"/>
                  </a:lnTo>
                  <a:lnTo>
                    <a:pt x="3738" y="3725"/>
                  </a:lnTo>
                  <a:lnTo>
                    <a:pt x="3768" y="3685"/>
                  </a:lnTo>
                  <a:lnTo>
                    <a:pt x="3796" y="3644"/>
                  </a:lnTo>
                  <a:lnTo>
                    <a:pt x="3821" y="3599"/>
                  </a:lnTo>
                  <a:lnTo>
                    <a:pt x="3846" y="3553"/>
                  </a:lnTo>
                  <a:lnTo>
                    <a:pt x="3868" y="3505"/>
                  </a:lnTo>
                  <a:lnTo>
                    <a:pt x="3888" y="3456"/>
                  </a:lnTo>
                  <a:lnTo>
                    <a:pt x="3907" y="3406"/>
                  </a:lnTo>
                  <a:lnTo>
                    <a:pt x="3922" y="3354"/>
                  </a:lnTo>
                  <a:lnTo>
                    <a:pt x="3935" y="3303"/>
                  </a:lnTo>
                  <a:lnTo>
                    <a:pt x="3946" y="3250"/>
                  </a:lnTo>
                  <a:lnTo>
                    <a:pt x="3953" y="3197"/>
                  </a:lnTo>
                  <a:lnTo>
                    <a:pt x="3957" y="3144"/>
                  </a:lnTo>
                  <a:lnTo>
                    <a:pt x="3960" y="3092"/>
                  </a:lnTo>
                  <a:lnTo>
                    <a:pt x="3959" y="1313"/>
                  </a:lnTo>
                  <a:lnTo>
                    <a:pt x="3955" y="1271"/>
                  </a:lnTo>
                  <a:lnTo>
                    <a:pt x="3949" y="1229"/>
                  </a:lnTo>
                  <a:lnTo>
                    <a:pt x="3941" y="1189"/>
                  </a:lnTo>
                  <a:lnTo>
                    <a:pt x="3930" y="1149"/>
                  </a:lnTo>
                  <a:lnTo>
                    <a:pt x="3918" y="1111"/>
                  </a:lnTo>
                  <a:lnTo>
                    <a:pt x="3902" y="1075"/>
                  </a:lnTo>
                  <a:lnTo>
                    <a:pt x="3886" y="1040"/>
                  </a:lnTo>
                  <a:lnTo>
                    <a:pt x="3867" y="1006"/>
                  </a:lnTo>
                  <a:lnTo>
                    <a:pt x="3846" y="973"/>
                  </a:lnTo>
                  <a:lnTo>
                    <a:pt x="3823" y="942"/>
                  </a:lnTo>
                  <a:lnTo>
                    <a:pt x="3798" y="913"/>
                  </a:lnTo>
                  <a:lnTo>
                    <a:pt x="3771" y="886"/>
                  </a:lnTo>
                  <a:lnTo>
                    <a:pt x="3743" y="860"/>
                  </a:lnTo>
                  <a:lnTo>
                    <a:pt x="3714" y="837"/>
                  </a:lnTo>
                  <a:lnTo>
                    <a:pt x="3682" y="816"/>
                  </a:lnTo>
                  <a:lnTo>
                    <a:pt x="3649" y="796"/>
                  </a:lnTo>
                  <a:lnTo>
                    <a:pt x="2386" y="83"/>
                  </a:lnTo>
                  <a:lnTo>
                    <a:pt x="2350" y="65"/>
                  </a:lnTo>
                  <a:lnTo>
                    <a:pt x="2310" y="50"/>
                  </a:lnTo>
                  <a:lnTo>
                    <a:pt x="2268" y="36"/>
                  </a:lnTo>
                  <a:lnTo>
                    <a:pt x="2223" y="24"/>
                  </a:lnTo>
                  <a:lnTo>
                    <a:pt x="2178" y="15"/>
                  </a:lnTo>
                  <a:lnTo>
                    <a:pt x="2131" y="8"/>
                  </a:lnTo>
                  <a:lnTo>
                    <a:pt x="2082" y="3"/>
                  </a:lnTo>
                  <a:lnTo>
                    <a:pt x="2032" y="0"/>
                  </a:lnTo>
                  <a:lnTo>
                    <a:pt x="1982" y="1"/>
                  </a:lnTo>
                  <a:lnTo>
                    <a:pt x="1933" y="3"/>
                  </a:lnTo>
                  <a:lnTo>
                    <a:pt x="1882" y="9"/>
                  </a:lnTo>
                  <a:lnTo>
                    <a:pt x="1833" y="17"/>
                  </a:lnTo>
                  <a:lnTo>
                    <a:pt x="1785" y="29"/>
                  </a:lnTo>
                  <a:lnTo>
                    <a:pt x="1737" y="43"/>
                  </a:lnTo>
                  <a:lnTo>
                    <a:pt x="1691" y="62"/>
                  </a:lnTo>
                  <a:lnTo>
                    <a:pt x="1647" y="83"/>
                  </a:lnTo>
                  <a:lnTo>
                    <a:pt x="311" y="782"/>
                  </a:lnTo>
                  <a:lnTo>
                    <a:pt x="276" y="803"/>
                  </a:lnTo>
                  <a:lnTo>
                    <a:pt x="243" y="826"/>
                  </a:lnTo>
                  <a:lnTo>
                    <a:pt x="213" y="852"/>
                  </a:lnTo>
                  <a:lnTo>
                    <a:pt x="184" y="879"/>
                  </a:lnTo>
                  <a:lnTo>
                    <a:pt x="155" y="908"/>
                  </a:lnTo>
                  <a:lnTo>
                    <a:pt x="131" y="939"/>
                  </a:lnTo>
                  <a:lnTo>
                    <a:pt x="107" y="971"/>
                  </a:lnTo>
                  <a:lnTo>
                    <a:pt x="86" y="1005"/>
                  </a:lnTo>
                  <a:lnTo>
                    <a:pt x="68" y="1040"/>
                  </a:lnTo>
                  <a:lnTo>
                    <a:pt x="50" y="1076"/>
                  </a:lnTo>
                  <a:lnTo>
                    <a:pt x="36" y="1115"/>
                  </a:lnTo>
                  <a:lnTo>
                    <a:pt x="23" y="1153"/>
                  </a:lnTo>
                  <a:lnTo>
                    <a:pt x="14" y="1195"/>
                  </a:lnTo>
                  <a:lnTo>
                    <a:pt x="7" y="1236"/>
                  </a:lnTo>
                  <a:lnTo>
                    <a:pt x="2" y="1279"/>
                  </a:lnTo>
                  <a:lnTo>
                    <a:pt x="0" y="1322"/>
                  </a:lnTo>
                  <a:lnTo>
                    <a:pt x="0" y="3093"/>
                  </a:lnTo>
                  <a:lnTo>
                    <a:pt x="2" y="3147"/>
                  </a:lnTo>
                  <a:lnTo>
                    <a:pt x="7" y="3202"/>
                  </a:lnTo>
                  <a:lnTo>
                    <a:pt x="15" y="3257"/>
                  </a:lnTo>
                  <a:lnTo>
                    <a:pt x="27" y="3312"/>
                  </a:lnTo>
                  <a:lnTo>
                    <a:pt x="42" y="3366"/>
                  </a:lnTo>
                  <a:lnTo>
                    <a:pt x="59" y="3420"/>
                  </a:lnTo>
                  <a:lnTo>
                    <a:pt x="79" y="3474"/>
                  </a:lnTo>
                  <a:lnTo>
                    <a:pt x="102" y="3525"/>
                  </a:lnTo>
                  <a:lnTo>
                    <a:pt x="127" y="3576"/>
                  </a:lnTo>
                  <a:lnTo>
                    <a:pt x="154" y="3624"/>
                  </a:lnTo>
                  <a:lnTo>
                    <a:pt x="184" y="3670"/>
                  </a:lnTo>
                  <a:lnTo>
                    <a:pt x="214" y="3712"/>
                  </a:lnTo>
                  <a:lnTo>
                    <a:pt x="247" y="3752"/>
                  </a:lnTo>
                  <a:lnTo>
                    <a:pt x="281" y="3788"/>
                  </a:lnTo>
                  <a:lnTo>
                    <a:pt x="317" y="3821"/>
                  </a:lnTo>
                  <a:lnTo>
                    <a:pt x="353" y="384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6451" name="Freeform 33"/>
            <p:cNvSpPr>
              <a:spLocks/>
            </p:cNvSpPr>
            <p:nvPr/>
          </p:nvSpPr>
          <p:spPr bwMode="auto">
            <a:xfrm>
              <a:off x="943" y="2210"/>
              <a:ext cx="276" cy="187"/>
            </a:xfrm>
            <a:custGeom>
              <a:avLst/>
              <a:gdLst>
                <a:gd name="T0" fmla="*/ 11 w 1380"/>
                <a:gd name="T1" fmla="*/ 7 h 937"/>
                <a:gd name="T2" fmla="*/ 11 w 1380"/>
                <a:gd name="T3" fmla="*/ 7 h 937"/>
                <a:gd name="T4" fmla="*/ 0 w 1380"/>
                <a:gd name="T5" fmla="*/ 0 h 937"/>
                <a:gd name="T6" fmla="*/ 0 w 1380"/>
                <a:gd name="T7" fmla="*/ 1 h 937"/>
                <a:gd name="T8" fmla="*/ 10 w 1380"/>
                <a:gd name="T9" fmla="*/ 7 h 937"/>
                <a:gd name="T10" fmla="*/ 10 w 1380"/>
                <a:gd name="T11" fmla="*/ 7 h 937"/>
                <a:gd name="T12" fmla="*/ 10 w 1380"/>
                <a:gd name="T13" fmla="*/ 7 h 937"/>
                <a:gd name="T14" fmla="*/ 11 w 1380"/>
                <a:gd name="T15" fmla="*/ 7 h 937"/>
                <a:gd name="T16" fmla="*/ 11 w 1380"/>
                <a:gd name="T17" fmla="*/ 7 h 937"/>
                <a:gd name="T18" fmla="*/ 11 w 1380"/>
                <a:gd name="T19" fmla="*/ 7 h 937"/>
                <a:gd name="T20" fmla="*/ 11 w 1380"/>
                <a:gd name="T21" fmla="*/ 7 h 937"/>
                <a:gd name="T22" fmla="*/ 11 w 1380"/>
                <a:gd name="T23" fmla="*/ 7 h 937"/>
                <a:gd name="T24" fmla="*/ 11 w 1380"/>
                <a:gd name="T25" fmla="*/ 7 h 937"/>
                <a:gd name="T26" fmla="*/ 11 w 1380"/>
                <a:gd name="T27" fmla="*/ 7 h 937"/>
                <a:gd name="T28" fmla="*/ 11 w 1380"/>
                <a:gd name="T29" fmla="*/ 7 h 937"/>
                <a:gd name="T30" fmla="*/ 11 w 1380"/>
                <a:gd name="T31" fmla="*/ 7 h 93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80"/>
                <a:gd name="T49" fmla="*/ 0 h 937"/>
                <a:gd name="T50" fmla="*/ 1380 w 1380"/>
                <a:gd name="T51" fmla="*/ 937 h 93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80" h="937">
                  <a:moveTo>
                    <a:pt x="1354" y="848"/>
                  </a:moveTo>
                  <a:lnTo>
                    <a:pt x="1359" y="851"/>
                  </a:lnTo>
                  <a:lnTo>
                    <a:pt x="51" y="0"/>
                  </a:lnTo>
                  <a:lnTo>
                    <a:pt x="0" y="78"/>
                  </a:lnTo>
                  <a:lnTo>
                    <a:pt x="1307" y="929"/>
                  </a:lnTo>
                  <a:lnTo>
                    <a:pt x="1312" y="932"/>
                  </a:lnTo>
                  <a:lnTo>
                    <a:pt x="1307" y="929"/>
                  </a:lnTo>
                  <a:lnTo>
                    <a:pt x="1326" y="937"/>
                  </a:lnTo>
                  <a:lnTo>
                    <a:pt x="1345" y="936"/>
                  </a:lnTo>
                  <a:lnTo>
                    <a:pt x="1360" y="929"/>
                  </a:lnTo>
                  <a:lnTo>
                    <a:pt x="1372" y="916"/>
                  </a:lnTo>
                  <a:lnTo>
                    <a:pt x="1379" y="899"/>
                  </a:lnTo>
                  <a:lnTo>
                    <a:pt x="1380" y="883"/>
                  </a:lnTo>
                  <a:lnTo>
                    <a:pt x="1374" y="865"/>
                  </a:lnTo>
                  <a:lnTo>
                    <a:pt x="1359" y="851"/>
                  </a:lnTo>
                  <a:lnTo>
                    <a:pt x="1354" y="84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6452" name="Freeform 34"/>
            <p:cNvSpPr>
              <a:spLocks/>
            </p:cNvSpPr>
            <p:nvPr/>
          </p:nvSpPr>
          <p:spPr bwMode="auto">
            <a:xfrm>
              <a:off x="1206" y="2379"/>
              <a:ext cx="140" cy="32"/>
            </a:xfrm>
            <a:custGeom>
              <a:avLst/>
              <a:gdLst>
                <a:gd name="T0" fmla="*/ 5 w 703"/>
                <a:gd name="T1" fmla="*/ 0 h 162"/>
                <a:gd name="T2" fmla="*/ 5 w 703"/>
                <a:gd name="T3" fmla="*/ 0 h 162"/>
                <a:gd name="T4" fmla="*/ 5 w 703"/>
                <a:gd name="T5" fmla="*/ 0 h 162"/>
                <a:gd name="T6" fmla="*/ 5 w 703"/>
                <a:gd name="T7" fmla="*/ 0 h 162"/>
                <a:gd name="T8" fmla="*/ 4 w 703"/>
                <a:gd name="T9" fmla="*/ 0 h 162"/>
                <a:gd name="T10" fmla="*/ 4 w 703"/>
                <a:gd name="T11" fmla="*/ 0 h 162"/>
                <a:gd name="T12" fmla="*/ 4 w 703"/>
                <a:gd name="T13" fmla="*/ 0 h 162"/>
                <a:gd name="T14" fmla="*/ 3 w 703"/>
                <a:gd name="T15" fmla="*/ 1 h 162"/>
                <a:gd name="T16" fmla="*/ 3 w 703"/>
                <a:gd name="T17" fmla="*/ 1 h 162"/>
                <a:gd name="T18" fmla="*/ 3 w 703"/>
                <a:gd name="T19" fmla="*/ 1 h 162"/>
                <a:gd name="T20" fmla="*/ 2 w 703"/>
                <a:gd name="T21" fmla="*/ 1 h 162"/>
                <a:gd name="T22" fmla="*/ 2 w 703"/>
                <a:gd name="T23" fmla="*/ 1 h 162"/>
                <a:gd name="T24" fmla="*/ 2 w 703"/>
                <a:gd name="T25" fmla="*/ 0 h 162"/>
                <a:gd name="T26" fmla="*/ 1 w 703"/>
                <a:gd name="T27" fmla="*/ 0 h 162"/>
                <a:gd name="T28" fmla="*/ 1 w 703"/>
                <a:gd name="T29" fmla="*/ 0 h 162"/>
                <a:gd name="T30" fmla="*/ 1 w 703"/>
                <a:gd name="T31" fmla="*/ 0 h 162"/>
                <a:gd name="T32" fmla="*/ 1 w 703"/>
                <a:gd name="T33" fmla="*/ 0 h 162"/>
                <a:gd name="T34" fmla="*/ 0 w 703"/>
                <a:gd name="T35" fmla="*/ 0 h 162"/>
                <a:gd name="T36" fmla="*/ 0 w 703"/>
                <a:gd name="T37" fmla="*/ 1 h 162"/>
                <a:gd name="T38" fmla="*/ 0 w 703"/>
                <a:gd name="T39" fmla="*/ 1 h 162"/>
                <a:gd name="T40" fmla="*/ 1 w 703"/>
                <a:gd name="T41" fmla="*/ 1 h 162"/>
                <a:gd name="T42" fmla="*/ 1 w 703"/>
                <a:gd name="T43" fmla="*/ 1 h 162"/>
                <a:gd name="T44" fmla="*/ 1 w 703"/>
                <a:gd name="T45" fmla="*/ 1 h 162"/>
                <a:gd name="T46" fmla="*/ 2 w 703"/>
                <a:gd name="T47" fmla="*/ 1 h 162"/>
                <a:gd name="T48" fmla="*/ 2 w 703"/>
                <a:gd name="T49" fmla="*/ 1 h 162"/>
                <a:gd name="T50" fmla="*/ 2 w 703"/>
                <a:gd name="T51" fmla="*/ 1 h 162"/>
                <a:gd name="T52" fmla="*/ 3 w 703"/>
                <a:gd name="T53" fmla="*/ 1 h 162"/>
                <a:gd name="T54" fmla="*/ 3 w 703"/>
                <a:gd name="T55" fmla="*/ 1 h 162"/>
                <a:gd name="T56" fmla="*/ 3 w 703"/>
                <a:gd name="T57" fmla="*/ 1 h 162"/>
                <a:gd name="T58" fmla="*/ 4 w 703"/>
                <a:gd name="T59" fmla="*/ 1 h 162"/>
                <a:gd name="T60" fmla="*/ 4 w 703"/>
                <a:gd name="T61" fmla="*/ 1 h 162"/>
                <a:gd name="T62" fmla="*/ 5 w 703"/>
                <a:gd name="T63" fmla="*/ 1 h 162"/>
                <a:gd name="T64" fmla="*/ 5 w 703"/>
                <a:gd name="T65" fmla="*/ 1 h 162"/>
                <a:gd name="T66" fmla="*/ 5 w 703"/>
                <a:gd name="T67" fmla="*/ 1 h 162"/>
                <a:gd name="T68" fmla="*/ 5 w 703"/>
                <a:gd name="T69" fmla="*/ 1 h 162"/>
                <a:gd name="T70" fmla="*/ 5 w 703"/>
                <a:gd name="T71" fmla="*/ 1 h 162"/>
                <a:gd name="T72" fmla="*/ 5 w 703"/>
                <a:gd name="T73" fmla="*/ 1 h 162"/>
                <a:gd name="T74" fmla="*/ 5 w 703"/>
                <a:gd name="T75" fmla="*/ 1 h 162"/>
                <a:gd name="T76" fmla="*/ 6 w 703"/>
                <a:gd name="T77" fmla="*/ 0 h 162"/>
                <a:gd name="T78" fmla="*/ 6 w 703"/>
                <a:gd name="T79" fmla="*/ 0 h 162"/>
                <a:gd name="T80" fmla="*/ 6 w 703"/>
                <a:gd name="T81" fmla="*/ 0 h 162"/>
                <a:gd name="T82" fmla="*/ 5 w 703"/>
                <a:gd name="T83" fmla="*/ 0 h 162"/>
                <a:gd name="T84" fmla="*/ 5 w 703"/>
                <a:gd name="T85" fmla="*/ 0 h 162"/>
                <a:gd name="T86" fmla="*/ 5 w 703"/>
                <a:gd name="T87" fmla="*/ 0 h 162"/>
                <a:gd name="T88" fmla="*/ 5 w 703"/>
                <a:gd name="T89" fmla="*/ 0 h 162"/>
                <a:gd name="T90" fmla="*/ 5 w 703"/>
                <a:gd name="T91" fmla="*/ 0 h 162"/>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703"/>
                <a:gd name="T139" fmla="*/ 0 h 162"/>
                <a:gd name="T140" fmla="*/ 703 w 703"/>
                <a:gd name="T141" fmla="*/ 162 h 162"/>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703" h="162">
                  <a:moveTo>
                    <a:pt x="631" y="8"/>
                  </a:moveTo>
                  <a:lnTo>
                    <a:pt x="636" y="6"/>
                  </a:lnTo>
                  <a:lnTo>
                    <a:pt x="606" y="20"/>
                  </a:lnTo>
                  <a:lnTo>
                    <a:pt x="575" y="32"/>
                  </a:lnTo>
                  <a:lnTo>
                    <a:pt x="540" y="42"/>
                  </a:lnTo>
                  <a:lnTo>
                    <a:pt x="504" y="52"/>
                  </a:lnTo>
                  <a:lnTo>
                    <a:pt x="467" y="59"/>
                  </a:lnTo>
                  <a:lnTo>
                    <a:pt x="428" y="64"/>
                  </a:lnTo>
                  <a:lnTo>
                    <a:pt x="389" y="67"/>
                  </a:lnTo>
                  <a:lnTo>
                    <a:pt x="348" y="68"/>
                  </a:lnTo>
                  <a:lnTo>
                    <a:pt x="308" y="68"/>
                  </a:lnTo>
                  <a:lnTo>
                    <a:pt x="267" y="65"/>
                  </a:lnTo>
                  <a:lnTo>
                    <a:pt x="226" y="61"/>
                  </a:lnTo>
                  <a:lnTo>
                    <a:pt x="187" y="54"/>
                  </a:lnTo>
                  <a:lnTo>
                    <a:pt x="148" y="44"/>
                  </a:lnTo>
                  <a:lnTo>
                    <a:pt x="110" y="33"/>
                  </a:lnTo>
                  <a:lnTo>
                    <a:pt x="75" y="20"/>
                  </a:lnTo>
                  <a:lnTo>
                    <a:pt x="42" y="5"/>
                  </a:lnTo>
                  <a:lnTo>
                    <a:pt x="0" y="89"/>
                  </a:lnTo>
                  <a:lnTo>
                    <a:pt x="40" y="107"/>
                  </a:lnTo>
                  <a:lnTo>
                    <a:pt x="82" y="122"/>
                  </a:lnTo>
                  <a:lnTo>
                    <a:pt x="124" y="135"/>
                  </a:lnTo>
                  <a:lnTo>
                    <a:pt x="169" y="146"/>
                  </a:lnTo>
                  <a:lnTo>
                    <a:pt x="214" y="153"/>
                  </a:lnTo>
                  <a:lnTo>
                    <a:pt x="258" y="158"/>
                  </a:lnTo>
                  <a:lnTo>
                    <a:pt x="303" y="162"/>
                  </a:lnTo>
                  <a:lnTo>
                    <a:pt x="348" y="162"/>
                  </a:lnTo>
                  <a:lnTo>
                    <a:pt x="394" y="161"/>
                  </a:lnTo>
                  <a:lnTo>
                    <a:pt x="439" y="157"/>
                  </a:lnTo>
                  <a:lnTo>
                    <a:pt x="481" y="150"/>
                  </a:lnTo>
                  <a:lnTo>
                    <a:pt x="525" y="143"/>
                  </a:lnTo>
                  <a:lnTo>
                    <a:pt x="566" y="132"/>
                  </a:lnTo>
                  <a:lnTo>
                    <a:pt x="606" y="121"/>
                  </a:lnTo>
                  <a:lnTo>
                    <a:pt x="643" y="105"/>
                  </a:lnTo>
                  <a:lnTo>
                    <a:pt x="678" y="88"/>
                  </a:lnTo>
                  <a:lnTo>
                    <a:pt x="683" y="86"/>
                  </a:lnTo>
                  <a:lnTo>
                    <a:pt x="678" y="88"/>
                  </a:lnTo>
                  <a:lnTo>
                    <a:pt x="695" y="75"/>
                  </a:lnTo>
                  <a:lnTo>
                    <a:pt x="702" y="60"/>
                  </a:lnTo>
                  <a:lnTo>
                    <a:pt x="703" y="42"/>
                  </a:lnTo>
                  <a:lnTo>
                    <a:pt x="698" y="26"/>
                  </a:lnTo>
                  <a:lnTo>
                    <a:pt x="688" y="12"/>
                  </a:lnTo>
                  <a:lnTo>
                    <a:pt x="674" y="3"/>
                  </a:lnTo>
                  <a:lnTo>
                    <a:pt x="656" y="0"/>
                  </a:lnTo>
                  <a:lnTo>
                    <a:pt x="636" y="6"/>
                  </a:lnTo>
                  <a:lnTo>
                    <a:pt x="631"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6453" name="Freeform 35"/>
            <p:cNvSpPr>
              <a:spLocks/>
            </p:cNvSpPr>
            <p:nvPr/>
          </p:nvSpPr>
          <p:spPr bwMode="auto">
            <a:xfrm>
              <a:off x="1332" y="2204"/>
              <a:ext cx="283" cy="192"/>
            </a:xfrm>
            <a:custGeom>
              <a:avLst/>
              <a:gdLst>
                <a:gd name="T0" fmla="*/ 11 w 1415"/>
                <a:gd name="T1" fmla="*/ 0 h 960"/>
                <a:gd name="T2" fmla="*/ 11 w 1415"/>
                <a:gd name="T3" fmla="*/ 0 h 960"/>
                <a:gd name="T4" fmla="*/ 0 w 1415"/>
                <a:gd name="T5" fmla="*/ 7 h 960"/>
                <a:gd name="T6" fmla="*/ 0 w 1415"/>
                <a:gd name="T7" fmla="*/ 8 h 960"/>
                <a:gd name="T8" fmla="*/ 11 w 1415"/>
                <a:gd name="T9" fmla="*/ 1 h 960"/>
                <a:gd name="T10" fmla="*/ 11 w 1415"/>
                <a:gd name="T11" fmla="*/ 1 h 960"/>
                <a:gd name="T12" fmla="*/ 11 w 1415"/>
                <a:gd name="T13" fmla="*/ 1 h 960"/>
                <a:gd name="T14" fmla="*/ 11 w 1415"/>
                <a:gd name="T15" fmla="*/ 1 h 960"/>
                <a:gd name="T16" fmla="*/ 11 w 1415"/>
                <a:gd name="T17" fmla="*/ 0 h 960"/>
                <a:gd name="T18" fmla="*/ 11 w 1415"/>
                <a:gd name="T19" fmla="*/ 0 h 960"/>
                <a:gd name="T20" fmla="*/ 11 w 1415"/>
                <a:gd name="T21" fmla="*/ 0 h 960"/>
                <a:gd name="T22" fmla="*/ 11 w 1415"/>
                <a:gd name="T23" fmla="*/ 0 h 960"/>
                <a:gd name="T24" fmla="*/ 11 w 1415"/>
                <a:gd name="T25" fmla="*/ 0 h 960"/>
                <a:gd name="T26" fmla="*/ 11 w 1415"/>
                <a:gd name="T27" fmla="*/ 0 h 960"/>
                <a:gd name="T28" fmla="*/ 11 w 1415"/>
                <a:gd name="T29" fmla="*/ 0 h 960"/>
                <a:gd name="T30" fmla="*/ 11 w 1415"/>
                <a:gd name="T31" fmla="*/ 0 h 96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15"/>
                <a:gd name="T49" fmla="*/ 0 h 960"/>
                <a:gd name="T50" fmla="*/ 1415 w 1415"/>
                <a:gd name="T51" fmla="*/ 960 h 96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15" h="960">
                  <a:moveTo>
                    <a:pt x="1338" y="10"/>
                  </a:moveTo>
                  <a:lnTo>
                    <a:pt x="1342" y="8"/>
                  </a:lnTo>
                  <a:lnTo>
                    <a:pt x="0" y="882"/>
                  </a:lnTo>
                  <a:lnTo>
                    <a:pt x="52" y="960"/>
                  </a:lnTo>
                  <a:lnTo>
                    <a:pt x="1393" y="85"/>
                  </a:lnTo>
                  <a:lnTo>
                    <a:pt x="1397" y="83"/>
                  </a:lnTo>
                  <a:lnTo>
                    <a:pt x="1393" y="85"/>
                  </a:lnTo>
                  <a:lnTo>
                    <a:pt x="1409" y="71"/>
                  </a:lnTo>
                  <a:lnTo>
                    <a:pt x="1415" y="53"/>
                  </a:lnTo>
                  <a:lnTo>
                    <a:pt x="1413" y="37"/>
                  </a:lnTo>
                  <a:lnTo>
                    <a:pt x="1406" y="21"/>
                  </a:lnTo>
                  <a:lnTo>
                    <a:pt x="1395" y="8"/>
                  </a:lnTo>
                  <a:lnTo>
                    <a:pt x="1379" y="1"/>
                  </a:lnTo>
                  <a:lnTo>
                    <a:pt x="1361" y="0"/>
                  </a:lnTo>
                  <a:lnTo>
                    <a:pt x="1342" y="8"/>
                  </a:lnTo>
                  <a:lnTo>
                    <a:pt x="1338" y="1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6454" name="Freeform 36"/>
            <p:cNvSpPr>
              <a:spLocks/>
            </p:cNvSpPr>
            <p:nvPr/>
          </p:nvSpPr>
          <p:spPr bwMode="auto">
            <a:xfrm>
              <a:off x="1599" y="2057"/>
              <a:ext cx="80" cy="163"/>
            </a:xfrm>
            <a:custGeom>
              <a:avLst/>
              <a:gdLst>
                <a:gd name="T0" fmla="*/ 2 w 398"/>
                <a:gd name="T1" fmla="*/ 0 h 817"/>
                <a:gd name="T2" fmla="*/ 2 w 398"/>
                <a:gd name="T3" fmla="*/ 0 h 817"/>
                <a:gd name="T4" fmla="*/ 2 w 398"/>
                <a:gd name="T5" fmla="*/ 1 h 817"/>
                <a:gd name="T6" fmla="*/ 2 w 398"/>
                <a:gd name="T7" fmla="*/ 1 h 817"/>
                <a:gd name="T8" fmla="*/ 2 w 398"/>
                <a:gd name="T9" fmla="*/ 2 h 817"/>
                <a:gd name="T10" fmla="*/ 2 w 398"/>
                <a:gd name="T11" fmla="*/ 2 h 817"/>
                <a:gd name="T12" fmla="*/ 2 w 398"/>
                <a:gd name="T13" fmla="*/ 2 h 817"/>
                <a:gd name="T14" fmla="*/ 2 w 398"/>
                <a:gd name="T15" fmla="*/ 3 h 817"/>
                <a:gd name="T16" fmla="*/ 2 w 398"/>
                <a:gd name="T17" fmla="*/ 3 h 817"/>
                <a:gd name="T18" fmla="*/ 2 w 398"/>
                <a:gd name="T19" fmla="*/ 4 h 817"/>
                <a:gd name="T20" fmla="*/ 2 w 398"/>
                <a:gd name="T21" fmla="*/ 4 h 817"/>
                <a:gd name="T22" fmla="*/ 1 w 398"/>
                <a:gd name="T23" fmla="*/ 4 h 817"/>
                <a:gd name="T24" fmla="*/ 1 w 398"/>
                <a:gd name="T25" fmla="*/ 5 h 817"/>
                <a:gd name="T26" fmla="*/ 1 w 398"/>
                <a:gd name="T27" fmla="*/ 5 h 817"/>
                <a:gd name="T28" fmla="*/ 1 w 398"/>
                <a:gd name="T29" fmla="*/ 5 h 817"/>
                <a:gd name="T30" fmla="*/ 1 w 398"/>
                <a:gd name="T31" fmla="*/ 5 h 817"/>
                <a:gd name="T32" fmla="*/ 0 w 398"/>
                <a:gd name="T33" fmla="*/ 6 h 817"/>
                <a:gd name="T34" fmla="*/ 0 w 398"/>
                <a:gd name="T35" fmla="*/ 6 h 817"/>
                <a:gd name="T36" fmla="*/ 0 w 398"/>
                <a:gd name="T37" fmla="*/ 7 h 817"/>
                <a:gd name="T38" fmla="*/ 1 w 398"/>
                <a:gd name="T39" fmla="*/ 6 h 817"/>
                <a:gd name="T40" fmla="*/ 1 w 398"/>
                <a:gd name="T41" fmla="*/ 6 h 817"/>
                <a:gd name="T42" fmla="*/ 1 w 398"/>
                <a:gd name="T43" fmla="*/ 6 h 817"/>
                <a:gd name="T44" fmla="*/ 2 w 398"/>
                <a:gd name="T45" fmla="*/ 5 h 817"/>
                <a:gd name="T46" fmla="*/ 2 w 398"/>
                <a:gd name="T47" fmla="*/ 5 h 817"/>
                <a:gd name="T48" fmla="*/ 2 w 398"/>
                <a:gd name="T49" fmla="*/ 5 h 817"/>
                <a:gd name="T50" fmla="*/ 2 w 398"/>
                <a:gd name="T51" fmla="*/ 4 h 817"/>
                <a:gd name="T52" fmla="*/ 2 w 398"/>
                <a:gd name="T53" fmla="*/ 4 h 817"/>
                <a:gd name="T54" fmla="*/ 3 w 398"/>
                <a:gd name="T55" fmla="*/ 3 h 817"/>
                <a:gd name="T56" fmla="*/ 3 w 398"/>
                <a:gd name="T57" fmla="*/ 3 h 817"/>
                <a:gd name="T58" fmla="*/ 3 w 398"/>
                <a:gd name="T59" fmla="*/ 3 h 817"/>
                <a:gd name="T60" fmla="*/ 3 w 398"/>
                <a:gd name="T61" fmla="*/ 2 h 817"/>
                <a:gd name="T62" fmla="*/ 3 w 398"/>
                <a:gd name="T63" fmla="*/ 2 h 817"/>
                <a:gd name="T64" fmla="*/ 3 w 398"/>
                <a:gd name="T65" fmla="*/ 1 h 817"/>
                <a:gd name="T66" fmla="*/ 3 w 398"/>
                <a:gd name="T67" fmla="*/ 1 h 817"/>
                <a:gd name="T68" fmla="*/ 3 w 398"/>
                <a:gd name="T69" fmla="*/ 0 h 817"/>
                <a:gd name="T70" fmla="*/ 3 w 398"/>
                <a:gd name="T71" fmla="*/ 0 h 817"/>
                <a:gd name="T72" fmla="*/ 3 w 398"/>
                <a:gd name="T73" fmla="*/ 0 h 817"/>
                <a:gd name="T74" fmla="*/ 3 w 398"/>
                <a:gd name="T75" fmla="*/ 0 h 817"/>
                <a:gd name="T76" fmla="*/ 3 w 398"/>
                <a:gd name="T77" fmla="*/ 0 h 817"/>
                <a:gd name="T78" fmla="*/ 3 w 398"/>
                <a:gd name="T79" fmla="*/ 0 h 817"/>
                <a:gd name="T80" fmla="*/ 3 w 398"/>
                <a:gd name="T81" fmla="*/ 0 h 817"/>
                <a:gd name="T82" fmla="*/ 3 w 398"/>
                <a:gd name="T83" fmla="*/ 0 h 817"/>
                <a:gd name="T84" fmla="*/ 3 w 398"/>
                <a:gd name="T85" fmla="*/ 0 h 817"/>
                <a:gd name="T86" fmla="*/ 2 w 398"/>
                <a:gd name="T87" fmla="*/ 0 h 817"/>
                <a:gd name="T88" fmla="*/ 2 w 398"/>
                <a:gd name="T89" fmla="*/ 0 h 817"/>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398"/>
                <a:gd name="T136" fmla="*/ 0 h 817"/>
                <a:gd name="T137" fmla="*/ 398 w 398"/>
                <a:gd name="T138" fmla="*/ 817 h 817"/>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398" h="817">
                  <a:moveTo>
                    <a:pt x="304" y="47"/>
                  </a:moveTo>
                  <a:lnTo>
                    <a:pt x="304" y="47"/>
                  </a:lnTo>
                  <a:lnTo>
                    <a:pt x="301" y="97"/>
                  </a:lnTo>
                  <a:lnTo>
                    <a:pt x="297" y="147"/>
                  </a:lnTo>
                  <a:lnTo>
                    <a:pt x="291" y="198"/>
                  </a:lnTo>
                  <a:lnTo>
                    <a:pt x="280" y="247"/>
                  </a:lnTo>
                  <a:lnTo>
                    <a:pt x="268" y="297"/>
                  </a:lnTo>
                  <a:lnTo>
                    <a:pt x="253" y="347"/>
                  </a:lnTo>
                  <a:lnTo>
                    <a:pt x="236" y="395"/>
                  </a:lnTo>
                  <a:lnTo>
                    <a:pt x="217" y="442"/>
                  </a:lnTo>
                  <a:lnTo>
                    <a:pt x="195" y="487"/>
                  </a:lnTo>
                  <a:lnTo>
                    <a:pt x="171" y="532"/>
                  </a:lnTo>
                  <a:lnTo>
                    <a:pt x="147" y="574"/>
                  </a:lnTo>
                  <a:lnTo>
                    <a:pt x="121" y="613"/>
                  </a:lnTo>
                  <a:lnTo>
                    <a:pt x="93" y="650"/>
                  </a:lnTo>
                  <a:lnTo>
                    <a:pt x="64" y="684"/>
                  </a:lnTo>
                  <a:lnTo>
                    <a:pt x="32" y="716"/>
                  </a:lnTo>
                  <a:lnTo>
                    <a:pt x="0" y="744"/>
                  </a:lnTo>
                  <a:lnTo>
                    <a:pt x="59" y="817"/>
                  </a:lnTo>
                  <a:lnTo>
                    <a:pt x="95" y="784"/>
                  </a:lnTo>
                  <a:lnTo>
                    <a:pt x="132" y="748"/>
                  </a:lnTo>
                  <a:lnTo>
                    <a:pt x="166" y="709"/>
                  </a:lnTo>
                  <a:lnTo>
                    <a:pt x="196" y="667"/>
                  </a:lnTo>
                  <a:lnTo>
                    <a:pt x="227" y="623"/>
                  </a:lnTo>
                  <a:lnTo>
                    <a:pt x="253" y="576"/>
                  </a:lnTo>
                  <a:lnTo>
                    <a:pt x="279" y="530"/>
                  </a:lnTo>
                  <a:lnTo>
                    <a:pt x="301" y="479"/>
                  </a:lnTo>
                  <a:lnTo>
                    <a:pt x="323" y="428"/>
                  </a:lnTo>
                  <a:lnTo>
                    <a:pt x="342" y="375"/>
                  </a:lnTo>
                  <a:lnTo>
                    <a:pt x="359" y="321"/>
                  </a:lnTo>
                  <a:lnTo>
                    <a:pt x="372" y="268"/>
                  </a:lnTo>
                  <a:lnTo>
                    <a:pt x="382" y="212"/>
                  </a:lnTo>
                  <a:lnTo>
                    <a:pt x="391" y="157"/>
                  </a:lnTo>
                  <a:lnTo>
                    <a:pt x="395" y="102"/>
                  </a:lnTo>
                  <a:lnTo>
                    <a:pt x="398" y="47"/>
                  </a:lnTo>
                  <a:lnTo>
                    <a:pt x="394" y="27"/>
                  </a:lnTo>
                  <a:lnTo>
                    <a:pt x="383" y="11"/>
                  </a:lnTo>
                  <a:lnTo>
                    <a:pt x="368" y="3"/>
                  </a:lnTo>
                  <a:lnTo>
                    <a:pt x="351" y="0"/>
                  </a:lnTo>
                  <a:lnTo>
                    <a:pt x="333" y="3"/>
                  </a:lnTo>
                  <a:lnTo>
                    <a:pt x="319" y="11"/>
                  </a:lnTo>
                  <a:lnTo>
                    <a:pt x="307" y="27"/>
                  </a:lnTo>
                  <a:lnTo>
                    <a:pt x="304" y="4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6455" name="Freeform 37"/>
            <p:cNvSpPr>
              <a:spLocks/>
            </p:cNvSpPr>
            <p:nvPr/>
          </p:nvSpPr>
          <p:spPr bwMode="auto">
            <a:xfrm>
              <a:off x="1660" y="1701"/>
              <a:ext cx="19" cy="365"/>
            </a:xfrm>
            <a:custGeom>
              <a:avLst/>
              <a:gdLst>
                <a:gd name="T0" fmla="*/ 0 w 95"/>
                <a:gd name="T1" fmla="*/ 0 h 1826"/>
                <a:gd name="T2" fmla="*/ 0 w 95"/>
                <a:gd name="T3" fmla="*/ 0 h 1826"/>
                <a:gd name="T4" fmla="*/ 0 w 95"/>
                <a:gd name="T5" fmla="*/ 15 h 1826"/>
                <a:gd name="T6" fmla="*/ 1 w 95"/>
                <a:gd name="T7" fmla="*/ 15 h 1826"/>
                <a:gd name="T8" fmla="*/ 1 w 95"/>
                <a:gd name="T9" fmla="*/ 0 h 1826"/>
                <a:gd name="T10" fmla="*/ 1 w 95"/>
                <a:gd name="T11" fmla="*/ 0 h 1826"/>
                <a:gd name="T12" fmla="*/ 1 w 95"/>
                <a:gd name="T13" fmla="*/ 0 h 1826"/>
                <a:gd name="T14" fmla="*/ 1 w 95"/>
                <a:gd name="T15" fmla="*/ 0 h 1826"/>
                <a:gd name="T16" fmla="*/ 1 w 95"/>
                <a:gd name="T17" fmla="*/ 0 h 1826"/>
                <a:gd name="T18" fmla="*/ 1 w 95"/>
                <a:gd name="T19" fmla="*/ 0 h 1826"/>
                <a:gd name="T20" fmla="*/ 0 w 95"/>
                <a:gd name="T21" fmla="*/ 0 h 1826"/>
                <a:gd name="T22" fmla="*/ 0 w 95"/>
                <a:gd name="T23" fmla="*/ 0 h 1826"/>
                <a:gd name="T24" fmla="*/ 0 w 95"/>
                <a:gd name="T25" fmla="*/ 0 h 1826"/>
                <a:gd name="T26" fmla="*/ 0 w 95"/>
                <a:gd name="T27" fmla="*/ 0 h 1826"/>
                <a:gd name="T28" fmla="*/ 0 w 95"/>
                <a:gd name="T29" fmla="*/ 0 h 1826"/>
                <a:gd name="T30" fmla="*/ 0 w 95"/>
                <a:gd name="T31" fmla="*/ 0 h 182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95"/>
                <a:gd name="T49" fmla="*/ 0 h 1826"/>
                <a:gd name="T50" fmla="*/ 95 w 95"/>
                <a:gd name="T51" fmla="*/ 1826 h 182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95" h="1826">
                  <a:moveTo>
                    <a:pt x="0" y="49"/>
                  </a:moveTo>
                  <a:lnTo>
                    <a:pt x="0" y="47"/>
                  </a:lnTo>
                  <a:lnTo>
                    <a:pt x="1" y="1826"/>
                  </a:lnTo>
                  <a:lnTo>
                    <a:pt x="95" y="1826"/>
                  </a:lnTo>
                  <a:lnTo>
                    <a:pt x="93" y="47"/>
                  </a:lnTo>
                  <a:lnTo>
                    <a:pt x="93" y="45"/>
                  </a:lnTo>
                  <a:lnTo>
                    <a:pt x="93" y="47"/>
                  </a:lnTo>
                  <a:lnTo>
                    <a:pt x="90" y="27"/>
                  </a:lnTo>
                  <a:lnTo>
                    <a:pt x="79" y="12"/>
                  </a:lnTo>
                  <a:lnTo>
                    <a:pt x="64" y="4"/>
                  </a:lnTo>
                  <a:lnTo>
                    <a:pt x="47" y="0"/>
                  </a:lnTo>
                  <a:lnTo>
                    <a:pt x="29" y="4"/>
                  </a:lnTo>
                  <a:lnTo>
                    <a:pt x="15" y="12"/>
                  </a:lnTo>
                  <a:lnTo>
                    <a:pt x="3" y="27"/>
                  </a:lnTo>
                  <a:lnTo>
                    <a:pt x="0" y="47"/>
                  </a:lnTo>
                  <a:lnTo>
                    <a:pt x="0" y="4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6456" name="Freeform 38"/>
            <p:cNvSpPr>
              <a:spLocks/>
            </p:cNvSpPr>
            <p:nvPr/>
          </p:nvSpPr>
          <p:spPr bwMode="auto">
            <a:xfrm>
              <a:off x="1598" y="1598"/>
              <a:ext cx="81" cy="113"/>
            </a:xfrm>
            <a:custGeom>
              <a:avLst/>
              <a:gdLst>
                <a:gd name="T0" fmla="*/ 0 w 401"/>
                <a:gd name="T1" fmla="*/ 1 h 566"/>
                <a:gd name="T2" fmla="*/ 0 w 401"/>
                <a:gd name="T3" fmla="*/ 1 h 566"/>
                <a:gd name="T4" fmla="*/ 0 w 401"/>
                <a:gd name="T5" fmla="*/ 1 h 566"/>
                <a:gd name="T6" fmla="*/ 1 w 401"/>
                <a:gd name="T7" fmla="*/ 1 h 566"/>
                <a:gd name="T8" fmla="*/ 1 w 401"/>
                <a:gd name="T9" fmla="*/ 1 h 566"/>
                <a:gd name="T10" fmla="*/ 1 w 401"/>
                <a:gd name="T11" fmla="*/ 1 h 566"/>
                <a:gd name="T12" fmla="*/ 1 w 401"/>
                <a:gd name="T13" fmla="*/ 2 h 566"/>
                <a:gd name="T14" fmla="*/ 1 w 401"/>
                <a:gd name="T15" fmla="*/ 2 h 566"/>
                <a:gd name="T16" fmla="*/ 2 w 401"/>
                <a:gd name="T17" fmla="*/ 2 h 566"/>
                <a:gd name="T18" fmla="*/ 2 w 401"/>
                <a:gd name="T19" fmla="*/ 2 h 566"/>
                <a:gd name="T20" fmla="*/ 2 w 401"/>
                <a:gd name="T21" fmla="*/ 2 h 566"/>
                <a:gd name="T22" fmla="*/ 2 w 401"/>
                <a:gd name="T23" fmla="*/ 3 h 566"/>
                <a:gd name="T24" fmla="*/ 2 w 401"/>
                <a:gd name="T25" fmla="*/ 3 h 566"/>
                <a:gd name="T26" fmla="*/ 2 w 401"/>
                <a:gd name="T27" fmla="*/ 3 h 566"/>
                <a:gd name="T28" fmla="*/ 2 w 401"/>
                <a:gd name="T29" fmla="*/ 4 h 566"/>
                <a:gd name="T30" fmla="*/ 2 w 401"/>
                <a:gd name="T31" fmla="*/ 4 h 566"/>
                <a:gd name="T32" fmla="*/ 2 w 401"/>
                <a:gd name="T33" fmla="*/ 4 h 566"/>
                <a:gd name="T34" fmla="*/ 3 w 401"/>
                <a:gd name="T35" fmla="*/ 5 h 566"/>
                <a:gd name="T36" fmla="*/ 3 w 401"/>
                <a:gd name="T37" fmla="*/ 4 h 566"/>
                <a:gd name="T38" fmla="*/ 3 w 401"/>
                <a:gd name="T39" fmla="*/ 4 h 566"/>
                <a:gd name="T40" fmla="*/ 3 w 401"/>
                <a:gd name="T41" fmla="*/ 4 h 566"/>
                <a:gd name="T42" fmla="*/ 3 w 401"/>
                <a:gd name="T43" fmla="*/ 3 h 566"/>
                <a:gd name="T44" fmla="*/ 3 w 401"/>
                <a:gd name="T45" fmla="*/ 3 h 566"/>
                <a:gd name="T46" fmla="*/ 3 w 401"/>
                <a:gd name="T47" fmla="*/ 3 h 566"/>
                <a:gd name="T48" fmla="*/ 3 w 401"/>
                <a:gd name="T49" fmla="*/ 2 h 566"/>
                <a:gd name="T50" fmla="*/ 3 w 401"/>
                <a:gd name="T51" fmla="*/ 2 h 566"/>
                <a:gd name="T52" fmla="*/ 2 w 401"/>
                <a:gd name="T53" fmla="*/ 2 h 566"/>
                <a:gd name="T54" fmla="*/ 2 w 401"/>
                <a:gd name="T55" fmla="*/ 2 h 566"/>
                <a:gd name="T56" fmla="*/ 2 w 401"/>
                <a:gd name="T57" fmla="*/ 1 h 566"/>
                <a:gd name="T58" fmla="*/ 2 w 401"/>
                <a:gd name="T59" fmla="*/ 1 h 566"/>
                <a:gd name="T60" fmla="*/ 2 w 401"/>
                <a:gd name="T61" fmla="*/ 1 h 566"/>
                <a:gd name="T62" fmla="*/ 1 w 401"/>
                <a:gd name="T63" fmla="*/ 1 h 566"/>
                <a:gd name="T64" fmla="*/ 1 w 401"/>
                <a:gd name="T65" fmla="*/ 0 h 566"/>
                <a:gd name="T66" fmla="*/ 1 w 401"/>
                <a:gd name="T67" fmla="*/ 0 h 566"/>
                <a:gd name="T68" fmla="*/ 1 w 401"/>
                <a:gd name="T69" fmla="*/ 0 h 566"/>
                <a:gd name="T70" fmla="*/ 1 w 401"/>
                <a:gd name="T71" fmla="*/ 0 h 566"/>
                <a:gd name="T72" fmla="*/ 1 w 401"/>
                <a:gd name="T73" fmla="*/ 0 h 566"/>
                <a:gd name="T74" fmla="*/ 0 w 401"/>
                <a:gd name="T75" fmla="*/ 0 h 566"/>
                <a:gd name="T76" fmla="*/ 0 w 401"/>
                <a:gd name="T77" fmla="*/ 0 h 566"/>
                <a:gd name="T78" fmla="*/ 0 w 401"/>
                <a:gd name="T79" fmla="*/ 0 h 566"/>
                <a:gd name="T80" fmla="*/ 0 w 401"/>
                <a:gd name="T81" fmla="*/ 0 h 566"/>
                <a:gd name="T82" fmla="*/ 0 w 401"/>
                <a:gd name="T83" fmla="*/ 0 h 566"/>
                <a:gd name="T84" fmla="*/ 0 w 401"/>
                <a:gd name="T85" fmla="*/ 0 h 566"/>
                <a:gd name="T86" fmla="*/ 0 w 401"/>
                <a:gd name="T87" fmla="*/ 1 h 566"/>
                <a:gd name="T88" fmla="*/ 0 w 401"/>
                <a:gd name="T89" fmla="*/ 1 h 56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401"/>
                <a:gd name="T136" fmla="*/ 0 h 566"/>
                <a:gd name="T137" fmla="*/ 401 w 401"/>
                <a:gd name="T138" fmla="*/ 566 h 566"/>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401" h="566">
                  <a:moveTo>
                    <a:pt x="23" y="88"/>
                  </a:moveTo>
                  <a:lnTo>
                    <a:pt x="23" y="88"/>
                  </a:lnTo>
                  <a:lnTo>
                    <a:pt x="53" y="107"/>
                  </a:lnTo>
                  <a:lnTo>
                    <a:pt x="83" y="125"/>
                  </a:lnTo>
                  <a:lnTo>
                    <a:pt x="108" y="147"/>
                  </a:lnTo>
                  <a:lnTo>
                    <a:pt x="135" y="171"/>
                  </a:lnTo>
                  <a:lnTo>
                    <a:pt x="160" y="196"/>
                  </a:lnTo>
                  <a:lnTo>
                    <a:pt x="182" y="223"/>
                  </a:lnTo>
                  <a:lnTo>
                    <a:pt x="205" y="251"/>
                  </a:lnTo>
                  <a:lnTo>
                    <a:pt x="223" y="281"/>
                  </a:lnTo>
                  <a:lnTo>
                    <a:pt x="240" y="312"/>
                  </a:lnTo>
                  <a:lnTo>
                    <a:pt x="256" y="345"/>
                  </a:lnTo>
                  <a:lnTo>
                    <a:pt x="270" y="379"/>
                  </a:lnTo>
                  <a:lnTo>
                    <a:pt x="282" y="414"/>
                  </a:lnTo>
                  <a:lnTo>
                    <a:pt x="291" y="450"/>
                  </a:lnTo>
                  <a:lnTo>
                    <a:pt x="299" y="488"/>
                  </a:lnTo>
                  <a:lnTo>
                    <a:pt x="304" y="526"/>
                  </a:lnTo>
                  <a:lnTo>
                    <a:pt x="308" y="566"/>
                  </a:lnTo>
                  <a:lnTo>
                    <a:pt x="401" y="562"/>
                  </a:lnTo>
                  <a:lnTo>
                    <a:pt x="398" y="517"/>
                  </a:lnTo>
                  <a:lnTo>
                    <a:pt x="391" y="471"/>
                  </a:lnTo>
                  <a:lnTo>
                    <a:pt x="383" y="429"/>
                  </a:lnTo>
                  <a:lnTo>
                    <a:pt x="371" y="386"/>
                  </a:lnTo>
                  <a:lnTo>
                    <a:pt x="357" y="346"/>
                  </a:lnTo>
                  <a:lnTo>
                    <a:pt x="340" y="307"/>
                  </a:lnTo>
                  <a:lnTo>
                    <a:pt x="324" y="270"/>
                  </a:lnTo>
                  <a:lnTo>
                    <a:pt x="303" y="232"/>
                  </a:lnTo>
                  <a:lnTo>
                    <a:pt x="280" y="197"/>
                  </a:lnTo>
                  <a:lnTo>
                    <a:pt x="255" y="164"/>
                  </a:lnTo>
                  <a:lnTo>
                    <a:pt x="228" y="132"/>
                  </a:lnTo>
                  <a:lnTo>
                    <a:pt x="199" y="103"/>
                  </a:lnTo>
                  <a:lnTo>
                    <a:pt x="169" y="76"/>
                  </a:lnTo>
                  <a:lnTo>
                    <a:pt x="137" y="50"/>
                  </a:lnTo>
                  <a:lnTo>
                    <a:pt x="103" y="27"/>
                  </a:lnTo>
                  <a:lnTo>
                    <a:pt x="67" y="6"/>
                  </a:lnTo>
                  <a:lnTo>
                    <a:pt x="48" y="0"/>
                  </a:lnTo>
                  <a:lnTo>
                    <a:pt x="30" y="2"/>
                  </a:lnTo>
                  <a:lnTo>
                    <a:pt x="16" y="12"/>
                  </a:lnTo>
                  <a:lnTo>
                    <a:pt x="5" y="25"/>
                  </a:lnTo>
                  <a:lnTo>
                    <a:pt x="0" y="41"/>
                  </a:lnTo>
                  <a:lnTo>
                    <a:pt x="0" y="59"/>
                  </a:lnTo>
                  <a:lnTo>
                    <a:pt x="8" y="75"/>
                  </a:lnTo>
                  <a:lnTo>
                    <a:pt x="23"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6457" name="Freeform 39"/>
            <p:cNvSpPr>
              <a:spLocks/>
            </p:cNvSpPr>
            <p:nvPr/>
          </p:nvSpPr>
          <p:spPr bwMode="auto">
            <a:xfrm>
              <a:off x="1346" y="1455"/>
              <a:ext cx="266" cy="160"/>
            </a:xfrm>
            <a:custGeom>
              <a:avLst/>
              <a:gdLst>
                <a:gd name="T0" fmla="*/ 0 w 1330"/>
                <a:gd name="T1" fmla="*/ 1 h 801"/>
                <a:gd name="T2" fmla="*/ 0 w 1330"/>
                <a:gd name="T3" fmla="*/ 1 h 801"/>
                <a:gd name="T4" fmla="*/ 10 w 1330"/>
                <a:gd name="T5" fmla="*/ 6 h 801"/>
                <a:gd name="T6" fmla="*/ 11 w 1330"/>
                <a:gd name="T7" fmla="*/ 6 h 801"/>
                <a:gd name="T8" fmla="*/ 1 w 1330"/>
                <a:gd name="T9" fmla="*/ 0 h 801"/>
                <a:gd name="T10" fmla="*/ 1 w 1330"/>
                <a:gd name="T11" fmla="*/ 0 h 801"/>
                <a:gd name="T12" fmla="*/ 1 w 1330"/>
                <a:gd name="T13" fmla="*/ 0 h 801"/>
                <a:gd name="T14" fmla="*/ 0 w 1330"/>
                <a:gd name="T15" fmla="*/ 0 h 801"/>
                <a:gd name="T16" fmla="*/ 0 w 1330"/>
                <a:gd name="T17" fmla="*/ 0 h 801"/>
                <a:gd name="T18" fmla="*/ 0 w 1330"/>
                <a:gd name="T19" fmla="*/ 0 h 801"/>
                <a:gd name="T20" fmla="*/ 0 w 1330"/>
                <a:gd name="T21" fmla="*/ 0 h 801"/>
                <a:gd name="T22" fmla="*/ 0 w 1330"/>
                <a:gd name="T23" fmla="*/ 0 h 801"/>
                <a:gd name="T24" fmla="*/ 0 w 1330"/>
                <a:gd name="T25" fmla="*/ 0 h 801"/>
                <a:gd name="T26" fmla="*/ 0 w 1330"/>
                <a:gd name="T27" fmla="*/ 1 h 801"/>
                <a:gd name="T28" fmla="*/ 0 w 1330"/>
                <a:gd name="T29" fmla="*/ 1 h 801"/>
                <a:gd name="T30" fmla="*/ 0 w 1330"/>
                <a:gd name="T31" fmla="*/ 1 h 801"/>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30"/>
                <a:gd name="T49" fmla="*/ 0 h 801"/>
                <a:gd name="T50" fmla="*/ 1330 w 1330"/>
                <a:gd name="T51" fmla="*/ 801 h 801"/>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30" h="801">
                  <a:moveTo>
                    <a:pt x="24" y="88"/>
                  </a:moveTo>
                  <a:lnTo>
                    <a:pt x="23" y="88"/>
                  </a:lnTo>
                  <a:lnTo>
                    <a:pt x="1286" y="801"/>
                  </a:lnTo>
                  <a:lnTo>
                    <a:pt x="1330" y="719"/>
                  </a:lnTo>
                  <a:lnTo>
                    <a:pt x="67" y="6"/>
                  </a:lnTo>
                  <a:lnTo>
                    <a:pt x="66" y="6"/>
                  </a:lnTo>
                  <a:lnTo>
                    <a:pt x="67" y="6"/>
                  </a:lnTo>
                  <a:lnTo>
                    <a:pt x="48" y="0"/>
                  </a:lnTo>
                  <a:lnTo>
                    <a:pt x="30" y="2"/>
                  </a:lnTo>
                  <a:lnTo>
                    <a:pt x="16" y="12"/>
                  </a:lnTo>
                  <a:lnTo>
                    <a:pt x="5" y="25"/>
                  </a:lnTo>
                  <a:lnTo>
                    <a:pt x="0" y="41"/>
                  </a:lnTo>
                  <a:lnTo>
                    <a:pt x="0" y="59"/>
                  </a:lnTo>
                  <a:lnTo>
                    <a:pt x="8" y="75"/>
                  </a:lnTo>
                  <a:lnTo>
                    <a:pt x="23" y="88"/>
                  </a:lnTo>
                  <a:lnTo>
                    <a:pt x="24"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6458" name="Freeform 40"/>
            <p:cNvSpPr>
              <a:spLocks/>
            </p:cNvSpPr>
            <p:nvPr/>
          </p:nvSpPr>
          <p:spPr bwMode="auto">
            <a:xfrm>
              <a:off x="1198" y="1439"/>
              <a:ext cx="161" cy="35"/>
            </a:xfrm>
            <a:custGeom>
              <a:avLst/>
              <a:gdLst>
                <a:gd name="T0" fmla="*/ 1 w 806"/>
                <a:gd name="T1" fmla="*/ 1 h 177"/>
                <a:gd name="T2" fmla="*/ 1 w 806"/>
                <a:gd name="T3" fmla="*/ 1 h 177"/>
                <a:gd name="T4" fmla="*/ 1 w 806"/>
                <a:gd name="T5" fmla="*/ 1 h 177"/>
                <a:gd name="T6" fmla="*/ 1 w 806"/>
                <a:gd name="T7" fmla="*/ 1 h 177"/>
                <a:gd name="T8" fmla="*/ 2 w 806"/>
                <a:gd name="T9" fmla="*/ 1 h 177"/>
                <a:gd name="T10" fmla="*/ 2 w 806"/>
                <a:gd name="T11" fmla="*/ 1 h 177"/>
                <a:gd name="T12" fmla="*/ 2 w 806"/>
                <a:gd name="T13" fmla="*/ 1 h 177"/>
                <a:gd name="T14" fmla="*/ 3 w 806"/>
                <a:gd name="T15" fmla="*/ 1 h 177"/>
                <a:gd name="T16" fmla="*/ 3 w 806"/>
                <a:gd name="T17" fmla="*/ 1 h 177"/>
                <a:gd name="T18" fmla="*/ 3 w 806"/>
                <a:gd name="T19" fmla="*/ 1 h 177"/>
                <a:gd name="T20" fmla="*/ 4 w 806"/>
                <a:gd name="T21" fmla="*/ 1 h 177"/>
                <a:gd name="T22" fmla="*/ 4 w 806"/>
                <a:gd name="T23" fmla="*/ 1 h 177"/>
                <a:gd name="T24" fmla="*/ 5 w 806"/>
                <a:gd name="T25" fmla="*/ 1 h 177"/>
                <a:gd name="T26" fmla="*/ 5 w 806"/>
                <a:gd name="T27" fmla="*/ 1 h 177"/>
                <a:gd name="T28" fmla="*/ 5 w 806"/>
                <a:gd name="T29" fmla="*/ 1 h 177"/>
                <a:gd name="T30" fmla="*/ 6 w 806"/>
                <a:gd name="T31" fmla="*/ 1 h 177"/>
                <a:gd name="T32" fmla="*/ 6 w 806"/>
                <a:gd name="T33" fmla="*/ 1 h 177"/>
                <a:gd name="T34" fmla="*/ 6 w 806"/>
                <a:gd name="T35" fmla="*/ 1 h 177"/>
                <a:gd name="T36" fmla="*/ 6 w 806"/>
                <a:gd name="T37" fmla="*/ 1 h 177"/>
                <a:gd name="T38" fmla="*/ 6 w 806"/>
                <a:gd name="T39" fmla="*/ 1 h 177"/>
                <a:gd name="T40" fmla="*/ 6 w 806"/>
                <a:gd name="T41" fmla="*/ 0 h 177"/>
                <a:gd name="T42" fmla="*/ 5 w 806"/>
                <a:gd name="T43" fmla="*/ 0 h 177"/>
                <a:gd name="T44" fmla="*/ 5 w 806"/>
                <a:gd name="T45" fmla="*/ 0 h 177"/>
                <a:gd name="T46" fmla="*/ 5 w 806"/>
                <a:gd name="T47" fmla="*/ 0 h 177"/>
                <a:gd name="T48" fmla="*/ 4 w 806"/>
                <a:gd name="T49" fmla="*/ 0 h 177"/>
                <a:gd name="T50" fmla="*/ 4 w 806"/>
                <a:gd name="T51" fmla="*/ 0 h 177"/>
                <a:gd name="T52" fmla="*/ 3 w 806"/>
                <a:gd name="T53" fmla="*/ 0 h 177"/>
                <a:gd name="T54" fmla="*/ 3 w 806"/>
                <a:gd name="T55" fmla="*/ 0 h 177"/>
                <a:gd name="T56" fmla="*/ 3 w 806"/>
                <a:gd name="T57" fmla="*/ 0 h 177"/>
                <a:gd name="T58" fmla="*/ 2 w 806"/>
                <a:gd name="T59" fmla="*/ 0 h 177"/>
                <a:gd name="T60" fmla="*/ 2 w 806"/>
                <a:gd name="T61" fmla="*/ 0 h 177"/>
                <a:gd name="T62" fmla="*/ 1 w 806"/>
                <a:gd name="T63" fmla="*/ 0 h 177"/>
                <a:gd name="T64" fmla="*/ 1 w 806"/>
                <a:gd name="T65" fmla="*/ 0 h 177"/>
                <a:gd name="T66" fmla="*/ 1 w 806"/>
                <a:gd name="T67" fmla="*/ 1 h 177"/>
                <a:gd name="T68" fmla="*/ 0 w 806"/>
                <a:gd name="T69" fmla="*/ 1 h 177"/>
                <a:gd name="T70" fmla="*/ 0 w 806"/>
                <a:gd name="T71" fmla="*/ 1 h 177"/>
                <a:gd name="T72" fmla="*/ 0 w 806"/>
                <a:gd name="T73" fmla="*/ 1 h 177"/>
                <a:gd name="T74" fmla="*/ 0 w 806"/>
                <a:gd name="T75" fmla="*/ 1 h 177"/>
                <a:gd name="T76" fmla="*/ 0 w 806"/>
                <a:gd name="T77" fmla="*/ 1 h 177"/>
                <a:gd name="T78" fmla="*/ 0 w 806"/>
                <a:gd name="T79" fmla="*/ 1 h 177"/>
                <a:gd name="T80" fmla="*/ 0 w 806"/>
                <a:gd name="T81" fmla="*/ 1 h 177"/>
                <a:gd name="T82" fmla="*/ 0 w 806"/>
                <a:gd name="T83" fmla="*/ 1 h 177"/>
                <a:gd name="T84" fmla="*/ 0 w 806"/>
                <a:gd name="T85" fmla="*/ 1 h 177"/>
                <a:gd name="T86" fmla="*/ 0 w 806"/>
                <a:gd name="T87" fmla="*/ 1 h 177"/>
                <a:gd name="T88" fmla="*/ 1 w 806"/>
                <a:gd name="T89" fmla="*/ 1 h 177"/>
                <a:gd name="T90" fmla="*/ 1 w 806"/>
                <a:gd name="T91" fmla="*/ 1 h 17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806"/>
                <a:gd name="T139" fmla="*/ 0 h 177"/>
                <a:gd name="T140" fmla="*/ 806 w 806"/>
                <a:gd name="T141" fmla="*/ 177 h 17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806" h="177">
                  <a:moveTo>
                    <a:pt x="67" y="171"/>
                  </a:moveTo>
                  <a:lnTo>
                    <a:pt x="68" y="171"/>
                  </a:lnTo>
                  <a:lnTo>
                    <a:pt x="109" y="151"/>
                  </a:lnTo>
                  <a:lnTo>
                    <a:pt x="151" y="135"/>
                  </a:lnTo>
                  <a:lnTo>
                    <a:pt x="196" y="122"/>
                  </a:lnTo>
                  <a:lnTo>
                    <a:pt x="242" y="110"/>
                  </a:lnTo>
                  <a:lnTo>
                    <a:pt x="287" y="102"/>
                  </a:lnTo>
                  <a:lnTo>
                    <a:pt x="335" y="97"/>
                  </a:lnTo>
                  <a:lnTo>
                    <a:pt x="382" y="95"/>
                  </a:lnTo>
                  <a:lnTo>
                    <a:pt x="430" y="94"/>
                  </a:lnTo>
                  <a:lnTo>
                    <a:pt x="477" y="97"/>
                  </a:lnTo>
                  <a:lnTo>
                    <a:pt x="524" y="102"/>
                  </a:lnTo>
                  <a:lnTo>
                    <a:pt x="568" y="108"/>
                  </a:lnTo>
                  <a:lnTo>
                    <a:pt x="612" y="117"/>
                  </a:lnTo>
                  <a:lnTo>
                    <a:pt x="654" y="128"/>
                  </a:lnTo>
                  <a:lnTo>
                    <a:pt x="693" y="141"/>
                  </a:lnTo>
                  <a:lnTo>
                    <a:pt x="730" y="155"/>
                  </a:lnTo>
                  <a:lnTo>
                    <a:pt x="764" y="171"/>
                  </a:lnTo>
                  <a:lnTo>
                    <a:pt x="806" y="89"/>
                  </a:lnTo>
                  <a:lnTo>
                    <a:pt x="768" y="70"/>
                  </a:lnTo>
                  <a:lnTo>
                    <a:pt x="725" y="54"/>
                  </a:lnTo>
                  <a:lnTo>
                    <a:pt x="680" y="39"/>
                  </a:lnTo>
                  <a:lnTo>
                    <a:pt x="633" y="26"/>
                  </a:lnTo>
                  <a:lnTo>
                    <a:pt x="585" y="16"/>
                  </a:lnTo>
                  <a:lnTo>
                    <a:pt x="536" y="8"/>
                  </a:lnTo>
                  <a:lnTo>
                    <a:pt x="484" y="3"/>
                  </a:lnTo>
                  <a:lnTo>
                    <a:pt x="433" y="0"/>
                  </a:lnTo>
                  <a:lnTo>
                    <a:pt x="380" y="1"/>
                  </a:lnTo>
                  <a:lnTo>
                    <a:pt x="328" y="3"/>
                  </a:lnTo>
                  <a:lnTo>
                    <a:pt x="276" y="10"/>
                  </a:lnTo>
                  <a:lnTo>
                    <a:pt x="223" y="19"/>
                  </a:lnTo>
                  <a:lnTo>
                    <a:pt x="172" y="30"/>
                  </a:lnTo>
                  <a:lnTo>
                    <a:pt x="121" y="46"/>
                  </a:lnTo>
                  <a:lnTo>
                    <a:pt x="72" y="67"/>
                  </a:lnTo>
                  <a:lnTo>
                    <a:pt x="24" y="89"/>
                  </a:lnTo>
                  <a:lnTo>
                    <a:pt x="25" y="89"/>
                  </a:lnTo>
                  <a:lnTo>
                    <a:pt x="24" y="89"/>
                  </a:lnTo>
                  <a:lnTo>
                    <a:pt x="8" y="102"/>
                  </a:lnTo>
                  <a:lnTo>
                    <a:pt x="0" y="118"/>
                  </a:lnTo>
                  <a:lnTo>
                    <a:pt x="0" y="136"/>
                  </a:lnTo>
                  <a:lnTo>
                    <a:pt x="6" y="152"/>
                  </a:lnTo>
                  <a:lnTo>
                    <a:pt x="17" y="165"/>
                  </a:lnTo>
                  <a:lnTo>
                    <a:pt x="31" y="175"/>
                  </a:lnTo>
                  <a:lnTo>
                    <a:pt x="48" y="177"/>
                  </a:lnTo>
                  <a:lnTo>
                    <a:pt x="68" y="171"/>
                  </a:lnTo>
                  <a:lnTo>
                    <a:pt x="67" y="1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6459" name="Freeform 41"/>
            <p:cNvSpPr>
              <a:spLocks/>
            </p:cNvSpPr>
            <p:nvPr/>
          </p:nvSpPr>
          <p:spPr bwMode="auto">
            <a:xfrm>
              <a:off x="931" y="1456"/>
              <a:ext cx="280" cy="158"/>
            </a:xfrm>
            <a:custGeom>
              <a:avLst/>
              <a:gdLst>
                <a:gd name="T0" fmla="*/ 1 w 1402"/>
                <a:gd name="T1" fmla="*/ 6 h 787"/>
                <a:gd name="T2" fmla="*/ 1 w 1402"/>
                <a:gd name="T3" fmla="*/ 6 h 787"/>
                <a:gd name="T4" fmla="*/ 11 w 1402"/>
                <a:gd name="T5" fmla="*/ 1 h 787"/>
                <a:gd name="T6" fmla="*/ 11 w 1402"/>
                <a:gd name="T7" fmla="*/ 0 h 787"/>
                <a:gd name="T8" fmla="*/ 0 w 1402"/>
                <a:gd name="T9" fmla="*/ 6 h 787"/>
                <a:gd name="T10" fmla="*/ 0 w 1402"/>
                <a:gd name="T11" fmla="*/ 6 h 787"/>
                <a:gd name="T12" fmla="*/ 0 w 1402"/>
                <a:gd name="T13" fmla="*/ 6 h 787"/>
                <a:gd name="T14" fmla="*/ 0 w 1402"/>
                <a:gd name="T15" fmla="*/ 6 h 787"/>
                <a:gd name="T16" fmla="*/ 0 w 1402"/>
                <a:gd name="T17" fmla="*/ 6 h 787"/>
                <a:gd name="T18" fmla="*/ 0 w 1402"/>
                <a:gd name="T19" fmla="*/ 6 h 787"/>
                <a:gd name="T20" fmla="*/ 0 w 1402"/>
                <a:gd name="T21" fmla="*/ 6 h 787"/>
                <a:gd name="T22" fmla="*/ 0 w 1402"/>
                <a:gd name="T23" fmla="*/ 6 h 787"/>
                <a:gd name="T24" fmla="*/ 0 w 1402"/>
                <a:gd name="T25" fmla="*/ 6 h 787"/>
                <a:gd name="T26" fmla="*/ 0 w 1402"/>
                <a:gd name="T27" fmla="*/ 6 h 787"/>
                <a:gd name="T28" fmla="*/ 1 w 1402"/>
                <a:gd name="T29" fmla="*/ 6 h 787"/>
                <a:gd name="T30" fmla="*/ 1 w 1402"/>
                <a:gd name="T31" fmla="*/ 6 h 78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02"/>
                <a:gd name="T49" fmla="*/ 0 h 787"/>
                <a:gd name="T50" fmla="*/ 1402 w 1402"/>
                <a:gd name="T51" fmla="*/ 787 h 78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02" h="787">
                  <a:moveTo>
                    <a:pt x="69" y="781"/>
                  </a:moveTo>
                  <a:lnTo>
                    <a:pt x="66" y="781"/>
                  </a:lnTo>
                  <a:lnTo>
                    <a:pt x="1402" y="82"/>
                  </a:lnTo>
                  <a:lnTo>
                    <a:pt x="1360" y="0"/>
                  </a:lnTo>
                  <a:lnTo>
                    <a:pt x="24" y="699"/>
                  </a:lnTo>
                  <a:lnTo>
                    <a:pt x="22" y="699"/>
                  </a:lnTo>
                  <a:lnTo>
                    <a:pt x="24" y="699"/>
                  </a:lnTo>
                  <a:lnTo>
                    <a:pt x="8" y="712"/>
                  </a:lnTo>
                  <a:lnTo>
                    <a:pt x="1" y="727"/>
                  </a:lnTo>
                  <a:lnTo>
                    <a:pt x="0" y="744"/>
                  </a:lnTo>
                  <a:lnTo>
                    <a:pt x="5" y="761"/>
                  </a:lnTo>
                  <a:lnTo>
                    <a:pt x="15" y="775"/>
                  </a:lnTo>
                  <a:lnTo>
                    <a:pt x="30" y="784"/>
                  </a:lnTo>
                  <a:lnTo>
                    <a:pt x="46" y="787"/>
                  </a:lnTo>
                  <a:lnTo>
                    <a:pt x="66" y="781"/>
                  </a:lnTo>
                  <a:lnTo>
                    <a:pt x="69" y="7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6460" name="Freeform 42"/>
            <p:cNvSpPr>
              <a:spLocks/>
            </p:cNvSpPr>
            <p:nvPr/>
          </p:nvSpPr>
          <p:spPr bwMode="auto">
            <a:xfrm>
              <a:off x="868" y="1596"/>
              <a:ext cx="77" cy="126"/>
            </a:xfrm>
            <a:custGeom>
              <a:avLst/>
              <a:gdLst>
                <a:gd name="T0" fmla="*/ 1 w 382"/>
                <a:gd name="T1" fmla="*/ 5 h 628"/>
                <a:gd name="T2" fmla="*/ 1 w 382"/>
                <a:gd name="T3" fmla="*/ 5 h 628"/>
                <a:gd name="T4" fmla="*/ 1 w 382"/>
                <a:gd name="T5" fmla="*/ 4 h 628"/>
                <a:gd name="T6" fmla="*/ 1 w 382"/>
                <a:gd name="T7" fmla="*/ 4 h 628"/>
                <a:gd name="T8" fmla="*/ 1 w 382"/>
                <a:gd name="T9" fmla="*/ 4 h 628"/>
                <a:gd name="T10" fmla="*/ 1 w 382"/>
                <a:gd name="T11" fmla="*/ 3 h 628"/>
                <a:gd name="T12" fmla="*/ 1 w 382"/>
                <a:gd name="T13" fmla="*/ 3 h 628"/>
                <a:gd name="T14" fmla="*/ 1 w 382"/>
                <a:gd name="T15" fmla="*/ 3 h 628"/>
                <a:gd name="T16" fmla="*/ 1 w 382"/>
                <a:gd name="T17" fmla="*/ 3 h 628"/>
                <a:gd name="T18" fmla="*/ 1 w 382"/>
                <a:gd name="T19" fmla="*/ 2 h 628"/>
                <a:gd name="T20" fmla="*/ 2 w 382"/>
                <a:gd name="T21" fmla="*/ 2 h 628"/>
                <a:gd name="T22" fmla="*/ 2 w 382"/>
                <a:gd name="T23" fmla="*/ 2 h 628"/>
                <a:gd name="T24" fmla="*/ 2 w 382"/>
                <a:gd name="T25" fmla="*/ 2 h 628"/>
                <a:gd name="T26" fmla="*/ 2 w 382"/>
                <a:gd name="T27" fmla="*/ 1 h 628"/>
                <a:gd name="T28" fmla="*/ 2 w 382"/>
                <a:gd name="T29" fmla="*/ 1 h 628"/>
                <a:gd name="T30" fmla="*/ 3 w 382"/>
                <a:gd name="T31" fmla="*/ 1 h 628"/>
                <a:gd name="T32" fmla="*/ 3 w 382"/>
                <a:gd name="T33" fmla="*/ 1 h 628"/>
                <a:gd name="T34" fmla="*/ 3 w 382"/>
                <a:gd name="T35" fmla="*/ 1 h 628"/>
                <a:gd name="T36" fmla="*/ 3 w 382"/>
                <a:gd name="T37" fmla="*/ 0 h 628"/>
                <a:gd name="T38" fmla="*/ 2 w 382"/>
                <a:gd name="T39" fmla="*/ 0 h 628"/>
                <a:gd name="T40" fmla="*/ 2 w 382"/>
                <a:gd name="T41" fmla="*/ 0 h 628"/>
                <a:gd name="T42" fmla="*/ 2 w 382"/>
                <a:gd name="T43" fmla="*/ 1 h 628"/>
                <a:gd name="T44" fmla="*/ 2 w 382"/>
                <a:gd name="T45" fmla="*/ 1 h 628"/>
                <a:gd name="T46" fmla="*/ 1 w 382"/>
                <a:gd name="T47" fmla="*/ 1 h 628"/>
                <a:gd name="T48" fmla="*/ 1 w 382"/>
                <a:gd name="T49" fmla="*/ 1 h 628"/>
                <a:gd name="T50" fmla="*/ 1 w 382"/>
                <a:gd name="T51" fmla="*/ 2 h 628"/>
                <a:gd name="T52" fmla="*/ 1 w 382"/>
                <a:gd name="T53" fmla="*/ 2 h 628"/>
                <a:gd name="T54" fmla="*/ 1 w 382"/>
                <a:gd name="T55" fmla="*/ 2 h 628"/>
                <a:gd name="T56" fmla="*/ 0 w 382"/>
                <a:gd name="T57" fmla="*/ 3 h 628"/>
                <a:gd name="T58" fmla="*/ 0 w 382"/>
                <a:gd name="T59" fmla="*/ 3 h 628"/>
                <a:gd name="T60" fmla="*/ 0 w 382"/>
                <a:gd name="T61" fmla="*/ 3 h 628"/>
                <a:gd name="T62" fmla="*/ 0 w 382"/>
                <a:gd name="T63" fmla="*/ 4 h 628"/>
                <a:gd name="T64" fmla="*/ 0 w 382"/>
                <a:gd name="T65" fmla="*/ 4 h 628"/>
                <a:gd name="T66" fmla="*/ 0 w 382"/>
                <a:gd name="T67" fmla="*/ 4 h 628"/>
                <a:gd name="T68" fmla="*/ 0 w 382"/>
                <a:gd name="T69" fmla="*/ 5 h 628"/>
                <a:gd name="T70" fmla="*/ 0 w 382"/>
                <a:gd name="T71" fmla="*/ 5 h 628"/>
                <a:gd name="T72" fmla="*/ 0 w 382"/>
                <a:gd name="T73" fmla="*/ 5 h 628"/>
                <a:gd name="T74" fmla="*/ 0 w 382"/>
                <a:gd name="T75" fmla="*/ 5 h 628"/>
                <a:gd name="T76" fmla="*/ 0 w 382"/>
                <a:gd name="T77" fmla="*/ 5 h 628"/>
                <a:gd name="T78" fmla="*/ 0 w 382"/>
                <a:gd name="T79" fmla="*/ 5 h 628"/>
                <a:gd name="T80" fmla="*/ 0 w 382"/>
                <a:gd name="T81" fmla="*/ 5 h 628"/>
                <a:gd name="T82" fmla="*/ 1 w 382"/>
                <a:gd name="T83" fmla="*/ 5 h 628"/>
                <a:gd name="T84" fmla="*/ 1 w 382"/>
                <a:gd name="T85" fmla="*/ 5 h 628"/>
                <a:gd name="T86" fmla="*/ 1 w 382"/>
                <a:gd name="T87" fmla="*/ 5 h 628"/>
                <a:gd name="T88" fmla="*/ 1 w 382"/>
                <a:gd name="T89" fmla="*/ 5 h 628"/>
                <a:gd name="T90" fmla="*/ 1 w 382"/>
                <a:gd name="T91" fmla="*/ 5 h 628"/>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382"/>
                <a:gd name="T139" fmla="*/ 0 h 628"/>
                <a:gd name="T140" fmla="*/ 382 w 382"/>
                <a:gd name="T141" fmla="*/ 628 h 628"/>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382" h="628">
                  <a:moveTo>
                    <a:pt x="94" y="581"/>
                  </a:moveTo>
                  <a:lnTo>
                    <a:pt x="94" y="582"/>
                  </a:lnTo>
                  <a:lnTo>
                    <a:pt x="96" y="541"/>
                  </a:lnTo>
                  <a:lnTo>
                    <a:pt x="99" y="500"/>
                  </a:lnTo>
                  <a:lnTo>
                    <a:pt x="106" y="463"/>
                  </a:lnTo>
                  <a:lnTo>
                    <a:pt x="115" y="424"/>
                  </a:lnTo>
                  <a:lnTo>
                    <a:pt x="127" y="389"/>
                  </a:lnTo>
                  <a:lnTo>
                    <a:pt x="140" y="353"/>
                  </a:lnTo>
                  <a:lnTo>
                    <a:pt x="156" y="320"/>
                  </a:lnTo>
                  <a:lnTo>
                    <a:pt x="173" y="287"/>
                  </a:lnTo>
                  <a:lnTo>
                    <a:pt x="193" y="255"/>
                  </a:lnTo>
                  <a:lnTo>
                    <a:pt x="214" y="226"/>
                  </a:lnTo>
                  <a:lnTo>
                    <a:pt x="238" y="198"/>
                  </a:lnTo>
                  <a:lnTo>
                    <a:pt x="263" y="172"/>
                  </a:lnTo>
                  <a:lnTo>
                    <a:pt x="290" y="146"/>
                  </a:lnTo>
                  <a:lnTo>
                    <a:pt x="318" y="122"/>
                  </a:lnTo>
                  <a:lnTo>
                    <a:pt x="349" y="101"/>
                  </a:lnTo>
                  <a:lnTo>
                    <a:pt x="382" y="82"/>
                  </a:lnTo>
                  <a:lnTo>
                    <a:pt x="335" y="0"/>
                  </a:lnTo>
                  <a:lnTo>
                    <a:pt x="297" y="23"/>
                  </a:lnTo>
                  <a:lnTo>
                    <a:pt x="262" y="49"/>
                  </a:lnTo>
                  <a:lnTo>
                    <a:pt x="229" y="76"/>
                  </a:lnTo>
                  <a:lnTo>
                    <a:pt x="198" y="104"/>
                  </a:lnTo>
                  <a:lnTo>
                    <a:pt x="167" y="137"/>
                  </a:lnTo>
                  <a:lnTo>
                    <a:pt x="142" y="170"/>
                  </a:lnTo>
                  <a:lnTo>
                    <a:pt x="116" y="204"/>
                  </a:lnTo>
                  <a:lnTo>
                    <a:pt x="94" y="240"/>
                  </a:lnTo>
                  <a:lnTo>
                    <a:pt x="74" y="278"/>
                  </a:lnTo>
                  <a:lnTo>
                    <a:pt x="54" y="317"/>
                  </a:lnTo>
                  <a:lnTo>
                    <a:pt x="38" y="359"/>
                  </a:lnTo>
                  <a:lnTo>
                    <a:pt x="26" y="401"/>
                  </a:lnTo>
                  <a:lnTo>
                    <a:pt x="15" y="444"/>
                  </a:lnTo>
                  <a:lnTo>
                    <a:pt x="8" y="489"/>
                  </a:lnTo>
                  <a:lnTo>
                    <a:pt x="2" y="534"/>
                  </a:lnTo>
                  <a:lnTo>
                    <a:pt x="0" y="580"/>
                  </a:lnTo>
                  <a:lnTo>
                    <a:pt x="0" y="581"/>
                  </a:lnTo>
                  <a:lnTo>
                    <a:pt x="0" y="580"/>
                  </a:lnTo>
                  <a:lnTo>
                    <a:pt x="3" y="600"/>
                  </a:lnTo>
                  <a:lnTo>
                    <a:pt x="14" y="615"/>
                  </a:lnTo>
                  <a:lnTo>
                    <a:pt x="29" y="625"/>
                  </a:lnTo>
                  <a:lnTo>
                    <a:pt x="45" y="628"/>
                  </a:lnTo>
                  <a:lnTo>
                    <a:pt x="63" y="626"/>
                  </a:lnTo>
                  <a:lnTo>
                    <a:pt x="78" y="616"/>
                  </a:lnTo>
                  <a:lnTo>
                    <a:pt x="89" y="602"/>
                  </a:lnTo>
                  <a:lnTo>
                    <a:pt x="94" y="582"/>
                  </a:lnTo>
                  <a:lnTo>
                    <a:pt x="94" y="5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6461" name="Freeform 43"/>
            <p:cNvSpPr>
              <a:spLocks/>
            </p:cNvSpPr>
            <p:nvPr/>
          </p:nvSpPr>
          <p:spPr bwMode="auto">
            <a:xfrm>
              <a:off x="868" y="1712"/>
              <a:ext cx="19" cy="364"/>
            </a:xfrm>
            <a:custGeom>
              <a:avLst/>
              <a:gdLst>
                <a:gd name="T0" fmla="*/ 1 w 94"/>
                <a:gd name="T1" fmla="*/ 14 h 1818"/>
                <a:gd name="T2" fmla="*/ 1 w 94"/>
                <a:gd name="T3" fmla="*/ 14 h 1818"/>
                <a:gd name="T4" fmla="*/ 1 w 94"/>
                <a:gd name="T5" fmla="*/ 0 h 1818"/>
                <a:gd name="T6" fmla="*/ 0 w 94"/>
                <a:gd name="T7" fmla="*/ 0 h 1818"/>
                <a:gd name="T8" fmla="*/ 0 w 94"/>
                <a:gd name="T9" fmla="*/ 14 h 1818"/>
                <a:gd name="T10" fmla="*/ 0 w 94"/>
                <a:gd name="T11" fmla="*/ 14 h 1818"/>
                <a:gd name="T12" fmla="*/ 0 w 94"/>
                <a:gd name="T13" fmla="*/ 14 h 1818"/>
                <a:gd name="T14" fmla="*/ 0 w 94"/>
                <a:gd name="T15" fmla="*/ 14 h 1818"/>
                <a:gd name="T16" fmla="*/ 0 w 94"/>
                <a:gd name="T17" fmla="*/ 14 h 1818"/>
                <a:gd name="T18" fmla="*/ 0 w 94"/>
                <a:gd name="T19" fmla="*/ 15 h 1818"/>
                <a:gd name="T20" fmla="*/ 0 w 94"/>
                <a:gd name="T21" fmla="*/ 15 h 1818"/>
                <a:gd name="T22" fmla="*/ 1 w 94"/>
                <a:gd name="T23" fmla="*/ 15 h 1818"/>
                <a:gd name="T24" fmla="*/ 1 w 94"/>
                <a:gd name="T25" fmla="*/ 14 h 1818"/>
                <a:gd name="T26" fmla="*/ 1 w 94"/>
                <a:gd name="T27" fmla="*/ 14 h 1818"/>
                <a:gd name="T28" fmla="*/ 1 w 94"/>
                <a:gd name="T29" fmla="*/ 14 h 1818"/>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94"/>
                <a:gd name="T46" fmla="*/ 0 h 1818"/>
                <a:gd name="T47" fmla="*/ 94 w 94"/>
                <a:gd name="T48" fmla="*/ 1818 h 1818"/>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94" h="1818">
                  <a:moveTo>
                    <a:pt x="94" y="1771"/>
                  </a:moveTo>
                  <a:lnTo>
                    <a:pt x="94" y="1771"/>
                  </a:lnTo>
                  <a:lnTo>
                    <a:pt x="94" y="0"/>
                  </a:lnTo>
                  <a:lnTo>
                    <a:pt x="0" y="0"/>
                  </a:lnTo>
                  <a:lnTo>
                    <a:pt x="0" y="1771"/>
                  </a:lnTo>
                  <a:lnTo>
                    <a:pt x="3" y="1791"/>
                  </a:lnTo>
                  <a:lnTo>
                    <a:pt x="15" y="1806"/>
                  </a:lnTo>
                  <a:lnTo>
                    <a:pt x="29" y="1814"/>
                  </a:lnTo>
                  <a:lnTo>
                    <a:pt x="47" y="1818"/>
                  </a:lnTo>
                  <a:lnTo>
                    <a:pt x="64" y="1814"/>
                  </a:lnTo>
                  <a:lnTo>
                    <a:pt x="79" y="1806"/>
                  </a:lnTo>
                  <a:lnTo>
                    <a:pt x="90" y="1791"/>
                  </a:lnTo>
                  <a:lnTo>
                    <a:pt x="94" y="17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6462" name="Freeform 44"/>
            <p:cNvSpPr>
              <a:spLocks/>
            </p:cNvSpPr>
            <p:nvPr/>
          </p:nvSpPr>
          <p:spPr bwMode="auto">
            <a:xfrm>
              <a:off x="868" y="2067"/>
              <a:ext cx="90" cy="160"/>
            </a:xfrm>
            <a:custGeom>
              <a:avLst/>
              <a:gdLst>
                <a:gd name="T0" fmla="*/ 3 w 449"/>
                <a:gd name="T1" fmla="*/ 6 h 803"/>
                <a:gd name="T2" fmla="*/ 3 w 449"/>
                <a:gd name="T3" fmla="*/ 6 h 803"/>
                <a:gd name="T4" fmla="*/ 3 w 449"/>
                <a:gd name="T5" fmla="*/ 5 h 803"/>
                <a:gd name="T6" fmla="*/ 3 w 449"/>
                <a:gd name="T7" fmla="*/ 5 h 803"/>
                <a:gd name="T8" fmla="*/ 3 w 449"/>
                <a:gd name="T9" fmla="*/ 5 h 803"/>
                <a:gd name="T10" fmla="*/ 2 w 449"/>
                <a:gd name="T11" fmla="*/ 5 h 803"/>
                <a:gd name="T12" fmla="*/ 2 w 449"/>
                <a:gd name="T13" fmla="*/ 4 h 803"/>
                <a:gd name="T14" fmla="*/ 2 w 449"/>
                <a:gd name="T15" fmla="*/ 4 h 803"/>
                <a:gd name="T16" fmla="*/ 2 w 449"/>
                <a:gd name="T17" fmla="*/ 4 h 803"/>
                <a:gd name="T18" fmla="*/ 2 w 449"/>
                <a:gd name="T19" fmla="*/ 3 h 803"/>
                <a:gd name="T20" fmla="*/ 1 w 449"/>
                <a:gd name="T21" fmla="*/ 3 h 803"/>
                <a:gd name="T22" fmla="*/ 1 w 449"/>
                <a:gd name="T23" fmla="*/ 2 h 803"/>
                <a:gd name="T24" fmla="*/ 1 w 449"/>
                <a:gd name="T25" fmla="*/ 2 h 803"/>
                <a:gd name="T26" fmla="*/ 1 w 449"/>
                <a:gd name="T27" fmla="*/ 2 h 803"/>
                <a:gd name="T28" fmla="*/ 1 w 449"/>
                <a:gd name="T29" fmla="*/ 1 h 803"/>
                <a:gd name="T30" fmla="*/ 1 w 449"/>
                <a:gd name="T31" fmla="*/ 1 h 803"/>
                <a:gd name="T32" fmla="*/ 1 w 449"/>
                <a:gd name="T33" fmla="*/ 0 h 803"/>
                <a:gd name="T34" fmla="*/ 1 w 449"/>
                <a:gd name="T35" fmla="*/ 0 h 803"/>
                <a:gd name="T36" fmla="*/ 0 w 449"/>
                <a:gd name="T37" fmla="*/ 0 h 803"/>
                <a:gd name="T38" fmla="*/ 0 w 449"/>
                <a:gd name="T39" fmla="*/ 0 h 803"/>
                <a:gd name="T40" fmla="*/ 0 w 449"/>
                <a:gd name="T41" fmla="*/ 1 h 803"/>
                <a:gd name="T42" fmla="*/ 0 w 449"/>
                <a:gd name="T43" fmla="*/ 1 h 803"/>
                <a:gd name="T44" fmla="*/ 0 w 449"/>
                <a:gd name="T45" fmla="*/ 2 h 803"/>
                <a:gd name="T46" fmla="*/ 0 w 449"/>
                <a:gd name="T47" fmla="*/ 2 h 803"/>
                <a:gd name="T48" fmla="*/ 0 w 449"/>
                <a:gd name="T49" fmla="*/ 3 h 803"/>
                <a:gd name="T50" fmla="*/ 1 w 449"/>
                <a:gd name="T51" fmla="*/ 3 h 803"/>
                <a:gd name="T52" fmla="*/ 1 w 449"/>
                <a:gd name="T53" fmla="*/ 4 h 803"/>
                <a:gd name="T54" fmla="*/ 1 w 449"/>
                <a:gd name="T55" fmla="*/ 4 h 803"/>
                <a:gd name="T56" fmla="*/ 1 w 449"/>
                <a:gd name="T57" fmla="*/ 4 h 803"/>
                <a:gd name="T58" fmla="*/ 2 w 449"/>
                <a:gd name="T59" fmla="*/ 5 h 803"/>
                <a:gd name="T60" fmla="*/ 2 w 449"/>
                <a:gd name="T61" fmla="*/ 5 h 803"/>
                <a:gd name="T62" fmla="*/ 2 w 449"/>
                <a:gd name="T63" fmla="*/ 5 h 803"/>
                <a:gd name="T64" fmla="*/ 2 w 449"/>
                <a:gd name="T65" fmla="*/ 6 h 803"/>
                <a:gd name="T66" fmla="*/ 3 w 449"/>
                <a:gd name="T67" fmla="*/ 6 h 803"/>
                <a:gd name="T68" fmla="*/ 3 w 449"/>
                <a:gd name="T69" fmla="*/ 6 h 803"/>
                <a:gd name="T70" fmla="*/ 3 w 449"/>
                <a:gd name="T71" fmla="*/ 6 h 803"/>
                <a:gd name="T72" fmla="*/ 3 w 449"/>
                <a:gd name="T73" fmla="*/ 6 h 803"/>
                <a:gd name="T74" fmla="*/ 3 w 449"/>
                <a:gd name="T75" fmla="*/ 6 h 803"/>
                <a:gd name="T76" fmla="*/ 3 w 449"/>
                <a:gd name="T77" fmla="*/ 6 h 803"/>
                <a:gd name="T78" fmla="*/ 3 w 449"/>
                <a:gd name="T79" fmla="*/ 6 h 803"/>
                <a:gd name="T80" fmla="*/ 4 w 449"/>
                <a:gd name="T81" fmla="*/ 6 h 803"/>
                <a:gd name="T82" fmla="*/ 4 w 449"/>
                <a:gd name="T83" fmla="*/ 6 h 803"/>
                <a:gd name="T84" fmla="*/ 4 w 449"/>
                <a:gd name="T85" fmla="*/ 6 h 803"/>
                <a:gd name="T86" fmla="*/ 4 w 449"/>
                <a:gd name="T87" fmla="*/ 6 h 803"/>
                <a:gd name="T88" fmla="*/ 3 w 449"/>
                <a:gd name="T89" fmla="*/ 6 h 803"/>
                <a:gd name="T90" fmla="*/ 3 w 449"/>
                <a:gd name="T91" fmla="*/ 6 h 80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449"/>
                <a:gd name="T139" fmla="*/ 0 h 803"/>
                <a:gd name="T140" fmla="*/ 449 w 449"/>
                <a:gd name="T141" fmla="*/ 803 h 80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449" h="803">
                  <a:moveTo>
                    <a:pt x="426" y="717"/>
                  </a:moveTo>
                  <a:lnTo>
                    <a:pt x="427" y="717"/>
                  </a:lnTo>
                  <a:lnTo>
                    <a:pt x="395" y="693"/>
                  </a:lnTo>
                  <a:lnTo>
                    <a:pt x="361" y="662"/>
                  </a:lnTo>
                  <a:lnTo>
                    <a:pt x="329" y="628"/>
                  </a:lnTo>
                  <a:lnTo>
                    <a:pt x="299" y="591"/>
                  </a:lnTo>
                  <a:lnTo>
                    <a:pt x="269" y="551"/>
                  </a:lnTo>
                  <a:lnTo>
                    <a:pt x="241" y="507"/>
                  </a:lnTo>
                  <a:lnTo>
                    <a:pt x="215" y="460"/>
                  </a:lnTo>
                  <a:lnTo>
                    <a:pt x="191" y="412"/>
                  </a:lnTo>
                  <a:lnTo>
                    <a:pt x="170" y="363"/>
                  </a:lnTo>
                  <a:lnTo>
                    <a:pt x="151" y="312"/>
                  </a:lnTo>
                  <a:lnTo>
                    <a:pt x="133" y="259"/>
                  </a:lnTo>
                  <a:lnTo>
                    <a:pt x="119" y="207"/>
                  </a:lnTo>
                  <a:lnTo>
                    <a:pt x="108" y="156"/>
                  </a:lnTo>
                  <a:lnTo>
                    <a:pt x="101" y="103"/>
                  </a:lnTo>
                  <a:lnTo>
                    <a:pt x="96" y="51"/>
                  </a:lnTo>
                  <a:lnTo>
                    <a:pt x="94" y="0"/>
                  </a:lnTo>
                  <a:lnTo>
                    <a:pt x="0" y="0"/>
                  </a:lnTo>
                  <a:lnTo>
                    <a:pt x="2" y="56"/>
                  </a:lnTo>
                  <a:lnTo>
                    <a:pt x="7" y="115"/>
                  </a:lnTo>
                  <a:lnTo>
                    <a:pt x="16" y="172"/>
                  </a:lnTo>
                  <a:lnTo>
                    <a:pt x="28" y="231"/>
                  </a:lnTo>
                  <a:lnTo>
                    <a:pt x="44" y="287"/>
                  </a:lnTo>
                  <a:lnTo>
                    <a:pt x="62" y="342"/>
                  </a:lnTo>
                  <a:lnTo>
                    <a:pt x="83" y="398"/>
                  </a:lnTo>
                  <a:lnTo>
                    <a:pt x="106" y="452"/>
                  </a:lnTo>
                  <a:lnTo>
                    <a:pt x="133" y="505"/>
                  </a:lnTo>
                  <a:lnTo>
                    <a:pt x="161" y="554"/>
                  </a:lnTo>
                  <a:lnTo>
                    <a:pt x="192" y="602"/>
                  </a:lnTo>
                  <a:lnTo>
                    <a:pt x="224" y="647"/>
                  </a:lnTo>
                  <a:lnTo>
                    <a:pt x="259" y="689"/>
                  </a:lnTo>
                  <a:lnTo>
                    <a:pt x="295" y="728"/>
                  </a:lnTo>
                  <a:lnTo>
                    <a:pt x="334" y="763"/>
                  </a:lnTo>
                  <a:lnTo>
                    <a:pt x="374" y="795"/>
                  </a:lnTo>
                  <a:lnTo>
                    <a:pt x="375" y="795"/>
                  </a:lnTo>
                  <a:lnTo>
                    <a:pt x="374" y="795"/>
                  </a:lnTo>
                  <a:lnTo>
                    <a:pt x="392" y="803"/>
                  </a:lnTo>
                  <a:lnTo>
                    <a:pt x="411" y="803"/>
                  </a:lnTo>
                  <a:lnTo>
                    <a:pt x="426" y="795"/>
                  </a:lnTo>
                  <a:lnTo>
                    <a:pt x="439" y="782"/>
                  </a:lnTo>
                  <a:lnTo>
                    <a:pt x="446" y="766"/>
                  </a:lnTo>
                  <a:lnTo>
                    <a:pt x="449" y="749"/>
                  </a:lnTo>
                  <a:lnTo>
                    <a:pt x="441" y="732"/>
                  </a:lnTo>
                  <a:lnTo>
                    <a:pt x="427" y="717"/>
                  </a:lnTo>
                  <a:lnTo>
                    <a:pt x="426" y="71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6463" name="Freeform 45"/>
            <p:cNvSpPr>
              <a:spLocks/>
            </p:cNvSpPr>
            <p:nvPr/>
          </p:nvSpPr>
          <p:spPr bwMode="auto">
            <a:xfrm>
              <a:off x="883" y="1673"/>
              <a:ext cx="379" cy="690"/>
            </a:xfrm>
            <a:custGeom>
              <a:avLst/>
              <a:gdLst>
                <a:gd name="T0" fmla="*/ 12 w 1897"/>
                <a:gd name="T1" fmla="*/ 6 h 3450"/>
                <a:gd name="T2" fmla="*/ 13 w 1897"/>
                <a:gd name="T3" fmla="*/ 7 h 3450"/>
                <a:gd name="T4" fmla="*/ 13 w 1897"/>
                <a:gd name="T5" fmla="*/ 7 h 3450"/>
                <a:gd name="T6" fmla="*/ 14 w 1897"/>
                <a:gd name="T7" fmla="*/ 8 h 3450"/>
                <a:gd name="T8" fmla="*/ 14 w 1897"/>
                <a:gd name="T9" fmla="*/ 9 h 3450"/>
                <a:gd name="T10" fmla="*/ 15 w 1897"/>
                <a:gd name="T11" fmla="*/ 10 h 3450"/>
                <a:gd name="T12" fmla="*/ 15 w 1897"/>
                <a:gd name="T13" fmla="*/ 11 h 3450"/>
                <a:gd name="T14" fmla="*/ 15 w 1897"/>
                <a:gd name="T15" fmla="*/ 11 h 3450"/>
                <a:gd name="T16" fmla="*/ 15 w 1897"/>
                <a:gd name="T17" fmla="*/ 12 h 3450"/>
                <a:gd name="T18" fmla="*/ 15 w 1897"/>
                <a:gd name="T19" fmla="*/ 26 h 3450"/>
                <a:gd name="T20" fmla="*/ 15 w 1897"/>
                <a:gd name="T21" fmla="*/ 26 h 3450"/>
                <a:gd name="T22" fmla="*/ 15 w 1897"/>
                <a:gd name="T23" fmla="*/ 27 h 3450"/>
                <a:gd name="T24" fmla="*/ 15 w 1897"/>
                <a:gd name="T25" fmla="*/ 27 h 3450"/>
                <a:gd name="T26" fmla="*/ 14 w 1897"/>
                <a:gd name="T27" fmla="*/ 27 h 3450"/>
                <a:gd name="T28" fmla="*/ 14 w 1897"/>
                <a:gd name="T29" fmla="*/ 28 h 3450"/>
                <a:gd name="T30" fmla="*/ 13 w 1897"/>
                <a:gd name="T31" fmla="*/ 28 h 3450"/>
                <a:gd name="T32" fmla="*/ 13 w 1897"/>
                <a:gd name="T33" fmla="*/ 27 h 3450"/>
                <a:gd name="T34" fmla="*/ 3 w 1897"/>
                <a:gd name="T35" fmla="*/ 21 h 3450"/>
                <a:gd name="T36" fmla="*/ 2 w 1897"/>
                <a:gd name="T37" fmla="*/ 21 h 3450"/>
                <a:gd name="T38" fmla="*/ 2 w 1897"/>
                <a:gd name="T39" fmla="*/ 20 h 3450"/>
                <a:gd name="T40" fmla="*/ 1 w 1897"/>
                <a:gd name="T41" fmla="*/ 19 h 3450"/>
                <a:gd name="T42" fmla="*/ 1 w 1897"/>
                <a:gd name="T43" fmla="*/ 19 h 3450"/>
                <a:gd name="T44" fmla="*/ 0 w 1897"/>
                <a:gd name="T45" fmla="*/ 18 h 3450"/>
                <a:gd name="T46" fmla="*/ 0 w 1897"/>
                <a:gd name="T47" fmla="*/ 17 h 3450"/>
                <a:gd name="T48" fmla="*/ 0 w 1897"/>
                <a:gd name="T49" fmla="*/ 16 h 3450"/>
                <a:gd name="T50" fmla="*/ 0 w 1897"/>
                <a:gd name="T51" fmla="*/ 15 h 3450"/>
                <a:gd name="T52" fmla="*/ 0 w 1897"/>
                <a:gd name="T53" fmla="*/ 2 h 3450"/>
                <a:gd name="T54" fmla="*/ 0 w 1897"/>
                <a:gd name="T55" fmla="*/ 1 h 3450"/>
                <a:gd name="T56" fmla="*/ 0 w 1897"/>
                <a:gd name="T57" fmla="*/ 1 h 3450"/>
                <a:gd name="T58" fmla="*/ 1 w 1897"/>
                <a:gd name="T59" fmla="*/ 0 h 3450"/>
                <a:gd name="T60" fmla="*/ 1 w 1897"/>
                <a:gd name="T61" fmla="*/ 0 h 3450"/>
                <a:gd name="T62" fmla="*/ 1 w 1897"/>
                <a:gd name="T63" fmla="*/ 0 h 3450"/>
                <a:gd name="T64" fmla="*/ 2 w 1897"/>
                <a:gd name="T65" fmla="*/ 0 h 3450"/>
                <a:gd name="T66" fmla="*/ 3 w 1897"/>
                <a:gd name="T67" fmla="*/ 0 h 3450"/>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897"/>
                <a:gd name="T103" fmla="*/ 0 h 3450"/>
                <a:gd name="T104" fmla="*/ 1897 w 1897"/>
                <a:gd name="T105" fmla="*/ 3450 h 3450"/>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897" h="3450">
                  <a:moveTo>
                    <a:pt x="357" y="49"/>
                  </a:moveTo>
                  <a:lnTo>
                    <a:pt x="1542" y="806"/>
                  </a:lnTo>
                  <a:lnTo>
                    <a:pt x="1579" y="832"/>
                  </a:lnTo>
                  <a:lnTo>
                    <a:pt x="1614" y="861"/>
                  </a:lnTo>
                  <a:lnTo>
                    <a:pt x="1648" y="895"/>
                  </a:lnTo>
                  <a:lnTo>
                    <a:pt x="1681" y="933"/>
                  </a:lnTo>
                  <a:lnTo>
                    <a:pt x="1711" y="973"/>
                  </a:lnTo>
                  <a:lnTo>
                    <a:pt x="1740" y="1016"/>
                  </a:lnTo>
                  <a:lnTo>
                    <a:pt x="1768" y="1062"/>
                  </a:lnTo>
                  <a:lnTo>
                    <a:pt x="1793" y="1109"/>
                  </a:lnTo>
                  <a:lnTo>
                    <a:pt x="1816" y="1158"/>
                  </a:lnTo>
                  <a:lnTo>
                    <a:pt x="1836" y="1208"/>
                  </a:lnTo>
                  <a:lnTo>
                    <a:pt x="1854" y="1260"/>
                  </a:lnTo>
                  <a:lnTo>
                    <a:pt x="1869" y="1313"/>
                  </a:lnTo>
                  <a:lnTo>
                    <a:pt x="1881" y="1364"/>
                  </a:lnTo>
                  <a:lnTo>
                    <a:pt x="1890" y="1417"/>
                  </a:lnTo>
                  <a:lnTo>
                    <a:pt x="1895" y="1469"/>
                  </a:lnTo>
                  <a:lnTo>
                    <a:pt x="1897" y="1519"/>
                  </a:lnTo>
                  <a:lnTo>
                    <a:pt x="1897" y="3142"/>
                  </a:lnTo>
                  <a:lnTo>
                    <a:pt x="1895" y="3190"/>
                  </a:lnTo>
                  <a:lnTo>
                    <a:pt x="1890" y="3235"/>
                  </a:lnTo>
                  <a:lnTo>
                    <a:pt x="1881" y="3276"/>
                  </a:lnTo>
                  <a:lnTo>
                    <a:pt x="1869" y="3313"/>
                  </a:lnTo>
                  <a:lnTo>
                    <a:pt x="1854" y="3346"/>
                  </a:lnTo>
                  <a:lnTo>
                    <a:pt x="1836" y="3375"/>
                  </a:lnTo>
                  <a:lnTo>
                    <a:pt x="1816" y="3398"/>
                  </a:lnTo>
                  <a:lnTo>
                    <a:pt x="1793" y="3418"/>
                  </a:lnTo>
                  <a:lnTo>
                    <a:pt x="1768" y="3434"/>
                  </a:lnTo>
                  <a:lnTo>
                    <a:pt x="1740" y="3444"/>
                  </a:lnTo>
                  <a:lnTo>
                    <a:pt x="1711" y="3450"/>
                  </a:lnTo>
                  <a:lnTo>
                    <a:pt x="1681" y="3450"/>
                  </a:lnTo>
                  <a:lnTo>
                    <a:pt x="1648" y="3445"/>
                  </a:lnTo>
                  <a:lnTo>
                    <a:pt x="1614" y="3436"/>
                  </a:lnTo>
                  <a:lnTo>
                    <a:pt x="1579" y="3421"/>
                  </a:lnTo>
                  <a:lnTo>
                    <a:pt x="1542" y="3400"/>
                  </a:lnTo>
                  <a:lnTo>
                    <a:pt x="357" y="2643"/>
                  </a:lnTo>
                  <a:lnTo>
                    <a:pt x="320" y="2618"/>
                  </a:lnTo>
                  <a:lnTo>
                    <a:pt x="285" y="2588"/>
                  </a:lnTo>
                  <a:lnTo>
                    <a:pt x="251" y="2554"/>
                  </a:lnTo>
                  <a:lnTo>
                    <a:pt x="218" y="2517"/>
                  </a:lnTo>
                  <a:lnTo>
                    <a:pt x="187" y="2477"/>
                  </a:lnTo>
                  <a:lnTo>
                    <a:pt x="157" y="2433"/>
                  </a:lnTo>
                  <a:lnTo>
                    <a:pt x="130" y="2388"/>
                  </a:lnTo>
                  <a:lnTo>
                    <a:pt x="105" y="2341"/>
                  </a:lnTo>
                  <a:lnTo>
                    <a:pt x="81" y="2292"/>
                  </a:lnTo>
                  <a:lnTo>
                    <a:pt x="61" y="2241"/>
                  </a:lnTo>
                  <a:lnTo>
                    <a:pt x="44" y="2190"/>
                  </a:lnTo>
                  <a:lnTo>
                    <a:pt x="29" y="2138"/>
                  </a:lnTo>
                  <a:lnTo>
                    <a:pt x="17" y="2085"/>
                  </a:lnTo>
                  <a:lnTo>
                    <a:pt x="7" y="2033"/>
                  </a:lnTo>
                  <a:lnTo>
                    <a:pt x="3" y="1981"/>
                  </a:lnTo>
                  <a:lnTo>
                    <a:pt x="0" y="1931"/>
                  </a:lnTo>
                  <a:lnTo>
                    <a:pt x="0" y="308"/>
                  </a:lnTo>
                  <a:lnTo>
                    <a:pt x="3" y="260"/>
                  </a:lnTo>
                  <a:lnTo>
                    <a:pt x="7" y="215"/>
                  </a:lnTo>
                  <a:lnTo>
                    <a:pt x="17" y="174"/>
                  </a:lnTo>
                  <a:lnTo>
                    <a:pt x="29" y="137"/>
                  </a:lnTo>
                  <a:lnTo>
                    <a:pt x="44" y="104"/>
                  </a:lnTo>
                  <a:lnTo>
                    <a:pt x="61" y="76"/>
                  </a:lnTo>
                  <a:lnTo>
                    <a:pt x="81" y="51"/>
                  </a:lnTo>
                  <a:lnTo>
                    <a:pt x="105" y="31"/>
                  </a:lnTo>
                  <a:lnTo>
                    <a:pt x="130" y="16"/>
                  </a:lnTo>
                  <a:lnTo>
                    <a:pt x="157" y="5"/>
                  </a:lnTo>
                  <a:lnTo>
                    <a:pt x="187" y="0"/>
                  </a:lnTo>
                  <a:lnTo>
                    <a:pt x="218" y="0"/>
                  </a:lnTo>
                  <a:lnTo>
                    <a:pt x="251" y="3"/>
                  </a:lnTo>
                  <a:lnTo>
                    <a:pt x="285" y="14"/>
                  </a:lnTo>
                  <a:lnTo>
                    <a:pt x="320" y="29"/>
                  </a:lnTo>
                  <a:lnTo>
                    <a:pt x="357" y="49"/>
                  </a:lnTo>
                  <a:close/>
                </a:path>
              </a:pathLst>
            </a:custGeom>
            <a:solidFill>
              <a:srgbClr val="BFBFB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6464" name="Freeform 46"/>
            <p:cNvSpPr>
              <a:spLocks/>
            </p:cNvSpPr>
            <p:nvPr/>
          </p:nvSpPr>
          <p:spPr bwMode="auto">
            <a:xfrm>
              <a:off x="1268" y="1663"/>
              <a:ext cx="393" cy="711"/>
            </a:xfrm>
            <a:custGeom>
              <a:avLst/>
              <a:gdLst>
                <a:gd name="T0" fmla="*/ 3 w 1962"/>
                <a:gd name="T1" fmla="*/ 7 h 3555"/>
                <a:gd name="T2" fmla="*/ 2 w 1962"/>
                <a:gd name="T3" fmla="*/ 7 h 3555"/>
                <a:gd name="T4" fmla="*/ 2 w 1962"/>
                <a:gd name="T5" fmla="*/ 8 h 3555"/>
                <a:gd name="T6" fmla="*/ 1 w 1962"/>
                <a:gd name="T7" fmla="*/ 8 h 3555"/>
                <a:gd name="T8" fmla="*/ 1 w 1962"/>
                <a:gd name="T9" fmla="*/ 9 h 3555"/>
                <a:gd name="T10" fmla="*/ 1 w 1962"/>
                <a:gd name="T11" fmla="*/ 10 h 3555"/>
                <a:gd name="T12" fmla="*/ 0 w 1962"/>
                <a:gd name="T13" fmla="*/ 11 h 3555"/>
                <a:gd name="T14" fmla="*/ 0 w 1962"/>
                <a:gd name="T15" fmla="*/ 12 h 3555"/>
                <a:gd name="T16" fmla="*/ 0 w 1962"/>
                <a:gd name="T17" fmla="*/ 13 h 3555"/>
                <a:gd name="T18" fmla="*/ 0 w 1962"/>
                <a:gd name="T19" fmla="*/ 26 h 3555"/>
                <a:gd name="T20" fmla="*/ 0 w 1962"/>
                <a:gd name="T21" fmla="*/ 27 h 3555"/>
                <a:gd name="T22" fmla="*/ 0 w 1962"/>
                <a:gd name="T23" fmla="*/ 28 h 3555"/>
                <a:gd name="T24" fmla="*/ 1 w 1962"/>
                <a:gd name="T25" fmla="*/ 28 h 3555"/>
                <a:gd name="T26" fmla="*/ 1 w 1962"/>
                <a:gd name="T27" fmla="*/ 28 h 3555"/>
                <a:gd name="T28" fmla="*/ 2 w 1962"/>
                <a:gd name="T29" fmla="*/ 28 h 3555"/>
                <a:gd name="T30" fmla="*/ 2 w 1962"/>
                <a:gd name="T31" fmla="*/ 28 h 3555"/>
                <a:gd name="T32" fmla="*/ 3 w 1962"/>
                <a:gd name="T33" fmla="*/ 28 h 3555"/>
                <a:gd name="T34" fmla="*/ 13 w 1962"/>
                <a:gd name="T35" fmla="*/ 22 h 3555"/>
                <a:gd name="T36" fmla="*/ 13 w 1962"/>
                <a:gd name="T37" fmla="*/ 21 h 3555"/>
                <a:gd name="T38" fmla="*/ 14 w 1962"/>
                <a:gd name="T39" fmla="*/ 21 h 3555"/>
                <a:gd name="T40" fmla="*/ 14 w 1962"/>
                <a:gd name="T41" fmla="*/ 20 h 3555"/>
                <a:gd name="T42" fmla="*/ 15 w 1962"/>
                <a:gd name="T43" fmla="*/ 19 h 3555"/>
                <a:gd name="T44" fmla="*/ 15 w 1962"/>
                <a:gd name="T45" fmla="*/ 18 h 3555"/>
                <a:gd name="T46" fmla="*/ 16 w 1962"/>
                <a:gd name="T47" fmla="*/ 18 h 3555"/>
                <a:gd name="T48" fmla="*/ 16 w 1962"/>
                <a:gd name="T49" fmla="*/ 17 h 3555"/>
                <a:gd name="T50" fmla="*/ 16 w 1962"/>
                <a:gd name="T51" fmla="*/ 16 h 3555"/>
                <a:gd name="T52" fmla="*/ 16 w 1962"/>
                <a:gd name="T53" fmla="*/ 2 h 3555"/>
                <a:gd name="T54" fmla="*/ 16 w 1962"/>
                <a:gd name="T55" fmla="*/ 1 h 3555"/>
                <a:gd name="T56" fmla="*/ 15 w 1962"/>
                <a:gd name="T57" fmla="*/ 1 h 3555"/>
                <a:gd name="T58" fmla="*/ 15 w 1962"/>
                <a:gd name="T59" fmla="*/ 0 h 3555"/>
                <a:gd name="T60" fmla="*/ 15 w 1962"/>
                <a:gd name="T61" fmla="*/ 0 h 3555"/>
                <a:gd name="T62" fmla="*/ 14 w 1962"/>
                <a:gd name="T63" fmla="*/ 0 h 3555"/>
                <a:gd name="T64" fmla="*/ 14 w 1962"/>
                <a:gd name="T65" fmla="*/ 0 h 3555"/>
                <a:gd name="T66" fmla="*/ 13 w 1962"/>
                <a:gd name="T67" fmla="*/ 0 h 3555"/>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962"/>
                <a:gd name="T103" fmla="*/ 0 h 3555"/>
                <a:gd name="T104" fmla="*/ 1962 w 1962"/>
                <a:gd name="T105" fmla="*/ 3555 h 3555"/>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962" h="3555">
                  <a:moveTo>
                    <a:pt x="1594" y="50"/>
                  </a:moveTo>
                  <a:lnTo>
                    <a:pt x="368" y="831"/>
                  </a:lnTo>
                  <a:lnTo>
                    <a:pt x="330" y="858"/>
                  </a:lnTo>
                  <a:lnTo>
                    <a:pt x="294" y="888"/>
                  </a:lnTo>
                  <a:lnTo>
                    <a:pt x="259" y="922"/>
                  </a:lnTo>
                  <a:lnTo>
                    <a:pt x="225" y="961"/>
                  </a:lnTo>
                  <a:lnTo>
                    <a:pt x="193" y="1003"/>
                  </a:lnTo>
                  <a:lnTo>
                    <a:pt x="163" y="1047"/>
                  </a:lnTo>
                  <a:lnTo>
                    <a:pt x="133" y="1094"/>
                  </a:lnTo>
                  <a:lnTo>
                    <a:pt x="108" y="1143"/>
                  </a:lnTo>
                  <a:lnTo>
                    <a:pt x="84" y="1193"/>
                  </a:lnTo>
                  <a:lnTo>
                    <a:pt x="63" y="1246"/>
                  </a:lnTo>
                  <a:lnTo>
                    <a:pt x="44" y="1299"/>
                  </a:lnTo>
                  <a:lnTo>
                    <a:pt x="29" y="1353"/>
                  </a:lnTo>
                  <a:lnTo>
                    <a:pt x="16" y="1405"/>
                  </a:lnTo>
                  <a:lnTo>
                    <a:pt x="7" y="1459"/>
                  </a:lnTo>
                  <a:lnTo>
                    <a:pt x="2" y="1512"/>
                  </a:lnTo>
                  <a:lnTo>
                    <a:pt x="0" y="1565"/>
                  </a:lnTo>
                  <a:lnTo>
                    <a:pt x="0" y="3237"/>
                  </a:lnTo>
                  <a:lnTo>
                    <a:pt x="2" y="3287"/>
                  </a:lnTo>
                  <a:lnTo>
                    <a:pt x="7" y="3333"/>
                  </a:lnTo>
                  <a:lnTo>
                    <a:pt x="16" y="3375"/>
                  </a:lnTo>
                  <a:lnTo>
                    <a:pt x="29" y="3413"/>
                  </a:lnTo>
                  <a:lnTo>
                    <a:pt x="44" y="3447"/>
                  </a:lnTo>
                  <a:lnTo>
                    <a:pt x="63" y="3477"/>
                  </a:lnTo>
                  <a:lnTo>
                    <a:pt x="84" y="3502"/>
                  </a:lnTo>
                  <a:lnTo>
                    <a:pt x="108" y="3522"/>
                  </a:lnTo>
                  <a:lnTo>
                    <a:pt x="133" y="3538"/>
                  </a:lnTo>
                  <a:lnTo>
                    <a:pt x="163" y="3549"/>
                  </a:lnTo>
                  <a:lnTo>
                    <a:pt x="193" y="3555"/>
                  </a:lnTo>
                  <a:lnTo>
                    <a:pt x="225" y="3555"/>
                  </a:lnTo>
                  <a:lnTo>
                    <a:pt x="259" y="3550"/>
                  </a:lnTo>
                  <a:lnTo>
                    <a:pt x="294" y="3541"/>
                  </a:lnTo>
                  <a:lnTo>
                    <a:pt x="330" y="3524"/>
                  </a:lnTo>
                  <a:lnTo>
                    <a:pt x="368" y="3503"/>
                  </a:lnTo>
                  <a:lnTo>
                    <a:pt x="1594" y="2722"/>
                  </a:lnTo>
                  <a:lnTo>
                    <a:pt x="1632" y="2696"/>
                  </a:lnTo>
                  <a:lnTo>
                    <a:pt x="1668" y="2665"/>
                  </a:lnTo>
                  <a:lnTo>
                    <a:pt x="1703" y="2631"/>
                  </a:lnTo>
                  <a:lnTo>
                    <a:pt x="1737" y="2592"/>
                  </a:lnTo>
                  <a:lnTo>
                    <a:pt x="1769" y="2551"/>
                  </a:lnTo>
                  <a:lnTo>
                    <a:pt x="1799" y="2506"/>
                  </a:lnTo>
                  <a:lnTo>
                    <a:pt x="1829" y="2460"/>
                  </a:lnTo>
                  <a:lnTo>
                    <a:pt x="1854" y="2411"/>
                  </a:lnTo>
                  <a:lnTo>
                    <a:pt x="1878" y="2361"/>
                  </a:lnTo>
                  <a:lnTo>
                    <a:pt x="1899" y="2308"/>
                  </a:lnTo>
                  <a:lnTo>
                    <a:pt x="1918" y="2256"/>
                  </a:lnTo>
                  <a:lnTo>
                    <a:pt x="1933" y="2202"/>
                  </a:lnTo>
                  <a:lnTo>
                    <a:pt x="1946" y="2149"/>
                  </a:lnTo>
                  <a:lnTo>
                    <a:pt x="1955" y="2095"/>
                  </a:lnTo>
                  <a:lnTo>
                    <a:pt x="1960" y="2042"/>
                  </a:lnTo>
                  <a:lnTo>
                    <a:pt x="1962" y="1989"/>
                  </a:lnTo>
                  <a:lnTo>
                    <a:pt x="1962" y="319"/>
                  </a:lnTo>
                  <a:lnTo>
                    <a:pt x="1960" y="269"/>
                  </a:lnTo>
                  <a:lnTo>
                    <a:pt x="1955" y="223"/>
                  </a:lnTo>
                  <a:lnTo>
                    <a:pt x="1946" y="180"/>
                  </a:lnTo>
                  <a:lnTo>
                    <a:pt x="1933" y="143"/>
                  </a:lnTo>
                  <a:lnTo>
                    <a:pt x="1918" y="109"/>
                  </a:lnTo>
                  <a:lnTo>
                    <a:pt x="1899" y="79"/>
                  </a:lnTo>
                  <a:lnTo>
                    <a:pt x="1878" y="54"/>
                  </a:lnTo>
                  <a:lnTo>
                    <a:pt x="1854" y="33"/>
                  </a:lnTo>
                  <a:lnTo>
                    <a:pt x="1829" y="17"/>
                  </a:lnTo>
                  <a:lnTo>
                    <a:pt x="1799" y="7"/>
                  </a:lnTo>
                  <a:lnTo>
                    <a:pt x="1769" y="0"/>
                  </a:lnTo>
                  <a:lnTo>
                    <a:pt x="1737" y="0"/>
                  </a:lnTo>
                  <a:lnTo>
                    <a:pt x="1703" y="4"/>
                  </a:lnTo>
                  <a:lnTo>
                    <a:pt x="1668" y="14"/>
                  </a:lnTo>
                  <a:lnTo>
                    <a:pt x="1632" y="29"/>
                  </a:lnTo>
                  <a:lnTo>
                    <a:pt x="1594" y="50"/>
                  </a:lnTo>
                  <a:close/>
                </a:path>
              </a:pathLst>
            </a:custGeom>
            <a:solidFill>
              <a:srgbClr val="E5E5E5"/>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6465" name="Freeform 47"/>
            <p:cNvSpPr>
              <a:spLocks noEditPoints="1"/>
            </p:cNvSpPr>
            <p:nvPr/>
          </p:nvSpPr>
          <p:spPr bwMode="auto">
            <a:xfrm>
              <a:off x="916" y="1589"/>
              <a:ext cx="697" cy="698"/>
            </a:xfrm>
            <a:custGeom>
              <a:avLst/>
              <a:gdLst>
                <a:gd name="T0" fmla="*/ 16 w 3485"/>
                <a:gd name="T1" fmla="*/ 0 h 3490"/>
                <a:gd name="T2" fmla="*/ 17 w 3485"/>
                <a:gd name="T3" fmla="*/ 2 h 3490"/>
                <a:gd name="T4" fmla="*/ 17 w 3485"/>
                <a:gd name="T5" fmla="*/ 3 h 3490"/>
                <a:gd name="T6" fmla="*/ 14 w 3485"/>
                <a:gd name="T7" fmla="*/ 4 h 3490"/>
                <a:gd name="T8" fmla="*/ 12 w 3485"/>
                <a:gd name="T9" fmla="*/ 4 h 3490"/>
                <a:gd name="T10" fmla="*/ 11 w 3485"/>
                <a:gd name="T11" fmla="*/ 2 h 3490"/>
                <a:gd name="T12" fmla="*/ 11 w 3485"/>
                <a:gd name="T13" fmla="*/ 1 h 3490"/>
                <a:gd name="T14" fmla="*/ 14 w 3485"/>
                <a:gd name="T15" fmla="*/ 0 h 3490"/>
                <a:gd name="T16" fmla="*/ 3 w 3485"/>
                <a:gd name="T17" fmla="*/ 7 h 3490"/>
                <a:gd name="T18" fmla="*/ 4 w 3485"/>
                <a:gd name="T19" fmla="*/ 9 h 3490"/>
                <a:gd name="T20" fmla="*/ 3 w 3485"/>
                <a:gd name="T21" fmla="*/ 12 h 3490"/>
                <a:gd name="T22" fmla="*/ 2 w 3485"/>
                <a:gd name="T23" fmla="*/ 13 h 3490"/>
                <a:gd name="T24" fmla="*/ 1 w 3485"/>
                <a:gd name="T25" fmla="*/ 12 h 3490"/>
                <a:gd name="T26" fmla="*/ 0 w 3485"/>
                <a:gd name="T27" fmla="*/ 10 h 3490"/>
                <a:gd name="T28" fmla="*/ 0 w 3485"/>
                <a:gd name="T29" fmla="*/ 8 h 3490"/>
                <a:gd name="T30" fmla="*/ 2 w 3485"/>
                <a:gd name="T31" fmla="*/ 6 h 3490"/>
                <a:gd name="T32" fmla="*/ 10 w 3485"/>
                <a:gd name="T33" fmla="*/ 20 h 3490"/>
                <a:gd name="T34" fmla="*/ 11 w 3485"/>
                <a:gd name="T35" fmla="*/ 22 h 3490"/>
                <a:gd name="T36" fmla="*/ 11 w 3485"/>
                <a:gd name="T37" fmla="*/ 25 h 3490"/>
                <a:gd name="T38" fmla="*/ 10 w 3485"/>
                <a:gd name="T39" fmla="*/ 27 h 3490"/>
                <a:gd name="T40" fmla="*/ 8 w 3485"/>
                <a:gd name="T41" fmla="*/ 26 h 3490"/>
                <a:gd name="T42" fmla="*/ 7 w 3485"/>
                <a:gd name="T43" fmla="*/ 24 h 3490"/>
                <a:gd name="T44" fmla="*/ 7 w 3485"/>
                <a:gd name="T45" fmla="*/ 22 h 3490"/>
                <a:gd name="T46" fmla="*/ 8 w 3485"/>
                <a:gd name="T47" fmla="*/ 20 h 3490"/>
                <a:gd name="T48" fmla="*/ 20 w 3485"/>
                <a:gd name="T49" fmla="*/ 21 h 3490"/>
                <a:gd name="T50" fmla="*/ 21 w 3485"/>
                <a:gd name="T51" fmla="*/ 23 h 3490"/>
                <a:gd name="T52" fmla="*/ 21 w 3485"/>
                <a:gd name="T53" fmla="*/ 26 h 3490"/>
                <a:gd name="T54" fmla="*/ 20 w 3485"/>
                <a:gd name="T55" fmla="*/ 28 h 3490"/>
                <a:gd name="T56" fmla="*/ 18 w 3485"/>
                <a:gd name="T57" fmla="*/ 28 h 3490"/>
                <a:gd name="T58" fmla="*/ 17 w 3485"/>
                <a:gd name="T59" fmla="*/ 26 h 3490"/>
                <a:gd name="T60" fmla="*/ 17 w 3485"/>
                <a:gd name="T61" fmla="*/ 23 h 3490"/>
                <a:gd name="T62" fmla="*/ 18 w 3485"/>
                <a:gd name="T63" fmla="*/ 21 h 3490"/>
                <a:gd name="T64" fmla="*/ 19 w 3485"/>
                <a:gd name="T65" fmla="*/ 11 h 3490"/>
                <a:gd name="T66" fmla="*/ 20 w 3485"/>
                <a:gd name="T67" fmla="*/ 13 h 3490"/>
                <a:gd name="T68" fmla="*/ 21 w 3485"/>
                <a:gd name="T69" fmla="*/ 15 h 3490"/>
                <a:gd name="T70" fmla="*/ 20 w 3485"/>
                <a:gd name="T71" fmla="*/ 17 h 3490"/>
                <a:gd name="T72" fmla="*/ 18 w 3485"/>
                <a:gd name="T73" fmla="*/ 17 h 3490"/>
                <a:gd name="T74" fmla="*/ 17 w 3485"/>
                <a:gd name="T75" fmla="*/ 16 h 3490"/>
                <a:gd name="T76" fmla="*/ 17 w 3485"/>
                <a:gd name="T77" fmla="*/ 13 h 3490"/>
                <a:gd name="T78" fmla="*/ 18 w 3485"/>
                <a:gd name="T79" fmla="*/ 11 h 3490"/>
                <a:gd name="T80" fmla="*/ 26 w 3485"/>
                <a:gd name="T81" fmla="*/ 7 h 3490"/>
                <a:gd name="T82" fmla="*/ 27 w 3485"/>
                <a:gd name="T83" fmla="*/ 8 h 3490"/>
                <a:gd name="T84" fmla="*/ 27 w 3485"/>
                <a:gd name="T85" fmla="*/ 11 h 3490"/>
                <a:gd name="T86" fmla="*/ 26 w 3485"/>
                <a:gd name="T87" fmla="*/ 13 h 3490"/>
                <a:gd name="T88" fmla="*/ 25 w 3485"/>
                <a:gd name="T89" fmla="*/ 13 h 3490"/>
                <a:gd name="T90" fmla="*/ 24 w 3485"/>
                <a:gd name="T91" fmla="*/ 12 h 3490"/>
                <a:gd name="T92" fmla="*/ 24 w 3485"/>
                <a:gd name="T93" fmla="*/ 9 h 3490"/>
                <a:gd name="T94" fmla="*/ 24 w 3485"/>
                <a:gd name="T95" fmla="*/ 7 h 3490"/>
                <a:gd name="T96" fmla="*/ 26 w 3485"/>
                <a:gd name="T97" fmla="*/ 17 h 3490"/>
                <a:gd name="T98" fmla="*/ 27 w 3485"/>
                <a:gd name="T99" fmla="*/ 18 h 3490"/>
                <a:gd name="T100" fmla="*/ 28 w 3485"/>
                <a:gd name="T101" fmla="*/ 21 h 3490"/>
                <a:gd name="T102" fmla="*/ 27 w 3485"/>
                <a:gd name="T103" fmla="*/ 23 h 3490"/>
                <a:gd name="T104" fmla="*/ 26 w 3485"/>
                <a:gd name="T105" fmla="*/ 24 h 3490"/>
                <a:gd name="T106" fmla="*/ 24 w 3485"/>
                <a:gd name="T107" fmla="*/ 23 h 3490"/>
                <a:gd name="T108" fmla="*/ 24 w 3485"/>
                <a:gd name="T109" fmla="*/ 20 h 3490"/>
                <a:gd name="T110" fmla="*/ 25 w 3485"/>
                <a:gd name="T111" fmla="*/ 18 h 3490"/>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w 3485"/>
                <a:gd name="T169" fmla="*/ 0 h 3490"/>
                <a:gd name="T170" fmla="*/ 3485 w 3485"/>
                <a:gd name="T171" fmla="*/ 3490 h 3490"/>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T168" t="T169" r="T170" b="T171"/>
              <a:pathLst>
                <a:path w="3485" h="3490">
                  <a:moveTo>
                    <a:pt x="1754" y="0"/>
                  </a:moveTo>
                  <a:lnTo>
                    <a:pt x="1797" y="2"/>
                  </a:lnTo>
                  <a:lnTo>
                    <a:pt x="1840" y="5"/>
                  </a:lnTo>
                  <a:lnTo>
                    <a:pt x="1881" y="12"/>
                  </a:lnTo>
                  <a:lnTo>
                    <a:pt x="1921" y="20"/>
                  </a:lnTo>
                  <a:lnTo>
                    <a:pt x="1959" y="31"/>
                  </a:lnTo>
                  <a:lnTo>
                    <a:pt x="1994" y="44"/>
                  </a:lnTo>
                  <a:lnTo>
                    <a:pt x="2028" y="59"/>
                  </a:lnTo>
                  <a:lnTo>
                    <a:pt x="2058" y="74"/>
                  </a:lnTo>
                  <a:lnTo>
                    <a:pt x="2086" y="93"/>
                  </a:lnTo>
                  <a:lnTo>
                    <a:pt x="2111" y="113"/>
                  </a:lnTo>
                  <a:lnTo>
                    <a:pt x="2132" y="133"/>
                  </a:lnTo>
                  <a:lnTo>
                    <a:pt x="2151" y="155"/>
                  </a:lnTo>
                  <a:lnTo>
                    <a:pt x="2165" y="179"/>
                  </a:lnTo>
                  <a:lnTo>
                    <a:pt x="2175" y="203"/>
                  </a:lnTo>
                  <a:lnTo>
                    <a:pt x="2182" y="229"/>
                  </a:lnTo>
                  <a:lnTo>
                    <a:pt x="2185" y="255"/>
                  </a:lnTo>
                  <a:lnTo>
                    <a:pt x="2182" y="281"/>
                  </a:lnTo>
                  <a:lnTo>
                    <a:pt x="2175" y="305"/>
                  </a:lnTo>
                  <a:lnTo>
                    <a:pt x="2165" y="330"/>
                  </a:lnTo>
                  <a:lnTo>
                    <a:pt x="2151" y="353"/>
                  </a:lnTo>
                  <a:lnTo>
                    <a:pt x="2132" y="376"/>
                  </a:lnTo>
                  <a:lnTo>
                    <a:pt x="2111" y="397"/>
                  </a:lnTo>
                  <a:lnTo>
                    <a:pt x="2086" y="417"/>
                  </a:lnTo>
                  <a:lnTo>
                    <a:pt x="2058" y="434"/>
                  </a:lnTo>
                  <a:lnTo>
                    <a:pt x="2028" y="451"/>
                  </a:lnTo>
                  <a:lnTo>
                    <a:pt x="1994" y="466"/>
                  </a:lnTo>
                  <a:lnTo>
                    <a:pt x="1959" y="479"/>
                  </a:lnTo>
                  <a:lnTo>
                    <a:pt x="1921" y="489"/>
                  </a:lnTo>
                  <a:lnTo>
                    <a:pt x="1881" y="498"/>
                  </a:lnTo>
                  <a:lnTo>
                    <a:pt x="1840" y="505"/>
                  </a:lnTo>
                  <a:lnTo>
                    <a:pt x="1797" y="508"/>
                  </a:lnTo>
                  <a:lnTo>
                    <a:pt x="1754" y="509"/>
                  </a:lnTo>
                  <a:lnTo>
                    <a:pt x="1710" y="508"/>
                  </a:lnTo>
                  <a:lnTo>
                    <a:pt x="1667" y="505"/>
                  </a:lnTo>
                  <a:lnTo>
                    <a:pt x="1626" y="498"/>
                  </a:lnTo>
                  <a:lnTo>
                    <a:pt x="1586" y="489"/>
                  </a:lnTo>
                  <a:lnTo>
                    <a:pt x="1548" y="479"/>
                  </a:lnTo>
                  <a:lnTo>
                    <a:pt x="1512" y="466"/>
                  </a:lnTo>
                  <a:lnTo>
                    <a:pt x="1479" y="451"/>
                  </a:lnTo>
                  <a:lnTo>
                    <a:pt x="1449" y="434"/>
                  </a:lnTo>
                  <a:lnTo>
                    <a:pt x="1421" y="417"/>
                  </a:lnTo>
                  <a:lnTo>
                    <a:pt x="1395" y="397"/>
                  </a:lnTo>
                  <a:lnTo>
                    <a:pt x="1374" y="376"/>
                  </a:lnTo>
                  <a:lnTo>
                    <a:pt x="1355" y="353"/>
                  </a:lnTo>
                  <a:lnTo>
                    <a:pt x="1341" y="330"/>
                  </a:lnTo>
                  <a:lnTo>
                    <a:pt x="1331" y="305"/>
                  </a:lnTo>
                  <a:lnTo>
                    <a:pt x="1324" y="281"/>
                  </a:lnTo>
                  <a:lnTo>
                    <a:pt x="1321" y="255"/>
                  </a:lnTo>
                  <a:lnTo>
                    <a:pt x="1324" y="229"/>
                  </a:lnTo>
                  <a:lnTo>
                    <a:pt x="1331" y="203"/>
                  </a:lnTo>
                  <a:lnTo>
                    <a:pt x="1341" y="179"/>
                  </a:lnTo>
                  <a:lnTo>
                    <a:pt x="1355" y="155"/>
                  </a:lnTo>
                  <a:lnTo>
                    <a:pt x="1374" y="133"/>
                  </a:lnTo>
                  <a:lnTo>
                    <a:pt x="1395" y="113"/>
                  </a:lnTo>
                  <a:lnTo>
                    <a:pt x="1421" y="93"/>
                  </a:lnTo>
                  <a:lnTo>
                    <a:pt x="1449" y="74"/>
                  </a:lnTo>
                  <a:lnTo>
                    <a:pt x="1479" y="59"/>
                  </a:lnTo>
                  <a:lnTo>
                    <a:pt x="1512" y="44"/>
                  </a:lnTo>
                  <a:lnTo>
                    <a:pt x="1548" y="31"/>
                  </a:lnTo>
                  <a:lnTo>
                    <a:pt x="1586" y="20"/>
                  </a:lnTo>
                  <a:lnTo>
                    <a:pt x="1626" y="12"/>
                  </a:lnTo>
                  <a:lnTo>
                    <a:pt x="1667" y="5"/>
                  </a:lnTo>
                  <a:lnTo>
                    <a:pt x="1710" y="2"/>
                  </a:lnTo>
                  <a:lnTo>
                    <a:pt x="1754" y="0"/>
                  </a:lnTo>
                  <a:close/>
                  <a:moveTo>
                    <a:pt x="239" y="786"/>
                  </a:moveTo>
                  <a:lnTo>
                    <a:pt x="263" y="788"/>
                  </a:lnTo>
                  <a:lnTo>
                    <a:pt x="287" y="794"/>
                  </a:lnTo>
                  <a:lnTo>
                    <a:pt x="309" y="805"/>
                  </a:lnTo>
                  <a:lnTo>
                    <a:pt x="331" y="819"/>
                  </a:lnTo>
                  <a:lnTo>
                    <a:pt x="352" y="836"/>
                  </a:lnTo>
                  <a:lnTo>
                    <a:pt x="372" y="857"/>
                  </a:lnTo>
                  <a:lnTo>
                    <a:pt x="390" y="882"/>
                  </a:lnTo>
                  <a:lnTo>
                    <a:pt x="407" y="909"/>
                  </a:lnTo>
                  <a:lnTo>
                    <a:pt x="423" y="940"/>
                  </a:lnTo>
                  <a:lnTo>
                    <a:pt x="437" y="971"/>
                  </a:lnTo>
                  <a:lnTo>
                    <a:pt x="448" y="1006"/>
                  </a:lnTo>
                  <a:lnTo>
                    <a:pt x="459" y="1043"/>
                  </a:lnTo>
                  <a:lnTo>
                    <a:pt x="467" y="1081"/>
                  </a:lnTo>
                  <a:lnTo>
                    <a:pt x="473" y="1121"/>
                  </a:lnTo>
                  <a:lnTo>
                    <a:pt x="476" y="1163"/>
                  </a:lnTo>
                  <a:lnTo>
                    <a:pt x="478" y="1206"/>
                  </a:lnTo>
                  <a:lnTo>
                    <a:pt x="476" y="1248"/>
                  </a:lnTo>
                  <a:lnTo>
                    <a:pt x="473" y="1290"/>
                  </a:lnTo>
                  <a:lnTo>
                    <a:pt x="467" y="1330"/>
                  </a:lnTo>
                  <a:lnTo>
                    <a:pt x="459" y="1367"/>
                  </a:lnTo>
                  <a:lnTo>
                    <a:pt x="448" y="1405"/>
                  </a:lnTo>
                  <a:lnTo>
                    <a:pt x="437" y="1439"/>
                  </a:lnTo>
                  <a:lnTo>
                    <a:pt x="423" y="1472"/>
                  </a:lnTo>
                  <a:lnTo>
                    <a:pt x="407" y="1501"/>
                  </a:lnTo>
                  <a:lnTo>
                    <a:pt x="390" y="1528"/>
                  </a:lnTo>
                  <a:lnTo>
                    <a:pt x="372" y="1553"/>
                  </a:lnTo>
                  <a:lnTo>
                    <a:pt x="352" y="1574"/>
                  </a:lnTo>
                  <a:lnTo>
                    <a:pt x="331" y="1591"/>
                  </a:lnTo>
                  <a:lnTo>
                    <a:pt x="309" y="1605"/>
                  </a:lnTo>
                  <a:lnTo>
                    <a:pt x="287" y="1616"/>
                  </a:lnTo>
                  <a:lnTo>
                    <a:pt x="263" y="1622"/>
                  </a:lnTo>
                  <a:lnTo>
                    <a:pt x="239" y="1624"/>
                  </a:lnTo>
                  <a:lnTo>
                    <a:pt x="214" y="1622"/>
                  </a:lnTo>
                  <a:lnTo>
                    <a:pt x="191" y="1616"/>
                  </a:lnTo>
                  <a:lnTo>
                    <a:pt x="168" y="1605"/>
                  </a:lnTo>
                  <a:lnTo>
                    <a:pt x="146" y="1591"/>
                  </a:lnTo>
                  <a:lnTo>
                    <a:pt x="125" y="1574"/>
                  </a:lnTo>
                  <a:lnTo>
                    <a:pt x="105" y="1553"/>
                  </a:lnTo>
                  <a:lnTo>
                    <a:pt x="87" y="1528"/>
                  </a:lnTo>
                  <a:lnTo>
                    <a:pt x="70" y="1501"/>
                  </a:lnTo>
                  <a:lnTo>
                    <a:pt x="55" y="1472"/>
                  </a:lnTo>
                  <a:lnTo>
                    <a:pt x="41" y="1439"/>
                  </a:lnTo>
                  <a:lnTo>
                    <a:pt x="29" y="1405"/>
                  </a:lnTo>
                  <a:lnTo>
                    <a:pt x="18" y="1367"/>
                  </a:lnTo>
                  <a:lnTo>
                    <a:pt x="10" y="1330"/>
                  </a:lnTo>
                  <a:lnTo>
                    <a:pt x="4" y="1290"/>
                  </a:lnTo>
                  <a:lnTo>
                    <a:pt x="1" y="1248"/>
                  </a:lnTo>
                  <a:lnTo>
                    <a:pt x="0" y="1206"/>
                  </a:lnTo>
                  <a:lnTo>
                    <a:pt x="1" y="1163"/>
                  </a:lnTo>
                  <a:lnTo>
                    <a:pt x="4" y="1121"/>
                  </a:lnTo>
                  <a:lnTo>
                    <a:pt x="10" y="1081"/>
                  </a:lnTo>
                  <a:lnTo>
                    <a:pt x="18" y="1043"/>
                  </a:lnTo>
                  <a:lnTo>
                    <a:pt x="29" y="1006"/>
                  </a:lnTo>
                  <a:lnTo>
                    <a:pt x="41" y="971"/>
                  </a:lnTo>
                  <a:lnTo>
                    <a:pt x="55" y="940"/>
                  </a:lnTo>
                  <a:lnTo>
                    <a:pt x="70" y="909"/>
                  </a:lnTo>
                  <a:lnTo>
                    <a:pt x="87" y="882"/>
                  </a:lnTo>
                  <a:lnTo>
                    <a:pt x="105" y="857"/>
                  </a:lnTo>
                  <a:lnTo>
                    <a:pt x="125" y="836"/>
                  </a:lnTo>
                  <a:lnTo>
                    <a:pt x="146" y="819"/>
                  </a:lnTo>
                  <a:lnTo>
                    <a:pt x="168" y="805"/>
                  </a:lnTo>
                  <a:lnTo>
                    <a:pt x="191" y="794"/>
                  </a:lnTo>
                  <a:lnTo>
                    <a:pt x="214" y="788"/>
                  </a:lnTo>
                  <a:lnTo>
                    <a:pt x="239" y="786"/>
                  </a:lnTo>
                  <a:close/>
                  <a:moveTo>
                    <a:pt x="1119" y="2495"/>
                  </a:moveTo>
                  <a:lnTo>
                    <a:pt x="1143" y="2498"/>
                  </a:lnTo>
                  <a:lnTo>
                    <a:pt x="1167" y="2504"/>
                  </a:lnTo>
                  <a:lnTo>
                    <a:pt x="1190" y="2514"/>
                  </a:lnTo>
                  <a:lnTo>
                    <a:pt x="1211" y="2528"/>
                  </a:lnTo>
                  <a:lnTo>
                    <a:pt x="1232" y="2546"/>
                  </a:lnTo>
                  <a:lnTo>
                    <a:pt x="1252" y="2567"/>
                  </a:lnTo>
                  <a:lnTo>
                    <a:pt x="1271" y="2592"/>
                  </a:lnTo>
                  <a:lnTo>
                    <a:pt x="1288" y="2618"/>
                  </a:lnTo>
                  <a:lnTo>
                    <a:pt x="1304" y="2648"/>
                  </a:lnTo>
                  <a:lnTo>
                    <a:pt x="1318" y="2681"/>
                  </a:lnTo>
                  <a:lnTo>
                    <a:pt x="1329" y="2715"/>
                  </a:lnTo>
                  <a:lnTo>
                    <a:pt x="1340" y="2752"/>
                  </a:lnTo>
                  <a:lnTo>
                    <a:pt x="1348" y="2790"/>
                  </a:lnTo>
                  <a:lnTo>
                    <a:pt x="1354" y="2830"/>
                  </a:lnTo>
                  <a:lnTo>
                    <a:pt x="1358" y="2872"/>
                  </a:lnTo>
                  <a:lnTo>
                    <a:pt x="1359" y="2914"/>
                  </a:lnTo>
                  <a:lnTo>
                    <a:pt x="1358" y="2956"/>
                  </a:lnTo>
                  <a:lnTo>
                    <a:pt x="1354" y="2998"/>
                  </a:lnTo>
                  <a:lnTo>
                    <a:pt x="1348" y="3038"/>
                  </a:lnTo>
                  <a:lnTo>
                    <a:pt x="1340" y="3077"/>
                  </a:lnTo>
                  <a:lnTo>
                    <a:pt x="1329" y="3113"/>
                  </a:lnTo>
                  <a:lnTo>
                    <a:pt x="1318" y="3147"/>
                  </a:lnTo>
                  <a:lnTo>
                    <a:pt x="1304" y="3180"/>
                  </a:lnTo>
                  <a:lnTo>
                    <a:pt x="1288" y="3209"/>
                  </a:lnTo>
                  <a:lnTo>
                    <a:pt x="1271" y="3238"/>
                  </a:lnTo>
                  <a:lnTo>
                    <a:pt x="1252" y="3261"/>
                  </a:lnTo>
                  <a:lnTo>
                    <a:pt x="1232" y="3282"/>
                  </a:lnTo>
                  <a:lnTo>
                    <a:pt x="1211" y="3301"/>
                  </a:lnTo>
                  <a:lnTo>
                    <a:pt x="1190" y="3315"/>
                  </a:lnTo>
                  <a:lnTo>
                    <a:pt x="1167" y="3325"/>
                  </a:lnTo>
                  <a:lnTo>
                    <a:pt x="1143" y="3331"/>
                  </a:lnTo>
                  <a:lnTo>
                    <a:pt x="1119" y="3334"/>
                  </a:lnTo>
                  <a:lnTo>
                    <a:pt x="1094" y="3331"/>
                  </a:lnTo>
                  <a:lnTo>
                    <a:pt x="1070" y="3325"/>
                  </a:lnTo>
                  <a:lnTo>
                    <a:pt x="1048" y="3315"/>
                  </a:lnTo>
                  <a:lnTo>
                    <a:pt x="1026" y="3301"/>
                  </a:lnTo>
                  <a:lnTo>
                    <a:pt x="1005" y="3282"/>
                  </a:lnTo>
                  <a:lnTo>
                    <a:pt x="985" y="3261"/>
                  </a:lnTo>
                  <a:lnTo>
                    <a:pt x="967" y="3238"/>
                  </a:lnTo>
                  <a:lnTo>
                    <a:pt x="950" y="3209"/>
                  </a:lnTo>
                  <a:lnTo>
                    <a:pt x="935" y="3180"/>
                  </a:lnTo>
                  <a:lnTo>
                    <a:pt x="921" y="3147"/>
                  </a:lnTo>
                  <a:lnTo>
                    <a:pt x="909" y="3113"/>
                  </a:lnTo>
                  <a:lnTo>
                    <a:pt x="898" y="3077"/>
                  </a:lnTo>
                  <a:lnTo>
                    <a:pt x="890" y="3038"/>
                  </a:lnTo>
                  <a:lnTo>
                    <a:pt x="884" y="2998"/>
                  </a:lnTo>
                  <a:lnTo>
                    <a:pt x="881" y="2956"/>
                  </a:lnTo>
                  <a:lnTo>
                    <a:pt x="880" y="2914"/>
                  </a:lnTo>
                  <a:lnTo>
                    <a:pt x="881" y="2872"/>
                  </a:lnTo>
                  <a:lnTo>
                    <a:pt x="884" y="2830"/>
                  </a:lnTo>
                  <a:lnTo>
                    <a:pt x="890" y="2790"/>
                  </a:lnTo>
                  <a:lnTo>
                    <a:pt x="898" y="2752"/>
                  </a:lnTo>
                  <a:lnTo>
                    <a:pt x="909" y="2715"/>
                  </a:lnTo>
                  <a:lnTo>
                    <a:pt x="921" y="2681"/>
                  </a:lnTo>
                  <a:lnTo>
                    <a:pt x="935" y="2648"/>
                  </a:lnTo>
                  <a:lnTo>
                    <a:pt x="950" y="2618"/>
                  </a:lnTo>
                  <a:lnTo>
                    <a:pt x="967" y="2592"/>
                  </a:lnTo>
                  <a:lnTo>
                    <a:pt x="985" y="2567"/>
                  </a:lnTo>
                  <a:lnTo>
                    <a:pt x="1005" y="2546"/>
                  </a:lnTo>
                  <a:lnTo>
                    <a:pt x="1026" y="2528"/>
                  </a:lnTo>
                  <a:lnTo>
                    <a:pt x="1048" y="2514"/>
                  </a:lnTo>
                  <a:lnTo>
                    <a:pt x="1070" y="2504"/>
                  </a:lnTo>
                  <a:lnTo>
                    <a:pt x="1094" y="2498"/>
                  </a:lnTo>
                  <a:lnTo>
                    <a:pt x="1119" y="2495"/>
                  </a:lnTo>
                  <a:close/>
                  <a:moveTo>
                    <a:pt x="2380" y="2651"/>
                  </a:moveTo>
                  <a:lnTo>
                    <a:pt x="2405" y="2654"/>
                  </a:lnTo>
                  <a:lnTo>
                    <a:pt x="2428" y="2660"/>
                  </a:lnTo>
                  <a:lnTo>
                    <a:pt x="2452" y="2670"/>
                  </a:lnTo>
                  <a:lnTo>
                    <a:pt x="2473" y="2684"/>
                  </a:lnTo>
                  <a:lnTo>
                    <a:pt x="2494" y="2703"/>
                  </a:lnTo>
                  <a:lnTo>
                    <a:pt x="2514" y="2724"/>
                  </a:lnTo>
                  <a:lnTo>
                    <a:pt x="2533" y="2747"/>
                  </a:lnTo>
                  <a:lnTo>
                    <a:pt x="2550" y="2774"/>
                  </a:lnTo>
                  <a:lnTo>
                    <a:pt x="2565" y="2805"/>
                  </a:lnTo>
                  <a:lnTo>
                    <a:pt x="2580" y="2838"/>
                  </a:lnTo>
                  <a:lnTo>
                    <a:pt x="2591" y="2872"/>
                  </a:lnTo>
                  <a:lnTo>
                    <a:pt x="2602" y="2908"/>
                  </a:lnTo>
                  <a:lnTo>
                    <a:pt x="2610" y="2947"/>
                  </a:lnTo>
                  <a:lnTo>
                    <a:pt x="2616" y="2987"/>
                  </a:lnTo>
                  <a:lnTo>
                    <a:pt x="2619" y="3029"/>
                  </a:lnTo>
                  <a:lnTo>
                    <a:pt x="2621" y="3071"/>
                  </a:lnTo>
                  <a:lnTo>
                    <a:pt x="2619" y="3113"/>
                  </a:lnTo>
                  <a:lnTo>
                    <a:pt x="2616" y="3155"/>
                  </a:lnTo>
                  <a:lnTo>
                    <a:pt x="2610" y="3195"/>
                  </a:lnTo>
                  <a:lnTo>
                    <a:pt x="2602" y="3233"/>
                  </a:lnTo>
                  <a:lnTo>
                    <a:pt x="2591" y="3270"/>
                  </a:lnTo>
                  <a:lnTo>
                    <a:pt x="2580" y="3304"/>
                  </a:lnTo>
                  <a:lnTo>
                    <a:pt x="2565" y="3337"/>
                  </a:lnTo>
                  <a:lnTo>
                    <a:pt x="2550" y="3367"/>
                  </a:lnTo>
                  <a:lnTo>
                    <a:pt x="2533" y="3393"/>
                  </a:lnTo>
                  <a:lnTo>
                    <a:pt x="2514" y="3418"/>
                  </a:lnTo>
                  <a:lnTo>
                    <a:pt x="2494" y="3439"/>
                  </a:lnTo>
                  <a:lnTo>
                    <a:pt x="2473" y="3457"/>
                  </a:lnTo>
                  <a:lnTo>
                    <a:pt x="2452" y="3471"/>
                  </a:lnTo>
                  <a:lnTo>
                    <a:pt x="2428" y="3481"/>
                  </a:lnTo>
                  <a:lnTo>
                    <a:pt x="2405" y="3487"/>
                  </a:lnTo>
                  <a:lnTo>
                    <a:pt x="2380" y="3490"/>
                  </a:lnTo>
                  <a:lnTo>
                    <a:pt x="2356" y="3487"/>
                  </a:lnTo>
                  <a:lnTo>
                    <a:pt x="2332" y="3481"/>
                  </a:lnTo>
                  <a:lnTo>
                    <a:pt x="2310" y="3471"/>
                  </a:lnTo>
                  <a:lnTo>
                    <a:pt x="2288" y="3457"/>
                  </a:lnTo>
                  <a:lnTo>
                    <a:pt x="2267" y="3439"/>
                  </a:lnTo>
                  <a:lnTo>
                    <a:pt x="2248" y="3418"/>
                  </a:lnTo>
                  <a:lnTo>
                    <a:pt x="2229" y="3393"/>
                  </a:lnTo>
                  <a:lnTo>
                    <a:pt x="2212" y="3367"/>
                  </a:lnTo>
                  <a:lnTo>
                    <a:pt x="2196" y="3337"/>
                  </a:lnTo>
                  <a:lnTo>
                    <a:pt x="2182" y="3304"/>
                  </a:lnTo>
                  <a:lnTo>
                    <a:pt x="2171" y="3270"/>
                  </a:lnTo>
                  <a:lnTo>
                    <a:pt x="2160" y="3233"/>
                  </a:lnTo>
                  <a:lnTo>
                    <a:pt x="2152" y="3195"/>
                  </a:lnTo>
                  <a:lnTo>
                    <a:pt x="2146" y="3155"/>
                  </a:lnTo>
                  <a:lnTo>
                    <a:pt x="2142" y="3113"/>
                  </a:lnTo>
                  <a:lnTo>
                    <a:pt x="2141" y="3071"/>
                  </a:lnTo>
                  <a:lnTo>
                    <a:pt x="2142" y="3029"/>
                  </a:lnTo>
                  <a:lnTo>
                    <a:pt x="2146" y="2987"/>
                  </a:lnTo>
                  <a:lnTo>
                    <a:pt x="2152" y="2947"/>
                  </a:lnTo>
                  <a:lnTo>
                    <a:pt x="2160" y="2908"/>
                  </a:lnTo>
                  <a:lnTo>
                    <a:pt x="2171" y="2872"/>
                  </a:lnTo>
                  <a:lnTo>
                    <a:pt x="2182" y="2838"/>
                  </a:lnTo>
                  <a:lnTo>
                    <a:pt x="2196" y="2805"/>
                  </a:lnTo>
                  <a:lnTo>
                    <a:pt x="2212" y="2774"/>
                  </a:lnTo>
                  <a:lnTo>
                    <a:pt x="2229" y="2747"/>
                  </a:lnTo>
                  <a:lnTo>
                    <a:pt x="2248" y="2724"/>
                  </a:lnTo>
                  <a:lnTo>
                    <a:pt x="2267" y="2703"/>
                  </a:lnTo>
                  <a:lnTo>
                    <a:pt x="2288" y="2684"/>
                  </a:lnTo>
                  <a:lnTo>
                    <a:pt x="2310" y="2670"/>
                  </a:lnTo>
                  <a:lnTo>
                    <a:pt x="2332" y="2660"/>
                  </a:lnTo>
                  <a:lnTo>
                    <a:pt x="2356" y="2654"/>
                  </a:lnTo>
                  <a:lnTo>
                    <a:pt x="2380" y="2651"/>
                  </a:lnTo>
                  <a:close/>
                  <a:moveTo>
                    <a:pt x="2342" y="1355"/>
                  </a:moveTo>
                  <a:lnTo>
                    <a:pt x="2366" y="1357"/>
                  </a:lnTo>
                  <a:lnTo>
                    <a:pt x="2390" y="1363"/>
                  </a:lnTo>
                  <a:lnTo>
                    <a:pt x="2412" y="1373"/>
                  </a:lnTo>
                  <a:lnTo>
                    <a:pt x="2434" y="1387"/>
                  </a:lnTo>
                  <a:lnTo>
                    <a:pt x="2455" y="1405"/>
                  </a:lnTo>
                  <a:lnTo>
                    <a:pt x="2475" y="1426"/>
                  </a:lnTo>
                  <a:lnTo>
                    <a:pt x="2493" y="1451"/>
                  </a:lnTo>
                  <a:lnTo>
                    <a:pt x="2510" y="1478"/>
                  </a:lnTo>
                  <a:lnTo>
                    <a:pt x="2526" y="1507"/>
                  </a:lnTo>
                  <a:lnTo>
                    <a:pt x="2540" y="1540"/>
                  </a:lnTo>
                  <a:lnTo>
                    <a:pt x="2551" y="1574"/>
                  </a:lnTo>
                  <a:lnTo>
                    <a:pt x="2562" y="1611"/>
                  </a:lnTo>
                  <a:lnTo>
                    <a:pt x="2570" y="1649"/>
                  </a:lnTo>
                  <a:lnTo>
                    <a:pt x="2576" y="1689"/>
                  </a:lnTo>
                  <a:lnTo>
                    <a:pt x="2580" y="1731"/>
                  </a:lnTo>
                  <a:lnTo>
                    <a:pt x="2581" y="1773"/>
                  </a:lnTo>
                  <a:lnTo>
                    <a:pt x="2580" y="1815"/>
                  </a:lnTo>
                  <a:lnTo>
                    <a:pt x="2576" y="1858"/>
                  </a:lnTo>
                  <a:lnTo>
                    <a:pt x="2570" y="1897"/>
                  </a:lnTo>
                  <a:lnTo>
                    <a:pt x="2562" y="1936"/>
                  </a:lnTo>
                  <a:lnTo>
                    <a:pt x="2551" y="1972"/>
                  </a:lnTo>
                  <a:lnTo>
                    <a:pt x="2540" y="2008"/>
                  </a:lnTo>
                  <a:lnTo>
                    <a:pt x="2526" y="2039"/>
                  </a:lnTo>
                  <a:lnTo>
                    <a:pt x="2510" y="2070"/>
                  </a:lnTo>
                  <a:lnTo>
                    <a:pt x="2493" y="2097"/>
                  </a:lnTo>
                  <a:lnTo>
                    <a:pt x="2475" y="2121"/>
                  </a:lnTo>
                  <a:lnTo>
                    <a:pt x="2455" y="2142"/>
                  </a:lnTo>
                  <a:lnTo>
                    <a:pt x="2434" y="2160"/>
                  </a:lnTo>
                  <a:lnTo>
                    <a:pt x="2412" y="2174"/>
                  </a:lnTo>
                  <a:lnTo>
                    <a:pt x="2390" y="2185"/>
                  </a:lnTo>
                  <a:lnTo>
                    <a:pt x="2366" y="2191"/>
                  </a:lnTo>
                  <a:lnTo>
                    <a:pt x="2342" y="2193"/>
                  </a:lnTo>
                  <a:lnTo>
                    <a:pt x="2317" y="2191"/>
                  </a:lnTo>
                  <a:lnTo>
                    <a:pt x="2294" y="2185"/>
                  </a:lnTo>
                  <a:lnTo>
                    <a:pt x="2270" y="2174"/>
                  </a:lnTo>
                  <a:lnTo>
                    <a:pt x="2249" y="2160"/>
                  </a:lnTo>
                  <a:lnTo>
                    <a:pt x="2228" y="2142"/>
                  </a:lnTo>
                  <a:lnTo>
                    <a:pt x="2208" y="2121"/>
                  </a:lnTo>
                  <a:lnTo>
                    <a:pt x="2189" y="2097"/>
                  </a:lnTo>
                  <a:lnTo>
                    <a:pt x="2173" y="2070"/>
                  </a:lnTo>
                  <a:lnTo>
                    <a:pt x="2157" y="2039"/>
                  </a:lnTo>
                  <a:lnTo>
                    <a:pt x="2142" y="2008"/>
                  </a:lnTo>
                  <a:lnTo>
                    <a:pt x="2131" y="1972"/>
                  </a:lnTo>
                  <a:lnTo>
                    <a:pt x="2120" y="1936"/>
                  </a:lnTo>
                  <a:lnTo>
                    <a:pt x="2112" y="1897"/>
                  </a:lnTo>
                  <a:lnTo>
                    <a:pt x="2106" y="1858"/>
                  </a:lnTo>
                  <a:lnTo>
                    <a:pt x="2103" y="1815"/>
                  </a:lnTo>
                  <a:lnTo>
                    <a:pt x="2101" y="1773"/>
                  </a:lnTo>
                  <a:lnTo>
                    <a:pt x="2103" y="1731"/>
                  </a:lnTo>
                  <a:lnTo>
                    <a:pt x="2106" y="1689"/>
                  </a:lnTo>
                  <a:lnTo>
                    <a:pt x="2112" y="1649"/>
                  </a:lnTo>
                  <a:lnTo>
                    <a:pt x="2120" y="1611"/>
                  </a:lnTo>
                  <a:lnTo>
                    <a:pt x="2131" y="1574"/>
                  </a:lnTo>
                  <a:lnTo>
                    <a:pt x="2142" y="1540"/>
                  </a:lnTo>
                  <a:lnTo>
                    <a:pt x="2157" y="1507"/>
                  </a:lnTo>
                  <a:lnTo>
                    <a:pt x="2173" y="1478"/>
                  </a:lnTo>
                  <a:lnTo>
                    <a:pt x="2189" y="1451"/>
                  </a:lnTo>
                  <a:lnTo>
                    <a:pt x="2208" y="1426"/>
                  </a:lnTo>
                  <a:lnTo>
                    <a:pt x="2228" y="1405"/>
                  </a:lnTo>
                  <a:lnTo>
                    <a:pt x="2249" y="1387"/>
                  </a:lnTo>
                  <a:lnTo>
                    <a:pt x="2270" y="1373"/>
                  </a:lnTo>
                  <a:lnTo>
                    <a:pt x="2294" y="1363"/>
                  </a:lnTo>
                  <a:lnTo>
                    <a:pt x="2317" y="1357"/>
                  </a:lnTo>
                  <a:lnTo>
                    <a:pt x="2342" y="1355"/>
                  </a:lnTo>
                  <a:close/>
                  <a:moveTo>
                    <a:pt x="3179" y="819"/>
                  </a:moveTo>
                  <a:lnTo>
                    <a:pt x="3204" y="821"/>
                  </a:lnTo>
                  <a:lnTo>
                    <a:pt x="3227" y="827"/>
                  </a:lnTo>
                  <a:lnTo>
                    <a:pt x="3250" y="838"/>
                  </a:lnTo>
                  <a:lnTo>
                    <a:pt x="3272" y="852"/>
                  </a:lnTo>
                  <a:lnTo>
                    <a:pt x="3293" y="869"/>
                  </a:lnTo>
                  <a:lnTo>
                    <a:pt x="3312" y="890"/>
                  </a:lnTo>
                  <a:lnTo>
                    <a:pt x="3331" y="915"/>
                  </a:lnTo>
                  <a:lnTo>
                    <a:pt x="3348" y="942"/>
                  </a:lnTo>
                  <a:lnTo>
                    <a:pt x="3363" y="971"/>
                  </a:lnTo>
                  <a:lnTo>
                    <a:pt x="3377" y="1004"/>
                  </a:lnTo>
                  <a:lnTo>
                    <a:pt x="3389" y="1038"/>
                  </a:lnTo>
                  <a:lnTo>
                    <a:pt x="3400" y="1076"/>
                  </a:lnTo>
                  <a:lnTo>
                    <a:pt x="3408" y="1113"/>
                  </a:lnTo>
                  <a:lnTo>
                    <a:pt x="3414" y="1153"/>
                  </a:lnTo>
                  <a:lnTo>
                    <a:pt x="3417" y="1195"/>
                  </a:lnTo>
                  <a:lnTo>
                    <a:pt x="3418" y="1237"/>
                  </a:lnTo>
                  <a:lnTo>
                    <a:pt x="3417" y="1280"/>
                  </a:lnTo>
                  <a:lnTo>
                    <a:pt x="3414" y="1322"/>
                  </a:lnTo>
                  <a:lnTo>
                    <a:pt x="3408" y="1362"/>
                  </a:lnTo>
                  <a:lnTo>
                    <a:pt x="3400" y="1399"/>
                  </a:lnTo>
                  <a:lnTo>
                    <a:pt x="3389" y="1437"/>
                  </a:lnTo>
                  <a:lnTo>
                    <a:pt x="3377" y="1471"/>
                  </a:lnTo>
                  <a:lnTo>
                    <a:pt x="3363" y="1503"/>
                  </a:lnTo>
                  <a:lnTo>
                    <a:pt x="3348" y="1533"/>
                  </a:lnTo>
                  <a:lnTo>
                    <a:pt x="3331" y="1560"/>
                  </a:lnTo>
                  <a:lnTo>
                    <a:pt x="3312" y="1584"/>
                  </a:lnTo>
                  <a:lnTo>
                    <a:pt x="3293" y="1605"/>
                  </a:lnTo>
                  <a:lnTo>
                    <a:pt x="3272" y="1623"/>
                  </a:lnTo>
                  <a:lnTo>
                    <a:pt x="3250" y="1637"/>
                  </a:lnTo>
                  <a:lnTo>
                    <a:pt x="3227" y="1648"/>
                  </a:lnTo>
                  <a:lnTo>
                    <a:pt x="3204" y="1654"/>
                  </a:lnTo>
                  <a:lnTo>
                    <a:pt x="3179" y="1656"/>
                  </a:lnTo>
                  <a:lnTo>
                    <a:pt x="3155" y="1654"/>
                  </a:lnTo>
                  <a:lnTo>
                    <a:pt x="3131" y="1648"/>
                  </a:lnTo>
                  <a:lnTo>
                    <a:pt x="3108" y="1637"/>
                  </a:lnTo>
                  <a:lnTo>
                    <a:pt x="3087" y="1623"/>
                  </a:lnTo>
                  <a:lnTo>
                    <a:pt x="3066" y="1605"/>
                  </a:lnTo>
                  <a:lnTo>
                    <a:pt x="3046" y="1584"/>
                  </a:lnTo>
                  <a:lnTo>
                    <a:pt x="3027" y="1560"/>
                  </a:lnTo>
                  <a:lnTo>
                    <a:pt x="3011" y="1533"/>
                  </a:lnTo>
                  <a:lnTo>
                    <a:pt x="2994" y="1503"/>
                  </a:lnTo>
                  <a:lnTo>
                    <a:pt x="2980" y="1471"/>
                  </a:lnTo>
                  <a:lnTo>
                    <a:pt x="2968" y="1437"/>
                  </a:lnTo>
                  <a:lnTo>
                    <a:pt x="2958" y="1399"/>
                  </a:lnTo>
                  <a:lnTo>
                    <a:pt x="2950" y="1362"/>
                  </a:lnTo>
                  <a:lnTo>
                    <a:pt x="2944" y="1322"/>
                  </a:lnTo>
                  <a:lnTo>
                    <a:pt x="2940" y="1280"/>
                  </a:lnTo>
                  <a:lnTo>
                    <a:pt x="2939" y="1237"/>
                  </a:lnTo>
                  <a:lnTo>
                    <a:pt x="2940" y="1195"/>
                  </a:lnTo>
                  <a:lnTo>
                    <a:pt x="2944" y="1153"/>
                  </a:lnTo>
                  <a:lnTo>
                    <a:pt x="2950" y="1113"/>
                  </a:lnTo>
                  <a:lnTo>
                    <a:pt x="2958" y="1076"/>
                  </a:lnTo>
                  <a:lnTo>
                    <a:pt x="2968" y="1038"/>
                  </a:lnTo>
                  <a:lnTo>
                    <a:pt x="2980" y="1004"/>
                  </a:lnTo>
                  <a:lnTo>
                    <a:pt x="2994" y="971"/>
                  </a:lnTo>
                  <a:lnTo>
                    <a:pt x="3011" y="942"/>
                  </a:lnTo>
                  <a:lnTo>
                    <a:pt x="3027" y="915"/>
                  </a:lnTo>
                  <a:lnTo>
                    <a:pt x="3046" y="890"/>
                  </a:lnTo>
                  <a:lnTo>
                    <a:pt x="3066" y="869"/>
                  </a:lnTo>
                  <a:lnTo>
                    <a:pt x="3087" y="852"/>
                  </a:lnTo>
                  <a:lnTo>
                    <a:pt x="3108" y="838"/>
                  </a:lnTo>
                  <a:lnTo>
                    <a:pt x="3131" y="827"/>
                  </a:lnTo>
                  <a:lnTo>
                    <a:pt x="3155" y="821"/>
                  </a:lnTo>
                  <a:lnTo>
                    <a:pt x="3179" y="819"/>
                  </a:lnTo>
                  <a:close/>
                  <a:moveTo>
                    <a:pt x="3246" y="2144"/>
                  </a:moveTo>
                  <a:lnTo>
                    <a:pt x="3271" y="2146"/>
                  </a:lnTo>
                  <a:lnTo>
                    <a:pt x="3294" y="2152"/>
                  </a:lnTo>
                  <a:lnTo>
                    <a:pt x="3316" y="2162"/>
                  </a:lnTo>
                  <a:lnTo>
                    <a:pt x="3339" y="2176"/>
                  </a:lnTo>
                  <a:lnTo>
                    <a:pt x="3360" y="2194"/>
                  </a:lnTo>
                  <a:lnTo>
                    <a:pt x="3380" y="2215"/>
                  </a:lnTo>
                  <a:lnTo>
                    <a:pt x="3397" y="2240"/>
                  </a:lnTo>
                  <a:lnTo>
                    <a:pt x="3415" y="2267"/>
                  </a:lnTo>
                  <a:lnTo>
                    <a:pt x="3430" y="2296"/>
                  </a:lnTo>
                  <a:lnTo>
                    <a:pt x="3444" y="2329"/>
                  </a:lnTo>
                  <a:lnTo>
                    <a:pt x="3456" y="2363"/>
                  </a:lnTo>
                  <a:lnTo>
                    <a:pt x="3466" y="2400"/>
                  </a:lnTo>
                  <a:lnTo>
                    <a:pt x="3475" y="2438"/>
                  </a:lnTo>
                  <a:lnTo>
                    <a:pt x="3480" y="2478"/>
                  </a:lnTo>
                  <a:lnTo>
                    <a:pt x="3484" y="2520"/>
                  </a:lnTo>
                  <a:lnTo>
                    <a:pt x="3485" y="2562"/>
                  </a:lnTo>
                  <a:lnTo>
                    <a:pt x="3484" y="2604"/>
                  </a:lnTo>
                  <a:lnTo>
                    <a:pt x="3480" y="2647"/>
                  </a:lnTo>
                  <a:lnTo>
                    <a:pt x="3475" y="2686"/>
                  </a:lnTo>
                  <a:lnTo>
                    <a:pt x="3466" y="2725"/>
                  </a:lnTo>
                  <a:lnTo>
                    <a:pt x="3456" y="2762"/>
                  </a:lnTo>
                  <a:lnTo>
                    <a:pt x="3444" y="2796"/>
                  </a:lnTo>
                  <a:lnTo>
                    <a:pt x="3430" y="2828"/>
                  </a:lnTo>
                  <a:lnTo>
                    <a:pt x="3415" y="2858"/>
                  </a:lnTo>
                  <a:lnTo>
                    <a:pt x="3397" y="2886"/>
                  </a:lnTo>
                  <a:lnTo>
                    <a:pt x="3380" y="2909"/>
                  </a:lnTo>
                  <a:lnTo>
                    <a:pt x="3360" y="2930"/>
                  </a:lnTo>
                  <a:lnTo>
                    <a:pt x="3339" y="2949"/>
                  </a:lnTo>
                  <a:lnTo>
                    <a:pt x="3316" y="2963"/>
                  </a:lnTo>
                  <a:lnTo>
                    <a:pt x="3294" y="2974"/>
                  </a:lnTo>
                  <a:lnTo>
                    <a:pt x="3271" y="2980"/>
                  </a:lnTo>
                  <a:lnTo>
                    <a:pt x="3246" y="2982"/>
                  </a:lnTo>
                  <a:lnTo>
                    <a:pt x="3222" y="2980"/>
                  </a:lnTo>
                  <a:lnTo>
                    <a:pt x="3198" y="2974"/>
                  </a:lnTo>
                  <a:lnTo>
                    <a:pt x="3176" y="2963"/>
                  </a:lnTo>
                  <a:lnTo>
                    <a:pt x="3154" y="2949"/>
                  </a:lnTo>
                  <a:lnTo>
                    <a:pt x="3133" y="2930"/>
                  </a:lnTo>
                  <a:lnTo>
                    <a:pt x="3113" y="2909"/>
                  </a:lnTo>
                  <a:lnTo>
                    <a:pt x="3095" y="2886"/>
                  </a:lnTo>
                  <a:lnTo>
                    <a:pt x="3077" y="2858"/>
                  </a:lnTo>
                  <a:lnTo>
                    <a:pt x="3062" y="2828"/>
                  </a:lnTo>
                  <a:lnTo>
                    <a:pt x="3048" y="2796"/>
                  </a:lnTo>
                  <a:lnTo>
                    <a:pt x="3036" y="2762"/>
                  </a:lnTo>
                  <a:lnTo>
                    <a:pt x="3026" y="2725"/>
                  </a:lnTo>
                  <a:lnTo>
                    <a:pt x="3018" y="2686"/>
                  </a:lnTo>
                  <a:lnTo>
                    <a:pt x="3012" y="2647"/>
                  </a:lnTo>
                  <a:lnTo>
                    <a:pt x="3008" y="2604"/>
                  </a:lnTo>
                  <a:lnTo>
                    <a:pt x="3007" y="2562"/>
                  </a:lnTo>
                  <a:lnTo>
                    <a:pt x="3008" y="2520"/>
                  </a:lnTo>
                  <a:lnTo>
                    <a:pt x="3012" y="2478"/>
                  </a:lnTo>
                  <a:lnTo>
                    <a:pt x="3018" y="2438"/>
                  </a:lnTo>
                  <a:lnTo>
                    <a:pt x="3026" y="2400"/>
                  </a:lnTo>
                  <a:lnTo>
                    <a:pt x="3036" y="2363"/>
                  </a:lnTo>
                  <a:lnTo>
                    <a:pt x="3048" y="2329"/>
                  </a:lnTo>
                  <a:lnTo>
                    <a:pt x="3062" y="2296"/>
                  </a:lnTo>
                  <a:lnTo>
                    <a:pt x="3077" y="2267"/>
                  </a:lnTo>
                  <a:lnTo>
                    <a:pt x="3095" y="2240"/>
                  </a:lnTo>
                  <a:lnTo>
                    <a:pt x="3113" y="2215"/>
                  </a:lnTo>
                  <a:lnTo>
                    <a:pt x="3133" y="2194"/>
                  </a:lnTo>
                  <a:lnTo>
                    <a:pt x="3154" y="2176"/>
                  </a:lnTo>
                  <a:lnTo>
                    <a:pt x="3176" y="2162"/>
                  </a:lnTo>
                  <a:lnTo>
                    <a:pt x="3198" y="2152"/>
                  </a:lnTo>
                  <a:lnTo>
                    <a:pt x="3222" y="2146"/>
                  </a:lnTo>
                  <a:lnTo>
                    <a:pt x="3246" y="214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6466" name="Freeform 48"/>
            <p:cNvSpPr>
              <a:spLocks/>
            </p:cNvSpPr>
            <p:nvPr/>
          </p:nvSpPr>
          <p:spPr bwMode="auto">
            <a:xfrm>
              <a:off x="1267" y="1588"/>
              <a:ext cx="87" cy="52"/>
            </a:xfrm>
            <a:custGeom>
              <a:avLst/>
              <a:gdLst>
                <a:gd name="T0" fmla="*/ 3 w 437"/>
                <a:gd name="T1" fmla="*/ 2 h 260"/>
                <a:gd name="T2" fmla="*/ 3 w 437"/>
                <a:gd name="T3" fmla="*/ 2 h 260"/>
                <a:gd name="T4" fmla="*/ 3 w 437"/>
                <a:gd name="T5" fmla="*/ 2 h 260"/>
                <a:gd name="T6" fmla="*/ 3 w 437"/>
                <a:gd name="T7" fmla="*/ 2 h 260"/>
                <a:gd name="T8" fmla="*/ 3 w 437"/>
                <a:gd name="T9" fmla="*/ 1 h 260"/>
                <a:gd name="T10" fmla="*/ 3 w 437"/>
                <a:gd name="T11" fmla="*/ 1 h 260"/>
                <a:gd name="T12" fmla="*/ 3 w 437"/>
                <a:gd name="T13" fmla="*/ 1 h 260"/>
                <a:gd name="T14" fmla="*/ 3 w 437"/>
                <a:gd name="T15" fmla="*/ 1 h 260"/>
                <a:gd name="T16" fmla="*/ 3 w 437"/>
                <a:gd name="T17" fmla="*/ 1 h 260"/>
                <a:gd name="T18" fmla="*/ 2 w 437"/>
                <a:gd name="T19" fmla="*/ 1 h 260"/>
                <a:gd name="T20" fmla="*/ 2 w 437"/>
                <a:gd name="T21" fmla="*/ 0 h 260"/>
                <a:gd name="T22" fmla="*/ 2 w 437"/>
                <a:gd name="T23" fmla="*/ 0 h 260"/>
                <a:gd name="T24" fmla="*/ 2 w 437"/>
                <a:gd name="T25" fmla="*/ 0 h 260"/>
                <a:gd name="T26" fmla="*/ 1 w 437"/>
                <a:gd name="T27" fmla="*/ 0 h 260"/>
                <a:gd name="T28" fmla="*/ 1 w 437"/>
                <a:gd name="T29" fmla="*/ 0 h 260"/>
                <a:gd name="T30" fmla="*/ 1 w 437"/>
                <a:gd name="T31" fmla="*/ 0 h 260"/>
                <a:gd name="T32" fmla="*/ 0 w 437"/>
                <a:gd name="T33" fmla="*/ 0 h 260"/>
                <a:gd name="T34" fmla="*/ 0 w 437"/>
                <a:gd name="T35" fmla="*/ 0 h 260"/>
                <a:gd name="T36" fmla="*/ 0 w 437"/>
                <a:gd name="T37" fmla="*/ 0 h 260"/>
                <a:gd name="T38" fmla="*/ 0 w 437"/>
                <a:gd name="T39" fmla="*/ 0 h 260"/>
                <a:gd name="T40" fmla="*/ 1 w 437"/>
                <a:gd name="T41" fmla="*/ 0 h 260"/>
                <a:gd name="T42" fmla="*/ 1 w 437"/>
                <a:gd name="T43" fmla="*/ 0 h 260"/>
                <a:gd name="T44" fmla="*/ 1 w 437"/>
                <a:gd name="T45" fmla="*/ 0 h 260"/>
                <a:gd name="T46" fmla="*/ 2 w 437"/>
                <a:gd name="T47" fmla="*/ 0 h 260"/>
                <a:gd name="T48" fmla="*/ 2 w 437"/>
                <a:gd name="T49" fmla="*/ 0 h 260"/>
                <a:gd name="T50" fmla="*/ 2 w 437"/>
                <a:gd name="T51" fmla="*/ 1 h 260"/>
                <a:gd name="T52" fmla="*/ 2 w 437"/>
                <a:gd name="T53" fmla="*/ 1 h 260"/>
                <a:gd name="T54" fmla="*/ 3 w 437"/>
                <a:gd name="T55" fmla="*/ 1 h 260"/>
                <a:gd name="T56" fmla="*/ 3 w 437"/>
                <a:gd name="T57" fmla="*/ 1 h 260"/>
                <a:gd name="T58" fmla="*/ 3 w 437"/>
                <a:gd name="T59" fmla="*/ 1 h 260"/>
                <a:gd name="T60" fmla="*/ 3 w 437"/>
                <a:gd name="T61" fmla="*/ 1 h 260"/>
                <a:gd name="T62" fmla="*/ 3 w 437"/>
                <a:gd name="T63" fmla="*/ 1 h 260"/>
                <a:gd name="T64" fmla="*/ 3 w 437"/>
                <a:gd name="T65" fmla="*/ 2 h 260"/>
                <a:gd name="T66" fmla="*/ 3 w 437"/>
                <a:gd name="T67" fmla="*/ 2 h 260"/>
                <a:gd name="T68" fmla="*/ 3 w 437"/>
                <a:gd name="T69" fmla="*/ 2 h 260"/>
                <a:gd name="T70" fmla="*/ 3 w 437"/>
                <a:gd name="T71" fmla="*/ 2 h 260"/>
                <a:gd name="T72" fmla="*/ 3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437" y="260"/>
                  </a:moveTo>
                  <a:lnTo>
                    <a:pt x="437" y="260"/>
                  </a:lnTo>
                  <a:lnTo>
                    <a:pt x="434" y="233"/>
                  </a:lnTo>
                  <a:lnTo>
                    <a:pt x="427" y="206"/>
                  </a:lnTo>
                  <a:lnTo>
                    <a:pt x="417" y="181"/>
                  </a:lnTo>
                  <a:lnTo>
                    <a:pt x="401" y="157"/>
                  </a:lnTo>
                  <a:lnTo>
                    <a:pt x="383" y="133"/>
                  </a:lnTo>
                  <a:lnTo>
                    <a:pt x="360" y="113"/>
                  </a:lnTo>
                  <a:lnTo>
                    <a:pt x="336" y="93"/>
                  </a:lnTo>
                  <a:lnTo>
                    <a:pt x="308" y="73"/>
                  </a:lnTo>
                  <a:lnTo>
                    <a:pt x="276" y="58"/>
                  </a:lnTo>
                  <a:lnTo>
                    <a:pt x="242" y="43"/>
                  </a:lnTo>
                  <a:lnTo>
                    <a:pt x="207" y="30"/>
                  </a:lnTo>
                  <a:lnTo>
                    <a:pt x="168" y="19"/>
                  </a:lnTo>
                  <a:lnTo>
                    <a:pt x="128" y="11"/>
                  </a:lnTo>
                  <a:lnTo>
                    <a:pt x="87" y="4"/>
                  </a:lnTo>
                  <a:lnTo>
                    <a:pt x="43" y="1"/>
                  </a:lnTo>
                  <a:lnTo>
                    <a:pt x="0" y="0"/>
                  </a:lnTo>
                  <a:lnTo>
                    <a:pt x="0" y="11"/>
                  </a:lnTo>
                  <a:lnTo>
                    <a:pt x="43" y="12"/>
                  </a:lnTo>
                  <a:lnTo>
                    <a:pt x="85" y="16"/>
                  </a:lnTo>
                  <a:lnTo>
                    <a:pt x="126" y="23"/>
                  </a:lnTo>
                  <a:lnTo>
                    <a:pt x="166" y="31"/>
                  </a:lnTo>
                  <a:lnTo>
                    <a:pt x="202" y="42"/>
                  </a:lnTo>
                  <a:lnTo>
                    <a:pt x="237" y="55"/>
                  </a:lnTo>
                  <a:lnTo>
                    <a:pt x="271" y="70"/>
                  </a:lnTo>
                  <a:lnTo>
                    <a:pt x="301" y="85"/>
                  </a:lnTo>
                  <a:lnTo>
                    <a:pt x="329" y="103"/>
                  </a:lnTo>
                  <a:lnTo>
                    <a:pt x="353" y="123"/>
                  </a:lnTo>
                  <a:lnTo>
                    <a:pt x="373" y="143"/>
                  </a:lnTo>
                  <a:lnTo>
                    <a:pt x="392" y="164"/>
                  </a:lnTo>
                  <a:lnTo>
                    <a:pt x="405" y="186"/>
                  </a:lnTo>
                  <a:lnTo>
                    <a:pt x="415" y="211"/>
                  </a:lnTo>
                  <a:lnTo>
                    <a:pt x="422" y="235"/>
                  </a:lnTo>
                  <a:lnTo>
                    <a:pt x="425" y="260"/>
                  </a:lnTo>
                  <a:lnTo>
                    <a:pt x="437"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6467" name="Freeform 49"/>
            <p:cNvSpPr>
              <a:spLocks/>
            </p:cNvSpPr>
            <p:nvPr/>
          </p:nvSpPr>
          <p:spPr bwMode="auto">
            <a:xfrm>
              <a:off x="1267" y="1640"/>
              <a:ext cx="87" cy="52"/>
            </a:xfrm>
            <a:custGeom>
              <a:avLst/>
              <a:gdLst>
                <a:gd name="T0" fmla="*/ 0 w 437"/>
                <a:gd name="T1" fmla="*/ 2 h 260"/>
                <a:gd name="T2" fmla="*/ 0 w 437"/>
                <a:gd name="T3" fmla="*/ 2 h 260"/>
                <a:gd name="T4" fmla="*/ 0 w 437"/>
                <a:gd name="T5" fmla="*/ 2 h 260"/>
                <a:gd name="T6" fmla="*/ 1 w 437"/>
                <a:gd name="T7" fmla="*/ 2 h 260"/>
                <a:gd name="T8" fmla="*/ 1 w 437"/>
                <a:gd name="T9" fmla="*/ 2 h 260"/>
                <a:gd name="T10" fmla="*/ 1 w 437"/>
                <a:gd name="T11" fmla="*/ 2 h 260"/>
                <a:gd name="T12" fmla="*/ 2 w 437"/>
                <a:gd name="T13" fmla="*/ 2 h 260"/>
                <a:gd name="T14" fmla="*/ 2 w 437"/>
                <a:gd name="T15" fmla="*/ 2 h 260"/>
                <a:gd name="T16" fmla="*/ 2 w 437"/>
                <a:gd name="T17" fmla="*/ 2 h 260"/>
                <a:gd name="T18" fmla="*/ 2 w 437"/>
                <a:gd name="T19" fmla="*/ 1 h 260"/>
                <a:gd name="T20" fmla="*/ 3 w 437"/>
                <a:gd name="T21" fmla="*/ 1 h 260"/>
                <a:gd name="T22" fmla="*/ 3 w 437"/>
                <a:gd name="T23" fmla="*/ 1 h 260"/>
                <a:gd name="T24" fmla="*/ 3 w 437"/>
                <a:gd name="T25" fmla="*/ 1 h 260"/>
                <a:gd name="T26" fmla="*/ 3 w 437"/>
                <a:gd name="T27" fmla="*/ 1 h 260"/>
                <a:gd name="T28" fmla="*/ 3 w 437"/>
                <a:gd name="T29" fmla="*/ 1 h 260"/>
                <a:gd name="T30" fmla="*/ 3 w 437"/>
                <a:gd name="T31" fmla="*/ 0 h 260"/>
                <a:gd name="T32" fmla="*/ 3 w 437"/>
                <a:gd name="T33" fmla="*/ 0 h 260"/>
                <a:gd name="T34" fmla="*/ 3 w 437"/>
                <a:gd name="T35" fmla="*/ 0 h 260"/>
                <a:gd name="T36" fmla="*/ 3 w 437"/>
                <a:gd name="T37" fmla="*/ 0 h 260"/>
                <a:gd name="T38" fmla="*/ 3 w 437"/>
                <a:gd name="T39" fmla="*/ 0 h 260"/>
                <a:gd name="T40" fmla="*/ 3 w 437"/>
                <a:gd name="T41" fmla="*/ 0 h 260"/>
                <a:gd name="T42" fmla="*/ 3 w 437"/>
                <a:gd name="T43" fmla="*/ 1 h 260"/>
                <a:gd name="T44" fmla="*/ 3 w 437"/>
                <a:gd name="T45" fmla="*/ 1 h 260"/>
                <a:gd name="T46" fmla="*/ 3 w 437"/>
                <a:gd name="T47" fmla="*/ 1 h 260"/>
                <a:gd name="T48" fmla="*/ 3 w 437"/>
                <a:gd name="T49" fmla="*/ 1 h 260"/>
                <a:gd name="T50" fmla="*/ 3 w 437"/>
                <a:gd name="T51" fmla="*/ 1 h 260"/>
                <a:gd name="T52" fmla="*/ 2 w 437"/>
                <a:gd name="T53" fmla="*/ 1 h 260"/>
                <a:gd name="T54" fmla="*/ 2 w 437"/>
                <a:gd name="T55" fmla="*/ 2 h 260"/>
                <a:gd name="T56" fmla="*/ 2 w 437"/>
                <a:gd name="T57" fmla="*/ 2 h 260"/>
                <a:gd name="T58" fmla="*/ 2 w 437"/>
                <a:gd name="T59" fmla="*/ 2 h 260"/>
                <a:gd name="T60" fmla="*/ 1 w 437"/>
                <a:gd name="T61" fmla="*/ 2 h 260"/>
                <a:gd name="T62" fmla="*/ 1 w 437"/>
                <a:gd name="T63" fmla="*/ 2 h 260"/>
                <a:gd name="T64" fmla="*/ 1 w 437"/>
                <a:gd name="T65" fmla="*/ 2 h 260"/>
                <a:gd name="T66" fmla="*/ 0 w 437"/>
                <a:gd name="T67" fmla="*/ 2 h 260"/>
                <a:gd name="T68" fmla="*/ 0 w 437"/>
                <a:gd name="T69" fmla="*/ 2 h 260"/>
                <a:gd name="T70" fmla="*/ 0 w 437"/>
                <a:gd name="T71" fmla="*/ 2 h 260"/>
                <a:gd name="T72" fmla="*/ 0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0" y="260"/>
                  </a:moveTo>
                  <a:lnTo>
                    <a:pt x="0" y="260"/>
                  </a:lnTo>
                  <a:lnTo>
                    <a:pt x="43" y="259"/>
                  </a:lnTo>
                  <a:lnTo>
                    <a:pt x="87" y="255"/>
                  </a:lnTo>
                  <a:lnTo>
                    <a:pt x="128" y="248"/>
                  </a:lnTo>
                  <a:lnTo>
                    <a:pt x="168" y="240"/>
                  </a:lnTo>
                  <a:lnTo>
                    <a:pt x="207" y="230"/>
                  </a:lnTo>
                  <a:lnTo>
                    <a:pt x="242" y="217"/>
                  </a:lnTo>
                  <a:lnTo>
                    <a:pt x="276" y="202"/>
                  </a:lnTo>
                  <a:lnTo>
                    <a:pt x="308" y="185"/>
                  </a:lnTo>
                  <a:lnTo>
                    <a:pt x="336" y="166"/>
                  </a:lnTo>
                  <a:lnTo>
                    <a:pt x="360" y="146"/>
                  </a:lnTo>
                  <a:lnTo>
                    <a:pt x="383" y="125"/>
                  </a:lnTo>
                  <a:lnTo>
                    <a:pt x="401" y="102"/>
                  </a:lnTo>
                  <a:lnTo>
                    <a:pt x="417" y="77"/>
                  </a:lnTo>
                  <a:lnTo>
                    <a:pt x="427" y="53"/>
                  </a:lnTo>
                  <a:lnTo>
                    <a:pt x="434" y="27"/>
                  </a:lnTo>
                  <a:lnTo>
                    <a:pt x="437" y="0"/>
                  </a:lnTo>
                  <a:lnTo>
                    <a:pt x="425" y="0"/>
                  </a:lnTo>
                  <a:lnTo>
                    <a:pt x="422" y="24"/>
                  </a:lnTo>
                  <a:lnTo>
                    <a:pt x="415" y="48"/>
                  </a:lnTo>
                  <a:lnTo>
                    <a:pt x="405" y="73"/>
                  </a:lnTo>
                  <a:lnTo>
                    <a:pt x="392" y="95"/>
                  </a:lnTo>
                  <a:lnTo>
                    <a:pt x="373" y="116"/>
                  </a:lnTo>
                  <a:lnTo>
                    <a:pt x="353" y="137"/>
                  </a:lnTo>
                  <a:lnTo>
                    <a:pt x="329" y="157"/>
                  </a:lnTo>
                  <a:lnTo>
                    <a:pt x="301" y="173"/>
                  </a:lnTo>
                  <a:lnTo>
                    <a:pt x="271" y="190"/>
                  </a:lnTo>
                  <a:lnTo>
                    <a:pt x="237" y="205"/>
                  </a:lnTo>
                  <a:lnTo>
                    <a:pt x="202" y="218"/>
                  </a:lnTo>
                  <a:lnTo>
                    <a:pt x="166" y="228"/>
                  </a:lnTo>
                  <a:lnTo>
                    <a:pt x="126" y="237"/>
                  </a:lnTo>
                  <a:lnTo>
                    <a:pt x="85" y="244"/>
                  </a:lnTo>
                  <a:lnTo>
                    <a:pt x="43" y="247"/>
                  </a:lnTo>
                  <a:lnTo>
                    <a:pt x="0" y="248"/>
                  </a:lnTo>
                  <a:lnTo>
                    <a:pt x="0"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6468" name="Freeform 50"/>
            <p:cNvSpPr>
              <a:spLocks/>
            </p:cNvSpPr>
            <p:nvPr/>
          </p:nvSpPr>
          <p:spPr bwMode="auto">
            <a:xfrm>
              <a:off x="1179" y="1640"/>
              <a:ext cx="88" cy="52"/>
            </a:xfrm>
            <a:custGeom>
              <a:avLst/>
              <a:gdLst>
                <a:gd name="T0" fmla="*/ 0 w 439"/>
                <a:gd name="T1" fmla="*/ 0 h 260"/>
                <a:gd name="T2" fmla="*/ 0 w 439"/>
                <a:gd name="T3" fmla="*/ 0 h 260"/>
                <a:gd name="T4" fmla="*/ 0 w 439"/>
                <a:gd name="T5" fmla="*/ 0 h 260"/>
                <a:gd name="T6" fmla="*/ 0 w 439"/>
                <a:gd name="T7" fmla="*/ 0 h 260"/>
                <a:gd name="T8" fmla="*/ 0 w 439"/>
                <a:gd name="T9" fmla="*/ 1 h 260"/>
                <a:gd name="T10" fmla="*/ 0 w 439"/>
                <a:gd name="T11" fmla="*/ 1 h 260"/>
                <a:gd name="T12" fmla="*/ 0 w 439"/>
                <a:gd name="T13" fmla="*/ 1 h 260"/>
                <a:gd name="T14" fmla="*/ 1 w 439"/>
                <a:gd name="T15" fmla="*/ 1 h 260"/>
                <a:gd name="T16" fmla="*/ 1 w 439"/>
                <a:gd name="T17" fmla="*/ 1 h 260"/>
                <a:gd name="T18" fmla="*/ 1 w 439"/>
                <a:gd name="T19" fmla="*/ 1 h 260"/>
                <a:gd name="T20" fmla="*/ 1 w 439"/>
                <a:gd name="T21" fmla="*/ 2 h 260"/>
                <a:gd name="T22" fmla="*/ 2 w 439"/>
                <a:gd name="T23" fmla="*/ 2 h 260"/>
                <a:gd name="T24" fmla="*/ 2 w 439"/>
                <a:gd name="T25" fmla="*/ 2 h 260"/>
                <a:gd name="T26" fmla="*/ 2 w 439"/>
                <a:gd name="T27" fmla="*/ 2 h 260"/>
                <a:gd name="T28" fmla="*/ 2 w 439"/>
                <a:gd name="T29" fmla="*/ 2 h 260"/>
                <a:gd name="T30" fmla="*/ 3 w 439"/>
                <a:gd name="T31" fmla="*/ 2 h 260"/>
                <a:gd name="T32" fmla="*/ 3 w 439"/>
                <a:gd name="T33" fmla="*/ 2 h 260"/>
                <a:gd name="T34" fmla="*/ 4 w 439"/>
                <a:gd name="T35" fmla="*/ 2 h 260"/>
                <a:gd name="T36" fmla="*/ 4 w 439"/>
                <a:gd name="T37" fmla="*/ 2 h 260"/>
                <a:gd name="T38" fmla="*/ 3 w 439"/>
                <a:gd name="T39" fmla="*/ 2 h 260"/>
                <a:gd name="T40" fmla="*/ 3 w 439"/>
                <a:gd name="T41" fmla="*/ 2 h 260"/>
                <a:gd name="T42" fmla="*/ 3 w 439"/>
                <a:gd name="T43" fmla="*/ 2 h 260"/>
                <a:gd name="T44" fmla="*/ 2 w 439"/>
                <a:gd name="T45" fmla="*/ 2 h 260"/>
                <a:gd name="T46" fmla="*/ 2 w 439"/>
                <a:gd name="T47" fmla="*/ 2 h 260"/>
                <a:gd name="T48" fmla="*/ 2 w 439"/>
                <a:gd name="T49" fmla="*/ 2 h 260"/>
                <a:gd name="T50" fmla="*/ 1 w 439"/>
                <a:gd name="T51" fmla="*/ 2 h 260"/>
                <a:gd name="T52" fmla="*/ 1 w 439"/>
                <a:gd name="T53" fmla="*/ 1 h 260"/>
                <a:gd name="T54" fmla="*/ 1 w 439"/>
                <a:gd name="T55" fmla="*/ 1 h 260"/>
                <a:gd name="T56" fmla="*/ 1 w 439"/>
                <a:gd name="T57" fmla="*/ 1 h 260"/>
                <a:gd name="T58" fmla="*/ 1 w 439"/>
                <a:gd name="T59" fmla="*/ 1 h 260"/>
                <a:gd name="T60" fmla="*/ 0 w 439"/>
                <a:gd name="T61" fmla="*/ 1 h 260"/>
                <a:gd name="T62" fmla="*/ 0 w 439"/>
                <a:gd name="T63" fmla="*/ 1 h 260"/>
                <a:gd name="T64" fmla="*/ 0 w 439"/>
                <a:gd name="T65" fmla="*/ 0 h 260"/>
                <a:gd name="T66" fmla="*/ 0 w 439"/>
                <a:gd name="T67" fmla="*/ 0 h 260"/>
                <a:gd name="T68" fmla="*/ 0 w 439"/>
                <a:gd name="T69" fmla="*/ 0 h 260"/>
                <a:gd name="T70" fmla="*/ 0 w 439"/>
                <a:gd name="T71" fmla="*/ 0 h 260"/>
                <a:gd name="T72" fmla="*/ 0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0" y="0"/>
                  </a:moveTo>
                  <a:lnTo>
                    <a:pt x="0" y="0"/>
                  </a:lnTo>
                  <a:lnTo>
                    <a:pt x="3" y="27"/>
                  </a:lnTo>
                  <a:lnTo>
                    <a:pt x="10" y="53"/>
                  </a:lnTo>
                  <a:lnTo>
                    <a:pt x="20" y="77"/>
                  </a:lnTo>
                  <a:lnTo>
                    <a:pt x="35" y="102"/>
                  </a:lnTo>
                  <a:lnTo>
                    <a:pt x="54" y="125"/>
                  </a:lnTo>
                  <a:lnTo>
                    <a:pt x="76" y="146"/>
                  </a:lnTo>
                  <a:lnTo>
                    <a:pt x="102" y="166"/>
                  </a:lnTo>
                  <a:lnTo>
                    <a:pt x="130" y="185"/>
                  </a:lnTo>
                  <a:lnTo>
                    <a:pt x="162" y="202"/>
                  </a:lnTo>
                  <a:lnTo>
                    <a:pt x="195" y="217"/>
                  </a:lnTo>
                  <a:lnTo>
                    <a:pt x="231" y="230"/>
                  </a:lnTo>
                  <a:lnTo>
                    <a:pt x="270" y="240"/>
                  </a:lnTo>
                  <a:lnTo>
                    <a:pt x="310" y="248"/>
                  </a:lnTo>
                  <a:lnTo>
                    <a:pt x="351" y="255"/>
                  </a:lnTo>
                  <a:lnTo>
                    <a:pt x="395" y="259"/>
                  </a:lnTo>
                  <a:lnTo>
                    <a:pt x="439" y="260"/>
                  </a:lnTo>
                  <a:lnTo>
                    <a:pt x="439" y="248"/>
                  </a:lnTo>
                  <a:lnTo>
                    <a:pt x="395" y="247"/>
                  </a:lnTo>
                  <a:lnTo>
                    <a:pt x="353" y="244"/>
                  </a:lnTo>
                  <a:lnTo>
                    <a:pt x="312" y="237"/>
                  </a:lnTo>
                  <a:lnTo>
                    <a:pt x="272" y="228"/>
                  </a:lnTo>
                  <a:lnTo>
                    <a:pt x="236" y="218"/>
                  </a:lnTo>
                  <a:lnTo>
                    <a:pt x="200" y="205"/>
                  </a:lnTo>
                  <a:lnTo>
                    <a:pt x="167" y="190"/>
                  </a:lnTo>
                  <a:lnTo>
                    <a:pt x="137" y="173"/>
                  </a:lnTo>
                  <a:lnTo>
                    <a:pt x="109" y="157"/>
                  </a:lnTo>
                  <a:lnTo>
                    <a:pt x="84" y="137"/>
                  </a:lnTo>
                  <a:lnTo>
                    <a:pt x="64" y="116"/>
                  </a:lnTo>
                  <a:lnTo>
                    <a:pt x="45" y="95"/>
                  </a:lnTo>
                  <a:lnTo>
                    <a:pt x="32" y="73"/>
                  </a:lnTo>
                  <a:lnTo>
                    <a:pt x="21" y="48"/>
                  </a:lnTo>
                  <a:lnTo>
                    <a:pt x="14" y="24"/>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6469" name="Freeform 51"/>
            <p:cNvSpPr>
              <a:spLocks/>
            </p:cNvSpPr>
            <p:nvPr/>
          </p:nvSpPr>
          <p:spPr bwMode="auto">
            <a:xfrm>
              <a:off x="1179" y="1588"/>
              <a:ext cx="88" cy="52"/>
            </a:xfrm>
            <a:custGeom>
              <a:avLst/>
              <a:gdLst>
                <a:gd name="T0" fmla="*/ 4 w 439"/>
                <a:gd name="T1" fmla="*/ 0 h 260"/>
                <a:gd name="T2" fmla="*/ 4 w 439"/>
                <a:gd name="T3" fmla="*/ 0 h 260"/>
                <a:gd name="T4" fmla="*/ 3 w 439"/>
                <a:gd name="T5" fmla="*/ 0 h 260"/>
                <a:gd name="T6" fmla="*/ 3 w 439"/>
                <a:gd name="T7" fmla="*/ 0 h 260"/>
                <a:gd name="T8" fmla="*/ 2 w 439"/>
                <a:gd name="T9" fmla="*/ 0 h 260"/>
                <a:gd name="T10" fmla="*/ 2 w 439"/>
                <a:gd name="T11" fmla="*/ 0 h 260"/>
                <a:gd name="T12" fmla="*/ 2 w 439"/>
                <a:gd name="T13" fmla="*/ 0 h 260"/>
                <a:gd name="T14" fmla="*/ 2 w 439"/>
                <a:gd name="T15" fmla="*/ 0 h 260"/>
                <a:gd name="T16" fmla="*/ 1 w 439"/>
                <a:gd name="T17" fmla="*/ 0 h 260"/>
                <a:gd name="T18" fmla="*/ 1 w 439"/>
                <a:gd name="T19" fmla="*/ 1 h 260"/>
                <a:gd name="T20" fmla="*/ 1 w 439"/>
                <a:gd name="T21" fmla="*/ 1 h 260"/>
                <a:gd name="T22" fmla="*/ 1 w 439"/>
                <a:gd name="T23" fmla="*/ 1 h 260"/>
                <a:gd name="T24" fmla="*/ 0 w 439"/>
                <a:gd name="T25" fmla="*/ 1 h 260"/>
                <a:gd name="T26" fmla="*/ 0 w 439"/>
                <a:gd name="T27" fmla="*/ 1 h 260"/>
                <a:gd name="T28" fmla="*/ 0 w 439"/>
                <a:gd name="T29" fmla="*/ 1 h 260"/>
                <a:gd name="T30" fmla="*/ 0 w 439"/>
                <a:gd name="T31" fmla="*/ 2 h 260"/>
                <a:gd name="T32" fmla="*/ 0 w 439"/>
                <a:gd name="T33" fmla="*/ 2 h 260"/>
                <a:gd name="T34" fmla="*/ 0 w 439"/>
                <a:gd name="T35" fmla="*/ 2 h 260"/>
                <a:gd name="T36" fmla="*/ 0 w 439"/>
                <a:gd name="T37" fmla="*/ 2 h 260"/>
                <a:gd name="T38" fmla="*/ 0 w 439"/>
                <a:gd name="T39" fmla="*/ 2 h 260"/>
                <a:gd name="T40" fmla="*/ 0 w 439"/>
                <a:gd name="T41" fmla="*/ 2 h 260"/>
                <a:gd name="T42" fmla="*/ 0 w 439"/>
                <a:gd name="T43" fmla="*/ 1 h 260"/>
                <a:gd name="T44" fmla="*/ 0 w 439"/>
                <a:gd name="T45" fmla="*/ 1 h 260"/>
                <a:gd name="T46" fmla="*/ 1 w 439"/>
                <a:gd name="T47" fmla="*/ 1 h 260"/>
                <a:gd name="T48" fmla="*/ 1 w 439"/>
                <a:gd name="T49" fmla="*/ 1 h 260"/>
                <a:gd name="T50" fmla="*/ 1 w 439"/>
                <a:gd name="T51" fmla="*/ 1 h 260"/>
                <a:gd name="T52" fmla="*/ 1 w 439"/>
                <a:gd name="T53" fmla="*/ 1 h 260"/>
                <a:gd name="T54" fmla="*/ 1 w 439"/>
                <a:gd name="T55" fmla="*/ 1 h 260"/>
                <a:gd name="T56" fmla="*/ 2 w 439"/>
                <a:gd name="T57" fmla="*/ 0 h 260"/>
                <a:gd name="T58" fmla="*/ 2 w 439"/>
                <a:gd name="T59" fmla="*/ 0 h 260"/>
                <a:gd name="T60" fmla="*/ 2 w 439"/>
                <a:gd name="T61" fmla="*/ 0 h 260"/>
                <a:gd name="T62" fmla="*/ 3 w 439"/>
                <a:gd name="T63" fmla="*/ 0 h 260"/>
                <a:gd name="T64" fmla="*/ 3 w 439"/>
                <a:gd name="T65" fmla="*/ 0 h 260"/>
                <a:gd name="T66" fmla="*/ 3 w 439"/>
                <a:gd name="T67" fmla="*/ 0 h 260"/>
                <a:gd name="T68" fmla="*/ 4 w 439"/>
                <a:gd name="T69" fmla="*/ 0 h 260"/>
                <a:gd name="T70" fmla="*/ 4 w 439"/>
                <a:gd name="T71" fmla="*/ 0 h 260"/>
                <a:gd name="T72" fmla="*/ 4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439" y="0"/>
                  </a:moveTo>
                  <a:lnTo>
                    <a:pt x="439" y="0"/>
                  </a:lnTo>
                  <a:lnTo>
                    <a:pt x="395" y="1"/>
                  </a:lnTo>
                  <a:lnTo>
                    <a:pt x="351" y="4"/>
                  </a:lnTo>
                  <a:lnTo>
                    <a:pt x="310" y="11"/>
                  </a:lnTo>
                  <a:lnTo>
                    <a:pt x="270" y="19"/>
                  </a:lnTo>
                  <a:lnTo>
                    <a:pt x="231" y="30"/>
                  </a:lnTo>
                  <a:lnTo>
                    <a:pt x="195" y="43"/>
                  </a:lnTo>
                  <a:lnTo>
                    <a:pt x="162" y="58"/>
                  </a:lnTo>
                  <a:lnTo>
                    <a:pt x="130" y="73"/>
                  </a:lnTo>
                  <a:lnTo>
                    <a:pt x="102" y="93"/>
                  </a:lnTo>
                  <a:lnTo>
                    <a:pt x="76" y="113"/>
                  </a:lnTo>
                  <a:lnTo>
                    <a:pt x="54" y="133"/>
                  </a:lnTo>
                  <a:lnTo>
                    <a:pt x="35" y="157"/>
                  </a:lnTo>
                  <a:lnTo>
                    <a:pt x="20" y="181"/>
                  </a:lnTo>
                  <a:lnTo>
                    <a:pt x="10" y="206"/>
                  </a:lnTo>
                  <a:lnTo>
                    <a:pt x="3" y="233"/>
                  </a:lnTo>
                  <a:lnTo>
                    <a:pt x="0" y="260"/>
                  </a:lnTo>
                  <a:lnTo>
                    <a:pt x="12" y="260"/>
                  </a:lnTo>
                  <a:lnTo>
                    <a:pt x="14" y="235"/>
                  </a:lnTo>
                  <a:lnTo>
                    <a:pt x="21" y="211"/>
                  </a:lnTo>
                  <a:lnTo>
                    <a:pt x="32" y="186"/>
                  </a:lnTo>
                  <a:lnTo>
                    <a:pt x="45" y="164"/>
                  </a:lnTo>
                  <a:lnTo>
                    <a:pt x="64" y="143"/>
                  </a:lnTo>
                  <a:lnTo>
                    <a:pt x="84" y="123"/>
                  </a:lnTo>
                  <a:lnTo>
                    <a:pt x="109" y="103"/>
                  </a:lnTo>
                  <a:lnTo>
                    <a:pt x="137" y="85"/>
                  </a:lnTo>
                  <a:lnTo>
                    <a:pt x="167" y="70"/>
                  </a:lnTo>
                  <a:lnTo>
                    <a:pt x="200" y="55"/>
                  </a:lnTo>
                  <a:lnTo>
                    <a:pt x="236" y="42"/>
                  </a:lnTo>
                  <a:lnTo>
                    <a:pt x="272" y="31"/>
                  </a:lnTo>
                  <a:lnTo>
                    <a:pt x="312" y="23"/>
                  </a:lnTo>
                  <a:lnTo>
                    <a:pt x="353" y="16"/>
                  </a:lnTo>
                  <a:lnTo>
                    <a:pt x="395" y="12"/>
                  </a:lnTo>
                  <a:lnTo>
                    <a:pt x="439" y="11"/>
                  </a:lnTo>
                  <a:lnTo>
                    <a:pt x="439"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6470" name="Freeform 52"/>
            <p:cNvSpPr>
              <a:spLocks/>
            </p:cNvSpPr>
            <p:nvPr/>
          </p:nvSpPr>
          <p:spPr bwMode="auto">
            <a:xfrm>
              <a:off x="964" y="1745"/>
              <a:ext cx="48" cy="85"/>
            </a:xfrm>
            <a:custGeom>
              <a:avLst/>
              <a:gdLst>
                <a:gd name="T0" fmla="*/ 2 w 244"/>
                <a:gd name="T1" fmla="*/ 3 h 426"/>
                <a:gd name="T2" fmla="*/ 2 w 244"/>
                <a:gd name="T3" fmla="*/ 3 h 426"/>
                <a:gd name="T4" fmla="*/ 2 w 244"/>
                <a:gd name="T5" fmla="*/ 3 h 426"/>
                <a:gd name="T6" fmla="*/ 2 w 244"/>
                <a:gd name="T7" fmla="*/ 3 h 426"/>
                <a:gd name="T8" fmla="*/ 2 w 244"/>
                <a:gd name="T9" fmla="*/ 2 h 426"/>
                <a:gd name="T10" fmla="*/ 2 w 244"/>
                <a:gd name="T11" fmla="*/ 2 h 426"/>
                <a:gd name="T12" fmla="*/ 2 w 244"/>
                <a:gd name="T13" fmla="*/ 2 h 426"/>
                <a:gd name="T14" fmla="*/ 2 w 244"/>
                <a:gd name="T15" fmla="*/ 2 h 426"/>
                <a:gd name="T16" fmla="*/ 1 w 244"/>
                <a:gd name="T17" fmla="*/ 1 h 426"/>
                <a:gd name="T18" fmla="*/ 1 w 244"/>
                <a:gd name="T19" fmla="*/ 1 h 426"/>
                <a:gd name="T20" fmla="*/ 1 w 244"/>
                <a:gd name="T21" fmla="*/ 1 h 426"/>
                <a:gd name="T22" fmla="*/ 1 w 244"/>
                <a:gd name="T23" fmla="*/ 1 h 426"/>
                <a:gd name="T24" fmla="*/ 1 w 244"/>
                <a:gd name="T25" fmla="*/ 0 h 426"/>
                <a:gd name="T26" fmla="*/ 1 w 244"/>
                <a:gd name="T27" fmla="*/ 0 h 426"/>
                <a:gd name="T28" fmla="*/ 1 w 244"/>
                <a:gd name="T29" fmla="*/ 0 h 426"/>
                <a:gd name="T30" fmla="*/ 0 w 244"/>
                <a:gd name="T31" fmla="*/ 0 h 426"/>
                <a:gd name="T32" fmla="*/ 0 w 244"/>
                <a:gd name="T33" fmla="*/ 0 h 426"/>
                <a:gd name="T34" fmla="*/ 0 w 244"/>
                <a:gd name="T35" fmla="*/ 0 h 426"/>
                <a:gd name="T36" fmla="*/ 0 w 244"/>
                <a:gd name="T37" fmla="*/ 0 h 426"/>
                <a:gd name="T38" fmla="*/ 0 w 244"/>
                <a:gd name="T39" fmla="*/ 0 h 426"/>
                <a:gd name="T40" fmla="*/ 0 w 244"/>
                <a:gd name="T41" fmla="*/ 0 h 426"/>
                <a:gd name="T42" fmla="*/ 1 w 244"/>
                <a:gd name="T43" fmla="*/ 0 h 426"/>
                <a:gd name="T44" fmla="*/ 1 w 244"/>
                <a:gd name="T45" fmla="*/ 0 h 426"/>
                <a:gd name="T46" fmla="*/ 1 w 244"/>
                <a:gd name="T47" fmla="*/ 0 h 426"/>
                <a:gd name="T48" fmla="*/ 1 w 244"/>
                <a:gd name="T49" fmla="*/ 1 h 426"/>
                <a:gd name="T50" fmla="*/ 1 w 244"/>
                <a:gd name="T51" fmla="*/ 1 h 426"/>
                <a:gd name="T52" fmla="*/ 1 w 244"/>
                <a:gd name="T53" fmla="*/ 1 h 426"/>
                <a:gd name="T54" fmla="*/ 1 w 244"/>
                <a:gd name="T55" fmla="*/ 1 h 426"/>
                <a:gd name="T56" fmla="*/ 1 w 244"/>
                <a:gd name="T57" fmla="*/ 2 h 426"/>
                <a:gd name="T58" fmla="*/ 2 w 244"/>
                <a:gd name="T59" fmla="*/ 2 h 426"/>
                <a:gd name="T60" fmla="*/ 2 w 244"/>
                <a:gd name="T61" fmla="*/ 2 h 426"/>
                <a:gd name="T62" fmla="*/ 2 w 244"/>
                <a:gd name="T63" fmla="*/ 2 h 426"/>
                <a:gd name="T64" fmla="*/ 2 w 244"/>
                <a:gd name="T65" fmla="*/ 3 h 426"/>
                <a:gd name="T66" fmla="*/ 2 w 244"/>
                <a:gd name="T67" fmla="*/ 3 h 426"/>
                <a:gd name="T68" fmla="*/ 2 w 244"/>
                <a:gd name="T69" fmla="*/ 3 h 426"/>
                <a:gd name="T70" fmla="*/ 2 w 244"/>
                <a:gd name="T71" fmla="*/ 3 h 426"/>
                <a:gd name="T72" fmla="*/ 2 w 244"/>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6"/>
                <a:gd name="T113" fmla="*/ 244 w 244"/>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6">
                  <a:moveTo>
                    <a:pt x="244" y="426"/>
                  </a:moveTo>
                  <a:lnTo>
                    <a:pt x="244" y="426"/>
                  </a:lnTo>
                  <a:lnTo>
                    <a:pt x="243" y="383"/>
                  </a:lnTo>
                  <a:lnTo>
                    <a:pt x="240" y="340"/>
                  </a:lnTo>
                  <a:lnTo>
                    <a:pt x="234" y="300"/>
                  </a:lnTo>
                  <a:lnTo>
                    <a:pt x="226" y="262"/>
                  </a:lnTo>
                  <a:lnTo>
                    <a:pt x="215" y="224"/>
                  </a:lnTo>
                  <a:lnTo>
                    <a:pt x="203" y="189"/>
                  </a:lnTo>
                  <a:lnTo>
                    <a:pt x="189" y="157"/>
                  </a:lnTo>
                  <a:lnTo>
                    <a:pt x="174" y="126"/>
                  </a:lnTo>
                  <a:lnTo>
                    <a:pt x="155" y="99"/>
                  </a:lnTo>
                  <a:lnTo>
                    <a:pt x="138" y="74"/>
                  </a:lnTo>
                  <a:lnTo>
                    <a:pt x="118" y="52"/>
                  </a:lnTo>
                  <a:lnTo>
                    <a:pt x="96" y="34"/>
                  </a:lnTo>
                  <a:lnTo>
                    <a:pt x="73" y="19"/>
                  </a:lnTo>
                  <a:lnTo>
                    <a:pt x="50" y="8"/>
                  </a:lnTo>
                  <a:lnTo>
                    <a:pt x="25" y="2"/>
                  </a:lnTo>
                  <a:lnTo>
                    <a:pt x="0" y="0"/>
                  </a:lnTo>
                  <a:lnTo>
                    <a:pt x="0" y="12"/>
                  </a:lnTo>
                  <a:lnTo>
                    <a:pt x="23" y="14"/>
                  </a:lnTo>
                  <a:lnTo>
                    <a:pt x="45" y="20"/>
                  </a:lnTo>
                  <a:lnTo>
                    <a:pt x="66" y="31"/>
                  </a:lnTo>
                  <a:lnTo>
                    <a:pt x="89" y="43"/>
                  </a:lnTo>
                  <a:lnTo>
                    <a:pt x="109" y="61"/>
                  </a:lnTo>
                  <a:lnTo>
                    <a:pt x="129" y="81"/>
                  </a:lnTo>
                  <a:lnTo>
                    <a:pt x="146" y="106"/>
                  </a:lnTo>
                  <a:lnTo>
                    <a:pt x="162" y="133"/>
                  </a:lnTo>
                  <a:lnTo>
                    <a:pt x="178" y="162"/>
                  </a:lnTo>
                  <a:lnTo>
                    <a:pt x="192" y="194"/>
                  </a:lnTo>
                  <a:lnTo>
                    <a:pt x="203" y="229"/>
                  </a:lnTo>
                  <a:lnTo>
                    <a:pt x="214" y="264"/>
                  </a:lnTo>
                  <a:lnTo>
                    <a:pt x="222" y="303"/>
                  </a:lnTo>
                  <a:lnTo>
                    <a:pt x="228" y="342"/>
                  </a:lnTo>
                  <a:lnTo>
                    <a:pt x="232" y="383"/>
                  </a:lnTo>
                  <a:lnTo>
                    <a:pt x="233" y="426"/>
                  </a:lnTo>
                  <a:lnTo>
                    <a:pt x="244"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6471" name="Freeform 53"/>
            <p:cNvSpPr>
              <a:spLocks/>
            </p:cNvSpPr>
            <p:nvPr/>
          </p:nvSpPr>
          <p:spPr bwMode="auto">
            <a:xfrm>
              <a:off x="964" y="1830"/>
              <a:ext cx="48" cy="85"/>
            </a:xfrm>
            <a:custGeom>
              <a:avLst/>
              <a:gdLst>
                <a:gd name="T0" fmla="*/ 0 w 244"/>
                <a:gd name="T1" fmla="*/ 3 h 424"/>
                <a:gd name="T2" fmla="*/ 0 w 244"/>
                <a:gd name="T3" fmla="*/ 3 h 424"/>
                <a:gd name="T4" fmla="*/ 0 w 244"/>
                <a:gd name="T5" fmla="*/ 3 h 424"/>
                <a:gd name="T6" fmla="*/ 0 w 244"/>
                <a:gd name="T7" fmla="*/ 3 h 424"/>
                <a:gd name="T8" fmla="*/ 1 w 244"/>
                <a:gd name="T9" fmla="*/ 3 h 424"/>
                <a:gd name="T10" fmla="*/ 1 w 244"/>
                <a:gd name="T11" fmla="*/ 3 h 424"/>
                <a:gd name="T12" fmla="*/ 1 w 244"/>
                <a:gd name="T13" fmla="*/ 3 h 424"/>
                <a:gd name="T14" fmla="*/ 1 w 244"/>
                <a:gd name="T15" fmla="*/ 3 h 424"/>
                <a:gd name="T16" fmla="*/ 1 w 244"/>
                <a:gd name="T17" fmla="*/ 3 h 424"/>
                <a:gd name="T18" fmla="*/ 1 w 244"/>
                <a:gd name="T19" fmla="*/ 2 h 424"/>
                <a:gd name="T20" fmla="*/ 1 w 244"/>
                <a:gd name="T21" fmla="*/ 2 h 424"/>
                <a:gd name="T22" fmla="*/ 2 w 244"/>
                <a:gd name="T23" fmla="*/ 2 h 424"/>
                <a:gd name="T24" fmla="*/ 2 w 244"/>
                <a:gd name="T25" fmla="*/ 2 h 424"/>
                <a:gd name="T26" fmla="*/ 2 w 244"/>
                <a:gd name="T27" fmla="*/ 1 h 424"/>
                <a:gd name="T28" fmla="*/ 2 w 244"/>
                <a:gd name="T29" fmla="*/ 1 h 424"/>
                <a:gd name="T30" fmla="*/ 2 w 244"/>
                <a:gd name="T31" fmla="*/ 1 h 424"/>
                <a:gd name="T32" fmla="*/ 2 w 244"/>
                <a:gd name="T33" fmla="*/ 0 h 424"/>
                <a:gd name="T34" fmla="*/ 2 w 244"/>
                <a:gd name="T35" fmla="*/ 0 h 424"/>
                <a:gd name="T36" fmla="*/ 2 w 244"/>
                <a:gd name="T37" fmla="*/ 0 h 424"/>
                <a:gd name="T38" fmla="*/ 2 w 244"/>
                <a:gd name="T39" fmla="*/ 0 h 424"/>
                <a:gd name="T40" fmla="*/ 2 w 244"/>
                <a:gd name="T41" fmla="*/ 1 h 424"/>
                <a:gd name="T42" fmla="*/ 2 w 244"/>
                <a:gd name="T43" fmla="*/ 1 h 424"/>
                <a:gd name="T44" fmla="*/ 2 w 244"/>
                <a:gd name="T45" fmla="*/ 1 h 424"/>
                <a:gd name="T46" fmla="*/ 2 w 244"/>
                <a:gd name="T47" fmla="*/ 2 h 424"/>
                <a:gd name="T48" fmla="*/ 1 w 244"/>
                <a:gd name="T49" fmla="*/ 2 h 424"/>
                <a:gd name="T50" fmla="*/ 1 w 244"/>
                <a:gd name="T51" fmla="*/ 2 h 424"/>
                <a:gd name="T52" fmla="*/ 1 w 244"/>
                <a:gd name="T53" fmla="*/ 2 h 424"/>
                <a:gd name="T54" fmla="*/ 1 w 244"/>
                <a:gd name="T55" fmla="*/ 3 h 424"/>
                <a:gd name="T56" fmla="*/ 1 w 244"/>
                <a:gd name="T57" fmla="*/ 3 h 424"/>
                <a:gd name="T58" fmla="*/ 1 w 244"/>
                <a:gd name="T59" fmla="*/ 3 h 424"/>
                <a:gd name="T60" fmla="*/ 1 w 244"/>
                <a:gd name="T61" fmla="*/ 3 h 424"/>
                <a:gd name="T62" fmla="*/ 1 w 244"/>
                <a:gd name="T63" fmla="*/ 3 h 424"/>
                <a:gd name="T64" fmla="*/ 0 w 244"/>
                <a:gd name="T65" fmla="*/ 3 h 424"/>
                <a:gd name="T66" fmla="*/ 0 w 244"/>
                <a:gd name="T67" fmla="*/ 3 h 424"/>
                <a:gd name="T68" fmla="*/ 0 w 244"/>
                <a:gd name="T69" fmla="*/ 3 h 424"/>
                <a:gd name="T70" fmla="*/ 0 w 244"/>
                <a:gd name="T71" fmla="*/ 3 h 424"/>
                <a:gd name="T72" fmla="*/ 0 w 244"/>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4"/>
                <a:gd name="T113" fmla="*/ 244 w 244"/>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4">
                  <a:moveTo>
                    <a:pt x="0" y="424"/>
                  </a:moveTo>
                  <a:lnTo>
                    <a:pt x="0" y="424"/>
                  </a:lnTo>
                  <a:lnTo>
                    <a:pt x="25" y="422"/>
                  </a:lnTo>
                  <a:lnTo>
                    <a:pt x="50" y="416"/>
                  </a:lnTo>
                  <a:lnTo>
                    <a:pt x="73" y="405"/>
                  </a:lnTo>
                  <a:lnTo>
                    <a:pt x="96" y="390"/>
                  </a:lnTo>
                  <a:lnTo>
                    <a:pt x="118" y="373"/>
                  </a:lnTo>
                  <a:lnTo>
                    <a:pt x="138" y="350"/>
                  </a:lnTo>
                  <a:lnTo>
                    <a:pt x="155" y="326"/>
                  </a:lnTo>
                  <a:lnTo>
                    <a:pt x="173" y="299"/>
                  </a:lnTo>
                  <a:lnTo>
                    <a:pt x="189" y="268"/>
                  </a:lnTo>
                  <a:lnTo>
                    <a:pt x="203" y="235"/>
                  </a:lnTo>
                  <a:lnTo>
                    <a:pt x="215" y="201"/>
                  </a:lnTo>
                  <a:lnTo>
                    <a:pt x="226" y="163"/>
                  </a:lnTo>
                  <a:lnTo>
                    <a:pt x="234" y="125"/>
                  </a:lnTo>
                  <a:lnTo>
                    <a:pt x="240" y="85"/>
                  </a:lnTo>
                  <a:lnTo>
                    <a:pt x="243" y="42"/>
                  </a:lnTo>
                  <a:lnTo>
                    <a:pt x="244" y="0"/>
                  </a:lnTo>
                  <a:lnTo>
                    <a:pt x="233" y="0"/>
                  </a:lnTo>
                  <a:lnTo>
                    <a:pt x="232" y="42"/>
                  </a:lnTo>
                  <a:lnTo>
                    <a:pt x="228" y="83"/>
                  </a:lnTo>
                  <a:lnTo>
                    <a:pt x="222" y="123"/>
                  </a:lnTo>
                  <a:lnTo>
                    <a:pt x="214" y="160"/>
                  </a:lnTo>
                  <a:lnTo>
                    <a:pt x="203" y="197"/>
                  </a:lnTo>
                  <a:lnTo>
                    <a:pt x="192" y="231"/>
                  </a:lnTo>
                  <a:lnTo>
                    <a:pt x="178" y="263"/>
                  </a:lnTo>
                  <a:lnTo>
                    <a:pt x="164" y="292"/>
                  </a:lnTo>
                  <a:lnTo>
                    <a:pt x="146" y="319"/>
                  </a:lnTo>
                  <a:lnTo>
                    <a:pt x="129" y="343"/>
                  </a:lnTo>
                  <a:lnTo>
                    <a:pt x="109" y="363"/>
                  </a:lnTo>
                  <a:lnTo>
                    <a:pt x="89" y="381"/>
                  </a:lnTo>
                  <a:lnTo>
                    <a:pt x="66" y="394"/>
                  </a:lnTo>
                  <a:lnTo>
                    <a:pt x="45" y="404"/>
                  </a:lnTo>
                  <a:lnTo>
                    <a:pt x="23" y="410"/>
                  </a:lnTo>
                  <a:lnTo>
                    <a:pt x="0" y="412"/>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6472" name="Freeform 54"/>
            <p:cNvSpPr>
              <a:spLocks/>
            </p:cNvSpPr>
            <p:nvPr/>
          </p:nvSpPr>
          <p:spPr bwMode="auto">
            <a:xfrm>
              <a:off x="915" y="1830"/>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1" y="42"/>
                  </a:lnTo>
                  <a:lnTo>
                    <a:pt x="4" y="85"/>
                  </a:lnTo>
                  <a:lnTo>
                    <a:pt x="10" y="125"/>
                  </a:lnTo>
                  <a:lnTo>
                    <a:pt x="19" y="163"/>
                  </a:lnTo>
                  <a:lnTo>
                    <a:pt x="29" y="201"/>
                  </a:lnTo>
                  <a:lnTo>
                    <a:pt x="41" y="235"/>
                  </a:lnTo>
                  <a:lnTo>
                    <a:pt x="55" y="268"/>
                  </a:lnTo>
                  <a:lnTo>
                    <a:pt x="71" y="299"/>
                  </a:lnTo>
                  <a:lnTo>
                    <a:pt x="89" y="326"/>
                  </a:lnTo>
                  <a:lnTo>
                    <a:pt x="106" y="350"/>
                  </a:lnTo>
                  <a:lnTo>
                    <a:pt x="126" y="373"/>
                  </a:lnTo>
                  <a:lnTo>
                    <a:pt x="149" y="390"/>
                  </a:lnTo>
                  <a:lnTo>
                    <a:pt x="171" y="405"/>
                  </a:lnTo>
                  <a:lnTo>
                    <a:pt x="194" y="416"/>
                  </a:lnTo>
                  <a:lnTo>
                    <a:pt x="219" y="422"/>
                  </a:lnTo>
                  <a:lnTo>
                    <a:pt x="245" y="424"/>
                  </a:lnTo>
                  <a:lnTo>
                    <a:pt x="245" y="412"/>
                  </a:lnTo>
                  <a:lnTo>
                    <a:pt x="221" y="410"/>
                  </a:lnTo>
                  <a:lnTo>
                    <a:pt x="199" y="404"/>
                  </a:lnTo>
                  <a:lnTo>
                    <a:pt x="178" y="394"/>
                  </a:lnTo>
                  <a:lnTo>
                    <a:pt x="156" y="381"/>
                  </a:lnTo>
                  <a:lnTo>
                    <a:pt x="136" y="363"/>
                  </a:lnTo>
                  <a:lnTo>
                    <a:pt x="116" y="343"/>
                  </a:lnTo>
                  <a:lnTo>
                    <a:pt x="98" y="319"/>
                  </a:lnTo>
                  <a:lnTo>
                    <a:pt x="81" y="292"/>
                  </a:lnTo>
                  <a:lnTo>
                    <a:pt x="67" y="263"/>
                  </a:lnTo>
                  <a:lnTo>
                    <a:pt x="52" y="231"/>
                  </a:lnTo>
                  <a:lnTo>
                    <a:pt x="41" y="197"/>
                  </a:lnTo>
                  <a:lnTo>
                    <a:pt x="30" y="160"/>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6473" name="Freeform 55"/>
            <p:cNvSpPr>
              <a:spLocks/>
            </p:cNvSpPr>
            <p:nvPr/>
          </p:nvSpPr>
          <p:spPr bwMode="auto">
            <a:xfrm>
              <a:off x="915" y="1745"/>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0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19" y="2"/>
                  </a:lnTo>
                  <a:lnTo>
                    <a:pt x="194" y="8"/>
                  </a:lnTo>
                  <a:lnTo>
                    <a:pt x="171" y="19"/>
                  </a:lnTo>
                  <a:lnTo>
                    <a:pt x="149" y="34"/>
                  </a:lnTo>
                  <a:lnTo>
                    <a:pt x="126" y="52"/>
                  </a:lnTo>
                  <a:lnTo>
                    <a:pt x="106" y="74"/>
                  </a:lnTo>
                  <a:lnTo>
                    <a:pt x="89" y="99"/>
                  </a:lnTo>
                  <a:lnTo>
                    <a:pt x="70" y="126"/>
                  </a:lnTo>
                  <a:lnTo>
                    <a:pt x="55" y="157"/>
                  </a:lnTo>
                  <a:lnTo>
                    <a:pt x="41" y="189"/>
                  </a:lnTo>
                  <a:lnTo>
                    <a:pt x="29" y="224"/>
                  </a:lnTo>
                  <a:lnTo>
                    <a:pt x="19" y="262"/>
                  </a:lnTo>
                  <a:lnTo>
                    <a:pt x="10" y="300"/>
                  </a:lnTo>
                  <a:lnTo>
                    <a:pt x="4" y="340"/>
                  </a:lnTo>
                  <a:lnTo>
                    <a:pt x="1" y="383"/>
                  </a:lnTo>
                  <a:lnTo>
                    <a:pt x="0" y="426"/>
                  </a:lnTo>
                  <a:lnTo>
                    <a:pt x="11" y="426"/>
                  </a:lnTo>
                  <a:lnTo>
                    <a:pt x="13" y="383"/>
                  </a:lnTo>
                  <a:lnTo>
                    <a:pt x="16" y="342"/>
                  </a:lnTo>
                  <a:lnTo>
                    <a:pt x="22" y="303"/>
                  </a:lnTo>
                  <a:lnTo>
                    <a:pt x="30" y="264"/>
                  </a:lnTo>
                  <a:lnTo>
                    <a:pt x="41" y="229"/>
                  </a:lnTo>
                  <a:lnTo>
                    <a:pt x="52" y="194"/>
                  </a:lnTo>
                  <a:lnTo>
                    <a:pt x="67" y="162"/>
                  </a:lnTo>
                  <a:lnTo>
                    <a:pt x="82" y="133"/>
                  </a:lnTo>
                  <a:lnTo>
                    <a:pt x="98" y="106"/>
                  </a:lnTo>
                  <a:lnTo>
                    <a:pt x="116" y="81"/>
                  </a:lnTo>
                  <a:lnTo>
                    <a:pt x="136" y="61"/>
                  </a:lnTo>
                  <a:lnTo>
                    <a:pt x="156" y="43"/>
                  </a:lnTo>
                  <a:lnTo>
                    <a:pt x="178" y="31"/>
                  </a:lnTo>
                  <a:lnTo>
                    <a:pt x="199" y="20"/>
                  </a:lnTo>
                  <a:lnTo>
                    <a:pt x="221"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6474" name="Freeform 56"/>
            <p:cNvSpPr>
              <a:spLocks/>
            </p:cNvSpPr>
            <p:nvPr/>
          </p:nvSpPr>
          <p:spPr bwMode="auto">
            <a:xfrm>
              <a:off x="1140" y="2087"/>
              <a:ext cx="49" cy="85"/>
            </a:xfrm>
            <a:custGeom>
              <a:avLst/>
              <a:gdLst>
                <a:gd name="T0" fmla="*/ 2 w 246"/>
                <a:gd name="T1" fmla="*/ 3 h 424"/>
                <a:gd name="T2" fmla="*/ 2 w 246"/>
                <a:gd name="T3" fmla="*/ 3 h 424"/>
                <a:gd name="T4" fmla="*/ 2 w 246"/>
                <a:gd name="T5" fmla="*/ 3 h 424"/>
                <a:gd name="T6" fmla="*/ 2 w 246"/>
                <a:gd name="T7" fmla="*/ 3 h 424"/>
                <a:gd name="T8" fmla="*/ 2 w 246"/>
                <a:gd name="T9" fmla="*/ 2 h 424"/>
                <a:gd name="T10" fmla="*/ 2 w 246"/>
                <a:gd name="T11" fmla="*/ 2 h 424"/>
                <a:gd name="T12" fmla="*/ 2 w 246"/>
                <a:gd name="T13" fmla="*/ 2 h 424"/>
                <a:gd name="T14" fmla="*/ 2 w 246"/>
                <a:gd name="T15" fmla="*/ 2 h 424"/>
                <a:gd name="T16" fmla="*/ 2 w 246"/>
                <a:gd name="T17" fmla="*/ 1 h 424"/>
                <a:gd name="T18" fmla="*/ 1 w 246"/>
                <a:gd name="T19" fmla="*/ 1 h 424"/>
                <a:gd name="T20" fmla="*/ 1 w 246"/>
                <a:gd name="T21" fmla="*/ 1 h 424"/>
                <a:gd name="T22" fmla="*/ 1 w 246"/>
                <a:gd name="T23" fmla="*/ 1 h 424"/>
                <a:gd name="T24" fmla="*/ 1 w 246"/>
                <a:gd name="T25" fmla="*/ 0 h 424"/>
                <a:gd name="T26" fmla="*/ 1 w 246"/>
                <a:gd name="T27" fmla="*/ 0 h 424"/>
                <a:gd name="T28" fmla="*/ 1 w 246"/>
                <a:gd name="T29" fmla="*/ 0 h 424"/>
                <a:gd name="T30" fmla="*/ 0 w 246"/>
                <a:gd name="T31" fmla="*/ 0 h 424"/>
                <a:gd name="T32" fmla="*/ 0 w 246"/>
                <a:gd name="T33" fmla="*/ 0 h 424"/>
                <a:gd name="T34" fmla="*/ 0 w 246"/>
                <a:gd name="T35" fmla="*/ 0 h 424"/>
                <a:gd name="T36" fmla="*/ 0 w 246"/>
                <a:gd name="T37" fmla="*/ 0 h 424"/>
                <a:gd name="T38" fmla="*/ 0 w 246"/>
                <a:gd name="T39" fmla="*/ 0 h 424"/>
                <a:gd name="T40" fmla="*/ 0 w 246"/>
                <a:gd name="T41" fmla="*/ 0 h 424"/>
                <a:gd name="T42" fmla="*/ 1 w 246"/>
                <a:gd name="T43" fmla="*/ 0 h 424"/>
                <a:gd name="T44" fmla="*/ 1 w 246"/>
                <a:gd name="T45" fmla="*/ 0 h 424"/>
                <a:gd name="T46" fmla="*/ 1 w 246"/>
                <a:gd name="T47" fmla="*/ 0 h 424"/>
                <a:gd name="T48" fmla="*/ 1 w 246"/>
                <a:gd name="T49" fmla="*/ 1 h 424"/>
                <a:gd name="T50" fmla="*/ 1 w 246"/>
                <a:gd name="T51" fmla="*/ 1 h 424"/>
                <a:gd name="T52" fmla="*/ 1 w 246"/>
                <a:gd name="T53" fmla="*/ 1 h 424"/>
                <a:gd name="T54" fmla="*/ 1 w 246"/>
                <a:gd name="T55" fmla="*/ 1 h 424"/>
                <a:gd name="T56" fmla="*/ 2 w 246"/>
                <a:gd name="T57" fmla="*/ 2 h 424"/>
                <a:gd name="T58" fmla="*/ 2 w 246"/>
                <a:gd name="T59" fmla="*/ 2 h 424"/>
                <a:gd name="T60" fmla="*/ 2 w 246"/>
                <a:gd name="T61" fmla="*/ 2 h 424"/>
                <a:gd name="T62" fmla="*/ 2 w 246"/>
                <a:gd name="T63" fmla="*/ 2 h 424"/>
                <a:gd name="T64" fmla="*/ 2 w 246"/>
                <a:gd name="T65" fmla="*/ 3 h 424"/>
                <a:gd name="T66" fmla="*/ 2 w 246"/>
                <a:gd name="T67" fmla="*/ 3 h 424"/>
                <a:gd name="T68" fmla="*/ 2 w 246"/>
                <a:gd name="T69" fmla="*/ 3 h 424"/>
                <a:gd name="T70" fmla="*/ 2 w 246"/>
                <a:gd name="T71" fmla="*/ 3 h 424"/>
                <a:gd name="T72" fmla="*/ 2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424"/>
                  </a:moveTo>
                  <a:lnTo>
                    <a:pt x="246" y="424"/>
                  </a:lnTo>
                  <a:lnTo>
                    <a:pt x="244" y="382"/>
                  </a:lnTo>
                  <a:lnTo>
                    <a:pt x="241" y="338"/>
                  </a:lnTo>
                  <a:lnTo>
                    <a:pt x="235" y="298"/>
                  </a:lnTo>
                  <a:lnTo>
                    <a:pt x="227" y="261"/>
                  </a:lnTo>
                  <a:lnTo>
                    <a:pt x="216" y="222"/>
                  </a:lnTo>
                  <a:lnTo>
                    <a:pt x="205" y="188"/>
                  </a:lnTo>
                  <a:lnTo>
                    <a:pt x="190" y="155"/>
                  </a:lnTo>
                  <a:lnTo>
                    <a:pt x="174" y="125"/>
                  </a:lnTo>
                  <a:lnTo>
                    <a:pt x="157" y="98"/>
                  </a:lnTo>
                  <a:lnTo>
                    <a:pt x="138" y="73"/>
                  </a:lnTo>
                  <a:lnTo>
                    <a:pt x="118" y="51"/>
                  </a:lnTo>
                  <a:lnTo>
                    <a:pt x="96" y="34"/>
                  </a:lnTo>
                  <a:lnTo>
                    <a:pt x="74" y="18"/>
                  </a:lnTo>
                  <a:lnTo>
                    <a:pt x="50" y="8"/>
                  </a:lnTo>
                  <a:lnTo>
                    <a:pt x="25" y="2"/>
                  </a:lnTo>
                  <a:lnTo>
                    <a:pt x="0" y="0"/>
                  </a:lnTo>
                  <a:lnTo>
                    <a:pt x="0" y="11"/>
                  </a:lnTo>
                  <a:lnTo>
                    <a:pt x="23" y="14"/>
                  </a:lnTo>
                  <a:lnTo>
                    <a:pt x="45" y="19"/>
                  </a:lnTo>
                  <a:lnTo>
                    <a:pt x="67" y="30"/>
                  </a:lnTo>
                  <a:lnTo>
                    <a:pt x="89" y="43"/>
                  </a:lnTo>
                  <a:lnTo>
                    <a:pt x="108" y="60"/>
                  </a:lnTo>
                  <a:lnTo>
                    <a:pt x="128" y="80"/>
                  </a:lnTo>
                  <a:lnTo>
                    <a:pt x="147" y="105"/>
                  </a:lnTo>
                  <a:lnTo>
                    <a:pt x="165" y="132"/>
                  </a:lnTo>
                  <a:lnTo>
                    <a:pt x="179" y="160"/>
                  </a:lnTo>
                  <a:lnTo>
                    <a:pt x="193" y="193"/>
                  </a:lnTo>
                  <a:lnTo>
                    <a:pt x="205" y="227"/>
                  </a:lnTo>
                  <a:lnTo>
                    <a:pt x="215" y="263"/>
                  </a:lnTo>
                  <a:lnTo>
                    <a:pt x="223" y="301"/>
                  </a:lnTo>
                  <a:lnTo>
                    <a:pt x="229" y="341"/>
                  </a:lnTo>
                  <a:lnTo>
                    <a:pt x="233" y="382"/>
                  </a:lnTo>
                  <a:lnTo>
                    <a:pt x="234" y="424"/>
                  </a:lnTo>
                  <a:lnTo>
                    <a:pt x="246"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6475" name="Freeform 57"/>
            <p:cNvSpPr>
              <a:spLocks/>
            </p:cNvSpPr>
            <p:nvPr/>
          </p:nvSpPr>
          <p:spPr bwMode="auto">
            <a:xfrm>
              <a:off x="1140" y="2172"/>
              <a:ext cx="49" cy="85"/>
            </a:xfrm>
            <a:custGeom>
              <a:avLst/>
              <a:gdLst>
                <a:gd name="T0" fmla="*/ 0 w 246"/>
                <a:gd name="T1" fmla="*/ 3 h 426"/>
                <a:gd name="T2" fmla="*/ 0 w 246"/>
                <a:gd name="T3" fmla="*/ 3 h 426"/>
                <a:gd name="T4" fmla="*/ 0 w 246"/>
                <a:gd name="T5" fmla="*/ 3 h 426"/>
                <a:gd name="T6" fmla="*/ 0 w 246"/>
                <a:gd name="T7" fmla="*/ 3 h 426"/>
                <a:gd name="T8" fmla="*/ 1 w 246"/>
                <a:gd name="T9" fmla="*/ 3 h 426"/>
                <a:gd name="T10" fmla="*/ 1 w 246"/>
                <a:gd name="T11" fmla="*/ 3 h 426"/>
                <a:gd name="T12" fmla="*/ 1 w 246"/>
                <a:gd name="T13" fmla="*/ 3 h 426"/>
                <a:gd name="T14" fmla="*/ 1 w 246"/>
                <a:gd name="T15" fmla="*/ 3 h 426"/>
                <a:gd name="T16" fmla="*/ 1 w 246"/>
                <a:gd name="T17" fmla="*/ 3 h 426"/>
                <a:gd name="T18" fmla="*/ 1 w 246"/>
                <a:gd name="T19" fmla="*/ 2 h 426"/>
                <a:gd name="T20" fmla="*/ 2 w 246"/>
                <a:gd name="T21" fmla="*/ 2 h 426"/>
                <a:gd name="T22" fmla="*/ 2 w 246"/>
                <a:gd name="T23" fmla="*/ 2 h 426"/>
                <a:gd name="T24" fmla="*/ 2 w 246"/>
                <a:gd name="T25" fmla="*/ 2 h 426"/>
                <a:gd name="T26" fmla="*/ 2 w 246"/>
                <a:gd name="T27" fmla="*/ 1 h 426"/>
                <a:gd name="T28" fmla="*/ 2 w 246"/>
                <a:gd name="T29" fmla="*/ 1 h 426"/>
                <a:gd name="T30" fmla="*/ 2 w 246"/>
                <a:gd name="T31" fmla="*/ 1 h 426"/>
                <a:gd name="T32" fmla="*/ 2 w 246"/>
                <a:gd name="T33" fmla="*/ 0 h 426"/>
                <a:gd name="T34" fmla="*/ 2 w 246"/>
                <a:gd name="T35" fmla="*/ 0 h 426"/>
                <a:gd name="T36" fmla="*/ 2 w 246"/>
                <a:gd name="T37" fmla="*/ 0 h 426"/>
                <a:gd name="T38" fmla="*/ 2 w 246"/>
                <a:gd name="T39" fmla="*/ 0 h 426"/>
                <a:gd name="T40" fmla="*/ 2 w 246"/>
                <a:gd name="T41" fmla="*/ 1 h 426"/>
                <a:gd name="T42" fmla="*/ 2 w 246"/>
                <a:gd name="T43" fmla="*/ 1 h 426"/>
                <a:gd name="T44" fmla="*/ 2 w 246"/>
                <a:gd name="T45" fmla="*/ 1 h 426"/>
                <a:gd name="T46" fmla="*/ 2 w 246"/>
                <a:gd name="T47" fmla="*/ 2 h 426"/>
                <a:gd name="T48" fmla="*/ 2 w 246"/>
                <a:gd name="T49" fmla="*/ 2 h 426"/>
                <a:gd name="T50" fmla="*/ 1 w 246"/>
                <a:gd name="T51" fmla="*/ 2 h 426"/>
                <a:gd name="T52" fmla="*/ 1 w 246"/>
                <a:gd name="T53" fmla="*/ 2 h 426"/>
                <a:gd name="T54" fmla="*/ 1 w 246"/>
                <a:gd name="T55" fmla="*/ 3 h 426"/>
                <a:gd name="T56" fmla="*/ 1 w 246"/>
                <a:gd name="T57" fmla="*/ 3 h 426"/>
                <a:gd name="T58" fmla="*/ 1 w 246"/>
                <a:gd name="T59" fmla="*/ 3 h 426"/>
                <a:gd name="T60" fmla="*/ 1 w 246"/>
                <a:gd name="T61" fmla="*/ 3 h 426"/>
                <a:gd name="T62" fmla="*/ 1 w 246"/>
                <a:gd name="T63" fmla="*/ 3 h 426"/>
                <a:gd name="T64" fmla="*/ 0 w 246"/>
                <a:gd name="T65" fmla="*/ 3 h 426"/>
                <a:gd name="T66" fmla="*/ 0 w 246"/>
                <a:gd name="T67" fmla="*/ 3 h 426"/>
                <a:gd name="T68" fmla="*/ 0 w 246"/>
                <a:gd name="T69" fmla="*/ 3 h 426"/>
                <a:gd name="T70" fmla="*/ 0 w 246"/>
                <a:gd name="T71" fmla="*/ 3 h 426"/>
                <a:gd name="T72" fmla="*/ 0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426"/>
                  </a:moveTo>
                  <a:lnTo>
                    <a:pt x="0" y="426"/>
                  </a:lnTo>
                  <a:lnTo>
                    <a:pt x="25" y="423"/>
                  </a:lnTo>
                  <a:lnTo>
                    <a:pt x="50" y="417"/>
                  </a:lnTo>
                  <a:lnTo>
                    <a:pt x="74" y="407"/>
                  </a:lnTo>
                  <a:lnTo>
                    <a:pt x="96" y="392"/>
                  </a:lnTo>
                  <a:lnTo>
                    <a:pt x="118" y="373"/>
                  </a:lnTo>
                  <a:lnTo>
                    <a:pt x="138" y="350"/>
                  </a:lnTo>
                  <a:lnTo>
                    <a:pt x="157" y="327"/>
                  </a:lnTo>
                  <a:lnTo>
                    <a:pt x="175" y="299"/>
                  </a:lnTo>
                  <a:lnTo>
                    <a:pt x="190" y="268"/>
                  </a:lnTo>
                  <a:lnTo>
                    <a:pt x="205" y="236"/>
                  </a:lnTo>
                  <a:lnTo>
                    <a:pt x="216" y="202"/>
                  </a:lnTo>
                  <a:lnTo>
                    <a:pt x="227" y="164"/>
                  </a:lnTo>
                  <a:lnTo>
                    <a:pt x="235" y="125"/>
                  </a:lnTo>
                  <a:lnTo>
                    <a:pt x="241" y="86"/>
                  </a:lnTo>
                  <a:lnTo>
                    <a:pt x="244" y="42"/>
                  </a:lnTo>
                  <a:lnTo>
                    <a:pt x="246" y="0"/>
                  </a:lnTo>
                  <a:lnTo>
                    <a:pt x="234" y="0"/>
                  </a:lnTo>
                  <a:lnTo>
                    <a:pt x="233" y="42"/>
                  </a:lnTo>
                  <a:lnTo>
                    <a:pt x="229" y="83"/>
                  </a:lnTo>
                  <a:lnTo>
                    <a:pt x="223" y="123"/>
                  </a:lnTo>
                  <a:lnTo>
                    <a:pt x="215" y="162"/>
                  </a:lnTo>
                  <a:lnTo>
                    <a:pt x="205" y="197"/>
                  </a:lnTo>
                  <a:lnTo>
                    <a:pt x="193" y="231"/>
                  </a:lnTo>
                  <a:lnTo>
                    <a:pt x="179" y="264"/>
                  </a:lnTo>
                  <a:lnTo>
                    <a:pt x="164" y="292"/>
                  </a:lnTo>
                  <a:lnTo>
                    <a:pt x="147" y="320"/>
                  </a:lnTo>
                  <a:lnTo>
                    <a:pt x="128" y="343"/>
                  </a:lnTo>
                  <a:lnTo>
                    <a:pt x="108" y="363"/>
                  </a:lnTo>
                  <a:lnTo>
                    <a:pt x="89" y="382"/>
                  </a:lnTo>
                  <a:lnTo>
                    <a:pt x="67" y="395"/>
                  </a:lnTo>
                  <a:lnTo>
                    <a:pt x="45" y="406"/>
                  </a:lnTo>
                  <a:lnTo>
                    <a:pt x="23" y="411"/>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6476" name="Freeform 58"/>
            <p:cNvSpPr>
              <a:spLocks/>
            </p:cNvSpPr>
            <p:nvPr/>
          </p:nvSpPr>
          <p:spPr bwMode="auto">
            <a:xfrm>
              <a:off x="1091" y="2172"/>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4" y="86"/>
                  </a:lnTo>
                  <a:lnTo>
                    <a:pt x="10" y="125"/>
                  </a:lnTo>
                  <a:lnTo>
                    <a:pt x="18" y="164"/>
                  </a:lnTo>
                  <a:lnTo>
                    <a:pt x="29" y="202"/>
                  </a:lnTo>
                  <a:lnTo>
                    <a:pt x="41" y="236"/>
                  </a:lnTo>
                  <a:lnTo>
                    <a:pt x="55" y="268"/>
                  </a:lnTo>
                  <a:lnTo>
                    <a:pt x="70" y="299"/>
                  </a:lnTo>
                  <a:lnTo>
                    <a:pt x="89" y="327"/>
                  </a:lnTo>
                  <a:lnTo>
                    <a:pt x="106" y="350"/>
                  </a:lnTo>
                  <a:lnTo>
                    <a:pt x="126" y="373"/>
                  </a:lnTo>
                  <a:lnTo>
                    <a:pt x="148" y="392"/>
                  </a:lnTo>
                  <a:lnTo>
                    <a:pt x="171" y="407"/>
                  </a:lnTo>
                  <a:lnTo>
                    <a:pt x="194" y="417"/>
                  </a:lnTo>
                  <a:lnTo>
                    <a:pt x="219" y="423"/>
                  </a:lnTo>
                  <a:lnTo>
                    <a:pt x="245" y="426"/>
                  </a:lnTo>
                  <a:lnTo>
                    <a:pt x="245" y="414"/>
                  </a:lnTo>
                  <a:lnTo>
                    <a:pt x="221" y="411"/>
                  </a:lnTo>
                  <a:lnTo>
                    <a:pt x="199" y="406"/>
                  </a:lnTo>
                  <a:lnTo>
                    <a:pt x="178" y="395"/>
                  </a:lnTo>
                  <a:lnTo>
                    <a:pt x="155" y="382"/>
                  </a:lnTo>
                  <a:lnTo>
                    <a:pt x="136" y="363"/>
                  </a:lnTo>
                  <a:lnTo>
                    <a:pt x="116" y="343"/>
                  </a:lnTo>
                  <a:lnTo>
                    <a:pt x="98" y="320"/>
                  </a:lnTo>
                  <a:lnTo>
                    <a:pt x="82" y="292"/>
                  </a:lnTo>
                  <a:lnTo>
                    <a:pt x="66" y="264"/>
                  </a:lnTo>
                  <a:lnTo>
                    <a:pt x="52" y="231"/>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6477" name="Freeform 59"/>
            <p:cNvSpPr>
              <a:spLocks/>
            </p:cNvSpPr>
            <p:nvPr/>
          </p:nvSpPr>
          <p:spPr bwMode="auto">
            <a:xfrm>
              <a:off x="1091" y="2087"/>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4" y="8"/>
                  </a:lnTo>
                  <a:lnTo>
                    <a:pt x="171" y="18"/>
                  </a:lnTo>
                  <a:lnTo>
                    <a:pt x="148" y="34"/>
                  </a:lnTo>
                  <a:lnTo>
                    <a:pt x="126" y="51"/>
                  </a:lnTo>
                  <a:lnTo>
                    <a:pt x="106" y="73"/>
                  </a:lnTo>
                  <a:lnTo>
                    <a:pt x="89" y="98"/>
                  </a:lnTo>
                  <a:lnTo>
                    <a:pt x="71" y="125"/>
                  </a:lnTo>
                  <a:lnTo>
                    <a:pt x="55" y="155"/>
                  </a:lnTo>
                  <a:lnTo>
                    <a:pt x="41" y="188"/>
                  </a:lnTo>
                  <a:lnTo>
                    <a:pt x="29" y="222"/>
                  </a:lnTo>
                  <a:lnTo>
                    <a:pt x="18" y="261"/>
                  </a:lnTo>
                  <a:lnTo>
                    <a:pt x="10" y="298"/>
                  </a:lnTo>
                  <a:lnTo>
                    <a:pt x="4" y="338"/>
                  </a:lnTo>
                  <a:lnTo>
                    <a:pt x="1" y="382"/>
                  </a:lnTo>
                  <a:lnTo>
                    <a:pt x="0" y="424"/>
                  </a:lnTo>
                  <a:lnTo>
                    <a:pt x="11" y="424"/>
                  </a:lnTo>
                  <a:lnTo>
                    <a:pt x="13" y="382"/>
                  </a:lnTo>
                  <a:lnTo>
                    <a:pt x="16" y="341"/>
                  </a:lnTo>
                  <a:lnTo>
                    <a:pt x="22" y="301"/>
                  </a:lnTo>
                  <a:lnTo>
                    <a:pt x="30" y="263"/>
                  </a:lnTo>
                  <a:lnTo>
                    <a:pt x="41" y="227"/>
                  </a:lnTo>
                  <a:lnTo>
                    <a:pt x="52" y="193"/>
                  </a:lnTo>
                  <a:lnTo>
                    <a:pt x="66" y="160"/>
                  </a:lnTo>
                  <a:lnTo>
                    <a:pt x="80" y="132"/>
                  </a:lnTo>
                  <a:lnTo>
                    <a:pt x="98" y="105"/>
                  </a:lnTo>
                  <a:lnTo>
                    <a:pt x="116" y="80"/>
                  </a:lnTo>
                  <a:lnTo>
                    <a:pt x="136" y="60"/>
                  </a:lnTo>
                  <a:lnTo>
                    <a:pt x="155" y="43"/>
                  </a:lnTo>
                  <a:lnTo>
                    <a:pt x="178" y="30"/>
                  </a:lnTo>
                  <a:lnTo>
                    <a:pt x="199" y="19"/>
                  </a:lnTo>
                  <a:lnTo>
                    <a:pt x="221" y="14"/>
                  </a:lnTo>
                  <a:lnTo>
                    <a:pt x="245" y="11"/>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6478" name="Freeform 60"/>
            <p:cNvSpPr>
              <a:spLocks/>
            </p:cNvSpPr>
            <p:nvPr/>
          </p:nvSpPr>
          <p:spPr bwMode="auto">
            <a:xfrm>
              <a:off x="1392" y="2118"/>
              <a:ext cx="49" cy="85"/>
            </a:xfrm>
            <a:custGeom>
              <a:avLst/>
              <a:gdLst>
                <a:gd name="T0" fmla="*/ 2 w 246"/>
                <a:gd name="T1" fmla="*/ 3 h 426"/>
                <a:gd name="T2" fmla="*/ 2 w 246"/>
                <a:gd name="T3" fmla="*/ 3 h 426"/>
                <a:gd name="T4" fmla="*/ 2 w 246"/>
                <a:gd name="T5" fmla="*/ 3 h 426"/>
                <a:gd name="T6" fmla="*/ 2 w 246"/>
                <a:gd name="T7" fmla="*/ 3 h 426"/>
                <a:gd name="T8" fmla="*/ 2 w 246"/>
                <a:gd name="T9" fmla="*/ 2 h 426"/>
                <a:gd name="T10" fmla="*/ 2 w 246"/>
                <a:gd name="T11" fmla="*/ 2 h 426"/>
                <a:gd name="T12" fmla="*/ 2 w 246"/>
                <a:gd name="T13" fmla="*/ 2 h 426"/>
                <a:gd name="T14" fmla="*/ 2 w 246"/>
                <a:gd name="T15" fmla="*/ 2 h 426"/>
                <a:gd name="T16" fmla="*/ 2 w 246"/>
                <a:gd name="T17" fmla="*/ 1 h 426"/>
                <a:gd name="T18" fmla="*/ 1 w 246"/>
                <a:gd name="T19" fmla="*/ 1 h 426"/>
                <a:gd name="T20" fmla="*/ 1 w 246"/>
                <a:gd name="T21" fmla="*/ 1 h 426"/>
                <a:gd name="T22" fmla="*/ 1 w 246"/>
                <a:gd name="T23" fmla="*/ 1 h 426"/>
                <a:gd name="T24" fmla="*/ 1 w 246"/>
                <a:gd name="T25" fmla="*/ 0 h 426"/>
                <a:gd name="T26" fmla="*/ 1 w 246"/>
                <a:gd name="T27" fmla="*/ 0 h 426"/>
                <a:gd name="T28" fmla="*/ 1 w 246"/>
                <a:gd name="T29" fmla="*/ 0 h 426"/>
                <a:gd name="T30" fmla="*/ 0 w 246"/>
                <a:gd name="T31" fmla="*/ 0 h 426"/>
                <a:gd name="T32" fmla="*/ 0 w 246"/>
                <a:gd name="T33" fmla="*/ 0 h 426"/>
                <a:gd name="T34" fmla="*/ 0 w 246"/>
                <a:gd name="T35" fmla="*/ 0 h 426"/>
                <a:gd name="T36" fmla="*/ 0 w 246"/>
                <a:gd name="T37" fmla="*/ 0 h 426"/>
                <a:gd name="T38" fmla="*/ 0 w 246"/>
                <a:gd name="T39" fmla="*/ 0 h 426"/>
                <a:gd name="T40" fmla="*/ 0 w 246"/>
                <a:gd name="T41" fmla="*/ 0 h 426"/>
                <a:gd name="T42" fmla="*/ 1 w 246"/>
                <a:gd name="T43" fmla="*/ 0 h 426"/>
                <a:gd name="T44" fmla="*/ 1 w 246"/>
                <a:gd name="T45" fmla="*/ 0 h 426"/>
                <a:gd name="T46" fmla="*/ 1 w 246"/>
                <a:gd name="T47" fmla="*/ 1 h 426"/>
                <a:gd name="T48" fmla="*/ 1 w 246"/>
                <a:gd name="T49" fmla="*/ 1 h 426"/>
                <a:gd name="T50" fmla="*/ 1 w 246"/>
                <a:gd name="T51" fmla="*/ 1 h 426"/>
                <a:gd name="T52" fmla="*/ 1 w 246"/>
                <a:gd name="T53" fmla="*/ 1 h 426"/>
                <a:gd name="T54" fmla="*/ 1 w 246"/>
                <a:gd name="T55" fmla="*/ 1 h 426"/>
                <a:gd name="T56" fmla="*/ 2 w 246"/>
                <a:gd name="T57" fmla="*/ 2 h 426"/>
                <a:gd name="T58" fmla="*/ 2 w 246"/>
                <a:gd name="T59" fmla="*/ 2 h 426"/>
                <a:gd name="T60" fmla="*/ 2 w 246"/>
                <a:gd name="T61" fmla="*/ 2 h 426"/>
                <a:gd name="T62" fmla="*/ 2 w 246"/>
                <a:gd name="T63" fmla="*/ 2 h 426"/>
                <a:gd name="T64" fmla="*/ 2 w 246"/>
                <a:gd name="T65" fmla="*/ 3 h 426"/>
                <a:gd name="T66" fmla="*/ 2 w 246"/>
                <a:gd name="T67" fmla="*/ 3 h 426"/>
                <a:gd name="T68" fmla="*/ 2 w 246"/>
                <a:gd name="T69" fmla="*/ 3 h 426"/>
                <a:gd name="T70" fmla="*/ 2 w 246"/>
                <a:gd name="T71" fmla="*/ 3 h 426"/>
                <a:gd name="T72" fmla="*/ 2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246" y="426"/>
                  </a:moveTo>
                  <a:lnTo>
                    <a:pt x="246" y="426"/>
                  </a:lnTo>
                  <a:lnTo>
                    <a:pt x="245" y="384"/>
                  </a:lnTo>
                  <a:lnTo>
                    <a:pt x="242" y="340"/>
                  </a:lnTo>
                  <a:lnTo>
                    <a:pt x="236" y="301"/>
                  </a:lnTo>
                  <a:lnTo>
                    <a:pt x="228" y="262"/>
                  </a:lnTo>
                  <a:lnTo>
                    <a:pt x="217" y="224"/>
                  </a:lnTo>
                  <a:lnTo>
                    <a:pt x="205" y="190"/>
                  </a:lnTo>
                  <a:lnTo>
                    <a:pt x="191" y="158"/>
                  </a:lnTo>
                  <a:lnTo>
                    <a:pt x="176" y="126"/>
                  </a:lnTo>
                  <a:lnTo>
                    <a:pt x="157" y="99"/>
                  </a:lnTo>
                  <a:lnTo>
                    <a:pt x="139" y="75"/>
                  </a:lnTo>
                  <a:lnTo>
                    <a:pt x="119" y="53"/>
                  </a:lnTo>
                  <a:lnTo>
                    <a:pt x="96" y="34"/>
                  </a:lnTo>
                  <a:lnTo>
                    <a:pt x="75" y="19"/>
                  </a:lnTo>
                  <a:lnTo>
                    <a:pt x="51" y="9"/>
                  </a:lnTo>
                  <a:lnTo>
                    <a:pt x="26" y="3"/>
                  </a:lnTo>
                  <a:lnTo>
                    <a:pt x="0" y="0"/>
                  </a:lnTo>
                  <a:lnTo>
                    <a:pt x="0" y="12"/>
                  </a:lnTo>
                  <a:lnTo>
                    <a:pt x="24" y="15"/>
                  </a:lnTo>
                  <a:lnTo>
                    <a:pt x="46" y="20"/>
                  </a:lnTo>
                  <a:lnTo>
                    <a:pt x="68" y="31"/>
                  </a:lnTo>
                  <a:lnTo>
                    <a:pt x="89" y="44"/>
                  </a:lnTo>
                  <a:lnTo>
                    <a:pt x="109" y="63"/>
                  </a:lnTo>
                  <a:lnTo>
                    <a:pt x="129" y="83"/>
                  </a:lnTo>
                  <a:lnTo>
                    <a:pt x="148" y="106"/>
                  </a:lnTo>
                  <a:lnTo>
                    <a:pt x="164" y="133"/>
                  </a:lnTo>
                  <a:lnTo>
                    <a:pt x="180" y="162"/>
                  </a:lnTo>
                  <a:lnTo>
                    <a:pt x="194" y="195"/>
                  </a:lnTo>
                  <a:lnTo>
                    <a:pt x="205" y="229"/>
                  </a:lnTo>
                  <a:lnTo>
                    <a:pt x="216" y="264"/>
                  </a:lnTo>
                  <a:lnTo>
                    <a:pt x="224" y="303"/>
                  </a:lnTo>
                  <a:lnTo>
                    <a:pt x="230" y="343"/>
                  </a:lnTo>
                  <a:lnTo>
                    <a:pt x="233" y="384"/>
                  </a:lnTo>
                  <a:lnTo>
                    <a:pt x="235" y="426"/>
                  </a:lnTo>
                  <a:lnTo>
                    <a:pt x="246"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6479" name="Freeform 61"/>
            <p:cNvSpPr>
              <a:spLocks/>
            </p:cNvSpPr>
            <p:nvPr/>
          </p:nvSpPr>
          <p:spPr bwMode="auto">
            <a:xfrm>
              <a:off x="1392" y="2203"/>
              <a:ext cx="49" cy="85"/>
            </a:xfrm>
            <a:custGeom>
              <a:avLst/>
              <a:gdLst>
                <a:gd name="T0" fmla="*/ 0 w 246"/>
                <a:gd name="T1" fmla="*/ 3 h 424"/>
                <a:gd name="T2" fmla="*/ 0 w 246"/>
                <a:gd name="T3" fmla="*/ 3 h 424"/>
                <a:gd name="T4" fmla="*/ 0 w 246"/>
                <a:gd name="T5" fmla="*/ 3 h 424"/>
                <a:gd name="T6" fmla="*/ 0 w 246"/>
                <a:gd name="T7" fmla="*/ 3 h 424"/>
                <a:gd name="T8" fmla="*/ 1 w 246"/>
                <a:gd name="T9" fmla="*/ 3 h 424"/>
                <a:gd name="T10" fmla="*/ 1 w 246"/>
                <a:gd name="T11" fmla="*/ 3 h 424"/>
                <a:gd name="T12" fmla="*/ 1 w 246"/>
                <a:gd name="T13" fmla="*/ 3 h 424"/>
                <a:gd name="T14" fmla="*/ 1 w 246"/>
                <a:gd name="T15" fmla="*/ 3 h 424"/>
                <a:gd name="T16" fmla="*/ 1 w 246"/>
                <a:gd name="T17" fmla="*/ 3 h 424"/>
                <a:gd name="T18" fmla="*/ 1 w 246"/>
                <a:gd name="T19" fmla="*/ 2 h 424"/>
                <a:gd name="T20" fmla="*/ 2 w 246"/>
                <a:gd name="T21" fmla="*/ 2 h 424"/>
                <a:gd name="T22" fmla="*/ 2 w 246"/>
                <a:gd name="T23" fmla="*/ 2 h 424"/>
                <a:gd name="T24" fmla="*/ 2 w 246"/>
                <a:gd name="T25" fmla="*/ 2 h 424"/>
                <a:gd name="T26" fmla="*/ 2 w 246"/>
                <a:gd name="T27" fmla="*/ 1 h 424"/>
                <a:gd name="T28" fmla="*/ 2 w 246"/>
                <a:gd name="T29" fmla="*/ 1 h 424"/>
                <a:gd name="T30" fmla="*/ 2 w 246"/>
                <a:gd name="T31" fmla="*/ 1 h 424"/>
                <a:gd name="T32" fmla="*/ 2 w 246"/>
                <a:gd name="T33" fmla="*/ 0 h 424"/>
                <a:gd name="T34" fmla="*/ 2 w 246"/>
                <a:gd name="T35" fmla="*/ 0 h 424"/>
                <a:gd name="T36" fmla="*/ 2 w 246"/>
                <a:gd name="T37" fmla="*/ 0 h 424"/>
                <a:gd name="T38" fmla="*/ 2 w 246"/>
                <a:gd name="T39" fmla="*/ 0 h 424"/>
                <a:gd name="T40" fmla="*/ 2 w 246"/>
                <a:gd name="T41" fmla="*/ 1 h 424"/>
                <a:gd name="T42" fmla="*/ 2 w 246"/>
                <a:gd name="T43" fmla="*/ 1 h 424"/>
                <a:gd name="T44" fmla="*/ 2 w 246"/>
                <a:gd name="T45" fmla="*/ 1 h 424"/>
                <a:gd name="T46" fmla="*/ 2 w 246"/>
                <a:gd name="T47" fmla="*/ 2 h 424"/>
                <a:gd name="T48" fmla="*/ 2 w 246"/>
                <a:gd name="T49" fmla="*/ 2 h 424"/>
                <a:gd name="T50" fmla="*/ 1 w 246"/>
                <a:gd name="T51" fmla="*/ 2 h 424"/>
                <a:gd name="T52" fmla="*/ 1 w 246"/>
                <a:gd name="T53" fmla="*/ 2 h 424"/>
                <a:gd name="T54" fmla="*/ 1 w 246"/>
                <a:gd name="T55" fmla="*/ 3 h 424"/>
                <a:gd name="T56" fmla="*/ 1 w 246"/>
                <a:gd name="T57" fmla="*/ 3 h 424"/>
                <a:gd name="T58" fmla="*/ 1 w 246"/>
                <a:gd name="T59" fmla="*/ 3 h 424"/>
                <a:gd name="T60" fmla="*/ 1 w 246"/>
                <a:gd name="T61" fmla="*/ 3 h 424"/>
                <a:gd name="T62" fmla="*/ 1 w 246"/>
                <a:gd name="T63" fmla="*/ 3 h 424"/>
                <a:gd name="T64" fmla="*/ 0 w 246"/>
                <a:gd name="T65" fmla="*/ 3 h 424"/>
                <a:gd name="T66" fmla="*/ 0 w 246"/>
                <a:gd name="T67" fmla="*/ 3 h 424"/>
                <a:gd name="T68" fmla="*/ 0 w 246"/>
                <a:gd name="T69" fmla="*/ 3 h 424"/>
                <a:gd name="T70" fmla="*/ 0 w 246"/>
                <a:gd name="T71" fmla="*/ 3 h 424"/>
                <a:gd name="T72" fmla="*/ 0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0" y="424"/>
                  </a:moveTo>
                  <a:lnTo>
                    <a:pt x="0" y="424"/>
                  </a:lnTo>
                  <a:lnTo>
                    <a:pt x="26" y="422"/>
                  </a:lnTo>
                  <a:lnTo>
                    <a:pt x="51" y="416"/>
                  </a:lnTo>
                  <a:lnTo>
                    <a:pt x="75" y="406"/>
                  </a:lnTo>
                  <a:lnTo>
                    <a:pt x="96" y="390"/>
                  </a:lnTo>
                  <a:lnTo>
                    <a:pt x="119" y="373"/>
                  </a:lnTo>
                  <a:lnTo>
                    <a:pt x="139" y="351"/>
                  </a:lnTo>
                  <a:lnTo>
                    <a:pt x="157" y="326"/>
                  </a:lnTo>
                  <a:lnTo>
                    <a:pt x="175" y="299"/>
                  </a:lnTo>
                  <a:lnTo>
                    <a:pt x="191" y="269"/>
                  </a:lnTo>
                  <a:lnTo>
                    <a:pt x="205" y="236"/>
                  </a:lnTo>
                  <a:lnTo>
                    <a:pt x="217" y="202"/>
                  </a:lnTo>
                  <a:lnTo>
                    <a:pt x="228" y="163"/>
                  </a:lnTo>
                  <a:lnTo>
                    <a:pt x="236" y="125"/>
                  </a:lnTo>
                  <a:lnTo>
                    <a:pt x="242" y="86"/>
                  </a:lnTo>
                  <a:lnTo>
                    <a:pt x="245" y="42"/>
                  </a:lnTo>
                  <a:lnTo>
                    <a:pt x="246" y="0"/>
                  </a:lnTo>
                  <a:lnTo>
                    <a:pt x="235" y="0"/>
                  </a:lnTo>
                  <a:lnTo>
                    <a:pt x="233" y="42"/>
                  </a:lnTo>
                  <a:lnTo>
                    <a:pt x="230" y="83"/>
                  </a:lnTo>
                  <a:lnTo>
                    <a:pt x="224" y="123"/>
                  </a:lnTo>
                  <a:lnTo>
                    <a:pt x="216" y="161"/>
                  </a:lnTo>
                  <a:lnTo>
                    <a:pt x="205" y="197"/>
                  </a:lnTo>
                  <a:lnTo>
                    <a:pt x="194" y="231"/>
                  </a:lnTo>
                  <a:lnTo>
                    <a:pt x="180" y="264"/>
                  </a:lnTo>
                  <a:lnTo>
                    <a:pt x="166" y="292"/>
                  </a:lnTo>
                  <a:lnTo>
                    <a:pt x="148" y="319"/>
                  </a:lnTo>
                  <a:lnTo>
                    <a:pt x="129" y="344"/>
                  </a:lnTo>
                  <a:lnTo>
                    <a:pt x="109" y="364"/>
                  </a:lnTo>
                  <a:lnTo>
                    <a:pt x="89" y="381"/>
                  </a:lnTo>
                  <a:lnTo>
                    <a:pt x="68" y="394"/>
                  </a:lnTo>
                  <a:lnTo>
                    <a:pt x="46" y="405"/>
                  </a:lnTo>
                  <a:lnTo>
                    <a:pt x="24" y="410"/>
                  </a:lnTo>
                  <a:lnTo>
                    <a:pt x="0" y="413"/>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6480" name="Freeform 62"/>
            <p:cNvSpPr>
              <a:spLocks/>
            </p:cNvSpPr>
            <p:nvPr/>
          </p:nvSpPr>
          <p:spPr bwMode="auto">
            <a:xfrm>
              <a:off x="1343" y="2203"/>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2" y="42"/>
                  </a:lnTo>
                  <a:lnTo>
                    <a:pt x="5" y="86"/>
                  </a:lnTo>
                  <a:lnTo>
                    <a:pt x="11" y="125"/>
                  </a:lnTo>
                  <a:lnTo>
                    <a:pt x="19" y="163"/>
                  </a:lnTo>
                  <a:lnTo>
                    <a:pt x="30" y="202"/>
                  </a:lnTo>
                  <a:lnTo>
                    <a:pt x="41" y="236"/>
                  </a:lnTo>
                  <a:lnTo>
                    <a:pt x="56" y="269"/>
                  </a:lnTo>
                  <a:lnTo>
                    <a:pt x="72" y="299"/>
                  </a:lnTo>
                  <a:lnTo>
                    <a:pt x="90" y="326"/>
                  </a:lnTo>
                  <a:lnTo>
                    <a:pt x="108" y="351"/>
                  </a:lnTo>
                  <a:lnTo>
                    <a:pt x="127" y="373"/>
                  </a:lnTo>
                  <a:lnTo>
                    <a:pt x="149" y="390"/>
                  </a:lnTo>
                  <a:lnTo>
                    <a:pt x="172" y="406"/>
                  </a:lnTo>
                  <a:lnTo>
                    <a:pt x="195" y="416"/>
                  </a:lnTo>
                  <a:lnTo>
                    <a:pt x="220" y="422"/>
                  </a:lnTo>
                  <a:lnTo>
                    <a:pt x="245" y="424"/>
                  </a:lnTo>
                  <a:lnTo>
                    <a:pt x="245" y="413"/>
                  </a:lnTo>
                  <a:lnTo>
                    <a:pt x="222" y="410"/>
                  </a:lnTo>
                  <a:lnTo>
                    <a:pt x="200" y="405"/>
                  </a:lnTo>
                  <a:lnTo>
                    <a:pt x="179" y="394"/>
                  </a:lnTo>
                  <a:lnTo>
                    <a:pt x="156" y="381"/>
                  </a:lnTo>
                  <a:lnTo>
                    <a:pt x="136" y="364"/>
                  </a:lnTo>
                  <a:lnTo>
                    <a:pt x="118" y="344"/>
                  </a:lnTo>
                  <a:lnTo>
                    <a:pt x="99" y="319"/>
                  </a:lnTo>
                  <a:lnTo>
                    <a:pt x="81" y="292"/>
                  </a:lnTo>
                  <a:lnTo>
                    <a:pt x="67" y="264"/>
                  </a:lnTo>
                  <a:lnTo>
                    <a:pt x="53" y="231"/>
                  </a:lnTo>
                  <a:lnTo>
                    <a:pt x="41" y="197"/>
                  </a:lnTo>
                  <a:lnTo>
                    <a:pt x="31" y="161"/>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6481" name="Freeform 63"/>
            <p:cNvSpPr>
              <a:spLocks/>
            </p:cNvSpPr>
            <p:nvPr/>
          </p:nvSpPr>
          <p:spPr bwMode="auto">
            <a:xfrm>
              <a:off x="1343" y="2118"/>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1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20" y="3"/>
                  </a:lnTo>
                  <a:lnTo>
                    <a:pt x="195" y="9"/>
                  </a:lnTo>
                  <a:lnTo>
                    <a:pt x="172" y="19"/>
                  </a:lnTo>
                  <a:lnTo>
                    <a:pt x="149" y="34"/>
                  </a:lnTo>
                  <a:lnTo>
                    <a:pt x="127" y="53"/>
                  </a:lnTo>
                  <a:lnTo>
                    <a:pt x="108" y="75"/>
                  </a:lnTo>
                  <a:lnTo>
                    <a:pt x="90" y="99"/>
                  </a:lnTo>
                  <a:lnTo>
                    <a:pt x="71" y="126"/>
                  </a:lnTo>
                  <a:lnTo>
                    <a:pt x="56" y="158"/>
                  </a:lnTo>
                  <a:lnTo>
                    <a:pt x="41" y="190"/>
                  </a:lnTo>
                  <a:lnTo>
                    <a:pt x="30" y="224"/>
                  </a:lnTo>
                  <a:lnTo>
                    <a:pt x="19" y="262"/>
                  </a:lnTo>
                  <a:lnTo>
                    <a:pt x="11" y="301"/>
                  </a:lnTo>
                  <a:lnTo>
                    <a:pt x="5" y="340"/>
                  </a:lnTo>
                  <a:lnTo>
                    <a:pt x="2" y="384"/>
                  </a:lnTo>
                  <a:lnTo>
                    <a:pt x="0" y="426"/>
                  </a:lnTo>
                  <a:lnTo>
                    <a:pt x="12" y="426"/>
                  </a:lnTo>
                  <a:lnTo>
                    <a:pt x="13" y="384"/>
                  </a:lnTo>
                  <a:lnTo>
                    <a:pt x="17" y="343"/>
                  </a:lnTo>
                  <a:lnTo>
                    <a:pt x="23" y="303"/>
                  </a:lnTo>
                  <a:lnTo>
                    <a:pt x="31" y="264"/>
                  </a:lnTo>
                  <a:lnTo>
                    <a:pt x="41" y="229"/>
                  </a:lnTo>
                  <a:lnTo>
                    <a:pt x="53" y="195"/>
                  </a:lnTo>
                  <a:lnTo>
                    <a:pt x="67" y="162"/>
                  </a:lnTo>
                  <a:lnTo>
                    <a:pt x="82" y="133"/>
                  </a:lnTo>
                  <a:lnTo>
                    <a:pt x="99" y="106"/>
                  </a:lnTo>
                  <a:lnTo>
                    <a:pt x="118" y="83"/>
                  </a:lnTo>
                  <a:lnTo>
                    <a:pt x="136" y="63"/>
                  </a:lnTo>
                  <a:lnTo>
                    <a:pt x="156" y="44"/>
                  </a:lnTo>
                  <a:lnTo>
                    <a:pt x="179" y="31"/>
                  </a:lnTo>
                  <a:lnTo>
                    <a:pt x="200" y="20"/>
                  </a:lnTo>
                  <a:lnTo>
                    <a:pt x="222" y="15"/>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6482" name="Freeform 64"/>
            <p:cNvSpPr>
              <a:spLocks/>
            </p:cNvSpPr>
            <p:nvPr/>
          </p:nvSpPr>
          <p:spPr bwMode="auto">
            <a:xfrm>
              <a:off x="1384" y="1859"/>
              <a:ext cx="49" cy="84"/>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1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3" y="382"/>
                  </a:lnTo>
                  <a:lnTo>
                    <a:pt x="240" y="339"/>
                  </a:lnTo>
                  <a:lnTo>
                    <a:pt x="234" y="299"/>
                  </a:lnTo>
                  <a:lnTo>
                    <a:pt x="226" y="261"/>
                  </a:lnTo>
                  <a:lnTo>
                    <a:pt x="215" y="222"/>
                  </a:lnTo>
                  <a:lnTo>
                    <a:pt x="204" y="188"/>
                  </a:lnTo>
                  <a:lnTo>
                    <a:pt x="189" y="156"/>
                  </a:lnTo>
                  <a:lnTo>
                    <a:pt x="173" y="125"/>
                  </a:lnTo>
                  <a:lnTo>
                    <a:pt x="155" y="98"/>
                  </a:lnTo>
                  <a:lnTo>
                    <a:pt x="138" y="74"/>
                  </a:lnTo>
                  <a:lnTo>
                    <a:pt x="118" y="51"/>
                  </a:lnTo>
                  <a:lnTo>
                    <a:pt x="96" y="34"/>
                  </a:lnTo>
                  <a:lnTo>
                    <a:pt x="73" y="18"/>
                  </a:lnTo>
                  <a:lnTo>
                    <a:pt x="50" y="8"/>
                  </a:lnTo>
                  <a:lnTo>
                    <a:pt x="25" y="2"/>
                  </a:lnTo>
                  <a:lnTo>
                    <a:pt x="0" y="0"/>
                  </a:lnTo>
                  <a:lnTo>
                    <a:pt x="0" y="11"/>
                  </a:lnTo>
                  <a:lnTo>
                    <a:pt x="23" y="14"/>
                  </a:lnTo>
                  <a:lnTo>
                    <a:pt x="45" y="20"/>
                  </a:lnTo>
                  <a:lnTo>
                    <a:pt x="66" y="30"/>
                  </a:lnTo>
                  <a:lnTo>
                    <a:pt x="89" y="43"/>
                  </a:lnTo>
                  <a:lnTo>
                    <a:pt x="109" y="61"/>
                  </a:lnTo>
                  <a:lnTo>
                    <a:pt x="129" y="81"/>
                  </a:lnTo>
                  <a:lnTo>
                    <a:pt x="146" y="105"/>
                  </a:lnTo>
                  <a:lnTo>
                    <a:pt x="164" y="132"/>
                  </a:lnTo>
                  <a:lnTo>
                    <a:pt x="178" y="160"/>
                  </a:lnTo>
                  <a:lnTo>
                    <a:pt x="192" y="193"/>
                  </a:lnTo>
                  <a:lnTo>
                    <a:pt x="204" y="227"/>
                  </a:lnTo>
                  <a:lnTo>
                    <a:pt x="214" y="264"/>
                  </a:lnTo>
                  <a:lnTo>
                    <a:pt x="222" y="301"/>
                  </a:lnTo>
                  <a:lnTo>
                    <a:pt x="228"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6483" name="Freeform 65"/>
            <p:cNvSpPr>
              <a:spLocks/>
            </p:cNvSpPr>
            <p:nvPr/>
          </p:nvSpPr>
          <p:spPr bwMode="auto">
            <a:xfrm>
              <a:off x="1384" y="1943"/>
              <a:ext cx="49" cy="86"/>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5" y="423"/>
                  </a:lnTo>
                  <a:lnTo>
                    <a:pt x="50" y="418"/>
                  </a:lnTo>
                  <a:lnTo>
                    <a:pt x="73" y="407"/>
                  </a:lnTo>
                  <a:lnTo>
                    <a:pt x="96" y="392"/>
                  </a:lnTo>
                  <a:lnTo>
                    <a:pt x="118" y="374"/>
                  </a:lnTo>
                  <a:lnTo>
                    <a:pt x="138" y="352"/>
                  </a:lnTo>
                  <a:lnTo>
                    <a:pt x="155" y="327"/>
                  </a:lnTo>
                  <a:lnTo>
                    <a:pt x="174" y="300"/>
                  </a:lnTo>
                  <a:lnTo>
                    <a:pt x="189" y="269"/>
                  </a:lnTo>
                  <a:lnTo>
                    <a:pt x="204" y="237"/>
                  </a:lnTo>
                  <a:lnTo>
                    <a:pt x="215" y="202"/>
                  </a:lnTo>
                  <a:lnTo>
                    <a:pt x="226" y="164"/>
                  </a:lnTo>
                  <a:lnTo>
                    <a:pt x="234" y="126"/>
                  </a:lnTo>
                  <a:lnTo>
                    <a:pt x="240" y="86"/>
                  </a:lnTo>
                  <a:lnTo>
                    <a:pt x="243" y="42"/>
                  </a:lnTo>
                  <a:lnTo>
                    <a:pt x="245" y="0"/>
                  </a:lnTo>
                  <a:lnTo>
                    <a:pt x="233" y="0"/>
                  </a:lnTo>
                  <a:lnTo>
                    <a:pt x="232" y="42"/>
                  </a:lnTo>
                  <a:lnTo>
                    <a:pt x="228" y="83"/>
                  </a:lnTo>
                  <a:lnTo>
                    <a:pt x="222" y="123"/>
                  </a:lnTo>
                  <a:lnTo>
                    <a:pt x="214" y="162"/>
                  </a:lnTo>
                  <a:lnTo>
                    <a:pt x="204" y="197"/>
                  </a:lnTo>
                  <a:lnTo>
                    <a:pt x="192" y="232"/>
                  </a:lnTo>
                  <a:lnTo>
                    <a:pt x="178" y="264"/>
                  </a:lnTo>
                  <a:lnTo>
                    <a:pt x="163" y="293"/>
                  </a:lnTo>
                  <a:lnTo>
                    <a:pt x="146" y="320"/>
                  </a:lnTo>
                  <a:lnTo>
                    <a:pt x="129" y="345"/>
                  </a:lnTo>
                  <a:lnTo>
                    <a:pt x="109" y="365"/>
                  </a:lnTo>
                  <a:lnTo>
                    <a:pt x="89" y="382"/>
                  </a:lnTo>
                  <a:lnTo>
                    <a:pt x="66" y="395"/>
                  </a:lnTo>
                  <a:lnTo>
                    <a:pt x="45" y="406"/>
                  </a:lnTo>
                  <a:lnTo>
                    <a:pt x="23"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6484" name="Freeform 66"/>
            <p:cNvSpPr>
              <a:spLocks/>
            </p:cNvSpPr>
            <p:nvPr/>
          </p:nvSpPr>
          <p:spPr bwMode="auto">
            <a:xfrm>
              <a:off x="1335" y="1943"/>
              <a:ext cx="49" cy="86"/>
            </a:xfrm>
            <a:custGeom>
              <a:avLst/>
              <a:gdLst>
                <a:gd name="T0" fmla="*/ 0 w 246"/>
                <a:gd name="T1" fmla="*/ 0 h 426"/>
                <a:gd name="T2" fmla="*/ 0 w 246"/>
                <a:gd name="T3" fmla="*/ 0 h 426"/>
                <a:gd name="T4" fmla="*/ 0 w 246"/>
                <a:gd name="T5" fmla="*/ 0 h 426"/>
                <a:gd name="T6" fmla="*/ 0 w 246"/>
                <a:gd name="T7" fmla="*/ 1 h 426"/>
                <a:gd name="T8" fmla="*/ 0 w 246"/>
                <a:gd name="T9" fmla="*/ 1 h 426"/>
                <a:gd name="T10" fmla="*/ 0 w 246"/>
                <a:gd name="T11" fmla="*/ 1 h 426"/>
                <a:gd name="T12" fmla="*/ 0 w 246"/>
                <a:gd name="T13" fmla="*/ 2 h 426"/>
                <a:gd name="T14" fmla="*/ 0 w 246"/>
                <a:gd name="T15" fmla="*/ 2 h 426"/>
                <a:gd name="T16" fmla="*/ 0 w 246"/>
                <a:gd name="T17" fmla="*/ 2 h 426"/>
                <a:gd name="T18" fmla="*/ 1 w 246"/>
                <a:gd name="T19" fmla="*/ 2 h 426"/>
                <a:gd name="T20" fmla="*/ 1 w 246"/>
                <a:gd name="T21" fmla="*/ 3 h 426"/>
                <a:gd name="T22" fmla="*/ 1 w 246"/>
                <a:gd name="T23" fmla="*/ 3 h 426"/>
                <a:gd name="T24" fmla="*/ 1 w 246"/>
                <a:gd name="T25" fmla="*/ 3 h 426"/>
                <a:gd name="T26" fmla="*/ 1 w 246"/>
                <a:gd name="T27" fmla="*/ 3 h 426"/>
                <a:gd name="T28" fmla="*/ 1 w 246"/>
                <a:gd name="T29" fmla="*/ 3 h 426"/>
                <a:gd name="T30" fmla="*/ 2 w 246"/>
                <a:gd name="T31" fmla="*/ 3 h 426"/>
                <a:gd name="T32" fmla="*/ 2 w 246"/>
                <a:gd name="T33" fmla="*/ 3 h 426"/>
                <a:gd name="T34" fmla="*/ 2 w 246"/>
                <a:gd name="T35" fmla="*/ 3 h 426"/>
                <a:gd name="T36" fmla="*/ 2 w 246"/>
                <a:gd name="T37" fmla="*/ 3 h 426"/>
                <a:gd name="T38" fmla="*/ 2 w 246"/>
                <a:gd name="T39" fmla="*/ 3 h 426"/>
                <a:gd name="T40" fmla="*/ 2 w 246"/>
                <a:gd name="T41" fmla="*/ 3 h 426"/>
                <a:gd name="T42" fmla="*/ 1 w 246"/>
                <a:gd name="T43" fmla="*/ 3 h 426"/>
                <a:gd name="T44" fmla="*/ 1 w 246"/>
                <a:gd name="T45" fmla="*/ 3 h 426"/>
                <a:gd name="T46" fmla="*/ 1 w 246"/>
                <a:gd name="T47" fmla="*/ 3 h 426"/>
                <a:gd name="T48" fmla="*/ 1 w 246"/>
                <a:gd name="T49" fmla="*/ 3 h 426"/>
                <a:gd name="T50" fmla="*/ 1 w 246"/>
                <a:gd name="T51" fmla="*/ 3 h 426"/>
                <a:gd name="T52" fmla="*/ 1 w 246"/>
                <a:gd name="T53" fmla="*/ 2 h 426"/>
                <a:gd name="T54" fmla="*/ 1 w 246"/>
                <a:gd name="T55" fmla="*/ 2 h 426"/>
                <a:gd name="T56" fmla="*/ 0 w 246"/>
                <a:gd name="T57" fmla="*/ 2 h 426"/>
                <a:gd name="T58" fmla="*/ 0 w 246"/>
                <a:gd name="T59" fmla="*/ 2 h 426"/>
                <a:gd name="T60" fmla="*/ 0 w 246"/>
                <a:gd name="T61" fmla="*/ 1 h 426"/>
                <a:gd name="T62" fmla="*/ 0 w 246"/>
                <a:gd name="T63" fmla="*/ 1 h 426"/>
                <a:gd name="T64" fmla="*/ 0 w 246"/>
                <a:gd name="T65" fmla="*/ 1 h 426"/>
                <a:gd name="T66" fmla="*/ 0 w 246"/>
                <a:gd name="T67" fmla="*/ 0 h 426"/>
                <a:gd name="T68" fmla="*/ 0 w 246"/>
                <a:gd name="T69" fmla="*/ 0 h 426"/>
                <a:gd name="T70" fmla="*/ 0 w 246"/>
                <a:gd name="T71" fmla="*/ 0 h 426"/>
                <a:gd name="T72" fmla="*/ 0 w 246"/>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0"/>
                  </a:moveTo>
                  <a:lnTo>
                    <a:pt x="0" y="0"/>
                  </a:lnTo>
                  <a:lnTo>
                    <a:pt x="1" y="42"/>
                  </a:lnTo>
                  <a:lnTo>
                    <a:pt x="4" y="86"/>
                  </a:lnTo>
                  <a:lnTo>
                    <a:pt x="10" y="126"/>
                  </a:lnTo>
                  <a:lnTo>
                    <a:pt x="18" y="164"/>
                  </a:lnTo>
                  <a:lnTo>
                    <a:pt x="29" y="202"/>
                  </a:lnTo>
                  <a:lnTo>
                    <a:pt x="41" y="237"/>
                  </a:lnTo>
                  <a:lnTo>
                    <a:pt x="55" y="269"/>
                  </a:lnTo>
                  <a:lnTo>
                    <a:pt x="71" y="300"/>
                  </a:lnTo>
                  <a:lnTo>
                    <a:pt x="89" y="327"/>
                  </a:lnTo>
                  <a:lnTo>
                    <a:pt x="107" y="352"/>
                  </a:lnTo>
                  <a:lnTo>
                    <a:pt x="127" y="374"/>
                  </a:lnTo>
                  <a:lnTo>
                    <a:pt x="150" y="392"/>
                  </a:lnTo>
                  <a:lnTo>
                    <a:pt x="171" y="407"/>
                  </a:lnTo>
                  <a:lnTo>
                    <a:pt x="195" y="418"/>
                  </a:lnTo>
                  <a:lnTo>
                    <a:pt x="220" y="423"/>
                  </a:lnTo>
                  <a:lnTo>
                    <a:pt x="246" y="426"/>
                  </a:lnTo>
                  <a:lnTo>
                    <a:pt x="246" y="414"/>
                  </a:lnTo>
                  <a:lnTo>
                    <a:pt x="222" y="412"/>
                  </a:lnTo>
                  <a:lnTo>
                    <a:pt x="200" y="406"/>
                  </a:lnTo>
                  <a:lnTo>
                    <a:pt x="178" y="395"/>
                  </a:lnTo>
                  <a:lnTo>
                    <a:pt x="157" y="382"/>
                  </a:lnTo>
                  <a:lnTo>
                    <a:pt x="137" y="365"/>
                  </a:lnTo>
                  <a:lnTo>
                    <a:pt x="117" y="345"/>
                  </a:lnTo>
                  <a:lnTo>
                    <a:pt x="98" y="320"/>
                  </a:lnTo>
                  <a:lnTo>
                    <a:pt x="83" y="293"/>
                  </a:lnTo>
                  <a:lnTo>
                    <a:pt x="66" y="264"/>
                  </a:lnTo>
                  <a:lnTo>
                    <a:pt x="52" y="232"/>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6485" name="Freeform 67"/>
            <p:cNvSpPr>
              <a:spLocks/>
            </p:cNvSpPr>
            <p:nvPr/>
          </p:nvSpPr>
          <p:spPr bwMode="auto">
            <a:xfrm>
              <a:off x="1335" y="1859"/>
              <a:ext cx="49" cy="84"/>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1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0" y="2"/>
                  </a:lnTo>
                  <a:lnTo>
                    <a:pt x="195" y="8"/>
                  </a:lnTo>
                  <a:lnTo>
                    <a:pt x="171" y="18"/>
                  </a:lnTo>
                  <a:lnTo>
                    <a:pt x="150" y="34"/>
                  </a:lnTo>
                  <a:lnTo>
                    <a:pt x="127" y="51"/>
                  </a:lnTo>
                  <a:lnTo>
                    <a:pt x="107" y="74"/>
                  </a:lnTo>
                  <a:lnTo>
                    <a:pt x="89" y="98"/>
                  </a:lnTo>
                  <a:lnTo>
                    <a:pt x="72" y="125"/>
                  </a:lnTo>
                  <a:lnTo>
                    <a:pt x="55" y="156"/>
                  </a:lnTo>
                  <a:lnTo>
                    <a:pt x="41" y="188"/>
                  </a:lnTo>
                  <a:lnTo>
                    <a:pt x="29" y="222"/>
                  </a:lnTo>
                  <a:lnTo>
                    <a:pt x="18" y="261"/>
                  </a:lnTo>
                  <a:lnTo>
                    <a:pt x="10" y="299"/>
                  </a:lnTo>
                  <a:lnTo>
                    <a:pt x="4" y="339"/>
                  </a:lnTo>
                  <a:lnTo>
                    <a:pt x="1" y="382"/>
                  </a:lnTo>
                  <a:lnTo>
                    <a:pt x="0" y="424"/>
                  </a:lnTo>
                  <a:lnTo>
                    <a:pt x="11" y="424"/>
                  </a:lnTo>
                  <a:lnTo>
                    <a:pt x="13" y="382"/>
                  </a:lnTo>
                  <a:lnTo>
                    <a:pt x="16" y="341"/>
                  </a:lnTo>
                  <a:lnTo>
                    <a:pt x="22" y="301"/>
                  </a:lnTo>
                  <a:lnTo>
                    <a:pt x="30" y="264"/>
                  </a:lnTo>
                  <a:lnTo>
                    <a:pt x="41" y="227"/>
                  </a:lnTo>
                  <a:lnTo>
                    <a:pt x="52" y="193"/>
                  </a:lnTo>
                  <a:lnTo>
                    <a:pt x="66" y="160"/>
                  </a:lnTo>
                  <a:lnTo>
                    <a:pt x="82" y="132"/>
                  </a:lnTo>
                  <a:lnTo>
                    <a:pt x="98" y="105"/>
                  </a:lnTo>
                  <a:lnTo>
                    <a:pt x="117" y="81"/>
                  </a:lnTo>
                  <a:lnTo>
                    <a:pt x="137" y="61"/>
                  </a:lnTo>
                  <a:lnTo>
                    <a:pt x="157" y="43"/>
                  </a:lnTo>
                  <a:lnTo>
                    <a:pt x="178" y="30"/>
                  </a:lnTo>
                  <a:lnTo>
                    <a:pt x="200" y="20"/>
                  </a:lnTo>
                  <a:lnTo>
                    <a:pt x="222" y="14"/>
                  </a:lnTo>
                  <a:lnTo>
                    <a:pt x="246" y="11"/>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6486" name="Freeform 68"/>
            <p:cNvSpPr>
              <a:spLocks/>
            </p:cNvSpPr>
            <p:nvPr/>
          </p:nvSpPr>
          <p:spPr bwMode="auto">
            <a:xfrm>
              <a:off x="1552" y="1751"/>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1" y="339"/>
                  </a:lnTo>
                  <a:lnTo>
                    <a:pt x="235" y="299"/>
                  </a:lnTo>
                  <a:lnTo>
                    <a:pt x="226" y="261"/>
                  </a:lnTo>
                  <a:lnTo>
                    <a:pt x="216" y="223"/>
                  </a:lnTo>
                  <a:lnTo>
                    <a:pt x="204" y="189"/>
                  </a:lnTo>
                  <a:lnTo>
                    <a:pt x="190" y="156"/>
                  </a:lnTo>
                  <a:lnTo>
                    <a:pt x="174" y="125"/>
                  </a:lnTo>
                  <a:lnTo>
                    <a:pt x="156" y="98"/>
                  </a:lnTo>
                  <a:lnTo>
                    <a:pt x="137" y="74"/>
                  </a:lnTo>
                  <a:lnTo>
                    <a:pt x="119" y="52"/>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8" y="81"/>
                  </a:lnTo>
                  <a:lnTo>
                    <a:pt x="147" y="105"/>
                  </a:lnTo>
                  <a:lnTo>
                    <a:pt x="164" y="132"/>
                  </a:lnTo>
                  <a:lnTo>
                    <a:pt x="178" y="161"/>
                  </a:lnTo>
                  <a:lnTo>
                    <a:pt x="193" y="193"/>
                  </a:lnTo>
                  <a:lnTo>
                    <a:pt x="204" y="227"/>
                  </a:lnTo>
                  <a:lnTo>
                    <a:pt x="215" y="264"/>
                  </a:lnTo>
                  <a:lnTo>
                    <a:pt x="223" y="301"/>
                  </a:lnTo>
                  <a:lnTo>
                    <a:pt x="229" y="341"/>
                  </a:lnTo>
                  <a:lnTo>
                    <a:pt x="232" y="382"/>
                  </a:lnTo>
                  <a:lnTo>
                    <a:pt x="234"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6487" name="Freeform 69"/>
            <p:cNvSpPr>
              <a:spLocks/>
            </p:cNvSpPr>
            <p:nvPr/>
          </p:nvSpPr>
          <p:spPr bwMode="auto">
            <a:xfrm>
              <a:off x="1552" y="1836"/>
              <a:ext cx="49" cy="85"/>
            </a:xfrm>
            <a:custGeom>
              <a:avLst/>
              <a:gdLst>
                <a:gd name="T0" fmla="*/ 0 w 245"/>
                <a:gd name="T1" fmla="*/ 3 h 425"/>
                <a:gd name="T2" fmla="*/ 0 w 245"/>
                <a:gd name="T3" fmla="*/ 3 h 425"/>
                <a:gd name="T4" fmla="*/ 0 w 245"/>
                <a:gd name="T5" fmla="*/ 3 h 425"/>
                <a:gd name="T6" fmla="*/ 0 w 245"/>
                <a:gd name="T7" fmla="*/ 3 h 425"/>
                <a:gd name="T8" fmla="*/ 1 w 245"/>
                <a:gd name="T9" fmla="*/ 3 h 425"/>
                <a:gd name="T10" fmla="*/ 1 w 245"/>
                <a:gd name="T11" fmla="*/ 3 h 425"/>
                <a:gd name="T12" fmla="*/ 1 w 245"/>
                <a:gd name="T13" fmla="*/ 3 h 425"/>
                <a:gd name="T14" fmla="*/ 1 w 245"/>
                <a:gd name="T15" fmla="*/ 3 h 425"/>
                <a:gd name="T16" fmla="*/ 1 w 245"/>
                <a:gd name="T17" fmla="*/ 3 h 425"/>
                <a:gd name="T18" fmla="*/ 1 w 245"/>
                <a:gd name="T19" fmla="*/ 2 h 425"/>
                <a:gd name="T20" fmla="*/ 2 w 245"/>
                <a:gd name="T21" fmla="*/ 2 h 425"/>
                <a:gd name="T22" fmla="*/ 2 w 245"/>
                <a:gd name="T23" fmla="*/ 2 h 425"/>
                <a:gd name="T24" fmla="*/ 2 w 245"/>
                <a:gd name="T25" fmla="*/ 2 h 425"/>
                <a:gd name="T26" fmla="*/ 2 w 245"/>
                <a:gd name="T27" fmla="*/ 1 h 425"/>
                <a:gd name="T28" fmla="*/ 2 w 245"/>
                <a:gd name="T29" fmla="*/ 1 h 425"/>
                <a:gd name="T30" fmla="*/ 2 w 245"/>
                <a:gd name="T31" fmla="*/ 1 h 425"/>
                <a:gd name="T32" fmla="*/ 2 w 245"/>
                <a:gd name="T33" fmla="*/ 0 h 425"/>
                <a:gd name="T34" fmla="*/ 2 w 245"/>
                <a:gd name="T35" fmla="*/ 0 h 425"/>
                <a:gd name="T36" fmla="*/ 2 w 245"/>
                <a:gd name="T37" fmla="*/ 0 h 425"/>
                <a:gd name="T38" fmla="*/ 2 w 245"/>
                <a:gd name="T39" fmla="*/ 0 h 425"/>
                <a:gd name="T40" fmla="*/ 2 w 245"/>
                <a:gd name="T41" fmla="*/ 1 h 425"/>
                <a:gd name="T42" fmla="*/ 2 w 245"/>
                <a:gd name="T43" fmla="*/ 1 h 425"/>
                <a:gd name="T44" fmla="*/ 2 w 245"/>
                <a:gd name="T45" fmla="*/ 1 h 425"/>
                <a:gd name="T46" fmla="*/ 2 w 245"/>
                <a:gd name="T47" fmla="*/ 2 h 425"/>
                <a:gd name="T48" fmla="*/ 2 w 245"/>
                <a:gd name="T49" fmla="*/ 2 h 425"/>
                <a:gd name="T50" fmla="*/ 1 w 245"/>
                <a:gd name="T51" fmla="*/ 2 h 425"/>
                <a:gd name="T52" fmla="*/ 1 w 245"/>
                <a:gd name="T53" fmla="*/ 2 h 425"/>
                <a:gd name="T54" fmla="*/ 1 w 245"/>
                <a:gd name="T55" fmla="*/ 3 h 425"/>
                <a:gd name="T56" fmla="*/ 1 w 245"/>
                <a:gd name="T57" fmla="*/ 3 h 425"/>
                <a:gd name="T58" fmla="*/ 1 w 245"/>
                <a:gd name="T59" fmla="*/ 3 h 425"/>
                <a:gd name="T60" fmla="*/ 1 w 245"/>
                <a:gd name="T61" fmla="*/ 3 h 425"/>
                <a:gd name="T62" fmla="*/ 1 w 245"/>
                <a:gd name="T63" fmla="*/ 3 h 425"/>
                <a:gd name="T64" fmla="*/ 0 w 245"/>
                <a:gd name="T65" fmla="*/ 3 h 425"/>
                <a:gd name="T66" fmla="*/ 0 w 245"/>
                <a:gd name="T67" fmla="*/ 3 h 425"/>
                <a:gd name="T68" fmla="*/ 0 w 245"/>
                <a:gd name="T69" fmla="*/ 3 h 425"/>
                <a:gd name="T70" fmla="*/ 0 w 245"/>
                <a:gd name="T71" fmla="*/ 3 h 425"/>
                <a:gd name="T72" fmla="*/ 0 w 245"/>
                <a:gd name="T73" fmla="*/ 3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5"/>
                <a:gd name="T113" fmla="*/ 245 w 245"/>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5">
                  <a:moveTo>
                    <a:pt x="0" y="425"/>
                  </a:moveTo>
                  <a:lnTo>
                    <a:pt x="0" y="425"/>
                  </a:lnTo>
                  <a:lnTo>
                    <a:pt x="26" y="422"/>
                  </a:lnTo>
                  <a:lnTo>
                    <a:pt x="51" y="417"/>
                  </a:lnTo>
                  <a:lnTo>
                    <a:pt x="74" y="406"/>
                  </a:lnTo>
                  <a:lnTo>
                    <a:pt x="96" y="391"/>
                  </a:lnTo>
                  <a:lnTo>
                    <a:pt x="119" y="373"/>
                  </a:lnTo>
                  <a:lnTo>
                    <a:pt x="137" y="351"/>
                  </a:lnTo>
                  <a:lnTo>
                    <a:pt x="156" y="326"/>
                  </a:lnTo>
                  <a:lnTo>
                    <a:pt x="174" y="299"/>
                  </a:lnTo>
                  <a:lnTo>
                    <a:pt x="190" y="269"/>
                  </a:lnTo>
                  <a:lnTo>
                    <a:pt x="204" y="236"/>
                  </a:lnTo>
                  <a:lnTo>
                    <a:pt x="216" y="202"/>
                  </a:lnTo>
                  <a:lnTo>
                    <a:pt x="226" y="163"/>
                  </a:lnTo>
                  <a:lnTo>
                    <a:pt x="235" y="126"/>
                  </a:lnTo>
                  <a:lnTo>
                    <a:pt x="241" y="86"/>
                  </a:lnTo>
                  <a:lnTo>
                    <a:pt x="244" y="43"/>
                  </a:lnTo>
                  <a:lnTo>
                    <a:pt x="245" y="0"/>
                  </a:lnTo>
                  <a:lnTo>
                    <a:pt x="234" y="0"/>
                  </a:lnTo>
                  <a:lnTo>
                    <a:pt x="232" y="43"/>
                  </a:lnTo>
                  <a:lnTo>
                    <a:pt x="229" y="84"/>
                  </a:lnTo>
                  <a:lnTo>
                    <a:pt x="223" y="123"/>
                  </a:lnTo>
                  <a:lnTo>
                    <a:pt x="215" y="161"/>
                  </a:lnTo>
                  <a:lnTo>
                    <a:pt x="204" y="197"/>
                  </a:lnTo>
                  <a:lnTo>
                    <a:pt x="193" y="231"/>
                  </a:lnTo>
                  <a:lnTo>
                    <a:pt x="178" y="264"/>
                  </a:lnTo>
                  <a:lnTo>
                    <a:pt x="164" y="292"/>
                  </a:lnTo>
                  <a:lnTo>
                    <a:pt x="147" y="319"/>
                  </a:lnTo>
                  <a:lnTo>
                    <a:pt x="128" y="344"/>
                  </a:lnTo>
                  <a:lnTo>
                    <a:pt x="109" y="364"/>
                  </a:lnTo>
                  <a:lnTo>
                    <a:pt x="89" y="381"/>
                  </a:lnTo>
                  <a:lnTo>
                    <a:pt x="67" y="394"/>
                  </a:lnTo>
                  <a:lnTo>
                    <a:pt x="46" y="405"/>
                  </a:lnTo>
                  <a:lnTo>
                    <a:pt x="24" y="411"/>
                  </a:lnTo>
                  <a:lnTo>
                    <a:pt x="0" y="413"/>
                  </a:lnTo>
                  <a:lnTo>
                    <a:pt x="0" y="425"/>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6488" name="Freeform 70"/>
            <p:cNvSpPr>
              <a:spLocks/>
            </p:cNvSpPr>
            <p:nvPr/>
          </p:nvSpPr>
          <p:spPr bwMode="auto">
            <a:xfrm>
              <a:off x="1502" y="1836"/>
              <a:ext cx="50" cy="85"/>
            </a:xfrm>
            <a:custGeom>
              <a:avLst/>
              <a:gdLst>
                <a:gd name="T0" fmla="*/ 0 w 246"/>
                <a:gd name="T1" fmla="*/ 0 h 425"/>
                <a:gd name="T2" fmla="*/ 0 w 246"/>
                <a:gd name="T3" fmla="*/ 0 h 425"/>
                <a:gd name="T4" fmla="*/ 0 w 246"/>
                <a:gd name="T5" fmla="*/ 0 h 425"/>
                <a:gd name="T6" fmla="*/ 0 w 246"/>
                <a:gd name="T7" fmla="*/ 1 h 425"/>
                <a:gd name="T8" fmla="*/ 0 w 246"/>
                <a:gd name="T9" fmla="*/ 1 h 425"/>
                <a:gd name="T10" fmla="*/ 0 w 246"/>
                <a:gd name="T11" fmla="*/ 1 h 425"/>
                <a:gd name="T12" fmla="*/ 0 w 246"/>
                <a:gd name="T13" fmla="*/ 2 h 425"/>
                <a:gd name="T14" fmla="*/ 0 w 246"/>
                <a:gd name="T15" fmla="*/ 2 h 425"/>
                <a:gd name="T16" fmla="*/ 0 w 246"/>
                <a:gd name="T17" fmla="*/ 2 h 425"/>
                <a:gd name="T18" fmla="*/ 1 w 246"/>
                <a:gd name="T19" fmla="*/ 2 h 425"/>
                <a:gd name="T20" fmla="*/ 1 w 246"/>
                <a:gd name="T21" fmla="*/ 3 h 425"/>
                <a:gd name="T22" fmla="*/ 1 w 246"/>
                <a:gd name="T23" fmla="*/ 3 h 425"/>
                <a:gd name="T24" fmla="*/ 1 w 246"/>
                <a:gd name="T25" fmla="*/ 3 h 425"/>
                <a:gd name="T26" fmla="*/ 1 w 246"/>
                <a:gd name="T27" fmla="*/ 3 h 425"/>
                <a:gd name="T28" fmla="*/ 1 w 246"/>
                <a:gd name="T29" fmla="*/ 3 h 425"/>
                <a:gd name="T30" fmla="*/ 2 w 246"/>
                <a:gd name="T31" fmla="*/ 3 h 425"/>
                <a:gd name="T32" fmla="*/ 2 w 246"/>
                <a:gd name="T33" fmla="*/ 3 h 425"/>
                <a:gd name="T34" fmla="*/ 2 w 246"/>
                <a:gd name="T35" fmla="*/ 3 h 425"/>
                <a:gd name="T36" fmla="*/ 2 w 246"/>
                <a:gd name="T37" fmla="*/ 3 h 425"/>
                <a:gd name="T38" fmla="*/ 2 w 246"/>
                <a:gd name="T39" fmla="*/ 3 h 425"/>
                <a:gd name="T40" fmla="*/ 2 w 246"/>
                <a:gd name="T41" fmla="*/ 3 h 425"/>
                <a:gd name="T42" fmla="*/ 1 w 246"/>
                <a:gd name="T43" fmla="*/ 3 h 425"/>
                <a:gd name="T44" fmla="*/ 1 w 246"/>
                <a:gd name="T45" fmla="*/ 3 h 425"/>
                <a:gd name="T46" fmla="*/ 1 w 246"/>
                <a:gd name="T47" fmla="*/ 3 h 425"/>
                <a:gd name="T48" fmla="*/ 1 w 246"/>
                <a:gd name="T49" fmla="*/ 3 h 425"/>
                <a:gd name="T50" fmla="*/ 1 w 246"/>
                <a:gd name="T51" fmla="*/ 3 h 425"/>
                <a:gd name="T52" fmla="*/ 1 w 246"/>
                <a:gd name="T53" fmla="*/ 2 h 425"/>
                <a:gd name="T54" fmla="*/ 1 w 246"/>
                <a:gd name="T55" fmla="*/ 2 h 425"/>
                <a:gd name="T56" fmla="*/ 0 w 246"/>
                <a:gd name="T57" fmla="*/ 2 h 425"/>
                <a:gd name="T58" fmla="*/ 0 w 246"/>
                <a:gd name="T59" fmla="*/ 2 h 425"/>
                <a:gd name="T60" fmla="*/ 0 w 246"/>
                <a:gd name="T61" fmla="*/ 1 h 425"/>
                <a:gd name="T62" fmla="*/ 0 w 246"/>
                <a:gd name="T63" fmla="*/ 1 h 425"/>
                <a:gd name="T64" fmla="*/ 0 w 246"/>
                <a:gd name="T65" fmla="*/ 1 h 425"/>
                <a:gd name="T66" fmla="*/ 0 w 246"/>
                <a:gd name="T67" fmla="*/ 0 h 425"/>
                <a:gd name="T68" fmla="*/ 0 w 246"/>
                <a:gd name="T69" fmla="*/ 0 h 425"/>
                <a:gd name="T70" fmla="*/ 0 w 246"/>
                <a:gd name="T71" fmla="*/ 0 h 425"/>
                <a:gd name="T72" fmla="*/ 0 w 246"/>
                <a:gd name="T73" fmla="*/ 0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5"/>
                <a:gd name="T113" fmla="*/ 246 w 246"/>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5">
                  <a:moveTo>
                    <a:pt x="0" y="0"/>
                  </a:moveTo>
                  <a:lnTo>
                    <a:pt x="0" y="0"/>
                  </a:lnTo>
                  <a:lnTo>
                    <a:pt x="2" y="43"/>
                  </a:lnTo>
                  <a:lnTo>
                    <a:pt x="5" y="86"/>
                  </a:lnTo>
                  <a:lnTo>
                    <a:pt x="11" y="126"/>
                  </a:lnTo>
                  <a:lnTo>
                    <a:pt x="19" y="163"/>
                  </a:lnTo>
                  <a:lnTo>
                    <a:pt x="30" y="202"/>
                  </a:lnTo>
                  <a:lnTo>
                    <a:pt x="41" y="236"/>
                  </a:lnTo>
                  <a:lnTo>
                    <a:pt x="55" y="269"/>
                  </a:lnTo>
                  <a:lnTo>
                    <a:pt x="73" y="299"/>
                  </a:lnTo>
                  <a:lnTo>
                    <a:pt x="89" y="326"/>
                  </a:lnTo>
                  <a:lnTo>
                    <a:pt x="108" y="351"/>
                  </a:lnTo>
                  <a:lnTo>
                    <a:pt x="128" y="373"/>
                  </a:lnTo>
                  <a:lnTo>
                    <a:pt x="150" y="391"/>
                  </a:lnTo>
                  <a:lnTo>
                    <a:pt x="171" y="406"/>
                  </a:lnTo>
                  <a:lnTo>
                    <a:pt x="196" y="417"/>
                  </a:lnTo>
                  <a:lnTo>
                    <a:pt x="221" y="422"/>
                  </a:lnTo>
                  <a:lnTo>
                    <a:pt x="246" y="425"/>
                  </a:lnTo>
                  <a:lnTo>
                    <a:pt x="246" y="413"/>
                  </a:lnTo>
                  <a:lnTo>
                    <a:pt x="223" y="411"/>
                  </a:lnTo>
                  <a:lnTo>
                    <a:pt x="201" y="405"/>
                  </a:lnTo>
                  <a:lnTo>
                    <a:pt x="178" y="394"/>
                  </a:lnTo>
                  <a:lnTo>
                    <a:pt x="157" y="381"/>
                  </a:lnTo>
                  <a:lnTo>
                    <a:pt x="137" y="364"/>
                  </a:lnTo>
                  <a:lnTo>
                    <a:pt x="117" y="344"/>
                  </a:lnTo>
                  <a:lnTo>
                    <a:pt x="99" y="319"/>
                  </a:lnTo>
                  <a:lnTo>
                    <a:pt x="82" y="292"/>
                  </a:lnTo>
                  <a:lnTo>
                    <a:pt x="67" y="264"/>
                  </a:lnTo>
                  <a:lnTo>
                    <a:pt x="53" y="231"/>
                  </a:lnTo>
                  <a:lnTo>
                    <a:pt x="41" y="197"/>
                  </a:lnTo>
                  <a:lnTo>
                    <a:pt x="31" y="161"/>
                  </a:lnTo>
                  <a:lnTo>
                    <a:pt x="23" y="123"/>
                  </a:lnTo>
                  <a:lnTo>
                    <a:pt x="17" y="84"/>
                  </a:lnTo>
                  <a:lnTo>
                    <a:pt x="13" y="4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6489" name="Freeform 71"/>
            <p:cNvSpPr>
              <a:spLocks/>
            </p:cNvSpPr>
            <p:nvPr/>
          </p:nvSpPr>
          <p:spPr bwMode="auto">
            <a:xfrm>
              <a:off x="1502" y="1751"/>
              <a:ext cx="50" cy="85"/>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2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1" y="2"/>
                  </a:lnTo>
                  <a:lnTo>
                    <a:pt x="196" y="8"/>
                  </a:lnTo>
                  <a:lnTo>
                    <a:pt x="171" y="19"/>
                  </a:lnTo>
                  <a:lnTo>
                    <a:pt x="150" y="34"/>
                  </a:lnTo>
                  <a:lnTo>
                    <a:pt x="128" y="52"/>
                  </a:lnTo>
                  <a:lnTo>
                    <a:pt x="108" y="74"/>
                  </a:lnTo>
                  <a:lnTo>
                    <a:pt x="89" y="98"/>
                  </a:lnTo>
                  <a:lnTo>
                    <a:pt x="73" y="125"/>
                  </a:lnTo>
                  <a:lnTo>
                    <a:pt x="55" y="156"/>
                  </a:lnTo>
                  <a:lnTo>
                    <a:pt x="41" y="189"/>
                  </a:lnTo>
                  <a:lnTo>
                    <a:pt x="30" y="223"/>
                  </a:lnTo>
                  <a:lnTo>
                    <a:pt x="19" y="261"/>
                  </a:lnTo>
                  <a:lnTo>
                    <a:pt x="11" y="299"/>
                  </a:lnTo>
                  <a:lnTo>
                    <a:pt x="5" y="339"/>
                  </a:lnTo>
                  <a:lnTo>
                    <a:pt x="2" y="382"/>
                  </a:lnTo>
                  <a:lnTo>
                    <a:pt x="0" y="424"/>
                  </a:lnTo>
                  <a:lnTo>
                    <a:pt x="12" y="424"/>
                  </a:lnTo>
                  <a:lnTo>
                    <a:pt x="13" y="382"/>
                  </a:lnTo>
                  <a:lnTo>
                    <a:pt x="17" y="341"/>
                  </a:lnTo>
                  <a:lnTo>
                    <a:pt x="23" y="301"/>
                  </a:lnTo>
                  <a:lnTo>
                    <a:pt x="31" y="264"/>
                  </a:lnTo>
                  <a:lnTo>
                    <a:pt x="41" y="227"/>
                  </a:lnTo>
                  <a:lnTo>
                    <a:pt x="53" y="193"/>
                  </a:lnTo>
                  <a:lnTo>
                    <a:pt x="67" y="161"/>
                  </a:lnTo>
                  <a:lnTo>
                    <a:pt x="82" y="132"/>
                  </a:lnTo>
                  <a:lnTo>
                    <a:pt x="99" y="105"/>
                  </a:lnTo>
                  <a:lnTo>
                    <a:pt x="117" y="81"/>
                  </a:lnTo>
                  <a:lnTo>
                    <a:pt x="137" y="61"/>
                  </a:lnTo>
                  <a:lnTo>
                    <a:pt x="157" y="43"/>
                  </a:lnTo>
                  <a:lnTo>
                    <a:pt x="178" y="30"/>
                  </a:lnTo>
                  <a:lnTo>
                    <a:pt x="201" y="20"/>
                  </a:lnTo>
                  <a:lnTo>
                    <a:pt x="223" y="14"/>
                  </a:lnTo>
                  <a:lnTo>
                    <a:pt x="246" y="12"/>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6490" name="Freeform 72"/>
            <p:cNvSpPr>
              <a:spLocks/>
            </p:cNvSpPr>
            <p:nvPr/>
          </p:nvSpPr>
          <p:spPr bwMode="auto">
            <a:xfrm>
              <a:off x="1565" y="2016"/>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0" y="339"/>
                  </a:lnTo>
                  <a:lnTo>
                    <a:pt x="234" y="299"/>
                  </a:lnTo>
                  <a:lnTo>
                    <a:pt x="226" y="261"/>
                  </a:lnTo>
                  <a:lnTo>
                    <a:pt x="216" y="223"/>
                  </a:lnTo>
                  <a:lnTo>
                    <a:pt x="204" y="189"/>
                  </a:lnTo>
                  <a:lnTo>
                    <a:pt x="190" y="156"/>
                  </a:lnTo>
                  <a:lnTo>
                    <a:pt x="174" y="125"/>
                  </a:lnTo>
                  <a:lnTo>
                    <a:pt x="156" y="98"/>
                  </a:lnTo>
                  <a:lnTo>
                    <a:pt x="138" y="74"/>
                  </a:lnTo>
                  <a:lnTo>
                    <a:pt x="118" y="51"/>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9" y="81"/>
                  </a:lnTo>
                  <a:lnTo>
                    <a:pt x="147" y="105"/>
                  </a:lnTo>
                  <a:lnTo>
                    <a:pt x="164" y="132"/>
                  </a:lnTo>
                  <a:lnTo>
                    <a:pt x="178" y="160"/>
                  </a:lnTo>
                  <a:lnTo>
                    <a:pt x="192" y="193"/>
                  </a:lnTo>
                  <a:lnTo>
                    <a:pt x="204" y="227"/>
                  </a:lnTo>
                  <a:lnTo>
                    <a:pt x="215" y="264"/>
                  </a:lnTo>
                  <a:lnTo>
                    <a:pt x="223" y="301"/>
                  </a:lnTo>
                  <a:lnTo>
                    <a:pt x="229"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6491" name="Freeform 73"/>
            <p:cNvSpPr>
              <a:spLocks/>
            </p:cNvSpPr>
            <p:nvPr/>
          </p:nvSpPr>
          <p:spPr bwMode="auto">
            <a:xfrm>
              <a:off x="1565" y="2101"/>
              <a:ext cx="49" cy="85"/>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6" y="423"/>
                  </a:lnTo>
                  <a:lnTo>
                    <a:pt x="51" y="418"/>
                  </a:lnTo>
                  <a:lnTo>
                    <a:pt x="74" y="407"/>
                  </a:lnTo>
                  <a:lnTo>
                    <a:pt x="96" y="392"/>
                  </a:lnTo>
                  <a:lnTo>
                    <a:pt x="118" y="373"/>
                  </a:lnTo>
                  <a:lnTo>
                    <a:pt x="138" y="351"/>
                  </a:lnTo>
                  <a:lnTo>
                    <a:pt x="156" y="327"/>
                  </a:lnTo>
                  <a:lnTo>
                    <a:pt x="175" y="299"/>
                  </a:lnTo>
                  <a:lnTo>
                    <a:pt x="190" y="269"/>
                  </a:lnTo>
                  <a:lnTo>
                    <a:pt x="204" y="236"/>
                  </a:lnTo>
                  <a:lnTo>
                    <a:pt x="216" y="202"/>
                  </a:lnTo>
                  <a:lnTo>
                    <a:pt x="226" y="164"/>
                  </a:lnTo>
                  <a:lnTo>
                    <a:pt x="234" y="126"/>
                  </a:lnTo>
                  <a:lnTo>
                    <a:pt x="240" y="86"/>
                  </a:lnTo>
                  <a:lnTo>
                    <a:pt x="244" y="42"/>
                  </a:lnTo>
                  <a:lnTo>
                    <a:pt x="245" y="0"/>
                  </a:lnTo>
                  <a:lnTo>
                    <a:pt x="233" y="0"/>
                  </a:lnTo>
                  <a:lnTo>
                    <a:pt x="232" y="42"/>
                  </a:lnTo>
                  <a:lnTo>
                    <a:pt x="229" y="83"/>
                  </a:lnTo>
                  <a:lnTo>
                    <a:pt x="223" y="123"/>
                  </a:lnTo>
                  <a:lnTo>
                    <a:pt x="215" y="162"/>
                  </a:lnTo>
                  <a:lnTo>
                    <a:pt x="204" y="197"/>
                  </a:lnTo>
                  <a:lnTo>
                    <a:pt x="192" y="231"/>
                  </a:lnTo>
                  <a:lnTo>
                    <a:pt x="178" y="264"/>
                  </a:lnTo>
                  <a:lnTo>
                    <a:pt x="163" y="292"/>
                  </a:lnTo>
                  <a:lnTo>
                    <a:pt x="147" y="320"/>
                  </a:lnTo>
                  <a:lnTo>
                    <a:pt x="129" y="344"/>
                  </a:lnTo>
                  <a:lnTo>
                    <a:pt x="109" y="364"/>
                  </a:lnTo>
                  <a:lnTo>
                    <a:pt x="89" y="382"/>
                  </a:lnTo>
                  <a:lnTo>
                    <a:pt x="67" y="395"/>
                  </a:lnTo>
                  <a:lnTo>
                    <a:pt x="46" y="406"/>
                  </a:lnTo>
                  <a:lnTo>
                    <a:pt x="24"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6492" name="Freeform 74"/>
            <p:cNvSpPr>
              <a:spLocks/>
            </p:cNvSpPr>
            <p:nvPr/>
          </p:nvSpPr>
          <p:spPr bwMode="auto">
            <a:xfrm>
              <a:off x="1516" y="2101"/>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5" y="86"/>
                  </a:lnTo>
                  <a:lnTo>
                    <a:pt x="11" y="126"/>
                  </a:lnTo>
                  <a:lnTo>
                    <a:pt x="19" y="164"/>
                  </a:lnTo>
                  <a:lnTo>
                    <a:pt x="30" y="202"/>
                  </a:lnTo>
                  <a:lnTo>
                    <a:pt x="41" y="236"/>
                  </a:lnTo>
                  <a:lnTo>
                    <a:pt x="55" y="269"/>
                  </a:lnTo>
                  <a:lnTo>
                    <a:pt x="71" y="299"/>
                  </a:lnTo>
                  <a:lnTo>
                    <a:pt x="89" y="327"/>
                  </a:lnTo>
                  <a:lnTo>
                    <a:pt x="107" y="351"/>
                  </a:lnTo>
                  <a:lnTo>
                    <a:pt x="127" y="373"/>
                  </a:lnTo>
                  <a:lnTo>
                    <a:pt x="149" y="392"/>
                  </a:lnTo>
                  <a:lnTo>
                    <a:pt x="171" y="407"/>
                  </a:lnTo>
                  <a:lnTo>
                    <a:pt x="195" y="418"/>
                  </a:lnTo>
                  <a:lnTo>
                    <a:pt x="219" y="423"/>
                  </a:lnTo>
                  <a:lnTo>
                    <a:pt x="245" y="426"/>
                  </a:lnTo>
                  <a:lnTo>
                    <a:pt x="245" y="414"/>
                  </a:lnTo>
                  <a:lnTo>
                    <a:pt x="222" y="412"/>
                  </a:lnTo>
                  <a:lnTo>
                    <a:pt x="199" y="406"/>
                  </a:lnTo>
                  <a:lnTo>
                    <a:pt x="178" y="395"/>
                  </a:lnTo>
                  <a:lnTo>
                    <a:pt x="156" y="382"/>
                  </a:lnTo>
                  <a:lnTo>
                    <a:pt x="136" y="364"/>
                  </a:lnTo>
                  <a:lnTo>
                    <a:pt x="116" y="344"/>
                  </a:lnTo>
                  <a:lnTo>
                    <a:pt x="99" y="320"/>
                  </a:lnTo>
                  <a:lnTo>
                    <a:pt x="82" y="292"/>
                  </a:lnTo>
                  <a:lnTo>
                    <a:pt x="67" y="264"/>
                  </a:lnTo>
                  <a:lnTo>
                    <a:pt x="53" y="231"/>
                  </a:lnTo>
                  <a:lnTo>
                    <a:pt x="41" y="197"/>
                  </a:lnTo>
                  <a:lnTo>
                    <a:pt x="31" y="162"/>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6493" name="Freeform 75"/>
            <p:cNvSpPr>
              <a:spLocks/>
            </p:cNvSpPr>
            <p:nvPr/>
          </p:nvSpPr>
          <p:spPr bwMode="auto">
            <a:xfrm>
              <a:off x="1516" y="2016"/>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5" y="8"/>
                  </a:lnTo>
                  <a:lnTo>
                    <a:pt x="171" y="19"/>
                  </a:lnTo>
                  <a:lnTo>
                    <a:pt x="149" y="34"/>
                  </a:lnTo>
                  <a:lnTo>
                    <a:pt x="127" y="51"/>
                  </a:lnTo>
                  <a:lnTo>
                    <a:pt x="107" y="74"/>
                  </a:lnTo>
                  <a:lnTo>
                    <a:pt x="89" y="98"/>
                  </a:lnTo>
                  <a:lnTo>
                    <a:pt x="72" y="125"/>
                  </a:lnTo>
                  <a:lnTo>
                    <a:pt x="55" y="156"/>
                  </a:lnTo>
                  <a:lnTo>
                    <a:pt x="41" y="189"/>
                  </a:lnTo>
                  <a:lnTo>
                    <a:pt x="30" y="223"/>
                  </a:lnTo>
                  <a:lnTo>
                    <a:pt x="19" y="261"/>
                  </a:lnTo>
                  <a:lnTo>
                    <a:pt x="11" y="299"/>
                  </a:lnTo>
                  <a:lnTo>
                    <a:pt x="5" y="339"/>
                  </a:lnTo>
                  <a:lnTo>
                    <a:pt x="1" y="382"/>
                  </a:lnTo>
                  <a:lnTo>
                    <a:pt x="0" y="424"/>
                  </a:lnTo>
                  <a:lnTo>
                    <a:pt x="12" y="424"/>
                  </a:lnTo>
                  <a:lnTo>
                    <a:pt x="13" y="382"/>
                  </a:lnTo>
                  <a:lnTo>
                    <a:pt x="17" y="341"/>
                  </a:lnTo>
                  <a:lnTo>
                    <a:pt x="23" y="301"/>
                  </a:lnTo>
                  <a:lnTo>
                    <a:pt x="31" y="264"/>
                  </a:lnTo>
                  <a:lnTo>
                    <a:pt x="41" y="227"/>
                  </a:lnTo>
                  <a:lnTo>
                    <a:pt x="53" y="193"/>
                  </a:lnTo>
                  <a:lnTo>
                    <a:pt x="67" y="160"/>
                  </a:lnTo>
                  <a:lnTo>
                    <a:pt x="81" y="132"/>
                  </a:lnTo>
                  <a:lnTo>
                    <a:pt x="99" y="105"/>
                  </a:lnTo>
                  <a:lnTo>
                    <a:pt x="116" y="81"/>
                  </a:lnTo>
                  <a:lnTo>
                    <a:pt x="136" y="61"/>
                  </a:lnTo>
                  <a:lnTo>
                    <a:pt x="156" y="43"/>
                  </a:lnTo>
                  <a:lnTo>
                    <a:pt x="178" y="30"/>
                  </a:lnTo>
                  <a:lnTo>
                    <a:pt x="199" y="20"/>
                  </a:lnTo>
                  <a:lnTo>
                    <a:pt x="222"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sp>
        <p:nvSpPr>
          <p:cNvPr id="146440" name="Rectangle 77"/>
          <p:cNvSpPr>
            <a:spLocks noChangeArrowheads="1"/>
          </p:cNvSpPr>
          <p:nvPr/>
        </p:nvSpPr>
        <p:spPr bwMode="auto">
          <a:xfrm>
            <a:off x="611188" y="0"/>
            <a:ext cx="6388100" cy="6477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3000"/>
              <a:t>Sem. 3 - Lundi</a:t>
            </a:r>
          </a:p>
        </p:txBody>
      </p:sp>
      <p:sp>
        <p:nvSpPr>
          <p:cNvPr id="146441" name="Text Box 78"/>
          <p:cNvSpPr txBox="1">
            <a:spLocks noChangeArrowheads="1"/>
          </p:cNvSpPr>
          <p:nvPr/>
        </p:nvSpPr>
        <p:spPr bwMode="auto">
          <a:xfrm>
            <a:off x="566738" y="2697163"/>
            <a:ext cx="3217862"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2. Pas de commandes</a:t>
            </a:r>
          </a:p>
        </p:txBody>
      </p:sp>
      <p:sp>
        <p:nvSpPr>
          <p:cNvPr id="146442" name="Text Box 79"/>
          <p:cNvSpPr txBox="1">
            <a:spLocks noChangeArrowheads="1"/>
          </p:cNvSpPr>
          <p:nvPr/>
        </p:nvSpPr>
        <p:spPr bwMode="auto">
          <a:xfrm>
            <a:off x="566738" y="5211763"/>
            <a:ext cx="6543675" cy="4429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eaLnBrk="1" hangingPunct="1">
              <a:spcBef>
                <a:spcPct val="0"/>
              </a:spcBef>
              <a:buFontTx/>
              <a:buNone/>
            </a:pPr>
            <a:r>
              <a:rPr lang="fr-FR" altLang="fr-FR" sz="2300"/>
              <a:t>4. Pointez la production sur votre feuille de suivi</a:t>
            </a:r>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47459" name="Group 3"/>
          <p:cNvGrpSpPr>
            <a:grpSpLocks/>
          </p:cNvGrpSpPr>
          <p:nvPr/>
        </p:nvGrpSpPr>
        <p:grpSpPr bwMode="auto">
          <a:xfrm>
            <a:off x="7073900" y="215900"/>
            <a:ext cx="1878013" cy="1250950"/>
            <a:chOff x="4456" y="136"/>
            <a:chExt cx="1183" cy="788"/>
          </a:xfrm>
        </p:grpSpPr>
        <p:grpSp>
          <p:nvGrpSpPr>
            <p:cNvPr id="147551" name="Group 4"/>
            <p:cNvGrpSpPr>
              <a:grpSpLocks/>
            </p:cNvGrpSpPr>
            <p:nvPr/>
          </p:nvGrpSpPr>
          <p:grpSpPr bwMode="auto">
            <a:xfrm>
              <a:off x="4766" y="232"/>
              <a:ext cx="873" cy="692"/>
              <a:chOff x="2185" y="310"/>
              <a:chExt cx="873" cy="692"/>
            </a:xfrm>
          </p:grpSpPr>
          <p:sp>
            <p:nvSpPr>
              <p:cNvPr id="147562" name="Freeform 5"/>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accent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7563" name="Freeform 6"/>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7564" name="Freeform 7"/>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7565" name="Freeform 8"/>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7566" name="Freeform 9"/>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7567" name="Freeform 10"/>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7568" name="Freeform 11"/>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grpSp>
          <p:nvGrpSpPr>
            <p:cNvPr id="147552" name="Group 12"/>
            <p:cNvGrpSpPr>
              <a:grpSpLocks/>
            </p:cNvGrpSpPr>
            <p:nvPr/>
          </p:nvGrpSpPr>
          <p:grpSpPr bwMode="auto">
            <a:xfrm>
              <a:off x="4949" y="336"/>
              <a:ext cx="591" cy="468"/>
              <a:chOff x="2185" y="310"/>
              <a:chExt cx="873" cy="692"/>
            </a:xfrm>
          </p:grpSpPr>
          <p:sp>
            <p:nvSpPr>
              <p:cNvPr id="147555" name="Freeform 13"/>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7556" name="Freeform 14"/>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7557" name="Freeform 15"/>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7558" name="Freeform 16"/>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7559" name="Freeform 17"/>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7560" name="Freeform 18"/>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7561" name="Freeform 19"/>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pic>
          <p:nvPicPr>
            <p:cNvPr id="147553" name="Picture 20"/>
            <p:cNvPicPr>
              <a:picLocks noChangeAspect="1" noChangeArrowheads="1"/>
            </p:cNvPicPr>
            <p:nvPr/>
          </p:nvPicPr>
          <p:blipFill>
            <a:blip r:embed="rId3" cstate="print">
              <a:extLst>
                <a:ext uri="{28A0092B-C50C-407E-A947-70E740481C1C}">
                  <a14:useLocalDpi xmlns:a14="http://schemas.microsoft.com/office/drawing/2010/main" val="0"/>
                </a:ext>
              </a:extLst>
            </a:blip>
            <a:srcRect l="-4282" t="-4369" r="-5199" b="-12012"/>
            <a:stretch>
              <a:fillRect/>
            </a:stretch>
          </p:blipFill>
          <p:spPr bwMode="auto">
            <a:xfrm>
              <a:off x="4456" y="136"/>
              <a:ext cx="480" cy="5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47554" name="Text Box 21"/>
            <p:cNvSpPr txBox="1">
              <a:spLocks noChangeArrowheads="1"/>
            </p:cNvSpPr>
            <p:nvPr/>
          </p:nvSpPr>
          <p:spPr bwMode="auto">
            <a:xfrm>
              <a:off x="5066" y="314"/>
              <a:ext cx="356" cy="49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4500" b="1">
                  <a:solidFill>
                    <a:srgbClr val="FF0000"/>
                  </a:solidFill>
                  <a:latin typeface="Arial Black" pitchFamily="34" charset="0"/>
                </a:rPr>
                <a:t>9</a:t>
              </a:r>
              <a:endParaRPr lang="fr-FR" altLang="fr-FR" sz="3200">
                <a:solidFill>
                  <a:schemeClr val="tx1"/>
                </a:solidFill>
                <a:latin typeface="Arial Black" pitchFamily="34" charset="0"/>
              </a:endParaRPr>
            </a:p>
          </p:txBody>
        </p:sp>
      </p:grpSp>
      <p:sp>
        <p:nvSpPr>
          <p:cNvPr id="147460" name="Text Box 22"/>
          <p:cNvSpPr txBox="1">
            <a:spLocks noChangeArrowheads="1"/>
          </p:cNvSpPr>
          <p:nvPr/>
        </p:nvSpPr>
        <p:spPr bwMode="auto">
          <a:xfrm>
            <a:off x="1296988" y="3736975"/>
            <a:ext cx="828675"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a:spcBef>
                <a:spcPct val="0"/>
              </a:spcBef>
              <a:buFontTx/>
              <a:buNone/>
            </a:pPr>
            <a:r>
              <a:rPr lang="fr-FR" altLang="fr-FR" sz="2400">
                <a:solidFill>
                  <a:srgbClr val="FC2C1C"/>
                </a:solidFill>
              </a:rPr>
              <a:t>2 R1</a:t>
            </a:r>
          </a:p>
        </p:txBody>
      </p:sp>
      <p:sp>
        <p:nvSpPr>
          <p:cNvPr id="147461" name="Text Box 23"/>
          <p:cNvSpPr txBox="1">
            <a:spLocks noChangeArrowheads="1"/>
          </p:cNvSpPr>
          <p:nvPr/>
        </p:nvSpPr>
        <p:spPr bwMode="auto">
          <a:xfrm>
            <a:off x="2747963" y="3727450"/>
            <a:ext cx="828675"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a:spcBef>
                <a:spcPct val="0"/>
              </a:spcBef>
              <a:buFontTx/>
              <a:buNone/>
            </a:pPr>
            <a:r>
              <a:rPr lang="fr-FR" altLang="fr-FR" sz="2400">
                <a:solidFill>
                  <a:srgbClr val="FC2C1C"/>
                </a:solidFill>
              </a:rPr>
              <a:t>1 R4</a:t>
            </a:r>
          </a:p>
        </p:txBody>
      </p:sp>
      <p:sp>
        <p:nvSpPr>
          <p:cNvPr id="147462" name="Rectangle 25"/>
          <p:cNvSpPr>
            <a:spLocks noGrp="1" noChangeArrowheads="1"/>
          </p:cNvSpPr>
          <p:nvPr>
            <p:ph type="title"/>
          </p:nvPr>
        </p:nvSpPr>
        <p:spPr>
          <a:xfrm>
            <a:off x="1525588" y="0"/>
            <a:ext cx="5372100" cy="647700"/>
          </a:xfrm>
        </p:spPr>
        <p:txBody>
          <a:bodyPr/>
          <a:lstStyle/>
          <a:p>
            <a:pPr eaLnBrk="1" hangingPunct="1"/>
            <a:r>
              <a:rPr lang="fr-FR" altLang="fr-FR" dirty="0"/>
              <a:t>Sem. 3 - Mardi</a:t>
            </a:r>
            <a:endParaRPr lang="fr-FR" altLang="fr-FR" sz="1800" dirty="0"/>
          </a:p>
        </p:txBody>
      </p:sp>
      <p:sp>
        <p:nvSpPr>
          <p:cNvPr id="147463" name="Text Box 26"/>
          <p:cNvSpPr txBox="1">
            <a:spLocks noChangeArrowheads="1"/>
          </p:cNvSpPr>
          <p:nvPr/>
        </p:nvSpPr>
        <p:spPr bwMode="auto">
          <a:xfrm>
            <a:off x="574675" y="1868488"/>
            <a:ext cx="3557588"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2. Livrez les commandes</a:t>
            </a:r>
          </a:p>
        </p:txBody>
      </p:sp>
      <p:sp>
        <p:nvSpPr>
          <p:cNvPr id="147464" name="Text Box 27"/>
          <p:cNvSpPr txBox="1">
            <a:spLocks noChangeArrowheads="1"/>
          </p:cNvSpPr>
          <p:nvPr/>
        </p:nvSpPr>
        <p:spPr bwMode="auto">
          <a:xfrm>
            <a:off x="566738" y="1154113"/>
            <a:ext cx="1946275"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1. Tirez le dé</a:t>
            </a:r>
          </a:p>
        </p:txBody>
      </p:sp>
      <p:sp>
        <p:nvSpPr>
          <p:cNvPr id="147465" name="Text Box 28"/>
          <p:cNvSpPr txBox="1">
            <a:spLocks noChangeArrowheads="1"/>
          </p:cNvSpPr>
          <p:nvPr/>
        </p:nvSpPr>
        <p:spPr bwMode="auto">
          <a:xfrm>
            <a:off x="579438" y="4449763"/>
            <a:ext cx="18796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3. Produisez</a:t>
            </a:r>
          </a:p>
        </p:txBody>
      </p:sp>
      <p:grpSp>
        <p:nvGrpSpPr>
          <p:cNvPr id="147466" name="Group 29"/>
          <p:cNvGrpSpPr>
            <a:grpSpLocks/>
          </p:cNvGrpSpPr>
          <p:nvPr/>
        </p:nvGrpSpPr>
        <p:grpSpPr bwMode="auto">
          <a:xfrm>
            <a:off x="2843213" y="1106488"/>
            <a:ext cx="446087" cy="534987"/>
            <a:chOff x="868" y="1439"/>
            <a:chExt cx="811" cy="972"/>
          </a:xfrm>
        </p:grpSpPr>
        <p:sp>
          <p:nvSpPr>
            <p:cNvPr id="147500" name="Freeform 30"/>
            <p:cNvSpPr>
              <a:spLocks/>
            </p:cNvSpPr>
            <p:nvPr/>
          </p:nvSpPr>
          <p:spPr bwMode="auto">
            <a:xfrm>
              <a:off x="1548" y="2014"/>
              <a:ext cx="123" cy="100"/>
            </a:xfrm>
            <a:custGeom>
              <a:avLst/>
              <a:gdLst>
                <a:gd name="T0" fmla="*/ 5 w 618"/>
                <a:gd name="T1" fmla="*/ 0 h 502"/>
                <a:gd name="T2" fmla="*/ 5 w 618"/>
                <a:gd name="T3" fmla="*/ 0 h 502"/>
                <a:gd name="T4" fmla="*/ 0 w 618"/>
                <a:gd name="T5" fmla="*/ 4 h 502"/>
                <a:gd name="T6" fmla="*/ 0 w 618"/>
                <a:gd name="T7" fmla="*/ 4 h 502"/>
                <a:gd name="T8" fmla="*/ 5 w 618"/>
                <a:gd name="T9" fmla="*/ 0 h 502"/>
                <a:gd name="T10" fmla="*/ 5 w 618"/>
                <a:gd name="T11" fmla="*/ 0 h 502"/>
                <a:gd name="T12" fmla="*/ 5 w 618"/>
                <a:gd name="T13" fmla="*/ 0 h 502"/>
                <a:gd name="T14" fmla="*/ 5 w 618"/>
                <a:gd name="T15" fmla="*/ 0 h 502"/>
                <a:gd name="T16" fmla="*/ 5 w 618"/>
                <a:gd name="T17" fmla="*/ 0 h 502"/>
                <a:gd name="T18" fmla="*/ 5 w 618"/>
                <a:gd name="T19" fmla="*/ 0 h 502"/>
                <a:gd name="T20" fmla="*/ 5 w 618"/>
                <a:gd name="T21" fmla="*/ 0 h 502"/>
                <a:gd name="T22" fmla="*/ 5 w 618"/>
                <a:gd name="T23" fmla="*/ 0 h 502"/>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618"/>
                <a:gd name="T37" fmla="*/ 0 h 502"/>
                <a:gd name="T38" fmla="*/ 618 w 618"/>
                <a:gd name="T39" fmla="*/ 502 h 502"/>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618" h="502">
                  <a:moveTo>
                    <a:pt x="611" y="0"/>
                  </a:moveTo>
                  <a:lnTo>
                    <a:pt x="606" y="2"/>
                  </a:lnTo>
                  <a:lnTo>
                    <a:pt x="0" y="490"/>
                  </a:lnTo>
                  <a:lnTo>
                    <a:pt x="10" y="502"/>
                  </a:lnTo>
                  <a:lnTo>
                    <a:pt x="616" y="14"/>
                  </a:lnTo>
                  <a:lnTo>
                    <a:pt x="611" y="16"/>
                  </a:lnTo>
                  <a:lnTo>
                    <a:pt x="616" y="14"/>
                  </a:lnTo>
                  <a:lnTo>
                    <a:pt x="618" y="9"/>
                  </a:lnTo>
                  <a:lnTo>
                    <a:pt x="617" y="3"/>
                  </a:lnTo>
                  <a:lnTo>
                    <a:pt x="612" y="1"/>
                  </a:lnTo>
                  <a:lnTo>
                    <a:pt x="606" y="2"/>
                  </a:lnTo>
                  <a:lnTo>
                    <a:pt x="611"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7501" name="Freeform 31"/>
            <p:cNvSpPr>
              <a:spLocks/>
            </p:cNvSpPr>
            <p:nvPr/>
          </p:nvSpPr>
          <p:spPr bwMode="auto">
            <a:xfrm>
              <a:off x="876" y="1852"/>
              <a:ext cx="82" cy="373"/>
            </a:xfrm>
            <a:custGeom>
              <a:avLst/>
              <a:gdLst>
                <a:gd name="T0" fmla="*/ 3 w 413"/>
                <a:gd name="T1" fmla="*/ 15 h 1865"/>
                <a:gd name="T2" fmla="*/ 3 w 413"/>
                <a:gd name="T3" fmla="*/ 15 h 1865"/>
                <a:gd name="T4" fmla="*/ 0 w 413"/>
                <a:gd name="T5" fmla="*/ 0 h 1865"/>
                <a:gd name="T6" fmla="*/ 0 w 413"/>
                <a:gd name="T7" fmla="*/ 0 h 1865"/>
                <a:gd name="T8" fmla="*/ 3 w 413"/>
                <a:gd name="T9" fmla="*/ 15 h 1865"/>
                <a:gd name="T10" fmla="*/ 3 w 413"/>
                <a:gd name="T11" fmla="*/ 15 h 1865"/>
                <a:gd name="T12" fmla="*/ 3 w 413"/>
                <a:gd name="T13" fmla="*/ 15 h 1865"/>
                <a:gd name="T14" fmla="*/ 3 w 413"/>
                <a:gd name="T15" fmla="*/ 15 h 1865"/>
                <a:gd name="T16" fmla="*/ 3 w 413"/>
                <a:gd name="T17" fmla="*/ 15 h 1865"/>
                <a:gd name="T18" fmla="*/ 3 w 413"/>
                <a:gd name="T19" fmla="*/ 15 h 1865"/>
                <a:gd name="T20" fmla="*/ 3 w 413"/>
                <a:gd name="T21" fmla="*/ 15 h 1865"/>
                <a:gd name="T22" fmla="*/ 3 w 413"/>
                <a:gd name="T23" fmla="*/ 15 h 186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413"/>
                <a:gd name="T37" fmla="*/ 0 h 1865"/>
                <a:gd name="T38" fmla="*/ 413 w 413"/>
                <a:gd name="T39" fmla="*/ 1865 h 1865"/>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413" h="1865">
                  <a:moveTo>
                    <a:pt x="400" y="1864"/>
                  </a:moveTo>
                  <a:lnTo>
                    <a:pt x="413" y="1856"/>
                  </a:lnTo>
                  <a:lnTo>
                    <a:pt x="17" y="0"/>
                  </a:lnTo>
                  <a:lnTo>
                    <a:pt x="0" y="2"/>
                  </a:lnTo>
                  <a:lnTo>
                    <a:pt x="396" y="1858"/>
                  </a:lnTo>
                  <a:lnTo>
                    <a:pt x="409" y="1850"/>
                  </a:lnTo>
                  <a:lnTo>
                    <a:pt x="396" y="1858"/>
                  </a:lnTo>
                  <a:lnTo>
                    <a:pt x="400" y="1864"/>
                  </a:lnTo>
                  <a:lnTo>
                    <a:pt x="406" y="1865"/>
                  </a:lnTo>
                  <a:lnTo>
                    <a:pt x="410" y="1862"/>
                  </a:lnTo>
                  <a:lnTo>
                    <a:pt x="413" y="1856"/>
                  </a:lnTo>
                  <a:lnTo>
                    <a:pt x="400" y="186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7502" name="Freeform 32"/>
            <p:cNvSpPr>
              <a:spLocks/>
            </p:cNvSpPr>
            <p:nvPr/>
          </p:nvSpPr>
          <p:spPr bwMode="auto">
            <a:xfrm>
              <a:off x="1282" y="1533"/>
              <a:ext cx="35" cy="161"/>
            </a:xfrm>
            <a:custGeom>
              <a:avLst/>
              <a:gdLst>
                <a:gd name="T0" fmla="*/ 1 w 175"/>
                <a:gd name="T1" fmla="*/ 6 h 807"/>
                <a:gd name="T2" fmla="*/ 1 w 175"/>
                <a:gd name="T3" fmla="*/ 6 h 807"/>
                <a:gd name="T4" fmla="*/ 1 w 175"/>
                <a:gd name="T5" fmla="*/ 6 h 807"/>
                <a:gd name="T6" fmla="*/ 1 w 175"/>
                <a:gd name="T7" fmla="*/ 5 h 807"/>
                <a:gd name="T8" fmla="*/ 1 w 175"/>
                <a:gd name="T9" fmla="*/ 5 h 807"/>
                <a:gd name="T10" fmla="*/ 1 w 175"/>
                <a:gd name="T11" fmla="*/ 5 h 807"/>
                <a:gd name="T12" fmla="*/ 1 w 175"/>
                <a:gd name="T13" fmla="*/ 4 h 807"/>
                <a:gd name="T14" fmla="*/ 1 w 175"/>
                <a:gd name="T15" fmla="*/ 4 h 807"/>
                <a:gd name="T16" fmla="*/ 1 w 175"/>
                <a:gd name="T17" fmla="*/ 3 h 807"/>
                <a:gd name="T18" fmla="*/ 1 w 175"/>
                <a:gd name="T19" fmla="*/ 3 h 807"/>
                <a:gd name="T20" fmla="*/ 1 w 175"/>
                <a:gd name="T21" fmla="*/ 3 h 807"/>
                <a:gd name="T22" fmla="*/ 1 w 175"/>
                <a:gd name="T23" fmla="*/ 2 h 807"/>
                <a:gd name="T24" fmla="*/ 1 w 175"/>
                <a:gd name="T25" fmla="*/ 2 h 807"/>
                <a:gd name="T26" fmla="*/ 1 w 175"/>
                <a:gd name="T27" fmla="*/ 2 h 807"/>
                <a:gd name="T28" fmla="*/ 1 w 175"/>
                <a:gd name="T29" fmla="*/ 1 h 807"/>
                <a:gd name="T30" fmla="*/ 1 w 175"/>
                <a:gd name="T31" fmla="*/ 1 h 807"/>
                <a:gd name="T32" fmla="*/ 1 w 175"/>
                <a:gd name="T33" fmla="*/ 1 h 807"/>
                <a:gd name="T34" fmla="*/ 1 w 175"/>
                <a:gd name="T35" fmla="*/ 0 h 807"/>
                <a:gd name="T36" fmla="*/ 1 w 175"/>
                <a:gd name="T37" fmla="*/ 0 h 807"/>
                <a:gd name="T38" fmla="*/ 1 w 175"/>
                <a:gd name="T39" fmla="*/ 0 h 807"/>
                <a:gd name="T40" fmla="*/ 0 w 175"/>
                <a:gd name="T41" fmla="*/ 1 h 807"/>
                <a:gd name="T42" fmla="*/ 0 w 175"/>
                <a:gd name="T43" fmla="*/ 1 h 807"/>
                <a:gd name="T44" fmla="*/ 0 w 175"/>
                <a:gd name="T45" fmla="*/ 1 h 807"/>
                <a:gd name="T46" fmla="*/ 0 w 175"/>
                <a:gd name="T47" fmla="*/ 2 h 807"/>
                <a:gd name="T48" fmla="*/ 0 w 175"/>
                <a:gd name="T49" fmla="*/ 2 h 807"/>
                <a:gd name="T50" fmla="*/ 0 w 175"/>
                <a:gd name="T51" fmla="*/ 3 h 807"/>
                <a:gd name="T52" fmla="*/ 0 w 175"/>
                <a:gd name="T53" fmla="*/ 3 h 807"/>
                <a:gd name="T54" fmla="*/ 0 w 175"/>
                <a:gd name="T55" fmla="*/ 3 h 807"/>
                <a:gd name="T56" fmla="*/ 0 w 175"/>
                <a:gd name="T57" fmla="*/ 4 h 807"/>
                <a:gd name="T58" fmla="*/ 0 w 175"/>
                <a:gd name="T59" fmla="*/ 4 h 807"/>
                <a:gd name="T60" fmla="*/ 0 w 175"/>
                <a:gd name="T61" fmla="*/ 5 h 807"/>
                <a:gd name="T62" fmla="*/ 0 w 175"/>
                <a:gd name="T63" fmla="*/ 5 h 807"/>
                <a:gd name="T64" fmla="*/ 0 w 175"/>
                <a:gd name="T65" fmla="*/ 5 h 807"/>
                <a:gd name="T66" fmla="*/ 1 w 175"/>
                <a:gd name="T67" fmla="*/ 6 h 807"/>
                <a:gd name="T68" fmla="*/ 1 w 175"/>
                <a:gd name="T69" fmla="*/ 6 h 807"/>
                <a:gd name="T70" fmla="*/ 1 w 175"/>
                <a:gd name="T71" fmla="*/ 6 h 807"/>
                <a:gd name="T72" fmla="*/ 1 w 175"/>
                <a:gd name="T73" fmla="*/ 6 h 807"/>
                <a:gd name="T74" fmla="*/ 1 w 175"/>
                <a:gd name="T75" fmla="*/ 6 h 807"/>
                <a:gd name="T76" fmla="*/ 1 w 175"/>
                <a:gd name="T77" fmla="*/ 6 h 807"/>
                <a:gd name="T78" fmla="*/ 1 w 175"/>
                <a:gd name="T79" fmla="*/ 6 h 807"/>
                <a:gd name="T80" fmla="*/ 1 w 175"/>
                <a:gd name="T81" fmla="*/ 6 h 807"/>
                <a:gd name="T82" fmla="*/ 1 w 175"/>
                <a:gd name="T83" fmla="*/ 6 h 807"/>
                <a:gd name="T84" fmla="*/ 1 w 175"/>
                <a:gd name="T85" fmla="*/ 6 h 807"/>
                <a:gd name="T86" fmla="*/ 1 w 175"/>
                <a:gd name="T87" fmla="*/ 6 h 807"/>
                <a:gd name="T88" fmla="*/ 1 w 175"/>
                <a:gd name="T89" fmla="*/ 6 h 807"/>
                <a:gd name="T90" fmla="*/ 1 w 175"/>
                <a:gd name="T91" fmla="*/ 6 h 80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175"/>
                <a:gd name="T139" fmla="*/ 0 h 807"/>
                <a:gd name="T140" fmla="*/ 175 w 175"/>
                <a:gd name="T141" fmla="*/ 807 h 80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175" h="807">
                  <a:moveTo>
                    <a:pt x="169" y="740"/>
                  </a:moveTo>
                  <a:lnTo>
                    <a:pt x="169" y="739"/>
                  </a:lnTo>
                  <a:lnTo>
                    <a:pt x="149" y="698"/>
                  </a:lnTo>
                  <a:lnTo>
                    <a:pt x="133" y="656"/>
                  </a:lnTo>
                  <a:lnTo>
                    <a:pt x="120" y="611"/>
                  </a:lnTo>
                  <a:lnTo>
                    <a:pt x="108" y="565"/>
                  </a:lnTo>
                  <a:lnTo>
                    <a:pt x="100" y="520"/>
                  </a:lnTo>
                  <a:lnTo>
                    <a:pt x="96" y="472"/>
                  </a:lnTo>
                  <a:lnTo>
                    <a:pt x="93" y="425"/>
                  </a:lnTo>
                  <a:lnTo>
                    <a:pt x="93" y="377"/>
                  </a:lnTo>
                  <a:lnTo>
                    <a:pt x="96" y="330"/>
                  </a:lnTo>
                  <a:lnTo>
                    <a:pt x="100" y="283"/>
                  </a:lnTo>
                  <a:lnTo>
                    <a:pt x="106" y="238"/>
                  </a:lnTo>
                  <a:lnTo>
                    <a:pt x="115" y="195"/>
                  </a:lnTo>
                  <a:lnTo>
                    <a:pt x="126" y="153"/>
                  </a:lnTo>
                  <a:lnTo>
                    <a:pt x="139" y="114"/>
                  </a:lnTo>
                  <a:lnTo>
                    <a:pt x="153" y="77"/>
                  </a:lnTo>
                  <a:lnTo>
                    <a:pt x="169" y="43"/>
                  </a:lnTo>
                  <a:lnTo>
                    <a:pt x="87" y="0"/>
                  </a:lnTo>
                  <a:lnTo>
                    <a:pt x="69" y="39"/>
                  </a:lnTo>
                  <a:lnTo>
                    <a:pt x="52" y="81"/>
                  </a:lnTo>
                  <a:lnTo>
                    <a:pt x="37" y="127"/>
                  </a:lnTo>
                  <a:lnTo>
                    <a:pt x="24" y="174"/>
                  </a:lnTo>
                  <a:lnTo>
                    <a:pt x="15" y="222"/>
                  </a:lnTo>
                  <a:lnTo>
                    <a:pt x="7" y="271"/>
                  </a:lnTo>
                  <a:lnTo>
                    <a:pt x="2" y="323"/>
                  </a:lnTo>
                  <a:lnTo>
                    <a:pt x="0" y="374"/>
                  </a:lnTo>
                  <a:lnTo>
                    <a:pt x="0" y="427"/>
                  </a:lnTo>
                  <a:lnTo>
                    <a:pt x="2" y="479"/>
                  </a:lnTo>
                  <a:lnTo>
                    <a:pt x="9" y="531"/>
                  </a:lnTo>
                  <a:lnTo>
                    <a:pt x="17" y="584"/>
                  </a:lnTo>
                  <a:lnTo>
                    <a:pt x="29" y="635"/>
                  </a:lnTo>
                  <a:lnTo>
                    <a:pt x="44" y="686"/>
                  </a:lnTo>
                  <a:lnTo>
                    <a:pt x="65" y="736"/>
                  </a:lnTo>
                  <a:lnTo>
                    <a:pt x="87" y="784"/>
                  </a:lnTo>
                  <a:lnTo>
                    <a:pt x="87" y="782"/>
                  </a:lnTo>
                  <a:lnTo>
                    <a:pt x="87" y="784"/>
                  </a:lnTo>
                  <a:lnTo>
                    <a:pt x="100" y="799"/>
                  </a:lnTo>
                  <a:lnTo>
                    <a:pt x="117" y="807"/>
                  </a:lnTo>
                  <a:lnTo>
                    <a:pt x="134" y="807"/>
                  </a:lnTo>
                  <a:lnTo>
                    <a:pt x="151" y="801"/>
                  </a:lnTo>
                  <a:lnTo>
                    <a:pt x="164" y="791"/>
                  </a:lnTo>
                  <a:lnTo>
                    <a:pt x="173" y="777"/>
                  </a:lnTo>
                  <a:lnTo>
                    <a:pt x="175" y="759"/>
                  </a:lnTo>
                  <a:lnTo>
                    <a:pt x="169" y="739"/>
                  </a:lnTo>
                  <a:lnTo>
                    <a:pt x="169" y="74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7503" name="Freeform 33"/>
            <p:cNvSpPr>
              <a:spLocks/>
            </p:cNvSpPr>
            <p:nvPr/>
          </p:nvSpPr>
          <p:spPr bwMode="auto">
            <a:xfrm>
              <a:off x="1299" y="1681"/>
              <a:ext cx="157" cy="281"/>
            </a:xfrm>
            <a:custGeom>
              <a:avLst/>
              <a:gdLst>
                <a:gd name="T0" fmla="*/ 6 w 787"/>
                <a:gd name="T1" fmla="*/ 11 h 1404"/>
                <a:gd name="T2" fmla="*/ 6 w 787"/>
                <a:gd name="T3" fmla="*/ 11 h 1404"/>
                <a:gd name="T4" fmla="*/ 1 w 787"/>
                <a:gd name="T5" fmla="*/ 0 h 1404"/>
                <a:gd name="T6" fmla="*/ 0 w 787"/>
                <a:gd name="T7" fmla="*/ 0 h 1404"/>
                <a:gd name="T8" fmla="*/ 6 w 787"/>
                <a:gd name="T9" fmla="*/ 11 h 1404"/>
                <a:gd name="T10" fmla="*/ 6 w 787"/>
                <a:gd name="T11" fmla="*/ 11 h 1404"/>
                <a:gd name="T12" fmla="*/ 6 w 787"/>
                <a:gd name="T13" fmla="*/ 11 h 1404"/>
                <a:gd name="T14" fmla="*/ 6 w 787"/>
                <a:gd name="T15" fmla="*/ 11 h 1404"/>
                <a:gd name="T16" fmla="*/ 6 w 787"/>
                <a:gd name="T17" fmla="*/ 11 h 1404"/>
                <a:gd name="T18" fmla="*/ 6 w 787"/>
                <a:gd name="T19" fmla="*/ 11 h 1404"/>
                <a:gd name="T20" fmla="*/ 6 w 787"/>
                <a:gd name="T21" fmla="*/ 11 h 1404"/>
                <a:gd name="T22" fmla="*/ 6 w 787"/>
                <a:gd name="T23" fmla="*/ 11 h 1404"/>
                <a:gd name="T24" fmla="*/ 6 w 787"/>
                <a:gd name="T25" fmla="*/ 11 h 1404"/>
                <a:gd name="T26" fmla="*/ 6 w 787"/>
                <a:gd name="T27" fmla="*/ 11 h 1404"/>
                <a:gd name="T28" fmla="*/ 6 w 787"/>
                <a:gd name="T29" fmla="*/ 11 h 1404"/>
                <a:gd name="T30" fmla="*/ 6 w 787"/>
                <a:gd name="T31" fmla="*/ 11 h 1404"/>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787"/>
                <a:gd name="T49" fmla="*/ 0 h 1404"/>
                <a:gd name="T50" fmla="*/ 787 w 787"/>
                <a:gd name="T51" fmla="*/ 1404 h 1404"/>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787" h="1404">
                  <a:moveTo>
                    <a:pt x="781" y="1334"/>
                  </a:moveTo>
                  <a:lnTo>
                    <a:pt x="781" y="1337"/>
                  </a:lnTo>
                  <a:lnTo>
                    <a:pt x="82" y="0"/>
                  </a:lnTo>
                  <a:lnTo>
                    <a:pt x="0" y="42"/>
                  </a:lnTo>
                  <a:lnTo>
                    <a:pt x="699" y="1379"/>
                  </a:lnTo>
                  <a:lnTo>
                    <a:pt x="699" y="1381"/>
                  </a:lnTo>
                  <a:lnTo>
                    <a:pt x="699" y="1379"/>
                  </a:lnTo>
                  <a:lnTo>
                    <a:pt x="712" y="1395"/>
                  </a:lnTo>
                  <a:lnTo>
                    <a:pt x="727" y="1402"/>
                  </a:lnTo>
                  <a:lnTo>
                    <a:pt x="744" y="1404"/>
                  </a:lnTo>
                  <a:lnTo>
                    <a:pt x="761" y="1398"/>
                  </a:lnTo>
                  <a:lnTo>
                    <a:pt x="775" y="1388"/>
                  </a:lnTo>
                  <a:lnTo>
                    <a:pt x="784" y="1373"/>
                  </a:lnTo>
                  <a:lnTo>
                    <a:pt x="787" y="1357"/>
                  </a:lnTo>
                  <a:lnTo>
                    <a:pt x="781" y="1337"/>
                  </a:lnTo>
                  <a:lnTo>
                    <a:pt x="781" y="13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7504" name="Freeform 34"/>
            <p:cNvSpPr>
              <a:spLocks/>
            </p:cNvSpPr>
            <p:nvPr/>
          </p:nvSpPr>
          <p:spPr bwMode="auto">
            <a:xfrm>
              <a:off x="1439" y="1948"/>
              <a:ext cx="125" cy="76"/>
            </a:xfrm>
            <a:custGeom>
              <a:avLst/>
              <a:gdLst>
                <a:gd name="T0" fmla="*/ 5 w 628"/>
                <a:gd name="T1" fmla="*/ 2 h 383"/>
                <a:gd name="T2" fmla="*/ 5 w 628"/>
                <a:gd name="T3" fmla="*/ 2 h 383"/>
                <a:gd name="T4" fmla="*/ 4 w 628"/>
                <a:gd name="T5" fmla="*/ 2 h 383"/>
                <a:gd name="T6" fmla="*/ 4 w 628"/>
                <a:gd name="T7" fmla="*/ 2 h 383"/>
                <a:gd name="T8" fmla="*/ 4 w 628"/>
                <a:gd name="T9" fmla="*/ 2 h 383"/>
                <a:gd name="T10" fmla="*/ 3 w 628"/>
                <a:gd name="T11" fmla="*/ 2 h 383"/>
                <a:gd name="T12" fmla="*/ 3 w 628"/>
                <a:gd name="T13" fmla="*/ 2 h 383"/>
                <a:gd name="T14" fmla="*/ 3 w 628"/>
                <a:gd name="T15" fmla="*/ 2 h 383"/>
                <a:gd name="T16" fmla="*/ 3 w 628"/>
                <a:gd name="T17" fmla="*/ 2 h 383"/>
                <a:gd name="T18" fmla="*/ 2 w 628"/>
                <a:gd name="T19" fmla="*/ 2 h 383"/>
                <a:gd name="T20" fmla="*/ 2 w 628"/>
                <a:gd name="T21" fmla="*/ 2 h 383"/>
                <a:gd name="T22" fmla="*/ 2 w 628"/>
                <a:gd name="T23" fmla="*/ 1 h 383"/>
                <a:gd name="T24" fmla="*/ 2 w 628"/>
                <a:gd name="T25" fmla="*/ 1 h 383"/>
                <a:gd name="T26" fmla="*/ 1 w 628"/>
                <a:gd name="T27" fmla="*/ 1 h 383"/>
                <a:gd name="T28" fmla="*/ 1 w 628"/>
                <a:gd name="T29" fmla="*/ 1 h 383"/>
                <a:gd name="T30" fmla="*/ 1 w 628"/>
                <a:gd name="T31" fmla="*/ 1 h 383"/>
                <a:gd name="T32" fmla="*/ 1 w 628"/>
                <a:gd name="T33" fmla="*/ 0 h 383"/>
                <a:gd name="T34" fmla="*/ 1 w 628"/>
                <a:gd name="T35" fmla="*/ 0 h 383"/>
                <a:gd name="T36" fmla="*/ 0 w 628"/>
                <a:gd name="T37" fmla="*/ 0 h 383"/>
                <a:gd name="T38" fmla="*/ 0 w 628"/>
                <a:gd name="T39" fmla="*/ 1 h 383"/>
                <a:gd name="T40" fmla="*/ 0 w 628"/>
                <a:gd name="T41" fmla="*/ 1 h 383"/>
                <a:gd name="T42" fmla="*/ 1 w 628"/>
                <a:gd name="T43" fmla="*/ 1 h 383"/>
                <a:gd name="T44" fmla="*/ 1 w 628"/>
                <a:gd name="T45" fmla="*/ 1 h 383"/>
                <a:gd name="T46" fmla="*/ 1 w 628"/>
                <a:gd name="T47" fmla="*/ 2 h 383"/>
                <a:gd name="T48" fmla="*/ 1 w 628"/>
                <a:gd name="T49" fmla="*/ 2 h 383"/>
                <a:gd name="T50" fmla="*/ 2 w 628"/>
                <a:gd name="T51" fmla="*/ 2 h 383"/>
                <a:gd name="T52" fmla="*/ 2 w 628"/>
                <a:gd name="T53" fmla="*/ 2 h 383"/>
                <a:gd name="T54" fmla="*/ 2 w 628"/>
                <a:gd name="T55" fmla="*/ 2 h 383"/>
                <a:gd name="T56" fmla="*/ 3 w 628"/>
                <a:gd name="T57" fmla="*/ 3 h 383"/>
                <a:gd name="T58" fmla="*/ 3 w 628"/>
                <a:gd name="T59" fmla="*/ 3 h 383"/>
                <a:gd name="T60" fmla="*/ 3 w 628"/>
                <a:gd name="T61" fmla="*/ 3 h 383"/>
                <a:gd name="T62" fmla="*/ 4 w 628"/>
                <a:gd name="T63" fmla="*/ 3 h 383"/>
                <a:gd name="T64" fmla="*/ 4 w 628"/>
                <a:gd name="T65" fmla="*/ 3 h 383"/>
                <a:gd name="T66" fmla="*/ 4 w 628"/>
                <a:gd name="T67" fmla="*/ 3 h 383"/>
                <a:gd name="T68" fmla="*/ 5 w 628"/>
                <a:gd name="T69" fmla="*/ 3 h 383"/>
                <a:gd name="T70" fmla="*/ 5 w 628"/>
                <a:gd name="T71" fmla="*/ 3 h 383"/>
                <a:gd name="T72" fmla="*/ 5 w 628"/>
                <a:gd name="T73" fmla="*/ 3 h 383"/>
                <a:gd name="T74" fmla="*/ 5 w 628"/>
                <a:gd name="T75" fmla="*/ 3 h 383"/>
                <a:gd name="T76" fmla="*/ 5 w 628"/>
                <a:gd name="T77" fmla="*/ 3 h 383"/>
                <a:gd name="T78" fmla="*/ 5 w 628"/>
                <a:gd name="T79" fmla="*/ 3 h 383"/>
                <a:gd name="T80" fmla="*/ 5 w 628"/>
                <a:gd name="T81" fmla="*/ 3 h 383"/>
                <a:gd name="T82" fmla="*/ 5 w 628"/>
                <a:gd name="T83" fmla="*/ 3 h 383"/>
                <a:gd name="T84" fmla="*/ 5 w 628"/>
                <a:gd name="T85" fmla="*/ 2 h 383"/>
                <a:gd name="T86" fmla="*/ 5 w 628"/>
                <a:gd name="T87" fmla="*/ 2 h 383"/>
                <a:gd name="T88" fmla="*/ 5 w 628"/>
                <a:gd name="T89" fmla="*/ 2 h 383"/>
                <a:gd name="T90" fmla="*/ 5 w 628"/>
                <a:gd name="T91" fmla="*/ 2 h 38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628"/>
                <a:gd name="T139" fmla="*/ 0 h 383"/>
                <a:gd name="T140" fmla="*/ 628 w 628"/>
                <a:gd name="T141" fmla="*/ 383 h 38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628" h="383">
                  <a:moveTo>
                    <a:pt x="581" y="289"/>
                  </a:moveTo>
                  <a:lnTo>
                    <a:pt x="582" y="289"/>
                  </a:lnTo>
                  <a:lnTo>
                    <a:pt x="541" y="287"/>
                  </a:lnTo>
                  <a:lnTo>
                    <a:pt x="500" y="283"/>
                  </a:lnTo>
                  <a:lnTo>
                    <a:pt x="462" y="276"/>
                  </a:lnTo>
                  <a:lnTo>
                    <a:pt x="424" y="268"/>
                  </a:lnTo>
                  <a:lnTo>
                    <a:pt x="389" y="255"/>
                  </a:lnTo>
                  <a:lnTo>
                    <a:pt x="352" y="242"/>
                  </a:lnTo>
                  <a:lnTo>
                    <a:pt x="320" y="227"/>
                  </a:lnTo>
                  <a:lnTo>
                    <a:pt x="287" y="209"/>
                  </a:lnTo>
                  <a:lnTo>
                    <a:pt x="255" y="189"/>
                  </a:lnTo>
                  <a:lnTo>
                    <a:pt x="226" y="168"/>
                  </a:lnTo>
                  <a:lnTo>
                    <a:pt x="198" y="145"/>
                  </a:lnTo>
                  <a:lnTo>
                    <a:pt x="172" y="119"/>
                  </a:lnTo>
                  <a:lnTo>
                    <a:pt x="146" y="92"/>
                  </a:lnTo>
                  <a:lnTo>
                    <a:pt x="122" y="64"/>
                  </a:lnTo>
                  <a:lnTo>
                    <a:pt x="100" y="33"/>
                  </a:lnTo>
                  <a:lnTo>
                    <a:pt x="82" y="0"/>
                  </a:lnTo>
                  <a:lnTo>
                    <a:pt x="0" y="47"/>
                  </a:lnTo>
                  <a:lnTo>
                    <a:pt x="23" y="85"/>
                  </a:lnTo>
                  <a:lnTo>
                    <a:pt x="49" y="120"/>
                  </a:lnTo>
                  <a:lnTo>
                    <a:pt x="76" y="153"/>
                  </a:lnTo>
                  <a:lnTo>
                    <a:pt x="104" y="185"/>
                  </a:lnTo>
                  <a:lnTo>
                    <a:pt x="137" y="215"/>
                  </a:lnTo>
                  <a:lnTo>
                    <a:pt x="170" y="241"/>
                  </a:lnTo>
                  <a:lnTo>
                    <a:pt x="204" y="267"/>
                  </a:lnTo>
                  <a:lnTo>
                    <a:pt x="240" y="289"/>
                  </a:lnTo>
                  <a:lnTo>
                    <a:pt x="277" y="309"/>
                  </a:lnTo>
                  <a:lnTo>
                    <a:pt x="317" y="329"/>
                  </a:lnTo>
                  <a:lnTo>
                    <a:pt x="358" y="344"/>
                  </a:lnTo>
                  <a:lnTo>
                    <a:pt x="400" y="357"/>
                  </a:lnTo>
                  <a:lnTo>
                    <a:pt x="444" y="367"/>
                  </a:lnTo>
                  <a:lnTo>
                    <a:pt x="488" y="374"/>
                  </a:lnTo>
                  <a:lnTo>
                    <a:pt x="534" y="380"/>
                  </a:lnTo>
                  <a:lnTo>
                    <a:pt x="580" y="383"/>
                  </a:lnTo>
                  <a:lnTo>
                    <a:pt x="581" y="383"/>
                  </a:lnTo>
                  <a:lnTo>
                    <a:pt x="580" y="383"/>
                  </a:lnTo>
                  <a:lnTo>
                    <a:pt x="600" y="379"/>
                  </a:lnTo>
                  <a:lnTo>
                    <a:pt x="615" y="369"/>
                  </a:lnTo>
                  <a:lnTo>
                    <a:pt x="624" y="353"/>
                  </a:lnTo>
                  <a:lnTo>
                    <a:pt x="628" y="337"/>
                  </a:lnTo>
                  <a:lnTo>
                    <a:pt x="625" y="319"/>
                  </a:lnTo>
                  <a:lnTo>
                    <a:pt x="617" y="304"/>
                  </a:lnTo>
                  <a:lnTo>
                    <a:pt x="602" y="294"/>
                  </a:lnTo>
                  <a:lnTo>
                    <a:pt x="582" y="289"/>
                  </a:lnTo>
                  <a:lnTo>
                    <a:pt x="581" y="28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7505" name="Freeform 35"/>
            <p:cNvSpPr>
              <a:spLocks/>
            </p:cNvSpPr>
            <p:nvPr/>
          </p:nvSpPr>
          <p:spPr bwMode="auto">
            <a:xfrm>
              <a:off x="1587" y="1880"/>
              <a:ext cx="85" cy="49"/>
            </a:xfrm>
            <a:custGeom>
              <a:avLst/>
              <a:gdLst>
                <a:gd name="T0" fmla="*/ 3 w 426"/>
                <a:gd name="T1" fmla="*/ 0 h 245"/>
                <a:gd name="T2" fmla="*/ 3 w 426"/>
                <a:gd name="T3" fmla="*/ 0 h 245"/>
                <a:gd name="T4" fmla="*/ 3 w 426"/>
                <a:gd name="T5" fmla="*/ 0 h 245"/>
                <a:gd name="T6" fmla="*/ 3 w 426"/>
                <a:gd name="T7" fmla="*/ 0 h 245"/>
                <a:gd name="T8" fmla="*/ 2 w 426"/>
                <a:gd name="T9" fmla="*/ 0 h 245"/>
                <a:gd name="T10" fmla="*/ 2 w 426"/>
                <a:gd name="T11" fmla="*/ 0 h 245"/>
                <a:gd name="T12" fmla="*/ 2 w 426"/>
                <a:gd name="T13" fmla="*/ 0 h 245"/>
                <a:gd name="T14" fmla="*/ 2 w 426"/>
                <a:gd name="T15" fmla="*/ 0 h 245"/>
                <a:gd name="T16" fmla="*/ 1 w 426"/>
                <a:gd name="T17" fmla="*/ 0 h 245"/>
                <a:gd name="T18" fmla="*/ 1 w 426"/>
                <a:gd name="T19" fmla="*/ 1 h 245"/>
                <a:gd name="T20" fmla="*/ 1 w 426"/>
                <a:gd name="T21" fmla="*/ 1 h 245"/>
                <a:gd name="T22" fmla="*/ 1 w 426"/>
                <a:gd name="T23" fmla="*/ 1 h 245"/>
                <a:gd name="T24" fmla="*/ 0 w 426"/>
                <a:gd name="T25" fmla="*/ 1 h 245"/>
                <a:gd name="T26" fmla="*/ 0 w 426"/>
                <a:gd name="T27" fmla="*/ 1 h 245"/>
                <a:gd name="T28" fmla="*/ 0 w 426"/>
                <a:gd name="T29" fmla="*/ 1 h 245"/>
                <a:gd name="T30" fmla="*/ 0 w 426"/>
                <a:gd name="T31" fmla="*/ 2 h 245"/>
                <a:gd name="T32" fmla="*/ 0 w 426"/>
                <a:gd name="T33" fmla="*/ 2 h 245"/>
                <a:gd name="T34" fmla="*/ 0 w 426"/>
                <a:gd name="T35" fmla="*/ 2 h 245"/>
                <a:gd name="T36" fmla="*/ 0 w 426"/>
                <a:gd name="T37" fmla="*/ 2 h 245"/>
                <a:gd name="T38" fmla="*/ 0 w 426"/>
                <a:gd name="T39" fmla="*/ 2 h 245"/>
                <a:gd name="T40" fmla="*/ 0 w 426"/>
                <a:gd name="T41" fmla="*/ 2 h 245"/>
                <a:gd name="T42" fmla="*/ 0 w 426"/>
                <a:gd name="T43" fmla="*/ 1 h 245"/>
                <a:gd name="T44" fmla="*/ 0 w 426"/>
                <a:gd name="T45" fmla="*/ 1 h 245"/>
                <a:gd name="T46" fmla="*/ 0 w 426"/>
                <a:gd name="T47" fmla="*/ 1 h 245"/>
                <a:gd name="T48" fmla="*/ 1 w 426"/>
                <a:gd name="T49" fmla="*/ 1 h 245"/>
                <a:gd name="T50" fmla="*/ 1 w 426"/>
                <a:gd name="T51" fmla="*/ 1 h 245"/>
                <a:gd name="T52" fmla="*/ 1 w 426"/>
                <a:gd name="T53" fmla="*/ 1 h 245"/>
                <a:gd name="T54" fmla="*/ 1 w 426"/>
                <a:gd name="T55" fmla="*/ 1 h 245"/>
                <a:gd name="T56" fmla="*/ 2 w 426"/>
                <a:gd name="T57" fmla="*/ 0 h 245"/>
                <a:gd name="T58" fmla="*/ 2 w 426"/>
                <a:gd name="T59" fmla="*/ 0 h 245"/>
                <a:gd name="T60" fmla="*/ 2 w 426"/>
                <a:gd name="T61" fmla="*/ 0 h 245"/>
                <a:gd name="T62" fmla="*/ 2 w 426"/>
                <a:gd name="T63" fmla="*/ 0 h 245"/>
                <a:gd name="T64" fmla="*/ 3 w 426"/>
                <a:gd name="T65" fmla="*/ 0 h 245"/>
                <a:gd name="T66" fmla="*/ 3 w 426"/>
                <a:gd name="T67" fmla="*/ 0 h 245"/>
                <a:gd name="T68" fmla="*/ 3 w 426"/>
                <a:gd name="T69" fmla="*/ 0 h 245"/>
                <a:gd name="T70" fmla="*/ 3 w 426"/>
                <a:gd name="T71" fmla="*/ 0 h 245"/>
                <a:gd name="T72" fmla="*/ 3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426" y="0"/>
                  </a:moveTo>
                  <a:lnTo>
                    <a:pt x="426" y="0"/>
                  </a:lnTo>
                  <a:lnTo>
                    <a:pt x="384" y="1"/>
                  </a:lnTo>
                  <a:lnTo>
                    <a:pt x="340" y="4"/>
                  </a:lnTo>
                  <a:lnTo>
                    <a:pt x="300" y="10"/>
                  </a:lnTo>
                  <a:lnTo>
                    <a:pt x="262" y="18"/>
                  </a:lnTo>
                  <a:lnTo>
                    <a:pt x="224" y="29"/>
                  </a:lnTo>
                  <a:lnTo>
                    <a:pt x="189" y="41"/>
                  </a:lnTo>
                  <a:lnTo>
                    <a:pt x="157" y="55"/>
                  </a:lnTo>
                  <a:lnTo>
                    <a:pt x="126" y="70"/>
                  </a:lnTo>
                  <a:lnTo>
                    <a:pt x="99" y="89"/>
                  </a:lnTo>
                  <a:lnTo>
                    <a:pt x="74" y="106"/>
                  </a:lnTo>
                  <a:lnTo>
                    <a:pt x="52" y="126"/>
                  </a:lnTo>
                  <a:lnTo>
                    <a:pt x="34" y="148"/>
                  </a:lnTo>
                  <a:lnTo>
                    <a:pt x="19" y="171"/>
                  </a:lnTo>
                  <a:lnTo>
                    <a:pt x="9" y="194"/>
                  </a:lnTo>
                  <a:lnTo>
                    <a:pt x="3" y="219"/>
                  </a:lnTo>
                  <a:lnTo>
                    <a:pt x="0" y="245"/>
                  </a:lnTo>
                  <a:lnTo>
                    <a:pt x="12" y="245"/>
                  </a:lnTo>
                  <a:lnTo>
                    <a:pt x="15" y="221"/>
                  </a:lnTo>
                  <a:lnTo>
                    <a:pt x="20" y="199"/>
                  </a:lnTo>
                  <a:lnTo>
                    <a:pt x="31" y="178"/>
                  </a:lnTo>
                  <a:lnTo>
                    <a:pt x="44" y="156"/>
                  </a:lnTo>
                  <a:lnTo>
                    <a:pt x="61" y="136"/>
                  </a:lnTo>
                  <a:lnTo>
                    <a:pt x="81" y="116"/>
                  </a:lnTo>
                  <a:lnTo>
                    <a:pt x="106" y="98"/>
                  </a:lnTo>
                  <a:lnTo>
                    <a:pt x="133" y="82"/>
                  </a:lnTo>
                  <a:lnTo>
                    <a:pt x="162" y="66"/>
                  </a:lnTo>
                  <a:lnTo>
                    <a:pt x="194" y="52"/>
                  </a:lnTo>
                  <a:lnTo>
                    <a:pt x="229" y="41"/>
                  </a:lnTo>
                  <a:lnTo>
                    <a:pt x="264" y="30"/>
                  </a:lnTo>
                  <a:lnTo>
                    <a:pt x="303" y="22"/>
                  </a:lnTo>
                  <a:lnTo>
                    <a:pt x="343" y="16"/>
                  </a:lnTo>
                  <a:lnTo>
                    <a:pt x="384" y="12"/>
                  </a:lnTo>
                  <a:lnTo>
                    <a:pt x="426" y="11"/>
                  </a:lnTo>
                  <a:lnTo>
                    <a:pt x="42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7506" name="Freeform 36"/>
            <p:cNvSpPr>
              <a:spLocks/>
            </p:cNvSpPr>
            <p:nvPr/>
          </p:nvSpPr>
          <p:spPr bwMode="auto">
            <a:xfrm>
              <a:off x="1587" y="1929"/>
              <a:ext cx="85" cy="49"/>
            </a:xfrm>
            <a:custGeom>
              <a:avLst/>
              <a:gdLst>
                <a:gd name="T0" fmla="*/ 0 w 426"/>
                <a:gd name="T1" fmla="*/ 0 h 245"/>
                <a:gd name="T2" fmla="*/ 0 w 426"/>
                <a:gd name="T3" fmla="*/ 0 h 245"/>
                <a:gd name="T4" fmla="*/ 0 w 426"/>
                <a:gd name="T5" fmla="*/ 0 h 245"/>
                <a:gd name="T6" fmla="*/ 0 w 426"/>
                <a:gd name="T7" fmla="*/ 0 h 245"/>
                <a:gd name="T8" fmla="*/ 0 w 426"/>
                <a:gd name="T9" fmla="*/ 1 h 245"/>
                <a:gd name="T10" fmla="*/ 0 w 426"/>
                <a:gd name="T11" fmla="*/ 1 h 245"/>
                <a:gd name="T12" fmla="*/ 0 w 426"/>
                <a:gd name="T13" fmla="*/ 1 h 245"/>
                <a:gd name="T14" fmla="*/ 1 w 426"/>
                <a:gd name="T15" fmla="*/ 1 h 245"/>
                <a:gd name="T16" fmla="*/ 1 w 426"/>
                <a:gd name="T17" fmla="*/ 1 h 245"/>
                <a:gd name="T18" fmla="*/ 1 w 426"/>
                <a:gd name="T19" fmla="*/ 1 h 245"/>
                <a:gd name="T20" fmla="*/ 1 w 426"/>
                <a:gd name="T21" fmla="*/ 2 h 245"/>
                <a:gd name="T22" fmla="*/ 2 w 426"/>
                <a:gd name="T23" fmla="*/ 2 h 245"/>
                <a:gd name="T24" fmla="*/ 2 w 426"/>
                <a:gd name="T25" fmla="*/ 2 h 245"/>
                <a:gd name="T26" fmla="*/ 2 w 426"/>
                <a:gd name="T27" fmla="*/ 2 h 245"/>
                <a:gd name="T28" fmla="*/ 2 w 426"/>
                <a:gd name="T29" fmla="*/ 2 h 245"/>
                <a:gd name="T30" fmla="*/ 3 w 426"/>
                <a:gd name="T31" fmla="*/ 2 h 245"/>
                <a:gd name="T32" fmla="*/ 3 w 426"/>
                <a:gd name="T33" fmla="*/ 2 h 245"/>
                <a:gd name="T34" fmla="*/ 3 w 426"/>
                <a:gd name="T35" fmla="*/ 2 h 245"/>
                <a:gd name="T36" fmla="*/ 3 w 426"/>
                <a:gd name="T37" fmla="*/ 2 h 245"/>
                <a:gd name="T38" fmla="*/ 3 w 426"/>
                <a:gd name="T39" fmla="*/ 2 h 245"/>
                <a:gd name="T40" fmla="*/ 3 w 426"/>
                <a:gd name="T41" fmla="*/ 2 h 245"/>
                <a:gd name="T42" fmla="*/ 2 w 426"/>
                <a:gd name="T43" fmla="*/ 2 h 245"/>
                <a:gd name="T44" fmla="*/ 2 w 426"/>
                <a:gd name="T45" fmla="*/ 2 h 245"/>
                <a:gd name="T46" fmla="*/ 2 w 426"/>
                <a:gd name="T47" fmla="*/ 2 h 245"/>
                <a:gd name="T48" fmla="*/ 2 w 426"/>
                <a:gd name="T49" fmla="*/ 2 h 245"/>
                <a:gd name="T50" fmla="*/ 1 w 426"/>
                <a:gd name="T51" fmla="*/ 1 h 245"/>
                <a:gd name="T52" fmla="*/ 1 w 426"/>
                <a:gd name="T53" fmla="*/ 1 h 245"/>
                <a:gd name="T54" fmla="*/ 1 w 426"/>
                <a:gd name="T55" fmla="*/ 1 h 245"/>
                <a:gd name="T56" fmla="*/ 1 w 426"/>
                <a:gd name="T57" fmla="*/ 1 h 245"/>
                <a:gd name="T58" fmla="*/ 0 w 426"/>
                <a:gd name="T59" fmla="*/ 1 h 245"/>
                <a:gd name="T60" fmla="*/ 0 w 426"/>
                <a:gd name="T61" fmla="*/ 1 h 245"/>
                <a:gd name="T62" fmla="*/ 0 w 426"/>
                <a:gd name="T63" fmla="*/ 1 h 245"/>
                <a:gd name="T64" fmla="*/ 0 w 426"/>
                <a:gd name="T65" fmla="*/ 0 h 245"/>
                <a:gd name="T66" fmla="*/ 0 w 426"/>
                <a:gd name="T67" fmla="*/ 0 h 245"/>
                <a:gd name="T68" fmla="*/ 0 w 426"/>
                <a:gd name="T69" fmla="*/ 0 h 245"/>
                <a:gd name="T70" fmla="*/ 0 w 426"/>
                <a:gd name="T71" fmla="*/ 0 h 245"/>
                <a:gd name="T72" fmla="*/ 0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0" y="0"/>
                  </a:moveTo>
                  <a:lnTo>
                    <a:pt x="0" y="0"/>
                  </a:lnTo>
                  <a:lnTo>
                    <a:pt x="3" y="25"/>
                  </a:lnTo>
                  <a:lnTo>
                    <a:pt x="9" y="50"/>
                  </a:lnTo>
                  <a:lnTo>
                    <a:pt x="19" y="73"/>
                  </a:lnTo>
                  <a:lnTo>
                    <a:pt x="34" y="96"/>
                  </a:lnTo>
                  <a:lnTo>
                    <a:pt x="52" y="118"/>
                  </a:lnTo>
                  <a:lnTo>
                    <a:pt x="74" y="138"/>
                  </a:lnTo>
                  <a:lnTo>
                    <a:pt x="99" y="156"/>
                  </a:lnTo>
                  <a:lnTo>
                    <a:pt x="126" y="174"/>
                  </a:lnTo>
                  <a:lnTo>
                    <a:pt x="157" y="190"/>
                  </a:lnTo>
                  <a:lnTo>
                    <a:pt x="189" y="204"/>
                  </a:lnTo>
                  <a:lnTo>
                    <a:pt x="224" y="215"/>
                  </a:lnTo>
                  <a:lnTo>
                    <a:pt x="262" y="226"/>
                  </a:lnTo>
                  <a:lnTo>
                    <a:pt x="300" y="234"/>
                  </a:lnTo>
                  <a:lnTo>
                    <a:pt x="340" y="240"/>
                  </a:lnTo>
                  <a:lnTo>
                    <a:pt x="384" y="244"/>
                  </a:lnTo>
                  <a:lnTo>
                    <a:pt x="426" y="245"/>
                  </a:lnTo>
                  <a:lnTo>
                    <a:pt x="426" y="233"/>
                  </a:lnTo>
                  <a:lnTo>
                    <a:pt x="384" y="232"/>
                  </a:lnTo>
                  <a:lnTo>
                    <a:pt x="343" y="228"/>
                  </a:lnTo>
                  <a:lnTo>
                    <a:pt x="303" y="222"/>
                  </a:lnTo>
                  <a:lnTo>
                    <a:pt x="264" y="214"/>
                  </a:lnTo>
                  <a:lnTo>
                    <a:pt x="229" y="204"/>
                  </a:lnTo>
                  <a:lnTo>
                    <a:pt x="194" y="192"/>
                  </a:lnTo>
                  <a:lnTo>
                    <a:pt x="162" y="178"/>
                  </a:lnTo>
                  <a:lnTo>
                    <a:pt x="133" y="163"/>
                  </a:lnTo>
                  <a:lnTo>
                    <a:pt x="106" y="146"/>
                  </a:lnTo>
                  <a:lnTo>
                    <a:pt x="81" y="129"/>
                  </a:lnTo>
                  <a:lnTo>
                    <a:pt x="61" y="109"/>
                  </a:lnTo>
                  <a:lnTo>
                    <a:pt x="44" y="89"/>
                  </a:lnTo>
                  <a:lnTo>
                    <a:pt x="31" y="66"/>
                  </a:lnTo>
                  <a:lnTo>
                    <a:pt x="20" y="45"/>
                  </a:lnTo>
                  <a:lnTo>
                    <a:pt x="15" y="2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7507" name="Freeform 37"/>
            <p:cNvSpPr>
              <a:spLocks/>
            </p:cNvSpPr>
            <p:nvPr/>
          </p:nvSpPr>
          <p:spPr bwMode="auto">
            <a:xfrm>
              <a:off x="878" y="1448"/>
              <a:ext cx="792" cy="954"/>
            </a:xfrm>
            <a:custGeom>
              <a:avLst/>
              <a:gdLst>
                <a:gd name="T0" fmla="*/ 13 w 3960"/>
                <a:gd name="T1" fmla="*/ 38 h 4768"/>
                <a:gd name="T2" fmla="*/ 14 w 3960"/>
                <a:gd name="T3" fmla="*/ 38 h 4768"/>
                <a:gd name="T4" fmla="*/ 15 w 3960"/>
                <a:gd name="T5" fmla="*/ 38 h 4768"/>
                <a:gd name="T6" fmla="*/ 15 w 3960"/>
                <a:gd name="T7" fmla="*/ 38 h 4768"/>
                <a:gd name="T8" fmla="*/ 16 w 3960"/>
                <a:gd name="T9" fmla="*/ 38 h 4768"/>
                <a:gd name="T10" fmla="*/ 17 w 3960"/>
                <a:gd name="T11" fmla="*/ 38 h 4768"/>
                <a:gd name="T12" fmla="*/ 17 w 3960"/>
                <a:gd name="T13" fmla="*/ 38 h 4768"/>
                <a:gd name="T14" fmla="*/ 18 w 3960"/>
                <a:gd name="T15" fmla="*/ 38 h 4768"/>
                <a:gd name="T16" fmla="*/ 18 w 3960"/>
                <a:gd name="T17" fmla="*/ 38 h 4768"/>
                <a:gd name="T18" fmla="*/ 29 w 3960"/>
                <a:gd name="T19" fmla="*/ 30 h 4768"/>
                <a:gd name="T20" fmla="*/ 30 w 3960"/>
                <a:gd name="T21" fmla="*/ 30 h 4768"/>
                <a:gd name="T22" fmla="*/ 30 w 3960"/>
                <a:gd name="T23" fmla="*/ 29 h 4768"/>
                <a:gd name="T24" fmla="*/ 31 w 3960"/>
                <a:gd name="T25" fmla="*/ 28 h 4768"/>
                <a:gd name="T26" fmla="*/ 31 w 3960"/>
                <a:gd name="T27" fmla="*/ 28 h 4768"/>
                <a:gd name="T28" fmla="*/ 31 w 3960"/>
                <a:gd name="T29" fmla="*/ 27 h 4768"/>
                <a:gd name="T30" fmla="*/ 32 w 3960"/>
                <a:gd name="T31" fmla="*/ 26 h 4768"/>
                <a:gd name="T32" fmla="*/ 32 w 3960"/>
                <a:gd name="T33" fmla="*/ 25 h 4768"/>
                <a:gd name="T34" fmla="*/ 32 w 3960"/>
                <a:gd name="T35" fmla="*/ 11 h 4768"/>
                <a:gd name="T36" fmla="*/ 32 w 3960"/>
                <a:gd name="T37" fmla="*/ 10 h 4768"/>
                <a:gd name="T38" fmla="*/ 31 w 3960"/>
                <a:gd name="T39" fmla="*/ 9 h 4768"/>
                <a:gd name="T40" fmla="*/ 31 w 3960"/>
                <a:gd name="T41" fmla="*/ 9 h 4768"/>
                <a:gd name="T42" fmla="*/ 31 w 3960"/>
                <a:gd name="T43" fmla="*/ 8 h 4768"/>
                <a:gd name="T44" fmla="*/ 31 w 3960"/>
                <a:gd name="T45" fmla="*/ 8 h 4768"/>
                <a:gd name="T46" fmla="*/ 30 w 3960"/>
                <a:gd name="T47" fmla="*/ 7 h 4768"/>
                <a:gd name="T48" fmla="*/ 30 w 3960"/>
                <a:gd name="T49" fmla="*/ 7 h 4768"/>
                <a:gd name="T50" fmla="*/ 29 w 3960"/>
                <a:gd name="T51" fmla="*/ 6 h 4768"/>
                <a:gd name="T52" fmla="*/ 19 w 3960"/>
                <a:gd name="T53" fmla="*/ 1 h 4768"/>
                <a:gd name="T54" fmla="*/ 18 w 3960"/>
                <a:gd name="T55" fmla="*/ 0 h 4768"/>
                <a:gd name="T56" fmla="*/ 17 w 3960"/>
                <a:gd name="T57" fmla="*/ 0 h 4768"/>
                <a:gd name="T58" fmla="*/ 17 w 3960"/>
                <a:gd name="T59" fmla="*/ 0 h 4768"/>
                <a:gd name="T60" fmla="*/ 16 w 3960"/>
                <a:gd name="T61" fmla="*/ 0 h 4768"/>
                <a:gd name="T62" fmla="*/ 15 w 3960"/>
                <a:gd name="T63" fmla="*/ 0 h 4768"/>
                <a:gd name="T64" fmla="*/ 14 w 3960"/>
                <a:gd name="T65" fmla="*/ 0 h 4768"/>
                <a:gd name="T66" fmla="*/ 14 w 3960"/>
                <a:gd name="T67" fmla="*/ 0 h 4768"/>
                <a:gd name="T68" fmla="*/ 2 w 3960"/>
                <a:gd name="T69" fmla="*/ 6 h 4768"/>
                <a:gd name="T70" fmla="*/ 2 w 3960"/>
                <a:gd name="T71" fmla="*/ 7 h 4768"/>
                <a:gd name="T72" fmla="*/ 1 w 3960"/>
                <a:gd name="T73" fmla="*/ 7 h 4768"/>
                <a:gd name="T74" fmla="*/ 1 w 3960"/>
                <a:gd name="T75" fmla="*/ 8 h 4768"/>
                <a:gd name="T76" fmla="*/ 1 w 3960"/>
                <a:gd name="T77" fmla="*/ 8 h 4768"/>
                <a:gd name="T78" fmla="*/ 0 w 3960"/>
                <a:gd name="T79" fmla="*/ 9 h 4768"/>
                <a:gd name="T80" fmla="*/ 0 w 3960"/>
                <a:gd name="T81" fmla="*/ 9 h 4768"/>
                <a:gd name="T82" fmla="*/ 0 w 3960"/>
                <a:gd name="T83" fmla="*/ 10 h 4768"/>
                <a:gd name="T84" fmla="*/ 0 w 3960"/>
                <a:gd name="T85" fmla="*/ 11 h 4768"/>
                <a:gd name="T86" fmla="*/ 0 w 3960"/>
                <a:gd name="T87" fmla="*/ 25 h 4768"/>
                <a:gd name="T88" fmla="*/ 0 w 3960"/>
                <a:gd name="T89" fmla="*/ 26 h 4768"/>
                <a:gd name="T90" fmla="*/ 0 w 3960"/>
                <a:gd name="T91" fmla="*/ 27 h 4768"/>
                <a:gd name="T92" fmla="*/ 1 w 3960"/>
                <a:gd name="T93" fmla="*/ 28 h 4768"/>
                <a:gd name="T94" fmla="*/ 1 w 3960"/>
                <a:gd name="T95" fmla="*/ 29 h 4768"/>
                <a:gd name="T96" fmla="*/ 1 w 3960"/>
                <a:gd name="T97" fmla="*/ 29 h 4768"/>
                <a:gd name="T98" fmla="*/ 2 w 3960"/>
                <a:gd name="T99" fmla="*/ 30 h 4768"/>
                <a:gd name="T100" fmla="*/ 3 w 3960"/>
                <a:gd name="T101" fmla="*/ 31 h 4768"/>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w 3960"/>
                <a:gd name="T154" fmla="*/ 0 h 4768"/>
                <a:gd name="T155" fmla="*/ 3960 w 3960"/>
                <a:gd name="T156" fmla="*/ 4768 h 4768"/>
              </a:gdLst>
              <a:ahLst/>
              <a:cxnLst>
                <a:cxn ang="T102">
                  <a:pos x="T0" y="T1"/>
                </a:cxn>
                <a:cxn ang="T103">
                  <a:pos x="T2" y="T3"/>
                </a:cxn>
                <a:cxn ang="T104">
                  <a:pos x="T4" y="T5"/>
                </a:cxn>
                <a:cxn ang="T105">
                  <a:pos x="T6" y="T7"/>
                </a:cxn>
                <a:cxn ang="T106">
                  <a:pos x="T8" y="T9"/>
                </a:cxn>
                <a:cxn ang="T107">
                  <a:pos x="T10" y="T11"/>
                </a:cxn>
                <a:cxn ang="T108">
                  <a:pos x="T12" y="T13"/>
                </a:cxn>
                <a:cxn ang="T109">
                  <a:pos x="T14" y="T15"/>
                </a:cxn>
                <a:cxn ang="T110">
                  <a:pos x="T16" y="T17"/>
                </a:cxn>
                <a:cxn ang="T111">
                  <a:pos x="T18" y="T19"/>
                </a:cxn>
                <a:cxn ang="T112">
                  <a:pos x="T20" y="T21"/>
                </a:cxn>
                <a:cxn ang="T113">
                  <a:pos x="T22" y="T23"/>
                </a:cxn>
                <a:cxn ang="T114">
                  <a:pos x="T24" y="T25"/>
                </a:cxn>
                <a:cxn ang="T115">
                  <a:pos x="T26" y="T27"/>
                </a:cxn>
                <a:cxn ang="T116">
                  <a:pos x="T28" y="T29"/>
                </a:cxn>
                <a:cxn ang="T117">
                  <a:pos x="T30" y="T31"/>
                </a:cxn>
                <a:cxn ang="T118">
                  <a:pos x="T32" y="T33"/>
                </a:cxn>
                <a:cxn ang="T119">
                  <a:pos x="T34" y="T35"/>
                </a:cxn>
                <a:cxn ang="T120">
                  <a:pos x="T36" y="T37"/>
                </a:cxn>
                <a:cxn ang="T121">
                  <a:pos x="T38" y="T39"/>
                </a:cxn>
                <a:cxn ang="T122">
                  <a:pos x="T40" y="T41"/>
                </a:cxn>
                <a:cxn ang="T123">
                  <a:pos x="T42" y="T43"/>
                </a:cxn>
                <a:cxn ang="T124">
                  <a:pos x="T44" y="T45"/>
                </a:cxn>
                <a:cxn ang="T125">
                  <a:pos x="T46" y="T47"/>
                </a:cxn>
                <a:cxn ang="T126">
                  <a:pos x="T48" y="T49"/>
                </a:cxn>
                <a:cxn ang="T127">
                  <a:pos x="T50" y="T51"/>
                </a:cxn>
                <a:cxn ang="T128">
                  <a:pos x="T52" y="T53"/>
                </a:cxn>
                <a:cxn ang="T129">
                  <a:pos x="T54" y="T55"/>
                </a:cxn>
                <a:cxn ang="T130">
                  <a:pos x="T56" y="T57"/>
                </a:cxn>
                <a:cxn ang="T131">
                  <a:pos x="T58" y="T59"/>
                </a:cxn>
                <a:cxn ang="T132">
                  <a:pos x="T60" y="T61"/>
                </a:cxn>
                <a:cxn ang="T133">
                  <a:pos x="T62" y="T63"/>
                </a:cxn>
                <a:cxn ang="T134">
                  <a:pos x="T64" y="T65"/>
                </a:cxn>
                <a:cxn ang="T135">
                  <a:pos x="T66" y="T67"/>
                </a:cxn>
                <a:cxn ang="T136">
                  <a:pos x="T68" y="T69"/>
                </a:cxn>
                <a:cxn ang="T137">
                  <a:pos x="T70" y="T71"/>
                </a:cxn>
                <a:cxn ang="T138">
                  <a:pos x="T72" y="T73"/>
                </a:cxn>
                <a:cxn ang="T139">
                  <a:pos x="T74" y="T75"/>
                </a:cxn>
                <a:cxn ang="T140">
                  <a:pos x="T76" y="T77"/>
                </a:cxn>
                <a:cxn ang="T141">
                  <a:pos x="T78" y="T79"/>
                </a:cxn>
                <a:cxn ang="T142">
                  <a:pos x="T80" y="T81"/>
                </a:cxn>
                <a:cxn ang="T143">
                  <a:pos x="T82" y="T83"/>
                </a:cxn>
                <a:cxn ang="T144">
                  <a:pos x="T84" y="T85"/>
                </a:cxn>
                <a:cxn ang="T145">
                  <a:pos x="T86" y="T87"/>
                </a:cxn>
                <a:cxn ang="T146">
                  <a:pos x="T88" y="T89"/>
                </a:cxn>
                <a:cxn ang="T147">
                  <a:pos x="T90" y="T91"/>
                </a:cxn>
                <a:cxn ang="T148">
                  <a:pos x="T92" y="T93"/>
                </a:cxn>
                <a:cxn ang="T149">
                  <a:pos x="T94" y="T95"/>
                </a:cxn>
                <a:cxn ang="T150">
                  <a:pos x="T96" y="T97"/>
                </a:cxn>
                <a:cxn ang="T151">
                  <a:pos x="T98" y="T99"/>
                </a:cxn>
                <a:cxn ang="T152">
                  <a:pos x="T100" y="T101"/>
                </a:cxn>
              </a:cxnLst>
              <a:rect l="T153" t="T154" r="T155" b="T156"/>
              <a:pathLst>
                <a:path w="3960" h="4768">
                  <a:moveTo>
                    <a:pt x="353" y="3849"/>
                  </a:moveTo>
                  <a:lnTo>
                    <a:pt x="1661" y="4700"/>
                  </a:lnTo>
                  <a:lnTo>
                    <a:pt x="1697" y="4717"/>
                  </a:lnTo>
                  <a:lnTo>
                    <a:pt x="1736" y="4731"/>
                  </a:lnTo>
                  <a:lnTo>
                    <a:pt x="1776" y="4742"/>
                  </a:lnTo>
                  <a:lnTo>
                    <a:pt x="1818" y="4753"/>
                  </a:lnTo>
                  <a:lnTo>
                    <a:pt x="1860" y="4760"/>
                  </a:lnTo>
                  <a:lnTo>
                    <a:pt x="1902" y="4765"/>
                  </a:lnTo>
                  <a:lnTo>
                    <a:pt x="1946" y="4768"/>
                  </a:lnTo>
                  <a:lnTo>
                    <a:pt x="1988" y="4768"/>
                  </a:lnTo>
                  <a:lnTo>
                    <a:pt x="2031" y="4767"/>
                  </a:lnTo>
                  <a:lnTo>
                    <a:pt x="2073" y="4763"/>
                  </a:lnTo>
                  <a:lnTo>
                    <a:pt x="2114" y="4758"/>
                  </a:lnTo>
                  <a:lnTo>
                    <a:pt x="2154" y="4751"/>
                  </a:lnTo>
                  <a:lnTo>
                    <a:pt x="2193" y="4740"/>
                  </a:lnTo>
                  <a:lnTo>
                    <a:pt x="2230" y="4729"/>
                  </a:lnTo>
                  <a:lnTo>
                    <a:pt x="2264" y="4715"/>
                  </a:lnTo>
                  <a:lnTo>
                    <a:pt x="2297" y="4700"/>
                  </a:lnTo>
                  <a:lnTo>
                    <a:pt x="3639" y="3825"/>
                  </a:lnTo>
                  <a:lnTo>
                    <a:pt x="3673" y="3795"/>
                  </a:lnTo>
                  <a:lnTo>
                    <a:pt x="3707" y="3761"/>
                  </a:lnTo>
                  <a:lnTo>
                    <a:pt x="3738" y="3725"/>
                  </a:lnTo>
                  <a:lnTo>
                    <a:pt x="3768" y="3685"/>
                  </a:lnTo>
                  <a:lnTo>
                    <a:pt x="3796" y="3644"/>
                  </a:lnTo>
                  <a:lnTo>
                    <a:pt x="3821" y="3599"/>
                  </a:lnTo>
                  <a:lnTo>
                    <a:pt x="3846" y="3553"/>
                  </a:lnTo>
                  <a:lnTo>
                    <a:pt x="3868" y="3505"/>
                  </a:lnTo>
                  <a:lnTo>
                    <a:pt x="3888" y="3456"/>
                  </a:lnTo>
                  <a:lnTo>
                    <a:pt x="3907" y="3406"/>
                  </a:lnTo>
                  <a:lnTo>
                    <a:pt x="3922" y="3354"/>
                  </a:lnTo>
                  <a:lnTo>
                    <a:pt x="3935" y="3303"/>
                  </a:lnTo>
                  <a:lnTo>
                    <a:pt x="3946" y="3250"/>
                  </a:lnTo>
                  <a:lnTo>
                    <a:pt x="3953" y="3197"/>
                  </a:lnTo>
                  <a:lnTo>
                    <a:pt x="3957" y="3144"/>
                  </a:lnTo>
                  <a:lnTo>
                    <a:pt x="3960" y="3092"/>
                  </a:lnTo>
                  <a:lnTo>
                    <a:pt x="3959" y="1313"/>
                  </a:lnTo>
                  <a:lnTo>
                    <a:pt x="3955" y="1271"/>
                  </a:lnTo>
                  <a:lnTo>
                    <a:pt x="3949" y="1229"/>
                  </a:lnTo>
                  <a:lnTo>
                    <a:pt x="3941" y="1189"/>
                  </a:lnTo>
                  <a:lnTo>
                    <a:pt x="3930" y="1149"/>
                  </a:lnTo>
                  <a:lnTo>
                    <a:pt x="3918" y="1111"/>
                  </a:lnTo>
                  <a:lnTo>
                    <a:pt x="3902" y="1075"/>
                  </a:lnTo>
                  <a:lnTo>
                    <a:pt x="3886" y="1040"/>
                  </a:lnTo>
                  <a:lnTo>
                    <a:pt x="3867" y="1006"/>
                  </a:lnTo>
                  <a:lnTo>
                    <a:pt x="3846" y="973"/>
                  </a:lnTo>
                  <a:lnTo>
                    <a:pt x="3823" y="942"/>
                  </a:lnTo>
                  <a:lnTo>
                    <a:pt x="3798" y="913"/>
                  </a:lnTo>
                  <a:lnTo>
                    <a:pt x="3771" y="886"/>
                  </a:lnTo>
                  <a:lnTo>
                    <a:pt x="3743" y="860"/>
                  </a:lnTo>
                  <a:lnTo>
                    <a:pt x="3714" y="837"/>
                  </a:lnTo>
                  <a:lnTo>
                    <a:pt x="3682" y="816"/>
                  </a:lnTo>
                  <a:lnTo>
                    <a:pt x="3649" y="796"/>
                  </a:lnTo>
                  <a:lnTo>
                    <a:pt x="2386" y="83"/>
                  </a:lnTo>
                  <a:lnTo>
                    <a:pt x="2350" y="65"/>
                  </a:lnTo>
                  <a:lnTo>
                    <a:pt x="2310" y="50"/>
                  </a:lnTo>
                  <a:lnTo>
                    <a:pt x="2268" y="36"/>
                  </a:lnTo>
                  <a:lnTo>
                    <a:pt x="2223" y="24"/>
                  </a:lnTo>
                  <a:lnTo>
                    <a:pt x="2178" y="15"/>
                  </a:lnTo>
                  <a:lnTo>
                    <a:pt x="2131" y="8"/>
                  </a:lnTo>
                  <a:lnTo>
                    <a:pt x="2082" y="3"/>
                  </a:lnTo>
                  <a:lnTo>
                    <a:pt x="2032" y="0"/>
                  </a:lnTo>
                  <a:lnTo>
                    <a:pt x="1982" y="1"/>
                  </a:lnTo>
                  <a:lnTo>
                    <a:pt x="1933" y="3"/>
                  </a:lnTo>
                  <a:lnTo>
                    <a:pt x="1882" y="9"/>
                  </a:lnTo>
                  <a:lnTo>
                    <a:pt x="1833" y="17"/>
                  </a:lnTo>
                  <a:lnTo>
                    <a:pt x="1785" y="29"/>
                  </a:lnTo>
                  <a:lnTo>
                    <a:pt x="1737" y="43"/>
                  </a:lnTo>
                  <a:lnTo>
                    <a:pt x="1691" y="62"/>
                  </a:lnTo>
                  <a:lnTo>
                    <a:pt x="1647" y="83"/>
                  </a:lnTo>
                  <a:lnTo>
                    <a:pt x="311" y="782"/>
                  </a:lnTo>
                  <a:lnTo>
                    <a:pt x="276" y="803"/>
                  </a:lnTo>
                  <a:lnTo>
                    <a:pt x="243" y="826"/>
                  </a:lnTo>
                  <a:lnTo>
                    <a:pt x="213" y="852"/>
                  </a:lnTo>
                  <a:lnTo>
                    <a:pt x="184" y="879"/>
                  </a:lnTo>
                  <a:lnTo>
                    <a:pt x="155" y="908"/>
                  </a:lnTo>
                  <a:lnTo>
                    <a:pt x="131" y="939"/>
                  </a:lnTo>
                  <a:lnTo>
                    <a:pt x="107" y="971"/>
                  </a:lnTo>
                  <a:lnTo>
                    <a:pt x="86" y="1005"/>
                  </a:lnTo>
                  <a:lnTo>
                    <a:pt x="68" y="1040"/>
                  </a:lnTo>
                  <a:lnTo>
                    <a:pt x="50" y="1076"/>
                  </a:lnTo>
                  <a:lnTo>
                    <a:pt x="36" y="1115"/>
                  </a:lnTo>
                  <a:lnTo>
                    <a:pt x="23" y="1153"/>
                  </a:lnTo>
                  <a:lnTo>
                    <a:pt x="14" y="1195"/>
                  </a:lnTo>
                  <a:lnTo>
                    <a:pt x="7" y="1236"/>
                  </a:lnTo>
                  <a:lnTo>
                    <a:pt x="2" y="1279"/>
                  </a:lnTo>
                  <a:lnTo>
                    <a:pt x="0" y="1322"/>
                  </a:lnTo>
                  <a:lnTo>
                    <a:pt x="0" y="3093"/>
                  </a:lnTo>
                  <a:lnTo>
                    <a:pt x="2" y="3147"/>
                  </a:lnTo>
                  <a:lnTo>
                    <a:pt x="7" y="3202"/>
                  </a:lnTo>
                  <a:lnTo>
                    <a:pt x="15" y="3257"/>
                  </a:lnTo>
                  <a:lnTo>
                    <a:pt x="27" y="3312"/>
                  </a:lnTo>
                  <a:lnTo>
                    <a:pt x="42" y="3366"/>
                  </a:lnTo>
                  <a:lnTo>
                    <a:pt x="59" y="3420"/>
                  </a:lnTo>
                  <a:lnTo>
                    <a:pt x="79" y="3474"/>
                  </a:lnTo>
                  <a:lnTo>
                    <a:pt x="102" y="3525"/>
                  </a:lnTo>
                  <a:lnTo>
                    <a:pt x="127" y="3576"/>
                  </a:lnTo>
                  <a:lnTo>
                    <a:pt x="154" y="3624"/>
                  </a:lnTo>
                  <a:lnTo>
                    <a:pt x="184" y="3670"/>
                  </a:lnTo>
                  <a:lnTo>
                    <a:pt x="214" y="3712"/>
                  </a:lnTo>
                  <a:lnTo>
                    <a:pt x="247" y="3752"/>
                  </a:lnTo>
                  <a:lnTo>
                    <a:pt x="281" y="3788"/>
                  </a:lnTo>
                  <a:lnTo>
                    <a:pt x="317" y="3821"/>
                  </a:lnTo>
                  <a:lnTo>
                    <a:pt x="353" y="384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7508" name="Freeform 38"/>
            <p:cNvSpPr>
              <a:spLocks/>
            </p:cNvSpPr>
            <p:nvPr/>
          </p:nvSpPr>
          <p:spPr bwMode="auto">
            <a:xfrm>
              <a:off x="943" y="2210"/>
              <a:ext cx="276" cy="187"/>
            </a:xfrm>
            <a:custGeom>
              <a:avLst/>
              <a:gdLst>
                <a:gd name="T0" fmla="*/ 11 w 1380"/>
                <a:gd name="T1" fmla="*/ 7 h 937"/>
                <a:gd name="T2" fmla="*/ 11 w 1380"/>
                <a:gd name="T3" fmla="*/ 7 h 937"/>
                <a:gd name="T4" fmla="*/ 0 w 1380"/>
                <a:gd name="T5" fmla="*/ 0 h 937"/>
                <a:gd name="T6" fmla="*/ 0 w 1380"/>
                <a:gd name="T7" fmla="*/ 1 h 937"/>
                <a:gd name="T8" fmla="*/ 10 w 1380"/>
                <a:gd name="T9" fmla="*/ 7 h 937"/>
                <a:gd name="T10" fmla="*/ 10 w 1380"/>
                <a:gd name="T11" fmla="*/ 7 h 937"/>
                <a:gd name="T12" fmla="*/ 10 w 1380"/>
                <a:gd name="T13" fmla="*/ 7 h 937"/>
                <a:gd name="T14" fmla="*/ 11 w 1380"/>
                <a:gd name="T15" fmla="*/ 7 h 937"/>
                <a:gd name="T16" fmla="*/ 11 w 1380"/>
                <a:gd name="T17" fmla="*/ 7 h 937"/>
                <a:gd name="T18" fmla="*/ 11 w 1380"/>
                <a:gd name="T19" fmla="*/ 7 h 937"/>
                <a:gd name="T20" fmla="*/ 11 w 1380"/>
                <a:gd name="T21" fmla="*/ 7 h 937"/>
                <a:gd name="T22" fmla="*/ 11 w 1380"/>
                <a:gd name="T23" fmla="*/ 7 h 937"/>
                <a:gd name="T24" fmla="*/ 11 w 1380"/>
                <a:gd name="T25" fmla="*/ 7 h 937"/>
                <a:gd name="T26" fmla="*/ 11 w 1380"/>
                <a:gd name="T27" fmla="*/ 7 h 937"/>
                <a:gd name="T28" fmla="*/ 11 w 1380"/>
                <a:gd name="T29" fmla="*/ 7 h 937"/>
                <a:gd name="T30" fmla="*/ 11 w 1380"/>
                <a:gd name="T31" fmla="*/ 7 h 93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80"/>
                <a:gd name="T49" fmla="*/ 0 h 937"/>
                <a:gd name="T50" fmla="*/ 1380 w 1380"/>
                <a:gd name="T51" fmla="*/ 937 h 93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80" h="937">
                  <a:moveTo>
                    <a:pt x="1354" y="848"/>
                  </a:moveTo>
                  <a:lnTo>
                    <a:pt x="1359" y="851"/>
                  </a:lnTo>
                  <a:lnTo>
                    <a:pt x="51" y="0"/>
                  </a:lnTo>
                  <a:lnTo>
                    <a:pt x="0" y="78"/>
                  </a:lnTo>
                  <a:lnTo>
                    <a:pt x="1307" y="929"/>
                  </a:lnTo>
                  <a:lnTo>
                    <a:pt x="1312" y="932"/>
                  </a:lnTo>
                  <a:lnTo>
                    <a:pt x="1307" y="929"/>
                  </a:lnTo>
                  <a:lnTo>
                    <a:pt x="1326" y="937"/>
                  </a:lnTo>
                  <a:lnTo>
                    <a:pt x="1345" y="936"/>
                  </a:lnTo>
                  <a:lnTo>
                    <a:pt x="1360" y="929"/>
                  </a:lnTo>
                  <a:lnTo>
                    <a:pt x="1372" y="916"/>
                  </a:lnTo>
                  <a:lnTo>
                    <a:pt x="1379" y="899"/>
                  </a:lnTo>
                  <a:lnTo>
                    <a:pt x="1380" y="883"/>
                  </a:lnTo>
                  <a:lnTo>
                    <a:pt x="1374" y="865"/>
                  </a:lnTo>
                  <a:lnTo>
                    <a:pt x="1359" y="851"/>
                  </a:lnTo>
                  <a:lnTo>
                    <a:pt x="1354" y="84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7509" name="Freeform 39"/>
            <p:cNvSpPr>
              <a:spLocks/>
            </p:cNvSpPr>
            <p:nvPr/>
          </p:nvSpPr>
          <p:spPr bwMode="auto">
            <a:xfrm>
              <a:off x="1206" y="2379"/>
              <a:ext cx="140" cy="32"/>
            </a:xfrm>
            <a:custGeom>
              <a:avLst/>
              <a:gdLst>
                <a:gd name="T0" fmla="*/ 5 w 703"/>
                <a:gd name="T1" fmla="*/ 0 h 162"/>
                <a:gd name="T2" fmla="*/ 5 w 703"/>
                <a:gd name="T3" fmla="*/ 0 h 162"/>
                <a:gd name="T4" fmla="*/ 5 w 703"/>
                <a:gd name="T5" fmla="*/ 0 h 162"/>
                <a:gd name="T6" fmla="*/ 5 w 703"/>
                <a:gd name="T7" fmla="*/ 0 h 162"/>
                <a:gd name="T8" fmla="*/ 4 w 703"/>
                <a:gd name="T9" fmla="*/ 0 h 162"/>
                <a:gd name="T10" fmla="*/ 4 w 703"/>
                <a:gd name="T11" fmla="*/ 0 h 162"/>
                <a:gd name="T12" fmla="*/ 4 w 703"/>
                <a:gd name="T13" fmla="*/ 0 h 162"/>
                <a:gd name="T14" fmla="*/ 3 w 703"/>
                <a:gd name="T15" fmla="*/ 1 h 162"/>
                <a:gd name="T16" fmla="*/ 3 w 703"/>
                <a:gd name="T17" fmla="*/ 1 h 162"/>
                <a:gd name="T18" fmla="*/ 3 w 703"/>
                <a:gd name="T19" fmla="*/ 1 h 162"/>
                <a:gd name="T20" fmla="*/ 2 w 703"/>
                <a:gd name="T21" fmla="*/ 1 h 162"/>
                <a:gd name="T22" fmla="*/ 2 w 703"/>
                <a:gd name="T23" fmla="*/ 1 h 162"/>
                <a:gd name="T24" fmla="*/ 2 w 703"/>
                <a:gd name="T25" fmla="*/ 0 h 162"/>
                <a:gd name="T26" fmla="*/ 1 w 703"/>
                <a:gd name="T27" fmla="*/ 0 h 162"/>
                <a:gd name="T28" fmla="*/ 1 w 703"/>
                <a:gd name="T29" fmla="*/ 0 h 162"/>
                <a:gd name="T30" fmla="*/ 1 w 703"/>
                <a:gd name="T31" fmla="*/ 0 h 162"/>
                <a:gd name="T32" fmla="*/ 1 w 703"/>
                <a:gd name="T33" fmla="*/ 0 h 162"/>
                <a:gd name="T34" fmla="*/ 0 w 703"/>
                <a:gd name="T35" fmla="*/ 0 h 162"/>
                <a:gd name="T36" fmla="*/ 0 w 703"/>
                <a:gd name="T37" fmla="*/ 1 h 162"/>
                <a:gd name="T38" fmla="*/ 0 w 703"/>
                <a:gd name="T39" fmla="*/ 1 h 162"/>
                <a:gd name="T40" fmla="*/ 1 w 703"/>
                <a:gd name="T41" fmla="*/ 1 h 162"/>
                <a:gd name="T42" fmla="*/ 1 w 703"/>
                <a:gd name="T43" fmla="*/ 1 h 162"/>
                <a:gd name="T44" fmla="*/ 1 w 703"/>
                <a:gd name="T45" fmla="*/ 1 h 162"/>
                <a:gd name="T46" fmla="*/ 2 w 703"/>
                <a:gd name="T47" fmla="*/ 1 h 162"/>
                <a:gd name="T48" fmla="*/ 2 w 703"/>
                <a:gd name="T49" fmla="*/ 1 h 162"/>
                <a:gd name="T50" fmla="*/ 2 w 703"/>
                <a:gd name="T51" fmla="*/ 1 h 162"/>
                <a:gd name="T52" fmla="*/ 3 w 703"/>
                <a:gd name="T53" fmla="*/ 1 h 162"/>
                <a:gd name="T54" fmla="*/ 3 w 703"/>
                <a:gd name="T55" fmla="*/ 1 h 162"/>
                <a:gd name="T56" fmla="*/ 3 w 703"/>
                <a:gd name="T57" fmla="*/ 1 h 162"/>
                <a:gd name="T58" fmla="*/ 4 w 703"/>
                <a:gd name="T59" fmla="*/ 1 h 162"/>
                <a:gd name="T60" fmla="*/ 4 w 703"/>
                <a:gd name="T61" fmla="*/ 1 h 162"/>
                <a:gd name="T62" fmla="*/ 5 w 703"/>
                <a:gd name="T63" fmla="*/ 1 h 162"/>
                <a:gd name="T64" fmla="*/ 5 w 703"/>
                <a:gd name="T65" fmla="*/ 1 h 162"/>
                <a:gd name="T66" fmla="*/ 5 w 703"/>
                <a:gd name="T67" fmla="*/ 1 h 162"/>
                <a:gd name="T68" fmla="*/ 5 w 703"/>
                <a:gd name="T69" fmla="*/ 1 h 162"/>
                <a:gd name="T70" fmla="*/ 5 w 703"/>
                <a:gd name="T71" fmla="*/ 1 h 162"/>
                <a:gd name="T72" fmla="*/ 5 w 703"/>
                <a:gd name="T73" fmla="*/ 1 h 162"/>
                <a:gd name="T74" fmla="*/ 5 w 703"/>
                <a:gd name="T75" fmla="*/ 1 h 162"/>
                <a:gd name="T76" fmla="*/ 6 w 703"/>
                <a:gd name="T77" fmla="*/ 0 h 162"/>
                <a:gd name="T78" fmla="*/ 6 w 703"/>
                <a:gd name="T79" fmla="*/ 0 h 162"/>
                <a:gd name="T80" fmla="*/ 6 w 703"/>
                <a:gd name="T81" fmla="*/ 0 h 162"/>
                <a:gd name="T82" fmla="*/ 5 w 703"/>
                <a:gd name="T83" fmla="*/ 0 h 162"/>
                <a:gd name="T84" fmla="*/ 5 w 703"/>
                <a:gd name="T85" fmla="*/ 0 h 162"/>
                <a:gd name="T86" fmla="*/ 5 w 703"/>
                <a:gd name="T87" fmla="*/ 0 h 162"/>
                <a:gd name="T88" fmla="*/ 5 w 703"/>
                <a:gd name="T89" fmla="*/ 0 h 162"/>
                <a:gd name="T90" fmla="*/ 5 w 703"/>
                <a:gd name="T91" fmla="*/ 0 h 162"/>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703"/>
                <a:gd name="T139" fmla="*/ 0 h 162"/>
                <a:gd name="T140" fmla="*/ 703 w 703"/>
                <a:gd name="T141" fmla="*/ 162 h 162"/>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703" h="162">
                  <a:moveTo>
                    <a:pt x="631" y="8"/>
                  </a:moveTo>
                  <a:lnTo>
                    <a:pt x="636" y="6"/>
                  </a:lnTo>
                  <a:lnTo>
                    <a:pt x="606" y="20"/>
                  </a:lnTo>
                  <a:lnTo>
                    <a:pt x="575" y="32"/>
                  </a:lnTo>
                  <a:lnTo>
                    <a:pt x="540" y="42"/>
                  </a:lnTo>
                  <a:lnTo>
                    <a:pt x="504" y="52"/>
                  </a:lnTo>
                  <a:lnTo>
                    <a:pt x="467" y="59"/>
                  </a:lnTo>
                  <a:lnTo>
                    <a:pt x="428" y="64"/>
                  </a:lnTo>
                  <a:lnTo>
                    <a:pt x="389" y="67"/>
                  </a:lnTo>
                  <a:lnTo>
                    <a:pt x="348" y="68"/>
                  </a:lnTo>
                  <a:lnTo>
                    <a:pt x="308" y="68"/>
                  </a:lnTo>
                  <a:lnTo>
                    <a:pt x="267" y="65"/>
                  </a:lnTo>
                  <a:lnTo>
                    <a:pt x="226" y="61"/>
                  </a:lnTo>
                  <a:lnTo>
                    <a:pt x="187" y="54"/>
                  </a:lnTo>
                  <a:lnTo>
                    <a:pt x="148" y="44"/>
                  </a:lnTo>
                  <a:lnTo>
                    <a:pt x="110" y="33"/>
                  </a:lnTo>
                  <a:lnTo>
                    <a:pt x="75" y="20"/>
                  </a:lnTo>
                  <a:lnTo>
                    <a:pt x="42" y="5"/>
                  </a:lnTo>
                  <a:lnTo>
                    <a:pt x="0" y="89"/>
                  </a:lnTo>
                  <a:lnTo>
                    <a:pt x="40" y="107"/>
                  </a:lnTo>
                  <a:lnTo>
                    <a:pt x="82" y="122"/>
                  </a:lnTo>
                  <a:lnTo>
                    <a:pt x="124" y="135"/>
                  </a:lnTo>
                  <a:lnTo>
                    <a:pt x="169" y="146"/>
                  </a:lnTo>
                  <a:lnTo>
                    <a:pt x="214" y="153"/>
                  </a:lnTo>
                  <a:lnTo>
                    <a:pt x="258" y="158"/>
                  </a:lnTo>
                  <a:lnTo>
                    <a:pt x="303" y="162"/>
                  </a:lnTo>
                  <a:lnTo>
                    <a:pt x="348" y="162"/>
                  </a:lnTo>
                  <a:lnTo>
                    <a:pt x="394" y="161"/>
                  </a:lnTo>
                  <a:lnTo>
                    <a:pt x="439" y="157"/>
                  </a:lnTo>
                  <a:lnTo>
                    <a:pt x="481" y="150"/>
                  </a:lnTo>
                  <a:lnTo>
                    <a:pt x="525" y="143"/>
                  </a:lnTo>
                  <a:lnTo>
                    <a:pt x="566" y="132"/>
                  </a:lnTo>
                  <a:lnTo>
                    <a:pt x="606" y="121"/>
                  </a:lnTo>
                  <a:lnTo>
                    <a:pt x="643" y="105"/>
                  </a:lnTo>
                  <a:lnTo>
                    <a:pt x="678" y="88"/>
                  </a:lnTo>
                  <a:lnTo>
                    <a:pt x="683" y="86"/>
                  </a:lnTo>
                  <a:lnTo>
                    <a:pt x="678" y="88"/>
                  </a:lnTo>
                  <a:lnTo>
                    <a:pt x="695" y="75"/>
                  </a:lnTo>
                  <a:lnTo>
                    <a:pt x="702" y="60"/>
                  </a:lnTo>
                  <a:lnTo>
                    <a:pt x="703" y="42"/>
                  </a:lnTo>
                  <a:lnTo>
                    <a:pt x="698" y="26"/>
                  </a:lnTo>
                  <a:lnTo>
                    <a:pt x="688" y="12"/>
                  </a:lnTo>
                  <a:lnTo>
                    <a:pt x="674" y="3"/>
                  </a:lnTo>
                  <a:lnTo>
                    <a:pt x="656" y="0"/>
                  </a:lnTo>
                  <a:lnTo>
                    <a:pt x="636" y="6"/>
                  </a:lnTo>
                  <a:lnTo>
                    <a:pt x="631"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7510" name="Freeform 40"/>
            <p:cNvSpPr>
              <a:spLocks/>
            </p:cNvSpPr>
            <p:nvPr/>
          </p:nvSpPr>
          <p:spPr bwMode="auto">
            <a:xfrm>
              <a:off x="1332" y="2204"/>
              <a:ext cx="283" cy="192"/>
            </a:xfrm>
            <a:custGeom>
              <a:avLst/>
              <a:gdLst>
                <a:gd name="T0" fmla="*/ 11 w 1415"/>
                <a:gd name="T1" fmla="*/ 0 h 960"/>
                <a:gd name="T2" fmla="*/ 11 w 1415"/>
                <a:gd name="T3" fmla="*/ 0 h 960"/>
                <a:gd name="T4" fmla="*/ 0 w 1415"/>
                <a:gd name="T5" fmla="*/ 7 h 960"/>
                <a:gd name="T6" fmla="*/ 0 w 1415"/>
                <a:gd name="T7" fmla="*/ 8 h 960"/>
                <a:gd name="T8" fmla="*/ 11 w 1415"/>
                <a:gd name="T9" fmla="*/ 1 h 960"/>
                <a:gd name="T10" fmla="*/ 11 w 1415"/>
                <a:gd name="T11" fmla="*/ 1 h 960"/>
                <a:gd name="T12" fmla="*/ 11 w 1415"/>
                <a:gd name="T13" fmla="*/ 1 h 960"/>
                <a:gd name="T14" fmla="*/ 11 w 1415"/>
                <a:gd name="T15" fmla="*/ 1 h 960"/>
                <a:gd name="T16" fmla="*/ 11 w 1415"/>
                <a:gd name="T17" fmla="*/ 0 h 960"/>
                <a:gd name="T18" fmla="*/ 11 w 1415"/>
                <a:gd name="T19" fmla="*/ 0 h 960"/>
                <a:gd name="T20" fmla="*/ 11 w 1415"/>
                <a:gd name="T21" fmla="*/ 0 h 960"/>
                <a:gd name="T22" fmla="*/ 11 w 1415"/>
                <a:gd name="T23" fmla="*/ 0 h 960"/>
                <a:gd name="T24" fmla="*/ 11 w 1415"/>
                <a:gd name="T25" fmla="*/ 0 h 960"/>
                <a:gd name="T26" fmla="*/ 11 w 1415"/>
                <a:gd name="T27" fmla="*/ 0 h 960"/>
                <a:gd name="T28" fmla="*/ 11 w 1415"/>
                <a:gd name="T29" fmla="*/ 0 h 960"/>
                <a:gd name="T30" fmla="*/ 11 w 1415"/>
                <a:gd name="T31" fmla="*/ 0 h 96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15"/>
                <a:gd name="T49" fmla="*/ 0 h 960"/>
                <a:gd name="T50" fmla="*/ 1415 w 1415"/>
                <a:gd name="T51" fmla="*/ 960 h 96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15" h="960">
                  <a:moveTo>
                    <a:pt x="1338" y="10"/>
                  </a:moveTo>
                  <a:lnTo>
                    <a:pt x="1342" y="8"/>
                  </a:lnTo>
                  <a:lnTo>
                    <a:pt x="0" y="882"/>
                  </a:lnTo>
                  <a:lnTo>
                    <a:pt x="52" y="960"/>
                  </a:lnTo>
                  <a:lnTo>
                    <a:pt x="1393" y="85"/>
                  </a:lnTo>
                  <a:lnTo>
                    <a:pt x="1397" y="83"/>
                  </a:lnTo>
                  <a:lnTo>
                    <a:pt x="1393" y="85"/>
                  </a:lnTo>
                  <a:lnTo>
                    <a:pt x="1409" y="71"/>
                  </a:lnTo>
                  <a:lnTo>
                    <a:pt x="1415" y="53"/>
                  </a:lnTo>
                  <a:lnTo>
                    <a:pt x="1413" y="37"/>
                  </a:lnTo>
                  <a:lnTo>
                    <a:pt x="1406" y="21"/>
                  </a:lnTo>
                  <a:lnTo>
                    <a:pt x="1395" y="8"/>
                  </a:lnTo>
                  <a:lnTo>
                    <a:pt x="1379" y="1"/>
                  </a:lnTo>
                  <a:lnTo>
                    <a:pt x="1361" y="0"/>
                  </a:lnTo>
                  <a:lnTo>
                    <a:pt x="1342" y="8"/>
                  </a:lnTo>
                  <a:lnTo>
                    <a:pt x="1338" y="1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7511" name="Freeform 41"/>
            <p:cNvSpPr>
              <a:spLocks/>
            </p:cNvSpPr>
            <p:nvPr/>
          </p:nvSpPr>
          <p:spPr bwMode="auto">
            <a:xfrm>
              <a:off x="1599" y="2057"/>
              <a:ext cx="80" cy="163"/>
            </a:xfrm>
            <a:custGeom>
              <a:avLst/>
              <a:gdLst>
                <a:gd name="T0" fmla="*/ 2 w 398"/>
                <a:gd name="T1" fmla="*/ 0 h 817"/>
                <a:gd name="T2" fmla="*/ 2 w 398"/>
                <a:gd name="T3" fmla="*/ 0 h 817"/>
                <a:gd name="T4" fmla="*/ 2 w 398"/>
                <a:gd name="T5" fmla="*/ 1 h 817"/>
                <a:gd name="T6" fmla="*/ 2 w 398"/>
                <a:gd name="T7" fmla="*/ 1 h 817"/>
                <a:gd name="T8" fmla="*/ 2 w 398"/>
                <a:gd name="T9" fmla="*/ 2 h 817"/>
                <a:gd name="T10" fmla="*/ 2 w 398"/>
                <a:gd name="T11" fmla="*/ 2 h 817"/>
                <a:gd name="T12" fmla="*/ 2 w 398"/>
                <a:gd name="T13" fmla="*/ 2 h 817"/>
                <a:gd name="T14" fmla="*/ 2 w 398"/>
                <a:gd name="T15" fmla="*/ 3 h 817"/>
                <a:gd name="T16" fmla="*/ 2 w 398"/>
                <a:gd name="T17" fmla="*/ 3 h 817"/>
                <a:gd name="T18" fmla="*/ 2 w 398"/>
                <a:gd name="T19" fmla="*/ 4 h 817"/>
                <a:gd name="T20" fmla="*/ 2 w 398"/>
                <a:gd name="T21" fmla="*/ 4 h 817"/>
                <a:gd name="T22" fmla="*/ 1 w 398"/>
                <a:gd name="T23" fmla="*/ 4 h 817"/>
                <a:gd name="T24" fmla="*/ 1 w 398"/>
                <a:gd name="T25" fmla="*/ 5 h 817"/>
                <a:gd name="T26" fmla="*/ 1 w 398"/>
                <a:gd name="T27" fmla="*/ 5 h 817"/>
                <a:gd name="T28" fmla="*/ 1 w 398"/>
                <a:gd name="T29" fmla="*/ 5 h 817"/>
                <a:gd name="T30" fmla="*/ 1 w 398"/>
                <a:gd name="T31" fmla="*/ 5 h 817"/>
                <a:gd name="T32" fmla="*/ 0 w 398"/>
                <a:gd name="T33" fmla="*/ 6 h 817"/>
                <a:gd name="T34" fmla="*/ 0 w 398"/>
                <a:gd name="T35" fmla="*/ 6 h 817"/>
                <a:gd name="T36" fmla="*/ 0 w 398"/>
                <a:gd name="T37" fmla="*/ 7 h 817"/>
                <a:gd name="T38" fmla="*/ 1 w 398"/>
                <a:gd name="T39" fmla="*/ 6 h 817"/>
                <a:gd name="T40" fmla="*/ 1 w 398"/>
                <a:gd name="T41" fmla="*/ 6 h 817"/>
                <a:gd name="T42" fmla="*/ 1 w 398"/>
                <a:gd name="T43" fmla="*/ 6 h 817"/>
                <a:gd name="T44" fmla="*/ 2 w 398"/>
                <a:gd name="T45" fmla="*/ 5 h 817"/>
                <a:gd name="T46" fmla="*/ 2 w 398"/>
                <a:gd name="T47" fmla="*/ 5 h 817"/>
                <a:gd name="T48" fmla="*/ 2 w 398"/>
                <a:gd name="T49" fmla="*/ 5 h 817"/>
                <a:gd name="T50" fmla="*/ 2 w 398"/>
                <a:gd name="T51" fmla="*/ 4 h 817"/>
                <a:gd name="T52" fmla="*/ 2 w 398"/>
                <a:gd name="T53" fmla="*/ 4 h 817"/>
                <a:gd name="T54" fmla="*/ 3 w 398"/>
                <a:gd name="T55" fmla="*/ 3 h 817"/>
                <a:gd name="T56" fmla="*/ 3 w 398"/>
                <a:gd name="T57" fmla="*/ 3 h 817"/>
                <a:gd name="T58" fmla="*/ 3 w 398"/>
                <a:gd name="T59" fmla="*/ 3 h 817"/>
                <a:gd name="T60" fmla="*/ 3 w 398"/>
                <a:gd name="T61" fmla="*/ 2 h 817"/>
                <a:gd name="T62" fmla="*/ 3 w 398"/>
                <a:gd name="T63" fmla="*/ 2 h 817"/>
                <a:gd name="T64" fmla="*/ 3 w 398"/>
                <a:gd name="T65" fmla="*/ 1 h 817"/>
                <a:gd name="T66" fmla="*/ 3 w 398"/>
                <a:gd name="T67" fmla="*/ 1 h 817"/>
                <a:gd name="T68" fmla="*/ 3 w 398"/>
                <a:gd name="T69" fmla="*/ 0 h 817"/>
                <a:gd name="T70" fmla="*/ 3 w 398"/>
                <a:gd name="T71" fmla="*/ 0 h 817"/>
                <a:gd name="T72" fmla="*/ 3 w 398"/>
                <a:gd name="T73" fmla="*/ 0 h 817"/>
                <a:gd name="T74" fmla="*/ 3 w 398"/>
                <a:gd name="T75" fmla="*/ 0 h 817"/>
                <a:gd name="T76" fmla="*/ 3 w 398"/>
                <a:gd name="T77" fmla="*/ 0 h 817"/>
                <a:gd name="T78" fmla="*/ 3 w 398"/>
                <a:gd name="T79" fmla="*/ 0 h 817"/>
                <a:gd name="T80" fmla="*/ 3 w 398"/>
                <a:gd name="T81" fmla="*/ 0 h 817"/>
                <a:gd name="T82" fmla="*/ 3 w 398"/>
                <a:gd name="T83" fmla="*/ 0 h 817"/>
                <a:gd name="T84" fmla="*/ 3 w 398"/>
                <a:gd name="T85" fmla="*/ 0 h 817"/>
                <a:gd name="T86" fmla="*/ 2 w 398"/>
                <a:gd name="T87" fmla="*/ 0 h 817"/>
                <a:gd name="T88" fmla="*/ 2 w 398"/>
                <a:gd name="T89" fmla="*/ 0 h 817"/>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398"/>
                <a:gd name="T136" fmla="*/ 0 h 817"/>
                <a:gd name="T137" fmla="*/ 398 w 398"/>
                <a:gd name="T138" fmla="*/ 817 h 817"/>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398" h="817">
                  <a:moveTo>
                    <a:pt x="304" y="47"/>
                  </a:moveTo>
                  <a:lnTo>
                    <a:pt x="304" y="47"/>
                  </a:lnTo>
                  <a:lnTo>
                    <a:pt x="301" y="97"/>
                  </a:lnTo>
                  <a:lnTo>
                    <a:pt x="297" y="147"/>
                  </a:lnTo>
                  <a:lnTo>
                    <a:pt x="291" y="198"/>
                  </a:lnTo>
                  <a:lnTo>
                    <a:pt x="280" y="247"/>
                  </a:lnTo>
                  <a:lnTo>
                    <a:pt x="268" y="297"/>
                  </a:lnTo>
                  <a:lnTo>
                    <a:pt x="253" y="347"/>
                  </a:lnTo>
                  <a:lnTo>
                    <a:pt x="236" y="395"/>
                  </a:lnTo>
                  <a:lnTo>
                    <a:pt x="217" y="442"/>
                  </a:lnTo>
                  <a:lnTo>
                    <a:pt x="195" y="487"/>
                  </a:lnTo>
                  <a:lnTo>
                    <a:pt x="171" y="532"/>
                  </a:lnTo>
                  <a:lnTo>
                    <a:pt x="147" y="574"/>
                  </a:lnTo>
                  <a:lnTo>
                    <a:pt x="121" y="613"/>
                  </a:lnTo>
                  <a:lnTo>
                    <a:pt x="93" y="650"/>
                  </a:lnTo>
                  <a:lnTo>
                    <a:pt x="64" y="684"/>
                  </a:lnTo>
                  <a:lnTo>
                    <a:pt x="32" y="716"/>
                  </a:lnTo>
                  <a:lnTo>
                    <a:pt x="0" y="744"/>
                  </a:lnTo>
                  <a:lnTo>
                    <a:pt x="59" y="817"/>
                  </a:lnTo>
                  <a:lnTo>
                    <a:pt x="95" y="784"/>
                  </a:lnTo>
                  <a:lnTo>
                    <a:pt x="132" y="748"/>
                  </a:lnTo>
                  <a:lnTo>
                    <a:pt x="166" y="709"/>
                  </a:lnTo>
                  <a:lnTo>
                    <a:pt x="196" y="667"/>
                  </a:lnTo>
                  <a:lnTo>
                    <a:pt x="227" y="623"/>
                  </a:lnTo>
                  <a:lnTo>
                    <a:pt x="253" y="576"/>
                  </a:lnTo>
                  <a:lnTo>
                    <a:pt x="279" y="530"/>
                  </a:lnTo>
                  <a:lnTo>
                    <a:pt x="301" y="479"/>
                  </a:lnTo>
                  <a:lnTo>
                    <a:pt x="323" y="428"/>
                  </a:lnTo>
                  <a:lnTo>
                    <a:pt x="342" y="375"/>
                  </a:lnTo>
                  <a:lnTo>
                    <a:pt x="359" y="321"/>
                  </a:lnTo>
                  <a:lnTo>
                    <a:pt x="372" y="268"/>
                  </a:lnTo>
                  <a:lnTo>
                    <a:pt x="382" y="212"/>
                  </a:lnTo>
                  <a:lnTo>
                    <a:pt x="391" y="157"/>
                  </a:lnTo>
                  <a:lnTo>
                    <a:pt x="395" y="102"/>
                  </a:lnTo>
                  <a:lnTo>
                    <a:pt x="398" y="47"/>
                  </a:lnTo>
                  <a:lnTo>
                    <a:pt x="394" y="27"/>
                  </a:lnTo>
                  <a:lnTo>
                    <a:pt x="383" y="11"/>
                  </a:lnTo>
                  <a:lnTo>
                    <a:pt x="368" y="3"/>
                  </a:lnTo>
                  <a:lnTo>
                    <a:pt x="351" y="0"/>
                  </a:lnTo>
                  <a:lnTo>
                    <a:pt x="333" y="3"/>
                  </a:lnTo>
                  <a:lnTo>
                    <a:pt x="319" y="11"/>
                  </a:lnTo>
                  <a:lnTo>
                    <a:pt x="307" y="27"/>
                  </a:lnTo>
                  <a:lnTo>
                    <a:pt x="304" y="4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7512" name="Freeform 42"/>
            <p:cNvSpPr>
              <a:spLocks/>
            </p:cNvSpPr>
            <p:nvPr/>
          </p:nvSpPr>
          <p:spPr bwMode="auto">
            <a:xfrm>
              <a:off x="1660" y="1701"/>
              <a:ext cx="19" cy="365"/>
            </a:xfrm>
            <a:custGeom>
              <a:avLst/>
              <a:gdLst>
                <a:gd name="T0" fmla="*/ 0 w 95"/>
                <a:gd name="T1" fmla="*/ 0 h 1826"/>
                <a:gd name="T2" fmla="*/ 0 w 95"/>
                <a:gd name="T3" fmla="*/ 0 h 1826"/>
                <a:gd name="T4" fmla="*/ 0 w 95"/>
                <a:gd name="T5" fmla="*/ 15 h 1826"/>
                <a:gd name="T6" fmla="*/ 1 w 95"/>
                <a:gd name="T7" fmla="*/ 15 h 1826"/>
                <a:gd name="T8" fmla="*/ 1 w 95"/>
                <a:gd name="T9" fmla="*/ 0 h 1826"/>
                <a:gd name="T10" fmla="*/ 1 w 95"/>
                <a:gd name="T11" fmla="*/ 0 h 1826"/>
                <a:gd name="T12" fmla="*/ 1 w 95"/>
                <a:gd name="T13" fmla="*/ 0 h 1826"/>
                <a:gd name="T14" fmla="*/ 1 w 95"/>
                <a:gd name="T15" fmla="*/ 0 h 1826"/>
                <a:gd name="T16" fmla="*/ 1 w 95"/>
                <a:gd name="T17" fmla="*/ 0 h 1826"/>
                <a:gd name="T18" fmla="*/ 1 w 95"/>
                <a:gd name="T19" fmla="*/ 0 h 1826"/>
                <a:gd name="T20" fmla="*/ 0 w 95"/>
                <a:gd name="T21" fmla="*/ 0 h 1826"/>
                <a:gd name="T22" fmla="*/ 0 w 95"/>
                <a:gd name="T23" fmla="*/ 0 h 1826"/>
                <a:gd name="T24" fmla="*/ 0 w 95"/>
                <a:gd name="T25" fmla="*/ 0 h 1826"/>
                <a:gd name="T26" fmla="*/ 0 w 95"/>
                <a:gd name="T27" fmla="*/ 0 h 1826"/>
                <a:gd name="T28" fmla="*/ 0 w 95"/>
                <a:gd name="T29" fmla="*/ 0 h 1826"/>
                <a:gd name="T30" fmla="*/ 0 w 95"/>
                <a:gd name="T31" fmla="*/ 0 h 182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95"/>
                <a:gd name="T49" fmla="*/ 0 h 1826"/>
                <a:gd name="T50" fmla="*/ 95 w 95"/>
                <a:gd name="T51" fmla="*/ 1826 h 182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95" h="1826">
                  <a:moveTo>
                    <a:pt x="0" y="49"/>
                  </a:moveTo>
                  <a:lnTo>
                    <a:pt x="0" y="47"/>
                  </a:lnTo>
                  <a:lnTo>
                    <a:pt x="1" y="1826"/>
                  </a:lnTo>
                  <a:lnTo>
                    <a:pt x="95" y="1826"/>
                  </a:lnTo>
                  <a:lnTo>
                    <a:pt x="93" y="47"/>
                  </a:lnTo>
                  <a:lnTo>
                    <a:pt x="93" y="45"/>
                  </a:lnTo>
                  <a:lnTo>
                    <a:pt x="93" y="47"/>
                  </a:lnTo>
                  <a:lnTo>
                    <a:pt x="90" y="27"/>
                  </a:lnTo>
                  <a:lnTo>
                    <a:pt x="79" y="12"/>
                  </a:lnTo>
                  <a:lnTo>
                    <a:pt x="64" y="4"/>
                  </a:lnTo>
                  <a:lnTo>
                    <a:pt x="47" y="0"/>
                  </a:lnTo>
                  <a:lnTo>
                    <a:pt x="29" y="4"/>
                  </a:lnTo>
                  <a:lnTo>
                    <a:pt x="15" y="12"/>
                  </a:lnTo>
                  <a:lnTo>
                    <a:pt x="3" y="27"/>
                  </a:lnTo>
                  <a:lnTo>
                    <a:pt x="0" y="47"/>
                  </a:lnTo>
                  <a:lnTo>
                    <a:pt x="0" y="4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7513" name="Freeform 43"/>
            <p:cNvSpPr>
              <a:spLocks/>
            </p:cNvSpPr>
            <p:nvPr/>
          </p:nvSpPr>
          <p:spPr bwMode="auto">
            <a:xfrm>
              <a:off x="1598" y="1598"/>
              <a:ext cx="81" cy="113"/>
            </a:xfrm>
            <a:custGeom>
              <a:avLst/>
              <a:gdLst>
                <a:gd name="T0" fmla="*/ 0 w 401"/>
                <a:gd name="T1" fmla="*/ 1 h 566"/>
                <a:gd name="T2" fmla="*/ 0 w 401"/>
                <a:gd name="T3" fmla="*/ 1 h 566"/>
                <a:gd name="T4" fmla="*/ 0 w 401"/>
                <a:gd name="T5" fmla="*/ 1 h 566"/>
                <a:gd name="T6" fmla="*/ 1 w 401"/>
                <a:gd name="T7" fmla="*/ 1 h 566"/>
                <a:gd name="T8" fmla="*/ 1 w 401"/>
                <a:gd name="T9" fmla="*/ 1 h 566"/>
                <a:gd name="T10" fmla="*/ 1 w 401"/>
                <a:gd name="T11" fmla="*/ 1 h 566"/>
                <a:gd name="T12" fmla="*/ 1 w 401"/>
                <a:gd name="T13" fmla="*/ 2 h 566"/>
                <a:gd name="T14" fmla="*/ 1 w 401"/>
                <a:gd name="T15" fmla="*/ 2 h 566"/>
                <a:gd name="T16" fmla="*/ 2 w 401"/>
                <a:gd name="T17" fmla="*/ 2 h 566"/>
                <a:gd name="T18" fmla="*/ 2 w 401"/>
                <a:gd name="T19" fmla="*/ 2 h 566"/>
                <a:gd name="T20" fmla="*/ 2 w 401"/>
                <a:gd name="T21" fmla="*/ 2 h 566"/>
                <a:gd name="T22" fmla="*/ 2 w 401"/>
                <a:gd name="T23" fmla="*/ 3 h 566"/>
                <a:gd name="T24" fmla="*/ 2 w 401"/>
                <a:gd name="T25" fmla="*/ 3 h 566"/>
                <a:gd name="T26" fmla="*/ 2 w 401"/>
                <a:gd name="T27" fmla="*/ 3 h 566"/>
                <a:gd name="T28" fmla="*/ 2 w 401"/>
                <a:gd name="T29" fmla="*/ 4 h 566"/>
                <a:gd name="T30" fmla="*/ 2 w 401"/>
                <a:gd name="T31" fmla="*/ 4 h 566"/>
                <a:gd name="T32" fmla="*/ 2 w 401"/>
                <a:gd name="T33" fmla="*/ 4 h 566"/>
                <a:gd name="T34" fmla="*/ 3 w 401"/>
                <a:gd name="T35" fmla="*/ 5 h 566"/>
                <a:gd name="T36" fmla="*/ 3 w 401"/>
                <a:gd name="T37" fmla="*/ 4 h 566"/>
                <a:gd name="T38" fmla="*/ 3 w 401"/>
                <a:gd name="T39" fmla="*/ 4 h 566"/>
                <a:gd name="T40" fmla="*/ 3 w 401"/>
                <a:gd name="T41" fmla="*/ 4 h 566"/>
                <a:gd name="T42" fmla="*/ 3 w 401"/>
                <a:gd name="T43" fmla="*/ 3 h 566"/>
                <a:gd name="T44" fmla="*/ 3 w 401"/>
                <a:gd name="T45" fmla="*/ 3 h 566"/>
                <a:gd name="T46" fmla="*/ 3 w 401"/>
                <a:gd name="T47" fmla="*/ 3 h 566"/>
                <a:gd name="T48" fmla="*/ 3 w 401"/>
                <a:gd name="T49" fmla="*/ 2 h 566"/>
                <a:gd name="T50" fmla="*/ 3 w 401"/>
                <a:gd name="T51" fmla="*/ 2 h 566"/>
                <a:gd name="T52" fmla="*/ 2 w 401"/>
                <a:gd name="T53" fmla="*/ 2 h 566"/>
                <a:gd name="T54" fmla="*/ 2 w 401"/>
                <a:gd name="T55" fmla="*/ 2 h 566"/>
                <a:gd name="T56" fmla="*/ 2 w 401"/>
                <a:gd name="T57" fmla="*/ 1 h 566"/>
                <a:gd name="T58" fmla="*/ 2 w 401"/>
                <a:gd name="T59" fmla="*/ 1 h 566"/>
                <a:gd name="T60" fmla="*/ 2 w 401"/>
                <a:gd name="T61" fmla="*/ 1 h 566"/>
                <a:gd name="T62" fmla="*/ 1 w 401"/>
                <a:gd name="T63" fmla="*/ 1 h 566"/>
                <a:gd name="T64" fmla="*/ 1 w 401"/>
                <a:gd name="T65" fmla="*/ 0 h 566"/>
                <a:gd name="T66" fmla="*/ 1 w 401"/>
                <a:gd name="T67" fmla="*/ 0 h 566"/>
                <a:gd name="T68" fmla="*/ 1 w 401"/>
                <a:gd name="T69" fmla="*/ 0 h 566"/>
                <a:gd name="T70" fmla="*/ 1 w 401"/>
                <a:gd name="T71" fmla="*/ 0 h 566"/>
                <a:gd name="T72" fmla="*/ 1 w 401"/>
                <a:gd name="T73" fmla="*/ 0 h 566"/>
                <a:gd name="T74" fmla="*/ 0 w 401"/>
                <a:gd name="T75" fmla="*/ 0 h 566"/>
                <a:gd name="T76" fmla="*/ 0 w 401"/>
                <a:gd name="T77" fmla="*/ 0 h 566"/>
                <a:gd name="T78" fmla="*/ 0 w 401"/>
                <a:gd name="T79" fmla="*/ 0 h 566"/>
                <a:gd name="T80" fmla="*/ 0 w 401"/>
                <a:gd name="T81" fmla="*/ 0 h 566"/>
                <a:gd name="T82" fmla="*/ 0 w 401"/>
                <a:gd name="T83" fmla="*/ 0 h 566"/>
                <a:gd name="T84" fmla="*/ 0 w 401"/>
                <a:gd name="T85" fmla="*/ 0 h 566"/>
                <a:gd name="T86" fmla="*/ 0 w 401"/>
                <a:gd name="T87" fmla="*/ 1 h 566"/>
                <a:gd name="T88" fmla="*/ 0 w 401"/>
                <a:gd name="T89" fmla="*/ 1 h 56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401"/>
                <a:gd name="T136" fmla="*/ 0 h 566"/>
                <a:gd name="T137" fmla="*/ 401 w 401"/>
                <a:gd name="T138" fmla="*/ 566 h 566"/>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401" h="566">
                  <a:moveTo>
                    <a:pt x="23" y="88"/>
                  </a:moveTo>
                  <a:lnTo>
                    <a:pt x="23" y="88"/>
                  </a:lnTo>
                  <a:lnTo>
                    <a:pt x="53" y="107"/>
                  </a:lnTo>
                  <a:lnTo>
                    <a:pt x="83" y="125"/>
                  </a:lnTo>
                  <a:lnTo>
                    <a:pt x="108" y="147"/>
                  </a:lnTo>
                  <a:lnTo>
                    <a:pt x="135" y="171"/>
                  </a:lnTo>
                  <a:lnTo>
                    <a:pt x="160" y="196"/>
                  </a:lnTo>
                  <a:lnTo>
                    <a:pt x="182" y="223"/>
                  </a:lnTo>
                  <a:lnTo>
                    <a:pt x="205" y="251"/>
                  </a:lnTo>
                  <a:lnTo>
                    <a:pt x="223" y="281"/>
                  </a:lnTo>
                  <a:lnTo>
                    <a:pt x="240" y="312"/>
                  </a:lnTo>
                  <a:lnTo>
                    <a:pt x="256" y="345"/>
                  </a:lnTo>
                  <a:lnTo>
                    <a:pt x="270" y="379"/>
                  </a:lnTo>
                  <a:lnTo>
                    <a:pt x="282" y="414"/>
                  </a:lnTo>
                  <a:lnTo>
                    <a:pt x="291" y="450"/>
                  </a:lnTo>
                  <a:lnTo>
                    <a:pt x="299" y="488"/>
                  </a:lnTo>
                  <a:lnTo>
                    <a:pt x="304" y="526"/>
                  </a:lnTo>
                  <a:lnTo>
                    <a:pt x="308" y="566"/>
                  </a:lnTo>
                  <a:lnTo>
                    <a:pt x="401" y="562"/>
                  </a:lnTo>
                  <a:lnTo>
                    <a:pt x="398" y="517"/>
                  </a:lnTo>
                  <a:lnTo>
                    <a:pt x="391" y="471"/>
                  </a:lnTo>
                  <a:lnTo>
                    <a:pt x="383" y="429"/>
                  </a:lnTo>
                  <a:lnTo>
                    <a:pt x="371" y="386"/>
                  </a:lnTo>
                  <a:lnTo>
                    <a:pt x="357" y="346"/>
                  </a:lnTo>
                  <a:lnTo>
                    <a:pt x="340" y="307"/>
                  </a:lnTo>
                  <a:lnTo>
                    <a:pt x="324" y="270"/>
                  </a:lnTo>
                  <a:lnTo>
                    <a:pt x="303" y="232"/>
                  </a:lnTo>
                  <a:lnTo>
                    <a:pt x="280" y="197"/>
                  </a:lnTo>
                  <a:lnTo>
                    <a:pt x="255" y="164"/>
                  </a:lnTo>
                  <a:lnTo>
                    <a:pt x="228" y="132"/>
                  </a:lnTo>
                  <a:lnTo>
                    <a:pt x="199" y="103"/>
                  </a:lnTo>
                  <a:lnTo>
                    <a:pt x="169" y="76"/>
                  </a:lnTo>
                  <a:lnTo>
                    <a:pt x="137" y="50"/>
                  </a:lnTo>
                  <a:lnTo>
                    <a:pt x="103" y="27"/>
                  </a:lnTo>
                  <a:lnTo>
                    <a:pt x="67" y="6"/>
                  </a:lnTo>
                  <a:lnTo>
                    <a:pt x="48" y="0"/>
                  </a:lnTo>
                  <a:lnTo>
                    <a:pt x="30" y="2"/>
                  </a:lnTo>
                  <a:lnTo>
                    <a:pt x="16" y="12"/>
                  </a:lnTo>
                  <a:lnTo>
                    <a:pt x="5" y="25"/>
                  </a:lnTo>
                  <a:lnTo>
                    <a:pt x="0" y="41"/>
                  </a:lnTo>
                  <a:lnTo>
                    <a:pt x="0" y="59"/>
                  </a:lnTo>
                  <a:lnTo>
                    <a:pt x="8" y="75"/>
                  </a:lnTo>
                  <a:lnTo>
                    <a:pt x="23"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7514" name="Freeform 44"/>
            <p:cNvSpPr>
              <a:spLocks/>
            </p:cNvSpPr>
            <p:nvPr/>
          </p:nvSpPr>
          <p:spPr bwMode="auto">
            <a:xfrm>
              <a:off x="1346" y="1455"/>
              <a:ext cx="266" cy="160"/>
            </a:xfrm>
            <a:custGeom>
              <a:avLst/>
              <a:gdLst>
                <a:gd name="T0" fmla="*/ 0 w 1330"/>
                <a:gd name="T1" fmla="*/ 1 h 801"/>
                <a:gd name="T2" fmla="*/ 0 w 1330"/>
                <a:gd name="T3" fmla="*/ 1 h 801"/>
                <a:gd name="T4" fmla="*/ 10 w 1330"/>
                <a:gd name="T5" fmla="*/ 6 h 801"/>
                <a:gd name="T6" fmla="*/ 11 w 1330"/>
                <a:gd name="T7" fmla="*/ 6 h 801"/>
                <a:gd name="T8" fmla="*/ 1 w 1330"/>
                <a:gd name="T9" fmla="*/ 0 h 801"/>
                <a:gd name="T10" fmla="*/ 1 w 1330"/>
                <a:gd name="T11" fmla="*/ 0 h 801"/>
                <a:gd name="T12" fmla="*/ 1 w 1330"/>
                <a:gd name="T13" fmla="*/ 0 h 801"/>
                <a:gd name="T14" fmla="*/ 0 w 1330"/>
                <a:gd name="T15" fmla="*/ 0 h 801"/>
                <a:gd name="T16" fmla="*/ 0 w 1330"/>
                <a:gd name="T17" fmla="*/ 0 h 801"/>
                <a:gd name="T18" fmla="*/ 0 w 1330"/>
                <a:gd name="T19" fmla="*/ 0 h 801"/>
                <a:gd name="T20" fmla="*/ 0 w 1330"/>
                <a:gd name="T21" fmla="*/ 0 h 801"/>
                <a:gd name="T22" fmla="*/ 0 w 1330"/>
                <a:gd name="T23" fmla="*/ 0 h 801"/>
                <a:gd name="T24" fmla="*/ 0 w 1330"/>
                <a:gd name="T25" fmla="*/ 0 h 801"/>
                <a:gd name="T26" fmla="*/ 0 w 1330"/>
                <a:gd name="T27" fmla="*/ 1 h 801"/>
                <a:gd name="T28" fmla="*/ 0 w 1330"/>
                <a:gd name="T29" fmla="*/ 1 h 801"/>
                <a:gd name="T30" fmla="*/ 0 w 1330"/>
                <a:gd name="T31" fmla="*/ 1 h 801"/>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30"/>
                <a:gd name="T49" fmla="*/ 0 h 801"/>
                <a:gd name="T50" fmla="*/ 1330 w 1330"/>
                <a:gd name="T51" fmla="*/ 801 h 801"/>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30" h="801">
                  <a:moveTo>
                    <a:pt x="24" y="88"/>
                  </a:moveTo>
                  <a:lnTo>
                    <a:pt x="23" y="88"/>
                  </a:lnTo>
                  <a:lnTo>
                    <a:pt x="1286" y="801"/>
                  </a:lnTo>
                  <a:lnTo>
                    <a:pt x="1330" y="719"/>
                  </a:lnTo>
                  <a:lnTo>
                    <a:pt x="67" y="6"/>
                  </a:lnTo>
                  <a:lnTo>
                    <a:pt x="66" y="6"/>
                  </a:lnTo>
                  <a:lnTo>
                    <a:pt x="67" y="6"/>
                  </a:lnTo>
                  <a:lnTo>
                    <a:pt x="48" y="0"/>
                  </a:lnTo>
                  <a:lnTo>
                    <a:pt x="30" y="2"/>
                  </a:lnTo>
                  <a:lnTo>
                    <a:pt x="16" y="12"/>
                  </a:lnTo>
                  <a:lnTo>
                    <a:pt x="5" y="25"/>
                  </a:lnTo>
                  <a:lnTo>
                    <a:pt x="0" y="41"/>
                  </a:lnTo>
                  <a:lnTo>
                    <a:pt x="0" y="59"/>
                  </a:lnTo>
                  <a:lnTo>
                    <a:pt x="8" y="75"/>
                  </a:lnTo>
                  <a:lnTo>
                    <a:pt x="23" y="88"/>
                  </a:lnTo>
                  <a:lnTo>
                    <a:pt x="24"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7515" name="Freeform 45"/>
            <p:cNvSpPr>
              <a:spLocks/>
            </p:cNvSpPr>
            <p:nvPr/>
          </p:nvSpPr>
          <p:spPr bwMode="auto">
            <a:xfrm>
              <a:off x="1198" y="1439"/>
              <a:ext cx="161" cy="35"/>
            </a:xfrm>
            <a:custGeom>
              <a:avLst/>
              <a:gdLst>
                <a:gd name="T0" fmla="*/ 1 w 806"/>
                <a:gd name="T1" fmla="*/ 1 h 177"/>
                <a:gd name="T2" fmla="*/ 1 w 806"/>
                <a:gd name="T3" fmla="*/ 1 h 177"/>
                <a:gd name="T4" fmla="*/ 1 w 806"/>
                <a:gd name="T5" fmla="*/ 1 h 177"/>
                <a:gd name="T6" fmla="*/ 1 w 806"/>
                <a:gd name="T7" fmla="*/ 1 h 177"/>
                <a:gd name="T8" fmla="*/ 2 w 806"/>
                <a:gd name="T9" fmla="*/ 1 h 177"/>
                <a:gd name="T10" fmla="*/ 2 w 806"/>
                <a:gd name="T11" fmla="*/ 1 h 177"/>
                <a:gd name="T12" fmla="*/ 2 w 806"/>
                <a:gd name="T13" fmla="*/ 1 h 177"/>
                <a:gd name="T14" fmla="*/ 3 w 806"/>
                <a:gd name="T15" fmla="*/ 1 h 177"/>
                <a:gd name="T16" fmla="*/ 3 w 806"/>
                <a:gd name="T17" fmla="*/ 1 h 177"/>
                <a:gd name="T18" fmla="*/ 3 w 806"/>
                <a:gd name="T19" fmla="*/ 1 h 177"/>
                <a:gd name="T20" fmla="*/ 4 w 806"/>
                <a:gd name="T21" fmla="*/ 1 h 177"/>
                <a:gd name="T22" fmla="*/ 4 w 806"/>
                <a:gd name="T23" fmla="*/ 1 h 177"/>
                <a:gd name="T24" fmla="*/ 5 w 806"/>
                <a:gd name="T25" fmla="*/ 1 h 177"/>
                <a:gd name="T26" fmla="*/ 5 w 806"/>
                <a:gd name="T27" fmla="*/ 1 h 177"/>
                <a:gd name="T28" fmla="*/ 5 w 806"/>
                <a:gd name="T29" fmla="*/ 1 h 177"/>
                <a:gd name="T30" fmla="*/ 6 w 806"/>
                <a:gd name="T31" fmla="*/ 1 h 177"/>
                <a:gd name="T32" fmla="*/ 6 w 806"/>
                <a:gd name="T33" fmla="*/ 1 h 177"/>
                <a:gd name="T34" fmla="*/ 6 w 806"/>
                <a:gd name="T35" fmla="*/ 1 h 177"/>
                <a:gd name="T36" fmla="*/ 6 w 806"/>
                <a:gd name="T37" fmla="*/ 1 h 177"/>
                <a:gd name="T38" fmla="*/ 6 w 806"/>
                <a:gd name="T39" fmla="*/ 1 h 177"/>
                <a:gd name="T40" fmla="*/ 6 w 806"/>
                <a:gd name="T41" fmla="*/ 0 h 177"/>
                <a:gd name="T42" fmla="*/ 5 w 806"/>
                <a:gd name="T43" fmla="*/ 0 h 177"/>
                <a:gd name="T44" fmla="*/ 5 w 806"/>
                <a:gd name="T45" fmla="*/ 0 h 177"/>
                <a:gd name="T46" fmla="*/ 5 w 806"/>
                <a:gd name="T47" fmla="*/ 0 h 177"/>
                <a:gd name="T48" fmla="*/ 4 w 806"/>
                <a:gd name="T49" fmla="*/ 0 h 177"/>
                <a:gd name="T50" fmla="*/ 4 w 806"/>
                <a:gd name="T51" fmla="*/ 0 h 177"/>
                <a:gd name="T52" fmla="*/ 3 w 806"/>
                <a:gd name="T53" fmla="*/ 0 h 177"/>
                <a:gd name="T54" fmla="*/ 3 w 806"/>
                <a:gd name="T55" fmla="*/ 0 h 177"/>
                <a:gd name="T56" fmla="*/ 3 w 806"/>
                <a:gd name="T57" fmla="*/ 0 h 177"/>
                <a:gd name="T58" fmla="*/ 2 w 806"/>
                <a:gd name="T59" fmla="*/ 0 h 177"/>
                <a:gd name="T60" fmla="*/ 2 w 806"/>
                <a:gd name="T61" fmla="*/ 0 h 177"/>
                <a:gd name="T62" fmla="*/ 1 w 806"/>
                <a:gd name="T63" fmla="*/ 0 h 177"/>
                <a:gd name="T64" fmla="*/ 1 w 806"/>
                <a:gd name="T65" fmla="*/ 0 h 177"/>
                <a:gd name="T66" fmla="*/ 1 w 806"/>
                <a:gd name="T67" fmla="*/ 1 h 177"/>
                <a:gd name="T68" fmla="*/ 0 w 806"/>
                <a:gd name="T69" fmla="*/ 1 h 177"/>
                <a:gd name="T70" fmla="*/ 0 w 806"/>
                <a:gd name="T71" fmla="*/ 1 h 177"/>
                <a:gd name="T72" fmla="*/ 0 w 806"/>
                <a:gd name="T73" fmla="*/ 1 h 177"/>
                <a:gd name="T74" fmla="*/ 0 w 806"/>
                <a:gd name="T75" fmla="*/ 1 h 177"/>
                <a:gd name="T76" fmla="*/ 0 w 806"/>
                <a:gd name="T77" fmla="*/ 1 h 177"/>
                <a:gd name="T78" fmla="*/ 0 w 806"/>
                <a:gd name="T79" fmla="*/ 1 h 177"/>
                <a:gd name="T80" fmla="*/ 0 w 806"/>
                <a:gd name="T81" fmla="*/ 1 h 177"/>
                <a:gd name="T82" fmla="*/ 0 w 806"/>
                <a:gd name="T83" fmla="*/ 1 h 177"/>
                <a:gd name="T84" fmla="*/ 0 w 806"/>
                <a:gd name="T85" fmla="*/ 1 h 177"/>
                <a:gd name="T86" fmla="*/ 0 w 806"/>
                <a:gd name="T87" fmla="*/ 1 h 177"/>
                <a:gd name="T88" fmla="*/ 1 w 806"/>
                <a:gd name="T89" fmla="*/ 1 h 177"/>
                <a:gd name="T90" fmla="*/ 1 w 806"/>
                <a:gd name="T91" fmla="*/ 1 h 17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806"/>
                <a:gd name="T139" fmla="*/ 0 h 177"/>
                <a:gd name="T140" fmla="*/ 806 w 806"/>
                <a:gd name="T141" fmla="*/ 177 h 17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806" h="177">
                  <a:moveTo>
                    <a:pt x="67" y="171"/>
                  </a:moveTo>
                  <a:lnTo>
                    <a:pt x="68" y="171"/>
                  </a:lnTo>
                  <a:lnTo>
                    <a:pt x="109" y="151"/>
                  </a:lnTo>
                  <a:lnTo>
                    <a:pt x="151" y="135"/>
                  </a:lnTo>
                  <a:lnTo>
                    <a:pt x="196" y="122"/>
                  </a:lnTo>
                  <a:lnTo>
                    <a:pt x="242" y="110"/>
                  </a:lnTo>
                  <a:lnTo>
                    <a:pt x="287" y="102"/>
                  </a:lnTo>
                  <a:lnTo>
                    <a:pt x="335" y="97"/>
                  </a:lnTo>
                  <a:lnTo>
                    <a:pt x="382" y="95"/>
                  </a:lnTo>
                  <a:lnTo>
                    <a:pt x="430" y="94"/>
                  </a:lnTo>
                  <a:lnTo>
                    <a:pt x="477" y="97"/>
                  </a:lnTo>
                  <a:lnTo>
                    <a:pt x="524" y="102"/>
                  </a:lnTo>
                  <a:lnTo>
                    <a:pt x="568" y="108"/>
                  </a:lnTo>
                  <a:lnTo>
                    <a:pt x="612" y="117"/>
                  </a:lnTo>
                  <a:lnTo>
                    <a:pt x="654" y="128"/>
                  </a:lnTo>
                  <a:lnTo>
                    <a:pt x="693" y="141"/>
                  </a:lnTo>
                  <a:lnTo>
                    <a:pt x="730" y="155"/>
                  </a:lnTo>
                  <a:lnTo>
                    <a:pt x="764" y="171"/>
                  </a:lnTo>
                  <a:lnTo>
                    <a:pt x="806" y="89"/>
                  </a:lnTo>
                  <a:lnTo>
                    <a:pt x="768" y="70"/>
                  </a:lnTo>
                  <a:lnTo>
                    <a:pt x="725" y="54"/>
                  </a:lnTo>
                  <a:lnTo>
                    <a:pt x="680" y="39"/>
                  </a:lnTo>
                  <a:lnTo>
                    <a:pt x="633" y="26"/>
                  </a:lnTo>
                  <a:lnTo>
                    <a:pt x="585" y="16"/>
                  </a:lnTo>
                  <a:lnTo>
                    <a:pt x="536" y="8"/>
                  </a:lnTo>
                  <a:lnTo>
                    <a:pt x="484" y="3"/>
                  </a:lnTo>
                  <a:lnTo>
                    <a:pt x="433" y="0"/>
                  </a:lnTo>
                  <a:lnTo>
                    <a:pt x="380" y="1"/>
                  </a:lnTo>
                  <a:lnTo>
                    <a:pt x="328" y="3"/>
                  </a:lnTo>
                  <a:lnTo>
                    <a:pt x="276" y="10"/>
                  </a:lnTo>
                  <a:lnTo>
                    <a:pt x="223" y="19"/>
                  </a:lnTo>
                  <a:lnTo>
                    <a:pt x="172" y="30"/>
                  </a:lnTo>
                  <a:lnTo>
                    <a:pt x="121" y="46"/>
                  </a:lnTo>
                  <a:lnTo>
                    <a:pt x="72" y="67"/>
                  </a:lnTo>
                  <a:lnTo>
                    <a:pt x="24" y="89"/>
                  </a:lnTo>
                  <a:lnTo>
                    <a:pt x="25" y="89"/>
                  </a:lnTo>
                  <a:lnTo>
                    <a:pt x="24" y="89"/>
                  </a:lnTo>
                  <a:lnTo>
                    <a:pt x="8" y="102"/>
                  </a:lnTo>
                  <a:lnTo>
                    <a:pt x="0" y="118"/>
                  </a:lnTo>
                  <a:lnTo>
                    <a:pt x="0" y="136"/>
                  </a:lnTo>
                  <a:lnTo>
                    <a:pt x="6" y="152"/>
                  </a:lnTo>
                  <a:lnTo>
                    <a:pt x="17" y="165"/>
                  </a:lnTo>
                  <a:lnTo>
                    <a:pt x="31" y="175"/>
                  </a:lnTo>
                  <a:lnTo>
                    <a:pt x="48" y="177"/>
                  </a:lnTo>
                  <a:lnTo>
                    <a:pt x="68" y="171"/>
                  </a:lnTo>
                  <a:lnTo>
                    <a:pt x="67" y="1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7516" name="Freeform 46"/>
            <p:cNvSpPr>
              <a:spLocks/>
            </p:cNvSpPr>
            <p:nvPr/>
          </p:nvSpPr>
          <p:spPr bwMode="auto">
            <a:xfrm>
              <a:off x="931" y="1456"/>
              <a:ext cx="280" cy="158"/>
            </a:xfrm>
            <a:custGeom>
              <a:avLst/>
              <a:gdLst>
                <a:gd name="T0" fmla="*/ 1 w 1402"/>
                <a:gd name="T1" fmla="*/ 6 h 787"/>
                <a:gd name="T2" fmla="*/ 1 w 1402"/>
                <a:gd name="T3" fmla="*/ 6 h 787"/>
                <a:gd name="T4" fmla="*/ 11 w 1402"/>
                <a:gd name="T5" fmla="*/ 1 h 787"/>
                <a:gd name="T6" fmla="*/ 11 w 1402"/>
                <a:gd name="T7" fmla="*/ 0 h 787"/>
                <a:gd name="T8" fmla="*/ 0 w 1402"/>
                <a:gd name="T9" fmla="*/ 6 h 787"/>
                <a:gd name="T10" fmla="*/ 0 w 1402"/>
                <a:gd name="T11" fmla="*/ 6 h 787"/>
                <a:gd name="T12" fmla="*/ 0 w 1402"/>
                <a:gd name="T13" fmla="*/ 6 h 787"/>
                <a:gd name="T14" fmla="*/ 0 w 1402"/>
                <a:gd name="T15" fmla="*/ 6 h 787"/>
                <a:gd name="T16" fmla="*/ 0 w 1402"/>
                <a:gd name="T17" fmla="*/ 6 h 787"/>
                <a:gd name="T18" fmla="*/ 0 w 1402"/>
                <a:gd name="T19" fmla="*/ 6 h 787"/>
                <a:gd name="T20" fmla="*/ 0 w 1402"/>
                <a:gd name="T21" fmla="*/ 6 h 787"/>
                <a:gd name="T22" fmla="*/ 0 w 1402"/>
                <a:gd name="T23" fmla="*/ 6 h 787"/>
                <a:gd name="T24" fmla="*/ 0 w 1402"/>
                <a:gd name="T25" fmla="*/ 6 h 787"/>
                <a:gd name="T26" fmla="*/ 0 w 1402"/>
                <a:gd name="T27" fmla="*/ 6 h 787"/>
                <a:gd name="T28" fmla="*/ 1 w 1402"/>
                <a:gd name="T29" fmla="*/ 6 h 787"/>
                <a:gd name="T30" fmla="*/ 1 w 1402"/>
                <a:gd name="T31" fmla="*/ 6 h 78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02"/>
                <a:gd name="T49" fmla="*/ 0 h 787"/>
                <a:gd name="T50" fmla="*/ 1402 w 1402"/>
                <a:gd name="T51" fmla="*/ 787 h 78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02" h="787">
                  <a:moveTo>
                    <a:pt x="69" y="781"/>
                  </a:moveTo>
                  <a:lnTo>
                    <a:pt x="66" y="781"/>
                  </a:lnTo>
                  <a:lnTo>
                    <a:pt x="1402" y="82"/>
                  </a:lnTo>
                  <a:lnTo>
                    <a:pt x="1360" y="0"/>
                  </a:lnTo>
                  <a:lnTo>
                    <a:pt x="24" y="699"/>
                  </a:lnTo>
                  <a:lnTo>
                    <a:pt x="22" y="699"/>
                  </a:lnTo>
                  <a:lnTo>
                    <a:pt x="24" y="699"/>
                  </a:lnTo>
                  <a:lnTo>
                    <a:pt x="8" y="712"/>
                  </a:lnTo>
                  <a:lnTo>
                    <a:pt x="1" y="727"/>
                  </a:lnTo>
                  <a:lnTo>
                    <a:pt x="0" y="744"/>
                  </a:lnTo>
                  <a:lnTo>
                    <a:pt x="5" y="761"/>
                  </a:lnTo>
                  <a:lnTo>
                    <a:pt x="15" y="775"/>
                  </a:lnTo>
                  <a:lnTo>
                    <a:pt x="30" y="784"/>
                  </a:lnTo>
                  <a:lnTo>
                    <a:pt x="46" y="787"/>
                  </a:lnTo>
                  <a:lnTo>
                    <a:pt x="66" y="781"/>
                  </a:lnTo>
                  <a:lnTo>
                    <a:pt x="69" y="7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7517" name="Freeform 47"/>
            <p:cNvSpPr>
              <a:spLocks/>
            </p:cNvSpPr>
            <p:nvPr/>
          </p:nvSpPr>
          <p:spPr bwMode="auto">
            <a:xfrm>
              <a:off x="868" y="1596"/>
              <a:ext cx="77" cy="126"/>
            </a:xfrm>
            <a:custGeom>
              <a:avLst/>
              <a:gdLst>
                <a:gd name="T0" fmla="*/ 1 w 382"/>
                <a:gd name="T1" fmla="*/ 5 h 628"/>
                <a:gd name="T2" fmla="*/ 1 w 382"/>
                <a:gd name="T3" fmla="*/ 5 h 628"/>
                <a:gd name="T4" fmla="*/ 1 w 382"/>
                <a:gd name="T5" fmla="*/ 4 h 628"/>
                <a:gd name="T6" fmla="*/ 1 w 382"/>
                <a:gd name="T7" fmla="*/ 4 h 628"/>
                <a:gd name="T8" fmla="*/ 1 w 382"/>
                <a:gd name="T9" fmla="*/ 4 h 628"/>
                <a:gd name="T10" fmla="*/ 1 w 382"/>
                <a:gd name="T11" fmla="*/ 3 h 628"/>
                <a:gd name="T12" fmla="*/ 1 w 382"/>
                <a:gd name="T13" fmla="*/ 3 h 628"/>
                <a:gd name="T14" fmla="*/ 1 w 382"/>
                <a:gd name="T15" fmla="*/ 3 h 628"/>
                <a:gd name="T16" fmla="*/ 1 w 382"/>
                <a:gd name="T17" fmla="*/ 3 h 628"/>
                <a:gd name="T18" fmla="*/ 1 w 382"/>
                <a:gd name="T19" fmla="*/ 2 h 628"/>
                <a:gd name="T20" fmla="*/ 2 w 382"/>
                <a:gd name="T21" fmla="*/ 2 h 628"/>
                <a:gd name="T22" fmla="*/ 2 w 382"/>
                <a:gd name="T23" fmla="*/ 2 h 628"/>
                <a:gd name="T24" fmla="*/ 2 w 382"/>
                <a:gd name="T25" fmla="*/ 2 h 628"/>
                <a:gd name="T26" fmla="*/ 2 w 382"/>
                <a:gd name="T27" fmla="*/ 1 h 628"/>
                <a:gd name="T28" fmla="*/ 2 w 382"/>
                <a:gd name="T29" fmla="*/ 1 h 628"/>
                <a:gd name="T30" fmla="*/ 3 w 382"/>
                <a:gd name="T31" fmla="*/ 1 h 628"/>
                <a:gd name="T32" fmla="*/ 3 w 382"/>
                <a:gd name="T33" fmla="*/ 1 h 628"/>
                <a:gd name="T34" fmla="*/ 3 w 382"/>
                <a:gd name="T35" fmla="*/ 1 h 628"/>
                <a:gd name="T36" fmla="*/ 3 w 382"/>
                <a:gd name="T37" fmla="*/ 0 h 628"/>
                <a:gd name="T38" fmla="*/ 2 w 382"/>
                <a:gd name="T39" fmla="*/ 0 h 628"/>
                <a:gd name="T40" fmla="*/ 2 w 382"/>
                <a:gd name="T41" fmla="*/ 0 h 628"/>
                <a:gd name="T42" fmla="*/ 2 w 382"/>
                <a:gd name="T43" fmla="*/ 1 h 628"/>
                <a:gd name="T44" fmla="*/ 2 w 382"/>
                <a:gd name="T45" fmla="*/ 1 h 628"/>
                <a:gd name="T46" fmla="*/ 1 w 382"/>
                <a:gd name="T47" fmla="*/ 1 h 628"/>
                <a:gd name="T48" fmla="*/ 1 w 382"/>
                <a:gd name="T49" fmla="*/ 1 h 628"/>
                <a:gd name="T50" fmla="*/ 1 w 382"/>
                <a:gd name="T51" fmla="*/ 2 h 628"/>
                <a:gd name="T52" fmla="*/ 1 w 382"/>
                <a:gd name="T53" fmla="*/ 2 h 628"/>
                <a:gd name="T54" fmla="*/ 1 w 382"/>
                <a:gd name="T55" fmla="*/ 2 h 628"/>
                <a:gd name="T56" fmla="*/ 0 w 382"/>
                <a:gd name="T57" fmla="*/ 3 h 628"/>
                <a:gd name="T58" fmla="*/ 0 w 382"/>
                <a:gd name="T59" fmla="*/ 3 h 628"/>
                <a:gd name="T60" fmla="*/ 0 w 382"/>
                <a:gd name="T61" fmla="*/ 3 h 628"/>
                <a:gd name="T62" fmla="*/ 0 w 382"/>
                <a:gd name="T63" fmla="*/ 4 h 628"/>
                <a:gd name="T64" fmla="*/ 0 w 382"/>
                <a:gd name="T65" fmla="*/ 4 h 628"/>
                <a:gd name="T66" fmla="*/ 0 w 382"/>
                <a:gd name="T67" fmla="*/ 4 h 628"/>
                <a:gd name="T68" fmla="*/ 0 w 382"/>
                <a:gd name="T69" fmla="*/ 5 h 628"/>
                <a:gd name="T70" fmla="*/ 0 w 382"/>
                <a:gd name="T71" fmla="*/ 5 h 628"/>
                <a:gd name="T72" fmla="*/ 0 w 382"/>
                <a:gd name="T73" fmla="*/ 5 h 628"/>
                <a:gd name="T74" fmla="*/ 0 w 382"/>
                <a:gd name="T75" fmla="*/ 5 h 628"/>
                <a:gd name="T76" fmla="*/ 0 w 382"/>
                <a:gd name="T77" fmla="*/ 5 h 628"/>
                <a:gd name="T78" fmla="*/ 0 w 382"/>
                <a:gd name="T79" fmla="*/ 5 h 628"/>
                <a:gd name="T80" fmla="*/ 0 w 382"/>
                <a:gd name="T81" fmla="*/ 5 h 628"/>
                <a:gd name="T82" fmla="*/ 1 w 382"/>
                <a:gd name="T83" fmla="*/ 5 h 628"/>
                <a:gd name="T84" fmla="*/ 1 w 382"/>
                <a:gd name="T85" fmla="*/ 5 h 628"/>
                <a:gd name="T86" fmla="*/ 1 w 382"/>
                <a:gd name="T87" fmla="*/ 5 h 628"/>
                <a:gd name="T88" fmla="*/ 1 w 382"/>
                <a:gd name="T89" fmla="*/ 5 h 628"/>
                <a:gd name="T90" fmla="*/ 1 w 382"/>
                <a:gd name="T91" fmla="*/ 5 h 628"/>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382"/>
                <a:gd name="T139" fmla="*/ 0 h 628"/>
                <a:gd name="T140" fmla="*/ 382 w 382"/>
                <a:gd name="T141" fmla="*/ 628 h 628"/>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382" h="628">
                  <a:moveTo>
                    <a:pt x="94" y="581"/>
                  </a:moveTo>
                  <a:lnTo>
                    <a:pt x="94" y="582"/>
                  </a:lnTo>
                  <a:lnTo>
                    <a:pt x="96" y="541"/>
                  </a:lnTo>
                  <a:lnTo>
                    <a:pt x="99" y="500"/>
                  </a:lnTo>
                  <a:lnTo>
                    <a:pt x="106" y="463"/>
                  </a:lnTo>
                  <a:lnTo>
                    <a:pt x="115" y="424"/>
                  </a:lnTo>
                  <a:lnTo>
                    <a:pt x="127" y="389"/>
                  </a:lnTo>
                  <a:lnTo>
                    <a:pt x="140" y="353"/>
                  </a:lnTo>
                  <a:lnTo>
                    <a:pt x="156" y="320"/>
                  </a:lnTo>
                  <a:lnTo>
                    <a:pt x="173" y="287"/>
                  </a:lnTo>
                  <a:lnTo>
                    <a:pt x="193" y="255"/>
                  </a:lnTo>
                  <a:lnTo>
                    <a:pt x="214" y="226"/>
                  </a:lnTo>
                  <a:lnTo>
                    <a:pt x="238" y="198"/>
                  </a:lnTo>
                  <a:lnTo>
                    <a:pt x="263" y="172"/>
                  </a:lnTo>
                  <a:lnTo>
                    <a:pt x="290" y="146"/>
                  </a:lnTo>
                  <a:lnTo>
                    <a:pt x="318" y="122"/>
                  </a:lnTo>
                  <a:lnTo>
                    <a:pt x="349" y="101"/>
                  </a:lnTo>
                  <a:lnTo>
                    <a:pt x="382" y="82"/>
                  </a:lnTo>
                  <a:lnTo>
                    <a:pt x="335" y="0"/>
                  </a:lnTo>
                  <a:lnTo>
                    <a:pt x="297" y="23"/>
                  </a:lnTo>
                  <a:lnTo>
                    <a:pt x="262" y="49"/>
                  </a:lnTo>
                  <a:lnTo>
                    <a:pt x="229" y="76"/>
                  </a:lnTo>
                  <a:lnTo>
                    <a:pt x="198" y="104"/>
                  </a:lnTo>
                  <a:lnTo>
                    <a:pt x="167" y="137"/>
                  </a:lnTo>
                  <a:lnTo>
                    <a:pt x="142" y="170"/>
                  </a:lnTo>
                  <a:lnTo>
                    <a:pt x="116" y="204"/>
                  </a:lnTo>
                  <a:lnTo>
                    <a:pt x="94" y="240"/>
                  </a:lnTo>
                  <a:lnTo>
                    <a:pt x="74" y="278"/>
                  </a:lnTo>
                  <a:lnTo>
                    <a:pt x="54" y="317"/>
                  </a:lnTo>
                  <a:lnTo>
                    <a:pt x="38" y="359"/>
                  </a:lnTo>
                  <a:lnTo>
                    <a:pt x="26" y="401"/>
                  </a:lnTo>
                  <a:lnTo>
                    <a:pt x="15" y="444"/>
                  </a:lnTo>
                  <a:lnTo>
                    <a:pt x="8" y="489"/>
                  </a:lnTo>
                  <a:lnTo>
                    <a:pt x="2" y="534"/>
                  </a:lnTo>
                  <a:lnTo>
                    <a:pt x="0" y="580"/>
                  </a:lnTo>
                  <a:lnTo>
                    <a:pt x="0" y="581"/>
                  </a:lnTo>
                  <a:lnTo>
                    <a:pt x="0" y="580"/>
                  </a:lnTo>
                  <a:lnTo>
                    <a:pt x="3" y="600"/>
                  </a:lnTo>
                  <a:lnTo>
                    <a:pt x="14" y="615"/>
                  </a:lnTo>
                  <a:lnTo>
                    <a:pt x="29" y="625"/>
                  </a:lnTo>
                  <a:lnTo>
                    <a:pt x="45" y="628"/>
                  </a:lnTo>
                  <a:lnTo>
                    <a:pt x="63" y="626"/>
                  </a:lnTo>
                  <a:lnTo>
                    <a:pt x="78" y="616"/>
                  </a:lnTo>
                  <a:lnTo>
                    <a:pt x="89" y="602"/>
                  </a:lnTo>
                  <a:lnTo>
                    <a:pt x="94" y="582"/>
                  </a:lnTo>
                  <a:lnTo>
                    <a:pt x="94" y="5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7518" name="Freeform 48"/>
            <p:cNvSpPr>
              <a:spLocks/>
            </p:cNvSpPr>
            <p:nvPr/>
          </p:nvSpPr>
          <p:spPr bwMode="auto">
            <a:xfrm>
              <a:off x="868" y="1712"/>
              <a:ext cx="19" cy="364"/>
            </a:xfrm>
            <a:custGeom>
              <a:avLst/>
              <a:gdLst>
                <a:gd name="T0" fmla="*/ 1 w 94"/>
                <a:gd name="T1" fmla="*/ 14 h 1818"/>
                <a:gd name="T2" fmla="*/ 1 w 94"/>
                <a:gd name="T3" fmla="*/ 14 h 1818"/>
                <a:gd name="T4" fmla="*/ 1 w 94"/>
                <a:gd name="T5" fmla="*/ 0 h 1818"/>
                <a:gd name="T6" fmla="*/ 0 w 94"/>
                <a:gd name="T7" fmla="*/ 0 h 1818"/>
                <a:gd name="T8" fmla="*/ 0 w 94"/>
                <a:gd name="T9" fmla="*/ 14 h 1818"/>
                <a:gd name="T10" fmla="*/ 0 w 94"/>
                <a:gd name="T11" fmla="*/ 14 h 1818"/>
                <a:gd name="T12" fmla="*/ 0 w 94"/>
                <a:gd name="T13" fmla="*/ 14 h 1818"/>
                <a:gd name="T14" fmla="*/ 0 w 94"/>
                <a:gd name="T15" fmla="*/ 14 h 1818"/>
                <a:gd name="T16" fmla="*/ 0 w 94"/>
                <a:gd name="T17" fmla="*/ 14 h 1818"/>
                <a:gd name="T18" fmla="*/ 0 w 94"/>
                <a:gd name="T19" fmla="*/ 15 h 1818"/>
                <a:gd name="T20" fmla="*/ 0 w 94"/>
                <a:gd name="T21" fmla="*/ 15 h 1818"/>
                <a:gd name="T22" fmla="*/ 1 w 94"/>
                <a:gd name="T23" fmla="*/ 15 h 1818"/>
                <a:gd name="T24" fmla="*/ 1 w 94"/>
                <a:gd name="T25" fmla="*/ 14 h 1818"/>
                <a:gd name="T26" fmla="*/ 1 w 94"/>
                <a:gd name="T27" fmla="*/ 14 h 1818"/>
                <a:gd name="T28" fmla="*/ 1 w 94"/>
                <a:gd name="T29" fmla="*/ 14 h 1818"/>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94"/>
                <a:gd name="T46" fmla="*/ 0 h 1818"/>
                <a:gd name="T47" fmla="*/ 94 w 94"/>
                <a:gd name="T48" fmla="*/ 1818 h 1818"/>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94" h="1818">
                  <a:moveTo>
                    <a:pt x="94" y="1771"/>
                  </a:moveTo>
                  <a:lnTo>
                    <a:pt x="94" y="1771"/>
                  </a:lnTo>
                  <a:lnTo>
                    <a:pt x="94" y="0"/>
                  </a:lnTo>
                  <a:lnTo>
                    <a:pt x="0" y="0"/>
                  </a:lnTo>
                  <a:lnTo>
                    <a:pt x="0" y="1771"/>
                  </a:lnTo>
                  <a:lnTo>
                    <a:pt x="3" y="1791"/>
                  </a:lnTo>
                  <a:lnTo>
                    <a:pt x="15" y="1806"/>
                  </a:lnTo>
                  <a:lnTo>
                    <a:pt x="29" y="1814"/>
                  </a:lnTo>
                  <a:lnTo>
                    <a:pt x="47" y="1818"/>
                  </a:lnTo>
                  <a:lnTo>
                    <a:pt x="64" y="1814"/>
                  </a:lnTo>
                  <a:lnTo>
                    <a:pt x="79" y="1806"/>
                  </a:lnTo>
                  <a:lnTo>
                    <a:pt x="90" y="1791"/>
                  </a:lnTo>
                  <a:lnTo>
                    <a:pt x="94" y="17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7519" name="Freeform 49"/>
            <p:cNvSpPr>
              <a:spLocks/>
            </p:cNvSpPr>
            <p:nvPr/>
          </p:nvSpPr>
          <p:spPr bwMode="auto">
            <a:xfrm>
              <a:off x="868" y="2067"/>
              <a:ext cx="90" cy="160"/>
            </a:xfrm>
            <a:custGeom>
              <a:avLst/>
              <a:gdLst>
                <a:gd name="T0" fmla="*/ 3 w 449"/>
                <a:gd name="T1" fmla="*/ 6 h 803"/>
                <a:gd name="T2" fmla="*/ 3 w 449"/>
                <a:gd name="T3" fmla="*/ 6 h 803"/>
                <a:gd name="T4" fmla="*/ 3 w 449"/>
                <a:gd name="T5" fmla="*/ 5 h 803"/>
                <a:gd name="T6" fmla="*/ 3 w 449"/>
                <a:gd name="T7" fmla="*/ 5 h 803"/>
                <a:gd name="T8" fmla="*/ 3 w 449"/>
                <a:gd name="T9" fmla="*/ 5 h 803"/>
                <a:gd name="T10" fmla="*/ 2 w 449"/>
                <a:gd name="T11" fmla="*/ 5 h 803"/>
                <a:gd name="T12" fmla="*/ 2 w 449"/>
                <a:gd name="T13" fmla="*/ 4 h 803"/>
                <a:gd name="T14" fmla="*/ 2 w 449"/>
                <a:gd name="T15" fmla="*/ 4 h 803"/>
                <a:gd name="T16" fmla="*/ 2 w 449"/>
                <a:gd name="T17" fmla="*/ 4 h 803"/>
                <a:gd name="T18" fmla="*/ 2 w 449"/>
                <a:gd name="T19" fmla="*/ 3 h 803"/>
                <a:gd name="T20" fmla="*/ 1 w 449"/>
                <a:gd name="T21" fmla="*/ 3 h 803"/>
                <a:gd name="T22" fmla="*/ 1 w 449"/>
                <a:gd name="T23" fmla="*/ 2 h 803"/>
                <a:gd name="T24" fmla="*/ 1 w 449"/>
                <a:gd name="T25" fmla="*/ 2 h 803"/>
                <a:gd name="T26" fmla="*/ 1 w 449"/>
                <a:gd name="T27" fmla="*/ 2 h 803"/>
                <a:gd name="T28" fmla="*/ 1 w 449"/>
                <a:gd name="T29" fmla="*/ 1 h 803"/>
                <a:gd name="T30" fmla="*/ 1 w 449"/>
                <a:gd name="T31" fmla="*/ 1 h 803"/>
                <a:gd name="T32" fmla="*/ 1 w 449"/>
                <a:gd name="T33" fmla="*/ 0 h 803"/>
                <a:gd name="T34" fmla="*/ 1 w 449"/>
                <a:gd name="T35" fmla="*/ 0 h 803"/>
                <a:gd name="T36" fmla="*/ 0 w 449"/>
                <a:gd name="T37" fmla="*/ 0 h 803"/>
                <a:gd name="T38" fmla="*/ 0 w 449"/>
                <a:gd name="T39" fmla="*/ 0 h 803"/>
                <a:gd name="T40" fmla="*/ 0 w 449"/>
                <a:gd name="T41" fmla="*/ 1 h 803"/>
                <a:gd name="T42" fmla="*/ 0 w 449"/>
                <a:gd name="T43" fmla="*/ 1 h 803"/>
                <a:gd name="T44" fmla="*/ 0 w 449"/>
                <a:gd name="T45" fmla="*/ 2 h 803"/>
                <a:gd name="T46" fmla="*/ 0 w 449"/>
                <a:gd name="T47" fmla="*/ 2 h 803"/>
                <a:gd name="T48" fmla="*/ 0 w 449"/>
                <a:gd name="T49" fmla="*/ 3 h 803"/>
                <a:gd name="T50" fmla="*/ 1 w 449"/>
                <a:gd name="T51" fmla="*/ 3 h 803"/>
                <a:gd name="T52" fmla="*/ 1 w 449"/>
                <a:gd name="T53" fmla="*/ 4 h 803"/>
                <a:gd name="T54" fmla="*/ 1 w 449"/>
                <a:gd name="T55" fmla="*/ 4 h 803"/>
                <a:gd name="T56" fmla="*/ 1 w 449"/>
                <a:gd name="T57" fmla="*/ 4 h 803"/>
                <a:gd name="T58" fmla="*/ 2 w 449"/>
                <a:gd name="T59" fmla="*/ 5 h 803"/>
                <a:gd name="T60" fmla="*/ 2 w 449"/>
                <a:gd name="T61" fmla="*/ 5 h 803"/>
                <a:gd name="T62" fmla="*/ 2 w 449"/>
                <a:gd name="T63" fmla="*/ 5 h 803"/>
                <a:gd name="T64" fmla="*/ 2 w 449"/>
                <a:gd name="T65" fmla="*/ 6 h 803"/>
                <a:gd name="T66" fmla="*/ 3 w 449"/>
                <a:gd name="T67" fmla="*/ 6 h 803"/>
                <a:gd name="T68" fmla="*/ 3 w 449"/>
                <a:gd name="T69" fmla="*/ 6 h 803"/>
                <a:gd name="T70" fmla="*/ 3 w 449"/>
                <a:gd name="T71" fmla="*/ 6 h 803"/>
                <a:gd name="T72" fmla="*/ 3 w 449"/>
                <a:gd name="T73" fmla="*/ 6 h 803"/>
                <a:gd name="T74" fmla="*/ 3 w 449"/>
                <a:gd name="T75" fmla="*/ 6 h 803"/>
                <a:gd name="T76" fmla="*/ 3 w 449"/>
                <a:gd name="T77" fmla="*/ 6 h 803"/>
                <a:gd name="T78" fmla="*/ 3 w 449"/>
                <a:gd name="T79" fmla="*/ 6 h 803"/>
                <a:gd name="T80" fmla="*/ 4 w 449"/>
                <a:gd name="T81" fmla="*/ 6 h 803"/>
                <a:gd name="T82" fmla="*/ 4 w 449"/>
                <a:gd name="T83" fmla="*/ 6 h 803"/>
                <a:gd name="T84" fmla="*/ 4 w 449"/>
                <a:gd name="T85" fmla="*/ 6 h 803"/>
                <a:gd name="T86" fmla="*/ 4 w 449"/>
                <a:gd name="T87" fmla="*/ 6 h 803"/>
                <a:gd name="T88" fmla="*/ 3 w 449"/>
                <a:gd name="T89" fmla="*/ 6 h 803"/>
                <a:gd name="T90" fmla="*/ 3 w 449"/>
                <a:gd name="T91" fmla="*/ 6 h 80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449"/>
                <a:gd name="T139" fmla="*/ 0 h 803"/>
                <a:gd name="T140" fmla="*/ 449 w 449"/>
                <a:gd name="T141" fmla="*/ 803 h 80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449" h="803">
                  <a:moveTo>
                    <a:pt x="426" y="717"/>
                  </a:moveTo>
                  <a:lnTo>
                    <a:pt x="427" y="717"/>
                  </a:lnTo>
                  <a:lnTo>
                    <a:pt x="395" y="693"/>
                  </a:lnTo>
                  <a:lnTo>
                    <a:pt x="361" y="662"/>
                  </a:lnTo>
                  <a:lnTo>
                    <a:pt x="329" y="628"/>
                  </a:lnTo>
                  <a:lnTo>
                    <a:pt x="299" y="591"/>
                  </a:lnTo>
                  <a:lnTo>
                    <a:pt x="269" y="551"/>
                  </a:lnTo>
                  <a:lnTo>
                    <a:pt x="241" y="507"/>
                  </a:lnTo>
                  <a:lnTo>
                    <a:pt x="215" y="460"/>
                  </a:lnTo>
                  <a:lnTo>
                    <a:pt x="191" y="412"/>
                  </a:lnTo>
                  <a:lnTo>
                    <a:pt x="170" y="363"/>
                  </a:lnTo>
                  <a:lnTo>
                    <a:pt x="151" y="312"/>
                  </a:lnTo>
                  <a:lnTo>
                    <a:pt x="133" y="259"/>
                  </a:lnTo>
                  <a:lnTo>
                    <a:pt x="119" y="207"/>
                  </a:lnTo>
                  <a:lnTo>
                    <a:pt x="108" y="156"/>
                  </a:lnTo>
                  <a:lnTo>
                    <a:pt x="101" y="103"/>
                  </a:lnTo>
                  <a:lnTo>
                    <a:pt x="96" y="51"/>
                  </a:lnTo>
                  <a:lnTo>
                    <a:pt x="94" y="0"/>
                  </a:lnTo>
                  <a:lnTo>
                    <a:pt x="0" y="0"/>
                  </a:lnTo>
                  <a:lnTo>
                    <a:pt x="2" y="56"/>
                  </a:lnTo>
                  <a:lnTo>
                    <a:pt x="7" y="115"/>
                  </a:lnTo>
                  <a:lnTo>
                    <a:pt x="16" y="172"/>
                  </a:lnTo>
                  <a:lnTo>
                    <a:pt x="28" y="231"/>
                  </a:lnTo>
                  <a:lnTo>
                    <a:pt x="44" y="287"/>
                  </a:lnTo>
                  <a:lnTo>
                    <a:pt x="62" y="342"/>
                  </a:lnTo>
                  <a:lnTo>
                    <a:pt x="83" y="398"/>
                  </a:lnTo>
                  <a:lnTo>
                    <a:pt x="106" y="452"/>
                  </a:lnTo>
                  <a:lnTo>
                    <a:pt x="133" y="505"/>
                  </a:lnTo>
                  <a:lnTo>
                    <a:pt x="161" y="554"/>
                  </a:lnTo>
                  <a:lnTo>
                    <a:pt x="192" y="602"/>
                  </a:lnTo>
                  <a:lnTo>
                    <a:pt x="224" y="647"/>
                  </a:lnTo>
                  <a:lnTo>
                    <a:pt x="259" y="689"/>
                  </a:lnTo>
                  <a:lnTo>
                    <a:pt x="295" y="728"/>
                  </a:lnTo>
                  <a:lnTo>
                    <a:pt x="334" y="763"/>
                  </a:lnTo>
                  <a:lnTo>
                    <a:pt x="374" y="795"/>
                  </a:lnTo>
                  <a:lnTo>
                    <a:pt x="375" y="795"/>
                  </a:lnTo>
                  <a:lnTo>
                    <a:pt x="374" y="795"/>
                  </a:lnTo>
                  <a:lnTo>
                    <a:pt x="392" y="803"/>
                  </a:lnTo>
                  <a:lnTo>
                    <a:pt x="411" y="803"/>
                  </a:lnTo>
                  <a:lnTo>
                    <a:pt x="426" y="795"/>
                  </a:lnTo>
                  <a:lnTo>
                    <a:pt x="439" y="782"/>
                  </a:lnTo>
                  <a:lnTo>
                    <a:pt x="446" y="766"/>
                  </a:lnTo>
                  <a:lnTo>
                    <a:pt x="449" y="749"/>
                  </a:lnTo>
                  <a:lnTo>
                    <a:pt x="441" y="732"/>
                  </a:lnTo>
                  <a:lnTo>
                    <a:pt x="427" y="717"/>
                  </a:lnTo>
                  <a:lnTo>
                    <a:pt x="426" y="71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7520" name="Freeform 50"/>
            <p:cNvSpPr>
              <a:spLocks/>
            </p:cNvSpPr>
            <p:nvPr/>
          </p:nvSpPr>
          <p:spPr bwMode="auto">
            <a:xfrm>
              <a:off x="883" y="1673"/>
              <a:ext cx="379" cy="690"/>
            </a:xfrm>
            <a:custGeom>
              <a:avLst/>
              <a:gdLst>
                <a:gd name="T0" fmla="*/ 12 w 1897"/>
                <a:gd name="T1" fmla="*/ 6 h 3450"/>
                <a:gd name="T2" fmla="*/ 13 w 1897"/>
                <a:gd name="T3" fmla="*/ 7 h 3450"/>
                <a:gd name="T4" fmla="*/ 13 w 1897"/>
                <a:gd name="T5" fmla="*/ 7 h 3450"/>
                <a:gd name="T6" fmla="*/ 14 w 1897"/>
                <a:gd name="T7" fmla="*/ 8 h 3450"/>
                <a:gd name="T8" fmla="*/ 14 w 1897"/>
                <a:gd name="T9" fmla="*/ 9 h 3450"/>
                <a:gd name="T10" fmla="*/ 15 w 1897"/>
                <a:gd name="T11" fmla="*/ 10 h 3450"/>
                <a:gd name="T12" fmla="*/ 15 w 1897"/>
                <a:gd name="T13" fmla="*/ 11 h 3450"/>
                <a:gd name="T14" fmla="*/ 15 w 1897"/>
                <a:gd name="T15" fmla="*/ 11 h 3450"/>
                <a:gd name="T16" fmla="*/ 15 w 1897"/>
                <a:gd name="T17" fmla="*/ 12 h 3450"/>
                <a:gd name="T18" fmla="*/ 15 w 1897"/>
                <a:gd name="T19" fmla="*/ 26 h 3450"/>
                <a:gd name="T20" fmla="*/ 15 w 1897"/>
                <a:gd name="T21" fmla="*/ 26 h 3450"/>
                <a:gd name="T22" fmla="*/ 15 w 1897"/>
                <a:gd name="T23" fmla="*/ 27 h 3450"/>
                <a:gd name="T24" fmla="*/ 15 w 1897"/>
                <a:gd name="T25" fmla="*/ 27 h 3450"/>
                <a:gd name="T26" fmla="*/ 14 w 1897"/>
                <a:gd name="T27" fmla="*/ 27 h 3450"/>
                <a:gd name="T28" fmla="*/ 14 w 1897"/>
                <a:gd name="T29" fmla="*/ 28 h 3450"/>
                <a:gd name="T30" fmla="*/ 13 w 1897"/>
                <a:gd name="T31" fmla="*/ 28 h 3450"/>
                <a:gd name="T32" fmla="*/ 13 w 1897"/>
                <a:gd name="T33" fmla="*/ 27 h 3450"/>
                <a:gd name="T34" fmla="*/ 3 w 1897"/>
                <a:gd name="T35" fmla="*/ 21 h 3450"/>
                <a:gd name="T36" fmla="*/ 2 w 1897"/>
                <a:gd name="T37" fmla="*/ 21 h 3450"/>
                <a:gd name="T38" fmla="*/ 2 w 1897"/>
                <a:gd name="T39" fmla="*/ 20 h 3450"/>
                <a:gd name="T40" fmla="*/ 1 w 1897"/>
                <a:gd name="T41" fmla="*/ 19 h 3450"/>
                <a:gd name="T42" fmla="*/ 1 w 1897"/>
                <a:gd name="T43" fmla="*/ 19 h 3450"/>
                <a:gd name="T44" fmla="*/ 0 w 1897"/>
                <a:gd name="T45" fmla="*/ 18 h 3450"/>
                <a:gd name="T46" fmla="*/ 0 w 1897"/>
                <a:gd name="T47" fmla="*/ 17 h 3450"/>
                <a:gd name="T48" fmla="*/ 0 w 1897"/>
                <a:gd name="T49" fmla="*/ 16 h 3450"/>
                <a:gd name="T50" fmla="*/ 0 w 1897"/>
                <a:gd name="T51" fmla="*/ 15 h 3450"/>
                <a:gd name="T52" fmla="*/ 0 w 1897"/>
                <a:gd name="T53" fmla="*/ 2 h 3450"/>
                <a:gd name="T54" fmla="*/ 0 w 1897"/>
                <a:gd name="T55" fmla="*/ 1 h 3450"/>
                <a:gd name="T56" fmla="*/ 0 w 1897"/>
                <a:gd name="T57" fmla="*/ 1 h 3450"/>
                <a:gd name="T58" fmla="*/ 1 w 1897"/>
                <a:gd name="T59" fmla="*/ 0 h 3450"/>
                <a:gd name="T60" fmla="*/ 1 w 1897"/>
                <a:gd name="T61" fmla="*/ 0 h 3450"/>
                <a:gd name="T62" fmla="*/ 1 w 1897"/>
                <a:gd name="T63" fmla="*/ 0 h 3450"/>
                <a:gd name="T64" fmla="*/ 2 w 1897"/>
                <a:gd name="T65" fmla="*/ 0 h 3450"/>
                <a:gd name="T66" fmla="*/ 3 w 1897"/>
                <a:gd name="T67" fmla="*/ 0 h 3450"/>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897"/>
                <a:gd name="T103" fmla="*/ 0 h 3450"/>
                <a:gd name="T104" fmla="*/ 1897 w 1897"/>
                <a:gd name="T105" fmla="*/ 3450 h 3450"/>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897" h="3450">
                  <a:moveTo>
                    <a:pt x="357" y="49"/>
                  </a:moveTo>
                  <a:lnTo>
                    <a:pt x="1542" y="806"/>
                  </a:lnTo>
                  <a:lnTo>
                    <a:pt x="1579" y="832"/>
                  </a:lnTo>
                  <a:lnTo>
                    <a:pt x="1614" y="861"/>
                  </a:lnTo>
                  <a:lnTo>
                    <a:pt x="1648" y="895"/>
                  </a:lnTo>
                  <a:lnTo>
                    <a:pt x="1681" y="933"/>
                  </a:lnTo>
                  <a:lnTo>
                    <a:pt x="1711" y="973"/>
                  </a:lnTo>
                  <a:lnTo>
                    <a:pt x="1740" y="1016"/>
                  </a:lnTo>
                  <a:lnTo>
                    <a:pt x="1768" y="1062"/>
                  </a:lnTo>
                  <a:lnTo>
                    <a:pt x="1793" y="1109"/>
                  </a:lnTo>
                  <a:lnTo>
                    <a:pt x="1816" y="1158"/>
                  </a:lnTo>
                  <a:lnTo>
                    <a:pt x="1836" y="1208"/>
                  </a:lnTo>
                  <a:lnTo>
                    <a:pt x="1854" y="1260"/>
                  </a:lnTo>
                  <a:lnTo>
                    <a:pt x="1869" y="1313"/>
                  </a:lnTo>
                  <a:lnTo>
                    <a:pt x="1881" y="1364"/>
                  </a:lnTo>
                  <a:lnTo>
                    <a:pt x="1890" y="1417"/>
                  </a:lnTo>
                  <a:lnTo>
                    <a:pt x="1895" y="1469"/>
                  </a:lnTo>
                  <a:lnTo>
                    <a:pt x="1897" y="1519"/>
                  </a:lnTo>
                  <a:lnTo>
                    <a:pt x="1897" y="3142"/>
                  </a:lnTo>
                  <a:lnTo>
                    <a:pt x="1895" y="3190"/>
                  </a:lnTo>
                  <a:lnTo>
                    <a:pt x="1890" y="3235"/>
                  </a:lnTo>
                  <a:lnTo>
                    <a:pt x="1881" y="3276"/>
                  </a:lnTo>
                  <a:lnTo>
                    <a:pt x="1869" y="3313"/>
                  </a:lnTo>
                  <a:lnTo>
                    <a:pt x="1854" y="3346"/>
                  </a:lnTo>
                  <a:lnTo>
                    <a:pt x="1836" y="3375"/>
                  </a:lnTo>
                  <a:lnTo>
                    <a:pt x="1816" y="3398"/>
                  </a:lnTo>
                  <a:lnTo>
                    <a:pt x="1793" y="3418"/>
                  </a:lnTo>
                  <a:lnTo>
                    <a:pt x="1768" y="3434"/>
                  </a:lnTo>
                  <a:lnTo>
                    <a:pt x="1740" y="3444"/>
                  </a:lnTo>
                  <a:lnTo>
                    <a:pt x="1711" y="3450"/>
                  </a:lnTo>
                  <a:lnTo>
                    <a:pt x="1681" y="3450"/>
                  </a:lnTo>
                  <a:lnTo>
                    <a:pt x="1648" y="3445"/>
                  </a:lnTo>
                  <a:lnTo>
                    <a:pt x="1614" y="3436"/>
                  </a:lnTo>
                  <a:lnTo>
                    <a:pt x="1579" y="3421"/>
                  </a:lnTo>
                  <a:lnTo>
                    <a:pt x="1542" y="3400"/>
                  </a:lnTo>
                  <a:lnTo>
                    <a:pt x="357" y="2643"/>
                  </a:lnTo>
                  <a:lnTo>
                    <a:pt x="320" y="2618"/>
                  </a:lnTo>
                  <a:lnTo>
                    <a:pt x="285" y="2588"/>
                  </a:lnTo>
                  <a:lnTo>
                    <a:pt x="251" y="2554"/>
                  </a:lnTo>
                  <a:lnTo>
                    <a:pt x="218" y="2517"/>
                  </a:lnTo>
                  <a:lnTo>
                    <a:pt x="187" y="2477"/>
                  </a:lnTo>
                  <a:lnTo>
                    <a:pt x="157" y="2433"/>
                  </a:lnTo>
                  <a:lnTo>
                    <a:pt x="130" y="2388"/>
                  </a:lnTo>
                  <a:lnTo>
                    <a:pt x="105" y="2341"/>
                  </a:lnTo>
                  <a:lnTo>
                    <a:pt x="81" y="2292"/>
                  </a:lnTo>
                  <a:lnTo>
                    <a:pt x="61" y="2241"/>
                  </a:lnTo>
                  <a:lnTo>
                    <a:pt x="44" y="2190"/>
                  </a:lnTo>
                  <a:lnTo>
                    <a:pt x="29" y="2138"/>
                  </a:lnTo>
                  <a:lnTo>
                    <a:pt x="17" y="2085"/>
                  </a:lnTo>
                  <a:lnTo>
                    <a:pt x="7" y="2033"/>
                  </a:lnTo>
                  <a:lnTo>
                    <a:pt x="3" y="1981"/>
                  </a:lnTo>
                  <a:lnTo>
                    <a:pt x="0" y="1931"/>
                  </a:lnTo>
                  <a:lnTo>
                    <a:pt x="0" y="308"/>
                  </a:lnTo>
                  <a:lnTo>
                    <a:pt x="3" y="260"/>
                  </a:lnTo>
                  <a:lnTo>
                    <a:pt x="7" y="215"/>
                  </a:lnTo>
                  <a:lnTo>
                    <a:pt x="17" y="174"/>
                  </a:lnTo>
                  <a:lnTo>
                    <a:pt x="29" y="137"/>
                  </a:lnTo>
                  <a:lnTo>
                    <a:pt x="44" y="104"/>
                  </a:lnTo>
                  <a:lnTo>
                    <a:pt x="61" y="76"/>
                  </a:lnTo>
                  <a:lnTo>
                    <a:pt x="81" y="51"/>
                  </a:lnTo>
                  <a:lnTo>
                    <a:pt x="105" y="31"/>
                  </a:lnTo>
                  <a:lnTo>
                    <a:pt x="130" y="16"/>
                  </a:lnTo>
                  <a:lnTo>
                    <a:pt x="157" y="5"/>
                  </a:lnTo>
                  <a:lnTo>
                    <a:pt x="187" y="0"/>
                  </a:lnTo>
                  <a:lnTo>
                    <a:pt x="218" y="0"/>
                  </a:lnTo>
                  <a:lnTo>
                    <a:pt x="251" y="3"/>
                  </a:lnTo>
                  <a:lnTo>
                    <a:pt x="285" y="14"/>
                  </a:lnTo>
                  <a:lnTo>
                    <a:pt x="320" y="29"/>
                  </a:lnTo>
                  <a:lnTo>
                    <a:pt x="357" y="49"/>
                  </a:lnTo>
                  <a:close/>
                </a:path>
              </a:pathLst>
            </a:custGeom>
            <a:solidFill>
              <a:srgbClr val="BFBFB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7521" name="Freeform 51"/>
            <p:cNvSpPr>
              <a:spLocks/>
            </p:cNvSpPr>
            <p:nvPr/>
          </p:nvSpPr>
          <p:spPr bwMode="auto">
            <a:xfrm>
              <a:off x="1268" y="1663"/>
              <a:ext cx="393" cy="711"/>
            </a:xfrm>
            <a:custGeom>
              <a:avLst/>
              <a:gdLst>
                <a:gd name="T0" fmla="*/ 3 w 1962"/>
                <a:gd name="T1" fmla="*/ 7 h 3555"/>
                <a:gd name="T2" fmla="*/ 2 w 1962"/>
                <a:gd name="T3" fmla="*/ 7 h 3555"/>
                <a:gd name="T4" fmla="*/ 2 w 1962"/>
                <a:gd name="T5" fmla="*/ 8 h 3555"/>
                <a:gd name="T6" fmla="*/ 1 w 1962"/>
                <a:gd name="T7" fmla="*/ 8 h 3555"/>
                <a:gd name="T8" fmla="*/ 1 w 1962"/>
                <a:gd name="T9" fmla="*/ 9 h 3555"/>
                <a:gd name="T10" fmla="*/ 1 w 1962"/>
                <a:gd name="T11" fmla="*/ 10 h 3555"/>
                <a:gd name="T12" fmla="*/ 0 w 1962"/>
                <a:gd name="T13" fmla="*/ 11 h 3555"/>
                <a:gd name="T14" fmla="*/ 0 w 1962"/>
                <a:gd name="T15" fmla="*/ 12 h 3555"/>
                <a:gd name="T16" fmla="*/ 0 w 1962"/>
                <a:gd name="T17" fmla="*/ 13 h 3555"/>
                <a:gd name="T18" fmla="*/ 0 w 1962"/>
                <a:gd name="T19" fmla="*/ 26 h 3555"/>
                <a:gd name="T20" fmla="*/ 0 w 1962"/>
                <a:gd name="T21" fmla="*/ 27 h 3555"/>
                <a:gd name="T22" fmla="*/ 0 w 1962"/>
                <a:gd name="T23" fmla="*/ 28 h 3555"/>
                <a:gd name="T24" fmla="*/ 1 w 1962"/>
                <a:gd name="T25" fmla="*/ 28 h 3555"/>
                <a:gd name="T26" fmla="*/ 1 w 1962"/>
                <a:gd name="T27" fmla="*/ 28 h 3555"/>
                <a:gd name="T28" fmla="*/ 2 w 1962"/>
                <a:gd name="T29" fmla="*/ 28 h 3555"/>
                <a:gd name="T30" fmla="*/ 2 w 1962"/>
                <a:gd name="T31" fmla="*/ 28 h 3555"/>
                <a:gd name="T32" fmla="*/ 3 w 1962"/>
                <a:gd name="T33" fmla="*/ 28 h 3555"/>
                <a:gd name="T34" fmla="*/ 13 w 1962"/>
                <a:gd name="T35" fmla="*/ 22 h 3555"/>
                <a:gd name="T36" fmla="*/ 13 w 1962"/>
                <a:gd name="T37" fmla="*/ 21 h 3555"/>
                <a:gd name="T38" fmla="*/ 14 w 1962"/>
                <a:gd name="T39" fmla="*/ 21 h 3555"/>
                <a:gd name="T40" fmla="*/ 14 w 1962"/>
                <a:gd name="T41" fmla="*/ 20 h 3555"/>
                <a:gd name="T42" fmla="*/ 15 w 1962"/>
                <a:gd name="T43" fmla="*/ 19 h 3555"/>
                <a:gd name="T44" fmla="*/ 15 w 1962"/>
                <a:gd name="T45" fmla="*/ 18 h 3555"/>
                <a:gd name="T46" fmla="*/ 16 w 1962"/>
                <a:gd name="T47" fmla="*/ 18 h 3555"/>
                <a:gd name="T48" fmla="*/ 16 w 1962"/>
                <a:gd name="T49" fmla="*/ 17 h 3555"/>
                <a:gd name="T50" fmla="*/ 16 w 1962"/>
                <a:gd name="T51" fmla="*/ 16 h 3555"/>
                <a:gd name="T52" fmla="*/ 16 w 1962"/>
                <a:gd name="T53" fmla="*/ 2 h 3555"/>
                <a:gd name="T54" fmla="*/ 16 w 1962"/>
                <a:gd name="T55" fmla="*/ 1 h 3555"/>
                <a:gd name="T56" fmla="*/ 15 w 1962"/>
                <a:gd name="T57" fmla="*/ 1 h 3555"/>
                <a:gd name="T58" fmla="*/ 15 w 1962"/>
                <a:gd name="T59" fmla="*/ 0 h 3555"/>
                <a:gd name="T60" fmla="*/ 15 w 1962"/>
                <a:gd name="T61" fmla="*/ 0 h 3555"/>
                <a:gd name="T62" fmla="*/ 14 w 1962"/>
                <a:gd name="T63" fmla="*/ 0 h 3555"/>
                <a:gd name="T64" fmla="*/ 14 w 1962"/>
                <a:gd name="T65" fmla="*/ 0 h 3555"/>
                <a:gd name="T66" fmla="*/ 13 w 1962"/>
                <a:gd name="T67" fmla="*/ 0 h 3555"/>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962"/>
                <a:gd name="T103" fmla="*/ 0 h 3555"/>
                <a:gd name="T104" fmla="*/ 1962 w 1962"/>
                <a:gd name="T105" fmla="*/ 3555 h 3555"/>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962" h="3555">
                  <a:moveTo>
                    <a:pt x="1594" y="50"/>
                  </a:moveTo>
                  <a:lnTo>
                    <a:pt x="368" y="831"/>
                  </a:lnTo>
                  <a:lnTo>
                    <a:pt x="330" y="858"/>
                  </a:lnTo>
                  <a:lnTo>
                    <a:pt x="294" y="888"/>
                  </a:lnTo>
                  <a:lnTo>
                    <a:pt x="259" y="922"/>
                  </a:lnTo>
                  <a:lnTo>
                    <a:pt x="225" y="961"/>
                  </a:lnTo>
                  <a:lnTo>
                    <a:pt x="193" y="1003"/>
                  </a:lnTo>
                  <a:lnTo>
                    <a:pt x="163" y="1047"/>
                  </a:lnTo>
                  <a:lnTo>
                    <a:pt x="133" y="1094"/>
                  </a:lnTo>
                  <a:lnTo>
                    <a:pt x="108" y="1143"/>
                  </a:lnTo>
                  <a:lnTo>
                    <a:pt x="84" y="1193"/>
                  </a:lnTo>
                  <a:lnTo>
                    <a:pt x="63" y="1246"/>
                  </a:lnTo>
                  <a:lnTo>
                    <a:pt x="44" y="1299"/>
                  </a:lnTo>
                  <a:lnTo>
                    <a:pt x="29" y="1353"/>
                  </a:lnTo>
                  <a:lnTo>
                    <a:pt x="16" y="1405"/>
                  </a:lnTo>
                  <a:lnTo>
                    <a:pt x="7" y="1459"/>
                  </a:lnTo>
                  <a:lnTo>
                    <a:pt x="2" y="1512"/>
                  </a:lnTo>
                  <a:lnTo>
                    <a:pt x="0" y="1565"/>
                  </a:lnTo>
                  <a:lnTo>
                    <a:pt x="0" y="3237"/>
                  </a:lnTo>
                  <a:lnTo>
                    <a:pt x="2" y="3287"/>
                  </a:lnTo>
                  <a:lnTo>
                    <a:pt x="7" y="3333"/>
                  </a:lnTo>
                  <a:lnTo>
                    <a:pt x="16" y="3375"/>
                  </a:lnTo>
                  <a:lnTo>
                    <a:pt x="29" y="3413"/>
                  </a:lnTo>
                  <a:lnTo>
                    <a:pt x="44" y="3447"/>
                  </a:lnTo>
                  <a:lnTo>
                    <a:pt x="63" y="3477"/>
                  </a:lnTo>
                  <a:lnTo>
                    <a:pt x="84" y="3502"/>
                  </a:lnTo>
                  <a:lnTo>
                    <a:pt x="108" y="3522"/>
                  </a:lnTo>
                  <a:lnTo>
                    <a:pt x="133" y="3538"/>
                  </a:lnTo>
                  <a:lnTo>
                    <a:pt x="163" y="3549"/>
                  </a:lnTo>
                  <a:lnTo>
                    <a:pt x="193" y="3555"/>
                  </a:lnTo>
                  <a:lnTo>
                    <a:pt x="225" y="3555"/>
                  </a:lnTo>
                  <a:lnTo>
                    <a:pt x="259" y="3550"/>
                  </a:lnTo>
                  <a:lnTo>
                    <a:pt x="294" y="3541"/>
                  </a:lnTo>
                  <a:lnTo>
                    <a:pt x="330" y="3524"/>
                  </a:lnTo>
                  <a:lnTo>
                    <a:pt x="368" y="3503"/>
                  </a:lnTo>
                  <a:lnTo>
                    <a:pt x="1594" y="2722"/>
                  </a:lnTo>
                  <a:lnTo>
                    <a:pt x="1632" y="2696"/>
                  </a:lnTo>
                  <a:lnTo>
                    <a:pt x="1668" y="2665"/>
                  </a:lnTo>
                  <a:lnTo>
                    <a:pt x="1703" y="2631"/>
                  </a:lnTo>
                  <a:lnTo>
                    <a:pt x="1737" y="2592"/>
                  </a:lnTo>
                  <a:lnTo>
                    <a:pt x="1769" y="2551"/>
                  </a:lnTo>
                  <a:lnTo>
                    <a:pt x="1799" y="2506"/>
                  </a:lnTo>
                  <a:lnTo>
                    <a:pt x="1829" y="2460"/>
                  </a:lnTo>
                  <a:lnTo>
                    <a:pt x="1854" y="2411"/>
                  </a:lnTo>
                  <a:lnTo>
                    <a:pt x="1878" y="2361"/>
                  </a:lnTo>
                  <a:lnTo>
                    <a:pt x="1899" y="2308"/>
                  </a:lnTo>
                  <a:lnTo>
                    <a:pt x="1918" y="2256"/>
                  </a:lnTo>
                  <a:lnTo>
                    <a:pt x="1933" y="2202"/>
                  </a:lnTo>
                  <a:lnTo>
                    <a:pt x="1946" y="2149"/>
                  </a:lnTo>
                  <a:lnTo>
                    <a:pt x="1955" y="2095"/>
                  </a:lnTo>
                  <a:lnTo>
                    <a:pt x="1960" y="2042"/>
                  </a:lnTo>
                  <a:lnTo>
                    <a:pt x="1962" y="1989"/>
                  </a:lnTo>
                  <a:lnTo>
                    <a:pt x="1962" y="319"/>
                  </a:lnTo>
                  <a:lnTo>
                    <a:pt x="1960" y="269"/>
                  </a:lnTo>
                  <a:lnTo>
                    <a:pt x="1955" y="223"/>
                  </a:lnTo>
                  <a:lnTo>
                    <a:pt x="1946" y="180"/>
                  </a:lnTo>
                  <a:lnTo>
                    <a:pt x="1933" y="143"/>
                  </a:lnTo>
                  <a:lnTo>
                    <a:pt x="1918" y="109"/>
                  </a:lnTo>
                  <a:lnTo>
                    <a:pt x="1899" y="79"/>
                  </a:lnTo>
                  <a:lnTo>
                    <a:pt x="1878" y="54"/>
                  </a:lnTo>
                  <a:lnTo>
                    <a:pt x="1854" y="33"/>
                  </a:lnTo>
                  <a:lnTo>
                    <a:pt x="1829" y="17"/>
                  </a:lnTo>
                  <a:lnTo>
                    <a:pt x="1799" y="7"/>
                  </a:lnTo>
                  <a:lnTo>
                    <a:pt x="1769" y="0"/>
                  </a:lnTo>
                  <a:lnTo>
                    <a:pt x="1737" y="0"/>
                  </a:lnTo>
                  <a:lnTo>
                    <a:pt x="1703" y="4"/>
                  </a:lnTo>
                  <a:lnTo>
                    <a:pt x="1668" y="14"/>
                  </a:lnTo>
                  <a:lnTo>
                    <a:pt x="1632" y="29"/>
                  </a:lnTo>
                  <a:lnTo>
                    <a:pt x="1594" y="50"/>
                  </a:lnTo>
                  <a:close/>
                </a:path>
              </a:pathLst>
            </a:custGeom>
            <a:solidFill>
              <a:srgbClr val="E5E5E5"/>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7522" name="Freeform 52"/>
            <p:cNvSpPr>
              <a:spLocks noEditPoints="1"/>
            </p:cNvSpPr>
            <p:nvPr/>
          </p:nvSpPr>
          <p:spPr bwMode="auto">
            <a:xfrm>
              <a:off x="916" y="1589"/>
              <a:ext cx="697" cy="698"/>
            </a:xfrm>
            <a:custGeom>
              <a:avLst/>
              <a:gdLst>
                <a:gd name="T0" fmla="*/ 16 w 3485"/>
                <a:gd name="T1" fmla="*/ 0 h 3490"/>
                <a:gd name="T2" fmla="*/ 17 w 3485"/>
                <a:gd name="T3" fmla="*/ 2 h 3490"/>
                <a:gd name="T4" fmla="*/ 17 w 3485"/>
                <a:gd name="T5" fmla="*/ 3 h 3490"/>
                <a:gd name="T6" fmla="*/ 14 w 3485"/>
                <a:gd name="T7" fmla="*/ 4 h 3490"/>
                <a:gd name="T8" fmla="*/ 12 w 3485"/>
                <a:gd name="T9" fmla="*/ 4 h 3490"/>
                <a:gd name="T10" fmla="*/ 11 w 3485"/>
                <a:gd name="T11" fmla="*/ 2 h 3490"/>
                <a:gd name="T12" fmla="*/ 11 w 3485"/>
                <a:gd name="T13" fmla="*/ 1 h 3490"/>
                <a:gd name="T14" fmla="*/ 14 w 3485"/>
                <a:gd name="T15" fmla="*/ 0 h 3490"/>
                <a:gd name="T16" fmla="*/ 3 w 3485"/>
                <a:gd name="T17" fmla="*/ 7 h 3490"/>
                <a:gd name="T18" fmla="*/ 4 w 3485"/>
                <a:gd name="T19" fmla="*/ 9 h 3490"/>
                <a:gd name="T20" fmla="*/ 3 w 3485"/>
                <a:gd name="T21" fmla="*/ 12 h 3490"/>
                <a:gd name="T22" fmla="*/ 2 w 3485"/>
                <a:gd name="T23" fmla="*/ 13 h 3490"/>
                <a:gd name="T24" fmla="*/ 1 w 3485"/>
                <a:gd name="T25" fmla="*/ 12 h 3490"/>
                <a:gd name="T26" fmla="*/ 0 w 3485"/>
                <a:gd name="T27" fmla="*/ 10 h 3490"/>
                <a:gd name="T28" fmla="*/ 0 w 3485"/>
                <a:gd name="T29" fmla="*/ 8 h 3490"/>
                <a:gd name="T30" fmla="*/ 2 w 3485"/>
                <a:gd name="T31" fmla="*/ 6 h 3490"/>
                <a:gd name="T32" fmla="*/ 10 w 3485"/>
                <a:gd name="T33" fmla="*/ 20 h 3490"/>
                <a:gd name="T34" fmla="*/ 11 w 3485"/>
                <a:gd name="T35" fmla="*/ 22 h 3490"/>
                <a:gd name="T36" fmla="*/ 11 w 3485"/>
                <a:gd name="T37" fmla="*/ 25 h 3490"/>
                <a:gd name="T38" fmla="*/ 10 w 3485"/>
                <a:gd name="T39" fmla="*/ 27 h 3490"/>
                <a:gd name="T40" fmla="*/ 8 w 3485"/>
                <a:gd name="T41" fmla="*/ 26 h 3490"/>
                <a:gd name="T42" fmla="*/ 7 w 3485"/>
                <a:gd name="T43" fmla="*/ 24 h 3490"/>
                <a:gd name="T44" fmla="*/ 7 w 3485"/>
                <a:gd name="T45" fmla="*/ 22 h 3490"/>
                <a:gd name="T46" fmla="*/ 8 w 3485"/>
                <a:gd name="T47" fmla="*/ 20 h 3490"/>
                <a:gd name="T48" fmla="*/ 20 w 3485"/>
                <a:gd name="T49" fmla="*/ 21 h 3490"/>
                <a:gd name="T50" fmla="*/ 21 w 3485"/>
                <a:gd name="T51" fmla="*/ 23 h 3490"/>
                <a:gd name="T52" fmla="*/ 21 w 3485"/>
                <a:gd name="T53" fmla="*/ 26 h 3490"/>
                <a:gd name="T54" fmla="*/ 20 w 3485"/>
                <a:gd name="T55" fmla="*/ 28 h 3490"/>
                <a:gd name="T56" fmla="*/ 18 w 3485"/>
                <a:gd name="T57" fmla="*/ 28 h 3490"/>
                <a:gd name="T58" fmla="*/ 17 w 3485"/>
                <a:gd name="T59" fmla="*/ 26 h 3490"/>
                <a:gd name="T60" fmla="*/ 17 w 3485"/>
                <a:gd name="T61" fmla="*/ 23 h 3490"/>
                <a:gd name="T62" fmla="*/ 18 w 3485"/>
                <a:gd name="T63" fmla="*/ 21 h 3490"/>
                <a:gd name="T64" fmla="*/ 19 w 3485"/>
                <a:gd name="T65" fmla="*/ 11 h 3490"/>
                <a:gd name="T66" fmla="*/ 20 w 3485"/>
                <a:gd name="T67" fmla="*/ 13 h 3490"/>
                <a:gd name="T68" fmla="*/ 21 w 3485"/>
                <a:gd name="T69" fmla="*/ 15 h 3490"/>
                <a:gd name="T70" fmla="*/ 20 w 3485"/>
                <a:gd name="T71" fmla="*/ 17 h 3490"/>
                <a:gd name="T72" fmla="*/ 18 w 3485"/>
                <a:gd name="T73" fmla="*/ 17 h 3490"/>
                <a:gd name="T74" fmla="*/ 17 w 3485"/>
                <a:gd name="T75" fmla="*/ 16 h 3490"/>
                <a:gd name="T76" fmla="*/ 17 w 3485"/>
                <a:gd name="T77" fmla="*/ 13 h 3490"/>
                <a:gd name="T78" fmla="*/ 18 w 3485"/>
                <a:gd name="T79" fmla="*/ 11 h 3490"/>
                <a:gd name="T80" fmla="*/ 26 w 3485"/>
                <a:gd name="T81" fmla="*/ 7 h 3490"/>
                <a:gd name="T82" fmla="*/ 27 w 3485"/>
                <a:gd name="T83" fmla="*/ 8 h 3490"/>
                <a:gd name="T84" fmla="*/ 27 w 3485"/>
                <a:gd name="T85" fmla="*/ 11 h 3490"/>
                <a:gd name="T86" fmla="*/ 26 w 3485"/>
                <a:gd name="T87" fmla="*/ 13 h 3490"/>
                <a:gd name="T88" fmla="*/ 25 w 3485"/>
                <a:gd name="T89" fmla="*/ 13 h 3490"/>
                <a:gd name="T90" fmla="*/ 24 w 3485"/>
                <a:gd name="T91" fmla="*/ 12 h 3490"/>
                <a:gd name="T92" fmla="*/ 24 w 3485"/>
                <a:gd name="T93" fmla="*/ 9 h 3490"/>
                <a:gd name="T94" fmla="*/ 24 w 3485"/>
                <a:gd name="T95" fmla="*/ 7 h 3490"/>
                <a:gd name="T96" fmla="*/ 26 w 3485"/>
                <a:gd name="T97" fmla="*/ 17 h 3490"/>
                <a:gd name="T98" fmla="*/ 27 w 3485"/>
                <a:gd name="T99" fmla="*/ 18 h 3490"/>
                <a:gd name="T100" fmla="*/ 28 w 3485"/>
                <a:gd name="T101" fmla="*/ 21 h 3490"/>
                <a:gd name="T102" fmla="*/ 27 w 3485"/>
                <a:gd name="T103" fmla="*/ 23 h 3490"/>
                <a:gd name="T104" fmla="*/ 26 w 3485"/>
                <a:gd name="T105" fmla="*/ 24 h 3490"/>
                <a:gd name="T106" fmla="*/ 24 w 3485"/>
                <a:gd name="T107" fmla="*/ 23 h 3490"/>
                <a:gd name="T108" fmla="*/ 24 w 3485"/>
                <a:gd name="T109" fmla="*/ 20 h 3490"/>
                <a:gd name="T110" fmla="*/ 25 w 3485"/>
                <a:gd name="T111" fmla="*/ 18 h 3490"/>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w 3485"/>
                <a:gd name="T169" fmla="*/ 0 h 3490"/>
                <a:gd name="T170" fmla="*/ 3485 w 3485"/>
                <a:gd name="T171" fmla="*/ 3490 h 3490"/>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T168" t="T169" r="T170" b="T171"/>
              <a:pathLst>
                <a:path w="3485" h="3490">
                  <a:moveTo>
                    <a:pt x="1754" y="0"/>
                  </a:moveTo>
                  <a:lnTo>
                    <a:pt x="1797" y="2"/>
                  </a:lnTo>
                  <a:lnTo>
                    <a:pt x="1840" y="5"/>
                  </a:lnTo>
                  <a:lnTo>
                    <a:pt x="1881" y="12"/>
                  </a:lnTo>
                  <a:lnTo>
                    <a:pt x="1921" y="20"/>
                  </a:lnTo>
                  <a:lnTo>
                    <a:pt x="1959" y="31"/>
                  </a:lnTo>
                  <a:lnTo>
                    <a:pt x="1994" y="44"/>
                  </a:lnTo>
                  <a:lnTo>
                    <a:pt x="2028" y="59"/>
                  </a:lnTo>
                  <a:lnTo>
                    <a:pt x="2058" y="74"/>
                  </a:lnTo>
                  <a:lnTo>
                    <a:pt x="2086" y="93"/>
                  </a:lnTo>
                  <a:lnTo>
                    <a:pt x="2111" y="113"/>
                  </a:lnTo>
                  <a:lnTo>
                    <a:pt x="2132" y="133"/>
                  </a:lnTo>
                  <a:lnTo>
                    <a:pt x="2151" y="155"/>
                  </a:lnTo>
                  <a:lnTo>
                    <a:pt x="2165" y="179"/>
                  </a:lnTo>
                  <a:lnTo>
                    <a:pt x="2175" y="203"/>
                  </a:lnTo>
                  <a:lnTo>
                    <a:pt x="2182" y="229"/>
                  </a:lnTo>
                  <a:lnTo>
                    <a:pt x="2185" y="255"/>
                  </a:lnTo>
                  <a:lnTo>
                    <a:pt x="2182" y="281"/>
                  </a:lnTo>
                  <a:lnTo>
                    <a:pt x="2175" y="305"/>
                  </a:lnTo>
                  <a:lnTo>
                    <a:pt x="2165" y="330"/>
                  </a:lnTo>
                  <a:lnTo>
                    <a:pt x="2151" y="353"/>
                  </a:lnTo>
                  <a:lnTo>
                    <a:pt x="2132" y="376"/>
                  </a:lnTo>
                  <a:lnTo>
                    <a:pt x="2111" y="397"/>
                  </a:lnTo>
                  <a:lnTo>
                    <a:pt x="2086" y="417"/>
                  </a:lnTo>
                  <a:lnTo>
                    <a:pt x="2058" y="434"/>
                  </a:lnTo>
                  <a:lnTo>
                    <a:pt x="2028" y="451"/>
                  </a:lnTo>
                  <a:lnTo>
                    <a:pt x="1994" y="466"/>
                  </a:lnTo>
                  <a:lnTo>
                    <a:pt x="1959" y="479"/>
                  </a:lnTo>
                  <a:lnTo>
                    <a:pt x="1921" y="489"/>
                  </a:lnTo>
                  <a:lnTo>
                    <a:pt x="1881" y="498"/>
                  </a:lnTo>
                  <a:lnTo>
                    <a:pt x="1840" y="505"/>
                  </a:lnTo>
                  <a:lnTo>
                    <a:pt x="1797" y="508"/>
                  </a:lnTo>
                  <a:lnTo>
                    <a:pt x="1754" y="509"/>
                  </a:lnTo>
                  <a:lnTo>
                    <a:pt x="1710" y="508"/>
                  </a:lnTo>
                  <a:lnTo>
                    <a:pt x="1667" y="505"/>
                  </a:lnTo>
                  <a:lnTo>
                    <a:pt x="1626" y="498"/>
                  </a:lnTo>
                  <a:lnTo>
                    <a:pt x="1586" y="489"/>
                  </a:lnTo>
                  <a:lnTo>
                    <a:pt x="1548" y="479"/>
                  </a:lnTo>
                  <a:lnTo>
                    <a:pt x="1512" y="466"/>
                  </a:lnTo>
                  <a:lnTo>
                    <a:pt x="1479" y="451"/>
                  </a:lnTo>
                  <a:lnTo>
                    <a:pt x="1449" y="434"/>
                  </a:lnTo>
                  <a:lnTo>
                    <a:pt x="1421" y="417"/>
                  </a:lnTo>
                  <a:lnTo>
                    <a:pt x="1395" y="397"/>
                  </a:lnTo>
                  <a:lnTo>
                    <a:pt x="1374" y="376"/>
                  </a:lnTo>
                  <a:lnTo>
                    <a:pt x="1355" y="353"/>
                  </a:lnTo>
                  <a:lnTo>
                    <a:pt x="1341" y="330"/>
                  </a:lnTo>
                  <a:lnTo>
                    <a:pt x="1331" y="305"/>
                  </a:lnTo>
                  <a:lnTo>
                    <a:pt x="1324" y="281"/>
                  </a:lnTo>
                  <a:lnTo>
                    <a:pt x="1321" y="255"/>
                  </a:lnTo>
                  <a:lnTo>
                    <a:pt x="1324" y="229"/>
                  </a:lnTo>
                  <a:lnTo>
                    <a:pt x="1331" y="203"/>
                  </a:lnTo>
                  <a:lnTo>
                    <a:pt x="1341" y="179"/>
                  </a:lnTo>
                  <a:lnTo>
                    <a:pt x="1355" y="155"/>
                  </a:lnTo>
                  <a:lnTo>
                    <a:pt x="1374" y="133"/>
                  </a:lnTo>
                  <a:lnTo>
                    <a:pt x="1395" y="113"/>
                  </a:lnTo>
                  <a:lnTo>
                    <a:pt x="1421" y="93"/>
                  </a:lnTo>
                  <a:lnTo>
                    <a:pt x="1449" y="74"/>
                  </a:lnTo>
                  <a:lnTo>
                    <a:pt x="1479" y="59"/>
                  </a:lnTo>
                  <a:lnTo>
                    <a:pt x="1512" y="44"/>
                  </a:lnTo>
                  <a:lnTo>
                    <a:pt x="1548" y="31"/>
                  </a:lnTo>
                  <a:lnTo>
                    <a:pt x="1586" y="20"/>
                  </a:lnTo>
                  <a:lnTo>
                    <a:pt x="1626" y="12"/>
                  </a:lnTo>
                  <a:lnTo>
                    <a:pt x="1667" y="5"/>
                  </a:lnTo>
                  <a:lnTo>
                    <a:pt x="1710" y="2"/>
                  </a:lnTo>
                  <a:lnTo>
                    <a:pt x="1754" y="0"/>
                  </a:lnTo>
                  <a:close/>
                  <a:moveTo>
                    <a:pt x="239" y="786"/>
                  </a:moveTo>
                  <a:lnTo>
                    <a:pt x="263" y="788"/>
                  </a:lnTo>
                  <a:lnTo>
                    <a:pt x="287" y="794"/>
                  </a:lnTo>
                  <a:lnTo>
                    <a:pt x="309" y="805"/>
                  </a:lnTo>
                  <a:lnTo>
                    <a:pt x="331" y="819"/>
                  </a:lnTo>
                  <a:lnTo>
                    <a:pt x="352" y="836"/>
                  </a:lnTo>
                  <a:lnTo>
                    <a:pt x="372" y="857"/>
                  </a:lnTo>
                  <a:lnTo>
                    <a:pt x="390" y="882"/>
                  </a:lnTo>
                  <a:lnTo>
                    <a:pt x="407" y="909"/>
                  </a:lnTo>
                  <a:lnTo>
                    <a:pt x="423" y="940"/>
                  </a:lnTo>
                  <a:lnTo>
                    <a:pt x="437" y="971"/>
                  </a:lnTo>
                  <a:lnTo>
                    <a:pt x="448" y="1006"/>
                  </a:lnTo>
                  <a:lnTo>
                    <a:pt x="459" y="1043"/>
                  </a:lnTo>
                  <a:lnTo>
                    <a:pt x="467" y="1081"/>
                  </a:lnTo>
                  <a:lnTo>
                    <a:pt x="473" y="1121"/>
                  </a:lnTo>
                  <a:lnTo>
                    <a:pt x="476" y="1163"/>
                  </a:lnTo>
                  <a:lnTo>
                    <a:pt x="478" y="1206"/>
                  </a:lnTo>
                  <a:lnTo>
                    <a:pt x="476" y="1248"/>
                  </a:lnTo>
                  <a:lnTo>
                    <a:pt x="473" y="1290"/>
                  </a:lnTo>
                  <a:lnTo>
                    <a:pt x="467" y="1330"/>
                  </a:lnTo>
                  <a:lnTo>
                    <a:pt x="459" y="1367"/>
                  </a:lnTo>
                  <a:lnTo>
                    <a:pt x="448" y="1405"/>
                  </a:lnTo>
                  <a:lnTo>
                    <a:pt x="437" y="1439"/>
                  </a:lnTo>
                  <a:lnTo>
                    <a:pt x="423" y="1472"/>
                  </a:lnTo>
                  <a:lnTo>
                    <a:pt x="407" y="1501"/>
                  </a:lnTo>
                  <a:lnTo>
                    <a:pt x="390" y="1528"/>
                  </a:lnTo>
                  <a:lnTo>
                    <a:pt x="372" y="1553"/>
                  </a:lnTo>
                  <a:lnTo>
                    <a:pt x="352" y="1574"/>
                  </a:lnTo>
                  <a:lnTo>
                    <a:pt x="331" y="1591"/>
                  </a:lnTo>
                  <a:lnTo>
                    <a:pt x="309" y="1605"/>
                  </a:lnTo>
                  <a:lnTo>
                    <a:pt x="287" y="1616"/>
                  </a:lnTo>
                  <a:lnTo>
                    <a:pt x="263" y="1622"/>
                  </a:lnTo>
                  <a:lnTo>
                    <a:pt x="239" y="1624"/>
                  </a:lnTo>
                  <a:lnTo>
                    <a:pt x="214" y="1622"/>
                  </a:lnTo>
                  <a:lnTo>
                    <a:pt x="191" y="1616"/>
                  </a:lnTo>
                  <a:lnTo>
                    <a:pt x="168" y="1605"/>
                  </a:lnTo>
                  <a:lnTo>
                    <a:pt x="146" y="1591"/>
                  </a:lnTo>
                  <a:lnTo>
                    <a:pt x="125" y="1574"/>
                  </a:lnTo>
                  <a:lnTo>
                    <a:pt x="105" y="1553"/>
                  </a:lnTo>
                  <a:lnTo>
                    <a:pt x="87" y="1528"/>
                  </a:lnTo>
                  <a:lnTo>
                    <a:pt x="70" y="1501"/>
                  </a:lnTo>
                  <a:lnTo>
                    <a:pt x="55" y="1472"/>
                  </a:lnTo>
                  <a:lnTo>
                    <a:pt x="41" y="1439"/>
                  </a:lnTo>
                  <a:lnTo>
                    <a:pt x="29" y="1405"/>
                  </a:lnTo>
                  <a:lnTo>
                    <a:pt x="18" y="1367"/>
                  </a:lnTo>
                  <a:lnTo>
                    <a:pt x="10" y="1330"/>
                  </a:lnTo>
                  <a:lnTo>
                    <a:pt x="4" y="1290"/>
                  </a:lnTo>
                  <a:lnTo>
                    <a:pt x="1" y="1248"/>
                  </a:lnTo>
                  <a:lnTo>
                    <a:pt x="0" y="1206"/>
                  </a:lnTo>
                  <a:lnTo>
                    <a:pt x="1" y="1163"/>
                  </a:lnTo>
                  <a:lnTo>
                    <a:pt x="4" y="1121"/>
                  </a:lnTo>
                  <a:lnTo>
                    <a:pt x="10" y="1081"/>
                  </a:lnTo>
                  <a:lnTo>
                    <a:pt x="18" y="1043"/>
                  </a:lnTo>
                  <a:lnTo>
                    <a:pt x="29" y="1006"/>
                  </a:lnTo>
                  <a:lnTo>
                    <a:pt x="41" y="971"/>
                  </a:lnTo>
                  <a:lnTo>
                    <a:pt x="55" y="940"/>
                  </a:lnTo>
                  <a:lnTo>
                    <a:pt x="70" y="909"/>
                  </a:lnTo>
                  <a:lnTo>
                    <a:pt x="87" y="882"/>
                  </a:lnTo>
                  <a:lnTo>
                    <a:pt x="105" y="857"/>
                  </a:lnTo>
                  <a:lnTo>
                    <a:pt x="125" y="836"/>
                  </a:lnTo>
                  <a:lnTo>
                    <a:pt x="146" y="819"/>
                  </a:lnTo>
                  <a:lnTo>
                    <a:pt x="168" y="805"/>
                  </a:lnTo>
                  <a:lnTo>
                    <a:pt x="191" y="794"/>
                  </a:lnTo>
                  <a:lnTo>
                    <a:pt x="214" y="788"/>
                  </a:lnTo>
                  <a:lnTo>
                    <a:pt x="239" y="786"/>
                  </a:lnTo>
                  <a:close/>
                  <a:moveTo>
                    <a:pt x="1119" y="2495"/>
                  </a:moveTo>
                  <a:lnTo>
                    <a:pt x="1143" y="2498"/>
                  </a:lnTo>
                  <a:lnTo>
                    <a:pt x="1167" y="2504"/>
                  </a:lnTo>
                  <a:lnTo>
                    <a:pt x="1190" y="2514"/>
                  </a:lnTo>
                  <a:lnTo>
                    <a:pt x="1211" y="2528"/>
                  </a:lnTo>
                  <a:lnTo>
                    <a:pt x="1232" y="2546"/>
                  </a:lnTo>
                  <a:lnTo>
                    <a:pt x="1252" y="2567"/>
                  </a:lnTo>
                  <a:lnTo>
                    <a:pt x="1271" y="2592"/>
                  </a:lnTo>
                  <a:lnTo>
                    <a:pt x="1288" y="2618"/>
                  </a:lnTo>
                  <a:lnTo>
                    <a:pt x="1304" y="2648"/>
                  </a:lnTo>
                  <a:lnTo>
                    <a:pt x="1318" y="2681"/>
                  </a:lnTo>
                  <a:lnTo>
                    <a:pt x="1329" y="2715"/>
                  </a:lnTo>
                  <a:lnTo>
                    <a:pt x="1340" y="2752"/>
                  </a:lnTo>
                  <a:lnTo>
                    <a:pt x="1348" y="2790"/>
                  </a:lnTo>
                  <a:lnTo>
                    <a:pt x="1354" y="2830"/>
                  </a:lnTo>
                  <a:lnTo>
                    <a:pt x="1358" y="2872"/>
                  </a:lnTo>
                  <a:lnTo>
                    <a:pt x="1359" y="2914"/>
                  </a:lnTo>
                  <a:lnTo>
                    <a:pt x="1358" y="2956"/>
                  </a:lnTo>
                  <a:lnTo>
                    <a:pt x="1354" y="2998"/>
                  </a:lnTo>
                  <a:lnTo>
                    <a:pt x="1348" y="3038"/>
                  </a:lnTo>
                  <a:lnTo>
                    <a:pt x="1340" y="3077"/>
                  </a:lnTo>
                  <a:lnTo>
                    <a:pt x="1329" y="3113"/>
                  </a:lnTo>
                  <a:lnTo>
                    <a:pt x="1318" y="3147"/>
                  </a:lnTo>
                  <a:lnTo>
                    <a:pt x="1304" y="3180"/>
                  </a:lnTo>
                  <a:lnTo>
                    <a:pt x="1288" y="3209"/>
                  </a:lnTo>
                  <a:lnTo>
                    <a:pt x="1271" y="3238"/>
                  </a:lnTo>
                  <a:lnTo>
                    <a:pt x="1252" y="3261"/>
                  </a:lnTo>
                  <a:lnTo>
                    <a:pt x="1232" y="3282"/>
                  </a:lnTo>
                  <a:lnTo>
                    <a:pt x="1211" y="3301"/>
                  </a:lnTo>
                  <a:lnTo>
                    <a:pt x="1190" y="3315"/>
                  </a:lnTo>
                  <a:lnTo>
                    <a:pt x="1167" y="3325"/>
                  </a:lnTo>
                  <a:lnTo>
                    <a:pt x="1143" y="3331"/>
                  </a:lnTo>
                  <a:lnTo>
                    <a:pt x="1119" y="3334"/>
                  </a:lnTo>
                  <a:lnTo>
                    <a:pt x="1094" y="3331"/>
                  </a:lnTo>
                  <a:lnTo>
                    <a:pt x="1070" y="3325"/>
                  </a:lnTo>
                  <a:lnTo>
                    <a:pt x="1048" y="3315"/>
                  </a:lnTo>
                  <a:lnTo>
                    <a:pt x="1026" y="3301"/>
                  </a:lnTo>
                  <a:lnTo>
                    <a:pt x="1005" y="3282"/>
                  </a:lnTo>
                  <a:lnTo>
                    <a:pt x="985" y="3261"/>
                  </a:lnTo>
                  <a:lnTo>
                    <a:pt x="967" y="3238"/>
                  </a:lnTo>
                  <a:lnTo>
                    <a:pt x="950" y="3209"/>
                  </a:lnTo>
                  <a:lnTo>
                    <a:pt x="935" y="3180"/>
                  </a:lnTo>
                  <a:lnTo>
                    <a:pt x="921" y="3147"/>
                  </a:lnTo>
                  <a:lnTo>
                    <a:pt x="909" y="3113"/>
                  </a:lnTo>
                  <a:lnTo>
                    <a:pt x="898" y="3077"/>
                  </a:lnTo>
                  <a:lnTo>
                    <a:pt x="890" y="3038"/>
                  </a:lnTo>
                  <a:lnTo>
                    <a:pt x="884" y="2998"/>
                  </a:lnTo>
                  <a:lnTo>
                    <a:pt x="881" y="2956"/>
                  </a:lnTo>
                  <a:lnTo>
                    <a:pt x="880" y="2914"/>
                  </a:lnTo>
                  <a:lnTo>
                    <a:pt x="881" y="2872"/>
                  </a:lnTo>
                  <a:lnTo>
                    <a:pt x="884" y="2830"/>
                  </a:lnTo>
                  <a:lnTo>
                    <a:pt x="890" y="2790"/>
                  </a:lnTo>
                  <a:lnTo>
                    <a:pt x="898" y="2752"/>
                  </a:lnTo>
                  <a:lnTo>
                    <a:pt x="909" y="2715"/>
                  </a:lnTo>
                  <a:lnTo>
                    <a:pt x="921" y="2681"/>
                  </a:lnTo>
                  <a:lnTo>
                    <a:pt x="935" y="2648"/>
                  </a:lnTo>
                  <a:lnTo>
                    <a:pt x="950" y="2618"/>
                  </a:lnTo>
                  <a:lnTo>
                    <a:pt x="967" y="2592"/>
                  </a:lnTo>
                  <a:lnTo>
                    <a:pt x="985" y="2567"/>
                  </a:lnTo>
                  <a:lnTo>
                    <a:pt x="1005" y="2546"/>
                  </a:lnTo>
                  <a:lnTo>
                    <a:pt x="1026" y="2528"/>
                  </a:lnTo>
                  <a:lnTo>
                    <a:pt x="1048" y="2514"/>
                  </a:lnTo>
                  <a:lnTo>
                    <a:pt x="1070" y="2504"/>
                  </a:lnTo>
                  <a:lnTo>
                    <a:pt x="1094" y="2498"/>
                  </a:lnTo>
                  <a:lnTo>
                    <a:pt x="1119" y="2495"/>
                  </a:lnTo>
                  <a:close/>
                  <a:moveTo>
                    <a:pt x="2380" y="2651"/>
                  </a:moveTo>
                  <a:lnTo>
                    <a:pt x="2405" y="2654"/>
                  </a:lnTo>
                  <a:lnTo>
                    <a:pt x="2428" y="2660"/>
                  </a:lnTo>
                  <a:lnTo>
                    <a:pt x="2452" y="2670"/>
                  </a:lnTo>
                  <a:lnTo>
                    <a:pt x="2473" y="2684"/>
                  </a:lnTo>
                  <a:lnTo>
                    <a:pt x="2494" y="2703"/>
                  </a:lnTo>
                  <a:lnTo>
                    <a:pt x="2514" y="2724"/>
                  </a:lnTo>
                  <a:lnTo>
                    <a:pt x="2533" y="2747"/>
                  </a:lnTo>
                  <a:lnTo>
                    <a:pt x="2550" y="2774"/>
                  </a:lnTo>
                  <a:lnTo>
                    <a:pt x="2565" y="2805"/>
                  </a:lnTo>
                  <a:lnTo>
                    <a:pt x="2580" y="2838"/>
                  </a:lnTo>
                  <a:lnTo>
                    <a:pt x="2591" y="2872"/>
                  </a:lnTo>
                  <a:lnTo>
                    <a:pt x="2602" y="2908"/>
                  </a:lnTo>
                  <a:lnTo>
                    <a:pt x="2610" y="2947"/>
                  </a:lnTo>
                  <a:lnTo>
                    <a:pt x="2616" y="2987"/>
                  </a:lnTo>
                  <a:lnTo>
                    <a:pt x="2619" y="3029"/>
                  </a:lnTo>
                  <a:lnTo>
                    <a:pt x="2621" y="3071"/>
                  </a:lnTo>
                  <a:lnTo>
                    <a:pt x="2619" y="3113"/>
                  </a:lnTo>
                  <a:lnTo>
                    <a:pt x="2616" y="3155"/>
                  </a:lnTo>
                  <a:lnTo>
                    <a:pt x="2610" y="3195"/>
                  </a:lnTo>
                  <a:lnTo>
                    <a:pt x="2602" y="3233"/>
                  </a:lnTo>
                  <a:lnTo>
                    <a:pt x="2591" y="3270"/>
                  </a:lnTo>
                  <a:lnTo>
                    <a:pt x="2580" y="3304"/>
                  </a:lnTo>
                  <a:lnTo>
                    <a:pt x="2565" y="3337"/>
                  </a:lnTo>
                  <a:lnTo>
                    <a:pt x="2550" y="3367"/>
                  </a:lnTo>
                  <a:lnTo>
                    <a:pt x="2533" y="3393"/>
                  </a:lnTo>
                  <a:lnTo>
                    <a:pt x="2514" y="3418"/>
                  </a:lnTo>
                  <a:lnTo>
                    <a:pt x="2494" y="3439"/>
                  </a:lnTo>
                  <a:lnTo>
                    <a:pt x="2473" y="3457"/>
                  </a:lnTo>
                  <a:lnTo>
                    <a:pt x="2452" y="3471"/>
                  </a:lnTo>
                  <a:lnTo>
                    <a:pt x="2428" y="3481"/>
                  </a:lnTo>
                  <a:lnTo>
                    <a:pt x="2405" y="3487"/>
                  </a:lnTo>
                  <a:lnTo>
                    <a:pt x="2380" y="3490"/>
                  </a:lnTo>
                  <a:lnTo>
                    <a:pt x="2356" y="3487"/>
                  </a:lnTo>
                  <a:lnTo>
                    <a:pt x="2332" y="3481"/>
                  </a:lnTo>
                  <a:lnTo>
                    <a:pt x="2310" y="3471"/>
                  </a:lnTo>
                  <a:lnTo>
                    <a:pt x="2288" y="3457"/>
                  </a:lnTo>
                  <a:lnTo>
                    <a:pt x="2267" y="3439"/>
                  </a:lnTo>
                  <a:lnTo>
                    <a:pt x="2248" y="3418"/>
                  </a:lnTo>
                  <a:lnTo>
                    <a:pt x="2229" y="3393"/>
                  </a:lnTo>
                  <a:lnTo>
                    <a:pt x="2212" y="3367"/>
                  </a:lnTo>
                  <a:lnTo>
                    <a:pt x="2196" y="3337"/>
                  </a:lnTo>
                  <a:lnTo>
                    <a:pt x="2182" y="3304"/>
                  </a:lnTo>
                  <a:lnTo>
                    <a:pt x="2171" y="3270"/>
                  </a:lnTo>
                  <a:lnTo>
                    <a:pt x="2160" y="3233"/>
                  </a:lnTo>
                  <a:lnTo>
                    <a:pt x="2152" y="3195"/>
                  </a:lnTo>
                  <a:lnTo>
                    <a:pt x="2146" y="3155"/>
                  </a:lnTo>
                  <a:lnTo>
                    <a:pt x="2142" y="3113"/>
                  </a:lnTo>
                  <a:lnTo>
                    <a:pt x="2141" y="3071"/>
                  </a:lnTo>
                  <a:lnTo>
                    <a:pt x="2142" y="3029"/>
                  </a:lnTo>
                  <a:lnTo>
                    <a:pt x="2146" y="2987"/>
                  </a:lnTo>
                  <a:lnTo>
                    <a:pt x="2152" y="2947"/>
                  </a:lnTo>
                  <a:lnTo>
                    <a:pt x="2160" y="2908"/>
                  </a:lnTo>
                  <a:lnTo>
                    <a:pt x="2171" y="2872"/>
                  </a:lnTo>
                  <a:lnTo>
                    <a:pt x="2182" y="2838"/>
                  </a:lnTo>
                  <a:lnTo>
                    <a:pt x="2196" y="2805"/>
                  </a:lnTo>
                  <a:lnTo>
                    <a:pt x="2212" y="2774"/>
                  </a:lnTo>
                  <a:lnTo>
                    <a:pt x="2229" y="2747"/>
                  </a:lnTo>
                  <a:lnTo>
                    <a:pt x="2248" y="2724"/>
                  </a:lnTo>
                  <a:lnTo>
                    <a:pt x="2267" y="2703"/>
                  </a:lnTo>
                  <a:lnTo>
                    <a:pt x="2288" y="2684"/>
                  </a:lnTo>
                  <a:lnTo>
                    <a:pt x="2310" y="2670"/>
                  </a:lnTo>
                  <a:lnTo>
                    <a:pt x="2332" y="2660"/>
                  </a:lnTo>
                  <a:lnTo>
                    <a:pt x="2356" y="2654"/>
                  </a:lnTo>
                  <a:lnTo>
                    <a:pt x="2380" y="2651"/>
                  </a:lnTo>
                  <a:close/>
                  <a:moveTo>
                    <a:pt x="2342" y="1355"/>
                  </a:moveTo>
                  <a:lnTo>
                    <a:pt x="2366" y="1357"/>
                  </a:lnTo>
                  <a:lnTo>
                    <a:pt x="2390" y="1363"/>
                  </a:lnTo>
                  <a:lnTo>
                    <a:pt x="2412" y="1373"/>
                  </a:lnTo>
                  <a:lnTo>
                    <a:pt x="2434" y="1387"/>
                  </a:lnTo>
                  <a:lnTo>
                    <a:pt x="2455" y="1405"/>
                  </a:lnTo>
                  <a:lnTo>
                    <a:pt x="2475" y="1426"/>
                  </a:lnTo>
                  <a:lnTo>
                    <a:pt x="2493" y="1451"/>
                  </a:lnTo>
                  <a:lnTo>
                    <a:pt x="2510" y="1478"/>
                  </a:lnTo>
                  <a:lnTo>
                    <a:pt x="2526" y="1507"/>
                  </a:lnTo>
                  <a:lnTo>
                    <a:pt x="2540" y="1540"/>
                  </a:lnTo>
                  <a:lnTo>
                    <a:pt x="2551" y="1574"/>
                  </a:lnTo>
                  <a:lnTo>
                    <a:pt x="2562" y="1611"/>
                  </a:lnTo>
                  <a:lnTo>
                    <a:pt x="2570" y="1649"/>
                  </a:lnTo>
                  <a:lnTo>
                    <a:pt x="2576" y="1689"/>
                  </a:lnTo>
                  <a:lnTo>
                    <a:pt x="2580" y="1731"/>
                  </a:lnTo>
                  <a:lnTo>
                    <a:pt x="2581" y="1773"/>
                  </a:lnTo>
                  <a:lnTo>
                    <a:pt x="2580" y="1815"/>
                  </a:lnTo>
                  <a:lnTo>
                    <a:pt x="2576" y="1858"/>
                  </a:lnTo>
                  <a:lnTo>
                    <a:pt x="2570" y="1897"/>
                  </a:lnTo>
                  <a:lnTo>
                    <a:pt x="2562" y="1936"/>
                  </a:lnTo>
                  <a:lnTo>
                    <a:pt x="2551" y="1972"/>
                  </a:lnTo>
                  <a:lnTo>
                    <a:pt x="2540" y="2008"/>
                  </a:lnTo>
                  <a:lnTo>
                    <a:pt x="2526" y="2039"/>
                  </a:lnTo>
                  <a:lnTo>
                    <a:pt x="2510" y="2070"/>
                  </a:lnTo>
                  <a:lnTo>
                    <a:pt x="2493" y="2097"/>
                  </a:lnTo>
                  <a:lnTo>
                    <a:pt x="2475" y="2121"/>
                  </a:lnTo>
                  <a:lnTo>
                    <a:pt x="2455" y="2142"/>
                  </a:lnTo>
                  <a:lnTo>
                    <a:pt x="2434" y="2160"/>
                  </a:lnTo>
                  <a:lnTo>
                    <a:pt x="2412" y="2174"/>
                  </a:lnTo>
                  <a:lnTo>
                    <a:pt x="2390" y="2185"/>
                  </a:lnTo>
                  <a:lnTo>
                    <a:pt x="2366" y="2191"/>
                  </a:lnTo>
                  <a:lnTo>
                    <a:pt x="2342" y="2193"/>
                  </a:lnTo>
                  <a:lnTo>
                    <a:pt x="2317" y="2191"/>
                  </a:lnTo>
                  <a:lnTo>
                    <a:pt x="2294" y="2185"/>
                  </a:lnTo>
                  <a:lnTo>
                    <a:pt x="2270" y="2174"/>
                  </a:lnTo>
                  <a:lnTo>
                    <a:pt x="2249" y="2160"/>
                  </a:lnTo>
                  <a:lnTo>
                    <a:pt x="2228" y="2142"/>
                  </a:lnTo>
                  <a:lnTo>
                    <a:pt x="2208" y="2121"/>
                  </a:lnTo>
                  <a:lnTo>
                    <a:pt x="2189" y="2097"/>
                  </a:lnTo>
                  <a:lnTo>
                    <a:pt x="2173" y="2070"/>
                  </a:lnTo>
                  <a:lnTo>
                    <a:pt x="2157" y="2039"/>
                  </a:lnTo>
                  <a:lnTo>
                    <a:pt x="2142" y="2008"/>
                  </a:lnTo>
                  <a:lnTo>
                    <a:pt x="2131" y="1972"/>
                  </a:lnTo>
                  <a:lnTo>
                    <a:pt x="2120" y="1936"/>
                  </a:lnTo>
                  <a:lnTo>
                    <a:pt x="2112" y="1897"/>
                  </a:lnTo>
                  <a:lnTo>
                    <a:pt x="2106" y="1858"/>
                  </a:lnTo>
                  <a:lnTo>
                    <a:pt x="2103" y="1815"/>
                  </a:lnTo>
                  <a:lnTo>
                    <a:pt x="2101" y="1773"/>
                  </a:lnTo>
                  <a:lnTo>
                    <a:pt x="2103" y="1731"/>
                  </a:lnTo>
                  <a:lnTo>
                    <a:pt x="2106" y="1689"/>
                  </a:lnTo>
                  <a:lnTo>
                    <a:pt x="2112" y="1649"/>
                  </a:lnTo>
                  <a:lnTo>
                    <a:pt x="2120" y="1611"/>
                  </a:lnTo>
                  <a:lnTo>
                    <a:pt x="2131" y="1574"/>
                  </a:lnTo>
                  <a:lnTo>
                    <a:pt x="2142" y="1540"/>
                  </a:lnTo>
                  <a:lnTo>
                    <a:pt x="2157" y="1507"/>
                  </a:lnTo>
                  <a:lnTo>
                    <a:pt x="2173" y="1478"/>
                  </a:lnTo>
                  <a:lnTo>
                    <a:pt x="2189" y="1451"/>
                  </a:lnTo>
                  <a:lnTo>
                    <a:pt x="2208" y="1426"/>
                  </a:lnTo>
                  <a:lnTo>
                    <a:pt x="2228" y="1405"/>
                  </a:lnTo>
                  <a:lnTo>
                    <a:pt x="2249" y="1387"/>
                  </a:lnTo>
                  <a:lnTo>
                    <a:pt x="2270" y="1373"/>
                  </a:lnTo>
                  <a:lnTo>
                    <a:pt x="2294" y="1363"/>
                  </a:lnTo>
                  <a:lnTo>
                    <a:pt x="2317" y="1357"/>
                  </a:lnTo>
                  <a:lnTo>
                    <a:pt x="2342" y="1355"/>
                  </a:lnTo>
                  <a:close/>
                  <a:moveTo>
                    <a:pt x="3179" y="819"/>
                  </a:moveTo>
                  <a:lnTo>
                    <a:pt x="3204" y="821"/>
                  </a:lnTo>
                  <a:lnTo>
                    <a:pt x="3227" y="827"/>
                  </a:lnTo>
                  <a:lnTo>
                    <a:pt x="3250" y="838"/>
                  </a:lnTo>
                  <a:lnTo>
                    <a:pt x="3272" y="852"/>
                  </a:lnTo>
                  <a:lnTo>
                    <a:pt x="3293" y="869"/>
                  </a:lnTo>
                  <a:lnTo>
                    <a:pt x="3312" y="890"/>
                  </a:lnTo>
                  <a:lnTo>
                    <a:pt x="3331" y="915"/>
                  </a:lnTo>
                  <a:lnTo>
                    <a:pt x="3348" y="942"/>
                  </a:lnTo>
                  <a:lnTo>
                    <a:pt x="3363" y="971"/>
                  </a:lnTo>
                  <a:lnTo>
                    <a:pt x="3377" y="1004"/>
                  </a:lnTo>
                  <a:lnTo>
                    <a:pt x="3389" y="1038"/>
                  </a:lnTo>
                  <a:lnTo>
                    <a:pt x="3400" y="1076"/>
                  </a:lnTo>
                  <a:lnTo>
                    <a:pt x="3408" y="1113"/>
                  </a:lnTo>
                  <a:lnTo>
                    <a:pt x="3414" y="1153"/>
                  </a:lnTo>
                  <a:lnTo>
                    <a:pt x="3417" y="1195"/>
                  </a:lnTo>
                  <a:lnTo>
                    <a:pt x="3418" y="1237"/>
                  </a:lnTo>
                  <a:lnTo>
                    <a:pt x="3417" y="1280"/>
                  </a:lnTo>
                  <a:lnTo>
                    <a:pt x="3414" y="1322"/>
                  </a:lnTo>
                  <a:lnTo>
                    <a:pt x="3408" y="1362"/>
                  </a:lnTo>
                  <a:lnTo>
                    <a:pt x="3400" y="1399"/>
                  </a:lnTo>
                  <a:lnTo>
                    <a:pt x="3389" y="1437"/>
                  </a:lnTo>
                  <a:lnTo>
                    <a:pt x="3377" y="1471"/>
                  </a:lnTo>
                  <a:lnTo>
                    <a:pt x="3363" y="1503"/>
                  </a:lnTo>
                  <a:lnTo>
                    <a:pt x="3348" y="1533"/>
                  </a:lnTo>
                  <a:lnTo>
                    <a:pt x="3331" y="1560"/>
                  </a:lnTo>
                  <a:lnTo>
                    <a:pt x="3312" y="1584"/>
                  </a:lnTo>
                  <a:lnTo>
                    <a:pt x="3293" y="1605"/>
                  </a:lnTo>
                  <a:lnTo>
                    <a:pt x="3272" y="1623"/>
                  </a:lnTo>
                  <a:lnTo>
                    <a:pt x="3250" y="1637"/>
                  </a:lnTo>
                  <a:lnTo>
                    <a:pt x="3227" y="1648"/>
                  </a:lnTo>
                  <a:lnTo>
                    <a:pt x="3204" y="1654"/>
                  </a:lnTo>
                  <a:lnTo>
                    <a:pt x="3179" y="1656"/>
                  </a:lnTo>
                  <a:lnTo>
                    <a:pt x="3155" y="1654"/>
                  </a:lnTo>
                  <a:lnTo>
                    <a:pt x="3131" y="1648"/>
                  </a:lnTo>
                  <a:lnTo>
                    <a:pt x="3108" y="1637"/>
                  </a:lnTo>
                  <a:lnTo>
                    <a:pt x="3087" y="1623"/>
                  </a:lnTo>
                  <a:lnTo>
                    <a:pt x="3066" y="1605"/>
                  </a:lnTo>
                  <a:lnTo>
                    <a:pt x="3046" y="1584"/>
                  </a:lnTo>
                  <a:lnTo>
                    <a:pt x="3027" y="1560"/>
                  </a:lnTo>
                  <a:lnTo>
                    <a:pt x="3011" y="1533"/>
                  </a:lnTo>
                  <a:lnTo>
                    <a:pt x="2994" y="1503"/>
                  </a:lnTo>
                  <a:lnTo>
                    <a:pt x="2980" y="1471"/>
                  </a:lnTo>
                  <a:lnTo>
                    <a:pt x="2968" y="1437"/>
                  </a:lnTo>
                  <a:lnTo>
                    <a:pt x="2958" y="1399"/>
                  </a:lnTo>
                  <a:lnTo>
                    <a:pt x="2950" y="1362"/>
                  </a:lnTo>
                  <a:lnTo>
                    <a:pt x="2944" y="1322"/>
                  </a:lnTo>
                  <a:lnTo>
                    <a:pt x="2940" y="1280"/>
                  </a:lnTo>
                  <a:lnTo>
                    <a:pt x="2939" y="1237"/>
                  </a:lnTo>
                  <a:lnTo>
                    <a:pt x="2940" y="1195"/>
                  </a:lnTo>
                  <a:lnTo>
                    <a:pt x="2944" y="1153"/>
                  </a:lnTo>
                  <a:lnTo>
                    <a:pt x="2950" y="1113"/>
                  </a:lnTo>
                  <a:lnTo>
                    <a:pt x="2958" y="1076"/>
                  </a:lnTo>
                  <a:lnTo>
                    <a:pt x="2968" y="1038"/>
                  </a:lnTo>
                  <a:lnTo>
                    <a:pt x="2980" y="1004"/>
                  </a:lnTo>
                  <a:lnTo>
                    <a:pt x="2994" y="971"/>
                  </a:lnTo>
                  <a:lnTo>
                    <a:pt x="3011" y="942"/>
                  </a:lnTo>
                  <a:lnTo>
                    <a:pt x="3027" y="915"/>
                  </a:lnTo>
                  <a:lnTo>
                    <a:pt x="3046" y="890"/>
                  </a:lnTo>
                  <a:lnTo>
                    <a:pt x="3066" y="869"/>
                  </a:lnTo>
                  <a:lnTo>
                    <a:pt x="3087" y="852"/>
                  </a:lnTo>
                  <a:lnTo>
                    <a:pt x="3108" y="838"/>
                  </a:lnTo>
                  <a:lnTo>
                    <a:pt x="3131" y="827"/>
                  </a:lnTo>
                  <a:lnTo>
                    <a:pt x="3155" y="821"/>
                  </a:lnTo>
                  <a:lnTo>
                    <a:pt x="3179" y="819"/>
                  </a:lnTo>
                  <a:close/>
                  <a:moveTo>
                    <a:pt x="3246" y="2144"/>
                  </a:moveTo>
                  <a:lnTo>
                    <a:pt x="3271" y="2146"/>
                  </a:lnTo>
                  <a:lnTo>
                    <a:pt x="3294" y="2152"/>
                  </a:lnTo>
                  <a:lnTo>
                    <a:pt x="3316" y="2162"/>
                  </a:lnTo>
                  <a:lnTo>
                    <a:pt x="3339" y="2176"/>
                  </a:lnTo>
                  <a:lnTo>
                    <a:pt x="3360" y="2194"/>
                  </a:lnTo>
                  <a:lnTo>
                    <a:pt x="3380" y="2215"/>
                  </a:lnTo>
                  <a:lnTo>
                    <a:pt x="3397" y="2240"/>
                  </a:lnTo>
                  <a:lnTo>
                    <a:pt x="3415" y="2267"/>
                  </a:lnTo>
                  <a:lnTo>
                    <a:pt x="3430" y="2296"/>
                  </a:lnTo>
                  <a:lnTo>
                    <a:pt x="3444" y="2329"/>
                  </a:lnTo>
                  <a:lnTo>
                    <a:pt x="3456" y="2363"/>
                  </a:lnTo>
                  <a:lnTo>
                    <a:pt x="3466" y="2400"/>
                  </a:lnTo>
                  <a:lnTo>
                    <a:pt x="3475" y="2438"/>
                  </a:lnTo>
                  <a:lnTo>
                    <a:pt x="3480" y="2478"/>
                  </a:lnTo>
                  <a:lnTo>
                    <a:pt x="3484" y="2520"/>
                  </a:lnTo>
                  <a:lnTo>
                    <a:pt x="3485" y="2562"/>
                  </a:lnTo>
                  <a:lnTo>
                    <a:pt x="3484" y="2604"/>
                  </a:lnTo>
                  <a:lnTo>
                    <a:pt x="3480" y="2647"/>
                  </a:lnTo>
                  <a:lnTo>
                    <a:pt x="3475" y="2686"/>
                  </a:lnTo>
                  <a:lnTo>
                    <a:pt x="3466" y="2725"/>
                  </a:lnTo>
                  <a:lnTo>
                    <a:pt x="3456" y="2762"/>
                  </a:lnTo>
                  <a:lnTo>
                    <a:pt x="3444" y="2796"/>
                  </a:lnTo>
                  <a:lnTo>
                    <a:pt x="3430" y="2828"/>
                  </a:lnTo>
                  <a:lnTo>
                    <a:pt x="3415" y="2858"/>
                  </a:lnTo>
                  <a:lnTo>
                    <a:pt x="3397" y="2886"/>
                  </a:lnTo>
                  <a:lnTo>
                    <a:pt x="3380" y="2909"/>
                  </a:lnTo>
                  <a:lnTo>
                    <a:pt x="3360" y="2930"/>
                  </a:lnTo>
                  <a:lnTo>
                    <a:pt x="3339" y="2949"/>
                  </a:lnTo>
                  <a:lnTo>
                    <a:pt x="3316" y="2963"/>
                  </a:lnTo>
                  <a:lnTo>
                    <a:pt x="3294" y="2974"/>
                  </a:lnTo>
                  <a:lnTo>
                    <a:pt x="3271" y="2980"/>
                  </a:lnTo>
                  <a:lnTo>
                    <a:pt x="3246" y="2982"/>
                  </a:lnTo>
                  <a:lnTo>
                    <a:pt x="3222" y="2980"/>
                  </a:lnTo>
                  <a:lnTo>
                    <a:pt x="3198" y="2974"/>
                  </a:lnTo>
                  <a:lnTo>
                    <a:pt x="3176" y="2963"/>
                  </a:lnTo>
                  <a:lnTo>
                    <a:pt x="3154" y="2949"/>
                  </a:lnTo>
                  <a:lnTo>
                    <a:pt x="3133" y="2930"/>
                  </a:lnTo>
                  <a:lnTo>
                    <a:pt x="3113" y="2909"/>
                  </a:lnTo>
                  <a:lnTo>
                    <a:pt x="3095" y="2886"/>
                  </a:lnTo>
                  <a:lnTo>
                    <a:pt x="3077" y="2858"/>
                  </a:lnTo>
                  <a:lnTo>
                    <a:pt x="3062" y="2828"/>
                  </a:lnTo>
                  <a:lnTo>
                    <a:pt x="3048" y="2796"/>
                  </a:lnTo>
                  <a:lnTo>
                    <a:pt x="3036" y="2762"/>
                  </a:lnTo>
                  <a:lnTo>
                    <a:pt x="3026" y="2725"/>
                  </a:lnTo>
                  <a:lnTo>
                    <a:pt x="3018" y="2686"/>
                  </a:lnTo>
                  <a:lnTo>
                    <a:pt x="3012" y="2647"/>
                  </a:lnTo>
                  <a:lnTo>
                    <a:pt x="3008" y="2604"/>
                  </a:lnTo>
                  <a:lnTo>
                    <a:pt x="3007" y="2562"/>
                  </a:lnTo>
                  <a:lnTo>
                    <a:pt x="3008" y="2520"/>
                  </a:lnTo>
                  <a:lnTo>
                    <a:pt x="3012" y="2478"/>
                  </a:lnTo>
                  <a:lnTo>
                    <a:pt x="3018" y="2438"/>
                  </a:lnTo>
                  <a:lnTo>
                    <a:pt x="3026" y="2400"/>
                  </a:lnTo>
                  <a:lnTo>
                    <a:pt x="3036" y="2363"/>
                  </a:lnTo>
                  <a:lnTo>
                    <a:pt x="3048" y="2329"/>
                  </a:lnTo>
                  <a:lnTo>
                    <a:pt x="3062" y="2296"/>
                  </a:lnTo>
                  <a:lnTo>
                    <a:pt x="3077" y="2267"/>
                  </a:lnTo>
                  <a:lnTo>
                    <a:pt x="3095" y="2240"/>
                  </a:lnTo>
                  <a:lnTo>
                    <a:pt x="3113" y="2215"/>
                  </a:lnTo>
                  <a:lnTo>
                    <a:pt x="3133" y="2194"/>
                  </a:lnTo>
                  <a:lnTo>
                    <a:pt x="3154" y="2176"/>
                  </a:lnTo>
                  <a:lnTo>
                    <a:pt x="3176" y="2162"/>
                  </a:lnTo>
                  <a:lnTo>
                    <a:pt x="3198" y="2152"/>
                  </a:lnTo>
                  <a:lnTo>
                    <a:pt x="3222" y="2146"/>
                  </a:lnTo>
                  <a:lnTo>
                    <a:pt x="3246" y="214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7523" name="Freeform 53"/>
            <p:cNvSpPr>
              <a:spLocks/>
            </p:cNvSpPr>
            <p:nvPr/>
          </p:nvSpPr>
          <p:spPr bwMode="auto">
            <a:xfrm>
              <a:off x="1267" y="1588"/>
              <a:ext cx="87" cy="52"/>
            </a:xfrm>
            <a:custGeom>
              <a:avLst/>
              <a:gdLst>
                <a:gd name="T0" fmla="*/ 3 w 437"/>
                <a:gd name="T1" fmla="*/ 2 h 260"/>
                <a:gd name="T2" fmla="*/ 3 w 437"/>
                <a:gd name="T3" fmla="*/ 2 h 260"/>
                <a:gd name="T4" fmla="*/ 3 w 437"/>
                <a:gd name="T5" fmla="*/ 2 h 260"/>
                <a:gd name="T6" fmla="*/ 3 w 437"/>
                <a:gd name="T7" fmla="*/ 2 h 260"/>
                <a:gd name="T8" fmla="*/ 3 w 437"/>
                <a:gd name="T9" fmla="*/ 1 h 260"/>
                <a:gd name="T10" fmla="*/ 3 w 437"/>
                <a:gd name="T11" fmla="*/ 1 h 260"/>
                <a:gd name="T12" fmla="*/ 3 w 437"/>
                <a:gd name="T13" fmla="*/ 1 h 260"/>
                <a:gd name="T14" fmla="*/ 3 w 437"/>
                <a:gd name="T15" fmla="*/ 1 h 260"/>
                <a:gd name="T16" fmla="*/ 3 w 437"/>
                <a:gd name="T17" fmla="*/ 1 h 260"/>
                <a:gd name="T18" fmla="*/ 2 w 437"/>
                <a:gd name="T19" fmla="*/ 1 h 260"/>
                <a:gd name="T20" fmla="*/ 2 w 437"/>
                <a:gd name="T21" fmla="*/ 0 h 260"/>
                <a:gd name="T22" fmla="*/ 2 w 437"/>
                <a:gd name="T23" fmla="*/ 0 h 260"/>
                <a:gd name="T24" fmla="*/ 2 w 437"/>
                <a:gd name="T25" fmla="*/ 0 h 260"/>
                <a:gd name="T26" fmla="*/ 1 w 437"/>
                <a:gd name="T27" fmla="*/ 0 h 260"/>
                <a:gd name="T28" fmla="*/ 1 w 437"/>
                <a:gd name="T29" fmla="*/ 0 h 260"/>
                <a:gd name="T30" fmla="*/ 1 w 437"/>
                <a:gd name="T31" fmla="*/ 0 h 260"/>
                <a:gd name="T32" fmla="*/ 0 w 437"/>
                <a:gd name="T33" fmla="*/ 0 h 260"/>
                <a:gd name="T34" fmla="*/ 0 w 437"/>
                <a:gd name="T35" fmla="*/ 0 h 260"/>
                <a:gd name="T36" fmla="*/ 0 w 437"/>
                <a:gd name="T37" fmla="*/ 0 h 260"/>
                <a:gd name="T38" fmla="*/ 0 w 437"/>
                <a:gd name="T39" fmla="*/ 0 h 260"/>
                <a:gd name="T40" fmla="*/ 1 w 437"/>
                <a:gd name="T41" fmla="*/ 0 h 260"/>
                <a:gd name="T42" fmla="*/ 1 w 437"/>
                <a:gd name="T43" fmla="*/ 0 h 260"/>
                <a:gd name="T44" fmla="*/ 1 w 437"/>
                <a:gd name="T45" fmla="*/ 0 h 260"/>
                <a:gd name="T46" fmla="*/ 2 w 437"/>
                <a:gd name="T47" fmla="*/ 0 h 260"/>
                <a:gd name="T48" fmla="*/ 2 w 437"/>
                <a:gd name="T49" fmla="*/ 0 h 260"/>
                <a:gd name="T50" fmla="*/ 2 w 437"/>
                <a:gd name="T51" fmla="*/ 1 h 260"/>
                <a:gd name="T52" fmla="*/ 2 w 437"/>
                <a:gd name="T53" fmla="*/ 1 h 260"/>
                <a:gd name="T54" fmla="*/ 3 w 437"/>
                <a:gd name="T55" fmla="*/ 1 h 260"/>
                <a:gd name="T56" fmla="*/ 3 w 437"/>
                <a:gd name="T57" fmla="*/ 1 h 260"/>
                <a:gd name="T58" fmla="*/ 3 w 437"/>
                <a:gd name="T59" fmla="*/ 1 h 260"/>
                <a:gd name="T60" fmla="*/ 3 w 437"/>
                <a:gd name="T61" fmla="*/ 1 h 260"/>
                <a:gd name="T62" fmla="*/ 3 w 437"/>
                <a:gd name="T63" fmla="*/ 1 h 260"/>
                <a:gd name="T64" fmla="*/ 3 w 437"/>
                <a:gd name="T65" fmla="*/ 2 h 260"/>
                <a:gd name="T66" fmla="*/ 3 w 437"/>
                <a:gd name="T67" fmla="*/ 2 h 260"/>
                <a:gd name="T68" fmla="*/ 3 w 437"/>
                <a:gd name="T69" fmla="*/ 2 h 260"/>
                <a:gd name="T70" fmla="*/ 3 w 437"/>
                <a:gd name="T71" fmla="*/ 2 h 260"/>
                <a:gd name="T72" fmla="*/ 3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437" y="260"/>
                  </a:moveTo>
                  <a:lnTo>
                    <a:pt x="437" y="260"/>
                  </a:lnTo>
                  <a:lnTo>
                    <a:pt x="434" y="233"/>
                  </a:lnTo>
                  <a:lnTo>
                    <a:pt x="427" y="206"/>
                  </a:lnTo>
                  <a:lnTo>
                    <a:pt x="417" y="181"/>
                  </a:lnTo>
                  <a:lnTo>
                    <a:pt x="401" y="157"/>
                  </a:lnTo>
                  <a:lnTo>
                    <a:pt x="383" y="133"/>
                  </a:lnTo>
                  <a:lnTo>
                    <a:pt x="360" y="113"/>
                  </a:lnTo>
                  <a:lnTo>
                    <a:pt x="336" y="93"/>
                  </a:lnTo>
                  <a:lnTo>
                    <a:pt x="308" y="73"/>
                  </a:lnTo>
                  <a:lnTo>
                    <a:pt x="276" y="58"/>
                  </a:lnTo>
                  <a:lnTo>
                    <a:pt x="242" y="43"/>
                  </a:lnTo>
                  <a:lnTo>
                    <a:pt x="207" y="30"/>
                  </a:lnTo>
                  <a:lnTo>
                    <a:pt x="168" y="19"/>
                  </a:lnTo>
                  <a:lnTo>
                    <a:pt x="128" y="11"/>
                  </a:lnTo>
                  <a:lnTo>
                    <a:pt x="87" y="4"/>
                  </a:lnTo>
                  <a:lnTo>
                    <a:pt x="43" y="1"/>
                  </a:lnTo>
                  <a:lnTo>
                    <a:pt x="0" y="0"/>
                  </a:lnTo>
                  <a:lnTo>
                    <a:pt x="0" y="11"/>
                  </a:lnTo>
                  <a:lnTo>
                    <a:pt x="43" y="12"/>
                  </a:lnTo>
                  <a:lnTo>
                    <a:pt x="85" y="16"/>
                  </a:lnTo>
                  <a:lnTo>
                    <a:pt x="126" y="23"/>
                  </a:lnTo>
                  <a:lnTo>
                    <a:pt x="166" y="31"/>
                  </a:lnTo>
                  <a:lnTo>
                    <a:pt x="202" y="42"/>
                  </a:lnTo>
                  <a:lnTo>
                    <a:pt x="237" y="55"/>
                  </a:lnTo>
                  <a:lnTo>
                    <a:pt x="271" y="70"/>
                  </a:lnTo>
                  <a:lnTo>
                    <a:pt x="301" y="85"/>
                  </a:lnTo>
                  <a:lnTo>
                    <a:pt x="329" y="103"/>
                  </a:lnTo>
                  <a:lnTo>
                    <a:pt x="353" y="123"/>
                  </a:lnTo>
                  <a:lnTo>
                    <a:pt x="373" y="143"/>
                  </a:lnTo>
                  <a:lnTo>
                    <a:pt x="392" y="164"/>
                  </a:lnTo>
                  <a:lnTo>
                    <a:pt x="405" y="186"/>
                  </a:lnTo>
                  <a:lnTo>
                    <a:pt x="415" y="211"/>
                  </a:lnTo>
                  <a:lnTo>
                    <a:pt x="422" y="235"/>
                  </a:lnTo>
                  <a:lnTo>
                    <a:pt x="425" y="260"/>
                  </a:lnTo>
                  <a:lnTo>
                    <a:pt x="437"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7524" name="Freeform 54"/>
            <p:cNvSpPr>
              <a:spLocks/>
            </p:cNvSpPr>
            <p:nvPr/>
          </p:nvSpPr>
          <p:spPr bwMode="auto">
            <a:xfrm>
              <a:off x="1267" y="1640"/>
              <a:ext cx="87" cy="52"/>
            </a:xfrm>
            <a:custGeom>
              <a:avLst/>
              <a:gdLst>
                <a:gd name="T0" fmla="*/ 0 w 437"/>
                <a:gd name="T1" fmla="*/ 2 h 260"/>
                <a:gd name="T2" fmla="*/ 0 w 437"/>
                <a:gd name="T3" fmla="*/ 2 h 260"/>
                <a:gd name="T4" fmla="*/ 0 w 437"/>
                <a:gd name="T5" fmla="*/ 2 h 260"/>
                <a:gd name="T6" fmla="*/ 1 w 437"/>
                <a:gd name="T7" fmla="*/ 2 h 260"/>
                <a:gd name="T8" fmla="*/ 1 w 437"/>
                <a:gd name="T9" fmla="*/ 2 h 260"/>
                <a:gd name="T10" fmla="*/ 1 w 437"/>
                <a:gd name="T11" fmla="*/ 2 h 260"/>
                <a:gd name="T12" fmla="*/ 2 w 437"/>
                <a:gd name="T13" fmla="*/ 2 h 260"/>
                <a:gd name="T14" fmla="*/ 2 w 437"/>
                <a:gd name="T15" fmla="*/ 2 h 260"/>
                <a:gd name="T16" fmla="*/ 2 w 437"/>
                <a:gd name="T17" fmla="*/ 2 h 260"/>
                <a:gd name="T18" fmla="*/ 2 w 437"/>
                <a:gd name="T19" fmla="*/ 1 h 260"/>
                <a:gd name="T20" fmla="*/ 3 w 437"/>
                <a:gd name="T21" fmla="*/ 1 h 260"/>
                <a:gd name="T22" fmla="*/ 3 w 437"/>
                <a:gd name="T23" fmla="*/ 1 h 260"/>
                <a:gd name="T24" fmla="*/ 3 w 437"/>
                <a:gd name="T25" fmla="*/ 1 h 260"/>
                <a:gd name="T26" fmla="*/ 3 w 437"/>
                <a:gd name="T27" fmla="*/ 1 h 260"/>
                <a:gd name="T28" fmla="*/ 3 w 437"/>
                <a:gd name="T29" fmla="*/ 1 h 260"/>
                <a:gd name="T30" fmla="*/ 3 w 437"/>
                <a:gd name="T31" fmla="*/ 0 h 260"/>
                <a:gd name="T32" fmla="*/ 3 w 437"/>
                <a:gd name="T33" fmla="*/ 0 h 260"/>
                <a:gd name="T34" fmla="*/ 3 w 437"/>
                <a:gd name="T35" fmla="*/ 0 h 260"/>
                <a:gd name="T36" fmla="*/ 3 w 437"/>
                <a:gd name="T37" fmla="*/ 0 h 260"/>
                <a:gd name="T38" fmla="*/ 3 w 437"/>
                <a:gd name="T39" fmla="*/ 0 h 260"/>
                <a:gd name="T40" fmla="*/ 3 w 437"/>
                <a:gd name="T41" fmla="*/ 0 h 260"/>
                <a:gd name="T42" fmla="*/ 3 w 437"/>
                <a:gd name="T43" fmla="*/ 1 h 260"/>
                <a:gd name="T44" fmla="*/ 3 w 437"/>
                <a:gd name="T45" fmla="*/ 1 h 260"/>
                <a:gd name="T46" fmla="*/ 3 w 437"/>
                <a:gd name="T47" fmla="*/ 1 h 260"/>
                <a:gd name="T48" fmla="*/ 3 w 437"/>
                <a:gd name="T49" fmla="*/ 1 h 260"/>
                <a:gd name="T50" fmla="*/ 3 w 437"/>
                <a:gd name="T51" fmla="*/ 1 h 260"/>
                <a:gd name="T52" fmla="*/ 2 w 437"/>
                <a:gd name="T53" fmla="*/ 1 h 260"/>
                <a:gd name="T54" fmla="*/ 2 w 437"/>
                <a:gd name="T55" fmla="*/ 2 h 260"/>
                <a:gd name="T56" fmla="*/ 2 w 437"/>
                <a:gd name="T57" fmla="*/ 2 h 260"/>
                <a:gd name="T58" fmla="*/ 2 w 437"/>
                <a:gd name="T59" fmla="*/ 2 h 260"/>
                <a:gd name="T60" fmla="*/ 1 w 437"/>
                <a:gd name="T61" fmla="*/ 2 h 260"/>
                <a:gd name="T62" fmla="*/ 1 w 437"/>
                <a:gd name="T63" fmla="*/ 2 h 260"/>
                <a:gd name="T64" fmla="*/ 1 w 437"/>
                <a:gd name="T65" fmla="*/ 2 h 260"/>
                <a:gd name="T66" fmla="*/ 0 w 437"/>
                <a:gd name="T67" fmla="*/ 2 h 260"/>
                <a:gd name="T68" fmla="*/ 0 w 437"/>
                <a:gd name="T69" fmla="*/ 2 h 260"/>
                <a:gd name="T70" fmla="*/ 0 w 437"/>
                <a:gd name="T71" fmla="*/ 2 h 260"/>
                <a:gd name="T72" fmla="*/ 0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0" y="260"/>
                  </a:moveTo>
                  <a:lnTo>
                    <a:pt x="0" y="260"/>
                  </a:lnTo>
                  <a:lnTo>
                    <a:pt x="43" y="259"/>
                  </a:lnTo>
                  <a:lnTo>
                    <a:pt x="87" y="255"/>
                  </a:lnTo>
                  <a:lnTo>
                    <a:pt x="128" y="248"/>
                  </a:lnTo>
                  <a:lnTo>
                    <a:pt x="168" y="240"/>
                  </a:lnTo>
                  <a:lnTo>
                    <a:pt x="207" y="230"/>
                  </a:lnTo>
                  <a:lnTo>
                    <a:pt x="242" y="217"/>
                  </a:lnTo>
                  <a:lnTo>
                    <a:pt x="276" y="202"/>
                  </a:lnTo>
                  <a:lnTo>
                    <a:pt x="308" y="185"/>
                  </a:lnTo>
                  <a:lnTo>
                    <a:pt x="336" y="166"/>
                  </a:lnTo>
                  <a:lnTo>
                    <a:pt x="360" y="146"/>
                  </a:lnTo>
                  <a:lnTo>
                    <a:pt x="383" y="125"/>
                  </a:lnTo>
                  <a:lnTo>
                    <a:pt x="401" y="102"/>
                  </a:lnTo>
                  <a:lnTo>
                    <a:pt x="417" y="77"/>
                  </a:lnTo>
                  <a:lnTo>
                    <a:pt x="427" y="53"/>
                  </a:lnTo>
                  <a:lnTo>
                    <a:pt x="434" y="27"/>
                  </a:lnTo>
                  <a:lnTo>
                    <a:pt x="437" y="0"/>
                  </a:lnTo>
                  <a:lnTo>
                    <a:pt x="425" y="0"/>
                  </a:lnTo>
                  <a:lnTo>
                    <a:pt x="422" y="24"/>
                  </a:lnTo>
                  <a:lnTo>
                    <a:pt x="415" y="48"/>
                  </a:lnTo>
                  <a:lnTo>
                    <a:pt x="405" y="73"/>
                  </a:lnTo>
                  <a:lnTo>
                    <a:pt x="392" y="95"/>
                  </a:lnTo>
                  <a:lnTo>
                    <a:pt x="373" y="116"/>
                  </a:lnTo>
                  <a:lnTo>
                    <a:pt x="353" y="137"/>
                  </a:lnTo>
                  <a:lnTo>
                    <a:pt x="329" y="157"/>
                  </a:lnTo>
                  <a:lnTo>
                    <a:pt x="301" y="173"/>
                  </a:lnTo>
                  <a:lnTo>
                    <a:pt x="271" y="190"/>
                  </a:lnTo>
                  <a:lnTo>
                    <a:pt x="237" y="205"/>
                  </a:lnTo>
                  <a:lnTo>
                    <a:pt x="202" y="218"/>
                  </a:lnTo>
                  <a:lnTo>
                    <a:pt x="166" y="228"/>
                  </a:lnTo>
                  <a:lnTo>
                    <a:pt x="126" y="237"/>
                  </a:lnTo>
                  <a:lnTo>
                    <a:pt x="85" y="244"/>
                  </a:lnTo>
                  <a:lnTo>
                    <a:pt x="43" y="247"/>
                  </a:lnTo>
                  <a:lnTo>
                    <a:pt x="0" y="248"/>
                  </a:lnTo>
                  <a:lnTo>
                    <a:pt x="0"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7525" name="Freeform 55"/>
            <p:cNvSpPr>
              <a:spLocks/>
            </p:cNvSpPr>
            <p:nvPr/>
          </p:nvSpPr>
          <p:spPr bwMode="auto">
            <a:xfrm>
              <a:off x="1179" y="1640"/>
              <a:ext cx="88" cy="52"/>
            </a:xfrm>
            <a:custGeom>
              <a:avLst/>
              <a:gdLst>
                <a:gd name="T0" fmla="*/ 0 w 439"/>
                <a:gd name="T1" fmla="*/ 0 h 260"/>
                <a:gd name="T2" fmla="*/ 0 w 439"/>
                <a:gd name="T3" fmla="*/ 0 h 260"/>
                <a:gd name="T4" fmla="*/ 0 w 439"/>
                <a:gd name="T5" fmla="*/ 0 h 260"/>
                <a:gd name="T6" fmla="*/ 0 w 439"/>
                <a:gd name="T7" fmla="*/ 0 h 260"/>
                <a:gd name="T8" fmla="*/ 0 w 439"/>
                <a:gd name="T9" fmla="*/ 1 h 260"/>
                <a:gd name="T10" fmla="*/ 0 w 439"/>
                <a:gd name="T11" fmla="*/ 1 h 260"/>
                <a:gd name="T12" fmla="*/ 0 w 439"/>
                <a:gd name="T13" fmla="*/ 1 h 260"/>
                <a:gd name="T14" fmla="*/ 1 w 439"/>
                <a:gd name="T15" fmla="*/ 1 h 260"/>
                <a:gd name="T16" fmla="*/ 1 w 439"/>
                <a:gd name="T17" fmla="*/ 1 h 260"/>
                <a:gd name="T18" fmla="*/ 1 w 439"/>
                <a:gd name="T19" fmla="*/ 1 h 260"/>
                <a:gd name="T20" fmla="*/ 1 w 439"/>
                <a:gd name="T21" fmla="*/ 2 h 260"/>
                <a:gd name="T22" fmla="*/ 2 w 439"/>
                <a:gd name="T23" fmla="*/ 2 h 260"/>
                <a:gd name="T24" fmla="*/ 2 w 439"/>
                <a:gd name="T25" fmla="*/ 2 h 260"/>
                <a:gd name="T26" fmla="*/ 2 w 439"/>
                <a:gd name="T27" fmla="*/ 2 h 260"/>
                <a:gd name="T28" fmla="*/ 2 w 439"/>
                <a:gd name="T29" fmla="*/ 2 h 260"/>
                <a:gd name="T30" fmla="*/ 3 w 439"/>
                <a:gd name="T31" fmla="*/ 2 h 260"/>
                <a:gd name="T32" fmla="*/ 3 w 439"/>
                <a:gd name="T33" fmla="*/ 2 h 260"/>
                <a:gd name="T34" fmla="*/ 4 w 439"/>
                <a:gd name="T35" fmla="*/ 2 h 260"/>
                <a:gd name="T36" fmla="*/ 4 w 439"/>
                <a:gd name="T37" fmla="*/ 2 h 260"/>
                <a:gd name="T38" fmla="*/ 3 w 439"/>
                <a:gd name="T39" fmla="*/ 2 h 260"/>
                <a:gd name="T40" fmla="*/ 3 w 439"/>
                <a:gd name="T41" fmla="*/ 2 h 260"/>
                <a:gd name="T42" fmla="*/ 3 w 439"/>
                <a:gd name="T43" fmla="*/ 2 h 260"/>
                <a:gd name="T44" fmla="*/ 2 w 439"/>
                <a:gd name="T45" fmla="*/ 2 h 260"/>
                <a:gd name="T46" fmla="*/ 2 w 439"/>
                <a:gd name="T47" fmla="*/ 2 h 260"/>
                <a:gd name="T48" fmla="*/ 2 w 439"/>
                <a:gd name="T49" fmla="*/ 2 h 260"/>
                <a:gd name="T50" fmla="*/ 1 w 439"/>
                <a:gd name="T51" fmla="*/ 2 h 260"/>
                <a:gd name="T52" fmla="*/ 1 w 439"/>
                <a:gd name="T53" fmla="*/ 1 h 260"/>
                <a:gd name="T54" fmla="*/ 1 w 439"/>
                <a:gd name="T55" fmla="*/ 1 h 260"/>
                <a:gd name="T56" fmla="*/ 1 w 439"/>
                <a:gd name="T57" fmla="*/ 1 h 260"/>
                <a:gd name="T58" fmla="*/ 1 w 439"/>
                <a:gd name="T59" fmla="*/ 1 h 260"/>
                <a:gd name="T60" fmla="*/ 0 w 439"/>
                <a:gd name="T61" fmla="*/ 1 h 260"/>
                <a:gd name="T62" fmla="*/ 0 w 439"/>
                <a:gd name="T63" fmla="*/ 1 h 260"/>
                <a:gd name="T64" fmla="*/ 0 w 439"/>
                <a:gd name="T65" fmla="*/ 0 h 260"/>
                <a:gd name="T66" fmla="*/ 0 w 439"/>
                <a:gd name="T67" fmla="*/ 0 h 260"/>
                <a:gd name="T68" fmla="*/ 0 w 439"/>
                <a:gd name="T69" fmla="*/ 0 h 260"/>
                <a:gd name="T70" fmla="*/ 0 w 439"/>
                <a:gd name="T71" fmla="*/ 0 h 260"/>
                <a:gd name="T72" fmla="*/ 0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0" y="0"/>
                  </a:moveTo>
                  <a:lnTo>
                    <a:pt x="0" y="0"/>
                  </a:lnTo>
                  <a:lnTo>
                    <a:pt x="3" y="27"/>
                  </a:lnTo>
                  <a:lnTo>
                    <a:pt x="10" y="53"/>
                  </a:lnTo>
                  <a:lnTo>
                    <a:pt x="20" y="77"/>
                  </a:lnTo>
                  <a:lnTo>
                    <a:pt x="35" y="102"/>
                  </a:lnTo>
                  <a:lnTo>
                    <a:pt x="54" y="125"/>
                  </a:lnTo>
                  <a:lnTo>
                    <a:pt x="76" y="146"/>
                  </a:lnTo>
                  <a:lnTo>
                    <a:pt x="102" y="166"/>
                  </a:lnTo>
                  <a:lnTo>
                    <a:pt x="130" y="185"/>
                  </a:lnTo>
                  <a:lnTo>
                    <a:pt x="162" y="202"/>
                  </a:lnTo>
                  <a:lnTo>
                    <a:pt x="195" y="217"/>
                  </a:lnTo>
                  <a:lnTo>
                    <a:pt x="231" y="230"/>
                  </a:lnTo>
                  <a:lnTo>
                    <a:pt x="270" y="240"/>
                  </a:lnTo>
                  <a:lnTo>
                    <a:pt x="310" y="248"/>
                  </a:lnTo>
                  <a:lnTo>
                    <a:pt x="351" y="255"/>
                  </a:lnTo>
                  <a:lnTo>
                    <a:pt x="395" y="259"/>
                  </a:lnTo>
                  <a:lnTo>
                    <a:pt x="439" y="260"/>
                  </a:lnTo>
                  <a:lnTo>
                    <a:pt x="439" y="248"/>
                  </a:lnTo>
                  <a:lnTo>
                    <a:pt x="395" y="247"/>
                  </a:lnTo>
                  <a:lnTo>
                    <a:pt x="353" y="244"/>
                  </a:lnTo>
                  <a:lnTo>
                    <a:pt x="312" y="237"/>
                  </a:lnTo>
                  <a:lnTo>
                    <a:pt x="272" y="228"/>
                  </a:lnTo>
                  <a:lnTo>
                    <a:pt x="236" y="218"/>
                  </a:lnTo>
                  <a:lnTo>
                    <a:pt x="200" y="205"/>
                  </a:lnTo>
                  <a:lnTo>
                    <a:pt x="167" y="190"/>
                  </a:lnTo>
                  <a:lnTo>
                    <a:pt x="137" y="173"/>
                  </a:lnTo>
                  <a:lnTo>
                    <a:pt x="109" y="157"/>
                  </a:lnTo>
                  <a:lnTo>
                    <a:pt x="84" y="137"/>
                  </a:lnTo>
                  <a:lnTo>
                    <a:pt x="64" y="116"/>
                  </a:lnTo>
                  <a:lnTo>
                    <a:pt x="45" y="95"/>
                  </a:lnTo>
                  <a:lnTo>
                    <a:pt x="32" y="73"/>
                  </a:lnTo>
                  <a:lnTo>
                    <a:pt x="21" y="48"/>
                  </a:lnTo>
                  <a:lnTo>
                    <a:pt x="14" y="24"/>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7526" name="Freeform 56"/>
            <p:cNvSpPr>
              <a:spLocks/>
            </p:cNvSpPr>
            <p:nvPr/>
          </p:nvSpPr>
          <p:spPr bwMode="auto">
            <a:xfrm>
              <a:off x="1179" y="1588"/>
              <a:ext cx="88" cy="52"/>
            </a:xfrm>
            <a:custGeom>
              <a:avLst/>
              <a:gdLst>
                <a:gd name="T0" fmla="*/ 4 w 439"/>
                <a:gd name="T1" fmla="*/ 0 h 260"/>
                <a:gd name="T2" fmla="*/ 4 w 439"/>
                <a:gd name="T3" fmla="*/ 0 h 260"/>
                <a:gd name="T4" fmla="*/ 3 w 439"/>
                <a:gd name="T5" fmla="*/ 0 h 260"/>
                <a:gd name="T6" fmla="*/ 3 w 439"/>
                <a:gd name="T7" fmla="*/ 0 h 260"/>
                <a:gd name="T8" fmla="*/ 2 w 439"/>
                <a:gd name="T9" fmla="*/ 0 h 260"/>
                <a:gd name="T10" fmla="*/ 2 w 439"/>
                <a:gd name="T11" fmla="*/ 0 h 260"/>
                <a:gd name="T12" fmla="*/ 2 w 439"/>
                <a:gd name="T13" fmla="*/ 0 h 260"/>
                <a:gd name="T14" fmla="*/ 2 w 439"/>
                <a:gd name="T15" fmla="*/ 0 h 260"/>
                <a:gd name="T16" fmla="*/ 1 w 439"/>
                <a:gd name="T17" fmla="*/ 0 h 260"/>
                <a:gd name="T18" fmla="*/ 1 w 439"/>
                <a:gd name="T19" fmla="*/ 1 h 260"/>
                <a:gd name="T20" fmla="*/ 1 w 439"/>
                <a:gd name="T21" fmla="*/ 1 h 260"/>
                <a:gd name="T22" fmla="*/ 1 w 439"/>
                <a:gd name="T23" fmla="*/ 1 h 260"/>
                <a:gd name="T24" fmla="*/ 0 w 439"/>
                <a:gd name="T25" fmla="*/ 1 h 260"/>
                <a:gd name="T26" fmla="*/ 0 w 439"/>
                <a:gd name="T27" fmla="*/ 1 h 260"/>
                <a:gd name="T28" fmla="*/ 0 w 439"/>
                <a:gd name="T29" fmla="*/ 1 h 260"/>
                <a:gd name="T30" fmla="*/ 0 w 439"/>
                <a:gd name="T31" fmla="*/ 2 h 260"/>
                <a:gd name="T32" fmla="*/ 0 w 439"/>
                <a:gd name="T33" fmla="*/ 2 h 260"/>
                <a:gd name="T34" fmla="*/ 0 w 439"/>
                <a:gd name="T35" fmla="*/ 2 h 260"/>
                <a:gd name="T36" fmla="*/ 0 w 439"/>
                <a:gd name="T37" fmla="*/ 2 h 260"/>
                <a:gd name="T38" fmla="*/ 0 w 439"/>
                <a:gd name="T39" fmla="*/ 2 h 260"/>
                <a:gd name="T40" fmla="*/ 0 w 439"/>
                <a:gd name="T41" fmla="*/ 2 h 260"/>
                <a:gd name="T42" fmla="*/ 0 w 439"/>
                <a:gd name="T43" fmla="*/ 1 h 260"/>
                <a:gd name="T44" fmla="*/ 0 w 439"/>
                <a:gd name="T45" fmla="*/ 1 h 260"/>
                <a:gd name="T46" fmla="*/ 1 w 439"/>
                <a:gd name="T47" fmla="*/ 1 h 260"/>
                <a:gd name="T48" fmla="*/ 1 w 439"/>
                <a:gd name="T49" fmla="*/ 1 h 260"/>
                <a:gd name="T50" fmla="*/ 1 w 439"/>
                <a:gd name="T51" fmla="*/ 1 h 260"/>
                <a:gd name="T52" fmla="*/ 1 w 439"/>
                <a:gd name="T53" fmla="*/ 1 h 260"/>
                <a:gd name="T54" fmla="*/ 1 w 439"/>
                <a:gd name="T55" fmla="*/ 1 h 260"/>
                <a:gd name="T56" fmla="*/ 2 w 439"/>
                <a:gd name="T57" fmla="*/ 0 h 260"/>
                <a:gd name="T58" fmla="*/ 2 w 439"/>
                <a:gd name="T59" fmla="*/ 0 h 260"/>
                <a:gd name="T60" fmla="*/ 2 w 439"/>
                <a:gd name="T61" fmla="*/ 0 h 260"/>
                <a:gd name="T62" fmla="*/ 3 w 439"/>
                <a:gd name="T63" fmla="*/ 0 h 260"/>
                <a:gd name="T64" fmla="*/ 3 w 439"/>
                <a:gd name="T65" fmla="*/ 0 h 260"/>
                <a:gd name="T66" fmla="*/ 3 w 439"/>
                <a:gd name="T67" fmla="*/ 0 h 260"/>
                <a:gd name="T68" fmla="*/ 4 w 439"/>
                <a:gd name="T69" fmla="*/ 0 h 260"/>
                <a:gd name="T70" fmla="*/ 4 w 439"/>
                <a:gd name="T71" fmla="*/ 0 h 260"/>
                <a:gd name="T72" fmla="*/ 4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439" y="0"/>
                  </a:moveTo>
                  <a:lnTo>
                    <a:pt x="439" y="0"/>
                  </a:lnTo>
                  <a:lnTo>
                    <a:pt x="395" y="1"/>
                  </a:lnTo>
                  <a:lnTo>
                    <a:pt x="351" y="4"/>
                  </a:lnTo>
                  <a:lnTo>
                    <a:pt x="310" y="11"/>
                  </a:lnTo>
                  <a:lnTo>
                    <a:pt x="270" y="19"/>
                  </a:lnTo>
                  <a:lnTo>
                    <a:pt x="231" y="30"/>
                  </a:lnTo>
                  <a:lnTo>
                    <a:pt x="195" y="43"/>
                  </a:lnTo>
                  <a:lnTo>
                    <a:pt x="162" y="58"/>
                  </a:lnTo>
                  <a:lnTo>
                    <a:pt x="130" y="73"/>
                  </a:lnTo>
                  <a:lnTo>
                    <a:pt x="102" y="93"/>
                  </a:lnTo>
                  <a:lnTo>
                    <a:pt x="76" y="113"/>
                  </a:lnTo>
                  <a:lnTo>
                    <a:pt x="54" y="133"/>
                  </a:lnTo>
                  <a:lnTo>
                    <a:pt x="35" y="157"/>
                  </a:lnTo>
                  <a:lnTo>
                    <a:pt x="20" y="181"/>
                  </a:lnTo>
                  <a:lnTo>
                    <a:pt x="10" y="206"/>
                  </a:lnTo>
                  <a:lnTo>
                    <a:pt x="3" y="233"/>
                  </a:lnTo>
                  <a:lnTo>
                    <a:pt x="0" y="260"/>
                  </a:lnTo>
                  <a:lnTo>
                    <a:pt x="12" y="260"/>
                  </a:lnTo>
                  <a:lnTo>
                    <a:pt x="14" y="235"/>
                  </a:lnTo>
                  <a:lnTo>
                    <a:pt x="21" y="211"/>
                  </a:lnTo>
                  <a:lnTo>
                    <a:pt x="32" y="186"/>
                  </a:lnTo>
                  <a:lnTo>
                    <a:pt x="45" y="164"/>
                  </a:lnTo>
                  <a:lnTo>
                    <a:pt x="64" y="143"/>
                  </a:lnTo>
                  <a:lnTo>
                    <a:pt x="84" y="123"/>
                  </a:lnTo>
                  <a:lnTo>
                    <a:pt x="109" y="103"/>
                  </a:lnTo>
                  <a:lnTo>
                    <a:pt x="137" y="85"/>
                  </a:lnTo>
                  <a:lnTo>
                    <a:pt x="167" y="70"/>
                  </a:lnTo>
                  <a:lnTo>
                    <a:pt x="200" y="55"/>
                  </a:lnTo>
                  <a:lnTo>
                    <a:pt x="236" y="42"/>
                  </a:lnTo>
                  <a:lnTo>
                    <a:pt x="272" y="31"/>
                  </a:lnTo>
                  <a:lnTo>
                    <a:pt x="312" y="23"/>
                  </a:lnTo>
                  <a:lnTo>
                    <a:pt x="353" y="16"/>
                  </a:lnTo>
                  <a:lnTo>
                    <a:pt x="395" y="12"/>
                  </a:lnTo>
                  <a:lnTo>
                    <a:pt x="439" y="11"/>
                  </a:lnTo>
                  <a:lnTo>
                    <a:pt x="439"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7527" name="Freeform 57"/>
            <p:cNvSpPr>
              <a:spLocks/>
            </p:cNvSpPr>
            <p:nvPr/>
          </p:nvSpPr>
          <p:spPr bwMode="auto">
            <a:xfrm>
              <a:off x="964" y="1745"/>
              <a:ext cx="48" cy="85"/>
            </a:xfrm>
            <a:custGeom>
              <a:avLst/>
              <a:gdLst>
                <a:gd name="T0" fmla="*/ 2 w 244"/>
                <a:gd name="T1" fmla="*/ 3 h 426"/>
                <a:gd name="T2" fmla="*/ 2 w 244"/>
                <a:gd name="T3" fmla="*/ 3 h 426"/>
                <a:gd name="T4" fmla="*/ 2 w 244"/>
                <a:gd name="T5" fmla="*/ 3 h 426"/>
                <a:gd name="T6" fmla="*/ 2 w 244"/>
                <a:gd name="T7" fmla="*/ 3 h 426"/>
                <a:gd name="T8" fmla="*/ 2 w 244"/>
                <a:gd name="T9" fmla="*/ 2 h 426"/>
                <a:gd name="T10" fmla="*/ 2 w 244"/>
                <a:gd name="T11" fmla="*/ 2 h 426"/>
                <a:gd name="T12" fmla="*/ 2 w 244"/>
                <a:gd name="T13" fmla="*/ 2 h 426"/>
                <a:gd name="T14" fmla="*/ 2 w 244"/>
                <a:gd name="T15" fmla="*/ 2 h 426"/>
                <a:gd name="T16" fmla="*/ 1 w 244"/>
                <a:gd name="T17" fmla="*/ 1 h 426"/>
                <a:gd name="T18" fmla="*/ 1 w 244"/>
                <a:gd name="T19" fmla="*/ 1 h 426"/>
                <a:gd name="T20" fmla="*/ 1 w 244"/>
                <a:gd name="T21" fmla="*/ 1 h 426"/>
                <a:gd name="T22" fmla="*/ 1 w 244"/>
                <a:gd name="T23" fmla="*/ 1 h 426"/>
                <a:gd name="T24" fmla="*/ 1 w 244"/>
                <a:gd name="T25" fmla="*/ 0 h 426"/>
                <a:gd name="T26" fmla="*/ 1 w 244"/>
                <a:gd name="T27" fmla="*/ 0 h 426"/>
                <a:gd name="T28" fmla="*/ 1 w 244"/>
                <a:gd name="T29" fmla="*/ 0 h 426"/>
                <a:gd name="T30" fmla="*/ 0 w 244"/>
                <a:gd name="T31" fmla="*/ 0 h 426"/>
                <a:gd name="T32" fmla="*/ 0 w 244"/>
                <a:gd name="T33" fmla="*/ 0 h 426"/>
                <a:gd name="T34" fmla="*/ 0 w 244"/>
                <a:gd name="T35" fmla="*/ 0 h 426"/>
                <a:gd name="T36" fmla="*/ 0 w 244"/>
                <a:gd name="T37" fmla="*/ 0 h 426"/>
                <a:gd name="T38" fmla="*/ 0 w 244"/>
                <a:gd name="T39" fmla="*/ 0 h 426"/>
                <a:gd name="T40" fmla="*/ 0 w 244"/>
                <a:gd name="T41" fmla="*/ 0 h 426"/>
                <a:gd name="T42" fmla="*/ 1 w 244"/>
                <a:gd name="T43" fmla="*/ 0 h 426"/>
                <a:gd name="T44" fmla="*/ 1 w 244"/>
                <a:gd name="T45" fmla="*/ 0 h 426"/>
                <a:gd name="T46" fmla="*/ 1 w 244"/>
                <a:gd name="T47" fmla="*/ 0 h 426"/>
                <a:gd name="T48" fmla="*/ 1 w 244"/>
                <a:gd name="T49" fmla="*/ 1 h 426"/>
                <a:gd name="T50" fmla="*/ 1 w 244"/>
                <a:gd name="T51" fmla="*/ 1 h 426"/>
                <a:gd name="T52" fmla="*/ 1 w 244"/>
                <a:gd name="T53" fmla="*/ 1 h 426"/>
                <a:gd name="T54" fmla="*/ 1 w 244"/>
                <a:gd name="T55" fmla="*/ 1 h 426"/>
                <a:gd name="T56" fmla="*/ 1 w 244"/>
                <a:gd name="T57" fmla="*/ 2 h 426"/>
                <a:gd name="T58" fmla="*/ 2 w 244"/>
                <a:gd name="T59" fmla="*/ 2 h 426"/>
                <a:gd name="T60" fmla="*/ 2 w 244"/>
                <a:gd name="T61" fmla="*/ 2 h 426"/>
                <a:gd name="T62" fmla="*/ 2 w 244"/>
                <a:gd name="T63" fmla="*/ 2 h 426"/>
                <a:gd name="T64" fmla="*/ 2 w 244"/>
                <a:gd name="T65" fmla="*/ 3 h 426"/>
                <a:gd name="T66" fmla="*/ 2 w 244"/>
                <a:gd name="T67" fmla="*/ 3 h 426"/>
                <a:gd name="T68" fmla="*/ 2 w 244"/>
                <a:gd name="T69" fmla="*/ 3 h 426"/>
                <a:gd name="T70" fmla="*/ 2 w 244"/>
                <a:gd name="T71" fmla="*/ 3 h 426"/>
                <a:gd name="T72" fmla="*/ 2 w 244"/>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6"/>
                <a:gd name="T113" fmla="*/ 244 w 244"/>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6">
                  <a:moveTo>
                    <a:pt x="244" y="426"/>
                  </a:moveTo>
                  <a:lnTo>
                    <a:pt x="244" y="426"/>
                  </a:lnTo>
                  <a:lnTo>
                    <a:pt x="243" y="383"/>
                  </a:lnTo>
                  <a:lnTo>
                    <a:pt x="240" y="340"/>
                  </a:lnTo>
                  <a:lnTo>
                    <a:pt x="234" y="300"/>
                  </a:lnTo>
                  <a:lnTo>
                    <a:pt x="226" y="262"/>
                  </a:lnTo>
                  <a:lnTo>
                    <a:pt x="215" y="224"/>
                  </a:lnTo>
                  <a:lnTo>
                    <a:pt x="203" y="189"/>
                  </a:lnTo>
                  <a:lnTo>
                    <a:pt x="189" y="157"/>
                  </a:lnTo>
                  <a:lnTo>
                    <a:pt x="174" y="126"/>
                  </a:lnTo>
                  <a:lnTo>
                    <a:pt x="155" y="99"/>
                  </a:lnTo>
                  <a:lnTo>
                    <a:pt x="138" y="74"/>
                  </a:lnTo>
                  <a:lnTo>
                    <a:pt x="118" y="52"/>
                  </a:lnTo>
                  <a:lnTo>
                    <a:pt x="96" y="34"/>
                  </a:lnTo>
                  <a:lnTo>
                    <a:pt x="73" y="19"/>
                  </a:lnTo>
                  <a:lnTo>
                    <a:pt x="50" y="8"/>
                  </a:lnTo>
                  <a:lnTo>
                    <a:pt x="25" y="2"/>
                  </a:lnTo>
                  <a:lnTo>
                    <a:pt x="0" y="0"/>
                  </a:lnTo>
                  <a:lnTo>
                    <a:pt x="0" y="12"/>
                  </a:lnTo>
                  <a:lnTo>
                    <a:pt x="23" y="14"/>
                  </a:lnTo>
                  <a:lnTo>
                    <a:pt x="45" y="20"/>
                  </a:lnTo>
                  <a:lnTo>
                    <a:pt x="66" y="31"/>
                  </a:lnTo>
                  <a:lnTo>
                    <a:pt x="89" y="43"/>
                  </a:lnTo>
                  <a:lnTo>
                    <a:pt x="109" y="61"/>
                  </a:lnTo>
                  <a:lnTo>
                    <a:pt x="129" y="81"/>
                  </a:lnTo>
                  <a:lnTo>
                    <a:pt x="146" y="106"/>
                  </a:lnTo>
                  <a:lnTo>
                    <a:pt x="162" y="133"/>
                  </a:lnTo>
                  <a:lnTo>
                    <a:pt x="178" y="162"/>
                  </a:lnTo>
                  <a:lnTo>
                    <a:pt x="192" y="194"/>
                  </a:lnTo>
                  <a:lnTo>
                    <a:pt x="203" y="229"/>
                  </a:lnTo>
                  <a:lnTo>
                    <a:pt x="214" y="264"/>
                  </a:lnTo>
                  <a:lnTo>
                    <a:pt x="222" y="303"/>
                  </a:lnTo>
                  <a:lnTo>
                    <a:pt x="228" y="342"/>
                  </a:lnTo>
                  <a:lnTo>
                    <a:pt x="232" y="383"/>
                  </a:lnTo>
                  <a:lnTo>
                    <a:pt x="233" y="426"/>
                  </a:lnTo>
                  <a:lnTo>
                    <a:pt x="244"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7528" name="Freeform 58"/>
            <p:cNvSpPr>
              <a:spLocks/>
            </p:cNvSpPr>
            <p:nvPr/>
          </p:nvSpPr>
          <p:spPr bwMode="auto">
            <a:xfrm>
              <a:off x="964" y="1830"/>
              <a:ext cx="48" cy="85"/>
            </a:xfrm>
            <a:custGeom>
              <a:avLst/>
              <a:gdLst>
                <a:gd name="T0" fmla="*/ 0 w 244"/>
                <a:gd name="T1" fmla="*/ 3 h 424"/>
                <a:gd name="T2" fmla="*/ 0 w 244"/>
                <a:gd name="T3" fmla="*/ 3 h 424"/>
                <a:gd name="T4" fmla="*/ 0 w 244"/>
                <a:gd name="T5" fmla="*/ 3 h 424"/>
                <a:gd name="T6" fmla="*/ 0 w 244"/>
                <a:gd name="T7" fmla="*/ 3 h 424"/>
                <a:gd name="T8" fmla="*/ 1 w 244"/>
                <a:gd name="T9" fmla="*/ 3 h 424"/>
                <a:gd name="T10" fmla="*/ 1 w 244"/>
                <a:gd name="T11" fmla="*/ 3 h 424"/>
                <a:gd name="T12" fmla="*/ 1 w 244"/>
                <a:gd name="T13" fmla="*/ 3 h 424"/>
                <a:gd name="T14" fmla="*/ 1 w 244"/>
                <a:gd name="T15" fmla="*/ 3 h 424"/>
                <a:gd name="T16" fmla="*/ 1 w 244"/>
                <a:gd name="T17" fmla="*/ 3 h 424"/>
                <a:gd name="T18" fmla="*/ 1 w 244"/>
                <a:gd name="T19" fmla="*/ 2 h 424"/>
                <a:gd name="T20" fmla="*/ 1 w 244"/>
                <a:gd name="T21" fmla="*/ 2 h 424"/>
                <a:gd name="T22" fmla="*/ 2 w 244"/>
                <a:gd name="T23" fmla="*/ 2 h 424"/>
                <a:gd name="T24" fmla="*/ 2 w 244"/>
                <a:gd name="T25" fmla="*/ 2 h 424"/>
                <a:gd name="T26" fmla="*/ 2 w 244"/>
                <a:gd name="T27" fmla="*/ 1 h 424"/>
                <a:gd name="T28" fmla="*/ 2 w 244"/>
                <a:gd name="T29" fmla="*/ 1 h 424"/>
                <a:gd name="T30" fmla="*/ 2 w 244"/>
                <a:gd name="T31" fmla="*/ 1 h 424"/>
                <a:gd name="T32" fmla="*/ 2 w 244"/>
                <a:gd name="T33" fmla="*/ 0 h 424"/>
                <a:gd name="T34" fmla="*/ 2 w 244"/>
                <a:gd name="T35" fmla="*/ 0 h 424"/>
                <a:gd name="T36" fmla="*/ 2 w 244"/>
                <a:gd name="T37" fmla="*/ 0 h 424"/>
                <a:gd name="T38" fmla="*/ 2 w 244"/>
                <a:gd name="T39" fmla="*/ 0 h 424"/>
                <a:gd name="T40" fmla="*/ 2 w 244"/>
                <a:gd name="T41" fmla="*/ 1 h 424"/>
                <a:gd name="T42" fmla="*/ 2 w 244"/>
                <a:gd name="T43" fmla="*/ 1 h 424"/>
                <a:gd name="T44" fmla="*/ 2 w 244"/>
                <a:gd name="T45" fmla="*/ 1 h 424"/>
                <a:gd name="T46" fmla="*/ 2 w 244"/>
                <a:gd name="T47" fmla="*/ 2 h 424"/>
                <a:gd name="T48" fmla="*/ 1 w 244"/>
                <a:gd name="T49" fmla="*/ 2 h 424"/>
                <a:gd name="T50" fmla="*/ 1 w 244"/>
                <a:gd name="T51" fmla="*/ 2 h 424"/>
                <a:gd name="T52" fmla="*/ 1 w 244"/>
                <a:gd name="T53" fmla="*/ 2 h 424"/>
                <a:gd name="T54" fmla="*/ 1 w 244"/>
                <a:gd name="T55" fmla="*/ 3 h 424"/>
                <a:gd name="T56" fmla="*/ 1 w 244"/>
                <a:gd name="T57" fmla="*/ 3 h 424"/>
                <a:gd name="T58" fmla="*/ 1 w 244"/>
                <a:gd name="T59" fmla="*/ 3 h 424"/>
                <a:gd name="T60" fmla="*/ 1 w 244"/>
                <a:gd name="T61" fmla="*/ 3 h 424"/>
                <a:gd name="T62" fmla="*/ 1 w 244"/>
                <a:gd name="T63" fmla="*/ 3 h 424"/>
                <a:gd name="T64" fmla="*/ 0 w 244"/>
                <a:gd name="T65" fmla="*/ 3 h 424"/>
                <a:gd name="T66" fmla="*/ 0 w 244"/>
                <a:gd name="T67" fmla="*/ 3 h 424"/>
                <a:gd name="T68" fmla="*/ 0 w 244"/>
                <a:gd name="T69" fmla="*/ 3 h 424"/>
                <a:gd name="T70" fmla="*/ 0 w 244"/>
                <a:gd name="T71" fmla="*/ 3 h 424"/>
                <a:gd name="T72" fmla="*/ 0 w 244"/>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4"/>
                <a:gd name="T113" fmla="*/ 244 w 244"/>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4">
                  <a:moveTo>
                    <a:pt x="0" y="424"/>
                  </a:moveTo>
                  <a:lnTo>
                    <a:pt x="0" y="424"/>
                  </a:lnTo>
                  <a:lnTo>
                    <a:pt x="25" y="422"/>
                  </a:lnTo>
                  <a:lnTo>
                    <a:pt x="50" y="416"/>
                  </a:lnTo>
                  <a:lnTo>
                    <a:pt x="73" y="405"/>
                  </a:lnTo>
                  <a:lnTo>
                    <a:pt x="96" y="390"/>
                  </a:lnTo>
                  <a:lnTo>
                    <a:pt x="118" y="373"/>
                  </a:lnTo>
                  <a:lnTo>
                    <a:pt x="138" y="350"/>
                  </a:lnTo>
                  <a:lnTo>
                    <a:pt x="155" y="326"/>
                  </a:lnTo>
                  <a:lnTo>
                    <a:pt x="173" y="299"/>
                  </a:lnTo>
                  <a:lnTo>
                    <a:pt x="189" y="268"/>
                  </a:lnTo>
                  <a:lnTo>
                    <a:pt x="203" y="235"/>
                  </a:lnTo>
                  <a:lnTo>
                    <a:pt x="215" y="201"/>
                  </a:lnTo>
                  <a:lnTo>
                    <a:pt x="226" y="163"/>
                  </a:lnTo>
                  <a:lnTo>
                    <a:pt x="234" y="125"/>
                  </a:lnTo>
                  <a:lnTo>
                    <a:pt x="240" y="85"/>
                  </a:lnTo>
                  <a:lnTo>
                    <a:pt x="243" y="42"/>
                  </a:lnTo>
                  <a:lnTo>
                    <a:pt x="244" y="0"/>
                  </a:lnTo>
                  <a:lnTo>
                    <a:pt x="233" y="0"/>
                  </a:lnTo>
                  <a:lnTo>
                    <a:pt x="232" y="42"/>
                  </a:lnTo>
                  <a:lnTo>
                    <a:pt x="228" y="83"/>
                  </a:lnTo>
                  <a:lnTo>
                    <a:pt x="222" y="123"/>
                  </a:lnTo>
                  <a:lnTo>
                    <a:pt x="214" y="160"/>
                  </a:lnTo>
                  <a:lnTo>
                    <a:pt x="203" y="197"/>
                  </a:lnTo>
                  <a:lnTo>
                    <a:pt x="192" y="231"/>
                  </a:lnTo>
                  <a:lnTo>
                    <a:pt x="178" y="263"/>
                  </a:lnTo>
                  <a:lnTo>
                    <a:pt x="164" y="292"/>
                  </a:lnTo>
                  <a:lnTo>
                    <a:pt x="146" y="319"/>
                  </a:lnTo>
                  <a:lnTo>
                    <a:pt x="129" y="343"/>
                  </a:lnTo>
                  <a:lnTo>
                    <a:pt x="109" y="363"/>
                  </a:lnTo>
                  <a:lnTo>
                    <a:pt x="89" y="381"/>
                  </a:lnTo>
                  <a:lnTo>
                    <a:pt x="66" y="394"/>
                  </a:lnTo>
                  <a:lnTo>
                    <a:pt x="45" y="404"/>
                  </a:lnTo>
                  <a:lnTo>
                    <a:pt x="23" y="410"/>
                  </a:lnTo>
                  <a:lnTo>
                    <a:pt x="0" y="412"/>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7529" name="Freeform 59"/>
            <p:cNvSpPr>
              <a:spLocks/>
            </p:cNvSpPr>
            <p:nvPr/>
          </p:nvSpPr>
          <p:spPr bwMode="auto">
            <a:xfrm>
              <a:off x="915" y="1830"/>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1" y="42"/>
                  </a:lnTo>
                  <a:lnTo>
                    <a:pt x="4" y="85"/>
                  </a:lnTo>
                  <a:lnTo>
                    <a:pt x="10" y="125"/>
                  </a:lnTo>
                  <a:lnTo>
                    <a:pt x="19" y="163"/>
                  </a:lnTo>
                  <a:lnTo>
                    <a:pt x="29" y="201"/>
                  </a:lnTo>
                  <a:lnTo>
                    <a:pt x="41" y="235"/>
                  </a:lnTo>
                  <a:lnTo>
                    <a:pt x="55" y="268"/>
                  </a:lnTo>
                  <a:lnTo>
                    <a:pt x="71" y="299"/>
                  </a:lnTo>
                  <a:lnTo>
                    <a:pt x="89" y="326"/>
                  </a:lnTo>
                  <a:lnTo>
                    <a:pt x="106" y="350"/>
                  </a:lnTo>
                  <a:lnTo>
                    <a:pt x="126" y="373"/>
                  </a:lnTo>
                  <a:lnTo>
                    <a:pt x="149" y="390"/>
                  </a:lnTo>
                  <a:lnTo>
                    <a:pt x="171" y="405"/>
                  </a:lnTo>
                  <a:lnTo>
                    <a:pt x="194" y="416"/>
                  </a:lnTo>
                  <a:lnTo>
                    <a:pt x="219" y="422"/>
                  </a:lnTo>
                  <a:lnTo>
                    <a:pt x="245" y="424"/>
                  </a:lnTo>
                  <a:lnTo>
                    <a:pt x="245" y="412"/>
                  </a:lnTo>
                  <a:lnTo>
                    <a:pt x="221" y="410"/>
                  </a:lnTo>
                  <a:lnTo>
                    <a:pt x="199" y="404"/>
                  </a:lnTo>
                  <a:lnTo>
                    <a:pt x="178" y="394"/>
                  </a:lnTo>
                  <a:lnTo>
                    <a:pt x="156" y="381"/>
                  </a:lnTo>
                  <a:lnTo>
                    <a:pt x="136" y="363"/>
                  </a:lnTo>
                  <a:lnTo>
                    <a:pt x="116" y="343"/>
                  </a:lnTo>
                  <a:lnTo>
                    <a:pt x="98" y="319"/>
                  </a:lnTo>
                  <a:lnTo>
                    <a:pt x="81" y="292"/>
                  </a:lnTo>
                  <a:lnTo>
                    <a:pt x="67" y="263"/>
                  </a:lnTo>
                  <a:lnTo>
                    <a:pt x="52" y="231"/>
                  </a:lnTo>
                  <a:lnTo>
                    <a:pt x="41" y="197"/>
                  </a:lnTo>
                  <a:lnTo>
                    <a:pt x="30" y="160"/>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7530" name="Freeform 60"/>
            <p:cNvSpPr>
              <a:spLocks/>
            </p:cNvSpPr>
            <p:nvPr/>
          </p:nvSpPr>
          <p:spPr bwMode="auto">
            <a:xfrm>
              <a:off x="915" y="1745"/>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0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19" y="2"/>
                  </a:lnTo>
                  <a:lnTo>
                    <a:pt x="194" y="8"/>
                  </a:lnTo>
                  <a:lnTo>
                    <a:pt x="171" y="19"/>
                  </a:lnTo>
                  <a:lnTo>
                    <a:pt x="149" y="34"/>
                  </a:lnTo>
                  <a:lnTo>
                    <a:pt x="126" y="52"/>
                  </a:lnTo>
                  <a:lnTo>
                    <a:pt x="106" y="74"/>
                  </a:lnTo>
                  <a:lnTo>
                    <a:pt x="89" y="99"/>
                  </a:lnTo>
                  <a:lnTo>
                    <a:pt x="70" y="126"/>
                  </a:lnTo>
                  <a:lnTo>
                    <a:pt x="55" y="157"/>
                  </a:lnTo>
                  <a:lnTo>
                    <a:pt x="41" y="189"/>
                  </a:lnTo>
                  <a:lnTo>
                    <a:pt x="29" y="224"/>
                  </a:lnTo>
                  <a:lnTo>
                    <a:pt x="19" y="262"/>
                  </a:lnTo>
                  <a:lnTo>
                    <a:pt x="10" y="300"/>
                  </a:lnTo>
                  <a:lnTo>
                    <a:pt x="4" y="340"/>
                  </a:lnTo>
                  <a:lnTo>
                    <a:pt x="1" y="383"/>
                  </a:lnTo>
                  <a:lnTo>
                    <a:pt x="0" y="426"/>
                  </a:lnTo>
                  <a:lnTo>
                    <a:pt x="11" y="426"/>
                  </a:lnTo>
                  <a:lnTo>
                    <a:pt x="13" y="383"/>
                  </a:lnTo>
                  <a:lnTo>
                    <a:pt x="16" y="342"/>
                  </a:lnTo>
                  <a:lnTo>
                    <a:pt x="22" y="303"/>
                  </a:lnTo>
                  <a:lnTo>
                    <a:pt x="30" y="264"/>
                  </a:lnTo>
                  <a:lnTo>
                    <a:pt x="41" y="229"/>
                  </a:lnTo>
                  <a:lnTo>
                    <a:pt x="52" y="194"/>
                  </a:lnTo>
                  <a:lnTo>
                    <a:pt x="67" y="162"/>
                  </a:lnTo>
                  <a:lnTo>
                    <a:pt x="82" y="133"/>
                  </a:lnTo>
                  <a:lnTo>
                    <a:pt x="98" y="106"/>
                  </a:lnTo>
                  <a:lnTo>
                    <a:pt x="116" y="81"/>
                  </a:lnTo>
                  <a:lnTo>
                    <a:pt x="136" y="61"/>
                  </a:lnTo>
                  <a:lnTo>
                    <a:pt x="156" y="43"/>
                  </a:lnTo>
                  <a:lnTo>
                    <a:pt x="178" y="31"/>
                  </a:lnTo>
                  <a:lnTo>
                    <a:pt x="199" y="20"/>
                  </a:lnTo>
                  <a:lnTo>
                    <a:pt x="221"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7531" name="Freeform 61"/>
            <p:cNvSpPr>
              <a:spLocks/>
            </p:cNvSpPr>
            <p:nvPr/>
          </p:nvSpPr>
          <p:spPr bwMode="auto">
            <a:xfrm>
              <a:off x="1140" y="2087"/>
              <a:ext cx="49" cy="85"/>
            </a:xfrm>
            <a:custGeom>
              <a:avLst/>
              <a:gdLst>
                <a:gd name="T0" fmla="*/ 2 w 246"/>
                <a:gd name="T1" fmla="*/ 3 h 424"/>
                <a:gd name="T2" fmla="*/ 2 w 246"/>
                <a:gd name="T3" fmla="*/ 3 h 424"/>
                <a:gd name="T4" fmla="*/ 2 w 246"/>
                <a:gd name="T5" fmla="*/ 3 h 424"/>
                <a:gd name="T6" fmla="*/ 2 w 246"/>
                <a:gd name="T7" fmla="*/ 3 h 424"/>
                <a:gd name="T8" fmla="*/ 2 w 246"/>
                <a:gd name="T9" fmla="*/ 2 h 424"/>
                <a:gd name="T10" fmla="*/ 2 w 246"/>
                <a:gd name="T11" fmla="*/ 2 h 424"/>
                <a:gd name="T12" fmla="*/ 2 w 246"/>
                <a:gd name="T13" fmla="*/ 2 h 424"/>
                <a:gd name="T14" fmla="*/ 2 w 246"/>
                <a:gd name="T15" fmla="*/ 2 h 424"/>
                <a:gd name="T16" fmla="*/ 2 w 246"/>
                <a:gd name="T17" fmla="*/ 1 h 424"/>
                <a:gd name="T18" fmla="*/ 1 w 246"/>
                <a:gd name="T19" fmla="*/ 1 h 424"/>
                <a:gd name="T20" fmla="*/ 1 w 246"/>
                <a:gd name="T21" fmla="*/ 1 h 424"/>
                <a:gd name="T22" fmla="*/ 1 w 246"/>
                <a:gd name="T23" fmla="*/ 1 h 424"/>
                <a:gd name="T24" fmla="*/ 1 w 246"/>
                <a:gd name="T25" fmla="*/ 0 h 424"/>
                <a:gd name="T26" fmla="*/ 1 w 246"/>
                <a:gd name="T27" fmla="*/ 0 h 424"/>
                <a:gd name="T28" fmla="*/ 1 w 246"/>
                <a:gd name="T29" fmla="*/ 0 h 424"/>
                <a:gd name="T30" fmla="*/ 0 w 246"/>
                <a:gd name="T31" fmla="*/ 0 h 424"/>
                <a:gd name="T32" fmla="*/ 0 w 246"/>
                <a:gd name="T33" fmla="*/ 0 h 424"/>
                <a:gd name="T34" fmla="*/ 0 w 246"/>
                <a:gd name="T35" fmla="*/ 0 h 424"/>
                <a:gd name="T36" fmla="*/ 0 w 246"/>
                <a:gd name="T37" fmla="*/ 0 h 424"/>
                <a:gd name="T38" fmla="*/ 0 w 246"/>
                <a:gd name="T39" fmla="*/ 0 h 424"/>
                <a:gd name="T40" fmla="*/ 0 w 246"/>
                <a:gd name="T41" fmla="*/ 0 h 424"/>
                <a:gd name="T42" fmla="*/ 1 w 246"/>
                <a:gd name="T43" fmla="*/ 0 h 424"/>
                <a:gd name="T44" fmla="*/ 1 w 246"/>
                <a:gd name="T45" fmla="*/ 0 h 424"/>
                <a:gd name="T46" fmla="*/ 1 w 246"/>
                <a:gd name="T47" fmla="*/ 0 h 424"/>
                <a:gd name="T48" fmla="*/ 1 w 246"/>
                <a:gd name="T49" fmla="*/ 1 h 424"/>
                <a:gd name="T50" fmla="*/ 1 w 246"/>
                <a:gd name="T51" fmla="*/ 1 h 424"/>
                <a:gd name="T52" fmla="*/ 1 w 246"/>
                <a:gd name="T53" fmla="*/ 1 h 424"/>
                <a:gd name="T54" fmla="*/ 1 w 246"/>
                <a:gd name="T55" fmla="*/ 1 h 424"/>
                <a:gd name="T56" fmla="*/ 2 w 246"/>
                <a:gd name="T57" fmla="*/ 2 h 424"/>
                <a:gd name="T58" fmla="*/ 2 w 246"/>
                <a:gd name="T59" fmla="*/ 2 h 424"/>
                <a:gd name="T60" fmla="*/ 2 w 246"/>
                <a:gd name="T61" fmla="*/ 2 h 424"/>
                <a:gd name="T62" fmla="*/ 2 w 246"/>
                <a:gd name="T63" fmla="*/ 2 h 424"/>
                <a:gd name="T64" fmla="*/ 2 w 246"/>
                <a:gd name="T65" fmla="*/ 3 h 424"/>
                <a:gd name="T66" fmla="*/ 2 w 246"/>
                <a:gd name="T67" fmla="*/ 3 h 424"/>
                <a:gd name="T68" fmla="*/ 2 w 246"/>
                <a:gd name="T69" fmla="*/ 3 h 424"/>
                <a:gd name="T70" fmla="*/ 2 w 246"/>
                <a:gd name="T71" fmla="*/ 3 h 424"/>
                <a:gd name="T72" fmla="*/ 2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424"/>
                  </a:moveTo>
                  <a:lnTo>
                    <a:pt x="246" y="424"/>
                  </a:lnTo>
                  <a:lnTo>
                    <a:pt x="244" y="382"/>
                  </a:lnTo>
                  <a:lnTo>
                    <a:pt x="241" y="338"/>
                  </a:lnTo>
                  <a:lnTo>
                    <a:pt x="235" y="298"/>
                  </a:lnTo>
                  <a:lnTo>
                    <a:pt x="227" y="261"/>
                  </a:lnTo>
                  <a:lnTo>
                    <a:pt x="216" y="222"/>
                  </a:lnTo>
                  <a:lnTo>
                    <a:pt x="205" y="188"/>
                  </a:lnTo>
                  <a:lnTo>
                    <a:pt x="190" y="155"/>
                  </a:lnTo>
                  <a:lnTo>
                    <a:pt x="174" y="125"/>
                  </a:lnTo>
                  <a:lnTo>
                    <a:pt x="157" y="98"/>
                  </a:lnTo>
                  <a:lnTo>
                    <a:pt x="138" y="73"/>
                  </a:lnTo>
                  <a:lnTo>
                    <a:pt x="118" y="51"/>
                  </a:lnTo>
                  <a:lnTo>
                    <a:pt x="96" y="34"/>
                  </a:lnTo>
                  <a:lnTo>
                    <a:pt x="74" y="18"/>
                  </a:lnTo>
                  <a:lnTo>
                    <a:pt x="50" y="8"/>
                  </a:lnTo>
                  <a:lnTo>
                    <a:pt x="25" y="2"/>
                  </a:lnTo>
                  <a:lnTo>
                    <a:pt x="0" y="0"/>
                  </a:lnTo>
                  <a:lnTo>
                    <a:pt x="0" y="11"/>
                  </a:lnTo>
                  <a:lnTo>
                    <a:pt x="23" y="14"/>
                  </a:lnTo>
                  <a:lnTo>
                    <a:pt x="45" y="19"/>
                  </a:lnTo>
                  <a:lnTo>
                    <a:pt x="67" y="30"/>
                  </a:lnTo>
                  <a:lnTo>
                    <a:pt x="89" y="43"/>
                  </a:lnTo>
                  <a:lnTo>
                    <a:pt x="108" y="60"/>
                  </a:lnTo>
                  <a:lnTo>
                    <a:pt x="128" y="80"/>
                  </a:lnTo>
                  <a:lnTo>
                    <a:pt x="147" y="105"/>
                  </a:lnTo>
                  <a:lnTo>
                    <a:pt x="165" y="132"/>
                  </a:lnTo>
                  <a:lnTo>
                    <a:pt x="179" y="160"/>
                  </a:lnTo>
                  <a:lnTo>
                    <a:pt x="193" y="193"/>
                  </a:lnTo>
                  <a:lnTo>
                    <a:pt x="205" y="227"/>
                  </a:lnTo>
                  <a:lnTo>
                    <a:pt x="215" y="263"/>
                  </a:lnTo>
                  <a:lnTo>
                    <a:pt x="223" y="301"/>
                  </a:lnTo>
                  <a:lnTo>
                    <a:pt x="229" y="341"/>
                  </a:lnTo>
                  <a:lnTo>
                    <a:pt x="233" y="382"/>
                  </a:lnTo>
                  <a:lnTo>
                    <a:pt x="234" y="424"/>
                  </a:lnTo>
                  <a:lnTo>
                    <a:pt x="246"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7532" name="Freeform 62"/>
            <p:cNvSpPr>
              <a:spLocks/>
            </p:cNvSpPr>
            <p:nvPr/>
          </p:nvSpPr>
          <p:spPr bwMode="auto">
            <a:xfrm>
              <a:off x="1140" y="2172"/>
              <a:ext cx="49" cy="85"/>
            </a:xfrm>
            <a:custGeom>
              <a:avLst/>
              <a:gdLst>
                <a:gd name="T0" fmla="*/ 0 w 246"/>
                <a:gd name="T1" fmla="*/ 3 h 426"/>
                <a:gd name="T2" fmla="*/ 0 w 246"/>
                <a:gd name="T3" fmla="*/ 3 h 426"/>
                <a:gd name="T4" fmla="*/ 0 w 246"/>
                <a:gd name="T5" fmla="*/ 3 h 426"/>
                <a:gd name="T6" fmla="*/ 0 w 246"/>
                <a:gd name="T7" fmla="*/ 3 h 426"/>
                <a:gd name="T8" fmla="*/ 1 w 246"/>
                <a:gd name="T9" fmla="*/ 3 h 426"/>
                <a:gd name="T10" fmla="*/ 1 w 246"/>
                <a:gd name="T11" fmla="*/ 3 h 426"/>
                <a:gd name="T12" fmla="*/ 1 w 246"/>
                <a:gd name="T13" fmla="*/ 3 h 426"/>
                <a:gd name="T14" fmla="*/ 1 w 246"/>
                <a:gd name="T15" fmla="*/ 3 h 426"/>
                <a:gd name="T16" fmla="*/ 1 w 246"/>
                <a:gd name="T17" fmla="*/ 3 h 426"/>
                <a:gd name="T18" fmla="*/ 1 w 246"/>
                <a:gd name="T19" fmla="*/ 2 h 426"/>
                <a:gd name="T20" fmla="*/ 2 w 246"/>
                <a:gd name="T21" fmla="*/ 2 h 426"/>
                <a:gd name="T22" fmla="*/ 2 w 246"/>
                <a:gd name="T23" fmla="*/ 2 h 426"/>
                <a:gd name="T24" fmla="*/ 2 w 246"/>
                <a:gd name="T25" fmla="*/ 2 h 426"/>
                <a:gd name="T26" fmla="*/ 2 w 246"/>
                <a:gd name="T27" fmla="*/ 1 h 426"/>
                <a:gd name="T28" fmla="*/ 2 w 246"/>
                <a:gd name="T29" fmla="*/ 1 h 426"/>
                <a:gd name="T30" fmla="*/ 2 w 246"/>
                <a:gd name="T31" fmla="*/ 1 h 426"/>
                <a:gd name="T32" fmla="*/ 2 w 246"/>
                <a:gd name="T33" fmla="*/ 0 h 426"/>
                <a:gd name="T34" fmla="*/ 2 w 246"/>
                <a:gd name="T35" fmla="*/ 0 h 426"/>
                <a:gd name="T36" fmla="*/ 2 w 246"/>
                <a:gd name="T37" fmla="*/ 0 h 426"/>
                <a:gd name="T38" fmla="*/ 2 w 246"/>
                <a:gd name="T39" fmla="*/ 0 h 426"/>
                <a:gd name="T40" fmla="*/ 2 w 246"/>
                <a:gd name="T41" fmla="*/ 1 h 426"/>
                <a:gd name="T42" fmla="*/ 2 w 246"/>
                <a:gd name="T43" fmla="*/ 1 h 426"/>
                <a:gd name="T44" fmla="*/ 2 w 246"/>
                <a:gd name="T45" fmla="*/ 1 h 426"/>
                <a:gd name="T46" fmla="*/ 2 w 246"/>
                <a:gd name="T47" fmla="*/ 2 h 426"/>
                <a:gd name="T48" fmla="*/ 2 w 246"/>
                <a:gd name="T49" fmla="*/ 2 h 426"/>
                <a:gd name="T50" fmla="*/ 1 w 246"/>
                <a:gd name="T51" fmla="*/ 2 h 426"/>
                <a:gd name="T52" fmla="*/ 1 w 246"/>
                <a:gd name="T53" fmla="*/ 2 h 426"/>
                <a:gd name="T54" fmla="*/ 1 w 246"/>
                <a:gd name="T55" fmla="*/ 3 h 426"/>
                <a:gd name="T56" fmla="*/ 1 w 246"/>
                <a:gd name="T57" fmla="*/ 3 h 426"/>
                <a:gd name="T58" fmla="*/ 1 w 246"/>
                <a:gd name="T59" fmla="*/ 3 h 426"/>
                <a:gd name="T60" fmla="*/ 1 w 246"/>
                <a:gd name="T61" fmla="*/ 3 h 426"/>
                <a:gd name="T62" fmla="*/ 1 w 246"/>
                <a:gd name="T63" fmla="*/ 3 h 426"/>
                <a:gd name="T64" fmla="*/ 0 w 246"/>
                <a:gd name="T65" fmla="*/ 3 h 426"/>
                <a:gd name="T66" fmla="*/ 0 w 246"/>
                <a:gd name="T67" fmla="*/ 3 h 426"/>
                <a:gd name="T68" fmla="*/ 0 w 246"/>
                <a:gd name="T69" fmla="*/ 3 h 426"/>
                <a:gd name="T70" fmla="*/ 0 w 246"/>
                <a:gd name="T71" fmla="*/ 3 h 426"/>
                <a:gd name="T72" fmla="*/ 0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426"/>
                  </a:moveTo>
                  <a:lnTo>
                    <a:pt x="0" y="426"/>
                  </a:lnTo>
                  <a:lnTo>
                    <a:pt x="25" y="423"/>
                  </a:lnTo>
                  <a:lnTo>
                    <a:pt x="50" y="417"/>
                  </a:lnTo>
                  <a:lnTo>
                    <a:pt x="74" y="407"/>
                  </a:lnTo>
                  <a:lnTo>
                    <a:pt x="96" y="392"/>
                  </a:lnTo>
                  <a:lnTo>
                    <a:pt x="118" y="373"/>
                  </a:lnTo>
                  <a:lnTo>
                    <a:pt x="138" y="350"/>
                  </a:lnTo>
                  <a:lnTo>
                    <a:pt x="157" y="327"/>
                  </a:lnTo>
                  <a:lnTo>
                    <a:pt x="175" y="299"/>
                  </a:lnTo>
                  <a:lnTo>
                    <a:pt x="190" y="268"/>
                  </a:lnTo>
                  <a:lnTo>
                    <a:pt x="205" y="236"/>
                  </a:lnTo>
                  <a:lnTo>
                    <a:pt x="216" y="202"/>
                  </a:lnTo>
                  <a:lnTo>
                    <a:pt x="227" y="164"/>
                  </a:lnTo>
                  <a:lnTo>
                    <a:pt x="235" y="125"/>
                  </a:lnTo>
                  <a:lnTo>
                    <a:pt x="241" y="86"/>
                  </a:lnTo>
                  <a:lnTo>
                    <a:pt x="244" y="42"/>
                  </a:lnTo>
                  <a:lnTo>
                    <a:pt x="246" y="0"/>
                  </a:lnTo>
                  <a:lnTo>
                    <a:pt x="234" y="0"/>
                  </a:lnTo>
                  <a:lnTo>
                    <a:pt x="233" y="42"/>
                  </a:lnTo>
                  <a:lnTo>
                    <a:pt x="229" y="83"/>
                  </a:lnTo>
                  <a:lnTo>
                    <a:pt x="223" y="123"/>
                  </a:lnTo>
                  <a:lnTo>
                    <a:pt x="215" y="162"/>
                  </a:lnTo>
                  <a:lnTo>
                    <a:pt x="205" y="197"/>
                  </a:lnTo>
                  <a:lnTo>
                    <a:pt x="193" y="231"/>
                  </a:lnTo>
                  <a:lnTo>
                    <a:pt x="179" y="264"/>
                  </a:lnTo>
                  <a:lnTo>
                    <a:pt x="164" y="292"/>
                  </a:lnTo>
                  <a:lnTo>
                    <a:pt x="147" y="320"/>
                  </a:lnTo>
                  <a:lnTo>
                    <a:pt x="128" y="343"/>
                  </a:lnTo>
                  <a:lnTo>
                    <a:pt x="108" y="363"/>
                  </a:lnTo>
                  <a:lnTo>
                    <a:pt x="89" y="382"/>
                  </a:lnTo>
                  <a:lnTo>
                    <a:pt x="67" y="395"/>
                  </a:lnTo>
                  <a:lnTo>
                    <a:pt x="45" y="406"/>
                  </a:lnTo>
                  <a:lnTo>
                    <a:pt x="23" y="411"/>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7533" name="Freeform 63"/>
            <p:cNvSpPr>
              <a:spLocks/>
            </p:cNvSpPr>
            <p:nvPr/>
          </p:nvSpPr>
          <p:spPr bwMode="auto">
            <a:xfrm>
              <a:off x="1091" y="2172"/>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4" y="86"/>
                  </a:lnTo>
                  <a:lnTo>
                    <a:pt x="10" y="125"/>
                  </a:lnTo>
                  <a:lnTo>
                    <a:pt x="18" y="164"/>
                  </a:lnTo>
                  <a:lnTo>
                    <a:pt x="29" y="202"/>
                  </a:lnTo>
                  <a:lnTo>
                    <a:pt x="41" y="236"/>
                  </a:lnTo>
                  <a:lnTo>
                    <a:pt x="55" y="268"/>
                  </a:lnTo>
                  <a:lnTo>
                    <a:pt x="70" y="299"/>
                  </a:lnTo>
                  <a:lnTo>
                    <a:pt x="89" y="327"/>
                  </a:lnTo>
                  <a:lnTo>
                    <a:pt x="106" y="350"/>
                  </a:lnTo>
                  <a:lnTo>
                    <a:pt x="126" y="373"/>
                  </a:lnTo>
                  <a:lnTo>
                    <a:pt x="148" y="392"/>
                  </a:lnTo>
                  <a:lnTo>
                    <a:pt x="171" y="407"/>
                  </a:lnTo>
                  <a:lnTo>
                    <a:pt x="194" y="417"/>
                  </a:lnTo>
                  <a:lnTo>
                    <a:pt x="219" y="423"/>
                  </a:lnTo>
                  <a:lnTo>
                    <a:pt x="245" y="426"/>
                  </a:lnTo>
                  <a:lnTo>
                    <a:pt x="245" y="414"/>
                  </a:lnTo>
                  <a:lnTo>
                    <a:pt x="221" y="411"/>
                  </a:lnTo>
                  <a:lnTo>
                    <a:pt x="199" y="406"/>
                  </a:lnTo>
                  <a:lnTo>
                    <a:pt x="178" y="395"/>
                  </a:lnTo>
                  <a:lnTo>
                    <a:pt x="155" y="382"/>
                  </a:lnTo>
                  <a:lnTo>
                    <a:pt x="136" y="363"/>
                  </a:lnTo>
                  <a:lnTo>
                    <a:pt x="116" y="343"/>
                  </a:lnTo>
                  <a:lnTo>
                    <a:pt x="98" y="320"/>
                  </a:lnTo>
                  <a:lnTo>
                    <a:pt x="82" y="292"/>
                  </a:lnTo>
                  <a:lnTo>
                    <a:pt x="66" y="264"/>
                  </a:lnTo>
                  <a:lnTo>
                    <a:pt x="52" y="231"/>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7534" name="Freeform 64"/>
            <p:cNvSpPr>
              <a:spLocks/>
            </p:cNvSpPr>
            <p:nvPr/>
          </p:nvSpPr>
          <p:spPr bwMode="auto">
            <a:xfrm>
              <a:off x="1091" y="2087"/>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4" y="8"/>
                  </a:lnTo>
                  <a:lnTo>
                    <a:pt x="171" y="18"/>
                  </a:lnTo>
                  <a:lnTo>
                    <a:pt x="148" y="34"/>
                  </a:lnTo>
                  <a:lnTo>
                    <a:pt x="126" y="51"/>
                  </a:lnTo>
                  <a:lnTo>
                    <a:pt x="106" y="73"/>
                  </a:lnTo>
                  <a:lnTo>
                    <a:pt x="89" y="98"/>
                  </a:lnTo>
                  <a:lnTo>
                    <a:pt x="71" y="125"/>
                  </a:lnTo>
                  <a:lnTo>
                    <a:pt x="55" y="155"/>
                  </a:lnTo>
                  <a:lnTo>
                    <a:pt x="41" y="188"/>
                  </a:lnTo>
                  <a:lnTo>
                    <a:pt x="29" y="222"/>
                  </a:lnTo>
                  <a:lnTo>
                    <a:pt x="18" y="261"/>
                  </a:lnTo>
                  <a:lnTo>
                    <a:pt x="10" y="298"/>
                  </a:lnTo>
                  <a:lnTo>
                    <a:pt x="4" y="338"/>
                  </a:lnTo>
                  <a:lnTo>
                    <a:pt x="1" y="382"/>
                  </a:lnTo>
                  <a:lnTo>
                    <a:pt x="0" y="424"/>
                  </a:lnTo>
                  <a:lnTo>
                    <a:pt x="11" y="424"/>
                  </a:lnTo>
                  <a:lnTo>
                    <a:pt x="13" y="382"/>
                  </a:lnTo>
                  <a:lnTo>
                    <a:pt x="16" y="341"/>
                  </a:lnTo>
                  <a:lnTo>
                    <a:pt x="22" y="301"/>
                  </a:lnTo>
                  <a:lnTo>
                    <a:pt x="30" y="263"/>
                  </a:lnTo>
                  <a:lnTo>
                    <a:pt x="41" y="227"/>
                  </a:lnTo>
                  <a:lnTo>
                    <a:pt x="52" y="193"/>
                  </a:lnTo>
                  <a:lnTo>
                    <a:pt x="66" y="160"/>
                  </a:lnTo>
                  <a:lnTo>
                    <a:pt x="80" y="132"/>
                  </a:lnTo>
                  <a:lnTo>
                    <a:pt x="98" y="105"/>
                  </a:lnTo>
                  <a:lnTo>
                    <a:pt x="116" y="80"/>
                  </a:lnTo>
                  <a:lnTo>
                    <a:pt x="136" y="60"/>
                  </a:lnTo>
                  <a:lnTo>
                    <a:pt x="155" y="43"/>
                  </a:lnTo>
                  <a:lnTo>
                    <a:pt x="178" y="30"/>
                  </a:lnTo>
                  <a:lnTo>
                    <a:pt x="199" y="19"/>
                  </a:lnTo>
                  <a:lnTo>
                    <a:pt x="221" y="14"/>
                  </a:lnTo>
                  <a:lnTo>
                    <a:pt x="245" y="11"/>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7535" name="Freeform 65"/>
            <p:cNvSpPr>
              <a:spLocks/>
            </p:cNvSpPr>
            <p:nvPr/>
          </p:nvSpPr>
          <p:spPr bwMode="auto">
            <a:xfrm>
              <a:off x="1392" y="2118"/>
              <a:ext cx="49" cy="85"/>
            </a:xfrm>
            <a:custGeom>
              <a:avLst/>
              <a:gdLst>
                <a:gd name="T0" fmla="*/ 2 w 246"/>
                <a:gd name="T1" fmla="*/ 3 h 426"/>
                <a:gd name="T2" fmla="*/ 2 w 246"/>
                <a:gd name="T3" fmla="*/ 3 h 426"/>
                <a:gd name="T4" fmla="*/ 2 w 246"/>
                <a:gd name="T5" fmla="*/ 3 h 426"/>
                <a:gd name="T6" fmla="*/ 2 w 246"/>
                <a:gd name="T7" fmla="*/ 3 h 426"/>
                <a:gd name="T8" fmla="*/ 2 w 246"/>
                <a:gd name="T9" fmla="*/ 2 h 426"/>
                <a:gd name="T10" fmla="*/ 2 w 246"/>
                <a:gd name="T11" fmla="*/ 2 h 426"/>
                <a:gd name="T12" fmla="*/ 2 w 246"/>
                <a:gd name="T13" fmla="*/ 2 h 426"/>
                <a:gd name="T14" fmla="*/ 2 w 246"/>
                <a:gd name="T15" fmla="*/ 2 h 426"/>
                <a:gd name="T16" fmla="*/ 2 w 246"/>
                <a:gd name="T17" fmla="*/ 1 h 426"/>
                <a:gd name="T18" fmla="*/ 1 w 246"/>
                <a:gd name="T19" fmla="*/ 1 h 426"/>
                <a:gd name="T20" fmla="*/ 1 w 246"/>
                <a:gd name="T21" fmla="*/ 1 h 426"/>
                <a:gd name="T22" fmla="*/ 1 w 246"/>
                <a:gd name="T23" fmla="*/ 1 h 426"/>
                <a:gd name="T24" fmla="*/ 1 w 246"/>
                <a:gd name="T25" fmla="*/ 0 h 426"/>
                <a:gd name="T26" fmla="*/ 1 w 246"/>
                <a:gd name="T27" fmla="*/ 0 h 426"/>
                <a:gd name="T28" fmla="*/ 1 w 246"/>
                <a:gd name="T29" fmla="*/ 0 h 426"/>
                <a:gd name="T30" fmla="*/ 0 w 246"/>
                <a:gd name="T31" fmla="*/ 0 h 426"/>
                <a:gd name="T32" fmla="*/ 0 w 246"/>
                <a:gd name="T33" fmla="*/ 0 h 426"/>
                <a:gd name="T34" fmla="*/ 0 w 246"/>
                <a:gd name="T35" fmla="*/ 0 h 426"/>
                <a:gd name="T36" fmla="*/ 0 w 246"/>
                <a:gd name="T37" fmla="*/ 0 h 426"/>
                <a:gd name="T38" fmla="*/ 0 w 246"/>
                <a:gd name="T39" fmla="*/ 0 h 426"/>
                <a:gd name="T40" fmla="*/ 0 w 246"/>
                <a:gd name="T41" fmla="*/ 0 h 426"/>
                <a:gd name="T42" fmla="*/ 1 w 246"/>
                <a:gd name="T43" fmla="*/ 0 h 426"/>
                <a:gd name="T44" fmla="*/ 1 w 246"/>
                <a:gd name="T45" fmla="*/ 0 h 426"/>
                <a:gd name="T46" fmla="*/ 1 w 246"/>
                <a:gd name="T47" fmla="*/ 1 h 426"/>
                <a:gd name="T48" fmla="*/ 1 w 246"/>
                <a:gd name="T49" fmla="*/ 1 h 426"/>
                <a:gd name="T50" fmla="*/ 1 w 246"/>
                <a:gd name="T51" fmla="*/ 1 h 426"/>
                <a:gd name="T52" fmla="*/ 1 w 246"/>
                <a:gd name="T53" fmla="*/ 1 h 426"/>
                <a:gd name="T54" fmla="*/ 1 w 246"/>
                <a:gd name="T55" fmla="*/ 1 h 426"/>
                <a:gd name="T56" fmla="*/ 2 w 246"/>
                <a:gd name="T57" fmla="*/ 2 h 426"/>
                <a:gd name="T58" fmla="*/ 2 w 246"/>
                <a:gd name="T59" fmla="*/ 2 h 426"/>
                <a:gd name="T60" fmla="*/ 2 w 246"/>
                <a:gd name="T61" fmla="*/ 2 h 426"/>
                <a:gd name="T62" fmla="*/ 2 w 246"/>
                <a:gd name="T63" fmla="*/ 2 h 426"/>
                <a:gd name="T64" fmla="*/ 2 w 246"/>
                <a:gd name="T65" fmla="*/ 3 h 426"/>
                <a:gd name="T66" fmla="*/ 2 w 246"/>
                <a:gd name="T67" fmla="*/ 3 h 426"/>
                <a:gd name="T68" fmla="*/ 2 w 246"/>
                <a:gd name="T69" fmla="*/ 3 h 426"/>
                <a:gd name="T70" fmla="*/ 2 w 246"/>
                <a:gd name="T71" fmla="*/ 3 h 426"/>
                <a:gd name="T72" fmla="*/ 2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246" y="426"/>
                  </a:moveTo>
                  <a:lnTo>
                    <a:pt x="246" y="426"/>
                  </a:lnTo>
                  <a:lnTo>
                    <a:pt x="245" y="384"/>
                  </a:lnTo>
                  <a:lnTo>
                    <a:pt x="242" y="340"/>
                  </a:lnTo>
                  <a:lnTo>
                    <a:pt x="236" y="301"/>
                  </a:lnTo>
                  <a:lnTo>
                    <a:pt x="228" y="262"/>
                  </a:lnTo>
                  <a:lnTo>
                    <a:pt x="217" y="224"/>
                  </a:lnTo>
                  <a:lnTo>
                    <a:pt x="205" y="190"/>
                  </a:lnTo>
                  <a:lnTo>
                    <a:pt x="191" y="158"/>
                  </a:lnTo>
                  <a:lnTo>
                    <a:pt x="176" y="126"/>
                  </a:lnTo>
                  <a:lnTo>
                    <a:pt x="157" y="99"/>
                  </a:lnTo>
                  <a:lnTo>
                    <a:pt x="139" y="75"/>
                  </a:lnTo>
                  <a:lnTo>
                    <a:pt x="119" y="53"/>
                  </a:lnTo>
                  <a:lnTo>
                    <a:pt x="96" y="34"/>
                  </a:lnTo>
                  <a:lnTo>
                    <a:pt x="75" y="19"/>
                  </a:lnTo>
                  <a:lnTo>
                    <a:pt x="51" y="9"/>
                  </a:lnTo>
                  <a:lnTo>
                    <a:pt x="26" y="3"/>
                  </a:lnTo>
                  <a:lnTo>
                    <a:pt x="0" y="0"/>
                  </a:lnTo>
                  <a:lnTo>
                    <a:pt x="0" y="12"/>
                  </a:lnTo>
                  <a:lnTo>
                    <a:pt x="24" y="15"/>
                  </a:lnTo>
                  <a:lnTo>
                    <a:pt x="46" y="20"/>
                  </a:lnTo>
                  <a:lnTo>
                    <a:pt x="68" y="31"/>
                  </a:lnTo>
                  <a:lnTo>
                    <a:pt x="89" y="44"/>
                  </a:lnTo>
                  <a:lnTo>
                    <a:pt x="109" y="63"/>
                  </a:lnTo>
                  <a:lnTo>
                    <a:pt x="129" y="83"/>
                  </a:lnTo>
                  <a:lnTo>
                    <a:pt x="148" y="106"/>
                  </a:lnTo>
                  <a:lnTo>
                    <a:pt x="164" y="133"/>
                  </a:lnTo>
                  <a:lnTo>
                    <a:pt x="180" y="162"/>
                  </a:lnTo>
                  <a:lnTo>
                    <a:pt x="194" y="195"/>
                  </a:lnTo>
                  <a:lnTo>
                    <a:pt x="205" y="229"/>
                  </a:lnTo>
                  <a:lnTo>
                    <a:pt x="216" y="264"/>
                  </a:lnTo>
                  <a:lnTo>
                    <a:pt x="224" y="303"/>
                  </a:lnTo>
                  <a:lnTo>
                    <a:pt x="230" y="343"/>
                  </a:lnTo>
                  <a:lnTo>
                    <a:pt x="233" y="384"/>
                  </a:lnTo>
                  <a:lnTo>
                    <a:pt x="235" y="426"/>
                  </a:lnTo>
                  <a:lnTo>
                    <a:pt x="246"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7536" name="Freeform 66"/>
            <p:cNvSpPr>
              <a:spLocks/>
            </p:cNvSpPr>
            <p:nvPr/>
          </p:nvSpPr>
          <p:spPr bwMode="auto">
            <a:xfrm>
              <a:off x="1392" y="2203"/>
              <a:ext cx="49" cy="85"/>
            </a:xfrm>
            <a:custGeom>
              <a:avLst/>
              <a:gdLst>
                <a:gd name="T0" fmla="*/ 0 w 246"/>
                <a:gd name="T1" fmla="*/ 3 h 424"/>
                <a:gd name="T2" fmla="*/ 0 w 246"/>
                <a:gd name="T3" fmla="*/ 3 h 424"/>
                <a:gd name="T4" fmla="*/ 0 w 246"/>
                <a:gd name="T5" fmla="*/ 3 h 424"/>
                <a:gd name="T6" fmla="*/ 0 w 246"/>
                <a:gd name="T7" fmla="*/ 3 h 424"/>
                <a:gd name="T8" fmla="*/ 1 w 246"/>
                <a:gd name="T9" fmla="*/ 3 h 424"/>
                <a:gd name="T10" fmla="*/ 1 w 246"/>
                <a:gd name="T11" fmla="*/ 3 h 424"/>
                <a:gd name="T12" fmla="*/ 1 w 246"/>
                <a:gd name="T13" fmla="*/ 3 h 424"/>
                <a:gd name="T14" fmla="*/ 1 w 246"/>
                <a:gd name="T15" fmla="*/ 3 h 424"/>
                <a:gd name="T16" fmla="*/ 1 w 246"/>
                <a:gd name="T17" fmla="*/ 3 h 424"/>
                <a:gd name="T18" fmla="*/ 1 w 246"/>
                <a:gd name="T19" fmla="*/ 2 h 424"/>
                <a:gd name="T20" fmla="*/ 2 w 246"/>
                <a:gd name="T21" fmla="*/ 2 h 424"/>
                <a:gd name="T22" fmla="*/ 2 w 246"/>
                <a:gd name="T23" fmla="*/ 2 h 424"/>
                <a:gd name="T24" fmla="*/ 2 w 246"/>
                <a:gd name="T25" fmla="*/ 2 h 424"/>
                <a:gd name="T26" fmla="*/ 2 w 246"/>
                <a:gd name="T27" fmla="*/ 1 h 424"/>
                <a:gd name="T28" fmla="*/ 2 w 246"/>
                <a:gd name="T29" fmla="*/ 1 h 424"/>
                <a:gd name="T30" fmla="*/ 2 w 246"/>
                <a:gd name="T31" fmla="*/ 1 h 424"/>
                <a:gd name="T32" fmla="*/ 2 w 246"/>
                <a:gd name="T33" fmla="*/ 0 h 424"/>
                <a:gd name="T34" fmla="*/ 2 w 246"/>
                <a:gd name="T35" fmla="*/ 0 h 424"/>
                <a:gd name="T36" fmla="*/ 2 w 246"/>
                <a:gd name="T37" fmla="*/ 0 h 424"/>
                <a:gd name="T38" fmla="*/ 2 w 246"/>
                <a:gd name="T39" fmla="*/ 0 h 424"/>
                <a:gd name="T40" fmla="*/ 2 w 246"/>
                <a:gd name="T41" fmla="*/ 1 h 424"/>
                <a:gd name="T42" fmla="*/ 2 w 246"/>
                <a:gd name="T43" fmla="*/ 1 h 424"/>
                <a:gd name="T44" fmla="*/ 2 w 246"/>
                <a:gd name="T45" fmla="*/ 1 h 424"/>
                <a:gd name="T46" fmla="*/ 2 w 246"/>
                <a:gd name="T47" fmla="*/ 2 h 424"/>
                <a:gd name="T48" fmla="*/ 2 w 246"/>
                <a:gd name="T49" fmla="*/ 2 h 424"/>
                <a:gd name="T50" fmla="*/ 1 w 246"/>
                <a:gd name="T51" fmla="*/ 2 h 424"/>
                <a:gd name="T52" fmla="*/ 1 w 246"/>
                <a:gd name="T53" fmla="*/ 2 h 424"/>
                <a:gd name="T54" fmla="*/ 1 w 246"/>
                <a:gd name="T55" fmla="*/ 3 h 424"/>
                <a:gd name="T56" fmla="*/ 1 w 246"/>
                <a:gd name="T57" fmla="*/ 3 h 424"/>
                <a:gd name="T58" fmla="*/ 1 w 246"/>
                <a:gd name="T59" fmla="*/ 3 h 424"/>
                <a:gd name="T60" fmla="*/ 1 w 246"/>
                <a:gd name="T61" fmla="*/ 3 h 424"/>
                <a:gd name="T62" fmla="*/ 1 w 246"/>
                <a:gd name="T63" fmla="*/ 3 h 424"/>
                <a:gd name="T64" fmla="*/ 0 w 246"/>
                <a:gd name="T65" fmla="*/ 3 h 424"/>
                <a:gd name="T66" fmla="*/ 0 w 246"/>
                <a:gd name="T67" fmla="*/ 3 h 424"/>
                <a:gd name="T68" fmla="*/ 0 w 246"/>
                <a:gd name="T69" fmla="*/ 3 h 424"/>
                <a:gd name="T70" fmla="*/ 0 w 246"/>
                <a:gd name="T71" fmla="*/ 3 h 424"/>
                <a:gd name="T72" fmla="*/ 0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0" y="424"/>
                  </a:moveTo>
                  <a:lnTo>
                    <a:pt x="0" y="424"/>
                  </a:lnTo>
                  <a:lnTo>
                    <a:pt x="26" y="422"/>
                  </a:lnTo>
                  <a:lnTo>
                    <a:pt x="51" y="416"/>
                  </a:lnTo>
                  <a:lnTo>
                    <a:pt x="75" y="406"/>
                  </a:lnTo>
                  <a:lnTo>
                    <a:pt x="96" y="390"/>
                  </a:lnTo>
                  <a:lnTo>
                    <a:pt x="119" y="373"/>
                  </a:lnTo>
                  <a:lnTo>
                    <a:pt x="139" y="351"/>
                  </a:lnTo>
                  <a:lnTo>
                    <a:pt x="157" y="326"/>
                  </a:lnTo>
                  <a:lnTo>
                    <a:pt x="175" y="299"/>
                  </a:lnTo>
                  <a:lnTo>
                    <a:pt x="191" y="269"/>
                  </a:lnTo>
                  <a:lnTo>
                    <a:pt x="205" y="236"/>
                  </a:lnTo>
                  <a:lnTo>
                    <a:pt x="217" y="202"/>
                  </a:lnTo>
                  <a:lnTo>
                    <a:pt x="228" y="163"/>
                  </a:lnTo>
                  <a:lnTo>
                    <a:pt x="236" y="125"/>
                  </a:lnTo>
                  <a:lnTo>
                    <a:pt x="242" y="86"/>
                  </a:lnTo>
                  <a:lnTo>
                    <a:pt x="245" y="42"/>
                  </a:lnTo>
                  <a:lnTo>
                    <a:pt x="246" y="0"/>
                  </a:lnTo>
                  <a:lnTo>
                    <a:pt x="235" y="0"/>
                  </a:lnTo>
                  <a:lnTo>
                    <a:pt x="233" y="42"/>
                  </a:lnTo>
                  <a:lnTo>
                    <a:pt x="230" y="83"/>
                  </a:lnTo>
                  <a:lnTo>
                    <a:pt x="224" y="123"/>
                  </a:lnTo>
                  <a:lnTo>
                    <a:pt x="216" y="161"/>
                  </a:lnTo>
                  <a:lnTo>
                    <a:pt x="205" y="197"/>
                  </a:lnTo>
                  <a:lnTo>
                    <a:pt x="194" y="231"/>
                  </a:lnTo>
                  <a:lnTo>
                    <a:pt x="180" y="264"/>
                  </a:lnTo>
                  <a:lnTo>
                    <a:pt x="166" y="292"/>
                  </a:lnTo>
                  <a:lnTo>
                    <a:pt x="148" y="319"/>
                  </a:lnTo>
                  <a:lnTo>
                    <a:pt x="129" y="344"/>
                  </a:lnTo>
                  <a:lnTo>
                    <a:pt x="109" y="364"/>
                  </a:lnTo>
                  <a:lnTo>
                    <a:pt x="89" y="381"/>
                  </a:lnTo>
                  <a:lnTo>
                    <a:pt x="68" y="394"/>
                  </a:lnTo>
                  <a:lnTo>
                    <a:pt x="46" y="405"/>
                  </a:lnTo>
                  <a:lnTo>
                    <a:pt x="24" y="410"/>
                  </a:lnTo>
                  <a:lnTo>
                    <a:pt x="0" y="413"/>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7537" name="Freeform 67"/>
            <p:cNvSpPr>
              <a:spLocks/>
            </p:cNvSpPr>
            <p:nvPr/>
          </p:nvSpPr>
          <p:spPr bwMode="auto">
            <a:xfrm>
              <a:off x="1343" y="2203"/>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2" y="42"/>
                  </a:lnTo>
                  <a:lnTo>
                    <a:pt x="5" y="86"/>
                  </a:lnTo>
                  <a:lnTo>
                    <a:pt x="11" y="125"/>
                  </a:lnTo>
                  <a:lnTo>
                    <a:pt x="19" y="163"/>
                  </a:lnTo>
                  <a:lnTo>
                    <a:pt x="30" y="202"/>
                  </a:lnTo>
                  <a:lnTo>
                    <a:pt x="41" y="236"/>
                  </a:lnTo>
                  <a:lnTo>
                    <a:pt x="56" y="269"/>
                  </a:lnTo>
                  <a:lnTo>
                    <a:pt x="72" y="299"/>
                  </a:lnTo>
                  <a:lnTo>
                    <a:pt x="90" y="326"/>
                  </a:lnTo>
                  <a:lnTo>
                    <a:pt x="108" y="351"/>
                  </a:lnTo>
                  <a:lnTo>
                    <a:pt x="127" y="373"/>
                  </a:lnTo>
                  <a:lnTo>
                    <a:pt x="149" y="390"/>
                  </a:lnTo>
                  <a:lnTo>
                    <a:pt x="172" y="406"/>
                  </a:lnTo>
                  <a:lnTo>
                    <a:pt x="195" y="416"/>
                  </a:lnTo>
                  <a:lnTo>
                    <a:pt x="220" y="422"/>
                  </a:lnTo>
                  <a:lnTo>
                    <a:pt x="245" y="424"/>
                  </a:lnTo>
                  <a:lnTo>
                    <a:pt x="245" y="413"/>
                  </a:lnTo>
                  <a:lnTo>
                    <a:pt x="222" y="410"/>
                  </a:lnTo>
                  <a:lnTo>
                    <a:pt x="200" y="405"/>
                  </a:lnTo>
                  <a:lnTo>
                    <a:pt x="179" y="394"/>
                  </a:lnTo>
                  <a:lnTo>
                    <a:pt x="156" y="381"/>
                  </a:lnTo>
                  <a:lnTo>
                    <a:pt x="136" y="364"/>
                  </a:lnTo>
                  <a:lnTo>
                    <a:pt x="118" y="344"/>
                  </a:lnTo>
                  <a:lnTo>
                    <a:pt x="99" y="319"/>
                  </a:lnTo>
                  <a:lnTo>
                    <a:pt x="81" y="292"/>
                  </a:lnTo>
                  <a:lnTo>
                    <a:pt x="67" y="264"/>
                  </a:lnTo>
                  <a:lnTo>
                    <a:pt x="53" y="231"/>
                  </a:lnTo>
                  <a:lnTo>
                    <a:pt x="41" y="197"/>
                  </a:lnTo>
                  <a:lnTo>
                    <a:pt x="31" y="161"/>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7538" name="Freeform 68"/>
            <p:cNvSpPr>
              <a:spLocks/>
            </p:cNvSpPr>
            <p:nvPr/>
          </p:nvSpPr>
          <p:spPr bwMode="auto">
            <a:xfrm>
              <a:off x="1343" y="2118"/>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1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20" y="3"/>
                  </a:lnTo>
                  <a:lnTo>
                    <a:pt x="195" y="9"/>
                  </a:lnTo>
                  <a:lnTo>
                    <a:pt x="172" y="19"/>
                  </a:lnTo>
                  <a:lnTo>
                    <a:pt x="149" y="34"/>
                  </a:lnTo>
                  <a:lnTo>
                    <a:pt x="127" y="53"/>
                  </a:lnTo>
                  <a:lnTo>
                    <a:pt x="108" y="75"/>
                  </a:lnTo>
                  <a:lnTo>
                    <a:pt x="90" y="99"/>
                  </a:lnTo>
                  <a:lnTo>
                    <a:pt x="71" y="126"/>
                  </a:lnTo>
                  <a:lnTo>
                    <a:pt x="56" y="158"/>
                  </a:lnTo>
                  <a:lnTo>
                    <a:pt x="41" y="190"/>
                  </a:lnTo>
                  <a:lnTo>
                    <a:pt x="30" y="224"/>
                  </a:lnTo>
                  <a:lnTo>
                    <a:pt x="19" y="262"/>
                  </a:lnTo>
                  <a:lnTo>
                    <a:pt x="11" y="301"/>
                  </a:lnTo>
                  <a:lnTo>
                    <a:pt x="5" y="340"/>
                  </a:lnTo>
                  <a:lnTo>
                    <a:pt x="2" y="384"/>
                  </a:lnTo>
                  <a:lnTo>
                    <a:pt x="0" y="426"/>
                  </a:lnTo>
                  <a:lnTo>
                    <a:pt x="12" y="426"/>
                  </a:lnTo>
                  <a:lnTo>
                    <a:pt x="13" y="384"/>
                  </a:lnTo>
                  <a:lnTo>
                    <a:pt x="17" y="343"/>
                  </a:lnTo>
                  <a:lnTo>
                    <a:pt x="23" y="303"/>
                  </a:lnTo>
                  <a:lnTo>
                    <a:pt x="31" y="264"/>
                  </a:lnTo>
                  <a:lnTo>
                    <a:pt x="41" y="229"/>
                  </a:lnTo>
                  <a:lnTo>
                    <a:pt x="53" y="195"/>
                  </a:lnTo>
                  <a:lnTo>
                    <a:pt x="67" y="162"/>
                  </a:lnTo>
                  <a:lnTo>
                    <a:pt x="82" y="133"/>
                  </a:lnTo>
                  <a:lnTo>
                    <a:pt x="99" y="106"/>
                  </a:lnTo>
                  <a:lnTo>
                    <a:pt x="118" y="83"/>
                  </a:lnTo>
                  <a:lnTo>
                    <a:pt x="136" y="63"/>
                  </a:lnTo>
                  <a:lnTo>
                    <a:pt x="156" y="44"/>
                  </a:lnTo>
                  <a:lnTo>
                    <a:pt x="179" y="31"/>
                  </a:lnTo>
                  <a:lnTo>
                    <a:pt x="200" y="20"/>
                  </a:lnTo>
                  <a:lnTo>
                    <a:pt x="222" y="15"/>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7539" name="Freeform 69"/>
            <p:cNvSpPr>
              <a:spLocks/>
            </p:cNvSpPr>
            <p:nvPr/>
          </p:nvSpPr>
          <p:spPr bwMode="auto">
            <a:xfrm>
              <a:off x="1384" y="1859"/>
              <a:ext cx="49" cy="84"/>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1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3" y="382"/>
                  </a:lnTo>
                  <a:lnTo>
                    <a:pt x="240" y="339"/>
                  </a:lnTo>
                  <a:lnTo>
                    <a:pt x="234" y="299"/>
                  </a:lnTo>
                  <a:lnTo>
                    <a:pt x="226" y="261"/>
                  </a:lnTo>
                  <a:lnTo>
                    <a:pt x="215" y="222"/>
                  </a:lnTo>
                  <a:lnTo>
                    <a:pt x="204" y="188"/>
                  </a:lnTo>
                  <a:lnTo>
                    <a:pt x="189" y="156"/>
                  </a:lnTo>
                  <a:lnTo>
                    <a:pt x="173" y="125"/>
                  </a:lnTo>
                  <a:lnTo>
                    <a:pt x="155" y="98"/>
                  </a:lnTo>
                  <a:lnTo>
                    <a:pt x="138" y="74"/>
                  </a:lnTo>
                  <a:lnTo>
                    <a:pt x="118" y="51"/>
                  </a:lnTo>
                  <a:lnTo>
                    <a:pt x="96" y="34"/>
                  </a:lnTo>
                  <a:lnTo>
                    <a:pt x="73" y="18"/>
                  </a:lnTo>
                  <a:lnTo>
                    <a:pt x="50" y="8"/>
                  </a:lnTo>
                  <a:lnTo>
                    <a:pt x="25" y="2"/>
                  </a:lnTo>
                  <a:lnTo>
                    <a:pt x="0" y="0"/>
                  </a:lnTo>
                  <a:lnTo>
                    <a:pt x="0" y="11"/>
                  </a:lnTo>
                  <a:lnTo>
                    <a:pt x="23" y="14"/>
                  </a:lnTo>
                  <a:lnTo>
                    <a:pt x="45" y="20"/>
                  </a:lnTo>
                  <a:lnTo>
                    <a:pt x="66" y="30"/>
                  </a:lnTo>
                  <a:lnTo>
                    <a:pt x="89" y="43"/>
                  </a:lnTo>
                  <a:lnTo>
                    <a:pt x="109" y="61"/>
                  </a:lnTo>
                  <a:lnTo>
                    <a:pt x="129" y="81"/>
                  </a:lnTo>
                  <a:lnTo>
                    <a:pt x="146" y="105"/>
                  </a:lnTo>
                  <a:lnTo>
                    <a:pt x="164" y="132"/>
                  </a:lnTo>
                  <a:lnTo>
                    <a:pt x="178" y="160"/>
                  </a:lnTo>
                  <a:lnTo>
                    <a:pt x="192" y="193"/>
                  </a:lnTo>
                  <a:lnTo>
                    <a:pt x="204" y="227"/>
                  </a:lnTo>
                  <a:lnTo>
                    <a:pt x="214" y="264"/>
                  </a:lnTo>
                  <a:lnTo>
                    <a:pt x="222" y="301"/>
                  </a:lnTo>
                  <a:lnTo>
                    <a:pt x="228"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7540" name="Freeform 70"/>
            <p:cNvSpPr>
              <a:spLocks/>
            </p:cNvSpPr>
            <p:nvPr/>
          </p:nvSpPr>
          <p:spPr bwMode="auto">
            <a:xfrm>
              <a:off x="1384" y="1943"/>
              <a:ext cx="49" cy="86"/>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5" y="423"/>
                  </a:lnTo>
                  <a:lnTo>
                    <a:pt x="50" y="418"/>
                  </a:lnTo>
                  <a:lnTo>
                    <a:pt x="73" y="407"/>
                  </a:lnTo>
                  <a:lnTo>
                    <a:pt x="96" y="392"/>
                  </a:lnTo>
                  <a:lnTo>
                    <a:pt x="118" y="374"/>
                  </a:lnTo>
                  <a:lnTo>
                    <a:pt x="138" y="352"/>
                  </a:lnTo>
                  <a:lnTo>
                    <a:pt x="155" y="327"/>
                  </a:lnTo>
                  <a:lnTo>
                    <a:pt x="174" y="300"/>
                  </a:lnTo>
                  <a:lnTo>
                    <a:pt x="189" y="269"/>
                  </a:lnTo>
                  <a:lnTo>
                    <a:pt x="204" y="237"/>
                  </a:lnTo>
                  <a:lnTo>
                    <a:pt x="215" y="202"/>
                  </a:lnTo>
                  <a:lnTo>
                    <a:pt x="226" y="164"/>
                  </a:lnTo>
                  <a:lnTo>
                    <a:pt x="234" y="126"/>
                  </a:lnTo>
                  <a:lnTo>
                    <a:pt x="240" y="86"/>
                  </a:lnTo>
                  <a:lnTo>
                    <a:pt x="243" y="42"/>
                  </a:lnTo>
                  <a:lnTo>
                    <a:pt x="245" y="0"/>
                  </a:lnTo>
                  <a:lnTo>
                    <a:pt x="233" y="0"/>
                  </a:lnTo>
                  <a:lnTo>
                    <a:pt x="232" y="42"/>
                  </a:lnTo>
                  <a:lnTo>
                    <a:pt x="228" y="83"/>
                  </a:lnTo>
                  <a:lnTo>
                    <a:pt x="222" y="123"/>
                  </a:lnTo>
                  <a:lnTo>
                    <a:pt x="214" y="162"/>
                  </a:lnTo>
                  <a:lnTo>
                    <a:pt x="204" y="197"/>
                  </a:lnTo>
                  <a:lnTo>
                    <a:pt x="192" y="232"/>
                  </a:lnTo>
                  <a:lnTo>
                    <a:pt x="178" y="264"/>
                  </a:lnTo>
                  <a:lnTo>
                    <a:pt x="163" y="293"/>
                  </a:lnTo>
                  <a:lnTo>
                    <a:pt x="146" y="320"/>
                  </a:lnTo>
                  <a:lnTo>
                    <a:pt x="129" y="345"/>
                  </a:lnTo>
                  <a:lnTo>
                    <a:pt x="109" y="365"/>
                  </a:lnTo>
                  <a:lnTo>
                    <a:pt x="89" y="382"/>
                  </a:lnTo>
                  <a:lnTo>
                    <a:pt x="66" y="395"/>
                  </a:lnTo>
                  <a:lnTo>
                    <a:pt x="45" y="406"/>
                  </a:lnTo>
                  <a:lnTo>
                    <a:pt x="23"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7541" name="Freeform 71"/>
            <p:cNvSpPr>
              <a:spLocks/>
            </p:cNvSpPr>
            <p:nvPr/>
          </p:nvSpPr>
          <p:spPr bwMode="auto">
            <a:xfrm>
              <a:off x="1335" y="1943"/>
              <a:ext cx="49" cy="86"/>
            </a:xfrm>
            <a:custGeom>
              <a:avLst/>
              <a:gdLst>
                <a:gd name="T0" fmla="*/ 0 w 246"/>
                <a:gd name="T1" fmla="*/ 0 h 426"/>
                <a:gd name="T2" fmla="*/ 0 w 246"/>
                <a:gd name="T3" fmla="*/ 0 h 426"/>
                <a:gd name="T4" fmla="*/ 0 w 246"/>
                <a:gd name="T5" fmla="*/ 0 h 426"/>
                <a:gd name="T6" fmla="*/ 0 w 246"/>
                <a:gd name="T7" fmla="*/ 1 h 426"/>
                <a:gd name="T8" fmla="*/ 0 w 246"/>
                <a:gd name="T9" fmla="*/ 1 h 426"/>
                <a:gd name="T10" fmla="*/ 0 w 246"/>
                <a:gd name="T11" fmla="*/ 1 h 426"/>
                <a:gd name="T12" fmla="*/ 0 w 246"/>
                <a:gd name="T13" fmla="*/ 2 h 426"/>
                <a:gd name="T14" fmla="*/ 0 w 246"/>
                <a:gd name="T15" fmla="*/ 2 h 426"/>
                <a:gd name="T16" fmla="*/ 0 w 246"/>
                <a:gd name="T17" fmla="*/ 2 h 426"/>
                <a:gd name="T18" fmla="*/ 1 w 246"/>
                <a:gd name="T19" fmla="*/ 2 h 426"/>
                <a:gd name="T20" fmla="*/ 1 w 246"/>
                <a:gd name="T21" fmla="*/ 3 h 426"/>
                <a:gd name="T22" fmla="*/ 1 w 246"/>
                <a:gd name="T23" fmla="*/ 3 h 426"/>
                <a:gd name="T24" fmla="*/ 1 w 246"/>
                <a:gd name="T25" fmla="*/ 3 h 426"/>
                <a:gd name="T26" fmla="*/ 1 w 246"/>
                <a:gd name="T27" fmla="*/ 3 h 426"/>
                <a:gd name="T28" fmla="*/ 1 w 246"/>
                <a:gd name="T29" fmla="*/ 3 h 426"/>
                <a:gd name="T30" fmla="*/ 2 w 246"/>
                <a:gd name="T31" fmla="*/ 3 h 426"/>
                <a:gd name="T32" fmla="*/ 2 w 246"/>
                <a:gd name="T33" fmla="*/ 3 h 426"/>
                <a:gd name="T34" fmla="*/ 2 w 246"/>
                <a:gd name="T35" fmla="*/ 3 h 426"/>
                <a:gd name="T36" fmla="*/ 2 w 246"/>
                <a:gd name="T37" fmla="*/ 3 h 426"/>
                <a:gd name="T38" fmla="*/ 2 w 246"/>
                <a:gd name="T39" fmla="*/ 3 h 426"/>
                <a:gd name="T40" fmla="*/ 2 w 246"/>
                <a:gd name="T41" fmla="*/ 3 h 426"/>
                <a:gd name="T42" fmla="*/ 1 w 246"/>
                <a:gd name="T43" fmla="*/ 3 h 426"/>
                <a:gd name="T44" fmla="*/ 1 w 246"/>
                <a:gd name="T45" fmla="*/ 3 h 426"/>
                <a:gd name="T46" fmla="*/ 1 w 246"/>
                <a:gd name="T47" fmla="*/ 3 h 426"/>
                <a:gd name="T48" fmla="*/ 1 w 246"/>
                <a:gd name="T49" fmla="*/ 3 h 426"/>
                <a:gd name="T50" fmla="*/ 1 w 246"/>
                <a:gd name="T51" fmla="*/ 3 h 426"/>
                <a:gd name="T52" fmla="*/ 1 w 246"/>
                <a:gd name="T53" fmla="*/ 2 h 426"/>
                <a:gd name="T54" fmla="*/ 1 w 246"/>
                <a:gd name="T55" fmla="*/ 2 h 426"/>
                <a:gd name="T56" fmla="*/ 0 w 246"/>
                <a:gd name="T57" fmla="*/ 2 h 426"/>
                <a:gd name="T58" fmla="*/ 0 w 246"/>
                <a:gd name="T59" fmla="*/ 2 h 426"/>
                <a:gd name="T60" fmla="*/ 0 w 246"/>
                <a:gd name="T61" fmla="*/ 1 h 426"/>
                <a:gd name="T62" fmla="*/ 0 w 246"/>
                <a:gd name="T63" fmla="*/ 1 h 426"/>
                <a:gd name="T64" fmla="*/ 0 w 246"/>
                <a:gd name="T65" fmla="*/ 1 h 426"/>
                <a:gd name="T66" fmla="*/ 0 w 246"/>
                <a:gd name="T67" fmla="*/ 0 h 426"/>
                <a:gd name="T68" fmla="*/ 0 w 246"/>
                <a:gd name="T69" fmla="*/ 0 h 426"/>
                <a:gd name="T70" fmla="*/ 0 w 246"/>
                <a:gd name="T71" fmla="*/ 0 h 426"/>
                <a:gd name="T72" fmla="*/ 0 w 246"/>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0"/>
                  </a:moveTo>
                  <a:lnTo>
                    <a:pt x="0" y="0"/>
                  </a:lnTo>
                  <a:lnTo>
                    <a:pt x="1" y="42"/>
                  </a:lnTo>
                  <a:lnTo>
                    <a:pt x="4" y="86"/>
                  </a:lnTo>
                  <a:lnTo>
                    <a:pt x="10" y="126"/>
                  </a:lnTo>
                  <a:lnTo>
                    <a:pt x="18" y="164"/>
                  </a:lnTo>
                  <a:lnTo>
                    <a:pt x="29" y="202"/>
                  </a:lnTo>
                  <a:lnTo>
                    <a:pt x="41" y="237"/>
                  </a:lnTo>
                  <a:lnTo>
                    <a:pt x="55" y="269"/>
                  </a:lnTo>
                  <a:lnTo>
                    <a:pt x="71" y="300"/>
                  </a:lnTo>
                  <a:lnTo>
                    <a:pt x="89" y="327"/>
                  </a:lnTo>
                  <a:lnTo>
                    <a:pt x="107" y="352"/>
                  </a:lnTo>
                  <a:lnTo>
                    <a:pt x="127" y="374"/>
                  </a:lnTo>
                  <a:lnTo>
                    <a:pt x="150" y="392"/>
                  </a:lnTo>
                  <a:lnTo>
                    <a:pt x="171" y="407"/>
                  </a:lnTo>
                  <a:lnTo>
                    <a:pt x="195" y="418"/>
                  </a:lnTo>
                  <a:lnTo>
                    <a:pt x="220" y="423"/>
                  </a:lnTo>
                  <a:lnTo>
                    <a:pt x="246" y="426"/>
                  </a:lnTo>
                  <a:lnTo>
                    <a:pt x="246" y="414"/>
                  </a:lnTo>
                  <a:lnTo>
                    <a:pt x="222" y="412"/>
                  </a:lnTo>
                  <a:lnTo>
                    <a:pt x="200" y="406"/>
                  </a:lnTo>
                  <a:lnTo>
                    <a:pt x="178" y="395"/>
                  </a:lnTo>
                  <a:lnTo>
                    <a:pt x="157" y="382"/>
                  </a:lnTo>
                  <a:lnTo>
                    <a:pt x="137" y="365"/>
                  </a:lnTo>
                  <a:lnTo>
                    <a:pt x="117" y="345"/>
                  </a:lnTo>
                  <a:lnTo>
                    <a:pt x="98" y="320"/>
                  </a:lnTo>
                  <a:lnTo>
                    <a:pt x="83" y="293"/>
                  </a:lnTo>
                  <a:lnTo>
                    <a:pt x="66" y="264"/>
                  </a:lnTo>
                  <a:lnTo>
                    <a:pt x="52" y="232"/>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7542" name="Freeform 72"/>
            <p:cNvSpPr>
              <a:spLocks/>
            </p:cNvSpPr>
            <p:nvPr/>
          </p:nvSpPr>
          <p:spPr bwMode="auto">
            <a:xfrm>
              <a:off x="1335" y="1859"/>
              <a:ext cx="49" cy="84"/>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1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0" y="2"/>
                  </a:lnTo>
                  <a:lnTo>
                    <a:pt x="195" y="8"/>
                  </a:lnTo>
                  <a:lnTo>
                    <a:pt x="171" y="18"/>
                  </a:lnTo>
                  <a:lnTo>
                    <a:pt x="150" y="34"/>
                  </a:lnTo>
                  <a:lnTo>
                    <a:pt x="127" y="51"/>
                  </a:lnTo>
                  <a:lnTo>
                    <a:pt x="107" y="74"/>
                  </a:lnTo>
                  <a:lnTo>
                    <a:pt x="89" y="98"/>
                  </a:lnTo>
                  <a:lnTo>
                    <a:pt x="72" y="125"/>
                  </a:lnTo>
                  <a:lnTo>
                    <a:pt x="55" y="156"/>
                  </a:lnTo>
                  <a:lnTo>
                    <a:pt x="41" y="188"/>
                  </a:lnTo>
                  <a:lnTo>
                    <a:pt x="29" y="222"/>
                  </a:lnTo>
                  <a:lnTo>
                    <a:pt x="18" y="261"/>
                  </a:lnTo>
                  <a:lnTo>
                    <a:pt x="10" y="299"/>
                  </a:lnTo>
                  <a:lnTo>
                    <a:pt x="4" y="339"/>
                  </a:lnTo>
                  <a:lnTo>
                    <a:pt x="1" y="382"/>
                  </a:lnTo>
                  <a:lnTo>
                    <a:pt x="0" y="424"/>
                  </a:lnTo>
                  <a:lnTo>
                    <a:pt x="11" y="424"/>
                  </a:lnTo>
                  <a:lnTo>
                    <a:pt x="13" y="382"/>
                  </a:lnTo>
                  <a:lnTo>
                    <a:pt x="16" y="341"/>
                  </a:lnTo>
                  <a:lnTo>
                    <a:pt x="22" y="301"/>
                  </a:lnTo>
                  <a:lnTo>
                    <a:pt x="30" y="264"/>
                  </a:lnTo>
                  <a:lnTo>
                    <a:pt x="41" y="227"/>
                  </a:lnTo>
                  <a:lnTo>
                    <a:pt x="52" y="193"/>
                  </a:lnTo>
                  <a:lnTo>
                    <a:pt x="66" y="160"/>
                  </a:lnTo>
                  <a:lnTo>
                    <a:pt x="82" y="132"/>
                  </a:lnTo>
                  <a:lnTo>
                    <a:pt x="98" y="105"/>
                  </a:lnTo>
                  <a:lnTo>
                    <a:pt x="117" y="81"/>
                  </a:lnTo>
                  <a:lnTo>
                    <a:pt x="137" y="61"/>
                  </a:lnTo>
                  <a:lnTo>
                    <a:pt x="157" y="43"/>
                  </a:lnTo>
                  <a:lnTo>
                    <a:pt x="178" y="30"/>
                  </a:lnTo>
                  <a:lnTo>
                    <a:pt x="200" y="20"/>
                  </a:lnTo>
                  <a:lnTo>
                    <a:pt x="222" y="14"/>
                  </a:lnTo>
                  <a:lnTo>
                    <a:pt x="246" y="11"/>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7543" name="Freeform 73"/>
            <p:cNvSpPr>
              <a:spLocks/>
            </p:cNvSpPr>
            <p:nvPr/>
          </p:nvSpPr>
          <p:spPr bwMode="auto">
            <a:xfrm>
              <a:off x="1552" y="1751"/>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1" y="339"/>
                  </a:lnTo>
                  <a:lnTo>
                    <a:pt x="235" y="299"/>
                  </a:lnTo>
                  <a:lnTo>
                    <a:pt x="226" y="261"/>
                  </a:lnTo>
                  <a:lnTo>
                    <a:pt x="216" y="223"/>
                  </a:lnTo>
                  <a:lnTo>
                    <a:pt x="204" y="189"/>
                  </a:lnTo>
                  <a:lnTo>
                    <a:pt x="190" y="156"/>
                  </a:lnTo>
                  <a:lnTo>
                    <a:pt x="174" y="125"/>
                  </a:lnTo>
                  <a:lnTo>
                    <a:pt x="156" y="98"/>
                  </a:lnTo>
                  <a:lnTo>
                    <a:pt x="137" y="74"/>
                  </a:lnTo>
                  <a:lnTo>
                    <a:pt x="119" y="52"/>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8" y="81"/>
                  </a:lnTo>
                  <a:lnTo>
                    <a:pt x="147" y="105"/>
                  </a:lnTo>
                  <a:lnTo>
                    <a:pt x="164" y="132"/>
                  </a:lnTo>
                  <a:lnTo>
                    <a:pt x="178" y="161"/>
                  </a:lnTo>
                  <a:lnTo>
                    <a:pt x="193" y="193"/>
                  </a:lnTo>
                  <a:lnTo>
                    <a:pt x="204" y="227"/>
                  </a:lnTo>
                  <a:lnTo>
                    <a:pt x="215" y="264"/>
                  </a:lnTo>
                  <a:lnTo>
                    <a:pt x="223" y="301"/>
                  </a:lnTo>
                  <a:lnTo>
                    <a:pt x="229" y="341"/>
                  </a:lnTo>
                  <a:lnTo>
                    <a:pt x="232" y="382"/>
                  </a:lnTo>
                  <a:lnTo>
                    <a:pt x="234"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7544" name="Freeform 74"/>
            <p:cNvSpPr>
              <a:spLocks/>
            </p:cNvSpPr>
            <p:nvPr/>
          </p:nvSpPr>
          <p:spPr bwMode="auto">
            <a:xfrm>
              <a:off x="1552" y="1836"/>
              <a:ext cx="49" cy="85"/>
            </a:xfrm>
            <a:custGeom>
              <a:avLst/>
              <a:gdLst>
                <a:gd name="T0" fmla="*/ 0 w 245"/>
                <a:gd name="T1" fmla="*/ 3 h 425"/>
                <a:gd name="T2" fmla="*/ 0 w 245"/>
                <a:gd name="T3" fmla="*/ 3 h 425"/>
                <a:gd name="T4" fmla="*/ 0 w 245"/>
                <a:gd name="T5" fmla="*/ 3 h 425"/>
                <a:gd name="T6" fmla="*/ 0 w 245"/>
                <a:gd name="T7" fmla="*/ 3 h 425"/>
                <a:gd name="T8" fmla="*/ 1 w 245"/>
                <a:gd name="T9" fmla="*/ 3 h 425"/>
                <a:gd name="T10" fmla="*/ 1 w 245"/>
                <a:gd name="T11" fmla="*/ 3 h 425"/>
                <a:gd name="T12" fmla="*/ 1 w 245"/>
                <a:gd name="T13" fmla="*/ 3 h 425"/>
                <a:gd name="T14" fmla="*/ 1 w 245"/>
                <a:gd name="T15" fmla="*/ 3 h 425"/>
                <a:gd name="T16" fmla="*/ 1 w 245"/>
                <a:gd name="T17" fmla="*/ 3 h 425"/>
                <a:gd name="T18" fmla="*/ 1 w 245"/>
                <a:gd name="T19" fmla="*/ 2 h 425"/>
                <a:gd name="T20" fmla="*/ 2 w 245"/>
                <a:gd name="T21" fmla="*/ 2 h 425"/>
                <a:gd name="T22" fmla="*/ 2 w 245"/>
                <a:gd name="T23" fmla="*/ 2 h 425"/>
                <a:gd name="T24" fmla="*/ 2 w 245"/>
                <a:gd name="T25" fmla="*/ 2 h 425"/>
                <a:gd name="T26" fmla="*/ 2 w 245"/>
                <a:gd name="T27" fmla="*/ 1 h 425"/>
                <a:gd name="T28" fmla="*/ 2 w 245"/>
                <a:gd name="T29" fmla="*/ 1 h 425"/>
                <a:gd name="T30" fmla="*/ 2 w 245"/>
                <a:gd name="T31" fmla="*/ 1 h 425"/>
                <a:gd name="T32" fmla="*/ 2 w 245"/>
                <a:gd name="T33" fmla="*/ 0 h 425"/>
                <a:gd name="T34" fmla="*/ 2 w 245"/>
                <a:gd name="T35" fmla="*/ 0 h 425"/>
                <a:gd name="T36" fmla="*/ 2 w 245"/>
                <a:gd name="T37" fmla="*/ 0 h 425"/>
                <a:gd name="T38" fmla="*/ 2 w 245"/>
                <a:gd name="T39" fmla="*/ 0 h 425"/>
                <a:gd name="T40" fmla="*/ 2 w 245"/>
                <a:gd name="T41" fmla="*/ 1 h 425"/>
                <a:gd name="T42" fmla="*/ 2 w 245"/>
                <a:gd name="T43" fmla="*/ 1 h 425"/>
                <a:gd name="T44" fmla="*/ 2 w 245"/>
                <a:gd name="T45" fmla="*/ 1 h 425"/>
                <a:gd name="T46" fmla="*/ 2 w 245"/>
                <a:gd name="T47" fmla="*/ 2 h 425"/>
                <a:gd name="T48" fmla="*/ 2 w 245"/>
                <a:gd name="T49" fmla="*/ 2 h 425"/>
                <a:gd name="T50" fmla="*/ 1 w 245"/>
                <a:gd name="T51" fmla="*/ 2 h 425"/>
                <a:gd name="T52" fmla="*/ 1 w 245"/>
                <a:gd name="T53" fmla="*/ 2 h 425"/>
                <a:gd name="T54" fmla="*/ 1 w 245"/>
                <a:gd name="T55" fmla="*/ 3 h 425"/>
                <a:gd name="T56" fmla="*/ 1 w 245"/>
                <a:gd name="T57" fmla="*/ 3 h 425"/>
                <a:gd name="T58" fmla="*/ 1 w 245"/>
                <a:gd name="T59" fmla="*/ 3 h 425"/>
                <a:gd name="T60" fmla="*/ 1 w 245"/>
                <a:gd name="T61" fmla="*/ 3 h 425"/>
                <a:gd name="T62" fmla="*/ 1 w 245"/>
                <a:gd name="T63" fmla="*/ 3 h 425"/>
                <a:gd name="T64" fmla="*/ 0 w 245"/>
                <a:gd name="T65" fmla="*/ 3 h 425"/>
                <a:gd name="T66" fmla="*/ 0 w 245"/>
                <a:gd name="T67" fmla="*/ 3 h 425"/>
                <a:gd name="T68" fmla="*/ 0 w 245"/>
                <a:gd name="T69" fmla="*/ 3 h 425"/>
                <a:gd name="T70" fmla="*/ 0 w 245"/>
                <a:gd name="T71" fmla="*/ 3 h 425"/>
                <a:gd name="T72" fmla="*/ 0 w 245"/>
                <a:gd name="T73" fmla="*/ 3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5"/>
                <a:gd name="T113" fmla="*/ 245 w 245"/>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5">
                  <a:moveTo>
                    <a:pt x="0" y="425"/>
                  </a:moveTo>
                  <a:lnTo>
                    <a:pt x="0" y="425"/>
                  </a:lnTo>
                  <a:lnTo>
                    <a:pt x="26" y="422"/>
                  </a:lnTo>
                  <a:lnTo>
                    <a:pt x="51" y="417"/>
                  </a:lnTo>
                  <a:lnTo>
                    <a:pt x="74" y="406"/>
                  </a:lnTo>
                  <a:lnTo>
                    <a:pt x="96" y="391"/>
                  </a:lnTo>
                  <a:lnTo>
                    <a:pt x="119" y="373"/>
                  </a:lnTo>
                  <a:lnTo>
                    <a:pt x="137" y="351"/>
                  </a:lnTo>
                  <a:lnTo>
                    <a:pt x="156" y="326"/>
                  </a:lnTo>
                  <a:lnTo>
                    <a:pt x="174" y="299"/>
                  </a:lnTo>
                  <a:lnTo>
                    <a:pt x="190" y="269"/>
                  </a:lnTo>
                  <a:lnTo>
                    <a:pt x="204" y="236"/>
                  </a:lnTo>
                  <a:lnTo>
                    <a:pt x="216" y="202"/>
                  </a:lnTo>
                  <a:lnTo>
                    <a:pt x="226" y="163"/>
                  </a:lnTo>
                  <a:lnTo>
                    <a:pt x="235" y="126"/>
                  </a:lnTo>
                  <a:lnTo>
                    <a:pt x="241" y="86"/>
                  </a:lnTo>
                  <a:lnTo>
                    <a:pt x="244" y="43"/>
                  </a:lnTo>
                  <a:lnTo>
                    <a:pt x="245" y="0"/>
                  </a:lnTo>
                  <a:lnTo>
                    <a:pt x="234" y="0"/>
                  </a:lnTo>
                  <a:lnTo>
                    <a:pt x="232" y="43"/>
                  </a:lnTo>
                  <a:lnTo>
                    <a:pt x="229" y="84"/>
                  </a:lnTo>
                  <a:lnTo>
                    <a:pt x="223" y="123"/>
                  </a:lnTo>
                  <a:lnTo>
                    <a:pt x="215" y="161"/>
                  </a:lnTo>
                  <a:lnTo>
                    <a:pt x="204" y="197"/>
                  </a:lnTo>
                  <a:lnTo>
                    <a:pt x="193" y="231"/>
                  </a:lnTo>
                  <a:lnTo>
                    <a:pt x="178" y="264"/>
                  </a:lnTo>
                  <a:lnTo>
                    <a:pt x="164" y="292"/>
                  </a:lnTo>
                  <a:lnTo>
                    <a:pt x="147" y="319"/>
                  </a:lnTo>
                  <a:lnTo>
                    <a:pt x="128" y="344"/>
                  </a:lnTo>
                  <a:lnTo>
                    <a:pt x="109" y="364"/>
                  </a:lnTo>
                  <a:lnTo>
                    <a:pt x="89" y="381"/>
                  </a:lnTo>
                  <a:lnTo>
                    <a:pt x="67" y="394"/>
                  </a:lnTo>
                  <a:lnTo>
                    <a:pt x="46" y="405"/>
                  </a:lnTo>
                  <a:lnTo>
                    <a:pt x="24" y="411"/>
                  </a:lnTo>
                  <a:lnTo>
                    <a:pt x="0" y="413"/>
                  </a:lnTo>
                  <a:lnTo>
                    <a:pt x="0" y="425"/>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7545" name="Freeform 75"/>
            <p:cNvSpPr>
              <a:spLocks/>
            </p:cNvSpPr>
            <p:nvPr/>
          </p:nvSpPr>
          <p:spPr bwMode="auto">
            <a:xfrm>
              <a:off x="1502" y="1836"/>
              <a:ext cx="50" cy="85"/>
            </a:xfrm>
            <a:custGeom>
              <a:avLst/>
              <a:gdLst>
                <a:gd name="T0" fmla="*/ 0 w 246"/>
                <a:gd name="T1" fmla="*/ 0 h 425"/>
                <a:gd name="T2" fmla="*/ 0 w 246"/>
                <a:gd name="T3" fmla="*/ 0 h 425"/>
                <a:gd name="T4" fmla="*/ 0 w 246"/>
                <a:gd name="T5" fmla="*/ 0 h 425"/>
                <a:gd name="T6" fmla="*/ 0 w 246"/>
                <a:gd name="T7" fmla="*/ 1 h 425"/>
                <a:gd name="T8" fmla="*/ 0 w 246"/>
                <a:gd name="T9" fmla="*/ 1 h 425"/>
                <a:gd name="T10" fmla="*/ 0 w 246"/>
                <a:gd name="T11" fmla="*/ 1 h 425"/>
                <a:gd name="T12" fmla="*/ 0 w 246"/>
                <a:gd name="T13" fmla="*/ 2 h 425"/>
                <a:gd name="T14" fmla="*/ 0 w 246"/>
                <a:gd name="T15" fmla="*/ 2 h 425"/>
                <a:gd name="T16" fmla="*/ 0 w 246"/>
                <a:gd name="T17" fmla="*/ 2 h 425"/>
                <a:gd name="T18" fmla="*/ 1 w 246"/>
                <a:gd name="T19" fmla="*/ 2 h 425"/>
                <a:gd name="T20" fmla="*/ 1 w 246"/>
                <a:gd name="T21" fmla="*/ 3 h 425"/>
                <a:gd name="T22" fmla="*/ 1 w 246"/>
                <a:gd name="T23" fmla="*/ 3 h 425"/>
                <a:gd name="T24" fmla="*/ 1 w 246"/>
                <a:gd name="T25" fmla="*/ 3 h 425"/>
                <a:gd name="T26" fmla="*/ 1 w 246"/>
                <a:gd name="T27" fmla="*/ 3 h 425"/>
                <a:gd name="T28" fmla="*/ 1 w 246"/>
                <a:gd name="T29" fmla="*/ 3 h 425"/>
                <a:gd name="T30" fmla="*/ 2 w 246"/>
                <a:gd name="T31" fmla="*/ 3 h 425"/>
                <a:gd name="T32" fmla="*/ 2 w 246"/>
                <a:gd name="T33" fmla="*/ 3 h 425"/>
                <a:gd name="T34" fmla="*/ 2 w 246"/>
                <a:gd name="T35" fmla="*/ 3 h 425"/>
                <a:gd name="T36" fmla="*/ 2 w 246"/>
                <a:gd name="T37" fmla="*/ 3 h 425"/>
                <a:gd name="T38" fmla="*/ 2 w 246"/>
                <a:gd name="T39" fmla="*/ 3 h 425"/>
                <a:gd name="T40" fmla="*/ 2 w 246"/>
                <a:gd name="T41" fmla="*/ 3 h 425"/>
                <a:gd name="T42" fmla="*/ 1 w 246"/>
                <a:gd name="T43" fmla="*/ 3 h 425"/>
                <a:gd name="T44" fmla="*/ 1 w 246"/>
                <a:gd name="T45" fmla="*/ 3 h 425"/>
                <a:gd name="T46" fmla="*/ 1 w 246"/>
                <a:gd name="T47" fmla="*/ 3 h 425"/>
                <a:gd name="T48" fmla="*/ 1 w 246"/>
                <a:gd name="T49" fmla="*/ 3 h 425"/>
                <a:gd name="T50" fmla="*/ 1 w 246"/>
                <a:gd name="T51" fmla="*/ 3 h 425"/>
                <a:gd name="T52" fmla="*/ 1 w 246"/>
                <a:gd name="T53" fmla="*/ 2 h 425"/>
                <a:gd name="T54" fmla="*/ 1 w 246"/>
                <a:gd name="T55" fmla="*/ 2 h 425"/>
                <a:gd name="T56" fmla="*/ 0 w 246"/>
                <a:gd name="T57" fmla="*/ 2 h 425"/>
                <a:gd name="T58" fmla="*/ 0 w 246"/>
                <a:gd name="T59" fmla="*/ 2 h 425"/>
                <a:gd name="T60" fmla="*/ 0 w 246"/>
                <a:gd name="T61" fmla="*/ 1 h 425"/>
                <a:gd name="T62" fmla="*/ 0 w 246"/>
                <a:gd name="T63" fmla="*/ 1 h 425"/>
                <a:gd name="T64" fmla="*/ 0 w 246"/>
                <a:gd name="T65" fmla="*/ 1 h 425"/>
                <a:gd name="T66" fmla="*/ 0 w 246"/>
                <a:gd name="T67" fmla="*/ 0 h 425"/>
                <a:gd name="T68" fmla="*/ 0 w 246"/>
                <a:gd name="T69" fmla="*/ 0 h 425"/>
                <a:gd name="T70" fmla="*/ 0 w 246"/>
                <a:gd name="T71" fmla="*/ 0 h 425"/>
                <a:gd name="T72" fmla="*/ 0 w 246"/>
                <a:gd name="T73" fmla="*/ 0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5"/>
                <a:gd name="T113" fmla="*/ 246 w 246"/>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5">
                  <a:moveTo>
                    <a:pt x="0" y="0"/>
                  </a:moveTo>
                  <a:lnTo>
                    <a:pt x="0" y="0"/>
                  </a:lnTo>
                  <a:lnTo>
                    <a:pt x="2" y="43"/>
                  </a:lnTo>
                  <a:lnTo>
                    <a:pt x="5" y="86"/>
                  </a:lnTo>
                  <a:lnTo>
                    <a:pt x="11" y="126"/>
                  </a:lnTo>
                  <a:lnTo>
                    <a:pt x="19" y="163"/>
                  </a:lnTo>
                  <a:lnTo>
                    <a:pt x="30" y="202"/>
                  </a:lnTo>
                  <a:lnTo>
                    <a:pt x="41" y="236"/>
                  </a:lnTo>
                  <a:lnTo>
                    <a:pt x="55" y="269"/>
                  </a:lnTo>
                  <a:lnTo>
                    <a:pt x="73" y="299"/>
                  </a:lnTo>
                  <a:lnTo>
                    <a:pt x="89" y="326"/>
                  </a:lnTo>
                  <a:lnTo>
                    <a:pt x="108" y="351"/>
                  </a:lnTo>
                  <a:lnTo>
                    <a:pt x="128" y="373"/>
                  </a:lnTo>
                  <a:lnTo>
                    <a:pt x="150" y="391"/>
                  </a:lnTo>
                  <a:lnTo>
                    <a:pt x="171" y="406"/>
                  </a:lnTo>
                  <a:lnTo>
                    <a:pt x="196" y="417"/>
                  </a:lnTo>
                  <a:lnTo>
                    <a:pt x="221" y="422"/>
                  </a:lnTo>
                  <a:lnTo>
                    <a:pt x="246" y="425"/>
                  </a:lnTo>
                  <a:lnTo>
                    <a:pt x="246" y="413"/>
                  </a:lnTo>
                  <a:lnTo>
                    <a:pt x="223" y="411"/>
                  </a:lnTo>
                  <a:lnTo>
                    <a:pt x="201" y="405"/>
                  </a:lnTo>
                  <a:lnTo>
                    <a:pt x="178" y="394"/>
                  </a:lnTo>
                  <a:lnTo>
                    <a:pt x="157" y="381"/>
                  </a:lnTo>
                  <a:lnTo>
                    <a:pt x="137" y="364"/>
                  </a:lnTo>
                  <a:lnTo>
                    <a:pt x="117" y="344"/>
                  </a:lnTo>
                  <a:lnTo>
                    <a:pt x="99" y="319"/>
                  </a:lnTo>
                  <a:lnTo>
                    <a:pt x="82" y="292"/>
                  </a:lnTo>
                  <a:lnTo>
                    <a:pt x="67" y="264"/>
                  </a:lnTo>
                  <a:lnTo>
                    <a:pt x="53" y="231"/>
                  </a:lnTo>
                  <a:lnTo>
                    <a:pt x="41" y="197"/>
                  </a:lnTo>
                  <a:lnTo>
                    <a:pt x="31" y="161"/>
                  </a:lnTo>
                  <a:lnTo>
                    <a:pt x="23" y="123"/>
                  </a:lnTo>
                  <a:lnTo>
                    <a:pt x="17" y="84"/>
                  </a:lnTo>
                  <a:lnTo>
                    <a:pt x="13" y="4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7546" name="Freeform 76"/>
            <p:cNvSpPr>
              <a:spLocks/>
            </p:cNvSpPr>
            <p:nvPr/>
          </p:nvSpPr>
          <p:spPr bwMode="auto">
            <a:xfrm>
              <a:off x="1502" y="1751"/>
              <a:ext cx="50" cy="85"/>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2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1" y="2"/>
                  </a:lnTo>
                  <a:lnTo>
                    <a:pt x="196" y="8"/>
                  </a:lnTo>
                  <a:lnTo>
                    <a:pt x="171" y="19"/>
                  </a:lnTo>
                  <a:lnTo>
                    <a:pt x="150" y="34"/>
                  </a:lnTo>
                  <a:lnTo>
                    <a:pt x="128" y="52"/>
                  </a:lnTo>
                  <a:lnTo>
                    <a:pt x="108" y="74"/>
                  </a:lnTo>
                  <a:lnTo>
                    <a:pt x="89" y="98"/>
                  </a:lnTo>
                  <a:lnTo>
                    <a:pt x="73" y="125"/>
                  </a:lnTo>
                  <a:lnTo>
                    <a:pt x="55" y="156"/>
                  </a:lnTo>
                  <a:lnTo>
                    <a:pt x="41" y="189"/>
                  </a:lnTo>
                  <a:lnTo>
                    <a:pt x="30" y="223"/>
                  </a:lnTo>
                  <a:lnTo>
                    <a:pt x="19" y="261"/>
                  </a:lnTo>
                  <a:lnTo>
                    <a:pt x="11" y="299"/>
                  </a:lnTo>
                  <a:lnTo>
                    <a:pt x="5" y="339"/>
                  </a:lnTo>
                  <a:lnTo>
                    <a:pt x="2" y="382"/>
                  </a:lnTo>
                  <a:lnTo>
                    <a:pt x="0" y="424"/>
                  </a:lnTo>
                  <a:lnTo>
                    <a:pt x="12" y="424"/>
                  </a:lnTo>
                  <a:lnTo>
                    <a:pt x="13" y="382"/>
                  </a:lnTo>
                  <a:lnTo>
                    <a:pt x="17" y="341"/>
                  </a:lnTo>
                  <a:lnTo>
                    <a:pt x="23" y="301"/>
                  </a:lnTo>
                  <a:lnTo>
                    <a:pt x="31" y="264"/>
                  </a:lnTo>
                  <a:lnTo>
                    <a:pt x="41" y="227"/>
                  </a:lnTo>
                  <a:lnTo>
                    <a:pt x="53" y="193"/>
                  </a:lnTo>
                  <a:lnTo>
                    <a:pt x="67" y="161"/>
                  </a:lnTo>
                  <a:lnTo>
                    <a:pt x="82" y="132"/>
                  </a:lnTo>
                  <a:lnTo>
                    <a:pt x="99" y="105"/>
                  </a:lnTo>
                  <a:lnTo>
                    <a:pt x="117" y="81"/>
                  </a:lnTo>
                  <a:lnTo>
                    <a:pt x="137" y="61"/>
                  </a:lnTo>
                  <a:lnTo>
                    <a:pt x="157" y="43"/>
                  </a:lnTo>
                  <a:lnTo>
                    <a:pt x="178" y="30"/>
                  </a:lnTo>
                  <a:lnTo>
                    <a:pt x="201" y="20"/>
                  </a:lnTo>
                  <a:lnTo>
                    <a:pt x="223" y="14"/>
                  </a:lnTo>
                  <a:lnTo>
                    <a:pt x="246" y="12"/>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7547" name="Freeform 77"/>
            <p:cNvSpPr>
              <a:spLocks/>
            </p:cNvSpPr>
            <p:nvPr/>
          </p:nvSpPr>
          <p:spPr bwMode="auto">
            <a:xfrm>
              <a:off x="1565" y="2016"/>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0" y="339"/>
                  </a:lnTo>
                  <a:lnTo>
                    <a:pt x="234" y="299"/>
                  </a:lnTo>
                  <a:lnTo>
                    <a:pt x="226" y="261"/>
                  </a:lnTo>
                  <a:lnTo>
                    <a:pt x="216" y="223"/>
                  </a:lnTo>
                  <a:lnTo>
                    <a:pt x="204" y="189"/>
                  </a:lnTo>
                  <a:lnTo>
                    <a:pt x="190" y="156"/>
                  </a:lnTo>
                  <a:lnTo>
                    <a:pt x="174" y="125"/>
                  </a:lnTo>
                  <a:lnTo>
                    <a:pt x="156" y="98"/>
                  </a:lnTo>
                  <a:lnTo>
                    <a:pt x="138" y="74"/>
                  </a:lnTo>
                  <a:lnTo>
                    <a:pt x="118" y="51"/>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9" y="81"/>
                  </a:lnTo>
                  <a:lnTo>
                    <a:pt x="147" y="105"/>
                  </a:lnTo>
                  <a:lnTo>
                    <a:pt x="164" y="132"/>
                  </a:lnTo>
                  <a:lnTo>
                    <a:pt x="178" y="160"/>
                  </a:lnTo>
                  <a:lnTo>
                    <a:pt x="192" y="193"/>
                  </a:lnTo>
                  <a:lnTo>
                    <a:pt x="204" y="227"/>
                  </a:lnTo>
                  <a:lnTo>
                    <a:pt x="215" y="264"/>
                  </a:lnTo>
                  <a:lnTo>
                    <a:pt x="223" y="301"/>
                  </a:lnTo>
                  <a:lnTo>
                    <a:pt x="229"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7548" name="Freeform 78"/>
            <p:cNvSpPr>
              <a:spLocks/>
            </p:cNvSpPr>
            <p:nvPr/>
          </p:nvSpPr>
          <p:spPr bwMode="auto">
            <a:xfrm>
              <a:off x="1565" y="2101"/>
              <a:ext cx="49" cy="85"/>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6" y="423"/>
                  </a:lnTo>
                  <a:lnTo>
                    <a:pt x="51" y="418"/>
                  </a:lnTo>
                  <a:lnTo>
                    <a:pt x="74" y="407"/>
                  </a:lnTo>
                  <a:lnTo>
                    <a:pt x="96" y="392"/>
                  </a:lnTo>
                  <a:lnTo>
                    <a:pt x="118" y="373"/>
                  </a:lnTo>
                  <a:lnTo>
                    <a:pt x="138" y="351"/>
                  </a:lnTo>
                  <a:lnTo>
                    <a:pt x="156" y="327"/>
                  </a:lnTo>
                  <a:lnTo>
                    <a:pt x="175" y="299"/>
                  </a:lnTo>
                  <a:lnTo>
                    <a:pt x="190" y="269"/>
                  </a:lnTo>
                  <a:lnTo>
                    <a:pt x="204" y="236"/>
                  </a:lnTo>
                  <a:lnTo>
                    <a:pt x="216" y="202"/>
                  </a:lnTo>
                  <a:lnTo>
                    <a:pt x="226" y="164"/>
                  </a:lnTo>
                  <a:lnTo>
                    <a:pt x="234" y="126"/>
                  </a:lnTo>
                  <a:lnTo>
                    <a:pt x="240" y="86"/>
                  </a:lnTo>
                  <a:lnTo>
                    <a:pt x="244" y="42"/>
                  </a:lnTo>
                  <a:lnTo>
                    <a:pt x="245" y="0"/>
                  </a:lnTo>
                  <a:lnTo>
                    <a:pt x="233" y="0"/>
                  </a:lnTo>
                  <a:lnTo>
                    <a:pt x="232" y="42"/>
                  </a:lnTo>
                  <a:lnTo>
                    <a:pt x="229" y="83"/>
                  </a:lnTo>
                  <a:lnTo>
                    <a:pt x="223" y="123"/>
                  </a:lnTo>
                  <a:lnTo>
                    <a:pt x="215" y="162"/>
                  </a:lnTo>
                  <a:lnTo>
                    <a:pt x="204" y="197"/>
                  </a:lnTo>
                  <a:lnTo>
                    <a:pt x="192" y="231"/>
                  </a:lnTo>
                  <a:lnTo>
                    <a:pt x="178" y="264"/>
                  </a:lnTo>
                  <a:lnTo>
                    <a:pt x="163" y="292"/>
                  </a:lnTo>
                  <a:lnTo>
                    <a:pt x="147" y="320"/>
                  </a:lnTo>
                  <a:lnTo>
                    <a:pt x="129" y="344"/>
                  </a:lnTo>
                  <a:lnTo>
                    <a:pt x="109" y="364"/>
                  </a:lnTo>
                  <a:lnTo>
                    <a:pt x="89" y="382"/>
                  </a:lnTo>
                  <a:lnTo>
                    <a:pt x="67" y="395"/>
                  </a:lnTo>
                  <a:lnTo>
                    <a:pt x="46" y="406"/>
                  </a:lnTo>
                  <a:lnTo>
                    <a:pt x="24"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7549" name="Freeform 79"/>
            <p:cNvSpPr>
              <a:spLocks/>
            </p:cNvSpPr>
            <p:nvPr/>
          </p:nvSpPr>
          <p:spPr bwMode="auto">
            <a:xfrm>
              <a:off x="1516" y="2101"/>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5" y="86"/>
                  </a:lnTo>
                  <a:lnTo>
                    <a:pt x="11" y="126"/>
                  </a:lnTo>
                  <a:lnTo>
                    <a:pt x="19" y="164"/>
                  </a:lnTo>
                  <a:lnTo>
                    <a:pt x="30" y="202"/>
                  </a:lnTo>
                  <a:lnTo>
                    <a:pt x="41" y="236"/>
                  </a:lnTo>
                  <a:lnTo>
                    <a:pt x="55" y="269"/>
                  </a:lnTo>
                  <a:lnTo>
                    <a:pt x="71" y="299"/>
                  </a:lnTo>
                  <a:lnTo>
                    <a:pt x="89" y="327"/>
                  </a:lnTo>
                  <a:lnTo>
                    <a:pt x="107" y="351"/>
                  </a:lnTo>
                  <a:lnTo>
                    <a:pt x="127" y="373"/>
                  </a:lnTo>
                  <a:lnTo>
                    <a:pt x="149" y="392"/>
                  </a:lnTo>
                  <a:lnTo>
                    <a:pt x="171" y="407"/>
                  </a:lnTo>
                  <a:lnTo>
                    <a:pt x="195" y="418"/>
                  </a:lnTo>
                  <a:lnTo>
                    <a:pt x="219" y="423"/>
                  </a:lnTo>
                  <a:lnTo>
                    <a:pt x="245" y="426"/>
                  </a:lnTo>
                  <a:lnTo>
                    <a:pt x="245" y="414"/>
                  </a:lnTo>
                  <a:lnTo>
                    <a:pt x="222" y="412"/>
                  </a:lnTo>
                  <a:lnTo>
                    <a:pt x="199" y="406"/>
                  </a:lnTo>
                  <a:lnTo>
                    <a:pt x="178" y="395"/>
                  </a:lnTo>
                  <a:lnTo>
                    <a:pt x="156" y="382"/>
                  </a:lnTo>
                  <a:lnTo>
                    <a:pt x="136" y="364"/>
                  </a:lnTo>
                  <a:lnTo>
                    <a:pt x="116" y="344"/>
                  </a:lnTo>
                  <a:lnTo>
                    <a:pt x="99" y="320"/>
                  </a:lnTo>
                  <a:lnTo>
                    <a:pt x="82" y="292"/>
                  </a:lnTo>
                  <a:lnTo>
                    <a:pt x="67" y="264"/>
                  </a:lnTo>
                  <a:lnTo>
                    <a:pt x="53" y="231"/>
                  </a:lnTo>
                  <a:lnTo>
                    <a:pt x="41" y="197"/>
                  </a:lnTo>
                  <a:lnTo>
                    <a:pt x="31" y="162"/>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7550" name="Freeform 80"/>
            <p:cNvSpPr>
              <a:spLocks/>
            </p:cNvSpPr>
            <p:nvPr/>
          </p:nvSpPr>
          <p:spPr bwMode="auto">
            <a:xfrm>
              <a:off x="1516" y="2016"/>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5" y="8"/>
                  </a:lnTo>
                  <a:lnTo>
                    <a:pt x="171" y="19"/>
                  </a:lnTo>
                  <a:lnTo>
                    <a:pt x="149" y="34"/>
                  </a:lnTo>
                  <a:lnTo>
                    <a:pt x="127" y="51"/>
                  </a:lnTo>
                  <a:lnTo>
                    <a:pt x="107" y="74"/>
                  </a:lnTo>
                  <a:lnTo>
                    <a:pt x="89" y="98"/>
                  </a:lnTo>
                  <a:lnTo>
                    <a:pt x="72" y="125"/>
                  </a:lnTo>
                  <a:lnTo>
                    <a:pt x="55" y="156"/>
                  </a:lnTo>
                  <a:lnTo>
                    <a:pt x="41" y="189"/>
                  </a:lnTo>
                  <a:lnTo>
                    <a:pt x="30" y="223"/>
                  </a:lnTo>
                  <a:lnTo>
                    <a:pt x="19" y="261"/>
                  </a:lnTo>
                  <a:lnTo>
                    <a:pt x="11" y="299"/>
                  </a:lnTo>
                  <a:lnTo>
                    <a:pt x="5" y="339"/>
                  </a:lnTo>
                  <a:lnTo>
                    <a:pt x="1" y="382"/>
                  </a:lnTo>
                  <a:lnTo>
                    <a:pt x="0" y="424"/>
                  </a:lnTo>
                  <a:lnTo>
                    <a:pt x="12" y="424"/>
                  </a:lnTo>
                  <a:lnTo>
                    <a:pt x="13" y="382"/>
                  </a:lnTo>
                  <a:lnTo>
                    <a:pt x="17" y="341"/>
                  </a:lnTo>
                  <a:lnTo>
                    <a:pt x="23" y="301"/>
                  </a:lnTo>
                  <a:lnTo>
                    <a:pt x="31" y="264"/>
                  </a:lnTo>
                  <a:lnTo>
                    <a:pt x="41" y="227"/>
                  </a:lnTo>
                  <a:lnTo>
                    <a:pt x="53" y="193"/>
                  </a:lnTo>
                  <a:lnTo>
                    <a:pt x="67" y="160"/>
                  </a:lnTo>
                  <a:lnTo>
                    <a:pt x="81" y="132"/>
                  </a:lnTo>
                  <a:lnTo>
                    <a:pt x="99" y="105"/>
                  </a:lnTo>
                  <a:lnTo>
                    <a:pt x="116" y="81"/>
                  </a:lnTo>
                  <a:lnTo>
                    <a:pt x="136" y="61"/>
                  </a:lnTo>
                  <a:lnTo>
                    <a:pt x="156" y="43"/>
                  </a:lnTo>
                  <a:lnTo>
                    <a:pt x="178" y="30"/>
                  </a:lnTo>
                  <a:lnTo>
                    <a:pt x="199" y="20"/>
                  </a:lnTo>
                  <a:lnTo>
                    <a:pt x="222"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grpSp>
        <p:nvGrpSpPr>
          <p:cNvPr id="147467" name="Group 81"/>
          <p:cNvGrpSpPr>
            <a:grpSpLocks/>
          </p:cNvGrpSpPr>
          <p:nvPr/>
        </p:nvGrpSpPr>
        <p:grpSpPr bwMode="auto">
          <a:xfrm rot="-223274">
            <a:off x="1349375" y="2835275"/>
            <a:ext cx="744538" cy="733425"/>
            <a:chOff x="2757" y="1666"/>
            <a:chExt cx="812" cy="800"/>
          </a:xfrm>
        </p:grpSpPr>
        <p:sp>
          <p:nvSpPr>
            <p:cNvPr id="147494" name="Freeform 82"/>
            <p:cNvSpPr>
              <a:spLocks/>
            </p:cNvSpPr>
            <p:nvPr/>
          </p:nvSpPr>
          <p:spPr bwMode="auto">
            <a:xfrm>
              <a:off x="2762" y="1667"/>
              <a:ext cx="807" cy="584"/>
            </a:xfrm>
            <a:custGeom>
              <a:avLst/>
              <a:gdLst>
                <a:gd name="T0" fmla="*/ 497 w 807"/>
                <a:gd name="T1" fmla="*/ 583 h 584"/>
                <a:gd name="T2" fmla="*/ 0 w 807"/>
                <a:gd name="T3" fmla="*/ 452 h 584"/>
                <a:gd name="T4" fmla="*/ 337 w 807"/>
                <a:gd name="T5" fmla="*/ 0 h 584"/>
                <a:gd name="T6" fmla="*/ 806 w 807"/>
                <a:gd name="T7" fmla="*/ 98 h 584"/>
                <a:gd name="T8" fmla="*/ 497 w 807"/>
                <a:gd name="T9" fmla="*/ 583 h 584"/>
                <a:gd name="T10" fmla="*/ 0 60000 65536"/>
                <a:gd name="T11" fmla="*/ 0 60000 65536"/>
                <a:gd name="T12" fmla="*/ 0 60000 65536"/>
                <a:gd name="T13" fmla="*/ 0 60000 65536"/>
                <a:gd name="T14" fmla="*/ 0 60000 65536"/>
                <a:gd name="T15" fmla="*/ 0 w 807"/>
                <a:gd name="T16" fmla="*/ 0 h 584"/>
                <a:gd name="T17" fmla="*/ 807 w 807"/>
                <a:gd name="T18" fmla="*/ 584 h 584"/>
              </a:gdLst>
              <a:ahLst/>
              <a:cxnLst>
                <a:cxn ang="T10">
                  <a:pos x="T0" y="T1"/>
                </a:cxn>
                <a:cxn ang="T11">
                  <a:pos x="T2" y="T3"/>
                </a:cxn>
                <a:cxn ang="T12">
                  <a:pos x="T4" y="T5"/>
                </a:cxn>
                <a:cxn ang="T13">
                  <a:pos x="T6" y="T7"/>
                </a:cxn>
                <a:cxn ang="T14">
                  <a:pos x="T8" y="T9"/>
                </a:cxn>
              </a:cxnLst>
              <a:rect l="T15" t="T16" r="T17" b="T18"/>
              <a:pathLst>
                <a:path w="807" h="584">
                  <a:moveTo>
                    <a:pt x="497" y="583"/>
                  </a:moveTo>
                  <a:lnTo>
                    <a:pt x="0" y="452"/>
                  </a:lnTo>
                  <a:lnTo>
                    <a:pt x="337" y="0"/>
                  </a:lnTo>
                  <a:lnTo>
                    <a:pt x="806" y="98"/>
                  </a:lnTo>
                  <a:lnTo>
                    <a:pt x="497" y="583"/>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147495" name="Freeform 83"/>
            <p:cNvSpPr>
              <a:spLocks/>
            </p:cNvSpPr>
            <p:nvPr/>
          </p:nvSpPr>
          <p:spPr bwMode="auto">
            <a:xfrm>
              <a:off x="2882" y="1861"/>
              <a:ext cx="578" cy="384"/>
            </a:xfrm>
            <a:custGeom>
              <a:avLst/>
              <a:gdLst>
                <a:gd name="T0" fmla="*/ 377 w 578"/>
                <a:gd name="T1" fmla="*/ 383 h 384"/>
                <a:gd name="T2" fmla="*/ 0 w 578"/>
                <a:gd name="T3" fmla="*/ 291 h 384"/>
                <a:gd name="T4" fmla="*/ 217 w 578"/>
                <a:gd name="T5" fmla="*/ 0 h 384"/>
                <a:gd name="T6" fmla="*/ 577 w 578"/>
                <a:gd name="T7" fmla="*/ 74 h 384"/>
                <a:gd name="T8" fmla="*/ 377 w 578"/>
                <a:gd name="T9" fmla="*/ 383 h 384"/>
                <a:gd name="T10" fmla="*/ 0 60000 65536"/>
                <a:gd name="T11" fmla="*/ 0 60000 65536"/>
                <a:gd name="T12" fmla="*/ 0 60000 65536"/>
                <a:gd name="T13" fmla="*/ 0 60000 65536"/>
                <a:gd name="T14" fmla="*/ 0 60000 65536"/>
                <a:gd name="T15" fmla="*/ 0 w 578"/>
                <a:gd name="T16" fmla="*/ 0 h 384"/>
                <a:gd name="T17" fmla="*/ 578 w 578"/>
                <a:gd name="T18" fmla="*/ 384 h 384"/>
              </a:gdLst>
              <a:ahLst/>
              <a:cxnLst>
                <a:cxn ang="T10">
                  <a:pos x="T0" y="T1"/>
                </a:cxn>
                <a:cxn ang="T11">
                  <a:pos x="T2" y="T3"/>
                </a:cxn>
                <a:cxn ang="T12">
                  <a:pos x="T4" y="T5"/>
                </a:cxn>
                <a:cxn ang="T13">
                  <a:pos x="T6" y="T7"/>
                </a:cxn>
                <a:cxn ang="T14">
                  <a:pos x="T8" y="T9"/>
                </a:cxn>
              </a:cxnLst>
              <a:rect l="T15" t="T16" r="T17" b="T18"/>
              <a:pathLst>
                <a:path w="578" h="384">
                  <a:moveTo>
                    <a:pt x="377" y="383"/>
                  </a:moveTo>
                  <a:lnTo>
                    <a:pt x="0" y="291"/>
                  </a:lnTo>
                  <a:lnTo>
                    <a:pt x="217" y="0"/>
                  </a:lnTo>
                  <a:lnTo>
                    <a:pt x="577" y="74"/>
                  </a:lnTo>
                  <a:lnTo>
                    <a:pt x="377" y="383"/>
                  </a:lnTo>
                </a:path>
              </a:pathLst>
            </a:custGeom>
            <a:solidFill>
              <a:srgbClr val="E22B00"/>
            </a:solidFill>
            <a:ln>
              <a:noFill/>
            </a:ln>
            <a:extLst>
              <a:ext uri="{91240B29-F687-4F45-9708-019B960494DF}">
                <a14:hiddenLine xmlns:a14="http://schemas.microsoft.com/office/drawing/2010/main" w="12700" cap="rnd" cmpd="sng">
                  <a:solidFill>
                    <a:srgbClr val="000000"/>
                  </a:solidFill>
                  <a:prstDash val="solid"/>
                  <a:round/>
                  <a:headEnd type="none" w="med" len="med"/>
                  <a:tailEnd type="none" w="med" len="med"/>
                </a14:hiddenLine>
              </a:ext>
            </a:extLst>
          </p:spPr>
          <p:txBody>
            <a:bodyPr/>
            <a:lstStyle/>
            <a:p>
              <a:endParaRPr lang="fr-FR"/>
            </a:p>
          </p:txBody>
        </p:sp>
        <p:sp>
          <p:nvSpPr>
            <p:cNvPr id="147496" name="Line 84"/>
            <p:cNvSpPr>
              <a:spLocks noChangeShapeType="1"/>
            </p:cNvSpPr>
            <p:nvPr/>
          </p:nvSpPr>
          <p:spPr bwMode="auto">
            <a:xfrm>
              <a:off x="3102" y="1862"/>
              <a:ext cx="352" cy="7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fr-FR"/>
            </a:p>
          </p:txBody>
        </p:sp>
        <p:sp>
          <p:nvSpPr>
            <p:cNvPr id="147497" name="Freeform 85"/>
            <p:cNvSpPr>
              <a:spLocks/>
            </p:cNvSpPr>
            <p:nvPr/>
          </p:nvSpPr>
          <p:spPr bwMode="auto">
            <a:xfrm>
              <a:off x="2762" y="1666"/>
              <a:ext cx="337" cy="485"/>
            </a:xfrm>
            <a:custGeom>
              <a:avLst/>
              <a:gdLst>
                <a:gd name="T0" fmla="*/ 336 w 337"/>
                <a:gd name="T1" fmla="*/ 194 h 485"/>
                <a:gd name="T2" fmla="*/ 118 w 337"/>
                <a:gd name="T3" fmla="*/ 484 h 485"/>
                <a:gd name="T4" fmla="*/ 0 w 337"/>
                <a:gd name="T5" fmla="*/ 452 h 485"/>
                <a:gd name="T6" fmla="*/ 336 w 337"/>
                <a:gd name="T7" fmla="*/ 0 h 485"/>
                <a:gd name="T8" fmla="*/ 336 w 337"/>
                <a:gd name="T9" fmla="*/ 152 h 485"/>
                <a:gd name="T10" fmla="*/ 336 w 337"/>
                <a:gd name="T11" fmla="*/ 194 h 485"/>
                <a:gd name="T12" fmla="*/ 0 60000 65536"/>
                <a:gd name="T13" fmla="*/ 0 60000 65536"/>
                <a:gd name="T14" fmla="*/ 0 60000 65536"/>
                <a:gd name="T15" fmla="*/ 0 60000 65536"/>
                <a:gd name="T16" fmla="*/ 0 60000 65536"/>
                <a:gd name="T17" fmla="*/ 0 60000 65536"/>
                <a:gd name="T18" fmla="*/ 0 w 337"/>
                <a:gd name="T19" fmla="*/ 0 h 485"/>
                <a:gd name="T20" fmla="*/ 337 w 337"/>
                <a:gd name="T21" fmla="*/ 485 h 485"/>
              </a:gdLst>
              <a:ahLst/>
              <a:cxnLst>
                <a:cxn ang="T12">
                  <a:pos x="T0" y="T1"/>
                </a:cxn>
                <a:cxn ang="T13">
                  <a:pos x="T2" y="T3"/>
                </a:cxn>
                <a:cxn ang="T14">
                  <a:pos x="T4" y="T5"/>
                </a:cxn>
                <a:cxn ang="T15">
                  <a:pos x="T6" y="T7"/>
                </a:cxn>
                <a:cxn ang="T16">
                  <a:pos x="T8" y="T9"/>
                </a:cxn>
                <a:cxn ang="T17">
                  <a:pos x="T10" y="T11"/>
                </a:cxn>
              </a:cxnLst>
              <a:rect l="T18" t="T19" r="T20" b="T21"/>
              <a:pathLst>
                <a:path w="337" h="485">
                  <a:moveTo>
                    <a:pt x="336" y="194"/>
                  </a:moveTo>
                  <a:lnTo>
                    <a:pt x="118" y="484"/>
                  </a:lnTo>
                  <a:lnTo>
                    <a:pt x="0" y="452"/>
                  </a:lnTo>
                  <a:lnTo>
                    <a:pt x="336" y="0"/>
                  </a:lnTo>
                  <a:lnTo>
                    <a:pt x="336" y="152"/>
                  </a:lnTo>
                  <a:lnTo>
                    <a:pt x="336" y="194"/>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147498" name="Freeform 86"/>
            <p:cNvSpPr>
              <a:spLocks/>
            </p:cNvSpPr>
            <p:nvPr/>
          </p:nvSpPr>
          <p:spPr bwMode="auto">
            <a:xfrm>
              <a:off x="2757" y="2124"/>
              <a:ext cx="509" cy="339"/>
            </a:xfrm>
            <a:custGeom>
              <a:avLst/>
              <a:gdLst>
                <a:gd name="T0" fmla="*/ 0 w 506"/>
                <a:gd name="T1" fmla="*/ 0 h 345"/>
                <a:gd name="T2" fmla="*/ 1 w 506"/>
                <a:gd name="T3" fmla="*/ 198 h 345"/>
                <a:gd name="T4" fmla="*/ 514 w 506"/>
                <a:gd name="T5" fmla="*/ 326 h 345"/>
                <a:gd name="T6" fmla="*/ 513 w 506"/>
                <a:gd name="T7" fmla="*/ 124 h 345"/>
                <a:gd name="T8" fmla="*/ 0 60000 65536"/>
                <a:gd name="T9" fmla="*/ 0 60000 65536"/>
                <a:gd name="T10" fmla="*/ 0 60000 65536"/>
                <a:gd name="T11" fmla="*/ 0 60000 65536"/>
                <a:gd name="T12" fmla="*/ 0 w 506"/>
                <a:gd name="T13" fmla="*/ 0 h 345"/>
                <a:gd name="T14" fmla="*/ 506 w 506"/>
                <a:gd name="T15" fmla="*/ 345 h 345"/>
              </a:gdLst>
              <a:ahLst/>
              <a:cxnLst>
                <a:cxn ang="T8">
                  <a:pos x="T0" y="T1"/>
                </a:cxn>
                <a:cxn ang="T9">
                  <a:pos x="T2" y="T3"/>
                </a:cxn>
                <a:cxn ang="T10">
                  <a:pos x="T4" y="T5"/>
                </a:cxn>
                <a:cxn ang="T11">
                  <a:pos x="T6" y="T7"/>
                </a:cxn>
              </a:cxnLst>
              <a:rect l="T12" t="T13" r="T14" b="T15"/>
              <a:pathLst>
                <a:path w="506" h="345">
                  <a:moveTo>
                    <a:pt x="0" y="0"/>
                  </a:moveTo>
                  <a:lnTo>
                    <a:pt x="1" y="209"/>
                  </a:lnTo>
                  <a:lnTo>
                    <a:pt x="505" y="344"/>
                  </a:lnTo>
                  <a:lnTo>
                    <a:pt x="504" y="130"/>
                  </a:lnTo>
                </a:path>
              </a:pathLst>
            </a:custGeom>
            <a:solidFill>
              <a:srgbClr val="FC2C1C"/>
            </a:solidFill>
            <a:ln w="12700" cap="rnd" cmpd="sng">
              <a:solidFill>
                <a:schemeClr val="bg2"/>
              </a:solidFill>
              <a:prstDash val="solid"/>
              <a:round/>
              <a:headEnd type="none" w="med" len="med"/>
              <a:tailEnd type="none" w="med" len="med"/>
            </a:ln>
          </p:spPr>
          <p:txBody>
            <a:bodyPr/>
            <a:lstStyle/>
            <a:p>
              <a:endParaRPr lang="fr-FR"/>
            </a:p>
          </p:txBody>
        </p:sp>
        <p:sp>
          <p:nvSpPr>
            <p:cNvPr id="147499" name="AutoShape 87"/>
            <p:cNvSpPr>
              <a:spLocks noChangeArrowheads="1"/>
            </p:cNvSpPr>
            <p:nvPr/>
          </p:nvSpPr>
          <p:spPr bwMode="auto">
            <a:xfrm rot="16200000" flipH="1">
              <a:off x="3067" y="1967"/>
              <a:ext cx="693" cy="306"/>
            </a:xfrm>
            <a:prstGeom prst="parallelogram">
              <a:avLst>
                <a:gd name="adj" fmla="val 156202"/>
              </a:avLst>
            </a:prstGeom>
            <a:solidFill>
              <a:srgbClr val="FC2C1C"/>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grpSp>
        <p:nvGrpSpPr>
          <p:cNvPr id="147468" name="Group 88"/>
          <p:cNvGrpSpPr>
            <a:grpSpLocks/>
          </p:cNvGrpSpPr>
          <p:nvPr/>
        </p:nvGrpSpPr>
        <p:grpSpPr bwMode="auto">
          <a:xfrm rot="-223274">
            <a:off x="2759075" y="2951163"/>
            <a:ext cx="744538" cy="733425"/>
            <a:chOff x="2757" y="1666"/>
            <a:chExt cx="812" cy="800"/>
          </a:xfrm>
        </p:grpSpPr>
        <p:sp>
          <p:nvSpPr>
            <p:cNvPr id="147488" name="Freeform 89"/>
            <p:cNvSpPr>
              <a:spLocks/>
            </p:cNvSpPr>
            <p:nvPr/>
          </p:nvSpPr>
          <p:spPr bwMode="auto">
            <a:xfrm>
              <a:off x="2762" y="1667"/>
              <a:ext cx="807" cy="584"/>
            </a:xfrm>
            <a:custGeom>
              <a:avLst/>
              <a:gdLst>
                <a:gd name="T0" fmla="*/ 497 w 807"/>
                <a:gd name="T1" fmla="*/ 583 h 584"/>
                <a:gd name="T2" fmla="*/ 0 w 807"/>
                <a:gd name="T3" fmla="*/ 452 h 584"/>
                <a:gd name="T4" fmla="*/ 337 w 807"/>
                <a:gd name="T5" fmla="*/ 0 h 584"/>
                <a:gd name="T6" fmla="*/ 806 w 807"/>
                <a:gd name="T7" fmla="*/ 98 h 584"/>
                <a:gd name="T8" fmla="*/ 497 w 807"/>
                <a:gd name="T9" fmla="*/ 583 h 584"/>
                <a:gd name="T10" fmla="*/ 0 60000 65536"/>
                <a:gd name="T11" fmla="*/ 0 60000 65536"/>
                <a:gd name="T12" fmla="*/ 0 60000 65536"/>
                <a:gd name="T13" fmla="*/ 0 60000 65536"/>
                <a:gd name="T14" fmla="*/ 0 60000 65536"/>
                <a:gd name="T15" fmla="*/ 0 w 807"/>
                <a:gd name="T16" fmla="*/ 0 h 584"/>
                <a:gd name="T17" fmla="*/ 807 w 807"/>
                <a:gd name="T18" fmla="*/ 584 h 584"/>
              </a:gdLst>
              <a:ahLst/>
              <a:cxnLst>
                <a:cxn ang="T10">
                  <a:pos x="T0" y="T1"/>
                </a:cxn>
                <a:cxn ang="T11">
                  <a:pos x="T2" y="T3"/>
                </a:cxn>
                <a:cxn ang="T12">
                  <a:pos x="T4" y="T5"/>
                </a:cxn>
                <a:cxn ang="T13">
                  <a:pos x="T6" y="T7"/>
                </a:cxn>
                <a:cxn ang="T14">
                  <a:pos x="T8" y="T9"/>
                </a:cxn>
              </a:cxnLst>
              <a:rect l="T15" t="T16" r="T17" b="T18"/>
              <a:pathLst>
                <a:path w="807" h="584">
                  <a:moveTo>
                    <a:pt x="497" y="583"/>
                  </a:moveTo>
                  <a:lnTo>
                    <a:pt x="0" y="452"/>
                  </a:lnTo>
                  <a:lnTo>
                    <a:pt x="337" y="0"/>
                  </a:lnTo>
                  <a:lnTo>
                    <a:pt x="806" y="98"/>
                  </a:lnTo>
                  <a:lnTo>
                    <a:pt x="497" y="583"/>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147489" name="Freeform 90"/>
            <p:cNvSpPr>
              <a:spLocks/>
            </p:cNvSpPr>
            <p:nvPr/>
          </p:nvSpPr>
          <p:spPr bwMode="auto">
            <a:xfrm>
              <a:off x="2882" y="1861"/>
              <a:ext cx="578" cy="384"/>
            </a:xfrm>
            <a:custGeom>
              <a:avLst/>
              <a:gdLst>
                <a:gd name="T0" fmla="*/ 377 w 578"/>
                <a:gd name="T1" fmla="*/ 383 h 384"/>
                <a:gd name="T2" fmla="*/ 0 w 578"/>
                <a:gd name="T3" fmla="*/ 291 h 384"/>
                <a:gd name="T4" fmla="*/ 217 w 578"/>
                <a:gd name="T5" fmla="*/ 0 h 384"/>
                <a:gd name="T6" fmla="*/ 577 w 578"/>
                <a:gd name="T7" fmla="*/ 74 h 384"/>
                <a:gd name="T8" fmla="*/ 377 w 578"/>
                <a:gd name="T9" fmla="*/ 383 h 384"/>
                <a:gd name="T10" fmla="*/ 0 60000 65536"/>
                <a:gd name="T11" fmla="*/ 0 60000 65536"/>
                <a:gd name="T12" fmla="*/ 0 60000 65536"/>
                <a:gd name="T13" fmla="*/ 0 60000 65536"/>
                <a:gd name="T14" fmla="*/ 0 60000 65536"/>
                <a:gd name="T15" fmla="*/ 0 w 578"/>
                <a:gd name="T16" fmla="*/ 0 h 384"/>
                <a:gd name="T17" fmla="*/ 578 w 578"/>
                <a:gd name="T18" fmla="*/ 384 h 384"/>
              </a:gdLst>
              <a:ahLst/>
              <a:cxnLst>
                <a:cxn ang="T10">
                  <a:pos x="T0" y="T1"/>
                </a:cxn>
                <a:cxn ang="T11">
                  <a:pos x="T2" y="T3"/>
                </a:cxn>
                <a:cxn ang="T12">
                  <a:pos x="T4" y="T5"/>
                </a:cxn>
                <a:cxn ang="T13">
                  <a:pos x="T6" y="T7"/>
                </a:cxn>
                <a:cxn ang="T14">
                  <a:pos x="T8" y="T9"/>
                </a:cxn>
              </a:cxnLst>
              <a:rect l="T15" t="T16" r="T17" b="T18"/>
              <a:pathLst>
                <a:path w="578" h="384">
                  <a:moveTo>
                    <a:pt x="377" y="383"/>
                  </a:moveTo>
                  <a:lnTo>
                    <a:pt x="0" y="291"/>
                  </a:lnTo>
                  <a:lnTo>
                    <a:pt x="217" y="0"/>
                  </a:lnTo>
                  <a:lnTo>
                    <a:pt x="577" y="74"/>
                  </a:lnTo>
                  <a:lnTo>
                    <a:pt x="377" y="383"/>
                  </a:lnTo>
                </a:path>
              </a:pathLst>
            </a:custGeom>
            <a:solidFill>
              <a:srgbClr val="E22B00"/>
            </a:solidFill>
            <a:ln>
              <a:noFill/>
            </a:ln>
            <a:extLst>
              <a:ext uri="{91240B29-F687-4F45-9708-019B960494DF}">
                <a14:hiddenLine xmlns:a14="http://schemas.microsoft.com/office/drawing/2010/main" w="12700" cap="rnd" cmpd="sng">
                  <a:solidFill>
                    <a:srgbClr val="000000"/>
                  </a:solidFill>
                  <a:prstDash val="solid"/>
                  <a:round/>
                  <a:headEnd type="none" w="med" len="med"/>
                  <a:tailEnd type="none" w="med" len="med"/>
                </a14:hiddenLine>
              </a:ext>
            </a:extLst>
          </p:spPr>
          <p:txBody>
            <a:bodyPr/>
            <a:lstStyle/>
            <a:p>
              <a:endParaRPr lang="fr-FR"/>
            </a:p>
          </p:txBody>
        </p:sp>
        <p:sp>
          <p:nvSpPr>
            <p:cNvPr id="147490" name="Line 91"/>
            <p:cNvSpPr>
              <a:spLocks noChangeShapeType="1"/>
            </p:cNvSpPr>
            <p:nvPr/>
          </p:nvSpPr>
          <p:spPr bwMode="auto">
            <a:xfrm>
              <a:off x="3102" y="1862"/>
              <a:ext cx="352" cy="7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fr-FR"/>
            </a:p>
          </p:txBody>
        </p:sp>
        <p:sp>
          <p:nvSpPr>
            <p:cNvPr id="147491" name="Freeform 92"/>
            <p:cNvSpPr>
              <a:spLocks/>
            </p:cNvSpPr>
            <p:nvPr/>
          </p:nvSpPr>
          <p:spPr bwMode="auto">
            <a:xfrm>
              <a:off x="2762" y="1666"/>
              <a:ext cx="337" cy="485"/>
            </a:xfrm>
            <a:custGeom>
              <a:avLst/>
              <a:gdLst>
                <a:gd name="T0" fmla="*/ 336 w 337"/>
                <a:gd name="T1" fmla="*/ 194 h 485"/>
                <a:gd name="T2" fmla="*/ 118 w 337"/>
                <a:gd name="T3" fmla="*/ 484 h 485"/>
                <a:gd name="T4" fmla="*/ 0 w 337"/>
                <a:gd name="T5" fmla="*/ 452 h 485"/>
                <a:gd name="T6" fmla="*/ 336 w 337"/>
                <a:gd name="T7" fmla="*/ 0 h 485"/>
                <a:gd name="T8" fmla="*/ 336 w 337"/>
                <a:gd name="T9" fmla="*/ 152 h 485"/>
                <a:gd name="T10" fmla="*/ 336 w 337"/>
                <a:gd name="T11" fmla="*/ 194 h 485"/>
                <a:gd name="T12" fmla="*/ 0 60000 65536"/>
                <a:gd name="T13" fmla="*/ 0 60000 65536"/>
                <a:gd name="T14" fmla="*/ 0 60000 65536"/>
                <a:gd name="T15" fmla="*/ 0 60000 65536"/>
                <a:gd name="T16" fmla="*/ 0 60000 65536"/>
                <a:gd name="T17" fmla="*/ 0 60000 65536"/>
                <a:gd name="T18" fmla="*/ 0 w 337"/>
                <a:gd name="T19" fmla="*/ 0 h 485"/>
                <a:gd name="T20" fmla="*/ 337 w 337"/>
                <a:gd name="T21" fmla="*/ 485 h 485"/>
              </a:gdLst>
              <a:ahLst/>
              <a:cxnLst>
                <a:cxn ang="T12">
                  <a:pos x="T0" y="T1"/>
                </a:cxn>
                <a:cxn ang="T13">
                  <a:pos x="T2" y="T3"/>
                </a:cxn>
                <a:cxn ang="T14">
                  <a:pos x="T4" y="T5"/>
                </a:cxn>
                <a:cxn ang="T15">
                  <a:pos x="T6" y="T7"/>
                </a:cxn>
                <a:cxn ang="T16">
                  <a:pos x="T8" y="T9"/>
                </a:cxn>
                <a:cxn ang="T17">
                  <a:pos x="T10" y="T11"/>
                </a:cxn>
              </a:cxnLst>
              <a:rect l="T18" t="T19" r="T20" b="T21"/>
              <a:pathLst>
                <a:path w="337" h="485">
                  <a:moveTo>
                    <a:pt x="336" y="194"/>
                  </a:moveTo>
                  <a:lnTo>
                    <a:pt x="118" y="484"/>
                  </a:lnTo>
                  <a:lnTo>
                    <a:pt x="0" y="452"/>
                  </a:lnTo>
                  <a:lnTo>
                    <a:pt x="336" y="0"/>
                  </a:lnTo>
                  <a:lnTo>
                    <a:pt x="336" y="152"/>
                  </a:lnTo>
                  <a:lnTo>
                    <a:pt x="336" y="194"/>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147492" name="Freeform 93"/>
            <p:cNvSpPr>
              <a:spLocks/>
            </p:cNvSpPr>
            <p:nvPr/>
          </p:nvSpPr>
          <p:spPr bwMode="auto">
            <a:xfrm>
              <a:off x="2757" y="2124"/>
              <a:ext cx="509" cy="339"/>
            </a:xfrm>
            <a:custGeom>
              <a:avLst/>
              <a:gdLst>
                <a:gd name="T0" fmla="*/ 0 w 506"/>
                <a:gd name="T1" fmla="*/ 0 h 345"/>
                <a:gd name="T2" fmla="*/ 1 w 506"/>
                <a:gd name="T3" fmla="*/ 198 h 345"/>
                <a:gd name="T4" fmla="*/ 514 w 506"/>
                <a:gd name="T5" fmla="*/ 326 h 345"/>
                <a:gd name="T6" fmla="*/ 513 w 506"/>
                <a:gd name="T7" fmla="*/ 124 h 345"/>
                <a:gd name="T8" fmla="*/ 0 60000 65536"/>
                <a:gd name="T9" fmla="*/ 0 60000 65536"/>
                <a:gd name="T10" fmla="*/ 0 60000 65536"/>
                <a:gd name="T11" fmla="*/ 0 60000 65536"/>
                <a:gd name="T12" fmla="*/ 0 w 506"/>
                <a:gd name="T13" fmla="*/ 0 h 345"/>
                <a:gd name="T14" fmla="*/ 506 w 506"/>
                <a:gd name="T15" fmla="*/ 345 h 345"/>
              </a:gdLst>
              <a:ahLst/>
              <a:cxnLst>
                <a:cxn ang="T8">
                  <a:pos x="T0" y="T1"/>
                </a:cxn>
                <a:cxn ang="T9">
                  <a:pos x="T2" y="T3"/>
                </a:cxn>
                <a:cxn ang="T10">
                  <a:pos x="T4" y="T5"/>
                </a:cxn>
                <a:cxn ang="T11">
                  <a:pos x="T6" y="T7"/>
                </a:cxn>
              </a:cxnLst>
              <a:rect l="T12" t="T13" r="T14" b="T15"/>
              <a:pathLst>
                <a:path w="506" h="345">
                  <a:moveTo>
                    <a:pt x="0" y="0"/>
                  </a:moveTo>
                  <a:lnTo>
                    <a:pt x="1" y="209"/>
                  </a:lnTo>
                  <a:lnTo>
                    <a:pt x="505" y="344"/>
                  </a:lnTo>
                  <a:lnTo>
                    <a:pt x="504" y="130"/>
                  </a:lnTo>
                </a:path>
              </a:pathLst>
            </a:custGeom>
            <a:solidFill>
              <a:srgbClr val="FC2C1C"/>
            </a:solidFill>
            <a:ln w="12700" cap="rnd" cmpd="sng">
              <a:solidFill>
                <a:schemeClr val="bg2"/>
              </a:solidFill>
              <a:prstDash val="solid"/>
              <a:round/>
              <a:headEnd type="none" w="med" len="med"/>
              <a:tailEnd type="none" w="med" len="med"/>
            </a:ln>
          </p:spPr>
          <p:txBody>
            <a:bodyPr/>
            <a:lstStyle/>
            <a:p>
              <a:endParaRPr lang="fr-FR"/>
            </a:p>
          </p:txBody>
        </p:sp>
        <p:sp>
          <p:nvSpPr>
            <p:cNvPr id="147493" name="AutoShape 94"/>
            <p:cNvSpPr>
              <a:spLocks noChangeArrowheads="1"/>
            </p:cNvSpPr>
            <p:nvPr/>
          </p:nvSpPr>
          <p:spPr bwMode="auto">
            <a:xfrm rot="16200000" flipH="1">
              <a:off x="3067" y="1967"/>
              <a:ext cx="693" cy="306"/>
            </a:xfrm>
            <a:prstGeom prst="parallelogram">
              <a:avLst>
                <a:gd name="adj" fmla="val 156202"/>
              </a:avLst>
            </a:prstGeom>
            <a:solidFill>
              <a:srgbClr val="FC2C1C"/>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grpSp>
        <p:nvGrpSpPr>
          <p:cNvPr id="147469" name="Group 102"/>
          <p:cNvGrpSpPr>
            <a:grpSpLocks/>
          </p:cNvGrpSpPr>
          <p:nvPr/>
        </p:nvGrpSpPr>
        <p:grpSpPr bwMode="auto">
          <a:xfrm rot="-223274">
            <a:off x="4291013" y="2867025"/>
            <a:ext cx="744537" cy="733425"/>
            <a:chOff x="2757" y="1666"/>
            <a:chExt cx="812" cy="800"/>
          </a:xfrm>
        </p:grpSpPr>
        <p:sp>
          <p:nvSpPr>
            <p:cNvPr id="147482" name="Freeform 103"/>
            <p:cNvSpPr>
              <a:spLocks/>
            </p:cNvSpPr>
            <p:nvPr/>
          </p:nvSpPr>
          <p:spPr bwMode="auto">
            <a:xfrm>
              <a:off x="2762" y="1667"/>
              <a:ext cx="807" cy="584"/>
            </a:xfrm>
            <a:custGeom>
              <a:avLst/>
              <a:gdLst>
                <a:gd name="T0" fmla="*/ 497 w 807"/>
                <a:gd name="T1" fmla="*/ 583 h 584"/>
                <a:gd name="T2" fmla="*/ 0 w 807"/>
                <a:gd name="T3" fmla="*/ 452 h 584"/>
                <a:gd name="T4" fmla="*/ 337 w 807"/>
                <a:gd name="T5" fmla="*/ 0 h 584"/>
                <a:gd name="T6" fmla="*/ 806 w 807"/>
                <a:gd name="T7" fmla="*/ 98 h 584"/>
                <a:gd name="T8" fmla="*/ 497 w 807"/>
                <a:gd name="T9" fmla="*/ 583 h 584"/>
                <a:gd name="T10" fmla="*/ 0 60000 65536"/>
                <a:gd name="T11" fmla="*/ 0 60000 65536"/>
                <a:gd name="T12" fmla="*/ 0 60000 65536"/>
                <a:gd name="T13" fmla="*/ 0 60000 65536"/>
                <a:gd name="T14" fmla="*/ 0 60000 65536"/>
                <a:gd name="T15" fmla="*/ 0 w 807"/>
                <a:gd name="T16" fmla="*/ 0 h 584"/>
                <a:gd name="T17" fmla="*/ 807 w 807"/>
                <a:gd name="T18" fmla="*/ 584 h 584"/>
              </a:gdLst>
              <a:ahLst/>
              <a:cxnLst>
                <a:cxn ang="T10">
                  <a:pos x="T0" y="T1"/>
                </a:cxn>
                <a:cxn ang="T11">
                  <a:pos x="T2" y="T3"/>
                </a:cxn>
                <a:cxn ang="T12">
                  <a:pos x="T4" y="T5"/>
                </a:cxn>
                <a:cxn ang="T13">
                  <a:pos x="T6" y="T7"/>
                </a:cxn>
                <a:cxn ang="T14">
                  <a:pos x="T8" y="T9"/>
                </a:cxn>
              </a:cxnLst>
              <a:rect l="T15" t="T16" r="T17" b="T18"/>
              <a:pathLst>
                <a:path w="807" h="584">
                  <a:moveTo>
                    <a:pt x="497" y="583"/>
                  </a:moveTo>
                  <a:lnTo>
                    <a:pt x="0" y="452"/>
                  </a:lnTo>
                  <a:lnTo>
                    <a:pt x="337" y="0"/>
                  </a:lnTo>
                  <a:lnTo>
                    <a:pt x="806" y="98"/>
                  </a:lnTo>
                  <a:lnTo>
                    <a:pt x="497" y="583"/>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147483" name="Freeform 104"/>
            <p:cNvSpPr>
              <a:spLocks/>
            </p:cNvSpPr>
            <p:nvPr/>
          </p:nvSpPr>
          <p:spPr bwMode="auto">
            <a:xfrm>
              <a:off x="2882" y="1861"/>
              <a:ext cx="578" cy="384"/>
            </a:xfrm>
            <a:custGeom>
              <a:avLst/>
              <a:gdLst>
                <a:gd name="T0" fmla="*/ 377 w 578"/>
                <a:gd name="T1" fmla="*/ 383 h 384"/>
                <a:gd name="T2" fmla="*/ 0 w 578"/>
                <a:gd name="T3" fmla="*/ 291 h 384"/>
                <a:gd name="T4" fmla="*/ 217 w 578"/>
                <a:gd name="T5" fmla="*/ 0 h 384"/>
                <a:gd name="T6" fmla="*/ 577 w 578"/>
                <a:gd name="T7" fmla="*/ 74 h 384"/>
                <a:gd name="T8" fmla="*/ 377 w 578"/>
                <a:gd name="T9" fmla="*/ 383 h 384"/>
                <a:gd name="T10" fmla="*/ 0 60000 65536"/>
                <a:gd name="T11" fmla="*/ 0 60000 65536"/>
                <a:gd name="T12" fmla="*/ 0 60000 65536"/>
                <a:gd name="T13" fmla="*/ 0 60000 65536"/>
                <a:gd name="T14" fmla="*/ 0 60000 65536"/>
                <a:gd name="T15" fmla="*/ 0 w 578"/>
                <a:gd name="T16" fmla="*/ 0 h 384"/>
                <a:gd name="T17" fmla="*/ 578 w 578"/>
                <a:gd name="T18" fmla="*/ 384 h 384"/>
              </a:gdLst>
              <a:ahLst/>
              <a:cxnLst>
                <a:cxn ang="T10">
                  <a:pos x="T0" y="T1"/>
                </a:cxn>
                <a:cxn ang="T11">
                  <a:pos x="T2" y="T3"/>
                </a:cxn>
                <a:cxn ang="T12">
                  <a:pos x="T4" y="T5"/>
                </a:cxn>
                <a:cxn ang="T13">
                  <a:pos x="T6" y="T7"/>
                </a:cxn>
                <a:cxn ang="T14">
                  <a:pos x="T8" y="T9"/>
                </a:cxn>
              </a:cxnLst>
              <a:rect l="T15" t="T16" r="T17" b="T18"/>
              <a:pathLst>
                <a:path w="578" h="384">
                  <a:moveTo>
                    <a:pt x="377" y="383"/>
                  </a:moveTo>
                  <a:lnTo>
                    <a:pt x="0" y="291"/>
                  </a:lnTo>
                  <a:lnTo>
                    <a:pt x="217" y="0"/>
                  </a:lnTo>
                  <a:lnTo>
                    <a:pt x="577" y="74"/>
                  </a:lnTo>
                  <a:lnTo>
                    <a:pt x="377" y="383"/>
                  </a:lnTo>
                </a:path>
              </a:pathLst>
            </a:custGeom>
            <a:solidFill>
              <a:srgbClr val="E22B00"/>
            </a:solidFill>
            <a:ln>
              <a:noFill/>
            </a:ln>
            <a:extLst>
              <a:ext uri="{91240B29-F687-4F45-9708-019B960494DF}">
                <a14:hiddenLine xmlns:a14="http://schemas.microsoft.com/office/drawing/2010/main" w="12700" cap="rnd" cmpd="sng">
                  <a:solidFill>
                    <a:srgbClr val="000000"/>
                  </a:solidFill>
                  <a:prstDash val="solid"/>
                  <a:round/>
                  <a:headEnd type="none" w="med" len="med"/>
                  <a:tailEnd type="none" w="med" len="med"/>
                </a14:hiddenLine>
              </a:ext>
            </a:extLst>
          </p:spPr>
          <p:txBody>
            <a:bodyPr/>
            <a:lstStyle/>
            <a:p>
              <a:endParaRPr lang="fr-FR"/>
            </a:p>
          </p:txBody>
        </p:sp>
        <p:sp>
          <p:nvSpPr>
            <p:cNvPr id="147484" name="Line 105"/>
            <p:cNvSpPr>
              <a:spLocks noChangeShapeType="1"/>
            </p:cNvSpPr>
            <p:nvPr/>
          </p:nvSpPr>
          <p:spPr bwMode="auto">
            <a:xfrm>
              <a:off x="3102" y="1862"/>
              <a:ext cx="352" cy="7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fr-FR"/>
            </a:p>
          </p:txBody>
        </p:sp>
        <p:sp>
          <p:nvSpPr>
            <p:cNvPr id="147485" name="Freeform 106"/>
            <p:cNvSpPr>
              <a:spLocks/>
            </p:cNvSpPr>
            <p:nvPr/>
          </p:nvSpPr>
          <p:spPr bwMode="auto">
            <a:xfrm>
              <a:off x="2762" y="1666"/>
              <a:ext cx="337" cy="485"/>
            </a:xfrm>
            <a:custGeom>
              <a:avLst/>
              <a:gdLst>
                <a:gd name="T0" fmla="*/ 336 w 337"/>
                <a:gd name="T1" fmla="*/ 194 h 485"/>
                <a:gd name="T2" fmla="*/ 118 w 337"/>
                <a:gd name="T3" fmla="*/ 484 h 485"/>
                <a:gd name="T4" fmla="*/ 0 w 337"/>
                <a:gd name="T5" fmla="*/ 452 h 485"/>
                <a:gd name="T6" fmla="*/ 336 w 337"/>
                <a:gd name="T7" fmla="*/ 0 h 485"/>
                <a:gd name="T8" fmla="*/ 336 w 337"/>
                <a:gd name="T9" fmla="*/ 152 h 485"/>
                <a:gd name="T10" fmla="*/ 336 w 337"/>
                <a:gd name="T11" fmla="*/ 194 h 485"/>
                <a:gd name="T12" fmla="*/ 0 60000 65536"/>
                <a:gd name="T13" fmla="*/ 0 60000 65536"/>
                <a:gd name="T14" fmla="*/ 0 60000 65536"/>
                <a:gd name="T15" fmla="*/ 0 60000 65536"/>
                <a:gd name="T16" fmla="*/ 0 60000 65536"/>
                <a:gd name="T17" fmla="*/ 0 60000 65536"/>
                <a:gd name="T18" fmla="*/ 0 w 337"/>
                <a:gd name="T19" fmla="*/ 0 h 485"/>
                <a:gd name="T20" fmla="*/ 337 w 337"/>
                <a:gd name="T21" fmla="*/ 485 h 485"/>
              </a:gdLst>
              <a:ahLst/>
              <a:cxnLst>
                <a:cxn ang="T12">
                  <a:pos x="T0" y="T1"/>
                </a:cxn>
                <a:cxn ang="T13">
                  <a:pos x="T2" y="T3"/>
                </a:cxn>
                <a:cxn ang="T14">
                  <a:pos x="T4" y="T5"/>
                </a:cxn>
                <a:cxn ang="T15">
                  <a:pos x="T6" y="T7"/>
                </a:cxn>
                <a:cxn ang="T16">
                  <a:pos x="T8" y="T9"/>
                </a:cxn>
                <a:cxn ang="T17">
                  <a:pos x="T10" y="T11"/>
                </a:cxn>
              </a:cxnLst>
              <a:rect l="T18" t="T19" r="T20" b="T21"/>
              <a:pathLst>
                <a:path w="337" h="485">
                  <a:moveTo>
                    <a:pt x="336" y="194"/>
                  </a:moveTo>
                  <a:lnTo>
                    <a:pt x="118" y="484"/>
                  </a:lnTo>
                  <a:lnTo>
                    <a:pt x="0" y="452"/>
                  </a:lnTo>
                  <a:lnTo>
                    <a:pt x="336" y="0"/>
                  </a:lnTo>
                  <a:lnTo>
                    <a:pt x="336" y="152"/>
                  </a:lnTo>
                  <a:lnTo>
                    <a:pt x="336" y="194"/>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147486" name="Freeform 107"/>
            <p:cNvSpPr>
              <a:spLocks/>
            </p:cNvSpPr>
            <p:nvPr/>
          </p:nvSpPr>
          <p:spPr bwMode="auto">
            <a:xfrm>
              <a:off x="2757" y="2124"/>
              <a:ext cx="509" cy="339"/>
            </a:xfrm>
            <a:custGeom>
              <a:avLst/>
              <a:gdLst>
                <a:gd name="T0" fmla="*/ 0 w 506"/>
                <a:gd name="T1" fmla="*/ 0 h 345"/>
                <a:gd name="T2" fmla="*/ 1 w 506"/>
                <a:gd name="T3" fmla="*/ 198 h 345"/>
                <a:gd name="T4" fmla="*/ 514 w 506"/>
                <a:gd name="T5" fmla="*/ 326 h 345"/>
                <a:gd name="T6" fmla="*/ 513 w 506"/>
                <a:gd name="T7" fmla="*/ 124 h 345"/>
                <a:gd name="T8" fmla="*/ 0 60000 65536"/>
                <a:gd name="T9" fmla="*/ 0 60000 65536"/>
                <a:gd name="T10" fmla="*/ 0 60000 65536"/>
                <a:gd name="T11" fmla="*/ 0 60000 65536"/>
                <a:gd name="T12" fmla="*/ 0 w 506"/>
                <a:gd name="T13" fmla="*/ 0 h 345"/>
                <a:gd name="T14" fmla="*/ 506 w 506"/>
                <a:gd name="T15" fmla="*/ 345 h 345"/>
              </a:gdLst>
              <a:ahLst/>
              <a:cxnLst>
                <a:cxn ang="T8">
                  <a:pos x="T0" y="T1"/>
                </a:cxn>
                <a:cxn ang="T9">
                  <a:pos x="T2" y="T3"/>
                </a:cxn>
                <a:cxn ang="T10">
                  <a:pos x="T4" y="T5"/>
                </a:cxn>
                <a:cxn ang="T11">
                  <a:pos x="T6" y="T7"/>
                </a:cxn>
              </a:cxnLst>
              <a:rect l="T12" t="T13" r="T14" b="T15"/>
              <a:pathLst>
                <a:path w="506" h="345">
                  <a:moveTo>
                    <a:pt x="0" y="0"/>
                  </a:moveTo>
                  <a:lnTo>
                    <a:pt x="1" y="209"/>
                  </a:lnTo>
                  <a:lnTo>
                    <a:pt x="505" y="344"/>
                  </a:lnTo>
                  <a:lnTo>
                    <a:pt x="504" y="130"/>
                  </a:lnTo>
                </a:path>
              </a:pathLst>
            </a:custGeom>
            <a:solidFill>
              <a:srgbClr val="FC2C1C"/>
            </a:solidFill>
            <a:ln w="12700" cap="rnd" cmpd="sng">
              <a:solidFill>
                <a:schemeClr val="bg2"/>
              </a:solidFill>
              <a:prstDash val="solid"/>
              <a:round/>
              <a:headEnd type="none" w="med" len="med"/>
              <a:tailEnd type="none" w="med" len="med"/>
            </a:ln>
          </p:spPr>
          <p:txBody>
            <a:bodyPr/>
            <a:lstStyle/>
            <a:p>
              <a:endParaRPr lang="fr-FR"/>
            </a:p>
          </p:txBody>
        </p:sp>
        <p:sp>
          <p:nvSpPr>
            <p:cNvPr id="147487" name="AutoShape 108"/>
            <p:cNvSpPr>
              <a:spLocks noChangeArrowheads="1"/>
            </p:cNvSpPr>
            <p:nvPr/>
          </p:nvSpPr>
          <p:spPr bwMode="auto">
            <a:xfrm rot="16200000" flipH="1">
              <a:off x="3067" y="1967"/>
              <a:ext cx="693" cy="306"/>
            </a:xfrm>
            <a:prstGeom prst="parallelogram">
              <a:avLst>
                <a:gd name="adj" fmla="val 156202"/>
              </a:avLst>
            </a:prstGeom>
            <a:solidFill>
              <a:srgbClr val="FC2C1C"/>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sp>
        <p:nvSpPr>
          <p:cNvPr id="147470" name="Text Box 109"/>
          <p:cNvSpPr txBox="1">
            <a:spLocks noChangeArrowheads="1"/>
          </p:cNvSpPr>
          <p:nvPr/>
        </p:nvSpPr>
        <p:spPr bwMode="auto">
          <a:xfrm>
            <a:off x="4135438" y="3714750"/>
            <a:ext cx="828675"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a:spcBef>
                <a:spcPct val="0"/>
              </a:spcBef>
              <a:buFontTx/>
              <a:buNone/>
            </a:pPr>
            <a:r>
              <a:rPr lang="fr-FR" altLang="fr-FR" sz="2400">
                <a:solidFill>
                  <a:srgbClr val="FC2C1C"/>
                </a:solidFill>
              </a:rPr>
              <a:t>1 R6</a:t>
            </a:r>
          </a:p>
        </p:txBody>
      </p:sp>
      <p:sp>
        <p:nvSpPr>
          <p:cNvPr id="147471" name="Text Box 138"/>
          <p:cNvSpPr txBox="1">
            <a:spLocks noChangeArrowheads="1"/>
          </p:cNvSpPr>
          <p:nvPr/>
        </p:nvSpPr>
        <p:spPr bwMode="auto">
          <a:xfrm>
            <a:off x="604838" y="5364163"/>
            <a:ext cx="6543675" cy="4429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eaLnBrk="1" hangingPunct="1">
              <a:spcBef>
                <a:spcPct val="0"/>
              </a:spcBef>
              <a:buFontTx/>
              <a:buNone/>
            </a:pPr>
            <a:r>
              <a:rPr lang="fr-FR" altLang="fr-FR" sz="2300"/>
              <a:t>4. Pointez la production sur votre feuille de suivi</a:t>
            </a:r>
          </a:p>
        </p:txBody>
      </p:sp>
      <p:grpSp>
        <p:nvGrpSpPr>
          <p:cNvPr id="147472" name="Group 139"/>
          <p:cNvGrpSpPr>
            <a:grpSpLocks/>
          </p:cNvGrpSpPr>
          <p:nvPr/>
        </p:nvGrpSpPr>
        <p:grpSpPr bwMode="auto">
          <a:xfrm rot="-223274">
            <a:off x="1330325" y="2625725"/>
            <a:ext cx="744538" cy="733425"/>
            <a:chOff x="2757" y="1666"/>
            <a:chExt cx="812" cy="800"/>
          </a:xfrm>
        </p:grpSpPr>
        <p:sp>
          <p:nvSpPr>
            <p:cNvPr id="147476" name="Freeform 140"/>
            <p:cNvSpPr>
              <a:spLocks/>
            </p:cNvSpPr>
            <p:nvPr/>
          </p:nvSpPr>
          <p:spPr bwMode="auto">
            <a:xfrm>
              <a:off x="2762" y="1667"/>
              <a:ext cx="807" cy="584"/>
            </a:xfrm>
            <a:custGeom>
              <a:avLst/>
              <a:gdLst>
                <a:gd name="T0" fmla="*/ 497 w 807"/>
                <a:gd name="T1" fmla="*/ 583 h 584"/>
                <a:gd name="T2" fmla="*/ 0 w 807"/>
                <a:gd name="T3" fmla="*/ 452 h 584"/>
                <a:gd name="T4" fmla="*/ 337 w 807"/>
                <a:gd name="T5" fmla="*/ 0 h 584"/>
                <a:gd name="T6" fmla="*/ 806 w 807"/>
                <a:gd name="T7" fmla="*/ 98 h 584"/>
                <a:gd name="T8" fmla="*/ 497 w 807"/>
                <a:gd name="T9" fmla="*/ 583 h 584"/>
                <a:gd name="T10" fmla="*/ 0 60000 65536"/>
                <a:gd name="T11" fmla="*/ 0 60000 65536"/>
                <a:gd name="T12" fmla="*/ 0 60000 65536"/>
                <a:gd name="T13" fmla="*/ 0 60000 65536"/>
                <a:gd name="T14" fmla="*/ 0 60000 65536"/>
                <a:gd name="T15" fmla="*/ 0 w 807"/>
                <a:gd name="T16" fmla="*/ 0 h 584"/>
                <a:gd name="T17" fmla="*/ 807 w 807"/>
                <a:gd name="T18" fmla="*/ 584 h 584"/>
              </a:gdLst>
              <a:ahLst/>
              <a:cxnLst>
                <a:cxn ang="T10">
                  <a:pos x="T0" y="T1"/>
                </a:cxn>
                <a:cxn ang="T11">
                  <a:pos x="T2" y="T3"/>
                </a:cxn>
                <a:cxn ang="T12">
                  <a:pos x="T4" y="T5"/>
                </a:cxn>
                <a:cxn ang="T13">
                  <a:pos x="T6" y="T7"/>
                </a:cxn>
                <a:cxn ang="T14">
                  <a:pos x="T8" y="T9"/>
                </a:cxn>
              </a:cxnLst>
              <a:rect l="T15" t="T16" r="T17" b="T18"/>
              <a:pathLst>
                <a:path w="807" h="584">
                  <a:moveTo>
                    <a:pt x="497" y="583"/>
                  </a:moveTo>
                  <a:lnTo>
                    <a:pt x="0" y="452"/>
                  </a:lnTo>
                  <a:lnTo>
                    <a:pt x="337" y="0"/>
                  </a:lnTo>
                  <a:lnTo>
                    <a:pt x="806" y="98"/>
                  </a:lnTo>
                  <a:lnTo>
                    <a:pt x="497" y="583"/>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147477" name="Freeform 141"/>
            <p:cNvSpPr>
              <a:spLocks/>
            </p:cNvSpPr>
            <p:nvPr/>
          </p:nvSpPr>
          <p:spPr bwMode="auto">
            <a:xfrm>
              <a:off x="2882" y="1861"/>
              <a:ext cx="578" cy="384"/>
            </a:xfrm>
            <a:custGeom>
              <a:avLst/>
              <a:gdLst>
                <a:gd name="T0" fmla="*/ 377 w 578"/>
                <a:gd name="T1" fmla="*/ 383 h 384"/>
                <a:gd name="T2" fmla="*/ 0 w 578"/>
                <a:gd name="T3" fmla="*/ 291 h 384"/>
                <a:gd name="T4" fmla="*/ 217 w 578"/>
                <a:gd name="T5" fmla="*/ 0 h 384"/>
                <a:gd name="T6" fmla="*/ 577 w 578"/>
                <a:gd name="T7" fmla="*/ 74 h 384"/>
                <a:gd name="T8" fmla="*/ 377 w 578"/>
                <a:gd name="T9" fmla="*/ 383 h 384"/>
                <a:gd name="T10" fmla="*/ 0 60000 65536"/>
                <a:gd name="T11" fmla="*/ 0 60000 65536"/>
                <a:gd name="T12" fmla="*/ 0 60000 65536"/>
                <a:gd name="T13" fmla="*/ 0 60000 65536"/>
                <a:gd name="T14" fmla="*/ 0 60000 65536"/>
                <a:gd name="T15" fmla="*/ 0 w 578"/>
                <a:gd name="T16" fmla="*/ 0 h 384"/>
                <a:gd name="T17" fmla="*/ 578 w 578"/>
                <a:gd name="T18" fmla="*/ 384 h 384"/>
              </a:gdLst>
              <a:ahLst/>
              <a:cxnLst>
                <a:cxn ang="T10">
                  <a:pos x="T0" y="T1"/>
                </a:cxn>
                <a:cxn ang="T11">
                  <a:pos x="T2" y="T3"/>
                </a:cxn>
                <a:cxn ang="T12">
                  <a:pos x="T4" y="T5"/>
                </a:cxn>
                <a:cxn ang="T13">
                  <a:pos x="T6" y="T7"/>
                </a:cxn>
                <a:cxn ang="T14">
                  <a:pos x="T8" y="T9"/>
                </a:cxn>
              </a:cxnLst>
              <a:rect l="T15" t="T16" r="T17" b="T18"/>
              <a:pathLst>
                <a:path w="578" h="384">
                  <a:moveTo>
                    <a:pt x="377" y="383"/>
                  </a:moveTo>
                  <a:lnTo>
                    <a:pt x="0" y="291"/>
                  </a:lnTo>
                  <a:lnTo>
                    <a:pt x="217" y="0"/>
                  </a:lnTo>
                  <a:lnTo>
                    <a:pt x="577" y="74"/>
                  </a:lnTo>
                  <a:lnTo>
                    <a:pt x="377" y="383"/>
                  </a:lnTo>
                </a:path>
              </a:pathLst>
            </a:custGeom>
            <a:solidFill>
              <a:srgbClr val="E22B00"/>
            </a:solidFill>
            <a:ln>
              <a:noFill/>
            </a:ln>
            <a:extLst>
              <a:ext uri="{91240B29-F687-4F45-9708-019B960494DF}">
                <a14:hiddenLine xmlns:a14="http://schemas.microsoft.com/office/drawing/2010/main" w="12700" cap="rnd" cmpd="sng">
                  <a:solidFill>
                    <a:srgbClr val="000000"/>
                  </a:solidFill>
                  <a:prstDash val="solid"/>
                  <a:round/>
                  <a:headEnd type="none" w="med" len="med"/>
                  <a:tailEnd type="none" w="med" len="med"/>
                </a14:hiddenLine>
              </a:ext>
            </a:extLst>
          </p:spPr>
          <p:txBody>
            <a:bodyPr/>
            <a:lstStyle/>
            <a:p>
              <a:endParaRPr lang="fr-FR"/>
            </a:p>
          </p:txBody>
        </p:sp>
        <p:sp>
          <p:nvSpPr>
            <p:cNvPr id="147478" name="Line 142"/>
            <p:cNvSpPr>
              <a:spLocks noChangeShapeType="1"/>
            </p:cNvSpPr>
            <p:nvPr/>
          </p:nvSpPr>
          <p:spPr bwMode="auto">
            <a:xfrm>
              <a:off x="3102" y="1862"/>
              <a:ext cx="352" cy="7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fr-FR"/>
            </a:p>
          </p:txBody>
        </p:sp>
        <p:sp>
          <p:nvSpPr>
            <p:cNvPr id="147479" name="Freeform 143"/>
            <p:cNvSpPr>
              <a:spLocks/>
            </p:cNvSpPr>
            <p:nvPr/>
          </p:nvSpPr>
          <p:spPr bwMode="auto">
            <a:xfrm>
              <a:off x="2762" y="1666"/>
              <a:ext cx="337" cy="485"/>
            </a:xfrm>
            <a:custGeom>
              <a:avLst/>
              <a:gdLst>
                <a:gd name="T0" fmla="*/ 336 w 337"/>
                <a:gd name="T1" fmla="*/ 194 h 485"/>
                <a:gd name="T2" fmla="*/ 118 w 337"/>
                <a:gd name="T3" fmla="*/ 484 h 485"/>
                <a:gd name="T4" fmla="*/ 0 w 337"/>
                <a:gd name="T5" fmla="*/ 452 h 485"/>
                <a:gd name="T6" fmla="*/ 336 w 337"/>
                <a:gd name="T7" fmla="*/ 0 h 485"/>
                <a:gd name="T8" fmla="*/ 336 w 337"/>
                <a:gd name="T9" fmla="*/ 152 h 485"/>
                <a:gd name="T10" fmla="*/ 336 w 337"/>
                <a:gd name="T11" fmla="*/ 194 h 485"/>
                <a:gd name="T12" fmla="*/ 0 60000 65536"/>
                <a:gd name="T13" fmla="*/ 0 60000 65536"/>
                <a:gd name="T14" fmla="*/ 0 60000 65536"/>
                <a:gd name="T15" fmla="*/ 0 60000 65536"/>
                <a:gd name="T16" fmla="*/ 0 60000 65536"/>
                <a:gd name="T17" fmla="*/ 0 60000 65536"/>
                <a:gd name="T18" fmla="*/ 0 w 337"/>
                <a:gd name="T19" fmla="*/ 0 h 485"/>
                <a:gd name="T20" fmla="*/ 337 w 337"/>
                <a:gd name="T21" fmla="*/ 485 h 485"/>
              </a:gdLst>
              <a:ahLst/>
              <a:cxnLst>
                <a:cxn ang="T12">
                  <a:pos x="T0" y="T1"/>
                </a:cxn>
                <a:cxn ang="T13">
                  <a:pos x="T2" y="T3"/>
                </a:cxn>
                <a:cxn ang="T14">
                  <a:pos x="T4" y="T5"/>
                </a:cxn>
                <a:cxn ang="T15">
                  <a:pos x="T6" y="T7"/>
                </a:cxn>
                <a:cxn ang="T16">
                  <a:pos x="T8" y="T9"/>
                </a:cxn>
                <a:cxn ang="T17">
                  <a:pos x="T10" y="T11"/>
                </a:cxn>
              </a:cxnLst>
              <a:rect l="T18" t="T19" r="T20" b="T21"/>
              <a:pathLst>
                <a:path w="337" h="485">
                  <a:moveTo>
                    <a:pt x="336" y="194"/>
                  </a:moveTo>
                  <a:lnTo>
                    <a:pt x="118" y="484"/>
                  </a:lnTo>
                  <a:lnTo>
                    <a:pt x="0" y="452"/>
                  </a:lnTo>
                  <a:lnTo>
                    <a:pt x="336" y="0"/>
                  </a:lnTo>
                  <a:lnTo>
                    <a:pt x="336" y="152"/>
                  </a:lnTo>
                  <a:lnTo>
                    <a:pt x="336" y="194"/>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147480" name="Freeform 144"/>
            <p:cNvSpPr>
              <a:spLocks/>
            </p:cNvSpPr>
            <p:nvPr/>
          </p:nvSpPr>
          <p:spPr bwMode="auto">
            <a:xfrm>
              <a:off x="2757" y="2124"/>
              <a:ext cx="509" cy="339"/>
            </a:xfrm>
            <a:custGeom>
              <a:avLst/>
              <a:gdLst>
                <a:gd name="T0" fmla="*/ 0 w 506"/>
                <a:gd name="T1" fmla="*/ 0 h 345"/>
                <a:gd name="T2" fmla="*/ 1 w 506"/>
                <a:gd name="T3" fmla="*/ 198 h 345"/>
                <a:gd name="T4" fmla="*/ 514 w 506"/>
                <a:gd name="T5" fmla="*/ 326 h 345"/>
                <a:gd name="T6" fmla="*/ 513 w 506"/>
                <a:gd name="T7" fmla="*/ 124 h 345"/>
                <a:gd name="T8" fmla="*/ 0 60000 65536"/>
                <a:gd name="T9" fmla="*/ 0 60000 65536"/>
                <a:gd name="T10" fmla="*/ 0 60000 65536"/>
                <a:gd name="T11" fmla="*/ 0 60000 65536"/>
                <a:gd name="T12" fmla="*/ 0 w 506"/>
                <a:gd name="T13" fmla="*/ 0 h 345"/>
                <a:gd name="T14" fmla="*/ 506 w 506"/>
                <a:gd name="T15" fmla="*/ 345 h 345"/>
              </a:gdLst>
              <a:ahLst/>
              <a:cxnLst>
                <a:cxn ang="T8">
                  <a:pos x="T0" y="T1"/>
                </a:cxn>
                <a:cxn ang="T9">
                  <a:pos x="T2" y="T3"/>
                </a:cxn>
                <a:cxn ang="T10">
                  <a:pos x="T4" y="T5"/>
                </a:cxn>
                <a:cxn ang="T11">
                  <a:pos x="T6" y="T7"/>
                </a:cxn>
              </a:cxnLst>
              <a:rect l="T12" t="T13" r="T14" b="T15"/>
              <a:pathLst>
                <a:path w="506" h="345">
                  <a:moveTo>
                    <a:pt x="0" y="0"/>
                  </a:moveTo>
                  <a:lnTo>
                    <a:pt x="1" y="209"/>
                  </a:lnTo>
                  <a:lnTo>
                    <a:pt x="505" y="344"/>
                  </a:lnTo>
                  <a:lnTo>
                    <a:pt x="504" y="130"/>
                  </a:lnTo>
                </a:path>
              </a:pathLst>
            </a:custGeom>
            <a:solidFill>
              <a:srgbClr val="FC2C1C"/>
            </a:solidFill>
            <a:ln w="12700" cap="rnd" cmpd="sng">
              <a:solidFill>
                <a:schemeClr val="bg2"/>
              </a:solidFill>
              <a:prstDash val="solid"/>
              <a:round/>
              <a:headEnd type="none" w="med" len="med"/>
              <a:tailEnd type="none" w="med" len="med"/>
            </a:ln>
          </p:spPr>
          <p:txBody>
            <a:bodyPr/>
            <a:lstStyle/>
            <a:p>
              <a:endParaRPr lang="fr-FR"/>
            </a:p>
          </p:txBody>
        </p:sp>
        <p:sp>
          <p:nvSpPr>
            <p:cNvPr id="147481" name="AutoShape 145"/>
            <p:cNvSpPr>
              <a:spLocks noChangeArrowheads="1"/>
            </p:cNvSpPr>
            <p:nvPr/>
          </p:nvSpPr>
          <p:spPr bwMode="auto">
            <a:xfrm rot="16200000" flipH="1">
              <a:off x="3067" y="1967"/>
              <a:ext cx="693" cy="306"/>
            </a:xfrm>
            <a:prstGeom prst="parallelogram">
              <a:avLst>
                <a:gd name="adj" fmla="val 156202"/>
              </a:avLst>
            </a:prstGeom>
            <a:solidFill>
              <a:srgbClr val="FC2C1C"/>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sp>
        <p:nvSpPr>
          <p:cNvPr id="147473" name="Text Box 146"/>
          <p:cNvSpPr txBox="1">
            <a:spLocks noChangeArrowheads="1"/>
          </p:cNvSpPr>
          <p:nvPr/>
        </p:nvSpPr>
        <p:spPr bwMode="auto">
          <a:xfrm>
            <a:off x="5468938" y="3689350"/>
            <a:ext cx="2360612"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a:spcBef>
                <a:spcPct val="0"/>
              </a:spcBef>
              <a:buFontTx/>
              <a:buNone/>
            </a:pPr>
            <a:r>
              <a:rPr lang="fr-FR" altLang="fr-FR" sz="2400">
                <a:solidFill>
                  <a:srgbClr val="FC2C1C"/>
                </a:solidFill>
              </a:rPr>
              <a:t>2 Couronnes</a:t>
            </a:r>
          </a:p>
        </p:txBody>
      </p:sp>
      <p:sp>
        <p:nvSpPr>
          <p:cNvPr id="147474" name="Oval 147"/>
          <p:cNvSpPr>
            <a:spLocks noChangeArrowheads="1"/>
          </p:cNvSpPr>
          <p:nvPr/>
        </p:nvSpPr>
        <p:spPr bwMode="auto">
          <a:xfrm rot="-5400000">
            <a:off x="6338094" y="3140869"/>
            <a:ext cx="336550" cy="312738"/>
          </a:xfrm>
          <a:prstGeom prst="ellipse">
            <a:avLst/>
          </a:prstGeom>
          <a:solidFill>
            <a:schemeClr val="bg1"/>
          </a:solidFill>
          <a:ln w="9525">
            <a:solidFill>
              <a:schemeClr val="tx1"/>
            </a:solidFill>
            <a:round/>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147475" name="Oval 148"/>
          <p:cNvSpPr>
            <a:spLocks noChangeArrowheads="1"/>
          </p:cNvSpPr>
          <p:nvPr/>
        </p:nvSpPr>
        <p:spPr bwMode="auto">
          <a:xfrm rot="-5400000">
            <a:off x="6714332" y="3139281"/>
            <a:ext cx="336550" cy="312737"/>
          </a:xfrm>
          <a:prstGeom prst="ellipse">
            <a:avLst/>
          </a:prstGeom>
          <a:solidFill>
            <a:schemeClr val="bg1"/>
          </a:solidFill>
          <a:ln w="9525">
            <a:solidFill>
              <a:schemeClr val="tx1"/>
            </a:solidFill>
            <a:round/>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48482" name="Group 2"/>
          <p:cNvGrpSpPr>
            <a:grpSpLocks/>
          </p:cNvGrpSpPr>
          <p:nvPr/>
        </p:nvGrpSpPr>
        <p:grpSpPr bwMode="auto">
          <a:xfrm>
            <a:off x="7073900" y="215900"/>
            <a:ext cx="1878013" cy="1250950"/>
            <a:chOff x="4456" y="136"/>
            <a:chExt cx="1183" cy="788"/>
          </a:xfrm>
        </p:grpSpPr>
        <p:grpSp>
          <p:nvGrpSpPr>
            <p:cNvPr id="148542" name="Group 3"/>
            <p:cNvGrpSpPr>
              <a:grpSpLocks/>
            </p:cNvGrpSpPr>
            <p:nvPr/>
          </p:nvGrpSpPr>
          <p:grpSpPr bwMode="auto">
            <a:xfrm>
              <a:off x="4766" y="232"/>
              <a:ext cx="873" cy="692"/>
              <a:chOff x="2185" y="310"/>
              <a:chExt cx="873" cy="692"/>
            </a:xfrm>
          </p:grpSpPr>
          <p:sp>
            <p:nvSpPr>
              <p:cNvPr id="148553" name="Freeform 4"/>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accent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8554" name="Freeform 5"/>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8555" name="Freeform 6"/>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8556" name="Freeform 7"/>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8557" name="Freeform 8"/>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8558" name="Freeform 9"/>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8559" name="Freeform 10"/>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grpSp>
          <p:nvGrpSpPr>
            <p:cNvPr id="148543" name="Group 11"/>
            <p:cNvGrpSpPr>
              <a:grpSpLocks/>
            </p:cNvGrpSpPr>
            <p:nvPr/>
          </p:nvGrpSpPr>
          <p:grpSpPr bwMode="auto">
            <a:xfrm>
              <a:off x="4949" y="336"/>
              <a:ext cx="591" cy="468"/>
              <a:chOff x="2185" y="310"/>
              <a:chExt cx="873" cy="692"/>
            </a:xfrm>
          </p:grpSpPr>
          <p:sp>
            <p:nvSpPr>
              <p:cNvPr id="148546" name="Freeform 12"/>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8547" name="Freeform 13"/>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8548" name="Freeform 14"/>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8549" name="Freeform 15"/>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8550" name="Freeform 16"/>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8551" name="Freeform 17"/>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8552" name="Freeform 18"/>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pic>
          <p:nvPicPr>
            <p:cNvPr id="148544" name="Picture 19"/>
            <p:cNvPicPr>
              <a:picLocks noChangeAspect="1" noChangeArrowheads="1"/>
            </p:cNvPicPr>
            <p:nvPr/>
          </p:nvPicPr>
          <p:blipFill>
            <a:blip r:embed="rId3" cstate="print">
              <a:extLst>
                <a:ext uri="{28A0092B-C50C-407E-A947-70E740481C1C}">
                  <a14:useLocalDpi xmlns:a14="http://schemas.microsoft.com/office/drawing/2010/main" val="0"/>
                </a:ext>
              </a:extLst>
            </a:blip>
            <a:srcRect l="-4282" t="-4369" r="-5199" b="-12012"/>
            <a:stretch>
              <a:fillRect/>
            </a:stretch>
          </p:blipFill>
          <p:spPr bwMode="auto">
            <a:xfrm>
              <a:off x="4456" y="136"/>
              <a:ext cx="480" cy="5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48545" name="Text Box 20"/>
            <p:cNvSpPr txBox="1">
              <a:spLocks noChangeArrowheads="1"/>
            </p:cNvSpPr>
            <p:nvPr/>
          </p:nvSpPr>
          <p:spPr bwMode="auto">
            <a:xfrm>
              <a:off x="4946" y="314"/>
              <a:ext cx="596" cy="49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4500" b="1">
                  <a:solidFill>
                    <a:srgbClr val="FF0000"/>
                  </a:solidFill>
                  <a:latin typeface="Arial Black" pitchFamily="34" charset="0"/>
                </a:rPr>
                <a:t>10</a:t>
              </a:r>
              <a:endParaRPr lang="fr-FR" altLang="fr-FR" sz="3200">
                <a:solidFill>
                  <a:schemeClr val="tx1"/>
                </a:solidFill>
                <a:latin typeface="Arial Black" pitchFamily="34" charset="0"/>
              </a:endParaRPr>
            </a:p>
          </p:txBody>
        </p:sp>
      </p:grpSp>
      <p:sp>
        <p:nvSpPr>
          <p:cNvPr id="148484" name="Text Box 22"/>
          <p:cNvSpPr txBox="1">
            <a:spLocks noChangeArrowheads="1"/>
          </p:cNvSpPr>
          <p:nvPr/>
        </p:nvSpPr>
        <p:spPr bwMode="auto">
          <a:xfrm>
            <a:off x="566738" y="1363663"/>
            <a:ext cx="1946275"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1. Tirez le dé</a:t>
            </a:r>
          </a:p>
        </p:txBody>
      </p:sp>
      <p:sp>
        <p:nvSpPr>
          <p:cNvPr id="148485" name="Text Box 23"/>
          <p:cNvSpPr txBox="1">
            <a:spLocks noChangeArrowheads="1"/>
          </p:cNvSpPr>
          <p:nvPr/>
        </p:nvSpPr>
        <p:spPr bwMode="auto">
          <a:xfrm>
            <a:off x="566738" y="3935413"/>
            <a:ext cx="18796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3. Produisez</a:t>
            </a:r>
          </a:p>
        </p:txBody>
      </p:sp>
      <p:grpSp>
        <p:nvGrpSpPr>
          <p:cNvPr id="148486" name="Group 24"/>
          <p:cNvGrpSpPr>
            <a:grpSpLocks/>
          </p:cNvGrpSpPr>
          <p:nvPr/>
        </p:nvGrpSpPr>
        <p:grpSpPr bwMode="auto">
          <a:xfrm>
            <a:off x="2986088" y="1306513"/>
            <a:ext cx="446087" cy="534987"/>
            <a:chOff x="868" y="1439"/>
            <a:chExt cx="811" cy="972"/>
          </a:xfrm>
        </p:grpSpPr>
        <p:sp>
          <p:nvSpPr>
            <p:cNvPr id="148491" name="Freeform 25"/>
            <p:cNvSpPr>
              <a:spLocks/>
            </p:cNvSpPr>
            <p:nvPr/>
          </p:nvSpPr>
          <p:spPr bwMode="auto">
            <a:xfrm>
              <a:off x="1548" y="2014"/>
              <a:ext cx="123" cy="100"/>
            </a:xfrm>
            <a:custGeom>
              <a:avLst/>
              <a:gdLst>
                <a:gd name="T0" fmla="*/ 5 w 618"/>
                <a:gd name="T1" fmla="*/ 0 h 502"/>
                <a:gd name="T2" fmla="*/ 5 w 618"/>
                <a:gd name="T3" fmla="*/ 0 h 502"/>
                <a:gd name="T4" fmla="*/ 0 w 618"/>
                <a:gd name="T5" fmla="*/ 4 h 502"/>
                <a:gd name="T6" fmla="*/ 0 w 618"/>
                <a:gd name="T7" fmla="*/ 4 h 502"/>
                <a:gd name="T8" fmla="*/ 5 w 618"/>
                <a:gd name="T9" fmla="*/ 0 h 502"/>
                <a:gd name="T10" fmla="*/ 5 w 618"/>
                <a:gd name="T11" fmla="*/ 0 h 502"/>
                <a:gd name="T12" fmla="*/ 5 w 618"/>
                <a:gd name="T13" fmla="*/ 0 h 502"/>
                <a:gd name="T14" fmla="*/ 5 w 618"/>
                <a:gd name="T15" fmla="*/ 0 h 502"/>
                <a:gd name="T16" fmla="*/ 5 w 618"/>
                <a:gd name="T17" fmla="*/ 0 h 502"/>
                <a:gd name="T18" fmla="*/ 5 w 618"/>
                <a:gd name="T19" fmla="*/ 0 h 502"/>
                <a:gd name="T20" fmla="*/ 5 w 618"/>
                <a:gd name="T21" fmla="*/ 0 h 502"/>
                <a:gd name="T22" fmla="*/ 5 w 618"/>
                <a:gd name="T23" fmla="*/ 0 h 502"/>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618"/>
                <a:gd name="T37" fmla="*/ 0 h 502"/>
                <a:gd name="T38" fmla="*/ 618 w 618"/>
                <a:gd name="T39" fmla="*/ 502 h 502"/>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618" h="502">
                  <a:moveTo>
                    <a:pt x="611" y="0"/>
                  </a:moveTo>
                  <a:lnTo>
                    <a:pt x="606" y="2"/>
                  </a:lnTo>
                  <a:lnTo>
                    <a:pt x="0" y="490"/>
                  </a:lnTo>
                  <a:lnTo>
                    <a:pt x="10" y="502"/>
                  </a:lnTo>
                  <a:lnTo>
                    <a:pt x="616" y="14"/>
                  </a:lnTo>
                  <a:lnTo>
                    <a:pt x="611" y="16"/>
                  </a:lnTo>
                  <a:lnTo>
                    <a:pt x="616" y="14"/>
                  </a:lnTo>
                  <a:lnTo>
                    <a:pt x="618" y="9"/>
                  </a:lnTo>
                  <a:lnTo>
                    <a:pt x="617" y="3"/>
                  </a:lnTo>
                  <a:lnTo>
                    <a:pt x="612" y="1"/>
                  </a:lnTo>
                  <a:lnTo>
                    <a:pt x="606" y="2"/>
                  </a:lnTo>
                  <a:lnTo>
                    <a:pt x="611"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8492" name="Freeform 26"/>
            <p:cNvSpPr>
              <a:spLocks/>
            </p:cNvSpPr>
            <p:nvPr/>
          </p:nvSpPr>
          <p:spPr bwMode="auto">
            <a:xfrm>
              <a:off x="876" y="1852"/>
              <a:ext cx="82" cy="373"/>
            </a:xfrm>
            <a:custGeom>
              <a:avLst/>
              <a:gdLst>
                <a:gd name="T0" fmla="*/ 3 w 413"/>
                <a:gd name="T1" fmla="*/ 15 h 1865"/>
                <a:gd name="T2" fmla="*/ 3 w 413"/>
                <a:gd name="T3" fmla="*/ 15 h 1865"/>
                <a:gd name="T4" fmla="*/ 0 w 413"/>
                <a:gd name="T5" fmla="*/ 0 h 1865"/>
                <a:gd name="T6" fmla="*/ 0 w 413"/>
                <a:gd name="T7" fmla="*/ 0 h 1865"/>
                <a:gd name="T8" fmla="*/ 3 w 413"/>
                <a:gd name="T9" fmla="*/ 15 h 1865"/>
                <a:gd name="T10" fmla="*/ 3 w 413"/>
                <a:gd name="T11" fmla="*/ 15 h 1865"/>
                <a:gd name="T12" fmla="*/ 3 w 413"/>
                <a:gd name="T13" fmla="*/ 15 h 1865"/>
                <a:gd name="T14" fmla="*/ 3 w 413"/>
                <a:gd name="T15" fmla="*/ 15 h 1865"/>
                <a:gd name="T16" fmla="*/ 3 w 413"/>
                <a:gd name="T17" fmla="*/ 15 h 1865"/>
                <a:gd name="T18" fmla="*/ 3 w 413"/>
                <a:gd name="T19" fmla="*/ 15 h 1865"/>
                <a:gd name="T20" fmla="*/ 3 w 413"/>
                <a:gd name="T21" fmla="*/ 15 h 1865"/>
                <a:gd name="T22" fmla="*/ 3 w 413"/>
                <a:gd name="T23" fmla="*/ 15 h 186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413"/>
                <a:gd name="T37" fmla="*/ 0 h 1865"/>
                <a:gd name="T38" fmla="*/ 413 w 413"/>
                <a:gd name="T39" fmla="*/ 1865 h 1865"/>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413" h="1865">
                  <a:moveTo>
                    <a:pt x="400" y="1864"/>
                  </a:moveTo>
                  <a:lnTo>
                    <a:pt x="413" y="1856"/>
                  </a:lnTo>
                  <a:lnTo>
                    <a:pt x="17" y="0"/>
                  </a:lnTo>
                  <a:lnTo>
                    <a:pt x="0" y="2"/>
                  </a:lnTo>
                  <a:lnTo>
                    <a:pt x="396" y="1858"/>
                  </a:lnTo>
                  <a:lnTo>
                    <a:pt x="409" y="1850"/>
                  </a:lnTo>
                  <a:lnTo>
                    <a:pt x="396" y="1858"/>
                  </a:lnTo>
                  <a:lnTo>
                    <a:pt x="400" y="1864"/>
                  </a:lnTo>
                  <a:lnTo>
                    <a:pt x="406" y="1865"/>
                  </a:lnTo>
                  <a:lnTo>
                    <a:pt x="410" y="1862"/>
                  </a:lnTo>
                  <a:lnTo>
                    <a:pt x="413" y="1856"/>
                  </a:lnTo>
                  <a:lnTo>
                    <a:pt x="400" y="186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8493" name="Freeform 27"/>
            <p:cNvSpPr>
              <a:spLocks/>
            </p:cNvSpPr>
            <p:nvPr/>
          </p:nvSpPr>
          <p:spPr bwMode="auto">
            <a:xfrm>
              <a:off x="1282" y="1533"/>
              <a:ext cx="35" cy="161"/>
            </a:xfrm>
            <a:custGeom>
              <a:avLst/>
              <a:gdLst>
                <a:gd name="T0" fmla="*/ 1 w 175"/>
                <a:gd name="T1" fmla="*/ 6 h 807"/>
                <a:gd name="T2" fmla="*/ 1 w 175"/>
                <a:gd name="T3" fmla="*/ 6 h 807"/>
                <a:gd name="T4" fmla="*/ 1 w 175"/>
                <a:gd name="T5" fmla="*/ 6 h 807"/>
                <a:gd name="T6" fmla="*/ 1 w 175"/>
                <a:gd name="T7" fmla="*/ 5 h 807"/>
                <a:gd name="T8" fmla="*/ 1 w 175"/>
                <a:gd name="T9" fmla="*/ 5 h 807"/>
                <a:gd name="T10" fmla="*/ 1 w 175"/>
                <a:gd name="T11" fmla="*/ 5 h 807"/>
                <a:gd name="T12" fmla="*/ 1 w 175"/>
                <a:gd name="T13" fmla="*/ 4 h 807"/>
                <a:gd name="T14" fmla="*/ 1 w 175"/>
                <a:gd name="T15" fmla="*/ 4 h 807"/>
                <a:gd name="T16" fmla="*/ 1 w 175"/>
                <a:gd name="T17" fmla="*/ 3 h 807"/>
                <a:gd name="T18" fmla="*/ 1 w 175"/>
                <a:gd name="T19" fmla="*/ 3 h 807"/>
                <a:gd name="T20" fmla="*/ 1 w 175"/>
                <a:gd name="T21" fmla="*/ 3 h 807"/>
                <a:gd name="T22" fmla="*/ 1 w 175"/>
                <a:gd name="T23" fmla="*/ 2 h 807"/>
                <a:gd name="T24" fmla="*/ 1 w 175"/>
                <a:gd name="T25" fmla="*/ 2 h 807"/>
                <a:gd name="T26" fmla="*/ 1 w 175"/>
                <a:gd name="T27" fmla="*/ 2 h 807"/>
                <a:gd name="T28" fmla="*/ 1 w 175"/>
                <a:gd name="T29" fmla="*/ 1 h 807"/>
                <a:gd name="T30" fmla="*/ 1 w 175"/>
                <a:gd name="T31" fmla="*/ 1 h 807"/>
                <a:gd name="T32" fmla="*/ 1 w 175"/>
                <a:gd name="T33" fmla="*/ 1 h 807"/>
                <a:gd name="T34" fmla="*/ 1 w 175"/>
                <a:gd name="T35" fmla="*/ 0 h 807"/>
                <a:gd name="T36" fmla="*/ 1 w 175"/>
                <a:gd name="T37" fmla="*/ 0 h 807"/>
                <a:gd name="T38" fmla="*/ 1 w 175"/>
                <a:gd name="T39" fmla="*/ 0 h 807"/>
                <a:gd name="T40" fmla="*/ 0 w 175"/>
                <a:gd name="T41" fmla="*/ 1 h 807"/>
                <a:gd name="T42" fmla="*/ 0 w 175"/>
                <a:gd name="T43" fmla="*/ 1 h 807"/>
                <a:gd name="T44" fmla="*/ 0 w 175"/>
                <a:gd name="T45" fmla="*/ 1 h 807"/>
                <a:gd name="T46" fmla="*/ 0 w 175"/>
                <a:gd name="T47" fmla="*/ 2 h 807"/>
                <a:gd name="T48" fmla="*/ 0 w 175"/>
                <a:gd name="T49" fmla="*/ 2 h 807"/>
                <a:gd name="T50" fmla="*/ 0 w 175"/>
                <a:gd name="T51" fmla="*/ 3 h 807"/>
                <a:gd name="T52" fmla="*/ 0 w 175"/>
                <a:gd name="T53" fmla="*/ 3 h 807"/>
                <a:gd name="T54" fmla="*/ 0 w 175"/>
                <a:gd name="T55" fmla="*/ 3 h 807"/>
                <a:gd name="T56" fmla="*/ 0 w 175"/>
                <a:gd name="T57" fmla="*/ 4 h 807"/>
                <a:gd name="T58" fmla="*/ 0 w 175"/>
                <a:gd name="T59" fmla="*/ 4 h 807"/>
                <a:gd name="T60" fmla="*/ 0 w 175"/>
                <a:gd name="T61" fmla="*/ 5 h 807"/>
                <a:gd name="T62" fmla="*/ 0 w 175"/>
                <a:gd name="T63" fmla="*/ 5 h 807"/>
                <a:gd name="T64" fmla="*/ 0 w 175"/>
                <a:gd name="T65" fmla="*/ 5 h 807"/>
                <a:gd name="T66" fmla="*/ 1 w 175"/>
                <a:gd name="T67" fmla="*/ 6 h 807"/>
                <a:gd name="T68" fmla="*/ 1 w 175"/>
                <a:gd name="T69" fmla="*/ 6 h 807"/>
                <a:gd name="T70" fmla="*/ 1 w 175"/>
                <a:gd name="T71" fmla="*/ 6 h 807"/>
                <a:gd name="T72" fmla="*/ 1 w 175"/>
                <a:gd name="T73" fmla="*/ 6 h 807"/>
                <a:gd name="T74" fmla="*/ 1 w 175"/>
                <a:gd name="T75" fmla="*/ 6 h 807"/>
                <a:gd name="T76" fmla="*/ 1 w 175"/>
                <a:gd name="T77" fmla="*/ 6 h 807"/>
                <a:gd name="T78" fmla="*/ 1 w 175"/>
                <a:gd name="T79" fmla="*/ 6 h 807"/>
                <a:gd name="T80" fmla="*/ 1 w 175"/>
                <a:gd name="T81" fmla="*/ 6 h 807"/>
                <a:gd name="T82" fmla="*/ 1 w 175"/>
                <a:gd name="T83" fmla="*/ 6 h 807"/>
                <a:gd name="T84" fmla="*/ 1 w 175"/>
                <a:gd name="T85" fmla="*/ 6 h 807"/>
                <a:gd name="T86" fmla="*/ 1 w 175"/>
                <a:gd name="T87" fmla="*/ 6 h 807"/>
                <a:gd name="T88" fmla="*/ 1 w 175"/>
                <a:gd name="T89" fmla="*/ 6 h 807"/>
                <a:gd name="T90" fmla="*/ 1 w 175"/>
                <a:gd name="T91" fmla="*/ 6 h 80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175"/>
                <a:gd name="T139" fmla="*/ 0 h 807"/>
                <a:gd name="T140" fmla="*/ 175 w 175"/>
                <a:gd name="T141" fmla="*/ 807 h 80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175" h="807">
                  <a:moveTo>
                    <a:pt x="169" y="740"/>
                  </a:moveTo>
                  <a:lnTo>
                    <a:pt x="169" y="739"/>
                  </a:lnTo>
                  <a:lnTo>
                    <a:pt x="149" y="698"/>
                  </a:lnTo>
                  <a:lnTo>
                    <a:pt x="133" y="656"/>
                  </a:lnTo>
                  <a:lnTo>
                    <a:pt x="120" y="611"/>
                  </a:lnTo>
                  <a:lnTo>
                    <a:pt x="108" y="565"/>
                  </a:lnTo>
                  <a:lnTo>
                    <a:pt x="100" y="520"/>
                  </a:lnTo>
                  <a:lnTo>
                    <a:pt x="96" y="472"/>
                  </a:lnTo>
                  <a:lnTo>
                    <a:pt x="93" y="425"/>
                  </a:lnTo>
                  <a:lnTo>
                    <a:pt x="93" y="377"/>
                  </a:lnTo>
                  <a:lnTo>
                    <a:pt x="96" y="330"/>
                  </a:lnTo>
                  <a:lnTo>
                    <a:pt x="100" y="283"/>
                  </a:lnTo>
                  <a:lnTo>
                    <a:pt x="106" y="238"/>
                  </a:lnTo>
                  <a:lnTo>
                    <a:pt x="115" y="195"/>
                  </a:lnTo>
                  <a:lnTo>
                    <a:pt x="126" y="153"/>
                  </a:lnTo>
                  <a:lnTo>
                    <a:pt x="139" y="114"/>
                  </a:lnTo>
                  <a:lnTo>
                    <a:pt x="153" y="77"/>
                  </a:lnTo>
                  <a:lnTo>
                    <a:pt x="169" y="43"/>
                  </a:lnTo>
                  <a:lnTo>
                    <a:pt x="87" y="0"/>
                  </a:lnTo>
                  <a:lnTo>
                    <a:pt x="69" y="39"/>
                  </a:lnTo>
                  <a:lnTo>
                    <a:pt x="52" y="81"/>
                  </a:lnTo>
                  <a:lnTo>
                    <a:pt x="37" y="127"/>
                  </a:lnTo>
                  <a:lnTo>
                    <a:pt x="24" y="174"/>
                  </a:lnTo>
                  <a:lnTo>
                    <a:pt x="15" y="222"/>
                  </a:lnTo>
                  <a:lnTo>
                    <a:pt x="7" y="271"/>
                  </a:lnTo>
                  <a:lnTo>
                    <a:pt x="2" y="323"/>
                  </a:lnTo>
                  <a:lnTo>
                    <a:pt x="0" y="374"/>
                  </a:lnTo>
                  <a:lnTo>
                    <a:pt x="0" y="427"/>
                  </a:lnTo>
                  <a:lnTo>
                    <a:pt x="2" y="479"/>
                  </a:lnTo>
                  <a:lnTo>
                    <a:pt x="9" y="531"/>
                  </a:lnTo>
                  <a:lnTo>
                    <a:pt x="17" y="584"/>
                  </a:lnTo>
                  <a:lnTo>
                    <a:pt x="29" y="635"/>
                  </a:lnTo>
                  <a:lnTo>
                    <a:pt x="44" y="686"/>
                  </a:lnTo>
                  <a:lnTo>
                    <a:pt x="65" y="736"/>
                  </a:lnTo>
                  <a:lnTo>
                    <a:pt x="87" y="784"/>
                  </a:lnTo>
                  <a:lnTo>
                    <a:pt x="87" y="782"/>
                  </a:lnTo>
                  <a:lnTo>
                    <a:pt x="87" y="784"/>
                  </a:lnTo>
                  <a:lnTo>
                    <a:pt x="100" y="799"/>
                  </a:lnTo>
                  <a:lnTo>
                    <a:pt x="117" y="807"/>
                  </a:lnTo>
                  <a:lnTo>
                    <a:pt x="134" y="807"/>
                  </a:lnTo>
                  <a:lnTo>
                    <a:pt x="151" y="801"/>
                  </a:lnTo>
                  <a:lnTo>
                    <a:pt x="164" y="791"/>
                  </a:lnTo>
                  <a:lnTo>
                    <a:pt x="173" y="777"/>
                  </a:lnTo>
                  <a:lnTo>
                    <a:pt x="175" y="759"/>
                  </a:lnTo>
                  <a:lnTo>
                    <a:pt x="169" y="739"/>
                  </a:lnTo>
                  <a:lnTo>
                    <a:pt x="169" y="74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8494" name="Freeform 28"/>
            <p:cNvSpPr>
              <a:spLocks/>
            </p:cNvSpPr>
            <p:nvPr/>
          </p:nvSpPr>
          <p:spPr bwMode="auto">
            <a:xfrm>
              <a:off x="1299" y="1681"/>
              <a:ext cx="157" cy="281"/>
            </a:xfrm>
            <a:custGeom>
              <a:avLst/>
              <a:gdLst>
                <a:gd name="T0" fmla="*/ 6 w 787"/>
                <a:gd name="T1" fmla="*/ 11 h 1404"/>
                <a:gd name="T2" fmla="*/ 6 w 787"/>
                <a:gd name="T3" fmla="*/ 11 h 1404"/>
                <a:gd name="T4" fmla="*/ 1 w 787"/>
                <a:gd name="T5" fmla="*/ 0 h 1404"/>
                <a:gd name="T6" fmla="*/ 0 w 787"/>
                <a:gd name="T7" fmla="*/ 0 h 1404"/>
                <a:gd name="T8" fmla="*/ 6 w 787"/>
                <a:gd name="T9" fmla="*/ 11 h 1404"/>
                <a:gd name="T10" fmla="*/ 6 w 787"/>
                <a:gd name="T11" fmla="*/ 11 h 1404"/>
                <a:gd name="T12" fmla="*/ 6 w 787"/>
                <a:gd name="T13" fmla="*/ 11 h 1404"/>
                <a:gd name="T14" fmla="*/ 6 w 787"/>
                <a:gd name="T15" fmla="*/ 11 h 1404"/>
                <a:gd name="T16" fmla="*/ 6 w 787"/>
                <a:gd name="T17" fmla="*/ 11 h 1404"/>
                <a:gd name="T18" fmla="*/ 6 w 787"/>
                <a:gd name="T19" fmla="*/ 11 h 1404"/>
                <a:gd name="T20" fmla="*/ 6 w 787"/>
                <a:gd name="T21" fmla="*/ 11 h 1404"/>
                <a:gd name="T22" fmla="*/ 6 w 787"/>
                <a:gd name="T23" fmla="*/ 11 h 1404"/>
                <a:gd name="T24" fmla="*/ 6 w 787"/>
                <a:gd name="T25" fmla="*/ 11 h 1404"/>
                <a:gd name="T26" fmla="*/ 6 w 787"/>
                <a:gd name="T27" fmla="*/ 11 h 1404"/>
                <a:gd name="T28" fmla="*/ 6 w 787"/>
                <a:gd name="T29" fmla="*/ 11 h 1404"/>
                <a:gd name="T30" fmla="*/ 6 w 787"/>
                <a:gd name="T31" fmla="*/ 11 h 1404"/>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787"/>
                <a:gd name="T49" fmla="*/ 0 h 1404"/>
                <a:gd name="T50" fmla="*/ 787 w 787"/>
                <a:gd name="T51" fmla="*/ 1404 h 1404"/>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787" h="1404">
                  <a:moveTo>
                    <a:pt x="781" y="1334"/>
                  </a:moveTo>
                  <a:lnTo>
                    <a:pt x="781" y="1337"/>
                  </a:lnTo>
                  <a:lnTo>
                    <a:pt x="82" y="0"/>
                  </a:lnTo>
                  <a:lnTo>
                    <a:pt x="0" y="42"/>
                  </a:lnTo>
                  <a:lnTo>
                    <a:pt x="699" y="1379"/>
                  </a:lnTo>
                  <a:lnTo>
                    <a:pt x="699" y="1381"/>
                  </a:lnTo>
                  <a:lnTo>
                    <a:pt x="699" y="1379"/>
                  </a:lnTo>
                  <a:lnTo>
                    <a:pt x="712" y="1395"/>
                  </a:lnTo>
                  <a:lnTo>
                    <a:pt x="727" y="1402"/>
                  </a:lnTo>
                  <a:lnTo>
                    <a:pt x="744" y="1404"/>
                  </a:lnTo>
                  <a:lnTo>
                    <a:pt x="761" y="1398"/>
                  </a:lnTo>
                  <a:lnTo>
                    <a:pt x="775" y="1388"/>
                  </a:lnTo>
                  <a:lnTo>
                    <a:pt x="784" y="1373"/>
                  </a:lnTo>
                  <a:lnTo>
                    <a:pt x="787" y="1357"/>
                  </a:lnTo>
                  <a:lnTo>
                    <a:pt x="781" y="1337"/>
                  </a:lnTo>
                  <a:lnTo>
                    <a:pt x="781" y="13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8495" name="Freeform 29"/>
            <p:cNvSpPr>
              <a:spLocks/>
            </p:cNvSpPr>
            <p:nvPr/>
          </p:nvSpPr>
          <p:spPr bwMode="auto">
            <a:xfrm>
              <a:off x="1439" y="1948"/>
              <a:ext cx="125" cy="76"/>
            </a:xfrm>
            <a:custGeom>
              <a:avLst/>
              <a:gdLst>
                <a:gd name="T0" fmla="*/ 5 w 628"/>
                <a:gd name="T1" fmla="*/ 2 h 383"/>
                <a:gd name="T2" fmla="*/ 5 w 628"/>
                <a:gd name="T3" fmla="*/ 2 h 383"/>
                <a:gd name="T4" fmla="*/ 4 w 628"/>
                <a:gd name="T5" fmla="*/ 2 h 383"/>
                <a:gd name="T6" fmla="*/ 4 w 628"/>
                <a:gd name="T7" fmla="*/ 2 h 383"/>
                <a:gd name="T8" fmla="*/ 4 w 628"/>
                <a:gd name="T9" fmla="*/ 2 h 383"/>
                <a:gd name="T10" fmla="*/ 3 w 628"/>
                <a:gd name="T11" fmla="*/ 2 h 383"/>
                <a:gd name="T12" fmla="*/ 3 w 628"/>
                <a:gd name="T13" fmla="*/ 2 h 383"/>
                <a:gd name="T14" fmla="*/ 3 w 628"/>
                <a:gd name="T15" fmla="*/ 2 h 383"/>
                <a:gd name="T16" fmla="*/ 3 w 628"/>
                <a:gd name="T17" fmla="*/ 2 h 383"/>
                <a:gd name="T18" fmla="*/ 2 w 628"/>
                <a:gd name="T19" fmla="*/ 2 h 383"/>
                <a:gd name="T20" fmla="*/ 2 w 628"/>
                <a:gd name="T21" fmla="*/ 2 h 383"/>
                <a:gd name="T22" fmla="*/ 2 w 628"/>
                <a:gd name="T23" fmla="*/ 1 h 383"/>
                <a:gd name="T24" fmla="*/ 2 w 628"/>
                <a:gd name="T25" fmla="*/ 1 h 383"/>
                <a:gd name="T26" fmla="*/ 1 w 628"/>
                <a:gd name="T27" fmla="*/ 1 h 383"/>
                <a:gd name="T28" fmla="*/ 1 w 628"/>
                <a:gd name="T29" fmla="*/ 1 h 383"/>
                <a:gd name="T30" fmla="*/ 1 w 628"/>
                <a:gd name="T31" fmla="*/ 1 h 383"/>
                <a:gd name="T32" fmla="*/ 1 w 628"/>
                <a:gd name="T33" fmla="*/ 0 h 383"/>
                <a:gd name="T34" fmla="*/ 1 w 628"/>
                <a:gd name="T35" fmla="*/ 0 h 383"/>
                <a:gd name="T36" fmla="*/ 0 w 628"/>
                <a:gd name="T37" fmla="*/ 0 h 383"/>
                <a:gd name="T38" fmla="*/ 0 w 628"/>
                <a:gd name="T39" fmla="*/ 1 h 383"/>
                <a:gd name="T40" fmla="*/ 0 w 628"/>
                <a:gd name="T41" fmla="*/ 1 h 383"/>
                <a:gd name="T42" fmla="*/ 1 w 628"/>
                <a:gd name="T43" fmla="*/ 1 h 383"/>
                <a:gd name="T44" fmla="*/ 1 w 628"/>
                <a:gd name="T45" fmla="*/ 1 h 383"/>
                <a:gd name="T46" fmla="*/ 1 w 628"/>
                <a:gd name="T47" fmla="*/ 2 h 383"/>
                <a:gd name="T48" fmla="*/ 1 w 628"/>
                <a:gd name="T49" fmla="*/ 2 h 383"/>
                <a:gd name="T50" fmla="*/ 2 w 628"/>
                <a:gd name="T51" fmla="*/ 2 h 383"/>
                <a:gd name="T52" fmla="*/ 2 w 628"/>
                <a:gd name="T53" fmla="*/ 2 h 383"/>
                <a:gd name="T54" fmla="*/ 2 w 628"/>
                <a:gd name="T55" fmla="*/ 2 h 383"/>
                <a:gd name="T56" fmla="*/ 3 w 628"/>
                <a:gd name="T57" fmla="*/ 3 h 383"/>
                <a:gd name="T58" fmla="*/ 3 w 628"/>
                <a:gd name="T59" fmla="*/ 3 h 383"/>
                <a:gd name="T60" fmla="*/ 3 w 628"/>
                <a:gd name="T61" fmla="*/ 3 h 383"/>
                <a:gd name="T62" fmla="*/ 4 w 628"/>
                <a:gd name="T63" fmla="*/ 3 h 383"/>
                <a:gd name="T64" fmla="*/ 4 w 628"/>
                <a:gd name="T65" fmla="*/ 3 h 383"/>
                <a:gd name="T66" fmla="*/ 4 w 628"/>
                <a:gd name="T67" fmla="*/ 3 h 383"/>
                <a:gd name="T68" fmla="*/ 5 w 628"/>
                <a:gd name="T69" fmla="*/ 3 h 383"/>
                <a:gd name="T70" fmla="*/ 5 w 628"/>
                <a:gd name="T71" fmla="*/ 3 h 383"/>
                <a:gd name="T72" fmla="*/ 5 w 628"/>
                <a:gd name="T73" fmla="*/ 3 h 383"/>
                <a:gd name="T74" fmla="*/ 5 w 628"/>
                <a:gd name="T75" fmla="*/ 3 h 383"/>
                <a:gd name="T76" fmla="*/ 5 w 628"/>
                <a:gd name="T77" fmla="*/ 3 h 383"/>
                <a:gd name="T78" fmla="*/ 5 w 628"/>
                <a:gd name="T79" fmla="*/ 3 h 383"/>
                <a:gd name="T80" fmla="*/ 5 w 628"/>
                <a:gd name="T81" fmla="*/ 3 h 383"/>
                <a:gd name="T82" fmla="*/ 5 w 628"/>
                <a:gd name="T83" fmla="*/ 3 h 383"/>
                <a:gd name="T84" fmla="*/ 5 w 628"/>
                <a:gd name="T85" fmla="*/ 2 h 383"/>
                <a:gd name="T86" fmla="*/ 5 w 628"/>
                <a:gd name="T87" fmla="*/ 2 h 383"/>
                <a:gd name="T88" fmla="*/ 5 w 628"/>
                <a:gd name="T89" fmla="*/ 2 h 383"/>
                <a:gd name="T90" fmla="*/ 5 w 628"/>
                <a:gd name="T91" fmla="*/ 2 h 38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628"/>
                <a:gd name="T139" fmla="*/ 0 h 383"/>
                <a:gd name="T140" fmla="*/ 628 w 628"/>
                <a:gd name="T141" fmla="*/ 383 h 38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628" h="383">
                  <a:moveTo>
                    <a:pt x="581" y="289"/>
                  </a:moveTo>
                  <a:lnTo>
                    <a:pt x="582" y="289"/>
                  </a:lnTo>
                  <a:lnTo>
                    <a:pt x="541" y="287"/>
                  </a:lnTo>
                  <a:lnTo>
                    <a:pt x="500" y="283"/>
                  </a:lnTo>
                  <a:lnTo>
                    <a:pt x="462" y="276"/>
                  </a:lnTo>
                  <a:lnTo>
                    <a:pt x="424" y="268"/>
                  </a:lnTo>
                  <a:lnTo>
                    <a:pt x="389" y="255"/>
                  </a:lnTo>
                  <a:lnTo>
                    <a:pt x="352" y="242"/>
                  </a:lnTo>
                  <a:lnTo>
                    <a:pt x="320" y="227"/>
                  </a:lnTo>
                  <a:lnTo>
                    <a:pt x="287" y="209"/>
                  </a:lnTo>
                  <a:lnTo>
                    <a:pt x="255" y="189"/>
                  </a:lnTo>
                  <a:lnTo>
                    <a:pt x="226" y="168"/>
                  </a:lnTo>
                  <a:lnTo>
                    <a:pt x="198" y="145"/>
                  </a:lnTo>
                  <a:lnTo>
                    <a:pt x="172" y="119"/>
                  </a:lnTo>
                  <a:lnTo>
                    <a:pt x="146" y="92"/>
                  </a:lnTo>
                  <a:lnTo>
                    <a:pt x="122" y="64"/>
                  </a:lnTo>
                  <a:lnTo>
                    <a:pt x="100" y="33"/>
                  </a:lnTo>
                  <a:lnTo>
                    <a:pt x="82" y="0"/>
                  </a:lnTo>
                  <a:lnTo>
                    <a:pt x="0" y="47"/>
                  </a:lnTo>
                  <a:lnTo>
                    <a:pt x="23" y="85"/>
                  </a:lnTo>
                  <a:lnTo>
                    <a:pt x="49" y="120"/>
                  </a:lnTo>
                  <a:lnTo>
                    <a:pt x="76" y="153"/>
                  </a:lnTo>
                  <a:lnTo>
                    <a:pt x="104" y="185"/>
                  </a:lnTo>
                  <a:lnTo>
                    <a:pt x="137" y="215"/>
                  </a:lnTo>
                  <a:lnTo>
                    <a:pt x="170" y="241"/>
                  </a:lnTo>
                  <a:lnTo>
                    <a:pt x="204" y="267"/>
                  </a:lnTo>
                  <a:lnTo>
                    <a:pt x="240" y="289"/>
                  </a:lnTo>
                  <a:lnTo>
                    <a:pt x="277" y="309"/>
                  </a:lnTo>
                  <a:lnTo>
                    <a:pt x="317" y="329"/>
                  </a:lnTo>
                  <a:lnTo>
                    <a:pt x="358" y="344"/>
                  </a:lnTo>
                  <a:lnTo>
                    <a:pt x="400" y="357"/>
                  </a:lnTo>
                  <a:lnTo>
                    <a:pt x="444" y="367"/>
                  </a:lnTo>
                  <a:lnTo>
                    <a:pt x="488" y="374"/>
                  </a:lnTo>
                  <a:lnTo>
                    <a:pt x="534" y="380"/>
                  </a:lnTo>
                  <a:lnTo>
                    <a:pt x="580" y="383"/>
                  </a:lnTo>
                  <a:lnTo>
                    <a:pt x="581" y="383"/>
                  </a:lnTo>
                  <a:lnTo>
                    <a:pt x="580" y="383"/>
                  </a:lnTo>
                  <a:lnTo>
                    <a:pt x="600" y="379"/>
                  </a:lnTo>
                  <a:lnTo>
                    <a:pt x="615" y="369"/>
                  </a:lnTo>
                  <a:lnTo>
                    <a:pt x="624" y="353"/>
                  </a:lnTo>
                  <a:lnTo>
                    <a:pt x="628" y="337"/>
                  </a:lnTo>
                  <a:lnTo>
                    <a:pt x="625" y="319"/>
                  </a:lnTo>
                  <a:lnTo>
                    <a:pt x="617" y="304"/>
                  </a:lnTo>
                  <a:lnTo>
                    <a:pt x="602" y="294"/>
                  </a:lnTo>
                  <a:lnTo>
                    <a:pt x="582" y="289"/>
                  </a:lnTo>
                  <a:lnTo>
                    <a:pt x="581" y="28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8496" name="Freeform 30"/>
            <p:cNvSpPr>
              <a:spLocks/>
            </p:cNvSpPr>
            <p:nvPr/>
          </p:nvSpPr>
          <p:spPr bwMode="auto">
            <a:xfrm>
              <a:off x="1587" y="1880"/>
              <a:ext cx="85" cy="49"/>
            </a:xfrm>
            <a:custGeom>
              <a:avLst/>
              <a:gdLst>
                <a:gd name="T0" fmla="*/ 3 w 426"/>
                <a:gd name="T1" fmla="*/ 0 h 245"/>
                <a:gd name="T2" fmla="*/ 3 w 426"/>
                <a:gd name="T3" fmla="*/ 0 h 245"/>
                <a:gd name="T4" fmla="*/ 3 w 426"/>
                <a:gd name="T5" fmla="*/ 0 h 245"/>
                <a:gd name="T6" fmla="*/ 3 w 426"/>
                <a:gd name="T7" fmla="*/ 0 h 245"/>
                <a:gd name="T8" fmla="*/ 2 w 426"/>
                <a:gd name="T9" fmla="*/ 0 h 245"/>
                <a:gd name="T10" fmla="*/ 2 w 426"/>
                <a:gd name="T11" fmla="*/ 0 h 245"/>
                <a:gd name="T12" fmla="*/ 2 w 426"/>
                <a:gd name="T13" fmla="*/ 0 h 245"/>
                <a:gd name="T14" fmla="*/ 2 w 426"/>
                <a:gd name="T15" fmla="*/ 0 h 245"/>
                <a:gd name="T16" fmla="*/ 1 w 426"/>
                <a:gd name="T17" fmla="*/ 0 h 245"/>
                <a:gd name="T18" fmla="*/ 1 w 426"/>
                <a:gd name="T19" fmla="*/ 1 h 245"/>
                <a:gd name="T20" fmla="*/ 1 w 426"/>
                <a:gd name="T21" fmla="*/ 1 h 245"/>
                <a:gd name="T22" fmla="*/ 1 w 426"/>
                <a:gd name="T23" fmla="*/ 1 h 245"/>
                <a:gd name="T24" fmla="*/ 0 w 426"/>
                <a:gd name="T25" fmla="*/ 1 h 245"/>
                <a:gd name="T26" fmla="*/ 0 w 426"/>
                <a:gd name="T27" fmla="*/ 1 h 245"/>
                <a:gd name="T28" fmla="*/ 0 w 426"/>
                <a:gd name="T29" fmla="*/ 1 h 245"/>
                <a:gd name="T30" fmla="*/ 0 w 426"/>
                <a:gd name="T31" fmla="*/ 2 h 245"/>
                <a:gd name="T32" fmla="*/ 0 w 426"/>
                <a:gd name="T33" fmla="*/ 2 h 245"/>
                <a:gd name="T34" fmla="*/ 0 w 426"/>
                <a:gd name="T35" fmla="*/ 2 h 245"/>
                <a:gd name="T36" fmla="*/ 0 w 426"/>
                <a:gd name="T37" fmla="*/ 2 h 245"/>
                <a:gd name="T38" fmla="*/ 0 w 426"/>
                <a:gd name="T39" fmla="*/ 2 h 245"/>
                <a:gd name="T40" fmla="*/ 0 w 426"/>
                <a:gd name="T41" fmla="*/ 2 h 245"/>
                <a:gd name="T42" fmla="*/ 0 w 426"/>
                <a:gd name="T43" fmla="*/ 1 h 245"/>
                <a:gd name="T44" fmla="*/ 0 w 426"/>
                <a:gd name="T45" fmla="*/ 1 h 245"/>
                <a:gd name="T46" fmla="*/ 0 w 426"/>
                <a:gd name="T47" fmla="*/ 1 h 245"/>
                <a:gd name="T48" fmla="*/ 1 w 426"/>
                <a:gd name="T49" fmla="*/ 1 h 245"/>
                <a:gd name="T50" fmla="*/ 1 w 426"/>
                <a:gd name="T51" fmla="*/ 1 h 245"/>
                <a:gd name="T52" fmla="*/ 1 w 426"/>
                <a:gd name="T53" fmla="*/ 1 h 245"/>
                <a:gd name="T54" fmla="*/ 1 w 426"/>
                <a:gd name="T55" fmla="*/ 1 h 245"/>
                <a:gd name="T56" fmla="*/ 2 w 426"/>
                <a:gd name="T57" fmla="*/ 0 h 245"/>
                <a:gd name="T58" fmla="*/ 2 w 426"/>
                <a:gd name="T59" fmla="*/ 0 h 245"/>
                <a:gd name="T60" fmla="*/ 2 w 426"/>
                <a:gd name="T61" fmla="*/ 0 h 245"/>
                <a:gd name="T62" fmla="*/ 2 w 426"/>
                <a:gd name="T63" fmla="*/ 0 h 245"/>
                <a:gd name="T64" fmla="*/ 3 w 426"/>
                <a:gd name="T65" fmla="*/ 0 h 245"/>
                <a:gd name="T66" fmla="*/ 3 w 426"/>
                <a:gd name="T67" fmla="*/ 0 h 245"/>
                <a:gd name="T68" fmla="*/ 3 w 426"/>
                <a:gd name="T69" fmla="*/ 0 h 245"/>
                <a:gd name="T70" fmla="*/ 3 w 426"/>
                <a:gd name="T71" fmla="*/ 0 h 245"/>
                <a:gd name="T72" fmla="*/ 3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426" y="0"/>
                  </a:moveTo>
                  <a:lnTo>
                    <a:pt x="426" y="0"/>
                  </a:lnTo>
                  <a:lnTo>
                    <a:pt x="384" y="1"/>
                  </a:lnTo>
                  <a:lnTo>
                    <a:pt x="340" y="4"/>
                  </a:lnTo>
                  <a:lnTo>
                    <a:pt x="300" y="10"/>
                  </a:lnTo>
                  <a:lnTo>
                    <a:pt x="262" y="18"/>
                  </a:lnTo>
                  <a:lnTo>
                    <a:pt x="224" y="29"/>
                  </a:lnTo>
                  <a:lnTo>
                    <a:pt x="189" y="41"/>
                  </a:lnTo>
                  <a:lnTo>
                    <a:pt x="157" y="55"/>
                  </a:lnTo>
                  <a:lnTo>
                    <a:pt x="126" y="70"/>
                  </a:lnTo>
                  <a:lnTo>
                    <a:pt x="99" y="89"/>
                  </a:lnTo>
                  <a:lnTo>
                    <a:pt x="74" y="106"/>
                  </a:lnTo>
                  <a:lnTo>
                    <a:pt x="52" y="126"/>
                  </a:lnTo>
                  <a:lnTo>
                    <a:pt x="34" y="148"/>
                  </a:lnTo>
                  <a:lnTo>
                    <a:pt x="19" y="171"/>
                  </a:lnTo>
                  <a:lnTo>
                    <a:pt x="9" y="194"/>
                  </a:lnTo>
                  <a:lnTo>
                    <a:pt x="3" y="219"/>
                  </a:lnTo>
                  <a:lnTo>
                    <a:pt x="0" y="245"/>
                  </a:lnTo>
                  <a:lnTo>
                    <a:pt x="12" y="245"/>
                  </a:lnTo>
                  <a:lnTo>
                    <a:pt x="15" y="221"/>
                  </a:lnTo>
                  <a:lnTo>
                    <a:pt x="20" y="199"/>
                  </a:lnTo>
                  <a:lnTo>
                    <a:pt x="31" y="178"/>
                  </a:lnTo>
                  <a:lnTo>
                    <a:pt x="44" y="156"/>
                  </a:lnTo>
                  <a:lnTo>
                    <a:pt x="61" y="136"/>
                  </a:lnTo>
                  <a:lnTo>
                    <a:pt x="81" y="116"/>
                  </a:lnTo>
                  <a:lnTo>
                    <a:pt x="106" y="98"/>
                  </a:lnTo>
                  <a:lnTo>
                    <a:pt x="133" y="82"/>
                  </a:lnTo>
                  <a:lnTo>
                    <a:pt x="162" y="66"/>
                  </a:lnTo>
                  <a:lnTo>
                    <a:pt x="194" y="52"/>
                  </a:lnTo>
                  <a:lnTo>
                    <a:pt x="229" y="41"/>
                  </a:lnTo>
                  <a:lnTo>
                    <a:pt x="264" y="30"/>
                  </a:lnTo>
                  <a:lnTo>
                    <a:pt x="303" y="22"/>
                  </a:lnTo>
                  <a:lnTo>
                    <a:pt x="343" y="16"/>
                  </a:lnTo>
                  <a:lnTo>
                    <a:pt x="384" y="12"/>
                  </a:lnTo>
                  <a:lnTo>
                    <a:pt x="426" y="11"/>
                  </a:lnTo>
                  <a:lnTo>
                    <a:pt x="42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8497" name="Freeform 31"/>
            <p:cNvSpPr>
              <a:spLocks/>
            </p:cNvSpPr>
            <p:nvPr/>
          </p:nvSpPr>
          <p:spPr bwMode="auto">
            <a:xfrm>
              <a:off x="1587" y="1929"/>
              <a:ext cx="85" cy="49"/>
            </a:xfrm>
            <a:custGeom>
              <a:avLst/>
              <a:gdLst>
                <a:gd name="T0" fmla="*/ 0 w 426"/>
                <a:gd name="T1" fmla="*/ 0 h 245"/>
                <a:gd name="T2" fmla="*/ 0 w 426"/>
                <a:gd name="T3" fmla="*/ 0 h 245"/>
                <a:gd name="T4" fmla="*/ 0 w 426"/>
                <a:gd name="T5" fmla="*/ 0 h 245"/>
                <a:gd name="T6" fmla="*/ 0 w 426"/>
                <a:gd name="T7" fmla="*/ 0 h 245"/>
                <a:gd name="T8" fmla="*/ 0 w 426"/>
                <a:gd name="T9" fmla="*/ 1 h 245"/>
                <a:gd name="T10" fmla="*/ 0 w 426"/>
                <a:gd name="T11" fmla="*/ 1 h 245"/>
                <a:gd name="T12" fmla="*/ 0 w 426"/>
                <a:gd name="T13" fmla="*/ 1 h 245"/>
                <a:gd name="T14" fmla="*/ 1 w 426"/>
                <a:gd name="T15" fmla="*/ 1 h 245"/>
                <a:gd name="T16" fmla="*/ 1 w 426"/>
                <a:gd name="T17" fmla="*/ 1 h 245"/>
                <a:gd name="T18" fmla="*/ 1 w 426"/>
                <a:gd name="T19" fmla="*/ 1 h 245"/>
                <a:gd name="T20" fmla="*/ 1 w 426"/>
                <a:gd name="T21" fmla="*/ 2 h 245"/>
                <a:gd name="T22" fmla="*/ 2 w 426"/>
                <a:gd name="T23" fmla="*/ 2 h 245"/>
                <a:gd name="T24" fmla="*/ 2 w 426"/>
                <a:gd name="T25" fmla="*/ 2 h 245"/>
                <a:gd name="T26" fmla="*/ 2 w 426"/>
                <a:gd name="T27" fmla="*/ 2 h 245"/>
                <a:gd name="T28" fmla="*/ 2 w 426"/>
                <a:gd name="T29" fmla="*/ 2 h 245"/>
                <a:gd name="T30" fmla="*/ 3 w 426"/>
                <a:gd name="T31" fmla="*/ 2 h 245"/>
                <a:gd name="T32" fmla="*/ 3 w 426"/>
                <a:gd name="T33" fmla="*/ 2 h 245"/>
                <a:gd name="T34" fmla="*/ 3 w 426"/>
                <a:gd name="T35" fmla="*/ 2 h 245"/>
                <a:gd name="T36" fmla="*/ 3 w 426"/>
                <a:gd name="T37" fmla="*/ 2 h 245"/>
                <a:gd name="T38" fmla="*/ 3 w 426"/>
                <a:gd name="T39" fmla="*/ 2 h 245"/>
                <a:gd name="T40" fmla="*/ 3 w 426"/>
                <a:gd name="T41" fmla="*/ 2 h 245"/>
                <a:gd name="T42" fmla="*/ 2 w 426"/>
                <a:gd name="T43" fmla="*/ 2 h 245"/>
                <a:gd name="T44" fmla="*/ 2 w 426"/>
                <a:gd name="T45" fmla="*/ 2 h 245"/>
                <a:gd name="T46" fmla="*/ 2 w 426"/>
                <a:gd name="T47" fmla="*/ 2 h 245"/>
                <a:gd name="T48" fmla="*/ 2 w 426"/>
                <a:gd name="T49" fmla="*/ 2 h 245"/>
                <a:gd name="T50" fmla="*/ 1 w 426"/>
                <a:gd name="T51" fmla="*/ 1 h 245"/>
                <a:gd name="T52" fmla="*/ 1 w 426"/>
                <a:gd name="T53" fmla="*/ 1 h 245"/>
                <a:gd name="T54" fmla="*/ 1 w 426"/>
                <a:gd name="T55" fmla="*/ 1 h 245"/>
                <a:gd name="T56" fmla="*/ 1 w 426"/>
                <a:gd name="T57" fmla="*/ 1 h 245"/>
                <a:gd name="T58" fmla="*/ 0 w 426"/>
                <a:gd name="T59" fmla="*/ 1 h 245"/>
                <a:gd name="T60" fmla="*/ 0 w 426"/>
                <a:gd name="T61" fmla="*/ 1 h 245"/>
                <a:gd name="T62" fmla="*/ 0 w 426"/>
                <a:gd name="T63" fmla="*/ 1 h 245"/>
                <a:gd name="T64" fmla="*/ 0 w 426"/>
                <a:gd name="T65" fmla="*/ 0 h 245"/>
                <a:gd name="T66" fmla="*/ 0 w 426"/>
                <a:gd name="T67" fmla="*/ 0 h 245"/>
                <a:gd name="T68" fmla="*/ 0 w 426"/>
                <a:gd name="T69" fmla="*/ 0 h 245"/>
                <a:gd name="T70" fmla="*/ 0 w 426"/>
                <a:gd name="T71" fmla="*/ 0 h 245"/>
                <a:gd name="T72" fmla="*/ 0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0" y="0"/>
                  </a:moveTo>
                  <a:lnTo>
                    <a:pt x="0" y="0"/>
                  </a:lnTo>
                  <a:lnTo>
                    <a:pt x="3" y="25"/>
                  </a:lnTo>
                  <a:lnTo>
                    <a:pt x="9" y="50"/>
                  </a:lnTo>
                  <a:lnTo>
                    <a:pt x="19" y="73"/>
                  </a:lnTo>
                  <a:lnTo>
                    <a:pt x="34" y="96"/>
                  </a:lnTo>
                  <a:lnTo>
                    <a:pt x="52" y="118"/>
                  </a:lnTo>
                  <a:lnTo>
                    <a:pt x="74" y="138"/>
                  </a:lnTo>
                  <a:lnTo>
                    <a:pt x="99" y="156"/>
                  </a:lnTo>
                  <a:lnTo>
                    <a:pt x="126" y="174"/>
                  </a:lnTo>
                  <a:lnTo>
                    <a:pt x="157" y="190"/>
                  </a:lnTo>
                  <a:lnTo>
                    <a:pt x="189" y="204"/>
                  </a:lnTo>
                  <a:lnTo>
                    <a:pt x="224" y="215"/>
                  </a:lnTo>
                  <a:lnTo>
                    <a:pt x="262" y="226"/>
                  </a:lnTo>
                  <a:lnTo>
                    <a:pt x="300" y="234"/>
                  </a:lnTo>
                  <a:lnTo>
                    <a:pt x="340" y="240"/>
                  </a:lnTo>
                  <a:lnTo>
                    <a:pt x="384" y="244"/>
                  </a:lnTo>
                  <a:lnTo>
                    <a:pt x="426" y="245"/>
                  </a:lnTo>
                  <a:lnTo>
                    <a:pt x="426" y="233"/>
                  </a:lnTo>
                  <a:lnTo>
                    <a:pt x="384" y="232"/>
                  </a:lnTo>
                  <a:lnTo>
                    <a:pt x="343" y="228"/>
                  </a:lnTo>
                  <a:lnTo>
                    <a:pt x="303" y="222"/>
                  </a:lnTo>
                  <a:lnTo>
                    <a:pt x="264" y="214"/>
                  </a:lnTo>
                  <a:lnTo>
                    <a:pt x="229" y="204"/>
                  </a:lnTo>
                  <a:lnTo>
                    <a:pt x="194" y="192"/>
                  </a:lnTo>
                  <a:lnTo>
                    <a:pt x="162" y="178"/>
                  </a:lnTo>
                  <a:lnTo>
                    <a:pt x="133" y="163"/>
                  </a:lnTo>
                  <a:lnTo>
                    <a:pt x="106" y="146"/>
                  </a:lnTo>
                  <a:lnTo>
                    <a:pt x="81" y="129"/>
                  </a:lnTo>
                  <a:lnTo>
                    <a:pt x="61" y="109"/>
                  </a:lnTo>
                  <a:lnTo>
                    <a:pt x="44" y="89"/>
                  </a:lnTo>
                  <a:lnTo>
                    <a:pt x="31" y="66"/>
                  </a:lnTo>
                  <a:lnTo>
                    <a:pt x="20" y="45"/>
                  </a:lnTo>
                  <a:lnTo>
                    <a:pt x="15" y="2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8498" name="Freeform 32"/>
            <p:cNvSpPr>
              <a:spLocks/>
            </p:cNvSpPr>
            <p:nvPr/>
          </p:nvSpPr>
          <p:spPr bwMode="auto">
            <a:xfrm>
              <a:off x="878" y="1448"/>
              <a:ext cx="792" cy="954"/>
            </a:xfrm>
            <a:custGeom>
              <a:avLst/>
              <a:gdLst>
                <a:gd name="T0" fmla="*/ 13 w 3960"/>
                <a:gd name="T1" fmla="*/ 38 h 4768"/>
                <a:gd name="T2" fmla="*/ 14 w 3960"/>
                <a:gd name="T3" fmla="*/ 38 h 4768"/>
                <a:gd name="T4" fmla="*/ 15 w 3960"/>
                <a:gd name="T5" fmla="*/ 38 h 4768"/>
                <a:gd name="T6" fmla="*/ 15 w 3960"/>
                <a:gd name="T7" fmla="*/ 38 h 4768"/>
                <a:gd name="T8" fmla="*/ 16 w 3960"/>
                <a:gd name="T9" fmla="*/ 38 h 4768"/>
                <a:gd name="T10" fmla="*/ 17 w 3960"/>
                <a:gd name="T11" fmla="*/ 38 h 4768"/>
                <a:gd name="T12" fmla="*/ 17 w 3960"/>
                <a:gd name="T13" fmla="*/ 38 h 4768"/>
                <a:gd name="T14" fmla="*/ 18 w 3960"/>
                <a:gd name="T15" fmla="*/ 38 h 4768"/>
                <a:gd name="T16" fmla="*/ 18 w 3960"/>
                <a:gd name="T17" fmla="*/ 38 h 4768"/>
                <a:gd name="T18" fmla="*/ 29 w 3960"/>
                <a:gd name="T19" fmla="*/ 30 h 4768"/>
                <a:gd name="T20" fmla="*/ 30 w 3960"/>
                <a:gd name="T21" fmla="*/ 30 h 4768"/>
                <a:gd name="T22" fmla="*/ 30 w 3960"/>
                <a:gd name="T23" fmla="*/ 29 h 4768"/>
                <a:gd name="T24" fmla="*/ 31 w 3960"/>
                <a:gd name="T25" fmla="*/ 28 h 4768"/>
                <a:gd name="T26" fmla="*/ 31 w 3960"/>
                <a:gd name="T27" fmla="*/ 28 h 4768"/>
                <a:gd name="T28" fmla="*/ 31 w 3960"/>
                <a:gd name="T29" fmla="*/ 27 h 4768"/>
                <a:gd name="T30" fmla="*/ 32 w 3960"/>
                <a:gd name="T31" fmla="*/ 26 h 4768"/>
                <a:gd name="T32" fmla="*/ 32 w 3960"/>
                <a:gd name="T33" fmla="*/ 25 h 4768"/>
                <a:gd name="T34" fmla="*/ 32 w 3960"/>
                <a:gd name="T35" fmla="*/ 11 h 4768"/>
                <a:gd name="T36" fmla="*/ 32 w 3960"/>
                <a:gd name="T37" fmla="*/ 10 h 4768"/>
                <a:gd name="T38" fmla="*/ 31 w 3960"/>
                <a:gd name="T39" fmla="*/ 9 h 4768"/>
                <a:gd name="T40" fmla="*/ 31 w 3960"/>
                <a:gd name="T41" fmla="*/ 9 h 4768"/>
                <a:gd name="T42" fmla="*/ 31 w 3960"/>
                <a:gd name="T43" fmla="*/ 8 h 4768"/>
                <a:gd name="T44" fmla="*/ 31 w 3960"/>
                <a:gd name="T45" fmla="*/ 8 h 4768"/>
                <a:gd name="T46" fmla="*/ 30 w 3960"/>
                <a:gd name="T47" fmla="*/ 7 h 4768"/>
                <a:gd name="T48" fmla="*/ 30 w 3960"/>
                <a:gd name="T49" fmla="*/ 7 h 4768"/>
                <a:gd name="T50" fmla="*/ 29 w 3960"/>
                <a:gd name="T51" fmla="*/ 6 h 4768"/>
                <a:gd name="T52" fmla="*/ 19 w 3960"/>
                <a:gd name="T53" fmla="*/ 1 h 4768"/>
                <a:gd name="T54" fmla="*/ 18 w 3960"/>
                <a:gd name="T55" fmla="*/ 0 h 4768"/>
                <a:gd name="T56" fmla="*/ 17 w 3960"/>
                <a:gd name="T57" fmla="*/ 0 h 4768"/>
                <a:gd name="T58" fmla="*/ 17 w 3960"/>
                <a:gd name="T59" fmla="*/ 0 h 4768"/>
                <a:gd name="T60" fmla="*/ 16 w 3960"/>
                <a:gd name="T61" fmla="*/ 0 h 4768"/>
                <a:gd name="T62" fmla="*/ 15 w 3960"/>
                <a:gd name="T63" fmla="*/ 0 h 4768"/>
                <a:gd name="T64" fmla="*/ 14 w 3960"/>
                <a:gd name="T65" fmla="*/ 0 h 4768"/>
                <a:gd name="T66" fmla="*/ 14 w 3960"/>
                <a:gd name="T67" fmla="*/ 0 h 4768"/>
                <a:gd name="T68" fmla="*/ 2 w 3960"/>
                <a:gd name="T69" fmla="*/ 6 h 4768"/>
                <a:gd name="T70" fmla="*/ 2 w 3960"/>
                <a:gd name="T71" fmla="*/ 7 h 4768"/>
                <a:gd name="T72" fmla="*/ 1 w 3960"/>
                <a:gd name="T73" fmla="*/ 7 h 4768"/>
                <a:gd name="T74" fmla="*/ 1 w 3960"/>
                <a:gd name="T75" fmla="*/ 8 h 4768"/>
                <a:gd name="T76" fmla="*/ 1 w 3960"/>
                <a:gd name="T77" fmla="*/ 8 h 4768"/>
                <a:gd name="T78" fmla="*/ 0 w 3960"/>
                <a:gd name="T79" fmla="*/ 9 h 4768"/>
                <a:gd name="T80" fmla="*/ 0 w 3960"/>
                <a:gd name="T81" fmla="*/ 9 h 4768"/>
                <a:gd name="T82" fmla="*/ 0 w 3960"/>
                <a:gd name="T83" fmla="*/ 10 h 4768"/>
                <a:gd name="T84" fmla="*/ 0 w 3960"/>
                <a:gd name="T85" fmla="*/ 11 h 4768"/>
                <a:gd name="T86" fmla="*/ 0 w 3960"/>
                <a:gd name="T87" fmla="*/ 25 h 4768"/>
                <a:gd name="T88" fmla="*/ 0 w 3960"/>
                <a:gd name="T89" fmla="*/ 26 h 4768"/>
                <a:gd name="T90" fmla="*/ 0 w 3960"/>
                <a:gd name="T91" fmla="*/ 27 h 4768"/>
                <a:gd name="T92" fmla="*/ 1 w 3960"/>
                <a:gd name="T93" fmla="*/ 28 h 4768"/>
                <a:gd name="T94" fmla="*/ 1 w 3960"/>
                <a:gd name="T95" fmla="*/ 29 h 4768"/>
                <a:gd name="T96" fmla="*/ 1 w 3960"/>
                <a:gd name="T97" fmla="*/ 29 h 4768"/>
                <a:gd name="T98" fmla="*/ 2 w 3960"/>
                <a:gd name="T99" fmla="*/ 30 h 4768"/>
                <a:gd name="T100" fmla="*/ 3 w 3960"/>
                <a:gd name="T101" fmla="*/ 31 h 4768"/>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w 3960"/>
                <a:gd name="T154" fmla="*/ 0 h 4768"/>
                <a:gd name="T155" fmla="*/ 3960 w 3960"/>
                <a:gd name="T156" fmla="*/ 4768 h 4768"/>
              </a:gdLst>
              <a:ahLst/>
              <a:cxnLst>
                <a:cxn ang="T102">
                  <a:pos x="T0" y="T1"/>
                </a:cxn>
                <a:cxn ang="T103">
                  <a:pos x="T2" y="T3"/>
                </a:cxn>
                <a:cxn ang="T104">
                  <a:pos x="T4" y="T5"/>
                </a:cxn>
                <a:cxn ang="T105">
                  <a:pos x="T6" y="T7"/>
                </a:cxn>
                <a:cxn ang="T106">
                  <a:pos x="T8" y="T9"/>
                </a:cxn>
                <a:cxn ang="T107">
                  <a:pos x="T10" y="T11"/>
                </a:cxn>
                <a:cxn ang="T108">
                  <a:pos x="T12" y="T13"/>
                </a:cxn>
                <a:cxn ang="T109">
                  <a:pos x="T14" y="T15"/>
                </a:cxn>
                <a:cxn ang="T110">
                  <a:pos x="T16" y="T17"/>
                </a:cxn>
                <a:cxn ang="T111">
                  <a:pos x="T18" y="T19"/>
                </a:cxn>
                <a:cxn ang="T112">
                  <a:pos x="T20" y="T21"/>
                </a:cxn>
                <a:cxn ang="T113">
                  <a:pos x="T22" y="T23"/>
                </a:cxn>
                <a:cxn ang="T114">
                  <a:pos x="T24" y="T25"/>
                </a:cxn>
                <a:cxn ang="T115">
                  <a:pos x="T26" y="T27"/>
                </a:cxn>
                <a:cxn ang="T116">
                  <a:pos x="T28" y="T29"/>
                </a:cxn>
                <a:cxn ang="T117">
                  <a:pos x="T30" y="T31"/>
                </a:cxn>
                <a:cxn ang="T118">
                  <a:pos x="T32" y="T33"/>
                </a:cxn>
                <a:cxn ang="T119">
                  <a:pos x="T34" y="T35"/>
                </a:cxn>
                <a:cxn ang="T120">
                  <a:pos x="T36" y="T37"/>
                </a:cxn>
                <a:cxn ang="T121">
                  <a:pos x="T38" y="T39"/>
                </a:cxn>
                <a:cxn ang="T122">
                  <a:pos x="T40" y="T41"/>
                </a:cxn>
                <a:cxn ang="T123">
                  <a:pos x="T42" y="T43"/>
                </a:cxn>
                <a:cxn ang="T124">
                  <a:pos x="T44" y="T45"/>
                </a:cxn>
                <a:cxn ang="T125">
                  <a:pos x="T46" y="T47"/>
                </a:cxn>
                <a:cxn ang="T126">
                  <a:pos x="T48" y="T49"/>
                </a:cxn>
                <a:cxn ang="T127">
                  <a:pos x="T50" y="T51"/>
                </a:cxn>
                <a:cxn ang="T128">
                  <a:pos x="T52" y="T53"/>
                </a:cxn>
                <a:cxn ang="T129">
                  <a:pos x="T54" y="T55"/>
                </a:cxn>
                <a:cxn ang="T130">
                  <a:pos x="T56" y="T57"/>
                </a:cxn>
                <a:cxn ang="T131">
                  <a:pos x="T58" y="T59"/>
                </a:cxn>
                <a:cxn ang="T132">
                  <a:pos x="T60" y="T61"/>
                </a:cxn>
                <a:cxn ang="T133">
                  <a:pos x="T62" y="T63"/>
                </a:cxn>
                <a:cxn ang="T134">
                  <a:pos x="T64" y="T65"/>
                </a:cxn>
                <a:cxn ang="T135">
                  <a:pos x="T66" y="T67"/>
                </a:cxn>
                <a:cxn ang="T136">
                  <a:pos x="T68" y="T69"/>
                </a:cxn>
                <a:cxn ang="T137">
                  <a:pos x="T70" y="T71"/>
                </a:cxn>
                <a:cxn ang="T138">
                  <a:pos x="T72" y="T73"/>
                </a:cxn>
                <a:cxn ang="T139">
                  <a:pos x="T74" y="T75"/>
                </a:cxn>
                <a:cxn ang="T140">
                  <a:pos x="T76" y="T77"/>
                </a:cxn>
                <a:cxn ang="T141">
                  <a:pos x="T78" y="T79"/>
                </a:cxn>
                <a:cxn ang="T142">
                  <a:pos x="T80" y="T81"/>
                </a:cxn>
                <a:cxn ang="T143">
                  <a:pos x="T82" y="T83"/>
                </a:cxn>
                <a:cxn ang="T144">
                  <a:pos x="T84" y="T85"/>
                </a:cxn>
                <a:cxn ang="T145">
                  <a:pos x="T86" y="T87"/>
                </a:cxn>
                <a:cxn ang="T146">
                  <a:pos x="T88" y="T89"/>
                </a:cxn>
                <a:cxn ang="T147">
                  <a:pos x="T90" y="T91"/>
                </a:cxn>
                <a:cxn ang="T148">
                  <a:pos x="T92" y="T93"/>
                </a:cxn>
                <a:cxn ang="T149">
                  <a:pos x="T94" y="T95"/>
                </a:cxn>
                <a:cxn ang="T150">
                  <a:pos x="T96" y="T97"/>
                </a:cxn>
                <a:cxn ang="T151">
                  <a:pos x="T98" y="T99"/>
                </a:cxn>
                <a:cxn ang="T152">
                  <a:pos x="T100" y="T101"/>
                </a:cxn>
              </a:cxnLst>
              <a:rect l="T153" t="T154" r="T155" b="T156"/>
              <a:pathLst>
                <a:path w="3960" h="4768">
                  <a:moveTo>
                    <a:pt x="353" y="3849"/>
                  </a:moveTo>
                  <a:lnTo>
                    <a:pt x="1661" y="4700"/>
                  </a:lnTo>
                  <a:lnTo>
                    <a:pt x="1697" y="4717"/>
                  </a:lnTo>
                  <a:lnTo>
                    <a:pt x="1736" y="4731"/>
                  </a:lnTo>
                  <a:lnTo>
                    <a:pt x="1776" y="4742"/>
                  </a:lnTo>
                  <a:lnTo>
                    <a:pt x="1818" y="4753"/>
                  </a:lnTo>
                  <a:lnTo>
                    <a:pt x="1860" y="4760"/>
                  </a:lnTo>
                  <a:lnTo>
                    <a:pt x="1902" y="4765"/>
                  </a:lnTo>
                  <a:lnTo>
                    <a:pt x="1946" y="4768"/>
                  </a:lnTo>
                  <a:lnTo>
                    <a:pt x="1988" y="4768"/>
                  </a:lnTo>
                  <a:lnTo>
                    <a:pt x="2031" y="4767"/>
                  </a:lnTo>
                  <a:lnTo>
                    <a:pt x="2073" y="4763"/>
                  </a:lnTo>
                  <a:lnTo>
                    <a:pt x="2114" y="4758"/>
                  </a:lnTo>
                  <a:lnTo>
                    <a:pt x="2154" y="4751"/>
                  </a:lnTo>
                  <a:lnTo>
                    <a:pt x="2193" y="4740"/>
                  </a:lnTo>
                  <a:lnTo>
                    <a:pt x="2230" y="4729"/>
                  </a:lnTo>
                  <a:lnTo>
                    <a:pt x="2264" y="4715"/>
                  </a:lnTo>
                  <a:lnTo>
                    <a:pt x="2297" y="4700"/>
                  </a:lnTo>
                  <a:lnTo>
                    <a:pt x="3639" y="3825"/>
                  </a:lnTo>
                  <a:lnTo>
                    <a:pt x="3673" y="3795"/>
                  </a:lnTo>
                  <a:lnTo>
                    <a:pt x="3707" y="3761"/>
                  </a:lnTo>
                  <a:lnTo>
                    <a:pt x="3738" y="3725"/>
                  </a:lnTo>
                  <a:lnTo>
                    <a:pt x="3768" y="3685"/>
                  </a:lnTo>
                  <a:lnTo>
                    <a:pt x="3796" y="3644"/>
                  </a:lnTo>
                  <a:lnTo>
                    <a:pt x="3821" y="3599"/>
                  </a:lnTo>
                  <a:lnTo>
                    <a:pt x="3846" y="3553"/>
                  </a:lnTo>
                  <a:lnTo>
                    <a:pt x="3868" y="3505"/>
                  </a:lnTo>
                  <a:lnTo>
                    <a:pt x="3888" y="3456"/>
                  </a:lnTo>
                  <a:lnTo>
                    <a:pt x="3907" y="3406"/>
                  </a:lnTo>
                  <a:lnTo>
                    <a:pt x="3922" y="3354"/>
                  </a:lnTo>
                  <a:lnTo>
                    <a:pt x="3935" y="3303"/>
                  </a:lnTo>
                  <a:lnTo>
                    <a:pt x="3946" y="3250"/>
                  </a:lnTo>
                  <a:lnTo>
                    <a:pt x="3953" y="3197"/>
                  </a:lnTo>
                  <a:lnTo>
                    <a:pt x="3957" y="3144"/>
                  </a:lnTo>
                  <a:lnTo>
                    <a:pt x="3960" y="3092"/>
                  </a:lnTo>
                  <a:lnTo>
                    <a:pt x="3959" y="1313"/>
                  </a:lnTo>
                  <a:lnTo>
                    <a:pt x="3955" y="1271"/>
                  </a:lnTo>
                  <a:lnTo>
                    <a:pt x="3949" y="1229"/>
                  </a:lnTo>
                  <a:lnTo>
                    <a:pt x="3941" y="1189"/>
                  </a:lnTo>
                  <a:lnTo>
                    <a:pt x="3930" y="1149"/>
                  </a:lnTo>
                  <a:lnTo>
                    <a:pt x="3918" y="1111"/>
                  </a:lnTo>
                  <a:lnTo>
                    <a:pt x="3902" y="1075"/>
                  </a:lnTo>
                  <a:lnTo>
                    <a:pt x="3886" y="1040"/>
                  </a:lnTo>
                  <a:lnTo>
                    <a:pt x="3867" y="1006"/>
                  </a:lnTo>
                  <a:lnTo>
                    <a:pt x="3846" y="973"/>
                  </a:lnTo>
                  <a:lnTo>
                    <a:pt x="3823" y="942"/>
                  </a:lnTo>
                  <a:lnTo>
                    <a:pt x="3798" y="913"/>
                  </a:lnTo>
                  <a:lnTo>
                    <a:pt x="3771" y="886"/>
                  </a:lnTo>
                  <a:lnTo>
                    <a:pt x="3743" y="860"/>
                  </a:lnTo>
                  <a:lnTo>
                    <a:pt x="3714" y="837"/>
                  </a:lnTo>
                  <a:lnTo>
                    <a:pt x="3682" y="816"/>
                  </a:lnTo>
                  <a:lnTo>
                    <a:pt x="3649" y="796"/>
                  </a:lnTo>
                  <a:lnTo>
                    <a:pt x="2386" y="83"/>
                  </a:lnTo>
                  <a:lnTo>
                    <a:pt x="2350" y="65"/>
                  </a:lnTo>
                  <a:lnTo>
                    <a:pt x="2310" y="50"/>
                  </a:lnTo>
                  <a:lnTo>
                    <a:pt x="2268" y="36"/>
                  </a:lnTo>
                  <a:lnTo>
                    <a:pt x="2223" y="24"/>
                  </a:lnTo>
                  <a:lnTo>
                    <a:pt x="2178" y="15"/>
                  </a:lnTo>
                  <a:lnTo>
                    <a:pt x="2131" y="8"/>
                  </a:lnTo>
                  <a:lnTo>
                    <a:pt x="2082" y="3"/>
                  </a:lnTo>
                  <a:lnTo>
                    <a:pt x="2032" y="0"/>
                  </a:lnTo>
                  <a:lnTo>
                    <a:pt x="1982" y="1"/>
                  </a:lnTo>
                  <a:lnTo>
                    <a:pt x="1933" y="3"/>
                  </a:lnTo>
                  <a:lnTo>
                    <a:pt x="1882" y="9"/>
                  </a:lnTo>
                  <a:lnTo>
                    <a:pt x="1833" y="17"/>
                  </a:lnTo>
                  <a:lnTo>
                    <a:pt x="1785" y="29"/>
                  </a:lnTo>
                  <a:lnTo>
                    <a:pt x="1737" y="43"/>
                  </a:lnTo>
                  <a:lnTo>
                    <a:pt x="1691" y="62"/>
                  </a:lnTo>
                  <a:lnTo>
                    <a:pt x="1647" y="83"/>
                  </a:lnTo>
                  <a:lnTo>
                    <a:pt x="311" y="782"/>
                  </a:lnTo>
                  <a:lnTo>
                    <a:pt x="276" y="803"/>
                  </a:lnTo>
                  <a:lnTo>
                    <a:pt x="243" y="826"/>
                  </a:lnTo>
                  <a:lnTo>
                    <a:pt x="213" y="852"/>
                  </a:lnTo>
                  <a:lnTo>
                    <a:pt x="184" y="879"/>
                  </a:lnTo>
                  <a:lnTo>
                    <a:pt x="155" y="908"/>
                  </a:lnTo>
                  <a:lnTo>
                    <a:pt x="131" y="939"/>
                  </a:lnTo>
                  <a:lnTo>
                    <a:pt x="107" y="971"/>
                  </a:lnTo>
                  <a:lnTo>
                    <a:pt x="86" y="1005"/>
                  </a:lnTo>
                  <a:lnTo>
                    <a:pt x="68" y="1040"/>
                  </a:lnTo>
                  <a:lnTo>
                    <a:pt x="50" y="1076"/>
                  </a:lnTo>
                  <a:lnTo>
                    <a:pt x="36" y="1115"/>
                  </a:lnTo>
                  <a:lnTo>
                    <a:pt x="23" y="1153"/>
                  </a:lnTo>
                  <a:lnTo>
                    <a:pt x="14" y="1195"/>
                  </a:lnTo>
                  <a:lnTo>
                    <a:pt x="7" y="1236"/>
                  </a:lnTo>
                  <a:lnTo>
                    <a:pt x="2" y="1279"/>
                  </a:lnTo>
                  <a:lnTo>
                    <a:pt x="0" y="1322"/>
                  </a:lnTo>
                  <a:lnTo>
                    <a:pt x="0" y="3093"/>
                  </a:lnTo>
                  <a:lnTo>
                    <a:pt x="2" y="3147"/>
                  </a:lnTo>
                  <a:lnTo>
                    <a:pt x="7" y="3202"/>
                  </a:lnTo>
                  <a:lnTo>
                    <a:pt x="15" y="3257"/>
                  </a:lnTo>
                  <a:lnTo>
                    <a:pt x="27" y="3312"/>
                  </a:lnTo>
                  <a:lnTo>
                    <a:pt x="42" y="3366"/>
                  </a:lnTo>
                  <a:lnTo>
                    <a:pt x="59" y="3420"/>
                  </a:lnTo>
                  <a:lnTo>
                    <a:pt x="79" y="3474"/>
                  </a:lnTo>
                  <a:lnTo>
                    <a:pt x="102" y="3525"/>
                  </a:lnTo>
                  <a:lnTo>
                    <a:pt x="127" y="3576"/>
                  </a:lnTo>
                  <a:lnTo>
                    <a:pt x="154" y="3624"/>
                  </a:lnTo>
                  <a:lnTo>
                    <a:pt x="184" y="3670"/>
                  </a:lnTo>
                  <a:lnTo>
                    <a:pt x="214" y="3712"/>
                  </a:lnTo>
                  <a:lnTo>
                    <a:pt x="247" y="3752"/>
                  </a:lnTo>
                  <a:lnTo>
                    <a:pt x="281" y="3788"/>
                  </a:lnTo>
                  <a:lnTo>
                    <a:pt x="317" y="3821"/>
                  </a:lnTo>
                  <a:lnTo>
                    <a:pt x="353" y="384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8499" name="Freeform 33"/>
            <p:cNvSpPr>
              <a:spLocks/>
            </p:cNvSpPr>
            <p:nvPr/>
          </p:nvSpPr>
          <p:spPr bwMode="auto">
            <a:xfrm>
              <a:off x="943" y="2210"/>
              <a:ext cx="276" cy="187"/>
            </a:xfrm>
            <a:custGeom>
              <a:avLst/>
              <a:gdLst>
                <a:gd name="T0" fmla="*/ 11 w 1380"/>
                <a:gd name="T1" fmla="*/ 7 h 937"/>
                <a:gd name="T2" fmla="*/ 11 w 1380"/>
                <a:gd name="T3" fmla="*/ 7 h 937"/>
                <a:gd name="T4" fmla="*/ 0 w 1380"/>
                <a:gd name="T5" fmla="*/ 0 h 937"/>
                <a:gd name="T6" fmla="*/ 0 w 1380"/>
                <a:gd name="T7" fmla="*/ 1 h 937"/>
                <a:gd name="T8" fmla="*/ 10 w 1380"/>
                <a:gd name="T9" fmla="*/ 7 h 937"/>
                <a:gd name="T10" fmla="*/ 10 w 1380"/>
                <a:gd name="T11" fmla="*/ 7 h 937"/>
                <a:gd name="T12" fmla="*/ 10 w 1380"/>
                <a:gd name="T13" fmla="*/ 7 h 937"/>
                <a:gd name="T14" fmla="*/ 11 w 1380"/>
                <a:gd name="T15" fmla="*/ 7 h 937"/>
                <a:gd name="T16" fmla="*/ 11 w 1380"/>
                <a:gd name="T17" fmla="*/ 7 h 937"/>
                <a:gd name="T18" fmla="*/ 11 w 1380"/>
                <a:gd name="T19" fmla="*/ 7 h 937"/>
                <a:gd name="T20" fmla="*/ 11 w 1380"/>
                <a:gd name="T21" fmla="*/ 7 h 937"/>
                <a:gd name="T22" fmla="*/ 11 w 1380"/>
                <a:gd name="T23" fmla="*/ 7 h 937"/>
                <a:gd name="T24" fmla="*/ 11 w 1380"/>
                <a:gd name="T25" fmla="*/ 7 h 937"/>
                <a:gd name="T26" fmla="*/ 11 w 1380"/>
                <a:gd name="T27" fmla="*/ 7 h 937"/>
                <a:gd name="T28" fmla="*/ 11 w 1380"/>
                <a:gd name="T29" fmla="*/ 7 h 937"/>
                <a:gd name="T30" fmla="*/ 11 w 1380"/>
                <a:gd name="T31" fmla="*/ 7 h 93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80"/>
                <a:gd name="T49" fmla="*/ 0 h 937"/>
                <a:gd name="T50" fmla="*/ 1380 w 1380"/>
                <a:gd name="T51" fmla="*/ 937 h 93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80" h="937">
                  <a:moveTo>
                    <a:pt x="1354" y="848"/>
                  </a:moveTo>
                  <a:lnTo>
                    <a:pt x="1359" y="851"/>
                  </a:lnTo>
                  <a:lnTo>
                    <a:pt x="51" y="0"/>
                  </a:lnTo>
                  <a:lnTo>
                    <a:pt x="0" y="78"/>
                  </a:lnTo>
                  <a:lnTo>
                    <a:pt x="1307" y="929"/>
                  </a:lnTo>
                  <a:lnTo>
                    <a:pt x="1312" y="932"/>
                  </a:lnTo>
                  <a:lnTo>
                    <a:pt x="1307" y="929"/>
                  </a:lnTo>
                  <a:lnTo>
                    <a:pt x="1326" y="937"/>
                  </a:lnTo>
                  <a:lnTo>
                    <a:pt x="1345" y="936"/>
                  </a:lnTo>
                  <a:lnTo>
                    <a:pt x="1360" y="929"/>
                  </a:lnTo>
                  <a:lnTo>
                    <a:pt x="1372" y="916"/>
                  </a:lnTo>
                  <a:lnTo>
                    <a:pt x="1379" y="899"/>
                  </a:lnTo>
                  <a:lnTo>
                    <a:pt x="1380" y="883"/>
                  </a:lnTo>
                  <a:lnTo>
                    <a:pt x="1374" y="865"/>
                  </a:lnTo>
                  <a:lnTo>
                    <a:pt x="1359" y="851"/>
                  </a:lnTo>
                  <a:lnTo>
                    <a:pt x="1354" y="84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8500" name="Freeform 34"/>
            <p:cNvSpPr>
              <a:spLocks/>
            </p:cNvSpPr>
            <p:nvPr/>
          </p:nvSpPr>
          <p:spPr bwMode="auto">
            <a:xfrm>
              <a:off x="1206" y="2379"/>
              <a:ext cx="140" cy="32"/>
            </a:xfrm>
            <a:custGeom>
              <a:avLst/>
              <a:gdLst>
                <a:gd name="T0" fmla="*/ 5 w 703"/>
                <a:gd name="T1" fmla="*/ 0 h 162"/>
                <a:gd name="T2" fmla="*/ 5 w 703"/>
                <a:gd name="T3" fmla="*/ 0 h 162"/>
                <a:gd name="T4" fmla="*/ 5 w 703"/>
                <a:gd name="T5" fmla="*/ 0 h 162"/>
                <a:gd name="T6" fmla="*/ 5 w 703"/>
                <a:gd name="T7" fmla="*/ 0 h 162"/>
                <a:gd name="T8" fmla="*/ 4 w 703"/>
                <a:gd name="T9" fmla="*/ 0 h 162"/>
                <a:gd name="T10" fmla="*/ 4 w 703"/>
                <a:gd name="T11" fmla="*/ 0 h 162"/>
                <a:gd name="T12" fmla="*/ 4 w 703"/>
                <a:gd name="T13" fmla="*/ 0 h 162"/>
                <a:gd name="T14" fmla="*/ 3 w 703"/>
                <a:gd name="T15" fmla="*/ 1 h 162"/>
                <a:gd name="T16" fmla="*/ 3 w 703"/>
                <a:gd name="T17" fmla="*/ 1 h 162"/>
                <a:gd name="T18" fmla="*/ 3 w 703"/>
                <a:gd name="T19" fmla="*/ 1 h 162"/>
                <a:gd name="T20" fmla="*/ 2 w 703"/>
                <a:gd name="T21" fmla="*/ 1 h 162"/>
                <a:gd name="T22" fmla="*/ 2 w 703"/>
                <a:gd name="T23" fmla="*/ 1 h 162"/>
                <a:gd name="T24" fmla="*/ 2 w 703"/>
                <a:gd name="T25" fmla="*/ 0 h 162"/>
                <a:gd name="T26" fmla="*/ 1 w 703"/>
                <a:gd name="T27" fmla="*/ 0 h 162"/>
                <a:gd name="T28" fmla="*/ 1 w 703"/>
                <a:gd name="T29" fmla="*/ 0 h 162"/>
                <a:gd name="T30" fmla="*/ 1 w 703"/>
                <a:gd name="T31" fmla="*/ 0 h 162"/>
                <a:gd name="T32" fmla="*/ 1 w 703"/>
                <a:gd name="T33" fmla="*/ 0 h 162"/>
                <a:gd name="T34" fmla="*/ 0 w 703"/>
                <a:gd name="T35" fmla="*/ 0 h 162"/>
                <a:gd name="T36" fmla="*/ 0 w 703"/>
                <a:gd name="T37" fmla="*/ 1 h 162"/>
                <a:gd name="T38" fmla="*/ 0 w 703"/>
                <a:gd name="T39" fmla="*/ 1 h 162"/>
                <a:gd name="T40" fmla="*/ 1 w 703"/>
                <a:gd name="T41" fmla="*/ 1 h 162"/>
                <a:gd name="T42" fmla="*/ 1 w 703"/>
                <a:gd name="T43" fmla="*/ 1 h 162"/>
                <a:gd name="T44" fmla="*/ 1 w 703"/>
                <a:gd name="T45" fmla="*/ 1 h 162"/>
                <a:gd name="T46" fmla="*/ 2 w 703"/>
                <a:gd name="T47" fmla="*/ 1 h 162"/>
                <a:gd name="T48" fmla="*/ 2 w 703"/>
                <a:gd name="T49" fmla="*/ 1 h 162"/>
                <a:gd name="T50" fmla="*/ 2 w 703"/>
                <a:gd name="T51" fmla="*/ 1 h 162"/>
                <a:gd name="T52" fmla="*/ 3 w 703"/>
                <a:gd name="T53" fmla="*/ 1 h 162"/>
                <a:gd name="T54" fmla="*/ 3 w 703"/>
                <a:gd name="T55" fmla="*/ 1 h 162"/>
                <a:gd name="T56" fmla="*/ 3 w 703"/>
                <a:gd name="T57" fmla="*/ 1 h 162"/>
                <a:gd name="T58" fmla="*/ 4 w 703"/>
                <a:gd name="T59" fmla="*/ 1 h 162"/>
                <a:gd name="T60" fmla="*/ 4 w 703"/>
                <a:gd name="T61" fmla="*/ 1 h 162"/>
                <a:gd name="T62" fmla="*/ 5 w 703"/>
                <a:gd name="T63" fmla="*/ 1 h 162"/>
                <a:gd name="T64" fmla="*/ 5 w 703"/>
                <a:gd name="T65" fmla="*/ 1 h 162"/>
                <a:gd name="T66" fmla="*/ 5 w 703"/>
                <a:gd name="T67" fmla="*/ 1 h 162"/>
                <a:gd name="T68" fmla="*/ 5 w 703"/>
                <a:gd name="T69" fmla="*/ 1 h 162"/>
                <a:gd name="T70" fmla="*/ 5 w 703"/>
                <a:gd name="T71" fmla="*/ 1 h 162"/>
                <a:gd name="T72" fmla="*/ 5 w 703"/>
                <a:gd name="T73" fmla="*/ 1 h 162"/>
                <a:gd name="T74" fmla="*/ 5 w 703"/>
                <a:gd name="T75" fmla="*/ 1 h 162"/>
                <a:gd name="T76" fmla="*/ 6 w 703"/>
                <a:gd name="T77" fmla="*/ 0 h 162"/>
                <a:gd name="T78" fmla="*/ 6 w 703"/>
                <a:gd name="T79" fmla="*/ 0 h 162"/>
                <a:gd name="T80" fmla="*/ 6 w 703"/>
                <a:gd name="T81" fmla="*/ 0 h 162"/>
                <a:gd name="T82" fmla="*/ 5 w 703"/>
                <a:gd name="T83" fmla="*/ 0 h 162"/>
                <a:gd name="T84" fmla="*/ 5 w 703"/>
                <a:gd name="T85" fmla="*/ 0 h 162"/>
                <a:gd name="T86" fmla="*/ 5 w 703"/>
                <a:gd name="T87" fmla="*/ 0 h 162"/>
                <a:gd name="T88" fmla="*/ 5 w 703"/>
                <a:gd name="T89" fmla="*/ 0 h 162"/>
                <a:gd name="T90" fmla="*/ 5 w 703"/>
                <a:gd name="T91" fmla="*/ 0 h 162"/>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703"/>
                <a:gd name="T139" fmla="*/ 0 h 162"/>
                <a:gd name="T140" fmla="*/ 703 w 703"/>
                <a:gd name="T141" fmla="*/ 162 h 162"/>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703" h="162">
                  <a:moveTo>
                    <a:pt x="631" y="8"/>
                  </a:moveTo>
                  <a:lnTo>
                    <a:pt x="636" y="6"/>
                  </a:lnTo>
                  <a:lnTo>
                    <a:pt x="606" y="20"/>
                  </a:lnTo>
                  <a:lnTo>
                    <a:pt x="575" y="32"/>
                  </a:lnTo>
                  <a:lnTo>
                    <a:pt x="540" y="42"/>
                  </a:lnTo>
                  <a:lnTo>
                    <a:pt x="504" y="52"/>
                  </a:lnTo>
                  <a:lnTo>
                    <a:pt x="467" y="59"/>
                  </a:lnTo>
                  <a:lnTo>
                    <a:pt x="428" y="64"/>
                  </a:lnTo>
                  <a:lnTo>
                    <a:pt x="389" y="67"/>
                  </a:lnTo>
                  <a:lnTo>
                    <a:pt x="348" y="68"/>
                  </a:lnTo>
                  <a:lnTo>
                    <a:pt x="308" y="68"/>
                  </a:lnTo>
                  <a:lnTo>
                    <a:pt x="267" y="65"/>
                  </a:lnTo>
                  <a:lnTo>
                    <a:pt x="226" y="61"/>
                  </a:lnTo>
                  <a:lnTo>
                    <a:pt x="187" y="54"/>
                  </a:lnTo>
                  <a:lnTo>
                    <a:pt x="148" y="44"/>
                  </a:lnTo>
                  <a:lnTo>
                    <a:pt x="110" y="33"/>
                  </a:lnTo>
                  <a:lnTo>
                    <a:pt x="75" y="20"/>
                  </a:lnTo>
                  <a:lnTo>
                    <a:pt x="42" y="5"/>
                  </a:lnTo>
                  <a:lnTo>
                    <a:pt x="0" y="89"/>
                  </a:lnTo>
                  <a:lnTo>
                    <a:pt x="40" y="107"/>
                  </a:lnTo>
                  <a:lnTo>
                    <a:pt x="82" y="122"/>
                  </a:lnTo>
                  <a:lnTo>
                    <a:pt x="124" y="135"/>
                  </a:lnTo>
                  <a:lnTo>
                    <a:pt x="169" y="146"/>
                  </a:lnTo>
                  <a:lnTo>
                    <a:pt x="214" y="153"/>
                  </a:lnTo>
                  <a:lnTo>
                    <a:pt x="258" y="158"/>
                  </a:lnTo>
                  <a:lnTo>
                    <a:pt x="303" y="162"/>
                  </a:lnTo>
                  <a:lnTo>
                    <a:pt x="348" y="162"/>
                  </a:lnTo>
                  <a:lnTo>
                    <a:pt x="394" y="161"/>
                  </a:lnTo>
                  <a:lnTo>
                    <a:pt x="439" y="157"/>
                  </a:lnTo>
                  <a:lnTo>
                    <a:pt x="481" y="150"/>
                  </a:lnTo>
                  <a:lnTo>
                    <a:pt x="525" y="143"/>
                  </a:lnTo>
                  <a:lnTo>
                    <a:pt x="566" y="132"/>
                  </a:lnTo>
                  <a:lnTo>
                    <a:pt x="606" y="121"/>
                  </a:lnTo>
                  <a:lnTo>
                    <a:pt x="643" y="105"/>
                  </a:lnTo>
                  <a:lnTo>
                    <a:pt x="678" y="88"/>
                  </a:lnTo>
                  <a:lnTo>
                    <a:pt x="683" y="86"/>
                  </a:lnTo>
                  <a:lnTo>
                    <a:pt x="678" y="88"/>
                  </a:lnTo>
                  <a:lnTo>
                    <a:pt x="695" y="75"/>
                  </a:lnTo>
                  <a:lnTo>
                    <a:pt x="702" y="60"/>
                  </a:lnTo>
                  <a:lnTo>
                    <a:pt x="703" y="42"/>
                  </a:lnTo>
                  <a:lnTo>
                    <a:pt x="698" y="26"/>
                  </a:lnTo>
                  <a:lnTo>
                    <a:pt x="688" y="12"/>
                  </a:lnTo>
                  <a:lnTo>
                    <a:pt x="674" y="3"/>
                  </a:lnTo>
                  <a:lnTo>
                    <a:pt x="656" y="0"/>
                  </a:lnTo>
                  <a:lnTo>
                    <a:pt x="636" y="6"/>
                  </a:lnTo>
                  <a:lnTo>
                    <a:pt x="631"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8501" name="Freeform 35"/>
            <p:cNvSpPr>
              <a:spLocks/>
            </p:cNvSpPr>
            <p:nvPr/>
          </p:nvSpPr>
          <p:spPr bwMode="auto">
            <a:xfrm>
              <a:off x="1332" y="2204"/>
              <a:ext cx="283" cy="192"/>
            </a:xfrm>
            <a:custGeom>
              <a:avLst/>
              <a:gdLst>
                <a:gd name="T0" fmla="*/ 11 w 1415"/>
                <a:gd name="T1" fmla="*/ 0 h 960"/>
                <a:gd name="T2" fmla="*/ 11 w 1415"/>
                <a:gd name="T3" fmla="*/ 0 h 960"/>
                <a:gd name="T4" fmla="*/ 0 w 1415"/>
                <a:gd name="T5" fmla="*/ 7 h 960"/>
                <a:gd name="T6" fmla="*/ 0 w 1415"/>
                <a:gd name="T7" fmla="*/ 8 h 960"/>
                <a:gd name="T8" fmla="*/ 11 w 1415"/>
                <a:gd name="T9" fmla="*/ 1 h 960"/>
                <a:gd name="T10" fmla="*/ 11 w 1415"/>
                <a:gd name="T11" fmla="*/ 1 h 960"/>
                <a:gd name="T12" fmla="*/ 11 w 1415"/>
                <a:gd name="T13" fmla="*/ 1 h 960"/>
                <a:gd name="T14" fmla="*/ 11 w 1415"/>
                <a:gd name="T15" fmla="*/ 1 h 960"/>
                <a:gd name="T16" fmla="*/ 11 w 1415"/>
                <a:gd name="T17" fmla="*/ 0 h 960"/>
                <a:gd name="T18" fmla="*/ 11 w 1415"/>
                <a:gd name="T19" fmla="*/ 0 h 960"/>
                <a:gd name="T20" fmla="*/ 11 w 1415"/>
                <a:gd name="T21" fmla="*/ 0 h 960"/>
                <a:gd name="T22" fmla="*/ 11 w 1415"/>
                <a:gd name="T23" fmla="*/ 0 h 960"/>
                <a:gd name="T24" fmla="*/ 11 w 1415"/>
                <a:gd name="T25" fmla="*/ 0 h 960"/>
                <a:gd name="T26" fmla="*/ 11 w 1415"/>
                <a:gd name="T27" fmla="*/ 0 h 960"/>
                <a:gd name="T28" fmla="*/ 11 w 1415"/>
                <a:gd name="T29" fmla="*/ 0 h 960"/>
                <a:gd name="T30" fmla="*/ 11 w 1415"/>
                <a:gd name="T31" fmla="*/ 0 h 96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15"/>
                <a:gd name="T49" fmla="*/ 0 h 960"/>
                <a:gd name="T50" fmla="*/ 1415 w 1415"/>
                <a:gd name="T51" fmla="*/ 960 h 96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15" h="960">
                  <a:moveTo>
                    <a:pt x="1338" y="10"/>
                  </a:moveTo>
                  <a:lnTo>
                    <a:pt x="1342" y="8"/>
                  </a:lnTo>
                  <a:lnTo>
                    <a:pt x="0" y="882"/>
                  </a:lnTo>
                  <a:lnTo>
                    <a:pt x="52" y="960"/>
                  </a:lnTo>
                  <a:lnTo>
                    <a:pt x="1393" y="85"/>
                  </a:lnTo>
                  <a:lnTo>
                    <a:pt x="1397" y="83"/>
                  </a:lnTo>
                  <a:lnTo>
                    <a:pt x="1393" y="85"/>
                  </a:lnTo>
                  <a:lnTo>
                    <a:pt x="1409" y="71"/>
                  </a:lnTo>
                  <a:lnTo>
                    <a:pt x="1415" y="53"/>
                  </a:lnTo>
                  <a:lnTo>
                    <a:pt x="1413" y="37"/>
                  </a:lnTo>
                  <a:lnTo>
                    <a:pt x="1406" y="21"/>
                  </a:lnTo>
                  <a:lnTo>
                    <a:pt x="1395" y="8"/>
                  </a:lnTo>
                  <a:lnTo>
                    <a:pt x="1379" y="1"/>
                  </a:lnTo>
                  <a:lnTo>
                    <a:pt x="1361" y="0"/>
                  </a:lnTo>
                  <a:lnTo>
                    <a:pt x="1342" y="8"/>
                  </a:lnTo>
                  <a:lnTo>
                    <a:pt x="1338" y="1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8502" name="Freeform 36"/>
            <p:cNvSpPr>
              <a:spLocks/>
            </p:cNvSpPr>
            <p:nvPr/>
          </p:nvSpPr>
          <p:spPr bwMode="auto">
            <a:xfrm>
              <a:off x="1599" y="2057"/>
              <a:ext cx="80" cy="163"/>
            </a:xfrm>
            <a:custGeom>
              <a:avLst/>
              <a:gdLst>
                <a:gd name="T0" fmla="*/ 2 w 398"/>
                <a:gd name="T1" fmla="*/ 0 h 817"/>
                <a:gd name="T2" fmla="*/ 2 w 398"/>
                <a:gd name="T3" fmla="*/ 0 h 817"/>
                <a:gd name="T4" fmla="*/ 2 w 398"/>
                <a:gd name="T5" fmla="*/ 1 h 817"/>
                <a:gd name="T6" fmla="*/ 2 w 398"/>
                <a:gd name="T7" fmla="*/ 1 h 817"/>
                <a:gd name="T8" fmla="*/ 2 w 398"/>
                <a:gd name="T9" fmla="*/ 2 h 817"/>
                <a:gd name="T10" fmla="*/ 2 w 398"/>
                <a:gd name="T11" fmla="*/ 2 h 817"/>
                <a:gd name="T12" fmla="*/ 2 w 398"/>
                <a:gd name="T13" fmla="*/ 2 h 817"/>
                <a:gd name="T14" fmla="*/ 2 w 398"/>
                <a:gd name="T15" fmla="*/ 3 h 817"/>
                <a:gd name="T16" fmla="*/ 2 w 398"/>
                <a:gd name="T17" fmla="*/ 3 h 817"/>
                <a:gd name="T18" fmla="*/ 2 w 398"/>
                <a:gd name="T19" fmla="*/ 4 h 817"/>
                <a:gd name="T20" fmla="*/ 2 w 398"/>
                <a:gd name="T21" fmla="*/ 4 h 817"/>
                <a:gd name="T22" fmla="*/ 1 w 398"/>
                <a:gd name="T23" fmla="*/ 4 h 817"/>
                <a:gd name="T24" fmla="*/ 1 w 398"/>
                <a:gd name="T25" fmla="*/ 5 h 817"/>
                <a:gd name="T26" fmla="*/ 1 w 398"/>
                <a:gd name="T27" fmla="*/ 5 h 817"/>
                <a:gd name="T28" fmla="*/ 1 w 398"/>
                <a:gd name="T29" fmla="*/ 5 h 817"/>
                <a:gd name="T30" fmla="*/ 1 w 398"/>
                <a:gd name="T31" fmla="*/ 5 h 817"/>
                <a:gd name="T32" fmla="*/ 0 w 398"/>
                <a:gd name="T33" fmla="*/ 6 h 817"/>
                <a:gd name="T34" fmla="*/ 0 w 398"/>
                <a:gd name="T35" fmla="*/ 6 h 817"/>
                <a:gd name="T36" fmla="*/ 0 w 398"/>
                <a:gd name="T37" fmla="*/ 7 h 817"/>
                <a:gd name="T38" fmla="*/ 1 w 398"/>
                <a:gd name="T39" fmla="*/ 6 h 817"/>
                <a:gd name="T40" fmla="*/ 1 w 398"/>
                <a:gd name="T41" fmla="*/ 6 h 817"/>
                <a:gd name="T42" fmla="*/ 1 w 398"/>
                <a:gd name="T43" fmla="*/ 6 h 817"/>
                <a:gd name="T44" fmla="*/ 2 w 398"/>
                <a:gd name="T45" fmla="*/ 5 h 817"/>
                <a:gd name="T46" fmla="*/ 2 w 398"/>
                <a:gd name="T47" fmla="*/ 5 h 817"/>
                <a:gd name="T48" fmla="*/ 2 w 398"/>
                <a:gd name="T49" fmla="*/ 5 h 817"/>
                <a:gd name="T50" fmla="*/ 2 w 398"/>
                <a:gd name="T51" fmla="*/ 4 h 817"/>
                <a:gd name="T52" fmla="*/ 2 w 398"/>
                <a:gd name="T53" fmla="*/ 4 h 817"/>
                <a:gd name="T54" fmla="*/ 3 w 398"/>
                <a:gd name="T55" fmla="*/ 3 h 817"/>
                <a:gd name="T56" fmla="*/ 3 w 398"/>
                <a:gd name="T57" fmla="*/ 3 h 817"/>
                <a:gd name="T58" fmla="*/ 3 w 398"/>
                <a:gd name="T59" fmla="*/ 3 h 817"/>
                <a:gd name="T60" fmla="*/ 3 w 398"/>
                <a:gd name="T61" fmla="*/ 2 h 817"/>
                <a:gd name="T62" fmla="*/ 3 w 398"/>
                <a:gd name="T63" fmla="*/ 2 h 817"/>
                <a:gd name="T64" fmla="*/ 3 w 398"/>
                <a:gd name="T65" fmla="*/ 1 h 817"/>
                <a:gd name="T66" fmla="*/ 3 w 398"/>
                <a:gd name="T67" fmla="*/ 1 h 817"/>
                <a:gd name="T68" fmla="*/ 3 w 398"/>
                <a:gd name="T69" fmla="*/ 0 h 817"/>
                <a:gd name="T70" fmla="*/ 3 w 398"/>
                <a:gd name="T71" fmla="*/ 0 h 817"/>
                <a:gd name="T72" fmla="*/ 3 w 398"/>
                <a:gd name="T73" fmla="*/ 0 h 817"/>
                <a:gd name="T74" fmla="*/ 3 w 398"/>
                <a:gd name="T75" fmla="*/ 0 h 817"/>
                <a:gd name="T76" fmla="*/ 3 w 398"/>
                <a:gd name="T77" fmla="*/ 0 h 817"/>
                <a:gd name="T78" fmla="*/ 3 w 398"/>
                <a:gd name="T79" fmla="*/ 0 h 817"/>
                <a:gd name="T80" fmla="*/ 3 w 398"/>
                <a:gd name="T81" fmla="*/ 0 h 817"/>
                <a:gd name="T82" fmla="*/ 3 w 398"/>
                <a:gd name="T83" fmla="*/ 0 h 817"/>
                <a:gd name="T84" fmla="*/ 3 w 398"/>
                <a:gd name="T85" fmla="*/ 0 h 817"/>
                <a:gd name="T86" fmla="*/ 2 w 398"/>
                <a:gd name="T87" fmla="*/ 0 h 817"/>
                <a:gd name="T88" fmla="*/ 2 w 398"/>
                <a:gd name="T89" fmla="*/ 0 h 817"/>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398"/>
                <a:gd name="T136" fmla="*/ 0 h 817"/>
                <a:gd name="T137" fmla="*/ 398 w 398"/>
                <a:gd name="T138" fmla="*/ 817 h 817"/>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398" h="817">
                  <a:moveTo>
                    <a:pt x="304" y="47"/>
                  </a:moveTo>
                  <a:lnTo>
                    <a:pt x="304" y="47"/>
                  </a:lnTo>
                  <a:lnTo>
                    <a:pt x="301" y="97"/>
                  </a:lnTo>
                  <a:lnTo>
                    <a:pt x="297" y="147"/>
                  </a:lnTo>
                  <a:lnTo>
                    <a:pt x="291" y="198"/>
                  </a:lnTo>
                  <a:lnTo>
                    <a:pt x="280" y="247"/>
                  </a:lnTo>
                  <a:lnTo>
                    <a:pt x="268" y="297"/>
                  </a:lnTo>
                  <a:lnTo>
                    <a:pt x="253" y="347"/>
                  </a:lnTo>
                  <a:lnTo>
                    <a:pt x="236" y="395"/>
                  </a:lnTo>
                  <a:lnTo>
                    <a:pt x="217" y="442"/>
                  </a:lnTo>
                  <a:lnTo>
                    <a:pt x="195" y="487"/>
                  </a:lnTo>
                  <a:lnTo>
                    <a:pt x="171" y="532"/>
                  </a:lnTo>
                  <a:lnTo>
                    <a:pt x="147" y="574"/>
                  </a:lnTo>
                  <a:lnTo>
                    <a:pt x="121" y="613"/>
                  </a:lnTo>
                  <a:lnTo>
                    <a:pt x="93" y="650"/>
                  </a:lnTo>
                  <a:lnTo>
                    <a:pt x="64" y="684"/>
                  </a:lnTo>
                  <a:lnTo>
                    <a:pt x="32" y="716"/>
                  </a:lnTo>
                  <a:lnTo>
                    <a:pt x="0" y="744"/>
                  </a:lnTo>
                  <a:lnTo>
                    <a:pt x="59" y="817"/>
                  </a:lnTo>
                  <a:lnTo>
                    <a:pt x="95" y="784"/>
                  </a:lnTo>
                  <a:lnTo>
                    <a:pt x="132" y="748"/>
                  </a:lnTo>
                  <a:lnTo>
                    <a:pt x="166" y="709"/>
                  </a:lnTo>
                  <a:lnTo>
                    <a:pt x="196" y="667"/>
                  </a:lnTo>
                  <a:lnTo>
                    <a:pt x="227" y="623"/>
                  </a:lnTo>
                  <a:lnTo>
                    <a:pt x="253" y="576"/>
                  </a:lnTo>
                  <a:lnTo>
                    <a:pt x="279" y="530"/>
                  </a:lnTo>
                  <a:lnTo>
                    <a:pt x="301" y="479"/>
                  </a:lnTo>
                  <a:lnTo>
                    <a:pt x="323" y="428"/>
                  </a:lnTo>
                  <a:lnTo>
                    <a:pt x="342" y="375"/>
                  </a:lnTo>
                  <a:lnTo>
                    <a:pt x="359" y="321"/>
                  </a:lnTo>
                  <a:lnTo>
                    <a:pt x="372" y="268"/>
                  </a:lnTo>
                  <a:lnTo>
                    <a:pt x="382" y="212"/>
                  </a:lnTo>
                  <a:lnTo>
                    <a:pt x="391" y="157"/>
                  </a:lnTo>
                  <a:lnTo>
                    <a:pt x="395" y="102"/>
                  </a:lnTo>
                  <a:lnTo>
                    <a:pt x="398" y="47"/>
                  </a:lnTo>
                  <a:lnTo>
                    <a:pt x="394" y="27"/>
                  </a:lnTo>
                  <a:lnTo>
                    <a:pt x="383" y="11"/>
                  </a:lnTo>
                  <a:lnTo>
                    <a:pt x="368" y="3"/>
                  </a:lnTo>
                  <a:lnTo>
                    <a:pt x="351" y="0"/>
                  </a:lnTo>
                  <a:lnTo>
                    <a:pt x="333" y="3"/>
                  </a:lnTo>
                  <a:lnTo>
                    <a:pt x="319" y="11"/>
                  </a:lnTo>
                  <a:lnTo>
                    <a:pt x="307" y="27"/>
                  </a:lnTo>
                  <a:lnTo>
                    <a:pt x="304" y="4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8503" name="Freeform 37"/>
            <p:cNvSpPr>
              <a:spLocks/>
            </p:cNvSpPr>
            <p:nvPr/>
          </p:nvSpPr>
          <p:spPr bwMode="auto">
            <a:xfrm>
              <a:off x="1660" y="1701"/>
              <a:ext cx="19" cy="365"/>
            </a:xfrm>
            <a:custGeom>
              <a:avLst/>
              <a:gdLst>
                <a:gd name="T0" fmla="*/ 0 w 95"/>
                <a:gd name="T1" fmla="*/ 0 h 1826"/>
                <a:gd name="T2" fmla="*/ 0 w 95"/>
                <a:gd name="T3" fmla="*/ 0 h 1826"/>
                <a:gd name="T4" fmla="*/ 0 w 95"/>
                <a:gd name="T5" fmla="*/ 15 h 1826"/>
                <a:gd name="T6" fmla="*/ 1 w 95"/>
                <a:gd name="T7" fmla="*/ 15 h 1826"/>
                <a:gd name="T8" fmla="*/ 1 w 95"/>
                <a:gd name="T9" fmla="*/ 0 h 1826"/>
                <a:gd name="T10" fmla="*/ 1 w 95"/>
                <a:gd name="T11" fmla="*/ 0 h 1826"/>
                <a:gd name="T12" fmla="*/ 1 w 95"/>
                <a:gd name="T13" fmla="*/ 0 h 1826"/>
                <a:gd name="T14" fmla="*/ 1 w 95"/>
                <a:gd name="T15" fmla="*/ 0 h 1826"/>
                <a:gd name="T16" fmla="*/ 1 w 95"/>
                <a:gd name="T17" fmla="*/ 0 h 1826"/>
                <a:gd name="T18" fmla="*/ 1 w 95"/>
                <a:gd name="T19" fmla="*/ 0 h 1826"/>
                <a:gd name="T20" fmla="*/ 0 w 95"/>
                <a:gd name="T21" fmla="*/ 0 h 1826"/>
                <a:gd name="T22" fmla="*/ 0 w 95"/>
                <a:gd name="T23" fmla="*/ 0 h 1826"/>
                <a:gd name="T24" fmla="*/ 0 w 95"/>
                <a:gd name="T25" fmla="*/ 0 h 1826"/>
                <a:gd name="T26" fmla="*/ 0 w 95"/>
                <a:gd name="T27" fmla="*/ 0 h 1826"/>
                <a:gd name="T28" fmla="*/ 0 w 95"/>
                <a:gd name="T29" fmla="*/ 0 h 1826"/>
                <a:gd name="T30" fmla="*/ 0 w 95"/>
                <a:gd name="T31" fmla="*/ 0 h 182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95"/>
                <a:gd name="T49" fmla="*/ 0 h 1826"/>
                <a:gd name="T50" fmla="*/ 95 w 95"/>
                <a:gd name="T51" fmla="*/ 1826 h 182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95" h="1826">
                  <a:moveTo>
                    <a:pt x="0" y="49"/>
                  </a:moveTo>
                  <a:lnTo>
                    <a:pt x="0" y="47"/>
                  </a:lnTo>
                  <a:lnTo>
                    <a:pt x="1" y="1826"/>
                  </a:lnTo>
                  <a:lnTo>
                    <a:pt x="95" y="1826"/>
                  </a:lnTo>
                  <a:lnTo>
                    <a:pt x="93" y="47"/>
                  </a:lnTo>
                  <a:lnTo>
                    <a:pt x="93" y="45"/>
                  </a:lnTo>
                  <a:lnTo>
                    <a:pt x="93" y="47"/>
                  </a:lnTo>
                  <a:lnTo>
                    <a:pt x="90" y="27"/>
                  </a:lnTo>
                  <a:lnTo>
                    <a:pt x="79" y="12"/>
                  </a:lnTo>
                  <a:lnTo>
                    <a:pt x="64" y="4"/>
                  </a:lnTo>
                  <a:lnTo>
                    <a:pt x="47" y="0"/>
                  </a:lnTo>
                  <a:lnTo>
                    <a:pt x="29" y="4"/>
                  </a:lnTo>
                  <a:lnTo>
                    <a:pt x="15" y="12"/>
                  </a:lnTo>
                  <a:lnTo>
                    <a:pt x="3" y="27"/>
                  </a:lnTo>
                  <a:lnTo>
                    <a:pt x="0" y="47"/>
                  </a:lnTo>
                  <a:lnTo>
                    <a:pt x="0" y="4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8504" name="Freeform 38"/>
            <p:cNvSpPr>
              <a:spLocks/>
            </p:cNvSpPr>
            <p:nvPr/>
          </p:nvSpPr>
          <p:spPr bwMode="auto">
            <a:xfrm>
              <a:off x="1598" y="1598"/>
              <a:ext cx="81" cy="113"/>
            </a:xfrm>
            <a:custGeom>
              <a:avLst/>
              <a:gdLst>
                <a:gd name="T0" fmla="*/ 0 w 401"/>
                <a:gd name="T1" fmla="*/ 1 h 566"/>
                <a:gd name="T2" fmla="*/ 0 w 401"/>
                <a:gd name="T3" fmla="*/ 1 h 566"/>
                <a:gd name="T4" fmla="*/ 0 w 401"/>
                <a:gd name="T5" fmla="*/ 1 h 566"/>
                <a:gd name="T6" fmla="*/ 1 w 401"/>
                <a:gd name="T7" fmla="*/ 1 h 566"/>
                <a:gd name="T8" fmla="*/ 1 w 401"/>
                <a:gd name="T9" fmla="*/ 1 h 566"/>
                <a:gd name="T10" fmla="*/ 1 w 401"/>
                <a:gd name="T11" fmla="*/ 1 h 566"/>
                <a:gd name="T12" fmla="*/ 1 w 401"/>
                <a:gd name="T13" fmla="*/ 2 h 566"/>
                <a:gd name="T14" fmla="*/ 1 w 401"/>
                <a:gd name="T15" fmla="*/ 2 h 566"/>
                <a:gd name="T16" fmla="*/ 2 w 401"/>
                <a:gd name="T17" fmla="*/ 2 h 566"/>
                <a:gd name="T18" fmla="*/ 2 w 401"/>
                <a:gd name="T19" fmla="*/ 2 h 566"/>
                <a:gd name="T20" fmla="*/ 2 w 401"/>
                <a:gd name="T21" fmla="*/ 2 h 566"/>
                <a:gd name="T22" fmla="*/ 2 w 401"/>
                <a:gd name="T23" fmla="*/ 3 h 566"/>
                <a:gd name="T24" fmla="*/ 2 w 401"/>
                <a:gd name="T25" fmla="*/ 3 h 566"/>
                <a:gd name="T26" fmla="*/ 2 w 401"/>
                <a:gd name="T27" fmla="*/ 3 h 566"/>
                <a:gd name="T28" fmla="*/ 2 w 401"/>
                <a:gd name="T29" fmla="*/ 4 h 566"/>
                <a:gd name="T30" fmla="*/ 2 w 401"/>
                <a:gd name="T31" fmla="*/ 4 h 566"/>
                <a:gd name="T32" fmla="*/ 2 w 401"/>
                <a:gd name="T33" fmla="*/ 4 h 566"/>
                <a:gd name="T34" fmla="*/ 3 w 401"/>
                <a:gd name="T35" fmla="*/ 5 h 566"/>
                <a:gd name="T36" fmla="*/ 3 w 401"/>
                <a:gd name="T37" fmla="*/ 4 h 566"/>
                <a:gd name="T38" fmla="*/ 3 w 401"/>
                <a:gd name="T39" fmla="*/ 4 h 566"/>
                <a:gd name="T40" fmla="*/ 3 w 401"/>
                <a:gd name="T41" fmla="*/ 4 h 566"/>
                <a:gd name="T42" fmla="*/ 3 w 401"/>
                <a:gd name="T43" fmla="*/ 3 h 566"/>
                <a:gd name="T44" fmla="*/ 3 w 401"/>
                <a:gd name="T45" fmla="*/ 3 h 566"/>
                <a:gd name="T46" fmla="*/ 3 w 401"/>
                <a:gd name="T47" fmla="*/ 3 h 566"/>
                <a:gd name="T48" fmla="*/ 3 w 401"/>
                <a:gd name="T49" fmla="*/ 2 h 566"/>
                <a:gd name="T50" fmla="*/ 3 w 401"/>
                <a:gd name="T51" fmla="*/ 2 h 566"/>
                <a:gd name="T52" fmla="*/ 2 w 401"/>
                <a:gd name="T53" fmla="*/ 2 h 566"/>
                <a:gd name="T54" fmla="*/ 2 w 401"/>
                <a:gd name="T55" fmla="*/ 2 h 566"/>
                <a:gd name="T56" fmla="*/ 2 w 401"/>
                <a:gd name="T57" fmla="*/ 1 h 566"/>
                <a:gd name="T58" fmla="*/ 2 w 401"/>
                <a:gd name="T59" fmla="*/ 1 h 566"/>
                <a:gd name="T60" fmla="*/ 2 w 401"/>
                <a:gd name="T61" fmla="*/ 1 h 566"/>
                <a:gd name="T62" fmla="*/ 1 w 401"/>
                <a:gd name="T63" fmla="*/ 1 h 566"/>
                <a:gd name="T64" fmla="*/ 1 w 401"/>
                <a:gd name="T65" fmla="*/ 0 h 566"/>
                <a:gd name="T66" fmla="*/ 1 w 401"/>
                <a:gd name="T67" fmla="*/ 0 h 566"/>
                <a:gd name="T68" fmla="*/ 1 w 401"/>
                <a:gd name="T69" fmla="*/ 0 h 566"/>
                <a:gd name="T70" fmla="*/ 1 w 401"/>
                <a:gd name="T71" fmla="*/ 0 h 566"/>
                <a:gd name="T72" fmla="*/ 1 w 401"/>
                <a:gd name="T73" fmla="*/ 0 h 566"/>
                <a:gd name="T74" fmla="*/ 0 w 401"/>
                <a:gd name="T75" fmla="*/ 0 h 566"/>
                <a:gd name="T76" fmla="*/ 0 w 401"/>
                <a:gd name="T77" fmla="*/ 0 h 566"/>
                <a:gd name="T78" fmla="*/ 0 w 401"/>
                <a:gd name="T79" fmla="*/ 0 h 566"/>
                <a:gd name="T80" fmla="*/ 0 w 401"/>
                <a:gd name="T81" fmla="*/ 0 h 566"/>
                <a:gd name="T82" fmla="*/ 0 w 401"/>
                <a:gd name="T83" fmla="*/ 0 h 566"/>
                <a:gd name="T84" fmla="*/ 0 w 401"/>
                <a:gd name="T85" fmla="*/ 0 h 566"/>
                <a:gd name="T86" fmla="*/ 0 w 401"/>
                <a:gd name="T87" fmla="*/ 1 h 566"/>
                <a:gd name="T88" fmla="*/ 0 w 401"/>
                <a:gd name="T89" fmla="*/ 1 h 56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401"/>
                <a:gd name="T136" fmla="*/ 0 h 566"/>
                <a:gd name="T137" fmla="*/ 401 w 401"/>
                <a:gd name="T138" fmla="*/ 566 h 566"/>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401" h="566">
                  <a:moveTo>
                    <a:pt x="23" y="88"/>
                  </a:moveTo>
                  <a:lnTo>
                    <a:pt x="23" y="88"/>
                  </a:lnTo>
                  <a:lnTo>
                    <a:pt x="53" y="107"/>
                  </a:lnTo>
                  <a:lnTo>
                    <a:pt x="83" y="125"/>
                  </a:lnTo>
                  <a:lnTo>
                    <a:pt x="108" y="147"/>
                  </a:lnTo>
                  <a:lnTo>
                    <a:pt x="135" y="171"/>
                  </a:lnTo>
                  <a:lnTo>
                    <a:pt x="160" y="196"/>
                  </a:lnTo>
                  <a:lnTo>
                    <a:pt x="182" y="223"/>
                  </a:lnTo>
                  <a:lnTo>
                    <a:pt x="205" y="251"/>
                  </a:lnTo>
                  <a:lnTo>
                    <a:pt x="223" y="281"/>
                  </a:lnTo>
                  <a:lnTo>
                    <a:pt x="240" y="312"/>
                  </a:lnTo>
                  <a:lnTo>
                    <a:pt x="256" y="345"/>
                  </a:lnTo>
                  <a:lnTo>
                    <a:pt x="270" y="379"/>
                  </a:lnTo>
                  <a:lnTo>
                    <a:pt x="282" y="414"/>
                  </a:lnTo>
                  <a:lnTo>
                    <a:pt x="291" y="450"/>
                  </a:lnTo>
                  <a:lnTo>
                    <a:pt x="299" y="488"/>
                  </a:lnTo>
                  <a:lnTo>
                    <a:pt x="304" y="526"/>
                  </a:lnTo>
                  <a:lnTo>
                    <a:pt x="308" y="566"/>
                  </a:lnTo>
                  <a:lnTo>
                    <a:pt x="401" y="562"/>
                  </a:lnTo>
                  <a:lnTo>
                    <a:pt x="398" y="517"/>
                  </a:lnTo>
                  <a:lnTo>
                    <a:pt x="391" y="471"/>
                  </a:lnTo>
                  <a:lnTo>
                    <a:pt x="383" y="429"/>
                  </a:lnTo>
                  <a:lnTo>
                    <a:pt x="371" y="386"/>
                  </a:lnTo>
                  <a:lnTo>
                    <a:pt x="357" y="346"/>
                  </a:lnTo>
                  <a:lnTo>
                    <a:pt x="340" y="307"/>
                  </a:lnTo>
                  <a:lnTo>
                    <a:pt x="324" y="270"/>
                  </a:lnTo>
                  <a:lnTo>
                    <a:pt x="303" y="232"/>
                  </a:lnTo>
                  <a:lnTo>
                    <a:pt x="280" y="197"/>
                  </a:lnTo>
                  <a:lnTo>
                    <a:pt x="255" y="164"/>
                  </a:lnTo>
                  <a:lnTo>
                    <a:pt x="228" y="132"/>
                  </a:lnTo>
                  <a:lnTo>
                    <a:pt x="199" y="103"/>
                  </a:lnTo>
                  <a:lnTo>
                    <a:pt x="169" y="76"/>
                  </a:lnTo>
                  <a:lnTo>
                    <a:pt x="137" y="50"/>
                  </a:lnTo>
                  <a:lnTo>
                    <a:pt x="103" y="27"/>
                  </a:lnTo>
                  <a:lnTo>
                    <a:pt x="67" y="6"/>
                  </a:lnTo>
                  <a:lnTo>
                    <a:pt x="48" y="0"/>
                  </a:lnTo>
                  <a:lnTo>
                    <a:pt x="30" y="2"/>
                  </a:lnTo>
                  <a:lnTo>
                    <a:pt x="16" y="12"/>
                  </a:lnTo>
                  <a:lnTo>
                    <a:pt x="5" y="25"/>
                  </a:lnTo>
                  <a:lnTo>
                    <a:pt x="0" y="41"/>
                  </a:lnTo>
                  <a:lnTo>
                    <a:pt x="0" y="59"/>
                  </a:lnTo>
                  <a:lnTo>
                    <a:pt x="8" y="75"/>
                  </a:lnTo>
                  <a:lnTo>
                    <a:pt x="23"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8505" name="Freeform 39"/>
            <p:cNvSpPr>
              <a:spLocks/>
            </p:cNvSpPr>
            <p:nvPr/>
          </p:nvSpPr>
          <p:spPr bwMode="auto">
            <a:xfrm>
              <a:off x="1346" y="1455"/>
              <a:ext cx="266" cy="160"/>
            </a:xfrm>
            <a:custGeom>
              <a:avLst/>
              <a:gdLst>
                <a:gd name="T0" fmla="*/ 0 w 1330"/>
                <a:gd name="T1" fmla="*/ 1 h 801"/>
                <a:gd name="T2" fmla="*/ 0 w 1330"/>
                <a:gd name="T3" fmla="*/ 1 h 801"/>
                <a:gd name="T4" fmla="*/ 10 w 1330"/>
                <a:gd name="T5" fmla="*/ 6 h 801"/>
                <a:gd name="T6" fmla="*/ 11 w 1330"/>
                <a:gd name="T7" fmla="*/ 6 h 801"/>
                <a:gd name="T8" fmla="*/ 1 w 1330"/>
                <a:gd name="T9" fmla="*/ 0 h 801"/>
                <a:gd name="T10" fmla="*/ 1 w 1330"/>
                <a:gd name="T11" fmla="*/ 0 h 801"/>
                <a:gd name="T12" fmla="*/ 1 w 1330"/>
                <a:gd name="T13" fmla="*/ 0 h 801"/>
                <a:gd name="T14" fmla="*/ 0 w 1330"/>
                <a:gd name="T15" fmla="*/ 0 h 801"/>
                <a:gd name="T16" fmla="*/ 0 w 1330"/>
                <a:gd name="T17" fmla="*/ 0 h 801"/>
                <a:gd name="T18" fmla="*/ 0 w 1330"/>
                <a:gd name="T19" fmla="*/ 0 h 801"/>
                <a:gd name="T20" fmla="*/ 0 w 1330"/>
                <a:gd name="T21" fmla="*/ 0 h 801"/>
                <a:gd name="T22" fmla="*/ 0 w 1330"/>
                <a:gd name="T23" fmla="*/ 0 h 801"/>
                <a:gd name="T24" fmla="*/ 0 w 1330"/>
                <a:gd name="T25" fmla="*/ 0 h 801"/>
                <a:gd name="T26" fmla="*/ 0 w 1330"/>
                <a:gd name="T27" fmla="*/ 1 h 801"/>
                <a:gd name="T28" fmla="*/ 0 w 1330"/>
                <a:gd name="T29" fmla="*/ 1 h 801"/>
                <a:gd name="T30" fmla="*/ 0 w 1330"/>
                <a:gd name="T31" fmla="*/ 1 h 801"/>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30"/>
                <a:gd name="T49" fmla="*/ 0 h 801"/>
                <a:gd name="T50" fmla="*/ 1330 w 1330"/>
                <a:gd name="T51" fmla="*/ 801 h 801"/>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30" h="801">
                  <a:moveTo>
                    <a:pt x="24" y="88"/>
                  </a:moveTo>
                  <a:lnTo>
                    <a:pt x="23" y="88"/>
                  </a:lnTo>
                  <a:lnTo>
                    <a:pt x="1286" y="801"/>
                  </a:lnTo>
                  <a:lnTo>
                    <a:pt x="1330" y="719"/>
                  </a:lnTo>
                  <a:lnTo>
                    <a:pt x="67" y="6"/>
                  </a:lnTo>
                  <a:lnTo>
                    <a:pt x="66" y="6"/>
                  </a:lnTo>
                  <a:lnTo>
                    <a:pt x="67" y="6"/>
                  </a:lnTo>
                  <a:lnTo>
                    <a:pt x="48" y="0"/>
                  </a:lnTo>
                  <a:lnTo>
                    <a:pt x="30" y="2"/>
                  </a:lnTo>
                  <a:lnTo>
                    <a:pt x="16" y="12"/>
                  </a:lnTo>
                  <a:lnTo>
                    <a:pt x="5" y="25"/>
                  </a:lnTo>
                  <a:lnTo>
                    <a:pt x="0" y="41"/>
                  </a:lnTo>
                  <a:lnTo>
                    <a:pt x="0" y="59"/>
                  </a:lnTo>
                  <a:lnTo>
                    <a:pt x="8" y="75"/>
                  </a:lnTo>
                  <a:lnTo>
                    <a:pt x="23" y="88"/>
                  </a:lnTo>
                  <a:lnTo>
                    <a:pt x="24"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8506" name="Freeform 40"/>
            <p:cNvSpPr>
              <a:spLocks/>
            </p:cNvSpPr>
            <p:nvPr/>
          </p:nvSpPr>
          <p:spPr bwMode="auto">
            <a:xfrm>
              <a:off x="1198" y="1439"/>
              <a:ext cx="161" cy="35"/>
            </a:xfrm>
            <a:custGeom>
              <a:avLst/>
              <a:gdLst>
                <a:gd name="T0" fmla="*/ 1 w 806"/>
                <a:gd name="T1" fmla="*/ 1 h 177"/>
                <a:gd name="T2" fmla="*/ 1 w 806"/>
                <a:gd name="T3" fmla="*/ 1 h 177"/>
                <a:gd name="T4" fmla="*/ 1 w 806"/>
                <a:gd name="T5" fmla="*/ 1 h 177"/>
                <a:gd name="T6" fmla="*/ 1 w 806"/>
                <a:gd name="T7" fmla="*/ 1 h 177"/>
                <a:gd name="T8" fmla="*/ 2 w 806"/>
                <a:gd name="T9" fmla="*/ 1 h 177"/>
                <a:gd name="T10" fmla="*/ 2 w 806"/>
                <a:gd name="T11" fmla="*/ 1 h 177"/>
                <a:gd name="T12" fmla="*/ 2 w 806"/>
                <a:gd name="T13" fmla="*/ 1 h 177"/>
                <a:gd name="T14" fmla="*/ 3 w 806"/>
                <a:gd name="T15" fmla="*/ 1 h 177"/>
                <a:gd name="T16" fmla="*/ 3 w 806"/>
                <a:gd name="T17" fmla="*/ 1 h 177"/>
                <a:gd name="T18" fmla="*/ 3 w 806"/>
                <a:gd name="T19" fmla="*/ 1 h 177"/>
                <a:gd name="T20" fmla="*/ 4 w 806"/>
                <a:gd name="T21" fmla="*/ 1 h 177"/>
                <a:gd name="T22" fmla="*/ 4 w 806"/>
                <a:gd name="T23" fmla="*/ 1 h 177"/>
                <a:gd name="T24" fmla="*/ 5 w 806"/>
                <a:gd name="T25" fmla="*/ 1 h 177"/>
                <a:gd name="T26" fmla="*/ 5 w 806"/>
                <a:gd name="T27" fmla="*/ 1 h 177"/>
                <a:gd name="T28" fmla="*/ 5 w 806"/>
                <a:gd name="T29" fmla="*/ 1 h 177"/>
                <a:gd name="T30" fmla="*/ 6 w 806"/>
                <a:gd name="T31" fmla="*/ 1 h 177"/>
                <a:gd name="T32" fmla="*/ 6 w 806"/>
                <a:gd name="T33" fmla="*/ 1 h 177"/>
                <a:gd name="T34" fmla="*/ 6 w 806"/>
                <a:gd name="T35" fmla="*/ 1 h 177"/>
                <a:gd name="T36" fmla="*/ 6 w 806"/>
                <a:gd name="T37" fmla="*/ 1 h 177"/>
                <a:gd name="T38" fmla="*/ 6 w 806"/>
                <a:gd name="T39" fmla="*/ 1 h 177"/>
                <a:gd name="T40" fmla="*/ 6 w 806"/>
                <a:gd name="T41" fmla="*/ 0 h 177"/>
                <a:gd name="T42" fmla="*/ 5 w 806"/>
                <a:gd name="T43" fmla="*/ 0 h 177"/>
                <a:gd name="T44" fmla="*/ 5 w 806"/>
                <a:gd name="T45" fmla="*/ 0 h 177"/>
                <a:gd name="T46" fmla="*/ 5 w 806"/>
                <a:gd name="T47" fmla="*/ 0 h 177"/>
                <a:gd name="T48" fmla="*/ 4 w 806"/>
                <a:gd name="T49" fmla="*/ 0 h 177"/>
                <a:gd name="T50" fmla="*/ 4 w 806"/>
                <a:gd name="T51" fmla="*/ 0 h 177"/>
                <a:gd name="T52" fmla="*/ 3 w 806"/>
                <a:gd name="T53" fmla="*/ 0 h 177"/>
                <a:gd name="T54" fmla="*/ 3 w 806"/>
                <a:gd name="T55" fmla="*/ 0 h 177"/>
                <a:gd name="T56" fmla="*/ 3 w 806"/>
                <a:gd name="T57" fmla="*/ 0 h 177"/>
                <a:gd name="T58" fmla="*/ 2 w 806"/>
                <a:gd name="T59" fmla="*/ 0 h 177"/>
                <a:gd name="T60" fmla="*/ 2 w 806"/>
                <a:gd name="T61" fmla="*/ 0 h 177"/>
                <a:gd name="T62" fmla="*/ 1 w 806"/>
                <a:gd name="T63" fmla="*/ 0 h 177"/>
                <a:gd name="T64" fmla="*/ 1 w 806"/>
                <a:gd name="T65" fmla="*/ 0 h 177"/>
                <a:gd name="T66" fmla="*/ 1 w 806"/>
                <a:gd name="T67" fmla="*/ 1 h 177"/>
                <a:gd name="T68" fmla="*/ 0 w 806"/>
                <a:gd name="T69" fmla="*/ 1 h 177"/>
                <a:gd name="T70" fmla="*/ 0 w 806"/>
                <a:gd name="T71" fmla="*/ 1 h 177"/>
                <a:gd name="T72" fmla="*/ 0 w 806"/>
                <a:gd name="T73" fmla="*/ 1 h 177"/>
                <a:gd name="T74" fmla="*/ 0 w 806"/>
                <a:gd name="T75" fmla="*/ 1 h 177"/>
                <a:gd name="T76" fmla="*/ 0 w 806"/>
                <a:gd name="T77" fmla="*/ 1 h 177"/>
                <a:gd name="T78" fmla="*/ 0 w 806"/>
                <a:gd name="T79" fmla="*/ 1 h 177"/>
                <a:gd name="T80" fmla="*/ 0 w 806"/>
                <a:gd name="T81" fmla="*/ 1 h 177"/>
                <a:gd name="T82" fmla="*/ 0 w 806"/>
                <a:gd name="T83" fmla="*/ 1 h 177"/>
                <a:gd name="T84" fmla="*/ 0 w 806"/>
                <a:gd name="T85" fmla="*/ 1 h 177"/>
                <a:gd name="T86" fmla="*/ 0 w 806"/>
                <a:gd name="T87" fmla="*/ 1 h 177"/>
                <a:gd name="T88" fmla="*/ 1 w 806"/>
                <a:gd name="T89" fmla="*/ 1 h 177"/>
                <a:gd name="T90" fmla="*/ 1 w 806"/>
                <a:gd name="T91" fmla="*/ 1 h 17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806"/>
                <a:gd name="T139" fmla="*/ 0 h 177"/>
                <a:gd name="T140" fmla="*/ 806 w 806"/>
                <a:gd name="T141" fmla="*/ 177 h 17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806" h="177">
                  <a:moveTo>
                    <a:pt x="67" y="171"/>
                  </a:moveTo>
                  <a:lnTo>
                    <a:pt x="68" y="171"/>
                  </a:lnTo>
                  <a:lnTo>
                    <a:pt x="109" y="151"/>
                  </a:lnTo>
                  <a:lnTo>
                    <a:pt x="151" y="135"/>
                  </a:lnTo>
                  <a:lnTo>
                    <a:pt x="196" y="122"/>
                  </a:lnTo>
                  <a:lnTo>
                    <a:pt x="242" y="110"/>
                  </a:lnTo>
                  <a:lnTo>
                    <a:pt x="287" y="102"/>
                  </a:lnTo>
                  <a:lnTo>
                    <a:pt x="335" y="97"/>
                  </a:lnTo>
                  <a:lnTo>
                    <a:pt x="382" y="95"/>
                  </a:lnTo>
                  <a:lnTo>
                    <a:pt x="430" y="94"/>
                  </a:lnTo>
                  <a:lnTo>
                    <a:pt x="477" y="97"/>
                  </a:lnTo>
                  <a:lnTo>
                    <a:pt x="524" y="102"/>
                  </a:lnTo>
                  <a:lnTo>
                    <a:pt x="568" y="108"/>
                  </a:lnTo>
                  <a:lnTo>
                    <a:pt x="612" y="117"/>
                  </a:lnTo>
                  <a:lnTo>
                    <a:pt x="654" y="128"/>
                  </a:lnTo>
                  <a:lnTo>
                    <a:pt x="693" y="141"/>
                  </a:lnTo>
                  <a:lnTo>
                    <a:pt x="730" y="155"/>
                  </a:lnTo>
                  <a:lnTo>
                    <a:pt x="764" y="171"/>
                  </a:lnTo>
                  <a:lnTo>
                    <a:pt x="806" y="89"/>
                  </a:lnTo>
                  <a:lnTo>
                    <a:pt x="768" y="70"/>
                  </a:lnTo>
                  <a:lnTo>
                    <a:pt x="725" y="54"/>
                  </a:lnTo>
                  <a:lnTo>
                    <a:pt x="680" y="39"/>
                  </a:lnTo>
                  <a:lnTo>
                    <a:pt x="633" y="26"/>
                  </a:lnTo>
                  <a:lnTo>
                    <a:pt x="585" y="16"/>
                  </a:lnTo>
                  <a:lnTo>
                    <a:pt x="536" y="8"/>
                  </a:lnTo>
                  <a:lnTo>
                    <a:pt x="484" y="3"/>
                  </a:lnTo>
                  <a:lnTo>
                    <a:pt x="433" y="0"/>
                  </a:lnTo>
                  <a:lnTo>
                    <a:pt x="380" y="1"/>
                  </a:lnTo>
                  <a:lnTo>
                    <a:pt x="328" y="3"/>
                  </a:lnTo>
                  <a:lnTo>
                    <a:pt x="276" y="10"/>
                  </a:lnTo>
                  <a:lnTo>
                    <a:pt x="223" y="19"/>
                  </a:lnTo>
                  <a:lnTo>
                    <a:pt x="172" y="30"/>
                  </a:lnTo>
                  <a:lnTo>
                    <a:pt x="121" y="46"/>
                  </a:lnTo>
                  <a:lnTo>
                    <a:pt x="72" y="67"/>
                  </a:lnTo>
                  <a:lnTo>
                    <a:pt x="24" y="89"/>
                  </a:lnTo>
                  <a:lnTo>
                    <a:pt x="25" y="89"/>
                  </a:lnTo>
                  <a:lnTo>
                    <a:pt x="24" y="89"/>
                  </a:lnTo>
                  <a:lnTo>
                    <a:pt x="8" y="102"/>
                  </a:lnTo>
                  <a:lnTo>
                    <a:pt x="0" y="118"/>
                  </a:lnTo>
                  <a:lnTo>
                    <a:pt x="0" y="136"/>
                  </a:lnTo>
                  <a:lnTo>
                    <a:pt x="6" y="152"/>
                  </a:lnTo>
                  <a:lnTo>
                    <a:pt x="17" y="165"/>
                  </a:lnTo>
                  <a:lnTo>
                    <a:pt x="31" y="175"/>
                  </a:lnTo>
                  <a:lnTo>
                    <a:pt x="48" y="177"/>
                  </a:lnTo>
                  <a:lnTo>
                    <a:pt x="68" y="171"/>
                  </a:lnTo>
                  <a:lnTo>
                    <a:pt x="67" y="1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8507" name="Freeform 41"/>
            <p:cNvSpPr>
              <a:spLocks/>
            </p:cNvSpPr>
            <p:nvPr/>
          </p:nvSpPr>
          <p:spPr bwMode="auto">
            <a:xfrm>
              <a:off x="931" y="1456"/>
              <a:ext cx="280" cy="158"/>
            </a:xfrm>
            <a:custGeom>
              <a:avLst/>
              <a:gdLst>
                <a:gd name="T0" fmla="*/ 1 w 1402"/>
                <a:gd name="T1" fmla="*/ 6 h 787"/>
                <a:gd name="T2" fmla="*/ 1 w 1402"/>
                <a:gd name="T3" fmla="*/ 6 h 787"/>
                <a:gd name="T4" fmla="*/ 11 w 1402"/>
                <a:gd name="T5" fmla="*/ 1 h 787"/>
                <a:gd name="T6" fmla="*/ 11 w 1402"/>
                <a:gd name="T7" fmla="*/ 0 h 787"/>
                <a:gd name="T8" fmla="*/ 0 w 1402"/>
                <a:gd name="T9" fmla="*/ 6 h 787"/>
                <a:gd name="T10" fmla="*/ 0 w 1402"/>
                <a:gd name="T11" fmla="*/ 6 h 787"/>
                <a:gd name="T12" fmla="*/ 0 w 1402"/>
                <a:gd name="T13" fmla="*/ 6 h 787"/>
                <a:gd name="T14" fmla="*/ 0 w 1402"/>
                <a:gd name="T15" fmla="*/ 6 h 787"/>
                <a:gd name="T16" fmla="*/ 0 w 1402"/>
                <a:gd name="T17" fmla="*/ 6 h 787"/>
                <a:gd name="T18" fmla="*/ 0 w 1402"/>
                <a:gd name="T19" fmla="*/ 6 h 787"/>
                <a:gd name="T20" fmla="*/ 0 w 1402"/>
                <a:gd name="T21" fmla="*/ 6 h 787"/>
                <a:gd name="T22" fmla="*/ 0 w 1402"/>
                <a:gd name="T23" fmla="*/ 6 h 787"/>
                <a:gd name="T24" fmla="*/ 0 w 1402"/>
                <a:gd name="T25" fmla="*/ 6 h 787"/>
                <a:gd name="T26" fmla="*/ 0 w 1402"/>
                <a:gd name="T27" fmla="*/ 6 h 787"/>
                <a:gd name="T28" fmla="*/ 1 w 1402"/>
                <a:gd name="T29" fmla="*/ 6 h 787"/>
                <a:gd name="T30" fmla="*/ 1 w 1402"/>
                <a:gd name="T31" fmla="*/ 6 h 78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02"/>
                <a:gd name="T49" fmla="*/ 0 h 787"/>
                <a:gd name="T50" fmla="*/ 1402 w 1402"/>
                <a:gd name="T51" fmla="*/ 787 h 78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02" h="787">
                  <a:moveTo>
                    <a:pt x="69" y="781"/>
                  </a:moveTo>
                  <a:lnTo>
                    <a:pt x="66" y="781"/>
                  </a:lnTo>
                  <a:lnTo>
                    <a:pt x="1402" y="82"/>
                  </a:lnTo>
                  <a:lnTo>
                    <a:pt x="1360" y="0"/>
                  </a:lnTo>
                  <a:lnTo>
                    <a:pt x="24" y="699"/>
                  </a:lnTo>
                  <a:lnTo>
                    <a:pt x="22" y="699"/>
                  </a:lnTo>
                  <a:lnTo>
                    <a:pt x="24" y="699"/>
                  </a:lnTo>
                  <a:lnTo>
                    <a:pt x="8" y="712"/>
                  </a:lnTo>
                  <a:lnTo>
                    <a:pt x="1" y="727"/>
                  </a:lnTo>
                  <a:lnTo>
                    <a:pt x="0" y="744"/>
                  </a:lnTo>
                  <a:lnTo>
                    <a:pt x="5" y="761"/>
                  </a:lnTo>
                  <a:lnTo>
                    <a:pt x="15" y="775"/>
                  </a:lnTo>
                  <a:lnTo>
                    <a:pt x="30" y="784"/>
                  </a:lnTo>
                  <a:lnTo>
                    <a:pt x="46" y="787"/>
                  </a:lnTo>
                  <a:lnTo>
                    <a:pt x="66" y="781"/>
                  </a:lnTo>
                  <a:lnTo>
                    <a:pt x="69" y="7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8508" name="Freeform 42"/>
            <p:cNvSpPr>
              <a:spLocks/>
            </p:cNvSpPr>
            <p:nvPr/>
          </p:nvSpPr>
          <p:spPr bwMode="auto">
            <a:xfrm>
              <a:off x="868" y="1596"/>
              <a:ext cx="77" cy="126"/>
            </a:xfrm>
            <a:custGeom>
              <a:avLst/>
              <a:gdLst>
                <a:gd name="T0" fmla="*/ 1 w 382"/>
                <a:gd name="T1" fmla="*/ 5 h 628"/>
                <a:gd name="T2" fmla="*/ 1 w 382"/>
                <a:gd name="T3" fmla="*/ 5 h 628"/>
                <a:gd name="T4" fmla="*/ 1 w 382"/>
                <a:gd name="T5" fmla="*/ 4 h 628"/>
                <a:gd name="T6" fmla="*/ 1 w 382"/>
                <a:gd name="T7" fmla="*/ 4 h 628"/>
                <a:gd name="T8" fmla="*/ 1 w 382"/>
                <a:gd name="T9" fmla="*/ 4 h 628"/>
                <a:gd name="T10" fmla="*/ 1 w 382"/>
                <a:gd name="T11" fmla="*/ 3 h 628"/>
                <a:gd name="T12" fmla="*/ 1 w 382"/>
                <a:gd name="T13" fmla="*/ 3 h 628"/>
                <a:gd name="T14" fmla="*/ 1 w 382"/>
                <a:gd name="T15" fmla="*/ 3 h 628"/>
                <a:gd name="T16" fmla="*/ 1 w 382"/>
                <a:gd name="T17" fmla="*/ 3 h 628"/>
                <a:gd name="T18" fmla="*/ 1 w 382"/>
                <a:gd name="T19" fmla="*/ 2 h 628"/>
                <a:gd name="T20" fmla="*/ 2 w 382"/>
                <a:gd name="T21" fmla="*/ 2 h 628"/>
                <a:gd name="T22" fmla="*/ 2 w 382"/>
                <a:gd name="T23" fmla="*/ 2 h 628"/>
                <a:gd name="T24" fmla="*/ 2 w 382"/>
                <a:gd name="T25" fmla="*/ 2 h 628"/>
                <a:gd name="T26" fmla="*/ 2 w 382"/>
                <a:gd name="T27" fmla="*/ 1 h 628"/>
                <a:gd name="T28" fmla="*/ 2 w 382"/>
                <a:gd name="T29" fmla="*/ 1 h 628"/>
                <a:gd name="T30" fmla="*/ 3 w 382"/>
                <a:gd name="T31" fmla="*/ 1 h 628"/>
                <a:gd name="T32" fmla="*/ 3 w 382"/>
                <a:gd name="T33" fmla="*/ 1 h 628"/>
                <a:gd name="T34" fmla="*/ 3 w 382"/>
                <a:gd name="T35" fmla="*/ 1 h 628"/>
                <a:gd name="T36" fmla="*/ 3 w 382"/>
                <a:gd name="T37" fmla="*/ 0 h 628"/>
                <a:gd name="T38" fmla="*/ 2 w 382"/>
                <a:gd name="T39" fmla="*/ 0 h 628"/>
                <a:gd name="T40" fmla="*/ 2 w 382"/>
                <a:gd name="T41" fmla="*/ 0 h 628"/>
                <a:gd name="T42" fmla="*/ 2 w 382"/>
                <a:gd name="T43" fmla="*/ 1 h 628"/>
                <a:gd name="T44" fmla="*/ 2 w 382"/>
                <a:gd name="T45" fmla="*/ 1 h 628"/>
                <a:gd name="T46" fmla="*/ 1 w 382"/>
                <a:gd name="T47" fmla="*/ 1 h 628"/>
                <a:gd name="T48" fmla="*/ 1 w 382"/>
                <a:gd name="T49" fmla="*/ 1 h 628"/>
                <a:gd name="T50" fmla="*/ 1 w 382"/>
                <a:gd name="T51" fmla="*/ 2 h 628"/>
                <a:gd name="T52" fmla="*/ 1 w 382"/>
                <a:gd name="T53" fmla="*/ 2 h 628"/>
                <a:gd name="T54" fmla="*/ 1 w 382"/>
                <a:gd name="T55" fmla="*/ 2 h 628"/>
                <a:gd name="T56" fmla="*/ 0 w 382"/>
                <a:gd name="T57" fmla="*/ 3 h 628"/>
                <a:gd name="T58" fmla="*/ 0 w 382"/>
                <a:gd name="T59" fmla="*/ 3 h 628"/>
                <a:gd name="T60" fmla="*/ 0 w 382"/>
                <a:gd name="T61" fmla="*/ 3 h 628"/>
                <a:gd name="T62" fmla="*/ 0 w 382"/>
                <a:gd name="T63" fmla="*/ 4 h 628"/>
                <a:gd name="T64" fmla="*/ 0 w 382"/>
                <a:gd name="T65" fmla="*/ 4 h 628"/>
                <a:gd name="T66" fmla="*/ 0 w 382"/>
                <a:gd name="T67" fmla="*/ 4 h 628"/>
                <a:gd name="T68" fmla="*/ 0 w 382"/>
                <a:gd name="T69" fmla="*/ 5 h 628"/>
                <a:gd name="T70" fmla="*/ 0 w 382"/>
                <a:gd name="T71" fmla="*/ 5 h 628"/>
                <a:gd name="T72" fmla="*/ 0 w 382"/>
                <a:gd name="T73" fmla="*/ 5 h 628"/>
                <a:gd name="T74" fmla="*/ 0 w 382"/>
                <a:gd name="T75" fmla="*/ 5 h 628"/>
                <a:gd name="T76" fmla="*/ 0 w 382"/>
                <a:gd name="T77" fmla="*/ 5 h 628"/>
                <a:gd name="T78" fmla="*/ 0 w 382"/>
                <a:gd name="T79" fmla="*/ 5 h 628"/>
                <a:gd name="T80" fmla="*/ 0 w 382"/>
                <a:gd name="T81" fmla="*/ 5 h 628"/>
                <a:gd name="T82" fmla="*/ 1 w 382"/>
                <a:gd name="T83" fmla="*/ 5 h 628"/>
                <a:gd name="T84" fmla="*/ 1 w 382"/>
                <a:gd name="T85" fmla="*/ 5 h 628"/>
                <a:gd name="T86" fmla="*/ 1 w 382"/>
                <a:gd name="T87" fmla="*/ 5 h 628"/>
                <a:gd name="T88" fmla="*/ 1 w 382"/>
                <a:gd name="T89" fmla="*/ 5 h 628"/>
                <a:gd name="T90" fmla="*/ 1 w 382"/>
                <a:gd name="T91" fmla="*/ 5 h 628"/>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382"/>
                <a:gd name="T139" fmla="*/ 0 h 628"/>
                <a:gd name="T140" fmla="*/ 382 w 382"/>
                <a:gd name="T141" fmla="*/ 628 h 628"/>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382" h="628">
                  <a:moveTo>
                    <a:pt x="94" y="581"/>
                  </a:moveTo>
                  <a:lnTo>
                    <a:pt x="94" y="582"/>
                  </a:lnTo>
                  <a:lnTo>
                    <a:pt x="96" y="541"/>
                  </a:lnTo>
                  <a:lnTo>
                    <a:pt x="99" y="500"/>
                  </a:lnTo>
                  <a:lnTo>
                    <a:pt x="106" y="463"/>
                  </a:lnTo>
                  <a:lnTo>
                    <a:pt x="115" y="424"/>
                  </a:lnTo>
                  <a:lnTo>
                    <a:pt x="127" y="389"/>
                  </a:lnTo>
                  <a:lnTo>
                    <a:pt x="140" y="353"/>
                  </a:lnTo>
                  <a:lnTo>
                    <a:pt x="156" y="320"/>
                  </a:lnTo>
                  <a:lnTo>
                    <a:pt x="173" y="287"/>
                  </a:lnTo>
                  <a:lnTo>
                    <a:pt x="193" y="255"/>
                  </a:lnTo>
                  <a:lnTo>
                    <a:pt x="214" y="226"/>
                  </a:lnTo>
                  <a:lnTo>
                    <a:pt x="238" y="198"/>
                  </a:lnTo>
                  <a:lnTo>
                    <a:pt x="263" y="172"/>
                  </a:lnTo>
                  <a:lnTo>
                    <a:pt x="290" y="146"/>
                  </a:lnTo>
                  <a:lnTo>
                    <a:pt x="318" y="122"/>
                  </a:lnTo>
                  <a:lnTo>
                    <a:pt x="349" y="101"/>
                  </a:lnTo>
                  <a:lnTo>
                    <a:pt x="382" y="82"/>
                  </a:lnTo>
                  <a:lnTo>
                    <a:pt x="335" y="0"/>
                  </a:lnTo>
                  <a:lnTo>
                    <a:pt x="297" y="23"/>
                  </a:lnTo>
                  <a:lnTo>
                    <a:pt x="262" y="49"/>
                  </a:lnTo>
                  <a:lnTo>
                    <a:pt x="229" y="76"/>
                  </a:lnTo>
                  <a:lnTo>
                    <a:pt x="198" y="104"/>
                  </a:lnTo>
                  <a:lnTo>
                    <a:pt x="167" y="137"/>
                  </a:lnTo>
                  <a:lnTo>
                    <a:pt x="142" y="170"/>
                  </a:lnTo>
                  <a:lnTo>
                    <a:pt x="116" y="204"/>
                  </a:lnTo>
                  <a:lnTo>
                    <a:pt x="94" y="240"/>
                  </a:lnTo>
                  <a:lnTo>
                    <a:pt x="74" y="278"/>
                  </a:lnTo>
                  <a:lnTo>
                    <a:pt x="54" y="317"/>
                  </a:lnTo>
                  <a:lnTo>
                    <a:pt x="38" y="359"/>
                  </a:lnTo>
                  <a:lnTo>
                    <a:pt x="26" y="401"/>
                  </a:lnTo>
                  <a:lnTo>
                    <a:pt x="15" y="444"/>
                  </a:lnTo>
                  <a:lnTo>
                    <a:pt x="8" y="489"/>
                  </a:lnTo>
                  <a:lnTo>
                    <a:pt x="2" y="534"/>
                  </a:lnTo>
                  <a:lnTo>
                    <a:pt x="0" y="580"/>
                  </a:lnTo>
                  <a:lnTo>
                    <a:pt x="0" y="581"/>
                  </a:lnTo>
                  <a:lnTo>
                    <a:pt x="0" y="580"/>
                  </a:lnTo>
                  <a:lnTo>
                    <a:pt x="3" y="600"/>
                  </a:lnTo>
                  <a:lnTo>
                    <a:pt x="14" y="615"/>
                  </a:lnTo>
                  <a:lnTo>
                    <a:pt x="29" y="625"/>
                  </a:lnTo>
                  <a:lnTo>
                    <a:pt x="45" y="628"/>
                  </a:lnTo>
                  <a:lnTo>
                    <a:pt x="63" y="626"/>
                  </a:lnTo>
                  <a:lnTo>
                    <a:pt x="78" y="616"/>
                  </a:lnTo>
                  <a:lnTo>
                    <a:pt x="89" y="602"/>
                  </a:lnTo>
                  <a:lnTo>
                    <a:pt x="94" y="582"/>
                  </a:lnTo>
                  <a:lnTo>
                    <a:pt x="94" y="5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8509" name="Freeform 43"/>
            <p:cNvSpPr>
              <a:spLocks/>
            </p:cNvSpPr>
            <p:nvPr/>
          </p:nvSpPr>
          <p:spPr bwMode="auto">
            <a:xfrm>
              <a:off x="868" y="1712"/>
              <a:ext cx="19" cy="364"/>
            </a:xfrm>
            <a:custGeom>
              <a:avLst/>
              <a:gdLst>
                <a:gd name="T0" fmla="*/ 1 w 94"/>
                <a:gd name="T1" fmla="*/ 14 h 1818"/>
                <a:gd name="T2" fmla="*/ 1 w 94"/>
                <a:gd name="T3" fmla="*/ 14 h 1818"/>
                <a:gd name="T4" fmla="*/ 1 w 94"/>
                <a:gd name="T5" fmla="*/ 0 h 1818"/>
                <a:gd name="T6" fmla="*/ 0 w 94"/>
                <a:gd name="T7" fmla="*/ 0 h 1818"/>
                <a:gd name="T8" fmla="*/ 0 w 94"/>
                <a:gd name="T9" fmla="*/ 14 h 1818"/>
                <a:gd name="T10" fmla="*/ 0 w 94"/>
                <a:gd name="T11" fmla="*/ 14 h 1818"/>
                <a:gd name="T12" fmla="*/ 0 w 94"/>
                <a:gd name="T13" fmla="*/ 14 h 1818"/>
                <a:gd name="T14" fmla="*/ 0 w 94"/>
                <a:gd name="T15" fmla="*/ 14 h 1818"/>
                <a:gd name="T16" fmla="*/ 0 w 94"/>
                <a:gd name="T17" fmla="*/ 14 h 1818"/>
                <a:gd name="T18" fmla="*/ 0 w 94"/>
                <a:gd name="T19" fmla="*/ 15 h 1818"/>
                <a:gd name="T20" fmla="*/ 0 w 94"/>
                <a:gd name="T21" fmla="*/ 15 h 1818"/>
                <a:gd name="T22" fmla="*/ 1 w 94"/>
                <a:gd name="T23" fmla="*/ 15 h 1818"/>
                <a:gd name="T24" fmla="*/ 1 w 94"/>
                <a:gd name="T25" fmla="*/ 14 h 1818"/>
                <a:gd name="T26" fmla="*/ 1 w 94"/>
                <a:gd name="T27" fmla="*/ 14 h 1818"/>
                <a:gd name="T28" fmla="*/ 1 w 94"/>
                <a:gd name="T29" fmla="*/ 14 h 1818"/>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94"/>
                <a:gd name="T46" fmla="*/ 0 h 1818"/>
                <a:gd name="T47" fmla="*/ 94 w 94"/>
                <a:gd name="T48" fmla="*/ 1818 h 1818"/>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94" h="1818">
                  <a:moveTo>
                    <a:pt x="94" y="1771"/>
                  </a:moveTo>
                  <a:lnTo>
                    <a:pt x="94" y="1771"/>
                  </a:lnTo>
                  <a:lnTo>
                    <a:pt x="94" y="0"/>
                  </a:lnTo>
                  <a:lnTo>
                    <a:pt x="0" y="0"/>
                  </a:lnTo>
                  <a:lnTo>
                    <a:pt x="0" y="1771"/>
                  </a:lnTo>
                  <a:lnTo>
                    <a:pt x="3" y="1791"/>
                  </a:lnTo>
                  <a:lnTo>
                    <a:pt x="15" y="1806"/>
                  </a:lnTo>
                  <a:lnTo>
                    <a:pt x="29" y="1814"/>
                  </a:lnTo>
                  <a:lnTo>
                    <a:pt x="47" y="1818"/>
                  </a:lnTo>
                  <a:lnTo>
                    <a:pt x="64" y="1814"/>
                  </a:lnTo>
                  <a:lnTo>
                    <a:pt x="79" y="1806"/>
                  </a:lnTo>
                  <a:lnTo>
                    <a:pt x="90" y="1791"/>
                  </a:lnTo>
                  <a:lnTo>
                    <a:pt x="94" y="17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8510" name="Freeform 44"/>
            <p:cNvSpPr>
              <a:spLocks/>
            </p:cNvSpPr>
            <p:nvPr/>
          </p:nvSpPr>
          <p:spPr bwMode="auto">
            <a:xfrm>
              <a:off x="868" y="2067"/>
              <a:ext cx="90" cy="160"/>
            </a:xfrm>
            <a:custGeom>
              <a:avLst/>
              <a:gdLst>
                <a:gd name="T0" fmla="*/ 3 w 449"/>
                <a:gd name="T1" fmla="*/ 6 h 803"/>
                <a:gd name="T2" fmla="*/ 3 w 449"/>
                <a:gd name="T3" fmla="*/ 6 h 803"/>
                <a:gd name="T4" fmla="*/ 3 w 449"/>
                <a:gd name="T5" fmla="*/ 5 h 803"/>
                <a:gd name="T6" fmla="*/ 3 w 449"/>
                <a:gd name="T7" fmla="*/ 5 h 803"/>
                <a:gd name="T8" fmla="*/ 3 w 449"/>
                <a:gd name="T9" fmla="*/ 5 h 803"/>
                <a:gd name="T10" fmla="*/ 2 w 449"/>
                <a:gd name="T11" fmla="*/ 5 h 803"/>
                <a:gd name="T12" fmla="*/ 2 w 449"/>
                <a:gd name="T13" fmla="*/ 4 h 803"/>
                <a:gd name="T14" fmla="*/ 2 w 449"/>
                <a:gd name="T15" fmla="*/ 4 h 803"/>
                <a:gd name="T16" fmla="*/ 2 w 449"/>
                <a:gd name="T17" fmla="*/ 4 h 803"/>
                <a:gd name="T18" fmla="*/ 2 w 449"/>
                <a:gd name="T19" fmla="*/ 3 h 803"/>
                <a:gd name="T20" fmla="*/ 1 w 449"/>
                <a:gd name="T21" fmla="*/ 3 h 803"/>
                <a:gd name="T22" fmla="*/ 1 w 449"/>
                <a:gd name="T23" fmla="*/ 2 h 803"/>
                <a:gd name="T24" fmla="*/ 1 w 449"/>
                <a:gd name="T25" fmla="*/ 2 h 803"/>
                <a:gd name="T26" fmla="*/ 1 w 449"/>
                <a:gd name="T27" fmla="*/ 2 h 803"/>
                <a:gd name="T28" fmla="*/ 1 w 449"/>
                <a:gd name="T29" fmla="*/ 1 h 803"/>
                <a:gd name="T30" fmla="*/ 1 w 449"/>
                <a:gd name="T31" fmla="*/ 1 h 803"/>
                <a:gd name="T32" fmla="*/ 1 w 449"/>
                <a:gd name="T33" fmla="*/ 0 h 803"/>
                <a:gd name="T34" fmla="*/ 1 w 449"/>
                <a:gd name="T35" fmla="*/ 0 h 803"/>
                <a:gd name="T36" fmla="*/ 0 w 449"/>
                <a:gd name="T37" fmla="*/ 0 h 803"/>
                <a:gd name="T38" fmla="*/ 0 w 449"/>
                <a:gd name="T39" fmla="*/ 0 h 803"/>
                <a:gd name="T40" fmla="*/ 0 w 449"/>
                <a:gd name="T41" fmla="*/ 1 h 803"/>
                <a:gd name="T42" fmla="*/ 0 w 449"/>
                <a:gd name="T43" fmla="*/ 1 h 803"/>
                <a:gd name="T44" fmla="*/ 0 w 449"/>
                <a:gd name="T45" fmla="*/ 2 h 803"/>
                <a:gd name="T46" fmla="*/ 0 w 449"/>
                <a:gd name="T47" fmla="*/ 2 h 803"/>
                <a:gd name="T48" fmla="*/ 0 w 449"/>
                <a:gd name="T49" fmla="*/ 3 h 803"/>
                <a:gd name="T50" fmla="*/ 1 w 449"/>
                <a:gd name="T51" fmla="*/ 3 h 803"/>
                <a:gd name="T52" fmla="*/ 1 w 449"/>
                <a:gd name="T53" fmla="*/ 4 h 803"/>
                <a:gd name="T54" fmla="*/ 1 w 449"/>
                <a:gd name="T55" fmla="*/ 4 h 803"/>
                <a:gd name="T56" fmla="*/ 1 w 449"/>
                <a:gd name="T57" fmla="*/ 4 h 803"/>
                <a:gd name="T58" fmla="*/ 2 w 449"/>
                <a:gd name="T59" fmla="*/ 5 h 803"/>
                <a:gd name="T60" fmla="*/ 2 w 449"/>
                <a:gd name="T61" fmla="*/ 5 h 803"/>
                <a:gd name="T62" fmla="*/ 2 w 449"/>
                <a:gd name="T63" fmla="*/ 5 h 803"/>
                <a:gd name="T64" fmla="*/ 2 w 449"/>
                <a:gd name="T65" fmla="*/ 6 h 803"/>
                <a:gd name="T66" fmla="*/ 3 w 449"/>
                <a:gd name="T67" fmla="*/ 6 h 803"/>
                <a:gd name="T68" fmla="*/ 3 w 449"/>
                <a:gd name="T69" fmla="*/ 6 h 803"/>
                <a:gd name="T70" fmla="*/ 3 w 449"/>
                <a:gd name="T71" fmla="*/ 6 h 803"/>
                <a:gd name="T72" fmla="*/ 3 w 449"/>
                <a:gd name="T73" fmla="*/ 6 h 803"/>
                <a:gd name="T74" fmla="*/ 3 w 449"/>
                <a:gd name="T75" fmla="*/ 6 h 803"/>
                <a:gd name="T76" fmla="*/ 3 w 449"/>
                <a:gd name="T77" fmla="*/ 6 h 803"/>
                <a:gd name="T78" fmla="*/ 3 w 449"/>
                <a:gd name="T79" fmla="*/ 6 h 803"/>
                <a:gd name="T80" fmla="*/ 4 w 449"/>
                <a:gd name="T81" fmla="*/ 6 h 803"/>
                <a:gd name="T82" fmla="*/ 4 w 449"/>
                <a:gd name="T83" fmla="*/ 6 h 803"/>
                <a:gd name="T84" fmla="*/ 4 w 449"/>
                <a:gd name="T85" fmla="*/ 6 h 803"/>
                <a:gd name="T86" fmla="*/ 4 w 449"/>
                <a:gd name="T87" fmla="*/ 6 h 803"/>
                <a:gd name="T88" fmla="*/ 3 w 449"/>
                <a:gd name="T89" fmla="*/ 6 h 803"/>
                <a:gd name="T90" fmla="*/ 3 w 449"/>
                <a:gd name="T91" fmla="*/ 6 h 80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449"/>
                <a:gd name="T139" fmla="*/ 0 h 803"/>
                <a:gd name="T140" fmla="*/ 449 w 449"/>
                <a:gd name="T141" fmla="*/ 803 h 80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449" h="803">
                  <a:moveTo>
                    <a:pt x="426" y="717"/>
                  </a:moveTo>
                  <a:lnTo>
                    <a:pt x="427" y="717"/>
                  </a:lnTo>
                  <a:lnTo>
                    <a:pt x="395" y="693"/>
                  </a:lnTo>
                  <a:lnTo>
                    <a:pt x="361" y="662"/>
                  </a:lnTo>
                  <a:lnTo>
                    <a:pt x="329" y="628"/>
                  </a:lnTo>
                  <a:lnTo>
                    <a:pt x="299" y="591"/>
                  </a:lnTo>
                  <a:lnTo>
                    <a:pt x="269" y="551"/>
                  </a:lnTo>
                  <a:lnTo>
                    <a:pt x="241" y="507"/>
                  </a:lnTo>
                  <a:lnTo>
                    <a:pt x="215" y="460"/>
                  </a:lnTo>
                  <a:lnTo>
                    <a:pt x="191" y="412"/>
                  </a:lnTo>
                  <a:lnTo>
                    <a:pt x="170" y="363"/>
                  </a:lnTo>
                  <a:lnTo>
                    <a:pt x="151" y="312"/>
                  </a:lnTo>
                  <a:lnTo>
                    <a:pt x="133" y="259"/>
                  </a:lnTo>
                  <a:lnTo>
                    <a:pt x="119" y="207"/>
                  </a:lnTo>
                  <a:lnTo>
                    <a:pt x="108" y="156"/>
                  </a:lnTo>
                  <a:lnTo>
                    <a:pt x="101" y="103"/>
                  </a:lnTo>
                  <a:lnTo>
                    <a:pt x="96" y="51"/>
                  </a:lnTo>
                  <a:lnTo>
                    <a:pt x="94" y="0"/>
                  </a:lnTo>
                  <a:lnTo>
                    <a:pt x="0" y="0"/>
                  </a:lnTo>
                  <a:lnTo>
                    <a:pt x="2" y="56"/>
                  </a:lnTo>
                  <a:lnTo>
                    <a:pt x="7" y="115"/>
                  </a:lnTo>
                  <a:lnTo>
                    <a:pt x="16" y="172"/>
                  </a:lnTo>
                  <a:lnTo>
                    <a:pt x="28" y="231"/>
                  </a:lnTo>
                  <a:lnTo>
                    <a:pt x="44" y="287"/>
                  </a:lnTo>
                  <a:lnTo>
                    <a:pt x="62" y="342"/>
                  </a:lnTo>
                  <a:lnTo>
                    <a:pt x="83" y="398"/>
                  </a:lnTo>
                  <a:lnTo>
                    <a:pt x="106" y="452"/>
                  </a:lnTo>
                  <a:lnTo>
                    <a:pt x="133" y="505"/>
                  </a:lnTo>
                  <a:lnTo>
                    <a:pt x="161" y="554"/>
                  </a:lnTo>
                  <a:lnTo>
                    <a:pt x="192" y="602"/>
                  </a:lnTo>
                  <a:lnTo>
                    <a:pt x="224" y="647"/>
                  </a:lnTo>
                  <a:lnTo>
                    <a:pt x="259" y="689"/>
                  </a:lnTo>
                  <a:lnTo>
                    <a:pt x="295" y="728"/>
                  </a:lnTo>
                  <a:lnTo>
                    <a:pt x="334" y="763"/>
                  </a:lnTo>
                  <a:lnTo>
                    <a:pt x="374" y="795"/>
                  </a:lnTo>
                  <a:lnTo>
                    <a:pt x="375" y="795"/>
                  </a:lnTo>
                  <a:lnTo>
                    <a:pt x="374" y="795"/>
                  </a:lnTo>
                  <a:lnTo>
                    <a:pt x="392" y="803"/>
                  </a:lnTo>
                  <a:lnTo>
                    <a:pt x="411" y="803"/>
                  </a:lnTo>
                  <a:lnTo>
                    <a:pt x="426" y="795"/>
                  </a:lnTo>
                  <a:lnTo>
                    <a:pt x="439" y="782"/>
                  </a:lnTo>
                  <a:lnTo>
                    <a:pt x="446" y="766"/>
                  </a:lnTo>
                  <a:lnTo>
                    <a:pt x="449" y="749"/>
                  </a:lnTo>
                  <a:lnTo>
                    <a:pt x="441" y="732"/>
                  </a:lnTo>
                  <a:lnTo>
                    <a:pt x="427" y="717"/>
                  </a:lnTo>
                  <a:lnTo>
                    <a:pt x="426" y="71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8511" name="Freeform 45"/>
            <p:cNvSpPr>
              <a:spLocks/>
            </p:cNvSpPr>
            <p:nvPr/>
          </p:nvSpPr>
          <p:spPr bwMode="auto">
            <a:xfrm>
              <a:off x="883" y="1673"/>
              <a:ext cx="379" cy="690"/>
            </a:xfrm>
            <a:custGeom>
              <a:avLst/>
              <a:gdLst>
                <a:gd name="T0" fmla="*/ 12 w 1897"/>
                <a:gd name="T1" fmla="*/ 6 h 3450"/>
                <a:gd name="T2" fmla="*/ 13 w 1897"/>
                <a:gd name="T3" fmla="*/ 7 h 3450"/>
                <a:gd name="T4" fmla="*/ 13 w 1897"/>
                <a:gd name="T5" fmla="*/ 7 h 3450"/>
                <a:gd name="T6" fmla="*/ 14 w 1897"/>
                <a:gd name="T7" fmla="*/ 8 h 3450"/>
                <a:gd name="T8" fmla="*/ 14 w 1897"/>
                <a:gd name="T9" fmla="*/ 9 h 3450"/>
                <a:gd name="T10" fmla="*/ 15 w 1897"/>
                <a:gd name="T11" fmla="*/ 10 h 3450"/>
                <a:gd name="T12" fmla="*/ 15 w 1897"/>
                <a:gd name="T13" fmla="*/ 11 h 3450"/>
                <a:gd name="T14" fmla="*/ 15 w 1897"/>
                <a:gd name="T15" fmla="*/ 11 h 3450"/>
                <a:gd name="T16" fmla="*/ 15 w 1897"/>
                <a:gd name="T17" fmla="*/ 12 h 3450"/>
                <a:gd name="T18" fmla="*/ 15 w 1897"/>
                <a:gd name="T19" fmla="*/ 26 h 3450"/>
                <a:gd name="T20" fmla="*/ 15 w 1897"/>
                <a:gd name="T21" fmla="*/ 26 h 3450"/>
                <a:gd name="T22" fmla="*/ 15 w 1897"/>
                <a:gd name="T23" fmla="*/ 27 h 3450"/>
                <a:gd name="T24" fmla="*/ 15 w 1897"/>
                <a:gd name="T25" fmla="*/ 27 h 3450"/>
                <a:gd name="T26" fmla="*/ 14 w 1897"/>
                <a:gd name="T27" fmla="*/ 27 h 3450"/>
                <a:gd name="T28" fmla="*/ 14 w 1897"/>
                <a:gd name="T29" fmla="*/ 28 h 3450"/>
                <a:gd name="T30" fmla="*/ 13 w 1897"/>
                <a:gd name="T31" fmla="*/ 28 h 3450"/>
                <a:gd name="T32" fmla="*/ 13 w 1897"/>
                <a:gd name="T33" fmla="*/ 27 h 3450"/>
                <a:gd name="T34" fmla="*/ 3 w 1897"/>
                <a:gd name="T35" fmla="*/ 21 h 3450"/>
                <a:gd name="T36" fmla="*/ 2 w 1897"/>
                <a:gd name="T37" fmla="*/ 21 h 3450"/>
                <a:gd name="T38" fmla="*/ 2 w 1897"/>
                <a:gd name="T39" fmla="*/ 20 h 3450"/>
                <a:gd name="T40" fmla="*/ 1 w 1897"/>
                <a:gd name="T41" fmla="*/ 19 h 3450"/>
                <a:gd name="T42" fmla="*/ 1 w 1897"/>
                <a:gd name="T43" fmla="*/ 19 h 3450"/>
                <a:gd name="T44" fmla="*/ 0 w 1897"/>
                <a:gd name="T45" fmla="*/ 18 h 3450"/>
                <a:gd name="T46" fmla="*/ 0 w 1897"/>
                <a:gd name="T47" fmla="*/ 17 h 3450"/>
                <a:gd name="T48" fmla="*/ 0 w 1897"/>
                <a:gd name="T49" fmla="*/ 16 h 3450"/>
                <a:gd name="T50" fmla="*/ 0 w 1897"/>
                <a:gd name="T51" fmla="*/ 15 h 3450"/>
                <a:gd name="T52" fmla="*/ 0 w 1897"/>
                <a:gd name="T53" fmla="*/ 2 h 3450"/>
                <a:gd name="T54" fmla="*/ 0 w 1897"/>
                <a:gd name="T55" fmla="*/ 1 h 3450"/>
                <a:gd name="T56" fmla="*/ 0 w 1897"/>
                <a:gd name="T57" fmla="*/ 1 h 3450"/>
                <a:gd name="T58" fmla="*/ 1 w 1897"/>
                <a:gd name="T59" fmla="*/ 0 h 3450"/>
                <a:gd name="T60" fmla="*/ 1 w 1897"/>
                <a:gd name="T61" fmla="*/ 0 h 3450"/>
                <a:gd name="T62" fmla="*/ 1 w 1897"/>
                <a:gd name="T63" fmla="*/ 0 h 3450"/>
                <a:gd name="T64" fmla="*/ 2 w 1897"/>
                <a:gd name="T65" fmla="*/ 0 h 3450"/>
                <a:gd name="T66" fmla="*/ 3 w 1897"/>
                <a:gd name="T67" fmla="*/ 0 h 3450"/>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897"/>
                <a:gd name="T103" fmla="*/ 0 h 3450"/>
                <a:gd name="T104" fmla="*/ 1897 w 1897"/>
                <a:gd name="T105" fmla="*/ 3450 h 3450"/>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897" h="3450">
                  <a:moveTo>
                    <a:pt x="357" y="49"/>
                  </a:moveTo>
                  <a:lnTo>
                    <a:pt x="1542" y="806"/>
                  </a:lnTo>
                  <a:lnTo>
                    <a:pt x="1579" y="832"/>
                  </a:lnTo>
                  <a:lnTo>
                    <a:pt x="1614" y="861"/>
                  </a:lnTo>
                  <a:lnTo>
                    <a:pt x="1648" y="895"/>
                  </a:lnTo>
                  <a:lnTo>
                    <a:pt x="1681" y="933"/>
                  </a:lnTo>
                  <a:lnTo>
                    <a:pt x="1711" y="973"/>
                  </a:lnTo>
                  <a:lnTo>
                    <a:pt x="1740" y="1016"/>
                  </a:lnTo>
                  <a:lnTo>
                    <a:pt x="1768" y="1062"/>
                  </a:lnTo>
                  <a:lnTo>
                    <a:pt x="1793" y="1109"/>
                  </a:lnTo>
                  <a:lnTo>
                    <a:pt x="1816" y="1158"/>
                  </a:lnTo>
                  <a:lnTo>
                    <a:pt x="1836" y="1208"/>
                  </a:lnTo>
                  <a:lnTo>
                    <a:pt x="1854" y="1260"/>
                  </a:lnTo>
                  <a:lnTo>
                    <a:pt x="1869" y="1313"/>
                  </a:lnTo>
                  <a:lnTo>
                    <a:pt x="1881" y="1364"/>
                  </a:lnTo>
                  <a:lnTo>
                    <a:pt x="1890" y="1417"/>
                  </a:lnTo>
                  <a:lnTo>
                    <a:pt x="1895" y="1469"/>
                  </a:lnTo>
                  <a:lnTo>
                    <a:pt x="1897" y="1519"/>
                  </a:lnTo>
                  <a:lnTo>
                    <a:pt x="1897" y="3142"/>
                  </a:lnTo>
                  <a:lnTo>
                    <a:pt x="1895" y="3190"/>
                  </a:lnTo>
                  <a:lnTo>
                    <a:pt x="1890" y="3235"/>
                  </a:lnTo>
                  <a:lnTo>
                    <a:pt x="1881" y="3276"/>
                  </a:lnTo>
                  <a:lnTo>
                    <a:pt x="1869" y="3313"/>
                  </a:lnTo>
                  <a:lnTo>
                    <a:pt x="1854" y="3346"/>
                  </a:lnTo>
                  <a:lnTo>
                    <a:pt x="1836" y="3375"/>
                  </a:lnTo>
                  <a:lnTo>
                    <a:pt x="1816" y="3398"/>
                  </a:lnTo>
                  <a:lnTo>
                    <a:pt x="1793" y="3418"/>
                  </a:lnTo>
                  <a:lnTo>
                    <a:pt x="1768" y="3434"/>
                  </a:lnTo>
                  <a:lnTo>
                    <a:pt x="1740" y="3444"/>
                  </a:lnTo>
                  <a:lnTo>
                    <a:pt x="1711" y="3450"/>
                  </a:lnTo>
                  <a:lnTo>
                    <a:pt x="1681" y="3450"/>
                  </a:lnTo>
                  <a:lnTo>
                    <a:pt x="1648" y="3445"/>
                  </a:lnTo>
                  <a:lnTo>
                    <a:pt x="1614" y="3436"/>
                  </a:lnTo>
                  <a:lnTo>
                    <a:pt x="1579" y="3421"/>
                  </a:lnTo>
                  <a:lnTo>
                    <a:pt x="1542" y="3400"/>
                  </a:lnTo>
                  <a:lnTo>
                    <a:pt x="357" y="2643"/>
                  </a:lnTo>
                  <a:lnTo>
                    <a:pt x="320" y="2618"/>
                  </a:lnTo>
                  <a:lnTo>
                    <a:pt x="285" y="2588"/>
                  </a:lnTo>
                  <a:lnTo>
                    <a:pt x="251" y="2554"/>
                  </a:lnTo>
                  <a:lnTo>
                    <a:pt x="218" y="2517"/>
                  </a:lnTo>
                  <a:lnTo>
                    <a:pt x="187" y="2477"/>
                  </a:lnTo>
                  <a:lnTo>
                    <a:pt x="157" y="2433"/>
                  </a:lnTo>
                  <a:lnTo>
                    <a:pt x="130" y="2388"/>
                  </a:lnTo>
                  <a:lnTo>
                    <a:pt x="105" y="2341"/>
                  </a:lnTo>
                  <a:lnTo>
                    <a:pt x="81" y="2292"/>
                  </a:lnTo>
                  <a:lnTo>
                    <a:pt x="61" y="2241"/>
                  </a:lnTo>
                  <a:lnTo>
                    <a:pt x="44" y="2190"/>
                  </a:lnTo>
                  <a:lnTo>
                    <a:pt x="29" y="2138"/>
                  </a:lnTo>
                  <a:lnTo>
                    <a:pt x="17" y="2085"/>
                  </a:lnTo>
                  <a:lnTo>
                    <a:pt x="7" y="2033"/>
                  </a:lnTo>
                  <a:lnTo>
                    <a:pt x="3" y="1981"/>
                  </a:lnTo>
                  <a:lnTo>
                    <a:pt x="0" y="1931"/>
                  </a:lnTo>
                  <a:lnTo>
                    <a:pt x="0" y="308"/>
                  </a:lnTo>
                  <a:lnTo>
                    <a:pt x="3" y="260"/>
                  </a:lnTo>
                  <a:lnTo>
                    <a:pt x="7" y="215"/>
                  </a:lnTo>
                  <a:lnTo>
                    <a:pt x="17" y="174"/>
                  </a:lnTo>
                  <a:lnTo>
                    <a:pt x="29" y="137"/>
                  </a:lnTo>
                  <a:lnTo>
                    <a:pt x="44" y="104"/>
                  </a:lnTo>
                  <a:lnTo>
                    <a:pt x="61" y="76"/>
                  </a:lnTo>
                  <a:lnTo>
                    <a:pt x="81" y="51"/>
                  </a:lnTo>
                  <a:lnTo>
                    <a:pt x="105" y="31"/>
                  </a:lnTo>
                  <a:lnTo>
                    <a:pt x="130" y="16"/>
                  </a:lnTo>
                  <a:lnTo>
                    <a:pt x="157" y="5"/>
                  </a:lnTo>
                  <a:lnTo>
                    <a:pt x="187" y="0"/>
                  </a:lnTo>
                  <a:lnTo>
                    <a:pt x="218" y="0"/>
                  </a:lnTo>
                  <a:lnTo>
                    <a:pt x="251" y="3"/>
                  </a:lnTo>
                  <a:lnTo>
                    <a:pt x="285" y="14"/>
                  </a:lnTo>
                  <a:lnTo>
                    <a:pt x="320" y="29"/>
                  </a:lnTo>
                  <a:lnTo>
                    <a:pt x="357" y="49"/>
                  </a:lnTo>
                  <a:close/>
                </a:path>
              </a:pathLst>
            </a:custGeom>
            <a:solidFill>
              <a:srgbClr val="BFBFB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8512" name="Freeform 46"/>
            <p:cNvSpPr>
              <a:spLocks/>
            </p:cNvSpPr>
            <p:nvPr/>
          </p:nvSpPr>
          <p:spPr bwMode="auto">
            <a:xfrm>
              <a:off x="1268" y="1663"/>
              <a:ext cx="393" cy="711"/>
            </a:xfrm>
            <a:custGeom>
              <a:avLst/>
              <a:gdLst>
                <a:gd name="T0" fmla="*/ 3 w 1962"/>
                <a:gd name="T1" fmla="*/ 7 h 3555"/>
                <a:gd name="T2" fmla="*/ 2 w 1962"/>
                <a:gd name="T3" fmla="*/ 7 h 3555"/>
                <a:gd name="T4" fmla="*/ 2 w 1962"/>
                <a:gd name="T5" fmla="*/ 8 h 3555"/>
                <a:gd name="T6" fmla="*/ 1 w 1962"/>
                <a:gd name="T7" fmla="*/ 8 h 3555"/>
                <a:gd name="T8" fmla="*/ 1 w 1962"/>
                <a:gd name="T9" fmla="*/ 9 h 3555"/>
                <a:gd name="T10" fmla="*/ 1 w 1962"/>
                <a:gd name="T11" fmla="*/ 10 h 3555"/>
                <a:gd name="T12" fmla="*/ 0 w 1962"/>
                <a:gd name="T13" fmla="*/ 11 h 3555"/>
                <a:gd name="T14" fmla="*/ 0 w 1962"/>
                <a:gd name="T15" fmla="*/ 12 h 3555"/>
                <a:gd name="T16" fmla="*/ 0 w 1962"/>
                <a:gd name="T17" fmla="*/ 13 h 3555"/>
                <a:gd name="T18" fmla="*/ 0 w 1962"/>
                <a:gd name="T19" fmla="*/ 26 h 3555"/>
                <a:gd name="T20" fmla="*/ 0 w 1962"/>
                <a:gd name="T21" fmla="*/ 27 h 3555"/>
                <a:gd name="T22" fmla="*/ 0 w 1962"/>
                <a:gd name="T23" fmla="*/ 28 h 3555"/>
                <a:gd name="T24" fmla="*/ 1 w 1962"/>
                <a:gd name="T25" fmla="*/ 28 h 3555"/>
                <a:gd name="T26" fmla="*/ 1 w 1962"/>
                <a:gd name="T27" fmla="*/ 28 h 3555"/>
                <a:gd name="T28" fmla="*/ 2 w 1962"/>
                <a:gd name="T29" fmla="*/ 28 h 3555"/>
                <a:gd name="T30" fmla="*/ 2 w 1962"/>
                <a:gd name="T31" fmla="*/ 28 h 3555"/>
                <a:gd name="T32" fmla="*/ 3 w 1962"/>
                <a:gd name="T33" fmla="*/ 28 h 3555"/>
                <a:gd name="T34" fmla="*/ 13 w 1962"/>
                <a:gd name="T35" fmla="*/ 22 h 3555"/>
                <a:gd name="T36" fmla="*/ 13 w 1962"/>
                <a:gd name="T37" fmla="*/ 21 h 3555"/>
                <a:gd name="T38" fmla="*/ 14 w 1962"/>
                <a:gd name="T39" fmla="*/ 21 h 3555"/>
                <a:gd name="T40" fmla="*/ 14 w 1962"/>
                <a:gd name="T41" fmla="*/ 20 h 3555"/>
                <a:gd name="T42" fmla="*/ 15 w 1962"/>
                <a:gd name="T43" fmla="*/ 19 h 3555"/>
                <a:gd name="T44" fmla="*/ 15 w 1962"/>
                <a:gd name="T45" fmla="*/ 18 h 3555"/>
                <a:gd name="T46" fmla="*/ 16 w 1962"/>
                <a:gd name="T47" fmla="*/ 18 h 3555"/>
                <a:gd name="T48" fmla="*/ 16 w 1962"/>
                <a:gd name="T49" fmla="*/ 17 h 3555"/>
                <a:gd name="T50" fmla="*/ 16 w 1962"/>
                <a:gd name="T51" fmla="*/ 16 h 3555"/>
                <a:gd name="T52" fmla="*/ 16 w 1962"/>
                <a:gd name="T53" fmla="*/ 2 h 3555"/>
                <a:gd name="T54" fmla="*/ 16 w 1962"/>
                <a:gd name="T55" fmla="*/ 1 h 3555"/>
                <a:gd name="T56" fmla="*/ 15 w 1962"/>
                <a:gd name="T57" fmla="*/ 1 h 3555"/>
                <a:gd name="T58" fmla="*/ 15 w 1962"/>
                <a:gd name="T59" fmla="*/ 0 h 3555"/>
                <a:gd name="T60" fmla="*/ 15 w 1962"/>
                <a:gd name="T61" fmla="*/ 0 h 3555"/>
                <a:gd name="T62" fmla="*/ 14 w 1962"/>
                <a:gd name="T63" fmla="*/ 0 h 3555"/>
                <a:gd name="T64" fmla="*/ 14 w 1962"/>
                <a:gd name="T65" fmla="*/ 0 h 3555"/>
                <a:gd name="T66" fmla="*/ 13 w 1962"/>
                <a:gd name="T67" fmla="*/ 0 h 3555"/>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962"/>
                <a:gd name="T103" fmla="*/ 0 h 3555"/>
                <a:gd name="T104" fmla="*/ 1962 w 1962"/>
                <a:gd name="T105" fmla="*/ 3555 h 3555"/>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962" h="3555">
                  <a:moveTo>
                    <a:pt x="1594" y="50"/>
                  </a:moveTo>
                  <a:lnTo>
                    <a:pt x="368" y="831"/>
                  </a:lnTo>
                  <a:lnTo>
                    <a:pt x="330" y="858"/>
                  </a:lnTo>
                  <a:lnTo>
                    <a:pt x="294" y="888"/>
                  </a:lnTo>
                  <a:lnTo>
                    <a:pt x="259" y="922"/>
                  </a:lnTo>
                  <a:lnTo>
                    <a:pt x="225" y="961"/>
                  </a:lnTo>
                  <a:lnTo>
                    <a:pt x="193" y="1003"/>
                  </a:lnTo>
                  <a:lnTo>
                    <a:pt x="163" y="1047"/>
                  </a:lnTo>
                  <a:lnTo>
                    <a:pt x="133" y="1094"/>
                  </a:lnTo>
                  <a:lnTo>
                    <a:pt x="108" y="1143"/>
                  </a:lnTo>
                  <a:lnTo>
                    <a:pt x="84" y="1193"/>
                  </a:lnTo>
                  <a:lnTo>
                    <a:pt x="63" y="1246"/>
                  </a:lnTo>
                  <a:lnTo>
                    <a:pt x="44" y="1299"/>
                  </a:lnTo>
                  <a:lnTo>
                    <a:pt x="29" y="1353"/>
                  </a:lnTo>
                  <a:lnTo>
                    <a:pt x="16" y="1405"/>
                  </a:lnTo>
                  <a:lnTo>
                    <a:pt x="7" y="1459"/>
                  </a:lnTo>
                  <a:lnTo>
                    <a:pt x="2" y="1512"/>
                  </a:lnTo>
                  <a:lnTo>
                    <a:pt x="0" y="1565"/>
                  </a:lnTo>
                  <a:lnTo>
                    <a:pt x="0" y="3237"/>
                  </a:lnTo>
                  <a:lnTo>
                    <a:pt x="2" y="3287"/>
                  </a:lnTo>
                  <a:lnTo>
                    <a:pt x="7" y="3333"/>
                  </a:lnTo>
                  <a:lnTo>
                    <a:pt x="16" y="3375"/>
                  </a:lnTo>
                  <a:lnTo>
                    <a:pt x="29" y="3413"/>
                  </a:lnTo>
                  <a:lnTo>
                    <a:pt x="44" y="3447"/>
                  </a:lnTo>
                  <a:lnTo>
                    <a:pt x="63" y="3477"/>
                  </a:lnTo>
                  <a:lnTo>
                    <a:pt x="84" y="3502"/>
                  </a:lnTo>
                  <a:lnTo>
                    <a:pt x="108" y="3522"/>
                  </a:lnTo>
                  <a:lnTo>
                    <a:pt x="133" y="3538"/>
                  </a:lnTo>
                  <a:lnTo>
                    <a:pt x="163" y="3549"/>
                  </a:lnTo>
                  <a:lnTo>
                    <a:pt x="193" y="3555"/>
                  </a:lnTo>
                  <a:lnTo>
                    <a:pt x="225" y="3555"/>
                  </a:lnTo>
                  <a:lnTo>
                    <a:pt x="259" y="3550"/>
                  </a:lnTo>
                  <a:lnTo>
                    <a:pt x="294" y="3541"/>
                  </a:lnTo>
                  <a:lnTo>
                    <a:pt x="330" y="3524"/>
                  </a:lnTo>
                  <a:lnTo>
                    <a:pt x="368" y="3503"/>
                  </a:lnTo>
                  <a:lnTo>
                    <a:pt x="1594" y="2722"/>
                  </a:lnTo>
                  <a:lnTo>
                    <a:pt x="1632" y="2696"/>
                  </a:lnTo>
                  <a:lnTo>
                    <a:pt x="1668" y="2665"/>
                  </a:lnTo>
                  <a:lnTo>
                    <a:pt x="1703" y="2631"/>
                  </a:lnTo>
                  <a:lnTo>
                    <a:pt x="1737" y="2592"/>
                  </a:lnTo>
                  <a:lnTo>
                    <a:pt x="1769" y="2551"/>
                  </a:lnTo>
                  <a:lnTo>
                    <a:pt x="1799" y="2506"/>
                  </a:lnTo>
                  <a:lnTo>
                    <a:pt x="1829" y="2460"/>
                  </a:lnTo>
                  <a:lnTo>
                    <a:pt x="1854" y="2411"/>
                  </a:lnTo>
                  <a:lnTo>
                    <a:pt x="1878" y="2361"/>
                  </a:lnTo>
                  <a:lnTo>
                    <a:pt x="1899" y="2308"/>
                  </a:lnTo>
                  <a:lnTo>
                    <a:pt x="1918" y="2256"/>
                  </a:lnTo>
                  <a:lnTo>
                    <a:pt x="1933" y="2202"/>
                  </a:lnTo>
                  <a:lnTo>
                    <a:pt x="1946" y="2149"/>
                  </a:lnTo>
                  <a:lnTo>
                    <a:pt x="1955" y="2095"/>
                  </a:lnTo>
                  <a:lnTo>
                    <a:pt x="1960" y="2042"/>
                  </a:lnTo>
                  <a:lnTo>
                    <a:pt x="1962" y="1989"/>
                  </a:lnTo>
                  <a:lnTo>
                    <a:pt x="1962" y="319"/>
                  </a:lnTo>
                  <a:lnTo>
                    <a:pt x="1960" y="269"/>
                  </a:lnTo>
                  <a:lnTo>
                    <a:pt x="1955" y="223"/>
                  </a:lnTo>
                  <a:lnTo>
                    <a:pt x="1946" y="180"/>
                  </a:lnTo>
                  <a:lnTo>
                    <a:pt x="1933" y="143"/>
                  </a:lnTo>
                  <a:lnTo>
                    <a:pt x="1918" y="109"/>
                  </a:lnTo>
                  <a:lnTo>
                    <a:pt x="1899" y="79"/>
                  </a:lnTo>
                  <a:lnTo>
                    <a:pt x="1878" y="54"/>
                  </a:lnTo>
                  <a:lnTo>
                    <a:pt x="1854" y="33"/>
                  </a:lnTo>
                  <a:lnTo>
                    <a:pt x="1829" y="17"/>
                  </a:lnTo>
                  <a:lnTo>
                    <a:pt x="1799" y="7"/>
                  </a:lnTo>
                  <a:lnTo>
                    <a:pt x="1769" y="0"/>
                  </a:lnTo>
                  <a:lnTo>
                    <a:pt x="1737" y="0"/>
                  </a:lnTo>
                  <a:lnTo>
                    <a:pt x="1703" y="4"/>
                  </a:lnTo>
                  <a:lnTo>
                    <a:pt x="1668" y="14"/>
                  </a:lnTo>
                  <a:lnTo>
                    <a:pt x="1632" y="29"/>
                  </a:lnTo>
                  <a:lnTo>
                    <a:pt x="1594" y="50"/>
                  </a:lnTo>
                  <a:close/>
                </a:path>
              </a:pathLst>
            </a:custGeom>
            <a:solidFill>
              <a:srgbClr val="E5E5E5"/>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8513" name="Freeform 47"/>
            <p:cNvSpPr>
              <a:spLocks noEditPoints="1"/>
            </p:cNvSpPr>
            <p:nvPr/>
          </p:nvSpPr>
          <p:spPr bwMode="auto">
            <a:xfrm>
              <a:off x="916" y="1589"/>
              <a:ext cx="697" cy="698"/>
            </a:xfrm>
            <a:custGeom>
              <a:avLst/>
              <a:gdLst>
                <a:gd name="T0" fmla="*/ 16 w 3485"/>
                <a:gd name="T1" fmla="*/ 0 h 3490"/>
                <a:gd name="T2" fmla="*/ 17 w 3485"/>
                <a:gd name="T3" fmla="*/ 2 h 3490"/>
                <a:gd name="T4" fmla="*/ 17 w 3485"/>
                <a:gd name="T5" fmla="*/ 3 h 3490"/>
                <a:gd name="T6" fmla="*/ 14 w 3485"/>
                <a:gd name="T7" fmla="*/ 4 h 3490"/>
                <a:gd name="T8" fmla="*/ 12 w 3485"/>
                <a:gd name="T9" fmla="*/ 4 h 3490"/>
                <a:gd name="T10" fmla="*/ 11 w 3485"/>
                <a:gd name="T11" fmla="*/ 2 h 3490"/>
                <a:gd name="T12" fmla="*/ 11 w 3485"/>
                <a:gd name="T13" fmla="*/ 1 h 3490"/>
                <a:gd name="T14" fmla="*/ 14 w 3485"/>
                <a:gd name="T15" fmla="*/ 0 h 3490"/>
                <a:gd name="T16" fmla="*/ 3 w 3485"/>
                <a:gd name="T17" fmla="*/ 7 h 3490"/>
                <a:gd name="T18" fmla="*/ 4 w 3485"/>
                <a:gd name="T19" fmla="*/ 9 h 3490"/>
                <a:gd name="T20" fmla="*/ 3 w 3485"/>
                <a:gd name="T21" fmla="*/ 12 h 3490"/>
                <a:gd name="T22" fmla="*/ 2 w 3485"/>
                <a:gd name="T23" fmla="*/ 13 h 3490"/>
                <a:gd name="T24" fmla="*/ 1 w 3485"/>
                <a:gd name="T25" fmla="*/ 12 h 3490"/>
                <a:gd name="T26" fmla="*/ 0 w 3485"/>
                <a:gd name="T27" fmla="*/ 10 h 3490"/>
                <a:gd name="T28" fmla="*/ 0 w 3485"/>
                <a:gd name="T29" fmla="*/ 8 h 3490"/>
                <a:gd name="T30" fmla="*/ 2 w 3485"/>
                <a:gd name="T31" fmla="*/ 6 h 3490"/>
                <a:gd name="T32" fmla="*/ 10 w 3485"/>
                <a:gd name="T33" fmla="*/ 20 h 3490"/>
                <a:gd name="T34" fmla="*/ 11 w 3485"/>
                <a:gd name="T35" fmla="*/ 22 h 3490"/>
                <a:gd name="T36" fmla="*/ 11 w 3485"/>
                <a:gd name="T37" fmla="*/ 25 h 3490"/>
                <a:gd name="T38" fmla="*/ 10 w 3485"/>
                <a:gd name="T39" fmla="*/ 27 h 3490"/>
                <a:gd name="T40" fmla="*/ 8 w 3485"/>
                <a:gd name="T41" fmla="*/ 26 h 3490"/>
                <a:gd name="T42" fmla="*/ 7 w 3485"/>
                <a:gd name="T43" fmla="*/ 24 h 3490"/>
                <a:gd name="T44" fmla="*/ 7 w 3485"/>
                <a:gd name="T45" fmla="*/ 22 h 3490"/>
                <a:gd name="T46" fmla="*/ 8 w 3485"/>
                <a:gd name="T47" fmla="*/ 20 h 3490"/>
                <a:gd name="T48" fmla="*/ 20 w 3485"/>
                <a:gd name="T49" fmla="*/ 21 h 3490"/>
                <a:gd name="T50" fmla="*/ 21 w 3485"/>
                <a:gd name="T51" fmla="*/ 23 h 3490"/>
                <a:gd name="T52" fmla="*/ 21 w 3485"/>
                <a:gd name="T53" fmla="*/ 26 h 3490"/>
                <a:gd name="T54" fmla="*/ 20 w 3485"/>
                <a:gd name="T55" fmla="*/ 28 h 3490"/>
                <a:gd name="T56" fmla="*/ 18 w 3485"/>
                <a:gd name="T57" fmla="*/ 28 h 3490"/>
                <a:gd name="T58" fmla="*/ 17 w 3485"/>
                <a:gd name="T59" fmla="*/ 26 h 3490"/>
                <a:gd name="T60" fmla="*/ 17 w 3485"/>
                <a:gd name="T61" fmla="*/ 23 h 3490"/>
                <a:gd name="T62" fmla="*/ 18 w 3485"/>
                <a:gd name="T63" fmla="*/ 21 h 3490"/>
                <a:gd name="T64" fmla="*/ 19 w 3485"/>
                <a:gd name="T65" fmla="*/ 11 h 3490"/>
                <a:gd name="T66" fmla="*/ 20 w 3485"/>
                <a:gd name="T67" fmla="*/ 13 h 3490"/>
                <a:gd name="T68" fmla="*/ 21 w 3485"/>
                <a:gd name="T69" fmla="*/ 15 h 3490"/>
                <a:gd name="T70" fmla="*/ 20 w 3485"/>
                <a:gd name="T71" fmla="*/ 17 h 3490"/>
                <a:gd name="T72" fmla="*/ 18 w 3485"/>
                <a:gd name="T73" fmla="*/ 17 h 3490"/>
                <a:gd name="T74" fmla="*/ 17 w 3485"/>
                <a:gd name="T75" fmla="*/ 16 h 3490"/>
                <a:gd name="T76" fmla="*/ 17 w 3485"/>
                <a:gd name="T77" fmla="*/ 13 h 3490"/>
                <a:gd name="T78" fmla="*/ 18 w 3485"/>
                <a:gd name="T79" fmla="*/ 11 h 3490"/>
                <a:gd name="T80" fmla="*/ 26 w 3485"/>
                <a:gd name="T81" fmla="*/ 7 h 3490"/>
                <a:gd name="T82" fmla="*/ 27 w 3485"/>
                <a:gd name="T83" fmla="*/ 8 h 3490"/>
                <a:gd name="T84" fmla="*/ 27 w 3485"/>
                <a:gd name="T85" fmla="*/ 11 h 3490"/>
                <a:gd name="T86" fmla="*/ 26 w 3485"/>
                <a:gd name="T87" fmla="*/ 13 h 3490"/>
                <a:gd name="T88" fmla="*/ 25 w 3485"/>
                <a:gd name="T89" fmla="*/ 13 h 3490"/>
                <a:gd name="T90" fmla="*/ 24 w 3485"/>
                <a:gd name="T91" fmla="*/ 12 h 3490"/>
                <a:gd name="T92" fmla="*/ 24 w 3485"/>
                <a:gd name="T93" fmla="*/ 9 h 3490"/>
                <a:gd name="T94" fmla="*/ 24 w 3485"/>
                <a:gd name="T95" fmla="*/ 7 h 3490"/>
                <a:gd name="T96" fmla="*/ 26 w 3485"/>
                <a:gd name="T97" fmla="*/ 17 h 3490"/>
                <a:gd name="T98" fmla="*/ 27 w 3485"/>
                <a:gd name="T99" fmla="*/ 18 h 3490"/>
                <a:gd name="T100" fmla="*/ 28 w 3485"/>
                <a:gd name="T101" fmla="*/ 21 h 3490"/>
                <a:gd name="T102" fmla="*/ 27 w 3485"/>
                <a:gd name="T103" fmla="*/ 23 h 3490"/>
                <a:gd name="T104" fmla="*/ 26 w 3485"/>
                <a:gd name="T105" fmla="*/ 24 h 3490"/>
                <a:gd name="T106" fmla="*/ 24 w 3485"/>
                <a:gd name="T107" fmla="*/ 23 h 3490"/>
                <a:gd name="T108" fmla="*/ 24 w 3485"/>
                <a:gd name="T109" fmla="*/ 20 h 3490"/>
                <a:gd name="T110" fmla="*/ 25 w 3485"/>
                <a:gd name="T111" fmla="*/ 18 h 3490"/>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w 3485"/>
                <a:gd name="T169" fmla="*/ 0 h 3490"/>
                <a:gd name="T170" fmla="*/ 3485 w 3485"/>
                <a:gd name="T171" fmla="*/ 3490 h 3490"/>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T168" t="T169" r="T170" b="T171"/>
              <a:pathLst>
                <a:path w="3485" h="3490">
                  <a:moveTo>
                    <a:pt x="1754" y="0"/>
                  </a:moveTo>
                  <a:lnTo>
                    <a:pt x="1797" y="2"/>
                  </a:lnTo>
                  <a:lnTo>
                    <a:pt x="1840" y="5"/>
                  </a:lnTo>
                  <a:lnTo>
                    <a:pt x="1881" y="12"/>
                  </a:lnTo>
                  <a:lnTo>
                    <a:pt x="1921" y="20"/>
                  </a:lnTo>
                  <a:lnTo>
                    <a:pt x="1959" y="31"/>
                  </a:lnTo>
                  <a:lnTo>
                    <a:pt x="1994" y="44"/>
                  </a:lnTo>
                  <a:lnTo>
                    <a:pt x="2028" y="59"/>
                  </a:lnTo>
                  <a:lnTo>
                    <a:pt x="2058" y="74"/>
                  </a:lnTo>
                  <a:lnTo>
                    <a:pt x="2086" y="93"/>
                  </a:lnTo>
                  <a:lnTo>
                    <a:pt x="2111" y="113"/>
                  </a:lnTo>
                  <a:lnTo>
                    <a:pt x="2132" y="133"/>
                  </a:lnTo>
                  <a:lnTo>
                    <a:pt x="2151" y="155"/>
                  </a:lnTo>
                  <a:lnTo>
                    <a:pt x="2165" y="179"/>
                  </a:lnTo>
                  <a:lnTo>
                    <a:pt x="2175" y="203"/>
                  </a:lnTo>
                  <a:lnTo>
                    <a:pt x="2182" y="229"/>
                  </a:lnTo>
                  <a:lnTo>
                    <a:pt x="2185" y="255"/>
                  </a:lnTo>
                  <a:lnTo>
                    <a:pt x="2182" y="281"/>
                  </a:lnTo>
                  <a:lnTo>
                    <a:pt x="2175" y="305"/>
                  </a:lnTo>
                  <a:lnTo>
                    <a:pt x="2165" y="330"/>
                  </a:lnTo>
                  <a:lnTo>
                    <a:pt x="2151" y="353"/>
                  </a:lnTo>
                  <a:lnTo>
                    <a:pt x="2132" y="376"/>
                  </a:lnTo>
                  <a:lnTo>
                    <a:pt x="2111" y="397"/>
                  </a:lnTo>
                  <a:lnTo>
                    <a:pt x="2086" y="417"/>
                  </a:lnTo>
                  <a:lnTo>
                    <a:pt x="2058" y="434"/>
                  </a:lnTo>
                  <a:lnTo>
                    <a:pt x="2028" y="451"/>
                  </a:lnTo>
                  <a:lnTo>
                    <a:pt x="1994" y="466"/>
                  </a:lnTo>
                  <a:lnTo>
                    <a:pt x="1959" y="479"/>
                  </a:lnTo>
                  <a:lnTo>
                    <a:pt x="1921" y="489"/>
                  </a:lnTo>
                  <a:lnTo>
                    <a:pt x="1881" y="498"/>
                  </a:lnTo>
                  <a:lnTo>
                    <a:pt x="1840" y="505"/>
                  </a:lnTo>
                  <a:lnTo>
                    <a:pt x="1797" y="508"/>
                  </a:lnTo>
                  <a:lnTo>
                    <a:pt x="1754" y="509"/>
                  </a:lnTo>
                  <a:lnTo>
                    <a:pt x="1710" y="508"/>
                  </a:lnTo>
                  <a:lnTo>
                    <a:pt x="1667" y="505"/>
                  </a:lnTo>
                  <a:lnTo>
                    <a:pt x="1626" y="498"/>
                  </a:lnTo>
                  <a:lnTo>
                    <a:pt x="1586" y="489"/>
                  </a:lnTo>
                  <a:lnTo>
                    <a:pt x="1548" y="479"/>
                  </a:lnTo>
                  <a:lnTo>
                    <a:pt x="1512" y="466"/>
                  </a:lnTo>
                  <a:lnTo>
                    <a:pt x="1479" y="451"/>
                  </a:lnTo>
                  <a:lnTo>
                    <a:pt x="1449" y="434"/>
                  </a:lnTo>
                  <a:lnTo>
                    <a:pt x="1421" y="417"/>
                  </a:lnTo>
                  <a:lnTo>
                    <a:pt x="1395" y="397"/>
                  </a:lnTo>
                  <a:lnTo>
                    <a:pt x="1374" y="376"/>
                  </a:lnTo>
                  <a:lnTo>
                    <a:pt x="1355" y="353"/>
                  </a:lnTo>
                  <a:lnTo>
                    <a:pt x="1341" y="330"/>
                  </a:lnTo>
                  <a:lnTo>
                    <a:pt x="1331" y="305"/>
                  </a:lnTo>
                  <a:lnTo>
                    <a:pt x="1324" y="281"/>
                  </a:lnTo>
                  <a:lnTo>
                    <a:pt x="1321" y="255"/>
                  </a:lnTo>
                  <a:lnTo>
                    <a:pt x="1324" y="229"/>
                  </a:lnTo>
                  <a:lnTo>
                    <a:pt x="1331" y="203"/>
                  </a:lnTo>
                  <a:lnTo>
                    <a:pt x="1341" y="179"/>
                  </a:lnTo>
                  <a:lnTo>
                    <a:pt x="1355" y="155"/>
                  </a:lnTo>
                  <a:lnTo>
                    <a:pt x="1374" y="133"/>
                  </a:lnTo>
                  <a:lnTo>
                    <a:pt x="1395" y="113"/>
                  </a:lnTo>
                  <a:lnTo>
                    <a:pt x="1421" y="93"/>
                  </a:lnTo>
                  <a:lnTo>
                    <a:pt x="1449" y="74"/>
                  </a:lnTo>
                  <a:lnTo>
                    <a:pt x="1479" y="59"/>
                  </a:lnTo>
                  <a:lnTo>
                    <a:pt x="1512" y="44"/>
                  </a:lnTo>
                  <a:lnTo>
                    <a:pt x="1548" y="31"/>
                  </a:lnTo>
                  <a:lnTo>
                    <a:pt x="1586" y="20"/>
                  </a:lnTo>
                  <a:lnTo>
                    <a:pt x="1626" y="12"/>
                  </a:lnTo>
                  <a:lnTo>
                    <a:pt x="1667" y="5"/>
                  </a:lnTo>
                  <a:lnTo>
                    <a:pt x="1710" y="2"/>
                  </a:lnTo>
                  <a:lnTo>
                    <a:pt x="1754" y="0"/>
                  </a:lnTo>
                  <a:close/>
                  <a:moveTo>
                    <a:pt x="239" y="786"/>
                  </a:moveTo>
                  <a:lnTo>
                    <a:pt x="263" y="788"/>
                  </a:lnTo>
                  <a:lnTo>
                    <a:pt x="287" y="794"/>
                  </a:lnTo>
                  <a:lnTo>
                    <a:pt x="309" y="805"/>
                  </a:lnTo>
                  <a:lnTo>
                    <a:pt x="331" y="819"/>
                  </a:lnTo>
                  <a:lnTo>
                    <a:pt x="352" y="836"/>
                  </a:lnTo>
                  <a:lnTo>
                    <a:pt x="372" y="857"/>
                  </a:lnTo>
                  <a:lnTo>
                    <a:pt x="390" y="882"/>
                  </a:lnTo>
                  <a:lnTo>
                    <a:pt x="407" y="909"/>
                  </a:lnTo>
                  <a:lnTo>
                    <a:pt x="423" y="940"/>
                  </a:lnTo>
                  <a:lnTo>
                    <a:pt x="437" y="971"/>
                  </a:lnTo>
                  <a:lnTo>
                    <a:pt x="448" y="1006"/>
                  </a:lnTo>
                  <a:lnTo>
                    <a:pt x="459" y="1043"/>
                  </a:lnTo>
                  <a:lnTo>
                    <a:pt x="467" y="1081"/>
                  </a:lnTo>
                  <a:lnTo>
                    <a:pt x="473" y="1121"/>
                  </a:lnTo>
                  <a:lnTo>
                    <a:pt x="476" y="1163"/>
                  </a:lnTo>
                  <a:lnTo>
                    <a:pt x="478" y="1206"/>
                  </a:lnTo>
                  <a:lnTo>
                    <a:pt x="476" y="1248"/>
                  </a:lnTo>
                  <a:lnTo>
                    <a:pt x="473" y="1290"/>
                  </a:lnTo>
                  <a:lnTo>
                    <a:pt x="467" y="1330"/>
                  </a:lnTo>
                  <a:lnTo>
                    <a:pt x="459" y="1367"/>
                  </a:lnTo>
                  <a:lnTo>
                    <a:pt x="448" y="1405"/>
                  </a:lnTo>
                  <a:lnTo>
                    <a:pt x="437" y="1439"/>
                  </a:lnTo>
                  <a:lnTo>
                    <a:pt x="423" y="1472"/>
                  </a:lnTo>
                  <a:lnTo>
                    <a:pt x="407" y="1501"/>
                  </a:lnTo>
                  <a:lnTo>
                    <a:pt x="390" y="1528"/>
                  </a:lnTo>
                  <a:lnTo>
                    <a:pt x="372" y="1553"/>
                  </a:lnTo>
                  <a:lnTo>
                    <a:pt x="352" y="1574"/>
                  </a:lnTo>
                  <a:lnTo>
                    <a:pt x="331" y="1591"/>
                  </a:lnTo>
                  <a:lnTo>
                    <a:pt x="309" y="1605"/>
                  </a:lnTo>
                  <a:lnTo>
                    <a:pt x="287" y="1616"/>
                  </a:lnTo>
                  <a:lnTo>
                    <a:pt x="263" y="1622"/>
                  </a:lnTo>
                  <a:lnTo>
                    <a:pt x="239" y="1624"/>
                  </a:lnTo>
                  <a:lnTo>
                    <a:pt x="214" y="1622"/>
                  </a:lnTo>
                  <a:lnTo>
                    <a:pt x="191" y="1616"/>
                  </a:lnTo>
                  <a:lnTo>
                    <a:pt x="168" y="1605"/>
                  </a:lnTo>
                  <a:lnTo>
                    <a:pt x="146" y="1591"/>
                  </a:lnTo>
                  <a:lnTo>
                    <a:pt x="125" y="1574"/>
                  </a:lnTo>
                  <a:lnTo>
                    <a:pt x="105" y="1553"/>
                  </a:lnTo>
                  <a:lnTo>
                    <a:pt x="87" y="1528"/>
                  </a:lnTo>
                  <a:lnTo>
                    <a:pt x="70" y="1501"/>
                  </a:lnTo>
                  <a:lnTo>
                    <a:pt x="55" y="1472"/>
                  </a:lnTo>
                  <a:lnTo>
                    <a:pt x="41" y="1439"/>
                  </a:lnTo>
                  <a:lnTo>
                    <a:pt x="29" y="1405"/>
                  </a:lnTo>
                  <a:lnTo>
                    <a:pt x="18" y="1367"/>
                  </a:lnTo>
                  <a:lnTo>
                    <a:pt x="10" y="1330"/>
                  </a:lnTo>
                  <a:lnTo>
                    <a:pt x="4" y="1290"/>
                  </a:lnTo>
                  <a:lnTo>
                    <a:pt x="1" y="1248"/>
                  </a:lnTo>
                  <a:lnTo>
                    <a:pt x="0" y="1206"/>
                  </a:lnTo>
                  <a:lnTo>
                    <a:pt x="1" y="1163"/>
                  </a:lnTo>
                  <a:lnTo>
                    <a:pt x="4" y="1121"/>
                  </a:lnTo>
                  <a:lnTo>
                    <a:pt x="10" y="1081"/>
                  </a:lnTo>
                  <a:lnTo>
                    <a:pt x="18" y="1043"/>
                  </a:lnTo>
                  <a:lnTo>
                    <a:pt x="29" y="1006"/>
                  </a:lnTo>
                  <a:lnTo>
                    <a:pt x="41" y="971"/>
                  </a:lnTo>
                  <a:lnTo>
                    <a:pt x="55" y="940"/>
                  </a:lnTo>
                  <a:lnTo>
                    <a:pt x="70" y="909"/>
                  </a:lnTo>
                  <a:lnTo>
                    <a:pt x="87" y="882"/>
                  </a:lnTo>
                  <a:lnTo>
                    <a:pt x="105" y="857"/>
                  </a:lnTo>
                  <a:lnTo>
                    <a:pt x="125" y="836"/>
                  </a:lnTo>
                  <a:lnTo>
                    <a:pt x="146" y="819"/>
                  </a:lnTo>
                  <a:lnTo>
                    <a:pt x="168" y="805"/>
                  </a:lnTo>
                  <a:lnTo>
                    <a:pt x="191" y="794"/>
                  </a:lnTo>
                  <a:lnTo>
                    <a:pt x="214" y="788"/>
                  </a:lnTo>
                  <a:lnTo>
                    <a:pt x="239" y="786"/>
                  </a:lnTo>
                  <a:close/>
                  <a:moveTo>
                    <a:pt x="1119" y="2495"/>
                  </a:moveTo>
                  <a:lnTo>
                    <a:pt x="1143" y="2498"/>
                  </a:lnTo>
                  <a:lnTo>
                    <a:pt x="1167" y="2504"/>
                  </a:lnTo>
                  <a:lnTo>
                    <a:pt x="1190" y="2514"/>
                  </a:lnTo>
                  <a:lnTo>
                    <a:pt x="1211" y="2528"/>
                  </a:lnTo>
                  <a:lnTo>
                    <a:pt x="1232" y="2546"/>
                  </a:lnTo>
                  <a:lnTo>
                    <a:pt x="1252" y="2567"/>
                  </a:lnTo>
                  <a:lnTo>
                    <a:pt x="1271" y="2592"/>
                  </a:lnTo>
                  <a:lnTo>
                    <a:pt x="1288" y="2618"/>
                  </a:lnTo>
                  <a:lnTo>
                    <a:pt x="1304" y="2648"/>
                  </a:lnTo>
                  <a:lnTo>
                    <a:pt x="1318" y="2681"/>
                  </a:lnTo>
                  <a:lnTo>
                    <a:pt x="1329" y="2715"/>
                  </a:lnTo>
                  <a:lnTo>
                    <a:pt x="1340" y="2752"/>
                  </a:lnTo>
                  <a:lnTo>
                    <a:pt x="1348" y="2790"/>
                  </a:lnTo>
                  <a:lnTo>
                    <a:pt x="1354" y="2830"/>
                  </a:lnTo>
                  <a:lnTo>
                    <a:pt x="1358" y="2872"/>
                  </a:lnTo>
                  <a:lnTo>
                    <a:pt x="1359" y="2914"/>
                  </a:lnTo>
                  <a:lnTo>
                    <a:pt x="1358" y="2956"/>
                  </a:lnTo>
                  <a:lnTo>
                    <a:pt x="1354" y="2998"/>
                  </a:lnTo>
                  <a:lnTo>
                    <a:pt x="1348" y="3038"/>
                  </a:lnTo>
                  <a:lnTo>
                    <a:pt x="1340" y="3077"/>
                  </a:lnTo>
                  <a:lnTo>
                    <a:pt x="1329" y="3113"/>
                  </a:lnTo>
                  <a:lnTo>
                    <a:pt x="1318" y="3147"/>
                  </a:lnTo>
                  <a:lnTo>
                    <a:pt x="1304" y="3180"/>
                  </a:lnTo>
                  <a:lnTo>
                    <a:pt x="1288" y="3209"/>
                  </a:lnTo>
                  <a:lnTo>
                    <a:pt x="1271" y="3238"/>
                  </a:lnTo>
                  <a:lnTo>
                    <a:pt x="1252" y="3261"/>
                  </a:lnTo>
                  <a:lnTo>
                    <a:pt x="1232" y="3282"/>
                  </a:lnTo>
                  <a:lnTo>
                    <a:pt x="1211" y="3301"/>
                  </a:lnTo>
                  <a:lnTo>
                    <a:pt x="1190" y="3315"/>
                  </a:lnTo>
                  <a:lnTo>
                    <a:pt x="1167" y="3325"/>
                  </a:lnTo>
                  <a:lnTo>
                    <a:pt x="1143" y="3331"/>
                  </a:lnTo>
                  <a:lnTo>
                    <a:pt x="1119" y="3334"/>
                  </a:lnTo>
                  <a:lnTo>
                    <a:pt x="1094" y="3331"/>
                  </a:lnTo>
                  <a:lnTo>
                    <a:pt x="1070" y="3325"/>
                  </a:lnTo>
                  <a:lnTo>
                    <a:pt x="1048" y="3315"/>
                  </a:lnTo>
                  <a:lnTo>
                    <a:pt x="1026" y="3301"/>
                  </a:lnTo>
                  <a:lnTo>
                    <a:pt x="1005" y="3282"/>
                  </a:lnTo>
                  <a:lnTo>
                    <a:pt x="985" y="3261"/>
                  </a:lnTo>
                  <a:lnTo>
                    <a:pt x="967" y="3238"/>
                  </a:lnTo>
                  <a:lnTo>
                    <a:pt x="950" y="3209"/>
                  </a:lnTo>
                  <a:lnTo>
                    <a:pt x="935" y="3180"/>
                  </a:lnTo>
                  <a:lnTo>
                    <a:pt x="921" y="3147"/>
                  </a:lnTo>
                  <a:lnTo>
                    <a:pt x="909" y="3113"/>
                  </a:lnTo>
                  <a:lnTo>
                    <a:pt x="898" y="3077"/>
                  </a:lnTo>
                  <a:lnTo>
                    <a:pt x="890" y="3038"/>
                  </a:lnTo>
                  <a:lnTo>
                    <a:pt x="884" y="2998"/>
                  </a:lnTo>
                  <a:lnTo>
                    <a:pt x="881" y="2956"/>
                  </a:lnTo>
                  <a:lnTo>
                    <a:pt x="880" y="2914"/>
                  </a:lnTo>
                  <a:lnTo>
                    <a:pt x="881" y="2872"/>
                  </a:lnTo>
                  <a:lnTo>
                    <a:pt x="884" y="2830"/>
                  </a:lnTo>
                  <a:lnTo>
                    <a:pt x="890" y="2790"/>
                  </a:lnTo>
                  <a:lnTo>
                    <a:pt x="898" y="2752"/>
                  </a:lnTo>
                  <a:lnTo>
                    <a:pt x="909" y="2715"/>
                  </a:lnTo>
                  <a:lnTo>
                    <a:pt x="921" y="2681"/>
                  </a:lnTo>
                  <a:lnTo>
                    <a:pt x="935" y="2648"/>
                  </a:lnTo>
                  <a:lnTo>
                    <a:pt x="950" y="2618"/>
                  </a:lnTo>
                  <a:lnTo>
                    <a:pt x="967" y="2592"/>
                  </a:lnTo>
                  <a:lnTo>
                    <a:pt x="985" y="2567"/>
                  </a:lnTo>
                  <a:lnTo>
                    <a:pt x="1005" y="2546"/>
                  </a:lnTo>
                  <a:lnTo>
                    <a:pt x="1026" y="2528"/>
                  </a:lnTo>
                  <a:lnTo>
                    <a:pt x="1048" y="2514"/>
                  </a:lnTo>
                  <a:lnTo>
                    <a:pt x="1070" y="2504"/>
                  </a:lnTo>
                  <a:lnTo>
                    <a:pt x="1094" y="2498"/>
                  </a:lnTo>
                  <a:lnTo>
                    <a:pt x="1119" y="2495"/>
                  </a:lnTo>
                  <a:close/>
                  <a:moveTo>
                    <a:pt x="2380" y="2651"/>
                  </a:moveTo>
                  <a:lnTo>
                    <a:pt x="2405" y="2654"/>
                  </a:lnTo>
                  <a:lnTo>
                    <a:pt x="2428" y="2660"/>
                  </a:lnTo>
                  <a:lnTo>
                    <a:pt x="2452" y="2670"/>
                  </a:lnTo>
                  <a:lnTo>
                    <a:pt x="2473" y="2684"/>
                  </a:lnTo>
                  <a:lnTo>
                    <a:pt x="2494" y="2703"/>
                  </a:lnTo>
                  <a:lnTo>
                    <a:pt x="2514" y="2724"/>
                  </a:lnTo>
                  <a:lnTo>
                    <a:pt x="2533" y="2747"/>
                  </a:lnTo>
                  <a:lnTo>
                    <a:pt x="2550" y="2774"/>
                  </a:lnTo>
                  <a:lnTo>
                    <a:pt x="2565" y="2805"/>
                  </a:lnTo>
                  <a:lnTo>
                    <a:pt x="2580" y="2838"/>
                  </a:lnTo>
                  <a:lnTo>
                    <a:pt x="2591" y="2872"/>
                  </a:lnTo>
                  <a:lnTo>
                    <a:pt x="2602" y="2908"/>
                  </a:lnTo>
                  <a:lnTo>
                    <a:pt x="2610" y="2947"/>
                  </a:lnTo>
                  <a:lnTo>
                    <a:pt x="2616" y="2987"/>
                  </a:lnTo>
                  <a:lnTo>
                    <a:pt x="2619" y="3029"/>
                  </a:lnTo>
                  <a:lnTo>
                    <a:pt x="2621" y="3071"/>
                  </a:lnTo>
                  <a:lnTo>
                    <a:pt x="2619" y="3113"/>
                  </a:lnTo>
                  <a:lnTo>
                    <a:pt x="2616" y="3155"/>
                  </a:lnTo>
                  <a:lnTo>
                    <a:pt x="2610" y="3195"/>
                  </a:lnTo>
                  <a:lnTo>
                    <a:pt x="2602" y="3233"/>
                  </a:lnTo>
                  <a:lnTo>
                    <a:pt x="2591" y="3270"/>
                  </a:lnTo>
                  <a:lnTo>
                    <a:pt x="2580" y="3304"/>
                  </a:lnTo>
                  <a:lnTo>
                    <a:pt x="2565" y="3337"/>
                  </a:lnTo>
                  <a:lnTo>
                    <a:pt x="2550" y="3367"/>
                  </a:lnTo>
                  <a:lnTo>
                    <a:pt x="2533" y="3393"/>
                  </a:lnTo>
                  <a:lnTo>
                    <a:pt x="2514" y="3418"/>
                  </a:lnTo>
                  <a:lnTo>
                    <a:pt x="2494" y="3439"/>
                  </a:lnTo>
                  <a:lnTo>
                    <a:pt x="2473" y="3457"/>
                  </a:lnTo>
                  <a:lnTo>
                    <a:pt x="2452" y="3471"/>
                  </a:lnTo>
                  <a:lnTo>
                    <a:pt x="2428" y="3481"/>
                  </a:lnTo>
                  <a:lnTo>
                    <a:pt x="2405" y="3487"/>
                  </a:lnTo>
                  <a:lnTo>
                    <a:pt x="2380" y="3490"/>
                  </a:lnTo>
                  <a:lnTo>
                    <a:pt x="2356" y="3487"/>
                  </a:lnTo>
                  <a:lnTo>
                    <a:pt x="2332" y="3481"/>
                  </a:lnTo>
                  <a:lnTo>
                    <a:pt x="2310" y="3471"/>
                  </a:lnTo>
                  <a:lnTo>
                    <a:pt x="2288" y="3457"/>
                  </a:lnTo>
                  <a:lnTo>
                    <a:pt x="2267" y="3439"/>
                  </a:lnTo>
                  <a:lnTo>
                    <a:pt x="2248" y="3418"/>
                  </a:lnTo>
                  <a:lnTo>
                    <a:pt x="2229" y="3393"/>
                  </a:lnTo>
                  <a:lnTo>
                    <a:pt x="2212" y="3367"/>
                  </a:lnTo>
                  <a:lnTo>
                    <a:pt x="2196" y="3337"/>
                  </a:lnTo>
                  <a:lnTo>
                    <a:pt x="2182" y="3304"/>
                  </a:lnTo>
                  <a:lnTo>
                    <a:pt x="2171" y="3270"/>
                  </a:lnTo>
                  <a:lnTo>
                    <a:pt x="2160" y="3233"/>
                  </a:lnTo>
                  <a:lnTo>
                    <a:pt x="2152" y="3195"/>
                  </a:lnTo>
                  <a:lnTo>
                    <a:pt x="2146" y="3155"/>
                  </a:lnTo>
                  <a:lnTo>
                    <a:pt x="2142" y="3113"/>
                  </a:lnTo>
                  <a:lnTo>
                    <a:pt x="2141" y="3071"/>
                  </a:lnTo>
                  <a:lnTo>
                    <a:pt x="2142" y="3029"/>
                  </a:lnTo>
                  <a:lnTo>
                    <a:pt x="2146" y="2987"/>
                  </a:lnTo>
                  <a:lnTo>
                    <a:pt x="2152" y="2947"/>
                  </a:lnTo>
                  <a:lnTo>
                    <a:pt x="2160" y="2908"/>
                  </a:lnTo>
                  <a:lnTo>
                    <a:pt x="2171" y="2872"/>
                  </a:lnTo>
                  <a:lnTo>
                    <a:pt x="2182" y="2838"/>
                  </a:lnTo>
                  <a:lnTo>
                    <a:pt x="2196" y="2805"/>
                  </a:lnTo>
                  <a:lnTo>
                    <a:pt x="2212" y="2774"/>
                  </a:lnTo>
                  <a:lnTo>
                    <a:pt x="2229" y="2747"/>
                  </a:lnTo>
                  <a:lnTo>
                    <a:pt x="2248" y="2724"/>
                  </a:lnTo>
                  <a:lnTo>
                    <a:pt x="2267" y="2703"/>
                  </a:lnTo>
                  <a:lnTo>
                    <a:pt x="2288" y="2684"/>
                  </a:lnTo>
                  <a:lnTo>
                    <a:pt x="2310" y="2670"/>
                  </a:lnTo>
                  <a:lnTo>
                    <a:pt x="2332" y="2660"/>
                  </a:lnTo>
                  <a:lnTo>
                    <a:pt x="2356" y="2654"/>
                  </a:lnTo>
                  <a:lnTo>
                    <a:pt x="2380" y="2651"/>
                  </a:lnTo>
                  <a:close/>
                  <a:moveTo>
                    <a:pt x="2342" y="1355"/>
                  </a:moveTo>
                  <a:lnTo>
                    <a:pt x="2366" y="1357"/>
                  </a:lnTo>
                  <a:lnTo>
                    <a:pt x="2390" y="1363"/>
                  </a:lnTo>
                  <a:lnTo>
                    <a:pt x="2412" y="1373"/>
                  </a:lnTo>
                  <a:lnTo>
                    <a:pt x="2434" y="1387"/>
                  </a:lnTo>
                  <a:lnTo>
                    <a:pt x="2455" y="1405"/>
                  </a:lnTo>
                  <a:lnTo>
                    <a:pt x="2475" y="1426"/>
                  </a:lnTo>
                  <a:lnTo>
                    <a:pt x="2493" y="1451"/>
                  </a:lnTo>
                  <a:lnTo>
                    <a:pt x="2510" y="1478"/>
                  </a:lnTo>
                  <a:lnTo>
                    <a:pt x="2526" y="1507"/>
                  </a:lnTo>
                  <a:lnTo>
                    <a:pt x="2540" y="1540"/>
                  </a:lnTo>
                  <a:lnTo>
                    <a:pt x="2551" y="1574"/>
                  </a:lnTo>
                  <a:lnTo>
                    <a:pt x="2562" y="1611"/>
                  </a:lnTo>
                  <a:lnTo>
                    <a:pt x="2570" y="1649"/>
                  </a:lnTo>
                  <a:lnTo>
                    <a:pt x="2576" y="1689"/>
                  </a:lnTo>
                  <a:lnTo>
                    <a:pt x="2580" y="1731"/>
                  </a:lnTo>
                  <a:lnTo>
                    <a:pt x="2581" y="1773"/>
                  </a:lnTo>
                  <a:lnTo>
                    <a:pt x="2580" y="1815"/>
                  </a:lnTo>
                  <a:lnTo>
                    <a:pt x="2576" y="1858"/>
                  </a:lnTo>
                  <a:lnTo>
                    <a:pt x="2570" y="1897"/>
                  </a:lnTo>
                  <a:lnTo>
                    <a:pt x="2562" y="1936"/>
                  </a:lnTo>
                  <a:lnTo>
                    <a:pt x="2551" y="1972"/>
                  </a:lnTo>
                  <a:lnTo>
                    <a:pt x="2540" y="2008"/>
                  </a:lnTo>
                  <a:lnTo>
                    <a:pt x="2526" y="2039"/>
                  </a:lnTo>
                  <a:lnTo>
                    <a:pt x="2510" y="2070"/>
                  </a:lnTo>
                  <a:lnTo>
                    <a:pt x="2493" y="2097"/>
                  </a:lnTo>
                  <a:lnTo>
                    <a:pt x="2475" y="2121"/>
                  </a:lnTo>
                  <a:lnTo>
                    <a:pt x="2455" y="2142"/>
                  </a:lnTo>
                  <a:lnTo>
                    <a:pt x="2434" y="2160"/>
                  </a:lnTo>
                  <a:lnTo>
                    <a:pt x="2412" y="2174"/>
                  </a:lnTo>
                  <a:lnTo>
                    <a:pt x="2390" y="2185"/>
                  </a:lnTo>
                  <a:lnTo>
                    <a:pt x="2366" y="2191"/>
                  </a:lnTo>
                  <a:lnTo>
                    <a:pt x="2342" y="2193"/>
                  </a:lnTo>
                  <a:lnTo>
                    <a:pt x="2317" y="2191"/>
                  </a:lnTo>
                  <a:lnTo>
                    <a:pt x="2294" y="2185"/>
                  </a:lnTo>
                  <a:lnTo>
                    <a:pt x="2270" y="2174"/>
                  </a:lnTo>
                  <a:lnTo>
                    <a:pt x="2249" y="2160"/>
                  </a:lnTo>
                  <a:lnTo>
                    <a:pt x="2228" y="2142"/>
                  </a:lnTo>
                  <a:lnTo>
                    <a:pt x="2208" y="2121"/>
                  </a:lnTo>
                  <a:lnTo>
                    <a:pt x="2189" y="2097"/>
                  </a:lnTo>
                  <a:lnTo>
                    <a:pt x="2173" y="2070"/>
                  </a:lnTo>
                  <a:lnTo>
                    <a:pt x="2157" y="2039"/>
                  </a:lnTo>
                  <a:lnTo>
                    <a:pt x="2142" y="2008"/>
                  </a:lnTo>
                  <a:lnTo>
                    <a:pt x="2131" y="1972"/>
                  </a:lnTo>
                  <a:lnTo>
                    <a:pt x="2120" y="1936"/>
                  </a:lnTo>
                  <a:lnTo>
                    <a:pt x="2112" y="1897"/>
                  </a:lnTo>
                  <a:lnTo>
                    <a:pt x="2106" y="1858"/>
                  </a:lnTo>
                  <a:lnTo>
                    <a:pt x="2103" y="1815"/>
                  </a:lnTo>
                  <a:lnTo>
                    <a:pt x="2101" y="1773"/>
                  </a:lnTo>
                  <a:lnTo>
                    <a:pt x="2103" y="1731"/>
                  </a:lnTo>
                  <a:lnTo>
                    <a:pt x="2106" y="1689"/>
                  </a:lnTo>
                  <a:lnTo>
                    <a:pt x="2112" y="1649"/>
                  </a:lnTo>
                  <a:lnTo>
                    <a:pt x="2120" y="1611"/>
                  </a:lnTo>
                  <a:lnTo>
                    <a:pt x="2131" y="1574"/>
                  </a:lnTo>
                  <a:lnTo>
                    <a:pt x="2142" y="1540"/>
                  </a:lnTo>
                  <a:lnTo>
                    <a:pt x="2157" y="1507"/>
                  </a:lnTo>
                  <a:lnTo>
                    <a:pt x="2173" y="1478"/>
                  </a:lnTo>
                  <a:lnTo>
                    <a:pt x="2189" y="1451"/>
                  </a:lnTo>
                  <a:lnTo>
                    <a:pt x="2208" y="1426"/>
                  </a:lnTo>
                  <a:lnTo>
                    <a:pt x="2228" y="1405"/>
                  </a:lnTo>
                  <a:lnTo>
                    <a:pt x="2249" y="1387"/>
                  </a:lnTo>
                  <a:lnTo>
                    <a:pt x="2270" y="1373"/>
                  </a:lnTo>
                  <a:lnTo>
                    <a:pt x="2294" y="1363"/>
                  </a:lnTo>
                  <a:lnTo>
                    <a:pt x="2317" y="1357"/>
                  </a:lnTo>
                  <a:lnTo>
                    <a:pt x="2342" y="1355"/>
                  </a:lnTo>
                  <a:close/>
                  <a:moveTo>
                    <a:pt x="3179" y="819"/>
                  </a:moveTo>
                  <a:lnTo>
                    <a:pt x="3204" y="821"/>
                  </a:lnTo>
                  <a:lnTo>
                    <a:pt x="3227" y="827"/>
                  </a:lnTo>
                  <a:lnTo>
                    <a:pt x="3250" y="838"/>
                  </a:lnTo>
                  <a:lnTo>
                    <a:pt x="3272" y="852"/>
                  </a:lnTo>
                  <a:lnTo>
                    <a:pt x="3293" y="869"/>
                  </a:lnTo>
                  <a:lnTo>
                    <a:pt x="3312" y="890"/>
                  </a:lnTo>
                  <a:lnTo>
                    <a:pt x="3331" y="915"/>
                  </a:lnTo>
                  <a:lnTo>
                    <a:pt x="3348" y="942"/>
                  </a:lnTo>
                  <a:lnTo>
                    <a:pt x="3363" y="971"/>
                  </a:lnTo>
                  <a:lnTo>
                    <a:pt x="3377" y="1004"/>
                  </a:lnTo>
                  <a:lnTo>
                    <a:pt x="3389" y="1038"/>
                  </a:lnTo>
                  <a:lnTo>
                    <a:pt x="3400" y="1076"/>
                  </a:lnTo>
                  <a:lnTo>
                    <a:pt x="3408" y="1113"/>
                  </a:lnTo>
                  <a:lnTo>
                    <a:pt x="3414" y="1153"/>
                  </a:lnTo>
                  <a:lnTo>
                    <a:pt x="3417" y="1195"/>
                  </a:lnTo>
                  <a:lnTo>
                    <a:pt x="3418" y="1237"/>
                  </a:lnTo>
                  <a:lnTo>
                    <a:pt x="3417" y="1280"/>
                  </a:lnTo>
                  <a:lnTo>
                    <a:pt x="3414" y="1322"/>
                  </a:lnTo>
                  <a:lnTo>
                    <a:pt x="3408" y="1362"/>
                  </a:lnTo>
                  <a:lnTo>
                    <a:pt x="3400" y="1399"/>
                  </a:lnTo>
                  <a:lnTo>
                    <a:pt x="3389" y="1437"/>
                  </a:lnTo>
                  <a:lnTo>
                    <a:pt x="3377" y="1471"/>
                  </a:lnTo>
                  <a:lnTo>
                    <a:pt x="3363" y="1503"/>
                  </a:lnTo>
                  <a:lnTo>
                    <a:pt x="3348" y="1533"/>
                  </a:lnTo>
                  <a:lnTo>
                    <a:pt x="3331" y="1560"/>
                  </a:lnTo>
                  <a:lnTo>
                    <a:pt x="3312" y="1584"/>
                  </a:lnTo>
                  <a:lnTo>
                    <a:pt x="3293" y="1605"/>
                  </a:lnTo>
                  <a:lnTo>
                    <a:pt x="3272" y="1623"/>
                  </a:lnTo>
                  <a:lnTo>
                    <a:pt x="3250" y="1637"/>
                  </a:lnTo>
                  <a:lnTo>
                    <a:pt x="3227" y="1648"/>
                  </a:lnTo>
                  <a:lnTo>
                    <a:pt x="3204" y="1654"/>
                  </a:lnTo>
                  <a:lnTo>
                    <a:pt x="3179" y="1656"/>
                  </a:lnTo>
                  <a:lnTo>
                    <a:pt x="3155" y="1654"/>
                  </a:lnTo>
                  <a:lnTo>
                    <a:pt x="3131" y="1648"/>
                  </a:lnTo>
                  <a:lnTo>
                    <a:pt x="3108" y="1637"/>
                  </a:lnTo>
                  <a:lnTo>
                    <a:pt x="3087" y="1623"/>
                  </a:lnTo>
                  <a:lnTo>
                    <a:pt x="3066" y="1605"/>
                  </a:lnTo>
                  <a:lnTo>
                    <a:pt x="3046" y="1584"/>
                  </a:lnTo>
                  <a:lnTo>
                    <a:pt x="3027" y="1560"/>
                  </a:lnTo>
                  <a:lnTo>
                    <a:pt x="3011" y="1533"/>
                  </a:lnTo>
                  <a:lnTo>
                    <a:pt x="2994" y="1503"/>
                  </a:lnTo>
                  <a:lnTo>
                    <a:pt x="2980" y="1471"/>
                  </a:lnTo>
                  <a:lnTo>
                    <a:pt x="2968" y="1437"/>
                  </a:lnTo>
                  <a:lnTo>
                    <a:pt x="2958" y="1399"/>
                  </a:lnTo>
                  <a:lnTo>
                    <a:pt x="2950" y="1362"/>
                  </a:lnTo>
                  <a:lnTo>
                    <a:pt x="2944" y="1322"/>
                  </a:lnTo>
                  <a:lnTo>
                    <a:pt x="2940" y="1280"/>
                  </a:lnTo>
                  <a:lnTo>
                    <a:pt x="2939" y="1237"/>
                  </a:lnTo>
                  <a:lnTo>
                    <a:pt x="2940" y="1195"/>
                  </a:lnTo>
                  <a:lnTo>
                    <a:pt x="2944" y="1153"/>
                  </a:lnTo>
                  <a:lnTo>
                    <a:pt x="2950" y="1113"/>
                  </a:lnTo>
                  <a:lnTo>
                    <a:pt x="2958" y="1076"/>
                  </a:lnTo>
                  <a:lnTo>
                    <a:pt x="2968" y="1038"/>
                  </a:lnTo>
                  <a:lnTo>
                    <a:pt x="2980" y="1004"/>
                  </a:lnTo>
                  <a:lnTo>
                    <a:pt x="2994" y="971"/>
                  </a:lnTo>
                  <a:lnTo>
                    <a:pt x="3011" y="942"/>
                  </a:lnTo>
                  <a:lnTo>
                    <a:pt x="3027" y="915"/>
                  </a:lnTo>
                  <a:lnTo>
                    <a:pt x="3046" y="890"/>
                  </a:lnTo>
                  <a:lnTo>
                    <a:pt x="3066" y="869"/>
                  </a:lnTo>
                  <a:lnTo>
                    <a:pt x="3087" y="852"/>
                  </a:lnTo>
                  <a:lnTo>
                    <a:pt x="3108" y="838"/>
                  </a:lnTo>
                  <a:lnTo>
                    <a:pt x="3131" y="827"/>
                  </a:lnTo>
                  <a:lnTo>
                    <a:pt x="3155" y="821"/>
                  </a:lnTo>
                  <a:lnTo>
                    <a:pt x="3179" y="819"/>
                  </a:lnTo>
                  <a:close/>
                  <a:moveTo>
                    <a:pt x="3246" y="2144"/>
                  </a:moveTo>
                  <a:lnTo>
                    <a:pt x="3271" y="2146"/>
                  </a:lnTo>
                  <a:lnTo>
                    <a:pt x="3294" y="2152"/>
                  </a:lnTo>
                  <a:lnTo>
                    <a:pt x="3316" y="2162"/>
                  </a:lnTo>
                  <a:lnTo>
                    <a:pt x="3339" y="2176"/>
                  </a:lnTo>
                  <a:lnTo>
                    <a:pt x="3360" y="2194"/>
                  </a:lnTo>
                  <a:lnTo>
                    <a:pt x="3380" y="2215"/>
                  </a:lnTo>
                  <a:lnTo>
                    <a:pt x="3397" y="2240"/>
                  </a:lnTo>
                  <a:lnTo>
                    <a:pt x="3415" y="2267"/>
                  </a:lnTo>
                  <a:lnTo>
                    <a:pt x="3430" y="2296"/>
                  </a:lnTo>
                  <a:lnTo>
                    <a:pt x="3444" y="2329"/>
                  </a:lnTo>
                  <a:lnTo>
                    <a:pt x="3456" y="2363"/>
                  </a:lnTo>
                  <a:lnTo>
                    <a:pt x="3466" y="2400"/>
                  </a:lnTo>
                  <a:lnTo>
                    <a:pt x="3475" y="2438"/>
                  </a:lnTo>
                  <a:lnTo>
                    <a:pt x="3480" y="2478"/>
                  </a:lnTo>
                  <a:lnTo>
                    <a:pt x="3484" y="2520"/>
                  </a:lnTo>
                  <a:lnTo>
                    <a:pt x="3485" y="2562"/>
                  </a:lnTo>
                  <a:lnTo>
                    <a:pt x="3484" y="2604"/>
                  </a:lnTo>
                  <a:lnTo>
                    <a:pt x="3480" y="2647"/>
                  </a:lnTo>
                  <a:lnTo>
                    <a:pt x="3475" y="2686"/>
                  </a:lnTo>
                  <a:lnTo>
                    <a:pt x="3466" y="2725"/>
                  </a:lnTo>
                  <a:lnTo>
                    <a:pt x="3456" y="2762"/>
                  </a:lnTo>
                  <a:lnTo>
                    <a:pt x="3444" y="2796"/>
                  </a:lnTo>
                  <a:lnTo>
                    <a:pt x="3430" y="2828"/>
                  </a:lnTo>
                  <a:lnTo>
                    <a:pt x="3415" y="2858"/>
                  </a:lnTo>
                  <a:lnTo>
                    <a:pt x="3397" y="2886"/>
                  </a:lnTo>
                  <a:lnTo>
                    <a:pt x="3380" y="2909"/>
                  </a:lnTo>
                  <a:lnTo>
                    <a:pt x="3360" y="2930"/>
                  </a:lnTo>
                  <a:lnTo>
                    <a:pt x="3339" y="2949"/>
                  </a:lnTo>
                  <a:lnTo>
                    <a:pt x="3316" y="2963"/>
                  </a:lnTo>
                  <a:lnTo>
                    <a:pt x="3294" y="2974"/>
                  </a:lnTo>
                  <a:lnTo>
                    <a:pt x="3271" y="2980"/>
                  </a:lnTo>
                  <a:lnTo>
                    <a:pt x="3246" y="2982"/>
                  </a:lnTo>
                  <a:lnTo>
                    <a:pt x="3222" y="2980"/>
                  </a:lnTo>
                  <a:lnTo>
                    <a:pt x="3198" y="2974"/>
                  </a:lnTo>
                  <a:lnTo>
                    <a:pt x="3176" y="2963"/>
                  </a:lnTo>
                  <a:lnTo>
                    <a:pt x="3154" y="2949"/>
                  </a:lnTo>
                  <a:lnTo>
                    <a:pt x="3133" y="2930"/>
                  </a:lnTo>
                  <a:lnTo>
                    <a:pt x="3113" y="2909"/>
                  </a:lnTo>
                  <a:lnTo>
                    <a:pt x="3095" y="2886"/>
                  </a:lnTo>
                  <a:lnTo>
                    <a:pt x="3077" y="2858"/>
                  </a:lnTo>
                  <a:lnTo>
                    <a:pt x="3062" y="2828"/>
                  </a:lnTo>
                  <a:lnTo>
                    <a:pt x="3048" y="2796"/>
                  </a:lnTo>
                  <a:lnTo>
                    <a:pt x="3036" y="2762"/>
                  </a:lnTo>
                  <a:lnTo>
                    <a:pt x="3026" y="2725"/>
                  </a:lnTo>
                  <a:lnTo>
                    <a:pt x="3018" y="2686"/>
                  </a:lnTo>
                  <a:lnTo>
                    <a:pt x="3012" y="2647"/>
                  </a:lnTo>
                  <a:lnTo>
                    <a:pt x="3008" y="2604"/>
                  </a:lnTo>
                  <a:lnTo>
                    <a:pt x="3007" y="2562"/>
                  </a:lnTo>
                  <a:lnTo>
                    <a:pt x="3008" y="2520"/>
                  </a:lnTo>
                  <a:lnTo>
                    <a:pt x="3012" y="2478"/>
                  </a:lnTo>
                  <a:lnTo>
                    <a:pt x="3018" y="2438"/>
                  </a:lnTo>
                  <a:lnTo>
                    <a:pt x="3026" y="2400"/>
                  </a:lnTo>
                  <a:lnTo>
                    <a:pt x="3036" y="2363"/>
                  </a:lnTo>
                  <a:lnTo>
                    <a:pt x="3048" y="2329"/>
                  </a:lnTo>
                  <a:lnTo>
                    <a:pt x="3062" y="2296"/>
                  </a:lnTo>
                  <a:lnTo>
                    <a:pt x="3077" y="2267"/>
                  </a:lnTo>
                  <a:lnTo>
                    <a:pt x="3095" y="2240"/>
                  </a:lnTo>
                  <a:lnTo>
                    <a:pt x="3113" y="2215"/>
                  </a:lnTo>
                  <a:lnTo>
                    <a:pt x="3133" y="2194"/>
                  </a:lnTo>
                  <a:lnTo>
                    <a:pt x="3154" y="2176"/>
                  </a:lnTo>
                  <a:lnTo>
                    <a:pt x="3176" y="2162"/>
                  </a:lnTo>
                  <a:lnTo>
                    <a:pt x="3198" y="2152"/>
                  </a:lnTo>
                  <a:lnTo>
                    <a:pt x="3222" y="2146"/>
                  </a:lnTo>
                  <a:lnTo>
                    <a:pt x="3246" y="214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8514" name="Freeform 48"/>
            <p:cNvSpPr>
              <a:spLocks/>
            </p:cNvSpPr>
            <p:nvPr/>
          </p:nvSpPr>
          <p:spPr bwMode="auto">
            <a:xfrm>
              <a:off x="1267" y="1588"/>
              <a:ext cx="87" cy="52"/>
            </a:xfrm>
            <a:custGeom>
              <a:avLst/>
              <a:gdLst>
                <a:gd name="T0" fmla="*/ 3 w 437"/>
                <a:gd name="T1" fmla="*/ 2 h 260"/>
                <a:gd name="T2" fmla="*/ 3 w 437"/>
                <a:gd name="T3" fmla="*/ 2 h 260"/>
                <a:gd name="T4" fmla="*/ 3 w 437"/>
                <a:gd name="T5" fmla="*/ 2 h 260"/>
                <a:gd name="T6" fmla="*/ 3 w 437"/>
                <a:gd name="T7" fmla="*/ 2 h 260"/>
                <a:gd name="T8" fmla="*/ 3 w 437"/>
                <a:gd name="T9" fmla="*/ 1 h 260"/>
                <a:gd name="T10" fmla="*/ 3 w 437"/>
                <a:gd name="T11" fmla="*/ 1 h 260"/>
                <a:gd name="T12" fmla="*/ 3 w 437"/>
                <a:gd name="T13" fmla="*/ 1 h 260"/>
                <a:gd name="T14" fmla="*/ 3 w 437"/>
                <a:gd name="T15" fmla="*/ 1 h 260"/>
                <a:gd name="T16" fmla="*/ 3 w 437"/>
                <a:gd name="T17" fmla="*/ 1 h 260"/>
                <a:gd name="T18" fmla="*/ 2 w 437"/>
                <a:gd name="T19" fmla="*/ 1 h 260"/>
                <a:gd name="T20" fmla="*/ 2 w 437"/>
                <a:gd name="T21" fmla="*/ 0 h 260"/>
                <a:gd name="T22" fmla="*/ 2 w 437"/>
                <a:gd name="T23" fmla="*/ 0 h 260"/>
                <a:gd name="T24" fmla="*/ 2 w 437"/>
                <a:gd name="T25" fmla="*/ 0 h 260"/>
                <a:gd name="T26" fmla="*/ 1 w 437"/>
                <a:gd name="T27" fmla="*/ 0 h 260"/>
                <a:gd name="T28" fmla="*/ 1 w 437"/>
                <a:gd name="T29" fmla="*/ 0 h 260"/>
                <a:gd name="T30" fmla="*/ 1 w 437"/>
                <a:gd name="T31" fmla="*/ 0 h 260"/>
                <a:gd name="T32" fmla="*/ 0 w 437"/>
                <a:gd name="T33" fmla="*/ 0 h 260"/>
                <a:gd name="T34" fmla="*/ 0 w 437"/>
                <a:gd name="T35" fmla="*/ 0 h 260"/>
                <a:gd name="T36" fmla="*/ 0 w 437"/>
                <a:gd name="T37" fmla="*/ 0 h 260"/>
                <a:gd name="T38" fmla="*/ 0 w 437"/>
                <a:gd name="T39" fmla="*/ 0 h 260"/>
                <a:gd name="T40" fmla="*/ 1 w 437"/>
                <a:gd name="T41" fmla="*/ 0 h 260"/>
                <a:gd name="T42" fmla="*/ 1 w 437"/>
                <a:gd name="T43" fmla="*/ 0 h 260"/>
                <a:gd name="T44" fmla="*/ 1 w 437"/>
                <a:gd name="T45" fmla="*/ 0 h 260"/>
                <a:gd name="T46" fmla="*/ 2 w 437"/>
                <a:gd name="T47" fmla="*/ 0 h 260"/>
                <a:gd name="T48" fmla="*/ 2 w 437"/>
                <a:gd name="T49" fmla="*/ 0 h 260"/>
                <a:gd name="T50" fmla="*/ 2 w 437"/>
                <a:gd name="T51" fmla="*/ 1 h 260"/>
                <a:gd name="T52" fmla="*/ 2 w 437"/>
                <a:gd name="T53" fmla="*/ 1 h 260"/>
                <a:gd name="T54" fmla="*/ 3 w 437"/>
                <a:gd name="T55" fmla="*/ 1 h 260"/>
                <a:gd name="T56" fmla="*/ 3 w 437"/>
                <a:gd name="T57" fmla="*/ 1 h 260"/>
                <a:gd name="T58" fmla="*/ 3 w 437"/>
                <a:gd name="T59" fmla="*/ 1 h 260"/>
                <a:gd name="T60" fmla="*/ 3 w 437"/>
                <a:gd name="T61" fmla="*/ 1 h 260"/>
                <a:gd name="T62" fmla="*/ 3 w 437"/>
                <a:gd name="T63" fmla="*/ 1 h 260"/>
                <a:gd name="T64" fmla="*/ 3 w 437"/>
                <a:gd name="T65" fmla="*/ 2 h 260"/>
                <a:gd name="T66" fmla="*/ 3 w 437"/>
                <a:gd name="T67" fmla="*/ 2 h 260"/>
                <a:gd name="T68" fmla="*/ 3 w 437"/>
                <a:gd name="T69" fmla="*/ 2 h 260"/>
                <a:gd name="T70" fmla="*/ 3 w 437"/>
                <a:gd name="T71" fmla="*/ 2 h 260"/>
                <a:gd name="T72" fmla="*/ 3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437" y="260"/>
                  </a:moveTo>
                  <a:lnTo>
                    <a:pt x="437" y="260"/>
                  </a:lnTo>
                  <a:lnTo>
                    <a:pt x="434" y="233"/>
                  </a:lnTo>
                  <a:lnTo>
                    <a:pt x="427" y="206"/>
                  </a:lnTo>
                  <a:lnTo>
                    <a:pt x="417" y="181"/>
                  </a:lnTo>
                  <a:lnTo>
                    <a:pt x="401" y="157"/>
                  </a:lnTo>
                  <a:lnTo>
                    <a:pt x="383" y="133"/>
                  </a:lnTo>
                  <a:lnTo>
                    <a:pt x="360" y="113"/>
                  </a:lnTo>
                  <a:lnTo>
                    <a:pt x="336" y="93"/>
                  </a:lnTo>
                  <a:lnTo>
                    <a:pt x="308" y="73"/>
                  </a:lnTo>
                  <a:lnTo>
                    <a:pt x="276" y="58"/>
                  </a:lnTo>
                  <a:lnTo>
                    <a:pt x="242" y="43"/>
                  </a:lnTo>
                  <a:lnTo>
                    <a:pt x="207" y="30"/>
                  </a:lnTo>
                  <a:lnTo>
                    <a:pt x="168" y="19"/>
                  </a:lnTo>
                  <a:lnTo>
                    <a:pt x="128" y="11"/>
                  </a:lnTo>
                  <a:lnTo>
                    <a:pt x="87" y="4"/>
                  </a:lnTo>
                  <a:lnTo>
                    <a:pt x="43" y="1"/>
                  </a:lnTo>
                  <a:lnTo>
                    <a:pt x="0" y="0"/>
                  </a:lnTo>
                  <a:lnTo>
                    <a:pt x="0" y="11"/>
                  </a:lnTo>
                  <a:lnTo>
                    <a:pt x="43" y="12"/>
                  </a:lnTo>
                  <a:lnTo>
                    <a:pt x="85" y="16"/>
                  </a:lnTo>
                  <a:lnTo>
                    <a:pt x="126" y="23"/>
                  </a:lnTo>
                  <a:lnTo>
                    <a:pt x="166" y="31"/>
                  </a:lnTo>
                  <a:lnTo>
                    <a:pt x="202" y="42"/>
                  </a:lnTo>
                  <a:lnTo>
                    <a:pt x="237" y="55"/>
                  </a:lnTo>
                  <a:lnTo>
                    <a:pt x="271" y="70"/>
                  </a:lnTo>
                  <a:lnTo>
                    <a:pt x="301" y="85"/>
                  </a:lnTo>
                  <a:lnTo>
                    <a:pt x="329" y="103"/>
                  </a:lnTo>
                  <a:lnTo>
                    <a:pt x="353" y="123"/>
                  </a:lnTo>
                  <a:lnTo>
                    <a:pt x="373" y="143"/>
                  </a:lnTo>
                  <a:lnTo>
                    <a:pt x="392" y="164"/>
                  </a:lnTo>
                  <a:lnTo>
                    <a:pt x="405" y="186"/>
                  </a:lnTo>
                  <a:lnTo>
                    <a:pt x="415" y="211"/>
                  </a:lnTo>
                  <a:lnTo>
                    <a:pt x="422" y="235"/>
                  </a:lnTo>
                  <a:lnTo>
                    <a:pt x="425" y="260"/>
                  </a:lnTo>
                  <a:lnTo>
                    <a:pt x="437"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8515" name="Freeform 49"/>
            <p:cNvSpPr>
              <a:spLocks/>
            </p:cNvSpPr>
            <p:nvPr/>
          </p:nvSpPr>
          <p:spPr bwMode="auto">
            <a:xfrm>
              <a:off x="1267" y="1640"/>
              <a:ext cx="87" cy="52"/>
            </a:xfrm>
            <a:custGeom>
              <a:avLst/>
              <a:gdLst>
                <a:gd name="T0" fmla="*/ 0 w 437"/>
                <a:gd name="T1" fmla="*/ 2 h 260"/>
                <a:gd name="T2" fmla="*/ 0 w 437"/>
                <a:gd name="T3" fmla="*/ 2 h 260"/>
                <a:gd name="T4" fmla="*/ 0 w 437"/>
                <a:gd name="T5" fmla="*/ 2 h 260"/>
                <a:gd name="T6" fmla="*/ 1 w 437"/>
                <a:gd name="T7" fmla="*/ 2 h 260"/>
                <a:gd name="T8" fmla="*/ 1 w 437"/>
                <a:gd name="T9" fmla="*/ 2 h 260"/>
                <a:gd name="T10" fmla="*/ 1 w 437"/>
                <a:gd name="T11" fmla="*/ 2 h 260"/>
                <a:gd name="T12" fmla="*/ 2 w 437"/>
                <a:gd name="T13" fmla="*/ 2 h 260"/>
                <a:gd name="T14" fmla="*/ 2 w 437"/>
                <a:gd name="T15" fmla="*/ 2 h 260"/>
                <a:gd name="T16" fmla="*/ 2 w 437"/>
                <a:gd name="T17" fmla="*/ 2 h 260"/>
                <a:gd name="T18" fmla="*/ 2 w 437"/>
                <a:gd name="T19" fmla="*/ 1 h 260"/>
                <a:gd name="T20" fmla="*/ 3 w 437"/>
                <a:gd name="T21" fmla="*/ 1 h 260"/>
                <a:gd name="T22" fmla="*/ 3 w 437"/>
                <a:gd name="T23" fmla="*/ 1 h 260"/>
                <a:gd name="T24" fmla="*/ 3 w 437"/>
                <a:gd name="T25" fmla="*/ 1 h 260"/>
                <a:gd name="T26" fmla="*/ 3 w 437"/>
                <a:gd name="T27" fmla="*/ 1 h 260"/>
                <a:gd name="T28" fmla="*/ 3 w 437"/>
                <a:gd name="T29" fmla="*/ 1 h 260"/>
                <a:gd name="T30" fmla="*/ 3 w 437"/>
                <a:gd name="T31" fmla="*/ 0 h 260"/>
                <a:gd name="T32" fmla="*/ 3 w 437"/>
                <a:gd name="T33" fmla="*/ 0 h 260"/>
                <a:gd name="T34" fmla="*/ 3 w 437"/>
                <a:gd name="T35" fmla="*/ 0 h 260"/>
                <a:gd name="T36" fmla="*/ 3 w 437"/>
                <a:gd name="T37" fmla="*/ 0 h 260"/>
                <a:gd name="T38" fmla="*/ 3 w 437"/>
                <a:gd name="T39" fmla="*/ 0 h 260"/>
                <a:gd name="T40" fmla="*/ 3 w 437"/>
                <a:gd name="T41" fmla="*/ 0 h 260"/>
                <a:gd name="T42" fmla="*/ 3 w 437"/>
                <a:gd name="T43" fmla="*/ 1 h 260"/>
                <a:gd name="T44" fmla="*/ 3 w 437"/>
                <a:gd name="T45" fmla="*/ 1 h 260"/>
                <a:gd name="T46" fmla="*/ 3 w 437"/>
                <a:gd name="T47" fmla="*/ 1 h 260"/>
                <a:gd name="T48" fmla="*/ 3 w 437"/>
                <a:gd name="T49" fmla="*/ 1 h 260"/>
                <a:gd name="T50" fmla="*/ 3 w 437"/>
                <a:gd name="T51" fmla="*/ 1 h 260"/>
                <a:gd name="T52" fmla="*/ 2 w 437"/>
                <a:gd name="T53" fmla="*/ 1 h 260"/>
                <a:gd name="T54" fmla="*/ 2 w 437"/>
                <a:gd name="T55" fmla="*/ 2 h 260"/>
                <a:gd name="T56" fmla="*/ 2 w 437"/>
                <a:gd name="T57" fmla="*/ 2 h 260"/>
                <a:gd name="T58" fmla="*/ 2 w 437"/>
                <a:gd name="T59" fmla="*/ 2 h 260"/>
                <a:gd name="T60" fmla="*/ 1 w 437"/>
                <a:gd name="T61" fmla="*/ 2 h 260"/>
                <a:gd name="T62" fmla="*/ 1 w 437"/>
                <a:gd name="T63" fmla="*/ 2 h 260"/>
                <a:gd name="T64" fmla="*/ 1 w 437"/>
                <a:gd name="T65" fmla="*/ 2 h 260"/>
                <a:gd name="T66" fmla="*/ 0 w 437"/>
                <a:gd name="T67" fmla="*/ 2 h 260"/>
                <a:gd name="T68" fmla="*/ 0 w 437"/>
                <a:gd name="T69" fmla="*/ 2 h 260"/>
                <a:gd name="T70" fmla="*/ 0 w 437"/>
                <a:gd name="T71" fmla="*/ 2 h 260"/>
                <a:gd name="T72" fmla="*/ 0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0" y="260"/>
                  </a:moveTo>
                  <a:lnTo>
                    <a:pt x="0" y="260"/>
                  </a:lnTo>
                  <a:lnTo>
                    <a:pt x="43" y="259"/>
                  </a:lnTo>
                  <a:lnTo>
                    <a:pt x="87" y="255"/>
                  </a:lnTo>
                  <a:lnTo>
                    <a:pt x="128" y="248"/>
                  </a:lnTo>
                  <a:lnTo>
                    <a:pt x="168" y="240"/>
                  </a:lnTo>
                  <a:lnTo>
                    <a:pt x="207" y="230"/>
                  </a:lnTo>
                  <a:lnTo>
                    <a:pt x="242" y="217"/>
                  </a:lnTo>
                  <a:lnTo>
                    <a:pt x="276" y="202"/>
                  </a:lnTo>
                  <a:lnTo>
                    <a:pt x="308" y="185"/>
                  </a:lnTo>
                  <a:lnTo>
                    <a:pt x="336" y="166"/>
                  </a:lnTo>
                  <a:lnTo>
                    <a:pt x="360" y="146"/>
                  </a:lnTo>
                  <a:lnTo>
                    <a:pt x="383" y="125"/>
                  </a:lnTo>
                  <a:lnTo>
                    <a:pt x="401" y="102"/>
                  </a:lnTo>
                  <a:lnTo>
                    <a:pt x="417" y="77"/>
                  </a:lnTo>
                  <a:lnTo>
                    <a:pt x="427" y="53"/>
                  </a:lnTo>
                  <a:lnTo>
                    <a:pt x="434" y="27"/>
                  </a:lnTo>
                  <a:lnTo>
                    <a:pt x="437" y="0"/>
                  </a:lnTo>
                  <a:lnTo>
                    <a:pt x="425" y="0"/>
                  </a:lnTo>
                  <a:lnTo>
                    <a:pt x="422" y="24"/>
                  </a:lnTo>
                  <a:lnTo>
                    <a:pt x="415" y="48"/>
                  </a:lnTo>
                  <a:lnTo>
                    <a:pt x="405" y="73"/>
                  </a:lnTo>
                  <a:lnTo>
                    <a:pt x="392" y="95"/>
                  </a:lnTo>
                  <a:lnTo>
                    <a:pt x="373" y="116"/>
                  </a:lnTo>
                  <a:lnTo>
                    <a:pt x="353" y="137"/>
                  </a:lnTo>
                  <a:lnTo>
                    <a:pt x="329" y="157"/>
                  </a:lnTo>
                  <a:lnTo>
                    <a:pt x="301" y="173"/>
                  </a:lnTo>
                  <a:lnTo>
                    <a:pt x="271" y="190"/>
                  </a:lnTo>
                  <a:lnTo>
                    <a:pt x="237" y="205"/>
                  </a:lnTo>
                  <a:lnTo>
                    <a:pt x="202" y="218"/>
                  </a:lnTo>
                  <a:lnTo>
                    <a:pt x="166" y="228"/>
                  </a:lnTo>
                  <a:lnTo>
                    <a:pt x="126" y="237"/>
                  </a:lnTo>
                  <a:lnTo>
                    <a:pt x="85" y="244"/>
                  </a:lnTo>
                  <a:lnTo>
                    <a:pt x="43" y="247"/>
                  </a:lnTo>
                  <a:lnTo>
                    <a:pt x="0" y="248"/>
                  </a:lnTo>
                  <a:lnTo>
                    <a:pt x="0"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8516" name="Freeform 50"/>
            <p:cNvSpPr>
              <a:spLocks/>
            </p:cNvSpPr>
            <p:nvPr/>
          </p:nvSpPr>
          <p:spPr bwMode="auto">
            <a:xfrm>
              <a:off x="1179" y="1640"/>
              <a:ext cx="88" cy="52"/>
            </a:xfrm>
            <a:custGeom>
              <a:avLst/>
              <a:gdLst>
                <a:gd name="T0" fmla="*/ 0 w 439"/>
                <a:gd name="T1" fmla="*/ 0 h 260"/>
                <a:gd name="T2" fmla="*/ 0 w 439"/>
                <a:gd name="T3" fmla="*/ 0 h 260"/>
                <a:gd name="T4" fmla="*/ 0 w 439"/>
                <a:gd name="T5" fmla="*/ 0 h 260"/>
                <a:gd name="T6" fmla="*/ 0 w 439"/>
                <a:gd name="T7" fmla="*/ 0 h 260"/>
                <a:gd name="T8" fmla="*/ 0 w 439"/>
                <a:gd name="T9" fmla="*/ 1 h 260"/>
                <a:gd name="T10" fmla="*/ 0 w 439"/>
                <a:gd name="T11" fmla="*/ 1 h 260"/>
                <a:gd name="T12" fmla="*/ 0 w 439"/>
                <a:gd name="T13" fmla="*/ 1 h 260"/>
                <a:gd name="T14" fmla="*/ 1 w 439"/>
                <a:gd name="T15" fmla="*/ 1 h 260"/>
                <a:gd name="T16" fmla="*/ 1 w 439"/>
                <a:gd name="T17" fmla="*/ 1 h 260"/>
                <a:gd name="T18" fmla="*/ 1 w 439"/>
                <a:gd name="T19" fmla="*/ 1 h 260"/>
                <a:gd name="T20" fmla="*/ 1 w 439"/>
                <a:gd name="T21" fmla="*/ 2 h 260"/>
                <a:gd name="T22" fmla="*/ 2 w 439"/>
                <a:gd name="T23" fmla="*/ 2 h 260"/>
                <a:gd name="T24" fmla="*/ 2 w 439"/>
                <a:gd name="T25" fmla="*/ 2 h 260"/>
                <a:gd name="T26" fmla="*/ 2 w 439"/>
                <a:gd name="T27" fmla="*/ 2 h 260"/>
                <a:gd name="T28" fmla="*/ 2 w 439"/>
                <a:gd name="T29" fmla="*/ 2 h 260"/>
                <a:gd name="T30" fmla="*/ 3 w 439"/>
                <a:gd name="T31" fmla="*/ 2 h 260"/>
                <a:gd name="T32" fmla="*/ 3 w 439"/>
                <a:gd name="T33" fmla="*/ 2 h 260"/>
                <a:gd name="T34" fmla="*/ 4 w 439"/>
                <a:gd name="T35" fmla="*/ 2 h 260"/>
                <a:gd name="T36" fmla="*/ 4 w 439"/>
                <a:gd name="T37" fmla="*/ 2 h 260"/>
                <a:gd name="T38" fmla="*/ 3 w 439"/>
                <a:gd name="T39" fmla="*/ 2 h 260"/>
                <a:gd name="T40" fmla="*/ 3 w 439"/>
                <a:gd name="T41" fmla="*/ 2 h 260"/>
                <a:gd name="T42" fmla="*/ 3 w 439"/>
                <a:gd name="T43" fmla="*/ 2 h 260"/>
                <a:gd name="T44" fmla="*/ 2 w 439"/>
                <a:gd name="T45" fmla="*/ 2 h 260"/>
                <a:gd name="T46" fmla="*/ 2 w 439"/>
                <a:gd name="T47" fmla="*/ 2 h 260"/>
                <a:gd name="T48" fmla="*/ 2 w 439"/>
                <a:gd name="T49" fmla="*/ 2 h 260"/>
                <a:gd name="T50" fmla="*/ 1 w 439"/>
                <a:gd name="T51" fmla="*/ 2 h 260"/>
                <a:gd name="T52" fmla="*/ 1 w 439"/>
                <a:gd name="T53" fmla="*/ 1 h 260"/>
                <a:gd name="T54" fmla="*/ 1 w 439"/>
                <a:gd name="T55" fmla="*/ 1 h 260"/>
                <a:gd name="T56" fmla="*/ 1 w 439"/>
                <a:gd name="T57" fmla="*/ 1 h 260"/>
                <a:gd name="T58" fmla="*/ 1 w 439"/>
                <a:gd name="T59" fmla="*/ 1 h 260"/>
                <a:gd name="T60" fmla="*/ 0 w 439"/>
                <a:gd name="T61" fmla="*/ 1 h 260"/>
                <a:gd name="T62" fmla="*/ 0 w 439"/>
                <a:gd name="T63" fmla="*/ 1 h 260"/>
                <a:gd name="T64" fmla="*/ 0 w 439"/>
                <a:gd name="T65" fmla="*/ 0 h 260"/>
                <a:gd name="T66" fmla="*/ 0 w 439"/>
                <a:gd name="T67" fmla="*/ 0 h 260"/>
                <a:gd name="T68" fmla="*/ 0 w 439"/>
                <a:gd name="T69" fmla="*/ 0 h 260"/>
                <a:gd name="T70" fmla="*/ 0 w 439"/>
                <a:gd name="T71" fmla="*/ 0 h 260"/>
                <a:gd name="T72" fmla="*/ 0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0" y="0"/>
                  </a:moveTo>
                  <a:lnTo>
                    <a:pt x="0" y="0"/>
                  </a:lnTo>
                  <a:lnTo>
                    <a:pt x="3" y="27"/>
                  </a:lnTo>
                  <a:lnTo>
                    <a:pt x="10" y="53"/>
                  </a:lnTo>
                  <a:lnTo>
                    <a:pt x="20" y="77"/>
                  </a:lnTo>
                  <a:lnTo>
                    <a:pt x="35" y="102"/>
                  </a:lnTo>
                  <a:lnTo>
                    <a:pt x="54" y="125"/>
                  </a:lnTo>
                  <a:lnTo>
                    <a:pt x="76" y="146"/>
                  </a:lnTo>
                  <a:lnTo>
                    <a:pt x="102" y="166"/>
                  </a:lnTo>
                  <a:lnTo>
                    <a:pt x="130" y="185"/>
                  </a:lnTo>
                  <a:lnTo>
                    <a:pt x="162" y="202"/>
                  </a:lnTo>
                  <a:lnTo>
                    <a:pt x="195" y="217"/>
                  </a:lnTo>
                  <a:lnTo>
                    <a:pt x="231" y="230"/>
                  </a:lnTo>
                  <a:lnTo>
                    <a:pt x="270" y="240"/>
                  </a:lnTo>
                  <a:lnTo>
                    <a:pt x="310" y="248"/>
                  </a:lnTo>
                  <a:lnTo>
                    <a:pt x="351" y="255"/>
                  </a:lnTo>
                  <a:lnTo>
                    <a:pt x="395" y="259"/>
                  </a:lnTo>
                  <a:lnTo>
                    <a:pt x="439" y="260"/>
                  </a:lnTo>
                  <a:lnTo>
                    <a:pt x="439" y="248"/>
                  </a:lnTo>
                  <a:lnTo>
                    <a:pt x="395" y="247"/>
                  </a:lnTo>
                  <a:lnTo>
                    <a:pt x="353" y="244"/>
                  </a:lnTo>
                  <a:lnTo>
                    <a:pt x="312" y="237"/>
                  </a:lnTo>
                  <a:lnTo>
                    <a:pt x="272" y="228"/>
                  </a:lnTo>
                  <a:lnTo>
                    <a:pt x="236" y="218"/>
                  </a:lnTo>
                  <a:lnTo>
                    <a:pt x="200" y="205"/>
                  </a:lnTo>
                  <a:lnTo>
                    <a:pt x="167" y="190"/>
                  </a:lnTo>
                  <a:lnTo>
                    <a:pt x="137" y="173"/>
                  </a:lnTo>
                  <a:lnTo>
                    <a:pt x="109" y="157"/>
                  </a:lnTo>
                  <a:lnTo>
                    <a:pt x="84" y="137"/>
                  </a:lnTo>
                  <a:lnTo>
                    <a:pt x="64" y="116"/>
                  </a:lnTo>
                  <a:lnTo>
                    <a:pt x="45" y="95"/>
                  </a:lnTo>
                  <a:lnTo>
                    <a:pt x="32" y="73"/>
                  </a:lnTo>
                  <a:lnTo>
                    <a:pt x="21" y="48"/>
                  </a:lnTo>
                  <a:lnTo>
                    <a:pt x="14" y="24"/>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8517" name="Freeform 51"/>
            <p:cNvSpPr>
              <a:spLocks/>
            </p:cNvSpPr>
            <p:nvPr/>
          </p:nvSpPr>
          <p:spPr bwMode="auto">
            <a:xfrm>
              <a:off x="1179" y="1588"/>
              <a:ext cx="88" cy="52"/>
            </a:xfrm>
            <a:custGeom>
              <a:avLst/>
              <a:gdLst>
                <a:gd name="T0" fmla="*/ 4 w 439"/>
                <a:gd name="T1" fmla="*/ 0 h 260"/>
                <a:gd name="T2" fmla="*/ 4 w 439"/>
                <a:gd name="T3" fmla="*/ 0 h 260"/>
                <a:gd name="T4" fmla="*/ 3 w 439"/>
                <a:gd name="T5" fmla="*/ 0 h 260"/>
                <a:gd name="T6" fmla="*/ 3 w 439"/>
                <a:gd name="T7" fmla="*/ 0 h 260"/>
                <a:gd name="T8" fmla="*/ 2 w 439"/>
                <a:gd name="T9" fmla="*/ 0 h 260"/>
                <a:gd name="T10" fmla="*/ 2 w 439"/>
                <a:gd name="T11" fmla="*/ 0 h 260"/>
                <a:gd name="T12" fmla="*/ 2 w 439"/>
                <a:gd name="T13" fmla="*/ 0 h 260"/>
                <a:gd name="T14" fmla="*/ 2 w 439"/>
                <a:gd name="T15" fmla="*/ 0 h 260"/>
                <a:gd name="T16" fmla="*/ 1 w 439"/>
                <a:gd name="T17" fmla="*/ 0 h 260"/>
                <a:gd name="T18" fmla="*/ 1 w 439"/>
                <a:gd name="T19" fmla="*/ 1 h 260"/>
                <a:gd name="T20" fmla="*/ 1 w 439"/>
                <a:gd name="T21" fmla="*/ 1 h 260"/>
                <a:gd name="T22" fmla="*/ 1 w 439"/>
                <a:gd name="T23" fmla="*/ 1 h 260"/>
                <a:gd name="T24" fmla="*/ 0 w 439"/>
                <a:gd name="T25" fmla="*/ 1 h 260"/>
                <a:gd name="T26" fmla="*/ 0 w 439"/>
                <a:gd name="T27" fmla="*/ 1 h 260"/>
                <a:gd name="T28" fmla="*/ 0 w 439"/>
                <a:gd name="T29" fmla="*/ 1 h 260"/>
                <a:gd name="T30" fmla="*/ 0 w 439"/>
                <a:gd name="T31" fmla="*/ 2 h 260"/>
                <a:gd name="T32" fmla="*/ 0 w 439"/>
                <a:gd name="T33" fmla="*/ 2 h 260"/>
                <a:gd name="T34" fmla="*/ 0 w 439"/>
                <a:gd name="T35" fmla="*/ 2 h 260"/>
                <a:gd name="T36" fmla="*/ 0 w 439"/>
                <a:gd name="T37" fmla="*/ 2 h 260"/>
                <a:gd name="T38" fmla="*/ 0 w 439"/>
                <a:gd name="T39" fmla="*/ 2 h 260"/>
                <a:gd name="T40" fmla="*/ 0 w 439"/>
                <a:gd name="T41" fmla="*/ 2 h 260"/>
                <a:gd name="T42" fmla="*/ 0 w 439"/>
                <a:gd name="T43" fmla="*/ 1 h 260"/>
                <a:gd name="T44" fmla="*/ 0 w 439"/>
                <a:gd name="T45" fmla="*/ 1 h 260"/>
                <a:gd name="T46" fmla="*/ 1 w 439"/>
                <a:gd name="T47" fmla="*/ 1 h 260"/>
                <a:gd name="T48" fmla="*/ 1 w 439"/>
                <a:gd name="T49" fmla="*/ 1 h 260"/>
                <a:gd name="T50" fmla="*/ 1 w 439"/>
                <a:gd name="T51" fmla="*/ 1 h 260"/>
                <a:gd name="T52" fmla="*/ 1 w 439"/>
                <a:gd name="T53" fmla="*/ 1 h 260"/>
                <a:gd name="T54" fmla="*/ 1 w 439"/>
                <a:gd name="T55" fmla="*/ 1 h 260"/>
                <a:gd name="T56" fmla="*/ 2 w 439"/>
                <a:gd name="T57" fmla="*/ 0 h 260"/>
                <a:gd name="T58" fmla="*/ 2 w 439"/>
                <a:gd name="T59" fmla="*/ 0 h 260"/>
                <a:gd name="T60" fmla="*/ 2 w 439"/>
                <a:gd name="T61" fmla="*/ 0 h 260"/>
                <a:gd name="T62" fmla="*/ 3 w 439"/>
                <a:gd name="T63" fmla="*/ 0 h 260"/>
                <a:gd name="T64" fmla="*/ 3 w 439"/>
                <a:gd name="T65" fmla="*/ 0 h 260"/>
                <a:gd name="T66" fmla="*/ 3 w 439"/>
                <a:gd name="T67" fmla="*/ 0 h 260"/>
                <a:gd name="T68" fmla="*/ 4 w 439"/>
                <a:gd name="T69" fmla="*/ 0 h 260"/>
                <a:gd name="T70" fmla="*/ 4 w 439"/>
                <a:gd name="T71" fmla="*/ 0 h 260"/>
                <a:gd name="T72" fmla="*/ 4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439" y="0"/>
                  </a:moveTo>
                  <a:lnTo>
                    <a:pt x="439" y="0"/>
                  </a:lnTo>
                  <a:lnTo>
                    <a:pt x="395" y="1"/>
                  </a:lnTo>
                  <a:lnTo>
                    <a:pt x="351" y="4"/>
                  </a:lnTo>
                  <a:lnTo>
                    <a:pt x="310" y="11"/>
                  </a:lnTo>
                  <a:lnTo>
                    <a:pt x="270" y="19"/>
                  </a:lnTo>
                  <a:lnTo>
                    <a:pt x="231" y="30"/>
                  </a:lnTo>
                  <a:lnTo>
                    <a:pt x="195" y="43"/>
                  </a:lnTo>
                  <a:lnTo>
                    <a:pt x="162" y="58"/>
                  </a:lnTo>
                  <a:lnTo>
                    <a:pt x="130" y="73"/>
                  </a:lnTo>
                  <a:lnTo>
                    <a:pt x="102" y="93"/>
                  </a:lnTo>
                  <a:lnTo>
                    <a:pt x="76" y="113"/>
                  </a:lnTo>
                  <a:lnTo>
                    <a:pt x="54" y="133"/>
                  </a:lnTo>
                  <a:lnTo>
                    <a:pt x="35" y="157"/>
                  </a:lnTo>
                  <a:lnTo>
                    <a:pt x="20" y="181"/>
                  </a:lnTo>
                  <a:lnTo>
                    <a:pt x="10" y="206"/>
                  </a:lnTo>
                  <a:lnTo>
                    <a:pt x="3" y="233"/>
                  </a:lnTo>
                  <a:lnTo>
                    <a:pt x="0" y="260"/>
                  </a:lnTo>
                  <a:lnTo>
                    <a:pt x="12" y="260"/>
                  </a:lnTo>
                  <a:lnTo>
                    <a:pt x="14" y="235"/>
                  </a:lnTo>
                  <a:lnTo>
                    <a:pt x="21" y="211"/>
                  </a:lnTo>
                  <a:lnTo>
                    <a:pt x="32" y="186"/>
                  </a:lnTo>
                  <a:lnTo>
                    <a:pt x="45" y="164"/>
                  </a:lnTo>
                  <a:lnTo>
                    <a:pt x="64" y="143"/>
                  </a:lnTo>
                  <a:lnTo>
                    <a:pt x="84" y="123"/>
                  </a:lnTo>
                  <a:lnTo>
                    <a:pt x="109" y="103"/>
                  </a:lnTo>
                  <a:lnTo>
                    <a:pt x="137" y="85"/>
                  </a:lnTo>
                  <a:lnTo>
                    <a:pt x="167" y="70"/>
                  </a:lnTo>
                  <a:lnTo>
                    <a:pt x="200" y="55"/>
                  </a:lnTo>
                  <a:lnTo>
                    <a:pt x="236" y="42"/>
                  </a:lnTo>
                  <a:lnTo>
                    <a:pt x="272" y="31"/>
                  </a:lnTo>
                  <a:lnTo>
                    <a:pt x="312" y="23"/>
                  </a:lnTo>
                  <a:lnTo>
                    <a:pt x="353" y="16"/>
                  </a:lnTo>
                  <a:lnTo>
                    <a:pt x="395" y="12"/>
                  </a:lnTo>
                  <a:lnTo>
                    <a:pt x="439" y="11"/>
                  </a:lnTo>
                  <a:lnTo>
                    <a:pt x="439"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8518" name="Freeform 52"/>
            <p:cNvSpPr>
              <a:spLocks/>
            </p:cNvSpPr>
            <p:nvPr/>
          </p:nvSpPr>
          <p:spPr bwMode="auto">
            <a:xfrm>
              <a:off x="964" y="1745"/>
              <a:ext cx="48" cy="85"/>
            </a:xfrm>
            <a:custGeom>
              <a:avLst/>
              <a:gdLst>
                <a:gd name="T0" fmla="*/ 2 w 244"/>
                <a:gd name="T1" fmla="*/ 3 h 426"/>
                <a:gd name="T2" fmla="*/ 2 w 244"/>
                <a:gd name="T3" fmla="*/ 3 h 426"/>
                <a:gd name="T4" fmla="*/ 2 w 244"/>
                <a:gd name="T5" fmla="*/ 3 h 426"/>
                <a:gd name="T6" fmla="*/ 2 w 244"/>
                <a:gd name="T7" fmla="*/ 3 h 426"/>
                <a:gd name="T8" fmla="*/ 2 w 244"/>
                <a:gd name="T9" fmla="*/ 2 h 426"/>
                <a:gd name="T10" fmla="*/ 2 w 244"/>
                <a:gd name="T11" fmla="*/ 2 h 426"/>
                <a:gd name="T12" fmla="*/ 2 w 244"/>
                <a:gd name="T13" fmla="*/ 2 h 426"/>
                <a:gd name="T14" fmla="*/ 2 w 244"/>
                <a:gd name="T15" fmla="*/ 2 h 426"/>
                <a:gd name="T16" fmla="*/ 1 w 244"/>
                <a:gd name="T17" fmla="*/ 1 h 426"/>
                <a:gd name="T18" fmla="*/ 1 w 244"/>
                <a:gd name="T19" fmla="*/ 1 h 426"/>
                <a:gd name="T20" fmla="*/ 1 w 244"/>
                <a:gd name="T21" fmla="*/ 1 h 426"/>
                <a:gd name="T22" fmla="*/ 1 w 244"/>
                <a:gd name="T23" fmla="*/ 1 h 426"/>
                <a:gd name="T24" fmla="*/ 1 w 244"/>
                <a:gd name="T25" fmla="*/ 0 h 426"/>
                <a:gd name="T26" fmla="*/ 1 w 244"/>
                <a:gd name="T27" fmla="*/ 0 h 426"/>
                <a:gd name="T28" fmla="*/ 1 w 244"/>
                <a:gd name="T29" fmla="*/ 0 h 426"/>
                <a:gd name="T30" fmla="*/ 0 w 244"/>
                <a:gd name="T31" fmla="*/ 0 h 426"/>
                <a:gd name="T32" fmla="*/ 0 w 244"/>
                <a:gd name="T33" fmla="*/ 0 h 426"/>
                <a:gd name="T34" fmla="*/ 0 w 244"/>
                <a:gd name="T35" fmla="*/ 0 h 426"/>
                <a:gd name="T36" fmla="*/ 0 w 244"/>
                <a:gd name="T37" fmla="*/ 0 h 426"/>
                <a:gd name="T38" fmla="*/ 0 w 244"/>
                <a:gd name="T39" fmla="*/ 0 h 426"/>
                <a:gd name="T40" fmla="*/ 0 w 244"/>
                <a:gd name="T41" fmla="*/ 0 h 426"/>
                <a:gd name="T42" fmla="*/ 1 w 244"/>
                <a:gd name="T43" fmla="*/ 0 h 426"/>
                <a:gd name="T44" fmla="*/ 1 w 244"/>
                <a:gd name="T45" fmla="*/ 0 h 426"/>
                <a:gd name="T46" fmla="*/ 1 w 244"/>
                <a:gd name="T47" fmla="*/ 0 h 426"/>
                <a:gd name="T48" fmla="*/ 1 w 244"/>
                <a:gd name="T49" fmla="*/ 1 h 426"/>
                <a:gd name="T50" fmla="*/ 1 w 244"/>
                <a:gd name="T51" fmla="*/ 1 h 426"/>
                <a:gd name="T52" fmla="*/ 1 w 244"/>
                <a:gd name="T53" fmla="*/ 1 h 426"/>
                <a:gd name="T54" fmla="*/ 1 w 244"/>
                <a:gd name="T55" fmla="*/ 1 h 426"/>
                <a:gd name="T56" fmla="*/ 1 w 244"/>
                <a:gd name="T57" fmla="*/ 2 h 426"/>
                <a:gd name="T58" fmla="*/ 2 w 244"/>
                <a:gd name="T59" fmla="*/ 2 h 426"/>
                <a:gd name="T60" fmla="*/ 2 w 244"/>
                <a:gd name="T61" fmla="*/ 2 h 426"/>
                <a:gd name="T62" fmla="*/ 2 w 244"/>
                <a:gd name="T63" fmla="*/ 2 h 426"/>
                <a:gd name="T64" fmla="*/ 2 w 244"/>
                <a:gd name="T65" fmla="*/ 3 h 426"/>
                <a:gd name="T66" fmla="*/ 2 w 244"/>
                <a:gd name="T67" fmla="*/ 3 h 426"/>
                <a:gd name="T68" fmla="*/ 2 w 244"/>
                <a:gd name="T69" fmla="*/ 3 h 426"/>
                <a:gd name="T70" fmla="*/ 2 w 244"/>
                <a:gd name="T71" fmla="*/ 3 h 426"/>
                <a:gd name="T72" fmla="*/ 2 w 244"/>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6"/>
                <a:gd name="T113" fmla="*/ 244 w 244"/>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6">
                  <a:moveTo>
                    <a:pt x="244" y="426"/>
                  </a:moveTo>
                  <a:lnTo>
                    <a:pt x="244" y="426"/>
                  </a:lnTo>
                  <a:lnTo>
                    <a:pt x="243" y="383"/>
                  </a:lnTo>
                  <a:lnTo>
                    <a:pt x="240" y="340"/>
                  </a:lnTo>
                  <a:lnTo>
                    <a:pt x="234" y="300"/>
                  </a:lnTo>
                  <a:lnTo>
                    <a:pt x="226" y="262"/>
                  </a:lnTo>
                  <a:lnTo>
                    <a:pt x="215" y="224"/>
                  </a:lnTo>
                  <a:lnTo>
                    <a:pt x="203" y="189"/>
                  </a:lnTo>
                  <a:lnTo>
                    <a:pt x="189" y="157"/>
                  </a:lnTo>
                  <a:lnTo>
                    <a:pt x="174" y="126"/>
                  </a:lnTo>
                  <a:lnTo>
                    <a:pt x="155" y="99"/>
                  </a:lnTo>
                  <a:lnTo>
                    <a:pt x="138" y="74"/>
                  </a:lnTo>
                  <a:lnTo>
                    <a:pt x="118" y="52"/>
                  </a:lnTo>
                  <a:lnTo>
                    <a:pt x="96" y="34"/>
                  </a:lnTo>
                  <a:lnTo>
                    <a:pt x="73" y="19"/>
                  </a:lnTo>
                  <a:lnTo>
                    <a:pt x="50" y="8"/>
                  </a:lnTo>
                  <a:lnTo>
                    <a:pt x="25" y="2"/>
                  </a:lnTo>
                  <a:lnTo>
                    <a:pt x="0" y="0"/>
                  </a:lnTo>
                  <a:lnTo>
                    <a:pt x="0" y="12"/>
                  </a:lnTo>
                  <a:lnTo>
                    <a:pt x="23" y="14"/>
                  </a:lnTo>
                  <a:lnTo>
                    <a:pt x="45" y="20"/>
                  </a:lnTo>
                  <a:lnTo>
                    <a:pt x="66" y="31"/>
                  </a:lnTo>
                  <a:lnTo>
                    <a:pt x="89" y="43"/>
                  </a:lnTo>
                  <a:lnTo>
                    <a:pt x="109" y="61"/>
                  </a:lnTo>
                  <a:lnTo>
                    <a:pt x="129" y="81"/>
                  </a:lnTo>
                  <a:lnTo>
                    <a:pt x="146" y="106"/>
                  </a:lnTo>
                  <a:lnTo>
                    <a:pt x="162" y="133"/>
                  </a:lnTo>
                  <a:lnTo>
                    <a:pt x="178" y="162"/>
                  </a:lnTo>
                  <a:lnTo>
                    <a:pt x="192" y="194"/>
                  </a:lnTo>
                  <a:lnTo>
                    <a:pt x="203" y="229"/>
                  </a:lnTo>
                  <a:lnTo>
                    <a:pt x="214" y="264"/>
                  </a:lnTo>
                  <a:lnTo>
                    <a:pt x="222" y="303"/>
                  </a:lnTo>
                  <a:lnTo>
                    <a:pt x="228" y="342"/>
                  </a:lnTo>
                  <a:lnTo>
                    <a:pt x="232" y="383"/>
                  </a:lnTo>
                  <a:lnTo>
                    <a:pt x="233" y="426"/>
                  </a:lnTo>
                  <a:lnTo>
                    <a:pt x="244"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8519" name="Freeform 53"/>
            <p:cNvSpPr>
              <a:spLocks/>
            </p:cNvSpPr>
            <p:nvPr/>
          </p:nvSpPr>
          <p:spPr bwMode="auto">
            <a:xfrm>
              <a:off x="964" y="1830"/>
              <a:ext cx="48" cy="85"/>
            </a:xfrm>
            <a:custGeom>
              <a:avLst/>
              <a:gdLst>
                <a:gd name="T0" fmla="*/ 0 w 244"/>
                <a:gd name="T1" fmla="*/ 3 h 424"/>
                <a:gd name="T2" fmla="*/ 0 w 244"/>
                <a:gd name="T3" fmla="*/ 3 h 424"/>
                <a:gd name="T4" fmla="*/ 0 w 244"/>
                <a:gd name="T5" fmla="*/ 3 h 424"/>
                <a:gd name="T6" fmla="*/ 0 w 244"/>
                <a:gd name="T7" fmla="*/ 3 h 424"/>
                <a:gd name="T8" fmla="*/ 1 w 244"/>
                <a:gd name="T9" fmla="*/ 3 h 424"/>
                <a:gd name="T10" fmla="*/ 1 w 244"/>
                <a:gd name="T11" fmla="*/ 3 h 424"/>
                <a:gd name="T12" fmla="*/ 1 w 244"/>
                <a:gd name="T13" fmla="*/ 3 h 424"/>
                <a:gd name="T14" fmla="*/ 1 w 244"/>
                <a:gd name="T15" fmla="*/ 3 h 424"/>
                <a:gd name="T16" fmla="*/ 1 w 244"/>
                <a:gd name="T17" fmla="*/ 3 h 424"/>
                <a:gd name="T18" fmla="*/ 1 w 244"/>
                <a:gd name="T19" fmla="*/ 2 h 424"/>
                <a:gd name="T20" fmla="*/ 1 w 244"/>
                <a:gd name="T21" fmla="*/ 2 h 424"/>
                <a:gd name="T22" fmla="*/ 2 w 244"/>
                <a:gd name="T23" fmla="*/ 2 h 424"/>
                <a:gd name="T24" fmla="*/ 2 w 244"/>
                <a:gd name="T25" fmla="*/ 2 h 424"/>
                <a:gd name="T26" fmla="*/ 2 w 244"/>
                <a:gd name="T27" fmla="*/ 1 h 424"/>
                <a:gd name="T28" fmla="*/ 2 w 244"/>
                <a:gd name="T29" fmla="*/ 1 h 424"/>
                <a:gd name="T30" fmla="*/ 2 w 244"/>
                <a:gd name="T31" fmla="*/ 1 h 424"/>
                <a:gd name="T32" fmla="*/ 2 w 244"/>
                <a:gd name="T33" fmla="*/ 0 h 424"/>
                <a:gd name="T34" fmla="*/ 2 w 244"/>
                <a:gd name="T35" fmla="*/ 0 h 424"/>
                <a:gd name="T36" fmla="*/ 2 w 244"/>
                <a:gd name="T37" fmla="*/ 0 h 424"/>
                <a:gd name="T38" fmla="*/ 2 w 244"/>
                <a:gd name="T39" fmla="*/ 0 h 424"/>
                <a:gd name="T40" fmla="*/ 2 w 244"/>
                <a:gd name="T41" fmla="*/ 1 h 424"/>
                <a:gd name="T42" fmla="*/ 2 w 244"/>
                <a:gd name="T43" fmla="*/ 1 h 424"/>
                <a:gd name="T44" fmla="*/ 2 w 244"/>
                <a:gd name="T45" fmla="*/ 1 h 424"/>
                <a:gd name="T46" fmla="*/ 2 w 244"/>
                <a:gd name="T47" fmla="*/ 2 h 424"/>
                <a:gd name="T48" fmla="*/ 1 w 244"/>
                <a:gd name="T49" fmla="*/ 2 h 424"/>
                <a:gd name="T50" fmla="*/ 1 w 244"/>
                <a:gd name="T51" fmla="*/ 2 h 424"/>
                <a:gd name="T52" fmla="*/ 1 w 244"/>
                <a:gd name="T53" fmla="*/ 2 h 424"/>
                <a:gd name="T54" fmla="*/ 1 w 244"/>
                <a:gd name="T55" fmla="*/ 3 h 424"/>
                <a:gd name="T56" fmla="*/ 1 w 244"/>
                <a:gd name="T57" fmla="*/ 3 h 424"/>
                <a:gd name="T58" fmla="*/ 1 w 244"/>
                <a:gd name="T59" fmla="*/ 3 h 424"/>
                <a:gd name="T60" fmla="*/ 1 w 244"/>
                <a:gd name="T61" fmla="*/ 3 h 424"/>
                <a:gd name="T62" fmla="*/ 1 w 244"/>
                <a:gd name="T63" fmla="*/ 3 h 424"/>
                <a:gd name="T64" fmla="*/ 0 w 244"/>
                <a:gd name="T65" fmla="*/ 3 h 424"/>
                <a:gd name="T66" fmla="*/ 0 w 244"/>
                <a:gd name="T67" fmla="*/ 3 h 424"/>
                <a:gd name="T68" fmla="*/ 0 w 244"/>
                <a:gd name="T69" fmla="*/ 3 h 424"/>
                <a:gd name="T70" fmla="*/ 0 w 244"/>
                <a:gd name="T71" fmla="*/ 3 h 424"/>
                <a:gd name="T72" fmla="*/ 0 w 244"/>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4"/>
                <a:gd name="T113" fmla="*/ 244 w 244"/>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4">
                  <a:moveTo>
                    <a:pt x="0" y="424"/>
                  </a:moveTo>
                  <a:lnTo>
                    <a:pt x="0" y="424"/>
                  </a:lnTo>
                  <a:lnTo>
                    <a:pt x="25" y="422"/>
                  </a:lnTo>
                  <a:lnTo>
                    <a:pt x="50" y="416"/>
                  </a:lnTo>
                  <a:lnTo>
                    <a:pt x="73" y="405"/>
                  </a:lnTo>
                  <a:lnTo>
                    <a:pt x="96" y="390"/>
                  </a:lnTo>
                  <a:lnTo>
                    <a:pt x="118" y="373"/>
                  </a:lnTo>
                  <a:lnTo>
                    <a:pt x="138" y="350"/>
                  </a:lnTo>
                  <a:lnTo>
                    <a:pt x="155" y="326"/>
                  </a:lnTo>
                  <a:lnTo>
                    <a:pt x="173" y="299"/>
                  </a:lnTo>
                  <a:lnTo>
                    <a:pt x="189" y="268"/>
                  </a:lnTo>
                  <a:lnTo>
                    <a:pt x="203" y="235"/>
                  </a:lnTo>
                  <a:lnTo>
                    <a:pt x="215" y="201"/>
                  </a:lnTo>
                  <a:lnTo>
                    <a:pt x="226" y="163"/>
                  </a:lnTo>
                  <a:lnTo>
                    <a:pt x="234" y="125"/>
                  </a:lnTo>
                  <a:lnTo>
                    <a:pt x="240" y="85"/>
                  </a:lnTo>
                  <a:lnTo>
                    <a:pt x="243" y="42"/>
                  </a:lnTo>
                  <a:lnTo>
                    <a:pt x="244" y="0"/>
                  </a:lnTo>
                  <a:lnTo>
                    <a:pt x="233" y="0"/>
                  </a:lnTo>
                  <a:lnTo>
                    <a:pt x="232" y="42"/>
                  </a:lnTo>
                  <a:lnTo>
                    <a:pt x="228" y="83"/>
                  </a:lnTo>
                  <a:lnTo>
                    <a:pt x="222" y="123"/>
                  </a:lnTo>
                  <a:lnTo>
                    <a:pt x="214" y="160"/>
                  </a:lnTo>
                  <a:lnTo>
                    <a:pt x="203" y="197"/>
                  </a:lnTo>
                  <a:lnTo>
                    <a:pt x="192" y="231"/>
                  </a:lnTo>
                  <a:lnTo>
                    <a:pt x="178" y="263"/>
                  </a:lnTo>
                  <a:lnTo>
                    <a:pt x="164" y="292"/>
                  </a:lnTo>
                  <a:lnTo>
                    <a:pt x="146" y="319"/>
                  </a:lnTo>
                  <a:lnTo>
                    <a:pt x="129" y="343"/>
                  </a:lnTo>
                  <a:lnTo>
                    <a:pt x="109" y="363"/>
                  </a:lnTo>
                  <a:lnTo>
                    <a:pt x="89" y="381"/>
                  </a:lnTo>
                  <a:lnTo>
                    <a:pt x="66" y="394"/>
                  </a:lnTo>
                  <a:lnTo>
                    <a:pt x="45" y="404"/>
                  </a:lnTo>
                  <a:lnTo>
                    <a:pt x="23" y="410"/>
                  </a:lnTo>
                  <a:lnTo>
                    <a:pt x="0" y="412"/>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8520" name="Freeform 54"/>
            <p:cNvSpPr>
              <a:spLocks/>
            </p:cNvSpPr>
            <p:nvPr/>
          </p:nvSpPr>
          <p:spPr bwMode="auto">
            <a:xfrm>
              <a:off x="915" y="1830"/>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1" y="42"/>
                  </a:lnTo>
                  <a:lnTo>
                    <a:pt x="4" y="85"/>
                  </a:lnTo>
                  <a:lnTo>
                    <a:pt x="10" y="125"/>
                  </a:lnTo>
                  <a:lnTo>
                    <a:pt x="19" y="163"/>
                  </a:lnTo>
                  <a:lnTo>
                    <a:pt x="29" y="201"/>
                  </a:lnTo>
                  <a:lnTo>
                    <a:pt x="41" y="235"/>
                  </a:lnTo>
                  <a:lnTo>
                    <a:pt x="55" y="268"/>
                  </a:lnTo>
                  <a:lnTo>
                    <a:pt x="71" y="299"/>
                  </a:lnTo>
                  <a:lnTo>
                    <a:pt x="89" y="326"/>
                  </a:lnTo>
                  <a:lnTo>
                    <a:pt x="106" y="350"/>
                  </a:lnTo>
                  <a:lnTo>
                    <a:pt x="126" y="373"/>
                  </a:lnTo>
                  <a:lnTo>
                    <a:pt x="149" y="390"/>
                  </a:lnTo>
                  <a:lnTo>
                    <a:pt x="171" y="405"/>
                  </a:lnTo>
                  <a:lnTo>
                    <a:pt x="194" y="416"/>
                  </a:lnTo>
                  <a:lnTo>
                    <a:pt x="219" y="422"/>
                  </a:lnTo>
                  <a:lnTo>
                    <a:pt x="245" y="424"/>
                  </a:lnTo>
                  <a:lnTo>
                    <a:pt x="245" y="412"/>
                  </a:lnTo>
                  <a:lnTo>
                    <a:pt x="221" y="410"/>
                  </a:lnTo>
                  <a:lnTo>
                    <a:pt x="199" y="404"/>
                  </a:lnTo>
                  <a:lnTo>
                    <a:pt x="178" y="394"/>
                  </a:lnTo>
                  <a:lnTo>
                    <a:pt x="156" y="381"/>
                  </a:lnTo>
                  <a:lnTo>
                    <a:pt x="136" y="363"/>
                  </a:lnTo>
                  <a:lnTo>
                    <a:pt x="116" y="343"/>
                  </a:lnTo>
                  <a:lnTo>
                    <a:pt x="98" y="319"/>
                  </a:lnTo>
                  <a:lnTo>
                    <a:pt x="81" y="292"/>
                  </a:lnTo>
                  <a:lnTo>
                    <a:pt x="67" y="263"/>
                  </a:lnTo>
                  <a:lnTo>
                    <a:pt x="52" y="231"/>
                  </a:lnTo>
                  <a:lnTo>
                    <a:pt x="41" y="197"/>
                  </a:lnTo>
                  <a:lnTo>
                    <a:pt x="30" y="160"/>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8521" name="Freeform 55"/>
            <p:cNvSpPr>
              <a:spLocks/>
            </p:cNvSpPr>
            <p:nvPr/>
          </p:nvSpPr>
          <p:spPr bwMode="auto">
            <a:xfrm>
              <a:off x="915" y="1745"/>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0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19" y="2"/>
                  </a:lnTo>
                  <a:lnTo>
                    <a:pt x="194" y="8"/>
                  </a:lnTo>
                  <a:lnTo>
                    <a:pt x="171" y="19"/>
                  </a:lnTo>
                  <a:lnTo>
                    <a:pt x="149" y="34"/>
                  </a:lnTo>
                  <a:lnTo>
                    <a:pt x="126" y="52"/>
                  </a:lnTo>
                  <a:lnTo>
                    <a:pt x="106" y="74"/>
                  </a:lnTo>
                  <a:lnTo>
                    <a:pt x="89" y="99"/>
                  </a:lnTo>
                  <a:lnTo>
                    <a:pt x="70" y="126"/>
                  </a:lnTo>
                  <a:lnTo>
                    <a:pt x="55" y="157"/>
                  </a:lnTo>
                  <a:lnTo>
                    <a:pt x="41" y="189"/>
                  </a:lnTo>
                  <a:lnTo>
                    <a:pt x="29" y="224"/>
                  </a:lnTo>
                  <a:lnTo>
                    <a:pt x="19" y="262"/>
                  </a:lnTo>
                  <a:lnTo>
                    <a:pt x="10" y="300"/>
                  </a:lnTo>
                  <a:lnTo>
                    <a:pt x="4" y="340"/>
                  </a:lnTo>
                  <a:lnTo>
                    <a:pt x="1" y="383"/>
                  </a:lnTo>
                  <a:lnTo>
                    <a:pt x="0" y="426"/>
                  </a:lnTo>
                  <a:lnTo>
                    <a:pt x="11" y="426"/>
                  </a:lnTo>
                  <a:lnTo>
                    <a:pt x="13" y="383"/>
                  </a:lnTo>
                  <a:lnTo>
                    <a:pt x="16" y="342"/>
                  </a:lnTo>
                  <a:lnTo>
                    <a:pt x="22" y="303"/>
                  </a:lnTo>
                  <a:lnTo>
                    <a:pt x="30" y="264"/>
                  </a:lnTo>
                  <a:lnTo>
                    <a:pt x="41" y="229"/>
                  </a:lnTo>
                  <a:lnTo>
                    <a:pt x="52" y="194"/>
                  </a:lnTo>
                  <a:lnTo>
                    <a:pt x="67" y="162"/>
                  </a:lnTo>
                  <a:lnTo>
                    <a:pt x="82" y="133"/>
                  </a:lnTo>
                  <a:lnTo>
                    <a:pt x="98" y="106"/>
                  </a:lnTo>
                  <a:lnTo>
                    <a:pt x="116" y="81"/>
                  </a:lnTo>
                  <a:lnTo>
                    <a:pt x="136" y="61"/>
                  </a:lnTo>
                  <a:lnTo>
                    <a:pt x="156" y="43"/>
                  </a:lnTo>
                  <a:lnTo>
                    <a:pt x="178" y="31"/>
                  </a:lnTo>
                  <a:lnTo>
                    <a:pt x="199" y="20"/>
                  </a:lnTo>
                  <a:lnTo>
                    <a:pt x="221"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8522" name="Freeform 56"/>
            <p:cNvSpPr>
              <a:spLocks/>
            </p:cNvSpPr>
            <p:nvPr/>
          </p:nvSpPr>
          <p:spPr bwMode="auto">
            <a:xfrm>
              <a:off x="1140" y="2087"/>
              <a:ext cx="49" cy="85"/>
            </a:xfrm>
            <a:custGeom>
              <a:avLst/>
              <a:gdLst>
                <a:gd name="T0" fmla="*/ 2 w 246"/>
                <a:gd name="T1" fmla="*/ 3 h 424"/>
                <a:gd name="T2" fmla="*/ 2 w 246"/>
                <a:gd name="T3" fmla="*/ 3 h 424"/>
                <a:gd name="T4" fmla="*/ 2 w 246"/>
                <a:gd name="T5" fmla="*/ 3 h 424"/>
                <a:gd name="T6" fmla="*/ 2 w 246"/>
                <a:gd name="T7" fmla="*/ 3 h 424"/>
                <a:gd name="T8" fmla="*/ 2 w 246"/>
                <a:gd name="T9" fmla="*/ 2 h 424"/>
                <a:gd name="T10" fmla="*/ 2 w 246"/>
                <a:gd name="T11" fmla="*/ 2 h 424"/>
                <a:gd name="T12" fmla="*/ 2 w 246"/>
                <a:gd name="T13" fmla="*/ 2 h 424"/>
                <a:gd name="T14" fmla="*/ 2 w 246"/>
                <a:gd name="T15" fmla="*/ 2 h 424"/>
                <a:gd name="T16" fmla="*/ 2 w 246"/>
                <a:gd name="T17" fmla="*/ 1 h 424"/>
                <a:gd name="T18" fmla="*/ 1 w 246"/>
                <a:gd name="T19" fmla="*/ 1 h 424"/>
                <a:gd name="T20" fmla="*/ 1 w 246"/>
                <a:gd name="T21" fmla="*/ 1 h 424"/>
                <a:gd name="T22" fmla="*/ 1 w 246"/>
                <a:gd name="T23" fmla="*/ 1 h 424"/>
                <a:gd name="T24" fmla="*/ 1 w 246"/>
                <a:gd name="T25" fmla="*/ 0 h 424"/>
                <a:gd name="T26" fmla="*/ 1 w 246"/>
                <a:gd name="T27" fmla="*/ 0 h 424"/>
                <a:gd name="T28" fmla="*/ 1 w 246"/>
                <a:gd name="T29" fmla="*/ 0 h 424"/>
                <a:gd name="T30" fmla="*/ 0 w 246"/>
                <a:gd name="T31" fmla="*/ 0 h 424"/>
                <a:gd name="T32" fmla="*/ 0 w 246"/>
                <a:gd name="T33" fmla="*/ 0 h 424"/>
                <a:gd name="T34" fmla="*/ 0 w 246"/>
                <a:gd name="T35" fmla="*/ 0 h 424"/>
                <a:gd name="T36" fmla="*/ 0 w 246"/>
                <a:gd name="T37" fmla="*/ 0 h 424"/>
                <a:gd name="T38" fmla="*/ 0 w 246"/>
                <a:gd name="T39" fmla="*/ 0 h 424"/>
                <a:gd name="T40" fmla="*/ 0 w 246"/>
                <a:gd name="T41" fmla="*/ 0 h 424"/>
                <a:gd name="T42" fmla="*/ 1 w 246"/>
                <a:gd name="T43" fmla="*/ 0 h 424"/>
                <a:gd name="T44" fmla="*/ 1 w 246"/>
                <a:gd name="T45" fmla="*/ 0 h 424"/>
                <a:gd name="T46" fmla="*/ 1 w 246"/>
                <a:gd name="T47" fmla="*/ 0 h 424"/>
                <a:gd name="T48" fmla="*/ 1 w 246"/>
                <a:gd name="T49" fmla="*/ 1 h 424"/>
                <a:gd name="T50" fmla="*/ 1 w 246"/>
                <a:gd name="T51" fmla="*/ 1 h 424"/>
                <a:gd name="T52" fmla="*/ 1 w 246"/>
                <a:gd name="T53" fmla="*/ 1 h 424"/>
                <a:gd name="T54" fmla="*/ 1 w 246"/>
                <a:gd name="T55" fmla="*/ 1 h 424"/>
                <a:gd name="T56" fmla="*/ 2 w 246"/>
                <a:gd name="T57" fmla="*/ 2 h 424"/>
                <a:gd name="T58" fmla="*/ 2 w 246"/>
                <a:gd name="T59" fmla="*/ 2 h 424"/>
                <a:gd name="T60" fmla="*/ 2 w 246"/>
                <a:gd name="T61" fmla="*/ 2 h 424"/>
                <a:gd name="T62" fmla="*/ 2 w 246"/>
                <a:gd name="T63" fmla="*/ 2 h 424"/>
                <a:gd name="T64" fmla="*/ 2 w 246"/>
                <a:gd name="T65" fmla="*/ 3 h 424"/>
                <a:gd name="T66" fmla="*/ 2 w 246"/>
                <a:gd name="T67" fmla="*/ 3 h 424"/>
                <a:gd name="T68" fmla="*/ 2 w 246"/>
                <a:gd name="T69" fmla="*/ 3 h 424"/>
                <a:gd name="T70" fmla="*/ 2 w 246"/>
                <a:gd name="T71" fmla="*/ 3 h 424"/>
                <a:gd name="T72" fmla="*/ 2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424"/>
                  </a:moveTo>
                  <a:lnTo>
                    <a:pt x="246" y="424"/>
                  </a:lnTo>
                  <a:lnTo>
                    <a:pt x="244" y="382"/>
                  </a:lnTo>
                  <a:lnTo>
                    <a:pt x="241" y="338"/>
                  </a:lnTo>
                  <a:lnTo>
                    <a:pt x="235" y="298"/>
                  </a:lnTo>
                  <a:lnTo>
                    <a:pt x="227" y="261"/>
                  </a:lnTo>
                  <a:lnTo>
                    <a:pt x="216" y="222"/>
                  </a:lnTo>
                  <a:lnTo>
                    <a:pt x="205" y="188"/>
                  </a:lnTo>
                  <a:lnTo>
                    <a:pt x="190" y="155"/>
                  </a:lnTo>
                  <a:lnTo>
                    <a:pt x="174" y="125"/>
                  </a:lnTo>
                  <a:lnTo>
                    <a:pt x="157" y="98"/>
                  </a:lnTo>
                  <a:lnTo>
                    <a:pt x="138" y="73"/>
                  </a:lnTo>
                  <a:lnTo>
                    <a:pt x="118" y="51"/>
                  </a:lnTo>
                  <a:lnTo>
                    <a:pt x="96" y="34"/>
                  </a:lnTo>
                  <a:lnTo>
                    <a:pt x="74" y="18"/>
                  </a:lnTo>
                  <a:lnTo>
                    <a:pt x="50" y="8"/>
                  </a:lnTo>
                  <a:lnTo>
                    <a:pt x="25" y="2"/>
                  </a:lnTo>
                  <a:lnTo>
                    <a:pt x="0" y="0"/>
                  </a:lnTo>
                  <a:lnTo>
                    <a:pt x="0" y="11"/>
                  </a:lnTo>
                  <a:lnTo>
                    <a:pt x="23" y="14"/>
                  </a:lnTo>
                  <a:lnTo>
                    <a:pt x="45" y="19"/>
                  </a:lnTo>
                  <a:lnTo>
                    <a:pt x="67" y="30"/>
                  </a:lnTo>
                  <a:lnTo>
                    <a:pt x="89" y="43"/>
                  </a:lnTo>
                  <a:lnTo>
                    <a:pt x="108" y="60"/>
                  </a:lnTo>
                  <a:lnTo>
                    <a:pt x="128" y="80"/>
                  </a:lnTo>
                  <a:lnTo>
                    <a:pt x="147" y="105"/>
                  </a:lnTo>
                  <a:lnTo>
                    <a:pt x="165" y="132"/>
                  </a:lnTo>
                  <a:lnTo>
                    <a:pt x="179" y="160"/>
                  </a:lnTo>
                  <a:lnTo>
                    <a:pt x="193" y="193"/>
                  </a:lnTo>
                  <a:lnTo>
                    <a:pt x="205" y="227"/>
                  </a:lnTo>
                  <a:lnTo>
                    <a:pt x="215" y="263"/>
                  </a:lnTo>
                  <a:lnTo>
                    <a:pt x="223" y="301"/>
                  </a:lnTo>
                  <a:lnTo>
                    <a:pt x="229" y="341"/>
                  </a:lnTo>
                  <a:lnTo>
                    <a:pt x="233" y="382"/>
                  </a:lnTo>
                  <a:lnTo>
                    <a:pt x="234" y="424"/>
                  </a:lnTo>
                  <a:lnTo>
                    <a:pt x="246"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8523" name="Freeform 57"/>
            <p:cNvSpPr>
              <a:spLocks/>
            </p:cNvSpPr>
            <p:nvPr/>
          </p:nvSpPr>
          <p:spPr bwMode="auto">
            <a:xfrm>
              <a:off x="1140" y="2172"/>
              <a:ext cx="49" cy="85"/>
            </a:xfrm>
            <a:custGeom>
              <a:avLst/>
              <a:gdLst>
                <a:gd name="T0" fmla="*/ 0 w 246"/>
                <a:gd name="T1" fmla="*/ 3 h 426"/>
                <a:gd name="T2" fmla="*/ 0 w 246"/>
                <a:gd name="T3" fmla="*/ 3 h 426"/>
                <a:gd name="T4" fmla="*/ 0 w 246"/>
                <a:gd name="T5" fmla="*/ 3 h 426"/>
                <a:gd name="T6" fmla="*/ 0 w 246"/>
                <a:gd name="T7" fmla="*/ 3 h 426"/>
                <a:gd name="T8" fmla="*/ 1 w 246"/>
                <a:gd name="T9" fmla="*/ 3 h 426"/>
                <a:gd name="T10" fmla="*/ 1 w 246"/>
                <a:gd name="T11" fmla="*/ 3 h 426"/>
                <a:gd name="T12" fmla="*/ 1 w 246"/>
                <a:gd name="T13" fmla="*/ 3 h 426"/>
                <a:gd name="T14" fmla="*/ 1 w 246"/>
                <a:gd name="T15" fmla="*/ 3 h 426"/>
                <a:gd name="T16" fmla="*/ 1 w 246"/>
                <a:gd name="T17" fmla="*/ 3 h 426"/>
                <a:gd name="T18" fmla="*/ 1 w 246"/>
                <a:gd name="T19" fmla="*/ 2 h 426"/>
                <a:gd name="T20" fmla="*/ 2 w 246"/>
                <a:gd name="T21" fmla="*/ 2 h 426"/>
                <a:gd name="T22" fmla="*/ 2 w 246"/>
                <a:gd name="T23" fmla="*/ 2 h 426"/>
                <a:gd name="T24" fmla="*/ 2 w 246"/>
                <a:gd name="T25" fmla="*/ 2 h 426"/>
                <a:gd name="T26" fmla="*/ 2 w 246"/>
                <a:gd name="T27" fmla="*/ 1 h 426"/>
                <a:gd name="T28" fmla="*/ 2 w 246"/>
                <a:gd name="T29" fmla="*/ 1 h 426"/>
                <a:gd name="T30" fmla="*/ 2 w 246"/>
                <a:gd name="T31" fmla="*/ 1 h 426"/>
                <a:gd name="T32" fmla="*/ 2 w 246"/>
                <a:gd name="T33" fmla="*/ 0 h 426"/>
                <a:gd name="T34" fmla="*/ 2 w 246"/>
                <a:gd name="T35" fmla="*/ 0 h 426"/>
                <a:gd name="T36" fmla="*/ 2 w 246"/>
                <a:gd name="T37" fmla="*/ 0 h 426"/>
                <a:gd name="T38" fmla="*/ 2 w 246"/>
                <a:gd name="T39" fmla="*/ 0 h 426"/>
                <a:gd name="T40" fmla="*/ 2 w 246"/>
                <a:gd name="T41" fmla="*/ 1 h 426"/>
                <a:gd name="T42" fmla="*/ 2 w 246"/>
                <a:gd name="T43" fmla="*/ 1 h 426"/>
                <a:gd name="T44" fmla="*/ 2 w 246"/>
                <a:gd name="T45" fmla="*/ 1 h 426"/>
                <a:gd name="T46" fmla="*/ 2 w 246"/>
                <a:gd name="T47" fmla="*/ 2 h 426"/>
                <a:gd name="T48" fmla="*/ 2 w 246"/>
                <a:gd name="T49" fmla="*/ 2 h 426"/>
                <a:gd name="T50" fmla="*/ 1 w 246"/>
                <a:gd name="T51" fmla="*/ 2 h 426"/>
                <a:gd name="T52" fmla="*/ 1 w 246"/>
                <a:gd name="T53" fmla="*/ 2 h 426"/>
                <a:gd name="T54" fmla="*/ 1 w 246"/>
                <a:gd name="T55" fmla="*/ 3 h 426"/>
                <a:gd name="T56" fmla="*/ 1 w 246"/>
                <a:gd name="T57" fmla="*/ 3 h 426"/>
                <a:gd name="T58" fmla="*/ 1 w 246"/>
                <a:gd name="T59" fmla="*/ 3 h 426"/>
                <a:gd name="T60" fmla="*/ 1 w 246"/>
                <a:gd name="T61" fmla="*/ 3 h 426"/>
                <a:gd name="T62" fmla="*/ 1 w 246"/>
                <a:gd name="T63" fmla="*/ 3 h 426"/>
                <a:gd name="T64" fmla="*/ 0 w 246"/>
                <a:gd name="T65" fmla="*/ 3 h 426"/>
                <a:gd name="T66" fmla="*/ 0 w 246"/>
                <a:gd name="T67" fmla="*/ 3 h 426"/>
                <a:gd name="T68" fmla="*/ 0 w 246"/>
                <a:gd name="T69" fmla="*/ 3 h 426"/>
                <a:gd name="T70" fmla="*/ 0 w 246"/>
                <a:gd name="T71" fmla="*/ 3 h 426"/>
                <a:gd name="T72" fmla="*/ 0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426"/>
                  </a:moveTo>
                  <a:lnTo>
                    <a:pt x="0" y="426"/>
                  </a:lnTo>
                  <a:lnTo>
                    <a:pt x="25" y="423"/>
                  </a:lnTo>
                  <a:lnTo>
                    <a:pt x="50" y="417"/>
                  </a:lnTo>
                  <a:lnTo>
                    <a:pt x="74" y="407"/>
                  </a:lnTo>
                  <a:lnTo>
                    <a:pt x="96" y="392"/>
                  </a:lnTo>
                  <a:lnTo>
                    <a:pt x="118" y="373"/>
                  </a:lnTo>
                  <a:lnTo>
                    <a:pt x="138" y="350"/>
                  </a:lnTo>
                  <a:lnTo>
                    <a:pt x="157" y="327"/>
                  </a:lnTo>
                  <a:lnTo>
                    <a:pt x="175" y="299"/>
                  </a:lnTo>
                  <a:lnTo>
                    <a:pt x="190" y="268"/>
                  </a:lnTo>
                  <a:lnTo>
                    <a:pt x="205" y="236"/>
                  </a:lnTo>
                  <a:lnTo>
                    <a:pt x="216" y="202"/>
                  </a:lnTo>
                  <a:lnTo>
                    <a:pt x="227" y="164"/>
                  </a:lnTo>
                  <a:lnTo>
                    <a:pt x="235" y="125"/>
                  </a:lnTo>
                  <a:lnTo>
                    <a:pt x="241" y="86"/>
                  </a:lnTo>
                  <a:lnTo>
                    <a:pt x="244" y="42"/>
                  </a:lnTo>
                  <a:lnTo>
                    <a:pt x="246" y="0"/>
                  </a:lnTo>
                  <a:lnTo>
                    <a:pt x="234" y="0"/>
                  </a:lnTo>
                  <a:lnTo>
                    <a:pt x="233" y="42"/>
                  </a:lnTo>
                  <a:lnTo>
                    <a:pt x="229" y="83"/>
                  </a:lnTo>
                  <a:lnTo>
                    <a:pt x="223" y="123"/>
                  </a:lnTo>
                  <a:lnTo>
                    <a:pt x="215" y="162"/>
                  </a:lnTo>
                  <a:lnTo>
                    <a:pt x="205" y="197"/>
                  </a:lnTo>
                  <a:lnTo>
                    <a:pt x="193" y="231"/>
                  </a:lnTo>
                  <a:lnTo>
                    <a:pt x="179" y="264"/>
                  </a:lnTo>
                  <a:lnTo>
                    <a:pt x="164" y="292"/>
                  </a:lnTo>
                  <a:lnTo>
                    <a:pt x="147" y="320"/>
                  </a:lnTo>
                  <a:lnTo>
                    <a:pt x="128" y="343"/>
                  </a:lnTo>
                  <a:lnTo>
                    <a:pt x="108" y="363"/>
                  </a:lnTo>
                  <a:lnTo>
                    <a:pt x="89" y="382"/>
                  </a:lnTo>
                  <a:lnTo>
                    <a:pt x="67" y="395"/>
                  </a:lnTo>
                  <a:lnTo>
                    <a:pt x="45" y="406"/>
                  </a:lnTo>
                  <a:lnTo>
                    <a:pt x="23" y="411"/>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8524" name="Freeform 58"/>
            <p:cNvSpPr>
              <a:spLocks/>
            </p:cNvSpPr>
            <p:nvPr/>
          </p:nvSpPr>
          <p:spPr bwMode="auto">
            <a:xfrm>
              <a:off x="1091" y="2172"/>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4" y="86"/>
                  </a:lnTo>
                  <a:lnTo>
                    <a:pt x="10" y="125"/>
                  </a:lnTo>
                  <a:lnTo>
                    <a:pt x="18" y="164"/>
                  </a:lnTo>
                  <a:lnTo>
                    <a:pt x="29" y="202"/>
                  </a:lnTo>
                  <a:lnTo>
                    <a:pt x="41" y="236"/>
                  </a:lnTo>
                  <a:lnTo>
                    <a:pt x="55" y="268"/>
                  </a:lnTo>
                  <a:lnTo>
                    <a:pt x="70" y="299"/>
                  </a:lnTo>
                  <a:lnTo>
                    <a:pt x="89" y="327"/>
                  </a:lnTo>
                  <a:lnTo>
                    <a:pt x="106" y="350"/>
                  </a:lnTo>
                  <a:lnTo>
                    <a:pt x="126" y="373"/>
                  </a:lnTo>
                  <a:lnTo>
                    <a:pt x="148" y="392"/>
                  </a:lnTo>
                  <a:lnTo>
                    <a:pt x="171" y="407"/>
                  </a:lnTo>
                  <a:lnTo>
                    <a:pt x="194" y="417"/>
                  </a:lnTo>
                  <a:lnTo>
                    <a:pt x="219" y="423"/>
                  </a:lnTo>
                  <a:lnTo>
                    <a:pt x="245" y="426"/>
                  </a:lnTo>
                  <a:lnTo>
                    <a:pt x="245" y="414"/>
                  </a:lnTo>
                  <a:lnTo>
                    <a:pt x="221" y="411"/>
                  </a:lnTo>
                  <a:lnTo>
                    <a:pt x="199" y="406"/>
                  </a:lnTo>
                  <a:lnTo>
                    <a:pt x="178" y="395"/>
                  </a:lnTo>
                  <a:lnTo>
                    <a:pt x="155" y="382"/>
                  </a:lnTo>
                  <a:lnTo>
                    <a:pt x="136" y="363"/>
                  </a:lnTo>
                  <a:lnTo>
                    <a:pt x="116" y="343"/>
                  </a:lnTo>
                  <a:lnTo>
                    <a:pt x="98" y="320"/>
                  </a:lnTo>
                  <a:lnTo>
                    <a:pt x="82" y="292"/>
                  </a:lnTo>
                  <a:lnTo>
                    <a:pt x="66" y="264"/>
                  </a:lnTo>
                  <a:lnTo>
                    <a:pt x="52" y="231"/>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8525" name="Freeform 59"/>
            <p:cNvSpPr>
              <a:spLocks/>
            </p:cNvSpPr>
            <p:nvPr/>
          </p:nvSpPr>
          <p:spPr bwMode="auto">
            <a:xfrm>
              <a:off x="1091" y="2087"/>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4" y="8"/>
                  </a:lnTo>
                  <a:lnTo>
                    <a:pt x="171" y="18"/>
                  </a:lnTo>
                  <a:lnTo>
                    <a:pt x="148" y="34"/>
                  </a:lnTo>
                  <a:lnTo>
                    <a:pt x="126" y="51"/>
                  </a:lnTo>
                  <a:lnTo>
                    <a:pt x="106" y="73"/>
                  </a:lnTo>
                  <a:lnTo>
                    <a:pt x="89" y="98"/>
                  </a:lnTo>
                  <a:lnTo>
                    <a:pt x="71" y="125"/>
                  </a:lnTo>
                  <a:lnTo>
                    <a:pt x="55" y="155"/>
                  </a:lnTo>
                  <a:lnTo>
                    <a:pt x="41" y="188"/>
                  </a:lnTo>
                  <a:lnTo>
                    <a:pt x="29" y="222"/>
                  </a:lnTo>
                  <a:lnTo>
                    <a:pt x="18" y="261"/>
                  </a:lnTo>
                  <a:lnTo>
                    <a:pt x="10" y="298"/>
                  </a:lnTo>
                  <a:lnTo>
                    <a:pt x="4" y="338"/>
                  </a:lnTo>
                  <a:lnTo>
                    <a:pt x="1" y="382"/>
                  </a:lnTo>
                  <a:lnTo>
                    <a:pt x="0" y="424"/>
                  </a:lnTo>
                  <a:lnTo>
                    <a:pt x="11" y="424"/>
                  </a:lnTo>
                  <a:lnTo>
                    <a:pt x="13" y="382"/>
                  </a:lnTo>
                  <a:lnTo>
                    <a:pt x="16" y="341"/>
                  </a:lnTo>
                  <a:lnTo>
                    <a:pt x="22" y="301"/>
                  </a:lnTo>
                  <a:lnTo>
                    <a:pt x="30" y="263"/>
                  </a:lnTo>
                  <a:lnTo>
                    <a:pt x="41" y="227"/>
                  </a:lnTo>
                  <a:lnTo>
                    <a:pt x="52" y="193"/>
                  </a:lnTo>
                  <a:lnTo>
                    <a:pt x="66" y="160"/>
                  </a:lnTo>
                  <a:lnTo>
                    <a:pt x="80" y="132"/>
                  </a:lnTo>
                  <a:lnTo>
                    <a:pt x="98" y="105"/>
                  </a:lnTo>
                  <a:lnTo>
                    <a:pt x="116" y="80"/>
                  </a:lnTo>
                  <a:lnTo>
                    <a:pt x="136" y="60"/>
                  </a:lnTo>
                  <a:lnTo>
                    <a:pt x="155" y="43"/>
                  </a:lnTo>
                  <a:lnTo>
                    <a:pt x="178" y="30"/>
                  </a:lnTo>
                  <a:lnTo>
                    <a:pt x="199" y="19"/>
                  </a:lnTo>
                  <a:lnTo>
                    <a:pt x="221" y="14"/>
                  </a:lnTo>
                  <a:lnTo>
                    <a:pt x="245" y="11"/>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8526" name="Freeform 60"/>
            <p:cNvSpPr>
              <a:spLocks/>
            </p:cNvSpPr>
            <p:nvPr/>
          </p:nvSpPr>
          <p:spPr bwMode="auto">
            <a:xfrm>
              <a:off x="1392" y="2118"/>
              <a:ext cx="49" cy="85"/>
            </a:xfrm>
            <a:custGeom>
              <a:avLst/>
              <a:gdLst>
                <a:gd name="T0" fmla="*/ 2 w 246"/>
                <a:gd name="T1" fmla="*/ 3 h 426"/>
                <a:gd name="T2" fmla="*/ 2 w 246"/>
                <a:gd name="T3" fmla="*/ 3 h 426"/>
                <a:gd name="T4" fmla="*/ 2 w 246"/>
                <a:gd name="T5" fmla="*/ 3 h 426"/>
                <a:gd name="T6" fmla="*/ 2 w 246"/>
                <a:gd name="T7" fmla="*/ 3 h 426"/>
                <a:gd name="T8" fmla="*/ 2 w 246"/>
                <a:gd name="T9" fmla="*/ 2 h 426"/>
                <a:gd name="T10" fmla="*/ 2 w 246"/>
                <a:gd name="T11" fmla="*/ 2 h 426"/>
                <a:gd name="T12" fmla="*/ 2 w 246"/>
                <a:gd name="T13" fmla="*/ 2 h 426"/>
                <a:gd name="T14" fmla="*/ 2 w 246"/>
                <a:gd name="T15" fmla="*/ 2 h 426"/>
                <a:gd name="T16" fmla="*/ 2 w 246"/>
                <a:gd name="T17" fmla="*/ 1 h 426"/>
                <a:gd name="T18" fmla="*/ 1 w 246"/>
                <a:gd name="T19" fmla="*/ 1 h 426"/>
                <a:gd name="T20" fmla="*/ 1 w 246"/>
                <a:gd name="T21" fmla="*/ 1 h 426"/>
                <a:gd name="T22" fmla="*/ 1 w 246"/>
                <a:gd name="T23" fmla="*/ 1 h 426"/>
                <a:gd name="T24" fmla="*/ 1 w 246"/>
                <a:gd name="T25" fmla="*/ 0 h 426"/>
                <a:gd name="T26" fmla="*/ 1 w 246"/>
                <a:gd name="T27" fmla="*/ 0 h 426"/>
                <a:gd name="T28" fmla="*/ 1 w 246"/>
                <a:gd name="T29" fmla="*/ 0 h 426"/>
                <a:gd name="T30" fmla="*/ 0 w 246"/>
                <a:gd name="T31" fmla="*/ 0 h 426"/>
                <a:gd name="T32" fmla="*/ 0 w 246"/>
                <a:gd name="T33" fmla="*/ 0 h 426"/>
                <a:gd name="T34" fmla="*/ 0 w 246"/>
                <a:gd name="T35" fmla="*/ 0 h 426"/>
                <a:gd name="T36" fmla="*/ 0 w 246"/>
                <a:gd name="T37" fmla="*/ 0 h 426"/>
                <a:gd name="T38" fmla="*/ 0 w 246"/>
                <a:gd name="T39" fmla="*/ 0 h 426"/>
                <a:gd name="T40" fmla="*/ 0 w 246"/>
                <a:gd name="T41" fmla="*/ 0 h 426"/>
                <a:gd name="T42" fmla="*/ 1 w 246"/>
                <a:gd name="T43" fmla="*/ 0 h 426"/>
                <a:gd name="T44" fmla="*/ 1 w 246"/>
                <a:gd name="T45" fmla="*/ 0 h 426"/>
                <a:gd name="T46" fmla="*/ 1 w 246"/>
                <a:gd name="T47" fmla="*/ 1 h 426"/>
                <a:gd name="T48" fmla="*/ 1 w 246"/>
                <a:gd name="T49" fmla="*/ 1 h 426"/>
                <a:gd name="T50" fmla="*/ 1 w 246"/>
                <a:gd name="T51" fmla="*/ 1 h 426"/>
                <a:gd name="T52" fmla="*/ 1 w 246"/>
                <a:gd name="T53" fmla="*/ 1 h 426"/>
                <a:gd name="T54" fmla="*/ 1 w 246"/>
                <a:gd name="T55" fmla="*/ 1 h 426"/>
                <a:gd name="T56" fmla="*/ 2 w 246"/>
                <a:gd name="T57" fmla="*/ 2 h 426"/>
                <a:gd name="T58" fmla="*/ 2 w 246"/>
                <a:gd name="T59" fmla="*/ 2 h 426"/>
                <a:gd name="T60" fmla="*/ 2 w 246"/>
                <a:gd name="T61" fmla="*/ 2 h 426"/>
                <a:gd name="T62" fmla="*/ 2 w 246"/>
                <a:gd name="T63" fmla="*/ 2 h 426"/>
                <a:gd name="T64" fmla="*/ 2 w 246"/>
                <a:gd name="T65" fmla="*/ 3 h 426"/>
                <a:gd name="T66" fmla="*/ 2 w 246"/>
                <a:gd name="T67" fmla="*/ 3 h 426"/>
                <a:gd name="T68" fmla="*/ 2 w 246"/>
                <a:gd name="T69" fmla="*/ 3 h 426"/>
                <a:gd name="T70" fmla="*/ 2 w 246"/>
                <a:gd name="T71" fmla="*/ 3 h 426"/>
                <a:gd name="T72" fmla="*/ 2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246" y="426"/>
                  </a:moveTo>
                  <a:lnTo>
                    <a:pt x="246" y="426"/>
                  </a:lnTo>
                  <a:lnTo>
                    <a:pt x="245" y="384"/>
                  </a:lnTo>
                  <a:lnTo>
                    <a:pt x="242" y="340"/>
                  </a:lnTo>
                  <a:lnTo>
                    <a:pt x="236" y="301"/>
                  </a:lnTo>
                  <a:lnTo>
                    <a:pt x="228" y="262"/>
                  </a:lnTo>
                  <a:lnTo>
                    <a:pt x="217" y="224"/>
                  </a:lnTo>
                  <a:lnTo>
                    <a:pt x="205" y="190"/>
                  </a:lnTo>
                  <a:lnTo>
                    <a:pt x="191" y="158"/>
                  </a:lnTo>
                  <a:lnTo>
                    <a:pt x="176" y="126"/>
                  </a:lnTo>
                  <a:lnTo>
                    <a:pt x="157" y="99"/>
                  </a:lnTo>
                  <a:lnTo>
                    <a:pt x="139" y="75"/>
                  </a:lnTo>
                  <a:lnTo>
                    <a:pt x="119" y="53"/>
                  </a:lnTo>
                  <a:lnTo>
                    <a:pt x="96" y="34"/>
                  </a:lnTo>
                  <a:lnTo>
                    <a:pt x="75" y="19"/>
                  </a:lnTo>
                  <a:lnTo>
                    <a:pt x="51" y="9"/>
                  </a:lnTo>
                  <a:lnTo>
                    <a:pt x="26" y="3"/>
                  </a:lnTo>
                  <a:lnTo>
                    <a:pt x="0" y="0"/>
                  </a:lnTo>
                  <a:lnTo>
                    <a:pt x="0" y="12"/>
                  </a:lnTo>
                  <a:lnTo>
                    <a:pt x="24" y="15"/>
                  </a:lnTo>
                  <a:lnTo>
                    <a:pt x="46" y="20"/>
                  </a:lnTo>
                  <a:lnTo>
                    <a:pt x="68" y="31"/>
                  </a:lnTo>
                  <a:lnTo>
                    <a:pt x="89" y="44"/>
                  </a:lnTo>
                  <a:lnTo>
                    <a:pt x="109" y="63"/>
                  </a:lnTo>
                  <a:lnTo>
                    <a:pt x="129" y="83"/>
                  </a:lnTo>
                  <a:lnTo>
                    <a:pt x="148" y="106"/>
                  </a:lnTo>
                  <a:lnTo>
                    <a:pt x="164" y="133"/>
                  </a:lnTo>
                  <a:lnTo>
                    <a:pt x="180" y="162"/>
                  </a:lnTo>
                  <a:lnTo>
                    <a:pt x="194" y="195"/>
                  </a:lnTo>
                  <a:lnTo>
                    <a:pt x="205" y="229"/>
                  </a:lnTo>
                  <a:lnTo>
                    <a:pt x="216" y="264"/>
                  </a:lnTo>
                  <a:lnTo>
                    <a:pt x="224" y="303"/>
                  </a:lnTo>
                  <a:lnTo>
                    <a:pt x="230" y="343"/>
                  </a:lnTo>
                  <a:lnTo>
                    <a:pt x="233" y="384"/>
                  </a:lnTo>
                  <a:lnTo>
                    <a:pt x="235" y="426"/>
                  </a:lnTo>
                  <a:lnTo>
                    <a:pt x="246"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8527" name="Freeform 61"/>
            <p:cNvSpPr>
              <a:spLocks/>
            </p:cNvSpPr>
            <p:nvPr/>
          </p:nvSpPr>
          <p:spPr bwMode="auto">
            <a:xfrm>
              <a:off x="1392" y="2203"/>
              <a:ext cx="49" cy="85"/>
            </a:xfrm>
            <a:custGeom>
              <a:avLst/>
              <a:gdLst>
                <a:gd name="T0" fmla="*/ 0 w 246"/>
                <a:gd name="T1" fmla="*/ 3 h 424"/>
                <a:gd name="T2" fmla="*/ 0 w 246"/>
                <a:gd name="T3" fmla="*/ 3 h 424"/>
                <a:gd name="T4" fmla="*/ 0 w 246"/>
                <a:gd name="T5" fmla="*/ 3 h 424"/>
                <a:gd name="T6" fmla="*/ 0 w 246"/>
                <a:gd name="T7" fmla="*/ 3 h 424"/>
                <a:gd name="T8" fmla="*/ 1 w 246"/>
                <a:gd name="T9" fmla="*/ 3 h 424"/>
                <a:gd name="T10" fmla="*/ 1 w 246"/>
                <a:gd name="T11" fmla="*/ 3 h 424"/>
                <a:gd name="T12" fmla="*/ 1 w 246"/>
                <a:gd name="T13" fmla="*/ 3 h 424"/>
                <a:gd name="T14" fmla="*/ 1 w 246"/>
                <a:gd name="T15" fmla="*/ 3 h 424"/>
                <a:gd name="T16" fmla="*/ 1 w 246"/>
                <a:gd name="T17" fmla="*/ 3 h 424"/>
                <a:gd name="T18" fmla="*/ 1 w 246"/>
                <a:gd name="T19" fmla="*/ 2 h 424"/>
                <a:gd name="T20" fmla="*/ 2 w 246"/>
                <a:gd name="T21" fmla="*/ 2 h 424"/>
                <a:gd name="T22" fmla="*/ 2 w 246"/>
                <a:gd name="T23" fmla="*/ 2 h 424"/>
                <a:gd name="T24" fmla="*/ 2 w 246"/>
                <a:gd name="T25" fmla="*/ 2 h 424"/>
                <a:gd name="T26" fmla="*/ 2 w 246"/>
                <a:gd name="T27" fmla="*/ 1 h 424"/>
                <a:gd name="T28" fmla="*/ 2 w 246"/>
                <a:gd name="T29" fmla="*/ 1 h 424"/>
                <a:gd name="T30" fmla="*/ 2 w 246"/>
                <a:gd name="T31" fmla="*/ 1 h 424"/>
                <a:gd name="T32" fmla="*/ 2 w 246"/>
                <a:gd name="T33" fmla="*/ 0 h 424"/>
                <a:gd name="T34" fmla="*/ 2 w 246"/>
                <a:gd name="T35" fmla="*/ 0 h 424"/>
                <a:gd name="T36" fmla="*/ 2 w 246"/>
                <a:gd name="T37" fmla="*/ 0 h 424"/>
                <a:gd name="T38" fmla="*/ 2 w 246"/>
                <a:gd name="T39" fmla="*/ 0 h 424"/>
                <a:gd name="T40" fmla="*/ 2 w 246"/>
                <a:gd name="T41" fmla="*/ 1 h 424"/>
                <a:gd name="T42" fmla="*/ 2 w 246"/>
                <a:gd name="T43" fmla="*/ 1 h 424"/>
                <a:gd name="T44" fmla="*/ 2 w 246"/>
                <a:gd name="T45" fmla="*/ 1 h 424"/>
                <a:gd name="T46" fmla="*/ 2 w 246"/>
                <a:gd name="T47" fmla="*/ 2 h 424"/>
                <a:gd name="T48" fmla="*/ 2 w 246"/>
                <a:gd name="T49" fmla="*/ 2 h 424"/>
                <a:gd name="T50" fmla="*/ 1 w 246"/>
                <a:gd name="T51" fmla="*/ 2 h 424"/>
                <a:gd name="T52" fmla="*/ 1 w 246"/>
                <a:gd name="T53" fmla="*/ 2 h 424"/>
                <a:gd name="T54" fmla="*/ 1 w 246"/>
                <a:gd name="T55" fmla="*/ 3 h 424"/>
                <a:gd name="T56" fmla="*/ 1 w 246"/>
                <a:gd name="T57" fmla="*/ 3 h 424"/>
                <a:gd name="T58" fmla="*/ 1 w 246"/>
                <a:gd name="T59" fmla="*/ 3 h 424"/>
                <a:gd name="T60" fmla="*/ 1 w 246"/>
                <a:gd name="T61" fmla="*/ 3 h 424"/>
                <a:gd name="T62" fmla="*/ 1 w 246"/>
                <a:gd name="T63" fmla="*/ 3 h 424"/>
                <a:gd name="T64" fmla="*/ 0 w 246"/>
                <a:gd name="T65" fmla="*/ 3 h 424"/>
                <a:gd name="T66" fmla="*/ 0 w 246"/>
                <a:gd name="T67" fmla="*/ 3 h 424"/>
                <a:gd name="T68" fmla="*/ 0 w 246"/>
                <a:gd name="T69" fmla="*/ 3 h 424"/>
                <a:gd name="T70" fmla="*/ 0 w 246"/>
                <a:gd name="T71" fmla="*/ 3 h 424"/>
                <a:gd name="T72" fmla="*/ 0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0" y="424"/>
                  </a:moveTo>
                  <a:lnTo>
                    <a:pt x="0" y="424"/>
                  </a:lnTo>
                  <a:lnTo>
                    <a:pt x="26" y="422"/>
                  </a:lnTo>
                  <a:lnTo>
                    <a:pt x="51" y="416"/>
                  </a:lnTo>
                  <a:lnTo>
                    <a:pt x="75" y="406"/>
                  </a:lnTo>
                  <a:lnTo>
                    <a:pt x="96" y="390"/>
                  </a:lnTo>
                  <a:lnTo>
                    <a:pt x="119" y="373"/>
                  </a:lnTo>
                  <a:lnTo>
                    <a:pt x="139" y="351"/>
                  </a:lnTo>
                  <a:lnTo>
                    <a:pt x="157" y="326"/>
                  </a:lnTo>
                  <a:lnTo>
                    <a:pt x="175" y="299"/>
                  </a:lnTo>
                  <a:lnTo>
                    <a:pt x="191" y="269"/>
                  </a:lnTo>
                  <a:lnTo>
                    <a:pt x="205" y="236"/>
                  </a:lnTo>
                  <a:lnTo>
                    <a:pt x="217" y="202"/>
                  </a:lnTo>
                  <a:lnTo>
                    <a:pt x="228" y="163"/>
                  </a:lnTo>
                  <a:lnTo>
                    <a:pt x="236" y="125"/>
                  </a:lnTo>
                  <a:lnTo>
                    <a:pt x="242" y="86"/>
                  </a:lnTo>
                  <a:lnTo>
                    <a:pt x="245" y="42"/>
                  </a:lnTo>
                  <a:lnTo>
                    <a:pt x="246" y="0"/>
                  </a:lnTo>
                  <a:lnTo>
                    <a:pt x="235" y="0"/>
                  </a:lnTo>
                  <a:lnTo>
                    <a:pt x="233" y="42"/>
                  </a:lnTo>
                  <a:lnTo>
                    <a:pt x="230" y="83"/>
                  </a:lnTo>
                  <a:lnTo>
                    <a:pt x="224" y="123"/>
                  </a:lnTo>
                  <a:lnTo>
                    <a:pt x="216" y="161"/>
                  </a:lnTo>
                  <a:lnTo>
                    <a:pt x="205" y="197"/>
                  </a:lnTo>
                  <a:lnTo>
                    <a:pt x="194" y="231"/>
                  </a:lnTo>
                  <a:lnTo>
                    <a:pt x="180" y="264"/>
                  </a:lnTo>
                  <a:lnTo>
                    <a:pt x="166" y="292"/>
                  </a:lnTo>
                  <a:lnTo>
                    <a:pt x="148" y="319"/>
                  </a:lnTo>
                  <a:lnTo>
                    <a:pt x="129" y="344"/>
                  </a:lnTo>
                  <a:lnTo>
                    <a:pt x="109" y="364"/>
                  </a:lnTo>
                  <a:lnTo>
                    <a:pt x="89" y="381"/>
                  </a:lnTo>
                  <a:lnTo>
                    <a:pt x="68" y="394"/>
                  </a:lnTo>
                  <a:lnTo>
                    <a:pt x="46" y="405"/>
                  </a:lnTo>
                  <a:lnTo>
                    <a:pt x="24" y="410"/>
                  </a:lnTo>
                  <a:lnTo>
                    <a:pt x="0" y="413"/>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8528" name="Freeform 62"/>
            <p:cNvSpPr>
              <a:spLocks/>
            </p:cNvSpPr>
            <p:nvPr/>
          </p:nvSpPr>
          <p:spPr bwMode="auto">
            <a:xfrm>
              <a:off x="1343" y="2203"/>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2" y="42"/>
                  </a:lnTo>
                  <a:lnTo>
                    <a:pt x="5" y="86"/>
                  </a:lnTo>
                  <a:lnTo>
                    <a:pt x="11" y="125"/>
                  </a:lnTo>
                  <a:lnTo>
                    <a:pt x="19" y="163"/>
                  </a:lnTo>
                  <a:lnTo>
                    <a:pt x="30" y="202"/>
                  </a:lnTo>
                  <a:lnTo>
                    <a:pt x="41" y="236"/>
                  </a:lnTo>
                  <a:lnTo>
                    <a:pt x="56" y="269"/>
                  </a:lnTo>
                  <a:lnTo>
                    <a:pt x="72" y="299"/>
                  </a:lnTo>
                  <a:lnTo>
                    <a:pt x="90" y="326"/>
                  </a:lnTo>
                  <a:lnTo>
                    <a:pt x="108" y="351"/>
                  </a:lnTo>
                  <a:lnTo>
                    <a:pt x="127" y="373"/>
                  </a:lnTo>
                  <a:lnTo>
                    <a:pt x="149" y="390"/>
                  </a:lnTo>
                  <a:lnTo>
                    <a:pt x="172" y="406"/>
                  </a:lnTo>
                  <a:lnTo>
                    <a:pt x="195" y="416"/>
                  </a:lnTo>
                  <a:lnTo>
                    <a:pt x="220" y="422"/>
                  </a:lnTo>
                  <a:lnTo>
                    <a:pt x="245" y="424"/>
                  </a:lnTo>
                  <a:lnTo>
                    <a:pt x="245" y="413"/>
                  </a:lnTo>
                  <a:lnTo>
                    <a:pt x="222" y="410"/>
                  </a:lnTo>
                  <a:lnTo>
                    <a:pt x="200" y="405"/>
                  </a:lnTo>
                  <a:lnTo>
                    <a:pt x="179" y="394"/>
                  </a:lnTo>
                  <a:lnTo>
                    <a:pt x="156" y="381"/>
                  </a:lnTo>
                  <a:lnTo>
                    <a:pt x="136" y="364"/>
                  </a:lnTo>
                  <a:lnTo>
                    <a:pt x="118" y="344"/>
                  </a:lnTo>
                  <a:lnTo>
                    <a:pt x="99" y="319"/>
                  </a:lnTo>
                  <a:lnTo>
                    <a:pt x="81" y="292"/>
                  </a:lnTo>
                  <a:lnTo>
                    <a:pt x="67" y="264"/>
                  </a:lnTo>
                  <a:lnTo>
                    <a:pt x="53" y="231"/>
                  </a:lnTo>
                  <a:lnTo>
                    <a:pt x="41" y="197"/>
                  </a:lnTo>
                  <a:lnTo>
                    <a:pt x="31" y="161"/>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8529" name="Freeform 63"/>
            <p:cNvSpPr>
              <a:spLocks/>
            </p:cNvSpPr>
            <p:nvPr/>
          </p:nvSpPr>
          <p:spPr bwMode="auto">
            <a:xfrm>
              <a:off x="1343" y="2118"/>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1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20" y="3"/>
                  </a:lnTo>
                  <a:lnTo>
                    <a:pt x="195" y="9"/>
                  </a:lnTo>
                  <a:lnTo>
                    <a:pt x="172" y="19"/>
                  </a:lnTo>
                  <a:lnTo>
                    <a:pt x="149" y="34"/>
                  </a:lnTo>
                  <a:lnTo>
                    <a:pt x="127" y="53"/>
                  </a:lnTo>
                  <a:lnTo>
                    <a:pt x="108" y="75"/>
                  </a:lnTo>
                  <a:lnTo>
                    <a:pt x="90" y="99"/>
                  </a:lnTo>
                  <a:lnTo>
                    <a:pt x="71" y="126"/>
                  </a:lnTo>
                  <a:lnTo>
                    <a:pt x="56" y="158"/>
                  </a:lnTo>
                  <a:lnTo>
                    <a:pt x="41" y="190"/>
                  </a:lnTo>
                  <a:lnTo>
                    <a:pt x="30" y="224"/>
                  </a:lnTo>
                  <a:lnTo>
                    <a:pt x="19" y="262"/>
                  </a:lnTo>
                  <a:lnTo>
                    <a:pt x="11" y="301"/>
                  </a:lnTo>
                  <a:lnTo>
                    <a:pt x="5" y="340"/>
                  </a:lnTo>
                  <a:lnTo>
                    <a:pt x="2" y="384"/>
                  </a:lnTo>
                  <a:lnTo>
                    <a:pt x="0" y="426"/>
                  </a:lnTo>
                  <a:lnTo>
                    <a:pt x="12" y="426"/>
                  </a:lnTo>
                  <a:lnTo>
                    <a:pt x="13" y="384"/>
                  </a:lnTo>
                  <a:lnTo>
                    <a:pt x="17" y="343"/>
                  </a:lnTo>
                  <a:lnTo>
                    <a:pt x="23" y="303"/>
                  </a:lnTo>
                  <a:lnTo>
                    <a:pt x="31" y="264"/>
                  </a:lnTo>
                  <a:lnTo>
                    <a:pt x="41" y="229"/>
                  </a:lnTo>
                  <a:lnTo>
                    <a:pt x="53" y="195"/>
                  </a:lnTo>
                  <a:lnTo>
                    <a:pt x="67" y="162"/>
                  </a:lnTo>
                  <a:lnTo>
                    <a:pt x="82" y="133"/>
                  </a:lnTo>
                  <a:lnTo>
                    <a:pt x="99" y="106"/>
                  </a:lnTo>
                  <a:lnTo>
                    <a:pt x="118" y="83"/>
                  </a:lnTo>
                  <a:lnTo>
                    <a:pt x="136" y="63"/>
                  </a:lnTo>
                  <a:lnTo>
                    <a:pt x="156" y="44"/>
                  </a:lnTo>
                  <a:lnTo>
                    <a:pt x="179" y="31"/>
                  </a:lnTo>
                  <a:lnTo>
                    <a:pt x="200" y="20"/>
                  </a:lnTo>
                  <a:lnTo>
                    <a:pt x="222" y="15"/>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8530" name="Freeform 64"/>
            <p:cNvSpPr>
              <a:spLocks/>
            </p:cNvSpPr>
            <p:nvPr/>
          </p:nvSpPr>
          <p:spPr bwMode="auto">
            <a:xfrm>
              <a:off x="1384" y="1859"/>
              <a:ext cx="49" cy="84"/>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1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3" y="382"/>
                  </a:lnTo>
                  <a:lnTo>
                    <a:pt x="240" y="339"/>
                  </a:lnTo>
                  <a:lnTo>
                    <a:pt x="234" y="299"/>
                  </a:lnTo>
                  <a:lnTo>
                    <a:pt x="226" y="261"/>
                  </a:lnTo>
                  <a:lnTo>
                    <a:pt x="215" y="222"/>
                  </a:lnTo>
                  <a:lnTo>
                    <a:pt x="204" y="188"/>
                  </a:lnTo>
                  <a:lnTo>
                    <a:pt x="189" y="156"/>
                  </a:lnTo>
                  <a:lnTo>
                    <a:pt x="173" y="125"/>
                  </a:lnTo>
                  <a:lnTo>
                    <a:pt x="155" y="98"/>
                  </a:lnTo>
                  <a:lnTo>
                    <a:pt x="138" y="74"/>
                  </a:lnTo>
                  <a:lnTo>
                    <a:pt x="118" y="51"/>
                  </a:lnTo>
                  <a:lnTo>
                    <a:pt x="96" y="34"/>
                  </a:lnTo>
                  <a:lnTo>
                    <a:pt x="73" y="18"/>
                  </a:lnTo>
                  <a:lnTo>
                    <a:pt x="50" y="8"/>
                  </a:lnTo>
                  <a:lnTo>
                    <a:pt x="25" y="2"/>
                  </a:lnTo>
                  <a:lnTo>
                    <a:pt x="0" y="0"/>
                  </a:lnTo>
                  <a:lnTo>
                    <a:pt x="0" y="11"/>
                  </a:lnTo>
                  <a:lnTo>
                    <a:pt x="23" y="14"/>
                  </a:lnTo>
                  <a:lnTo>
                    <a:pt x="45" y="20"/>
                  </a:lnTo>
                  <a:lnTo>
                    <a:pt x="66" y="30"/>
                  </a:lnTo>
                  <a:lnTo>
                    <a:pt x="89" y="43"/>
                  </a:lnTo>
                  <a:lnTo>
                    <a:pt x="109" y="61"/>
                  </a:lnTo>
                  <a:lnTo>
                    <a:pt x="129" y="81"/>
                  </a:lnTo>
                  <a:lnTo>
                    <a:pt x="146" y="105"/>
                  </a:lnTo>
                  <a:lnTo>
                    <a:pt x="164" y="132"/>
                  </a:lnTo>
                  <a:lnTo>
                    <a:pt x="178" y="160"/>
                  </a:lnTo>
                  <a:lnTo>
                    <a:pt x="192" y="193"/>
                  </a:lnTo>
                  <a:lnTo>
                    <a:pt x="204" y="227"/>
                  </a:lnTo>
                  <a:lnTo>
                    <a:pt x="214" y="264"/>
                  </a:lnTo>
                  <a:lnTo>
                    <a:pt x="222" y="301"/>
                  </a:lnTo>
                  <a:lnTo>
                    <a:pt x="228"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8531" name="Freeform 65"/>
            <p:cNvSpPr>
              <a:spLocks/>
            </p:cNvSpPr>
            <p:nvPr/>
          </p:nvSpPr>
          <p:spPr bwMode="auto">
            <a:xfrm>
              <a:off x="1384" y="1943"/>
              <a:ext cx="49" cy="86"/>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5" y="423"/>
                  </a:lnTo>
                  <a:lnTo>
                    <a:pt x="50" y="418"/>
                  </a:lnTo>
                  <a:lnTo>
                    <a:pt x="73" y="407"/>
                  </a:lnTo>
                  <a:lnTo>
                    <a:pt x="96" y="392"/>
                  </a:lnTo>
                  <a:lnTo>
                    <a:pt x="118" y="374"/>
                  </a:lnTo>
                  <a:lnTo>
                    <a:pt x="138" y="352"/>
                  </a:lnTo>
                  <a:lnTo>
                    <a:pt x="155" y="327"/>
                  </a:lnTo>
                  <a:lnTo>
                    <a:pt x="174" y="300"/>
                  </a:lnTo>
                  <a:lnTo>
                    <a:pt x="189" y="269"/>
                  </a:lnTo>
                  <a:lnTo>
                    <a:pt x="204" y="237"/>
                  </a:lnTo>
                  <a:lnTo>
                    <a:pt x="215" y="202"/>
                  </a:lnTo>
                  <a:lnTo>
                    <a:pt x="226" y="164"/>
                  </a:lnTo>
                  <a:lnTo>
                    <a:pt x="234" y="126"/>
                  </a:lnTo>
                  <a:lnTo>
                    <a:pt x="240" y="86"/>
                  </a:lnTo>
                  <a:lnTo>
                    <a:pt x="243" y="42"/>
                  </a:lnTo>
                  <a:lnTo>
                    <a:pt x="245" y="0"/>
                  </a:lnTo>
                  <a:lnTo>
                    <a:pt x="233" y="0"/>
                  </a:lnTo>
                  <a:lnTo>
                    <a:pt x="232" y="42"/>
                  </a:lnTo>
                  <a:lnTo>
                    <a:pt x="228" y="83"/>
                  </a:lnTo>
                  <a:lnTo>
                    <a:pt x="222" y="123"/>
                  </a:lnTo>
                  <a:lnTo>
                    <a:pt x="214" y="162"/>
                  </a:lnTo>
                  <a:lnTo>
                    <a:pt x="204" y="197"/>
                  </a:lnTo>
                  <a:lnTo>
                    <a:pt x="192" y="232"/>
                  </a:lnTo>
                  <a:lnTo>
                    <a:pt x="178" y="264"/>
                  </a:lnTo>
                  <a:lnTo>
                    <a:pt x="163" y="293"/>
                  </a:lnTo>
                  <a:lnTo>
                    <a:pt x="146" y="320"/>
                  </a:lnTo>
                  <a:lnTo>
                    <a:pt x="129" y="345"/>
                  </a:lnTo>
                  <a:lnTo>
                    <a:pt x="109" y="365"/>
                  </a:lnTo>
                  <a:lnTo>
                    <a:pt x="89" y="382"/>
                  </a:lnTo>
                  <a:lnTo>
                    <a:pt x="66" y="395"/>
                  </a:lnTo>
                  <a:lnTo>
                    <a:pt x="45" y="406"/>
                  </a:lnTo>
                  <a:lnTo>
                    <a:pt x="23"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8532" name="Freeform 66"/>
            <p:cNvSpPr>
              <a:spLocks/>
            </p:cNvSpPr>
            <p:nvPr/>
          </p:nvSpPr>
          <p:spPr bwMode="auto">
            <a:xfrm>
              <a:off x="1335" y="1943"/>
              <a:ext cx="49" cy="86"/>
            </a:xfrm>
            <a:custGeom>
              <a:avLst/>
              <a:gdLst>
                <a:gd name="T0" fmla="*/ 0 w 246"/>
                <a:gd name="T1" fmla="*/ 0 h 426"/>
                <a:gd name="T2" fmla="*/ 0 w 246"/>
                <a:gd name="T3" fmla="*/ 0 h 426"/>
                <a:gd name="T4" fmla="*/ 0 w 246"/>
                <a:gd name="T5" fmla="*/ 0 h 426"/>
                <a:gd name="T6" fmla="*/ 0 w 246"/>
                <a:gd name="T7" fmla="*/ 1 h 426"/>
                <a:gd name="T8" fmla="*/ 0 w 246"/>
                <a:gd name="T9" fmla="*/ 1 h 426"/>
                <a:gd name="T10" fmla="*/ 0 w 246"/>
                <a:gd name="T11" fmla="*/ 1 h 426"/>
                <a:gd name="T12" fmla="*/ 0 w 246"/>
                <a:gd name="T13" fmla="*/ 2 h 426"/>
                <a:gd name="T14" fmla="*/ 0 w 246"/>
                <a:gd name="T15" fmla="*/ 2 h 426"/>
                <a:gd name="T16" fmla="*/ 0 w 246"/>
                <a:gd name="T17" fmla="*/ 2 h 426"/>
                <a:gd name="T18" fmla="*/ 1 w 246"/>
                <a:gd name="T19" fmla="*/ 2 h 426"/>
                <a:gd name="T20" fmla="*/ 1 w 246"/>
                <a:gd name="T21" fmla="*/ 3 h 426"/>
                <a:gd name="T22" fmla="*/ 1 w 246"/>
                <a:gd name="T23" fmla="*/ 3 h 426"/>
                <a:gd name="T24" fmla="*/ 1 w 246"/>
                <a:gd name="T25" fmla="*/ 3 h 426"/>
                <a:gd name="T26" fmla="*/ 1 w 246"/>
                <a:gd name="T27" fmla="*/ 3 h 426"/>
                <a:gd name="T28" fmla="*/ 1 w 246"/>
                <a:gd name="T29" fmla="*/ 3 h 426"/>
                <a:gd name="T30" fmla="*/ 2 w 246"/>
                <a:gd name="T31" fmla="*/ 3 h 426"/>
                <a:gd name="T32" fmla="*/ 2 w 246"/>
                <a:gd name="T33" fmla="*/ 3 h 426"/>
                <a:gd name="T34" fmla="*/ 2 w 246"/>
                <a:gd name="T35" fmla="*/ 3 h 426"/>
                <a:gd name="T36" fmla="*/ 2 w 246"/>
                <a:gd name="T37" fmla="*/ 3 h 426"/>
                <a:gd name="T38" fmla="*/ 2 w 246"/>
                <a:gd name="T39" fmla="*/ 3 h 426"/>
                <a:gd name="T40" fmla="*/ 2 w 246"/>
                <a:gd name="T41" fmla="*/ 3 h 426"/>
                <a:gd name="T42" fmla="*/ 1 w 246"/>
                <a:gd name="T43" fmla="*/ 3 h 426"/>
                <a:gd name="T44" fmla="*/ 1 w 246"/>
                <a:gd name="T45" fmla="*/ 3 h 426"/>
                <a:gd name="T46" fmla="*/ 1 w 246"/>
                <a:gd name="T47" fmla="*/ 3 h 426"/>
                <a:gd name="T48" fmla="*/ 1 w 246"/>
                <a:gd name="T49" fmla="*/ 3 h 426"/>
                <a:gd name="T50" fmla="*/ 1 w 246"/>
                <a:gd name="T51" fmla="*/ 3 h 426"/>
                <a:gd name="T52" fmla="*/ 1 w 246"/>
                <a:gd name="T53" fmla="*/ 2 h 426"/>
                <a:gd name="T54" fmla="*/ 1 w 246"/>
                <a:gd name="T55" fmla="*/ 2 h 426"/>
                <a:gd name="T56" fmla="*/ 0 w 246"/>
                <a:gd name="T57" fmla="*/ 2 h 426"/>
                <a:gd name="T58" fmla="*/ 0 w 246"/>
                <a:gd name="T59" fmla="*/ 2 h 426"/>
                <a:gd name="T60" fmla="*/ 0 w 246"/>
                <a:gd name="T61" fmla="*/ 1 h 426"/>
                <a:gd name="T62" fmla="*/ 0 w 246"/>
                <a:gd name="T63" fmla="*/ 1 h 426"/>
                <a:gd name="T64" fmla="*/ 0 w 246"/>
                <a:gd name="T65" fmla="*/ 1 h 426"/>
                <a:gd name="T66" fmla="*/ 0 w 246"/>
                <a:gd name="T67" fmla="*/ 0 h 426"/>
                <a:gd name="T68" fmla="*/ 0 w 246"/>
                <a:gd name="T69" fmla="*/ 0 h 426"/>
                <a:gd name="T70" fmla="*/ 0 w 246"/>
                <a:gd name="T71" fmla="*/ 0 h 426"/>
                <a:gd name="T72" fmla="*/ 0 w 246"/>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0"/>
                  </a:moveTo>
                  <a:lnTo>
                    <a:pt x="0" y="0"/>
                  </a:lnTo>
                  <a:lnTo>
                    <a:pt x="1" y="42"/>
                  </a:lnTo>
                  <a:lnTo>
                    <a:pt x="4" y="86"/>
                  </a:lnTo>
                  <a:lnTo>
                    <a:pt x="10" y="126"/>
                  </a:lnTo>
                  <a:lnTo>
                    <a:pt x="18" y="164"/>
                  </a:lnTo>
                  <a:lnTo>
                    <a:pt x="29" y="202"/>
                  </a:lnTo>
                  <a:lnTo>
                    <a:pt x="41" y="237"/>
                  </a:lnTo>
                  <a:lnTo>
                    <a:pt x="55" y="269"/>
                  </a:lnTo>
                  <a:lnTo>
                    <a:pt x="71" y="300"/>
                  </a:lnTo>
                  <a:lnTo>
                    <a:pt x="89" y="327"/>
                  </a:lnTo>
                  <a:lnTo>
                    <a:pt x="107" y="352"/>
                  </a:lnTo>
                  <a:lnTo>
                    <a:pt x="127" y="374"/>
                  </a:lnTo>
                  <a:lnTo>
                    <a:pt x="150" y="392"/>
                  </a:lnTo>
                  <a:lnTo>
                    <a:pt x="171" y="407"/>
                  </a:lnTo>
                  <a:lnTo>
                    <a:pt x="195" y="418"/>
                  </a:lnTo>
                  <a:lnTo>
                    <a:pt x="220" y="423"/>
                  </a:lnTo>
                  <a:lnTo>
                    <a:pt x="246" y="426"/>
                  </a:lnTo>
                  <a:lnTo>
                    <a:pt x="246" y="414"/>
                  </a:lnTo>
                  <a:lnTo>
                    <a:pt x="222" y="412"/>
                  </a:lnTo>
                  <a:lnTo>
                    <a:pt x="200" y="406"/>
                  </a:lnTo>
                  <a:lnTo>
                    <a:pt x="178" y="395"/>
                  </a:lnTo>
                  <a:lnTo>
                    <a:pt x="157" y="382"/>
                  </a:lnTo>
                  <a:lnTo>
                    <a:pt x="137" y="365"/>
                  </a:lnTo>
                  <a:lnTo>
                    <a:pt x="117" y="345"/>
                  </a:lnTo>
                  <a:lnTo>
                    <a:pt x="98" y="320"/>
                  </a:lnTo>
                  <a:lnTo>
                    <a:pt x="83" y="293"/>
                  </a:lnTo>
                  <a:lnTo>
                    <a:pt x="66" y="264"/>
                  </a:lnTo>
                  <a:lnTo>
                    <a:pt x="52" y="232"/>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8533" name="Freeform 67"/>
            <p:cNvSpPr>
              <a:spLocks/>
            </p:cNvSpPr>
            <p:nvPr/>
          </p:nvSpPr>
          <p:spPr bwMode="auto">
            <a:xfrm>
              <a:off x="1335" y="1859"/>
              <a:ext cx="49" cy="84"/>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1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0" y="2"/>
                  </a:lnTo>
                  <a:lnTo>
                    <a:pt x="195" y="8"/>
                  </a:lnTo>
                  <a:lnTo>
                    <a:pt x="171" y="18"/>
                  </a:lnTo>
                  <a:lnTo>
                    <a:pt x="150" y="34"/>
                  </a:lnTo>
                  <a:lnTo>
                    <a:pt x="127" y="51"/>
                  </a:lnTo>
                  <a:lnTo>
                    <a:pt x="107" y="74"/>
                  </a:lnTo>
                  <a:lnTo>
                    <a:pt x="89" y="98"/>
                  </a:lnTo>
                  <a:lnTo>
                    <a:pt x="72" y="125"/>
                  </a:lnTo>
                  <a:lnTo>
                    <a:pt x="55" y="156"/>
                  </a:lnTo>
                  <a:lnTo>
                    <a:pt x="41" y="188"/>
                  </a:lnTo>
                  <a:lnTo>
                    <a:pt x="29" y="222"/>
                  </a:lnTo>
                  <a:lnTo>
                    <a:pt x="18" y="261"/>
                  </a:lnTo>
                  <a:lnTo>
                    <a:pt x="10" y="299"/>
                  </a:lnTo>
                  <a:lnTo>
                    <a:pt x="4" y="339"/>
                  </a:lnTo>
                  <a:lnTo>
                    <a:pt x="1" y="382"/>
                  </a:lnTo>
                  <a:lnTo>
                    <a:pt x="0" y="424"/>
                  </a:lnTo>
                  <a:lnTo>
                    <a:pt x="11" y="424"/>
                  </a:lnTo>
                  <a:lnTo>
                    <a:pt x="13" y="382"/>
                  </a:lnTo>
                  <a:lnTo>
                    <a:pt x="16" y="341"/>
                  </a:lnTo>
                  <a:lnTo>
                    <a:pt x="22" y="301"/>
                  </a:lnTo>
                  <a:lnTo>
                    <a:pt x="30" y="264"/>
                  </a:lnTo>
                  <a:lnTo>
                    <a:pt x="41" y="227"/>
                  </a:lnTo>
                  <a:lnTo>
                    <a:pt x="52" y="193"/>
                  </a:lnTo>
                  <a:lnTo>
                    <a:pt x="66" y="160"/>
                  </a:lnTo>
                  <a:lnTo>
                    <a:pt x="82" y="132"/>
                  </a:lnTo>
                  <a:lnTo>
                    <a:pt x="98" y="105"/>
                  </a:lnTo>
                  <a:lnTo>
                    <a:pt x="117" y="81"/>
                  </a:lnTo>
                  <a:lnTo>
                    <a:pt x="137" y="61"/>
                  </a:lnTo>
                  <a:lnTo>
                    <a:pt x="157" y="43"/>
                  </a:lnTo>
                  <a:lnTo>
                    <a:pt x="178" y="30"/>
                  </a:lnTo>
                  <a:lnTo>
                    <a:pt x="200" y="20"/>
                  </a:lnTo>
                  <a:lnTo>
                    <a:pt x="222" y="14"/>
                  </a:lnTo>
                  <a:lnTo>
                    <a:pt x="246" y="11"/>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8534" name="Freeform 68"/>
            <p:cNvSpPr>
              <a:spLocks/>
            </p:cNvSpPr>
            <p:nvPr/>
          </p:nvSpPr>
          <p:spPr bwMode="auto">
            <a:xfrm>
              <a:off x="1552" y="1751"/>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1" y="339"/>
                  </a:lnTo>
                  <a:lnTo>
                    <a:pt x="235" y="299"/>
                  </a:lnTo>
                  <a:lnTo>
                    <a:pt x="226" y="261"/>
                  </a:lnTo>
                  <a:lnTo>
                    <a:pt x="216" y="223"/>
                  </a:lnTo>
                  <a:lnTo>
                    <a:pt x="204" y="189"/>
                  </a:lnTo>
                  <a:lnTo>
                    <a:pt x="190" y="156"/>
                  </a:lnTo>
                  <a:lnTo>
                    <a:pt x="174" y="125"/>
                  </a:lnTo>
                  <a:lnTo>
                    <a:pt x="156" y="98"/>
                  </a:lnTo>
                  <a:lnTo>
                    <a:pt x="137" y="74"/>
                  </a:lnTo>
                  <a:lnTo>
                    <a:pt x="119" y="52"/>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8" y="81"/>
                  </a:lnTo>
                  <a:lnTo>
                    <a:pt x="147" y="105"/>
                  </a:lnTo>
                  <a:lnTo>
                    <a:pt x="164" y="132"/>
                  </a:lnTo>
                  <a:lnTo>
                    <a:pt x="178" y="161"/>
                  </a:lnTo>
                  <a:lnTo>
                    <a:pt x="193" y="193"/>
                  </a:lnTo>
                  <a:lnTo>
                    <a:pt x="204" y="227"/>
                  </a:lnTo>
                  <a:lnTo>
                    <a:pt x="215" y="264"/>
                  </a:lnTo>
                  <a:lnTo>
                    <a:pt x="223" y="301"/>
                  </a:lnTo>
                  <a:lnTo>
                    <a:pt x="229" y="341"/>
                  </a:lnTo>
                  <a:lnTo>
                    <a:pt x="232" y="382"/>
                  </a:lnTo>
                  <a:lnTo>
                    <a:pt x="234"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8535" name="Freeform 69"/>
            <p:cNvSpPr>
              <a:spLocks/>
            </p:cNvSpPr>
            <p:nvPr/>
          </p:nvSpPr>
          <p:spPr bwMode="auto">
            <a:xfrm>
              <a:off x="1552" y="1836"/>
              <a:ext cx="49" cy="85"/>
            </a:xfrm>
            <a:custGeom>
              <a:avLst/>
              <a:gdLst>
                <a:gd name="T0" fmla="*/ 0 w 245"/>
                <a:gd name="T1" fmla="*/ 3 h 425"/>
                <a:gd name="T2" fmla="*/ 0 w 245"/>
                <a:gd name="T3" fmla="*/ 3 h 425"/>
                <a:gd name="T4" fmla="*/ 0 w 245"/>
                <a:gd name="T5" fmla="*/ 3 h 425"/>
                <a:gd name="T6" fmla="*/ 0 w 245"/>
                <a:gd name="T7" fmla="*/ 3 h 425"/>
                <a:gd name="T8" fmla="*/ 1 w 245"/>
                <a:gd name="T9" fmla="*/ 3 h 425"/>
                <a:gd name="T10" fmla="*/ 1 w 245"/>
                <a:gd name="T11" fmla="*/ 3 h 425"/>
                <a:gd name="T12" fmla="*/ 1 w 245"/>
                <a:gd name="T13" fmla="*/ 3 h 425"/>
                <a:gd name="T14" fmla="*/ 1 w 245"/>
                <a:gd name="T15" fmla="*/ 3 h 425"/>
                <a:gd name="T16" fmla="*/ 1 w 245"/>
                <a:gd name="T17" fmla="*/ 3 h 425"/>
                <a:gd name="T18" fmla="*/ 1 w 245"/>
                <a:gd name="T19" fmla="*/ 2 h 425"/>
                <a:gd name="T20" fmla="*/ 2 w 245"/>
                <a:gd name="T21" fmla="*/ 2 h 425"/>
                <a:gd name="T22" fmla="*/ 2 w 245"/>
                <a:gd name="T23" fmla="*/ 2 h 425"/>
                <a:gd name="T24" fmla="*/ 2 w 245"/>
                <a:gd name="T25" fmla="*/ 2 h 425"/>
                <a:gd name="T26" fmla="*/ 2 w 245"/>
                <a:gd name="T27" fmla="*/ 1 h 425"/>
                <a:gd name="T28" fmla="*/ 2 w 245"/>
                <a:gd name="T29" fmla="*/ 1 h 425"/>
                <a:gd name="T30" fmla="*/ 2 w 245"/>
                <a:gd name="T31" fmla="*/ 1 h 425"/>
                <a:gd name="T32" fmla="*/ 2 w 245"/>
                <a:gd name="T33" fmla="*/ 0 h 425"/>
                <a:gd name="T34" fmla="*/ 2 w 245"/>
                <a:gd name="T35" fmla="*/ 0 h 425"/>
                <a:gd name="T36" fmla="*/ 2 w 245"/>
                <a:gd name="T37" fmla="*/ 0 h 425"/>
                <a:gd name="T38" fmla="*/ 2 w 245"/>
                <a:gd name="T39" fmla="*/ 0 h 425"/>
                <a:gd name="T40" fmla="*/ 2 w 245"/>
                <a:gd name="T41" fmla="*/ 1 h 425"/>
                <a:gd name="T42" fmla="*/ 2 w 245"/>
                <a:gd name="T43" fmla="*/ 1 h 425"/>
                <a:gd name="T44" fmla="*/ 2 w 245"/>
                <a:gd name="T45" fmla="*/ 1 h 425"/>
                <a:gd name="T46" fmla="*/ 2 w 245"/>
                <a:gd name="T47" fmla="*/ 2 h 425"/>
                <a:gd name="T48" fmla="*/ 2 w 245"/>
                <a:gd name="T49" fmla="*/ 2 h 425"/>
                <a:gd name="T50" fmla="*/ 1 w 245"/>
                <a:gd name="T51" fmla="*/ 2 h 425"/>
                <a:gd name="T52" fmla="*/ 1 w 245"/>
                <a:gd name="T53" fmla="*/ 2 h 425"/>
                <a:gd name="T54" fmla="*/ 1 w 245"/>
                <a:gd name="T55" fmla="*/ 3 h 425"/>
                <a:gd name="T56" fmla="*/ 1 w 245"/>
                <a:gd name="T57" fmla="*/ 3 h 425"/>
                <a:gd name="T58" fmla="*/ 1 w 245"/>
                <a:gd name="T59" fmla="*/ 3 h 425"/>
                <a:gd name="T60" fmla="*/ 1 w 245"/>
                <a:gd name="T61" fmla="*/ 3 h 425"/>
                <a:gd name="T62" fmla="*/ 1 w 245"/>
                <a:gd name="T63" fmla="*/ 3 h 425"/>
                <a:gd name="T64" fmla="*/ 0 w 245"/>
                <a:gd name="T65" fmla="*/ 3 h 425"/>
                <a:gd name="T66" fmla="*/ 0 w 245"/>
                <a:gd name="T67" fmla="*/ 3 h 425"/>
                <a:gd name="T68" fmla="*/ 0 w 245"/>
                <a:gd name="T69" fmla="*/ 3 h 425"/>
                <a:gd name="T70" fmla="*/ 0 w 245"/>
                <a:gd name="T71" fmla="*/ 3 h 425"/>
                <a:gd name="T72" fmla="*/ 0 w 245"/>
                <a:gd name="T73" fmla="*/ 3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5"/>
                <a:gd name="T113" fmla="*/ 245 w 245"/>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5">
                  <a:moveTo>
                    <a:pt x="0" y="425"/>
                  </a:moveTo>
                  <a:lnTo>
                    <a:pt x="0" y="425"/>
                  </a:lnTo>
                  <a:lnTo>
                    <a:pt x="26" y="422"/>
                  </a:lnTo>
                  <a:lnTo>
                    <a:pt x="51" y="417"/>
                  </a:lnTo>
                  <a:lnTo>
                    <a:pt x="74" y="406"/>
                  </a:lnTo>
                  <a:lnTo>
                    <a:pt x="96" y="391"/>
                  </a:lnTo>
                  <a:lnTo>
                    <a:pt x="119" y="373"/>
                  </a:lnTo>
                  <a:lnTo>
                    <a:pt x="137" y="351"/>
                  </a:lnTo>
                  <a:lnTo>
                    <a:pt x="156" y="326"/>
                  </a:lnTo>
                  <a:lnTo>
                    <a:pt x="174" y="299"/>
                  </a:lnTo>
                  <a:lnTo>
                    <a:pt x="190" y="269"/>
                  </a:lnTo>
                  <a:lnTo>
                    <a:pt x="204" y="236"/>
                  </a:lnTo>
                  <a:lnTo>
                    <a:pt x="216" y="202"/>
                  </a:lnTo>
                  <a:lnTo>
                    <a:pt x="226" y="163"/>
                  </a:lnTo>
                  <a:lnTo>
                    <a:pt x="235" y="126"/>
                  </a:lnTo>
                  <a:lnTo>
                    <a:pt x="241" y="86"/>
                  </a:lnTo>
                  <a:lnTo>
                    <a:pt x="244" y="43"/>
                  </a:lnTo>
                  <a:lnTo>
                    <a:pt x="245" y="0"/>
                  </a:lnTo>
                  <a:lnTo>
                    <a:pt x="234" y="0"/>
                  </a:lnTo>
                  <a:lnTo>
                    <a:pt x="232" y="43"/>
                  </a:lnTo>
                  <a:lnTo>
                    <a:pt x="229" y="84"/>
                  </a:lnTo>
                  <a:lnTo>
                    <a:pt x="223" y="123"/>
                  </a:lnTo>
                  <a:lnTo>
                    <a:pt x="215" y="161"/>
                  </a:lnTo>
                  <a:lnTo>
                    <a:pt x="204" y="197"/>
                  </a:lnTo>
                  <a:lnTo>
                    <a:pt x="193" y="231"/>
                  </a:lnTo>
                  <a:lnTo>
                    <a:pt x="178" y="264"/>
                  </a:lnTo>
                  <a:lnTo>
                    <a:pt x="164" y="292"/>
                  </a:lnTo>
                  <a:lnTo>
                    <a:pt x="147" y="319"/>
                  </a:lnTo>
                  <a:lnTo>
                    <a:pt x="128" y="344"/>
                  </a:lnTo>
                  <a:lnTo>
                    <a:pt x="109" y="364"/>
                  </a:lnTo>
                  <a:lnTo>
                    <a:pt x="89" y="381"/>
                  </a:lnTo>
                  <a:lnTo>
                    <a:pt x="67" y="394"/>
                  </a:lnTo>
                  <a:lnTo>
                    <a:pt x="46" y="405"/>
                  </a:lnTo>
                  <a:lnTo>
                    <a:pt x="24" y="411"/>
                  </a:lnTo>
                  <a:lnTo>
                    <a:pt x="0" y="413"/>
                  </a:lnTo>
                  <a:lnTo>
                    <a:pt x="0" y="425"/>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8536" name="Freeform 70"/>
            <p:cNvSpPr>
              <a:spLocks/>
            </p:cNvSpPr>
            <p:nvPr/>
          </p:nvSpPr>
          <p:spPr bwMode="auto">
            <a:xfrm>
              <a:off x="1502" y="1836"/>
              <a:ext cx="50" cy="85"/>
            </a:xfrm>
            <a:custGeom>
              <a:avLst/>
              <a:gdLst>
                <a:gd name="T0" fmla="*/ 0 w 246"/>
                <a:gd name="T1" fmla="*/ 0 h 425"/>
                <a:gd name="T2" fmla="*/ 0 w 246"/>
                <a:gd name="T3" fmla="*/ 0 h 425"/>
                <a:gd name="T4" fmla="*/ 0 w 246"/>
                <a:gd name="T5" fmla="*/ 0 h 425"/>
                <a:gd name="T6" fmla="*/ 0 w 246"/>
                <a:gd name="T7" fmla="*/ 1 h 425"/>
                <a:gd name="T8" fmla="*/ 0 w 246"/>
                <a:gd name="T9" fmla="*/ 1 h 425"/>
                <a:gd name="T10" fmla="*/ 0 w 246"/>
                <a:gd name="T11" fmla="*/ 1 h 425"/>
                <a:gd name="T12" fmla="*/ 0 w 246"/>
                <a:gd name="T13" fmla="*/ 2 h 425"/>
                <a:gd name="T14" fmla="*/ 0 w 246"/>
                <a:gd name="T15" fmla="*/ 2 h 425"/>
                <a:gd name="T16" fmla="*/ 0 w 246"/>
                <a:gd name="T17" fmla="*/ 2 h 425"/>
                <a:gd name="T18" fmla="*/ 1 w 246"/>
                <a:gd name="T19" fmla="*/ 2 h 425"/>
                <a:gd name="T20" fmla="*/ 1 w 246"/>
                <a:gd name="T21" fmla="*/ 3 h 425"/>
                <a:gd name="T22" fmla="*/ 1 w 246"/>
                <a:gd name="T23" fmla="*/ 3 h 425"/>
                <a:gd name="T24" fmla="*/ 1 w 246"/>
                <a:gd name="T25" fmla="*/ 3 h 425"/>
                <a:gd name="T26" fmla="*/ 1 w 246"/>
                <a:gd name="T27" fmla="*/ 3 h 425"/>
                <a:gd name="T28" fmla="*/ 1 w 246"/>
                <a:gd name="T29" fmla="*/ 3 h 425"/>
                <a:gd name="T30" fmla="*/ 2 w 246"/>
                <a:gd name="T31" fmla="*/ 3 h 425"/>
                <a:gd name="T32" fmla="*/ 2 w 246"/>
                <a:gd name="T33" fmla="*/ 3 h 425"/>
                <a:gd name="T34" fmla="*/ 2 w 246"/>
                <a:gd name="T35" fmla="*/ 3 h 425"/>
                <a:gd name="T36" fmla="*/ 2 w 246"/>
                <a:gd name="T37" fmla="*/ 3 h 425"/>
                <a:gd name="T38" fmla="*/ 2 w 246"/>
                <a:gd name="T39" fmla="*/ 3 h 425"/>
                <a:gd name="T40" fmla="*/ 2 w 246"/>
                <a:gd name="T41" fmla="*/ 3 h 425"/>
                <a:gd name="T42" fmla="*/ 1 w 246"/>
                <a:gd name="T43" fmla="*/ 3 h 425"/>
                <a:gd name="T44" fmla="*/ 1 w 246"/>
                <a:gd name="T45" fmla="*/ 3 h 425"/>
                <a:gd name="T46" fmla="*/ 1 w 246"/>
                <a:gd name="T47" fmla="*/ 3 h 425"/>
                <a:gd name="T48" fmla="*/ 1 w 246"/>
                <a:gd name="T49" fmla="*/ 3 h 425"/>
                <a:gd name="T50" fmla="*/ 1 w 246"/>
                <a:gd name="T51" fmla="*/ 3 h 425"/>
                <a:gd name="T52" fmla="*/ 1 w 246"/>
                <a:gd name="T53" fmla="*/ 2 h 425"/>
                <a:gd name="T54" fmla="*/ 1 w 246"/>
                <a:gd name="T55" fmla="*/ 2 h 425"/>
                <a:gd name="T56" fmla="*/ 0 w 246"/>
                <a:gd name="T57" fmla="*/ 2 h 425"/>
                <a:gd name="T58" fmla="*/ 0 w 246"/>
                <a:gd name="T59" fmla="*/ 2 h 425"/>
                <a:gd name="T60" fmla="*/ 0 w 246"/>
                <a:gd name="T61" fmla="*/ 1 h 425"/>
                <a:gd name="T62" fmla="*/ 0 w 246"/>
                <a:gd name="T63" fmla="*/ 1 h 425"/>
                <a:gd name="T64" fmla="*/ 0 w 246"/>
                <a:gd name="T65" fmla="*/ 1 h 425"/>
                <a:gd name="T66" fmla="*/ 0 w 246"/>
                <a:gd name="T67" fmla="*/ 0 h 425"/>
                <a:gd name="T68" fmla="*/ 0 w 246"/>
                <a:gd name="T69" fmla="*/ 0 h 425"/>
                <a:gd name="T70" fmla="*/ 0 w 246"/>
                <a:gd name="T71" fmla="*/ 0 h 425"/>
                <a:gd name="T72" fmla="*/ 0 w 246"/>
                <a:gd name="T73" fmla="*/ 0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5"/>
                <a:gd name="T113" fmla="*/ 246 w 246"/>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5">
                  <a:moveTo>
                    <a:pt x="0" y="0"/>
                  </a:moveTo>
                  <a:lnTo>
                    <a:pt x="0" y="0"/>
                  </a:lnTo>
                  <a:lnTo>
                    <a:pt x="2" y="43"/>
                  </a:lnTo>
                  <a:lnTo>
                    <a:pt x="5" y="86"/>
                  </a:lnTo>
                  <a:lnTo>
                    <a:pt x="11" y="126"/>
                  </a:lnTo>
                  <a:lnTo>
                    <a:pt x="19" y="163"/>
                  </a:lnTo>
                  <a:lnTo>
                    <a:pt x="30" y="202"/>
                  </a:lnTo>
                  <a:lnTo>
                    <a:pt x="41" y="236"/>
                  </a:lnTo>
                  <a:lnTo>
                    <a:pt x="55" y="269"/>
                  </a:lnTo>
                  <a:lnTo>
                    <a:pt x="73" y="299"/>
                  </a:lnTo>
                  <a:lnTo>
                    <a:pt x="89" y="326"/>
                  </a:lnTo>
                  <a:lnTo>
                    <a:pt x="108" y="351"/>
                  </a:lnTo>
                  <a:lnTo>
                    <a:pt x="128" y="373"/>
                  </a:lnTo>
                  <a:lnTo>
                    <a:pt x="150" y="391"/>
                  </a:lnTo>
                  <a:lnTo>
                    <a:pt x="171" y="406"/>
                  </a:lnTo>
                  <a:lnTo>
                    <a:pt x="196" y="417"/>
                  </a:lnTo>
                  <a:lnTo>
                    <a:pt x="221" y="422"/>
                  </a:lnTo>
                  <a:lnTo>
                    <a:pt x="246" y="425"/>
                  </a:lnTo>
                  <a:lnTo>
                    <a:pt x="246" y="413"/>
                  </a:lnTo>
                  <a:lnTo>
                    <a:pt x="223" y="411"/>
                  </a:lnTo>
                  <a:lnTo>
                    <a:pt x="201" y="405"/>
                  </a:lnTo>
                  <a:lnTo>
                    <a:pt x="178" y="394"/>
                  </a:lnTo>
                  <a:lnTo>
                    <a:pt x="157" y="381"/>
                  </a:lnTo>
                  <a:lnTo>
                    <a:pt x="137" y="364"/>
                  </a:lnTo>
                  <a:lnTo>
                    <a:pt x="117" y="344"/>
                  </a:lnTo>
                  <a:lnTo>
                    <a:pt x="99" y="319"/>
                  </a:lnTo>
                  <a:lnTo>
                    <a:pt x="82" y="292"/>
                  </a:lnTo>
                  <a:lnTo>
                    <a:pt x="67" y="264"/>
                  </a:lnTo>
                  <a:lnTo>
                    <a:pt x="53" y="231"/>
                  </a:lnTo>
                  <a:lnTo>
                    <a:pt x="41" y="197"/>
                  </a:lnTo>
                  <a:lnTo>
                    <a:pt x="31" y="161"/>
                  </a:lnTo>
                  <a:lnTo>
                    <a:pt x="23" y="123"/>
                  </a:lnTo>
                  <a:lnTo>
                    <a:pt x="17" y="84"/>
                  </a:lnTo>
                  <a:lnTo>
                    <a:pt x="13" y="4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8537" name="Freeform 71"/>
            <p:cNvSpPr>
              <a:spLocks/>
            </p:cNvSpPr>
            <p:nvPr/>
          </p:nvSpPr>
          <p:spPr bwMode="auto">
            <a:xfrm>
              <a:off x="1502" y="1751"/>
              <a:ext cx="50" cy="85"/>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2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1" y="2"/>
                  </a:lnTo>
                  <a:lnTo>
                    <a:pt x="196" y="8"/>
                  </a:lnTo>
                  <a:lnTo>
                    <a:pt x="171" y="19"/>
                  </a:lnTo>
                  <a:lnTo>
                    <a:pt x="150" y="34"/>
                  </a:lnTo>
                  <a:lnTo>
                    <a:pt x="128" y="52"/>
                  </a:lnTo>
                  <a:lnTo>
                    <a:pt x="108" y="74"/>
                  </a:lnTo>
                  <a:lnTo>
                    <a:pt x="89" y="98"/>
                  </a:lnTo>
                  <a:lnTo>
                    <a:pt x="73" y="125"/>
                  </a:lnTo>
                  <a:lnTo>
                    <a:pt x="55" y="156"/>
                  </a:lnTo>
                  <a:lnTo>
                    <a:pt x="41" y="189"/>
                  </a:lnTo>
                  <a:lnTo>
                    <a:pt x="30" y="223"/>
                  </a:lnTo>
                  <a:lnTo>
                    <a:pt x="19" y="261"/>
                  </a:lnTo>
                  <a:lnTo>
                    <a:pt x="11" y="299"/>
                  </a:lnTo>
                  <a:lnTo>
                    <a:pt x="5" y="339"/>
                  </a:lnTo>
                  <a:lnTo>
                    <a:pt x="2" y="382"/>
                  </a:lnTo>
                  <a:lnTo>
                    <a:pt x="0" y="424"/>
                  </a:lnTo>
                  <a:lnTo>
                    <a:pt x="12" y="424"/>
                  </a:lnTo>
                  <a:lnTo>
                    <a:pt x="13" y="382"/>
                  </a:lnTo>
                  <a:lnTo>
                    <a:pt x="17" y="341"/>
                  </a:lnTo>
                  <a:lnTo>
                    <a:pt x="23" y="301"/>
                  </a:lnTo>
                  <a:lnTo>
                    <a:pt x="31" y="264"/>
                  </a:lnTo>
                  <a:lnTo>
                    <a:pt x="41" y="227"/>
                  </a:lnTo>
                  <a:lnTo>
                    <a:pt x="53" y="193"/>
                  </a:lnTo>
                  <a:lnTo>
                    <a:pt x="67" y="161"/>
                  </a:lnTo>
                  <a:lnTo>
                    <a:pt x="82" y="132"/>
                  </a:lnTo>
                  <a:lnTo>
                    <a:pt x="99" y="105"/>
                  </a:lnTo>
                  <a:lnTo>
                    <a:pt x="117" y="81"/>
                  </a:lnTo>
                  <a:lnTo>
                    <a:pt x="137" y="61"/>
                  </a:lnTo>
                  <a:lnTo>
                    <a:pt x="157" y="43"/>
                  </a:lnTo>
                  <a:lnTo>
                    <a:pt x="178" y="30"/>
                  </a:lnTo>
                  <a:lnTo>
                    <a:pt x="201" y="20"/>
                  </a:lnTo>
                  <a:lnTo>
                    <a:pt x="223" y="14"/>
                  </a:lnTo>
                  <a:lnTo>
                    <a:pt x="246" y="12"/>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8538" name="Freeform 72"/>
            <p:cNvSpPr>
              <a:spLocks/>
            </p:cNvSpPr>
            <p:nvPr/>
          </p:nvSpPr>
          <p:spPr bwMode="auto">
            <a:xfrm>
              <a:off x="1565" y="2016"/>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0" y="339"/>
                  </a:lnTo>
                  <a:lnTo>
                    <a:pt x="234" y="299"/>
                  </a:lnTo>
                  <a:lnTo>
                    <a:pt x="226" y="261"/>
                  </a:lnTo>
                  <a:lnTo>
                    <a:pt x="216" y="223"/>
                  </a:lnTo>
                  <a:lnTo>
                    <a:pt x="204" y="189"/>
                  </a:lnTo>
                  <a:lnTo>
                    <a:pt x="190" y="156"/>
                  </a:lnTo>
                  <a:lnTo>
                    <a:pt x="174" y="125"/>
                  </a:lnTo>
                  <a:lnTo>
                    <a:pt x="156" y="98"/>
                  </a:lnTo>
                  <a:lnTo>
                    <a:pt x="138" y="74"/>
                  </a:lnTo>
                  <a:lnTo>
                    <a:pt x="118" y="51"/>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9" y="81"/>
                  </a:lnTo>
                  <a:lnTo>
                    <a:pt x="147" y="105"/>
                  </a:lnTo>
                  <a:lnTo>
                    <a:pt x="164" y="132"/>
                  </a:lnTo>
                  <a:lnTo>
                    <a:pt x="178" y="160"/>
                  </a:lnTo>
                  <a:lnTo>
                    <a:pt x="192" y="193"/>
                  </a:lnTo>
                  <a:lnTo>
                    <a:pt x="204" y="227"/>
                  </a:lnTo>
                  <a:lnTo>
                    <a:pt x="215" y="264"/>
                  </a:lnTo>
                  <a:lnTo>
                    <a:pt x="223" y="301"/>
                  </a:lnTo>
                  <a:lnTo>
                    <a:pt x="229"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8539" name="Freeform 73"/>
            <p:cNvSpPr>
              <a:spLocks/>
            </p:cNvSpPr>
            <p:nvPr/>
          </p:nvSpPr>
          <p:spPr bwMode="auto">
            <a:xfrm>
              <a:off x="1565" y="2101"/>
              <a:ext cx="49" cy="85"/>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6" y="423"/>
                  </a:lnTo>
                  <a:lnTo>
                    <a:pt x="51" y="418"/>
                  </a:lnTo>
                  <a:lnTo>
                    <a:pt x="74" y="407"/>
                  </a:lnTo>
                  <a:lnTo>
                    <a:pt x="96" y="392"/>
                  </a:lnTo>
                  <a:lnTo>
                    <a:pt x="118" y="373"/>
                  </a:lnTo>
                  <a:lnTo>
                    <a:pt x="138" y="351"/>
                  </a:lnTo>
                  <a:lnTo>
                    <a:pt x="156" y="327"/>
                  </a:lnTo>
                  <a:lnTo>
                    <a:pt x="175" y="299"/>
                  </a:lnTo>
                  <a:lnTo>
                    <a:pt x="190" y="269"/>
                  </a:lnTo>
                  <a:lnTo>
                    <a:pt x="204" y="236"/>
                  </a:lnTo>
                  <a:lnTo>
                    <a:pt x="216" y="202"/>
                  </a:lnTo>
                  <a:lnTo>
                    <a:pt x="226" y="164"/>
                  </a:lnTo>
                  <a:lnTo>
                    <a:pt x="234" y="126"/>
                  </a:lnTo>
                  <a:lnTo>
                    <a:pt x="240" y="86"/>
                  </a:lnTo>
                  <a:lnTo>
                    <a:pt x="244" y="42"/>
                  </a:lnTo>
                  <a:lnTo>
                    <a:pt x="245" y="0"/>
                  </a:lnTo>
                  <a:lnTo>
                    <a:pt x="233" y="0"/>
                  </a:lnTo>
                  <a:lnTo>
                    <a:pt x="232" y="42"/>
                  </a:lnTo>
                  <a:lnTo>
                    <a:pt x="229" y="83"/>
                  </a:lnTo>
                  <a:lnTo>
                    <a:pt x="223" y="123"/>
                  </a:lnTo>
                  <a:lnTo>
                    <a:pt x="215" y="162"/>
                  </a:lnTo>
                  <a:lnTo>
                    <a:pt x="204" y="197"/>
                  </a:lnTo>
                  <a:lnTo>
                    <a:pt x="192" y="231"/>
                  </a:lnTo>
                  <a:lnTo>
                    <a:pt x="178" y="264"/>
                  </a:lnTo>
                  <a:lnTo>
                    <a:pt x="163" y="292"/>
                  </a:lnTo>
                  <a:lnTo>
                    <a:pt x="147" y="320"/>
                  </a:lnTo>
                  <a:lnTo>
                    <a:pt x="129" y="344"/>
                  </a:lnTo>
                  <a:lnTo>
                    <a:pt x="109" y="364"/>
                  </a:lnTo>
                  <a:lnTo>
                    <a:pt x="89" y="382"/>
                  </a:lnTo>
                  <a:lnTo>
                    <a:pt x="67" y="395"/>
                  </a:lnTo>
                  <a:lnTo>
                    <a:pt x="46" y="406"/>
                  </a:lnTo>
                  <a:lnTo>
                    <a:pt x="24"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8540" name="Freeform 74"/>
            <p:cNvSpPr>
              <a:spLocks/>
            </p:cNvSpPr>
            <p:nvPr/>
          </p:nvSpPr>
          <p:spPr bwMode="auto">
            <a:xfrm>
              <a:off x="1516" y="2101"/>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5" y="86"/>
                  </a:lnTo>
                  <a:lnTo>
                    <a:pt x="11" y="126"/>
                  </a:lnTo>
                  <a:lnTo>
                    <a:pt x="19" y="164"/>
                  </a:lnTo>
                  <a:lnTo>
                    <a:pt x="30" y="202"/>
                  </a:lnTo>
                  <a:lnTo>
                    <a:pt x="41" y="236"/>
                  </a:lnTo>
                  <a:lnTo>
                    <a:pt x="55" y="269"/>
                  </a:lnTo>
                  <a:lnTo>
                    <a:pt x="71" y="299"/>
                  </a:lnTo>
                  <a:lnTo>
                    <a:pt x="89" y="327"/>
                  </a:lnTo>
                  <a:lnTo>
                    <a:pt x="107" y="351"/>
                  </a:lnTo>
                  <a:lnTo>
                    <a:pt x="127" y="373"/>
                  </a:lnTo>
                  <a:lnTo>
                    <a:pt x="149" y="392"/>
                  </a:lnTo>
                  <a:lnTo>
                    <a:pt x="171" y="407"/>
                  </a:lnTo>
                  <a:lnTo>
                    <a:pt x="195" y="418"/>
                  </a:lnTo>
                  <a:lnTo>
                    <a:pt x="219" y="423"/>
                  </a:lnTo>
                  <a:lnTo>
                    <a:pt x="245" y="426"/>
                  </a:lnTo>
                  <a:lnTo>
                    <a:pt x="245" y="414"/>
                  </a:lnTo>
                  <a:lnTo>
                    <a:pt x="222" y="412"/>
                  </a:lnTo>
                  <a:lnTo>
                    <a:pt x="199" y="406"/>
                  </a:lnTo>
                  <a:lnTo>
                    <a:pt x="178" y="395"/>
                  </a:lnTo>
                  <a:lnTo>
                    <a:pt x="156" y="382"/>
                  </a:lnTo>
                  <a:lnTo>
                    <a:pt x="136" y="364"/>
                  </a:lnTo>
                  <a:lnTo>
                    <a:pt x="116" y="344"/>
                  </a:lnTo>
                  <a:lnTo>
                    <a:pt x="99" y="320"/>
                  </a:lnTo>
                  <a:lnTo>
                    <a:pt x="82" y="292"/>
                  </a:lnTo>
                  <a:lnTo>
                    <a:pt x="67" y="264"/>
                  </a:lnTo>
                  <a:lnTo>
                    <a:pt x="53" y="231"/>
                  </a:lnTo>
                  <a:lnTo>
                    <a:pt x="41" y="197"/>
                  </a:lnTo>
                  <a:lnTo>
                    <a:pt x="31" y="162"/>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8541" name="Freeform 75"/>
            <p:cNvSpPr>
              <a:spLocks/>
            </p:cNvSpPr>
            <p:nvPr/>
          </p:nvSpPr>
          <p:spPr bwMode="auto">
            <a:xfrm>
              <a:off x="1516" y="2016"/>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5" y="8"/>
                  </a:lnTo>
                  <a:lnTo>
                    <a:pt x="171" y="19"/>
                  </a:lnTo>
                  <a:lnTo>
                    <a:pt x="149" y="34"/>
                  </a:lnTo>
                  <a:lnTo>
                    <a:pt x="127" y="51"/>
                  </a:lnTo>
                  <a:lnTo>
                    <a:pt x="107" y="74"/>
                  </a:lnTo>
                  <a:lnTo>
                    <a:pt x="89" y="98"/>
                  </a:lnTo>
                  <a:lnTo>
                    <a:pt x="72" y="125"/>
                  </a:lnTo>
                  <a:lnTo>
                    <a:pt x="55" y="156"/>
                  </a:lnTo>
                  <a:lnTo>
                    <a:pt x="41" y="189"/>
                  </a:lnTo>
                  <a:lnTo>
                    <a:pt x="30" y="223"/>
                  </a:lnTo>
                  <a:lnTo>
                    <a:pt x="19" y="261"/>
                  </a:lnTo>
                  <a:lnTo>
                    <a:pt x="11" y="299"/>
                  </a:lnTo>
                  <a:lnTo>
                    <a:pt x="5" y="339"/>
                  </a:lnTo>
                  <a:lnTo>
                    <a:pt x="1" y="382"/>
                  </a:lnTo>
                  <a:lnTo>
                    <a:pt x="0" y="424"/>
                  </a:lnTo>
                  <a:lnTo>
                    <a:pt x="12" y="424"/>
                  </a:lnTo>
                  <a:lnTo>
                    <a:pt x="13" y="382"/>
                  </a:lnTo>
                  <a:lnTo>
                    <a:pt x="17" y="341"/>
                  </a:lnTo>
                  <a:lnTo>
                    <a:pt x="23" y="301"/>
                  </a:lnTo>
                  <a:lnTo>
                    <a:pt x="31" y="264"/>
                  </a:lnTo>
                  <a:lnTo>
                    <a:pt x="41" y="227"/>
                  </a:lnTo>
                  <a:lnTo>
                    <a:pt x="53" y="193"/>
                  </a:lnTo>
                  <a:lnTo>
                    <a:pt x="67" y="160"/>
                  </a:lnTo>
                  <a:lnTo>
                    <a:pt x="81" y="132"/>
                  </a:lnTo>
                  <a:lnTo>
                    <a:pt x="99" y="105"/>
                  </a:lnTo>
                  <a:lnTo>
                    <a:pt x="116" y="81"/>
                  </a:lnTo>
                  <a:lnTo>
                    <a:pt x="136" y="61"/>
                  </a:lnTo>
                  <a:lnTo>
                    <a:pt x="156" y="43"/>
                  </a:lnTo>
                  <a:lnTo>
                    <a:pt x="178" y="30"/>
                  </a:lnTo>
                  <a:lnTo>
                    <a:pt x="199" y="20"/>
                  </a:lnTo>
                  <a:lnTo>
                    <a:pt x="222"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sp>
        <p:nvSpPr>
          <p:cNvPr id="148488" name="Rectangle 77"/>
          <p:cNvSpPr>
            <a:spLocks noChangeArrowheads="1"/>
          </p:cNvSpPr>
          <p:nvPr/>
        </p:nvSpPr>
        <p:spPr bwMode="auto">
          <a:xfrm>
            <a:off x="611188" y="0"/>
            <a:ext cx="6388100" cy="6477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3000"/>
              <a:t>Sem. 3 - Mardi</a:t>
            </a:r>
          </a:p>
        </p:txBody>
      </p:sp>
      <p:sp>
        <p:nvSpPr>
          <p:cNvPr id="148489" name="Text Box 78"/>
          <p:cNvSpPr txBox="1">
            <a:spLocks noChangeArrowheads="1"/>
          </p:cNvSpPr>
          <p:nvPr/>
        </p:nvSpPr>
        <p:spPr bwMode="auto">
          <a:xfrm>
            <a:off x="566738" y="2697163"/>
            <a:ext cx="3217862"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2. Pas de commandes</a:t>
            </a:r>
          </a:p>
        </p:txBody>
      </p:sp>
      <p:sp>
        <p:nvSpPr>
          <p:cNvPr id="148490" name="Text Box 79"/>
          <p:cNvSpPr txBox="1">
            <a:spLocks noChangeArrowheads="1"/>
          </p:cNvSpPr>
          <p:nvPr/>
        </p:nvSpPr>
        <p:spPr bwMode="auto">
          <a:xfrm>
            <a:off x="566738" y="5211763"/>
            <a:ext cx="6543675" cy="4429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eaLnBrk="1" hangingPunct="1">
              <a:spcBef>
                <a:spcPct val="0"/>
              </a:spcBef>
              <a:buFontTx/>
              <a:buNone/>
            </a:pPr>
            <a:r>
              <a:rPr lang="fr-FR" altLang="fr-FR" sz="2300"/>
              <a:t>4. Pointez la production sur votre feuille de suivi</a:t>
            </a:r>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49506" name="Group 2"/>
          <p:cNvGrpSpPr>
            <a:grpSpLocks/>
          </p:cNvGrpSpPr>
          <p:nvPr/>
        </p:nvGrpSpPr>
        <p:grpSpPr bwMode="auto">
          <a:xfrm>
            <a:off x="7073900" y="215900"/>
            <a:ext cx="1878013" cy="1250950"/>
            <a:chOff x="4456" y="136"/>
            <a:chExt cx="1183" cy="788"/>
          </a:xfrm>
        </p:grpSpPr>
        <p:grpSp>
          <p:nvGrpSpPr>
            <p:cNvPr id="149566" name="Group 3"/>
            <p:cNvGrpSpPr>
              <a:grpSpLocks/>
            </p:cNvGrpSpPr>
            <p:nvPr/>
          </p:nvGrpSpPr>
          <p:grpSpPr bwMode="auto">
            <a:xfrm>
              <a:off x="4766" y="232"/>
              <a:ext cx="873" cy="692"/>
              <a:chOff x="2185" y="310"/>
              <a:chExt cx="873" cy="692"/>
            </a:xfrm>
          </p:grpSpPr>
          <p:sp>
            <p:nvSpPr>
              <p:cNvPr id="149577" name="Freeform 4"/>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accent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9578" name="Freeform 5"/>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9579" name="Freeform 6"/>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9580" name="Freeform 7"/>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9581" name="Freeform 8"/>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9582" name="Freeform 9"/>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9583" name="Freeform 10"/>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grpSp>
          <p:nvGrpSpPr>
            <p:cNvPr id="149567" name="Group 11"/>
            <p:cNvGrpSpPr>
              <a:grpSpLocks/>
            </p:cNvGrpSpPr>
            <p:nvPr/>
          </p:nvGrpSpPr>
          <p:grpSpPr bwMode="auto">
            <a:xfrm>
              <a:off x="4949" y="336"/>
              <a:ext cx="591" cy="468"/>
              <a:chOff x="2185" y="310"/>
              <a:chExt cx="873" cy="692"/>
            </a:xfrm>
          </p:grpSpPr>
          <p:sp>
            <p:nvSpPr>
              <p:cNvPr id="149570" name="Freeform 12"/>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9571" name="Freeform 13"/>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9572" name="Freeform 14"/>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9573" name="Freeform 15"/>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9574" name="Freeform 16"/>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9575" name="Freeform 17"/>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9576" name="Freeform 18"/>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pic>
          <p:nvPicPr>
            <p:cNvPr id="149568" name="Picture 19"/>
            <p:cNvPicPr>
              <a:picLocks noChangeAspect="1" noChangeArrowheads="1"/>
            </p:cNvPicPr>
            <p:nvPr/>
          </p:nvPicPr>
          <p:blipFill>
            <a:blip r:embed="rId3" cstate="print">
              <a:extLst>
                <a:ext uri="{28A0092B-C50C-407E-A947-70E740481C1C}">
                  <a14:useLocalDpi xmlns:a14="http://schemas.microsoft.com/office/drawing/2010/main" val="0"/>
                </a:ext>
              </a:extLst>
            </a:blip>
            <a:srcRect l="-4282" t="-4369" r="-5199" b="-12012"/>
            <a:stretch>
              <a:fillRect/>
            </a:stretch>
          </p:blipFill>
          <p:spPr bwMode="auto">
            <a:xfrm>
              <a:off x="4456" y="136"/>
              <a:ext cx="480" cy="5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49569" name="Text Box 20"/>
            <p:cNvSpPr txBox="1">
              <a:spLocks noChangeArrowheads="1"/>
            </p:cNvSpPr>
            <p:nvPr/>
          </p:nvSpPr>
          <p:spPr bwMode="auto">
            <a:xfrm>
              <a:off x="4946" y="314"/>
              <a:ext cx="596" cy="49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4500" b="1">
                  <a:solidFill>
                    <a:srgbClr val="FF0000"/>
                  </a:solidFill>
                  <a:latin typeface="Arial Black" pitchFamily="34" charset="0"/>
                </a:rPr>
                <a:t>11</a:t>
              </a:r>
              <a:endParaRPr lang="fr-FR" altLang="fr-FR" sz="3200">
                <a:solidFill>
                  <a:schemeClr val="tx1"/>
                </a:solidFill>
                <a:latin typeface="Arial Black" pitchFamily="34" charset="0"/>
              </a:endParaRPr>
            </a:p>
          </p:txBody>
        </p:sp>
      </p:grpSp>
      <p:sp>
        <p:nvSpPr>
          <p:cNvPr id="149508" name="Text Box 22"/>
          <p:cNvSpPr txBox="1">
            <a:spLocks noChangeArrowheads="1"/>
          </p:cNvSpPr>
          <p:nvPr/>
        </p:nvSpPr>
        <p:spPr bwMode="auto">
          <a:xfrm>
            <a:off x="566738" y="1363663"/>
            <a:ext cx="1946275"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1. Tirez le dé</a:t>
            </a:r>
          </a:p>
        </p:txBody>
      </p:sp>
      <p:sp>
        <p:nvSpPr>
          <p:cNvPr id="149509" name="Text Box 23"/>
          <p:cNvSpPr txBox="1">
            <a:spLocks noChangeArrowheads="1"/>
          </p:cNvSpPr>
          <p:nvPr/>
        </p:nvSpPr>
        <p:spPr bwMode="auto">
          <a:xfrm>
            <a:off x="566738" y="3935413"/>
            <a:ext cx="18796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3. Produisez</a:t>
            </a:r>
          </a:p>
        </p:txBody>
      </p:sp>
      <p:grpSp>
        <p:nvGrpSpPr>
          <p:cNvPr id="149510" name="Group 24"/>
          <p:cNvGrpSpPr>
            <a:grpSpLocks/>
          </p:cNvGrpSpPr>
          <p:nvPr/>
        </p:nvGrpSpPr>
        <p:grpSpPr bwMode="auto">
          <a:xfrm>
            <a:off x="2986088" y="1306513"/>
            <a:ext cx="446087" cy="534987"/>
            <a:chOff x="868" y="1439"/>
            <a:chExt cx="811" cy="972"/>
          </a:xfrm>
        </p:grpSpPr>
        <p:sp>
          <p:nvSpPr>
            <p:cNvPr id="149515" name="Freeform 25"/>
            <p:cNvSpPr>
              <a:spLocks/>
            </p:cNvSpPr>
            <p:nvPr/>
          </p:nvSpPr>
          <p:spPr bwMode="auto">
            <a:xfrm>
              <a:off x="1548" y="2014"/>
              <a:ext cx="123" cy="100"/>
            </a:xfrm>
            <a:custGeom>
              <a:avLst/>
              <a:gdLst>
                <a:gd name="T0" fmla="*/ 5 w 618"/>
                <a:gd name="T1" fmla="*/ 0 h 502"/>
                <a:gd name="T2" fmla="*/ 5 w 618"/>
                <a:gd name="T3" fmla="*/ 0 h 502"/>
                <a:gd name="T4" fmla="*/ 0 w 618"/>
                <a:gd name="T5" fmla="*/ 4 h 502"/>
                <a:gd name="T6" fmla="*/ 0 w 618"/>
                <a:gd name="T7" fmla="*/ 4 h 502"/>
                <a:gd name="T8" fmla="*/ 5 w 618"/>
                <a:gd name="T9" fmla="*/ 0 h 502"/>
                <a:gd name="T10" fmla="*/ 5 w 618"/>
                <a:gd name="T11" fmla="*/ 0 h 502"/>
                <a:gd name="T12" fmla="*/ 5 w 618"/>
                <a:gd name="T13" fmla="*/ 0 h 502"/>
                <a:gd name="T14" fmla="*/ 5 w 618"/>
                <a:gd name="T15" fmla="*/ 0 h 502"/>
                <a:gd name="T16" fmla="*/ 5 w 618"/>
                <a:gd name="T17" fmla="*/ 0 h 502"/>
                <a:gd name="T18" fmla="*/ 5 w 618"/>
                <a:gd name="T19" fmla="*/ 0 h 502"/>
                <a:gd name="T20" fmla="*/ 5 w 618"/>
                <a:gd name="T21" fmla="*/ 0 h 502"/>
                <a:gd name="T22" fmla="*/ 5 w 618"/>
                <a:gd name="T23" fmla="*/ 0 h 502"/>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618"/>
                <a:gd name="T37" fmla="*/ 0 h 502"/>
                <a:gd name="T38" fmla="*/ 618 w 618"/>
                <a:gd name="T39" fmla="*/ 502 h 502"/>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618" h="502">
                  <a:moveTo>
                    <a:pt x="611" y="0"/>
                  </a:moveTo>
                  <a:lnTo>
                    <a:pt x="606" y="2"/>
                  </a:lnTo>
                  <a:lnTo>
                    <a:pt x="0" y="490"/>
                  </a:lnTo>
                  <a:lnTo>
                    <a:pt x="10" y="502"/>
                  </a:lnTo>
                  <a:lnTo>
                    <a:pt x="616" y="14"/>
                  </a:lnTo>
                  <a:lnTo>
                    <a:pt x="611" y="16"/>
                  </a:lnTo>
                  <a:lnTo>
                    <a:pt x="616" y="14"/>
                  </a:lnTo>
                  <a:lnTo>
                    <a:pt x="618" y="9"/>
                  </a:lnTo>
                  <a:lnTo>
                    <a:pt x="617" y="3"/>
                  </a:lnTo>
                  <a:lnTo>
                    <a:pt x="612" y="1"/>
                  </a:lnTo>
                  <a:lnTo>
                    <a:pt x="606" y="2"/>
                  </a:lnTo>
                  <a:lnTo>
                    <a:pt x="611"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9516" name="Freeform 26"/>
            <p:cNvSpPr>
              <a:spLocks/>
            </p:cNvSpPr>
            <p:nvPr/>
          </p:nvSpPr>
          <p:spPr bwMode="auto">
            <a:xfrm>
              <a:off x="876" y="1852"/>
              <a:ext cx="82" cy="373"/>
            </a:xfrm>
            <a:custGeom>
              <a:avLst/>
              <a:gdLst>
                <a:gd name="T0" fmla="*/ 3 w 413"/>
                <a:gd name="T1" fmla="*/ 15 h 1865"/>
                <a:gd name="T2" fmla="*/ 3 w 413"/>
                <a:gd name="T3" fmla="*/ 15 h 1865"/>
                <a:gd name="T4" fmla="*/ 0 w 413"/>
                <a:gd name="T5" fmla="*/ 0 h 1865"/>
                <a:gd name="T6" fmla="*/ 0 w 413"/>
                <a:gd name="T7" fmla="*/ 0 h 1865"/>
                <a:gd name="T8" fmla="*/ 3 w 413"/>
                <a:gd name="T9" fmla="*/ 15 h 1865"/>
                <a:gd name="T10" fmla="*/ 3 w 413"/>
                <a:gd name="T11" fmla="*/ 15 h 1865"/>
                <a:gd name="T12" fmla="*/ 3 w 413"/>
                <a:gd name="T13" fmla="*/ 15 h 1865"/>
                <a:gd name="T14" fmla="*/ 3 w 413"/>
                <a:gd name="T15" fmla="*/ 15 h 1865"/>
                <a:gd name="T16" fmla="*/ 3 w 413"/>
                <a:gd name="T17" fmla="*/ 15 h 1865"/>
                <a:gd name="T18" fmla="*/ 3 w 413"/>
                <a:gd name="T19" fmla="*/ 15 h 1865"/>
                <a:gd name="T20" fmla="*/ 3 w 413"/>
                <a:gd name="T21" fmla="*/ 15 h 1865"/>
                <a:gd name="T22" fmla="*/ 3 w 413"/>
                <a:gd name="T23" fmla="*/ 15 h 186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413"/>
                <a:gd name="T37" fmla="*/ 0 h 1865"/>
                <a:gd name="T38" fmla="*/ 413 w 413"/>
                <a:gd name="T39" fmla="*/ 1865 h 1865"/>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413" h="1865">
                  <a:moveTo>
                    <a:pt x="400" y="1864"/>
                  </a:moveTo>
                  <a:lnTo>
                    <a:pt x="413" y="1856"/>
                  </a:lnTo>
                  <a:lnTo>
                    <a:pt x="17" y="0"/>
                  </a:lnTo>
                  <a:lnTo>
                    <a:pt x="0" y="2"/>
                  </a:lnTo>
                  <a:lnTo>
                    <a:pt x="396" y="1858"/>
                  </a:lnTo>
                  <a:lnTo>
                    <a:pt x="409" y="1850"/>
                  </a:lnTo>
                  <a:lnTo>
                    <a:pt x="396" y="1858"/>
                  </a:lnTo>
                  <a:lnTo>
                    <a:pt x="400" y="1864"/>
                  </a:lnTo>
                  <a:lnTo>
                    <a:pt x="406" y="1865"/>
                  </a:lnTo>
                  <a:lnTo>
                    <a:pt x="410" y="1862"/>
                  </a:lnTo>
                  <a:lnTo>
                    <a:pt x="413" y="1856"/>
                  </a:lnTo>
                  <a:lnTo>
                    <a:pt x="400" y="186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9517" name="Freeform 27"/>
            <p:cNvSpPr>
              <a:spLocks/>
            </p:cNvSpPr>
            <p:nvPr/>
          </p:nvSpPr>
          <p:spPr bwMode="auto">
            <a:xfrm>
              <a:off x="1282" y="1533"/>
              <a:ext cx="35" cy="161"/>
            </a:xfrm>
            <a:custGeom>
              <a:avLst/>
              <a:gdLst>
                <a:gd name="T0" fmla="*/ 1 w 175"/>
                <a:gd name="T1" fmla="*/ 6 h 807"/>
                <a:gd name="T2" fmla="*/ 1 w 175"/>
                <a:gd name="T3" fmla="*/ 6 h 807"/>
                <a:gd name="T4" fmla="*/ 1 w 175"/>
                <a:gd name="T5" fmla="*/ 6 h 807"/>
                <a:gd name="T6" fmla="*/ 1 w 175"/>
                <a:gd name="T7" fmla="*/ 5 h 807"/>
                <a:gd name="T8" fmla="*/ 1 w 175"/>
                <a:gd name="T9" fmla="*/ 5 h 807"/>
                <a:gd name="T10" fmla="*/ 1 w 175"/>
                <a:gd name="T11" fmla="*/ 5 h 807"/>
                <a:gd name="T12" fmla="*/ 1 w 175"/>
                <a:gd name="T13" fmla="*/ 4 h 807"/>
                <a:gd name="T14" fmla="*/ 1 w 175"/>
                <a:gd name="T15" fmla="*/ 4 h 807"/>
                <a:gd name="T16" fmla="*/ 1 w 175"/>
                <a:gd name="T17" fmla="*/ 3 h 807"/>
                <a:gd name="T18" fmla="*/ 1 w 175"/>
                <a:gd name="T19" fmla="*/ 3 h 807"/>
                <a:gd name="T20" fmla="*/ 1 w 175"/>
                <a:gd name="T21" fmla="*/ 3 h 807"/>
                <a:gd name="T22" fmla="*/ 1 w 175"/>
                <a:gd name="T23" fmla="*/ 2 h 807"/>
                <a:gd name="T24" fmla="*/ 1 w 175"/>
                <a:gd name="T25" fmla="*/ 2 h 807"/>
                <a:gd name="T26" fmla="*/ 1 w 175"/>
                <a:gd name="T27" fmla="*/ 2 h 807"/>
                <a:gd name="T28" fmla="*/ 1 w 175"/>
                <a:gd name="T29" fmla="*/ 1 h 807"/>
                <a:gd name="T30" fmla="*/ 1 w 175"/>
                <a:gd name="T31" fmla="*/ 1 h 807"/>
                <a:gd name="T32" fmla="*/ 1 w 175"/>
                <a:gd name="T33" fmla="*/ 1 h 807"/>
                <a:gd name="T34" fmla="*/ 1 w 175"/>
                <a:gd name="T35" fmla="*/ 0 h 807"/>
                <a:gd name="T36" fmla="*/ 1 w 175"/>
                <a:gd name="T37" fmla="*/ 0 h 807"/>
                <a:gd name="T38" fmla="*/ 1 w 175"/>
                <a:gd name="T39" fmla="*/ 0 h 807"/>
                <a:gd name="T40" fmla="*/ 0 w 175"/>
                <a:gd name="T41" fmla="*/ 1 h 807"/>
                <a:gd name="T42" fmla="*/ 0 w 175"/>
                <a:gd name="T43" fmla="*/ 1 h 807"/>
                <a:gd name="T44" fmla="*/ 0 w 175"/>
                <a:gd name="T45" fmla="*/ 1 h 807"/>
                <a:gd name="T46" fmla="*/ 0 w 175"/>
                <a:gd name="T47" fmla="*/ 2 h 807"/>
                <a:gd name="T48" fmla="*/ 0 w 175"/>
                <a:gd name="T49" fmla="*/ 2 h 807"/>
                <a:gd name="T50" fmla="*/ 0 w 175"/>
                <a:gd name="T51" fmla="*/ 3 h 807"/>
                <a:gd name="T52" fmla="*/ 0 w 175"/>
                <a:gd name="T53" fmla="*/ 3 h 807"/>
                <a:gd name="T54" fmla="*/ 0 w 175"/>
                <a:gd name="T55" fmla="*/ 3 h 807"/>
                <a:gd name="T56" fmla="*/ 0 w 175"/>
                <a:gd name="T57" fmla="*/ 4 h 807"/>
                <a:gd name="T58" fmla="*/ 0 w 175"/>
                <a:gd name="T59" fmla="*/ 4 h 807"/>
                <a:gd name="T60" fmla="*/ 0 w 175"/>
                <a:gd name="T61" fmla="*/ 5 h 807"/>
                <a:gd name="T62" fmla="*/ 0 w 175"/>
                <a:gd name="T63" fmla="*/ 5 h 807"/>
                <a:gd name="T64" fmla="*/ 0 w 175"/>
                <a:gd name="T65" fmla="*/ 5 h 807"/>
                <a:gd name="T66" fmla="*/ 1 w 175"/>
                <a:gd name="T67" fmla="*/ 6 h 807"/>
                <a:gd name="T68" fmla="*/ 1 w 175"/>
                <a:gd name="T69" fmla="*/ 6 h 807"/>
                <a:gd name="T70" fmla="*/ 1 w 175"/>
                <a:gd name="T71" fmla="*/ 6 h 807"/>
                <a:gd name="T72" fmla="*/ 1 w 175"/>
                <a:gd name="T73" fmla="*/ 6 h 807"/>
                <a:gd name="T74" fmla="*/ 1 w 175"/>
                <a:gd name="T75" fmla="*/ 6 h 807"/>
                <a:gd name="T76" fmla="*/ 1 w 175"/>
                <a:gd name="T77" fmla="*/ 6 h 807"/>
                <a:gd name="T78" fmla="*/ 1 w 175"/>
                <a:gd name="T79" fmla="*/ 6 h 807"/>
                <a:gd name="T80" fmla="*/ 1 w 175"/>
                <a:gd name="T81" fmla="*/ 6 h 807"/>
                <a:gd name="T82" fmla="*/ 1 w 175"/>
                <a:gd name="T83" fmla="*/ 6 h 807"/>
                <a:gd name="T84" fmla="*/ 1 w 175"/>
                <a:gd name="T85" fmla="*/ 6 h 807"/>
                <a:gd name="T86" fmla="*/ 1 w 175"/>
                <a:gd name="T87" fmla="*/ 6 h 807"/>
                <a:gd name="T88" fmla="*/ 1 w 175"/>
                <a:gd name="T89" fmla="*/ 6 h 807"/>
                <a:gd name="T90" fmla="*/ 1 w 175"/>
                <a:gd name="T91" fmla="*/ 6 h 80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175"/>
                <a:gd name="T139" fmla="*/ 0 h 807"/>
                <a:gd name="T140" fmla="*/ 175 w 175"/>
                <a:gd name="T141" fmla="*/ 807 h 80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175" h="807">
                  <a:moveTo>
                    <a:pt x="169" y="740"/>
                  </a:moveTo>
                  <a:lnTo>
                    <a:pt x="169" y="739"/>
                  </a:lnTo>
                  <a:lnTo>
                    <a:pt x="149" y="698"/>
                  </a:lnTo>
                  <a:lnTo>
                    <a:pt x="133" y="656"/>
                  </a:lnTo>
                  <a:lnTo>
                    <a:pt x="120" y="611"/>
                  </a:lnTo>
                  <a:lnTo>
                    <a:pt x="108" y="565"/>
                  </a:lnTo>
                  <a:lnTo>
                    <a:pt x="100" y="520"/>
                  </a:lnTo>
                  <a:lnTo>
                    <a:pt x="96" y="472"/>
                  </a:lnTo>
                  <a:lnTo>
                    <a:pt x="93" y="425"/>
                  </a:lnTo>
                  <a:lnTo>
                    <a:pt x="93" y="377"/>
                  </a:lnTo>
                  <a:lnTo>
                    <a:pt x="96" y="330"/>
                  </a:lnTo>
                  <a:lnTo>
                    <a:pt x="100" y="283"/>
                  </a:lnTo>
                  <a:lnTo>
                    <a:pt x="106" y="238"/>
                  </a:lnTo>
                  <a:lnTo>
                    <a:pt x="115" y="195"/>
                  </a:lnTo>
                  <a:lnTo>
                    <a:pt x="126" y="153"/>
                  </a:lnTo>
                  <a:lnTo>
                    <a:pt x="139" y="114"/>
                  </a:lnTo>
                  <a:lnTo>
                    <a:pt x="153" y="77"/>
                  </a:lnTo>
                  <a:lnTo>
                    <a:pt x="169" y="43"/>
                  </a:lnTo>
                  <a:lnTo>
                    <a:pt x="87" y="0"/>
                  </a:lnTo>
                  <a:lnTo>
                    <a:pt x="69" y="39"/>
                  </a:lnTo>
                  <a:lnTo>
                    <a:pt x="52" y="81"/>
                  </a:lnTo>
                  <a:lnTo>
                    <a:pt x="37" y="127"/>
                  </a:lnTo>
                  <a:lnTo>
                    <a:pt x="24" y="174"/>
                  </a:lnTo>
                  <a:lnTo>
                    <a:pt x="15" y="222"/>
                  </a:lnTo>
                  <a:lnTo>
                    <a:pt x="7" y="271"/>
                  </a:lnTo>
                  <a:lnTo>
                    <a:pt x="2" y="323"/>
                  </a:lnTo>
                  <a:lnTo>
                    <a:pt x="0" y="374"/>
                  </a:lnTo>
                  <a:lnTo>
                    <a:pt x="0" y="427"/>
                  </a:lnTo>
                  <a:lnTo>
                    <a:pt x="2" y="479"/>
                  </a:lnTo>
                  <a:lnTo>
                    <a:pt x="9" y="531"/>
                  </a:lnTo>
                  <a:lnTo>
                    <a:pt x="17" y="584"/>
                  </a:lnTo>
                  <a:lnTo>
                    <a:pt x="29" y="635"/>
                  </a:lnTo>
                  <a:lnTo>
                    <a:pt x="44" y="686"/>
                  </a:lnTo>
                  <a:lnTo>
                    <a:pt x="65" y="736"/>
                  </a:lnTo>
                  <a:lnTo>
                    <a:pt x="87" y="784"/>
                  </a:lnTo>
                  <a:lnTo>
                    <a:pt x="87" y="782"/>
                  </a:lnTo>
                  <a:lnTo>
                    <a:pt x="87" y="784"/>
                  </a:lnTo>
                  <a:lnTo>
                    <a:pt x="100" y="799"/>
                  </a:lnTo>
                  <a:lnTo>
                    <a:pt x="117" y="807"/>
                  </a:lnTo>
                  <a:lnTo>
                    <a:pt x="134" y="807"/>
                  </a:lnTo>
                  <a:lnTo>
                    <a:pt x="151" y="801"/>
                  </a:lnTo>
                  <a:lnTo>
                    <a:pt x="164" y="791"/>
                  </a:lnTo>
                  <a:lnTo>
                    <a:pt x="173" y="777"/>
                  </a:lnTo>
                  <a:lnTo>
                    <a:pt x="175" y="759"/>
                  </a:lnTo>
                  <a:lnTo>
                    <a:pt x="169" y="739"/>
                  </a:lnTo>
                  <a:lnTo>
                    <a:pt x="169" y="74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9518" name="Freeform 28"/>
            <p:cNvSpPr>
              <a:spLocks/>
            </p:cNvSpPr>
            <p:nvPr/>
          </p:nvSpPr>
          <p:spPr bwMode="auto">
            <a:xfrm>
              <a:off x="1299" y="1681"/>
              <a:ext cx="157" cy="281"/>
            </a:xfrm>
            <a:custGeom>
              <a:avLst/>
              <a:gdLst>
                <a:gd name="T0" fmla="*/ 6 w 787"/>
                <a:gd name="T1" fmla="*/ 11 h 1404"/>
                <a:gd name="T2" fmla="*/ 6 w 787"/>
                <a:gd name="T3" fmla="*/ 11 h 1404"/>
                <a:gd name="T4" fmla="*/ 1 w 787"/>
                <a:gd name="T5" fmla="*/ 0 h 1404"/>
                <a:gd name="T6" fmla="*/ 0 w 787"/>
                <a:gd name="T7" fmla="*/ 0 h 1404"/>
                <a:gd name="T8" fmla="*/ 6 w 787"/>
                <a:gd name="T9" fmla="*/ 11 h 1404"/>
                <a:gd name="T10" fmla="*/ 6 w 787"/>
                <a:gd name="T11" fmla="*/ 11 h 1404"/>
                <a:gd name="T12" fmla="*/ 6 w 787"/>
                <a:gd name="T13" fmla="*/ 11 h 1404"/>
                <a:gd name="T14" fmla="*/ 6 w 787"/>
                <a:gd name="T15" fmla="*/ 11 h 1404"/>
                <a:gd name="T16" fmla="*/ 6 w 787"/>
                <a:gd name="T17" fmla="*/ 11 h 1404"/>
                <a:gd name="T18" fmla="*/ 6 w 787"/>
                <a:gd name="T19" fmla="*/ 11 h 1404"/>
                <a:gd name="T20" fmla="*/ 6 w 787"/>
                <a:gd name="T21" fmla="*/ 11 h 1404"/>
                <a:gd name="T22" fmla="*/ 6 w 787"/>
                <a:gd name="T23" fmla="*/ 11 h 1404"/>
                <a:gd name="T24" fmla="*/ 6 w 787"/>
                <a:gd name="T25" fmla="*/ 11 h 1404"/>
                <a:gd name="T26" fmla="*/ 6 w 787"/>
                <a:gd name="T27" fmla="*/ 11 h 1404"/>
                <a:gd name="T28" fmla="*/ 6 w 787"/>
                <a:gd name="T29" fmla="*/ 11 h 1404"/>
                <a:gd name="T30" fmla="*/ 6 w 787"/>
                <a:gd name="T31" fmla="*/ 11 h 1404"/>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787"/>
                <a:gd name="T49" fmla="*/ 0 h 1404"/>
                <a:gd name="T50" fmla="*/ 787 w 787"/>
                <a:gd name="T51" fmla="*/ 1404 h 1404"/>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787" h="1404">
                  <a:moveTo>
                    <a:pt x="781" y="1334"/>
                  </a:moveTo>
                  <a:lnTo>
                    <a:pt x="781" y="1337"/>
                  </a:lnTo>
                  <a:lnTo>
                    <a:pt x="82" y="0"/>
                  </a:lnTo>
                  <a:lnTo>
                    <a:pt x="0" y="42"/>
                  </a:lnTo>
                  <a:lnTo>
                    <a:pt x="699" y="1379"/>
                  </a:lnTo>
                  <a:lnTo>
                    <a:pt x="699" y="1381"/>
                  </a:lnTo>
                  <a:lnTo>
                    <a:pt x="699" y="1379"/>
                  </a:lnTo>
                  <a:lnTo>
                    <a:pt x="712" y="1395"/>
                  </a:lnTo>
                  <a:lnTo>
                    <a:pt x="727" y="1402"/>
                  </a:lnTo>
                  <a:lnTo>
                    <a:pt x="744" y="1404"/>
                  </a:lnTo>
                  <a:lnTo>
                    <a:pt x="761" y="1398"/>
                  </a:lnTo>
                  <a:lnTo>
                    <a:pt x="775" y="1388"/>
                  </a:lnTo>
                  <a:lnTo>
                    <a:pt x="784" y="1373"/>
                  </a:lnTo>
                  <a:lnTo>
                    <a:pt x="787" y="1357"/>
                  </a:lnTo>
                  <a:lnTo>
                    <a:pt x="781" y="1337"/>
                  </a:lnTo>
                  <a:lnTo>
                    <a:pt x="781" y="13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9519" name="Freeform 29"/>
            <p:cNvSpPr>
              <a:spLocks/>
            </p:cNvSpPr>
            <p:nvPr/>
          </p:nvSpPr>
          <p:spPr bwMode="auto">
            <a:xfrm>
              <a:off x="1439" y="1948"/>
              <a:ext cx="125" cy="76"/>
            </a:xfrm>
            <a:custGeom>
              <a:avLst/>
              <a:gdLst>
                <a:gd name="T0" fmla="*/ 5 w 628"/>
                <a:gd name="T1" fmla="*/ 2 h 383"/>
                <a:gd name="T2" fmla="*/ 5 w 628"/>
                <a:gd name="T3" fmla="*/ 2 h 383"/>
                <a:gd name="T4" fmla="*/ 4 w 628"/>
                <a:gd name="T5" fmla="*/ 2 h 383"/>
                <a:gd name="T6" fmla="*/ 4 w 628"/>
                <a:gd name="T7" fmla="*/ 2 h 383"/>
                <a:gd name="T8" fmla="*/ 4 w 628"/>
                <a:gd name="T9" fmla="*/ 2 h 383"/>
                <a:gd name="T10" fmla="*/ 3 w 628"/>
                <a:gd name="T11" fmla="*/ 2 h 383"/>
                <a:gd name="T12" fmla="*/ 3 w 628"/>
                <a:gd name="T13" fmla="*/ 2 h 383"/>
                <a:gd name="T14" fmla="*/ 3 w 628"/>
                <a:gd name="T15" fmla="*/ 2 h 383"/>
                <a:gd name="T16" fmla="*/ 3 w 628"/>
                <a:gd name="T17" fmla="*/ 2 h 383"/>
                <a:gd name="T18" fmla="*/ 2 w 628"/>
                <a:gd name="T19" fmla="*/ 2 h 383"/>
                <a:gd name="T20" fmla="*/ 2 w 628"/>
                <a:gd name="T21" fmla="*/ 2 h 383"/>
                <a:gd name="T22" fmla="*/ 2 w 628"/>
                <a:gd name="T23" fmla="*/ 1 h 383"/>
                <a:gd name="T24" fmla="*/ 2 w 628"/>
                <a:gd name="T25" fmla="*/ 1 h 383"/>
                <a:gd name="T26" fmla="*/ 1 w 628"/>
                <a:gd name="T27" fmla="*/ 1 h 383"/>
                <a:gd name="T28" fmla="*/ 1 w 628"/>
                <a:gd name="T29" fmla="*/ 1 h 383"/>
                <a:gd name="T30" fmla="*/ 1 w 628"/>
                <a:gd name="T31" fmla="*/ 1 h 383"/>
                <a:gd name="T32" fmla="*/ 1 w 628"/>
                <a:gd name="T33" fmla="*/ 0 h 383"/>
                <a:gd name="T34" fmla="*/ 1 w 628"/>
                <a:gd name="T35" fmla="*/ 0 h 383"/>
                <a:gd name="T36" fmla="*/ 0 w 628"/>
                <a:gd name="T37" fmla="*/ 0 h 383"/>
                <a:gd name="T38" fmla="*/ 0 w 628"/>
                <a:gd name="T39" fmla="*/ 1 h 383"/>
                <a:gd name="T40" fmla="*/ 0 w 628"/>
                <a:gd name="T41" fmla="*/ 1 h 383"/>
                <a:gd name="T42" fmla="*/ 1 w 628"/>
                <a:gd name="T43" fmla="*/ 1 h 383"/>
                <a:gd name="T44" fmla="*/ 1 w 628"/>
                <a:gd name="T45" fmla="*/ 1 h 383"/>
                <a:gd name="T46" fmla="*/ 1 w 628"/>
                <a:gd name="T47" fmla="*/ 2 h 383"/>
                <a:gd name="T48" fmla="*/ 1 w 628"/>
                <a:gd name="T49" fmla="*/ 2 h 383"/>
                <a:gd name="T50" fmla="*/ 2 w 628"/>
                <a:gd name="T51" fmla="*/ 2 h 383"/>
                <a:gd name="T52" fmla="*/ 2 w 628"/>
                <a:gd name="T53" fmla="*/ 2 h 383"/>
                <a:gd name="T54" fmla="*/ 2 w 628"/>
                <a:gd name="T55" fmla="*/ 2 h 383"/>
                <a:gd name="T56" fmla="*/ 3 w 628"/>
                <a:gd name="T57" fmla="*/ 3 h 383"/>
                <a:gd name="T58" fmla="*/ 3 w 628"/>
                <a:gd name="T59" fmla="*/ 3 h 383"/>
                <a:gd name="T60" fmla="*/ 3 w 628"/>
                <a:gd name="T61" fmla="*/ 3 h 383"/>
                <a:gd name="T62" fmla="*/ 4 w 628"/>
                <a:gd name="T63" fmla="*/ 3 h 383"/>
                <a:gd name="T64" fmla="*/ 4 w 628"/>
                <a:gd name="T65" fmla="*/ 3 h 383"/>
                <a:gd name="T66" fmla="*/ 4 w 628"/>
                <a:gd name="T67" fmla="*/ 3 h 383"/>
                <a:gd name="T68" fmla="*/ 5 w 628"/>
                <a:gd name="T69" fmla="*/ 3 h 383"/>
                <a:gd name="T70" fmla="*/ 5 w 628"/>
                <a:gd name="T71" fmla="*/ 3 h 383"/>
                <a:gd name="T72" fmla="*/ 5 w 628"/>
                <a:gd name="T73" fmla="*/ 3 h 383"/>
                <a:gd name="T74" fmla="*/ 5 w 628"/>
                <a:gd name="T75" fmla="*/ 3 h 383"/>
                <a:gd name="T76" fmla="*/ 5 w 628"/>
                <a:gd name="T77" fmla="*/ 3 h 383"/>
                <a:gd name="T78" fmla="*/ 5 w 628"/>
                <a:gd name="T79" fmla="*/ 3 h 383"/>
                <a:gd name="T80" fmla="*/ 5 w 628"/>
                <a:gd name="T81" fmla="*/ 3 h 383"/>
                <a:gd name="T82" fmla="*/ 5 w 628"/>
                <a:gd name="T83" fmla="*/ 3 h 383"/>
                <a:gd name="T84" fmla="*/ 5 w 628"/>
                <a:gd name="T85" fmla="*/ 2 h 383"/>
                <a:gd name="T86" fmla="*/ 5 w 628"/>
                <a:gd name="T87" fmla="*/ 2 h 383"/>
                <a:gd name="T88" fmla="*/ 5 w 628"/>
                <a:gd name="T89" fmla="*/ 2 h 383"/>
                <a:gd name="T90" fmla="*/ 5 w 628"/>
                <a:gd name="T91" fmla="*/ 2 h 38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628"/>
                <a:gd name="T139" fmla="*/ 0 h 383"/>
                <a:gd name="T140" fmla="*/ 628 w 628"/>
                <a:gd name="T141" fmla="*/ 383 h 38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628" h="383">
                  <a:moveTo>
                    <a:pt x="581" y="289"/>
                  </a:moveTo>
                  <a:lnTo>
                    <a:pt x="582" y="289"/>
                  </a:lnTo>
                  <a:lnTo>
                    <a:pt x="541" y="287"/>
                  </a:lnTo>
                  <a:lnTo>
                    <a:pt x="500" y="283"/>
                  </a:lnTo>
                  <a:lnTo>
                    <a:pt x="462" y="276"/>
                  </a:lnTo>
                  <a:lnTo>
                    <a:pt x="424" y="268"/>
                  </a:lnTo>
                  <a:lnTo>
                    <a:pt x="389" y="255"/>
                  </a:lnTo>
                  <a:lnTo>
                    <a:pt x="352" y="242"/>
                  </a:lnTo>
                  <a:lnTo>
                    <a:pt x="320" y="227"/>
                  </a:lnTo>
                  <a:lnTo>
                    <a:pt x="287" y="209"/>
                  </a:lnTo>
                  <a:lnTo>
                    <a:pt x="255" y="189"/>
                  </a:lnTo>
                  <a:lnTo>
                    <a:pt x="226" y="168"/>
                  </a:lnTo>
                  <a:lnTo>
                    <a:pt x="198" y="145"/>
                  </a:lnTo>
                  <a:lnTo>
                    <a:pt x="172" y="119"/>
                  </a:lnTo>
                  <a:lnTo>
                    <a:pt x="146" y="92"/>
                  </a:lnTo>
                  <a:lnTo>
                    <a:pt x="122" y="64"/>
                  </a:lnTo>
                  <a:lnTo>
                    <a:pt x="100" y="33"/>
                  </a:lnTo>
                  <a:lnTo>
                    <a:pt x="82" y="0"/>
                  </a:lnTo>
                  <a:lnTo>
                    <a:pt x="0" y="47"/>
                  </a:lnTo>
                  <a:lnTo>
                    <a:pt x="23" y="85"/>
                  </a:lnTo>
                  <a:lnTo>
                    <a:pt x="49" y="120"/>
                  </a:lnTo>
                  <a:lnTo>
                    <a:pt x="76" y="153"/>
                  </a:lnTo>
                  <a:lnTo>
                    <a:pt x="104" y="185"/>
                  </a:lnTo>
                  <a:lnTo>
                    <a:pt x="137" y="215"/>
                  </a:lnTo>
                  <a:lnTo>
                    <a:pt x="170" y="241"/>
                  </a:lnTo>
                  <a:lnTo>
                    <a:pt x="204" y="267"/>
                  </a:lnTo>
                  <a:lnTo>
                    <a:pt x="240" y="289"/>
                  </a:lnTo>
                  <a:lnTo>
                    <a:pt x="277" y="309"/>
                  </a:lnTo>
                  <a:lnTo>
                    <a:pt x="317" y="329"/>
                  </a:lnTo>
                  <a:lnTo>
                    <a:pt x="358" y="344"/>
                  </a:lnTo>
                  <a:lnTo>
                    <a:pt x="400" y="357"/>
                  </a:lnTo>
                  <a:lnTo>
                    <a:pt x="444" y="367"/>
                  </a:lnTo>
                  <a:lnTo>
                    <a:pt x="488" y="374"/>
                  </a:lnTo>
                  <a:lnTo>
                    <a:pt x="534" y="380"/>
                  </a:lnTo>
                  <a:lnTo>
                    <a:pt x="580" y="383"/>
                  </a:lnTo>
                  <a:lnTo>
                    <a:pt x="581" y="383"/>
                  </a:lnTo>
                  <a:lnTo>
                    <a:pt x="580" y="383"/>
                  </a:lnTo>
                  <a:lnTo>
                    <a:pt x="600" y="379"/>
                  </a:lnTo>
                  <a:lnTo>
                    <a:pt x="615" y="369"/>
                  </a:lnTo>
                  <a:lnTo>
                    <a:pt x="624" y="353"/>
                  </a:lnTo>
                  <a:lnTo>
                    <a:pt x="628" y="337"/>
                  </a:lnTo>
                  <a:lnTo>
                    <a:pt x="625" y="319"/>
                  </a:lnTo>
                  <a:lnTo>
                    <a:pt x="617" y="304"/>
                  </a:lnTo>
                  <a:lnTo>
                    <a:pt x="602" y="294"/>
                  </a:lnTo>
                  <a:lnTo>
                    <a:pt x="582" y="289"/>
                  </a:lnTo>
                  <a:lnTo>
                    <a:pt x="581" y="28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9520" name="Freeform 30"/>
            <p:cNvSpPr>
              <a:spLocks/>
            </p:cNvSpPr>
            <p:nvPr/>
          </p:nvSpPr>
          <p:spPr bwMode="auto">
            <a:xfrm>
              <a:off x="1587" y="1880"/>
              <a:ext cx="85" cy="49"/>
            </a:xfrm>
            <a:custGeom>
              <a:avLst/>
              <a:gdLst>
                <a:gd name="T0" fmla="*/ 3 w 426"/>
                <a:gd name="T1" fmla="*/ 0 h 245"/>
                <a:gd name="T2" fmla="*/ 3 w 426"/>
                <a:gd name="T3" fmla="*/ 0 h 245"/>
                <a:gd name="T4" fmla="*/ 3 w 426"/>
                <a:gd name="T5" fmla="*/ 0 h 245"/>
                <a:gd name="T6" fmla="*/ 3 w 426"/>
                <a:gd name="T7" fmla="*/ 0 h 245"/>
                <a:gd name="T8" fmla="*/ 2 w 426"/>
                <a:gd name="T9" fmla="*/ 0 h 245"/>
                <a:gd name="T10" fmla="*/ 2 w 426"/>
                <a:gd name="T11" fmla="*/ 0 h 245"/>
                <a:gd name="T12" fmla="*/ 2 w 426"/>
                <a:gd name="T13" fmla="*/ 0 h 245"/>
                <a:gd name="T14" fmla="*/ 2 w 426"/>
                <a:gd name="T15" fmla="*/ 0 h 245"/>
                <a:gd name="T16" fmla="*/ 1 w 426"/>
                <a:gd name="T17" fmla="*/ 0 h 245"/>
                <a:gd name="T18" fmla="*/ 1 w 426"/>
                <a:gd name="T19" fmla="*/ 1 h 245"/>
                <a:gd name="T20" fmla="*/ 1 w 426"/>
                <a:gd name="T21" fmla="*/ 1 h 245"/>
                <a:gd name="T22" fmla="*/ 1 w 426"/>
                <a:gd name="T23" fmla="*/ 1 h 245"/>
                <a:gd name="T24" fmla="*/ 0 w 426"/>
                <a:gd name="T25" fmla="*/ 1 h 245"/>
                <a:gd name="T26" fmla="*/ 0 w 426"/>
                <a:gd name="T27" fmla="*/ 1 h 245"/>
                <a:gd name="T28" fmla="*/ 0 w 426"/>
                <a:gd name="T29" fmla="*/ 1 h 245"/>
                <a:gd name="T30" fmla="*/ 0 w 426"/>
                <a:gd name="T31" fmla="*/ 2 h 245"/>
                <a:gd name="T32" fmla="*/ 0 w 426"/>
                <a:gd name="T33" fmla="*/ 2 h 245"/>
                <a:gd name="T34" fmla="*/ 0 w 426"/>
                <a:gd name="T35" fmla="*/ 2 h 245"/>
                <a:gd name="T36" fmla="*/ 0 w 426"/>
                <a:gd name="T37" fmla="*/ 2 h 245"/>
                <a:gd name="T38" fmla="*/ 0 w 426"/>
                <a:gd name="T39" fmla="*/ 2 h 245"/>
                <a:gd name="T40" fmla="*/ 0 w 426"/>
                <a:gd name="T41" fmla="*/ 2 h 245"/>
                <a:gd name="T42" fmla="*/ 0 w 426"/>
                <a:gd name="T43" fmla="*/ 1 h 245"/>
                <a:gd name="T44" fmla="*/ 0 w 426"/>
                <a:gd name="T45" fmla="*/ 1 h 245"/>
                <a:gd name="T46" fmla="*/ 0 w 426"/>
                <a:gd name="T47" fmla="*/ 1 h 245"/>
                <a:gd name="T48" fmla="*/ 1 w 426"/>
                <a:gd name="T49" fmla="*/ 1 h 245"/>
                <a:gd name="T50" fmla="*/ 1 w 426"/>
                <a:gd name="T51" fmla="*/ 1 h 245"/>
                <a:gd name="T52" fmla="*/ 1 w 426"/>
                <a:gd name="T53" fmla="*/ 1 h 245"/>
                <a:gd name="T54" fmla="*/ 1 w 426"/>
                <a:gd name="T55" fmla="*/ 1 h 245"/>
                <a:gd name="T56" fmla="*/ 2 w 426"/>
                <a:gd name="T57" fmla="*/ 0 h 245"/>
                <a:gd name="T58" fmla="*/ 2 w 426"/>
                <a:gd name="T59" fmla="*/ 0 h 245"/>
                <a:gd name="T60" fmla="*/ 2 w 426"/>
                <a:gd name="T61" fmla="*/ 0 h 245"/>
                <a:gd name="T62" fmla="*/ 2 w 426"/>
                <a:gd name="T63" fmla="*/ 0 h 245"/>
                <a:gd name="T64" fmla="*/ 3 w 426"/>
                <a:gd name="T65" fmla="*/ 0 h 245"/>
                <a:gd name="T66" fmla="*/ 3 w 426"/>
                <a:gd name="T67" fmla="*/ 0 h 245"/>
                <a:gd name="T68" fmla="*/ 3 w 426"/>
                <a:gd name="T69" fmla="*/ 0 h 245"/>
                <a:gd name="T70" fmla="*/ 3 w 426"/>
                <a:gd name="T71" fmla="*/ 0 h 245"/>
                <a:gd name="T72" fmla="*/ 3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426" y="0"/>
                  </a:moveTo>
                  <a:lnTo>
                    <a:pt x="426" y="0"/>
                  </a:lnTo>
                  <a:lnTo>
                    <a:pt x="384" y="1"/>
                  </a:lnTo>
                  <a:lnTo>
                    <a:pt x="340" y="4"/>
                  </a:lnTo>
                  <a:lnTo>
                    <a:pt x="300" y="10"/>
                  </a:lnTo>
                  <a:lnTo>
                    <a:pt x="262" y="18"/>
                  </a:lnTo>
                  <a:lnTo>
                    <a:pt x="224" y="29"/>
                  </a:lnTo>
                  <a:lnTo>
                    <a:pt x="189" y="41"/>
                  </a:lnTo>
                  <a:lnTo>
                    <a:pt x="157" y="55"/>
                  </a:lnTo>
                  <a:lnTo>
                    <a:pt x="126" y="70"/>
                  </a:lnTo>
                  <a:lnTo>
                    <a:pt x="99" y="89"/>
                  </a:lnTo>
                  <a:lnTo>
                    <a:pt x="74" y="106"/>
                  </a:lnTo>
                  <a:lnTo>
                    <a:pt x="52" y="126"/>
                  </a:lnTo>
                  <a:lnTo>
                    <a:pt x="34" y="148"/>
                  </a:lnTo>
                  <a:lnTo>
                    <a:pt x="19" y="171"/>
                  </a:lnTo>
                  <a:lnTo>
                    <a:pt x="9" y="194"/>
                  </a:lnTo>
                  <a:lnTo>
                    <a:pt x="3" y="219"/>
                  </a:lnTo>
                  <a:lnTo>
                    <a:pt x="0" y="245"/>
                  </a:lnTo>
                  <a:lnTo>
                    <a:pt x="12" y="245"/>
                  </a:lnTo>
                  <a:lnTo>
                    <a:pt x="15" y="221"/>
                  </a:lnTo>
                  <a:lnTo>
                    <a:pt x="20" y="199"/>
                  </a:lnTo>
                  <a:lnTo>
                    <a:pt x="31" y="178"/>
                  </a:lnTo>
                  <a:lnTo>
                    <a:pt x="44" y="156"/>
                  </a:lnTo>
                  <a:lnTo>
                    <a:pt x="61" y="136"/>
                  </a:lnTo>
                  <a:lnTo>
                    <a:pt x="81" y="116"/>
                  </a:lnTo>
                  <a:lnTo>
                    <a:pt x="106" y="98"/>
                  </a:lnTo>
                  <a:lnTo>
                    <a:pt x="133" y="82"/>
                  </a:lnTo>
                  <a:lnTo>
                    <a:pt x="162" y="66"/>
                  </a:lnTo>
                  <a:lnTo>
                    <a:pt x="194" y="52"/>
                  </a:lnTo>
                  <a:lnTo>
                    <a:pt x="229" y="41"/>
                  </a:lnTo>
                  <a:lnTo>
                    <a:pt x="264" y="30"/>
                  </a:lnTo>
                  <a:lnTo>
                    <a:pt x="303" y="22"/>
                  </a:lnTo>
                  <a:lnTo>
                    <a:pt x="343" y="16"/>
                  </a:lnTo>
                  <a:lnTo>
                    <a:pt x="384" y="12"/>
                  </a:lnTo>
                  <a:lnTo>
                    <a:pt x="426" y="11"/>
                  </a:lnTo>
                  <a:lnTo>
                    <a:pt x="42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9521" name="Freeform 31"/>
            <p:cNvSpPr>
              <a:spLocks/>
            </p:cNvSpPr>
            <p:nvPr/>
          </p:nvSpPr>
          <p:spPr bwMode="auto">
            <a:xfrm>
              <a:off x="1587" y="1929"/>
              <a:ext cx="85" cy="49"/>
            </a:xfrm>
            <a:custGeom>
              <a:avLst/>
              <a:gdLst>
                <a:gd name="T0" fmla="*/ 0 w 426"/>
                <a:gd name="T1" fmla="*/ 0 h 245"/>
                <a:gd name="T2" fmla="*/ 0 w 426"/>
                <a:gd name="T3" fmla="*/ 0 h 245"/>
                <a:gd name="T4" fmla="*/ 0 w 426"/>
                <a:gd name="T5" fmla="*/ 0 h 245"/>
                <a:gd name="T6" fmla="*/ 0 w 426"/>
                <a:gd name="T7" fmla="*/ 0 h 245"/>
                <a:gd name="T8" fmla="*/ 0 w 426"/>
                <a:gd name="T9" fmla="*/ 1 h 245"/>
                <a:gd name="T10" fmla="*/ 0 w 426"/>
                <a:gd name="T11" fmla="*/ 1 h 245"/>
                <a:gd name="T12" fmla="*/ 0 w 426"/>
                <a:gd name="T13" fmla="*/ 1 h 245"/>
                <a:gd name="T14" fmla="*/ 1 w 426"/>
                <a:gd name="T15" fmla="*/ 1 h 245"/>
                <a:gd name="T16" fmla="*/ 1 w 426"/>
                <a:gd name="T17" fmla="*/ 1 h 245"/>
                <a:gd name="T18" fmla="*/ 1 w 426"/>
                <a:gd name="T19" fmla="*/ 1 h 245"/>
                <a:gd name="T20" fmla="*/ 1 w 426"/>
                <a:gd name="T21" fmla="*/ 2 h 245"/>
                <a:gd name="T22" fmla="*/ 2 w 426"/>
                <a:gd name="T23" fmla="*/ 2 h 245"/>
                <a:gd name="T24" fmla="*/ 2 w 426"/>
                <a:gd name="T25" fmla="*/ 2 h 245"/>
                <a:gd name="T26" fmla="*/ 2 w 426"/>
                <a:gd name="T27" fmla="*/ 2 h 245"/>
                <a:gd name="T28" fmla="*/ 2 w 426"/>
                <a:gd name="T29" fmla="*/ 2 h 245"/>
                <a:gd name="T30" fmla="*/ 3 w 426"/>
                <a:gd name="T31" fmla="*/ 2 h 245"/>
                <a:gd name="T32" fmla="*/ 3 w 426"/>
                <a:gd name="T33" fmla="*/ 2 h 245"/>
                <a:gd name="T34" fmla="*/ 3 w 426"/>
                <a:gd name="T35" fmla="*/ 2 h 245"/>
                <a:gd name="T36" fmla="*/ 3 w 426"/>
                <a:gd name="T37" fmla="*/ 2 h 245"/>
                <a:gd name="T38" fmla="*/ 3 w 426"/>
                <a:gd name="T39" fmla="*/ 2 h 245"/>
                <a:gd name="T40" fmla="*/ 3 w 426"/>
                <a:gd name="T41" fmla="*/ 2 h 245"/>
                <a:gd name="T42" fmla="*/ 2 w 426"/>
                <a:gd name="T43" fmla="*/ 2 h 245"/>
                <a:gd name="T44" fmla="*/ 2 w 426"/>
                <a:gd name="T45" fmla="*/ 2 h 245"/>
                <a:gd name="T46" fmla="*/ 2 w 426"/>
                <a:gd name="T47" fmla="*/ 2 h 245"/>
                <a:gd name="T48" fmla="*/ 2 w 426"/>
                <a:gd name="T49" fmla="*/ 2 h 245"/>
                <a:gd name="T50" fmla="*/ 1 w 426"/>
                <a:gd name="T51" fmla="*/ 1 h 245"/>
                <a:gd name="T52" fmla="*/ 1 w 426"/>
                <a:gd name="T53" fmla="*/ 1 h 245"/>
                <a:gd name="T54" fmla="*/ 1 w 426"/>
                <a:gd name="T55" fmla="*/ 1 h 245"/>
                <a:gd name="T56" fmla="*/ 1 w 426"/>
                <a:gd name="T57" fmla="*/ 1 h 245"/>
                <a:gd name="T58" fmla="*/ 0 w 426"/>
                <a:gd name="T59" fmla="*/ 1 h 245"/>
                <a:gd name="T60" fmla="*/ 0 w 426"/>
                <a:gd name="T61" fmla="*/ 1 h 245"/>
                <a:gd name="T62" fmla="*/ 0 w 426"/>
                <a:gd name="T63" fmla="*/ 1 h 245"/>
                <a:gd name="T64" fmla="*/ 0 w 426"/>
                <a:gd name="T65" fmla="*/ 0 h 245"/>
                <a:gd name="T66" fmla="*/ 0 w 426"/>
                <a:gd name="T67" fmla="*/ 0 h 245"/>
                <a:gd name="T68" fmla="*/ 0 w 426"/>
                <a:gd name="T69" fmla="*/ 0 h 245"/>
                <a:gd name="T70" fmla="*/ 0 w 426"/>
                <a:gd name="T71" fmla="*/ 0 h 245"/>
                <a:gd name="T72" fmla="*/ 0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0" y="0"/>
                  </a:moveTo>
                  <a:lnTo>
                    <a:pt x="0" y="0"/>
                  </a:lnTo>
                  <a:lnTo>
                    <a:pt x="3" y="25"/>
                  </a:lnTo>
                  <a:lnTo>
                    <a:pt x="9" y="50"/>
                  </a:lnTo>
                  <a:lnTo>
                    <a:pt x="19" y="73"/>
                  </a:lnTo>
                  <a:lnTo>
                    <a:pt x="34" y="96"/>
                  </a:lnTo>
                  <a:lnTo>
                    <a:pt x="52" y="118"/>
                  </a:lnTo>
                  <a:lnTo>
                    <a:pt x="74" y="138"/>
                  </a:lnTo>
                  <a:lnTo>
                    <a:pt x="99" y="156"/>
                  </a:lnTo>
                  <a:lnTo>
                    <a:pt x="126" y="174"/>
                  </a:lnTo>
                  <a:lnTo>
                    <a:pt x="157" y="190"/>
                  </a:lnTo>
                  <a:lnTo>
                    <a:pt x="189" y="204"/>
                  </a:lnTo>
                  <a:lnTo>
                    <a:pt x="224" y="215"/>
                  </a:lnTo>
                  <a:lnTo>
                    <a:pt x="262" y="226"/>
                  </a:lnTo>
                  <a:lnTo>
                    <a:pt x="300" y="234"/>
                  </a:lnTo>
                  <a:lnTo>
                    <a:pt x="340" y="240"/>
                  </a:lnTo>
                  <a:lnTo>
                    <a:pt x="384" y="244"/>
                  </a:lnTo>
                  <a:lnTo>
                    <a:pt x="426" y="245"/>
                  </a:lnTo>
                  <a:lnTo>
                    <a:pt x="426" y="233"/>
                  </a:lnTo>
                  <a:lnTo>
                    <a:pt x="384" y="232"/>
                  </a:lnTo>
                  <a:lnTo>
                    <a:pt x="343" y="228"/>
                  </a:lnTo>
                  <a:lnTo>
                    <a:pt x="303" y="222"/>
                  </a:lnTo>
                  <a:lnTo>
                    <a:pt x="264" y="214"/>
                  </a:lnTo>
                  <a:lnTo>
                    <a:pt x="229" y="204"/>
                  </a:lnTo>
                  <a:lnTo>
                    <a:pt x="194" y="192"/>
                  </a:lnTo>
                  <a:lnTo>
                    <a:pt x="162" y="178"/>
                  </a:lnTo>
                  <a:lnTo>
                    <a:pt x="133" y="163"/>
                  </a:lnTo>
                  <a:lnTo>
                    <a:pt x="106" y="146"/>
                  </a:lnTo>
                  <a:lnTo>
                    <a:pt x="81" y="129"/>
                  </a:lnTo>
                  <a:lnTo>
                    <a:pt x="61" y="109"/>
                  </a:lnTo>
                  <a:lnTo>
                    <a:pt x="44" y="89"/>
                  </a:lnTo>
                  <a:lnTo>
                    <a:pt x="31" y="66"/>
                  </a:lnTo>
                  <a:lnTo>
                    <a:pt x="20" y="45"/>
                  </a:lnTo>
                  <a:lnTo>
                    <a:pt x="15" y="2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9522" name="Freeform 32"/>
            <p:cNvSpPr>
              <a:spLocks/>
            </p:cNvSpPr>
            <p:nvPr/>
          </p:nvSpPr>
          <p:spPr bwMode="auto">
            <a:xfrm>
              <a:off x="878" y="1448"/>
              <a:ext cx="792" cy="954"/>
            </a:xfrm>
            <a:custGeom>
              <a:avLst/>
              <a:gdLst>
                <a:gd name="T0" fmla="*/ 13 w 3960"/>
                <a:gd name="T1" fmla="*/ 38 h 4768"/>
                <a:gd name="T2" fmla="*/ 14 w 3960"/>
                <a:gd name="T3" fmla="*/ 38 h 4768"/>
                <a:gd name="T4" fmla="*/ 15 w 3960"/>
                <a:gd name="T5" fmla="*/ 38 h 4768"/>
                <a:gd name="T6" fmla="*/ 15 w 3960"/>
                <a:gd name="T7" fmla="*/ 38 h 4768"/>
                <a:gd name="T8" fmla="*/ 16 w 3960"/>
                <a:gd name="T9" fmla="*/ 38 h 4768"/>
                <a:gd name="T10" fmla="*/ 17 w 3960"/>
                <a:gd name="T11" fmla="*/ 38 h 4768"/>
                <a:gd name="T12" fmla="*/ 17 w 3960"/>
                <a:gd name="T13" fmla="*/ 38 h 4768"/>
                <a:gd name="T14" fmla="*/ 18 w 3960"/>
                <a:gd name="T15" fmla="*/ 38 h 4768"/>
                <a:gd name="T16" fmla="*/ 18 w 3960"/>
                <a:gd name="T17" fmla="*/ 38 h 4768"/>
                <a:gd name="T18" fmla="*/ 29 w 3960"/>
                <a:gd name="T19" fmla="*/ 30 h 4768"/>
                <a:gd name="T20" fmla="*/ 30 w 3960"/>
                <a:gd name="T21" fmla="*/ 30 h 4768"/>
                <a:gd name="T22" fmla="*/ 30 w 3960"/>
                <a:gd name="T23" fmla="*/ 29 h 4768"/>
                <a:gd name="T24" fmla="*/ 31 w 3960"/>
                <a:gd name="T25" fmla="*/ 28 h 4768"/>
                <a:gd name="T26" fmla="*/ 31 w 3960"/>
                <a:gd name="T27" fmla="*/ 28 h 4768"/>
                <a:gd name="T28" fmla="*/ 31 w 3960"/>
                <a:gd name="T29" fmla="*/ 27 h 4768"/>
                <a:gd name="T30" fmla="*/ 32 w 3960"/>
                <a:gd name="T31" fmla="*/ 26 h 4768"/>
                <a:gd name="T32" fmla="*/ 32 w 3960"/>
                <a:gd name="T33" fmla="*/ 25 h 4768"/>
                <a:gd name="T34" fmla="*/ 32 w 3960"/>
                <a:gd name="T35" fmla="*/ 11 h 4768"/>
                <a:gd name="T36" fmla="*/ 32 w 3960"/>
                <a:gd name="T37" fmla="*/ 10 h 4768"/>
                <a:gd name="T38" fmla="*/ 31 w 3960"/>
                <a:gd name="T39" fmla="*/ 9 h 4768"/>
                <a:gd name="T40" fmla="*/ 31 w 3960"/>
                <a:gd name="T41" fmla="*/ 9 h 4768"/>
                <a:gd name="T42" fmla="*/ 31 w 3960"/>
                <a:gd name="T43" fmla="*/ 8 h 4768"/>
                <a:gd name="T44" fmla="*/ 31 w 3960"/>
                <a:gd name="T45" fmla="*/ 8 h 4768"/>
                <a:gd name="T46" fmla="*/ 30 w 3960"/>
                <a:gd name="T47" fmla="*/ 7 h 4768"/>
                <a:gd name="T48" fmla="*/ 30 w 3960"/>
                <a:gd name="T49" fmla="*/ 7 h 4768"/>
                <a:gd name="T50" fmla="*/ 29 w 3960"/>
                <a:gd name="T51" fmla="*/ 6 h 4768"/>
                <a:gd name="T52" fmla="*/ 19 w 3960"/>
                <a:gd name="T53" fmla="*/ 1 h 4768"/>
                <a:gd name="T54" fmla="*/ 18 w 3960"/>
                <a:gd name="T55" fmla="*/ 0 h 4768"/>
                <a:gd name="T56" fmla="*/ 17 w 3960"/>
                <a:gd name="T57" fmla="*/ 0 h 4768"/>
                <a:gd name="T58" fmla="*/ 17 w 3960"/>
                <a:gd name="T59" fmla="*/ 0 h 4768"/>
                <a:gd name="T60" fmla="*/ 16 w 3960"/>
                <a:gd name="T61" fmla="*/ 0 h 4768"/>
                <a:gd name="T62" fmla="*/ 15 w 3960"/>
                <a:gd name="T63" fmla="*/ 0 h 4768"/>
                <a:gd name="T64" fmla="*/ 14 w 3960"/>
                <a:gd name="T65" fmla="*/ 0 h 4768"/>
                <a:gd name="T66" fmla="*/ 14 w 3960"/>
                <a:gd name="T67" fmla="*/ 0 h 4768"/>
                <a:gd name="T68" fmla="*/ 2 w 3960"/>
                <a:gd name="T69" fmla="*/ 6 h 4768"/>
                <a:gd name="T70" fmla="*/ 2 w 3960"/>
                <a:gd name="T71" fmla="*/ 7 h 4768"/>
                <a:gd name="T72" fmla="*/ 1 w 3960"/>
                <a:gd name="T73" fmla="*/ 7 h 4768"/>
                <a:gd name="T74" fmla="*/ 1 w 3960"/>
                <a:gd name="T75" fmla="*/ 8 h 4768"/>
                <a:gd name="T76" fmla="*/ 1 w 3960"/>
                <a:gd name="T77" fmla="*/ 8 h 4768"/>
                <a:gd name="T78" fmla="*/ 0 w 3960"/>
                <a:gd name="T79" fmla="*/ 9 h 4768"/>
                <a:gd name="T80" fmla="*/ 0 w 3960"/>
                <a:gd name="T81" fmla="*/ 9 h 4768"/>
                <a:gd name="T82" fmla="*/ 0 w 3960"/>
                <a:gd name="T83" fmla="*/ 10 h 4768"/>
                <a:gd name="T84" fmla="*/ 0 w 3960"/>
                <a:gd name="T85" fmla="*/ 11 h 4768"/>
                <a:gd name="T86" fmla="*/ 0 w 3960"/>
                <a:gd name="T87" fmla="*/ 25 h 4768"/>
                <a:gd name="T88" fmla="*/ 0 w 3960"/>
                <a:gd name="T89" fmla="*/ 26 h 4768"/>
                <a:gd name="T90" fmla="*/ 0 w 3960"/>
                <a:gd name="T91" fmla="*/ 27 h 4768"/>
                <a:gd name="T92" fmla="*/ 1 w 3960"/>
                <a:gd name="T93" fmla="*/ 28 h 4768"/>
                <a:gd name="T94" fmla="*/ 1 w 3960"/>
                <a:gd name="T95" fmla="*/ 29 h 4768"/>
                <a:gd name="T96" fmla="*/ 1 w 3960"/>
                <a:gd name="T97" fmla="*/ 29 h 4768"/>
                <a:gd name="T98" fmla="*/ 2 w 3960"/>
                <a:gd name="T99" fmla="*/ 30 h 4768"/>
                <a:gd name="T100" fmla="*/ 3 w 3960"/>
                <a:gd name="T101" fmla="*/ 31 h 4768"/>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w 3960"/>
                <a:gd name="T154" fmla="*/ 0 h 4768"/>
                <a:gd name="T155" fmla="*/ 3960 w 3960"/>
                <a:gd name="T156" fmla="*/ 4768 h 4768"/>
              </a:gdLst>
              <a:ahLst/>
              <a:cxnLst>
                <a:cxn ang="T102">
                  <a:pos x="T0" y="T1"/>
                </a:cxn>
                <a:cxn ang="T103">
                  <a:pos x="T2" y="T3"/>
                </a:cxn>
                <a:cxn ang="T104">
                  <a:pos x="T4" y="T5"/>
                </a:cxn>
                <a:cxn ang="T105">
                  <a:pos x="T6" y="T7"/>
                </a:cxn>
                <a:cxn ang="T106">
                  <a:pos x="T8" y="T9"/>
                </a:cxn>
                <a:cxn ang="T107">
                  <a:pos x="T10" y="T11"/>
                </a:cxn>
                <a:cxn ang="T108">
                  <a:pos x="T12" y="T13"/>
                </a:cxn>
                <a:cxn ang="T109">
                  <a:pos x="T14" y="T15"/>
                </a:cxn>
                <a:cxn ang="T110">
                  <a:pos x="T16" y="T17"/>
                </a:cxn>
                <a:cxn ang="T111">
                  <a:pos x="T18" y="T19"/>
                </a:cxn>
                <a:cxn ang="T112">
                  <a:pos x="T20" y="T21"/>
                </a:cxn>
                <a:cxn ang="T113">
                  <a:pos x="T22" y="T23"/>
                </a:cxn>
                <a:cxn ang="T114">
                  <a:pos x="T24" y="T25"/>
                </a:cxn>
                <a:cxn ang="T115">
                  <a:pos x="T26" y="T27"/>
                </a:cxn>
                <a:cxn ang="T116">
                  <a:pos x="T28" y="T29"/>
                </a:cxn>
                <a:cxn ang="T117">
                  <a:pos x="T30" y="T31"/>
                </a:cxn>
                <a:cxn ang="T118">
                  <a:pos x="T32" y="T33"/>
                </a:cxn>
                <a:cxn ang="T119">
                  <a:pos x="T34" y="T35"/>
                </a:cxn>
                <a:cxn ang="T120">
                  <a:pos x="T36" y="T37"/>
                </a:cxn>
                <a:cxn ang="T121">
                  <a:pos x="T38" y="T39"/>
                </a:cxn>
                <a:cxn ang="T122">
                  <a:pos x="T40" y="T41"/>
                </a:cxn>
                <a:cxn ang="T123">
                  <a:pos x="T42" y="T43"/>
                </a:cxn>
                <a:cxn ang="T124">
                  <a:pos x="T44" y="T45"/>
                </a:cxn>
                <a:cxn ang="T125">
                  <a:pos x="T46" y="T47"/>
                </a:cxn>
                <a:cxn ang="T126">
                  <a:pos x="T48" y="T49"/>
                </a:cxn>
                <a:cxn ang="T127">
                  <a:pos x="T50" y="T51"/>
                </a:cxn>
                <a:cxn ang="T128">
                  <a:pos x="T52" y="T53"/>
                </a:cxn>
                <a:cxn ang="T129">
                  <a:pos x="T54" y="T55"/>
                </a:cxn>
                <a:cxn ang="T130">
                  <a:pos x="T56" y="T57"/>
                </a:cxn>
                <a:cxn ang="T131">
                  <a:pos x="T58" y="T59"/>
                </a:cxn>
                <a:cxn ang="T132">
                  <a:pos x="T60" y="T61"/>
                </a:cxn>
                <a:cxn ang="T133">
                  <a:pos x="T62" y="T63"/>
                </a:cxn>
                <a:cxn ang="T134">
                  <a:pos x="T64" y="T65"/>
                </a:cxn>
                <a:cxn ang="T135">
                  <a:pos x="T66" y="T67"/>
                </a:cxn>
                <a:cxn ang="T136">
                  <a:pos x="T68" y="T69"/>
                </a:cxn>
                <a:cxn ang="T137">
                  <a:pos x="T70" y="T71"/>
                </a:cxn>
                <a:cxn ang="T138">
                  <a:pos x="T72" y="T73"/>
                </a:cxn>
                <a:cxn ang="T139">
                  <a:pos x="T74" y="T75"/>
                </a:cxn>
                <a:cxn ang="T140">
                  <a:pos x="T76" y="T77"/>
                </a:cxn>
                <a:cxn ang="T141">
                  <a:pos x="T78" y="T79"/>
                </a:cxn>
                <a:cxn ang="T142">
                  <a:pos x="T80" y="T81"/>
                </a:cxn>
                <a:cxn ang="T143">
                  <a:pos x="T82" y="T83"/>
                </a:cxn>
                <a:cxn ang="T144">
                  <a:pos x="T84" y="T85"/>
                </a:cxn>
                <a:cxn ang="T145">
                  <a:pos x="T86" y="T87"/>
                </a:cxn>
                <a:cxn ang="T146">
                  <a:pos x="T88" y="T89"/>
                </a:cxn>
                <a:cxn ang="T147">
                  <a:pos x="T90" y="T91"/>
                </a:cxn>
                <a:cxn ang="T148">
                  <a:pos x="T92" y="T93"/>
                </a:cxn>
                <a:cxn ang="T149">
                  <a:pos x="T94" y="T95"/>
                </a:cxn>
                <a:cxn ang="T150">
                  <a:pos x="T96" y="T97"/>
                </a:cxn>
                <a:cxn ang="T151">
                  <a:pos x="T98" y="T99"/>
                </a:cxn>
                <a:cxn ang="T152">
                  <a:pos x="T100" y="T101"/>
                </a:cxn>
              </a:cxnLst>
              <a:rect l="T153" t="T154" r="T155" b="T156"/>
              <a:pathLst>
                <a:path w="3960" h="4768">
                  <a:moveTo>
                    <a:pt x="353" y="3849"/>
                  </a:moveTo>
                  <a:lnTo>
                    <a:pt x="1661" y="4700"/>
                  </a:lnTo>
                  <a:lnTo>
                    <a:pt x="1697" y="4717"/>
                  </a:lnTo>
                  <a:lnTo>
                    <a:pt x="1736" y="4731"/>
                  </a:lnTo>
                  <a:lnTo>
                    <a:pt x="1776" y="4742"/>
                  </a:lnTo>
                  <a:lnTo>
                    <a:pt x="1818" y="4753"/>
                  </a:lnTo>
                  <a:lnTo>
                    <a:pt x="1860" y="4760"/>
                  </a:lnTo>
                  <a:lnTo>
                    <a:pt x="1902" y="4765"/>
                  </a:lnTo>
                  <a:lnTo>
                    <a:pt x="1946" y="4768"/>
                  </a:lnTo>
                  <a:lnTo>
                    <a:pt x="1988" y="4768"/>
                  </a:lnTo>
                  <a:lnTo>
                    <a:pt x="2031" y="4767"/>
                  </a:lnTo>
                  <a:lnTo>
                    <a:pt x="2073" y="4763"/>
                  </a:lnTo>
                  <a:lnTo>
                    <a:pt x="2114" y="4758"/>
                  </a:lnTo>
                  <a:lnTo>
                    <a:pt x="2154" y="4751"/>
                  </a:lnTo>
                  <a:lnTo>
                    <a:pt x="2193" y="4740"/>
                  </a:lnTo>
                  <a:lnTo>
                    <a:pt x="2230" y="4729"/>
                  </a:lnTo>
                  <a:lnTo>
                    <a:pt x="2264" y="4715"/>
                  </a:lnTo>
                  <a:lnTo>
                    <a:pt x="2297" y="4700"/>
                  </a:lnTo>
                  <a:lnTo>
                    <a:pt x="3639" y="3825"/>
                  </a:lnTo>
                  <a:lnTo>
                    <a:pt x="3673" y="3795"/>
                  </a:lnTo>
                  <a:lnTo>
                    <a:pt x="3707" y="3761"/>
                  </a:lnTo>
                  <a:lnTo>
                    <a:pt x="3738" y="3725"/>
                  </a:lnTo>
                  <a:lnTo>
                    <a:pt x="3768" y="3685"/>
                  </a:lnTo>
                  <a:lnTo>
                    <a:pt x="3796" y="3644"/>
                  </a:lnTo>
                  <a:lnTo>
                    <a:pt x="3821" y="3599"/>
                  </a:lnTo>
                  <a:lnTo>
                    <a:pt x="3846" y="3553"/>
                  </a:lnTo>
                  <a:lnTo>
                    <a:pt x="3868" y="3505"/>
                  </a:lnTo>
                  <a:lnTo>
                    <a:pt x="3888" y="3456"/>
                  </a:lnTo>
                  <a:lnTo>
                    <a:pt x="3907" y="3406"/>
                  </a:lnTo>
                  <a:lnTo>
                    <a:pt x="3922" y="3354"/>
                  </a:lnTo>
                  <a:lnTo>
                    <a:pt x="3935" y="3303"/>
                  </a:lnTo>
                  <a:lnTo>
                    <a:pt x="3946" y="3250"/>
                  </a:lnTo>
                  <a:lnTo>
                    <a:pt x="3953" y="3197"/>
                  </a:lnTo>
                  <a:lnTo>
                    <a:pt x="3957" y="3144"/>
                  </a:lnTo>
                  <a:lnTo>
                    <a:pt x="3960" y="3092"/>
                  </a:lnTo>
                  <a:lnTo>
                    <a:pt x="3959" y="1313"/>
                  </a:lnTo>
                  <a:lnTo>
                    <a:pt x="3955" y="1271"/>
                  </a:lnTo>
                  <a:lnTo>
                    <a:pt x="3949" y="1229"/>
                  </a:lnTo>
                  <a:lnTo>
                    <a:pt x="3941" y="1189"/>
                  </a:lnTo>
                  <a:lnTo>
                    <a:pt x="3930" y="1149"/>
                  </a:lnTo>
                  <a:lnTo>
                    <a:pt x="3918" y="1111"/>
                  </a:lnTo>
                  <a:lnTo>
                    <a:pt x="3902" y="1075"/>
                  </a:lnTo>
                  <a:lnTo>
                    <a:pt x="3886" y="1040"/>
                  </a:lnTo>
                  <a:lnTo>
                    <a:pt x="3867" y="1006"/>
                  </a:lnTo>
                  <a:lnTo>
                    <a:pt x="3846" y="973"/>
                  </a:lnTo>
                  <a:lnTo>
                    <a:pt x="3823" y="942"/>
                  </a:lnTo>
                  <a:lnTo>
                    <a:pt x="3798" y="913"/>
                  </a:lnTo>
                  <a:lnTo>
                    <a:pt x="3771" y="886"/>
                  </a:lnTo>
                  <a:lnTo>
                    <a:pt x="3743" y="860"/>
                  </a:lnTo>
                  <a:lnTo>
                    <a:pt x="3714" y="837"/>
                  </a:lnTo>
                  <a:lnTo>
                    <a:pt x="3682" y="816"/>
                  </a:lnTo>
                  <a:lnTo>
                    <a:pt x="3649" y="796"/>
                  </a:lnTo>
                  <a:lnTo>
                    <a:pt x="2386" y="83"/>
                  </a:lnTo>
                  <a:lnTo>
                    <a:pt x="2350" y="65"/>
                  </a:lnTo>
                  <a:lnTo>
                    <a:pt x="2310" y="50"/>
                  </a:lnTo>
                  <a:lnTo>
                    <a:pt x="2268" y="36"/>
                  </a:lnTo>
                  <a:lnTo>
                    <a:pt x="2223" y="24"/>
                  </a:lnTo>
                  <a:lnTo>
                    <a:pt x="2178" y="15"/>
                  </a:lnTo>
                  <a:lnTo>
                    <a:pt x="2131" y="8"/>
                  </a:lnTo>
                  <a:lnTo>
                    <a:pt x="2082" y="3"/>
                  </a:lnTo>
                  <a:lnTo>
                    <a:pt x="2032" y="0"/>
                  </a:lnTo>
                  <a:lnTo>
                    <a:pt x="1982" y="1"/>
                  </a:lnTo>
                  <a:lnTo>
                    <a:pt x="1933" y="3"/>
                  </a:lnTo>
                  <a:lnTo>
                    <a:pt x="1882" y="9"/>
                  </a:lnTo>
                  <a:lnTo>
                    <a:pt x="1833" y="17"/>
                  </a:lnTo>
                  <a:lnTo>
                    <a:pt x="1785" y="29"/>
                  </a:lnTo>
                  <a:lnTo>
                    <a:pt x="1737" y="43"/>
                  </a:lnTo>
                  <a:lnTo>
                    <a:pt x="1691" y="62"/>
                  </a:lnTo>
                  <a:lnTo>
                    <a:pt x="1647" y="83"/>
                  </a:lnTo>
                  <a:lnTo>
                    <a:pt x="311" y="782"/>
                  </a:lnTo>
                  <a:lnTo>
                    <a:pt x="276" y="803"/>
                  </a:lnTo>
                  <a:lnTo>
                    <a:pt x="243" y="826"/>
                  </a:lnTo>
                  <a:lnTo>
                    <a:pt x="213" y="852"/>
                  </a:lnTo>
                  <a:lnTo>
                    <a:pt x="184" y="879"/>
                  </a:lnTo>
                  <a:lnTo>
                    <a:pt x="155" y="908"/>
                  </a:lnTo>
                  <a:lnTo>
                    <a:pt x="131" y="939"/>
                  </a:lnTo>
                  <a:lnTo>
                    <a:pt x="107" y="971"/>
                  </a:lnTo>
                  <a:lnTo>
                    <a:pt x="86" y="1005"/>
                  </a:lnTo>
                  <a:lnTo>
                    <a:pt x="68" y="1040"/>
                  </a:lnTo>
                  <a:lnTo>
                    <a:pt x="50" y="1076"/>
                  </a:lnTo>
                  <a:lnTo>
                    <a:pt x="36" y="1115"/>
                  </a:lnTo>
                  <a:lnTo>
                    <a:pt x="23" y="1153"/>
                  </a:lnTo>
                  <a:lnTo>
                    <a:pt x="14" y="1195"/>
                  </a:lnTo>
                  <a:lnTo>
                    <a:pt x="7" y="1236"/>
                  </a:lnTo>
                  <a:lnTo>
                    <a:pt x="2" y="1279"/>
                  </a:lnTo>
                  <a:lnTo>
                    <a:pt x="0" y="1322"/>
                  </a:lnTo>
                  <a:lnTo>
                    <a:pt x="0" y="3093"/>
                  </a:lnTo>
                  <a:lnTo>
                    <a:pt x="2" y="3147"/>
                  </a:lnTo>
                  <a:lnTo>
                    <a:pt x="7" y="3202"/>
                  </a:lnTo>
                  <a:lnTo>
                    <a:pt x="15" y="3257"/>
                  </a:lnTo>
                  <a:lnTo>
                    <a:pt x="27" y="3312"/>
                  </a:lnTo>
                  <a:lnTo>
                    <a:pt x="42" y="3366"/>
                  </a:lnTo>
                  <a:lnTo>
                    <a:pt x="59" y="3420"/>
                  </a:lnTo>
                  <a:lnTo>
                    <a:pt x="79" y="3474"/>
                  </a:lnTo>
                  <a:lnTo>
                    <a:pt x="102" y="3525"/>
                  </a:lnTo>
                  <a:lnTo>
                    <a:pt x="127" y="3576"/>
                  </a:lnTo>
                  <a:lnTo>
                    <a:pt x="154" y="3624"/>
                  </a:lnTo>
                  <a:lnTo>
                    <a:pt x="184" y="3670"/>
                  </a:lnTo>
                  <a:lnTo>
                    <a:pt x="214" y="3712"/>
                  </a:lnTo>
                  <a:lnTo>
                    <a:pt x="247" y="3752"/>
                  </a:lnTo>
                  <a:lnTo>
                    <a:pt x="281" y="3788"/>
                  </a:lnTo>
                  <a:lnTo>
                    <a:pt x="317" y="3821"/>
                  </a:lnTo>
                  <a:lnTo>
                    <a:pt x="353" y="384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9523" name="Freeform 33"/>
            <p:cNvSpPr>
              <a:spLocks/>
            </p:cNvSpPr>
            <p:nvPr/>
          </p:nvSpPr>
          <p:spPr bwMode="auto">
            <a:xfrm>
              <a:off x="943" y="2210"/>
              <a:ext cx="276" cy="187"/>
            </a:xfrm>
            <a:custGeom>
              <a:avLst/>
              <a:gdLst>
                <a:gd name="T0" fmla="*/ 11 w 1380"/>
                <a:gd name="T1" fmla="*/ 7 h 937"/>
                <a:gd name="T2" fmla="*/ 11 w 1380"/>
                <a:gd name="T3" fmla="*/ 7 h 937"/>
                <a:gd name="T4" fmla="*/ 0 w 1380"/>
                <a:gd name="T5" fmla="*/ 0 h 937"/>
                <a:gd name="T6" fmla="*/ 0 w 1380"/>
                <a:gd name="T7" fmla="*/ 1 h 937"/>
                <a:gd name="T8" fmla="*/ 10 w 1380"/>
                <a:gd name="T9" fmla="*/ 7 h 937"/>
                <a:gd name="T10" fmla="*/ 10 w 1380"/>
                <a:gd name="T11" fmla="*/ 7 h 937"/>
                <a:gd name="T12" fmla="*/ 10 w 1380"/>
                <a:gd name="T13" fmla="*/ 7 h 937"/>
                <a:gd name="T14" fmla="*/ 11 w 1380"/>
                <a:gd name="T15" fmla="*/ 7 h 937"/>
                <a:gd name="T16" fmla="*/ 11 w 1380"/>
                <a:gd name="T17" fmla="*/ 7 h 937"/>
                <a:gd name="T18" fmla="*/ 11 w 1380"/>
                <a:gd name="T19" fmla="*/ 7 h 937"/>
                <a:gd name="T20" fmla="*/ 11 w 1380"/>
                <a:gd name="T21" fmla="*/ 7 h 937"/>
                <a:gd name="T22" fmla="*/ 11 w 1380"/>
                <a:gd name="T23" fmla="*/ 7 h 937"/>
                <a:gd name="T24" fmla="*/ 11 w 1380"/>
                <a:gd name="T25" fmla="*/ 7 h 937"/>
                <a:gd name="T26" fmla="*/ 11 w 1380"/>
                <a:gd name="T27" fmla="*/ 7 h 937"/>
                <a:gd name="T28" fmla="*/ 11 w 1380"/>
                <a:gd name="T29" fmla="*/ 7 h 937"/>
                <a:gd name="T30" fmla="*/ 11 w 1380"/>
                <a:gd name="T31" fmla="*/ 7 h 93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80"/>
                <a:gd name="T49" fmla="*/ 0 h 937"/>
                <a:gd name="T50" fmla="*/ 1380 w 1380"/>
                <a:gd name="T51" fmla="*/ 937 h 93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80" h="937">
                  <a:moveTo>
                    <a:pt x="1354" y="848"/>
                  </a:moveTo>
                  <a:lnTo>
                    <a:pt x="1359" y="851"/>
                  </a:lnTo>
                  <a:lnTo>
                    <a:pt x="51" y="0"/>
                  </a:lnTo>
                  <a:lnTo>
                    <a:pt x="0" y="78"/>
                  </a:lnTo>
                  <a:lnTo>
                    <a:pt x="1307" y="929"/>
                  </a:lnTo>
                  <a:lnTo>
                    <a:pt x="1312" y="932"/>
                  </a:lnTo>
                  <a:lnTo>
                    <a:pt x="1307" y="929"/>
                  </a:lnTo>
                  <a:lnTo>
                    <a:pt x="1326" y="937"/>
                  </a:lnTo>
                  <a:lnTo>
                    <a:pt x="1345" y="936"/>
                  </a:lnTo>
                  <a:lnTo>
                    <a:pt x="1360" y="929"/>
                  </a:lnTo>
                  <a:lnTo>
                    <a:pt x="1372" y="916"/>
                  </a:lnTo>
                  <a:lnTo>
                    <a:pt x="1379" y="899"/>
                  </a:lnTo>
                  <a:lnTo>
                    <a:pt x="1380" y="883"/>
                  </a:lnTo>
                  <a:lnTo>
                    <a:pt x="1374" y="865"/>
                  </a:lnTo>
                  <a:lnTo>
                    <a:pt x="1359" y="851"/>
                  </a:lnTo>
                  <a:lnTo>
                    <a:pt x="1354" y="84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9524" name="Freeform 34"/>
            <p:cNvSpPr>
              <a:spLocks/>
            </p:cNvSpPr>
            <p:nvPr/>
          </p:nvSpPr>
          <p:spPr bwMode="auto">
            <a:xfrm>
              <a:off x="1206" y="2379"/>
              <a:ext cx="140" cy="32"/>
            </a:xfrm>
            <a:custGeom>
              <a:avLst/>
              <a:gdLst>
                <a:gd name="T0" fmla="*/ 5 w 703"/>
                <a:gd name="T1" fmla="*/ 0 h 162"/>
                <a:gd name="T2" fmla="*/ 5 w 703"/>
                <a:gd name="T3" fmla="*/ 0 h 162"/>
                <a:gd name="T4" fmla="*/ 5 w 703"/>
                <a:gd name="T5" fmla="*/ 0 h 162"/>
                <a:gd name="T6" fmla="*/ 5 w 703"/>
                <a:gd name="T7" fmla="*/ 0 h 162"/>
                <a:gd name="T8" fmla="*/ 4 w 703"/>
                <a:gd name="T9" fmla="*/ 0 h 162"/>
                <a:gd name="T10" fmla="*/ 4 w 703"/>
                <a:gd name="T11" fmla="*/ 0 h 162"/>
                <a:gd name="T12" fmla="*/ 4 w 703"/>
                <a:gd name="T13" fmla="*/ 0 h 162"/>
                <a:gd name="T14" fmla="*/ 3 w 703"/>
                <a:gd name="T15" fmla="*/ 1 h 162"/>
                <a:gd name="T16" fmla="*/ 3 w 703"/>
                <a:gd name="T17" fmla="*/ 1 h 162"/>
                <a:gd name="T18" fmla="*/ 3 w 703"/>
                <a:gd name="T19" fmla="*/ 1 h 162"/>
                <a:gd name="T20" fmla="*/ 2 w 703"/>
                <a:gd name="T21" fmla="*/ 1 h 162"/>
                <a:gd name="T22" fmla="*/ 2 w 703"/>
                <a:gd name="T23" fmla="*/ 1 h 162"/>
                <a:gd name="T24" fmla="*/ 2 w 703"/>
                <a:gd name="T25" fmla="*/ 0 h 162"/>
                <a:gd name="T26" fmla="*/ 1 w 703"/>
                <a:gd name="T27" fmla="*/ 0 h 162"/>
                <a:gd name="T28" fmla="*/ 1 w 703"/>
                <a:gd name="T29" fmla="*/ 0 h 162"/>
                <a:gd name="T30" fmla="*/ 1 w 703"/>
                <a:gd name="T31" fmla="*/ 0 h 162"/>
                <a:gd name="T32" fmla="*/ 1 w 703"/>
                <a:gd name="T33" fmla="*/ 0 h 162"/>
                <a:gd name="T34" fmla="*/ 0 w 703"/>
                <a:gd name="T35" fmla="*/ 0 h 162"/>
                <a:gd name="T36" fmla="*/ 0 w 703"/>
                <a:gd name="T37" fmla="*/ 1 h 162"/>
                <a:gd name="T38" fmla="*/ 0 w 703"/>
                <a:gd name="T39" fmla="*/ 1 h 162"/>
                <a:gd name="T40" fmla="*/ 1 w 703"/>
                <a:gd name="T41" fmla="*/ 1 h 162"/>
                <a:gd name="T42" fmla="*/ 1 w 703"/>
                <a:gd name="T43" fmla="*/ 1 h 162"/>
                <a:gd name="T44" fmla="*/ 1 w 703"/>
                <a:gd name="T45" fmla="*/ 1 h 162"/>
                <a:gd name="T46" fmla="*/ 2 w 703"/>
                <a:gd name="T47" fmla="*/ 1 h 162"/>
                <a:gd name="T48" fmla="*/ 2 w 703"/>
                <a:gd name="T49" fmla="*/ 1 h 162"/>
                <a:gd name="T50" fmla="*/ 2 w 703"/>
                <a:gd name="T51" fmla="*/ 1 h 162"/>
                <a:gd name="T52" fmla="*/ 3 w 703"/>
                <a:gd name="T53" fmla="*/ 1 h 162"/>
                <a:gd name="T54" fmla="*/ 3 w 703"/>
                <a:gd name="T55" fmla="*/ 1 h 162"/>
                <a:gd name="T56" fmla="*/ 3 w 703"/>
                <a:gd name="T57" fmla="*/ 1 h 162"/>
                <a:gd name="T58" fmla="*/ 4 w 703"/>
                <a:gd name="T59" fmla="*/ 1 h 162"/>
                <a:gd name="T60" fmla="*/ 4 w 703"/>
                <a:gd name="T61" fmla="*/ 1 h 162"/>
                <a:gd name="T62" fmla="*/ 5 w 703"/>
                <a:gd name="T63" fmla="*/ 1 h 162"/>
                <a:gd name="T64" fmla="*/ 5 w 703"/>
                <a:gd name="T65" fmla="*/ 1 h 162"/>
                <a:gd name="T66" fmla="*/ 5 w 703"/>
                <a:gd name="T67" fmla="*/ 1 h 162"/>
                <a:gd name="T68" fmla="*/ 5 w 703"/>
                <a:gd name="T69" fmla="*/ 1 h 162"/>
                <a:gd name="T70" fmla="*/ 5 w 703"/>
                <a:gd name="T71" fmla="*/ 1 h 162"/>
                <a:gd name="T72" fmla="*/ 5 w 703"/>
                <a:gd name="T73" fmla="*/ 1 h 162"/>
                <a:gd name="T74" fmla="*/ 5 w 703"/>
                <a:gd name="T75" fmla="*/ 1 h 162"/>
                <a:gd name="T76" fmla="*/ 6 w 703"/>
                <a:gd name="T77" fmla="*/ 0 h 162"/>
                <a:gd name="T78" fmla="*/ 6 w 703"/>
                <a:gd name="T79" fmla="*/ 0 h 162"/>
                <a:gd name="T80" fmla="*/ 6 w 703"/>
                <a:gd name="T81" fmla="*/ 0 h 162"/>
                <a:gd name="T82" fmla="*/ 5 w 703"/>
                <a:gd name="T83" fmla="*/ 0 h 162"/>
                <a:gd name="T84" fmla="*/ 5 w 703"/>
                <a:gd name="T85" fmla="*/ 0 h 162"/>
                <a:gd name="T86" fmla="*/ 5 w 703"/>
                <a:gd name="T87" fmla="*/ 0 h 162"/>
                <a:gd name="T88" fmla="*/ 5 w 703"/>
                <a:gd name="T89" fmla="*/ 0 h 162"/>
                <a:gd name="T90" fmla="*/ 5 w 703"/>
                <a:gd name="T91" fmla="*/ 0 h 162"/>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703"/>
                <a:gd name="T139" fmla="*/ 0 h 162"/>
                <a:gd name="T140" fmla="*/ 703 w 703"/>
                <a:gd name="T141" fmla="*/ 162 h 162"/>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703" h="162">
                  <a:moveTo>
                    <a:pt x="631" y="8"/>
                  </a:moveTo>
                  <a:lnTo>
                    <a:pt x="636" y="6"/>
                  </a:lnTo>
                  <a:lnTo>
                    <a:pt x="606" y="20"/>
                  </a:lnTo>
                  <a:lnTo>
                    <a:pt x="575" y="32"/>
                  </a:lnTo>
                  <a:lnTo>
                    <a:pt x="540" y="42"/>
                  </a:lnTo>
                  <a:lnTo>
                    <a:pt x="504" y="52"/>
                  </a:lnTo>
                  <a:lnTo>
                    <a:pt x="467" y="59"/>
                  </a:lnTo>
                  <a:lnTo>
                    <a:pt x="428" y="64"/>
                  </a:lnTo>
                  <a:lnTo>
                    <a:pt x="389" y="67"/>
                  </a:lnTo>
                  <a:lnTo>
                    <a:pt x="348" y="68"/>
                  </a:lnTo>
                  <a:lnTo>
                    <a:pt x="308" y="68"/>
                  </a:lnTo>
                  <a:lnTo>
                    <a:pt x="267" y="65"/>
                  </a:lnTo>
                  <a:lnTo>
                    <a:pt x="226" y="61"/>
                  </a:lnTo>
                  <a:lnTo>
                    <a:pt x="187" y="54"/>
                  </a:lnTo>
                  <a:lnTo>
                    <a:pt x="148" y="44"/>
                  </a:lnTo>
                  <a:lnTo>
                    <a:pt x="110" y="33"/>
                  </a:lnTo>
                  <a:lnTo>
                    <a:pt x="75" y="20"/>
                  </a:lnTo>
                  <a:lnTo>
                    <a:pt x="42" y="5"/>
                  </a:lnTo>
                  <a:lnTo>
                    <a:pt x="0" y="89"/>
                  </a:lnTo>
                  <a:lnTo>
                    <a:pt x="40" y="107"/>
                  </a:lnTo>
                  <a:lnTo>
                    <a:pt x="82" y="122"/>
                  </a:lnTo>
                  <a:lnTo>
                    <a:pt x="124" y="135"/>
                  </a:lnTo>
                  <a:lnTo>
                    <a:pt x="169" y="146"/>
                  </a:lnTo>
                  <a:lnTo>
                    <a:pt x="214" y="153"/>
                  </a:lnTo>
                  <a:lnTo>
                    <a:pt x="258" y="158"/>
                  </a:lnTo>
                  <a:lnTo>
                    <a:pt x="303" y="162"/>
                  </a:lnTo>
                  <a:lnTo>
                    <a:pt x="348" y="162"/>
                  </a:lnTo>
                  <a:lnTo>
                    <a:pt x="394" y="161"/>
                  </a:lnTo>
                  <a:lnTo>
                    <a:pt x="439" y="157"/>
                  </a:lnTo>
                  <a:lnTo>
                    <a:pt x="481" y="150"/>
                  </a:lnTo>
                  <a:lnTo>
                    <a:pt x="525" y="143"/>
                  </a:lnTo>
                  <a:lnTo>
                    <a:pt x="566" y="132"/>
                  </a:lnTo>
                  <a:lnTo>
                    <a:pt x="606" y="121"/>
                  </a:lnTo>
                  <a:lnTo>
                    <a:pt x="643" y="105"/>
                  </a:lnTo>
                  <a:lnTo>
                    <a:pt x="678" y="88"/>
                  </a:lnTo>
                  <a:lnTo>
                    <a:pt x="683" y="86"/>
                  </a:lnTo>
                  <a:lnTo>
                    <a:pt x="678" y="88"/>
                  </a:lnTo>
                  <a:lnTo>
                    <a:pt x="695" y="75"/>
                  </a:lnTo>
                  <a:lnTo>
                    <a:pt x="702" y="60"/>
                  </a:lnTo>
                  <a:lnTo>
                    <a:pt x="703" y="42"/>
                  </a:lnTo>
                  <a:lnTo>
                    <a:pt x="698" y="26"/>
                  </a:lnTo>
                  <a:lnTo>
                    <a:pt x="688" y="12"/>
                  </a:lnTo>
                  <a:lnTo>
                    <a:pt x="674" y="3"/>
                  </a:lnTo>
                  <a:lnTo>
                    <a:pt x="656" y="0"/>
                  </a:lnTo>
                  <a:lnTo>
                    <a:pt x="636" y="6"/>
                  </a:lnTo>
                  <a:lnTo>
                    <a:pt x="631"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9525" name="Freeform 35"/>
            <p:cNvSpPr>
              <a:spLocks/>
            </p:cNvSpPr>
            <p:nvPr/>
          </p:nvSpPr>
          <p:spPr bwMode="auto">
            <a:xfrm>
              <a:off x="1332" y="2204"/>
              <a:ext cx="283" cy="192"/>
            </a:xfrm>
            <a:custGeom>
              <a:avLst/>
              <a:gdLst>
                <a:gd name="T0" fmla="*/ 11 w 1415"/>
                <a:gd name="T1" fmla="*/ 0 h 960"/>
                <a:gd name="T2" fmla="*/ 11 w 1415"/>
                <a:gd name="T3" fmla="*/ 0 h 960"/>
                <a:gd name="T4" fmla="*/ 0 w 1415"/>
                <a:gd name="T5" fmla="*/ 7 h 960"/>
                <a:gd name="T6" fmla="*/ 0 w 1415"/>
                <a:gd name="T7" fmla="*/ 8 h 960"/>
                <a:gd name="T8" fmla="*/ 11 w 1415"/>
                <a:gd name="T9" fmla="*/ 1 h 960"/>
                <a:gd name="T10" fmla="*/ 11 w 1415"/>
                <a:gd name="T11" fmla="*/ 1 h 960"/>
                <a:gd name="T12" fmla="*/ 11 w 1415"/>
                <a:gd name="T13" fmla="*/ 1 h 960"/>
                <a:gd name="T14" fmla="*/ 11 w 1415"/>
                <a:gd name="T15" fmla="*/ 1 h 960"/>
                <a:gd name="T16" fmla="*/ 11 w 1415"/>
                <a:gd name="T17" fmla="*/ 0 h 960"/>
                <a:gd name="T18" fmla="*/ 11 w 1415"/>
                <a:gd name="T19" fmla="*/ 0 h 960"/>
                <a:gd name="T20" fmla="*/ 11 w 1415"/>
                <a:gd name="T21" fmla="*/ 0 h 960"/>
                <a:gd name="T22" fmla="*/ 11 w 1415"/>
                <a:gd name="T23" fmla="*/ 0 h 960"/>
                <a:gd name="T24" fmla="*/ 11 w 1415"/>
                <a:gd name="T25" fmla="*/ 0 h 960"/>
                <a:gd name="T26" fmla="*/ 11 w 1415"/>
                <a:gd name="T27" fmla="*/ 0 h 960"/>
                <a:gd name="T28" fmla="*/ 11 w 1415"/>
                <a:gd name="T29" fmla="*/ 0 h 960"/>
                <a:gd name="T30" fmla="*/ 11 w 1415"/>
                <a:gd name="T31" fmla="*/ 0 h 96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15"/>
                <a:gd name="T49" fmla="*/ 0 h 960"/>
                <a:gd name="T50" fmla="*/ 1415 w 1415"/>
                <a:gd name="T51" fmla="*/ 960 h 96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15" h="960">
                  <a:moveTo>
                    <a:pt x="1338" y="10"/>
                  </a:moveTo>
                  <a:lnTo>
                    <a:pt x="1342" y="8"/>
                  </a:lnTo>
                  <a:lnTo>
                    <a:pt x="0" y="882"/>
                  </a:lnTo>
                  <a:lnTo>
                    <a:pt x="52" y="960"/>
                  </a:lnTo>
                  <a:lnTo>
                    <a:pt x="1393" y="85"/>
                  </a:lnTo>
                  <a:lnTo>
                    <a:pt x="1397" y="83"/>
                  </a:lnTo>
                  <a:lnTo>
                    <a:pt x="1393" y="85"/>
                  </a:lnTo>
                  <a:lnTo>
                    <a:pt x="1409" y="71"/>
                  </a:lnTo>
                  <a:lnTo>
                    <a:pt x="1415" y="53"/>
                  </a:lnTo>
                  <a:lnTo>
                    <a:pt x="1413" y="37"/>
                  </a:lnTo>
                  <a:lnTo>
                    <a:pt x="1406" y="21"/>
                  </a:lnTo>
                  <a:lnTo>
                    <a:pt x="1395" y="8"/>
                  </a:lnTo>
                  <a:lnTo>
                    <a:pt x="1379" y="1"/>
                  </a:lnTo>
                  <a:lnTo>
                    <a:pt x="1361" y="0"/>
                  </a:lnTo>
                  <a:lnTo>
                    <a:pt x="1342" y="8"/>
                  </a:lnTo>
                  <a:lnTo>
                    <a:pt x="1338" y="1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9526" name="Freeform 36"/>
            <p:cNvSpPr>
              <a:spLocks/>
            </p:cNvSpPr>
            <p:nvPr/>
          </p:nvSpPr>
          <p:spPr bwMode="auto">
            <a:xfrm>
              <a:off x="1599" y="2057"/>
              <a:ext cx="80" cy="163"/>
            </a:xfrm>
            <a:custGeom>
              <a:avLst/>
              <a:gdLst>
                <a:gd name="T0" fmla="*/ 2 w 398"/>
                <a:gd name="T1" fmla="*/ 0 h 817"/>
                <a:gd name="T2" fmla="*/ 2 w 398"/>
                <a:gd name="T3" fmla="*/ 0 h 817"/>
                <a:gd name="T4" fmla="*/ 2 w 398"/>
                <a:gd name="T5" fmla="*/ 1 h 817"/>
                <a:gd name="T6" fmla="*/ 2 w 398"/>
                <a:gd name="T7" fmla="*/ 1 h 817"/>
                <a:gd name="T8" fmla="*/ 2 w 398"/>
                <a:gd name="T9" fmla="*/ 2 h 817"/>
                <a:gd name="T10" fmla="*/ 2 w 398"/>
                <a:gd name="T11" fmla="*/ 2 h 817"/>
                <a:gd name="T12" fmla="*/ 2 w 398"/>
                <a:gd name="T13" fmla="*/ 2 h 817"/>
                <a:gd name="T14" fmla="*/ 2 w 398"/>
                <a:gd name="T15" fmla="*/ 3 h 817"/>
                <a:gd name="T16" fmla="*/ 2 w 398"/>
                <a:gd name="T17" fmla="*/ 3 h 817"/>
                <a:gd name="T18" fmla="*/ 2 w 398"/>
                <a:gd name="T19" fmla="*/ 4 h 817"/>
                <a:gd name="T20" fmla="*/ 2 w 398"/>
                <a:gd name="T21" fmla="*/ 4 h 817"/>
                <a:gd name="T22" fmla="*/ 1 w 398"/>
                <a:gd name="T23" fmla="*/ 4 h 817"/>
                <a:gd name="T24" fmla="*/ 1 w 398"/>
                <a:gd name="T25" fmla="*/ 5 h 817"/>
                <a:gd name="T26" fmla="*/ 1 w 398"/>
                <a:gd name="T27" fmla="*/ 5 h 817"/>
                <a:gd name="T28" fmla="*/ 1 w 398"/>
                <a:gd name="T29" fmla="*/ 5 h 817"/>
                <a:gd name="T30" fmla="*/ 1 w 398"/>
                <a:gd name="T31" fmla="*/ 5 h 817"/>
                <a:gd name="T32" fmla="*/ 0 w 398"/>
                <a:gd name="T33" fmla="*/ 6 h 817"/>
                <a:gd name="T34" fmla="*/ 0 w 398"/>
                <a:gd name="T35" fmla="*/ 6 h 817"/>
                <a:gd name="T36" fmla="*/ 0 w 398"/>
                <a:gd name="T37" fmla="*/ 7 h 817"/>
                <a:gd name="T38" fmla="*/ 1 w 398"/>
                <a:gd name="T39" fmla="*/ 6 h 817"/>
                <a:gd name="T40" fmla="*/ 1 w 398"/>
                <a:gd name="T41" fmla="*/ 6 h 817"/>
                <a:gd name="T42" fmla="*/ 1 w 398"/>
                <a:gd name="T43" fmla="*/ 6 h 817"/>
                <a:gd name="T44" fmla="*/ 2 w 398"/>
                <a:gd name="T45" fmla="*/ 5 h 817"/>
                <a:gd name="T46" fmla="*/ 2 w 398"/>
                <a:gd name="T47" fmla="*/ 5 h 817"/>
                <a:gd name="T48" fmla="*/ 2 w 398"/>
                <a:gd name="T49" fmla="*/ 5 h 817"/>
                <a:gd name="T50" fmla="*/ 2 w 398"/>
                <a:gd name="T51" fmla="*/ 4 h 817"/>
                <a:gd name="T52" fmla="*/ 2 w 398"/>
                <a:gd name="T53" fmla="*/ 4 h 817"/>
                <a:gd name="T54" fmla="*/ 3 w 398"/>
                <a:gd name="T55" fmla="*/ 3 h 817"/>
                <a:gd name="T56" fmla="*/ 3 w 398"/>
                <a:gd name="T57" fmla="*/ 3 h 817"/>
                <a:gd name="T58" fmla="*/ 3 w 398"/>
                <a:gd name="T59" fmla="*/ 3 h 817"/>
                <a:gd name="T60" fmla="*/ 3 w 398"/>
                <a:gd name="T61" fmla="*/ 2 h 817"/>
                <a:gd name="T62" fmla="*/ 3 w 398"/>
                <a:gd name="T63" fmla="*/ 2 h 817"/>
                <a:gd name="T64" fmla="*/ 3 w 398"/>
                <a:gd name="T65" fmla="*/ 1 h 817"/>
                <a:gd name="T66" fmla="*/ 3 w 398"/>
                <a:gd name="T67" fmla="*/ 1 h 817"/>
                <a:gd name="T68" fmla="*/ 3 w 398"/>
                <a:gd name="T69" fmla="*/ 0 h 817"/>
                <a:gd name="T70" fmla="*/ 3 w 398"/>
                <a:gd name="T71" fmla="*/ 0 h 817"/>
                <a:gd name="T72" fmla="*/ 3 w 398"/>
                <a:gd name="T73" fmla="*/ 0 h 817"/>
                <a:gd name="T74" fmla="*/ 3 w 398"/>
                <a:gd name="T75" fmla="*/ 0 h 817"/>
                <a:gd name="T76" fmla="*/ 3 w 398"/>
                <a:gd name="T77" fmla="*/ 0 h 817"/>
                <a:gd name="T78" fmla="*/ 3 w 398"/>
                <a:gd name="T79" fmla="*/ 0 h 817"/>
                <a:gd name="T80" fmla="*/ 3 w 398"/>
                <a:gd name="T81" fmla="*/ 0 h 817"/>
                <a:gd name="T82" fmla="*/ 3 w 398"/>
                <a:gd name="T83" fmla="*/ 0 h 817"/>
                <a:gd name="T84" fmla="*/ 3 w 398"/>
                <a:gd name="T85" fmla="*/ 0 h 817"/>
                <a:gd name="T86" fmla="*/ 2 w 398"/>
                <a:gd name="T87" fmla="*/ 0 h 817"/>
                <a:gd name="T88" fmla="*/ 2 w 398"/>
                <a:gd name="T89" fmla="*/ 0 h 817"/>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398"/>
                <a:gd name="T136" fmla="*/ 0 h 817"/>
                <a:gd name="T137" fmla="*/ 398 w 398"/>
                <a:gd name="T138" fmla="*/ 817 h 817"/>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398" h="817">
                  <a:moveTo>
                    <a:pt x="304" y="47"/>
                  </a:moveTo>
                  <a:lnTo>
                    <a:pt x="304" y="47"/>
                  </a:lnTo>
                  <a:lnTo>
                    <a:pt x="301" y="97"/>
                  </a:lnTo>
                  <a:lnTo>
                    <a:pt x="297" y="147"/>
                  </a:lnTo>
                  <a:lnTo>
                    <a:pt x="291" y="198"/>
                  </a:lnTo>
                  <a:lnTo>
                    <a:pt x="280" y="247"/>
                  </a:lnTo>
                  <a:lnTo>
                    <a:pt x="268" y="297"/>
                  </a:lnTo>
                  <a:lnTo>
                    <a:pt x="253" y="347"/>
                  </a:lnTo>
                  <a:lnTo>
                    <a:pt x="236" y="395"/>
                  </a:lnTo>
                  <a:lnTo>
                    <a:pt x="217" y="442"/>
                  </a:lnTo>
                  <a:lnTo>
                    <a:pt x="195" y="487"/>
                  </a:lnTo>
                  <a:lnTo>
                    <a:pt x="171" y="532"/>
                  </a:lnTo>
                  <a:lnTo>
                    <a:pt x="147" y="574"/>
                  </a:lnTo>
                  <a:lnTo>
                    <a:pt x="121" y="613"/>
                  </a:lnTo>
                  <a:lnTo>
                    <a:pt x="93" y="650"/>
                  </a:lnTo>
                  <a:lnTo>
                    <a:pt x="64" y="684"/>
                  </a:lnTo>
                  <a:lnTo>
                    <a:pt x="32" y="716"/>
                  </a:lnTo>
                  <a:lnTo>
                    <a:pt x="0" y="744"/>
                  </a:lnTo>
                  <a:lnTo>
                    <a:pt x="59" y="817"/>
                  </a:lnTo>
                  <a:lnTo>
                    <a:pt x="95" y="784"/>
                  </a:lnTo>
                  <a:lnTo>
                    <a:pt x="132" y="748"/>
                  </a:lnTo>
                  <a:lnTo>
                    <a:pt x="166" y="709"/>
                  </a:lnTo>
                  <a:lnTo>
                    <a:pt x="196" y="667"/>
                  </a:lnTo>
                  <a:lnTo>
                    <a:pt x="227" y="623"/>
                  </a:lnTo>
                  <a:lnTo>
                    <a:pt x="253" y="576"/>
                  </a:lnTo>
                  <a:lnTo>
                    <a:pt x="279" y="530"/>
                  </a:lnTo>
                  <a:lnTo>
                    <a:pt x="301" y="479"/>
                  </a:lnTo>
                  <a:lnTo>
                    <a:pt x="323" y="428"/>
                  </a:lnTo>
                  <a:lnTo>
                    <a:pt x="342" y="375"/>
                  </a:lnTo>
                  <a:lnTo>
                    <a:pt x="359" y="321"/>
                  </a:lnTo>
                  <a:lnTo>
                    <a:pt x="372" y="268"/>
                  </a:lnTo>
                  <a:lnTo>
                    <a:pt x="382" y="212"/>
                  </a:lnTo>
                  <a:lnTo>
                    <a:pt x="391" y="157"/>
                  </a:lnTo>
                  <a:lnTo>
                    <a:pt x="395" y="102"/>
                  </a:lnTo>
                  <a:lnTo>
                    <a:pt x="398" y="47"/>
                  </a:lnTo>
                  <a:lnTo>
                    <a:pt x="394" y="27"/>
                  </a:lnTo>
                  <a:lnTo>
                    <a:pt x="383" y="11"/>
                  </a:lnTo>
                  <a:lnTo>
                    <a:pt x="368" y="3"/>
                  </a:lnTo>
                  <a:lnTo>
                    <a:pt x="351" y="0"/>
                  </a:lnTo>
                  <a:lnTo>
                    <a:pt x="333" y="3"/>
                  </a:lnTo>
                  <a:lnTo>
                    <a:pt x="319" y="11"/>
                  </a:lnTo>
                  <a:lnTo>
                    <a:pt x="307" y="27"/>
                  </a:lnTo>
                  <a:lnTo>
                    <a:pt x="304" y="4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9527" name="Freeform 37"/>
            <p:cNvSpPr>
              <a:spLocks/>
            </p:cNvSpPr>
            <p:nvPr/>
          </p:nvSpPr>
          <p:spPr bwMode="auto">
            <a:xfrm>
              <a:off x="1660" y="1701"/>
              <a:ext cx="19" cy="365"/>
            </a:xfrm>
            <a:custGeom>
              <a:avLst/>
              <a:gdLst>
                <a:gd name="T0" fmla="*/ 0 w 95"/>
                <a:gd name="T1" fmla="*/ 0 h 1826"/>
                <a:gd name="T2" fmla="*/ 0 w 95"/>
                <a:gd name="T3" fmla="*/ 0 h 1826"/>
                <a:gd name="T4" fmla="*/ 0 w 95"/>
                <a:gd name="T5" fmla="*/ 15 h 1826"/>
                <a:gd name="T6" fmla="*/ 1 w 95"/>
                <a:gd name="T7" fmla="*/ 15 h 1826"/>
                <a:gd name="T8" fmla="*/ 1 w 95"/>
                <a:gd name="T9" fmla="*/ 0 h 1826"/>
                <a:gd name="T10" fmla="*/ 1 w 95"/>
                <a:gd name="T11" fmla="*/ 0 h 1826"/>
                <a:gd name="T12" fmla="*/ 1 w 95"/>
                <a:gd name="T13" fmla="*/ 0 h 1826"/>
                <a:gd name="T14" fmla="*/ 1 w 95"/>
                <a:gd name="T15" fmla="*/ 0 h 1826"/>
                <a:gd name="T16" fmla="*/ 1 w 95"/>
                <a:gd name="T17" fmla="*/ 0 h 1826"/>
                <a:gd name="T18" fmla="*/ 1 w 95"/>
                <a:gd name="T19" fmla="*/ 0 h 1826"/>
                <a:gd name="T20" fmla="*/ 0 w 95"/>
                <a:gd name="T21" fmla="*/ 0 h 1826"/>
                <a:gd name="T22" fmla="*/ 0 w 95"/>
                <a:gd name="T23" fmla="*/ 0 h 1826"/>
                <a:gd name="T24" fmla="*/ 0 w 95"/>
                <a:gd name="T25" fmla="*/ 0 h 1826"/>
                <a:gd name="T26" fmla="*/ 0 w 95"/>
                <a:gd name="T27" fmla="*/ 0 h 1826"/>
                <a:gd name="T28" fmla="*/ 0 w 95"/>
                <a:gd name="T29" fmla="*/ 0 h 1826"/>
                <a:gd name="T30" fmla="*/ 0 w 95"/>
                <a:gd name="T31" fmla="*/ 0 h 182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95"/>
                <a:gd name="T49" fmla="*/ 0 h 1826"/>
                <a:gd name="T50" fmla="*/ 95 w 95"/>
                <a:gd name="T51" fmla="*/ 1826 h 182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95" h="1826">
                  <a:moveTo>
                    <a:pt x="0" y="49"/>
                  </a:moveTo>
                  <a:lnTo>
                    <a:pt x="0" y="47"/>
                  </a:lnTo>
                  <a:lnTo>
                    <a:pt x="1" y="1826"/>
                  </a:lnTo>
                  <a:lnTo>
                    <a:pt x="95" y="1826"/>
                  </a:lnTo>
                  <a:lnTo>
                    <a:pt x="93" y="47"/>
                  </a:lnTo>
                  <a:lnTo>
                    <a:pt x="93" y="45"/>
                  </a:lnTo>
                  <a:lnTo>
                    <a:pt x="93" y="47"/>
                  </a:lnTo>
                  <a:lnTo>
                    <a:pt x="90" y="27"/>
                  </a:lnTo>
                  <a:lnTo>
                    <a:pt x="79" y="12"/>
                  </a:lnTo>
                  <a:lnTo>
                    <a:pt x="64" y="4"/>
                  </a:lnTo>
                  <a:lnTo>
                    <a:pt x="47" y="0"/>
                  </a:lnTo>
                  <a:lnTo>
                    <a:pt x="29" y="4"/>
                  </a:lnTo>
                  <a:lnTo>
                    <a:pt x="15" y="12"/>
                  </a:lnTo>
                  <a:lnTo>
                    <a:pt x="3" y="27"/>
                  </a:lnTo>
                  <a:lnTo>
                    <a:pt x="0" y="47"/>
                  </a:lnTo>
                  <a:lnTo>
                    <a:pt x="0" y="4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9528" name="Freeform 38"/>
            <p:cNvSpPr>
              <a:spLocks/>
            </p:cNvSpPr>
            <p:nvPr/>
          </p:nvSpPr>
          <p:spPr bwMode="auto">
            <a:xfrm>
              <a:off x="1598" y="1598"/>
              <a:ext cx="81" cy="113"/>
            </a:xfrm>
            <a:custGeom>
              <a:avLst/>
              <a:gdLst>
                <a:gd name="T0" fmla="*/ 0 w 401"/>
                <a:gd name="T1" fmla="*/ 1 h 566"/>
                <a:gd name="T2" fmla="*/ 0 w 401"/>
                <a:gd name="T3" fmla="*/ 1 h 566"/>
                <a:gd name="T4" fmla="*/ 0 w 401"/>
                <a:gd name="T5" fmla="*/ 1 h 566"/>
                <a:gd name="T6" fmla="*/ 1 w 401"/>
                <a:gd name="T7" fmla="*/ 1 h 566"/>
                <a:gd name="T8" fmla="*/ 1 w 401"/>
                <a:gd name="T9" fmla="*/ 1 h 566"/>
                <a:gd name="T10" fmla="*/ 1 w 401"/>
                <a:gd name="T11" fmla="*/ 1 h 566"/>
                <a:gd name="T12" fmla="*/ 1 w 401"/>
                <a:gd name="T13" fmla="*/ 2 h 566"/>
                <a:gd name="T14" fmla="*/ 1 w 401"/>
                <a:gd name="T15" fmla="*/ 2 h 566"/>
                <a:gd name="T16" fmla="*/ 2 w 401"/>
                <a:gd name="T17" fmla="*/ 2 h 566"/>
                <a:gd name="T18" fmla="*/ 2 w 401"/>
                <a:gd name="T19" fmla="*/ 2 h 566"/>
                <a:gd name="T20" fmla="*/ 2 w 401"/>
                <a:gd name="T21" fmla="*/ 2 h 566"/>
                <a:gd name="T22" fmla="*/ 2 w 401"/>
                <a:gd name="T23" fmla="*/ 3 h 566"/>
                <a:gd name="T24" fmla="*/ 2 w 401"/>
                <a:gd name="T25" fmla="*/ 3 h 566"/>
                <a:gd name="T26" fmla="*/ 2 w 401"/>
                <a:gd name="T27" fmla="*/ 3 h 566"/>
                <a:gd name="T28" fmla="*/ 2 w 401"/>
                <a:gd name="T29" fmla="*/ 4 h 566"/>
                <a:gd name="T30" fmla="*/ 2 w 401"/>
                <a:gd name="T31" fmla="*/ 4 h 566"/>
                <a:gd name="T32" fmla="*/ 2 w 401"/>
                <a:gd name="T33" fmla="*/ 4 h 566"/>
                <a:gd name="T34" fmla="*/ 3 w 401"/>
                <a:gd name="T35" fmla="*/ 5 h 566"/>
                <a:gd name="T36" fmla="*/ 3 w 401"/>
                <a:gd name="T37" fmla="*/ 4 h 566"/>
                <a:gd name="T38" fmla="*/ 3 w 401"/>
                <a:gd name="T39" fmla="*/ 4 h 566"/>
                <a:gd name="T40" fmla="*/ 3 w 401"/>
                <a:gd name="T41" fmla="*/ 4 h 566"/>
                <a:gd name="T42" fmla="*/ 3 w 401"/>
                <a:gd name="T43" fmla="*/ 3 h 566"/>
                <a:gd name="T44" fmla="*/ 3 w 401"/>
                <a:gd name="T45" fmla="*/ 3 h 566"/>
                <a:gd name="T46" fmla="*/ 3 w 401"/>
                <a:gd name="T47" fmla="*/ 3 h 566"/>
                <a:gd name="T48" fmla="*/ 3 w 401"/>
                <a:gd name="T49" fmla="*/ 2 h 566"/>
                <a:gd name="T50" fmla="*/ 3 w 401"/>
                <a:gd name="T51" fmla="*/ 2 h 566"/>
                <a:gd name="T52" fmla="*/ 2 w 401"/>
                <a:gd name="T53" fmla="*/ 2 h 566"/>
                <a:gd name="T54" fmla="*/ 2 w 401"/>
                <a:gd name="T55" fmla="*/ 2 h 566"/>
                <a:gd name="T56" fmla="*/ 2 w 401"/>
                <a:gd name="T57" fmla="*/ 1 h 566"/>
                <a:gd name="T58" fmla="*/ 2 w 401"/>
                <a:gd name="T59" fmla="*/ 1 h 566"/>
                <a:gd name="T60" fmla="*/ 2 w 401"/>
                <a:gd name="T61" fmla="*/ 1 h 566"/>
                <a:gd name="T62" fmla="*/ 1 w 401"/>
                <a:gd name="T63" fmla="*/ 1 h 566"/>
                <a:gd name="T64" fmla="*/ 1 w 401"/>
                <a:gd name="T65" fmla="*/ 0 h 566"/>
                <a:gd name="T66" fmla="*/ 1 w 401"/>
                <a:gd name="T67" fmla="*/ 0 h 566"/>
                <a:gd name="T68" fmla="*/ 1 w 401"/>
                <a:gd name="T69" fmla="*/ 0 h 566"/>
                <a:gd name="T70" fmla="*/ 1 w 401"/>
                <a:gd name="T71" fmla="*/ 0 h 566"/>
                <a:gd name="T72" fmla="*/ 1 w 401"/>
                <a:gd name="T73" fmla="*/ 0 h 566"/>
                <a:gd name="T74" fmla="*/ 0 w 401"/>
                <a:gd name="T75" fmla="*/ 0 h 566"/>
                <a:gd name="T76" fmla="*/ 0 w 401"/>
                <a:gd name="T77" fmla="*/ 0 h 566"/>
                <a:gd name="T78" fmla="*/ 0 w 401"/>
                <a:gd name="T79" fmla="*/ 0 h 566"/>
                <a:gd name="T80" fmla="*/ 0 w 401"/>
                <a:gd name="T81" fmla="*/ 0 h 566"/>
                <a:gd name="T82" fmla="*/ 0 w 401"/>
                <a:gd name="T83" fmla="*/ 0 h 566"/>
                <a:gd name="T84" fmla="*/ 0 w 401"/>
                <a:gd name="T85" fmla="*/ 0 h 566"/>
                <a:gd name="T86" fmla="*/ 0 w 401"/>
                <a:gd name="T87" fmla="*/ 1 h 566"/>
                <a:gd name="T88" fmla="*/ 0 w 401"/>
                <a:gd name="T89" fmla="*/ 1 h 56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401"/>
                <a:gd name="T136" fmla="*/ 0 h 566"/>
                <a:gd name="T137" fmla="*/ 401 w 401"/>
                <a:gd name="T138" fmla="*/ 566 h 566"/>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401" h="566">
                  <a:moveTo>
                    <a:pt x="23" y="88"/>
                  </a:moveTo>
                  <a:lnTo>
                    <a:pt x="23" y="88"/>
                  </a:lnTo>
                  <a:lnTo>
                    <a:pt x="53" y="107"/>
                  </a:lnTo>
                  <a:lnTo>
                    <a:pt x="83" y="125"/>
                  </a:lnTo>
                  <a:lnTo>
                    <a:pt x="108" y="147"/>
                  </a:lnTo>
                  <a:lnTo>
                    <a:pt x="135" y="171"/>
                  </a:lnTo>
                  <a:lnTo>
                    <a:pt x="160" y="196"/>
                  </a:lnTo>
                  <a:lnTo>
                    <a:pt x="182" y="223"/>
                  </a:lnTo>
                  <a:lnTo>
                    <a:pt x="205" y="251"/>
                  </a:lnTo>
                  <a:lnTo>
                    <a:pt x="223" y="281"/>
                  </a:lnTo>
                  <a:lnTo>
                    <a:pt x="240" y="312"/>
                  </a:lnTo>
                  <a:lnTo>
                    <a:pt x="256" y="345"/>
                  </a:lnTo>
                  <a:lnTo>
                    <a:pt x="270" y="379"/>
                  </a:lnTo>
                  <a:lnTo>
                    <a:pt x="282" y="414"/>
                  </a:lnTo>
                  <a:lnTo>
                    <a:pt x="291" y="450"/>
                  </a:lnTo>
                  <a:lnTo>
                    <a:pt x="299" y="488"/>
                  </a:lnTo>
                  <a:lnTo>
                    <a:pt x="304" y="526"/>
                  </a:lnTo>
                  <a:lnTo>
                    <a:pt x="308" y="566"/>
                  </a:lnTo>
                  <a:lnTo>
                    <a:pt x="401" y="562"/>
                  </a:lnTo>
                  <a:lnTo>
                    <a:pt x="398" y="517"/>
                  </a:lnTo>
                  <a:lnTo>
                    <a:pt x="391" y="471"/>
                  </a:lnTo>
                  <a:lnTo>
                    <a:pt x="383" y="429"/>
                  </a:lnTo>
                  <a:lnTo>
                    <a:pt x="371" y="386"/>
                  </a:lnTo>
                  <a:lnTo>
                    <a:pt x="357" y="346"/>
                  </a:lnTo>
                  <a:lnTo>
                    <a:pt x="340" y="307"/>
                  </a:lnTo>
                  <a:lnTo>
                    <a:pt x="324" y="270"/>
                  </a:lnTo>
                  <a:lnTo>
                    <a:pt x="303" y="232"/>
                  </a:lnTo>
                  <a:lnTo>
                    <a:pt x="280" y="197"/>
                  </a:lnTo>
                  <a:lnTo>
                    <a:pt x="255" y="164"/>
                  </a:lnTo>
                  <a:lnTo>
                    <a:pt x="228" y="132"/>
                  </a:lnTo>
                  <a:lnTo>
                    <a:pt x="199" y="103"/>
                  </a:lnTo>
                  <a:lnTo>
                    <a:pt x="169" y="76"/>
                  </a:lnTo>
                  <a:lnTo>
                    <a:pt x="137" y="50"/>
                  </a:lnTo>
                  <a:lnTo>
                    <a:pt x="103" y="27"/>
                  </a:lnTo>
                  <a:lnTo>
                    <a:pt x="67" y="6"/>
                  </a:lnTo>
                  <a:lnTo>
                    <a:pt x="48" y="0"/>
                  </a:lnTo>
                  <a:lnTo>
                    <a:pt x="30" y="2"/>
                  </a:lnTo>
                  <a:lnTo>
                    <a:pt x="16" y="12"/>
                  </a:lnTo>
                  <a:lnTo>
                    <a:pt x="5" y="25"/>
                  </a:lnTo>
                  <a:lnTo>
                    <a:pt x="0" y="41"/>
                  </a:lnTo>
                  <a:lnTo>
                    <a:pt x="0" y="59"/>
                  </a:lnTo>
                  <a:lnTo>
                    <a:pt x="8" y="75"/>
                  </a:lnTo>
                  <a:lnTo>
                    <a:pt x="23"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9529" name="Freeform 39"/>
            <p:cNvSpPr>
              <a:spLocks/>
            </p:cNvSpPr>
            <p:nvPr/>
          </p:nvSpPr>
          <p:spPr bwMode="auto">
            <a:xfrm>
              <a:off x="1346" y="1455"/>
              <a:ext cx="266" cy="160"/>
            </a:xfrm>
            <a:custGeom>
              <a:avLst/>
              <a:gdLst>
                <a:gd name="T0" fmla="*/ 0 w 1330"/>
                <a:gd name="T1" fmla="*/ 1 h 801"/>
                <a:gd name="T2" fmla="*/ 0 w 1330"/>
                <a:gd name="T3" fmla="*/ 1 h 801"/>
                <a:gd name="T4" fmla="*/ 10 w 1330"/>
                <a:gd name="T5" fmla="*/ 6 h 801"/>
                <a:gd name="T6" fmla="*/ 11 w 1330"/>
                <a:gd name="T7" fmla="*/ 6 h 801"/>
                <a:gd name="T8" fmla="*/ 1 w 1330"/>
                <a:gd name="T9" fmla="*/ 0 h 801"/>
                <a:gd name="T10" fmla="*/ 1 w 1330"/>
                <a:gd name="T11" fmla="*/ 0 h 801"/>
                <a:gd name="T12" fmla="*/ 1 w 1330"/>
                <a:gd name="T13" fmla="*/ 0 h 801"/>
                <a:gd name="T14" fmla="*/ 0 w 1330"/>
                <a:gd name="T15" fmla="*/ 0 h 801"/>
                <a:gd name="T16" fmla="*/ 0 w 1330"/>
                <a:gd name="T17" fmla="*/ 0 h 801"/>
                <a:gd name="T18" fmla="*/ 0 w 1330"/>
                <a:gd name="T19" fmla="*/ 0 h 801"/>
                <a:gd name="T20" fmla="*/ 0 w 1330"/>
                <a:gd name="T21" fmla="*/ 0 h 801"/>
                <a:gd name="T22" fmla="*/ 0 w 1330"/>
                <a:gd name="T23" fmla="*/ 0 h 801"/>
                <a:gd name="T24" fmla="*/ 0 w 1330"/>
                <a:gd name="T25" fmla="*/ 0 h 801"/>
                <a:gd name="T26" fmla="*/ 0 w 1330"/>
                <a:gd name="T27" fmla="*/ 1 h 801"/>
                <a:gd name="T28" fmla="*/ 0 w 1330"/>
                <a:gd name="T29" fmla="*/ 1 h 801"/>
                <a:gd name="T30" fmla="*/ 0 w 1330"/>
                <a:gd name="T31" fmla="*/ 1 h 801"/>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30"/>
                <a:gd name="T49" fmla="*/ 0 h 801"/>
                <a:gd name="T50" fmla="*/ 1330 w 1330"/>
                <a:gd name="T51" fmla="*/ 801 h 801"/>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30" h="801">
                  <a:moveTo>
                    <a:pt x="24" y="88"/>
                  </a:moveTo>
                  <a:lnTo>
                    <a:pt x="23" y="88"/>
                  </a:lnTo>
                  <a:lnTo>
                    <a:pt x="1286" y="801"/>
                  </a:lnTo>
                  <a:lnTo>
                    <a:pt x="1330" y="719"/>
                  </a:lnTo>
                  <a:lnTo>
                    <a:pt x="67" y="6"/>
                  </a:lnTo>
                  <a:lnTo>
                    <a:pt x="66" y="6"/>
                  </a:lnTo>
                  <a:lnTo>
                    <a:pt x="67" y="6"/>
                  </a:lnTo>
                  <a:lnTo>
                    <a:pt x="48" y="0"/>
                  </a:lnTo>
                  <a:lnTo>
                    <a:pt x="30" y="2"/>
                  </a:lnTo>
                  <a:lnTo>
                    <a:pt x="16" y="12"/>
                  </a:lnTo>
                  <a:lnTo>
                    <a:pt x="5" y="25"/>
                  </a:lnTo>
                  <a:lnTo>
                    <a:pt x="0" y="41"/>
                  </a:lnTo>
                  <a:lnTo>
                    <a:pt x="0" y="59"/>
                  </a:lnTo>
                  <a:lnTo>
                    <a:pt x="8" y="75"/>
                  </a:lnTo>
                  <a:lnTo>
                    <a:pt x="23" y="88"/>
                  </a:lnTo>
                  <a:lnTo>
                    <a:pt x="24"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9530" name="Freeform 40"/>
            <p:cNvSpPr>
              <a:spLocks/>
            </p:cNvSpPr>
            <p:nvPr/>
          </p:nvSpPr>
          <p:spPr bwMode="auto">
            <a:xfrm>
              <a:off x="1198" y="1439"/>
              <a:ext cx="161" cy="35"/>
            </a:xfrm>
            <a:custGeom>
              <a:avLst/>
              <a:gdLst>
                <a:gd name="T0" fmla="*/ 1 w 806"/>
                <a:gd name="T1" fmla="*/ 1 h 177"/>
                <a:gd name="T2" fmla="*/ 1 w 806"/>
                <a:gd name="T3" fmla="*/ 1 h 177"/>
                <a:gd name="T4" fmla="*/ 1 w 806"/>
                <a:gd name="T5" fmla="*/ 1 h 177"/>
                <a:gd name="T6" fmla="*/ 1 w 806"/>
                <a:gd name="T7" fmla="*/ 1 h 177"/>
                <a:gd name="T8" fmla="*/ 2 w 806"/>
                <a:gd name="T9" fmla="*/ 1 h 177"/>
                <a:gd name="T10" fmla="*/ 2 w 806"/>
                <a:gd name="T11" fmla="*/ 1 h 177"/>
                <a:gd name="T12" fmla="*/ 2 w 806"/>
                <a:gd name="T13" fmla="*/ 1 h 177"/>
                <a:gd name="T14" fmla="*/ 3 w 806"/>
                <a:gd name="T15" fmla="*/ 1 h 177"/>
                <a:gd name="T16" fmla="*/ 3 w 806"/>
                <a:gd name="T17" fmla="*/ 1 h 177"/>
                <a:gd name="T18" fmla="*/ 3 w 806"/>
                <a:gd name="T19" fmla="*/ 1 h 177"/>
                <a:gd name="T20" fmla="*/ 4 w 806"/>
                <a:gd name="T21" fmla="*/ 1 h 177"/>
                <a:gd name="T22" fmla="*/ 4 w 806"/>
                <a:gd name="T23" fmla="*/ 1 h 177"/>
                <a:gd name="T24" fmla="*/ 5 w 806"/>
                <a:gd name="T25" fmla="*/ 1 h 177"/>
                <a:gd name="T26" fmla="*/ 5 w 806"/>
                <a:gd name="T27" fmla="*/ 1 h 177"/>
                <a:gd name="T28" fmla="*/ 5 w 806"/>
                <a:gd name="T29" fmla="*/ 1 h 177"/>
                <a:gd name="T30" fmla="*/ 6 w 806"/>
                <a:gd name="T31" fmla="*/ 1 h 177"/>
                <a:gd name="T32" fmla="*/ 6 w 806"/>
                <a:gd name="T33" fmla="*/ 1 h 177"/>
                <a:gd name="T34" fmla="*/ 6 w 806"/>
                <a:gd name="T35" fmla="*/ 1 h 177"/>
                <a:gd name="T36" fmla="*/ 6 w 806"/>
                <a:gd name="T37" fmla="*/ 1 h 177"/>
                <a:gd name="T38" fmla="*/ 6 w 806"/>
                <a:gd name="T39" fmla="*/ 1 h 177"/>
                <a:gd name="T40" fmla="*/ 6 w 806"/>
                <a:gd name="T41" fmla="*/ 0 h 177"/>
                <a:gd name="T42" fmla="*/ 5 w 806"/>
                <a:gd name="T43" fmla="*/ 0 h 177"/>
                <a:gd name="T44" fmla="*/ 5 w 806"/>
                <a:gd name="T45" fmla="*/ 0 h 177"/>
                <a:gd name="T46" fmla="*/ 5 w 806"/>
                <a:gd name="T47" fmla="*/ 0 h 177"/>
                <a:gd name="T48" fmla="*/ 4 w 806"/>
                <a:gd name="T49" fmla="*/ 0 h 177"/>
                <a:gd name="T50" fmla="*/ 4 w 806"/>
                <a:gd name="T51" fmla="*/ 0 h 177"/>
                <a:gd name="T52" fmla="*/ 3 w 806"/>
                <a:gd name="T53" fmla="*/ 0 h 177"/>
                <a:gd name="T54" fmla="*/ 3 w 806"/>
                <a:gd name="T55" fmla="*/ 0 h 177"/>
                <a:gd name="T56" fmla="*/ 3 w 806"/>
                <a:gd name="T57" fmla="*/ 0 h 177"/>
                <a:gd name="T58" fmla="*/ 2 w 806"/>
                <a:gd name="T59" fmla="*/ 0 h 177"/>
                <a:gd name="T60" fmla="*/ 2 w 806"/>
                <a:gd name="T61" fmla="*/ 0 h 177"/>
                <a:gd name="T62" fmla="*/ 1 w 806"/>
                <a:gd name="T63" fmla="*/ 0 h 177"/>
                <a:gd name="T64" fmla="*/ 1 w 806"/>
                <a:gd name="T65" fmla="*/ 0 h 177"/>
                <a:gd name="T66" fmla="*/ 1 w 806"/>
                <a:gd name="T67" fmla="*/ 1 h 177"/>
                <a:gd name="T68" fmla="*/ 0 w 806"/>
                <a:gd name="T69" fmla="*/ 1 h 177"/>
                <a:gd name="T70" fmla="*/ 0 w 806"/>
                <a:gd name="T71" fmla="*/ 1 h 177"/>
                <a:gd name="T72" fmla="*/ 0 w 806"/>
                <a:gd name="T73" fmla="*/ 1 h 177"/>
                <a:gd name="T74" fmla="*/ 0 w 806"/>
                <a:gd name="T75" fmla="*/ 1 h 177"/>
                <a:gd name="T76" fmla="*/ 0 w 806"/>
                <a:gd name="T77" fmla="*/ 1 h 177"/>
                <a:gd name="T78" fmla="*/ 0 w 806"/>
                <a:gd name="T79" fmla="*/ 1 h 177"/>
                <a:gd name="T80" fmla="*/ 0 w 806"/>
                <a:gd name="T81" fmla="*/ 1 h 177"/>
                <a:gd name="T82" fmla="*/ 0 w 806"/>
                <a:gd name="T83" fmla="*/ 1 h 177"/>
                <a:gd name="T84" fmla="*/ 0 w 806"/>
                <a:gd name="T85" fmla="*/ 1 h 177"/>
                <a:gd name="T86" fmla="*/ 0 w 806"/>
                <a:gd name="T87" fmla="*/ 1 h 177"/>
                <a:gd name="T88" fmla="*/ 1 w 806"/>
                <a:gd name="T89" fmla="*/ 1 h 177"/>
                <a:gd name="T90" fmla="*/ 1 w 806"/>
                <a:gd name="T91" fmla="*/ 1 h 17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806"/>
                <a:gd name="T139" fmla="*/ 0 h 177"/>
                <a:gd name="T140" fmla="*/ 806 w 806"/>
                <a:gd name="T141" fmla="*/ 177 h 17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806" h="177">
                  <a:moveTo>
                    <a:pt x="67" y="171"/>
                  </a:moveTo>
                  <a:lnTo>
                    <a:pt x="68" y="171"/>
                  </a:lnTo>
                  <a:lnTo>
                    <a:pt x="109" y="151"/>
                  </a:lnTo>
                  <a:lnTo>
                    <a:pt x="151" y="135"/>
                  </a:lnTo>
                  <a:lnTo>
                    <a:pt x="196" y="122"/>
                  </a:lnTo>
                  <a:lnTo>
                    <a:pt x="242" y="110"/>
                  </a:lnTo>
                  <a:lnTo>
                    <a:pt x="287" y="102"/>
                  </a:lnTo>
                  <a:lnTo>
                    <a:pt x="335" y="97"/>
                  </a:lnTo>
                  <a:lnTo>
                    <a:pt x="382" y="95"/>
                  </a:lnTo>
                  <a:lnTo>
                    <a:pt x="430" y="94"/>
                  </a:lnTo>
                  <a:lnTo>
                    <a:pt x="477" y="97"/>
                  </a:lnTo>
                  <a:lnTo>
                    <a:pt x="524" y="102"/>
                  </a:lnTo>
                  <a:lnTo>
                    <a:pt x="568" y="108"/>
                  </a:lnTo>
                  <a:lnTo>
                    <a:pt x="612" y="117"/>
                  </a:lnTo>
                  <a:lnTo>
                    <a:pt x="654" y="128"/>
                  </a:lnTo>
                  <a:lnTo>
                    <a:pt x="693" y="141"/>
                  </a:lnTo>
                  <a:lnTo>
                    <a:pt x="730" y="155"/>
                  </a:lnTo>
                  <a:lnTo>
                    <a:pt x="764" y="171"/>
                  </a:lnTo>
                  <a:lnTo>
                    <a:pt x="806" y="89"/>
                  </a:lnTo>
                  <a:lnTo>
                    <a:pt x="768" y="70"/>
                  </a:lnTo>
                  <a:lnTo>
                    <a:pt x="725" y="54"/>
                  </a:lnTo>
                  <a:lnTo>
                    <a:pt x="680" y="39"/>
                  </a:lnTo>
                  <a:lnTo>
                    <a:pt x="633" y="26"/>
                  </a:lnTo>
                  <a:lnTo>
                    <a:pt x="585" y="16"/>
                  </a:lnTo>
                  <a:lnTo>
                    <a:pt x="536" y="8"/>
                  </a:lnTo>
                  <a:lnTo>
                    <a:pt x="484" y="3"/>
                  </a:lnTo>
                  <a:lnTo>
                    <a:pt x="433" y="0"/>
                  </a:lnTo>
                  <a:lnTo>
                    <a:pt x="380" y="1"/>
                  </a:lnTo>
                  <a:lnTo>
                    <a:pt x="328" y="3"/>
                  </a:lnTo>
                  <a:lnTo>
                    <a:pt x="276" y="10"/>
                  </a:lnTo>
                  <a:lnTo>
                    <a:pt x="223" y="19"/>
                  </a:lnTo>
                  <a:lnTo>
                    <a:pt x="172" y="30"/>
                  </a:lnTo>
                  <a:lnTo>
                    <a:pt x="121" y="46"/>
                  </a:lnTo>
                  <a:lnTo>
                    <a:pt x="72" y="67"/>
                  </a:lnTo>
                  <a:lnTo>
                    <a:pt x="24" y="89"/>
                  </a:lnTo>
                  <a:lnTo>
                    <a:pt x="25" y="89"/>
                  </a:lnTo>
                  <a:lnTo>
                    <a:pt x="24" y="89"/>
                  </a:lnTo>
                  <a:lnTo>
                    <a:pt x="8" y="102"/>
                  </a:lnTo>
                  <a:lnTo>
                    <a:pt x="0" y="118"/>
                  </a:lnTo>
                  <a:lnTo>
                    <a:pt x="0" y="136"/>
                  </a:lnTo>
                  <a:lnTo>
                    <a:pt x="6" y="152"/>
                  </a:lnTo>
                  <a:lnTo>
                    <a:pt x="17" y="165"/>
                  </a:lnTo>
                  <a:lnTo>
                    <a:pt x="31" y="175"/>
                  </a:lnTo>
                  <a:lnTo>
                    <a:pt x="48" y="177"/>
                  </a:lnTo>
                  <a:lnTo>
                    <a:pt x="68" y="171"/>
                  </a:lnTo>
                  <a:lnTo>
                    <a:pt x="67" y="1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9531" name="Freeform 41"/>
            <p:cNvSpPr>
              <a:spLocks/>
            </p:cNvSpPr>
            <p:nvPr/>
          </p:nvSpPr>
          <p:spPr bwMode="auto">
            <a:xfrm>
              <a:off x="931" y="1456"/>
              <a:ext cx="280" cy="158"/>
            </a:xfrm>
            <a:custGeom>
              <a:avLst/>
              <a:gdLst>
                <a:gd name="T0" fmla="*/ 1 w 1402"/>
                <a:gd name="T1" fmla="*/ 6 h 787"/>
                <a:gd name="T2" fmla="*/ 1 w 1402"/>
                <a:gd name="T3" fmla="*/ 6 h 787"/>
                <a:gd name="T4" fmla="*/ 11 w 1402"/>
                <a:gd name="T5" fmla="*/ 1 h 787"/>
                <a:gd name="T6" fmla="*/ 11 w 1402"/>
                <a:gd name="T7" fmla="*/ 0 h 787"/>
                <a:gd name="T8" fmla="*/ 0 w 1402"/>
                <a:gd name="T9" fmla="*/ 6 h 787"/>
                <a:gd name="T10" fmla="*/ 0 w 1402"/>
                <a:gd name="T11" fmla="*/ 6 h 787"/>
                <a:gd name="T12" fmla="*/ 0 w 1402"/>
                <a:gd name="T13" fmla="*/ 6 h 787"/>
                <a:gd name="T14" fmla="*/ 0 w 1402"/>
                <a:gd name="T15" fmla="*/ 6 h 787"/>
                <a:gd name="T16" fmla="*/ 0 w 1402"/>
                <a:gd name="T17" fmla="*/ 6 h 787"/>
                <a:gd name="T18" fmla="*/ 0 w 1402"/>
                <a:gd name="T19" fmla="*/ 6 h 787"/>
                <a:gd name="T20" fmla="*/ 0 w 1402"/>
                <a:gd name="T21" fmla="*/ 6 h 787"/>
                <a:gd name="T22" fmla="*/ 0 w 1402"/>
                <a:gd name="T23" fmla="*/ 6 h 787"/>
                <a:gd name="T24" fmla="*/ 0 w 1402"/>
                <a:gd name="T25" fmla="*/ 6 h 787"/>
                <a:gd name="T26" fmla="*/ 0 w 1402"/>
                <a:gd name="T27" fmla="*/ 6 h 787"/>
                <a:gd name="T28" fmla="*/ 1 w 1402"/>
                <a:gd name="T29" fmla="*/ 6 h 787"/>
                <a:gd name="T30" fmla="*/ 1 w 1402"/>
                <a:gd name="T31" fmla="*/ 6 h 78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02"/>
                <a:gd name="T49" fmla="*/ 0 h 787"/>
                <a:gd name="T50" fmla="*/ 1402 w 1402"/>
                <a:gd name="T51" fmla="*/ 787 h 78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02" h="787">
                  <a:moveTo>
                    <a:pt x="69" y="781"/>
                  </a:moveTo>
                  <a:lnTo>
                    <a:pt x="66" y="781"/>
                  </a:lnTo>
                  <a:lnTo>
                    <a:pt x="1402" y="82"/>
                  </a:lnTo>
                  <a:lnTo>
                    <a:pt x="1360" y="0"/>
                  </a:lnTo>
                  <a:lnTo>
                    <a:pt x="24" y="699"/>
                  </a:lnTo>
                  <a:lnTo>
                    <a:pt x="22" y="699"/>
                  </a:lnTo>
                  <a:lnTo>
                    <a:pt x="24" y="699"/>
                  </a:lnTo>
                  <a:lnTo>
                    <a:pt x="8" y="712"/>
                  </a:lnTo>
                  <a:lnTo>
                    <a:pt x="1" y="727"/>
                  </a:lnTo>
                  <a:lnTo>
                    <a:pt x="0" y="744"/>
                  </a:lnTo>
                  <a:lnTo>
                    <a:pt x="5" y="761"/>
                  </a:lnTo>
                  <a:lnTo>
                    <a:pt x="15" y="775"/>
                  </a:lnTo>
                  <a:lnTo>
                    <a:pt x="30" y="784"/>
                  </a:lnTo>
                  <a:lnTo>
                    <a:pt x="46" y="787"/>
                  </a:lnTo>
                  <a:lnTo>
                    <a:pt x="66" y="781"/>
                  </a:lnTo>
                  <a:lnTo>
                    <a:pt x="69" y="7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9532" name="Freeform 42"/>
            <p:cNvSpPr>
              <a:spLocks/>
            </p:cNvSpPr>
            <p:nvPr/>
          </p:nvSpPr>
          <p:spPr bwMode="auto">
            <a:xfrm>
              <a:off x="868" y="1596"/>
              <a:ext cx="77" cy="126"/>
            </a:xfrm>
            <a:custGeom>
              <a:avLst/>
              <a:gdLst>
                <a:gd name="T0" fmla="*/ 1 w 382"/>
                <a:gd name="T1" fmla="*/ 5 h 628"/>
                <a:gd name="T2" fmla="*/ 1 w 382"/>
                <a:gd name="T3" fmla="*/ 5 h 628"/>
                <a:gd name="T4" fmla="*/ 1 w 382"/>
                <a:gd name="T5" fmla="*/ 4 h 628"/>
                <a:gd name="T6" fmla="*/ 1 w 382"/>
                <a:gd name="T7" fmla="*/ 4 h 628"/>
                <a:gd name="T8" fmla="*/ 1 w 382"/>
                <a:gd name="T9" fmla="*/ 4 h 628"/>
                <a:gd name="T10" fmla="*/ 1 w 382"/>
                <a:gd name="T11" fmla="*/ 3 h 628"/>
                <a:gd name="T12" fmla="*/ 1 w 382"/>
                <a:gd name="T13" fmla="*/ 3 h 628"/>
                <a:gd name="T14" fmla="*/ 1 w 382"/>
                <a:gd name="T15" fmla="*/ 3 h 628"/>
                <a:gd name="T16" fmla="*/ 1 w 382"/>
                <a:gd name="T17" fmla="*/ 3 h 628"/>
                <a:gd name="T18" fmla="*/ 1 w 382"/>
                <a:gd name="T19" fmla="*/ 2 h 628"/>
                <a:gd name="T20" fmla="*/ 2 w 382"/>
                <a:gd name="T21" fmla="*/ 2 h 628"/>
                <a:gd name="T22" fmla="*/ 2 w 382"/>
                <a:gd name="T23" fmla="*/ 2 h 628"/>
                <a:gd name="T24" fmla="*/ 2 w 382"/>
                <a:gd name="T25" fmla="*/ 2 h 628"/>
                <a:gd name="T26" fmla="*/ 2 w 382"/>
                <a:gd name="T27" fmla="*/ 1 h 628"/>
                <a:gd name="T28" fmla="*/ 2 w 382"/>
                <a:gd name="T29" fmla="*/ 1 h 628"/>
                <a:gd name="T30" fmla="*/ 3 w 382"/>
                <a:gd name="T31" fmla="*/ 1 h 628"/>
                <a:gd name="T32" fmla="*/ 3 w 382"/>
                <a:gd name="T33" fmla="*/ 1 h 628"/>
                <a:gd name="T34" fmla="*/ 3 w 382"/>
                <a:gd name="T35" fmla="*/ 1 h 628"/>
                <a:gd name="T36" fmla="*/ 3 w 382"/>
                <a:gd name="T37" fmla="*/ 0 h 628"/>
                <a:gd name="T38" fmla="*/ 2 w 382"/>
                <a:gd name="T39" fmla="*/ 0 h 628"/>
                <a:gd name="T40" fmla="*/ 2 w 382"/>
                <a:gd name="T41" fmla="*/ 0 h 628"/>
                <a:gd name="T42" fmla="*/ 2 w 382"/>
                <a:gd name="T43" fmla="*/ 1 h 628"/>
                <a:gd name="T44" fmla="*/ 2 w 382"/>
                <a:gd name="T45" fmla="*/ 1 h 628"/>
                <a:gd name="T46" fmla="*/ 1 w 382"/>
                <a:gd name="T47" fmla="*/ 1 h 628"/>
                <a:gd name="T48" fmla="*/ 1 w 382"/>
                <a:gd name="T49" fmla="*/ 1 h 628"/>
                <a:gd name="T50" fmla="*/ 1 w 382"/>
                <a:gd name="T51" fmla="*/ 2 h 628"/>
                <a:gd name="T52" fmla="*/ 1 w 382"/>
                <a:gd name="T53" fmla="*/ 2 h 628"/>
                <a:gd name="T54" fmla="*/ 1 w 382"/>
                <a:gd name="T55" fmla="*/ 2 h 628"/>
                <a:gd name="T56" fmla="*/ 0 w 382"/>
                <a:gd name="T57" fmla="*/ 3 h 628"/>
                <a:gd name="T58" fmla="*/ 0 w 382"/>
                <a:gd name="T59" fmla="*/ 3 h 628"/>
                <a:gd name="T60" fmla="*/ 0 w 382"/>
                <a:gd name="T61" fmla="*/ 3 h 628"/>
                <a:gd name="T62" fmla="*/ 0 w 382"/>
                <a:gd name="T63" fmla="*/ 4 h 628"/>
                <a:gd name="T64" fmla="*/ 0 w 382"/>
                <a:gd name="T65" fmla="*/ 4 h 628"/>
                <a:gd name="T66" fmla="*/ 0 w 382"/>
                <a:gd name="T67" fmla="*/ 4 h 628"/>
                <a:gd name="T68" fmla="*/ 0 w 382"/>
                <a:gd name="T69" fmla="*/ 5 h 628"/>
                <a:gd name="T70" fmla="*/ 0 w 382"/>
                <a:gd name="T71" fmla="*/ 5 h 628"/>
                <a:gd name="T72" fmla="*/ 0 w 382"/>
                <a:gd name="T73" fmla="*/ 5 h 628"/>
                <a:gd name="T74" fmla="*/ 0 w 382"/>
                <a:gd name="T75" fmla="*/ 5 h 628"/>
                <a:gd name="T76" fmla="*/ 0 w 382"/>
                <a:gd name="T77" fmla="*/ 5 h 628"/>
                <a:gd name="T78" fmla="*/ 0 w 382"/>
                <a:gd name="T79" fmla="*/ 5 h 628"/>
                <a:gd name="T80" fmla="*/ 0 w 382"/>
                <a:gd name="T81" fmla="*/ 5 h 628"/>
                <a:gd name="T82" fmla="*/ 1 w 382"/>
                <a:gd name="T83" fmla="*/ 5 h 628"/>
                <a:gd name="T84" fmla="*/ 1 w 382"/>
                <a:gd name="T85" fmla="*/ 5 h 628"/>
                <a:gd name="T86" fmla="*/ 1 w 382"/>
                <a:gd name="T87" fmla="*/ 5 h 628"/>
                <a:gd name="T88" fmla="*/ 1 w 382"/>
                <a:gd name="T89" fmla="*/ 5 h 628"/>
                <a:gd name="T90" fmla="*/ 1 w 382"/>
                <a:gd name="T91" fmla="*/ 5 h 628"/>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382"/>
                <a:gd name="T139" fmla="*/ 0 h 628"/>
                <a:gd name="T140" fmla="*/ 382 w 382"/>
                <a:gd name="T141" fmla="*/ 628 h 628"/>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382" h="628">
                  <a:moveTo>
                    <a:pt x="94" y="581"/>
                  </a:moveTo>
                  <a:lnTo>
                    <a:pt x="94" y="582"/>
                  </a:lnTo>
                  <a:lnTo>
                    <a:pt x="96" y="541"/>
                  </a:lnTo>
                  <a:lnTo>
                    <a:pt x="99" y="500"/>
                  </a:lnTo>
                  <a:lnTo>
                    <a:pt x="106" y="463"/>
                  </a:lnTo>
                  <a:lnTo>
                    <a:pt x="115" y="424"/>
                  </a:lnTo>
                  <a:lnTo>
                    <a:pt x="127" y="389"/>
                  </a:lnTo>
                  <a:lnTo>
                    <a:pt x="140" y="353"/>
                  </a:lnTo>
                  <a:lnTo>
                    <a:pt x="156" y="320"/>
                  </a:lnTo>
                  <a:lnTo>
                    <a:pt x="173" y="287"/>
                  </a:lnTo>
                  <a:lnTo>
                    <a:pt x="193" y="255"/>
                  </a:lnTo>
                  <a:lnTo>
                    <a:pt x="214" y="226"/>
                  </a:lnTo>
                  <a:lnTo>
                    <a:pt x="238" y="198"/>
                  </a:lnTo>
                  <a:lnTo>
                    <a:pt x="263" y="172"/>
                  </a:lnTo>
                  <a:lnTo>
                    <a:pt x="290" y="146"/>
                  </a:lnTo>
                  <a:lnTo>
                    <a:pt x="318" y="122"/>
                  </a:lnTo>
                  <a:lnTo>
                    <a:pt x="349" y="101"/>
                  </a:lnTo>
                  <a:lnTo>
                    <a:pt x="382" y="82"/>
                  </a:lnTo>
                  <a:lnTo>
                    <a:pt x="335" y="0"/>
                  </a:lnTo>
                  <a:lnTo>
                    <a:pt x="297" y="23"/>
                  </a:lnTo>
                  <a:lnTo>
                    <a:pt x="262" y="49"/>
                  </a:lnTo>
                  <a:lnTo>
                    <a:pt x="229" y="76"/>
                  </a:lnTo>
                  <a:lnTo>
                    <a:pt x="198" y="104"/>
                  </a:lnTo>
                  <a:lnTo>
                    <a:pt x="167" y="137"/>
                  </a:lnTo>
                  <a:lnTo>
                    <a:pt x="142" y="170"/>
                  </a:lnTo>
                  <a:lnTo>
                    <a:pt x="116" y="204"/>
                  </a:lnTo>
                  <a:lnTo>
                    <a:pt x="94" y="240"/>
                  </a:lnTo>
                  <a:lnTo>
                    <a:pt x="74" y="278"/>
                  </a:lnTo>
                  <a:lnTo>
                    <a:pt x="54" y="317"/>
                  </a:lnTo>
                  <a:lnTo>
                    <a:pt x="38" y="359"/>
                  </a:lnTo>
                  <a:lnTo>
                    <a:pt x="26" y="401"/>
                  </a:lnTo>
                  <a:lnTo>
                    <a:pt x="15" y="444"/>
                  </a:lnTo>
                  <a:lnTo>
                    <a:pt x="8" y="489"/>
                  </a:lnTo>
                  <a:lnTo>
                    <a:pt x="2" y="534"/>
                  </a:lnTo>
                  <a:lnTo>
                    <a:pt x="0" y="580"/>
                  </a:lnTo>
                  <a:lnTo>
                    <a:pt x="0" y="581"/>
                  </a:lnTo>
                  <a:lnTo>
                    <a:pt x="0" y="580"/>
                  </a:lnTo>
                  <a:lnTo>
                    <a:pt x="3" y="600"/>
                  </a:lnTo>
                  <a:lnTo>
                    <a:pt x="14" y="615"/>
                  </a:lnTo>
                  <a:lnTo>
                    <a:pt x="29" y="625"/>
                  </a:lnTo>
                  <a:lnTo>
                    <a:pt x="45" y="628"/>
                  </a:lnTo>
                  <a:lnTo>
                    <a:pt x="63" y="626"/>
                  </a:lnTo>
                  <a:lnTo>
                    <a:pt x="78" y="616"/>
                  </a:lnTo>
                  <a:lnTo>
                    <a:pt x="89" y="602"/>
                  </a:lnTo>
                  <a:lnTo>
                    <a:pt x="94" y="582"/>
                  </a:lnTo>
                  <a:lnTo>
                    <a:pt x="94" y="5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9533" name="Freeform 43"/>
            <p:cNvSpPr>
              <a:spLocks/>
            </p:cNvSpPr>
            <p:nvPr/>
          </p:nvSpPr>
          <p:spPr bwMode="auto">
            <a:xfrm>
              <a:off x="868" y="1712"/>
              <a:ext cx="19" cy="364"/>
            </a:xfrm>
            <a:custGeom>
              <a:avLst/>
              <a:gdLst>
                <a:gd name="T0" fmla="*/ 1 w 94"/>
                <a:gd name="T1" fmla="*/ 14 h 1818"/>
                <a:gd name="T2" fmla="*/ 1 w 94"/>
                <a:gd name="T3" fmla="*/ 14 h 1818"/>
                <a:gd name="T4" fmla="*/ 1 w 94"/>
                <a:gd name="T5" fmla="*/ 0 h 1818"/>
                <a:gd name="T6" fmla="*/ 0 w 94"/>
                <a:gd name="T7" fmla="*/ 0 h 1818"/>
                <a:gd name="T8" fmla="*/ 0 w 94"/>
                <a:gd name="T9" fmla="*/ 14 h 1818"/>
                <a:gd name="T10" fmla="*/ 0 w 94"/>
                <a:gd name="T11" fmla="*/ 14 h 1818"/>
                <a:gd name="T12" fmla="*/ 0 w 94"/>
                <a:gd name="T13" fmla="*/ 14 h 1818"/>
                <a:gd name="T14" fmla="*/ 0 w 94"/>
                <a:gd name="T15" fmla="*/ 14 h 1818"/>
                <a:gd name="T16" fmla="*/ 0 w 94"/>
                <a:gd name="T17" fmla="*/ 14 h 1818"/>
                <a:gd name="T18" fmla="*/ 0 w 94"/>
                <a:gd name="T19" fmla="*/ 15 h 1818"/>
                <a:gd name="T20" fmla="*/ 0 w 94"/>
                <a:gd name="T21" fmla="*/ 15 h 1818"/>
                <a:gd name="T22" fmla="*/ 1 w 94"/>
                <a:gd name="T23" fmla="*/ 15 h 1818"/>
                <a:gd name="T24" fmla="*/ 1 w 94"/>
                <a:gd name="T25" fmla="*/ 14 h 1818"/>
                <a:gd name="T26" fmla="*/ 1 w 94"/>
                <a:gd name="T27" fmla="*/ 14 h 1818"/>
                <a:gd name="T28" fmla="*/ 1 w 94"/>
                <a:gd name="T29" fmla="*/ 14 h 1818"/>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94"/>
                <a:gd name="T46" fmla="*/ 0 h 1818"/>
                <a:gd name="T47" fmla="*/ 94 w 94"/>
                <a:gd name="T48" fmla="*/ 1818 h 1818"/>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94" h="1818">
                  <a:moveTo>
                    <a:pt x="94" y="1771"/>
                  </a:moveTo>
                  <a:lnTo>
                    <a:pt x="94" y="1771"/>
                  </a:lnTo>
                  <a:lnTo>
                    <a:pt x="94" y="0"/>
                  </a:lnTo>
                  <a:lnTo>
                    <a:pt x="0" y="0"/>
                  </a:lnTo>
                  <a:lnTo>
                    <a:pt x="0" y="1771"/>
                  </a:lnTo>
                  <a:lnTo>
                    <a:pt x="3" y="1791"/>
                  </a:lnTo>
                  <a:lnTo>
                    <a:pt x="15" y="1806"/>
                  </a:lnTo>
                  <a:lnTo>
                    <a:pt x="29" y="1814"/>
                  </a:lnTo>
                  <a:lnTo>
                    <a:pt x="47" y="1818"/>
                  </a:lnTo>
                  <a:lnTo>
                    <a:pt x="64" y="1814"/>
                  </a:lnTo>
                  <a:lnTo>
                    <a:pt x="79" y="1806"/>
                  </a:lnTo>
                  <a:lnTo>
                    <a:pt x="90" y="1791"/>
                  </a:lnTo>
                  <a:lnTo>
                    <a:pt x="94" y="17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9534" name="Freeform 44"/>
            <p:cNvSpPr>
              <a:spLocks/>
            </p:cNvSpPr>
            <p:nvPr/>
          </p:nvSpPr>
          <p:spPr bwMode="auto">
            <a:xfrm>
              <a:off x="868" y="2067"/>
              <a:ext cx="90" cy="160"/>
            </a:xfrm>
            <a:custGeom>
              <a:avLst/>
              <a:gdLst>
                <a:gd name="T0" fmla="*/ 3 w 449"/>
                <a:gd name="T1" fmla="*/ 6 h 803"/>
                <a:gd name="T2" fmla="*/ 3 w 449"/>
                <a:gd name="T3" fmla="*/ 6 h 803"/>
                <a:gd name="T4" fmla="*/ 3 w 449"/>
                <a:gd name="T5" fmla="*/ 5 h 803"/>
                <a:gd name="T6" fmla="*/ 3 w 449"/>
                <a:gd name="T7" fmla="*/ 5 h 803"/>
                <a:gd name="T8" fmla="*/ 3 w 449"/>
                <a:gd name="T9" fmla="*/ 5 h 803"/>
                <a:gd name="T10" fmla="*/ 2 w 449"/>
                <a:gd name="T11" fmla="*/ 5 h 803"/>
                <a:gd name="T12" fmla="*/ 2 w 449"/>
                <a:gd name="T13" fmla="*/ 4 h 803"/>
                <a:gd name="T14" fmla="*/ 2 w 449"/>
                <a:gd name="T15" fmla="*/ 4 h 803"/>
                <a:gd name="T16" fmla="*/ 2 w 449"/>
                <a:gd name="T17" fmla="*/ 4 h 803"/>
                <a:gd name="T18" fmla="*/ 2 w 449"/>
                <a:gd name="T19" fmla="*/ 3 h 803"/>
                <a:gd name="T20" fmla="*/ 1 w 449"/>
                <a:gd name="T21" fmla="*/ 3 h 803"/>
                <a:gd name="T22" fmla="*/ 1 w 449"/>
                <a:gd name="T23" fmla="*/ 2 h 803"/>
                <a:gd name="T24" fmla="*/ 1 w 449"/>
                <a:gd name="T25" fmla="*/ 2 h 803"/>
                <a:gd name="T26" fmla="*/ 1 w 449"/>
                <a:gd name="T27" fmla="*/ 2 h 803"/>
                <a:gd name="T28" fmla="*/ 1 w 449"/>
                <a:gd name="T29" fmla="*/ 1 h 803"/>
                <a:gd name="T30" fmla="*/ 1 w 449"/>
                <a:gd name="T31" fmla="*/ 1 h 803"/>
                <a:gd name="T32" fmla="*/ 1 w 449"/>
                <a:gd name="T33" fmla="*/ 0 h 803"/>
                <a:gd name="T34" fmla="*/ 1 w 449"/>
                <a:gd name="T35" fmla="*/ 0 h 803"/>
                <a:gd name="T36" fmla="*/ 0 w 449"/>
                <a:gd name="T37" fmla="*/ 0 h 803"/>
                <a:gd name="T38" fmla="*/ 0 w 449"/>
                <a:gd name="T39" fmla="*/ 0 h 803"/>
                <a:gd name="T40" fmla="*/ 0 w 449"/>
                <a:gd name="T41" fmla="*/ 1 h 803"/>
                <a:gd name="T42" fmla="*/ 0 w 449"/>
                <a:gd name="T43" fmla="*/ 1 h 803"/>
                <a:gd name="T44" fmla="*/ 0 w 449"/>
                <a:gd name="T45" fmla="*/ 2 h 803"/>
                <a:gd name="T46" fmla="*/ 0 w 449"/>
                <a:gd name="T47" fmla="*/ 2 h 803"/>
                <a:gd name="T48" fmla="*/ 0 w 449"/>
                <a:gd name="T49" fmla="*/ 3 h 803"/>
                <a:gd name="T50" fmla="*/ 1 w 449"/>
                <a:gd name="T51" fmla="*/ 3 h 803"/>
                <a:gd name="T52" fmla="*/ 1 w 449"/>
                <a:gd name="T53" fmla="*/ 4 h 803"/>
                <a:gd name="T54" fmla="*/ 1 w 449"/>
                <a:gd name="T55" fmla="*/ 4 h 803"/>
                <a:gd name="T56" fmla="*/ 1 w 449"/>
                <a:gd name="T57" fmla="*/ 4 h 803"/>
                <a:gd name="T58" fmla="*/ 2 w 449"/>
                <a:gd name="T59" fmla="*/ 5 h 803"/>
                <a:gd name="T60" fmla="*/ 2 w 449"/>
                <a:gd name="T61" fmla="*/ 5 h 803"/>
                <a:gd name="T62" fmla="*/ 2 w 449"/>
                <a:gd name="T63" fmla="*/ 5 h 803"/>
                <a:gd name="T64" fmla="*/ 2 w 449"/>
                <a:gd name="T65" fmla="*/ 6 h 803"/>
                <a:gd name="T66" fmla="*/ 3 w 449"/>
                <a:gd name="T67" fmla="*/ 6 h 803"/>
                <a:gd name="T68" fmla="*/ 3 w 449"/>
                <a:gd name="T69" fmla="*/ 6 h 803"/>
                <a:gd name="T70" fmla="*/ 3 w 449"/>
                <a:gd name="T71" fmla="*/ 6 h 803"/>
                <a:gd name="T72" fmla="*/ 3 w 449"/>
                <a:gd name="T73" fmla="*/ 6 h 803"/>
                <a:gd name="T74" fmla="*/ 3 w 449"/>
                <a:gd name="T75" fmla="*/ 6 h 803"/>
                <a:gd name="T76" fmla="*/ 3 w 449"/>
                <a:gd name="T77" fmla="*/ 6 h 803"/>
                <a:gd name="T78" fmla="*/ 3 w 449"/>
                <a:gd name="T79" fmla="*/ 6 h 803"/>
                <a:gd name="T80" fmla="*/ 4 w 449"/>
                <a:gd name="T81" fmla="*/ 6 h 803"/>
                <a:gd name="T82" fmla="*/ 4 w 449"/>
                <a:gd name="T83" fmla="*/ 6 h 803"/>
                <a:gd name="T84" fmla="*/ 4 w 449"/>
                <a:gd name="T85" fmla="*/ 6 h 803"/>
                <a:gd name="T86" fmla="*/ 4 w 449"/>
                <a:gd name="T87" fmla="*/ 6 h 803"/>
                <a:gd name="T88" fmla="*/ 3 w 449"/>
                <a:gd name="T89" fmla="*/ 6 h 803"/>
                <a:gd name="T90" fmla="*/ 3 w 449"/>
                <a:gd name="T91" fmla="*/ 6 h 80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449"/>
                <a:gd name="T139" fmla="*/ 0 h 803"/>
                <a:gd name="T140" fmla="*/ 449 w 449"/>
                <a:gd name="T141" fmla="*/ 803 h 80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449" h="803">
                  <a:moveTo>
                    <a:pt x="426" y="717"/>
                  </a:moveTo>
                  <a:lnTo>
                    <a:pt x="427" y="717"/>
                  </a:lnTo>
                  <a:lnTo>
                    <a:pt x="395" y="693"/>
                  </a:lnTo>
                  <a:lnTo>
                    <a:pt x="361" y="662"/>
                  </a:lnTo>
                  <a:lnTo>
                    <a:pt x="329" y="628"/>
                  </a:lnTo>
                  <a:lnTo>
                    <a:pt x="299" y="591"/>
                  </a:lnTo>
                  <a:lnTo>
                    <a:pt x="269" y="551"/>
                  </a:lnTo>
                  <a:lnTo>
                    <a:pt x="241" y="507"/>
                  </a:lnTo>
                  <a:lnTo>
                    <a:pt x="215" y="460"/>
                  </a:lnTo>
                  <a:lnTo>
                    <a:pt x="191" y="412"/>
                  </a:lnTo>
                  <a:lnTo>
                    <a:pt x="170" y="363"/>
                  </a:lnTo>
                  <a:lnTo>
                    <a:pt x="151" y="312"/>
                  </a:lnTo>
                  <a:lnTo>
                    <a:pt x="133" y="259"/>
                  </a:lnTo>
                  <a:lnTo>
                    <a:pt x="119" y="207"/>
                  </a:lnTo>
                  <a:lnTo>
                    <a:pt x="108" y="156"/>
                  </a:lnTo>
                  <a:lnTo>
                    <a:pt x="101" y="103"/>
                  </a:lnTo>
                  <a:lnTo>
                    <a:pt x="96" y="51"/>
                  </a:lnTo>
                  <a:lnTo>
                    <a:pt x="94" y="0"/>
                  </a:lnTo>
                  <a:lnTo>
                    <a:pt x="0" y="0"/>
                  </a:lnTo>
                  <a:lnTo>
                    <a:pt x="2" y="56"/>
                  </a:lnTo>
                  <a:lnTo>
                    <a:pt x="7" y="115"/>
                  </a:lnTo>
                  <a:lnTo>
                    <a:pt x="16" y="172"/>
                  </a:lnTo>
                  <a:lnTo>
                    <a:pt x="28" y="231"/>
                  </a:lnTo>
                  <a:lnTo>
                    <a:pt x="44" y="287"/>
                  </a:lnTo>
                  <a:lnTo>
                    <a:pt x="62" y="342"/>
                  </a:lnTo>
                  <a:lnTo>
                    <a:pt x="83" y="398"/>
                  </a:lnTo>
                  <a:lnTo>
                    <a:pt x="106" y="452"/>
                  </a:lnTo>
                  <a:lnTo>
                    <a:pt x="133" y="505"/>
                  </a:lnTo>
                  <a:lnTo>
                    <a:pt x="161" y="554"/>
                  </a:lnTo>
                  <a:lnTo>
                    <a:pt x="192" y="602"/>
                  </a:lnTo>
                  <a:lnTo>
                    <a:pt x="224" y="647"/>
                  </a:lnTo>
                  <a:lnTo>
                    <a:pt x="259" y="689"/>
                  </a:lnTo>
                  <a:lnTo>
                    <a:pt x="295" y="728"/>
                  </a:lnTo>
                  <a:lnTo>
                    <a:pt x="334" y="763"/>
                  </a:lnTo>
                  <a:lnTo>
                    <a:pt x="374" y="795"/>
                  </a:lnTo>
                  <a:lnTo>
                    <a:pt x="375" y="795"/>
                  </a:lnTo>
                  <a:lnTo>
                    <a:pt x="374" y="795"/>
                  </a:lnTo>
                  <a:lnTo>
                    <a:pt x="392" y="803"/>
                  </a:lnTo>
                  <a:lnTo>
                    <a:pt x="411" y="803"/>
                  </a:lnTo>
                  <a:lnTo>
                    <a:pt x="426" y="795"/>
                  </a:lnTo>
                  <a:lnTo>
                    <a:pt x="439" y="782"/>
                  </a:lnTo>
                  <a:lnTo>
                    <a:pt x="446" y="766"/>
                  </a:lnTo>
                  <a:lnTo>
                    <a:pt x="449" y="749"/>
                  </a:lnTo>
                  <a:lnTo>
                    <a:pt x="441" y="732"/>
                  </a:lnTo>
                  <a:lnTo>
                    <a:pt x="427" y="717"/>
                  </a:lnTo>
                  <a:lnTo>
                    <a:pt x="426" y="71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9535" name="Freeform 45"/>
            <p:cNvSpPr>
              <a:spLocks/>
            </p:cNvSpPr>
            <p:nvPr/>
          </p:nvSpPr>
          <p:spPr bwMode="auto">
            <a:xfrm>
              <a:off x="883" y="1673"/>
              <a:ext cx="379" cy="690"/>
            </a:xfrm>
            <a:custGeom>
              <a:avLst/>
              <a:gdLst>
                <a:gd name="T0" fmla="*/ 12 w 1897"/>
                <a:gd name="T1" fmla="*/ 6 h 3450"/>
                <a:gd name="T2" fmla="*/ 13 w 1897"/>
                <a:gd name="T3" fmla="*/ 7 h 3450"/>
                <a:gd name="T4" fmla="*/ 13 w 1897"/>
                <a:gd name="T5" fmla="*/ 7 h 3450"/>
                <a:gd name="T6" fmla="*/ 14 w 1897"/>
                <a:gd name="T7" fmla="*/ 8 h 3450"/>
                <a:gd name="T8" fmla="*/ 14 w 1897"/>
                <a:gd name="T9" fmla="*/ 9 h 3450"/>
                <a:gd name="T10" fmla="*/ 15 w 1897"/>
                <a:gd name="T11" fmla="*/ 10 h 3450"/>
                <a:gd name="T12" fmla="*/ 15 w 1897"/>
                <a:gd name="T13" fmla="*/ 11 h 3450"/>
                <a:gd name="T14" fmla="*/ 15 w 1897"/>
                <a:gd name="T15" fmla="*/ 11 h 3450"/>
                <a:gd name="T16" fmla="*/ 15 w 1897"/>
                <a:gd name="T17" fmla="*/ 12 h 3450"/>
                <a:gd name="T18" fmla="*/ 15 w 1897"/>
                <a:gd name="T19" fmla="*/ 26 h 3450"/>
                <a:gd name="T20" fmla="*/ 15 w 1897"/>
                <a:gd name="T21" fmla="*/ 26 h 3450"/>
                <a:gd name="T22" fmla="*/ 15 w 1897"/>
                <a:gd name="T23" fmla="*/ 27 h 3450"/>
                <a:gd name="T24" fmla="*/ 15 w 1897"/>
                <a:gd name="T25" fmla="*/ 27 h 3450"/>
                <a:gd name="T26" fmla="*/ 14 w 1897"/>
                <a:gd name="T27" fmla="*/ 27 h 3450"/>
                <a:gd name="T28" fmla="*/ 14 w 1897"/>
                <a:gd name="T29" fmla="*/ 28 h 3450"/>
                <a:gd name="T30" fmla="*/ 13 w 1897"/>
                <a:gd name="T31" fmla="*/ 28 h 3450"/>
                <a:gd name="T32" fmla="*/ 13 w 1897"/>
                <a:gd name="T33" fmla="*/ 27 h 3450"/>
                <a:gd name="T34" fmla="*/ 3 w 1897"/>
                <a:gd name="T35" fmla="*/ 21 h 3450"/>
                <a:gd name="T36" fmla="*/ 2 w 1897"/>
                <a:gd name="T37" fmla="*/ 21 h 3450"/>
                <a:gd name="T38" fmla="*/ 2 w 1897"/>
                <a:gd name="T39" fmla="*/ 20 h 3450"/>
                <a:gd name="T40" fmla="*/ 1 w 1897"/>
                <a:gd name="T41" fmla="*/ 19 h 3450"/>
                <a:gd name="T42" fmla="*/ 1 w 1897"/>
                <a:gd name="T43" fmla="*/ 19 h 3450"/>
                <a:gd name="T44" fmla="*/ 0 w 1897"/>
                <a:gd name="T45" fmla="*/ 18 h 3450"/>
                <a:gd name="T46" fmla="*/ 0 w 1897"/>
                <a:gd name="T47" fmla="*/ 17 h 3450"/>
                <a:gd name="T48" fmla="*/ 0 w 1897"/>
                <a:gd name="T49" fmla="*/ 16 h 3450"/>
                <a:gd name="T50" fmla="*/ 0 w 1897"/>
                <a:gd name="T51" fmla="*/ 15 h 3450"/>
                <a:gd name="T52" fmla="*/ 0 w 1897"/>
                <a:gd name="T53" fmla="*/ 2 h 3450"/>
                <a:gd name="T54" fmla="*/ 0 w 1897"/>
                <a:gd name="T55" fmla="*/ 1 h 3450"/>
                <a:gd name="T56" fmla="*/ 0 w 1897"/>
                <a:gd name="T57" fmla="*/ 1 h 3450"/>
                <a:gd name="T58" fmla="*/ 1 w 1897"/>
                <a:gd name="T59" fmla="*/ 0 h 3450"/>
                <a:gd name="T60" fmla="*/ 1 w 1897"/>
                <a:gd name="T61" fmla="*/ 0 h 3450"/>
                <a:gd name="T62" fmla="*/ 1 w 1897"/>
                <a:gd name="T63" fmla="*/ 0 h 3450"/>
                <a:gd name="T64" fmla="*/ 2 w 1897"/>
                <a:gd name="T65" fmla="*/ 0 h 3450"/>
                <a:gd name="T66" fmla="*/ 3 w 1897"/>
                <a:gd name="T67" fmla="*/ 0 h 3450"/>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897"/>
                <a:gd name="T103" fmla="*/ 0 h 3450"/>
                <a:gd name="T104" fmla="*/ 1897 w 1897"/>
                <a:gd name="T105" fmla="*/ 3450 h 3450"/>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897" h="3450">
                  <a:moveTo>
                    <a:pt x="357" y="49"/>
                  </a:moveTo>
                  <a:lnTo>
                    <a:pt x="1542" y="806"/>
                  </a:lnTo>
                  <a:lnTo>
                    <a:pt x="1579" y="832"/>
                  </a:lnTo>
                  <a:lnTo>
                    <a:pt x="1614" y="861"/>
                  </a:lnTo>
                  <a:lnTo>
                    <a:pt x="1648" y="895"/>
                  </a:lnTo>
                  <a:lnTo>
                    <a:pt x="1681" y="933"/>
                  </a:lnTo>
                  <a:lnTo>
                    <a:pt x="1711" y="973"/>
                  </a:lnTo>
                  <a:lnTo>
                    <a:pt x="1740" y="1016"/>
                  </a:lnTo>
                  <a:lnTo>
                    <a:pt x="1768" y="1062"/>
                  </a:lnTo>
                  <a:lnTo>
                    <a:pt x="1793" y="1109"/>
                  </a:lnTo>
                  <a:lnTo>
                    <a:pt x="1816" y="1158"/>
                  </a:lnTo>
                  <a:lnTo>
                    <a:pt x="1836" y="1208"/>
                  </a:lnTo>
                  <a:lnTo>
                    <a:pt x="1854" y="1260"/>
                  </a:lnTo>
                  <a:lnTo>
                    <a:pt x="1869" y="1313"/>
                  </a:lnTo>
                  <a:lnTo>
                    <a:pt x="1881" y="1364"/>
                  </a:lnTo>
                  <a:lnTo>
                    <a:pt x="1890" y="1417"/>
                  </a:lnTo>
                  <a:lnTo>
                    <a:pt x="1895" y="1469"/>
                  </a:lnTo>
                  <a:lnTo>
                    <a:pt x="1897" y="1519"/>
                  </a:lnTo>
                  <a:lnTo>
                    <a:pt x="1897" y="3142"/>
                  </a:lnTo>
                  <a:lnTo>
                    <a:pt x="1895" y="3190"/>
                  </a:lnTo>
                  <a:lnTo>
                    <a:pt x="1890" y="3235"/>
                  </a:lnTo>
                  <a:lnTo>
                    <a:pt x="1881" y="3276"/>
                  </a:lnTo>
                  <a:lnTo>
                    <a:pt x="1869" y="3313"/>
                  </a:lnTo>
                  <a:lnTo>
                    <a:pt x="1854" y="3346"/>
                  </a:lnTo>
                  <a:lnTo>
                    <a:pt x="1836" y="3375"/>
                  </a:lnTo>
                  <a:lnTo>
                    <a:pt x="1816" y="3398"/>
                  </a:lnTo>
                  <a:lnTo>
                    <a:pt x="1793" y="3418"/>
                  </a:lnTo>
                  <a:lnTo>
                    <a:pt x="1768" y="3434"/>
                  </a:lnTo>
                  <a:lnTo>
                    <a:pt x="1740" y="3444"/>
                  </a:lnTo>
                  <a:lnTo>
                    <a:pt x="1711" y="3450"/>
                  </a:lnTo>
                  <a:lnTo>
                    <a:pt x="1681" y="3450"/>
                  </a:lnTo>
                  <a:lnTo>
                    <a:pt x="1648" y="3445"/>
                  </a:lnTo>
                  <a:lnTo>
                    <a:pt x="1614" y="3436"/>
                  </a:lnTo>
                  <a:lnTo>
                    <a:pt x="1579" y="3421"/>
                  </a:lnTo>
                  <a:lnTo>
                    <a:pt x="1542" y="3400"/>
                  </a:lnTo>
                  <a:lnTo>
                    <a:pt x="357" y="2643"/>
                  </a:lnTo>
                  <a:lnTo>
                    <a:pt x="320" y="2618"/>
                  </a:lnTo>
                  <a:lnTo>
                    <a:pt x="285" y="2588"/>
                  </a:lnTo>
                  <a:lnTo>
                    <a:pt x="251" y="2554"/>
                  </a:lnTo>
                  <a:lnTo>
                    <a:pt x="218" y="2517"/>
                  </a:lnTo>
                  <a:lnTo>
                    <a:pt x="187" y="2477"/>
                  </a:lnTo>
                  <a:lnTo>
                    <a:pt x="157" y="2433"/>
                  </a:lnTo>
                  <a:lnTo>
                    <a:pt x="130" y="2388"/>
                  </a:lnTo>
                  <a:lnTo>
                    <a:pt x="105" y="2341"/>
                  </a:lnTo>
                  <a:lnTo>
                    <a:pt x="81" y="2292"/>
                  </a:lnTo>
                  <a:lnTo>
                    <a:pt x="61" y="2241"/>
                  </a:lnTo>
                  <a:lnTo>
                    <a:pt x="44" y="2190"/>
                  </a:lnTo>
                  <a:lnTo>
                    <a:pt x="29" y="2138"/>
                  </a:lnTo>
                  <a:lnTo>
                    <a:pt x="17" y="2085"/>
                  </a:lnTo>
                  <a:lnTo>
                    <a:pt x="7" y="2033"/>
                  </a:lnTo>
                  <a:lnTo>
                    <a:pt x="3" y="1981"/>
                  </a:lnTo>
                  <a:lnTo>
                    <a:pt x="0" y="1931"/>
                  </a:lnTo>
                  <a:lnTo>
                    <a:pt x="0" y="308"/>
                  </a:lnTo>
                  <a:lnTo>
                    <a:pt x="3" y="260"/>
                  </a:lnTo>
                  <a:lnTo>
                    <a:pt x="7" y="215"/>
                  </a:lnTo>
                  <a:lnTo>
                    <a:pt x="17" y="174"/>
                  </a:lnTo>
                  <a:lnTo>
                    <a:pt x="29" y="137"/>
                  </a:lnTo>
                  <a:lnTo>
                    <a:pt x="44" y="104"/>
                  </a:lnTo>
                  <a:lnTo>
                    <a:pt x="61" y="76"/>
                  </a:lnTo>
                  <a:lnTo>
                    <a:pt x="81" y="51"/>
                  </a:lnTo>
                  <a:lnTo>
                    <a:pt x="105" y="31"/>
                  </a:lnTo>
                  <a:lnTo>
                    <a:pt x="130" y="16"/>
                  </a:lnTo>
                  <a:lnTo>
                    <a:pt x="157" y="5"/>
                  </a:lnTo>
                  <a:lnTo>
                    <a:pt x="187" y="0"/>
                  </a:lnTo>
                  <a:lnTo>
                    <a:pt x="218" y="0"/>
                  </a:lnTo>
                  <a:lnTo>
                    <a:pt x="251" y="3"/>
                  </a:lnTo>
                  <a:lnTo>
                    <a:pt x="285" y="14"/>
                  </a:lnTo>
                  <a:lnTo>
                    <a:pt x="320" y="29"/>
                  </a:lnTo>
                  <a:lnTo>
                    <a:pt x="357" y="49"/>
                  </a:lnTo>
                  <a:close/>
                </a:path>
              </a:pathLst>
            </a:custGeom>
            <a:solidFill>
              <a:srgbClr val="BFBFB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9536" name="Freeform 46"/>
            <p:cNvSpPr>
              <a:spLocks/>
            </p:cNvSpPr>
            <p:nvPr/>
          </p:nvSpPr>
          <p:spPr bwMode="auto">
            <a:xfrm>
              <a:off x="1268" y="1663"/>
              <a:ext cx="393" cy="711"/>
            </a:xfrm>
            <a:custGeom>
              <a:avLst/>
              <a:gdLst>
                <a:gd name="T0" fmla="*/ 3 w 1962"/>
                <a:gd name="T1" fmla="*/ 7 h 3555"/>
                <a:gd name="T2" fmla="*/ 2 w 1962"/>
                <a:gd name="T3" fmla="*/ 7 h 3555"/>
                <a:gd name="T4" fmla="*/ 2 w 1962"/>
                <a:gd name="T5" fmla="*/ 8 h 3555"/>
                <a:gd name="T6" fmla="*/ 1 w 1962"/>
                <a:gd name="T7" fmla="*/ 8 h 3555"/>
                <a:gd name="T8" fmla="*/ 1 w 1962"/>
                <a:gd name="T9" fmla="*/ 9 h 3555"/>
                <a:gd name="T10" fmla="*/ 1 w 1962"/>
                <a:gd name="T11" fmla="*/ 10 h 3555"/>
                <a:gd name="T12" fmla="*/ 0 w 1962"/>
                <a:gd name="T13" fmla="*/ 11 h 3555"/>
                <a:gd name="T14" fmla="*/ 0 w 1962"/>
                <a:gd name="T15" fmla="*/ 12 h 3555"/>
                <a:gd name="T16" fmla="*/ 0 w 1962"/>
                <a:gd name="T17" fmla="*/ 13 h 3555"/>
                <a:gd name="T18" fmla="*/ 0 w 1962"/>
                <a:gd name="T19" fmla="*/ 26 h 3555"/>
                <a:gd name="T20" fmla="*/ 0 w 1962"/>
                <a:gd name="T21" fmla="*/ 27 h 3555"/>
                <a:gd name="T22" fmla="*/ 0 w 1962"/>
                <a:gd name="T23" fmla="*/ 28 h 3555"/>
                <a:gd name="T24" fmla="*/ 1 w 1962"/>
                <a:gd name="T25" fmla="*/ 28 h 3555"/>
                <a:gd name="T26" fmla="*/ 1 w 1962"/>
                <a:gd name="T27" fmla="*/ 28 h 3555"/>
                <a:gd name="T28" fmla="*/ 2 w 1962"/>
                <a:gd name="T29" fmla="*/ 28 h 3555"/>
                <a:gd name="T30" fmla="*/ 2 w 1962"/>
                <a:gd name="T31" fmla="*/ 28 h 3555"/>
                <a:gd name="T32" fmla="*/ 3 w 1962"/>
                <a:gd name="T33" fmla="*/ 28 h 3555"/>
                <a:gd name="T34" fmla="*/ 13 w 1962"/>
                <a:gd name="T35" fmla="*/ 22 h 3555"/>
                <a:gd name="T36" fmla="*/ 13 w 1962"/>
                <a:gd name="T37" fmla="*/ 21 h 3555"/>
                <a:gd name="T38" fmla="*/ 14 w 1962"/>
                <a:gd name="T39" fmla="*/ 21 h 3555"/>
                <a:gd name="T40" fmla="*/ 14 w 1962"/>
                <a:gd name="T41" fmla="*/ 20 h 3555"/>
                <a:gd name="T42" fmla="*/ 15 w 1962"/>
                <a:gd name="T43" fmla="*/ 19 h 3555"/>
                <a:gd name="T44" fmla="*/ 15 w 1962"/>
                <a:gd name="T45" fmla="*/ 18 h 3555"/>
                <a:gd name="T46" fmla="*/ 16 w 1962"/>
                <a:gd name="T47" fmla="*/ 18 h 3555"/>
                <a:gd name="T48" fmla="*/ 16 w 1962"/>
                <a:gd name="T49" fmla="*/ 17 h 3555"/>
                <a:gd name="T50" fmla="*/ 16 w 1962"/>
                <a:gd name="T51" fmla="*/ 16 h 3555"/>
                <a:gd name="T52" fmla="*/ 16 w 1962"/>
                <a:gd name="T53" fmla="*/ 2 h 3555"/>
                <a:gd name="T54" fmla="*/ 16 w 1962"/>
                <a:gd name="T55" fmla="*/ 1 h 3555"/>
                <a:gd name="T56" fmla="*/ 15 w 1962"/>
                <a:gd name="T57" fmla="*/ 1 h 3555"/>
                <a:gd name="T58" fmla="*/ 15 w 1962"/>
                <a:gd name="T59" fmla="*/ 0 h 3555"/>
                <a:gd name="T60" fmla="*/ 15 w 1962"/>
                <a:gd name="T61" fmla="*/ 0 h 3555"/>
                <a:gd name="T62" fmla="*/ 14 w 1962"/>
                <a:gd name="T63" fmla="*/ 0 h 3555"/>
                <a:gd name="T64" fmla="*/ 14 w 1962"/>
                <a:gd name="T65" fmla="*/ 0 h 3555"/>
                <a:gd name="T66" fmla="*/ 13 w 1962"/>
                <a:gd name="T67" fmla="*/ 0 h 3555"/>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962"/>
                <a:gd name="T103" fmla="*/ 0 h 3555"/>
                <a:gd name="T104" fmla="*/ 1962 w 1962"/>
                <a:gd name="T105" fmla="*/ 3555 h 3555"/>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962" h="3555">
                  <a:moveTo>
                    <a:pt x="1594" y="50"/>
                  </a:moveTo>
                  <a:lnTo>
                    <a:pt x="368" y="831"/>
                  </a:lnTo>
                  <a:lnTo>
                    <a:pt x="330" y="858"/>
                  </a:lnTo>
                  <a:lnTo>
                    <a:pt x="294" y="888"/>
                  </a:lnTo>
                  <a:lnTo>
                    <a:pt x="259" y="922"/>
                  </a:lnTo>
                  <a:lnTo>
                    <a:pt x="225" y="961"/>
                  </a:lnTo>
                  <a:lnTo>
                    <a:pt x="193" y="1003"/>
                  </a:lnTo>
                  <a:lnTo>
                    <a:pt x="163" y="1047"/>
                  </a:lnTo>
                  <a:lnTo>
                    <a:pt x="133" y="1094"/>
                  </a:lnTo>
                  <a:lnTo>
                    <a:pt x="108" y="1143"/>
                  </a:lnTo>
                  <a:lnTo>
                    <a:pt x="84" y="1193"/>
                  </a:lnTo>
                  <a:lnTo>
                    <a:pt x="63" y="1246"/>
                  </a:lnTo>
                  <a:lnTo>
                    <a:pt x="44" y="1299"/>
                  </a:lnTo>
                  <a:lnTo>
                    <a:pt x="29" y="1353"/>
                  </a:lnTo>
                  <a:lnTo>
                    <a:pt x="16" y="1405"/>
                  </a:lnTo>
                  <a:lnTo>
                    <a:pt x="7" y="1459"/>
                  </a:lnTo>
                  <a:lnTo>
                    <a:pt x="2" y="1512"/>
                  </a:lnTo>
                  <a:lnTo>
                    <a:pt x="0" y="1565"/>
                  </a:lnTo>
                  <a:lnTo>
                    <a:pt x="0" y="3237"/>
                  </a:lnTo>
                  <a:lnTo>
                    <a:pt x="2" y="3287"/>
                  </a:lnTo>
                  <a:lnTo>
                    <a:pt x="7" y="3333"/>
                  </a:lnTo>
                  <a:lnTo>
                    <a:pt x="16" y="3375"/>
                  </a:lnTo>
                  <a:lnTo>
                    <a:pt x="29" y="3413"/>
                  </a:lnTo>
                  <a:lnTo>
                    <a:pt x="44" y="3447"/>
                  </a:lnTo>
                  <a:lnTo>
                    <a:pt x="63" y="3477"/>
                  </a:lnTo>
                  <a:lnTo>
                    <a:pt x="84" y="3502"/>
                  </a:lnTo>
                  <a:lnTo>
                    <a:pt x="108" y="3522"/>
                  </a:lnTo>
                  <a:lnTo>
                    <a:pt x="133" y="3538"/>
                  </a:lnTo>
                  <a:lnTo>
                    <a:pt x="163" y="3549"/>
                  </a:lnTo>
                  <a:lnTo>
                    <a:pt x="193" y="3555"/>
                  </a:lnTo>
                  <a:lnTo>
                    <a:pt x="225" y="3555"/>
                  </a:lnTo>
                  <a:lnTo>
                    <a:pt x="259" y="3550"/>
                  </a:lnTo>
                  <a:lnTo>
                    <a:pt x="294" y="3541"/>
                  </a:lnTo>
                  <a:lnTo>
                    <a:pt x="330" y="3524"/>
                  </a:lnTo>
                  <a:lnTo>
                    <a:pt x="368" y="3503"/>
                  </a:lnTo>
                  <a:lnTo>
                    <a:pt x="1594" y="2722"/>
                  </a:lnTo>
                  <a:lnTo>
                    <a:pt x="1632" y="2696"/>
                  </a:lnTo>
                  <a:lnTo>
                    <a:pt x="1668" y="2665"/>
                  </a:lnTo>
                  <a:lnTo>
                    <a:pt x="1703" y="2631"/>
                  </a:lnTo>
                  <a:lnTo>
                    <a:pt x="1737" y="2592"/>
                  </a:lnTo>
                  <a:lnTo>
                    <a:pt x="1769" y="2551"/>
                  </a:lnTo>
                  <a:lnTo>
                    <a:pt x="1799" y="2506"/>
                  </a:lnTo>
                  <a:lnTo>
                    <a:pt x="1829" y="2460"/>
                  </a:lnTo>
                  <a:lnTo>
                    <a:pt x="1854" y="2411"/>
                  </a:lnTo>
                  <a:lnTo>
                    <a:pt x="1878" y="2361"/>
                  </a:lnTo>
                  <a:lnTo>
                    <a:pt x="1899" y="2308"/>
                  </a:lnTo>
                  <a:lnTo>
                    <a:pt x="1918" y="2256"/>
                  </a:lnTo>
                  <a:lnTo>
                    <a:pt x="1933" y="2202"/>
                  </a:lnTo>
                  <a:lnTo>
                    <a:pt x="1946" y="2149"/>
                  </a:lnTo>
                  <a:lnTo>
                    <a:pt x="1955" y="2095"/>
                  </a:lnTo>
                  <a:lnTo>
                    <a:pt x="1960" y="2042"/>
                  </a:lnTo>
                  <a:lnTo>
                    <a:pt x="1962" y="1989"/>
                  </a:lnTo>
                  <a:lnTo>
                    <a:pt x="1962" y="319"/>
                  </a:lnTo>
                  <a:lnTo>
                    <a:pt x="1960" y="269"/>
                  </a:lnTo>
                  <a:lnTo>
                    <a:pt x="1955" y="223"/>
                  </a:lnTo>
                  <a:lnTo>
                    <a:pt x="1946" y="180"/>
                  </a:lnTo>
                  <a:lnTo>
                    <a:pt x="1933" y="143"/>
                  </a:lnTo>
                  <a:lnTo>
                    <a:pt x="1918" y="109"/>
                  </a:lnTo>
                  <a:lnTo>
                    <a:pt x="1899" y="79"/>
                  </a:lnTo>
                  <a:lnTo>
                    <a:pt x="1878" y="54"/>
                  </a:lnTo>
                  <a:lnTo>
                    <a:pt x="1854" y="33"/>
                  </a:lnTo>
                  <a:lnTo>
                    <a:pt x="1829" y="17"/>
                  </a:lnTo>
                  <a:lnTo>
                    <a:pt x="1799" y="7"/>
                  </a:lnTo>
                  <a:lnTo>
                    <a:pt x="1769" y="0"/>
                  </a:lnTo>
                  <a:lnTo>
                    <a:pt x="1737" y="0"/>
                  </a:lnTo>
                  <a:lnTo>
                    <a:pt x="1703" y="4"/>
                  </a:lnTo>
                  <a:lnTo>
                    <a:pt x="1668" y="14"/>
                  </a:lnTo>
                  <a:lnTo>
                    <a:pt x="1632" y="29"/>
                  </a:lnTo>
                  <a:lnTo>
                    <a:pt x="1594" y="50"/>
                  </a:lnTo>
                  <a:close/>
                </a:path>
              </a:pathLst>
            </a:custGeom>
            <a:solidFill>
              <a:srgbClr val="E5E5E5"/>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9537" name="Freeform 47"/>
            <p:cNvSpPr>
              <a:spLocks noEditPoints="1"/>
            </p:cNvSpPr>
            <p:nvPr/>
          </p:nvSpPr>
          <p:spPr bwMode="auto">
            <a:xfrm>
              <a:off x="916" y="1589"/>
              <a:ext cx="697" cy="698"/>
            </a:xfrm>
            <a:custGeom>
              <a:avLst/>
              <a:gdLst>
                <a:gd name="T0" fmla="*/ 16 w 3485"/>
                <a:gd name="T1" fmla="*/ 0 h 3490"/>
                <a:gd name="T2" fmla="*/ 17 w 3485"/>
                <a:gd name="T3" fmla="*/ 2 h 3490"/>
                <a:gd name="T4" fmla="*/ 17 w 3485"/>
                <a:gd name="T5" fmla="*/ 3 h 3490"/>
                <a:gd name="T6" fmla="*/ 14 w 3485"/>
                <a:gd name="T7" fmla="*/ 4 h 3490"/>
                <a:gd name="T8" fmla="*/ 12 w 3485"/>
                <a:gd name="T9" fmla="*/ 4 h 3490"/>
                <a:gd name="T10" fmla="*/ 11 w 3485"/>
                <a:gd name="T11" fmla="*/ 2 h 3490"/>
                <a:gd name="T12" fmla="*/ 11 w 3485"/>
                <a:gd name="T13" fmla="*/ 1 h 3490"/>
                <a:gd name="T14" fmla="*/ 14 w 3485"/>
                <a:gd name="T15" fmla="*/ 0 h 3490"/>
                <a:gd name="T16" fmla="*/ 3 w 3485"/>
                <a:gd name="T17" fmla="*/ 7 h 3490"/>
                <a:gd name="T18" fmla="*/ 4 w 3485"/>
                <a:gd name="T19" fmla="*/ 9 h 3490"/>
                <a:gd name="T20" fmla="*/ 3 w 3485"/>
                <a:gd name="T21" fmla="*/ 12 h 3490"/>
                <a:gd name="T22" fmla="*/ 2 w 3485"/>
                <a:gd name="T23" fmla="*/ 13 h 3490"/>
                <a:gd name="T24" fmla="*/ 1 w 3485"/>
                <a:gd name="T25" fmla="*/ 12 h 3490"/>
                <a:gd name="T26" fmla="*/ 0 w 3485"/>
                <a:gd name="T27" fmla="*/ 10 h 3490"/>
                <a:gd name="T28" fmla="*/ 0 w 3485"/>
                <a:gd name="T29" fmla="*/ 8 h 3490"/>
                <a:gd name="T30" fmla="*/ 2 w 3485"/>
                <a:gd name="T31" fmla="*/ 6 h 3490"/>
                <a:gd name="T32" fmla="*/ 10 w 3485"/>
                <a:gd name="T33" fmla="*/ 20 h 3490"/>
                <a:gd name="T34" fmla="*/ 11 w 3485"/>
                <a:gd name="T35" fmla="*/ 22 h 3490"/>
                <a:gd name="T36" fmla="*/ 11 w 3485"/>
                <a:gd name="T37" fmla="*/ 25 h 3490"/>
                <a:gd name="T38" fmla="*/ 10 w 3485"/>
                <a:gd name="T39" fmla="*/ 27 h 3490"/>
                <a:gd name="T40" fmla="*/ 8 w 3485"/>
                <a:gd name="T41" fmla="*/ 26 h 3490"/>
                <a:gd name="T42" fmla="*/ 7 w 3485"/>
                <a:gd name="T43" fmla="*/ 24 h 3490"/>
                <a:gd name="T44" fmla="*/ 7 w 3485"/>
                <a:gd name="T45" fmla="*/ 22 h 3490"/>
                <a:gd name="T46" fmla="*/ 8 w 3485"/>
                <a:gd name="T47" fmla="*/ 20 h 3490"/>
                <a:gd name="T48" fmla="*/ 20 w 3485"/>
                <a:gd name="T49" fmla="*/ 21 h 3490"/>
                <a:gd name="T50" fmla="*/ 21 w 3485"/>
                <a:gd name="T51" fmla="*/ 23 h 3490"/>
                <a:gd name="T52" fmla="*/ 21 w 3485"/>
                <a:gd name="T53" fmla="*/ 26 h 3490"/>
                <a:gd name="T54" fmla="*/ 20 w 3485"/>
                <a:gd name="T55" fmla="*/ 28 h 3490"/>
                <a:gd name="T56" fmla="*/ 18 w 3485"/>
                <a:gd name="T57" fmla="*/ 28 h 3490"/>
                <a:gd name="T58" fmla="*/ 17 w 3485"/>
                <a:gd name="T59" fmla="*/ 26 h 3490"/>
                <a:gd name="T60" fmla="*/ 17 w 3485"/>
                <a:gd name="T61" fmla="*/ 23 h 3490"/>
                <a:gd name="T62" fmla="*/ 18 w 3485"/>
                <a:gd name="T63" fmla="*/ 21 h 3490"/>
                <a:gd name="T64" fmla="*/ 19 w 3485"/>
                <a:gd name="T65" fmla="*/ 11 h 3490"/>
                <a:gd name="T66" fmla="*/ 20 w 3485"/>
                <a:gd name="T67" fmla="*/ 13 h 3490"/>
                <a:gd name="T68" fmla="*/ 21 w 3485"/>
                <a:gd name="T69" fmla="*/ 15 h 3490"/>
                <a:gd name="T70" fmla="*/ 20 w 3485"/>
                <a:gd name="T71" fmla="*/ 17 h 3490"/>
                <a:gd name="T72" fmla="*/ 18 w 3485"/>
                <a:gd name="T73" fmla="*/ 17 h 3490"/>
                <a:gd name="T74" fmla="*/ 17 w 3485"/>
                <a:gd name="T75" fmla="*/ 16 h 3490"/>
                <a:gd name="T76" fmla="*/ 17 w 3485"/>
                <a:gd name="T77" fmla="*/ 13 h 3490"/>
                <a:gd name="T78" fmla="*/ 18 w 3485"/>
                <a:gd name="T79" fmla="*/ 11 h 3490"/>
                <a:gd name="T80" fmla="*/ 26 w 3485"/>
                <a:gd name="T81" fmla="*/ 7 h 3490"/>
                <a:gd name="T82" fmla="*/ 27 w 3485"/>
                <a:gd name="T83" fmla="*/ 8 h 3490"/>
                <a:gd name="T84" fmla="*/ 27 w 3485"/>
                <a:gd name="T85" fmla="*/ 11 h 3490"/>
                <a:gd name="T86" fmla="*/ 26 w 3485"/>
                <a:gd name="T87" fmla="*/ 13 h 3490"/>
                <a:gd name="T88" fmla="*/ 25 w 3485"/>
                <a:gd name="T89" fmla="*/ 13 h 3490"/>
                <a:gd name="T90" fmla="*/ 24 w 3485"/>
                <a:gd name="T91" fmla="*/ 12 h 3490"/>
                <a:gd name="T92" fmla="*/ 24 w 3485"/>
                <a:gd name="T93" fmla="*/ 9 h 3490"/>
                <a:gd name="T94" fmla="*/ 24 w 3485"/>
                <a:gd name="T95" fmla="*/ 7 h 3490"/>
                <a:gd name="T96" fmla="*/ 26 w 3485"/>
                <a:gd name="T97" fmla="*/ 17 h 3490"/>
                <a:gd name="T98" fmla="*/ 27 w 3485"/>
                <a:gd name="T99" fmla="*/ 18 h 3490"/>
                <a:gd name="T100" fmla="*/ 28 w 3485"/>
                <a:gd name="T101" fmla="*/ 21 h 3490"/>
                <a:gd name="T102" fmla="*/ 27 w 3485"/>
                <a:gd name="T103" fmla="*/ 23 h 3490"/>
                <a:gd name="T104" fmla="*/ 26 w 3485"/>
                <a:gd name="T105" fmla="*/ 24 h 3490"/>
                <a:gd name="T106" fmla="*/ 24 w 3485"/>
                <a:gd name="T107" fmla="*/ 23 h 3490"/>
                <a:gd name="T108" fmla="*/ 24 w 3485"/>
                <a:gd name="T109" fmla="*/ 20 h 3490"/>
                <a:gd name="T110" fmla="*/ 25 w 3485"/>
                <a:gd name="T111" fmla="*/ 18 h 3490"/>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w 3485"/>
                <a:gd name="T169" fmla="*/ 0 h 3490"/>
                <a:gd name="T170" fmla="*/ 3485 w 3485"/>
                <a:gd name="T171" fmla="*/ 3490 h 3490"/>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T168" t="T169" r="T170" b="T171"/>
              <a:pathLst>
                <a:path w="3485" h="3490">
                  <a:moveTo>
                    <a:pt x="1754" y="0"/>
                  </a:moveTo>
                  <a:lnTo>
                    <a:pt x="1797" y="2"/>
                  </a:lnTo>
                  <a:lnTo>
                    <a:pt x="1840" y="5"/>
                  </a:lnTo>
                  <a:lnTo>
                    <a:pt x="1881" y="12"/>
                  </a:lnTo>
                  <a:lnTo>
                    <a:pt x="1921" y="20"/>
                  </a:lnTo>
                  <a:lnTo>
                    <a:pt x="1959" y="31"/>
                  </a:lnTo>
                  <a:lnTo>
                    <a:pt x="1994" y="44"/>
                  </a:lnTo>
                  <a:lnTo>
                    <a:pt x="2028" y="59"/>
                  </a:lnTo>
                  <a:lnTo>
                    <a:pt x="2058" y="74"/>
                  </a:lnTo>
                  <a:lnTo>
                    <a:pt x="2086" y="93"/>
                  </a:lnTo>
                  <a:lnTo>
                    <a:pt x="2111" y="113"/>
                  </a:lnTo>
                  <a:lnTo>
                    <a:pt x="2132" y="133"/>
                  </a:lnTo>
                  <a:lnTo>
                    <a:pt x="2151" y="155"/>
                  </a:lnTo>
                  <a:lnTo>
                    <a:pt x="2165" y="179"/>
                  </a:lnTo>
                  <a:lnTo>
                    <a:pt x="2175" y="203"/>
                  </a:lnTo>
                  <a:lnTo>
                    <a:pt x="2182" y="229"/>
                  </a:lnTo>
                  <a:lnTo>
                    <a:pt x="2185" y="255"/>
                  </a:lnTo>
                  <a:lnTo>
                    <a:pt x="2182" y="281"/>
                  </a:lnTo>
                  <a:lnTo>
                    <a:pt x="2175" y="305"/>
                  </a:lnTo>
                  <a:lnTo>
                    <a:pt x="2165" y="330"/>
                  </a:lnTo>
                  <a:lnTo>
                    <a:pt x="2151" y="353"/>
                  </a:lnTo>
                  <a:lnTo>
                    <a:pt x="2132" y="376"/>
                  </a:lnTo>
                  <a:lnTo>
                    <a:pt x="2111" y="397"/>
                  </a:lnTo>
                  <a:lnTo>
                    <a:pt x="2086" y="417"/>
                  </a:lnTo>
                  <a:lnTo>
                    <a:pt x="2058" y="434"/>
                  </a:lnTo>
                  <a:lnTo>
                    <a:pt x="2028" y="451"/>
                  </a:lnTo>
                  <a:lnTo>
                    <a:pt x="1994" y="466"/>
                  </a:lnTo>
                  <a:lnTo>
                    <a:pt x="1959" y="479"/>
                  </a:lnTo>
                  <a:lnTo>
                    <a:pt x="1921" y="489"/>
                  </a:lnTo>
                  <a:lnTo>
                    <a:pt x="1881" y="498"/>
                  </a:lnTo>
                  <a:lnTo>
                    <a:pt x="1840" y="505"/>
                  </a:lnTo>
                  <a:lnTo>
                    <a:pt x="1797" y="508"/>
                  </a:lnTo>
                  <a:lnTo>
                    <a:pt x="1754" y="509"/>
                  </a:lnTo>
                  <a:lnTo>
                    <a:pt x="1710" y="508"/>
                  </a:lnTo>
                  <a:lnTo>
                    <a:pt x="1667" y="505"/>
                  </a:lnTo>
                  <a:lnTo>
                    <a:pt x="1626" y="498"/>
                  </a:lnTo>
                  <a:lnTo>
                    <a:pt x="1586" y="489"/>
                  </a:lnTo>
                  <a:lnTo>
                    <a:pt x="1548" y="479"/>
                  </a:lnTo>
                  <a:lnTo>
                    <a:pt x="1512" y="466"/>
                  </a:lnTo>
                  <a:lnTo>
                    <a:pt x="1479" y="451"/>
                  </a:lnTo>
                  <a:lnTo>
                    <a:pt x="1449" y="434"/>
                  </a:lnTo>
                  <a:lnTo>
                    <a:pt x="1421" y="417"/>
                  </a:lnTo>
                  <a:lnTo>
                    <a:pt x="1395" y="397"/>
                  </a:lnTo>
                  <a:lnTo>
                    <a:pt x="1374" y="376"/>
                  </a:lnTo>
                  <a:lnTo>
                    <a:pt x="1355" y="353"/>
                  </a:lnTo>
                  <a:lnTo>
                    <a:pt x="1341" y="330"/>
                  </a:lnTo>
                  <a:lnTo>
                    <a:pt x="1331" y="305"/>
                  </a:lnTo>
                  <a:lnTo>
                    <a:pt x="1324" y="281"/>
                  </a:lnTo>
                  <a:lnTo>
                    <a:pt x="1321" y="255"/>
                  </a:lnTo>
                  <a:lnTo>
                    <a:pt x="1324" y="229"/>
                  </a:lnTo>
                  <a:lnTo>
                    <a:pt x="1331" y="203"/>
                  </a:lnTo>
                  <a:lnTo>
                    <a:pt x="1341" y="179"/>
                  </a:lnTo>
                  <a:lnTo>
                    <a:pt x="1355" y="155"/>
                  </a:lnTo>
                  <a:lnTo>
                    <a:pt x="1374" y="133"/>
                  </a:lnTo>
                  <a:lnTo>
                    <a:pt x="1395" y="113"/>
                  </a:lnTo>
                  <a:lnTo>
                    <a:pt x="1421" y="93"/>
                  </a:lnTo>
                  <a:lnTo>
                    <a:pt x="1449" y="74"/>
                  </a:lnTo>
                  <a:lnTo>
                    <a:pt x="1479" y="59"/>
                  </a:lnTo>
                  <a:lnTo>
                    <a:pt x="1512" y="44"/>
                  </a:lnTo>
                  <a:lnTo>
                    <a:pt x="1548" y="31"/>
                  </a:lnTo>
                  <a:lnTo>
                    <a:pt x="1586" y="20"/>
                  </a:lnTo>
                  <a:lnTo>
                    <a:pt x="1626" y="12"/>
                  </a:lnTo>
                  <a:lnTo>
                    <a:pt x="1667" y="5"/>
                  </a:lnTo>
                  <a:lnTo>
                    <a:pt x="1710" y="2"/>
                  </a:lnTo>
                  <a:lnTo>
                    <a:pt x="1754" y="0"/>
                  </a:lnTo>
                  <a:close/>
                  <a:moveTo>
                    <a:pt x="239" y="786"/>
                  </a:moveTo>
                  <a:lnTo>
                    <a:pt x="263" y="788"/>
                  </a:lnTo>
                  <a:lnTo>
                    <a:pt x="287" y="794"/>
                  </a:lnTo>
                  <a:lnTo>
                    <a:pt x="309" y="805"/>
                  </a:lnTo>
                  <a:lnTo>
                    <a:pt x="331" y="819"/>
                  </a:lnTo>
                  <a:lnTo>
                    <a:pt x="352" y="836"/>
                  </a:lnTo>
                  <a:lnTo>
                    <a:pt x="372" y="857"/>
                  </a:lnTo>
                  <a:lnTo>
                    <a:pt x="390" y="882"/>
                  </a:lnTo>
                  <a:lnTo>
                    <a:pt x="407" y="909"/>
                  </a:lnTo>
                  <a:lnTo>
                    <a:pt x="423" y="940"/>
                  </a:lnTo>
                  <a:lnTo>
                    <a:pt x="437" y="971"/>
                  </a:lnTo>
                  <a:lnTo>
                    <a:pt x="448" y="1006"/>
                  </a:lnTo>
                  <a:lnTo>
                    <a:pt x="459" y="1043"/>
                  </a:lnTo>
                  <a:lnTo>
                    <a:pt x="467" y="1081"/>
                  </a:lnTo>
                  <a:lnTo>
                    <a:pt x="473" y="1121"/>
                  </a:lnTo>
                  <a:lnTo>
                    <a:pt x="476" y="1163"/>
                  </a:lnTo>
                  <a:lnTo>
                    <a:pt x="478" y="1206"/>
                  </a:lnTo>
                  <a:lnTo>
                    <a:pt x="476" y="1248"/>
                  </a:lnTo>
                  <a:lnTo>
                    <a:pt x="473" y="1290"/>
                  </a:lnTo>
                  <a:lnTo>
                    <a:pt x="467" y="1330"/>
                  </a:lnTo>
                  <a:lnTo>
                    <a:pt x="459" y="1367"/>
                  </a:lnTo>
                  <a:lnTo>
                    <a:pt x="448" y="1405"/>
                  </a:lnTo>
                  <a:lnTo>
                    <a:pt x="437" y="1439"/>
                  </a:lnTo>
                  <a:lnTo>
                    <a:pt x="423" y="1472"/>
                  </a:lnTo>
                  <a:lnTo>
                    <a:pt x="407" y="1501"/>
                  </a:lnTo>
                  <a:lnTo>
                    <a:pt x="390" y="1528"/>
                  </a:lnTo>
                  <a:lnTo>
                    <a:pt x="372" y="1553"/>
                  </a:lnTo>
                  <a:lnTo>
                    <a:pt x="352" y="1574"/>
                  </a:lnTo>
                  <a:lnTo>
                    <a:pt x="331" y="1591"/>
                  </a:lnTo>
                  <a:lnTo>
                    <a:pt x="309" y="1605"/>
                  </a:lnTo>
                  <a:lnTo>
                    <a:pt x="287" y="1616"/>
                  </a:lnTo>
                  <a:lnTo>
                    <a:pt x="263" y="1622"/>
                  </a:lnTo>
                  <a:lnTo>
                    <a:pt x="239" y="1624"/>
                  </a:lnTo>
                  <a:lnTo>
                    <a:pt x="214" y="1622"/>
                  </a:lnTo>
                  <a:lnTo>
                    <a:pt x="191" y="1616"/>
                  </a:lnTo>
                  <a:lnTo>
                    <a:pt x="168" y="1605"/>
                  </a:lnTo>
                  <a:lnTo>
                    <a:pt x="146" y="1591"/>
                  </a:lnTo>
                  <a:lnTo>
                    <a:pt x="125" y="1574"/>
                  </a:lnTo>
                  <a:lnTo>
                    <a:pt x="105" y="1553"/>
                  </a:lnTo>
                  <a:lnTo>
                    <a:pt x="87" y="1528"/>
                  </a:lnTo>
                  <a:lnTo>
                    <a:pt x="70" y="1501"/>
                  </a:lnTo>
                  <a:lnTo>
                    <a:pt x="55" y="1472"/>
                  </a:lnTo>
                  <a:lnTo>
                    <a:pt x="41" y="1439"/>
                  </a:lnTo>
                  <a:lnTo>
                    <a:pt x="29" y="1405"/>
                  </a:lnTo>
                  <a:lnTo>
                    <a:pt x="18" y="1367"/>
                  </a:lnTo>
                  <a:lnTo>
                    <a:pt x="10" y="1330"/>
                  </a:lnTo>
                  <a:lnTo>
                    <a:pt x="4" y="1290"/>
                  </a:lnTo>
                  <a:lnTo>
                    <a:pt x="1" y="1248"/>
                  </a:lnTo>
                  <a:lnTo>
                    <a:pt x="0" y="1206"/>
                  </a:lnTo>
                  <a:lnTo>
                    <a:pt x="1" y="1163"/>
                  </a:lnTo>
                  <a:lnTo>
                    <a:pt x="4" y="1121"/>
                  </a:lnTo>
                  <a:lnTo>
                    <a:pt x="10" y="1081"/>
                  </a:lnTo>
                  <a:lnTo>
                    <a:pt x="18" y="1043"/>
                  </a:lnTo>
                  <a:lnTo>
                    <a:pt x="29" y="1006"/>
                  </a:lnTo>
                  <a:lnTo>
                    <a:pt x="41" y="971"/>
                  </a:lnTo>
                  <a:lnTo>
                    <a:pt x="55" y="940"/>
                  </a:lnTo>
                  <a:lnTo>
                    <a:pt x="70" y="909"/>
                  </a:lnTo>
                  <a:lnTo>
                    <a:pt x="87" y="882"/>
                  </a:lnTo>
                  <a:lnTo>
                    <a:pt x="105" y="857"/>
                  </a:lnTo>
                  <a:lnTo>
                    <a:pt x="125" y="836"/>
                  </a:lnTo>
                  <a:lnTo>
                    <a:pt x="146" y="819"/>
                  </a:lnTo>
                  <a:lnTo>
                    <a:pt x="168" y="805"/>
                  </a:lnTo>
                  <a:lnTo>
                    <a:pt x="191" y="794"/>
                  </a:lnTo>
                  <a:lnTo>
                    <a:pt x="214" y="788"/>
                  </a:lnTo>
                  <a:lnTo>
                    <a:pt x="239" y="786"/>
                  </a:lnTo>
                  <a:close/>
                  <a:moveTo>
                    <a:pt x="1119" y="2495"/>
                  </a:moveTo>
                  <a:lnTo>
                    <a:pt x="1143" y="2498"/>
                  </a:lnTo>
                  <a:lnTo>
                    <a:pt x="1167" y="2504"/>
                  </a:lnTo>
                  <a:lnTo>
                    <a:pt x="1190" y="2514"/>
                  </a:lnTo>
                  <a:lnTo>
                    <a:pt x="1211" y="2528"/>
                  </a:lnTo>
                  <a:lnTo>
                    <a:pt x="1232" y="2546"/>
                  </a:lnTo>
                  <a:lnTo>
                    <a:pt x="1252" y="2567"/>
                  </a:lnTo>
                  <a:lnTo>
                    <a:pt x="1271" y="2592"/>
                  </a:lnTo>
                  <a:lnTo>
                    <a:pt x="1288" y="2618"/>
                  </a:lnTo>
                  <a:lnTo>
                    <a:pt x="1304" y="2648"/>
                  </a:lnTo>
                  <a:lnTo>
                    <a:pt x="1318" y="2681"/>
                  </a:lnTo>
                  <a:lnTo>
                    <a:pt x="1329" y="2715"/>
                  </a:lnTo>
                  <a:lnTo>
                    <a:pt x="1340" y="2752"/>
                  </a:lnTo>
                  <a:lnTo>
                    <a:pt x="1348" y="2790"/>
                  </a:lnTo>
                  <a:lnTo>
                    <a:pt x="1354" y="2830"/>
                  </a:lnTo>
                  <a:lnTo>
                    <a:pt x="1358" y="2872"/>
                  </a:lnTo>
                  <a:lnTo>
                    <a:pt x="1359" y="2914"/>
                  </a:lnTo>
                  <a:lnTo>
                    <a:pt x="1358" y="2956"/>
                  </a:lnTo>
                  <a:lnTo>
                    <a:pt x="1354" y="2998"/>
                  </a:lnTo>
                  <a:lnTo>
                    <a:pt x="1348" y="3038"/>
                  </a:lnTo>
                  <a:lnTo>
                    <a:pt x="1340" y="3077"/>
                  </a:lnTo>
                  <a:lnTo>
                    <a:pt x="1329" y="3113"/>
                  </a:lnTo>
                  <a:lnTo>
                    <a:pt x="1318" y="3147"/>
                  </a:lnTo>
                  <a:lnTo>
                    <a:pt x="1304" y="3180"/>
                  </a:lnTo>
                  <a:lnTo>
                    <a:pt x="1288" y="3209"/>
                  </a:lnTo>
                  <a:lnTo>
                    <a:pt x="1271" y="3238"/>
                  </a:lnTo>
                  <a:lnTo>
                    <a:pt x="1252" y="3261"/>
                  </a:lnTo>
                  <a:lnTo>
                    <a:pt x="1232" y="3282"/>
                  </a:lnTo>
                  <a:lnTo>
                    <a:pt x="1211" y="3301"/>
                  </a:lnTo>
                  <a:lnTo>
                    <a:pt x="1190" y="3315"/>
                  </a:lnTo>
                  <a:lnTo>
                    <a:pt x="1167" y="3325"/>
                  </a:lnTo>
                  <a:lnTo>
                    <a:pt x="1143" y="3331"/>
                  </a:lnTo>
                  <a:lnTo>
                    <a:pt x="1119" y="3334"/>
                  </a:lnTo>
                  <a:lnTo>
                    <a:pt x="1094" y="3331"/>
                  </a:lnTo>
                  <a:lnTo>
                    <a:pt x="1070" y="3325"/>
                  </a:lnTo>
                  <a:lnTo>
                    <a:pt x="1048" y="3315"/>
                  </a:lnTo>
                  <a:lnTo>
                    <a:pt x="1026" y="3301"/>
                  </a:lnTo>
                  <a:lnTo>
                    <a:pt x="1005" y="3282"/>
                  </a:lnTo>
                  <a:lnTo>
                    <a:pt x="985" y="3261"/>
                  </a:lnTo>
                  <a:lnTo>
                    <a:pt x="967" y="3238"/>
                  </a:lnTo>
                  <a:lnTo>
                    <a:pt x="950" y="3209"/>
                  </a:lnTo>
                  <a:lnTo>
                    <a:pt x="935" y="3180"/>
                  </a:lnTo>
                  <a:lnTo>
                    <a:pt x="921" y="3147"/>
                  </a:lnTo>
                  <a:lnTo>
                    <a:pt x="909" y="3113"/>
                  </a:lnTo>
                  <a:lnTo>
                    <a:pt x="898" y="3077"/>
                  </a:lnTo>
                  <a:lnTo>
                    <a:pt x="890" y="3038"/>
                  </a:lnTo>
                  <a:lnTo>
                    <a:pt x="884" y="2998"/>
                  </a:lnTo>
                  <a:lnTo>
                    <a:pt x="881" y="2956"/>
                  </a:lnTo>
                  <a:lnTo>
                    <a:pt x="880" y="2914"/>
                  </a:lnTo>
                  <a:lnTo>
                    <a:pt x="881" y="2872"/>
                  </a:lnTo>
                  <a:lnTo>
                    <a:pt x="884" y="2830"/>
                  </a:lnTo>
                  <a:lnTo>
                    <a:pt x="890" y="2790"/>
                  </a:lnTo>
                  <a:lnTo>
                    <a:pt x="898" y="2752"/>
                  </a:lnTo>
                  <a:lnTo>
                    <a:pt x="909" y="2715"/>
                  </a:lnTo>
                  <a:lnTo>
                    <a:pt x="921" y="2681"/>
                  </a:lnTo>
                  <a:lnTo>
                    <a:pt x="935" y="2648"/>
                  </a:lnTo>
                  <a:lnTo>
                    <a:pt x="950" y="2618"/>
                  </a:lnTo>
                  <a:lnTo>
                    <a:pt x="967" y="2592"/>
                  </a:lnTo>
                  <a:lnTo>
                    <a:pt x="985" y="2567"/>
                  </a:lnTo>
                  <a:lnTo>
                    <a:pt x="1005" y="2546"/>
                  </a:lnTo>
                  <a:lnTo>
                    <a:pt x="1026" y="2528"/>
                  </a:lnTo>
                  <a:lnTo>
                    <a:pt x="1048" y="2514"/>
                  </a:lnTo>
                  <a:lnTo>
                    <a:pt x="1070" y="2504"/>
                  </a:lnTo>
                  <a:lnTo>
                    <a:pt x="1094" y="2498"/>
                  </a:lnTo>
                  <a:lnTo>
                    <a:pt x="1119" y="2495"/>
                  </a:lnTo>
                  <a:close/>
                  <a:moveTo>
                    <a:pt x="2380" y="2651"/>
                  </a:moveTo>
                  <a:lnTo>
                    <a:pt x="2405" y="2654"/>
                  </a:lnTo>
                  <a:lnTo>
                    <a:pt x="2428" y="2660"/>
                  </a:lnTo>
                  <a:lnTo>
                    <a:pt x="2452" y="2670"/>
                  </a:lnTo>
                  <a:lnTo>
                    <a:pt x="2473" y="2684"/>
                  </a:lnTo>
                  <a:lnTo>
                    <a:pt x="2494" y="2703"/>
                  </a:lnTo>
                  <a:lnTo>
                    <a:pt x="2514" y="2724"/>
                  </a:lnTo>
                  <a:lnTo>
                    <a:pt x="2533" y="2747"/>
                  </a:lnTo>
                  <a:lnTo>
                    <a:pt x="2550" y="2774"/>
                  </a:lnTo>
                  <a:lnTo>
                    <a:pt x="2565" y="2805"/>
                  </a:lnTo>
                  <a:lnTo>
                    <a:pt x="2580" y="2838"/>
                  </a:lnTo>
                  <a:lnTo>
                    <a:pt x="2591" y="2872"/>
                  </a:lnTo>
                  <a:lnTo>
                    <a:pt x="2602" y="2908"/>
                  </a:lnTo>
                  <a:lnTo>
                    <a:pt x="2610" y="2947"/>
                  </a:lnTo>
                  <a:lnTo>
                    <a:pt x="2616" y="2987"/>
                  </a:lnTo>
                  <a:lnTo>
                    <a:pt x="2619" y="3029"/>
                  </a:lnTo>
                  <a:lnTo>
                    <a:pt x="2621" y="3071"/>
                  </a:lnTo>
                  <a:lnTo>
                    <a:pt x="2619" y="3113"/>
                  </a:lnTo>
                  <a:lnTo>
                    <a:pt x="2616" y="3155"/>
                  </a:lnTo>
                  <a:lnTo>
                    <a:pt x="2610" y="3195"/>
                  </a:lnTo>
                  <a:lnTo>
                    <a:pt x="2602" y="3233"/>
                  </a:lnTo>
                  <a:lnTo>
                    <a:pt x="2591" y="3270"/>
                  </a:lnTo>
                  <a:lnTo>
                    <a:pt x="2580" y="3304"/>
                  </a:lnTo>
                  <a:lnTo>
                    <a:pt x="2565" y="3337"/>
                  </a:lnTo>
                  <a:lnTo>
                    <a:pt x="2550" y="3367"/>
                  </a:lnTo>
                  <a:lnTo>
                    <a:pt x="2533" y="3393"/>
                  </a:lnTo>
                  <a:lnTo>
                    <a:pt x="2514" y="3418"/>
                  </a:lnTo>
                  <a:lnTo>
                    <a:pt x="2494" y="3439"/>
                  </a:lnTo>
                  <a:lnTo>
                    <a:pt x="2473" y="3457"/>
                  </a:lnTo>
                  <a:lnTo>
                    <a:pt x="2452" y="3471"/>
                  </a:lnTo>
                  <a:lnTo>
                    <a:pt x="2428" y="3481"/>
                  </a:lnTo>
                  <a:lnTo>
                    <a:pt x="2405" y="3487"/>
                  </a:lnTo>
                  <a:lnTo>
                    <a:pt x="2380" y="3490"/>
                  </a:lnTo>
                  <a:lnTo>
                    <a:pt x="2356" y="3487"/>
                  </a:lnTo>
                  <a:lnTo>
                    <a:pt x="2332" y="3481"/>
                  </a:lnTo>
                  <a:lnTo>
                    <a:pt x="2310" y="3471"/>
                  </a:lnTo>
                  <a:lnTo>
                    <a:pt x="2288" y="3457"/>
                  </a:lnTo>
                  <a:lnTo>
                    <a:pt x="2267" y="3439"/>
                  </a:lnTo>
                  <a:lnTo>
                    <a:pt x="2248" y="3418"/>
                  </a:lnTo>
                  <a:lnTo>
                    <a:pt x="2229" y="3393"/>
                  </a:lnTo>
                  <a:lnTo>
                    <a:pt x="2212" y="3367"/>
                  </a:lnTo>
                  <a:lnTo>
                    <a:pt x="2196" y="3337"/>
                  </a:lnTo>
                  <a:lnTo>
                    <a:pt x="2182" y="3304"/>
                  </a:lnTo>
                  <a:lnTo>
                    <a:pt x="2171" y="3270"/>
                  </a:lnTo>
                  <a:lnTo>
                    <a:pt x="2160" y="3233"/>
                  </a:lnTo>
                  <a:lnTo>
                    <a:pt x="2152" y="3195"/>
                  </a:lnTo>
                  <a:lnTo>
                    <a:pt x="2146" y="3155"/>
                  </a:lnTo>
                  <a:lnTo>
                    <a:pt x="2142" y="3113"/>
                  </a:lnTo>
                  <a:lnTo>
                    <a:pt x="2141" y="3071"/>
                  </a:lnTo>
                  <a:lnTo>
                    <a:pt x="2142" y="3029"/>
                  </a:lnTo>
                  <a:lnTo>
                    <a:pt x="2146" y="2987"/>
                  </a:lnTo>
                  <a:lnTo>
                    <a:pt x="2152" y="2947"/>
                  </a:lnTo>
                  <a:lnTo>
                    <a:pt x="2160" y="2908"/>
                  </a:lnTo>
                  <a:lnTo>
                    <a:pt x="2171" y="2872"/>
                  </a:lnTo>
                  <a:lnTo>
                    <a:pt x="2182" y="2838"/>
                  </a:lnTo>
                  <a:lnTo>
                    <a:pt x="2196" y="2805"/>
                  </a:lnTo>
                  <a:lnTo>
                    <a:pt x="2212" y="2774"/>
                  </a:lnTo>
                  <a:lnTo>
                    <a:pt x="2229" y="2747"/>
                  </a:lnTo>
                  <a:lnTo>
                    <a:pt x="2248" y="2724"/>
                  </a:lnTo>
                  <a:lnTo>
                    <a:pt x="2267" y="2703"/>
                  </a:lnTo>
                  <a:lnTo>
                    <a:pt x="2288" y="2684"/>
                  </a:lnTo>
                  <a:lnTo>
                    <a:pt x="2310" y="2670"/>
                  </a:lnTo>
                  <a:lnTo>
                    <a:pt x="2332" y="2660"/>
                  </a:lnTo>
                  <a:lnTo>
                    <a:pt x="2356" y="2654"/>
                  </a:lnTo>
                  <a:lnTo>
                    <a:pt x="2380" y="2651"/>
                  </a:lnTo>
                  <a:close/>
                  <a:moveTo>
                    <a:pt x="2342" y="1355"/>
                  </a:moveTo>
                  <a:lnTo>
                    <a:pt x="2366" y="1357"/>
                  </a:lnTo>
                  <a:lnTo>
                    <a:pt x="2390" y="1363"/>
                  </a:lnTo>
                  <a:lnTo>
                    <a:pt x="2412" y="1373"/>
                  </a:lnTo>
                  <a:lnTo>
                    <a:pt x="2434" y="1387"/>
                  </a:lnTo>
                  <a:lnTo>
                    <a:pt x="2455" y="1405"/>
                  </a:lnTo>
                  <a:lnTo>
                    <a:pt x="2475" y="1426"/>
                  </a:lnTo>
                  <a:lnTo>
                    <a:pt x="2493" y="1451"/>
                  </a:lnTo>
                  <a:lnTo>
                    <a:pt x="2510" y="1478"/>
                  </a:lnTo>
                  <a:lnTo>
                    <a:pt x="2526" y="1507"/>
                  </a:lnTo>
                  <a:lnTo>
                    <a:pt x="2540" y="1540"/>
                  </a:lnTo>
                  <a:lnTo>
                    <a:pt x="2551" y="1574"/>
                  </a:lnTo>
                  <a:lnTo>
                    <a:pt x="2562" y="1611"/>
                  </a:lnTo>
                  <a:lnTo>
                    <a:pt x="2570" y="1649"/>
                  </a:lnTo>
                  <a:lnTo>
                    <a:pt x="2576" y="1689"/>
                  </a:lnTo>
                  <a:lnTo>
                    <a:pt x="2580" y="1731"/>
                  </a:lnTo>
                  <a:lnTo>
                    <a:pt x="2581" y="1773"/>
                  </a:lnTo>
                  <a:lnTo>
                    <a:pt x="2580" y="1815"/>
                  </a:lnTo>
                  <a:lnTo>
                    <a:pt x="2576" y="1858"/>
                  </a:lnTo>
                  <a:lnTo>
                    <a:pt x="2570" y="1897"/>
                  </a:lnTo>
                  <a:lnTo>
                    <a:pt x="2562" y="1936"/>
                  </a:lnTo>
                  <a:lnTo>
                    <a:pt x="2551" y="1972"/>
                  </a:lnTo>
                  <a:lnTo>
                    <a:pt x="2540" y="2008"/>
                  </a:lnTo>
                  <a:lnTo>
                    <a:pt x="2526" y="2039"/>
                  </a:lnTo>
                  <a:lnTo>
                    <a:pt x="2510" y="2070"/>
                  </a:lnTo>
                  <a:lnTo>
                    <a:pt x="2493" y="2097"/>
                  </a:lnTo>
                  <a:lnTo>
                    <a:pt x="2475" y="2121"/>
                  </a:lnTo>
                  <a:lnTo>
                    <a:pt x="2455" y="2142"/>
                  </a:lnTo>
                  <a:lnTo>
                    <a:pt x="2434" y="2160"/>
                  </a:lnTo>
                  <a:lnTo>
                    <a:pt x="2412" y="2174"/>
                  </a:lnTo>
                  <a:lnTo>
                    <a:pt x="2390" y="2185"/>
                  </a:lnTo>
                  <a:lnTo>
                    <a:pt x="2366" y="2191"/>
                  </a:lnTo>
                  <a:lnTo>
                    <a:pt x="2342" y="2193"/>
                  </a:lnTo>
                  <a:lnTo>
                    <a:pt x="2317" y="2191"/>
                  </a:lnTo>
                  <a:lnTo>
                    <a:pt x="2294" y="2185"/>
                  </a:lnTo>
                  <a:lnTo>
                    <a:pt x="2270" y="2174"/>
                  </a:lnTo>
                  <a:lnTo>
                    <a:pt x="2249" y="2160"/>
                  </a:lnTo>
                  <a:lnTo>
                    <a:pt x="2228" y="2142"/>
                  </a:lnTo>
                  <a:lnTo>
                    <a:pt x="2208" y="2121"/>
                  </a:lnTo>
                  <a:lnTo>
                    <a:pt x="2189" y="2097"/>
                  </a:lnTo>
                  <a:lnTo>
                    <a:pt x="2173" y="2070"/>
                  </a:lnTo>
                  <a:lnTo>
                    <a:pt x="2157" y="2039"/>
                  </a:lnTo>
                  <a:lnTo>
                    <a:pt x="2142" y="2008"/>
                  </a:lnTo>
                  <a:lnTo>
                    <a:pt x="2131" y="1972"/>
                  </a:lnTo>
                  <a:lnTo>
                    <a:pt x="2120" y="1936"/>
                  </a:lnTo>
                  <a:lnTo>
                    <a:pt x="2112" y="1897"/>
                  </a:lnTo>
                  <a:lnTo>
                    <a:pt x="2106" y="1858"/>
                  </a:lnTo>
                  <a:lnTo>
                    <a:pt x="2103" y="1815"/>
                  </a:lnTo>
                  <a:lnTo>
                    <a:pt x="2101" y="1773"/>
                  </a:lnTo>
                  <a:lnTo>
                    <a:pt x="2103" y="1731"/>
                  </a:lnTo>
                  <a:lnTo>
                    <a:pt x="2106" y="1689"/>
                  </a:lnTo>
                  <a:lnTo>
                    <a:pt x="2112" y="1649"/>
                  </a:lnTo>
                  <a:lnTo>
                    <a:pt x="2120" y="1611"/>
                  </a:lnTo>
                  <a:lnTo>
                    <a:pt x="2131" y="1574"/>
                  </a:lnTo>
                  <a:lnTo>
                    <a:pt x="2142" y="1540"/>
                  </a:lnTo>
                  <a:lnTo>
                    <a:pt x="2157" y="1507"/>
                  </a:lnTo>
                  <a:lnTo>
                    <a:pt x="2173" y="1478"/>
                  </a:lnTo>
                  <a:lnTo>
                    <a:pt x="2189" y="1451"/>
                  </a:lnTo>
                  <a:lnTo>
                    <a:pt x="2208" y="1426"/>
                  </a:lnTo>
                  <a:lnTo>
                    <a:pt x="2228" y="1405"/>
                  </a:lnTo>
                  <a:lnTo>
                    <a:pt x="2249" y="1387"/>
                  </a:lnTo>
                  <a:lnTo>
                    <a:pt x="2270" y="1373"/>
                  </a:lnTo>
                  <a:lnTo>
                    <a:pt x="2294" y="1363"/>
                  </a:lnTo>
                  <a:lnTo>
                    <a:pt x="2317" y="1357"/>
                  </a:lnTo>
                  <a:lnTo>
                    <a:pt x="2342" y="1355"/>
                  </a:lnTo>
                  <a:close/>
                  <a:moveTo>
                    <a:pt x="3179" y="819"/>
                  </a:moveTo>
                  <a:lnTo>
                    <a:pt x="3204" y="821"/>
                  </a:lnTo>
                  <a:lnTo>
                    <a:pt x="3227" y="827"/>
                  </a:lnTo>
                  <a:lnTo>
                    <a:pt x="3250" y="838"/>
                  </a:lnTo>
                  <a:lnTo>
                    <a:pt x="3272" y="852"/>
                  </a:lnTo>
                  <a:lnTo>
                    <a:pt x="3293" y="869"/>
                  </a:lnTo>
                  <a:lnTo>
                    <a:pt x="3312" y="890"/>
                  </a:lnTo>
                  <a:lnTo>
                    <a:pt x="3331" y="915"/>
                  </a:lnTo>
                  <a:lnTo>
                    <a:pt x="3348" y="942"/>
                  </a:lnTo>
                  <a:lnTo>
                    <a:pt x="3363" y="971"/>
                  </a:lnTo>
                  <a:lnTo>
                    <a:pt x="3377" y="1004"/>
                  </a:lnTo>
                  <a:lnTo>
                    <a:pt x="3389" y="1038"/>
                  </a:lnTo>
                  <a:lnTo>
                    <a:pt x="3400" y="1076"/>
                  </a:lnTo>
                  <a:lnTo>
                    <a:pt x="3408" y="1113"/>
                  </a:lnTo>
                  <a:lnTo>
                    <a:pt x="3414" y="1153"/>
                  </a:lnTo>
                  <a:lnTo>
                    <a:pt x="3417" y="1195"/>
                  </a:lnTo>
                  <a:lnTo>
                    <a:pt x="3418" y="1237"/>
                  </a:lnTo>
                  <a:lnTo>
                    <a:pt x="3417" y="1280"/>
                  </a:lnTo>
                  <a:lnTo>
                    <a:pt x="3414" y="1322"/>
                  </a:lnTo>
                  <a:lnTo>
                    <a:pt x="3408" y="1362"/>
                  </a:lnTo>
                  <a:lnTo>
                    <a:pt x="3400" y="1399"/>
                  </a:lnTo>
                  <a:lnTo>
                    <a:pt x="3389" y="1437"/>
                  </a:lnTo>
                  <a:lnTo>
                    <a:pt x="3377" y="1471"/>
                  </a:lnTo>
                  <a:lnTo>
                    <a:pt x="3363" y="1503"/>
                  </a:lnTo>
                  <a:lnTo>
                    <a:pt x="3348" y="1533"/>
                  </a:lnTo>
                  <a:lnTo>
                    <a:pt x="3331" y="1560"/>
                  </a:lnTo>
                  <a:lnTo>
                    <a:pt x="3312" y="1584"/>
                  </a:lnTo>
                  <a:lnTo>
                    <a:pt x="3293" y="1605"/>
                  </a:lnTo>
                  <a:lnTo>
                    <a:pt x="3272" y="1623"/>
                  </a:lnTo>
                  <a:lnTo>
                    <a:pt x="3250" y="1637"/>
                  </a:lnTo>
                  <a:lnTo>
                    <a:pt x="3227" y="1648"/>
                  </a:lnTo>
                  <a:lnTo>
                    <a:pt x="3204" y="1654"/>
                  </a:lnTo>
                  <a:lnTo>
                    <a:pt x="3179" y="1656"/>
                  </a:lnTo>
                  <a:lnTo>
                    <a:pt x="3155" y="1654"/>
                  </a:lnTo>
                  <a:lnTo>
                    <a:pt x="3131" y="1648"/>
                  </a:lnTo>
                  <a:lnTo>
                    <a:pt x="3108" y="1637"/>
                  </a:lnTo>
                  <a:lnTo>
                    <a:pt x="3087" y="1623"/>
                  </a:lnTo>
                  <a:lnTo>
                    <a:pt x="3066" y="1605"/>
                  </a:lnTo>
                  <a:lnTo>
                    <a:pt x="3046" y="1584"/>
                  </a:lnTo>
                  <a:lnTo>
                    <a:pt x="3027" y="1560"/>
                  </a:lnTo>
                  <a:lnTo>
                    <a:pt x="3011" y="1533"/>
                  </a:lnTo>
                  <a:lnTo>
                    <a:pt x="2994" y="1503"/>
                  </a:lnTo>
                  <a:lnTo>
                    <a:pt x="2980" y="1471"/>
                  </a:lnTo>
                  <a:lnTo>
                    <a:pt x="2968" y="1437"/>
                  </a:lnTo>
                  <a:lnTo>
                    <a:pt x="2958" y="1399"/>
                  </a:lnTo>
                  <a:lnTo>
                    <a:pt x="2950" y="1362"/>
                  </a:lnTo>
                  <a:lnTo>
                    <a:pt x="2944" y="1322"/>
                  </a:lnTo>
                  <a:lnTo>
                    <a:pt x="2940" y="1280"/>
                  </a:lnTo>
                  <a:lnTo>
                    <a:pt x="2939" y="1237"/>
                  </a:lnTo>
                  <a:lnTo>
                    <a:pt x="2940" y="1195"/>
                  </a:lnTo>
                  <a:lnTo>
                    <a:pt x="2944" y="1153"/>
                  </a:lnTo>
                  <a:lnTo>
                    <a:pt x="2950" y="1113"/>
                  </a:lnTo>
                  <a:lnTo>
                    <a:pt x="2958" y="1076"/>
                  </a:lnTo>
                  <a:lnTo>
                    <a:pt x="2968" y="1038"/>
                  </a:lnTo>
                  <a:lnTo>
                    <a:pt x="2980" y="1004"/>
                  </a:lnTo>
                  <a:lnTo>
                    <a:pt x="2994" y="971"/>
                  </a:lnTo>
                  <a:lnTo>
                    <a:pt x="3011" y="942"/>
                  </a:lnTo>
                  <a:lnTo>
                    <a:pt x="3027" y="915"/>
                  </a:lnTo>
                  <a:lnTo>
                    <a:pt x="3046" y="890"/>
                  </a:lnTo>
                  <a:lnTo>
                    <a:pt x="3066" y="869"/>
                  </a:lnTo>
                  <a:lnTo>
                    <a:pt x="3087" y="852"/>
                  </a:lnTo>
                  <a:lnTo>
                    <a:pt x="3108" y="838"/>
                  </a:lnTo>
                  <a:lnTo>
                    <a:pt x="3131" y="827"/>
                  </a:lnTo>
                  <a:lnTo>
                    <a:pt x="3155" y="821"/>
                  </a:lnTo>
                  <a:lnTo>
                    <a:pt x="3179" y="819"/>
                  </a:lnTo>
                  <a:close/>
                  <a:moveTo>
                    <a:pt x="3246" y="2144"/>
                  </a:moveTo>
                  <a:lnTo>
                    <a:pt x="3271" y="2146"/>
                  </a:lnTo>
                  <a:lnTo>
                    <a:pt x="3294" y="2152"/>
                  </a:lnTo>
                  <a:lnTo>
                    <a:pt x="3316" y="2162"/>
                  </a:lnTo>
                  <a:lnTo>
                    <a:pt x="3339" y="2176"/>
                  </a:lnTo>
                  <a:lnTo>
                    <a:pt x="3360" y="2194"/>
                  </a:lnTo>
                  <a:lnTo>
                    <a:pt x="3380" y="2215"/>
                  </a:lnTo>
                  <a:lnTo>
                    <a:pt x="3397" y="2240"/>
                  </a:lnTo>
                  <a:lnTo>
                    <a:pt x="3415" y="2267"/>
                  </a:lnTo>
                  <a:lnTo>
                    <a:pt x="3430" y="2296"/>
                  </a:lnTo>
                  <a:lnTo>
                    <a:pt x="3444" y="2329"/>
                  </a:lnTo>
                  <a:lnTo>
                    <a:pt x="3456" y="2363"/>
                  </a:lnTo>
                  <a:lnTo>
                    <a:pt x="3466" y="2400"/>
                  </a:lnTo>
                  <a:lnTo>
                    <a:pt x="3475" y="2438"/>
                  </a:lnTo>
                  <a:lnTo>
                    <a:pt x="3480" y="2478"/>
                  </a:lnTo>
                  <a:lnTo>
                    <a:pt x="3484" y="2520"/>
                  </a:lnTo>
                  <a:lnTo>
                    <a:pt x="3485" y="2562"/>
                  </a:lnTo>
                  <a:lnTo>
                    <a:pt x="3484" y="2604"/>
                  </a:lnTo>
                  <a:lnTo>
                    <a:pt x="3480" y="2647"/>
                  </a:lnTo>
                  <a:lnTo>
                    <a:pt x="3475" y="2686"/>
                  </a:lnTo>
                  <a:lnTo>
                    <a:pt x="3466" y="2725"/>
                  </a:lnTo>
                  <a:lnTo>
                    <a:pt x="3456" y="2762"/>
                  </a:lnTo>
                  <a:lnTo>
                    <a:pt x="3444" y="2796"/>
                  </a:lnTo>
                  <a:lnTo>
                    <a:pt x="3430" y="2828"/>
                  </a:lnTo>
                  <a:lnTo>
                    <a:pt x="3415" y="2858"/>
                  </a:lnTo>
                  <a:lnTo>
                    <a:pt x="3397" y="2886"/>
                  </a:lnTo>
                  <a:lnTo>
                    <a:pt x="3380" y="2909"/>
                  </a:lnTo>
                  <a:lnTo>
                    <a:pt x="3360" y="2930"/>
                  </a:lnTo>
                  <a:lnTo>
                    <a:pt x="3339" y="2949"/>
                  </a:lnTo>
                  <a:lnTo>
                    <a:pt x="3316" y="2963"/>
                  </a:lnTo>
                  <a:lnTo>
                    <a:pt x="3294" y="2974"/>
                  </a:lnTo>
                  <a:lnTo>
                    <a:pt x="3271" y="2980"/>
                  </a:lnTo>
                  <a:lnTo>
                    <a:pt x="3246" y="2982"/>
                  </a:lnTo>
                  <a:lnTo>
                    <a:pt x="3222" y="2980"/>
                  </a:lnTo>
                  <a:lnTo>
                    <a:pt x="3198" y="2974"/>
                  </a:lnTo>
                  <a:lnTo>
                    <a:pt x="3176" y="2963"/>
                  </a:lnTo>
                  <a:lnTo>
                    <a:pt x="3154" y="2949"/>
                  </a:lnTo>
                  <a:lnTo>
                    <a:pt x="3133" y="2930"/>
                  </a:lnTo>
                  <a:lnTo>
                    <a:pt x="3113" y="2909"/>
                  </a:lnTo>
                  <a:lnTo>
                    <a:pt x="3095" y="2886"/>
                  </a:lnTo>
                  <a:lnTo>
                    <a:pt x="3077" y="2858"/>
                  </a:lnTo>
                  <a:lnTo>
                    <a:pt x="3062" y="2828"/>
                  </a:lnTo>
                  <a:lnTo>
                    <a:pt x="3048" y="2796"/>
                  </a:lnTo>
                  <a:lnTo>
                    <a:pt x="3036" y="2762"/>
                  </a:lnTo>
                  <a:lnTo>
                    <a:pt x="3026" y="2725"/>
                  </a:lnTo>
                  <a:lnTo>
                    <a:pt x="3018" y="2686"/>
                  </a:lnTo>
                  <a:lnTo>
                    <a:pt x="3012" y="2647"/>
                  </a:lnTo>
                  <a:lnTo>
                    <a:pt x="3008" y="2604"/>
                  </a:lnTo>
                  <a:lnTo>
                    <a:pt x="3007" y="2562"/>
                  </a:lnTo>
                  <a:lnTo>
                    <a:pt x="3008" y="2520"/>
                  </a:lnTo>
                  <a:lnTo>
                    <a:pt x="3012" y="2478"/>
                  </a:lnTo>
                  <a:lnTo>
                    <a:pt x="3018" y="2438"/>
                  </a:lnTo>
                  <a:lnTo>
                    <a:pt x="3026" y="2400"/>
                  </a:lnTo>
                  <a:lnTo>
                    <a:pt x="3036" y="2363"/>
                  </a:lnTo>
                  <a:lnTo>
                    <a:pt x="3048" y="2329"/>
                  </a:lnTo>
                  <a:lnTo>
                    <a:pt x="3062" y="2296"/>
                  </a:lnTo>
                  <a:lnTo>
                    <a:pt x="3077" y="2267"/>
                  </a:lnTo>
                  <a:lnTo>
                    <a:pt x="3095" y="2240"/>
                  </a:lnTo>
                  <a:lnTo>
                    <a:pt x="3113" y="2215"/>
                  </a:lnTo>
                  <a:lnTo>
                    <a:pt x="3133" y="2194"/>
                  </a:lnTo>
                  <a:lnTo>
                    <a:pt x="3154" y="2176"/>
                  </a:lnTo>
                  <a:lnTo>
                    <a:pt x="3176" y="2162"/>
                  </a:lnTo>
                  <a:lnTo>
                    <a:pt x="3198" y="2152"/>
                  </a:lnTo>
                  <a:lnTo>
                    <a:pt x="3222" y="2146"/>
                  </a:lnTo>
                  <a:lnTo>
                    <a:pt x="3246" y="214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9538" name="Freeform 48"/>
            <p:cNvSpPr>
              <a:spLocks/>
            </p:cNvSpPr>
            <p:nvPr/>
          </p:nvSpPr>
          <p:spPr bwMode="auto">
            <a:xfrm>
              <a:off x="1267" y="1588"/>
              <a:ext cx="87" cy="52"/>
            </a:xfrm>
            <a:custGeom>
              <a:avLst/>
              <a:gdLst>
                <a:gd name="T0" fmla="*/ 3 w 437"/>
                <a:gd name="T1" fmla="*/ 2 h 260"/>
                <a:gd name="T2" fmla="*/ 3 w 437"/>
                <a:gd name="T3" fmla="*/ 2 h 260"/>
                <a:gd name="T4" fmla="*/ 3 w 437"/>
                <a:gd name="T5" fmla="*/ 2 h 260"/>
                <a:gd name="T6" fmla="*/ 3 w 437"/>
                <a:gd name="T7" fmla="*/ 2 h 260"/>
                <a:gd name="T8" fmla="*/ 3 w 437"/>
                <a:gd name="T9" fmla="*/ 1 h 260"/>
                <a:gd name="T10" fmla="*/ 3 w 437"/>
                <a:gd name="T11" fmla="*/ 1 h 260"/>
                <a:gd name="T12" fmla="*/ 3 w 437"/>
                <a:gd name="T13" fmla="*/ 1 h 260"/>
                <a:gd name="T14" fmla="*/ 3 w 437"/>
                <a:gd name="T15" fmla="*/ 1 h 260"/>
                <a:gd name="T16" fmla="*/ 3 w 437"/>
                <a:gd name="T17" fmla="*/ 1 h 260"/>
                <a:gd name="T18" fmla="*/ 2 w 437"/>
                <a:gd name="T19" fmla="*/ 1 h 260"/>
                <a:gd name="T20" fmla="*/ 2 w 437"/>
                <a:gd name="T21" fmla="*/ 0 h 260"/>
                <a:gd name="T22" fmla="*/ 2 w 437"/>
                <a:gd name="T23" fmla="*/ 0 h 260"/>
                <a:gd name="T24" fmla="*/ 2 w 437"/>
                <a:gd name="T25" fmla="*/ 0 h 260"/>
                <a:gd name="T26" fmla="*/ 1 w 437"/>
                <a:gd name="T27" fmla="*/ 0 h 260"/>
                <a:gd name="T28" fmla="*/ 1 w 437"/>
                <a:gd name="T29" fmla="*/ 0 h 260"/>
                <a:gd name="T30" fmla="*/ 1 w 437"/>
                <a:gd name="T31" fmla="*/ 0 h 260"/>
                <a:gd name="T32" fmla="*/ 0 w 437"/>
                <a:gd name="T33" fmla="*/ 0 h 260"/>
                <a:gd name="T34" fmla="*/ 0 w 437"/>
                <a:gd name="T35" fmla="*/ 0 h 260"/>
                <a:gd name="T36" fmla="*/ 0 w 437"/>
                <a:gd name="T37" fmla="*/ 0 h 260"/>
                <a:gd name="T38" fmla="*/ 0 w 437"/>
                <a:gd name="T39" fmla="*/ 0 h 260"/>
                <a:gd name="T40" fmla="*/ 1 w 437"/>
                <a:gd name="T41" fmla="*/ 0 h 260"/>
                <a:gd name="T42" fmla="*/ 1 w 437"/>
                <a:gd name="T43" fmla="*/ 0 h 260"/>
                <a:gd name="T44" fmla="*/ 1 w 437"/>
                <a:gd name="T45" fmla="*/ 0 h 260"/>
                <a:gd name="T46" fmla="*/ 2 w 437"/>
                <a:gd name="T47" fmla="*/ 0 h 260"/>
                <a:gd name="T48" fmla="*/ 2 w 437"/>
                <a:gd name="T49" fmla="*/ 0 h 260"/>
                <a:gd name="T50" fmla="*/ 2 w 437"/>
                <a:gd name="T51" fmla="*/ 1 h 260"/>
                <a:gd name="T52" fmla="*/ 2 w 437"/>
                <a:gd name="T53" fmla="*/ 1 h 260"/>
                <a:gd name="T54" fmla="*/ 3 w 437"/>
                <a:gd name="T55" fmla="*/ 1 h 260"/>
                <a:gd name="T56" fmla="*/ 3 w 437"/>
                <a:gd name="T57" fmla="*/ 1 h 260"/>
                <a:gd name="T58" fmla="*/ 3 w 437"/>
                <a:gd name="T59" fmla="*/ 1 h 260"/>
                <a:gd name="T60" fmla="*/ 3 w 437"/>
                <a:gd name="T61" fmla="*/ 1 h 260"/>
                <a:gd name="T62" fmla="*/ 3 w 437"/>
                <a:gd name="T63" fmla="*/ 1 h 260"/>
                <a:gd name="T64" fmla="*/ 3 w 437"/>
                <a:gd name="T65" fmla="*/ 2 h 260"/>
                <a:gd name="T66" fmla="*/ 3 w 437"/>
                <a:gd name="T67" fmla="*/ 2 h 260"/>
                <a:gd name="T68" fmla="*/ 3 w 437"/>
                <a:gd name="T69" fmla="*/ 2 h 260"/>
                <a:gd name="T70" fmla="*/ 3 w 437"/>
                <a:gd name="T71" fmla="*/ 2 h 260"/>
                <a:gd name="T72" fmla="*/ 3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437" y="260"/>
                  </a:moveTo>
                  <a:lnTo>
                    <a:pt x="437" y="260"/>
                  </a:lnTo>
                  <a:lnTo>
                    <a:pt x="434" y="233"/>
                  </a:lnTo>
                  <a:lnTo>
                    <a:pt x="427" y="206"/>
                  </a:lnTo>
                  <a:lnTo>
                    <a:pt x="417" y="181"/>
                  </a:lnTo>
                  <a:lnTo>
                    <a:pt x="401" y="157"/>
                  </a:lnTo>
                  <a:lnTo>
                    <a:pt x="383" y="133"/>
                  </a:lnTo>
                  <a:lnTo>
                    <a:pt x="360" y="113"/>
                  </a:lnTo>
                  <a:lnTo>
                    <a:pt x="336" y="93"/>
                  </a:lnTo>
                  <a:lnTo>
                    <a:pt x="308" y="73"/>
                  </a:lnTo>
                  <a:lnTo>
                    <a:pt x="276" y="58"/>
                  </a:lnTo>
                  <a:lnTo>
                    <a:pt x="242" y="43"/>
                  </a:lnTo>
                  <a:lnTo>
                    <a:pt x="207" y="30"/>
                  </a:lnTo>
                  <a:lnTo>
                    <a:pt x="168" y="19"/>
                  </a:lnTo>
                  <a:lnTo>
                    <a:pt x="128" y="11"/>
                  </a:lnTo>
                  <a:lnTo>
                    <a:pt x="87" y="4"/>
                  </a:lnTo>
                  <a:lnTo>
                    <a:pt x="43" y="1"/>
                  </a:lnTo>
                  <a:lnTo>
                    <a:pt x="0" y="0"/>
                  </a:lnTo>
                  <a:lnTo>
                    <a:pt x="0" y="11"/>
                  </a:lnTo>
                  <a:lnTo>
                    <a:pt x="43" y="12"/>
                  </a:lnTo>
                  <a:lnTo>
                    <a:pt x="85" y="16"/>
                  </a:lnTo>
                  <a:lnTo>
                    <a:pt x="126" y="23"/>
                  </a:lnTo>
                  <a:lnTo>
                    <a:pt x="166" y="31"/>
                  </a:lnTo>
                  <a:lnTo>
                    <a:pt x="202" y="42"/>
                  </a:lnTo>
                  <a:lnTo>
                    <a:pt x="237" y="55"/>
                  </a:lnTo>
                  <a:lnTo>
                    <a:pt x="271" y="70"/>
                  </a:lnTo>
                  <a:lnTo>
                    <a:pt x="301" y="85"/>
                  </a:lnTo>
                  <a:lnTo>
                    <a:pt x="329" y="103"/>
                  </a:lnTo>
                  <a:lnTo>
                    <a:pt x="353" y="123"/>
                  </a:lnTo>
                  <a:lnTo>
                    <a:pt x="373" y="143"/>
                  </a:lnTo>
                  <a:lnTo>
                    <a:pt x="392" y="164"/>
                  </a:lnTo>
                  <a:lnTo>
                    <a:pt x="405" y="186"/>
                  </a:lnTo>
                  <a:lnTo>
                    <a:pt x="415" y="211"/>
                  </a:lnTo>
                  <a:lnTo>
                    <a:pt x="422" y="235"/>
                  </a:lnTo>
                  <a:lnTo>
                    <a:pt x="425" y="260"/>
                  </a:lnTo>
                  <a:lnTo>
                    <a:pt x="437"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9539" name="Freeform 49"/>
            <p:cNvSpPr>
              <a:spLocks/>
            </p:cNvSpPr>
            <p:nvPr/>
          </p:nvSpPr>
          <p:spPr bwMode="auto">
            <a:xfrm>
              <a:off x="1267" y="1640"/>
              <a:ext cx="87" cy="52"/>
            </a:xfrm>
            <a:custGeom>
              <a:avLst/>
              <a:gdLst>
                <a:gd name="T0" fmla="*/ 0 w 437"/>
                <a:gd name="T1" fmla="*/ 2 h 260"/>
                <a:gd name="T2" fmla="*/ 0 w 437"/>
                <a:gd name="T3" fmla="*/ 2 h 260"/>
                <a:gd name="T4" fmla="*/ 0 w 437"/>
                <a:gd name="T5" fmla="*/ 2 h 260"/>
                <a:gd name="T6" fmla="*/ 1 w 437"/>
                <a:gd name="T7" fmla="*/ 2 h 260"/>
                <a:gd name="T8" fmla="*/ 1 w 437"/>
                <a:gd name="T9" fmla="*/ 2 h 260"/>
                <a:gd name="T10" fmla="*/ 1 w 437"/>
                <a:gd name="T11" fmla="*/ 2 h 260"/>
                <a:gd name="T12" fmla="*/ 2 w 437"/>
                <a:gd name="T13" fmla="*/ 2 h 260"/>
                <a:gd name="T14" fmla="*/ 2 w 437"/>
                <a:gd name="T15" fmla="*/ 2 h 260"/>
                <a:gd name="T16" fmla="*/ 2 w 437"/>
                <a:gd name="T17" fmla="*/ 2 h 260"/>
                <a:gd name="T18" fmla="*/ 2 w 437"/>
                <a:gd name="T19" fmla="*/ 1 h 260"/>
                <a:gd name="T20" fmla="*/ 3 w 437"/>
                <a:gd name="T21" fmla="*/ 1 h 260"/>
                <a:gd name="T22" fmla="*/ 3 w 437"/>
                <a:gd name="T23" fmla="*/ 1 h 260"/>
                <a:gd name="T24" fmla="*/ 3 w 437"/>
                <a:gd name="T25" fmla="*/ 1 h 260"/>
                <a:gd name="T26" fmla="*/ 3 w 437"/>
                <a:gd name="T27" fmla="*/ 1 h 260"/>
                <a:gd name="T28" fmla="*/ 3 w 437"/>
                <a:gd name="T29" fmla="*/ 1 h 260"/>
                <a:gd name="T30" fmla="*/ 3 w 437"/>
                <a:gd name="T31" fmla="*/ 0 h 260"/>
                <a:gd name="T32" fmla="*/ 3 w 437"/>
                <a:gd name="T33" fmla="*/ 0 h 260"/>
                <a:gd name="T34" fmla="*/ 3 w 437"/>
                <a:gd name="T35" fmla="*/ 0 h 260"/>
                <a:gd name="T36" fmla="*/ 3 w 437"/>
                <a:gd name="T37" fmla="*/ 0 h 260"/>
                <a:gd name="T38" fmla="*/ 3 w 437"/>
                <a:gd name="T39" fmla="*/ 0 h 260"/>
                <a:gd name="T40" fmla="*/ 3 w 437"/>
                <a:gd name="T41" fmla="*/ 0 h 260"/>
                <a:gd name="T42" fmla="*/ 3 w 437"/>
                <a:gd name="T43" fmla="*/ 1 h 260"/>
                <a:gd name="T44" fmla="*/ 3 w 437"/>
                <a:gd name="T45" fmla="*/ 1 h 260"/>
                <a:gd name="T46" fmla="*/ 3 w 437"/>
                <a:gd name="T47" fmla="*/ 1 h 260"/>
                <a:gd name="T48" fmla="*/ 3 w 437"/>
                <a:gd name="T49" fmla="*/ 1 h 260"/>
                <a:gd name="T50" fmla="*/ 3 w 437"/>
                <a:gd name="T51" fmla="*/ 1 h 260"/>
                <a:gd name="T52" fmla="*/ 2 w 437"/>
                <a:gd name="T53" fmla="*/ 1 h 260"/>
                <a:gd name="T54" fmla="*/ 2 w 437"/>
                <a:gd name="T55" fmla="*/ 2 h 260"/>
                <a:gd name="T56" fmla="*/ 2 w 437"/>
                <a:gd name="T57" fmla="*/ 2 h 260"/>
                <a:gd name="T58" fmla="*/ 2 w 437"/>
                <a:gd name="T59" fmla="*/ 2 h 260"/>
                <a:gd name="T60" fmla="*/ 1 w 437"/>
                <a:gd name="T61" fmla="*/ 2 h 260"/>
                <a:gd name="T62" fmla="*/ 1 w 437"/>
                <a:gd name="T63" fmla="*/ 2 h 260"/>
                <a:gd name="T64" fmla="*/ 1 w 437"/>
                <a:gd name="T65" fmla="*/ 2 h 260"/>
                <a:gd name="T66" fmla="*/ 0 w 437"/>
                <a:gd name="T67" fmla="*/ 2 h 260"/>
                <a:gd name="T68" fmla="*/ 0 w 437"/>
                <a:gd name="T69" fmla="*/ 2 h 260"/>
                <a:gd name="T70" fmla="*/ 0 w 437"/>
                <a:gd name="T71" fmla="*/ 2 h 260"/>
                <a:gd name="T72" fmla="*/ 0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0" y="260"/>
                  </a:moveTo>
                  <a:lnTo>
                    <a:pt x="0" y="260"/>
                  </a:lnTo>
                  <a:lnTo>
                    <a:pt x="43" y="259"/>
                  </a:lnTo>
                  <a:lnTo>
                    <a:pt x="87" y="255"/>
                  </a:lnTo>
                  <a:lnTo>
                    <a:pt x="128" y="248"/>
                  </a:lnTo>
                  <a:lnTo>
                    <a:pt x="168" y="240"/>
                  </a:lnTo>
                  <a:lnTo>
                    <a:pt x="207" y="230"/>
                  </a:lnTo>
                  <a:lnTo>
                    <a:pt x="242" y="217"/>
                  </a:lnTo>
                  <a:lnTo>
                    <a:pt x="276" y="202"/>
                  </a:lnTo>
                  <a:lnTo>
                    <a:pt x="308" y="185"/>
                  </a:lnTo>
                  <a:lnTo>
                    <a:pt x="336" y="166"/>
                  </a:lnTo>
                  <a:lnTo>
                    <a:pt x="360" y="146"/>
                  </a:lnTo>
                  <a:lnTo>
                    <a:pt x="383" y="125"/>
                  </a:lnTo>
                  <a:lnTo>
                    <a:pt x="401" y="102"/>
                  </a:lnTo>
                  <a:lnTo>
                    <a:pt x="417" y="77"/>
                  </a:lnTo>
                  <a:lnTo>
                    <a:pt x="427" y="53"/>
                  </a:lnTo>
                  <a:lnTo>
                    <a:pt x="434" y="27"/>
                  </a:lnTo>
                  <a:lnTo>
                    <a:pt x="437" y="0"/>
                  </a:lnTo>
                  <a:lnTo>
                    <a:pt x="425" y="0"/>
                  </a:lnTo>
                  <a:lnTo>
                    <a:pt x="422" y="24"/>
                  </a:lnTo>
                  <a:lnTo>
                    <a:pt x="415" y="48"/>
                  </a:lnTo>
                  <a:lnTo>
                    <a:pt x="405" y="73"/>
                  </a:lnTo>
                  <a:lnTo>
                    <a:pt x="392" y="95"/>
                  </a:lnTo>
                  <a:lnTo>
                    <a:pt x="373" y="116"/>
                  </a:lnTo>
                  <a:lnTo>
                    <a:pt x="353" y="137"/>
                  </a:lnTo>
                  <a:lnTo>
                    <a:pt x="329" y="157"/>
                  </a:lnTo>
                  <a:lnTo>
                    <a:pt x="301" y="173"/>
                  </a:lnTo>
                  <a:lnTo>
                    <a:pt x="271" y="190"/>
                  </a:lnTo>
                  <a:lnTo>
                    <a:pt x="237" y="205"/>
                  </a:lnTo>
                  <a:lnTo>
                    <a:pt x="202" y="218"/>
                  </a:lnTo>
                  <a:lnTo>
                    <a:pt x="166" y="228"/>
                  </a:lnTo>
                  <a:lnTo>
                    <a:pt x="126" y="237"/>
                  </a:lnTo>
                  <a:lnTo>
                    <a:pt x="85" y="244"/>
                  </a:lnTo>
                  <a:lnTo>
                    <a:pt x="43" y="247"/>
                  </a:lnTo>
                  <a:lnTo>
                    <a:pt x="0" y="248"/>
                  </a:lnTo>
                  <a:lnTo>
                    <a:pt x="0"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9540" name="Freeform 50"/>
            <p:cNvSpPr>
              <a:spLocks/>
            </p:cNvSpPr>
            <p:nvPr/>
          </p:nvSpPr>
          <p:spPr bwMode="auto">
            <a:xfrm>
              <a:off x="1179" y="1640"/>
              <a:ext cx="88" cy="52"/>
            </a:xfrm>
            <a:custGeom>
              <a:avLst/>
              <a:gdLst>
                <a:gd name="T0" fmla="*/ 0 w 439"/>
                <a:gd name="T1" fmla="*/ 0 h 260"/>
                <a:gd name="T2" fmla="*/ 0 w 439"/>
                <a:gd name="T3" fmla="*/ 0 h 260"/>
                <a:gd name="T4" fmla="*/ 0 w 439"/>
                <a:gd name="T5" fmla="*/ 0 h 260"/>
                <a:gd name="T6" fmla="*/ 0 w 439"/>
                <a:gd name="T7" fmla="*/ 0 h 260"/>
                <a:gd name="T8" fmla="*/ 0 w 439"/>
                <a:gd name="T9" fmla="*/ 1 h 260"/>
                <a:gd name="T10" fmla="*/ 0 w 439"/>
                <a:gd name="T11" fmla="*/ 1 h 260"/>
                <a:gd name="T12" fmla="*/ 0 w 439"/>
                <a:gd name="T13" fmla="*/ 1 h 260"/>
                <a:gd name="T14" fmla="*/ 1 w 439"/>
                <a:gd name="T15" fmla="*/ 1 h 260"/>
                <a:gd name="T16" fmla="*/ 1 w 439"/>
                <a:gd name="T17" fmla="*/ 1 h 260"/>
                <a:gd name="T18" fmla="*/ 1 w 439"/>
                <a:gd name="T19" fmla="*/ 1 h 260"/>
                <a:gd name="T20" fmla="*/ 1 w 439"/>
                <a:gd name="T21" fmla="*/ 2 h 260"/>
                <a:gd name="T22" fmla="*/ 2 w 439"/>
                <a:gd name="T23" fmla="*/ 2 h 260"/>
                <a:gd name="T24" fmla="*/ 2 w 439"/>
                <a:gd name="T25" fmla="*/ 2 h 260"/>
                <a:gd name="T26" fmla="*/ 2 w 439"/>
                <a:gd name="T27" fmla="*/ 2 h 260"/>
                <a:gd name="T28" fmla="*/ 2 w 439"/>
                <a:gd name="T29" fmla="*/ 2 h 260"/>
                <a:gd name="T30" fmla="*/ 3 w 439"/>
                <a:gd name="T31" fmla="*/ 2 h 260"/>
                <a:gd name="T32" fmla="*/ 3 w 439"/>
                <a:gd name="T33" fmla="*/ 2 h 260"/>
                <a:gd name="T34" fmla="*/ 4 w 439"/>
                <a:gd name="T35" fmla="*/ 2 h 260"/>
                <a:gd name="T36" fmla="*/ 4 w 439"/>
                <a:gd name="T37" fmla="*/ 2 h 260"/>
                <a:gd name="T38" fmla="*/ 3 w 439"/>
                <a:gd name="T39" fmla="*/ 2 h 260"/>
                <a:gd name="T40" fmla="*/ 3 w 439"/>
                <a:gd name="T41" fmla="*/ 2 h 260"/>
                <a:gd name="T42" fmla="*/ 3 w 439"/>
                <a:gd name="T43" fmla="*/ 2 h 260"/>
                <a:gd name="T44" fmla="*/ 2 w 439"/>
                <a:gd name="T45" fmla="*/ 2 h 260"/>
                <a:gd name="T46" fmla="*/ 2 w 439"/>
                <a:gd name="T47" fmla="*/ 2 h 260"/>
                <a:gd name="T48" fmla="*/ 2 w 439"/>
                <a:gd name="T49" fmla="*/ 2 h 260"/>
                <a:gd name="T50" fmla="*/ 1 w 439"/>
                <a:gd name="T51" fmla="*/ 2 h 260"/>
                <a:gd name="T52" fmla="*/ 1 w 439"/>
                <a:gd name="T53" fmla="*/ 1 h 260"/>
                <a:gd name="T54" fmla="*/ 1 w 439"/>
                <a:gd name="T55" fmla="*/ 1 h 260"/>
                <a:gd name="T56" fmla="*/ 1 w 439"/>
                <a:gd name="T57" fmla="*/ 1 h 260"/>
                <a:gd name="T58" fmla="*/ 1 w 439"/>
                <a:gd name="T59" fmla="*/ 1 h 260"/>
                <a:gd name="T60" fmla="*/ 0 w 439"/>
                <a:gd name="T61" fmla="*/ 1 h 260"/>
                <a:gd name="T62" fmla="*/ 0 w 439"/>
                <a:gd name="T63" fmla="*/ 1 h 260"/>
                <a:gd name="T64" fmla="*/ 0 w 439"/>
                <a:gd name="T65" fmla="*/ 0 h 260"/>
                <a:gd name="T66" fmla="*/ 0 w 439"/>
                <a:gd name="T67" fmla="*/ 0 h 260"/>
                <a:gd name="T68" fmla="*/ 0 w 439"/>
                <a:gd name="T69" fmla="*/ 0 h 260"/>
                <a:gd name="T70" fmla="*/ 0 w 439"/>
                <a:gd name="T71" fmla="*/ 0 h 260"/>
                <a:gd name="T72" fmla="*/ 0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0" y="0"/>
                  </a:moveTo>
                  <a:lnTo>
                    <a:pt x="0" y="0"/>
                  </a:lnTo>
                  <a:lnTo>
                    <a:pt x="3" y="27"/>
                  </a:lnTo>
                  <a:lnTo>
                    <a:pt x="10" y="53"/>
                  </a:lnTo>
                  <a:lnTo>
                    <a:pt x="20" y="77"/>
                  </a:lnTo>
                  <a:lnTo>
                    <a:pt x="35" y="102"/>
                  </a:lnTo>
                  <a:lnTo>
                    <a:pt x="54" y="125"/>
                  </a:lnTo>
                  <a:lnTo>
                    <a:pt x="76" y="146"/>
                  </a:lnTo>
                  <a:lnTo>
                    <a:pt x="102" y="166"/>
                  </a:lnTo>
                  <a:lnTo>
                    <a:pt x="130" y="185"/>
                  </a:lnTo>
                  <a:lnTo>
                    <a:pt x="162" y="202"/>
                  </a:lnTo>
                  <a:lnTo>
                    <a:pt x="195" y="217"/>
                  </a:lnTo>
                  <a:lnTo>
                    <a:pt x="231" y="230"/>
                  </a:lnTo>
                  <a:lnTo>
                    <a:pt x="270" y="240"/>
                  </a:lnTo>
                  <a:lnTo>
                    <a:pt x="310" y="248"/>
                  </a:lnTo>
                  <a:lnTo>
                    <a:pt x="351" y="255"/>
                  </a:lnTo>
                  <a:lnTo>
                    <a:pt x="395" y="259"/>
                  </a:lnTo>
                  <a:lnTo>
                    <a:pt x="439" y="260"/>
                  </a:lnTo>
                  <a:lnTo>
                    <a:pt x="439" y="248"/>
                  </a:lnTo>
                  <a:lnTo>
                    <a:pt x="395" y="247"/>
                  </a:lnTo>
                  <a:lnTo>
                    <a:pt x="353" y="244"/>
                  </a:lnTo>
                  <a:lnTo>
                    <a:pt x="312" y="237"/>
                  </a:lnTo>
                  <a:lnTo>
                    <a:pt x="272" y="228"/>
                  </a:lnTo>
                  <a:lnTo>
                    <a:pt x="236" y="218"/>
                  </a:lnTo>
                  <a:lnTo>
                    <a:pt x="200" y="205"/>
                  </a:lnTo>
                  <a:lnTo>
                    <a:pt x="167" y="190"/>
                  </a:lnTo>
                  <a:lnTo>
                    <a:pt x="137" y="173"/>
                  </a:lnTo>
                  <a:lnTo>
                    <a:pt x="109" y="157"/>
                  </a:lnTo>
                  <a:lnTo>
                    <a:pt x="84" y="137"/>
                  </a:lnTo>
                  <a:lnTo>
                    <a:pt x="64" y="116"/>
                  </a:lnTo>
                  <a:lnTo>
                    <a:pt x="45" y="95"/>
                  </a:lnTo>
                  <a:lnTo>
                    <a:pt x="32" y="73"/>
                  </a:lnTo>
                  <a:lnTo>
                    <a:pt x="21" y="48"/>
                  </a:lnTo>
                  <a:lnTo>
                    <a:pt x="14" y="24"/>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9541" name="Freeform 51"/>
            <p:cNvSpPr>
              <a:spLocks/>
            </p:cNvSpPr>
            <p:nvPr/>
          </p:nvSpPr>
          <p:spPr bwMode="auto">
            <a:xfrm>
              <a:off x="1179" y="1588"/>
              <a:ext cx="88" cy="52"/>
            </a:xfrm>
            <a:custGeom>
              <a:avLst/>
              <a:gdLst>
                <a:gd name="T0" fmla="*/ 4 w 439"/>
                <a:gd name="T1" fmla="*/ 0 h 260"/>
                <a:gd name="T2" fmla="*/ 4 w 439"/>
                <a:gd name="T3" fmla="*/ 0 h 260"/>
                <a:gd name="T4" fmla="*/ 3 w 439"/>
                <a:gd name="T5" fmla="*/ 0 h 260"/>
                <a:gd name="T6" fmla="*/ 3 w 439"/>
                <a:gd name="T7" fmla="*/ 0 h 260"/>
                <a:gd name="T8" fmla="*/ 2 w 439"/>
                <a:gd name="T9" fmla="*/ 0 h 260"/>
                <a:gd name="T10" fmla="*/ 2 w 439"/>
                <a:gd name="T11" fmla="*/ 0 h 260"/>
                <a:gd name="T12" fmla="*/ 2 w 439"/>
                <a:gd name="T13" fmla="*/ 0 h 260"/>
                <a:gd name="T14" fmla="*/ 2 w 439"/>
                <a:gd name="T15" fmla="*/ 0 h 260"/>
                <a:gd name="T16" fmla="*/ 1 w 439"/>
                <a:gd name="T17" fmla="*/ 0 h 260"/>
                <a:gd name="T18" fmla="*/ 1 w 439"/>
                <a:gd name="T19" fmla="*/ 1 h 260"/>
                <a:gd name="T20" fmla="*/ 1 w 439"/>
                <a:gd name="T21" fmla="*/ 1 h 260"/>
                <a:gd name="T22" fmla="*/ 1 w 439"/>
                <a:gd name="T23" fmla="*/ 1 h 260"/>
                <a:gd name="T24" fmla="*/ 0 w 439"/>
                <a:gd name="T25" fmla="*/ 1 h 260"/>
                <a:gd name="T26" fmla="*/ 0 w 439"/>
                <a:gd name="T27" fmla="*/ 1 h 260"/>
                <a:gd name="T28" fmla="*/ 0 w 439"/>
                <a:gd name="T29" fmla="*/ 1 h 260"/>
                <a:gd name="T30" fmla="*/ 0 w 439"/>
                <a:gd name="T31" fmla="*/ 2 h 260"/>
                <a:gd name="T32" fmla="*/ 0 w 439"/>
                <a:gd name="T33" fmla="*/ 2 h 260"/>
                <a:gd name="T34" fmla="*/ 0 w 439"/>
                <a:gd name="T35" fmla="*/ 2 h 260"/>
                <a:gd name="T36" fmla="*/ 0 w 439"/>
                <a:gd name="T37" fmla="*/ 2 h 260"/>
                <a:gd name="T38" fmla="*/ 0 w 439"/>
                <a:gd name="T39" fmla="*/ 2 h 260"/>
                <a:gd name="T40" fmla="*/ 0 w 439"/>
                <a:gd name="T41" fmla="*/ 2 h 260"/>
                <a:gd name="T42" fmla="*/ 0 w 439"/>
                <a:gd name="T43" fmla="*/ 1 h 260"/>
                <a:gd name="T44" fmla="*/ 0 w 439"/>
                <a:gd name="T45" fmla="*/ 1 h 260"/>
                <a:gd name="T46" fmla="*/ 1 w 439"/>
                <a:gd name="T47" fmla="*/ 1 h 260"/>
                <a:gd name="T48" fmla="*/ 1 w 439"/>
                <a:gd name="T49" fmla="*/ 1 h 260"/>
                <a:gd name="T50" fmla="*/ 1 w 439"/>
                <a:gd name="T51" fmla="*/ 1 h 260"/>
                <a:gd name="T52" fmla="*/ 1 w 439"/>
                <a:gd name="T53" fmla="*/ 1 h 260"/>
                <a:gd name="T54" fmla="*/ 1 w 439"/>
                <a:gd name="T55" fmla="*/ 1 h 260"/>
                <a:gd name="T56" fmla="*/ 2 w 439"/>
                <a:gd name="T57" fmla="*/ 0 h 260"/>
                <a:gd name="T58" fmla="*/ 2 w 439"/>
                <a:gd name="T59" fmla="*/ 0 h 260"/>
                <a:gd name="T60" fmla="*/ 2 w 439"/>
                <a:gd name="T61" fmla="*/ 0 h 260"/>
                <a:gd name="T62" fmla="*/ 3 w 439"/>
                <a:gd name="T63" fmla="*/ 0 h 260"/>
                <a:gd name="T64" fmla="*/ 3 w 439"/>
                <a:gd name="T65" fmla="*/ 0 h 260"/>
                <a:gd name="T66" fmla="*/ 3 w 439"/>
                <a:gd name="T67" fmla="*/ 0 h 260"/>
                <a:gd name="T68" fmla="*/ 4 w 439"/>
                <a:gd name="T69" fmla="*/ 0 h 260"/>
                <a:gd name="T70" fmla="*/ 4 w 439"/>
                <a:gd name="T71" fmla="*/ 0 h 260"/>
                <a:gd name="T72" fmla="*/ 4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439" y="0"/>
                  </a:moveTo>
                  <a:lnTo>
                    <a:pt x="439" y="0"/>
                  </a:lnTo>
                  <a:lnTo>
                    <a:pt x="395" y="1"/>
                  </a:lnTo>
                  <a:lnTo>
                    <a:pt x="351" y="4"/>
                  </a:lnTo>
                  <a:lnTo>
                    <a:pt x="310" y="11"/>
                  </a:lnTo>
                  <a:lnTo>
                    <a:pt x="270" y="19"/>
                  </a:lnTo>
                  <a:lnTo>
                    <a:pt x="231" y="30"/>
                  </a:lnTo>
                  <a:lnTo>
                    <a:pt x="195" y="43"/>
                  </a:lnTo>
                  <a:lnTo>
                    <a:pt x="162" y="58"/>
                  </a:lnTo>
                  <a:lnTo>
                    <a:pt x="130" y="73"/>
                  </a:lnTo>
                  <a:lnTo>
                    <a:pt x="102" y="93"/>
                  </a:lnTo>
                  <a:lnTo>
                    <a:pt x="76" y="113"/>
                  </a:lnTo>
                  <a:lnTo>
                    <a:pt x="54" y="133"/>
                  </a:lnTo>
                  <a:lnTo>
                    <a:pt x="35" y="157"/>
                  </a:lnTo>
                  <a:lnTo>
                    <a:pt x="20" y="181"/>
                  </a:lnTo>
                  <a:lnTo>
                    <a:pt x="10" y="206"/>
                  </a:lnTo>
                  <a:lnTo>
                    <a:pt x="3" y="233"/>
                  </a:lnTo>
                  <a:lnTo>
                    <a:pt x="0" y="260"/>
                  </a:lnTo>
                  <a:lnTo>
                    <a:pt x="12" y="260"/>
                  </a:lnTo>
                  <a:lnTo>
                    <a:pt x="14" y="235"/>
                  </a:lnTo>
                  <a:lnTo>
                    <a:pt x="21" y="211"/>
                  </a:lnTo>
                  <a:lnTo>
                    <a:pt x="32" y="186"/>
                  </a:lnTo>
                  <a:lnTo>
                    <a:pt x="45" y="164"/>
                  </a:lnTo>
                  <a:lnTo>
                    <a:pt x="64" y="143"/>
                  </a:lnTo>
                  <a:lnTo>
                    <a:pt x="84" y="123"/>
                  </a:lnTo>
                  <a:lnTo>
                    <a:pt x="109" y="103"/>
                  </a:lnTo>
                  <a:lnTo>
                    <a:pt x="137" y="85"/>
                  </a:lnTo>
                  <a:lnTo>
                    <a:pt x="167" y="70"/>
                  </a:lnTo>
                  <a:lnTo>
                    <a:pt x="200" y="55"/>
                  </a:lnTo>
                  <a:lnTo>
                    <a:pt x="236" y="42"/>
                  </a:lnTo>
                  <a:lnTo>
                    <a:pt x="272" y="31"/>
                  </a:lnTo>
                  <a:lnTo>
                    <a:pt x="312" y="23"/>
                  </a:lnTo>
                  <a:lnTo>
                    <a:pt x="353" y="16"/>
                  </a:lnTo>
                  <a:lnTo>
                    <a:pt x="395" y="12"/>
                  </a:lnTo>
                  <a:lnTo>
                    <a:pt x="439" y="11"/>
                  </a:lnTo>
                  <a:lnTo>
                    <a:pt x="439"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9542" name="Freeform 52"/>
            <p:cNvSpPr>
              <a:spLocks/>
            </p:cNvSpPr>
            <p:nvPr/>
          </p:nvSpPr>
          <p:spPr bwMode="auto">
            <a:xfrm>
              <a:off x="964" y="1745"/>
              <a:ext cx="48" cy="85"/>
            </a:xfrm>
            <a:custGeom>
              <a:avLst/>
              <a:gdLst>
                <a:gd name="T0" fmla="*/ 2 w 244"/>
                <a:gd name="T1" fmla="*/ 3 h 426"/>
                <a:gd name="T2" fmla="*/ 2 w 244"/>
                <a:gd name="T3" fmla="*/ 3 h 426"/>
                <a:gd name="T4" fmla="*/ 2 w 244"/>
                <a:gd name="T5" fmla="*/ 3 h 426"/>
                <a:gd name="T6" fmla="*/ 2 w 244"/>
                <a:gd name="T7" fmla="*/ 3 h 426"/>
                <a:gd name="T8" fmla="*/ 2 w 244"/>
                <a:gd name="T9" fmla="*/ 2 h 426"/>
                <a:gd name="T10" fmla="*/ 2 w 244"/>
                <a:gd name="T11" fmla="*/ 2 h 426"/>
                <a:gd name="T12" fmla="*/ 2 w 244"/>
                <a:gd name="T13" fmla="*/ 2 h 426"/>
                <a:gd name="T14" fmla="*/ 2 w 244"/>
                <a:gd name="T15" fmla="*/ 2 h 426"/>
                <a:gd name="T16" fmla="*/ 1 w 244"/>
                <a:gd name="T17" fmla="*/ 1 h 426"/>
                <a:gd name="T18" fmla="*/ 1 w 244"/>
                <a:gd name="T19" fmla="*/ 1 h 426"/>
                <a:gd name="T20" fmla="*/ 1 w 244"/>
                <a:gd name="T21" fmla="*/ 1 h 426"/>
                <a:gd name="T22" fmla="*/ 1 w 244"/>
                <a:gd name="T23" fmla="*/ 1 h 426"/>
                <a:gd name="T24" fmla="*/ 1 w 244"/>
                <a:gd name="T25" fmla="*/ 0 h 426"/>
                <a:gd name="T26" fmla="*/ 1 w 244"/>
                <a:gd name="T27" fmla="*/ 0 h 426"/>
                <a:gd name="T28" fmla="*/ 1 w 244"/>
                <a:gd name="T29" fmla="*/ 0 h 426"/>
                <a:gd name="T30" fmla="*/ 0 w 244"/>
                <a:gd name="T31" fmla="*/ 0 h 426"/>
                <a:gd name="T32" fmla="*/ 0 w 244"/>
                <a:gd name="T33" fmla="*/ 0 h 426"/>
                <a:gd name="T34" fmla="*/ 0 w 244"/>
                <a:gd name="T35" fmla="*/ 0 h 426"/>
                <a:gd name="T36" fmla="*/ 0 w 244"/>
                <a:gd name="T37" fmla="*/ 0 h 426"/>
                <a:gd name="T38" fmla="*/ 0 w 244"/>
                <a:gd name="T39" fmla="*/ 0 h 426"/>
                <a:gd name="T40" fmla="*/ 0 w 244"/>
                <a:gd name="T41" fmla="*/ 0 h 426"/>
                <a:gd name="T42" fmla="*/ 1 w 244"/>
                <a:gd name="T43" fmla="*/ 0 h 426"/>
                <a:gd name="T44" fmla="*/ 1 w 244"/>
                <a:gd name="T45" fmla="*/ 0 h 426"/>
                <a:gd name="T46" fmla="*/ 1 w 244"/>
                <a:gd name="T47" fmla="*/ 0 h 426"/>
                <a:gd name="T48" fmla="*/ 1 w 244"/>
                <a:gd name="T49" fmla="*/ 1 h 426"/>
                <a:gd name="T50" fmla="*/ 1 w 244"/>
                <a:gd name="T51" fmla="*/ 1 h 426"/>
                <a:gd name="T52" fmla="*/ 1 w 244"/>
                <a:gd name="T53" fmla="*/ 1 h 426"/>
                <a:gd name="T54" fmla="*/ 1 w 244"/>
                <a:gd name="T55" fmla="*/ 1 h 426"/>
                <a:gd name="T56" fmla="*/ 1 w 244"/>
                <a:gd name="T57" fmla="*/ 2 h 426"/>
                <a:gd name="T58" fmla="*/ 2 w 244"/>
                <a:gd name="T59" fmla="*/ 2 h 426"/>
                <a:gd name="T60" fmla="*/ 2 w 244"/>
                <a:gd name="T61" fmla="*/ 2 h 426"/>
                <a:gd name="T62" fmla="*/ 2 w 244"/>
                <a:gd name="T63" fmla="*/ 2 h 426"/>
                <a:gd name="T64" fmla="*/ 2 w 244"/>
                <a:gd name="T65" fmla="*/ 3 h 426"/>
                <a:gd name="T66" fmla="*/ 2 w 244"/>
                <a:gd name="T67" fmla="*/ 3 h 426"/>
                <a:gd name="T68" fmla="*/ 2 w 244"/>
                <a:gd name="T69" fmla="*/ 3 h 426"/>
                <a:gd name="T70" fmla="*/ 2 w 244"/>
                <a:gd name="T71" fmla="*/ 3 h 426"/>
                <a:gd name="T72" fmla="*/ 2 w 244"/>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6"/>
                <a:gd name="T113" fmla="*/ 244 w 244"/>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6">
                  <a:moveTo>
                    <a:pt x="244" y="426"/>
                  </a:moveTo>
                  <a:lnTo>
                    <a:pt x="244" y="426"/>
                  </a:lnTo>
                  <a:lnTo>
                    <a:pt x="243" y="383"/>
                  </a:lnTo>
                  <a:lnTo>
                    <a:pt x="240" y="340"/>
                  </a:lnTo>
                  <a:lnTo>
                    <a:pt x="234" y="300"/>
                  </a:lnTo>
                  <a:lnTo>
                    <a:pt x="226" y="262"/>
                  </a:lnTo>
                  <a:lnTo>
                    <a:pt x="215" y="224"/>
                  </a:lnTo>
                  <a:lnTo>
                    <a:pt x="203" y="189"/>
                  </a:lnTo>
                  <a:lnTo>
                    <a:pt x="189" y="157"/>
                  </a:lnTo>
                  <a:lnTo>
                    <a:pt x="174" y="126"/>
                  </a:lnTo>
                  <a:lnTo>
                    <a:pt x="155" y="99"/>
                  </a:lnTo>
                  <a:lnTo>
                    <a:pt x="138" y="74"/>
                  </a:lnTo>
                  <a:lnTo>
                    <a:pt x="118" y="52"/>
                  </a:lnTo>
                  <a:lnTo>
                    <a:pt x="96" y="34"/>
                  </a:lnTo>
                  <a:lnTo>
                    <a:pt x="73" y="19"/>
                  </a:lnTo>
                  <a:lnTo>
                    <a:pt x="50" y="8"/>
                  </a:lnTo>
                  <a:lnTo>
                    <a:pt x="25" y="2"/>
                  </a:lnTo>
                  <a:lnTo>
                    <a:pt x="0" y="0"/>
                  </a:lnTo>
                  <a:lnTo>
                    <a:pt x="0" y="12"/>
                  </a:lnTo>
                  <a:lnTo>
                    <a:pt x="23" y="14"/>
                  </a:lnTo>
                  <a:lnTo>
                    <a:pt x="45" y="20"/>
                  </a:lnTo>
                  <a:lnTo>
                    <a:pt x="66" y="31"/>
                  </a:lnTo>
                  <a:lnTo>
                    <a:pt x="89" y="43"/>
                  </a:lnTo>
                  <a:lnTo>
                    <a:pt x="109" y="61"/>
                  </a:lnTo>
                  <a:lnTo>
                    <a:pt x="129" y="81"/>
                  </a:lnTo>
                  <a:lnTo>
                    <a:pt x="146" y="106"/>
                  </a:lnTo>
                  <a:lnTo>
                    <a:pt x="162" y="133"/>
                  </a:lnTo>
                  <a:lnTo>
                    <a:pt x="178" y="162"/>
                  </a:lnTo>
                  <a:lnTo>
                    <a:pt x="192" y="194"/>
                  </a:lnTo>
                  <a:lnTo>
                    <a:pt x="203" y="229"/>
                  </a:lnTo>
                  <a:lnTo>
                    <a:pt x="214" y="264"/>
                  </a:lnTo>
                  <a:lnTo>
                    <a:pt x="222" y="303"/>
                  </a:lnTo>
                  <a:lnTo>
                    <a:pt x="228" y="342"/>
                  </a:lnTo>
                  <a:lnTo>
                    <a:pt x="232" y="383"/>
                  </a:lnTo>
                  <a:lnTo>
                    <a:pt x="233" y="426"/>
                  </a:lnTo>
                  <a:lnTo>
                    <a:pt x="244"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9543" name="Freeform 53"/>
            <p:cNvSpPr>
              <a:spLocks/>
            </p:cNvSpPr>
            <p:nvPr/>
          </p:nvSpPr>
          <p:spPr bwMode="auto">
            <a:xfrm>
              <a:off x="964" y="1830"/>
              <a:ext cx="48" cy="85"/>
            </a:xfrm>
            <a:custGeom>
              <a:avLst/>
              <a:gdLst>
                <a:gd name="T0" fmla="*/ 0 w 244"/>
                <a:gd name="T1" fmla="*/ 3 h 424"/>
                <a:gd name="T2" fmla="*/ 0 w 244"/>
                <a:gd name="T3" fmla="*/ 3 h 424"/>
                <a:gd name="T4" fmla="*/ 0 w 244"/>
                <a:gd name="T5" fmla="*/ 3 h 424"/>
                <a:gd name="T6" fmla="*/ 0 w 244"/>
                <a:gd name="T7" fmla="*/ 3 h 424"/>
                <a:gd name="T8" fmla="*/ 1 w 244"/>
                <a:gd name="T9" fmla="*/ 3 h 424"/>
                <a:gd name="T10" fmla="*/ 1 w 244"/>
                <a:gd name="T11" fmla="*/ 3 h 424"/>
                <a:gd name="T12" fmla="*/ 1 w 244"/>
                <a:gd name="T13" fmla="*/ 3 h 424"/>
                <a:gd name="T14" fmla="*/ 1 w 244"/>
                <a:gd name="T15" fmla="*/ 3 h 424"/>
                <a:gd name="T16" fmla="*/ 1 w 244"/>
                <a:gd name="T17" fmla="*/ 3 h 424"/>
                <a:gd name="T18" fmla="*/ 1 w 244"/>
                <a:gd name="T19" fmla="*/ 2 h 424"/>
                <a:gd name="T20" fmla="*/ 1 w 244"/>
                <a:gd name="T21" fmla="*/ 2 h 424"/>
                <a:gd name="T22" fmla="*/ 2 w 244"/>
                <a:gd name="T23" fmla="*/ 2 h 424"/>
                <a:gd name="T24" fmla="*/ 2 w 244"/>
                <a:gd name="T25" fmla="*/ 2 h 424"/>
                <a:gd name="T26" fmla="*/ 2 w 244"/>
                <a:gd name="T27" fmla="*/ 1 h 424"/>
                <a:gd name="T28" fmla="*/ 2 w 244"/>
                <a:gd name="T29" fmla="*/ 1 h 424"/>
                <a:gd name="T30" fmla="*/ 2 w 244"/>
                <a:gd name="T31" fmla="*/ 1 h 424"/>
                <a:gd name="T32" fmla="*/ 2 w 244"/>
                <a:gd name="T33" fmla="*/ 0 h 424"/>
                <a:gd name="T34" fmla="*/ 2 w 244"/>
                <a:gd name="T35" fmla="*/ 0 h 424"/>
                <a:gd name="T36" fmla="*/ 2 w 244"/>
                <a:gd name="T37" fmla="*/ 0 h 424"/>
                <a:gd name="T38" fmla="*/ 2 w 244"/>
                <a:gd name="T39" fmla="*/ 0 h 424"/>
                <a:gd name="T40" fmla="*/ 2 w 244"/>
                <a:gd name="T41" fmla="*/ 1 h 424"/>
                <a:gd name="T42" fmla="*/ 2 w 244"/>
                <a:gd name="T43" fmla="*/ 1 h 424"/>
                <a:gd name="T44" fmla="*/ 2 w 244"/>
                <a:gd name="T45" fmla="*/ 1 h 424"/>
                <a:gd name="T46" fmla="*/ 2 w 244"/>
                <a:gd name="T47" fmla="*/ 2 h 424"/>
                <a:gd name="T48" fmla="*/ 1 w 244"/>
                <a:gd name="T49" fmla="*/ 2 h 424"/>
                <a:gd name="T50" fmla="*/ 1 w 244"/>
                <a:gd name="T51" fmla="*/ 2 h 424"/>
                <a:gd name="T52" fmla="*/ 1 w 244"/>
                <a:gd name="T53" fmla="*/ 2 h 424"/>
                <a:gd name="T54" fmla="*/ 1 w 244"/>
                <a:gd name="T55" fmla="*/ 3 h 424"/>
                <a:gd name="T56" fmla="*/ 1 w 244"/>
                <a:gd name="T57" fmla="*/ 3 h 424"/>
                <a:gd name="T58" fmla="*/ 1 w 244"/>
                <a:gd name="T59" fmla="*/ 3 h 424"/>
                <a:gd name="T60" fmla="*/ 1 w 244"/>
                <a:gd name="T61" fmla="*/ 3 h 424"/>
                <a:gd name="T62" fmla="*/ 1 w 244"/>
                <a:gd name="T63" fmla="*/ 3 h 424"/>
                <a:gd name="T64" fmla="*/ 0 w 244"/>
                <a:gd name="T65" fmla="*/ 3 h 424"/>
                <a:gd name="T66" fmla="*/ 0 w 244"/>
                <a:gd name="T67" fmla="*/ 3 h 424"/>
                <a:gd name="T68" fmla="*/ 0 w 244"/>
                <a:gd name="T69" fmla="*/ 3 h 424"/>
                <a:gd name="T70" fmla="*/ 0 w 244"/>
                <a:gd name="T71" fmla="*/ 3 h 424"/>
                <a:gd name="T72" fmla="*/ 0 w 244"/>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4"/>
                <a:gd name="T113" fmla="*/ 244 w 244"/>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4">
                  <a:moveTo>
                    <a:pt x="0" y="424"/>
                  </a:moveTo>
                  <a:lnTo>
                    <a:pt x="0" y="424"/>
                  </a:lnTo>
                  <a:lnTo>
                    <a:pt x="25" y="422"/>
                  </a:lnTo>
                  <a:lnTo>
                    <a:pt x="50" y="416"/>
                  </a:lnTo>
                  <a:lnTo>
                    <a:pt x="73" y="405"/>
                  </a:lnTo>
                  <a:lnTo>
                    <a:pt x="96" y="390"/>
                  </a:lnTo>
                  <a:lnTo>
                    <a:pt x="118" y="373"/>
                  </a:lnTo>
                  <a:lnTo>
                    <a:pt x="138" y="350"/>
                  </a:lnTo>
                  <a:lnTo>
                    <a:pt x="155" y="326"/>
                  </a:lnTo>
                  <a:lnTo>
                    <a:pt x="173" y="299"/>
                  </a:lnTo>
                  <a:lnTo>
                    <a:pt x="189" y="268"/>
                  </a:lnTo>
                  <a:lnTo>
                    <a:pt x="203" y="235"/>
                  </a:lnTo>
                  <a:lnTo>
                    <a:pt x="215" y="201"/>
                  </a:lnTo>
                  <a:lnTo>
                    <a:pt x="226" y="163"/>
                  </a:lnTo>
                  <a:lnTo>
                    <a:pt x="234" y="125"/>
                  </a:lnTo>
                  <a:lnTo>
                    <a:pt x="240" y="85"/>
                  </a:lnTo>
                  <a:lnTo>
                    <a:pt x="243" y="42"/>
                  </a:lnTo>
                  <a:lnTo>
                    <a:pt x="244" y="0"/>
                  </a:lnTo>
                  <a:lnTo>
                    <a:pt x="233" y="0"/>
                  </a:lnTo>
                  <a:lnTo>
                    <a:pt x="232" y="42"/>
                  </a:lnTo>
                  <a:lnTo>
                    <a:pt x="228" y="83"/>
                  </a:lnTo>
                  <a:lnTo>
                    <a:pt x="222" y="123"/>
                  </a:lnTo>
                  <a:lnTo>
                    <a:pt x="214" y="160"/>
                  </a:lnTo>
                  <a:lnTo>
                    <a:pt x="203" y="197"/>
                  </a:lnTo>
                  <a:lnTo>
                    <a:pt x="192" y="231"/>
                  </a:lnTo>
                  <a:lnTo>
                    <a:pt x="178" y="263"/>
                  </a:lnTo>
                  <a:lnTo>
                    <a:pt x="164" y="292"/>
                  </a:lnTo>
                  <a:lnTo>
                    <a:pt x="146" y="319"/>
                  </a:lnTo>
                  <a:lnTo>
                    <a:pt x="129" y="343"/>
                  </a:lnTo>
                  <a:lnTo>
                    <a:pt x="109" y="363"/>
                  </a:lnTo>
                  <a:lnTo>
                    <a:pt x="89" y="381"/>
                  </a:lnTo>
                  <a:lnTo>
                    <a:pt x="66" y="394"/>
                  </a:lnTo>
                  <a:lnTo>
                    <a:pt x="45" y="404"/>
                  </a:lnTo>
                  <a:lnTo>
                    <a:pt x="23" y="410"/>
                  </a:lnTo>
                  <a:lnTo>
                    <a:pt x="0" y="412"/>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9544" name="Freeform 54"/>
            <p:cNvSpPr>
              <a:spLocks/>
            </p:cNvSpPr>
            <p:nvPr/>
          </p:nvSpPr>
          <p:spPr bwMode="auto">
            <a:xfrm>
              <a:off x="915" y="1830"/>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1" y="42"/>
                  </a:lnTo>
                  <a:lnTo>
                    <a:pt x="4" y="85"/>
                  </a:lnTo>
                  <a:lnTo>
                    <a:pt x="10" y="125"/>
                  </a:lnTo>
                  <a:lnTo>
                    <a:pt x="19" y="163"/>
                  </a:lnTo>
                  <a:lnTo>
                    <a:pt x="29" y="201"/>
                  </a:lnTo>
                  <a:lnTo>
                    <a:pt x="41" y="235"/>
                  </a:lnTo>
                  <a:lnTo>
                    <a:pt x="55" y="268"/>
                  </a:lnTo>
                  <a:lnTo>
                    <a:pt x="71" y="299"/>
                  </a:lnTo>
                  <a:lnTo>
                    <a:pt x="89" y="326"/>
                  </a:lnTo>
                  <a:lnTo>
                    <a:pt x="106" y="350"/>
                  </a:lnTo>
                  <a:lnTo>
                    <a:pt x="126" y="373"/>
                  </a:lnTo>
                  <a:lnTo>
                    <a:pt x="149" y="390"/>
                  </a:lnTo>
                  <a:lnTo>
                    <a:pt x="171" y="405"/>
                  </a:lnTo>
                  <a:lnTo>
                    <a:pt x="194" y="416"/>
                  </a:lnTo>
                  <a:lnTo>
                    <a:pt x="219" y="422"/>
                  </a:lnTo>
                  <a:lnTo>
                    <a:pt x="245" y="424"/>
                  </a:lnTo>
                  <a:lnTo>
                    <a:pt x="245" y="412"/>
                  </a:lnTo>
                  <a:lnTo>
                    <a:pt x="221" y="410"/>
                  </a:lnTo>
                  <a:lnTo>
                    <a:pt x="199" y="404"/>
                  </a:lnTo>
                  <a:lnTo>
                    <a:pt x="178" y="394"/>
                  </a:lnTo>
                  <a:lnTo>
                    <a:pt x="156" y="381"/>
                  </a:lnTo>
                  <a:lnTo>
                    <a:pt x="136" y="363"/>
                  </a:lnTo>
                  <a:lnTo>
                    <a:pt x="116" y="343"/>
                  </a:lnTo>
                  <a:lnTo>
                    <a:pt x="98" y="319"/>
                  </a:lnTo>
                  <a:lnTo>
                    <a:pt x="81" y="292"/>
                  </a:lnTo>
                  <a:lnTo>
                    <a:pt x="67" y="263"/>
                  </a:lnTo>
                  <a:lnTo>
                    <a:pt x="52" y="231"/>
                  </a:lnTo>
                  <a:lnTo>
                    <a:pt x="41" y="197"/>
                  </a:lnTo>
                  <a:lnTo>
                    <a:pt x="30" y="160"/>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9545" name="Freeform 55"/>
            <p:cNvSpPr>
              <a:spLocks/>
            </p:cNvSpPr>
            <p:nvPr/>
          </p:nvSpPr>
          <p:spPr bwMode="auto">
            <a:xfrm>
              <a:off x="915" y="1745"/>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0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19" y="2"/>
                  </a:lnTo>
                  <a:lnTo>
                    <a:pt x="194" y="8"/>
                  </a:lnTo>
                  <a:lnTo>
                    <a:pt x="171" y="19"/>
                  </a:lnTo>
                  <a:lnTo>
                    <a:pt x="149" y="34"/>
                  </a:lnTo>
                  <a:lnTo>
                    <a:pt x="126" y="52"/>
                  </a:lnTo>
                  <a:lnTo>
                    <a:pt x="106" y="74"/>
                  </a:lnTo>
                  <a:lnTo>
                    <a:pt x="89" y="99"/>
                  </a:lnTo>
                  <a:lnTo>
                    <a:pt x="70" y="126"/>
                  </a:lnTo>
                  <a:lnTo>
                    <a:pt x="55" y="157"/>
                  </a:lnTo>
                  <a:lnTo>
                    <a:pt x="41" y="189"/>
                  </a:lnTo>
                  <a:lnTo>
                    <a:pt x="29" y="224"/>
                  </a:lnTo>
                  <a:lnTo>
                    <a:pt x="19" y="262"/>
                  </a:lnTo>
                  <a:lnTo>
                    <a:pt x="10" y="300"/>
                  </a:lnTo>
                  <a:lnTo>
                    <a:pt x="4" y="340"/>
                  </a:lnTo>
                  <a:lnTo>
                    <a:pt x="1" y="383"/>
                  </a:lnTo>
                  <a:lnTo>
                    <a:pt x="0" y="426"/>
                  </a:lnTo>
                  <a:lnTo>
                    <a:pt x="11" y="426"/>
                  </a:lnTo>
                  <a:lnTo>
                    <a:pt x="13" y="383"/>
                  </a:lnTo>
                  <a:lnTo>
                    <a:pt x="16" y="342"/>
                  </a:lnTo>
                  <a:lnTo>
                    <a:pt x="22" y="303"/>
                  </a:lnTo>
                  <a:lnTo>
                    <a:pt x="30" y="264"/>
                  </a:lnTo>
                  <a:lnTo>
                    <a:pt x="41" y="229"/>
                  </a:lnTo>
                  <a:lnTo>
                    <a:pt x="52" y="194"/>
                  </a:lnTo>
                  <a:lnTo>
                    <a:pt x="67" y="162"/>
                  </a:lnTo>
                  <a:lnTo>
                    <a:pt x="82" y="133"/>
                  </a:lnTo>
                  <a:lnTo>
                    <a:pt x="98" y="106"/>
                  </a:lnTo>
                  <a:lnTo>
                    <a:pt x="116" y="81"/>
                  </a:lnTo>
                  <a:lnTo>
                    <a:pt x="136" y="61"/>
                  </a:lnTo>
                  <a:lnTo>
                    <a:pt x="156" y="43"/>
                  </a:lnTo>
                  <a:lnTo>
                    <a:pt x="178" y="31"/>
                  </a:lnTo>
                  <a:lnTo>
                    <a:pt x="199" y="20"/>
                  </a:lnTo>
                  <a:lnTo>
                    <a:pt x="221"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9546" name="Freeform 56"/>
            <p:cNvSpPr>
              <a:spLocks/>
            </p:cNvSpPr>
            <p:nvPr/>
          </p:nvSpPr>
          <p:spPr bwMode="auto">
            <a:xfrm>
              <a:off x="1140" y="2087"/>
              <a:ext cx="49" cy="85"/>
            </a:xfrm>
            <a:custGeom>
              <a:avLst/>
              <a:gdLst>
                <a:gd name="T0" fmla="*/ 2 w 246"/>
                <a:gd name="T1" fmla="*/ 3 h 424"/>
                <a:gd name="T2" fmla="*/ 2 w 246"/>
                <a:gd name="T3" fmla="*/ 3 h 424"/>
                <a:gd name="T4" fmla="*/ 2 w 246"/>
                <a:gd name="T5" fmla="*/ 3 h 424"/>
                <a:gd name="T6" fmla="*/ 2 w 246"/>
                <a:gd name="T7" fmla="*/ 3 h 424"/>
                <a:gd name="T8" fmla="*/ 2 w 246"/>
                <a:gd name="T9" fmla="*/ 2 h 424"/>
                <a:gd name="T10" fmla="*/ 2 w 246"/>
                <a:gd name="T11" fmla="*/ 2 h 424"/>
                <a:gd name="T12" fmla="*/ 2 w 246"/>
                <a:gd name="T13" fmla="*/ 2 h 424"/>
                <a:gd name="T14" fmla="*/ 2 w 246"/>
                <a:gd name="T15" fmla="*/ 2 h 424"/>
                <a:gd name="T16" fmla="*/ 2 w 246"/>
                <a:gd name="T17" fmla="*/ 1 h 424"/>
                <a:gd name="T18" fmla="*/ 1 w 246"/>
                <a:gd name="T19" fmla="*/ 1 h 424"/>
                <a:gd name="T20" fmla="*/ 1 w 246"/>
                <a:gd name="T21" fmla="*/ 1 h 424"/>
                <a:gd name="T22" fmla="*/ 1 w 246"/>
                <a:gd name="T23" fmla="*/ 1 h 424"/>
                <a:gd name="T24" fmla="*/ 1 w 246"/>
                <a:gd name="T25" fmla="*/ 0 h 424"/>
                <a:gd name="T26" fmla="*/ 1 w 246"/>
                <a:gd name="T27" fmla="*/ 0 h 424"/>
                <a:gd name="T28" fmla="*/ 1 w 246"/>
                <a:gd name="T29" fmla="*/ 0 h 424"/>
                <a:gd name="T30" fmla="*/ 0 w 246"/>
                <a:gd name="T31" fmla="*/ 0 h 424"/>
                <a:gd name="T32" fmla="*/ 0 w 246"/>
                <a:gd name="T33" fmla="*/ 0 h 424"/>
                <a:gd name="T34" fmla="*/ 0 w 246"/>
                <a:gd name="T35" fmla="*/ 0 h 424"/>
                <a:gd name="T36" fmla="*/ 0 w 246"/>
                <a:gd name="T37" fmla="*/ 0 h 424"/>
                <a:gd name="T38" fmla="*/ 0 w 246"/>
                <a:gd name="T39" fmla="*/ 0 h 424"/>
                <a:gd name="T40" fmla="*/ 0 w 246"/>
                <a:gd name="T41" fmla="*/ 0 h 424"/>
                <a:gd name="T42" fmla="*/ 1 w 246"/>
                <a:gd name="T43" fmla="*/ 0 h 424"/>
                <a:gd name="T44" fmla="*/ 1 w 246"/>
                <a:gd name="T45" fmla="*/ 0 h 424"/>
                <a:gd name="T46" fmla="*/ 1 w 246"/>
                <a:gd name="T47" fmla="*/ 0 h 424"/>
                <a:gd name="T48" fmla="*/ 1 w 246"/>
                <a:gd name="T49" fmla="*/ 1 h 424"/>
                <a:gd name="T50" fmla="*/ 1 w 246"/>
                <a:gd name="T51" fmla="*/ 1 h 424"/>
                <a:gd name="T52" fmla="*/ 1 w 246"/>
                <a:gd name="T53" fmla="*/ 1 h 424"/>
                <a:gd name="T54" fmla="*/ 1 w 246"/>
                <a:gd name="T55" fmla="*/ 1 h 424"/>
                <a:gd name="T56" fmla="*/ 2 w 246"/>
                <a:gd name="T57" fmla="*/ 2 h 424"/>
                <a:gd name="T58" fmla="*/ 2 w 246"/>
                <a:gd name="T59" fmla="*/ 2 h 424"/>
                <a:gd name="T60" fmla="*/ 2 w 246"/>
                <a:gd name="T61" fmla="*/ 2 h 424"/>
                <a:gd name="T62" fmla="*/ 2 w 246"/>
                <a:gd name="T63" fmla="*/ 2 h 424"/>
                <a:gd name="T64" fmla="*/ 2 w 246"/>
                <a:gd name="T65" fmla="*/ 3 h 424"/>
                <a:gd name="T66" fmla="*/ 2 w 246"/>
                <a:gd name="T67" fmla="*/ 3 h 424"/>
                <a:gd name="T68" fmla="*/ 2 w 246"/>
                <a:gd name="T69" fmla="*/ 3 h 424"/>
                <a:gd name="T70" fmla="*/ 2 w 246"/>
                <a:gd name="T71" fmla="*/ 3 h 424"/>
                <a:gd name="T72" fmla="*/ 2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424"/>
                  </a:moveTo>
                  <a:lnTo>
                    <a:pt x="246" y="424"/>
                  </a:lnTo>
                  <a:lnTo>
                    <a:pt x="244" y="382"/>
                  </a:lnTo>
                  <a:lnTo>
                    <a:pt x="241" y="338"/>
                  </a:lnTo>
                  <a:lnTo>
                    <a:pt x="235" y="298"/>
                  </a:lnTo>
                  <a:lnTo>
                    <a:pt x="227" y="261"/>
                  </a:lnTo>
                  <a:lnTo>
                    <a:pt x="216" y="222"/>
                  </a:lnTo>
                  <a:lnTo>
                    <a:pt x="205" y="188"/>
                  </a:lnTo>
                  <a:lnTo>
                    <a:pt x="190" y="155"/>
                  </a:lnTo>
                  <a:lnTo>
                    <a:pt x="174" y="125"/>
                  </a:lnTo>
                  <a:lnTo>
                    <a:pt x="157" y="98"/>
                  </a:lnTo>
                  <a:lnTo>
                    <a:pt x="138" y="73"/>
                  </a:lnTo>
                  <a:lnTo>
                    <a:pt x="118" y="51"/>
                  </a:lnTo>
                  <a:lnTo>
                    <a:pt x="96" y="34"/>
                  </a:lnTo>
                  <a:lnTo>
                    <a:pt x="74" y="18"/>
                  </a:lnTo>
                  <a:lnTo>
                    <a:pt x="50" y="8"/>
                  </a:lnTo>
                  <a:lnTo>
                    <a:pt x="25" y="2"/>
                  </a:lnTo>
                  <a:lnTo>
                    <a:pt x="0" y="0"/>
                  </a:lnTo>
                  <a:lnTo>
                    <a:pt x="0" y="11"/>
                  </a:lnTo>
                  <a:lnTo>
                    <a:pt x="23" y="14"/>
                  </a:lnTo>
                  <a:lnTo>
                    <a:pt x="45" y="19"/>
                  </a:lnTo>
                  <a:lnTo>
                    <a:pt x="67" y="30"/>
                  </a:lnTo>
                  <a:lnTo>
                    <a:pt x="89" y="43"/>
                  </a:lnTo>
                  <a:lnTo>
                    <a:pt x="108" y="60"/>
                  </a:lnTo>
                  <a:lnTo>
                    <a:pt x="128" y="80"/>
                  </a:lnTo>
                  <a:lnTo>
                    <a:pt x="147" y="105"/>
                  </a:lnTo>
                  <a:lnTo>
                    <a:pt x="165" y="132"/>
                  </a:lnTo>
                  <a:lnTo>
                    <a:pt x="179" y="160"/>
                  </a:lnTo>
                  <a:lnTo>
                    <a:pt x="193" y="193"/>
                  </a:lnTo>
                  <a:lnTo>
                    <a:pt x="205" y="227"/>
                  </a:lnTo>
                  <a:lnTo>
                    <a:pt x="215" y="263"/>
                  </a:lnTo>
                  <a:lnTo>
                    <a:pt x="223" y="301"/>
                  </a:lnTo>
                  <a:lnTo>
                    <a:pt x="229" y="341"/>
                  </a:lnTo>
                  <a:lnTo>
                    <a:pt x="233" y="382"/>
                  </a:lnTo>
                  <a:lnTo>
                    <a:pt x="234" y="424"/>
                  </a:lnTo>
                  <a:lnTo>
                    <a:pt x="246"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9547" name="Freeform 57"/>
            <p:cNvSpPr>
              <a:spLocks/>
            </p:cNvSpPr>
            <p:nvPr/>
          </p:nvSpPr>
          <p:spPr bwMode="auto">
            <a:xfrm>
              <a:off x="1140" y="2172"/>
              <a:ext cx="49" cy="85"/>
            </a:xfrm>
            <a:custGeom>
              <a:avLst/>
              <a:gdLst>
                <a:gd name="T0" fmla="*/ 0 w 246"/>
                <a:gd name="T1" fmla="*/ 3 h 426"/>
                <a:gd name="T2" fmla="*/ 0 w 246"/>
                <a:gd name="T3" fmla="*/ 3 h 426"/>
                <a:gd name="T4" fmla="*/ 0 w 246"/>
                <a:gd name="T5" fmla="*/ 3 h 426"/>
                <a:gd name="T6" fmla="*/ 0 w 246"/>
                <a:gd name="T7" fmla="*/ 3 h 426"/>
                <a:gd name="T8" fmla="*/ 1 w 246"/>
                <a:gd name="T9" fmla="*/ 3 h 426"/>
                <a:gd name="T10" fmla="*/ 1 w 246"/>
                <a:gd name="T11" fmla="*/ 3 h 426"/>
                <a:gd name="T12" fmla="*/ 1 w 246"/>
                <a:gd name="T13" fmla="*/ 3 h 426"/>
                <a:gd name="T14" fmla="*/ 1 w 246"/>
                <a:gd name="T15" fmla="*/ 3 h 426"/>
                <a:gd name="T16" fmla="*/ 1 w 246"/>
                <a:gd name="T17" fmla="*/ 3 h 426"/>
                <a:gd name="T18" fmla="*/ 1 w 246"/>
                <a:gd name="T19" fmla="*/ 2 h 426"/>
                <a:gd name="T20" fmla="*/ 2 w 246"/>
                <a:gd name="T21" fmla="*/ 2 h 426"/>
                <a:gd name="T22" fmla="*/ 2 w 246"/>
                <a:gd name="T23" fmla="*/ 2 h 426"/>
                <a:gd name="T24" fmla="*/ 2 w 246"/>
                <a:gd name="T25" fmla="*/ 2 h 426"/>
                <a:gd name="T26" fmla="*/ 2 w 246"/>
                <a:gd name="T27" fmla="*/ 1 h 426"/>
                <a:gd name="T28" fmla="*/ 2 w 246"/>
                <a:gd name="T29" fmla="*/ 1 h 426"/>
                <a:gd name="T30" fmla="*/ 2 w 246"/>
                <a:gd name="T31" fmla="*/ 1 h 426"/>
                <a:gd name="T32" fmla="*/ 2 w 246"/>
                <a:gd name="T33" fmla="*/ 0 h 426"/>
                <a:gd name="T34" fmla="*/ 2 w 246"/>
                <a:gd name="T35" fmla="*/ 0 h 426"/>
                <a:gd name="T36" fmla="*/ 2 w 246"/>
                <a:gd name="T37" fmla="*/ 0 h 426"/>
                <a:gd name="T38" fmla="*/ 2 w 246"/>
                <a:gd name="T39" fmla="*/ 0 h 426"/>
                <a:gd name="T40" fmla="*/ 2 w 246"/>
                <a:gd name="T41" fmla="*/ 1 h 426"/>
                <a:gd name="T42" fmla="*/ 2 w 246"/>
                <a:gd name="T43" fmla="*/ 1 h 426"/>
                <a:gd name="T44" fmla="*/ 2 w 246"/>
                <a:gd name="T45" fmla="*/ 1 h 426"/>
                <a:gd name="T46" fmla="*/ 2 w 246"/>
                <a:gd name="T47" fmla="*/ 2 h 426"/>
                <a:gd name="T48" fmla="*/ 2 w 246"/>
                <a:gd name="T49" fmla="*/ 2 h 426"/>
                <a:gd name="T50" fmla="*/ 1 w 246"/>
                <a:gd name="T51" fmla="*/ 2 h 426"/>
                <a:gd name="T52" fmla="*/ 1 w 246"/>
                <a:gd name="T53" fmla="*/ 2 h 426"/>
                <a:gd name="T54" fmla="*/ 1 w 246"/>
                <a:gd name="T55" fmla="*/ 3 h 426"/>
                <a:gd name="T56" fmla="*/ 1 w 246"/>
                <a:gd name="T57" fmla="*/ 3 h 426"/>
                <a:gd name="T58" fmla="*/ 1 w 246"/>
                <a:gd name="T59" fmla="*/ 3 h 426"/>
                <a:gd name="T60" fmla="*/ 1 w 246"/>
                <a:gd name="T61" fmla="*/ 3 h 426"/>
                <a:gd name="T62" fmla="*/ 1 w 246"/>
                <a:gd name="T63" fmla="*/ 3 h 426"/>
                <a:gd name="T64" fmla="*/ 0 w 246"/>
                <a:gd name="T65" fmla="*/ 3 h 426"/>
                <a:gd name="T66" fmla="*/ 0 w 246"/>
                <a:gd name="T67" fmla="*/ 3 h 426"/>
                <a:gd name="T68" fmla="*/ 0 w 246"/>
                <a:gd name="T69" fmla="*/ 3 h 426"/>
                <a:gd name="T70" fmla="*/ 0 w 246"/>
                <a:gd name="T71" fmla="*/ 3 h 426"/>
                <a:gd name="T72" fmla="*/ 0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426"/>
                  </a:moveTo>
                  <a:lnTo>
                    <a:pt x="0" y="426"/>
                  </a:lnTo>
                  <a:lnTo>
                    <a:pt x="25" y="423"/>
                  </a:lnTo>
                  <a:lnTo>
                    <a:pt x="50" y="417"/>
                  </a:lnTo>
                  <a:lnTo>
                    <a:pt x="74" y="407"/>
                  </a:lnTo>
                  <a:lnTo>
                    <a:pt x="96" y="392"/>
                  </a:lnTo>
                  <a:lnTo>
                    <a:pt x="118" y="373"/>
                  </a:lnTo>
                  <a:lnTo>
                    <a:pt x="138" y="350"/>
                  </a:lnTo>
                  <a:lnTo>
                    <a:pt x="157" y="327"/>
                  </a:lnTo>
                  <a:lnTo>
                    <a:pt x="175" y="299"/>
                  </a:lnTo>
                  <a:lnTo>
                    <a:pt x="190" y="268"/>
                  </a:lnTo>
                  <a:lnTo>
                    <a:pt x="205" y="236"/>
                  </a:lnTo>
                  <a:lnTo>
                    <a:pt x="216" y="202"/>
                  </a:lnTo>
                  <a:lnTo>
                    <a:pt x="227" y="164"/>
                  </a:lnTo>
                  <a:lnTo>
                    <a:pt x="235" y="125"/>
                  </a:lnTo>
                  <a:lnTo>
                    <a:pt x="241" y="86"/>
                  </a:lnTo>
                  <a:lnTo>
                    <a:pt x="244" y="42"/>
                  </a:lnTo>
                  <a:lnTo>
                    <a:pt x="246" y="0"/>
                  </a:lnTo>
                  <a:lnTo>
                    <a:pt x="234" y="0"/>
                  </a:lnTo>
                  <a:lnTo>
                    <a:pt x="233" y="42"/>
                  </a:lnTo>
                  <a:lnTo>
                    <a:pt x="229" y="83"/>
                  </a:lnTo>
                  <a:lnTo>
                    <a:pt x="223" y="123"/>
                  </a:lnTo>
                  <a:lnTo>
                    <a:pt x="215" y="162"/>
                  </a:lnTo>
                  <a:lnTo>
                    <a:pt x="205" y="197"/>
                  </a:lnTo>
                  <a:lnTo>
                    <a:pt x="193" y="231"/>
                  </a:lnTo>
                  <a:lnTo>
                    <a:pt x="179" y="264"/>
                  </a:lnTo>
                  <a:lnTo>
                    <a:pt x="164" y="292"/>
                  </a:lnTo>
                  <a:lnTo>
                    <a:pt x="147" y="320"/>
                  </a:lnTo>
                  <a:lnTo>
                    <a:pt x="128" y="343"/>
                  </a:lnTo>
                  <a:lnTo>
                    <a:pt x="108" y="363"/>
                  </a:lnTo>
                  <a:lnTo>
                    <a:pt x="89" y="382"/>
                  </a:lnTo>
                  <a:lnTo>
                    <a:pt x="67" y="395"/>
                  </a:lnTo>
                  <a:lnTo>
                    <a:pt x="45" y="406"/>
                  </a:lnTo>
                  <a:lnTo>
                    <a:pt x="23" y="411"/>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9548" name="Freeform 58"/>
            <p:cNvSpPr>
              <a:spLocks/>
            </p:cNvSpPr>
            <p:nvPr/>
          </p:nvSpPr>
          <p:spPr bwMode="auto">
            <a:xfrm>
              <a:off x="1091" y="2172"/>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4" y="86"/>
                  </a:lnTo>
                  <a:lnTo>
                    <a:pt x="10" y="125"/>
                  </a:lnTo>
                  <a:lnTo>
                    <a:pt x="18" y="164"/>
                  </a:lnTo>
                  <a:lnTo>
                    <a:pt x="29" y="202"/>
                  </a:lnTo>
                  <a:lnTo>
                    <a:pt x="41" y="236"/>
                  </a:lnTo>
                  <a:lnTo>
                    <a:pt x="55" y="268"/>
                  </a:lnTo>
                  <a:lnTo>
                    <a:pt x="70" y="299"/>
                  </a:lnTo>
                  <a:lnTo>
                    <a:pt x="89" y="327"/>
                  </a:lnTo>
                  <a:lnTo>
                    <a:pt x="106" y="350"/>
                  </a:lnTo>
                  <a:lnTo>
                    <a:pt x="126" y="373"/>
                  </a:lnTo>
                  <a:lnTo>
                    <a:pt x="148" y="392"/>
                  </a:lnTo>
                  <a:lnTo>
                    <a:pt x="171" y="407"/>
                  </a:lnTo>
                  <a:lnTo>
                    <a:pt x="194" y="417"/>
                  </a:lnTo>
                  <a:lnTo>
                    <a:pt x="219" y="423"/>
                  </a:lnTo>
                  <a:lnTo>
                    <a:pt x="245" y="426"/>
                  </a:lnTo>
                  <a:lnTo>
                    <a:pt x="245" y="414"/>
                  </a:lnTo>
                  <a:lnTo>
                    <a:pt x="221" y="411"/>
                  </a:lnTo>
                  <a:lnTo>
                    <a:pt x="199" y="406"/>
                  </a:lnTo>
                  <a:lnTo>
                    <a:pt x="178" y="395"/>
                  </a:lnTo>
                  <a:lnTo>
                    <a:pt x="155" y="382"/>
                  </a:lnTo>
                  <a:lnTo>
                    <a:pt x="136" y="363"/>
                  </a:lnTo>
                  <a:lnTo>
                    <a:pt x="116" y="343"/>
                  </a:lnTo>
                  <a:lnTo>
                    <a:pt x="98" y="320"/>
                  </a:lnTo>
                  <a:lnTo>
                    <a:pt x="82" y="292"/>
                  </a:lnTo>
                  <a:lnTo>
                    <a:pt x="66" y="264"/>
                  </a:lnTo>
                  <a:lnTo>
                    <a:pt x="52" y="231"/>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9549" name="Freeform 59"/>
            <p:cNvSpPr>
              <a:spLocks/>
            </p:cNvSpPr>
            <p:nvPr/>
          </p:nvSpPr>
          <p:spPr bwMode="auto">
            <a:xfrm>
              <a:off x="1091" y="2087"/>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4" y="8"/>
                  </a:lnTo>
                  <a:lnTo>
                    <a:pt x="171" y="18"/>
                  </a:lnTo>
                  <a:lnTo>
                    <a:pt x="148" y="34"/>
                  </a:lnTo>
                  <a:lnTo>
                    <a:pt x="126" y="51"/>
                  </a:lnTo>
                  <a:lnTo>
                    <a:pt x="106" y="73"/>
                  </a:lnTo>
                  <a:lnTo>
                    <a:pt x="89" y="98"/>
                  </a:lnTo>
                  <a:lnTo>
                    <a:pt x="71" y="125"/>
                  </a:lnTo>
                  <a:lnTo>
                    <a:pt x="55" y="155"/>
                  </a:lnTo>
                  <a:lnTo>
                    <a:pt x="41" y="188"/>
                  </a:lnTo>
                  <a:lnTo>
                    <a:pt x="29" y="222"/>
                  </a:lnTo>
                  <a:lnTo>
                    <a:pt x="18" y="261"/>
                  </a:lnTo>
                  <a:lnTo>
                    <a:pt x="10" y="298"/>
                  </a:lnTo>
                  <a:lnTo>
                    <a:pt x="4" y="338"/>
                  </a:lnTo>
                  <a:lnTo>
                    <a:pt x="1" y="382"/>
                  </a:lnTo>
                  <a:lnTo>
                    <a:pt x="0" y="424"/>
                  </a:lnTo>
                  <a:lnTo>
                    <a:pt x="11" y="424"/>
                  </a:lnTo>
                  <a:lnTo>
                    <a:pt x="13" y="382"/>
                  </a:lnTo>
                  <a:lnTo>
                    <a:pt x="16" y="341"/>
                  </a:lnTo>
                  <a:lnTo>
                    <a:pt x="22" y="301"/>
                  </a:lnTo>
                  <a:lnTo>
                    <a:pt x="30" y="263"/>
                  </a:lnTo>
                  <a:lnTo>
                    <a:pt x="41" y="227"/>
                  </a:lnTo>
                  <a:lnTo>
                    <a:pt x="52" y="193"/>
                  </a:lnTo>
                  <a:lnTo>
                    <a:pt x="66" y="160"/>
                  </a:lnTo>
                  <a:lnTo>
                    <a:pt x="80" y="132"/>
                  </a:lnTo>
                  <a:lnTo>
                    <a:pt x="98" y="105"/>
                  </a:lnTo>
                  <a:lnTo>
                    <a:pt x="116" y="80"/>
                  </a:lnTo>
                  <a:lnTo>
                    <a:pt x="136" y="60"/>
                  </a:lnTo>
                  <a:lnTo>
                    <a:pt x="155" y="43"/>
                  </a:lnTo>
                  <a:lnTo>
                    <a:pt x="178" y="30"/>
                  </a:lnTo>
                  <a:lnTo>
                    <a:pt x="199" y="19"/>
                  </a:lnTo>
                  <a:lnTo>
                    <a:pt x="221" y="14"/>
                  </a:lnTo>
                  <a:lnTo>
                    <a:pt x="245" y="11"/>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9550" name="Freeform 60"/>
            <p:cNvSpPr>
              <a:spLocks/>
            </p:cNvSpPr>
            <p:nvPr/>
          </p:nvSpPr>
          <p:spPr bwMode="auto">
            <a:xfrm>
              <a:off x="1392" y="2118"/>
              <a:ext cx="49" cy="85"/>
            </a:xfrm>
            <a:custGeom>
              <a:avLst/>
              <a:gdLst>
                <a:gd name="T0" fmla="*/ 2 w 246"/>
                <a:gd name="T1" fmla="*/ 3 h 426"/>
                <a:gd name="T2" fmla="*/ 2 w 246"/>
                <a:gd name="T3" fmla="*/ 3 h 426"/>
                <a:gd name="T4" fmla="*/ 2 w 246"/>
                <a:gd name="T5" fmla="*/ 3 h 426"/>
                <a:gd name="T6" fmla="*/ 2 w 246"/>
                <a:gd name="T7" fmla="*/ 3 h 426"/>
                <a:gd name="T8" fmla="*/ 2 w 246"/>
                <a:gd name="T9" fmla="*/ 2 h 426"/>
                <a:gd name="T10" fmla="*/ 2 w 246"/>
                <a:gd name="T11" fmla="*/ 2 h 426"/>
                <a:gd name="T12" fmla="*/ 2 w 246"/>
                <a:gd name="T13" fmla="*/ 2 h 426"/>
                <a:gd name="T14" fmla="*/ 2 w 246"/>
                <a:gd name="T15" fmla="*/ 2 h 426"/>
                <a:gd name="T16" fmla="*/ 2 w 246"/>
                <a:gd name="T17" fmla="*/ 1 h 426"/>
                <a:gd name="T18" fmla="*/ 1 w 246"/>
                <a:gd name="T19" fmla="*/ 1 h 426"/>
                <a:gd name="T20" fmla="*/ 1 w 246"/>
                <a:gd name="T21" fmla="*/ 1 h 426"/>
                <a:gd name="T22" fmla="*/ 1 w 246"/>
                <a:gd name="T23" fmla="*/ 1 h 426"/>
                <a:gd name="T24" fmla="*/ 1 w 246"/>
                <a:gd name="T25" fmla="*/ 0 h 426"/>
                <a:gd name="T26" fmla="*/ 1 w 246"/>
                <a:gd name="T27" fmla="*/ 0 h 426"/>
                <a:gd name="T28" fmla="*/ 1 w 246"/>
                <a:gd name="T29" fmla="*/ 0 h 426"/>
                <a:gd name="T30" fmla="*/ 0 w 246"/>
                <a:gd name="T31" fmla="*/ 0 h 426"/>
                <a:gd name="T32" fmla="*/ 0 w 246"/>
                <a:gd name="T33" fmla="*/ 0 h 426"/>
                <a:gd name="T34" fmla="*/ 0 w 246"/>
                <a:gd name="T35" fmla="*/ 0 h 426"/>
                <a:gd name="T36" fmla="*/ 0 w 246"/>
                <a:gd name="T37" fmla="*/ 0 h 426"/>
                <a:gd name="T38" fmla="*/ 0 w 246"/>
                <a:gd name="T39" fmla="*/ 0 h 426"/>
                <a:gd name="T40" fmla="*/ 0 w 246"/>
                <a:gd name="T41" fmla="*/ 0 h 426"/>
                <a:gd name="T42" fmla="*/ 1 w 246"/>
                <a:gd name="T43" fmla="*/ 0 h 426"/>
                <a:gd name="T44" fmla="*/ 1 w 246"/>
                <a:gd name="T45" fmla="*/ 0 h 426"/>
                <a:gd name="T46" fmla="*/ 1 w 246"/>
                <a:gd name="T47" fmla="*/ 1 h 426"/>
                <a:gd name="T48" fmla="*/ 1 w 246"/>
                <a:gd name="T49" fmla="*/ 1 h 426"/>
                <a:gd name="T50" fmla="*/ 1 w 246"/>
                <a:gd name="T51" fmla="*/ 1 h 426"/>
                <a:gd name="T52" fmla="*/ 1 w 246"/>
                <a:gd name="T53" fmla="*/ 1 h 426"/>
                <a:gd name="T54" fmla="*/ 1 w 246"/>
                <a:gd name="T55" fmla="*/ 1 h 426"/>
                <a:gd name="T56" fmla="*/ 2 w 246"/>
                <a:gd name="T57" fmla="*/ 2 h 426"/>
                <a:gd name="T58" fmla="*/ 2 w 246"/>
                <a:gd name="T59" fmla="*/ 2 h 426"/>
                <a:gd name="T60" fmla="*/ 2 w 246"/>
                <a:gd name="T61" fmla="*/ 2 h 426"/>
                <a:gd name="T62" fmla="*/ 2 w 246"/>
                <a:gd name="T63" fmla="*/ 2 h 426"/>
                <a:gd name="T64" fmla="*/ 2 w 246"/>
                <a:gd name="T65" fmla="*/ 3 h 426"/>
                <a:gd name="T66" fmla="*/ 2 w 246"/>
                <a:gd name="T67" fmla="*/ 3 h 426"/>
                <a:gd name="T68" fmla="*/ 2 w 246"/>
                <a:gd name="T69" fmla="*/ 3 h 426"/>
                <a:gd name="T70" fmla="*/ 2 w 246"/>
                <a:gd name="T71" fmla="*/ 3 h 426"/>
                <a:gd name="T72" fmla="*/ 2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246" y="426"/>
                  </a:moveTo>
                  <a:lnTo>
                    <a:pt x="246" y="426"/>
                  </a:lnTo>
                  <a:lnTo>
                    <a:pt x="245" y="384"/>
                  </a:lnTo>
                  <a:lnTo>
                    <a:pt x="242" y="340"/>
                  </a:lnTo>
                  <a:lnTo>
                    <a:pt x="236" y="301"/>
                  </a:lnTo>
                  <a:lnTo>
                    <a:pt x="228" y="262"/>
                  </a:lnTo>
                  <a:lnTo>
                    <a:pt x="217" y="224"/>
                  </a:lnTo>
                  <a:lnTo>
                    <a:pt x="205" y="190"/>
                  </a:lnTo>
                  <a:lnTo>
                    <a:pt x="191" y="158"/>
                  </a:lnTo>
                  <a:lnTo>
                    <a:pt x="176" y="126"/>
                  </a:lnTo>
                  <a:lnTo>
                    <a:pt x="157" y="99"/>
                  </a:lnTo>
                  <a:lnTo>
                    <a:pt x="139" y="75"/>
                  </a:lnTo>
                  <a:lnTo>
                    <a:pt x="119" y="53"/>
                  </a:lnTo>
                  <a:lnTo>
                    <a:pt x="96" y="34"/>
                  </a:lnTo>
                  <a:lnTo>
                    <a:pt x="75" y="19"/>
                  </a:lnTo>
                  <a:lnTo>
                    <a:pt x="51" y="9"/>
                  </a:lnTo>
                  <a:lnTo>
                    <a:pt x="26" y="3"/>
                  </a:lnTo>
                  <a:lnTo>
                    <a:pt x="0" y="0"/>
                  </a:lnTo>
                  <a:lnTo>
                    <a:pt x="0" y="12"/>
                  </a:lnTo>
                  <a:lnTo>
                    <a:pt x="24" y="15"/>
                  </a:lnTo>
                  <a:lnTo>
                    <a:pt x="46" y="20"/>
                  </a:lnTo>
                  <a:lnTo>
                    <a:pt x="68" y="31"/>
                  </a:lnTo>
                  <a:lnTo>
                    <a:pt x="89" y="44"/>
                  </a:lnTo>
                  <a:lnTo>
                    <a:pt x="109" y="63"/>
                  </a:lnTo>
                  <a:lnTo>
                    <a:pt x="129" y="83"/>
                  </a:lnTo>
                  <a:lnTo>
                    <a:pt x="148" y="106"/>
                  </a:lnTo>
                  <a:lnTo>
                    <a:pt x="164" y="133"/>
                  </a:lnTo>
                  <a:lnTo>
                    <a:pt x="180" y="162"/>
                  </a:lnTo>
                  <a:lnTo>
                    <a:pt x="194" y="195"/>
                  </a:lnTo>
                  <a:lnTo>
                    <a:pt x="205" y="229"/>
                  </a:lnTo>
                  <a:lnTo>
                    <a:pt x="216" y="264"/>
                  </a:lnTo>
                  <a:lnTo>
                    <a:pt x="224" y="303"/>
                  </a:lnTo>
                  <a:lnTo>
                    <a:pt x="230" y="343"/>
                  </a:lnTo>
                  <a:lnTo>
                    <a:pt x="233" y="384"/>
                  </a:lnTo>
                  <a:lnTo>
                    <a:pt x="235" y="426"/>
                  </a:lnTo>
                  <a:lnTo>
                    <a:pt x="246"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9551" name="Freeform 61"/>
            <p:cNvSpPr>
              <a:spLocks/>
            </p:cNvSpPr>
            <p:nvPr/>
          </p:nvSpPr>
          <p:spPr bwMode="auto">
            <a:xfrm>
              <a:off x="1392" y="2203"/>
              <a:ext cx="49" cy="85"/>
            </a:xfrm>
            <a:custGeom>
              <a:avLst/>
              <a:gdLst>
                <a:gd name="T0" fmla="*/ 0 w 246"/>
                <a:gd name="T1" fmla="*/ 3 h 424"/>
                <a:gd name="T2" fmla="*/ 0 w 246"/>
                <a:gd name="T3" fmla="*/ 3 h 424"/>
                <a:gd name="T4" fmla="*/ 0 w 246"/>
                <a:gd name="T5" fmla="*/ 3 h 424"/>
                <a:gd name="T6" fmla="*/ 0 w 246"/>
                <a:gd name="T7" fmla="*/ 3 h 424"/>
                <a:gd name="T8" fmla="*/ 1 w 246"/>
                <a:gd name="T9" fmla="*/ 3 h 424"/>
                <a:gd name="T10" fmla="*/ 1 w 246"/>
                <a:gd name="T11" fmla="*/ 3 h 424"/>
                <a:gd name="T12" fmla="*/ 1 w 246"/>
                <a:gd name="T13" fmla="*/ 3 h 424"/>
                <a:gd name="T14" fmla="*/ 1 w 246"/>
                <a:gd name="T15" fmla="*/ 3 h 424"/>
                <a:gd name="T16" fmla="*/ 1 w 246"/>
                <a:gd name="T17" fmla="*/ 3 h 424"/>
                <a:gd name="T18" fmla="*/ 1 w 246"/>
                <a:gd name="T19" fmla="*/ 2 h 424"/>
                <a:gd name="T20" fmla="*/ 2 w 246"/>
                <a:gd name="T21" fmla="*/ 2 h 424"/>
                <a:gd name="T22" fmla="*/ 2 w 246"/>
                <a:gd name="T23" fmla="*/ 2 h 424"/>
                <a:gd name="T24" fmla="*/ 2 w 246"/>
                <a:gd name="T25" fmla="*/ 2 h 424"/>
                <a:gd name="T26" fmla="*/ 2 w 246"/>
                <a:gd name="T27" fmla="*/ 1 h 424"/>
                <a:gd name="T28" fmla="*/ 2 w 246"/>
                <a:gd name="T29" fmla="*/ 1 h 424"/>
                <a:gd name="T30" fmla="*/ 2 w 246"/>
                <a:gd name="T31" fmla="*/ 1 h 424"/>
                <a:gd name="T32" fmla="*/ 2 w 246"/>
                <a:gd name="T33" fmla="*/ 0 h 424"/>
                <a:gd name="T34" fmla="*/ 2 w 246"/>
                <a:gd name="T35" fmla="*/ 0 h 424"/>
                <a:gd name="T36" fmla="*/ 2 w 246"/>
                <a:gd name="T37" fmla="*/ 0 h 424"/>
                <a:gd name="T38" fmla="*/ 2 w 246"/>
                <a:gd name="T39" fmla="*/ 0 h 424"/>
                <a:gd name="T40" fmla="*/ 2 w 246"/>
                <a:gd name="T41" fmla="*/ 1 h 424"/>
                <a:gd name="T42" fmla="*/ 2 w 246"/>
                <a:gd name="T43" fmla="*/ 1 h 424"/>
                <a:gd name="T44" fmla="*/ 2 w 246"/>
                <a:gd name="T45" fmla="*/ 1 h 424"/>
                <a:gd name="T46" fmla="*/ 2 w 246"/>
                <a:gd name="T47" fmla="*/ 2 h 424"/>
                <a:gd name="T48" fmla="*/ 2 w 246"/>
                <a:gd name="T49" fmla="*/ 2 h 424"/>
                <a:gd name="T50" fmla="*/ 1 w 246"/>
                <a:gd name="T51" fmla="*/ 2 h 424"/>
                <a:gd name="T52" fmla="*/ 1 w 246"/>
                <a:gd name="T53" fmla="*/ 2 h 424"/>
                <a:gd name="T54" fmla="*/ 1 w 246"/>
                <a:gd name="T55" fmla="*/ 3 h 424"/>
                <a:gd name="T56" fmla="*/ 1 w 246"/>
                <a:gd name="T57" fmla="*/ 3 h 424"/>
                <a:gd name="T58" fmla="*/ 1 w 246"/>
                <a:gd name="T59" fmla="*/ 3 h 424"/>
                <a:gd name="T60" fmla="*/ 1 w 246"/>
                <a:gd name="T61" fmla="*/ 3 h 424"/>
                <a:gd name="T62" fmla="*/ 1 w 246"/>
                <a:gd name="T63" fmla="*/ 3 h 424"/>
                <a:gd name="T64" fmla="*/ 0 w 246"/>
                <a:gd name="T65" fmla="*/ 3 h 424"/>
                <a:gd name="T66" fmla="*/ 0 w 246"/>
                <a:gd name="T67" fmla="*/ 3 h 424"/>
                <a:gd name="T68" fmla="*/ 0 w 246"/>
                <a:gd name="T69" fmla="*/ 3 h 424"/>
                <a:gd name="T70" fmla="*/ 0 w 246"/>
                <a:gd name="T71" fmla="*/ 3 h 424"/>
                <a:gd name="T72" fmla="*/ 0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0" y="424"/>
                  </a:moveTo>
                  <a:lnTo>
                    <a:pt x="0" y="424"/>
                  </a:lnTo>
                  <a:lnTo>
                    <a:pt x="26" y="422"/>
                  </a:lnTo>
                  <a:lnTo>
                    <a:pt x="51" y="416"/>
                  </a:lnTo>
                  <a:lnTo>
                    <a:pt x="75" y="406"/>
                  </a:lnTo>
                  <a:lnTo>
                    <a:pt x="96" y="390"/>
                  </a:lnTo>
                  <a:lnTo>
                    <a:pt x="119" y="373"/>
                  </a:lnTo>
                  <a:lnTo>
                    <a:pt x="139" y="351"/>
                  </a:lnTo>
                  <a:lnTo>
                    <a:pt x="157" y="326"/>
                  </a:lnTo>
                  <a:lnTo>
                    <a:pt x="175" y="299"/>
                  </a:lnTo>
                  <a:lnTo>
                    <a:pt x="191" y="269"/>
                  </a:lnTo>
                  <a:lnTo>
                    <a:pt x="205" y="236"/>
                  </a:lnTo>
                  <a:lnTo>
                    <a:pt x="217" y="202"/>
                  </a:lnTo>
                  <a:lnTo>
                    <a:pt x="228" y="163"/>
                  </a:lnTo>
                  <a:lnTo>
                    <a:pt x="236" y="125"/>
                  </a:lnTo>
                  <a:lnTo>
                    <a:pt x="242" y="86"/>
                  </a:lnTo>
                  <a:lnTo>
                    <a:pt x="245" y="42"/>
                  </a:lnTo>
                  <a:lnTo>
                    <a:pt x="246" y="0"/>
                  </a:lnTo>
                  <a:lnTo>
                    <a:pt x="235" y="0"/>
                  </a:lnTo>
                  <a:lnTo>
                    <a:pt x="233" y="42"/>
                  </a:lnTo>
                  <a:lnTo>
                    <a:pt x="230" y="83"/>
                  </a:lnTo>
                  <a:lnTo>
                    <a:pt x="224" y="123"/>
                  </a:lnTo>
                  <a:lnTo>
                    <a:pt x="216" y="161"/>
                  </a:lnTo>
                  <a:lnTo>
                    <a:pt x="205" y="197"/>
                  </a:lnTo>
                  <a:lnTo>
                    <a:pt x="194" y="231"/>
                  </a:lnTo>
                  <a:lnTo>
                    <a:pt x="180" y="264"/>
                  </a:lnTo>
                  <a:lnTo>
                    <a:pt x="166" y="292"/>
                  </a:lnTo>
                  <a:lnTo>
                    <a:pt x="148" y="319"/>
                  </a:lnTo>
                  <a:lnTo>
                    <a:pt x="129" y="344"/>
                  </a:lnTo>
                  <a:lnTo>
                    <a:pt x="109" y="364"/>
                  </a:lnTo>
                  <a:lnTo>
                    <a:pt x="89" y="381"/>
                  </a:lnTo>
                  <a:lnTo>
                    <a:pt x="68" y="394"/>
                  </a:lnTo>
                  <a:lnTo>
                    <a:pt x="46" y="405"/>
                  </a:lnTo>
                  <a:lnTo>
                    <a:pt x="24" y="410"/>
                  </a:lnTo>
                  <a:lnTo>
                    <a:pt x="0" y="413"/>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9552" name="Freeform 62"/>
            <p:cNvSpPr>
              <a:spLocks/>
            </p:cNvSpPr>
            <p:nvPr/>
          </p:nvSpPr>
          <p:spPr bwMode="auto">
            <a:xfrm>
              <a:off x="1343" y="2203"/>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2" y="42"/>
                  </a:lnTo>
                  <a:lnTo>
                    <a:pt x="5" y="86"/>
                  </a:lnTo>
                  <a:lnTo>
                    <a:pt x="11" y="125"/>
                  </a:lnTo>
                  <a:lnTo>
                    <a:pt x="19" y="163"/>
                  </a:lnTo>
                  <a:lnTo>
                    <a:pt x="30" y="202"/>
                  </a:lnTo>
                  <a:lnTo>
                    <a:pt x="41" y="236"/>
                  </a:lnTo>
                  <a:lnTo>
                    <a:pt x="56" y="269"/>
                  </a:lnTo>
                  <a:lnTo>
                    <a:pt x="72" y="299"/>
                  </a:lnTo>
                  <a:lnTo>
                    <a:pt x="90" y="326"/>
                  </a:lnTo>
                  <a:lnTo>
                    <a:pt x="108" y="351"/>
                  </a:lnTo>
                  <a:lnTo>
                    <a:pt x="127" y="373"/>
                  </a:lnTo>
                  <a:lnTo>
                    <a:pt x="149" y="390"/>
                  </a:lnTo>
                  <a:lnTo>
                    <a:pt x="172" y="406"/>
                  </a:lnTo>
                  <a:lnTo>
                    <a:pt x="195" y="416"/>
                  </a:lnTo>
                  <a:lnTo>
                    <a:pt x="220" y="422"/>
                  </a:lnTo>
                  <a:lnTo>
                    <a:pt x="245" y="424"/>
                  </a:lnTo>
                  <a:lnTo>
                    <a:pt x="245" y="413"/>
                  </a:lnTo>
                  <a:lnTo>
                    <a:pt x="222" y="410"/>
                  </a:lnTo>
                  <a:lnTo>
                    <a:pt x="200" y="405"/>
                  </a:lnTo>
                  <a:lnTo>
                    <a:pt x="179" y="394"/>
                  </a:lnTo>
                  <a:lnTo>
                    <a:pt x="156" y="381"/>
                  </a:lnTo>
                  <a:lnTo>
                    <a:pt x="136" y="364"/>
                  </a:lnTo>
                  <a:lnTo>
                    <a:pt x="118" y="344"/>
                  </a:lnTo>
                  <a:lnTo>
                    <a:pt x="99" y="319"/>
                  </a:lnTo>
                  <a:lnTo>
                    <a:pt x="81" y="292"/>
                  </a:lnTo>
                  <a:lnTo>
                    <a:pt x="67" y="264"/>
                  </a:lnTo>
                  <a:lnTo>
                    <a:pt x="53" y="231"/>
                  </a:lnTo>
                  <a:lnTo>
                    <a:pt x="41" y="197"/>
                  </a:lnTo>
                  <a:lnTo>
                    <a:pt x="31" y="161"/>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9553" name="Freeform 63"/>
            <p:cNvSpPr>
              <a:spLocks/>
            </p:cNvSpPr>
            <p:nvPr/>
          </p:nvSpPr>
          <p:spPr bwMode="auto">
            <a:xfrm>
              <a:off x="1343" y="2118"/>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1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20" y="3"/>
                  </a:lnTo>
                  <a:lnTo>
                    <a:pt x="195" y="9"/>
                  </a:lnTo>
                  <a:lnTo>
                    <a:pt x="172" y="19"/>
                  </a:lnTo>
                  <a:lnTo>
                    <a:pt x="149" y="34"/>
                  </a:lnTo>
                  <a:lnTo>
                    <a:pt x="127" y="53"/>
                  </a:lnTo>
                  <a:lnTo>
                    <a:pt x="108" y="75"/>
                  </a:lnTo>
                  <a:lnTo>
                    <a:pt x="90" y="99"/>
                  </a:lnTo>
                  <a:lnTo>
                    <a:pt x="71" y="126"/>
                  </a:lnTo>
                  <a:lnTo>
                    <a:pt x="56" y="158"/>
                  </a:lnTo>
                  <a:lnTo>
                    <a:pt x="41" y="190"/>
                  </a:lnTo>
                  <a:lnTo>
                    <a:pt x="30" y="224"/>
                  </a:lnTo>
                  <a:lnTo>
                    <a:pt x="19" y="262"/>
                  </a:lnTo>
                  <a:lnTo>
                    <a:pt x="11" y="301"/>
                  </a:lnTo>
                  <a:lnTo>
                    <a:pt x="5" y="340"/>
                  </a:lnTo>
                  <a:lnTo>
                    <a:pt x="2" y="384"/>
                  </a:lnTo>
                  <a:lnTo>
                    <a:pt x="0" y="426"/>
                  </a:lnTo>
                  <a:lnTo>
                    <a:pt x="12" y="426"/>
                  </a:lnTo>
                  <a:lnTo>
                    <a:pt x="13" y="384"/>
                  </a:lnTo>
                  <a:lnTo>
                    <a:pt x="17" y="343"/>
                  </a:lnTo>
                  <a:lnTo>
                    <a:pt x="23" y="303"/>
                  </a:lnTo>
                  <a:lnTo>
                    <a:pt x="31" y="264"/>
                  </a:lnTo>
                  <a:lnTo>
                    <a:pt x="41" y="229"/>
                  </a:lnTo>
                  <a:lnTo>
                    <a:pt x="53" y="195"/>
                  </a:lnTo>
                  <a:lnTo>
                    <a:pt x="67" y="162"/>
                  </a:lnTo>
                  <a:lnTo>
                    <a:pt x="82" y="133"/>
                  </a:lnTo>
                  <a:lnTo>
                    <a:pt x="99" y="106"/>
                  </a:lnTo>
                  <a:lnTo>
                    <a:pt x="118" y="83"/>
                  </a:lnTo>
                  <a:lnTo>
                    <a:pt x="136" y="63"/>
                  </a:lnTo>
                  <a:lnTo>
                    <a:pt x="156" y="44"/>
                  </a:lnTo>
                  <a:lnTo>
                    <a:pt x="179" y="31"/>
                  </a:lnTo>
                  <a:lnTo>
                    <a:pt x="200" y="20"/>
                  </a:lnTo>
                  <a:lnTo>
                    <a:pt x="222" y="15"/>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9554" name="Freeform 64"/>
            <p:cNvSpPr>
              <a:spLocks/>
            </p:cNvSpPr>
            <p:nvPr/>
          </p:nvSpPr>
          <p:spPr bwMode="auto">
            <a:xfrm>
              <a:off x="1384" y="1859"/>
              <a:ext cx="49" cy="84"/>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1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3" y="382"/>
                  </a:lnTo>
                  <a:lnTo>
                    <a:pt x="240" y="339"/>
                  </a:lnTo>
                  <a:lnTo>
                    <a:pt x="234" y="299"/>
                  </a:lnTo>
                  <a:lnTo>
                    <a:pt x="226" y="261"/>
                  </a:lnTo>
                  <a:lnTo>
                    <a:pt x="215" y="222"/>
                  </a:lnTo>
                  <a:lnTo>
                    <a:pt x="204" y="188"/>
                  </a:lnTo>
                  <a:lnTo>
                    <a:pt x="189" y="156"/>
                  </a:lnTo>
                  <a:lnTo>
                    <a:pt x="173" y="125"/>
                  </a:lnTo>
                  <a:lnTo>
                    <a:pt x="155" y="98"/>
                  </a:lnTo>
                  <a:lnTo>
                    <a:pt x="138" y="74"/>
                  </a:lnTo>
                  <a:lnTo>
                    <a:pt x="118" y="51"/>
                  </a:lnTo>
                  <a:lnTo>
                    <a:pt x="96" y="34"/>
                  </a:lnTo>
                  <a:lnTo>
                    <a:pt x="73" y="18"/>
                  </a:lnTo>
                  <a:lnTo>
                    <a:pt x="50" y="8"/>
                  </a:lnTo>
                  <a:lnTo>
                    <a:pt x="25" y="2"/>
                  </a:lnTo>
                  <a:lnTo>
                    <a:pt x="0" y="0"/>
                  </a:lnTo>
                  <a:lnTo>
                    <a:pt x="0" y="11"/>
                  </a:lnTo>
                  <a:lnTo>
                    <a:pt x="23" y="14"/>
                  </a:lnTo>
                  <a:lnTo>
                    <a:pt x="45" y="20"/>
                  </a:lnTo>
                  <a:lnTo>
                    <a:pt x="66" y="30"/>
                  </a:lnTo>
                  <a:lnTo>
                    <a:pt x="89" y="43"/>
                  </a:lnTo>
                  <a:lnTo>
                    <a:pt x="109" y="61"/>
                  </a:lnTo>
                  <a:lnTo>
                    <a:pt x="129" y="81"/>
                  </a:lnTo>
                  <a:lnTo>
                    <a:pt x="146" y="105"/>
                  </a:lnTo>
                  <a:lnTo>
                    <a:pt x="164" y="132"/>
                  </a:lnTo>
                  <a:lnTo>
                    <a:pt x="178" y="160"/>
                  </a:lnTo>
                  <a:lnTo>
                    <a:pt x="192" y="193"/>
                  </a:lnTo>
                  <a:lnTo>
                    <a:pt x="204" y="227"/>
                  </a:lnTo>
                  <a:lnTo>
                    <a:pt x="214" y="264"/>
                  </a:lnTo>
                  <a:lnTo>
                    <a:pt x="222" y="301"/>
                  </a:lnTo>
                  <a:lnTo>
                    <a:pt x="228"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9555" name="Freeform 65"/>
            <p:cNvSpPr>
              <a:spLocks/>
            </p:cNvSpPr>
            <p:nvPr/>
          </p:nvSpPr>
          <p:spPr bwMode="auto">
            <a:xfrm>
              <a:off x="1384" y="1943"/>
              <a:ext cx="49" cy="86"/>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5" y="423"/>
                  </a:lnTo>
                  <a:lnTo>
                    <a:pt x="50" y="418"/>
                  </a:lnTo>
                  <a:lnTo>
                    <a:pt x="73" y="407"/>
                  </a:lnTo>
                  <a:lnTo>
                    <a:pt x="96" y="392"/>
                  </a:lnTo>
                  <a:lnTo>
                    <a:pt x="118" y="374"/>
                  </a:lnTo>
                  <a:lnTo>
                    <a:pt x="138" y="352"/>
                  </a:lnTo>
                  <a:lnTo>
                    <a:pt x="155" y="327"/>
                  </a:lnTo>
                  <a:lnTo>
                    <a:pt x="174" y="300"/>
                  </a:lnTo>
                  <a:lnTo>
                    <a:pt x="189" y="269"/>
                  </a:lnTo>
                  <a:lnTo>
                    <a:pt x="204" y="237"/>
                  </a:lnTo>
                  <a:lnTo>
                    <a:pt x="215" y="202"/>
                  </a:lnTo>
                  <a:lnTo>
                    <a:pt x="226" y="164"/>
                  </a:lnTo>
                  <a:lnTo>
                    <a:pt x="234" y="126"/>
                  </a:lnTo>
                  <a:lnTo>
                    <a:pt x="240" y="86"/>
                  </a:lnTo>
                  <a:lnTo>
                    <a:pt x="243" y="42"/>
                  </a:lnTo>
                  <a:lnTo>
                    <a:pt x="245" y="0"/>
                  </a:lnTo>
                  <a:lnTo>
                    <a:pt x="233" y="0"/>
                  </a:lnTo>
                  <a:lnTo>
                    <a:pt x="232" y="42"/>
                  </a:lnTo>
                  <a:lnTo>
                    <a:pt x="228" y="83"/>
                  </a:lnTo>
                  <a:lnTo>
                    <a:pt x="222" y="123"/>
                  </a:lnTo>
                  <a:lnTo>
                    <a:pt x="214" y="162"/>
                  </a:lnTo>
                  <a:lnTo>
                    <a:pt x="204" y="197"/>
                  </a:lnTo>
                  <a:lnTo>
                    <a:pt x="192" y="232"/>
                  </a:lnTo>
                  <a:lnTo>
                    <a:pt x="178" y="264"/>
                  </a:lnTo>
                  <a:lnTo>
                    <a:pt x="163" y="293"/>
                  </a:lnTo>
                  <a:lnTo>
                    <a:pt x="146" y="320"/>
                  </a:lnTo>
                  <a:lnTo>
                    <a:pt x="129" y="345"/>
                  </a:lnTo>
                  <a:lnTo>
                    <a:pt x="109" y="365"/>
                  </a:lnTo>
                  <a:lnTo>
                    <a:pt x="89" y="382"/>
                  </a:lnTo>
                  <a:lnTo>
                    <a:pt x="66" y="395"/>
                  </a:lnTo>
                  <a:lnTo>
                    <a:pt x="45" y="406"/>
                  </a:lnTo>
                  <a:lnTo>
                    <a:pt x="23"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9556" name="Freeform 66"/>
            <p:cNvSpPr>
              <a:spLocks/>
            </p:cNvSpPr>
            <p:nvPr/>
          </p:nvSpPr>
          <p:spPr bwMode="auto">
            <a:xfrm>
              <a:off x="1335" y="1943"/>
              <a:ext cx="49" cy="86"/>
            </a:xfrm>
            <a:custGeom>
              <a:avLst/>
              <a:gdLst>
                <a:gd name="T0" fmla="*/ 0 w 246"/>
                <a:gd name="T1" fmla="*/ 0 h 426"/>
                <a:gd name="T2" fmla="*/ 0 w 246"/>
                <a:gd name="T3" fmla="*/ 0 h 426"/>
                <a:gd name="T4" fmla="*/ 0 w 246"/>
                <a:gd name="T5" fmla="*/ 0 h 426"/>
                <a:gd name="T6" fmla="*/ 0 w 246"/>
                <a:gd name="T7" fmla="*/ 1 h 426"/>
                <a:gd name="T8" fmla="*/ 0 w 246"/>
                <a:gd name="T9" fmla="*/ 1 h 426"/>
                <a:gd name="T10" fmla="*/ 0 w 246"/>
                <a:gd name="T11" fmla="*/ 1 h 426"/>
                <a:gd name="T12" fmla="*/ 0 w 246"/>
                <a:gd name="T13" fmla="*/ 2 h 426"/>
                <a:gd name="T14" fmla="*/ 0 w 246"/>
                <a:gd name="T15" fmla="*/ 2 h 426"/>
                <a:gd name="T16" fmla="*/ 0 w 246"/>
                <a:gd name="T17" fmla="*/ 2 h 426"/>
                <a:gd name="T18" fmla="*/ 1 w 246"/>
                <a:gd name="T19" fmla="*/ 2 h 426"/>
                <a:gd name="T20" fmla="*/ 1 w 246"/>
                <a:gd name="T21" fmla="*/ 3 h 426"/>
                <a:gd name="T22" fmla="*/ 1 w 246"/>
                <a:gd name="T23" fmla="*/ 3 h 426"/>
                <a:gd name="T24" fmla="*/ 1 w 246"/>
                <a:gd name="T25" fmla="*/ 3 h 426"/>
                <a:gd name="T26" fmla="*/ 1 w 246"/>
                <a:gd name="T27" fmla="*/ 3 h 426"/>
                <a:gd name="T28" fmla="*/ 1 w 246"/>
                <a:gd name="T29" fmla="*/ 3 h 426"/>
                <a:gd name="T30" fmla="*/ 2 w 246"/>
                <a:gd name="T31" fmla="*/ 3 h 426"/>
                <a:gd name="T32" fmla="*/ 2 w 246"/>
                <a:gd name="T33" fmla="*/ 3 h 426"/>
                <a:gd name="T34" fmla="*/ 2 w 246"/>
                <a:gd name="T35" fmla="*/ 3 h 426"/>
                <a:gd name="T36" fmla="*/ 2 w 246"/>
                <a:gd name="T37" fmla="*/ 3 h 426"/>
                <a:gd name="T38" fmla="*/ 2 w 246"/>
                <a:gd name="T39" fmla="*/ 3 h 426"/>
                <a:gd name="T40" fmla="*/ 2 w 246"/>
                <a:gd name="T41" fmla="*/ 3 h 426"/>
                <a:gd name="T42" fmla="*/ 1 w 246"/>
                <a:gd name="T43" fmla="*/ 3 h 426"/>
                <a:gd name="T44" fmla="*/ 1 w 246"/>
                <a:gd name="T45" fmla="*/ 3 h 426"/>
                <a:gd name="T46" fmla="*/ 1 w 246"/>
                <a:gd name="T47" fmla="*/ 3 h 426"/>
                <a:gd name="T48" fmla="*/ 1 w 246"/>
                <a:gd name="T49" fmla="*/ 3 h 426"/>
                <a:gd name="T50" fmla="*/ 1 w 246"/>
                <a:gd name="T51" fmla="*/ 3 h 426"/>
                <a:gd name="T52" fmla="*/ 1 w 246"/>
                <a:gd name="T53" fmla="*/ 2 h 426"/>
                <a:gd name="T54" fmla="*/ 1 w 246"/>
                <a:gd name="T55" fmla="*/ 2 h 426"/>
                <a:gd name="T56" fmla="*/ 0 w 246"/>
                <a:gd name="T57" fmla="*/ 2 h 426"/>
                <a:gd name="T58" fmla="*/ 0 w 246"/>
                <a:gd name="T59" fmla="*/ 2 h 426"/>
                <a:gd name="T60" fmla="*/ 0 w 246"/>
                <a:gd name="T61" fmla="*/ 1 h 426"/>
                <a:gd name="T62" fmla="*/ 0 w 246"/>
                <a:gd name="T63" fmla="*/ 1 h 426"/>
                <a:gd name="T64" fmla="*/ 0 w 246"/>
                <a:gd name="T65" fmla="*/ 1 h 426"/>
                <a:gd name="T66" fmla="*/ 0 w 246"/>
                <a:gd name="T67" fmla="*/ 0 h 426"/>
                <a:gd name="T68" fmla="*/ 0 w 246"/>
                <a:gd name="T69" fmla="*/ 0 h 426"/>
                <a:gd name="T70" fmla="*/ 0 w 246"/>
                <a:gd name="T71" fmla="*/ 0 h 426"/>
                <a:gd name="T72" fmla="*/ 0 w 246"/>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0"/>
                  </a:moveTo>
                  <a:lnTo>
                    <a:pt x="0" y="0"/>
                  </a:lnTo>
                  <a:lnTo>
                    <a:pt x="1" y="42"/>
                  </a:lnTo>
                  <a:lnTo>
                    <a:pt x="4" y="86"/>
                  </a:lnTo>
                  <a:lnTo>
                    <a:pt x="10" y="126"/>
                  </a:lnTo>
                  <a:lnTo>
                    <a:pt x="18" y="164"/>
                  </a:lnTo>
                  <a:lnTo>
                    <a:pt x="29" y="202"/>
                  </a:lnTo>
                  <a:lnTo>
                    <a:pt x="41" y="237"/>
                  </a:lnTo>
                  <a:lnTo>
                    <a:pt x="55" y="269"/>
                  </a:lnTo>
                  <a:lnTo>
                    <a:pt x="71" y="300"/>
                  </a:lnTo>
                  <a:lnTo>
                    <a:pt x="89" y="327"/>
                  </a:lnTo>
                  <a:lnTo>
                    <a:pt x="107" y="352"/>
                  </a:lnTo>
                  <a:lnTo>
                    <a:pt x="127" y="374"/>
                  </a:lnTo>
                  <a:lnTo>
                    <a:pt x="150" y="392"/>
                  </a:lnTo>
                  <a:lnTo>
                    <a:pt x="171" y="407"/>
                  </a:lnTo>
                  <a:lnTo>
                    <a:pt x="195" y="418"/>
                  </a:lnTo>
                  <a:lnTo>
                    <a:pt x="220" y="423"/>
                  </a:lnTo>
                  <a:lnTo>
                    <a:pt x="246" y="426"/>
                  </a:lnTo>
                  <a:lnTo>
                    <a:pt x="246" y="414"/>
                  </a:lnTo>
                  <a:lnTo>
                    <a:pt x="222" y="412"/>
                  </a:lnTo>
                  <a:lnTo>
                    <a:pt x="200" y="406"/>
                  </a:lnTo>
                  <a:lnTo>
                    <a:pt x="178" y="395"/>
                  </a:lnTo>
                  <a:lnTo>
                    <a:pt x="157" y="382"/>
                  </a:lnTo>
                  <a:lnTo>
                    <a:pt x="137" y="365"/>
                  </a:lnTo>
                  <a:lnTo>
                    <a:pt x="117" y="345"/>
                  </a:lnTo>
                  <a:lnTo>
                    <a:pt x="98" y="320"/>
                  </a:lnTo>
                  <a:lnTo>
                    <a:pt x="83" y="293"/>
                  </a:lnTo>
                  <a:lnTo>
                    <a:pt x="66" y="264"/>
                  </a:lnTo>
                  <a:lnTo>
                    <a:pt x="52" y="232"/>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9557" name="Freeform 67"/>
            <p:cNvSpPr>
              <a:spLocks/>
            </p:cNvSpPr>
            <p:nvPr/>
          </p:nvSpPr>
          <p:spPr bwMode="auto">
            <a:xfrm>
              <a:off x="1335" y="1859"/>
              <a:ext cx="49" cy="84"/>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1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0" y="2"/>
                  </a:lnTo>
                  <a:lnTo>
                    <a:pt x="195" y="8"/>
                  </a:lnTo>
                  <a:lnTo>
                    <a:pt x="171" y="18"/>
                  </a:lnTo>
                  <a:lnTo>
                    <a:pt x="150" y="34"/>
                  </a:lnTo>
                  <a:lnTo>
                    <a:pt x="127" y="51"/>
                  </a:lnTo>
                  <a:lnTo>
                    <a:pt x="107" y="74"/>
                  </a:lnTo>
                  <a:lnTo>
                    <a:pt x="89" y="98"/>
                  </a:lnTo>
                  <a:lnTo>
                    <a:pt x="72" y="125"/>
                  </a:lnTo>
                  <a:lnTo>
                    <a:pt x="55" y="156"/>
                  </a:lnTo>
                  <a:lnTo>
                    <a:pt x="41" y="188"/>
                  </a:lnTo>
                  <a:lnTo>
                    <a:pt x="29" y="222"/>
                  </a:lnTo>
                  <a:lnTo>
                    <a:pt x="18" y="261"/>
                  </a:lnTo>
                  <a:lnTo>
                    <a:pt x="10" y="299"/>
                  </a:lnTo>
                  <a:lnTo>
                    <a:pt x="4" y="339"/>
                  </a:lnTo>
                  <a:lnTo>
                    <a:pt x="1" y="382"/>
                  </a:lnTo>
                  <a:lnTo>
                    <a:pt x="0" y="424"/>
                  </a:lnTo>
                  <a:lnTo>
                    <a:pt x="11" y="424"/>
                  </a:lnTo>
                  <a:lnTo>
                    <a:pt x="13" y="382"/>
                  </a:lnTo>
                  <a:lnTo>
                    <a:pt x="16" y="341"/>
                  </a:lnTo>
                  <a:lnTo>
                    <a:pt x="22" y="301"/>
                  </a:lnTo>
                  <a:lnTo>
                    <a:pt x="30" y="264"/>
                  </a:lnTo>
                  <a:lnTo>
                    <a:pt x="41" y="227"/>
                  </a:lnTo>
                  <a:lnTo>
                    <a:pt x="52" y="193"/>
                  </a:lnTo>
                  <a:lnTo>
                    <a:pt x="66" y="160"/>
                  </a:lnTo>
                  <a:lnTo>
                    <a:pt x="82" y="132"/>
                  </a:lnTo>
                  <a:lnTo>
                    <a:pt x="98" y="105"/>
                  </a:lnTo>
                  <a:lnTo>
                    <a:pt x="117" y="81"/>
                  </a:lnTo>
                  <a:lnTo>
                    <a:pt x="137" y="61"/>
                  </a:lnTo>
                  <a:lnTo>
                    <a:pt x="157" y="43"/>
                  </a:lnTo>
                  <a:lnTo>
                    <a:pt x="178" y="30"/>
                  </a:lnTo>
                  <a:lnTo>
                    <a:pt x="200" y="20"/>
                  </a:lnTo>
                  <a:lnTo>
                    <a:pt x="222" y="14"/>
                  </a:lnTo>
                  <a:lnTo>
                    <a:pt x="246" y="11"/>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9558" name="Freeform 68"/>
            <p:cNvSpPr>
              <a:spLocks/>
            </p:cNvSpPr>
            <p:nvPr/>
          </p:nvSpPr>
          <p:spPr bwMode="auto">
            <a:xfrm>
              <a:off x="1552" y="1751"/>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1" y="339"/>
                  </a:lnTo>
                  <a:lnTo>
                    <a:pt x="235" y="299"/>
                  </a:lnTo>
                  <a:lnTo>
                    <a:pt x="226" y="261"/>
                  </a:lnTo>
                  <a:lnTo>
                    <a:pt x="216" y="223"/>
                  </a:lnTo>
                  <a:lnTo>
                    <a:pt x="204" y="189"/>
                  </a:lnTo>
                  <a:lnTo>
                    <a:pt x="190" y="156"/>
                  </a:lnTo>
                  <a:lnTo>
                    <a:pt x="174" y="125"/>
                  </a:lnTo>
                  <a:lnTo>
                    <a:pt x="156" y="98"/>
                  </a:lnTo>
                  <a:lnTo>
                    <a:pt x="137" y="74"/>
                  </a:lnTo>
                  <a:lnTo>
                    <a:pt x="119" y="52"/>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8" y="81"/>
                  </a:lnTo>
                  <a:lnTo>
                    <a:pt x="147" y="105"/>
                  </a:lnTo>
                  <a:lnTo>
                    <a:pt x="164" y="132"/>
                  </a:lnTo>
                  <a:lnTo>
                    <a:pt x="178" y="161"/>
                  </a:lnTo>
                  <a:lnTo>
                    <a:pt x="193" y="193"/>
                  </a:lnTo>
                  <a:lnTo>
                    <a:pt x="204" y="227"/>
                  </a:lnTo>
                  <a:lnTo>
                    <a:pt x="215" y="264"/>
                  </a:lnTo>
                  <a:lnTo>
                    <a:pt x="223" y="301"/>
                  </a:lnTo>
                  <a:lnTo>
                    <a:pt x="229" y="341"/>
                  </a:lnTo>
                  <a:lnTo>
                    <a:pt x="232" y="382"/>
                  </a:lnTo>
                  <a:lnTo>
                    <a:pt x="234"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9559" name="Freeform 69"/>
            <p:cNvSpPr>
              <a:spLocks/>
            </p:cNvSpPr>
            <p:nvPr/>
          </p:nvSpPr>
          <p:spPr bwMode="auto">
            <a:xfrm>
              <a:off x="1552" y="1836"/>
              <a:ext cx="49" cy="85"/>
            </a:xfrm>
            <a:custGeom>
              <a:avLst/>
              <a:gdLst>
                <a:gd name="T0" fmla="*/ 0 w 245"/>
                <a:gd name="T1" fmla="*/ 3 h 425"/>
                <a:gd name="T2" fmla="*/ 0 w 245"/>
                <a:gd name="T3" fmla="*/ 3 h 425"/>
                <a:gd name="T4" fmla="*/ 0 w 245"/>
                <a:gd name="T5" fmla="*/ 3 h 425"/>
                <a:gd name="T6" fmla="*/ 0 w 245"/>
                <a:gd name="T7" fmla="*/ 3 h 425"/>
                <a:gd name="T8" fmla="*/ 1 w 245"/>
                <a:gd name="T9" fmla="*/ 3 h 425"/>
                <a:gd name="T10" fmla="*/ 1 w 245"/>
                <a:gd name="T11" fmla="*/ 3 h 425"/>
                <a:gd name="T12" fmla="*/ 1 w 245"/>
                <a:gd name="T13" fmla="*/ 3 h 425"/>
                <a:gd name="T14" fmla="*/ 1 w 245"/>
                <a:gd name="T15" fmla="*/ 3 h 425"/>
                <a:gd name="T16" fmla="*/ 1 w 245"/>
                <a:gd name="T17" fmla="*/ 3 h 425"/>
                <a:gd name="T18" fmla="*/ 1 w 245"/>
                <a:gd name="T19" fmla="*/ 2 h 425"/>
                <a:gd name="T20" fmla="*/ 2 w 245"/>
                <a:gd name="T21" fmla="*/ 2 h 425"/>
                <a:gd name="T22" fmla="*/ 2 w 245"/>
                <a:gd name="T23" fmla="*/ 2 h 425"/>
                <a:gd name="T24" fmla="*/ 2 w 245"/>
                <a:gd name="T25" fmla="*/ 2 h 425"/>
                <a:gd name="T26" fmla="*/ 2 w 245"/>
                <a:gd name="T27" fmla="*/ 1 h 425"/>
                <a:gd name="T28" fmla="*/ 2 w 245"/>
                <a:gd name="T29" fmla="*/ 1 h 425"/>
                <a:gd name="T30" fmla="*/ 2 w 245"/>
                <a:gd name="T31" fmla="*/ 1 h 425"/>
                <a:gd name="T32" fmla="*/ 2 w 245"/>
                <a:gd name="T33" fmla="*/ 0 h 425"/>
                <a:gd name="T34" fmla="*/ 2 w 245"/>
                <a:gd name="T35" fmla="*/ 0 h 425"/>
                <a:gd name="T36" fmla="*/ 2 w 245"/>
                <a:gd name="T37" fmla="*/ 0 h 425"/>
                <a:gd name="T38" fmla="*/ 2 w 245"/>
                <a:gd name="T39" fmla="*/ 0 h 425"/>
                <a:gd name="T40" fmla="*/ 2 w 245"/>
                <a:gd name="T41" fmla="*/ 1 h 425"/>
                <a:gd name="T42" fmla="*/ 2 w 245"/>
                <a:gd name="T43" fmla="*/ 1 h 425"/>
                <a:gd name="T44" fmla="*/ 2 w 245"/>
                <a:gd name="T45" fmla="*/ 1 h 425"/>
                <a:gd name="T46" fmla="*/ 2 w 245"/>
                <a:gd name="T47" fmla="*/ 2 h 425"/>
                <a:gd name="T48" fmla="*/ 2 w 245"/>
                <a:gd name="T49" fmla="*/ 2 h 425"/>
                <a:gd name="T50" fmla="*/ 1 w 245"/>
                <a:gd name="T51" fmla="*/ 2 h 425"/>
                <a:gd name="T52" fmla="*/ 1 w 245"/>
                <a:gd name="T53" fmla="*/ 2 h 425"/>
                <a:gd name="T54" fmla="*/ 1 w 245"/>
                <a:gd name="T55" fmla="*/ 3 h 425"/>
                <a:gd name="T56" fmla="*/ 1 w 245"/>
                <a:gd name="T57" fmla="*/ 3 h 425"/>
                <a:gd name="T58" fmla="*/ 1 w 245"/>
                <a:gd name="T59" fmla="*/ 3 h 425"/>
                <a:gd name="T60" fmla="*/ 1 w 245"/>
                <a:gd name="T61" fmla="*/ 3 h 425"/>
                <a:gd name="T62" fmla="*/ 1 w 245"/>
                <a:gd name="T63" fmla="*/ 3 h 425"/>
                <a:gd name="T64" fmla="*/ 0 w 245"/>
                <a:gd name="T65" fmla="*/ 3 h 425"/>
                <a:gd name="T66" fmla="*/ 0 w 245"/>
                <a:gd name="T67" fmla="*/ 3 h 425"/>
                <a:gd name="T68" fmla="*/ 0 w 245"/>
                <a:gd name="T69" fmla="*/ 3 h 425"/>
                <a:gd name="T70" fmla="*/ 0 w 245"/>
                <a:gd name="T71" fmla="*/ 3 h 425"/>
                <a:gd name="T72" fmla="*/ 0 w 245"/>
                <a:gd name="T73" fmla="*/ 3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5"/>
                <a:gd name="T113" fmla="*/ 245 w 245"/>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5">
                  <a:moveTo>
                    <a:pt x="0" y="425"/>
                  </a:moveTo>
                  <a:lnTo>
                    <a:pt x="0" y="425"/>
                  </a:lnTo>
                  <a:lnTo>
                    <a:pt x="26" y="422"/>
                  </a:lnTo>
                  <a:lnTo>
                    <a:pt x="51" y="417"/>
                  </a:lnTo>
                  <a:lnTo>
                    <a:pt x="74" y="406"/>
                  </a:lnTo>
                  <a:lnTo>
                    <a:pt x="96" y="391"/>
                  </a:lnTo>
                  <a:lnTo>
                    <a:pt x="119" y="373"/>
                  </a:lnTo>
                  <a:lnTo>
                    <a:pt x="137" y="351"/>
                  </a:lnTo>
                  <a:lnTo>
                    <a:pt x="156" y="326"/>
                  </a:lnTo>
                  <a:lnTo>
                    <a:pt x="174" y="299"/>
                  </a:lnTo>
                  <a:lnTo>
                    <a:pt x="190" y="269"/>
                  </a:lnTo>
                  <a:lnTo>
                    <a:pt x="204" y="236"/>
                  </a:lnTo>
                  <a:lnTo>
                    <a:pt x="216" y="202"/>
                  </a:lnTo>
                  <a:lnTo>
                    <a:pt x="226" y="163"/>
                  </a:lnTo>
                  <a:lnTo>
                    <a:pt x="235" y="126"/>
                  </a:lnTo>
                  <a:lnTo>
                    <a:pt x="241" y="86"/>
                  </a:lnTo>
                  <a:lnTo>
                    <a:pt x="244" y="43"/>
                  </a:lnTo>
                  <a:lnTo>
                    <a:pt x="245" y="0"/>
                  </a:lnTo>
                  <a:lnTo>
                    <a:pt x="234" y="0"/>
                  </a:lnTo>
                  <a:lnTo>
                    <a:pt x="232" y="43"/>
                  </a:lnTo>
                  <a:lnTo>
                    <a:pt x="229" y="84"/>
                  </a:lnTo>
                  <a:lnTo>
                    <a:pt x="223" y="123"/>
                  </a:lnTo>
                  <a:lnTo>
                    <a:pt x="215" y="161"/>
                  </a:lnTo>
                  <a:lnTo>
                    <a:pt x="204" y="197"/>
                  </a:lnTo>
                  <a:lnTo>
                    <a:pt x="193" y="231"/>
                  </a:lnTo>
                  <a:lnTo>
                    <a:pt x="178" y="264"/>
                  </a:lnTo>
                  <a:lnTo>
                    <a:pt x="164" y="292"/>
                  </a:lnTo>
                  <a:lnTo>
                    <a:pt x="147" y="319"/>
                  </a:lnTo>
                  <a:lnTo>
                    <a:pt x="128" y="344"/>
                  </a:lnTo>
                  <a:lnTo>
                    <a:pt x="109" y="364"/>
                  </a:lnTo>
                  <a:lnTo>
                    <a:pt x="89" y="381"/>
                  </a:lnTo>
                  <a:lnTo>
                    <a:pt x="67" y="394"/>
                  </a:lnTo>
                  <a:lnTo>
                    <a:pt x="46" y="405"/>
                  </a:lnTo>
                  <a:lnTo>
                    <a:pt x="24" y="411"/>
                  </a:lnTo>
                  <a:lnTo>
                    <a:pt x="0" y="413"/>
                  </a:lnTo>
                  <a:lnTo>
                    <a:pt x="0" y="425"/>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9560" name="Freeform 70"/>
            <p:cNvSpPr>
              <a:spLocks/>
            </p:cNvSpPr>
            <p:nvPr/>
          </p:nvSpPr>
          <p:spPr bwMode="auto">
            <a:xfrm>
              <a:off x="1502" y="1836"/>
              <a:ext cx="50" cy="85"/>
            </a:xfrm>
            <a:custGeom>
              <a:avLst/>
              <a:gdLst>
                <a:gd name="T0" fmla="*/ 0 w 246"/>
                <a:gd name="T1" fmla="*/ 0 h 425"/>
                <a:gd name="T2" fmla="*/ 0 w 246"/>
                <a:gd name="T3" fmla="*/ 0 h 425"/>
                <a:gd name="T4" fmla="*/ 0 w 246"/>
                <a:gd name="T5" fmla="*/ 0 h 425"/>
                <a:gd name="T6" fmla="*/ 0 w 246"/>
                <a:gd name="T7" fmla="*/ 1 h 425"/>
                <a:gd name="T8" fmla="*/ 0 w 246"/>
                <a:gd name="T9" fmla="*/ 1 h 425"/>
                <a:gd name="T10" fmla="*/ 0 w 246"/>
                <a:gd name="T11" fmla="*/ 1 h 425"/>
                <a:gd name="T12" fmla="*/ 0 w 246"/>
                <a:gd name="T13" fmla="*/ 2 h 425"/>
                <a:gd name="T14" fmla="*/ 0 w 246"/>
                <a:gd name="T15" fmla="*/ 2 h 425"/>
                <a:gd name="T16" fmla="*/ 0 w 246"/>
                <a:gd name="T17" fmla="*/ 2 h 425"/>
                <a:gd name="T18" fmla="*/ 1 w 246"/>
                <a:gd name="T19" fmla="*/ 2 h 425"/>
                <a:gd name="T20" fmla="*/ 1 w 246"/>
                <a:gd name="T21" fmla="*/ 3 h 425"/>
                <a:gd name="T22" fmla="*/ 1 w 246"/>
                <a:gd name="T23" fmla="*/ 3 h 425"/>
                <a:gd name="T24" fmla="*/ 1 w 246"/>
                <a:gd name="T25" fmla="*/ 3 h 425"/>
                <a:gd name="T26" fmla="*/ 1 w 246"/>
                <a:gd name="T27" fmla="*/ 3 h 425"/>
                <a:gd name="T28" fmla="*/ 1 w 246"/>
                <a:gd name="T29" fmla="*/ 3 h 425"/>
                <a:gd name="T30" fmla="*/ 2 w 246"/>
                <a:gd name="T31" fmla="*/ 3 h 425"/>
                <a:gd name="T32" fmla="*/ 2 w 246"/>
                <a:gd name="T33" fmla="*/ 3 h 425"/>
                <a:gd name="T34" fmla="*/ 2 w 246"/>
                <a:gd name="T35" fmla="*/ 3 h 425"/>
                <a:gd name="T36" fmla="*/ 2 w 246"/>
                <a:gd name="T37" fmla="*/ 3 h 425"/>
                <a:gd name="T38" fmla="*/ 2 w 246"/>
                <a:gd name="T39" fmla="*/ 3 h 425"/>
                <a:gd name="T40" fmla="*/ 2 w 246"/>
                <a:gd name="T41" fmla="*/ 3 h 425"/>
                <a:gd name="T42" fmla="*/ 1 w 246"/>
                <a:gd name="T43" fmla="*/ 3 h 425"/>
                <a:gd name="T44" fmla="*/ 1 w 246"/>
                <a:gd name="T45" fmla="*/ 3 h 425"/>
                <a:gd name="T46" fmla="*/ 1 w 246"/>
                <a:gd name="T47" fmla="*/ 3 h 425"/>
                <a:gd name="T48" fmla="*/ 1 w 246"/>
                <a:gd name="T49" fmla="*/ 3 h 425"/>
                <a:gd name="T50" fmla="*/ 1 w 246"/>
                <a:gd name="T51" fmla="*/ 3 h 425"/>
                <a:gd name="T52" fmla="*/ 1 w 246"/>
                <a:gd name="T53" fmla="*/ 2 h 425"/>
                <a:gd name="T54" fmla="*/ 1 w 246"/>
                <a:gd name="T55" fmla="*/ 2 h 425"/>
                <a:gd name="T56" fmla="*/ 0 w 246"/>
                <a:gd name="T57" fmla="*/ 2 h 425"/>
                <a:gd name="T58" fmla="*/ 0 w 246"/>
                <a:gd name="T59" fmla="*/ 2 h 425"/>
                <a:gd name="T60" fmla="*/ 0 w 246"/>
                <a:gd name="T61" fmla="*/ 1 h 425"/>
                <a:gd name="T62" fmla="*/ 0 w 246"/>
                <a:gd name="T63" fmla="*/ 1 h 425"/>
                <a:gd name="T64" fmla="*/ 0 w 246"/>
                <a:gd name="T65" fmla="*/ 1 h 425"/>
                <a:gd name="T66" fmla="*/ 0 w 246"/>
                <a:gd name="T67" fmla="*/ 0 h 425"/>
                <a:gd name="T68" fmla="*/ 0 w 246"/>
                <a:gd name="T69" fmla="*/ 0 h 425"/>
                <a:gd name="T70" fmla="*/ 0 w 246"/>
                <a:gd name="T71" fmla="*/ 0 h 425"/>
                <a:gd name="T72" fmla="*/ 0 w 246"/>
                <a:gd name="T73" fmla="*/ 0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5"/>
                <a:gd name="T113" fmla="*/ 246 w 246"/>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5">
                  <a:moveTo>
                    <a:pt x="0" y="0"/>
                  </a:moveTo>
                  <a:lnTo>
                    <a:pt x="0" y="0"/>
                  </a:lnTo>
                  <a:lnTo>
                    <a:pt x="2" y="43"/>
                  </a:lnTo>
                  <a:lnTo>
                    <a:pt x="5" y="86"/>
                  </a:lnTo>
                  <a:lnTo>
                    <a:pt x="11" y="126"/>
                  </a:lnTo>
                  <a:lnTo>
                    <a:pt x="19" y="163"/>
                  </a:lnTo>
                  <a:lnTo>
                    <a:pt x="30" y="202"/>
                  </a:lnTo>
                  <a:lnTo>
                    <a:pt x="41" y="236"/>
                  </a:lnTo>
                  <a:lnTo>
                    <a:pt x="55" y="269"/>
                  </a:lnTo>
                  <a:lnTo>
                    <a:pt x="73" y="299"/>
                  </a:lnTo>
                  <a:lnTo>
                    <a:pt x="89" y="326"/>
                  </a:lnTo>
                  <a:lnTo>
                    <a:pt x="108" y="351"/>
                  </a:lnTo>
                  <a:lnTo>
                    <a:pt x="128" y="373"/>
                  </a:lnTo>
                  <a:lnTo>
                    <a:pt x="150" y="391"/>
                  </a:lnTo>
                  <a:lnTo>
                    <a:pt x="171" y="406"/>
                  </a:lnTo>
                  <a:lnTo>
                    <a:pt x="196" y="417"/>
                  </a:lnTo>
                  <a:lnTo>
                    <a:pt x="221" y="422"/>
                  </a:lnTo>
                  <a:lnTo>
                    <a:pt x="246" y="425"/>
                  </a:lnTo>
                  <a:lnTo>
                    <a:pt x="246" y="413"/>
                  </a:lnTo>
                  <a:lnTo>
                    <a:pt x="223" y="411"/>
                  </a:lnTo>
                  <a:lnTo>
                    <a:pt x="201" y="405"/>
                  </a:lnTo>
                  <a:lnTo>
                    <a:pt x="178" y="394"/>
                  </a:lnTo>
                  <a:lnTo>
                    <a:pt x="157" y="381"/>
                  </a:lnTo>
                  <a:lnTo>
                    <a:pt x="137" y="364"/>
                  </a:lnTo>
                  <a:lnTo>
                    <a:pt x="117" y="344"/>
                  </a:lnTo>
                  <a:lnTo>
                    <a:pt x="99" y="319"/>
                  </a:lnTo>
                  <a:lnTo>
                    <a:pt x="82" y="292"/>
                  </a:lnTo>
                  <a:lnTo>
                    <a:pt x="67" y="264"/>
                  </a:lnTo>
                  <a:lnTo>
                    <a:pt x="53" y="231"/>
                  </a:lnTo>
                  <a:lnTo>
                    <a:pt x="41" y="197"/>
                  </a:lnTo>
                  <a:lnTo>
                    <a:pt x="31" y="161"/>
                  </a:lnTo>
                  <a:lnTo>
                    <a:pt x="23" y="123"/>
                  </a:lnTo>
                  <a:lnTo>
                    <a:pt x="17" y="84"/>
                  </a:lnTo>
                  <a:lnTo>
                    <a:pt x="13" y="4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9561" name="Freeform 71"/>
            <p:cNvSpPr>
              <a:spLocks/>
            </p:cNvSpPr>
            <p:nvPr/>
          </p:nvSpPr>
          <p:spPr bwMode="auto">
            <a:xfrm>
              <a:off x="1502" y="1751"/>
              <a:ext cx="50" cy="85"/>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2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1" y="2"/>
                  </a:lnTo>
                  <a:lnTo>
                    <a:pt x="196" y="8"/>
                  </a:lnTo>
                  <a:lnTo>
                    <a:pt x="171" y="19"/>
                  </a:lnTo>
                  <a:lnTo>
                    <a:pt x="150" y="34"/>
                  </a:lnTo>
                  <a:lnTo>
                    <a:pt x="128" y="52"/>
                  </a:lnTo>
                  <a:lnTo>
                    <a:pt x="108" y="74"/>
                  </a:lnTo>
                  <a:lnTo>
                    <a:pt x="89" y="98"/>
                  </a:lnTo>
                  <a:lnTo>
                    <a:pt x="73" y="125"/>
                  </a:lnTo>
                  <a:lnTo>
                    <a:pt x="55" y="156"/>
                  </a:lnTo>
                  <a:lnTo>
                    <a:pt x="41" y="189"/>
                  </a:lnTo>
                  <a:lnTo>
                    <a:pt x="30" y="223"/>
                  </a:lnTo>
                  <a:lnTo>
                    <a:pt x="19" y="261"/>
                  </a:lnTo>
                  <a:lnTo>
                    <a:pt x="11" y="299"/>
                  </a:lnTo>
                  <a:lnTo>
                    <a:pt x="5" y="339"/>
                  </a:lnTo>
                  <a:lnTo>
                    <a:pt x="2" y="382"/>
                  </a:lnTo>
                  <a:lnTo>
                    <a:pt x="0" y="424"/>
                  </a:lnTo>
                  <a:lnTo>
                    <a:pt x="12" y="424"/>
                  </a:lnTo>
                  <a:lnTo>
                    <a:pt x="13" y="382"/>
                  </a:lnTo>
                  <a:lnTo>
                    <a:pt x="17" y="341"/>
                  </a:lnTo>
                  <a:lnTo>
                    <a:pt x="23" y="301"/>
                  </a:lnTo>
                  <a:lnTo>
                    <a:pt x="31" y="264"/>
                  </a:lnTo>
                  <a:lnTo>
                    <a:pt x="41" y="227"/>
                  </a:lnTo>
                  <a:lnTo>
                    <a:pt x="53" y="193"/>
                  </a:lnTo>
                  <a:lnTo>
                    <a:pt x="67" y="161"/>
                  </a:lnTo>
                  <a:lnTo>
                    <a:pt x="82" y="132"/>
                  </a:lnTo>
                  <a:lnTo>
                    <a:pt x="99" y="105"/>
                  </a:lnTo>
                  <a:lnTo>
                    <a:pt x="117" y="81"/>
                  </a:lnTo>
                  <a:lnTo>
                    <a:pt x="137" y="61"/>
                  </a:lnTo>
                  <a:lnTo>
                    <a:pt x="157" y="43"/>
                  </a:lnTo>
                  <a:lnTo>
                    <a:pt x="178" y="30"/>
                  </a:lnTo>
                  <a:lnTo>
                    <a:pt x="201" y="20"/>
                  </a:lnTo>
                  <a:lnTo>
                    <a:pt x="223" y="14"/>
                  </a:lnTo>
                  <a:lnTo>
                    <a:pt x="246" y="12"/>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9562" name="Freeform 72"/>
            <p:cNvSpPr>
              <a:spLocks/>
            </p:cNvSpPr>
            <p:nvPr/>
          </p:nvSpPr>
          <p:spPr bwMode="auto">
            <a:xfrm>
              <a:off x="1565" y="2016"/>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0" y="339"/>
                  </a:lnTo>
                  <a:lnTo>
                    <a:pt x="234" y="299"/>
                  </a:lnTo>
                  <a:lnTo>
                    <a:pt x="226" y="261"/>
                  </a:lnTo>
                  <a:lnTo>
                    <a:pt x="216" y="223"/>
                  </a:lnTo>
                  <a:lnTo>
                    <a:pt x="204" y="189"/>
                  </a:lnTo>
                  <a:lnTo>
                    <a:pt x="190" y="156"/>
                  </a:lnTo>
                  <a:lnTo>
                    <a:pt x="174" y="125"/>
                  </a:lnTo>
                  <a:lnTo>
                    <a:pt x="156" y="98"/>
                  </a:lnTo>
                  <a:lnTo>
                    <a:pt x="138" y="74"/>
                  </a:lnTo>
                  <a:lnTo>
                    <a:pt x="118" y="51"/>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9" y="81"/>
                  </a:lnTo>
                  <a:lnTo>
                    <a:pt x="147" y="105"/>
                  </a:lnTo>
                  <a:lnTo>
                    <a:pt x="164" y="132"/>
                  </a:lnTo>
                  <a:lnTo>
                    <a:pt x="178" y="160"/>
                  </a:lnTo>
                  <a:lnTo>
                    <a:pt x="192" y="193"/>
                  </a:lnTo>
                  <a:lnTo>
                    <a:pt x="204" y="227"/>
                  </a:lnTo>
                  <a:lnTo>
                    <a:pt x="215" y="264"/>
                  </a:lnTo>
                  <a:lnTo>
                    <a:pt x="223" y="301"/>
                  </a:lnTo>
                  <a:lnTo>
                    <a:pt x="229"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9563" name="Freeform 73"/>
            <p:cNvSpPr>
              <a:spLocks/>
            </p:cNvSpPr>
            <p:nvPr/>
          </p:nvSpPr>
          <p:spPr bwMode="auto">
            <a:xfrm>
              <a:off x="1565" y="2101"/>
              <a:ext cx="49" cy="85"/>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6" y="423"/>
                  </a:lnTo>
                  <a:lnTo>
                    <a:pt x="51" y="418"/>
                  </a:lnTo>
                  <a:lnTo>
                    <a:pt x="74" y="407"/>
                  </a:lnTo>
                  <a:lnTo>
                    <a:pt x="96" y="392"/>
                  </a:lnTo>
                  <a:lnTo>
                    <a:pt x="118" y="373"/>
                  </a:lnTo>
                  <a:lnTo>
                    <a:pt x="138" y="351"/>
                  </a:lnTo>
                  <a:lnTo>
                    <a:pt x="156" y="327"/>
                  </a:lnTo>
                  <a:lnTo>
                    <a:pt x="175" y="299"/>
                  </a:lnTo>
                  <a:lnTo>
                    <a:pt x="190" y="269"/>
                  </a:lnTo>
                  <a:lnTo>
                    <a:pt x="204" y="236"/>
                  </a:lnTo>
                  <a:lnTo>
                    <a:pt x="216" y="202"/>
                  </a:lnTo>
                  <a:lnTo>
                    <a:pt x="226" y="164"/>
                  </a:lnTo>
                  <a:lnTo>
                    <a:pt x="234" y="126"/>
                  </a:lnTo>
                  <a:lnTo>
                    <a:pt x="240" y="86"/>
                  </a:lnTo>
                  <a:lnTo>
                    <a:pt x="244" y="42"/>
                  </a:lnTo>
                  <a:lnTo>
                    <a:pt x="245" y="0"/>
                  </a:lnTo>
                  <a:lnTo>
                    <a:pt x="233" y="0"/>
                  </a:lnTo>
                  <a:lnTo>
                    <a:pt x="232" y="42"/>
                  </a:lnTo>
                  <a:lnTo>
                    <a:pt x="229" y="83"/>
                  </a:lnTo>
                  <a:lnTo>
                    <a:pt x="223" y="123"/>
                  </a:lnTo>
                  <a:lnTo>
                    <a:pt x="215" y="162"/>
                  </a:lnTo>
                  <a:lnTo>
                    <a:pt x="204" y="197"/>
                  </a:lnTo>
                  <a:lnTo>
                    <a:pt x="192" y="231"/>
                  </a:lnTo>
                  <a:lnTo>
                    <a:pt x="178" y="264"/>
                  </a:lnTo>
                  <a:lnTo>
                    <a:pt x="163" y="292"/>
                  </a:lnTo>
                  <a:lnTo>
                    <a:pt x="147" y="320"/>
                  </a:lnTo>
                  <a:lnTo>
                    <a:pt x="129" y="344"/>
                  </a:lnTo>
                  <a:lnTo>
                    <a:pt x="109" y="364"/>
                  </a:lnTo>
                  <a:lnTo>
                    <a:pt x="89" y="382"/>
                  </a:lnTo>
                  <a:lnTo>
                    <a:pt x="67" y="395"/>
                  </a:lnTo>
                  <a:lnTo>
                    <a:pt x="46" y="406"/>
                  </a:lnTo>
                  <a:lnTo>
                    <a:pt x="24"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9564" name="Freeform 74"/>
            <p:cNvSpPr>
              <a:spLocks/>
            </p:cNvSpPr>
            <p:nvPr/>
          </p:nvSpPr>
          <p:spPr bwMode="auto">
            <a:xfrm>
              <a:off x="1516" y="2101"/>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5" y="86"/>
                  </a:lnTo>
                  <a:lnTo>
                    <a:pt x="11" y="126"/>
                  </a:lnTo>
                  <a:lnTo>
                    <a:pt x="19" y="164"/>
                  </a:lnTo>
                  <a:lnTo>
                    <a:pt x="30" y="202"/>
                  </a:lnTo>
                  <a:lnTo>
                    <a:pt x="41" y="236"/>
                  </a:lnTo>
                  <a:lnTo>
                    <a:pt x="55" y="269"/>
                  </a:lnTo>
                  <a:lnTo>
                    <a:pt x="71" y="299"/>
                  </a:lnTo>
                  <a:lnTo>
                    <a:pt x="89" y="327"/>
                  </a:lnTo>
                  <a:lnTo>
                    <a:pt x="107" y="351"/>
                  </a:lnTo>
                  <a:lnTo>
                    <a:pt x="127" y="373"/>
                  </a:lnTo>
                  <a:lnTo>
                    <a:pt x="149" y="392"/>
                  </a:lnTo>
                  <a:lnTo>
                    <a:pt x="171" y="407"/>
                  </a:lnTo>
                  <a:lnTo>
                    <a:pt x="195" y="418"/>
                  </a:lnTo>
                  <a:lnTo>
                    <a:pt x="219" y="423"/>
                  </a:lnTo>
                  <a:lnTo>
                    <a:pt x="245" y="426"/>
                  </a:lnTo>
                  <a:lnTo>
                    <a:pt x="245" y="414"/>
                  </a:lnTo>
                  <a:lnTo>
                    <a:pt x="222" y="412"/>
                  </a:lnTo>
                  <a:lnTo>
                    <a:pt x="199" y="406"/>
                  </a:lnTo>
                  <a:lnTo>
                    <a:pt x="178" y="395"/>
                  </a:lnTo>
                  <a:lnTo>
                    <a:pt x="156" y="382"/>
                  </a:lnTo>
                  <a:lnTo>
                    <a:pt x="136" y="364"/>
                  </a:lnTo>
                  <a:lnTo>
                    <a:pt x="116" y="344"/>
                  </a:lnTo>
                  <a:lnTo>
                    <a:pt x="99" y="320"/>
                  </a:lnTo>
                  <a:lnTo>
                    <a:pt x="82" y="292"/>
                  </a:lnTo>
                  <a:lnTo>
                    <a:pt x="67" y="264"/>
                  </a:lnTo>
                  <a:lnTo>
                    <a:pt x="53" y="231"/>
                  </a:lnTo>
                  <a:lnTo>
                    <a:pt x="41" y="197"/>
                  </a:lnTo>
                  <a:lnTo>
                    <a:pt x="31" y="162"/>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49565" name="Freeform 75"/>
            <p:cNvSpPr>
              <a:spLocks/>
            </p:cNvSpPr>
            <p:nvPr/>
          </p:nvSpPr>
          <p:spPr bwMode="auto">
            <a:xfrm>
              <a:off x="1516" y="2016"/>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5" y="8"/>
                  </a:lnTo>
                  <a:lnTo>
                    <a:pt x="171" y="19"/>
                  </a:lnTo>
                  <a:lnTo>
                    <a:pt x="149" y="34"/>
                  </a:lnTo>
                  <a:lnTo>
                    <a:pt x="127" y="51"/>
                  </a:lnTo>
                  <a:lnTo>
                    <a:pt x="107" y="74"/>
                  </a:lnTo>
                  <a:lnTo>
                    <a:pt x="89" y="98"/>
                  </a:lnTo>
                  <a:lnTo>
                    <a:pt x="72" y="125"/>
                  </a:lnTo>
                  <a:lnTo>
                    <a:pt x="55" y="156"/>
                  </a:lnTo>
                  <a:lnTo>
                    <a:pt x="41" y="189"/>
                  </a:lnTo>
                  <a:lnTo>
                    <a:pt x="30" y="223"/>
                  </a:lnTo>
                  <a:lnTo>
                    <a:pt x="19" y="261"/>
                  </a:lnTo>
                  <a:lnTo>
                    <a:pt x="11" y="299"/>
                  </a:lnTo>
                  <a:lnTo>
                    <a:pt x="5" y="339"/>
                  </a:lnTo>
                  <a:lnTo>
                    <a:pt x="1" y="382"/>
                  </a:lnTo>
                  <a:lnTo>
                    <a:pt x="0" y="424"/>
                  </a:lnTo>
                  <a:lnTo>
                    <a:pt x="12" y="424"/>
                  </a:lnTo>
                  <a:lnTo>
                    <a:pt x="13" y="382"/>
                  </a:lnTo>
                  <a:lnTo>
                    <a:pt x="17" y="341"/>
                  </a:lnTo>
                  <a:lnTo>
                    <a:pt x="23" y="301"/>
                  </a:lnTo>
                  <a:lnTo>
                    <a:pt x="31" y="264"/>
                  </a:lnTo>
                  <a:lnTo>
                    <a:pt x="41" y="227"/>
                  </a:lnTo>
                  <a:lnTo>
                    <a:pt x="53" y="193"/>
                  </a:lnTo>
                  <a:lnTo>
                    <a:pt x="67" y="160"/>
                  </a:lnTo>
                  <a:lnTo>
                    <a:pt x="81" y="132"/>
                  </a:lnTo>
                  <a:lnTo>
                    <a:pt x="99" y="105"/>
                  </a:lnTo>
                  <a:lnTo>
                    <a:pt x="116" y="81"/>
                  </a:lnTo>
                  <a:lnTo>
                    <a:pt x="136" y="61"/>
                  </a:lnTo>
                  <a:lnTo>
                    <a:pt x="156" y="43"/>
                  </a:lnTo>
                  <a:lnTo>
                    <a:pt x="178" y="30"/>
                  </a:lnTo>
                  <a:lnTo>
                    <a:pt x="199" y="20"/>
                  </a:lnTo>
                  <a:lnTo>
                    <a:pt x="222"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sp>
        <p:nvSpPr>
          <p:cNvPr id="149512" name="Rectangle 77"/>
          <p:cNvSpPr>
            <a:spLocks noChangeArrowheads="1"/>
          </p:cNvSpPr>
          <p:nvPr/>
        </p:nvSpPr>
        <p:spPr bwMode="auto">
          <a:xfrm>
            <a:off x="611188" y="0"/>
            <a:ext cx="6388100" cy="6477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3000"/>
              <a:t>Sem. 3 - Mardi</a:t>
            </a:r>
          </a:p>
        </p:txBody>
      </p:sp>
      <p:sp>
        <p:nvSpPr>
          <p:cNvPr id="149513" name="Text Box 78"/>
          <p:cNvSpPr txBox="1">
            <a:spLocks noChangeArrowheads="1"/>
          </p:cNvSpPr>
          <p:nvPr/>
        </p:nvSpPr>
        <p:spPr bwMode="auto">
          <a:xfrm>
            <a:off x="566738" y="2697163"/>
            <a:ext cx="3217862"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2. Pas de commandes</a:t>
            </a:r>
          </a:p>
        </p:txBody>
      </p:sp>
      <p:sp>
        <p:nvSpPr>
          <p:cNvPr id="149514" name="Text Box 79"/>
          <p:cNvSpPr txBox="1">
            <a:spLocks noChangeArrowheads="1"/>
          </p:cNvSpPr>
          <p:nvPr/>
        </p:nvSpPr>
        <p:spPr bwMode="auto">
          <a:xfrm>
            <a:off x="566738" y="5211763"/>
            <a:ext cx="6543675" cy="4429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eaLnBrk="1" hangingPunct="1">
              <a:spcBef>
                <a:spcPct val="0"/>
              </a:spcBef>
              <a:buFontTx/>
              <a:buNone/>
            </a:pPr>
            <a:r>
              <a:rPr lang="fr-FR" altLang="fr-FR" sz="2300"/>
              <a:t>4. Pointez la production sur votre feuille de suivi</a:t>
            </a:r>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50530" name="Group 2"/>
          <p:cNvGrpSpPr>
            <a:grpSpLocks/>
          </p:cNvGrpSpPr>
          <p:nvPr/>
        </p:nvGrpSpPr>
        <p:grpSpPr bwMode="auto">
          <a:xfrm>
            <a:off x="7073900" y="215900"/>
            <a:ext cx="1878013" cy="1250950"/>
            <a:chOff x="4456" y="136"/>
            <a:chExt cx="1183" cy="788"/>
          </a:xfrm>
        </p:grpSpPr>
        <p:grpSp>
          <p:nvGrpSpPr>
            <p:cNvPr id="150590" name="Group 3"/>
            <p:cNvGrpSpPr>
              <a:grpSpLocks/>
            </p:cNvGrpSpPr>
            <p:nvPr/>
          </p:nvGrpSpPr>
          <p:grpSpPr bwMode="auto">
            <a:xfrm>
              <a:off x="4766" y="232"/>
              <a:ext cx="873" cy="692"/>
              <a:chOff x="2185" y="310"/>
              <a:chExt cx="873" cy="692"/>
            </a:xfrm>
          </p:grpSpPr>
          <p:sp>
            <p:nvSpPr>
              <p:cNvPr id="150601" name="Freeform 4"/>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accent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0602" name="Freeform 5"/>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0603" name="Freeform 6"/>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0604" name="Freeform 7"/>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0605" name="Freeform 8"/>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0606" name="Freeform 9"/>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0607" name="Freeform 10"/>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grpSp>
          <p:nvGrpSpPr>
            <p:cNvPr id="150591" name="Group 11"/>
            <p:cNvGrpSpPr>
              <a:grpSpLocks/>
            </p:cNvGrpSpPr>
            <p:nvPr/>
          </p:nvGrpSpPr>
          <p:grpSpPr bwMode="auto">
            <a:xfrm>
              <a:off x="4949" y="336"/>
              <a:ext cx="591" cy="468"/>
              <a:chOff x="2185" y="310"/>
              <a:chExt cx="873" cy="692"/>
            </a:xfrm>
          </p:grpSpPr>
          <p:sp>
            <p:nvSpPr>
              <p:cNvPr id="150594" name="Freeform 12"/>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0595" name="Freeform 13"/>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0596" name="Freeform 14"/>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0597" name="Freeform 15"/>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0598" name="Freeform 16"/>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0599" name="Freeform 17"/>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0600" name="Freeform 18"/>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pic>
          <p:nvPicPr>
            <p:cNvPr id="150592" name="Picture 19"/>
            <p:cNvPicPr>
              <a:picLocks noChangeAspect="1" noChangeArrowheads="1"/>
            </p:cNvPicPr>
            <p:nvPr/>
          </p:nvPicPr>
          <p:blipFill>
            <a:blip r:embed="rId3" cstate="print">
              <a:extLst>
                <a:ext uri="{28A0092B-C50C-407E-A947-70E740481C1C}">
                  <a14:useLocalDpi xmlns:a14="http://schemas.microsoft.com/office/drawing/2010/main" val="0"/>
                </a:ext>
              </a:extLst>
            </a:blip>
            <a:srcRect l="-4282" t="-4369" r="-5199" b="-12012"/>
            <a:stretch>
              <a:fillRect/>
            </a:stretch>
          </p:blipFill>
          <p:spPr bwMode="auto">
            <a:xfrm>
              <a:off x="4456" y="136"/>
              <a:ext cx="480" cy="5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50593" name="Text Box 20"/>
            <p:cNvSpPr txBox="1">
              <a:spLocks noChangeArrowheads="1"/>
            </p:cNvSpPr>
            <p:nvPr/>
          </p:nvSpPr>
          <p:spPr bwMode="auto">
            <a:xfrm>
              <a:off x="4946" y="314"/>
              <a:ext cx="596" cy="49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4500" b="1">
                  <a:solidFill>
                    <a:srgbClr val="FF0000"/>
                  </a:solidFill>
                  <a:latin typeface="Arial Black" pitchFamily="34" charset="0"/>
                </a:rPr>
                <a:t>12</a:t>
              </a:r>
              <a:endParaRPr lang="fr-FR" altLang="fr-FR" sz="3200">
                <a:solidFill>
                  <a:schemeClr val="tx1"/>
                </a:solidFill>
                <a:latin typeface="Arial Black" pitchFamily="34" charset="0"/>
              </a:endParaRPr>
            </a:p>
          </p:txBody>
        </p:sp>
      </p:grpSp>
      <p:sp>
        <p:nvSpPr>
          <p:cNvPr id="150532" name="Text Box 22"/>
          <p:cNvSpPr txBox="1">
            <a:spLocks noChangeArrowheads="1"/>
          </p:cNvSpPr>
          <p:nvPr/>
        </p:nvSpPr>
        <p:spPr bwMode="auto">
          <a:xfrm>
            <a:off x="566738" y="1363663"/>
            <a:ext cx="1946275"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1. Tirez le dé</a:t>
            </a:r>
          </a:p>
        </p:txBody>
      </p:sp>
      <p:sp>
        <p:nvSpPr>
          <p:cNvPr id="150533" name="Text Box 23"/>
          <p:cNvSpPr txBox="1">
            <a:spLocks noChangeArrowheads="1"/>
          </p:cNvSpPr>
          <p:nvPr/>
        </p:nvSpPr>
        <p:spPr bwMode="auto">
          <a:xfrm>
            <a:off x="566738" y="3935413"/>
            <a:ext cx="18796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3. Produisez</a:t>
            </a:r>
          </a:p>
        </p:txBody>
      </p:sp>
      <p:grpSp>
        <p:nvGrpSpPr>
          <p:cNvPr id="150534" name="Group 24"/>
          <p:cNvGrpSpPr>
            <a:grpSpLocks/>
          </p:cNvGrpSpPr>
          <p:nvPr/>
        </p:nvGrpSpPr>
        <p:grpSpPr bwMode="auto">
          <a:xfrm>
            <a:off x="2986088" y="1306513"/>
            <a:ext cx="446087" cy="534987"/>
            <a:chOff x="868" y="1439"/>
            <a:chExt cx="811" cy="972"/>
          </a:xfrm>
        </p:grpSpPr>
        <p:sp>
          <p:nvSpPr>
            <p:cNvPr id="150539" name="Freeform 25"/>
            <p:cNvSpPr>
              <a:spLocks/>
            </p:cNvSpPr>
            <p:nvPr/>
          </p:nvSpPr>
          <p:spPr bwMode="auto">
            <a:xfrm>
              <a:off x="1548" y="2014"/>
              <a:ext cx="123" cy="100"/>
            </a:xfrm>
            <a:custGeom>
              <a:avLst/>
              <a:gdLst>
                <a:gd name="T0" fmla="*/ 5 w 618"/>
                <a:gd name="T1" fmla="*/ 0 h 502"/>
                <a:gd name="T2" fmla="*/ 5 w 618"/>
                <a:gd name="T3" fmla="*/ 0 h 502"/>
                <a:gd name="T4" fmla="*/ 0 w 618"/>
                <a:gd name="T5" fmla="*/ 4 h 502"/>
                <a:gd name="T6" fmla="*/ 0 w 618"/>
                <a:gd name="T7" fmla="*/ 4 h 502"/>
                <a:gd name="T8" fmla="*/ 5 w 618"/>
                <a:gd name="T9" fmla="*/ 0 h 502"/>
                <a:gd name="T10" fmla="*/ 5 w 618"/>
                <a:gd name="T11" fmla="*/ 0 h 502"/>
                <a:gd name="T12" fmla="*/ 5 w 618"/>
                <a:gd name="T13" fmla="*/ 0 h 502"/>
                <a:gd name="T14" fmla="*/ 5 w 618"/>
                <a:gd name="T15" fmla="*/ 0 h 502"/>
                <a:gd name="T16" fmla="*/ 5 w 618"/>
                <a:gd name="T17" fmla="*/ 0 h 502"/>
                <a:gd name="T18" fmla="*/ 5 w 618"/>
                <a:gd name="T19" fmla="*/ 0 h 502"/>
                <a:gd name="T20" fmla="*/ 5 w 618"/>
                <a:gd name="T21" fmla="*/ 0 h 502"/>
                <a:gd name="T22" fmla="*/ 5 w 618"/>
                <a:gd name="T23" fmla="*/ 0 h 502"/>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618"/>
                <a:gd name="T37" fmla="*/ 0 h 502"/>
                <a:gd name="T38" fmla="*/ 618 w 618"/>
                <a:gd name="T39" fmla="*/ 502 h 502"/>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618" h="502">
                  <a:moveTo>
                    <a:pt x="611" y="0"/>
                  </a:moveTo>
                  <a:lnTo>
                    <a:pt x="606" y="2"/>
                  </a:lnTo>
                  <a:lnTo>
                    <a:pt x="0" y="490"/>
                  </a:lnTo>
                  <a:lnTo>
                    <a:pt x="10" y="502"/>
                  </a:lnTo>
                  <a:lnTo>
                    <a:pt x="616" y="14"/>
                  </a:lnTo>
                  <a:lnTo>
                    <a:pt x="611" y="16"/>
                  </a:lnTo>
                  <a:lnTo>
                    <a:pt x="616" y="14"/>
                  </a:lnTo>
                  <a:lnTo>
                    <a:pt x="618" y="9"/>
                  </a:lnTo>
                  <a:lnTo>
                    <a:pt x="617" y="3"/>
                  </a:lnTo>
                  <a:lnTo>
                    <a:pt x="612" y="1"/>
                  </a:lnTo>
                  <a:lnTo>
                    <a:pt x="606" y="2"/>
                  </a:lnTo>
                  <a:lnTo>
                    <a:pt x="611"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0540" name="Freeform 26"/>
            <p:cNvSpPr>
              <a:spLocks/>
            </p:cNvSpPr>
            <p:nvPr/>
          </p:nvSpPr>
          <p:spPr bwMode="auto">
            <a:xfrm>
              <a:off x="876" y="1852"/>
              <a:ext cx="82" cy="373"/>
            </a:xfrm>
            <a:custGeom>
              <a:avLst/>
              <a:gdLst>
                <a:gd name="T0" fmla="*/ 3 w 413"/>
                <a:gd name="T1" fmla="*/ 15 h 1865"/>
                <a:gd name="T2" fmla="*/ 3 w 413"/>
                <a:gd name="T3" fmla="*/ 15 h 1865"/>
                <a:gd name="T4" fmla="*/ 0 w 413"/>
                <a:gd name="T5" fmla="*/ 0 h 1865"/>
                <a:gd name="T6" fmla="*/ 0 w 413"/>
                <a:gd name="T7" fmla="*/ 0 h 1865"/>
                <a:gd name="T8" fmla="*/ 3 w 413"/>
                <a:gd name="T9" fmla="*/ 15 h 1865"/>
                <a:gd name="T10" fmla="*/ 3 w 413"/>
                <a:gd name="T11" fmla="*/ 15 h 1865"/>
                <a:gd name="T12" fmla="*/ 3 w 413"/>
                <a:gd name="T13" fmla="*/ 15 h 1865"/>
                <a:gd name="T14" fmla="*/ 3 w 413"/>
                <a:gd name="T15" fmla="*/ 15 h 1865"/>
                <a:gd name="T16" fmla="*/ 3 w 413"/>
                <a:gd name="T17" fmla="*/ 15 h 1865"/>
                <a:gd name="T18" fmla="*/ 3 w 413"/>
                <a:gd name="T19" fmla="*/ 15 h 1865"/>
                <a:gd name="T20" fmla="*/ 3 w 413"/>
                <a:gd name="T21" fmla="*/ 15 h 1865"/>
                <a:gd name="T22" fmla="*/ 3 w 413"/>
                <a:gd name="T23" fmla="*/ 15 h 186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413"/>
                <a:gd name="T37" fmla="*/ 0 h 1865"/>
                <a:gd name="T38" fmla="*/ 413 w 413"/>
                <a:gd name="T39" fmla="*/ 1865 h 1865"/>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413" h="1865">
                  <a:moveTo>
                    <a:pt x="400" y="1864"/>
                  </a:moveTo>
                  <a:lnTo>
                    <a:pt x="413" y="1856"/>
                  </a:lnTo>
                  <a:lnTo>
                    <a:pt x="17" y="0"/>
                  </a:lnTo>
                  <a:lnTo>
                    <a:pt x="0" y="2"/>
                  </a:lnTo>
                  <a:lnTo>
                    <a:pt x="396" y="1858"/>
                  </a:lnTo>
                  <a:lnTo>
                    <a:pt x="409" y="1850"/>
                  </a:lnTo>
                  <a:lnTo>
                    <a:pt x="396" y="1858"/>
                  </a:lnTo>
                  <a:lnTo>
                    <a:pt x="400" y="1864"/>
                  </a:lnTo>
                  <a:lnTo>
                    <a:pt x="406" y="1865"/>
                  </a:lnTo>
                  <a:lnTo>
                    <a:pt x="410" y="1862"/>
                  </a:lnTo>
                  <a:lnTo>
                    <a:pt x="413" y="1856"/>
                  </a:lnTo>
                  <a:lnTo>
                    <a:pt x="400" y="186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0541" name="Freeform 27"/>
            <p:cNvSpPr>
              <a:spLocks/>
            </p:cNvSpPr>
            <p:nvPr/>
          </p:nvSpPr>
          <p:spPr bwMode="auto">
            <a:xfrm>
              <a:off x="1282" y="1533"/>
              <a:ext cx="35" cy="161"/>
            </a:xfrm>
            <a:custGeom>
              <a:avLst/>
              <a:gdLst>
                <a:gd name="T0" fmla="*/ 1 w 175"/>
                <a:gd name="T1" fmla="*/ 6 h 807"/>
                <a:gd name="T2" fmla="*/ 1 w 175"/>
                <a:gd name="T3" fmla="*/ 6 h 807"/>
                <a:gd name="T4" fmla="*/ 1 w 175"/>
                <a:gd name="T5" fmla="*/ 6 h 807"/>
                <a:gd name="T6" fmla="*/ 1 w 175"/>
                <a:gd name="T7" fmla="*/ 5 h 807"/>
                <a:gd name="T8" fmla="*/ 1 w 175"/>
                <a:gd name="T9" fmla="*/ 5 h 807"/>
                <a:gd name="T10" fmla="*/ 1 w 175"/>
                <a:gd name="T11" fmla="*/ 5 h 807"/>
                <a:gd name="T12" fmla="*/ 1 w 175"/>
                <a:gd name="T13" fmla="*/ 4 h 807"/>
                <a:gd name="T14" fmla="*/ 1 w 175"/>
                <a:gd name="T15" fmla="*/ 4 h 807"/>
                <a:gd name="T16" fmla="*/ 1 w 175"/>
                <a:gd name="T17" fmla="*/ 3 h 807"/>
                <a:gd name="T18" fmla="*/ 1 w 175"/>
                <a:gd name="T19" fmla="*/ 3 h 807"/>
                <a:gd name="T20" fmla="*/ 1 w 175"/>
                <a:gd name="T21" fmla="*/ 3 h 807"/>
                <a:gd name="T22" fmla="*/ 1 w 175"/>
                <a:gd name="T23" fmla="*/ 2 h 807"/>
                <a:gd name="T24" fmla="*/ 1 w 175"/>
                <a:gd name="T25" fmla="*/ 2 h 807"/>
                <a:gd name="T26" fmla="*/ 1 w 175"/>
                <a:gd name="T27" fmla="*/ 2 h 807"/>
                <a:gd name="T28" fmla="*/ 1 w 175"/>
                <a:gd name="T29" fmla="*/ 1 h 807"/>
                <a:gd name="T30" fmla="*/ 1 w 175"/>
                <a:gd name="T31" fmla="*/ 1 h 807"/>
                <a:gd name="T32" fmla="*/ 1 w 175"/>
                <a:gd name="T33" fmla="*/ 1 h 807"/>
                <a:gd name="T34" fmla="*/ 1 w 175"/>
                <a:gd name="T35" fmla="*/ 0 h 807"/>
                <a:gd name="T36" fmla="*/ 1 w 175"/>
                <a:gd name="T37" fmla="*/ 0 h 807"/>
                <a:gd name="T38" fmla="*/ 1 w 175"/>
                <a:gd name="T39" fmla="*/ 0 h 807"/>
                <a:gd name="T40" fmla="*/ 0 w 175"/>
                <a:gd name="T41" fmla="*/ 1 h 807"/>
                <a:gd name="T42" fmla="*/ 0 w 175"/>
                <a:gd name="T43" fmla="*/ 1 h 807"/>
                <a:gd name="T44" fmla="*/ 0 w 175"/>
                <a:gd name="T45" fmla="*/ 1 h 807"/>
                <a:gd name="T46" fmla="*/ 0 w 175"/>
                <a:gd name="T47" fmla="*/ 2 h 807"/>
                <a:gd name="T48" fmla="*/ 0 w 175"/>
                <a:gd name="T49" fmla="*/ 2 h 807"/>
                <a:gd name="T50" fmla="*/ 0 w 175"/>
                <a:gd name="T51" fmla="*/ 3 h 807"/>
                <a:gd name="T52" fmla="*/ 0 w 175"/>
                <a:gd name="T53" fmla="*/ 3 h 807"/>
                <a:gd name="T54" fmla="*/ 0 w 175"/>
                <a:gd name="T55" fmla="*/ 3 h 807"/>
                <a:gd name="T56" fmla="*/ 0 w 175"/>
                <a:gd name="T57" fmla="*/ 4 h 807"/>
                <a:gd name="T58" fmla="*/ 0 w 175"/>
                <a:gd name="T59" fmla="*/ 4 h 807"/>
                <a:gd name="T60" fmla="*/ 0 w 175"/>
                <a:gd name="T61" fmla="*/ 5 h 807"/>
                <a:gd name="T62" fmla="*/ 0 w 175"/>
                <a:gd name="T63" fmla="*/ 5 h 807"/>
                <a:gd name="T64" fmla="*/ 0 w 175"/>
                <a:gd name="T65" fmla="*/ 5 h 807"/>
                <a:gd name="T66" fmla="*/ 1 w 175"/>
                <a:gd name="T67" fmla="*/ 6 h 807"/>
                <a:gd name="T68" fmla="*/ 1 w 175"/>
                <a:gd name="T69" fmla="*/ 6 h 807"/>
                <a:gd name="T70" fmla="*/ 1 w 175"/>
                <a:gd name="T71" fmla="*/ 6 h 807"/>
                <a:gd name="T72" fmla="*/ 1 w 175"/>
                <a:gd name="T73" fmla="*/ 6 h 807"/>
                <a:gd name="T74" fmla="*/ 1 w 175"/>
                <a:gd name="T75" fmla="*/ 6 h 807"/>
                <a:gd name="T76" fmla="*/ 1 w 175"/>
                <a:gd name="T77" fmla="*/ 6 h 807"/>
                <a:gd name="T78" fmla="*/ 1 w 175"/>
                <a:gd name="T79" fmla="*/ 6 h 807"/>
                <a:gd name="T80" fmla="*/ 1 w 175"/>
                <a:gd name="T81" fmla="*/ 6 h 807"/>
                <a:gd name="T82" fmla="*/ 1 w 175"/>
                <a:gd name="T83" fmla="*/ 6 h 807"/>
                <a:gd name="T84" fmla="*/ 1 w 175"/>
                <a:gd name="T85" fmla="*/ 6 h 807"/>
                <a:gd name="T86" fmla="*/ 1 w 175"/>
                <a:gd name="T87" fmla="*/ 6 h 807"/>
                <a:gd name="T88" fmla="*/ 1 w 175"/>
                <a:gd name="T89" fmla="*/ 6 h 807"/>
                <a:gd name="T90" fmla="*/ 1 w 175"/>
                <a:gd name="T91" fmla="*/ 6 h 80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175"/>
                <a:gd name="T139" fmla="*/ 0 h 807"/>
                <a:gd name="T140" fmla="*/ 175 w 175"/>
                <a:gd name="T141" fmla="*/ 807 h 80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175" h="807">
                  <a:moveTo>
                    <a:pt x="169" y="740"/>
                  </a:moveTo>
                  <a:lnTo>
                    <a:pt x="169" y="739"/>
                  </a:lnTo>
                  <a:lnTo>
                    <a:pt x="149" y="698"/>
                  </a:lnTo>
                  <a:lnTo>
                    <a:pt x="133" y="656"/>
                  </a:lnTo>
                  <a:lnTo>
                    <a:pt x="120" y="611"/>
                  </a:lnTo>
                  <a:lnTo>
                    <a:pt x="108" y="565"/>
                  </a:lnTo>
                  <a:lnTo>
                    <a:pt x="100" y="520"/>
                  </a:lnTo>
                  <a:lnTo>
                    <a:pt x="96" y="472"/>
                  </a:lnTo>
                  <a:lnTo>
                    <a:pt x="93" y="425"/>
                  </a:lnTo>
                  <a:lnTo>
                    <a:pt x="93" y="377"/>
                  </a:lnTo>
                  <a:lnTo>
                    <a:pt x="96" y="330"/>
                  </a:lnTo>
                  <a:lnTo>
                    <a:pt x="100" y="283"/>
                  </a:lnTo>
                  <a:lnTo>
                    <a:pt x="106" y="238"/>
                  </a:lnTo>
                  <a:lnTo>
                    <a:pt x="115" y="195"/>
                  </a:lnTo>
                  <a:lnTo>
                    <a:pt x="126" y="153"/>
                  </a:lnTo>
                  <a:lnTo>
                    <a:pt x="139" y="114"/>
                  </a:lnTo>
                  <a:lnTo>
                    <a:pt x="153" y="77"/>
                  </a:lnTo>
                  <a:lnTo>
                    <a:pt x="169" y="43"/>
                  </a:lnTo>
                  <a:lnTo>
                    <a:pt x="87" y="0"/>
                  </a:lnTo>
                  <a:lnTo>
                    <a:pt x="69" y="39"/>
                  </a:lnTo>
                  <a:lnTo>
                    <a:pt x="52" y="81"/>
                  </a:lnTo>
                  <a:lnTo>
                    <a:pt x="37" y="127"/>
                  </a:lnTo>
                  <a:lnTo>
                    <a:pt x="24" y="174"/>
                  </a:lnTo>
                  <a:lnTo>
                    <a:pt x="15" y="222"/>
                  </a:lnTo>
                  <a:lnTo>
                    <a:pt x="7" y="271"/>
                  </a:lnTo>
                  <a:lnTo>
                    <a:pt x="2" y="323"/>
                  </a:lnTo>
                  <a:lnTo>
                    <a:pt x="0" y="374"/>
                  </a:lnTo>
                  <a:lnTo>
                    <a:pt x="0" y="427"/>
                  </a:lnTo>
                  <a:lnTo>
                    <a:pt x="2" y="479"/>
                  </a:lnTo>
                  <a:lnTo>
                    <a:pt x="9" y="531"/>
                  </a:lnTo>
                  <a:lnTo>
                    <a:pt x="17" y="584"/>
                  </a:lnTo>
                  <a:lnTo>
                    <a:pt x="29" y="635"/>
                  </a:lnTo>
                  <a:lnTo>
                    <a:pt x="44" y="686"/>
                  </a:lnTo>
                  <a:lnTo>
                    <a:pt x="65" y="736"/>
                  </a:lnTo>
                  <a:lnTo>
                    <a:pt x="87" y="784"/>
                  </a:lnTo>
                  <a:lnTo>
                    <a:pt x="87" y="782"/>
                  </a:lnTo>
                  <a:lnTo>
                    <a:pt x="87" y="784"/>
                  </a:lnTo>
                  <a:lnTo>
                    <a:pt x="100" y="799"/>
                  </a:lnTo>
                  <a:lnTo>
                    <a:pt x="117" y="807"/>
                  </a:lnTo>
                  <a:lnTo>
                    <a:pt x="134" y="807"/>
                  </a:lnTo>
                  <a:lnTo>
                    <a:pt x="151" y="801"/>
                  </a:lnTo>
                  <a:lnTo>
                    <a:pt x="164" y="791"/>
                  </a:lnTo>
                  <a:lnTo>
                    <a:pt x="173" y="777"/>
                  </a:lnTo>
                  <a:lnTo>
                    <a:pt x="175" y="759"/>
                  </a:lnTo>
                  <a:lnTo>
                    <a:pt x="169" y="739"/>
                  </a:lnTo>
                  <a:lnTo>
                    <a:pt x="169" y="74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0542" name="Freeform 28"/>
            <p:cNvSpPr>
              <a:spLocks/>
            </p:cNvSpPr>
            <p:nvPr/>
          </p:nvSpPr>
          <p:spPr bwMode="auto">
            <a:xfrm>
              <a:off x="1299" y="1681"/>
              <a:ext cx="157" cy="281"/>
            </a:xfrm>
            <a:custGeom>
              <a:avLst/>
              <a:gdLst>
                <a:gd name="T0" fmla="*/ 6 w 787"/>
                <a:gd name="T1" fmla="*/ 11 h 1404"/>
                <a:gd name="T2" fmla="*/ 6 w 787"/>
                <a:gd name="T3" fmla="*/ 11 h 1404"/>
                <a:gd name="T4" fmla="*/ 1 w 787"/>
                <a:gd name="T5" fmla="*/ 0 h 1404"/>
                <a:gd name="T6" fmla="*/ 0 w 787"/>
                <a:gd name="T7" fmla="*/ 0 h 1404"/>
                <a:gd name="T8" fmla="*/ 6 w 787"/>
                <a:gd name="T9" fmla="*/ 11 h 1404"/>
                <a:gd name="T10" fmla="*/ 6 w 787"/>
                <a:gd name="T11" fmla="*/ 11 h 1404"/>
                <a:gd name="T12" fmla="*/ 6 w 787"/>
                <a:gd name="T13" fmla="*/ 11 h 1404"/>
                <a:gd name="T14" fmla="*/ 6 w 787"/>
                <a:gd name="T15" fmla="*/ 11 h 1404"/>
                <a:gd name="T16" fmla="*/ 6 w 787"/>
                <a:gd name="T17" fmla="*/ 11 h 1404"/>
                <a:gd name="T18" fmla="*/ 6 w 787"/>
                <a:gd name="T19" fmla="*/ 11 h 1404"/>
                <a:gd name="T20" fmla="*/ 6 w 787"/>
                <a:gd name="T21" fmla="*/ 11 h 1404"/>
                <a:gd name="T22" fmla="*/ 6 w 787"/>
                <a:gd name="T23" fmla="*/ 11 h 1404"/>
                <a:gd name="T24" fmla="*/ 6 w 787"/>
                <a:gd name="T25" fmla="*/ 11 h 1404"/>
                <a:gd name="T26" fmla="*/ 6 w 787"/>
                <a:gd name="T27" fmla="*/ 11 h 1404"/>
                <a:gd name="T28" fmla="*/ 6 w 787"/>
                <a:gd name="T29" fmla="*/ 11 h 1404"/>
                <a:gd name="T30" fmla="*/ 6 w 787"/>
                <a:gd name="T31" fmla="*/ 11 h 1404"/>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787"/>
                <a:gd name="T49" fmla="*/ 0 h 1404"/>
                <a:gd name="T50" fmla="*/ 787 w 787"/>
                <a:gd name="T51" fmla="*/ 1404 h 1404"/>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787" h="1404">
                  <a:moveTo>
                    <a:pt x="781" y="1334"/>
                  </a:moveTo>
                  <a:lnTo>
                    <a:pt x="781" y="1337"/>
                  </a:lnTo>
                  <a:lnTo>
                    <a:pt x="82" y="0"/>
                  </a:lnTo>
                  <a:lnTo>
                    <a:pt x="0" y="42"/>
                  </a:lnTo>
                  <a:lnTo>
                    <a:pt x="699" y="1379"/>
                  </a:lnTo>
                  <a:lnTo>
                    <a:pt x="699" y="1381"/>
                  </a:lnTo>
                  <a:lnTo>
                    <a:pt x="699" y="1379"/>
                  </a:lnTo>
                  <a:lnTo>
                    <a:pt x="712" y="1395"/>
                  </a:lnTo>
                  <a:lnTo>
                    <a:pt x="727" y="1402"/>
                  </a:lnTo>
                  <a:lnTo>
                    <a:pt x="744" y="1404"/>
                  </a:lnTo>
                  <a:lnTo>
                    <a:pt x="761" y="1398"/>
                  </a:lnTo>
                  <a:lnTo>
                    <a:pt x="775" y="1388"/>
                  </a:lnTo>
                  <a:lnTo>
                    <a:pt x="784" y="1373"/>
                  </a:lnTo>
                  <a:lnTo>
                    <a:pt x="787" y="1357"/>
                  </a:lnTo>
                  <a:lnTo>
                    <a:pt x="781" y="1337"/>
                  </a:lnTo>
                  <a:lnTo>
                    <a:pt x="781" y="13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0543" name="Freeform 29"/>
            <p:cNvSpPr>
              <a:spLocks/>
            </p:cNvSpPr>
            <p:nvPr/>
          </p:nvSpPr>
          <p:spPr bwMode="auto">
            <a:xfrm>
              <a:off x="1439" y="1948"/>
              <a:ext cx="125" cy="76"/>
            </a:xfrm>
            <a:custGeom>
              <a:avLst/>
              <a:gdLst>
                <a:gd name="T0" fmla="*/ 5 w 628"/>
                <a:gd name="T1" fmla="*/ 2 h 383"/>
                <a:gd name="T2" fmla="*/ 5 w 628"/>
                <a:gd name="T3" fmla="*/ 2 h 383"/>
                <a:gd name="T4" fmla="*/ 4 w 628"/>
                <a:gd name="T5" fmla="*/ 2 h 383"/>
                <a:gd name="T6" fmla="*/ 4 w 628"/>
                <a:gd name="T7" fmla="*/ 2 h 383"/>
                <a:gd name="T8" fmla="*/ 4 w 628"/>
                <a:gd name="T9" fmla="*/ 2 h 383"/>
                <a:gd name="T10" fmla="*/ 3 w 628"/>
                <a:gd name="T11" fmla="*/ 2 h 383"/>
                <a:gd name="T12" fmla="*/ 3 w 628"/>
                <a:gd name="T13" fmla="*/ 2 h 383"/>
                <a:gd name="T14" fmla="*/ 3 w 628"/>
                <a:gd name="T15" fmla="*/ 2 h 383"/>
                <a:gd name="T16" fmla="*/ 3 w 628"/>
                <a:gd name="T17" fmla="*/ 2 h 383"/>
                <a:gd name="T18" fmla="*/ 2 w 628"/>
                <a:gd name="T19" fmla="*/ 2 h 383"/>
                <a:gd name="T20" fmla="*/ 2 w 628"/>
                <a:gd name="T21" fmla="*/ 2 h 383"/>
                <a:gd name="T22" fmla="*/ 2 w 628"/>
                <a:gd name="T23" fmla="*/ 1 h 383"/>
                <a:gd name="T24" fmla="*/ 2 w 628"/>
                <a:gd name="T25" fmla="*/ 1 h 383"/>
                <a:gd name="T26" fmla="*/ 1 w 628"/>
                <a:gd name="T27" fmla="*/ 1 h 383"/>
                <a:gd name="T28" fmla="*/ 1 w 628"/>
                <a:gd name="T29" fmla="*/ 1 h 383"/>
                <a:gd name="T30" fmla="*/ 1 w 628"/>
                <a:gd name="T31" fmla="*/ 1 h 383"/>
                <a:gd name="T32" fmla="*/ 1 w 628"/>
                <a:gd name="T33" fmla="*/ 0 h 383"/>
                <a:gd name="T34" fmla="*/ 1 w 628"/>
                <a:gd name="T35" fmla="*/ 0 h 383"/>
                <a:gd name="T36" fmla="*/ 0 w 628"/>
                <a:gd name="T37" fmla="*/ 0 h 383"/>
                <a:gd name="T38" fmla="*/ 0 w 628"/>
                <a:gd name="T39" fmla="*/ 1 h 383"/>
                <a:gd name="T40" fmla="*/ 0 w 628"/>
                <a:gd name="T41" fmla="*/ 1 h 383"/>
                <a:gd name="T42" fmla="*/ 1 w 628"/>
                <a:gd name="T43" fmla="*/ 1 h 383"/>
                <a:gd name="T44" fmla="*/ 1 w 628"/>
                <a:gd name="T45" fmla="*/ 1 h 383"/>
                <a:gd name="T46" fmla="*/ 1 w 628"/>
                <a:gd name="T47" fmla="*/ 2 h 383"/>
                <a:gd name="T48" fmla="*/ 1 w 628"/>
                <a:gd name="T49" fmla="*/ 2 h 383"/>
                <a:gd name="T50" fmla="*/ 2 w 628"/>
                <a:gd name="T51" fmla="*/ 2 h 383"/>
                <a:gd name="T52" fmla="*/ 2 w 628"/>
                <a:gd name="T53" fmla="*/ 2 h 383"/>
                <a:gd name="T54" fmla="*/ 2 w 628"/>
                <a:gd name="T55" fmla="*/ 2 h 383"/>
                <a:gd name="T56" fmla="*/ 3 w 628"/>
                <a:gd name="T57" fmla="*/ 3 h 383"/>
                <a:gd name="T58" fmla="*/ 3 w 628"/>
                <a:gd name="T59" fmla="*/ 3 h 383"/>
                <a:gd name="T60" fmla="*/ 3 w 628"/>
                <a:gd name="T61" fmla="*/ 3 h 383"/>
                <a:gd name="T62" fmla="*/ 4 w 628"/>
                <a:gd name="T63" fmla="*/ 3 h 383"/>
                <a:gd name="T64" fmla="*/ 4 w 628"/>
                <a:gd name="T65" fmla="*/ 3 h 383"/>
                <a:gd name="T66" fmla="*/ 4 w 628"/>
                <a:gd name="T67" fmla="*/ 3 h 383"/>
                <a:gd name="T68" fmla="*/ 5 w 628"/>
                <a:gd name="T69" fmla="*/ 3 h 383"/>
                <a:gd name="T70" fmla="*/ 5 w 628"/>
                <a:gd name="T71" fmla="*/ 3 h 383"/>
                <a:gd name="T72" fmla="*/ 5 w 628"/>
                <a:gd name="T73" fmla="*/ 3 h 383"/>
                <a:gd name="T74" fmla="*/ 5 w 628"/>
                <a:gd name="T75" fmla="*/ 3 h 383"/>
                <a:gd name="T76" fmla="*/ 5 w 628"/>
                <a:gd name="T77" fmla="*/ 3 h 383"/>
                <a:gd name="T78" fmla="*/ 5 w 628"/>
                <a:gd name="T79" fmla="*/ 3 h 383"/>
                <a:gd name="T80" fmla="*/ 5 w 628"/>
                <a:gd name="T81" fmla="*/ 3 h 383"/>
                <a:gd name="T82" fmla="*/ 5 w 628"/>
                <a:gd name="T83" fmla="*/ 3 h 383"/>
                <a:gd name="T84" fmla="*/ 5 w 628"/>
                <a:gd name="T85" fmla="*/ 2 h 383"/>
                <a:gd name="T86" fmla="*/ 5 w 628"/>
                <a:gd name="T87" fmla="*/ 2 h 383"/>
                <a:gd name="T88" fmla="*/ 5 w 628"/>
                <a:gd name="T89" fmla="*/ 2 h 383"/>
                <a:gd name="T90" fmla="*/ 5 w 628"/>
                <a:gd name="T91" fmla="*/ 2 h 38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628"/>
                <a:gd name="T139" fmla="*/ 0 h 383"/>
                <a:gd name="T140" fmla="*/ 628 w 628"/>
                <a:gd name="T141" fmla="*/ 383 h 38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628" h="383">
                  <a:moveTo>
                    <a:pt x="581" y="289"/>
                  </a:moveTo>
                  <a:lnTo>
                    <a:pt x="582" y="289"/>
                  </a:lnTo>
                  <a:lnTo>
                    <a:pt x="541" y="287"/>
                  </a:lnTo>
                  <a:lnTo>
                    <a:pt x="500" y="283"/>
                  </a:lnTo>
                  <a:lnTo>
                    <a:pt x="462" y="276"/>
                  </a:lnTo>
                  <a:lnTo>
                    <a:pt x="424" y="268"/>
                  </a:lnTo>
                  <a:lnTo>
                    <a:pt x="389" y="255"/>
                  </a:lnTo>
                  <a:lnTo>
                    <a:pt x="352" y="242"/>
                  </a:lnTo>
                  <a:lnTo>
                    <a:pt x="320" y="227"/>
                  </a:lnTo>
                  <a:lnTo>
                    <a:pt x="287" y="209"/>
                  </a:lnTo>
                  <a:lnTo>
                    <a:pt x="255" y="189"/>
                  </a:lnTo>
                  <a:lnTo>
                    <a:pt x="226" y="168"/>
                  </a:lnTo>
                  <a:lnTo>
                    <a:pt x="198" y="145"/>
                  </a:lnTo>
                  <a:lnTo>
                    <a:pt x="172" y="119"/>
                  </a:lnTo>
                  <a:lnTo>
                    <a:pt x="146" y="92"/>
                  </a:lnTo>
                  <a:lnTo>
                    <a:pt x="122" y="64"/>
                  </a:lnTo>
                  <a:lnTo>
                    <a:pt x="100" y="33"/>
                  </a:lnTo>
                  <a:lnTo>
                    <a:pt x="82" y="0"/>
                  </a:lnTo>
                  <a:lnTo>
                    <a:pt x="0" y="47"/>
                  </a:lnTo>
                  <a:lnTo>
                    <a:pt x="23" y="85"/>
                  </a:lnTo>
                  <a:lnTo>
                    <a:pt x="49" y="120"/>
                  </a:lnTo>
                  <a:lnTo>
                    <a:pt x="76" y="153"/>
                  </a:lnTo>
                  <a:lnTo>
                    <a:pt x="104" y="185"/>
                  </a:lnTo>
                  <a:lnTo>
                    <a:pt x="137" y="215"/>
                  </a:lnTo>
                  <a:lnTo>
                    <a:pt x="170" y="241"/>
                  </a:lnTo>
                  <a:lnTo>
                    <a:pt x="204" y="267"/>
                  </a:lnTo>
                  <a:lnTo>
                    <a:pt x="240" y="289"/>
                  </a:lnTo>
                  <a:lnTo>
                    <a:pt x="277" y="309"/>
                  </a:lnTo>
                  <a:lnTo>
                    <a:pt x="317" y="329"/>
                  </a:lnTo>
                  <a:lnTo>
                    <a:pt x="358" y="344"/>
                  </a:lnTo>
                  <a:lnTo>
                    <a:pt x="400" y="357"/>
                  </a:lnTo>
                  <a:lnTo>
                    <a:pt x="444" y="367"/>
                  </a:lnTo>
                  <a:lnTo>
                    <a:pt x="488" y="374"/>
                  </a:lnTo>
                  <a:lnTo>
                    <a:pt x="534" y="380"/>
                  </a:lnTo>
                  <a:lnTo>
                    <a:pt x="580" y="383"/>
                  </a:lnTo>
                  <a:lnTo>
                    <a:pt x="581" y="383"/>
                  </a:lnTo>
                  <a:lnTo>
                    <a:pt x="580" y="383"/>
                  </a:lnTo>
                  <a:lnTo>
                    <a:pt x="600" y="379"/>
                  </a:lnTo>
                  <a:lnTo>
                    <a:pt x="615" y="369"/>
                  </a:lnTo>
                  <a:lnTo>
                    <a:pt x="624" y="353"/>
                  </a:lnTo>
                  <a:lnTo>
                    <a:pt x="628" y="337"/>
                  </a:lnTo>
                  <a:lnTo>
                    <a:pt x="625" y="319"/>
                  </a:lnTo>
                  <a:lnTo>
                    <a:pt x="617" y="304"/>
                  </a:lnTo>
                  <a:lnTo>
                    <a:pt x="602" y="294"/>
                  </a:lnTo>
                  <a:lnTo>
                    <a:pt x="582" y="289"/>
                  </a:lnTo>
                  <a:lnTo>
                    <a:pt x="581" y="28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0544" name="Freeform 30"/>
            <p:cNvSpPr>
              <a:spLocks/>
            </p:cNvSpPr>
            <p:nvPr/>
          </p:nvSpPr>
          <p:spPr bwMode="auto">
            <a:xfrm>
              <a:off x="1587" y="1880"/>
              <a:ext cx="85" cy="49"/>
            </a:xfrm>
            <a:custGeom>
              <a:avLst/>
              <a:gdLst>
                <a:gd name="T0" fmla="*/ 3 w 426"/>
                <a:gd name="T1" fmla="*/ 0 h 245"/>
                <a:gd name="T2" fmla="*/ 3 w 426"/>
                <a:gd name="T3" fmla="*/ 0 h 245"/>
                <a:gd name="T4" fmla="*/ 3 w 426"/>
                <a:gd name="T5" fmla="*/ 0 h 245"/>
                <a:gd name="T6" fmla="*/ 3 w 426"/>
                <a:gd name="T7" fmla="*/ 0 h 245"/>
                <a:gd name="T8" fmla="*/ 2 w 426"/>
                <a:gd name="T9" fmla="*/ 0 h 245"/>
                <a:gd name="T10" fmla="*/ 2 w 426"/>
                <a:gd name="T11" fmla="*/ 0 h 245"/>
                <a:gd name="T12" fmla="*/ 2 w 426"/>
                <a:gd name="T13" fmla="*/ 0 h 245"/>
                <a:gd name="T14" fmla="*/ 2 w 426"/>
                <a:gd name="T15" fmla="*/ 0 h 245"/>
                <a:gd name="T16" fmla="*/ 1 w 426"/>
                <a:gd name="T17" fmla="*/ 0 h 245"/>
                <a:gd name="T18" fmla="*/ 1 w 426"/>
                <a:gd name="T19" fmla="*/ 1 h 245"/>
                <a:gd name="T20" fmla="*/ 1 w 426"/>
                <a:gd name="T21" fmla="*/ 1 h 245"/>
                <a:gd name="T22" fmla="*/ 1 w 426"/>
                <a:gd name="T23" fmla="*/ 1 h 245"/>
                <a:gd name="T24" fmla="*/ 0 w 426"/>
                <a:gd name="T25" fmla="*/ 1 h 245"/>
                <a:gd name="T26" fmla="*/ 0 w 426"/>
                <a:gd name="T27" fmla="*/ 1 h 245"/>
                <a:gd name="T28" fmla="*/ 0 w 426"/>
                <a:gd name="T29" fmla="*/ 1 h 245"/>
                <a:gd name="T30" fmla="*/ 0 w 426"/>
                <a:gd name="T31" fmla="*/ 2 h 245"/>
                <a:gd name="T32" fmla="*/ 0 w 426"/>
                <a:gd name="T33" fmla="*/ 2 h 245"/>
                <a:gd name="T34" fmla="*/ 0 w 426"/>
                <a:gd name="T35" fmla="*/ 2 h 245"/>
                <a:gd name="T36" fmla="*/ 0 w 426"/>
                <a:gd name="T37" fmla="*/ 2 h 245"/>
                <a:gd name="T38" fmla="*/ 0 w 426"/>
                <a:gd name="T39" fmla="*/ 2 h 245"/>
                <a:gd name="T40" fmla="*/ 0 w 426"/>
                <a:gd name="T41" fmla="*/ 2 h 245"/>
                <a:gd name="T42" fmla="*/ 0 w 426"/>
                <a:gd name="T43" fmla="*/ 1 h 245"/>
                <a:gd name="T44" fmla="*/ 0 w 426"/>
                <a:gd name="T45" fmla="*/ 1 h 245"/>
                <a:gd name="T46" fmla="*/ 0 w 426"/>
                <a:gd name="T47" fmla="*/ 1 h 245"/>
                <a:gd name="T48" fmla="*/ 1 w 426"/>
                <a:gd name="T49" fmla="*/ 1 h 245"/>
                <a:gd name="T50" fmla="*/ 1 w 426"/>
                <a:gd name="T51" fmla="*/ 1 h 245"/>
                <a:gd name="T52" fmla="*/ 1 w 426"/>
                <a:gd name="T53" fmla="*/ 1 h 245"/>
                <a:gd name="T54" fmla="*/ 1 w 426"/>
                <a:gd name="T55" fmla="*/ 1 h 245"/>
                <a:gd name="T56" fmla="*/ 2 w 426"/>
                <a:gd name="T57" fmla="*/ 0 h 245"/>
                <a:gd name="T58" fmla="*/ 2 w 426"/>
                <a:gd name="T59" fmla="*/ 0 h 245"/>
                <a:gd name="T60" fmla="*/ 2 w 426"/>
                <a:gd name="T61" fmla="*/ 0 h 245"/>
                <a:gd name="T62" fmla="*/ 2 w 426"/>
                <a:gd name="T63" fmla="*/ 0 h 245"/>
                <a:gd name="T64" fmla="*/ 3 w 426"/>
                <a:gd name="T65" fmla="*/ 0 h 245"/>
                <a:gd name="T66" fmla="*/ 3 w 426"/>
                <a:gd name="T67" fmla="*/ 0 h 245"/>
                <a:gd name="T68" fmla="*/ 3 w 426"/>
                <a:gd name="T69" fmla="*/ 0 h 245"/>
                <a:gd name="T70" fmla="*/ 3 w 426"/>
                <a:gd name="T71" fmla="*/ 0 h 245"/>
                <a:gd name="T72" fmla="*/ 3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426" y="0"/>
                  </a:moveTo>
                  <a:lnTo>
                    <a:pt x="426" y="0"/>
                  </a:lnTo>
                  <a:lnTo>
                    <a:pt x="384" y="1"/>
                  </a:lnTo>
                  <a:lnTo>
                    <a:pt x="340" y="4"/>
                  </a:lnTo>
                  <a:lnTo>
                    <a:pt x="300" y="10"/>
                  </a:lnTo>
                  <a:lnTo>
                    <a:pt x="262" y="18"/>
                  </a:lnTo>
                  <a:lnTo>
                    <a:pt x="224" y="29"/>
                  </a:lnTo>
                  <a:lnTo>
                    <a:pt x="189" y="41"/>
                  </a:lnTo>
                  <a:lnTo>
                    <a:pt x="157" y="55"/>
                  </a:lnTo>
                  <a:lnTo>
                    <a:pt x="126" y="70"/>
                  </a:lnTo>
                  <a:lnTo>
                    <a:pt x="99" y="89"/>
                  </a:lnTo>
                  <a:lnTo>
                    <a:pt x="74" y="106"/>
                  </a:lnTo>
                  <a:lnTo>
                    <a:pt x="52" y="126"/>
                  </a:lnTo>
                  <a:lnTo>
                    <a:pt x="34" y="148"/>
                  </a:lnTo>
                  <a:lnTo>
                    <a:pt x="19" y="171"/>
                  </a:lnTo>
                  <a:lnTo>
                    <a:pt x="9" y="194"/>
                  </a:lnTo>
                  <a:lnTo>
                    <a:pt x="3" y="219"/>
                  </a:lnTo>
                  <a:lnTo>
                    <a:pt x="0" y="245"/>
                  </a:lnTo>
                  <a:lnTo>
                    <a:pt x="12" y="245"/>
                  </a:lnTo>
                  <a:lnTo>
                    <a:pt x="15" y="221"/>
                  </a:lnTo>
                  <a:lnTo>
                    <a:pt x="20" y="199"/>
                  </a:lnTo>
                  <a:lnTo>
                    <a:pt x="31" y="178"/>
                  </a:lnTo>
                  <a:lnTo>
                    <a:pt x="44" y="156"/>
                  </a:lnTo>
                  <a:lnTo>
                    <a:pt x="61" y="136"/>
                  </a:lnTo>
                  <a:lnTo>
                    <a:pt x="81" y="116"/>
                  </a:lnTo>
                  <a:lnTo>
                    <a:pt x="106" y="98"/>
                  </a:lnTo>
                  <a:lnTo>
                    <a:pt x="133" y="82"/>
                  </a:lnTo>
                  <a:lnTo>
                    <a:pt x="162" y="66"/>
                  </a:lnTo>
                  <a:lnTo>
                    <a:pt x="194" y="52"/>
                  </a:lnTo>
                  <a:lnTo>
                    <a:pt x="229" y="41"/>
                  </a:lnTo>
                  <a:lnTo>
                    <a:pt x="264" y="30"/>
                  </a:lnTo>
                  <a:lnTo>
                    <a:pt x="303" y="22"/>
                  </a:lnTo>
                  <a:lnTo>
                    <a:pt x="343" y="16"/>
                  </a:lnTo>
                  <a:lnTo>
                    <a:pt x="384" y="12"/>
                  </a:lnTo>
                  <a:lnTo>
                    <a:pt x="426" y="11"/>
                  </a:lnTo>
                  <a:lnTo>
                    <a:pt x="42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0545" name="Freeform 31"/>
            <p:cNvSpPr>
              <a:spLocks/>
            </p:cNvSpPr>
            <p:nvPr/>
          </p:nvSpPr>
          <p:spPr bwMode="auto">
            <a:xfrm>
              <a:off x="1587" y="1929"/>
              <a:ext cx="85" cy="49"/>
            </a:xfrm>
            <a:custGeom>
              <a:avLst/>
              <a:gdLst>
                <a:gd name="T0" fmla="*/ 0 w 426"/>
                <a:gd name="T1" fmla="*/ 0 h 245"/>
                <a:gd name="T2" fmla="*/ 0 w 426"/>
                <a:gd name="T3" fmla="*/ 0 h 245"/>
                <a:gd name="T4" fmla="*/ 0 w 426"/>
                <a:gd name="T5" fmla="*/ 0 h 245"/>
                <a:gd name="T6" fmla="*/ 0 w 426"/>
                <a:gd name="T7" fmla="*/ 0 h 245"/>
                <a:gd name="T8" fmla="*/ 0 w 426"/>
                <a:gd name="T9" fmla="*/ 1 h 245"/>
                <a:gd name="T10" fmla="*/ 0 w 426"/>
                <a:gd name="T11" fmla="*/ 1 h 245"/>
                <a:gd name="T12" fmla="*/ 0 w 426"/>
                <a:gd name="T13" fmla="*/ 1 h 245"/>
                <a:gd name="T14" fmla="*/ 1 w 426"/>
                <a:gd name="T15" fmla="*/ 1 h 245"/>
                <a:gd name="T16" fmla="*/ 1 w 426"/>
                <a:gd name="T17" fmla="*/ 1 h 245"/>
                <a:gd name="T18" fmla="*/ 1 w 426"/>
                <a:gd name="T19" fmla="*/ 1 h 245"/>
                <a:gd name="T20" fmla="*/ 1 w 426"/>
                <a:gd name="T21" fmla="*/ 2 h 245"/>
                <a:gd name="T22" fmla="*/ 2 w 426"/>
                <a:gd name="T23" fmla="*/ 2 h 245"/>
                <a:gd name="T24" fmla="*/ 2 w 426"/>
                <a:gd name="T25" fmla="*/ 2 h 245"/>
                <a:gd name="T26" fmla="*/ 2 w 426"/>
                <a:gd name="T27" fmla="*/ 2 h 245"/>
                <a:gd name="T28" fmla="*/ 2 w 426"/>
                <a:gd name="T29" fmla="*/ 2 h 245"/>
                <a:gd name="T30" fmla="*/ 3 w 426"/>
                <a:gd name="T31" fmla="*/ 2 h 245"/>
                <a:gd name="T32" fmla="*/ 3 w 426"/>
                <a:gd name="T33" fmla="*/ 2 h 245"/>
                <a:gd name="T34" fmla="*/ 3 w 426"/>
                <a:gd name="T35" fmla="*/ 2 h 245"/>
                <a:gd name="T36" fmla="*/ 3 w 426"/>
                <a:gd name="T37" fmla="*/ 2 h 245"/>
                <a:gd name="T38" fmla="*/ 3 w 426"/>
                <a:gd name="T39" fmla="*/ 2 h 245"/>
                <a:gd name="T40" fmla="*/ 3 w 426"/>
                <a:gd name="T41" fmla="*/ 2 h 245"/>
                <a:gd name="T42" fmla="*/ 2 w 426"/>
                <a:gd name="T43" fmla="*/ 2 h 245"/>
                <a:gd name="T44" fmla="*/ 2 w 426"/>
                <a:gd name="T45" fmla="*/ 2 h 245"/>
                <a:gd name="T46" fmla="*/ 2 w 426"/>
                <a:gd name="T47" fmla="*/ 2 h 245"/>
                <a:gd name="T48" fmla="*/ 2 w 426"/>
                <a:gd name="T49" fmla="*/ 2 h 245"/>
                <a:gd name="T50" fmla="*/ 1 w 426"/>
                <a:gd name="T51" fmla="*/ 1 h 245"/>
                <a:gd name="T52" fmla="*/ 1 w 426"/>
                <a:gd name="T53" fmla="*/ 1 h 245"/>
                <a:gd name="T54" fmla="*/ 1 w 426"/>
                <a:gd name="T55" fmla="*/ 1 h 245"/>
                <a:gd name="T56" fmla="*/ 1 w 426"/>
                <a:gd name="T57" fmla="*/ 1 h 245"/>
                <a:gd name="T58" fmla="*/ 0 w 426"/>
                <a:gd name="T59" fmla="*/ 1 h 245"/>
                <a:gd name="T60" fmla="*/ 0 w 426"/>
                <a:gd name="T61" fmla="*/ 1 h 245"/>
                <a:gd name="T62" fmla="*/ 0 w 426"/>
                <a:gd name="T63" fmla="*/ 1 h 245"/>
                <a:gd name="T64" fmla="*/ 0 w 426"/>
                <a:gd name="T65" fmla="*/ 0 h 245"/>
                <a:gd name="T66" fmla="*/ 0 w 426"/>
                <a:gd name="T67" fmla="*/ 0 h 245"/>
                <a:gd name="T68" fmla="*/ 0 w 426"/>
                <a:gd name="T69" fmla="*/ 0 h 245"/>
                <a:gd name="T70" fmla="*/ 0 w 426"/>
                <a:gd name="T71" fmla="*/ 0 h 245"/>
                <a:gd name="T72" fmla="*/ 0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0" y="0"/>
                  </a:moveTo>
                  <a:lnTo>
                    <a:pt x="0" y="0"/>
                  </a:lnTo>
                  <a:lnTo>
                    <a:pt x="3" y="25"/>
                  </a:lnTo>
                  <a:lnTo>
                    <a:pt x="9" y="50"/>
                  </a:lnTo>
                  <a:lnTo>
                    <a:pt x="19" y="73"/>
                  </a:lnTo>
                  <a:lnTo>
                    <a:pt x="34" y="96"/>
                  </a:lnTo>
                  <a:lnTo>
                    <a:pt x="52" y="118"/>
                  </a:lnTo>
                  <a:lnTo>
                    <a:pt x="74" y="138"/>
                  </a:lnTo>
                  <a:lnTo>
                    <a:pt x="99" y="156"/>
                  </a:lnTo>
                  <a:lnTo>
                    <a:pt x="126" y="174"/>
                  </a:lnTo>
                  <a:lnTo>
                    <a:pt x="157" y="190"/>
                  </a:lnTo>
                  <a:lnTo>
                    <a:pt x="189" y="204"/>
                  </a:lnTo>
                  <a:lnTo>
                    <a:pt x="224" y="215"/>
                  </a:lnTo>
                  <a:lnTo>
                    <a:pt x="262" y="226"/>
                  </a:lnTo>
                  <a:lnTo>
                    <a:pt x="300" y="234"/>
                  </a:lnTo>
                  <a:lnTo>
                    <a:pt x="340" y="240"/>
                  </a:lnTo>
                  <a:lnTo>
                    <a:pt x="384" y="244"/>
                  </a:lnTo>
                  <a:lnTo>
                    <a:pt x="426" y="245"/>
                  </a:lnTo>
                  <a:lnTo>
                    <a:pt x="426" y="233"/>
                  </a:lnTo>
                  <a:lnTo>
                    <a:pt x="384" y="232"/>
                  </a:lnTo>
                  <a:lnTo>
                    <a:pt x="343" y="228"/>
                  </a:lnTo>
                  <a:lnTo>
                    <a:pt x="303" y="222"/>
                  </a:lnTo>
                  <a:lnTo>
                    <a:pt x="264" y="214"/>
                  </a:lnTo>
                  <a:lnTo>
                    <a:pt x="229" y="204"/>
                  </a:lnTo>
                  <a:lnTo>
                    <a:pt x="194" y="192"/>
                  </a:lnTo>
                  <a:lnTo>
                    <a:pt x="162" y="178"/>
                  </a:lnTo>
                  <a:lnTo>
                    <a:pt x="133" y="163"/>
                  </a:lnTo>
                  <a:lnTo>
                    <a:pt x="106" y="146"/>
                  </a:lnTo>
                  <a:lnTo>
                    <a:pt x="81" y="129"/>
                  </a:lnTo>
                  <a:lnTo>
                    <a:pt x="61" y="109"/>
                  </a:lnTo>
                  <a:lnTo>
                    <a:pt x="44" y="89"/>
                  </a:lnTo>
                  <a:lnTo>
                    <a:pt x="31" y="66"/>
                  </a:lnTo>
                  <a:lnTo>
                    <a:pt x="20" y="45"/>
                  </a:lnTo>
                  <a:lnTo>
                    <a:pt x="15" y="2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0546" name="Freeform 32"/>
            <p:cNvSpPr>
              <a:spLocks/>
            </p:cNvSpPr>
            <p:nvPr/>
          </p:nvSpPr>
          <p:spPr bwMode="auto">
            <a:xfrm>
              <a:off x="878" y="1448"/>
              <a:ext cx="792" cy="954"/>
            </a:xfrm>
            <a:custGeom>
              <a:avLst/>
              <a:gdLst>
                <a:gd name="T0" fmla="*/ 13 w 3960"/>
                <a:gd name="T1" fmla="*/ 38 h 4768"/>
                <a:gd name="T2" fmla="*/ 14 w 3960"/>
                <a:gd name="T3" fmla="*/ 38 h 4768"/>
                <a:gd name="T4" fmla="*/ 15 w 3960"/>
                <a:gd name="T5" fmla="*/ 38 h 4768"/>
                <a:gd name="T6" fmla="*/ 15 w 3960"/>
                <a:gd name="T7" fmla="*/ 38 h 4768"/>
                <a:gd name="T8" fmla="*/ 16 w 3960"/>
                <a:gd name="T9" fmla="*/ 38 h 4768"/>
                <a:gd name="T10" fmla="*/ 17 w 3960"/>
                <a:gd name="T11" fmla="*/ 38 h 4768"/>
                <a:gd name="T12" fmla="*/ 17 w 3960"/>
                <a:gd name="T13" fmla="*/ 38 h 4768"/>
                <a:gd name="T14" fmla="*/ 18 w 3960"/>
                <a:gd name="T15" fmla="*/ 38 h 4768"/>
                <a:gd name="T16" fmla="*/ 18 w 3960"/>
                <a:gd name="T17" fmla="*/ 38 h 4768"/>
                <a:gd name="T18" fmla="*/ 29 w 3960"/>
                <a:gd name="T19" fmla="*/ 30 h 4768"/>
                <a:gd name="T20" fmla="*/ 30 w 3960"/>
                <a:gd name="T21" fmla="*/ 30 h 4768"/>
                <a:gd name="T22" fmla="*/ 30 w 3960"/>
                <a:gd name="T23" fmla="*/ 29 h 4768"/>
                <a:gd name="T24" fmla="*/ 31 w 3960"/>
                <a:gd name="T25" fmla="*/ 28 h 4768"/>
                <a:gd name="T26" fmla="*/ 31 w 3960"/>
                <a:gd name="T27" fmla="*/ 28 h 4768"/>
                <a:gd name="T28" fmla="*/ 31 w 3960"/>
                <a:gd name="T29" fmla="*/ 27 h 4768"/>
                <a:gd name="T30" fmla="*/ 32 w 3960"/>
                <a:gd name="T31" fmla="*/ 26 h 4768"/>
                <a:gd name="T32" fmla="*/ 32 w 3960"/>
                <a:gd name="T33" fmla="*/ 25 h 4768"/>
                <a:gd name="T34" fmla="*/ 32 w 3960"/>
                <a:gd name="T35" fmla="*/ 11 h 4768"/>
                <a:gd name="T36" fmla="*/ 32 w 3960"/>
                <a:gd name="T37" fmla="*/ 10 h 4768"/>
                <a:gd name="T38" fmla="*/ 31 w 3960"/>
                <a:gd name="T39" fmla="*/ 9 h 4768"/>
                <a:gd name="T40" fmla="*/ 31 w 3960"/>
                <a:gd name="T41" fmla="*/ 9 h 4768"/>
                <a:gd name="T42" fmla="*/ 31 w 3960"/>
                <a:gd name="T43" fmla="*/ 8 h 4768"/>
                <a:gd name="T44" fmla="*/ 31 w 3960"/>
                <a:gd name="T45" fmla="*/ 8 h 4768"/>
                <a:gd name="T46" fmla="*/ 30 w 3960"/>
                <a:gd name="T47" fmla="*/ 7 h 4768"/>
                <a:gd name="T48" fmla="*/ 30 w 3960"/>
                <a:gd name="T49" fmla="*/ 7 h 4768"/>
                <a:gd name="T50" fmla="*/ 29 w 3960"/>
                <a:gd name="T51" fmla="*/ 6 h 4768"/>
                <a:gd name="T52" fmla="*/ 19 w 3960"/>
                <a:gd name="T53" fmla="*/ 1 h 4768"/>
                <a:gd name="T54" fmla="*/ 18 w 3960"/>
                <a:gd name="T55" fmla="*/ 0 h 4768"/>
                <a:gd name="T56" fmla="*/ 17 w 3960"/>
                <a:gd name="T57" fmla="*/ 0 h 4768"/>
                <a:gd name="T58" fmla="*/ 17 w 3960"/>
                <a:gd name="T59" fmla="*/ 0 h 4768"/>
                <a:gd name="T60" fmla="*/ 16 w 3960"/>
                <a:gd name="T61" fmla="*/ 0 h 4768"/>
                <a:gd name="T62" fmla="*/ 15 w 3960"/>
                <a:gd name="T63" fmla="*/ 0 h 4768"/>
                <a:gd name="T64" fmla="*/ 14 w 3960"/>
                <a:gd name="T65" fmla="*/ 0 h 4768"/>
                <a:gd name="T66" fmla="*/ 14 w 3960"/>
                <a:gd name="T67" fmla="*/ 0 h 4768"/>
                <a:gd name="T68" fmla="*/ 2 w 3960"/>
                <a:gd name="T69" fmla="*/ 6 h 4768"/>
                <a:gd name="T70" fmla="*/ 2 w 3960"/>
                <a:gd name="T71" fmla="*/ 7 h 4768"/>
                <a:gd name="T72" fmla="*/ 1 w 3960"/>
                <a:gd name="T73" fmla="*/ 7 h 4768"/>
                <a:gd name="T74" fmla="*/ 1 w 3960"/>
                <a:gd name="T75" fmla="*/ 8 h 4768"/>
                <a:gd name="T76" fmla="*/ 1 w 3960"/>
                <a:gd name="T77" fmla="*/ 8 h 4768"/>
                <a:gd name="T78" fmla="*/ 0 w 3960"/>
                <a:gd name="T79" fmla="*/ 9 h 4768"/>
                <a:gd name="T80" fmla="*/ 0 w 3960"/>
                <a:gd name="T81" fmla="*/ 9 h 4768"/>
                <a:gd name="T82" fmla="*/ 0 w 3960"/>
                <a:gd name="T83" fmla="*/ 10 h 4768"/>
                <a:gd name="T84" fmla="*/ 0 w 3960"/>
                <a:gd name="T85" fmla="*/ 11 h 4768"/>
                <a:gd name="T86" fmla="*/ 0 w 3960"/>
                <a:gd name="T87" fmla="*/ 25 h 4768"/>
                <a:gd name="T88" fmla="*/ 0 w 3960"/>
                <a:gd name="T89" fmla="*/ 26 h 4768"/>
                <a:gd name="T90" fmla="*/ 0 w 3960"/>
                <a:gd name="T91" fmla="*/ 27 h 4768"/>
                <a:gd name="T92" fmla="*/ 1 w 3960"/>
                <a:gd name="T93" fmla="*/ 28 h 4768"/>
                <a:gd name="T94" fmla="*/ 1 w 3960"/>
                <a:gd name="T95" fmla="*/ 29 h 4768"/>
                <a:gd name="T96" fmla="*/ 1 w 3960"/>
                <a:gd name="T97" fmla="*/ 29 h 4768"/>
                <a:gd name="T98" fmla="*/ 2 w 3960"/>
                <a:gd name="T99" fmla="*/ 30 h 4768"/>
                <a:gd name="T100" fmla="*/ 3 w 3960"/>
                <a:gd name="T101" fmla="*/ 31 h 4768"/>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w 3960"/>
                <a:gd name="T154" fmla="*/ 0 h 4768"/>
                <a:gd name="T155" fmla="*/ 3960 w 3960"/>
                <a:gd name="T156" fmla="*/ 4768 h 4768"/>
              </a:gdLst>
              <a:ahLst/>
              <a:cxnLst>
                <a:cxn ang="T102">
                  <a:pos x="T0" y="T1"/>
                </a:cxn>
                <a:cxn ang="T103">
                  <a:pos x="T2" y="T3"/>
                </a:cxn>
                <a:cxn ang="T104">
                  <a:pos x="T4" y="T5"/>
                </a:cxn>
                <a:cxn ang="T105">
                  <a:pos x="T6" y="T7"/>
                </a:cxn>
                <a:cxn ang="T106">
                  <a:pos x="T8" y="T9"/>
                </a:cxn>
                <a:cxn ang="T107">
                  <a:pos x="T10" y="T11"/>
                </a:cxn>
                <a:cxn ang="T108">
                  <a:pos x="T12" y="T13"/>
                </a:cxn>
                <a:cxn ang="T109">
                  <a:pos x="T14" y="T15"/>
                </a:cxn>
                <a:cxn ang="T110">
                  <a:pos x="T16" y="T17"/>
                </a:cxn>
                <a:cxn ang="T111">
                  <a:pos x="T18" y="T19"/>
                </a:cxn>
                <a:cxn ang="T112">
                  <a:pos x="T20" y="T21"/>
                </a:cxn>
                <a:cxn ang="T113">
                  <a:pos x="T22" y="T23"/>
                </a:cxn>
                <a:cxn ang="T114">
                  <a:pos x="T24" y="T25"/>
                </a:cxn>
                <a:cxn ang="T115">
                  <a:pos x="T26" y="T27"/>
                </a:cxn>
                <a:cxn ang="T116">
                  <a:pos x="T28" y="T29"/>
                </a:cxn>
                <a:cxn ang="T117">
                  <a:pos x="T30" y="T31"/>
                </a:cxn>
                <a:cxn ang="T118">
                  <a:pos x="T32" y="T33"/>
                </a:cxn>
                <a:cxn ang="T119">
                  <a:pos x="T34" y="T35"/>
                </a:cxn>
                <a:cxn ang="T120">
                  <a:pos x="T36" y="T37"/>
                </a:cxn>
                <a:cxn ang="T121">
                  <a:pos x="T38" y="T39"/>
                </a:cxn>
                <a:cxn ang="T122">
                  <a:pos x="T40" y="T41"/>
                </a:cxn>
                <a:cxn ang="T123">
                  <a:pos x="T42" y="T43"/>
                </a:cxn>
                <a:cxn ang="T124">
                  <a:pos x="T44" y="T45"/>
                </a:cxn>
                <a:cxn ang="T125">
                  <a:pos x="T46" y="T47"/>
                </a:cxn>
                <a:cxn ang="T126">
                  <a:pos x="T48" y="T49"/>
                </a:cxn>
                <a:cxn ang="T127">
                  <a:pos x="T50" y="T51"/>
                </a:cxn>
                <a:cxn ang="T128">
                  <a:pos x="T52" y="T53"/>
                </a:cxn>
                <a:cxn ang="T129">
                  <a:pos x="T54" y="T55"/>
                </a:cxn>
                <a:cxn ang="T130">
                  <a:pos x="T56" y="T57"/>
                </a:cxn>
                <a:cxn ang="T131">
                  <a:pos x="T58" y="T59"/>
                </a:cxn>
                <a:cxn ang="T132">
                  <a:pos x="T60" y="T61"/>
                </a:cxn>
                <a:cxn ang="T133">
                  <a:pos x="T62" y="T63"/>
                </a:cxn>
                <a:cxn ang="T134">
                  <a:pos x="T64" y="T65"/>
                </a:cxn>
                <a:cxn ang="T135">
                  <a:pos x="T66" y="T67"/>
                </a:cxn>
                <a:cxn ang="T136">
                  <a:pos x="T68" y="T69"/>
                </a:cxn>
                <a:cxn ang="T137">
                  <a:pos x="T70" y="T71"/>
                </a:cxn>
                <a:cxn ang="T138">
                  <a:pos x="T72" y="T73"/>
                </a:cxn>
                <a:cxn ang="T139">
                  <a:pos x="T74" y="T75"/>
                </a:cxn>
                <a:cxn ang="T140">
                  <a:pos x="T76" y="T77"/>
                </a:cxn>
                <a:cxn ang="T141">
                  <a:pos x="T78" y="T79"/>
                </a:cxn>
                <a:cxn ang="T142">
                  <a:pos x="T80" y="T81"/>
                </a:cxn>
                <a:cxn ang="T143">
                  <a:pos x="T82" y="T83"/>
                </a:cxn>
                <a:cxn ang="T144">
                  <a:pos x="T84" y="T85"/>
                </a:cxn>
                <a:cxn ang="T145">
                  <a:pos x="T86" y="T87"/>
                </a:cxn>
                <a:cxn ang="T146">
                  <a:pos x="T88" y="T89"/>
                </a:cxn>
                <a:cxn ang="T147">
                  <a:pos x="T90" y="T91"/>
                </a:cxn>
                <a:cxn ang="T148">
                  <a:pos x="T92" y="T93"/>
                </a:cxn>
                <a:cxn ang="T149">
                  <a:pos x="T94" y="T95"/>
                </a:cxn>
                <a:cxn ang="T150">
                  <a:pos x="T96" y="T97"/>
                </a:cxn>
                <a:cxn ang="T151">
                  <a:pos x="T98" y="T99"/>
                </a:cxn>
                <a:cxn ang="T152">
                  <a:pos x="T100" y="T101"/>
                </a:cxn>
              </a:cxnLst>
              <a:rect l="T153" t="T154" r="T155" b="T156"/>
              <a:pathLst>
                <a:path w="3960" h="4768">
                  <a:moveTo>
                    <a:pt x="353" y="3849"/>
                  </a:moveTo>
                  <a:lnTo>
                    <a:pt x="1661" y="4700"/>
                  </a:lnTo>
                  <a:lnTo>
                    <a:pt x="1697" y="4717"/>
                  </a:lnTo>
                  <a:lnTo>
                    <a:pt x="1736" y="4731"/>
                  </a:lnTo>
                  <a:lnTo>
                    <a:pt x="1776" y="4742"/>
                  </a:lnTo>
                  <a:lnTo>
                    <a:pt x="1818" y="4753"/>
                  </a:lnTo>
                  <a:lnTo>
                    <a:pt x="1860" y="4760"/>
                  </a:lnTo>
                  <a:lnTo>
                    <a:pt x="1902" y="4765"/>
                  </a:lnTo>
                  <a:lnTo>
                    <a:pt x="1946" y="4768"/>
                  </a:lnTo>
                  <a:lnTo>
                    <a:pt x="1988" y="4768"/>
                  </a:lnTo>
                  <a:lnTo>
                    <a:pt x="2031" y="4767"/>
                  </a:lnTo>
                  <a:lnTo>
                    <a:pt x="2073" y="4763"/>
                  </a:lnTo>
                  <a:lnTo>
                    <a:pt x="2114" y="4758"/>
                  </a:lnTo>
                  <a:lnTo>
                    <a:pt x="2154" y="4751"/>
                  </a:lnTo>
                  <a:lnTo>
                    <a:pt x="2193" y="4740"/>
                  </a:lnTo>
                  <a:lnTo>
                    <a:pt x="2230" y="4729"/>
                  </a:lnTo>
                  <a:lnTo>
                    <a:pt x="2264" y="4715"/>
                  </a:lnTo>
                  <a:lnTo>
                    <a:pt x="2297" y="4700"/>
                  </a:lnTo>
                  <a:lnTo>
                    <a:pt x="3639" y="3825"/>
                  </a:lnTo>
                  <a:lnTo>
                    <a:pt x="3673" y="3795"/>
                  </a:lnTo>
                  <a:lnTo>
                    <a:pt x="3707" y="3761"/>
                  </a:lnTo>
                  <a:lnTo>
                    <a:pt x="3738" y="3725"/>
                  </a:lnTo>
                  <a:lnTo>
                    <a:pt x="3768" y="3685"/>
                  </a:lnTo>
                  <a:lnTo>
                    <a:pt x="3796" y="3644"/>
                  </a:lnTo>
                  <a:lnTo>
                    <a:pt x="3821" y="3599"/>
                  </a:lnTo>
                  <a:lnTo>
                    <a:pt x="3846" y="3553"/>
                  </a:lnTo>
                  <a:lnTo>
                    <a:pt x="3868" y="3505"/>
                  </a:lnTo>
                  <a:lnTo>
                    <a:pt x="3888" y="3456"/>
                  </a:lnTo>
                  <a:lnTo>
                    <a:pt x="3907" y="3406"/>
                  </a:lnTo>
                  <a:lnTo>
                    <a:pt x="3922" y="3354"/>
                  </a:lnTo>
                  <a:lnTo>
                    <a:pt x="3935" y="3303"/>
                  </a:lnTo>
                  <a:lnTo>
                    <a:pt x="3946" y="3250"/>
                  </a:lnTo>
                  <a:lnTo>
                    <a:pt x="3953" y="3197"/>
                  </a:lnTo>
                  <a:lnTo>
                    <a:pt x="3957" y="3144"/>
                  </a:lnTo>
                  <a:lnTo>
                    <a:pt x="3960" y="3092"/>
                  </a:lnTo>
                  <a:lnTo>
                    <a:pt x="3959" y="1313"/>
                  </a:lnTo>
                  <a:lnTo>
                    <a:pt x="3955" y="1271"/>
                  </a:lnTo>
                  <a:lnTo>
                    <a:pt x="3949" y="1229"/>
                  </a:lnTo>
                  <a:lnTo>
                    <a:pt x="3941" y="1189"/>
                  </a:lnTo>
                  <a:lnTo>
                    <a:pt x="3930" y="1149"/>
                  </a:lnTo>
                  <a:lnTo>
                    <a:pt x="3918" y="1111"/>
                  </a:lnTo>
                  <a:lnTo>
                    <a:pt x="3902" y="1075"/>
                  </a:lnTo>
                  <a:lnTo>
                    <a:pt x="3886" y="1040"/>
                  </a:lnTo>
                  <a:lnTo>
                    <a:pt x="3867" y="1006"/>
                  </a:lnTo>
                  <a:lnTo>
                    <a:pt x="3846" y="973"/>
                  </a:lnTo>
                  <a:lnTo>
                    <a:pt x="3823" y="942"/>
                  </a:lnTo>
                  <a:lnTo>
                    <a:pt x="3798" y="913"/>
                  </a:lnTo>
                  <a:lnTo>
                    <a:pt x="3771" y="886"/>
                  </a:lnTo>
                  <a:lnTo>
                    <a:pt x="3743" y="860"/>
                  </a:lnTo>
                  <a:lnTo>
                    <a:pt x="3714" y="837"/>
                  </a:lnTo>
                  <a:lnTo>
                    <a:pt x="3682" y="816"/>
                  </a:lnTo>
                  <a:lnTo>
                    <a:pt x="3649" y="796"/>
                  </a:lnTo>
                  <a:lnTo>
                    <a:pt x="2386" y="83"/>
                  </a:lnTo>
                  <a:lnTo>
                    <a:pt x="2350" y="65"/>
                  </a:lnTo>
                  <a:lnTo>
                    <a:pt x="2310" y="50"/>
                  </a:lnTo>
                  <a:lnTo>
                    <a:pt x="2268" y="36"/>
                  </a:lnTo>
                  <a:lnTo>
                    <a:pt x="2223" y="24"/>
                  </a:lnTo>
                  <a:lnTo>
                    <a:pt x="2178" y="15"/>
                  </a:lnTo>
                  <a:lnTo>
                    <a:pt x="2131" y="8"/>
                  </a:lnTo>
                  <a:lnTo>
                    <a:pt x="2082" y="3"/>
                  </a:lnTo>
                  <a:lnTo>
                    <a:pt x="2032" y="0"/>
                  </a:lnTo>
                  <a:lnTo>
                    <a:pt x="1982" y="1"/>
                  </a:lnTo>
                  <a:lnTo>
                    <a:pt x="1933" y="3"/>
                  </a:lnTo>
                  <a:lnTo>
                    <a:pt x="1882" y="9"/>
                  </a:lnTo>
                  <a:lnTo>
                    <a:pt x="1833" y="17"/>
                  </a:lnTo>
                  <a:lnTo>
                    <a:pt x="1785" y="29"/>
                  </a:lnTo>
                  <a:lnTo>
                    <a:pt x="1737" y="43"/>
                  </a:lnTo>
                  <a:lnTo>
                    <a:pt x="1691" y="62"/>
                  </a:lnTo>
                  <a:lnTo>
                    <a:pt x="1647" y="83"/>
                  </a:lnTo>
                  <a:lnTo>
                    <a:pt x="311" y="782"/>
                  </a:lnTo>
                  <a:lnTo>
                    <a:pt x="276" y="803"/>
                  </a:lnTo>
                  <a:lnTo>
                    <a:pt x="243" y="826"/>
                  </a:lnTo>
                  <a:lnTo>
                    <a:pt x="213" y="852"/>
                  </a:lnTo>
                  <a:lnTo>
                    <a:pt x="184" y="879"/>
                  </a:lnTo>
                  <a:lnTo>
                    <a:pt x="155" y="908"/>
                  </a:lnTo>
                  <a:lnTo>
                    <a:pt x="131" y="939"/>
                  </a:lnTo>
                  <a:lnTo>
                    <a:pt x="107" y="971"/>
                  </a:lnTo>
                  <a:lnTo>
                    <a:pt x="86" y="1005"/>
                  </a:lnTo>
                  <a:lnTo>
                    <a:pt x="68" y="1040"/>
                  </a:lnTo>
                  <a:lnTo>
                    <a:pt x="50" y="1076"/>
                  </a:lnTo>
                  <a:lnTo>
                    <a:pt x="36" y="1115"/>
                  </a:lnTo>
                  <a:lnTo>
                    <a:pt x="23" y="1153"/>
                  </a:lnTo>
                  <a:lnTo>
                    <a:pt x="14" y="1195"/>
                  </a:lnTo>
                  <a:lnTo>
                    <a:pt x="7" y="1236"/>
                  </a:lnTo>
                  <a:lnTo>
                    <a:pt x="2" y="1279"/>
                  </a:lnTo>
                  <a:lnTo>
                    <a:pt x="0" y="1322"/>
                  </a:lnTo>
                  <a:lnTo>
                    <a:pt x="0" y="3093"/>
                  </a:lnTo>
                  <a:lnTo>
                    <a:pt x="2" y="3147"/>
                  </a:lnTo>
                  <a:lnTo>
                    <a:pt x="7" y="3202"/>
                  </a:lnTo>
                  <a:lnTo>
                    <a:pt x="15" y="3257"/>
                  </a:lnTo>
                  <a:lnTo>
                    <a:pt x="27" y="3312"/>
                  </a:lnTo>
                  <a:lnTo>
                    <a:pt x="42" y="3366"/>
                  </a:lnTo>
                  <a:lnTo>
                    <a:pt x="59" y="3420"/>
                  </a:lnTo>
                  <a:lnTo>
                    <a:pt x="79" y="3474"/>
                  </a:lnTo>
                  <a:lnTo>
                    <a:pt x="102" y="3525"/>
                  </a:lnTo>
                  <a:lnTo>
                    <a:pt x="127" y="3576"/>
                  </a:lnTo>
                  <a:lnTo>
                    <a:pt x="154" y="3624"/>
                  </a:lnTo>
                  <a:lnTo>
                    <a:pt x="184" y="3670"/>
                  </a:lnTo>
                  <a:lnTo>
                    <a:pt x="214" y="3712"/>
                  </a:lnTo>
                  <a:lnTo>
                    <a:pt x="247" y="3752"/>
                  </a:lnTo>
                  <a:lnTo>
                    <a:pt x="281" y="3788"/>
                  </a:lnTo>
                  <a:lnTo>
                    <a:pt x="317" y="3821"/>
                  </a:lnTo>
                  <a:lnTo>
                    <a:pt x="353" y="384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0547" name="Freeform 33"/>
            <p:cNvSpPr>
              <a:spLocks/>
            </p:cNvSpPr>
            <p:nvPr/>
          </p:nvSpPr>
          <p:spPr bwMode="auto">
            <a:xfrm>
              <a:off x="943" y="2210"/>
              <a:ext cx="276" cy="187"/>
            </a:xfrm>
            <a:custGeom>
              <a:avLst/>
              <a:gdLst>
                <a:gd name="T0" fmla="*/ 11 w 1380"/>
                <a:gd name="T1" fmla="*/ 7 h 937"/>
                <a:gd name="T2" fmla="*/ 11 w 1380"/>
                <a:gd name="T3" fmla="*/ 7 h 937"/>
                <a:gd name="T4" fmla="*/ 0 w 1380"/>
                <a:gd name="T5" fmla="*/ 0 h 937"/>
                <a:gd name="T6" fmla="*/ 0 w 1380"/>
                <a:gd name="T7" fmla="*/ 1 h 937"/>
                <a:gd name="T8" fmla="*/ 10 w 1380"/>
                <a:gd name="T9" fmla="*/ 7 h 937"/>
                <a:gd name="T10" fmla="*/ 10 w 1380"/>
                <a:gd name="T11" fmla="*/ 7 h 937"/>
                <a:gd name="T12" fmla="*/ 10 w 1380"/>
                <a:gd name="T13" fmla="*/ 7 h 937"/>
                <a:gd name="T14" fmla="*/ 11 w 1380"/>
                <a:gd name="T15" fmla="*/ 7 h 937"/>
                <a:gd name="T16" fmla="*/ 11 w 1380"/>
                <a:gd name="T17" fmla="*/ 7 h 937"/>
                <a:gd name="T18" fmla="*/ 11 w 1380"/>
                <a:gd name="T19" fmla="*/ 7 h 937"/>
                <a:gd name="T20" fmla="*/ 11 w 1380"/>
                <a:gd name="T21" fmla="*/ 7 h 937"/>
                <a:gd name="T22" fmla="*/ 11 w 1380"/>
                <a:gd name="T23" fmla="*/ 7 h 937"/>
                <a:gd name="T24" fmla="*/ 11 w 1380"/>
                <a:gd name="T25" fmla="*/ 7 h 937"/>
                <a:gd name="T26" fmla="*/ 11 w 1380"/>
                <a:gd name="T27" fmla="*/ 7 h 937"/>
                <a:gd name="T28" fmla="*/ 11 w 1380"/>
                <a:gd name="T29" fmla="*/ 7 h 937"/>
                <a:gd name="T30" fmla="*/ 11 w 1380"/>
                <a:gd name="T31" fmla="*/ 7 h 93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80"/>
                <a:gd name="T49" fmla="*/ 0 h 937"/>
                <a:gd name="T50" fmla="*/ 1380 w 1380"/>
                <a:gd name="T51" fmla="*/ 937 h 93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80" h="937">
                  <a:moveTo>
                    <a:pt x="1354" y="848"/>
                  </a:moveTo>
                  <a:lnTo>
                    <a:pt x="1359" y="851"/>
                  </a:lnTo>
                  <a:lnTo>
                    <a:pt x="51" y="0"/>
                  </a:lnTo>
                  <a:lnTo>
                    <a:pt x="0" y="78"/>
                  </a:lnTo>
                  <a:lnTo>
                    <a:pt x="1307" y="929"/>
                  </a:lnTo>
                  <a:lnTo>
                    <a:pt x="1312" y="932"/>
                  </a:lnTo>
                  <a:lnTo>
                    <a:pt x="1307" y="929"/>
                  </a:lnTo>
                  <a:lnTo>
                    <a:pt x="1326" y="937"/>
                  </a:lnTo>
                  <a:lnTo>
                    <a:pt x="1345" y="936"/>
                  </a:lnTo>
                  <a:lnTo>
                    <a:pt x="1360" y="929"/>
                  </a:lnTo>
                  <a:lnTo>
                    <a:pt x="1372" y="916"/>
                  </a:lnTo>
                  <a:lnTo>
                    <a:pt x="1379" y="899"/>
                  </a:lnTo>
                  <a:lnTo>
                    <a:pt x="1380" y="883"/>
                  </a:lnTo>
                  <a:lnTo>
                    <a:pt x="1374" y="865"/>
                  </a:lnTo>
                  <a:lnTo>
                    <a:pt x="1359" y="851"/>
                  </a:lnTo>
                  <a:lnTo>
                    <a:pt x="1354" y="84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0548" name="Freeform 34"/>
            <p:cNvSpPr>
              <a:spLocks/>
            </p:cNvSpPr>
            <p:nvPr/>
          </p:nvSpPr>
          <p:spPr bwMode="auto">
            <a:xfrm>
              <a:off x="1206" y="2379"/>
              <a:ext cx="140" cy="32"/>
            </a:xfrm>
            <a:custGeom>
              <a:avLst/>
              <a:gdLst>
                <a:gd name="T0" fmla="*/ 5 w 703"/>
                <a:gd name="T1" fmla="*/ 0 h 162"/>
                <a:gd name="T2" fmla="*/ 5 w 703"/>
                <a:gd name="T3" fmla="*/ 0 h 162"/>
                <a:gd name="T4" fmla="*/ 5 w 703"/>
                <a:gd name="T5" fmla="*/ 0 h 162"/>
                <a:gd name="T6" fmla="*/ 5 w 703"/>
                <a:gd name="T7" fmla="*/ 0 h 162"/>
                <a:gd name="T8" fmla="*/ 4 w 703"/>
                <a:gd name="T9" fmla="*/ 0 h 162"/>
                <a:gd name="T10" fmla="*/ 4 w 703"/>
                <a:gd name="T11" fmla="*/ 0 h 162"/>
                <a:gd name="T12" fmla="*/ 4 w 703"/>
                <a:gd name="T13" fmla="*/ 0 h 162"/>
                <a:gd name="T14" fmla="*/ 3 w 703"/>
                <a:gd name="T15" fmla="*/ 1 h 162"/>
                <a:gd name="T16" fmla="*/ 3 w 703"/>
                <a:gd name="T17" fmla="*/ 1 h 162"/>
                <a:gd name="T18" fmla="*/ 3 w 703"/>
                <a:gd name="T19" fmla="*/ 1 h 162"/>
                <a:gd name="T20" fmla="*/ 2 w 703"/>
                <a:gd name="T21" fmla="*/ 1 h 162"/>
                <a:gd name="T22" fmla="*/ 2 w 703"/>
                <a:gd name="T23" fmla="*/ 1 h 162"/>
                <a:gd name="T24" fmla="*/ 2 w 703"/>
                <a:gd name="T25" fmla="*/ 0 h 162"/>
                <a:gd name="T26" fmla="*/ 1 w 703"/>
                <a:gd name="T27" fmla="*/ 0 h 162"/>
                <a:gd name="T28" fmla="*/ 1 w 703"/>
                <a:gd name="T29" fmla="*/ 0 h 162"/>
                <a:gd name="T30" fmla="*/ 1 w 703"/>
                <a:gd name="T31" fmla="*/ 0 h 162"/>
                <a:gd name="T32" fmla="*/ 1 w 703"/>
                <a:gd name="T33" fmla="*/ 0 h 162"/>
                <a:gd name="T34" fmla="*/ 0 w 703"/>
                <a:gd name="T35" fmla="*/ 0 h 162"/>
                <a:gd name="T36" fmla="*/ 0 w 703"/>
                <a:gd name="T37" fmla="*/ 1 h 162"/>
                <a:gd name="T38" fmla="*/ 0 w 703"/>
                <a:gd name="T39" fmla="*/ 1 h 162"/>
                <a:gd name="T40" fmla="*/ 1 w 703"/>
                <a:gd name="T41" fmla="*/ 1 h 162"/>
                <a:gd name="T42" fmla="*/ 1 w 703"/>
                <a:gd name="T43" fmla="*/ 1 h 162"/>
                <a:gd name="T44" fmla="*/ 1 w 703"/>
                <a:gd name="T45" fmla="*/ 1 h 162"/>
                <a:gd name="T46" fmla="*/ 2 w 703"/>
                <a:gd name="T47" fmla="*/ 1 h 162"/>
                <a:gd name="T48" fmla="*/ 2 w 703"/>
                <a:gd name="T49" fmla="*/ 1 h 162"/>
                <a:gd name="T50" fmla="*/ 2 w 703"/>
                <a:gd name="T51" fmla="*/ 1 h 162"/>
                <a:gd name="T52" fmla="*/ 3 w 703"/>
                <a:gd name="T53" fmla="*/ 1 h 162"/>
                <a:gd name="T54" fmla="*/ 3 w 703"/>
                <a:gd name="T55" fmla="*/ 1 h 162"/>
                <a:gd name="T56" fmla="*/ 3 w 703"/>
                <a:gd name="T57" fmla="*/ 1 h 162"/>
                <a:gd name="T58" fmla="*/ 4 w 703"/>
                <a:gd name="T59" fmla="*/ 1 h 162"/>
                <a:gd name="T60" fmla="*/ 4 w 703"/>
                <a:gd name="T61" fmla="*/ 1 h 162"/>
                <a:gd name="T62" fmla="*/ 5 w 703"/>
                <a:gd name="T63" fmla="*/ 1 h 162"/>
                <a:gd name="T64" fmla="*/ 5 w 703"/>
                <a:gd name="T65" fmla="*/ 1 h 162"/>
                <a:gd name="T66" fmla="*/ 5 w 703"/>
                <a:gd name="T67" fmla="*/ 1 h 162"/>
                <a:gd name="T68" fmla="*/ 5 w 703"/>
                <a:gd name="T69" fmla="*/ 1 h 162"/>
                <a:gd name="T70" fmla="*/ 5 w 703"/>
                <a:gd name="T71" fmla="*/ 1 h 162"/>
                <a:gd name="T72" fmla="*/ 5 w 703"/>
                <a:gd name="T73" fmla="*/ 1 h 162"/>
                <a:gd name="T74" fmla="*/ 5 w 703"/>
                <a:gd name="T75" fmla="*/ 1 h 162"/>
                <a:gd name="T76" fmla="*/ 6 w 703"/>
                <a:gd name="T77" fmla="*/ 0 h 162"/>
                <a:gd name="T78" fmla="*/ 6 w 703"/>
                <a:gd name="T79" fmla="*/ 0 h 162"/>
                <a:gd name="T80" fmla="*/ 6 w 703"/>
                <a:gd name="T81" fmla="*/ 0 h 162"/>
                <a:gd name="T82" fmla="*/ 5 w 703"/>
                <a:gd name="T83" fmla="*/ 0 h 162"/>
                <a:gd name="T84" fmla="*/ 5 w 703"/>
                <a:gd name="T85" fmla="*/ 0 h 162"/>
                <a:gd name="T86" fmla="*/ 5 w 703"/>
                <a:gd name="T87" fmla="*/ 0 h 162"/>
                <a:gd name="T88" fmla="*/ 5 w 703"/>
                <a:gd name="T89" fmla="*/ 0 h 162"/>
                <a:gd name="T90" fmla="*/ 5 w 703"/>
                <a:gd name="T91" fmla="*/ 0 h 162"/>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703"/>
                <a:gd name="T139" fmla="*/ 0 h 162"/>
                <a:gd name="T140" fmla="*/ 703 w 703"/>
                <a:gd name="T141" fmla="*/ 162 h 162"/>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703" h="162">
                  <a:moveTo>
                    <a:pt x="631" y="8"/>
                  </a:moveTo>
                  <a:lnTo>
                    <a:pt x="636" y="6"/>
                  </a:lnTo>
                  <a:lnTo>
                    <a:pt x="606" y="20"/>
                  </a:lnTo>
                  <a:lnTo>
                    <a:pt x="575" y="32"/>
                  </a:lnTo>
                  <a:lnTo>
                    <a:pt x="540" y="42"/>
                  </a:lnTo>
                  <a:lnTo>
                    <a:pt x="504" y="52"/>
                  </a:lnTo>
                  <a:lnTo>
                    <a:pt x="467" y="59"/>
                  </a:lnTo>
                  <a:lnTo>
                    <a:pt x="428" y="64"/>
                  </a:lnTo>
                  <a:lnTo>
                    <a:pt x="389" y="67"/>
                  </a:lnTo>
                  <a:lnTo>
                    <a:pt x="348" y="68"/>
                  </a:lnTo>
                  <a:lnTo>
                    <a:pt x="308" y="68"/>
                  </a:lnTo>
                  <a:lnTo>
                    <a:pt x="267" y="65"/>
                  </a:lnTo>
                  <a:lnTo>
                    <a:pt x="226" y="61"/>
                  </a:lnTo>
                  <a:lnTo>
                    <a:pt x="187" y="54"/>
                  </a:lnTo>
                  <a:lnTo>
                    <a:pt x="148" y="44"/>
                  </a:lnTo>
                  <a:lnTo>
                    <a:pt x="110" y="33"/>
                  </a:lnTo>
                  <a:lnTo>
                    <a:pt x="75" y="20"/>
                  </a:lnTo>
                  <a:lnTo>
                    <a:pt x="42" y="5"/>
                  </a:lnTo>
                  <a:lnTo>
                    <a:pt x="0" y="89"/>
                  </a:lnTo>
                  <a:lnTo>
                    <a:pt x="40" y="107"/>
                  </a:lnTo>
                  <a:lnTo>
                    <a:pt x="82" y="122"/>
                  </a:lnTo>
                  <a:lnTo>
                    <a:pt x="124" y="135"/>
                  </a:lnTo>
                  <a:lnTo>
                    <a:pt x="169" y="146"/>
                  </a:lnTo>
                  <a:lnTo>
                    <a:pt x="214" y="153"/>
                  </a:lnTo>
                  <a:lnTo>
                    <a:pt x="258" y="158"/>
                  </a:lnTo>
                  <a:lnTo>
                    <a:pt x="303" y="162"/>
                  </a:lnTo>
                  <a:lnTo>
                    <a:pt x="348" y="162"/>
                  </a:lnTo>
                  <a:lnTo>
                    <a:pt x="394" y="161"/>
                  </a:lnTo>
                  <a:lnTo>
                    <a:pt x="439" y="157"/>
                  </a:lnTo>
                  <a:lnTo>
                    <a:pt x="481" y="150"/>
                  </a:lnTo>
                  <a:lnTo>
                    <a:pt x="525" y="143"/>
                  </a:lnTo>
                  <a:lnTo>
                    <a:pt x="566" y="132"/>
                  </a:lnTo>
                  <a:lnTo>
                    <a:pt x="606" y="121"/>
                  </a:lnTo>
                  <a:lnTo>
                    <a:pt x="643" y="105"/>
                  </a:lnTo>
                  <a:lnTo>
                    <a:pt x="678" y="88"/>
                  </a:lnTo>
                  <a:lnTo>
                    <a:pt x="683" y="86"/>
                  </a:lnTo>
                  <a:lnTo>
                    <a:pt x="678" y="88"/>
                  </a:lnTo>
                  <a:lnTo>
                    <a:pt x="695" y="75"/>
                  </a:lnTo>
                  <a:lnTo>
                    <a:pt x="702" y="60"/>
                  </a:lnTo>
                  <a:lnTo>
                    <a:pt x="703" y="42"/>
                  </a:lnTo>
                  <a:lnTo>
                    <a:pt x="698" y="26"/>
                  </a:lnTo>
                  <a:lnTo>
                    <a:pt x="688" y="12"/>
                  </a:lnTo>
                  <a:lnTo>
                    <a:pt x="674" y="3"/>
                  </a:lnTo>
                  <a:lnTo>
                    <a:pt x="656" y="0"/>
                  </a:lnTo>
                  <a:lnTo>
                    <a:pt x="636" y="6"/>
                  </a:lnTo>
                  <a:lnTo>
                    <a:pt x="631"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0549" name="Freeform 35"/>
            <p:cNvSpPr>
              <a:spLocks/>
            </p:cNvSpPr>
            <p:nvPr/>
          </p:nvSpPr>
          <p:spPr bwMode="auto">
            <a:xfrm>
              <a:off x="1332" y="2204"/>
              <a:ext cx="283" cy="192"/>
            </a:xfrm>
            <a:custGeom>
              <a:avLst/>
              <a:gdLst>
                <a:gd name="T0" fmla="*/ 11 w 1415"/>
                <a:gd name="T1" fmla="*/ 0 h 960"/>
                <a:gd name="T2" fmla="*/ 11 w 1415"/>
                <a:gd name="T3" fmla="*/ 0 h 960"/>
                <a:gd name="T4" fmla="*/ 0 w 1415"/>
                <a:gd name="T5" fmla="*/ 7 h 960"/>
                <a:gd name="T6" fmla="*/ 0 w 1415"/>
                <a:gd name="T7" fmla="*/ 8 h 960"/>
                <a:gd name="T8" fmla="*/ 11 w 1415"/>
                <a:gd name="T9" fmla="*/ 1 h 960"/>
                <a:gd name="T10" fmla="*/ 11 w 1415"/>
                <a:gd name="T11" fmla="*/ 1 h 960"/>
                <a:gd name="T12" fmla="*/ 11 w 1415"/>
                <a:gd name="T13" fmla="*/ 1 h 960"/>
                <a:gd name="T14" fmla="*/ 11 w 1415"/>
                <a:gd name="T15" fmla="*/ 1 h 960"/>
                <a:gd name="T16" fmla="*/ 11 w 1415"/>
                <a:gd name="T17" fmla="*/ 0 h 960"/>
                <a:gd name="T18" fmla="*/ 11 w 1415"/>
                <a:gd name="T19" fmla="*/ 0 h 960"/>
                <a:gd name="T20" fmla="*/ 11 w 1415"/>
                <a:gd name="T21" fmla="*/ 0 h 960"/>
                <a:gd name="T22" fmla="*/ 11 w 1415"/>
                <a:gd name="T23" fmla="*/ 0 h 960"/>
                <a:gd name="T24" fmla="*/ 11 w 1415"/>
                <a:gd name="T25" fmla="*/ 0 h 960"/>
                <a:gd name="T26" fmla="*/ 11 w 1415"/>
                <a:gd name="T27" fmla="*/ 0 h 960"/>
                <a:gd name="T28" fmla="*/ 11 w 1415"/>
                <a:gd name="T29" fmla="*/ 0 h 960"/>
                <a:gd name="T30" fmla="*/ 11 w 1415"/>
                <a:gd name="T31" fmla="*/ 0 h 96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15"/>
                <a:gd name="T49" fmla="*/ 0 h 960"/>
                <a:gd name="T50" fmla="*/ 1415 w 1415"/>
                <a:gd name="T51" fmla="*/ 960 h 96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15" h="960">
                  <a:moveTo>
                    <a:pt x="1338" y="10"/>
                  </a:moveTo>
                  <a:lnTo>
                    <a:pt x="1342" y="8"/>
                  </a:lnTo>
                  <a:lnTo>
                    <a:pt x="0" y="882"/>
                  </a:lnTo>
                  <a:lnTo>
                    <a:pt x="52" y="960"/>
                  </a:lnTo>
                  <a:lnTo>
                    <a:pt x="1393" y="85"/>
                  </a:lnTo>
                  <a:lnTo>
                    <a:pt x="1397" y="83"/>
                  </a:lnTo>
                  <a:lnTo>
                    <a:pt x="1393" y="85"/>
                  </a:lnTo>
                  <a:lnTo>
                    <a:pt x="1409" y="71"/>
                  </a:lnTo>
                  <a:lnTo>
                    <a:pt x="1415" y="53"/>
                  </a:lnTo>
                  <a:lnTo>
                    <a:pt x="1413" y="37"/>
                  </a:lnTo>
                  <a:lnTo>
                    <a:pt x="1406" y="21"/>
                  </a:lnTo>
                  <a:lnTo>
                    <a:pt x="1395" y="8"/>
                  </a:lnTo>
                  <a:lnTo>
                    <a:pt x="1379" y="1"/>
                  </a:lnTo>
                  <a:lnTo>
                    <a:pt x="1361" y="0"/>
                  </a:lnTo>
                  <a:lnTo>
                    <a:pt x="1342" y="8"/>
                  </a:lnTo>
                  <a:lnTo>
                    <a:pt x="1338" y="1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0550" name="Freeform 36"/>
            <p:cNvSpPr>
              <a:spLocks/>
            </p:cNvSpPr>
            <p:nvPr/>
          </p:nvSpPr>
          <p:spPr bwMode="auto">
            <a:xfrm>
              <a:off x="1599" y="2057"/>
              <a:ext cx="80" cy="163"/>
            </a:xfrm>
            <a:custGeom>
              <a:avLst/>
              <a:gdLst>
                <a:gd name="T0" fmla="*/ 2 w 398"/>
                <a:gd name="T1" fmla="*/ 0 h 817"/>
                <a:gd name="T2" fmla="*/ 2 w 398"/>
                <a:gd name="T3" fmla="*/ 0 h 817"/>
                <a:gd name="T4" fmla="*/ 2 w 398"/>
                <a:gd name="T5" fmla="*/ 1 h 817"/>
                <a:gd name="T6" fmla="*/ 2 w 398"/>
                <a:gd name="T7" fmla="*/ 1 h 817"/>
                <a:gd name="T8" fmla="*/ 2 w 398"/>
                <a:gd name="T9" fmla="*/ 2 h 817"/>
                <a:gd name="T10" fmla="*/ 2 w 398"/>
                <a:gd name="T11" fmla="*/ 2 h 817"/>
                <a:gd name="T12" fmla="*/ 2 w 398"/>
                <a:gd name="T13" fmla="*/ 2 h 817"/>
                <a:gd name="T14" fmla="*/ 2 w 398"/>
                <a:gd name="T15" fmla="*/ 3 h 817"/>
                <a:gd name="T16" fmla="*/ 2 w 398"/>
                <a:gd name="T17" fmla="*/ 3 h 817"/>
                <a:gd name="T18" fmla="*/ 2 w 398"/>
                <a:gd name="T19" fmla="*/ 4 h 817"/>
                <a:gd name="T20" fmla="*/ 2 w 398"/>
                <a:gd name="T21" fmla="*/ 4 h 817"/>
                <a:gd name="T22" fmla="*/ 1 w 398"/>
                <a:gd name="T23" fmla="*/ 4 h 817"/>
                <a:gd name="T24" fmla="*/ 1 w 398"/>
                <a:gd name="T25" fmla="*/ 5 h 817"/>
                <a:gd name="T26" fmla="*/ 1 w 398"/>
                <a:gd name="T27" fmla="*/ 5 h 817"/>
                <a:gd name="T28" fmla="*/ 1 w 398"/>
                <a:gd name="T29" fmla="*/ 5 h 817"/>
                <a:gd name="T30" fmla="*/ 1 w 398"/>
                <a:gd name="T31" fmla="*/ 5 h 817"/>
                <a:gd name="T32" fmla="*/ 0 w 398"/>
                <a:gd name="T33" fmla="*/ 6 h 817"/>
                <a:gd name="T34" fmla="*/ 0 w 398"/>
                <a:gd name="T35" fmla="*/ 6 h 817"/>
                <a:gd name="T36" fmla="*/ 0 w 398"/>
                <a:gd name="T37" fmla="*/ 7 h 817"/>
                <a:gd name="T38" fmla="*/ 1 w 398"/>
                <a:gd name="T39" fmla="*/ 6 h 817"/>
                <a:gd name="T40" fmla="*/ 1 w 398"/>
                <a:gd name="T41" fmla="*/ 6 h 817"/>
                <a:gd name="T42" fmla="*/ 1 w 398"/>
                <a:gd name="T43" fmla="*/ 6 h 817"/>
                <a:gd name="T44" fmla="*/ 2 w 398"/>
                <a:gd name="T45" fmla="*/ 5 h 817"/>
                <a:gd name="T46" fmla="*/ 2 w 398"/>
                <a:gd name="T47" fmla="*/ 5 h 817"/>
                <a:gd name="T48" fmla="*/ 2 w 398"/>
                <a:gd name="T49" fmla="*/ 5 h 817"/>
                <a:gd name="T50" fmla="*/ 2 w 398"/>
                <a:gd name="T51" fmla="*/ 4 h 817"/>
                <a:gd name="T52" fmla="*/ 2 w 398"/>
                <a:gd name="T53" fmla="*/ 4 h 817"/>
                <a:gd name="T54" fmla="*/ 3 w 398"/>
                <a:gd name="T55" fmla="*/ 3 h 817"/>
                <a:gd name="T56" fmla="*/ 3 w 398"/>
                <a:gd name="T57" fmla="*/ 3 h 817"/>
                <a:gd name="T58" fmla="*/ 3 w 398"/>
                <a:gd name="T59" fmla="*/ 3 h 817"/>
                <a:gd name="T60" fmla="*/ 3 w 398"/>
                <a:gd name="T61" fmla="*/ 2 h 817"/>
                <a:gd name="T62" fmla="*/ 3 w 398"/>
                <a:gd name="T63" fmla="*/ 2 h 817"/>
                <a:gd name="T64" fmla="*/ 3 w 398"/>
                <a:gd name="T65" fmla="*/ 1 h 817"/>
                <a:gd name="T66" fmla="*/ 3 w 398"/>
                <a:gd name="T67" fmla="*/ 1 h 817"/>
                <a:gd name="T68" fmla="*/ 3 w 398"/>
                <a:gd name="T69" fmla="*/ 0 h 817"/>
                <a:gd name="T70" fmla="*/ 3 w 398"/>
                <a:gd name="T71" fmla="*/ 0 h 817"/>
                <a:gd name="T72" fmla="*/ 3 w 398"/>
                <a:gd name="T73" fmla="*/ 0 h 817"/>
                <a:gd name="T74" fmla="*/ 3 w 398"/>
                <a:gd name="T75" fmla="*/ 0 h 817"/>
                <a:gd name="T76" fmla="*/ 3 w 398"/>
                <a:gd name="T77" fmla="*/ 0 h 817"/>
                <a:gd name="T78" fmla="*/ 3 w 398"/>
                <a:gd name="T79" fmla="*/ 0 h 817"/>
                <a:gd name="T80" fmla="*/ 3 w 398"/>
                <a:gd name="T81" fmla="*/ 0 h 817"/>
                <a:gd name="T82" fmla="*/ 3 w 398"/>
                <a:gd name="T83" fmla="*/ 0 h 817"/>
                <a:gd name="T84" fmla="*/ 3 w 398"/>
                <a:gd name="T85" fmla="*/ 0 h 817"/>
                <a:gd name="T86" fmla="*/ 2 w 398"/>
                <a:gd name="T87" fmla="*/ 0 h 817"/>
                <a:gd name="T88" fmla="*/ 2 w 398"/>
                <a:gd name="T89" fmla="*/ 0 h 817"/>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398"/>
                <a:gd name="T136" fmla="*/ 0 h 817"/>
                <a:gd name="T137" fmla="*/ 398 w 398"/>
                <a:gd name="T138" fmla="*/ 817 h 817"/>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398" h="817">
                  <a:moveTo>
                    <a:pt x="304" y="47"/>
                  </a:moveTo>
                  <a:lnTo>
                    <a:pt x="304" y="47"/>
                  </a:lnTo>
                  <a:lnTo>
                    <a:pt x="301" y="97"/>
                  </a:lnTo>
                  <a:lnTo>
                    <a:pt x="297" y="147"/>
                  </a:lnTo>
                  <a:lnTo>
                    <a:pt x="291" y="198"/>
                  </a:lnTo>
                  <a:lnTo>
                    <a:pt x="280" y="247"/>
                  </a:lnTo>
                  <a:lnTo>
                    <a:pt x="268" y="297"/>
                  </a:lnTo>
                  <a:lnTo>
                    <a:pt x="253" y="347"/>
                  </a:lnTo>
                  <a:lnTo>
                    <a:pt x="236" y="395"/>
                  </a:lnTo>
                  <a:lnTo>
                    <a:pt x="217" y="442"/>
                  </a:lnTo>
                  <a:lnTo>
                    <a:pt x="195" y="487"/>
                  </a:lnTo>
                  <a:lnTo>
                    <a:pt x="171" y="532"/>
                  </a:lnTo>
                  <a:lnTo>
                    <a:pt x="147" y="574"/>
                  </a:lnTo>
                  <a:lnTo>
                    <a:pt x="121" y="613"/>
                  </a:lnTo>
                  <a:lnTo>
                    <a:pt x="93" y="650"/>
                  </a:lnTo>
                  <a:lnTo>
                    <a:pt x="64" y="684"/>
                  </a:lnTo>
                  <a:lnTo>
                    <a:pt x="32" y="716"/>
                  </a:lnTo>
                  <a:lnTo>
                    <a:pt x="0" y="744"/>
                  </a:lnTo>
                  <a:lnTo>
                    <a:pt x="59" y="817"/>
                  </a:lnTo>
                  <a:lnTo>
                    <a:pt x="95" y="784"/>
                  </a:lnTo>
                  <a:lnTo>
                    <a:pt x="132" y="748"/>
                  </a:lnTo>
                  <a:lnTo>
                    <a:pt x="166" y="709"/>
                  </a:lnTo>
                  <a:lnTo>
                    <a:pt x="196" y="667"/>
                  </a:lnTo>
                  <a:lnTo>
                    <a:pt x="227" y="623"/>
                  </a:lnTo>
                  <a:lnTo>
                    <a:pt x="253" y="576"/>
                  </a:lnTo>
                  <a:lnTo>
                    <a:pt x="279" y="530"/>
                  </a:lnTo>
                  <a:lnTo>
                    <a:pt x="301" y="479"/>
                  </a:lnTo>
                  <a:lnTo>
                    <a:pt x="323" y="428"/>
                  </a:lnTo>
                  <a:lnTo>
                    <a:pt x="342" y="375"/>
                  </a:lnTo>
                  <a:lnTo>
                    <a:pt x="359" y="321"/>
                  </a:lnTo>
                  <a:lnTo>
                    <a:pt x="372" y="268"/>
                  </a:lnTo>
                  <a:lnTo>
                    <a:pt x="382" y="212"/>
                  </a:lnTo>
                  <a:lnTo>
                    <a:pt x="391" y="157"/>
                  </a:lnTo>
                  <a:lnTo>
                    <a:pt x="395" y="102"/>
                  </a:lnTo>
                  <a:lnTo>
                    <a:pt x="398" y="47"/>
                  </a:lnTo>
                  <a:lnTo>
                    <a:pt x="394" y="27"/>
                  </a:lnTo>
                  <a:lnTo>
                    <a:pt x="383" y="11"/>
                  </a:lnTo>
                  <a:lnTo>
                    <a:pt x="368" y="3"/>
                  </a:lnTo>
                  <a:lnTo>
                    <a:pt x="351" y="0"/>
                  </a:lnTo>
                  <a:lnTo>
                    <a:pt x="333" y="3"/>
                  </a:lnTo>
                  <a:lnTo>
                    <a:pt x="319" y="11"/>
                  </a:lnTo>
                  <a:lnTo>
                    <a:pt x="307" y="27"/>
                  </a:lnTo>
                  <a:lnTo>
                    <a:pt x="304" y="4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0551" name="Freeform 37"/>
            <p:cNvSpPr>
              <a:spLocks/>
            </p:cNvSpPr>
            <p:nvPr/>
          </p:nvSpPr>
          <p:spPr bwMode="auto">
            <a:xfrm>
              <a:off x="1660" y="1701"/>
              <a:ext cx="19" cy="365"/>
            </a:xfrm>
            <a:custGeom>
              <a:avLst/>
              <a:gdLst>
                <a:gd name="T0" fmla="*/ 0 w 95"/>
                <a:gd name="T1" fmla="*/ 0 h 1826"/>
                <a:gd name="T2" fmla="*/ 0 w 95"/>
                <a:gd name="T3" fmla="*/ 0 h 1826"/>
                <a:gd name="T4" fmla="*/ 0 w 95"/>
                <a:gd name="T5" fmla="*/ 15 h 1826"/>
                <a:gd name="T6" fmla="*/ 1 w 95"/>
                <a:gd name="T7" fmla="*/ 15 h 1826"/>
                <a:gd name="T8" fmla="*/ 1 w 95"/>
                <a:gd name="T9" fmla="*/ 0 h 1826"/>
                <a:gd name="T10" fmla="*/ 1 w 95"/>
                <a:gd name="T11" fmla="*/ 0 h 1826"/>
                <a:gd name="T12" fmla="*/ 1 w 95"/>
                <a:gd name="T13" fmla="*/ 0 h 1826"/>
                <a:gd name="T14" fmla="*/ 1 w 95"/>
                <a:gd name="T15" fmla="*/ 0 h 1826"/>
                <a:gd name="T16" fmla="*/ 1 w 95"/>
                <a:gd name="T17" fmla="*/ 0 h 1826"/>
                <a:gd name="T18" fmla="*/ 1 w 95"/>
                <a:gd name="T19" fmla="*/ 0 h 1826"/>
                <a:gd name="T20" fmla="*/ 0 w 95"/>
                <a:gd name="T21" fmla="*/ 0 h 1826"/>
                <a:gd name="T22" fmla="*/ 0 w 95"/>
                <a:gd name="T23" fmla="*/ 0 h 1826"/>
                <a:gd name="T24" fmla="*/ 0 w 95"/>
                <a:gd name="T25" fmla="*/ 0 h 1826"/>
                <a:gd name="T26" fmla="*/ 0 w 95"/>
                <a:gd name="T27" fmla="*/ 0 h 1826"/>
                <a:gd name="T28" fmla="*/ 0 w 95"/>
                <a:gd name="T29" fmla="*/ 0 h 1826"/>
                <a:gd name="T30" fmla="*/ 0 w 95"/>
                <a:gd name="T31" fmla="*/ 0 h 182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95"/>
                <a:gd name="T49" fmla="*/ 0 h 1826"/>
                <a:gd name="T50" fmla="*/ 95 w 95"/>
                <a:gd name="T51" fmla="*/ 1826 h 182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95" h="1826">
                  <a:moveTo>
                    <a:pt x="0" y="49"/>
                  </a:moveTo>
                  <a:lnTo>
                    <a:pt x="0" y="47"/>
                  </a:lnTo>
                  <a:lnTo>
                    <a:pt x="1" y="1826"/>
                  </a:lnTo>
                  <a:lnTo>
                    <a:pt x="95" y="1826"/>
                  </a:lnTo>
                  <a:lnTo>
                    <a:pt x="93" y="47"/>
                  </a:lnTo>
                  <a:lnTo>
                    <a:pt x="93" y="45"/>
                  </a:lnTo>
                  <a:lnTo>
                    <a:pt x="93" y="47"/>
                  </a:lnTo>
                  <a:lnTo>
                    <a:pt x="90" y="27"/>
                  </a:lnTo>
                  <a:lnTo>
                    <a:pt x="79" y="12"/>
                  </a:lnTo>
                  <a:lnTo>
                    <a:pt x="64" y="4"/>
                  </a:lnTo>
                  <a:lnTo>
                    <a:pt x="47" y="0"/>
                  </a:lnTo>
                  <a:lnTo>
                    <a:pt x="29" y="4"/>
                  </a:lnTo>
                  <a:lnTo>
                    <a:pt x="15" y="12"/>
                  </a:lnTo>
                  <a:lnTo>
                    <a:pt x="3" y="27"/>
                  </a:lnTo>
                  <a:lnTo>
                    <a:pt x="0" y="47"/>
                  </a:lnTo>
                  <a:lnTo>
                    <a:pt x="0" y="4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0552" name="Freeform 38"/>
            <p:cNvSpPr>
              <a:spLocks/>
            </p:cNvSpPr>
            <p:nvPr/>
          </p:nvSpPr>
          <p:spPr bwMode="auto">
            <a:xfrm>
              <a:off x="1598" y="1598"/>
              <a:ext cx="81" cy="113"/>
            </a:xfrm>
            <a:custGeom>
              <a:avLst/>
              <a:gdLst>
                <a:gd name="T0" fmla="*/ 0 w 401"/>
                <a:gd name="T1" fmla="*/ 1 h 566"/>
                <a:gd name="T2" fmla="*/ 0 w 401"/>
                <a:gd name="T3" fmla="*/ 1 h 566"/>
                <a:gd name="T4" fmla="*/ 0 w 401"/>
                <a:gd name="T5" fmla="*/ 1 h 566"/>
                <a:gd name="T6" fmla="*/ 1 w 401"/>
                <a:gd name="T7" fmla="*/ 1 h 566"/>
                <a:gd name="T8" fmla="*/ 1 w 401"/>
                <a:gd name="T9" fmla="*/ 1 h 566"/>
                <a:gd name="T10" fmla="*/ 1 w 401"/>
                <a:gd name="T11" fmla="*/ 1 h 566"/>
                <a:gd name="T12" fmla="*/ 1 w 401"/>
                <a:gd name="T13" fmla="*/ 2 h 566"/>
                <a:gd name="T14" fmla="*/ 1 w 401"/>
                <a:gd name="T15" fmla="*/ 2 h 566"/>
                <a:gd name="T16" fmla="*/ 2 w 401"/>
                <a:gd name="T17" fmla="*/ 2 h 566"/>
                <a:gd name="T18" fmla="*/ 2 w 401"/>
                <a:gd name="T19" fmla="*/ 2 h 566"/>
                <a:gd name="T20" fmla="*/ 2 w 401"/>
                <a:gd name="T21" fmla="*/ 2 h 566"/>
                <a:gd name="T22" fmla="*/ 2 w 401"/>
                <a:gd name="T23" fmla="*/ 3 h 566"/>
                <a:gd name="T24" fmla="*/ 2 w 401"/>
                <a:gd name="T25" fmla="*/ 3 h 566"/>
                <a:gd name="T26" fmla="*/ 2 w 401"/>
                <a:gd name="T27" fmla="*/ 3 h 566"/>
                <a:gd name="T28" fmla="*/ 2 w 401"/>
                <a:gd name="T29" fmla="*/ 4 h 566"/>
                <a:gd name="T30" fmla="*/ 2 w 401"/>
                <a:gd name="T31" fmla="*/ 4 h 566"/>
                <a:gd name="T32" fmla="*/ 2 w 401"/>
                <a:gd name="T33" fmla="*/ 4 h 566"/>
                <a:gd name="T34" fmla="*/ 3 w 401"/>
                <a:gd name="T35" fmla="*/ 5 h 566"/>
                <a:gd name="T36" fmla="*/ 3 w 401"/>
                <a:gd name="T37" fmla="*/ 4 h 566"/>
                <a:gd name="T38" fmla="*/ 3 w 401"/>
                <a:gd name="T39" fmla="*/ 4 h 566"/>
                <a:gd name="T40" fmla="*/ 3 w 401"/>
                <a:gd name="T41" fmla="*/ 4 h 566"/>
                <a:gd name="T42" fmla="*/ 3 w 401"/>
                <a:gd name="T43" fmla="*/ 3 h 566"/>
                <a:gd name="T44" fmla="*/ 3 w 401"/>
                <a:gd name="T45" fmla="*/ 3 h 566"/>
                <a:gd name="T46" fmla="*/ 3 w 401"/>
                <a:gd name="T47" fmla="*/ 3 h 566"/>
                <a:gd name="T48" fmla="*/ 3 w 401"/>
                <a:gd name="T49" fmla="*/ 2 h 566"/>
                <a:gd name="T50" fmla="*/ 3 w 401"/>
                <a:gd name="T51" fmla="*/ 2 h 566"/>
                <a:gd name="T52" fmla="*/ 2 w 401"/>
                <a:gd name="T53" fmla="*/ 2 h 566"/>
                <a:gd name="T54" fmla="*/ 2 w 401"/>
                <a:gd name="T55" fmla="*/ 2 h 566"/>
                <a:gd name="T56" fmla="*/ 2 w 401"/>
                <a:gd name="T57" fmla="*/ 1 h 566"/>
                <a:gd name="T58" fmla="*/ 2 w 401"/>
                <a:gd name="T59" fmla="*/ 1 h 566"/>
                <a:gd name="T60" fmla="*/ 2 w 401"/>
                <a:gd name="T61" fmla="*/ 1 h 566"/>
                <a:gd name="T62" fmla="*/ 1 w 401"/>
                <a:gd name="T63" fmla="*/ 1 h 566"/>
                <a:gd name="T64" fmla="*/ 1 w 401"/>
                <a:gd name="T65" fmla="*/ 0 h 566"/>
                <a:gd name="T66" fmla="*/ 1 w 401"/>
                <a:gd name="T67" fmla="*/ 0 h 566"/>
                <a:gd name="T68" fmla="*/ 1 w 401"/>
                <a:gd name="T69" fmla="*/ 0 h 566"/>
                <a:gd name="T70" fmla="*/ 1 w 401"/>
                <a:gd name="T71" fmla="*/ 0 h 566"/>
                <a:gd name="T72" fmla="*/ 1 w 401"/>
                <a:gd name="T73" fmla="*/ 0 h 566"/>
                <a:gd name="T74" fmla="*/ 0 w 401"/>
                <a:gd name="T75" fmla="*/ 0 h 566"/>
                <a:gd name="T76" fmla="*/ 0 w 401"/>
                <a:gd name="T77" fmla="*/ 0 h 566"/>
                <a:gd name="T78" fmla="*/ 0 w 401"/>
                <a:gd name="T79" fmla="*/ 0 h 566"/>
                <a:gd name="T80" fmla="*/ 0 w 401"/>
                <a:gd name="T81" fmla="*/ 0 h 566"/>
                <a:gd name="T82" fmla="*/ 0 w 401"/>
                <a:gd name="T83" fmla="*/ 0 h 566"/>
                <a:gd name="T84" fmla="*/ 0 w 401"/>
                <a:gd name="T85" fmla="*/ 0 h 566"/>
                <a:gd name="T86" fmla="*/ 0 w 401"/>
                <a:gd name="T87" fmla="*/ 1 h 566"/>
                <a:gd name="T88" fmla="*/ 0 w 401"/>
                <a:gd name="T89" fmla="*/ 1 h 56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401"/>
                <a:gd name="T136" fmla="*/ 0 h 566"/>
                <a:gd name="T137" fmla="*/ 401 w 401"/>
                <a:gd name="T138" fmla="*/ 566 h 566"/>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401" h="566">
                  <a:moveTo>
                    <a:pt x="23" y="88"/>
                  </a:moveTo>
                  <a:lnTo>
                    <a:pt x="23" y="88"/>
                  </a:lnTo>
                  <a:lnTo>
                    <a:pt x="53" y="107"/>
                  </a:lnTo>
                  <a:lnTo>
                    <a:pt x="83" y="125"/>
                  </a:lnTo>
                  <a:lnTo>
                    <a:pt x="108" y="147"/>
                  </a:lnTo>
                  <a:lnTo>
                    <a:pt x="135" y="171"/>
                  </a:lnTo>
                  <a:lnTo>
                    <a:pt x="160" y="196"/>
                  </a:lnTo>
                  <a:lnTo>
                    <a:pt x="182" y="223"/>
                  </a:lnTo>
                  <a:lnTo>
                    <a:pt x="205" y="251"/>
                  </a:lnTo>
                  <a:lnTo>
                    <a:pt x="223" y="281"/>
                  </a:lnTo>
                  <a:lnTo>
                    <a:pt x="240" y="312"/>
                  </a:lnTo>
                  <a:lnTo>
                    <a:pt x="256" y="345"/>
                  </a:lnTo>
                  <a:lnTo>
                    <a:pt x="270" y="379"/>
                  </a:lnTo>
                  <a:lnTo>
                    <a:pt x="282" y="414"/>
                  </a:lnTo>
                  <a:lnTo>
                    <a:pt x="291" y="450"/>
                  </a:lnTo>
                  <a:lnTo>
                    <a:pt x="299" y="488"/>
                  </a:lnTo>
                  <a:lnTo>
                    <a:pt x="304" y="526"/>
                  </a:lnTo>
                  <a:lnTo>
                    <a:pt x="308" y="566"/>
                  </a:lnTo>
                  <a:lnTo>
                    <a:pt x="401" y="562"/>
                  </a:lnTo>
                  <a:lnTo>
                    <a:pt x="398" y="517"/>
                  </a:lnTo>
                  <a:lnTo>
                    <a:pt x="391" y="471"/>
                  </a:lnTo>
                  <a:lnTo>
                    <a:pt x="383" y="429"/>
                  </a:lnTo>
                  <a:lnTo>
                    <a:pt x="371" y="386"/>
                  </a:lnTo>
                  <a:lnTo>
                    <a:pt x="357" y="346"/>
                  </a:lnTo>
                  <a:lnTo>
                    <a:pt x="340" y="307"/>
                  </a:lnTo>
                  <a:lnTo>
                    <a:pt x="324" y="270"/>
                  </a:lnTo>
                  <a:lnTo>
                    <a:pt x="303" y="232"/>
                  </a:lnTo>
                  <a:lnTo>
                    <a:pt x="280" y="197"/>
                  </a:lnTo>
                  <a:lnTo>
                    <a:pt x="255" y="164"/>
                  </a:lnTo>
                  <a:lnTo>
                    <a:pt x="228" y="132"/>
                  </a:lnTo>
                  <a:lnTo>
                    <a:pt x="199" y="103"/>
                  </a:lnTo>
                  <a:lnTo>
                    <a:pt x="169" y="76"/>
                  </a:lnTo>
                  <a:lnTo>
                    <a:pt x="137" y="50"/>
                  </a:lnTo>
                  <a:lnTo>
                    <a:pt x="103" y="27"/>
                  </a:lnTo>
                  <a:lnTo>
                    <a:pt x="67" y="6"/>
                  </a:lnTo>
                  <a:lnTo>
                    <a:pt x="48" y="0"/>
                  </a:lnTo>
                  <a:lnTo>
                    <a:pt x="30" y="2"/>
                  </a:lnTo>
                  <a:lnTo>
                    <a:pt x="16" y="12"/>
                  </a:lnTo>
                  <a:lnTo>
                    <a:pt x="5" y="25"/>
                  </a:lnTo>
                  <a:lnTo>
                    <a:pt x="0" y="41"/>
                  </a:lnTo>
                  <a:lnTo>
                    <a:pt x="0" y="59"/>
                  </a:lnTo>
                  <a:lnTo>
                    <a:pt x="8" y="75"/>
                  </a:lnTo>
                  <a:lnTo>
                    <a:pt x="23"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0553" name="Freeform 39"/>
            <p:cNvSpPr>
              <a:spLocks/>
            </p:cNvSpPr>
            <p:nvPr/>
          </p:nvSpPr>
          <p:spPr bwMode="auto">
            <a:xfrm>
              <a:off x="1346" y="1455"/>
              <a:ext cx="266" cy="160"/>
            </a:xfrm>
            <a:custGeom>
              <a:avLst/>
              <a:gdLst>
                <a:gd name="T0" fmla="*/ 0 w 1330"/>
                <a:gd name="T1" fmla="*/ 1 h 801"/>
                <a:gd name="T2" fmla="*/ 0 w 1330"/>
                <a:gd name="T3" fmla="*/ 1 h 801"/>
                <a:gd name="T4" fmla="*/ 10 w 1330"/>
                <a:gd name="T5" fmla="*/ 6 h 801"/>
                <a:gd name="T6" fmla="*/ 11 w 1330"/>
                <a:gd name="T7" fmla="*/ 6 h 801"/>
                <a:gd name="T8" fmla="*/ 1 w 1330"/>
                <a:gd name="T9" fmla="*/ 0 h 801"/>
                <a:gd name="T10" fmla="*/ 1 w 1330"/>
                <a:gd name="T11" fmla="*/ 0 h 801"/>
                <a:gd name="T12" fmla="*/ 1 w 1330"/>
                <a:gd name="T13" fmla="*/ 0 h 801"/>
                <a:gd name="T14" fmla="*/ 0 w 1330"/>
                <a:gd name="T15" fmla="*/ 0 h 801"/>
                <a:gd name="T16" fmla="*/ 0 w 1330"/>
                <a:gd name="T17" fmla="*/ 0 h 801"/>
                <a:gd name="T18" fmla="*/ 0 w 1330"/>
                <a:gd name="T19" fmla="*/ 0 h 801"/>
                <a:gd name="T20" fmla="*/ 0 w 1330"/>
                <a:gd name="T21" fmla="*/ 0 h 801"/>
                <a:gd name="T22" fmla="*/ 0 w 1330"/>
                <a:gd name="T23" fmla="*/ 0 h 801"/>
                <a:gd name="T24" fmla="*/ 0 w 1330"/>
                <a:gd name="T25" fmla="*/ 0 h 801"/>
                <a:gd name="T26" fmla="*/ 0 w 1330"/>
                <a:gd name="T27" fmla="*/ 1 h 801"/>
                <a:gd name="T28" fmla="*/ 0 w 1330"/>
                <a:gd name="T29" fmla="*/ 1 h 801"/>
                <a:gd name="T30" fmla="*/ 0 w 1330"/>
                <a:gd name="T31" fmla="*/ 1 h 801"/>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30"/>
                <a:gd name="T49" fmla="*/ 0 h 801"/>
                <a:gd name="T50" fmla="*/ 1330 w 1330"/>
                <a:gd name="T51" fmla="*/ 801 h 801"/>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30" h="801">
                  <a:moveTo>
                    <a:pt x="24" y="88"/>
                  </a:moveTo>
                  <a:lnTo>
                    <a:pt x="23" y="88"/>
                  </a:lnTo>
                  <a:lnTo>
                    <a:pt x="1286" y="801"/>
                  </a:lnTo>
                  <a:lnTo>
                    <a:pt x="1330" y="719"/>
                  </a:lnTo>
                  <a:lnTo>
                    <a:pt x="67" y="6"/>
                  </a:lnTo>
                  <a:lnTo>
                    <a:pt x="66" y="6"/>
                  </a:lnTo>
                  <a:lnTo>
                    <a:pt x="67" y="6"/>
                  </a:lnTo>
                  <a:lnTo>
                    <a:pt x="48" y="0"/>
                  </a:lnTo>
                  <a:lnTo>
                    <a:pt x="30" y="2"/>
                  </a:lnTo>
                  <a:lnTo>
                    <a:pt x="16" y="12"/>
                  </a:lnTo>
                  <a:lnTo>
                    <a:pt x="5" y="25"/>
                  </a:lnTo>
                  <a:lnTo>
                    <a:pt x="0" y="41"/>
                  </a:lnTo>
                  <a:lnTo>
                    <a:pt x="0" y="59"/>
                  </a:lnTo>
                  <a:lnTo>
                    <a:pt x="8" y="75"/>
                  </a:lnTo>
                  <a:lnTo>
                    <a:pt x="23" y="88"/>
                  </a:lnTo>
                  <a:lnTo>
                    <a:pt x="24"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0554" name="Freeform 40"/>
            <p:cNvSpPr>
              <a:spLocks/>
            </p:cNvSpPr>
            <p:nvPr/>
          </p:nvSpPr>
          <p:spPr bwMode="auto">
            <a:xfrm>
              <a:off x="1198" y="1439"/>
              <a:ext cx="161" cy="35"/>
            </a:xfrm>
            <a:custGeom>
              <a:avLst/>
              <a:gdLst>
                <a:gd name="T0" fmla="*/ 1 w 806"/>
                <a:gd name="T1" fmla="*/ 1 h 177"/>
                <a:gd name="T2" fmla="*/ 1 w 806"/>
                <a:gd name="T3" fmla="*/ 1 h 177"/>
                <a:gd name="T4" fmla="*/ 1 w 806"/>
                <a:gd name="T5" fmla="*/ 1 h 177"/>
                <a:gd name="T6" fmla="*/ 1 w 806"/>
                <a:gd name="T7" fmla="*/ 1 h 177"/>
                <a:gd name="T8" fmla="*/ 2 w 806"/>
                <a:gd name="T9" fmla="*/ 1 h 177"/>
                <a:gd name="T10" fmla="*/ 2 w 806"/>
                <a:gd name="T11" fmla="*/ 1 h 177"/>
                <a:gd name="T12" fmla="*/ 2 w 806"/>
                <a:gd name="T13" fmla="*/ 1 h 177"/>
                <a:gd name="T14" fmla="*/ 3 w 806"/>
                <a:gd name="T15" fmla="*/ 1 h 177"/>
                <a:gd name="T16" fmla="*/ 3 w 806"/>
                <a:gd name="T17" fmla="*/ 1 h 177"/>
                <a:gd name="T18" fmla="*/ 3 w 806"/>
                <a:gd name="T19" fmla="*/ 1 h 177"/>
                <a:gd name="T20" fmla="*/ 4 w 806"/>
                <a:gd name="T21" fmla="*/ 1 h 177"/>
                <a:gd name="T22" fmla="*/ 4 w 806"/>
                <a:gd name="T23" fmla="*/ 1 h 177"/>
                <a:gd name="T24" fmla="*/ 5 w 806"/>
                <a:gd name="T25" fmla="*/ 1 h 177"/>
                <a:gd name="T26" fmla="*/ 5 w 806"/>
                <a:gd name="T27" fmla="*/ 1 h 177"/>
                <a:gd name="T28" fmla="*/ 5 w 806"/>
                <a:gd name="T29" fmla="*/ 1 h 177"/>
                <a:gd name="T30" fmla="*/ 6 w 806"/>
                <a:gd name="T31" fmla="*/ 1 h 177"/>
                <a:gd name="T32" fmla="*/ 6 w 806"/>
                <a:gd name="T33" fmla="*/ 1 h 177"/>
                <a:gd name="T34" fmla="*/ 6 w 806"/>
                <a:gd name="T35" fmla="*/ 1 h 177"/>
                <a:gd name="T36" fmla="*/ 6 w 806"/>
                <a:gd name="T37" fmla="*/ 1 h 177"/>
                <a:gd name="T38" fmla="*/ 6 w 806"/>
                <a:gd name="T39" fmla="*/ 1 h 177"/>
                <a:gd name="T40" fmla="*/ 6 w 806"/>
                <a:gd name="T41" fmla="*/ 0 h 177"/>
                <a:gd name="T42" fmla="*/ 5 w 806"/>
                <a:gd name="T43" fmla="*/ 0 h 177"/>
                <a:gd name="T44" fmla="*/ 5 w 806"/>
                <a:gd name="T45" fmla="*/ 0 h 177"/>
                <a:gd name="T46" fmla="*/ 5 w 806"/>
                <a:gd name="T47" fmla="*/ 0 h 177"/>
                <a:gd name="T48" fmla="*/ 4 w 806"/>
                <a:gd name="T49" fmla="*/ 0 h 177"/>
                <a:gd name="T50" fmla="*/ 4 w 806"/>
                <a:gd name="T51" fmla="*/ 0 h 177"/>
                <a:gd name="T52" fmla="*/ 3 w 806"/>
                <a:gd name="T53" fmla="*/ 0 h 177"/>
                <a:gd name="T54" fmla="*/ 3 w 806"/>
                <a:gd name="T55" fmla="*/ 0 h 177"/>
                <a:gd name="T56" fmla="*/ 3 w 806"/>
                <a:gd name="T57" fmla="*/ 0 h 177"/>
                <a:gd name="T58" fmla="*/ 2 w 806"/>
                <a:gd name="T59" fmla="*/ 0 h 177"/>
                <a:gd name="T60" fmla="*/ 2 w 806"/>
                <a:gd name="T61" fmla="*/ 0 h 177"/>
                <a:gd name="T62" fmla="*/ 1 w 806"/>
                <a:gd name="T63" fmla="*/ 0 h 177"/>
                <a:gd name="T64" fmla="*/ 1 w 806"/>
                <a:gd name="T65" fmla="*/ 0 h 177"/>
                <a:gd name="T66" fmla="*/ 1 w 806"/>
                <a:gd name="T67" fmla="*/ 1 h 177"/>
                <a:gd name="T68" fmla="*/ 0 w 806"/>
                <a:gd name="T69" fmla="*/ 1 h 177"/>
                <a:gd name="T70" fmla="*/ 0 w 806"/>
                <a:gd name="T71" fmla="*/ 1 h 177"/>
                <a:gd name="T72" fmla="*/ 0 w 806"/>
                <a:gd name="T73" fmla="*/ 1 h 177"/>
                <a:gd name="T74" fmla="*/ 0 w 806"/>
                <a:gd name="T75" fmla="*/ 1 h 177"/>
                <a:gd name="T76" fmla="*/ 0 w 806"/>
                <a:gd name="T77" fmla="*/ 1 h 177"/>
                <a:gd name="T78" fmla="*/ 0 w 806"/>
                <a:gd name="T79" fmla="*/ 1 h 177"/>
                <a:gd name="T80" fmla="*/ 0 w 806"/>
                <a:gd name="T81" fmla="*/ 1 h 177"/>
                <a:gd name="T82" fmla="*/ 0 w 806"/>
                <a:gd name="T83" fmla="*/ 1 h 177"/>
                <a:gd name="T84" fmla="*/ 0 w 806"/>
                <a:gd name="T85" fmla="*/ 1 h 177"/>
                <a:gd name="T86" fmla="*/ 0 w 806"/>
                <a:gd name="T87" fmla="*/ 1 h 177"/>
                <a:gd name="T88" fmla="*/ 1 w 806"/>
                <a:gd name="T89" fmla="*/ 1 h 177"/>
                <a:gd name="T90" fmla="*/ 1 w 806"/>
                <a:gd name="T91" fmla="*/ 1 h 17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806"/>
                <a:gd name="T139" fmla="*/ 0 h 177"/>
                <a:gd name="T140" fmla="*/ 806 w 806"/>
                <a:gd name="T141" fmla="*/ 177 h 17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806" h="177">
                  <a:moveTo>
                    <a:pt x="67" y="171"/>
                  </a:moveTo>
                  <a:lnTo>
                    <a:pt x="68" y="171"/>
                  </a:lnTo>
                  <a:lnTo>
                    <a:pt x="109" y="151"/>
                  </a:lnTo>
                  <a:lnTo>
                    <a:pt x="151" y="135"/>
                  </a:lnTo>
                  <a:lnTo>
                    <a:pt x="196" y="122"/>
                  </a:lnTo>
                  <a:lnTo>
                    <a:pt x="242" y="110"/>
                  </a:lnTo>
                  <a:lnTo>
                    <a:pt x="287" y="102"/>
                  </a:lnTo>
                  <a:lnTo>
                    <a:pt x="335" y="97"/>
                  </a:lnTo>
                  <a:lnTo>
                    <a:pt x="382" y="95"/>
                  </a:lnTo>
                  <a:lnTo>
                    <a:pt x="430" y="94"/>
                  </a:lnTo>
                  <a:lnTo>
                    <a:pt x="477" y="97"/>
                  </a:lnTo>
                  <a:lnTo>
                    <a:pt x="524" y="102"/>
                  </a:lnTo>
                  <a:lnTo>
                    <a:pt x="568" y="108"/>
                  </a:lnTo>
                  <a:lnTo>
                    <a:pt x="612" y="117"/>
                  </a:lnTo>
                  <a:lnTo>
                    <a:pt x="654" y="128"/>
                  </a:lnTo>
                  <a:lnTo>
                    <a:pt x="693" y="141"/>
                  </a:lnTo>
                  <a:lnTo>
                    <a:pt x="730" y="155"/>
                  </a:lnTo>
                  <a:lnTo>
                    <a:pt x="764" y="171"/>
                  </a:lnTo>
                  <a:lnTo>
                    <a:pt x="806" y="89"/>
                  </a:lnTo>
                  <a:lnTo>
                    <a:pt x="768" y="70"/>
                  </a:lnTo>
                  <a:lnTo>
                    <a:pt x="725" y="54"/>
                  </a:lnTo>
                  <a:lnTo>
                    <a:pt x="680" y="39"/>
                  </a:lnTo>
                  <a:lnTo>
                    <a:pt x="633" y="26"/>
                  </a:lnTo>
                  <a:lnTo>
                    <a:pt x="585" y="16"/>
                  </a:lnTo>
                  <a:lnTo>
                    <a:pt x="536" y="8"/>
                  </a:lnTo>
                  <a:lnTo>
                    <a:pt x="484" y="3"/>
                  </a:lnTo>
                  <a:lnTo>
                    <a:pt x="433" y="0"/>
                  </a:lnTo>
                  <a:lnTo>
                    <a:pt x="380" y="1"/>
                  </a:lnTo>
                  <a:lnTo>
                    <a:pt x="328" y="3"/>
                  </a:lnTo>
                  <a:lnTo>
                    <a:pt x="276" y="10"/>
                  </a:lnTo>
                  <a:lnTo>
                    <a:pt x="223" y="19"/>
                  </a:lnTo>
                  <a:lnTo>
                    <a:pt x="172" y="30"/>
                  </a:lnTo>
                  <a:lnTo>
                    <a:pt x="121" y="46"/>
                  </a:lnTo>
                  <a:lnTo>
                    <a:pt x="72" y="67"/>
                  </a:lnTo>
                  <a:lnTo>
                    <a:pt x="24" y="89"/>
                  </a:lnTo>
                  <a:lnTo>
                    <a:pt x="25" y="89"/>
                  </a:lnTo>
                  <a:lnTo>
                    <a:pt x="24" y="89"/>
                  </a:lnTo>
                  <a:lnTo>
                    <a:pt x="8" y="102"/>
                  </a:lnTo>
                  <a:lnTo>
                    <a:pt x="0" y="118"/>
                  </a:lnTo>
                  <a:lnTo>
                    <a:pt x="0" y="136"/>
                  </a:lnTo>
                  <a:lnTo>
                    <a:pt x="6" y="152"/>
                  </a:lnTo>
                  <a:lnTo>
                    <a:pt x="17" y="165"/>
                  </a:lnTo>
                  <a:lnTo>
                    <a:pt x="31" y="175"/>
                  </a:lnTo>
                  <a:lnTo>
                    <a:pt x="48" y="177"/>
                  </a:lnTo>
                  <a:lnTo>
                    <a:pt x="68" y="171"/>
                  </a:lnTo>
                  <a:lnTo>
                    <a:pt x="67" y="1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0555" name="Freeform 41"/>
            <p:cNvSpPr>
              <a:spLocks/>
            </p:cNvSpPr>
            <p:nvPr/>
          </p:nvSpPr>
          <p:spPr bwMode="auto">
            <a:xfrm>
              <a:off x="931" y="1456"/>
              <a:ext cx="280" cy="158"/>
            </a:xfrm>
            <a:custGeom>
              <a:avLst/>
              <a:gdLst>
                <a:gd name="T0" fmla="*/ 1 w 1402"/>
                <a:gd name="T1" fmla="*/ 6 h 787"/>
                <a:gd name="T2" fmla="*/ 1 w 1402"/>
                <a:gd name="T3" fmla="*/ 6 h 787"/>
                <a:gd name="T4" fmla="*/ 11 w 1402"/>
                <a:gd name="T5" fmla="*/ 1 h 787"/>
                <a:gd name="T6" fmla="*/ 11 w 1402"/>
                <a:gd name="T7" fmla="*/ 0 h 787"/>
                <a:gd name="T8" fmla="*/ 0 w 1402"/>
                <a:gd name="T9" fmla="*/ 6 h 787"/>
                <a:gd name="T10" fmla="*/ 0 w 1402"/>
                <a:gd name="T11" fmla="*/ 6 h 787"/>
                <a:gd name="T12" fmla="*/ 0 w 1402"/>
                <a:gd name="T13" fmla="*/ 6 h 787"/>
                <a:gd name="T14" fmla="*/ 0 w 1402"/>
                <a:gd name="T15" fmla="*/ 6 h 787"/>
                <a:gd name="T16" fmla="*/ 0 w 1402"/>
                <a:gd name="T17" fmla="*/ 6 h 787"/>
                <a:gd name="T18" fmla="*/ 0 w 1402"/>
                <a:gd name="T19" fmla="*/ 6 h 787"/>
                <a:gd name="T20" fmla="*/ 0 w 1402"/>
                <a:gd name="T21" fmla="*/ 6 h 787"/>
                <a:gd name="T22" fmla="*/ 0 w 1402"/>
                <a:gd name="T23" fmla="*/ 6 h 787"/>
                <a:gd name="T24" fmla="*/ 0 w 1402"/>
                <a:gd name="T25" fmla="*/ 6 h 787"/>
                <a:gd name="T26" fmla="*/ 0 w 1402"/>
                <a:gd name="T27" fmla="*/ 6 h 787"/>
                <a:gd name="T28" fmla="*/ 1 w 1402"/>
                <a:gd name="T29" fmla="*/ 6 h 787"/>
                <a:gd name="T30" fmla="*/ 1 w 1402"/>
                <a:gd name="T31" fmla="*/ 6 h 78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02"/>
                <a:gd name="T49" fmla="*/ 0 h 787"/>
                <a:gd name="T50" fmla="*/ 1402 w 1402"/>
                <a:gd name="T51" fmla="*/ 787 h 78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02" h="787">
                  <a:moveTo>
                    <a:pt x="69" y="781"/>
                  </a:moveTo>
                  <a:lnTo>
                    <a:pt x="66" y="781"/>
                  </a:lnTo>
                  <a:lnTo>
                    <a:pt x="1402" y="82"/>
                  </a:lnTo>
                  <a:lnTo>
                    <a:pt x="1360" y="0"/>
                  </a:lnTo>
                  <a:lnTo>
                    <a:pt x="24" y="699"/>
                  </a:lnTo>
                  <a:lnTo>
                    <a:pt x="22" y="699"/>
                  </a:lnTo>
                  <a:lnTo>
                    <a:pt x="24" y="699"/>
                  </a:lnTo>
                  <a:lnTo>
                    <a:pt x="8" y="712"/>
                  </a:lnTo>
                  <a:lnTo>
                    <a:pt x="1" y="727"/>
                  </a:lnTo>
                  <a:lnTo>
                    <a:pt x="0" y="744"/>
                  </a:lnTo>
                  <a:lnTo>
                    <a:pt x="5" y="761"/>
                  </a:lnTo>
                  <a:lnTo>
                    <a:pt x="15" y="775"/>
                  </a:lnTo>
                  <a:lnTo>
                    <a:pt x="30" y="784"/>
                  </a:lnTo>
                  <a:lnTo>
                    <a:pt x="46" y="787"/>
                  </a:lnTo>
                  <a:lnTo>
                    <a:pt x="66" y="781"/>
                  </a:lnTo>
                  <a:lnTo>
                    <a:pt x="69" y="7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0556" name="Freeform 42"/>
            <p:cNvSpPr>
              <a:spLocks/>
            </p:cNvSpPr>
            <p:nvPr/>
          </p:nvSpPr>
          <p:spPr bwMode="auto">
            <a:xfrm>
              <a:off x="868" y="1596"/>
              <a:ext cx="77" cy="126"/>
            </a:xfrm>
            <a:custGeom>
              <a:avLst/>
              <a:gdLst>
                <a:gd name="T0" fmla="*/ 1 w 382"/>
                <a:gd name="T1" fmla="*/ 5 h 628"/>
                <a:gd name="T2" fmla="*/ 1 w 382"/>
                <a:gd name="T3" fmla="*/ 5 h 628"/>
                <a:gd name="T4" fmla="*/ 1 w 382"/>
                <a:gd name="T5" fmla="*/ 4 h 628"/>
                <a:gd name="T6" fmla="*/ 1 w 382"/>
                <a:gd name="T7" fmla="*/ 4 h 628"/>
                <a:gd name="T8" fmla="*/ 1 w 382"/>
                <a:gd name="T9" fmla="*/ 4 h 628"/>
                <a:gd name="T10" fmla="*/ 1 w 382"/>
                <a:gd name="T11" fmla="*/ 3 h 628"/>
                <a:gd name="T12" fmla="*/ 1 w 382"/>
                <a:gd name="T13" fmla="*/ 3 h 628"/>
                <a:gd name="T14" fmla="*/ 1 w 382"/>
                <a:gd name="T15" fmla="*/ 3 h 628"/>
                <a:gd name="T16" fmla="*/ 1 w 382"/>
                <a:gd name="T17" fmla="*/ 3 h 628"/>
                <a:gd name="T18" fmla="*/ 1 w 382"/>
                <a:gd name="T19" fmla="*/ 2 h 628"/>
                <a:gd name="T20" fmla="*/ 2 w 382"/>
                <a:gd name="T21" fmla="*/ 2 h 628"/>
                <a:gd name="T22" fmla="*/ 2 w 382"/>
                <a:gd name="T23" fmla="*/ 2 h 628"/>
                <a:gd name="T24" fmla="*/ 2 w 382"/>
                <a:gd name="T25" fmla="*/ 2 h 628"/>
                <a:gd name="T26" fmla="*/ 2 w 382"/>
                <a:gd name="T27" fmla="*/ 1 h 628"/>
                <a:gd name="T28" fmla="*/ 2 w 382"/>
                <a:gd name="T29" fmla="*/ 1 h 628"/>
                <a:gd name="T30" fmla="*/ 3 w 382"/>
                <a:gd name="T31" fmla="*/ 1 h 628"/>
                <a:gd name="T32" fmla="*/ 3 w 382"/>
                <a:gd name="T33" fmla="*/ 1 h 628"/>
                <a:gd name="T34" fmla="*/ 3 w 382"/>
                <a:gd name="T35" fmla="*/ 1 h 628"/>
                <a:gd name="T36" fmla="*/ 3 w 382"/>
                <a:gd name="T37" fmla="*/ 0 h 628"/>
                <a:gd name="T38" fmla="*/ 2 w 382"/>
                <a:gd name="T39" fmla="*/ 0 h 628"/>
                <a:gd name="T40" fmla="*/ 2 w 382"/>
                <a:gd name="T41" fmla="*/ 0 h 628"/>
                <a:gd name="T42" fmla="*/ 2 w 382"/>
                <a:gd name="T43" fmla="*/ 1 h 628"/>
                <a:gd name="T44" fmla="*/ 2 w 382"/>
                <a:gd name="T45" fmla="*/ 1 h 628"/>
                <a:gd name="T46" fmla="*/ 1 w 382"/>
                <a:gd name="T47" fmla="*/ 1 h 628"/>
                <a:gd name="T48" fmla="*/ 1 w 382"/>
                <a:gd name="T49" fmla="*/ 1 h 628"/>
                <a:gd name="T50" fmla="*/ 1 w 382"/>
                <a:gd name="T51" fmla="*/ 2 h 628"/>
                <a:gd name="T52" fmla="*/ 1 w 382"/>
                <a:gd name="T53" fmla="*/ 2 h 628"/>
                <a:gd name="T54" fmla="*/ 1 w 382"/>
                <a:gd name="T55" fmla="*/ 2 h 628"/>
                <a:gd name="T56" fmla="*/ 0 w 382"/>
                <a:gd name="T57" fmla="*/ 3 h 628"/>
                <a:gd name="T58" fmla="*/ 0 w 382"/>
                <a:gd name="T59" fmla="*/ 3 h 628"/>
                <a:gd name="T60" fmla="*/ 0 w 382"/>
                <a:gd name="T61" fmla="*/ 3 h 628"/>
                <a:gd name="T62" fmla="*/ 0 w 382"/>
                <a:gd name="T63" fmla="*/ 4 h 628"/>
                <a:gd name="T64" fmla="*/ 0 w 382"/>
                <a:gd name="T65" fmla="*/ 4 h 628"/>
                <a:gd name="T66" fmla="*/ 0 w 382"/>
                <a:gd name="T67" fmla="*/ 4 h 628"/>
                <a:gd name="T68" fmla="*/ 0 w 382"/>
                <a:gd name="T69" fmla="*/ 5 h 628"/>
                <a:gd name="T70" fmla="*/ 0 w 382"/>
                <a:gd name="T71" fmla="*/ 5 h 628"/>
                <a:gd name="T72" fmla="*/ 0 w 382"/>
                <a:gd name="T73" fmla="*/ 5 h 628"/>
                <a:gd name="T74" fmla="*/ 0 w 382"/>
                <a:gd name="T75" fmla="*/ 5 h 628"/>
                <a:gd name="T76" fmla="*/ 0 w 382"/>
                <a:gd name="T77" fmla="*/ 5 h 628"/>
                <a:gd name="T78" fmla="*/ 0 w 382"/>
                <a:gd name="T79" fmla="*/ 5 h 628"/>
                <a:gd name="T80" fmla="*/ 0 w 382"/>
                <a:gd name="T81" fmla="*/ 5 h 628"/>
                <a:gd name="T82" fmla="*/ 1 w 382"/>
                <a:gd name="T83" fmla="*/ 5 h 628"/>
                <a:gd name="T84" fmla="*/ 1 w 382"/>
                <a:gd name="T85" fmla="*/ 5 h 628"/>
                <a:gd name="T86" fmla="*/ 1 w 382"/>
                <a:gd name="T87" fmla="*/ 5 h 628"/>
                <a:gd name="T88" fmla="*/ 1 w 382"/>
                <a:gd name="T89" fmla="*/ 5 h 628"/>
                <a:gd name="T90" fmla="*/ 1 w 382"/>
                <a:gd name="T91" fmla="*/ 5 h 628"/>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382"/>
                <a:gd name="T139" fmla="*/ 0 h 628"/>
                <a:gd name="T140" fmla="*/ 382 w 382"/>
                <a:gd name="T141" fmla="*/ 628 h 628"/>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382" h="628">
                  <a:moveTo>
                    <a:pt x="94" y="581"/>
                  </a:moveTo>
                  <a:lnTo>
                    <a:pt x="94" y="582"/>
                  </a:lnTo>
                  <a:lnTo>
                    <a:pt x="96" y="541"/>
                  </a:lnTo>
                  <a:lnTo>
                    <a:pt x="99" y="500"/>
                  </a:lnTo>
                  <a:lnTo>
                    <a:pt x="106" y="463"/>
                  </a:lnTo>
                  <a:lnTo>
                    <a:pt x="115" y="424"/>
                  </a:lnTo>
                  <a:lnTo>
                    <a:pt x="127" y="389"/>
                  </a:lnTo>
                  <a:lnTo>
                    <a:pt x="140" y="353"/>
                  </a:lnTo>
                  <a:lnTo>
                    <a:pt x="156" y="320"/>
                  </a:lnTo>
                  <a:lnTo>
                    <a:pt x="173" y="287"/>
                  </a:lnTo>
                  <a:lnTo>
                    <a:pt x="193" y="255"/>
                  </a:lnTo>
                  <a:lnTo>
                    <a:pt x="214" y="226"/>
                  </a:lnTo>
                  <a:lnTo>
                    <a:pt x="238" y="198"/>
                  </a:lnTo>
                  <a:lnTo>
                    <a:pt x="263" y="172"/>
                  </a:lnTo>
                  <a:lnTo>
                    <a:pt x="290" y="146"/>
                  </a:lnTo>
                  <a:lnTo>
                    <a:pt x="318" y="122"/>
                  </a:lnTo>
                  <a:lnTo>
                    <a:pt x="349" y="101"/>
                  </a:lnTo>
                  <a:lnTo>
                    <a:pt x="382" y="82"/>
                  </a:lnTo>
                  <a:lnTo>
                    <a:pt x="335" y="0"/>
                  </a:lnTo>
                  <a:lnTo>
                    <a:pt x="297" y="23"/>
                  </a:lnTo>
                  <a:lnTo>
                    <a:pt x="262" y="49"/>
                  </a:lnTo>
                  <a:lnTo>
                    <a:pt x="229" y="76"/>
                  </a:lnTo>
                  <a:lnTo>
                    <a:pt x="198" y="104"/>
                  </a:lnTo>
                  <a:lnTo>
                    <a:pt x="167" y="137"/>
                  </a:lnTo>
                  <a:lnTo>
                    <a:pt x="142" y="170"/>
                  </a:lnTo>
                  <a:lnTo>
                    <a:pt x="116" y="204"/>
                  </a:lnTo>
                  <a:lnTo>
                    <a:pt x="94" y="240"/>
                  </a:lnTo>
                  <a:lnTo>
                    <a:pt x="74" y="278"/>
                  </a:lnTo>
                  <a:lnTo>
                    <a:pt x="54" y="317"/>
                  </a:lnTo>
                  <a:lnTo>
                    <a:pt x="38" y="359"/>
                  </a:lnTo>
                  <a:lnTo>
                    <a:pt x="26" y="401"/>
                  </a:lnTo>
                  <a:lnTo>
                    <a:pt x="15" y="444"/>
                  </a:lnTo>
                  <a:lnTo>
                    <a:pt x="8" y="489"/>
                  </a:lnTo>
                  <a:lnTo>
                    <a:pt x="2" y="534"/>
                  </a:lnTo>
                  <a:lnTo>
                    <a:pt x="0" y="580"/>
                  </a:lnTo>
                  <a:lnTo>
                    <a:pt x="0" y="581"/>
                  </a:lnTo>
                  <a:lnTo>
                    <a:pt x="0" y="580"/>
                  </a:lnTo>
                  <a:lnTo>
                    <a:pt x="3" y="600"/>
                  </a:lnTo>
                  <a:lnTo>
                    <a:pt x="14" y="615"/>
                  </a:lnTo>
                  <a:lnTo>
                    <a:pt x="29" y="625"/>
                  </a:lnTo>
                  <a:lnTo>
                    <a:pt x="45" y="628"/>
                  </a:lnTo>
                  <a:lnTo>
                    <a:pt x="63" y="626"/>
                  </a:lnTo>
                  <a:lnTo>
                    <a:pt x="78" y="616"/>
                  </a:lnTo>
                  <a:lnTo>
                    <a:pt x="89" y="602"/>
                  </a:lnTo>
                  <a:lnTo>
                    <a:pt x="94" y="582"/>
                  </a:lnTo>
                  <a:lnTo>
                    <a:pt x="94" y="5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0557" name="Freeform 43"/>
            <p:cNvSpPr>
              <a:spLocks/>
            </p:cNvSpPr>
            <p:nvPr/>
          </p:nvSpPr>
          <p:spPr bwMode="auto">
            <a:xfrm>
              <a:off x="868" y="1712"/>
              <a:ext cx="19" cy="364"/>
            </a:xfrm>
            <a:custGeom>
              <a:avLst/>
              <a:gdLst>
                <a:gd name="T0" fmla="*/ 1 w 94"/>
                <a:gd name="T1" fmla="*/ 14 h 1818"/>
                <a:gd name="T2" fmla="*/ 1 w 94"/>
                <a:gd name="T3" fmla="*/ 14 h 1818"/>
                <a:gd name="T4" fmla="*/ 1 w 94"/>
                <a:gd name="T5" fmla="*/ 0 h 1818"/>
                <a:gd name="T6" fmla="*/ 0 w 94"/>
                <a:gd name="T7" fmla="*/ 0 h 1818"/>
                <a:gd name="T8" fmla="*/ 0 w 94"/>
                <a:gd name="T9" fmla="*/ 14 h 1818"/>
                <a:gd name="T10" fmla="*/ 0 w 94"/>
                <a:gd name="T11" fmla="*/ 14 h 1818"/>
                <a:gd name="T12" fmla="*/ 0 w 94"/>
                <a:gd name="T13" fmla="*/ 14 h 1818"/>
                <a:gd name="T14" fmla="*/ 0 w 94"/>
                <a:gd name="T15" fmla="*/ 14 h 1818"/>
                <a:gd name="T16" fmla="*/ 0 w 94"/>
                <a:gd name="T17" fmla="*/ 14 h 1818"/>
                <a:gd name="T18" fmla="*/ 0 w 94"/>
                <a:gd name="T19" fmla="*/ 15 h 1818"/>
                <a:gd name="T20" fmla="*/ 0 w 94"/>
                <a:gd name="T21" fmla="*/ 15 h 1818"/>
                <a:gd name="T22" fmla="*/ 1 w 94"/>
                <a:gd name="T23" fmla="*/ 15 h 1818"/>
                <a:gd name="T24" fmla="*/ 1 w 94"/>
                <a:gd name="T25" fmla="*/ 14 h 1818"/>
                <a:gd name="T26" fmla="*/ 1 w 94"/>
                <a:gd name="T27" fmla="*/ 14 h 1818"/>
                <a:gd name="T28" fmla="*/ 1 w 94"/>
                <a:gd name="T29" fmla="*/ 14 h 1818"/>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94"/>
                <a:gd name="T46" fmla="*/ 0 h 1818"/>
                <a:gd name="T47" fmla="*/ 94 w 94"/>
                <a:gd name="T48" fmla="*/ 1818 h 1818"/>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94" h="1818">
                  <a:moveTo>
                    <a:pt x="94" y="1771"/>
                  </a:moveTo>
                  <a:lnTo>
                    <a:pt x="94" y="1771"/>
                  </a:lnTo>
                  <a:lnTo>
                    <a:pt x="94" y="0"/>
                  </a:lnTo>
                  <a:lnTo>
                    <a:pt x="0" y="0"/>
                  </a:lnTo>
                  <a:lnTo>
                    <a:pt x="0" y="1771"/>
                  </a:lnTo>
                  <a:lnTo>
                    <a:pt x="3" y="1791"/>
                  </a:lnTo>
                  <a:lnTo>
                    <a:pt x="15" y="1806"/>
                  </a:lnTo>
                  <a:lnTo>
                    <a:pt x="29" y="1814"/>
                  </a:lnTo>
                  <a:lnTo>
                    <a:pt x="47" y="1818"/>
                  </a:lnTo>
                  <a:lnTo>
                    <a:pt x="64" y="1814"/>
                  </a:lnTo>
                  <a:lnTo>
                    <a:pt x="79" y="1806"/>
                  </a:lnTo>
                  <a:lnTo>
                    <a:pt x="90" y="1791"/>
                  </a:lnTo>
                  <a:lnTo>
                    <a:pt x="94" y="17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0558" name="Freeform 44"/>
            <p:cNvSpPr>
              <a:spLocks/>
            </p:cNvSpPr>
            <p:nvPr/>
          </p:nvSpPr>
          <p:spPr bwMode="auto">
            <a:xfrm>
              <a:off x="868" y="2067"/>
              <a:ext cx="90" cy="160"/>
            </a:xfrm>
            <a:custGeom>
              <a:avLst/>
              <a:gdLst>
                <a:gd name="T0" fmla="*/ 3 w 449"/>
                <a:gd name="T1" fmla="*/ 6 h 803"/>
                <a:gd name="T2" fmla="*/ 3 w 449"/>
                <a:gd name="T3" fmla="*/ 6 h 803"/>
                <a:gd name="T4" fmla="*/ 3 w 449"/>
                <a:gd name="T5" fmla="*/ 5 h 803"/>
                <a:gd name="T6" fmla="*/ 3 w 449"/>
                <a:gd name="T7" fmla="*/ 5 h 803"/>
                <a:gd name="T8" fmla="*/ 3 w 449"/>
                <a:gd name="T9" fmla="*/ 5 h 803"/>
                <a:gd name="T10" fmla="*/ 2 w 449"/>
                <a:gd name="T11" fmla="*/ 5 h 803"/>
                <a:gd name="T12" fmla="*/ 2 w 449"/>
                <a:gd name="T13" fmla="*/ 4 h 803"/>
                <a:gd name="T14" fmla="*/ 2 w 449"/>
                <a:gd name="T15" fmla="*/ 4 h 803"/>
                <a:gd name="T16" fmla="*/ 2 w 449"/>
                <a:gd name="T17" fmla="*/ 4 h 803"/>
                <a:gd name="T18" fmla="*/ 2 w 449"/>
                <a:gd name="T19" fmla="*/ 3 h 803"/>
                <a:gd name="T20" fmla="*/ 1 w 449"/>
                <a:gd name="T21" fmla="*/ 3 h 803"/>
                <a:gd name="T22" fmla="*/ 1 w 449"/>
                <a:gd name="T23" fmla="*/ 2 h 803"/>
                <a:gd name="T24" fmla="*/ 1 w 449"/>
                <a:gd name="T25" fmla="*/ 2 h 803"/>
                <a:gd name="T26" fmla="*/ 1 w 449"/>
                <a:gd name="T27" fmla="*/ 2 h 803"/>
                <a:gd name="T28" fmla="*/ 1 w 449"/>
                <a:gd name="T29" fmla="*/ 1 h 803"/>
                <a:gd name="T30" fmla="*/ 1 w 449"/>
                <a:gd name="T31" fmla="*/ 1 h 803"/>
                <a:gd name="T32" fmla="*/ 1 w 449"/>
                <a:gd name="T33" fmla="*/ 0 h 803"/>
                <a:gd name="T34" fmla="*/ 1 w 449"/>
                <a:gd name="T35" fmla="*/ 0 h 803"/>
                <a:gd name="T36" fmla="*/ 0 w 449"/>
                <a:gd name="T37" fmla="*/ 0 h 803"/>
                <a:gd name="T38" fmla="*/ 0 w 449"/>
                <a:gd name="T39" fmla="*/ 0 h 803"/>
                <a:gd name="T40" fmla="*/ 0 w 449"/>
                <a:gd name="T41" fmla="*/ 1 h 803"/>
                <a:gd name="T42" fmla="*/ 0 w 449"/>
                <a:gd name="T43" fmla="*/ 1 h 803"/>
                <a:gd name="T44" fmla="*/ 0 w 449"/>
                <a:gd name="T45" fmla="*/ 2 h 803"/>
                <a:gd name="T46" fmla="*/ 0 w 449"/>
                <a:gd name="T47" fmla="*/ 2 h 803"/>
                <a:gd name="T48" fmla="*/ 0 w 449"/>
                <a:gd name="T49" fmla="*/ 3 h 803"/>
                <a:gd name="T50" fmla="*/ 1 w 449"/>
                <a:gd name="T51" fmla="*/ 3 h 803"/>
                <a:gd name="T52" fmla="*/ 1 w 449"/>
                <a:gd name="T53" fmla="*/ 4 h 803"/>
                <a:gd name="T54" fmla="*/ 1 w 449"/>
                <a:gd name="T55" fmla="*/ 4 h 803"/>
                <a:gd name="T56" fmla="*/ 1 w 449"/>
                <a:gd name="T57" fmla="*/ 4 h 803"/>
                <a:gd name="T58" fmla="*/ 2 w 449"/>
                <a:gd name="T59" fmla="*/ 5 h 803"/>
                <a:gd name="T60" fmla="*/ 2 w 449"/>
                <a:gd name="T61" fmla="*/ 5 h 803"/>
                <a:gd name="T62" fmla="*/ 2 w 449"/>
                <a:gd name="T63" fmla="*/ 5 h 803"/>
                <a:gd name="T64" fmla="*/ 2 w 449"/>
                <a:gd name="T65" fmla="*/ 6 h 803"/>
                <a:gd name="T66" fmla="*/ 3 w 449"/>
                <a:gd name="T67" fmla="*/ 6 h 803"/>
                <a:gd name="T68" fmla="*/ 3 w 449"/>
                <a:gd name="T69" fmla="*/ 6 h 803"/>
                <a:gd name="T70" fmla="*/ 3 w 449"/>
                <a:gd name="T71" fmla="*/ 6 h 803"/>
                <a:gd name="T72" fmla="*/ 3 w 449"/>
                <a:gd name="T73" fmla="*/ 6 h 803"/>
                <a:gd name="T74" fmla="*/ 3 w 449"/>
                <a:gd name="T75" fmla="*/ 6 h 803"/>
                <a:gd name="T76" fmla="*/ 3 w 449"/>
                <a:gd name="T77" fmla="*/ 6 h 803"/>
                <a:gd name="T78" fmla="*/ 3 w 449"/>
                <a:gd name="T79" fmla="*/ 6 h 803"/>
                <a:gd name="T80" fmla="*/ 4 w 449"/>
                <a:gd name="T81" fmla="*/ 6 h 803"/>
                <a:gd name="T82" fmla="*/ 4 w 449"/>
                <a:gd name="T83" fmla="*/ 6 h 803"/>
                <a:gd name="T84" fmla="*/ 4 w 449"/>
                <a:gd name="T85" fmla="*/ 6 h 803"/>
                <a:gd name="T86" fmla="*/ 4 w 449"/>
                <a:gd name="T87" fmla="*/ 6 h 803"/>
                <a:gd name="T88" fmla="*/ 3 w 449"/>
                <a:gd name="T89" fmla="*/ 6 h 803"/>
                <a:gd name="T90" fmla="*/ 3 w 449"/>
                <a:gd name="T91" fmla="*/ 6 h 80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449"/>
                <a:gd name="T139" fmla="*/ 0 h 803"/>
                <a:gd name="T140" fmla="*/ 449 w 449"/>
                <a:gd name="T141" fmla="*/ 803 h 80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449" h="803">
                  <a:moveTo>
                    <a:pt x="426" y="717"/>
                  </a:moveTo>
                  <a:lnTo>
                    <a:pt x="427" y="717"/>
                  </a:lnTo>
                  <a:lnTo>
                    <a:pt x="395" y="693"/>
                  </a:lnTo>
                  <a:lnTo>
                    <a:pt x="361" y="662"/>
                  </a:lnTo>
                  <a:lnTo>
                    <a:pt x="329" y="628"/>
                  </a:lnTo>
                  <a:lnTo>
                    <a:pt x="299" y="591"/>
                  </a:lnTo>
                  <a:lnTo>
                    <a:pt x="269" y="551"/>
                  </a:lnTo>
                  <a:lnTo>
                    <a:pt x="241" y="507"/>
                  </a:lnTo>
                  <a:lnTo>
                    <a:pt x="215" y="460"/>
                  </a:lnTo>
                  <a:lnTo>
                    <a:pt x="191" y="412"/>
                  </a:lnTo>
                  <a:lnTo>
                    <a:pt x="170" y="363"/>
                  </a:lnTo>
                  <a:lnTo>
                    <a:pt x="151" y="312"/>
                  </a:lnTo>
                  <a:lnTo>
                    <a:pt x="133" y="259"/>
                  </a:lnTo>
                  <a:lnTo>
                    <a:pt x="119" y="207"/>
                  </a:lnTo>
                  <a:lnTo>
                    <a:pt x="108" y="156"/>
                  </a:lnTo>
                  <a:lnTo>
                    <a:pt x="101" y="103"/>
                  </a:lnTo>
                  <a:lnTo>
                    <a:pt x="96" y="51"/>
                  </a:lnTo>
                  <a:lnTo>
                    <a:pt x="94" y="0"/>
                  </a:lnTo>
                  <a:lnTo>
                    <a:pt x="0" y="0"/>
                  </a:lnTo>
                  <a:lnTo>
                    <a:pt x="2" y="56"/>
                  </a:lnTo>
                  <a:lnTo>
                    <a:pt x="7" y="115"/>
                  </a:lnTo>
                  <a:lnTo>
                    <a:pt x="16" y="172"/>
                  </a:lnTo>
                  <a:lnTo>
                    <a:pt x="28" y="231"/>
                  </a:lnTo>
                  <a:lnTo>
                    <a:pt x="44" y="287"/>
                  </a:lnTo>
                  <a:lnTo>
                    <a:pt x="62" y="342"/>
                  </a:lnTo>
                  <a:lnTo>
                    <a:pt x="83" y="398"/>
                  </a:lnTo>
                  <a:lnTo>
                    <a:pt x="106" y="452"/>
                  </a:lnTo>
                  <a:lnTo>
                    <a:pt x="133" y="505"/>
                  </a:lnTo>
                  <a:lnTo>
                    <a:pt x="161" y="554"/>
                  </a:lnTo>
                  <a:lnTo>
                    <a:pt x="192" y="602"/>
                  </a:lnTo>
                  <a:lnTo>
                    <a:pt x="224" y="647"/>
                  </a:lnTo>
                  <a:lnTo>
                    <a:pt x="259" y="689"/>
                  </a:lnTo>
                  <a:lnTo>
                    <a:pt x="295" y="728"/>
                  </a:lnTo>
                  <a:lnTo>
                    <a:pt x="334" y="763"/>
                  </a:lnTo>
                  <a:lnTo>
                    <a:pt x="374" y="795"/>
                  </a:lnTo>
                  <a:lnTo>
                    <a:pt x="375" y="795"/>
                  </a:lnTo>
                  <a:lnTo>
                    <a:pt x="374" y="795"/>
                  </a:lnTo>
                  <a:lnTo>
                    <a:pt x="392" y="803"/>
                  </a:lnTo>
                  <a:lnTo>
                    <a:pt x="411" y="803"/>
                  </a:lnTo>
                  <a:lnTo>
                    <a:pt x="426" y="795"/>
                  </a:lnTo>
                  <a:lnTo>
                    <a:pt x="439" y="782"/>
                  </a:lnTo>
                  <a:lnTo>
                    <a:pt x="446" y="766"/>
                  </a:lnTo>
                  <a:lnTo>
                    <a:pt x="449" y="749"/>
                  </a:lnTo>
                  <a:lnTo>
                    <a:pt x="441" y="732"/>
                  </a:lnTo>
                  <a:lnTo>
                    <a:pt x="427" y="717"/>
                  </a:lnTo>
                  <a:lnTo>
                    <a:pt x="426" y="71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0559" name="Freeform 45"/>
            <p:cNvSpPr>
              <a:spLocks/>
            </p:cNvSpPr>
            <p:nvPr/>
          </p:nvSpPr>
          <p:spPr bwMode="auto">
            <a:xfrm>
              <a:off x="883" y="1673"/>
              <a:ext cx="379" cy="690"/>
            </a:xfrm>
            <a:custGeom>
              <a:avLst/>
              <a:gdLst>
                <a:gd name="T0" fmla="*/ 12 w 1897"/>
                <a:gd name="T1" fmla="*/ 6 h 3450"/>
                <a:gd name="T2" fmla="*/ 13 w 1897"/>
                <a:gd name="T3" fmla="*/ 7 h 3450"/>
                <a:gd name="T4" fmla="*/ 13 w 1897"/>
                <a:gd name="T5" fmla="*/ 7 h 3450"/>
                <a:gd name="T6" fmla="*/ 14 w 1897"/>
                <a:gd name="T7" fmla="*/ 8 h 3450"/>
                <a:gd name="T8" fmla="*/ 14 w 1897"/>
                <a:gd name="T9" fmla="*/ 9 h 3450"/>
                <a:gd name="T10" fmla="*/ 15 w 1897"/>
                <a:gd name="T11" fmla="*/ 10 h 3450"/>
                <a:gd name="T12" fmla="*/ 15 w 1897"/>
                <a:gd name="T13" fmla="*/ 11 h 3450"/>
                <a:gd name="T14" fmla="*/ 15 w 1897"/>
                <a:gd name="T15" fmla="*/ 11 h 3450"/>
                <a:gd name="T16" fmla="*/ 15 w 1897"/>
                <a:gd name="T17" fmla="*/ 12 h 3450"/>
                <a:gd name="T18" fmla="*/ 15 w 1897"/>
                <a:gd name="T19" fmla="*/ 26 h 3450"/>
                <a:gd name="T20" fmla="*/ 15 w 1897"/>
                <a:gd name="T21" fmla="*/ 26 h 3450"/>
                <a:gd name="T22" fmla="*/ 15 w 1897"/>
                <a:gd name="T23" fmla="*/ 27 h 3450"/>
                <a:gd name="T24" fmla="*/ 15 w 1897"/>
                <a:gd name="T25" fmla="*/ 27 h 3450"/>
                <a:gd name="T26" fmla="*/ 14 w 1897"/>
                <a:gd name="T27" fmla="*/ 27 h 3450"/>
                <a:gd name="T28" fmla="*/ 14 w 1897"/>
                <a:gd name="T29" fmla="*/ 28 h 3450"/>
                <a:gd name="T30" fmla="*/ 13 w 1897"/>
                <a:gd name="T31" fmla="*/ 28 h 3450"/>
                <a:gd name="T32" fmla="*/ 13 w 1897"/>
                <a:gd name="T33" fmla="*/ 27 h 3450"/>
                <a:gd name="T34" fmla="*/ 3 w 1897"/>
                <a:gd name="T35" fmla="*/ 21 h 3450"/>
                <a:gd name="T36" fmla="*/ 2 w 1897"/>
                <a:gd name="T37" fmla="*/ 21 h 3450"/>
                <a:gd name="T38" fmla="*/ 2 w 1897"/>
                <a:gd name="T39" fmla="*/ 20 h 3450"/>
                <a:gd name="T40" fmla="*/ 1 w 1897"/>
                <a:gd name="T41" fmla="*/ 19 h 3450"/>
                <a:gd name="T42" fmla="*/ 1 w 1897"/>
                <a:gd name="T43" fmla="*/ 19 h 3450"/>
                <a:gd name="T44" fmla="*/ 0 w 1897"/>
                <a:gd name="T45" fmla="*/ 18 h 3450"/>
                <a:gd name="T46" fmla="*/ 0 w 1897"/>
                <a:gd name="T47" fmla="*/ 17 h 3450"/>
                <a:gd name="T48" fmla="*/ 0 w 1897"/>
                <a:gd name="T49" fmla="*/ 16 h 3450"/>
                <a:gd name="T50" fmla="*/ 0 w 1897"/>
                <a:gd name="T51" fmla="*/ 15 h 3450"/>
                <a:gd name="T52" fmla="*/ 0 w 1897"/>
                <a:gd name="T53" fmla="*/ 2 h 3450"/>
                <a:gd name="T54" fmla="*/ 0 w 1897"/>
                <a:gd name="T55" fmla="*/ 1 h 3450"/>
                <a:gd name="T56" fmla="*/ 0 w 1897"/>
                <a:gd name="T57" fmla="*/ 1 h 3450"/>
                <a:gd name="T58" fmla="*/ 1 w 1897"/>
                <a:gd name="T59" fmla="*/ 0 h 3450"/>
                <a:gd name="T60" fmla="*/ 1 w 1897"/>
                <a:gd name="T61" fmla="*/ 0 h 3450"/>
                <a:gd name="T62" fmla="*/ 1 w 1897"/>
                <a:gd name="T63" fmla="*/ 0 h 3450"/>
                <a:gd name="T64" fmla="*/ 2 w 1897"/>
                <a:gd name="T65" fmla="*/ 0 h 3450"/>
                <a:gd name="T66" fmla="*/ 3 w 1897"/>
                <a:gd name="T67" fmla="*/ 0 h 3450"/>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897"/>
                <a:gd name="T103" fmla="*/ 0 h 3450"/>
                <a:gd name="T104" fmla="*/ 1897 w 1897"/>
                <a:gd name="T105" fmla="*/ 3450 h 3450"/>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897" h="3450">
                  <a:moveTo>
                    <a:pt x="357" y="49"/>
                  </a:moveTo>
                  <a:lnTo>
                    <a:pt x="1542" y="806"/>
                  </a:lnTo>
                  <a:lnTo>
                    <a:pt x="1579" y="832"/>
                  </a:lnTo>
                  <a:lnTo>
                    <a:pt x="1614" y="861"/>
                  </a:lnTo>
                  <a:lnTo>
                    <a:pt x="1648" y="895"/>
                  </a:lnTo>
                  <a:lnTo>
                    <a:pt x="1681" y="933"/>
                  </a:lnTo>
                  <a:lnTo>
                    <a:pt x="1711" y="973"/>
                  </a:lnTo>
                  <a:lnTo>
                    <a:pt x="1740" y="1016"/>
                  </a:lnTo>
                  <a:lnTo>
                    <a:pt x="1768" y="1062"/>
                  </a:lnTo>
                  <a:lnTo>
                    <a:pt x="1793" y="1109"/>
                  </a:lnTo>
                  <a:lnTo>
                    <a:pt x="1816" y="1158"/>
                  </a:lnTo>
                  <a:lnTo>
                    <a:pt x="1836" y="1208"/>
                  </a:lnTo>
                  <a:lnTo>
                    <a:pt x="1854" y="1260"/>
                  </a:lnTo>
                  <a:lnTo>
                    <a:pt x="1869" y="1313"/>
                  </a:lnTo>
                  <a:lnTo>
                    <a:pt x="1881" y="1364"/>
                  </a:lnTo>
                  <a:lnTo>
                    <a:pt x="1890" y="1417"/>
                  </a:lnTo>
                  <a:lnTo>
                    <a:pt x="1895" y="1469"/>
                  </a:lnTo>
                  <a:lnTo>
                    <a:pt x="1897" y="1519"/>
                  </a:lnTo>
                  <a:lnTo>
                    <a:pt x="1897" y="3142"/>
                  </a:lnTo>
                  <a:lnTo>
                    <a:pt x="1895" y="3190"/>
                  </a:lnTo>
                  <a:lnTo>
                    <a:pt x="1890" y="3235"/>
                  </a:lnTo>
                  <a:lnTo>
                    <a:pt x="1881" y="3276"/>
                  </a:lnTo>
                  <a:lnTo>
                    <a:pt x="1869" y="3313"/>
                  </a:lnTo>
                  <a:lnTo>
                    <a:pt x="1854" y="3346"/>
                  </a:lnTo>
                  <a:lnTo>
                    <a:pt x="1836" y="3375"/>
                  </a:lnTo>
                  <a:lnTo>
                    <a:pt x="1816" y="3398"/>
                  </a:lnTo>
                  <a:lnTo>
                    <a:pt x="1793" y="3418"/>
                  </a:lnTo>
                  <a:lnTo>
                    <a:pt x="1768" y="3434"/>
                  </a:lnTo>
                  <a:lnTo>
                    <a:pt x="1740" y="3444"/>
                  </a:lnTo>
                  <a:lnTo>
                    <a:pt x="1711" y="3450"/>
                  </a:lnTo>
                  <a:lnTo>
                    <a:pt x="1681" y="3450"/>
                  </a:lnTo>
                  <a:lnTo>
                    <a:pt x="1648" y="3445"/>
                  </a:lnTo>
                  <a:lnTo>
                    <a:pt x="1614" y="3436"/>
                  </a:lnTo>
                  <a:lnTo>
                    <a:pt x="1579" y="3421"/>
                  </a:lnTo>
                  <a:lnTo>
                    <a:pt x="1542" y="3400"/>
                  </a:lnTo>
                  <a:lnTo>
                    <a:pt x="357" y="2643"/>
                  </a:lnTo>
                  <a:lnTo>
                    <a:pt x="320" y="2618"/>
                  </a:lnTo>
                  <a:lnTo>
                    <a:pt x="285" y="2588"/>
                  </a:lnTo>
                  <a:lnTo>
                    <a:pt x="251" y="2554"/>
                  </a:lnTo>
                  <a:lnTo>
                    <a:pt x="218" y="2517"/>
                  </a:lnTo>
                  <a:lnTo>
                    <a:pt x="187" y="2477"/>
                  </a:lnTo>
                  <a:lnTo>
                    <a:pt x="157" y="2433"/>
                  </a:lnTo>
                  <a:lnTo>
                    <a:pt x="130" y="2388"/>
                  </a:lnTo>
                  <a:lnTo>
                    <a:pt x="105" y="2341"/>
                  </a:lnTo>
                  <a:lnTo>
                    <a:pt x="81" y="2292"/>
                  </a:lnTo>
                  <a:lnTo>
                    <a:pt x="61" y="2241"/>
                  </a:lnTo>
                  <a:lnTo>
                    <a:pt x="44" y="2190"/>
                  </a:lnTo>
                  <a:lnTo>
                    <a:pt x="29" y="2138"/>
                  </a:lnTo>
                  <a:lnTo>
                    <a:pt x="17" y="2085"/>
                  </a:lnTo>
                  <a:lnTo>
                    <a:pt x="7" y="2033"/>
                  </a:lnTo>
                  <a:lnTo>
                    <a:pt x="3" y="1981"/>
                  </a:lnTo>
                  <a:lnTo>
                    <a:pt x="0" y="1931"/>
                  </a:lnTo>
                  <a:lnTo>
                    <a:pt x="0" y="308"/>
                  </a:lnTo>
                  <a:lnTo>
                    <a:pt x="3" y="260"/>
                  </a:lnTo>
                  <a:lnTo>
                    <a:pt x="7" y="215"/>
                  </a:lnTo>
                  <a:lnTo>
                    <a:pt x="17" y="174"/>
                  </a:lnTo>
                  <a:lnTo>
                    <a:pt x="29" y="137"/>
                  </a:lnTo>
                  <a:lnTo>
                    <a:pt x="44" y="104"/>
                  </a:lnTo>
                  <a:lnTo>
                    <a:pt x="61" y="76"/>
                  </a:lnTo>
                  <a:lnTo>
                    <a:pt x="81" y="51"/>
                  </a:lnTo>
                  <a:lnTo>
                    <a:pt x="105" y="31"/>
                  </a:lnTo>
                  <a:lnTo>
                    <a:pt x="130" y="16"/>
                  </a:lnTo>
                  <a:lnTo>
                    <a:pt x="157" y="5"/>
                  </a:lnTo>
                  <a:lnTo>
                    <a:pt x="187" y="0"/>
                  </a:lnTo>
                  <a:lnTo>
                    <a:pt x="218" y="0"/>
                  </a:lnTo>
                  <a:lnTo>
                    <a:pt x="251" y="3"/>
                  </a:lnTo>
                  <a:lnTo>
                    <a:pt x="285" y="14"/>
                  </a:lnTo>
                  <a:lnTo>
                    <a:pt x="320" y="29"/>
                  </a:lnTo>
                  <a:lnTo>
                    <a:pt x="357" y="49"/>
                  </a:lnTo>
                  <a:close/>
                </a:path>
              </a:pathLst>
            </a:custGeom>
            <a:solidFill>
              <a:srgbClr val="BFBFB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0560" name="Freeform 46"/>
            <p:cNvSpPr>
              <a:spLocks/>
            </p:cNvSpPr>
            <p:nvPr/>
          </p:nvSpPr>
          <p:spPr bwMode="auto">
            <a:xfrm>
              <a:off x="1268" y="1663"/>
              <a:ext cx="393" cy="711"/>
            </a:xfrm>
            <a:custGeom>
              <a:avLst/>
              <a:gdLst>
                <a:gd name="T0" fmla="*/ 3 w 1962"/>
                <a:gd name="T1" fmla="*/ 7 h 3555"/>
                <a:gd name="T2" fmla="*/ 2 w 1962"/>
                <a:gd name="T3" fmla="*/ 7 h 3555"/>
                <a:gd name="T4" fmla="*/ 2 w 1962"/>
                <a:gd name="T5" fmla="*/ 8 h 3555"/>
                <a:gd name="T6" fmla="*/ 1 w 1962"/>
                <a:gd name="T7" fmla="*/ 8 h 3555"/>
                <a:gd name="T8" fmla="*/ 1 w 1962"/>
                <a:gd name="T9" fmla="*/ 9 h 3555"/>
                <a:gd name="T10" fmla="*/ 1 w 1962"/>
                <a:gd name="T11" fmla="*/ 10 h 3555"/>
                <a:gd name="T12" fmla="*/ 0 w 1962"/>
                <a:gd name="T13" fmla="*/ 11 h 3555"/>
                <a:gd name="T14" fmla="*/ 0 w 1962"/>
                <a:gd name="T15" fmla="*/ 12 h 3555"/>
                <a:gd name="T16" fmla="*/ 0 w 1962"/>
                <a:gd name="T17" fmla="*/ 13 h 3555"/>
                <a:gd name="T18" fmla="*/ 0 w 1962"/>
                <a:gd name="T19" fmla="*/ 26 h 3555"/>
                <a:gd name="T20" fmla="*/ 0 w 1962"/>
                <a:gd name="T21" fmla="*/ 27 h 3555"/>
                <a:gd name="T22" fmla="*/ 0 w 1962"/>
                <a:gd name="T23" fmla="*/ 28 h 3555"/>
                <a:gd name="T24" fmla="*/ 1 w 1962"/>
                <a:gd name="T25" fmla="*/ 28 h 3555"/>
                <a:gd name="T26" fmla="*/ 1 w 1962"/>
                <a:gd name="T27" fmla="*/ 28 h 3555"/>
                <a:gd name="T28" fmla="*/ 2 w 1962"/>
                <a:gd name="T29" fmla="*/ 28 h 3555"/>
                <a:gd name="T30" fmla="*/ 2 w 1962"/>
                <a:gd name="T31" fmla="*/ 28 h 3555"/>
                <a:gd name="T32" fmla="*/ 3 w 1962"/>
                <a:gd name="T33" fmla="*/ 28 h 3555"/>
                <a:gd name="T34" fmla="*/ 13 w 1962"/>
                <a:gd name="T35" fmla="*/ 22 h 3555"/>
                <a:gd name="T36" fmla="*/ 13 w 1962"/>
                <a:gd name="T37" fmla="*/ 21 h 3555"/>
                <a:gd name="T38" fmla="*/ 14 w 1962"/>
                <a:gd name="T39" fmla="*/ 21 h 3555"/>
                <a:gd name="T40" fmla="*/ 14 w 1962"/>
                <a:gd name="T41" fmla="*/ 20 h 3555"/>
                <a:gd name="T42" fmla="*/ 15 w 1962"/>
                <a:gd name="T43" fmla="*/ 19 h 3555"/>
                <a:gd name="T44" fmla="*/ 15 w 1962"/>
                <a:gd name="T45" fmla="*/ 18 h 3555"/>
                <a:gd name="T46" fmla="*/ 16 w 1962"/>
                <a:gd name="T47" fmla="*/ 18 h 3555"/>
                <a:gd name="T48" fmla="*/ 16 w 1962"/>
                <a:gd name="T49" fmla="*/ 17 h 3555"/>
                <a:gd name="T50" fmla="*/ 16 w 1962"/>
                <a:gd name="T51" fmla="*/ 16 h 3555"/>
                <a:gd name="T52" fmla="*/ 16 w 1962"/>
                <a:gd name="T53" fmla="*/ 2 h 3555"/>
                <a:gd name="T54" fmla="*/ 16 w 1962"/>
                <a:gd name="T55" fmla="*/ 1 h 3555"/>
                <a:gd name="T56" fmla="*/ 15 w 1962"/>
                <a:gd name="T57" fmla="*/ 1 h 3555"/>
                <a:gd name="T58" fmla="*/ 15 w 1962"/>
                <a:gd name="T59" fmla="*/ 0 h 3555"/>
                <a:gd name="T60" fmla="*/ 15 w 1962"/>
                <a:gd name="T61" fmla="*/ 0 h 3555"/>
                <a:gd name="T62" fmla="*/ 14 w 1962"/>
                <a:gd name="T63" fmla="*/ 0 h 3555"/>
                <a:gd name="T64" fmla="*/ 14 w 1962"/>
                <a:gd name="T65" fmla="*/ 0 h 3555"/>
                <a:gd name="T66" fmla="*/ 13 w 1962"/>
                <a:gd name="T67" fmla="*/ 0 h 3555"/>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962"/>
                <a:gd name="T103" fmla="*/ 0 h 3555"/>
                <a:gd name="T104" fmla="*/ 1962 w 1962"/>
                <a:gd name="T105" fmla="*/ 3555 h 3555"/>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962" h="3555">
                  <a:moveTo>
                    <a:pt x="1594" y="50"/>
                  </a:moveTo>
                  <a:lnTo>
                    <a:pt x="368" y="831"/>
                  </a:lnTo>
                  <a:lnTo>
                    <a:pt x="330" y="858"/>
                  </a:lnTo>
                  <a:lnTo>
                    <a:pt x="294" y="888"/>
                  </a:lnTo>
                  <a:lnTo>
                    <a:pt x="259" y="922"/>
                  </a:lnTo>
                  <a:lnTo>
                    <a:pt x="225" y="961"/>
                  </a:lnTo>
                  <a:lnTo>
                    <a:pt x="193" y="1003"/>
                  </a:lnTo>
                  <a:lnTo>
                    <a:pt x="163" y="1047"/>
                  </a:lnTo>
                  <a:lnTo>
                    <a:pt x="133" y="1094"/>
                  </a:lnTo>
                  <a:lnTo>
                    <a:pt x="108" y="1143"/>
                  </a:lnTo>
                  <a:lnTo>
                    <a:pt x="84" y="1193"/>
                  </a:lnTo>
                  <a:lnTo>
                    <a:pt x="63" y="1246"/>
                  </a:lnTo>
                  <a:lnTo>
                    <a:pt x="44" y="1299"/>
                  </a:lnTo>
                  <a:lnTo>
                    <a:pt x="29" y="1353"/>
                  </a:lnTo>
                  <a:lnTo>
                    <a:pt x="16" y="1405"/>
                  </a:lnTo>
                  <a:lnTo>
                    <a:pt x="7" y="1459"/>
                  </a:lnTo>
                  <a:lnTo>
                    <a:pt x="2" y="1512"/>
                  </a:lnTo>
                  <a:lnTo>
                    <a:pt x="0" y="1565"/>
                  </a:lnTo>
                  <a:lnTo>
                    <a:pt x="0" y="3237"/>
                  </a:lnTo>
                  <a:lnTo>
                    <a:pt x="2" y="3287"/>
                  </a:lnTo>
                  <a:lnTo>
                    <a:pt x="7" y="3333"/>
                  </a:lnTo>
                  <a:lnTo>
                    <a:pt x="16" y="3375"/>
                  </a:lnTo>
                  <a:lnTo>
                    <a:pt x="29" y="3413"/>
                  </a:lnTo>
                  <a:lnTo>
                    <a:pt x="44" y="3447"/>
                  </a:lnTo>
                  <a:lnTo>
                    <a:pt x="63" y="3477"/>
                  </a:lnTo>
                  <a:lnTo>
                    <a:pt x="84" y="3502"/>
                  </a:lnTo>
                  <a:lnTo>
                    <a:pt x="108" y="3522"/>
                  </a:lnTo>
                  <a:lnTo>
                    <a:pt x="133" y="3538"/>
                  </a:lnTo>
                  <a:lnTo>
                    <a:pt x="163" y="3549"/>
                  </a:lnTo>
                  <a:lnTo>
                    <a:pt x="193" y="3555"/>
                  </a:lnTo>
                  <a:lnTo>
                    <a:pt x="225" y="3555"/>
                  </a:lnTo>
                  <a:lnTo>
                    <a:pt x="259" y="3550"/>
                  </a:lnTo>
                  <a:lnTo>
                    <a:pt x="294" y="3541"/>
                  </a:lnTo>
                  <a:lnTo>
                    <a:pt x="330" y="3524"/>
                  </a:lnTo>
                  <a:lnTo>
                    <a:pt x="368" y="3503"/>
                  </a:lnTo>
                  <a:lnTo>
                    <a:pt x="1594" y="2722"/>
                  </a:lnTo>
                  <a:lnTo>
                    <a:pt x="1632" y="2696"/>
                  </a:lnTo>
                  <a:lnTo>
                    <a:pt x="1668" y="2665"/>
                  </a:lnTo>
                  <a:lnTo>
                    <a:pt x="1703" y="2631"/>
                  </a:lnTo>
                  <a:lnTo>
                    <a:pt x="1737" y="2592"/>
                  </a:lnTo>
                  <a:lnTo>
                    <a:pt x="1769" y="2551"/>
                  </a:lnTo>
                  <a:lnTo>
                    <a:pt x="1799" y="2506"/>
                  </a:lnTo>
                  <a:lnTo>
                    <a:pt x="1829" y="2460"/>
                  </a:lnTo>
                  <a:lnTo>
                    <a:pt x="1854" y="2411"/>
                  </a:lnTo>
                  <a:lnTo>
                    <a:pt x="1878" y="2361"/>
                  </a:lnTo>
                  <a:lnTo>
                    <a:pt x="1899" y="2308"/>
                  </a:lnTo>
                  <a:lnTo>
                    <a:pt x="1918" y="2256"/>
                  </a:lnTo>
                  <a:lnTo>
                    <a:pt x="1933" y="2202"/>
                  </a:lnTo>
                  <a:lnTo>
                    <a:pt x="1946" y="2149"/>
                  </a:lnTo>
                  <a:lnTo>
                    <a:pt x="1955" y="2095"/>
                  </a:lnTo>
                  <a:lnTo>
                    <a:pt x="1960" y="2042"/>
                  </a:lnTo>
                  <a:lnTo>
                    <a:pt x="1962" y="1989"/>
                  </a:lnTo>
                  <a:lnTo>
                    <a:pt x="1962" y="319"/>
                  </a:lnTo>
                  <a:lnTo>
                    <a:pt x="1960" y="269"/>
                  </a:lnTo>
                  <a:lnTo>
                    <a:pt x="1955" y="223"/>
                  </a:lnTo>
                  <a:lnTo>
                    <a:pt x="1946" y="180"/>
                  </a:lnTo>
                  <a:lnTo>
                    <a:pt x="1933" y="143"/>
                  </a:lnTo>
                  <a:lnTo>
                    <a:pt x="1918" y="109"/>
                  </a:lnTo>
                  <a:lnTo>
                    <a:pt x="1899" y="79"/>
                  </a:lnTo>
                  <a:lnTo>
                    <a:pt x="1878" y="54"/>
                  </a:lnTo>
                  <a:lnTo>
                    <a:pt x="1854" y="33"/>
                  </a:lnTo>
                  <a:lnTo>
                    <a:pt x="1829" y="17"/>
                  </a:lnTo>
                  <a:lnTo>
                    <a:pt x="1799" y="7"/>
                  </a:lnTo>
                  <a:lnTo>
                    <a:pt x="1769" y="0"/>
                  </a:lnTo>
                  <a:lnTo>
                    <a:pt x="1737" y="0"/>
                  </a:lnTo>
                  <a:lnTo>
                    <a:pt x="1703" y="4"/>
                  </a:lnTo>
                  <a:lnTo>
                    <a:pt x="1668" y="14"/>
                  </a:lnTo>
                  <a:lnTo>
                    <a:pt x="1632" y="29"/>
                  </a:lnTo>
                  <a:lnTo>
                    <a:pt x="1594" y="50"/>
                  </a:lnTo>
                  <a:close/>
                </a:path>
              </a:pathLst>
            </a:custGeom>
            <a:solidFill>
              <a:srgbClr val="E5E5E5"/>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0561" name="Freeform 47"/>
            <p:cNvSpPr>
              <a:spLocks noEditPoints="1"/>
            </p:cNvSpPr>
            <p:nvPr/>
          </p:nvSpPr>
          <p:spPr bwMode="auto">
            <a:xfrm>
              <a:off x="916" y="1589"/>
              <a:ext cx="697" cy="698"/>
            </a:xfrm>
            <a:custGeom>
              <a:avLst/>
              <a:gdLst>
                <a:gd name="T0" fmla="*/ 16 w 3485"/>
                <a:gd name="T1" fmla="*/ 0 h 3490"/>
                <a:gd name="T2" fmla="*/ 17 w 3485"/>
                <a:gd name="T3" fmla="*/ 2 h 3490"/>
                <a:gd name="T4" fmla="*/ 17 w 3485"/>
                <a:gd name="T5" fmla="*/ 3 h 3490"/>
                <a:gd name="T6" fmla="*/ 14 w 3485"/>
                <a:gd name="T7" fmla="*/ 4 h 3490"/>
                <a:gd name="T8" fmla="*/ 12 w 3485"/>
                <a:gd name="T9" fmla="*/ 4 h 3490"/>
                <a:gd name="T10" fmla="*/ 11 w 3485"/>
                <a:gd name="T11" fmla="*/ 2 h 3490"/>
                <a:gd name="T12" fmla="*/ 11 w 3485"/>
                <a:gd name="T13" fmla="*/ 1 h 3490"/>
                <a:gd name="T14" fmla="*/ 14 w 3485"/>
                <a:gd name="T15" fmla="*/ 0 h 3490"/>
                <a:gd name="T16" fmla="*/ 3 w 3485"/>
                <a:gd name="T17" fmla="*/ 7 h 3490"/>
                <a:gd name="T18" fmla="*/ 4 w 3485"/>
                <a:gd name="T19" fmla="*/ 9 h 3490"/>
                <a:gd name="T20" fmla="*/ 3 w 3485"/>
                <a:gd name="T21" fmla="*/ 12 h 3490"/>
                <a:gd name="T22" fmla="*/ 2 w 3485"/>
                <a:gd name="T23" fmla="*/ 13 h 3490"/>
                <a:gd name="T24" fmla="*/ 1 w 3485"/>
                <a:gd name="T25" fmla="*/ 12 h 3490"/>
                <a:gd name="T26" fmla="*/ 0 w 3485"/>
                <a:gd name="T27" fmla="*/ 10 h 3490"/>
                <a:gd name="T28" fmla="*/ 0 w 3485"/>
                <a:gd name="T29" fmla="*/ 8 h 3490"/>
                <a:gd name="T30" fmla="*/ 2 w 3485"/>
                <a:gd name="T31" fmla="*/ 6 h 3490"/>
                <a:gd name="T32" fmla="*/ 10 w 3485"/>
                <a:gd name="T33" fmla="*/ 20 h 3490"/>
                <a:gd name="T34" fmla="*/ 11 w 3485"/>
                <a:gd name="T35" fmla="*/ 22 h 3490"/>
                <a:gd name="T36" fmla="*/ 11 w 3485"/>
                <a:gd name="T37" fmla="*/ 25 h 3490"/>
                <a:gd name="T38" fmla="*/ 10 w 3485"/>
                <a:gd name="T39" fmla="*/ 27 h 3490"/>
                <a:gd name="T40" fmla="*/ 8 w 3485"/>
                <a:gd name="T41" fmla="*/ 26 h 3490"/>
                <a:gd name="T42" fmla="*/ 7 w 3485"/>
                <a:gd name="T43" fmla="*/ 24 h 3490"/>
                <a:gd name="T44" fmla="*/ 7 w 3485"/>
                <a:gd name="T45" fmla="*/ 22 h 3490"/>
                <a:gd name="T46" fmla="*/ 8 w 3485"/>
                <a:gd name="T47" fmla="*/ 20 h 3490"/>
                <a:gd name="T48" fmla="*/ 20 w 3485"/>
                <a:gd name="T49" fmla="*/ 21 h 3490"/>
                <a:gd name="T50" fmla="*/ 21 w 3485"/>
                <a:gd name="T51" fmla="*/ 23 h 3490"/>
                <a:gd name="T52" fmla="*/ 21 w 3485"/>
                <a:gd name="T53" fmla="*/ 26 h 3490"/>
                <a:gd name="T54" fmla="*/ 20 w 3485"/>
                <a:gd name="T55" fmla="*/ 28 h 3490"/>
                <a:gd name="T56" fmla="*/ 18 w 3485"/>
                <a:gd name="T57" fmla="*/ 28 h 3490"/>
                <a:gd name="T58" fmla="*/ 17 w 3485"/>
                <a:gd name="T59" fmla="*/ 26 h 3490"/>
                <a:gd name="T60" fmla="*/ 17 w 3485"/>
                <a:gd name="T61" fmla="*/ 23 h 3490"/>
                <a:gd name="T62" fmla="*/ 18 w 3485"/>
                <a:gd name="T63" fmla="*/ 21 h 3490"/>
                <a:gd name="T64" fmla="*/ 19 w 3485"/>
                <a:gd name="T65" fmla="*/ 11 h 3490"/>
                <a:gd name="T66" fmla="*/ 20 w 3485"/>
                <a:gd name="T67" fmla="*/ 13 h 3490"/>
                <a:gd name="T68" fmla="*/ 21 w 3485"/>
                <a:gd name="T69" fmla="*/ 15 h 3490"/>
                <a:gd name="T70" fmla="*/ 20 w 3485"/>
                <a:gd name="T71" fmla="*/ 17 h 3490"/>
                <a:gd name="T72" fmla="*/ 18 w 3485"/>
                <a:gd name="T73" fmla="*/ 17 h 3490"/>
                <a:gd name="T74" fmla="*/ 17 w 3485"/>
                <a:gd name="T75" fmla="*/ 16 h 3490"/>
                <a:gd name="T76" fmla="*/ 17 w 3485"/>
                <a:gd name="T77" fmla="*/ 13 h 3490"/>
                <a:gd name="T78" fmla="*/ 18 w 3485"/>
                <a:gd name="T79" fmla="*/ 11 h 3490"/>
                <a:gd name="T80" fmla="*/ 26 w 3485"/>
                <a:gd name="T81" fmla="*/ 7 h 3490"/>
                <a:gd name="T82" fmla="*/ 27 w 3485"/>
                <a:gd name="T83" fmla="*/ 8 h 3490"/>
                <a:gd name="T84" fmla="*/ 27 w 3485"/>
                <a:gd name="T85" fmla="*/ 11 h 3490"/>
                <a:gd name="T86" fmla="*/ 26 w 3485"/>
                <a:gd name="T87" fmla="*/ 13 h 3490"/>
                <a:gd name="T88" fmla="*/ 25 w 3485"/>
                <a:gd name="T89" fmla="*/ 13 h 3490"/>
                <a:gd name="T90" fmla="*/ 24 w 3485"/>
                <a:gd name="T91" fmla="*/ 12 h 3490"/>
                <a:gd name="T92" fmla="*/ 24 w 3485"/>
                <a:gd name="T93" fmla="*/ 9 h 3490"/>
                <a:gd name="T94" fmla="*/ 24 w 3485"/>
                <a:gd name="T95" fmla="*/ 7 h 3490"/>
                <a:gd name="T96" fmla="*/ 26 w 3485"/>
                <a:gd name="T97" fmla="*/ 17 h 3490"/>
                <a:gd name="T98" fmla="*/ 27 w 3485"/>
                <a:gd name="T99" fmla="*/ 18 h 3490"/>
                <a:gd name="T100" fmla="*/ 28 w 3485"/>
                <a:gd name="T101" fmla="*/ 21 h 3490"/>
                <a:gd name="T102" fmla="*/ 27 w 3485"/>
                <a:gd name="T103" fmla="*/ 23 h 3490"/>
                <a:gd name="T104" fmla="*/ 26 w 3485"/>
                <a:gd name="T105" fmla="*/ 24 h 3490"/>
                <a:gd name="T106" fmla="*/ 24 w 3485"/>
                <a:gd name="T107" fmla="*/ 23 h 3490"/>
                <a:gd name="T108" fmla="*/ 24 w 3485"/>
                <a:gd name="T109" fmla="*/ 20 h 3490"/>
                <a:gd name="T110" fmla="*/ 25 w 3485"/>
                <a:gd name="T111" fmla="*/ 18 h 3490"/>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w 3485"/>
                <a:gd name="T169" fmla="*/ 0 h 3490"/>
                <a:gd name="T170" fmla="*/ 3485 w 3485"/>
                <a:gd name="T171" fmla="*/ 3490 h 3490"/>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T168" t="T169" r="T170" b="T171"/>
              <a:pathLst>
                <a:path w="3485" h="3490">
                  <a:moveTo>
                    <a:pt x="1754" y="0"/>
                  </a:moveTo>
                  <a:lnTo>
                    <a:pt x="1797" y="2"/>
                  </a:lnTo>
                  <a:lnTo>
                    <a:pt x="1840" y="5"/>
                  </a:lnTo>
                  <a:lnTo>
                    <a:pt x="1881" y="12"/>
                  </a:lnTo>
                  <a:lnTo>
                    <a:pt x="1921" y="20"/>
                  </a:lnTo>
                  <a:lnTo>
                    <a:pt x="1959" y="31"/>
                  </a:lnTo>
                  <a:lnTo>
                    <a:pt x="1994" y="44"/>
                  </a:lnTo>
                  <a:lnTo>
                    <a:pt x="2028" y="59"/>
                  </a:lnTo>
                  <a:lnTo>
                    <a:pt x="2058" y="74"/>
                  </a:lnTo>
                  <a:lnTo>
                    <a:pt x="2086" y="93"/>
                  </a:lnTo>
                  <a:lnTo>
                    <a:pt x="2111" y="113"/>
                  </a:lnTo>
                  <a:lnTo>
                    <a:pt x="2132" y="133"/>
                  </a:lnTo>
                  <a:lnTo>
                    <a:pt x="2151" y="155"/>
                  </a:lnTo>
                  <a:lnTo>
                    <a:pt x="2165" y="179"/>
                  </a:lnTo>
                  <a:lnTo>
                    <a:pt x="2175" y="203"/>
                  </a:lnTo>
                  <a:lnTo>
                    <a:pt x="2182" y="229"/>
                  </a:lnTo>
                  <a:lnTo>
                    <a:pt x="2185" y="255"/>
                  </a:lnTo>
                  <a:lnTo>
                    <a:pt x="2182" y="281"/>
                  </a:lnTo>
                  <a:lnTo>
                    <a:pt x="2175" y="305"/>
                  </a:lnTo>
                  <a:lnTo>
                    <a:pt x="2165" y="330"/>
                  </a:lnTo>
                  <a:lnTo>
                    <a:pt x="2151" y="353"/>
                  </a:lnTo>
                  <a:lnTo>
                    <a:pt x="2132" y="376"/>
                  </a:lnTo>
                  <a:lnTo>
                    <a:pt x="2111" y="397"/>
                  </a:lnTo>
                  <a:lnTo>
                    <a:pt x="2086" y="417"/>
                  </a:lnTo>
                  <a:lnTo>
                    <a:pt x="2058" y="434"/>
                  </a:lnTo>
                  <a:lnTo>
                    <a:pt x="2028" y="451"/>
                  </a:lnTo>
                  <a:lnTo>
                    <a:pt x="1994" y="466"/>
                  </a:lnTo>
                  <a:lnTo>
                    <a:pt x="1959" y="479"/>
                  </a:lnTo>
                  <a:lnTo>
                    <a:pt x="1921" y="489"/>
                  </a:lnTo>
                  <a:lnTo>
                    <a:pt x="1881" y="498"/>
                  </a:lnTo>
                  <a:lnTo>
                    <a:pt x="1840" y="505"/>
                  </a:lnTo>
                  <a:lnTo>
                    <a:pt x="1797" y="508"/>
                  </a:lnTo>
                  <a:lnTo>
                    <a:pt x="1754" y="509"/>
                  </a:lnTo>
                  <a:lnTo>
                    <a:pt x="1710" y="508"/>
                  </a:lnTo>
                  <a:lnTo>
                    <a:pt x="1667" y="505"/>
                  </a:lnTo>
                  <a:lnTo>
                    <a:pt x="1626" y="498"/>
                  </a:lnTo>
                  <a:lnTo>
                    <a:pt x="1586" y="489"/>
                  </a:lnTo>
                  <a:lnTo>
                    <a:pt x="1548" y="479"/>
                  </a:lnTo>
                  <a:lnTo>
                    <a:pt x="1512" y="466"/>
                  </a:lnTo>
                  <a:lnTo>
                    <a:pt x="1479" y="451"/>
                  </a:lnTo>
                  <a:lnTo>
                    <a:pt x="1449" y="434"/>
                  </a:lnTo>
                  <a:lnTo>
                    <a:pt x="1421" y="417"/>
                  </a:lnTo>
                  <a:lnTo>
                    <a:pt x="1395" y="397"/>
                  </a:lnTo>
                  <a:lnTo>
                    <a:pt x="1374" y="376"/>
                  </a:lnTo>
                  <a:lnTo>
                    <a:pt x="1355" y="353"/>
                  </a:lnTo>
                  <a:lnTo>
                    <a:pt x="1341" y="330"/>
                  </a:lnTo>
                  <a:lnTo>
                    <a:pt x="1331" y="305"/>
                  </a:lnTo>
                  <a:lnTo>
                    <a:pt x="1324" y="281"/>
                  </a:lnTo>
                  <a:lnTo>
                    <a:pt x="1321" y="255"/>
                  </a:lnTo>
                  <a:lnTo>
                    <a:pt x="1324" y="229"/>
                  </a:lnTo>
                  <a:lnTo>
                    <a:pt x="1331" y="203"/>
                  </a:lnTo>
                  <a:lnTo>
                    <a:pt x="1341" y="179"/>
                  </a:lnTo>
                  <a:lnTo>
                    <a:pt x="1355" y="155"/>
                  </a:lnTo>
                  <a:lnTo>
                    <a:pt x="1374" y="133"/>
                  </a:lnTo>
                  <a:lnTo>
                    <a:pt x="1395" y="113"/>
                  </a:lnTo>
                  <a:lnTo>
                    <a:pt x="1421" y="93"/>
                  </a:lnTo>
                  <a:lnTo>
                    <a:pt x="1449" y="74"/>
                  </a:lnTo>
                  <a:lnTo>
                    <a:pt x="1479" y="59"/>
                  </a:lnTo>
                  <a:lnTo>
                    <a:pt x="1512" y="44"/>
                  </a:lnTo>
                  <a:lnTo>
                    <a:pt x="1548" y="31"/>
                  </a:lnTo>
                  <a:lnTo>
                    <a:pt x="1586" y="20"/>
                  </a:lnTo>
                  <a:lnTo>
                    <a:pt x="1626" y="12"/>
                  </a:lnTo>
                  <a:lnTo>
                    <a:pt x="1667" y="5"/>
                  </a:lnTo>
                  <a:lnTo>
                    <a:pt x="1710" y="2"/>
                  </a:lnTo>
                  <a:lnTo>
                    <a:pt x="1754" y="0"/>
                  </a:lnTo>
                  <a:close/>
                  <a:moveTo>
                    <a:pt x="239" y="786"/>
                  </a:moveTo>
                  <a:lnTo>
                    <a:pt x="263" y="788"/>
                  </a:lnTo>
                  <a:lnTo>
                    <a:pt x="287" y="794"/>
                  </a:lnTo>
                  <a:lnTo>
                    <a:pt x="309" y="805"/>
                  </a:lnTo>
                  <a:lnTo>
                    <a:pt x="331" y="819"/>
                  </a:lnTo>
                  <a:lnTo>
                    <a:pt x="352" y="836"/>
                  </a:lnTo>
                  <a:lnTo>
                    <a:pt x="372" y="857"/>
                  </a:lnTo>
                  <a:lnTo>
                    <a:pt x="390" y="882"/>
                  </a:lnTo>
                  <a:lnTo>
                    <a:pt x="407" y="909"/>
                  </a:lnTo>
                  <a:lnTo>
                    <a:pt x="423" y="940"/>
                  </a:lnTo>
                  <a:lnTo>
                    <a:pt x="437" y="971"/>
                  </a:lnTo>
                  <a:lnTo>
                    <a:pt x="448" y="1006"/>
                  </a:lnTo>
                  <a:lnTo>
                    <a:pt x="459" y="1043"/>
                  </a:lnTo>
                  <a:lnTo>
                    <a:pt x="467" y="1081"/>
                  </a:lnTo>
                  <a:lnTo>
                    <a:pt x="473" y="1121"/>
                  </a:lnTo>
                  <a:lnTo>
                    <a:pt x="476" y="1163"/>
                  </a:lnTo>
                  <a:lnTo>
                    <a:pt x="478" y="1206"/>
                  </a:lnTo>
                  <a:lnTo>
                    <a:pt x="476" y="1248"/>
                  </a:lnTo>
                  <a:lnTo>
                    <a:pt x="473" y="1290"/>
                  </a:lnTo>
                  <a:lnTo>
                    <a:pt x="467" y="1330"/>
                  </a:lnTo>
                  <a:lnTo>
                    <a:pt x="459" y="1367"/>
                  </a:lnTo>
                  <a:lnTo>
                    <a:pt x="448" y="1405"/>
                  </a:lnTo>
                  <a:lnTo>
                    <a:pt x="437" y="1439"/>
                  </a:lnTo>
                  <a:lnTo>
                    <a:pt x="423" y="1472"/>
                  </a:lnTo>
                  <a:lnTo>
                    <a:pt x="407" y="1501"/>
                  </a:lnTo>
                  <a:lnTo>
                    <a:pt x="390" y="1528"/>
                  </a:lnTo>
                  <a:lnTo>
                    <a:pt x="372" y="1553"/>
                  </a:lnTo>
                  <a:lnTo>
                    <a:pt x="352" y="1574"/>
                  </a:lnTo>
                  <a:lnTo>
                    <a:pt x="331" y="1591"/>
                  </a:lnTo>
                  <a:lnTo>
                    <a:pt x="309" y="1605"/>
                  </a:lnTo>
                  <a:lnTo>
                    <a:pt x="287" y="1616"/>
                  </a:lnTo>
                  <a:lnTo>
                    <a:pt x="263" y="1622"/>
                  </a:lnTo>
                  <a:lnTo>
                    <a:pt x="239" y="1624"/>
                  </a:lnTo>
                  <a:lnTo>
                    <a:pt x="214" y="1622"/>
                  </a:lnTo>
                  <a:lnTo>
                    <a:pt x="191" y="1616"/>
                  </a:lnTo>
                  <a:lnTo>
                    <a:pt x="168" y="1605"/>
                  </a:lnTo>
                  <a:lnTo>
                    <a:pt x="146" y="1591"/>
                  </a:lnTo>
                  <a:lnTo>
                    <a:pt x="125" y="1574"/>
                  </a:lnTo>
                  <a:lnTo>
                    <a:pt x="105" y="1553"/>
                  </a:lnTo>
                  <a:lnTo>
                    <a:pt x="87" y="1528"/>
                  </a:lnTo>
                  <a:lnTo>
                    <a:pt x="70" y="1501"/>
                  </a:lnTo>
                  <a:lnTo>
                    <a:pt x="55" y="1472"/>
                  </a:lnTo>
                  <a:lnTo>
                    <a:pt x="41" y="1439"/>
                  </a:lnTo>
                  <a:lnTo>
                    <a:pt x="29" y="1405"/>
                  </a:lnTo>
                  <a:lnTo>
                    <a:pt x="18" y="1367"/>
                  </a:lnTo>
                  <a:lnTo>
                    <a:pt x="10" y="1330"/>
                  </a:lnTo>
                  <a:lnTo>
                    <a:pt x="4" y="1290"/>
                  </a:lnTo>
                  <a:lnTo>
                    <a:pt x="1" y="1248"/>
                  </a:lnTo>
                  <a:lnTo>
                    <a:pt x="0" y="1206"/>
                  </a:lnTo>
                  <a:lnTo>
                    <a:pt x="1" y="1163"/>
                  </a:lnTo>
                  <a:lnTo>
                    <a:pt x="4" y="1121"/>
                  </a:lnTo>
                  <a:lnTo>
                    <a:pt x="10" y="1081"/>
                  </a:lnTo>
                  <a:lnTo>
                    <a:pt x="18" y="1043"/>
                  </a:lnTo>
                  <a:lnTo>
                    <a:pt x="29" y="1006"/>
                  </a:lnTo>
                  <a:lnTo>
                    <a:pt x="41" y="971"/>
                  </a:lnTo>
                  <a:lnTo>
                    <a:pt x="55" y="940"/>
                  </a:lnTo>
                  <a:lnTo>
                    <a:pt x="70" y="909"/>
                  </a:lnTo>
                  <a:lnTo>
                    <a:pt x="87" y="882"/>
                  </a:lnTo>
                  <a:lnTo>
                    <a:pt x="105" y="857"/>
                  </a:lnTo>
                  <a:lnTo>
                    <a:pt x="125" y="836"/>
                  </a:lnTo>
                  <a:lnTo>
                    <a:pt x="146" y="819"/>
                  </a:lnTo>
                  <a:lnTo>
                    <a:pt x="168" y="805"/>
                  </a:lnTo>
                  <a:lnTo>
                    <a:pt x="191" y="794"/>
                  </a:lnTo>
                  <a:lnTo>
                    <a:pt x="214" y="788"/>
                  </a:lnTo>
                  <a:lnTo>
                    <a:pt x="239" y="786"/>
                  </a:lnTo>
                  <a:close/>
                  <a:moveTo>
                    <a:pt x="1119" y="2495"/>
                  </a:moveTo>
                  <a:lnTo>
                    <a:pt x="1143" y="2498"/>
                  </a:lnTo>
                  <a:lnTo>
                    <a:pt x="1167" y="2504"/>
                  </a:lnTo>
                  <a:lnTo>
                    <a:pt x="1190" y="2514"/>
                  </a:lnTo>
                  <a:lnTo>
                    <a:pt x="1211" y="2528"/>
                  </a:lnTo>
                  <a:lnTo>
                    <a:pt x="1232" y="2546"/>
                  </a:lnTo>
                  <a:lnTo>
                    <a:pt x="1252" y="2567"/>
                  </a:lnTo>
                  <a:lnTo>
                    <a:pt x="1271" y="2592"/>
                  </a:lnTo>
                  <a:lnTo>
                    <a:pt x="1288" y="2618"/>
                  </a:lnTo>
                  <a:lnTo>
                    <a:pt x="1304" y="2648"/>
                  </a:lnTo>
                  <a:lnTo>
                    <a:pt x="1318" y="2681"/>
                  </a:lnTo>
                  <a:lnTo>
                    <a:pt x="1329" y="2715"/>
                  </a:lnTo>
                  <a:lnTo>
                    <a:pt x="1340" y="2752"/>
                  </a:lnTo>
                  <a:lnTo>
                    <a:pt x="1348" y="2790"/>
                  </a:lnTo>
                  <a:lnTo>
                    <a:pt x="1354" y="2830"/>
                  </a:lnTo>
                  <a:lnTo>
                    <a:pt x="1358" y="2872"/>
                  </a:lnTo>
                  <a:lnTo>
                    <a:pt x="1359" y="2914"/>
                  </a:lnTo>
                  <a:lnTo>
                    <a:pt x="1358" y="2956"/>
                  </a:lnTo>
                  <a:lnTo>
                    <a:pt x="1354" y="2998"/>
                  </a:lnTo>
                  <a:lnTo>
                    <a:pt x="1348" y="3038"/>
                  </a:lnTo>
                  <a:lnTo>
                    <a:pt x="1340" y="3077"/>
                  </a:lnTo>
                  <a:lnTo>
                    <a:pt x="1329" y="3113"/>
                  </a:lnTo>
                  <a:lnTo>
                    <a:pt x="1318" y="3147"/>
                  </a:lnTo>
                  <a:lnTo>
                    <a:pt x="1304" y="3180"/>
                  </a:lnTo>
                  <a:lnTo>
                    <a:pt x="1288" y="3209"/>
                  </a:lnTo>
                  <a:lnTo>
                    <a:pt x="1271" y="3238"/>
                  </a:lnTo>
                  <a:lnTo>
                    <a:pt x="1252" y="3261"/>
                  </a:lnTo>
                  <a:lnTo>
                    <a:pt x="1232" y="3282"/>
                  </a:lnTo>
                  <a:lnTo>
                    <a:pt x="1211" y="3301"/>
                  </a:lnTo>
                  <a:lnTo>
                    <a:pt x="1190" y="3315"/>
                  </a:lnTo>
                  <a:lnTo>
                    <a:pt x="1167" y="3325"/>
                  </a:lnTo>
                  <a:lnTo>
                    <a:pt x="1143" y="3331"/>
                  </a:lnTo>
                  <a:lnTo>
                    <a:pt x="1119" y="3334"/>
                  </a:lnTo>
                  <a:lnTo>
                    <a:pt x="1094" y="3331"/>
                  </a:lnTo>
                  <a:lnTo>
                    <a:pt x="1070" y="3325"/>
                  </a:lnTo>
                  <a:lnTo>
                    <a:pt x="1048" y="3315"/>
                  </a:lnTo>
                  <a:lnTo>
                    <a:pt x="1026" y="3301"/>
                  </a:lnTo>
                  <a:lnTo>
                    <a:pt x="1005" y="3282"/>
                  </a:lnTo>
                  <a:lnTo>
                    <a:pt x="985" y="3261"/>
                  </a:lnTo>
                  <a:lnTo>
                    <a:pt x="967" y="3238"/>
                  </a:lnTo>
                  <a:lnTo>
                    <a:pt x="950" y="3209"/>
                  </a:lnTo>
                  <a:lnTo>
                    <a:pt x="935" y="3180"/>
                  </a:lnTo>
                  <a:lnTo>
                    <a:pt x="921" y="3147"/>
                  </a:lnTo>
                  <a:lnTo>
                    <a:pt x="909" y="3113"/>
                  </a:lnTo>
                  <a:lnTo>
                    <a:pt x="898" y="3077"/>
                  </a:lnTo>
                  <a:lnTo>
                    <a:pt x="890" y="3038"/>
                  </a:lnTo>
                  <a:lnTo>
                    <a:pt x="884" y="2998"/>
                  </a:lnTo>
                  <a:lnTo>
                    <a:pt x="881" y="2956"/>
                  </a:lnTo>
                  <a:lnTo>
                    <a:pt x="880" y="2914"/>
                  </a:lnTo>
                  <a:lnTo>
                    <a:pt x="881" y="2872"/>
                  </a:lnTo>
                  <a:lnTo>
                    <a:pt x="884" y="2830"/>
                  </a:lnTo>
                  <a:lnTo>
                    <a:pt x="890" y="2790"/>
                  </a:lnTo>
                  <a:lnTo>
                    <a:pt x="898" y="2752"/>
                  </a:lnTo>
                  <a:lnTo>
                    <a:pt x="909" y="2715"/>
                  </a:lnTo>
                  <a:lnTo>
                    <a:pt x="921" y="2681"/>
                  </a:lnTo>
                  <a:lnTo>
                    <a:pt x="935" y="2648"/>
                  </a:lnTo>
                  <a:lnTo>
                    <a:pt x="950" y="2618"/>
                  </a:lnTo>
                  <a:lnTo>
                    <a:pt x="967" y="2592"/>
                  </a:lnTo>
                  <a:lnTo>
                    <a:pt x="985" y="2567"/>
                  </a:lnTo>
                  <a:lnTo>
                    <a:pt x="1005" y="2546"/>
                  </a:lnTo>
                  <a:lnTo>
                    <a:pt x="1026" y="2528"/>
                  </a:lnTo>
                  <a:lnTo>
                    <a:pt x="1048" y="2514"/>
                  </a:lnTo>
                  <a:lnTo>
                    <a:pt x="1070" y="2504"/>
                  </a:lnTo>
                  <a:lnTo>
                    <a:pt x="1094" y="2498"/>
                  </a:lnTo>
                  <a:lnTo>
                    <a:pt x="1119" y="2495"/>
                  </a:lnTo>
                  <a:close/>
                  <a:moveTo>
                    <a:pt x="2380" y="2651"/>
                  </a:moveTo>
                  <a:lnTo>
                    <a:pt x="2405" y="2654"/>
                  </a:lnTo>
                  <a:lnTo>
                    <a:pt x="2428" y="2660"/>
                  </a:lnTo>
                  <a:lnTo>
                    <a:pt x="2452" y="2670"/>
                  </a:lnTo>
                  <a:lnTo>
                    <a:pt x="2473" y="2684"/>
                  </a:lnTo>
                  <a:lnTo>
                    <a:pt x="2494" y="2703"/>
                  </a:lnTo>
                  <a:lnTo>
                    <a:pt x="2514" y="2724"/>
                  </a:lnTo>
                  <a:lnTo>
                    <a:pt x="2533" y="2747"/>
                  </a:lnTo>
                  <a:lnTo>
                    <a:pt x="2550" y="2774"/>
                  </a:lnTo>
                  <a:lnTo>
                    <a:pt x="2565" y="2805"/>
                  </a:lnTo>
                  <a:lnTo>
                    <a:pt x="2580" y="2838"/>
                  </a:lnTo>
                  <a:lnTo>
                    <a:pt x="2591" y="2872"/>
                  </a:lnTo>
                  <a:lnTo>
                    <a:pt x="2602" y="2908"/>
                  </a:lnTo>
                  <a:lnTo>
                    <a:pt x="2610" y="2947"/>
                  </a:lnTo>
                  <a:lnTo>
                    <a:pt x="2616" y="2987"/>
                  </a:lnTo>
                  <a:lnTo>
                    <a:pt x="2619" y="3029"/>
                  </a:lnTo>
                  <a:lnTo>
                    <a:pt x="2621" y="3071"/>
                  </a:lnTo>
                  <a:lnTo>
                    <a:pt x="2619" y="3113"/>
                  </a:lnTo>
                  <a:lnTo>
                    <a:pt x="2616" y="3155"/>
                  </a:lnTo>
                  <a:lnTo>
                    <a:pt x="2610" y="3195"/>
                  </a:lnTo>
                  <a:lnTo>
                    <a:pt x="2602" y="3233"/>
                  </a:lnTo>
                  <a:lnTo>
                    <a:pt x="2591" y="3270"/>
                  </a:lnTo>
                  <a:lnTo>
                    <a:pt x="2580" y="3304"/>
                  </a:lnTo>
                  <a:lnTo>
                    <a:pt x="2565" y="3337"/>
                  </a:lnTo>
                  <a:lnTo>
                    <a:pt x="2550" y="3367"/>
                  </a:lnTo>
                  <a:lnTo>
                    <a:pt x="2533" y="3393"/>
                  </a:lnTo>
                  <a:lnTo>
                    <a:pt x="2514" y="3418"/>
                  </a:lnTo>
                  <a:lnTo>
                    <a:pt x="2494" y="3439"/>
                  </a:lnTo>
                  <a:lnTo>
                    <a:pt x="2473" y="3457"/>
                  </a:lnTo>
                  <a:lnTo>
                    <a:pt x="2452" y="3471"/>
                  </a:lnTo>
                  <a:lnTo>
                    <a:pt x="2428" y="3481"/>
                  </a:lnTo>
                  <a:lnTo>
                    <a:pt x="2405" y="3487"/>
                  </a:lnTo>
                  <a:lnTo>
                    <a:pt x="2380" y="3490"/>
                  </a:lnTo>
                  <a:lnTo>
                    <a:pt x="2356" y="3487"/>
                  </a:lnTo>
                  <a:lnTo>
                    <a:pt x="2332" y="3481"/>
                  </a:lnTo>
                  <a:lnTo>
                    <a:pt x="2310" y="3471"/>
                  </a:lnTo>
                  <a:lnTo>
                    <a:pt x="2288" y="3457"/>
                  </a:lnTo>
                  <a:lnTo>
                    <a:pt x="2267" y="3439"/>
                  </a:lnTo>
                  <a:lnTo>
                    <a:pt x="2248" y="3418"/>
                  </a:lnTo>
                  <a:lnTo>
                    <a:pt x="2229" y="3393"/>
                  </a:lnTo>
                  <a:lnTo>
                    <a:pt x="2212" y="3367"/>
                  </a:lnTo>
                  <a:lnTo>
                    <a:pt x="2196" y="3337"/>
                  </a:lnTo>
                  <a:lnTo>
                    <a:pt x="2182" y="3304"/>
                  </a:lnTo>
                  <a:lnTo>
                    <a:pt x="2171" y="3270"/>
                  </a:lnTo>
                  <a:lnTo>
                    <a:pt x="2160" y="3233"/>
                  </a:lnTo>
                  <a:lnTo>
                    <a:pt x="2152" y="3195"/>
                  </a:lnTo>
                  <a:lnTo>
                    <a:pt x="2146" y="3155"/>
                  </a:lnTo>
                  <a:lnTo>
                    <a:pt x="2142" y="3113"/>
                  </a:lnTo>
                  <a:lnTo>
                    <a:pt x="2141" y="3071"/>
                  </a:lnTo>
                  <a:lnTo>
                    <a:pt x="2142" y="3029"/>
                  </a:lnTo>
                  <a:lnTo>
                    <a:pt x="2146" y="2987"/>
                  </a:lnTo>
                  <a:lnTo>
                    <a:pt x="2152" y="2947"/>
                  </a:lnTo>
                  <a:lnTo>
                    <a:pt x="2160" y="2908"/>
                  </a:lnTo>
                  <a:lnTo>
                    <a:pt x="2171" y="2872"/>
                  </a:lnTo>
                  <a:lnTo>
                    <a:pt x="2182" y="2838"/>
                  </a:lnTo>
                  <a:lnTo>
                    <a:pt x="2196" y="2805"/>
                  </a:lnTo>
                  <a:lnTo>
                    <a:pt x="2212" y="2774"/>
                  </a:lnTo>
                  <a:lnTo>
                    <a:pt x="2229" y="2747"/>
                  </a:lnTo>
                  <a:lnTo>
                    <a:pt x="2248" y="2724"/>
                  </a:lnTo>
                  <a:lnTo>
                    <a:pt x="2267" y="2703"/>
                  </a:lnTo>
                  <a:lnTo>
                    <a:pt x="2288" y="2684"/>
                  </a:lnTo>
                  <a:lnTo>
                    <a:pt x="2310" y="2670"/>
                  </a:lnTo>
                  <a:lnTo>
                    <a:pt x="2332" y="2660"/>
                  </a:lnTo>
                  <a:lnTo>
                    <a:pt x="2356" y="2654"/>
                  </a:lnTo>
                  <a:lnTo>
                    <a:pt x="2380" y="2651"/>
                  </a:lnTo>
                  <a:close/>
                  <a:moveTo>
                    <a:pt x="2342" y="1355"/>
                  </a:moveTo>
                  <a:lnTo>
                    <a:pt x="2366" y="1357"/>
                  </a:lnTo>
                  <a:lnTo>
                    <a:pt x="2390" y="1363"/>
                  </a:lnTo>
                  <a:lnTo>
                    <a:pt x="2412" y="1373"/>
                  </a:lnTo>
                  <a:lnTo>
                    <a:pt x="2434" y="1387"/>
                  </a:lnTo>
                  <a:lnTo>
                    <a:pt x="2455" y="1405"/>
                  </a:lnTo>
                  <a:lnTo>
                    <a:pt x="2475" y="1426"/>
                  </a:lnTo>
                  <a:lnTo>
                    <a:pt x="2493" y="1451"/>
                  </a:lnTo>
                  <a:lnTo>
                    <a:pt x="2510" y="1478"/>
                  </a:lnTo>
                  <a:lnTo>
                    <a:pt x="2526" y="1507"/>
                  </a:lnTo>
                  <a:lnTo>
                    <a:pt x="2540" y="1540"/>
                  </a:lnTo>
                  <a:lnTo>
                    <a:pt x="2551" y="1574"/>
                  </a:lnTo>
                  <a:lnTo>
                    <a:pt x="2562" y="1611"/>
                  </a:lnTo>
                  <a:lnTo>
                    <a:pt x="2570" y="1649"/>
                  </a:lnTo>
                  <a:lnTo>
                    <a:pt x="2576" y="1689"/>
                  </a:lnTo>
                  <a:lnTo>
                    <a:pt x="2580" y="1731"/>
                  </a:lnTo>
                  <a:lnTo>
                    <a:pt x="2581" y="1773"/>
                  </a:lnTo>
                  <a:lnTo>
                    <a:pt x="2580" y="1815"/>
                  </a:lnTo>
                  <a:lnTo>
                    <a:pt x="2576" y="1858"/>
                  </a:lnTo>
                  <a:lnTo>
                    <a:pt x="2570" y="1897"/>
                  </a:lnTo>
                  <a:lnTo>
                    <a:pt x="2562" y="1936"/>
                  </a:lnTo>
                  <a:lnTo>
                    <a:pt x="2551" y="1972"/>
                  </a:lnTo>
                  <a:lnTo>
                    <a:pt x="2540" y="2008"/>
                  </a:lnTo>
                  <a:lnTo>
                    <a:pt x="2526" y="2039"/>
                  </a:lnTo>
                  <a:lnTo>
                    <a:pt x="2510" y="2070"/>
                  </a:lnTo>
                  <a:lnTo>
                    <a:pt x="2493" y="2097"/>
                  </a:lnTo>
                  <a:lnTo>
                    <a:pt x="2475" y="2121"/>
                  </a:lnTo>
                  <a:lnTo>
                    <a:pt x="2455" y="2142"/>
                  </a:lnTo>
                  <a:lnTo>
                    <a:pt x="2434" y="2160"/>
                  </a:lnTo>
                  <a:lnTo>
                    <a:pt x="2412" y="2174"/>
                  </a:lnTo>
                  <a:lnTo>
                    <a:pt x="2390" y="2185"/>
                  </a:lnTo>
                  <a:lnTo>
                    <a:pt x="2366" y="2191"/>
                  </a:lnTo>
                  <a:lnTo>
                    <a:pt x="2342" y="2193"/>
                  </a:lnTo>
                  <a:lnTo>
                    <a:pt x="2317" y="2191"/>
                  </a:lnTo>
                  <a:lnTo>
                    <a:pt x="2294" y="2185"/>
                  </a:lnTo>
                  <a:lnTo>
                    <a:pt x="2270" y="2174"/>
                  </a:lnTo>
                  <a:lnTo>
                    <a:pt x="2249" y="2160"/>
                  </a:lnTo>
                  <a:lnTo>
                    <a:pt x="2228" y="2142"/>
                  </a:lnTo>
                  <a:lnTo>
                    <a:pt x="2208" y="2121"/>
                  </a:lnTo>
                  <a:lnTo>
                    <a:pt x="2189" y="2097"/>
                  </a:lnTo>
                  <a:lnTo>
                    <a:pt x="2173" y="2070"/>
                  </a:lnTo>
                  <a:lnTo>
                    <a:pt x="2157" y="2039"/>
                  </a:lnTo>
                  <a:lnTo>
                    <a:pt x="2142" y="2008"/>
                  </a:lnTo>
                  <a:lnTo>
                    <a:pt x="2131" y="1972"/>
                  </a:lnTo>
                  <a:lnTo>
                    <a:pt x="2120" y="1936"/>
                  </a:lnTo>
                  <a:lnTo>
                    <a:pt x="2112" y="1897"/>
                  </a:lnTo>
                  <a:lnTo>
                    <a:pt x="2106" y="1858"/>
                  </a:lnTo>
                  <a:lnTo>
                    <a:pt x="2103" y="1815"/>
                  </a:lnTo>
                  <a:lnTo>
                    <a:pt x="2101" y="1773"/>
                  </a:lnTo>
                  <a:lnTo>
                    <a:pt x="2103" y="1731"/>
                  </a:lnTo>
                  <a:lnTo>
                    <a:pt x="2106" y="1689"/>
                  </a:lnTo>
                  <a:lnTo>
                    <a:pt x="2112" y="1649"/>
                  </a:lnTo>
                  <a:lnTo>
                    <a:pt x="2120" y="1611"/>
                  </a:lnTo>
                  <a:lnTo>
                    <a:pt x="2131" y="1574"/>
                  </a:lnTo>
                  <a:lnTo>
                    <a:pt x="2142" y="1540"/>
                  </a:lnTo>
                  <a:lnTo>
                    <a:pt x="2157" y="1507"/>
                  </a:lnTo>
                  <a:lnTo>
                    <a:pt x="2173" y="1478"/>
                  </a:lnTo>
                  <a:lnTo>
                    <a:pt x="2189" y="1451"/>
                  </a:lnTo>
                  <a:lnTo>
                    <a:pt x="2208" y="1426"/>
                  </a:lnTo>
                  <a:lnTo>
                    <a:pt x="2228" y="1405"/>
                  </a:lnTo>
                  <a:lnTo>
                    <a:pt x="2249" y="1387"/>
                  </a:lnTo>
                  <a:lnTo>
                    <a:pt x="2270" y="1373"/>
                  </a:lnTo>
                  <a:lnTo>
                    <a:pt x="2294" y="1363"/>
                  </a:lnTo>
                  <a:lnTo>
                    <a:pt x="2317" y="1357"/>
                  </a:lnTo>
                  <a:lnTo>
                    <a:pt x="2342" y="1355"/>
                  </a:lnTo>
                  <a:close/>
                  <a:moveTo>
                    <a:pt x="3179" y="819"/>
                  </a:moveTo>
                  <a:lnTo>
                    <a:pt x="3204" y="821"/>
                  </a:lnTo>
                  <a:lnTo>
                    <a:pt x="3227" y="827"/>
                  </a:lnTo>
                  <a:lnTo>
                    <a:pt x="3250" y="838"/>
                  </a:lnTo>
                  <a:lnTo>
                    <a:pt x="3272" y="852"/>
                  </a:lnTo>
                  <a:lnTo>
                    <a:pt x="3293" y="869"/>
                  </a:lnTo>
                  <a:lnTo>
                    <a:pt x="3312" y="890"/>
                  </a:lnTo>
                  <a:lnTo>
                    <a:pt x="3331" y="915"/>
                  </a:lnTo>
                  <a:lnTo>
                    <a:pt x="3348" y="942"/>
                  </a:lnTo>
                  <a:lnTo>
                    <a:pt x="3363" y="971"/>
                  </a:lnTo>
                  <a:lnTo>
                    <a:pt x="3377" y="1004"/>
                  </a:lnTo>
                  <a:lnTo>
                    <a:pt x="3389" y="1038"/>
                  </a:lnTo>
                  <a:lnTo>
                    <a:pt x="3400" y="1076"/>
                  </a:lnTo>
                  <a:lnTo>
                    <a:pt x="3408" y="1113"/>
                  </a:lnTo>
                  <a:lnTo>
                    <a:pt x="3414" y="1153"/>
                  </a:lnTo>
                  <a:lnTo>
                    <a:pt x="3417" y="1195"/>
                  </a:lnTo>
                  <a:lnTo>
                    <a:pt x="3418" y="1237"/>
                  </a:lnTo>
                  <a:lnTo>
                    <a:pt x="3417" y="1280"/>
                  </a:lnTo>
                  <a:lnTo>
                    <a:pt x="3414" y="1322"/>
                  </a:lnTo>
                  <a:lnTo>
                    <a:pt x="3408" y="1362"/>
                  </a:lnTo>
                  <a:lnTo>
                    <a:pt x="3400" y="1399"/>
                  </a:lnTo>
                  <a:lnTo>
                    <a:pt x="3389" y="1437"/>
                  </a:lnTo>
                  <a:lnTo>
                    <a:pt x="3377" y="1471"/>
                  </a:lnTo>
                  <a:lnTo>
                    <a:pt x="3363" y="1503"/>
                  </a:lnTo>
                  <a:lnTo>
                    <a:pt x="3348" y="1533"/>
                  </a:lnTo>
                  <a:lnTo>
                    <a:pt x="3331" y="1560"/>
                  </a:lnTo>
                  <a:lnTo>
                    <a:pt x="3312" y="1584"/>
                  </a:lnTo>
                  <a:lnTo>
                    <a:pt x="3293" y="1605"/>
                  </a:lnTo>
                  <a:lnTo>
                    <a:pt x="3272" y="1623"/>
                  </a:lnTo>
                  <a:lnTo>
                    <a:pt x="3250" y="1637"/>
                  </a:lnTo>
                  <a:lnTo>
                    <a:pt x="3227" y="1648"/>
                  </a:lnTo>
                  <a:lnTo>
                    <a:pt x="3204" y="1654"/>
                  </a:lnTo>
                  <a:lnTo>
                    <a:pt x="3179" y="1656"/>
                  </a:lnTo>
                  <a:lnTo>
                    <a:pt x="3155" y="1654"/>
                  </a:lnTo>
                  <a:lnTo>
                    <a:pt x="3131" y="1648"/>
                  </a:lnTo>
                  <a:lnTo>
                    <a:pt x="3108" y="1637"/>
                  </a:lnTo>
                  <a:lnTo>
                    <a:pt x="3087" y="1623"/>
                  </a:lnTo>
                  <a:lnTo>
                    <a:pt x="3066" y="1605"/>
                  </a:lnTo>
                  <a:lnTo>
                    <a:pt x="3046" y="1584"/>
                  </a:lnTo>
                  <a:lnTo>
                    <a:pt x="3027" y="1560"/>
                  </a:lnTo>
                  <a:lnTo>
                    <a:pt x="3011" y="1533"/>
                  </a:lnTo>
                  <a:lnTo>
                    <a:pt x="2994" y="1503"/>
                  </a:lnTo>
                  <a:lnTo>
                    <a:pt x="2980" y="1471"/>
                  </a:lnTo>
                  <a:lnTo>
                    <a:pt x="2968" y="1437"/>
                  </a:lnTo>
                  <a:lnTo>
                    <a:pt x="2958" y="1399"/>
                  </a:lnTo>
                  <a:lnTo>
                    <a:pt x="2950" y="1362"/>
                  </a:lnTo>
                  <a:lnTo>
                    <a:pt x="2944" y="1322"/>
                  </a:lnTo>
                  <a:lnTo>
                    <a:pt x="2940" y="1280"/>
                  </a:lnTo>
                  <a:lnTo>
                    <a:pt x="2939" y="1237"/>
                  </a:lnTo>
                  <a:lnTo>
                    <a:pt x="2940" y="1195"/>
                  </a:lnTo>
                  <a:lnTo>
                    <a:pt x="2944" y="1153"/>
                  </a:lnTo>
                  <a:lnTo>
                    <a:pt x="2950" y="1113"/>
                  </a:lnTo>
                  <a:lnTo>
                    <a:pt x="2958" y="1076"/>
                  </a:lnTo>
                  <a:lnTo>
                    <a:pt x="2968" y="1038"/>
                  </a:lnTo>
                  <a:lnTo>
                    <a:pt x="2980" y="1004"/>
                  </a:lnTo>
                  <a:lnTo>
                    <a:pt x="2994" y="971"/>
                  </a:lnTo>
                  <a:lnTo>
                    <a:pt x="3011" y="942"/>
                  </a:lnTo>
                  <a:lnTo>
                    <a:pt x="3027" y="915"/>
                  </a:lnTo>
                  <a:lnTo>
                    <a:pt x="3046" y="890"/>
                  </a:lnTo>
                  <a:lnTo>
                    <a:pt x="3066" y="869"/>
                  </a:lnTo>
                  <a:lnTo>
                    <a:pt x="3087" y="852"/>
                  </a:lnTo>
                  <a:lnTo>
                    <a:pt x="3108" y="838"/>
                  </a:lnTo>
                  <a:lnTo>
                    <a:pt x="3131" y="827"/>
                  </a:lnTo>
                  <a:lnTo>
                    <a:pt x="3155" y="821"/>
                  </a:lnTo>
                  <a:lnTo>
                    <a:pt x="3179" y="819"/>
                  </a:lnTo>
                  <a:close/>
                  <a:moveTo>
                    <a:pt x="3246" y="2144"/>
                  </a:moveTo>
                  <a:lnTo>
                    <a:pt x="3271" y="2146"/>
                  </a:lnTo>
                  <a:lnTo>
                    <a:pt x="3294" y="2152"/>
                  </a:lnTo>
                  <a:lnTo>
                    <a:pt x="3316" y="2162"/>
                  </a:lnTo>
                  <a:lnTo>
                    <a:pt x="3339" y="2176"/>
                  </a:lnTo>
                  <a:lnTo>
                    <a:pt x="3360" y="2194"/>
                  </a:lnTo>
                  <a:lnTo>
                    <a:pt x="3380" y="2215"/>
                  </a:lnTo>
                  <a:lnTo>
                    <a:pt x="3397" y="2240"/>
                  </a:lnTo>
                  <a:lnTo>
                    <a:pt x="3415" y="2267"/>
                  </a:lnTo>
                  <a:lnTo>
                    <a:pt x="3430" y="2296"/>
                  </a:lnTo>
                  <a:lnTo>
                    <a:pt x="3444" y="2329"/>
                  </a:lnTo>
                  <a:lnTo>
                    <a:pt x="3456" y="2363"/>
                  </a:lnTo>
                  <a:lnTo>
                    <a:pt x="3466" y="2400"/>
                  </a:lnTo>
                  <a:lnTo>
                    <a:pt x="3475" y="2438"/>
                  </a:lnTo>
                  <a:lnTo>
                    <a:pt x="3480" y="2478"/>
                  </a:lnTo>
                  <a:lnTo>
                    <a:pt x="3484" y="2520"/>
                  </a:lnTo>
                  <a:lnTo>
                    <a:pt x="3485" y="2562"/>
                  </a:lnTo>
                  <a:lnTo>
                    <a:pt x="3484" y="2604"/>
                  </a:lnTo>
                  <a:lnTo>
                    <a:pt x="3480" y="2647"/>
                  </a:lnTo>
                  <a:lnTo>
                    <a:pt x="3475" y="2686"/>
                  </a:lnTo>
                  <a:lnTo>
                    <a:pt x="3466" y="2725"/>
                  </a:lnTo>
                  <a:lnTo>
                    <a:pt x="3456" y="2762"/>
                  </a:lnTo>
                  <a:lnTo>
                    <a:pt x="3444" y="2796"/>
                  </a:lnTo>
                  <a:lnTo>
                    <a:pt x="3430" y="2828"/>
                  </a:lnTo>
                  <a:lnTo>
                    <a:pt x="3415" y="2858"/>
                  </a:lnTo>
                  <a:lnTo>
                    <a:pt x="3397" y="2886"/>
                  </a:lnTo>
                  <a:lnTo>
                    <a:pt x="3380" y="2909"/>
                  </a:lnTo>
                  <a:lnTo>
                    <a:pt x="3360" y="2930"/>
                  </a:lnTo>
                  <a:lnTo>
                    <a:pt x="3339" y="2949"/>
                  </a:lnTo>
                  <a:lnTo>
                    <a:pt x="3316" y="2963"/>
                  </a:lnTo>
                  <a:lnTo>
                    <a:pt x="3294" y="2974"/>
                  </a:lnTo>
                  <a:lnTo>
                    <a:pt x="3271" y="2980"/>
                  </a:lnTo>
                  <a:lnTo>
                    <a:pt x="3246" y="2982"/>
                  </a:lnTo>
                  <a:lnTo>
                    <a:pt x="3222" y="2980"/>
                  </a:lnTo>
                  <a:lnTo>
                    <a:pt x="3198" y="2974"/>
                  </a:lnTo>
                  <a:lnTo>
                    <a:pt x="3176" y="2963"/>
                  </a:lnTo>
                  <a:lnTo>
                    <a:pt x="3154" y="2949"/>
                  </a:lnTo>
                  <a:lnTo>
                    <a:pt x="3133" y="2930"/>
                  </a:lnTo>
                  <a:lnTo>
                    <a:pt x="3113" y="2909"/>
                  </a:lnTo>
                  <a:lnTo>
                    <a:pt x="3095" y="2886"/>
                  </a:lnTo>
                  <a:lnTo>
                    <a:pt x="3077" y="2858"/>
                  </a:lnTo>
                  <a:lnTo>
                    <a:pt x="3062" y="2828"/>
                  </a:lnTo>
                  <a:lnTo>
                    <a:pt x="3048" y="2796"/>
                  </a:lnTo>
                  <a:lnTo>
                    <a:pt x="3036" y="2762"/>
                  </a:lnTo>
                  <a:lnTo>
                    <a:pt x="3026" y="2725"/>
                  </a:lnTo>
                  <a:lnTo>
                    <a:pt x="3018" y="2686"/>
                  </a:lnTo>
                  <a:lnTo>
                    <a:pt x="3012" y="2647"/>
                  </a:lnTo>
                  <a:lnTo>
                    <a:pt x="3008" y="2604"/>
                  </a:lnTo>
                  <a:lnTo>
                    <a:pt x="3007" y="2562"/>
                  </a:lnTo>
                  <a:lnTo>
                    <a:pt x="3008" y="2520"/>
                  </a:lnTo>
                  <a:lnTo>
                    <a:pt x="3012" y="2478"/>
                  </a:lnTo>
                  <a:lnTo>
                    <a:pt x="3018" y="2438"/>
                  </a:lnTo>
                  <a:lnTo>
                    <a:pt x="3026" y="2400"/>
                  </a:lnTo>
                  <a:lnTo>
                    <a:pt x="3036" y="2363"/>
                  </a:lnTo>
                  <a:lnTo>
                    <a:pt x="3048" y="2329"/>
                  </a:lnTo>
                  <a:lnTo>
                    <a:pt x="3062" y="2296"/>
                  </a:lnTo>
                  <a:lnTo>
                    <a:pt x="3077" y="2267"/>
                  </a:lnTo>
                  <a:lnTo>
                    <a:pt x="3095" y="2240"/>
                  </a:lnTo>
                  <a:lnTo>
                    <a:pt x="3113" y="2215"/>
                  </a:lnTo>
                  <a:lnTo>
                    <a:pt x="3133" y="2194"/>
                  </a:lnTo>
                  <a:lnTo>
                    <a:pt x="3154" y="2176"/>
                  </a:lnTo>
                  <a:lnTo>
                    <a:pt x="3176" y="2162"/>
                  </a:lnTo>
                  <a:lnTo>
                    <a:pt x="3198" y="2152"/>
                  </a:lnTo>
                  <a:lnTo>
                    <a:pt x="3222" y="2146"/>
                  </a:lnTo>
                  <a:lnTo>
                    <a:pt x="3246" y="214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0562" name="Freeform 48"/>
            <p:cNvSpPr>
              <a:spLocks/>
            </p:cNvSpPr>
            <p:nvPr/>
          </p:nvSpPr>
          <p:spPr bwMode="auto">
            <a:xfrm>
              <a:off x="1267" y="1588"/>
              <a:ext cx="87" cy="52"/>
            </a:xfrm>
            <a:custGeom>
              <a:avLst/>
              <a:gdLst>
                <a:gd name="T0" fmla="*/ 3 w 437"/>
                <a:gd name="T1" fmla="*/ 2 h 260"/>
                <a:gd name="T2" fmla="*/ 3 w 437"/>
                <a:gd name="T3" fmla="*/ 2 h 260"/>
                <a:gd name="T4" fmla="*/ 3 w 437"/>
                <a:gd name="T5" fmla="*/ 2 h 260"/>
                <a:gd name="T6" fmla="*/ 3 w 437"/>
                <a:gd name="T7" fmla="*/ 2 h 260"/>
                <a:gd name="T8" fmla="*/ 3 w 437"/>
                <a:gd name="T9" fmla="*/ 1 h 260"/>
                <a:gd name="T10" fmla="*/ 3 w 437"/>
                <a:gd name="T11" fmla="*/ 1 h 260"/>
                <a:gd name="T12" fmla="*/ 3 w 437"/>
                <a:gd name="T13" fmla="*/ 1 h 260"/>
                <a:gd name="T14" fmla="*/ 3 w 437"/>
                <a:gd name="T15" fmla="*/ 1 h 260"/>
                <a:gd name="T16" fmla="*/ 3 w 437"/>
                <a:gd name="T17" fmla="*/ 1 h 260"/>
                <a:gd name="T18" fmla="*/ 2 w 437"/>
                <a:gd name="T19" fmla="*/ 1 h 260"/>
                <a:gd name="T20" fmla="*/ 2 w 437"/>
                <a:gd name="T21" fmla="*/ 0 h 260"/>
                <a:gd name="T22" fmla="*/ 2 w 437"/>
                <a:gd name="T23" fmla="*/ 0 h 260"/>
                <a:gd name="T24" fmla="*/ 2 w 437"/>
                <a:gd name="T25" fmla="*/ 0 h 260"/>
                <a:gd name="T26" fmla="*/ 1 w 437"/>
                <a:gd name="T27" fmla="*/ 0 h 260"/>
                <a:gd name="T28" fmla="*/ 1 w 437"/>
                <a:gd name="T29" fmla="*/ 0 h 260"/>
                <a:gd name="T30" fmla="*/ 1 w 437"/>
                <a:gd name="T31" fmla="*/ 0 h 260"/>
                <a:gd name="T32" fmla="*/ 0 w 437"/>
                <a:gd name="T33" fmla="*/ 0 h 260"/>
                <a:gd name="T34" fmla="*/ 0 w 437"/>
                <a:gd name="T35" fmla="*/ 0 h 260"/>
                <a:gd name="T36" fmla="*/ 0 w 437"/>
                <a:gd name="T37" fmla="*/ 0 h 260"/>
                <a:gd name="T38" fmla="*/ 0 w 437"/>
                <a:gd name="T39" fmla="*/ 0 h 260"/>
                <a:gd name="T40" fmla="*/ 1 w 437"/>
                <a:gd name="T41" fmla="*/ 0 h 260"/>
                <a:gd name="T42" fmla="*/ 1 w 437"/>
                <a:gd name="T43" fmla="*/ 0 h 260"/>
                <a:gd name="T44" fmla="*/ 1 w 437"/>
                <a:gd name="T45" fmla="*/ 0 h 260"/>
                <a:gd name="T46" fmla="*/ 2 w 437"/>
                <a:gd name="T47" fmla="*/ 0 h 260"/>
                <a:gd name="T48" fmla="*/ 2 w 437"/>
                <a:gd name="T49" fmla="*/ 0 h 260"/>
                <a:gd name="T50" fmla="*/ 2 w 437"/>
                <a:gd name="T51" fmla="*/ 1 h 260"/>
                <a:gd name="T52" fmla="*/ 2 w 437"/>
                <a:gd name="T53" fmla="*/ 1 h 260"/>
                <a:gd name="T54" fmla="*/ 3 w 437"/>
                <a:gd name="T55" fmla="*/ 1 h 260"/>
                <a:gd name="T56" fmla="*/ 3 w 437"/>
                <a:gd name="T57" fmla="*/ 1 h 260"/>
                <a:gd name="T58" fmla="*/ 3 w 437"/>
                <a:gd name="T59" fmla="*/ 1 h 260"/>
                <a:gd name="T60" fmla="*/ 3 w 437"/>
                <a:gd name="T61" fmla="*/ 1 h 260"/>
                <a:gd name="T62" fmla="*/ 3 w 437"/>
                <a:gd name="T63" fmla="*/ 1 h 260"/>
                <a:gd name="T64" fmla="*/ 3 w 437"/>
                <a:gd name="T65" fmla="*/ 2 h 260"/>
                <a:gd name="T66" fmla="*/ 3 w 437"/>
                <a:gd name="T67" fmla="*/ 2 h 260"/>
                <a:gd name="T68" fmla="*/ 3 w 437"/>
                <a:gd name="T69" fmla="*/ 2 h 260"/>
                <a:gd name="T70" fmla="*/ 3 w 437"/>
                <a:gd name="T71" fmla="*/ 2 h 260"/>
                <a:gd name="T72" fmla="*/ 3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437" y="260"/>
                  </a:moveTo>
                  <a:lnTo>
                    <a:pt x="437" y="260"/>
                  </a:lnTo>
                  <a:lnTo>
                    <a:pt x="434" y="233"/>
                  </a:lnTo>
                  <a:lnTo>
                    <a:pt x="427" y="206"/>
                  </a:lnTo>
                  <a:lnTo>
                    <a:pt x="417" y="181"/>
                  </a:lnTo>
                  <a:lnTo>
                    <a:pt x="401" y="157"/>
                  </a:lnTo>
                  <a:lnTo>
                    <a:pt x="383" y="133"/>
                  </a:lnTo>
                  <a:lnTo>
                    <a:pt x="360" y="113"/>
                  </a:lnTo>
                  <a:lnTo>
                    <a:pt x="336" y="93"/>
                  </a:lnTo>
                  <a:lnTo>
                    <a:pt x="308" y="73"/>
                  </a:lnTo>
                  <a:lnTo>
                    <a:pt x="276" y="58"/>
                  </a:lnTo>
                  <a:lnTo>
                    <a:pt x="242" y="43"/>
                  </a:lnTo>
                  <a:lnTo>
                    <a:pt x="207" y="30"/>
                  </a:lnTo>
                  <a:lnTo>
                    <a:pt x="168" y="19"/>
                  </a:lnTo>
                  <a:lnTo>
                    <a:pt x="128" y="11"/>
                  </a:lnTo>
                  <a:lnTo>
                    <a:pt x="87" y="4"/>
                  </a:lnTo>
                  <a:lnTo>
                    <a:pt x="43" y="1"/>
                  </a:lnTo>
                  <a:lnTo>
                    <a:pt x="0" y="0"/>
                  </a:lnTo>
                  <a:lnTo>
                    <a:pt x="0" y="11"/>
                  </a:lnTo>
                  <a:lnTo>
                    <a:pt x="43" y="12"/>
                  </a:lnTo>
                  <a:lnTo>
                    <a:pt x="85" y="16"/>
                  </a:lnTo>
                  <a:lnTo>
                    <a:pt x="126" y="23"/>
                  </a:lnTo>
                  <a:lnTo>
                    <a:pt x="166" y="31"/>
                  </a:lnTo>
                  <a:lnTo>
                    <a:pt x="202" y="42"/>
                  </a:lnTo>
                  <a:lnTo>
                    <a:pt x="237" y="55"/>
                  </a:lnTo>
                  <a:lnTo>
                    <a:pt x="271" y="70"/>
                  </a:lnTo>
                  <a:lnTo>
                    <a:pt x="301" y="85"/>
                  </a:lnTo>
                  <a:lnTo>
                    <a:pt x="329" y="103"/>
                  </a:lnTo>
                  <a:lnTo>
                    <a:pt x="353" y="123"/>
                  </a:lnTo>
                  <a:lnTo>
                    <a:pt x="373" y="143"/>
                  </a:lnTo>
                  <a:lnTo>
                    <a:pt x="392" y="164"/>
                  </a:lnTo>
                  <a:lnTo>
                    <a:pt x="405" y="186"/>
                  </a:lnTo>
                  <a:lnTo>
                    <a:pt x="415" y="211"/>
                  </a:lnTo>
                  <a:lnTo>
                    <a:pt x="422" y="235"/>
                  </a:lnTo>
                  <a:lnTo>
                    <a:pt x="425" y="260"/>
                  </a:lnTo>
                  <a:lnTo>
                    <a:pt x="437"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0563" name="Freeform 49"/>
            <p:cNvSpPr>
              <a:spLocks/>
            </p:cNvSpPr>
            <p:nvPr/>
          </p:nvSpPr>
          <p:spPr bwMode="auto">
            <a:xfrm>
              <a:off x="1267" y="1640"/>
              <a:ext cx="87" cy="52"/>
            </a:xfrm>
            <a:custGeom>
              <a:avLst/>
              <a:gdLst>
                <a:gd name="T0" fmla="*/ 0 w 437"/>
                <a:gd name="T1" fmla="*/ 2 h 260"/>
                <a:gd name="T2" fmla="*/ 0 w 437"/>
                <a:gd name="T3" fmla="*/ 2 h 260"/>
                <a:gd name="T4" fmla="*/ 0 w 437"/>
                <a:gd name="T5" fmla="*/ 2 h 260"/>
                <a:gd name="T6" fmla="*/ 1 w 437"/>
                <a:gd name="T7" fmla="*/ 2 h 260"/>
                <a:gd name="T8" fmla="*/ 1 w 437"/>
                <a:gd name="T9" fmla="*/ 2 h 260"/>
                <a:gd name="T10" fmla="*/ 1 w 437"/>
                <a:gd name="T11" fmla="*/ 2 h 260"/>
                <a:gd name="T12" fmla="*/ 2 w 437"/>
                <a:gd name="T13" fmla="*/ 2 h 260"/>
                <a:gd name="T14" fmla="*/ 2 w 437"/>
                <a:gd name="T15" fmla="*/ 2 h 260"/>
                <a:gd name="T16" fmla="*/ 2 w 437"/>
                <a:gd name="T17" fmla="*/ 2 h 260"/>
                <a:gd name="T18" fmla="*/ 2 w 437"/>
                <a:gd name="T19" fmla="*/ 1 h 260"/>
                <a:gd name="T20" fmla="*/ 3 w 437"/>
                <a:gd name="T21" fmla="*/ 1 h 260"/>
                <a:gd name="T22" fmla="*/ 3 w 437"/>
                <a:gd name="T23" fmla="*/ 1 h 260"/>
                <a:gd name="T24" fmla="*/ 3 w 437"/>
                <a:gd name="T25" fmla="*/ 1 h 260"/>
                <a:gd name="T26" fmla="*/ 3 w 437"/>
                <a:gd name="T27" fmla="*/ 1 h 260"/>
                <a:gd name="T28" fmla="*/ 3 w 437"/>
                <a:gd name="T29" fmla="*/ 1 h 260"/>
                <a:gd name="T30" fmla="*/ 3 w 437"/>
                <a:gd name="T31" fmla="*/ 0 h 260"/>
                <a:gd name="T32" fmla="*/ 3 w 437"/>
                <a:gd name="T33" fmla="*/ 0 h 260"/>
                <a:gd name="T34" fmla="*/ 3 w 437"/>
                <a:gd name="T35" fmla="*/ 0 h 260"/>
                <a:gd name="T36" fmla="*/ 3 w 437"/>
                <a:gd name="T37" fmla="*/ 0 h 260"/>
                <a:gd name="T38" fmla="*/ 3 w 437"/>
                <a:gd name="T39" fmla="*/ 0 h 260"/>
                <a:gd name="T40" fmla="*/ 3 w 437"/>
                <a:gd name="T41" fmla="*/ 0 h 260"/>
                <a:gd name="T42" fmla="*/ 3 w 437"/>
                <a:gd name="T43" fmla="*/ 1 h 260"/>
                <a:gd name="T44" fmla="*/ 3 w 437"/>
                <a:gd name="T45" fmla="*/ 1 h 260"/>
                <a:gd name="T46" fmla="*/ 3 w 437"/>
                <a:gd name="T47" fmla="*/ 1 h 260"/>
                <a:gd name="T48" fmla="*/ 3 w 437"/>
                <a:gd name="T49" fmla="*/ 1 h 260"/>
                <a:gd name="T50" fmla="*/ 3 w 437"/>
                <a:gd name="T51" fmla="*/ 1 h 260"/>
                <a:gd name="T52" fmla="*/ 2 w 437"/>
                <a:gd name="T53" fmla="*/ 1 h 260"/>
                <a:gd name="T54" fmla="*/ 2 w 437"/>
                <a:gd name="T55" fmla="*/ 2 h 260"/>
                <a:gd name="T56" fmla="*/ 2 w 437"/>
                <a:gd name="T57" fmla="*/ 2 h 260"/>
                <a:gd name="T58" fmla="*/ 2 w 437"/>
                <a:gd name="T59" fmla="*/ 2 h 260"/>
                <a:gd name="T60" fmla="*/ 1 w 437"/>
                <a:gd name="T61" fmla="*/ 2 h 260"/>
                <a:gd name="T62" fmla="*/ 1 w 437"/>
                <a:gd name="T63" fmla="*/ 2 h 260"/>
                <a:gd name="T64" fmla="*/ 1 w 437"/>
                <a:gd name="T65" fmla="*/ 2 h 260"/>
                <a:gd name="T66" fmla="*/ 0 w 437"/>
                <a:gd name="T67" fmla="*/ 2 h 260"/>
                <a:gd name="T68" fmla="*/ 0 w 437"/>
                <a:gd name="T69" fmla="*/ 2 h 260"/>
                <a:gd name="T70" fmla="*/ 0 w 437"/>
                <a:gd name="T71" fmla="*/ 2 h 260"/>
                <a:gd name="T72" fmla="*/ 0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0" y="260"/>
                  </a:moveTo>
                  <a:lnTo>
                    <a:pt x="0" y="260"/>
                  </a:lnTo>
                  <a:lnTo>
                    <a:pt x="43" y="259"/>
                  </a:lnTo>
                  <a:lnTo>
                    <a:pt x="87" y="255"/>
                  </a:lnTo>
                  <a:lnTo>
                    <a:pt x="128" y="248"/>
                  </a:lnTo>
                  <a:lnTo>
                    <a:pt x="168" y="240"/>
                  </a:lnTo>
                  <a:lnTo>
                    <a:pt x="207" y="230"/>
                  </a:lnTo>
                  <a:lnTo>
                    <a:pt x="242" y="217"/>
                  </a:lnTo>
                  <a:lnTo>
                    <a:pt x="276" y="202"/>
                  </a:lnTo>
                  <a:lnTo>
                    <a:pt x="308" y="185"/>
                  </a:lnTo>
                  <a:lnTo>
                    <a:pt x="336" y="166"/>
                  </a:lnTo>
                  <a:lnTo>
                    <a:pt x="360" y="146"/>
                  </a:lnTo>
                  <a:lnTo>
                    <a:pt x="383" y="125"/>
                  </a:lnTo>
                  <a:lnTo>
                    <a:pt x="401" y="102"/>
                  </a:lnTo>
                  <a:lnTo>
                    <a:pt x="417" y="77"/>
                  </a:lnTo>
                  <a:lnTo>
                    <a:pt x="427" y="53"/>
                  </a:lnTo>
                  <a:lnTo>
                    <a:pt x="434" y="27"/>
                  </a:lnTo>
                  <a:lnTo>
                    <a:pt x="437" y="0"/>
                  </a:lnTo>
                  <a:lnTo>
                    <a:pt x="425" y="0"/>
                  </a:lnTo>
                  <a:lnTo>
                    <a:pt x="422" y="24"/>
                  </a:lnTo>
                  <a:lnTo>
                    <a:pt x="415" y="48"/>
                  </a:lnTo>
                  <a:lnTo>
                    <a:pt x="405" y="73"/>
                  </a:lnTo>
                  <a:lnTo>
                    <a:pt x="392" y="95"/>
                  </a:lnTo>
                  <a:lnTo>
                    <a:pt x="373" y="116"/>
                  </a:lnTo>
                  <a:lnTo>
                    <a:pt x="353" y="137"/>
                  </a:lnTo>
                  <a:lnTo>
                    <a:pt x="329" y="157"/>
                  </a:lnTo>
                  <a:lnTo>
                    <a:pt x="301" y="173"/>
                  </a:lnTo>
                  <a:lnTo>
                    <a:pt x="271" y="190"/>
                  </a:lnTo>
                  <a:lnTo>
                    <a:pt x="237" y="205"/>
                  </a:lnTo>
                  <a:lnTo>
                    <a:pt x="202" y="218"/>
                  </a:lnTo>
                  <a:lnTo>
                    <a:pt x="166" y="228"/>
                  </a:lnTo>
                  <a:lnTo>
                    <a:pt x="126" y="237"/>
                  </a:lnTo>
                  <a:lnTo>
                    <a:pt x="85" y="244"/>
                  </a:lnTo>
                  <a:lnTo>
                    <a:pt x="43" y="247"/>
                  </a:lnTo>
                  <a:lnTo>
                    <a:pt x="0" y="248"/>
                  </a:lnTo>
                  <a:lnTo>
                    <a:pt x="0"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0564" name="Freeform 50"/>
            <p:cNvSpPr>
              <a:spLocks/>
            </p:cNvSpPr>
            <p:nvPr/>
          </p:nvSpPr>
          <p:spPr bwMode="auto">
            <a:xfrm>
              <a:off x="1179" y="1640"/>
              <a:ext cx="88" cy="52"/>
            </a:xfrm>
            <a:custGeom>
              <a:avLst/>
              <a:gdLst>
                <a:gd name="T0" fmla="*/ 0 w 439"/>
                <a:gd name="T1" fmla="*/ 0 h 260"/>
                <a:gd name="T2" fmla="*/ 0 w 439"/>
                <a:gd name="T3" fmla="*/ 0 h 260"/>
                <a:gd name="T4" fmla="*/ 0 w 439"/>
                <a:gd name="T5" fmla="*/ 0 h 260"/>
                <a:gd name="T6" fmla="*/ 0 w 439"/>
                <a:gd name="T7" fmla="*/ 0 h 260"/>
                <a:gd name="T8" fmla="*/ 0 w 439"/>
                <a:gd name="T9" fmla="*/ 1 h 260"/>
                <a:gd name="T10" fmla="*/ 0 w 439"/>
                <a:gd name="T11" fmla="*/ 1 h 260"/>
                <a:gd name="T12" fmla="*/ 0 w 439"/>
                <a:gd name="T13" fmla="*/ 1 h 260"/>
                <a:gd name="T14" fmla="*/ 1 w 439"/>
                <a:gd name="T15" fmla="*/ 1 h 260"/>
                <a:gd name="T16" fmla="*/ 1 w 439"/>
                <a:gd name="T17" fmla="*/ 1 h 260"/>
                <a:gd name="T18" fmla="*/ 1 w 439"/>
                <a:gd name="T19" fmla="*/ 1 h 260"/>
                <a:gd name="T20" fmla="*/ 1 w 439"/>
                <a:gd name="T21" fmla="*/ 2 h 260"/>
                <a:gd name="T22" fmla="*/ 2 w 439"/>
                <a:gd name="T23" fmla="*/ 2 h 260"/>
                <a:gd name="T24" fmla="*/ 2 w 439"/>
                <a:gd name="T25" fmla="*/ 2 h 260"/>
                <a:gd name="T26" fmla="*/ 2 w 439"/>
                <a:gd name="T27" fmla="*/ 2 h 260"/>
                <a:gd name="T28" fmla="*/ 2 w 439"/>
                <a:gd name="T29" fmla="*/ 2 h 260"/>
                <a:gd name="T30" fmla="*/ 3 w 439"/>
                <a:gd name="T31" fmla="*/ 2 h 260"/>
                <a:gd name="T32" fmla="*/ 3 w 439"/>
                <a:gd name="T33" fmla="*/ 2 h 260"/>
                <a:gd name="T34" fmla="*/ 4 w 439"/>
                <a:gd name="T35" fmla="*/ 2 h 260"/>
                <a:gd name="T36" fmla="*/ 4 w 439"/>
                <a:gd name="T37" fmla="*/ 2 h 260"/>
                <a:gd name="T38" fmla="*/ 3 w 439"/>
                <a:gd name="T39" fmla="*/ 2 h 260"/>
                <a:gd name="T40" fmla="*/ 3 w 439"/>
                <a:gd name="T41" fmla="*/ 2 h 260"/>
                <a:gd name="T42" fmla="*/ 3 w 439"/>
                <a:gd name="T43" fmla="*/ 2 h 260"/>
                <a:gd name="T44" fmla="*/ 2 w 439"/>
                <a:gd name="T45" fmla="*/ 2 h 260"/>
                <a:gd name="T46" fmla="*/ 2 w 439"/>
                <a:gd name="T47" fmla="*/ 2 h 260"/>
                <a:gd name="T48" fmla="*/ 2 w 439"/>
                <a:gd name="T49" fmla="*/ 2 h 260"/>
                <a:gd name="T50" fmla="*/ 1 w 439"/>
                <a:gd name="T51" fmla="*/ 2 h 260"/>
                <a:gd name="T52" fmla="*/ 1 w 439"/>
                <a:gd name="T53" fmla="*/ 1 h 260"/>
                <a:gd name="T54" fmla="*/ 1 w 439"/>
                <a:gd name="T55" fmla="*/ 1 h 260"/>
                <a:gd name="T56" fmla="*/ 1 w 439"/>
                <a:gd name="T57" fmla="*/ 1 h 260"/>
                <a:gd name="T58" fmla="*/ 1 w 439"/>
                <a:gd name="T59" fmla="*/ 1 h 260"/>
                <a:gd name="T60" fmla="*/ 0 w 439"/>
                <a:gd name="T61" fmla="*/ 1 h 260"/>
                <a:gd name="T62" fmla="*/ 0 w 439"/>
                <a:gd name="T63" fmla="*/ 1 h 260"/>
                <a:gd name="T64" fmla="*/ 0 w 439"/>
                <a:gd name="T65" fmla="*/ 0 h 260"/>
                <a:gd name="T66" fmla="*/ 0 w 439"/>
                <a:gd name="T67" fmla="*/ 0 h 260"/>
                <a:gd name="T68" fmla="*/ 0 w 439"/>
                <a:gd name="T69" fmla="*/ 0 h 260"/>
                <a:gd name="T70" fmla="*/ 0 w 439"/>
                <a:gd name="T71" fmla="*/ 0 h 260"/>
                <a:gd name="T72" fmla="*/ 0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0" y="0"/>
                  </a:moveTo>
                  <a:lnTo>
                    <a:pt x="0" y="0"/>
                  </a:lnTo>
                  <a:lnTo>
                    <a:pt x="3" y="27"/>
                  </a:lnTo>
                  <a:lnTo>
                    <a:pt x="10" y="53"/>
                  </a:lnTo>
                  <a:lnTo>
                    <a:pt x="20" y="77"/>
                  </a:lnTo>
                  <a:lnTo>
                    <a:pt x="35" y="102"/>
                  </a:lnTo>
                  <a:lnTo>
                    <a:pt x="54" y="125"/>
                  </a:lnTo>
                  <a:lnTo>
                    <a:pt x="76" y="146"/>
                  </a:lnTo>
                  <a:lnTo>
                    <a:pt x="102" y="166"/>
                  </a:lnTo>
                  <a:lnTo>
                    <a:pt x="130" y="185"/>
                  </a:lnTo>
                  <a:lnTo>
                    <a:pt x="162" y="202"/>
                  </a:lnTo>
                  <a:lnTo>
                    <a:pt x="195" y="217"/>
                  </a:lnTo>
                  <a:lnTo>
                    <a:pt x="231" y="230"/>
                  </a:lnTo>
                  <a:lnTo>
                    <a:pt x="270" y="240"/>
                  </a:lnTo>
                  <a:lnTo>
                    <a:pt x="310" y="248"/>
                  </a:lnTo>
                  <a:lnTo>
                    <a:pt x="351" y="255"/>
                  </a:lnTo>
                  <a:lnTo>
                    <a:pt x="395" y="259"/>
                  </a:lnTo>
                  <a:lnTo>
                    <a:pt x="439" y="260"/>
                  </a:lnTo>
                  <a:lnTo>
                    <a:pt x="439" y="248"/>
                  </a:lnTo>
                  <a:lnTo>
                    <a:pt x="395" y="247"/>
                  </a:lnTo>
                  <a:lnTo>
                    <a:pt x="353" y="244"/>
                  </a:lnTo>
                  <a:lnTo>
                    <a:pt x="312" y="237"/>
                  </a:lnTo>
                  <a:lnTo>
                    <a:pt x="272" y="228"/>
                  </a:lnTo>
                  <a:lnTo>
                    <a:pt x="236" y="218"/>
                  </a:lnTo>
                  <a:lnTo>
                    <a:pt x="200" y="205"/>
                  </a:lnTo>
                  <a:lnTo>
                    <a:pt x="167" y="190"/>
                  </a:lnTo>
                  <a:lnTo>
                    <a:pt x="137" y="173"/>
                  </a:lnTo>
                  <a:lnTo>
                    <a:pt x="109" y="157"/>
                  </a:lnTo>
                  <a:lnTo>
                    <a:pt x="84" y="137"/>
                  </a:lnTo>
                  <a:lnTo>
                    <a:pt x="64" y="116"/>
                  </a:lnTo>
                  <a:lnTo>
                    <a:pt x="45" y="95"/>
                  </a:lnTo>
                  <a:lnTo>
                    <a:pt x="32" y="73"/>
                  </a:lnTo>
                  <a:lnTo>
                    <a:pt x="21" y="48"/>
                  </a:lnTo>
                  <a:lnTo>
                    <a:pt x="14" y="24"/>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0565" name="Freeform 51"/>
            <p:cNvSpPr>
              <a:spLocks/>
            </p:cNvSpPr>
            <p:nvPr/>
          </p:nvSpPr>
          <p:spPr bwMode="auto">
            <a:xfrm>
              <a:off x="1179" y="1588"/>
              <a:ext cx="88" cy="52"/>
            </a:xfrm>
            <a:custGeom>
              <a:avLst/>
              <a:gdLst>
                <a:gd name="T0" fmla="*/ 4 w 439"/>
                <a:gd name="T1" fmla="*/ 0 h 260"/>
                <a:gd name="T2" fmla="*/ 4 w 439"/>
                <a:gd name="T3" fmla="*/ 0 h 260"/>
                <a:gd name="T4" fmla="*/ 3 w 439"/>
                <a:gd name="T5" fmla="*/ 0 h 260"/>
                <a:gd name="T6" fmla="*/ 3 w 439"/>
                <a:gd name="T7" fmla="*/ 0 h 260"/>
                <a:gd name="T8" fmla="*/ 2 w 439"/>
                <a:gd name="T9" fmla="*/ 0 h 260"/>
                <a:gd name="T10" fmla="*/ 2 w 439"/>
                <a:gd name="T11" fmla="*/ 0 h 260"/>
                <a:gd name="T12" fmla="*/ 2 w 439"/>
                <a:gd name="T13" fmla="*/ 0 h 260"/>
                <a:gd name="T14" fmla="*/ 2 w 439"/>
                <a:gd name="T15" fmla="*/ 0 h 260"/>
                <a:gd name="T16" fmla="*/ 1 w 439"/>
                <a:gd name="T17" fmla="*/ 0 h 260"/>
                <a:gd name="T18" fmla="*/ 1 w 439"/>
                <a:gd name="T19" fmla="*/ 1 h 260"/>
                <a:gd name="T20" fmla="*/ 1 w 439"/>
                <a:gd name="T21" fmla="*/ 1 h 260"/>
                <a:gd name="T22" fmla="*/ 1 w 439"/>
                <a:gd name="T23" fmla="*/ 1 h 260"/>
                <a:gd name="T24" fmla="*/ 0 w 439"/>
                <a:gd name="T25" fmla="*/ 1 h 260"/>
                <a:gd name="T26" fmla="*/ 0 w 439"/>
                <a:gd name="T27" fmla="*/ 1 h 260"/>
                <a:gd name="T28" fmla="*/ 0 w 439"/>
                <a:gd name="T29" fmla="*/ 1 h 260"/>
                <a:gd name="T30" fmla="*/ 0 w 439"/>
                <a:gd name="T31" fmla="*/ 2 h 260"/>
                <a:gd name="T32" fmla="*/ 0 w 439"/>
                <a:gd name="T33" fmla="*/ 2 h 260"/>
                <a:gd name="T34" fmla="*/ 0 w 439"/>
                <a:gd name="T35" fmla="*/ 2 h 260"/>
                <a:gd name="T36" fmla="*/ 0 w 439"/>
                <a:gd name="T37" fmla="*/ 2 h 260"/>
                <a:gd name="T38" fmla="*/ 0 w 439"/>
                <a:gd name="T39" fmla="*/ 2 h 260"/>
                <a:gd name="T40" fmla="*/ 0 w 439"/>
                <a:gd name="T41" fmla="*/ 2 h 260"/>
                <a:gd name="T42" fmla="*/ 0 w 439"/>
                <a:gd name="T43" fmla="*/ 1 h 260"/>
                <a:gd name="T44" fmla="*/ 0 w 439"/>
                <a:gd name="T45" fmla="*/ 1 h 260"/>
                <a:gd name="T46" fmla="*/ 1 w 439"/>
                <a:gd name="T47" fmla="*/ 1 h 260"/>
                <a:gd name="T48" fmla="*/ 1 w 439"/>
                <a:gd name="T49" fmla="*/ 1 h 260"/>
                <a:gd name="T50" fmla="*/ 1 w 439"/>
                <a:gd name="T51" fmla="*/ 1 h 260"/>
                <a:gd name="T52" fmla="*/ 1 w 439"/>
                <a:gd name="T53" fmla="*/ 1 h 260"/>
                <a:gd name="T54" fmla="*/ 1 w 439"/>
                <a:gd name="T55" fmla="*/ 1 h 260"/>
                <a:gd name="T56" fmla="*/ 2 w 439"/>
                <a:gd name="T57" fmla="*/ 0 h 260"/>
                <a:gd name="T58" fmla="*/ 2 w 439"/>
                <a:gd name="T59" fmla="*/ 0 h 260"/>
                <a:gd name="T60" fmla="*/ 2 w 439"/>
                <a:gd name="T61" fmla="*/ 0 h 260"/>
                <a:gd name="T62" fmla="*/ 3 w 439"/>
                <a:gd name="T63" fmla="*/ 0 h 260"/>
                <a:gd name="T64" fmla="*/ 3 w 439"/>
                <a:gd name="T65" fmla="*/ 0 h 260"/>
                <a:gd name="T66" fmla="*/ 3 w 439"/>
                <a:gd name="T67" fmla="*/ 0 h 260"/>
                <a:gd name="T68" fmla="*/ 4 w 439"/>
                <a:gd name="T69" fmla="*/ 0 h 260"/>
                <a:gd name="T70" fmla="*/ 4 w 439"/>
                <a:gd name="T71" fmla="*/ 0 h 260"/>
                <a:gd name="T72" fmla="*/ 4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439" y="0"/>
                  </a:moveTo>
                  <a:lnTo>
                    <a:pt x="439" y="0"/>
                  </a:lnTo>
                  <a:lnTo>
                    <a:pt x="395" y="1"/>
                  </a:lnTo>
                  <a:lnTo>
                    <a:pt x="351" y="4"/>
                  </a:lnTo>
                  <a:lnTo>
                    <a:pt x="310" y="11"/>
                  </a:lnTo>
                  <a:lnTo>
                    <a:pt x="270" y="19"/>
                  </a:lnTo>
                  <a:lnTo>
                    <a:pt x="231" y="30"/>
                  </a:lnTo>
                  <a:lnTo>
                    <a:pt x="195" y="43"/>
                  </a:lnTo>
                  <a:lnTo>
                    <a:pt x="162" y="58"/>
                  </a:lnTo>
                  <a:lnTo>
                    <a:pt x="130" y="73"/>
                  </a:lnTo>
                  <a:lnTo>
                    <a:pt x="102" y="93"/>
                  </a:lnTo>
                  <a:lnTo>
                    <a:pt x="76" y="113"/>
                  </a:lnTo>
                  <a:lnTo>
                    <a:pt x="54" y="133"/>
                  </a:lnTo>
                  <a:lnTo>
                    <a:pt x="35" y="157"/>
                  </a:lnTo>
                  <a:lnTo>
                    <a:pt x="20" y="181"/>
                  </a:lnTo>
                  <a:lnTo>
                    <a:pt x="10" y="206"/>
                  </a:lnTo>
                  <a:lnTo>
                    <a:pt x="3" y="233"/>
                  </a:lnTo>
                  <a:lnTo>
                    <a:pt x="0" y="260"/>
                  </a:lnTo>
                  <a:lnTo>
                    <a:pt x="12" y="260"/>
                  </a:lnTo>
                  <a:lnTo>
                    <a:pt x="14" y="235"/>
                  </a:lnTo>
                  <a:lnTo>
                    <a:pt x="21" y="211"/>
                  </a:lnTo>
                  <a:lnTo>
                    <a:pt x="32" y="186"/>
                  </a:lnTo>
                  <a:lnTo>
                    <a:pt x="45" y="164"/>
                  </a:lnTo>
                  <a:lnTo>
                    <a:pt x="64" y="143"/>
                  </a:lnTo>
                  <a:lnTo>
                    <a:pt x="84" y="123"/>
                  </a:lnTo>
                  <a:lnTo>
                    <a:pt x="109" y="103"/>
                  </a:lnTo>
                  <a:lnTo>
                    <a:pt x="137" y="85"/>
                  </a:lnTo>
                  <a:lnTo>
                    <a:pt x="167" y="70"/>
                  </a:lnTo>
                  <a:lnTo>
                    <a:pt x="200" y="55"/>
                  </a:lnTo>
                  <a:lnTo>
                    <a:pt x="236" y="42"/>
                  </a:lnTo>
                  <a:lnTo>
                    <a:pt x="272" y="31"/>
                  </a:lnTo>
                  <a:lnTo>
                    <a:pt x="312" y="23"/>
                  </a:lnTo>
                  <a:lnTo>
                    <a:pt x="353" y="16"/>
                  </a:lnTo>
                  <a:lnTo>
                    <a:pt x="395" y="12"/>
                  </a:lnTo>
                  <a:lnTo>
                    <a:pt x="439" y="11"/>
                  </a:lnTo>
                  <a:lnTo>
                    <a:pt x="439"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0566" name="Freeform 52"/>
            <p:cNvSpPr>
              <a:spLocks/>
            </p:cNvSpPr>
            <p:nvPr/>
          </p:nvSpPr>
          <p:spPr bwMode="auto">
            <a:xfrm>
              <a:off x="964" y="1745"/>
              <a:ext cx="48" cy="85"/>
            </a:xfrm>
            <a:custGeom>
              <a:avLst/>
              <a:gdLst>
                <a:gd name="T0" fmla="*/ 2 w 244"/>
                <a:gd name="T1" fmla="*/ 3 h 426"/>
                <a:gd name="T2" fmla="*/ 2 w 244"/>
                <a:gd name="T3" fmla="*/ 3 h 426"/>
                <a:gd name="T4" fmla="*/ 2 w 244"/>
                <a:gd name="T5" fmla="*/ 3 h 426"/>
                <a:gd name="T6" fmla="*/ 2 w 244"/>
                <a:gd name="T7" fmla="*/ 3 h 426"/>
                <a:gd name="T8" fmla="*/ 2 w 244"/>
                <a:gd name="T9" fmla="*/ 2 h 426"/>
                <a:gd name="T10" fmla="*/ 2 w 244"/>
                <a:gd name="T11" fmla="*/ 2 h 426"/>
                <a:gd name="T12" fmla="*/ 2 w 244"/>
                <a:gd name="T13" fmla="*/ 2 h 426"/>
                <a:gd name="T14" fmla="*/ 2 w 244"/>
                <a:gd name="T15" fmla="*/ 2 h 426"/>
                <a:gd name="T16" fmla="*/ 1 w 244"/>
                <a:gd name="T17" fmla="*/ 1 h 426"/>
                <a:gd name="T18" fmla="*/ 1 w 244"/>
                <a:gd name="T19" fmla="*/ 1 h 426"/>
                <a:gd name="T20" fmla="*/ 1 w 244"/>
                <a:gd name="T21" fmla="*/ 1 h 426"/>
                <a:gd name="T22" fmla="*/ 1 w 244"/>
                <a:gd name="T23" fmla="*/ 1 h 426"/>
                <a:gd name="T24" fmla="*/ 1 w 244"/>
                <a:gd name="T25" fmla="*/ 0 h 426"/>
                <a:gd name="T26" fmla="*/ 1 w 244"/>
                <a:gd name="T27" fmla="*/ 0 h 426"/>
                <a:gd name="T28" fmla="*/ 1 w 244"/>
                <a:gd name="T29" fmla="*/ 0 h 426"/>
                <a:gd name="T30" fmla="*/ 0 w 244"/>
                <a:gd name="T31" fmla="*/ 0 h 426"/>
                <a:gd name="T32" fmla="*/ 0 w 244"/>
                <a:gd name="T33" fmla="*/ 0 h 426"/>
                <a:gd name="T34" fmla="*/ 0 w 244"/>
                <a:gd name="T35" fmla="*/ 0 h 426"/>
                <a:gd name="T36" fmla="*/ 0 w 244"/>
                <a:gd name="T37" fmla="*/ 0 h 426"/>
                <a:gd name="T38" fmla="*/ 0 w 244"/>
                <a:gd name="T39" fmla="*/ 0 h 426"/>
                <a:gd name="T40" fmla="*/ 0 w 244"/>
                <a:gd name="T41" fmla="*/ 0 h 426"/>
                <a:gd name="T42" fmla="*/ 1 w 244"/>
                <a:gd name="T43" fmla="*/ 0 h 426"/>
                <a:gd name="T44" fmla="*/ 1 w 244"/>
                <a:gd name="T45" fmla="*/ 0 h 426"/>
                <a:gd name="T46" fmla="*/ 1 w 244"/>
                <a:gd name="T47" fmla="*/ 0 h 426"/>
                <a:gd name="T48" fmla="*/ 1 w 244"/>
                <a:gd name="T49" fmla="*/ 1 h 426"/>
                <a:gd name="T50" fmla="*/ 1 w 244"/>
                <a:gd name="T51" fmla="*/ 1 h 426"/>
                <a:gd name="T52" fmla="*/ 1 w 244"/>
                <a:gd name="T53" fmla="*/ 1 h 426"/>
                <a:gd name="T54" fmla="*/ 1 w 244"/>
                <a:gd name="T55" fmla="*/ 1 h 426"/>
                <a:gd name="T56" fmla="*/ 1 w 244"/>
                <a:gd name="T57" fmla="*/ 2 h 426"/>
                <a:gd name="T58" fmla="*/ 2 w 244"/>
                <a:gd name="T59" fmla="*/ 2 h 426"/>
                <a:gd name="T60" fmla="*/ 2 w 244"/>
                <a:gd name="T61" fmla="*/ 2 h 426"/>
                <a:gd name="T62" fmla="*/ 2 w 244"/>
                <a:gd name="T63" fmla="*/ 2 h 426"/>
                <a:gd name="T64" fmla="*/ 2 w 244"/>
                <a:gd name="T65" fmla="*/ 3 h 426"/>
                <a:gd name="T66" fmla="*/ 2 w 244"/>
                <a:gd name="T67" fmla="*/ 3 h 426"/>
                <a:gd name="T68" fmla="*/ 2 w 244"/>
                <a:gd name="T69" fmla="*/ 3 h 426"/>
                <a:gd name="T70" fmla="*/ 2 w 244"/>
                <a:gd name="T71" fmla="*/ 3 h 426"/>
                <a:gd name="T72" fmla="*/ 2 w 244"/>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6"/>
                <a:gd name="T113" fmla="*/ 244 w 244"/>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6">
                  <a:moveTo>
                    <a:pt x="244" y="426"/>
                  </a:moveTo>
                  <a:lnTo>
                    <a:pt x="244" y="426"/>
                  </a:lnTo>
                  <a:lnTo>
                    <a:pt x="243" y="383"/>
                  </a:lnTo>
                  <a:lnTo>
                    <a:pt x="240" y="340"/>
                  </a:lnTo>
                  <a:lnTo>
                    <a:pt x="234" y="300"/>
                  </a:lnTo>
                  <a:lnTo>
                    <a:pt x="226" y="262"/>
                  </a:lnTo>
                  <a:lnTo>
                    <a:pt x="215" y="224"/>
                  </a:lnTo>
                  <a:lnTo>
                    <a:pt x="203" y="189"/>
                  </a:lnTo>
                  <a:lnTo>
                    <a:pt x="189" y="157"/>
                  </a:lnTo>
                  <a:lnTo>
                    <a:pt x="174" y="126"/>
                  </a:lnTo>
                  <a:lnTo>
                    <a:pt x="155" y="99"/>
                  </a:lnTo>
                  <a:lnTo>
                    <a:pt x="138" y="74"/>
                  </a:lnTo>
                  <a:lnTo>
                    <a:pt x="118" y="52"/>
                  </a:lnTo>
                  <a:lnTo>
                    <a:pt x="96" y="34"/>
                  </a:lnTo>
                  <a:lnTo>
                    <a:pt x="73" y="19"/>
                  </a:lnTo>
                  <a:lnTo>
                    <a:pt x="50" y="8"/>
                  </a:lnTo>
                  <a:lnTo>
                    <a:pt x="25" y="2"/>
                  </a:lnTo>
                  <a:lnTo>
                    <a:pt x="0" y="0"/>
                  </a:lnTo>
                  <a:lnTo>
                    <a:pt x="0" y="12"/>
                  </a:lnTo>
                  <a:lnTo>
                    <a:pt x="23" y="14"/>
                  </a:lnTo>
                  <a:lnTo>
                    <a:pt x="45" y="20"/>
                  </a:lnTo>
                  <a:lnTo>
                    <a:pt x="66" y="31"/>
                  </a:lnTo>
                  <a:lnTo>
                    <a:pt x="89" y="43"/>
                  </a:lnTo>
                  <a:lnTo>
                    <a:pt x="109" y="61"/>
                  </a:lnTo>
                  <a:lnTo>
                    <a:pt x="129" y="81"/>
                  </a:lnTo>
                  <a:lnTo>
                    <a:pt x="146" y="106"/>
                  </a:lnTo>
                  <a:lnTo>
                    <a:pt x="162" y="133"/>
                  </a:lnTo>
                  <a:lnTo>
                    <a:pt x="178" y="162"/>
                  </a:lnTo>
                  <a:lnTo>
                    <a:pt x="192" y="194"/>
                  </a:lnTo>
                  <a:lnTo>
                    <a:pt x="203" y="229"/>
                  </a:lnTo>
                  <a:lnTo>
                    <a:pt x="214" y="264"/>
                  </a:lnTo>
                  <a:lnTo>
                    <a:pt x="222" y="303"/>
                  </a:lnTo>
                  <a:lnTo>
                    <a:pt x="228" y="342"/>
                  </a:lnTo>
                  <a:lnTo>
                    <a:pt x="232" y="383"/>
                  </a:lnTo>
                  <a:lnTo>
                    <a:pt x="233" y="426"/>
                  </a:lnTo>
                  <a:lnTo>
                    <a:pt x="244"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0567" name="Freeform 53"/>
            <p:cNvSpPr>
              <a:spLocks/>
            </p:cNvSpPr>
            <p:nvPr/>
          </p:nvSpPr>
          <p:spPr bwMode="auto">
            <a:xfrm>
              <a:off x="964" y="1830"/>
              <a:ext cx="48" cy="85"/>
            </a:xfrm>
            <a:custGeom>
              <a:avLst/>
              <a:gdLst>
                <a:gd name="T0" fmla="*/ 0 w 244"/>
                <a:gd name="T1" fmla="*/ 3 h 424"/>
                <a:gd name="T2" fmla="*/ 0 w 244"/>
                <a:gd name="T3" fmla="*/ 3 h 424"/>
                <a:gd name="T4" fmla="*/ 0 w 244"/>
                <a:gd name="T5" fmla="*/ 3 h 424"/>
                <a:gd name="T6" fmla="*/ 0 w 244"/>
                <a:gd name="T7" fmla="*/ 3 h 424"/>
                <a:gd name="T8" fmla="*/ 1 w 244"/>
                <a:gd name="T9" fmla="*/ 3 h 424"/>
                <a:gd name="T10" fmla="*/ 1 w 244"/>
                <a:gd name="T11" fmla="*/ 3 h 424"/>
                <a:gd name="T12" fmla="*/ 1 w 244"/>
                <a:gd name="T13" fmla="*/ 3 h 424"/>
                <a:gd name="T14" fmla="*/ 1 w 244"/>
                <a:gd name="T15" fmla="*/ 3 h 424"/>
                <a:gd name="T16" fmla="*/ 1 w 244"/>
                <a:gd name="T17" fmla="*/ 3 h 424"/>
                <a:gd name="T18" fmla="*/ 1 w 244"/>
                <a:gd name="T19" fmla="*/ 2 h 424"/>
                <a:gd name="T20" fmla="*/ 1 w 244"/>
                <a:gd name="T21" fmla="*/ 2 h 424"/>
                <a:gd name="T22" fmla="*/ 2 w 244"/>
                <a:gd name="T23" fmla="*/ 2 h 424"/>
                <a:gd name="T24" fmla="*/ 2 w 244"/>
                <a:gd name="T25" fmla="*/ 2 h 424"/>
                <a:gd name="T26" fmla="*/ 2 w 244"/>
                <a:gd name="T27" fmla="*/ 1 h 424"/>
                <a:gd name="T28" fmla="*/ 2 w 244"/>
                <a:gd name="T29" fmla="*/ 1 h 424"/>
                <a:gd name="T30" fmla="*/ 2 w 244"/>
                <a:gd name="T31" fmla="*/ 1 h 424"/>
                <a:gd name="T32" fmla="*/ 2 w 244"/>
                <a:gd name="T33" fmla="*/ 0 h 424"/>
                <a:gd name="T34" fmla="*/ 2 w 244"/>
                <a:gd name="T35" fmla="*/ 0 h 424"/>
                <a:gd name="T36" fmla="*/ 2 w 244"/>
                <a:gd name="T37" fmla="*/ 0 h 424"/>
                <a:gd name="T38" fmla="*/ 2 w 244"/>
                <a:gd name="T39" fmla="*/ 0 h 424"/>
                <a:gd name="T40" fmla="*/ 2 w 244"/>
                <a:gd name="T41" fmla="*/ 1 h 424"/>
                <a:gd name="T42" fmla="*/ 2 w 244"/>
                <a:gd name="T43" fmla="*/ 1 h 424"/>
                <a:gd name="T44" fmla="*/ 2 w 244"/>
                <a:gd name="T45" fmla="*/ 1 h 424"/>
                <a:gd name="T46" fmla="*/ 2 w 244"/>
                <a:gd name="T47" fmla="*/ 2 h 424"/>
                <a:gd name="T48" fmla="*/ 1 w 244"/>
                <a:gd name="T49" fmla="*/ 2 h 424"/>
                <a:gd name="T50" fmla="*/ 1 w 244"/>
                <a:gd name="T51" fmla="*/ 2 h 424"/>
                <a:gd name="T52" fmla="*/ 1 w 244"/>
                <a:gd name="T53" fmla="*/ 2 h 424"/>
                <a:gd name="T54" fmla="*/ 1 w 244"/>
                <a:gd name="T55" fmla="*/ 3 h 424"/>
                <a:gd name="T56" fmla="*/ 1 w 244"/>
                <a:gd name="T57" fmla="*/ 3 h 424"/>
                <a:gd name="T58" fmla="*/ 1 w 244"/>
                <a:gd name="T59" fmla="*/ 3 h 424"/>
                <a:gd name="T60" fmla="*/ 1 w 244"/>
                <a:gd name="T61" fmla="*/ 3 h 424"/>
                <a:gd name="T62" fmla="*/ 1 w 244"/>
                <a:gd name="T63" fmla="*/ 3 h 424"/>
                <a:gd name="T64" fmla="*/ 0 w 244"/>
                <a:gd name="T65" fmla="*/ 3 h 424"/>
                <a:gd name="T66" fmla="*/ 0 w 244"/>
                <a:gd name="T67" fmla="*/ 3 h 424"/>
                <a:gd name="T68" fmla="*/ 0 w 244"/>
                <a:gd name="T69" fmla="*/ 3 h 424"/>
                <a:gd name="T70" fmla="*/ 0 w 244"/>
                <a:gd name="T71" fmla="*/ 3 h 424"/>
                <a:gd name="T72" fmla="*/ 0 w 244"/>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4"/>
                <a:gd name="T113" fmla="*/ 244 w 244"/>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4">
                  <a:moveTo>
                    <a:pt x="0" y="424"/>
                  </a:moveTo>
                  <a:lnTo>
                    <a:pt x="0" y="424"/>
                  </a:lnTo>
                  <a:lnTo>
                    <a:pt x="25" y="422"/>
                  </a:lnTo>
                  <a:lnTo>
                    <a:pt x="50" y="416"/>
                  </a:lnTo>
                  <a:lnTo>
                    <a:pt x="73" y="405"/>
                  </a:lnTo>
                  <a:lnTo>
                    <a:pt x="96" y="390"/>
                  </a:lnTo>
                  <a:lnTo>
                    <a:pt x="118" y="373"/>
                  </a:lnTo>
                  <a:lnTo>
                    <a:pt x="138" y="350"/>
                  </a:lnTo>
                  <a:lnTo>
                    <a:pt x="155" y="326"/>
                  </a:lnTo>
                  <a:lnTo>
                    <a:pt x="173" y="299"/>
                  </a:lnTo>
                  <a:lnTo>
                    <a:pt x="189" y="268"/>
                  </a:lnTo>
                  <a:lnTo>
                    <a:pt x="203" y="235"/>
                  </a:lnTo>
                  <a:lnTo>
                    <a:pt x="215" y="201"/>
                  </a:lnTo>
                  <a:lnTo>
                    <a:pt x="226" y="163"/>
                  </a:lnTo>
                  <a:lnTo>
                    <a:pt x="234" y="125"/>
                  </a:lnTo>
                  <a:lnTo>
                    <a:pt x="240" y="85"/>
                  </a:lnTo>
                  <a:lnTo>
                    <a:pt x="243" y="42"/>
                  </a:lnTo>
                  <a:lnTo>
                    <a:pt x="244" y="0"/>
                  </a:lnTo>
                  <a:lnTo>
                    <a:pt x="233" y="0"/>
                  </a:lnTo>
                  <a:lnTo>
                    <a:pt x="232" y="42"/>
                  </a:lnTo>
                  <a:lnTo>
                    <a:pt x="228" y="83"/>
                  </a:lnTo>
                  <a:lnTo>
                    <a:pt x="222" y="123"/>
                  </a:lnTo>
                  <a:lnTo>
                    <a:pt x="214" y="160"/>
                  </a:lnTo>
                  <a:lnTo>
                    <a:pt x="203" y="197"/>
                  </a:lnTo>
                  <a:lnTo>
                    <a:pt x="192" y="231"/>
                  </a:lnTo>
                  <a:lnTo>
                    <a:pt x="178" y="263"/>
                  </a:lnTo>
                  <a:lnTo>
                    <a:pt x="164" y="292"/>
                  </a:lnTo>
                  <a:lnTo>
                    <a:pt x="146" y="319"/>
                  </a:lnTo>
                  <a:lnTo>
                    <a:pt x="129" y="343"/>
                  </a:lnTo>
                  <a:lnTo>
                    <a:pt x="109" y="363"/>
                  </a:lnTo>
                  <a:lnTo>
                    <a:pt x="89" y="381"/>
                  </a:lnTo>
                  <a:lnTo>
                    <a:pt x="66" y="394"/>
                  </a:lnTo>
                  <a:lnTo>
                    <a:pt x="45" y="404"/>
                  </a:lnTo>
                  <a:lnTo>
                    <a:pt x="23" y="410"/>
                  </a:lnTo>
                  <a:lnTo>
                    <a:pt x="0" y="412"/>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0568" name="Freeform 54"/>
            <p:cNvSpPr>
              <a:spLocks/>
            </p:cNvSpPr>
            <p:nvPr/>
          </p:nvSpPr>
          <p:spPr bwMode="auto">
            <a:xfrm>
              <a:off x="915" y="1830"/>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1" y="42"/>
                  </a:lnTo>
                  <a:lnTo>
                    <a:pt x="4" y="85"/>
                  </a:lnTo>
                  <a:lnTo>
                    <a:pt x="10" y="125"/>
                  </a:lnTo>
                  <a:lnTo>
                    <a:pt x="19" y="163"/>
                  </a:lnTo>
                  <a:lnTo>
                    <a:pt x="29" y="201"/>
                  </a:lnTo>
                  <a:lnTo>
                    <a:pt x="41" y="235"/>
                  </a:lnTo>
                  <a:lnTo>
                    <a:pt x="55" y="268"/>
                  </a:lnTo>
                  <a:lnTo>
                    <a:pt x="71" y="299"/>
                  </a:lnTo>
                  <a:lnTo>
                    <a:pt x="89" y="326"/>
                  </a:lnTo>
                  <a:lnTo>
                    <a:pt x="106" y="350"/>
                  </a:lnTo>
                  <a:lnTo>
                    <a:pt x="126" y="373"/>
                  </a:lnTo>
                  <a:lnTo>
                    <a:pt x="149" y="390"/>
                  </a:lnTo>
                  <a:lnTo>
                    <a:pt x="171" y="405"/>
                  </a:lnTo>
                  <a:lnTo>
                    <a:pt x="194" y="416"/>
                  </a:lnTo>
                  <a:lnTo>
                    <a:pt x="219" y="422"/>
                  </a:lnTo>
                  <a:lnTo>
                    <a:pt x="245" y="424"/>
                  </a:lnTo>
                  <a:lnTo>
                    <a:pt x="245" y="412"/>
                  </a:lnTo>
                  <a:lnTo>
                    <a:pt x="221" y="410"/>
                  </a:lnTo>
                  <a:lnTo>
                    <a:pt x="199" y="404"/>
                  </a:lnTo>
                  <a:lnTo>
                    <a:pt x="178" y="394"/>
                  </a:lnTo>
                  <a:lnTo>
                    <a:pt x="156" y="381"/>
                  </a:lnTo>
                  <a:lnTo>
                    <a:pt x="136" y="363"/>
                  </a:lnTo>
                  <a:lnTo>
                    <a:pt x="116" y="343"/>
                  </a:lnTo>
                  <a:lnTo>
                    <a:pt x="98" y="319"/>
                  </a:lnTo>
                  <a:lnTo>
                    <a:pt x="81" y="292"/>
                  </a:lnTo>
                  <a:lnTo>
                    <a:pt x="67" y="263"/>
                  </a:lnTo>
                  <a:lnTo>
                    <a:pt x="52" y="231"/>
                  </a:lnTo>
                  <a:lnTo>
                    <a:pt x="41" y="197"/>
                  </a:lnTo>
                  <a:lnTo>
                    <a:pt x="30" y="160"/>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0569" name="Freeform 55"/>
            <p:cNvSpPr>
              <a:spLocks/>
            </p:cNvSpPr>
            <p:nvPr/>
          </p:nvSpPr>
          <p:spPr bwMode="auto">
            <a:xfrm>
              <a:off x="915" y="1745"/>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0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19" y="2"/>
                  </a:lnTo>
                  <a:lnTo>
                    <a:pt x="194" y="8"/>
                  </a:lnTo>
                  <a:lnTo>
                    <a:pt x="171" y="19"/>
                  </a:lnTo>
                  <a:lnTo>
                    <a:pt x="149" y="34"/>
                  </a:lnTo>
                  <a:lnTo>
                    <a:pt x="126" y="52"/>
                  </a:lnTo>
                  <a:lnTo>
                    <a:pt x="106" y="74"/>
                  </a:lnTo>
                  <a:lnTo>
                    <a:pt x="89" y="99"/>
                  </a:lnTo>
                  <a:lnTo>
                    <a:pt x="70" y="126"/>
                  </a:lnTo>
                  <a:lnTo>
                    <a:pt x="55" y="157"/>
                  </a:lnTo>
                  <a:lnTo>
                    <a:pt x="41" y="189"/>
                  </a:lnTo>
                  <a:lnTo>
                    <a:pt x="29" y="224"/>
                  </a:lnTo>
                  <a:lnTo>
                    <a:pt x="19" y="262"/>
                  </a:lnTo>
                  <a:lnTo>
                    <a:pt x="10" y="300"/>
                  </a:lnTo>
                  <a:lnTo>
                    <a:pt x="4" y="340"/>
                  </a:lnTo>
                  <a:lnTo>
                    <a:pt x="1" y="383"/>
                  </a:lnTo>
                  <a:lnTo>
                    <a:pt x="0" y="426"/>
                  </a:lnTo>
                  <a:lnTo>
                    <a:pt x="11" y="426"/>
                  </a:lnTo>
                  <a:lnTo>
                    <a:pt x="13" y="383"/>
                  </a:lnTo>
                  <a:lnTo>
                    <a:pt x="16" y="342"/>
                  </a:lnTo>
                  <a:lnTo>
                    <a:pt x="22" y="303"/>
                  </a:lnTo>
                  <a:lnTo>
                    <a:pt x="30" y="264"/>
                  </a:lnTo>
                  <a:lnTo>
                    <a:pt x="41" y="229"/>
                  </a:lnTo>
                  <a:lnTo>
                    <a:pt x="52" y="194"/>
                  </a:lnTo>
                  <a:lnTo>
                    <a:pt x="67" y="162"/>
                  </a:lnTo>
                  <a:lnTo>
                    <a:pt x="82" y="133"/>
                  </a:lnTo>
                  <a:lnTo>
                    <a:pt x="98" y="106"/>
                  </a:lnTo>
                  <a:lnTo>
                    <a:pt x="116" y="81"/>
                  </a:lnTo>
                  <a:lnTo>
                    <a:pt x="136" y="61"/>
                  </a:lnTo>
                  <a:lnTo>
                    <a:pt x="156" y="43"/>
                  </a:lnTo>
                  <a:lnTo>
                    <a:pt x="178" y="31"/>
                  </a:lnTo>
                  <a:lnTo>
                    <a:pt x="199" y="20"/>
                  </a:lnTo>
                  <a:lnTo>
                    <a:pt x="221"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0570" name="Freeform 56"/>
            <p:cNvSpPr>
              <a:spLocks/>
            </p:cNvSpPr>
            <p:nvPr/>
          </p:nvSpPr>
          <p:spPr bwMode="auto">
            <a:xfrm>
              <a:off x="1140" y="2087"/>
              <a:ext cx="49" cy="85"/>
            </a:xfrm>
            <a:custGeom>
              <a:avLst/>
              <a:gdLst>
                <a:gd name="T0" fmla="*/ 2 w 246"/>
                <a:gd name="T1" fmla="*/ 3 h 424"/>
                <a:gd name="T2" fmla="*/ 2 w 246"/>
                <a:gd name="T3" fmla="*/ 3 h 424"/>
                <a:gd name="T4" fmla="*/ 2 w 246"/>
                <a:gd name="T5" fmla="*/ 3 h 424"/>
                <a:gd name="T6" fmla="*/ 2 w 246"/>
                <a:gd name="T7" fmla="*/ 3 h 424"/>
                <a:gd name="T8" fmla="*/ 2 w 246"/>
                <a:gd name="T9" fmla="*/ 2 h 424"/>
                <a:gd name="T10" fmla="*/ 2 w 246"/>
                <a:gd name="T11" fmla="*/ 2 h 424"/>
                <a:gd name="T12" fmla="*/ 2 w 246"/>
                <a:gd name="T13" fmla="*/ 2 h 424"/>
                <a:gd name="T14" fmla="*/ 2 w 246"/>
                <a:gd name="T15" fmla="*/ 2 h 424"/>
                <a:gd name="T16" fmla="*/ 2 w 246"/>
                <a:gd name="T17" fmla="*/ 1 h 424"/>
                <a:gd name="T18" fmla="*/ 1 w 246"/>
                <a:gd name="T19" fmla="*/ 1 h 424"/>
                <a:gd name="T20" fmla="*/ 1 w 246"/>
                <a:gd name="T21" fmla="*/ 1 h 424"/>
                <a:gd name="T22" fmla="*/ 1 w 246"/>
                <a:gd name="T23" fmla="*/ 1 h 424"/>
                <a:gd name="T24" fmla="*/ 1 w 246"/>
                <a:gd name="T25" fmla="*/ 0 h 424"/>
                <a:gd name="T26" fmla="*/ 1 w 246"/>
                <a:gd name="T27" fmla="*/ 0 h 424"/>
                <a:gd name="T28" fmla="*/ 1 w 246"/>
                <a:gd name="T29" fmla="*/ 0 h 424"/>
                <a:gd name="T30" fmla="*/ 0 w 246"/>
                <a:gd name="T31" fmla="*/ 0 h 424"/>
                <a:gd name="T32" fmla="*/ 0 w 246"/>
                <a:gd name="T33" fmla="*/ 0 h 424"/>
                <a:gd name="T34" fmla="*/ 0 w 246"/>
                <a:gd name="T35" fmla="*/ 0 h 424"/>
                <a:gd name="T36" fmla="*/ 0 w 246"/>
                <a:gd name="T37" fmla="*/ 0 h 424"/>
                <a:gd name="T38" fmla="*/ 0 w 246"/>
                <a:gd name="T39" fmla="*/ 0 h 424"/>
                <a:gd name="T40" fmla="*/ 0 w 246"/>
                <a:gd name="T41" fmla="*/ 0 h 424"/>
                <a:gd name="T42" fmla="*/ 1 w 246"/>
                <a:gd name="T43" fmla="*/ 0 h 424"/>
                <a:gd name="T44" fmla="*/ 1 w 246"/>
                <a:gd name="T45" fmla="*/ 0 h 424"/>
                <a:gd name="T46" fmla="*/ 1 w 246"/>
                <a:gd name="T47" fmla="*/ 0 h 424"/>
                <a:gd name="T48" fmla="*/ 1 w 246"/>
                <a:gd name="T49" fmla="*/ 1 h 424"/>
                <a:gd name="T50" fmla="*/ 1 w 246"/>
                <a:gd name="T51" fmla="*/ 1 h 424"/>
                <a:gd name="T52" fmla="*/ 1 w 246"/>
                <a:gd name="T53" fmla="*/ 1 h 424"/>
                <a:gd name="T54" fmla="*/ 1 w 246"/>
                <a:gd name="T55" fmla="*/ 1 h 424"/>
                <a:gd name="T56" fmla="*/ 2 w 246"/>
                <a:gd name="T57" fmla="*/ 2 h 424"/>
                <a:gd name="T58" fmla="*/ 2 w 246"/>
                <a:gd name="T59" fmla="*/ 2 h 424"/>
                <a:gd name="T60" fmla="*/ 2 w 246"/>
                <a:gd name="T61" fmla="*/ 2 h 424"/>
                <a:gd name="T62" fmla="*/ 2 w 246"/>
                <a:gd name="T63" fmla="*/ 2 h 424"/>
                <a:gd name="T64" fmla="*/ 2 w 246"/>
                <a:gd name="T65" fmla="*/ 3 h 424"/>
                <a:gd name="T66" fmla="*/ 2 w 246"/>
                <a:gd name="T67" fmla="*/ 3 h 424"/>
                <a:gd name="T68" fmla="*/ 2 w 246"/>
                <a:gd name="T69" fmla="*/ 3 h 424"/>
                <a:gd name="T70" fmla="*/ 2 w 246"/>
                <a:gd name="T71" fmla="*/ 3 h 424"/>
                <a:gd name="T72" fmla="*/ 2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424"/>
                  </a:moveTo>
                  <a:lnTo>
                    <a:pt x="246" y="424"/>
                  </a:lnTo>
                  <a:lnTo>
                    <a:pt x="244" y="382"/>
                  </a:lnTo>
                  <a:lnTo>
                    <a:pt x="241" y="338"/>
                  </a:lnTo>
                  <a:lnTo>
                    <a:pt x="235" y="298"/>
                  </a:lnTo>
                  <a:lnTo>
                    <a:pt x="227" y="261"/>
                  </a:lnTo>
                  <a:lnTo>
                    <a:pt x="216" y="222"/>
                  </a:lnTo>
                  <a:lnTo>
                    <a:pt x="205" y="188"/>
                  </a:lnTo>
                  <a:lnTo>
                    <a:pt x="190" y="155"/>
                  </a:lnTo>
                  <a:lnTo>
                    <a:pt x="174" y="125"/>
                  </a:lnTo>
                  <a:lnTo>
                    <a:pt x="157" y="98"/>
                  </a:lnTo>
                  <a:lnTo>
                    <a:pt x="138" y="73"/>
                  </a:lnTo>
                  <a:lnTo>
                    <a:pt x="118" y="51"/>
                  </a:lnTo>
                  <a:lnTo>
                    <a:pt x="96" y="34"/>
                  </a:lnTo>
                  <a:lnTo>
                    <a:pt x="74" y="18"/>
                  </a:lnTo>
                  <a:lnTo>
                    <a:pt x="50" y="8"/>
                  </a:lnTo>
                  <a:lnTo>
                    <a:pt x="25" y="2"/>
                  </a:lnTo>
                  <a:lnTo>
                    <a:pt x="0" y="0"/>
                  </a:lnTo>
                  <a:lnTo>
                    <a:pt x="0" y="11"/>
                  </a:lnTo>
                  <a:lnTo>
                    <a:pt x="23" y="14"/>
                  </a:lnTo>
                  <a:lnTo>
                    <a:pt x="45" y="19"/>
                  </a:lnTo>
                  <a:lnTo>
                    <a:pt x="67" y="30"/>
                  </a:lnTo>
                  <a:lnTo>
                    <a:pt x="89" y="43"/>
                  </a:lnTo>
                  <a:lnTo>
                    <a:pt x="108" y="60"/>
                  </a:lnTo>
                  <a:lnTo>
                    <a:pt x="128" y="80"/>
                  </a:lnTo>
                  <a:lnTo>
                    <a:pt x="147" y="105"/>
                  </a:lnTo>
                  <a:lnTo>
                    <a:pt x="165" y="132"/>
                  </a:lnTo>
                  <a:lnTo>
                    <a:pt x="179" y="160"/>
                  </a:lnTo>
                  <a:lnTo>
                    <a:pt x="193" y="193"/>
                  </a:lnTo>
                  <a:lnTo>
                    <a:pt x="205" y="227"/>
                  </a:lnTo>
                  <a:lnTo>
                    <a:pt x="215" y="263"/>
                  </a:lnTo>
                  <a:lnTo>
                    <a:pt x="223" y="301"/>
                  </a:lnTo>
                  <a:lnTo>
                    <a:pt x="229" y="341"/>
                  </a:lnTo>
                  <a:lnTo>
                    <a:pt x="233" y="382"/>
                  </a:lnTo>
                  <a:lnTo>
                    <a:pt x="234" y="424"/>
                  </a:lnTo>
                  <a:lnTo>
                    <a:pt x="246"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0571" name="Freeform 57"/>
            <p:cNvSpPr>
              <a:spLocks/>
            </p:cNvSpPr>
            <p:nvPr/>
          </p:nvSpPr>
          <p:spPr bwMode="auto">
            <a:xfrm>
              <a:off x="1140" y="2172"/>
              <a:ext cx="49" cy="85"/>
            </a:xfrm>
            <a:custGeom>
              <a:avLst/>
              <a:gdLst>
                <a:gd name="T0" fmla="*/ 0 w 246"/>
                <a:gd name="T1" fmla="*/ 3 h 426"/>
                <a:gd name="T2" fmla="*/ 0 w 246"/>
                <a:gd name="T3" fmla="*/ 3 h 426"/>
                <a:gd name="T4" fmla="*/ 0 w 246"/>
                <a:gd name="T5" fmla="*/ 3 h 426"/>
                <a:gd name="T6" fmla="*/ 0 w 246"/>
                <a:gd name="T7" fmla="*/ 3 h 426"/>
                <a:gd name="T8" fmla="*/ 1 w 246"/>
                <a:gd name="T9" fmla="*/ 3 h 426"/>
                <a:gd name="T10" fmla="*/ 1 w 246"/>
                <a:gd name="T11" fmla="*/ 3 h 426"/>
                <a:gd name="T12" fmla="*/ 1 w 246"/>
                <a:gd name="T13" fmla="*/ 3 h 426"/>
                <a:gd name="T14" fmla="*/ 1 w 246"/>
                <a:gd name="T15" fmla="*/ 3 h 426"/>
                <a:gd name="T16" fmla="*/ 1 w 246"/>
                <a:gd name="T17" fmla="*/ 3 h 426"/>
                <a:gd name="T18" fmla="*/ 1 w 246"/>
                <a:gd name="T19" fmla="*/ 2 h 426"/>
                <a:gd name="T20" fmla="*/ 2 w 246"/>
                <a:gd name="T21" fmla="*/ 2 h 426"/>
                <a:gd name="T22" fmla="*/ 2 w 246"/>
                <a:gd name="T23" fmla="*/ 2 h 426"/>
                <a:gd name="T24" fmla="*/ 2 w 246"/>
                <a:gd name="T25" fmla="*/ 2 h 426"/>
                <a:gd name="T26" fmla="*/ 2 w 246"/>
                <a:gd name="T27" fmla="*/ 1 h 426"/>
                <a:gd name="T28" fmla="*/ 2 w 246"/>
                <a:gd name="T29" fmla="*/ 1 h 426"/>
                <a:gd name="T30" fmla="*/ 2 w 246"/>
                <a:gd name="T31" fmla="*/ 1 h 426"/>
                <a:gd name="T32" fmla="*/ 2 w 246"/>
                <a:gd name="T33" fmla="*/ 0 h 426"/>
                <a:gd name="T34" fmla="*/ 2 w 246"/>
                <a:gd name="T35" fmla="*/ 0 h 426"/>
                <a:gd name="T36" fmla="*/ 2 w 246"/>
                <a:gd name="T37" fmla="*/ 0 h 426"/>
                <a:gd name="T38" fmla="*/ 2 w 246"/>
                <a:gd name="T39" fmla="*/ 0 h 426"/>
                <a:gd name="T40" fmla="*/ 2 w 246"/>
                <a:gd name="T41" fmla="*/ 1 h 426"/>
                <a:gd name="T42" fmla="*/ 2 w 246"/>
                <a:gd name="T43" fmla="*/ 1 h 426"/>
                <a:gd name="T44" fmla="*/ 2 w 246"/>
                <a:gd name="T45" fmla="*/ 1 h 426"/>
                <a:gd name="T46" fmla="*/ 2 w 246"/>
                <a:gd name="T47" fmla="*/ 2 h 426"/>
                <a:gd name="T48" fmla="*/ 2 w 246"/>
                <a:gd name="T49" fmla="*/ 2 h 426"/>
                <a:gd name="T50" fmla="*/ 1 w 246"/>
                <a:gd name="T51" fmla="*/ 2 h 426"/>
                <a:gd name="T52" fmla="*/ 1 w 246"/>
                <a:gd name="T53" fmla="*/ 2 h 426"/>
                <a:gd name="T54" fmla="*/ 1 w 246"/>
                <a:gd name="T55" fmla="*/ 3 h 426"/>
                <a:gd name="T56" fmla="*/ 1 w 246"/>
                <a:gd name="T57" fmla="*/ 3 h 426"/>
                <a:gd name="T58" fmla="*/ 1 w 246"/>
                <a:gd name="T59" fmla="*/ 3 h 426"/>
                <a:gd name="T60" fmla="*/ 1 w 246"/>
                <a:gd name="T61" fmla="*/ 3 h 426"/>
                <a:gd name="T62" fmla="*/ 1 w 246"/>
                <a:gd name="T63" fmla="*/ 3 h 426"/>
                <a:gd name="T64" fmla="*/ 0 w 246"/>
                <a:gd name="T65" fmla="*/ 3 h 426"/>
                <a:gd name="T66" fmla="*/ 0 w 246"/>
                <a:gd name="T67" fmla="*/ 3 h 426"/>
                <a:gd name="T68" fmla="*/ 0 w 246"/>
                <a:gd name="T69" fmla="*/ 3 h 426"/>
                <a:gd name="T70" fmla="*/ 0 w 246"/>
                <a:gd name="T71" fmla="*/ 3 h 426"/>
                <a:gd name="T72" fmla="*/ 0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426"/>
                  </a:moveTo>
                  <a:lnTo>
                    <a:pt x="0" y="426"/>
                  </a:lnTo>
                  <a:lnTo>
                    <a:pt x="25" y="423"/>
                  </a:lnTo>
                  <a:lnTo>
                    <a:pt x="50" y="417"/>
                  </a:lnTo>
                  <a:lnTo>
                    <a:pt x="74" y="407"/>
                  </a:lnTo>
                  <a:lnTo>
                    <a:pt x="96" y="392"/>
                  </a:lnTo>
                  <a:lnTo>
                    <a:pt x="118" y="373"/>
                  </a:lnTo>
                  <a:lnTo>
                    <a:pt x="138" y="350"/>
                  </a:lnTo>
                  <a:lnTo>
                    <a:pt x="157" y="327"/>
                  </a:lnTo>
                  <a:lnTo>
                    <a:pt x="175" y="299"/>
                  </a:lnTo>
                  <a:lnTo>
                    <a:pt x="190" y="268"/>
                  </a:lnTo>
                  <a:lnTo>
                    <a:pt x="205" y="236"/>
                  </a:lnTo>
                  <a:lnTo>
                    <a:pt x="216" y="202"/>
                  </a:lnTo>
                  <a:lnTo>
                    <a:pt x="227" y="164"/>
                  </a:lnTo>
                  <a:lnTo>
                    <a:pt x="235" y="125"/>
                  </a:lnTo>
                  <a:lnTo>
                    <a:pt x="241" y="86"/>
                  </a:lnTo>
                  <a:lnTo>
                    <a:pt x="244" y="42"/>
                  </a:lnTo>
                  <a:lnTo>
                    <a:pt x="246" y="0"/>
                  </a:lnTo>
                  <a:lnTo>
                    <a:pt x="234" y="0"/>
                  </a:lnTo>
                  <a:lnTo>
                    <a:pt x="233" y="42"/>
                  </a:lnTo>
                  <a:lnTo>
                    <a:pt x="229" y="83"/>
                  </a:lnTo>
                  <a:lnTo>
                    <a:pt x="223" y="123"/>
                  </a:lnTo>
                  <a:lnTo>
                    <a:pt x="215" y="162"/>
                  </a:lnTo>
                  <a:lnTo>
                    <a:pt x="205" y="197"/>
                  </a:lnTo>
                  <a:lnTo>
                    <a:pt x="193" y="231"/>
                  </a:lnTo>
                  <a:lnTo>
                    <a:pt x="179" y="264"/>
                  </a:lnTo>
                  <a:lnTo>
                    <a:pt x="164" y="292"/>
                  </a:lnTo>
                  <a:lnTo>
                    <a:pt x="147" y="320"/>
                  </a:lnTo>
                  <a:lnTo>
                    <a:pt x="128" y="343"/>
                  </a:lnTo>
                  <a:lnTo>
                    <a:pt x="108" y="363"/>
                  </a:lnTo>
                  <a:lnTo>
                    <a:pt x="89" y="382"/>
                  </a:lnTo>
                  <a:lnTo>
                    <a:pt x="67" y="395"/>
                  </a:lnTo>
                  <a:lnTo>
                    <a:pt x="45" y="406"/>
                  </a:lnTo>
                  <a:lnTo>
                    <a:pt x="23" y="411"/>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0572" name="Freeform 58"/>
            <p:cNvSpPr>
              <a:spLocks/>
            </p:cNvSpPr>
            <p:nvPr/>
          </p:nvSpPr>
          <p:spPr bwMode="auto">
            <a:xfrm>
              <a:off x="1091" y="2172"/>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4" y="86"/>
                  </a:lnTo>
                  <a:lnTo>
                    <a:pt x="10" y="125"/>
                  </a:lnTo>
                  <a:lnTo>
                    <a:pt x="18" y="164"/>
                  </a:lnTo>
                  <a:lnTo>
                    <a:pt x="29" y="202"/>
                  </a:lnTo>
                  <a:lnTo>
                    <a:pt x="41" y="236"/>
                  </a:lnTo>
                  <a:lnTo>
                    <a:pt x="55" y="268"/>
                  </a:lnTo>
                  <a:lnTo>
                    <a:pt x="70" y="299"/>
                  </a:lnTo>
                  <a:lnTo>
                    <a:pt x="89" y="327"/>
                  </a:lnTo>
                  <a:lnTo>
                    <a:pt x="106" y="350"/>
                  </a:lnTo>
                  <a:lnTo>
                    <a:pt x="126" y="373"/>
                  </a:lnTo>
                  <a:lnTo>
                    <a:pt x="148" y="392"/>
                  </a:lnTo>
                  <a:lnTo>
                    <a:pt x="171" y="407"/>
                  </a:lnTo>
                  <a:lnTo>
                    <a:pt x="194" y="417"/>
                  </a:lnTo>
                  <a:lnTo>
                    <a:pt x="219" y="423"/>
                  </a:lnTo>
                  <a:lnTo>
                    <a:pt x="245" y="426"/>
                  </a:lnTo>
                  <a:lnTo>
                    <a:pt x="245" y="414"/>
                  </a:lnTo>
                  <a:lnTo>
                    <a:pt x="221" y="411"/>
                  </a:lnTo>
                  <a:lnTo>
                    <a:pt x="199" y="406"/>
                  </a:lnTo>
                  <a:lnTo>
                    <a:pt x="178" y="395"/>
                  </a:lnTo>
                  <a:lnTo>
                    <a:pt x="155" y="382"/>
                  </a:lnTo>
                  <a:lnTo>
                    <a:pt x="136" y="363"/>
                  </a:lnTo>
                  <a:lnTo>
                    <a:pt x="116" y="343"/>
                  </a:lnTo>
                  <a:lnTo>
                    <a:pt x="98" y="320"/>
                  </a:lnTo>
                  <a:lnTo>
                    <a:pt x="82" y="292"/>
                  </a:lnTo>
                  <a:lnTo>
                    <a:pt x="66" y="264"/>
                  </a:lnTo>
                  <a:lnTo>
                    <a:pt x="52" y="231"/>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0573" name="Freeform 59"/>
            <p:cNvSpPr>
              <a:spLocks/>
            </p:cNvSpPr>
            <p:nvPr/>
          </p:nvSpPr>
          <p:spPr bwMode="auto">
            <a:xfrm>
              <a:off x="1091" y="2087"/>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4" y="8"/>
                  </a:lnTo>
                  <a:lnTo>
                    <a:pt x="171" y="18"/>
                  </a:lnTo>
                  <a:lnTo>
                    <a:pt x="148" y="34"/>
                  </a:lnTo>
                  <a:lnTo>
                    <a:pt x="126" y="51"/>
                  </a:lnTo>
                  <a:lnTo>
                    <a:pt x="106" y="73"/>
                  </a:lnTo>
                  <a:lnTo>
                    <a:pt x="89" y="98"/>
                  </a:lnTo>
                  <a:lnTo>
                    <a:pt x="71" y="125"/>
                  </a:lnTo>
                  <a:lnTo>
                    <a:pt x="55" y="155"/>
                  </a:lnTo>
                  <a:lnTo>
                    <a:pt x="41" y="188"/>
                  </a:lnTo>
                  <a:lnTo>
                    <a:pt x="29" y="222"/>
                  </a:lnTo>
                  <a:lnTo>
                    <a:pt x="18" y="261"/>
                  </a:lnTo>
                  <a:lnTo>
                    <a:pt x="10" y="298"/>
                  </a:lnTo>
                  <a:lnTo>
                    <a:pt x="4" y="338"/>
                  </a:lnTo>
                  <a:lnTo>
                    <a:pt x="1" y="382"/>
                  </a:lnTo>
                  <a:lnTo>
                    <a:pt x="0" y="424"/>
                  </a:lnTo>
                  <a:lnTo>
                    <a:pt x="11" y="424"/>
                  </a:lnTo>
                  <a:lnTo>
                    <a:pt x="13" y="382"/>
                  </a:lnTo>
                  <a:lnTo>
                    <a:pt x="16" y="341"/>
                  </a:lnTo>
                  <a:lnTo>
                    <a:pt x="22" y="301"/>
                  </a:lnTo>
                  <a:lnTo>
                    <a:pt x="30" y="263"/>
                  </a:lnTo>
                  <a:lnTo>
                    <a:pt x="41" y="227"/>
                  </a:lnTo>
                  <a:lnTo>
                    <a:pt x="52" y="193"/>
                  </a:lnTo>
                  <a:lnTo>
                    <a:pt x="66" y="160"/>
                  </a:lnTo>
                  <a:lnTo>
                    <a:pt x="80" y="132"/>
                  </a:lnTo>
                  <a:lnTo>
                    <a:pt x="98" y="105"/>
                  </a:lnTo>
                  <a:lnTo>
                    <a:pt x="116" y="80"/>
                  </a:lnTo>
                  <a:lnTo>
                    <a:pt x="136" y="60"/>
                  </a:lnTo>
                  <a:lnTo>
                    <a:pt x="155" y="43"/>
                  </a:lnTo>
                  <a:lnTo>
                    <a:pt x="178" y="30"/>
                  </a:lnTo>
                  <a:lnTo>
                    <a:pt x="199" y="19"/>
                  </a:lnTo>
                  <a:lnTo>
                    <a:pt x="221" y="14"/>
                  </a:lnTo>
                  <a:lnTo>
                    <a:pt x="245" y="11"/>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0574" name="Freeform 60"/>
            <p:cNvSpPr>
              <a:spLocks/>
            </p:cNvSpPr>
            <p:nvPr/>
          </p:nvSpPr>
          <p:spPr bwMode="auto">
            <a:xfrm>
              <a:off x="1392" y="2118"/>
              <a:ext cx="49" cy="85"/>
            </a:xfrm>
            <a:custGeom>
              <a:avLst/>
              <a:gdLst>
                <a:gd name="T0" fmla="*/ 2 w 246"/>
                <a:gd name="T1" fmla="*/ 3 h 426"/>
                <a:gd name="T2" fmla="*/ 2 w 246"/>
                <a:gd name="T3" fmla="*/ 3 h 426"/>
                <a:gd name="T4" fmla="*/ 2 w 246"/>
                <a:gd name="T5" fmla="*/ 3 h 426"/>
                <a:gd name="T6" fmla="*/ 2 w 246"/>
                <a:gd name="T7" fmla="*/ 3 h 426"/>
                <a:gd name="T8" fmla="*/ 2 w 246"/>
                <a:gd name="T9" fmla="*/ 2 h 426"/>
                <a:gd name="T10" fmla="*/ 2 w 246"/>
                <a:gd name="T11" fmla="*/ 2 h 426"/>
                <a:gd name="T12" fmla="*/ 2 w 246"/>
                <a:gd name="T13" fmla="*/ 2 h 426"/>
                <a:gd name="T14" fmla="*/ 2 w 246"/>
                <a:gd name="T15" fmla="*/ 2 h 426"/>
                <a:gd name="T16" fmla="*/ 2 w 246"/>
                <a:gd name="T17" fmla="*/ 1 h 426"/>
                <a:gd name="T18" fmla="*/ 1 w 246"/>
                <a:gd name="T19" fmla="*/ 1 h 426"/>
                <a:gd name="T20" fmla="*/ 1 w 246"/>
                <a:gd name="T21" fmla="*/ 1 h 426"/>
                <a:gd name="T22" fmla="*/ 1 w 246"/>
                <a:gd name="T23" fmla="*/ 1 h 426"/>
                <a:gd name="T24" fmla="*/ 1 w 246"/>
                <a:gd name="T25" fmla="*/ 0 h 426"/>
                <a:gd name="T26" fmla="*/ 1 w 246"/>
                <a:gd name="T27" fmla="*/ 0 h 426"/>
                <a:gd name="T28" fmla="*/ 1 w 246"/>
                <a:gd name="T29" fmla="*/ 0 h 426"/>
                <a:gd name="T30" fmla="*/ 0 w 246"/>
                <a:gd name="T31" fmla="*/ 0 h 426"/>
                <a:gd name="T32" fmla="*/ 0 w 246"/>
                <a:gd name="T33" fmla="*/ 0 h 426"/>
                <a:gd name="T34" fmla="*/ 0 w 246"/>
                <a:gd name="T35" fmla="*/ 0 h 426"/>
                <a:gd name="T36" fmla="*/ 0 w 246"/>
                <a:gd name="T37" fmla="*/ 0 h 426"/>
                <a:gd name="T38" fmla="*/ 0 w 246"/>
                <a:gd name="T39" fmla="*/ 0 h 426"/>
                <a:gd name="T40" fmla="*/ 0 w 246"/>
                <a:gd name="T41" fmla="*/ 0 h 426"/>
                <a:gd name="T42" fmla="*/ 1 w 246"/>
                <a:gd name="T43" fmla="*/ 0 h 426"/>
                <a:gd name="T44" fmla="*/ 1 w 246"/>
                <a:gd name="T45" fmla="*/ 0 h 426"/>
                <a:gd name="T46" fmla="*/ 1 w 246"/>
                <a:gd name="T47" fmla="*/ 1 h 426"/>
                <a:gd name="T48" fmla="*/ 1 w 246"/>
                <a:gd name="T49" fmla="*/ 1 h 426"/>
                <a:gd name="T50" fmla="*/ 1 w 246"/>
                <a:gd name="T51" fmla="*/ 1 h 426"/>
                <a:gd name="T52" fmla="*/ 1 w 246"/>
                <a:gd name="T53" fmla="*/ 1 h 426"/>
                <a:gd name="T54" fmla="*/ 1 w 246"/>
                <a:gd name="T55" fmla="*/ 1 h 426"/>
                <a:gd name="T56" fmla="*/ 2 w 246"/>
                <a:gd name="T57" fmla="*/ 2 h 426"/>
                <a:gd name="T58" fmla="*/ 2 w 246"/>
                <a:gd name="T59" fmla="*/ 2 h 426"/>
                <a:gd name="T60" fmla="*/ 2 w 246"/>
                <a:gd name="T61" fmla="*/ 2 h 426"/>
                <a:gd name="T62" fmla="*/ 2 w 246"/>
                <a:gd name="T63" fmla="*/ 2 h 426"/>
                <a:gd name="T64" fmla="*/ 2 w 246"/>
                <a:gd name="T65" fmla="*/ 3 h 426"/>
                <a:gd name="T66" fmla="*/ 2 w 246"/>
                <a:gd name="T67" fmla="*/ 3 h 426"/>
                <a:gd name="T68" fmla="*/ 2 w 246"/>
                <a:gd name="T69" fmla="*/ 3 h 426"/>
                <a:gd name="T70" fmla="*/ 2 w 246"/>
                <a:gd name="T71" fmla="*/ 3 h 426"/>
                <a:gd name="T72" fmla="*/ 2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246" y="426"/>
                  </a:moveTo>
                  <a:lnTo>
                    <a:pt x="246" y="426"/>
                  </a:lnTo>
                  <a:lnTo>
                    <a:pt x="245" y="384"/>
                  </a:lnTo>
                  <a:lnTo>
                    <a:pt x="242" y="340"/>
                  </a:lnTo>
                  <a:lnTo>
                    <a:pt x="236" y="301"/>
                  </a:lnTo>
                  <a:lnTo>
                    <a:pt x="228" y="262"/>
                  </a:lnTo>
                  <a:lnTo>
                    <a:pt x="217" y="224"/>
                  </a:lnTo>
                  <a:lnTo>
                    <a:pt x="205" y="190"/>
                  </a:lnTo>
                  <a:lnTo>
                    <a:pt x="191" y="158"/>
                  </a:lnTo>
                  <a:lnTo>
                    <a:pt x="176" y="126"/>
                  </a:lnTo>
                  <a:lnTo>
                    <a:pt x="157" y="99"/>
                  </a:lnTo>
                  <a:lnTo>
                    <a:pt x="139" y="75"/>
                  </a:lnTo>
                  <a:lnTo>
                    <a:pt x="119" y="53"/>
                  </a:lnTo>
                  <a:lnTo>
                    <a:pt x="96" y="34"/>
                  </a:lnTo>
                  <a:lnTo>
                    <a:pt x="75" y="19"/>
                  </a:lnTo>
                  <a:lnTo>
                    <a:pt x="51" y="9"/>
                  </a:lnTo>
                  <a:lnTo>
                    <a:pt x="26" y="3"/>
                  </a:lnTo>
                  <a:lnTo>
                    <a:pt x="0" y="0"/>
                  </a:lnTo>
                  <a:lnTo>
                    <a:pt x="0" y="12"/>
                  </a:lnTo>
                  <a:lnTo>
                    <a:pt x="24" y="15"/>
                  </a:lnTo>
                  <a:lnTo>
                    <a:pt x="46" y="20"/>
                  </a:lnTo>
                  <a:lnTo>
                    <a:pt x="68" y="31"/>
                  </a:lnTo>
                  <a:lnTo>
                    <a:pt x="89" y="44"/>
                  </a:lnTo>
                  <a:lnTo>
                    <a:pt x="109" y="63"/>
                  </a:lnTo>
                  <a:lnTo>
                    <a:pt x="129" y="83"/>
                  </a:lnTo>
                  <a:lnTo>
                    <a:pt x="148" y="106"/>
                  </a:lnTo>
                  <a:lnTo>
                    <a:pt x="164" y="133"/>
                  </a:lnTo>
                  <a:lnTo>
                    <a:pt x="180" y="162"/>
                  </a:lnTo>
                  <a:lnTo>
                    <a:pt x="194" y="195"/>
                  </a:lnTo>
                  <a:lnTo>
                    <a:pt x="205" y="229"/>
                  </a:lnTo>
                  <a:lnTo>
                    <a:pt x="216" y="264"/>
                  </a:lnTo>
                  <a:lnTo>
                    <a:pt x="224" y="303"/>
                  </a:lnTo>
                  <a:lnTo>
                    <a:pt x="230" y="343"/>
                  </a:lnTo>
                  <a:lnTo>
                    <a:pt x="233" y="384"/>
                  </a:lnTo>
                  <a:lnTo>
                    <a:pt x="235" y="426"/>
                  </a:lnTo>
                  <a:lnTo>
                    <a:pt x="246"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0575" name="Freeform 61"/>
            <p:cNvSpPr>
              <a:spLocks/>
            </p:cNvSpPr>
            <p:nvPr/>
          </p:nvSpPr>
          <p:spPr bwMode="auto">
            <a:xfrm>
              <a:off x="1392" y="2203"/>
              <a:ext cx="49" cy="85"/>
            </a:xfrm>
            <a:custGeom>
              <a:avLst/>
              <a:gdLst>
                <a:gd name="T0" fmla="*/ 0 w 246"/>
                <a:gd name="T1" fmla="*/ 3 h 424"/>
                <a:gd name="T2" fmla="*/ 0 w 246"/>
                <a:gd name="T3" fmla="*/ 3 h 424"/>
                <a:gd name="T4" fmla="*/ 0 w 246"/>
                <a:gd name="T5" fmla="*/ 3 h 424"/>
                <a:gd name="T6" fmla="*/ 0 w 246"/>
                <a:gd name="T7" fmla="*/ 3 h 424"/>
                <a:gd name="T8" fmla="*/ 1 w 246"/>
                <a:gd name="T9" fmla="*/ 3 h 424"/>
                <a:gd name="T10" fmla="*/ 1 w 246"/>
                <a:gd name="T11" fmla="*/ 3 h 424"/>
                <a:gd name="T12" fmla="*/ 1 w 246"/>
                <a:gd name="T13" fmla="*/ 3 h 424"/>
                <a:gd name="T14" fmla="*/ 1 w 246"/>
                <a:gd name="T15" fmla="*/ 3 h 424"/>
                <a:gd name="T16" fmla="*/ 1 w 246"/>
                <a:gd name="T17" fmla="*/ 3 h 424"/>
                <a:gd name="T18" fmla="*/ 1 w 246"/>
                <a:gd name="T19" fmla="*/ 2 h 424"/>
                <a:gd name="T20" fmla="*/ 2 w 246"/>
                <a:gd name="T21" fmla="*/ 2 h 424"/>
                <a:gd name="T22" fmla="*/ 2 w 246"/>
                <a:gd name="T23" fmla="*/ 2 h 424"/>
                <a:gd name="T24" fmla="*/ 2 w 246"/>
                <a:gd name="T25" fmla="*/ 2 h 424"/>
                <a:gd name="T26" fmla="*/ 2 w 246"/>
                <a:gd name="T27" fmla="*/ 1 h 424"/>
                <a:gd name="T28" fmla="*/ 2 w 246"/>
                <a:gd name="T29" fmla="*/ 1 h 424"/>
                <a:gd name="T30" fmla="*/ 2 w 246"/>
                <a:gd name="T31" fmla="*/ 1 h 424"/>
                <a:gd name="T32" fmla="*/ 2 w 246"/>
                <a:gd name="T33" fmla="*/ 0 h 424"/>
                <a:gd name="T34" fmla="*/ 2 w 246"/>
                <a:gd name="T35" fmla="*/ 0 h 424"/>
                <a:gd name="T36" fmla="*/ 2 w 246"/>
                <a:gd name="T37" fmla="*/ 0 h 424"/>
                <a:gd name="T38" fmla="*/ 2 w 246"/>
                <a:gd name="T39" fmla="*/ 0 h 424"/>
                <a:gd name="T40" fmla="*/ 2 w 246"/>
                <a:gd name="T41" fmla="*/ 1 h 424"/>
                <a:gd name="T42" fmla="*/ 2 w 246"/>
                <a:gd name="T43" fmla="*/ 1 h 424"/>
                <a:gd name="T44" fmla="*/ 2 w 246"/>
                <a:gd name="T45" fmla="*/ 1 h 424"/>
                <a:gd name="T46" fmla="*/ 2 w 246"/>
                <a:gd name="T47" fmla="*/ 2 h 424"/>
                <a:gd name="T48" fmla="*/ 2 w 246"/>
                <a:gd name="T49" fmla="*/ 2 h 424"/>
                <a:gd name="T50" fmla="*/ 1 w 246"/>
                <a:gd name="T51" fmla="*/ 2 h 424"/>
                <a:gd name="T52" fmla="*/ 1 w 246"/>
                <a:gd name="T53" fmla="*/ 2 h 424"/>
                <a:gd name="T54" fmla="*/ 1 w 246"/>
                <a:gd name="T55" fmla="*/ 3 h 424"/>
                <a:gd name="T56" fmla="*/ 1 w 246"/>
                <a:gd name="T57" fmla="*/ 3 h 424"/>
                <a:gd name="T58" fmla="*/ 1 w 246"/>
                <a:gd name="T59" fmla="*/ 3 h 424"/>
                <a:gd name="T60" fmla="*/ 1 w 246"/>
                <a:gd name="T61" fmla="*/ 3 h 424"/>
                <a:gd name="T62" fmla="*/ 1 w 246"/>
                <a:gd name="T63" fmla="*/ 3 h 424"/>
                <a:gd name="T64" fmla="*/ 0 w 246"/>
                <a:gd name="T65" fmla="*/ 3 h 424"/>
                <a:gd name="T66" fmla="*/ 0 w 246"/>
                <a:gd name="T67" fmla="*/ 3 h 424"/>
                <a:gd name="T68" fmla="*/ 0 w 246"/>
                <a:gd name="T69" fmla="*/ 3 h 424"/>
                <a:gd name="T70" fmla="*/ 0 w 246"/>
                <a:gd name="T71" fmla="*/ 3 h 424"/>
                <a:gd name="T72" fmla="*/ 0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0" y="424"/>
                  </a:moveTo>
                  <a:lnTo>
                    <a:pt x="0" y="424"/>
                  </a:lnTo>
                  <a:lnTo>
                    <a:pt x="26" y="422"/>
                  </a:lnTo>
                  <a:lnTo>
                    <a:pt x="51" y="416"/>
                  </a:lnTo>
                  <a:lnTo>
                    <a:pt x="75" y="406"/>
                  </a:lnTo>
                  <a:lnTo>
                    <a:pt x="96" y="390"/>
                  </a:lnTo>
                  <a:lnTo>
                    <a:pt x="119" y="373"/>
                  </a:lnTo>
                  <a:lnTo>
                    <a:pt x="139" y="351"/>
                  </a:lnTo>
                  <a:lnTo>
                    <a:pt x="157" y="326"/>
                  </a:lnTo>
                  <a:lnTo>
                    <a:pt x="175" y="299"/>
                  </a:lnTo>
                  <a:lnTo>
                    <a:pt x="191" y="269"/>
                  </a:lnTo>
                  <a:lnTo>
                    <a:pt x="205" y="236"/>
                  </a:lnTo>
                  <a:lnTo>
                    <a:pt x="217" y="202"/>
                  </a:lnTo>
                  <a:lnTo>
                    <a:pt x="228" y="163"/>
                  </a:lnTo>
                  <a:lnTo>
                    <a:pt x="236" y="125"/>
                  </a:lnTo>
                  <a:lnTo>
                    <a:pt x="242" y="86"/>
                  </a:lnTo>
                  <a:lnTo>
                    <a:pt x="245" y="42"/>
                  </a:lnTo>
                  <a:lnTo>
                    <a:pt x="246" y="0"/>
                  </a:lnTo>
                  <a:lnTo>
                    <a:pt x="235" y="0"/>
                  </a:lnTo>
                  <a:lnTo>
                    <a:pt x="233" y="42"/>
                  </a:lnTo>
                  <a:lnTo>
                    <a:pt x="230" y="83"/>
                  </a:lnTo>
                  <a:lnTo>
                    <a:pt x="224" y="123"/>
                  </a:lnTo>
                  <a:lnTo>
                    <a:pt x="216" y="161"/>
                  </a:lnTo>
                  <a:lnTo>
                    <a:pt x="205" y="197"/>
                  </a:lnTo>
                  <a:lnTo>
                    <a:pt x="194" y="231"/>
                  </a:lnTo>
                  <a:lnTo>
                    <a:pt x="180" y="264"/>
                  </a:lnTo>
                  <a:lnTo>
                    <a:pt x="166" y="292"/>
                  </a:lnTo>
                  <a:lnTo>
                    <a:pt x="148" y="319"/>
                  </a:lnTo>
                  <a:lnTo>
                    <a:pt x="129" y="344"/>
                  </a:lnTo>
                  <a:lnTo>
                    <a:pt x="109" y="364"/>
                  </a:lnTo>
                  <a:lnTo>
                    <a:pt x="89" y="381"/>
                  </a:lnTo>
                  <a:lnTo>
                    <a:pt x="68" y="394"/>
                  </a:lnTo>
                  <a:lnTo>
                    <a:pt x="46" y="405"/>
                  </a:lnTo>
                  <a:lnTo>
                    <a:pt x="24" y="410"/>
                  </a:lnTo>
                  <a:lnTo>
                    <a:pt x="0" y="413"/>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0576" name="Freeform 62"/>
            <p:cNvSpPr>
              <a:spLocks/>
            </p:cNvSpPr>
            <p:nvPr/>
          </p:nvSpPr>
          <p:spPr bwMode="auto">
            <a:xfrm>
              <a:off x="1343" y="2203"/>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2" y="42"/>
                  </a:lnTo>
                  <a:lnTo>
                    <a:pt x="5" y="86"/>
                  </a:lnTo>
                  <a:lnTo>
                    <a:pt x="11" y="125"/>
                  </a:lnTo>
                  <a:lnTo>
                    <a:pt x="19" y="163"/>
                  </a:lnTo>
                  <a:lnTo>
                    <a:pt x="30" y="202"/>
                  </a:lnTo>
                  <a:lnTo>
                    <a:pt x="41" y="236"/>
                  </a:lnTo>
                  <a:lnTo>
                    <a:pt x="56" y="269"/>
                  </a:lnTo>
                  <a:lnTo>
                    <a:pt x="72" y="299"/>
                  </a:lnTo>
                  <a:lnTo>
                    <a:pt x="90" y="326"/>
                  </a:lnTo>
                  <a:lnTo>
                    <a:pt x="108" y="351"/>
                  </a:lnTo>
                  <a:lnTo>
                    <a:pt x="127" y="373"/>
                  </a:lnTo>
                  <a:lnTo>
                    <a:pt x="149" y="390"/>
                  </a:lnTo>
                  <a:lnTo>
                    <a:pt x="172" y="406"/>
                  </a:lnTo>
                  <a:lnTo>
                    <a:pt x="195" y="416"/>
                  </a:lnTo>
                  <a:lnTo>
                    <a:pt x="220" y="422"/>
                  </a:lnTo>
                  <a:lnTo>
                    <a:pt x="245" y="424"/>
                  </a:lnTo>
                  <a:lnTo>
                    <a:pt x="245" y="413"/>
                  </a:lnTo>
                  <a:lnTo>
                    <a:pt x="222" y="410"/>
                  </a:lnTo>
                  <a:lnTo>
                    <a:pt x="200" y="405"/>
                  </a:lnTo>
                  <a:lnTo>
                    <a:pt x="179" y="394"/>
                  </a:lnTo>
                  <a:lnTo>
                    <a:pt x="156" y="381"/>
                  </a:lnTo>
                  <a:lnTo>
                    <a:pt x="136" y="364"/>
                  </a:lnTo>
                  <a:lnTo>
                    <a:pt x="118" y="344"/>
                  </a:lnTo>
                  <a:lnTo>
                    <a:pt x="99" y="319"/>
                  </a:lnTo>
                  <a:lnTo>
                    <a:pt x="81" y="292"/>
                  </a:lnTo>
                  <a:lnTo>
                    <a:pt x="67" y="264"/>
                  </a:lnTo>
                  <a:lnTo>
                    <a:pt x="53" y="231"/>
                  </a:lnTo>
                  <a:lnTo>
                    <a:pt x="41" y="197"/>
                  </a:lnTo>
                  <a:lnTo>
                    <a:pt x="31" y="161"/>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0577" name="Freeform 63"/>
            <p:cNvSpPr>
              <a:spLocks/>
            </p:cNvSpPr>
            <p:nvPr/>
          </p:nvSpPr>
          <p:spPr bwMode="auto">
            <a:xfrm>
              <a:off x="1343" y="2118"/>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1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20" y="3"/>
                  </a:lnTo>
                  <a:lnTo>
                    <a:pt x="195" y="9"/>
                  </a:lnTo>
                  <a:lnTo>
                    <a:pt x="172" y="19"/>
                  </a:lnTo>
                  <a:lnTo>
                    <a:pt x="149" y="34"/>
                  </a:lnTo>
                  <a:lnTo>
                    <a:pt x="127" y="53"/>
                  </a:lnTo>
                  <a:lnTo>
                    <a:pt x="108" y="75"/>
                  </a:lnTo>
                  <a:lnTo>
                    <a:pt x="90" y="99"/>
                  </a:lnTo>
                  <a:lnTo>
                    <a:pt x="71" y="126"/>
                  </a:lnTo>
                  <a:lnTo>
                    <a:pt x="56" y="158"/>
                  </a:lnTo>
                  <a:lnTo>
                    <a:pt x="41" y="190"/>
                  </a:lnTo>
                  <a:lnTo>
                    <a:pt x="30" y="224"/>
                  </a:lnTo>
                  <a:lnTo>
                    <a:pt x="19" y="262"/>
                  </a:lnTo>
                  <a:lnTo>
                    <a:pt x="11" y="301"/>
                  </a:lnTo>
                  <a:lnTo>
                    <a:pt x="5" y="340"/>
                  </a:lnTo>
                  <a:lnTo>
                    <a:pt x="2" y="384"/>
                  </a:lnTo>
                  <a:lnTo>
                    <a:pt x="0" y="426"/>
                  </a:lnTo>
                  <a:lnTo>
                    <a:pt x="12" y="426"/>
                  </a:lnTo>
                  <a:lnTo>
                    <a:pt x="13" y="384"/>
                  </a:lnTo>
                  <a:lnTo>
                    <a:pt x="17" y="343"/>
                  </a:lnTo>
                  <a:lnTo>
                    <a:pt x="23" y="303"/>
                  </a:lnTo>
                  <a:lnTo>
                    <a:pt x="31" y="264"/>
                  </a:lnTo>
                  <a:lnTo>
                    <a:pt x="41" y="229"/>
                  </a:lnTo>
                  <a:lnTo>
                    <a:pt x="53" y="195"/>
                  </a:lnTo>
                  <a:lnTo>
                    <a:pt x="67" y="162"/>
                  </a:lnTo>
                  <a:lnTo>
                    <a:pt x="82" y="133"/>
                  </a:lnTo>
                  <a:lnTo>
                    <a:pt x="99" y="106"/>
                  </a:lnTo>
                  <a:lnTo>
                    <a:pt x="118" y="83"/>
                  </a:lnTo>
                  <a:lnTo>
                    <a:pt x="136" y="63"/>
                  </a:lnTo>
                  <a:lnTo>
                    <a:pt x="156" y="44"/>
                  </a:lnTo>
                  <a:lnTo>
                    <a:pt x="179" y="31"/>
                  </a:lnTo>
                  <a:lnTo>
                    <a:pt x="200" y="20"/>
                  </a:lnTo>
                  <a:lnTo>
                    <a:pt x="222" y="15"/>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0578" name="Freeform 64"/>
            <p:cNvSpPr>
              <a:spLocks/>
            </p:cNvSpPr>
            <p:nvPr/>
          </p:nvSpPr>
          <p:spPr bwMode="auto">
            <a:xfrm>
              <a:off x="1384" y="1859"/>
              <a:ext cx="49" cy="84"/>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1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3" y="382"/>
                  </a:lnTo>
                  <a:lnTo>
                    <a:pt x="240" y="339"/>
                  </a:lnTo>
                  <a:lnTo>
                    <a:pt x="234" y="299"/>
                  </a:lnTo>
                  <a:lnTo>
                    <a:pt x="226" y="261"/>
                  </a:lnTo>
                  <a:lnTo>
                    <a:pt x="215" y="222"/>
                  </a:lnTo>
                  <a:lnTo>
                    <a:pt x="204" y="188"/>
                  </a:lnTo>
                  <a:lnTo>
                    <a:pt x="189" y="156"/>
                  </a:lnTo>
                  <a:lnTo>
                    <a:pt x="173" y="125"/>
                  </a:lnTo>
                  <a:lnTo>
                    <a:pt x="155" y="98"/>
                  </a:lnTo>
                  <a:lnTo>
                    <a:pt x="138" y="74"/>
                  </a:lnTo>
                  <a:lnTo>
                    <a:pt x="118" y="51"/>
                  </a:lnTo>
                  <a:lnTo>
                    <a:pt x="96" y="34"/>
                  </a:lnTo>
                  <a:lnTo>
                    <a:pt x="73" y="18"/>
                  </a:lnTo>
                  <a:lnTo>
                    <a:pt x="50" y="8"/>
                  </a:lnTo>
                  <a:lnTo>
                    <a:pt x="25" y="2"/>
                  </a:lnTo>
                  <a:lnTo>
                    <a:pt x="0" y="0"/>
                  </a:lnTo>
                  <a:lnTo>
                    <a:pt x="0" y="11"/>
                  </a:lnTo>
                  <a:lnTo>
                    <a:pt x="23" y="14"/>
                  </a:lnTo>
                  <a:lnTo>
                    <a:pt x="45" y="20"/>
                  </a:lnTo>
                  <a:lnTo>
                    <a:pt x="66" y="30"/>
                  </a:lnTo>
                  <a:lnTo>
                    <a:pt x="89" y="43"/>
                  </a:lnTo>
                  <a:lnTo>
                    <a:pt x="109" y="61"/>
                  </a:lnTo>
                  <a:lnTo>
                    <a:pt x="129" y="81"/>
                  </a:lnTo>
                  <a:lnTo>
                    <a:pt x="146" y="105"/>
                  </a:lnTo>
                  <a:lnTo>
                    <a:pt x="164" y="132"/>
                  </a:lnTo>
                  <a:lnTo>
                    <a:pt x="178" y="160"/>
                  </a:lnTo>
                  <a:lnTo>
                    <a:pt x="192" y="193"/>
                  </a:lnTo>
                  <a:lnTo>
                    <a:pt x="204" y="227"/>
                  </a:lnTo>
                  <a:lnTo>
                    <a:pt x="214" y="264"/>
                  </a:lnTo>
                  <a:lnTo>
                    <a:pt x="222" y="301"/>
                  </a:lnTo>
                  <a:lnTo>
                    <a:pt x="228"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0579" name="Freeform 65"/>
            <p:cNvSpPr>
              <a:spLocks/>
            </p:cNvSpPr>
            <p:nvPr/>
          </p:nvSpPr>
          <p:spPr bwMode="auto">
            <a:xfrm>
              <a:off x="1384" y="1943"/>
              <a:ext cx="49" cy="86"/>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5" y="423"/>
                  </a:lnTo>
                  <a:lnTo>
                    <a:pt x="50" y="418"/>
                  </a:lnTo>
                  <a:lnTo>
                    <a:pt x="73" y="407"/>
                  </a:lnTo>
                  <a:lnTo>
                    <a:pt x="96" y="392"/>
                  </a:lnTo>
                  <a:lnTo>
                    <a:pt x="118" y="374"/>
                  </a:lnTo>
                  <a:lnTo>
                    <a:pt x="138" y="352"/>
                  </a:lnTo>
                  <a:lnTo>
                    <a:pt x="155" y="327"/>
                  </a:lnTo>
                  <a:lnTo>
                    <a:pt x="174" y="300"/>
                  </a:lnTo>
                  <a:lnTo>
                    <a:pt x="189" y="269"/>
                  </a:lnTo>
                  <a:lnTo>
                    <a:pt x="204" y="237"/>
                  </a:lnTo>
                  <a:lnTo>
                    <a:pt x="215" y="202"/>
                  </a:lnTo>
                  <a:lnTo>
                    <a:pt x="226" y="164"/>
                  </a:lnTo>
                  <a:lnTo>
                    <a:pt x="234" y="126"/>
                  </a:lnTo>
                  <a:lnTo>
                    <a:pt x="240" y="86"/>
                  </a:lnTo>
                  <a:lnTo>
                    <a:pt x="243" y="42"/>
                  </a:lnTo>
                  <a:lnTo>
                    <a:pt x="245" y="0"/>
                  </a:lnTo>
                  <a:lnTo>
                    <a:pt x="233" y="0"/>
                  </a:lnTo>
                  <a:lnTo>
                    <a:pt x="232" y="42"/>
                  </a:lnTo>
                  <a:lnTo>
                    <a:pt x="228" y="83"/>
                  </a:lnTo>
                  <a:lnTo>
                    <a:pt x="222" y="123"/>
                  </a:lnTo>
                  <a:lnTo>
                    <a:pt x="214" y="162"/>
                  </a:lnTo>
                  <a:lnTo>
                    <a:pt x="204" y="197"/>
                  </a:lnTo>
                  <a:lnTo>
                    <a:pt x="192" y="232"/>
                  </a:lnTo>
                  <a:lnTo>
                    <a:pt x="178" y="264"/>
                  </a:lnTo>
                  <a:lnTo>
                    <a:pt x="163" y="293"/>
                  </a:lnTo>
                  <a:lnTo>
                    <a:pt x="146" y="320"/>
                  </a:lnTo>
                  <a:lnTo>
                    <a:pt x="129" y="345"/>
                  </a:lnTo>
                  <a:lnTo>
                    <a:pt x="109" y="365"/>
                  </a:lnTo>
                  <a:lnTo>
                    <a:pt x="89" y="382"/>
                  </a:lnTo>
                  <a:lnTo>
                    <a:pt x="66" y="395"/>
                  </a:lnTo>
                  <a:lnTo>
                    <a:pt x="45" y="406"/>
                  </a:lnTo>
                  <a:lnTo>
                    <a:pt x="23"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0580" name="Freeform 66"/>
            <p:cNvSpPr>
              <a:spLocks/>
            </p:cNvSpPr>
            <p:nvPr/>
          </p:nvSpPr>
          <p:spPr bwMode="auto">
            <a:xfrm>
              <a:off x="1335" y="1943"/>
              <a:ext cx="49" cy="86"/>
            </a:xfrm>
            <a:custGeom>
              <a:avLst/>
              <a:gdLst>
                <a:gd name="T0" fmla="*/ 0 w 246"/>
                <a:gd name="T1" fmla="*/ 0 h 426"/>
                <a:gd name="T2" fmla="*/ 0 w 246"/>
                <a:gd name="T3" fmla="*/ 0 h 426"/>
                <a:gd name="T4" fmla="*/ 0 w 246"/>
                <a:gd name="T5" fmla="*/ 0 h 426"/>
                <a:gd name="T6" fmla="*/ 0 w 246"/>
                <a:gd name="T7" fmla="*/ 1 h 426"/>
                <a:gd name="T8" fmla="*/ 0 w 246"/>
                <a:gd name="T9" fmla="*/ 1 h 426"/>
                <a:gd name="T10" fmla="*/ 0 w 246"/>
                <a:gd name="T11" fmla="*/ 1 h 426"/>
                <a:gd name="T12" fmla="*/ 0 w 246"/>
                <a:gd name="T13" fmla="*/ 2 h 426"/>
                <a:gd name="T14" fmla="*/ 0 w 246"/>
                <a:gd name="T15" fmla="*/ 2 h 426"/>
                <a:gd name="T16" fmla="*/ 0 w 246"/>
                <a:gd name="T17" fmla="*/ 2 h 426"/>
                <a:gd name="T18" fmla="*/ 1 w 246"/>
                <a:gd name="T19" fmla="*/ 2 h 426"/>
                <a:gd name="T20" fmla="*/ 1 w 246"/>
                <a:gd name="T21" fmla="*/ 3 h 426"/>
                <a:gd name="T22" fmla="*/ 1 w 246"/>
                <a:gd name="T23" fmla="*/ 3 h 426"/>
                <a:gd name="T24" fmla="*/ 1 w 246"/>
                <a:gd name="T25" fmla="*/ 3 h 426"/>
                <a:gd name="T26" fmla="*/ 1 w 246"/>
                <a:gd name="T27" fmla="*/ 3 h 426"/>
                <a:gd name="T28" fmla="*/ 1 w 246"/>
                <a:gd name="T29" fmla="*/ 3 h 426"/>
                <a:gd name="T30" fmla="*/ 2 w 246"/>
                <a:gd name="T31" fmla="*/ 3 h 426"/>
                <a:gd name="T32" fmla="*/ 2 w 246"/>
                <a:gd name="T33" fmla="*/ 3 h 426"/>
                <a:gd name="T34" fmla="*/ 2 w 246"/>
                <a:gd name="T35" fmla="*/ 3 h 426"/>
                <a:gd name="T36" fmla="*/ 2 w 246"/>
                <a:gd name="T37" fmla="*/ 3 h 426"/>
                <a:gd name="T38" fmla="*/ 2 w 246"/>
                <a:gd name="T39" fmla="*/ 3 h 426"/>
                <a:gd name="T40" fmla="*/ 2 w 246"/>
                <a:gd name="T41" fmla="*/ 3 h 426"/>
                <a:gd name="T42" fmla="*/ 1 w 246"/>
                <a:gd name="T43" fmla="*/ 3 h 426"/>
                <a:gd name="T44" fmla="*/ 1 w 246"/>
                <a:gd name="T45" fmla="*/ 3 h 426"/>
                <a:gd name="T46" fmla="*/ 1 w 246"/>
                <a:gd name="T47" fmla="*/ 3 h 426"/>
                <a:gd name="T48" fmla="*/ 1 w 246"/>
                <a:gd name="T49" fmla="*/ 3 h 426"/>
                <a:gd name="T50" fmla="*/ 1 w 246"/>
                <a:gd name="T51" fmla="*/ 3 h 426"/>
                <a:gd name="T52" fmla="*/ 1 w 246"/>
                <a:gd name="T53" fmla="*/ 2 h 426"/>
                <a:gd name="T54" fmla="*/ 1 w 246"/>
                <a:gd name="T55" fmla="*/ 2 h 426"/>
                <a:gd name="T56" fmla="*/ 0 w 246"/>
                <a:gd name="T57" fmla="*/ 2 h 426"/>
                <a:gd name="T58" fmla="*/ 0 w 246"/>
                <a:gd name="T59" fmla="*/ 2 h 426"/>
                <a:gd name="T60" fmla="*/ 0 w 246"/>
                <a:gd name="T61" fmla="*/ 1 h 426"/>
                <a:gd name="T62" fmla="*/ 0 w 246"/>
                <a:gd name="T63" fmla="*/ 1 h 426"/>
                <a:gd name="T64" fmla="*/ 0 w 246"/>
                <a:gd name="T65" fmla="*/ 1 h 426"/>
                <a:gd name="T66" fmla="*/ 0 w 246"/>
                <a:gd name="T67" fmla="*/ 0 h 426"/>
                <a:gd name="T68" fmla="*/ 0 w 246"/>
                <a:gd name="T69" fmla="*/ 0 h 426"/>
                <a:gd name="T70" fmla="*/ 0 w 246"/>
                <a:gd name="T71" fmla="*/ 0 h 426"/>
                <a:gd name="T72" fmla="*/ 0 w 246"/>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0"/>
                  </a:moveTo>
                  <a:lnTo>
                    <a:pt x="0" y="0"/>
                  </a:lnTo>
                  <a:lnTo>
                    <a:pt x="1" y="42"/>
                  </a:lnTo>
                  <a:lnTo>
                    <a:pt x="4" y="86"/>
                  </a:lnTo>
                  <a:lnTo>
                    <a:pt x="10" y="126"/>
                  </a:lnTo>
                  <a:lnTo>
                    <a:pt x="18" y="164"/>
                  </a:lnTo>
                  <a:lnTo>
                    <a:pt x="29" y="202"/>
                  </a:lnTo>
                  <a:lnTo>
                    <a:pt x="41" y="237"/>
                  </a:lnTo>
                  <a:lnTo>
                    <a:pt x="55" y="269"/>
                  </a:lnTo>
                  <a:lnTo>
                    <a:pt x="71" y="300"/>
                  </a:lnTo>
                  <a:lnTo>
                    <a:pt x="89" y="327"/>
                  </a:lnTo>
                  <a:lnTo>
                    <a:pt x="107" y="352"/>
                  </a:lnTo>
                  <a:lnTo>
                    <a:pt x="127" y="374"/>
                  </a:lnTo>
                  <a:lnTo>
                    <a:pt x="150" y="392"/>
                  </a:lnTo>
                  <a:lnTo>
                    <a:pt x="171" y="407"/>
                  </a:lnTo>
                  <a:lnTo>
                    <a:pt x="195" y="418"/>
                  </a:lnTo>
                  <a:lnTo>
                    <a:pt x="220" y="423"/>
                  </a:lnTo>
                  <a:lnTo>
                    <a:pt x="246" y="426"/>
                  </a:lnTo>
                  <a:lnTo>
                    <a:pt x="246" y="414"/>
                  </a:lnTo>
                  <a:lnTo>
                    <a:pt x="222" y="412"/>
                  </a:lnTo>
                  <a:lnTo>
                    <a:pt x="200" y="406"/>
                  </a:lnTo>
                  <a:lnTo>
                    <a:pt x="178" y="395"/>
                  </a:lnTo>
                  <a:lnTo>
                    <a:pt x="157" y="382"/>
                  </a:lnTo>
                  <a:lnTo>
                    <a:pt x="137" y="365"/>
                  </a:lnTo>
                  <a:lnTo>
                    <a:pt x="117" y="345"/>
                  </a:lnTo>
                  <a:lnTo>
                    <a:pt x="98" y="320"/>
                  </a:lnTo>
                  <a:lnTo>
                    <a:pt x="83" y="293"/>
                  </a:lnTo>
                  <a:lnTo>
                    <a:pt x="66" y="264"/>
                  </a:lnTo>
                  <a:lnTo>
                    <a:pt x="52" y="232"/>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0581" name="Freeform 67"/>
            <p:cNvSpPr>
              <a:spLocks/>
            </p:cNvSpPr>
            <p:nvPr/>
          </p:nvSpPr>
          <p:spPr bwMode="auto">
            <a:xfrm>
              <a:off x="1335" y="1859"/>
              <a:ext cx="49" cy="84"/>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1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0" y="2"/>
                  </a:lnTo>
                  <a:lnTo>
                    <a:pt x="195" y="8"/>
                  </a:lnTo>
                  <a:lnTo>
                    <a:pt x="171" y="18"/>
                  </a:lnTo>
                  <a:lnTo>
                    <a:pt x="150" y="34"/>
                  </a:lnTo>
                  <a:lnTo>
                    <a:pt x="127" y="51"/>
                  </a:lnTo>
                  <a:lnTo>
                    <a:pt x="107" y="74"/>
                  </a:lnTo>
                  <a:lnTo>
                    <a:pt x="89" y="98"/>
                  </a:lnTo>
                  <a:lnTo>
                    <a:pt x="72" y="125"/>
                  </a:lnTo>
                  <a:lnTo>
                    <a:pt x="55" y="156"/>
                  </a:lnTo>
                  <a:lnTo>
                    <a:pt x="41" y="188"/>
                  </a:lnTo>
                  <a:lnTo>
                    <a:pt x="29" y="222"/>
                  </a:lnTo>
                  <a:lnTo>
                    <a:pt x="18" y="261"/>
                  </a:lnTo>
                  <a:lnTo>
                    <a:pt x="10" y="299"/>
                  </a:lnTo>
                  <a:lnTo>
                    <a:pt x="4" y="339"/>
                  </a:lnTo>
                  <a:lnTo>
                    <a:pt x="1" y="382"/>
                  </a:lnTo>
                  <a:lnTo>
                    <a:pt x="0" y="424"/>
                  </a:lnTo>
                  <a:lnTo>
                    <a:pt x="11" y="424"/>
                  </a:lnTo>
                  <a:lnTo>
                    <a:pt x="13" y="382"/>
                  </a:lnTo>
                  <a:lnTo>
                    <a:pt x="16" y="341"/>
                  </a:lnTo>
                  <a:lnTo>
                    <a:pt x="22" y="301"/>
                  </a:lnTo>
                  <a:lnTo>
                    <a:pt x="30" y="264"/>
                  </a:lnTo>
                  <a:lnTo>
                    <a:pt x="41" y="227"/>
                  </a:lnTo>
                  <a:lnTo>
                    <a:pt x="52" y="193"/>
                  </a:lnTo>
                  <a:lnTo>
                    <a:pt x="66" y="160"/>
                  </a:lnTo>
                  <a:lnTo>
                    <a:pt x="82" y="132"/>
                  </a:lnTo>
                  <a:lnTo>
                    <a:pt x="98" y="105"/>
                  </a:lnTo>
                  <a:lnTo>
                    <a:pt x="117" y="81"/>
                  </a:lnTo>
                  <a:lnTo>
                    <a:pt x="137" y="61"/>
                  </a:lnTo>
                  <a:lnTo>
                    <a:pt x="157" y="43"/>
                  </a:lnTo>
                  <a:lnTo>
                    <a:pt x="178" y="30"/>
                  </a:lnTo>
                  <a:lnTo>
                    <a:pt x="200" y="20"/>
                  </a:lnTo>
                  <a:lnTo>
                    <a:pt x="222" y="14"/>
                  </a:lnTo>
                  <a:lnTo>
                    <a:pt x="246" y="11"/>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0582" name="Freeform 68"/>
            <p:cNvSpPr>
              <a:spLocks/>
            </p:cNvSpPr>
            <p:nvPr/>
          </p:nvSpPr>
          <p:spPr bwMode="auto">
            <a:xfrm>
              <a:off x="1552" y="1751"/>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1" y="339"/>
                  </a:lnTo>
                  <a:lnTo>
                    <a:pt x="235" y="299"/>
                  </a:lnTo>
                  <a:lnTo>
                    <a:pt x="226" y="261"/>
                  </a:lnTo>
                  <a:lnTo>
                    <a:pt x="216" y="223"/>
                  </a:lnTo>
                  <a:lnTo>
                    <a:pt x="204" y="189"/>
                  </a:lnTo>
                  <a:lnTo>
                    <a:pt x="190" y="156"/>
                  </a:lnTo>
                  <a:lnTo>
                    <a:pt x="174" y="125"/>
                  </a:lnTo>
                  <a:lnTo>
                    <a:pt x="156" y="98"/>
                  </a:lnTo>
                  <a:lnTo>
                    <a:pt x="137" y="74"/>
                  </a:lnTo>
                  <a:lnTo>
                    <a:pt x="119" y="52"/>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8" y="81"/>
                  </a:lnTo>
                  <a:lnTo>
                    <a:pt x="147" y="105"/>
                  </a:lnTo>
                  <a:lnTo>
                    <a:pt x="164" y="132"/>
                  </a:lnTo>
                  <a:lnTo>
                    <a:pt x="178" y="161"/>
                  </a:lnTo>
                  <a:lnTo>
                    <a:pt x="193" y="193"/>
                  </a:lnTo>
                  <a:lnTo>
                    <a:pt x="204" y="227"/>
                  </a:lnTo>
                  <a:lnTo>
                    <a:pt x="215" y="264"/>
                  </a:lnTo>
                  <a:lnTo>
                    <a:pt x="223" y="301"/>
                  </a:lnTo>
                  <a:lnTo>
                    <a:pt x="229" y="341"/>
                  </a:lnTo>
                  <a:lnTo>
                    <a:pt x="232" y="382"/>
                  </a:lnTo>
                  <a:lnTo>
                    <a:pt x="234"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0583" name="Freeform 69"/>
            <p:cNvSpPr>
              <a:spLocks/>
            </p:cNvSpPr>
            <p:nvPr/>
          </p:nvSpPr>
          <p:spPr bwMode="auto">
            <a:xfrm>
              <a:off x="1552" y="1836"/>
              <a:ext cx="49" cy="85"/>
            </a:xfrm>
            <a:custGeom>
              <a:avLst/>
              <a:gdLst>
                <a:gd name="T0" fmla="*/ 0 w 245"/>
                <a:gd name="T1" fmla="*/ 3 h 425"/>
                <a:gd name="T2" fmla="*/ 0 w 245"/>
                <a:gd name="T3" fmla="*/ 3 h 425"/>
                <a:gd name="T4" fmla="*/ 0 w 245"/>
                <a:gd name="T5" fmla="*/ 3 h 425"/>
                <a:gd name="T6" fmla="*/ 0 w 245"/>
                <a:gd name="T7" fmla="*/ 3 h 425"/>
                <a:gd name="T8" fmla="*/ 1 w 245"/>
                <a:gd name="T9" fmla="*/ 3 h 425"/>
                <a:gd name="T10" fmla="*/ 1 w 245"/>
                <a:gd name="T11" fmla="*/ 3 h 425"/>
                <a:gd name="T12" fmla="*/ 1 w 245"/>
                <a:gd name="T13" fmla="*/ 3 h 425"/>
                <a:gd name="T14" fmla="*/ 1 w 245"/>
                <a:gd name="T15" fmla="*/ 3 h 425"/>
                <a:gd name="T16" fmla="*/ 1 w 245"/>
                <a:gd name="T17" fmla="*/ 3 h 425"/>
                <a:gd name="T18" fmla="*/ 1 w 245"/>
                <a:gd name="T19" fmla="*/ 2 h 425"/>
                <a:gd name="T20" fmla="*/ 2 w 245"/>
                <a:gd name="T21" fmla="*/ 2 h 425"/>
                <a:gd name="T22" fmla="*/ 2 w 245"/>
                <a:gd name="T23" fmla="*/ 2 h 425"/>
                <a:gd name="T24" fmla="*/ 2 w 245"/>
                <a:gd name="T25" fmla="*/ 2 h 425"/>
                <a:gd name="T26" fmla="*/ 2 w 245"/>
                <a:gd name="T27" fmla="*/ 1 h 425"/>
                <a:gd name="T28" fmla="*/ 2 w 245"/>
                <a:gd name="T29" fmla="*/ 1 h 425"/>
                <a:gd name="T30" fmla="*/ 2 w 245"/>
                <a:gd name="T31" fmla="*/ 1 h 425"/>
                <a:gd name="T32" fmla="*/ 2 w 245"/>
                <a:gd name="T33" fmla="*/ 0 h 425"/>
                <a:gd name="T34" fmla="*/ 2 w 245"/>
                <a:gd name="T35" fmla="*/ 0 h 425"/>
                <a:gd name="T36" fmla="*/ 2 w 245"/>
                <a:gd name="T37" fmla="*/ 0 h 425"/>
                <a:gd name="T38" fmla="*/ 2 w 245"/>
                <a:gd name="T39" fmla="*/ 0 h 425"/>
                <a:gd name="T40" fmla="*/ 2 w 245"/>
                <a:gd name="T41" fmla="*/ 1 h 425"/>
                <a:gd name="T42" fmla="*/ 2 w 245"/>
                <a:gd name="T43" fmla="*/ 1 h 425"/>
                <a:gd name="T44" fmla="*/ 2 w 245"/>
                <a:gd name="T45" fmla="*/ 1 h 425"/>
                <a:gd name="T46" fmla="*/ 2 w 245"/>
                <a:gd name="T47" fmla="*/ 2 h 425"/>
                <a:gd name="T48" fmla="*/ 2 w 245"/>
                <a:gd name="T49" fmla="*/ 2 h 425"/>
                <a:gd name="T50" fmla="*/ 1 w 245"/>
                <a:gd name="T51" fmla="*/ 2 h 425"/>
                <a:gd name="T52" fmla="*/ 1 w 245"/>
                <a:gd name="T53" fmla="*/ 2 h 425"/>
                <a:gd name="T54" fmla="*/ 1 w 245"/>
                <a:gd name="T55" fmla="*/ 3 h 425"/>
                <a:gd name="T56" fmla="*/ 1 w 245"/>
                <a:gd name="T57" fmla="*/ 3 h 425"/>
                <a:gd name="T58" fmla="*/ 1 w 245"/>
                <a:gd name="T59" fmla="*/ 3 h 425"/>
                <a:gd name="T60" fmla="*/ 1 w 245"/>
                <a:gd name="T61" fmla="*/ 3 h 425"/>
                <a:gd name="T62" fmla="*/ 1 w 245"/>
                <a:gd name="T63" fmla="*/ 3 h 425"/>
                <a:gd name="T64" fmla="*/ 0 w 245"/>
                <a:gd name="T65" fmla="*/ 3 h 425"/>
                <a:gd name="T66" fmla="*/ 0 w 245"/>
                <a:gd name="T67" fmla="*/ 3 h 425"/>
                <a:gd name="T68" fmla="*/ 0 w 245"/>
                <a:gd name="T69" fmla="*/ 3 h 425"/>
                <a:gd name="T70" fmla="*/ 0 w 245"/>
                <a:gd name="T71" fmla="*/ 3 h 425"/>
                <a:gd name="T72" fmla="*/ 0 w 245"/>
                <a:gd name="T73" fmla="*/ 3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5"/>
                <a:gd name="T113" fmla="*/ 245 w 245"/>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5">
                  <a:moveTo>
                    <a:pt x="0" y="425"/>
                  </a:moveTo>
                  <a:lnTo>
                    <a:pt x="0" y="425"/>
                  </a:lnTo>
                  <a:lnTo>
                    <a:pt x="26" y="422"/>
                  </a:lnTo>
                  <a:lnTo>
                    <a:pt x="51" y="417"/>
                  </a:lnTo>
                  <a:lnTo>
                    <a:pt x="74" y="406"/>
                  </a:lnTo>
                  <a:lnTo>
                    <a:pt x="96" y="391"/>
                  </a:lnTo>
                  <a:lnTo>
                    <a:pt x="119" y="373"/>
                  </a:lnTo>
                  <a:lnTo>
                    <a:pt x="137" y="351"/>
                  </a:lnTo>
                  <a:lnTo>
                    <a:pt x="156" y="326"/>
                  </a:lnTo>
                  <a:lnTo>
                    <a:pt x="174" y="299"/>
                  </a:lnTo>
                  <a:lnTo>
                    <a:pt x="190" y="269"/>
                  </a:lnTo>
                  <a:lnTo>
                    <a:pt x="204" y="236"/>
                  </a:lnTo>
                  <a:lnTo>
                    <a:pt x="216" y="202"/>
                  </a:lnTo>
                  <a:lnTo>
                    <a:pt x="226" y="163"/>
                  </a:lnTo>
                  <a:lnTo>
                    <a:pt x="235" y="126"/>
                  </a:lnTo>
                  <a:lnTo>
                    <a:pt x="241" y="86"/>
                  </a:lnTo>
                  <a:lnTo>
                    <a:pt x="244" y="43"/>
                  </a:lnTo>
                  <a:lnTo>
                    <a:pt x="245" y="0"/>
                  </a:lnTo>
                  <a:lnTo>
                    <a:pt x="234" y="0"/>
                  </a:lnTo>
                  <a:lnTo>
                    <a:pt x="232" y="43"/>
                  </a:lnTo>
                  <a:lnTo>
                    <a:pt x="229" y="84"/>
                  </a:lnTo>
                  <a:lnTo>
                    <a:pt x="223" y="123"/>
                  </a:lnTo>
                  <a:lnTo>
                    <a:pt x="215" y="161"/>
                  </a:lnTo>
                  <a:lnTo>
                    <a:pt x="204" y="197"/>
                  </a:lnTo>
                  <a:lnTo>
                    <a:pt x="193" y="231"/>
                  </a:lnTo>
                  <a:lnTo>
                    <a:pt x="178" y="264"/>
                  </a:lnTo>
                  <a:lnTo>
                    <a:pt x="164" y="292"/>
                  </a:lnTo>
                  <a:lnTo>
                    <a:pt x="147" y="319"/>
                  </a:lnTo>
                  <a:lnTo>
                    <a:pt x="128" y="344"/>
                  </a:lnTo>
                  <a:lnTo>
                    <a:pt x="109" y="364"/>
                  </a:lnTo>
                  <a:lnTo>
                    <a:pt x="89" y="381"/>
                  </a:lnTo>
                  <a:lnTo>
                    <a:pt x="67" y="394"/>
                  </a:lnTo>
                  <a:lnTo>
                    <a:pt x="46" y="405"/>
                  </a:lnTo>
                  <a:lnTo>
                    <a:pt x="24" y="411"/>
                  </a:lnTo>
                  <a:lnTo>
                    <a:pt x="0" y="413"/>
                  </a:lnTo>
                  <a:lnTo>
                    <a:pt x="0" y="425"/>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0584" name="Freeform 70"/>
            <p:cNvSpPr>
              <a:spLocks/>
            </p:cNvSpPr>
            <p:nvPr/>
          </p:nvSpPr>
          <p:spPr bwMode="auto">
            <a:xfrm>
              <a:off x="1502" y="1836"/>
              <a:ext cx="50" cy="85"/>
            </a:xfrm>
            <a:custGeom>
              <a:avLst/>
              <a:gdLst>
                <a:gd name="T0" fmla="*/ 0 w 246"/>
                <a:gd name="T1" fmla="*/ 0 h 425"/>
                <a:gd name="T2" fmla="*/ 0 w 246"/>
                <a:gd name="T3" fmla="*/ 0 h 425"/>
                <a:gd name="T4" fmla="*/ 0 w 246"/>
                <a:gd name="T5" fmla="*/ 0 h 425"/>
                <a:gd name="T6" fmla="*/ 0 w 246"/>
                <a:gd name="T7" fmla="*/ 1 h 425"/>
                <a:gd name="T8" fmla="*/ 0 w 246"/>
                <a:gd name="T9" fmla="*/ 1 h 425"/>
                <a:gd name="T10" fmla="*/ 0 w 246"/>
                <a:gd name="T11" fmla="*/ 1 h 425"/>
                <a:gd name="T12" fmla="*/ 0 w 246"/>
                <a:gd name="T13" fmla="*/ 2 h 425"/>
                <a:gd name="T14" fmla="*/ 0 w 246"/>
                <a:gd name="T15" fmla="*/ 2 h 425"/>
                <a:gd name="T16" fmla="*/ 0 w 246"/>
                <a:gd name="T17" fmla="*/ 2 h 425"/>
                <a:gd name="T18" fmla="*/ 1 w 246"/>
                <a:gd name="T19" fmla="*/ 2 h 425"/>
                <a:gd name="T20" fmla="*/ 1 w 246"/>
                <a:gd name="T21" fmla="*/ 3 h 425"/>
                <a:gd name="T22" fmla="*/ 1 w 246"/>
                <a:gd name="T23" fmla="*/ 3 h 425"/>
                <a:gd name="T24" fmla="*/ 1 w 246"/>
                <a:gd name="T25" fmla="*/ 3 h 425"/>
                <a:gd name="T26" fmla="*/ 1 w 246"/>
                <a:gd name="T27" fmla="*/ 3 h 425"/>
                <a:gd name="T28" fmla="*/ 1 w 246"/>
                <a:gd name="T29" fmla="*/ 3 h 425"/>
                <a:gd name="T30" fmla="*/ 2 w 246"/>
                <a:gd name="T31" fmla="*/ 3 h 425"/>
                <a:gd name="T32" fmla="*/ 2 w 246"/>
                <a:gd name="T33" fmla="*/ 3 h 425"/>
                <a:gd name="T34" fmla="*/ 2 w 246"/>
                <a:gd name="T35" fmla="*/ 3 h 425"/>
                <a:gd name="T36" fmla="*/ 2 w 246"/>
                <a:gd name="T37" fmla="*/ 3 h 425"/>
                <a:gd name="T38" fmla="*/ 2 w 246"/>
                <a:gd name="T39" fmla="*/ 3 h 425"/>
                <a:gd name="T40" fmla="*/ 2 w 246"/>
                <a:gd name="T41" fmla="*/ 3 h 425"/>
                <a:gd name="T42" fmla="*/ 1 w 246"/>
                <a:gd name="T43" fmla="*/ 3 h 425"/>
                <a:gd name="T44" fmla="*/ 1 w 246"/>
                <a:gd name="T45" fmla="*/ 3 h 425"/>
                <a:gd name="T46" fmla="*/ 1 w 246"/>
                <a:gd name="T47" fmla="*/ 3 h 425"/>
                <a:gd name="T48" fmla="*/ 1 w 246"/>
                <a:gd name="T49" fmla="*/ 3 h 425"/>
                <a:gd name="T50" fmla="*/ 1 w 246"/>
                <a:gd name="T51" fmla="*/ 3 h 425"/>
                <a:gd name="T52" fmla="*/ 1 w 246"/>
                <a:gd name="T53" fmla="*/ 2 h 425"/>
                <a:gd name="T54" fmla="*/ 1 w 246"/>
                <a:gd name="T55" fmla="*/ 2 h 425"/>
                <a:gd name="T56" fmla="*/ 0 w 246"/>
                <a:gd name="T57" fmla="*/ 2 h 425"/>
                <a:gd name="T58" fmla="*/ 0 w 246"/>
                <a:gd name="T59" fmla="*/ 2 h 425"/>
                <a:gd name="T60" fmla="*/ 0 w 246"/>
                <a:gd name="T61" fmla="*/ 1 h 425"/>
                <a:gd name="T62" fmla="*/ 0 w 246"/>
                <a:gd name="T63" fmla="*/ 1 h 425"/>
                <a:gd name="T64" fmla="*/ 0 w 246"/>
                <a:gd name="T65" fmla="*/ 1 h 425"/>
                <a:gd name="T66" fmla="*/ 0 w 246"/>
                <a:gd name="T67" fmla="*/ 0 h 425"/>
                <a:gd name="T68" fmla="*/ 0 w 246"/>
                <a:gd name="T69" fmla="*/ 0 h 425"/>
                <a:gd name="T70" fmla="*/ 0 w 246"/>
                <a:gd name="T71" fmla="*/ 0 h 425"/>
                <a:gd name="T72" fmla="*/ 0 w 246"/>
                <a:gd name="T73" fmla="*/ 0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5"/>
                <a:gd name="T113" fmla="*/ 246 w 246"/>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5">
                  <a:moveTo>
                    <a:pt x="0" y="0"/>
                  </a:moveTo>
                  <a:lnTo>
                    <a:pt x="0" y="0"/>
                  </a:lnTo>
                  <a:lnTo>
                    <a:pt x="2" y="43"/>
                  </a:lnTo>
                  <a:lnTo>
                    <a:pt x="5" y="86"/>
                  </a:lnTo>
                  <a:lnTo>
                    <a:pt x="11" y="126"/>
                  </a:lnTo>
                  <a:lnTo>
                    <a:pt x="19" y="163"/>
                  </a:lnTo>
                  <a:lnTo>
                    <a:pt x="30" y="202"/>
                  </a:lnTo>
                  <a:lnTo>
                    <a:pt x="41" y="236"/>
                  </a:lnTo>
                  <a:lnTo>
                    <a:pt x="55" y="269"/>
                  </a:lnTo>
                  <a:lnTo>
                    <a:pt x="73" y="299"/>
                  </a:lnTo>
                  <a:lnTo>
                    <a:pt x="89" y="326"/>
                  </a:lnTo>
                  <a:lnTo>
                    <a:pt x="108" y="351"/>
                  </a:lnTo>
                  <a:lnTo>
                    <a:pt x="128" y="373"/>
                  </a:lnTo>
                  <a:lnTo>
                    <a:pt x="150" y="391"/>
                  </a:lnTo>
                  <a:lnTo>
                    <a:pt x="171" y="406"/>
                  </a:lnTo>
                  <a:lnTo>
                    <a:pt x="196" y="417"/>
                  </a:lnTo>
                  <a:lnTo>
                    <a:pt x="221" y="422"/>
                  </a:lnTo>
                  <a:lnTo>
                    <a:pt x="246" y="425"/>
                  </a:lnTo>
                  <a:lnTo>
                    <a:pt x="246" y="413"/>
                  </a:lnTo>
                  <a:lnTo>
                    <a:pt x="223" y="411"/>
                  </a:lnTo>
                  <a:lnTo>
                    <a:pt x="201" y="405"/>
                  </a:lnTo>
                  <a:lnTo>
                    <a:pt x="178" y="394"/>
                  </a:lnTo>
                  <a:lnTo>
                    <a:pt x="157" y="381"/>
                  </a:lnTo>
                  <a:lnTo>
                    <a:pt x="137" y="364"/>
                  </a:lnTo>
                  <a:lnTo>
                    <a:pt x="117" y="344"/>
                  </a:lnTo>
                  <a:lnTo>
                    <a:pt x="99" y="319"/>
                  </a:lnTo>
                  <a:lnTo>
                    <a:pt x="82" y="292"/>
                  </a:lnTo>
                  <a:lnTo>
                    <a:pt x="67" y="264"/>
                  </a:lnTo>
                  <a:lnTo>
                    <a:pt x="53" y="231"/>
                  </a:lnTo>
                  <a:lnTo>
                    <a:pt x="41" y="197"/>
                  </a:lnTo>
                  <a:lnTo>
                    <a:pt x="31" y="161"/>
                  </a:lnTo>
                  <a:lnTo>
                    <a:pt x="23" y="123"/>
                  </a:lnTo>
                  <a:lnTo>
                    <a:pt x="17" y="84"/>
                  </a:lnTo>
                  <a:lnTo>
                    <a:pt x="13" y="4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0585" name="Freeform 71"/>
            <p:cNvSpPr>
              <a:spLocks/>
            </p:cNvSpPr>
            <p:nvPr/>
          </p:nvSpPr>
          <p:spPr bwMode="auto">
            <a:xfrm>
              <a:off x="1502" y="1751"/>
              <a:ext cx="50" cy="85"/>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2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1" y="2"/>
                  </a:lnTo>
                  <a:lnTo>
                    <a:pt x="196" y="8"/>
                  </a:lnTo>
                  <a:lnTo>
                    <a:pt x="171" y="19"/>
                  </a:lnTo>
                  <a:lnTo>
                    <a:pt x="150" y="34"/>
                  </a:lnTo>
                  <a:lnTo>
                    <a:pt x="128" y="52"/>
                  </a:lnTo>
                  <a:lnTo>
                    <a:pt x="108" y="74"/>
                  </a:lnTo>
                  <a:lnTo>
                    <a:pt x="89" y="98"/>
                  </a:lnTo>
                  <a:lnTo>
                    <a:pt x="73" y="125"/>
                  </a:lnTo>
                  <a:lnTo>
                    <a:pt x="55" y="156"/>
                  </a:lnTo>
                  <a:lnTo>
                    <a:pt x="41" y="189"/>
                  </a:lnTo>
                  <a:lnTo>
                    <a:pt x="30" y="223"/>
                  </a:lnTo>
                  <a:lnTo>
                    <a:pt x="19" y="261"/>
                  </a:lnTo>
                  <a:lnTo>
                    <a:pt x="11" y="299"/>
                  </a:lnTo>
                  <a:lnTo>
                    <a:pt x="5" y="339"/>
                  </a:lnTo>
                  <a:lnTo>
                    <a:pt x="2" y="382"/>
                  </a:lnTo>
                  <a:lnTo>
                    <a:pt x="0" y="424"/>
                  </a:lnTo>
                  <a:lnTo>
                    <a:pt x="12" y="424"/>
                  </a:lnTo>
                  <a:lnTo>
                    <a:pt x="13" y="382"/>
                  </a:lnTo>
                  <a:lnTo>
                    <a:pt x="17" y="341"/>
                  </a:lnTo>
                  <a:lnTo>
                    <a:pt x="23" y="301"/>
                  </a:lnTo>
                  <a:lnTo>
                    <a:pt x="31" y="264"/>
                  </a:lnTo>
                  <a:lnTo>
                    <a:pt x="41" y="227"/>
                  </a:lnTo>
                  <a:lnTo>
                    <a:pt x="53" y="193"/>
                  </a:lnTo>
                  <a:lnTo>
                    <a:pt x="67" y="161"/>
                  </a:lnTo>
                  <a:lnTo>
                    <a:pt x="82" y="132"/>
                  </a:lnTo>
                  <a:lnTo>
                    <a:pt x="99" y="105"/>
                  </a:lnTo>
                  <a:lnTo>
                    <a:pt x="117" y="81"/>
                  </a:lnTo>
                  <a:lnTo>
                    <a:pt x="137" y="61"/>
                  </a:lnTo>
                  <a:lnTo>
                    <a:pt x="157" y="43"/>
                  </a:lnTo>
                  <a:lnTo>
                    <a:pt x="178" y="30"/>
                  </a:lnTo>
                  <a:lnTo>
                    <a:pt x="201" y="20"/>
                  </a:lnTo>
                  <a:lnTo>
                    <a:pt x="223" y="14"/>
                  </a:lnTo>
                  <a:lnTo>
                    <a:pt x="246" y="12"/>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0586" name="Freeform 72"/>
            <p:cNvSpPr>
              <a:spLocks/>
            </p:cNvSpPr>
            <p:nvPr/>
          </p:nvSpPr>
          <p:spPr bwMode="auto">
            <a:xfrm>
              <a:off x="1565" y="2016"/>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0" y="339"/>
                  </a:lnTo>
                  <a:lnTo>
                    <a:pt x="234" y="299"/>
                  </a:lnTo>
                  <a:lnTo>
                    <a:pt x="226" y="261"/>
                  </a:lnTo>
                  <a:lnTo>
                    <a:pt x="216" y="223"/>
                  </a:lnTo>
                  <a:lnTo>
                    <a:pt x="204" y="189"/>
                  </a:lnTo>
                  <a:lnTo>
                    <a:pt x="190" y="156"/>
                  </a:lnTo>
                  <a:lnTo>
                    <a:pt x="174" y="125"/>
                  </a:lnTo>
                  <a:lnTo>
                    <a:pt x="156" y="98"/>
                  </a:lnTo>
                  <a:lnTo>
                    <a:pt x="138" y="74"/>
                  </a:lnTo>
                  <a:lnTo>
                    <a:pt x="118" y="51"/>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9" y="81"/>
                  </a:lnTo>
                  <a:lnTo>
                    <a:pt x="147" y="105"/>
                  </a:lnTo>
                  <a:lnTo>
                    <a:pt x="164" y="132"/>
                  </a:lnTo>
                  <a:lnTo>
                    <a:pt x="178" y="160"/>
                  </a:lnTo>
                  <a:lnTo>
                    <a:pt x="192" y="193"/>
                  </a:lnTo>
                  <a:lnTo>
                    <a:pt x="204" y="227"/>
                  </a:lnTo>
                  <a:lnTo>
                    <a:pt x="215" y="264"/>
                  </a:lnTo>
                  <a:lnTo>
                    <a:pt x="223" y="301"/>
                  </a:lnTo>
                  <a:lnTo>
                    <a:pt x="229"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0587" name="Freeform 73"/>
            <p:cNvSpPr>
              <a:spLocks/>
            </p:cNvSpPr>
            <p:nvPr/>
          </p:nvSpPr>
          <p:spPr bwMode="auto">
            <a:xfrm>
              <a:off x="1565" y="2101"/>
              <a:ext cx="49" cy="85"/>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6" y="423"/>
                  </a:lnTo>
                  <a:lnTo>
                    <a:pt x="51" y="418"/>
                  </a:lnTo>
                  <a:lnTo>
                    <a:pt x="74" y="407"/>
                  </a:lnTo>
                  <a:lnTo>
                    <a:pt x="96" y="392"/>
                  </a:lnTo>
                  <a:lnTo>
                    <a:pt x="118" y="373"/>
                  </a:lnTo>
                  <a:lnTo>
                    <a:pt x="138" y="351"/>
                  </a:lnTo>
                  <a:lnTo>
                    <a:pt x="156" y="327"/>
                  </a:lnTo>
                  <a:lnTo>
                    <a:pt x="175" y="299"/>
                  </a:lnTo>
                  <a:lnTo>
                    <a:pt x="190" y="269"/>
                  </a:lnTo>
                  <a:lnTo>
                    <a:pt x="204" y="236"/>
                  </a:lnTo>
                  <a:lnTo>
                    <a:pt x="216" y="202"/>
                  </a:lnTo>
                  <a:lnTo>
                    <a:pt x="226" y="164"/>
                  </a:lnTo>
                  <a:lnTo>
                    <a:pt x="234" y="126"/>
                  </a:lnTo>
                  <a:lnTo>
                    <a:pt x="240" y="86"/>
                  </a:lnTo>
                  <a:lnTo>
                    <a:pt x="244" y="42"/>
                  </a:lnTo>
                  <a:lnTo>
                    <a:pt x="245" y="0"/>
                  </a:lnTo>
                  <a:lnTo>
                    <a:pt x="233" y="0"/>
                  </a:lnTo>
                  <a:lnTo>
                    <a:pt x="232" y="42"/>
                  </a:lnTo>
                  <a:lnTo>
                    <a:pt x="229" y="83"/>
                  </a:lnTo>
                  <a:lnTo>
                    <a:pt x="223" y="123"/>
                  </a:lnTo>
                  <a:lnTo>
                    <a:pt x="215" y="162"/>
                  </a:lnTo>
                  <a:lnTo>
                    <a:pt x="204" y="197"/>
                  </a:lnTo>
                  <a:lnTo>
                    <a:pt x="192" y="231"/>
                  </a:lnTo>
                  <a:lnTo>
                    <a:pt x="178" y="264"/>
                  </a:lnTo>
                  <a:lnTo>
                    <a:pt x="163" y="292"/>
                  </a:lnTo>
                  <a:lnTo>
                    <a:pt x="147" y="320"/>
                  </a:lnTo>
                  <a:lnTo>
                    <a:pt x="129" y="344"/>
                  </a:lnTo>
                  <a:lnTo>
                    <a:pt x="109" y="364"/>
                  </a:lnTo>
                  <a:lnTo>
                    <a:pt x="89" y="382"/>
                  </a:lnTo>
                  <a:lnTo>
                    <a:pt x="67" y="395"/>
                  </a:lnTo>
                  <a:lnTo>
                    <a:pt x="46" y="406"/>
                  </a:lnTo>
                  <a:lnTo>
                    <a:pt x="24"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0588" name="Freeform 74"/>
            <p:cNvSpPr>
              <a:spLocks/>
            </p:cNvSpPr>
            <p:nvPr/>
          </p:nvSpPr>
          <p:spPr bwMode="auto">
            <a:xfrm>
              <a:off x="1516" y="2101"/>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5" y="86"/>
                  </a:lnTo>
                  <a:lnTo>
                    <a:pt x="11" y="126"/>
                  </a:lnTo>
                  <a:lnTo>
                    <a:pt x="19" y="164"/>
                  </a:lnTo>
                  <a:lnTo>
                    <a:pt x="30" y="202"/>
                  </a:lnTo>
                  <a:lnTo>
                    <a:pt x="41" y="236"/>
                  </a:lnTo>
                  <a:lnTo>
                    <a:pt x="55" y="269"/>
                  </a:lnTo>
                  <a:lnTo>
                    <a:pt x="71" y="299"/>
                  </a:lnTo>
                  <a:lnTo>
                    <a:pt x="89" y="327"/>
                  </a:lnTo>
                  <a:lnTo>
                    <a:pt x="107" y="351"/>
                  </a:lnTo>
                  <a:lnTo>
                    <a:pt x="127" y="373"/>
                  </a:lnTo>
                  <a:lnTo>
                    <a:pt x="149" y="392"/>
                  </a:lnTo>
                  <a:lnTo>
                    <a:pt x="171" y="407"/>
                  </a:lnTo>
                  <a:lnTo>
                    <a:pt x="195" y="418"/>
                  </a:lnTo>
                  <a:lnTo>
                    <a:pt x="219" y="423"/>
                  </a:lnTo>
                  <a:lnTo>
                    <a:pt x="245" y="426"/>
                  </a:lnTo>
                  <a:lnTo>
                    <a:pt x="245" y="414"/>
                  </a:lnTo>
                  <a:lnTo>
                    <a:pt x="222" y="412"/>
                  </a:lnTo>
                  <a:lnTo>
                    <a:pt x="199" y="406"/>
                  </a:lnTo>
                  <a:lnTo>
                    <a:pt x="178" y="395"/>
                  </a:lnTo>
                  <a:lnTo>
                    <a:pt x="156" y="382"/>
                  </a:lnTo>
                  <a:lnTo>
                    <a:pt x="136" y="364"/>
                  </a:lnTo>
                  <a:lnTo>
                    <a:pt x="116" y="344"/>
                  </a:lnTo>
                  <a:lnTo>
                    <a:pt x="99" y="320"/>
                  </a:lnTo>
                  <a:lnTo>
                    <a:pt x="82" y="292"/>
                  </a:lnTo>
                  <a:lnTo>
                    <a:pt x="67" y="264"/>
                  </a:lnTo>
                  <a:lnTo>
                    <a:pt x="53" y="231"/>
                  </a:lnTo>
                  <a:lnTo>
                    <a:pt x="41" y="197"/>
                  </a:lnTo>
                  <a:lnTo>
                    <a:pt x="31" y="162"/>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0589" name="Freeform 75"/>
            <p:cNvSpPr>
              <a:spLocks/>
            </p:cNvSpPr>
            <p:nvPr/>
          </p:nvSpPr>
          <p:spPr bwMode="auto">
            <a:xfrm>
              <a:off x="1516" y="2016"/>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5" y="8"/>
                  </a:lnTo>
                  <a:lnTo>
                    <a:pt x="171" y="19"/>
                  </a:lnTo>
                  <a:lnTo>
                    <a:pt x="149" y="34"/>
                  </a:lnTo>
                  <a:lnTo>
                    <a:pt x="127" y="51"/>
                  </a:lnTo>
                  <a:lnTo>
                    <a:pt x="107" y="74"/>
                  </a:lnTo>
                  <a:lnTo>
                    <a:pt x="89" y="98"/>
                  </a:lnTo>
                  <a:lnTo>
                    <a:pt x="72" y="125"/>
                  </a:lnTo>
                  <a:lnTo>
                    <a:pt x="55" y="156"/>
                  </a:lnTo>
                  <a:lnTo>
                    <a:pt x="41" y="189"/>
                  </a:lnTo>
                  <a:lnTo>
                    <a:pt x="30" y="223"/>
                  </a:lnTo>
                  <a:lnTo>
                    <a:pt x="19" y="261"/>
                  </a:lnTo>
                  <a:lnTo>
                    <a:pt x="11" y="299"/>
                  </a:lnTo>
                  <a:lnTo>
                    <a:pt x="5" y="339"/>
                  </a:lnTo>
                  <a:lnTo>
                    <a:pt x="1" y="382"/>
                  </a:lnTo>
                  <a:lnTo>
                    <a:pt x="0" y="424"/>
                  </a:lnTo>
                  <a:lnTo>
                    <a:pt x="12" y="424"/>
                  </a:lnTo>
                  <a:lnTo>
                    <a:pt x="13" y="382"/>
                  </a:lnTo>
                  <a:lnTo>
                    <a:pt x="17" y="341"/>
                  </a:lnTo>
                  <a:lnTo>
                    <a:pt x="23" y="301"/>
                  </a:lnTo>
                  <a:lnTo>
                    <a:pt x="31" y="264"/>
                  </a:lnTo>
                  <a:lnTo>
                    <a:pt x="41" y="227"/>
                  </a:lnTo>
                  <a:lnTo>
                    <a:pt x="53" y="193"/>
                  </a:lnTo>
                  <a:lnTo>
                    <a:pt x="67" y="160"/>
                  </a:lnTo>
                  <a:lnTo>
                    <a:pt x="81" y="132"/>
                  </a:lnTo>
                  <a:lnTo>
                    <a:pt x="99" y="105"/>
                  </a:lnTo>
                  <a:lnTo>
                    <a:pt x="116" y="81"/>
                  </a:lnTo>
                  <a:lnTo>
                    <a:pt x="136" y="61"/>
                  </a:lnTo>
                  <a:lnTo>
                    <a:pt x="156" y="43"/>
                  </a:lnTo>
                  <a:lnTo>
                    <a:pt x="178" y="30"/>
                  </a:lnTo>
                  <a:lnTo>
                    <a:pt x="199" y="20"/>
                  </a:lnTo>
                  <a:lnTo>
                    <a:pt x="222"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sp>
        <p:nvSpPr>
          <p:cNvPr id="150536" name="Rectangle 77"/>
          <p:cNvSpPr>
            <a:spLocks noChangeArrowheads="1"/>
          </p:cNvSpPr>
          <p:nvPr/>
        </p:nvSpPr>
        <p:spPr bwMode="auto">
          <a:xfrm>
            <a:off x="611188" y="0"/>
            <a:ext cx="6388100" cy="6477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3000"/>
              <a:t>Sem. 3 - Mardi</a:t>
            </a:r>
          </a:p>
        </p:txBody>
      </p:sp>
      <p:sp>
        <p:nvSpPr>
          <p:cNvPr id="150537" name="Text Box 78"/>
          <p:cNvSpPr txBox="1">
            <a:spLocks noChangeArrowheads="1"/>
          </p:cNvSpPr>
          <p:nvPr/>
        </p:nvSpPr>
        <p:spPr bwMode="auto">
          <a:xfrm>
            <a:off x="566738" y="2697163"/>
            <a:ext cx="3217862"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2. Pas de commandes</a:t>
            </a:r>
          </a:p>
        </p:txBody>
      </p:sp>
      <p:sp>
        <p:nvSpPr>
          <p:cNvPr id="150538" name="Text Box 79"/>
          <p:cNvSpPr txBox="1">
            <a:spLocks noChangeArrowheads="1"/>
          </p:cNvSpPr>
          <p:nvPr/>
        </p:nvSpPr>
        <p:spPr bwMode="auto">
          <a:xfrm>
            <a:off x="566738" y="5211763"/>
            <a:ext cx="6543675" cy="4429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eaLnBrk="1" hangingPunct="1">
              <a:spcBef>
                <a:spcPct val="0"/>
              </a:spcBef>
              <a:buFontTx/>
              <a:buNone/>
            </a:pPr>
            <a:r>
              <a:rPr lang="fr-FR" altLang="fr-FR" sz="2300"/>
              <a:t>4. Pointez la production sur votre feuille de suivi</a:t>
            </a:r>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51554" name="Group 2"/>
          <p:cNvGrpSpPr>
            <a:grpSpLocks/>
          </p:cNvGrpSpPr>
          <p:nvPr/>
        </p:nvGrpSpPr>
        <p:grpSpPr bwMode="auto">
          <a:xfrm>
            <a:off x="7073900" y="215900"/>
            <a:ext cx="1878013" cy="1250950"/>
            <a:chOff x="4456" y="136"/>
            <a:chExt cx="1183" cy="788"/>
          </a:xfrm>
        </p:grpSpPr>
        <p:grpSp>
          <p:nvGrpSpPr>
            <p:cNvPr id="151614" name="Group 3"/>
            <p:cNvGrpSpPr>
              <a:grpSpLocks/>
            </p:cNvGrpSpPr>
            <p:nvPr/>
          </p:nvGrpSpPr>
          <p:grpSpPr bwMode="auto">
            <a:xfrm>
              <a:off x="4766" y="232"/>
              <a:ext cx="873" cy="692"/>
              <a:chOff x="2185" y="310"/>
              <a:chExt cx="873" cy="692"/>
            </a:xfrm>
          </p:grpSpPr>
          <p:sp>
            <p:nvSpPr>
              <p:cNvPr id="151625" name="Freeform 4"/>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accent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1626" name="Freeform 5"/>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1627" name="Freeform 6"/>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1628" name="Freeform 7"/>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1629" name="Freeform 8"/>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1630" name="Freeform 9"/>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1631" name="Freeform 10"/>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grpSp>
          <p:nvGrpSpPr>
            <p:cNvPr id="151615" name="Group 11"/>
            <p:cNvGrpSpPr>
              <a:grpSpLocks/>
            </p:cNvGrpSpPr>
            <p:nvPr/>
          </p:nvGrpSpPr>
          <p:grpSpPr bwMode="auto">
            <a:xfrm>
              <a:off x="4949" y="336"/>
              <a:ext cx="591" cy="468"/>
              <a:chOff x="2185" y="310"/>
              <a:chExt cx="873" cy="692"/>
            </a:xfrm>
          </p:grpSpPr>
          <p:sp>
            <p:nvSpPr>
              <p:cNvPr id="151618" name="Freeform 12"/>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1619" name="Freeform 13"/>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1620" name="Freeform 14"/>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1621" name="Freeform 15"/>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1622" name="Freeform 16"/>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1623" name="Freeform 17"/>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1624" name="Freeform 18"/>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pic>
          <p:nvPicPr>
            <p:cNvPr id="151616" name="Picture 19"/>
            <p:cNvPicPr>
              <a:picLocks noChangeAspect="1" noChangeArrowheads="1"/>
            </p:cNvPicPr>
            <p:nvPr/>
          </p:nvPicPr>
          <p:blipFill>
            <a:blip r:embed="rId3" cstate="print">
              <a:extLst>
                <a:ext uri="{28A0092B-C50C-407E-A947-70E740481C1C}">
                  <a14:useLocalDpi xmlns:a14="http://schemas.microsoft.com/office/drawing/2010/main" val="0"/>
                </a:ext>
              </a:extLst>
            </a:blip>
            <a:srcRect l="-4282" t="-4369" r="-5199" b="-12012"/>
            <a:stretch>
              <a:fillRect/>
            </a:stretch>
          </p:blipFill>
          <p:spPr bwMode="auto">
            <a:xfrm>
              <a:off x="4456" y="136"/>
              <a:ext cx="480" cy="5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51617" name="Text Box 20"/>
            <p:cNvSpPr txBox="1">
              <a:spLocks noChangeArrowheads="1"/>
            </p:cNvSpPr>
            <p:nvPr/>
          </p:nvSpPr>
          <p:spPr bwMode="auto">
            <a:xfrm>
              <a:off x="4946" y="314"/>
              <a:ext cx="596" cy="49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4500" b="1">
                  <a:solidFill>
                    <a:srgbClr val="FF0000"/>
                  </a:solidFill>
                  <a:latin typeface="Arial Black" pitchFamily="34" charset="0"/>
                </a:rPr>
                <a:t>13</a:t>
              </a:r>
              <a:endParaRPr lang="fr-FR" altLang="fr-FR" sz="3200">
                <a:solidFill>
                  <a:schemeClr val="tx1"/>
                </a:solidFill>
                <a:latin typeface="Arial Black" pitchFamily="34" charset="0"/>
              </a:endParaRPr>
            </a:p>
          </p:txBody>
        </p:sp>
      </p:grpSp>
      <p:sp>
        <p:nvSpPr>
          <p:cNvPr id="151556" name="Text Box 22"/>
          <p:cNvSpPr txBox="1">
            <a:spLocks noChangeArrowheads="1"/>
          </p:cNvSpPr>
          <p:nvPr/>
        </p:nvSpPr>
        <p:spPr bwMode="auto">
          <a:xfrm>
            <a:off x="566738" y="1363663"/>
            <a:ext cx="1946275"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1. Tirez le dé</a:t>
            </a:r>
          </a:p>
        </p:txBody>
      </p:sp>
      <p:sp>
        <p:nvSpPr>
          <p:cNvPr id="151557" name="Text Box 23"/>
          <p:cNvSpPr txBox="1">
            <a:spLocks noChangeArrowheads="1"/>
          </p:cNvSpPr>
          <p:nvPr/>
        </p:nvSpPr>
        <p:spPr bwMode="auto">
          <a:xfrm>
            <a:off x="566738" y="3935413"/>
            <a:ext cx="18796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3. Produisez</a:t>
            </a:r>
          </a:p>
        </p:txBody>
      </p:sp>
      <p:grpSp>
        <p:nvGrpSpPr>
          <p:cNvPr id="151558" name="Group 24"/>
          <p:cNvGrpSpPr>
            <a:grpSpLocks/>
          </p:cNvGrpSpPr>
          <p:nvPr/>
        </p:nvGrpSpPr>
        <p:grpSpPr bwMode="auto">
          <a:xfrm>
            <a:off x="2986088" y="1306513"/>
            <a:ext cx="446087" cy="534987"/>
            <a:chOff x="868" y="1439"/>
            <a:chExt cx="811" cy="972"/>
          </a:xfrm>
        </p:grpSpPr>
        <p:sp>
          <p:nvSpPr>
            <p:cNvPr id="151563" name="Freeform 25"/>
            <p:cNvSpPr>
              <a:spLocks/>
            </p:cNvSpPr>
            <p:nvPr/>
          </p:nvSpPr>
          <p:spPr bwMode="auto">
            <a:xfrm>
              <a:off x="1548" y="2014"/>
              <a:ext cx="123" cy="100"/>
            </a:xfrm>
            <a:custGeom>
              <a:avLst/>
              <a:gdLst>
                <a:gd name="T0" fmla="*/ 5 w 618"/>
                <a:gd name="T1" fmla="*/ 0 h 502"/>
                <a:gd name="T2" fmla="*/ 5 w 618"/>
                <a:gd name="T3" fmla="*/ 0 h 502"/>
                <a:gd name="T4" fmla="*/ 0 w 618"/>
                <a:gd name="T5" fmla="*/ 4 h 502"/>
                <a:gd name="T6" fmla="*/ 0 w 618"/>
                <a:gd name="T7" fmla="*/ 4 h 502"/>
                <a:gd name="T8" fmla="*/ 5 w 618"/>
                <a:gd name="T9" fmla="*/ 0 h 502"/>
                <a:gd name="T10" fmla="*/ 5 w 618"/>
                <a:gd name="T11" fmla="*/ 0 h 502"/>
                <a:gd name="T12" fmla="*/ 5 w 618"/>
                <a:gd name="T13" fmla="*/ 0 h 502"/>
                <a:gd name="T14" fmla="*/ 5 w 618"/>
                <a:gd name="T15" fmla="*/ 0 h 502"/>
                <a:gd name="T16" fmla="*/ 5 w 618"/>
                <a:gd name="T17" fmla="*/ 0 h 502"/>
                <a:gd name="T18" fmla="*/ 5 w 618"/>
                <a:gd name="T19" fmla="*/ 0 h 502"/>
                <a:gd name="T20" fmla="*/ 5 w 618"/>
                <a:gd name="T21" fmla="*/ 0 h 502"/>
                <a:gd name="T22" fmla="*/ 5 w 618"/>
                <a:gd name="T23" fmla="*/ 0 h 502"/>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618"/>
                <a:gd name="T37" fmla="*/ 0 h 502"/>
                <a:gd name="T38" fmla="*/ 618 w 618"/>
                <a:gd name="T39" fmla="*/ 502 h 502"/>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618" h="502">
                  <a:moveTo>
                    <a:pt x="611" y="0"/>
                  </a:moveTo>
                  <a:lnTo>
                    <a:pt x="606" y="2"/>
                  </a:lnTo>
                  <a:lnTo>
                    <a:pt x="0" y="490"/>
                  </a:lnTo>
                  <a:lnTo>
                    <a:pt x="10" y="502"/>
                  </a:lnTo>
                  <a:lnTo>
                    <a:pt x="616" y="14"/>
                  </a:lnTo>
                  <a:lnTo>
                    <a:pt x="611" y="16"/>
                  </a:lnTo>
                  <a:lnTo>
                    <a:pt x="616" y="14"/>
                  </a:lnTo>
                  <a:lnTo>
                    <a:pt x="618" y="9"/>
                  </a:lnTo>
                  <a:lnTo>
                    <a:pt x="617" y="3"/>
                  </a:lnTo>
                  <a:lnTo>
                    <a:pt x="612" y="1"/>
                  </a:lnTo>
                  <a:lnTo>
                    <a:pt x="606" y="2"/>
                  </a:lnTo>
                  <a:lnTo>
                    <a:pt x="611"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1564" name="Freeform 26"/>
            <p:cNvSpPr>
              <a:spLocks/>
            </p:cNvSpPr>
            <p:nvPr/>
          </p:nvSpPr>
          <p:spPr bwMode="auto">
            <a:xfrm>
              <a:off x="876" y="1852"/>
              <a:ext cx="82" cy="373"/>
            </a:xfrm>
            <a:custGeom>
              <a:avLst/>
              <a:gdLst>
                <a:gd name="T0" fmla="*/ 3 w 413"/>
                <a:gd name="T1" fmla="*/ 15 h 1865"/>
                <a:gd name="T2" fmla="*/ 3 w 413"/>
                <a:gd name="T3" fmla="*/ 15 h 1865"/>
                <a:gd name="T4" fmla="*/ 0 w 413"/>
                <a:gd name="T5" fmla="*/ 0 h 1865"/>
                <a:gd name="T6" fmla="*/ 0 w 413"/>
                <a:gd name="T7" fmla="*/ 0 h 1865"/>
                <a:gd name="T8" fmla="*/ 3 w 413"/>
                <a:gd name="T9" fmla="*/ 15 h 1865"/>
                <a:gd name="T10" fmla="*/ 3 w 413"/>
                <a:gd name="T11" fmla="*/ 15 h 1865"/>
                <a:gd name="T12" fmla="*/ 3 w 413"/>
                <a:gd name="T13" fmla="*/ 15 h 1865"/>
                <a:gd name="T14" fmla="*/ 3 w 413"/>
                <a:gd name="T15" fmla="*/ 15 h 1865"/>
                <a:gd name="T16" fmla="*/ 3 w 413"/>
                <a:gd name="T17" fmla="*/ 15 h 1865"/>
                <a:gd name="T18" fmla="*/ 3 w 413"/>
                <a:gd name="T19" fmla="*/ 15 h 1865"/>
                <a:gd name="T20" fmla="*/ 3 w 413"/>
                <a:gd name="T21" fmla="*/ 15 h 1865"/>
                <a:gd name="T22" fmla="*/ 3 w 413"/>
                <a:gd name="T23" fmla="*/ 15 h 186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413"/>
                <a:gd name="T37" fmla="*/ 0 h 1865"/>
                <a:gd name="T38" fmla="*/ 413 w 413"/>
                <a:gd name="T39" fmla="*/ 1865 h 1865"/>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413" h="1865">
                  <a:moveTo>
                    <a:pt x="400" y="1864"/>
                  </a:moveTo>
                  <a:lnTo>
                    <a:pt x="413" y="1856"/>
                  </a:lnTo>
                  <a:lnTo>
                    <a:pt x="17" y="0"/>
                  </a:lnTo>
                  <a:lnTo>
                    <a:pt x="0" y="2"/>
                  </a:lnTo>
                  <a:lnTo>
                    <a:pt x="396" y="1858"/>
                  </a:lnTo>
                  <a:lnTo>
                    <a:pt x="409" y="1850"/>
                  </a:lnTo>
                  <a:lnTo>
                    <a:pt x="396" y="1858"/>
                  </a:lnTo>
                  <a:lnTo>
                    <a:pt x="400" y="1864"/>
                  </a:lnTo>
                  <a:lnTo>
                    <a:pt x="406" y="1865"/>
                  </a:lnTo>
                  <a:lnTo>
                    <a:pt x="410" y="1862"/>
                  </a:lnTo>
                  <a:lnTo>
                    <a:pt x="413" y="1856"/>
                  </a:lnTo>
                  <a:lnTo>
                    <a:pt x="400" y="186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1565" name="Freeform 27"/>
            <p:cNvSpPr>
              <a:spLocks/>
            </p:cNvSpPr>
            <p:nvPr/>
          </p:nvSpPr>
          <p:spPr bwMode="auto">
            <a:xfrm>
              <a:off x="1282" y="1533"/>
              <a:ext cx="35" cy="161"/>
            </a:xfrm>
            <a:custGeom>
              <a:avLst/>
              <a:gdLst>
                <a:gd name="T0" fmla="*/ 1 w 175"/>
                <a:gd name="T1" fmla="*/ 6 h 807"/>
                <a:gd name="T2" fmla="*/ 1 w 175"/>
                <a:gd name="T3" fmla="*/ 6 h 807"/>
                <a:gd name="T4" fmla="*/ 1 w 175"/>
                <a:gd name="T5" fmla="*/ 6 h 807"/>
                <a:gd name="T6" fmla="*/ 1 w 175"/>
                <a:gd name="T7" fmla="*/ 5 h 807"/>
                <a:gd name="T8" fmla="*/ 1 w 175"/>
                <a:gd name="T9" fmla="*/ 5 h 807"/>
                <a:gd name="T10" fmla="*/ 1 w 175"/>
                <a:gd name="T11" fmla="*/ 5 h 807"/>
                <a:gd name="T12" fmla="*/ 1 w 175"/>
                <a:gd name="T13" fmla="*/ 4 h 807"/>
                <a:gd name="T14" fmla="*/ 1 w 175"/>
                <a:gd name="T15" fmla="*/ 4 h 807"/>
                <a:gd name="T16" fmla="*/ 1 w 175"/>
                <a:gd name="T17" fmla="*/ 3 h 807"/>
                <a:gd name="T18" fmla="*/ 1 w 175"/>
                <a:gd name="T19" fmla="*/ 3 h 807"/>
                <a:gd name="T20" fmla="*/ 1 w 175"/>
                <a:gd name="T21" fmla="*/ 3 h 807"/>
                <a:gd name="T22" fmla="*/ 1 w 175"/>
                <a:gd name="T23" fmla="*/ 2 h 807"/>
                <a:gd name="T24" fmla="*/ 1 w 175"/>
                <a:gd name="T25" fmla="*/ 2 h 807"/>
                <a:gd name="T26" fmla="*/ 1 w 175"/>
                <a:gd name="T27" fmla="*/ 2 h 807"/>
                <a:gd name="T28" fmla="*/ 1 w 175"/>
                <a:gd name="T29" fmla="*/ 1 h 807"/>
                <a:gd name="T30" fmla="*/ 1 w 175"/>
                <a:gd name="T31" fmla="*/ 1 h 807"/>
                <a:gd name="T32" fmla="*/ 1 w 175"/>
                <a:gd name="T33" fmla="*/ 1 h 807"/>
                <a:gd name="T34" fmla="*/ 1 w 175"/>
                <a:gd name="T35" fmla="*/ 0 h 807"/>
                <a:gd name="T36" fmla="*/ 1 w 175"/>
                <a:gd name="T37" fmla="*/ 0 h 807"/>
                <a:gd name="T38" fmla="*/ 1 w 175"/>
                <a:gd name="T39" fmla="*/ 0 h 807"/>
                <a:gd name="T40" fmla="*/ 0 w 175"/>
                <a:gd name="T41" fmla="*/ 1 h 807"/>
                <a:gd name="T42" fmla="*/ 0 w 175"/>
                <a:gd name="T43" fmla="*/ 1 h 807"/>
                <a:gd name="T44" fmla="*/ 0 w 175"/>
                <a:gd name="T45" fmla="*/ 1 h 807"/>
                <a:gd name="T46" fmla="*/ 0 w 175"/>
                <a:gd name="T47" fmla="*/ 2 h 807"/>
                <a:gd name="T48" fmla="*/ 0 w 175"/>
                <a:gd name="T49" fmla="*/ 2 h 807"/>
                <a:gd name="T50" fmla="*/ 0 w 175"/>
                <a:gd name="T51" fmla="*/ 3 h 807"/>
                <a:gd name="T52" fmla="*/ 0 w 175"/>
                <a:gd name="T53" fmla="*/ 3 h 807"/>
                <a:gd name="T54" fmla="*/ 0 w 175"/>
                <a:gd name="T55" fmla="*/ 3 h 807"/>
                <a:gd name="T56" fmla="*/ 0 w 175"/>
                <a:gd name="T57" fmla="*/ 4 h 807"/>
                <a:gd name="T58" fmla="*/ 0 w 175"/>
                <a:gd name="T59" fmla="*/ 4 h 807"/>
                <a:gd name="T60" fmla="*/ 0 w 175"/>
                <a:gd name="T61" fmla="*/ 5 h 807"/>
                <a:gd name="T62" fmla="*/ 0 w 175"/>
                <a:gd name="T63" fmla="*/ 5 h 807"/>
                <a:gd name="T64" fmla="*/ 0 w 175"/>
                <a:gd name="T65" fmla="*/ 5 h 807"/>
                <a:gd name="T66" fmla="*/ 1 w 175"/>
                <a:gd name="T67" fmla="*/ 6 h 807"/>
                <a:gd name="T68" fmla="*/ 1 w 175"/>
                <a:gd name="T69" fmla="*/ 6 h 807"/>
                <a:gd name="T70" fmla="*/ 1 w 175"/>
                <a:gd name="T71" fmla="*/ 6 h 807"/>
                <a:gd name="T72" fmla="*/ 1 w 175"/>
                <a:gd name="T73" fmla="*/ 6 h 807"/>
                <a:gd name="T74" fmla="*/ 1 w 175"/>
                <a:gd name="T75" fmla="*/ 6 h 807"/>
                <a:gd name="T76" fmla="*/ 1 w 175"/>
                <a:gd name="T77" fmla="*/ 6 h 807"/>
                <a:gd name="T78" fmla="*/ 1 w 175"/>
                <a:gd name="T79" fmla="*/ 6 h 807"/>
                <a:gd name="T80" fmla="*/ 1 w 175"/>
                <a:gd name="T81" fmla="*/ 6 h 807"/>
                <a:gd name="T82" fmla="*/ 1 w 175"/>
                <a:gd name="T83" fmla="*/ 6 h 807"/>
                <a:gd name="T84" fmla="*/ 1 w 175"/>
                <a:gd name="T85" fmla="*/ 6 h 807"/>
                <a:gd name="T86" fmla="*/ 1 w 175"/>
                <a:gd name="T87" fmla="*/ 6 h 807"/>
                <a:gd name="T88" fmla="*/ 1 w 175"/>
                <a:gd name="T89" fmla="*/ 6 h 807"/>
                <a:gd name="T90" fmla="*/ 1 w 175"/>
                <a:gd name="T91" fmla="*/ 6 h 80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175"/>
                <a:gd name="T139" fmla="*/ 0 h 807"/>
                <a:gd name="T140" fmla="*/ 175 w 175"/>
                <a:gd name="T141" fmla="*/ 807 h 80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175" h="807">
                  <a:moveTo>
                    <a:pt x="169" y="740"/>
                  </a:moveTo>
                  <a:lnTo>
                    <a:pt x="169" y="739"/>
                  </a:lnTo>
                  <a:lnTo>
                    <a:pt x="149" y="698"/>
                  </a:lnTo>
                  <a:lnTo>
                    <a:pt x="133" y="656"/>
                  </a:lnTo>
                  <a:lnTo>
                    <a:pt x="120" y="611"/>
                  </a:lnTo>
                  <a:lnTo>
                    <a:pt x="108" y="565"/>
                  </a:lnTo>
                  <a:lnTo>
                    <a:pt x="100" y="520"/>
                  </a:lnTo>
                  <a:lnTo>
                    <a:pt x="96" y="472"/>
                  </a:lnTo>
                  <a:lnTo>
                    <a:pt x="93" y="425"/>
                  </a:lnTo>
                  <a:lnTo>
                    <a:pt x="93" y="377"/>
                  </a:lnTo>
                  <a:lnTo>
                    <a:pt x="96" y="330"/>
                  </a:lnTo>
                  <a:lnTo>
                    <a:pt x="100" y="283"/>
                  </a:lnTo>
                  <a:lnTo>
                    <a:pt x="106" y="238"/>
                  </a:lnTo>
                  <a:lnTo>
                    <a:pt x="115" y="195"/>
                  </a:lnTo>
                  <a:lnTo>
                    <a:pt x="126" y="153"/>
                  </a:lnTo>
                  <a:lnTo>
                    <a:pt x="139" y="114"/>
                  </a:lnTo>
                  <a:lnTo>
                    <a:pt x="153" y="77"/>
                  </a:lnTo>
                  <a:lnTo>
                    <a:pt x="169" y="43"/>
                  </a:lnTo>
                  <a:lnTo>
                    <a:pt x="87" y="0"/>
                  </a:lnTo>
                  <a:lnTo>
                    <a:pt x="69" y="39"/>
                  </a:lnTo>
                  <a:lnTo>
                    <a:pt x="52" y="81"/>
                  </a:lnTo>
                  <a:lnTo>
                    <a:pt x="37" y="127"/>
                  </a:lnTo>
                  <a:lnTo>
                    <a:pt x="24" y="174"/>
                  </a:lnTo>
                  <a:lnTo>
                    <a:pt x="15" y="222"/>
                  </a:lnTo>
                  <a:lnTo>
                    <a:pt x="7" y="271"/>
                  </a:lnTo>
                  <a:lnTo>
                    <a:pt x="2" y="323"/>
                  </a:lnTo>
                  <a:lnTo>
                    <a:pt x="0" y="374"/>
                  </a:lnTo>
                  <a:lnTo>
                    <a:pt x="0" y="427"/>
                  </a:lnTo>
                  <a:lnTo>
                    <a:pt x="2" y="479"/>
                  </a:lnTo>
                  <a:lnTo>
                    <a:pt x="9" y="531"/>
                  </a:lnTo>
                  <a:lnTo>
                    <a:pt x="17" y="584"/>
                  </a:lnTo>
                  <a:lnTo>
                    <a:pt x="29" y="635"/>
                  </a:lnTo>
                  <a:lnTo>
                    <a:pt x="44" y="686"/>
                  </a:lnTo>
                  <a:lnTo>
                    <a:pt x="65" y="736"/>
                  </a:lnTo>
                  <a:lnTo>
                    <a:pt x="87" y="784"/>
                  </a:lnTo>
                  <a:lnTo>
                    <a:pt x="87" y="782"/>
                  </a:lnTo>
                  <a:lnTo>
                    <a:pt x="87" y="784"/>
                  </a:lnTo>
                  <a:lnTo>
                    <a:pt x="100" y="799"/>
                  </a:lnTo>
                  <a:lnTo>
                    <a:pt x="117" y="807"/>
                  </a:lnTo>
                  <a:lnTo>
                    <a:pt x="134" y="807"/>
                  </a:lnTo>
                  <a:lnTo>
                    <a:pt x="151" y="801"/>
                  </a:lnTo>
                  <a:lnTo>
                    <a:pt x="164" y="791"/>
                  </a:lnTo>
                  <a:lnTo>
                    <a:pt x="173" y="777"/>
                  </a:lnTo>
                  <a:lnTo>
                    <a:pt x="175" y="759"/>
                  </a:lnTo>
                  <a:lnTo>
                    <a:pt x="169" y="739"/>
                  </a:lnTo>
                  <a:lnTo>
                    <a:pt x="169" y="74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1566" name="Freeform 28"/>
            <p:cNvSpPr>
              <a:spLocks/>
            </p:cNvSpPr>
            <p:nvPr/>
          </p:nvSpPr>
          <p:spPr bwMode="auto">
            <a:xfrm>
              <a:off x="1299" y="1681"/>
              <a:ext cx="157" cy="281"/>
            </a:xfrm>
            <a:custGeom>
              <a:avLst/>
              <a:gdLst>
                <a:gd name="T0" fmla="*/ 6 w 787"/>
                <a:gd name="T1" fmla="*/ 11 h 1404"/>
                <a:gd name="T2" fmla="*/ 6 w 787"/>
                <a:gd name="T3" fmla="*/ 11 h 1404"/>
                <a:gd name="T4" fmla="*/ 1 w 787"/>
                <a:gd name="T5" fmla="*/ 0 h 1404"/>
                <a:gd name="T6" fmla="*/ 0 w 787"/>
                <a:gd name="T7" fmla="*/ 0 h 1404"/>
                <a:gd name="T8" fmla="*/ 6 w 787"/>
                <a:gd name="T9" fmla="*/ 11 h 1404"/>
                <a:gd name="T10" fmla="*/ 6 w 787"/>
                <a:gd name="T11" fmla="*/ 11 h 1404"/>
                <a:gd name="T12" fmla="*/ 6 w 787"/>
                <a:gd name="T13" fmla="*/ 11 h 1404"/>
                <a:gd name="T14" fmla="*/ 6 w 787"/>
                <a:gd name="T15" fmla="*/ 11 h 1404"/>
                <a:gd name="T16" fmla="*/ 6 w 787"/>
                <a:gd name="T17" fmla="*/ 11 h 1404"/>
                <a:gd name="T18" fmla="*/ 6 w 787"/>
                <a:gd name="T19" fmla="*/ 11 h 1404"/>
                <a:gd name="T20" fmla="*/ 6 w 787"/>
                <a:gd name="T21" fmla="*/ 11 h 1404"/>
                <a:gd name="T22" fmla="*/ 6 w 787"/>
                <a:gd name="T23" fmla="*/ 11 h 1404"/>
                <a:gd name="T24" fmla="*/ 6 w 787"/>
                <a:gd name="T25" fmla="*/ 11 h 1404"/>
                <a:gd name="T26" fmla="*/ 6 w 787"/>
                <a:gd name="T27" fmla="*/ 11 h 1404"/>
                <a:gd name="T28" fmla="*/ 6 w 787"/>
                <a:gd name="T29" fmla="*/ 11 h 1404"/>
                <a:gd name="T30" fmla="*/ 6 w 787"/>
                <a:gd name="T31" fmla="*/ 11 h 1404"/>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787"/>
                <a:gd name="T49" fmla="*/ 0 h 1404"/>
                <a:gd name="T50" fmla="*/ 787 w 787"/>
                <a:gd name="T51" fmla="*/ 1404 h 1404"/>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787" h="1404">
                  <a:moveTo>
                    <a:pt x="781" y="1334"/>
                  </a:moveTo>
                  <a:lnTo>
                    <a:pt x="781" y="1337"/>
                  </a:lnTo>
                  <a:lnTo>
                    <a:pt x="82" y="0"/>
                  </a:lnTo>
                  <a:lnTo>
                    <a:pt x="0" y="42"/>
                  </a:lnTo>
                  <a:lnTo>
                    <a:pt x="699" y="1379"/>
                  </a:lnTo>
                  <a:lnTo>
                    <a:pt x="699" y="1381"/>
                  </a:lnTo>
                  <a:lnTo>
                    <a:pt x="699" y="1379"/>
                  </a:lnTo>
                  <a:lnTo>
                    <a:pt x="712" y="1395"/>
                  </a:lnTo>
                  <a:lnTo>
                    <a:pt x="727" y="1402"/>
                  </a:lnTo>
                  <a:lnTo>
                    <a:pt x="744" y="1404"/>
                  </a:lnTo>
                  <a:lnTo>
                    <a:pt x="761" y="1398"/>
                  </a:lnTo>
                  <a:lnTo>
                    <a:pt x="775" y="1388"/>
                  </a:lnTo>
                  <a:lnTo>
                    <a:pt x="784" y="1373"/>
                  </a:lnTo>
                  <a:lnTo>
                    <a:pt x="787" y="1357"/>
                  </a:lnTo>
                  <a:lnTo>
                    <a:pt x="781" y="1337"/>
                  </a:lnTo>
                  <a:lnTo>
                    <a:pt x="781" y="13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1567" name="Freeform 29"/>
            <p:cNvSpPr>
              <a:spLocks/>
            </p:cNvSpPr>
            <p:nvPr/>
          </p:nvSpPr>
          <p:spPr bwMode="auto">
            <a:xfrm>
              <a:off x="1439" y="1948"/>
              <a:ext cx="125" cy="76"/>
            </a:xfrm>
            <a:custGeom>
              <a:avLst/>
              <a:gdLst>
                <a:gd name="T0" fmla="*/ 5 w 628"/>
                <a:gd name="T1" fmla="*/ 2 h 383"/>
                <a:gd name="T2" fmla="*/ 5 w 628"/>
                <a:gd name="T3" fmla="*/ 2 h 383"/>
                <a:gd name="T4" fmla="*/ 4 w 628"/>
                <a:gd name="T5" fmla="*/ 2 h 383"/>
                <a:gd name="T6" fmla="*/ 4 w 628"/>
                <a:gd name="T7" fmla="*/ 2 h 383"/>
                <a:gd name="T8" fmla="*/ 4 w 628"/>
                <a:gd name="T9" fmla="*/ 2 h 383"/>
                <a:gd name="T10" fmla="*/ 3 w 628"/>
                <a:gd name="T11" fmla="*/ 2 h 383"/>
                <a:gd name="T12" fmla="*/ 3 w 628"/>
                <a:gd name="T13" fmla="*/ 2 h 383"/>
                <a:gd name="T14" fmla="*/ 3 w 628"/>
                <a:gd name="T15" fmla="*/ 2 h 383"/>
                <a:gd name="T16" fmla="*/ 3 w 628"/>
                <a:gd name="T17" fmla="*/ 2 h 383"/>
                <a:gd name="T18" fmla="*/ 2 w 628"/>
                <a:gd name="T19" fmla="*/ 2 h 383"/>
                <a:gd name="T20" fmla="*/ 2 w 628"/>
                <a:gd name="T21" fmla="*/ 2 h 383"/>
                <a:gd name="T22" fmla="*/ 2 w 628"/>
                <a:gd name="T23" fmla="*/ 1 h 383"/>
                <a:gd name="T24" fmla="*/ 2 w 628"/>
                <a:gd name="T25" fmla="*/ 1 h 383"/>
                <a:gd name="T26" fmla="*/ 1 w 628"/>
                <a:gd name="T27" fmla="*/ 1 h 383"/>
                <a:gd name="T28" fmla="*/ 1 w 628"/>
                <a:gd name="T29" fmla="*/ 1 h 383"/>
                <a:gd name="T30" fmla="*/ 1 w 628"/>
                <a:gd name="T31" fmla="*/ 1 h 383"/>
                <a:gd name="T32" fmla="*/ 1 w 628"/>
                <a:gd name="T33" fmla="*/ 0 h 383"/>
                <a:gd name="T34" fmla="*/ 1 w 628"/>
                <a:gd name="T35" fmla="*/ 0 h 383"/>
                <a:gd name="T36" fmla="*/ 0 w 628"/>
                <a:gd name="T37" fmla="*/ 0 h 383"/>
                <a:gd name="T38" fmla="*/ 0 w 628"/>
                <a:gd name="T39" fmla="*/ 1 h 383"/>
                <a:gd name="T40" fmla="*/ 0 w 628"/>
                <a:gd name="T41" fmla="*/ 1 h 383"/>
                <a:gd name="T42" fmla="*/ 1 w 628"/>
                <a:gd name="T43" fmla="*/ 1 h 383"/>
                <a:gd name="T44" fmla="*/ 1 w 628"/>
                <a:gd name="T45" fmla="*/ 1 h 383"/>
                <a:gd name="T46" fmla="*/ 1 w 628"/>
                <a:gd name="T47" fmla="*/ 2 h 383"/>
                <a:gd name="T48" fmla="*/ 1 w 628"/>
                <a:gd name="T49" fmla="*/ 2 h 383"/>
                <a:gd name="T50" fmla="*/ 2 w 628"/>
                <a:gd name="T51" fmla="*/ 2 h 383"/>
                <a:gd name="T52" fmla="*/ 2 w 628"/>
                <a:gd name="T53" fmla="*/ 2 h 383"/>
                <a:gd name="T54" fmla="*/ 2 w 628"/>
                <a:gd name="T55" fmla="*/ 2 h 383"/>
                <a:gd name="T56" fmla="*/ 3 w 628"/>
                <a:gd name="T57" fmla="*/ 3 h 383"/>
                <a:gd name="T58" fmla="*/ 3 w 628"/>
                <a:gd name="T59" fmla="*/ 3 h 383"/>
                <a:gd name="T60" fmla="*/ 3 w 628"/>
                <a:gd name="T61" fmla="*/ 3 h 383"/>
                <a:gd name="T62" fmla="*/ 4 w 628"/>
                <a:gd name="T63" fmla="*/ 3 h 383"/>
                <a:gd name="T64" fmla="*/ 4 w 628"/>
                <a:gd name="T65" fmla="*/ 3 h 383"/>
                <a:gd name="T66" fmla="*/ 4 w 628"/>
                <a:gd name="T67" fmla="*/ 3 h 383"/>
                <a:gd name="T68" fmla="*/ 5 w 628"/>
                <a:gd name="T69" fmla="*/ 3 h 383"/>
                <a:gd name="T70" fmla="*/ 5 w 628"/>
                <a:gd name="T71" fmla="*/ 3 h 383"/>
                <a:gd name="T72" fmla="*/ 5 w 628"/>
                <a:gd name="T73" fmla="*/ 3 h 383"/>
                <a:gd name="T74" fmla="*/ 5 w 628"/>
                <a:gd name="T75" fmla="*/ 3 h 383"/>
                <a:gd name="T76" fmla="*/ 5 w 628"/>
                <a:gd name="T77" fmla="*/ 3 h 383"/>
                <a:gd name="T78" fmla="*/ 5 w 628"/>
                <a:gd name="T79" fmla="*/ 3 h 383"/>
                <a:gd name="T80" fmla="*/ 5 w 628"/>
                <a:gd name="T81" fmla="*/ 3 h 383"/>
                <a:gd name="T82" fmla="*/ 5 w 628"/>
                <a:gd name="T83" fmla="*/ 3 h 383"/>
                <a:gd name="T84" fmla="*/ 5 w 628"/>
                <a:gd name="T85" fmla="*/ 2 h 383"/>
                <a:gd name="T86" fmla="*/ 5 w 628"/>
                <a:gd name="T87" fmla="*/ 2 h 383"/>
                <a:gd name="T88" fmla="*/ 5 w 628"/>
                <a:gd name="T89" fmla="*/ 2 h 383"/>
                <a:gd name="T90" fmla="*/ 5 w 628"/>
                <a:gd name="T91" fmla="*/ 2 h 38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628"/>
                <a:gd name="T139" fmla="*/ 0 h 383"/>
                <a:gd name="T140" fmla="*/ 628 w 628"/>
                <a:gd name="T141" fmla="*/ 383 h 38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628" h="383">
                  <a:moveTo>
                    <a:pt x="581" y="289"/>
                  </a:moveTo>
                  <a:lnTo>
                    <a:pt x="582" y="289"/>
                  </a:lnTo>
                  <a:lnTo>
                    <a:pt x="541" y="287"/>
                  </a:lnTo>
                  <a:lnTo>
                    <a:pt x="500" y="283"/>
                  </a:lnTo>
                  <a:lnTo>
                    <a:pt x="462" y="276"/>
                  </a:lnTo>
                  <a:lnTo>
                    <a:pt x="424" y="268"/>
                  </a:lnTo>
                  <a:lnTo>
                    <a:pt x="389" y="255"/>
                  </a:lnTo>
                  <a:lnTo>
                    <a:pt x="352" y="242"/>
                  </a:lnTo>
                  <a:lnTo>
                    <a:pt x="320" y="227"/>
                  </a:lnTo>
                  <a:lnTo>
                    <a:pt x="287" y="209"/>
                  </a:lnTo>
                  <a:lnTo>
                    <a:pt x="255" y="189"/>
                  </a:lnTo>
                  <a:lnTo>
                    <a:pt x="226" y="168"/>
                  </a:lnTo>
                  <a:lnTo>
                    <a:pt x="198" y="145"/>
                  </a:lnTo>
                  <a:lnTo>
                    <a:pt x="172" y="119"/>
                  </a:lnTo>
                  <a:lnTo>
                    <a:pt x="146" y="92"/>
                  </a:lnTo>
                  <a:lnTo>
                    <a:pt x="122" y="64"/>
                  </a:lnTo>
                  <a:lnTo>
                    <a:pt x="100" y="33"/>
                  </a:lnTo>
                  <a:lnTo>
                    <a:pt x="82" y="0"/>
                  </a:lnTo>
                  <a:lnTo>
                    <a:pt x="0" y="47"/>
                  </a:lnTo>
                  <a:lnTo>
                    <a:pt x="23" y="85"/>
                  </a:lnTo>
                  <a:lnTo>
                    <a:pt x="49" y="120"/>
                  </a:lnTo>
                  <a:lnTo>
                    <a:pt x="76" y="153"/>
                  </a:lnTo>
                  <a:lnTo>
                    <a:pt x="104" y="185"/>
                  </a:lnTo>
                  <a:lnTo>
                    <a:pt x="137" y="215"/>
                  </a:lnTo>
                  <a:lnTo>
                    <a:pt x="170" y="241"/>
                  </a:lnTo>
                  <a:lnTo>
                    <a:pt x="204" y="267"/>
                  </a:lnTo>
                  <a:lnTo>
                    <a:pt x="240" y="289"/>
                  </a:lnTo>
                  <a:lnTo>
                    <a:pt x="277" y="309"/>
                  </a:lnTo>
                  <a:lnTo>
                    <a:pt x="317" y="329"/>
                  </a:lnTo>
                  <a:lnTo>
                    <a:pt x="358" y="344"/>
                  </a:lnTo>
                  <a:lnTo>
                    <a:pt x="400" y="357"/>
                  </a:lnTo>
                  <a:lnTo>
                    <a:pt x="444" y="367"/>
                  </a:lnTo>
                  <a:lnTo>
                    <a:pt x="488" y="374"/>
                  </a:lnTo>
                  <a:lnTo>
                    <a:pt x="534" y="380"/>
                  </a:lnTo>
                  <a:lnTo>
                    <a:pt x="580" y="383"/>
                  </a:lnTo>
                  <a:lnTo>
                    <a:pt x="581" y="383"/>
                  </a:lnTo>
                  <a:lnTo>
                    <a:pt x="580" y="383"/>
                  </a:lnTo>
                  <a:lnTo>
                    <a:pt x="600" y="379"/>
                  </a:lnTo>
                  <a:lnTo>
                    <a:pt x="615" y="369"/>
                  </a:lnTo>
                  <a:lnTo>
                    <a:pt x="624" y="353"/>
                  </a:lnTo>
                  <a:lnTo>
                    <a:pt x="628" y="337"/>
                  </a:lnTo>
                  <a:lnTo>
                    <a:pt x="625" y="319"/>
                  </a:lnTo>
                  <a:lnTo>
                    <a:pt x="617" y="304"/>
                  </a:lnTo>
                  <a:lnTo>
                    <a:pt x="602" y="294"/>
                  </a:lnTo>
                  <a:lnTo>
                    <a:pt x="582" y="289"/>
                  </a:lnTo>
                  <a:lnTo>
                    <a:pt x="581" y="28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1568" name="Freeform 30"/>
            <p:cNvSpPr>
              <a:spLocks/>
            </p:cNvSpPr>
            <p:nvPr/>
          </p:nvSpPr>
          <p:spPr bwMode="auto">
            <a:xfrm>
              <a:off x="1587" y="1880"/>
              <a:ext cx="85" cy="49"/>
            </a:xfrm>
            <a:custGeom>
              <a:avLst/>
              <a:gdLst>
                <a:gd name="T0" fmla="*/ 3 w 426"/>
                <a:gd name="T1" fmla="*/ 0 h 245"/>
                <a:gd name="T2" fmla="*/ 3 w 426"/>
                <a:gd name="T3" fmla="*/ 0 h 245"/>
                <a:gd name="T4" fmla="*/ 3 w 426"/>
                <a:gd name="T5" fmla="*/ 0 h 245"/>
                <a:gd name="T6" fmla="*/ 3 w 426"/>
                <a:gd name="T7" fmla="*/ 0 h 245"/>
                <a:gd name="T8" fmla="*/ 2 w 426"/>
                <a:gd name="T9" fmla="*/ 0 h 245"/>
                <a:gd name="T10" fmla="*/ 2 w 426"/>
                <a:gd name="T11" fmla="*/ 0 h 245"/>
                <a:gd name="T12" fmla="*/ 2 w 426"/>
                <a:gd name="T13" fmla="*/ 0 h 245"/>
                <a:gd name="T14" fmla="*/ 2 w 426"/>
                <a:gd name="T15" fmla="*/ 0 h 245"/>
                <a:gd name="T16" fmla="*/ 1 w 426"/>
                <a:gd name="T17" fmla="*/ 0 h 245"/>
                <a:gd name="T18" fmla="*/ 1 w 426"/>
                <a:gd name="T19" fmla="*/ 1 h 245"/>
                <a:gd name="T20" fmla="*/ 1 w 426"/>
                <a:gd name="T21" fmla="*/ 1 h 245"/>
                <a:gd name="T22" fmla="*/ 1 w 426"/>
                <a:gd name="T23" fmla="*/ 1 h 245"/>
                <a:gd name="T24" fmla="*/ 0 w 426"/>
                <a:gd name="T25" fmla="*/ 1 h 245"/>
                <a:gd name="T26" fmla="*/ 0 w 426"/>
                <a:gd name="T27" fmla="*/ 1 h 245"/>
                <a:gd name="T28" fmla="*/ 0 w 426"/>
                <a:gd name="T29" fmla="*/ 1 h 245"/>
                <a:gd name="T30" fmla="*/ 0 w 426"/>
                <a:gd name="T31" fmla="*/ 2 h 245"/>
                <a:gd name="T32" fmla="*/ 0 w 426"/>
                <a:gd name="T33" fmla="*/ 2 h 245"/>
                <a:gd name="T34" fmla="*/ 0 w 426"/>
                <a:gd name="T35" fmla="*/ 2 h 245"/>
                <a:gd name="T36" fmla="*/ 0 w 426"/>
                <a:gd name="T37" fmla="*/ 2 h 245"/>
                <a:gd name="T38" fmla="*/ 0 w 426"/>
                <a:gd name="T39" fmla="*/ 2 h 245"/>
                <a:gd name="T40" fmla="*/ 0 w 426"/>
                <a:gd name="T41" fmla="*/ 2 h 245"/>
                <a:gd name="T42" fmla="*/ 0 w 426"/>
                <a:gd name="T43" fmla="*/ 1 h 245"/>
                <a:gd name="T44" fmla="*/ 0 w 426"/>
                <a:gd name="T45" fmla="*/ 1 h 245"/>
                <a:gd name="T46" fmla="*/ 0 w 426"/>
                <a:gd name="T47" fmla="*/ 1 h 245"/>
                <a:gd name="T48" fmla="*/ 1 w 426"/>
                <a:gd name="T49" fmla="*/ 1 h 245"/>
                <a:gd name="T50" fmla="*/ 1 w 426"/>
                <a:gd name="T51" fmla="*/ 1 h 245"/>
                <a:gd name="T52" fmla="*/ 1 w 426"/>
                <a:gd name="T53" fmla="*/ 1 h 245"/>
                <a:gd name="T54" fmla="*/ 1 w 426"/>
                <a:gd name="T55" fmla="*/ 1 h 245"/>
                <a:gd name="T56" fmla="*/ 2 w 426"/>
                <a:gd name="T57" fmla="*/ 0 h 245"/>
                <a:gd name="T58" fmla="*/ 2 w 426"/>
                <a:gd name="T59" fmla="*/ 0 h 245"/>
                <a:gd name="T60" fmla="*/ 2 w 426"/>
                <a:gd name="T61" fmla="*/ 0 h 245"/>
                <a:gd name="T62" fmla="*/ 2 w 426"/>
                <a:gd name="T63" fmla="*/ 0 h 245"/>
                <a:gd name="T64" fmla="*/ 3 w 426"/>
                <a:gd name="T65" fmla="*/ 0 h 245"/>
                <a:gd name="T66" fmla="*/ 3 w 426"/>
                <a:gd name="T67" fmla="*/ 0 h 245"/>
                <a:gd name="T68" fmla="*/ 3 w 426"/>
                <a:gd name="T69" fmla="*/ 0 h 245"/>
                <a:gd name="T70" fmla="*/ 3 w 426"/>
                <a:gd name="T71" fmla="*/ 0 h 245"/>
                <a:gd name="T72" fmla="*/ 3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426" y="0"/>
                  </a:moveTo>
                  <a:lnTo>
                    <a:pt x="426" y="0"/>
                  </a:lnTo>
                  <a:lnTo>
                    <a:pt x="384" y="1"/>
                  </a:lnTo>
                  <a:lnTo>
                    <a:pt x="340" y="4"/>
                  </a:lnTo>
                  <a:lnTo>
                    <a:pt x="300" y="10"/>
                  </a:lnTo>
                  <a:lnTo>
                    <a:pt x="262" y="18"/>
                  </a:lnTo>
                  <a:lnTo>
                    <a:pt x="224" y="29"/>
                  </a:lnTo>
                  <a:lnTo>
                    <a:pt x="189" y="41"/>
                  </a:lnTo>
                  <a:lnTo>
                    <a:pt x="157" y="55"/>
                  </a:lnTo>
                  <a:lnTo>
                    <a:pt x="126" y="70"/>
                  </a:lnTo>
                  <a:lnTo>
                    <a:pt x="99" y="89"/>
                  </a:lnTo>
                  <a:lnTo>
                    <a:pt x="74" y="106"/>
                  </a:lnTo>
                  <a:lnTo>
                    <a:pt x="52" y="126"/>
                  </a:lnTo>
                  <a:lnTo>
                    <a:pt x="34" y="148"/>
                  </a:lnTo>
                  <a:lnTo>
                    <a:pt x="19" y="171"/>
                  </a:lnTo>
                  <a:lnTo>
                    <a:pt x="9" y="194"/>
                  </a:lnTo>
                  <a:lnTo>
                    <a:pt x="3" y="219"/>
                  </a:lnTo>
                  <a:lnTo>
                    <a:pt x="0" y="245"/>
                  </a:lnTo>
                  <a:lnTo>
                    <a:pt x="12" y="245"/>
                  </a:lnTo>
                  <a:lnTo>
                    <a:pt x="15" y="221"/>
                  </a:lnTo>
                  <a:lnTo>
                    <a:pt x="20" y="199"/>
                  </a:lnTo>
                  <a:lnTo>
                    <a:pt x="31" y="178"/>
                  </a:lnTo>
                  <a:lnTo>
                    <a:pt x="44" y="156"/>
                  </a:lnTo>
                  <a:lnTo>
                    <a:pt x="61" y="136"/>
                  </a:lnTo>
                  <a:lnTo>
                    <a:pt x="81" y="116"/>
                  </a:lnTo>
                  <a:lnTo>
                    <a:pt x="106" y="98"/>
                  </a:lnTo>
                  <a:lnTo>
                    <a:pt x="133" y="82"/>
                  </a:lnTo>
                  <a:lnTo>
                    <a:pt x="162" y="66"/>
                  </a:lnTo>
                  <a:lnTo>
                    <a:pt x="194" y="52"/>
                  </a:lnTo>
                  <a:lnTo>
                    <a:pt x="229" y="41"/>
                  </a:lnTo>
                  <a:lnTo>
                    <a:pt x="264" y="30"/>
                  </a:lnTo>
                  <a:lnTo>
                    <a:pt x="303" y="22"/>
                  </a:lnTo>
                  <a:lnTo>
                    <a:pt x="343" y="16"/>
                  </a:lnTo>
                  <a:lnTo>
                    <a:pt x="384" y="12"/>
                  </a:lnTo>
                  <a:lnTo>
                    <a:pt x="426" y="11"/>
                  </a:lnTo>
                  <a:lnTo>
                    <a:pt x="42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1569" name="Freeform 31"/>
            <p:cNvSpPr>
              <a:spLocks/>
            </p:cNvSpPr>
            <p:nvPr/>
          </p:nvSpPr>
          <p:spPr bwMode="auto">
            <a:xfrm>
              <a:off x="1587" y="1929"/>
              <a:ext cx="85" cy="49"/>
            </a:xfrm>
            <a:custGeom>
              <a:avLst/>
              <a:gdLst>
                <a:gd name="T0" fmla="*/ 0 w 426"/>
                <a:gd name="T1" fmla="*/ 0 h 245"/>
                <a:gd name="T2" fmla="*/ 0 w 426"/>
                <a:gd name="T3" fmla="*/ 0 h 245"/>
                <a:gd name="T4" fmla="*/ 0 w 426"/>
                <a:gd name="T5" fmla="*/ 0 h 245"/>
                <a:gd name="T6" fmla="*/ 0 w 426"/>
                <a:gd name="T7" fmla="*/ 0 h 245"/>
                <a:gd name="T8" fmla="*/ 0 w 426"/>
                <a:gd name="T9" fmla="*/ 1 h 245"/>
                <a:gd name="T10" fmla="*/ 0 w 426"/>
                <a:gd name="T11" fmla="*/ 1 h 245"/>
                <a:gd name="T12" fmla="*/ 0 w 426"/>
                <a:gd name="T13" fmla="*/ 1 h 245"/>
                <a:gd name="T14" fmla="*/ 1 w 426"/>
                <a:gd name="T15" fmla="*/ 1 h 245"/>
                <a:gd name="T16" fmla="*/ 1 w 426"/>
                <a:gd name="T17" fmla="*/ 1 h 245"/>
                <a:gd name="T18" fmla="*/ 1 w 426"/>
                <a:gd name="T19" fmla="*/ 1 h 245"/>
                <a:gd name="T20" fmla="*/ 1 w 426"/>
                <a:gd name="T21" fmla="*/ 2 h 245"/>
                <a:gd name="T22" fmla="*/ 2 w 426"/>
                <a:gd name="T23" fmla="*/ 2 h 245"/>
                <a:gd name="T24" fmla="*/ 2 w 426"/>
                <a:gd name="T25" fmla="*/ 2 h 245"/>
                <a:gd name="T26" fmla="*/ 2 w 426"/>
                <a:gd name="T27" fmla="*/ 2 h 245"/>
                <a:gd name="T28" fmla="*/ 2 w 426"/>
                <a:gd name="T29" fmla="*/ 2 h 245"/>
                <a:gd name="T30" fmla="*/ 3 w 426"/>
                <a:gd name="T31" fmla="*/ 2 h 245"/>
                <a:gd name="T32" fmla="*/ 3 w 426"/>
                <a:gd name="T33" fmla="*/ 2 h 245"/>
                <a:gd name="T34" fmla="*/ 3 w 426"/>
                <a:gd name="T35" fmla="*/ 2 h 245"/>
                <a:gd name="T36" fmla="*/ 3 w 426"/>
                <a:gd name="T37" fmla="*/ 2 h 245"/>
                <a:gd name="T38" fmla="*/ 3 w 426"/>
                <a:gd name="T39" fmla="*/ 2 h 245"/>
                <a:gd name="T40" fmla="*/ 3 w 426"/>
                <a:gd name="T41" fmla="*/ 2 h 245"/>
                <a:gd name="T42" fmla="*/ 2 w 426"/>
                <a:gd name="T43" fmla="*/ 2 h 245"/>
                <a:gd name="T44" fmla="*/ 2 w 426"/>
                <a:gd name="T45" fmla="*/ 2 h 245"/>
                <a:gd name="T46" fmla="*/ 2 w 426"/>
                <a:gd name="T47" fmla="*/ 2 h 245"/>
                <a:gd name="T48" fmla="*/ 2 w 426"/>
                <a:gd name="T49" fmla="*/ 2 h 245"/>
                <a:gd name="T50" fmla="*/ 1 w 426"/>
                <a:gd name="T51" fmla="*/ 1 h 245"/>
                <a:gd name="T52" fmla="*/ 1 w 426"/>
                <a:gd name="T53" fmla="*/ 1 h 245"/>
                <a:gd name="T54" fmla="*/ 1 w 426"/>
                <a:gd name="T55" fmla="*/ 1 h 245"/>
                <a:gd name="T56" fmla="*/ 1 w 426"/>
                <a:gd name="T57" fmla="*/ 1 h 245"/>
                <a:gd name="T58" fmla="*/ 0 w 426"/>
                <a:gd name="T59" fmla="*/ 1 h 245"/>
                <a:gd name="T60" fmla="*/ 0 w 426"/>
                <a:gd name="T61" fmla="*/ 1 h 245"/>
                <a:gd name="T62" fmla="*/ 0 w 426"/>
                <a:gd name="T63" fmla="*/ 1 h 245"/>
                <a:gd name="T64" fmla="*/ 0 w 426"/>
                <a:gd name="T65" fmla="*/ 0 h 245"/>
                <a:gd name="T66" fmla="*/ 0 w 426"/>
                <a:gd name="T67" fmla="*/ 0 h 245"/>
                <a:gd name="T68" fmla="*/ 0 w 426"/>
                <a:gd name="T69" fmla="*/ 0 h 245"/>
                <a:gd name="T70" fmla="*/ 0 w 426"/>
                <a:gd name="T71" fmla="*/ 0 h 245"/>
                <a:gd name="T72" fmla="*/ 0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0" y="0"/>
                  </a:moveTo>
                  <a:lnTo>
                    <a:pt x="0" y="0"/>
                  </a:lnTo>
                  <a:lnTo>
                    <a:pt x="3" y="25"/>
                  </a:lnTo>
                  <a:lnTo>
                    <a:pt x="9" y="50"/>
                  </a:lnTo>
                  <a:lnTo>
                    <a:pt x="19" y="73"/>
                  </a:lnTo>
                  <a:lnTo>
                    <a:pt x="34" y="96"/>
                  </a:lnTo>
                  <a:lnTo>
                    <a:pt x="52" y="118"/>
                  </a:lnTo>
                  <a:lnTo>
                    <a:pt x="74" y="138"/>
                  </a:lnTo>
                  <a:lnTo>
                    <a:pt x="99" y="156"/>
                  </a:lnTo>
                  <a:lnTo>
                    <a:pt x="126" y="174"/>
                  </a:lnTo>
                  <a:lnTo>
                    <a:pt x="157" y="190"/>
                  </a:lnTo>
                  <a:lnTo>
                    <a:pt x="189" y="204"/>
                  </a:lnTo>
                  <a:lnTo>
                    <a:pt x="224" y="215"/>
                  </a:lnTo>
                  <a:lnTo>
                    <a:pt x="262" y="226"/>
                  </a:lnTo>
                  <a:lnTo>
                    <a:pt x="300" y="234"/>
                  </a:lnTo>
                  <a:lnTo>
                    <a:pt x="340" y="240"/>
                  </a:lnTo>
                  <a:lnTo>
                    <a:pt x="384" y="244"/>
                  </a:lnTo>
                  <a:lnTo>
                    <a:pt x="426" y="245"/>
                  </a:lnTo>
                  <a:lnTo>
                    <a:pt x="426" y="233"/>
                  </a:lnTo>
                  <a:lnTo>
                    <a:pt x="384" y="232"/>
                  </a:lnTo>
                  <a:lnTo>
                    <a:pt x="343" y="228"/>
                  </a:lnTo>
                  <a:lnTo>
                    <a:pt x="303" y="222"/>
                  </a:lnTo>
                  <a:lnTo>
                    <a:pt x="264" y="214"/>
                  </a:lnTo>
                  <a:lnTo>
                    <a:pt x="229" y="204"/>
                  </a:lnTo>
                  <a:lnTo>
                    <a:pt x="194" y="192"/>
                  </a:lnTo>
                  <a:lnTo>
                    <a:pt x="162" y="178"/>
                  </a:lnTo>
                  <a:lnTo>
                    <a:pt x="133" y="163"/>
                  </a:lnTo>
                  <a:lnTo>
                    <a:pt x="106" y="146"/>
                  </a:lnTo>
                  <a:lnTo>
                    <a:pt x="81" y="129"/>
                  </a:lnTo>
                  <a:lnTo>
                    <a:pt x="61" y="109"/>
                  </a:lnTo>
                  <a:lnTo>
                    <a:pt x="44" y="89"/>
                  </a:lnTo>
                  <a:lnTo>
                    <a:pt x="31" y="66"/>
                  </a:lnTo>
                  <a:lnTo>
                    <a:pt x="20" y="45"/>
                  </a:lnTo>
                  <a:lnTo>
                    <a:pt x="15" y="2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1570" name="Freeform 32"/>
            <p:cNvSpPr>
              <a:spLocks/>
            </p:cNvSpPr>
            <p:nvPr/>
          </p:nvSpPr>
          <p:spPr bwMode="auto">
            <a:xfrm>
              <a:off x="878" y="1448"/>
              <a:ext cx="792" cy="954"/>
            </a:xfrm>
            <a:custGeom>
              <a:avLst/>
              <a:gdLst>
                <a:gd name="T0" fmla="*/ 13 w 3960"/>
                <a:gd name="T1" fmla="*/ 38 h 4768"/>
                <a:gd name="T2" fmla="*/ 14 w 3960"/>
                <a:gd name="T3" fmla="*/ 38 h 4768"/>
                <a:gd name="T4" fmla="*/ 15 w 3960"/>
                <a:gd name="T5" fmla="*/ 38 h 4768"/>
                <a:gd name="T6" fmla="*/ 15 w 3960"/>
                <a:gd name="T7" fmla="*/ 38 h 4768"/>
                <a:gd name="T8" fmla="*/ 16 w 3960"/>
                <a:gd name="T9" fmla="*/ 38 h 4768"/>
                <a:gd name="T10" fmla="*/ 17 w 3960"/>
                <a:gd name="T11" fmla="*/ 38 h 4768"/>
                <a:gd name="T12" fmla="*/ 17 w 3960"/>
                <a:gd name="T13" fmla="*/ 38 h 4768"/>
                <a:gd name="T14" fmla="*/ 18 w 3960"/>
                <a:gd name="T15" fmla="*/ 38 h 4768"/>
                <a:gd name="T16" fmla="*/ 18 w 3960"/>
                <a:gd name="T17" fmla="*/ 38 h 4768"/>
                <a:gd name="T18" fmla="*/ 29 w 3960"/>
                <a:gd name="T19" fmla="*/ 30 h 4768"/>
                <a:gd name="T20" fmla="*/ 30 w 3960"/>
                <a:gd name="T21" fmla="*/ 30 h 4768"/>
                <a:gd name="T22" fmla="*/ 30 w 3960"/>
                <a:gd name="T23" fmla="*/ 29 h 4768"/>
                <a:gd name="T24" fmla="*/ 31 w 3960"/>
                <a:gd name="T25" fmla="*/ 28 h 4768"/>
                <a:gd name="T26" fmla="*/ 31 w 3960"/>
                <a:gd name="T27" fmla="*/ 28 h 4768"/>
                <a:gd name="T28" fmla="*/ 31 w 3960"/>
                <a:gd name="T29" fmla="*/ 27 h 4768"/>
                <a:gd name="T30" fmla="*/ 32 w 3960"/>
                <a:gd name="T31" fmla="*/ 26 h 4768"/>
                <a:gd name="T32" fmla="*/ 32 w 3960"/>
                <a:gd name="T33" fmla="*/ 25 h 4768"/>
                <a:gd name="T34" fmla="*/ 32 w 3960"/>
                <a:gd name="T35" fmla="*/ 11 h 4768"/>
                <a:gd name="T36" fmla="*/ 32 w 3960"/>
                <a:gd name="T37" fmla="*/ 10 h 4768"/>
                <a:gd name="T38" fmla="*/ 31 w 3960"/>
                <a:gd name="T39" fmla="*/ 9 h 4768"/>
                <a:gd name="T40" fmla="*/ 31 w 3960"/>
                <a:gd name="T41" fmla="*/ 9 h 4768"/>
                <a:gd name="T42" fmla="*/ 31 w 3960"/>
                <a:gd name="T43" fmla="*/ 8 h 4768"/>
                <a:gd name="T44" fmla="*/ 31 w 3960"/>
                <a:gd name="T45" fmla="*/ 8 h 4768"/>
                <a:gd name="T46" fmla="*/ 30 w 3960"/>
                <a:gd name="T47" fmla="*/ 7 h 4768"/>
                <a:gd name="T48" fmla="*/ 30 w 3960"/>
                <a:gd name="T49" fmla="*/ 7 h 4768"/>
                <a:gd name="T50" fmla="*/ 29 w 3960"/>
                <a:gd name="T51" fmla="*/ 6 h 4768"/>
                <a:gd name="T52" fmla="*/ 19 w 3960"/>
                <a:gd name="T53" fmla="*/ 1 h 4768"/>
                <a:gd name="T54" fmla="*/ 18 w 3960"/>
                <a:gd name="T55" fmla="*/ 0 h 4768"/>
                <a:gd name="T56" fmla="*/ 17 w 3960"/>
                <a:gd name="T57" fmla="*/ 0 h 4768"/>
                <a:gd name="T58" fmla="*/ 17 w 3960"/>
                <a:gd name="T59" fmla="*/ 0 h 4768"/>
                <a:gd name="T60" fmla="*/ 16 w 3960"/>
                <a:gd name="T61" fmla="*/ 0 h 4768"/>
                <a:gd name="T62" fmla="*/ 15 w 3960"/>
                <a:gd name="T63" fmla="*/ 0 h 4768"/>
                <a:gd name="T64" fmla="*/ 14 w 3960"/>
                <a:gd name="T65" fmla="*/ 0 h 4768"/>
                <a:gd name="T66" fmla="*/ 14 w 3960"/>
                <a:gd name="T67" fmla="*/ 0 h 4768"/>
                <a:gd name="T68" fmla="*/ 2 w 3960"/>
                <a:gd name="T69" fmla="*/ 6 h 4768"/>
                <a:gd name="T70" fmla="*/ 2 w 3960"/>
                <a:gd name="T71" fmla="*/ 7 h 4768"/>
                <a:gd name="T72" fmla="*/ 1 w 3960"/>
                <a:gd name="T73" fmla="*/ 7 h 4768"/>
                <a:gd name="T74" fmla="*/ 1 w 3960"/>
                <a:gd name="T75" fmla="*/ 8 h 4768"/>
                <a:gd name="T76" fmla="*/ 1 w 3960"/>
                <a:gd name="T77" fmla="*/ 8 h 4768"/>
                <a:gd name="T78" fmla="*/ 0 w 3960"/>
                <a:gd name="T79" fmla="*/ 9 h 4768"/>
                <a:gd name="T80" fmla="*/ 0 w 3960"/>
                <a:gd name="T81" fmla="*/ 9 h 4768"/>
                <a:gd name="T82" fmla="*/ 0 w 3960"/>
                <a:gd name="T83" fmla="*/ 10 h 4768"/>
                <a:gd name="T84" fmla="*/ 0 w 3960"/>
                <a:gd name="T85" fmla="*/ 11 h 4768"/>
                <a:gd name="T86" fmla="*/ 0 w 3960"/>
                <a:gd name="T87" fmla="*/ 25 h 4768"/>
                <a:gd name="T88" fmla="*/ 0 w 3960"/>
                <a:gd name="T89" fmla="*/ 26 h 4768"/>
                <a:gd name="T90" fmla="*/ 0 w 3960"/>
                <a:gd name="T91" fmla="*/ 27 h 4768"/>
                <a:gd name="T92" fmla="*/ 1 w 3960"/>
                <a:gd name="T93" fmla="*/ 28 h 4768"/>
                <a:gd name="T94" fmla="*/ 1 w 3960"/>
                <a:gd name="T95" fmla="*/ 29 h 4768"/>
                <a:gd name="T96" fmla="*/ 1 w 3960"/>
                <a:gd name="T97" fmla="*/ 29 h 4768"/>
                <a:gd name="T98" fmla="*/ 2 w 3960"/>
                <a:gd name="T99" fmla="*/ 30 h 4768"/>
                <a:gd name="T100" fmla="*/ 3 w 3960"/>
                <a:gd name="T101" fmla="*/ 31 h 4768"/>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w 3960"/>
                <a:gd name="T154" fmla="*/ 0 h 4768"/>
                <a:gd name="T155" fmla="*/ 3960 w 3960"/>
                <a:gd name="T156" fmla="*/ 4768 h 4768"/>
              </a:gdLst>
              <a:ahLst/>
              <a:cxnLst>
                <a:cxn ang="T102">
                  <a:pos x="T0" y="T1"/>
                </a:cxn>
                <a:cxn ang="T103">
                  <a:pos x="T2" y="T3"/>
                </a:cxn>
                <a:cxn ang="T104">
                  <a:pos x="T4" y="T5"/>
                </a:cxn>
                <a:cxn ang="T105">
                  <a:pos x="T6" y="T7"/>
                </a:cxn>
                <a:cxn ang="T106">
                  <a:pos x="T8" y="T9"/>
                </a:cxn>
                <a:cxn ang="T107">
                  <a:pos x="T10" y="T11"/>
                </a:cxn>
                <a:cxn ang="T108">
                  <a:pos x="T12" y="T13"/>
                </a:cxn>
                <a:cxn ang="T109">
                  <a:pos x="T14" y="T15"/>
                </a:cxn>
                <a:cxn ang="T110">
                  <a:pos x="T16" y="T17"/>
                </a:cxn>
                <a:cxn ang="T111">
                  <a:pos x="T18" y="T19"/>
                </a:cxn>
                <a:cxn ang="T112">
                  <a:pos x="T20" y="T21"/>
                </a:cxn>
                <a:cxn ang="T113">
                  <a:pos x="T22" y="T23"/>
                </a:cxn>
                <a:cxn ang="T114">
                  <a:pos x="T24" y="T25"/>
                </a:cxn>
                <a:cxn ang="T115">
                  <a:pos x="T26" y="T27"/>
                </a:cxn>
                <a:cxn ang="T116">
                  <a:pos x="T28" y="T29"/>
                </a:cxn>
                <a:cxn ang="T117">
                  <a:pos x="T30" y="T31"/>
                </a:cxn>
                <a:cxn ang="T118">
                  <a:pos x="T32" y="T33"/>
                </a:cxn>
                <a:cxn ang="T119">
                  <a:pos x="T34" y="T35"/>
                </a:cxn>
                <a:cxn ang="T120">
                  <a:pos x="T36" y="T37"/>
                </a:cxn>
                <a:cxn ang="T121">
                  <a:pos x="T38" y="T39"/>
                </a:cxn>
                <a:cxn ang="T122">
                  <a:pos x="T40" y="T41"/>
                </a:cxn>
                <a:cxn ang="T123">
                  <a:pos x="T42" y="T43"/>
                </a:cxn>
                <a:cxn ang="T124">
                  <a:pos x="T44" y="T45"/>
                </a:cxn>
                <a:cxn ang="T125">
                  <a:pos x="T46" y="T47"/>
                </a:cxn>
                <a:cxn ang="T126">
                  <a:pos x="T48" y="T49"/>
                </a:cxn>
                <a:cxn ang="T127">
                  <a:pos x="T50" y="T51"/>
                </a:cxn>
                <a:cxn ang="T128">
                  <a:pos x="T52" y="T53"/>
                </a:cxn>
                <a:cxn ang="T129">
                  <a:pos x="T54" y="T55"/>
                </a:cxn>
                <a:cxn ang="T130">
                  <a:pos x="T56" y="T57"/>
                </a:cxn>
                <a:cxn ang="T131">
                  <a:pos x="T58" y="T59"/>
                </a:cxn>
                <a:cxn ang="T132">
                  <a:pos x="T60" y="T61"/>
                </a:cxn>
                <a:cxn ang="T133">
                  <a:pos x="T62" y="T63"/>
                </a:cxn>
                <a:cxn ang="T134">
                  <a:pos x="T64" y="T65"/>
                </a:cxn>
                <a:cxn ang="T135">
                  <a:pos x="T66" y="T67"/>
                </a:cxn>
                <a:cxn ang="T136">
                  <a:pos x="T68" y="T69"/>
                </a:cxn>
                <a:cxn ang="T137">
                  <a:pos x="T70" y="T71"/>
                </a:cxn>
                <a:cxn ang="T138">
                  <a:pos x="T72" y="T73"/>
                </a:cxn>
                <a:cxn ang="T139">
                  <a:pos x="T74" y="T75"/>
                </a:cxn>
                <a:cxn ang="T140">
                  <a:pos x="T76" y="T77"/>
                </a:cxn>
                <a:cxn ang="T141">
                  <a:pos x="T78" y="T79"/>
                </a:cxn>
                <a:cxn ang="T142">
                  <a:pos x="T80" y="T81"/>
                </a:cxn>
                <a:cxn ang="T143">
                  <a:pos x="T82" y="T83"/>
                </a:cxn>
                <a:cxn ang="T144">
                  <a:pos x="T84" y="T85"/>
                </a:cxn>
                <a:cxn ang="T145">
                  <a:pos x="T86" y="T87"/>
                </a:cxn>
                <a:cxn ang="T146">
                  <a:pos x="T88" y="T89"/>
                </a:cxn>
                <a:cxn ang="T147">
                  <a:pos x="T90" y="T91"/>
                </a:cxn>
                <a:cxn ang="T148">
                  <a:pos x="T92" y="T93"/>
                </a:cxn>
                <a:cxn ang="T149">
                  <a:pos x="T94" y="T95"/>
                </a:cxn>
                <a:cxn ang="T150">
                  <a:pos x="T96" y="T97"/>
                </a:cxn>
                <a:cxn ang="T151">
                  <a:pos x="T98" y="T99"/>
                </a:cxn>
                <a:cxn ang="T152">
                  <a:pos x="T100" y="T101"/>
                </a:cxn>
              </a:cxnLst>
              <a:rect l="T153" t="T154" r="T155" b="T156"/>
              <a:pathLst>
                <a:path w="3960" h="4768">
                  <a:moveTo>
                    <a:pt x="353" y="3849"/>
                  </a:moveTo>
                  <a:lnTo>
                    <a:pt x="1661" y="4700"/>
                  </a:lnTo>
                  <a:lnTo>
                    <a:pt x="1697" y="4717"/>
                  </a:lnTo>
                  <a:lnTo>
                    <a:pt x="1736" y="4731"/>
                  </a:lnTo>
                  <a:lnTo>
                    <a:pt x="1776" y="4742"/>
                  </a:lnTo>
                  <a:lnTo>
                    <a:pt x="1818" y="4753"/>
                  </a:lnTo>
                  <a:lnTo>
                    <a:pt x="1860" y="4760"/>
                  </a:lnTo>
                  <a:lnTo>
                    <a:pt x="1902" y="4765"/>
                  </a:lnTo>
                  <a:lnTo>
                    <a:pt x="1946" y="4768"/>
                  </a:lnTo>
                  <a:lnTo>
                    <a:pt x="1988" y="4768"/>
                  </a:lnTo>
                  <a:lnTo>
                    <a:pt x="2031" y="4767"/>
                  </a:lnTo>
                  <a:lnTo>
                    <a:pt x="2073" y="4763"/>
                  </a:lnTo>
                  <a:lnTo>
                    <a:pt x="2114" y="4758"/>
                  </a:lnTo>
                  <a:lnTo>
                    <a:pt x="2154" y="4751"/>
                  </a:lnTo>
                  <a:lnTo>
                    <a:pt x="2193" y="4740"/>
                  </a:lnTo>
                  <a:lnTo>
                    <a:pt x="2230" y="4729"/>
                  </a:lnTo>
                  <a:lnTo>
                    <a:pt x="2264" y="4715"/>
                  </a:lnTo>
                  <a:lnTo>
                    <a:pt x="2297" y="4700"/>
                  </a:lnTo>
                  <a:lnTo>
                    <a:pt x="3639" y="3825"/>
                  </a:lnTo>
                  <a:lnTo>
                    <a:pt x="3673" y="3795"/>
                  </a:lnTo>
                  <a:lnTo>
                    <a:pt x="3707" y="3761"/>
                  </a:lnTo>
                  <a:lnTo>
                    <a:pt x="3738" y="3725"/>
                  </a:lnTo>
                  <a:lnTo>
                    <a:pt x="3768" y="3685"/>
                  </a:lnTo>
                  <a:lnTo>
                    <a:pt x="3796" y="3644"/>
                  </a:lnTo>
                  <a:lnTo>
                    <a:pt x="3821" y="3599"/>
                  </a:lnTo>
                  <a:lnTo>
                    <a:pt x="3846" y="3553"/>
                  </a:lnTo>
                  <a:lnTo>
                    <a:pt x="3868" y="3505"/>
                  </a:lnTo>
                  <a:lnTo>
                    <a:pt x="3888" y="3456"/>
                  </a:lnTo>
                  <a:lnTo>
                    <a:pt x="3907" y="3406"/>
                  </a:lnTo>
                  <a:lnTo>
                    <a:pt x="3922" y="3354"/>
                  </a:lnTo>
                  <a:lnTo>
                    <a:pt x="3935" y="3303"/>
                  </a:lnTo>
                  <a:lnTo>
                    <a:pt x="3946" y="3250"/>
                  </a:lnTo>
                  <a:lnTo>
                    <a:pt x="3953" y="3197"/>
                  </a:lnTo>
                  <a:lnTo>
                    <a:pt x="3957" y="3144"/>
                  </a:lnTo>
                  <a:lnTo>
                    <a:pt x="3960" y="3092"/>
                  </a:lnTo>
                  <a:lnTo>
                    <a:pt x="3959" y="1313"/>
                  </a:lnTo>
                  <a:lnTo>
                    <a:pt x="3955" y="1271"/>
                  </a:lnTo>
                  <a:lnTo>
                    <a:pt x="3949" y="1229"/>
                  </a:lnTo>
                  <a:lnTo>
                    <a:pt x="3941" y="1189"/>
                  </a:lnTo>
                  <a:lnTo>
                    <a:pt x="3930" y="1149"/>
                  </a:lnTo>
                  <a:lnTo>
                    <a:pt x="3918" y="1111"/>
                  </a:lnTo>
                  <a:lnTo>
                    <a:pt x="3902" y="1075"/>
                  </a:lnTo>
                  <a:lnTo>
                    <a:pt x="3886" y="1040"/>
                  </a:lnTo>
                  <a:lnTo>
                    <a:pt x="3867" y="1006"/>
                  </a:lnTo>
                  <a:lnTo>
                    <a:pt x="3846" y="973"/>
                  </a:lnTo>
                  <a:lnTo>
                    <a:pt x="3823" y="942"/>
                  </a:lnTo>
                  <a:lnTo>
                    <a:pt x="3798" y="913"/>
                  </a:lnTo>
                  <a:lnTo>
                    <a:pt x="3771" y="886"/>
                  </a:lnTo>
                  <a:lnTo>
                    <a:pt x="3743" y="860"/>
                  </a:lnTo>
                  <a:lnTo>
                    <a:pt x="3714" y="837"/>
                  </a:lnTo>
                  <a:lnTo>
                    <a:pt x="3682" y="816"/>
                  </a:lnTo>
                  <a:lnTo>
                    <a:pt x="3649" y="796"/>
                  </a:lnTo>
                  <a:lnTo>
                    <a:pt x="2386" y="83"/>
                  </a:lnTo>
                  <a:lnTo>
                    <a:pt x="2350" y="65"/>
                  </a:lnTo>
                  <a:lnTo>
                    <a:pt x="2310" y="50"/>
                  </a:lnTo>
                  <a:lnTo>
                    <a:pt x="2268" y="36"/>
                  </a:lnTo>
                  <a:lnTo>
                    <a:pt x="2223" y="24"/>
                  </a:lnTo>
                  <a:lnTo>
                    <a:pt x="2178" y="15"/>
                  </a:lnTo>
                  <a:lnTo>
                    <a:pt x="2131" y="8"/>
                  </a:lnTo>
                  <a:lnTo>
                    <a:pt x="2082" y="3"/>
                  </a:lnTo>
                  <a:lnTo>
                    <a:pt x="2032" y="0"/>
                  </a:lnTo>
                  <a:lnTo>
                    <a:pt x="1982" y="1"/>
                  </a:lnTo>
                  <a:lnTo>
                    <a:pt x="1933" y="3"/>
                  </a:lnTo>
                  <a:lnTo>
                    <a:pt x="1882" y="9"/>
                  </a:lnTo>
                  <a:lnTo>
                    <a:pt x="1833" y="17"/>
                  </a:lnTo>
                  <a:lnTo>
                    <a:pt x="1785" y="29"/>
                  </a:lnTo>
                  <a:lnTo>
                    <a:pt x="1737" y="43"/>
                  </a:lnTo>
                  <a:lnTo>
                    <a:pt x="1691" y="62"/>
                  </a:lnTo>
                  <a:lnTo>
                    <a:pt x="1647" y="83"/>
                  </a:lnTo>
                  <a:lnTo>
                    <a:pt x="311" y="782"/>
                  </a:lnTo>
                  <a:lnTo>
                    <a:pt x="276" y="803"/>
                  </a:lnTo>
                  <a:lnTo>
                    <a:pt x="243" y="826"/>
                  </a:lnTo>
                  <a:lnTo>
                    <a:pt x="213" y="852"/>
                  </a:lnTo>
                  <a:lnTo>
                    <a:pt x="184" y="879"/>
                  </a:lnTo>
                  <a:lnTo>
                    <a:pt x="155" y="908"/>
                  </a:lnTo>
                  <a:lnTo>
                    <a:pt x="131" y="939"/>
                  </a:lnTo>
                  <a:lnTo>
                    <a:pt x="107" y="971"/>
                  </a:lnTo>
                  <a:lnTo>
                    <a:pt x="86" y="1005"/>
                  </a:lnTo>
                  <a:lnTo>
                    <a:pt x="68" y="1040"/>
                  </a:lnTo>
                  <a:lnTo>
                    <a:pt x="50" y="1076"/>
                  </a:lnTo>
                  <a:lnTo>
                    <a:pt x="36" y="1115"/>
                  </a:lnTo>
                  <a:lnTo>
                    <a:pt x="23" y="1153"/>
                  </a:lnTo>
                  <a:lnTo>
                    <a:pt x="14" y="1195"/>
                  </a:lnTo>
                  <a:lnTo>
                    <a:pt x="7" y="1236"/>
                  </a:lnTo>
                  <a:lnTo>
                    <a:pt x="2" y="1279"/>
                  </a:lnTo>
                  <a:lnTo>
                    <a:pt x="0" y="1322"/>
                  </a:lnTo>
                  <a:lnTo>
                    <a:pt x="0" y="3093"/>
                  </a:lnTo>
                  <a:lnTo>
                    <a:pt x="2" y="3147"/>
                  </a:lnTo>
                  <a:lnTo>
                    <a:pt x="7" y="3202"/>
                  </a:lnTo>
                  <a:lnTo>
                    <a:pt x="15" y="3257"/>
                  </a:lnTo>
                  <a:lnTo>
                    <a:pt x="27" y="3312"/>
                  </a:lnTo>
                  <a:lnTo>
                    <a:pt x="42" y="3366"/>
                  </a:lnTo>
                  <a:lnTo>
                    <a:pt x="59" y="3420"/>
                  </a:lnTo>
                  <a:lnTo>
                    <a:pt x="79" y="3474"/>
                  </a:lnTo>
                  <a:lnTo>
                    <a:pt x="102" y="3525"/>
                  </a:lnTo>
                  <a:lnTo>
                    <a:pt x="127" y="3576"/>
                  </a:lnTo>
                  <a:lnTo>
                    <a:pt x="154" y="3624"/>
                  </a:lnTo>
                  <a:lnTo>
                    <a:pt x="184" y="3670"/>
                  </a:lnTo>
                  <a:lnTo>
                    <a:pt x="214" y="3712"/>
                  </a:lnTo>
                  <a:lnTo>
                    <a:pt x="247" y="3752"/>
                  </a:lnTo>
                  <a:lnTo>
                    <a:pt x="281" y="3788"/>
                  </a:lnTo>
                  <a:lnTo>
                    <a:pt x="317" y="3821"/>
                  </a:lnTo>
                  <a:lnTo>
                    <a:pt x="353" y="384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1571" name="Freeform 33"/>
            <p:cNvSpPr>
              <a:spLocks/>
            </p:cNvSpPr>
            <p:nvPr/>
          </p:nvSpPr>
          <p:spPr bwMode="auto">
            <a:xfrm>
              <a:off x="943" y="2210"/>
              <a:ext cx="276" cy="187"/>
            </a:xfrm>
            <a:custGeom>
              <a:avLst/>
              <a:gdLst>
                <a:gd name="T0" fmla="*/ 11 w 1380"/>
                <a:gd name="T1" fmla="*/ 7 h 937"/>
                <a:gd name="T2" fmla="*/ 11 w 1380"/>
                <a:gd name="T3" fmla="*/ 7 h 937"/>
                <a:gd name="T4" fmla="*/ 0 w 1380"/>
                <a:gd name="T5" fmla="*/ 0 h 937"/>
                <a:gd name="T6" fmla="*/ 0 w 1380"/>
                <a:gd name="T7" fmla="*/ 1 h 937"/>
                <a:gd name="T8" fmla="*/ 10 w 1380"/>
                <a:gd name="T9" fmla="*/ 7 h 937"/>
                <a:gd name="T10" fmla="*/ 10 w 1380"/>
                <a:gd name="T11" fmla="*/ 7 h 937"/>
                <a:gd name="T12" fmla="*/ 10 w 1380"/>
                <a:gd name="T13" fmla="*/ 7 h 937"/>
                <a:gd name="T14" fmla="*/ 11 w 1380"/>
                <a:gd name="T15" fmla="*/ 7 h 937"/>
                <a:gd name="T16" fmla="*/ 11 w 1380"/>
                <a:gd name="T17" fmla="*/ 7 h 937"/>
                <a:gd name="T18" fmla="*/ 11 w 1380"/>
                <a:gd name="T19" fmla="*/ 7 h 937"/>
                <a:gd name="T20" fmla="*/ 11 w 1380"/>
                <a:gd name="T21" fmla="*/ 7 h 937"/>
                <a:gd name="T22" fmla="*/ 11 w 1380"/>
                <a:gd name="T23" fmla="*/ 7 h 937"/>
                <a:gd name="T24" fmla="*/ 11 w 1380"/>
                <a:gd name="T25" fmla="*/ 7 h 937"/>
                <a:gd name="T26" fmla="*/ 11 w 1380"/>
                <a:gd name="T27" fmla="*/ 7 h 937"/>
                <a:gd name="T28" fmla="*/ 11 w 1380"/>
                <a:gd name="T29" fmla="*/ 7 h 937"/>
                <a:gd name="T30" fmla="*/ 11 w 1380"/>
                <a:gd name="T31" fmla="*/ 7 h 93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80"/>
                <a:gd name="T49" fmla="*/ 0 h 937"/>
                <a:gd name="T50" fmla="*/ 1380 w 1380"/>
                <a:gd name="T51" fmla="*/ 937 h 93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80" h="937">
                  <a:moveTo>
                    <a:pt x="1354" y="848"/>
                  </a:moveTo>
                  <a:lnTo>
                    <a:pt x="1359" y="851"/>
                  </a:lnTo>
                  <a:lnTo>
                    <a:pt x="51" y="0"/>
                  </a:lnTo>
                  <a:lnTo>
                    <a:pt x="0" y="78"/>
                  </a:lnTo>
                  <a:lnTo>
                    <a:pt x="1307" y="929"/>
                  </a:lnTo>
                  <a:lnTo>
                    <a:pt x="1312" y="932"/>
                  </a:lnTo>
                  <a:lnTo>
                    <a:pt x="1307" y="929"/>
                  </a:lnTo>
                  <a:lnTo>
                    <a:pt x="1326" y="937"/>
                  </a:lnTo>
                  <a:lnTo>
                    <a:pt x="1345" y="936"/>
                  </a:lnTo>
                  <a:lnTo>
                    <a:pt x="1360" y="929"/>
                  </a:lnTo>
                  <a:lnTo>
                    <a:pt x="1372" y="916"/>
                  </a:lnTo>
                  <a:lnTo>
                    <a:pt x="1379" y="899"/>
                  </a:lnTo>
                  <a:lnTo>
                    <a:pt x="1380" y="883"/>
                  </a:lnTo>
                  <a:lnTo>
                    <a:pt x="1374" y="865"/>
                  </a:lnTo>
                  <a:lnTo>
                    <a:pt x="1359" y="851"/>
                  </a:lnTo>
                  <a:lnTo>
                    <a:pt x="1354" y="84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1572" name="Freeform 34"/>
            <p:cNvSpPr>
              <a:spLocks/>
            </p:cNvSpPr>
            <p:nvPr/>
          </p:nvSpPr>
          <p:spPr bwMode="auto">
            <a:xfrm>
              <a:off x="1206" y="2379"/>
              <a:ext cx="140" cy="32"/>
            </a:xfrm>
            <a:custGeom>
              <a:avLst/>
              <a:gdLst>
                <a:gd name="T0" fmla="*/ 5 w 703"/>
                <a:gd name="T1" fmla="*/ 0 h 162"/>
                <a:gd name="T2" fmla="*/ 5 w 703"/>
                <a:gd name="T3" fmla="*/ 0 h 162"/>
                <a:gd name="T4" fmla="*/ 5 w 703"/>
                <a:gd name="T5" fmla="*/ 0 h 162"/>
                <a:gd name="T6" fmla="*/ 5 w 703"/>
                <a:gd name="T7" fmla="*/ 0 h 162"/>
                <a:gd name="T8" fmla="*/ 4 w 703"/>
                <a:gd name="T9" fmla="*/ 0 h 162"/>
                <a:gd name="T10" fmla="*/ 4 w 703"/>
                <a:gd name="T11" fmla="*/ 0 h 162"/>
                <a:gd name="T12" fmla="*/ 4 w 703"/>
                <a:gd name="T13" fmla="*/ 0 h 162"/>
                <a:gd name="T14" fmla="*/ 3 w 703"/>
                <a:gd name="T15" fmla="*/ 1 h 162"/>
                <a:gd name="T16" fmla="*/ 3 w 703"/>
                <a:gd name="T17" fmla="*/ 1 h 162"/>
                <a:gd name="T18" fmla="*/ 3 w 703"/>
                <a:gd name="T19" fmla="*/ 1 h 162"/>
                <a:gd name="T20" fmla="*/ 2 w 703"/>
                <a:gd name="T21" fmla="*/ 1 h 162"/>
                <a:gd name="T22" fmla="*/ 2 w 703"/>
                <a:gd name="T23" fmla="*/ 1 h 162"/>
                <a:gd name="T24" fmla="*/ 2 w 703"/>
                <a:gd name="T25" fmla="*/ 0 h 162"/>
                <a:gd name="T26" fmla="*/ 1 w 703"/>
                <a:gd name="T27" fmla="*/ 0 h 162"/>
                <a:gd name="T28" fmla="*/ 1 w 703"/>
                <a:gd name="T29" fmla="*/ 0 h 162"/>
                <a:gd name="T30" fmla="*/ 1 w 703"/>
                <a:gd name="T31" fmla="*/ 0 h 162"/>
                <a:gd name="T32" fmla="*/ 1 w 703"/>
                <a:gd name="T33" fmla="*/ 0 h 162"/>
                <a:gd name="T34" fmla="*/ 0 w 703"/>
                <a:gd name="T35" fmla="*/ 0 h 162"/>
                <a:gd name="T36" fmla="*/ 0 w 703"/>
                <a:gd name="T37" fmla="*/ 1 h 162"/>
                <a:gd name="T38" fmla="*/ 0 w 703"/>
                <a:gd name="T39" fmla="*/ 1 h 162"/>
                <a:gd name="T40" fmla="*/ 1 w 703"/>
                <a:gd name="T41" fmla="*/ 1 h 162"/>
                <a:gd name="T42" fmla="*/ 1 w 703"/>
                <a:gd name="T43" fmla="*/ 1 h 162"/>
                <a:gd name="T44" fmla="*/ 1 w 703"/>
                <a:gd name="T45" fmla="*/ 1 h 162"/>
                <a:gd name="T46" fmla="*/ 2 w 703"/>
                <a:gd name="T47" fmla="*/ 1 h 162"/>
                <a:gd name="T48" fmla="*/ 2 w 703"/>
                <a:gd name="T49" fmla="*/ 1 h 162"/>
                <a:gd name="T50" fmla="*/ 2 w 703"/>
                <a:gd name="T51" fmla="*/ 1 h 162"/>
                <a:gd name="T52" fmla="*/ 3 w 703"/>
                <a:gd name="T53" fmla="*/ 1 h 162"/>
                <a:gd name="T54" fmla="*/ 3 w 703"/>
                <a:gd name="T55" fmla="*/ 1 h 162"/>
                <a:gd name="T56" fmla="*/ 3 w 703"/>
                <a:gd name="T57" fmla="*/ 1 h 162"/>
                <a:gd name="T58" fmla="*/ 4 w 703"/>
                <a:gd name="T59" fmla="*/ 1 h 162"/>
                <a:gd name="T60" fmla="*/ 4 w 703"/>
                <a:gd name="T61" fmla="*/ 1 h 162"/>
                <a:gd name="T62" fmla="*/ 5 w 703"/>
                <a:gd name="T63" fmla="*/ 1 h 162"/>
                <a:gd name="T64" fmla="*/ 5 w 703"/>
                <a:gd name="T65" fmla="*/ 1 h 162"/>
                <a:gd name="T66" fmla="*/ 5 w 703"/>
                <a:gd name="T67" fmla="*/ 1 h 162"/>
                <a:gd name="T68" fmla="*/ 5 w 703"/>
                <a:gd name="T69" fmla="*/ 1 h 162"/>
                <a:gd name="T70" fmla="*/ 5 w 703"/>
                <a:gd name="T71" fmla="*/ 1 h 162"/>
                <a:gd name="T72" fmla="*/ 5 w 703"/>
                <a:gd name="T73" fmla="*/ 1 h 162"/>
                <a:gd name="T74" fmla="*/ 5 w 703"/>
                <a:gd name="T75" fmla="*/ 1 h 162"/>
                <a:gd name="T76" fmla="*/ 6 w 703"/>
                <a:gd name="T77" fmla="*/ 0 h 162"/>
                <a:gd name="T78" fmla="*/ 6 w 703"/>
                <a:gd name="T79" fmla="*/ 0 h 162"/>
                <a:gd name="T80" fmla="*/ 6 w 703"/>
                <a:gd name="T81" fmla="*/ 0 h 162"/>
                <a:gd name="T82" fmla="*/ 5 w 703"/>
                <a:gd name="T83" fmla="*/ 0 h 162"/>
                <a:gd name="T84" fmla="*/ 5 w 703"/>
                <a:gd name="T85" fmla="*/ 0 h 162"/>
                <a:gd name="T86" fmla="*/ 5 w 703"/>
                <a:gd name="T87" fmla="*/ 0 h 162"/>
                <a:gd name="T88" fmla="*/ 5 w 703"/>
                <a:gd name="T89" fmla="*/ 0 h 162"/>
                <a:gd name="T90" fmla="*/ 5 w 703"/>
                <a:gd name="T91" fmla="*/ 0 h 162"/>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703"/>
                <a:gd name="T139" fmla="*/ 0 h 162"/>
                <a:gd name="T140" fmla="*/ 703 w 703"/>
                <a:gd name="T141" fmla="*/ 162 h 162"/>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703" h="162">
                  <a:moveTo>
                    <a:pt x="631" y="8"/>
                  </a:moveTo>
                  <a:lnTo>
                    <a:pt x="636" y="6"/>
                  </a:lnTo>
                  <a:lnTo>
                    <a:pt x="606" y="20"/>
                  </a:lnTo>
                  <a:lnTo>
                    <a:pt x="575" y="32"/>
                  </a:lnTo>
                  <a:lnTo>
                    <a:pt x="540" y="42"/>
                  </a:lnTo>
                  <a:lnTo>
                    <a:pt x="504" y="52"/>
                  </a:lnTo>
                  <a:lnTo>
                    <a:pt x="467" y="59"/>
                  </a:lnTo>
                  <a:lnTo>
                    <a:pt x="428" y="64"/>
                  </a:lnTo>
                  <a:lnTo>
                    <a:pt x="389" y="67"/>
                  </a:lnTo>
                  <a:lnTo>
                    <a:pt x="348" y="68"/>
                  </a:lnTo>
                  <a:lnTo>
                    <a:pt x="308" y="68"/>
                  </a:lnTo>
                  <a:lnTo>
                    <a:pt x="267" y="65"/>
                  </a:lnTo>
                  <a:lnTo>
                    <a:pt x="226" y="61"/>
                  </a:lnTo>
                  <a:lnTo>
                    <a:pt x="187" y="54"/>
                  </a:lnTo>
                  <a:lnTo>
                    <a:pt x="148" y="44"/>
                  </a:lnTo>
                  <a:lnTo>
                    <a:pt x="110" y="33"/>
                  </a:lnTo>
                  <a:lnTo>
                    <a:pt x="75" y="20"/>
                  </a:lnTo>
                  <a:lnTo>
                    <a:pt x="42" y="5"/>
                  </a:lnTo>
                  <a:lnTo>
                    <a:pt x="0" y="89"/>
                  </a:lnTo>
                  <a:lnTo>
                    <a:pt x="40" y="107"/>
                  </a:lnTo>
                  <a:lnTo>
                    <a:pt x="82" y="122"/>
                  </a:lnTo>
                  <a:lnTo>
                    <a:pt x="124" y="135"/>
                  </a:lnTo>
                  <a:lnTo>
                    <a:pt x="169" y="146"/>
                  </a:lnTo>
                  <a:lnTo>
                    <a:pt x="214" y="153"/>
                  </a:lnTo>
                  <a:lnTo>
                    <a:pt x="258" y="158"/>
                  </a:lnTo>
                  <a:lnTo>
                    <a:pt x="303" y="162"/>
                  </a:lnTo>
                  <a:lnTo>
                    <a:pt x="348" y="162"/>
                  </a:lnTo>
                  <a:lnTo>
                    <a:pt x="394" y="161"/>
                  </a:lnTo>
                  <a:lnTo>
                    <a:pt x="439" y="157"/>
                  </a:lnTo>
                  <a:lnTo>
                    <a:pt x="481" y="150"/>
                  </a:lnTo>
                  <a:lnTo>
                    <a:pt x="525" y="143"/>
                  </a:lnTo>
                  <a:lnTo>
                    <a:pt x="566" y="132"/>
                  </a:lnTo>
                  <a:lnTo>
                    <a:pt x="606" y="121"/>
                  </a:lnTo>
                  <a:lnTo>
                    <a:pt x="643" y="105"/>
                  </a:lnTo>
                  <a:lnTo>
                    <a:pt x="678" y="88"/>
                  </a:lnTo>
                  <a:lnTo>
                    <a:pt x="683" y="86"/>
                  </a:lnTo>
                  <a:lnTo>
                    <a:pt x="678" y="88"/>
                  </a:lnTo>
                  <a:lnTo>
                    <a:pt x="695" y="75"/>
                  </a:lnTo>
                  <a:lnTo>
                    <a:pt x="702" y="60"/>
                  </a:lnTo>
                  <a:lnTo>
                    <a:pt x="703" y="42"/>
                  </a:lnTo>
                  <a:lnTo>
                    <a:pt x="698" y="26"/>
                  </a:lnTo>
                  <a:lnTo>
                    <a:pt x="688" y="12"/>
                  </a:lnTo>
                  <a:lnTo>
                    <a:pt x="674" y="3"/>
                  </a:lnTo>
                  <a:lnTo>
                    <a:pt x="656" y="0"/>
                  </a:lnTo>
                  <a:lnTo>
                    <a:pt x="636" y="6"/>
                  </a:lnTo>
                  <a:lnTo>
                    <a:pt x="631"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1573" name="Freeform 35"/>
            <p:cNvSpPr>
              <a:spLocks/>
            </p:cNvSpPr>
            <p:nvPr/>
          </p:nvSpPr>
          <p:spPr bwMode="auto">
            <a:xfrm>
              <a:off x="1332" y="2204"/>
              <a:ext cx="283" cy="192"/>
            </a:xfrm>
            <a:custGeom>
              <a:avLst/>
              <a:gdLst>
                <a:gd name="T0" fmla="*/ 11 w 1415"/>
                <a:gd name="T1" fmla="*/ 0 h 960"/>
                <a:gd name="T2" fmla="*/ 11 w 1415"/>
                <a:gd name="T3" fmla="*/ 0 h 960"/>
                <a:gd name="T4" fmla="*/ 0 w 1415"/>
                <a:gd name="T5" fmla="*/ 7 h 960"/>
                <a:gd name="T6" fmla="*/ 0 w 1415"/>
                <a:gd name="T7" fmla="*/ 8 h 960"/>
                <a:gd name="T8" fmla="*/ 11 w 1415"/>
                <a:gd name="T9" fmla="*/ 1 h 960"/>
                <a:gd name="T10" fmla="*/ 11 w 1415"/>
                <a:gd name="T11" fmla="*/ 1 h 960"/>
                <a:gd name="T12" fmla="*/ 11 w 1415"/>
                <a:gd name="T13" fmla="*/ 1 h 960"/>
                <a:gd name="T14" fmla="*/ 11 w 1415"/>
                <a:gd name="T15" fmla="*/ 1 h 960"/>
                <a:gd name="T16" fmla="*/ 11 w 1415"/>
                <a:gd name="T17" fmla="*/ 0 h 960"/>
                <a:gd name="T18" fmla="*/ 11 w 1415"/>
                <a:gd name="T19" fmla="*/ 0 h 960"/>
                <a:gd name="T20" fmla="*/ 11 w 1415"/>
                <a:gd name="T21" fmla="*/ 0 h 960"/>
                <a:gd name="T22" fmla="*/ 11 w 1415"/>
                <a:gd name="T23" fmla="*/ 0 h 960"/>
                <a:gd name="T24" fmla="*/ 11 w 1415"/>
                <a:gd name="T25" fmla="*/ 0 h 960"/>
                <a:gd name="T26" fmla="*/ 11 w 1415"/>
                <a:gd name="T27" fmla="*/ 0 h 960"/>
                <a:gd name="T28" fmla="*/ 11 w 1415"/>
                <a:gd name="T29" fmla="*/ 0 h 960"/>
                <a:gd name="T30" fmla="*/ 11 w 1415"/>
                <a:gd name="T31" fmla="*/ 0 h 96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15"/>
                <a:gd name="T49" fmla="*/ 0 h 960"/>
                <a:gd name="T50" fmla="*/ 1415 w 1415"/>
                <a:gd name="T51" fmla="*/ 960 h 96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15" h="960">
                  <a:moveTo>
                    <a:pt x="1338" y="10"/>
                  </a:moveTo>
                  <a:lnTo>
                    <a:pt x="1342" y="8"/>
                  </a:lnTo>
                  <a:lnTo>
                    <a:pt x="0" y="882"/>
                  </a:lnTo>
                  <a:lnTo>
                    <a:pt x="52" y="960"/>
                  </a:lnTo>
                  <a:lnTo>
                    <a:pt x="1393" y="85"/>
                  </a:lnTo>
                  <a:lnTo>
                    <a:pt x="1397" y="83"/>
                  </a:lnTo>
                  <a:lnTo>
                    <a:pt x="1393" y="85"/>
                  </a:lnTo>
                  <a:lnTo>
                    <a:pt x="1409" y="71"/>
                  </a:lnTo>
                  <a:lnTo>
                    <a:pt x="1415" y="53"/>
                  </a:lnTo>
                  <a:lnTo>
                    <a:pt x="1413" y="37"/>
                  </a:lnTo>
                  <a:lnTo>
                    <a:pt x="1406" y="21"/>
                  </a:lnTo>
                  <a:lnTo>
                    <a:pt x="1395" y="8"/>
                  </a:lnTo>
                  <a:lnTo>
                    <a:pt x="1379" y="1"/>
                  </a:lnTo>
                  <a:lnTo>
                    <a:pt x="1361" y="0"/>
                  </a:lnTo>
                  <a:lnTo>
                    <a:pt x="1342" y="8"/>
                  </a:lnTo>
                  <a:lnTo>
                    <a:pt x="1338" y="1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1574" name="Freeform 36"/>
            <p:cNvSpPr>
              <a:spLocks/>
            </p:cNvSpPr>
            <p:nvPr/>
          </p:nvSpPr>
          <p:spPr bwMode="auto">
            <a:xfrm>
              <a:off x="1599" y="2057"/>
              <a:ext cx="80" cy="163"/>
            </a:xfrm>
            <a:custGeom>
              <a:avLst/>
              <a:gdLst>
                <a:gd name="T0" fmla="*/ 2 w 398"/>
                <a:gd name="T1" fmla="*/ 0 h 817"/>
                <a:gd name="T2" fmla="*/ 2 w 398"/>
                <a:gd name="T3" fmla="*/ 0 h 817"/>
                <a:gd name="T4" fmla="*/ 2 w 398"/>
                <a:gd name="T5" fmla="*/ 1 h 817"/>
                <a:gd name="T6" fmla="*/ 2 w 398"/>
                <a:gd name="T7" fmla="*/ 1 h 817"/>
                <a:gd name="T8" fmla="*/ 2 w 398"/>
                <a:gd name="T9" fmla="*/ 2 h 817"/>
                <a:gd name="T10" fmla="*/ 2 w 398"/>
                <a:gd name="T11" fmla="*/ 2 h 817"/>
                <a:gd name="T12" fmla="*/ 2 w 398"/>
                <a:gd name="T13" fmla="*/ 2 h 817"/>
                <a:gd name="T14" fmla="*/ 2 w 398"/>
                <a:gd name="T15" fmla="*/ 3 h 817"/>
                <a:gd name="T16" fmla="*/ 2 w 398"/>
                <a:gd name="T17" fmla="*/ 3 h 817"/>
                <a:gd name="T18" fmla="*/ 2 w 398"/>
                <a:gd name="T19" fmla="*/ 4 h 817"/>
                <a:gd name="T20" fmla="*/ 2 w 398"/>
                <a:gd name="T21" fmla="*/ 4 h 817"/>
                <a:gd name="T22" fmla="*/ 1 w 398"/>
                <a:gd name="T23" fmla="*/ 4 h 817"/>
                <a:gd name="T24" fmla="*/ 1 w 398"/>
                <a:gd name="T25" fmla="*/ 5 h 817"/>
                <a:gd name="T26" fmla="*/ 1 w 398"/>
                <a:gd name="T27" fmla="*/ 5 h 817"/>
                <a:gd name="T28" fmla="*/ 1 w 398"/>
                <a:gd name="T29" fmla="*/ 5 h 817"/>
                <a:gd name="T30" fmla="*/ 1 w 398"/>
                <a:gd name="T31" fmla="*/ 5 h 817"/>
                <a:gd name="T32" fmla="*/ 0 w 398"/>
                <a:gd name="T33" fmla="*/ 6 h 817"/>
                <a:gd name="T34" fmla="*/ 0 w 398"/>
                <a:gd name="T35" fmla="*/ 6 h 817"/>
                <a:gd name="T36" fmla="*/ 0 w 398"/>
                <a:gd name="T37" fmla="*/ 7 h 817"/>
                <a:gd name="T38" fmla="*/ 1 w 398"/>
                <a:gd name="T39" fmla="*/ 6 h 817"/>
                <a:gd name="T40" fmla="*/ 1 w 398"/>
                <a:gd name="T41" fmla="*/ 6 h 817"/>
                <a:gd name="T42" fmla="*/ 1 w 398"/>
                <a:gd name="T43" fmla="*/ 6 h 817"/>
                <a:gd name="T44" fmla="*/ 2 w 398"/>
                <a:gd name="T45" fmla="*/ 5 h 817"/>
                <a:gd name="T46" fmla="*/ 2 w 398"/>
                <a:gd name="T47" fmla="*/ 5 h 817"/>
                <a:gd name="T48" fmla="*/ 2 w 398"/>
                <a:gd name="T49" fmla="*/ 5 h 817"/>
                <a:gd name="T50" fmla="*/ 2 w 398"/>
                <a:gd name="T51" fmla="*/ 4 h 817"/>
                <a:gd name="T52" fmla="*/ 2 w 398"/>
                <a:gd name="T53" fmla="*/ 4 h 817"/>
                <a:gd name="T54" fmla="*/ 3 w 398"/>
                <a:gd name="T55" fmla="*/ 3 h 817"/>
                <a:gd name="T56" fmla="*/ 3 w 398"/>
                <a:gd name="T57" fmla="*/ 3 h 817"/>
                <a:gd name="T58" fmla="*/ 3 w 398"/>
                <a:gd name="T59" fmla="*/ 3 h 817"/>
                <a:gd name="T60" fmla="*/ 3 w 398"/>
                <a:gd name="T61" fmla="*/ 2 h 817"/>
                <a:gd name="T62" fmla="*/ 3 w 398"/>
                <a:gd name="T63" fmla="*/ 2 h 817"/>
                <a:gd name="T64" fmla="*/ 3 w 398"/>
                <a:gd name="T65" fmla="*/ 1 h 817"/>
                <a:gd name="T66" fmla="*/ 3 w 398"/>
                <a:gd name="T67" fmla="*/ 1 h 817"/>
                <a:gd name="T68" fmla="*/ 3 w 398"/>
                <a:gd name="T69" fmla="*/ 0 h 817"/>
                <a:gd name="T70" fmla="*/ 3 w 398"/>
                <a:gd name="T71" fmla="*/ 0 h 817"/>
                <a:gd name="T72" fmla="*/ 3 w 398"/>
                <a:gd name="T73" fmla="*/ 0 h 817"/>
                <a:gd name="T74" fmla="*/ 3 w 398"/>
                <a:gd name="T75" fmla="*/ 0 h 817"/>
                <a:gd name="T76" fmla="*/ 3 w 398"/>
                <a:gd name="T77" fmla="*/ 0 h 817"/>
                <a:gd name="T78" fmla="*/ 3 w 398"/>
                <a:gd name="T79" fmla="*/ 0 h 817"/>
                <a:gd name="T80" fmla="*/ 3 w 398"/>
                <a:gd name="T81" fmla="*/ 0 h 817"/>
                <a:gd name="T82" fmla="*/ 3 w 398"/>
                <a:gd name="T83" fmla="*/ 0 h 817"/>
                <a:gd name="T84" fmla="*/ 3 w 398"/>
                <a:gd name="T85" fmla="*/ 0 h 817"/>
                <a:gd name="T86" fmla="*/ 2 w 398"/>
                <a:gd name="T87" fmla="*/ 0 h 817"/>
                <a:gd name="T88" fmla="*/ 2 w 398"/>
                <a:gd name="T89" fmla="*/ 0 h 817"/>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398"/>
                <a:gd name="T136" fmla="*/ 0 h 817"/>
                <a:gd name="T137" fmla="*/ 398 w 398"/>
                <a:gd name="T138" fmla="*/ 817 h 817"/>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398" h="817">
                  <a:moveTo>
                    <a:pt x="304" y="47"/>
                  </a:moveTo>
                  <a:lnTo>
                    <a:pt x="304" y="47"/>
                  </a:lnTo>
                  <a:lnTo>
                    <a:pt x="301" y="97"/>
                  </a:lnTo>
                  <a:lnTo>
                    <a:pt x="297" y="147"/>
                  </a:lnTo>
                  <a:lnTo>
                    <a:pt x="291" y="198"/>
                  </a:lnTo>
                  <a:lnTo>
                    <a:pt x="280" y="247"/>
                  </a:lnTo>
                  <a:lnTo>
                    <a:pt x="268" y="297"/>
                  </a:lnTo>
                  <a:lnTo>
                    <a:pt x="253" y="347"/>
                  </a:lnTo>
                  <a:lnTo>
                    <a:pt x="236" y="395"/>
                  </a:lnTo>
                  <a:lnTo>
                    <a:pt x="217" y="442"/>
                  </a:lnTo>
                  <a:lnTo>
                    <a:pt x="195" y="487"/>
                  </a:lnTo>
                  <a:lnTo>
                    <a:pt x="171" y="532"/>
                  </a:lnTo>
                  <a:lnTo>
                    <a:pt x="147" y="574"/>
                  </a:lnTo>
                  <a:lnTo>
                    <a:pt x="121" y="613"/>
                  </a:lnTo>
                  <a:lnTo>
                    <a:pt x="93" y="650"/>
                  </a:lnTo>
                  <a:lnTo>
                    <a:pt x="64" y="684"/>
                  </a:lnTo>
                  <a:lnTo>
                    <a:pt x="32" y="716"/>
                  </a:lnTo>
                  <a:lnTo>
                    <a:pt x="0" y="744"/>
                  </a:lnTo>
                  <a:lnTo>
                    <a:pt x="59" y="817"/>
                  </a:lnTo>
                  <a:lnTo>
                    <a:pt x="95" y="784"/>
                  </a:lnTo>
                  <a:lnTo>
                    <a:pt x="132" y="748"/>
                  </a:lnTo>
                  <a:lnTo>
                    <a:pt x="166" y="709"/>
                  </a:lnTo>
                  <a:lnTo>
                    <a:pt x="196" y="667"/>
                  </a:lnTo>
                  <a:lnTo>
                    <a:pt x="227" y="623"/>
                  </a:lnTo>
                  <a:lnTo>
                    <a:pt x="253" y="576"/>
                  </a:lnTo>
                  <a:lnTo>
                    <a:pt x="279" y="530"/>
                  </a:lnTo>
                  <a:lnTo>
                    <a:pt x="301" y="479"/>
                  </a:lnTo>
                  <a:lnTo>
                    <a:pt x="323" y="428"/>
                  </a:lnTo>
                  <a:lnTo>
                    <a:pt x="342" y="375"/>
                  </a:lnTo>
                  <a:lnTo>
                    <a:pt x="359" y="321"/>
                  </a:lnTo>
                  <a:lnTo>
                    <a:pt x="372" y="268"/>
                  </a:lnTo>
                  <a:lnTo>
                    <a:pt x="382" y="212"/>
                  </a:lnTo>
                  <a:lnTo>
                    <a:pt x="391" y="157"/>
                  </a:lnTo>
                  <a:lnTo>
                    <a:pt x="395" y="102"/>
                  </a:lnTo>
                  <a:lnTo>
                    <a:pt x="398" y="47"/>
                  </a:lnTo>
                  <a:lnTo>
                    <a:pt x="394" y="27"/>
                  </a:lnTo>
                  <a:lnTo>
                    <a:pt x="383" y="11"/>
                  </a:lnTo>
                  <a:lnTo>
                    <a:pt x="368" y="3"/>
                  </a:lnTo>
                  <a:lnTo>
                    <a:pt x="351" y="0"/>
                  </a:lnTo>
                  <a:lnTo>
                    <a:pt x="333" y="3"/>
                  </a:lnTo>
                  <a:lnTo>
                    <a:pt x="319" y="11"/>
                  </a:lnTo>
                  <a:lnTo>
                    <a:pt x="307" y="27"/>
                  </a:lnTo>
                  <a:lnTo>
                    <a:pt x="304" y="4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1575" name="Freeform 37"/>
            <p:cNvSpPr>
              <a:spLocks/>
            </p:cNvSpPr>
            <p:nvPr/>
          </p:nvSpPr>
          <p:spPr bwMode="auto">
            <a:xfrm>
              <a:off x="1660" y="1701"/>
              <a:ext cx="19" cy="365"/>
            </a:xfrm>
            <a:custGeom>
              <a:avLst/>
              <a:gdLst>
                <a:gd name="T0" fmla="*/ 0 w 95"/>
                <a:gd name="T1" fmla="*/ 0 h 1826"/>
                <a:gd name="T2" fmla="*/ 0 w 95"/>
                <a:gd name="T3" fmla="*/ 0 h 1826"/>
                <a:gd name="T4" fmla="*/ 0 w 95"/>
                <a:gd name="T5" fmla="*/ 15 h 1826"/>
                <a:gd name="T6" fmla="*/ 1 w 95"/>
                <a:gd name="T7" fmla="*/ 15 h 1826"/>
                <a:gd name="T8" fmla="*/ 1 w 95"/>
                <a:gd name="T9" fmla="*/ 0 h 1826"/>
                <a:gd name="T10" fmla="*/ 1 w 95"/>
                <a:gd name="T11" fmla="*/ 0 h 1826"/>
                <a:gd name="T12" fmla="*/ 1 w 95"/>
                <a:gd name="T13" fmla="*/ 0 h 1826"/>
                <a:gd name="T14" fmla="*/ 1 w 95"/>
                <a:gd name="T15" fmla="*/ 0 h 1826"/>
                <a:gd name="T16" fmla="*/ 1 w 95"/>
                <a:gd name="T17" fmla="*/ 0 h 1826"/>
                <a:gd name="T18" fmla="*/ 1 w 95"/>
                <a:gd name="T19" fmla="*/ 0 h 1826"/>
                <a:gd name="T20" fmla="*/ 0 w 95"/>
                <a:gd name="T21" fmla="*/ 0 h 1826"/>
                <a:gd name="T22" fmla="*/ 0 w 95"/>
                <a:gd name="T23" fmla="*/ 0 h 1826"/>
                <a:gd name="T24" fmla="*/ 0 w 95"/>
                <a:gd name="T25" fmla="*/ 0 h 1826"/>
                <a:gd name="T26" fmla="*/ 0 w 95"/>
                <a:gd name="T27" fmla="*/ 0 h 1826"/>
                <a:gd name="T28" fmla="*/ 0 w 95"/>
                <a:gd name="T29" fmla="*/ 0 h 1826"/>
                <a:gd name="T30" fmla="*/ 0 w 95"/>
                <a:gd name="T31" fmla="*/ 0 h 182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95"/>
                <a:gd name="T49" fmla="*/ 0 h 1826"/>
                <a:gd name="T50" fmla="*/ 95 w 95"/>
                <a:gd name="T51" fmla="*/ 1826 h 182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95" h="1826">
                  <a:moveTo>
                    <a:pt x="0" y="49"/>
                  </a:moveTo>
                  <a:lnTo>
                    <a:pt x="0" y="47"/>
                  </a:lnTo>
                  <a:lnTo>
                    <a:pt x="1" y="1826"/>
                  </a:lnTo>
                  <a:lnTo>
                    <a:pt x="95" y="1826"/>
                  </a:lnTo>
                  <a:lnTo>
                    <a:pt x="93" y="47"/>
                  </a:lnTo>
                  <a:lnTo>
                    <a:pt x="93" y="45"/>
                  </a:lnTo>
                  <a:lnTo>
                    <a:pt x="93" y="47"/>
                  </a:lnTo>
                  <a:lnTo>
                    <a:pt x="90" y="27"/>
                  </a:lnTo>
                  <a:lnTo>
                    <a:pt x="79" y="12"/>
                  </a:lnTo>
                  <a:lnTo>
                    <a:pt x="64" y="4"/>
                  </a:lnTo>
                  <a:lnTo>
                    <a:pt x="47" y="0"/>
                  </a:lnTo>
                  <a:lnTo>
                    <a:pt x="29" y="4"/>
                  </a:lnTo>
                  <a:lnTo>
                    <a:pt x="15" y="12"/>
                  </a:lnTo>
                  <a:lnTo>
                    <a:pt x="3" y="27"/>
                  </a:lnTo>
                  <a:lnTo>
                    <a:pt x="0" y="47"/>
                  </a:lnTo>
                  <a:lnTo>
                    <a:pt x="0" y="4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1576" name="Freeform 38"/>
            <p:cNvSpPr>
              <a:spLocks/>
            </p:cNvSpPr>
            <p:nvPr/>
          </p:nvSpPr>
          <p:spPr bwMode="auto">
            <a:xfrm>
              <a:off x="1598" y="1598"/>
              <a:ext cx="81" cy="113"/>
            </a:xfrm>
            <a:custGeom>
              <a:avLst/>
              <a:gdLst>
                <a:gd name="T0" fmla="*/ 0 w 401"/>
                <a:gd name="T1" fmla="*/ 1 h 566"/>
                <a:gd name="T2" fmla="*/ 0 w 401"/>
                <a:gd name="T3" fmla="*/ 1 h 566"/>
                <a:gd name="T4" fmla="*/ 0 w 401"/>
                <a:gd name="T5" fmla="*/ 1 h 566"/>
                <a:gd name="T6" fmla="*/ 1 w 401"/>
                <a:gd name="T7" fmla="*/ 1 h 566"/>
                <a:gd name="T8" fmla="*/ 1 w 401"/>
                <a:gd name="T9" fmla="*/ 1 h 566"/>
                <a:gd name="T10" fmla="*/ 1 w 401"/>
                <a:gd name="T11" fmla="*/ 1 h 566"/>
                <a:gd name="T12" fmla="*/ 1 w 401"/>
                <a:gd name="T13" fmla="*/ 2 h 566"/>
                <a:gd name="T14" fmla="*/ 1 w 401"/>
                <a:gd name="T15" fmla="*/ 2 h 566"/>
                <a:gd name="T16" fmla="*/ 2 w 401"/>
                <a:gd name="T17" fmla="*/ 2 h 566"/>
                <a:gd name="T18" fmla="*/ 2 w 401"/>
                <a:gd name="T19" fmla="*/ 2 h 566"/>
                <a:gd name="T20" fmla="*/ 2 w 401"/>
                <a:gd name="T21" fmla="*/ 2 h 566"/>
                <a:gd name="T22" fmla="*/ 2 w 401"/>
                <a:gd name="T23" fmla="*/ 3 h 566"/>
                <a:gd name="T24" fmla="*/ 2 w 401"/>
                <a:gd name="T25" fmla="*/ 3 h 566"/>
                <a:gd name="T26" fmla="*/ 2 w 401"/>
                <a:gd name="T27" fmla="*/ 3 h 566"/>
                <a:gd name="T28" fmla="*/ 2 w 401"/>
                <a:gd name="T29" fmla="*/ 4 h 566"/>
                <a:gd name="T30" fmla="*/ 2 w 401"/>
                <a:gd name="T31" fmla="*/ 4 h 566"/>
                <a:gd name="T32" fmla="*/ 2 w 401"/>
                <a:gd name="T33" fmla="*/ 4 h 566"/>
                <a:gd name="T34" fmla="*/ 3 w 401"/>
                <a:gd name="T35" fmla="*/ 5 h 566"/>
                <a:gd name="T36" fmla="*/ 3 w 401"/>
                <a:gd name="T37" fmla="*/ 4 h 566"/>
                <a:gd name="T38" fmla="*/ 3 w 401"/>
                <a:gd name="T39" fmla="*/ 4 h 566"/>
                <a:gd name="T40" fmla="*/ 3 w 401"/>
                <a:gd name="T41" fmla="*/ 4 h 566"/>
                <a:gd name="T42" fmla="*/ 3 w 401"/>
                <a:gd name="T43" fmla="*/ 3 h 566"/>
                <a:gd name="T44" fmla="*/ 3 w 401"/>
                <a:gd name="T45" fmla="*/ 3 h 566"/>
                <a:gd name="T46" fmla="*/ 3 w 401"/>
                <a:gd name="T47" fmla="*/ 3 h 566"/>
                <a:gd name="T48" fmla="*/ 3 w 401"/>
                <a:gd name="T49" fmla="*/ 2 h 566"/>
                <a:gd name="T50" fmla="*/ 3 w 401"/>
                <a:gd name="T51" fmla="*/ 2 h 566"/>
                <a:gd name="T52" fmla="*/ 2 w 401"/>
                <a:gd name="T53" fmla="*/ 2 h 566"/>
                <a:gd name="T54" fmla="*/ 2 w 401"/>
                <a:gd name="T55" fmla="*/ 2 h 566"/>
                <a:gd name="T56" fmla="*/ 2 w 401"/>
                <a:gd name="T57" fmla="*/ 1 h 566"/>
                <a:gd name="T58" fmla="*/ 2 w 401"/>
                <a:gd name="T59" fmla="*/ 1 h 566"/>
                <a:gd name="T60" fmla="*/ 2 w 401"/>
                <a:gd name="T61" fmla="*/ 1 h 566"/>
                <a:gd name="T62" fmla="*/ 1 w 401"/>
                <a:gd name="T63" fmla="*/ 1 h 566"/>
                <a:gd name="T64" fmla="*/ 1 w 401"/>
                <a:gd name="T65" fmla="*/ 0 h 566"/>
                <a:gd name="T66" fmla="*/ 1 w 401"/>
                <a:gd name="T67" fmla="*/ 0 h 566"/>
                <a:gd name="T68" fmla="*/ 1 w 401"/>
                <a:gd name="T69" fmla="*/ 0 h 566"/>
                <a:gd name="T70" fmla="*/ 1 w 401"/>
                <a:gd name="T71" fmla="*/ 0 h 566"/>
                <a:gd name="T72" fmla="*/ 1 w 401"/>
                <a:gd name="T73" fmla="*/ 0 h 566"/>
                <a:gd name="T74" fmla="*/ 0 w 401"/>
                <a:gd name="T75" fmla="*/ 0 h 566"/>
                <a:gd name="T76" fmla="*/ 0 w 401"/>
                <a:gd name="T77" fmla="*/ 0 h 566"/>
                <a:gd name="T78" fmla="*/ 0 w 401"/>
                <a:gd name="T79" fmla="*/ 0 h 566"/>
                <a:gd name="T80" fmla="*/ 0 w 401"/>
                <a:gd name="T81" fmla="*/ 0 h 566"/>
                <a:gd name="T82" fmla="*/ 0 w 401"/>
                <a:gd name="T83" fmla="*/ 0 h 566"/>
                <a:gd name="T84" fmla="*/ 0 w 401"/>
                <a:gd name="T85" fmla="*/ 0 h 566"/>
                <a:gd name="T86" fmla="*/ 0 w 401"/>
                <a:gd name="T87" fmla="*/ 1 h 566"/>
                <a:gd name="T88" fmla="*/ 0 w 401"/>
                <a:gd name="T89" fmla="*/ 1 h 56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401"/>
                <a:gd name="T136" fmla="*/ 0 h 566"/>
                <a:gd name="T137" fmla="*/ 401 w 401"/>
                <a:gd name="T138" fmla="*/ 566 h 566"/>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401" h="566">
                  <a:moveTo>
                    <a:pt x="23" y="88"/>
                  </a:moveTo>
                  <a:lnTo>
                    <a:pt x="23" y="88"/>
                  </a:lnTo>
                  <a:lnTo>
                    <a:pt x="53" y="107"/>
                  </a:lnTo>
                  <a:lnTo>
                    <a:pt x="83" y="125"/>
                  </a:lnTo>
                  <a:lnTo>
                    <a:pt x="108" y="147"/>
                  </a:lnTo>
                  <a:lnTo>
                    <a:pt x="135" y="171"/>
                  </a:lnTo>
                  <a:lnTo>
                    <a:pt x="160" y="196"/>
                  </a:lnTo>
                  <a:lnTo>
                    <a:pt x="182" y="223"/>
                  </a:lnTo>
                  <a:lnTo>
                    <a:pt x="205" y="251"/>
                  </a:lnTo>
                  <a:lnTo>
                    <a:pt x="223" y="281"/>
                  </a:lnTo>
                  <a:lnTo>
                    <a:pt x="240" y="312"/>
                  </a:lnTo>
                  <a:lnTo>
                    <a:pt x="256" y="345"/>
                  </a:lnTo>
                  <a:lnTo>
                    <a:pt x="270" y="379"/>
                  </a:lnTo>
                  <a:lnTo>
                    <a:pt x="282" y="414"/>
                  </a:lnTo>
                  <a:lnTo>
                    <a:pt x="291" y="450"/>
                  </a:lnTo>
                  <a:lnTo>
                    <a:pt x="299" y="488"/>
                  </a:lnTo>
                  <a:lnTo>
                    <a:pt x="304" y="526"/>
                  </a:lnTo>
                  <a:lnTo>
                    <a:pt x="308" y="566"/>
                  </a:lnTo>
                  <a:lnTo>
                    <a:pt x="401" y="562"/>
                  </a:lnTo>
                  <a:lnTo>
                    <a:pt x="398" y="517"/>
                  </a:lnTo>
                  <a:lnTo>
                    <a:pt x="391" y="471"/>
                  </a:lnTo>
                  <a:lnTo>
                    <a:pt x="383" y="429"/>
                  </a:lnTo>
                  <a:lnTo>
                    <a:pt x="371" y="386"/>
                  </a:lnTo>
                  <a:lnTo>
                    <a:pt x="357" y="346"/>
                  </a:lnTo>
                  <a:lnTo>
                    <a:pt x="340" y="307"/>
                  </a:lnTo>
                  <a:lnTo>
                    <a:pt x="324" y="270"/>
                  </a:lnTo>
                  <a:lnTo>
                    <a:pt x="303" y="232"/>
                  </a:lnTo>
                  <a:lnTo>
                    <a:pt x="280" y="197"/>
                  </a:lnTo>
                  <a:lnTo>
                    <a:pt x="255" y="164"/>
                  </a:lnTo>
                  <a:lnTo>
                    <a:pt x="228" y="132"/>
                  </a:lnTo>
                  <a:lnTo>
                    <a:pt x="199" y="103"/>
                  </a:lnTo>
                  <a:lnTo>
                    <a:pt x="169" y="76"/>
                  </a:lnTo>
                  <a:lnTo>
                    <a:pt x="137" y="50"/>
                  </a:lnTo>
                  <a:lnTo>
                    <a:pt x="103" y="27"/>
                  </a:lnTo>
                  <a:lnTo>
                    <a:pt x="67" y="6"/>
                  </a:lnTo>
                  <a:lnTo>
                    <a:pt x="48" y="0"/>
                  </a:lnTo>
                  <a:lnTo>
                    <a:pt x="30" y="2"/>
                  </a:lnTo>
                  <a:lnTo>
                    <a:pt x="16" y="12"/>
                  </a:lnTo>
                  <a:lnTo>
                    <a:pt x="5" y="25"/>
                  </a:lnTo>
                  <a:lnTo>
                    <a:pt x="0" y="41"/>
                  </a:lnTo>
                  <a:lnTo>
                    <a:pt x="0" y="59"/>
                  </a:lnTo>
                  <a:lnTo>
                    <a:pt x="8" y="75"/>
                  </a:lnTo>
                  <a:lnTo>
                    <a:pt x="23"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1577" name="Freeform 39"/>
            <p:cNvSpPr>
              <a:spLocks/>
            </p:cNvSpPr>
            <p:nvPr/>
          </p:nvSpPr>
          <p:spPr bwMode="auto">
            <a:xfrm>
              <a:off x="1346" y="1455"/>
              <a:ext cx="266" cy="160"/>
            </a:xfrm>
            <a:custGeom>
              <a:avLst/>
              <a:gdLst>
                <a:gd name="T0" fmla="*/ 0 w 1330"/>
                <a:gd name="T1" fmla="*/ 1 h 801"/>
                <a:gd name="T2" fmla="*/ 0 w 1330"/>
                <a:gd name="T3" fmla="*/ 1 h 801"/>
                <a:gd name="T4" fmla="*/ 10 w 1330"/>
                <a:gd name="T5" fmla="*/ 6 h 801"/>
                <a:gd name="T6" fmla="*/ 11 w 1330"/>
                <a:gd name="T7" fmla="*/ 6 h 801"/>
                <a:gd name="T8" fmla="*/ 1 w 1330"/>
                <a:gd name="T9" fmla="*/ 0 h 801"/>
                <a:gd name="T10" fmla="*/ 1 w 1330"/>
                <a:gd name="T11" fmla="*/ 0 h 801"/>
                <a:gd name="T12" fmla="*/ 1 w 1330"/>
                <a:gd name="T13" fmla="*/ 0 h 801"/>
                <a:gd name="T14" fmla="*/ 0 w 1330"/>
                <a:gd name="T15" fmla="*/ 0 h 801"/>
                <a:gd name="T16" fmla="*/ 0 w 1330"/>
                <a:gd name="T17" fmla="*/ 0 h 801"/>
                <a:gd name="T18" fmla="*/ 0 w 1330"/>
                <a:gd name="T19" fmla="*/ 0 h 801"/>
                <a:gd name="T20" fmla="*/ 0 w 1330"/>
                <a:gd name="T21" fmla="*/ 0 h 801"/>
                <a:gd name="T22" fmla="*/ 0 w 1330"/>
                <a:gd name="T23" fmla="*/ 0 h 801"/>
                <a:gd name="T24" fmla="*/ 0 w 1330"/>
                <a:gd name="T25" fmla="*/ 0 h 801"/>
                <a:gd name="T26" fmla="*/ 0 w 1330"/>
                <a:gd name="T27" fmla="*/ 1 h 801"/>
                <a:gd name="T28" fmla="*/ 0 w 1330"/>
                <a:gd name="T29" fmla="*/ 1 h 801"/>
                <a:gd name="T30" fmla="*/ 0 w 1330"/>
                <a:gd name="T31" fmla="*/ 1 h 801"/>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30"/>
                <a:gd name="T49" fmla="*/ 0 h 801"/>
                <a:gd name="T50" fmla="*/ 1330 w 1330"/>
                <a:gd name="T51" fmla="*/ 801 h 801"/>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30" h="801">
                  <a:moveTo>
                    <a:pt x="24" y="88"/>
                  </a:moveTo>
                  <a:lnTo>
                    <a:pt x="23" y="88"/>
                  </a:lnTo>
                  <a:lnTo>
                    <a:pt x="1286" y="801"/>
                  </a:lnTo>
                  <a:lnTo>
                    <a:pt x="1330" y="719"/>
                  </a:lnTo>
                  <a:lnTo>
                    <a:pt x="67" y="6"/>
                  </a:lnTo>
                  <a:lnTo>
                    <a:pt x="66" y="6"/>
                  </a:lnTo>
                  <a:lnTo>
                    <a:pt x="67" y="6"/>
                  </a:lnTo>
                  <a:lnTo>
                    <a:pt x="48" y="0"/>
                  </a:lnTo>
                  <a:lnTo>
                    <a:pt x="30" y="2"/>
                  </a:lnTo>
                  <a:lnTo>
                    <a:pt x="16" y="12"/>
                  </a:lnTo>
                  <a:lnTo>
                    <a:pt x="5" y="25"/>
                  </a:lnTo>
                  <a:lnTo>
                    <a:pt x="0" y="41"/>
                  </a:lnTo>
                  <a:lnTo>
                    <a:pt x="0" y="59"/>
                  </a:lnTo>
                  <a:lnTo>
                    <a:pt x="8" y="75"/>
                  </a:lnTo>
                  <a:lnTo>
                    <a:pt x="23" y="88"/>
                  </a:lnTo>
                  <a:lnTo>
                    <a:pt x="24"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1578" name="Freeform 40"/>
            <p:cNvSpPr>
              <a:spLocks/>
            </p:cNvSpPr>
            <p:nvPr/>
          </p:nvSpPr>
          <p:spPr bwMode="auto">
            <a:xfrm>
              <a:off x="1198" y="1439"/>
              <a:ext cx="161" cy="35"/>
            </a:xfrm>
            <a:custGeom>
              <a:avLst/>
              <a:gdLst>
                <a:gd name="T0" fmla="*/ 1 w 806"/>
                <a:gd name="T1" fmla="*/ 1 h 177"/>
                <a:gd name="T2" fmla="*/ 1 w 806"/>
                <a:gd name="T3" fmla="*/ 1 h 177"/>
                <a:gd name="T4" fmla="*/ 1 w 806"/>
                <a:gd name="T5" fmla="*/ 1 h 177"/>
                <a:gd name="T6" fmla="*/ 1 w 806"/>
                <a:gd name="T7" fmla="*/ 1 h 177"/>
                <a:gd name="T8" fmla="*/ 2 w 806"/>
                <a:gd name="T9" fmla="*/ 1 h 177"/>
                <a:gd name="T10" fmla="*/ 2 w 806"/>
                <a:gd name="T11" fmla="*/ 1 h 177"/>
                <a:gd name="T12" fmla="*/ 2 w 806"/>
                <a:gd name="T13" fmla="*/ 1 h 177"/>
                <a:gd name="T14" fmla="*/ 3 w 806"/>
                <a:gd name="T15" fmla="*/ 1 h 177"/>
                <a:gd name="T16" fmla="*/ 3 w 806"/>
                <a:gd name="T17" fmla="*/ 1 h 177"/>
                <a:gd name="T18" fmla="*/ 3 w 806"/>
                <a:gd name="T19" fmla="*/ 1 h 177"/>
                <a:gd name="T20" fmla="*/ 4 w 806"/>
                <a:gd name="T21" fmla="*/ 1 h 177"/>
                <a:gd name="T22" fmla="*/ 4 w 806"/>
                <a:gd name="T23" fmla="*/ 1 h 177"/>
                <a:gd name="T24" fmla="*/ 5 w 806"/>
                <a:gd name="T25" fmla="*/ 1 h 177"/>
                <a:gd name="T26" fmla="*/ 5 w 806"/>
                <a:gd name="T27" fmla="*/ 1 h 177"/>
                <a:gd name="T28" fmla="*/ 5 w 806"/>
                <a:gd name="T29" fmla="*/ 1 h 177"/>
                <a:gd name="T30" fmla="*/ 6 w 806"/>
                <a:gd name="T31" fmla="*/ 1 h 177"/>
                <a:gd name="T32" fmla="*/ 6 w 806"/>
                <a:gd name="T33" fmla="*/ 1 h 177"/>
                <a:gd name="T34" fmla="*/ 6 w 806"/>
                <a:gd name="T35" fmla="*/ 1 h 177"/>
                <a:gd name="T36" fmla="*/ 6 w 806"/>
                <a:gd name="T37" fmla="*/ 1 h 177"/>
                <a:gd name="T38" fmla="*/ 6 w 806"/>
                <a:gd name="T39" fmla="*/ 1 h 177"/>
                <a:gd name="T40" fmla="*/ 6 w 806"/>
                <a:gd name="T41" fmla="*/ 0 h 177"/>
                <a:gd name="T42" fmla="*/ 5 w 806"/>
                <a:gd name="T43" fmla="*/ 0 h 177"/>
                <a:gd name="T44" fmla="*/ 5 w 806"/>
                <a:gd name="T45" fmla="*/ 0 h 177"/>
                <a:gd name="T46" fmla="*/ 5 w 806"/>
                <a:gd name="T47" fmla="*/ 0 h 177"/>
                <a:gd name="T48" fmla="*/ 4 w 806"/>
                <a:gd name="T49" fmla="*/ 0 h 177"/>
                <a:gd name="T50" fmla="*/ 4 w 806"/>
                <a:gd name="T51" fmla="*/ 0 h 177"/>
                <a:gd name="T52" fmla="*/ 3 w 806"/>
                <a:gd name="T53" fmla="*/ 0 h 177"/>
                <a:gd name="T54" fmla="*/ 3 w 806"/>
                <a:gd name="T55" fmla="*/ 0 h 177"/>
                <a:gd name="T56" fmla="*/ 3 w 806"/>
                <a:gd name="T57" fmla="*/ 0 h 177"/>
                <a:gd name="T58" fmla="*/ 2 w 806"/>
                <a:gd name="T59" fmla="*/ 0 h 177"/>
                <a:gd name="T60" fmla="*/ 2 w 806"/>
                <a:gd name="T61" fmla="*/ 0 h 177"/>
                <a:gd name="T62" fmla="*/ 1 w 806"/>
                <a:gd name="T63" fmla="*/ 0 h 177"/>
                <a:gd name="T64" fmla="*/ 1 w 806"/>
                <a:gd name="T65" fmla="*/ 0 h 177"/>
                <a:gd name="T66" fmla="*/ 1 w 806"/>
                <a:gd name="T67" fmla="*/ 1 h 177"/>
                <a:gd name="T68" fmla="*/ 0 w 806"/>
                <a:gd name="T69" fmla="*/ 1 h 177"/>
                <a:gd name="T70" fmla="*/ 0 w 806"/>
                <a:gd name="T71" fmla="*/ 1 h 177"/>
                <a:gd name="T72" fmla="*/ 0 w 806"/>
                <a:gd name="T73" fmla="*/ 1 h 177"/>
                <a:gd name="T74" fmla="*/ 0 w 806"/>
                <a:gd name="T75" fmla="*/ 1 h 177"/>
                <a:gd name="T76" fmla="*/ 0 w 806"/>
                <a:gd name="T77" fmla="*/ 1 h 177"/>
                <a:gd name="T78" fmla="*/ 0 w 806"/>
                <a:gd name="T79" fmla="*/ 1 h 177"/>
                <a:gd name="T80" fmla="*/ 0 w 806"/>
                <a:gd name="T81" fmla="*/ 1 h 177"/>
                <a:gd name="T82" fmla="*/ 0 w 806"/>
                <a:gd name="T83" fmla="*/ 1 h 177"/>
                <a:gd name="T84" fmla="*/ 0 w 806"/>
                <a:gd name="T85" fmla="*/ 1 h 177"/>
                <a:gd name="T86" fmla="*/ 0 w 806"/>
                <a:gd name="T87" fmla="*/ 1 h 177"/>
                <a:gd name="T88" fmla="*/ 1 w 806"/>
                <a:gd name="T89" fmla="*/ 1 h 177"/>
                <a:gd name="T90" fmla="*/ 1 w 806"/>
                <a:gd name="T91" fmla="*/ 1 h 17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806"/>
                <a:gd name="T139" fmla="*/ 0 h 177"/>
                <a:gd name="T140" fmla="*/ 806 w 806"/>
                <a:gd name="T141" fmla="*/ 177 h 17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806" h="177">
                  <a:moveTo>
                    <a:pt x="67" y="171"/>
                  </a:moveTo>
                  <a:lnTo>
                    <a:pt x="68" y="171"/>
                  </a:lnTo>
                  <a:lnTo>
                    <a:pt x="109" y="151"/>
                  </a:lnTo>
                  <a:lnTo>
                    <a:pt x="151" y="135"/>
                  </a:lnTo>
                  <a:lnTo>
                    <a:pt x="196" y="122"/>
                  </a:lnTo>
                  <a:lnTo>
                    <a:pt x="242" y="110"/>
                  </a:lnTo>
                  <a:lnTo>
                    <a:pt x="287" y="102"/>
                  </a:lnTo>
                  <a:lnTo>
                    <a:pt x="335" y="97"/>
                  </a:lnTo>
                  <a:lnTo>
                    <a:pt x="382" y="95"/>
                  </a:lnTo>
                  <a:lnTo>
                    <a:pt x="430" y="94"/>
                  </a:lnTo>
                  <a:lnTo>
                    <a:pt x="477" y="97"/>
                  </a:lnTo>
                  <a:lnTo>
                    <a:pt x="524" y="102"/>
                  </a:lnTo>
                  <a:lnTo>
                    <a:pt x="568" y="108"/>
                  </a:lnTo>
                  <a:lnTo>
                    <a:pt x="612" y="117"/>
                  </a:lnTo>
                  <a:lnTo>
                    <a:pt x="654" y="128"/>
                  </a:lnTo>
                  <a:lnTo>
                    <a:pt x="693" y="141"/>
                  </a:lnTo>
                  <a:lnTo>
                    <a:pt x="730" y="155"/>
                  </a:lnTo>
                  <a:lnTo>
                    <a:pt x="764" y="171"/>
                  </a:lnTo>
                  <a:lnTo>
                    <a:pt x="806" y="89"/>
                  </a:lnTo>
                  <a:lnTo>
                    <a:pt x="768" y="70"/>
                  </a:lnTo>
                  <a:lnTo>
                    <a:pt x="725" y="54"/>
                  </a:lnTo>
                  <a:lnTo>
                    <a:pt x="680" y="39"/>
                  </a:lnTo>
                  <a:lnTo>
                    <a:pt x="633" y="26"/>
                  </a:lnTo>
                  <a:lnTo>
                    <a:pt x="585" y="16"/>
                  </a:lnTo>
                  <a:lnTo>
                    <a:pt x="536" y="8"/>
                  </a:lnTo>
                  <a:lnTo>
                    <a:pt x="484" y="3"/>
                  </a:lnTo>
                  <a:lnTo>
                    <a:pt x="433" y="0"/>
                  </a:lnTo>
                  <a:lnTo>
                    <a:pt x="380" y="1"/>
                  </a:lnTo>
                  <a:lnTo>
                    <a:pt x="328" y="3"/>
                  </a:lnTo>
                  <a:lnTo>
                    <a:pt x="276" y="10"/>
                  </a:lnTo>
                  <a:lnTo>
                    <a:pt x="223" y="19"/>
                  </a:lnTo>
                  <a:lnTo>
                    <a:pt x="172" y="30"/>
                  </a:lnTo>
                  <a:lnTo>
                    <a:pt x="121" y="46"/>
                  </a:lnTo>
                  <a:lnTo>
                    <a:pt x="72" y="67"/>
                  </a:lnTo>
                  <a:lnTo>
                    <a:pt x="24" y="89"/>
                  </a:lnTo>
                  <a:lnTo>
                    <a:pt x="25" y="89"/>
                  </a:lnTo>
                  <a:lnTo>
                    <a:pt x="24" y="89"/>
                  </a:lnTo>
                  <a:lnTo>
                    <a:pt x="8" y="102"/>
                  </a:lnTo>
                  <a:lnTo>
                    <a:pt x="0" y="118"/>
                  </a:lnTo>
                  <a:lnTo>
                    <a:pt x="0" y="136"/>
                  </a:lnTo>
                  <a:lnTo>
                    <a:pt x="6" y="152"/>
                  </a:lnTo>
                  <a:lnTo>
                    <a:pt x="17" y="165"/>
                  </a:lnTo>
                  <a:lnTo>
                    <a:pt x="31" y="175"/>
                  </a:lnTo>
                  <a:lnTo>
                    <a:pt x="48" y="177"/>
                  </a:lnTo>
                  <a:lnTo>
                    <a:pt x="68" y="171"/>
                  </a:lnTo>
                  <a:lnTo>
                    <a:pt x="67" y="1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1579" name="Freeform 41"/>
            <p:cNvSpPr>
              <a:spLocks/>
            </p:cNvSpPr>
            <p:nvPr/>
          </p:nvSpPr>
          <p:spPr bwMode="auto">
            <a:xfrm>
              <a:off x="931" y="1456"/>
              <a:ext cx="280" cy="158"/>
            </a:xfrm>
            <a:custGeom>
              <a:avLst/>
              <a:gdLst>
                <a:gd name="T0" fmla="*/ 1 w 1402"/>
                <a:gd name="T1" fmla="*/ 6 h 787"/>
                <a:gd name="T2" fmla="*/ 1 w 1402"/>
                <a:gd name="T3" fmla="*/ 6 h 787"/>
                <a:gd name="T4" fmla="*/ 11 w 1402"/>
                <a:gd name="T5" fmla="*/ 1 h 787"/>
                <a:gd name="T6" fmla="*/ 11 w 1402"/>
                <a:gd name="T7" fmla="*/ 0 h 787"/>
                <a:gd name="T8" fmla="*/ 0 w 1402"/>
                <a:gd name="T9" fmla="*/ 6 h 787"/>
                <a:gd name="T10" fmla="*/ 0 w 1402"/>
                <a:gd name="T11" fmla="*/ 6 h 787"/>
                <a:gd name="T12" fmla="*/ 0 w 1402"/>
                <a:gd name="T13" fmla="*/ 6 h 787"/>
                <a:gd name="T14" fmla="*/ 0 w 1402"/>
                <a:gd name="T15" fmla="*/ 6 h 787"/>
                <a:gd name="T16" fmla="*/ 0 w 1402"/>
                <a:gd name="T17" fmla="*/ 6 h 787"/>
                <a:gd name="T18" fmla="*/ 0 w 1402"/>
                <a:gd name="T19" fmla="*/ 6 h 787"/>
                <a:gd name="T20" fmla="*/ 0 w 1402"/>
                <a:gd name="T21" fmla="*/ 6 h 787"/>
                <a:gd name="T22" fmla="*/ 0 w 1402"/>
                <a:gd name="T23" fmla="*/ 6 h 787"/>
                <a:gd name="T24" fmla="*/ 0 w 1402"/>
                <a:gd name="T25" fmla="*/ 6 h 787"/>
                <a:gd name="T26" fmla="*/ 0 w 1402"/>
                <a:gd name="T27" fmla="*/ 6 h 787"/>
                <a:gd name="T28" fmla="*/ 1 w 1402"/>
                <a:gd name="T29" fmla="*/ 6 h 787"/>
                <a:gd name="T30" fmla="*/ 1 w 1402"/>
                <a:gd name="T31" fmla="*/ 6 h 78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02"/>
                <a:gd name="T49" fmla="*/ 0 h 787"/>
                <a:gd name="T50" fmla="*/ 1402 w 1402"/>
                <a:gd name="T51" fmla="*/ 787 h 78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02" h="787">
                  <a:moveTo>
                    <a:pt x="69" y="781"/>
                  </a:moveTo>
                  <a:lnTo>
                    <a:pt x="66" y="781"/>
                  </a:lnTo>
                  <a:lnTo>
                    <a:pt x="1402" y="82"/>
                  </a:lnTo>
                  <a:lnTo>
                    <a:pt x="1360" y="0"/>
                  </a:lnTo>
                  <a:lnTo>
                    <a:pt x="24" y="699"/>
                  </a:lnTo>
                  <a:lnTo>
                    <a:pt x="22" y="699"/>
                  </a:lnTo>
                  <a:lnTo>
                    <a:pt x="24" y="699"/>
                  </a:lnTo>
                  <a:lnTo>
                    <a:pt x="8" y="712"/>
                  </a:lnTo>
                  <a:lnTo>
                    <a:pt x="1" y="727"/>
                  </a:lnTo>
                  <a:lnTo>
                    <a:pt x="0" y="744"/>
                  </a:lnTo>
                  <a:lnTo>
                    <a:pt x="5" y="761"/>
                  </a:lnTo>
                  <a:lnTo>
                    <a:pt x="15" y="775"/>
                  </a:lnTo>
                  <a:lnTo>
                    <a:pt x="30" y="784"/>
                  </a:lnTo>
                  <a:lnTo>
                    <a:pt x="46" y="787"/>
                  </a:lnTo>
                  <a:lnTo>
                    <a:pt x="66" y="781"/>
                  </a:lnTo>
                  <a:lnTo>
                    <a:pt x="69" y="7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1580" name="Freeform 42"/>
            <p:cNvSpPr>
              <a:spLocks/>
            </p:cNvSpPr>
            <p:nvPr/>
          </p:nvSpPr>
          <p:spPr bwMode="auto">
            <a:xfrm>
              <a:off x="868" y="1596"/>
              <a:ext cx="77" cy="126"/>
            </a:xfrm>
            <a:custGeom>
              <a:avLst/>
              <a:gdLst>
                <a:gd name="T0" fmla="*/ 1 w 382"/>
                <a:gd name="T1" fmla="*/ 5 h 628"/>
                <a:gd name="T2" fmla="*/ 1 w 382"/>
                <a:gd name="T3" fmla="*/ 5 h 628"/>
                <a:gd name="T4" fmla="*/ 1 w 382"/>
                <a:gd name="T5" fmla="*/ 4 h 628"/>
                <a:gd name="T6" fmla="*/ 1 w 382"/>
                <a:gd name="T7" fmla="*/ 4 h 628"/>
                <a:gd name="T8" fmla="*/ 1 w 382"/>
                <a:gd name="T9" fmla="*/ 4 h 628"/>
                <a:gd name="T10" fmla="*/ 1 w 382"/>
                <a:gd name="T11" fmla="*/ 3 h 628"/>
                <a:gd name="T12" fmla="*/ 1 w 382"/>
                <a:gd name="T13" fmla="*/ 3 h 628"/>
                <a:gd name="T14" fmla="*/ 1 w 382"/>
                <a:gd name="T15" fmla="*/ 3 h 628"/>
                <a:gd name="T16" fmla="*/ 1 w 382"/>
                <a:gd name="T17" fmla="*/ 3 h 628"/>
                <a:gd name="T18" fmla="*/ 1 w 382"/>
                <a:gd name="T19" fmla="*/ 2 h 628"/>
                <a:gd name="T20" fmla="*/ 2 w 382"/>
                <a:gd name="T21" fmla="*/ 2 h 628"/>
                <a:gd name="T22" fmla="*/ 2 w 382"/>
                <a:gd name="T23" fmla="*/ 2 h 628"/>
                <a:gd name="T24" fmla="*/ 2 w 382"/>
                <a:gd name="T25" fmla="*/ 2 h 628"/>
                <a:gd name="T26" fmla="*/ 2 w 382"/>
                <a:gd name="T27" fmla="*/ 1 h 628"/>
                <a:gd name="T28" fmla="*/ 2 w 382"/>
                <a:gd name="T29" fmla="*/ 1 h 628"/>
                <a:gd name="T30" fmla="*/ 3 w 382"/>
                <a:gd name="T31" fmla="*/ 1 h 628"/>
                <a:gd name="T32" fmla="*/ 3 w 382"/>
                <a:gd name="T33" fmla="*/ 1 h 628"/>
                <a:gd name="T34" fmla="*/ 3 w 382"/>
                <a:gd name="T35" fmla="*/ 1 h 628"/>
                <a:gd name="T36" fmla="*/ 3 w 382"/>
                <a:gd name="T37" fmla="*/ 0 h 628"/>
                <a:gd name="T38" fmla="*/ 2 w 382"/>
                <a:gd name="T39" fmla="*/ 0 h 628"/>
                <a:gd name="T40" fmla="*/ 2 w 382"/>
                <a:gd name="T41" fmla="*/ 0 h 628"/>
                <a:gd name="T42" fmla="*/ 2 w 382"/>
                <a:gd name="T43" fmla="*/ 1 h 628"/>
                <a:gd name="T44" fmla="*/ 2 w 382"/>
                <a:gd name="T45" fmla="*/ 1 h 628"/>
                <a:gd name="T46" fmla="*/ 1 w 382"/>
                <a:gd name="T47" fmla="*/ 1 h 628"/>
                <a:gd name="T48" fmla="*/ 1 w 382"/>
                <a:gd name="T49" fmla="*/ 1 h 628"/>
                <a:gd name="T50" fmla="*/ 1 w 382"/>
                <a:gd name="T51" fmla="*/ 2 h 628"/>
                <a:gd name="T52" fmla="*/ 1 w 382"/>
                <a:gd name="T53" fmla="*/ 2 h 628"/>
                <a:gd name="T54" fmla="*/ 1 w 382"/>
                <a:gd name="T55" fmla="*/ 2 h 628"/>
                <a:gd name="T56" fmla="*/ 0 w 382"/>
                <a:gd name="T57" fmla="*/ 3 h 628"/>
                <a:gd name="T58" fmla="*/ 0 w 382"/>
                <a:gd name="T59" fmla="*/ 3 h 628"/>
                <a:gd name="T60" fmla="*/ 0 w 382"/>
                <a:gd name="T61" fmla="*/ 3 h 628"/>
                <a:gd name="T62" fmla="*/ 0 w 382"/>
                <a:gd name="T63" fmla="*/ 4 h 628"/>
                <a:gd name="T64" fmla="*/ 0 w 382"/>
                <a:gd name="T65" fmla="*/ 4 h 628"/>
                <a:gd name="T66" fmla="*/ 0 w 382"/>
                <a:gd name="T67" fmla="*/ 4 h 628"/>
                <a:gd name="T68" fmla="*/ 0 w 382"/>
                <a:gd name="T69" fmla="*/ 5 h 628"/>
                <a:gd name="T70" fmla="*/ 0 w 382"/>
                <a:gd name="T71" fmla="*/ 5 h 628"/>
                <a:gd name="T72" fmla="*/ 0 w 382"/>
                <a:gd name="T73" fmla="*/ 5 h 628"/>
                <a:gd name="T74" fmla="*/ 0 w 382"/>
                <a:gd name="T75" fmla="*/ 5 h 628"/>
                <a:gd name="T76" fmla="*/ 0 w 382"/>
                <a:gd name="T77" fmla="*/ 5 h 628"/>
                <a:gd name="T78" fmla="*/ 0 w 382"/>
                <a:gd name="T79" fmla="*/ 5 h 628"/>
                <a:gd name="T80" fmla="*/ 0 w 382"/>
                <a:gd name="T81" fmla="*/ 5 h 628"/>
                <a:gd name="T82" fmla="*/ 1 w 382"/>
                <a:gd name="T83" fmla="*/ 5 h 628"/>
                <a:gd name="T84" fmla="*/ 1 w 382"/>
                <a:gd name="T85" fmla="*/ 5 h 628"/>
                <a:gd name="T86" fmla="*/ 1 w 382"/>
                <a:gd name="T87" fmla="*/ 5 h 628"/>
                <a:gd name="T88" fmla="*/ 1 w 382"/>
                <a:gd name="T89" fmla="*/ 5 h 628"/>
                <a:gd name="T90" fmla="*/ 1 w 382"/>
                <a:gd name="T91" fmla="*/ 5 h 628"/>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382"/>
                <a:gd name="T139" fmla="*/ 0 h 628"/>
                <a:gd name="T140" fmla="*/ 382 w 382"/>
                <a:gd name="T141" fmla="*/ 628 h 628"/>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382" h="628">
                  <a:moveTo>
                    <a:pt x="94" y="581"/>
                  </a:moveTo>
                  <a:lnTo>
                    <a:pt x="94" y="582"/>
                  </a:lnTo>
                  <a:lnTo>
                    <a:pt x="96" y="541"/>
                  </a:lnTo>
                  <a:lnTo>
                    <a:pt x="99" y="500"/>
                  </a:lnTo>
                  <a:lnTo>
                    <a:pt x="106" y="463"/>
                  </a:lnTo>
                  <a:lnTo>
                    <a:pt x="115" y="424"/>
                  </a:lnTo>
                  <a:lnTo>
                    <a:pt x="127" y="389"/>
                  </a:lnTo>
                  <a:lnTo>
                    <a:pt x="140" y="353"/>
                  </a:lnTo>
                  <a:lnTo>
                    <a:pt x="156" y="320"/>
                  </a:lnTo>
                  <a:lnTo>
                    <a:pt x="173" y="287"/>
                  </a:lnTo>
                  <a:lnTo>
                    <a:pt x="193" y="255"/>
                  </a:lnTo>
                  <a:lnTo>
                    <a:pt x="214" y="226"/>
                  </a:lnTo>
                  <a:lnTo>
                    <a:pt x="238" y="198"/>
                  </a:lnTo>
                  <a:lnTo>
                    <a:pt x="263" y="172"/>
                  </a:lnTo>
                  <a:lnTo>
                    <a:pt x="290" y="146"/>
                  </a:lnTo>
                  <a:lnTo>
                    <a:pt x="318" y="122"/>
                  </a:lnTo>
                  <a:lnTo>
                    <a:pt x="349" y="101"/>
                  </a:lnTo>
                  <a:lnTo>
                    <a:pt x="382" y="82"/>
                  </a:lnTo>
                  <a:lnTo>
                    <a:pt x="335" y="0"/>
                  </a:lnTo>
                  <a:lnTo>
                    <a:pt x="297" y="23"/>
                  </a:lnTo>
                  <a:lnTo>
                    <a:pt x="262" y="49"/>
                  </a:lnTo>
                  <a:lnTo>
                    <a:pt x="229" y="76"/>
                  </a:lnTo>
                  <a:lnTo>
                    <a:pt x="198" y="104"/>
                  </a:lnTo>
                  <a:lnTo>
                    <a:pt x="167" y="137"/>
                  </a:lnTo>
                  <a:lnTo>
                    <a:pt x="142" y="170"/>
                  </a:lnTo>
                  <a:lnTo>
                    <a:pt x="116" y="204"/>
                  </a:lnTo>
                  <a:lnTo>
                    <a:pt x="94" y="240"/>
                  </a:lnTo>
                  <a:lnTo>
                    <a:pt x="74" y="278"/>
                  </a:lnTo>
                  <a:lnTo>
                    <a:pt x="54" y="317"/>
                  </a:lnTo>
                  <a:lnTo>
                    <a:pt x="38" y="359"/>
                  </a:lnTo>
                  <a:lnTo>
                    <a:pt x="26" y="401"/>
                  </a:lnTo>
                  <a:lnTo>
                    <a:pt x="15" y="444"/>
                  </a:lnTo>
                  <a:lnTo>
                    <a:pt x="8" y="489"/>
                  </a:lnTo>
                  <a:lnTo>
                    <a:pt x="2" y="534"/>
                  </a:lnTo>
                  <a:lnTo>
                    <a:pt x="0" y="580"/>
                  </a:lnTo>
                  <a:lnTo>
                    <a:pt x="0" y="581"/>
                  </a:lnTo>
                  <a:lnTo>
                    <a:pt x="0" y="580"/>
                  </a:lnTo>
                  <a:lnTo>
                    <a:pt x="3" y="600"/>
                  </a:lnTo>
                  <a:lnTo>
                    <a:pt x="14" y="615"/>
                  </a:lnTo>
                  <a:lnTo>
                    <a:pt x="29" y="625"/>
                  </a:lnTo>
                  <a:lnTo>
                    <a:pt x="45" y="628"/>
                  </a:lnTo>
                  <a:lnTo>
                    <a:pt x="63" y="626"/>
                  </a:lnTo>
                  <a:lnTo>
                    <a:pt x="78" y="616"/>
                  </a:lnTo>
                  <a:lnTo>
                    <a:pt x="89" y="602"/>
                  </a:lnTo>
                  <a:lnTo>
                    <a:pt x="94" y="582"/>
                  </a:lnTo>
                  <a:lnTo>
                    <a:pt x="94" y="5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1581" name="Freeform 43"/>
            <p:cNvSpPr>
              <a:spLocks/>
            </p:cNvSpPr>
            <p:nvPr/>
          </p:nvSpPr>
          <p:spPr bwMode="auto">
            <a:xfrm>
              <a:off x="868" y="1712"/>
              <a:ext cx="19" cy="364"/>
            </a:xfrm>
            <a:custGeom>
              <a:avLst/>
              <a:gdLst>
                <a:gd name="T0" fmla="*/ 1 w 94"/>
                <a:gd name="T1" fmla="*/ 14 h 1818"/>
                <a:gd name="T2" fmla="*/ 1 w 94"/>
                <a:gd name="T3" fmla="*/ 14 h 1818"/>
                <a:gd name="T4" fmla="*/ 1 w 94"/>
                <a:gd name="T5" fmla="*/ 0 h 1818"/>
                <a:gd name="T6" fmla="*/ 0 w 94"/>
                <a:gd name="T7" fmla="*/ 0 h 1818"/>
                <a:gd name="T8" fmla="*/ 0 w 94"/>
                <a:gd name="T9" fmla="*/ 14 h 1818"/>
                <a:gd name="T10" fmla="*/ 0 w 94"/>
                <a:gd name="T11" fmla="*/ 14 h 1818"/>
                <a:gd name="T12" fmla="*/ 0 w 94"/>
                <a:gd name="T13" fmla="*/ 14 h 1818"/>
                <a:gd name="T14" fmla="*/ 0 w 94"/>
                <a:gd name="T15" fmla="*/ 14 h 1818"/>
                <a:gd name="T16" fmla="*/ 0 w 94"/>
                <a:gd name="T17" fmla="*/ 14 h 1818"/>
                <a:gd name="T18" fmla="*/ 0 w 94"/>
                <a:gd name="T19" fmla="*/ 15 h 1818"/>
                <a:gd name="T20" fmla="*/ 0 w 94"/>
                <a:gd name="T21" fmla="*/ 15 h 1818"/>
                <a:gd name="T22" fmla="*/ 1 w 94"/>
                <a:gd name="T23" fmla="*/ 15 h 1818"/>
                <a:gd name="T24" fmla="*/ 1 w 94"/>
                <a:gd name="T25" fmla="*/ 14 h 1818"/>
                <a:gd name="T26" fmla="*/ 1 w 94"/>
                <a:gd name="T27" fmla="*/ 14 h 1818"/>
                <a:gd name="T28" fmla="*/ 1 w 94"/>
                <a:gd name="T29" fmla="*/ 14 h 1818"/>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94"/>
                <a:gd name="T46" fmla="*/ 0 h 1818"/>
                <a:gd name="T47" fmla="*/ 94 w 94"/>
                <a:gd name="T48" fmla="*/ 1818 h 1818"/>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94" h="1818">
                  <a:moveTo>
                    <a:pt x="94" y="1771"/>
                  </a:moveTo>
                  <a:lnTo>
                    <a:pt x="94" y="1771"/>
                  </a:lnTo>
                  <a:lnTo>
                    <a:pt x="94" y="0"/>
                  </a:lnTo>
                  <a:lnTo>
                    <a:pt x="0" y="0"/>
                  </a:lnTo>
                  <a:lnTo>
                    <a:pt x="0" y="1771"/>
                  </a:lnTo>
                  <a:lnTo>
                    <a:pt x="3" y="1791"/>
                  </a:lnTo>
                  <a:lnTo>
                    <a:pt x="15" y="1806"/>
                  </a:lnTo>
                  <a:lnTo>
                    <a:pt x="29" y="1814"/>
                  </a:lnTo>
                  <a:lnTo>
                    <a:pt x="47" y="1818"/>
                  </a:lnTo>
                  <a:lnTo>
                    <a:pt x="64" y="1814"/>
                  </a:lnTo>
                  <a:lnTo>
                    <a:pt x="79" y="1806"/>
                  </a:lnTo>
                  <a:lnTo>
                    <a:pt x="90" y="1791"/>
                  </a:lnTo>
                  <a:lnTo>
                    <a:pt x="94" y="17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1582" name="Freeform 44"/>
            <p:cNvSpPr>
              <a:spLocks/>
            </p:cNvSpPr>
            <p:nvPr/>
          </p:nvSpPr>
          <p:spPr bwMode="auto">
            <a:xfrm>
              <a:off x="868" y="2067"/>
              <a:ext cx="90" cy="160"/>
            </a:xfrm>
            <a:custGeom>
              <a:avLst/>
              <a:gdLst>
                <a:gd name="T0" fmla="*/ 3 w 449"/>
                <a:gd name="T1" fmla="*/ 6 h 803"/>
                <a:gd name="T2" fmla="*/ 3 w 449"/>
                <a:gd name="T3" fmla="*/ 6 h 803"/>
                <a:gd name="T4" fmla="*/ 3 w 449"/>
                <a:gd name="T5" fmla="*/ 5 h 803"/>
                <a:gd name="T6" fmla="*/ 3 w 449"/>
                <a:gd name="T7" fmla="*/ 5 h 803"/>
                <a:gd name="T8" fmla="*/ 3 w 449"/>
                <a:gd name="T9" fmla="*/ 5 h 803"/>
                <a:gd name="T10" fmla="*/ 2 w 449"/>
                <a:gd name="T11" fmla="*/ 5 h 803"/>
                <a:gd name="T12" fmla="*/ 2 w 449"/>
                <a:gd name="T13" fmla="*/ 4 h 803"/>
                <a:gd name="T14" fmla="*/ 2 w 449"/>
                <a:gd name="T15" fmla="*/ 4 h 803"/>
                <a:gd name="T16" fmla="*/ 2 w 449"/>
                <a:gd name="T17" fmla="*/ 4 h 803"/>
                <a:gd name="T18" fmla="*/ 2 w 449"/>
                <a:gd name="T19" fmla="*/ 3 h 803"/>
                <a:gd name="T20" fmla="*/ 1 w 449"/>
                <a:gd name="T21" fmla="*/ 3 h 803"/>
                <a:gd name="T22" fmla="*/ 1 w 449"/>
                <a:gd name="T23" fmla="*/ 2 h 803"/>
                <a:gd name="T24" fmla="*/ 1 w 449"/>
                <a:gd name="T25" fmla="*/ 2 h 803"/>
                <a:gd name="T26" fmla="*/ 1 w 449"/>
                <a:gd name="T27" fmla="*/ 2 h 803"/>
                <a:gd name="T28" fmla="*/ 1 w 449"/>
                <a:gd name="T29" fmla="*/ 1 h 803"/>
                <a:gd name="T30" fmla="*/ 1 w 449"/>
                <a:gd name="T31" fmla="*/ 1 h 803"/>
                <a:gd name="T32" fmla="*/ 1 w 449"/>
                <a:gd name="T33" fmla="*/ 0 h 803"/>
                <a:gd name="T34" fmla="*/ 1 w 449"/>
                <a:gd name="T35" fmla="*/ 0 h 803"/>
                <a:gd name="T36" fmla="*/ 0 w 449"/>
                <a:gd name="T37" fmla="*/ 0 h 803"/>
                <a:gd name="T38" fmla="*/ 0 w 449"/>
                <a:gd name="T39" fmla="*/ 0 h 803"/>
                <a:gd name="T40" fmla="*/ 0 w 449"/>
                <a:gd name="T41" fmla="*/ 1 h 803"/>
                <a:gd name="T42" fmla="*/ 0 w 449"/>
                <a:gd name="T43" fmla="*/ 1 h 803"/>
                <a:gd name="T44" fmla="*/ 0 w 449"/>
                <a:gd name="T45" fmla="*/ 2 h 803"/>
                <a:gd name="T46" fmla="*/ 0 w 449"/>
                <a:gd name="T47" fmla="*/ 2 h 803"/>
                <a:gd name="T48" fmla="*/ 0 w 449"/>
                <a:gd name="T49" fmla="*/ 3 h 803"/>
                <a:gd name="T50" fmla="*/ 1 w 449"/>
                <a:gd name="T51" fmla="*/ 3 h 803"/>
                <a:gd name="T52" fmla="*/ 1 w 449"/>
                <a:gd name="T53" fmla="*/ 4 h 803"/>
                <a:gd name="T54" fmla="*/ 1 w 449"/>
                <a:gd name="T55" fmla="*/ 4 h 803"/>
                <a:gd name="T56" fmla="*/ 1 w 449"/>
                <a:gd name="T57" fmla="*/ 4 h 803"/>
                <a:gd name="T58" fmla="*/ 2 w 449"/>
                <a:gd name="T59" fmla="*/ 5 h 803"/>
                <a:gd name="T60" fmla="*/ 2 w 449"/>
                <a:gd name="T61" fmla="*/ 5 h 803"/>
                <a:gd name="T62" fmla="*/ 2 w 449"/>
                <a:gd name="T63" fmla="*/ 5 h 803"/>
                <a:gd name="T64" fmla="*/ 2 w 449"/>
                <a:gd name="T65" fmla="*/ 6 h 803"/>
                <a:gd name="T66" fmla="*/ 3 w 449"/>
                <a:gd name="T67" fmla="*/ 6 h 803"/>
                <a:gd name="T68" fmla="*/ 3 w 449"/>
                <a:gd name="T69" fmla="*/ 6 h 803"/>
                <a:gd name="T70" fmla="*/ 3 w 449"/>
                <a:gd name="T71" fmla="*/ 6 h 803"/>
                <a:gd name="T72" fmla="*/ 3 w 449"/>
                <a:gd name="T73" fmla="*/ 6 h 803"/>
                <a:gd name="T74" fmla="*/ 3 w 449"/>
                <a:gd name="T75" fmla="*/ 6 h 803"/>
                <a:gd name="T76" fmla="*/ 3 w 449"/>
                <a:gd name="T77" fmla="*/ 6 h 803"/>
                <a:gd name="T78" fmla="*/ 3 w 449"/>
                <a:gd name="T79" fmla="*/ 6 h 803"/>
                <a:gd name="T80" fmla="*/ 4 w 449"/>
                <a:gd name="T81" fmla="*/ 6 h 803"/>
                <a:gd name="T82" fmla="*/ 4 w 449"/>
                <a:gd name="T83" fmla="*/ 6 h 803"/>
                <a:gd name="T84" fmla="*/ 4 w 449"/>
                <a:gd name="T85" fmla="*/ 6 h 803"/>
                <a:gd name="T86" fmla="*/ 4 w 449"/>
                <a:gd name="T87" fmla="*/ 6 h 803"/>
                <a:gd name="T88" fmla="*/ 3 w 449"/>
                <a:gd name="T89" fmla="*/ 6 h 803"/>
                <a:gd name="T90" fmla="*/ 3 w 449"/>
                <a:gd name="T91" fmla="*/ 6 h 80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449"/>
                <a:gd name="T139" fmla="*/ 0 h 803"/>
                <a:gd name="T140" fmla="*/ 449 w 449"/>
                <a:gd name="T141" fmla="*/ 803 h 80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449" h="803">
                  <a:moveTo>
                    <a:pt x="426" y="717"/>
                  </a:moveTo>
                  <a:lnTo>
                    <a:pt x="427" y="717"/>
                  </a:lnTo>
                  <a:lnTo>
                    <a:pt x="395" y="693"/>
                  </a:lnTo>
                  <a:lnTo>
                    <a:pt x="361" y="662"/>
                  </a:lnTo>
                  <a:lnTo>
                    <a:pt x="329" y="628"/>
                  </a:lnTo>
                  <a:lnTo>
                    <a:pt x="299" y="591"/>
                  </a:lnTo>
                  <a:lnTo>
                    <a:pt x="269" y="551"/>
                  </a:lnTo>
                  <a:lnTo>
                    <a:pt x="241" y="507"/>
                  </a:lnTo>
                  <a:lnTo>
                    <a:pt x="215" y="460"/>
                  </a:lnTo>
                  <a:lnTo>
                    <a:pt x="191" y="412"/>
                  </a:lnTo>
                  <a:lnTo>
                    <a:pt x="170" y="363"/>
                  </a:lnTo>
                  <a:lnTo>
                    <a:pt x="151" y="312"/>
                  </a:lnTo>
                  <a:lnTo>
                    <a:pt x="133" y="259"/>
                  </a:lnTo>
                  <a:lnTo>
                    <a:pt x="119" y="207"/>
                  </a:lnTo>
                  <a:lnTo>
                    <a:pt x="108" y="156"/>
                  </a:lnTo>
                  <a:lnTo>
                    <a:pt x="101" y="103"/>
                  </a:lnTo>
                  <a:lnTo>
                    <a:pt x="96" y="51"/>
                  </a:lnTo>
                  <a:lnTo>
                    <a:pt x="94" y="0"/>
                  </a:lnTo>
                  <a:lnTo>
                    <a:pt x="0" y="0"/>
                  </a:lnTo>
                  <a:lnTo>
                    <a:pt x="2" y="56"/>
                  </a:lnTo>
                  <a:lnTo>
                    <a:pt x="7" y="115"/>
                  </a:lnTo>
                  <a:lnTo>
                    <a:pt x="16" y="172"/>
                  </a:lnTo>
                  <a:lnTo>
                    <a:pt x="28" y="231"/>
                  </a:lnTo>
                  <a:lnTo>
                    <a:pt x="44" y="287"/>
                  </a:lnTo>
                  <a:lnTo>
                    <a:pt x="62" y="342"/>
                  </a:lnTo>
                  <a:lnTo>
                    <a:pt x="83" y="398"/>
                  </a:lnTo>
                  <a:lnTo>
                    <a:pt x="106" y="452"/>
                  </a:lnTo>
                  <a:lnTo>
                    <a:pt x="133" y="505"/>
                  </a:lnTo>
                  <a:lnTo>
                    <a:pt x="161" y="554"/>
                  </a:lnTo>
                  <a:lnTo>
                    <a:pt x="192" y="602"/>
                  </a:lnTo>
                  <a:lnTo>
                    <a:pt x="224" y="647"/>
                  </a:lnTo>
                  <a:lnTo>
                    <a:pt x="259" y="689"/>
                  </a:lnTo>
                  <a:lnTo>
                    <a:pt x="295" y="728"/>
                  </a:lnTo>
                  <a:lnTo>
                    <a:pt x="334" y="763"/>
                  </a:lnTo>
                  <a:lnTo>
                    <a:pt x="374" y="795"/>
                  </a:lnTo>
                  <a:lnTo>
                    <a:pt x="375" y="795"/>
                  </a:lnTo>
                  <a:lnTo>
                    <a:pt x="374" y="795"/>
                  </a:lnTo>
                  <a:lnTo>
                    <a:pt x="392" y="803"/>
                  </a:lnTo>
                  <a:lnTo>
                    <a:pt x="411" y="803"/>
                  </a:lnTo>
                  <a:lnTo>
                    <a:pt x="426" y="795"/>
                  </a:lnTo>
                  <a:lnTo>
                    <a:pt x="439" y="782"/>
                  </a:lnTo>
                  <a:lnTo>
                    <a:pt x="446" y="766"/>
                  </a:lnTo>
                  <a:lnTo>
                    <a:pt x="449" y="749"/>
                  </a:lnTo>
                  <a:lnTo>
                    <a:pt x="441" y="732"/>
                  </a:lnTo>
                  <a:lnTo>
                    <a:pt x="427" y="717"/>
                  </a:lnTo>
                  <a:lnTo>
                    <a:pt x="426" y="71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1583" name="Freeform 45"/>
            <p:cNvSpPr>
              <a:spLocks/>
            </p:cNvSpPr>
            <p:nvPr/>
          </p:nvSpPr>
          <p:spPr bwMode="auto">
            <a:xfrm>
              <a:off x="883" y="1673"/>
              <a:ext cx="379" cy="690"/>
            </a:xfrm>
            <a:custGeom>
              <a:avLst/>
              <a:gdLst>
                <a:gd name="T0" fmla="*/ 12 w 1897"/>
                <a:gd name="T1" fmla="*/ 6 h 3450"/>
                <a:gd name="T2" fmla="*/ 13 w 1897"/>
                <a:gd name="T3" fmla="*/ 7 h 3450"/>
                <a:gd name="T4" fmla="*/ 13 w 1897"/>
                <a:gd name="T5" fmla="*/ 7 h 3450"/>
                <a:gd name="T6" fmla="*/ 14 w 1897"/>
                <a:gd name="T7" fmla="*/ 8 h 3450"/>
                <a:gd name="T8" fmla="*/ 14 w 1897"/>
                <a:gd name="T9" fmla="*/ 9 h 3450"/>
                <a:gd name="T10" fmla="*/ 15 w 1897"/>
                <a:gd name="T11" fmla="*/ 10 h 3450"/>
                <a:gd name="T12" fmla="*/ 15 w 1897"/>
                <a:gd name="T13" fmla="*/ 11 h 3450"/>
                <a:gd name="T14" fmla="*/ 15 w 1897"/>
                <a:gd name="T15" fmla="*/ 11 h 3450"/>
                <a:gd name="T16" fmla="*/ 15 w 1897"/>
                <a:gd name="T17" fmla="*/ 12 h 3450"/>
                <a:gd name="T18" fmla="*/ 15 w 1897"/>
                <a:gd name="T19" fmla="*/ 26 h 3450"/>
                <a:gd name="T20" fmla="*/ 15 w 1897"/>
                <a:gd name="T21" fmla="*/ 26 h 3450"/>
                <a:gd name="T22" fmla="*/ 15 w 1897"/>
                <a:gd name="T23" fmla="*/ 27 h 3450"/>
                <a:gd name="T24" fmla="*/ 15 w 1897"/>
                <a:gd name="T25" fmla="*/ 27 h 3450"/>
                <a:gd name="T26" fmla="*/ 14 w 1897"/>
                <a:gd name="T27" fmla="*/ 27 h 3450"/>
                <a:gd name="T28" fmla="*/ 14 w 1897"/>
                <a:gd name="T29" fmla="*/ 28 h 3450"/>
                <a:gd name="T30" fmla="*/ 13 w 1897"/>
                <a:gd name="T31" fmla="*/ 28 h 3450"/>
                <a:gd name="T32" fmla="*/ 13 w 1897"/>
                <a:gd name="T33" fmla="*/ 27 h 3450"/>
                <a:gd name="T34" fmla="*/ 3 w 1897"/>
                <a:gd name="T35" fmla="*/ 21 h 3450"/>
                <a:gd name="T36" fmla="*/ 2 w 1897"/>
                <a:gd name="T37" fmla="*/ 21 h 3450"/>
                <a:gd name="T38" fmla="*/ 2 w 1897"/>
                <a:gd name="T39" fmla="*/ 20 h 3450"/>
                <a:gd name="T40" fmla="*/ 1 w 1897"/>
                <a:gd name="T41" fmla="*/ 19 h 3450"/>
                <a:gd name="T42" fmla="*/ 1 w 1897"/>
                <a:gd name="T43" fmla="*/ 19 h 3450"/>
                <a:gd name="T44" fmla="*/ 0 w 1897"/>
                <a:gd name="T45" fmla="*/ 18 h 3450"/>
                <a:gd name="T46" fmla="*/ 0 w 1897"/>
                <a:gd name="T47" fmla="*/ 17 h 3450"/>
                <a:gd name="T48" fmla="*/ 0 w 1897"/>
                <a:gd name="T49" fmla="*/ 16 h 3450"/>
                <a:gd name="T50" fmla="*/ 0 w 1897"/>
                <a:gd name="T51" fmla="*/ 15 h 3450"/>
                <a:gd name="T52" fmla="*/ 0 w 1897"/>
                <a:gd name="T53" fmla="*/ 2 h 3450"/>
                <a:gd name="T54" fmla="*/ 0 w 1897"/>
                <a:gd name="T55" fmla="*/ 1 h 3450"/>
                <a:gd name="T56" fmla="*/ 0 w 1897"/>
                <a:gd name="T57" fmla="*/ 1 h 3450"/>
                <a:gd name="T58" fmla="*/ 1 w 1897"/>
                <a:gd name="T59" fmla="*/ 0 h 3450"/>
                <a:gd name="T60" fmla="*/ 1 w 1897"/>
                <a:gd name="T61" fmla="*/ 0 h 3450"/>
                <a:gd name="T62" fmla="*/ 1 w 1897"/>
                <a:gd name="T63" fmla="*/ 0 h 3450"/>
                <a:gd name="T64" fmla="*/ 2 w 1897"/>
                <a:gd name="T65" fmla="*/ 0 h 3450"/>
                <a:gd name="T66" fmla="*/ 3 w 1897"/>
                <a:gd name="T67" fmla="*/ 0 h 3450"/>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897"/>
                <a:gd name="T103" fmla="*/ 0 h 3450"/>
                <a:gd name="T104" fmla="*/ 1897 w 1897"/>
                <a:gd name="T105" fmla="*/ 3450 h 3450"/>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897" h="3450">
                  <a:moveTo>
                    <a:pt x="357" y="49"/>
                  </a:moveTo>
                  <a:lnTo>
                    <a:pt x="1542" y="806"/>
                  </a:lnTo>
                  <a:lnTo>
                    <a:pt x="1579" y="832"/>
                  </a:lnTo>
                  <a:lnTo>
                    <a:pt x="1614" y="861"/>
                  </a:lnTo>
                  <a:lnTo>
                    <a:pt x="1648" y="895"/>
                  </a:lnTo>
                  <a:lnTo>
                    <a:pt x="1681" y="933"/>
                  </a:lnTo>
                  <a:lnTo>
                    <a:pt x="1711" y="973"/>
                  </a:lnTo>
                  <a:lnTo>
                    <a:pt x="1740" y="1016"/>
                  </a:lnTo>
                  <a:lnTo>
                    <a:pt x="1768" y="1062"/>
                  </a:lnTo>
                  <a:lnTo>
                    <a:pt x="1793" y="1109"/>
                  </a:lnTo>
                  <a:lnTo>
                    <a:pt x="1816" y="1158"/>
                  </a:lnTo>
                  <a:lnTo>
                    <a:pt x="1836" y="1208"/>
                  </a:lnTo>
                  <a:lnTo>
                    <a:pt x="1854" y="1260"/>
                  </a:lnTo>
                  <a:lnTo>
                    <a:pt x="1869" y="1313"/>
                  </a:lnTo>
                  <a:lnTo>
                    <a:pt x="1881" y="1364"/>
                  </a:lnTo>
                  <a:lnTo>
                    <a:pt x="1890" y="1417"/>
                  </a:lnTo>
                  <a:lnTo>
                    <a:pt x="1895" y="1469"/>
                  </a:lnTo>
                  <a:lnTo>
                    <a:pt x="1897" y="1519"/>
                  </a:lnTo>
                  <a:lnTo>
                    <a:pt x="1897" y="3142"/>
                  </a:lnTo>
                  <a:lnTo>
                    <a:pt x="1895" y="3190"/>
                  </a:lnTo>
                  <a:lnTo>
                    <a:pt x="1890" y="3235"/>
                  </a:lnTo>
                  <a:lnTo>
                    <a:pt x="1881" y="3276"/>
                  </a:lnTo>
                  <a:lnTo>
                    <a:pt x="1869" y="3313"/>
                  </a:lnTo>
                  <a:lnTo>
                    <a:pt x="1854" y="3346"/>
                  </a:lnTo>
                  <a:lnTo>
                    <a:pt x="1836" y="3375"/>
                  </a:lnTo>
                  <a:lnTo>
                    <a:pt x="1816" y="3398"/>
                  </a:lnTo>
                  <a:lnTo>
                    <a:pt x="1793" y="3418"/>
                  </a:lnTo>
                  <a:lnTo>
                    <a:pt x="1768" y="3434"/>
                  </a:lnTo>
                  <a:lnTo>
                    <a:pt x="1740" y="3444"/>
                  </a:lnTo>
                  <a:lnTo>
                    <a:pt x="1711" y="3450"/>
                  </a:lnTo>
                  <a:lnTo>
                    <a:pt x="1681" y="3450"/>
                  </a:lnTo>
                  <a:lnTo>
                    <a:pt x="1648" y="3445"/>
                  </a:lnTo>
                  <a:lnTo>
                    <a:pt x="1614" y="3436"/>
                  </a:lnTo>
                  <a:lnTo>
                    <a:pt x="1579" y="3421"/>
                  </a:lnTo>
                  <a:lnTo>
                    <a:pt x="1542" y="3400"/>
                  </a:lnTo>
                  <a:lnTo>
                    <a:pt x="357" y="2643"/>
                  </a:lnTo>
                  <a:lnTo>
                    <a:pt x="320" y="2618"/>
                  </a:lnTo>
                  <a:lnTo>
                    <a:pt x="285" y="2588"/>
                  </a:lnTo>
                  <a:lnTo>
                    <a:pt x="251" y="2554"/>
                  </a:lnTo>
                  <a:lnTo>
                    <a:pt x="218" y="2517"/>
                  </a:lnTo>
                  <a:lnTo>
                    <a:pt x="187" y="2477"/>
                  </a:lnTo>
                  <a:lnTo>
                    <a:pt x="157" y="2433"/>
                  </a:lnTo>
                  <a:lnTo>
                    <a:pt x="130" y="2388"/>
                  </a:lnTo>
                  <a:lnTo>
                    <a:pt x="105" y="2341"/>
                  </a:lnTo>
                  <a:lnTo>
                    <a:pt x="81" y="2292"/>
                  </a:lnTo>
                  <a:lnTo>
                    <a:pt x="61" y="2241"/>
                  </a:lnTo>
                  <a:lnTo>
                    <a:pt x="44" y="2190"/>
                  </a:lnTo>
                  <a:lnTo>
                    <a:pt x="29" y="2138"/>
                  </a:lnTo>
                  <a:lnTo>
                    <a:pt x="17" y="2085"/>
                  </a:lnTo>
                  <a:lnTo>
                    <a:pt x="7" y="2033"/>
                  </a:lnTo>
                  <a:lnTo>
                    <a:pt x="3" y="1981"/>
                  </a:lnTo>
                  <a:lnTo>
                    <a:pt x="0" y="1931"/>
                  </a:lnTo>
                  <a:lnTo>
                    <a:pt x="0" y="308"/>
                  </a:lnTo>
                  <a:lnTo>
                    <a:pt x="3" y="260"/>
                  </a:lnTo>
                  <a:lnTo>
                    <a:pt x="7" y="215"/>
                  </a:lnTo>
                  <a:lnTo>
                    <a:pt x="17" y="174"/>
                  </a:lnTo>
                  <a:lnTo>
                    <a:pt x="29" y="137"/>
                  </a:lnTo>
                  <a:lnTo>
                    <a:pt x="44" y="104"/>
                  </a:lnTo>
                  <a:lnTo>
                    <a:pt x="61" y="76"/>
                  </a:lnTo>
                  <a:lnTo>
                    <a:pt x="81" y="51"/>
                  </a:lnTo>
                  <a:lnTo>
                    <a:pt x="105" y="31"/>
                  </a:lnTo>
                  <a:lnTo>
                    <a:pt x="130" y="16"/>
                  </a:lnTo>
                  <a:lnTo>
                    <a:pt x="157" y="5"/>
                  </a:lnTo>
                  <a:lnTo>
                    <a:pt x="187" y="0"/>
                  </a:lnTo>
                  <a:lnTo>
                    <a:pt x="218" y="0"/>
                  </a:lnTo>
                  <a:lnTo>
                    <a:pt x="251" y="3"/>
                  </a:lnTo>
                  <a:lnTo>
                    <a:pt x="285" y="14"/>
                  </a:lnTo>
                  <a:lnTo>
                    <a:pt x="320" y="29"/>
                  </a:lnTo>
                  <a:lnTo>
                    <a:pt x="357" y="49"/>
                  </a:lnTo>
                  <a:close/>
                </a:path>
              </a:pathLst>
            </a:custGeom>
            <a:solidFill>
              <a:srgbClr val="BFBFB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1584" name="Freeform 46"/>
            <p:cNvSpPr>
              <a:spLocks/>
            </p:cNvSpPr>
            <p:nvPr/>
          </p:nvSpPr>
          <p:spPr bwMode="auto">
            <a:xfrm>
              <a:off x="1268" y="1663"/>
              <a:ext cx="393" cy="711"/>
            </a:xfrm>
            <a:custGeom>
              <a:avLst/>
              <a:gdLst>
                <a:gd name="T0" fmla="*/ 3 w 1962"/>
                <a:gd name="T1" fmla="*/ 7 h 3555"/>
                <a:gd name="T2" fmla="*/ 2 w 1962"/>
                <a:gd name="T3" fmla="*/ 7 h 3555"/>
                <a:gd name="T4" fmla="*/ 2 w 1962"/>
                <a:gd name="T5" fmla="*/ 8 h 3555"/>
                <a:gd name="T6" fmla="*/ 1 w 1962"/>
                <a:gd name="T7" fmla="*/ 8 h 3555"/>
                <a:gd name="T8" fmla="*/ 1 w 1962"/>
                <a:gd name="T9" fmla="*/ 9 h 3555"/>
                <a:gd name="T10" fmla="*/ 1 w 1962"/>
                <a:gd name="T11" fmla="*/ 10 h 3555"/>
                <a:gd name="T12" fmla="*/ 0 w 1962"/>
                <a:gd name="T13" fmla="*/ 11 h 3555"/>
                <a:gd name="T14" fmla="*/ 0 w 1962"/>
                <a:gd name="T15" fmla="*/ 12 h 3555"/>
                <a:gd name="T16" fmla="*/ 0 w 1962"/>
                <a:gd name="T17" fmla="*/ 13 h 3555"/>
                <a:gd name="T18" fmla="*/ 0 w 1962"/>
                <a:gd name="T19" fmla="*/ 26 h 3555"/>
                <a:gd name="T20" fmla="*/ 0 w 1962"/>
                <a:gd name="T21" fmla="*/ 27 h 3555"/>
                <a:gd name="T22" fmla="*/ 0 w 1962"/>
                <a:gd name="T23" fmla="*/ 28 h 3555"/>
                <a:gd name="T24" fmla="*/ 1 w 1962"/>
                <a:gd name="T25" fmla="*/ 28 h 3555"/>
                <a:gd name="T26" fmla="*/ 1 w 1962"/>
                <a:gd name="T27" fmla="*/ 28 h 3555"/>
                <a:gd name="T28" fmla="*/ 2 w 1962"/>
                <a:gd name="T29" fmla="*/ 28 h 3555"/>
                <a:gd name="T30" fmla="*/ 2 w 1962"/>
                <a:gd name="T31" fmla="*/ 28 h 3555"/>
                <a:gd name="T32" fmla="*/ 3 w 1962"/>
                <a:gd name="T33" fmla="*/ 28 h 3555"/>
                <a:gd name="T34" fmla="*/ 13 w 1962"/>
                <a:gd name="T35" fmla="*/ 22 h 3555"/>
                <a:gd name="T36" fmla="*/ 13 w 1962"/>
                <a:gd name="T37" fmla="*/ 21 h 3555"/>
                <a:gd name="T38" fmla="*/ 14 w 1962"/>
                <a:gd name="T39" fmla="*/ 21 h 3555"/>
                <a:gd name="T40" fmla="*/ 14 w 1962"/>
                <a:gd name="T41" fmla="*/ 20 h 3555"/>
                <a:gd name="T42" fmla="*/ 15 w 1962"/>
                <a:gd name="T43" fmla="*/ 19 h 3555"/>
                <a:gd name="T44" fmla="*/ 15 w 1962"/>
                <a:gd name="T45" fmla="*/ 18 h 3555"/>
                <a:gd name="T46" fmla="*/ 16 w 1962"/>
                <a:gd name="T47" fmla="*/ 18 h 3555"/>
                <a:gd name="T48" fmla="*/ 16 w 1962"/>
                <a:gd name="T49" fmla="*/ 17 h 3555"/>
                <a:gd name="T50" fmla="*/ 16 w 1962"/>
                <a:gd name="T51" fmla="*/ 16 h 3555"/>
                <a:gd name="T52" fmla="*/ 16 w 1962"/>
                <a:gd name="T53" fmla="*/ 2 h 3555"/>
                <a:gd name="T54" fmla="*/ 16 w 1962"/>
                <a:gd name="T55" fmla="*/ 1 h 3555"/>
                <a:gd name="T56" fmla="*/ 15 w 1962"/>
                <a:gd name="T57" fmla="*/ 1 h 3555"/>
                <a:gd name="T58" fmla="*/ 15 w 1962"/>
                <a:gd name="T59" fmla="*/ 0 h 3555"/>
                <a:gd name="T60" fmla="*/ 15 w 1962"/>
                <a:gd name="T61" fmla="*/ 0 h 3555"/>
                <a:gd name="T62" fmla="*/ 14 w 1962"/>
                <a:gd name="T63" fmla="*/ 0 h 3555"/>
                <a:gd name="T64" fmla="*/ 14 w 1962"/>
                <a:gd name="T65" fmla="*/ 0 h 3555"/>
                <a:gd name="T66" fmla="*/ 13 w 1962"/>
                <a:gd name="T67" fmla="*/ 0 h 3555"/>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962"/>
                <a:gd name="T103" fmla="*/ 0 h 3555"/>
                <a:gd name="T104" fmla="*/ 1962 w 1962"/>
                <a:gd name="T105" fmla="*/ 3555 h 3555"/>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962" h="3555">
                  <a:moveTo>
                    <a:pt x="1594" y="50"/>
                  </a:moveTo>
                  <a:lnTo>
                    <a:pt x="368" y="831"/>
                  </a:lnTo>
                  <a:lnTo>
                    <a:pt x="330" y="858"/>
                  </a:lnTo>
                  <a:lnTo>
                    <a:pt x="294" y="888"/>
                  </a:lnTo>
                  <a:lnTo>
                    <a:pt x="259" y="922"/>
                  </a:lnTo>
                  <a:lnTo>
                    <a:pt x="225" y="961"/>
                  </a:lnTo>
                  <a:lnTo>
                    <a:pt x="193" y="1003"/>
                  </a:lnTo>
                  <a:lnTo>
                    <a:pt x="163" y="1047"/>
                  </a:lnTo>
                  <a:lnTo>
                    <a:pt x="133" y="1094"/>
                  </a:lnTo>
                  <a:lnTo>
                    <a:pt x="108" y="1143"/>
                  </a:lnTo>
                  <a:lnTo>
                    <a:pt x="84" y="1193"/>
                  </a:lnTo>
                  <a:lnTo>
                    <a:pt x="63" y="1246"/>
                  </a:lnTo>
                  <a:lnTo>
                    <a:pt x="44" y="1299"/>
                  </a:lnTo>
                  <a:lnTo>
                    <a:pt x="29" y="1353"/>
                  </a:lnTo>
                  <a:lnTo>
                    <a:pt x="16" y="1405"/>
                  </a:lnTo>
                  <a:lnTo>
                    <a:pt x="7" y="1459"/>
                  </a:lnTo>
                  <a:lnTo>
                    <a:pt x="2" y="1512"/>
                  </a:lnTo>
                  <a:lnTo>
                    <a:pt x="0" y="1565"/>
                  </a:lnTo>
                  <a:lnTo>
                    <a:pt x="0" y="3237"/>
                  </a:lnTo>
                  <a:lnTo>
                    <a:pt x="2" y="3287"/>
                  </a:lnTo>
                  <a:lnTo>
                    <a:pt x="7" y="3333"/>
                  </a:lnTo>
                  <a:lnTo>
                    <a:pt x="16" y="3375"/>
                  </a:lnTo>
                  <a:lnTo>
                    <a:pt x="29" y="3413"/>
                  </a:lnTo>
                  <a:lnTo>
                    <a:pt x="44" y="3447"/>
                  </a:lnTo>
                  <a:lnTo>
                    <a:pt x="63" y="3477"/>
                  </a:lnTo>
                  <a:lnTo>
                    <a:pt x="84" y="3502"/>
                  </a:lnTo>
                  <a:lnTo>
                    <a:pt x="108" y="3522"/>
                  </a:lnTo>
                  <a:lnTo>
                    <a:pt x="133" y="3538"/>
                  </a:lnTo>
                  <a:lnTo>
                    <a:pt x="163" y="3549"/>
                  </a:lnTo>
                  <a:lnTo>
                    <a:pt x="193" y="3555"/>
                  </a:lnTo>
                  <a:lnTo>
                    <a:pt x="225" y="3555"/>
                  </a:lnTo>
                  <a:lnTo>
                    <a:pt x="259" y="3550"/>
                  </a:lnTo>
                  <a:lnTo>
                    <a:pt x="294" y="3541"/>
                  </a:lnTo>
                  <a:lnTo>
                    <a:pt x="330" y="3524"/>
                  </a:lnTo>
                  <a:lnTo>
                    <a:pt x="368" y="3503"/>
                  </a:lnTo>
                  <a:lnTo>
                    <a:pt x="1594" y="2722"/>
                  </a:lnTo>
                  <a:lnTo>
                    <a:pt x="1632" y="2696"/>
                  </a:lnTo>
                  <a:lnTo>
                    <a:pt x="1668" y="2665"/>
                  </a:lnTo>
                  <a:lnTo>
                    <a:pt x="1703" y="2631"/>
                  </a:lnTo>
                  <a:lnTo>
                    <a:pt x="1737" y="2592"/>
                  </a:lnTo>
                  <a:lnTo>
                    <a:pt x="1769" y="2551"/>
                  </a:lnTo>
                  <a:lnTo>
                    <a:pt x="1799" y="2506"/>
                  </a:lnTo>
                  <a:lnTo>
                    <a:pt x="1829" y="2460"/>
                  </a:lnTo>
                  <a:lnTo>
                    <a:pt x="1854" y="2411"/>
                  </a:lnTo>
                  <a:lnTo>
                    <a:pt x="1878" y="2361"/>
                  </a:lnTo>
                  <a:lnTo>
                    <a:pt x="1899" y="2308"/>
                  </a:lnTo>
                  <a:lnTo>
                    <a:pt x="1918" y="2256"/>
                  </a:lnTo>
                  <a:lnTo>
                    <a:pt x="1933" y="2202"/>
                  </a:lnTo>
                  <a:lnTo>
                    <a:pt x="1946" y="2149"/>
                  </a:lnTo>
                  <a:lnTo>
                    <a:pt x="1955" y="2095"/>
                  </a:lnTo>
                  <a:lnTo>
                    <a:pt x="1960" y="2042"/>
                  </a:lnTo>
                  <a:lnTo>
                    <a:pt x="1962" y="1989"/>
                  </a:lnTo>
                  <a:lnTo>
                    <a:pt x="1962" y="319"/>
                  </a:lnTo>
                  <a:lnTo>
                    <a:pt x="1960" y="269"/>
                  </a:lnTo>
                  <a:lnTo>
                    <a:pt x="1955" y="223"/>
                  </a:lnTo>
                  <a:lnTo>
                    <a:pt x="1946" y="180"/>
                  </a:lnTo>
                  <a:lnTo>
                    <a:pt x="1933" y="143"/>
                  </a:lnTo>
                  <a:lnTo>
                    <a:pt x="1918" y="109"/>
                  </a:lnTo>
                  <a:lnTo>
                    <a:pt x="1899" y="79"/>
                  </a:lnTo>
                  <a:lnTo>
                    <a:pt x="1878" y="54"/>
                  </a:lnTo>
                  <a:lnTo>
                    <a:pt x="1854" y="33"/>
                  </a:lnTo>
                  <a:lnTo>
                    <a:pt x="1829" y="17"/>
                  </a:lnTo>
                  <a:lnTo>
                    <a:pt x="1799" y="7"/>
                  </a:lnTo>
                  <a:lnTo>
                    <a:pt x="1769" y="0"/>
                  </a:lnTo>
                  <a:lnTo>
                    <a:pt x="1737" y="0"/>
                  </a:lnTo>
                  <a:lnTo>
                    <a:pt x="1703" y="4"/>
                  </a:lnTo>
                  <a:lnTo>
                    <a:pt x="1668" y="14"/>
                  </a:lnTo>
                  <a:lnTo>
                    <a:pt x="1632" y="29"/>
                  </a:lnTo>
                  <a:lnTo>
                    <a:pt x="1594" y="50"/>
                  </a:lnTo>
                  <a:close/>
                </a:path>
              </a:pathLst>
            </a:custGeom>
            <a:solidFill>
              <a:srgbClr val="E5E5E5"/>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1585" name="Freeform 47"/>
            <p:cNvSpPr>
              <a:spLocks noEditPoints="1"/>
            </p:cNvSpPr>
            <p:nvPr/>
          </p:nvSpPr>
          <p:spPr bwMode="auto">
            <a:xfrm>
              <a:off x="916" y="1589"/>
              <a:ext cx="697" cy="698"/>
            </a:xfrm>
            <a:custGeom>
              <a:avLst/>
              <a:gdLst>
                <a:gd name="T0" fmla="*/ 16 w 3485"/>
                <a:gd name="T1" fmla="*/ 0 h 3490"/>
                <a:gd name="T2" fmla="*/ 17 w 3485"/>
                <a:gd name="T3" fmla="*/ 2 h 3490"/>
                <a:gd name="T4" fmla="*/ 17 w 3485"/>
                <a:gd name="T5" fmla="*/ 3 h 3490"/>
                <a:gd name="T6" fmla="*/ 14 w 3485"/>
                <a:gd name="T7" fmla="*/ 4 h 3490"/>
                <a:gd name="T8" fmla="*/ 12 w 3485"/>
                <a:gd name="T9" fmla="*/ 4 h 3490"/>
                <a:gd name="T10" fmla="*/ 11 w 3485"/>
                <a:gd name="T11" fmla="*/ 2 h 3490"/>
                <a:gd name="T12" fmla="*/ 11 w 3485"/>
                <a:gd name="T13" fmla="*/ 1 h 3490"/>
                <a:gd name="T14" fmla="*/ 14 w 3485"/>
                <a:gd name="T15" fmla="*/ 0 h 3490"/>
                <a:gd name="T16" fmla="*/ 3 w 3485"/>
                <a:gd name="T17" fmla="*/ 7 h 3490"/>
                <a:gd name="T18" fmla="*/ 4 w 3485"/>
                <a:gd name="T19" fmla="*/ 9 h 3490"/>
                <a:gd name="T20" fmla="*/ 3 w 3485"/>
                <a:gd name="T21" fmla="*/ 12 h 3490"/>
                <a:gd name="T22" fmla="*/ 2 w 3485"/>
                <a:gd name="T23" fmla="*/ 13 h 3490"/>
                <a:gd name="T24" fmla="*/ 1 w 3485"/>
                <a:gd name="T25" fmla="*/ 12 h 3490"/>
                <a:gd name="T26" fmla="*/ 0 w 3485"/>
                <a:gd name="T27" fmla="*/ 10 h 3490"/>
                <a:gd name="T28" fmla="*/ 0 w 3485"/>
                <a:gd name="T29" fmla="*/ 8 h 3490"/>
                <a:gd name="T30" fmla="*/ 2 w 3485"/>
                <a:gd name="T31" fmla="*/ 6 h 3490"/>
                <a:gd name="T32" fmla="*/ 10 w 3485"/>
                <a:gd name="T33" fmla="*/ 20 h 3490"/>
                <a:gd name="T34" fmla="*/ 11 w 3485"/>
                <a:gd name="T35" fmla="*/ 22 h 3490"/>
                <a:gd name="T36" fmla="*/ 11 w 3485"/>
                <a:gd name="T37" fmla="*/ 25 h 3490"/>
                <a:gd name="T38" fmla="*/ 10 w 3485"/>
                <a:gd name="T39" fmla="*/ 27 h 3490"/>
                <a:gd name="T40" fmla="*/ 8 w 3485"/>
                <a:gd name="T41" fmla="*/ 26 h 3490"/>
                <a:gd name="T42" fmla="*/ 7 w 3485"/>
                <a:gd name="T43" fmla="*/ 24 h 3490"/>
                <a:gd name="T44" fmla="*/ 7 w 3485"/>
                <a:gd name="T45" fmla="*/ 22 h 3490"/>
                <a:gd name="T46" fmla="*/ 8 w 3485"/>
                <a:gd name="T47" fmla="*/ 20 h 3490"/>
                <a:gd name="T48" fmla="*/ 20 w 3485"/>
                <a:gd name="T49" fmla="*/ 21 h 3490"/>
                <a:gd name="T50" fmla="*/ 21 w 3485"/>
                <a:gd name="T51" fmla="*/ 23 h 3490"/>
                <a:gd name="T52" fmla="*/ 21 w 3485"/>
                <a:gd name="T53" fmla="*/ 26 h 3490"/>
                <a:gd name="T54" fmla="*/ 20 w 3485"/>
                <a:gd name="T55" fmla="*/ 28 h 3490"/>
                <a:gd name="T56" fmla="*/ 18 w 3485"/>
                <a:gd name="T57" fmla="*/ 28 h 3490"/>
                <a:gd name="T58" fmla="*/ 17 w 3485"/>
                <a:gd name="T59" fmla="*/ 26 h 3490"/>
                <a:gd name="T60" fmla="*/ 17 w 3485"/>
                <a:gd name="T61" fmla="*/ 23 h 3490"/>
                <a:gd name="T62" fmla="*/ 18 w 3485"/>
                <a:gd name="T63" fmla="*/ 21 h 3490"/>
                <a:gd name="T64" fmla="*/ 19 w 3485"/>
                <a:gd name="T65" fmla="*/ 11 h 3490"/>
                <a:gd name="T66" fmla="*/ 20 w 3485"/>
                <a:gd name="T67" fmla="*/ 13 h 3490"/>
                <a:gd name="T68" fmla="*/ 21 w 3485"/>
                <a:gd name="T69" fmla="*/ 15 h 3490"/>
                <a:gd name="T70" fmla="*/ 20 w 3485"/>
                <a:gd name="T71" fmla="*/ 17 h 3490"/>
                <a:gd name="T72" fmla="*/ 18 w 3485"/>
                <a:gd name="T73" fmla="*/ 17 h 3490"/>
                <a:gd name="T74" fmla="*/ 17 w 3485"/>
                <a:gd name="T75" fmla="*/ 16 h 3490"/>
                <a:gd name="T76" fmla="*/ 17 w 3485"/>
                <a:gd name="T77" fmla="*/ 13 h 3490"/>
                <a:gd name="T78" fmla="*/ 18 w 3485"/>
                <a:gd name="T79" fmla="*/ 11 h 3490"/>
                <a:gd name="T80" fmla="*/ 26 w 3485"/>
                <a:gd name="T81" fmla="*/ 7 h 3490"/>
                <a:gd name="T82" fmla="*/ 27 w 3485"/>
                <a:gd name="T83" fmla="*/ 8 h 3490"/>
                <a:gd name="T84" fmla="*/ 27 w 3485"/>
                <a:gd name="T85" fmla="*/ 11 h 3490"/>
                <a:gd name="T86" fmla="*/ 26 w 3485"/>
                <a:gd name="T87" fmla="*/ 13 h 3490"/>
                <a:gd name="T88" fmla="*/ 25 w 3485"/>
                <a:gd name="T89" fmla="*/ 13 h 3490"/>
                <a:gd name="T90" fmla="*/ 24 w 3485"/>
                <a:gd name="T91" fmla="*/ 12 h 3490"/>
                <a:gd name="T92" fmla="*/ 24 w 3485"/>
                <a:gd name="T93" fmla="*/ 9 h 3490"/>
                <a:gd name="T94" fmla="*/ 24 w 3485"/>
                <a:gd name="T95" fmla="*/ 7 h 3490"/>
                <a:gd name="T96" fmla="*/ 26 w 3485"/>
                <a:gd name="T97" fmla="*/ 17 h 3490"/>
                <a:gd name="T98" fmla="*/ 27 w 3485"/>
                <a:gd name="T99" fmla="*/ 18 h 3490"/>
                <a:gd name="T100" fmla="*/ 28 w 3485"/>
                <a:gd name="T101" fmla="*/ 21 h 3490"/>
                <a:gd name="T102" fmla="*/ 27 w 3485"/>
                <a:gd name="T103" fmla="*/ 23 h 3490"/>
                <a:gd name="T104" fmla="*/ 26 w 3485"/>
                <a:gd name="T105" fmla="*/ 24 h 3490"/>
                <a:gd name="T106" fmla="*/ 24 w 3485"/>
                <a:gd name="T107" fmla="*/ 23 h 3490"/>
                <a:gd name="T108" fmla="*/ 24 w 3485"/>
                <a:gd name="T109" fmla="*/ 20 h 3490"/>
                <a:gd name="T110" fmla="*/ 25 w 3485"/>
                <a:gd name="T111" fmla="*/ 18 h 3490"/>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w 3485"/>
                <a:gd name="T169" fmla="*/ 0 h 3490"/>
                <a:gd name="T170" fmla="*/ 3485 w 3485"/>
                <a:gd name="T171" fmla="*/ 3490 h 3490"/>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T168" t="T169" r="T170" b="T171"/>
              <a:pathLst>
                <a:path w="3485" h="3490">
                  <a:moveTo>
                    <a:pt x="1754" y="0"/>
                  </a:moveTo>
                  <a:lnTo>
                    <a:pt x="1797" y="2"/>
                  </a:lnTo>
                  <a:lnTo>
                    <a:pt x="1840" y="5"/>
                  </a:lnTo>
                  <a:lnTo>
                    <a:pt x="1881" y="12"/>
                  </a:lnTo>
                  <a:lnTo>
                    <a:pt x="1921" y="20"/>
                  </a:lnTo>
                  <a:lnTo>
                    <a:pt x="1959" y="31"/>
                  </a:lnTo>
                  <a:lnTo>
                    <a:pt x="1994" y="44"/>
                  </a:lnTo>
                  <a:lnTo>
                    <a:pt x="2028" y="59"/>
                  </a:lnTo>
                  <a:lnTo>
                    <a:pt x="2058" y="74"/>
                  </a:lnTo>
                  <a:lnTo>
                    <a:pt x="2086" y="93"/>
                  </a:lnTo>
                  <a:lnTo>
                    <a:pt x="2111" y="113"/>
                  </a:lnTo>
                  <a:lnTo>
                    <a:pt x="2132" y="133"/>
                  </a:lnTo>
                  <a:lnTo>
                    <a:pt x="2151" y="155"/>
                  </a:lnTo>
                  <a:lnTo>
                    <a:pt x="2165" y="179"/>
                  </a:lnTo>
                  <a:lnTo>
                    <a:pt x="2175" y="203"/>
                  </a:lnTo>
                  <a:lnTo>
                    <a:pt x="2182" y="229"/>
                  </a:lnTo>
                  <a:lnTo>
                    <a:pt x="2185" y="255"/>
                  </a:lnTo>
                  <a:lnTo>
                    <a:pt x="2182" y="281"/>
                  </a:lnTo>
                  <a:lnTo>
                    <a:pt x="2175" y="305"/>
                  </a:lnTo>
                  <a:lnTo>
                    <a:pt x="2165" y="330"/>
                  </a:lnTo>
                  <a:lnTo>
                    <a:pt x="2151" y="353"/>
                  </a:lnTo>
                  <a:lnTo>
                    <a:pt x="2132" y="376"/>
                  </a:lnTo>
                  <a:lnTo>
                    <a:pt x="2111" y="397"/>
                  </a:lnTo>
                  <a:lnTo>
                    <a:pt x="2086" y="417"/>
                  </a:lnTo>
                  <a:lnTo>
                    <a:pt x="2058" y="434"/>
                  </a:lnTo>
                  <a:lnTo>
                    <a:pt x="2028" y="451"/>
                  </a:lnTo>
                  <a:lnTo>
                    <a:pt x="1994" y="466"/>
                  </a:lnTo>
                  <a:lnTo>
                    <a:pt x="1959" y="479"/>
                  </a:lnTo>
                  <a:lnTo>
                    <a:pt x="1921" y="489"/>
                  </a:lnTo>
                  <a:lnTo>
                    <a:pt x="1881" y="498"/>
                  </a:lnTo>
                  <a:lnTo>
                    <a:pt x="1840" y="505"/>
                  </a:lnTo>
                  <a:lnTo>
                    <a:pt x="1797" y="508"/>
                  </a:lnTo>
                  <a:lnTo>
                    <a:pt x="1754" y="509"/>
                  </a:lnTo>
                  <a:lnTo>
                    <a:pt x="1710" y="508"/>
                  </a:lnTo>
                  <a:lnTo>
                    <a:pt x="1667" y="505"/>
                  </a:lnTo>
                  <a:lnTo>
                    <a:pt x="1626" y="498"/>
                  </a:lnTo>
                  <a:lnTo>
                    <a:pt x="1586" y="489"/>
                  </a:lnTo>
                  <a:lnTo>
                    <a:pt x="1548" y="479"/>
                  </a:lnTo>
                  <a:lnTo>
                    <a:pt x="1512" y="466"/>
                  </a:lnTo>
                  <a:lnTo>
                    <a:pt x="1479" y="451"/>
                  </a:lnTo>
                  <a:lnTo>
                    <a:pt x="1449" y="434"/>
                  </a:lnTo>
                  <a:lnTo>
                    <a:pt x="1421" y="417"/>
                  </a:lnTo>
                  <a:lnTo>
                    <a:pt x="1395" y="397"/>
                  </a:lnTo>
                  <a:lnTo>
                    <a:pt x="1374" y="376"/>
                  </a:lnTo>
                  <a:lnTo>
                    <a:pt x="1355" y="353"/>
                  </a:lnTo>
                  <a:lnTo>
                    <a:pt x="1341" y="330"/>
                  </a:lnTo>
                  <a:lnTo>
                    <a:pt x="1331" y="305"/>
                  </a:lnTo>
                  <a:lnTo>
                    <a:pt x="1324" y="281"/>
                  </a:lnTo>
                  <a:lnTo>
                    <a:pt x="1321" y="255"/>
                  </a:lnTo>
                  <a:lnTo>
                    <a:pt x="1324" y="229"/>
                  </a:lnTo>
                  <a:lnTo>
                    <a:pt x="1331" y="203"/>
                  </a:lnTo>
                  <a:lnTo>
                    <a:pt x="1341" y="179"/>
                  </a:lnTo>
                  <a:lnTo>
                    <a:pt x="1355" y="155"/>
                  </a:lnTo>
                  <a:lnTo>
                    <a:pt x="1374" y="133"/>
                  </a:lnTo>
                  <a:lnTo>
                    <a:pt x="1395" y="113"/>
                  </a:lnTo>
                  <a:lnTo>
                    <a:pt x="1421" y="93"/>
                  </a:lnTo>
                  <a:lnTo>
                    <a:pt x="1449" y="74"/>
                  </a:lnTo>
                  <a:lnTo>
                    <a:pt x="1479" y="59"/>
                  </a:lnTo>
                  <a:lnTo>
                    <a:pt x="1512" y="44"/>
                  </a:lnTo>
                  <a:lnTo>
                    <a:pt x="1548" y="31"/>
                  </a:lnTo>
                  <a:lnTo>
                    <a:pt x="1586" y="20"/>
                  </a:lnTo>
                  <a:lnTo>
                    <a:pt x="1626" y="12"/>
                  </a:lnTo>
                  <a:lnTo>
                    <a:pt x="1667" y="5"/>
                  </a:lnTo>
                  <a:lnTo>
                    <a:pt x="1710" y="2"/>
                  </a:lnTo>
                  <a:lnTo>
                    <a:pt x="1754" y="0"/>
                  </a:lnTo>
                  <a:close/>
                  <a:moveTo>
                    <a:pt x="239" y="786"/>
                  </a:moveTo>
                  <a:lnTo>
                    <a:pt x="263" y="788"/>
                  </a:lnTo>
                  <a:lnTo>
                    <a:pt x="287" y="794"/>
                  </a:lnTo>
                  <a:lnTo>
                    <a:pt x="309" y="805"/>
                  </a:lnTo>
                  <a:lnTo>
                    <a:pt x="331" y="819"/>
                  </a:lnTo>
                  <a:lnTo>
                    <a:pt x="352" y="836"/>
                  </a:lnTo>
                  <a:lnTo>
                    <a:pt x="372" y="857"/>
                  </a:lnTo>
                  <a:lnTo>
                    <a:pt x="390" y="882"/>
                  </a:lnTo>
                  <a:lnTo>
                    <a:pt x="407" y="909"/>
                  </a:lnTo>
                  <a:lnTo>
                    <a:pt x="423" y="940"/>
                  </a:lnTo>
                  <a:lnTo>
                    <a:pt x="437" y="971"/>
                  </a:lnTo>
                  <a:lnTo>
                    <a:pt x="448" y="1006"/>
                  </a:lnTo>
                  <a:lnTo>
                    <a:pt x="459" y="1043"/>
                  </a:lnTo>
                  <a:lnTo>
                    <a:pt x="467" y="1081"/>
                  </a:lnTo>
                  <a:lnTo>
                    <a:pt x="473" y="1121"/>
                  </a:lnTo>
                  <a:lnTo>
                    <a:pt x="476" y="1163"/>
                  </a:lnTo>
                  <a:lnTo>
                    <a:pt x="478" y="1206"/>
                  </a:lnTo>
                  <a:lnTo>
                    <a:pt x="476" y="1248"/>
                  </a:lnTo>
                  <a:lnTo>
                    <a:pt x="473" y="1290"/>
                  </a:lnTo>
                  <a:lnTo>
                    <a:pt x="467" y="1330"/>
                  </a:lnTo>
                  <a:lnTo>
                    <a:pt x="459" y="1367"/>
                  </a:lnTo>
                  <a:lnTo>
                    <a:pt x="448" y="1405"/>
                  </a:lnTo>
                  <a:lnTo>
                    <a:pt x="437" y="1439"/>
                  </a:lnTo>
                  <a:lnTo>
                    <a:pt x="423" y="1472"/>
                  </a:lnTo>
                  <a:lnTo>
                    <a:pt x="407" y="1501"/>
                  </a:lnTo>
                  <a:lnTo>
                    <a:pt x="390" y="1528"/>
                  </a:lnTo>
                  <a:lnTo>
                    <a:pt x="372" y="1553"/>
                  </a:lnTo>
                  <a:lnTo>
                    <a:pt x="352" y="1574"/>
                  </a:lnTo>
                  <a:lnTo>
                    <a:pt x="331" y="1591"/>
                  </a:lnTo>
                  <a:lnTo>
                    <a:pt x="309" y="1605"/>
                  </a:lnTo>
                  <a:lnTo>
                    <a:pt x="287" y="1616"/>
                  </a:lnTo>
                  <a:lnTo>
                    <a:pt x="263" y="1622"/>
                  </a:lnTo>
                  <a:lnTo>
                    <a:pt x="239" y="1624"/>
                  </a:lnTo>
                  <a:lnTo>
                    <a:pt x="214" y="1622"/>
                  </a:lnTo>
                  <a:lnTo>
                    <a:pt x="191" y="1616"/>
                  </a:lnTo>
                  <a:lnTo>
                    <a:pt x="168" y="1605"/>
                  </a:lnTo>
                  <a:lnTo>
                    <a:pt x="146" y="1591"/>
                  </a:lnTo>
                  <a:lnTo>
                    <a:pt x="125" y="1574"/>
                  </a:lnTo>
                  <a:lnTo>
                    <a:pt x="105" y="1553"/>
                  </a:lnTo>
                  <a:lnTo>
                    <a:pt x="87" y="1528"/>
                  </a:lnTo>
                  <a:lnTo>
                    <a:pt x="70" y="1501"/>
                  </a:lnTo>
                  <a:lnTo>
                    <a:pt x="55" y="1472"/>
                  </a:lnTo>
                  <a:lnTo>
                    <a:pt x="41" y="1439"/>
                  </a:lnTo>
                  <a:lnTo>
                    <a:pt x="29" y="1405"/>
                  </a:lnTo>
                  <a:lnTo>
                    <a:pt x="18" y="1367"/>
                  </a:lnTo>
                  <a:lnTo>
                    <a:pt x="10" y="1330"/>
                  </a:lnTo>
                  <a:lnTo>
                    <a:pt x="4" y="1290"/>
                  </a:lnTo>
                  <a:lnTo>
                    <a:pt x="1" y="1248"/>
                  </a:lnTo>
                  <a:lnTo>
                    <a:pt x="0" y="1206"/>
                  </a:lnTo>
                  <a:lnTo>
                    <a:pt x="1" y="1163"/>
                  </a:lnTo>
                  <a:lnTo>
                    <a:pt x="4" y="1121"/>
                  </a:lnTo>
                  <a:lnTo>
                    <a:pt x="10" y="1081"/>
                  </a:lnTo>
                  <a:lnTo>
                    <a:pt x="18" y="1043"/>
                  </a:lnTo>
                  <a:lnTo>
                    <a:pt x="29" y="1006"/>
                  </a:lnTo>
                  <a:lnTo>
                    <a:pt x="41" y="971"/>
                  </a:lnTo>
                  <a:lnTo>
                    <a:pt x="55" y="940"/>
                  </a:lnTo>
                  <a:lnTo>
                    <a:pt x="70" y="909"/>
                  </a:lnTo>
                  <a:lnTo>
                    <a:pt x="87" y="882"/>
                  </a:lnTo>
                  <a:lnTo>
                    <a:pt x="105" y="857"/>
                  </a:lnTo>
                  <a:lnTo>
                    <a:pt x="125" y="836"/>
                  </a:lnTo>
                  <a:lnTo>
                    <a:pt x="146" y="819"/>
                  </a:lnTo>
                  <a:lnTo>
                    <a:pt x="168" y="805"/>
                  </a:lnTo>
                  <a:lnTo>
                    <a:pt x="191" y="794"/>
                  </a:lnTo>
                  <a:lnTo>
                    <a:pt x="214" y="788"/>
                  </a:lnTo>
                  <a:lnTo>
                    <a:pt x="239" y="786"/>
                  </a:lnTo>
                  <a:close/>
                  <a:moveTo>
                    <a:pt x="1119" y="2495"/>
                  </a:moveTo>
                  <a:lnTo>
                    <a:pt x="1143" y="2498"/>
                  </a:lnTo>
                  <a:lnTo>
                    <a:pt x="1167" y="2504"/>
                  </a:lnTo>
                  <a:lnTo>
                    <a:pt x="1190" y="2514"/>
                  </a:lnTo>
                  <a:lnTo>
                    <a:pt x="1211" y="2528"/>
                  </a:lnTo>
                  <a:lnTo>
                    <a:pt x="1232" y="2546"/>
                  </a:lnTo>
                  <a:lnTo>
                    <a:pt x="1252" y="2567"/>
                  </a:lnTo>
                  <a:lnTo>
                    <a:pt x="1271" y="2592"/>
                  </a:lnTo>
                  <a:lnTo>
                    <a:pt x="1288" y="2618"/>
                  </a:lnTo>
                  <a:lnTo>
                    <a:pt x="1304" y="2648"/>
                  </a:lnTo>
                  <a:lnTo>
                    <a:pt x="1318" y="2681"/>
                  </a:lnTo>
                  <a:lnTo>
                    <a:pt x="1329" y="2715"/>
                  </a:lnTo>
                  <a:lnTo>
                    <a:pt x="1340" y="2752"/>
                  </a:lnTo>
                  <a:lnTo>
                    <a:pt x="1348" y="2790"/>
                  </a:lnTo>
                  <a:lnTo>
                    <a:pt x="1354" y="2830"/>
                  </a:lnTo>
                  <a:lnTo>
                    <a:pt x="1358" y="2872"/>
                  </a:lnTo>
                  <a:lnTo>
                    <a:pt x="1359" y="2914"/>
                  </a:lnTo>
                  <a:lnTo>
                    <a:pt x="1358" y="2956"/>
                  </a:lnTo>
                  <a:lnTo>
                    <a:pt x="1354" y="2998"/>
                  </a:lnTo>
                  <a:lnTo>
                    <a:pt x="1348" y="3038"/>
                  </a:lnTo>
                  <a:lnTo>
                    <a:pt x="1340" y="3077"/>
                  </a:lnTo>
                  <a:lnTo>
                    <a:pt x="1329" y="3113"/>
                  </a:lnTo>
                  <a:lnTo>
                    <a:pt x="1318" y="3147"/>
                  </a:lnTo>
                  <a:lnTo>
                    <a:pt x="1304" y="3180"/>
                  </a:lnTo>
                  <a:lnTo>
                    <a:pt x="1288" y="3209"/>
                  </a:lnTo>
                  <a:lnTo>
                    <a:pt x="1271" y="3238"/>
                  </a:lnTo>
                  <a:lnTo>
                    <a:pt x="1252" y="3261"/>
                  </a:lnTo>
                  <a:lnTo>
                    <a:pt x="1232" y="3282"/>
                  </a:lnTo>
                  <a:lnTo>
                    <a:pt x="1211" y="3301"/>
                  </a:lnTo>
                  <a:lnTo>
                    <a:pt x="1190" y="3315"/>
                  </a:lnTo>
                  <a:lnTo>
                    <a:pt x="1167" y="3325"/>
                  </a:lnTo>
                  <a:lnTo>
                    <a:pt x="1143" y="3331"/>
                  </a:lnTo>
                  <a:lnTo>
                    <a:pt x="1119" y="3334"/>
                  </a:lnTo>
                  <a:lnTo>
                    <a:pt x="1094" y="3331"/>
                  </a:lnTo>
                  <a:lnTo>
                    <a:pt x="1070" y="3325"/>
                  </a:lnTo>
                  <a:lnTo>
                    <a:pt x="1048" y="3315"/>
                  </a:lnTo>
                  <a:lnTo>
                    <a:pt x="1026" y="3301"/>
                  </a:lnTo>
                  <a:lnTo>
                    <a:pt x="1005" y="3282"/>
                  </a:lnTo>
                  <a:lnTo>
                    <a:pt x="985" y="3261"/>
                  </a:lnTo>
                  <a:lnTo>
                    <a:pt x="967" y="3238"/>
                  </a:lnTo>
                  <a:lnTo>
                    <a:pt x="950" y="3209"/>
                  </a:lnTo>
                  <a:lnTo>
                    <a:pt x="935" y="3180"/>
                  </a:lnTo>
                  <a:lnTo>
                    <a:pt x="921" y="3147"/>
                  </a:lnTo>
                  <a:lnTo>
                    <a:pt x="909" y="3113"/>
                  </a:lnTo>
                  <a:lnTo>
                    <a:pt x="898" y="3077"/>
                  </a:lnTo>
                  <a:lnTo>
                    <a:pt x="890" y="3038"/>
                  </a:lnTo>
                  <a:lnTo>
                    <a:pt x="884" y="2998"/>
                  </a:lnTo>
                  <a:lnTo>
                    <a:pt x="881" y="2956"/>
                  </a:lnTo>
                  <a:lnTo>
                    <a:pt x="880" y="2914"/>
                  </a:lnTo>
                  <a:lnTo>
                    <a:pt x="881" y="2872"/>
                  </a:lnTo>
                  <a:lnTo>
                    <a:pt x="884" y="2830"/>
                  </a:lnTo>
                  <a:lnTo>
                    <a:pt x="890" y="2790"/>
                  </a:lnTo>
                  <a:lnTo>
                    <a:pt x="898" y="2752"/>
                  </a:lnTo>
                  <a:lnTo>
                    <a:pt x="909" y="2715"/>
                  </a:lnTo>
                  <a:lnTo>
                    <a:pt x="921" y="2681"/>
                  </a:lnTo>
                  <a:lnTo>
                    <a:pt x="935" y="2648"/>
                  </a:lnTo>
                  <a:lnTo>
                    <a:pt x="950" y="2618"/>
                  </a:lnTo>
                  <a:lnTo>
                    <a:pt x="967" y="2592"/>
                  </a:lnTo>
                  <a:lnTo>
                    <a:pt x="985" y="2567"/>
                  </a:lnTo>
                  <a:lnTo>
                    <a:pt x="1005" y="2546"/>
                  </a:lnTo>
                  <a:lnTo>
                    <a:pt x="1026" y="2528"/>
                  </a:lnTo>
                  <a:lnTo>
                    <a:pt x="1048" y="2514"/>
                  </a:lnTo>
                  <a:lnTo>
                    <a:pt x="1070" y="2504"/>
                  </a:lnTo>
                  <a:lnTo>
                    <a:pt x="1094" y="2498"/>
                  </a:lnTo>
                  <a:lnTo>
                    <a:pt x="1119" y="2495"/>
                  </a:lnTo>
                  <a:close/>
                  <a:moveTo>
                    <a:pt x="2380" y="2651"/>
                  </a:moveTo>
                  <a:lnTo>
                    <a:pt x="2405" y="2654"/>
                  </a:lnTo>
                  <a:lnTo>
                    <a:pt x="2428" y="2660"/>
                  </a:lnTo>
                  <a:lnTo>
                    <a:pt x="2452" y="2670"/>
                  </a:lnTo>
                  <a:lnTo>
                    <a:pt x="2473" y="2684"/>
                  </a:lnTo>
                  <a:lnTo>
                    <a:pt x="2494" y="2703"/>
                  </a:lnTo>
                  <a:lnTo>
                    <a:pt x="2514" y="2724"/>
                  </a:lnTo>
                  <a:lnTo>
                    <a:pt x="2533" y="2747"/>
                  </a:lnTo>
                  <a:lnTo>
                    <a:pt x="2550" y="2774"/>
                  </a:lnTo>
                  <a:lnTo>
                    <a:pt x="2565" y="2805"/>
                  </a:lnTo>
                  <a:lnTo>
                    <a:pt x="2580" y="2838"/>
                  </a:lnTo>
                  <a:lnTo>
                    <a:pt x="2591" y="2872"/>
                  </a:lnTo>
                  <a:lnTo>
                    <a:pt x="2602" y="2908"/>
                  </a:lnTo>
                  <a:lnTo>
                    <a:pt x="2610" y="2947"/>
                  </a:lnTo>
                  <a:lnTo>
                    <a:pt x="2616" y="2987"/>
                  </a:lnTo>
                  <a:lnTo>
                    <a:pt x="2619" y="3029"/>
                  </a:lnTo>
                  <a:lnTo>
                    <a:pt x="2621" y="3071"/>
                  </a:lnTo>
                  <a:lnTo>
                    <a:pt x="2619" y="3113"/>
                  </a:lnTo>
                  <a:lnTo>
                    <a:pt x="2616" y="3155"/>
                  </a:lnTo>
                  <a:lnTo>
                    <a:pt x="2610" y="3195"/>
                  </a:lnTo>
                  <a:lnTo>
                    <a:pt x="2602" y="3233"/>
                  </a:lnTo>
                  <a:lnTo>
                    <a:pt x="2591" y="3270"/>
                  </a:lnTo>
                  <a:lnTo>
                    <a:pt x="2580" y="3304"/>
                  </a:lnTo>
                  <a:lnTo>
                    <a:pt x="2565" y="3337"/>
                  </a:lnTo>
                  <a:lnTo>
                    <a:pt x="2550" y="3367"/>
                  </a:lnTo>
                  <a:lnTo>
                    <a:pt x="2533" y="3393"/>
                  </a:lnTo>
                  <a:lnTo>
                    <a:pt x="2514" y="3418"/>
                  </a:lnTo>
                  <a:lnTo>
                    <a:pt x="2494" y="3439"/>
                  </a:lnTo>
                  <a:lnTo>
                    <a:pt x="2473" y="3457"/>
                  </a:lnTo>
                  <a:lnTo>
                    <a:pt x="2452" y="3471"/>
                  </a:lnTo>
                  <a:lnTo>
                    <a:pt x="2428" y="3481"/>
                  </a:lnTo>
                  <a:lnTo>
                    <a:pt x="2405" y="3487"/>
                  </a:lnTo>
                  <a:lnTo>
                    <a:pt x="2380" y="3490"/>
                  </a:lnTo>
                  <a:lnTo>
                    <a:pt x="2356" y="3487"/>
                  </a:lnTo>
                  <a:lnTo>
                    <a:pt x="2332" y="3481"/>
                  </a:lnTo>
                  <a:lnTo>
                    <a:pt x="2310" y="3471"/>
                  </a:lnTo>
                  <a:lnTo>
                    <a:pt x="2288" y="3457"/>
                  </a:lnTo>
                  <a:lnTo>
                    <a:pt x="2267" y="3439"/>
                  </a:lnTo>
                  <a:lnTo>
                    <a:pt x="2248" y="3418"/>
                  </a:lnTo>
                  <a:lnTo>
                    <a:pt x="2229" y="3393"/>
                  </a:lnTo>
                  <a:lnTo>
                    <a:pt x="2212" y="3367"/>
                  </a:lnTo>
                  <a:lnTo>
                    <a:pt x="2196" y="3337"/>
                  </a:lnTo>
                  <a:lnTo>
                    <a:pt x="2182" y="3304"/>
                  </a:lnTo>
                  <a:lnTo>
                    <a:pt x="2171" y="3270"/>
                  </a:lnTo>
                  <a:lnTo>
                    <a:pt x="2160" y="3233"/>
                  </a:lnTo>
                  <a:lnTo>
                    <a:pt x="2152" y="3195"/>
                  </a:lnTo>
                  <a:lnTo>
                    <a:pt x="2146" y="3155"/>
                  </a:lnTo>
                  <a:lnTo>
                    <a:pt x="2142" y="3113"/>
                  </a:lnTo>
                  <a:lnTo>
                    <a:pt x="2141" y="3071"/>
                  </a:lnTo>
                  <a:lnTo>
                    <a:pt x="2142" y="3029"/>
                  </a:lnTo>
                  <a:lnTo>
                    <a:pt x="2146" y="2987"/>
                  </a:lnTo>
                  <a:lnTo>
                    <a:pt x="2152" y="2947"/>
                  </a:lnTo>
                  <a:lnTo>
                    <a:pt x="2160" y="2908"/>
                  </a:lnTo>
                  <a:lnTo>
                    <a:pt x="2171" y="2872"/>
                  </a:lnTo>
                  <a:lnTo>
                    <a:pt x="2182" y="2838"/>
                  </a:lnTo>
                  <a:lnTo>
                    <a:pt x="2196" y="2805"/>
                  </a:lnTo>
                  <a:lnTo>
                    <a:pt x="2212" y="2774"/>
                  </a:lnTo>
                  <a:lnTo>
                    <a:pt x="2229" y="2747"/>
                  </a:lnTo>
                  <a:lnTo>
                    <a:pt x="2248" y="2724"/>
                  </a:lnTo>
                  <a:lnTo>
                    <a:pt x="2267" y="2703"/>
                  </a:lnTo>
                  <a:lnTo>
                    <a:pt x="2288" y="2684"/>
                  </a:lnTo>
                  <a:lnTo>
                    <a:pt x="2310" y="2670"/>
                  </a:lnTo>
                  <a:lnTo>
                    <a:pt x="2332" y="2660"/>
                  </a:lnTo>
                  <a:lnTo>
                    <a:pt x="2356" y="2654"/>
                  </a:lnTo>
                  <a:lnTo>
                    <a:pt x="2380" y="2651"/>
                  </a:lnTo>
                  <a:close/>
                  <a:moveTo>
                    <a:pt x="2342" y="1355"/>
                  </a:moveTo>
                  <a:lnTo>
                    <a:pt x="2366" y="1357"/>
                  </a:lnTo>
                  <a:lnTo>
                    <a:pt x="2390" y="1363"/>
                  </a:lnTo>
                  <a:lnTo>
                    <a:pt x="2412" y="1373"/>
                  </a:lnTo>
                  <a:lnTo>
                    <a:pt x="2434" y="1387"/>
                  </a:lnTo>
                  <a:lnTo>
                    <a:pt x="2455" y="1405"/>
                  </a:lnTo>
                  <a:lnTo>
                    <a:pt x="2475" y="1426"/>
                  </a:lnTo>
                  <a:lnTo>
                    <a:pt x="2493" y="1451"/>
                  </a:lnTo>
                  <a:lnTo>
                    <a:pt x="2510" y="1478"/>
                  </a:lnTo>
                  <a:lnTo>
                    <a:pt x="2526" y="1507"/>
                  </a:lnTo>
                  <a:lnTo>
                    <a:pt x="2540" y="1540"/>
                  </a:lnTo>
                  <a:lnTo>
                    <a:pt x="2551" y="1574"/>
                  </a:lnTo>
                  <a:lnTo>
                    <a:pt x="2562" y="1611"/>
                  </a:lnTo>
                  <a:lnTo>
                    <a:pt x="2570" y="1649"/>
                  </a:lnTo>
                  <a:lnTo>
                    <a:pt x="2576" y="1689"/>
                  </a:lnTo>
                  <a:lnTo>
                    <a:pt x="2580" y="1731"/>
                  </a:lnTo>
                  <a:lnTo>
                    <a:pt x="2581" y="1773"/>
                  </a:lnTo>
                  <a:lnTo>
                    <a:pt x="2580" y="1815"/>
                  </a:lnTo>
                  <a:lnTo>
                    <a:pt x="2576" y="1858"/>
                  </a:lnTo>
                  <a:lnTo>
                    <a:pt x="2570" y="1897"/>
                  </a:lnTo>
                  <a:lnTo>
                    <a:pt x="2562" y="1936"/>
                  </a:lnTo>
                  <a:lnTo>
                    <a:pt x="2551" y="1972"/>
                  </a:lnTo>
                  <a:lnTo>
                    <a:pt x="2540" y="2008"/>
                  </a:lnTo>
                  <a:lnTo>
                    <a:pt x="2526" y="2039"/>
                  </a:lnTo>
                  <a:lnTo>
                    <a:pt x="2510" y="2070"/>
                  </a:lnTo>
                  <a:lnTo>
                    <a:pt x="2493" y="2097"/>
                  </a:lnTo>
                  <a:lnTo>
                    <a:pt x="2475" y="2121"/>
                  </a:lnTo>
                  <a:lnTo>
                    <a:pt x="2455" y="2142"/>
                  </a:lnTo>
                  <a:lnTo>
                    <a:pt x="2434" y="2160"/>
                  </a:lnTo>
                  <a:lnTo>
                    <a:pt x="2412" y="2174"/>
                  </a:lnTo>
                  <a:lnTo>
                    <a:pt x="2390" y="2185"/>
                  </a:lnTo>
                  <a:lnTo>
                    <a:pt x="2366" y="2191"/>
                  </a:lnTo>
                  <a:lnTo>
                    <a:pt x="2342" y="2193"/>
                  </a:lnTo>
                  <a:lnTo>
                    <a:pt x="2317" y="2191"/>
                  </a:lnTo>
                  <a:lnTo>
                    <a:pt x="2294" y="2185"/>
                  </a:lnTo>
                  <a:lnTo>
                    <a:pt x="2270" y="2174"/>
                  </a:lnTo>
                  <a:lnTo>
                    <a:pt x="2249" y="2160"/>
                  </a:lnTo>
                  <a:lnTo>
                    <a:pt x="2228" y="2142"/>
                  </a:lnTo>
                  <a:lnTo>
                    <a:pt x="2208" y="2121"/>
                  </a:lnTo>
                  <a:lnTo>
                    <a:pt x="2189" y="2097"/>
                  </a:lnTo>
                  <a:lnTo>
                    <a:pt x="2173" y="2070"/>
                  </a:lnTo>
                  <a:lnTo>
                    <a:pt x="2157" y="2039"/>
                  </a:lnTo>
                  <a:lnTo>
                    <a:pt x="2142" y="2008"/>
                  </a:lnTo>
                  <a:lnTo>
                    <a:pt x="2131" y="1972"/>
                  </a:lnTo>
                  <a:lnTo>
                    <a:pt x="2120" y="1936"/>
                  </a:lnTo>
                  <a:lnTo>
                    <a:pt x="2112" y="1897"/>
                  </a:lnTo>
                  <a:lnTo>
                    <a:pt x="2106" y="1858"/>
                  </a:lnTo>
                  <a:lnTo>
                    <a:pt x="2103" y="1815"/>
                  </a:lnTo>
                  <a:lnTo>
                    <a:pt x="2101" y="1773"/>
                  </a:lnTo>
                  <a:lnTo>
                    <a:pt x="2103" y="1731"/>
                  </a:lnTo>
                  <a:lnTo>
                    <a:pt x="2106" y="1689"/>
                  </a:lnTo>
                  <a:lnTo>
                    <a:pt x="2112" y="1649"/>
                  </a:lnTo>
                  <a:lnTo>
                    <a:pt x="2120" y="1611"/>
                  </a:lnTo>
                  <a:lnTo>
                    <a:pt x="2131" y="1574"/>
                  </a:lnTo>
                  <a:lnTo>
                    <a:pt x="2142" y="1540"/>
                  </a:lnTo>
                  <a:lnTo>
                    <a:pt x="2157" y="1507"/>
                  </a:lnTo>
                  <a:lnTo>
                    <a:pt x="2173" y="1478"/>
                  </a:lnTo>
                  <a:lnTo>
                    <a:pt x="2189" y="1451"/>
                  </a:lnTo>
                  <a:lnTo>
                    <a:pt x="2208" y="1426"/>
                  </a:lnTo>
                  <a:lnTo>
                    <a:pt x="2228" y="1405"/>
                  </a:lnTo>
                  <a:lnTo>
                    <a:pt x="2249" y="1387"/>
                  </a:lnTo>
                  <a:lnTo>
                    <a:pt x="2270" y="1373"/>
                  </a:lnTo>
                  <a:lnTo>
                    <a:pt x="2294" y="1363"/>
                  </a:lnTo>
                  <a:lnTo>
                    <a:pt x="2317" y="1357"/>
                  </a:lnTo>
                  <a:lnTo>
                    <a:pt x="2342" y="1355"/>
                  </a:lnTo>
                  <a:close/>
                  <a:moveTo>
                    <a:pt x="3179" y="819"/>
                  </a:moveTo>
                  <a:lnTo>
                    <a:pt x="3204" y="821"/>
                  </a:lnTo>
                  <a:lnTo>
                    <a:pt x="3227" y="827"/>
                  </a:lnTo>
                  <a:lnTo>
                    <a:pt x="3250" y="838"/>
                  </a:lnTo>
                  <a:lnTo>
                    <a:pt x="3272" y="852"/>
                  </a:lnTo>
                  <a:lnTo>
                    <a:pt x="3293" y="869"/>
                  </a:lnTo>
                  <a:lnTo>
                    <a:pt x="3312" y="890"/>
                  </a:lnTo>
                  <a:lnTo>
                    <a:pt x="3331" y="915"/>
                  </a:lnTo>
                  <a:lnTo>
                    <a:pt x="3348" y="942"/>
                  </a:lnTo>
                  <a:lnTo>
                    <a:pt x="3363" y="971"/>
                  </a:lnTo>
                  <a:lnTo>
                    <a:pt x="3377" y="1004"/>
                  </a:lnTo>
                  <a:lnTo>
                    <a:pt x="3389" y="1038"/>
                  </a:lnTo>
                  <a:lnTo>
                    <a:pt x="3400" y="1076"/>
                  </a:lnTo>
                  <a:lnTo>
                    <a:pt x="3408" y="1113"/>
                  </a:lnTo>
                  <a:lnTo>
                    <a:pt x="3414" y="1153"/>
                  </a:lnTo>
                  <a:lnTo>
                    <a:pt x="3417" y="1195"/>
                  </a:lnTo>
                  <a:lnTo>
                    <a:pt x="3418" y="1237"/>
                  </a:lnTo>
                  <a:lnTo>
                    <a:pt x="3417" y="1280"/>
                  </a:lnTo>
                  <a:lnTo>
                    <a:pt x="3414" y="1322"/>
                  </a:lnTo>
                  <a:lnTo>
                    <a:pt x="3408" y="1362"/>
                  </a:lnTo>
                  <a:lnTo>
                    <a:pt x="3400" y="1399"/>
                  </a:lnTo>
                  <a:lnTo>
                    <a:pt x="3389" y="1437"/>
                  </a:lnTo>
                  <a:lnTo>
                    <a:pt x="3377" y="1471"/>
                  </a:lnTo>
                  <a:lnTo>
                    <a:pt x="3363" y="1503"/>
                  </a:lnTo>
                  <a:lnTo>
                    <a:pt x="3348" y="1533"/>
                  </a:lnTo>
                  <a:lnTo>
                    <a:pt x="3331" y="1560"/>
                  </a:lnTo>
                  <a:lnTo>
                    <a:pt x="3312" y="1584"/>
                  </a:lnTo>
                  <a:lnTo>
                    <a:pt x="3293" y="1605"/>
                  </a:lnTo>
                  <a:lnTo>
                    <a:pt x="3272" y="1623"/>
                  </a:lnTo>
                  <a:lnTo>
                    <a:pt x="3250" y="1637"/>
                  </a:lnTo>
                  <a:lnTo>
                    <a:pt x="3227" y="1648"/>
                  </a:lnTo>
                  <a:lnTo>
                    <a:pt x="3204" y="1654"/>
                  </a:lnTo>
                  <a:lnTo>
                    <a:pt x="3179" y="1656"/>
                  </a:lnTo>
                  <a:lnTo>
                    <a:pt x="3155" y="1654"/>
                  </a:lnTo>
                  <a:lnTo>
                    <a:pt x="3131" y="1648"/>
                  </a:lnTo>
                  <a:lnTo>
                    <a:pt x="3108" y="1637"/>
                  </a:lnTo>
                  <a:lnTo>
                    <a:pt x="3087" y="1623"/>
                  </a:lnTo>
                  <a:lnTo>
                    <a:pt x="3066" y="1605"/>
                  </a:lnTo>
                  <a:lnTo>
                    <a:pt x="3046" y="1584"/>
                  </a:lnTo>
                  <a:lnTo>
                    <a:pt x="3027" y="1560"/>
                  </a:lnTo>
                  <a:lnTo>
                    <a:pt x="3011" y="1533"/>
                  </a:lnTo>
                  <a:lnTo>
                    <a:pt x="2994" y="1503"/>
                  </a:lnTo>
                  <a:lnTo>
                    <a:pt x="2980" y="1471"/>
                  </a:lnTo>
                  <a:lnTo>
                    <a:pt x="2968" y="1437"/>
                  </a:lnTo>
                  <a:lnTo>
                    <a:pt x="2958" y="1399"/>
                  </a:lnTo>
                  <a:lnTo>
                    <a:pt x="2950" y="1362"/>
                  </a:lnTo>
                  <a:lnTo>
                    <a:pt x="2944" y="1322"/>
                  </a:lnTo>
                  <a:lnTo>
                    <a:pt x="2940" y="1280"/>
                  </a:lnTo>
                  <a:lnTo>
                    <a:pt x="2939" y="1237"/>
                  </a:lnTo>
                  <a:lnTo>
                    <a:pt x="2940" y="1195"/>
                  </a:lnTo>
                  <a:lnTo>
                    <a:pt x="2944" y="1153"/>
                  </a:lnTo>
                  <a:lnTo>
                    <a:pt x="2950" y="1113"/>
                  </a:lnTo>
                  <a:lnTo>
                    <a:pt x="2958" y="1076"/>
                  </a:lnTo>
                  <a:lnTo>
                    <a:pt x="2968" y="1038"/>
                  </a:lnTo>
                  <a:lnTo>
                    <a:pt x="2980" y="1004"/>
                  </a:lnTo>
                  <a:lnTo>
                    <a:pt x="2994" y="971"/>
                  </a:lnTo>
                  <a:lnTo>
                    <a:pt x="3011" y="942"/>
                  </a:lnTo>
                  <a:lnTo>
                    <a:pt x="3027" y="915"/>
                  </a:lnTo>
                  <a:lnTo>
                    <a:pt x="3046" y="890"/>
                  </a:lnTo>
                  <a:lnTo>
                    <a:pt x="3066" y="869"/>
                  </a:lnTo>
                  <a:lnTo>
                    <a:pt x="3087" y="852"/>
                  </a:lnTo>
                  <a:lnTo>
                    <a:pt x="3108" y="838"/>
                  </a:lnTo>
                  <a:lnTo>
                    <a:pt x="3131" y="827"/>
                  </a:lnTo>
                  <a:lnTo>
                    <a:pt x="3155" y="821"/>
                  </a:lnTo>
                  <a:lnTo>
                    <a:pt x="3179" y="819"/>
                  </a:lnTo>
                  <a:close/>
                  <a:moveTo>
                    <a:pt x="3246" y="2144"/>
                  </a:moveTo>
                  <a:lnTo>
                    <a:pt x="3271" y="2146"/>
                  </a:lnTo>
                  <a:lnTo>
                    <a:pt x="3294" y="2152"/>
                  </a:lnTo>
                  <a:lnTo>
                    <a:pt x="3316" y="2162"/>
                  </a:lnTo>
                  <a:lnTo>
                    <a:pt x="3339" y="2176"/>
                  </a:lnTo>
                  <a:lnTo>
                    <a:pt x="3360" y="2194"/>
                  </a:lnTo>
                  <a:lnTo>
                    <a:pt x="3380" y="2215"/>
                  </a:lnTo>
                  <a:lnTo>
                    <a:pt x="3397" y="2240"/>
                  </a:lnTo>
                  <a:lnTo>
                    <a:pt x="3415" y="2267"/>
                  </a:lnTo>
                  <a:lnTo>
                    <a:pt x="3430" y="2296"/>
                  </a:lnTo>
                  <a:lnTo>
                    <a:pt x="3444" y="2329"/>
                  </a:lnTo>
                  <a:lnTo>
                    <a:pt x="3456" y="2363"/>
                  </a:lnTo>
                  <a:lnTo>
                    <a:pt x="3466" y="2400"/>
                  </a:lnTo>
                  <a:lnTo>
                    <a:pt x="3475" y="2438"/>
                  </a:lnTo>
                  <a:lnTo>
                    <a:pt x="3480" y="2478"/>
                  </a:lnTo>
                  <a:lnTo>
                    <a:pt x="3484" y="2520"/>
                  </a:lnTo>
                  <a:lnTo>
                    <a:pt x="3485" y="2562"/>
                  </a:lnTo>
                  <a:lnTo>
                    <a:pt x="3484" y="2604"/>
                  </a:lnTo>
                  <a:lnTo>
                    <a:pt x="3480" y="2647"/>
                  </a:lnTo>
                  <a:lnTo>
                    <a:pt x="3475" y="2686"/>
                  </a:lnTo>
                  <a:lnTo>
                    <a:pt x="3466" y="2725"/>
                  </a:lnTo>
                  <a:lnTo>
                    <a:pt x="3456" y="2762"/>
                  </a:lnTo>
                  <a:lnTo>
                    <a:pt x="3444" y="2796"/>
                  </a:lnTo>
                  <a:lnTo>
                    <a:pt x="3430" y="2828"/>
                  </a:lnTo>
                  <a:lnTo>
                    <a:pt x="3415" y="2858"/>
                  </a:lnTo>
                  <a:lnTo>
                    <a:pt x="3397" y="2886"/>
                  </a:lnTo>
                  <a:lnTo>
                    <a:pt x="3380" y="2909"/>
                  </a:lnTo>
                  <a:lnTo>
                    <a:pt x="3360" y="2930"/>
                  </a:lnTo>
                  <a:lnTo>
                    <a:pt x="3339" y="2949"/>
                  </a:lnTo>
                  <a:lnTo>
                    <a:pt x="3316" y="2963"/>
                  </a:lnTo>
                  <a:lnTo>
                    <a:pt x="3294" y="2974"/>
                  </a:lnTo>
                  <a:lnTo>
                    <a:pt x="3271" y="2980"/>
                  </a:lnTo>
                  <a:lnTo>
                    <a:pt x="3246" y="2982"/>
                  </a:lnTo>
                  <a:lnTo>
                    <a:pt x="3222" y="2980"/>
                  </a:lnTo>
                  <a:lnTo>
                    <a:pt x="3198" y="2974"/>
                  </a:lnTo>
                  <a:lnTo>
                    <a:pt x="3176" y="2963"/>
                  </a:lnTo>
                  <a:lnTo>
                    <a:pt x="3154" y="2949"/>
                  </a:lnTo>
                  <a:lnTo>
                    <a:pt x="3133" y="2930"/>
                  </a:lnTo>
                  <a:lnTo>
                    <a:pt x="3113" y="2909"/>
                  </a:lnTo>
                  <a:lnTo>
                    <a:pt x="3095" y="2886"/>
                  </a:lnTo>
                  <a:lnTo>
                    <a:pt x="3077" y="2858"/>
                  </a:lnTo>
                  <a:lnTo>
                    <a:pt x="3062" y="2828"/>
                  </a:lnTo>
                  <a:lnTo>
                    <a:pt x="3048" y="2796"/>
                  </a:lnTo>
                  <a:lnTo>
                    <a:pt x="3036" y="2762"/>
                  </a:lnTo>
                  <a:lnTo>
                    <a:pt x="3026" y="2725"/>
                  </a:lnTo>
                  <a:lnTo>
                    <a:pt x="3018" y="2686"/>
                  </a:lnTo>
                  <a:lnTo>
                    <a:pt x="3012" y="2647"/>
                  </a:lnTo>
                  <a:lnTo>
                    <a:pt x="3008" y="2604"/>
                  </a:lnTo>
                  <a:lnTo>
                    <a:pt x="3007" y="2562"/>
                  </a:lnTo>
                  <a:lnTo>
                    <a:pt x="3008" y="2520"/>
                  </a:lnTo>
                  <a:lnTo>
                    <a:pt x="3012" y="2478"/>
                  </a:lnTo>
                  <a:lnTo>
                    <a:pt x="3018" y="2438"/>
                  </a:lnTo>
                  <a:lnTo>
                    <a:pt x="3026" y="2400"/>
                  </a:lnTo>
                  <a:lnTo>
                    <a:pt x="3036" y="2363"/>
                  </a:lnTo>
                  <a:lnTo>
                    <a:pt x="3048" y="2329"/>
                  </a:lnTo>
                  <a:lnTo>
                    <a:pt x="3062" y="2296"/>
                  </a:lnTo>
                  <a:lnTo>
                    <a:pt x="3077" y="2267"/>
                  </a:lnTo>
                  <a:lnTo>
                    <a:pt x="3095" y="2240"/>
                  </a:lnTo>
                  <a:lnTo>
                    <a:pt x="3113" y="2215"/>
                  </a:lnTo>
                  <a:lnTo>
                    <a:pt x="3133" y="2194"/>
                  </a:lnTo>
                  <a:lnTo>
                    <a:pt x="3154" y="2176"/>
                  </a:lnTo>
                  <a:lnTo>
                    <a:pt x="3176" y="2162"/>
                  </a:lnTo>
                  <a:lnTo>
                    <a:pt x="3198" y="2152"/>
                  </a:lnTo>
                  <a:lnTo>
                    <a:pt x="3222" y="2146"/>
                  </a:lnTo>
                  <a:lnTo>
                    <a:pt x="3246" y="214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1586" name="Freeform 48"/>
            <p:cNvSpPr>
              <a:spLocks/>
            </p:cNvSpPr>
            <p:nvPr/>
          </p:nvSpPr>
          <p:spPr bwMode="auto">
            <a:xfrm>
              <a:off x="1267" y="1588"/>
              <a:ext cx="87" cy="52"/>
            </a:xfrm>
            <a:custGeom>
              <a:avLst/>
              <a:gdLst>
                <a:gd name="T0" fmla="*/ 3 w 437"/>
                <a:gd name="T1" fmla="*/ 2 h 260"/>
                <a:gd name="T2" fmla="*/ 3 w 437"/>
                <a:gd name="T3" fmla="*/ 2 h 260"/>
                <a:gd name="T4" fmla="*/ 3 w 437"/>
                <a:gd name="T5" fmla="*/ 2 h 260"/>
                <a:gd name="T6" fmla="*/ 3 w 437"/>
                <a:gd name="T7" fmla="*/ 2 h 260"/>
                <a:gd name="T8" fmla="*/ 3 w 437"/>
                <a:gd name="T9" fmla="*/ 1 h 260"/>
                <a:gd name="T10" fmla="*/ 3 w 437"/>
                <a:gd name="T11" fmla="*/ 1 h 260"/>
                <a:gd name="T12" fmla="*/ 3 w 437"/>
                <a:gd name="T13" fmla="*/ 1 h 260"/>
                <a:gd name="T14" fmla="*/ 3 w 437"/>
                <a:gd name="T15" fmla="*/ 1 h 260"/>
                <a:gd name="T16" fmla="*/ 3 w 437"/>
                <a:gd name="T17" fmla="*/ 1 h 260"/>
                <a:gd name="T18" fmla="*/ 2 w 437"/>
                <a:gd name="T19" fmla="*/ 1 h 260"/>
                <a:gd name="T20" fmla="*/ 2 w 437"/>
                <a:gd name="T21" fmla="*/ 0 h 260"/>
                <a:gd name="T22" fmla="*/ 2 w 437"/>
                <a:gd name="T23" fmla="*/ 0 h 260"/>
                <a:gd name="T24" fmla="*/ 2 w 437"/>
                <a:gd name="T25" fmla="*/ 0 h 260"/>
                <a:gd name="T26" fmla="*/ 1 w 437"/>
                <a:gd name="T27" fmla="*/ 0 h 260"/>
                <a:gd name="T28" fmla="*/ 1 w 437"/>
                <a:gd name="T29" fmla="*/ 0 h 260"/>
                <a:gd name="T30" fmla="*/ 1 w 437"/>
                <a:gd name="T31" fmla="*/ 0 h 260"/>
                <a:gd name="T32" fmla="*/ 0 w 437"/>
                <a:gd name="T33" fmla="*/ 0 h 260"/>
                <a:gd name="T34" fmla="*/ 0 w 437"/>
                <a:gd name="T35" fmla="*/ 0 h 260"/>
                <a:gd name="T36" fmla="*/ 0 w 437"/>
                <a:gd name="T37" fmla="*/ 0 h 260"/>
                <a:gd name="T38" fmla="*/ 0 w 437"/>
                <a:gd name="T39" fmla="*/ 0 h 260"/>
                <a:gd name="T40" fmla="*/ 1 w 437"/>
                <a:gd name="T41" fmla="*/ 0 h 260"/>
                <a:gd name="T42" fmla="*/ 1 w 437"/>
                <a:gd name="T43" fmla="*/ 0 h 260"/>
                <a:gd name="T44" fmla="*/ 1 w 437"/>
                <a:gd name="T45" fmla="*/ 0 h 260"/>
                <a:gd name="T46" fmla="*/ 2 w 437"/>
                <a:gd name="T47" fmla="*/ 0 h 260"/>
                <a:gd name="T48" fmla="*/ 2 w 437"/>
                <a:gd name="T49" fmla="*/ 0 h 260"/>
                <a:gd name="T50" fmla="*/ 2 w 437"/>
                <a:gd name="T51" fmla="*/ 1 h 260"/>
                <a:gd name="T52" fmla="*/ 2 w 437"/>
                <a:gd name="T53" fmla="*/ 1 h 260"/>
                <a:gd name="T54" fmla="*/ 3 w 437"/>
                <a:gd name="T55" fmla="*/ 1 h 260"/>
                <a:gd name="T56" fmla="*/ 3 w 437"/>
                <a:gd name="T57" fmla="*/ 1 h 260"/>
                <a:gd name="T58" fmla="*/ 3 w 437"/>
                <a:gd name="T59" fmla="*/ 1 h 260"/>
                <a:gd name="T60" fmla="*/ 3 w 437"/>
                <a:gd name="T61" fmla="*/ 1 h 260"/>
                <a:gd name="T62" fmla="*/ 3 w 437"/>
                <a:gd name="T63" fmla="*/ 1 h 260"/>
                <a:gd name="T64" fmla="*/ 3 w 437"/>
                <a:gd name="T65" fmla="*/ 2 h 260"/>
                <a:gd name="T66" fmla="*/ 3 w 437"/>
                <a:gd name="T67" fmla="*/ 2 h 260"/>
                <a:gd name="T68" fmla="*/ 3 w 437"/>
                <a:gd name="T69" fmla="*/ 2 h 260"/>
                <a:gd name="T70" fmla="*/ 3 w 437"/>
                <a:gd name="T71" fmla="*/ 2 h 260"/>
                <a:gd name="T72" fmla="*/ 3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437" y="260"/>
                  </a:moveTo>
                  <a:lnTo>
                    <a:pt x="437" y="260"/>
                  </a:lnTo>
                  <a:lnTo>
                    <a:pt x="434" y="233"/>
                  </a:lnTo>
                  <a:lnTo>
                    <a:pt x="427" y="206"/>
                  </a:lnTo>
                  <a:lnTo>
                    <a:pt x="417" y="181"/>
                  </a:lnTo>
                  <a:lnTo>
                    <a:pt x="401" y="157"/>
                  </a:lnTo>
                  <a:lnTo>
                    <a:pt x="383" y="133"/>
                  </a:lnTo>
                  <a:lnTo>
                    <a:pt x="360" y="113"/>
                  </a:lnTo>
                  <a:lnTo>
                    <a:pt x="336" y="93"/>
                  </a:lnTo>
                  <a:lnTo>
                    <a:pt x="308" y="73"/>
                  </a:lnTo>
                  <a:lnTo>
                    <a:pt x="276" y="58"/>
                  </a:lnTo>
                  <a:lnTo>
                    <a:pt x="242" y="43"/>
                  </a:lnTo>
                  <a:lnTo>
                    <a:pt x="207" y="30"/>
                  </a:lnTo>
                  <a:lnTo>
                    <a:pt x="168" y="19"/>
                  </a:lnTo>
                  <a:lnTo>
                    <a:pt x="128" y="11"/>
                  </a:lnTo>
                  <a:lnTo>
                    <a:pt x="87" y="4"/>
                  </a:lnTo>
                  <a:lnTo>
                    <a:pt x="43" y="1"/>
                  </a:lnTo>
                  <a:lnTo>
                    <a:pt x="0" y="0"/>
                  </a:lnTo>
                  <a:lnTo>
                    <a:pt x="0" y="11"/>
                  </a:lnTo>
                  <a:lnTo>
                    <a:pt x="43" y="12"/>
                  </a:lnTo>
                  <a:lnTo>
                    <a:pt x="85" y="16"/>
                  </a:lnTo>
                  <a:lnTo>
                    <a:pt x="126" y="23"/>
                  </a:lnTo>
                  <a:lnTo>
                    <a:pt x="166" y="31"/>
                  </a:lnTo>
                  <a:lnTo>
                    <a:pt x="202" y="42"/>
                  </a:lnTo>
                  <a:lnTo>
                    <a:pt x="237" y="55"/>
                  </a:lnTo>
                  <a:lnTo>
                    <a:pt x="271" y="70"/>
                  </a:lnTo>
                  <a:lnTo>
                    <a:pt x="301" y="85"/>
                  </a:lnTo>
                  <a:lnTo>
                    <a:pt x="329" y="103"/>
                  </a:lnTo>
                  <a:lnTo>
                    <a:pt x="353" y="123"/>
                  </a:lnTo>
                  <a:lnTo>
                    <a:pt x="373" y="143"/>
                  </a:lnTo>
                  <a:lnTo>
                    <a:pt x="392" y="164"/>
                  </a:lnTo>
                  <a:lnTo>
                    <a:pt x="405" y="186"/>
                  </a:lnTo>
                  <a:lnTo>
                    <a:pt x="415" y="211"/>
                  </a:lnTo>
                  <a:lnTo>
                    <a:pt x="422" y="235"/>
                  </a:lnTo>
                  <a:lnTo>
                    <a:pt x="425" y="260"/>
                  </a:lnTo>
                  <a:lnTo>
                    <a:pt x="437"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1587" name="Freeform 49"/>
            <p:cNvSpPr>
              <a:spLocks/>
            </p:cNvSpPr>
            <p:nvPr/>
          </p:nvSpPr>
          <p:spPr bwMode="auto">
            <a:xfrm>
              <a:off x="1267" y="1640"/>
              <a:ext cx="87" cy="52"/>
            </a:xfrm>
            <a:custGeom>
              <a:avLst/>
              <a:gdLst>
                <a:gd name="T0" fmla="*/ 0 w 437"/>
                <a:gd name="T1" fmla="*/ 2 h 260"/>
                <a:gd name="T2" fmla="*/ 0 w 437"/>
                <a:gd name="T3" fmla="*/ 2 h 260"/>
                <a:gd name="T4" fmla="*/ 0 w 437"/>
                <a:gd name="T5" fmla="*/ 2 h 260"/>
                <a:gd name="T6" fmla="*/ 1 w 437"/>
                <a:gd name="T7" fmla="*/ 2 h 260"/>
                <a:gd name="T8" fmla="*/ 1 w 437"/>
                <a:gd name="T9" fmla="*/ 2 h 260"/>
                <a:gd name="T10" fmla="*/ 1 w 437"/>
                <a:gd name="T11" fmla="*/ 2 h 260"/>
                <a:gd name="T12" fmla="*/ 2 w 437"/>
                <a:gd name="T13" fmla="*/ 2 h 260"/>
                <a:gd name="T14" fmla="*/ 2 w 437"/>
                <a:gd name="T15" fmla="*/ 2 h 260"/>
                <a:gd name="T16" fmla="*/ 2 w 437"/>
                <a:gd name="T17" fmla="*/ 2 h 260"/>
                <a:gd name="T18" fmla="*/ 2 w 437"/>
                <a:gd name="T19" fmla="*/ 1 h 260"/>
                <a:gd name="T20" fmla="*/ 3 w 437"/>
                <a:gd name="T21" fmla="*/ 1 h 260"/>
                <a:gd name="T22" fmla="*/ 3 w 437"/>
                <a:gd name="T23" fmla="*/ 1 h 260"/>
                <a:gd name="T24" fmla="*/ 3 w 437"/>
                <a:gd name="T25" fmla="*/ 1 h 260"/>
                <a:gd name="T26" fmla="*/ 3 w 437"/>
                <a:gd name="T27" fmla="*/ 1 h 260"/>
                <a:gd name="T28" fmla="*/ 3 w 437"/>
                <a:gd name="T29" fmla="*/ 1 h 260"/>
                <a:gd name="T30" fmla="*/ 3 w 437"/>
                <a:gd name="T31" fmla="*/ 0 h 260"/>
                <a:gd name="T32" fmla="*/ 3 w 437"/>
                <a:gd name="T33" fmla="*/ 0 h 260"/>
                <a:gd name="T34" fmla="*/ 3 w 437"/>
                <a:gd name="T35" fmla="*/ 0 h 260"/>
                <a:gd name="T36" fmla="*/ 3 w 437"/>
                <a:gd name="T37" fmla="*/ 0 h 260"/>
                <a:gd name="T38" fmla="*/ 3 w 437"/>
                <a:gd name="T39" fmla="*/ 0 h 260"/>
                <a:gd name="T40" fmla="*/ 3 w 437"/>
                <a:gd name="T41" fmla="*/ 0 h 260"/>
                <a:gd name="T42" fmla="*/ 3 w 437"/>
                <a:gd name="T43" fmla="*/ 1 h 260"/>
                <a:gd name="T44" fmla="*/ 3 w 437"/>
                <a:gd name="T45" fmla="*/ 1 h 260"/>
                <a:gd name="T46" fmla="*/ 3 w 437"/>
                <a:gd name="T47" fmla="*/ 1 h 260"/>
                <a:gd name="T48" fmla="*/ 3 w 437"/>
                <a:gd name="T49" fmla="*/ 1 h 260"/>
                <a:gd name="T50" fmla="*/ 3 w 437"/>
                <a:gd name="T51" fmla="*/ 1 h 260"/>
                <a:gd name="T52" fmla="*/ 2 w 437"/>
                <a:gd name="T53" fmla="*/ 1 h 260"/>
                <a:gd name="T54" fmla="*/ 2 w 437"/>
                <a:gd name="T55" fmla="*/ 2 h 260"/>
                <a:gd name="T56" fmla="*/ 2 w 437"/>
                <a:gd name="T57" fmla="*/ 2 h 260"/>
                <a:gd name="T58" fmla="*/ 2 w 437"/>
                <a:gd name="T59" fmla="*/ 2 h 260"/>
                <a:gd name="T60" fmla="*/ 1 w 437"/>
                <a:gd name="T61" fmla="*/ 2 h 260"/>
                <a:gd name="T62" fmla="*/ 1 w 437"/>
                <a:gd name="T63" fmla="*/ 2 h 260"/>
                <a:gd name="T64" fmla="*/ 1 w 437"/>
                <a:gd name="T65" fmla="*/ 2 h 260"/>
                <a:gd name="T66" fmla="*/ 0 w 437"/>
                <a:gd name="T67" fmla="*/ 2 h 260"/>
                <a:gd name="T68" fmla="*/ 0 w 437"/>
                <a:gd name="T69" fmla="*/ 2 h 260"/>
                <a:gd name="T70" fmla="*/ 0 w 437"/>
                <a:gd name="T71" fmla="*/ 2 h 260"/>
                <a:gd name="T72" fmla="*/ 0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0" y="260"/>
                  </a:moveTo>
                  <a:lnTo>
                    <a:pt x="0" y="260"/>
                  </a:lnTo>
                  <a:lnTo>
                    <a:pt x="43" y="259"/>
                  </a:lnTo>
                  <a:lnTo>
                    <a:pt x="87" y="255"/>
                  </a:lnTo>
                  <a:lnTo>
                    <a:pt x="128" y="248"/>
                  </a:lnTo>
                  <a:lnTo>
                    <a:pt x="168" y="240"/>
                  </a:lnTo>
                  <a:lnTo>
                    <a:pt x="207" y="230"/>
                  </a:lnTo>
                  <a:lnTo>
                    <a:pt x="242" y="217"/>
                  </a:lnTo>
                  <a:lnTo>
                    <a:pt x="276" y="202"/>
                  </a:lnTo>
                  <a:lnTo>
                    <a:pt x="308" y="185"/>
                  </a:lnTo>
                  <a:lnTo>
                    <a:pt x="336" y="166"/>
                  </a:lnTo>
                  <a:lnTo>
                    <a:pt x="360" y="146"/>
                  </a:lnTo>
                  <a:lnTo>
                    <a:pt x="383" y="125"/>
                  </a:lnTo>
                  <a:lnTo>
                    <a:pt x="401" y="102"/>
                  </a:lnTo>
                  <a:lnTo>
                    <a:pt x="417" y="77"/>
                  </a:lnTo>
                  <a:lnTo>
                    <a:pt x="427" y="53"/>
                  </a:lnTo>
                  <a:lnTo>
                    <a:pt x="434" y="27"/>
                  </a:lnTo>
                  <a:lnTo>
                    <a:pt x="437" y="0"/>
                  </a:lnTo>
                  <a:lnTo>
                    <a:pt x="425" y="0"/>
                  </a:lnTo>
                  <a:lnTo>
                    <a:pt x="422" y="24"/>
                  </a:lnTo>
                  <a:lnTo>
                    <a:pt x="415" y="48"/>
                  </a:lnTo>
                  <a:lnTo>
                    <a:pt x="405" y="73"/>
                  </a:lnTo>
                  <a:lnTo>
                    <a:pt x="392" y="95"/>
                  </a:lnTo>
                  <a:lnTo>
                    <a:pt x="373" y="116"/>
                  </a:lnTo>
                  <a:lnTo>
                    <a:pt x="353" y="137"/>
                  </a:lnTo>
                  <a:lnTo>
                    <a:pt x="329" y="157"/>
                  </a:lnTo>
                  <a:lnTo>
                    <a:pt x="301" y="173"/>
                  </a:lnTo>
                  <a:lnTo>
                    <a:pt x="271" y="190"/>
                  </a:lnTo>
                  <a:lnTo>
                    <a:pt x="237" y="205"/>
                  </a:lnTo>
                  <a:lnTo>
                    <a:pt x="202" y="218"/>
                  </a:lnTo>
                  <a:lnTo>
                    <a:pt x="166" y="228"/>
                  </a:lnTo>
                  <a:lnTo>
                    <a:pt x="126" y="237"/>
                  </a:lnTo>
                  <a:lnTo>
                    <a:pt x="85" y="244"/>
                  </a:lnTo>
                  <a:lnTo>
                    <a:pt x="43" y="247"/>
                  </a:lnTo>
                  <a:lnTo>
                    <a:pt x="0" y="248"/>
                  </a:lnTo>
                  <a:lnTo>
                    <a:pt x="0"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1588" name="Freeform 50"/>
            <p:cNvSpPr>
              <a:spLocks/>
            </p:cNvSpPr>
            <p:nvPr/>
          </p:nvSpPr>
          <p:spPr bwMode="auto">
            <a:xfrm>
              <a:off x="1179" y="1640"/>
              <a:ext cx="88" cy="52"/>
            </a:xfrm>
            <a:custGeom>
              <a:avLst/>
              <a:gdLst>
                <a:gd name="T0" fmla="*/ 0 w 439"/>
                <a:gd name="T1" fmla="*/ 0 h 260"/>
                <a:gd name="T2" fmla="*/ 0 w 439"/>
                <a:gd name="T3" fmla="*/ 0 h 260"/>
                <a:gd name="T4" fmla="*/ 0 w 439"/>
                <a:gd name="T5" fmla="*/ 0 h 260"/>
                <a:gd name="T6" fmla="*/ 0 w 439"/>
                <a:gd name="T7" fmla="*/ 0 h 260"/>
                <a:gd name="T8" fmla="*/ 0 w 439"/>
                <a:gd name="T9" fmla="*/ 1 h 260"/>
                <a:gd name="T10" fmla="*/ 0 w 439"/>
                <a:gd name="T11" fmla="*/ 1 h 260"/>
                <a:gd name="T12" fmla="*/ 0 w 439"/>
                <a:gd name="T13" fmla="*/ 1 h 260"/>
                <a:gd name="T14" fmla="*/ 1 w 439"/>
                <a:gd name="T15" fmla="*/ 1 h 260"/>
                <a:gd name="T16" fmla="*/ 1 w 439"/>
                <a:gd name="T17" fmla="*/ 1 h 260"/>
                <a:gd name="T18" fmla="*/ 1 w 439"/>
                <a:gd name="T19" fmla="*/ 1 h 260"/>
                <a:gd name="T20" fmla="*/ 1 w 439"/>
                <a:gd name="T21" fmla="*/ 2 h 260"/>
                <a:gd name="T22" fmla="*/ 2 w 439"/>
                <a:gd name="T23" fmla="*/ 2 h 260"/>
                <a:gd name="T24" fmla="*/ 2 w 439"/>
                <a:gd name="T25" fmla="*/ 2 h 260"/>
                <a:gd name="T26" fmla="*/ 2 w 439"/>
                <a:gd name="T27" fmla="*/ 2 h 260"/>
                <a:gd name="T28" fmla="*/ 2 w 439"/>
                <a:gd name="T29" fmla="*/ 2 h 260"/>
                <a:gd name="T30" fmla="*/ 3 w 439"/>
                <a:gd name="T31" fmla="*/ 2 h 260"/>
                <a:gd name="T32" fmla="*/ 3 w 439"/>
                <a:gd name="T33" fmla="*/ 2 h 260"/>
                <a:gd name="T34" fmla="*/ 4 w 439"/>
                <a:gd name="T35" fmla="*/ 2 h 260"/>
                <a:gd name="T36" fmla="*/ 4 w 439"/>
                <a:gd name="T37" fmla="*/ 2 h 260"/>
                <a:gd name="T38" fmla="*/ 3 w 439"/>
                <a:gd name="T39" fmla="*/ 2 h 260"/>
                <a:gd name="T40" fmla="*/ 3 w 439"/>
                <a:gd name="T41" fmla="*/ 2 h 260"/>
                <a:gd name="T42" fmla="*/ 3 w 439"/>
                <a:gd name="T43" fmla="*/ 2 h 260"/>
                <a:gd name="T44" fmla="*/ 2 w 439"/>
                <a:gd name="T45" fmla="*/ 2 h 260"/>
                <a:gd name="T46" fmla="*/ 2 w 439"/>
                <a:gd name="T47" fmla="*/ 2 h 260"/>
                <a:gd name="T48" fmla="*/ 2 w 439"/>
                <a:gd name="T49" fmla="*/ 2 h 260"/>
                <a:gd name="T50" fmla="*/ 1 w 439"/>
                <a:gd name="T51" fmla="*/ 2 h 260"/>
                <a:gd name="T52" fmla="*/ 1 w 439"/>
                <a:gd name="T53" fmla="*/ 1 h 260"/>
                <a:gd name="T54" fmla="*/ 1 w 439"/>
                <a:gd name="T55" fmla="*/ 1 h 260"/>
                <a:gd name="T56" fmla="*/ 1 w 439"/>
                <a:gd name="T57" fmla="*/ 1 h 260"/>
                <a:gd name="T58" fmla="*/ 1 w 439"/>
                <a:gd name="T59" fmla="*/ 1 h 260"/>
                <a:gd name="T60" fmla="*/ 0 w 439"/>
                <a:gd name="T61" fmla="*/ 1 h 260"/>
                <a:gd name="T62" fmla="*/ 0 w 439"/>
                <a:gd name="T63" fmla="*/ 1 h 260"/>
                <a:gd name="T64" fmla="*/ 0 w 439"/>
                <a:gd name="T65" fmla="*/ 0 h 260"/>
                <a:gd name="T66" fmla="*/ 0 w 439"/>
                <a:gd name="T67" fmla="*/ 0 h 260"/>
                <a:gd name="T68" fmla="*/ 0 w 439"/>
                <a:gd name="T69" fmla="*/ 0 h 260"/>
                <a:gd name="T70" fmla="*/ 0 w 439"/>
                <a:gd name="T71" fmla="*/ 0 h 260"/>
                <a:gd name="T72" fmla="*/ 0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0" y="0"/>
                  </a:moveTo>
                  <a:lnTo>
                    <a:pt x="0" y="0"/>
                  </a:lnTo>
                  <a:lnTo>
                    <a:pt x="3" y="27"/>
                  </a:lnTo>
                  <a:lnTo>
                    <a:pt x="10" y="53"/>
                  </a:lnTo>
                  <a:lnTo>
                    <a:pt x="20" y="77"/>
                  </a:lnTo>
                  <a:lnTo>
                    <a:pt x="35" y="102"/>
                  </a:lnTo>
                  <a:lnTo>
                    <a:pt x="54" y="125"/>
                  </a:lnTo>
                  <a:lnTo>
                    <a:pt x="76" y="146"/>
                  </a:lnTo>
                  <a:lnTo>
                    <a:pt x="102" y="166"/>
                  </a:lnTo>
                  <a:lnTo>
                    <a:pt x="130" y="185"/>
                  </a:lnTo>
                  <a:lnTo>
                    <a:pt x="162" y="202"/>
                  </a:lnTo>
                  <a:lnTo>
                    <a:pt x="195" y="217"/>
                  </a:lnTo>
                  <a:lnTo>
                    <a:pt x="231" y="230"/>
                  </a:lnTo>
                  <a:lnTo>
                    <a:pt x="270" y="240"/>
                  </a:lnTo>
                  <a:lnTo>
                    <a:pt x="310" y="248"/>
                  </a:lnTo>
                  <a:lnTo>
                    <a:pt x="351" y="255"/>
                  </a:lnTo>
                  <a:lnTo>
                    <a:pt x="395" y="259"/>
                  </a:lnTo>
                  <a:lnTo>
                    <a:pt x="439" y="260"/>
                  </a:lnTo>
                  <a:lnTo>
                    <a:pt x="439" y="248"/>
                  </a:lnTo>
                  <a:lnTo>
                    <a:pt x="395" y="247"/>
                  </a:lnTo>
                  <a:lnTo>
                    <a:pt x="353" y="244"/>
                  </a:lnTo>
                  <a:lnTo>
                    <a:pt x="312" y="237"/>
                  </a:lnTo>
                  <a:lnTo>
                    <a:pt x="272" y="228"/>
                  </a:lnTo>
                  <a:lnTo>
                    <a:pt x="236" y="218"/>
                  </a:lnTo>
                  <a:lnTo>
                    <a:pt x="200" y="205"/>
                  </a:lnTo>
                  <a:lnTo>
                    <a:pt x="167" y="190"/>
                  </a:lnTo>
                  <a:lnTo>
                    <a:pt x="137" y="173"/>
                  </a:lnTo>
                  <a:lnTo>
                    <a:pt x="109" y="157"/>
                  </a:lnTo>
                  <a:lnTo>
                    <a:pt x="84" y="137"/>
                  </a:lnTo>
                  <a:lnTo>
                    <a:pt x="64" y="116"/>
                  </a:lnTo>
                  <a:lnTo>
                    <a:pt x="45" y="95"/>
                  </a:lnTo>
                  <a:lnTo>
                    <a:pt x="32" y="73"/>
                  </a:lnTo>
                  <a:lnTo>
                    <a:pt x="21" y="48"/>
                  </a:lnTo>
                  <a:lnTo>
                    <a:pt x="14" y="24"/>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1589" name="Freeform 51"/>
            <p:cNvSpPr>
              <a:spLocks/>
            </p:cNvSpPr>
            <p:nvPr/>
          </p:nvSpPr>
          <p:spPr bwMode="auto">
            <a:xfrm>
              <a:off x="1179" y="1588"/>
              <a:ext cx="88" cy="52"/>
            </a:xfrm>
            <a:custGeom>
              <a:avLst/>
              <a:gdLst>
                <a:gd name="T0" fmla="*/ 4 w 439"/>
                <a:gd name="T1" fmla="*/ 0 h 260"/>
                <a:gd name="T2" fmla="*/ 4 w 439"/>
                <a:gd name="T3" fmla="*/ 0 h 260"/>
                <a:gd name="T4" fmla="*/ 3 w 439"/>
                <a:gd name="T5" fmla="*/ 0 h 260"/>
                <a:gd name="T6" fmla="*/ 3 w 439"/>
                <a:gd name="T7" fmla="*/ 0 h 260"/>
                <a:gd name="T8" fmla="*/ 2 w 439"/>
                <a:gd name="T9" fmla="*/ 0 h 260"/>
                <a:gd name="T10" fmla="*/ 2 w 439"/>
                <a:gd name="T11" fmla="*/ 0 h 260"/>
                <a:gd name="T12" fmla="*/ 2 w 439"/>
                <a:gd name="T13" fmla="*/ 0 h 260"/>
                <a:gd name="T14" fmla="*/ 2 w 439"/>
                <a:gd name="T15" fmla="*/ 0 h 260"/>
                <a:gd name="T16" fmla="*/ 1 w 439"/>
                <a:gd name="T17" fmla="*/ 0 h 260"/>
                <a:gd name="T18" fmla="*/ 1 w 439"/>
                <a:gd name="T19" fmla="*/ 1 h 260"/>
                <a:gd name="T20" fmla="*/ 1 w 439"/>
                <a:gd name="T21" fmla="*/ 1 h 260"/>
                <a:gd name="T22" fmla="*/ 1 w 439"/>
                <a:gd name="T23" fmla="*/ 1 h 260"/>
                <a:gd name="T24" fmla="*/ 0 w 439"/>
                <a:gd name="T25" fmla="*/ 1 h 260"/>
                <a:gd name="T26" fmla="*/ 0 w 439"/>
                <a:gd name="T27" fmla="*/ 1 h 260"/>
                <a:gd name="T28" fmla="*/ 0 w 439"/>
                <a:gd name="T29" fmla="*/ 1 h 260"/>
                <a:gd name="T30" fmla="*/ 0 w 439"/>
                <a:gd name="T31" fmla="*/ 2 h 260"/>
                <a:gd name="T32" fmla="*/ 0 w 439"/>
                <a:gd name="T33" fmla="*/ 2 h 260"/>
                <a:gd name="T34" fmla="*/ 0 w 439"/>
                <a:gd name="T35" fmla="*/ 2 h 260"/>
                <a:gd name="T36" fmla="*/ 0 w 439"/>
                <a:gd name="T37" fmla="*/ 2 h 260"/>
                <a:gd name="T38" fmla="*/ 0 w 439"/>
                <a:gd name="T39" fmla="*/ 2 h 260"/>
                <a:gd name="T40" fmla="*/ 0 w 439"/>
                <a:gd name="T41" fmla="*/ 2 h 260"/>
                <a:gd name="T42" fmla="*/ 0 w 439"/>
                <a:gd name="T43" fmla="*/ 1 h 260"/>
                <a:gd name="T44" fmla="*/ 0 w 439"/>
                <a:gd name="T45" fmla="*/ 1 h 260"/>
                <a:gd name="T46" fmla="*/ 1 w 439"/>
                <a:gd name="T47" fmla="*/ 1 h 260"/>
                <a:gd name="T48" fmla="*/ 1 w 439"/>
                <a:gd name="T49" fmla="*/ 1 h 260"/>
                <a:gd name="T50" fmla="*/ 1 w 439"/>
                <a:gd name="T51" fmla="*/ 1 h 260"/>
                <a:gd name="T52" fmla="*/ 1 w 439"/>
                <a:gd name="T53" fmla="*/ 1 h 260"/>
                <a:gd name="T54" fmla="*/ 1 w 439"/>
                <a:gd name="T55" fmla="*/ 1 h 260"/>
                <a:gd name="T56" fmla="*/ 2 w 439"/>
                <a:gd name="T57" fmla="*/ 0 h 260"/>
                <a:gd name="T58" fmla="*/ 2 w 439"/>
                <a:gd name="T59" fmla="*/ 0 h 260"/>
                <a:gd name="T60" fmla="*/ 2 w 439"/>
                <a:gd name="T61" fmla="*/ 0 h 260"/>
                <a:gd name="T62" fmla="*/ 3 w 439"/>
                <a:gd name="T63" fmla="*/ 0 h 260"/>
                <a:gd name="T64" fmla="*/ 3 w 439"/>
                <a:gd name="T65" fmla="*/ 0 h 260"/>
                <a:gd name="T66" fmla="*/ 3 w 439"/>
                <a:gd name="T67" fmla="*/ 0 h 260"/>
                <a:gd name="T68" fmla="*/ 4 w 439"/>
                <a:gd name="T69" fmla="*/ 0 h 260"/>
                <a:gd name="T70" fmla="*/ 4 w 439"/>
                <a:gd name="T71" fmla="*/ 0 h 260"/>
                <a:gd name="T72" fmla="*/ 4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439" y="0"/>
                  </a:moveTo>
                  <a:lnTo>
                    <a:pt x="439" y="0"/>
                  </a:lnTo>
                  <a:lnTo>
                    <a:pt x="395" y="1"/>
                  </a:lnTo>
                  <a:lnTo>
                    <a:pt x="351" y="4"/>
                  </a:lnTo>
                  <a:lnTo>
                    <a:pt x="310" y="11"/>
                  </a:lnTo>
                  <a:lnTo>
                    <a:pt x="270" y="19"/>
                  </a:lnTo>
                  <a:lnTo>
                    <a:pt x="231" y="30"/>
                  </a:lnTo>
                  <a:lnTo>
                    <a:pt x="195" y="43"/>
                  </a:lnTo>
                  <a:lnTo>
                    <a:pt x="162" y="58"/>
                  </a:lnTo>
                  <a:lnTo>
                    <a:pt x="130" y="73"/>
                  </a:lnTo>
                  <a:lnTo>
                    <a:pt x="102" y="93"/>
                  </a:lnTo>
                  <a:lnTo>
                    <a:pt x="76" y="113"/>
                  </a:lnTo>
                  <a:lnTo>
                    <a:pt x="54" y="133"/>
                  </a:lnTo>
                  <a:lnTo>
                    <a:pt x="35" y="157"/>
                  </a:lnTo>
                  <a:lnTo>
                    <a:pt x="20" y="181"/>
                  </a:lnTo>
                  <a:lnTo>
                    <a:pt x="10" y="206"/>
                  </a:lnTo>
                  <a:lnTo>
                    <a:pt x="3" y="233"/>
                  </a:lnTo>
                  <a:lnTo>
                    <a:pt x="0" y="260"/>
                  </a:lnTo>
                  <a:lnTo>
                    <a:pt x="12" y="260"/>
                  </a:lnTo>
                  <a:lnTo>
                    <a:pt x="14" y="235"/>
                  </a:lnTo>
                  <a:lnTo>
                    <a:pt x="21" y="211"/>
                  </a:lnTo>
                  <a:lnTo>
                    <a:pt x="32" y="186"/>
                  </a:lnTo>
                  <a:lnTo>
                    <a:pt x="45" y="164"/>
                  </a:lnTo>
                  <a:lnTo>
                    <a:pt x="64" y="143"/>
                  </a:lnTo>
                  <a:lnTo>
                    <a:pt x="84" y="123"/>
                  </a:lnTo>
                  <a:lnTo>
                    <a:pt x="109" y="103"/>
                  </a:lnTo>
                  <a:lnTo>
                    <a:pt x="137" y="85"/>
                  </a:lnTo>
                  <a:lnTo>
                    <a:pt x="167" y="70"/>
                  </a:lnTo>
                  <a:lnTo>
                    <a:pt x="200" y="55"/>
                  </a:lnTo>
                  <a:lnTo>
                    <a:pt x="236" y="42"/>
                  </a:lnTo>
                  <a:lnTo>
                    <a:pt x="272" y="31"/>
                  </a:lnTo>
                  <a:lnTo>
                    <a:pt x="312" y="23"/>
                  </a:lnTo>
                  <a:lnTo>
                    <a:pt x="353" y="16"/>
                  </a:lnTo>
                  <a:lnTo>
                    <a:pt x="395" y="12"/>
                  </a:lnTo>
                  <a:lnTo>
                    <a:pt x="439" y="11"/>
                  </a:lnTo>
                  <a:lnTo>
                    <a:pt x="439"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1590" name="Freeform 52"/>
            <p:cNvSpPr>
              <a:spLocks/>
            </p:cNvSpPr>
            <p:nvPr/>
          </p:nvSpPr>
          <p:spPr bwMode="auto">
            <a:xfrm>
              <a:off x="964" y="1745"/>
              <a:ext cx="48" cy="85"/>
            </a:xfrm>
            <a:custGeom>
              <a:avLst/>
              <a:gdLst>
                <a:gd name="T0" fmla="*/ 2 w 244"/>
                <a:gd name="T1" fmla="*/ 3 h 426"/>
                <a:gd name="T2" fmla="*/ 2 w 244"/>
                <a:gd name="T3" fmla="*/ 3 h 426"/>
                <a:gd name="T4" fmla="*/ 2 w 244"/>
                <a:gd name="T5" fmla="*/ 3 h 426"/>
                <a:gd name="T6" fmla="*/ 2 w 244"/>
                <a:gd name="T7" fmla="*/ 3 h 426"/>
                <a:gd name="T8" fmla="*/ 2 w 244"/>
                <a:gd name="T9" fmla="*/ 2 h 426"/>
                <a:gd name="T10" fmla="*/ 2 w 244"/>
                <a:gd name="T11" fmla="*/ 2 h 426"/>
                <a:gd name="T12" fmla="*/ 2 w 244"/>
                <a:gd name="T13" fmla="*/ 2 h 426"/>
                <a:gd name="T14" fmla="*/ 2 w 244"/>
                <a:gd name="T15" fmla="*/ 2 h 426"/>
                <a:gd name="T16" fmla="*/ 1 w 244"/>
                <a:gd name="T17" fmla="*/ 1 h 426"/>
                <a:gd name="T18" fmla="*/ 1 w 244"/>
                <a:gd name="T19" fmla="*/ 1 h 426"/>
                <a:gd name="T20" fmla="*/ 1 w 244"/>
                <a:gd name="T21" fmla="*/ 1 h 426"/>
                <a:gd name="T22" fmla="*/ 1 w 244"/>
                <a:gd name="T23" fmla="*/ 1 h 426"/>
                <a:gd name="T24" fmla="*/ 1 w 244"/>
                <a:gd name="T25" fmla="*/ 0 h 426"/>
                <a:gd name="T26" fmla="*/ 1 w 244"/>
                <a:gd name="T27" fmla="*/ 0 h 426"/>
                <a:gd name="T28" fmla="*/ 1 w 244"/>
                <a:gd name="T29" fmla="*/ 0 h 426"/>
                <a:gd name="T30" fmla="*/ 0 w 244"/>
                <a:gd name="T31" fmla="*/ 0 h 426"/>
                <a:gd name="T32" fmla="*/ 0 w 244"/>
                <a:gd name="T33" fmla="*/ 0 h 426"/>
                <a:gd name="T34" fmla="*/ 0 w 244"/>
                <a:gd name="T35" fmla="*/ 0 h 426"/>
                <a:gd name="T36" fmla="*/ 0 w 244"/>
                <a:gd name="T37" fmla="*/ 0 h 426"/>
                <a:gd name="T38" fmla="*/ 0 w 244"/>
                <a:gd name="T39" fmla="*/ 0 h 426"/>
                <a:gd name="T40" fmla="*/ 0 w 244"/>
                <a:gd name="T41" fmla="*/ 0 h 426"/>
                <a:gd name="T42" fmla="*/ 1 w 244"/>
                <a:gd name="T43" fmla="*/ 0 h 426"/>
                <a:gd name="T44" fmla="*/ 1 w 244"/>
                <a:gd name="T45" fmla="*/ 0 h 426"/>
                <a:gd name="T46" fmla="*/ 1 w 244"/>
                <a:gd name="T47" fmla="*/ 0 h 426"/>
                <a:gd name="T48" fmla="*/ 1 w 244"/>
                <a:gd name="T49" fmla="*/ 1 h 426"/>
                <a:gd name="T50" fmla="*/ 1 w 244"/>
                <a:gd name="T51" fmla="*/ 1 h 426"/>
                <a:gd name="T52" fmla="*/ 1 w 244"/>
                <a:gd name="T53" fmla="*/ 1 h 426"/>
                <a:gd name="T54" fmla="*/ 1 w 244"/>
                <a:gd name="T55" fmla="*/ 1 h 426"/>
                <a:gd name="T56" fmla="*/ 1 w 244"/>
                <a:gd name="T57" fmla="*/ 2 h 426"/>
                <a:gd name="T58" fmla="*/ 2 w 244"/>
                <a:gd name="T59" fmla="*/ 2 h 426"/>
                <a:gd name="T60" fmla="*/ 2 w 244"/>
                <a:gd name="T61" fmla="*/ 2 h 426"/>
                <a:gd name="T62" fmla="*/ 2 w 244"/>
                <a:gd name="T63" fmla="*/ 2 h 426"/>
                <a:gd name="T64" fmla="*/ 2 w 244"/>
                <a:gd name="T65" fmla="*/ 3 h 426"/>
                <a:gd name="T66" fmla="*/ 2 w 244"/>
                <a:gd name="T67" fmla="*/ 3 h 426"/>
                <a:gd name="T68" fmla="*/ 2 w 244"/>
                <a:gd name="T69" fmla="*/ 3 h 426"/>
                <a:gd name="T70" fmla="*/ 2 w 244"/>
                <a:gd name="T71" fmla="*/ 3 h 426"/>
                <a:gd name="T72" fmla="*/ 2 w 244"/>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6"/>
                <a:gd name="T113" fmla="*/ 244 w 244"/>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6">
                  <a:moveTo>
                    <a:pt x="244" y="426"/>
                  </a:moveTo>
                  <a:lnTo>
                    <a:pt x="244" y="426"/>
                  </a:lnTo>
                  <a:lnTo>
                    <a:pt x="243" y="383"/>
                  </a:lnTo>
                  <a:lnTo>
                    <a:pt x="240" y="340"/>
                  </a:lnTo>
                  <a:lnTo>
                    <a:pt x="234" y="300"/>
                  </a:lnTo>
                  <a:lnTo>
                    <a:pt x="226" y="262"/>
                  </a:lnTo>
                  <a:lnTo>
                    <a:pt x="215" y="224"/>
                  </a:lnTo>
                  <a:lnTo>
                    <a:pt x="203" y="189"/>
                  </a:lnTo>
                  <a:lnTo>
                    <a:pt x="189" y="157"/>
                  </a:lnTo>
                  <a:lnTo>
                    <a:pt x="174" y="126"/>
                  </a:lnTo>
                  <a:lnTo>
                    <a:pt x="155" y="99"/>
                  </a:lnTo>
                  <a:lnTo>
                    <a:pt x="138" y="74"/>
                  </a:lnTo>
                  <a:lnTo>
                    <a:pt x="118" y="52"/>
                  </a:lnTo>
                  <a:lnTo>
                    <a:pt x="96" y="34"/>
                  </a:lnTo>
                  <a:lnTo>
                    <a:pt x="73" y="19"/>
                  </a:lnTo>
                  <a:lnTo>
                    <a:pt x="50" y="8"/>
                  </a:lnTo>
                  <a:lnTo>
                    <a:pt x="25" y="2"/>
                  </a:lnTo>
                  <a:lnTo>
                    <a:pt x="0" y="0"/>
                  </a:lnTo>
                  <a:lnTo>
                    <a:pt x="0" y="12"/>
                  </a:lnTo>
                  <a:lnTo>
                    <a:pt x="23" y="14"/>
                  </a:lnTo>
                  <a:lnTo>
                    <a:pt x="45" y="20"/>
                  </a:lnTo>
                  <a:lnTo>
                    <a:pt x="66" y="31"/>
                  </a:lnTo>
                  <a:lnTo>
                    <a:pt x="89" y="43"/>
                  </a:lnTo>
                  <a:lnTo>
                    <a:pt x="109" y="61"/>
                  </a:lnTo>
                  <a:lnTo>
                    <a:pt x="129" y="81"/>
                  </a:lnTo>
                  <a:lnTo>
                    <a:pt x="146" y="106"/>
                  </a:lnTo>
                  <a:lnTo>
                    <a:pt x="162" y="133"/>
                  </a:lnTo>
                  <a:lnTo>
                    <a:pt x="178" y="162"/>
                  </a:lnTo>
                  <a:lnTo>
                    <a:pt x="192" y="194"/>
                  </a:lnTo>
                  <a:lnTo>
                    <a:pt x="203" y="229"/>
                  </a:lnTo>
                  <a:lnTo>
                    <a:pt x="214" y="264"/>
                  </a:lnTo>
                  <a:lnTo>
                    <a:pt x="222" y="303"/>
                  </a:lnTo>
                  <a:lnTo>
                    <a:pt x="228" y="342"/>
                  </a:lnTo>
                  <a:lnTo>
                    <a:pt x="232" y="383"/>
                  </a:lnTo>
                  <a:lnTo>
                    <a:pt x="233" y="426"/>
                  </a:lnTo>
                  <a:lnTo>
                    <a:pt x="244"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1591" name="Freeform 53"/>
            <p:cNvSpPr>
              <a:spLocks/>
            </p:cNvSpPr>
            <p:nvPr/>
          </p:nvSpPr>
          <p:spPr bwMode="auto">
            <a:xfrm>
              <a:off x="964" y="1830"/>
              <a:ext cx="48" cy="85"/>
            </a:xfrm>
            <a:custGeom>
              <a:avLst/>
              <a:gdLst>
                <a:gd name="T0" fmla="*/ 0 w 244"/>
                <a:gd name="T1" fmla="*/ 3 h 424"/>
                <a:gd name="T2" fmla="*/ 0 w 244"/>
                <a:gd name="T3" fmla="*/ 3 h 424"/>
                <a:gd name="T4" fmla="*/ 0 w 244"/>
                <a:gd name="T5" fmla="*/ 3 h 424"/>
                <a:gd name="T6" fmla="*/ 0 w 244"/>
                <a:gd name="T7" fmla="*/ 3 h 424"/>
                <a:gd name="T8" fmla="*/ 1 w 244"/>
                <a:gd name="T9" fmla="*/ 3 h 424"/>
                <a:gd name="T10" fmla="*/ 1 w 244"/>
                <a:gd name="T11" fmla="*/ 3 h 424"/>
                <a:gd name="T12" fmla="*/ 1 w 244"/>
                <a:gd name="T13" fmla="*/ 3 h 424"/>
                <a:gd name="T14" fmla="*/ 1 w 244"/>
                <a:gd name="T15" fmla="*/ 3 h 424"/>
                <a:gd name="T16" fmla="*/ 1 w 244"/>
                <a:gd name="T17" fmla="*/ 3 h 424"/>
                <a:gd name="T18" fmla="*/ 1 w 244"/>
                <a:gd name="T19" fmla="*/ 2 h 424"/>
                <a:gd name="T20" fmla="*/ 1 w 244"/>
                <a:gd name="T21" fmla="*/ 2 h 424"/>
                <a:gd name="T22" fmla="*/ 2 w 244"/>
                <a:gd name="T23" fmla="*/ 2 h 424"/>
                <a:gd name="T24" fmla="*/ 2 w 244"/>
                <a:gd name="T25" fmla="*/ 2 h 424"/>
                <a:gd name="T26" fmla="*/ 2 w 244"/>
                <a:gd name="T27" fmla="*/ 1 h 424"/>
                <a:gd name="T28" fmla="*/ 2 w 244"/>
                <a:gd name="T29" fmla="*/ 1 h 424"/>
                <a:gd name="T30" fmla="*/ 2 w 244"/>
                <a:gd name="T31" fmla="*/ 1 h 424"/>
                <a:gd name="T32" fmla="*/ 2 w 244"/>
                <a:gd name="T33" fmla="*/ 0 h 424"/>
                <a:gd name="T34" fmla="*/ 2 w 244"/>
                <a:gd name="T35" fmla="*/ 0 h 424"/>
                <a:gd name="T36" fmla="*/ 2 w 244"/>
                <a:gd name="T37" fmla="*/ 0 h 424"/>
                <a:gd name="T38" fmla="*/ 2 w 244"/>
                <a:gd name="T39" fmla="*/ 0 h 424"/>
                <a:gd name="T40" fmla="*/ 2 w 244"/>
                <a:gd name="T41" fmla="*/ 1 h 424"/>
                <a:gd name="T42" fmla="*/ 2 w 244"/>
                <a:gd name="T43" fmla="*/ 1 h 424"/>
                <a:gd name="T44" fmla="*/ 2 w 244"/>
                <a:gd name="T45" fmla="*/ 1 h 424"/>
                <a:gd name="T46" fmla="*/ 2 w 244"/>
                <a:gd name="T47" fmla="*/ 2 h 424"/>
                <a:gd name="T48" fmla="*/ 1 w 244"/>
                <a:gd name="T49" fmla="*/ 2 h 424"/>
                <a:gd name="T50" fmla="*/ 1 w 244"/>
                <a:gd name="T51" fmla="*/ 2 h 424"/>
                <a:gd name="T52" fmla="*/ 1 w 244"/>
                <a:gd name="T53" fmla="*/ 2 h 424"/>
                <a:gd name="T54" fmla="*/ 1 w 244"/>
                <a:gd name="T55" fmla="*/ 3 h 424"/>
                <a:gd name="T56" fmla="*/ 1 w 244"/>
                <a:gd name="T57" fmla="*/ 3 h 424"/>
                <a:gd name="T58" fmla="*/ 1 w 244"/>
                <a:gd name="T59" fmla="*/ 3 h 424"/>
                <a:gd name="T60" fmla="*/ 1 w 244"/>
                <a:gd name="T61" fmla="*/ 3 h 424"/>
                <a:gd name="T62" fmla="*/ 1 w 244"/>
                <a:gd name="T63" fmla="*/ 3 h 424"/>
                <a:gd name="T64" fmla="*/ 0 w 244"/>
                <a:gd name="T65" fmla="*/ 3 h 424"/>
                <a:gd name="T66" fmla="*/ 0 w 244"/>
                <a:gd name="T67" fmla="*/ 3 h 424"/>
                <a:gd name="T68" fmla="*/ 0 w 244"/>
                <a:gd name="T69" fmla="*/ 3 h 424"/>
                <a:gd name="T70" fmla="*/ 0 w 244"/>
                <a:gd name="T71" fmla="*/ 3 h 424"/>
                <a:gd name="T72" fmla="*/ 0 w 244"/>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4"/>
                <a:gd name="T113" fmla="*/ 244 w 244"/>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4">
                  <a:moveTo>
                    <a:pt x="0" y="424"/>
                  </a:moveTo>
                  <a:lnTo>
                    <a:pt x="0" y="424"/>
                  </a:lnTo>
                  <a:lnTo>
                    <a:pt x="25" y="422"/>
                  </a:lnTo>
                  <a:lnTo>
                    <a:pt x="50" y="416"/>
                  </a:lnTo>
                  <a:lnTo>
                    <a:pt x="73" y="405"/>
                  </a:lnTo>
                  <a:lnTo>
                    <a:pt x="96" y="390"/>
                  </a:lnTo>
                  <a:lnTo>
                    <a:pt x="118" y="373"/>
                  </a:lnTo>
                  <a:lnTo>
                    <a:pt x="138" y="350"/>
                  </a:lnTo>
                  <a:lnTo>
                    <a:pt x="155" y="326"/>
                  </a:lnTo>
                  <a:lnTo>
                    <a:pt x="173" y="299"/>
                  </a:lnTo>
                  <a:lnTo>
                    <a:pt x="189" y="268"/>
                  </a:lnTo>
                  <a:lnTo>
                    <a:pt x="203" y="235"/>
                  </a:lnTo>
                  <a:lnTo>
                    <a:pt x="215" y="201"/>
                  </a:lnTo>
                  <a:lnTo>
                    <a:pt x="226" y="163"/>
                  </a:lnTo>
                  <a:lnTo>
                    <a:pt x="234" y="125"/>
                  </a:lnTo>
                  <a:lnTo>
                    <a:pt x="240" y="85"/>
                  </a:lnTo>
                  <a:lnTo>
                    <a:pt x="243" y="42"/>
                  </a:lnTo>
                  <a:lnTo>
                    <a:pt x="244" y="0"/>
                  </a:lnTo>
                  <a:lnTo>
                    <a:pt x="233" y="0"/>
                  </a:lnTo>
                  <a:lnTo>
                    <a:pt x="232" y="42"/>
                  </a:lnTo>
                  <a:lnTo>
                    <a:pt x="228" y="83"/>
                  </a:lnTo>
                  <a:lnTo>
                    <a:pt x="222" y="123"/>
                  </a:lnTo>
                  <a:lnTo>
                    <a:pt x="214" y="160"/>
                  </a:lnTo>
                  <a:lnTo>
                    <a:pt x="203" y="197"/>
                  </a:lnTo>
                  <a:lnTo>
                    <a:pt x="192" y="231"/>
                  </a:lnTo>
                  <a:lnTo>
                    <a:pt x="178" y="263"/>
                  </a:lnTo>
                  <a:lnTo>
                    <a:pt x="164" y="292"/>
                  </a:lnTo>
                  <a:lnTo>
                    <a:pt x="146" y="319"/>
                  </a:lnTo>
                  <a:lnTo>
                    <a:pt x="129" y="343"/>
                  </a:lnTo>
                  <a:lnTo>
                    <a:pt x="109" y="363"/>
                  </a:lnTo>
                  <a:lnTo>
                    <a:pt x="89" y="381"/>
                  </a:lnTo>
                  <a:lnTo>
                    <a:pt x="66" y="394"/>
                  </a:lnTo>
                  <a:lnTo>
                    <a:pt x="45" y="404"/>
                  </a:lnTo>
                  <a:lnTo>
                    <a:pt x="23" y="410"/>
                  </a:lnTo>
                  <a:lnTo>
                    <a:pt x="0" y="412"/>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1592" name="Freeform 54"/>
            <p:cNvSpPr>
              <a:spLocks/>
            </p:cNvSpPr>
            <p:nvPr/>
          </p:nvSpPr>
          <p:spPr bwMode="auto">
            <a:xfrm>
              <a:off x="915" y="1830"/>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1" y="42"/>
                  </a:lnTo>
                  <a:lnTo>
                    <a:pt x="4" y="85"/>
                  </a:lnTo>
                  <a:lnTo>
                    <a:pt x="10" y="125"/>
                  </a:lnTo>
                  <a:lnTo>
                    <a:pt x="19" y="163"/>
                  </a:lnTo>
                  <a:lnTo>
                    <a:pt x="29" y="201"/>
                  </a:lnTo>
                  <a:lnTo>
                    <a:pt x="41" y="235"/>
                  </a:lnTo>
                  <a:lnTo>
                    <a:pt x="55" y="268"/>
                  </a:lnTo>
                  <a:lnTo>
                    <a:pt x="71" y="299"/>
                  </a:lnTo>
                  <a:lnTo>
                    <a:pt x="89" y="326"/>
                  </a:lnTo>
                  <a:lnTo>
                    <a:pt x="106" y="350"/>
                  </a:lnTo>
                  <a:lnTo>
                    <a:pt x="126" y="373"/>
                  </a:lnTo>
                  <a:lnTo>
                    <a:pt x="149" y="390"/>
                  </a:lnTo>
                  <a:lnTo>
                    <a:pt x="171" y="405"/>
                  </a:lnTo>
                  <a:lnTo>
                    <a:pt x="194" y="416"/>
                  </a:lnTo>
                  <a:lnTo>
                    <a:pt x="219" y="422"/>
                  </a:lnTo>
                  <a:lnTo>
                    <a:pt x="245" y="424"/>
                  </a:lnTo>
                  <a:lnTo>
                    <a:pt x="245" y="412"/>
                  </a:lnTo>
                  <a:lnTo>
                    <a:pt x="221" y="410"/>
                  </a:lnTo>
                  <a:lnTo>
                    <a:pt x="199" y="404"/>
                  </a:lnTo>
                  <a:lnTo>
                    <a:pt x="178" y="394"/>
                  </a:lnTo>
                  <a:lnTo>
                    <a:pt x="156" y="381"/>
                  </a:lnTo>
                  <a:lnTo>
                    <a:pt x="136" y="363"/>
                  </a:lnTo>
                  <a:lnTo>
                    <a:pt x="116" y="343"/>
                  </a:lnTo>
                  <a:lnTo>
                    <a:pt x="98" y="319"/>
                  </a:lnTo>
                  <a:lnTo>
                    <a:pt x="81" y="292"/>
                  </a:lnTo>
                  <a:lnTo>
                    <a:pt x="67" y="263"/>
                  </a:lnTo>
                  <a:lnTo>
                    <a:pt x="52" y="231"/>
                  </a:lnTo>
                  <a:lnTo>
                    <a:pt x="41" y="197"/>
                  </a:lnTo>
                  <a:lnTo>
                    <a:pt x="30" y="160"/>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1593" name="Freeform 55"/>
            <p:cNvSpPr>
              <a:spLocks/>
            </p:cNvSpPr>
            <p:nvPr/>
          </p:nvSpPr>
          <p:spPr bwMode="auto">
            <a:xfrm>
              <a:off x="915" y="1745"/>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0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19" y="2"/>
                  </a:lnTo>
                  <a:lnTo>
                    <a:pt x="194" y="8"/>
                  </a:lnTo>
                  <a:lnTo>
                    <a:pt x="171" y="19"/>
                  </a:lnTo>
                  <a:lnTo>
                    <a:pt x="149" y="34"/>
                  </a:lnTo>
                  <a:lnTo>
                    <a:pt x="126" y="52"/>
                  </a:lnTo>
                  <a:lnTo>
                    <a:pt x="106" y="74"/>
                  </a:lnTo>
                  <a:lnTo>
                    <a:pt x="89" y="99"/>
                  </a:lnTo>
                  <a:lnTo>
                    <a:pt x="70" y="126"/>
                  </a:lnTo>
                  <a:lnTo>
                    <a:pt x="55" y="157"/>
                  </a:lnTo>
                  <a:lnTo>
                    <a:pt x="41" y="189"/>
                  </a:lnTo>
                  <a:lnTo>
                    <a:pt x="29" y="224"/>
                  </a:lnTo>
                  <a:lnTo>
                    <a:pt x="19" y="262"/>
                  </a:lnTo>
                  <a:lnTo>
                    <a:pt x="10" y="300"/>
                  </a:lnTo>
                  <a:lnTo>
                    <a:pt x="4" y="340"/>
                  </a:lnTo>
                  <a:lnTo>
                    <a:pt x="1" y="383"/>
                  </a:lnTo>
                  <a:lnTo>
                    <a:pt x="0" y="426"/>
                  </a:lnTo>
                  <a:lnTo>
                    <a:pt x="11" y="426"/>
                  </a:lnTo>
                  <a:lnTo>
                    <a:pt x="13" y="383"/>
                  </a:lnTo>
                  <a:lnTo>
                    <a:pt x="16" y="342"/>
                  </a:lnTo>
                  <a:lnTo>
                    <a:pt x="22" y="303"/>
                  </a:lnTo>
                  <a:lnTo>
                    <a:pt x="30" y="264"/>
                  </a:lnTo>
                  <a:lnTo>
                    <a:pt x="41" y="229"/>
                  </a:lnTo>
                  <a:lnTo>
                    <a:pt x="52" y="194"/>
                  </a:lnTo>
                  <a:lnTo>
                    <a:pt x="67" y="162"/>
                  </a:lnTo>
                  <a:lnTo>
                    <a:pt x="82" y="133"/>
                  </a:lnTo>
                  <a:lnTo>
                    <a:pt x="98" y="106"/>
                  </a:lnTo>
                  <a:lnTo>
                    <a:pt x="116" y="81"/>
                  </a:lnTo>
                  <a:lnTo>
                    <a:pt x="136" y="61"/>
                  </a:lnTo>
                  <a:lnTo>
                    <a:pt x="156" y="43"/>
                  </a:lnTo>
                  <a:lnTo>
                    <a:pt x="178" y="31"/>
                  </a:lnTo>
                  <a:lnTo>
                    <a:pt x="199" y="20"/>
                  </a:lnTo>
                  <a:lnTo>
                    <a:pt x="221"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1594" name="Freeform 56"/>
            <p:cNvSpPr>
              <a:spLocks/>
            </p:cNvSpPr>
            <p:nvPr/>
          </p:nvSpPr>
          <p:spPr bwMode="auto">
            <a:xfrm>
              <a:off x="1140" y="2087"/>
              <a:ext cx="49" cy="85"/>
            </a:xfrm>
            <a:custGeom>
              <a:avLst/>
              <a:gdLst>
                <a:gd name="T0" fmla="*/ 2 w 246"/>
                <a:gd name="T1" fmla="*/ 3 h 424"/>
                <a:gd name="T2" fmla="*/ 2 w 246"/>
                <a:gd name="T3" fmla="*/ 3 h 424"/>
                <a:gd name="T4" fmla="*/ 2 w 246"/>
                <a:gd name="T5" fmla="*/ 3 h 424"/>
                <a:gd name="T6" fmla="*/ 2 w 246"/>
                <a:gd name="T7" fmla="*/ 3 h 424"/>
                <a:gd name="T8" fmla="*/ 2 w 246"/>
                <a:gd name="T9" fmla="*/ 2 h 424"/>
                <a:gd name="T10" fmla="*/ 2 w 246"/>
                <a:gd name="T11" fmla="*/ 2 h 424"/>
                <a:gd name="T12" fmla="*/ 2 w 246"/>
                <a:gd name="T13" fmla="*/ 2 h 424"/>
                <a:gd name="T14" fmla="*/ 2 w 246"/>
                <a:gd name="T15" fmla="*/ 2 h 424"/>
                <a:gd name="T16" fmla="*/ 2 w 246"/>
                <a:gd name="T17" fmla="*/ 1 h 424"/>
                <a:gd name="T18" fmla="*/ 1 w 246"/>
                <a:gd name="T19" fmla="*/ 1 h 424"/>
                <a:gd name="T20" fmla="*/ 1 w 246"/>
                <a:gd name="T21" fmla="*/ 1 h 424"/>
                <a:gd name="T22" fmla="*/ 1 w 246"/>
                <a:gd name="T23" fmla="*/ 1 h 424"/>
                <a:gd name="T24" fmla="*/ 1 w 246"/>
                <a:gd name="T25" fmla="*/ 0 h 424"/>
                <a:gd name="T26" fmla="*/ 1 w 246"/>
                <a:gd name="T27" fmla="*/ 0 h 424"/>
                <a:gd name="T28" fmla="*/ 1 w 246"/>
                <a:gd name="T29" fmla="*/ 0 h 424"/>
                <a:gd name="T30" fmla="*/ 0 w 246"/>
                <a:gd name="T31" fmla="*/ 0 h 424"/>
                <a:gd name="T32" fmla="*/ 0 w 246"/>
                <a:gd name="T33" fmla="*/ 0 h 424"/>
                <a:gd name="T34" fmla="*/ 0 w 246"/>
                <a:gd name="T35" fmla="*/ 0 h 424"/>
                <a:gd name="T36" fmla="*/ 0 w 246"/>
                <a:gd name="T37" fmla="*/ 0 h 424"/>
                <a:gd name="T38" fmla="*/ 0 w 246"/>
                <a:gd name="T39" fmla="*/ 0 h 424"/>
                <a:gd name="T40" fmla="*/ 0 w 246"/>
                <a:gd name="T41" fmla="*/ 0 h 424"/>
                <a:gd name="T42" fmla="*/ 1 w 246"/>
                <a:gd name="T43" fmla="*/ 0 h 424"/>
                <a:gd name="T44" fmla="*/ 1 w 246"/>
                <a:gd name="T45" fmla="*/ 0 h 424"/>
                <a:gd name="T46" fmla="*/ 1 w 246"/>
                <a:gd name="T47" fmla="*/ 0 h 424"/>
                <a:gd name="T48" fmla="*/ 1 w 246"/>
                <a:gd name="T49" fmla="*/ 1 h 424"/>
                <a:gd name="T50" fmla="*/ 1 w 246"/>
                <a:gd name="T51" fmla="*/ 1 h 424"/>
                <a:gd name="T52" fmla="*/ 1 w 246"/>
                <a:gd name="T53" fmla="*/ 1 h 424"/>
                <a:gd name="T54" fmla="*/ 1 w 246"/>
                <a:gd name="T55" fmla="*/ 1 h 424"/>
                <a:gd name="T56" fmla="*/ 2 w 246"/>
                <a:gd name="T57" fmla="*/ 2 h 424"/>
                <a:gd name="T58" fmla="*/ 2 w 246"/>
                <a:gd name="T59" fmla="*/ 2 h 424"/>
                <a:gd name="T60" fmla="*/ 2 w 246"/>
                <a:gd name="T61" fmla="*/ 2 h 424"/>
                <a:gd name="T62" fmla="*/ 2 w 246"/>
                <a:gd name="T63" fmla="*/ 2 h 424"/>
                <a:gd name="T64" fmla="*/ 2 w 246"/>
                <a:gd name="T65" fmla="*/ 3 h 424"/>
                <a:gd name="T66" fmla="*/ 2 w 246"/>
                <a:gd name="T67" fmla="*/ 3 h 424"/>
                <a:gd name="T68" fmla="*/ 2 w 246"/>
                <a:gd name="T69" fmla="*/ 3 h 424"/>
                <a:gd name="T70" fmla="*/ 2 w 246"/>
                <a:gd name="T71" fmla="*/ 3 h 424"/>
                <a:gd name="T72" fmla="*/ 2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424"/>
                  </a:moveTo>
                  <a:lnTo>
                    <a:pt x="246" y="424"/>
                  </a:lnTo>
                  <a:lnTo>
                    <a:pt x="244" y="382"/>
                  </a:lnTo>
                  <a:lnTo>
                    <a:pt x="241" y="338"/>
                  </a:lnTo>
                  <a:lnTo>
                    <a:pt x="235" y="298"/>
                  </a:lnTo>
                  <a:lnTo>
                    <a:pt x="227" y="261"/>
                  </a:lnTo>
                  <a:lnTo>
                    <a:pt x="216" y="222"/>
                  </a:lnTo>
                  <a:lnTo>
                    <a:pt x="205" y="188"/>
                  </a:lnTo>
                  <a:lnTo>
                    <a:pt x="190" y="155"/>
                  </a:lnTo>
                  <a:lnTo>
                    <a:pt x="174" y="125"/>
                  </a:lnTo>
                  <a:lnTo>
                    <a:pt x="157" y="98"/>
                  </a:lnTo>
                  <a:lnTo>
                    <a:pt x="138" y="73"/>
                  </a:lnTo>
                  <a:lnTo>
                    <a:pt x="118" y="51"/>
                  </a:lnTo>
                  <a:lnTo>
                    <a:pt x="96" y="34"/>
                  </a:lnTo>
                  <a:lnTo>
                    <a:pt x="74" y="18"/>
                  </a:lnTo>
                  <a:lnTo>
                    <a:pt x="50" y="8"/>
                  </a:lnTo>
                  <a:lnTo>
                    <a:pt x="25" y="2"/>
                  </a:lnTo>
                  <a:lnTo>
                    <a:pt x="0" y="0"/>
                  </a:lnTo>
                  <a:lnTo>
                    <a:pt x="0" y="11"/>
                  </a:lnTo>
                  <a:lnTo>
                    <a:pt x="23" y="14"/>
                  </a:lnTo>
                  <a:lnTo>
                    <a:pt x="45" y="19"/>
                  </a:lnTo>
                  <a:lnTo>
                    <a:pt x="67" y="30"/>
                  </a:lnTo>
                  <a:lnTo>
                    <a:pt x="89" y="43"/>
                  </a:lnTo>
                  <a:lnTo>
                    <a:pt x="108" y="60"/>
                  </a:lnTo>
                  <a:lnTo>
                    <a:pt x="128" y="80"/>
                  </a:lnTo>
                  <a:lnTo>
                    <a:pt x="147" y="105"/>
                  </a:lnTo>
                  <a:lnTo>
                    <a:pt x="165" y="132"/>
                  </a:lnTo>
                  <a:lnTo>
                    <a:pt x="179" y="160"/>
                  </a:lnTo>
                  <a:lnTo>
                    <a:pt x="193" y="193"/>
                  </a:lnTo>
                  <a:lnTo>
                    <a:pt x="205" y="227"/>
                  </a:lnTo>
                  <a:lnTo>
                    <a:pt x="215" y="263"/>
                  </a:lnTo>
                  <a:lnTo>
                    <a:pt x="223" y="301"/>
                  </a:lnTo>
                  <a:lnTo>
                    <a:pt x="229" y="341"/>
                  </a:lnTo>
                  <a:lnTo>
                    <a:pt x="233" y="382"/>
                  </a:lnTo>
                  <a:lnTo>
                    <a:pt x="234" y="424"/>
                  </a:lnTo>
                  <a:lnTo>
                    <a:pt x="246"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1595" name="Freeform 57"/>
            <p:cNvSpPr>
              <a:spLocks/>
            </p:cNvSpPr>
            <p:nvPr/>
          </p:nvSpPr>
          <p:spPr bwMode="auto">
            <a:xfrm>
              <a:off x="1140" y="2172"/>
              <a:ext cx="49" cy="85"/>
            </a:xfrm>
            <a:custGeom>
              <a:avLst/>
              <a:gdLst>
                <a:gd name="T0" fmla="*/ 0 w 246"/>
                <a:gd name="T1" fmla="*/ 3 h 426"/>
                <a:gd name="T2" fmla="*/ 0 w 246"/>
                <a:gd name="T3" fmla="*/ 3 h 426"/>
                <a:gd name="T4" fmla="*/ 0 w 246"/>
                <a:gd name="T5" fmla="*/ 3 h 426"/>
                <a:gd name="T6" fmla="*/ 0 w 246"/>
                <a:gd name="T7" fmla="*/ 3 h 426"/>
                <a:gd name="T8" fmla="*/ 1 w 246"/>
                <a:gd name="T9" fmla="*/ 3 h 426"/>
                <a:gd name="T10" fmla="*/ 1 w 246"/>
                <a:gd name="T11" fmla="*/ 3 h 426"/>
                <a:gd name="T12" fmla="*/ 1 w 246"/>
                <a:gd name="T13" fmla="*/ 3 h 426"/>
                <a:gd name="T14" fmla="*/ 1 w 246"/>
                <a:gd name="T15" fmla="*/ 3 h 426"/>
                <a:gd name="T16" fmla="*/ 1 w 246"/>
                <a:gd name="T17" fmla="*/ 3 h 426"/>
                <a:gd name="T18" fmla="*/ 1 w 246"/>
                <a:gd name="T19" fmla="*/ 2 h 426"/>
                <a:gd name="T20" fmla="*/ 2 w 246"/>
                <a:gd name="T21" fmla="*/ 2 h 426"/>
                <a:gd name="T22" fmla="*/ 2 w 246"/>
                <a:gd name="T23" fmla="*/ 2 h 426"/>
                <a:gd name="T24" fmla="*/ 2 w 246"/>
                <a:gd name="T25" fmla="*/ 2 h 426"/>
                <a:gd name="T26" fmla="*/ 2 w 246"/>
                <a:gd name="T27" fmla="*/ 1 h 426"/>
                <a:gd name="T28" fmla="*/ 2 w 246"/>
                <a:gd name="T29" fmla="*/ 1 h 426"/>
                <a:gd name="T30" fmla="*/ 2 w 246"/>
                <a:gd name="T31" fmla="*/ 1 h 426"/>
                <a:gd name="T32" fmla="*/ 2 w 246"/>
                <a:gd name="T33" fmla="*/ 0 h 426"/>
                <a:gd name="T34" fmla="*/ 2 w 246"/>
                <a:gd name="T35" fmla="*/ 0 h 426"/>
                <a:gd name="T36" fmla="*/ 2 w 246"/>
                <a:gd name="T37" fmla="*/ 0 h 426"/>
                <a:gd name="T38" fmla="*/ 2 w 246"/>
                <a:gd name="T39" fmla="*/ 0 h 426"/>
                <a:gd name="T40" fmla="*/ 2 w 246"/>
                <a:gd name="T41" fmla="*/ 1 h 426"/>
                <a:gd name="T42" fmla="*/ 2 w 246"/>
                <a:gd name="T43" fmla="*/ 1 h 426"/>
                <a:gd name="T44" fmla="*/ 2 w 246"/>
                <a:gd name="T45" fmla="*/ 1 h 426"/>
                <a:gd name="T46" fmla="*/ 2 w 246"/>
                <a:gd name="T47" fmla="*/ 2 h 426"/>
                <a:gd name="T48" fmla="*/ 2 w 246"/>
                <a:gd name="T49" fmla="*/ 2 h 426"/>
                <a:gd name="T50" fmla="*/ 1 w 246"/>
                <a:gd name="T51" fmla="*/ 2 h 426"/>
                <a:gd name="T52" fmla="*/ 1 w 246"/>
                <a:gd name="T53" fmla="*/ 2 h 426"/>
                <a:gd name="T54" fmla="*/ 1 w 246"/>
                <a:gd name="T55" fmla="*/ 3 h 426"/>
                <a:gd name="T56" fmla="*/ 1 w 246"/>
                <a:gd name="T57" fmla="*/ 3 h 426"/>
                <a:gd name="T58" fmla="*/ 1 w 246"/>
                <a:gd name="T59" fmla="*/ 3 h 426"/>
                <a:gd name="T60" fmla="*/ 1 w 246"/>
                <a:gd name="T61" fmla="*/ 3 h 426"/>
                <a:gd name="T62" fmla="*/ 1 w 246"/>
                <a:gd name="T63" fmla="*/ 3 h 426"/>
                <a:gd name="T64" fmla="*/ 0 w 246"/>
                <a:gd name="T65" fmla="*/ 3 h 426"/>
                <a:gd name="T66" fmla="*/ 0 w 246"/>
                <a:gd name="T67" fmla="*/ 3 h 426"/>
                <a:gd name="T68" fmla="*/ 0 w 246"/>
                <a:gd name="T69" fmla="*/ 3 h 426"/>
                <a:gd name="T70" fmla="*/ 0 w 246"/>
                <a:gd name="T71" fmla="*/ 3 h 426"/>
                <a:gd name="T72" fmla="*/ 0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426"/>
                  </a:moveTo>
                  <a:lnTo>
                    <a:pt x="0" y="426"/>
                  </a:lnTo>
                  <a:lnTo>
                    <a:pt x="25" y="423"/>
                  </a:lnTo>
                  <a:lnTo>
                    <a:pt x="50" y="417"/>
                  </a:lnTo>
                  <a:lnTo>
                    <a:pt x="74" y="407"/>
                  </a:lnTo>
                  <a:lnTo>
                    <a:pt x="96" y="392"/>
                  </a:lnTo>
                  <a:lnTo>
                    <a:pt x="118" y="373"/>
                  </a:lnTo>
                  <a:lnTo>
                    <a:pt x="138" y="350"/>
                  </a:lnTo>
                  <a:lnTo>
                    <a:pt x="157" y="327"/>
                  </a:lnTo>
                  <a:lnTo>
                    <a:pt x="175" y="299"/>
                  </a:lnTo>
                  <a:lnTo>
                    <a:pt x="190" y="268"/>
                  </a:lnTo>
                  <a:lnTo>
                    <a:pt x="205" y="236"/>
                  </a:lnTo>
                  <a:lnTo>
                    <a:pt x="216" y="202"/>
                  </a:lnTo>
                  <a:lnTo>
                    <a:pt x="227" y="164"/>
                  </a:lnTo>
                  <a:lnTo>
                    <a:pt x="235" y="125"/>
                  </a:lnTo>
                  <a:lnTo>
                    <a:pt x="241" y="86"/>
                  </a:lnTo>
                  <a:lnTo>
                    <a:pt x="244" y="42"/>
                  </a:lnTo>
                  <a:lnTo>
                    <a:pt x="246" y="0"/>
                  </a:lnTo>
                  <a:lnTo>
                    <a:pt x="234" y="0"/>
                  </a:lnTo>
                  <a:lnTo>
                    <a:pt x="233" y="42"/>
                  </a:lnTo>
                  <a:lnTo>
                    <a:pt x="229" y="83"/>
                  </a:lnTo>
                  <a:lnTo>
                    <a:pt x="223" y="123"/>
                  </a:lnTo>
                  <a:lnTo>
                    <a:pt x="215" y="162"/>
                  </a:lnTo>
                  <a:lnTo>
                    <a:pt x="205" y="197"/>
                  </a:lnTo>
                  <a:lnTo>
                    <a:pt x="193" y="231"/>
                  </a:lnTo>
                  <a:lnTo>
                    <a:pt x="179" y="264"/>
                  </a:lnTo>
                  <a:lnTo>
                    <a:pt x="164" y="292"/>
                  </a:lnTo>
                  <a:lnTo>
                    <a:pt x="147" y="320"/>
                  </a:lnTo>
                  <a:lnTo>
                    <a:pt x="128" y="343"/>
                  </a:lnTo>
                  <a:lnTo>
                    <a:pt x="108" y="363"/>
                  </a:lnTo>
                  <a:lnTo>
                    <a:pt x="89" y="382"/>
                  </a:lnTo>
                  <a:lnTo>
                    <a:pt x="67" y="395"/>
                  </a:lnTo>
                  <a:lnTo>
                    <a:pt x="45" y="406"/>
                  </a:lnTo>
                  <a:lnTo>
                    <a:pt x="23" y="411"/>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1596" name="Freeform 58"/>
            <p:cNvSpPr>
              <a:spLocks/>
            </p:cNvSpPr>
            <p:nvPr/>
          </p:nvSpPr>
          <p:spPr bwMode="auto">
            <a:xfrm>
              <a:off x="1091" y="2172"/>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4" y="86"/>
                  </a:lnTo>
                  <a:lnTo>
                    <a:pt x="10" y="125"/>
                  </a:lnTo>
                  <a:lnTo>
                    <a:pt x="18" y="164"/>
                  </a:lnTo>
                  <a:lnTo>
                    <a:pt x="29" y="202"/>
                  </a:lnTo>
                  <a:lnTo>
                    <a:pt x="41" y="236"/>
                  </a:lnTo>
                  <a:lnTo>
                    <a:pt x="55" y="268"/>
                  </a:lnTo>
                  <a:lnTo>
                    <a:pt x="70" y="299"/>
                  </a:lnTo>
                  <a:lnTo>
                    <a:pt x="89" y="327"/>
                  </a:lnTo>
                  <a:lnTo>
                    <a:pt x="106" y="350"/>
                  </a:lnTo>
                  <a:lnTo>
                    <a:pt x="126" y="373"/>
                  </a:lnTo>
                  <a:lnTo>
                    <a:pt x="148" y="392"/>
                  </a:lnTo>
                  <a:lnTo>
                    <a:pt x="171" y="407"/>
                  </a:lnTo>
                  <a:lnTo>
                    <a:pt x="194" y="417"/>
                  </a:lnTo>
                  <a:lnTo>
                    <a:pt x="219" y="423"/>
                  </a:lnTo>
                  <a:lnTo>
                    <a:pt x="245" y="426"/>
                  </a:lnTo>
                  <a:lnTo>
                    <a:pt x="245" y="414"/>
                  </a:lnTo>
                  <a:lnTo>
                    <a:pt x="221" y="411"/>
                  </a:lnTo>
                  <a:lnTo>
                    <a:pt x="199" y="406"/>
                  </a:lnTo>
                  <a:lnTo>
                    <a:pt x="178" y="395"/>
                  </a:lnTo>
                  <a:lnTo>
                    <a:pt x="155" y="382"/>
                  </a:lnTo>
                  <a:lnTo>
                    <a:pt x="136" y="363"/>
                  </a:lnTo>
                  <a:lnTo>
                    <a:pt x="116" y="343"/>
                  </a:lnTo>
                  <a:lnTo>
                    <a:pt x="98" y="320"/>
                  </a:lnTo>
                  <a:lnTo>
                    <a:pt x="82" y="292"/>
                  </a:lnTo>
                  <a:lnTo>
                    <a:pt x="66" y="264"/>
                  </a:lnTo>
                  <a:lnTo>
                    <a:pt x="52" y="231"/>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1597" name="Freeform 59"/>
            <p:cNvSpPr>
              <a:spLocks/>
            </p:cNvSpPr>
            <p:nvPr/>
          </p:nvSpPr>
          <p:spPr bwMode="auto">
            <a:xfrm>
              <a:off x="1091" y="2087"/>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4" y="8"/>
                  </a:lnTo>
                  <a:lnTo>
                    <a:pt x="171" y="18"/>
                  </a:lnTo>
                  <a:lnTo>
                    <a:pt x="148" y="34"/>
                  </a:lnTo>
                  <a:lnTo>
                    <a:pt x="126" y="51"/>
                  </a:lnTo>
                  <a:lnTo>
                    <a:pt x="106" y="73"/>
                  </a:lnTo>
                  <a:lnTo>
                    <a:pt x="89" y="98"/>
                  </a:lnTo>
                  <a:lnTo>
                    <a:pt x="71" y="125"/>
                  </a:lnTo>
                  <a:lnTo>
                    <a:pt x="55" y="155"/>
                  </a:lnTo>
                  <a:lnTo>
                    <a:pt x="41" y="188"/>
                  </a:lnTo>
                  <a:lnTo>
                    <a:pt x="29" y="222"/>
                  </a:lnTo>
                  <a:lnTo>
                    <a:pt x="18" y="261"/>
                  </a:lnTo>
                  <a:lnTo>
                    <a:pt x="10" y="298"/>
                  </a:lnTo>
                  <a:lnTo>
                    <a:pt x="4" y="338"/>
                  </a:lnTo>
                  <a:lnTo>
                    <a:pt x="1" y="382"/>
                  </a:lnTo>
                  <a:lnTo>
                    <a:pt x="0" y="424"/>
                  </a:lnTo>
                  <a:lnTo>
                    <a:pt x="11" y="424"/>
                  </a:lnTo>
                  <a:lnTo>
                    <a:pt x="13" y="382"/>
                  </a:lnTo>
                  <a:lnTo>
                    <a:pt x="16" y="341"/>
                  </a:lnTo>
                  <a:lnTo>
                    <a:pt x="22" y="301"/>
                  </a:lnTo>
                  <a:lnTo>
                    <a:pt x="30" y="263"/>
                  </a:lnTo>
                  <a:lnTo>
                    <a:pt x="41" y="227"/>
                  </a:lnTo>
                  <a:lnTo>
                    <a:pt x="52" y="193"/>
                  </a:lnTo>
                  <a:lnTo>
                    <a:pt x="66" y="160"/>
                  </a:lnTo>
                  <a:lnTo>
                    <a:pt x="80" y="132"/>
                  </a:lnTo>
                  <a:lnTo>
                    <a:pt x="98" y="105"/>
                  </a:lnTo>
                  <a:lnTo>
                    <a:pt x="116" y="80"/>
                  </a:lnTo>
                  <a:lnTo>
                    <a:pt x="136" y="60"/>
                  </a:lnTo>
                  <a:lnTo>
                    <a:pt x="155" y="43"/>
                  </a:lnTo>
                  <a:lnTo>
                    <a:pt x="178" y="30"/>
                  </a:lnTo>
                  <a:lnTo>
                    <a:pt x="199" y="19"/>
                  </a:lnTo>
                  <a:lnTo>
                    <a:pt x="221" y="14"/>
                  </a:lnTo>
                  <a:lnTo>
                    <a:pt x="245" y="11"/>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1598" name="Freeform 60"/>
            <p:cNvSpPr>
              <a:spLocks/>
            </p:cNvSpPr>
            <p:nvPr/>
          </p:nvSpPr>
          <p:spPr bwMode="auto">
            <a:xfrm>
              <a:off x="1392" y="2118"/>
              <a:ext cx="49" cy="85"/>
            </a:xfrm>
            <a:custGeom>
              <a:avLst/>
              <a:gdLst>
                <a:gd name="T0" fmla="*/ 2 w 246"/>
                <a:gd name="T1" fmla="*/ 3 h 426"/>
                <a:gd name="T2" fmla="*/ 2 w 246"/>
                <a:gd name="T3" fmla="*/ 3 h 426"/>
                <a:gd name="T4" fmla="*/ 2 w 246"/>
                <a:gd name="T5" fmla="*/ 3 h 426"/>
                <a:gd name="T6" fmla="*/ 2 w 246"/>
                <a:gd name="T7" fmla="*/ 3 h 426"/>
                <a:gd name="T8" fmla="*/ 2 w 246"/>
                <a:gd name="T9" fmla="*/ 2 h 426"/>
                <a:gd name="T10" fmla="*/ 2 w 246"/>
                <a:gd name="T11" fmla="*/ 2 h 426"/>
                <a:gd name="T12" fmla="*/ 2 w 246"/>
                <a:gd name="T13" fmla="*/ 2 h 426"/>
                <a:gd name="T14" fmla="*/ 2 w 246"/>
                <a:gd name="T15" fmla="*/ 2 h 426"/>
                <a:gd name="T16" fmla="*/ 2 w 246"/>
                <a:gd name="T17" fmla="*/ 1 h 426"/>
                <a:gd name="T18" fmla="*/ 1 w 246"/>
                <a:gd name="T19" fmla="*/ 1 h 426"/>
                <a:gd name="T20" fmla="*/ 1 w 246"/>
                <a:gd name="T21" fmla="*/ 1 h 426"/>
                <a:gd name="T22" fmla="*/ 1 w 246"/>
                <a:gd name="T23" fmla="*/ 1 h 426"/>
                <a:gd name="T24" fmla="*/ 1 w 246"/>
                <a:gd name="T25" fmla="*/ 0 h 426"/>
                <a:gd name="T26" fmla="*/ 1 w 246"/>
                <a:gd name="T27" fmla="*/ 0 h 426"/>
                <a:gd name="T28" fmla="*/ 1 w 246"/>
                <a:gd name="T29" fmla="*/ 0 h 426"/>
                <a:gd name="T30" fmla="*/ 0 w 246"/>
                <a:gd name="T31" fmla="*/ 0 h 426"/>
                <a:gd name="T32" fmla="*/ 0 w 246"/>
                <a:gd name="T33" fmla="*/ 0 h 426"/>
                <a:gd name="T34" fmla="*/ 0 w 246"/>
                <a:gd name="T35" fmla="*/ 0 h 426"/>
                <a:gd name="T36" fmla="*/ 0 w 246"/>
                <a:gd name="T37" fmla="*/ 0 h 426"/>
                <a:gd name="T38" fmla="*/ 0 w 246"/>
                <a:gd name="T39" fmla="*/ 0 h 426"/>
                <a:gd name="T40" fmla="*/ 0 w 246"/>
                <a:gd name="T41" fmla="*/ 0 h 426"/>
                <a:gd name="T42" fmla="*/ 1 w 246"/>
                <a:gd name="T43" fmla="*/ 0 h 426"/>
                <a:gd name="T44" fmla="*/ 1 w 246"/>
                <a:gd name="T45" fmla="*/ 0 h 426"/>
                <a:gd name="T46" fmla="*/ 1 w 246"/>
                <a:gd name="T47" fmla="*/ 1 h 426"/>
                <a:gd name="T48" fmla="*/ 1 w 246"/>
                <a:gd name="T49" fmla="*/ 1 h 426"/>
                <a:gd name="T50" fmla="*/ 1 w 246"/>
                <a:gd name="T51" fmla="*/ 1 h 426"/>
                <a:gd name="T52" fmla="*/ 1 w 246"/>
                <a:gd name="T53" fmla="*/ 1 h 426"/>
                <a:gd name="T54" fmla="*/ 1 w 246"/>
                <a:gd name="T55" fmla="*/ 1 h 426"/>
                <a:gd name="T56" fmla="*/ 2 w 246"/>
                <a:gd name="T57" fmla="*/ 2 h 426"/>
                <a:gd name="T58" fmla="*/ 2 w 246"/>
                <a:gd name="T59" fmla="*/ 2 h 426"/>
                <a:gd name="T60" fmla="*/ 2 w 246"/>
                <a:gd name="T61" fmla="*/ 2 h 426"/>
                <a:gd name="T62" fmla="*/ 2 w 246"/>
                <a:gd name="T63" fmla="*/ 2 h 426"/>
                <a:gd name="T64" fmla="*/ 2 w 246"/>
                <a:gd name="T65" fmla="*/ 3 h 426"/>
                <a:gd name="T66" fmla="*/ 2 w 246"/>
                <a:gd name="T67" fmla="*/ 3 h 426"/>
                <a:gd name="T68" fmla="*/ 2 w 246"/>
                <a:gd name="T69" fmla="*/ 3 h 426"/>
                <a:gd name="T70" fmla="*/ 2 w 246"/>
                <a:gd name="T71" fmla="*/ 3 h 426"/>
                <a:gd name="T72" fmla="*/ 2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246" y="426"/>
                  </a:moveTo>
                  <a:lnTo>
                    <a:pt x="246" y="426"/>
                  </a:lnTo>
                  <a:lnTo>
                    <a:pt x="245" y="384"/>
                  </a:lnTo>
                  <a:lnTo>
                    <a:pt x="242" y="340"/>
                  </a:lnTo>
                  <a:lnTo>
                    <a:pt x="236" y="301"/>
                  </a:lnTo>
                  <a:lnTo>
                    <a:pt x="228" y="262"/>
                  </a:lnTo>
                  <a:lnTo>
                    <a:pt x="217" y="224"/>
                  </a:lnTo>
                  <a:lnTo>
                    <a:pt x="205" y="190"/>
                  </a:lnTo>
                  <a:lnTo>
                    <a:pt x="191" y="158"/>
                  </a:lnTo>
                  <a:lnTo>
                    <a:pt x="176" y="126"/>
                  </a:lnTo>
                  <a:lnTo>
                    <a:pt x="157" y="99"/>
                  </a:lnTo>
                  <a:lnTo>
                    <a:pt x="139" y="75"/>
                  </a:lnTo>
                  <a:lnTo>
                    <a:pt x="119" y="53"/>
                  </a:lnTo>
                  <a:lnTo>
                    <a:pt x="96" y="34"/>
                  </a:lnTo>
                  <a:lnTo>
                    <a:pt x="75" y="19"/>
                  </a:lnTo>
                  <a:lnTo>
                    <a:pt x="51" y="9"/>
                  </a:lnTo>
                  <a:lnTo>
                    <a:pt x="26" y="3"/>
                  </a:lnTo>
                  <a:lnTo>
                    <a:pt x="0" y="0"/>
                  </a:lnTo>
                  <a:lnTo>
                    <a:pt x="0" y="12"/>
                  </a:lnTo>
                  <a:lnTo>
                    <a:pt x="24" y="15"/>
                  </a:lnTo>
                  <a:lnTo>
                    <a:pt x="46" y="20"/>
                  </a:lnTo>
                  <a:lnTo>
                    <a:pt x="68" y="31"/>
                  </a:lnTo>
                  <a:lnTo>
                    <a:pt x="89" y="44"/>
                  </a:lnTo>
                  <a:lnTo>
                    <a:pt x="109" y="63"/>
                  </a:lnTo>
                  <a:lnTo>
                    <a:pt x="129" y="83"/>
                  </a:lnTo>
                  <a:lnTo>
                    <a:pt x="148" y="106"/>
                  </a:lnTo>
                  <a:lnTo>
                    <a:pt x="164" y="133"/>
                  </a:lnTo>
                  <a:lnTo>
                    <a:pt x="180" y="162"/>
                  </a:lnTo>
                  <a:lnTo>
                    <a:pt x="194" y="195"/>
                  </a:lnTo>
                  <a:lnTo>
                    <a:pt x="205" y="229"/>
                  </a:lnTo>
                  <a:lnTo>
                    <a:pt x="216" y="264"/>
                  </a:lnTo>
                  <a:lnTo>
                    <a:pt x="224" y="303"/>
                  </a:lnTo>
                  <a:lnTo>
                    <a:pt x="230" y="343"/>
                  </a:lnTo>
                  <a:lnTo>
                    <a:pt x="233" y="384"/>
                  </a:lnTo>
                  <a:lnTo>
                    <a:pt x="235" y="426"/>
                  </a:lnTo>
                  <a:lnTo>
                    <a:pt x="246"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1599" name="Freeform 61"/>
            <p:cNvSpPr>
              <a:spLocks/>
            </p:cNvSpPr>
            <p:nvPr/>
          </p:nvSpPr>
          <p:spPr bwMode="auto">
            <a:xfrm>
              <a:off x="1392" y="2203"/>
              <a:ext cx="49" cy="85"/>
            </a:xfrm>
            <a:custGeom>
              <a:avLst/>
              <a:gdLst>
                <a:gd name="T0" fmla="*/ 0 w 246"/>
                <a:gd name="T1" fmla="*/ 3 h 424"/>
                <a:gd name="T2" fmla="*/ 0 w 246"/>
                <a:gd name="T3" fmla="*/ 3 h 424"/>
                <a:gd name="T4" fmla="*/ 0 w 246"/>
                <a:gd name="T5" fmla="*/ 3 h 424"/>
                <a:gd name="T6" fmla="*/ 0 w 246"/>
                <a:gd name="T7" fmla="*/ 3 h 424"/>
                <a:gd name="T8" fmla="*/ 1 w 246"/>
                <a:gd name="T9" fmla="*/ 3 h 424"/>
                <a:gd name="T10" fmla="*/ 1 w 246"/>
                <a:gd name="T11" fmla="*/ 3 h 424"/>
                <a:gd name="T12" fmla="*/ 1 w 246"/>
                <a:gd name="T13" fmla="*/ 3 h 424"/>
                <a:gd name="T14" fmla="*/ 1 w 246"/>
                <a:gd name="T15" fmla="*/ 3 h 424"/>
                <a:gd name="T16" fmla="*/ 1 w 246"/>
                <a:gd name="T17" fmla="*/ 3 h 424"/>
                <a:gd name="T18" fmla="*/ 1 w 246"/>
                <a:gd name="T19" fmla="*/ 2 h 424"/>
                <a:gd name="T20" fmla="*/ 2 w 246"/>
                <a:gd name="T21" fmla="*/ 2 h 424"/>
                <a:gd name="T22" fmla="*/ 2 w 246"/>
                <a:gd name="T23" fmla="*/ 2 h 424"/>
                <a:gd name="T24" fmla="*/ 2 w 246"/>
                <a:gd name="T25" fmla="*/ 2 h 424"/>
                <a:gd name="T26" fmla="*/ 2 w 246"/>
                <a:gd name="T27" fmla="*/ 1 h 424"/>
                <a:gd name="T28" fmla="*/ 2 w 246"/>
                <a:gd name="T29" fmla="*/ 1 h 424"/>
                <a:gd name="T30" fmla="*/ 2 w 246"/>
                <a:gd name="T31" fmla="*/ 1 h 424"/>
                <a:gd name="T32" fmla="*/ 2 w 246"/>
                <a:gd name="T33" fmla="*/ 0 h 424"/>
                <a:gd name="T34" fmla="*/ 2 w 246"/>
                <a:gd name="T35" fmla="*/ 0 h 424"/>
                <a:gd name="T36" fmla="*/ 2 w 246"/>
                <a:gd name="T37" fmla="*/ 0 h 424"/>
                <a:gd name="T38" fmla="*/ 2 w 246"/>
                <a:gd name="T39" fmla="*/ 0 h 424"/>
                <a:gd name="T40" fmla="*/ 2 w 246"/>
                <a:gd name="T41" fmla="*/ 1 h 424"/>
                <a:gd name="T42" fmla="*/ 2 w 246"/>
                <a:gd name="T43" fmla="*/ 1 h 424"/>
                <a:gd name="T44" fmla="*/ 2 w 246"/>
                <a:gd name="T45" fmla="*/ 1 h 424"/>
                <a:gd name="T46" fmla="*/ 2 w 246"/>
                <a:gd name="T47" fmla="*/ 2 h 424"/>
                <a:gd name="T48" fmla="*/ 2 w 246"/>
                <a:gd name="T49" fmla="*/ 2 h 424"/>
                <a:gd name="T50" fmla="*/ 1 w 246"/>
                <a:gd name="T51" fmla="*/ 2 h 424"/>
                <a:gd name="T52" fmla="*/ 1 w 246"/>
                <a:gd name="T53" fmla="*/ 2 h 424"/>
                <a:gd name="T54" fmla="*/ 1 w 246"/>
                <a:gd name="T55" fmla="*/ 3 h 424"/>
                <a:gd name="T56" fmla="*/ 1 w 246"/>
                <a:gd name="T57" fmla="*/ 3 h 424"/>
                <a:gd name="T58" fmla="*/ 1 w 246"/>
                <a:gd name="T59" fmla="*/ 3 h 424"/>
                <a:gd name="T60" fmla="*/ 1 w 246"/>
                <a:gd name="T61" fmla="*/ 3 h 424"/>
                <a:gd name="T62" fmla="*/ 1 w 246"/>
                <a:gd name="T63" fmla="*/ 3 h 424"/>
                <a:gd name="T64" fmla="*/ 0 w 246"/>
                <a:gd name="T65" fmla="*/ 3 h 424"/>
                <a:gd name="T66" fmla="*/ 0 w 246"/>
                <a:gd name="T67" fmla="*/ 3 h 424"/>
                <a:gd name="T68" fmla="*/ 0 w 246"/>
                <a:gd name="T69" fmla="*/ 3 h 424"/>
                <a:gd name="T70" fmla="*/ 0 w 246"/>
                <a:gd name="T71" fmla="*/ 3 h 424"/>
                <a:gd name="T72" fmla="*/ 0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0" y="424"/>
                  </a:moveTo>
                  <a:lnTo>
                    <a:pt x="0" y="424"/>
                  </a:lnTo>
                  <a:lnTo>
                    <a:pt x="26" y="422"/>
                  </a:lnTo>
                  <a:lnTo>
                    <a:pt x="51" y="416"/>
                  </a:lnTo>
                  <a:lnTo>
                    <a:pt x="75" y="406"/>
                  </a:lnTo>
                  <a:lnTo>
                    <a:pt x="96" y="390"/>
                  </a:lnTo>
                  <a:lnTo>
                    <a:pt x="119" y="373"/>
                  </a:lnTo>
                  <a:lnTo>
                    <a:pt x="139" y="351"/>
                  </a:lnTo>
                  <a:lnTo>
                    <a:pt x="157" y="326"/>
                  </a:lnTo>
                  <a:lnTo>
                    <a:pt x="175" y="299"/>
                  </a:lnTo>
                  <a:lnTo>
                    <a:pt x="191" y="269"/>
                  </a:lnTo>
                  <a:lnTo>
                    <a:pt x="205" y="236"/>
                  </a:lnTo>
                  <a:lnTo>
                    <a:pt x="217" y="202"/>
                  </a:lnTo>
                  <a:lnTo>
                    <a:pt x="228" y="163"/>
                  </a:lnTo>
                  <a:lnTo>
                    <a:pt x="236" y="125"/>
                  </a:lnTo>
                  <a:lnTo>
                    <a:pt x="242" y="86"/>
                  </a:lnTo>
                  <a:lnTo>
                    <a:pt x="245" y="42"/>
                  </a:lnTo>
                  <a:lnTo>
                    <a:pt x="246" y="0"/>
                  </a:lnTo>
                  <a:lnTo>
                    <a:pt x="235" y="0"/>
                  </a:lnTo>
                  <a:lnTo>
                    <a:pt x="233" y="42"/>
                  </a:lnTo>
                  <a:lnTo>
                    <a:pt x="230" y="83"/>
                  </a:lnTo>
                  <a:lnTo>
                    <a:pt x="224" y="123"/>
                  </a:lnTo>
                  <a:lnTo>
                    <a:pt x="216" y="161"/>
                  </a:lnTo>
                  <a:lnTo>
                    <a:pt x="205" y="197"/>
                  </a:lnTo>
                  <a:lnTo>
                    <a:pt x="194" y="231"/>
                  </a:lnTo>
                  <a:lnTo>
                    <a:pt x="180" y="264"/>
                  </a:lnTo>
                  <a:lnTo>
                    <a:pt x="166" y="292"/>
                  </a:lnTo>
                  <a:lnTo>
                    <a:pt x="148" y="319"/>
                  </a:lnTo>
                  <a:lnTo>
                    <a:pt x="129" y="344"/>
                  </a:lnTo>
                  <a:lnTo>
                    <a:pt x="109" y="364"/>
                  </a:lnTo>
                  <a:lnTo>
                    <a:pt x="89" y="381"/>
                  </a:lnTo>
                  <a:lnTo>
                    <a:pt x="68" y="394"/>
                  </a:lnTo>
                  <a:lnTo>
                    <a:pt x="46" y="405"/>
                  </a:lnTo>
                  <a:lnTo>
                    <a:pt x="24" y="410"/>
                  </a:lnTo>
                  <a:lnTo>
                    <a:pt x="0" y="413"/>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1600" name="Freeform 62"/>
            <p:cNvSpPr>
              <a:spLocks/>
            </p:cNvSpPr>
            <p:nvPr/>
          </p:nvSpPr>
          <p:spPr bwMode="auto">
            <a:xfrm>
              <a:off x="1343" y="2203"/>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2" y="42"/>
                  </a:lnTo>
                  <a:lnTo>
                    <a:pt x="5" y="86"/>
                  </a:lnTo>
                  <a:lnTo>
                    <a:pt x="11" y="125"/>
                  </a:lnTo>
                  <a:lnTo>
                    <a:pt x="19" y="163"/>
                  </a:lnTo>
                  <a:lnTo>
                    <a:pt x="30" y="202"/>
                  </a:lnTo>
                  <a:lnTo>
                    <a:pt x="41" y="236"/>
                  </a:lnTo>
                  <a:lnTo>
                    <a:pt x="56" y="269"/>
                  </a:lnTo>
                  <a:lnTo>
                    <a:pt x="72" y="299"/>
                  </a:lnTo>
                  <a:lnTo>
                    <a:pt x="90" y="326"/>
                  </a:lnTo>
                  <a:lnTo>
                    <a:pt x="108" y="351"/>
                  </a:lnTo>
                  <a:lnTo>
                    <a:pt x="127" y="373"/>
                  </a:lnTo>
                  <a:lnTo>
                    <a:pt x="149" y="390"/>
                  </a:lnTo>
                  <a:lnTo>
                    <a:pt x="172" y="406"/>
                  </a:lnTo>
                  <a:lnTo>
                    <a:pt x="195" y="416"/>
                  </a:lnTo>
                  <a:lnTo>
                    <a:pt x="220" y="422"/>
                  </a:lnTo>
                  <a:lnTo>
                    <a:pt x="245" y="424"/>
                  </a:lnTo>
                  <a:lnTo>
                    <a:pt x="245" y="413"/>
                  </a:lnTo>
                  <a:lnTo>
                    <a:pt x="222" y="410"/>
                  </a:lnTo>
                  <a:lnTo>
                    <a:pt x="200" y="405"/>
                  </a:lnTo>
                  <a:lnTo>
                    <a:pt x="179" y="394"/>
                  </a:lnTo>
                  <a:lnTo>
                    <a:pt x="156" y="381"/>
                  </a:lnTo>
                  <a:lnTo>
                    <a:pt x="136" y="364"/>
                  </a:lnTo>
                  <a:lnTo>
                    <a:pt x="118" y="344"/>
                  </a:lnTo>
                  <a:lnTo>
                    <a:pt x="99" y="319"/>
                  </a:lnTo>
                  <a:lnTo>
                    <a:pt x="81" y="292"/>
                  </a:lnTo>
                  <a:lnTo>
                    <a:pt x="67" y="264"/>
                  </a:lnTo>
                  <a:lnTo>
                    <a:pt x="53" y="231"/>
                  </a:lnTo>
                  <a:lnTo>
                    <a:pt x="41" y="197"/>
                  </a:lnTo>
                  <a:lnTo>
                    <a:pt x="31" y="161"/>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1601" name="Freeform 63"/>
            <p:cNvSpPr>
              <a:spLocks/>
            </p:cNvSpPr>
            <p:nvPr/>
          </p:nvSpPr>
          <p:spPr bwMode="auto">
            <a:xfrm>
              <a:off x="1343" y="2118"/>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1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20" y="3"/>
                  </a:lnTo>
                  <a:lnTo>
                    <a:pt x="195" y="9"/>
                  </a:lnTo>
                  <a:lnTo>
                    <a:pt x="172" y="19"/>
                  </a:lnTo>
                  <a:lnTo>
                    <a:pt x="149" y="34"/>
                  </a:lnTo>
                  <a:lnTo>
                    <a:pt x="127" y="53"/>
                  </a:lnTo>
                  <a:lnTo>
                    <a:pt x="108" y="75"/>
                  </a:lnTo>
                  <a:lnTo>
                    <a:pt x="90" y="99"/>
                  </a:lnTo>
                  <a:lnTo>
                    <a:pt x="71" y="126"/>
                  </a:lnTo>
                  <a:lnTo>
                    <a:pt x="56" y="158"/>
                  </a:lnTo>
                  <a:lnTo>
                    <a:pt x="41" y="190"/>
                  </a:lnTo>
                  <a:lnTo>
                    <a:pt x="30" y="224"/>
                  </a:lnTo>
                  <a:lnTo>
                    <a:pt x="19" y="262"/>
                  </a:lnTo>
                  <a:lnTo>
                    <a:pt x="11" y="301"/>
                  </a:lnTo>
                  <a:lnTo>
                    <a:pt x="5" y="340"/>
                  </a:lnTo>
                  <a:lnTo>
                    <a:pt x="2" y="384"/>
                  </a:lnTo>
                  <a:lnTo>
                    <a:pt x="0" y="426"/>
                  </a:lnTo>
                  <a:lnTo>
                    <a:pt x="12" y="426"/>
                  </a:lnTo>
                  <a:lnTo>
                    <a:pt x="13" y="384"/>
                  </a:lnTo>
                  <a:lnTo>
                    <a:pt x="17" y="343"/>
                  </a:lnTo>
                  <a:lnTo>
                    <a:pt x="23" y="303"/>
                  </a:lnTo>
                  <a:lnTo>
                    <a:pt x="31" y="264"/>
                  </a:lnTo>
                  <a:lnTo>
                    <a:pt x="41" y="229"/>
                  </a:lnTo>
                  <a:lnTo>
                    <a:pt x="53" y="195"/>
                  </a:lnTo>
                  <a:lnTo>
                    <a:pt x="67" y="162"/>
                  </a:lnTo>
                  <a:lnTo>
                    <a:pt x="82" y="133"/>
                  </a:lnTo>
                  <a:lnTo>
                    <a:pt x="99" y="106"/>
                  </a:lnTo>
                  <a:lnTo>
                    <a:pt x="118" y="83"/>
                  </a:lnTo>
                  <a:lnTo>
                    <a:pt x="136" y="63"/>
                  </a:lnTo>
                  <a:lnTo>
                    <a:pt x="156" y="44"/>
                  </a:lnTo>
                  <a:lnTo>
                    <a:pt x="179" y="31"/>
                  </a:lnTo>
                  <a:lnTo>
                    <a:pt x="200" y="20"/>
                  </a:lnTo>
                  <a:lnTo>
                    <a:pt x="222" y="15"/>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1602" name="Freeform 64"/>
            <p:cNvSpPr>
              <a:spLocks/>
            </p:cNvSpPr>
            <p:nvPr/>
          </p:nvSpPr>
          <p:spPr bwMode="auto">
            <a:xfrm>
              <a:off x="1384" y="1859"/>
              <a:ext cx="49" cy="84"/>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1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3" y="382"/>
                  </a:lnTo>
                  <a:lnTo>
                    <a:pt x="240" y="339"/>
                  </a:lnTo>
                  <a:lnTo>
                    <a:pt x="234" y="299"/>
                  </a:lnTo>
                  <a:lnTo>
                    <a:pt x="226" y="261"/>
                  </a:lnTo>
                  <a:lnTo>
                    <a:pt x="215" y="222"/>
                  </a:lnTo>
                  <a:lnTo>
                    <a:pt x="204" y="188"/>
                  </a:lnTo>
                  <a:lnTo>
                    <a:pt x="189" y="156"/>
                  </a:lnTo>
                  <a:lnTo>
                    <a:pt x="173" y="125"/>
                  </a:lnTo>
                  <a:lnTo>
                    <a:pt x="155" y="98"/>
                  </a:lnTo>
                  <a:lnTo>
                    <a:pt x="138" y="74"/>
                  </a:lnTo>
                  <a:lnTo>
                    <a:pt x="118" y="51"/>
                  </a:lnTo>
                  <a:lnTo>
                    <a:pt x="96" y="34"/>
                  </a:lnTo>
                  <a:lnTo>
                    <a:pt x="73" y="18"/>
                  </a:lnTo>
                  <a:lnTo>
                    <a:pt x="50" y="8"/>
                  </a:lnTo>
                  <a:lnTo>
                    <a:pt x="25" y="2"/>
                  </a:lnTo>
                  <a:lnTo>
                    <a:pt x="0" y="0"/>
                  </a:lnTo>
                  <a:lnTo>
                    <a:pt x="0" y="11"/>
                  </a:lnTo>
                  <a:lnTo>
                    <a:pt x="23" y="14"/>
                  </a:lnTo>
                  <a:lnTo>
                    <a:pt x="45" y="20"/>
                  </a:lnTo>
                  <a:lnTo>
                    <a:pt x="66" y="30"/>
                  </a:lnTo>
                  <a:lnTo>
                    <a:pt x="89" y="43"/>
                  </a:lnTo>
                  <a:lnTo>
                    <a:pt x="109" y="61"/>
                  </a:lnTo>
                  <a:lnTo>
                    <a:pt x="129" y="81"/>
                  </a:lnTo>
                  <a:lnTo>
                    <a:pt x="146" y="105"/>
                  </a:lnTo>
                  <a:lnTo>
                    <a:pt x="164" y="132"/>
                  </a:lnTo>
                  <a:lnTo>
                    <a:pt x="178" y="160"/>
                  </a:lnTo>
                  <a:lnTo>
                    <a:pt x="192" y="193"/>
                  </a:lnTo>
                  <a:lnTo>
                    <a:pt x="204" y="227"/>
                  </a:lnTo>
                  <a:lnTo>
                    <a:pt x="214" y="264"/>
                  </a:lnTo>
                  <a:lnTo>
                    <a:pt x="222" y="301"/>
                  </a:lnTo>
                  <a:lnTo>
                    <a:pt x="228"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1603" name="Freeform 65"/>
            <p:cNvSpPr>
              <a:spLocks/>
            </p:cNvSpPr>
            <p:nvPr/>
          </p:nvSpPr>
          <p:spPr bwMode="auto">
            <a:xfrm>
              <a:off x="1384" y="1943"/>
              <a:ext cx="49" cy="86"/>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5" y="423"/>
                  </a:lnTo>
                  <a:lnTo>
                    <a:pt x="50" y="418"/>
                  </a:lnTo>
                  <a:lnTo>
                    <a:pt x="73" y="407"/>
                  </a:lnTo>
                  <a:lnTo>
                    <a:pt x="96" y="392"/>
                  </a:lnTo>
                  <a:lnTo>
                    <a:pt x="118" y="374"/>
                  </a:lnTo>
                  <a:lnTo>
                    <a:pt x="138" y="352"/>
                  </a:lnTo>
                  <a:lnTo>
                    <a:pt x="155" y="327"/>
                  </a:lnTo>
                  <a:lnTo>
                    <a:pt x="174" y="300"/>
                  </a:lnTo>
                  <a:lnTo>
                    <a:pt x="189" y="269"/>
                  </a:lnTo>
                  <a:lnTo>
                    <a:pt x="204" y="237"/>
                  </a:lnTo>
                  <a:lnTo>
                    <a:pt x="215" y="202"/>
                  </a:lnTo>
                  <a:lnTo>
                    <a:pt x="226" y="164"/>
                  </a:lnTo>
                  <a:lnTo>
                    <a:pt x="234" y="126"/>
                  </a:lnTo>
                  <a:lnTo>
                    <a:pt x="240" y="86"/>
                  </a:lnTo>
                  <a:lnTo>
                    <a:pt x="243" y="42"/>
                  </a:lnTo>
                  <a:lnTo>
                    <a:pt x="245" y="0"/>
                  </a:lnTo>
                  <a:lnTo>
                    <a:pt x="233" y="0"/>
                  </a:lnTo>
                  <a:lnTo>
                    <a:pt x="232" y="42"/>
                  </a:lnTo>
                  <a:lnTo>
                    <a:pt x="228" y="83"/>
                  </a:lnTo>
                  <a:lnTo>
                    <a:pt x="222" y="123"/>
                  </a:lnTo>
                  <a:lnTo>
                    <a:pt x="214" y="162"/>
                  </a:lnTo>
                  <a:lnTo>
                    <a:pt x="204" y="197"/>
                  </a:lnTo>
                  <a:lnTo>
                    <a:pt x="192" y="232"/>
                  </a:lnTo>
                  <a:lnTo>
                    <a:pt x="178" y="264"/>
                  </a:lnTo>
                  <a:lnTo>
                    <a:pt x="163" y="293"/>
                  </a:lnTo>
                  <a:lnTo>
                    <a:pt x="146" y="320"/>
                  </a:lnTo>
                  <a:lnTo>
                    <a:pt x="129" y="345"/>
                  </a:lnTo>
                  <a:lnTo>
                    <a:pt x="109" y="365"/>
                  </a:lnTo>
                  <a:lnTo>
                    <a:pt x="89" y="382"/>
                  </a:lnTo>
                  <a:lnTo>
                    <a:pt x="66" y="395"/>
                  </a:lnTo>
                  <a:lnTo>
                    <a:pt x="45" y="406"/>
                  </a:lnTo>
                  <a:lnTo>
                    <a:pt x="23"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1604" name="Freeform 66"/>
            <p:cNvSpPr>
              <a:spLocks/>
            </p:cNvSpPr>
            <p:nvPr/>
          </p:nvSpPr>
          <p:spPr bwMode="auto">
            <a:xfrm>
              <a:off x="1335" y="1943"/>
              <a:ext cx="49" cy="86"/>
            </a:xfrm>
            <a:custGeom>
              <a:avLst/>
              <a:gdLst>
                <a:gd name="T0" fmla="*/ 0 w 246"/>
                <a:gd name="T1" fmla="*/ 0 h 426"/>
                <a:gd name="T2" fmla="*/ 0 w 246"/>
                <a:gd name="T3" fmla="*/ 0 h 426"/>
                <a:gd name="T4" fmla="*/ 0 w 246"/>
                <a:gd name="T5" fmla="*/ 0 h 426"/>
                <a:gd name="T6" fmla="*/ 0 w 246"/>
                <a:gd name="T7" fmla="*/ 1 h 426"/>
                <a:gd name="T8" fmla="*/ 0 w 246"/>
                <a:gd name="T9" fmla="*/ 1 h 426"/>
                <a:gd name="T10" fmla="*/ 0 w 246"/>
                <a:gd name="T11" fmla="*/ 1 h 426"/>
                <a:gd name="T12" fmla="*/ 0 w 246"/>
                <a:gd name="T13" fmla="*/ 2 h 426"/>
                <a:gd name="T14" fmla="*/ 0 w 246"/>
                <a:gd name="T15" fmla="*/ 2 h 426"/>
                <a:gd name="T16" fmla="*/ 0 w 246"/>
                <a:gd name="T17" fmla="*/ 2 h 426"/>
                <a:gd name="T18" fmla="*/ 1 w 246"/>
                <a:gd name="T19" fmla="*/ 2 h 426"/>
                <a:gd name="T20" fmla="*/ 1 w 246"/>
                <a:gd name="T21" fmla="*/ 3 h 426"/>
                <a:gd name="T22" fmla="*/ 1 w 246"/>
                <a:gd name="T23" fmla="*/ 3 h 426"/>
                <a:gd name="T24" fmla="*/ 1 w 246"/>
                <a:gd name="T25" fmla="*/ 3 h 426"/>
                <a:gd name="T26" fmla="*/ 1 w 246"/>
                <a:gd name="T27" fmla="*/ 3 h 426"/>
                <a:gd name="T28" fmla="*/ 1 w 246"/>
                <a:gd name="T29" fmla="*/ 3 h 426"/>
                <a:gd name="T30" fmla="*/ 2 w 246"/>
                <a:gd name="T31" fmla="*/ 3 h 426"/>
                <a:gd name="T32" fmla="*/ 2 w 246"/>
                <a:gd name="T33" fmla="*/ 3 h 426"/>
                <a:gd name="T34" fmla="*/ 2 w 246"/>
                <a:gd name="T35" fmla="*/ 3 h 426"/>
                <a:gd name="T36" fmla="*/ 2 w 246"/>
                <a:gd name="T37" fmla="*/ 3 h 426"/>
                <a:gd name="T38" fmla="*/ 2 w 246"/>
                <a:gd name="T39" fmla="*/ 3 h 426"/>
                <a:gd name="T40" fmla="*/ 2 w 246"/>
                <a:gd name="T41" fmla="*/ 3 h 426"/>
                <a:gd name="T42" fmla="*/ 1 w 246"/>
                <a:gd name="T43" fmla="*/ 3 h 426"/>
                <a:gd name="T44" fmla="*/ 1 w 246"/>
                <a:gd name="T45" fmla="*/ 3 h 426"/>
                <a:gd name="T46" fmla="*/ 1 w 246"/>
                <a:gd name="T47" fmla="*/ 3 h 426"/>
                <a:gd name="T48" fmla="*/ 1 w 246"/>
                <a:gd name="T49" fmla="*/ 3 h 426"/>
                <a:gd name="T50" fmla="*/ 1 w 246"/>
                <a:gd name="T51" fmla="*/ 3 h 426"/>
                <a:gd name="T52" fmla="*/ 1 w 246"/>
                <a:gd name="T53" fmla="*/ 2 h 426"/>
                <a:gd name="T54" fmla="*/ 1 w 246"/>
                <a:gd name="T55" fmla="*/ 2 h 426"/>
                <a:gd name="T56" fmla="*/ 0 w 246"/>
                <a:gd name="T57" fmla="*/ 2 h 426"/>
                <a:gd name="T58" fmla="*/ 0 w 246"/>
                <a:gd name="T59" fmla="*/ 2 h 426"/>
                <a:gd name="T60" fmla="*/ 0 w 246"/>
                <a:gd name="T61" fmla="*/ 1 h 426"/>
                <a:gd name="T62" fmla="*/ 0 w 246"/>
                <a:gd name="T63" fmla="*/ 1 h 426"/>
                <a:gd name="T64" fmla="*/ 0 w 246"/>
                <a:gd name="T65" fmla="*/ 1 h 426"/>
                <a:gd name="T66" fmla="*/ 0 w 246"/>
                <a:gd name="T67" fmla="*/ 0 h 426"/>
                <a:gd name="T68" fmla="*/ 0 w 246"/>
                <a:gd name="T69" fmla="*/ 0 h 426"/>
                <a:gd name="T70" fmla="*/ 0 w 246"/>
                <a:gd name="T71" fmla="*/ 0 h 426"/>
                <a:gd name="T72" fmla="*/ 0 w 246"/>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0"/>
                  </a:moveTo>
                  <a:lnTo>
                    <a:pt x="0" y="0"/>
                  </a:lnTo>
                  <a:lnTo>
                    <a:pt x="1" y="42"/>
                  </a:lnTo>
                  <a:lnTo>
                    <a:pt x="4" y="86"/>
                  </a:lnTo>
                  <a:lnTo>
                    <a:pt x="10" y="126"/>
                  </a:lnTo>
                  <a:lnTo>
                    <a:pt x="18" y="164"/>
                  </a:lnTo>
                  <a:lnTo>
                    <a:pt x="29" y="202"/>
                  </a:lnTo>
                  <a:lnTo>
                    <a:pt x="41" y="237"/>
                  </a:lnTo>
                  <a:lnTo>
                    <a:pt x="55" y="269"/>
                  </a:lnTo>
                  <a:lnTo>
                    <a:pt x="71" y="300"/>
                  </a:lnTo>
                  <a:lnTo>
                    <a:pt x="89" y="327"/>
                  </a:lnTo>
                  <a:lnTo>
                    <a:pt x="107" y="352"/>
                  </a:lnTo>
                  <a:lnTo>
                    <a:pt x="127" y="374"/>
                  </a:lnTo>
                  <a:lnTo>
                    <a:pt x="150" y="392"/>
                  </a:lnTo>
                  <a:lnTo>
                    <a:pt x="171" y="407"/>
                  </a:lnTo>
                  <a:lnTo>
                    <a:pt x="195" y="418"/>
                  </a:lnTo>
                  <a:lnTo>
                    <a:pt x="220" y="423"/>
                  </a:lnTo>
                  <a:lnTo>
                    <a:pt x="246" y="426"/>
                  </a:lnTo>
                  <a:lnTo>
                    <a:pt x="246" y="414"/>
                  </a:lnTo>
                  <a:lnTo>
                    <a:pt x="222" y="412"/>
                  </a:lnTo>
                  <a:lnTo>
                    <a:pt x="200" y="406"/>
                  </a:lnTo>
                  <a:lnTo>
                    <a:pt x="178" y="395"/>
                  </a:lnTo>
                  <a:lnTo>
                    <a:pt x="157" y="382"/>
                  </a:lnTo>
                  <a:lnTo>
                    <a:pt x="137" y="365"/>
                  </a:lnTo>
                  <a:lnTo>
                    <a:pt x="117" y="345"/>
                  </a:lnTo>
                  <a:lnTo>
                    <a:pt x="98" y="320"/>
                  </a:lnTo>
                  <a:lnTo>
                    <a:pt x="83" y="293"/>
                  </a:lnTo>
                  <a:lnTo>
                    <a:pt x="66" y="264"/>
                  </a:lnTo>
                  <a:lnTo>
                    <a:pt x="52" y="232"/>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1605" name="Freeform 67"/>
            <p:cNvSpPr>
              <a:spLocks/>
            </p:cNvSpPr>
            <p:nvPr/>
          </p:nvSpPr>
          <p:spPr bwMode="auto">
            <a:xfrm>
              <a:off x="1335" y="1859"/>
              <a:ext cx="49" cy="84"/>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1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0" y="2"/>
                  </a:lnTo>
                  <a:lnTo>
                    <a:pt x="195" y="8"/>
                  </a:lnTo>
                  <a:lnTo>
                    <a:pt x="171" y="18"/>
                  </a:lnTo>
                  <a:lnTo>
                    <a:pt x="150" y="34"/>
                  </a:lnTo>
                  <a:lnTo>
                    <a:pt x="127" y="51"/>
                  </a:lnTo>
                  <a:lnTo>
                    <a:pt x="107" y="74"/>
                  </a:lnTo>
                  <a:lnTo>
                    <a:pt x="89" y="98"/>
                  </a:lnTo>
                  <a:lnTo>
                    <a:pt x="72" y="125"/>
                  </a:lnTo>
                  <a:lnTo>
                    <a:pt x="55" y="156"/>
                  </a:lnTo>
                  <a:lnTo>
                    <a:pt x="41" y="188"/>
                  </a:lnTo>
                  <a:lnTo>
                    <a:pt x="29" y="222"/>
                  </a:lnTo>
                  <a:lnTo>
                    <a:pt x="18" y="261"/>
                  </a:lnTo>
                  <a:lnTo>
                    <a:pt x="10" y="299"/>
                  </a:lnTo>
                  <a:lnTo>
                    <a:pt x="4" y="339"/>
                  </a:lnTo>
                  <a:lnTo>
                    <a:pt x="1" y="382"/>
                  </a:lnTo>
                  <a:lnTo>
                    <a:pt x="0" y="424"/>
                  </a:lnTo>
                  <a:lnTo>
                    <a:pt x="11" y="424"/>
                  </a:lnTo>
                  <a:lnTo>
                    <a:pt x="13" y="382"/>
                  </a:lnTo>
                  <a:lnTo>
                    <a:pt x="16" y="341"/>
                  </a:lnTo>
                  <a:lnTo>
                    <a:pt x="22" y="301"/>
                  </a:lnTo>
                  <a:lnTo>
                    <a:pt x="30" y="264"/>
                  </a:lnTo>
                  <a:lnTo>
                    <a:pt x="41" y="227"/>
                  </a:lnTo>
                  <a:lnTo>
                    <a:pt x="52" y="193"/>
                  </a:lnTo>
                  <a:lnTo>
                    <a:pt x="66" y="160"/>
                  </a:lnTo>
                  <a:lnTo>
                    <a:pt x="82" y="132"/>
                  </a:lnTo>
                  <a:lnTo>
                    <a:pt x="98" y="105"/>
                  </a:lnTo>
                  <a:lnTo>
                    <a:pt x="117" y="81"/>
                  </a:lnTo>
                  <a:lnTo>
                    <a:pt x="137" y="61"/>
                  </a:lnTo>
                  <a:lnTo>
                    <a:pt x="157" y="43"/>
                  </a:lnTo>
                  <a:lnTo>
                    <a:pt x="178" y="30"/>
                  </a:lnTo>
                  <a:lnTo>
                    <a:pt x="200" y="20"/>
                  </a:lnTo>
                  <a:lnTo>
                    <a:pt x="222" y="14"/>
                  </a:lnTo>
                  <a:lnTo>
                    <a:pt x="246" y="11"/>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1606" name="Freeform 68"/>
            <p:cNvSpPr>
              <a:spLocks/>
            </p:cNvSpPr>
            <p:nvPr/>
          </p:nvSpPr>
          <p:spPr bwMode="auto">
            <a:xfrm>
              <a:off x="1552" y="1751"/>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1" y="339"/>
                  </a:lnTo>
                  <a:lnTo>
                    <a:pt x="235" y="299"/>
                  </a:lnTo>
                  <a:lnTo>
                    <a:pt x="226" y="261"/>
                  </a:lnTo>
                  <a:lnTo>
                    <a:pt x="216" y="223"/>
                  </a:lnTo>
                  <a:lnTo>
                    <a:pt x="204" y="189"/>
                  </a:lnTo>
                  <a:lnTo>
                    <a:pt x="190" y="156"/>
                  </a:lnTo>
                  <a:lnTo>
                    <a:pt x="174" y="125"/>
                  </a:lnTo>
                  <a:lnTo>
                    <a:pt x="156" y="98"/>
                  </a:lnTo>
                  <a:lnTo>
                    <a:pt x="137" y="74"/>
                  </a:lnTo>
                  <a:lnTo>
                    <a:pt x="119" y="52"/>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8" y="81"/>
                  </a:lnTo>
                  <a:lnTo>
                    <a:pt x="147" y="105"/>
                  </a:lnTo>
                  <a:lnTo>
                    <a:pt x="164" y="132"/>
                  </a:lnTo>
                  <a:lnTo>
                    <a:pt x="178" y="161"/>
                  </a:lnTo>
                  <a:lnTo>
                    <a:pt x="193" y="193"/>
                  </a:lnTo>
                  <a:lnTo>
                    <a:pt x="204" y="227"/>
                  </a:lnTo>
                  <a:lnTo>
                    <a:pt x="215" y="264"/>
                  </a:lnTo>
                  <a:lnTo>
                    <a:pt x="223" y="301"/>
                  </a:lnTo>
                  <a:lnTo>
                    <a:pt x="229" y="341"/>
                  </a:lnTo>
                  <a:lnTo>
                    <a:pt x="232" y="382"/>
                  </a:lnTo>
                  <a:lnTo>
                    <a:pt x="234"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1607" name="Freeform 69"/>
            <p:cNvSpPr>
              <a:spLocks/>
            </p:cNvSpPr>
            <p:nvPr/>
          </p:nvSpPr>
          <p:spPr bwMode="auto">
            <a:xfrm>
              <a:off x="1552" y="1836"/>
              <a:ext cx="49" cy="85"/>
            </a:xfrm>
            <a:custGeom>
              <a:avLst/>
              <a:gdLst>
                <a:gd name="T0" fmla="*/ 0 w 245"/>
                <a:gd name="T1" fmla="*/ 3 h 425"/>
                <a:gd name="T2" fmla="*/ 0 w 245"/>
                <a:gd name="T3" fmla="*/ 3 h 425"/>
                <a:gd name="T4" fmla="*/ 0 w 245"/>
                <a:gd name="T5" fmla="*/ 3 h 425"/>
                <a:gd name="T6" fmla="*/ 0 w 245"/>
                <a:gd name="T7" fmla="*/ 3 h 425"/>
                <a:gd name="T8" fmla="*/ 1 w 245"/>
                <a:gd name="T9" fmla="*/ 3 h 425"/>
                <a:gd name="T10" fmla="*/ 1 w 245"/>
                <a:gd name="T11" fmla="*/ 3 h 425"/>
                <a:gd name="T12" fmla="*/ 1 w 245"/>
                <a:gd name="T13" fmla="*/ 3 h 425"/>
                <a:gd name="T14" fmla="*/ 1 w 245"/>
                <a:gd name="T15" fmla="*/ 3 h 425"/>
                <a:gd name="T16" fmla="*/ 1 w 245"/>
                <a:gd name="T17" fmla="*/ 3 h 425"/>
                <a:gd name="T18" fmla="*/ 1 w 245"/>
                <a:gd name="T19" fmla="*/ 2 h 425"/>
                <a:gd name="T20" fmla="*/ 2 w 245"/>
                <a:gd name="T21" fmla="*/ 2 h 425"/>
                <a:gd name="T22" fmla="*/ 2 w 245"/>
                <a:gd name="T23" fmla="*/ 2 h 425"/>
                <a:gd name="T24" fmla="*/ 2 w 245"/>
                <a:gd name="T25" fmla="*/ 2 h 425"/>
                <a:gd name="T26" fmla="*/ 2 w 245"/>
                <a:gd name="T27" fmla="*/ 1 h 425"/>
                <a:gd name="T28" fmla="*/ 2 w 245"/>
                <a:gd name="T29" fmla="*/ 1 h 425"/>
                <a:gd name="T30" fmla="*/ 2 w 245"/>
                <a:gd name="T31" fmla="*/ 1 h 425"/>
                <a:gd name="T32" fmla="*/ 2 w 245"/>
                <a:gd name="T33" fmla="*/ 0 h 425"/>
                <a:gd name="T34" fmla="*/ 2 w 245"/>
                <a:gd name="T35" fmla="*/ 0 h 425"/>
                <a:gd name="T36" fmla="*/ 2 w 245"/>
                <a:gd name="T37" fmla="*/ 0 h 425"/>
                <a:gd name="T38" fmla="*/ 2 w 245"/>
                <a:gd name="T39" fmla="*/ 0 h 425"/>
                <a:gd name="T40" fmla="*/ 2 w 245"/>
                <a:gd name="T41" fmla="*/ 1 h 425"/>
                <a:gd name="T42" fmla="*/ 2 w 245"/>
                <a:gd name="T43" fmla="*/ 1 h 425"/>
                <a:gd name="T44" fmla="*/ 2 w 245"/>
                <a:gd name="T45" fmla="*/ 1 h 425"/>
                <a:gd name="T46" fmla="*/ 2 w 245"/>
                <a:gd name="T47" fmla="*/ 2 h 425"/>
                <a:gd name="T48" fmla="*/ 2 w 245"/>
                <a:gd name="T49" fmla="*/ 2 h 425"/>
                <a:gd name="T50" fmla="*/ 1 w 245"/>
                <a:gd name="T51" fmla="*/ 2 h 425"/>
                <a:gd name="T52" fmla="*/ 1 w 245"/>
                <a:gd name="T53" fmla="*/ 2 h 425"/>
                <a:gd name="T54" fmla="*/ 1 w 245"/>
                <a:gd name="T55" fmla="*/ 3 h 425"/>
                <a:gd name="T56" fmla="*/ 1 w 245"/>
                <a:gd name="T57" fmla="*/ 3 h 425"/>
                <a:gd name="T58" fmla="*/ 1 w 245"/>
                <a:gd name="T59" fmla="*/ 3 h 425"/>
                <a:gd name="T60" fmla="*/ 1 w 245"/>
                <a:gd name="T61" fmla="*/ 3 h 425"/>
                <a:gd name="T62" fmla="*/ 1 w 245"/>
                <a:gd name="T63" fmla="*/ 3 h 425"/>
                <a:gd name="T64" fmla="*/ 0 w 245"/>
                <a:gd name="T65" fmla="*/ 3 h 425"/>
                <a:gd name="T66" fmla="*/ 0 w 245"/>
                <a:gd name="T67" fmla="*/ 3 h 425"/>
                <a:gd name="T68" fmla="*/ 0 w 245"/>
                <a:gd name="T69" fmla="*/ 3 h 425"/>
                <a:gd name="T70" fmla="*/ 0 w 245"/>
                <a:gd name="T71" fmla="*/ 3 h 425"/>
                <a:gd name="T72" fmla="*/ 0 w 245"/>
                <a:gd name="T73" fmla="*/ 3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5"/>
                <a:gd name="T113" fmla="*/ 245 w 245"/>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5">
                  <a:moveTo>
                    <a:pt x="0" y="425"/>
                  </a:moveTo>
                  <a:lnTo>
                    <a:pt x="0" y="425"/>
                  </a:lnTo>
                  <a:lnTo>
                    <a:pt x="26" y="422"/>
                  </a:lnTo>
                  <a:lnTo>
                    <a:pt x="51" y="417"/>
                  </a:lnTo>
                  <a:lnTo>
                    <a:pt x="74" y="406"/>
                  </a:lnTo>
                  <a:lnTo>
                    <a:pt x="96" y="391"/>
                  </a:lnTo>
                  <a:lnTo>
                    <a:pt x="119" y="373"/>
                  </a:lnTo>
                  <a:lnTo>
                    <a:pt x="137" y="351"/>
                  </a:lnTo>
                  <a:lnTo>
                    <a:pt x="156" y="326"/>
                  </a:lnTo>
                  <a:lnTo>
                    <a:pt x="174" y="299"/>
                  </a:lnTo>
                  <a:lnTo>
                    <a:pt x="190" y="269"/>
                  </a:lnTo>
                  <a:lnTo>
                    <a:pt x="204" y="236"/>
                  </a:lnTo>
                  <a:lnTo>
                    <a:pt x="216" y="202"/>
                  </a:lnTo>
                  <a:lnTo>
                    <a:pt x="226" y="163"/>
                  </a:lnTo>
                  <a:lnTo>
                    <a:pt x="235" y="126"/>
                  </a:lnTo>
                  <a:lnTo>
                    <a:pt x="241" y="86"/>
                  </a:lnTo>
                  <a:lnTo>
                    <a:pt x="244" y="43"/>
                  </a:lnTo>
                  <a:lnTo>
                    <a:pt x="245" y="0"/>
                  </a:lnTo>
                  <a:lnTo>
                    <a:pt x="234" y="0"/>
                  </a:lnTo>
                  <a:lnTo>
                    <a:pt x="232" y="43"/>
                  </a:lnTo>
                  <a:lnTo>
                    <a:pt x="229" y="84"/>
                  </a:lnTo>
                  <a:lnTo>
                    <a:pt x="223" y="123"/>
                  </a:lnTo>
                  <a:lnTo>
                    <a:pt x="215" y="161"/>
                  </a:lnTo>
                  <a:lnTo>
                    <a:pt x="204" y="197"/>
                  </a:lnTo>
                  <a:lnTo>
                    <a:pt x="193" y="231"/>
                  </a:lnTo>
                  <a:lnTo>
                    <a:pt x="178" y="264"/>
                  </a:lnTo>
                  <a:lnTo>
                    <a:pt x="164" y="292"/>
                  </a:lnTo>
                  <a:lnTo>
                    <a:pt x="147" y="319"/>
                  </a:lnTo>
                  <a:lnTo>
                    <a:pt x="128" y="344"/>
                  </a:lnTo>
                  <a:lnTo>
                    <a:pt x="109" y="364"/>
                  </a:lnTo>
                  <a:lnTo>
                    <a:pt x="89" y="381"/>
                  </a:lnTo>
                  <a:lnTo>
                    <a:pt x="67" y="394"/>
                  </a:lnTo>
                  <a:lnTo>
                    <a:pt x="46" y="405"/>
                  </a:lnTo>
                  <a:lnTo>
                    <a:pt x="24" y="411"/>
                  </a:lnTo>
                  <a:lnTo>
                    <a:pt x="0" y="413"/>
                  </a:lnTo>
                  <a:lnTo>
                    <a:pt x="0" y="425"/>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1608" name="Freeform 70"/>
            <p:cNvSpPr>
              <a:spLocks/>
            </p:cNvSpPr>
            <p:nvPr/>
          </p:nvSpPr>
          <p:spPr bwMode="auto">
            <a:xfrm>
              <a:off x="1502" y="1836"/>
              <a:ext cx="50" cy="85"/>
            </a:xfrm>
            <a:custGeom>
              <a:avLst/>
              <a:gdLst>
                <a:gd name="T0" fmla="*/ 0 w 246"/>
                <a:gd name="T1" fmla="*/ 0 h 425"/>
                <a:gd name="T2" fmla="*/ 0 w 246"/>
                <a:gd name="T3" fmla="*/ 0 h 425"/>
                <a:gd name="T4" fmla="*/ 0 w 246"/>
                <a:gd name="T5" fmla="*/ 0 h 425"/>
                <a:gd name="T6" fmla="*/ 0 w 246"/>
                <a:gd name="T7" fmla="*/ 1 h 425"/>
                <a:gd name="T8" fmla="*/ 0 w 246"/>
                <a:gd name="T9" fmla="*/ 1 h 425"/>
                <a:gd name="T10" fmla="*/ 0 w 246"/>
                <a:gd name="T11" fmla="*/ 1 h 425"/>
                <a:gd name="T12" fmla="*/ 0 w 246"/>
                <a:gd name="T13" fmla="*/ 2 h 425"/>
                <a:gd name="T14" fmla="*/ 0 w 246"/>
                <a:gd name="T15" fmla="*/ 2 h 425"/>
                <a:gd name="T16" fmla="*/ 0 w 246"/>
                <a:gd name="T17" fmla="*/ 2 h 425"/>
                <a:gd name="T18" fmla="*/ 1 w 246"/>
                <a:gd name="T19" fmla="*/ 2 h 425"/>
                <a:gd name="T20" fmla="*/ 1 w 246"/>
                <a:gd name="T21" fmla="*/ 3 h 425"/>
                <a:gd name="T22" fmla="*/ 1 w 246"/>
                <a:gd name="T23" fmla="*/ 3 h 425"/>
                <a:gd name="T24" fmla="*/ 1 w 246"/>
                <a:gd name="T25" fmla="*/ 3 h 425"/>
                <a:gd name="T26" fmla="*/ 1 w 246"/>
                <a:gd name="T27" fmla="*/ 3 h 425"/>
                <a:gd name="T28" fmla="*/ 1 w 246"/>
                <a:gd name="T29" fmla="*/ 3 h 425"/>
                <a:gd name="T30" fmla="*/ 2 w 246"/>
                <a:gd name="T31" fmla="*/ 3 h 425"/>
                <a:gd name="T32" fmla="*/ 2 w 246"/>
                <a:gd name="T33" fmla="*/ 3 h 425"/>
                <a:gd name="T34" fmla="*/ 2 w 246"/>
                <a:gd name="T35" fmla="*/ 3 h 425"/>
                <a:gd name="T36" fmla="*/ 2 w 246"/>
                <a:gd name="T37" fmla="*/ 3 h 425"/>
                <a:gd name="T38" fmla="*/ 2 w 246"/>
                <a:gd name="T39" fmla="*/ 3 h 425"/>
                <a:gd name="T40" fmla="*/ 2 w 246"/>
                <a:gd name="T41" fmla="*/ 3 h 425"/>
                <a:gd name="T42" fmla="*/ 1 w 246"/>
                <a:gd name="T43" fmla="*/ 3 h 425"/>
                <a:gd name="T44" fmla="*/ 1 w 246"/>
                <a:gd name="T45" fmla="*/ 3 h 425"/>
                <a:gd name="T46" fmla="*/ 1 w 246"/>
                <a:gd name="T47" fmla="*/ 3 h 425"/>
                <a:gd name="T48" fmla="*/ 1 w 246"/>
                <a:gd name="T49" fmla="*/ 3 h 425"/>
                <a:gd name="T50" fmla="*/ 1 w 246"/>
                <a:gd name="T51" fmla="*/ 3 h 425"/>
                <a:gd name="T52" fmla="*/ 1 w 246"/>
                <a:gd name="T53" fmla="*/ 2 h 425"/>
                <a:gd name="T54" fmla="*/ 1 w 246"/>
                <a:gd name="T55" fmla="*/ 2 h 425"/>
                <a:gd name="T56" fmla="*/ 0 w 246"/>
                <a:gd name="T57" fmla="*/ 2 h 425"/>
                <a:gd name="T58" fmla="*/ 0 w 246"/>
                <a:gd name="T59" fmla="*/ 2 h 425"/>
                <a:gd name="T60" fmla="*/ 0 w 246"/>
                <a:gd name="T61" fmla="*/ 1 h 425"/>
                <a:gd name="T62" fmla="*/ 0 w 246"/>
                <a:gd name="T63" fmla="*/ 1 h 425"/>
                <a:gd name="T64" fmla="*/ 0 w 246"/>
                <a:gd name="T65" fmla="*/ 1 h 425"/>
                <a:gd name="T66" fmla="*/ 0 w 246"/>
                <a:gd name="T67" fmla="*/ 0 h 425"/>
                <a:gd name="T68" fmla="*/ 0 w 246"/>
                <a:gd name="T69" fmla="*/ 0 h 425"/>
                <a:gd name="T70" fmla="*/ 0 w 246"/>
                <a:gd name="T71" fmla="*/ 0 h 425"/>
                <a:gd name="T72" fmla="*/ 0 w 246"/>
                <a:gd name="T73" fmla="*/ 0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5"/>
                <a:gd name="T113" fmla="*/ 246 w 246"/>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5">
                  <a:moveTo>
                    <a:pt x="0" y="0"/>
                  </a:moveTo>
                  <a:lnTo>
                    <a:pt x="0" y="0"/>
                  </a:lnTo>
                  <a:lnTo>
                    <a:pt x="2" y="43"/>
                  </a:lnTo>
                  <a:lnTo>
                    <a:pt x="5" y="86"/>
                  </a:lnTo>
                  <a:lnTo>
                    <a:pt x="11" y="126"/>
                  </a:lnTo>
                  <a:lnTo>
                    <a:pt x="19" y="163"/>
                  </a:lnTo>
                  <a:lnTo>
                    <a:pt x="30" y="202"/>
                  </a:lnTo>
                  <a:lnTo>
                    <a:pt x="41" y="236"/>
                  </a:lnTo>
                  <a:lnTo>
                    <a:pt x="55" y="269"/>
                  </a:lnTo>
                  <a:lnTo>
                    <a:pt x="73" y="299"/>
                  </a:lnTo>
                  <a:lnTo>
                    <a:pt x="89" y="326"/>
                  </a:lnTo>
                  <a:lnTo>
                    <a:pt x="108" y="351"/>
                  </a:lnTo>
                  <a:lnTo>
                    <a:pt x="128" y="373"/>
                  </a:lnTo>
                  <a:lnTo>
                    <a:pt x="150" y="391"/>
                  </a:lnTo>
                  <a:lnTo>
                    <a:pt x="171" y="406"/>
                  </a:lnTo>
                  <a:lnTo>
                    <a:pt x="196" y="417"/>
                  </a:lnTo>
                  <a:lnTo>
                    <a:pt x="221" y="422"/>
                  </a:lnTo>
                  <a:lnTo>
                    <a:pt x="246" y="425"/>
                  </a:lnTo>
                  <a:lnTo>
                    <a:pt x="246" y="413"/>
                  </a:lnTo>
                  <a:lnTo>
                    <a:pt x="223" y="411"/>
                  </a:lnTo>
                  <a:lnTo>
                    <a:pt x="201" y="405"/>
                  </a:lnTo>
                  <a:lnTo>
                    <a:pt x="178" y="394"/>
                  </a:lnTo>
                  <a:lnTo>
                    <a:pt x="157" y="381"/>
                  </a:lnTo>
                  <a:lnTo>
                    <a:pt x="137" y="364"/>
                  </a:lnTo>
                  <a:lnTo>
                    <a:pt x="117" y="344"/>
                  </a:lnTo>
                  <a:lnTo>
                    <a:pt x="99" y="319"/>
                  </a:lnTo>
                  <a:lnTo>
                    <a:pt x="82" y="292"/>
                  </a:lnTo>
                  <a:lnTo>
                    <a:pt x="67" y="264"/>
                  </a:lnTo>
                  <a:lnTo>
                    <a:pt x="53" y="231"/>
                  </a:lnTo>
                  <a:lnTo>
                    <a:pt x="41" y="197"/>
                  </a:lnTo>
                  <a:lnTo>
                    <a:pt x="31" y="161"/>
                  </a:lnTo>
                  <a:lnTo>
                    <a:pt x="23" y="123"/>
                  </a:lnTo>
                  <a:lnTo>
                    <a:pt x="17" y="84"/>
                  </a:lnTo>
                  <a:lnTo>
                    <a:pt x="13" y="4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1609" name="Freeform 71"/>
            <p:cNvSpPr>
              <a:spLocks/>
            </p:cNvSpPr>
            <p:nvPr/>
          </p:nvSpPr>
          <p:spPr bwMode="auto">
            <a:xfrm>
              <a:off x="1502" y="1751"/>
              <a:ext cx="50" cy="85"/>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2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1" y="2"/>
                  </a:lnTo>
                  <a:lnTo>
                    <a:pt x="196" y="8"/>
                  </a:lnTo>
                  <a:lnTo>
                    <a:pt x="171" y="19"/>
                  </a:lnTo>
                  <a:lnTo>
                    <a:pt x="150" y="34"/>
                  </a:lnTo>
                  <a:lnTo>
                    <a:pt x="128" y="52"/>
                  </a:lnTo>
                  <a:lnTo>
                    <a:pt x="108" y="74"/>
                  </a:lnTo>
                  <a:lnTo>
                    <a:pt x="89" y="98"/>
                  </a:lnTo>
                  <a:lnTo>
                    <a:pt x="73" y="125"/>
                  </a:lnTo>
                  <a:lnTo>
                    <a:pt x="55" y="156"/>
                  </a:lnTo>
                  <a:lnTo>
                    <a:pt x="41" y="189"/>
                  </a:lnTo>
                  <a:lnTo>
                    <a:pt x="30" y="223"/>
                  </a:lnTo>
                  <a:lnTo>
                    <a:pt x="19" y="261"/>
                  </a:lnTo>
                  <a:lnTo>
                    <a:pt x="11" y="299"/>
                  </a:lnTo>
                  <a:lnTo>
                    <a:pt x="5" y="339"/>
                  </a:lnTo>
                  <a:lnTo>
                    <a:pt x="2" y="382"/>
                  </a:lnTo>
                  <a:lnTo>
                    <a:pt x="0" y="424"/>
                  </a:lnTo>
                  <a:lnTo>
                    <a:pt x="12" y="424"/>
                  </a:lnTo>
                  <a:lnTo>
                    <a:pt x="13" y="382"/>
                  </a:lnTo>
                  <a:lnTo>
                    <a:pt x="17" y="341"/>
                  </a:lnTo>
                  <a:lnTo>
                    <a:pt x="23" y="301"/>
                  </a:lnTo>
                  <a:lnTo>
                    <a:pt x="31" y="264"/>
                  </a:lnTo>
                  <a:lnTo>
                    <a:pt x="41" y="227"/>
                  </a:lnTo>
                  <a:lnTo>
                    <a:pt x="53" y="193"/>
                  </a:lnTo>
                  <a:lnTo>
                    <a:pt x="67" y="161"/>
                  </a:lnTo>
                  <a:lnTo>
                    <a:pt x="82" y="132"/>
                  </a:lnTo>
                  <a:lnTo>
                    <a:pt x="99" y="105"/>
                  </a:lnTo>
                  <a:lnTo>
                    <a:pt x="117" y="81"/>
                  </a:lnTo>
                  <a:lnTo>
                    <a:pt x="137" y="61"/>
                  </a:lnTo>
                  <a:lnTo>
                    <a:pt x="157" y="43"/>
                  </a:lnTo>
                  <a:lnTo>
                    <a:pt x="178" y="30"/>
                  </a:lnTo>
                  <a:lnTo>
                    <a:pt x="201" y="20"/>
                  </a:lnTo>
                  <a:lnTo>
                    <a:pt x="223" y="14"/>
                  </a:lnTo>
                  <a:lnTo>
                    <a:pt x="246" y="12"/>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1610" name="Freeform 72"/>
            <p:cNvSpPr>
              <a:spLocks/>
            </p:cNvSpPr>
            <p:nvPr/>
          </p:nvSpPr>
          <p:spPr bwMode="auto">
            <a:xfrm>
              <a:off x="1565" y="2016"/>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0" y="339"/>
                  </a:lnTo>
                  <a:lnTo>
                    <a:pt x="234" y="299"/>
                  </a:lnTo>
                  <a:lnTo>
                    <a:pt x="226" y="261"/>
                  </a:lnTo>
                  <a:lnTo>
                    <a:pt x="216" y="223"/>
                  </a:lnTo>
                  <a:lnTo>
                    <a:pt x="204" y="189"/>
                  </a:lnTo>
                  <a:lnTo>
                    <a:pt x="190" y="156"/>
                  </a:lnTo>
                  <a:lnTo>
                    <a:pt x="174" y="125"/>
                  </a:lnTo>
                  <a:lnTo>
                    <a:pt x="156" y="98"/>
                  </a:lnTo>
                  <a:lnTo>
                    <a:pt x="138" y="74"/>
                  </a:lnTo>
                  <a:lnTo>
                    <a:pt x="118" y="51"/>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9" y="81"/>
                  </a:lnTo>
                  <a:lnTo>
                    <a:pt x="147" y="105"/>
                  </a:lnTo>
                  <a:lnTo>
                    <a:pt x="164" y="132"/>
                  </a:lnTo>
                  <a:lnTo>
                    <a:pt x="178" y="160"/>
                  </a:lnTo>
                  <a:lnTo>
                    <a:pt x="192" y="193"/>
                  </a:lnTo>
                  <a:lnTo>
                    <a:pt x="204" y="227"/>
                  </a:lnTo>
                  <a:lnTo>
                    <a:pt x="215" y="264"/>
                  </a:lnTo>
                  <a:lnTo>
                    <a:pt x="223" y="301"/>
                  </a:lnTo>
                  <a:lnTo>
                    <a:pt x="229"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1611" name="Freeform 73"/>
            <p:cNvSpPr>
              <a:spLocks/>
            </p:cNvSpPr>
            <p:nvPr/>
          </p:nvSpPr>
          <p:spPr bwMode="auto">
            <a:xfrm>
              <a:off x="1565" y="2101"/>
              <a:ext cx="49" cy="85"/>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6" y="423"/>
                  </a:lnTo>
                  <a:lnTo>
                    <a:pt x="51" y="418"/>
                  </a:lnTo>
                  <a:lnTo>
                    <a:pt x="74" y="407"/>
                  </a:lnTo>
                  <a:lnTo>
                    <a:pt x="96" y="392"/>
                  </a:lnTo>
                  <a:lnTo>
                    <a:pt x="118" y="373"/>
                  </a:lnTo>
                  <a:lnTo>
                    <a:pt x="138" y="351"/>
                  </a:lnTo>
                  <a:lnTo>
                    <a:pt x="156" y="327"/>
                  </a:lnTo>
                  <a:lnTo>
                    <a:pt x="175" y="299"/>
                  </a:lnTo>
                  <a:lnTo>
                    <a:pt x="190" y="269"/>
                  </a:lnTo>
                  <a:lnTo>
                    <a:pt x="204" y="236"/>
                  </a:lnTo>
                  <a:lnTo>
                    <a:pt x="216" y="202"/>
                  </a:lnTo>
                  <a:lnTo>
                    <a:pt x="226" y="164"/>
                  </a:lnTo>
                  <a:lnTo>
                    <a:pt x="234" y="126"/>
                  </a:lnTo>
                  <a:lnTo>
                    <a:pt x="240" y="86"/>
                  </a:lnTo>
                  <a:lnTo>
                    <a:pt x="244" y="42"/>
                  </a:lnTo>
                  <a:lnTo>
                    <a:pt x="245" y="0"/>
                  </a:lnTo>
                  <a:lnTo>
                    <a:pt x="233" y="0"/>
                  </a:lnTo>
                  <a:lnTo>
                    <a:pt x="232" y="42"/>
                  </a:lnTo>
                  <a:lnTo>
                    <a:pt x="229" y="83"/>
                  </a:lnTo>
                  <a:lnTo>
                    <a:pt x="223" y="123"/>
                  </a:lnTo>
                  <a:lnTo>
                    <a:pt x="215" y="162"/>
                  </a:lnTo>
                  <a:lnTo>
                    <a:pt x="204" y="197"/>
                  </a:lnTo>
                  <a:lnTo>
                    <a:pt x="192" y="231"/>
                  </a:lnTo>
                  <a:lnTo>
                    <a:pt x="178" y="264"/>
                  </a:lnTo>
                  <a:lnTo>
                    <a:pt x="163" y="292"/>
                  </a:lnTo>
                  <a:lnTo>
                    <a:pt x="147" y="320"/>
                  </a:lnTo>
                  <a:lnTo>
                    <a:pt x="129" y="344"/>
                  </a:lnTo>
                  <a:lnTo>
                    <a:pt x="109" y="364"/>
                  </a:lnTo>
                  <a:lnTo>
                    <a:pt x="89" y="382"/>
                  </a:lnTo>
                  <a:lnTo>
                    <a:pt x="67" y="395"/>
                  </a:lnTo>
                  <a:lnTo>
                    <a:pt x="46" y="406"/>
                  </a:lnTo>
                  <a:lnTo>
                    <a:pt x="24"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1612" name="Freeform 74"/>
            <p:cNvSpPr>
              <a:spLocks/>
            </p:cNvSpPr>
            <p:nvPr/>
          </p:nvSpPr>
          <p:spPr bwMode="auto">
            <a:xfrm>
              <a:off x="1516" y="2101"/>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5" y="86"/>
                  </a:lnTo>
                  <a:lnTo>
                    <a:pt x="11" y="126"/>
                  </a:lnTo>
                  <a:lnTo>
                    <a:pt x="19" y="164"/>
                  </a:lnTo>
                  <a:lnTo>
                    <a:pt x="30" y="202"/>
                  </a:lnTo>
                  <a:lnTo>
                    <a:pt x="41" y="236"/>
                  </a:lnTo>
                  <a:lnTo>
                    <a:pt x="55" y="269"/>
                  </a:lnTo>
                  <a:lnTo>
                    <a:pt x="71" y="299"/>
                  </a:lnTo>
                  <a:lnTo>
                    <a:pt x="89" y="327"/>
                  </a:lnTo>
                  <a:lnTo>
                    <a:pt x="107" y="351"/>
                  </a:lnTo>
                  <a:lnTo>
                    <a:pt x="127" y="373"/>
                  </a:lnTo>
                  <a:lnTo>
                    <a:pt x="149" y="392"/>
                  </a:lnTo>
                  <a:lnTo>
                    <a:pt x="171" y="407"/>
                  </a:lnTo>
                  <a:lnTo>
                    <a:pt x="195" y="418"/>
                  </a:lnTo>
                  <a:lnTo>
                    <a:pt x="219" y="423"/>
                  </a:lnTo>
                  <a:lnTo>
                    <a:pt x="245" y="426"/>
                  </a:lnTo>
                  <a:lnTo>
                    <a:pt x="245" y="414"/>
                  </a:lnTo>
                  <a:lnTo>
                    <a:pt x="222" y="412"/>
                  </a:lnTo>
                  <a:lnTo>
                    <a:pt x="199" y="406"/>
                  </a:lnTo>
                  <a:lnTo>
                    <a:pt x="178" y="395"/>
                  </a:lnTo>
                  <a:lnTo>
                    <a:pt x="156" y="382"/>
                  </a:lnTo>
                  <a:lnTo>
                    <a:pt x="136" y="364"/>
                  </a:lnTo>
                  <a:lnTo>
                    <a:pt x="116" y="344"/>
                  </a:lnTo>
                  <a:lnTo>
                    <a:pt x="99" y="320"/>
                  </a:lnTo>
                  <a:lnTo>
                    <a:pt x="82" y="292"/>
                  </a:lnTo>
                  <a:lnTo>
                    <a:pt x="67" y="264"/>
                  </a:lnTo>
                  <a:lnTo>
                    <a:pt x="53" y="231"/>
                  </a:lnTo>
                  <a:lnTo>
                    <a:pt x="41" y="197"/>
                  </a:lnTo>
                  <a:lnTo>
                    <a:pt x="31" y="162"/>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1613" name="Freeform 75"/>
            <p:cNvSpPr>
              <a:spLocks/>
            </p:cNvSpPr>
            <p:nvPr/>
          </p:nvSpPr>
          <p:spPr bwMode="auto">
            <a:xfrm>
              <a:off x="1516" y="2016"/>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5" y="8"/>
                  </a:lnTo>
                  <a:lnTo>
                    <a:pt x="171" y="19"/>
                  </a:lnTo>
                  <a:lnTo>
                    <a:pt x="149" y="34"/>
                  </a:lnTo>
                  <a:lnTo>
                    <a:pt x="127" y="51"/>
                  </a:lnTo>
                  <a:lnTo>
                    <a:pt x="107" y="74"/>
                  </a:lnTo>
                  <a:lnTo>
                    <a:pt x="89" y="98"/>
                  </a:lnTo>
                  <a:lnTo>
                    <a:pt x="72" y="125"/>
                  </a:lnTo>
                  <a:lnTo>
                    <a:pt x="55" y="156"/>
                  </a:lnTo>
                  <a:lnTo>
                    <a:pt x="41" y="189"/>
                  </a:lnTo>
                  <a:lnTo>
                    <a:pt x="30" y="223"/>
                  </a:lnTo>
                  <a:lnTo>
                    <a:pt x="19" y="261"/>
                  </a:lnTo>
                  <a:lnTo>
                    <a:pt x="11" y="299"/>
                  </a:lnTo>
                  <a:lnTo>
                    <a:pt x="5" y="339"/>
                  </a:lnTo>
                  <a:lnTo>
                    <a:pt x="1" y="382"/>
                  </a:lnTo>
                  <a:lnTo>
                    <a:pt x="0" y="424"/>
                  </a:lnTo>
                  <a:lnTo>
                    <a:pt x="12" y="424"/>
                  </a:lnTo>
                  <a:lnTo>
                    <a:pt x="13" y="382"/>
                  </a:lnTo>
                  <a:lnTo>
                    <a:pt x="17" y="341"/>
                  </a:lnTo>
                  <a:lnTo>
                    <a:pt x="23" y="301"/>
                  </a:lnTo>
                  <a:lnTo>
                    <a:pt x="31" y="264"/>
                  </a:lnTo>
                  <a:lnTo>
                    <a:pt x="41" y="227"/>
                  </a:lnTo>
                  <a:lnTo>
                    <a:pt x="53" y="193"/>
                  </a:lnTo>
                  <a:lnTo>
                    <a:pt x="67" y="160"/>
                  </a:lnTo>
                  <a:lnTo>
                    <a:pt x="81" y="132"/>
                  </a:lnTo>
                  <a:lnTo>
                    <a:pt x="99" y="105"/>
                  </a:lnTo>
                  <a:lnTo>
                    <a:pt x="116" y="81"/>
                  </a:lnTo>
                  <a:lnTo>
                    <a:pt x="136" y="61"/>
                  </a:lnTo>
                  <a:lnTo>
                    <a:pt x="156" y="43"/>
                  </a:lnTo>
                  <a:lnTo>
                    <a:pt x="178" y="30"/>
                  </a:lnTo>
                  <a:lnTo>
                    <a:pt x="199" y="20"/>
                  </a:lnTo>
                  <a:lnTo>
                    <a:pt x="222"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sp>
        <p:nvSpPr>
          <p:cNvPr id="151560" name="Rectangle 77"/>
          <p:cNvSpPr>
            <a:spLocks noChangeArrowheads="1"/>
          </p:cNvSpPr>
          <p:nvPr/>
        </p:nvSpPr>
        <p:spPr bwMode="auto">
          <a:xfrm>
            <a:off x="611188" y="0"/>
            <a:ext cx="6388100" cy="6477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3000"/>
              <a:t>Sem. 3 - Mardi</a:t>
            </a:r>
          </a:p>
        </p:txBody>
      </p:sp>
      <p:sp>
        <p:nvSpPr>
          <p:cNvPr id="151561" name="Text Box 78"/>
          <p:cNvSpPr txBox="1">
            <a:spLocks noChangeArrowheads="1"/>
          </p:cNvSpPr>
          <p:nvPr/>
        </p:nvSpPr>
        <p:spPr bwMode="auto">
          <a:xfrm>
            <a:off x="566738" y="2697163"/>
            <a:ext cx="3217862"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2. Pas de commandes</a:t>
            </a:r>
          </a:p>
        </p:txBody>
      </p:sp>
      <p:sp>
        <p:nvSpPr>
          <p:cNvPr id="151562" name="Text Box 79"/>
          <p:cNvSpPr txBox="1">
            <a:spLocks noChangeArrowheads="1"/>
          </p:cNvSpPr>
          <p:nvPr/>
        </p:nvSpPr>
        <p:spPr bwMode="auto">
          <a:xfrm>
            <a:off x="566738" y="5211763"/>
            <a:ext cx="6543675" cy="4429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eaLnBrk="1" hangingPunct="1">
              <a:spcBef>
                <a:spcPct val="0"/>
              </a:spcBef>
              <a:buFontTx/>
              <a:buNone/>
            </a:pPr>
            <a:r>
              <a:rPr lang="fr-FR" altLang="fr-FR" sz="2300"/>
              <a:t>4. Pointez la production sur votre feuille de suivi</a:t>
            </a:r>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52578" name="Group 2"/>
          <p:cNvGrpSpPr>
            <a:grpSpLocks/>
          </p:cNvGrpSpPr>
          <p:nvPr/>
        </p:nvGrpSpPr>
        <p:grpSpPr bwMode="auto">
          <a:xfrm>
            <a:off x="7073900" y="215900"/>
            <a:ext cx="1878013" cy="1250950"/>
            <a:chOff x="4456" y="136"/>
            <a:chExt cx="1183" cy="788"/>
          </a:xfrm>
        </p:grpSpPr>
        <p:grpSp>
          <p:nvGrpSpPr>
            <p:cNvPr id="152638" name="Group 3"/>
            <p:cNvGrpSpPr>
              <a:grpSpLocks/>
            </p:cNvGrpSpPr>
            <p:nvPr/>
          </p:nvGrpSpPr>
          <p:grpSpPr bwMode="auto">
            <a:xfrm>
              <a:off x="4766" y="232"/>
              <a:ext cx="873" cy="692"/>
              <a:chOff x="2185" y="310"/>
              <a:chExt cx="873" cy="692"/>
            </a:xfrm>
          </p:grpSpPr>
          <p:sp>
            <p:nvSpPr>
              <p:cNvPr id="152649" name="Freeform 4"/>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accent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2650" name="Freeform 5"/>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2651" name="Freeform 6"/>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2652" name="Freeform 7"/>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2653" name="Freeform 8"/>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2654" name="Freeform 9"/>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2655" name="Freeform 10"/>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grpSp>
          <p:nvGrpSpPr>
            <p:cNvPr id="152639" name="Group 11"/>
            <p:cNvGrpSpPr>
              <a:grpSpLocks/>
            </p:cNvGrpSpPr>
            <p:nvPr/>
          </p:nvGrpSpPr>
          <p:grpSpPr bwMode="auto">
            <a:xfrm>
              <a:off x="4949" y="336"/>
              <a:ext cx="591" cy="468"/>
              <a:chOff x="2185" y="310"/>
              <a:chExt cx="873" cy="692"/>
            </a:xfrm>
          </p:grpSpPr>
          <p:sp>
            <p:nvSpPr>
              <p:cNvPr id="152642" name="Freeform 12"/>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2643" name="Freeform 13"/>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2644" name="Freeform 14"/>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2645" name="Freeform 15"/>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2646" name="Freeform 16"/>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2647" name="Freeform 17"/>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2648" name="Freeform 18"/>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pic>
          <p:nvPicPr>
            <p:cNvPr id="152640" name="Picture 19"/>
            <p:cNvPicPr>
              <a:picLocks noChangeAspect="1" noChangeArrowheads="1"/>
            </p:cNvPicPr>
            <p:nvPr/>
          </p:nvPicPr>
          <p:blipFill>
            <a:blip r:embed="rId3" cstate="print">
              <a:extLst>
                <a:ext uri="{28A0092B-C50C-407E-A947-70E740481C1C}">
                  <a14:useLocalDpi xmlns:a14="http://schemas.microsoft.com/office/drawing/2010/main" val="0"/>
                </a:ext>
              </a:extLst>
            </a:blip>
            <a:srcRect l="-4282" t="-4369" r="-5199" b="-12012"/>
            <a:stretch>
              <a:fillRect/>
            </a:stretch>
          </p:blipFill>
          <p:spPr bwMode="auto">
            <a:xfrm>
              <a:off x="4456" y="136"/>
              <a:ext cx="480" cy="5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52641" name="Text Box 20"/>
            <p:cNvSpPr txBox="1">
              <a:spLocks noChangeArrowheads="1"/>
            </p:cNvSpPr>
            <p:nvPr/>
          </p:nvSpPr>
          <p:spPr bwMode="auto">
            <a:xfrm>
              <a:off x="4946" y="314"/>
              <a:ext cx="596" cy="49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4500" b="1">
                  <a:solidFill>
                    <a:srgbClr val="FF0000"/>
                  </a:solidFill>
                  <a:latin typeface="Arial Black" pitchFamily="34" charset="0"/>
                </a:rPr>
                <a:t>14</a:t>
              </a:r>
              <a:endParaRPr lang="fr-FR" altLang="fr-FR" sz="3200">
                <a:solidFill>
                  <a:schemeClr val="tx1"/>
                </a:solidFill>
                <a:latin typeface="Arial Black" pitchFamily="34" charset="0"/>
              </a:endParaRPr>
            </a:p>
          </p:txBody>
        </p:sp>
      </p:grpSp>
      <p:sp>
        <p:nvSpPr>
          <p:cNvPr id="152580" name="Text Box 22"/>
          <p:cNvSpPr txBox="1">
            <a:spLocks noChangeArrowheads="1"/>
          </p:cNvSpPr>
          <p:nvPr/>
        </p:nvSpPr>
        <p:spPr bwMode="auto">
          <a:xfrm>
            <a:off x="566738" y="1363663"/>
            <a:ext cx="1946275"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1. Tirez le dé</a:t>
            </a:r>
          </a:p>
        </p:txBody>
      </p:sp>
      <p:sp>
        <p:nvSpPr>
          <p:cNvPr id="152581" name="Text Box 23"/>
          <p:cNvSpPr txBox="1">
            <a:spLocks noChangeArrowheads="1"/>
          </p:cNvSpPr>
          <p:nvPr/>
        </p:nvSpPr>
        <p:spPr bwMode="auto">
          <a:xfrm>
            <a:off x="566738" y="3935413"/>
            <a:ext cx="18796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3. Produisez</a:t>
            </a:r>
          </a:p>
        </p:txBody>
      </p:sp>
      <p:grpSp>
        <p:nvGrpSpPr>
          <p:cNvPr id="152582" name="Group 24"/>
          <p:cNvGrpSpPr>
            <a:grpSpLocks/>
          </p:cNvGrpSpPr>
          <p:nvPr/>
        </p:nvGrpSpPr>
        <p:grpSpPr bwMode="auto">
          <a:xfrm>
            <a:off x="2986088" y="1306513"/>
            <a:ext cx="446087" cy="534987"/>
            <a:chOff x="868" y="1439"/>
            <a:chExt cx="811" cy="972"/>
          </a:xfrm>
        </p:grpSpPr>
        <p:sp>
          <p:nvSpPr>
            <p:cNvPr id="152587" name="Freeform 25"/>
            <p:cNvSpPr>
              <a:spLocks/>
            </p:cNvSpPr>
            <p:nvPr/>
          </p:nvSpPr>
          <p:spPr bwMode="auto">
            <a:xfrm>
              <a:off x="1548" y="2014"/>
              <a:ext cx="123" cy="100"/>
            </a:xfrm>
            <a:custGeom>
              <a:avLst/>
              <a:gdLst>
                <a:gd name="T0" fmla="*/ 5 w 618"/>
                <a:gd name="T1" fmla="*/ 0 h 502"/>
                <a:gd name="T2" fmla="*/ 5 w 618"/>
                <a:gd name="T3" fmla="*/ 0 h 502"/>
                <a:gd name="T4" fmla="*/ 0 w 618"/>
                <a:gd name="T5" fmla="*/ 4 h 502"/>
                <a:gd name="T6" fmla="*/ 0 w 618"/>
                <a:gd name="T7" fmla="*/ 4 h 502"/>
                <a:gd name="T8" fmla="*/ 5 w 618"/>
                <a:gd name="T9" fmla="*/ 0 h 502"/>
                <a:gd name="T10" fmla="*/ 5 w 618"/>
                <a:gd name="T11" fmla="*/ 0 h 502"/>
                <a:gd name="T12" fmla="*/ 5 w 618"/>
                <a:gd name="T13" fmla="*/ 0 h 502"/>
                <a:gd name="T14" fmla="*/ 5 w 618"/>
                <a:gd name="T15" fmla="*/ 0 h 502"/>
                <a:gd name="T16" fmla="*/ 5 w 618"/>
                <a:gd name="T17" fmla="*/ 0 h 502"/>
                <a:gd name="T18" fmla="*/ 5 w 618"/>
                <a:gd name="T19" fmla="*/ 0 h 502"/>
                <a:gd name="T20" fmla="*/ 5 w 618"/>
                <a:gd name="T21" fmla="*/ 0 h 502"/>
                <a:gd name="T22" fmla="*/ 5 w 618"/>
                <a:gd name="T23" fmla="*/ 0 h 502"/>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618"/>
                <a:gd name="T37" fmla="*/ 0 h 502"/>
                <a:gd name="T38" fmla="*/ 618 w 618"/>
                <a:gd name="T39" fmla="*/ 502 h 502"/>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618" h="502">
                  <a:moveTo>
                    <a:pt x="611" y="0"/>
                  </a:moveTo>
                  <a:lnTo>
                    <a:pt x="606" y="2"/>
                  </a:lnTo>
                  <a:lnTo>
                    <a:pt x="0" y="490"/>
                  </a:lnTo>
                  <a:lnTo>
                    <a:pt x="10" y="502"/>
                  </a:lnTo>
                  <a:lnTo>
                    <a:pt x="616" y="14"/>
                  </a:lnTo>
                  <a:lnTo>
                    <a:pt x="611" y="16"/>
                  </a:lnTo>
                  <a:lnTo>
                    <a:pt x="616" y="14"/>
                  </a:lnTo>
                  <a:lnTo>
                    <a:pt x="618" y="9"/>
                  </a:lnTo>
                  <a:lnTo>
                    <a:pt x="617" y="3"/>
                  </a:lnTo>
                  <a:lnTo>
                    <a:pt x="612" y="1"/>
                  </a:lnTo>
                  <a:lnTo>
                    <a:pt x="606" y="2"/>
                  </a:lnTo>
                  <a:lnTo>
                    <a:pt x="611"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2588" name="Freeform 26"/>
            <p:cNvSpPr>
              <a:spLocks/>
            </p:cNvSpPr>
            <p:nvPr/>
          </p:nvSpPr>
          <p:spPr bwMode="auto">
            <a:xfrm>
              <a:off x="876" y="1852"/>
              <a:ext cx="82" cy="373"/>
            </a:xfrm>
            <a:custGeom>
              <a:avLst/>
              <a:gdLst>
                <a:gd name="T0" fmla="*/ 3 w 413"/>
                <a:gd name="T1" fmla="*/ 15 h 1865"/>
                <a:gd name="T2" fmla="*/ 3 w 413"/>
                <a:gd name="T3" fmla="*/ 15 h 1865"/>
                <a:gd name="T4" fmla="*/ 0 w 413"/>
                <a:gd name="T5" fmla="*/ 0 h 1865"/>
                <a:gd name="T6" fmla="*/ 0 w 413"/>
                <a:gd name="T7" fmla="*/ 0 h 1865"/>
                <a:gd name="T8" fmla="*/ 3 w 413"/>
                <a:gd name="T9" fmla="*/ 15 h 1865"/>
                <a:gd name="T10" fmla="*/ 3 w 413"/>
                <a:gd name="T11" fmla="*/ 15 h 1865"/>
                <a:gd name="T12" fmla="*/ 3 w 413"/>
                <a:gd name="T13" fmla="*/ 15 h 1865"/>
                <a:gd name="T14" fmla="*/ 3 w 413"/>
                <a:gd name="T15" fmla="*/ 15 h 1865"/>
                <a:gd name="T16" fmla="*/ 3 w 413"/>
                <a:gd name="T17" fmla="*/ 15 h 1865"/>
                <a:gd name="T18" fmla="*/ 3 w 413"/>
                <a:gd name="T19" fmla="*/ 15 h 1865"/>
                <a:gd name="T20" fmla="*/ 3 w 413"/>
                <a:gd name="T21" fmla="*/ 15 h 1865"/>
                <a:gd name="T22" fmla="*/ 3 w 413"/>
                <a:gd name="T23" fmla="*/ 15 h 186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413"/>
                <a:gd name="T37" fmla="*/ 0 h 1865"/>
                <a:gd name="T38" fmla="*/ 413 w 413"/>
                <a:gd name="T39" fmla="*/ 1865 h 1865"/>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413" h="1865">
                  <a:moveTo>
                    <a:pt x="400" y="1864"/>
                  </a:moveTo>
                  <a:lnTo>
                    <a:pt x="413" y="1856"/>
                  </a:lnTo>
                  <a:lnTo>
                    <a:pt x="17" y="0"/>
                  </a:lnTo>
                  <a:lnTo>
                    <a:pt x="0" y="2"/>
                  </a:lnTo>
                  <a:lnTo>
                    <a:pt x="396" y="1858"/>
                  </a:lnTo>
                  <a:lnTo>
                    <a:pt x="409" y="1850"/>
                  </a:lnTo>
                  <a:lnTo>
                    <a:pt x="396" y="1858"/>
                  </a:lnTo>
                  <a:lnTo>
                    <a:pt x="400" y="1864"/>
                  </a:lnTo>
                  <a:lnTo>
                    <a:pt x="406" y="1865"/>
                  </a:lnTo>
                  <a:lnTo>
                    <a:pt x="410" y="1862"/>
                  </a:lnTo>
                  <a:lnTo>
                    <a:pt x="413" y="1856"/>
                  </a:lnTo>
                  <a:lnTo>
                    <a:pt x="400" y="186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2589" name="Freeform 27"/>
            <p:cNvSpPr>
              <a:spLocks/>
            </p:cNvSpPr>
            <p:nvPr/>
          </p:nvSpPr>
          <p:spPr bwMode="auto">
            <a:xfrm>
              <a:off x="1282" y="1533"/>
              <a:ext cx="35" cy="161"/>
            </a:xfrm>
            <a:custGeom>
              <a:avLst/>
              <a:gdLst>
                <a:gd name="T0" fmla="*/ 1 w 175"/>
                <a:gd name="T1" fmla="*/ 6 h 807"/>
                <a:gd name="T2" fmla="*/ 1 w 175"/>
                <a:gd name="T3" fmla="*/ 6 h 807"/>
                <a:gd name="T4" fmla="*/ 1 w 175"/>
                <a:gd name="T5" fmla="*/ 6 h 807"/>
                <a:gd name="T6" fmla="*/ 1 w 175"/>
                <a:gd name="T7" fmla="*/ 5 h 807"/>
                <a:gd name="T8" fmla="*/ 1 w 175"/>
                <a:gd name="T9" fmla="*/ 5 h 807"/>
                <a:gd name="T10" fmla="*/ 1 w 175"/>
                <a:gd name="T11" fmla="*/ 5 h 807"/>
                <a:gd name="T12" fmla="*/ 1 w 175"/>
                <a:gd name="T13" fmla="*/ 4 h 807"/>
                <a:gd name="T14" fmla="*/ 1 w 175"/>
                <a:gd name="T15" fmla="*/ 4 h 807"/>
                <a:gd name="T16" fmla="*/ 1 w 175"/>
                <a:gd name="T17" fmla="*/ 3 h 807"/>
                <a:gd name="T18" fmla="*/ 1 w 175"/>
                <a:gd name="T19" fmla="*/ 3 h 807"/>
                <a:gd name="T20" fmla="*/ 1 w 175"/>
                <a:gd name="T21" fmla="*/ 3 h 807"/>
                <a:gd name="T22" fmla="*/ 1 w 175"/>
                <a:gd name="T23" fmla="*/ 2 h 807"/>
                <a:gd name="T24" fmla="*/ 1 w 175"/>
                <a:gd name="T25" fmla="*/ 2 h 807"/>
                <a:gd name="T26" fmla="*/ 1 w 175"/>
                <a:gd name="T27" fmla="*/ 2 h 807"/>
                <a:gd name="T28" fmla="*/ 1 w 175"/>
                <a:gd name="T29" fmla="*/ 1 h 807"/>
                <a:gd name="T30" fmla="*/ 1 w 175"/>
                <a:gd name="T31" fmla="*/ 1 h 807"/>
                <a:gd name="T32" fmla="*/ 1 w 175"/>
                <a:gd name="T33" fmla="*/ 1 h 807"/>
                <a:gd name="T34" fmla="*/ 1 w 175"/>
                <a:gd name="T35" fmla="*/ 0 h 807"/>
                <a:gd name="T36" fmla="*/ 1 w 175"/>
                <a:gd name="T37" fmla="*/ 0 h 807"/>
                <a:gd name="T38" fmla="*/ 1 w 175"/>
                <a:gd name="T39" fmla="*/ 0 h 807"/>
                <a:gd name="T40" fmla="*/ 0 w 175"/>
                <a:gd name="T41" fmla="*/ 1 h 807"/>
                <a:gd name="T42" fmla="*/ 0 w 175"/>
                <a:gd name="T43" fmla="*/ 1 h 807"/>
                <a:gd name="T44" fmla="*/ 0 w 175"/>
                <a:gd name="T45" fmla="*/ 1 h 807"/>
                <a:gd name="T46" fmla="*/ 0 w 175"/>
                <a:gd name="T47" fmla="*/ 2 h 807"/>
                <a:gd name="T48" fmla="*/ 0 w 175"/>
                <a:gd name="T49" fmla="*/ 2 h 807"/>
                <a:gd name="T50" fmla="*/ 0 w 175"/>
                <a:gd name="T51" fmla="*/ 3 h 807"/>
                <a:gd name="T52" fmla="*/ 0 w 175"/>
                <a:gd name="T53" fmla="*/ 3 h 807"/>
                <a:gd name="T54" fmla="*/ 0 w 175"/>
                <a:gd name="T55" fmla="*/ 3 h 807"/>
                <a:gd name="T56" fmla="*/ 0 w 175"/>
                <a:gd name="T57" fmla="*/ 4 h 807"/>
                <a:gd name="T58" fmla="*/ 0 w 175"/>
                <a:gd name="T59" fmla="*/ 4 h 807"/>
                <a:gd name="T60" fmla="*/ 0 w 175"/>
                <a:gd name="T61" fmla="*/ 5 h 807"/>
                <a:gd name="T62" fmla="*/ 0 w 175"/>
                <a:gd name="T63" fmla="*/ 5 h 807"/>
                <a:gd name="T64" fmla="*/ 0 w 175"/>
                <a:gd name="T65" fmla="*/ 5 h 807"/>
                <a:gd name="T66" fmla="*/ 1 w 175"/>
                <a:gd name="T67" fmla="*/ 6 h 807"/>
                <a:gd name="T68" fmla="*/ 1 w 175"/>
                <a:gd name="T69" fmla="*/ 6 h 807"/>
                <a:gd name="T70" fmla="*/ 1 w 175"/>
                <a:gd name="T71" fmla="*/ 6 h 807"/>
                <a:gd name="T72" fmla="*/ 1 w 175"/>
                <a:gd name="T73" fmla="*/ 6 h 807"/>
                <a:gd name="T74" fmla="*/ 1 w 175"/>
                <a:gd name="T75" fmla="*/ 6 h 807"/>
                <a:gd name="T76" fmla="*/ 1 w 175"/>
                <a:gd name="T77" fmla="*/ 6 h 807"/>
                <a:gd name="T78" fmla="*/ 1 w 175"/>
                <a:gd name="T79" fmla="*/ 6 h 807"/>
                <a:gd name="T80" fmla="*/ 1 w 175"/>
                <a:gd name="T81" fmla="*/ 6 h 807"/>
                <a:gd name="T82" fmla="*/ 1 w 175"/>
                <a:gd name="T83" fmla="*/ 6 h 807"/>
                <a:gd name="T84" fmla="*/ 1 w 175"/>
                <a:gd name="T85" fmla="*/ 6 h 807"/>
                <a:gd name="T86" fmla="*/ 1 w 175"/>
                <a:gd name="T87" fmla="*/ 6 h 807"/>
                <a:gd name="T88" fmla="*/ 1 w 175"/>
                <a:gd name="T89" fmla="*/ 6 h 807"/>
                <a:gd name="T90" fmla="*/ 1 w 175"/>
                <a:gd name="T91" fmla="*/ 6 h 80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175"/>
                <a:gd name="T139" fmla="*/ 0 h 807"/>
                <a:gd name="T140" fmla="*/ 175 w 175"/>
                <a:gd name="T141" fmla="*/ 807 h 80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175" h="807">
                  <a:moveTo>
                    <a:pt x="169" y="740"/>
                  </a:moveTo>
                  <a:lnTo>
                    <a:pt x="169" y="739"/>
                  </a:lnTo>
                  <a:lnTo>
                    <a:pt x="149" y="698"/>
                  </a:lnTo>
                  <a:lnTo>
                    <a:pt x="133" y="656"/>
                  </a:lnTo>
                  <a:lnTo>
                    <a:pt x="120" y="611"/>
                  </a:lnTo>
                  <a:lnTo>
                    <a:pt x="108" y="565"/>
                  </a:lnTo>
                  <a:lnTo>
                    <a:pt x="100" y="520"/>
                  </a:lnTo>
                  <a:lnTo>
                    <a:pt x="96" y="472"/>
                  </a:lnTo>
                  <a:lnTo>
                    <a:pt x="93" y="425"/>
                  </a:lnTo>
                  <a:lnTo>
                    <a:pt x="93" y="377"/>
                  </a:lnTo>
                  <a:lnTo>
                    <a:pt x="96" y="330"/>
                  </a:lnTo>
                  <a:lnTo>
                    <a:pt x="100" y="283"/>
                  </a:lnTo>
                  <a:lnTo>
                    <a:pt x="106" y="238"/>
                  </a:lnTo>
                  <a:lnTo>
                    <a:pt x="115" y="195"/>
                  </a:lnTo>
                  <a:lnTo>
                    <a:pt x="126" y="153"/>
                  </a:lnTo>
                  <a:lnTo>
                    <a:pt x="139" y="114"/>
                  </a:lnTo>
                  <a:lnTo>
                    <a:pt x="153" y="77"/>
                  </a:lnTo>
                  <a:lnTo>
                    <a:pt x="169" y="43"/>
                  </a:lnTo>
                  <a:lnTo>
                    <a:pt x="87" y="0"/>
                  </a:lnTo>
                  <a:lnTo>
                    <a:pt x="69" y="39"/>
                  </a:lnTo>
                  <a:lnTo>
                    <a:pt x="52" y="81"/>
                  </a:lnTo>
                  <a:lnTo>
                    <a:pt x="37" y="127"/>
                  </a:lnTo>
                  <a:lnTo>
                    <a:pt x="24" y="174"/>
                  </a:lnTo>
                  <a:lnTo>
                    <a:pt x="15" y="222"/>
                  </a:lnTo>
                  <a:lnTo>
                    <a:pt x="7" y="271"/>
                  </a:lnTo>
                  <a:lnTo>
                    <a:pt x="2" y="323"/>
                  </a:lnTo>
                  <a:lnTo>
                    <a:pt x="0" y="374"/>
                  </a:lnTo>
                  <a:lnTo>
                    <a:pt x="0" y="427"/>
                  </a:lnTo>
                  <a:lnTo>
                    <a:pt x="2" y="479"/>
                  </a:lnTo>
                  <a:lnTo>
                    <a:pt x="9" y="531"/>
                  </a:lnTo>
                  <a:lnTo>
                    <a:pt x="17" y="584"/>
                  </a:lnTo>
                  <a:lnTo>
                    <a:pt x="29" y="635"/>
                  </a:lnTo>
                  <a:lnTo>
                    <a:pt x="44" y="686"/>
                  </a:lnTo>
                  <a:lnTo>
                    <a:pt x="65" y="736"/>
                  </a:lnTo>
                  <a:lnTo>
                    <a:pt x="87" y="784"/>
                  </a:lnTo>
                  <a:lnTo>
                    <a:pt x="87" y="782"/>
                  </a:lnTo>
                  <a:lnTo>
                    <a:pt x="87" y="784"/>
                  </a:lnTo>
                  <a:lnTo>
                    <a:pt x="100" y="799"/>
                  </a:lnTo>
                  <a:lnTo>
                    <a:pt x="117" y="807"/>
                  </a:lnTo>
                  <a:lnTo>
                    <a:pt x="134" y="807"/>
                  </a:lnTo>
                  <a:lnTo>
                    <a:pt x="151" y="801"/>
                  </a:lnTo>
                  <a:lnTo>
                    <a:pt x="164" y="791"/>
                  </a:lnTo>
                  <a:lnTo>
                    <a:pt x="173" y="777"/>
                  </a:lnTo>
                  <a:lnTo>
                    <a:pt x="175" y="759"/>
                  </a:lnTo>
                  <a:lnTo>
                    <a:pt x="169" y="739"/>
                  </a:lnTo>
                  <a:lnTo>
                    <a:pt x="169" y="74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2590" name="Freeform 28"/>
            <p:cNvSpPr>
              <a:spLocks/>
            </p:cNvSpPr>
            <p:nvPr/>
          </p:nvSpPr>
          <p:spPr bwMode="auto">
            <a:xfrm>
              <a:off x="1299" y="1681"/>
              <a:ext cx="157" cy="281"/>
            </a:xfrm>
            <a:custGeom>
              <a:avLst/>
              <a:gdLst>
                <a:gd name="T0" fmla="*/ 6 w 787"/>
                <a:gd name="T1" fmla="*/ 11 h 1404"/>
                <a:gd name="T2" fmla="*/ 6 w 787"/>
                <a:gd name="T3" fmla="*/ 11 h 1404"/>
                <a:gd name="T4" fmla="*/ 1 w 787"/>
                <a:gd name="T5" fmla="*/ 0 h 1404"/>
                <a:gd name="T6" fmla="*/ 0 w 787"/>
                <a:gd name="T7" fmla="*/ 0 h 1404"/>
                <a:gd name="T8" fmla="*/ 6 w 787"/>
                <a:gd name="T9" fmla="*/ 11 h 1404"/>
                <a:gd name="T10" fmla="*/ 6 w 787"/>
                <a:gd name="T11" fmla="*/ 11 h 1404"/>
                <a:gd name="T12" fmla="*/ 6 w 787"/>
                <a:gd name="T13" fmla="*/ 11 h 1404"/>
                <a:gd name="T14" fmla="*/ 6 w 787"/>
                <a:gd name="T15" fmla="*/ 11 h 1404"/>
                <a:gd name="T16" fmla="*/ 6 w 787"/>
                <a:gd name="T17" fmla="*/ 11 h 1404"/>
                <a:gd name="T18" fmla="*/ 6 w 787"/>
                <a:gd name="T19" fmla="*/ 11 h 1404"/>
                <a:gd name="T20" fmla="*/ 6 w 787"/>
                <a:gd name="T21" fmla="*/ 11 h 1404"/>
                <a:gd name="T22" fmla="*/ 6 w 787"/>
                <a:gd name="T23" fmla="*/ 11 h 1404"/>
                <a:gd name="T24" fmla="*/ 6 w 787"/>
                <a:gd name="T25" fmla="*/ 11 h 1404"/>
                <a:gd name="T26" fmla="*/ 6 w 787"/>
                <a:gd name="T27" fmla="*/ 11 h 1404"/>
                <a:gd name="T28" fmla="*/ 6 w 787"/>
                <a:gd name="T29" fmla="*/ 11 h 1404"/>
                <a:gd name="T30" fmla="*/ 6 w 787"/>
                <a:gd name="T31" fmla="*/ 11 h 1404"/>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787"/>
                <a:gd name="T49" fmla="*/ 0 h 1404"/>
                <a:gd name="T50" fmla="*/ 787 w 787"/>
                <a:gd name="T51" fmla="*/ 1404 h 1404"/>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787" h="1404">
                  <a:moveTo>
                    <a:pt x="781" y="1334"/>
                  </a:moveTo>
                  <a:lnTo>
                    <a:pt x="781" y="1337"/>
                  </a:lnTo>
                  <a:lnTo>
                    <a:pt x="82" y="0"/>
                  </a:lnTo>
                  <a:lnTo>
                    <a:pt x="0" y="42"/>
                  </a:lnTo>
                  <a:lnTo>
                    <a:pt x="699" y="1379"/>
                  </a:lnTo>
                  <a:lnTo>
                    <a:pt x="699" y="1381"/>
                  </a:lnTo>
                  <a:lnTo>
                    <a:pt x="699" y="1379"/>
                  </a:lnTo>
                  <a:lnTo>
                    <a:pt x="712" y="1395"/>
                  </a:lnTo>
                  <a:lnTo>
                    <a:pt x="727" y="1402"/>
                  </a:lnTo>
                  <a:lnTo>
                    <a:pt x="744" y="1404"/>
                  </a:lnTo>
                  <a:lnTo>
                    <a:pt x="761" y="1398"/>
                  </a:lnTo>
                  <a:lnTo>
                    <a:pt x="775" y="1388"/>
                  </a:lnTo>
                  <a:lnTo>
                    <a:pt x="784" y="1373"/>
                  </a:lnTo>
                  <a:lnTo>
                    <a:pt x="787" y="1357"/>
                  </a:lnTo>
                  <a:lnTo>
                    <a:pt x="781" y="1337"/>
                  </a:lnTo>
                  <a:lnTo>
                    <a:pt x="781" y="13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2591" name="Freeform 29"/>
            <p:cNvSpPr>
              <a:spLocks/>
            </p:cNvSpPr>
            <p:nvPr/>
          </p:nvSpPr>
          <p:spPr bwMode="auto">
            <a:xfrm>
              <a:off x="1439" y="1948"/>
              <a:ext cx="125" cy="76"/>
            </a:xfrm>
            <a:custGeom>
              <a:avLst/>
              <a:gdLst>
                <a:gd name="T0" fmla="*/ 5 w 628"/>
                <a:gd name="T1" fmla="*/ 2 h 383"/>
                <a:gd name="T2" fmla="*/ 5 w 628"/>
                <a:gd name="T3" fmla="*/ 2 h 383"/>
                <a:gd name="T4" fmla="*/ 4 w 628"/>
                <a:gd name="T5" fmla="*/ 2 h 383"/>
                <a:gd name="T6" fmla="*/ 4 w 628"/>
                <a:gd name="T7" fmla="*/ 2 h 383"/>
                <a:gd name="T8" fmla="*/ 4 w 628"/>
                <a:gd name="T9" fmla="*/ 2 h 383"/>
                <a:gd name="T10" fmla="*/ 3 w 628"/>
                <a:gd name="T11" fmla="*/ 2 h 383"/>
                <a:gd name="T12" fmla="*/ 3 w 628"/>
                <a:gd name="T13" fmla="*/ 2 h 383"/>
                <a:gd name="T14" fmla="*/ 3 w 628"/>
                <a:gd name="T15" fmla="*/ 2 h 383"/>
                <a:gd name="T16" fmla="*/ 3 w 628"/>
                <a:gd name="T17" fmla="*/ 2 h 383"/>
                <a:gd name="T18" fmla="*/ 2 w 628"/>
                <a:gd name="T19" fmla="*/ 2 h 383"/>
                <a:gd name="T20" fmla="*/ 2 w 628"/>
                <a:gd name="T21" fmla="*/ 2 h 383"/>
                <a:gd name="T22" fmla="*/ 2 w 628"/>
                <a:gd name="T23" fmla="*/ 1 h 383"/>
                <a:gd name="T24" fmla="*/ 2 w 628"/>
                <a:gd name="T25" fmla="*/ 1 h 383"/>
                <a:gd name="T26" fmla="*/ 1 w 628"/>
                <a:gd name="T27" fmla="*/ 1 h 383"/>
                <a:gd name="T28" fmla="*/ 1 w 628"/>
                <a:gd name="T29" fmla="*/ 1 h 383"/>
                <a:gd name="T30" fmla="*/ 1 w 628"/>
                <a:gd name="T31" fmla="*/ 1 h 383"/>
                <a:gd name="T32" fmla="*/ 1 w 628"/>
                <a:gd name="T33" fmla="*/ 0 h 383"/>
                <a:gd name="T34" fmla="*/ 1 w 628"/>
                <a:gd name="T35" fmla="*/ 0 h 383"/>
                <a:gd name="T36" fmla="*/ 0 w 628"/>
                <a:gd name="T37" fmla="*/ 0 h 383"/>
                <a:gd name="T38" fmla="*/ 0 w 628"/>
                <a:gd name="T39" fmla="*/ 1 h 383"/>
                <a:gd name="T40" fmla="*/ 0 w 628"/>
                <a:gd name="T41" fmla="*/ 1 h 383"/>
                <a:gd name="T42" fmla="*/ 1 w 628"/>
                <a:gd name="T43" fmla="*/ 1 h 383"/>
                <a:gd name="T44" fmla="*/ 1 w 628"/>
                <a:gd name="T45" fmla="*/ 1 h 383"/>
                <a:gd name="T46" fmla="*/ 1 w 628"/>
                <a:gd name="T47" fmla="*/ 2 h 383"/>
                <a:gd name="T48" fmla="*/ 1 w 628"/>
                <a:gd name="T49" fmla="*/ 2 h 383"/>
                <a:gd name="T50" fmla="*/ 2 w 628"/>
                <a:gd name="T51" fmla="*/ 2 h 383"/>
                <a:gd name="T52" fmla="*/ 2 w 628"/>
                <a:gd name="T53" fmla="*/ 2 h 383"/>
                <a:gd name="T54" fmla="*/ 2 w 628"/>
                <a:gd name="T55" fmla="*/ 2 h 383"/>
                <a:gd name="T56" fmla="*/ 3 w 628"/>
                <a:gd name="T57" fmla="*/ 3 h 383"/>
                <a:gd name="T58" fmla="*/ 3 w 628"/>
                <a:gd name="T59" fmla="*/ 3 h 383"/>
                <a:gd name="T60" fmla="*/ 3 w 628"/>
                <a:gd name="T61" fmla="*/ 3 h 383"/>
                <a:gd name="T62" fmla="*/ 4 w 628"/>
                <a:gd name="T63" fmla="*/ 3 h 383"/>
                <a:gd name="T64" fmla="*/ 4 w 628"/>
                <a:gd name="T65" fmla="*/ 3 h 383"/>
                <a:gd name="T66" fmla="*/ 4 w 628"/>
                <a:gd name="T67" fmla="*/ 3 h 383"/>
                <a:gd name="T68" fmla="*/ 5 w 628"/>
                <a:gd name="T69" fmla="*/ 3 h 383"/>
                <a:gd name="T70" fmla="*/ 5 w 628"/>
                <a:gd name="T71" fmla="*/ 3 h 383"/>
                <a:gd name="T72" fmla="*/ 5 w 628"/>
                <a:gd name="T73" fmla="*/ 3 h 383"/>
                <a:gd name="T74" fmla="*/ 5 w 628"/>
                <a:gd name="T75" fmla="*/ 3 h 383"/>
                <a:gd name="T76" fmla="*/ 5 w 628"/>
                <a:gd name="T77" fmla="*/ 3 h 383"/>
                <a:gd name="T78" fmla="*/ 5 w 628"/>
                <a:gd name="T79" fmla="*/ 3 h 383"/>
                <a:gd name="T80" fmla="*/ 5 w 628"/>
                <a:gd name="T81" fmla="*/ 3 h 383"/>
                <a:gd name="T82" fmla="*/ 5 w 628"/>
                <a:gd name="T83" fmla="*/ 3 h 383"/>
                <a:gd name="T84" fmla="*/ 5 w 628"/>
                <a:gd name="T85" fmla="*/ 2 h 383"/>
                <a:gd name="T86" fmla="*/ 5 w 628"/>
                <a:gd name="T87" fmla="*/ 2 h 383"/>
                <a:gd name="T88" fmla="*/ 5 w 628"/>
                <a:gd name="T89" fmla="*/ 2 h 383"/>
                <a:gd name="T90" fmla="*/ 5 w 628"/>
                <a:gd name="T91" fmla="*/ 2 h 38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628"/>
                <a:gd name="T139" fmla="*/ 0 h 383"/>
                <a:gd name="T140" fmla="*/ 628 w 628"/>
                <a:gd name="T141" fmla="*/ 383 h 38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628" h="383">
                  <a:moveTo>
                    <a:pt x="581" y="289"/>
                  </a:moveTo>
                  <a:lnTo>
                    <a:pt x="582" y="289"/>
                  </a:lnTo>
                  <a:lnTo>
                    <a:pt x="541" y="287"/>
                  </a:lnTo>
                  <a:lnTo>
                    <a:pt x="500" y="283"/>
                  </a:lnTo>
                  <a:lnTo>
                    <a:pt x="462" y="276"/>
                  </a:lnTo>
                  <a:lnTo>
                    <a:pt x="424" y="268"/>
                  </a:lnTo>
                  <a:lnTo>
                    <a:pt x="389" y="255"/>
                  </a:lnTo>
                  <a:lnTo>
                    <a:pt x="352" y="242"/>
                  </a:lnTo>
                  <a:lnTo>
                    <a:pt x="320" y="227"/>
                  </a:lnTo>
                  <a:lnTo>
                    <a:pt x="287" y="209"/>
                  </a:lnTo>
                  <a:lnTo>
                    <a:pt x="255" y="189"/>
                  </a:lnTo>
                  <a:lnTo>
                    <a:pt x="226" y="168"/>
                  </a:lnTo>
                  <a:lnTo>
                    <a:pt x="198" y="145"/>
                  </a:lnTo>
                  <a:lnTo>
                    <a:pt x="172" y="119"/>
                  </a:lnTo>
                  <a:lnTo>
                    <a:pt x="146" y="92"/>
                  </a:lnTo>
                  <a:lnTo>
                    <a:pt x="122" y="64"/>
                  </a:lnTo>
                  <a:lnTo>
                    <a:pt x="100" y="33"/>
                  </a:lnTo>
                  <a:lnTo>
                    <a:pt x="82" y="0"/>
                  </a:lnTo>
                  <a:lnTo>
                    <a:pt x="0" y="47"/>
                  </a:lnTo>
                  <a:lnTo>
                    <a:pt x="23" y="85"/>
                  </a:lnTo>
                  <a:lnTo>
                    <a:pt x="49" y="120"/>
                  </a:lnTo>
                  <a:lnTo>
                    <a:pt x="76" y="153"/>
                  </a:lnTo>
                  <a:lnTo>
                    <a:pt x="104" y="185"/>
                  </a:lnTo>
                  <a:lnTo>
                    <a:pt x="137" y="215"/>
                  </a:lnTo>
                  <a:lnTo>
                    <a:pt x="170" y="241"/>
                  </a:lnTo>
                  <a:lnTo>
                    <a:pt x="204" y="267"/>
                  </a:lnTo>
                  <a:lnTo>
                    <a:pt x="240" y="289"/>
                  </a:lnTo>
                  <a:lnTo>
                    <a:pt x="277" y="309"/>
                  </a:lnTo>
                  <a:lnTo>
                    <a:pt x="317" y="329"/>
                  </a:lnTo>
                  <a:lnTo>
                    <a:pt x="358" y="344"/>
                  </a:lnTo>
                  <a:lnTo>
                    <a:pt x="400" y="357"/>
                  </a:lnTo>
                  <a:lnTo>
                    <a:pt x="444" y="367"/>
                  </a:lnTo>
                  <a:lnTo>
                    <a:pt x="488" y="374"/>
                  </a:lnTo>
                  <a:lnTo>
                    <a:pt x="534" y="380"/>
                  </a:lnTo>
                  <a:lnTo>
                    <a:pt x="580" y="383"/>
                  </a:lnTo>
                  <a:lnTo>
                    <a:pt x="581" y="383"/>
                  </a:lnTo>
                  <a:lnTo>
                    <a:pt x="580" y="383"/>
                  </a:lnTo>
                  <a:lnTo>
                    <a:pt x="600" y="379"/>
                  </a:lnTo>
                  <a:lnTo>
                    <a:pt x="615" y="369"/>
                  </a:lnTo>
                  <a:lnTo>
                    <a:pt x="624" y="353"/>
                  </a:lnTo>
                  <a:lnTo>
                    <a:pt x="628" y="337"/>
                  </a:lnTo>
                  <a:lnTo>
                    <a:pt x="625" y="319"/>
                  </a:lnTo>
                  <a:lnTo>
                    <a:pt x="617" y="304"/>
                  </a:lnTo>
                  <a:lnTo>
                    <a:pt x="602" y="294"/>
                  </a:lnTo>
                  <a:lnTo>
                    <a:pt x="582" y="289"/>
                  </a:lnTo>
                  <a:lnTo>
                    <a:pt x="581" y="28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2592" name="Freeform 30"/>
            <p:cNvSpPr>
              <a:spLocks/>
            </p:cNvSpPr>
            <p:nvPr/>
          </p:nvSpPr>
          <p:spPr bwMode="auto">
            <a:xfrm>
              <a:off x="1587" y="1880"/>
              <a:ext cx="85" cy="49"/>
            </a:xfrm>
            <a:custGeom>
              <a:avLst/>
              <a:gdLst>
                <a:gd name="T0" fmla="*/ 3 w 426"/>
                <a:gd name="T1" fmla="*/ 0 h 245"/>
                <a:gd name="T2" fmla="*/ 3 w 426"/>
                <a:gd name="T3" fmla="*/ 0 h 245"/>
                <a:gd name="T4" fmla="*/ 3 w 426"/>
                <a:gd name="T5" fmla="*/ 0 h 245"/>
                <a:gd name="T6" fmla="*/ 3 w 426"/>
                <a:gd name="T7" fmla="*/ 0 h 245"/>
                <a:gd name="T8" fmla="*/ 2 w 426"/>
                <a:gd name="T9" fmla="*/ 0 h 245"/>
                <a:gd name="T10" fmla="*/ 2 w 426"/>
                <a:gd name="T11" fmla="*/ 0 h 245"/>
                <a:gd name="T12" fmla="*/ 2 w 426"/>
                <a:gd name="T13" fmla="*/ 0 h 245"/>
                <a:gd name="T14" fmla="*/ 2 w 426"/>
                <a:gd name="T15" fmla="*/ 0 h 245"/>
                <a:gd name="T16" fmla="*/ 1 w 426"/>
                <a:gd name="T17" fmla="*/ 0 h 245"/>
                <a:gd name="T18" fmla="*/ 1 w 426"/>
                <a:gd name="T19" fmla="*/ 1 h 245"/>
                <a:gd name="T20" fmla="*/ 1 w 426"/>
                <a:gd name="T21" fmla="*/ 1 h 245"/>
                <a:gd name="T22" fmla="*/ 1 w 426"/>
                <a:gd name="T23" fmla="*/ 1 h 245"/>
                <a:gd name="T24" fmla="*/ 0 w 426"/>
                <a:gd name="T25" fmla="*/ 1 h 245"/>
                <a:gd name="T26" fmla="*/ 0 w 426"/>
                <a:gd name="T27" fmla="*/ 1 h 245"/>
                <a:gd name="T28" fmla="*/ 0 w 426"/>
                <a:gd name="T29" fmla="*/ 1 h 245"/>
                <a:gd name="T30" fmla="*/ 0 w 426"/>
                <a:gd name="T31" fmla="*/ 2 h 245"/>
                <a:gd name="T32" fmla="*/ 0 w 426"/>
                <a:gd name="T33" fmla="*/ 2 h 245"/>
                <a:gd name="T34" fmla="*/ 0 w 426"/>
                <a:gd name="T35" fmla="*/ 2 h 245"/>
                <a:gd name="T36" fmla="*/ 0 w 426"/>
                <a:gd name="T37" fmla="*/ 2 h 245"/>
                <a:gd name="T38" fmla="*/ 0 w 426"/>
                <a:gd name="T39" fmla="*/ 2 h 245"/>
                <a:gd name="T40" fmla="*/ 0 w 426"/>
                <a:gd name="T41" fmla="*/ 2 h 245"/>
                <a:gd name="T42" fmla="*/ 0 w 426"/>
                <a:gd name="T43" fmla="*/ 1 h 245"/>
                <a:gd name="T44" fmla="*/ 0 w 426"/>
                <a:gd name="T45" fmla="*/ 1 h 245"/>
                <a:gd name="T46" fmla="*/ 0 w 426"/>
                <a:gd name="T47" fmla="*/ 1 h 245"/>
                <a:gd name="T48" fmla="*/ 1 w 426"/>
                <a:gd name="T49" fmla="*/ 1 h 245"/>
                <a:gd name="T50" fmla="*/ 1 w 426"/>
                <a:gd name="T51" fmla="*/ 1 h 245"/>
                <a:gd name="T52" fmla="*/ 1 w 426"/>
                <a:gd name="T53" fmla="*/ 1 h 245"/>
                <a:gd name="T54" fmla="*/ 1 w 426"/>
                <a:gd name="T55" fmla="*/ 1 h 245"/>
                <a:gd name="T56" fmla="*/ 2 w 426"/>
                <a:gd name="T57" fmla="*/ 0 h 245"/>
                <a:gd name="T58" fmla="*/ 2 w 426"/>
                <a:gd name="T59" fmla="*/ 0 h 245"/>
                <a:gd name="T60" fmla="*/ 2 w 426"/>
                <a:gd name="T61" fmla="*/ 0 h 245"/>
                <a:gd name="T62" fmla="*/ 2 w 426"/>
                <a:gd name="T63" fmla="*/ 0 h 245"/>
                <a:gd name="T64" fmla="*/ 3 w 426"/>
                <a:gd name="T65" fmla="*/ 0 h 245"/>
                <a:gd name="T66" fmla="*/ 3 w 426"/>
                <a:gd name="T67" fmla="*/ 0 h 245"/>
                <a:gd name="T68" fmla="*/ 3 w 426"/>
                <a:gd name="T69" fmla="*/ 0 h 245"/>
                <a:gd name="T70" fmla="*/ 3 w 426"/>
                <a:gd name="T71" fmla="*/ 0 h 245"/>
                <a:gd name="T72" fmla="*/ 3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426" y="0"/>
                  </a:moveTo>
                  <a:lnTo>
                    <a:pt x="426" y="0"/>
                  </a:lnTo>
                  <a:lnTo>
                    <a:pt x="384" y="1"/>
                  </a:lnTo>
                  <a:lnTo>
                    <a:pt x="340" y="4"/>
                  </a:lnTo>
                  <a:lnTo>
                    <a:pt x="300" y="10"/>
                  </a:lnTo>
                  <a:lnTo>
                    <a:pt x="262" y="18"/>
                  </a:lnTo>
                  <a:lnTo>
                    <a:pt x="224" y="29"/>
                  </a:lnTo>
                  <a:lnTo>
                    <a:pt x="189" y="41"/>
                  </a:lnTo>
                  <a:lnTo>
                    <a:pt x="157" y="55"/>
                  </a:lnTo>
                  <a:lnTo>
                    <a:pt x="126" y="70"/>
                  </a:lnTo>
                  <a:lnTo>
                    <a:pt x="99" y="89"/>
                  </a:lnTo>
                  <a:lnTo>
                    <a:pt x="74" y="106"/>
                  </a:lnTo>
                  <a:lnTo>
                    <a:pt x="52" y="126"/>
                  </a:lnTo>
                  <a:lnTo>
                    <a:pt x="34" y="148"/>
                  </a:lnTo>
                  <a:lnTo>
                    <a:pt x="19" y="171"/>
                  </a:lnTo>
                  <a:lnTo>
                    <a:pt x="9" y="194"/>
                  </a:lnTo>
                  <a:lnTo>
                    <a:pt x="3" y="219"/>
                  </a:lnTo>
                  <a:lnTo>
                    <a:pt x="0" y="245"/>
                  </a:lnTo>
                  <a:lnTo>
                    <a:pt x="12" y="245"/>
                  </a:lnTo>
                  <a:lnTo>
                    <a:pt x="15" y="221"/>
                  </a:lnTo>
                  <a:lnTo>
                    <a:pt x="20" y="199"/>
                  </a:lnTo>
                  <a:lnTo>
                    <a:pt x="31" y="178"/>
                  </a:lnTo>
                  <a:lnTo>
                    <a:pt x="44" y="156"/>
                  </a:lnTo>
                  <a:lnTo>
                    <a:pt x="61" y="136"/>
                  </a:lnTo>
                  <a:lnTo>
                    <a:pt x="81" y="116"/>
                  </a:lnTo>
                  <a:lnTo>
                    <a:pt x="106" y="98"/>
                  </a:lnTo>
                  <a:lnTo>
                    <a:pt x="133" y="82"/>
                  </a:lnTo>
                  <a:lnTo>
                    <a:pt x="162" y="66"/>
                  </a:lnTo>
                  <a:lnTo>
                    <a:pt x="194" y="52"/>
                  </a:lnTo>
                  <a:lnTo>
                    <a:pt x="229" y="41"/>
                  </a:lnTo>
                  <a:lnTo>
                    <a:pt x="264" y="30"/>
                  </a:lnTo>
                  <a:lnTo>
                    <a:pt x="303" y="22"/>
                  </a:lnTo>
                  <a:lnTo>
                    <a:pt x="343" y="16"/>
                  </a:lnTo>
                  <a:lnTo>
                    <a:pt x="384" y="12"/>
                  </a:lnTo>
                  <a:lnTo>
                    <a:pt x="426" y="11"/>
                  </a:lnTo>
                  <a:lnTo>
                    <a:pt x="42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2593" name="Freeform 31"/>
            <p:cNvSpPr>
              <a:spLocks/>
            </p:cNvSpPr>
            <p:nvPr/>
          </p:nvSpPr>
          <p:spPr bwMode="auto">
            <a:xfrm>
              <a:off x="1587" y="1929"/>
              <a:ext cx="85" cy="49"/>
            </a:xfrm>
            <a:custGeom>
              <a:avLst/>
              <a:gdLst>
                <a:gd name="T0" fmla="*/ 0 w 426"/>
                <a:gd name="T1" fmla="*/ 0 h 245"/>
                <a:gd name="T2" fmla="*/ 0 w 426"/>
                <a:gd name="T3" fmla="*/ 0 h 245"/>
                <a:gd name="T4" fmla="*/ 0 w 426"/>
                <a:gd name="T5" fmla="*/ 0 h 245"/>
                <a:gd name="T6" fmla="*/ 0 w 426"/>
                <a:gd name="T7" fmla="*/ 0 h 245"/>
                <a:gd name="T8" fmla="*/ 0 w 426"/>
                <a:gd name="T9" fmla="*/ 1 h 245"/>
                <a:gd name="T10" fmla="*/ 0 w 426"/>
                <a:gd name="T11" fmla="*/ 1 h 245"/>
                <a:gd name="T12" fmla="*/ 0 w 426"/>
                <a:gd name="T13" fmla="*/ 1 h 245"/>
                <a:gd name="T14" fmla="*/ 1 w 426"/>
                <a:gd name="T15" fmla="*/ 1 h 245"/>
                <a:gd name="T16" fmla="*/ 1 w 426"/>
                <a:gd name="T17" fmla="*/ 1 h 245"/>
                <a:gd name="T18" fmla="*/ 1 w 426"/>
                <a:gd name="T19" fmla="*/ 1 h 245"/>
                <a:gd name="T20" fmla="*/ 1 w 426"/>
                <a:gd name="T21" fmla="*/ 2 h 245"/>
                <a:gd name="T22" fmla="*/ 2 w 426"/>
                <a:gd name="T23" fmla="*/ 2 h 245"/>
                <a:gd name="T24" fmla="*/ 2 w 426"/>
                <a:gd name="T25" fmla="*/ 2 h 245"/>
                <a:gd name="T26" fmla="*/ 2 w 426"/>
                <a:gd name="T27" fmla="*/ 2 h 245"/>
                <a:gd name="T28" fmla="*/ 2 w 426"/>
                <a:gd name="T29" fmla="*/ 2 h 245"/>
                <a:gd name="T30" fmla="*/ 3 w 426"/>
                <a:gd name="T31" fmla="*/ 2 h 245"/>
                <a:gd name="T32" fmla="*/ 3 w 426"/>
                <a:gd name="T33" fmla="*/ 2 h 245"/>
                <a:gd name="T34" fmla="*/ 3 w 426"/>
                <a:gd name="T35" fmla="*/ 2 h 245"/>
                <a:gd name="T36" fmla="*/ 3 w 426"/>
                <a:gd name="T37" fmla="*/ 2 h 245"/>
                <a:gd name="T38" fmla="*/ 3 w 426"/>
                <a:gd name="T39" fmla="*/ 2 h 245"/>
                <a:gd name="T40" fmla="*/ 3 w 426"/>
                <a:gd name="T41" fmla="*/ 2 h 245"/>
                <a:gd name="T42" fmla="*/ 2 w 426"/>
                <a:gd name="T43" fmla="*/ 2 h 245"/>
                <a:gd name="T44" fmla="*/ 2 w 426"/>
                <a:gd name="T45" fmla="*/ 2 h 245"/>
                <a:gd name="T46" fmla="*/ 2 w 426"/>
                <a:gd name="T47" fmla="*/ 2 h 245"/>
                <a:gd name="T48" fmla="*/ 2 w 426"/>
                <a:gd name="T49" fmla="*/ 2 h 245"/>
                <a:gd name="T50" fmla="*/ 1 w 426"/>
                <a:gd name="T51" fmla="*/ 1 h 245"/>
                <a:gd name="T52" fmla="*/ 1 w 426"/>
                <a:gd name="T53" fmla="*/ 1 h 245"/>
                <a:gd name="T54" fmla="*/ 1 w 426"/>
                <a:gd name="T55" fmla="*/ 1 h 245"/>
                <a:gd name="T56" fmla="*/ 1 w 426"/>
                <a:gd name="T57" fmla="*/ 1 h 245"/>
                <a:gd name="T58" fmla="*/ 0 w 426"/>
                <a:gd name="T59" fmla="*/ 1 h 245"/>
                <a:gd name="T60" fmla="*/ 0 w 426"/>
                <a:gd name="T61" fmla="*/ 1 h 245"/>
                <a:gd name="T62" fmla="*/ 0 w 426"/>
                <a:gd name="T63" fmla="*/ 1 h 245"/>
                <a:gd name="T64" fmla="*/ 0 w 426"/>
                <a:gd name="T65" fmla="*/ 0 h 245"/>
                <a:gd name="T66" fmla="*/ 0 w 426"/>
                <a:gd name="T67" fmla="*/ 0 h 245"/>
                <a:gd name="T68" fmla="*/ 0 w 426"/>
                <a:gd name="T69" fmla="*/ 0 h 245"/>
                <a:gd name="T70" fmla="*/ 0 w 426"/>
                <a:gd name="T71" fmla="*/ 0 h 245"/>
                <a:gd name="T72" fmla="*/ 0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0" y="0"/>
                  </a:moveTo>
                  <a:lnTo>
                    <a:pt x="0" y="0"/>
                  </a:lnTo>
                  <a:lnTo>
                    <a:pt x="3" y="25"/>
                  </a:lnTo>
                  <a:lnTo>
                    <a:pt x="9" y="50"/>
                  </a:lnTo>
                  <a:lnTo>
                    <a:pt x="19" y="73"/>
                  </a:lnTo>
                  <a:lnTo>
                    <a:pt x="34" y="96"/>
                  </a:lnTo>
                  <a:lnTo>
                    <a:pt x="52" y="118"/>
                  </a:lnTo>
                  <a:lnTo>
                    <a:pt x="74" y="138"/>
                  </a:lnTo>
                  <a:lnTo>
                    <a:pt x="99" y="156"/>
                  </a:lnTo>
                  <a:lnTo>
                    <a:pt x="126" y="174"/>
                  </a:lnTo>
                  <a:lnTo>
                    <a:pt x="157" y="190"/>
                  </a:lnTo>
                  <a:lnTo>
                    <a:pt x="189" y="204"/>
                  </a:lnTo>
                  <a:lnTo>
                    <a:pt x="224" y="215"/>
                  </a:lnTo>
                  <a:lnTo>
                    <a:pt x="262" y="226"/>
                  </a:lnTo>
                  <a:lnTo>
                    <a:pt x="300" y="234"/>
                  </a:lnTo>
                  <a:lnTo>
                    <a:pt x="340" y="240"/>
                  </a:lnTo>
                  <a:lnTo>
                    <a:pt x="384" y="244"/>
                  </a:lnTo>
                  <a:lnTo>
                    <a:pt x="426" y="245"/>
                  </a:lnTo>
                  <a:lnTo>
                    <a:pt x="426" y="233"/>
                  </a:lnTo>
                  <a:lnTo>
                    <a:pt x="384" y="232"/>
                  </a:lnTo>
                  <a:lnTo>
                    <a:pt x="343" y="228"/>
                  </a:lnTo>
                  <a:lnTo>
                    <a:pt x="303" y="222"/>
                  </a:lnTo>
                  <a:lnTo>
                    <a:pt x="264" y="214"/>
                  </a:lnTo>
                  <a:lnTo>
                    <a:pt x="229" y="204"/>
                  </a:lnTo>
                  <a:lnTo>
                    <a:pt x="194" y="192"/>
                  </a:lnTo>
                  <a:lnTo>
                    <a:pt x="162" y="178"/>
                  </a:lnTo>
                  <a:lnTo>
                    <a:pt x="133" y="163"/>
                  </a:lnTo>
                  <a:lnTo>
                    <a:pt x="106" y="146"/>
                  </a:lnTo>
                  <a:lnTo>
                    <a:pt x="81" y="129"/>
                  </a:lnTo>
                  <a:lnTo>
                    <a:pt x="61" y="109"/>
                  </a:lnTo>
                  <a:lnTo>
                    <a:pt x="44" y="89"/>
                  </a:lnTo>
                  <a:lnTo>
                    <a:pt x="31" y="66"/>
                  </a:lnTo>
                  <a:lnTo>
                    <a:pt x="20" y="45"/>
                  </a:lnTo>
                  <a:lnTo>
                    <a:pt x="15" y="2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2594" name="Freeform 32"/>
            <p:cNvSpPr>
              <a:spLocks/>
            </p:cNvSpPr>
            <p:nvPr/>
          </p:nvSpPr>
          <p:spPr bwMode="auto">
            <a:xfrm>
              <a:off x="878" y="1448"/>
              <a:ext cx="792" cy="954"/>
            </a:xfrm>
            <a:custGeom>
              <a:avLst/>
              <a:gdLst>
                <a:gd name="T0" fmla="*/ 13 w 3960"/>
                <a:gd name="T1" fmla="*/ 38 h 4768"/>
                <a:gd name="T2" fmla="*/ 14 w 3960"/>
                <a:gd name="T3" fmla="*/ 38 h 4768"/>
                <a:gd name="T4" fmla="*/ 15 w 3960"/>
                <a:gd name="T5" fmla="*/ 38 h 4768"/>
                <a:gd name="T6" fmla="*/ 15 w 3960"/>
                <a:gd name="T7" fmla="*/ 38 h 4768"/>
                <a:gd name="T8" fmla="*/ 16 w 3960"/>
                <a:gd name="T9" fmla="*/ 38 h 4768"/>
                <a:gd name="T10" fmla="*/ 17 w 3960"/>
                <a:gd name="T11" fmla="*/ 38 h 4768"/>
                <a:gd name="T12" fmla="*/ 17 w 3960"/>
                <a:gd name="T13" fmla="*/ 38 h 4768"/>
                <a:gd name="T14" fmla="*/ 18 w 3960"/>
                <a:gd name="T15" fmla="*/ 38 h 4768"/>
                <a:gd name="T16" fmla="*/ 18 w 3960"/>
                <a:gd name="T17" fmla="*/ 38 h 4768"/>
                <a:gd name="T18" fmla="*/ 29 w 3960"/>
                <a:gd name="T19" fmla="*/ 30 h 4768"/>
                <a:gd name="T20" fmla="*/ 30 w 3960"/>
                <a:gd name="T21" fmla="*/ 30 h 4768"/>
                <a:gd name="T22" fmla="*/ 30 w 3960"/>
                <a:gd name="T23" fmla="*/ 29 h 4768"/>
                <a:gd name="T24" fmla="*/ 31 w 3960"/>
                <a:gd name="T25" fmla="*/ 28 h 4768"/>
                <a:gd name="T26" fmla="*/ 31 w 3960"/>
                <a:gd name="T27" fmla="*/ 28 h 4768"/>
                <a:gd name="T28" fmla="*/ 31 w 3960"/>
                <a:gd name="T29" fmla="*/ 27 h 4768"/>
                <a:gd name="T30" fmla="*/ 32 w 3960"/>
                <a:gd name="T31" fmla="*/ 26 h 4768"/>
                <a:gd name="T32" fmla="*/ 32 w 3960"/>
                <a:gd name="T33" fmla="*/ 25 h 4768"/>
                <a:gd name="T34" fmla="*/ 32 w 3960"/>
                <a:gd name="T35" fmla="*/ 11 h 4768"/>
                <a:gd name="T36" fmla="*/ 32 w 3960"/>
                <a:gd name="T37" fmla="*/ 10 h 4768"/>
                <a:gd name="T38" fmla="*/ 31 w 3960"/>
                <a:gd name="T39" fmla="*/ 9 h 4768"/>
                <a:gd name="T40" fmla="*/ 31 w 3960"/>
                <a:gd name="T41" fmla="*/ 9 h 4768"/>
                <a:gd name="T42" fmla="*/ 31 w 3960"/>
                <a:gd name="T43" fmla="*/ 8 h 4768"/>
                <a:gd name="T44" fmla="*/ 31 w 3960"/>
                <a:gd name="T45" fmla="*/ 8 h 4768"/>
                <a:gd name="T46" fmla="*/ 30 w 3960"/>
                <a:gd name="T47" fmla="*/ 7 h 4768"/>
                <a:gd name="T48" fmla="*/ 30 w 3960"/>
                <a:gd name="T49" fmla="*/ 7 h 4768"/>
                <a:gd name="T50" fmla="*/ 29 w 3960"/>
                <a:gd name="T51" fmla="*/ 6 h 4768"/>
                <a:gd name="T52" fmla="*/ 19 w 3960"/>
                <a:gd name="T53" fmla="*/ 1 h 4768"/>
                <a:gd name="T54" fmla="*/ 18 w 3960"/>
                <a:gd name="T55" fmla="*/ 0 h 4768"/>
                <a:gd name="T56" fmla="*/ 17 w 3960"/>
                <a:gd name="T57" fmla="*/ 0 h 4768"/>
                <a:gd name="T58" fmla="*/ 17 w 3960"/>
                <a:gd name="T59" fmla="*/ 0 h 4768"/>
                <a:gd name="T60" fmla="*/ 16 w 3960"/>
                <a:gd name="T61" fmla="*/ 0 h 4768"/>
                <a:gd name="T62" fmla="*/ 15 w 3960"/>
                <a:gd name="T63" fmla="*/ 0 h 4768"/>
                <a:gd name="T64" fmla="*/ 14 w 3960"/>
                <a:gd name="T65" fmla="*/ 0 h 4768"/>
                <a:gd name="T66" fmla="*/ 14 w 3960"/>
                <a:gd name="T67" fmla="*/ 0 h 4768"/>
                <a:gd name="T68" fmla="*/ 2 w 3960"/>
                <a:gd name="T69" fmla="*/ 6 h 4768"/>
                <a:gd name="T70" fmla="*/ 2 w 3960"/>
                <a:gd name="T71" fmla="*/ 7 h 4768"/>
                <a:gd name="T72" fmla="*/ 1 w 3960"/>
                <a:gd name="T73" fmla="*/ 7 h 4768"/>
                <a:gd name="T74" fmla="*/ 1 w 3960"/>
                <a:gd name="T75" fmla="*/ 8 h 4768"/>
                <a:gd name="T76" fmla="*/ 1 w 3960"/>
                <a:gd name="T77" fmla="*/ 8 h 4768"/>
                <a:gd name="T78" fmla="*/ 0 w 3960"/>
                <a:gd name="T79" fmla="*/ 9 h 4768"/>
                <a:gd name="T80" fmla="*/ 0 w 3960"/>
                <a:gd name="T81" fmla="*/ 9 h 4768"/>
                <a:gd name="T82" fmla="*/ 0 w 3960"/>
                <a:gd name="T83" fmla="*/ 10 h 4768"/>
                <a:gd name="T84" fmla="*/ 0 w 3960"/>
                <a:gd name="T85" fmla="*/ 11 h 4768"/>
                <a:gd name="T86" fmla="*/ 0 w 3960"/>
                <a:gd name="T87" fmla="*/ 25 h 4768"/>
                <a:gd name="T88" fmla="*/ 0 w 3960"/>
                <a:gd name="T89" fmla="*/ 26 h 4768"/>
                <a:gd name="T90" fmla="*/ 0 w 3960"/>
                <a:gd name="T91" fmla="*/ 27 h 4768"/>
                <a:gd name="T92" fmla="*/ 1 w 3960"/>
                <a:gd name="T93" fmla="*/ 28 h 4768"/>
                <a:gd name="T94" fmla="*/ 1 w 3960"/>
                <a:gd name="T95" fmla="*/ 29 h 4768"/>
                <a:gd name="T96" fmla="*/ 1 w 3960"/>
                <a:gd name="T97" fmla="*/ 29 h 4768"/>
                <a:gd name="T98" fmla="*/ 2 w 3960"/>
                <a:gd name="T99" fmla="*/ 30 h 4768"/>
                <a:gd name="T100" fmla="*/ 3 w 3960"/>
                <a:gd name="T101" fmla="*/ 31 h 4768"/>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w 3960"/>
                <a:gd name="T154" fmla="*/ 0 h 4768"/>
                <a:gd name="T155" fmla="*/ 3960 w 3960"/>
                <a:gd name="T156" fmla="*/ 4768 h 4768"/>
              </a:gdLst>
              <a:ahLst/>
              <a:cxnLst>
                <a:cxn ang="T102">
                  <a:pos x="T0" y="T1"/>
                </a:cxn>
                <a:cxn ang="T103">
                  <a:pos x="T2" y="T3"/>
                </a:cxn>
                <a:cxn ang="T104">
                  <a:pos x="T4" y="T5"/>
                </a:cxn>
                <a:cxn ang="T105">
                  <a:pos x="T6" y="T7"/>
                </a:cxn>
                <a:cxn ang="T106">
                  <a:pos x="T8" y="T9"/>
                </a:cxn>
                <a:cxn ang="T107">
                  <a:pos x="T10" y="T11"/>
                </a:cxn>
                <a:cxn ang="T108">
                  <a:pos x="T12" y="T13"/>
                </a:cxn>
                <a:cxn ang="T109">
                  <a:pos x="T14" y="T15"/>
                </a:cxn>
                <a:cxn ang="T110">
                  <a:pos x="T16" y="T17"/>
                </a:cxn>
                <a:cxn ang="T111">
                  <a:pos x="T18" y="T19"/>
                </a:cxn>
                <a:cxn ang="T112">
                  <a:pos x="T20" y="T21"/>
                </a:cxn>
                <a:cxn ang="T113">
                  <a:pos x="T22" y="T23"/>
                </a:cxn>
                <a:cxn ang="T114">
                  <a:pos x="T24" y="T25"/>
                </a:cxn>
                <a:cxn ang="T115">
                  <a:pos x="T26" y="T27"/>
                </a:cxn>
                <a:cxn ang="T116">
                  <a:pos x="T28" y="T29"/>
                </a:cxn>
                <a:cxn ang="T117">
                  <a:pos x="T30" y="T31"/>
                </a:cxn>
                <a:cxn ang="T118">
                  <a:pos x="T32" y="T33"/>
                </a:cxn>
                <a:cxn ang="T119">
                  <a:pos x="T34" y="T35"/>
                </a:cxn>
                <a:cxn ang="T120">
                  <a:pos x="T36" y="T37"/>
                </a:cxn>
                <a:cxn ang="T121">
                  <a:pos x="T38" y="T39"/>
                </a:cxn>
                <a:cxn ang="T122">
                  <a:pos x="T40" y="T41"/>
                </a:cxn>
                <a:cxn ang="T123">
                  <a:pos x="T42" y="T43"/>
                </a:cxn>
                <a:cxn ang="T124">
                  <a:pos x="T44" y="T45"/>
                </a:cxn>
                <a:cxn ang="T125">
                  <a:pos x="T46" y="T47"/>
                </a:cxn>
                <a:cxn ang="T126">
                  <a:pos x="T48" y="T49"/>
                </a:cxn>
                <a:cxn ang="T127">
                  <a:pos x="T50" y="T51"/>
                </a:cxn>
                <a:cxn ang="T128">
                  <a:pos x="T52" y="T53"/>
                </a:cxn>
                <a:cxn ang="T129">
                  <a:pos x="T54" y="T55"/>
                </a:cxn>
                <a:cxn ang="T130">
                  <a:pos x="T56" y="T57"/>
                </a:cxn>
                <a:cxn ang="T131">
                  <a:pos x="T58" y="T59"/>
                </a:cxn>
                <a:cxn ang="T132">
                  <a:pos x="T60" y="T61"/>
                </a:cxn>
                <a:cxn ang="T133">
                  <a:pos x="T62" y="T63"/>
                </a:cxn>
                <a:cxn ang="T134">
                  <a:pos x="T64" y="T65"/>
                </a:cxn>
                <a:cxn ang="T135">
                  <a:pos x="T66" y="T67"/>
                </a:cxn>
                <a:cxn ang="T136">
                  <a:pos x="T68" y="T69"/>
                </a:cxn>
                <a:cxn ang="T137">
                  <a:pos x="T70" y="T71"/>
                </a:cxn>
                <a:cxn ang="T138">
                  <a:pos x="T72" y="T73"/>
                </a:cxn>
                <a:cxn ang="T139">
                  <a:pos x="T74" y="T75"/>
                </a:cxn>
                <a:cxn ang="T140">
                  <a:pos x="T76" y="T77"/>
                </a:cxn>
                <a:cxn ang="T141">
                  <a:pos x="T78" y="T79"/>
                </a:cxn>
                <a:cxn ang="T142">
                  <a:pos x="T80" y="T81"/>
                </a:cxn>
                <a:cxn ang="T143">
                  <a:pos x="T82" y="T83"/>
                </a:cxn>
                <a:cxn ang="T144">
                  <a:pos x="T84" y="T85"/>
                </a:cxn>
                <a:cxn ang="T145">
                  <a:pos x="T86" y="T87"/>
                </a:cxn>
                <a:cxn ang="T146">
                  <a:pos x="T88" y="T89"/>
                </a:cxn>
                <a:cxn ang="T147">
                  <a:pos x="T90" y="T91"/>
                </a:cxn>
                <a:cxn ang="T148">
                  <a:pos x="T92" y="T93"/>
                </a:cxn>
                <a:cxn ang="T149">
                  <a:pos x="T94" y="T95"/>
                </a:cxn>
                <a:cxn ang="T150">
                  <a:pos x="T96" y="T97"/>
                </a:cxn>
                <a:cxn ang="T151">
                  <a:pos x="T98" y="T99"/>
                </a:cxn>
                <a:cxn ang="T152">
                  <a:pos x="T100" y="T101"/>
                </a:cxn>
              </a:cxnLst>
              <a:rect l="T153" t="T154" r="T155" b="T156"/>
              <a:pathLst>
                <a:path w="3960" h="4768">
                  <a:moveTo>
                    <a:pt x="353" y="3849"/>
                  </a:moveTo>
                  <a:lnTo>
                    <a:pt x="1661" y="4700"/>
                  </a:lnTo>
                  <a:lnTo>
                    <a:pt x="1697" y="4717"/>
                  </a:lnTo>
                  <a:lnTo>
                    <a:pt x="1736" y="4731"/>
                  </a:lnTo>
                  <a:lnTo>
                    <a:pt x="1776" y="4742"/>
                  </a:lnTo>
                  <a:lnTo>
                    <a:pt x="1818" y="4753"/>
                  </a:lnTo>
                  <a:lnTo>
                    <a:pt x="1860" y="4760"/>
                  </a:lnTo>
                  <a:lnTo>
                    <a:pt x="1902" y="4765"/>
                  </a:lnTo>
                  <a:lnTo>
                    <a:pt x="1946" y="4768"/>
                  </a:lnTo>
                  <a:lnTo>
                    <a:pt x="1988" y="4768"/>
                  </a:lnTo>
                  <a:lnTo>
                    <a:pt x="2031" y="4767"/>
                  </a:lnTo>
                  <a:lnTo>
                    <a:pt x="2073" y="4763"/>
                  </a:lnTo>
                  <a:lnTo>
                    <a:pt x="2114" y="4758"/>
                  </a:lnTo>
                  <a:lnTo>
                    <a:pt x="2154" y="4751"/>
                  </a:lnTo>
                  <a:lnTo>
                    <a:pt x="2193" y="4740"/>
                  </a:lnTo>
                  <a:lnTo>
                    <a:pt x="2230" y="4729"/>
                  </a:lnTo>
                  <a:lnTo>
                    <a:pt x="2264" y="4715"/>
                  </a:lnTo>
                  <a:lnTo>
                    <a:pt x="2297" y="4700"/>
                  </a:lnTo>
                  <a:lnTo>
                    <a:pt x="3639" y="3825"/>
                  </a:lnTo>
                  <a:lnTo>
                    <a:pt x="3673" y="3795"/>
                  </a:lnTo>
                  <a:lnTo>
                    <a:pt x="3707" y="3761"/>
                  </a:lnTo>
                  <a:lnTo>
                    <a:pt x="3738" y="3725"/>
                  </a:lnTo>
                  <a:lnTo>
                    <a:pt x="3768" y="3685"/>
                  </a:lnTo>
                  <a:lnTo>
                    <a:pt x="3796" y="3644"/>
                  </a:lnTo>
                  <a:lnTo>
                    <a:pt x="3821" y="3599"/>
                  </a:lnTo>
                  <a:lnTo>
                    <a:pt x="3846" y="3553"/>
                  </a:lnTo>
                  <a:lnTo>
                    <a:pt x="3868" y="3505"/>
                  </a:lnTo>
                  <a:lnTo>
                    <a:pt x="3888" y="3456"/>
                  </a:lnTo>
                  <a:lnTo>
                    <a:pt x="3907" y="3406"/>
                  </a:lnTo>
                  <a:lnTo>
                    <a:pt x="3922" y="3354"/>
                  </a:lnTo>
                  <a:lnTo>
                    <a:pt x="3935" y="3303"/>
                  </a:lnTo>
                  <a:lnTo>
                    <a:pt x="3946" y="3250"/>
                  </a:lnTo>
                  <a:lnTo>
                    <a:pt x="3953" y="3197"/>
                  </a:lnTo>
                  <a:lnTo>
                    <a:pt x="3957" y="3144"/>
                  </a:lnTo>
                  <a:lnTo>
                    <a:pt x="3960" y="3092"/>
                  </a:lnTo>
                  <a:lnTo>
                    <a:pt x="3959" y="1313"/>
                  </a:lnTo>
                  <a:lnTo>
                    <a:pt x="3955" y="1271"/>
                  </a:lnTo>
                  <a:lnTo>
                    <a:pt x="3949" y="1229"/>
                  </a:lnTo>
                  <a:lnTo>
                    <a:pt x="3941" y="1189"/>
                  </a:lnTo>
                  <a:lnTo>
                    <a:pt x="3930" y="1149"/>
                  </a:lnTo>
                  <a:lnTo>
                    <a:pt x="3918" y="1111"/>
                  </a:lnTo>
                  <a:lnTo>
                    <a:pt x="3902" y="1075"/>
                  </a:lnTo>
                  <a:lnTo>
                    <a:pt x="3886" y="1040"/>
                  </a:lnTo>
                  <a:lnTo>
                    <a:pt x="3867" y="1006"/>
                  </a:lnTo>
                  <a:lnTo>
                    <a:pt x="3846" y="973"/>
                  </a:lnTo>
                  <a:lnTo>
                    <a:pt x="3823" y="942"/>
                  </a:lnTo>
                  <a:lnTo>
                    <a:pt x="3798" y="913"/>
                  </a:lnTo>
                  <a:lnTo>
                    <a:pt x="3771" y="886"/>
                  </a:lnTo>
                  <a:lnTo>
                    <a:pt x="3743" y="860"/>
                  </a:lnTo>
                  <a:lnTo>
                    <a:pt x="3714" y="837"/>
                  </a:lnTo>
                  <a:lnTo>
                    <a:pt x="3682" y="816"/>
                  </a:lnTo>
                  <a:lnTo>
                    <a:pt x="3649" y="796"/>
                  </a:lnTo>
                  <a:lnTo>
                    <a:pt x="2386" y="83"/>
                  </a:lnTo>
                  <a:lnTo>
                    <a:pt x="2350" y="65"/>
                  </a:lnTo>
                  <a:lnTo>
                    <a:pt x="2310" y="50"/>
                  </a:lnTo>
                  <a:lnTo>
                    <a:pt x="2268" y="36"/>
                  </a:lnTo>
                  <a:lnTo>
                    <a:pt x="2223" y="24"/>
                  </a:lnTo>
                  <a:lnTo>
                    <a:pt x="2178" y="15"/>
                  </a:lnTo>
                  <a:lnTo>
                    <a:pt x="2131" y="8"/>
                  </a:lnTo>
                  <a:lnTo>
                    <a:pt x="2082" y="3"/>
                  </a:lnTo>
                  <a:lnTo>
                    <a:pt x="2032" y="0"/>
                  </a:lnTo>
                  <a:lnTo>
                    <a:pt x="1982" y="1"/>
                  </a:lnTo>
                  <a:lnTo>
                    <a:pt x="1933" y="3"/>
                  </a:lnTo>
                  <a:lnTo>
                    <a:pt x="1882" y="9"/>
                  </a:lnTo>
                  <a:lnTo>
                    <a:pt x="1833" y="17"/>
                  </a:lnTo>
                  <a:lnTo>
                    <a:pt x="1785" y="29"/>
                  </a:lnTo>
                  <a:lnTo>
                    <a:pt x="1737" y="43"/>
                  </a:lnTo>
                  <a:lnTo>
                    <a:pt x="1691" y="62"/>
                  </a:lnTo>
                  <a:lnTo>
                    <a:pt x="1647" y="83"/>
                  </a:lnTo>
                  <a:lnTo>
                    <a:pt x="311" y="782"/>
                  </a:lnTo>
                  <a:lnTo>
                    <a:pt x="276" y="803"/>
                  </a:lnTo>
                  <a:lnTo>
                    <a:pt x="243" y="826"/>
                  </a:lnTo>
                  <a:lnTo>
                    <a:pt x="213" y="852"/>
                  </a:lnTo>
                  <a:lnTo>
                    <a:pt x="184" y="879"/>
                  </a:lnTo>
                  <a:lnTo>
                    <a:pt x="155" y="908"/>
                  </a:lnTo>
                  <a:lnTo>
                    <a:pt x="131" y="939"/>
                  </a:lnTo>
                  <a:lnTo>
                    <a:pt x="107" y="971"/>
                  </a:lnTo>
                  <a:lnTo>
                    <a:pt x="86" y="1005"/>
                  </a:lnTo>
                  <a:lnTo>
                    <a:pt x="68" y="1040"/>
                  </a:lnTo>
                  <a:lnTo>
                    <a:pt x="50" y="1076"/>
                  </a:lnTo>
                  <a:lnTo>
                    <a:pt x="36" y="1115"/>
                  </a:lnTo>
                  <a:lnTo>
                    <a:pt x="23" y="1153"/>
                  </a:lnTo>
                  <a:lnTo>
                    <a:pt x="14" y="1195"/>
                  </a:lnTo>
                  <a:lnTo>
                    <a:pt x="7" y="1236"/>
                  </a:lnTo>
                  <a:lnTo>
                    <a:pt x="2" y="1279"/>
                  </a:lnTo>
                  <a:lnTo>
                    <a:pt x="0" y="1322"/>
                  </a:lnTo>
                  <a:lnTo>
                    <a:pt x="0" y="3093"/>
                  </a:lnTo>
                  <a:lnTo>
                    <a:pt x="2" y="3147"/>
                  </a:lnTo>
                  <a:lnTo>
                    <a:pt x="7" y="3202"/>
                  </a:lnTo>
                  <a:lnTo>
                    <a:pt x="15" y="3257"/>
                  </a:lnTo>
                  <a:lnTo>
                    <a:pt x="27" y="3312"/>
                  </a:lnTo>
                  <a:lnTo>
                    <a:pt x="42" y="3366"/>
                  </a:lnTo>
                  <a:lnTo>
                    <a:pt x="59" y="3420"/>
                  </a:lnTo>
                  <a:lnTo>
                    <a:pt x="79" y="3474"/>
                  </a:lnTo>
                  <a:lnTo>
                    <a:pt x="102" y="3525"/>
                  </a:lnTo>
                  <a:lnTo>
                    <a:pt x="127" y="3576"/>
                  </a:lnTo>
                  <a:lnTo>
                    <a:pt x="154" y="3624"/>
                  </a:lnTo>
                  <a:lnTo>
                    <a:pt x="184" y="3670"/>
                  </a:lnTo>
                  <a:lnTo>
                    <a:pt x="214" y="3712"/>
                  </a:lnTo>
                  <a:lnTo>
                    <a:pt x="247" y="3752"/>
                  </a:lnTo>
                  <a:lnTo>
                    <a:pt x="281" y="3788"/>
                  </a:lnTo>
                  <a:lnTo>
                    <a:pt x="317" y="3821"/>
                  </a:lnTo>
                  <a:lnTo>
                    <a:pt x="353" y="384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2595" name="Freeform 33"/>
            <p:cNvSpPr>
              <a:spLocks/>
            </p:cNvSpPr>
            <p:nvPr/>
          </p:nvSpPr>
          <p:spPr bwMode="auto">
            <a:xfrm>
              <a:off x="943" y="2210"/>
              <a:ext cx="276" cy="187"/>
            </a:xfrm>
            <a:custGeom>
              <a:avLst/>
              <a:gdLst>
                <a:gd name="T0" fmla="*/ 11 w 1380"/>
                <a:gd name="T1" fmla="*/ 7 h 937"/>
                <a:gd name="T2" fmla="*/ 11 w 1380"/>
                <a:gd name="T3" fmla="*/ 7 h 937"/>
                <a:gd name="T4" fmla="*/ 0 w 1380"/>
                <a:gd name="T5" fmla="*/ 0 h 937"/>
                <a:gd name="T6" fmla="*/ 0 w 1380"/>
                <a:gd name="T7" fmla="*/ 1 h 937"/>
                <a:gd name="T8" fmla="*/ 10 w 1380"/>
                <a:gd name="T9" fmla="*/ 7 h 937"/>
                <a:gd name="T10" fmla="*/ 10 w 1380"/>
                <a:gd name="T11" fmla="*/ 7 h 937"/>
                <a:gd name="T12" fmla="*/ 10 w 1380"/>
                <a:gd name="T13" fmla="*/ 7 h 937"/>
                <a:gd name="T14" fmla="*/ 11 w 1380"/>
                <a:gd name="T15" fmla="*/ 7 h 937"/>
                <a:gd name="T16" fmla="*/ 11 w 1380"/>
                <a:gd name="T17" fmla="*/ 7 h 937"/>
                <a:gd name="T18" fmla="*/ 11 w 1380"/>
                <a:gd name="T19" fmla="*/ 7 h 937"/>
                <a:gd name="T20" fmla="*/ 11 w 1380"/>
                <a:gd name="T21" fmla="*/ 7 h 937"/>
                <a:gd name="T22" fmla="*/ 11 w 1380"/>
                <a:gd name="T23" fmla="*/ 7 h 937"/>
                <a:gd name="T24" fmla="*/ 11 w 1380"/>
                <a:gd name="T25" fmla="*/ 7 h 937"/>
                <a:gd name="T26" fmla="*/ 11 w 1380"/>
                <a:gd name="T27" fmla="*/ 7 h 937"/>
                <a:gd name="T28" fmla="*/ 11 w 1380"/>
                <a:gd name="T29" fmla="*/ 7 h 937"/>
                <a:gd name="T30" fmla="*/ 11 w 1380"/>
                <a:gd name="T31" fmla="*/ 7 h 93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80"/>
                <a:gd name="T49" fmla="*/ 0 h 937"/>
                <a:gd name="T50" fmla="*/ 1380 w 1380"/>
                <a:gd name="T51" fmla="*/ 937 h 93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80" h="937">
                  <a:moveTo>
                    <a:pt x="1354" y="848"/>
                  </a:moveTo>
                  <a:lnTo>
                    <a:pt x="1359" y="851"/>
                  </a:lnTo>
                  <a:lnTo>
                    <a:pt x="51" y="0"/>
                  </a:lnTo>
                  <a:lnTo>
                    <a:pt x="0" y="78"/>
                  </a:lnTo>
                  <a:lnTo>
                    <a:pt x="1307" y="929"/>
                  </a:lnTo>
                  <a:lnTo>
                    <a:pt x="1312" y="932"/>
                  </a:lnTo>
                  <a:lnTo>
                    <a:pt x="1307" y="929"/>
                  </a:lnTo>
                  <a:lnTo>
                    <a:pt x="1326" y="937"/>
                  </a:lnTo>
                  <a:lnTo>
                    <a:pt x="1345" y="936"/>
                  </a:lnTo>
                  <a:lnTo>
                    <a:pt x="1360" y="929"/>
                  </a:lnTo>
                  <a:lnTo>
                    <a:pt x="1372" y="916"/>
                  </a:lnTo>
                  <a:lnTo>
                    <a:pt x="1379" y="899"/>
                  </a:lnTo>
                  <a:lnTo>
                    <a:pt x="1380" y="883"/>
                  </a:lnTo>
                  <a:lnTo>
                    <a:pt x="1374" y="865"/>
                  </a:lnTo>
                  <a:lnTo>
                    <a:pt x="1359" y="851"/>
                  </a:lnTo>
                  <a:lnTo>
                    <a:pt x="1354" y="84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2596" name="Freeform 34"/>
            <p:cNvSpPr>
              <a:spLocks/>
            </p:cNvSpPr>
            <p:nvPr/>
          </p:nvSpPr>
          <p:spPr bwMode="auto">
            <a:xfrm>
              <a:off x="1206" y="2379"/>
              <a:ext cx="140" cy="32"/>
            </a:xfrm>
            <a:custGeom>
              <a:avLst/>
              <a:gdLst>
                <a:gd name="T0" fmla="*/ 5 w 703"/>
                <a:gd name="T1" fmla="*/ 0 h 162"/>
                <a:gd name="T2" fmla="*/ 5 w 703"/>
                <a:gd name="T3" fmla="*/ 0 h 162"/>
                <a:gd name="T4" fmla="*/ 5 w 703"/>
                <a:gd name="T5" fmla="*/ 0 h 162"/>
                <a:gd name="T6" fmla="*/ 5 w 703"/>
                <a:gd name="T7" fmla="*/ 0 h 162"/>
                <a:gd name="T8" fmla="*/ 4 w 703"/>
                <a:gd name="T9" fmla="*/ 0 h 162"/>
                <a:gd name="T10" fmla="*/ 4 w 703"/>
                <a:gd name="T11" fmla="*/ 0 h 162"/>
                <a:gd name="T12" fmla="*/ 4 w 703"/>
                <a:gd name="T13" fmla="*/ 0 h 162"/>
                <a:gd name="T14" fmla="*/ 3 w 703"/>
                <a:gd name="T15" fmla="*/ 1 h 162"/>
                <a:gd name="T16" fmla="*/ 3 w 703"/>
                <a:gd name="T17" fmla="*/ 1 h 162"/>
                <a:gd name="T18" fmla="*/ 3 w 703"/>
                <a:gd name="T19" fmla="*/ 1 h 162"/>
                <a:gd name="T20" fmla="*/ 2 w 703"/>
                <a:gd name="T21" fmla="*/ 1 h 162"/>
                <a:gd name="T22" fmla="*/ 2 w 703"/>
                <a:gd name="T23" fmla="*/ 1 h 162"/>
                <a:gd name="T24" fmla="*/ 2 w 703"/>
                <a:gd name="T25" fmla="*/ 0 h 162"/>
                <a:gd name="T26" fmla="*/ 1 w 703"/>
                <a:gd name="T27" fmla="*/ 0 h 162"/>
                <a:gd name="T28" fmla="*/ 1 w 703"/>
                <a:gd name="T29" fmla="*/ 0 h 162"/>
                <a:gd name="T30" fmla="*/ 1 w 703"/>
                <a:gd name="T31" fmla="*/ 0 h 162"/>
                <a:gd name="T32" fmla="*/ 1 w 703"/>
                <a:gd name="T33" fmla="*/ 0 h 162"/>
                <a:gd name="T34" fmla="*/ 0 w 703"/>
                <a:gd name="T35" fmla="*/ 0 h 162"/>
                <a:gd name="T36" fmla="*/ 0 w 703"/>
                <a:gd name="T37" fmla="*/ 1 h 162"/>
                <a:gd name="T38" fmla="*/ 0 w 703"/>
                <a:gd name="T39" fmla="*/ 1 h 162"/>
                <a:gd name="T40" fmla="*/ 1 w 703"/>
                <a:gd name="T41" fmla="*/ 1 h 162"/>
                <a:gd name="T42" fmla="*/ 1 w 703"/>
                <a:gd name="T43" fmla="*/ 1 h 162"/>
                <a:gd name="T44" fmla="*/ 1 w 703"/>
                <a:gd name="T45" fmla="*/ 1 h 162"/>
                <a:gd name="T46" fmla="*/ 2 w 703"/>
                <a:gd name="T47" fmla="*/ 1 h 162"/>
                <a:gd name="T48" fmla="*/ 2 w 703"/>
                <a:gd name="T49" fmla="*/ 1 h 162"/>
                <a:gd name="T50" fmla="*/ 2 w 703"/>
                <a:gd name="T51" fmla="*/ 1 h 162"/>
                <a:gd name="T52" fmla="*/ 3 w 703"/>
                <a:gd name="T53" fmla="*/ 1 h 162"/>
                <a:gd name="T54" fmla="*/ 3 w 703"/>
                <a:gd name="T55" fmla="*/ 1 h 162"/>
                <a:gd name="T56" fmla="*/ 3 w 703"/>
                <a:gd name="T57" fmla="*/ 1 h 162"/>
                <a:gd name="T58" fmla="*/ 4 w 703"/>
                <a:gd name="T59" fmla="*/ 1 h 162"/>
                <a:gd name="T60" fmla="*/ 4 w 703"/>
                <a:gd name="T61" fmla="*/ 1 h 162"/>
                <a:gd name="T62" fmla="*/ 5 w 703"/>
                <a:gd name="T63" fmla="*/ 1 h 162"/>
                <a:gd name="T64" fmla="*/ 5 w 703"/>
                <a:gd name="T65" fmla="*/ 1 h 162"/>
                <a:gd name="T66" fmla="*/ 5 w 703"/>
                <a:gd name="T67" fmla="*/ 1 h 162"/>
                <a:gd name="T68" fmla="*/ 5 w 703"/>
                <a:gd name="T69" fmla="*/ 1 h 162"/>
                <a:gd name="T70" fmla="*/ 5 w 703"/>
                <a:gd name="T71" fmla="*/ 1 h 162"/>
                <a:gd name="T72" fmla="*/ 5 w 703"/>
                <a:gd name="T73" fmla="*/ 1 h 162"/>
                <a:gd name="T74" fmla="*/ 5 w 703"/>
                <a:gd name="T75" fmla="*/ 1 h 162"/>
                <a:gd name="T76" fmla="*/ 6 w 703"/>
                <a:gd name="T77" fmla="*/ 0 h 162"/>
                <a:gd name="T78" fmla="*/ 6 w 703"/>
                <a:gd name="T79" fmla="*/ 0 h 162"/>
                <a:gd name="T80" fmla="*/ 6 w 703"/>
                <a:gd name="T81" fmla="*/ 0 h 162"/>
                <a:gd name="T82" fmla="*/ 5 w 703"/>
                <a:gd name="T83" fmla="*/ 0 h 162"/>
                <a:gd name="T84" fmla="*/ 5 w 703"/>
                <a:gd name="T85" fmla="*/ 0 h 162"/>
                <a:gd name="T86" fmla="*/ 5 w 703"/>
                <a:gd name="T87" fmla="*/ 0 h 162"/>
                <a:gd name="T88" fmla="*/ 5 w 703"/>
                <a:gd name="T89" fmla="*/ 0 h 162"/>
                <a:gd name="T90" fmla="*/ 5 w 703"/>
                <a:gd name="T91" fmla="*/ 0 h 162"/>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703"/>
                <a:gd name="T139" fmla="*/ 0 h 162"/>
                <a:gd name="T140" fmla="*/ 703 w 703"/>
                <a:gd name="T141" fmla="*/ 162 h 162"/>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703" h="162">
                  <a:moveTo>
                    <a:pt x="631" y="8"/>
                  </a:moveTo>
                  <a:lnTo>
                    <a:pt x="636" y="6"/>
                  </a:lnTo>
                  <a:lnTo>
                    <a:pt x="606" y="20"/>
                  </a:lnTo>
                  <a:lnTo>
                    <a:pt x="575" y="32"/>
                  </a:lnTo>
                  <a:lnTo>
                    <a:pt x="540" y="42"/>
                  </a:lnTo>
                  <a:lnTo>
                    <a:pt x="504" y="52"/>
                  </a:lnTo>
                  <a:lnTo>
                    <a:pt x="467" y="59"/>
                  </a:lnTo>
                  <a:lnTo>
                    <a:pt x="428" y="64"/>
                  </a:lnTo>
                  <a:lnTo>
                    <a:pt x="389" y="67"/>
                  </a:lnTo>
                  <a:lnTo>
                    <a:pt x="348" y="68"/>
                  </a:lnTo>
                  <a:lnTo>
                    <a:pt x="308" y="68"/>
                  </a:lnTo>
                  <a:lnTo>
                    <a:pt x="267" y="65"/>
                  </a:lnTo>
                  <a:lnTo>
                    <a:pt x="226" y="61"/>
                  </a:lnTo>
                  <a:lnTo>
                    <a:pt x="187" y="54"/>
                  </a:lnTo>
                  <a:lnTo>
                    <a:pt x="148" y="44"/>
                  </a:lnTo>
                  <a:lnTo>
                    <a:pt x="110" y="33"/>
                  </a:lnTo>
                  <a:lnTo>
                    <a:pt x="75" y="20"/>
                  </a:lnTo>
                  <a:lnTo>
                    <a:pt x="42" y="5"/>
                  </a:lnTo>
                  <a:lnTo>
                    <a:pt x="0" y="89"/>
                  </a:lnTo>
                  <a:lnTo>
                    <a:pt x="40" y="107"/>
                  </a:lnTo>
                  <a:lnTo>
                    <a:pt x="82" y="122"/>
                  </a:lnTo>
                  <a:lnTo>
                    <a:pt x="124" y="135"/>
                  </a:lnTo>
                  <a:lnTo>
                    <a:pt x="169" y="146"/>
                  </a:lnTo>
                  <a:lnTo>
                    <a:pt x="214" y="153"/>
                  </a:lnTo>
                  <a:lnTo>
                    <a:pt x="258" y="158"/>
                  </a:lnTo>
                  <a:lnTo>
                    <a:pt x="303" y="162"/>
                  </a:lnTo>
                  <a:lnTo>
                    <a:pt x="348" y="162"/>
                  </a:lnTo>
                  <a:lnTo>
                    <a:pt x="394" y="161"/>
                  </a:lnTo>
                  <a:lnTo>
                    <a:pt x="439" y="157"/>
                  </a:lnTo>
                  <a:lnTo>
                    <a:pt x="481" y="150"/>
                  </a:lnTo>
                  <a:lnTo>
                    <a:pt x="525" y="143"/>
                  </a:lnTo>
                  <a:lnTo>
                    <a:pt x="566" y="132"/>
                  </a:lnTo>
                  <a:lnTo>
                    <a:pt x="606" y="121"/>
                  </a:lnTo>
                  <a:lnTo>
                    <a:pt x="643" y="105"/>
                  </a:lnTo>
                  <a:lnTo>
                    <a:pt x="678" y="88"/>
                  </a:lnTo>
                  <a:lnTo>
                    <a:pt x="683" y="86"/>
                  </a:lnTo>
                  <a:lnTo>
                    <a:pt x="678" y="88"/>
                  </a:lnTo>
                  <a:lnTo>
                    <a:pt x="695" y="75"/>
                  </a:lnTo>
                  <a:lnTo>
                    <a:pt x="702" y="60"/>
                  </a:lnTo>
                  <a:lnTo>
                    <a:pt x="703" y="42"/>
                  </a:lnTo>
                  <a:lnTo>
                    <a:pt x="698" y="26"/>
                  </a:lnTo>
                  <a:lnTo>
                    <a:pt x="688" y="12"/>
                  </a:lnTo>
                  <a:lnTo>
                    <a:pt x="674" y="3"/>
                  </a:lnTo>
                  <a:lnTo>
                    <a:pt x="656" y="0"/>
                  </a:lnTo>
                  <a:lnTo>
                    <a:pt x="636" y="6"/>
                  </a:lnTo>
                  <a:lnTo>
                    <a:pt x="631"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2597" name="Freeform 35"/>
            <p:cNvSpPr>
              <a:spLocks/>
            </p:cNvSpPr>
            <p:nvPr/>
          </p:nvSpPr>
          <p:spPr bwMode="auto">
            <a:xfrm>
              <a:off x="1332" y="2204"/>
              <a:ext cx="283" cy="192"/>
            </a:xfrm>
            <a:custGeom>
              <a:avLst/>
              <a:gdLst>
                <a:gd name="T0" fmla="*/ 11 w 1415"/>
                <a:gd name="T1" fmla="*/ 0 h 960"/>
                <a:gd name="T2" fmla="*/ 11 w 1415"/>
                <a:gd name="T3" fmla="*/ 0 h 960"/>
                <a:gd name="T4" fmla="*/ 0 w 1415"/>
                <a:gd name="T5" fmla="*/ 7 h 960"/>
                <a:gd name="T6" fmla="*/ 0 w 1415"/>
                <a:gd name="T7" fmla="*/ 8 h 960"/>
                <a:gd name="T8" fmla="*/ 11 w 1415"/>
                <a:gd name="T9" fmla="*/ 1 h 960"/>
                <a:gd name="T10" fmla="*/ 11 w 1415"/>
                <a:gd name="T11" fmla="*/ 1 h 960"/>
                <a:gd name="T12" fmla="*/ 11 w 1415"/>
                <a:gd name="T13" fmla="*/ 1 h 960"/>
                <a:gd name="T14" fmla="*/ 11 w 1415"/>
                <a:gd name="T15" fmla="*/ 1 h 960"/>
                <a:gd name="T16" fmla="*/ 11 w 1415"/>
                <a:gd name="T17" fmla="*/ 0 h 960"/>
                <a:gd name="T18" fmla="*/ 11 w 1415"/>
                <a:gd name="T19" fmla="*/ 0 h 960"/>
                <a:gd name="T20" fmla="*/ 11 w 1415"/>
                <a:gd name="T21" fmla="*/ 0 h 960"/>
                <a:gd name="T22" fmla="*/ 11 w 1415"/>
                <a:gd name="T23" fmla="*/ 0 h 960"/>
                <a:gd name="T24" fmla="*/ 11 w 1415"/>
                <a:gd name="T25" fmla="*/ 0 h 960"/>
                <a:gd name="T26" fmla="*/ 11 w 1415"/>
                <a:gd name="T27" fmla="*/ 0 h 960"/>
                <a:gd name="T28" fmla="*/ 11 w 1415"/>
                <a:gd name="T29" fmla="*/ 0 h 960"/>
                <a:gd name="T30" fmla="*/ 11 w 1415"/>
                <a:gd name="T31" fmla="*/ 0 h 96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15"/>
                <a:gd name="T49" fmla="*/ 0 h 960"/>
                <a:gd name="T50" fmla="*/ 1415 w 1415"/>
                <a:gd name="T51" fmla="*/ 960 h 96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15" h="960">
                  <a:moveTo>
                    <a:pt x="1338" y="10"/>
                  </a:moveTo>
                  <a:lnTo>
                    <a:pt x="1342" y="8"/>
                  </a:lnTo>
                  <a:lnTo>
                    <a:pt x="0" y="882"/>
                  </a:lnTo>
                  <a:lnTo>
                    <a:pt x="52" y="960"/>
                  </a:lnTo>
                  <a:lnTo>
                    <a:pt x="1393" y="85"/>
                  </a:lnTo>
                  <a:lnTo>
                    <a:pt x="1397" y="83"/>
                  </a:lnTo>
                  <a:lnTo>
                    <a:pt x="1393" y="85"/>
                  </a:lnTo>
                  <a:lnTo>
                    <a:pt x="1409" y="71"/>
                  </a:lnTo>
                  <a:lnTo>
                    <a:pt x="1415" y="53"/>
                  </a:lnTo>
                  <a:lnTo>
                    <a:pt x="1413" y="37"/>
                  </a:lnTo>
                  <a:lnTo>
                    <a:pt x="1406" y="21"/>
                  </a:lnTo>
                  <a:lnTo>
                    <a:pt x="1395" y="8"/>
                  </a:lnTo>
                  <a:lnTo>
                    <a:pt x="1379" y="1"/>
                  </a:lnTo>
                  <a:lnTo>
                    <a:pt x="1361" y="0"/>
                  </a:lnTo>
                  <a:lnTo>
                    <a:pt x="1342" y="8"/>
                  </a:lnTo>
                  <a:lnTo>
                    <a:pt x="1338" y="1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2598" name="Freeform 36"/>
            <p:cNvSpPr>
              <a:spLocks/>
            </p:cNvSpPr>
            <p:nvPr/>
          </p:nvSpPr>
          <p:spPr bwMode="auto">
            <a:xfrm>
              <a:off x="1599" y="2057"/>
              <a:ext cx="80" cy="163"/>
            </a:xfrm>
            <a:custGeom>
              <a:avLst/>
              <a:gdLst>
                <a:gd name="T0" fmla="*/ 2 w 398"/>
                <a:gd name="T1" fmla="*/ 0 h 817"/>
                <a:gd name="T2" fmla="*/ 2 w 398"/>
                <a:gd name="T3" fmla="*/ 0 h 817"/>
                <a:gd name="T4" fmla="*/ 2 w 398"/>
                <a:gd name="T5" fmla="*/ 1 h 817"/>
                <a:gd name="T6" fmla="*/ 2 w 398"/>
                <a:gd name="T7" fmla="*/ 1 h 817"/>
                <a:gd name="T8" fmla="*/ 2 w 398"/>
                <a:gd name="T9" fmla="*/ 2 h 817"/>
                <a:gd name="T10" fmla="*/ 2 w 398"/>
                <a:gd name="T11" fmla="*/ 2 h 817"/>
                <a:gd name="T12" fmla="*/ 2 w 398"/>
                <a:gd name="T13" fmla="*/ 2 h 817"/>
                <a:gd name="T14" fmla="*/ 2 w 398"/>
                <a:gd name="T15" fmla="*/ 3 h 817"/>
                <a:gd name="T16" fmla="*/ 2 w 398"/>
                <a:gd name="T17" fmla="*/ 3 h 817"/>
                <a:gd name="T18" fmla="*/ 2 w 398"/>
                <a:gd name="T19" fmla="*/ 4 h 817"/>
                <a:gd name="T20" fmla="*/ 2 w 398"/>
                <a:gd name="T21" fmla="*/ 4 h 817"/>
                <a:gd name="T22" fmla="*/ 1 w 398"/>
                <a:gd name="T23" fmla="*/ 4 h 817"/>
                <a:gd name="T24" fmla="*/ 1 w 398"/>
                <a:gd name="T25" fmla="*/ 5 h 817"/>
                <a:gd name="T26" fmla="*/ 1 w 398"/>
                <a:gd name="T27" fmla="*/ 5 h 817"/>
                <a:gd name="T28" fmla="*/ 1 w 398"/>
                <a:gd name="T29" fmla="*/ 5 h 817"/>
                <a:gd name="T30" fmla="*/ 1 w 398"/>
                <a:gd name="T31" fmla="*/ 5 h 817"/>
                <a:gd name="T32" fmla="*/ 0 w 398"/>
                <a:gd name="T33" fmla="*/ 6 h 817"/>
                <a:gd name="T34" fmla="*/ 0 w 398"/>
                <a:gd name="T35" fmla="*/ 6 h 817"/>
                <a:gd name="T36" fmla="*/ 0 w 398"/>
                <a:gd name="T37" fmla="*/ 7 h 817"/>
                <a:gd name="T38" fmla="*/ 1 w 398"/>
                <a:gd name="T39" fmla="*/ 6 h 817"/>
                <a:gd name="T40" fmla="*/ 1 w 398"/>
                <a:gd name="T41" fmla="*/ 6 h 817"/>
                <a:gd name="T42" fmla="*/ 1 w 398"/>
                <a:gd name="T43" fmla="*/ 6 h 817"/>
                <a:gd name="T44" fmla="*/ 2 w 398"/>
                <a:gd name="T45" fmla="*/ 5 h 817"/>
                <a:gd name="T46" fmla="*/ 2 w 398"/>
                <a:gd name="T47" fmla="*/ 5 h 817"/>
                <a:gd name="T48" fmla="*/ 2 w 398"/>
                <a:gd name="T49" fmla="*/ 5 h 817"/>
                <a:gd name="T50" fmla="*/ 2 w 398"/>
                <a:gd name="T51" fmla="*/ 4 h 817"/>
                <a:gd name="T52" fmla="*/ 2 w 398"/>
                <a:gd name="T53" fmla="*/ 4 h 817"/>
                <a:gd name="T54" fmla="*/ 3 w 398"/>
                <a:gd name="T55" fmla="*/ 3 h 817"/>
                <a:gd name="T56" fmla="*/ 3 w 398"/>
                <a:gd name="T57" fmla="*/ 3 h 817"/>
                <a:gd name="T58" fmla="*/ 3 w 398"/>
                <a:gd name="T59" fmla="*/ 3 h 817"/>
                <a:gd name="T60" fmla="*/ 3 w 398"/>
                <a:gd name="T61" fmla="*/ 2 h 817"/>
                <a:gd name="T62" fmla="*/ 3 w 398"/>
                <a:gd name="T63" fmla="*/ 2 h 817"/>
                <a:gd name="T64" fmla="*/ 3 w 398"/>
                <a:gd name="T65" fmla="*/ 1 h 817"/>
                <a:gd name="T66" fmla="*/ 3 w 398"/>
                <a:gd name="T67" fmla="*/ 1 h 817"/>
                <a:gd name="T68" fmla="*/ 3 w 398"/>
                <a:gd name="T69" fmla="*/ 0 h 817"/>
                <a:gd name="T70" fmla="*/ 3 w 398"/>
                <a:gd name="T71" fmla="*/ 0 h 817"/>
                <a:gd name="T72" fmla="*/ 3 w 398"/>
                <a:gd name="T73" fmla="*/ 0 h 817"/>
                <a:gd name="T74" fmla="*/ 3 w 398"/>
                <a:gd name="T75" fmla="*/ 0 h 817"/>
                <a:gd name="T76" fmla="*/ 3 w 398"/>
                <a:gd name="T77" fmla="*/ 0 h 817"/>
                <a:gd name="T78" fmla="*/ 3 w 398"/>
                <a:gd name="T79" fmla="*/ 0 h 817"/>
                <a:gd name="T80" fmla="*/ 3 w 398"/>
                <a:gd name="T81" fmla="*/ 0 h 817"/>
                <a:gd name="T82" fmla="*/ 3 w 398"/>
                <a:gd name="T83" fmla="*/ 0 h 817"/>
                <a:gd name="T84" fmla="*/ 3 w 398"/>
                <a:gd name="T85" fmla="*/ 0 h 817"/>
                <a:gd name="T86" fmla="*/ 2 w 398"/>
                <a:gd name="T87" fmla="*/ 0 h 817"/>
                <a:gd name="T88" fmla="*/ 2 w 398"/>
                <a:gd name="T89" fmla="*/ 0 h 817"/>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398"/>
                <a:gd name="T136" fmla="*/ 0 h 817"/>
                <a:gd name="T137" fmla="*/ 398 w 398"/>
                <a:gd name="T138" fmla="*/ 817 h 817"/>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398" h="817">
                  <a:moveTo>
                    <a:pt x="304" y="47"/>
                  </a:moveTo>
                  <a:lnTo>
                    <a:pt x="304" y="47"/>
                  </a:lnTo>
                  <a:lnTo>
                    <a:pt x="301" y="97"/>
                  </a:lnTo>
                  <a:lnTo>
                    <a:pt x="297" y="147"/>
                  </a:lnTo>
                  <a:lnTo>
                    <a:pt x="291" y="198"/>
                  </a:lnTo>
                  <a:lnTo>
                    <a:pt x="280" y="247"/>
                  </a:lnTo>
                  <a:lnTo>
                    <a:pt x="268" y="297"/>
                  </a:lnTo>
                  <a:lnTo>
                    <a:pt x="253" y="347"/>
                  </a:lnTo>
                  <a:lnTo>
                    <a:pt x="236" y="395"/>
                  </a:lnTo>
                  <a:lnTo>
                    <a:pt x="217" y="442"/>
                  </a:lnTo>
                  <a:lnTo>
                    <a:pt x="195" y="487"/>
                  </a:lnTo>
                  <a:lnTo>
                    <a:pt x="171" y="532"/>
                  </a:lnTo>
                  <a:lnTo>
                    <a:pt x="147" y="574"/>
                  </a:lnTo>
                  <a:lnTo>
                    <a:pt x="121" y="613"/>
                  </a:lnTo>
                  <a:lnTo>
                    <a:pt x="93" y="650"/>
                  </a:lnTo>
                  <a:lnTo>
                    <a:pt x="64" y="684"/>
                  </a:lnTo>
                  <a:lnTo>
                    <a:pt x="32" y="716"/>
                  </a:lnTo>
                  <a:lnTo>
                    <a:pt x="0" y="744"/>
                  </a:lnTo>
                  <a:lnTo>
                    <a:pt x="59" y="817"/>
                  </a:lnTo>
                  <a:lnTo>
                    <a:pt x="95" y="784"/>
                  </a:lnTo>
                  <a:lnTo>
                    <a:pt x="132" y="748"/>
                  </a:lnTo>
                  <a:lnTo>
                    <a:pt x="166" y="709"/>
                  </a:lnTo>
                  <a:lnTo>
                    <a:pt x="196" y="667"/>
                  </a:lnTo>
                  <a:lnTo>
                    <a:pt x="227" y="623"/>
                  </a:lnTo>
                  <a:lnTo>
                    <a:pt x="253" y="576"/>
                  </a:lnTo>
                  <a:lnTo>
                    <a:pt x="279" y="530"/>
                  </a:lnTo>
                  <a:lnTo>
                    <a:pt x="301" y="479"/>
                  </a:lnTo>
                  <a:lnTo>
                    <a:pt x="323" y="428"/>
                  </a:lnTo>
                  <a:lnTo>
                    <a:pt x="342" y="375"/>
                  </a:lnTo>
                  <a:lnTo>
                    <a:pt x="359" y="321"/>
                  </a:lnTo>
                  <a:lnTo>
                    <a:pt x="372" y="268"/>
                  </a:lnTo>
                  <a:lnTo>
                    <a:pt x="382" y="212"/>
                  </a:lnTo>
                  <a:lnTo>
                    <a:pt x="391" y="157"/>
                  </a:lnTo>
                  <a:lnTo>
                    <a:pt x="395" y="102"/>
                  </a:lnTo>
                  <a:lnTo>
                    <a:pt x="398" y="47"/>
                  </a:lnTo>
                  <a:lnTo>
                    <a:pt x="394" y="27"/>
                  </a:lnTo>
                  <a:lnTo>
                    <a:pt x="383" y="11"/>
                  </a:lnTo>
                  <a:lnTo>
                    <a:pt x="368" y="3"/>
                  </a:lnTo>
                  <a:lnTo>
                    <a:pt x="351" y="0"/>
                  </a:lnTo>
                  <a:lnTo>
                    <a:pt x="333" y="3"/>
                  </a:lnTo>
                  <a:lnTo>
                    <a:pt x="319" y="11"/>
                  </a:lnTo>
                  <a:lnTo>
                    <a:pt x="307" y="27"/>
                  </a:lnTo>
                  <a:lnTo>
                    <a:pt x="304" y="4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2599" name="Freeform 37"/>
            <p:cNvSpPr>
              <a:spLocks/>
            </p:cNvSpPr>
            <p:nvPr/>
          </p:nvSpPr>
          <p:spPr bwMode="auto">
            <a:xfrm>
              <a:off x="1660" y="1701"/>
              <a:ext cx="19" cy="365"/>
            </a:xfrm>
            <a:custGeom>
              <a:avLst/>
              <a:gdLst>
                <a:gd name="T0" fmla="*/ 0 w 95"/>
                <a:gd name="T1" fmla="*/ 0 h 1826"/>
                <a:gd name="T2" fmla="*/ 0 w 95"/>
                <a:gd name="T3" fmla="*/ 0 h 1826"/>
                <a:gd name="T4" fmla="*/ 0 w 95"/>
                <a:gd name="T5" fmla="*/ 15 h 1826"/>
                <a:gd name="T6" fmla="*/ 1 w 95"/>
                <a:gd name="T7" fmla="*/ 15 h 1826"/>
                <a:gd name="T8" fmla="*/ 1 w 95"/>
                <a:gd name="T9" fmla="*/ 0 h 1826"/>
                <a:gd name="T10" fmla="*/ 1 w 95"/>
                <a:gd name="T11" fmla="*/ 0 h 1826"/>
                <a:gd name="T12" fmla="*/ 1 w 95"/>
                <a:gd name="T13" fmla="*/ 0 h 1826"/>
                <a:gd name="T14" fmla="*/ 1 w 95"/>
                <a:gd name="T15" fmla="*/ 0 h 1826"/>
                <a:gd name="T16" fmla="*/ 1 w 95"/>
                <a:gd name="T17" fmla="*/ 0 h 1826"/>
                <a:gd name="T18" fmla="*/ 1 w 95"/>
                <a:gd name="T19" fmla="*/ 0 h 1826"/>
                <a:gd name="T20" fmla="*/ 0 w 95"/>
                <a:gd name="T21" fmla="*/ 0 h 1826"/>
                <a:gd name="T22" fmla="*/ 0 w 95"/>
                <a:gd name="T23" fmla="*/ 0 h 1826"/>
                <a:gd name="T24" fmla="*/ 0 w 95"/>
                <a:gd name="T25" fmla="*/ 0 h 1826"/>
                <a:gd name="T26" fmla="*/ 0 w 95"/>
                <a:gd name="T27" fmla="*/ 0 h 1826"/>
                <a:gd name="T28" fmla="*/ 0 w 95"/>
                <a:gd name="T29" fmla="*/ 0 h 1826"/>
                <a:gd name="T30" fmla="*/ 0 w 95"/>
                <a:gd name="T31" fmla="*/ 0 h 182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95"/>
                <a:gd name="T49" fmla="*/ 0 h 1826"/>
                <a:gd name="T50" fmla="*/ 95 w 95"/>
                <a:gd name="T51" fmla="*/ 1826 h 182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95" h="1826">
                  <a:moveTo>
                    <a:pt x="0" y="49"/>
                  </a:moveTo>
                  <a:lnTo>
                    <a:pt x="0" y="47"/>
                  </a:lnTo>
                  <a:lnTo>
                    <a:pt x="1" y="1826"/>
                  </a:lnTo>
                  <a:lnTo>
                    <a:pt x="95" y="1826"/>
                  </a:lnTo>
                  <a:lnTo>
                    <a:pt x="93" y="47"/>
                  </a:lnTo>
                  <a:lnTo>
                    <a:pt x="93" y="45"/>
                  </a:lnTo>
                  <a:lnTo>
                    <a:pt x="93" y="47"/>
                  </a:lnTo>
                  <a:lnTo>
                    <a:pt x="90" y="27"/>
                  </a:lnTo>
                  <a:lnTo>
                    <a:pt x="79" y="12"/>
                  </a:lnTo>
                  <a:lnTo>
                    <a:pt x="64" y="4"/>
                  </a:lnTo>
                  <a:lnTo>
                    <a:pt x="47" y="0"/>
                  </a:lnTo>
                  <a:lnTo>
                    <a:pt x="29" y="4"/>
                  </a:lnTo>
                  <a:lnTo>
                    <a:pt x="15" y="12"/>
                  </a:lnTo>
                  <a:lnTo>
                    <a:pt x="3" y="27"/>
                  </a:lnTo>
                  <a:lnTo>
                    <a:pt x="0" y="47"/>
                  </a:lnTo>
                  <a:lnTo>
                    <a:pt x="0" y="4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2600" name="Freeform 38"/>
            <p:cNvSpPr>
              <a:spLocks/>
            </p:cNvSpPr>
            <p:nvPr/>
          </p:nvSpPr>
          <p:spPr bwMode="auto">
            <a:xfrm>
              <a:off x="1598" y="1598"/>
              <a:ext cx="81" cy="113"/>
            </a:xfrm>
            <a:custGeom>
              <a:avLst/>
              <a:gdLst>
                <a:gd name="T0" fmla="*/ 0 w 401"/>
                <a:gd name="T1" fmla="*/ 1 h 566"/>
                <a:gd name="T2" fmla="*/ 0 w 401"/>
                <a:gd name="T3" fmla="*/ 1 h 566"/>
                <a:gd name="T4" fmla="*/ 0 w 401"/>
                <a:gd name="T5" fmla="*/ 1 h 566"/>
                <a:gd name="T6" fmla="*/ 1 w 401"/>
                <a:gd name="T7" fmla="*/ 1 h 566"/>
                <a:gd name="T8" fmla="*/ 1 w 401"/>
                <a:gd name="T9" fmla="*/ 1 h 566"/>
                <a:gd name="T10" fmla="*/ 1 w 401"/>
                <a:gd name="T11" fmla="*/ 1 h 566"/>
                <a:gd name="T12" fmla="*/ 1 w 401"/>
                <a:gd name="T13" fmla="*/ 2 h 566"/>
                <a:gd name="T14" fmla="*/ 1 w 401"/>
                <a:gd name="T15" fmla="*/ 2 h 566"/>
                <a:gd name="T16" fmla="*/ 2 w 401"/>
                <a:gd name="T17" fmla="*/ 2 h 566"/>
                <a:gd name="T18" fmla="*/ 2 w 401"/>
                <a:gd name="T19" fmla="*/ 2 h 566"/>
                <a:gd name="T20" fmla="*/ 2 w 401"/>
                <a:gd name="T21" fmla="*/ 2 h 566"/>
                <a:gd name="T22" fmla="*/ 2 w 401"/>
                <a:gd name="T23" fmla="*/ 3 h 566"/>
                <a:gd name="T24" fmla="*/ 2 w 401"/>
                <a:gd name="T25" fmla="*/ 3 h 566"/>
                <a:gd name="T26" fmla="*/ 2 w 401"/>
                <a:gd name="T27" fmla="*/ 3 h 566"/>
                <a:gd name="T28" fmla="*/ 2 w 401"/>
                <a:gd name="T29" fmla="*/ 4 h 566"/>
                <a:gd name="T30" fmla="*/ 2 w 401"/>
                <a:gd name="T31" fmla="*/ 4 h 566"/>
                <a:gd name="T32" fmla="*/ 2 w 401"/>
                <a:gd name="T33" fmla="*/ 4 h 566"/>
                <a:gd name="T34" fmla="*/ 3 w 401"/>
                <a:gd name="T35" fmla="*/ 5 h 566"/>
                <a:gd name="T36" fmla="*/ 3 w 401"/>
                <a:gd name="T37" fmla="*/ 4 h 566"/>
                <a:gd name="T38" fmla="*/ 3 w 401"/>
                <a:gd name="T39" fmla="*/ 4 h 566"/>
                <a:gd name="T40" fmla="*/ 3 w 401"/>
                <a:gd name="T41" fmla="*/ 4 h 566"/>
                <a:gd name="T42" fmla="*/ 3 w 401"/>
                <a:gd name="T43" fmla="*/ 3 h 566"/>
                <a:gd name="T44" fmla="*/ 3 w 401"/>
                <a:gd name="T45" fmla="*/ 3 h 566"/>
                <a:gd name="T46" fmla="*/ 3 w 401"/>
                <a:gd name="T47" fmla="*/ 3 h 566"/>
                <a:gd name="T48" fmla="*/ 3 w 401"/>
                <a:gd name="T49" fmla="*/ 2 h 566"/>
                <a:gd name="T50" fmla="*/ 3 w 401"/>
                <a:gd name="T51" fmla="*/ 2 h 566"/>
                <a:gd name="T52" fmla="*/ 2 w 401"/>
                <a:gd name="T53" fmla="*/ 2 h 566"/>
                <a:gd name="T54" fmla="*/ 2 w 401"/>
                <a:gd name="T55" fmla="*/ 2 h 566"/>
                <a:gd name="T56" fmla="*/ 2 w 401"/>
                <a:gd name="T57" fmla="*/ 1 h 566"/>
                <a:gd name="T58" fmla="*/ 2 w 401"/>
                <a:gd name="T59" fmla="*/ 1 h 566"/>
                <a:gd name="T60" fmla="*/ 2 w 401"/>
                <a:gd name="T61" fmla="*/ 1 h 566"/>
                <a:gd name="T62" fmla="*/ 1 w 401"/>
                <a:gd name="T63" fmla="*/ 1 h 566"/>
                <a:gd name="T64" fmla="*/ 1 w 401"/>
                <a:gd name="T65" fmla="*/ 0 h 566"/>
                <a:gd name="T66" fmla="*/ 1 w 401"/>
                <a:gd name="T67" fmla="*/ 0 h 566"/>
                <a:gd name="T68" fmla="*/ 1 w 401"/>
                <a:gd name="T69" fmla="*/ 0 h 566"/>
                <a:gd name="T70" fmla="*/ 1 w 401"/>
                <a:gd name="T71" fmla="*/ 0 h 566"/>
                <a:gd name="T72" fmla="*/ 1 w 401"/>
                <a:gd name="T73" fmla="*/ 0 h 566"/>
                <a:gd name="T74" fmla="*/ 0 w 401"/>
                <a:gd name="T75" fmla="*/ 0 h 566"/>
                <a:gd name="T76" fmla="*/ 0 w 401"/>
                <a:gd name="T77" fmla="*/ 0 h 566"/>
                <a:gd name="T78" fmla="*/ 0 w 401"/>
                <a:gd name="T79" fmla="*/ 0 h 566"/>
                <a:gd name="T80" fmla="*/ 0 w 401"/>
                <a:gd name="T81" fmla="*/ 0 h 566"/>
                <a:gd name="T82" fmla="*/ 0 w 401"/>
                <a:gd name="T83" fmla="*/ 0 h 566"/>
                <a:gd name="T84" fmla="*/ 0 w 401"/>
                <a:gd name="T85" fmla="*/ 0 h 566"/>
                <a:gd name="T86" fmla="*/ 0 w 401"/>
                <a:gd name="T87" fmla="*/ 1 h 566"/>
                <a:gd name="T88" fmla="*/ 0 w 401"/>
                <a:gd name="T89" fmla="*/ 1 h 56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401"/>
                <a:gd name="T136" fmla="*/ 0 h 566"/>
                <a:gd name="T137" fmla="*/ 401 w 401"/>
                <a:gd name="T138" fmla="*/ 566 h 566"/>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401" h="566">
                  <a:moveTo>
                    <a:pt x="23" y="88"/>
                  </a:moveTo>
                  <a:lnTo>
                    <a:pt x="23" y="88"/>
                  </a:lnTo>
                  <a:lnTo>
                    <a:pt x="53" y="107"/>
                  </a:lnTo>
                  <a:lnTo>
                    <a:pt x="83" y="125"/>
                  </a:lnTo>
                  <a:lnTo>
                    <a:pt x="108" y="147"/>
                  </a:lnTo>
                  <a:lnTo>
                    <a:pt x="135" y="171"/>
                  </a:lnTo>
                  <a:lnTo>
                    <a:pt x="160" y="196"/>
                  </a:lnTo>
                  <a:lnTo>
                    <a:pt x="182" y="223"/>
                  </a:lnTo>
                  <a:lnTo>
                    <a:pt x="205" y="251"/>
                  </a:lnTo>
                  <a:lnTo>
                    <a:pt x="223" y="281"/>
                  </a:lnTo>
                  <a:lnTo>
                    <a:pt x="240" y="312"/>
                  </a:lnTo>
                  <a:lnTo>
                    <a:pt x="256" y="345"/>
                  </a:lnTo>
                  <a:lnTo>
                    <a:pt x="270" y="379"/>
                  </a:lnTo>
                  <a:lnTo>
                    <a:pt x="282" y="414"/>
                  </a:lnTo>
                  <a:lnTo>
                    <a:pt x="291" y="450"/>
                  </a:lnTo>
                  <a:lnTo>
                    <a:pt x="299" y="488"/>
                  </a:lnTo>
                  <a:lnTo>
                    <a:pt x="304" y="526"/>
                  </a:lnTo>
                  <a:lnTo>
                    <a:pt x="308" y="566"/>
                  </a:lnTo>
                  <a:lnTo>
                    <a:pt x="401" y="562"/>
                  </a:lnTo>
                  <a:lnTo>
                    <a:pt x="398" y="517"/>
                  </a:lnTo>
                  <a:lnTo>
                    <a:pt x="391" y="471"/>
                  </a:lnTo>
                  <a:lnTo>
                    <a:pt x="383" y="429"/>
                  </a:lnTo>
                  <a:lnTo>
                    <a:pt x="371" y="386"/>
                  </a:lnTo>
                  <a:lnTo>
                    <a:pt x="357" y="346"/>
                  </a:lnTo>
                  <a:lnTo>
                    <a:pt x="340" y="307"/>
                  </a:lnTo>
                  <a:lnTo>
                    <a:pt x="324" y="270"/>
                  </a:lnTo>
                  <a:lnTo>
                    <a:pt x="303" y="232"/>
                  </a:lnTo>
                  <a:lnTo>
                    <a:pt x="280" y="197"/>
                  </a:lnTo>
                  <a:lnTo>
                    <a:pt x="255" y="164"/>
                  </a:lnTo>
                  <a:lnTo>
                    <a:pt x="228" y="132"/>
                  </a:lnTo>
                  <a:lnTo>
                    <a:pt x="199" y="103"/>
                  </a:lnTo>
                  <a:lnTo>
                    <a:pt x="169" y="76"/>
                  </a:lnTo>
                  <a:lnTo>
                    <a:pt x="137" y="50"/>
                  </a:lnTo>
                  <a:lnTo>
                    <a:pt x="103" y="27"/>
                  </a:lnTo>
                  <a:lnTo>
                    <a:pt x="67" y="6"/>
                  </a:lnTo>
                  <a:lnTo>
                    <a:pt x="48" y="0"/>
                  </a:lnTo>
                  <a:lnTo>
                    <a:pt x="30" y="2"/>
                  </a:lnTo>
                  <a:lnTo>
                    <a:pt x="16" y="12"/>
                  </a:lnTo>
                  <a:lnTo>
                    <a:pt x="5" y="25"/>
                  </a:lnTo>
                  <a:lnTo>
                    <a:pt x="0" y="41"/>
                  </a:lnTo>
                  <a:lnTo>
                    <a:pt x="0" y="59"/>
                  </a:lnTo>
                  <a:lnTo>
                    <a:pt x="8" y="75"/>
                  </a:lnTo>
                  <a:lnTo>
                    <a:pt x="23"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2601" name="Freeform 39"/>
            <p:cNvSpPr>
              <a:spLocks/>
            </p:cNvSpPr>
            <p:nvPr/>
          </p:nvSpPr>
          <p:spPr bwMode="auto">
            <a:xfrm>
              <a:off x="1346" y="1455"/>
              <a:ext cx="266" cy="160"/>
            </a:xfrm>
            <a:custGeom>
              <a:avLst/>
              <a:gdLst>
                <a:gd name="T0" fmla="*/ 0 w 1330"/>
                <a:gd name="T1" fmla="*/ 1 h 801"/>
                <a:gd name="T2" fmla="*/ 0 w 1330"/>
                <a:gd name="T3" fmla="*/ 1 h 801"/>
                <a:gd name="T4" fmla="*/ 10 w 1330"/>
                <a:gd name="T5" fmla="*/ 6 h 801"/>
                <a:gd name="T6" fmla="*/ 11 w 1330"/>
                <a:gd name="T7" fmla="*/ 6 h 801"/>
                <a:gd name="T8" fmla="*/ 1 w 1330"/>
                <a:gd name="T9" fmla="*/ 0 h 801"/>
                <a:gd name="T10" fmla="*/ 1 w 1330"/>
                <a:gd name="T11" fmla="*/ 0 h 801"/>
                <a:gd name="T12" fmla="*/ 1 w 1330"/>
                <a:gd name="T13" fmla="*/ 0 h 801"/>
                <a:gd name="T14" fmla="*/ 0 w 1330"/>
                <a:gd name="T15" fmla="*/ 0 h 801"/>
                <a:gd name="T16" fmla="*/ 0 w 1330"/>
                <a:gd name="T17" fmla="*/ 0 h 801"/>
                <a:gd name="T18" fmla="*/ 0 w 1330"/>
                <a:gd name="T19" fmla="*/ 0 h 801"/>
                <a:gd name="T20" fmla="*/ 0 w 1330"/>
                <a:gd name="T21" fmla="*/ 0 h 801"/>
                <a:gd name="T22" fmla="*/ 0 w 1330"/>
                <a:gd name="T23" fmla="*/ 0 h 801"/>
                <a:gd name="T24" fmla="*/ 0 w 1330"/>
                <a:gd name="T25" fmla="*/ 0 h 801"/>
                <a:gd name="T26" fmla="*/ 0 w 1330"/>
                <a:gd name="T27" fmla="*/ 1 h 801"/>
                <a:gd name="T28" fmla="*/ 0 w 1330"/>
                <a:gd name="T29" fmla="*/ 1 h 801"/>
                <a:gd name="T30" fmla="*/ 0 w 1330"/>
                <a:gd name="T31" fmla="*/ 1 h 801"/>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30"/>
                <a:gd name="T49" fmla="*/ 0 h 801"/>
                <a:gd name="T50" fmla="*/ 1330 w 1330"/>
                <a:gd name="T51" fmla="*/ 801 h 801"/>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30" h="801">
                  <a:moveTo>
                    <a:pt x="24" y="88"/>
                  </a:moveTo>
                  <a:lnTo>
                    <a:pt x="23" y="88"/>
                  </a:lnTo>
                  <a:lnTo>
                    <a:pt x="1286" y="801"/>
                  </a:lnTo>
                  <a:lnTo>
                    <a:pt x="1330" y="719"/>
                  </a:lnTo>
                  <a:lnTo>
                    <a:pt x="67" y="6"/>
                  </a:lnTo>
                  <a:lnTo>
                    <a:pt x="66" y="6"/>
                  </a:lnTo>
                  <a:lnTo>
                    <a:pt x="67" y="6"/>
                  </a:lnTo>
                  <a:lnTo>
                    <a:pt x="48" y="0"/>
                  </a:lnTo>
                  <a:lnTo>
                    <a:pt x="30" y="2"/>
                  </a:lnTo>
                  <a:lnTo>
                    <a:pt x="16" y="12"/>
                  </a:lnTo>
                  <a:lnTo>
                    <a:pt x="5" y="25"/>
                  </a:lnTo>
                  <a:lnTo>
                    <a:pt x="0" y="41"/>
                  </a:lnTo>
                  <a:lnTo>
                    <a:pt x="0" y="59"/>
                  </a:lnTo>
                  <a:lnTo>
                    <a:pt x="8" y="75"/>
                  </a:lnTo>
                  <a:lnTo>
                    <a:pt x="23" y="88"/>
                  </a:lnTo>
                  <a:lnTo>
                    <a:pt x="24"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2602" name="Freeform 40"/>
            <p:cNvSpPr>
              <a:spLocks/>
            </p:cNvSpPr>
            <p:nvPr/>
          </p:nvSpPr>
          <p:spPr bwMode="auto">
            <a:xfrm>
              <a:off x="1198" y="1439"/>
              <a:ext cx="161" cy="35"/>
            </a:xfrm>
            <a:custGeom>
              <a:avLst/>
              <a:gdLst>
                <a:gd name="T0" fmla="*/ 1 w 806"/>
                <a:gd name="T1" fmla="*/ 1 h 177"/>
                <a:gd name="T2" fmla="*/ 1 w 806"/>
                <a:gd name="T3" fmla="*/ 1 h 177"/>
                <a:gd name="T4" fmla="*/ 1 w 806"/>
                <a:gd name="T5" fmla="*/ 1 h 177"/>
                <a:gd name="T6" fmla="*/ 1 w 806"/>
                <a:gd name="T7" fmla="*/ 1 h 177"/>
                <a:gd name="T8" fmla="*/ 2 w 806"/>
                <a:gd name="T9" fmla="*/ 1 h 177"/>
                <a:gd name="T10" fmla="*/ 2 w 806"/>
                <a:gd name="T11" fmla="*/ 1 h 177"/>
                <a:gd name="T12" fmla="*/ 2 w 806"/>
                <a:gd name="T13" fmla="*/ 1 h 177"/>
                <a:gd name="T14" fmla="*/ 3 w 806"/>
                <a:gd name="T15" fmla="*/ 1 h 177"/>
                <a:gd name="T16" fmla="*/ 3 w 806"/>
                <a:gd name="T17" fmla="*/ 1 h 177"/>
                <a:gd name="T18" fmla="*/ 3 w 806"/>
                <a:gd name="T19" fmla="*/ 1 h 177"/>
                <a:gd name="T20" fmla="*/ 4 w 806"/>
                <a:gd name="T21" fmla="*/ 1 h 177"/>
                <a:gd name="T22" fmla="*/ 4 w 806"/>
                <a:gd name="T23" fmla="*/ 1 h 177"/>
                <a:gd name="T24" fmla="*/ 5 w 806"/>
                <a:gd name="T25" fmla="*/ 1 h 177"/>
                <a:gd name="T26" fmla="*/ 5 w 806"/>
                <a:gd name="T27" fmla="*/ 1 h 177"/>
                <a:gd name="T28" fmla="*/ 5 w 806"/>
                <a:gd name="T29" fmla="*/ 1 h 177"/>
                <a:gd name="T30" fmla="*/ 6 w 806"/>
                <a:gd name="T31" fmla="*/ 1 h 177"/>
                <a:gd name="T32" fmla="*/ 6 w 806"/>
                <a:gd name="T33" fmla="*/ 1 h 177"/>
                <a:gd name="T34" fmla="*/ 6 w 806"/>
                <a:gd name="T35" fmla="*/ 1 h 177"/>
                <a:gd name="T36" fmla="*/ 6 w 806"/>
                <a:gd name="T37" fmla="*/ 1 h 177"/>
                <a:gd name="T38" fmla="*/ 6 w 806"/>
                <a:gd name="T39" fmla="*/ 1 h 177"/>
                <a:gd name="T40" fmla="*/ 6 w 806"/>
                <a:gd name="T41" fmla="*/ 0 h 177"/>
                <a:gd name="T42" fmla="*/ 5 w 806"/>
                <a:gd name="T43" fmla="*/ 0 h 177"/>
                <a:gd name="T44" fmla="*/ 5 w 806"/>
                <a:gd name="T45" fmla="*/ 0 h 177"/>
                <a:gd name="T46" fmla="*/ 5 w 806"/>
                <a:gd name="T47" fmla="*/ 0 h 177"/>
                <a:gd name="T48" fmla="*/ 4 w 806"/>
                <a:gd name="T49" fmla="*/ 0 h 177"/>
                <a:gd name="T50" fmla="*/ 4 w 806"/>
                <a:gd name="T51" fmla="*/ 0 h 177"/>
                <a:gd name="T52" fmla="*/ 3 w 806"/>
                <a:gd name="T53" fmla="*/ 0 h 177"/>
                <a:gd name="T54" fmla="*/ 3 w 806"/>
                <a:gd name="T55" fmla="*/ 0 h 177"/>
                <a:gd name="T56" fmla="*/ 3 w 806"/>
                <a:gd name="T57" fmla="*/ 0 h 177"/>
                <a:gd name="T58" fmla="*/ 2 w 806"/>
                <a:gd name="T59" fmla="*/ 0 h 177"/>
                <a:gd name="T60" fmla="*/ 2 w 806"/>
                <a:gd name="T61" fmla="*/ 0 h 177"/>
                <a:gd name="T62" fmla="*/ 1 w 806"/>
                <a:gd name="T63" fmla="*/ 0 h 177"/>
                <a:gd name="T64" fmla="*/ 1 w 806"/>
                <a:gd name="T65" fmla="*/ 0 h 177"/>
                <a:gd name="T66" fmla="*/ 1 w 806"/>
                <a:gd name="T67" fmla="*/ 1 h 177"/>
                <a:gd name="T68" fmla="*/ 0 w 806"/>
                <a:gd name="T69" fmla="*/ 1 h 177"/>
                <a:gd name="T70" fmla="*/ 0 w 806"/>
                <a:gd name="T71" fmla="*/ 1 h 177"/>
                <a:gd name="T72" fmla="*/ 0 w 806"/>
                <a:gd name="T73" fmla="*/ 1 h 177"/>
                <a:gd name="T74" fmla="*/ 0 w 806"/>
                <a:gd name="T75" fmla="*/ 1 h 177"/>
                <a:gd name="T76" fmla="*/ 0 w 806"/>
                <a:gd name="T77" fmla="*/ 1 h 177"/>
                <a:gd name="T78" fmla="*/ 0 w 806"/>
                <a:gd name="T79" fmla="*/ 1 h 177"/>
                <a:gd name="T80" fmla="*/ 0 w 806"/>
                <a:gd name="T81" fmla="*/ 1 h 177"/>
                <a:gd name="T82" fmla="*/ 0 w 806"/>
                <a:gd name="T83" fmla="*/ 1 h 177"/>
                <a:gd name="T84" fmla="*/ 0 w 806"/>
                <a:gd name="T85" fmla="*/ 1 h 177"/>
                <a:gd name="T86" fmla="*/ 0 w 806"/>
                <a:gd name="T87" fmla="*/ 1 h 177"/>
                <a:gd name="T88" fmla="*/ 1 w 806"/>
                <a:gd name="T89" fmla="*/ 1 h 177"/>
                <a:gd name="T90" fmla="*/ 1 w 806"/>
                <a:gd name="T91" fmla="*/ 1 h 17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806"/>
                <a:gd name="T139" fmla="*/ 0 h 177"/>
                <a:gd name="T140" fmla="*/ 806 w 806"/>
                <a:gd name="T141" fmla="*/ 177 h 17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806" h="177">
                  <a:moveTo>
                    <a:pt x="67" y="171"/>
                  </a:moveTo>
                  <a:lnTo>
                    <a:pt x="68" y="171"/>
                  </a:lnTo>
                  <a:lnTo>
                    <a:pt x="109" y="151"/>
                  </a:lnTo>
                  <a:lnTo>
                    <a:pt x="151" y="135"/>
                  </a:lnTo>
                  <a:lnTo>
                    <a:pt x="196" y="122"/>
                  </a:lnTo>
                  <a:lnTo>
                    <a:pt x="242" y="110"/>
                  </a:lnTo>
                  <a:lnTo>
                    <a:pt x="287" y="102"/>
                  </a:lnTo>
                  <a:lnTo>
                    <a:pt x="335" y="97"/>
                  </a:lnTo>
                  <a:lnTo>
                    <a:pt x="382" y="95"/>
                  </a:lnTo>
                  <a:lnTo>
                    <a:pt x="430" y="94"/>
                  </a:lnTo>
                  <a:lnTo>
                    <a:pt x="477" y="97"/>
                  </a:lnTo>
                  <a:lnTo>
                    <a:pt x="524" y="102"/>
                  </a:lnTo>
                  <a:lnTo>
                    <a:pt x="568" y="108"/>
                  </a:lnTo>
                  <a:lnTo>
                    <a:pt x="612" y="117"/>
                  </a:lnTo>
                  <a:lnTo>
                    <a:pt x="654" y="128"/>
                  </a:lnTo>
                  <a:lnTo>
                    <a:pt x="693" y="141"/>
                  </a:lnTo>
                  <a:lnTo>
                    <a:pt x="730" y="155"/>
                  </a:lnTo>
                  <a:lnTo>
                    <a:pt x="764" y="171"/>
                  </a:lnTo>
                  <a:lnTo>
                    <a:pt x="806" y="89"/>
                  </a:lnTo>
                  <a:lnTo>
                    <a:pt x="768" y="70"/>
                  </a:lnTo>
                  <a:lnTo>
                    <a:pt x="725" y="54"/>
                  </a:lnTo>
                  <a:lnTo>
                    <a:pt x="680" y="39"/>
                  </a:lnTo>
                  <a:lnTo>
                    <a:pt x="633" y="26"/>
                  </a:lnTo>
                  <a:lnTo>
                    <a:pt x="585" y="16"/>
                  </a:lnTo>
                  <a:lnTo>
                    <a:pt x="536" y="8"/>
                  </a:lnTo>
                  <a:lnTo>
                    <a:pt x="484" y="3"/>
                  </a:lnTo>
                  <a:lnTo>
                    <a:pt x="433" y="0"/>
                  </a:lnTo>
                  <a:lnTo>
                    <a:pt x="380" y="1"/>
                  </a:lnTo>
                  <a:lnTo>
                    <a:pt x="328" y="3"/>
                  </a:lnTo>
                  <a:lnTo>
                    <a:pt x="276" y="10"/>
                  </a:lnTo>
                  <a:lnTo>
                    <a:pt x="223" y="19"/>
                  </a:lnTo>
                  <a:lnTo>
                    <a:pt x="172" y="30"/>
                  </a:lnTo>
                  <a:lnTo>
                    <a:pt x="121" y="46"/>
                  </a:lnTo>
                  <a:lnTo>
                    <a:pt x="72" y="67"/>
                  </a:lnTo>
                  <a:lnTo>
                    <a:pt x="24" y="89"/>
                  </a:lnTo>
                  <a:lnTo>
                    <a:pt x="25" y="89"/>
                  </a:lnTo>
                  <a:lnTo>
                    <a:pt x="24" y="89"/>
                  </a:lnTo>
                  <a:lnTo>
                    <a:pt x="8" y="102"/>
                  </a:lnTo>
                  <a:lnTo>
                    <a:pt x="0" y="118"/>
                  </a:lnTo>
                  <a:lnTo>
                    <a:pt x="0" y="136"/>
                  </a:lnTo>
                  <a:lnTo>
                    <a:pt x="6" y="152"/>
                  </a:lnTo>
                  <a:lnTo>
                    <a:pt x="17" y="165"/>
                  </a:lnTo>
                  <a:lnTo>
                    <a:pt x="31" y="175"/>
                  </a:lnTo>
                  <a:lnTo>
                    <a:pt x="48" y="177"/>
                  </a:lnTo>
                  <a:lnTo>
                    <a:pt x="68" y="171"/>
                  </a:lnTo>
                  <a:lnTo>
                    <a:pt x="67" y="1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2603" name="Freeform 41"/>
            <p:cNvSpPr>
              <a:spLocks/>
            </p:cNvSpPr>
            <p:nvPr/>
          </p:nvSpPr>
          <p:spPr bwMode="auto">
            <a:xfrm>
              <a:off x="931" y="1456"/>
              <a:ext cx="280" cy="158"/>
            </a:xfrm>
            <a:custGeom>
              <a:avLst/>
              <a:gdLst>
                <a:gd name="T0" fmla="*/ 1 w 1402"/>
                <a:gd name="T1" fmla="*/ 6 h 787"/>
                <a:gd name="T2" fmla="*/ 1 w 1402"/>
                <a:gd name="T3" fmla="*/ 6 h 787"/>
                <a:gd name="T4" fmla="*/ 11 w 1402"/>
                <a:gd name="T5" fmla="*/ 1 h 787"/>
                <a:gd name="T6" fmla="*/ 11 w 1402"/>
                <a:gd name="T7" fmla="*/ 0 h 787"/>
                <a:gd name="T8" fmla="*/ 0 w 1402"/>
                <a:gd name="T9" fmla="*/ 6 h 787"/>
                <a:gd name="T10" fmla="*/ 0 w 1402"/>
                <a:gd name="T11" fmla="*/ 6 h 787"/>
                <a:gd name="T12" fmla="*/ 0 w 1402"/>
                <a:gd name="T13" fmla="*/ 6 h 787"/>
                <a:gd name="T14" fmla="*/ 0 w 1402"/>
                <a:gd name="T15" fmla="*/ 6 h 787"/>
                <a:gd name="T16" fmla="*/ 0 w 1402"/>
                <a:gd name="T17" fmla="*/ 6 h 787"/>
                <a:gd name="T18" fmla="*/ 0 w 1402"/>
                <a:gd name="T19" fmla="*/ 6 h 787"/>
                <a:gd name="T20" fmla="*/ 0 w 1402"/>
                <a:gd name="T21" fmla="*/ 6 h 787"/>
                <a:gd name="T22" fmla="*/ 0 w 1402"/>
                <a:gd name="T23" fmla="*/ 6 h 787"/>
                <a:gd name="T24" fmla="*/ 0 w 1402"/>
                <a:gd name="T25" fmla="*/ 6 h 787"/>
                <a:gd name="T26" fmla="*/ 0 w 1402"/>
                <a:gd name="T27" fmla="*/ 6 h 787"/>
                <a:gd name="T28" fmla="*/ 1 w 1402"/>
                <a:gd name="T29" fmla="*/ 6 h 787"/>
                <a:gd name="T30" fmla="*/ 1 w 1402"/>
                <a:gd name="T31" fmla="*/ 6 h 78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02"/>
                <a:gd name="T49" fmla="*/ 0 h 787"/>
                <a:gd name="T50" fmla="*/ 1402 w 1402"/>
                <a:gd name="T51" fmla="*/ 787 h 78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02" h="787">
                  <a:moveTo>
                    <a:pt x="69" y="781"/>
                  </a:moveTo>
                  <a:lnTo>
                    <a:pt x="66" y="781"/>
                  </a:lnTo>
                  <a:lnTo>
                    <a:pt x="1402" y="82"/>
                  </a:lnTo>
                  <a:lnTo>
                    <a:pt x="1360" y="0"/>
                  </a:lnTo>
                  <a:lnTo>
                    <a:pt x="24" y="699"/>
                  </a:lnTo>
                  <a:lnTo>
                    <a:pt x="22" y="699"/>
                  </a:lnTo>
                  <a:lnTo>
                    <a:pt x="24" y="699"/>
                  </a:lnTo>
                  <a:lnTo>
                    <a:pt x="8" y="712"/>
                  </a:lnTo>
                  <a:lnTo>
                    <a:pt x="1" y="727"/>
                  </a:lnTo>
                  <a:lnTo>
                    <a:pt x="0" y="744"/>
                  </a:lnTo>
                  <a:lnTo>
                    <a:pt x="5" y="761"/>
                  </a:lnTo>
                  <a:lnTo>
                    <a:pt x="15" y="775"/>
                  </a:lnTo>
                  <a:lnTo>
                    <a:pt x="30" y="784"/>
                  </a:lnTo>
                  <a:lnTo>
                    <a:pt x="46" y="787"/>
                  </a:lnTo>
                  <a:lnTo>
                    <a:pt x="66" y="781"/>
                  </a:lnTo>
                  <a:lnTo>
                    <a:pt x="69" y="7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2604" name="Freeform 42"/>
            <p:cNvSpPr>
              <a:spLocks/>
            </p:cNvSpPr>
            <p:nvPr/>
          </p:nvSpPr>
          <p:spPr bwMode="auto">
            <a:xfrm>
              <a:off x="868" y="1596"/>
              <a:ext cx="77" cy="126"/>
            </a:xfrm>
            <a:custGeom>
              <a:avLst/>
              <a:gdLst>
                <a:gd name="T0" fmla="*/ 1 w 382"/>
                <a:gd name="T1" fmla="*/ 5 h 628"/>
                <a:gd name="T2" fmla="*/ 1 w 382"/>
                <a:gd name="T3" fmla="*/ 5 h 628"/>
                <a:gd name="T4" fmla="*/ 1 w 382"/>
                <a:gd name="T5" fmla="*/ 4 h 628"/>
                <a:gd name="T6" fmla="*/ 1 w 382"/>
                <a:gd name="T7" fmla="*/ 4 h 628"/>
                <a:gd name="T8" fmla="*/ 1 w 382"/>
                <a:gd name="T9" fmla="*/ 4 h 628"/>
                <a:gd name="T10" fmla="*/ 1 w 382"/>
                <a:gd name="T11" fmla="*/ 3 h 628"/>
                <a:gd name="T12" fmla="*/ 1 w 382"/>
                <a:gd name="T13" fmla="*/ 3 h 628"/>
                <a:gd name="T14" fmla="*/ 1 w 382"/>
                <a:gd name="T15" fmla="*/ 3 h 628"/>
                <a:gd name="T16" fmla="*/ 1 w 382"/>
                <a:gd name="T17" fmla="*/ 3 h 628"/>
                <a:gd name="T18" fmla="*/ 1 w 382"/>
                <a:gd name="T19" fmla="*/ 2 h 628"/>
                <a:gd name="T20" fmla="*/ 2 w 382"/>
                <a:gd name="T21" fmla="*/ 2 h 628"/>
                <a:gd name="T22" fmla="*/ 2 w 382"/>
                <a:gd name="T23" fmla="*/ 2 h 628"/>
                <a:gd name="T24" fmla="*/ 2 w 382"/>
                <a:gd name="T25" fmla="*/ 2 h 628"/>
                <a:gd name="T26" fmla="*/ 2 w 382"/>
                <a:gd name="T27" fmla="*/ 1 h 628"/>
                <a:gd name="T28" fmla="*/ 2 w 382"/>
                <a:gd name="T29" fmla="*/ 1 h 628"/>
                <a:gd name="T30" fmla="*/ 3 w 382"/>
                <a:gd name="T31" fmla="*/ 1 h 628"/>
                <a:gd name="T32" fmla="*/ 3 w 382"/>
                <a:gd name="T33" fmla="*/ 1 h 628"/>
                <a:gd name="T34" fmla="*/ 3 w 382"/>
                <a:gd name="T35" fmla="*/ 1 h 628"/>
                <a:gd name="T36" fmla="*/ 3 w 382"/>
                <a:gd name="T37" fmla="*/ 0 h 628"/>
                <a:gd name="T38" fmla="*/ 2 w 382"/>
                <a:gd name="T39" fmla="*/ 0 h 628"/>
                <a:gd name="T40" fmla="*/ 2 w 382"/>
                <a:gd name="T41" fmla="*/ 0 h 628"/>
                <a:gd name="T42" fmla="*/ 2 w 382"/>
                <a:gd name="T43" fmla="*/ 1 h 628"/>
                <a:gd name="T44" fmla="*/ 2 w 382"/>
                <a:gd name="T45" fmla="*/ 1 h 628"/>
                <a:gd name="T46" fmla="*/ 1 w 382"/>
                <a:gd name="T47" fmla="*/ 1 h 628"/>
                <a:gd name="T48" fmla="*/ 1 w 382"/>
                <a:gd name="T49" fmla="*/ 1 h 628"/>
                <a:gd name="T50" fmla="*/ 1 w 382"/>
                <a:gd name="T51" fmla="*/ 2 h 628"/>
                <a:gd name="T52" fmla="*/ 1 w 382"/>
                <a:gd name="T53" fmla="*/ 2 h 628"/>
                <a:gd name="T54" fmla="*/ 1 w 382"/>
                <a:gd name="T55" fmla="*/ 2 h 628"/>
                <a:gd name="T56" fmla="*/ 0 w 382"/>
                <a:gd name="T57" fmla="*/ 3 h 628"/>
                <a:gd name="T58" fmla="*/ 0 w 382"/>
                <a:gd name="T59" fmla="*/ 3 h 628"/>
                <a:gd name="T60" fmla="*/ 0 w 382"/>
                <a:gd name="T61" fmla="*/ 3 h 628"/>
                <a:gd name="T62" fmla="*/ 0 w 382"/>
                <a:gd name="T63" fmla="*/ 4 h 628"/>
                <a:gd name="T64" fmla="*/ 0 w 382"/>
                <a:gd name="T65" fmla="*/ 4 h 628"/>
                <a:gd name="T66" fmla="*/ 0 w 382"/>
                <a:gd name="T67" fmla="*/ 4 h 628"/>
                <a:gd name="T68" fmla="*/ 0 w 382"/>
                <a:gd name="T69" fmla="*/ 5 h 628"/>
                <a:gd name="T70" fmla="*/ 0 w 382"/>
                <a:gd name="T71" fmla="*/ 5 h 628"/>
                <a:gd name="T72" fmla="*/ 0 w 382"/>
                <a:gd name="T73" fmla="*/ 5 h 628"/>
                <a:gd name="T74" fmla="*/ 0 w 382"/>
                <a:gd name="T75" fmla="*/ 5 h 628"/>
                <a:gd name="T76" fmla="*/ 0 w 382"/>
                <a:gd name="T77" fmla="*/ 5 h 628"/>
                <a:gd name="T78" fmla="*/ 0 w 382"/>
                <a:gd name="T79" fmla="*/ 5 h 628"/>
                <a:gd name="T80" fmla="*/ 0 w 382"/>
                <a:gd name="T81" fmla="*/ 5 h 628"/>
                <a:gd name="T82" fmla="*/ 1 w 382"/>
                <a:gd name="T83" fmla="*/ 5 h 628"/>
                <a:gd name="T84" fmla="*/ 1 w 382"/>
                <a:gd name="T85" fmla="*/ 5 h 628"/>
                <a:gd name="T86" fmla="*/ 1 w 382"/>
                <a:gd name="T87" fmla="*/ 5 h 628"/>
                <a:gd name="T88" fmla="*/ 1 w 382"/>
                <a:gd name="T89" fmla="*/ 5 h 628"/>
                <a:gd name="T90" fmla="*/ 1 w 382"/>
                <a:gd name="T91" fmla="*/ 5 h 628"/>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382"/>
                <a:gd name="T139" fmla="*/ 0 h 628"/>
                <a:gd name="T140" fmla="*/ 382 w 382"/>
                <a:gd name="T141" fmla="*/ 628 h 628"/>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382" h="628">
                  <a:moveTo>
                    <a:pt x="94" y="581"/>
                  </a:moveTo>
                  <a:lnTo>
                    <a:pt x="94" y="582"/>
                  </a:lnTo>
                  <a:lnTo>
                    <a:pt x="96" y="541"/>
                  </a:lnTo>
                  <a:lnTo>
                    <a:pt x="99" y="500"/>
                  </a:lnTo>
                  <a:lnTo>
                    <a:pt x="106" y="463"/>
                  </a:lnTo>
                  <a:lnTo>
                    <a:pt x="115" y="424"/>
                  </a:lnTo>
                  <a:lnTo>
                    <a:pt x="127" y="389"/>
                  </a:lnTo>
                  <a:lnTo>
                    <a:pt x="140" y="353"/>
                  </a:lnTo>
                  <a:lnTo>
                    <a:pt x="156" y="320"/>
                  </a:lnTo>
                  <a:lnTo>
                    <a:pt x="173" y="287"/>
                  </a:lnTo>
                  <a:lnTo>
                    <a:pt x="193" y="255"/>
                  </a:lnTo>
                  <a:lnTo>
                    <a:pt x="214" y="226"/>
                  </a:lnTo>
                  <a:lnTo>
                    <a:pt x="238" y="198"/>
                  </a:lnTo>
                  <a:lnTo>
                    <a:pt x="263" y="172"/>
                  </a:lnTo>
                  <a:lnTo>
                    <a:pt x="290" y="146"/>
                  </a:lnTo>
                  <a:lnTo>
                    <a:pt x="318" y="122"/>
                  </a:lnTo>
                  <a:lnTo>
                    <a:pt x="349" y="101"/>
                  </a:lnTo>
                  <a:lnTo>
                    <a:pt x="382" y="82"/>
                  </a:lnTo>
                  <a:lnTo>
                    <a:pt x="335" y="0"/>
                  </a:lnTo>
                  <a:lnTo>
                    <a:pt x="297" y="23"/>
                  </a:lnTo>
                  <a:lnTo>
                    <a:pt x="262" y="49"/>
                  </a:lnTo>
                  <a:lnTo>
                    <a:pt x="229" y="76"/>
                  </a:lnTo>
                  <a:lnTo>
                    <a:pt x="198" y="104"/>
                  </a:lnTo>
                  <a:lnTo>
                    <a:pt x="167" y="137"/>
                  </a:lnTo>
                  <a:lnTo>
                    <a:pt x="142" y="170"/>
                  </a:lnTo>
                  <a:lnTo>
                    <a:pt x="116" y="204"/>
                  </a:lnTo>
                  <a:lnTo>
                    <a:pt x="94" y="240"/>
                  </a:lnTo>
                  <a:lnTo>
                    <a:pt x="74" y="278"/>
                  </a:lnTo>
                  <a:lnTo>
                    <a:pt x="54" y="317"/>
                  </a:lnTo>
                  <a:lnTo>
                    <a:pt x="38" y="359"/>
                  </a:lnTo>
                  <a:lnTo>
                    <a:pt x="26" y="401"/>
                  </a:lnTo>
                  <a:lnTo>
                    <a:pt x="15" y="444"/>
                  </a:lnTo>
                  <a:lnTo>
                    <a:pt x="8" y="489"/>
                  </a:lnTo>
                  <a:lnTo>
                    <a:pt x="2" y="534"/>
                  </a:lnTo>
                  <a:lnTo>
                    <a:pt x="0" y="580"/>
                  </a:lnTo>
                  <a:lnTo>
                    <a:pt x="0" y="581"/>
                  </a:lnTo>
                  <a:lnTo>
                    <a:pt x="0" y="580"/>
                  </a:lnTo>
                  <a:lnTo>
                    <a:pt x="3" y="600"/>
                  </a:lnTo>
                  <a:lnTo>
                    <a:pt x="14" y="615"/>
                  </a:lnTo>
                  <a:lnTo>
                    <a:pt x="29" y="625"/>
                  </a:lnTo>
                  <a:lnTo>
                    <a:pt x="45" y="628"/>
                  </a:lnTo>
                  <a:lnTo>
                    <a:pt x="63" y="626"/>
                  </a:lnTo>
                  <a:lnTo>
                    <a:pt x="78" y="616"/>
                  </a:lnTo>
                  <a:lnTo>
                    <a:pt x="89" y="602"/>
                  </a:lnTo>
                  <a:lnTo>
                    <a:pt x="94" y="582"/>
                  </a:lnTo>
                  <a:lnTo>
                    <a:pt x="94" y="5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2605" name="Freeform 43"/>
            <p:cNvSpPr>
              <a:spLocks/>
            </p:cNvSpPr>
            <p:nvPr/>
          </p:nvSpPr>
          <p:spPr bwMode="auto">
            <a:xfrm>
              <a:off x="868" y="1712"/>
              <a:ext cx="19" cy="364"/>
            </a:xfrm>
            <a:custGeom>
              <a:avLst/>
              <a:gdLst>
                <a:gd name="T0" fmla="*/ 1 w 94"/>
                <a:gd name="T1" fmla="*/ 14 h 1818"/>
                <a:gd name="T2" fmla="*/ 1 w 94"/>
                <a:gd name="T3" fmla="*/ 14 h 1818"/>
                <a:gd name="T4" fmla="*/ 1 w 94"/>
                <a:gd name="T5" fmla="*/ 0 h 1818"/>
                <a:gd name="T6" fmla="*/ 0 w 94"/>
                <a:gd name="T7" fmla="*/ 0 h 1818"/>
                <a:gd name="T8" fmla="*/ 0 w 94"/>
                <a:gd name="T9" fmla="*/ 14 h 1818"/>
                <a:gd name="T10" fmla="*/ 0 w 94"/>
                <a:gd name="T11" fmla="*/ 14 h 1818"/>
                <a:gd name="T12" fmla="*/ 0 w 94"/>
                <a:gd name="T13" fmla="*/ 14 h 1818"/>
                <a:gd name="T14" fmla="*/ 0 w 94"/>
                <a:gd name="T15" fmla="*/ 14 h 1818"/>
                <a:gd name="T16" fmla="*/ 0 w 94"/>
                <a:gd name="T17" fmla="*/ 14 h 1818"/>
                <a:gd name="T18" fmla="*/ 0 w 94"/>
                <a:gd name="T19" fmla="*/ 15 h 1818"/>
                <a:gd name="T20" fmla="*/ 0 w 94"/>
                <a:gd name="T21" fmla="*/ 15 h 1818"/>
                <a:gd name="T22" fmla="*/ 1 w 94"/>
                <a:gd name="T23" fmla="*/ 15 h 1818"/>
                <a:gd name="T24" fmla="*/ 1 w 94"/>
                <a:gd name="T25" fmla="*/ 14 h 1818"/>
                <a:gd name="T26" fmla="*/ 1 w 94"/>
                <a:gd name="T27" fmla="*/ 14 h 1818"/>
                <a:gd name="T28" fmla="*/ 1 w 94"/>
                <a:gd name="T29" fmla="*/ 14 h 1818"/>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94"/>
                <a:gd name="T46" fmla="*/ 0 h 1818"/>
                <a:gd name="T47" fmla="*/ 94 w 94"/>
                <a:gd name="T48" fmla="*/ 1818 h 1818"/>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94" h="1818">
                  <a:moveTo>
                    <a:pt x="94" y="1771"/>
                  </a:moveTo>
                  <a:lnTo>
                    <a:pt x="94" y="1771"/>
                  </a:lnTo>
                  <a:lnTo>
                    <a:pt x="94" y="0"/>
                  </a:lnTo>
                  <a:lnTo>
                    <a:pt x="0" y="0"/>
                  </a:lnTo>
                  <a:lnTo>
                    <a:pt x="0" y="1771"/>
                  </a:lnTo>
                  <a:lnTo>
                    <a:pt x="3" y="1791"/>
                  </a:lnTo>
                  <a:lnTo>
                    <a:pt x="15" y="1806"/>
                  </a:lnTo>
                  <a:lnTo>
                    <a:pt x="29" y="1814"/>
                  </a:lnTo>
                  <a:lnTo>
                    <a:pt x="47" y="1818"/>
                  </a:lnTo>
                  <a:lnTo>
                    <a:pt x="64" y="1814"/>
                  </a:lnTo>
                  <a:lnTo>
                    <a:pt x="79" y="1806"/>
                  </a:lnTo>
                  <a:lnTo>
                    <a:pt x="90" y="1791"/>
                  </a:lnTo>
                  <a:lnTo>
                    <a:pt x="94" y="17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2606" name="Freeform 44"/>
            <p:cNvSpPr>
              <a:spLocks/>
            </p:cNvSpPr>
            <p:nvPr/>
          </p:nvSpPr>
          <p:spPr bwMode="auto">
            <a:xfrm>
              <a:off x="868" y="2067"/>
              <a:ext cx="90" cy="160"/>
            </a:xfrm>
            <a:custGeom>
              <a:avLst/>
              <a:gdLst>
                <a:gd name="T0" fmla="*/ 3 w 449"/>
                <a:gd name="T1" fmla="*/ 6 h 803"/>
                <a:gd name="T2" fmla="*/ 3 w 449"/>
                <a:gd name="T3" fmla="*/ 6 h 803"/>
                <a:gd name="T4" fmla="*/ 3 w 449"/>
                <a:gd name="T5" fmla="*/ 5 h 803"/>
                <a:gd name="T6" fmla="*/ 3 w 449"/>
                <a:gd name="T7" fmla="*/ 5 h 803"/>
                <a:gd name="T8" fmla="*/ 3 w 449"/>
                <a:gd name="T9" fmla="*/ 5 h 803"/>
                <a:gd name="T10" fmla="*/ 2 w 449"/>
                <a:gd name="T11" fmla="*/ 5 h 803"/>
                <a:gd name="T12" fmla="*/ 2 w 449"/>
                <a:gd name="T13" fmla="*/ 4 h 803"/>
                <a:gd name="T14" fmla="*/ 2 w 449"/>
                <a:gd name="T15" fmla="*/ 4 h 803"/>
                <a:gd name="T16" fmla="*/ 2 w 449"/>
                <a:gd name="T17" fmla="*/ 4 h 803"/>
                <a:gd name="T18" fmla="*/ 2 w 449"/>
                <a:gd name="T19" fmla="*/ 3 h 803"/>
                <a:gd name="T20" fmla="*/ 1 w 449"/>
                <a:gd name="T21" fmla="*/ 3 h 803"/>
                <a:gd name="T22" fmla="*/ 1 w 449"/>
                <a:gd name="T23" fmla="*/ 2 h 803"/>
                <a:gd name="T24" fmla="*/ 1 w 449"/>
                <a:gd name="T25" fmla="*/ 2 h 803"/>
                <a:gd name="T26" fmla="*/ 1 w 449"/>
                <a:gd name="T27" fmla="*/ 2 h 803"/>
                <a:gd name="T28" fmla="*/ 1 w 449"/>
                <a:gd name="T29" fmla="*/ 1 h 803"/>
                <a:gd name="T30" fmla="*/ 1 w 449"/>
                <a:gd name="T31" fmla="*/ 1 h 803"/>
                <a:gd name="T32" fmla="*/ 1 w 449"/>
                <a:gd name="T33" fmla="*/ 0 h 803"/>
                <a:gd name="T34" fmla="*/ 1 w 449"/>
                <a:gd name="T35" fmla="*/ 0 h 803"/>
                <a:gd name="T36" fmla="*/ 0 w 449"/>
                <a:gd name="T37" fmla="*/ 0 h 803"/>
                <a:gd name="T38" fmla="*/ 0 w 449"/>
                <a:gd name="T39" fmla="*/ 0 h 803"/>
                <a:gd name="T40" fmla="*/ 0 w 449"/>
                <a:gd name="T41" fmla="*/ 1 h 803"/>
                <a:gd name="T42" fmla="*/ 0 w 449"/>
                <a:gd name="T43" fmla="*/ 1 h 803"/>
                <a:gd name="T44" fmla="*/ 0 w 449"/>
                <a:gd name="T45" fmla="*/ 2 h 803"/>
                <a:gd name="T46" fmla="*/ 0 w 449"/>
                <a:gd name="T47" fmla="*/ 2 h 803"/>
                <a:gd name="T48" fmla="*/ 0 w 449"/>
                <a:gd name="T49" fmla="*/ 3 h 803"/>
                <a:gd name="T50" fmla="*/ 1 w 449"/>
                <a:gd name="T51" fmla="*/ 3 h 803"/>
                <a:gd name="T52" fmla="*/ 1 w 449"/>
                <a:gd name="T53" fmla="*/ 4 h 803"/>
                <a:gd name="T54" fmla="*/ 1 w 449"/>
                <a:gd name="T55" fmla="*/ 4 h 803"/>
                <a:gd name="T56" fmla="*/ 1 w 449"/>
                <a:gd name="T57" fmla="*/ 4 h 803"/>
                <a:gd name="T58" fmla="*/ 2 w 449"/>
                <a:gd name="T59" fmla="*/ 5 h 803"/>
                <a:gd name="T60" fmla="*/ 2 w 449"/>
                <a:gd name="T61" fmla="*/ 5 h 803"/>
                <a:gd name="T62" fmla="*/ 2 w 449"/>
                <a:gd name="T63" fmla="*/ 5 h 803"/>
                <a:gd name="T64" fmla="*/ 2 w 449"/>
                <a:gd name="T65" fmla="*/ 6 h 803"/>
                <a:gd name="T66" fmla="*/ 3 w 449"/>
                <a:gd name="T67" fmla="*/ 6 h 803"/>
                <a:gd name="T68" fmla="*/ 3 w 449"/>
                <a:gd name="T69" fmla="*/ 6 h 803"/>
                <a:gd name="T70" fmla="*/ 3 w 449"/>
                <a:gd name="T71" fmla="*/ 6 h 803"/>
                <a:gd name="T72" fmla="*/ 3 w 449"/>
                <a:gd name="T73" fmla="*/ 6 h 803"/>
                <a:gd name="T74" fmla="*/ 3 w 449"/>
                <a:gd name="T75" fmla="*/ 6 h 803"/>
                <a:gd name="T76" fmla="*/ 3 w 449"/>
                <a:gd name="T77" fmla="*/ 6 h 803"/>
                <a:gd name="T78" fmla="*/ 3 w 449"/>
                <a:gd name="T79" fmla="*/ 6 h 803"/>
                <a:gd name="T80" fmla="*/ 4 w 449"/>
                <a:gd name="T81" fmla="*/ 6 h 803"/>
                <a:gd name="T82" fmla="*/ 4 w 449"/>
                <a:gd name="T83" fmla="*/ 6 h 803"/>
                <a:gd name="T84" fmla="*/ 4 w 449"/>
                <a:gd name="T85" fmla="*/ 6 h 803"/>
                <a:gd name="T86" fmla="*/ 4 w 449"/>
                <a:gd name="T87" fmla="*/ 6 h 803"/>
                <a:gd name="T88" fmla="*/ 3 w 449"/>
                <a:gd name="T89" fmla="*/ 6 h 803"/>
                <a:gd name="T90" fmla="*/ 3 w 449"/>
                <a:gd name="T91" fmla="*/ 6 h 80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449"/>
                <a:gd name="T139" fmla="*/ 0 h 803"/>
                <a:gd name="T140" fmla="*/ 449 w 449"/>
                <a:gd name="T141" fmla="*/ 803 h 80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449" h="803">
                  <a:moveTo>
                    <a:pt x="426" y="717"/>
                  </a:moveTo>
                  <a:lnTo>
                    <a:pt x="427" y="717"/>
                  </a:lnTo>
                  <a:lnTo>
                    <a:pt x="395" y="693"/>
                  </a:lnTo>
                  <a:lnTo>
                    <a:pt x="361" y="662"/>
                  </a:lnTo>
                  <a:lnTo>
                    <a:pt x="329" y="628"/>
                  </a:lnTo>
                  <a:lnTo>
                    <a:pt x="299" y="591"/>
                  </a:lnTo>
                  <a:lnTo>
                    <a:pt x="269" y="551"/>
                  </a:lnTo>
                  <a:lnTo>
                    <a:pt x="241" y="507"/>
                  </a:lnTo>
                  <a:lnTo>
                    <a:pt x="215" y="460"/>
                  </a:lnTo>
                  <a:lnTo>
                    <a:pt x="191" y="412"/>
                  </a:lnTo>
                  <a:lnTo>
                    <a:pt x="170" y="363"/>
                  </a:lnTo>
                  <a:lnTo>
                    <a:pt x="151" y="312"/>
                  </a:lnTo>
                  <a:lnTo>
                    <a:pt x="133" y="259"/>
                  </a:lnTo>
                  <a:lnTo>
                    <a:pt x="119" y="207"/>
                  </a:lnTo>
                  <a:lnTo>
                    <a:pt x="108" y="156"/>
                  </a:lnTo>
                  <a:lnTo>
                    <a:pt x="101" y="103"/>
                  </a:lnTo>
                  <a:lnTo>
                    <a:pt x="96" y="51"/>
                  </a:lnTo>
                  <a:lnTo>
                    <a:pt x="94" y="0"/>
                  </a:lnTo>
                  <a:lnTo>
                    <a:pt x="0" y="0"/>
                  </a:lnTo>
                  <a:lnTo>
                    <a:pt x="2" y="56"/>
                  </a:lnTo>
                  <a:lnTo>
                    <a:pt x="7" y="115"/>
                  </a:lnTo>
                  <a:lnTo>
                    <a:pt x="16" y="172"/>
                  </a:lnTo>
                  <a:lnTo>
                    <a:pt x="28" y="231"/>
                  </a:lnTo>
                  <a:lnTo>
                    <a:pt x="44" y="287"/>
                  </a:lnTo>
                  <a:lnTo>
                    <a:pt x="62" y="342"/>
                  </a:lnTo>
                  <a:lnTo>
                    <a:pt x="83" y="398"/>
                  </a:lnTo>
                  <a:lnTo>
                    <a:pt x="106" y="452"/>
                  </a:lnTo>
                  <a:lnTo>
                    <a:pt x="133" y="505"/>
                  </a:lnTo>
                  <a:lnTo>
                    <a:pt x="161" y="554"/>
                  </a:lnTo>
                  <a:lnTo>
                    <a:pt x="192" y="602"/>
                  </a:lnTo>
                  <a:lnTo>
                    <a:pt x="224" y="647"/>
                  </a:lnTo>
                  <a:lnTo>
                    <a:pt x="259" y="689"/>
                  </a:lnTo>
                  <a:lnTo>
                    <a:pt x="295" y="728"/>
                  </a:lnTo>
                  <a:lnTo>
                    <a:pt x="334" y="763"/>
                  </a:lnTo>
                  <a:lnTo>
                    <a:pt x="374" y="795"/>
                  </a:lnTo>
                  <a:lnTo>
                    <a:pt x="375" y="795"/>
                  </a:lnTo>
                  <a:lnTo>
                    <a:pt x="374" y="795"/>
                  </a:lnTo>
                  <a:lnTo>
                    <a:pt x="392" y="803"/>
                  </a:lnTo>
                  <a:lnTo>
                    <a:pt x="411" y="803"/>
                  </a:lnTo>
                  <a:lnTo>
                    <a:pt x="426" y="795"/>
                  </a:lnTo>
                  <a:lnTo>
                    <a:pt x="439" y="782"/>
                  </a:lnTo>
                  <a:lnTo>
                    <a:pt x="446" y="766"/>
                  </a:lnTo>
                  <a:lnTo>
                    <a:pt x="449" y="749"/>
                  </a:lnTo>
                  <a:lnTo>
                    <a:pt x="441" y="732"/>
                  </a:lnTo>
                  <a:lnTo>
                    <a:pt x="427" y="717"/>
                  </a:lnTo>
                  <a:lnTo>
                    <a:pt x="426" y="71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2607" name="Freeform 45"/>
            <p:cNvSpPr>
              <a:spLocks/>
            </p:cNvSpPr>
            <p:nvPr/>
          </p:nvSpPr>
          <p:spPr bwMode="auto">
            <a:xfrm>
              <a:off x="883" y="1673"/>
              <a:ext cx="379" cy="690"/>
            </a:xfrm>
            <a:custGeom>
              <a:avLst/>
              <a:gdLst>
                <a:gd name="T0" fmla="*/ 12 w 1897"/>
                <a:gd name="T1" fmla="*/ 6 h 3450"/>
                <a:gd name="T2" fmla="*/ 13 w 1897"/>
                <a:gd name="T3" fmla="*/ 7 h 3450"/>
                <a:gd name="T4" fmla="*/ 13 w 1897"/>
                <a:gd name="T5" fmla="*/ 7 h 3450"/>
                <a:gd name="T6" fmla="*/ 14 w 1897"/>
                <a:gd name="T7" fmla="*/ 8 h 3450"/>
                <a:gd name="T8" fmla="*/ 14 w 1897"/>
                <a:gd name="T9" fmla="*/ 9 h 3450"/>
                <a:gd name="T10" fmla="*/ 15 w 1897"/>
                <a:gd name="T11" fmla="*/ 10 h 3450"/>
                <a:gd name="T12" fmla="*/ 15 w 1897"/>
                <a:gd name="T13" fmla="*/ 11 h 3450"/>
                <a:gd name="T14" fmla="*/ 15 w 1897"/>
                <a:gd name="T15" fmla="*/ 11 h 3450"/>
                <a:gd name="T16" fmla="*/ 15 w 1897"/>
                <a:gd name="T17" fmla="*/ 12 h 3450"/>
                <a:gd name="T18" fmla="*/ 15 w 1897"/>
                <a:gd name="T19" fmla="*/ 26 h 3450"/>
                <a:gd name="T20" fmla="*/ 15 w 1897"/>
                <a:gd name="T21" fmla="*/ 26 h 3450"/>
                <a:gd name="T22" fmla="*/ 15 w 1897"/>
                <a:gd name="T23" fmla="*/ 27 h 3450"/>
                <a:gd name="T24" fmla="*/ 15 w 1897"/>
                <a:gd name="T25" fmla="*/ 27 h 3450"/>
                <a:gd name="T26" fmla="*/ 14 w 1897"/>
                <a:gd name="T27" fmla="*/ 27 h 3450"/>
                <a:gd name="T28" fmla="*/ 14 w 1897"/>
                <a:gd name="T29" fmla="*/ 28 h 3450"/>
                <a:gd name="T30" fmla="*/ 13 w 1897"/>
                <a:gd name="T31" fmla="*/ 28 h 3450"/>
                <a:gd name="T32" fmla="*/ 13 w 1897"/>
                <a:gd name="T33" fmla="*/ 27 h 3450"/>
                <a:gd name="T34" fmla="*/ 3 w 1897"/>
                <a:gd name="T35" fmla="*/ 21 h 3450"/>
                <a:gd name="T36" fmla="*/ 2 w 1897"/>
                <a:gd name="T37" fmla="*/ 21 h 3450"/>
                <a:gd name="T38" fmla="*/ 2 w 1897"/>
                <a:gd name="T39" fmla="*/ 20 h 3450"/>
                <a:gd name="T40" fmla="*/ 1 w 1897"/>
                <a:gd name="T41" fmla="*/ 19 h 3450"/>
                <a:gd name="T42" fmla="*/ 1 w 1897"/>
                <a:gd name="T43" fmla="*/ 19 h 3450"/>
                <a:gd name="T44" fmla="*/ 0 w 1897"/>
                <a:gd name="T45" fmla="*/ 18 h 3450"/>
                <a:gd name="T46" fmla="*/ 0 w 1897"/>
                <a:gd name="T47" fmla="*/ 17 h 3450"/>
                <a:gd name="T48" fmla="*/ 0 w 1897"/>
                <a:gd name="T49" fmla="*/ 16 h 3450"/>
                <a:gd name="T50" fmla="*/ 0 w 1897"/>
                <a:gd name="T51" fmla="*/ 15 h 3450"/>
                <a:gd name="T52" fmla="*/ 0 w 1897"/>
                <a:gd name="T53" fmla="*/ 2 h 3450"/>
                <a:gd name="T54" fmla="*/ 0 w 1897"/>
                <a:gd name="T55" fmla="*/ 1 h 3450"/>
                <a:gd name="T56" fmla="*/ 0 w 1897"/>
                <a:gd name="T57" fmla="*/ 1 h 3450"/>
                <a:gd name="T58" fmla="*/ 1 w 1897"/>
                <a:gd name="T59" fmla="*/ 0 h 3450"/>
                <a:gd name="T60" fmla="*/ 1 w 1897"/>
                <a:gd name="T61" fmla="*/ 0 h 3450"/>
                <a:gd name="T62" fmla="*/ 1 w 1897"/>
                <a:gd name="T63" fmla="*/ 0 h 3450"/>
                <a:gd name="T64" fmla="*/ 2 w 1897"/>
                <a:gd name="T65" fmla="*/ 0 h 3450"/>
                <a:gd name="T66" fmla="*/ 3 w 1897"/>
                <a:gd name="T67" fmla="*/ 0 h 3450"/>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897"/>
                <a:gd name="T103" fmla="*/ 0 h 3450"/>
                <a:gd name="T104" fmla="*/ 1897 w 1897"/>
                <a:gd name="T105" fmla="*/ 3450 h 3450"/>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897" h="3450">
                  <a:moveTo>
                    <a:pt x="357" y="49"/>
                  </a:moveTo>
                  <a:lnTo>
                    <a:pt x="1542" y="806"/>
                  </a:lnTo>
                  <a:lnTo>
                    <a:pt x="1579" y="832"/>
                  </a:lnTo>
                  <a:lnTo>
                    <a:pt x="1614" y="861"/>
                  </a:lnTo>
                  <a:lnTo>
                    <a:pt x="1648" y="895"/>
                  </a:lnTo>
                  <a:lnTo>
                    <a:pt x="1681" y="933"/>
                  </a:lnTo>
                  <a:lnTo>
                    <a:pt x="1711" y="973"/>
                  </a:lnTo>
                  <a:lnTo>
                    <a:pt x="1740" y="1016"/>
                  </a:lnTo>
                  <a:lnTo>
                    <a:pt x="1768" y="1062"/>
                  </a:lnTo>
                  <a:lnTo>
                    <a:pt x="1793" y="1109"/>
                  </a:lnTo>
                  <a:lnTo>
                    <a:pt x="1816" y="1158"/>
                  </a:lnTo>
                  <a:lnTo>
                    <a:pt x="1836" y="1208"/>
                  </a:lnTo>
                  <a:lnTo>
                    <a:pt x="1854" y="1260"/>
                  </a:lnTo>
                  <a:lnTo>
                    <a:pt x="1869" y="1313"/>
                  </a:lnTo>
                  <a:lnTo>
                    <a:pt x="1881" y="1364"/>
                  </a:lnTo>
                  <a:lnTo>
                    <a:pt x="1890" y="1417"/>
                  </a:lnTo>
                  <a:lnTo>
                    <a:pt x="1895" y="1469"/>
                  </a:lnTo>
                  <a:lnTo>
                    <a:pt x="1897" y="1519"/>
                  </a:lnTo>
                  <a:lnTo>
                    <a:pt x="1897" y="3142"/>
                  </a:lnTo>
                  <a:lnTo>
                    <a:pt x="1895" y="3190"/>
                  </a:lnTo>
                  <a:lnTo>
                    <a:pt x="1890" y="3235"/>
                  </a:lnTo>
                  <a:lnTo>
                    <a:pt x="1881" y="3276"/>
                  </a:lnTo>
                  <a:lnTo>
                    <a:pt x="1869" y="3313"/>
                  </a:lnTo>
                  <a:lnTo>
                    <a:pt x="1854" y="3346"/>
                  </a:lnTo>
                  <a:lnTo>
                    <a:pt x="1836" y="3375"/>
                  </a:lnTo>
                  <a:lnTo>
                    <a:pt x="1816" y="3398"/>
                  </a:lnTo>
                  <a:lnTo>
                    <a:pt x="1793" y="3418"/>
                  </a:lnTo>
                  <a:lnTo>
                    <a:pt x="1768" y="3434"/>
                  </a:lnTo>
                  <a:lnTo>
                    <a:pt x="1740" y="3444"/>
                  </a:lnTo>
                  <a:lnTo>
                    <a:pt x="1711" y="3450"/>
                  </a:lnTo>
                  <a:lnTo>
                    <a:pt x="1681" y="3450"/>
                  </a:lnTo>
                  <a:lnTo>
                    <a:pt x="1648" y="3445"/>
                  </a:lnTo>
                  <a:lnTo>
                    <a:pt x="1614" y="3436"/>
                  </a:lnTo>
                  <a:lnTo>
                    <a:pt x="1579" y="3421"/>
                  </a:lnTo>
                  <a:lnTo>
                    <a:pt x="1542" y="3400"/>
                  </a:lnTo>
                  <a:lnTo>
                    <a:pt x="357" y="2643"/>
                  </a:lnTo>
                  <a:lnTo>
                    <a:pt x="320" y="2618"/>
                  </a:lnTo>
                  <a:lnTo>
                    <a:pt x="285" y="2588"/>
                  </a:lnTo>
                  <a:lnTo>
                    <a:pt x="251" y="2554"/>
                  </a:lnTo>
                  <a:lnTo>
                    <a:pt x="218" y="2517"/>
                  </a:lnTo>
                  <a:lnTo>
                    <a:pt x="187" y="2477"/>
                  </a:lnTo>
                  <a:lnTo>
                    <a:pt x="157" y="2433"/>
                  </a:lnTo>
                  <a:lnTo>
                    <a:pt x="130" y="2388"/>
                  </a:lnTo>
                  <a:lnTo>
                    <a:pt x="105" y="2341"/>
                  </a:lnTo>
                  <a:lnTo>
                    <a:pt x="81" y="2292"/>
                  </a:lnTo>
                  <a:lnTo>
                    <a:pt x="61" y="2241"/>
                  </a:lnTo>
                  <a:lnTo>
                    <a:pt x="44" y="2190"/>
                  </a:lnTo>
                  <a:lnTo>
                    <a:pt x="29" y="2138"/>
                  </a:lnTo>
                  <a:lnTo>
                    <a:pt x="17" y="2085"/>
                  </a:lnTo>
                  <a:lnTo>
                    <a:pt x="7" y="2033"/>
                  </a:lnTo>
                  <a:lnTo>
                    <a:pt x="3" y="1981"/>
                  </a:lnTo>
                  <a:lnTo>
                    <a:pt x="0" y="1931"/>
                  </a:lnTo>
                  <a:lnTo>
                    <a:pt x="0" y="308"/>
                  </a:lnTo>
                  <a:lnTo>
                    <a:pt x="3" y="260"/>
                  </a:lnTo>
                  <a:lnTo>
                    <a:pt x="7" y="215"/>
                  </a:lnTo>
                  <a:lnTo>
                    <a:pt x="17" y="174"/>
                  </a:lnTo>
                  <a:lnTo>
                    <a:pt x="29" y="137"/>
                  </a:lnTo>
                  <a:lnTo>
                    <a:pt x="44" y="104"/>
                  </a:lnTo>
                  <a:lnTo>
                    <a:pt x="61" y="76"/>
                  </a:lnTo>
                  <a:lnTo>
                    <a:pt x="81" y="51"/>
                  </a:lnTo>
                  <a:lnTo>
                    <a:pt x="105" y="31"/>
                  </a:lnTo>
                  <a:lnTo>
                    <a:pt x="130" y="16"/>
                  </a:lnTo>
                  <a:lnTo>
                    <a:pt x="157" y="5"/>
                  </a:lnTo>
                  <a:lnTo>
                    <a:pt x="187" y="0"/>
                  </a:lnTo>
                  <a:lnTo>
                    <a:pt x="218" y="0"/>
                  </a:lnTo>
                  <a:lnTo>
                    <a:pt x="251" y="3"/>
                  </a:lnTo>
                  <a:lnTo>
                    <a:pt x="285" y="14"/>
                  </a:lnTo>
                  <a:lnTo>
                    <a:pt x="320" y="29"/>
                  </a:lnTo>
                  <a:lnTo>
                    <a:pt x="357" y="49"/>
                  </a:lnTo>
                  <a:close/>
                </a:path>
              </a:pathLst>
            </a:custGeom>
            <a:solidFill>
              <a:srgbClr val="BFBFB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2608" name="Freeform 46"/>
            <p:cNvSpPr>
              <a:spLocks/>
            </p:cNvSpPr>
            <p:nvPr/>
          </p:nvSpPr>
          <p:spPr bwMode="auto">
            <a:xfrm>
              <a:off x="1268" y="1663"/>
              <a:ext cx="393" cy="711"/>
            </a:xfrm>
            <a:custGeom>
              <a:avLst/>
              <a:gdLst>
                <a:gd name="T0" fmla="*/ 3 w 1962"/>
                <a:gd name="T1" fmla="*/ 7 h 3555"/>
                <a:gd name="T2" fmla="*/ 2 w 1962"/>
                <a:gd name="T3" fmla="*/ 7 h 3555"/>
                <a:gd name="T4" fmla="*/ 2 w 1962"/>
                <a:gd name="T5" fmla="*/ 8 h 3555"/>
                <a:gd name="T6" fmla="*/ 1 w 1962"/>
                <a:gd name="T7" fmla="*/ 8 h 3555"/>
                <a:gd name="T8" fmla="*/ 1 w 1962"/>
                <a:gd name="T9" fmla="*/ 9 h 3555"/>
                <a:gd name="T10" fmla="*/ 1 w 1962"/>
                <a:gd name="T11" fmla="*/ 10 h 3555"/>
                <a:gd name="T12" fmla="*/ 0 w 1962"/>
                <a:gd name="T13" fmla="*/ 11 h 3555"/>
                <a:gd name="T14" fmla="*/ 0 w 1962"/>
                <a:gd name="T15" fmla="*/ 12 h 3555"/>
                <a:gd name="T16" fmla="*/ 0 w 1962"/>
                <a:gd name="T17" fmla="*/ 13 h 3555"/>
                <a:gd name="T18" fmla="*/ 0 w 1962"/>
                <a:gd name="T19" fmla="*/ 26 h 3555"/>
                <a:gd name="T20" fmla="*/ 0 w 1962"/>
                <a:gd name="T21" fmla="*/ 27 h 3555"/>
                <a:gd name="T22" fmla="*/ 0 w 1962"/>
                <a:gd name="T23" fmla="*/ 28 h 3555"/>
                <a:gd name="T24" fmla="*/ 1 w 1962"/>
                <a:gd name="T25" fmla="*/ 28 h 3555"/>
                <a:gd name="T26" fmla="*/ 1 w 1962"/>
                <a:gd name="T27" fmla="*/ 28 h 3555"/>
                <a:gd name="T28" fmla="*/ 2 w 1962"/>
                <a:gd name="T29" fmla="*/ 28 h 3555"/>
                <a:gd name="T30" fmla="*/ 2 w 1962"/>
                <a:gd name="T31" fmla="*/ 28 h 3555"/>
                <a:gd name="T32" fmla="*/ 3 w 1962"/>
                <a:gd name="T33" fmla="*/ 28 h 3555"/>
                <a:gd name="T34" fmla="*/ 13 w 1962"/>
                <a:gd name="T35" fmla="*/ 22 h 3555"/>
                <a:gd name="T36" fmla="*/ 13 w 1962"/>
                <a:gd name="T37" fmla="*/ 21 h 3555"/>
                <a:gd name="T38" fmla="*/ 14 w 1962"/>
                <a:gd name="T39" fmla="*/ 21 h 3555"/>
                <a:gd name="T40" fmla="*/ 14 w 1962"/>
                <a:gd name="T41" fmla="*/ 20 h 3555"/>
                <a:gd name="T42" fmla="*/ 15 w 1962"/>
                <a:gd name="T43" fmla="*/ 19 h 3555"/>
                <a:gd name="T44" fmla="*/ 15 w 1962"/>
                <a:gd name="T45" fmla="*/ 18 h 3555"/>
                <a:gd name="T46" fmla="*/ 16 w 1962"/>
                <a:gd name="T47" fmla="*/ 18 h 3555"/>
                <a:gd name="T48" fmla="*/ 16 w 1962"/>
                <a:gd name="T49" fmla="*/ 17 h 3555"/>
                <a:gd name="T50" fmla="*/ 16 w 1962"/>
                <a:gd name="T51" fmla="*/ 16 h 3555"/>
                <a:gd name="T52" fmla="*/ 16 w 1962"/>
                <a:gd name="T53" fmla="*/ 2 h 3555"/>
                <a:gd name="T54" fmla="*/ 16 w 1962"/>
                <a:gd name="T55" fmla="*/ 1 h 3555"/>
                <a:gd name="T56" fmla="*/ 15 w 1962"/>
                <a:gd name="T57" fmla="*/ 1 h 3555"/>
                <a:gd name="T58" fmla="*/ 15 w 1962"/>
                <a:gd name="T59" fmla="*/ 0 h 3555"/>
                <a:gd name="T60" fmla="*/ 15 w 1962"/>
                <a:gd name="T61" fmla="*/ 0 h 3555"/>
                <a:gd name="T62" fmla="*/ 14 w 1962"/>
                <a:gd name="T63" fmla="*/ 0 h 3555"/>
                <a:gd name="T64" fmla="*/ 14 w 1962"/>
                <a:gd name="T65" fmla="*/ 0 h 3555"/>
                <a:gd name="T66" fmla="*/ 13 w 1962"/>
                <a:gd name="T67" fmla="*/ 0 h 3555"/>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962"/>
                <a:gd name="T103" fmla="*/ 0 h 3555"/>
                <a:gd name="T104" fmla="*/ 1962 w 1962"/>
                <a:gd name="T105" fmla="*/ 3555 h 3555"/>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962" h="3555">
                  <a:moveTo>
                    <a:pt x="1594" y="50"/>
                  </a:moveTo>
                  <a:lnTo>
                    <a:pt x="368" y="831"/>
                  </a:lnTo>
                  <a:lnTo>
                    <a:pt x="330" y="858"/>
                  </a:lnTo>
                  <a:lnTo>
                    <a:pt x="294" y="888"/>
                  </a:lnTo>
                  <a:lnTo>
                    <a:pt x="259" y="922"/>
                  </a:lnTo>
                  <a:lnTo>
                    <a:pt x="225" y="961"/>
                  </a:lnTo>
                  <a:lnTo>
                    <a:pt x="193" y="1003"/>
                  </a:lnTo>
                  <a:lnTo>
                    <a:pt x="163" y="1047"/>
                  </a:lnTo>
                  <a:lnTo>
                    <a:pt x="133" y="1094"/>
                  </a:lnTo>
                  <a:lnTo>
                    <a:pt x="108" y="1143"/>
                  </a:lnTo>
                  <a:lnTo>
                    <a:pt x="84" y="1193"/>
                  </a:lnTo>
                  <a:lnTo>
                    <a:pt x="63" y="1246"/>
                  </a:lnTo>
                  <a:lnTo>
                    <a:pt x="44" y="1299"/>
                  </a:lnTo>
                  <a:lnTo>
                    <a:pt x="29" y="1353"/>
                  </a:lnTo>
                  <a:lnTo>
                    <a:pt x="16" y="1405"/>
                  </a:lnTo>
                  <a:lnTo>
                    <a:pt x="7" y="1459"/>
                  </a:lnTo>
                  <a:lnTo>
                    <a:pt x="2" y="1512"/>
                  </a:lnTo>
                  <a:lnTo>
                    <a:pt x="0" y="1565"/>
                  </a:lnTo>
                  <a:lnTo>
                    <a:pt x="0" y="3237"/>
                  </a:lnTo>
                  <a:lnTo>
                    <a:pt x="2" y="3287"/>
                  </a:lnTo>
                  <a:lnTo>
                    <a:pt x="7" y="3333"/>
                  </a:lnTo>
                  <a:lnTo>
                    <a:pt x="16" y="3375"/>
                  </a:lnTo>
                  <a:lnTo>
                    <a:pt x="29" y="3413"/>
                  </a:lnTo>
                  <a:lnTo>
                    <a:pt x="44" y="3447"/>
                  </a:lnTo>
                  <a:lnTo>
                    <a:pt x="63" y="3477"/>
                  </a:lnTo>
                  <a:lnTo>
                    <a:pt x="84" y="3502"/>
                  </a:lnTo>
                  <a:lnTo>
                    <a:pt x="108" y="3522"/>
                  </a:lnTo>
                  <a:lnTo>
                    <a:pt x="133" y="3538"/>
                  </a:lnTo>
                  <a:lnTo>
                    <a:pt x="163" y="3549"/>
                  </a:lnTo>
                  <a:lnTo>
                    <a:pt x="193" y="3555"/>
                  </a:lnTo>
                  <a:lnTo>
                    <a:pt x="225" y="3555"/>
                  </a:lnTo>
                  <a:lnTo>
                    <a:pt x="259" y="3550"/>
                  </a:lnTo>
                  <a:lnTo>
                    <a:pt x="294" y="3541"/>
                  </a:lnTo>
                  <a:lnTo>
                    <a:pt x="330" y="3524"/>
                  </a:lnTo>
                  <a:lnTo>
                    <a:pt x="368" y="3503"/>
                  </a:lnTo>
                  <a:lnTo>
                    <a:pt x="1594" y="2722"/>
                  </a:lnTo>
                  <a:lnTo>
                    <a:pt x="1632" y="2696"/>
                  </a:lnTo>
                  <a:lnTo>
                    <a:pt x="1668" y="2665"/>
                  </a:lnTo>
                  <a:lnTo>
                    <a:pt x="1703" y="2631"/>
                  </a:lnTo>
                  <a:lnTo>
                    <a:pt x="1737" y="2592"/>
                  </a:lnTo>
                  <a:lnTo>
                    <a:pt x="1769" y="2551"/>
                  </a:lnTo>
                  <a:lnTo>
                    <a:pt x="1799" y="2506"/>
                  </a:lnTo>
                  <a:lnTo>
                    <a:pt x="1829" y="2460"/>
                  </a:lnTo>
                  <a:lnTo>
                    <a:pt x="1854" y="2411"/>
                  </a:lnTo>
                  <a:lnTo>
                    <a:pt x="1878" y="2361"/>
                  </a:lnTo>
                  <a:lnTo>
                    <a:pt x="1899" y="2308"/>
                  </a:lnTo>
                  <a:lnTo>
                    <a:pt x="1918" y="2256"/>
                  </a:lnTo>
                  <a:lnTo>
                    <a:pt x="1933" y="2202"/>
                  </a:lnTo>
                  <a:lnTo>
                    <a:pt x="1946" y="2149"/>
                  </a:lnTo>
                  <a:lnTo>
                    <a:pt x="1955" y="2095"/>
                  </a:lnTo>
                  <a:lnTo>
                    <a:pt x="1960" y="2042"/>
                  </a:lnTo>
                  <a:lnTo>
                    <a:pt x="1962" y="1989"/>
                  </a:lnTo>
                  <a:lnTo>
                    <a:pt x="1962" y="319"/>
                  </a:lnTo>
                  <a:lnTo>
                    <a:pt x="1960" y="269"/>
                  </a:lnTo>
                  <a:lnTo>
                    <a:pt x="1955" y="223"/>
                  </a:lnTo>
                  <a:lnTo>
                    <a:pt x="1946" y="180"/>
                  </a:lnTo>
                  <a:lnTo>
                    <a:pt x="1933" y="143"/>
                  </a:lnTo>
                  <a:lnTo>
                    <a:pt x="1918" y="109"/>
                  </a:lnTo>
                  <a:lnTo>
                    <a:pt x="1899" y="79"/>
                  </a:lnTo>
                  <a:lnTo>
                    <a:pt x="1878" y="54"/>
                  </a:lnTo>
                  <a:lnTo>
                    <a:pt x="1854" y="33"/>
                  </a:lnTo>
                  <a:lnTo>
                    <a:pt x="1829" y="17"/>
                  </a:lnTo>
                  <a:lnTo>
                    <a:pt x="1799" y="7"/>
                  </a:lnTo>
                  <a:lnTo>
                    <a:pt x="1769" y="0"/>
                  </a:lnTo>
                  <a:lnTo>
                    <a:pt x="1737" y="0"/>
                  </a:lnTo>
                  <a:lnTo>
                    <a:pt x="1703" y="4"/>
                  </a:lnTo>
                  <a:lnTo>
                    <a:pt x="1668" y="14"/>
                  </a:lnTo>
                  <a:lnTo>
                    <a:pt x="1632" y="29"/>
                  </a:lnTo>
                  <a:lnTo>
                    <a:pt x="1594" y="50"/>
                  </a:lnTo>
                  <a:close/>
                </a:path>
              </a:pathLst>
            </a:custGeom>
            <a:solidFill>
              <a:srgbClr val="E5E5E5"/>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2609" name="Freeform 47"/>
            <p:cNvSpPr>
              <a:spLocks noEditPoints="1"/>
            </p:cNvSpPr>
            <p:nvPr/>
          </p:nvSpPr>
          <p:spPr bwMode="auto">
            <a:xfrm>
              <a:off x="916" y="1589"/>
              <a:ext cx="697" cy="698"/>
            </a:xfrm>
            <a:custGeom>
              <a:avLst/>
              <a:gdLst>
                <a:gd name="T0" fmla="*/ 16 w 3485"/>
                <a:gd name="T1" fmla="*/ 0 h 3490"/>
                <a:gd name="T2" fmla="*/ 17 w 3485"/>
                <a:gd name="T3" fmla="*/ 2 h 3490"/>
                <a:gd name="T4" fmla="*/ 17 w 3485"/>
                <a:gd name="T5" fmla="*/ 3 h 3490"/>
                <a:gd name="T6" fmla="*/ 14 w 3485"/>
                <a:gd name="T7" fmla="*/ 4 h 3490"/>
                <a:gd name="T8" fmla="*/ 12 w 3485"/>
                <a:gd name="T9" fmla="*/ 4 h 3490"/>
                <a:gd name="T10" fmla="*/ 11 w 3485"/>
                <a:gd name="T11" fmla="*/ 2 h 3490"/>
                <a:gd name="T12" fmla="*/ 11 w 3485"/>
                <a:gd name="T13" fmla="*/ 1 h 3490"/>
                <a:gd name="T14" fmla="*/ 14 w 3485"/>
                <a:gd name="T15" fmla="*/ 0 h 3490"/>
                <a:gd name="T16" fmla="*/ 3 w 3485"/>
                <a:gd name="T17" fmla="*/ 7 h 3490"/>
                <a:gd name="T18" fmla="*/ 4 w 3485"/>
                <a:gd name="T19" fmla="*/ 9 h 3490"/>
                <a:gd name="T20" fmla="*/ 3 w 3485"/>
                <a:gd name="T21" fmla="*/ 12 h 3490"/>
                <a:gd name="T22" fmla="*/ 2 w 3485"/>
                <a:gd name="T23" fmla="*/ 13 h 3490"/>
                <a:gd name="T24" fmla="*/ 1 w 3485"/>
                <a:gd name="T25" fmla="*/ 12 h 3490"/>
                <a:gd name="T26" fmla="*/ 0 w 3485"/>
                <a:gd name="T27" fmla="*/ 10 h 3490"/>
                <a:gd name="T28" fmla="*/ 0 w 3485"/>
                <a:gd name="T29" fmla="*/ 8 h 3490"/>
                <a:gd name="T30" fmla="*/ 2 w 3485"/>
                <a:gd name="T31" fmla="*/ 6 h 3490"/>
                <a:gd name="T32" fmla="*/ 10 w 3485"/>
                <a:gd name="T33" fmla="*/ 20 h 3490"/>
                <a:gd name="T34" fmla="*/ 11 w 3485"/>
                <a:gd name="T35" fmla="*/ 22 h 3490"/>
                <a:gd name="T36" fmla="*/ 11 w 3485"/>
                <a:gd name="T37" fmla="*/ 25 h 3490"/>
                <a:gd name="T38" fmla="*/ 10 w 3485"/>
                <a:gd name="T39" fmla="*/ 27 h 3490"/>
                <a:gd name="T40" fmla="*/ 8 w 3485"/>
                <a:gd name="T41" fmla="*/ 26 h 3490"/>
                <a:gd name="T42" fmla="*/ 7 w 3485"/>
                <a:gd name="T43" fmla="*/ 24 h 3490"/>
                <a:gd name="T44" fmla="*/ 7 w 3485"/>
                <a:gd name="T45" fmla="*/ 22 h 3490"/>
                <a:gd name="T46" fmla="*/ 8 w 3485"/>
                <a:gd name="T47" fmla="*/ 20 h 3490"/>
                <a:gd name="T48" fmla="*/ 20 w 3485"/>
                <a:gd name="T49" fmla="*/ 21 h 3490"/>
                <a:gd name="T50" fmla="*/ 21 w 3485"/>
                <a:gd name="T51" fmla="*/ 23 h 3490"/>
                <a:gd name="T52" fmla="*/ 21 w 3485"/>
                <a:gd name="T53" fmla="*/ 26 h 3490"/>
                <a:gd name="T54" fmla="*/ 20 w 3485"/>
                <a:gd name="T55" fmla="*/ 28 h 3490"/>
                <a:gd name="T56" fmla="*/ 18 w 3485"/>
                <a:gd name="T57" fmla="*/ 28 h 3490"/>
                <a:gd name="T58" fmla="*/ 17 w 3485"/>
                <a:gd name="T59" fmla="*/ 26 h 3490"/>
                <a:gd name="T60" fmla="*/ 17 w 3485"/>
                <a:gd name="T61" fmla="*/ 23 h 3490"/>
                <a:gd name="T62" fmla="*/ 18 w 3485"/>
                <a:gd name="T63" fmla="*/ 21 h 3490"/>
                <a:gd name="T64" fmla="*/ 19 w 3485"/>
                <a:gd name="T65" fmla="*/ 11 h 3490"/>
                <a:gd name="T66" fmla="*/ 20 w 3485"/>
                <a:gd name="T67" fmla="*/ 13 h 3490"/>
                <a:gd name="T68" fmla="*/ 21 w 3485"/>
                <a:gd name="T69" fmla="*/ 15 h 3490"/>
                <a:gd name="T70" fmla="*/ 20 w 3485"/>
                <a:gd name="T71" fmla="*/ 17 h 3490"/>
                <a:gd name="T72" fmla="*/ 18 w 3485"/>
                <a:gd name="T73" fmla="*/ 17 h 3490"/>
                <a:gd name="T74" fmla="*/ 17 w 3485"/>
                <a:gd name="T75" fmla="*/ 16 h 3490"/>
                <a:gd name="T76" fmla="*/ 17 w 3485"/>
                <a:gd name="T77" fmla="*/ 13 h 3490"/>
                <a:gd name="T78" fmla="*/ 18 w 3485"/>
                <a:gd name="T79" fmla="*/ 11 h 3490"/>
                <a:gd name="T80" fmla="*/ 26 w 3485"/>
                <a:gd name="T81" fmla="*/ 7 h 3490"/>
                <a:gd name="T82" fmla="*/ 27 w 3485"/>
                <a:gd name="T83" fmla="*/ 8 h 3490"/>
                <a:gd name="T84" fmla="*/ 27 w 3485"/>
                <a:gd name="T85" fmla="*/ 11 h 3490"/>
                <a:gd name="T86" fmla="*/ 26 w 3485"/>
                <a:gd name="T87" fmla="*/ 13 h 3490"/>
                <a:gd name="T88" fmla="*/ 25 w 3485"/>
                <a:gd name="T89" fmla="*/ 13 h 3490"/>
                <a:gd name="T90" fmla="*/ 24 w 3485"/>
                <a:gd name="T91" fmla="*/ 12 h 3490"/>
                <a:gd name="T92" fmla="*/ 24 w 3485"/>
                <a:gd name="T93" fmla="*/ 9 h 3490"/>
                <a:gd name="T94" fmla="*/ 24 w 3485"/>
                <a:gd name="T95" fmla="*/ 7 h 3490"/>
                <a:gd name="T96" fmla="*/ 26 w 3485"/>
                <a:gd name="T97" fmla="*/ 17 h 3490"/>
                <a:gd name="T98" fmla="*/ 27 w 3485"/>
                <a:gd name="T99" fmla="*/ 18 h 3490"/>
                <a:gd name="T100" fmla="*/ 28 w 3485"/>
                <a:gd name="T101" fmla="*/ 21 h 3490"/>
                <a:gd name="T102" fmla="*/ 27 w 3485"/>
                <a:gd name="T103" fmla="*/ 23 h 3490"/>
                <a:gd name="T104" fmla="*/ 26 w 3485"/>
                <a:gd name="T105" fmla="*/ 24 h 3490"/>
                <a:gd name="T106" fmla="*/ 24 w 3485"/>
                <a:gd name="T107" fmla="*/ 23 h 3490"/>
                <a:gd name="T108" fmla="*/ 24 w 3485"/>
                <a:gd name="T109" fmla="*/ 20 h 3490"/>
                <a:gd name="T110" fmla="*/ 25 w 3485"/>
                <a:gd name="T111" fmla="*/ 18 h 3490"/>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w 3485"/>
                <a:gd name="T169" fmla="*/ 0 h 3490"/>
                <a:gd name="T170" fmla="*/ 3485 w 3485"/>
                <a:gd name="T171" fmla="*/ 3490 h 3490"/>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T168" t="T169" r="T170" b="T171"/>
              <a:pathLst>
                <a:path w="3485" h="3490">
                  <a:moveTo>
                    <a:pt x="1754" y="0"/>
                  </a:moveTo>
                  <a:lnTo>
                    <a:pt x="1797" y="2"/>
                  </a:lnTo>
                  <a:lnTo>
                    <a:pt x="1840" y="5"/>
                  </a:lnTo>
                  <a:lnTo>
                    <a:pt x="1881" y="12"/>
                  </a:lnTo>
                  <a:lnTo>
                    <a:pt x="1921" y="20"/>
                  </a:lnTo>
                  <a:lnTo>
                    <a:pt x="1959" y="31"/>
                  </a:lnTo>
                  <a:lnTo>
                    <a:pt x="1994" y="44"/>
                  </a:lnTo>
                  <a:lnTo>
                    <a:pt x="2028" y="59"/>
                  </a:lnTo>
                  <a:lnTo>
                    <a:pt x="2058" y="74"/>
                  </a:lnTo>
                  <a:lnTo>
                    <a:pt x="2086" y="93"/>
                  </a:lnTo>
                  <a:lnTo>
                    <a:pt x="2111" y="113"/>
                  </a:lnTo>
                  <a:lnTo>
                    <a:pt x="2132" y="133"/>
                  </a:lnTo>
                  <a:lnTo>
                    <a:pt x="2151" y="155"/>
                  </a:lnTo>
                  <a:lnTo>
                    <a:pt x="2165" y="179"/>
                  </a:lnTo>
                  <a:lnTo>
                    <a:pt x="2175" y="203"/>
                  </a:lnTo>
                  <a:lnTo>
                    <a:pt x="2182" y="229"/>
                  </a:lnTo>
                  <a:lnTo>
                    <a:pt x="2185" y="255"/>
                  </a:lnTo>
                  <a:lnTo>
                    <a:pt x="2182" y="281"/>
                  </a:lnTo>
                  <a:lnTo>
                    <a:pt x="2175" y="305"/>
                  </a:lnTo>
                  <a:lnTo>
                    <a:pt x="2165" y="330"/>
                  </a:lnTo>
                  <a:lnTo>
                    <a:pt x="2151" y="353"/>
                  </a:lnTo>
                  <a:lnTo>
                    <a:pt x="2132" y="376"/>
                  </a:lnTo>
                  <a:lnTo>
                    <a:pt x="2111" y="397"/>
                  </a:lnTo>
                  <a:lnTo>
                    <a:pt x="2086" y="417"/>
                  </a:lnTo>
                  <a:lnTo>
                    <a:pt x="2058" y="434"/>
                  </a:lnTo>
                  <a:lnTo>
                    <a:pt x="2028" y="451"/>
                  </a:lnTo>
                  <a:lnTo>
                    <a:pt x="1994" y="466"/>
                  </a:lnTo>
                  <a:lnTo>
                    <a:pt x="1959" y="479"/>
                  </a:lnTo>
                  <a:lnTo>
                    <a:pt x="1921" y="489"/>
                  </a:lnTo>
                  <a:lnTo>
                    <a:pt x="1881" y="498"/>
                  </a:lnTo>
                  <a:lnTo>
                    <a:pt x="1840" y="505"/>
                  </a:lnTo>
                  <a:lnTo>
                    <a:pt x="1797" y="508"/>
                  </a:lnTo>
                  <a:lnTo>
                    <a:pt x="1754" y="509"/>
                  </a:lnTo>
                  <a:lnTo>
                    <a:pt x="1710" y="508"/>
                  </a:lnTo>
                  <a:lnTo>
                    <a:pt x="1667" y="505"/>
                  </a:lnTo>
                  <a:lnTo>
                    <a:pt x="1626" y="498"/>
                  </a:lnTo>
                  <a:lnTo>
                    <a:pt x="1586" y="489"/>
                  </a:lnTo>
                  <a:lnTo>
                    <a:pt x="1548" y="479"/>
                  </a:lnTo>
                  <a:lnTo>
                    <a:pt x="1512" y="466"/>
                  </a:lnTo>
                  <a:lnTo>
                    <a:pt x="1479" y="451"/>
                  </a:lnTo>
                  <a:lnTo>
                    <a:pt x="1449" y="434"/>
                  </a:lnTo>
                  <a:lnTo>
                    <a:pt x="1421" y="417"/>
                  </a:lnTo>
                  <a:lnTo>
                    <a:pt x="1395" y="397"/>
                  </a:lnTo>
                  <a:lnTo>
                    <a:pt x="1374" y="376"/>
                  </a:lnTo>
                  <a:lnTo>
                    <a:pt x="1355" y="353"/>
                  </a:lnTo>
                  <a:lnTo>
                    <a:pt x="1341" y="330"/>
                  </a:lnTo>
                  <a:lnTo>
                    <a:pt x="1331" y="305"/>
                  </a:lnTo>
                  <a:lnTo>
                    <a:pt x="1324" y="281"/>
                  </a:lnTo>
                  <a:lnTo>
                    <a:pt x="1321" y="255"/>
                  </a:lnTo>
                  <a:lnTo>
                    <a:pt x="1324" y="229"/>
                  </a:lnTo>
                  <a:lnTo>
                    <a:pt x="1331" y="203"/>
                  </a:lnTo>
                  <a:lnTo>
                    <a:pt x="1341" y="179"/>
                  </a:lnTo>
                  <a:lnTo>
                    <a:pt x="1355" y="155"/>
                  </a:lnTo>
                  <a:lnTo>
                    <a:pt x="1374" y="133"/>
                  </a:lnTo>
                  <a:lnTo>
                    <a:pt x="1395" y="113"/>
                  </a:lnTo>
                  <a:lnTo>
                    <a:pt x="1421" y="93"/>
                  </a:lnTo>
                  <a:lnTo>
                    <a:pt x="1449" y="74"/>
                  </a:lnTo>
                  <a:lnTo>
                    <a:pt x="1479" y="59"/>
                  </a:lnTo>
                  <a:lnTo>
                    <a:pt x="1512" y="44"/>
                  </a:lnTo>
                  <a:lnTo>
                    <a:pt x="1548" y="31"/>
                  </a:lnTo>
                  <a:lnTo>
                    <a:pt x="1586" y="20"/>
                  </a:lnTo>
                  <a:lnTo>
                    <a:pt x="1626" y="12"/>
                  </a:lnTo>
                  <a:lnTo>
                    <a:pt x="1667" y="5"/>
                  </a:lnTo>
                  <a:lnTo>
                    <a:pt x="1710" y="2"/>
                  </a:lnTo>
                  <a:lnTo>
                    <a:pt x="1754" y="0"/>
                  </a:lnTo>
                  <a:close/>
                  <a:moveTo>
                    <a:pt x="239" y="786"/>
                  </a:moveTo>
                  <a:lnTo>
                    <a:pt x="263" y="788"/>
                  </a:lnTo>
                  <a:lnTo>
                    <a:pt x="287" y="794"/>
                  </a:lnTo>
                  <a:lnTo>
                    <a:pt x="309" y="805"/>
                  </a:lnTo>
                  <a:lnTo>
                    <a:pt x="331" y="819"/>
                  </a:lnTo>
                  <a:lnTo>
                    <a:pt x="352" y="836"/>
                  </a:lnTo>
                  <a:lnTo>
                    <a:pt x="372" y="857"/>
                  </a:lnTo>
                  <a:lnTo>
                    <a:pt x="390" y="882"/>
                  </a:lnTo>
                  <a:lnTo>
                    <a:pt x="407" y="909"/>
                  </a:lnTo>
                  <a:lnTo>
                    <a:pt x="423" y="940"/>
                  </a:lnTo>
                  <a:lnTo>
                    <a:pt x="437" y="971"/>
                  </a:lnTo>
                  <a:lnTo>
                    <a:pt x="448" y="1006"/>
                  </a:lnTo>
                  <a:lnTo>
                    <a:pt x="459" y="1043"/>
                  </a:lnTo>
                  <a:lnTo>
                    <a:pt x="467" y="1081"/>
                  </a:lnTo>
                  <a:lnTo>
                    <a:pt x="473" y="1121"/>
                  </a:lnTo>
                  <a:lnTo>
                    <a:pt x="476" y="1163"/>
                  </a:lnTo>
                  <a:lnTo>
                    <a:pt x="478" y="1206"/>
                  </a:lnTo>
                  <a:lnTo>
                    <a:pt x="476" y="1248"/>
                  </a:lnTo>
                  <a:lnTo>
                    <a:pt x="473" y="1290"/>
                  </a:lnTo>
                  <a:lnTo>
                    <a:pt x="467" y="1330"/>
                  </a:lnTo>
                  <a:lnTo>
                    <a:pt x="459" y="1367"/>
                  </a:lnTo>
                  <a:lnTo>
                    <a:pt x="448" y="1405"/>
                  </a:lnTo>
                  <a:lnTo>
                    <a:pt x="437" y="1439"/>
                  </a:lnTo>
                  <a:lnTo>
                    <a:pt x="423" y="1472"/>
                  </a:lnTo>
                  <a:lnTo>
                    <a:pt x="407" y="1501"/>
                  </a:lnTo>
                  <a:lnTo>
                    <a:pt x="390" y="1528"/>
                  </a:lnTo>
                  <a:lnTo>
                    <a:pt x="372" y="1553"/>
                  </a:lnTo>
                  <a:lnTo>
                    <a:pt x="352" y="1574"/>
                  </a:lnTo>
                  <a:lnTo>
                    <a:pt x="331" y="1591"/>
                  </a:lnTo>
                  <a:lnTo>
                    <a:pt x="309" y="1605"/>
                  </a:lnTo>
                  <a:lnTo>
                    <a:pt x="287" y="1616"/>
                  </a:lnTo>
                  <a:lnTo>
                    <a:pt x="263" y="1622"/>
                  </a:lnTo>
                  <a:lnTo>
                    <a:pt x="239" y="1624"/>
                  </a:lnTo>
                  <a:lnTo>
                    <a:pt x="214" y="1622"/>
                  </a:lnTo>
                  <a:lnTo>
                    <a:pt x="191" y="1616"/>
                  </a:lnTo>
                  <a:lnTo>
                    <a:pt x="168" y="1605"/>
                  </a:lnTo>
                  <a:lnTo>
                    <a:pt x="146" y="1591"/>
                  </a:lnTo>
                  <a:lnTo>
                    <a:pt x="125" y="1574"/>
                  </a:lnTo>
                  <a:lnTo>
                    <a:pt x="105" y="1553"/>
                  </a:lnTo>
                  <a:lnTo>
                    <a:pt x="87" y="1528"/>
                  </a:lnTo>
                  <a:lnTo>
                    <a:pt x="70" y="1501"/>
                  </a:lnTo>
                  <a:lnTo>
                    <a:pt x="55" y="1472"/>
                  </a:lnTo>
                  <a:lnTo>
                    <a:pt x="41" y="1439"/>
                  </a:lnTo>
                  <a:lnTo>
                    <a:pt x="29" y="1405"/>
                  </a:lnTo>
                  <a:lnTo>
                    <a:pt x="18" y="1367"/>
                  </a:lnTo>
                  <a:lnTo>
                    <a:pt x="10" y="1330"/>
                  </a:lnTo>
                  <a:lnTo>
                    <a:pt x="4" y="1290"/>
                  </a:lnTo>
                  <a:lnTo>
                    <a:pt x="1" y="1248"/>
                  </a:lnTo>
                  <a:lnTo>
                    <a:pt x="0" y="1206"/>
                  </a:lnTo>
                  <a:lnTo>
                    <a:pt x="1" y="1163"/>
                  </a:lnTo>
                  <a:lnTo>
                    <a:pt x="4" y="1121"/>
                  </a:lnTo>
                  <a:lnTo>
                    <a:pt x="10" y="1081"/>
                  </a:lnTo>
                  <a:lnTo>
                    <a:pt x="18" y="1043"/>
                  </a:lnTo>
                  <a:lnTo>
                    <a:pt x="29" y="1006"/>
                  </a:lnTo>
                  <a:lnTo>
                    <a:pt x="41" y="971"/>
                  </a:lnTo>
                  <a:lnTo>
                    <a:pt x="55" y="940"/>
                  </a:lnTo>
                  <a:lnTo>
                    <a:pt x="70" y="909"/>
                  </a:lnTo>
                  <a:lnTo>
                    <a:pt x="87" y="882"/>
                  </a:lnTo>
                  <a:lnTo>
                    <a:pt x="105" y="857"/>
                  </a:lnTo>
                  <a:lnTo>
                    <a:pt x="125" y="836"/>
                  </a:lnTo>
                  <a:lnTo>
                    <a:pt x="146" y="819"/>
                  </a:lnTo>
                  <a:lnTo>
                    <a:pt x="168" y="805"/>
                  </a:lnTo>
                  <a:lnTo>
                    <a:pt x="191" y="794"/>
                  </a:lnTo>
                  <a:lnTo>
                    <a:pt x="214" y="788"/>
                  </a:lnTo>
                  <a:lnTo>
                    <a:pt x="239" y="786"/>
                  </a:lnTo>
                  <a:close/>
                  <a:moveTo>
                    <a:pt x="1119" y="2495"/>
                  </a:moveTo>
                  <a:lnTo>
                    <a:pt x="1143" y="2498"/>
                  </a:lnTo>
                  <a:lnTo>
                    <a:pt x="1167" y="2504"/>
                  </a:lnTo>
                  <a:lnTo>
                    <a:pt x="1190" y="2514"/>
                  </a:lnTo>
                  <a:lnTo>
                    <a:pt x="1211" y="2528"/>
                  </a:lnTo>
                  <a:lnTo>
                    <a:pt x="1232" y="2546"/>
                  </a:lnTo>
                  <a:lnTo>
                    <a:pt x="1252" y="2567"/>
                  </a:lnTo>
                  <a:lnTo>
                    <a:pt x="1271" y="2592"/>
                  </a:lnTo>
                  <a:lnTo>
                    <a:pt x="1288" y="2618"/>
                  </a:lnTo>
                  <a:lnTo>
                    <a:pt x="1304" y="2648"/>
                  </a:lnTo>
                  <a:lnTo>
                    <a:pt x="1318" y="2681"/>
                  </a:lnTo>
                  <a:lnTo>
                    <a:pt x="1329" y="2715"/>
                  </a:lnTo>
                  <a:lnTo>
                    <a:pt x="1340" y="2752"/>
                  </a:lnTo>
                  <a:lnTo>
                    <a:pt x="1348" y="2790"/>
                  </a:lnTo>
                  <a:lnTo>
                    <a:pt x="1354" y="2830"/>
                  </a:lnTo>
                  <a:lnTo>
                    <a:pt x="1358" y="2872"/>
                  </a:lnTo>
                  <a:lnTo>
                    <a:pt x="1359" y="2914"/>
                  </a:lnTo>
                  <a:lnTo>
                    <a:pt x="1358" y="2956"/>
                  </a:lnTo>
                  <a:lnTo>
                    <a:pt x="1354" y="2998"/>
                  </a:lnTo>
                  <a:lnTo>
                    <a:pt x="1348" y="3038"/>
                  </a:lnTo>
                  <a:lnTo>
                    <a:pt x="1340" y="3077"/>
                  </a:lnTo>
                  <a:lnTo>
                    <a:pt x="1329" y="3113"/>
                  </a:lnTo>
                  <a:lnTo>
                    <a:pt x="1318" y="3147"/>
                  </a:lnTo>
                  <a:lnTo>
                    <a:pt x="1304" y="3180"/>
                  </a:lnTo>
                  <a:lnTo>
                    <a:pt x="1288" y="3209"/>
                  </a:lnTo>
                  <a:lnTo>
                    <a:pt x="1271" y="3238"/>
                  </a:lnTo>
                  <a:lnTo>
                    <a:pt x="1252" y="3261"/>
                  </a:lnTo>
                  <a:lnTo>
                    <a:pt x="1232" y="3282"/>
                  </a:lnTo>
                  <a:lnTo>
                    <a:pt x="1211" y="3301"/>
                  </a:lnTo>
                  <a:lnTo>
                    <a:pt x="1190" y="3315"/>
                  </a:lnTo>
                  <a:lnTo>
                    <a:pt x="1167" y="3325"/>
                  </a:lnTo>
                  <a:lnTo>
                    <a:pt x="1143" y="3331"/>
                  </a:lnTo>
                  <a:lnTo>
                    <a:pt x="1119" y="3334"/>
                  </a:lnTo>
                  <a:lnTo>
                    <a:pt x="1094" y="3331"/>
                  </a:lnTo>
                  <a:lnTo>
                    <a:pt x="1070" y="3325"/>
                  </a:lnTo>
                  <a:lnTo>
                    <a:pt x="1048" y="3315"/>
                  </a:lnTo>
                  <a:lnTo>
                    <a:pt x="1026" y="3301"/>
                  </a:lnTo>
                  <a:lnTo>
                    <a:pt x="1005" y="3282"/>
                  </a:lnTo>
                  <a:lnTo>
                    <a:pt x="985" y="3261"/>
                  </a:lnTo>
                  <a:lnTo>
                    <a:pt x="967" y="3238"/>
                  </a:lnTo>
                  <a:lnTo>
                    <a:pt x="950" y="3209"/>
                  </a:lnTo>
                  <a:lnTo>
                    <a:pt x="935" y="3180"/>
                  </a:lnTo>
                  <a:lnTo>
                    <a:pt x="921" y="3147"/>
                  </a:lnTo>
                  <a:lnTo>
                    <a:pt x="909" y="3113"/>
                  </a:lnTo>
                  <a:lnTo>
                    <a:pt x="898" y="3077"/>
                  </a:lnTo>
                  <a:lnTo>
                    <a:pt x="890" y="3038"/>
                  </a:lnTo>
                  <a:lnTo>
                    <a:pt x="884" y="2998"/>
                  </a:lnTo>
                  <a:lnTo>
                    <a:pt x="881" y="2956"/>
                  </a:lnTo>
                  <a:lnTo>
                    <a:pt x="880" y="2914"/>
                  </a:lnTo>
                  <a:lnTo>
                    <a:pt x="881" y="2872"/>
                  </a:lnTo>
                  <a:lnTo>
                    <a:pt x="884" y="2830"/>
                  </a:lnTo>
                  <a:lnTo>
                    <a:pt x="890" y="2790"/>
                  </a:lnTo>
                  <a:lnTo>
                    <a:pt x="898" y="2752"/>
                  </a:lnTo>
                  <a:lnTo>
                    <a:pt x="909" y="2715"/>
                  </a:lnTo>
                  <a:lnTo>
                    <a:pt x="921" y="2681"/>
                  </a:lnTo>
                  <a:lnTo>
                    <a:pt x="935" y="2648"/>
                  </a:lnTo>
                  <a:lnTo>
                    <a:pt x="950" y="2618"/>
                  </a:lnTo>
                  <a:lnTo>
                    <a:pt x="967" y="2592"/>
                  </a:lnTo>
                  <a:lnTo>
                    <a:pt x="985" y="2567"/>
                  </a:lnTo>
                  <a:lnTo>
                    <a:pt x="1005" y="2546"/>
                  </a:lnTo>
                  <a:lnTo>
                    <a:pt x="1026" y="2528"/>
                  </a:lnTo>
                  <a:lnTo>
                    <a:pt x="1048" y="2514"/>
                  </a:lnTo>
                  <a:lnTo>
                    <a:pt x="1070" y="2504"/>
                  </a:lnTo>
                  <a:lnTo>
                    <a:pt x="1094" y="2498"/>
                  </a:lnTo>
                  <a:lnTo>
                    <a:pt x="1119" y="2495"/>
                  </a:lnTo>
                  <a:close/>
                  <a:moveTo>
                    <a:pt x="2380" y="2651"/>
                  </a:moveTo>
                  <a:lnTo>
                    <a:pt x="2405" y="2654"/>
                  </a:lnTo>
                  <a:lnTo>
                    <a:pt x="2428" y="2660"/>
                  </a:lnTo>
                  <a:lnTo>
                    <a:pt x="2452" y="2670"/>
                  </a:lnTo>
                  <a:lnTo>
                    <a:pt x="2473" y="2684"/>
                  </a:lnTo>
                  <a:lnTo>
                    <a:pt x="2494" y="2703"/>
                  </a:lnTo>
                  <a:lnTo>
                    <a:pt x="2514" y="2724"/>
                  </a:lnTo>
                  <a:lnTo>
                    <a:pt x="2533" y="2747"/>
                  </a:lnTo>
                  <a:lnTo>
                    <a:pt x="2550" y="2774"/>
                  </a:lnTo>
                  <a:lnTo>
                    <a:pt x="2565" y="2805"/>
                  </a:lnTo>
                  <a:lnTo>
                    <a:pt x="2580" y="2838"/>
                  </a:lnTo>
                  <a:lnTo>
                    <a:pt x="2591" y="2872"/>
                  </a:lnTo>
                  <a:lnTo>
                    <a:pt x="2602" y="2908"/>
                  </a:lnTo>
                  <a:lnTo>
                    <a:pt x="2610" y="2947"/>
                  </a:lnTo>
                  <a:lnTo>
                    <a:pt x="2616" y="2987"/>
                  </a:lnTo>
                  <a:lnTo>
                    <a:pt x="2619" y="3029"/>
                  </a:lnTo>
                  <a:lnTo>
                    <a:pt x="2621" y="3071"/>
                  </a:lnTo>
                  <a:lnTo>
                    <a:pt x="2619" y="3113"/>
                  </a:lnTo>
                  <a:lnTo>
                    <a:pt x="2616" y="3155"/>
                  </a:lnTo>
                  <a:lnTo>
                    <a:pt x="2610" y="3195"/>
                  </a:lnTo>
                  <a:lnTo>
                    <a:pt x="2602" y="3233"/>
                  </a:lnTo>
                  <a:lnTo>
                    <a:pt x="2591" y="3270"/>
                  </a:lnTo>
                  <a:lnTo>
                    <a:pt x="2580" y="3304"/>
                  </a:lnTo>
                  <a:lnTo>
                    <a:pt x="2565" y="3337"/>
                  </a:lnTo>
                  <a:lnTo>
                    <a:pt x="2550" y="3367"/>
                  </a:lnTo>
                  <a:lnTo>
                    <a:pt x="2533" y="3393"/>
                  </a:lnTo>
                  <a:lnTo>
                    <a:pt x="2514" y="3418"/>
                  </a:lnTo>
                  <a:lnTo>
                    <a:pt x="2494" y="3439"/>
                  </a:lnTo>
                  <a:lnTo>
                    <a:pt x="2473" y="3457"/>
                  </a:lnTo>
                  <a:lnTo>
                    <a:pt x="2452" y="3471"/>
                  </a:lnTo>
                  <a:lnTo>
                    <a:pt x="2428" y="3481"/>
                  </a:lnTo>
                  <a:lnTo>
                    <a:pt x="2405" y="3487"/>
                  </a:lnTo>
                  <a:lnTo>
                    <a:pt x="2380" y="3490"/>
                  </a:lnTo>
                  <a:lnTo>
                    <a:pt x="2356" y="3487"/>
                  </a:lnTo>
                  <a:lnTo>
                    <a:pt x="2332" y="3481"/>
                  </a:lnTo>
                  <a:lnTo>
                    <a:pt x="2310" y="3471"/>
                  </a:lnTo>
                  <a:lnTo>
                    <a:pt x="2288" y="3457"/>
                  </a:lnTo>
                  <a:lnTo>
                    <a:pt x="2267" y="3439"/>
                  </a:lnTo>
                  <a:lnTo>
                    <a:pt x="2248" y="3418"/>
                  </a:lnTo>
                  <a:lnTo>
                    <a:pt x="2229" y="3393"/>
                  </a:lnTo>
                  <a:lnTo>
                    <a:pt x="2212" y="3367"/>
                  </a:lnTo>
                  <a:lnTo>
                    <a:pt x="2196" y="3337"/>
                  </a:lnTo>
                  <a:lnTo>
                    <a:pt x="2182" y="3304"/>
                  </a:lnTo>
                  <a:lnTo>
                    <a:pt x="2171" y="3270"/>
                  </a:lnTo>
                  <a:lnTo>
                    <a:pt x="2160" y="3233"/>
                  </a:lnTo>
                  <a:lnTo>
                    <a:pt x="2152" y="3195"/>
                  </a:lnTo>
                  <a:lnTo>
                    <a:pt x="2146" y="3155"/>
                  </a:lnTo>
                  <a:lnTo>
                    <a:pt x="2142" y="3113"/>
                  </a:lnTo>
                  <a:lnTo>
                    <a:pt x="2141" y="3071"/>
                  </a:lnTo>
                  <a:lnTo>
                    <a:pt x="2142" y="3029"/>
                  </a:lnTo>
                  <a:lnTo>
                    <a:pt x="2146" y="2987"/>
                  </a:lnTo>
                  <a:lnTo>
                    <a:pt x="2152" y="2947"/>
                  </a:lnTo>
                  <a:lnTo>
                    <a:pt x="2160" y="2908"/>
                  </a:lnTo>
                  <a:lnTo>
                    <a:pt x="2171" y="2872"/>
                  </a:lnTo>
                  <a:lnTo>
                    <a:pt x="2182" y="2838"/>
                  </a:lnTo>
                  <a:lnTo>
                    <a:pt x="2196" y="2805"/>
                  </a:lnTo>
                  <a:lnTo>
                    <a:pt x="2212" y="2774"/>
                  </a:lnTo>
                  <a:lnTo>
                    <a:pt x="2229" y="2747"/>
                  </a:lnTo>
                  <a:lnTo>
                    <a:pt x="2248" y="2724"/>
                  </a:lnTo>
                  <a:lnTo>
                    <a:pt x="2267" y="2703"/>
                  </a:lnTo>
                  <a:lnTo>
                    <a:pt x="2288" y="2684"/>
                  </a:lnTo>
                  <a:lnTo>
                    <a:pt x="2310" y="2670"/>
                  </a:lnTo>
                  <a:lnTo>
                    <a:pt x="2332" y="2660"/>
                  </a:lnTo>
                  <a:lnTo>
                    <a:pt x="2356" y="2654"/>
                  </a:lnTo>
                  <a:lnTo>
                    <a:pt x="2380" y="2651"/>
                  </a:lnTo>
                  <a:close/>
                  <a:moveTo>
                    <a:pt x="2342" y="1355"/>
                  </a:moveTo>
                  <a:lnTo>
                    <a:pt x="2366" y="1357"/>
                  </a:lnTo>
                  <a:lnTo>
                    <a:pt x="2390" y="1363"/>
                  </a:lnTo>
                  <a:lnTo>
                    <a:pt x="2412" y="1373"/>
                  </a:lnTo>
                  <a:lnTo>
                    <a:pt x="2434" y="1387"/>
                  </a:lnTo>
                  <a:lnTo>
                    <a:pt x="2455" y="1405"/>
                  </a:lnTo>
                  <a:lnTo>
                    <a:pt x="2475" y="1426"/>
                  </a:lnTo>
                  <a:lnTo>
                    <a:pt x="2493" y="1451"/>
                  </a:lnTo>
                  <a:lnTo>
                    <a:pt x="2510" y="1478"/>
                  </a:lnTo>
                  <a:lnTo>
                    <a:pt x="2526" y="1507"/>
                  </a:lnTo>
                  <a:lnTo>
                    <a:pt x="2540" y="1540"/>
                  </a:lnTo>
                  <a:lnTo>
                    <a:pt x="2551" y="1574"/>
                  </a:lnTo>
                  <a:lnTo>
                    <a:pt x="2562" y="1611"/>
                  </a:lnTo>
                  <a:lnTo>
                    <a:pt x="2570" y="1649"/>
                  </a:lnTo>
                  <a:lnTo>
                    <a:pt x="2576" y="1689"/>
                  </a:lnTo>
                  <a:lnTo>
                    <a:pt x="2580" y="1731"/>
                  </a:lnTo>
                  <a:lnTo>
                    <a:pt x="2581" y="1773"/>
                  </a:lnTo>
                  <a:lnTo>
                    <a:pt x="2580" y="1815"/>
                  </a:lnTo>
                  <a:lnTo>
                    <a:pt x="2576" y="1858"/>
                  </a:lnTo>
                  <a:lnTo>
                    <a:pt x="2570" y="1897"/>
                  </a:lnTo>
                  <a:lnTo>
                    <a:pt x="2562" y="1936"/>
                  </a:lnTo>
                  <a:lnTo>
                    <a:pt x="2551" y="1972"/>
                  </a:lnTo>
                  <a:lnTo>
                    <a:pt x="2540" y="2008"/>
                  </a:lnTo>
                  <a:lnTo>
                    <a:pt x="2526" y="2039"/>
                  </a:lnTo>
                  <a:lnTo>
                    <a:pt x="2510" y="2070"/>
                  </a:lnTo>
                  <a:lnTo>
                    <a:pt x="2493" y="2097"/>
                  </a:lnTo>
                  <a:lnTo>
                    <a:pt x="2475" y="2121"/>
                  </a:lnTo>
                  <a:lnTo>
                    <a:pt x="2455" y="2142"/>
                  </a:lnTo>
                  <a:lnTo>
                    <a:pt x="2434" y="2160"/>
                  </a:lnTo>
                  <a:lnTo>
                    <a:pt x="2412" y="2174"/>
                  </a:lnTo>
                  <a:lnTo>
                    <a:pt x="2390" y="2185"/>
                  </a:lnTo>
                  <a:lnTo>
                    <a:pt x="2366" y="2191"/>
                  </a:lnTo>
                  <a:lnTo>
                    <a:pt x="2342" y="2193"/>
                  </a:lnTo>
                  <a:lnTo>
                    <a:pt x="2317" y="2191"/>
                  </a:lnTo>
                  <a:lnTo>
                    <a:pt x="2294" y="2185"/>
                  </a:lnTo>
                  <a:lnTo>
                    <a:pt x="2270" y="2174"/>
                  </a:lnTo>
                  <a:lnTo>
                    <a:pt x="2249" y="2160"/>
                  </a:lnTo>
                  <a:lnTo>
                    <a:pt x="2228" y="2142"/>
                  </a:lnTo>
                  <a:lnTo>
                    <a:pt x="2208" y="2121"/>
                  </a:lnTo>
                  <a:lnTo>
                    <a:pt x="2189" y="2097"/>
                  </a:lnTo>
                  <a:lnTo>
                    <a:pt x="2173" y="2070"/>
                  </a:lnTo>
                  <a:lnTo>
                    <a:pt x="2157" y="2039"/>
                  </a:lnTo>
                  <a:lnTo>
                    <a:pt x="2142" y="2008"/>
                  </a:lnTo>
                  <a:lnTo>
                    <a:pt x="2131" y="1972"/>
                  </a:lnTo>
                  <a:lnTo>
                    <a:pt x="2120" y="1936"/>
                  </a:lnTo>
                  <a:lnTo>
                    <a:pt x="2112" y="1897"/>
                  </a:lnTo>
                  <a:lnTo>
                    <a:pt x="2106" y="1858"/>
                  </a:lnTo>
                  <a:lnTo>
                    <a:pt x="2103" y="1815"/>
                  </a:lnTo>
                  <a:lnTo>
                    <a:pt x="2101" y="1773"/>
                  </a:lnTo>
                  <a:lnTo>
                    <a:pt x="2103" y="1731"/>
                  </a:lnTo>
                  <a:lnTo>
                    <a:pt x="2106" y="1689"/>
                  </a:lnTo>
                  <a:lnTo>
                    <a:pt x="2112" y="1649"/>
                  </a:lnTo>
                  <a:lnTo>
                    <a:pt x="2120" y="1611"/>
                  </a:lnTo>
                  <a:lnTo>
                    <a:pt x="2131" y="1574"/>
                  </a:lnTo>
                  <a:lnTo>
                    <a:pt x="2142" y="1540"/>
                  </a:lnTo>
                  <a:lnTo>
                    <a:pt x="2157" y="1507"/>
                  </a:lnTo>
                  <a:lnTo>
                    <a:pt x="2173" y="1478"/>
                  </a:lnTo>
                  <a:lnTo>
                    <a:pt x="2189" y="1451"/>
                  </a:lnTo>
                  <a:lnTo>
                    <a:pt x="2208" y="1426"/>
                  </a:lnTo>
                  <a:lnTo>
                    <a:pt x="2228" y="1405"/>
                  </a:lnTo>
                  <a:lnTo>
                    <a:pt x="2249" y="1387"/>
                  </a:lnTo>
                  <a:lnTo>
                    <a:pt x="2270" y="1373"/>
                  </a:lnTo>
                  <a:lnTo>
                    <a:pt x="2294" y="1363"/>
                  </a:lnTo>
                  <a:lnTo>
                    <a:pt x="2317" y="1357"/>
                  </a:lnTo>
                  <a:lnTo>
                    <a:pt x="2342" y="1355"/>
                  </a:lnTo>
                  <a:close/>
                  <a:moveTo>
                    <a:pt x="3179" y="819"/>
                  </a:moveTo>
                  <a:lnTo>
                    <a:pt x="3204" y="821"/>
                  </a:lnTo>
                  <a:lnTo>
                    <a:pt x="3227" y="827"/>
                  </a:lnTo>
                  <a:lnTo>
                    <a:pt x="3250" y="838"/>
                  </a:lnTo>
                  <a:lnTo>
                    <a:pt x="3272" y="852"/>
                  </a:lnTo>
                  <a:lnTo>
                    <a:pt x="3293" y="869"/>
                  </a:lnTo>
                  <a:lnTo>
                    <a:pt x="3312" y="890"/>
                  </a:lnTo>
                  <a:lnTo>
                    <a:pt x="3331" y="915"/>
                  </a:lnTo>
                  <a:lnTo>
                    <a:pt x="3348" y="942"/>
                  </a:lnTo>
                  <a:lnTo>
                    <a:pt x="3363" y="971"/>
                  </a:lnTo>
                  <a:lnTo>
                    <a:pt x="3377" y="1004"/>
                  </a:lnTo>
                  <a:lnTo>
                    <a:pt x="3389" y="1038"/>
                  </a:lnTo>
                  <a:lnTo>
                    <a:pt x="3400" y="1076"/>
                  </a:lnTo>
                  <a:lnTo>
                    <a:pt x="3408" y="1113"/>
                  </a:lnTo>
                  <a:lnTo>
                    <a:pt x="3414" y="1153"/>
                  </a:lnTo>
                  <a:lnTo>
                    <a:pt x="3417" y="1195"/>
                  </a:lnTo>
                  <a:lnTo>
                    <a:pt x="3418" y="1237"/>
                  </a:lnTo>
                  <a:lnTo>
                    <a:pt x="3417" y="1280"/>
                  </a:lnTo>
                  <a:lnTo>
                    <a:pt x="3414" y="1322"/>
                  </a:lnTo>
                  <a:lnTo>
                    <a:pt x="3408" y="1362"/>
                  </a:lnTo>
                  <a:lnTo>
                    <a:pt x="3400" y="1399"/>
                  </a:lnTo>
                  <a:lnTo>
                    <a:pt x="3389" y="1437"/>
                  </a:lnTo>
                  <a:lnTo>
                    <a:pt x="3377" y="1471"/>
                  </a:lnTo>
                  <a:lnTo>
                    <a:pt x="3363" y="1503"/>
                  </a:lnTo>
                  <a:lnTo>
                    <a:pt x="3348" y="1533"/>
                  </a:lnTo>
                  <a:lnTo>
                    <a:pt x="3331" y="1560"/>
                  </a:lnTo>
                  <a:lnTo>
                    <a:pt x="3312" y="1584"/>
                  </a:lnTo>
                  <a:lnTo>
                    <a:pt x="3293" y="1605"/>
                  </a:lnTo>
                  <a:lnTo>
                    <a:pt x="3272" y="1623"/>
                  </a:lnTo>
                  <a:lnTo>
                    <a:pt x="3250" y="1637"/>
                  </a:lnTo>
                  <a:lnTo>
                    <a:pt x="3227" y="1648"/>
                  </a:lnTo>
                  <a:lnTo>
                    <a:pt x="3204" y="1654"/>
                  </a:lnTo>
                  <a:lnTo>
                    <a:pt x="3179" y="1656"/>
                  </a:lnTo>
                  <a:lnTo>
                    <a:pt x="3155" y="1654"/>
                  </a:lnTo>
                  <a:lnTo>
                    <a:pt x="3131" y="1648"/>
                  </a:lnTo>
                  <a:lnTo>
                    <a:pt x="3108" y="1637"/>
                  </a:lnTo>
                  <a:lnTo>
                    <a:pt x="3087" y="1623"/>
                  </a:lnTo>
                  <a:lnTo>
                    <a:pt x="3066" y="1605"/>
                  </a:lnTo>
                  <a:lnTo>
                    <a:pt x="3046" y="1584"/>
                  </a:lnTo>
                  <a:lnTo>
                    <a:pt x="3027" y="1560"/>
                  </a:lnTo>
                  <a:lnTo>
                    <a:pt x="3011" y="1533"/>
                  </a:lnTo>
                  <a:lnTo>
                    <a:pt x="2994" y="1503"/>
                  </a:lnTo>
                  <a:lnTo>
                    <a:pt x="2980" y="1471"/>
                  </a:lnTo>
                  <a:lnTo>
                    <a:pt x="2968" y="1437"/>
                  </a:lnTo>
                  <a:lnTo>
                    <a:pt x="2958" y="1399"/>
                  </a:lnTo>
                  <a:lnTo>
                    <a:pt x="2950" y="1362"/>
                  </a:lnTo>
                  <a:lnTo>
                    <a:pt x="2944" y="1322"/>
                  </a:lnTo>
                  <a:lnTo>
                    <a:pt x="2940" y="1280"/>
                  </a:lnTo>
                  <a:lnTo>
                    <a:pt x="2939" y="1237"/>
                  </a:lnTo>
                  <a:lnTo>
                    <a:pt x="2940" y="1195"/>
                  </a:lnTo>
                  <a:lnTo>
                    <a:pt x="2944" y="1153"/>
                  </a:lnTo>
                  <a:lnTo>
                    <a:pt x="2950" y="1113"/>
                  </a:lnTo>
                  <a:lnTo>
                    <a:pt x="2958" y="1076"/>
                  </a:lnTo>
                  <a:lnTo>
                    <a:pt x="2968" y="1038"/>
                  </a:lnTo>
                  <a:lnTo>
                    <a:pt x="2980" y="1004"/>
                  </a:lnTo>
                  <a:lnTo>
                    <a:pt x="2994" y="971"/>
                  </a:lnTo>
                  <a:lnTo>
                    <a:pt x="3011" y="942"/>
                  </a:lnTo>
                  <a:lnTo>
                    <a:pt x="3027" y="915"/>
                  </a:lnTo>
                  <a:lnTo>
                    <a:pt x="3046" y="890"/>
                  </a:lnTo>
                  <a:lnTo>
                    <a:pt x="3066" y="869"/>
                  </a:lnTo>
                  <a:lnTo>
                    <a:pt x="3087" y="852"/>
                  </a:lnTo>
                  <a:lnTo>
                    <a:pt x="3108" y="838"/>
                  </a:lnTo>
                  <a:lnTo>
                    <a:pt x="3131" y="827"/>
                  </a:lnTo>
                  <a:lnTo>
                    <a:pt x="3155" y="821"/>
                  </a:lnTo>
                  <a:lnTo>
                    <a:pt x="3179" y="819"/>
                  </a:lnTo>
                  <a:close/>
                  <a:moveTo>
                    <a:pt x="3246" y="2144"/>
                  </a:moveTo>
                  <a:lnTo>
                    <a:pt x="3271" y="2146"/>
                  </a:lnTo>
                  <a:lnTo>
                    <a:pt x="3294" y="2152"/>
                  </a:lnTo>
                  <a:lnTo>
                    <a:pt x="3316" y="2162"/>
                  </a:lnTo>
                  <a:lnTo>
                    <a:pt x="3339" y="2176"/>
                  </a:lnTo>
                  <a:lnTo>
                    <a:pt x="3360" y="2194"/>
                  </a:lnTo>
                  <a:lnTo>
                    <a:pt x="3380" y="2215"/>
                  </a:lnTo>
                  <a:lnTo>
                    <a:pt x="3397" y="2240"/>
                  </a:lnTo>
                  <a:lnTo>
                    <a:pt x="3415" y="2267"/>
                  </a:lnTo>
                  <a:lnTo>
                    <a:pt x="3430" y="2296"/>
                  </a:lnTo>
                  <a:lnTo>
                    <a:pt x="3444" y="2329"/>
                  </a:lnTo>
                  <a:lnTo>
                    <a:pt x="3456" y="2363"/>
                  </a:lnTo>
                  <a:lnTo>
                    <a:pt x="3466" y="2400"/>
                  </a:lnTo>
                  <a:lnTo>
                    <a:pt x="3475" y="2438"/>
                  </a:lnTo>
                  <a:lnTo>
                    <a:pt x="3480" y="2478"/>
                  </a:lnTo>
                  <a:lnTo>
                    <a:pt x="3484" y="2520"/>
                  </a:lnTo>
                  <a:lnTo>
                    <a:pt x="3485" y="2562"/>
                  </a:lnTo>
                  <a:lnTo>
                    <a:pt x="3484" y="2604"/>
                  </a:lnTo>
                  <a:lnTo>
                    <a:pt x="3480" y="2647"/>
                  </a:lnTo>
                  <a:lnTo>
                    <a:pt x="3475" y="2686"/>
                  </a:lnTo>
                  <a:lnTo>
                    <a:pt x="3466" y="2725"/>
                  </a:lnTo>
                  <a:lnTo>
                    <a:pt x="3456" y="2762"/>
                  </a:lnTo>
                  <a:lnTo>
                    <a:pt x="3444" y="2796"/>
                  </a:lnTo>
                  <a:lnTo>
                    <a:pt x="3430" y="2828"/>
                  </a:lnTo>
                  <a:lnTo>
                    <a:pt x="3415" y="2858"/>
                  </a:lnTo>
                  <a:lnTo>
                    <a:pt x="3397" y="2886"/>
                  </a:lnTo>
                  <a:lnTo>
                    <a:pt x="3380" y="2909"/>
                  </a:lnTo>
                  <a:lnTo>
                    <a:pt x="3360" y="2930"/>
                  </a:lnTo>
                  <a:lnTo>
                    <a:pt x="3339" y="2949"/>
                  </a:lnTo>
                  <a:lnTo>
                    <a:pt x="3316" y="2963"/>
                  </a:lnTo>
                  <a:lnTo>
                    <a:pt x="3294" y="2974"/>
                  </a:lnTo>
                  <a:lnTo>
                    <a:pt x="3271" y="2980"/>
                  </a:lnTo>
                  <a:lnTo>
                    <a:pt x="3246" y="2982"/>
                  </a:lnTo>
                  <a:lnTo>
                    <a:pt x="3222" y="2980"/>
                  </a:lnTo>
                  <a:lnTo>
                    <a:pt x="3198" y="2974"/>
                  </a:lnTo>
                  <a:lnTo>
                    <a:pt x="3176" y="2963"/>
                  </a:lnTo>
                  <a:lnTo>
                    <a:pt x="3154" y="2949"/>
                  </a:lnTo>
                  <a:lnTo>
                    <a:pt x="3133" y="2930"/>
                  </a:lnTo>
                  <a:lnTo>
                    <a:pt x="3113" y="2909"/>
                  </a:lnTo>
                  <a:lnTo>
                    <a:pt x="3095" y="2886"/>
                  </a:lnTo>
                  <a:lnTo>
                    <a:pt x="3077" y="2858"/>
                  </a:lnTo>
                  <a:lnTo>
                    <a:pt x="3062" y="2828"/>
                  </a:lnTo>
                  <a:lnTo>
                    <a:pt x="3048" y="2796"/>
                  </a:lnTo>
                  <a:lnTo>
                    <a:pt x="3036" y="2762"/>
                  </a:lnTo>
                  <a:lnTo>
                    <a:pt x="3026" y="2725"/>
                  </a:lnTo>
                  <a:lnTo>
                    <a:pt x="3018" y="2686"/>
                  </a:lnTo>
                  <a:lnTo>
                    <a:pt x="3012" y="2647"/>
                  </a:lnTo>
                  <a:lnTo>
                    <a:pt x="3008" y="2604"/>
                  </a:lnTo>
                  <a:lnTo>
                    <a:pt x="3007" y="2562"/>
                  </a:lnTo>
                  <a:lnTo>
                    <a:pt x="3008" y="2520"/>
                  </a:lnTo>
                  <a:lnTo>
                    <a:pt x="3012" y="2478"/>
                  </a:lnTo>
                  <a:lnTo>
                    <a:pt x="3018" y="2438"/>
                  </a:lnTo>
                  <a:lnTo>
                    <a:pt x="3026" y="2400"/>
                  </a:lnTo>
                  <a:lnTo>
                    <a:pt x="3036" y="2363"/>
                  </a:lnTo>
                  <a:lnTo>
                    <a:pt x="3048" y="2329"/>
                  </a:lnTo>
                  <a:lnTo>
                    <a:pt x="3062" y="2296"/>
                  </a:lnTo>
                  <a:lnTo>
                    <a:pt x="3077" y="2267"/>
                  </a:lnTo>
                  <a:lnTo>
                    <a:pt x="3095" y="2240"/>
                  </a:lnTo>
                  <a:lnTo>
                    <a:pt x="3113" y="2215"/>
                  </a:lnTo>
                  <a:lnTo>
                    <a:pt x="3133" y="2194"/>
                  </a:lnTo>
                  <a:lnTo>
                    <a:pt x="3154" y="2176"/>
                  </a:lnTo>
                  <a:lnTo>
                    <a:pt x="3176" y="2162"/>
                  </a:lnTo>
                  <a:lnTo>
                    <a:pt x="3198" y="2152"/>
                  </a:lnTo>
                  <a:lnTo>
                    <a:pt x="3222" y="2146"/>
                  </a:lnTo>
                  <a:lnTo>
                    <a:pt x="3246" y="214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2610" name="Freeform 48"/>
            <p:cNvSpPr>
              <a:spLocks/>
            </p:cNvSpPr>
            <p:nvPr/>
          </p:nvSpPr>
          <p:spPr bwMode="auto">
            <a:xfrm>
              <a:off x="1267" y="1588"/>
              <a:ext cx="87" cy="52"/>
            </a:xfrm>
            <a:custGeom>
              <a:avLst/>
              <a:gdLst>
                <a:gd name="T0" fmla="*/ 3 w 437"/>
                <a:gd name="T1" fmla="*/ 2 h 260"/>
                <a:gd name="T2" fmla="*/ 3 w 437"/>
                <a:gd name="T3" fmla="*/ 2 h 260"/>
                <a:gd name="T4" fmla="*/ 3 w 437"/>
                <a:gd name="T5" fmla="*/ 2 h 260"/>
                <a:gd name="T6" fmla="*/ 3 w 437"/>
                <a:gd name="T7" fmla="*/ 2 h 260"/>
                <a:gd name="T8" fmla="*/ 3 w 437"/>
                <a:gd name="T9" fmla="*/ 1 h 260"/>
                <a:gd name="T10" fmla="*/ 3 w 437"/>
                <a:gd name="T11" fmla="*/ 1 h 260"/>
                <a:gd name="T12" fmla="*/ 3 w 437"/>
                <a:gd name="T13" fmla="*/ 1 h 260"/>
                <a:gd name="T14" fmla="*/ 3 w 437"/>
                <a:gd name="T15" fmla="*/ 1 h 260"/>
                <a:gd name="T16" fmla="*/ 3 w 437"/>
                <a:gd name="T17" fmla="*/ 1 h 260"/>
                <a:gd name="T18" fmla="*/ 2 w 437"/>
                <a:gd name="T19" fmla="*/ 1 h 260"/>
                <a:gd name="T20" fmla="*/ 2 w 437"/>
                <a:gd name="T21" fmla="*/ 0 h 260"/>
                <a:gd name="T22" fmla="*/ 2 w 437"/>
                <a:gd name="T23" fmla="*/ 0 h 260"/>
                <a:gd name="T24" fmla="*/ 2 w 437"/>
                <a:gd name="T25" fmla="*/ 0 h 260"/>
                <a:gd name="T26" fmla="*/ 1 w 437"/>
                <a:gd name="T27" fmla="*/ 0 h 260"/>
                <a:gd name="T28" fmla="*/ 1 w 437"/>
                <a:gd name="T29" fmla="*/ 0 h 260"/>
                <a:gd name="T30" fmla="*/ 1 w 437"/>
                <a:gd name="T31" fmla="*/ 0 h 260"/>
                <a:gd name="T32" fmla="*/ 0 w 437"/>
                <a:gd name="T33" fmla="*/ 0 h 260"/>
                <a:gd name="T34" fmla="*/ 0 w 437"/>
                <a:gd name="T35" fmla="*/ 0 h 260"/>
                <a:gd name="T36" fmla="*/ 0 w 437"/>
                <a:gd name="T37" fmla="*/ 0 h 260"/>
                <a:gd name="T38" fmla="*/ 0 w 437"/>
                <a:gd name="T39" fmla="*/ 0 h 260"/>
                <a:gd name="T40" fmla="*/ 1 w 437"/>
                <a:gd name="T41" fmla="*/ 0 h 260"/>
                <a:gd name="T42" fmla="*/ 1 w 437"/>
                <a:gd name="T43" fmla="*/ 0 h 260"/>
                <a:gd name="T44" fmla="*/ 1 w 437"/>
                <a:gd name="T45" fmla="*/ 0 h 260"/>
                <a:gd name="T46" fmla="*/ 2 w 437"/>
                <a:gd name="T47" fmla="*/ 0 h 260"/>
                <a:gd name="T48" fmla="*/ 2 w 437"/>
                <a:gd name="T49" fmla="*/ 0 h 260"/>
                <a:gd name="T50" fmla="*/ 2 w 437"/>
                <a:gd name="T51" fmla="*/ 1 h 260"/>
                <a:gd name="T52" fmla="*/ 2 w 437"/>
                <a:gd name="T53" fmla="*/ 1 h 260"/>
                <a:gd name="T54" fmla="*/ 3 w 437"/>
                <a:gd name="T55" fmla="*/ 1 h 260"/>
                <a:gd name="T56" fmla="*/ 3 w 437"/>
                <a:gd name="T57" fmla="*/ 1 h 260"/>
                <a:gd name="T58" fmla="*/ 3 w 437"/>
                <a:gd name="T59" fmla="*/ 1 h 260"/>
                <a:gd name="T60" fmla="*/ 3 w 437"/>
                <a:gd name="T61" fmla="*/ 1 h 260"/>
                <a:gd name="T62" fmla="*/ 3 w 437"/>
                <a:gd name="T63" fmla="*/ 1 h 260"/>
                <a:gd name="T64" fmla="*/ 3 w 437"/>
                <a:gd name="T65" fmla="*/ 2 h 260"/>
                <a:gd name="T66" fmla="*/ 3 w 437"/>
                <a:gd name="T67" fmla="*/ 2 h 260"/>
                <a:gd name="T68" fmla="*/ 3 w 437"/>
                <a:gd name="T69" fmla="*/ 2 h 260"/>
                <a:gd name="T70" fmla="*/ 3 w 437"/>
                <a:gd name="T71" fmla="*/ 2 h 260"/>
                <a:gd name="T72" fmla="*/ 3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437" y="260"/>
                  </a:moveTo>
                  <a:lnTo>
                    <a:pt x="437" y="260"/>
                  </a:lnTo>
                  <a:lnTo>
                    <a:pt x="434" y="233"/>
                  </a:lnTo>
                  <a:lnTo>
                    <a:pt x="427" y="206"/>
                  </a:lnTo>
                  <a:lnTo>
                    <a:pt x="417" y="181"/>
                  </a:lnTo>
                  <a:lnTo>
                    <a:pt x="401" y="157"/>
                  </a:lnTo>
                  <a:lnTo>
                    <a:pt x="383" y="133"/>
                  </a:lnTo>
                  <a:lnTo>
                    <a:pt x="360" y="113"/>
                  </a:lnTo>
                  <a:lnTo>
                    <a:pt x="336" y="93"/>
                  </a:lnTo>
                  <a:lnTo>
                    <a:pt x="308" y="73"/>
                  </a:lnTo>
                  <a:lnTo>
                    <a:pt x="276" y="58"/>
                  </a:lnTo>
                  <a:lnTo>
                    <a:pt x="242" y="43"/>
                  </a:lnTo>
                  <a:lnTo>
                    <a:pt x="207" y="30"/>
                  </a:lnTo>
                  <a:lnTo>
                    <a:pt x="168" y="19"/>
                  </a:lnTo>
                  <a:lnTo>
                    <a:pt x="128" y="11"/>
                  </a:lnTo>
                  <a:lnTo>
                    <a:pt x="87" y="4"/>
                  </a:lnTo>
                  <a:lnTo>
                    <a:pt x="43" y="1"/>
                  </a:lnTo>
                  <a:lnTo>
                    <a:pt x="0" y="0"/>
                  </a:lnTo>
                  <a:lnTo>
                    <a:pt x="0" y="11"/>
                  </a:lnTo>
                  <a:lnTo>
                    <a:pt x="43" y="12"/>
                  </a:lnTo>
                  <a:lnTo>
                    <a:pt x="85" y="16"/>
                  </a:lnTo>
                  <a:lnTo>
                    <a:pt x="126" y="23"/>
                  </a:lnTo>
                  <a:lnTo>
                    <a:pt x="166" y="31"/>
                  </a:lnTo>
                  <a:lnTo>
                    <a:pt x="202" y="42"/>
                  </a:lnTo>
                  <a:lnTo>
                    <a:pt x="237" y="55"/>
                  </a:lnTo>
                  <a:lnTo>
                    <a:pt x="271" y="70"/>
                  </a:lnTo>
                  <a:lnTo>
                    <a:pt x="301" y="85"/>
                  </a:lnTo>
                  <a:lnTo>
                    <a:pt x="329" y="103"/>
                  </a:lnTo>
                  <a:lnTo>
                    <a:pt x="353" y="123"/>
                  </a:lnTo>
                  <a:lnTo>
                    <a:pt x="373" y="143"/>
                  </a:lnTo>
                  <a:lnTo>
                    <a:pt x="392" y="164"/>
                  </a:lnTo>
                  <a:lnTo>
                    <a:pt x="405" y="186"/>
                  </a:lnTo>
                  <a:lnTo>
                    <a:pt x="415" y="211"/>
                  </a:lnTo>
                  <a:lnTo>
                    <a:pt x="422" y="235"/>
                  </a:lnTo>
                  <a:lnTo>
                    <a:pt x="425" y="260"/>
                  </a:lnTo>
                  <a:lnTo>
                    <a:pt x="437"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2611" name="Freeform 49"/>
            <p:cNvSpPr>
              <a:spLocks/>
            </p:cNvSpPr>
            <p:nvPr/>
          </p:nvSpPr>
          <p:spPr bwMode="auto">
            <a:xfrm>
              <a:off x="1267" y="1640"/>
              <a:ext cx="87" cy="52"/>
            </a:xfrm>
            <a:custGeom>
              <a:avLst/>
              <a:gdLst>
                <a:gd name="T0" fmla="*/ 0 w 437"/>
                <a:gd name="T1" fmla="*/ 2 h 260"/>
                <a:gd name="T2" fmla="*/ 0 w 437"/>
                <a:gd name="T3" fmla="*/ 2 h 260"/>
                <a:gd name="T4" fmla="*/ 0 w 437"/>
                <a:gd name="T5" fmla="*/ 2 h 260"/>
                <a:gd name="T6" fmla="*/ 1 w 437"/>
                <a:gd name="T7" fmla="*/ 2 h 260"/>
                <a:gd name="T8" fmla="*/ 1 w 437"/>
                <a:gd name="T9" fmla="*/ 2 h 260"/>
                <a:gd name="T10" fmla="*/ 1 w 437"/>
                <a:gd name="T11" fmla="*/ 2 h 260"/>
                <a:gd name="T12" fmla="*/ 2 w 437"/>
                <a:gd name="T13" fmla="*/ 2 h 260"/>
                <a:gd name="T14" fmla="*/ 2 w 437"/>
                <a:gd name="T15" fmla="*/ 2 h 260"/>
                <a:gd name="T16" fmla="*/ 2 w 437"/>
                <a:gd name="T17" fmla="*/ 2 h 260"/>
                <a:gd name="T18" fmla="*/ 2 w 437"/>
                <a:gd name="T19" fmla="*/ 1 h 260"/>
                <a:gd name="T20" fmla="*/ 3 w 437"/>
                <a:gd name="T21" fmla="*/ 1 h 260"/>
                <a:gd name="T22" fmla="*/ 3 w 437"/>
                <a:gd name="T23" fmla="*/ 1 h 260"/>
                <a:gd name="T24" fmla="*/ 3 w 437"/>
                <a:gd name="T25" fmla="*/ 1 h 260"/>
                <a:gd name="T26" fmla="*/ 3 w 437"/>
                <a:gd name="T27" fmla="*/ 1 h 260"/>
                <a:gd name="T28" fmla="*/ 3 w 437"/>
                <a:gd name="T29" fmla="*/ 1 h 260"/>
                <a:gd name="T30" fmla="*/ 3 w 437"/>
                <a:gd name="T31" fmla="*/ 0 h 260"/>
                <a:gd name="T32" fmla="*/ 3 w 437"/>
                <a:gd name="T33" fmla="*/ 0 h 260"/>
                <a:gd name="T34" fmla="*/ 3 w 437"/>
                <a:gd name="T35" fmla="*/ 0 h 260"/>
                <a:gd name="T36" fmla="*/ 3 w 437"/>
                <a:gd name="T37" fmla="*/ 0 h 260"/>
                <a:gd name="T38" fmla="*/ 3 w 437"/>
                <a:gd name="T39" fmla="*/ 0 h 260"/>
                <a:gd name="T40" fmla="*/ 3 w 437"/>
                <a:gd name="T41" fmla="*/ 0 h 260"/>
                <a:gd name="T42" fmla="*/ 3 w 437"/>
                <a:gd name="T43" fmla="*/ 1 h 260"/>
                <a:gd name="T44" fmla="*/ 3 w 437"/>
                <a:gd name="T45" fmla="*/ 1 h 260"/>
                <a:gd name="T46" fmla="*/ 3 w 437"/>
                <a:gd name="T47" fmla="*/ 1 h 260"/>
                <a:gd name="T48" fmla="*/ 3 w 437"/>
                <a:gd name="T49" fmla="*/ 1 h 260"/>
                <a:gd name="T50" fmla="*/ 3 w 437"/>
                <a:gd name="T51" fmla="*/ 1 h 260"/>
                <a:gd name="T52" fmla="*/ 2 w 437"/>
                <a:gd name="T53" fmla="*/ 1 h 260"/>
                <a:gd name="T54" fmla="*/ 2 w 437"/>
                <a:gd name="T55" fmla="*/ 2 h 260"/>
                <a:gd name="T56" fmla="*/ 2 w 437"/>
                <a:gd name="T57" fmla="*/ 2 h 260"/>
                <a:gd name="T58" fmla="*/ 2 w 437"/>
                <a:gd name="T59" fmla="*/ 2 h 260"/>
                <a:gd name="T60" fmla="*/ 1 w 437"/>
                <a:gd name="T61" fmla="*/ 2 h 260"/>
                <a:gd name="T62" fmla="*/ 1 w 437"/>
                <a:gd name="T63" fmla="*/ 2 h 260"/>
                <a:gd name="T64" fmla="*/ 1 w 437"/>
                <a:gd name="T65" fmla="*/ 2 h 260"/>
                <a:gd name="T66" fmla="*/ 0 w 437"/>
                <a:gd name="T67" fmla="*/ 2 h 260"/>
                <a:gd name="T68" fmla="*/ 0 w 437"/>
                <a:gd name="T69" fmla="*/ 2 h 260"/>
                <a:gd name="T70" fmla="*/ 0 w 437"/>
                <a:gd name="T71" fmla="*/ 2 h 260"/>
                <a:gd name="T72" fmla="*/ 0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0" y="260"/>
                  </a:moveTo>
                  <a:lnTo>
                    <a:pt x="0" y="260"/>
                  </a:lnTo>
                  <a:lnTo>
                    <a:pt x="43" y="259"/>
                  </a:lnTo>
                  <a:lnTo>
                    <a:pt x="87" y="255"/>
                  </a:lnTo>
                  <a:lnTo>
                    <a:pt x="128" y="248"/>
                  </a:lnTo>
                  <a:lnTo>
                    <a:pt x="168" y="240"/>
                  </a:lnTo>
                  <a:lnTo>
                    <a:pt x="207" y="230"/>
                  </a:lnTo>
                  <a:lnTo>
                    <a:pt x="242" y="217"/>
                  </a:lnTo>
                  <a:lnTo>
                    <a:pt x="276" y="202"/>
                  </a:lnTo>
                  <a:lnTo>
                    <a:pt x="308" y="185"/>
                  </a:lnTo>
                  <a:lnTo>
                    <a:pt x="336" y="166"/>
                  </a:lnTo>
                  <a:lnTo>
                    <a:pt x="360" y="146"/>
                  </a:lnTo>
                  <a:lnTo>
                    <a:pt x="383" y="125"/>
                  </a:lnTo>
                  <a:lnTo>
                    <a:pt x="401" y="102"/>
                  </a:lnTo>
                  <a:lnTo>
                    <a:pt x="417" y="77"/>
                  </a:lnTo>
                  <a:lnTo>
                    <a:pt x="427" y="53"/>
                  </a:lnTo>
                  <a:lnTo>
                    <a:pt x="434" y="27"/>
                  </a:lnTo>
                  <a:lnTo>
                    <a:pt x="437" y="0"/>
                  </a:lnTo>
                  <a:lnTo>
                    <a:pt x="425" y="0"/>
                  </a:lnTo>
                  <a:lnTo>
                    <a:pt x="422" y="24"/>
                  </a:lnTo>
                  <a:lnTo>
                    <a:pt x="415" y="48"/>
                  </a:lnTo>
                  <a:lnTo>
                    <a:pt x="405" y="73"/>
                  </a:lnTo>
                  <a:lnTo>
                    <a:pt x="392" y="95"/>
                  </a:lnTo>
                  <a:lnTo>
                    <a:pt x="373" y="116"/>
                  </a:lnTo>
                  <a:lnTo>
                    <a:pt x="353" y="137"/>
                  </a:lnTo>
                  <a:lnTo>
                    <a:pt x="329" y="157"/>
                  </a:lnTo>
                  <a:lnTo>
                    <a:pt x="301" y="173"/>
                  </a:lnTo>
                  <a:lnTo>
                    <a:pt x="271" y="190"/>
                  </a:lnTo>
                  <a:lnTo>
                    <a:pt x="237" y="205"/>
                  </a:lnTo>
                  <a:lnTo>
                    <a:pt x="202" y="218"/>
                  </a:lnTo>
                  <a:lnTo>
                    <a:pt x="166" y="228"/>
                  </a:lnTo>
                  <a:lnTo>
                    <a:pt x="126" y="237"/>
                  </a:lnTo>
                  <a:lnTo>
                    <a:pt x="85" y="244"/>
                  </a:lnTo>
                  <a:lnTo>
                    <a:pt x="43" y="247"/>
                  </a:lnTo>
                  <a:lnTo>
                    <a:pt x="0" y="248"/>
                  </a:lnTo>
                  <a:lnTo>
                    <a:pt x="0"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2612" name="Freeform 50"/>
            <p:cNvSpPr>
              <a:spLocks/>
            </p:cNvSpPr>
            <p:nvPr/>
          </p:nvSpPr>
          <p:spPr bwMode="auto">
            <a:xfrm>
              <a:off x="1179" y="1640"/>
              <a:ext cx="88" cy="52"/>
            </a:xfrm>
            <a:custGeom>
              <a:avLst/>
              <a:gdLst>
                <a:gd name="T0" fmla="*/ 0 w 439"/>
                <a:gd name="T1" fmla="*/ 0 h 260"/>
                <a:gd name="T2" fmla="*/ 0 w 439"/>
                <a:gd name="T3" fmla="*/ 0 h 260"/>
                <a:gd name="T4" fmla="*/ 0 w 439"/>
                <a:gd name="T5" fmla="*/ 0 h 260"/>
                <a:gd name="T6" fmla="*/ 0 w 439"/>
                <a:gd name="T7" fmla="*/ 0 h 260"/>
                <a:gd name="T8" fmla="*/ 0 w 439"/>
                <a:gd name="T9" fmla="*/ 1 h 260"/>
                <a:gd name="T10" fmla="*/ 0 w 439"/>
                <a:gd name="T11" fmla="*/ 1 h 260"/>
                <a:gd name="T12" fmla="*/ 0 w 439"/>
                <a:gd name="T13" fmla="*/ 1 h 260"/>
                <a:gd name="T14" fmla="*/ 1 w 439"/>
                <a:gd name="T15" fmla="*/ 1 h 260"/>
                <a:gd name="T16" fmla="*/ 1 w 439"/>
                <a:gd name="T17" fmla="*/ 1 h 260"/>
                <a:gd name="T18" fmla="*/ 1 w 439"/>
                <a:gd name="T19" fmla="*/ 1 h 260"/>
                <a:gd name="T20" fmla="*/ 1 w 439"/>
                <a:gd name="T21" fmla="*/ 2 h 260"/>
                <a:gd name="T22" fmla="*/ 2 w 439"/>
                <a:gd name="T23" fmla="*/ 2 h 260"/>
                <a:gd name="T24" fmla="*/ 2 w 439"/>
                <a:gd name="T25" fmla="*/ 2 h 260"/>
                <a:gd name="T26" fmla="*/ 2 w 439"/>
                <a:gd name="T27" fmla="*/ 2 h 260"/>
                <a:gd name="T28" fmla="*/ 2 w 439"/>
                <a:gd name="T29" fmla="*/ 2 h 260"/>
                <a:gd name="T30" fmla="*/ 3 w 439"/>
                <a:gd name="T31" fmla="*/ 2 h 260"/>
                <a:gd name="T32" fmla="*/ 3 w 439"/>
                <a:gd name="T33" fmla="*/ 2 h 260"/>
                <a:gd name="T34" fmla="*/ 4 w 439"/>
                <a:gd name="T35" fmla="*/ 2 h 260"/>
                <a:gd name="T36" fmla="*/ 4 w 439"/>
                <a:gd name="T37" fmla="*/ 2 h 260"/>
                <a:gd name="T38" fmla="*/ 3 w 439"/>
                <a:gd name="T39" fmla="*/ 2 h 260"/>
                <a:gd name="T40" fmla="*/ 3 w 439"/>
                <a:gd name="T41" fmla="*/ 2 h 260"/>
                <a:gd name="T42" fmla="*/ 3 w 439"/>
                <a:gd name="T43" fmla="*/ 2 h 260"/>
                <a:gd name="T44" fmla="*/ 2 w 439"/>
                <a:gd name="T45" fmla="*/ 2 h 260"/>
                <a:gd name="T46" fmla="*/ 2 w 439"/>
                <a:gd name="T47" fmla="*/ 2 h 260"/>
                <a:gd name="T48" fmla="*/ 2 w 439"/>
                <a:gd name="T49" fmla="*/ 2 h 260"/>
                <a:gd name="T50" fmla="*/ 1 w 439"/>
                <a:gd name="T51" fmla="*/ 2 h 260"/>
                <a:gd name="T52" fmla="*/ 1 w 439"/>
                <a:gd name="T53" fmla="*/ 1 h 260"/>
                <a:gd name="T54" fmla="*/ 1 w 439"/>
                <a:gd name="T55" fmla="*/ 1 h 260"/>
                <a:gd name="T56" fmla="*/ 1 w 439"/>
                <a:gd name="T57" fmla="*/ 1 h 260"/>
                <a:gd name="T58" fmla="*/ 1 w 439"/>
                <a:gd name="T59" fmla="*/ 1 h 260"/>
                <a:gd name="T60" fmla="*/ 0 w 439"/>
                <a:gd name="T61" fmla="*/ 1 h 260"/>
                <a:gd name="T62" fmla="*/ 0 w 439"/>
                <a:gd name="T63" fmla="*/ 1 h 260"/>
                <a:gd name="T64" fmla="*/ 0 w 439"/>
                <a:gd name="T65" fmla="*/ 0 h 260"/>
                <a:gd name="T66" fmla="*/ 0 w 439"/>
                <a:gd name="T67" fmla="*/ 0 h 260"/>
                <a:gd name="T68" fmla="*/ 0 w 439"/>
                <a:gd name="T69" fmla="*/ 0 h 260"/>
                <a:gd name="T70" fmla="*/ 0 w 439"/>
                <a:gd name="T71" fmla="*/ 0 h 260"/>
                <a:gd name="T72" fmla="*/ 0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0" y="0"/>
                  </a:moveTo>
                  <a:lnTo>
                    <a:pt x="0" y="0"/>
                  </a:lnTo>
                  <a:lnTo>
                    <a:pt x="3" y="27"/>
                  </a:lnTo>
                  <a:lnTo>
                    <a:pt x="10" y="53"/>
                  </a:lnTo>
                  <a:lnTo>
                    <a:pt x="20" y="77"/>
                  </a:lnTo>
                  <a:lnTo>
                    <a:pt x="35" y="102"/>
                  </a:lnTo>
                  <a:lnTo>
                    <a:pt x="54" y="125"/>
                  </a:lnTo>
                  <a:lnTo>
                    <a:pt x="76" y="146"/>
                  </a:lnTo>
                  <a:lnTo>
                    <a:pt x="102" y="166"/>
                  </a:lnTo>
                  <a:lnTo>
                    <a:pt x="130" y="185"/>
                  </a:lnTo>
                  <a:lnTo>
                    <a:pt x="162" y="202"/>
                  </a:lnTo>
                  <a:lnTo>
                    <a:pt x="195" y="217"/>
                  </a:lnTo>
                  <a:lnTo>
                    <a:pt x="231" y="230"/>
                  </a:lnTo>
                  <a:lnTo>
                    <a:pt x="270" y="240"/>
                  </a:lnTo>
                  <a:lnTo>
                    <a:pt x="310" y="248"/>
                  </a:lnTo>
                  <a:lnTo>
                    <a:pt x="351" y="255"/>
                  </a:lnTo>
                  <a:lnTo>
                    <a:pt x="395" y="259"/>
                  </a:lnTo>
                  <a:lnTo>
                    <a:pt x="439" y="260"/>
                  </a:lnTo>
                  <a:lnTo>
                    <a:pt x="439" y="248"/>
                  </a:lnTo>
                  <a:lnTo>
                    <a:pt x="395" y="247"/>
                  </a:lnTo>
                  <a:lnTo>
                    <a:pt x="353" y="244"/>
                  </a:lnTo>
                  <a:lnTo>
                    <a:pt x="312" y="237"/>
                  </a:lnTo>
                  <a:lnTo>
                    <a:pt x="272" y="228"/>
                  </a:lnTo>
                  <a:lnTo>
                    <a:pt x="236" y="218"/>
                  </a:lnTo>
                  <a:lnTo>
                    <a:pt x="200" y="205"/>
                  </a:lnTo>
                  <a:lnTo>
                    <a:pt x="167" y="190"/>
                  </a:lnTo>
                  <a:lnTo>
                    <a:pt x="137" y="173"/>
                  </a:lnTo>
                  <a:lnTo>
                    <a:pt x="109" y="157"/>
                  </a:lnTo>
                  <a:lnTo>
                    <a:pt x="84" y="137"/>
                  </a:lnTo>
                  <a:lnTo>
                    <a:pt x="64" y="116"/>
                  </a:lnTo>
                  <a:lnTo>
                    <a:pt x="45" y="95"/>
                  </a:lnTo>
                  <a:lnTo>
                    <a:pt x="32" y="73"/>
                  </a:lnTo>
                  <a:lnTo>
                    <a:pt x="21" y="48"/>
                  </a:lnTo>
                  <a:lnTo>
                    <a:pt x="14" y="24"/>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2613" name="Freeform 51"/>
            <p:cNvSpPr>
              <a:spLocks/>
            </p:cNvSpPr>
            <p:nvPr/>
          </p:nvSpPr>
          <p:spPr bwMode="auto">
            <a:xfrm>
              <a:off x="1179" y="1588"/>
              <a:ext cx="88" cy="52"/>
            </a:xfrm>
            <a:custGeom>
              <a:avLst/>
              <a:gdLst>
                <a:gd name="T0" fmla="*/ 4 w 439"/>
                <a:gd name="T1" fmla="*/ 0 h 260"/>
                <a:gd name="T2" fmla="*/ 4 w 439"/>
                <a:gd name="T3" fmla="*/ 0 h 260"/>
                <a:gd name="T4" fmla="*/ 3 w 439"/>
                <a:gd name="T5" fmla="*/ 0 h 260"/>
                <a:gd name="T6" fmla="*/ 3 w 439"/>
                <a:gd name="T7" fmla="*/ 0 h 260"/>
                <a:gd name="T8" fmla="*/ 2 w 439"/>
                <a:gd name="T9" fmla="*/ 0 h 260"/>
                <a:gd name="T10" fmla="*/ 2 w 439"/>
                <a:gd name="T11" fmla="*/ 0 h 260"/>
                <a:gd name="T12" fmla="*/ 2 w 439"/>
                <a:gd name="T13" fmla="*/ 0 h 260"/>
                <a:gd name="T14" fmla="*/ 2 w 439"/>
                <a:gd name="T15" fmla="*/ 0 h 260"/>
                <a:gd name="T16" fmla="*/ 1 w 439"/>
                <a:gd name="T17" fmla="*/ 0 h 260"/>
                <a:gd name="T18" fmla="*/ 1 w 439"/>
                <a:gd name="T19" fmla="*/ 1 h 260"/>
                <a:gd name="T20" fmla="*/ 1 w 439"/>
                <a:gd name="T21" fmla="*/ 1 h 260"/>
                <a:gd name="T22" fmla="*/ 1 w 439"/>
                <a:gd name="T23" fmla="*/ 1 h 260"/>
                <a:gd name="T24" fmla="*/ 0 w 439"/>
                <a:gd name="T25" fmla="*/ 1 h 260"/>
                <a:gd name="T26" fmla="*/ 0 w 439"/>
                <a:gd name="T27" fmla="*/ 1 h 260"/>
                <a:gd name="T28" fmla="*/ 0 w 439"/>
                <a:gd name="T29" fmla="*/ 1 h 260"/>
                <a:gd name="T30" fmla="*/ 0 w 439"/>
                <a:gd name="T31" fmla="*/ 2 h 260"/>
                <a:gd name="T32" fmla="*/ 0 w 439"/>
                <a:gd name="T33" fmla="*/ 2 h 260"/>
                <a:gd name="T34" fmla="*/ 0 w 439"/>
                <a:gd name="T35" fmla="*/ 2 h 260"/>
                <a:gd name="T36" fmla="*/ 0 w 439"/>
                <a:gd name="T37" fmla="*/ 2 h 260"/>
                <a:gd name="T38" fmla="*/ 0 w 439"/>
                <a:gd name="T39" fmla="*/ 2 h 260"/>
                <a:gd name="T40" fmla="*/ 0 w 439"/>
                <a:gd name="T41" fmla="*/ 2 h 260"/>
                <a:gd name="T42" fmla="*/ 0 w 439"/>
                <a:gd name="T43" fmla="*/ 1 h 260"/>
                <a:gd name="T44" fmla="*/ 0 w 439"/>
                <a:gd name="T45" fmla="*/ 1 h 260"/>
                <a:gd name="T46" fmla="*/ 1 w 439"/>
                <a:gd name="T47" fmla="*/ 1 h 260"/>
                <a:gd name="T48" fmla="*/ 1 w 439"/>
                <a:gd name="T49" fmla="*/ 1 h 260"/>
                <a:gd name="T50" fmla="*/ 1 w 439"/>
                <a:gd name="T51" fmla="*/ 1 h 260"/>
                <a:gd name="T52" fmla="*/ 1 w 439"/>
                <a:gd name="T53" fmla="*/ 1 h 260"/>
                <a:gd name="T54" fmla="*/ 1 w 439"/>
                <a:gd name="T55" fmla="*/ 1 h 260"/>
                <a:gd name="T56" fmla="*/ 2 w 439"/>
                <a:gd name="T57" fmla="*/ 0 h 260"/>
                <a:gd name="T58" fmla="*/ 2 w 439"/>
                <a:gd name="T59" fmla="*/ 0 h 260"/>
                <a:gd name="T60" fmla="*/ 2 w 439"/>
                <a:gd name="T61" fmla="*/ 0 h 260"/>
                <a:gd name="T62" fmla="*/ 3 w 439"/>
                <a:gd name="T63" fmla="*/ 0 h 260"/>
                <a:gd name="T64" fmla="*/ 3 w 439"/>
                <a:gd name="T65" fmla="*/ 0 h 260"/>
                <a:gd name="T66" fmla="*/ 3 w 439"/>
                <a:gd name="T67" fmla="*/ 0 h 260"/>
                <a:gd name="T68" fmla="*/ 4 w 439"/>
                <a:gd name="T69" fmla="*/ 0 h 260"/>
                <a:gd name="T70" fmla="*/ 4 w 439"/>
                <a:gd name="T71" fmla="*/ 0 h 260"/>
                <a:gd name="T72" fmla="*/ 4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439" y="0"/>
                  </a:moveTo>
                  <a:lnTo>
                    <a:pt x="439" y="0"/>
                  </a:lnTo>
                  <a:lnTo>
                    <a:pt x="395" y="1"/>
                  </a:lnTo>
                  <a:lnTo>
                    <a:pt x="351" y="4"/>
                  </a:lnTo>
                  <a:lnTo>
                    <a:pt x="310" y="11"/>
                  </a:lnTo>
                  <a:lnTo>
                    <a:pt x="270" y="19"/>
                  </a:lnTo>
                  <a:lnTo>
                    <a:pt x="231" y="30"/>
                  </a:lnTo>
                  <a:lnTo>
                    <a:pt x="195" y="43"/>
                  </a:lnTo>
                  <a:lnTo>
                    <a:pt x="162" y="58"/>
                  </a:lnTo>
                  <a:lnTo>
                    <a:pt x="130" y="73"/>
                  </a:lnTo>
                  <a:lnTo>
                    <a:pt x="102" y="93"/>
                  </a:lnTo>
                  <a:lnTo>
                    <a:pt x="76" y="113"/>
                  </a:lnTo>
                  <a:lnTo>
                    <a:pt x="54" y="133"/>
                  </a:lnTo>
                  <a:lnTo>
                    <a:pt x="35" y="157"/>
                  </a:lnTo>
                  <a:lnTo>
                    <a:pt x="20" y="181"/>
                  </a:lnTo>
                  <a:lnTo>
                    <a:pt x="10" y="206"/>
                  </a:lnTo>
                  <a:lnTo>
                    <a:pt x="3" y="233"/>
                  </a:lnTo>
                  <a:lnTo>
                    <a:pt x="0" y="260"/>
                  </a:lnTo>
                  <a:lnTo>
                    <a:pt x="12" y="260"/>
                  </a:lnTo>
                  <a:lnTo>
                    <a:pt x="14" y="235"/>
                  </a:lnTo>
                  <a:lnTo>
                    <a:pt x="21" y="211"/>
                  </a:lnTo>
                  <a:lnTo>
                    <a:pt x="32" y="186"/>
                  </a:lnTo>
                  <a:lnTo>
                    <a:pt x="45" y="164"/>
                  </a:lnTo>
                  <a:lnTo>
                    <a:pt x="64" y="143"/>
                  </a:lnTo>
                  <a:lnTo>
                    <a:pt x="84" y="123"/>
                  </a:lnTo>
                  <a:lnTo>
                    <a:pt x="109" y="103"/>
                  </a:lnTo>
                  <a:lnTo>
                    <a:pt x="137" y="85"/>
                  </a:lnTo>
                  <a:lnTo>
                    <a:pt x="167" y="70"/>
                  </a:lnTo>
                  <a:lnTo>
                    <a:pt x="200" y="55"/>
                  </a:lnTo>
                  <a:lnTo>
                    <a:pt x="236" y="42"/>
                  </a:lnTo>
                  <a:lnTo>
                    <a:pt x="272" y="31"/>
                  </a:lnTo>
                  <a:lnTo>
                    <a:pt x="312" y="23"/>
                  </a:lnTo>
                  <a:lnTo>
                    <a:pt x="353" y="16"/>
                  </a:lnTo>
                  <a:lnTo>
                    <a:pt x="395" y="12"/>
                  </a:lnTo>
                  <a:lnTo>
                    <a:pt x="439" y="11"/>
                  </a:lnTo>
                  <a:lnTo>
                    <a:pt x="439"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2614" name="Freeform 52"/>
            <p:cNvSpPr>
              <a:spLocks/>
            </p:cNvSpPr>
            <p:nvPr/>
          </p:nvSpPr>
          <p:spPr bwMode="auto">
            <a:xfrm>
              <a:off x="964" y="1745"/>
              <a:ext cx="48" cy="85"/>
            </a:xfrm>
            <a:custGeom>
              <a:avLst/>
              <a:gdLst>
                <a:gd name="T0" fmla="*/ 2 w 244"/>
                <a:gd name="T1" fmla="*/ 3 h 426"/>
                <a:gd name="T2" fmla="*/ 2 w 244"/>
                <a:gd name="T3" fmla="*/ 3 h 426"/>
                <a:gd name="T4" fmla="*/ 2 w 244"/>
                <a:gd name="T5" fmla="*/ 3 h 426"/>
                <a:gd name="T6" fmla="*/ 2 w 244"/>
                <a:gd name="T7" fmla="*/ 3 h 426"/>
                <a:gd name="T8" fmla="*/ 2 w 244"/>
                <a:gd name="T9" fmla="*/ 2 h 426"/>
                <a:gd name="T10" fmla="*/ 2 w 244"/>
                <a:gd name="T11" fmla="*/ 2 h 426"/>
                <a:gd name="T12" fmla="*/ 2 w 244"/>
                <a:gd name="T13" fmla="*/ 2 h 426"/>
                <a:gd name="T14" fmla="*/ 2 w 244"/>
                <a:gd name="T15" fmla="*/ 2 h 426"/>
                <a:gd name="T16" fmla="*/ 1 w 244"/>
                <a:gd name="T17" fmla="*/ 1 h 426"/>
                <a:gd name="T18" fmla="*/ 1 w 244"/>
                <a:gd name="T19" fmla="*/ 1 h 426"/>
                <a:gd name="T20" fmla="*/ 1 w 244"/>
                <a:gd name="T21" fmla="*/ 1 h 426"/>
                <a:gd name="T22" fmla="*/ 1 w 244"/>
                <a:gd name="T23" fmla="*/ 1 h 426"/>
                <a:gd name="T24" fmla="*/ 1 w 244"/>
                <a:gd name="T25" fmla="*/ 0 h 426"/>
                <a:gd name="T26" fmla="*/ 1 w 244"/>
                <a:gd name="T27" fmla="*/ 0 h 426"/>
                <a:gd name="T28" fmla="*/ 1 w 244"/>
                <a:gd name="T29" fmla="*/ 0 h 426"/>
                <a:gd name="T30" fmla="*/ 0 w 244"/>
                <a:gd name="T31" fmla="*/ 0 h 426"/>
                <a:gd name="T32" fmla="*/ 0 w 244"/>
                <a:gd name="T33" fmla="*/ 0 h 426"/>
                <a:gd name="T34" fmla="*/ 0 w 244"/>
                <a:gd name="T35" fmla="*/ 0 h 426"/>
                <a:gd name="T36" fmla="*/ 0 w 244"/>
                <a:gd name="T37" fmla="*/ 0 h 426"/>
                <a:gd name="T38" fmla="*/ 0 w 244"/>
                <a:gd name="T39" fmla="*/ 0 h 426"/>
                <a:gd name="T40" fmla="*/ 0 w 244"/>
                <a:gd name="T41" fmla="*/ 0 h 426"/>
                <a:gd name="T42" fmla="*/ 1 w 244"/>
                <a:gd name="T43" fmla="*/ 0 h 426"/>
                <a:gd name="T44" fmla="*/ 1 w 244"/>
                <a:gd name="T45" fmla="*/ 0 h 426"/>
                <a:gd name="T46" fmla="*/ 1 w 244"/>
                <a:gd name="T47" fmla="*/ 0 h 426"/>
                <a:gd name="T48" fmla="*/ 1 w 244"/>
                <a:gd name="T49" fmla="*/ 1 h 426"/>
                <a:gd name="T50" fmla="*/ 1 w 244"/>
                <a:gd name="T51" fmla="*/ 1 h 426"/>
                <a:gd name="T52" fmla="*/ 1 w 244"/>
                <a:gd name="T53" fmla="*/ 1 h 426"/>
                <a:gd name="T54" fmla="*/ 1 w 244"/>
                <a:gd name="T55" fmla="*/ 1 h 426"/>
                <a:gd name="T56" fmla="*/ 1 w 244"/>
                <a:gd name="T57" fmla="*/ 2 h 426"/>
                <a:gd name="T58" fmla="*/ 2 w 244"/>
                <a:gd name="T59" fmla="*/ 2 h 426"/>
                <a:gd name="T60" fmla="*/ 2 w 244"/>
                <a:gd name="T61" fmla="*/ 2 h 426"/>
                <a:gd name="T62" fmla="*/ 2 w 244"/>
                <a:gd name="T63" fmla="*/ 2 h 426"/>
                <a:gd name="T64" fmla="*/ 2 w 244"/>
                <a:gd name="T65" fmla="*/ 3 h 426"/>
                <a:gd name="T66" fmla="*/ 2 w 244"/>
                <a:gd name="T67" fmla="*/ 3 h 426"/>
                <a:gd name="T68" fmla="*/ 2 w 244"/>
                <a:gd name="T69" fmla="*/ 3 h 426"/>
                <a:gd name="T70" fmla="*/ 2 w 244"/>
                <a:gd name="T71" fmla="*/ 3 h 426"/>
                <a:gd name="T72" fmla="*/ 2 w 244"/>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6"/>
                <a:gd name="T113" fmla="*/ 244 w 244"/>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6">
                  <a:moveTo>
                    <a:pt x="244" y="426"/>
                  </a:moveTo>
                  <a:lnTo>
                    <a:pt x="244" y="426"/>
                  </a:lnTo>
                  <a:lnTo>
                    <a:pt x="243" y="383"/>
                  </a:lnTo>
                  <a:lnTo>
                    <a:pt x="240" y="340"/>
                  </a:lnTo>
                  <a:lnTo>
                    <a:pt x="234" y="300"/>
                  </a:lnTo>
                  <a:lnTo>
                    <a:pt x="226" y="262"/>
                  </a:lnTo>
                  <a:lnTo>
                    <a:pt x="215" y="224"/>
                  </a:lnTo>
                  <a:lnTo>
                    <a:pt x="203" y="189"/>
                  </a:lnTo>
                  <a:lnTo>
                    <a:pt x="189" y="157"/>
                  </a:lnTo>
                  <a:lnTo>
                    <a:pt x="174" y="126"/>
                  </a:lnTo>
                  <a:lnTo>
                    <a:pt x="155" y="99"/>
                  </a:lnTo>
                  <a:lnTo>
                    <a:pt x="138" y="74"/>
                  </a:lnTo>
                  <a:lnTo>
                    <a:pt x="118" y="52"/>
                  </a:lnTo>
                  <a:lnTo>
                    <a:pt x="96" y="34"/>
                  </a:lnTo>
                  <a:lnTo>
                    <a:pt x="73" y="19"/>
                  </a:lnTo>
                  <a:lnTo>
                    <a:pt x="50" y="8"/>
                  </a:lnTo>
                  <a:lnTo>
                    <a:pt x="25" y="2"/>
                  </a:lnTo>
                  <a:lnTo>
                    <a:pt x="0" y="0"/>
                  </a:lnTo>
                  <a:lnTo>
                    <a:pt x="0" y="12"/>
                  </a:lnTo>
                  <a:lnTo>
                    <a:pt x="23" y="14"/>
                  </a:lnTo>
                  <a:lnTo>
                    <a:pt x="45" y="20"/>
                  </a:lnTo>
                  <a:lnTo>
                    <a:pt x="66" y="31"/>
                  </a:lnTo>
                  <a:lnTo>
                    <a:pt x="89" y="43"/>
                  </a:lnTo>
                  <a:lnTo>
                    <a:pt x="109" y="61"/>
                  </a:lnTo>
                  <a:lnTo>
                    <a:pt x="129" y="81"/>
                  </a:lnTo>
                  <a:lnTo>
                    <a:pt x="146" y="106"/>
                  </a:lnTo>
                  <a:lnTo>
                    <a:pt x="162" y="133"/>
                  </a:lnTo>
                  <a:lnTo>
                    <a:pt x="178" y="162"/>
                  </a:lnTo>
                  <a:lnTo>
                    <a:pt x="192" y="194"/>
                  </a:lnTo>
                  <a:lnTo>
                    <a:pt x="203" y="229"/>
                  </a:lnTo>
                  <a:lnTo>
                    <a:pt x="214" y="264"/>
                  </a:lnTo>
                  <a:lnTo>
                    <a:pt x="222" y="303"/>
                  </a:lnTo>
                  <a:lnTo>
                    <a:pt x="228" y="342"/>
                  </a:lnTo>
                  <a:lnTo>
                    <a:pt x="232" y="383"/>
                  </a:lnTo>
                  <a:lnTo>
                    <a:pt x="233" y="426"/>
                  </a:lnTo>
                  <a:lnTo>
                    <a:pt x="244"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2615" name="Freeform 53"/>
            <p:cNvSpPr>
              <a:spLocks/>
            </p:cNvSpPr>
            <p:nvPr/>
          </p:nvSpPr>
          <p:spPr bwMode="auto">
            <a:xfrm>
              <a:off x="964" y="1830"/>
              <a:ext cx="48" cy="85"/>
            </a:xfrm>
            <a:custGeom>
              <a:avLst/>
              <a:gdLst>
                <a:gd name="T0" fmla="*/ 0 w 244"/>
                <a:gd name="T1" fmla="*/ 3 h 424"/>
                <a:gd name="T2" fmla="*/ 0 w 244"/>
                <a:gd name="T3" fmla="*/ 3 h 424"/>
                <a:gd name="T4" fmla="*/ 0 w 244"/>
                <a:gd name="T5" fmla="*/ 3 h 424"/>
                <a:gd name="T6" fmla="*/ 0 w 244"/>
                <a:gd name="T7" fmla="*/ 3 h 424"/>
                <a:gd name="T8" fmla="*/ 1 w 244"/>
                <a:gd name="T9" fmla="*/ 3 h 424"/>
                <a:gd name="T10" fmla="*/ 1 w 244"/>
                <a:gd name="T11" fmla="*/ 3 h 424"/>
                <a:gd name="T12" fmla="*/ 1 w 244"/>
                <a:gd name="T13" fmla="*/ 3 h 424"/>
                <a:gd name="T14" fmla="*/ 1 w 244"/>
                <a:gd name="T15" fmla="*/ 3 h 424"/>
                <a:gd name="T16" fmla="*/ 1 w 244"/>
                <a:gd name="T17" fmla="*/ 3 h 424"/>
                <a:gd name="T18" fmla="*/ 1 w 244"/>
                <a:gd name="T19" fmla="*/ 2 h 424"/>
                <a:gd name="T20" fmla="*/ 1 w 244"/>
                <a:gd name="T21" fmla="*/ 2 h 424"/>
                <a:gd name="T22" fmla="*/ 2 w 244"/>
                <a:gd name="T23" fmla="*/ 2 h 424"/>
                <a:gd name="T24" fmla="*/ 2 w 244"/>
                <a:gd name="T25" fmla="*/ 2 h 424"/>
                <a:gd name="T26" fmla="*/ 2 w 244"/>
                <a:gd name="T27" fmla="*/ 1 h 424"/>
                <a:gd name="T28" fmla="*/ 2 w 244"/>
                <a:gd name="T29" fmla="*/ 1 h 424"/>
                <a:gd name="T30" fmla="*/ 2 w 244"/>
                <a:gd name="T31" fmla="*/ 1 h 424"/>
                <a:gd name="T32" fmla="*/ 2 w 244"/>
                <a:gd name="T33" fmla="*/ 0 h 424"/>
                <a:gd name="T34" fmla="*/ 2 w 244"/>
                <a:gd name="T35" fmla="*/ 0 h 424"/>
                <a:gd name="T36" fmla="*/ 2 w 244"/>
                <a:gd name="T37" fmla="*/ 0 h 424"/>
                <a:gd name="T38" fmla="*/ 2 w 244"/>
                <a:gd name="T39" fmla="*/ 0 h 424"/>
                <a:gd name="T40" fmla="*/ 2 w 244"/>
                <a:gd name="T41" fmla="*/ 1 h 424"/>
                <a:gd name="T42" fmla="*/ 2 w 244"/>
                <a:gd name="T43" fmla="*/ 1 h 424"/>
                <a:gd name="T44" fmla="*/ 2 w 244"/>
                <a:gd name="T45" fmla="*/ 1 h 424"/>
                <a:gd name="T46" fmla="*/ 2 w 244"/>
                <a:gd name="T47" fmla="*/ 2 h 424"/>
                <a:gd name="T48" fmla="*/ 1 w 244"/>
                <a:gd name="T49" fmla="*/ 2 h 424"/>
                <a:gd name="T50" fmla="*/ 1 w 244"/>
                <a:gd name="T51" fmla="*/ 2 h 424"/>
                <a:gd name="T52" fmla="*/ 1 w 244"/>
                <a:gd name="T53" fmla="*/ 2 h 424"/>
                <a:gd name="T54" fmla="*/ 1 w 244"/>
                <a:gd name="T55" fmla="*/ 3 h 424"/>
                <a:gd name="T56" fmla="*/ 1 w 244"/>
                <a:gd name="T57" fmla="*/ 3 h 424"/>
                <a:gd name="T58" fmla="*/ 1 w 244"/>
                <a:gd name="T59" fmla="*/ 3 h 424"/>
                <a:gd name="T60" fmla="*/ 1 w 244"/>
                <a:gd name="T61" fmla="*/ 3 h 424"/>
                <a:gd name="T62" fmla="*/ 1 w 244"/>
                <a:gd name="T63" fmla="*/ 3 h 424"/>
                <a:gd name="T64" fmla="*/ 0 w 244"/>
                <a:gd name="T65" fmla="*/ 3 h 424"/>
                <a:gd name="T66" fmla="*/ 0 w 244"/>
                <a:gd name="T67" fmla="*/ 3 h 424"/>
                <a:gd name="T68" fmla="*/ 0 w 244"/>
                <a:gd name="T69" fmla="*/ 3 h 424"/>
                <a:gd name="T70" fmla="*/ 0 w 244"/>
                <a:gd name="T71" fmla="*/ 3 h 424"/>
                <a:gd name="T72" fmla="*/ 0 w 244"/>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4"/>
                <a:gd name="T113" fmla="*/ 244 w 244"/>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4">
                  <a:moveTo>
                    <a:pt x="0" y="424"/>
                  </a:moveTo>
                  <a:lnTo>
                    <a:pt x="0" y="424"/>
                  </a:lnTo>
                  <a:lnTo>
                    <a:pt x="25" y="422"/>
                  </a:lnTo>
                  <a:lnTo>
                    <a:pt x="50" y="416"/>
                  </a:lnTo>
                  <a:lnTo>
                    <a:pt x="73" y="405"/>
                  </a:lnTo>
                  <a:lnTo>
                    <a:pt x="96" y="390"/>
                  </a:lnTo>
                  <a:lnTo>
                    <a:pt x="118" y="373"/>
                  </a:lnTo>
                  <a:lnTo>
                    <a:pt x="138" y="350"/>
                  </a:lnTo>
                  <a:lnTo>
                    <a:pt x="155" y="326"/>
                  </a:lnTo>
                  <a:lnTo>
                    <a:pt x="173" y="299"/>
                  </a:lnTo>
                  <a:lnTo>
                    <a:pt x="189" y="268"/>
                  </a:lnTo>
                  <a:lnTo>
                    <a:pt x="203" y="235"/>
                  </a:lnTo>
                  <a:lnTo>
                    <a:pt x="215" y="201"/>
                  </a:lnTo>
                  <a:lnTo>
                    <a:pt x="226" y="163"/>
                  </a:lnTo>
                  <a:lnTo>
                    <a:pt x="234" y="125"/>
                  </a:lnTo>
                  <a:lnTo>
                    <a:pt x="240" y="85"/>
                  </a:lnTo>
                  <a:lnTo>
                    <a:pt x="243" y="42"/>
                  </a:lnTo>
                  <a:lnTo>
                    <a:pt x="244" y="0"/>
                  </a:lnTo>
                  <a:lnTo>
                    <a:pt x="233" y="0"/>
                  </a:lnTo>
                  <a:lnTo>
                    <a:pt x="232" y="42"/>
                  </a:lnTo>
                  <a:lnTo>
                    <a:pt x="228" y="83"/>
                  </a:lnTo>
                  <a:lnTo>
                    <a:pt x="222" y="123"/>
                  </a:lnTo>
                  <a:lnTo>
                    <a:pt x="214" y="160"/>
                  </a:lnTo>
                  <a:lnTo>
                    <a:pt x="203" y="197"/>
                  </a:lnTo>
                  <a:lnTo>
                    <a:pt x="192" y="231"/>
                  </a:lnTo>
                  <a:lnTo>
                    <a:pt x="178" y="263"/>
                  </a:lnTo>
                  <a:lnTo>
                    <a:pt x="164" y="292"/>
                  </a:lnTo>
                  <a:lnTo>
                    <a:pt x="146" y="319"/>
                  </a:lnTo>
                  <a:lnTo>
                    <a:pt x="129" y="343"/>
                  </a:lnTo>
                  <a:lnTo>
                    <a:pt x="109" y="363"/>
                  </a:lnTo>
                  <a:lnTo>
                    <a:pt x="89" y="381"/>
                  </a:lnTo>
                  <a:lnTo>
                    <a:pt x="66" y="394"/>
                  </a:lnTo>
                  <a:lnTo>
                    <a:pt x="45" y="404"/>
                  </a:lnTo>
                  <a:lnTo>
                    <a:pt x="23" y="410"/>
                  </a:lnTo>
                  <a:lnTo>
                    <a:pt x="0" y="412"/>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2616" name="Freeform 54"/>
            <p:cNvSpPr>
              <a:spLocks/>
            </p:cNvSpPr>
            <p:nvPr/>
          </p:nvSpPr>
          <p:spPr bwMode="auto">
            <a:xfrm>
              <a:off x="915" y="1830"/>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1" y="42"/>
                  </a:lnTo>
                  <a:lnTo>
                    <a:pt x="4" y="85"/>
                  </a:lnTo>
                  <a:lnTo>
                    <a:pt x="10" y="125"/>
                  </a:lnTo>
                  <a:lnTo>
                    <a:pt x="19" y="163"/>
                  </a:lnTo>
                  <a:lnTo>
                    <a:pt x="29" y="201"/>
                  </a:lnTo>
                  <a:lnTo>
                    <a:pt x="41" y="235"/>
                  </a:lnTo>
                  <a:lnTo>
                    <a:pt x="55" y="268"/>
                  </a:lnTo>
                  <a:lnTo>
                    <a:pt x="71" y="299"/>
                  </a:lnTo>
                  <a:lnTo>
                    <a:pt x="89" y="326"/>
                  </a:lnTo>
                  <a:lnTo>
                    <a:pt x="106" y="350"/>
                  </a:lnTo>
                  <a:lnTo>
                    <a:pt x="126" y="373"/>
                  </a:lnTo>
                  <a:lnTo>
                    <a:pt x="149" y="390"/>
                  </a:lnTo>
                  <a:lnTo>
                    <a:pt x="171" y="405"/>
                  </a:lnTo>
                  <a:lnTo>
                    <a:pt x="194" y="416"/>
                  </a:lnTo>
                  <a:lnTo>
                    <a:pt x="219" y="422"/>
                  </a:lnTo>
                  <a:lnTo>
                    <a:pt x="245" y="424"/>
                  </a:lnTo>
                  <a:lnTo>
                    <a:pt x="245" y="412"/>
                  </a:lnTo>
                  <a:lnTo>
                    <a:pt x="221" y="410"/>
                  </a:lnTo>
                  <a:lnTo>
                    <a:pt x="199" y="404"/>
                  </a:lnTo>
                  <a:lnTo>
                    <a:pt x="178" y="394"/>
                  </a:lnTo>
                  <a:lnTo>
                    <a:pt x="156" y="381"/>
                  </a:lnTo>
                  <a:lnTo>
                    <a:pt x="136" y="363"/>
                  </a:lnTo>
                  <a:lnTo>
                    <a:pt x="116" y="343"/>
                  </a:lnTo>
                  <a:lnTo>
                    <a:pt x="98" y="319"/>
                  </a:lnTo>
                  <a:lnTo>
                    <a:pt x="81" y="292"/>
                  </a:lnTo>
                  <a:lnTo>
                    <a:pt x="67" y="263"/>
                  </a:lnTo>
                  <a:lnTo>
                    <a:pt x="52" y="231"/>
                  </a:lnTo>
                  <a:lnTo>
                    <a:pt x="41" y="197"/>
                  </a:lnTo>
                  <a:lnTo>
                    <a:pt x="30" y="160"/>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2617" name="Freeform 55"/>
            <p:cNvSpPr>
              <a:spLocks/>
            </p:cNvSpPr>
            <p:nvPr/>
          </p:nvSpPr>
          <p:spPr bwMode="auto">
            <a:xfrm>
              <a:off x="915" y="1745"/>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0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19" y="2"/>
                  </a:lnTo>
                  <a:lnTo>
                    <a:pt x="194" y="8"/>
                  </a:lnTo>
                  <a:lnTo>
                    <a:pt x="171" y="19"/>
                  </a:lnTo>
                  <a:lnTo>
                    <a:pt x="149" y="34"/>
                  </a:lnTo>
                  <a:lnTo>
                    <a:pt x="126" y="52"/>
                  </a:lnTo>
                  <a:lnTo>
                    <a:pt x="106" y="74"/>
                  </a:lnTo>
                  <a:lnTo>
                    <a:pt x="89" y="99"/>
                  </a:lnTo>
                  <a:lnTo>
                    <a:pt x="70" y="126"/>
                  </a:lnTo>
                  <a:lnTo>
                    <a:pt x="55" y="157"/>
                  </a:lnTo>
                  <a:lnTo>
                    <a:pt x="41" y="189"/>
                  </a:lnTo>
                  <a:lnTo>
                    <a:pt x="29" y="224"/>
                  </a:lnTo>
                  <a:lnTo>
                    <a:pt x="19" y="262"/>
                  </a:lnTo>
                  <a:lnTo>
                    <a:pt x="10" y="300"/>
                  </a:lnTo>
                  <a:lnTo>
                    <a:pt x="4" y="340"/>
                  </a:lnTo>
                  <a:lnTo>
                    <a:pt x="1" y="383"/>
                  </a:lnTo>
                  <a:lnTo>
                    <a:pt x="0" y="426"/>
                  </a:lnTo>
                  <a:lnTo>
                    <a:pt x="11" y="426"/>
                  </a:lnTo>
                  <a:lnTo>
                    <a:pt x="13" y="383"/>
                  </a:lnTo>
                  <a:lnTo>
                    <a:pt x="16" y="342"/>
                  </a:lnTo>
                  <a:lnTo>
                    <a:pt x="22" y="303"/>
                  </a:lnTo>
                  <a:lnTo>
                    <a:pt x="30" y="264"/>
                  </a:lnTo>
                  <a:lnTo>
                    <a:pt x="41" y="229"/>
                  </a:lnTo>
                  <a:lnTo>
                    <a:pt x="52" y="194"/>
                  </a:lnTo>
                  <a:lnTo>
                    <a:pt x="67" y="162"/>
                  </a:lnTo>
                  <a:lnTo>
                    <a:pt x="82" y="133"/>
                  </a:lnTo>
                  <a:lnTo>
                    <a:pt x="98" y="106"/>
                  </a:lnTo>
                  <a:lnTo>
                    <a:pt x="116" y="81"/>
                  </a:lnTo>
                  <a:lnTo>
                    <a:pt x="136" y="61"/>
                  </a:lnTo>
                  <a:lnTo>
                    <a:pt x="156" y="43"/>
                  </a:lnTo>
                  <a:lnTo>
                    <a:pt x="178" y="31"/>
                  </a:lnTo>
                  <a:lnTo>
                    <a:pt x="199" y="20"/>
                  </a:lnTo>
                  <a:lnTo>
                    <a:pt x="221"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2618" name="Freeform 56"/>
            <p:cNvSpPr>
              <a:spLocks/>
            </p:cNvSpPr>
            <p:nvPr/>
          </p:nvSpPr>
          <p:spPr bwMode="auto">
            <a:xfrm>
              <a:off x="1140" y="2087"/>
              <a:ext cx="49" cy="85"/>
            </a:xfrm>
            <a:custGeom>
              <a:avLst/>
              <a:gdLst>
                <a:gd name="T0" fmla="*/ 2 w 246"/>
                <a:gd name="T1" fmla="*/ 3 h 424"/>
                <a:gd name="T2" fmla="*/ 2 w 246"/>
                <a:gd name="T3" fmla="*/ 3 h 424"/>
                <a:gd name="T4" fmla="*/ 2 w 246"/>
                <a:gd name="T5" fmla="*/ 3 h 424"/>
                <a:gd name="T6" fmla="*/ 2 w 246"/>
                <a:gd name="T7" fmla="*/ 3 h 424"/>
                <a:gd name="T8" fmla="*/ 2 w 246"/>
                <a:gd name="T9" fmla="*/ 2 h 424"/>
                <a:gd name="T10" fmla="*/ 2 w 246"/>
                <a:gd name="T11" fmla="*/ 2 h 424"/>
                <a:gd name="T12" fmla="*/ 2 w 246"/>
                <a:gd name="T13" fmla="*/ 2 h 424"/>
                <a:gd name="T14" fmla="*/ 2 w 246"/>
                <a:gd name="T15" fmla="*/ 2 h 424"/>
                <a:gd name="T16" fmla="*/ 2 w 246"/>
                <a:gd name="T17" fmla="*/ 1 h 424"/>
                <a:gd name="T18" fmla="*/ 1 w 246"/>
                <a:gd name="T19" fmla="*/ 1 h 424"/>
                <a:gd name="T20" fmla="*/ 1 w 246"/>
                <a:gd name="T21" fmla="*/ 1 h 424"/>
                <a:gd name="T22" fmla="*/ 1 w 246"/>
                <a:gd name="T23" fmla="*/ 1 h 424"/>
                <a:gd name="T24" fmla="*/ 1 w 246"/>
                <a:gd name="T25" fmla="*/ 0 h 424"/>
                <a:gd name="T26" fmla="*/ 1 w 246"/>
                <a:gd name="T27" fmla="*/ 0 h 424"/>
                <a:gd name="T28" fmla="*/ 1 w 246"/>
                <a:gd name="T29" fmla="*/ 0 h 424"/>
                <a:gd name="T30" fmla="*/ 0 w 246"/>
                <a:gd name="T31" fmla="*/ 0 h 424"/>
                <a:gd name="T32" fmla="*/ 0 w 246"/>
                <a:gd name="T33" fmla="*/ 0 h 424"/>
                <a:gd name="T34" fmla="*/ 0 w 246"/>
                <a:gd name="T35" fmla="*/ 0 h 424"/>
                <a:gd name="T36" fmla="*/ 0 w 246"/>
                <a:gd name="T37" fmla="*/ 0 h 424"/>
                <a:gd name="T38" fmla="*/ 0 w 246"/>
                <a:gd name="T39" fmla="*/ 0 h 424"/>
                <a:gd name="T40" fmla="*/ 0 w 246"/>
                <a:gd name="T41" fmla="*/ 0 h 424"/>
                <a:gd name="T42" fmla="*/ 1 w 246"/>
                <a:gd name="T43" fmla="*/ 0 h 424"/>
                <a:gd name="T44" fmla="*/ 1 w 246"/>
                <a:gd name="T45" fmla="*/ 0 h 424"/>
                <a:gd name="T46" fmla="*/ 1 w 246"/>
                <a:gd name="T47" fmla="*/ 0 h 424"/>
                <a:gd name="T48" fmla="*/ 1 w 246"/>
                <a:gd name="T49" fmla="*/ 1 h 424"/>
                <a:gd name="T50" fmla="*/ 1 w 246"/>
                <a:gd name="T51" fmla="*/ 1 h 424"/>
                <a:gd name="T52" fmla="*/ 1 w 246"/>
                <a:gd name="T53" fmla="*/ 1 h 424"/>
                <a:gd name="T54" fmla="*/ 1 w 246"/>
                <a:gd name="T55" fmla="*/ 1 h 424"/>
                <a:gd name="T56" fmla="*/ 2 w 246"/>
                <a:gd name="T57" fmla="*/ 2 h 424"/>
                <a:gd name="T58" fmla="*/ 2 w 246"/>
                <a:gd name="T59" fmla="*/ 2 h 424"/>
                <a:gd name="T60" fmla="*/ 2 w 246"/>
                <a:gd name="T61" fmla="*/ 2 h 424"/>
                <a:gd name="T62" fmla="*/ 2 w 246"/>
                <a:gd name="T63" fmla="*/ 2 h 424"/>
                <a:gd name="T64" fmla="*/ 2 w 246"/>
                <a:gd name="T65" fmla="*/ 3 h 424"/>
                <a:gd name="T66" fmla="*/ 2 w 246"/>
                <a:gd name="T67" fmla="*/ 3 h 424"/>
                <a:gd name="T68" fmla="*/ 2 w 246"/>
                <a:gd name="T69" fmla="*/ 3 h 424"/>
                <a:gd name="T70" fmla="*/ 2 w 246"/>
                <a:gd name="T71" fmla="*/ 3 h 424"/>
                <a:gd name="T72" fmla="*/ 2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424"/>
                  </a:moveTo>
                  <a:lnTo>
                    <a:pt x="246" y="424"/>
                  </a:lnTo>
                  <a:lnTo>
                    <a:pt x="244" y="382"/>
                  </a:lnTo>
                  <a:lnTo>
                    <a:pt x="241" y="338"/>
                  </a:lnTo>
                  <a:lnTo>
                    <a:pt x="235" y="298"/>
                  </a:lnTo>
                  <a:lnTo>
                    <a:pt x="227" y="261"/>
                  </a:lnTo>
                  <a:lnTo>
                    <a:pt x="216" y="222"/>
                  </a:lnTo>
                  <a:lnTo>
                    <a:pt x="205" y="188"/>
                  </a:lnTo>
                  <a:lnTo>
                    <a:pt x="190" y="155"/>
                  </a:lnTo>
                  <a:lnTo>
                    <a:pt x="174" y="125"/>
                  </a:lnTo>
                  <a:lnTo>
                    <a:pt x="157" y="98"/>
                  </a:lnTo>
                  <a:lnTo>
                    <a:pt x="138" y="73"/>
                  </a:lnTo>
                  <a:lnTo>
                    <a:pt x="118" y="51"/>
                  </a:lnTo>
                  <a:lnTo>
                    <a:pt x="96" y="34"/>
                  </a:lnTo>
                  <a:lnTo>
                    <a:pt x="74" y="18"/>
                  </a:lnTo>
                  <a:lnTo>
                    <a:pt x="50" y="8"/>
                  </a:lnTo>
                  <a:lnTo>
                    <a:pt x="25" y="2"/>
                  </a:lnTo>
                  <a:lnTo>
                    <a:pt x="0" y="0"/>
                  </a:lnTo>
                  <a:lnTo>
                    <a:pt x="0" y="11"/>
                  </a:lnTo>
                  <a:lnTo>
                    <a:pt x="23" y="14"/>
                  </a:lnTo>
                  <a:lnTo>
                    <a:pt x="45" y="19"/>
                  </a:lnTo>
                  <a:lnTo>
                    <a:pt x="67" y="30"/>
                  </a:lnTo>
                  <a:lnTo>
                    <a:pt x="89" y="43"/>
                  </a:lnTo>
                  <a:lnTo>
                    <a:pt x="108" y="60"/>
                  </a:lnTo>
                  <a:lnTo>
                    <a:pt x="128" y="80"/>
                  </a:lnTo>
                  <a:lnTo>
                    <a:pt x="147" y="105"/>
                  </a:lnTo>
                  <a:lnTo>
                    <a:pt x="165" y="132"/>
                  </a:lnTo>
                  <a:lnTo>
                    <a:pt x="179" y="160"/>
                  </a:lnTo>
                  <a:lnTo>
                    <a:pt x="193" y="193"/>
                  </a:lnTo>
                  <a:lnTo>
                    <a:pt x="205" y="227"/>
                  </a:lnTo>
                  <a:lnTo>
                    <a:pt x="215" y="263"/>
                  </a:lnTo>
                  <a:lnTo>
                    <a:pt x="223" y="301"/>
                  </a:lnTo>
                  <a:lnTo>
                    <a:pt x="229" y="341"/>
                  </a:lnTo>
                  <a:lnTo>
                    <a:pt x="233" y="382"/>
                  </a:lnTo>
                  <a:lnTo>
                    <a:pt x="234" y="424"/>
                  </a:lnTo>
                  <a:lnTo>
                    <a:pt x="246"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2619" name="Freeform 57"/>
            <p:cNvSpPr>
              <a:spLocks/>
            </p:cNvSpPr>
            <p:nvPr/>
          </p:nvSpPr>
          <p:spPr bwMode="auto">
            <a:xfrm>
              <a:off x="1140" y="2172"/>
              <a:ext cx="49" cy="85"/>
            </a:xfrm>
            <a:custGeom>
              <a:avLst/>
              <a:gdLst>
                <a:gd name="T0" fmla="*/ 0 w 246"/>
                <a:gd name="T1" fmla="*/ 3 h 426"/>
                <a:gd name="T2" fmla="*/ 0 w 246"/>
                <a:gd name="T3" fmla="*/ 3 h 426"/>
                <a:gd name="T4" fmla="*/ 0 w 246"/>
                <a:gd name="T5" fmla="*/ 3 h 426"/>
                <a:gd name="T6" fmla="*/ 0 w 246"/>
                <a:gd name="T7" fmla="*/ 3 h 426"/>
                <a:gd name="T8" fmla="*/ 1 w 246"/>
                <a:gd name="T9" fmla="*/ 3 h 426"/>
                <a:gd name="T10" fmla="*/ 1 w 246"/>
                <a:gd name="T11" fmla="*/ 3 h 426"/>
                <a:gd name="T12" fmla="*/ 1 w 246"/>
                <a:gd name="T13" fmla="*/ 3 h 426"/>
                <a:gd name="T14" fmla="*/ 1 w 246"/>
                <a:gd name="T15" fmla="*/ 3 h 426"/>
                <a:gd name="T16" fmla="*/ 1 w 246"/>
                <a:gd name="T17" fmla="*/ 3 h 426"/>
                <a:gd name="T18" fmla="*/ 1 w 246"/>
                <a:gd name="T19" fmla="*/ 2 h 426"/>
                <a:gd name="T20" fmla="*/ 2 w 246"/>
                <a:gd name="T21" fmla="*/ 2 h 426"/>
                <a:gd name="T22" fmla="*/ 2 w 246"/>
                <a:gd name="T23" fmla="*/ 2 h 426"/>
                <a:gd name="T24" fmla="*/ 2 w 246"/>
                <a:gd name="T25" fmla="*/ 2 h 426"/>
                <a:gd name="T26" fmla="*/ 2 w 246"/>
                <a:gd name="T27" fmla="*/ 1 h 426"/>
                <a:gd name="T28" fmla="*/ 2 w 246"/>
                <a:gd name="T29" fmla="*/ 1 h 426"/>
                <a:gd name="T30" fmla="*/ 2 w 246"/>
                <a:gd name="T31" fmla="*/ 1 h 426"/>
                <a:gd name="T32" fmla="*/ 2 w 246"/>
                <a:gd name="T33" fmla="*/ 0 h 426"/>
                <a:gd name="T34" fmla="*/ 2 w 246"/>
                <a:gd name="T35" fmla="*/ 0 h 426"/>
                <a:gd name="T36" fmla="*/ 2 w 246"/>
                <a:gd name="T37" fmla="*/ 0 h 426"/>
                <a:gd name="T38" fmla="*/ 2 w 246"/>
                <a:gd name="T39" fmla="*/ 0 h 426"/>
                <a:gd name="T40" fmla="*/ 2 w 246"/>
                <a:gd name="T41" fmla="*/ 1 h 426"/>
                <a:gd name="T42" fmla="*/ 2 w 246"/>
                <a:gd name="T43" fmla="*/ 1 h 426"/>
                <a:gd name="T44" fmla="*/ 2 w 246"/>
                <a:gd name="T45" fmla="*/ 1 h 426"/>
                <a:gd name="T46" fmla="*/ 2 w 246"/>
                <a:gd name="T47" fmla="*/ 2 h 426"/>
                <a:gd name="T48" fmla="*/ 2 w 246"/>
                <a:gd name="T49" fmla="*/ 2 h 426"/>
                <a:gd name="T50" fmla="*/ 1 w 246"/>
                <a:gd name="T51" fmla="*/ 2 h 426"/>
                <a:gd name="T52" fmla="*/ 1 w 246"/>
                <a:gd name="T53" fmla="*/ 2 h 426"/>
                <a:gd name="T54" fmla="*/ 1 w 246"/>
                <a:gd name="T55" fmla="*/ 3 h 426"/>
                <a:gd name="T56" fmla="*/ 1 w 246"/>
                <a:gd name="T57" fmla="*/ 3 h 426"/>
                <a:gd name="T58" fmla="*/ 1 w 246"/>
                <a:gd name="T59" fmla="*/ 3 h 426"/>
                <a:gd name="T60" fmla="*/ 1 w 246"/>
                <a:gd name="T61" fmla="*/ 3 h 426"/>
                <a:gd name="T62" fmla="*/ 1 w 246"/>
                <a:gd name="T63" fmla="*/ 3 h 426"/>
                <a:gd name="T64" fmla="*/ 0 w 246"/>
                <a:gd name="T65" fmla="*/ 3 h 426"/>
                <a:gd name="T66" fmla="*/ 0 w 246"/>
                <a:gd name="T67" fmla="*/ 3 h 426"/>
                <a:gd name="T68" fmla="*/ 0 w 246"/>
                <a:gd name="T69" fmla="*/ 3 h 426"/>
                <a:gd name="T70" fmla="*/ 0 w 246"/>
                <a:gd name="T71" fmla="*/ 3 h 426"/>
                <a:gd name="T72" fmla="*/ 0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426"/>
                  </a:moveTo>
                  <a:lnTo>
                    <a:pt x="0" y="426"/>
                  </a:lnTo>
                  <a:lnTo>
                    <a:pt x="25" y="423"/>
                  </a:lnTo>
                  <a:lnTo>
                    <a:pt x="50" y="417"/>
                  </a:lnTo>
                  <a:lnTo>
                    <a:pt x="74" y="407"/>
                  </a:lnTo>
                  <a:lnTo>
                    <a:pt x="96" y="392"/>
                  </a:lnTo>
                  <a:lnTo>
                    <a:pt x="118" y="373"/>
                  </a:lnTo>
                  <a:lnTo>
                    <a:pt x="138" y="350"/>
                  </a:lnTo>
                  <a:lnTo>
                    <a:pt x="157" y="327"/>
                  </a:lnTo>
                  <a:lnTo>
                    <a:pt x="175" y="299"/>
                  </a:lnTo>
                  <a:lnTo>
                    <a:pt x="190" y="268"/>
                  </a:lnTo>
                  <a:lnTo>
                    <a:pt x="205" y="236"/>
                  </a:lnTo>
                  <a:lnTo>
                    <a:pt x="216" y="202"/>
                  </a:lnTo>
                  <a:lnTo>
                    <a:pt x="227" y="164"/>
                  </a:lnTo>
                  <a:lnTo>
                    <a:pt x="235" y="125"/>
                  </a:lnTo>
                  <a:lnTo>
                    <a:pt x="241" y="86"/>
                  </a:lnTo>
                  <a:lnTo>
                    <a:pt x="244" y="42"/>
                  </a:lnTo>
                  <a:lnTo>
                    <a:pt x="246" y="0"/>
                  </a:lnTo>
                  <a:lnTo>
                    <a:pt x="234" y="0"/>
                  </a:lnTo>
                  <a:lnTo>
                    <a:pt x="233" y="42"/>
                  </a:lnTo>
                  <a:lnTo>
                    <a:pt x="229" y="83"/>
                  </a:lnTo>
                  <a:lnTo>
                    <a:pt x="223" y="123"/>
                  </a:lnTo>
                  <a:lnTo>
                    <a:pt x="215" y="162"/>
                  </a:lnTo>
                  <a:lnTo>
                    <a:pt x="205" y="197"/>
                  </a:lnTo>
                  <a:lnTo>
                    <a:pt x="193" y="231"/>
                  </a:lnTo>
                  <a:lnTo>
                    <a:pt x="179" y="264"/>
                  </a:lnTo>
                  <a:lnTo>
                    <a:pt x="164" y="292"/>
                  </a:lnTo>
                  <a:lnTo>
                    <a:pt x="147" y="320"/>
                  </a:lnTo>
                  <a:lnTo>
                    <a:pt x="128" y="343"/>
                  </a:lnTo>
                  <a:lnTo>
                    <a:pt x="108" y="363"/>
                  </a:lnTo>
                  <a:lnTo>
                    <a:pt x="89" y="382"/>
                  </a:lnTo>
                  <a:lnTo>
                    <a:pt x="67" y="395"/>
                  </a:lnTo>
                  <a:lnTo>
                    <a:pt x="45" y="406"/>
                  </a:lnTo>
                  <a:lnTo>
                    <a:pt x="23" y="411"/>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2620" name="Freeform 58"/>
            <p:cNvSpPr>
              <a:spLocks/>
            </p:cNvSpPr>
            <p:nvPr/>
          </p:nvSpPr>
          <p:spPr bwMode="auto">
            <a:xfrm>
              <a:off x="1091" y="2172"/>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4" y="86"/>
                  </a:lnTo>
                  <a:lnTo>
                    <a:pt x="10" y="125"/>
                  </a:lnTo>
                  <a:lnTo>
                    <a:pt x="18" y="164"/>
                  </a:lnTo>
                  <a:lnTo>
                    <a:pt x="29" y="202"/>
                  </a:lnTo>
                  <a:lnTo>
                    <a:pt x="41" y="236"/>
                  </a:lnTo>
                  <a:lnTo>
                    <a:pt x="55" y="268"/>
                  </a:lnTo>
                  <a:lnTo>
                    <a:pt x="70" y="299"/>
                  </a:lnTo>
                  <a:lnTo>
                    <a:pt x="89" y="327"/>
                  </a:lnTo>
                  <a:lnTo>
                    <a:pt x="106" y="350"/>
                  </a:lnTo>
                  <a:lnTo>
                    <a:pt x="126" y="373"/>
                  </a:lnTo>
                  <a:lnTo>
                    <a:pt x="148" y="392"/>
                  </a:lnTo>
                  <a:lnTo>
                    <a:pt x="171" y="407"/>
                  </a:lnTo>
                  <a:lnTo>
                    <a:pt x="194" y="417"/>
                  </a:lnTo>
                  <a:lnTo>
                    <a:pt x="219" y="423"/>
                  </a:lnTo>
                  <a:lnTo>
                    <a:pt x="245" y="426"/>
                  </a:lnTo>
                  <a:lnTo>
                    <a:pt x="245" y="414"/>
                  </a:lnTo>
                  <a:lnTo>
                    <a:pt x="221" y="411"/>
                  </a:lnTo>
                  <a:lnTo>
                    <a:pt x="199" y="406"/>
                  </a:lnTo>
                  <a:lnTo>
                    <a:pt x="178" y="395"/>
                  </a:lnTo>
                  <a:lnTo>
                    <a:pt x="155" y="382"/>
                  </a:lnTo>
                  <a:lnTo>
                    <a:pt x="136" y="363"/>
                  </a:lnTo>
                  <a:lnTo>
                    <a:pt x="116" y="343"/>
                  </a:lnTo>
                  <a:lnTo>
                    <a:pt x="98" y="320"/>
                  </a:lnTo>
                  <a:lnTo>
                    <a:pt x="82" y="292"/>
                  </a:lnTo>
                  <a:lnTo>
                    <a:pt x="66" y="264"/>
                  </a:lnTo>
                  <a:lnTo>
                    <a:pt x="52" y="231"/>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2621" name="Freeform 59"/>
            <p:cNvSpPr>
              <a:spLocks/>
            </p:cNvSpPr>
            <p:nvPr/>
          </p:nvSpPr>
          <p:spPr bwMode="auto">
            <a:xfrm>
              <a:off x="1091" y="2087"/>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4" y="8"/>
                  </a:lnTo>
                  <a:lnTo>
                    <a:pt x="171" y="18"/>
                  </a:lnTo>
                  <a:lnTo>
                    <a:pt x="148" y="34"/>
                  </a:lnTo>
                  <a:lnTo>
                    <a:pt x="126" y="51"/>
                  </a:lnTo>
                  <a:lnTo>
                    <a:pt x="106" y="73"/>
                  </a:lnTo>
                  <a:lnTo>
                    <a:pt x="89" y="98"/>
                  </a:lnTo>
                  <a:lnTo>
                    <a:pt x="71" y="125"/>
                  </a:lnTo>
                  <a:lnTo>
                    <a:pt x="55" y="155"/>
                  </a:lnTo>
                  <a:lnTo>
                    <a:pt x="41" y="188"/>
                  </a:lnTo>
                  <a:lnTo>
                    <a:pt x="29" y="222"/>
                  </a:lnTo>
                  <a:lnTo>
                    <a:pt x="18" y="261"/>
                  </a:lnTo>
                  <a:lnTo>
                    <a:pt x="10" y="298"/>
                  </a:lnTo>
                  <a:lnTo>
                    <a:pt x="4" y="338"/>
                  </a:lnTo>
                  <a:lnTo>
                    <a:pt x="1" y="382"/>
                  </a:lnTo>
                  <a:lnTo>
                    <a:pt x="0" y="424"/>
                  </a:lnTo>
                  <a:lnTo>
                    <a:pt x="11" y="424"/>
                  </a:lnTo>
                  <a:lnTo>
                    <a:pt x="13" y="382"/>
                  </a:lnTo>
                  <a:lnTo>
                    <a:pt x="16" y="341"/>
                  </a:lnTo>
                  <a:lnTo>
                    <a:pt x="22" y="301"/>
                  </a:lnTo>
                  <a:lnTo>
                    <a:pt x="30" y="263"/>
                  </a:lnTo>
                  <a:lnTo>
                    <a:pt x="41" y="227"/>
                  </a:lnTo>
                  <a:lnTo>
                    <a:pt x="52" y="193"/>
                  </a:lnTo>
                  <a:lnTo>
                    <a:pt x="66" y="160"/>
                  </a:lnTo>
                  <a:lnTo>
                    <a:pt x="80" y="132"/>
                  </a:lnTo>
                  <a:lnTo>
                    <a:pt x="98" y="105"/>
                  </a:lnTo>
                  <a:lnTo>
                    <a:pt x="116" y="80"/>
                  </a:lnTo>
                  <a:lnTo>
                    <a:pt x="136" y="60"/>
                  </a:lnTo>
                  <a:lnTo>
                    <a:pt x="155" y="43"/>
                  </a:lnTo>
                  <a:lnTo>
                    <a:pt x="178" y="30"/>
                  </a:lnTo>
                  <a:lnTo>
                    <a:pt x="199" y="19"/>
                  </a:lnTo>
                  <a:lnTo>
                    <a:pt x="221" y="14"/>
                  </a:lnTo>
                  <a:lnTo>
                    <a:pt x="245" y="11"/>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2622" name="Freeform 60"/>
            <p:cNvSpPr>
              <a:spLocks/>
            </p:cNvSpPr>
            <p:nvPr/>
          </p:nvSpPr>
          <p:spPr bwMode="auto">
            <a:xfrm>
              <a:off x="1392" y="2118"/>
              <a:ext cx="49" cy="85"/>
            </a:xfrm>
            <a:custGeom>
              <a:avLst/>
              <a:gdLst>
                <a:gd name="T0" fmla="*/ 2 w 246"/>
                <a:gd name="T1" fmla="*/ 3 h 426"/>
                <a:gd name="T2" fmla="*/ 2 w 246"/>
                <a:gd name="T3" fmla="*/ 3 h 426"/>
                <a:gd name="T4" fmla="*/ 2 w 246"/>
                <a:gd name="T5" fmla="*/ 3 h 426"/>
                <a:gd name="T6" fmla="*/ 2 w 246"/>
                <a:gd name="T7" fmla="*/ 3 h 426"/>
                <a:gd name="T8" fmla="*/ 2 w 246"/>
                <a:gd name="T9" fmla="*/ 2 h 426"/>
                <a:gd name="T10" fmla="*/ 2 w 246"/>
                <a:gd name="T11" fmla="*/ 2 h 426"/>
                <a:gd name="T12" fmla="*/ 2 w 246"/>
                <a:gd name="T13" fmla="*/ 2 h 426"/>
                <a:gd name="T14" fmla="*/ 2 w 246"/>
                <a:gd name="T15" fmla="*/ 2 h 426"/>
                <a:gd name="T16" fmla="*/ 2 w 246"/>
                <a:gd name="T17" fmla="*/ 1 h 426"/>
                <a:gd name="T18" fmla="*/ 1 w 246"/>
                <a:gd name="T19" fmla="*/ 1 h 426"/>
                <a:gd name="T20" fmla="*/ 1 w 246"/>
                <a:gd name="T21" fmla="*/ 1 h 426"/>
                <a:gd name="T22" fmla="*/ 1 w 246"/>
                <a:gd name="T23" fmla="*/ 1 h 426"/>
                <a:gd name="T24" fmla="*/ 1 w 246"/>
                <a:gd name="T25" fmla="*/ 0 h 426"/>
                <a:gd name="T26" fmla="*/ 1 w 246"/>
                <a:gd name="T27" fmla="*/ 0 h 426"/>
                <a:gd name="T28" fmla="*/ 1 w 246"/>
                <a:gd name="T29" fmla="*/ 0 h 426"/>
                <a:gd name="T30" fmla="*/ 0 w 246"/>
                <a:gd name="T31" fmla="*/ 0 h 426"/>
                <a:gd name="T32" fmla="*/ 0 w 246"/>
                <a:gd name="T33" fmla="*/ 0 h 426"/>
                <a:gd name="T34" fmla="*/ 0 w 246"/>
                <a:gd name="T35" fmla="*/ 0 h 426"/>
                <a:gd name="T36" fmla="*/ 0 w 246"/>
                <a:gd name="T37" fmla="*/ 0 h 426"/>
                <a:gd name="T38" fmla="*/ 0 w 246"/>
                <a:gd name="T39" fmla="*/ 0 h 426"/>
                <a:gd name="T40" fmla="*/ 0 w 246"/>
                <a:gd name="T41" fmla="*/ 0 h 426"/>
                <a:gd name="T42" fmla="*/ 1 w 246"/>
                <a:gd name="T43" fmla="*/ 0 h 426"/>
                <a:gd name="T44" fmla="*/ 1 w 246"/>
                <a:gd name="T45" fmla="*/ 0 h 426"/>
                <a:gd name="T46" fmla="*/ 1 w 246"/>
                <a:gd name="T47" fmla="*/ 1 h 426"/>
                <a:gd name="T48" fmla="*/ 1 w 246"/>
                <a:gd name="T49" fmla="*/ 1 h 426"/>
                <a:gd name="T50" fmla="*/ 1 w 246"/>
                <a:gd name="T51" fmla="*/ 1 h 426"/>
                <a:gd name="T52" fmla="*/ 1 w 246"/>
                <a:gd name="T53" fmla="*/ 1 h 426"/>
                <a:gd name="T54" fmla="*/ 1 w 246"/>
                <a:gd name="T55" fmla="*/ 1 h 426"/>
                <a:gd name="T56" fmla="*/ 2 w 246"/>
                <a:gd name="T57" fmla="*/ 2 h 426"/>
                <a:gd name="T58" fmla="*/ 2 w 246"/>
                <a:gd name="T59" fmla="*/ 2 h 426"/>
                <a:gd name="T60" fmla="*/ 2 w 246"/>
                <a:gd name="T61" fmla="*/ 2 h 426"/>
                <a:gd name="T62" fmla="*/ 2 w 246"/>
                <a:gd name="T63" fmla="*/ 2 h 426"/>
                <a:gd name="T64" fmla="*/ 2 w 246"/>
                <a:gd name="T65" fmla="*/ 3 h 426"/>
                <a:gd name="T66" fmla="*/ 2 w 246"/>
                <a:gd name="T67" fmla="*/ 3 h 426"/>
                <a:gd name="T68" fmla="*/ 2 w 246"/>
                <a:gd name="T69" fmla="*/ 3 h 426"/>
                <a:gd name="T70" fmla="*/ 2 w 246"/>
                <a:gd name="T71" fmla="*/ 3 h 426"/>
                <a:gd name="T72" fmla="*/ 2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246" y="426"/>
                  </a:moveTo>
                  <a:lnTo>
                    <a:pt x="246" y="426"/>
                  </a:lnTo>
                  <a:lnTo>
                    <a:pt x="245" y="384"/>
                  </a:lnTo>
                  <a:lnTo>
                    <a:pt x="242" y="340"/>
                  </a:lnTo>
                  <a:lnTo>
                    <a:pt x="236" y="301"/>
                  </a:lnTo>
                  <a:lnTo>
                    <a:pt x="228" y="262"/>
                  </a:lnTo>
                  <a:lnTo>
                    <a:pt x="217" y="224"/>
                  </a:lnTo>
                  <a:lnTo>
                    <a:pt x="205" y="190"/>
                  </a:lnTo>
                  <a:lnTo>
                    <a:pt x="191" y="158"/>
                  </a:lnTo>
                  <a:lnTo>
                    <a:pt x="176" y="126"/>
                  </a:lnTo>
                  <a:lnTo>
                    <a:pt x="157" y="99"/>
                  </a:lnTo>
                  <a:lnTo>
                    <a:pt x="139" y="75"/>
                  </a:lnTo>
                  <a:lnTo>
                    <a:pt x="119" y="53"/>
                  </a:lnTo>
                  <a:lnTo>
                    <a:pt x="96" y="34"/>
                  </a:lnTo>
                  <a:lnTo>
                    <a:pt x="75" y="19"/>
                  </a:lnTo>
                  <a:lnTo>
                    <a:pt x="51" y="9"/>
                  </a:lnTo>
                  <a:lnTo>
                    <a:pt x="26" y="3"/>
                  </a:lnTo>
                  <a:lnTo>
                    <a:pt x="0" y="0"/>
                  </a:lnTo>
                  <a:lnTo>
                    <a:pt x="0" y="12"/>
                  </a:lnTo>
                  <a:lnTo>
                    <a:pt x="24" y="15"/>
                  </a:lnTo>
                  <a:lnTo>
                    <a:pt x="46" y="20"/>
                  </a:lnTo>
                  <a:lnTo>
                    <a:pt x="68" y="31"/>
                  </a:lnTo>
                  <a:lnTo>
                    <a:pt x="89" y="44"/>
                  </a:lnTo>
                  <a:lnTo>
                    <a:pt x="109" y="63"/>
                  </a:lnTo>
                  <a:lnTo>
                    <a:pt x="129" y="83"/>
                  </a:lnTo>
                  <a:lnTo>
                    <a:pt x="148" y="106"/>
                  </a:lnTo>
                  <a:lnTo>
                    <a:pt x="164" y="133"/>
                  </a:lnTo>
                  <a:lnTo>
                    <a:pt x="180" y="162"/>
                  </a:lnTo>
                  <a:lnTo>
                    <a:pt x="194" y="195"/>
                  </a:lnTo>
                  <a:lnTo>
                    <a:pt x="205" y="229"/>
                  </a:lnTo>
                  <a:lnTo>
                    <a:pt x="216" y="264"/>
                  </a:lnTo>
                  <a:lnTo>
                    <a:pt x="224" y="303"/>
                  </a:lnTo>
                  <a:lnTo>
                    <a:pt x="230" y="343"/>
                  </a:lnTo>
                  <a:lnTo>
                    <a:pt x="233" y="384"/>
                  </a:lnTo>
                  <a:lnTo>
                    <a:pt x="235" y="426"/>
                  </a:lnTo>
                  <a:lnTo>
                    <a:pt x="246"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2623" name="Freeform 61"/>
            <p:cNvSpPr>
              <a:spLocks/>
            </p:cNvSpPr>
            <p:nvPr/>
          </p:nvSpPr>
          <p:spPr bwMode="auto">
            <a:xfrm>
              <a:off x="1392" y="2203"/>
              <a:ext cx="49" cy="85"/>
            </a:xfrm>
            <a:custGeom>
              <a:avLst/>
              <a:gdLst>
                <a:gd name="T0" fmla="*/ 0 w 246"/>
                <a:gd name="T1" fmla="*/ 3 h 424"/>
                <a:gd name="T2" fmla="*/ 0 w 246"/>
                <a:gd name="T3" fmla="*/ 3 h 424"/>
                <a:gd name="T4" fmla="*/ 0 w 246"/>
                <a:gd name="T5" fmla="*/ 3 h 424"/>
                <a:gd name="T6" fmla="*/ 0 w 246"/>
                <a:gd name="T7" fmla="*/ 3 h 424"/>
                <a:gd name="T8" fmla="*/ 1 w 246"/>
                <a:gd name="T9" fmla="*/ 3 h 424"/>
                <a:gd name="T10" fmla="*/ 1 w 246"/>
                <a:gd name="T11" fmla="*/ 3 h 424"/>
                <a:gd name="T12" fmla="*/ 1 w 246"/>
                <a:gd name="T13" fmla="*/ 3 h 424"/>
                <a:gd name="T14" fmla="*/ 1 w 246"/>
                <a:gd name="T15" fmla="*/ 3 h 424"/>
                <a:gd name="T16" fmla="*/ 1 w 246"/>
                <a:gd name="T17" fmla="*/ 3 h 424"/>
                <a:gd name="T18" fmla="*/ 1 w 246"/>
                <a:gd name="T19" fmla="*/ 2 h 424"/>
                <a:gd name="T20" fmla="*/ 2 w 246"/>
                <a:gd name="T21" fmla="*/ 2 h 424"/>
                <a:gd name="T22" fmla="*/ 2 w 246"/>
                <a:gd name="T23" fmla="*/ 2 h 424"/>
                <a:gd name="T24" fmla="*/ 2 w 246"/>
                <a:gd name="T25" fmla="*/ 2 h 424"/>
                <a:gd name="T26" fmla="*/ 2 w 246"/>
                <a:gd name="T27" fmla="*/ 1 h 424"/>
                <a:gd name="T28" fmla="*/ 2 w 246"/>
                <a:gd name="T29" fmla="*/ 1 h 424"/>
                <a:gd name="T30" fmla="*/ 2 w 246"/>
                <a:gd name="T31" fmla="*/ 1 h 424"/>
                <a:gd name="T32" fmla="*/ 2 w 246"/>
                <a:gd name="T33" fmla="*/ 0 h 424"/>
                <a:gd name="T34" fmla="*/ 2 w 246"/>
                <a:gd name="T35" fmla="*/ 0 h 424"/>
                <a:gd name="T36" fmla="*/ 2 w 246"/>
                <a:gd name="T37" fmla="*/ 0 h 424"/>
                <a:gd name="T38" fmla="*/ 2 w 246"/>
                <a:gd name="T39" fmla="*/ 0 h 424"/>
                <a:gd name="T40" fmla="*/ 2 w 246"/>
                <a:gd name="T41" fmla="*/ 1 h 424"/>
                <a:gd name="T42" fmla="*/ 2 w 246"/>
                <a:gd name="T43" fmla="*/ 1 h 424"/>
                <a:gd name="T44" fmla="*/ 2 w 246"/>
                <a:gd name="T45" fmla="*/ 1 h 424"/>
                <a:gd name="T46" fmla="*/ 2 w 246"/>
                <a:gd name="T47" fmla="*/ 2 h 424"/>
                <a:gd name="T48" fmla="*/ 2 w 246"/>
                <a:gd name="T49" fmla="*/ 2 h 424"/>
                <a:gd name="T50" fmla="*/ 1 w 246"/>
                <a:gd name="T51" fmla="*/ 2 h 424"/>
                <a:gd name="T52" fmla="*/ 1 w 246"/>
                <a:gd name="T53" fmla="*/ 2 h 424"/>
                <a:gd name="T54" fmla="*/ 1 w 246"/>
                <a:gd name="T55" fmla="*/ 3 h 424"/>
                <a:gd name="T56" fmla="*/ 1 w 246"/>
                <a:gd name="T57" fmla="*/ 3 h 424"/>
                <a:gd name="T58" fmla="*/ 1 w 246"/>
                <a:gd name="T59" fmla="*/ 3 h 424"/>
                <a:gd name="T60" fmla="*/ 1 w 246"/>
                <a:gd name="T61" fmla="*/ 3 h 424"/>
                <a:gd name="T62" fmla="*/ 1 w 246"/>
                <a:gd name="T63" fmla="*/ 3 h 424"/>
                <a:gd name="T64" fmla="*/ 0 w 246"/>
                <a:gd name="T65" fmla="*/ 3 h 424"/>
                <a:gd name="T66" fmla="*/ 0 w 246"/>
                <a:gd name="T67" fmla="*/ 3 h 424"/>
                <a:gd name="T68" fmla="*/ 0 w 246"/>
                <a:gd name="T69" fmla="*/ 3 h 424"/>
                <a:gd name="T70" fmla="*/ 0 w 246"/>
                <a:gd name="T71" fmla="*/ 3 h 424"/>
                <a:gd name="T72" fmla="*/ 0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0" y="424"/>
                  </a:moveTo>
                  <a:lnTo>
                    <a:pt x="0" y="424"/>
                  </a:lnTo>
                  <a:lnTo>
                    <a:pt x="26" y="422"/>
                  </a:lnTo>
                  <a:lnTo>
                    <a:pt x="51" y="416"/>
                  </a:lnTo>
                  <a:lnTo>
                    <a:pt x="75" y="406"/>
                  </a:lnTo>
                  <a:lnTo>
                    <a:pt x="96" y="390"/>
                  </a:lnTo>
                  <a:lnTo>
                    <a:pt x="119" y="373"/>
                  </a:lnTo>
                  <a:lnTo>
                    <a:pt x="139" y="351"/>
                  </a:lnTo>
                  <a:lnTo>
                    <a:pt x="157" y="326"/>
                  </a:lnTo>
                  <a:lnTo>
                    <a:pt x="175" y="299"/>
                  </a:lnTo>
                  <a:lnTo>
                    <a:pt x="191" y="269"/>
                  </a:lnTo>
                  <a:lnTo>
                    <a:pt x="205" y="236"/>
                  </a:lnTo>
                  <a:lnTo>
                    <a:pt x="217" y="202"/>
                  </a:lnTo>
                  <a:lnTo>
                    <a:pt x="228" y="163"/>
                  </a:lnTo>
                  <a:lnTo>
                    <a:pt x="236" y="125"/>
                  </a:lnTo>
                  <a:lnTo>
                    <a:pt x="242" y="86"/>
                  </a:lnTo>
                  <a:lnTo>
                    <a:pt x="245" y="42"/>
                  </a:lnTo>
                  <a:lnTo>
                    <a:pt x="246" y="0"/>
                  </a:lnTo>
                  <a:lnTo>
                    <a:pt x="235" y="0"/>
                  </a:lnTo>
                  <a:lnTo>
                    <a:pt x="233" y="42"/>
                  </a:lnTo>
                  <a:lnTo>
                    <a:pt x="230" y="83"/>
                  </a:lnTo>
                  <a:lnTo>
                    <a:pt x="224" y="123"/>
                  </a:lnTo>
                  <a:lnTo>
                    <a:pt x="216" y="161"/>
                  </a:lnTo>
                  <a:lnTo>
                    <a:pt x="205" y="197"/>
                  </a:lnTo>
                  <a:lnTo>
                    <a:pt x="194" y="231"/>
                  </a:lnTo>
                  <a:lnTo>
                    <a:pt x="180" y="264"/>
                  </a:lnTo>
                  <a:lnTo>
                    <a:pt x="166" y="292"/>
                  </a:lnTo>
                  <a:lnTo>
                    <a:pt x="148" y="319"/>
                  </a:lnTo>
                  <a:lnTo>
                    <a:pt x="129" y="344"/>
                  </a:lnTo>
                  <a:lnTo>
                    <a:pt x="109" y="364"/>
                  </a:lnTo>
                  <a:lnTo>
                    <a:pt x="89" y="381"/>
                  </a:lnTo>
                  <a:lnTo>
                    <a:pt x="68" y="394"/>
                  </a:lnTo>
                  <a:lnTo>
                    <a:pt x="46" y="405"/>
                  </a:lnTo>
                  <a:lnTo>
                    <a:pt x="24" y="410"/>
                  </a:lnTo>
                  <a:lnTo>
                    <a:pt x="0" y="413"/>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2624" name="Freeform 62"/>
            <p:cNvSpPr>
              <a:spLocks/>
            </p:cNvSpPr>
            <p:nvPr/>
          </p:nvSpPr>
          <p:spPr bwMode="auto">
            <a:xfrm>
              <a:off x="1343" y="2203"/>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2" y="42"/>
                  </a:lnTo>
                  <a:lnTo>
                    <a:pt x="5" y="86"/>
                  </a:lnTo>
                  <a:lnTo>
                    <a:pt x="11" y="125"/>
                  </a:lnTo>
                  <a:lnTo>
                    <a:pt x="19" y="163"/>
                  </a:lnTo>
                  <a:lnTo>
                    <a:pt x="30" y="202"/>
                  </a:lnTo>
                  <a:lnTo>
                    <a:pt x="41" y="236"/>
                  </a:lnTo>
                  <a:lnTo>
                    <a:pt x="56" y="269"/>
                  </a:lnTo>
                  <a:lnTo>
                    <a:pt x="72" y="299"/>
                  </a:lnTo>
                  <a:lnTo>
                    <a:pt x="90" y="326"/>
                  </a:lnTo>
                  <a:lnTo>
                    <a:pt x="108" y="351"/>
                  </a:lnTo>
                  <a:lnTo>
                    <a:pt x="127" y="373"/>
                  </a:lnTo>
                  <a:lnTo>
                    <a:pt x="149" y="390"/>
                  </a:lnTo>
                  <a:lnTo>
                    <a:pt x="172" y="406"/>
                  </a:lnTo>
                  <a:lnTo>
                    <a:pt x="195" y="416"/>
                  </a:lnTo>
                  <a:lnTo>
                    <a:pt x="220" y="422"/>
                  </a:lnTo>
                  <a:lnTo>
                    <a:pt x="245" y="424"/>
                  </a:lnTo>
                  <a:lnTo>
                    <a:pt x="245" y="413"/>
                  </a:lnTo>
                  <a:lnTo>
                    <a:pt x="222" y="410"/>
                  </a:lnTo>
                  <a:lnTo>
                    <a:pt x="200" y="405"/>
                  </a:lnTo>
                  <a:lnTo>
                    <a:pt x="179" y="394"/>
                  </a:lnTo>
                  <a:lnTo>
                    <a:pt x="156" y="381"/>
                  </a:lnTo>
                  <a:lnTo>
                    <a:pt x="136" y="364"/>
                  </a:lnTo>
                  <a:lnTo>
                    <a:pt x="118" y="344"/>
                  </a:lnTo>
                  <a:lnTo>
                    <a:pt x="99" y="319"/>
                  </a:lnTo>
                  <a:lnTo>
                    <a:pt x="81" y="292"/>
                  </a:lnTo>
                  <a:lnTo>
                    <a:pt x="67" y="264"/>
                  </a:lnTo>
                  <a:lnTo>
                    <a:pt x="53" y="231"/>
                  </a:lnTo>
                  <a:lnTo>
                    <a:pt x="41" y="197"/>
                  </a:lnTo>
                  <a:lnTo>
                    <a:pt x="31" y="161"/>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2625" name="Freeform 63"/>
            <p:cNvSpPr>
              <a:spLocks/>
            </p:cNvSpPr>
            <p:nvPr/>
          </p:nvSpPr>
          <p:spPr bwMode="auto">
            <a:xfrm>
              <a:off x="1343" y="2118"/>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1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20" y="3"/>
                  </a:lnTo>
                  <a:lnTo>
                    <a:pt x="195" y="9"/>
                  </a:lnTo>
                  <a:lnTo>
                    <a:pt x="172" y="19"/>
                  </a:lnTo>
                  <a:lnTo>
                    <a:pt x="149" y="34"/>
                  </a:lnTo>
                  <a:lnTo>
                    <a:pt x="127" y="53"/>
                  </a:lnTo>
                  <a:lnTo>
                    <a:pt x="108" y="75"/>
                  </a:lnTo>
                  <a:lnTo>
                    <a:pt x="90" y="99"/>
                  </a:lnTo>
                  <a:lnTo>
                    <a:pt x="71" y="126"/>
                  </a:lnTo>
                  <a:lnTo>
                    <a:pt x="56" y="158"/>
                  </a:lnTo>
                  <a:lnTo>
                    <a:pt x="41" y="190"/>
                  </a:lnTo>
                  <a:lnTo>
                    <a:pt x="30" y="224"/>
                  </a:lnTo>
                  <a:lnTo>
                    <a:pt x="19" y="262"/>
                  </a:lnTo>
                  <a:lnTo>
                    <a:pt x="11" y="301"/>
                  </a:lnTo>
                  <a:lnTo>
                    <a:pt x="5" y="340"/>
                  </a:lnTo>
                  <a:lnTo>
                    <a:pt x="2" y="384"/>
                  </a:lnTo>
                  <a:lnTo>
                    <a:pt x="0" y="426"/>
                  </a:lnTo>
                  <a:lnTo>
                    <a:pt x="12" y="426"/>
                  </a:lnTo>
                  <a:lnTo>
                    <a:pt x="13" y="384"/>
                  </a:lnTo>
                  <a:lnTo>
                    <a:pt x="17" y="343"/>
                  </a:lnTo>
                  <a:lnTo>
                    <a:pt x="23" y="303"/>
                  </a:lnTo>
                  <a:lnTo>
                    <a:pt x="31" y="264"/>
                  </a:lnTo>
                  <a:lnTo>
                    <a:pt x="41" y="229"/>
                  </a:lnTo>
                  <a:lnTo>
                    <a:pt x="53" y="195"/>
                  </a:lnTo>
                  <a:lnTo>
                    <a:pt x="67" y="162"/>
                  </a:lnTo>
                  <a:lnTo>
                    <a:pt x="82" y="133"/>
                  </a:lnTo>
                  <a:lnTo>
                    <a:pt x="99" y="106"/>
                  </a:lnTo>
                  <a:lnTo>
                    <a:pt x="118" y="83"/>
                  </a:lnTo>
                  <a:lnTo>
                    <a:pt x="136" y="63"/>
                  </a:lnTo>
                  <a:lnTo>
                    <a:pt x="156" y="44"/>
                  </a:lnTo>
                  <a:lnTo>
                    <a:pt x="179" y="31"/>
                  </a:lnTo>
                  <a:lnTo>
                    <a:pt x="200" y="20"/>
                  </a:lnTo>
                  <a:lnTo>
                    <a:pt x="222" y="15"/>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2626" name="Freeform 64"/>
            <p:cNvSpPr>
              <a:spLocks/>
            </p:cNvSpPr>
            <p:nvPr/>
          </p:nvSpPr>
          <p:spPr bwMode="auto">
            <a:xfrm>
              <a:off x="1384" y="1859"/>
              <a:ext cx="49" cy="84"/>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1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3" y="382"/>
                  </a:lnTo>
                  <a:lnTo>
                    <a:pt x="240" y="339"/>
                  </a:lnTo>
                  <a:lnTo>
                    <a:pt x="234" y="299"/>
                  </a:lnTo>
                  <a:lnTo>
                    <a:pt x="226" y="261"/>
                  </a:lnTo>
                  <a:lnTo>
                    <a:pt x="215" y="222"/>
                  </a:lnTo>
                  <a:lnTo>
                    <a:pt x="204" y="188"/>
                  </a:lnTo>
                  <a:lnTo>
                    <a:pt x="189" y="156"/>
                  </a:lnTo>
                  <a:lnTo>
                    <a:pt x="173" y="125"/>
                  </a:lnTo>
                  <a:lnTo>
                    <a:pt x="155" y="98"/>
                  </a:lnTo>
                  <a:lnTo>
                    <a:pt x="138" y="74"/>
                  </a:lnTo>
                  <a:lnTo>
                    <a:pt x="118" y="51"/>
                  </a:lnTo>
                  <a:lnTo>
                    <a:pt x="96" y="34"/>
                  </a:lnTo>
                  <a:lnTo>
                    <a:pt x="73" y="18"/>
                  </a:lnTo>
                  <a:lnTo>
                    <a:pt x="50" y="8"/>
                  </a:lnTo>
                  <a:lnTo>
                    <a:pt x="25" y="2"/>
                  </a:lnTo>
                  <a:lnTo>
                    <a:pt x="0" y="0"/>
                  </a:lnTo>
                  <a:lnTo>
                    <a:pt x="0" y="11"/>
                  </a:lnTo>
                  <a:lnTo>
                    <a:pt x="23" y="14"/>
                  </a:lnTo>
                  <a:lnTo>
                    <a:pt x="45" y="20"/>
                  </a:lnTo>
                  <a:lnTo>
                    <a:pt x="66" y="30"/>
                  </a:lnTo>
                  <a:lnTo>
                    <a:pt x="89" y="43"/>
                  </a:lnTo>
                  <a:lnTo>
                    <a:pt x="109" y="61"/>
                  </a:lnTo>
                  <a:lnTo>
                    <a:pt x="129" y="81"/>
                  </a:lnTo>
                  <a:lnTo>
                    <a:pt x="146" y="105"/>
                  </a:lnTo>
                  <a:lnTo>
                    <a:pt x="164" y="132"/>
                  </a:lnTo>
                  <a:lnTo>
                    <a:pt x="178" y="160"/>
                  </a:lnTo>
                  <a:lnTo>
                    <a:pt x="192" y="193"/>
                  </a:lnTo>
                  <a:lnTo>
                    <a:pt x="204" y="227"/>
                  </a:lnTo>
                  <a:lnTo>
                    <a:pt x="214" y="264"/>
                  </a:lnTo>
                  <a:lnTo>
                    <a:pt x="222" y="301"/>
                  </a:lnTo>
                  <a:lnTo>
                    <a:pt x="228"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2627" name="Freeform 65"/>
            <p:cNvSpPr>
              <a:spLocks/>
            </p:cNvSpPr>
            <p:nvPr/>
          </p:nvSpPr>
          <p:spPr bwMode="auto">
            <a:xfrm>
              <a:off x="1384" y="1943"/>
              <a:ext cx="49" cy="86"/>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5" y="423"/>
                  </a:lnTo>
                  <a:lnTo>
                    <a:pt x="50" y="418"/>
                  </a:lnTo>
                  <a:lnTo>
                    <a:pt x="73" y="407"/>
                  </a:lnTo>
                  <a:lnTo>
                    <a:pt x="96" y="392"/>
                  </a:lnTo>
                  <a:lnTo>
                    <a:pt x="118" y="374"/>
                  </a:lnTo>
                  <a:lnTo>
                    <a:pt x="138" y="352"/>
                  </a:lnTo>
                  <a:lnTo>
                    <a:pt x="155" y="327"/>
                  </a:lnTo>
                  <a:lnTo>
                    <a:pt x="174" y="300"/>
                  </a:lnTo>
                  <a:lnTo>
                    <a:pt x="189" y="269"/>
                  </a:lnTo>
                  <a:lnTo>
                    <a:pt x="204" y="237"/>
                  </a:lnTo>
                  <a:lnTo>
                    <a:pt x="215" y="202"/>
                  </a:lnTo>
                  <a:lnTo>
                    <a:pt x="226" y="164"/>
                  </a:lnTo>
                  <a:lnTo>
                    <a:pt x="234" y="126"/>
                  </a:lnTo>
                  <a:lnTo>
                    <a:pt x="240" y="86"/>
                  </a:lnTo>
                  <a:lnTo>
                    <a:pt x="243" y="42"/>
                  </a:lnTo>
                  <a:lnTo>
                    <a:pt x="245" y="0"/>
                  </a:lnTo>
                  <a:lnTo>
                    <a:pt x="233" y="0"/>
                  </a:lnTo>
                  <a:lnTo>
                    <a:pt x="232" y="42"/>
                  </a:lnTo>
                  <a:lnTo>
                    <a:pt x="228" y="83"/>
                  </a:lnTo>
                  <a:lnTo>
                    <a:pt x="222" y="123"/>
                  </a:lnTo>
                  <a:lnTo>
                    <a:pt x="214" y="162"/>
                  </a:lnTo>
                  <a:lnTo>
                    <a:pt x="204" y="197"/>
                  </a:lnTo>
                  <a:lnTo>
                    <a:pt x="192" y="232"/>
                  </a:lnTo>
                  <a:lnTo>
                    <a:pt x="178" y="264"/>
                  </a:lnTo>
                  <a:lnTo>
                    <a:pt x="163" y="293"/>
                  </a:lnTo>
                  <a:lnTo>
                    <a:pt x="146" y="320"/>
                  </a:lnTo>
                  <a:lnTo>
                    <a:pt x="129" y="345"/>
                  </a:lnTo>
                  <a:lnTo>
                    <a:pt x="109" y="365"/>
                  </a:lnTo>
                  <a:lnTo>
                    <a:pt x="89" y="382"/>
                  </a:lnTo>
                  <a:lnTo>
                    <a:pt x="66" y="395"/>
                  </a:lnTo>
                  <a:lnTo>
                    <a:pt x="45" y="406"/>
                  </a:lnTo>
                  <a:lnTo>
                    <a:pt x="23"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2628" name="Freeform 66"/>
            <p:cNvSpPr>
              <a:spLocks/>
            </p:cNvSpPr>
            <p:nvPr/>
          </p:nvSpPr>
          <p:spPr bwMode="auto">
            <a:xfrm>
              <a:off x="1335" y="1943"/>
              <a:ext cx="49" cy="86"/>
            </a:xfrm>
            <a:custGeom>
              <a:avLst/>
              <a:gdLst>
                <a:gd name="T0" fmla="*/ 0 w 246"/>
                <a:gd name="T1" fmla="*/ 0 h 426"/>
                <a:gd name="T2" fmla="*/ 0 w 246"/>
                <a:gd name="T3" fmla="*/ 0 h 426"/>
                <a:gd name="T4" fmla="*/ 0 w 246"/>
                <a:gd name="T5" fmla="*/ 0 h 426"/>
                <a:gd name="T6" fmla="*/ 0 w 246"/>
                <a:gd name="T7" fmla="*/ 1 h 426"/>
                <a:gd name="T8" fmla="*/ 0 w 246"/>
                <a:gd name="T9" fmla="*/ 1 h 426"/>
                <a:gd name="T10" fmla="*/ 0 w 246"/>
                <a:gd name="T11" fmla="*/ 1 h 426"/>
                <a:gd name="T12" fmla="*/ 0 w 246"/>
                <a:gd name="T13" fmla="*/ 2 h 426"/>
                <a:gd name="T14" fmla="*/ 0 w 246"/>
                <a:gd name="T15" fmla="*/ 2 h 426"/>
                <a:gd name="T16" fmla="*/ 0 w 246"/>
                <a:gd name="T17" fmla="*/ 2 h 426"/>
                <a:gd name="T18" fmla="*/ 1 w 246"/>
                <a:gd name="T19" fmla="*/ 2 h 426"/>
                <a:gd name="T20" fmla="*/ 1 w 246"/>
                <a:gd name="T21" fmla="*/ 3 h 426"/>
                <a:gd name="T22" fmla="*/ 1 w 246"/>
                <a:gd name="T23" fmla="*/ 3 h 426"/>
                <a:gd name="T24" fmla="*/ 1 w 246"/>
                <a:gd name="T25" fmla="*/ 3 h 426"/>
                <a:gd name="T26" fmla="*/ 1 w 246"/>
                <a:gd name="T27" fmla="*/ 3 h 426"/>
                <a:gd name="T28" fmla="*/ 1 w 246"/>
                <a:gd name="T29" fmla="*/ 3 h 426"/>
                <a:gd name="T30" fmla="*/ 2 w 246"/>
                <a:gd name="T31" fmla="*/ 3 h 426"/>
                <a:gd name="T32" fmla="*/ 2 w 246"/>
                <a:gd name="T33" fmla="*/ 3 h 426"/>
                <a:gd name="T34" fmla="*/ 2 w 246"/>
                <a:gd name="T35" fmla="*/ 3 h 426"/>
                <a:gd name="T36" fmla="*/ 2 w 246"/>
                <a:gd name="T37" fmla="*/ 3 h 426"/>
                <a:gd name="T38" fmla="*/ 2 w 246"/>
                <a:gd name="T39" fmla="*/ 3 h 426"/>
                <a:gd name="T40" fmla="*/ 2 w 246"/>
                <a:gd name="T41" fmla="*/ 3 h 426"/>
                <a:gd name="T42" fmla="*/ 1 w 246"/>
                <a:gd name="T43" fmla="*/ 3 h 426"/>
                <a:gd name="T44" fmla="*/ 1 w 246"/>
                <a:gd name="T45" fmla="*/ 3 h 426"/>
                <a:gd name="T46" fmla="*/ 1 w 246"/>
                <a:gd name="T47" fmla="*/ 3 h 426"/>
                <a:gd name="T48" fmla="*/ 1 w 246"/>
                <a:gd name="T49" fmla="*/ 3 h 426"/>
                <a:gd name="T50" fmla="*/ 1 w 246"/>
                <a:gd name="T51" fmla="*/ 3 h 426"/>
                <a:gd name="T52" fmla="*/ 1 w 246"/>
                <a:gd name="T53" fmla="*/ 2 h 426"/>
                <a:gd name="T54" fmla="*/ 1 w 246"/>
                <a:gd name="T55" fmla="*/ 2 h 426"/>
                <a:gd name="T56" fmla="*/ 0 w 246"/>
                <a:gd name="T57" fmla="*/ 2 h 426"/>
                <a:gd name="T58" fmla="*/ 0 w 246"/>
                <a:gd name="T59" fmla="*/ 2 h 426"/>
                <a:gd name="T60" fmla="*/ 0 w 246"/>
                <a:gd name="T61" fmla="*/ 1 h 426"/>
                <a:gd name="T62" fmla="*/ 0 w 246"/>
                <a:gd name="T63" fmla="*/ 1 h 426"/>
                <a:gd name="T64" fmla="*/ 0 w 246"/>
                <a:gd name="T65" fmla="*/ 1 h 426"/>
                <a:gd name="T66" fmla="*/ 0 w 246"/>
                <a:gd name="T67" fmla="*/ 0 h 426"/>
                <a:gd name="T68" fmla="*/ 0 w 246"/>
                <a:gd name="T69" fmla="*/ 0 h 426"/>
                <a:gd name="T70" fmla="*/ 0 w 246"/>
                <a:gd name="T71" fmla="*/ 0 h 426"/>
                <a:gd name="T72" fmla="*/ 0 w 246"/>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0"/>
                  </a:moveTo>
                  <a:lnTo>
                    <a:pt x="0" y="0"/>
                  </a:lnTo>
                  <a:lnTo>
                    <a:pt x="1" y="42"/>
                  </a:lnTo>
                  <a:lnTo>
                    <a:pt x="4" y="86"/>
                  </a:lnTo>
                  <a:lnTo>
                    <a:pt x="10" y="126"/>
                  </a:lnTo>
                  <a:lnTo>
                    <a:pt x="18" y="164"/>
                  </a:lnTo>
                  <a:lnTo>
                    <a:pt x="29" y="202"/>
                  </a:lnTo>
                  <a:lnTo>
                    <a:pt x="41" y="237"/>
                  </a:lnTo>
                  <a:lnTo>
                    <a:pt x="55" y="269"/>
                  </a:lnTo>
                  <a:lnTo>
                    <a:pt x="71" y="300"/>
                  </a:lnTo>
                  <a:lnTo>
                    <a:pt x="89" y="327"/>
                  </a:lnTo>
                  <a:lnTo>
                    <a:pt x="107" y="352"/>
                  </a:lnTo>
                  <a:lnTo>
                    <a:pt x="127" y="374"/>
                  </a:lnTo>
                  <a:lnTo>
                    <a:pt x="150" y="392"/>
                  </a:lnTo>
                  <a:lnTo>
                    <a:pt x="171" y="407"/>
                  </a:lnTo>
                  <a:lnTo>
                    <a:pt x="195" y="418"/>
                  </a:lnTo>
                  <a:lnTo>
                    <a:pt x="220" y="423"/>
                  </a:lnTo>
                  <a:lnTo>
                    <a:pt x="246" y="426"/>
                  </a:lnTo>
                  <a:lnTo>
                    <a:pt x="246" y="414"/>
                  </a:lnTo>
                  <a:lnTo>
                    <a:pt x="222" y="412"/>
                  </a:lnTo>
                  <a:lnTo>
                    <a:pt x="200" y="406"/>
                  </a:lnTo>
                  <a:lnTo>
                    <a:pt x="178" y="395"/>
                  </a:lnTo>
                  <a:lnTo>
                    <a:pt x="157" y="382"/>
                  </a:lnTo>
                  <a:lnTo>
                    <a:pt x="137" y="365"/>
                  </a:lnTo>
                  <a:lnTo>
                    <a:pt x="117" y="345"/>
                  </a:lnTo>
                  <a:lnTo>
                    <a:pt x="98" y="320"/>
                  </a:lnTo>
                  <a:lnTo>
                    <a:pt x="83" y="293"/>
                  </a:lnTo>
                  <a:lnTo>
                    <a:pt x="66" y="264"/>
                  </a:lnTo>
                  <a:lnTo>
                    <a:pt x="52" y="232"/>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2629" name="Freeform 67"/>
            <p:cNvSpPr>
              <a:spLocks/>
            </p:cNvSpPr>
            <p:nvPr/>
          </p:nvSpPr>
          <p:spPr bwMode="auto">
            <a:xfrm>
              <a:off x="1335" y="1859"/>
              <a:ext cx="49" cy="84"/>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1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0" y="2"/>
                  </a:lnTo>
                  <a:lnTo>
                    <a:pt x="195" y="8"/>
                  </a:lnTo>
                  <a:lnTo>
                    <a:pt x="171" y="18"/>
                  </a:lnTo>
                  <a:lnTo>
                    <a:pt x="150" y="34"/>
                  </a:lnTo>
                  <a:lnTo>
                    <a:pt x="127" y="51"/>
                  </a:lnTo>
                  <a:lnTo>
                    <a:pt x="107" y="74"/>
                  </a:lnTo>
                  <a:lnTo>
                    <a:pt x="89" y="98"/>
                  </a:lnTo>
                  <a:lnTo>
                    <a:pt x="72" y="125"/>
                  </a:lnTo>
                  <a:lnTo>
                    <a:pt x="55" y="156"/>
                  </a:lnTo>
                  <a:lnTo>
                    <a:pt x="41" y="188"/>
                  </a:lnTo>
                  <a:lnTo>
                    <a:pt x="29" y="222"/>
                  </a:lnTo>
                  <a:lnTo>
                    <a:pt x="18" y="261"/>
                  </a:lnTo>
                  <a:lnTo>
                    <a:pt x="10" y="299"/>
                  </a:lnTo>
                  <a:lnTo>
                    <a:pt x="4" y="339"/>
                  </a:lnTo>
                  <a:lnTo>
                    <a:pt x="1" y="382"/>
                  </a:lnTo>
                  <a:lnTo>
                    <a:pt x="0" y="424"/>
                  </a:lnTo>
                  <a:lnTo>
                    <a:pt x="11" y="424"/>
                  </a:lnTo>
                  <a:lnTo>
                    <a:pt x="13" y="382"/>
                  </a:lnTo>
                  <a:lnTo>
                    <a:pt x="16" y="341"/>
                  </a:lnTo>
                  <a:lnTo>
                    <a:pt x="22" y="301"/>
                  </a:lnTo>
                  <a:lnTo>
                    <a:pt x="30" y="264"/>
                  </a:lnTo>
                  <a:lnTo>
                    <a:pt x="41" y="227"/>
                  </a:lnTo>
                  <a:lnTo>
                    <a:pt x="52" y="193"/>
                  </a:lnTo>
                  <a:lnTo>
                    <a:pt x="66" y="160"/>
                  </a:lnTo>
                  <a:lnTo>
                    <a:pt x="82" y="132"/>
                  </a:lnTo>
                  <a:lnTo>
                    <a:pt x="98" y="105"/>
                  </a:lnTo>
                  <a:lnTo>
                    <a:pt x="117" y="81"/>
                  </a:lnTo>
                  <a:lnTo>
                    <a:pt x="137" y="61"/>
                  </a:lnTo>
                  <a:lnTo>
                    <a:pt x="157" y="43"/>
                  </a:lnTo>
                  <a:lnTo>
                    <a:pt x="178" y="30"/>
                  </a:lnTo>
                  <a:lnTo>
                    <a:pt x="200" y="20"/>
                  </a:lnTo>
                  <a:lnTo>
                    <a:pt x="222" y="14"/>
                  </a:lnTo>
                  <a:lnTo>
                    <a:pt x="246" y="11"/>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2630" name="Freeform 68"/>
            <p:cNvSpPr>
              <a:spLocks/>
            </p:cNvSpPr>
            <p:nvPr/>
          </p:nvSpPr>
          <p:spPr bwMode="auto">
            <a:xfrm>
              <a:off x="1552" y="1751"/>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1" y="339"/>
                  </a:lnTo>
                  <a:lnTo>
                    <a:pt x="235" y="299"/>
                  </a:lnTo>
                  <a:lnTo>
                    <a:pt x="226" y="261"/>
                  </a:lnTo>
                  <a:lnTo>
                    <a:pt x="216" y="223"/>
                  </a:lnTo>
                  <a:lnTo>
                    <a:pt x="204" y="189"/>
                  </a:lnTo>
                  <a:lnTo>
                    <a:pt x="190" y="156"/>
                  </a:lnTo>
                  <a:lnTo>
                    <a:pt x="174" y="125"/>
                  </a:lnTo>
                  <a:lnTo>
                    <a:pt x="156" y="98"/>
                  </a:lnTo>
                  <a:lnTo>
                    <a:pt x="137" y="74"/>
                  </a:lnTo>
                  <a:lnTo>
                    <a:pt x="119" y="52"/>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8" y="81"/>
                  </a:lnTo>
                  <a:lnTo>
                    <a:pt x="147" y="105"/>
                  </a:lnTo>
                  <a:lnTo>
                    <a:pt x="164" y="132"/>
                  </a:lnTo>
                  <a:lnTo>
                    <a:pt x="178" y="161"/>
                  </a:lnTo>
                  <a:lnTo>
                    <a:pt x="193" y="193"/>
                  </a:lnTo>
                  <a:lnTo>
                    <a:pt x="204" y="227"/>
                  </a:lnTo>
                  <a:lnTo>
                    <a:pt x="215" y="264"/>
                  </a:lnTo>
                  <a:lnTo>
                    <a:pt x="223" y="301"/>
                  </a:lnTo>
                  <a:lnTo>
                    <a:pt x="229" y="341"/>
                  </a:lnTo>
                  <a:lnTo>
                    <a:pt x="232" y="382"/>
                  </a:lnTo>
                  <a:lnTo>
                    <a:pt x="234"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2631" name="Freeform 69"/>
            <p:cNvSpPr>
              <a:spLocks/>
            </p:cNvSpPr>
            <p:nvPr/>
          </p:nvSpPr>
          <p:spPr bwMode="auto">
            <a:xfrm>
              <a:off x="1552" y="1836"/>
              <a:ext cx="49" cy="85"/>
            </a:xfrm>
            <a:custGeom>
              <a:avLst/>
              <a:gdLst>
                <a:gd name="T0" fmla="*/ 0 w 245"/>
                <a:gd name="T1" fmla="*/ 3 h 425"/>
                <a:gd name="T2" fmla="*/ 0 w 245"/>
                <a:gd name="T3" fmla="*/ 3 h 425"/>
                <a:gd name="T4" fmla="*/ 0 w 245"/>
                <a:gd name="T5" fmla="*/ 3 h 425"/>
                <a:gd name="T6" fmla="*/ 0 w 245"/>
                <a:gd name="T7" fmla="*/ 3 h 425"/>
                <a:gd name="T8" fmla="*/ 1 w 245"/>
                <a:gd name="T9" fmla="*/ 3 h 425"/>
                <a:gd name="T10" fmla="*/ 1 w 245"/>
                <a:gd name="T11" fmla="*/ 3 h 425"/>
                <a:gd name="T12" fmla="*/ 1 w 245"/>
                <a:gd name="T13" fmla="*/ 3 h 425"/>
                <a:gd name="T14" fmla="*/ 1 w 245"/>
                <a:gd name="T15" fmla="*/ 3 h 425"/>
                <a:gd name="T16" fmla="*/ 1 w 245"/>
                <a:gd name="T17" fmla="*/ 3 h 425"/>
                <a:gd name="T18" fmla="*/ 1 w 245"/>
                <a:gd name="T19" fmla="*/ 2 h 425"/>
                <a:gd name="T20" fmla="*/ 2 w 245"/>
                <a:gd name="T21" fmla="*/ 2 h 425"/>
                <a:gd name="T22" fmla="*/ 2 w 245"/>
                <a:gd name="T23" fmla="*/ 2 h 425"/>
                <a:gd name="T24" fmla="*/ 2 w 245"/>
                <a:gd name="T25" fmla="*/ 2 h 425"/>
                <a:gd name="T26" fmla="*/ 2 w 245"/>
                <a:gd name="T27" fmla="*/ 1 h 425"/>
                <a:gd name="T28" fmla="*/ 2 w 245"/>
                <a:gd name="T29" fmla="*/ 1 h 425"/>
                <a:gd name="T30" fmla="*/ 2 w 245"/>
                <a:gd name="T31" fmla="*/ 1 h 425"/>
                <a:gd name="T32" fmla="*/ 2 w 245"/>
                <a:gd name="T33" fmla="*/ 0 h 425"/>
                <a:gd name="T34" fmla="*/ 2 w 245"/>
                <a:gd name="T35" fmla="*/ 0 h 425"/>
                <a:gd name="T36" fmla="*/ 2 w 245"/>
                <a:gd name="T37" fmla="*/ 0 h 425"/>
                <a:gd name="T38" fmla="*/ 2 w 245"/>
                <a:gd name="T39" fmla="*/ 0 h 425"/>
                <a:gd name="T40" fmla="*/ 2 w 245"/>
                <a:gd name="T41" fmla="*/ 1 h 425"/>
                <a:gd name="T42" fmla="*/ 2 w 245"/>
                <a:gd name="T43" fmla="*/ 1 h 425"/>
                <a:gd name="T44" fmla="*/ 2 w 245"/>
                <a:gd name="T45" fmla="*/ 1 h 425"/>
                <a:gd name="T46" fmla="*/ 2 w 245"/>
                <a:gd name="T47" fmla="*/ 2 h 425"/>
                <a:gd name="T48" fmla="*/ 2 w 245"/>
                <a:gd name="T49" fmla="*/ 2 h 425"/>
                <a:gd name="T50" fmla="*/ 1 w 245"/>
                <a:gd name="T51" fmla="*/ 2 h 425"/>
                <a:gd name="T52" fmla="*/ 1 w 245"/>
                <a:gd name="T53" fmla="*/ 2 h 425"/>
                <a:gd name="T54" fmla="*/ 1 w 245"/>
                <a:gd name="T55" fmla="*/ 3 h 425"/>
                <a:gd name="T56" fmla="*/ 1 w 245"/>
                <a:gd name="T57" fmla="*/ 3 h 425"/>
                <a:gd name="T58" fmla="*/ 1 w 245"/>
                <a:gd name="T59" fmla="*/ 3 h 425"/>
                <a:gd name="T60" fmla="*/ 1 w 245"/>
                <a:gd name="T61" fmla="*/ 3 h 425"/>
                <a:gd name="T62" fmla="*/ 1 w 245"/>
                <a:gd name="T63" fmla="*/ 3 h 425"/>
                <a:gd name="T64" fmla="*/ 0 w 245"/>
                <a:gd name="T65" fmla="*/ 3 h 425"/>
                <a:gd name="T66" fmla="*/ 0 w 245"/>
                <a:gd name="T67" fmla="*/ 3 h 425"/>
                <a:gd name="T68" fmla="*/ 0 w 245"/>
                <a:gd name="T69" fmla="*/ 3 h 425"/>
                <a:gd name="T70" fmla="*/ 0 w 245"/>
                <a:gd name="T71" fmla="*/ 3 h 425"/>
                <a:gd name="T72" fmla="*/ 0 w 245"/>
                <a:gd name="T73" fmla="*/ 3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5"/>
                <a:gd name="T113" fmla="*/ 245 w 245"/>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5">
                  <a:moveTo>
                    <a:pt x="0" y="425"/>
                  </a:moveTo>
                  <a:lnTo>
                    <a:pt x="0" y="425"/>
                  </a:lnTo>
                  <a:lnTo>
                    <a:pt x="26" y="422"/>
                  </a:lnTo>
                  <a:lnTo>
                    <a:pt x="51" y="417"/>
                  </a:lnTo>
                  <a:lnTo>
                    <a:pt x="74" y="406"/>
                  </a:lnTo>
                  <a:lnTo>
                    <a:pt x="96" y="391"/>
                  </a:lnTo>
                  <a:lnTo>
                    <a:pt x="119" y="373"/>
                  </a:lnTo>
                  <a:lnTo>
                    <a:pt x="137" y="351"/>
                  </a:lnTo>
                  <a:lnTo>
                    <a:pt x="156" y="326"/>
                  </a:lnTo>
                  <a:lnTo>
                    <a:pt x="174" y="299"/>
                  </a:lnTo>
                  <a:lnTo>
                    <a:pt x="190" y="269"/>
                  </a:lnTo>
                  <a:lnTo>
                    <a:pt x="204" y="236"/>
                  </a:lnTo>
                  <a:lnTo>
                    <a:pt x="216" y="202"/>
                  </a:lnTo>
                  <a:lnTo>
                    <a:pt x="226" y="163"/>
                  </a:lnTo>
                  <a:lnTo>
                    <a:pt x="235" y="126"/>
                  </a:lnTo>
                  <a:lnTo>
                    <a:pt x="241" y="86"/>
                  </a:lnTo>
                  <a:lnTo>
                    <a:pt x="244" y="43"/>
                  </a:lnTo>
                  <a:lnTo>
                    <a:pt x="245" y="0"/>
                  </a:lnTo>
                  <a:lnTo>
                    <a:pt x="234" y="0"/>
                  </a:lnTo>
                  <a:lnTo>
                    <a:pt x="232" y="43"/>
                  </a:lnTo>
                  <a:lnTo>
                    <a:pt x="229" y="84"/>
                  </a:lnTo>
                  <a:lnTo>
                    <a:pt x="223" y="123"/>
                  </a:lnTo>
                  <a:lnTo>
                    <a:pt x="215" y="161"/>
                  </a:lnTo>
                  <a:lnTo>
                    <a:pt x="204" y="197"/>
                  </a:lnTo>
                  <a:lnTo>
                    <a:pt x="193" y="231"/>
                  </a:lnTo>
                  <a:lnTo>
                    <a:pt x="178" y="264"/>
                  </a:lnTo>
                  <a:lnTo>
                    <a:pt x="164" y="292"/>
                  </a:lnTo>
                  <a:lnTo>
                    <a:pt x="147" y="319"/>
                  </a:lnTo>
                  <a:lnTo>
                    <a:pt x="128" y="344"/>
                  </a:lnTo>
                  <a:lnTo>
                    <a:pt x="109" y="364"/>
                  </a:lnTo>
                  <a:lnTo>
                    <a:pt x="89" y="381"/>
                  </a:lnTo>
                  <a:lnTo>
                    <a:pt x="67" y="394"/>
                  </a:lnTo>
                  <a:lnTo>
                    <a:pt x="46" y="405"/>
                  </a:lnTo>
                  <a:lnTo>
                    <a:pt x="24" y="411"/>
                  </a:lnTo>
                  <a:lnTo>
                    <a:pt x="0" y="413"/>
                  </a:lnTo>
                  <a:lnTo>
                    <a:pt x="0" y="425"/>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2632" name="Freeform 70"/>
            <p:cNvSpPr>
              <a:spLocks/>
            </p:cNvSpPr>
            <p:nvPr/>
          </p:nvSpPr>
          <p:spPr bwMode="auto">
            <a:xfrm>
              <a:off x="1502" y="1836"/>
              <a:ext cx="50" cy="85"/>
            </a:xfrm>
            <a:custGeom>
              <a:avLst/>
              <a:gdLst>
                <a:gd name="T0" fmla="*/ 0 w 246"/>
                <a:gd name="T1" fmla="*/ 0 h 425"/>
                <a:gd name="T2" fmla="*/ 0 w 246"/>
                <a:gd name="T3" fmla="*/ 0 h 425"/>
                <a:gd name="T4" fmla="*/ 0 w 246"/>
                <a:gd name="T5" fmla="*/ 0 h 425"/>
                <a:gd name="T6" fmla="*/ 0 w 246"/>
                <a:gd name="T7" fmla="*/ 1 h 425"/>
                <a:gd name="T8" fmla="*/ 0 w 246"/>
                <a:gd name="T9" fmla="*/ 1 h 425"/>
                <a:gd name="T10" fmla="*/ 0 w 246"/>
                <a:gd name="T11" fmla="*/ 1 h 425"/>
                <a:gd name="T12" fmla="*/ 0 w 246"/>
                <a:gd name="T13" fmla="*/ 2 h 425"/>
                <a:gd name="T14" fmla="*/ 0 w 246"/>
                <a:gd name="T15" fmla="*/ 2 h 425"/>
                <a:gd name="T16" fmla="*/ 0 w 246"/>
                <a:gd name="T17" fmla="*/ 2 h 425"/>
                <a:gd name="T18" fmla="*/ 1 w 246"/>
                <a:gd name="T19" fmla="*/ 2 h 425"/>
                <a:gd name="T20" fmla="*/ 1 w 246"/>
                <a:gd name="T21" fmla="*/ 3 h 425"/>
                <a:gd name="T22" fmla="*/ 1 w 246"/>
                <a:gd name="T23" fmla="*/ 3 h 425"/>
                <a:gd name="T24" fmla="*/ 1 w 246"/>
                <a:gd name="T25" fmla="*/ 3 h 425"/>
                <a:gd name="T26" fmla="*/ 1 w 246"/>
                <a:gd name="T27" fmla="*/ 3 h 425"/>
                <a:gd name="T28" fmla="*/ 1 w 246"/>
                <a:gd name="T29" fmla="*/ 3 h 425"/>
                <a:gd name="T30" fmla="*/ 2 w 246"/>
                <a:gd name="T31" fmla="*/ 3 h 425"/>
                <a:gd name="T32" fmla="*/ 2 w 246"/>
                <a:gd name="T33" fmla="*/ 3 h 425"/>
                <a:gd name="T34" fmla="*/ 2 w 246"/>
                <a:gd name="T35" fmla="*/ 3 h 425"/>
                <a:gd name="T36" fmla="*/ 2 w 246"/>
                <a:gd name="T37" fmla="*/ 3 h 425"/>
                <a:gd name="T38" fmla="*/ 2 w 246"/>
                <a:gd name="T39" fmla="*/ 3 h 425"/>
                <a:gd name="T40" fmla="*/ 2 w 246"/>
                <a:gd name="T41" fmla="*/ 3 h 425"/>
                <a:gd name="T42" fmla="*/ 1 w 246"/>
                <a:gd name="T43" fmla="*/ 3 h 425"/>
                <a:gd name="T44" fmla="*/ 1 w 246"/>
                <a:gd name="T45" fmla="*/ 3 h 425"/>
                <a:gd name="T46" fmla="*/ 1 w 246"/>
                <a:gd name="T47" fmla="*/ 3 h 425"/>
                <a:gd name="T48" fmla="*/ 1 w 246"/>
                <a:gd name="T49" fmla="*/ 3 h 425"/>
                <a:gd name="T50" fmla="*/ 1 w 246"/>
                <a:gd name="T51" fmla="*/ 3 h 425"/>
                <a:gd name="T52" fmla="*/ 1 w 246"/>
                <a:gd name="T53" fmla="*/ 2 h 425"/>
                <a:gd name="T54" fmla="*/ 1 w 246"/>
                <a:gd name="T55" fmla="*/ 2 h 425"/>
                <a:gd name="T56" fmla="*/ 0 w 246"/>
                <a:gd name="T57" fmla="*/ 2 h 425"/>
                <a:gd name="T58" fmla="*/ 0 w 246"/>
                <a:gd name="T59" fmla="*/ 2 h 425"/>
                <a:gd name="T60" fmla="*/ 0 w 246"/>
                <a:gd name="T61" fmla="*/ 1 h 425"/>
                <a:gd name="T62" fmla="*/ 0 w 246"/>
                <a:gd name="T63" fmla="*/ 1 h 425"/>
                <a:gd name="T64" fmla="*/ 0 w 246"/>
                <a:gd name="T65" fmla="*/ 1 h 425"/>
                <a:gd name="T66" fmla="*/ 0 w 246"/>
                <a:gd name="T67" fmla="*/ 0 h 425"/>
                <a:gd name="T68" fmla="*/ 0 w 246"/>
                <a:gd name="T69" fmla="*/ 0 h 425"/>
                <a:gd name="T70" fmla="*/ 0 w 246"/>
                <a:gd name="T71" fmla="*/ 0 h 425"/>
                <a:gd name="T72" fmla="*/ 0 w 246"/>
                <a:gd name="T73" fmla="*/ 0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5"/>
                <a:gd name="T113" fmla="*/ 246 w 246"/>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5">
                  <a:moveTo>
                    <a:pt x="0" y="0"/>
                  </a:moveTo>
                  <a:lnTo>
                    <a:pt x="0" y="0"/>
                  </a:lnTo>
                  <a:lnTo>
                    <a:pt x="2" y="43"/>
                  </a:lnTo>
                  <a:lnTo>
                    <a:pt x="5" y="86"/>
                  </a:lnTo>
                  <a:lnTo>
                    <a:pt x="11" y="126"/>
                  </a:lnTo>
                  <a:lnTo>
                    <a:pt x="19" y="163"/>
                  </a:lnTo>
                  <a:lnTo>
                    <a:pt x="30" y="202"/>
                  </a:lnTo>
                  <a:lnTo>
                    <a:pt x="41" y="236"/>
                  </a:lnTo>
                  <a:lnTo>
                    <a:pt x="55" y="269"/>
                  </a:lnTo>
                  <a:lnTo>
                    <a:pt x="73" y="299"/>
                  </a:lnTo>
                  <a:lnTo>
                    <a:pt x="89" y="326"/>
                  </a:lnTo>
                  <a:lnTo>
                    <a:pt x="108" y="351"/>
                  </a:lnTo>
                  <a:lnTo>
                    <a:pt x="128" y="373"/>
                  </a:lnTo>
                  <a:lnTo>
                    <a:pt x="150" y="391"/>
                  </a:lnTo>
                  <a:lnTo>
                    <a:pt x="171" y="406"/>
                  </a:lnTo>
                  <a:lnTo>
                    <a:pt x="196" y="417"/>
                  </a:lnTo>
                  <a:lnTo>
                    <a:pt x="221" y="422"/>
                  </a:lnTo>
                  <a:lnTo>
                    <a:pt x="246" y="425"/>
                  </a:lnTo>
                  <a:lnTo>
                    <a:pt x="246" y="413"/>
                  </a:lnTo>
                  <a:lnTo>
                    <a:pt x="223" y="411"/>
                  </a:lnTo>
                  <a:lnTo>
                    <a:pt x="201" y="405"/>
                  </a:lnTo>
                  <a:lnTo>
                    <a:pt x="178" y="394"/>
                  </a:lnTo>
                  <a:lnTo>
                    <a:pt x="157" y="381"/>
                  </a:lnTo>
                  <a:lnTo>
                    <a:pt x="137" y="364"/>
                  </a:lnTo>
                  <a:lnTo>
                    <a:pt x="117" y="344"/>
                  </a:lnTo>
                  <a:lnTo>
                    <a:pt x="99" y="319"/>
                  </a:lnTo>
                  <a:lnTo>
                    <a:pt x="82" y="292"/>
                  </a:lnTo>
                  <a:lnTo>
                    <a:pt x="67" y="264"/>
                  </a:lnTo>
                  <a:lnTo>
                    <a:pt x="53" y="231"/>
                  </a:lnTo>
                  <a:lnTo>
                    <a:pt x="41" y="197"/>
                  </a:lnTo>
                  <a:lnTo>
                    <a:pt x="31" y="161"/>
                  </a:lnTo>
                  <a:lnTo>
                    <a:pt x="23" y="123"/>
                  </a:lnTo>
                  <a:lnTo>
                    <a:pt x="17" y="84"/>
                  </a:lnTo>
                  <a:lnTo>
                    <a:pt x="13" y="4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2633" name="Freeform 71"/>
            <p:cNvSpPr>
              <a:spLocks/>
            </p:cNvSpPr>
            <p:nvPr/>
          </p:nvSpPr>
          <p:spPr bwMode="auto">
            <a:xfrm>
              <a:off x="1502" y="1751"/>
              <a:ext cx="50" cy="85"/>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2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1" y="2"/>
                  </a:lnTo>
                  <a:lnTo>
                    <a:pt x="196" y="8"/>
                  </a:lnTo>
                  <a:lnTo>
                    <a:pt x="171" y="19"/>
                  </a:lnTo>
                  <a:lnTo>
                    <a:pt x="150" y="34"/>
                  </a:lnTo>
                  <a:lnTo>
                    <a:pt x="128" y="52"/>
                  </a:lnTo>
                  <a:lnTo>
                    <a:pt x="108" y="74"/>
                  </a:lnTo>
                  <a:lnTo>
                    <a:pt x="89" y="98"/>
                  </a:lnTo>
                  <a:lnTo>
                    <a:pt x="73" y="125"/>
                  </a:lnTo>
                  <a:lnTo>
                    <a:pt x="55" y="156"/>
                  </a:lnTo>
                  <a:lnTo>
                    <a:pt x="41" y="189"/>
                  </a:lnTo>
                  <a:lnTo>
                    <a:pt x="30" y="223"/>
                  </a:lnTo>
                  <a:lnTo>
                    <a:pt x="19" y="261"/>
                  </a:lnTo>
                  <a:lnTo>
                    <a:pt x="11" y="299"/>
                  </a:lnTo>
                  <a:lnTo>
                    <a:pt x="5" y="339"/>
                  </a:lnTo>
                  <a:lnTo>
                    <a:pt x="2" y="382"/>
                  </a:lnTo>
                  <a:lnTo>
                    <a:pt x="0" y="424"/>
                  </a:lnTo>
                  <a:lnTo>
                    <a:pt x="12" y="424"/>
                  </a:lnTo>
                  <a:lnTo>
                    <a:pt x="13" y="382"/>
                  </a:lnTo>
                  <a:lnTo>
                    <a:pt x="17" y="341"/>
                  </a:lnTo>
                  <a:lnTo>
                    <a:pt x="23" y="301"/>
                  </a:lnTo>
                  <a:lnTo>
                    <a:pt x="31" y="264"/>
                  </a:lnTo>
                  <a:lnTo>
                    <a:pt x="41" y="227"/>
                  </a:lnTo>
                  <a:lnTo>
                    <a:pt x="53" y="193"/>
                  </a:lnTo>
                  <a:lnTo>
                    <a:pt x="67" y="161"/>
                  </a:lnTo>
                  <a:lnTo>
                    <a:pt x="82" y="132"/>
                  </a:lnTo>
                  <a:lnTo>
                    <a:pt x="99" y="105"/>
                  </a:lnTo>
                  <a:lnTo>
                    <a:pt x="117" y="81"/>
                  </a:lnTo>
                  <a:lnTo>
                    <a:pt x="137" y="61"/>
                  </a:lnTo>
                  <a:lnTo>
                    <a:pt x="157" y="43"/>
                  </a:lnTo>
                  <a:lnTo>
                    <a:pt x="178" y="30"/>
                  </a:lnTo>
                  <a:lnTo>
                    <a:pt x="201" y="20"/>
                  </a:lnTo>
                  <a:lnTo>
                    <a:pt x="223" y="14"/>
                  </a:lnTo>
                  <a:lnTo>
                    <a:pt x="246" y="12"/>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2634" name="Freeform 72"/>
            <p:cNvSpPr>
              <a:spLocks/>
            </p:cNvSpPr>
            <p:nvPr/>
          </p:nvSpPr>
          <p:spPr bwMode="auto">
            <a:xfrm>
              <a:off x="1565" y="2016"/>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0" y="339"/>
                  </a:lnTo>
                  <a:lnTo>
                    <a:pt x="234" y="299"/>
                  </a:lnTo>
                  <a:lnTo>
                    <a:pt x="226" y="261"/>
                  </a:lnTo>
                  <a:lnTo>
                    <a:pt x="216" y="223"/>
                  </a:lnTo>
                  <a:lnTo>
                    <a:pt x="204" y="189"/>
                  </a:lnTo>
                  <a:lnTo>
                    <a:pt x="190" y="156"/>
                  </a:lnTo>
                  <a:lnTo>
                    <a:pt x="174" y="125"/>
                  </a:lnTo>
                  <a:lnTo>
                    <a:pt x="156" y="98"/>
                  </a:lnTo>
                  <a:lnTo>
                    <a:pt x="138" y="74"/>
                  </a:lnTo>
                  <a:lnTo>
                    <a:pt x="118" y="51"/>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9" y="81"/>
                  </a:lnTo>
                  <a:lnTo>
                    <a:pt x="147" y="105"/>
                  </a:lnTo>
                  <a:lnTo>
                    <a:pt x="164" y="132"/>
                  </a:lnTo>
                  <a:lnTo>
                    <a:pt x="178" y="160"/>
                  </a:lnTo>
                  <a:lnTo>
                    <a:pt x="192" y="193"/>
                  </a:lnTo>
                  <a:lnTo>
                    <a:pt x="204" y="227"/>
                  </a:lnTo>
                  <a:lnTo>
                    <a:pt x="215" y="264"/>
                  </a:lnTo>
                  <a:lnTo>
                    <a:pt x="223" y="301"/>
                  </a:lnTo>
                  <a:lnTo>
                    <a:pt x="229"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2635" name="Freeform 73"/>
            <p:cNvSpPr>
              <a:spLocks/>
            </p:cNvSpPr>
            <p:nvPr/>
          </p:nvSpPr>
          <p:spPr bwMode="auto">
            <a:xfrm>
              <a:off x="1565" y="2101"/>
              <a:ext cx="49" cy="85"/>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6" y="423"/>
                  </a:lnTo>
                  <a:lnTo>
                    <a:pt x="51" y="418"/>
                  </a:lnTo>
                  <a:lnTo>
                    <a:pt x="74" y="407"/>
                  </a:lnTo>
                  <a:lnTo>
                    <a:pt x="96" y="392"/>
                  </a:lnTo>
                  <a:lnTo>
                    <a:pt x="118" y="373"/>
                  </a:lnTo>
                  <a:lnTo>
                    <a:pt x="138" y="351"/>
                  </a:lnTo>
                  <a:lnTo>
                    <a:pt x="156" y="327"/>
                  </a:lnTo>
                  <a:lnTo>
                    <a:pt x="175" y="299"/>
                  </a:lnTo>
                  <a:lnTo>
                    <a:pt x="190" y="269"/>
                  </a:lnTo>
                  <a:lnTo>
                    <a:pt x="204" y="236"/>
                  </a:lnTo>
                  <a:lnTo>
                    <a:pt x="216" y="202"/>
                  </a:lnTo>
                  <a:lnTo>
                    <a:pt x="226" y="164"/>
                  </a:lnTo>
                  <a:lnTo>
                    <a:pt x="234" y="126"/>
                  </a:lnTo>
                  <a:lnTo>
                    <a:pt x="240" y="86"/>
                  </a:lnTo>
                  <a:lnTo>
                    <a:pt x="244" y="42"/>
                  </a:lnTo>
                  <a:lnTo>
                    <a:pt x="245" y="0"/>
                  </a:lnTo>
                  <a:lnTo>
                    <a:pt x="233" y="0"/>
                  </a:lnTo>
                  <a:lnTo>
                    <a:pt x="232" y="42"/>
                  </a:lnTo>
                  <a:lnTo>
                    <a:pt x="229" y="83"/>
                  </a:lnTo>
                  <a:lnTo>
                    <a:pt x="223" y="123"/>
                  </a:lnTo>
                  <a:lnTo>
                    <a:pt x="215" y="162"/>
                  </a:lnTo>
                  <a:lnTo>
                    <a:pt x="204" y="197"/>
                  </a:lnTo>
                  <a:lnTo>
                    <a:pt x="192" y="231"/>
                  </a:lnTo>
                  <a:lnTo>
                    <a:pt x="178" y="264"/>
                  </a:lnTo>
                  <a:lnTo>
                    <a:pt x="163" y="292"/>
                  </a:lnTo>
                  <a:lnTo>
                    <a:pt x="147" y="320"/>
                  </a:lnTo>
                  <a:lnTo>
                    <a:pt x="129" y="344"/>
                  </a:lnTo>
                  <a:lnTo>
                    <a:pt x="109" y="364"/>
                  </a:lnTo>
                  <a:lnTo>
                    <a:pt x="89" y="382"/>
                  </a:lnTo>
                  <a:lnTo>
                    <a:pt x="67" y="395"/>
                  </a:lnTo>
                  <a:lnTo>
                    <a:pt x="46" y="406"/>
                  </a:lnTo>
                  <a:lnTo>
                    <a:pt x="24"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2636" name="Freeform 74"/>
            <p:cNvSpPr>
              <a:spLocks/>
            </p:cNvSpPr>
            <p:nvPr/>
          </p:nvSpPr>
          <p:spPr bwMode="auto">
            <a:xfrm>
              <a:off x="1516" y="2101"/>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5" y="86"/>
                  </a:lnTo>
                  <a:lnTo>
                    <a:pt x="11" y="126"/>
                  </a:lnTo>
                  <a:lnTo>
                    <a:pt x="19" y="164"/>
                  </a:lnTo>
                  <a:lnTo>
                    <a:pt x="30" y="202"/>
                  </a:lnTo>
                  <a:lnTo>
                    <a:pt x="41" y="236"/>
                  </a:lnTo>
                  <a:lnTo>
                    <a:pt x="55" y="269"/>
                  </a:lnTo>
                  <a:lnTo>
                    <a:pt x="71" y="299"/>
                  </a:lnTo>
                  <a:lnTo>
                    <a:pt x="89" y="327"/>
                  </a:lnTo>
                  <a:lnTo>
                    <a:pt x="107" y="351"/>
                  </a:lnTo>
                  <a:lnTo>
                    <a:pt x="127" y="373"/>
                  </a:lnTo>
                  <a:lnTo>
                    <a:pt x="149" y="392"/>
                  </a:lnTo>
                  <a:lnTo>
                    <a:pt x="171" y="407"/>
                  </a:lnTo>
                  <a:lnTo>
                    <a:pt x="195" y="418"/>
                  </a:lnTo>
                  <a:lnTo>
                    <a:pt x="219" y="423"/>
                  </a:lnTo>
                  <a:lnTo>
                    <a:pt x="245" y="426"/>
                  </a:lnTo>
                  <a:lnTo>
                    <a:pt x="245" y="414"/>
                  </a:lnTo>
                  <a:lnTo>
                    <a:pt x="222" y="412"/>
                  </a:lnTo>
                  <a:lnTo>
                    <a:pt x="199" y="406"/>
                  </a:lnTo>
                  <a:lnTo>
                    <a:pt x="178" y="395"/>
                  </a:lnTo>
                  <a:lnTo>
                    <a:pt x="156" y="382"/>
                  </a:lnTo>
                  <a:lnTo>
                    <a:pt x="136" y="364"/>
                  </a:lnTo>
                  <a:lnTo>
                    <a:pt x="116" y="344"/>
                  </a:lnTo>
                  <a:lnTo>
                    <a:pt x="99" y="320"/>
                  </a:lnTo>
                  <a:lnTo>
                    <a:pt x="82" y="292"/>
                  </a:lnTo>
                  <a:lnTo>
                    <a:pt x="67" y="264"/>
                  </a:lnTo>
                  <a:lnTo>
                    <a:pt x="53" y="231"/>
                  </a:lnTo>
                  <a:lnTo>
                    <a:pt x="41" y="197"/>
                  </a:lnTo>
                  <a:lnTo>
                    <a:pt x="31" y="162"/>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2637" name="Freeform 75"/>
            <p:cNvSpPr>
              <a:spLocks/>
            </p:cNvSpPr>
            <p:nvPr/>
          </p:nvSpPr>
          <p:spPr bwMode="auto">
            <a:xfrm>
              <a:off x="1516" y="2016"/>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5" y="8"/>
                  </a:lnTo>
                  <a:lnTo>
                    <a:pt x="171" y="19"/>
                  </a:lnTo>
                  <a:lnTo>
                    <a:pt x="149" y="34"/>
                  </a:lnTo>
                  <a:lnTo>
                    <a:pt x="127" y="51"/>
                  </a:lnTo>
                  <a:lnTo>
                    <a:pt x="107" y="74"/>
                  </a:lnTo>
                  <a:lnTo>
                    <a:pt x="89" y="98"/>
                  </a:lnTo>
                  <a:lnTo>
                    <a:pt x="72" y="125"/>
                  </a:lnTo>
                  <a:lnTo>
                    <a:pt x="55" y="156"/>
                  </a:lnTo>
                  <a:lnTo>
                    <a:pt x="41" y="189"/>
                  </a:lnTo>
                  <a:lnTo>
                    <a:pt x="30" y="223"/>
                  </a:lnTo>
                  <a:lnTo>
                    <a:pt x="19" y="261"/>
                  </a:lnTo>
                  <a:lnTo>
                    <a:pt x="11" y="299"/>
                  </a:lnTo>
                  <a:lnTo>
                    <a:pt x="5" y="339"/>
                  </a:lnTo>
                  <a:lnTo>
                    <a:pt x="1" y="382"/>
                  </a:lnTo>
                  <a:lnTo>
                    <a:pt x="0" y="424"/>
                  </a:lnTo>
                  <a:lnTo>
                    <a:pt x="12" y="424"/>
                  </a:lnTo>
                  <a:lnTo>
                    <a:pt x="13" y="382"/>
                  </a:lnTo>
                  <a:lnTo>
                    <a:pt x="17" y="341"/>
                  </a:lnTo>
                  <a:lnTo>
                    <a:pt x="23" y="301"/>
                  </a:lnTo>
                  <a:lnTo>
                    <a:pt x="31" y="264"/>
                  </a:lnTo>
                  <a:lnTo>
                    <a:pt x="41" y="227"/>
                  </a:lnTo>
                  <a:lnTo>
                    <a:pt x="53" y="193"/>
                  </a:lnTo>
                  <a:lnTo>
                    <a:pt x="67" y="160"/>
                  </a:lnTo>
                  <a:lnTo>
                    <a:pt x="81" y="132"/>
                  </a:lnTo>
                  <a:lnTo>
                    <a:pt x="99" y="105"/>
                  </a:lnTo>
                  <a:lnTo>
                    <a:pt x="116" y="81"/>
                  </a:lnTo>
                  <a:lnTo>
                    <a:pt x="136" y="61"/>
                  </a:lnTo>
                  <a:lnTo>
                    <a:pt x="156" y="43"/>
                  </a:lnTo>
                  <a:lnTo>
                    <a:pt x="178" y="30"/>
                  </a:lnTo>
                  <a:lnTo>
                    <a:pt x="199" y="20"/>
                  </a:lnTo>
                  <a:lnTo>
                    <a:pt x="222"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sp>
        <p:nvSpPr>
          <p:cNvPr id="152584" name="Rectangle 77"/>
          <p:cNvSpPr>
            <a:spLocks noChangeArrowheads="1"/>
          </p:cNvSpPr>
          <p:nvPr/>
        </p:nvSpPr>
        <p:spPr bwMode="auto">
          <a:xfrm>
            <a:off x="611188" y="0"/>
            <a:ext cx="6388100" cy="6477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3000"/>
              <a:t>Sem. 3 - Mardi</a:t>
            </a:r>
          </a:p>
        </p:txBody>
      </p:sp>
      <p:sp>
        <p:nvSpPr>
          <p:cNvPr id="152585" name="Text Box 78"/>
          <p:cNvSpPr txBox="1">
            <a:spLocks noChangeArrowheads="1"/>
          </p:cNvSpPr>
          <p:nvPr/>
        </p:nvSpPr>
        <p:spPr bwMode="auto">
          <a:xfrm>
            <a:off x="566738" y="2697163"/>
            <a:ext cx="3217862"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2. Pas de commandes</a:t>
            </a:r>
          </a:p>
        </p:txBody>
      </p:sp>
      <p:sp>
        <p:nvSpPr>
          <p:cNvPr id="152586" name="Text Box 79"/>
          <p:cNvSpPr txBox="1">
            <a:spLocks noChangeArrowheads="1"/>
          </p:cNvSpPr>
          <p:nvPr/>
        </p:nvSpPr>
        <p:spPr bwMode="auto">
          <a:xfrm>
            <a:off x="566738" y="5211763"/>
            <a:ext cx="6543675" cy="4429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eaLnBrk="1" hangingPunct="1">
              <a:spcBef>
                <a:spcPct val="0"/>
              </a:spcBef>
              <a:buFontTx/>
              <a:buNone/>
            </a:pPr>
            <a:r>
              <a:rPr lang="fr-FR" altLang="fr-FR" sz="2300"/>
              <a:t>4. Pointez la production sur votre feuille de suivi</a:t>
            </a:r>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53602" name="Group 2"/>
          <p:cNvGrpSpPr>
            <a:grpSpLocks/>
          </p:cNvGrpSpPr>
          <p:nvPr/>
        </p:nvGrpSpPr>
        <p:grpSpPr bwMode="auto">
          <a:xfrm>
            <a:off x="7073900" y="215900"/>
            <a:ext cx="1878013" cy="1250950"/>
            <a:chOff x="4456" y="136"/>
            <a:chExt cx="1183" cy="788"/>
          </a:xfrm>
        </p:grpSpPr>
        <p:grpSp>
          <p:nvGrpSpPr>
            <p:cNvPr id="153662" name="Group 3"/>
            <p:cNvGrpSpPr>
              <a:grpSpLocks/>
            </p:cNvGrpSpPr>
            <p:nvPr/>
          </p:nvGrpSpPr>
          <p:grpSpPr bwMode="auto">
            <a:xfrm>
              <a:off x="4766" y="232"/>
              <a:ext cx="873" cy="692"/>
              <a:chOff x="2185" y="310"/>
              <a:chExt cx="873" cy="692"/>
            </a:xfrm>
          </p:grpSpPr>
          <p:sp>
            <p:nvSpPr>
              <p:cNvPr id="153673" name="Freeform 4"/>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accent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3674" name="Freeform 5"/>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3675" name="Freeform 6"/>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3676" name="Freeform 7"/>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3677" name="Freeform 8"/>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3678" name="Freeform 9"/>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3679" name="Freeform 10"/>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grpSp>
          <p:nvGrpSpPr>
            <p:cNvPr id="153663" name="Group 11"/>
            <p:cNvGrpSpPr>
              <a:grpSpLocks/>
            </p:cNvGrpSpPr>
            <p:nvPr/>
          </p:nvGrpSpPr>
          <p:grpSpPr bwMode="auto">
            <a:xfrm>
              <a:off x="4949" y="336"/>
              <a:ext cx="591" cy="468"/>
              <a:chOff x="2185" y="310"/>
              <a:chExt cx="873" cy="692"/>
            </a:xfrm>
          </p:grpSpPr>
          <p:sp>
            <p:nvSpPr>
              <p:cNvPr id="153666" name="Freeform 12"/>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3667" name="Freeform 13"/>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3668" name="Freeform 14"/>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3669" name="Freeform 15"/>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3670" name="Freeform 16"/>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3671" name="Freeform 17"/>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3672" name="Freeform 18"/>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pic>
          <p:nvPicPr>
            <p:cNvPr id="153664" name="Picture 19"/>
            <p:cNvPicPr>
              <a:picLocks noChangeAspect="1" noChangeArrowheads="1"/>
            </p:cNvPicPr>
            <p:nvPr/>
          </p:nvPicPr>
          <p:blipFill>
            <a:blip r:embed="rId3" cstate="print">
              <a:extLst>
                <a:ext uri="{28A0092B-C50C-407E-A947-70E740481C1C}">
                  <a14:useLocalDpi xmlns:a14="http://schemas.microsoft.com/office/drawing/2010/main" val="0"/>
                </a:ext>
              </a:extLst>
            </a:blip>
            <a:srcRect l="-4282" t="-4369" r="-5199" b="-12012"/>
            <a:stretch>
              <a:fillRect/>
            </a:stretch>
          </p:blipFill>
          <p:spPr bwMode="auto">
            <a:xfrm>
              <a:off x="4456" y="136"/>
              <a:ext cx="480" cy="5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53665" name="Text Box 20"/>
            <p:cNvSpPr txBox="1">
              <a:spLocks noChangeArrowheads="1"/>
            </p:cNvSpPr>
            <p:nvPr/>
          </p:nvSpPr>
          <p:spPr bwMode="auto">
            <a:xfrm>
              <a:off x="4946" y="314"/>
              <a:ext cx="596" cy="49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4500" b="1">
                  <a:solidFill>
                    <a:srgbClr val="FF0000"/>
                  </a:solidFill>
                  <a:latin typeface="Arial Black" pitchFamily="34" charset="0"/>
                </a:rPr>
                <a:t>15</a:t>
              </a:r>
              <a:endParaRPr lang="fr-FR" altLang="fr-FR" sz="3200">
                <a:solidFill>
                  <a:schemeClr val="tx1"/>
                </a:solidFill>
                <a:latin typeface="Arial Black" pitchFamily="34" charset="0"/>
              </a:endParaRPr>
            </a:p>
          </p:txBody>
        </p:sp>
      </p:grpSp>
      <p:sp>
        <p:nvSpPr>
          <p:cNvPr id="153604" name="Text Box 22"/>
          <p:cNvSpPr txBox="1">
            <a:spLocks noChangeArrowheads="1"/>
          </p:cNvSpPr>
          <p:nvPr/>
        </p:nvSpPr>
        <p:spPr bwMode="auto">
          <a:xfrm>
            <a:off x="566738" y="1363663"/>
            <a:ext cx="1946275"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1. Tirez le dé</a:t>
            </a:r>
          </a:p>
        </p:txBody>
      </p:sp>
      <p:sp>
        <p:nvSpPr>
          <p:cNvPr id="153605" name="Text Box 23"/>
          <p:cNvSpPr txBox="1">
            <a:spLocks noChangeArrowheads="1"/>
          </p:cNvSpPr>
          <p:nvPr/>
        </p:nvSpPr>
        <p:spPr bwMode="auto">
          <a:xfrm>
            <a:off x="566738" y="3935413"/>
            <a:ext cx="18796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3. Produisez</a:t>
            </a:r>
          </a:p>
        </p:txBody>
      </p:sp>
      <p:grpSp>
        <p:nvGrpSpPr>
          <p:cNvPr id="153606" name="Group 24"/>
          <p:cNvGrpSpPr>
            <a:grpSpLocks/>
          </p:cNvGrpSpPr>
          <p:nvPr/>
        </p:nvGrpSpPr>
        <p:grpSpPr bwMode="auto">
          <a:xfrm>
            <a:off x="2986088" y="1306513"/>
            <a:ext cx="446087" cy="534987"/>
            <a:chOff x="868" y="1439"/>
            <a:chExt cx="811" cy="972"/>
          </a:xfrm>
        </p:grpSpPr>
        <p:sp>
          <p:nvSpPr>
            <p:cNvPr id="153611" name="Freeform 25"/>
            <p:cNvSpPr>
              <a:spLocks/>
            </p:cNvSpPr>
            <p:nvPr/>
          </p:nvSpPr>
          <p:spPr bwMode="auto">
            <a:xfrm>
              <a:off x="1548" y="2014"/>
              <a:ext cx="123" cy="100"/>
            </a:xfrm>
            <a:custGeom>
              <a:avLst/>
              <a:gdLst>
                <a:gd name="T0" fmla="*/ 5 w 618"/>
                <a:gd name="T1" fmla="*/ 0 h 502"/>
                <a:gd name="T2" fmla="*/ 5 w 618"/>
                <a:gd name="T3" fmla="*/ 0 h 502"/>
                <a:gd name="T4" fmla="*/ 0 w 618"/>
                <a:gd name="T5" fmla="*/ 4 h 502"/>
                <a:gd name="T6" fmla="*/ 0 w 618"/>
                <a:gd name="T7" fmla="*/ 4 h 502"/>
                <a:gd name="T8" fmla="*/ 5 w 618"/>
                <a:gd name="T9" fmla="*/ 0 h 502"/>
                <a:gd name="T10" fmla="*/ 5 w 618"/>
                <a:gd name="T11" fmla="*/ 0 h 502"/>
                <a:gd name="T12" fmla="*/ 5 w 618"/>
                <a:gd name="T13" fmla="*/ 0 h 502"/>
                <a:gd name="T14" fmla="*/ 5 w 618"/>
                <a:gd name="T15" fmla="*/ 0 h 502"/>
                <a:gd name="T16" fmla="*/ 5 w 618"/>
                <a:gd name="T17" fmla="*/ 0 h 502"/>
                <a:gd name="T18" fmla="*/ 5 w 618"/>
                <a:gd name="T19" fmla="*/ 0 h 502"/>
                <a:gd name="T20" fmla="*/ 5 w 618"/>
                <a:gd name="T21" fmla="*/ 0 h 502"/>
                <a:gd name="T22" fmla="*/ 5 w 618"/>
                <a:gd name="T23" fmla="*/ 0 h 502"/>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618"/>
                <a:gd name="T37" fmla="*/ 0 h 502"/>
                <a:gd name="T38" fmla="*/ 618 w 618"/>
                <a:gd name="T39" fmla="*/ 502 h 502"/>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618" h="502">
                  <a:moveTo>
                    <a:pt x="611" y="0"/>
                  </a:moveTo>
                  <a:lnTo>
                    <a:pt x="606" y="2"/>
                  </a:lnTo>
                  <a:lnTo>
                    <a:pt x="0" y="490"/>
                  </a:lnTo>
                  <a:lnTo>
                    <a:pt x="10" y="502"/>
                  </a:lnTo>
                  <a:lnTo>
                    <a:pt x="616" y="14"/>
                  </a:lnTo>
                  <a:lnTo>
                    <a:pt x="611" y="16"/>
                  </a:lnTo>
                  <a:lnTo>
                    <a:pt x="616" y="14"/>
                  </a:lnTo>
                  <a:lnTo>
                    <a:pt x="618" y="9"/>
                  </a:lnTo>
                  <a:lnTo>
                    <a:pt x="617" y="3"/>
                  </a:lnTo>
                  <a:lnTo>
                    <a:pt x="612" y="1"/>
                  </a:lnTo>
                  <a:lnTo>
                    <a:pt x="606" y="2"/>
                  </a:lnTo>
                  <a:lnTo>
                    <a:pt x="611"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3612" name="Freeform 26"/>
            <p:cNvSpPr>
              <a:spLocks/>
            </p:cNvSpPr>
            <p:nvPr/>
          </p:nvSpPr>
          <p:spPr bwMode="auto">
            <a:xfrm>
              <a:off x="876" y="1852"/>
              <a:ext cx="82" cy="373"/>
            </a:xfrm>
            <a:custGeom>
              <a:avLst/>
              <a:gdLst>
                <a:gd name="T0" fmla="*/ 3 w 413"/>
                <a:gd name="T1" fmla="*/ 15 h 1865"/>
                <a:gd name="T2" fmla="*/ 3 w 413"/>
                <a:gd name="T3" fmla="*/ 15 h 1865"/>
                <a:gd name="T4" fmla="*/ 0 w 413"/>
                <a:gd name="T5" fmla="*/ 0 h 1865"/>
                <a:gd name="T6" fmla="*/ 0 w 413"/>
                <a:gd name="T7" fmla="*/ 0 h 1865"/>
                <a:gd name="T8" fmla="*/ 3 w 413"/>
                <a:gd name="T9" fmla="*/ 15 h 1865"/>
                <a:gd name="T10" fmla="*/ 3 w 413"/>
                <a:gd name="T11" fmla="*/ 15 h 1865"/>
                <a:gd name="T12" fmla="*/ 3 w 413"/>
                <a:gd name="T13" fmla="*/ 15 h 1865"/>
                <a:gd name="T14" fmla="*/ 3 w 413"/>
                <a:gd name="T15" fmla="*/ 15 h 1865"/>
                <a:gd name="T16" fmla="*/ 3 w 413"/>
                <a:gd name="T17" fmla="*/ 15 h 1865"/>
                <a:gd name="T18" fmla="*/ 3 w 413"/>
                <a:gd name="T19" fmla="*/ 15 h 1865"/>
                <a:gd name="T20" fmla="*/ 3 w 413"/>
                <a:gd name="T21" fmla="*/ 15 h 1865"/>
                <a:gd name="T22" fmla="*/ 3 w 413"/>
                <a:gd name="T23" fmla="*/ 15 h 186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413"/>
                <a:gd name="T37" fmla="*/ 0 h 1865"/>
                <a:gd name="T38" fmla="*/ 413 w 413"/>
                <a:gd name="T39" fmla="*/ 1865 h 1865"/>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413" h="1865">
                  <a:moveTo>
                    <a:pt x="400" y="1864"/>
                  </a:moveTo>
                  <a:lnTo>
                    <a:pt x="413" y="1856"/>
                  </a:lnTo>
                  <a:lnTo>
                    <a:pt x="17" y="0"/>
                  </a:lnTo>
                  <a:lnTo>
                    <a:pt x="0" y="2"/>
                  </a:lnTo>
                  <a:lnTo>
                    <a:pt x="396" y="1858"/>
                  </a:lnTo>
                  <a:lnTo>
                    <a:pt x="409" y="1850"/>
                  </a:lnTo>
                  <a:lnTo>
                    <a:pt x="396" y="1858"/>
                  </a:lnTo>
                  <a:lnTo>
                    <a:pt x="400" y="1864"/>
                  </a:lnTo>
                  <a:lnTo>
                    <a:pt x="406" y="1865"/>
                  </a:lnTo>
                  <a:lnTo>
                    <a:pt x="410" y="1862"/>
                  </a:lnTo>
                  <a:lnTo>
                    <a:pt x="413" y="1856"/>
                  </a:lnTo>
                  <a:lnTo>
                    <a:pt x="400" y="186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3613" name="Freeform 27"/>
            <p:cNvSpPr>
              <a:spLocks/>
            </p:cNvSpPr>
            <p:nvPr/>
          </p:nvSpPr>
          <p:spPr bwMode="auto">
            <a:xfrm>
              <a:off x="1282" y="1533"/>
              <a:ext cx="35" cy="161"/>
            </a:xfrm>
            <a:custGeom>
              <a:avLst/>
              <a:gdLst>
                <a:gd name="T0" fmla="*/ 1 w 175"/>
                <a:gd name="T1" fmla="*/ 6 h 807"/>
                <a:gd name="T2" fmla="*/ 1 w 175"/>
                <a:gd name="T3" fmla="*/ 6 h 807"/>
                <a:gd name="T4" fmla="*/ 1 w 175"/>
                <a:gd name="T5" fmla="*/ 6 h 807"/>
                <a:gd name="T6" fmla="*/ 1 w 175"/>
                <a:gd name="T7" fmla="*/ 5 h 807"/>
                <a:gd name="T8" fmla="*/ 1 w 175"/>
                <a:gd name="T9" fmla="*/ 5 h 807"/>
                <a:gd name="T10" fmla="*/ 1 w 175"/>
                <a:gd name="T11" fmla="*/ 5 h 807"/>
                <a:gd name="T12" fmla="*/ 1 w 175"/>
                <a:gd name="T13" fmla="*/ 4 h 807"/>
                <a:gd name="T14" fmla="*/ 1 w 175"/>
                <a:gd name="T15" fmla="*/ 4 h 807"/>
                <a:gd name="T16" fmla="*/ 1 w 175"/>
                <a:gd name="T17" fmla="*/ 3 h 807"/>
                <a:gd name="T18" fmla="*/ 1 w 175"/>
                <a:gd name="T19" fmla="*/ 3 h 807"/>
                <a:gd name="T20" fmla="*/ 1 w 175"/>
                <a:gd name="T21" fmla="*/ 3 h 807"/>
                <a:gd name="T22" fmla="*/ 1 w 175"/>
                <a:gd name="T23" fmla="*/ 2 h 807"/>
                <a:gd name="T24" fmla="*/ 1 w 175"/>
                <a:gd name="T25" fmla="*/ 2 h 807"/>
                <a:gd name="T26" fmla="*/ 1 w 175"/>
                <a:gd name="T27" fmla="*/ 2 h 807"/>
                <a:gd name="T28" fmla="*/ 1 w 175"/>
                <a:gd name="T29" fmla="*/ 1 h 807"/>
                <a:gd name="T30" fmla="*/ 1 w 175"/>
                <a:gd name="T31" fmla="*/ 1 h 807"/>
                <a:gd name="T32" fmla="*/ 1 w 175"/>
                <a:gd name="T33" fmla="*/ 1 h 807"/>
                <a:gd name="T34" fmla="*/ 1 w 175"/>
                <a:gd name="T35" fmla="*/ 0 h 807"/>
                <a:gd name="T36" fmla="*/ 1 w 175"/>
                <a:gd name="T37" fmla="*/ 0 h 807"/>
                <a:gd name="T38" fmla="*/ 1 w 175"/>
                <a:gd name="T39" fmla="*/ 0 h 807"/>
                <a:gd name="T40" fmla="*/ 0 w 175"/>
                <a:gd name="T41" fmla="*/ 1 h 807"/>
                <a:gd name="T42" fmla="*/ 0 w 175"/>
                <a:gd name="T43" fmla="*/ 1 h 807"/>
                <a:gd name="T44" fmla="*/ 0 w 175"/>
                <a:gd name="T45" fmla="*/ 1 h 807"/>
                <a:gd name="T46" fmla="*/ 0 w 175"/>
                <a:gd name="T47" fmla="*/ 2 h 807"/>
                <a:gd name="T48" fmla="*/ 0 w 175"/>
                <a:gd name="T49" fmla="*/ 2 h 807"/>
                <a:gd name="T50" fmla="*/ 0 w 175"/>
                <a:gd name="T51" fmla="*/ 3 h 807"/>
                <a:gd name="T52" fmla="*/ 0 w 175"/>
                <a:gd name="T53" fmla="*/ 3 h 807"/>
                <a:gd name="T54" fmla="*/ 0 w 175"/>
                <a:gd name="T55" fmla="*/ 3 h 807"/>
                <a:gd name="T56" fmla="*/ 0 w 175"/>
                <a:gd name="T57" fmla="*/ 4 h 807"/>
                <a:gd name="T58" fmla="*/ 0 w 175"/>
                <a:gd name="T59" fmla="*/ 4 h 807"/>
                <a:gd name="T60" fmla="*/ 0 w 175"/>
                <a:gd name="T61" fmla="*/ 5 h 807"/>
                <a:gd name="T62" fmla="*/ 0 w 175"/>
                <a:gd name="T63" fmla="*/ 5 h 807"/>
                <a:gd name="T64" fmla="*/ 0 w 175"/>
                <a:gd name="T65" fmla="*/ 5 h 807"/>
                <a:gd name="T66" fmla="*/ 1 w 175"/>
                <a:gd name="T67" fmla="*/ 6 h 807"/>
                <a:gd name="T68" fmla="*/ 1 w 175"/>
                <a:gd name="T69" fmla="*/ 6 h 807"/>
                <a:gd name="T70" fmla="*/ 1 w 175"/>
                <a:gd name="T71" fmla="*/ 6 h 807"/>
                <a:gd name="T72" fmla="*/ 1 w 175"/>
                <a:gd name="T73" fmla="*/ 6 h 807"/>
                <a:gd name="T74" fmla="*/ 1 w 175"/>
                <a:gd name="T75" fmla="*/ 6 h 807"/>
                <a:gd name="T76" fmla="*/ 1 w 175"/>
                <a:gd name="T77" fmla="*/ 6 h 807"/>
                <a:gd name="T78" fmla="*/ 1 w 175"/>
                <a:gd name="T79" fmla="*/ 6 h 807"/>
                <a:gd name="T80" fmla="*/ 1 w 175"/>
                <a:gd name="T81" fmla="*/ 6 h 807"/>
                <a:gd name="T82" fmla="*/ 1 w 175"/>
                <a:gd name="T83" fmla="*/ 6 h 807"/>
                <a:gd name="T84" fmla="*/ 1 w 175"/>
                <a:gd name="T85" fmla="*/ 6 h 807"/>
                <a:gd name="T86" fmla="*/ 1 w 175"/>
                <a:gd name="T87" fmla="*/ 6 h 807"/>
                <a:gd name="T88" fmla="*/ 1 w 175"/>
                <a:gd name="T89" fmla="*/ 6 h 807"/>
                <a:gd name="T90" fmla="*/ 1 w 175"/>
                <a:gd name="T91" fmla="*/ 6 h 80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175"/>
                <a:gd name="T139" fmla="*/ 0 h 807"/>
                <a:gd name="T140" fmla="*/ 175 w 175"/>
                <a:gd name="T141" fmla="*/ 807 h 80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175" h="807">
                  <a:moveTo>
                    <a:pt x="169" y="740"/>
                  </a:moveTo>
                  <a:lnTo>
                    <a:pt x="169" y="739"/>
                  </a:lnTo>
                  <a:lnTo>
                    <a:pt x="149" y="698"/>
                  </a:lnTo>
                  <a:lnTo>
                    <a:pt x="133" y="656"/>
                  </a:lnTo>
                  <a:lnTo>
                    <a:pt x="120" y="611"/>
                  </a:lnTo>
                  <a:lnTo>
                    <a:pt x="108" y="565"/>
                  </a:lnTo>
                  <a:lnTo>
                    <a:pt x="100" y="520"/>
                  </a:lnTo>
                  <a:lnTo>
                    <a:pt x="96" y="472"/>
                  </a:lnTo>
                  <a:lnTo>
                    <a:pt x="93" y="425"/>
                  </a:lnTo>
                  <a:lnTo>
                    <a:pt x="93" y="377"/>
                  </a:lnTo>
                  <a:lnTo>
                    <a:pt x="96" y="330"/>
                  </a:lnTo>
                  <a:lnTo>
                    <a:pt x="100" y="283"/>
                  </a:lnTo>
                  <a:lnTo>
                    <a:pt x="106" y="238"/>
                  </a:lnTo>
                  <a:lnTo>
                    <a:pt x="115" y="195"/>
                  </a:lnTo>
                  <a:lnTo>
                    <a:pt x="126" y="153"/>
                  </a:lnTo>
                  <a:lnTo>
                    <a:pt x="139" y="114"/>
                  </a:lnTo>
                  <a:lnTo>
                    <a:pt x="153" y="77"/>
                  </a:lnTo>
                  <a:lnTo>
                    <a:pt x="169" y="43"/>
                  </a:lnTo>
                  <a:lnTo>
                    <a:pt x="87" y="0"/>
                  </a:lnTo>
                  <a:lnTo>
                    <a:pt x="69" y="39"/>
                  </a:lnTo>
                  <a:lnTo>
                    <a:pt x="52" y="81"/>
                  </a:lnTo>
                  <a:lnTo>
                    <a:pt x="37" y="127"/>
                  </a:lnTo>
                  <a:lnTo>
                    <a:pt x="24" y="174"/>
                  </a:lnTo>
                  <a:lnTo>
                    <a:pt x="15" y="222"/>
                  </a:lnTo>
                  <a:lnTo>
                    <a:pt x="7" y="271"/>
                  </a:lnTo>
                  <a:lnTo>
                    <a:pt x="2" y="323"/>
                  </a:lnTo>
                  <a:lnTo>
                    <a:pt x="0" y="374"/>
                  </a:lnTo>
                  <a:lnTo>
                    <a:pt x="0" y="427"/>
                  </a:lnTo>
                  <a:lnTo>
                    <a:pt x="2" y="479"/>
                  </a:lnTo>
                  <a:lnTo>
                    <a:pt x="9" y="531"/>
                  </a:lnTo>
                  <a:lnTo>
                    <a:pt x="17" y="584"/>
                  </a:lnTo>
                  <a:lnTo>
                    <a:pt x="29" y="635"/>
                  </a:lnTo>
                  <a:lnTo>
                    <a:pt x="44" y="686"/>
                  </a:lnTo>
                  <a:lnTo>
                    <a:pt x="65" y="736"/>
                  </a:lnTo>
                  <a:lnTo>
                    <a:pt x="87" y="784"/>
                  </a:lnTo>
                  <a:lnTo>
                    <a:pt x="87" y="782"/>
                  </a:lnTo>
                  <a:lnTo>
                    <a:pt x="87" y="784"/>
                  </a:lnTo>
                  <a:lnTo>
                    <a:pt x="100" y="799"/>
                  </a:lnTo>
                  <a:lnTo>
                    <a:pt x="117" y="807"/>
                  </a:lnTo>
                  <a:lnTo>
                    <a:pt x="134" y="807"/>
                  </a:lnTo>
                  <a:lnTo>
                    <a:pt x="151" y="801"/>
                  </a:lnTo>
                  <a:lnTo>
                    <a:pt x="164" y="791"/>
                  </a:lnTo>
                  <a:lnTo>
                    <a:pt x="173" y="777"/>
                  </a:lnTo>
                  <a:lnTo>
                    <a:pt x="175" y="759"/>
                  </a:lnTo>
                  <a:lnTo>
                    <a:pt x="169" y="739"/>
                  </a:lnTo>
                  <a:lnTo>
                    <a:pt x="169" y="74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3614" name="Freeform 28"/>
            <p:cNvSpPr>
              <a:spLocks/>
            </p:cNvSpPr>
            <p:nvPr/>
          </p:nvSpPr>
          <p:spPr bwMode="auto">
            <a:xfrm>
              <a:off x="1299" y="1681"/>
              <a:ext cx="157" cy="281"/>
            </a:xfrm>
            <a:custGeom>
              <a:avLst/>
              <a:gdLst>
                <a:gd name="T0" fmla="*/ 6 w 787"/>
                <a:gd name="T1" fmla="*/ 11 h 1404"/>
                <a:gd name="T2" fmla="*/ 6 w 787"/>
                <a:gd name="T3" fmla="*/ 11 h 1404"/>
                <a:gd name="T4" fmla="*/ 1 w 787"/>
                <a:gd name="T5" fmla="*/ 0 h 1404"/>
                <a:gd name="T6" fmla="*/ 0 w 787"/>
                <a:gd name="T7" fmla="*/ 0 h 1404"/>
                <a:gd name="T8" fmla="*/ 6 w 787"/>
                <a:gd name="T9" fmla="*/ 11 h 1404"/>
                <a:gd name="T10" fmla="*/ 6 w 787"/>
                <a:gd name="T11" fmla="*/ 11 h 1404"/>
                <a:gd name="T12" fmla="*/ 6 w 787"/>
                <a:gd name="T13" fmla="*/ 11 h 1404"/>
                <a:gd name="T14" fmla="*/ 6 w 787"/>
                <a:gd name="T15" fmla="*/ 11 h 1404"/>
                <a:gd name="T16" fmla="*/ 6 w 787"/>
                <a:gd name="T17" fmla="*/ 11 h 1404"/>
                <a:gd name="T18" fmla="*/ 6 w 787"/>
                <a:gd name="T19" fmla="*/ 11 h 1404"/>
                <a:gd name="T20" fmla="*/ 6 w 787"/>
                <a:gd name="T21" fmla="*/ 11 h 1404"/>
                <a:gd name="T22" fmla="*/ 6 w 787"/>
                <a:gd name="T23" fmla="*/ 11 h 1404"/>
                <a:gd name="T24" fmla="*/ 6 w 787"/>
                <a:gd name="T25" fmla="*/ 11 h 1404"/>
                <a:gd name="T26" fmla="*/ 6 w 787"/>
                <a:gd name="T27" fmla="*/ 11 h 1404"/>
                <a:gd name="T28" fmla="*/ 6 w 787"/>
                <a:gd name="T29" fmla="*/ 11 h 1404"/>
                <a:gd name="T30" fmla="*/ 6 w 787"/>
                <a:gd name="T31" fmla="*/ 11 h 1404"/>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787"/>
                <a:gd name="T49" fmla="*/ 0 h 1404"/>
                <a:gd name="T50" fmla="*/ 787 w 787"/>
                <a:gd name="T51" fmla="*/ 1404 h 1404"/>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787" h="1404">
                  <a:moveTo>
                    <a:pt x="781" y="1334"/>
                  </a:moveTo>
                  <a:lnTo>
                    <a:pt x="781" y="1337"/>
                  </a:lnTo>
                  <a:lnTo>
                    <a:pt x="82" y="0"/>
                  </a:lnTo>
                  <a:lnTo>
                    <a:pt x="0" y="42"/>
                  </a:lnTo>
                  <a:lnTo>
                    <a:pt x="699" y="1379"/>
                  </a:lnTo>
                  <a:lnTo>
                    <a:pt x="699" y="1381"/>
                  </a:lnTo>
                  <a:lnTo>
                    <a:pt x="699" y="1379"/>
                  </a:lnTo>
                  <a:lnTo>
                    <a:pt x="712" y="1395"/>
                  </a:lnTo>
                  <a:lnTo>
                    <a:pt x="727" y="1402"/>
                  </a:lnTo>
                  <a:lnTo>
                    <a:pt x="744" y="1404"/>
                  </a:lnTo>
                  <a:lnTo>
                    <a:pt x="761" y="1398"/>
                  </a:lnTo>
                  <a:lnTo>
                    <a:pt x="775" y="1388"/>
                  </a:lnTo>
                  <a:lnTo>
                    <a:pt x="784" y="1373"/>
                  </a:lnTo>
                  <a:lnTo>
                    <a:pt x="787" y="1357"/>
                  </a:lnTo>
                  <a:lnTo>
                    <a:pt x="781" y="1337"/>
                  </a:lnTo>
                  <a:lnTo>
                    <a:pt x="781" y="13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3615" name="Freeform 29"/>
            <p:cNvSpPr>
              <a:spLocks/>
            </p:cNvSpPr>
            <p:nvPr/>
          </p:nvSpPr>
          <p:spPr bwMode="auto">
            <a:xfrm>
              <a:off x="1439" y="1948"/>
              <a:ext cx="125" cy="76"/>
            </a:xfrm>
            <a:custGeom>
              <a:avLst/>
              <a:gdLst>
                <a:gd name="T0" fmla="*/ 5 w 628"/>
                <a:gd name="T1" fmla="*/ 2 h 383"/>
                <a:gd name="T2" fmla="*/ 5 w 628"/>
                <a:gd name="T3" fmla="*/ 2 h 383"/>
                <a:gd name="T4" fmla="*/ 4 w 628"/>
                <a:gd name="T5" fmla="*/ 2 h 383"/>
                <a:gd name="T6" fmla="*/ 4 w 628"/>
                <a:gd name="T7" fmla="*/ 2 h 383"/>
                <a:gd name="T8" fmla="*/ 4 w 628"/>
                <a:gd name="T9" fmla="*/ 2 h 383"/>
                <a:gd name="T10" fmla="*/ 3 w 628"/>
                <a:gd name="T11" fmla="*/ 2 h 383"/>
                <a:gd name="T12" fmla="*/ 3 w 628"/>
                <a:gd name="T13" fmla="*/ 2 h 383"/>
                <a:gd name="T14" fmla="*/ 3 w 628"/>
                <a:gd name="T15" fmla="*/ 2 h 383"/>
                <a:gd name="T16" fmla="*/ 3 w 628"/>
                <a:gd name="T17" fmla="*/ 2 h 383"/>
                <a:gd name="T18" fmla="*/ 2 w 628"/>
                <a:gd name="T19" fmla="*/ 2 h 383"/>
                <a:gd name="T20" fmla="*/ 2 w 628"/>
                <a:gd name="T21" fmla="*/ 2 h 383"/>
                <a:gd name="T22" fmla="*/ 2 w 628"/>
                <a:gd name="T23" fmla="*/ 1 h 383"/>
                <a:gd name="T24" fmla="*/ 2 w 628"/>
                <a:gd name="T25" fmla="*/ 1 h 383"/>
                <a:gd name="T26" fmla="*/ 1 w 628"/>
                <a:gd name="T27" fmla="*/ 1 h 383"/>
                <a:gd name="T28" fmla="*/ 1 w 628"/>
                <a:gd name="T29" fmla="*/ 1 h 383"/>
                <a:gd name="T30" fmla="*/ 1 w 628"/>
                <a:gd name="T31" fmla="*/ 1 h 383"/>
                <a:gd name="T32" fmla="*/ 1 w 628"/>
                <a:gd name="T33" fmla="*/ 0 h 383"/>
                <a:gd name="T34" fmla="*/ 1 w 628"/>
                <a:gd name="T35" fmla="*/ 0 h 383"/>
                <a:gd name="T36" fmla="*/ 0 w 628"/>
                <a:gd name="T37" fmla="*/ 0 h 383"/>
                <a:gd name="T38" fmla="*/ 0 w 628"/>
                <a:gd name="T39" fmla="*/ 1 h 383"/>
                <a:gd name="T40" fmla="*/ 0 w 628"/>
                <a:gd name="T41" fmla="*/ 1 h 383"/>
                <a:gd name="T42" fmla="*/ 1 w 628"/>
                <a:gd name="T43" fmla="*/ 1 h 383"/>
                <a:gd name="T44" fmla="*/ 1 w 628"/>
                <a:gd name="T45" fmla="*/ 1 h 383"/>
                <a:gd name="T46" fmla="*/ 1 w 628"/>
                <a:gd name="T47" fmla="*/ 2 h 383"/>
                <a:gd name="T48" fmla="*/ 1 w 628"/>
                <a:gd name="T49" fmla="*/ 2 h 383"/>
                <a:gd name="T50" fmla="*/ 2 w 628"/>
                <a:gd name="T51" fmla="*/ 2 h 383"/>
                <a:gd name="T52" fmla="*/ 2 w 628"/>
                <a:gd name="T53" fmla="*/ 2 h 383"/>
                <a:gd name="T54" fmla="*/ 2 w 628"/>
                <a:gd name="T55" fmla="*/ 2 h 383"/>
                <a:gd name="T56" fmla="*/ 3 w 628"/>
                <a:gd name="T57" fmla="*/ 3 h 383"/>
                <a:gd name="T58" fmla="*/ 3 w 628"/>
                <a:gd name="T59" fmla="*/ 3 h 383"/>
                <a:gd name="T60" fmla="*/ 3 w 628"/>
                <a:gd name="T61" fmla="*/ 3 h 383"/>
                <a:gd name="T62" fmla="*/ 4 w 628"/>
                <a:gd name="T63" fmla="*/ 3 h 383"/>
                <a:gd name="T64" fmla="*/ 4 w 628"/>
                <a:gd name="T65" fmla="*/ 3 h 383"/>
                <a:gd name="T66" fmla="*/ 4 w 628"/>
                <a:gd name="T67" fmla="*/ 3 h 383"/>
                <a:gd name="T68" fmla="*/ 5 w 628"/>
                <a:gd name="T69" fmla="*/ 3 h 383"/>
                <a:gd name="T70" fmla="*/ 5 w 628"/>
                <a:gd name="T71" fmla="*/ 3 h 383"/>
                <a:gd name="T72" fmla="*/ 5 w 628"/>
                <a:gd name="T73" fmla="*/ 3 h 383"/>
                <a:gd name="T74" fmla="*/ 5 w 628"/>
                <a:gd name="T75" fmla="*/ 3 h 383"/>
                <a:gd name="T76" fmla="*/ 5 w 628"/>
                <a:gd name="T77" fmla="*/ 3 h 383"/>
                <a:gd name="T78" fmla="*/ 5 w 628"/>
                <a:gd name="T79" fmla="*/ 3 h 383"/>
                <a:gd name="T80" fmla="*/ 5 w 628"/>
                <a:gd name="T81" fmla="*/ 3 h 383"/>
                <a:gd name="T82" fmla="*/ 5 w 628"/>
                <a:gd name="T83" fmla="*/ 3 h 383"/>
                <a:gd name="T84" fmla="*/ 5 w 628"/>
                <a:gd name="T85" fmla="*/ 2 h 383"/>
                <a:gd name="T86" fmla="*/ 5 w 628"/>
                <a:gd name="T87" fmla="*/ 2 h 383"/>
                <a:gd name="T88" fmla="*/ 5 w 628"/>
                <a:gd name="T89" fmla="*/ 2 h 383"/>
                <a:gd name="T90" fmla="*/ 5 w 628"/>
                <a:gd name="T91" fmla="*/ 2 h 38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628"/>
                <a:gd name="T139" fmla="*/ 0 h 383"/>
                <a:gd name="T140" fmla="*/ 628 w 628"/>
                <a:gd name="T141" fmla="*/ 383 h 38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628" h="383">
                  <a:moveTo>
                    <a:pt x="581" y="289"/>
                  </a:moveTo>
                  <a:lnTo>
                    <a:pt x="582" y="289"/>
                  </a:lnTo>
                  <a:lnTo>
                    <a:pt x="541" y="287"/>
                  </a:lnTo>
                  <a:lnTo>
                    <a:pt x="500" y="283"/>
                  </a:lnTo>
                  <a:lnTo>
                    <a:pt x="462" y="276"/>
                  </a:lnTo>
                  <a:lnTo>
                    <a:pt x="424" y="268"/>
                  </a:lnTo>
                  <a:lnTo>
                    <a:pt x="389" y="255"/>
                  </a:lnTo>
                  <a:lnTo>
                    <a:pt x="352" y="242"/>
                  </a:lnTo>
                  <a:lnTo>
                    <a:pt x="320" y="227"/>
                  </a:lnTo>
                  <a:lnTo>
                    <a:pt x="287" y="209"/>
                  </a:lnTo>
                  <a:lnTo>
                    <a:pt x="255" y="189"/>
                  </a:lnTo>
                  <a:lnTo>
                    <a:pt x="226" y="168"/>
                  </a:lnTo>
                  <a:lnTo>
                    <a:pt x="198" y="145"/>
                  </a:lnTo>
                  <a:lnTo>
                    <a:pt x="172" y="119"/>
                  </a:lnTo>
                  <a:lnTo>
                    <a:pt x="146" y="92"/>
                  </a:lnTo>
                  <a:lnTo>
                    <a:pt x="122" y="64"/>
                  </a:lnTo>
                  <a:lnTo>
                    <a:pt x="100" y="33"/>
                  </a:lnTo>
                  <a:lnTo>
                    <a:pt x="82" y="0"/>
                  </a:lnTo>
                  <a:lnTo>
                    <a:pt x="0" y="47"/>
                  </a:lnTo>
                  <a:lnTo>
                    <a:pt x="23" y="85"/>
                  </a:lnTo>
                  <a:lnTo>
                    <a:pt x="49" y="120"/>
                  </a:lnTo>
                  <a:lnTo>
                    <a:pt x="76" y="153"/>
                  </a:lnTo>
                  <a:lnTo>
                    <a:pt x="104" y="185"/>
                  </a:lnTo>
                  <a:lnTo>
                    <a:pt x="137" y="215"/>
                  </a:lnTo>
                  <a:lnTo>
                    <a:pt x="170" y="241"/>
                  </a:lnTo>
                  <a:lnTo>
                    <a:pt x="204" y="267"/>
                  </a:lnTo>
                  <a:lnTo>
                    <a:pt x="240" y="289"/>
                  </a:lnTo>
                  <a:lnTo>
                    <a:pt x="277" y="309"/>
                  </a:lnTo>
                  <a:lnTo>
                    <a:pt x="317" y="329"/>
                  </a:lnTo>
                  <a:lnTo>
                    <a:pt x="358" y="344"/>
                  </a:lnTo>
                  <a:lnTo>
                    <a:pt x="400" y="357"/>
                  </a:lnTo>
                  <a:lnTo>
                    <a:pt x="444" y="367"/>
                  </a:lnTo>
                  <a:lnTo>
                    <a:pt x="488" y="374"/>
                  </a:lnTo>
                  <a:lnTo>
                    <a:pt x="534" y="380"/>
                  </a:lnTo>
                  <a:lnTo>
                    <a:pt x="580" y="383"/>
                  </a:lnTo>
                  <a:lnTo>
                    <a:pt x="581" y="383"/>
                  </a:lnTo>
                  <a:lnTo>
                    <a:pt x="580" y="383"/>
                  </a:lnTo>
                  <a:lnTo>
                    <a:pt x="600" y="379"/>
                  </a:lnTo>
                  <a:lnTo>
                    <a:pt x="615" y="369"/>
                  </a:lnTo>
                  <a:lnTo>
                    <a:pt x="624" y="353"/>
                  </a:lnTo>
                  <a:lnTo>
                    <a:pt x="628" y="337"/>
                  </a:lnTo>
                  <a:lnTo>
                    <a:pt x="625" y="319"/>
                  </a:lnTo>
                  <a:lnTo>
                    <a:pt x="617" y="304"/>
                  </a:lnTo>
                  <a:lnTo>
                    <a:pt x="602" y="294"/>
                  </a:lnTo>
                  <a:lnTo>
                    <a:pt x="582" y="289"/>
                  </a:lnTo>
                  <a:lnTo>
                    <a:pt x="581" y="28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3616" name="Freeform 30"/>
            <p:cNvSpPr>
              <a:spLocks/>
            </p:cNvSpPr>
            <p:nvPr/>
          </p:nvSpPr>
          <p:spPr bwMode="auto">
            <a:xfrm>
              <a:off x="1587" y="1880"/>
              <a:ext cx="85" cy="49"/>
            </a:xfrm>
            <a:custGeom>
              <a:avLst/>
              <a:gdLst>
                <a:gd name="T0" fmla="*/ 3 w 426"/>
                <a:gd name="T1" fmla="*/ 0 h 245"/>
                <a:gd name="T2" fmla="*/ 3 w 426"/>
                <a:gd name="T3" fmla="*/ 0 h 245"/>
                <a:gd name="T4" fmla="*/ 3 w 426"/>
                <a:gd name="T5" fmla="*/ 0 h 245"/>
                <a:gd name="T6" fmla="*/ 3 w 426"/>
                <a:gd name="T7" fmla="*/ 0 h 245"/>
                <a:gd name="T8" fmla="*/ 2 w 426"/>
                <a:gd name="T9" fmla="*/ 0 h 245"/>
                <a:gd name="T10" fmla="*/ 2 w 426"/>
                <a:gd name="T11" fmla="*/ 0 h 245"/>
                <a:gd name="T12" fmla="*/ 2 w 426"/>
                <a:gd name="T13" fmla="*/ 0 h 245"/>
                <a:gd name="T14" fmla="*/ 2 w 426"/>
                <a:gd name="T15" fmla="*/ 0 h 245"/>
                <a:gd name="T16" fmla="*/ 1 w 426"/>
                <a:gd name="T17" fmla="*/ 0 h 245"/>
                <a:gd name="T18" fmla="*/ 1 w 426"/>
                <a:gd name="T19" fmla="*/ 1 h 245"/>
                <a:gd name="T20" fmla="*/ 1 w 426"/>
                <a:gd name="T21" fmla="*/ 1 h 245"/>
                <a:gd name="T22" fmla="*/ 1 w 426"/>
                <a:gd name="T23" fmla="*/ 1 h 245"/>
                <a:gd name="T24" fmla="*/ 0 w 426"/>
                <a:gd name="T25" fmla="*/ 1 h 245"/>
                <a:gd name="T26" fmla="*/ 0 w 426"/>
                <a:gd name="T27" fmla="*/ 1 h 245"/>
                <a:gd name="T28" fmla="*/ 0 w 426"/>
                <a:gd name="T29" fmla="*/ 1 h 245"/>
                <a:gd name="T30" fmla="*/ 0 w 426"/>
                <a:gd name="T31" fmla="*/ 2 h 245"/>
                <a:gd name="T32" fmla="*/ 0 w 426"/>
                <a:gd name="T33" fmla="*/ 2 h 245"/>
                <a:gd name="T34" fmla="*/ 0 w 426"/>
                <a:gd name="T35" fmla="*/ 2 h 245"/>
                <a:gd name="T36" fmla="*/ 0 w 426"/>
                <a:gd name="T37" fmla="*/ 2 h 245"/>
                <a:gd name="T38" fmla="*/ 0 w 426"/>
                <a:gd name="T39" fmla="*/ 2 h 245"/>
                <a:gd name="T40" fmla="*/ 0 w 426"/>
                <a:gd name="T41" fmla="*/ 2 h 245"/>
                <a:gd name="T42" fmla="*/ 0 w 426"/>
                <a:gd name="T43" fmla="*/ 1 h 245"/>
                <a:gd name="T44" fmla="*/ 0 w 426"/>
                <a:gd name="T45" fmla="*/ 1 h 245"/>
                <a:gd name="T46" fmla="*/ 0 w 426"/>
                <a:gd name="T47" fmla="*/ 1 h 245"/>
                <a:gd name="T48" fmla="*/ 1 w 426"/>
                <a:gd name="T49" fmla="*/ 1 h 245"/>
                <a:gd name="T50" fmla="*/ 1 w 426"/>
                <a:gd name="T51" fmla="*/ 1 h 245"/>
                <a:gd name="T52" fmla="*/ 1 w 426"/>
                <a:gd name="T53" fmla="*/ 1 h 245"/>
                <a:gd name="T54" fmla="*/ 1 w 426"/>
                <a:gd name="T55" fmla="*/ 1 h 245"/>
                <a:gd name="T56" fmla="*/ 2 w 426"/>
                <a:gd name="T57" fmla="*/ 0 h 245"/>
                <a:gd name="T58" fmla="*/ 2 w 426"/>
                <a:gd name="T59" fmla="*/ 0 h 245"/>
                <a:gd name="T60" fmla="*/ 2 w 426"/>
                <a:gd name="T61" fmla="*/ 0 h 245"/>
                <a:gd name="T62" fmla="*/ 2 w 426"/>
                <a:gd name="T63" fmla="*/ 0 h 245"/>
                <a:gd name="T64" fmla="*/ 3 w 426"/>
                <a:gd name="T65" fmla="*/ 0 h 245"/>
                <a:gd name="T66" fmla="*/ 3 w 426"/>
                <a:gd name="T67" fmla="*/ 0 h 245"/>
                <a:gd name="T68" fmla="*/ 3 w 426"/>
                <a:gd name="T69" fmla="*/ 0 h 245"/>
                <a:gd name="T70" fmla="*/ 3 w 426"/>
                <a:gd name="T71" fmla="*/ 0 h 245"/>
                <a:gd name="T72" fmla="*/ 3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426" y="0"/>
                  </a:moveTo>
                  <a:lnTo>
                    <a:pt x="426" y="0"/>
                  </a:lnTo>
                  <a:lnTo>
                    <a:pt x="384" y="1"/>
                  </a:lnTo>
                  <a:lnTo>
                    <a:pt x="340" y="4"/>
                  </a:lnTo>
                  <a:lnTo>
                    <a:pt x="300" y="10"/>
                  </a:lnTo>
                  <a:lnTo>
                    <a:pt x="262" y="18"/>
                  </a:lnTo>
                  <a:lnTo>
                    <a:pt x="224" y="29"/>
                  </a:lnTo>
                  <a:lnTo>
                    <a:pt x="189" y="41"/>
                  </a:lnTo>
                  <a:lnTo>
                    <a:pt x="157" y="55"/>
                  </a:lnTo>
                  <a:lnTo>
                    <a:pt x="126" y="70"/>
                  </a:lnTo>
                  <a:lnTo>
                    <a:pt x="99" y="89"/>
                  </a:lnTo>
                  <a:lnTo>
                    <a:pt x="74" y="106"/>
                  </a:lnTo>
                  <a:lnTo>
                    <a:pt x="52" y="126"/>
                  </a:lnTo>
                  <a:lnTo>
                    <a:pt x="34" y="148"/>
                  </a:lnTo>
                  <a:lnTo>
                    <a:pt x="19" y="171"/>
                  </a:lnTo>
                  <a:lnTo>
                    <a:pt x="9" y="194"/>
                  </a:lnTo>
                  <a:lnTo>
                    <a:pt x="3" y="219"/>
                  </a:lnTo>
                  <a:lnTo>
                    <a:pt x="0" y="245"/>
                  </a:lnTo>
                  <a:lnTo>
                    <a:pt x="12" y="245"/>
                  </a:lnTo>
                  <a:lnTo>
                    <a:pt x="15" y="221"/>
                  </a:lnTo>
                  <a:lnTo>
                    <a:pt x="20" y="199"/>
                  </a:lnTo>
                  <a:lnTo>
                    <a:pt x="31" y="178"/>
                  </a:lnTo>
                  <a:lnTo>
                    <a:pt x="44" y="156"/>
                  </a:lnTo>
                  <a:lnTo>
                    <a:pt x="61" y="136"/>
                  </a:lnTo>
                  <a:lnTo>
                    <a:pt x="81" y="116"/>
                  </a:lnTo>
                  <a:lnTo>
                    <a:pt x="106" y="98"/>
                  </a:lnTo>
                  <a:lnTo>
                    <a:pt x="133" y="82"/>
                  </a:lnTo>
                  <a:lnTo>
                    <a:pt x="162" y="66"/>
                  </a:lnTo>
                  <a:lnTo>
                    <a:pt x="194" y="52"/>
                  </a:lnTo>
                  <a:lnTo>
                    <a:pt x="229" y="41"/>
                  </a:lnTo>
                  <a:lnTo>
                    <a:pt x="264" y="30"/>
                  </a:lnTo>
                  <a:lnTo>
                    <a:pt x="303" y="22"/>
                  </a:lnTo>
                  <a:lnTo>
                    <a:pt x="343" y="16"/>
                  </a:lnTo>
                  <a:lnTo>
                    <a:pt x="384" y="12"/>
                  </a:lnTo>
                  <a:lnTo>
                    <a:pt x="426" y="11"/>
                  </a:lnTo>
                  <a:lnTo>
                    <a:pt x="42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3617" name="Freeform 31"/>
            <p:cNvSpPr>
              <a:spLocks/>
            </p:cNvSpPr>
            <p:nvPr/>
          </p:nvSpPr>
          <p:spPr bwMode="auto">
            <a:xfrm>
              <a:off x="1587" y="1929"/>
              <a:ext cx="85" cy="49"/>
            </a:xfrm>
            <a:custGeom>
              <a:avLst/>
              <a:gdLst>
                <a:gd name="T0" fmla="*/ 0 w 426"/>
                <a:gd name="T1" fmla="*/ 0 h 245"/>
                <a:gd name="T2" fmla="*/ 0 w 426"/>
                <a:gd name="T3" fmla="*/ 0 h 245"/>
                <a:gd name="T4" fmla="*/ 0 w 426"/>
                <a:gd name="T5" fmla="*/ 0 h 245"/>
                <a:gd name="T6" fmla="*/ 0 w 426"/>
                <a:gd name="T7" fmla="*/ 0 h 245"/>
                <a:gd name="T8" fmla="*/ 0 w 426"/>
                <a:gd name="T9" fmla="*/ 1 h 245"/>
                <a:gd name="T10" fmla="*/ 0 w 426"/>
                <a:gd name="T11" fmla="*/ 1 h 245"/>
                <a:gd name="T12" fmla="*/ 0 w 426"/>
                <a:gd name="T13" fmla="*/ 1 h 245"/>
                <a:gd name="T14" fmla="*/ 1 w 426"/>
                <a:gd name="T15" fmla="*/ 1 h 245"/>
                <a:gd name="T16" fmla="*/ 1 w 426"/>
                <a:gd name="T17" fmla="*/ 1 h 245"/>
                <a:gd name="T18" fmla="*/ 1 w 426"/>
                <a:gd name="T19" fmla="*/ 1 h 245"/>
                <a:gd name="T20" fmla="*/ 1 w 426"/>
                <a:gd name="T21" fmla="*/ 2 h 245"/>
                <a:gd name="T22" fmla="*/ 2 w 426"/>
                <a:gd name="T23" fmla="*/ 2 h 245"/>
                <a:gd name="T24" fmla="*/ 2 w 426"/>
                <a:gd name="T25" fmla="*/ 2 h 245"/>
                <a:gd name="T26" fmla="*/ 2 w 426"/>
                <a:gd name="T27" fmla="*/ 2 h 245"/>
                <a:gd name="T28" fmla="*/ 2 w 426"/>
                <a:gd name="T29" fmla="*/ 2 h 245"/>
                <a:gd name="T30" fmla="*/ 3 w 426"/>
                <a:gd name="T31" fmla="*/ 2 h 245"/>
                <a:gd name="T32" fmla="*/ 3 w 426"/>
                <a:gd name="T33" fmla="*/ 2 h 245"/>
                <a:gd name="T34" fmla="*/ 3 w 426"/>
                <a:gd name="T35" fmla="*/ 2 h 245"/>
                <a:gd name="T36" fmla="*/ 3 w 426"/>
                <a:gd name="T37" fmla="*/ 2 h 245"/>
                <a:gd name="T38" fmla="*/ 3 w 426"/>
                <a:gd name="T39" fmla="*/ 2 h 245"/>
                <a:gd name="T40" fmla="*/ 3 w 426"/>
                <a:gd name="T41" fmla="*/ 2 h 245"/>
                <a:gd name="T42" fmla="*/ 2 w 426"/>
                <a:gd name="T43" fmla="*/ 2 h 245"/>
                <a:gd name="T44" fmla="*/ 2 w 426"/>
                <a:gd name="T45" fmla="*/ 2 h 245"/>
                <a:gd name="T46" fmla="*/ 2 w 426"/>
                <a:gd name="T47" fmla="*/ 2 h 245"/>
                <a:gd name="T48" fmla="*/ 2 w 426"/>
                <a:gd name="T49" fmla="*/ 2 h 245"/>
                <a:gd name="T50" fmla="*/ 1 w 426"/>
                <a:gd name="T51" fmla="*/ 1 h 245"/>
                <a:gd name="T52" fmla="*/ 1 w 426"/>
                <a:gd name="T53" fmla="*/ 1 h 245"/>
                <a:gd name="T54" fmla="*/ 1 w 426"/>
                <a:gd name="T55" fmla="*/ 1 h 245"/>
                <a:gd name="T56" fmla="*/ 1 w 426"/>
                <a:gd name="T57" fmla="*/ 1 h 245"/>
                <a:gd name="T58" fmla="*/ 0 w 426"/>
                <a:gd name="T59" fmla="*/ 1 h 245"/>
                <a:gd name="T60" fmla="*/ 0 w 426"/>
                <a:gd name="T61" fmla="*/ 1 h 245"/>
                <a:gd name="T62" fmla="*/ 0 w 426"/>
                <a:gd name="T63" fmla="*/ 1 h 245"/>
                <a:gd name="T64" fmla="*/ 0 w 426"/>
                <a:gd name="T65" fmla="*/ 0 h 245"/>
                <a:gd name="T66" fmla="*/ 0 w 426"/>
                <a:gd name="T67" fmla="*/ 0 h 245"/>
                <a:gd name="T68" fmla="*/ 0 w 426"/>
                <a:gd name="T69" fmla="*/ 0 h 245"/>
                <a:gd name="T70" fmla="*/ 0 w 426"/>
                <a:gd name="T71" fmla="*/ 0 h 245"/>
                <a:gd name="T72" fmla="*/ 0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0" y="0"/>
                  </a:moveTo>
                  <a:lnTo>
                    <a:pt x="0" y="0"/>
                  </a:lnTo>
                  <a:lnTo>
                    <a:pt x="3" y="25"/>
                  </a:lnTo>
                  <a:lnTo>
                    <a:pt x="9" y="50"/>
                  </a:lnTo>
                  <a:lnTo>
                    <a:pt x="19" y="73"/>
                  </a:lnTo>
                  <a:lnTo>
                    <a:pt x="34" y="96"/>
                  </a:lnTo>
                  <a:lnTo>
                    <a:pt x="52" y="118"/>
                  </a:lnTo>
                  <a:lnTo>
                    <a:pt x="74" y="138"/>
                  </a:lnTo>
                  <a:lnTo>
                    <a:pt x="99" y="156"/>
                  </a:lnTo>
                  <a:lnTo>
                    <a:pt x="126" y="174"/>
                  </a:lnTo>
                  <a:lnTo>
                    <a:pt x="157" y="190"/>
                  </a:lnTo>
                  <a:lnTo>
                    <a:pt x="189" y="204"/>
                  </a:lnTo>
                  <a:lnTo>
                    <a:pt x="224" y="215"/>
                  </a:lnTo>
                  <a:lnTo>
                    <a:pt x="262" y="226"/>
                  </a:lnTo>
                  <a:lnTo>
                    <a:pt x="300" y="234"/>
                  </a:lnTo>
                  <a:lnTo>
                    <a:pt x="340" y="240"/>
                  </a:lnTo>
                  <a:lnTo>
                    <a:pt x="384" y="244"/>
                  </a:lnTo>
                  <a:lnTo>
                    <a:pt x="426" y="245"/>
                  </a:lnTo>
                  <a:lnTo>
                    <a:pt x="426" y="233"/>
                  </a:lnTo>
                  <a:lnTo>
                    <a:pt x="384" y="232"/>
                  </a:lnTo>
                  <a:lnTo>
                    <a:pt x="343" y="228"/>
                  </a:lnTo>
                  <a:lnTo>
                    <a:pt x="303" y="222"/>
                  </a:lnTo>
                  <a:lnTo>
                    <a:pt x="264" y="214"/>
                  </a:lnTo>
                  <a:lnTo>
                    <a:pt x="229" y="204"/>
                  </a:lnTo>
                  <a:lnTo>
                    <a:pt x="194" y="192"/>
                  </a:lnTo>
                  <a:lnTo>
                    <a:pt x="162" y="178"/>
                  </a:lnTo>
                  <a:lnTo>
                    <a:pt x="133" y="163"/>
                  </a:lnTo>
                  <a:lnTo>
                    <a:pt x="106" y="146"/>
                  </a:lnTo>
                  <a:lnTo>
                    <a:pt x="81" y="129"/>
                  </a:lnTo>
                  <a:lnTo>
                    <a:pt x="61" y="109"/>
                  </a:lnTo>
                  <a:lnTo>
                    <a:pt x="44" y="89"/>
                  </a:lnTo>
                  <a:lnTo>
                    <a:pt x="31" y="66"/>
                  </a:lnTo>
                  <a:lnTo>
                    <a:pt x="20" y="45"/>
                  </a:lnTo>
                  <a:lnTo>
                    <a:pt x="15" y="2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3618" name="Freeform 32"/>
            <p:cNvSpPr>
              <a:spLocks/>
            </p:cNvSpPr>
            <p:nvPr/>
          </p:nvSpPr>
          <p:spPr bwMode="auto">
            <a:xfrm>
              <a:off x="878" y="1448"/>
              <a:ext cx="792" cy="954"/>
            </a:xfrm>
            <a:custGeom>
              <a:avLst/>
              <a:gdLst>
                <a:gd name="T0" fmla="*/ 13 w 3960"/>
                <a:gd name="T1" fmla="*/ 38 h 4768"/>
                <a:gd name="T2" fmla="*/ 14 w 3960"/>
                <a:gd name="T3" fmla="*/ 38 h 4768"/>
                <a:gd name="T4" fmla="*/ 15 w 3960"/>
                <a:gd name="T5" fmla="*/ 38 h 4768"/>
                <a:gd name="T6" fmla="*/ 15 w 3960"/>
                <a:gd name="T7" fmla="*/ 38 h 4768"/>
                <a:gd name="T8" fmla="*/ 16 w 3960"/>
                <a:gd name="T9" fmla="*/ 38 h 4768"/>
                <a:gd name="T10" fmla="*/ 17 w 3960"/>
                <a:gd name="T11" fmla="*/ 38 h 4768"/>
                <a:gd name="T12" fmla="*/ 17 w 3960"/>
                <a:gd name="T13" fmla="*/ 38 h 4768"/>
                <a:gd name="T14" fmla="*/ 18 w 3960"/>
                <a:gd name="T15" fmla="*/ 38 h 4768"/>
                <a:gd name="T16" fmla="*/ 18 w 3960"/>
                <a:gd name="T17" fmla="*/ 38 h 4768"/>
                <a:gd name="T18" fmla="*/ 29 w 3960"/>
                <a:gd name="T19" fmla="*/ 30 h 4768"/>
                <a:gd name="T20" fmla="*/ 30 w 3960"/>
                <a:gd name="T21" fmla="*/ 30 h 4768"/>
                <a:gd name="T22" fmla="*/ 30 w 3960"/>
                <a:gd name="T23" fmla="*/ 29 h 4768"/>
                <a:gd name="T24" fmla="*/ 31 w 3960"/>
                <a:gd name="T25" fmla="*/ 28 h 4768"/>
                <a:gd name="T26" fmla="*/ 31 w 3960"/>
                <a:gd name="T27" fmla="*/ 28 h 4768"/>
                <a:gd name="T28" fmla="*/ 31 w 3960"/>
                <a:gd name="T29" fmla="*/ 27 h 4768"/>
                <a:gd name="T30" fmla="*/ 32 w 3960"/>
                <a:gd name="T31" fmla="*/ 26 h 4768"/>
                <a:gd name="T32" fmla="*/ 32 w 3960"/>
                <a:gd name="T33" fmla="*/ 25 h 4768"/>
                <a:gd name="T34" fmla="*/ 32 w 3960"/>
                <a:gd name="T35" fmla="*/ 11 h 4768"/>
                <a:gd name="T36" fmla="*/ 32 w 3960"/>
                <a:gd name="T37" fmla="*/ 10 h 4768"/>
                <a:gd name="T38" fmla="*/ 31 w 3960"/>
                <a:gd name="T39" fmla="*/ 9 h 4768"/>
                <a:gd name="T40" fmla="*/ 31 w 3960"/>
                <a:gd name="T41" fmla="*/ 9 h 4768"/>
                <a:gd name="T42" fmla="*/ 31 w 3960"/>
                <a:gd name="T43" fmla="*/ 8 h 4768"/>
                <a:gd name="T44" fmla="*/ 31 w 3960"/>
                <a:gd name="T45" fmla="*/ 8 h 4768"/>
                <a:gd name="T46" fmla="*/ 30 w 3960"/>
                <a:gd name="T47" fmla="*/ 7 h 4768"/>
                <a:gd name="T48" fmla="*/ 30 w 3960"/>
                <a:gd name="T49" fmla="*/ 7 h 4768"/>
                <a:gd name="T50" fmla="*/ 29 w 3960"/>
                <a:gd name="T51" fmla="*/ 6 h 4768"/>
                <a:gd name="T52" fmla="*/ 19 w 3960"/>
                <a:gd name="T53" fmla="*/ 1 h 4768"/>
                <a:gd name="T54" fmla="*/ 18 w 3960"/>
                <a:gd name="T55" fmla="*/ 0 h 4768"/>
                <a:gd name="T56" fmla="*/ 17 w 3960"/>
                <a:gd name="T57" fmla="*/ 0 h 4768"/>
                <a:gd name="T58" fmla="*/ 17 w 3960"/>
                <a:gd name="T59" fmla="*/ 0 h 4768"/>
                <a:gd name="T60" fmla="*/ 16 w 3960"/>
                <a:gd name="T61" fmla="*/ 0 h 4768"/>
                <a:gd name="T62" fmla="*/ 15 w 3960"/>
                <a:gd name="T63" fmla="*/ 0 h 4768"/>
                <a:gd name="T64" fmla="*/ 14 w 3960"/>
                <a:gd name="T65" fmla="*/ 0 h 4768"/>
                <a:gd name="T66" fmla="*/ 14 w 3960"/>
                <a:gd name="T67" fmla="*/ 0 h 4768"/>
                <a:gd name="T68" fmla="*/ 2 w 3960"/>
                <a:gd name="T69" fmla="*/ 6 h 4768"/>
                <a:gd name="T70" fmla="*/ 2 w 3960"/>
                <a:gd name="T71" fmla="*/ 7 h 4768"/>
                <a:gd name="T72" fmla="*/ 1 w 3960"/>
                <a:gd name="T73" fmla="*/ 7 h 4768"/>
                <a:gd name="T74" fmla="*/ 1 w 3960"/>
                <a:gd name="T75" fmla="*/ 8 h 4768"/>
                <a:gd name="T76" fmla="*/ 1 w 3960"/>
                <a:gd name="T77" fmla="*/ 8 h 4768"/>
                <a:gd name="T78" fmla="*/ 0 w 3960"/>
                <a:gd name="T79" fmla="*/ 9 h 4768"/>
                <a:gd name="T80" fmla="*/ 0 w 3960"/>
                <a:gd name="T81" fmla="*/ 9 h 4768"/>
                <a:gd name="T82" fmla="*/ 0 w 3960"/>
                <a:gd name="T83" fmla="*/ 10 h 4768"/>
                <a:gd name="T84" fmla="*/ 0 w 3960"/>
                <a:gd name="T85" fmla="*/ 11 h 4768"/>
                <a:gd name="T86" fmla="*/ 0 w 3960"/>
                <a:gd name="T87" fmla="*/ 25 h 4768"/>
                <a:gd name="T88" fmla="*/ 0 w 3960"/>
                <a:gd name="T89" fmla="*/ 26 h 4768"/>
                <a:gd name="T90" fmla="*/ 0 w 3960"/>
                <a:gd name="T91" fmla="*/ 27 h 4768"/>
                <a:gd name="T92" fmla="*/ 1 w 3960"/>
                <a:gd name="T93" fmla="*/ 28 h 4768"/>
                <a:gd name="T94" fmla="*/ 1 w 3960"/>
                <a:gd name="T95" fmla="*/ 29 h 4768"/>
                <a:gd name="T96" fmla="*/ 1 w 3960"/>
                <a:gd name="T97" fmla="*/ 29 h 4768"/>
                <a:gd name="T98" fmla="*/ 2 w 3960"/>
                <a:gd name="T99" fmla="*/ 30 h 4768"/>
                <a:gd name="T100" fmla="*/ 3 w 3960"/>
                <a:gd name="T101" fmla="*/ 31 h 4768"/>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w 3960"/>
                <a:gd name="T154" fmla="*/ 0 h 4768"/>
                <a:gd name="T155" fmla="*/ 3960 w 3960"/>
                <a:gd name="T156" fmla="*/ 4768 h 4768"/>
              </a:gdLst>
              <a:ahLst/>
              <a:cxnLst>
                <a:cxn ang="T102">
                  <a:pos x="T0" y="T1"/>
                </a:cxn>
                <a:cxn ang="T103">
                  <a:pos x="T2" y="T3"/>
                </a:cxn>
                <a:cxn ang="T104">
                  <a:pos x="T4" y="T5"/>
                </a:cxn>
                <a:cxn ang="T105">
                  <a:pos x="T6" y="T7"/>
                </a:cxn>
                <a:cxn ang="T106">
                  <a:pos x="T8" y="T9"/>
                </a:cxn>
                <a:cxn ang="T107">
                  <a:pos x="T10" y="T11"/>
                </a:cxn>
                <a:cxn ang="T108">
                  <a:pos x="T12" y="T13"/>
                </a:cxn>
                <a:cxn ang="T109">
                  <a:pos x="T14" y="T15"/>
                </a:cxn>
                <a:cxn ang="T110">
                  <a:pos x="T16" y="T17"/>
                </a:cxn>
                <a:cxn ang="T111">
                  <a:pos x="T18" y="T19"/>
                </a:cxn>
                <a:cxn ang="T112">
                  <a:pos x="T20" y="T21"/>
                </a:cxn>
                <a:cxn ang="T113">
                  <a:pos x="T22" y="T23"/>
                </a:cxn>
                <a:cxn ang="T114">
                  <a:pos x="T24" y="T25"/>
                </a:cxn>
                <a:cxn ang="T115">
                  <a:pos x="T26" y="T27"/>
                </a:cxn>
                <a:cxn ang="T116">
                  <a:pos x="T28" y="T29"/>
                </a:cxn>
                <a:cxn ang="T117">
                  <a:pos x="T30" y="T31"/>
                </a:cxn>
                <a:cxn ang="T118">
                  <a:pos x="T32" y="T33"/>
                </a:cxn>
                <a:cxn ang="T119">
                  <a:pos x="T34" y="T35"/>
                </a:cxn>
                <a:cxn ang="T120">
                  <a:pos x="T36" y="T37"/>
                </a:cxn>
                <a:cxn ang="T121">
                  <a:pos x="T38" y="T39"/>
                </a:cxn>
                <a:cxn ang="T122">
                  <a:pos x="T40" y="T41"/>
                </a:cxn>
                <a:cxn ang="T123">
                  <a:pos x="T42" y="T43"/>
                </a:cxn>
                <a:cxn ang="T124">
                  <a:pos x="T44" y="T45"/>
                </a:cxn>
                <a:cxn ang="T125">
                  <a:pos x="T46" y="T47"/>
                </a:cxn>
                <a:cxn ang="T126">
                  <a:pos x="T48" y="T49"/>
                </a:cxn>
                <a:cxn ang="T127">
                  <a:pos x="T50" y="T51"/>
                </a:cxn>
                <a:cxn ang="T128">
                  <a:pos x="T52" y="T53"/>
                </a:cxn>
                <a:cxn ang="T129">
                  <a:pos x="T54" y="T55"/>
                </a:cxn>
                <a:cxn ang="T130">
                  <a:pos x="T56" y="T57"/>
                </a:cxn>
                <a:cxn ang="T131">
                  <a:pos x="T58" y="T59"/>
                </a:cxn>
                <a:cxn ang="T132">
                  <a:pos x="T60" y="T61"/>
                </a:cxn>
                <a:cxn ang="T133">
                  <a:pos x="T62" y="T63"/>
                </a:cxn>
                <a:cxn ang="T134">
                  <a:pos x="T64" y="T65"/>
                </a:cxn>
                <a:cxn ang="T135">
                  <a:pos x="T66" y="T67"/>
                </a:cxn>
                <a:cxn ang="T136">
                  <a:pos x="T68" y="T69"/>
                </a:cxn>
                <a:cxn ang="T137">
                  <a:pos x="T70" y="T71"/>
                </a:cxn>
                <a:cxn ang="T138">
                  <a:pos x="T72" y="T73"/>
                </a:cxn>
                <a:cxn ang="T139">
                  <a:pos x="T74" y="T75"/>
                </a:cxn>
                <a:cxn ang="T140">
                  <a:pos x="T76" y="T77"/>
                </a:cxn>
                <a:cxn ang="T141">
                  <a:pos x="T78" y="T79"/>
                </a:cxn>
                <a:cxn ang="T142">
                  <a:pos x="T80" y="T81"/>
                </a:cxn>
                <a:cxn ang="T143">
                  <a:pos x="T82" y="T83"/>
                </a:cxn>
                <a:cxn ang="T144">
                  <a:pos x="T84" y="T85"/>
                </a:cxn>
                <a:cxn ang="T145">
                  <a:pos x="T86" y="T87"/>
                </a:cxn>
                <a:cxn ang="T146">
                  <a:pos x="T88" y="T89"/>
                </a:cxn>
                <a:cxn ang="T147">
                  <a:pos x="T90" y="T91"/>
                </a:cxn>
                <a:cxn ang="T148">
                  <a:pos x="T92" y="T93"/>
                </a:cxn>
                <a:cxn ang="T149">
                  <a:pos x="T94" y="T95"/>
                </a:cxn>
                <a:cxn ang="T150">
                  <a:pos x="T96" y="T97"/>
                </a:cxn>
                <a:cxn ang="T151">
                  <a:pos x="T98" y="T99"/>
                </a:cxn>
                <a:cxn ang="T152">
                  <a:pos x="T100" y="T101"/>
                </a:cxn>
              </a:cxnLst>
              <a:rect l="T153" t="T154" r="T155" b="T156"/>
              <a:pathLst>
                <a:path w="3960" h="4768">
                  <a:moveTo>
                    <a:pt x="353" y="3849"/>
                  </a:moveTo>
                  <a:lnTo>
                    <a:pt x="1661" y="4700"/>
                  </a:lnTo>
                  <a:lnTo>
                    <a:pt x="1697" y="4717"/>
                  </a:lnTo>
                  <a:lnTo>
                    <a:pt x="1736" y="4731"/>
                  </a:lnTo>
                  <a:lnTo>
                    <a:pt x="1776" y="4742"/>
                  </a:lnTo>
                  <a:lnTo>
                    <a:pt x="1818" y="4753"/>
                  </a:lnTo>
                  <a:lnTo>
                    <a:pt x="1860" y="4760"/>
                  </a:lnTo>
                  <a:lnTo>
                    <a:pt x="1902" y="4765"/>
                  </a:lnTo>
                  <a:lnTo>
                    <a:pt x="1946" y="4768"/>
                  </a:lnTo>
                  <a:lnTo>
                    <a:pt x="1988" y="4768"/>
                  </a:lnTo>
                  <a:lnTo>
                    <a:pt x="2031" y="4767"/>
                  </a:lnTo>
                  <a:lnTo>
                    <a:pt x="2073" y="4763"/>
                  </a:lnTo>
                  <a:lnTo>
                    <a:pt x="2114" y="4758"/>
                  </a:lnTo>
                  <a:lnTo>
                    <a:pt x="2154" y="4751"/>
                  </a:lnTo>
                  <a:lnTo>
                    <a:pt x="2193" y="4740"/>
                  </a:lnTo>
                  <a:lnTo>
                    <a:pt x="2230" y="4729"/>
                  </a:lnTo>
                  <a:lnTo>
                    <a:pt x="2264" y="4715"/>
                  </a:lnTo>
                  <a:lnTo>
                    <a:pt x="2297" y="4700"/>
                  </a:lnTo>
                  <a:lnTo>
                    <a:pt x="3639" y="3825"/>
                  </a:lnTo>
                  <a:lnTo>
                    <a:pt x="3673" y="3795"/>
                  </a:lnTo>
                  <a:lnTo>
                    <a:pt x="3707" y="3761"/>
                  </a:lnTo>
                  <a:lnTo>
                    <a:pt x="3738" y="3725"/>
                  </a:lnTo>
                  <a:lnTo>
                    <a:pt x="3768" y="3685"/>
                  </a:lnTo>
                  <a:lnTo>
                    <a:pt x="3796" y="3644"/>
                  </a:lnTo>
                  <a:lnTo>
                    <a:pt x="3821" y="3599"/>
                  </a:lnTo>
                  <a:lnTo>
                    <a:pt x="3846" y="3553"/>
                  </a:lnTo>
                  <a:lnTo>
                    <a:pt x="3868" y="3505"/>
                  </a:lnTo>
                  <a:lnTo>
                    <a:pt x="3888" y="3456"/>
                  </a:lnTo>
                  <a:lnTo>
                    <a:pt x="3907" y="3406"/>
                  </a:lnTo>
                  <a:lnTo>
                    <a:pt x="3922" y="3354"/>
                  </a:lnTo>
                  <a:lnTo>
                    <a:pt x="3935" y="3303"/>
                  </a:lnTo>
                  <a:lnTo>
                    <a:pt x="3946" y="3250"/>
                  </a:lnTo>
                  <a:lnTo>
                    <a:pt x="3953" y="3197"/>
                  </a:lnTo>
                  <a:lnTo>
                    <a:pt x="3957" y="3144"/>
                  </a:lnTo>
                  <a:lnTo>
                    <a:pt x="3960" y="3092"/>
                  </a:lnTo>
                  <a:lnTo>
                    <a:pt x="3959" y="1313"/>
                  </a:lnTo>
                  <a:lnTo>
                    <a:pt x="3955" y="1271"/>
                  </a:lnTo>
                  <a:lnTo>
                    <a:pt x="3949" y="1229"/>
                  </a:lnTo>
                  <a:lnTo>
                    <a:pt x="3941" y="1189"/>
                  </a:lnTo>
                  <a:lnTo>
                    <a:pt x="3930" y="1149"/>
                  </a:lnTo>
                  <a:lnTo>
                    <a:pt x="3918" y="1111"/>
                  </a:lnTo>
                  <a:lnTo>
                    <a:pt x="3902" y="1075"/>
                  </a:lnTo>
                  <a:lnTo>
                    <a:pt x="3886" y="1040"/>
                  </a:lnTo>
                  <a:lnTo>
                    <a:pt x="3867" y="1006"/>
                  </a:lnTo>
                  <a:lnTo>
                    <a:pt x="3846" y="973"/>
                  </a:lnTo>
                  <a:lnTo>
                    <a:pt x="3823" y="942"/>
                  </a:lnTo>
                  <a:lnTo>
                    <a:pt x="3798" y="913"/>
                  </a:lnTo>
                  <a:lnTo>
                    <a:pt x="3771" y="886"/>
                  </a:lnTo>
                  <a:lnTo>
                    <a:pt x="3743" y="860"/>
                  </a:lnTo>
                  <a:lnTo>
                    <a:pt x="3714" y="837"/>
                  </a:lnTo>
                  <a:lnTo>
                    <a:pt x="3682" y="816"/>
                  </a:lnTo>
                  <a:lnTo>
                    <a:pt x="3649" y="796"/>
                  </a:lnTo>
                  <a:lnTo>
                    <a:pt x="2386" y="83"/>
                  </a:lnTo>
                  <a:lnTo>
                    <a:pt x="2350" y="65"/>
                  </a:lnTo>
                  <a:lnTo>
                    <a:pt x="2310" y="50"/>
                  </a:lnTo>
                  <a:lnTo>
                    <a:pt x="2268" y="36"/>
                  </a:lnTo>
                  <a:lnTo>
                    <a:pt x="2223" y="24"/>
                  </a:lnTo>
                  <a:lnTo>
                    <a:pt x="2178" y="15"/>
                  </a:lnTo>
                  <a:lnTo>
                    <a:pt x="2131" y="8"/>
                  </a:lnTo>
                  <a:lnTo>
                    <a:pt x="2082" y="3"/>
                  </a:lnTo>
                  <a:lnTo>
                    <a:pt x="2032" y="0"/>
                  </a:lnTo>
                  <a:lnTo>
                    <a:pt x="1982" y="1"/>
                  </a:lnTo>
                  <a:lnTo>
                    <a:pt x="1933" y="3"/>
                  </a:lnTo>
                  <a:lnTo>
                    <a:pt x="1882" y="9"/>
                  </a:lnTo>
                  <a:lnTo>
                    <a:pt x="1833" y="17"/>
                  </a:lnTo>
                  <a:lnTo>
                    <a:pt x="1785" y="29"/>
                  </a:lnTo>
                  <a:lnTo>
                    <a:pt x="1737" y="43"/>
                  </a:lnTo>
                  <a:lnTo>
                    <a:pt x="1691" y="62"/>
                  </a:lnTo>
                  <a:lnTo>
                    <a:pt x="1647" y="83"/>
                  </a:lnTo>
                  <a:lnTo>
                    <a:pt x="311" y="782"/>
                  </a:lnTo>
                  <a:lnTo>
                    <a:pt x="276" y="803"/>
                  </a:lnTo>
                  <a:lnTo>
                    <a:pt x="243" y="826"/>
                  </a:lnTo>
                  <a:lnTo>
                    <a:pt x="213" y="852"/>
                  </a:lnTo>
                  <a:lnTo>
                    <a:pt x="184" y="879"/>
                  </a:lnTo>
                  <a:lnTo>
                    <a:pt x="155" y="908"/>
                  </a:lnTo>
                  <a:lnTo>
                    <a:pt x="131" y="939"/>
                  </a:lnTo>
                  <a:lnTo>
                    <a:pt x="107" y="971"/>
                  </a:lnTo>
                  <a:lnTo>
                    <a:pt x="86" y="1005"/>
                  </a:lnTo>
                  <a:lnTo>
                    <a:pt x="68" y="1040"/>
                  </a:lnTo>
                  <a:lnTo>
                    <a:pt x="50" y="1076"/>
                  </a:lnTo>
                  <a:lnTo>
                    <a:pt x="36" y="1115"/>
                  </a:lnTo>
                  <a:lnTo>
                    <a:pt x="23" y="1153"/>
                  </a:lnTo>
                  <a:lnTo>
                    <a:pt x="14" y="1195"/>
                  </a:lnTo>
                  <a:lnTo>
                    <a:pt x="7" y="1236"/>
                  </a:lnTo>
                  <a:lnTo>
                    <a:pt x="2" y="1279"/>
                  </a:lnTo>
                  <a:lnTo>
                    <a:pt x="0" y="1322"/>
                  </a:lnTo>
                  <a:lnTo>
                    <a:pt x="0" y="3093"/>
                  </a:lnTo>
                  <a:lnTo>
                    <a:pt x="2" y="3147"/>
                  </a:lnTo>
                  <a:lnTo>
                    <a:pt x="7" y="3202"/>
                  </a:lnTo>
                  <a:lnTo>
                    <a:pt x="15" y="3257"/>
                  </a:lnTo>
                  <a:lnTo>
                    <a:pt x="27" y="3312"/>
                  </a:lnTo>
                  <a:lnTo>
                    <a:pt x="42" y="3366"/>
                  </a:lnTo>
                  <a:lnTo>
                    <a:pt x="59" y="3420"/>
                  </a:lnTo>
                  <a:lnTo>
                    <a:pt x="79" y="3474"/>
                  </a:lnTo>
                  <a:lnTo>
                    <a:pt x="102" y="3525"/>
                  </a:lnTo>
                  <a:lnTo>
                    <a:pt x="127" y="3576"/>
                  </a:lnTo>
                  <a:lnTo>
                    <a:pt x="154" y="3624"/>
                  </a:lnTo>
                  <a:lnTo>
                    <a:pt x="184" y="3670"/>
                  </a:lnTo>
                  <a:lnTo>
                    <a:pt x="214" y="3712"/>
                  </a:lnTo>
                  <a:lnTo>
                    <a:pt x="247" y="3752"/>
                  </a:lnTo>
                  <a:lnTo>
                    <a:pt x="281" y="3788"/>
                  </a:lnTo>
                  <a:lnTo>
                    <a:pt x="317" y="3821"/>
                  </a:lnTo>
                  <a:lnTo>
                    <a:pt x="353" y="384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3619" name="Freeform 33"/>
            <p:cNvSpPr>
              <a:spLocks/>
            </p:cNvSpPr>
            <p:nvPr/>
          </p:nvSpPr>
          <p:spPr bwMode="auto">
            <a:xfrm>
              <a:off x="943" y="2210"/>
              <a:ext cx="276" cy="187"/>
            </a:xfrm>
            <a:custGeom>
              <a:avLst/>
              <a:gdLst>
                <a:gd name="T0" fmla="*/ 11 w 1380"/>
                <a:gd name="T1" fmla="*/ 7 h 937"/>
                <a:gd name="T2" fmla="*/ 11 w 1380"/>
                <a:gd name="T3" fmla="*/ 7 h 937"/>
                <a:gd name="T4" fmla="*/ 0 w 1380"/>
                <a:gd name="T5" fmla="*/ 0 h 937"/>
                <a:gd name="T6" fmla="*/ 0 w 1380"/>
                <a:gd name="T7" fmla="*/ 1 h 937"/>
                <a:gd name="T8" fmla="*/ 10 w 1380"/>
                <a:gd name="T9" fmla="*/ 7 h 937"/>
                <a:gd name="T10" fmla="*/ 10 w 1380"/>
                <a:gd name="T11" fmla="*/ 7 h 937"/>
                <a:gd name="T12" fmla="*/ 10 w 1380"/>
                <a:gd name="T13" fmla="*/ 7 h 937"/>
                <a:gd name="T14" fmla="*/ 11 w 1380"/>
                <a:gd name="T15" fmla="*/ 7 h 937"/>
                <a:gd name="T16" fmla="*/ 11 w 1380"/>
                <a:gd name="T17" fmla="*/ 7 h 937"/>
                <a:gd name="T18" fmla="*/ 11 w 1380"/>
                <a:gd name="T19" fmla="*/ 7 h 937"/>
                <a:gd name="T20" fmla="*/ 11 w 1380"/>
                <a:gd name="T21" fmla="*/ 7 h 937"/>
                <a:gd name="T22" fmla="*/ 11 w 1380"/>
                <a:gd name="T23" fmla="*/ 7 h 937"/>
                <a:gd name="T24" fmla="*/ 11 w 1380"/>
                <a:gd name="T25" fmla="*/ 7 h 937"/>
                <a:gd name="T26" fmla="*/ 11 w 1380"/>
                <a:gd name="T27" fmla="*/ 7 h 937"/>
                <a:gd name="T28" fmla="*/ 11 w 1380"/>
                <a:gd name="T29" fmla="*/ 7 h 937"/>
                <a:gd name="T30" fmla="*/ 11 w 1380"/>
                <a:gd name="T31" fmla="*/ 7 h 93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80"/>
                <a:gd name="T49" fmla="*/ 0 h 937"/>
                <a:gd name="T50" fmla="*/ 1380 w 1380"/>
                <a:gd name="T51" fmla="*/ 937 h 93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80" h="937">
                  <a:moveTo>
                    <a:pt x="1354" y="848"/>
                  </a:moveTo>
                  <a:lnTo>
                    <a:pt x="1359" y="851"/>
                  </a:lnTo>
                  <a:lnTo>
                    <a:pt x="51" y="0"/>
                  </a:lnTo>
                  <a:lnTo>
                    <a:pt x="0" y="78"/>
                  </a:lnTo>
                  <a:lnTo>
                    <a:pt x="1307" y="929"/>
                  </a:lnTo>
                  <a:lnTo>
                    <a:pt x="1312" y="932"/>
                  </a:lnTo>
                  <a:lnTo>
                    <a:pt x="1307" y="929"/>
                  </a:lnTo>
                  <a:lnTo>
                    <a:pt x="1326" y="937"/>
                  </a:lnTo>
                  <a:lnTo>
                    <a:pt x="1345" y="936"/>
                  </a:lnTo>
                  <a:lnTo>
                    <a:pt x="1360" y="929"/>
                  </a:lnTo>
                  <a:lnTo>
                    <a:pt x="1372" y="916"/>
                  </a:lnTo>
                  <a:lnTo>
                    <a:pt x="1379" y="899"/>
                  </a:lnTo>
                  <a:lnTo>
                    <a:pt x="1380" y="883"/>
                  </a:lnTo>
                  <a:lnTo>
                    <a:pt x="1374" y="865"/>
                  </a:lnTo>
                  <a:lnTo>
                    <a:pt x="1359" y="851"/>
                  </a:lnTo>
                  <a:lnTo>
                    <a:pt x="1354" y="84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3620" name="Freeform 34"/>
            <p:cNvSpPr>
              <a:spLocks/>
            </p:cNvSpPr>
            <p:nvPr/>
          </p:nvSpPr>
          <p:spPr bwMode="auto">
            <a:xfrm>
              <a:off x="1206" y="2379"/>
              <a:ext cx="140" cy="32"/>
            </a:xfrm>
            <a:custGeom>
              <a:avLst/>
              <a:gdLst>
                <a:gd name="T0" fmla="*/ 5 w 703"/>
                <a:gd name="T1" fmla="*/ 0 h 162"/>
                <a:gd name="T2" fmla="*/ 5 w 703"/>
                <a:gd name="T3" fmla="*/ 0 h 162"/>
                <a:gd name="T4" fmla="*/ 5 w 703"/>
                <a:gd name="T5" fmla="*/ 0 h 162"/>
                <a:gd name="T6" fmla="*/ 5 w 703"/>
                <a:gd name="T7" fmla="*/ 0 h 162"/>
                <a:gd name="T8" fmla="*/ 4 w 703"/>
                <a:gd name="T9" fmla="*/ 0 h 162"/>
                <a:gd name="T10" fmla="*/ 4 w 703"/>
                <a:gd name="T11" fmla="*/ 0 h 162"/>
                <a:gd name="T12" fmla="*/ 4 w 703"/>
                <a:gd name="T13" fmla="*/ 0 h 162"/>
                <a:gd name="T14" fmla="*/ 3 w 703"/>
                <a:gd name="T15" fmla="*/ 1 h 162"/>
                <a:gd name="T16" fmla="*/ 3 w 703"/>
                <a:gd name="T17" fmla="*/ 1 h 162"/>
                <a:gd name="T18" fmla="*/ 3 w 703"/>
                <a:gd name="T19" fmla="*/ 1 h 162"/>
                <a:gd name="T20" fmla="*/ 2 w 703"/>
                <a:gd name="T21" fmla="*/ 1 h 162"/>
                <a:gd name="T22" fmla="*/ 2 w 703"/>
                <a:gd name="T23" fmla="*/ 1 h 162"/>
                <a:gd name="T24" fmla="*/ 2 w 703"/>
                <a:gd name="T25" fmla="*/ 0 h 162"/>
                <a:gd name="T26" fmla="*/ 1 w 703"/>
                <a:gd name="T27" fmla="*/ 0 h 162"/>
                <a:gd name="T28" fmla="*/ 1 w 703"/>
                <a:gd name="T29" fmla="*/ 0 h 162"/>
                <a:gd name="T30" fmla="*/ 1 w 703"/>
                <a:gd name="T31" fmla="*/ 0 h 162"/>
                <a:gd name="T32" fmla="*/ 1 w 703"/>
                <a:gd name="T33" fmla="*/ 0 h 162"/>
                <a:gd name="T34" fmla="*/ 0 w 703"/>
                <a:gd name="T35" fmla="*/ 0 h 162"/>
                <a:gd name="T36" fmla="*/ 0 w 703"/>
                <a:gd name="T37" fmla="*/ 1 h 162"/>
                <a:gd name="T38" fmla="*/ 0 w 703"/>
                <a:gd name="T39" fmla="*/ 1 h 162"/>
                <a:gd name="T40" fmla="*/ 1 w 703"/>
                <a:gd name="T41" fmla="*/ 1 h 162"/>
                <a:gd name="T42" fmla="*/ 1 w 703"/>
                <a:gd name="T43" fmla="*/ 1 h 162"/>
                <a:gd name="T44" fmla="*/ 1 w 703"/>
                <a:gd name="T45" fmla="*/ 1 h 162"/>
                <a:gd name="T46" fmla="*/ 2 w 703"/>
                <a:gd name="T47" fmla="*/ 1 h 162"/>
                <a:gd name="T48" fmla="*/ 2 w 703"/>
                <a:gd name="T49" fmla="*/ 1 h 162"/>
                <a:gd name="T50" fmla="*/ 2 w 703"/>
                <a:gd name="T51" fmla="*/ 1 h 162"/>
                <a:gd name="T52" fmla="*/ 3 w 703"/>
                <a:gd name="T53" fmla="*/ 1 h 162"/>
                <a:gd name="T54" fmla="*/ 3 w 703"/>
                <a:gd name="T55" fmla="*/ 1 h 162"/>
                <a:gd name="T56" fmla="*/ 3 w 703"/>
                <a:gd name="T57" fmla="*/ 1 h 162"/>
                <a:gd name="T58" fmla="*/ 4 w 703"/>
                <a:gd name="T59" fmla="*/ 1 h 162"/>
                <a:gd name="T60" fmla="*/ 4 w 703"/>
                <a:gd name="T61" fmla="*/ 1 h 162"/>
                <a:gd name="T62" fmla="*/ 5 w 703"/>
                <a:gd name="T63" fmla="*/ 1 h 162"/>
                <a:gd name="T64" fmla="*/ 5 w 703"/>
                <a:gd name="T65" fmla="*/ 1 h 162"/>
                <a:gd name="T66" fmla="*/ 5 w 703"/>
                <a:gd name="T67" fmla="*/ 1 h 162"/>
                <a:gd name="T68" fmla="*/ 5 w 703"/>
                <a:gd name="T69" fmla="*/ 1 h 162"/>
                <a:gd name="T70" fmla="*/ 5 w 703"/>
                <a:gd name="T71" fmla="*/ 1 h 162"/>
                <a:gd name="T72" fmla="*/ 5 w 703"/>
                <a:gd name="T73" fmla="*/ 1 h 162"/>
                <a:gd name="T74" fmla="*/ 5 w 703"/>
                <a:gd name="T75" fmla="*/ 1 h 162"/>
                <a:gd name="T76" fmla="*/ 6 w 703"/>
                <a:gd name="T77" fmla="*/ 0 h 162"/>
                <a:gd name="T78" fmla="*/ 6 w 703"/>
                <a:gd name="T79" fmla="*/ 0 h 162"/>
                <a:gd name="T80" fmla="*/ 6 w 703"/>
                <a:gd name="T81" fmla="*/ 0 h 162"/>
                <a:gd name="T82" fmla="*/ 5 w 703"/>
                <a:gd name="T83" fmla="*/ 0 h 162"/>
                <a:gd name="T84" fmla="*/ 5 w 703"/>
                <a:gd name="T85" fmla="*/ 0 h 162"/>
                <a:gd name="T86" fmla="*/ 5 w 703"/>
                <a:gd name="T87" fmla="*/ 0 h 162"/>
                <a:gd name="T88" fmla="*/ 5 w 703"/>
                <a:gd name="T89" fmla="*/ 0 h 162"/>
                <a:gd name="T90" fmla="*/ 5 w 703"/>
                <a:gd name="T91" fmla="*/ 0 h 162"/>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703"/>
                <a:gd name="T139" fmla="*/ 0 h 162"/>
                <a:gd name="T140" fmla="*/ 703 w 703"/>
                <a:gd name="T141" fmla="*/ 162 h 162"/>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703" h="162">
                  <a:moveTo>
                    <a:pt x="631" y="8"/>
                  </a:moveTo>
                  <a:lnTo>
                    <a:pt x="636" y="6"/>
                  </a:lnTo>
                  <a:lnTo>
                    <a:pt x="606" y="20"/>
                  </a:lnTo>
                  <a:lnTo>
                    <a:pt x="575" y="32"/>
                  </a:lnTo>
                  <a:lnTo>
                    <a:pt x="540" y="42"/>
                  </a:lnTo>
                  <a:lnTo>
                    <a:pt x="504" y="52"/>
                  </a:lnTo>
                  <a:lnTo>
                    <a:pt x="467" y="59"/>
                  </a:lnTo>
                  <a:lnTo>
                    <a:pt x="428" y="64"/>
                  </a:lnTo>
                  <a:lnTo>
                    <a:pt x="389" y="67"/>
                  </a:lnTo>
                  <a:lnTo>
                    <a:pt x="348" y="68"/>
                  </a:lnTo>
                  <a:lnTo>
                    <a:pt x="308" y="68"/>
                  </a:lnTo>
                  <a:lnTo>
                    <a:pt x="267" y="65"/>
                  </a:lnTo>
                  <a:lnTo>
                    <a:pt x="226" y="61"/>
                  </a:lnTo>
                  <a:lnTo>
                    <a:pt x="187" y="54"/>
                  </a:lnTo>
                  <a:lnTo>
                    <a:pt x="148" y="44"/>
                  </a:lnTo>
                  <a:lnTo>
                    <a:pt x="110" y="33"/>
                  </a:lnTo>
                  <a:lnTo>
                    <a:pt x="75" y="20"/>
                  </a:lnTo>
                  <a:lnTo>
                    <a:pt x="42" y="5"/>
                  </a:lnTo>
                  <a:lnTo>
                    <a:pt x="0" y="89"/>
                  </a:lnTo>
                  <a:lnTo>
                    <a:pt x="40" y="107"/>
                  </a:lnTo>
                  <a:lnTo>
                    <a:pt x="82" y="122"/>
                  </a:lnTo>
                  <a:lnTo>
                    <a:pt x="124" y="135"/>
                  </a:lnTo>
                  <a:lnTo>
                    <a:pt x="169" y="146"/>
                  </a:lnTo>
                  <a:lnTo>
                    <a:pt x="214" y="153"/>
                  </a:lnTo>
                  <a:lnTo>
                    <a:pt x="258" y="158"/>
                  </a:lnTo>
                  <a:lnTo>
                    <a:pt x="303" y="162"/>
                  </a:lnTo>
                  <a:lnTo>
                    <a:pt x="348" y="162"/>
                  </a:lnTo>
                  <a:lnTo>
                    <a:pt x="394" y="161"/>
                  </a:lnTo>
                  <a:lnTo>
                    <a:pt x="439" y="157"/>
                  </a:lnTo>
                  <a:lnTo>
                    <a:pt x="481" y="150"/>
                  </a:lnTo>
                  <a:lnTo>
                    <a:pt x="525" y="143"/>
                  </a:lnTo>
                  <a:lnTo>
                    <a:pt x="566" y="132"/>
                  </a:lnTo>
                  <a:lnTo>
                    <a:pt x="606" y="121"/>
                  </a:lnTo>
                  <a:lnTo>
                    <a:pt x="643" y="105"/>
                  </a:lnTo>
                  <a:lnTo>
                    <a:pt x="678" y="88"/>
                  </a:lnTo>
                  <a:lnTo>
                    <a:pt x="683" y="86"/>
                  </a:lnTo>
                  <a:lnTo>
                    <a:pt x="678" y="88"/>
                  </a:lnTo>
                  <a:lnTo>
                    <a:pt x="695" y="75"/>
                  </a:lnTo>
                  <a:lnTo>
                    <a:pt x="702" y="60"/>
                  </a:lnTo>
                  <a:lnTo>
                    <a:pt x="703" y="42"/>
                  </a:lnTo>
                  <a:lnTo>
                    <a:pt x="698" y="26"/>
                  </a:lnTo>
                  <a:lnTo>
                    <a:pt x="688" y="12"/>
                  </a:lnTo>
                  <a:lnTo>
                    <a:pt x="674" y="3"/>
                  </a:lnTo>
                  <a:lnTo>
                    <a:pt x="656" y="0"/>
                  </a:lnTo>
                  <a:lnTo>
                    <a:pt x="636" y="6"/>
                  </a:lnTo>
                  <a:lnTo>
                    <a:pt x="631"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3621" name="Freeform 35"/>
            <p:cNvSpPr>
              <a:spLocks/>
            </p:cNvSpPr>
            <p:nvPr/>
          </p:nvSpPr>
          <p:spPr bwMode="auto">
            <a:xfrm>
              <a:off x="1332" y="2204"/>
              <a:ext cx="283" cy="192"/>
            </a:xfrm>
            <a:custGeom>
              <a:avLst/>
              <a:gdLst>
                <a:gd name="T0" fmla="*/ 11 w 1415"/>
                <a:gd name="T1" fmla="*/ 0 h 960"/>
                <a:gd name="T2" fmla="*/ 11 w 1415"/>
                <a:gd name="T3" fmla="*/ 0 h 960"/>
                <a:gd name="T4" fmla="*/ 0 w 1415"/>
                <a:gd name="T5" fmla="*/ 7 h 960"/>
                <a:gd name="T6" fmla="*/ 0 w 1415"/>
                <a:gd name="T7" fmla="*/ 8 h 960"/>
                <a:gd name="T8" fmla="*/ 11 w 1415"/>
                <a:gd name="T9" fmla="*/ 1 h 960"/>
                <a:gd name="T10" fmla="*/ 11 w 1415"/>
                <a:gd name="T11" fmla="*/ 1 h 960"/>
                <a:gd name="T12" fmla="*/ 11 w 1415"/>
                <a:gd name="T13" fmla="*/ 1 h 960"/>
                <a:gd name="T14" fmla="*/ 11 w 1415"/>
                <a:gd name="T15" fmla="*/ 1 h 960"/>
                <a:gd name="T16" fmla="*/ 11 w 1415"/>
                <a:gd name="T17" fmla="*/ 0 h 960"/>
                <a:gd name="T18" fmla="*/ 11 w 1415"/>
                <a:gd name="T19" fmla="*/ 0 h 960"/>
                <a:gd name="T20" fmla="*/ 11 w 1415"/>
                <a:gd name="T21" fmla="*/ 0 h 960"/>
                <a:gd name="T22" fmla="*/ 11 w 1415"/>
                <a:gd name="T23" fmla="*/ 0 h 960"/>
                <a:gd name="T24" fmla="*/ 11 w 1415"/>
                <a:gd name="T25" fmla="*/ 0 h 960"/>
                <a:gd name="T26" fmla="*/ 11 w 1415"/>
                <a:gd name="T27" fmla="*/ 0 h 960"/>
                <a:gd name="T28" fmla="*/ 11 w 1415"/>
                <a:gd name="T29" fmla="*/ 0 h 960"/>
                <a:gd name="T30" fmla="*/ 11 w 1415"/>
                <a:gd name="T31" fmla="*/ 0 h 96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15"/>
                <a:gd name="T49" fmla="*/ 0 h 960"/>
                <a:gd name="T50" fmla="*/ 1415 w 1415"/>
                <a:gd name="T51" fmla="*/ 960 h 96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15" h="960">
                  <a:moveTo>
                    <a:pt x="1338" y="10"/>
                  </a:moveTo>
                  <a:lnTo>
                    <a:pt x="1342" y="8"/>
                  </a:lnTo>
                  <a:lnTo>
                    <a:pt x="0" y="882"/>
                  </a:lnTo>
                  <a:lnTo>
                    <a:pt x="52" y="960"/>
                  </a:lnTo>
                  <a:lnTo>
                    <a:pt x="1393" y="85"/>
                  </a:lnTo>
                  <a:lnTo>
                    <a:pt x="1397" y="83"/>
                  </a:lnTo>
                  <a:lnTo>
                    <a:pt x="1393" y="85"/>
                  </a:lnTo>
                  <a:lnTo>
                    <a:pt x="1409" y="71"/>
                  </a:lnTo>
                  <a:lnTo>
                    <a:pt x="1415" y="53"/>
                  </a:lnTo>
                  <a:lnTo>
                    <a:pt x="1413" y="37"/>
                  </a:lnTo>
                  <a:lnTo>
                    <a:pt x="1406" y="21"/>
                  </a:lnTo>
                  <a:lnTo>
                    <a:pt x="1395" y="8"/>
                  </a:lnTo>
                  <a:lnTo>
                    <a:pt x="1379" y="1"/>
                  </a:lnTo>
                  <a:lnTo>
                    <a:pt x="1361" y="0"/>
                  </a:lnTo>
                  <a:lnTo>
                    <a:pt x="1342" y="8"/>
                  </a:lnTo>
                  <a:lnTo>
                    <a:pt x="1338" y="1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3622" name="Freeform 36"/>
            <p:cNvSpPr>
              <a:spLocks/>
            </p:cNvSpPr>
            <p:nvPr/>
          </p:nvSpPr>
          <p:spPr bwMode="auto">
            <a:xfrm>
              <a:off x="1599" y="2057"/>
              <a:ext cx="80" cy="163"/>
            </a:xfrm>
            <a:custGeom>
              <a:avLst/>
              <a:gdLst>
                <a:gd name="T0" fmla="*/ 2 w 398"/>
                <a:gd name="T1" fmla="*/ 0 h 817"/>
                <a:gd name="T2" fmla="*/ 2 w 398"/>
                <a:gd name="T3" fmla="*/ 0 h 817"/>
                <a:gd name="T4" fmla="*/ 2 w 398"/>
                <a:gd name="T5" fmla="*/ 1 h 817"/>
                <a:gd name="T6" fmla="*/ 2 w 398"/>
                <a:gd name="T7" fmla="*/ 1 h 817"/>
                <a:gd name="T8" fmla="*/ 2 w 398"/>
                <a:gd name="T9" fmla="*/ 2 h 817"/>
                <a:gd name="T10" fmla="*/ 2 w 398"/>
                <a:gd name="T11" fmla="*/ 2 h 817"/>
                <a:gd name="T12" fmla="*/ 2 w 398"/>
                <a:gd name="T13" fmla="*/ 2 h 817"/>
                <a:gd name="T14" fmla="*/ 2 w 398"/>
                <a:gd name="T15" fmla="*/ 3 h 817"/>
                <a:gd name="T16" fmla="*/ 2 w 398"/>
                <a:gd name="T17" fmla="*/ 3 h 817"/>
                <a:gd name="T18" fmla="*/ 2 w 398"/>
                <a:gd name="T19" fmla="*/ 4 h 817"/>
                <a:gd name="T20" fmla="*/ 2 w 398"/>
                <a:gd name="T21" fmla="*/ 4 h 817"/>
                <a:gd name="T22" fmla="*/ 1 w 398"/>
                <a:gd name="T23" fmla="*/ 4 h 817"/>
                <a:gd name="T24" fmla="*/ 1 w 398"/>
                <a:gd name="T25" fmla="*/ 5 h 817"/>
                <a:gd name="T26" fmla="*/ 1 w 398"/>
                <a:gd name="T27" fmla="*/ 5 h 817"/>
                <a:gd name="T28" fmla="*/ 1 w 398"/>
                <a:gd name="T29" fmla="*/ 5 h 817"/>
                <a:gd name="T30" fmla="*/ 1 w 398"/>
                <a:gd name="T31" fmla="*/ 5 h 817"/>
                <a:gd name="T32" fmla="*/ 0 w 398"/>
                <a:gd name="T33" fmla="*/ 6 h 817"/>
                <a:gd name="T34" fmla="*/ 0 w 398"/>
                <a:gd name="T35" fmla="*/ 6 h 817"/>
                <a:gd name="T36" fmla="*/ 0 w 398"/>
                <a:gd name="T37" fmla="*/ 7 h 817"/>
                <a:gd name="T38" fmla="*/ 1 w 398"/>
                <a:gd name="T39" fmla="*/ 6 h 817"/>
                <a:gd name="T40" fmla="*/ 1 w 398"/>
                <a:gd name="T41" fmla="*/ 6 h 817"/>
                <a:gd name="T42" fmla="*/ 1 w 398"/>
                <a:gd name="T43" fmla="*/ 6 h 817"/>
                <a:gd name="T44" fmla="*/ 2 w 398"/>
                <a:gd name="T45" fmla="*/ 5 h 817"/>
                <a:gd name="T46" fmla="*/ 2 w 398"/>
                <a:gd name="T47" fmla="*/ 5 h 817"/>
                <a:gd name="T48" fmla="*/ 2 w 398"/>
                <a:gd name="T49" fmla="*/ 5 h 817"/>
                <a:gd name="T50" fmla="*/ 2 w 398"/>
                <a:gd name="T51" fmla="*/ 4 h 817"/>
                <a:gd name="T52" fmla="*/ 2 w 398"/>
                <a:gd name="T53" fmla="*/ 4 h 817"/>
                <a:gd name="T54" fmla="*/ 3 w 398"/>
                <a:gd name="T55" fmla="*/ 3 h 817"/>
                <a:gd name="T56" fmla="*/ 3 w 398"/>
                <a:gd name="T57" fmla="*/ 3 h 817"/>
                <a:gd name="T58" fmla="*/ 3 w 398"/>
                <a:gd name="T59" fmla="*/ 3 h 817"/>
                <a:gd name="T60" fmla="*/ 3 w 398"/>
                <a:gd name="T61" fmla="*/ 2 h 817"/>
                <a:gd name="T62" fmla="*/ 3 w 398"/>
                <a:gd name="T63" fmla="*/ 2 h 817"/>
                <a:gd name="T64" fmla="*/ 3 w 398"/>
                <a:gd name="T65" fmla="*/ 1 h 817"/>
                <a:gd name="T66" fmla="*/ 3 w 398"/>
                <a:gd name="T67" fmla="*/ 1 h 817"/>
                <a:gd name="T68" fmla="*/ 3 w 398"/>
                <a:gd name="T69" fmla="*/ 0 h 817"/>
                <a:gd name="T70" fmla="*/ 3 w 398"/>
                <a:gd name="T71" fmla="*/ 0 h 817"/>
                <a:gd name="T72" fmla="*/ 3 w 398"/>
                <a:gd name="T73" fmla="*/ 0 h 817"/>
                <a:gd name="T74" fmla="*/ 3 w 398"/>
                <a:gd name="T75" fmla="*/ 0 h 817"/>
                <a:gd name="T76" fmla="*/ 3 w 398"/>
                <a:gd name="T77" fmla="*/ 0 h 817"/>
                <a:gd name="T78" fmla="*/ 3 w 398"/>
                <a:gd name="T79" fmla="*/ 0 h 817"/>
                <a:gd name="T80" fmla="*/ 3 w 398"/>
                <a:gd name="T81" fmla="*/ 0 h 817"/>
                <a:gd name="T82" fmla="*/ 3 w 398"/>
                <a:gd name="T83" fmla="*/ 0 h 817"/>
                <a:gd name="T84" fmla="*/ 3 w 398"/>
                <a:gd name="T85" fmla="*/ 0 h 817"/>
                <a:gd name="T86" fmla="*/ 2 w 398"/>
                <a:gd name="T87" fmla="*/ 0 h 817"/>
                <a:gd name="T88" fmla="*/ 2 w 398"/>
                <a:gd name="T89" fmla="*/ 0 h 817"/>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398"/>
                <a:gd name="T136" fmla="*/ 0 h 817"/>
                <a:gd name="T137" fmla="*/ 398 w 398"/>
                <a:gd name="T138" fmla="*/ 817 h 817"/>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398" h="817">
                  <a:moveTo>
                    <a:pt x="304" y="47"/>
                  </a:moveTo>
                  <a:lnTo>
                    <a:pt x="304" y="47"/>
                  </a:lnTo>
                  <a:lnTo>
                    <a:pt x="301" y="97"/>
                  </a:lnTo>
                  <a:lnTo>
                    <a:pt x="297" y="147"/>
                  </a:lnTo>
                  <a:lnTo>
                    <a:pt x="291" y="198"/>
                  </a:lnTo>
                  <a:lnTo>
                    <a:pt x="280" y="247"/>
                  </a:lnTo>
                  <a:lnTo>
                    <a:pt x="268" y="297"/>
                  </a:lnTo>
                  <a:lnTo>
                    <a:pt x="253" y="347"/>
                  </a:lnTo>
                  <a:lnTo>
                    <a:pt x="236" y="395"/>
                  </a:lnTo>
                  <a:lnTo>
                    <a:pt x="217" y="442"/>
                  </a:lnTo>
                  <a:lnTo>
                    <a:pt x="195" y="487"/>
                  </a:lnTo>
                  <a:lnTo>
                    <a:pt x="171" y="532"/>
                  </a:lnTo>
                  <a:lnTo>
                    <a:pt x="147" y="574"/>
                  </a:lnTo>
                  <a:lnTo>
                    <a:pt x="121" y="613"/>
                  </a:lnTo>
                  <a:lnTo>
                    <a:pt x="93" y="650"/>
                  </a:lnTo>
                  <a:lnTo>
                    <a:pt x="64" y="684"/>
                  </a:lnTo>
                  <a:lnTo>
                    <a:pt x="32" y="716"/>
                  </a:lnTo>
                  <a:lnTo>
                    <a:pt x="0" y="744"/>
                  </a:lnTo>
                  <a:lnTo>
                    <a:pt x="59" y="817"/>
                  </a:lnTo>
                  <a:lnTo>
                    <a:pt x="95" y="784"/>
                  </a:lnTo>
                  <a:lnTo>
                    <a:pt x="132" y="748"/>
                  </a:lnTo>
                  <a:lnTo>
                    <a:pt x="166" y="709"/>
                  </a:lnTo>
                  <a:lnTo>
                    <a:pt x="196" y="667"/>
                  </a:lnTo>
                  <a:lnTo>
                    <a:pt x="227" y="623"/>
                  </a:lnTo>
                  <a:lnTo>
                    <a:pt x="253" y="576"/>
                  </a:lnTo>
                  <a:lnTo>
                    <a:pt x="279" y="530"/>
                  </a:lnTo>
                  <a:lnTo>
                    <a:pt x="301" y="479"/>
                  </a:lnTo>
                  <a:lnTo>
                    <a:pt x="323" y="428"/>
                  </a:lnTo>
                  <a:lnTo>
                    <a:pt x="342" y="375"/>
                  </a:lnTo>
                  <a:lnTo>
                    <a:pt x="359" y="321"/>
                  </a:lnTo>
                  <a:lnTo>
                    <a:pt x="372" y="268"/>
                  </a:lnTo>
                  <a:lnTo>
                    <a:pt x="382" y="212"/>
                  </a:lnTo>
                  <a:lnTo>
                    <a:pt x="391" y="157"/>
                  </a:lnTo>
                  <a:lnTo>
                    <a:pt x="395" y="102"/>
                  </a:lnTo>
                  <a:lnTo>
                    <a:pt x="398" y="47"/>
                  </a:lnTo>
                  <a:lnTo>
                    <a:pt x="394" y="27"/>
                  </a:lnTo>
                  <a:lnTo>
                    <a:pt x="383" y="11"/>
                  </a:lnTo>
                  <a:lnTo>
                    <a:pt x="368" y="3"/>
                  </a:lnTo>
                  <a:lnTo>
                    <a:pt x="351" y="0"/>
                  </a:lnTo>
                  <a:lnTo>
                    <a:pt x="333" y="3"/>
                  </a:lnTo>
                  <a:lnTo>
                    <a:pt x="319" y="11"/>
                  </a:lnTo>
                  <a:lnTo>
                    <a:pt x="307" y="27"/>
                  </a:lnTo>
                  <a:lnTo>
                    <a:pt x="304" y="4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3623" name="Freeform 37"/>
            <p:cNvSpPr>
              <a:spLocks/>
            </p:cNvSpPr>
            <p:nvPr/>
          </p:nvSpPr>
          <p:spPr bwMode="auto">
            <a:xfrm>
              <a:off x="1660" y="1701"/>
              <a:ext cx="19" cy="365"/>
            </a:xfrm>
            <a:custGeom>
              <a:avLst/>
              <a:gdLst>
                <a:gd name="T0" fmla="*/ 0 w 95"/>
                <a:gd name="T1" fmla="*/ 0 h 1826"/>
                <a:gd name="T2" fmla="*/ 0 w 95"/>
                <a:gd name="T3" fmla="*/ 0 h 1826"/>
                <a:gd name="T4" fmla="*/ 0 w 95"/>
                <a:gd name="T5" fmla="*/ 15 h 1826"/>
                <a:gd name="T6" fmla="*/ 1 w 95"/>
                <a:gd name="T7" fmla="*/ 15 h 1826"/>
                <a:gd name="T8" fmla="*/ 1 w 95"/>
                <a:gd name="T9" fmla="*/ 0 h 1826"/>
                <a:gd name="T10" fmla="*/ 1 w 95"/>
                <a:gd name="T11" fmla="*/ 0 h 1826"/>
                <a:gd name="T12" fmla="*/ 1 w 95"/>
                <a:gd name="T13" fmla="*/ 0 h 1826"/>
                <a:gd name="T14" fmla="*/ 1 w 95"/>
                <a:gd name="T15" fmla="*/ 0 h 1826"/>
                <a:gd name="T16" fmla="*/ 1 w 95"/>
                <a:gd name="T17" fmla="*/ 0 h 1826"/>
                <a:gd name="T18" fmla="*/ 1 w 95"/>
                <a:gd name="T19" fmla="*/ 0 h 1826"/>
                <a:gd name="T20" fmla="*/ 0 w 95"/>
                <a:gd name="T21" fmla="*/ 0 h 1826"/>
                <a:gd name="T22" fmla="*/ 0 w 95"/>
                <a:gd name="T23" fmla="*/ 0 h 1826"/>
                <a:gd name="T24" fmla="*/ 0 w 95"/>
                <a:gd name="T25" fmla="*/ 0 h 1826"/>
                <a:gd name="T26" fmla="*/ 0 w 95"/>
                <a:gd name="T27" fmla="*/ 0 h 1826"/>
                <a:gd name="T28" fmla="*/ 0 w 95"/>
                <a:gd name="T29" fmla="*/ 0 h 1826"/>
                <a:gd name="T30" fmla="*/ 0 w 95"/>
                <a:gd name="T31" fmla="*/ 0 h 182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95"/>
                <a:gd name="T49" fmla="*/ 0 h 1826"/>
                <a:gd name="T50" fmla="*/ 95 w 95"/>
                <a:gd name="T51" fmla="*/ 1826 h 182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95" h="1826">
                  <a:moveTo>
                    <a:pt x="0" y="49"/>
                  </a:moveTo>
                  <a:lnTo>
                    <a:pt x="0" y="47"/>
                  </a:lnTo>
                  <a:lnTo>
                    <a:pt x="1" y="1826"/>
                  </a:lnTo>
                  <a:lnTo>
                    <a:pt x="95" y="1826"/>
                  </a:lnTo>
                  <a:lnTo>
                    <a:pt x="93" y="47"/>
                  </a:lnTo>
                  <a:lnTo>
                    <a:pt x="93" y="45"/>
                  </a:lnTo>
                  <a:lnTo>
                    <a:pt x="93" y="47"/>
                  </a:lnTo>
                  <a:lnTo>
                    <a:pt x="90" y="27"/>
                  </a:lnTo>
                  <a:lnTo>
                    <a:pt x="79" y="12"/>
                  </a:lnTo>
                  <a:lnTo>
                    <a:pt x="64" y="4"/>
                  </a:lnTo>
                  <a:lnTo>
                    <a:pt x="47" y="0"/>
                  </a:lnTo>
                  <a:lnTo>
                    <a:pt x="29" y="4"/>
                  </a:lnTo>
                  <a:lnTo>
                    <a:pt x="15" y="12"/>
                  </a:lnTo>
                  <a:lnTo>
                    <a:pt x="3" y="27"/>
                  </a:lnTo>
                  <a:lnTo>
                    <a:pt x="0" y="47"/>
                  </a:lnTo>
                  <a:lnTo>
                    <a:pt x="0" y="4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3624" name="Freeform 38"/>
            <p:cNvSpPr>
              <a:spLocks/>
            </p:cNvSpPr>
            <p:nvPr/>
          </p:nvSpPr>
          <p:spPr bwMode="auto">
            <a:xfrm>
              <a:off x="1598" y="1598"/>
              <a:ext cx="81" cy="113"/>
            </a:xfrm>
            <a:custGeom>
              <a:avLst/>
              <a:gdLst>
                <a:gd name="T0" fmla="*/ 0 w 401"/>
                <a:gd name="T1" fmla="*/ 1 h 566"/>
                <a:gd name="T2" fmla="*/ 0 w 401"/>
                <a:gd name="T3" fmla="*/ 1 h 566"/>
                <a:gd name="T4" fmla="*/ 0 w 401"/>
                <a:gd name="T5" fmla="*/ 1 h 566"/>
                <a:gd name="T6" fmla="*/ 1 w 401"/>
                <a:gd name="T7" fmla="*/ 1 h 566"/>
                <a:gd name="T8" fmla="*/ 1 w 401"/>
                <a:gd name="T9" fmla="*/ 1 h 566"/>
                <a:gd name="T10" fmla="*/ 1 w 401"/>
                <a:gd name="T11" fmla="*/ 1 h 566"/>
                <a:gd name="T12" fmla="*/ 1 w 401"/>
                <a:gd name="T13" fmla="*/ 2 h 566"/>
                <a:gd name="T14" fmla="*/ 1 w 401"/>
                <a:gd name="T15" fmla="*/ 2 h 566"/>
                <a:gd name="T16" fmla="*/ 2 w 401"/>
                <a:gd name="T17" fmla="*/ 2 h 566"/>
                <a:gd name="T18" fmla="*/ 2 w 401"/>
                <a:gd name="T19" fmla="*/ 2 h 566"/>
                <a:gd name="T20" fmla="*/ 2 w 401"/>
                <a:gd name="T21" fmla="*/ 2 h 566"/>
                <a:gd name="T22" fmla="*/ 2 w 401"/>
                <a:gd name="T23" fmla="*/ 3 h 566"/>
                <a:gd name="T24" fmla="*/ 2 w 401"/>
                <a:gd name="T25" fmla="*/ 3 h 566"/>
                <a:gd name="T26" fmla="*/ 2 w 401"/>
                <a:gd name="T27" fmla="*/ 3 h 566"/>
                <a:gd name="T28" fmla="*/ 2 w 401"/>
                <a:gd name="T29" fmla="*/ 4 h 566"/>
                <a:gd name="T30" fmla="*/ 2 w 401"/>
                <a:gd name="T31" fmla="*/ 4 h 566"/>
                <a:gd name="T32" fmla="*/ 2 w 401"/>
                <a:gd name="T33" fmla="*/ 4 h 566"/>
                <a:gd name="T34" fmla="*/ 3 w 401"/>
                <a:gd name="T35" fmla="*/ 5 h 566"/>
                <a:gd name="T36" fmla="*/ 3 w 401"/>
                <a:gd name="T37" fmla="*/ 4 h 566"/>
                <a:gd name="T38" fmla="*/ 3 w 401"/>
                <a:gd name="T39" fmla="*/ 4 h 566"/>
                <a:gd name="T40" fmla="*/ 3 w 401"/>
                <a:gd name="T41" fmla="*/ 4 h 566"/>
                <a:gd name="T42" fmla="*/ 3 w 401"/>
                <a:gd name="T43" fmla="*/ 3 h 566"/>
                <a:gd name="T44" fmla="*/ 3 w 401"/>
                <a:gd name="T45" fmla="*/ 3 h 566"/>
                <a:gd name="T46" fmla="*/ 3 w 401"/>
                <a:gd name="T47" fmla="*/ 3 h 566"/>
                <a:gd name="T48" fmla="*/ 3 w 401"/>
                <a:gd name="T49" fmla="*/ 2 h 566"/>
                <a:gd name="T50" fmla="*/ 3 w 401"/>
                <a:gd name="T51" fmla="*/ 2 h 566"/>
                <a:gd name="T52" fmla="*/ 2 w 401"/>
                <a:gd name="T53" fmla="*/ 2 h 566"/>
                <a:gd name="T54" fmla="*/ 2 w 401"/>
                <a:gd name="T55" fmla="*/ 2 h 566"/>
                <a:gd name="T56" fmla="*/ 2 w 401"/>
                <a:gd name="T57" fmla="*/ 1 h 566"/>
                <a:gd name="T58" fmla="*/ 2 w 401"/>
                <a:gd name="T59" fmla="*/ 1 h 566"/>
                <a:gd name="T60" fmla="*/ 2 w 401"/>
                <a:gd name="T61" fmla="*/ 1 h 566"/>
                <a:gd name="T62" fmla="*/ 1 w 401"/>
                <a:gd name="T63" fmla="*/ 1 h 566"/>
                <a:gd name="T64" fmla="*/ 1 w 401"/>
                <a:gd name="T65" fmla="*/ 0 h 566"/>
                <a:gd name="T66" fmla="*/ 1 w 401"/>
                <a:gd name="T67" fmla="*/ 0 h 566"/>
                <a:gd name="T68" fmla="*/ 1 w 401"/>
                <a:gd name="T69" fmla="*/ 0 h 566"/>
                <a:gd name="T70" fmla="*/ 1 w 401"/>
                <a:gd name="T71" fmla="*/ 0 h 566"/>
                <a:gd name="T72" fmla="*/ 1 w 401"/>
                <a:gd name="T73" fmla="*/ 0 h 566"/>
                <a:gd name="T74" fmla="*/ 0 w 401"/>
                <a:gd name="T75" fmla="*/ 0 h 566"/>
                <a:gd name="T76" fmla="*/ 0 w 401"/>
                <a:gd name="T77" fmla="*/ 0 h 566"/>
                <a:gd name="T78" fmla="*/ 0 w 401"/>
                <a:gd name="T79" fmla="*/ 0 h 566"/>
                <a:gd name="T80" fmla="*/ 0 w 401"/>
                <a:gd name="T81" fmla="*/ 0 h 566"/>
                <a:gd name="T82" fmla="*/ 0 w 401"/>
                <a:gd name="T83" fmla="*/ 0 h 566"/>
                <a:gd name="T84" fmla="*/ 0 w 401"/>
                <a:gd name="T85" fmla="*/ 0 h 566"/>
                <a:gd name="T86" fmla="*/ 0 w 401"/>
                <a:gd name="T87" fmla="*/ 1 h 566"/>
                <a:gd name="T88" fmla="*/ 0 w 401"/>
                <a:gd name="T89" fmla="*/ 1 h 56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401"/>
                <a:gd name="T136" fmla="*/ 0 h 566"/>
                <a:gd name="T137" fmla="*/ 401 w 401"/>
                <a:gd name="T138" fmla="*/ 566 h 566"/>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401" h="566">
                  <a:moveTo>
                    <a:pt x="23" y="88"/>
                  </a:moveTo>
                  <a:lnTo>
                    <a:pt x="23" y="88"/>
                  </a:lnTo>
                  <a:lnTo>
                    <a:pt x="53" y="107"/>
                  </a:lnTo>
                  <a:lnTo>
                    <a:pt x="83" y="125"/>
                  </a:lnTo>
                  <a:lnTo>
                    <a:pt x="108" y="147"/>
                  </a:lnTo>
                  <a:lnTo>
                    <a:pt x="135" y="171"/>
                  </a:lnTo>
                  <a:lnTo>
                    <a:pt x="160" y="196"/>
                  </a:lnTo>
                  <a:lnTo>
                    <a:pt x="182" y="223"/>
                  </a:lnTo>
                  <a:lnTo>
                    <a:pt x="205" y="251"/>
                  </a:lnTo>
                  <a:lnTo>
                    <a:pt x="223" y="281"/>
                  </a:lnTo>
                  <a:lnTo>
                    <a:pt x="240" y="312"/>
                  </a:lnTo>
                  <a:lnTo>
                    <a:pt x="256" y="345"/>
                  </a:lnTo>
                  <a:lnTo>
                    <a:pt x="270" y="379"/>
                  </a:lnTo>
                  <a:lnTo>
                    <a:pt x="282" y="414"/>
                  </a:lnTo>
                  <a:lnTo>
                    <a:pt x="291" y="450"/>
                  </a:lnTo>
                  <a:lnTo>
                    <a:pt x="299" y="488"/>
                  </a:lnTo>
                  <a:lnTo>
                    <a:pt x="304" y="526"/>
                  </a:lnTo>
                  <a:lnTo>
                    <a:pt x="308" y="566"/>
                  </a:lnTo>
                  <a:lnTo>
                    <a:pt x="401" y="562"/>
                  </a:lnTo>
                  <a:lnTo>
                    <a:pt x="398" y="517"/>
                  </a:lnTo>
                  <a:lnTo>
                    <a:pt x="391" y="471"/>
                  </a:lnTo>
                  <a:lnTo>
                    <a:pt x="383" y="429"/>
                  </a:lnTo>
                  <a:lnTo>
                    <a:pt x="371" y="386"/>
                  </a:lnTo>
                  <a:lnTo>
                    <a:pt x="357" y="346"/>
                  </a:lnTo>
                  <a:lnTo>
                    <a:pt x="340" y="307"/>
                  </a:lnTo>
                  <a:lnTo>
                    <a:pt x="324" y="270"/>
                  </a:lnTo>
                  <a:lnTo>
                    <a:pt x="303" y="232"/>
                  </a:lnTo>
                  <a:lnTo>
                    <a:pt x="280" y="197"/>
                  </a:lnTo>
                  <a:lnTo>
                    <a:pt x="255" y="164"/>
                  </a:lnTo>
                  <a:lnTo>
                    <a:pt x="228" y="132"/>
                  </a:lnTo>
                  <a:lnTo>
                    <a:pt x="199" y="103"/>
                  </a:lnTo>
                  <a:lnTo>
                    <a:pt x="169" y="76"/>
                  </a:lnTo>
                  <a:lnTo>
                    <a:pt x="137" y="50"/>
                  </a:lnTo>
                  <a:lnTo>
                    <a:pt x="103" y="27"/>
                  </a:lnTo>
                  <a:lnTo>
                    <a:pt x="67" y="6"/>
                  </a:lnTo>
                  <a:lnTo>
                    <a:pt x="48" y="0"/>
                  </a:lnTo>
                  <a:lnTo>
                    <a:pt x="30" y="2"/>
                  </a:lnTo>
                  <a:lnTo>
                    <a:pt x="16" y="12"/>
                  </a:lnTo>
                  <a:lnTo>
                    <a:pt x="5" y="25"/>
                  </a:lnTo>
                  <a:lnTo>
                    <a:pt x="0" y="41"/>
                  </a:lnTo>
                  <a:lnTo>
                    <a:pt x="0" y="59"/>
                  </a:lnTo>
                  <a:lnTo>
                    <a:pt x="8" y="75"/>
                  </a:lnTo>
                  <a:lnTo>
                    <a:pt x="23"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3625" name="Freeform 39"/>
            <p:cNvSpPr>
              <a:spLocks/>
            </p:cNvSpPr>
            <p:nvPr/>
          </p:nvSpPr>
          <p:spPr bwMode="auto">
            <a:xfrm>
              <a:off x="1346" y="1455"/>
              <a:ext cx="266" cy="160"/>
            </a:xfrm>
            <a:custGeom>
              <a:avLst/>
              <a:gdLst>
                <a:gd name="T0" fmla="*/ 0 w 1330"/>
                <a:gd name="T1" fmla="*/ 1 h 801"/>
                <a:gd name="T2" fmla="*/ 0 w 1330"/>
                <a:gd name="T3" fmla="*/ 1 h 801"/>
                <a:gd name="T4" fmla="*/ 10 w 1330"/>
                <a:gd name="T5" fmla="*/ 6 h 801"/>
                <a:gd name="T6" fmla="*/ 11 w 1330"/>
                <a:gd name="T7" fmla="*/ 6 h 801"/>
                <a:gd name="T8" fmla="*/ 1 w 1330"/>
                <a:gd name="T9" fmla="*/ 0 h 801"/>
                <a:gd name="T10" fmla="*/ 1 w 1330"/>
                <a:gd name="T11" fmla="*/ 0 h 801"/>
                <a:gd name="T12" fmla="*/ 1 w 1330"/>
                <a:gd name="T13" fmla="*/ 0 h 801"/>
                <a:gd name="T14" fmla="*/ 0 w 1330"/>
                <a:gd name="T15" fmla="*/ 0 h 801"/>
                <a:gd name="T16" fmla="*/ 0 w 1330"/>
                <a:gd name="T17" fmla="*/ 0 h 801"/>
                <a:gd name="T18" fmla="*/ 0 w 1330"/>
                <a:gd name="T19" fmla="*/ 0 h 801"/>
                <a:gd name="T20" fmla="*/ 0 w 1330"/>
                <a:gd name="T21" fmla="*/ 0 h 801"/>
                <a:gd name="T22" fmla="*/ 0 w 1330"/>
                <a:gd name="T23" fmla="*/ 0 h 801"/>
                <a:gd name="T24" fmla="*/ 0 w 1330"/>
                <a:gd name="T25" fmla="*/ 0 h 801"/>
                <a:gd name="T26" fmla="*/ 0 w 1330"/>
                <a:gd name="T27" fmla="*/ 1 h 801"/>
                <a:gd name="T28" fmla="*/ 0 w 1330"/>
                <a:gd name="T29" fmla="*/ 1 h 801"/>
                <a:gd name="T30" fmla="*/ 0 w 1330"/>
                <a:gd name="T31" fmla="*/ 1 h 801"/>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30"/>
                <a:gd name="T49" fmla="*/ 0 h 801"/>
                <a:gd name="T50" fmla="*/ 1330 w 1330"/>
                <a:gd name="T51" fmla="*/ 801 h 801"/>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30" h="801">
                  <a:moveTo>
                    <a:pt x="24" y="88"/>
                  </a:moveTo>
                  <a:lnTo>
                    <a:pt x="23" y="88"/>
                  </a:lnTo>
                  <a:lnTo>
                    <a:pt x="1286" y="801"/>
                  </a:lnTo>
                  <a:lnTo>
                    <a:pt x="1330" y="719"/>
                  </a:lnTo>
                  <a:lnTo>
                    <a:pt x="67" y="6"/>
                  </a:lnTo>
                  <a:lnTo>
                    <a:pt x="66" y="6"/>
                  </a:lnTo>
                  <a:lnTo>
                    <a:pt x="67" y="6"/>
                  </a:lnTo>
                  <a:lnTo>
                    <a:pt x="48" y="0"/>
                  </a:lnTo>
                  <a:lnTo>
                    <a:pt x="30" y="2"/>
                  </a:lnTo>
                  <a:lnTo>
                    <a:pt x="16" y="12"/>
                  </a:lnTo>
                  <a:lnTo>
                    <a:pt x="5" y="25"/>
                  </a:lnTo>
                  <a:lnTo>
                    <a:pt x="0" y="41"/>
                  </a:lnTo>
                  <a:lnTo>
                    <a:pt x="0" y="59"/>
                  </a:lnTo>
                  <a:lnTo>
                    <a:pt x="8" y="75"/>
                  </a:lnTo>
                  <a:lnTo>
                    <a:pt x="23" y="88"/>
                  </a:lnTo>
                  <a:lnTo>
                    <a:pt x="24"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3626" name="Freeform 40"/>
            <p:cNvSpPr>
              <a:spLocks/>
            </p:cNvSpPr>
            <p:nvPr/>
          </p:nvSpPr>
          <p:spPr bwMode="auto">
            <a:xfrm>
              <a:off x="1198" y="1439"/>
              <a:ext cx="161" cy="35"/>
            </a:xfrm>
            <a:custGeom>
              <a:avLst/>
              <a:gdLst>
                <a:gd name="T0" fmla="*/ 1 w 806"/>
                <a:gd name="T1" fmla="*/ 1 h 177"/>
                <a:gd name="T2" fmla="*/ 1 w 806"/>
                <a:gd name="T3" fmla="*/ 1 h 177"/>
                <a:gd name="T4" fmla="*/ 1 w 806"/>
                <a:gd name="T5" fmla="*/ 1 h 177"/>
                <a:gd name="T6" fmla="*/ 1 w 806"/>
                <a:gd name="T7" fmla="*/ 1 h 177"/>
                <a:gd name="T8" fmla="*/ 2 w 806"/>
                <a:gd name="T9" fmla="*/ 1 h 177"/>
                <a:gd name="T10" fmla="*/ 2 w 806"/>
                <a:gd name="T11" fmla="*/ 1 h 177"/>
                <a:gd name="T12" fmla="*/ 2 w 806"/>
                <a:gd name="T13" fmla="*/ 1 h 177"/>
                <a:gd name="T14" fmla="*/ 3 w 806"/>
                <a:gd name="T15" fmla="*/ 1 h 177"/>
                <a:gd name="T16" fmla="*/ 3 w 806"/>
                <a:gd name="T17" fmla="*/ 1 h 177"/>
                <a:gd name="T18" fmla="*/ 3 w 806"/>
                <a:gd name="T19" fmla="*/ 1 h 177"/>
                <a:gd name="T20" fmla="*/ 4 w 806"/>
                <a:gd name="T21" fmla="*/ 1 h 177"/>
                <a:gd name="T22" fmla="*/ 4 w 806"/>
                <a:gd name="T23" fmla="*/ 1 h 177"/>
                <a:gd name="T24" fmla="*/ 5 w 806"/>
                <a:gd name="T25" fmla="*/ 1 h 177"/>
                <a:gd name="T26" fmla="*/ 5 w 806"/>
                <a:gd name="T27" fmla="*/ 1 h 177"/>
                <a:gd name="T28" fmla="*/ 5 w 806"/>
                <a:gd name="T29" fmla="*/ 1 h 177"/>
                <a:gd name="T30" fmla="*/ 6 w 806"/>
                <a:gd name="T31" fmla="*/ 1 h 177"/>
                <a:gd name="T32" fmla="*/ 6 w 806"/>
                <a:gd name="T33" fmla="*/ 1 h 177"/>
                <a:gd name="T34" fmla="*/ 6 w 806"/>
                <a:gd name="T35" fmla="*/ 1 h 177"/>
                <a:gd name="T36" fmla="*/ 6 w 806"/>
                <a:gd name="T37" fmla="*/ 1 h 177"/>
                <a:gd name="T38" fmla="*/ 6 w 806"/>
                <a:gd name="T39" fmla="*/ 1 h 177"/>
                <a:gd name="T40" fmla="*/ 6 w 806"/>
                <a:gd name="T41" fmla="*/ 0 h 177"/>
                <a:gd name="T42" fmla="*/ 5 w 806"/>
                <a:gd name="T43" fmla="*/ 0 h 177"/>
                <a:gd name="T44" fmla="*/ 5 w 806"/>
                <a:gd name="T45" fmla="*/ 0 h 177"/>
                <a:gd name="T46" fmla="*/ 5 w 806"/>
                <a:gd name="T47" fmla="*/ 0 h 177"/>
                <a:gd name="T48" fmla="*/ 4 w 806"/>
                <a:gd name="T49" fmla="*/ 0 h 177"/>
                <a:gd name="T50" fmla="*/ 4 w 806"/>
                <a:gd name="T51" fmla="*/ 0 h 177"/>
                <a:gd name="T52" fmla="*/ 3 w 806"/>
                <a:gd name="T53" fmla="*/ 0 h 177"/>
                <a:gd name="T54" fmla="*/ 3 w 806"/>
                <a:gd name="T55" fmla="*/ 0 h 177"/>
                <a:gd name="T56" fmla="*/ 3 w 806"/>
                <a:gd name="T57" fmla="*/ 0 h 177"/>
                <a:gd name="T58" fmla="*/ 2 w 806"/>
                <a:gd name="T59" fmla="*/ 0 h 177"/>
                <a:gd name="T60" fmla="*/ 2 w 806"/>
                <a:gd name="T61" fmla="*/ 0 h 177"/>
                <a:gd name="T62" fmla="*/ 1 w 806"/>
                <a:gd name="T63" fmla="*/ 0 h 177"/>
                <a:gd name="T64" fmla="*/ 1 w 806"/>
                <a:gd name="T65" fmla="*/ 0 h 177"/>
                <a:gd name="T66" fmla="*/ 1 w 806"/>
                <a:gd name="T67" fmla="*/ 1 h 177"/>
                <a:gd name="T68" fmla="*/ 0 w 806"/>
                <a:gd name="T69" fmla="*/ 1 h 177"/>
                <a:gd name="T70" fmla="*/ 0 w 806"/>
                <a:gd name="T71" fmla="*/ 1 h 177"/>
                <a:gd name="T72" fmla="*/ 0 w 806"/>
                <a:gd name="T73" fmla="*/ 1 h 177"/>
                <a:gd name="T74" fmla="*/ 0 w 806"/>
                <a:gd name="T75" fmla="*/ 1 h 177"/>
                <a:gd name="T76" fmla="*/ 0 w 806"/>
                <a:gd name="T77" fmla="*/ 1 h 177"/>
                <a:gd name="T78" fmla="*/ 0 w 806"/>
                <a:gd name="T79" fmla="*/ 1 h 177"/>
                <a:gd name="T80" fmla="*/ 0 w 806"/>
                <a:gd name="T81" fmla="*/ 1 h 177"/>
                <a:gd name="T82" fmla="*/ 0 w 806"/>
                <a:gd name="T83" fmla="*/ 1 h 177"/>
                <a:gd name="T84" fmla="*/ 0 w 806"/>
                <a:gd name="T85" fmla="*/ 1 h 177"/>
                <a:gd name="T86" fmla="*/ 0 w 806"/>
                <a:gd name="T87" fmla="*/ 1 h 177"/>
                <a:gd name="T88" fmla="*/ 1 w 806"/>
                <a:gd name="T89" fmla="*/ 1 h 177"/>
                <a:gd name="T90" fmla="*/ 1 w 806"/>
                <a:gd name="T91" fmla="*/ 1 h 17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806"/>
                <a:gd name="T139" fmla="*/ 0 h 177"/>
                <a:gd name="T140" fmla="*/ 806 w 806"/>
                <a:gd name="T141" fmla="*/ 177 h 17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806" h="177">
                  <a:moveTo>
                    <a:pt x="67" y="171"/>
                  </a:moveTo>
                  <a:lnTo>
                    <a:pt x="68" y="171"/>
                  </a:lnTo>
                  <a:lnTo>
                    <a:pt x="109" y="151"/>
                  </a:lnTo>
                  <a:lnTo>
                    <a:pt x="151" y="135"/>
                  </a:lnTo>
                  <a:lnTo>
                    <a:pt x="196" y="122"/>
                  </a:lnTo>
                  <a:lnTo>
                    <a:pt x="242" y="110"/>
                  </a:lnTo>
                  <a:lnTo>
                    <a:pt x="287" y="102"/>
                  </a:lnTo>
                  <a:lnTo>
                    <a:pt x="335" y="97"/>
                  </a:lnTo>
                  <a:lnTo>
                    <a:pt x="382" y="95"/>
                  </a:lnTo>
                  <a:lnTo>
                    <a:pt x="430" y="94"/>
                  </a:lnTo>
                  <a:lnTo>
                    <a:pt x="477" y="97"/>
                  </a:lnTo>
                  <a:lnTo>
                    <a:pt x="524" y="102"/>
                  </a:lnTo>
                  <a:lnTo>
                    <a:pt x="568" y="108"/>
                  </a:lnTo>
                  <a:lnTo>
                    <a:pt x="612" y="117"/>
                  </a:lnTo>
                  <a:lnTo>
                    <a:pt x="654" y="128"/>
                  </a:lnTo>
                  <a:lnTo>
                    <a:pt x="693" y="141"/>
                  </a:lnTo>
                  <a:lnTo>
                    <a:pt x="730" y="155"/>
                  </a:lnTo>
                  <a:lnTo>
                    <a:pt x="764" y="171"/>
                  </a:lnTo>
                  <a:lnTo>
                    <a:pt x="806" y="89"/>
                  </a:lnTo>
                  <a:lnTo>
                    <a:pt x="768" y="70"/>
                  </a:lnTo>
                  <a:lnTo>
                    <a:pt x="725" y="54"/>
                  </a:lnTo>
                  <a:lnTo>
                    <a:pt x="680" y="39"/>
                  </a:lnTo>
                  <a:lnTo>
                    <a:pt x="633" y="26"/>
                  </a:lnTo>
                  <a:lnTo>
                    <a:pt x="585" y="16"/>
                  </a:lnTo>
                  <a:lnTo>
                    <a:pt x="536" y="8"/>
                  </a:lnTo>
                  <a:lnTo>
                    <a:pt x="484" y="3"/>
                  </a:lnTo>
                  <a:lnTo>
                    <a:pt x="433" y="0"/>
                  </a:lnTo>
                  <a:lnTo>
                    <a:pt x="380" y="1"/>
                  </a:lnTo>
                  <a:lnTo>
                    <a:pt x="328" y="3"/>
                  </a:lnTo>
                  <a:lnTo>
                    <a:pt x="276" y="10"/>
                  </a:lnTo>
                  <a:lnTo>
                    <a:pt x="223" y="19"/>
                  </a:lnTo>
                  <a:lnTo>
                    <a:pt x="172" y="30"/>
                  </a:lnTo>
                  <a:lnTo>
                    <a:pt x="121" y="46"/>
                  </a:lnTo>
                  <a:lnTo>
                    <a:pt x="72" y="67"/>
                  </a:lnTo>
                  <a:lnTo>
                    <a:pt x="24" y="89"/>
                  </a:lnTo>
                  <a:lnTo>
                    <a:pt x="25" y="89"/>
                  </a:lnTo>
                  <a:lnTo>
                    <a:pt x="24" y="89"/>
                  </a:lnTo>
                  <a:lnTo>
                    <a:pt x="8" y="102"/>
                  </a:lnTo>
                  <a:lnTo>
                    <a:pt x="0" y="118"/>
                  </a:lnTo>
                  <a:lnTo>
                    <a:pt x="0" y="136"/>
                  </a:lnTo>
                  <a:lnTo>
                    <a:pt x="6" y="152"/>
                  </a:lnTo>
                  <a:lnTo>
                    <a:pt x="17" y="165"/>
                  </a:lnTo>
                  <a:lnTo>
                    <a:pt x="31" y="175"/>
                  </a:lnTo>
                  <a:lnTo>
                    <a:pt x="48" y="177"/>
                  </a:lnTo>
                  <a:lnTo>
                    <a:pt x="68" y="171"/>
                  </a:lnTo>
                  <a:lnTo>
                    <a:pt x="67" y="1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3627" name="Freeform 41"/>
            <p:cNvSpPr>
              <a:spLocks/>
            </p:cNvSpPr>
            <p:nvPr/>
          </p:nvSpPr>
          <p:spPr bwMode="auto">
            <a:xfrm>
              <a:off x="931" y="1456"/>
              <a:ext cx="280" cy="158"/>
            </a:xfrm>
            <a:custGeom>
              <a:avLst/>
              <a:gdLst>
                <a:gd name="T0" fmla="*/ 1 w 1402"/>
                <a:gd name="T1" fmla="*/ 6 h 787"/>
                <a:gd name="T2" fmla="*/ 1 w 1402"/>
                <a:gd name="T3" fmla="*/ 6 h 787"/>
                <a:gd name="T4" fmla="*/ 11 w 1402"/>
                <a:gd name="T5" fmla="*/ 1 h 787"/>
                <a:gd name="T6" fmla="*/ 11 w 1402"/>
                <a:gd name="T7" fmla="*/ 0 h 787"/>
                <a:gd name="T8" fmla="*/ 0 w 1402"/>
                <a:gd name="T9" fmla="*/ 6 h 787"/>
                <a:gd name="T10" fmla="*/ 0 w 1402"/>
                <a:gd name="T11" fmla="*/ 6 h 787"/>
                <a:gd name="T12" fmla="*/ 0 w 1402"/>
                <a:gd name="T13" fmla="*/ 6 h 787"/>
                <a:gd name="T14" fmla="*/ 0 w 1402"/>
                <a:gd name="T15" fmla="*/ 6 h 787"/>
                <a:gd name="T16" fmla="*/ 0 w 1402"/>
                <a:gd name="T17" fmla="*/ 6 h 787"/>
                <a:gd name="T18" fmla="*/ 0 w 1402"/>
                <a:gd name="T19" fmla="*/ 6 h 787"/>
                <a:gd name="T20" fmla="*/ 0 w 1402"/>
                <a:gd name="T21" fmla="*/ 6 h 787"/>
                <a:gd name="T22" fmla="*/ 0 w 1402"/>
                <a:gd name="T23" fmla="*/ 6 h 787"/>
                <a:gd name="T24" fmla="*/ 0 w 1402"/>
                <a:gd name="T25" fmla="*/ 6 h 787"/>
                <a:gd name="T26" fmla="*/ 0 w 1402"/>
                <a:gd name="T27" fmla="*/ 6 h 787"/>
                <a:gd name="T28" fmla="*/ 1 w 1402"/>
                <a:gd name="T29" fmla="*/ 6 h 787"/>
                <a:gd name="T30" fmla="*/ 1 w 1402"/>
                <a:gd name="T31" fmla="*/ 6 h 78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02"/>
                <a:gd name="T49" fmla="*/ 0 h 787"/>
                <a:gd name="T50" fmla="*/ 1402 w 1402"/>
                <a:gd name="T51" fmla="*/ 787 h 78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02" h="787">
                  <a:moveTo>
                    <a:pt x="69" y="781"/>
                  </a:moveTo>
                  <a:lnTo>
                    <a:pt x="66" y="781"/>
                  </a:lnTo>
                  <a:lnTo>
                    <a:pt x="1402" y="82"/>
                  </a:lnTo>
                  <a:lnTo>
                    <a:pt x="1360" y="0"/>
                  </a:lnTo>
                  <a:lnTo>
                    <a:pt x="24" y="699"/>
                  </a:lnTo>
                  <a:lnTo>
                    <a:pt x="22" y="699"/>
                  </a:lnTo>
                  <a:lnTo>
                    <a:pt x="24" y="699"/>
                  </a:lnTo>
                  <a:lnTo>
                    <a:pt x="8" y="712"/>
                  </a:lnTo>
                  <a:lnTo>
                    <a:pt x="1" y="727"/>
                  </a:lnTo>
                  <a:lnTo>
                    <a:pt x="0" y="744"/>
                  </a:lnTo>
                  <a:lnTo>
                    <a:pt x="5" y="761"/>
                  </a:lnTo>
                  <a:lnTo>
                    <a:pt x="15" y="775"/>
                  </a:lnTo>
                  <a:lnTo>
                    <a:pt x="30" y="784"/>
                  </a:lnTo>
                  <a:lnTo>
                    <a:pt x="46" y="787"/>
                  </a:lnTo>
                  <a:lnTo>
                    <a:pt x="66" y="781"/>
                  </a:lnTo>
                  <a:lnTo>
                    <a:pt x="69" y="7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3628" name="Freeform 42"/>
            <p:cNvSpPr>
              <a:spLocks/>
            </p:cNvSpPr>
            <p:nvPr/>
          </p:nvSpPr>
          <p:spPr bwMode="auto">
            <a:xfrm>
              <a:off x="868" y="1596"/>
              <a:ext cx="77" cy="126"/>
            </a:xfrm>
            <a:custGeom>
              <a:avLst/>
              <a:gdLst>
                <a:gd name="T0" fmla="*/ 1 w 382"/>
                <a:gd name="T1" fmla="*/ 5 h 628"/>
                <a:gd name="T2" fmla="*/ 1 w 382"/>
                <a:gd name="T3" fmla="*/ 5 h 628"/>
                <a:gd name="T4" fmla="*/ 1 w 382"/>
                <a:gd name="T5" fmla="*/ 4 h 628"/>
                <a:gd name="T6" fmla="*/ 1 w 382"/>
                <a:gd name="T7" fmla="*/ 4 h 628"/>
                <a:gd name="T8" fmla="*/ 1 w 382"/>
                <a:gd name="T9" fmla="*/ 4 h 628"/>
                <a:gd name="T10" fmla="*/ 1 w 382"/>
                <a:gd name="T11" fmla="*/ 3 h 628"/>
                <a:gd name="T12" fmla="*/ 1 w 382"/>
                <a:gd name="T13" fmla="*/ 3 h 628"/>
                <a:gd name="T14" fmla="*/ 1 w 382"/>
                <a:gd name="T15" fmla="*/ 3 h 628"/>
                <a:gd name="T16" fmla="*/ 1 w 382"/>
                <a:gd name="T17" fmla="*/ 3 h 628"/>
                <a:gd name="T18" fmla="*/ 1 w 382"/>
                <a:gd name="T19" fmla="*/ 2 h 628"/>
                <a:gd name="T20" fmla="*/ 2 w 382"/>
                <a:gd name="T21" fmla="*/ 2 h 628"/>
                <a:gd name="T22" fmla="*/ 2 w 382"/>
                <a:gd name="T23" fmla="*/ 2 h 628"/>
                <a:gd name="T24" fmla="*/ 2 w 382"/>
                <a:gd name="T25" fmla="*/ 2 h 628"/>
                <a:gd name="T26" fmla="*/ 2 w 382"/>
                <a:gd name="T27" fmla="*/ 1 h 628"/>
                <a:gd name="T28" fmla="*/ 2 w 382"/>
                <a:gd name="T29" fmla="*/ 1 h 628"/>
                <a:gd name="T30" fmla="*/ 3 w 382"/>
                <a:gd name="T31" fmla="*/ 1 h 628"/>
                <a:gd name="T32" fmla="*/ 3 w 382"/>
                <a:gd name="T33" fmla="*/ 1 h 628"/>
                <a:gd name="T34" fmla="*/ 3 w 382"/>
                <a:gd name="T35" fmla="*/ 1 h 628"/>
                <a:gd name="T36" fmla="*/ 3 w 382"/>
                <a:gd name="T37" fmla="*/ 0 h 628"/>
                <a:gd name="T38" fmla="*/ 2 w 382"/>
                <a:gd name="T39" fmla="*/ 0 h 628"/>
                <a:gd name="T40" fmla="*/ 2 w 382"/>
                <a:gd name="T41" fmla="*/ 0 h 628"/>
                <a:gd name="T42" fmla="*/ 2 w 382"/>
                <a:gd name="T43" fmla="*/ 1 h 628"/>
                <a:gd name="T44" fmla="*/ 2 w 382"/>
                <a:gd name="T45" fmla="*/ 1 h 628"/>
                <a:gd name="T46" fmla="*/ 1 w 382"/>
                <a:gd name="T47" fmla="*/ 1 h 628"/>
                <a:gd name="T48" fmla="*/ 1 w 382"/>
                <a:gd name="T49" fmla="*/ 1 h 628"/>
                <a:gd name="T50" fmla="*/ 1 w 382"/>
                <a:gd name="T51" fmla="*/ 2 h 628"/>
                <a:gd name="T52" fmla="*/ 1 w 382"/>
                <a:gd name="T53" fmla="*/ 2 h 628"/>
                <a:gd name="T54" fmla="*/ 1 w 382"/>
                <a:gd name="T55" fmla="*/ 2 h 628"/>
                <a:gd name="T56" fmla="*/ 0 w 382"/>
                <a:gd name="T57" fmla="*/ 3 h 628"/>
                <a:gd name="T58" fmla="*/ 0 w 382"/>
                <a:gd name="T59" fmla="*/ 3 h 628"/>
                <a:gd name="T60" fmla="*/ 0 w 382"/>
                <a:gd name="T61" fmla="*/ 3 h 628"/>
                <a:gd name="T62" fmla="*/ 0 w 382"/>
                <a:gd name="T63" fmla="*/ 4 h 628"/>
                <a:gd name="T64" fmla="*/ 0 w 382"/>
                <a:gd name="T65" fmla="*/ 4 h 628"/>
                <a:gd name="T66" fmla="*/ 0 w 382"/>
                <a:gd name="T67" fmla="*/ 4 h 628"/>
                <a:gd name="T68" fmla="*/ 0 w 382"/>
                <a:gd name="T69" fmla="*/ 5 h 628"/>
                <a:gd name="T70" fmla="*/ 0 w 382"/>
                <a:gd name="T71" fmla="*/ 5 h 628"/>
                <a:gd name="T72" fmla="*/ 0 w 382"/>
                <a:gd name="T73" fmla="*/ 5 h 628"/>
                <a:gd name="T74" fmla="*/ 0 w 382"/>
                <a:gd name="T75" fmla="*/ 5 h 628"/>
                <a:gd name="T76" fmla="*/ 0 w 382"/>
                <a:gd name="T77" fmla="*/ 5 h 628"/>
                <a:gd name="T78" fmla="*/ 0 w 382"/>
                <a:gd name="T79" fmla="*/ 5 h 628"/>
                <a:gd name="T80" fmla="*/ 0 w 382"/>
                <a:gd name="T81" fmla="*/ 5 h 628"/>
                <a:gd name="T82" fmla="*/ 1 w 382"/>
                <a:gd name="T83" fmla="*/ 5 h 628"/>
                <a:gd name="T84" fmla="*/ 1 w 382"/>
                <a:gd name="T85" fmla="*/ 5 h 628"/>
                <a:gd name="T86" fmla="*/ 1 w 382"/>
                <a:gd name="T87" fmla="*/ 5 h 628"/>
                <a:gd name="T88" fmla="*/ 1 w 382"/>
                <a:gd name="T89" fmla="*/ 5 h 628"/>
                <a:gd name="T90" fmla="*/ 1 w 382"/>
                <a:gd name="T91" fmla="*/ 5 h 628"/>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382"/>
                <a:gd name="T139" fmla="*/ 0 h 628"/>
                <a:gd name="T140" fmla="*/ 382 w 382"/>
                <a:gd name="T141" fmla="*/ 628 h 628"/>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382" h="628">
                  <a:moveTo>
                    <a:pt x="94" y="581"/>
                  </a:moveTo>
                  <a:lnTo>
                    <a:pt x="94" y="582"/>
                  </a:lnTo>
                  <a:lnTo>
                    <a:pt x="96" y="541"/>
                  </a:lnTo>
                  <a:lnTo>
                    <a:pt x="99" y="500"/>
                  </a:lnTo>
                  <a:lnTo>
                    <a:pt x="106" y="463"/>
                  </a:lnTo>
                  <a:lnTo>
                    <a:pt x="115" y="424"/>
                  </a:lnTo>
                  <a:lnTo>
                    <a:pt x="127" y="389"/>
                  </a:lnTo>
                  <a:lnTo>
                    <a:pt x="140" y="353"/>
                  </a:lnTo>
                  <a:lnTo>
                    <a:pt x="156" y="320"/>
                  </a:lnTo>
                  <a:lnTo>
                    <a:pt x="173" y="287"/>
                  </a:lnTo>
                  <a:lnTo>
                    <a:pt x="193" y="255"/>
                  </a:lnTo>
                  <a:lnTo>
                    <a:pt x="214" y="226"/>
                  </a:lnTo>
                  <a:lnTo>
                    <a:pt x="238" y="198"/>
                  </a:lnTo>
                  <a:lnTo>
                    <a:pt x="263" y="172"/>
                  </a:lnTo>
                  <a:lnTo>
                    <a:pt x="290" y="146"/>
                  </a:lnTo>
                  <a:lnTo>
                    <a:pt x="318" y="122"/>
                  </a:lnTo>
                  <a:lnTo>
                    <a:pt x="349" y="101"/>
                  </a:lnTo>
                  <a:lnTo>
                    <a:pt x="382" y="82"/>
                  </a:lnTo>
                  <a:lnTo>
                    <a:pt x="335" y="0"/>
                  </a:lnTo>
                  <a:lnTo>
                    <a:pt x="297" y="23"/>
                  </a:lnTo>
                  <a:lnTo>
                    <a:pt x="262" y="49"/>
                  </a:lnTo>
                  <a:lnTo>
                    <a:pt x="229" y="76"/>
                  </a:lnTo>
                  <a:lnTo>
                    <a:pt x="198" y="104"/>
                  </a:lnTo>
                  <a:lnTo>
                    <a:pt x="167" y="137"/>
                  </a:lnTo>
                  <a:lnTo>
                    <a:pt x="142" y="170"/>
                  </a:lnTo>
                  <a:lnTo>
                    <a:pt x="116" y="204"/>
                  </a:lnTo>
                  <a:lnTo>
                    <a:pt x="94" y="240"/>
                  </a:lnTo>
                  <a:lnTo>
                    <a:pt x="74" y="278"/>
                  </a:lnTo>
                  <a:lnTo>
                    <a:pt x="54" y="317"/>
                  </a:lnTo>
                  <a:lnTo>
                    <a:pt x="38" y="359"/>
                  </a:lnTo>
                  <a:lnTo>
                    <a:pt x="26" y="401"/>
                  </a:lnTo>
                  <a:lnTo>
                    <a:pt x="15" y="444"/>
                  </a:lnTo>
                  <a:lnTo>
                    <a:pt x="8" y="489"/>
                  </a:lnTo>
                  <a:lnTo>
                    <a:pt x="2" y="534"/>
                  </a:lnTo>
                  <a:lnTo>
                    <a:pt x="0" y="580"/>
                  </a:lnTo>
                  <a:lnTo>
                    <a:pt x="0" y="581"/>
                  </a:lnTo>
                  <a:lnTo>
                    <a:pt x="0" y="580"/>
                  </a:lnTo>
                  <a:lnTo>
                    <a:pt x="3" y="600"/>
                  </a:lnTo>
                  <a:lnTo>
                    <a:pt x="14" y="615"/>
                  </a:lnTo>
                  <a:lnTo>
                    <a:pt x="29" y="625"/>
                  </a:lnTo>
                  <a:lnTo>
                    <a:pt x="45" y="628"/>
                  </a:lnTo>
                  <a:lnTo>
                    <a:pt x="63" y="626"/>
                  </a:lnTo>
                  <a:lnTo>
                    <a:pt x="78" y="616"/>
                  </a:lnTo>
                  <a:lnTo>
                    <a:pt x="89" y="602"/>
                  </a:lnTo>
                  <a:lnTo>
                    <a:pt x="94" y="582"/>
                  </a:lnTo>
                  <a:lnTo>
                    <a:pt x="94" y="5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3629" name="Freeform 43"/>
            <p:cNvSpPr>
              <a:spLocks/>
            </p:cNvSpPr>
            <p:nvPr/>
          </p:nvSpPr>
          <p:spPr bwMode="auto">
            <a:xfrm>
              <a:off x="868" y="1712"/>
              <a:ext cx="19" cy="364"/>
            </a:xfrm>
            <a:custGeom>
              <a:avLst/>
              <a:gdLst>
                <a:gd name="T0" fmla="*/ 1 w 94"/>
                <a:gd name="T1" fmla="*/ 14 h 1818"/>
                <a:gd name="T2" fmla="*/ 1 w 94"/>
                <a:gd name="T3" fmla="*/ 14 h 1818"/>
                <a:gd name="T4" fmla="*/ 1 w 94"/>
                <a:gd name="T5" fmla="*/ 0 h 1818"/>
                <a:gd name="T6" fmla="*/ 0 w 94"/>
                <a:gd name="T7" fmla="*/ 0 h 1818"/>
                <a:gd name="T8" fmla="*/ 0 w 94"/>
                <a:gd name="T9" fmla="*/ 14 h 1818"/>
                <a:gd name="T10" fmla="*/ 0 w 94"/>
                <a:gd name="T11" fmla="*/ 14 h 1818"/>
                <a:gd name="T12" fmla="*/ 0 w 94"/>
                <a:gd name="T13" fmla="*/ 14 h 1818"/>
                <a:gd name="T14" fmla="*/ 0 w 94"/>
                <a:gd name="T15" fmla="*/ 14 h 1818"/>
                <a:gd name="T16" fmla="*/ 0 w 94"/>
                <a:gd name="T17" fmla="*/ 14 h 1818"/>
                <a:gd name="T18" fmla="*/ 0 w 94"/>
                <a:gd name="T19" fmla="*/ 15 h 1818"/>
                <a:gd name="T20" fmla="*/ 0 w 94"/>
                <a:gd name="T21" fmla="*/ 15 h 1818"/>
                <a:gd name="T22" fmla="*/ 1 w 94"/>
                <a:gd name="T23" fmla="*/ 15 h 1818"/>
                <a:gd name="T24" fmla="*/ 1 w 94"/>
                <a:gd name="T25" fmla="*/ 14 h 1818"/>
                <a:gd name="T26" fmla="*/ 1 w 94"/>
                <a:gd name="T27" fmla="*/ 14 h 1818"/>
                <a:gd name="T28" fmla="*/ 1 w 94"/>
                <a:gd name="T29" fmla="*/ 14 h 1818"/>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94"/>
                <a:gd name="T46" fmla="*/ 0 h 1818"/>
                <a:gd name="T47" fmla="*/ 94 w 94"/>
                <a:gd name="T48" fmla="*/ 1818 h 1818"/>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94" h="1818">
                  <a:moveTo>
                    <a:pt x="94" y="1771"/>
                  </a:moveTo>
                  <a:lnTo>
                    <a:pt x="94" y="1771"/>
                  </a:lnTo>
                  <a:lnTo>
                    <a:pt x="94" y="0"/>
                  </a:lnTo>
                  <a:lnTo>
                    <a:pt x="0" y="0"/>
                  </a:lnTo>
                  <a:lnTo>
                    <a:pt x="0" y="1771"/>
                  </a:lnTo>
                  <a:lnTo>
                    <a:pt x="3" y="1791"/>
                  </a:lnTo>
                  <a:lnTo>
                    <a:pt x="15" y="1806"/>
                  </a:lnTo>
                  <a:lnTo>
                    <a:pt x="29" y="1814"/>
                  </a:lnTo>
                  <a:lnTo>
                    <a:pt x="47" y="1818"/>
                  </a:lnTo>
                  <a:lnTo>
                    <a:pt x="64" y="1814"/>
                  </a:lnTo>
                  <a:lnTo>
                    <a:pt x="79" y="1806"/>
                  </a:lnTo>
                  <a:lnTo>
                    <a:pt x="90" y="1791"/>
                  </a:lnTo>
                  <a:lnTo>
                    <a:pt x="94" y="17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3630" name="Freeform 44"/>
            <p:cNvSpPr>
              <a:spLocks/>
            </p:cNvSpPr>
            <p:nvPr/>
          </p:nvSpPr>
          <p:spPr bwMode="auto">
            <a:xfrm>
              <a:off x="868" y="2067"/>
              <a:ext cx="90" cy="160"/>
            </a:xfrm>
            <a:custGeom>
              <a:avLst/>
              <a:gdLst>
                <a:gd name="T0" fmla="*/ 3 w 449"/>
                <a:gd name="T1" fmla="*/ 6 h 803"/>
                <a:gd name="T2" fmla="*/ 3 w 449"/>
                <a:gd name="T3" fmla="*/ 6 h 803"/>
                <a:gd name="T4" fmla="*/ 3 w 449"/>
                <a:gd name="T5" fmla="*/ 5 h 803"/>
                <a:gd name="T6" fmla="*/ 3 w 449"/>
                <a:gd name="T7" fmla="*/ 5 h 803"/>
                <a:gd name="T8" fmla="*/ 3 w 449"/>
                <a:gd name="T9" fmla="*/ 5 h 803"/>
                <a:gd name="T10" fmla="*/ 2 w 449"/>
                <a:gd name="T11" fmla="*/ 5 h 803"/>
                <a:gd name="T12" fmla="*/ 2 w 449"/>
                <a:gd name="T13" fmla="*/ 4 h 803"/>
                <a:gd name="T14" fmla="*/ 2 w 449"/>
                <a:gd name="T15" fmla="*/ 4 h 803"/>
                <a:gd name="T16" fmla="*/ 2 w 449"/>
                <a:gd name="T17" fmla="*/ 4 h 803"/>
                <a:gd name="T18" fmla="*/ 2 w 449"/>
                <a:gd name="T19" fmla="*/ 3 h 803"/>
                <a:gd name="T20" fmla="*/ 1 w 449"/>
                <a:gd name="T21" fmla="*/ 3 h 803"/>
                <a:gd name="T22" fmla="*/ 1 w 449"/>
                <a:gd name="T23" fmla="*/ 2 h 803"/>
                <a:gd name="T24" fmla="*/ 1 w 449"/>
                <a:gd name="T25" fmla="*/ 2 h 803"/>
                <a:gd name="T26" fmla="*/ 1 w 449"/>
                <a:gd name="T27" fmla="*/ 2 h 803"/>
                <a:gd name="T28" fmla="*/ 1 w 449"/>
                <a:gd name="T29" fmla="*/ 1 h 803"/>
                <a:gd name="T30" fmla="*/ 1 w 449"/>
                <a:gd name="T31" fmla="*/ 1 h 803"/>
                <a:gd name="T32" fmla="*/ 1 w 449"/>
                <a:gd name="T33" fmla="*/ 0 h 803"/>
                <a:gd name="T34" fmla="*/ 1 w 449"/>
                <a:gd name="T35" fmla="*/ 0 h 803"/>
                <a:gd name="T36" fmla="*/ 0 w 449"/>
                <a:gd name="T37" fmla="*/ 0 h 803"/>
                <a:gd name="T38" fmla="*/ 0 w 449"/>
                <a:gd name="T39" fmla="*/ 0 h 803"/>
                <a:gd name="T40" fmla="*/ 0 w 449"/>
                <a:gd name="T41" fmla="*/ 1 h 803"/>
                <a:gd name="T42" fmla="*/ 0 w 449"/>
                <a:gd name="T43" fmla="*/ 1 h 803"/>
                <a:gd name="T44" fmla="*/ 0 w 449"/>
                <a:gd name="T45" fmla="*/ 2 h 803"/>
                <a:gd name="T46" fmla="*/ 0 w 449"/>
                <a:gd name="T47" fmla="*/ 2 h 803"/>
                <a:gd name="T48" fmla="*/ 0 w 449"/>
                <a:gd name="T49" fmla="*/ 3 h 803"/>
                <a:gd name="T50" fmla="*/ 1 w 449"/>
                <a:gd name="T51" fmla="*/ 3 h 803"/>
                <a:gd name="T52" fmla="*/ 1 w 449"/>
                <a:gd name="T53" fmla="*/ 4 h 803"/>
                <a:gd name="T54" fmla="*/ 1 w 449"/>
                <a:gd name="T55" fmla="*/ 4 h 803"/>
                <a:gd name="T56" fmla="*/ 1 w 449"/>
                <a:gd name="T57" fmla="*/ 4 h 803"/>
                <a:gd name="T58" fmla="*/ 2 w 449"/>
                <a:gd name="T59" fmla="*/ 5 h 803"/>
                <a:gd name="T60" fmla="*/ 2 w 449"/>
                <a:gd name="T61" fmla="*/ 5 h 803"/>
                <a:gd name="T62" fmla="*/ 2 w 449"/>
                <a:gd name="T63" fmla="*/ 5 h 803"/>
                <a:gd name="T64" fmla="*/ 2 w 449"/>
                <a:gd name="T65" fmla="*/ 6 h 803"/>
                <a:gd name="T66" fmla="*/ 3 w 449"/>
                <a:gd name="T67" fmla="*/ 6 h 803"/>
                <a:gd name="T68" fmla="*/ 3 w 449"/>
                <a:gd name="T69" fmla="*/ 6 h 803"/>
                <a:gd name="T70" fmla="*/ 3 w 449"/>
                <a:gd name="T71" fmla="*/ 6 h 803"/>
                <a:gd name="T72" fmla="*/ 3 w 449"/>
                <a:gd name="T73" fmla="*/ 6 h 803"/>
                <a:gd name="T74" fmla="*/ 3 w 449"/>
                <a:gd name="T75" fmla="*/ 6 h 803"/>
                <a:gd name="T76" fmla="*/ 3 w 449"/>
                <a:gd name="T77" fmla="*/ 6 h 803"/>
                <a:gd name="T78" fmla="*/ 3 w 449"/>
                <a:gd name="T79" fmla="*/ 6 h 803"/>
                <a:gd name="T80" fmla="*/ 4 w 449"/>
                <a:gd name="T81" fmla="*/ 6 h 803"/>
                <a:gd name="T82" fmla="*/ 4 w 449"/>
                <a:gd name="T83" fmla="*/ 6 h 803"/>
                <a:gd name="T84" fmla="*/ 4 w 449"/>
                <a:gd name="T85" fmla="*/ 6 h 803"/>
                <a:gd name="T86" fmla="*/ 4 w 449"/>
                <a:gd name="T87" fmla="*/ 6 h 803"/>
                <a:gd name="T88" fmla="*/ 3 w 449"/>
                <a:gd name="T89" fmla="*/ 6 h 803"/>
                <a:gd name="T90" fmla="*/ 3 w 449"/>
                <a:gd name="T91" fmla="*/ 6 h 80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449"/>
                <a:gd name="T139" fmla="*/ 0 h 803"/>
                <a:gd name="T140" fmla="*/ 449 w 449"/>
                <a:gd name="T141" fmla="*/ 803 h 80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449" h="803">
                  <a:moveTo>
                    <a:pt x="426" y="717"/>
                  </a:moveTo>
                  <a:lnTo>
                    <a:pt x="427" y="717"/>
                  </a:lnTo>
                  <a:lnTo>
                    <a:pt x="395" y="693"/>
                  </a:lnTo>
                  <a:lnTo>
                    <a:pt x="361" y="662"/>
                  </a:lnTo>
                  <a:lnTo>
                    <a:pt x="329" y="628"/>
                  </a:lnTo>
                  <a:lnTo>
                    <a:pt x="299" y="591"/>
                  </a:lnTo>
                  <a:lnTo>
                    <a:pt x="269" y="551"/>
                  </a:lnTo>
                  <a:lnTo>
                    <a:pt x="241" y="507"/>
                  </a:lnTo>
                  <a:lnTo>
                    <a:pt x="215" y="460"/>
                  </a:lnTo>
                  <a:lnTo>
                    <a:pt x="191" y="412"/>
                  </a:lnTo>
                  <a:lnTo>
                    <a:pt x="170" y="363"/>
                  </a:lnTo>
                  <a:lnTo>
                    <a:pt x="151" y="312"/>
                  </a:lnTo>
                  <a:lnTo>
                    <a:pt x="133" y="259"/>
                  </a:lnTo>
                  <a:lnTo>
                    <a:pt x="119" y="207"/>
                  </a:lnTo>
                  <a:lnTo>
                    <a:pt x="108" y="156"/>
                  </a:lnTo>
                  <a:lnTo>
                    <a:pt x="101" y="103"/>
                  </a:lnTo>
                  <a:lnTo>
                    <a:pt x="96" y="51"/>
                  </a:lnTo>
                  <a:lnTo>
                    <a:pt x="94" y="0"/>
                  </a:lnTo>
                  <a:lnTo>
                    <a:pt x="0" y="0"/>
                  </a:lnTo>
                  <a:lnTo>
                    <a:pt x="2" y="56"/>
                  </a:lnTo>
                  <a:lnTo>
                    <a:pt x="7" y="115"/>
                  </a:lnTo>
                  <a:lnTo>
                    <a:pt x="16" y="172"/>
                  </a:lnTo>
                  <a:lnTo>
                    <a:pt x="28" y="231"/>
                  </a:lnTo>
                  <a:lnTo>
                    <a:pt x="44" y="287"/>
                  </a:lnTo>
                  <a:lnTo>
                    <a:pt x="62" y="342"/>
                  </a:lnTo>
                  <a:lnTo>
                    <a:pt x="83" y="398"/>
                  </a:lnTo>
                  <a:lnTo>
                    <a:pt x="106" y="452"/>
                  </a:lnTo>
                  <a:lnTo>
                    <a:pt x="133" y="505"/>
                  </a:lnTo>
                  <a:lnTo>
                    <a:pt x="161" y="554"/>
                  </a:lnTo>
                  <a:lnTo>
                    <a:pt x="192" y="602"/>
                  </a:lnTo>
                  <a:lnTo>
                    <a:pt x="224" y="647"/>
                  </a:lnTo>
                  <a:lnTo>
                    <a:pt x="259" y="689"/>
                  </a:lnTo>
                  <a:lnTo>
                    <a:pt x="295" y="728"/>
                  </a:lnTo>
                  <a:lnTo>
                    <a:pt x="334" y="763"/>
                  </a:lnTo>
                  <a:lnTo>
                    <a:pt x="374" y="795"/>
                  </a:lnTo>
                  <a:lnTo>
                    <a:pt x="375" y="795"/>
                  </a:lnTo>
                  <a:lnTo>
                    <a:pt x="374" y="795"/>
                  </a:lnTo>
                  <a:lnTo>
                    <a:pt x="392" y="803"/>
                  </a:lnTo>
                  <a:lnTo>
                    <a:pt x="411" y="803"/>
                  </a:lnTo>
                  <a:lnTo>
                    <a:pt x="426" y="795"/>
                  </a:lnTo>
                  <a:lnTo>
                    <a:pt x="439" y="782"/>
                  </a:lnTo>
                  <a:lnTo>
                    <a:pt x="446" y="766"/>
                  </a:lnTo>
                  <a:lnTo>
                    <a:pt x="449" y="749"/>
                  </a:lnTo>
                  <a:lnTo>
                    <a:pt x="441" y="732"/>
                  </a:lnTo>
                  <a:lnTo>
                    <a:pt x="427" y="717"/>
                  </a:lnTo>
                  <a:lnTo>
                    <a:pt x="426" y="71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3631" name="Freeform 45"/>
            <p:cNvSpPr>
              <a:spLocks/>
            </p:cNvSpPr>
            <p:nvPr/>
          </p:nvSpPr>
          <p:spPr bwMode="auto">
            <a:xfrm>
              <a:off x="883" y="1673"/>
              <a:ext cx="379" cy="690"/>
            </a:xfrm>
            <a:custGeom>
              <a:avLst/>
              <a:gdLst>
                <a:gd name="T0" fmla="*/ 12 w 1897"/>
                <a:gd name="T1" fmla="*/ 6 h 3450"/>
                <a:gd name="T2" fmla="*/ 13 w 1897"/>
                <a:gd name="T3" fmla="*/ 7 h 3450"/>
                <a:gd name="T4" fmla="*/ 13 w 1897"/>
                <a:gd name="T5" fmla="*/ 7 h 3450"/>
                <a:gd name="T6" fmla="*/ 14 w 1897"/>
                <a:gd name="T7" fmla="*/ 8 h 3450"/>
                <a:gd name="T8" fmla="*/ 14 w 1897"/>
                <a:gd name="T9" fmla="*/ 9 h 3450"/>
                <a:gd name="T10" fmla="*/ 15 w 1897"/>
                <a:gd name="T11" fmla="*/ 10 h 3450"/>
                <a:gd name="T12" fmla="*/ 15 w 1897"/>
                <a:gd name="T13" fmla="*/ 11 h 3450"/>
                <a:gd name="T14" fmla="*/ 15 w 1897"/>
                <a:gd name="T15" fmla="*/ 11 h 3450"/>
                <a:gd name="T16" fmla="*/ 15 w 1897"/>
                <a:gd name="T17" fmla="*/ 12 h 3450"/>
                <a:gd name="T18" fmla="*/ 15 w 1897"/>
                <a:gd name="T19" fmla="*/ 26 h 3450"/>
                <a:gd name="T20" fmla="*/ 15 w 1897"/>
                <a:gd name="T21" fmla="*/ 26 h 3450"/>
                <a:gd name="T22" fmla="*/ 15 w 1897"/>
                <a:gd name="T23" fmla="*/ 27 h 3450"/>
                <a:gd name="T24" fmla="*/ 15 w 1897"/>
                <a:gd name="T25" fmla="*/ 27 h 3450"/>
                <a:gd name="T26" fmla="*/ 14 w 1897"/>
                <a:gd name="T27" fmla="*/ 27 h 3450"/>
                <a:gd name="T28" fmla="*/ 14 w 1897"/>
                <a:gd name="T29" fmla="*/ 28 h 3450"/>
                <a:gd name="T30" fmla="*/ 13 w 1897"/>
                <a:gd name="T31" fmla="*/ 28 h 3450"/>
                <a:gd name="T32" fmla="*/ 13 w 1897"/>
                <a:gd name="T33" fmla="*/ 27 h 3450"/>
                <a:gd name="T34" fmla="*/ 3 w 1897"/>
                <a:gd name="T35" fmla="*/ 21 h 3450"/>
                <a:gd name="T36" fmla="*/ 2 w 1897"/>
                <a:gd name="T37" fmla="*/ 21 h 3450"/>
                <a:gd name="T38" fmla="*/ 2 w 1897"/>
                <a:gd name="T39" fmla="*/ 20 h 3450"/>
                <a:gd name="T40" fmla="*/ 1 w 1897"/>
                <a:gd name="T41" fmla="*/ 19 h 3450"/>
                <a:gd name="T42" fmla="*/ 1 w 1897"/>
                <a:gd name="T43" fmla="*/ 19 h 3450"/>
                <a:gd name="T44" fmla="*/ 0 w 1897"/>
                <a:gd name="T45" fmla="*/ 18 h 3450"/>
                <a:gd name="T46" fmla="*/ 0 w 1897"/>
                <a:gd name="T47" fmla="*/ 17 h 3450"/>
                <a:gd name="T48" fmla="*/ 0 w 1897"/>
                <a:gd name="T49" fmla="*/ 16 h 3450"/>
                <a:gd name="T50" fmla="*/ 0 w 1897"/>
                <a:gd name="T51" fmla="*/ 15 h 3450"/>
                <a:gd name="T52" fmla="*/ 0 w 1897"/>
                <a:gd name="T53" fmla="*/ 2 h 3450"/>
                <a:gd name="T54" fmla="*/ 0 w 1897"/>
                <a:gd name="T55" fmla="*/ 1 h 3450"/>
                <a:gd name="T56" fmla="*/ 0 w 1897"/>
                <a:gd name="T57" fmla="*/ 1 h 3450"/>
                <a:gd name="T58" fmla="*/ 1 w 1897"/>
                <a:gd name="T59" fmla="*/ 0 h 3450"/>
                <a:gd name="T60" fmla="*/ 1 w 1897"/>
                <a:gd name="T61" fmla="*/ 0 h 3450"/>
                <a:gd name="T62" fmla="*/ 1 w 1897"/>
                <a:gd name="T63" fmla="*/ 0 h 3450"/>
                <a:gd name="T64" fmla="*/ 2 w 1897"/>
                <a:gd name="T65" fmla="*/ 0 h 3450"/>
                <a:gd name="T66" fmla="*/ 3 w 1897"/>
                <a:gd name="T67" fmla="*/ 0 h 3450"/>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897"/>
                <a:gd name="T103" fmla="*/ 0 h 3450"/>
                <a:gd name="T104" fmla="*/ 1897 w 1897"/>
                <a:gd name="T105" fmla="*/ 3450 h 3450"/>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897" h="3450">
                  <a:moveTo>
                    <a:pt x="357" y="49"/>
                  </a:moveTo>
                  <a:lnTo>
                    <a:pt x="1542" y="806"/>
                  </a:lnTo>
                  <a:lnTo>
                    <a:pt x="1579" y="832"/>
                  </a:lnTo>
                  <a:lnTo>
                    <a:pt x="1614" y="861"/>
                  </a:lnTo>
                  <a:lnTo>
                    <a:pt x="1648" y="895"/>
                  </a:lnTo>
                  <a:lnTo>
                    <a:pt x="1681" y="933"/>
                  </a:lnTo>
                  <a:lnTo>
                    <a:pt x="1711" y="973"/>
                  </a:lnTo>
                  <a:lnTo>
                    <a:pt x="1740" y="1016"/>
                  </a:lnTo>
                  <a:lnTo>
                    <a:pt x="1768" y="1062"/>
                  </a:lnTo>
                  <a:lnTo>
                    <a:pt x="1793" y="1109"/>
                  </a:lnTo>
                  <a:lnTo>
                    <a:pt x="1816" y="1158"/>
                  </a:lnTo>
                  <a:lnTo>
                    <a:pt x="1836" y="1208"/>
                  </a:lnTo>
                  <a:lnTo>
                    <a:pt x="1854" y="1260"/>
                  </a:lnTo>
                  <a:lnTo>
                    <a:pt x="1869" y="1313"/>
                  </a:lnTo>
                  <a:lnTo>
                    <a:pt x="1881" y="1364"/>
                  </a:lnTo>
                  <a:lnTo>
                    <a:pt x="1890" y="1417"/>
                  </a:lnTo>
                  <a:lnTo>
                    <a:pt x="1895" y="1469"/>
                  </a:lnTo>
                  <a:lnTo>
                    <a:pt x="1897" y="1519"/>
                  </a:lnTo>
                  <a:lnTo>
                    <a:pt x="1897" y="3142"/>
                  </a:lnTo>
                  <a:lnTo>
                    <a:pt x="1895" y="3190"/>
                  </a:lnTo>
                  <a:lnTo>
                    <a:pt x="1890" y="3235"/>
                  </a:lnTo>
                  <a:lnTo>
                    <a:pt x="1881" y="3276"/>
                  </a:lnTo>
                  <a:lnTo>
                    <a:pt x="1869" y="3313"/>
                  </a:lnTo>
                  <a:lnTo>
                    <a:pt x="1854" y="3346"/>
                  </a:lnTo>
                  <a:lnTo>
                    <a:pt x="1836" y="3375"/>
                  </a:lnTo>
                  <a:lnTo>
                    <a:pt x="1816" y="3398"/>
                  </a:lnTo>
                  <a:lnTo>
                    <a:pt x="1793" y="3418"/>
                  </a:lnTo>
                  <a:lnTo>
                    <a:pt x="1768" y="3434"/>
                  </a:lnTo>
                  <a:lnTo>
                    <a:pt x="1740" y="3444"/>
                  </a:lnTo>
                  <a:lnTo>
                    <a:pt x="1711" y="3450"/>
                  </a:lnTo>
                  <a:lnTo>
                    <a:pt x="1681" y="3450"/>
                  </a:lnTo>
                  <a:lnTo>
                    <a:pt x="1648" y="3445"/>
                  </a:lnTo>
                  <a:lnTo>
                    <a:pt x="1614" y="3436"/>
                  </a:lnTo>
                  <a:lnTo>
                    <a:pt x="1579" y="3421"/>
                  </a:lnTo>
                  <a:lnTo>
                    <a:pt x="1542" y="3400"/>
                  </a:lnTo>
                  <a:lnTo>
                    <a:pt x="357" y="2643"/>
                  </a:lnTo>
                  <a:lnTo>
                    <a:pt x="320" y="2618"/>
                  </a:lnTo>
                  <a:lnTo>
                    <a:pt x="285" y="2588"/>
                  </a:lnTo>
                  <a:lnTo>
                    <a:pt x="251" y="2554"/>
                  </a:lnTo>
                  <a:lnTo>
                    <a:pt x="218" y="2517"/>
                  </a:lnTo>
                  <a:lnTo>
                    <a:pt x="187" y="2477"/>
                  </a:lnTo>
                  <a:lnTo>
                    <a:pt x="157" y="2433"/>
                  </a:lnTo>
                  <a:lnTo>
                    <a:pt x="130" y="2388"/>
                  </a:lnTo>
                  <a:lnTo>
                    <a:pt x="105" y="2341"/>
                  </a:lnTo>
                  <a:lnTo>
                    <a:pt x="81" y="2292"/>
                  </a:lnTo>
                  <a:lnTo>
                    <a:pt x="61" y="2241"/>
                  </a:lnTo>
                  <a:lnTo>
                    <a:pt x="44" y="2190"/>
                  </a:lnTo>
                  <a:lnTo>
                    <a:pt x="29" y="2138"/>
                  </a:lnTo>
                  <a:lnTo>
                    <a:pt x="17" y="2085"/>
                  </a:lnTo>
                  <a:lnTo>
                    <a:pt x="7" y="2033"/>
                  </a:lnTo>
                  <a:lnTo>
                    <a:pt x="3" y="1981"/>
                  </a:lnTo>
                  <a:lnTo>
                    <a:pt x="0" y="1931"/>
                  </a:lnTo>
                  <a:lnTo>
                    <a:pt x="0" y="308"/>
                  </a:lnTo>
                  <a:lnTo>
                    <a:pt x="3" y="260"/>
                  </a:lnTo>
                  <a:lnTo>
                    <a:pt x="7" y="215"/>
                  </a:lnTo>
                  <a:lnTo>
                    <a:pt x="17" y="174"/>
                  </a:lnTo>
                  <a:lnTo>
                    <a:pt x="29" y="137"/>
                  </a:lnTo>
                  <a:lnTo>
                    <a:pt x="44" y="104"/>
                  </a:lnTo>
                  <a:lnTo>
                    <a:pt x="61" y="76"/>
                  </a:lnTo>
                  <a:lnTo>
                    <a:pt x="81" y="51"/>
                  </a:lnTo>
                  <a:lnTo>
                    <a:pt x="105" y="31"/>
                  </a:lnTo>
                  <a:lnTo>
                    <a:pt x="130" y="16"/>
                  </a:lnTo>
                  <a:lnTo>
                    <a:pt x="157" y="5"/>
                  </a:lnTo>
                  <a:lnTo>
                    <a:pt x="187" y="0"/>
                  </a:lnTo>
                  <a:lnTo>
                    <a:pt x="218" y="0"/>
                  </a:lnTo>
                  <a:lnTo>
                    <a:pt x="251" y="3"/>
                  </a:lnTo>
                  <a:lnTo>
                    <a:pt x="285" y="14"/>
                  </a:lnTo>
                  <a:lnTo>
                    <a:pt x="320" y="29"/>
                  </a:lnTo>
                  <a:lnTo>
                    <a:pt x="357" y="49"/>
                  </a:lnTo>
                  <a:close/>
                </a:path>
              </a:pathLst>
            </a:custGeom>
            <a:solidFill>
              <a:srgbClr val="BFBFB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3632" name="Freeform 46"/>
            <p:cNvSpPr>
              <a:spLocks/>
            </p:cNvSpPr>
            <p:nvPr/>
          </p:nvSpPr>
          <p:spPr bwMode="auto">
            <a:xfrm>
              <a:off x="1268" y="1663"/>
              <a:ext cx="393" cy="711"/>
            </a:xfrm>
            <a:custGeom>
              <a:avLst/>
              <a:gdLst>
                <a:gd name="T0" fmla="*/ 3 w 1962"/>
                <a:gd name="T1" fmla="*/ 7 h 3555"/>
                <a:gd name="T2" fmla="*/ 2 w 1962"/>
                <a:gd name="T3" fmla="*/ 7 h 3555"/>
                <a:gd name="T4" fmla="*/ 2 w 1962"/>
                <a:gd name="T5" fmla="*/ 8 h 3555"/>
                <a:gd name="T6" fmla="*/ 1 w 1962"/>
                <a:gd name="T7" fmla="*/ 8 h 3555"/>
                <a:gd name="T8" fmla="*/ 1 w 1962"/>
                <a:gd name="T9" fmla="*/ 9 h 3555"/>
                <a:gd name="T10" fmla="*/ 1 w 1962"/>
                <a:gd name="T11" fmla="*/ 10 h 3555"/>
                <a:gd name="T12" fmla="*/ 0 w 1962"/>
                <a:gd name="T13" fmla="*/ 11 h 3555"/>
                <a:gd name="T14" fmla="*/ 0 w 1962"/>
                <a:gd name="T15" fmla="*/ 12 h 3555"/>
                <a:gd name="T16" fmla="*/ 0 w 1962"/>
                <a:gd name="T17" fmla="*/ 13 h 3555"/>
                <a:gd name="T18" fmla="*/ 0 w 1962"/>
                <a:gd name="T19" fmla="*/ 26 h 3555"/>
                <a:gd name="T20" fmla="*/ 0 w 1962"/>
                <a:gd name="T21" fmla="*/ 27 h 3555"/>
                <a:gd name="T22" fmla="*/ 0 w 1962"/>
                <a:gd name="T23" fmla="*/ 28 h 3555"/>
                <a:gd name="T24" fmla="*/ 1 w 1962"/>
                <a:gd name="T25" fmla="*/ 28 h 3555"/>
                <a:gd name="T26" fmla="*/ 1 w 1962"/>
                <a:gd name="T27" fmla="*/ 28 h 3555"/>
                <a:gd name="T28" fmla="*/ 2 w 1962"/>
                <a:gd name="T29" fmla="*/ 28 h 3555"/>
                <a:gd name="T30" fmla="*/ 2 w 1962"/>
                <a:gd name="T31" fmla="*/ 28 h 3555"/>
                <a:gd name="T32" fmla="*/ 3 w 1962"/>
                <a:gd name="T33" fmla="*/ 28 h 3555"/>
                <a:gd name="T34" fmla="*/ 13 w 1962"/>
                <a:gd name="T35" fmla="*/ 22 h 3555"/>
                <a:gd name="T36" fmla="*/ 13 w 1962"/>
                <a:gd name="T37" fmla="*/ 21 h 3555"/>
                <a:gd name="T38" fmla="*/ 14 w 1962"/>
                <a:gd name="T39" fmla="*/ 21 h 3555"/>
                <a:gd name="T40" fmla="*/ 14 w 1962"/>
                <a:gd name="T41" fmla="*/ 20 h 3555"/>
                <a:gd name="T42" fmla="*/ 15 w 1962"/>
                <a:gd name="T43" fmla="*/ 19 h 3555"/>
                <a:gd name="T44" fmla="*/ 15 w 1962"/>
                <a:gd name="T45" fmla="*/ 18 h 3555"/>
                <a:gd name="T46" fmla="*/ 16 w 1962"/>
                <a:gd name="T47" fmla="*/ 18 h 3555"/>
                <a:gd name="T48" fmla="*/ 16 w 1962"/>
                <a:gd name="T49" fmla="*/ 17 h 3555"/>
                <a:gd name="T50" fmla="*/ 16 w 1962"/>
                <a:gd name="T51" fmla="*/ 16 h 3555"/>
                <a:gd name="T52" fmla="*/ 16 w 1962"/>
                <a:gd name="T53" fmla="*/ 2 h 3555"/>
                <a:gd name="T54" fmla="*/ 16 w 1962"/>
                <a:gd name="T55" fmla="*/ 1 h 3555"/>
                <a:gd name="T56" fmla="*/ 15 w 1962"/>
                <a:gd name="T57" fmla="*/ 1 h 3555"/>
                <a:gd name="T58" fmla="*/ 15 w 1962"/>
                <a:gd name="T59" fmla="*/ 0 h 3555"/>
                <a:gd name="T60" fmla="*/ 15 w 1962"/>
                <a:gd name="T61" fmla="*/ 0 h 3555"/>
                <a:gd name="T62" fmla="*/ 14 w 1962"/>
                <a:gd name="T63" fmla="*/ 0 h 3555"/>
                <a:gd name="T64" fmla="*/ 14 w 1962"/>
                <a:gd name="T65" fmla="*/ 0 h 3555"/>
                <a:gd name="T66" fmla="*/ 13 w 1962"/>
                <a:gd name="T67" fmla="*/ 0 h 3555"/>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962"/>
                <a:gd name="T103" fmla="*/ 0 h 3555"/>
                <a:gd name="T104" fmla="*/ 1962 w 1962"/>
                <a:gd name="T105" fmla="*/ 3555 h 3555"/>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962" h="3555">
                  <a:moveTo>
                    <a:pt x="1594" y="50"/>
                  </a:moveTo>
                  <a:lnTo>
                    <a:pt x="368" y="831"/>
                  </a:lnTo>
                  <a:lnTo>
                    <a:pt x="330" y="858"/>
                  </a:lnTo>
                  <a:lnTo>
                    <a:pt x="294" y="888"/>
                  </a:lnTo>
                  <a:lnTo>
                    <a:pt x="259" y="922"/>
                  </a:lnTo>
                  <a:lnTo>
                    <a:pt x="225" y="961"/>
                  </a:lnTo>
                  <a:lnTo>
                    <a:pt x="193" y="1003"/>
                  </a:lnTo>
                  <a:lnTo>
                    <a:pt x="163" y="1047"/>
                  </a:lnTo>
                  <a:lnTo>
                    <a:pt x="133" y="1094"/>
                  </a:lnTo>
                  <a:lnTo>
                    <a:pt x="108" y="1143"/>
                  </a:lnTo>
                  <a:lnTo>
                    <a:pt x="84" y="1193"/>
                  </a:lnTo>
                  <a:lnTo>
                    <a:pt x="63" y="1246"/>
                  </a:lnTo>
                  <a:lnTo>
                    <a:pt x="44" y="1299"/>
                  </a:lnTo>
                  <a:lnTo>
                    <a:pt x="29" y="1353"/>
                  </a:lnTo>
                  <a:lnTo>
                    <a:pt x="16" y="1405"/>
                  </a:lnTo>
                  <a:lnTo>
                    <a:pt x="7" y="1459"/>
                  </a:lnTo>
                  <a:lnTo>
                    <a:pt x="2" y="1512"/>
                  </a:lnTo>
                  <a:lnTo>
                    <a:pt x="0" y="1565"/>
                  </a:lnTo>
                  <a:lnTo>
                    <a:pt x="0" y="3237"/>
                  </a:lnTo>
                  <a:lnTo>
                    <a:pt x="2" y="3287"/>
                  </a:lnTo>
                  <a:lnTo>
                    <a:pt x="7" y="3333"/>
                  </a:lnTo>
                  <a:lnTo>
                    <a:pt x="16" y="3375"/>
                  </a:lnTo>
                  <a:lnTo>
                    <a:pt x="29" y="3413"/>
                  </a:lnTo>
                  <a:lnTo>
                    <a:pt x="44" y="3447"/>
                  </a:lnTo>
                  <a:lnTo>
                    <a:pt x="63" y="3477"/>
                  </a:lnTo>
                  <a:lnTo>
                    <a:pt x="84" y="3502"/>
                  </a:lnTo>
                  <a:lnTo>
                    <a:pt x="108" y="3522"/>
                  </a:lnTo>
                  <a:lnTo>
                    <a:pt x="133" y="3538"/>
                  </a:lnTo>
                  <a:lnTo>
                    <a:pt x="163" y="3549"/>
                  </a:lnTo>
                  <a:lnTo>
                    <a:pt x="193" y="3555"/>
                  </a:lnTo>
                  <a:lnTo>
                    <a:pt x="225" y="3555"/>
                  </a:lnTo>
                  <a:lnTo>
                    <a:pt x="259" y="3550"/>
                  </a:lnTo>
                  <a:lnTo>
                    <a:pt x="294" y="3541"/>
                  </a:lnTo>
                  <a:lnTo>
                    <a:pt x="330" y="3524"/>
                  </a:lnTo>
                  <a:lnTo>
                    <a:pt x="368" y="3503"/>
                  </a:lnTo>
                  <a:lnTo>
                    <a:pt x="1594" y="2722"/>
                  </a:lnTo>
                  <a:lnTo>
                    <a:pt x="1632" y="2696"/>
                  </a:lnTo>
                  <a:lnTo>
                    <a:pt x="1668" y="2665"/>
                  </a:lnTo>
                  <a:lnTo>
                    <a:pt x="1703" y="2631"/>
                  </a:lnTo>
                  <a:lnTo>
                    <a:pt x="1737" y="2592"/>
                  </a:lnTo>
                  <a:lnTo>
                    <a:pt x="1769" y="2551"/>
                  </a:lnTo>
                  <a:lnTo>
                    <a:pt x="1799" y="2506"/>
                  </a:lnTo>
                  <a:lnTo>
                    <a:pt x="1829" y="2460"/>
                  </a:lnTo>
                  <a:lnTo>
                    <a:pt x="1854" y="2411"/>
                  </a:lnTo>
                  <a:lnTo>
                    <a:pt x="1878" y="2361"/>
                  </a:lnTo>
                  <a:lnTo>
                    <a:pt x="1899" y="2308"/>
                  </a:lnTo>
                  <a:lnTo>
                    <a:pt x="1918" y="2256"/>
                  </a:lnTo>
                  <a:lnTo>
                    <a:pt x="1933" y="2202"/>
                  </a:lnTo>
                  <a:lnTo>
                    <a:pt x="1946" y="2149"/>
                  </a:lnTo>
                  <a:lnTo>
                    <a:pt x="1955" y="2095"/>
                  </a:lnTo>
                  <a:lnTo>
                    <a:pt x="1960" y="2042"/>
                  </a:lnTo>
                  <a:lnTo>
                    <a:pt x="1962" y="1989"/>
                  </a:lnTo>
                  <a:lnTo>
                    <a:pt x="1962" y="319"/>
                  </a:lnTo>
                  <a:lnTo>
                    <a:pt x="1960" y="269"/>
                  </a:lnTo>
                  <a:lnTo>
                    <a:pt x="1955" y="223"/>
                  </a:lnTo>
                  <a:lnTo>
                    <a:pt x="1946" y="180"/>
                  </a:lnTo>
                  <a:lnTo>
                    <a:pt x="1933" y="143"/>
                  </a:lnTo>
                  <a:lnTo>
                    <a:pt x="1918" y="109"/>
                  </a:lnTo>
                  <a:lnTo>
                    <a:pt x="1899" y="79"/>
                  </a:lnTo>
                  <a:lnTo>
                    <a:pt x="1878" y="54"/>
                  </a:lnTo>
                  <a:lnTo>
                    <a:pt x="1854" y="33"/>
                  </a:lnTo>
                  <a:lnTo>
                    <a:pt x="1829" y="17"/>
                  </a:lnTo>
                  <a:lnTo>
                    <a:pt x="1799" y="7"/>
                  </a:lnTo>
                  <a:lnTo>
                    <a:pt x="1769" y="0"/>
                  </a:lnTo>
                  <a:lnTo>
                    <a:pt x="1737" y="0"/>
                  </a:lnTo>
                  <a:lnTo>
                    <a:pt x="1703" y="4"/>
                  </a:lnTo>
                  <a:lnTo>
                    <a:pt x="1668" y="14"/>
                  </a:lnTo>
                  <a:lnTo>
                    <a:pt x="1632" y="29"/>
                  </a:lnTo>
                  <a:lnTo>
                    <a:pt x="1594" y="50"/>
                  </a:lnTo>
                  <a:close/>
                </a:path>
              </a:pathLst>
            </a:custGeom>
            <a:solidFill>
              <a:srgbClr val="E5E5E5"/>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3633" name="Freeform 47"/>
            <p:cNvSpPr>
              <a:spLocks noEditPoints="1"/>
            </p:cNvSpPr>
            <p:nvPr/>
          </p:nvSpPr>
          <p:spPr bwMode="auto">
            <a:xfrm>
              <a:off x="916" y="1589"/>
              <a:ext cx="697" cy="698"/>
            </a:xfrm>
            <a:custGeom>
              <a:avLst/>
              <a:gdLst>
                <a:gd name="T0" fmla="*/ 16 w 3485"/>
                <a:gd name="T1" fmla="*/ 0 h 3490"/>
                <a:gd name="T2" fmla="*/ 17 w 3485"/>
                <a:gd name="T3" fmla="*/ 2 h 3490"/>
                <a:gd name="T4" fmla="*/ 17 w 3485"/>
                <a:gd name="T5" fmla="*/ 3 h 3490"/>
                <a:gd name="T6" fmla="*/ 14 w 3485"/>
                <a:gd name="T7" fmla="*/ 4 h 3490"/>
                <a:gd name="T8" fmla="*/ 12 w 3485"/>
                <a:gd name="T9" fmla="*/ 4 h 3490"/>
                <a:gd name="T10" fmla="*/ 11 w 3485"/>
                <a:gd name="T11" fmla="*/ 2 h 3490"/>
                <a:gd name="T12" fmla="*/ 11 w 3485"/>
                <a:gd name="T13" fmla="*/ 1 h 3490"/>
                <a:gd name="T14" fmla="*/ 14 w 3485"/>
                <a:gd name="T15" fmla="*/ 0 h 3490"/>
                <a:gd name="T16" fmla="*/ 3 w 3485"/>
                <a:gd name="T17" fmla="*/ 7 h 3490"/>
                <a:gd name="T18" fmla="*/ 4 w 3485"/>
                <a:gd name="T19" fmla="*/ 9 h 3490"/>
                <a:gd name="T20" fmla="*/ 3 w 3485"/>
                <a:gd name="T21" fmla="*/ 12 h 3490"/>
                <a:gd name="T22" fmla="*/ 2 w 3485"/>
                <a:gd name="T23" fmla="*/ 13 h 3490"/>
                <a:gd name="T24" fmla="*/ 1 w 3485"/>
                <a:gd name="T25" fmla="*/ 12 h 3490"/>
                <a:gd name="T26" fmla="*/ 0 w 3485"/>
                <a:gd name="T27" fmla="*/ 10 h 3490"/>
                <a:gd name="T28" fmla="*/ 0 w 3485"/>
                <a:gd name="T29" fmla="*/ 8 h 3490"/>
                <a:gd name="T30" fmla="*/ 2 w 3485"/>
                <a:gd name="T31" fmla="*/ 6 h 3490"/>
                <a:gd name="T32" fmla="*/ 10 w 3485"/>
                <a:gd name="T33" fmla="*/ 20 h 3490"/>
                <a:gd name="T34" fmla="*/ 11 w 3485"/>
                <a:gd name="T35" fmla="*/ 22 h 3490"/>
                <a:gd name="T36" fmla="*/ 11 w 3485"/>
                <a:gd name="T37" fmla="*/ 25 h 3490"/>
                <a:gd name="T38" fmla="*/ 10 w 3485"/>
                <a:gd name="T39" fmla="*/ 27 h 3490"/>
                <a:gd name="T40" fmla="*/ 8 w 3485"/>
                <a:gd name="T41" fmla="*/ 26 h 3490"/>
                <a:gd name="T42" fmla="*/ 7 w 3485"/>
                <a:gd name="T43" fmla="*/ 24 h 3490"/>
                <a:gd name="T44" fmla="*/ 7 w 3485"/>
                <a:gd name="T45" fmla="*/ 22 h 3490"/>
                <a:gd name="T46" fmla="*/ 8 w 3485"/>
                <a:gd name="T47" fmla="*/ 20 h 3490"/>
                <a:gd name="T48" fmla="*/ 20 w 3485"/>
                <a:gd name="T49" fmla="*/ 21 h 3490"/>
                <a:gd name="T50" fmla="*/ 21 w 3485"/>
                <a:gd name="T51" fmla="*/ 23 h 3490"/>
                <a:gd name="T52" fmla="*/ 21 w 3485"/>
                <a:gd name="T53" fmla="*/ 26 h 3490"/>
                <a:gd name="T54" fmla="*/ 20 w 3485"/>
                <a:gd name="T55" fmla="*/ 28 h 3490"/>
                <a:gd name="T56" fmla="*/ 18 w 3485"/>
                <a:gd name="T57" fmla="*/ 28 h 3490"/>
                <a:gd name="T58" fmla="*/ 17 w 3485"/>
                <a:gd name="T59" fmla="*/ 26 h 3490"/>
                <a:gd name="T60" fmla="*/ 17 w 3485"/>
                <a:gd name="T61" fmla="*/ 23 h 3490"/>
                <a:gd name="T62" fmla="*/ 18 w 3485"/>
                <a:gd name="T63" fmla="*/ 21 h 3490"/>
                <a:gd name="T64" fmla="*/ 19 w 3485"/>
                <a:gd name="T65" fmla="*/ 11 h 3490"/>
                <a:gd name="T66" fmla="*/ 20 w 3485"/>
                <a:gd name="T67" fmla="*/ 13 h 3490"/>
                <a:gd name="T68" fmla="*/ 21 w 3485"/>
                <a:gd name="T69" fmla="*/ 15 h 3490"/>
                <a:gd name="T70" fmla="*/ 20 w 3485"/>
                <a:gd name="T71" fmla="*/ 17 h 3490"/>
                <a:gd name="T72" fmla="*/ 18 w 3485"/>
                <a:gd name="T73" fmla="*/ 17 h 3490"/>
                <a:gd name="T74" fmla="*/ 17 w 3485"/>
                <a:gd name="T75" fmla="*/ 16 h 3490"/>
                <a:gd name="T76" fmla="*/ 17 w 3485"/>
                <a:gd name="T77" fmla="*/ 13 h 3490"/>
                <a:gd name="T78" fmla="*/ 18 w 3485"/>
                <a:gd name="T79" fmla="*/ 11 h 3490"/>
                <a:gd name="T80" fmla="*/ 26 w 3485"/>
                <a:gd name="T81" fmla="*/ 7 h 3490"/>
                <a:gd name="T82" fmla="*/ 27 w 3485"/>
                <a:gd name="T83" fmla="*/ 8 h 3490"/>
                <a:gd name="T84" fmla="*/ 27 w 3485"/>
                <a:gd name="T85" fmla="*/ 11 h 3490"/>
                <a:gd name="T86" fmla="*/ 26 w 3485"/>
                <a:gd name="T87" fmla="*/ 13 h 3490"/>
                <a:gd name="T88" fmla="*/ 25 w 3485"/>
                <a:gd name="T89" fmla="*/ 13 h 3490"/>
                <a:gd name="T90" fmla="*/ 24 w 3485"/>
                <a:gd name="T91" fmla="*/ 12 h 3490"/>
                <a:gd name="T92" fmla="*/ 24 w 3485"/>
                <a:gd name="T93" fmla="*/ 9 h 3490"/>
                <a:gd name="T94" fmla="*/ 24 w 3485"/>
                <a:gd name="T95" fmla="*/ 7 h 3490"/>
                <a:gd name="T96" fmla="*/ 26 w 3485"/>
                <a:gd name="T97" fmla="*/ 17 h 3490"/>
                <a:gd name="T98" fmla="*/ 27 w 3485"/>
                <a:gd name="T99" fmla="*/ 18 h 3490"/>
                <a:gd name="T100" fmla="*/ 28 w 3485"/>
                <a:gd name="T101" fmla="*/ 21 h 3490"/>
                <a:gd name="T102" fmla="*/ 27 w 3485"/>
                <a:gd name="T103" fmla="*/ 23 h 3490"/>
                <a:gd name="T104" fmla="*/ 26 w 3485"/>
                <a:gd name="T105" fmla="*/ 24 h 3490"/>
                <a:gd name="T106" fmla="*/ 24 w 3485"/>
                <a:gd name="T107" fmla="*/ 23 h 3490"/>
                <a:gd name="T108" fmla="*/ 24 w 3485"/>
                <a:gd name="T109" fmla="*/ 20 h 3490"/>
                <a:gd name="T110" fmla="*/ 25 w 3485"/>
                <a:gd name="T111" fmla="*/ 18 h 3490"/>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w 3485"/>
                <a:gd name="T169" fmla="*/ 0 h 3490"/>
                <a:gd name="T170" fmla="*/ 3485 w 3485"/>
                <a:gd name="T171" fmla="*/ 3490 h 3490"/>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T168" t="T169" r="T170" b="T171"/>
              <a:pathLst>
                <a:path w="3485" h="3490">
                  <a:moveTo>
                    <a:pt x="1754" y="0"/>
                  </a:moveTo>
                  <a:lnTo>
                    <a:pt x="1797" y="2"/>
                  </a:lnTo>
                  <a:lnTo>
                    <a:pt x="1840" y="5"/>
                  </a:lnTo>
                  <a:lnTo>
                    <a:pt x="1881" y="12"/>
                  </a:lnTo>
                  <a:lnTo>
                    <a:pt x="1921" y="20"/>
                  </a:lnTo>
                  <a:lnTo>
                    <a:pt x="1959" y="31"/>
                  </a:lnTo>
                  <a:lnTo>
                    <a:pt x="1994" y="44"/>
                  </a:lnTo>
                  <a:lnTo>
                    <a:pt x="2028" y="59"/>
                  </a:lnTo>
                  <a:lnTo>
                    <a:pt x="2058" y="74"/>
                  </a:lnTo>
                  <a:lnTo>
                    <a:pt x="2086" y="93"/>
                  </a:lnTo>
                  <a:lnTo>
                    <a:pt x="2111" y="113"/>
                  </a:lnTo>
                  <a:lnTo>
                    <a:pt x="2132" y="133"/>
                  </a:lnTo>
                  <a:lnTo>
                    <a:pt x="2151" y="155"/>
                  </a:lnTo>
                  <a:lnTo>
                    <a:pt x="2165" y="179"/>
                  </a:lnTo>
                  <a:lnTo>
                    <a:pt x="2175" y="203"/>
                  </a:lnTo>
                  <a:lnTo>
                    <a:pt x="2182" y="229"/>
                  </a:lnTo>
                  <a:lnTo>
                    <a:pt x="2185" y="255"/>
                  </a:lnTo>
                  <a:lnTo>
                    <a:pt x="2182" y="281"/>
                  </a:lnTo>
                  <a:lnTo>
                    <a:pt x="2175" y="305"/>
                  </a:lnTo>
                  <a:lnTo>
                    <a:pt x="2165" y="330"/>
                  </a:lnTo>
                  <a:lnTo>
                    <a:pt x="2151" y="353"/>
                  </a:lnTo>
                  <a:lnTo>
                    <a:pt x="2132" y="376"/>
                  </a:lnTo>
                  <a:lnTo>
                    <a:pt x="2111" y="397"/>
                  </a:lnTo>
                  <a:lnTo>
                    <a:pt x="2086" y="417"/>
                  </a:lnTo>
                  <a:lnTo>
                    <a:pt x="2058" y="434"/>
                  </a:lnTo>
                  <a:lnTo>
                    <a:pt x="2028" y="451"/>
                  </a:lnTo>
                  <a:lnTo>
                    <a:pt x="1994" y="466"/>
                  </a:lnTo>
                  <a:lnTo>
                    <a:pt x="1959" y="479"/>
                  </a:lnTo>
                  <a:lnTo>
                    <a:pt x="1921" y="489"/>
                  </a:lnTo>
                  <a:lnTo>
                    <a:pt x="1881" y="498"/>
                  </a:lnTo>
                  <a:lnTo>
                    <a:pt x="1840" y="505"/>
                  </a:lnTo>
                  <a:lnTo>
                    <a:pt x="1797" y="508"/>
                  </a:lnTo>
                  <a:lnTo>
                    <a:pt x="1754" y="509"/>
                  </a:lnTo>
                  <a:lnTo>
                    <a:pt x="1710" y="508"/>
                  </a:lnTo>
                  <a:lnTo>
                    <a:pt x="1667" y="505"/>
                  </a:lnTo>
                  <a:lnTo>
                    <a:pt x="1626" y="498"/>
                  </a:lnTo>
                  <a:lnTo>
                    <a:pt x="1586" y="489"/>
                  </a:lnTo>
                  <a:lnTo>
                    <a:pt x="1548" y="479"/>
                  </a:lnTo>
                  <a:lnTo>
                    <a:pt x="1512" y="466"/>
                  </a:lnTo>
                  <a:lnTo>
                    <a:pt x="1479" y="451"/>
                  </a:lnTo>
                  <a:lnTo>
                    <a:pt x="1449" y="434"/>
                  </a:lnTo>
                  <a:lnTo>
                    <a:pt x="1421" y="417"/>
                  </a:lnTo>
                  <a:lnTo>
                    <a:pt x="1395" y="397"/>
                  </a:lnTo>
                  <a:lnTo>
                    <a:pt x="1374" y="376"/>
                  </a:lnTo>
                  <a:lnTo>
                    <a:pt x="1355" y="353"/>
                  </a:lnTo>
                  <a:lnTo>
                    <a:pt x="1341" y="330"/>
                  </a:lnTo>
                  <a:lnTo>
                    <a:pt x="1331" y="305"/>
                  </a:lnTo>
                  <a:lnTo>
                    <a:pt x="1324" y="281"/>
                  </a:lnTo>
                  <a:lnTo>
                    <a:pt x="1321" y="255"/>
                  </a:lnTo>
                  <a:lnTo>
                    <a:pt x="1324" y="229"/>
                  </a:lnTo>
                  <a:lnTo>
                    <a:pt x="1331" y="203"/>
                  </a:lnTo>
                  <a:lnTo>
                    <a:pt x="1341" y="179"/>
                  </a:lnTo>
                  <a:lnTo>
                    <a:pt x="1355" y="155"/>
                  </a:lnTo>
                  <a:lnTo>
                    <a:pt x="1374" y="133"/>
                  </a:lnTo>
                  <a:lnTo>
                    <a:pt x="1395" y="113"/>
                  </a:lnTo>
                  <a:lnTo>
                    <a:pt x="1421" y="93"/>
                  </a:lnTo>
                  <a:lnTo>
                    <a:pt x="1449" y="74"/>
                  </a:lnTo>
                  <a:lnTo>
                    <a:pt x="1479" y="59"/>
                  </a:lnTo>
                  <a:lnTo>
                    <a:pt x="1512" y="44"/>
                  </a:lnTo>
                  <a:lnTo>
                    <a:pt x="1548" y="31"/>
                  </a:lnTo>
                  <a:lnTo>
                    <a:pt x="1586" y="20"/>
                  </a:lnTo>
                  <a:lnTo>
                    <a:pt x="1626" y="12"/>
                  </a:lnTo>
                  <a:lnTo>
                    <a:pt x="1667" y="5"/>
                  </a:lnTo>
                  <a:lnTo>
                    <a:pt x="1710" y="2"/>
                  </a:lnTo>
                  <a:lnTo>
                    <a:pt x="1754" y="0"/>
                  </a:lnTo>
                  <a:close/>
                  <a:moveTo>
                    <a:pt x="239" y="786"/>
                  </a:moveTo>
                  <a:lnTo>
                    <a:pt x="263" y="788"/>
                  </a:lnTo>
                  <a:lnTo>
                    <a:pt x="287" y="794"/>
                  </a:lnTo>
                  <a:lnTo>
                    <a:pt x="309" y="805"/>
                  </a:lnTo>
                  <a:lnTo>
                    <a:pt x="331" y="819"/>
                  </a:lnTo>
                  <a:lnTo>
                    <a:pt x="352" y="836"/>
                  </a:lnTo>
                  <a:lnTo>
                    <a:pt x="372" y="857"/>
                  </a:lnTo>
                  <a:lnTo>
                    <a:pt x="390" y="882"/>
                  </a:lnTo>
                  <a:lnTo>
                    <a:pt x="407" y="909"/>
                  </a:lnTo>
                  <a:lnTo>
                    <a:pt x="423" y="940"/>
                  </a:lnTo>
                  <a:lnTo>
                    <a:pt x="437" y="971"/>
                  </a:lnTo>
                  <a:lnTo>
                    <a:pt x="448" y="1006"/>
                  </a:lnTo>
                  <a:lnTo>
                    <a:pt x="459" y="1043"/>
                  </a:lnTo>
                  <a:lnTo>
                    <a:pt x="467" y="1081"/>
                  </a:lnTo>
                  <a:lnTo>
                    <a:pt x="473" y="1121"/>
                  </a:lnTo>
                  <a:lnTo>
                    <a:pt x="476" y="1163"/>
                  </a:lnTo>
                  <a:lnTo>
                    <a:pt x="478" y="1206"/>
                  </a:lnTo>
                  <a:lnTo>
                    <a:pt x="476" y="1248"/>
                  </a:lnTo>
                  <a:lnTo>
                    <a:pt x="473" y="1290"/>
                  </a:lnTo>
                  <a:lnTo>
                    <a:pt x="467" y="1330"/>
                  </a:lnTo>
                  <a:lnTo>
                    <a:pt x="459" y="1367"/>
                  </a:lnTo>
                  <a:lnTo>
                    <a:pt x="448" y="1405"/>
                  </a:lnTo>
                  <a:lnTo>
                    <a:pt x="437" y="1439"/>
                  </a:lnTo>
                  <a:lnTo>
                    <a:pt x="423" y="1472"/>
                  </a:lnTo>
                  <a:lnTo>
                    <a:pt x="407" y="1501"/>
                  </a:lnTo>
                  <a:lnTo>
                    <a:pt x="390" y="1528"/>
                  </a:lnTo>
                  <a:lnTo>
                    <a:pt x="372" y="1553"/>
                  </a:lnTo>
                  <a:lnTo>
                    <a:pt x="352" y="1574"/>
                  </a:lnTo>
                  <a:lnTo>
                    <a:pt x="331" y="1591"/>
                  </a:lnTo>
                  <a:lnTo>
                    <a:pt x="309" y="1605"/>
                  </a:lnTo>
                  <a:lnTo>
                    <a:pt x="287" y="1616"/>
                  </a:lnTo>
                  <a:lnTo>
                    <a:pt x="263" y="1622"/>
                  </a:lnTo>
                  <a:lnTo>
                    <a:pt x="239" y="1624"/>
                  </a:lnTo>
                  <a:lnTo>
                    <a:pt x="214" y="1622"/>
                  </a:lnTo>
                  <a:lnTo>
                    <a:pt x="191" y="1616"/>
                  </a:lnTo>
                  <a:lnTo>
                    <a:pt x="168" y="1605"/>
                  </a:lnTo>
                  <a:lnTo>
                    <a:pt x="146" y="1591"/>
                  </a:lnTo>
                  <a:lnTo>
                    <a:pt x="125" y="1574"/>
                  </a:lnTo>
                  <a:lnTo>
                    <a:pt x="105" y="1553"/>
                  </a:lnTo>
                  <a:lnTo>
                    <a:pt x="87" y="1528"/>
                  </a:lnTo>
                  <a:lnTo>
                    <a:pt x="70" y="1501"/>
                  </a:lnTo>
                  <a:lnTo>
                    <a:pt x="55" y="1472"/>
                  </a:lnTo>
                  <a:lnTo>
                    <a:pt x="41" y="1439"/>
                  </a:lnTo>
                  <a:lnTo>
                    <a:pt x="29" y="1405"/>
                  </a:lnTo>
                  <a:lnTo>
                    <a:pt x="18" y="1367"/>
                  </a:lnTo>
                  <a:lnTo>
                    <a:pt x="10" y="1330"/>
                  </a:lnTo>
                  <a:lnTo>
                    <a:pt x="4" y="1290"/>
                  </a:lnTo>
                  <a:lnTo>
                    <a:pt x="1" y="1248"/>
                  </a:lnTo>
                  <a:lnTo>
                    <a:pt x="0" y="1206"/>
                  </a:lnTo>
                  <a:lnTo>
                    <a:pt x="1" y="1163"/>
                  </a:lnTo>
                  <a:lnTo>
                    <a:pt x="4" y="1121"/>
                  </a:lnTo>
                  <a:lnTo>
                    <a:pt x="10" y="1081"/>
                  </a:lnTo>
                  <a:lnTo>
                    <a:pt x="18" y="1043"/>
                  </a:lnTo>
                  <a:lnTo>
                    <a:pt x="29" y="1006"/>
                  </a:lnTo>
                  <a:lnTo>
                    <a:pt x="41" y="971"/>
                  </a:lnTo>
                  <a:lnTo>
                    <a:pt x="55" y="940"/>
                  </a:lnTo>
                  <a:lnTo>
                    <a:pt x="70" y="909"/>
                  </a:lnTo>
                  <a:lnTo>
                    <a:pt x="87" y="882"/>
                  </a:lnTo>
                  <a:lnTo>
                    <a:pt x="105" y="857"/>
                  </a:lnTo>
                  <a:lnTo>
                    <a:pt x="125" y="836"/>
                  </a:lnTo>
                  <a:lnTo>
                    <a:pt x="146" y="819"/>
                  </a:lnTo>
                  <a:lnTo>
                    <a:pt x="168" y="805"/>
                  </a:lnTo>
                  <a:lnTo>
                    <a:pt x="191" y="794"/>
                  </a:lnTo>
                  <a:lnTo>
                    <a:pt x="214" y="788"/>
                  </a:lnTo>
                  <a:lnTo>
                    <a:pt x="239" y="786"/>
                  </a:lnTo>
                  <a:close/>
                  <a:moveTo>
                    <a:pt x="1119" y="2495"/>
                  </a:moveTo>
                  <a:lnTo>
                    <a:pt x="1143" y="2498"/>
                  </a:lnTo>
                  <a:lnTo>
                    <a:pt x="1167" y="2504"/>
                  </a:lnTo>
                  <a:lnTo>
                    <a:pt x="1190" y="2514"/>
                  </a:lnTo>
                  <a:lnTo>
                    <a:pt x="1211" y="2528"/>
                  </a:lnTo>
                  <a:lnTo>
                    <a:pt x="1232" y="2546"/>
                  </a:lnTo>
                  <a:lnTo>
                    <a:pt x="1252" y="2567"/>
                  </a:lnTo>
                  <a:lnTo>
                    <a:pt x="1271" y="2592"/>
                  </a:lnTo>
                  <a:lnTo>
                    <a:pt x="1288" y="2618"/>
                  </a:lnTo>
                  <a:lnTo>
                    <a:pt x="1304" y="2648"/>
                  </a:lnTo>
                  <a:lnTo>
                    <a:pt x="1318" y="2681"/>
                  </a:lnTo>
                  <a:lnTo>
                    <a:pt x="1329" y="2715"/>
                  </a:lnTo>
                  <a:lnTo>
                    <a:pt x="1340" y="2752"/>
                  </a:lnTo>
                  <a:lnTo>
                    <a:pt x="1348" y="2790"/>
                  </a:lnTo>
                  <a:lnTo>
                    <a:pt x="1354" y="2830"/>
                  </a:lnTo>
                  <a:lnTo>
                    <a:pt x="1358" y="2872"/>
                  </a:lnTo>
                  <a:lnTo>
                    <a:pt x="1359" y="2914"/>
                  </a:lnTo>
                  <a:lnTo>
                    <a:pt x="1358" y="2956"/>
                  </a:lnTo>
                  <a:lnTo>
                    <a:pt x="1354" y="2998"/>
                  </a:lnTo>
                  <a:lnTo>
                    <a:pt x="1348" y="3038"/>
                  </a:lnTo>
                  <a:lnTo>
                    <a:pt x="1340" y="3077"/>
                  </a:lnTo>
                  <a:lnTo>
                    <a:pt x="1329" y="3113"/>
                  </a:lnTo>
                  <a:lnTo>
                    <a:pt x="1318" y="3147"/>
                  </a:lnTo>
                  <a:lnTo>
                    <a:pt x="1304" y="3180"/>
                  </a:lnTo>
                  <a:lnTo>
                    <a:pt x="1288" y="3209"/>
                  </a:lnTo>
                  <a:lnTo>
                    <a:pt x="1271" y="3238"/>
                  </a:lnTo>
                  <a:lnTo>
                    <a:pt x="1252" y="3261"/>
                  </a:lnTo>
                  <a:lnTo>
                    <a:pt x="1232" y="3282"/>
                  </a:lnTo>
                  <a:lnTo>
                    <a:pt x="1211" y="3301"/>
                  </a:lnTo>
                  <a:lnTo>
                    <a:pt x="1190" y="3315"/>
                  </a:lnTo>
                  <a:lnTo>
                    <a:pt x="1167" y="3325"/>
                  </a:lnTo>
                  <a:lnTo>
                    <a:pt x="1143" y="3331"/>
                  </a:lnTo>
                  <a:lnTo>
                    <a:pt x="1119" y="3334"/>
                  </a:lnTo>
                  <a:lnTo>
                    <a:pt x="1094" y="3331"/>
                  </a:lnTo>
                  <a:lnTo>
                    <a:pt x="1070" y="3325"/>
                  </a:lnTo>
                  <a:lnTo>
                    <a:pt x="1048" y="3315"/>
                  </a:lnTo>
                  <a:lnTo>
                    <a:pt x="1026" y="3301"/>
                  </a:lnTo>
                  <a:lnTo>
                    <a:pt x="1005" y="3282"/>
                  </a:lnTo>
                  <a:lnTo>
                    <a:pt x="985" y="3261"/>
                  </a:lnTo>
                  <a:lnTo>
                    <a:pt x="967" y="3238"/>
                  </a:lnTo>
                  <a:lnTo>
                    <a:pt x="950" y="3209"/>
                  </a:lnTo>
                  <a:lnTo>
                    <a:pt x="935" y="3180"/>
                  </a:lnTo>
                  <a:lnTo>
                    <a:pt x="921" y="3147"/>
                  </a:lnTo>
                  <a:lnTo>
                    <a:pt x="909" y="3113"/>
                  </a:lnTo>
                  <a:lnTo>
                    <a:pt x="898" y="3077"/>
                  </a:lnTo>
                  <a:lnTo>
                    <a:pt x="890" y="3038"/>
                  </a:lnTo>
                  <a:lnTo>
                    <a:pt x="884" y="2998"/>
                  </a:lnTo>
                  <a:lnTo>
                    <a:pt x="881" y="2956"/>
                  </a:lnTo>
                  <a:lnTo>
                    <a:pt x="880" y="2914"/>
                  </a:lnTo>
                  <a:lnTo>
                    <a:pt x="881" y="2872"/>
                  </a:lnTo>
                  <a:lnTo>
                    <a:pt x="884" y="2830"/>
                  </a:lnTo>
                  <a:lnTo>
                    <a:pt x="890" y="2790"/>
                  </a:lnTo>
                  <a:lnTo>
                    <a:pt x="898" y="2752"/>
                  </a:lnTo>
                  <a:lnTo>
                    <a:pt x="909" y="2715"/>
                  </a:lnTo>
                  <a:lnTo>
                    <a:pt x="921" y="2681"/>
                  </a:lnTo>
                  <a:lnTo>
                    <a:pt x="935" y="2648"/>
                  </a:lnTo>
                  <a:lnTo>
                    <a:pt x="950" y="2618"/>
                  </a:lnTo>
                  <a:lnTo>
                    <a:pt x="967" y="2592"/>
                  </a:lnTo>
                  <a:lnTo>
                    <a:pt x="985" y="2567"/>
                  </a:lnTo>
                  <a:lnTo>
                    <a:pt x="1005" y="2546"/>
                  </a:lnTo>
                  <a:lnTo>
                    <a:pt x="1026" y="2528"/>
                  </a:lnTo>
                  <a:lnTo>
                    <a:pt x="1048" y="2514"/>
                  </a:lnTo>
                  <a:lnTo>
                    <a:pt x="1070" y="2504"/>
                  </a:lnTo>
                  <a:lnTo>
                    <a:pt x="1094" y="2498"/>
                  </a:lnTo>
                  <a:lnTo>
                    <a:pt x="1119" y="2495"/>
                  </a:lnTo>
                  <a:close/>
                  <a:moveTo>
                    <a:pt x="2380" y="2651"/>
                  </a:moveTo>
                  <a:lnTo>
                    <a:pt x="2405" y="2654"/>
                  </a:lnTo>
                  <a:lnTo>
                    <a:pt x="2428" y="2660"/>
                  </a:lnTo>
                  <a:lnTo>
                    <a:pt x="2452" y="2670"/>
                  </a:lnTo>
                  <a:lnTo>
                    <a:pt x="2473" y="2684"/>
                  </a:lnTo>
                  <a:lnTo>
                    <a:pt x="2494" y="2703"/>
                  </a:lnTo>
                  <a:lnTo>
                    <a:pt x="2514" y="2724"/>
                  </a:lnTo>
                  <a:lnTo>
                    <a:pt x="2533" y="2747"/>
                  </a:lnTo>
                  <a:lnTo>
                    <a:pt x="2550" y="2774"/>
                  </a:lnTo>
                  <a:lnTo>
                    <a:pt x="2565" y="2805"/>
                  </a:lnTo>
                  <a:lnTo>
                    <a:pt x="2580" y="2838"/>
                  </a:lnTo>
                  <a:lnTo>
                    <a:pt x="2591" y="2872"/>
                  </a:lnTo>
                  <a:lnTo>
                    <a:pt x="2602" y="2908"/>
                  </a:lnTo>
                  <a:lnTo>
                    <a:pt x="2610" y="2947"/>
                  </a:lnTo>
                  <a:lnTo>
                    <a:pt x="2616" y="2987"/>
                  </a:lnTo>
                  <a:lnTo>
                    <a:pt x="2619" y="3029"/>
                  </a:lnTo>
                  <a:lnTo>
                    <a:pt x="2621" y="3071"/>
                  </a:lnTo>
                  <a:lnTo>
                    <a:pt x="2619" y="3113"/>
                  </a:lnTo>
                  <a:lnTo>
                    <a:pt x="2616" y="3155"/>
                  </a:lnTo>
                  <a:lnTo>
                    <a:pt x="2610" y="3195"/>
                  </a:lnTo>
                  <a:lnTo>
                    <a:pt x="2602" y="3233"/>
                  </a:lnTo>
                  <a:lnTo>
                    <a:pt x="2591" y="3270"/>
                  </a:lnTo>
                  <a:lnTo>
                    <a:pt x="2580" y="3304"/>
                  </a:lnTo>
                  <a:lnTo>
                    <a:pt x="2565" y="3337"/>
                  </a:lnTo>
                  <a:lnTo>
                    <a:pt x="2550" y="3367"/>
                  </a:lnTo>
                  <a:lnTo>
                    <a:pt x="2533" y="3393"/>
                  </a:lnTo>
                  <a:lnTo>
                    <a:pt x="2514" y="3418"/>
                  </a:lnTo>
                  <a:lnTo>
                    <a:pt x="2494" y="3439"/>
                  </a:lnTo>
                  <a:lnTo>
                    <a:pt x="2473" y="3457"/>
                  </a:lnTo>
                  <a:lnTo>
                    <a:pt x="2452" y="3471"/>
                  </a:lnTo>
                  <a:lnTo>
                    <a:pt x="2428" y="3481"/>
                  </a:lnTo>
                  <a:lnTo>
                    <a:pt x="2405" y="3487"/>
                  </a:lnTo>
                  <a:lnTo>
                    <a:pt x="2380" y="3490"/>
                  </a:lnTo>
                  <a:lnTo>
                    <a:pt x="2356" y="3487"/>
                  </a:lnTo>
                  <a:lnTo>
                    <a:pt x="2332" y="3481"/>
                  </a:lnTo>
                  <a:lnTo>
                    <a:pt x="2310" y="3471"/>
                  </a:lnTo>
                  <a:lnTo>
                    <a:pt x="2288" y="3457"/>
                  </a:lnTo>
                  <a:lnTo>
                    <a:pt x="2267" y="3439"/>
                  </a:lnTo>
                  <a:lnTo>
                    <a:pt x="2248" y="3418"/>
                  </a:lnTo>
                  <a:lnTo>
                    <a:pt x="2229" y="3393"/>
                  </a:lnTo>
                  <a:lnTo>
                    <a:pt x="2212" y="3367"/>
                  </a:lnTo>
                  <a:lnTo>
                    <a:pt x="2196" y="3337"/>
                  </a:lnTo>
                  <a:lnTo>
                    <a:pt x="2182" y="3304"/>
                  </a:lnTo>
                  <a:lnTo>
                    <a:pt x="2171" y="3270"/>
                  </a:lnTo>
                  <a:lnTo>
                    <a:pt x="2160" y="3233"/>
                  </a:lnTo>
                  <a:lnTo>
                    <a:pt x="2152" y="3195"/>
                  </a:lnTo>
                  <a:lnTo>
                    <a:pt x="2146" y="3155"/>
                  </a:lnTo>
                  <a:lnTo>
                    <a:pt x="2142" y="3113"/>
                  </a:lnTo>
                  <a:lnTo>
                    <a:pt x="2141" y="3071"/>
                  </a:lnTo>
                  <a:lnTo>
                    <a:pt x="2142" y="3029"/>
                  </a:lnTo>
                  <a:lnTo>
                    <a:pt x="2146" y="2987"/>
                  </a:lnTo>
                  <a:lnTo>
                    <a:pt x="2152" y="2947"/>
                  </a:lnTo>
                  <a:lnTo>
                    <a:pt x="2160" y="2908"/>
                  </a:lnTo>
                  <a:lnTo>
                    <a:pt x="2171" y="2872"/>
                  </a:lnTo>
                  <a:lnTo>
                    <a:pt x="2182" y="2838"/>
                  </a:lnTo>
                  <a:lnTo>
                    <a:pt x="2196" y="2805"/>
                  </a:lnTo>
                  <a:lnTo>
                    <a:pt x="2212" y="2774"/>
                  </a:lnTo>
                  <a:lnTo>
                    <a:pt x="2229" y="2747"/>
                  </a:lnTo>
                  <a:lnTo>
                    <a:pt x="2248" y="2724"/>
                  </a:lnTo>
                  <a:lnTo>
                    <a:pt x="2267" y="2703"/>
                  </a:lnTo>
                  <a:lnTo>
                    <a:pt x="2288" y="2684"/>
                  </a:lnTo>
                  <a:lnTo>
                    <a:pt x="2310" y="2670"/>
                  </a:lnTo>
                  <a:lnTo>
                    <a:pt x="2332" y="2660"/>
                  </a:lnTo>
                  <a:lnTo>
                    <a:pt x="2356" y="2654"/>
                  </a:lnTo>
                  <a:lnTo>
                    <a:pt x="2380" y="2651"/>
                  </a:lnTo>
                  <a:close/>
                  <a:moveTo>
                    <a:pt x="2342" y="1355"/>
                  </a:moveTo>
                  <a:lnTo>
                    <a:pt x="2366" y="1357"/>
                  </a:lnTo>
                  <a:lnTo>
                    <a:pt x="2390" y="1363"/>
                  </a:lnTo>
                  <a:lnTo>
                    <a:pt x="2412" y="1373"/>
                  </a:lnTo>
                  <a:lnTo>
                    <a:pt x="2434" y="1387"/>
                  </a:lnTo>
                  <a:lnTo>
                    <a:pt x="2455" y="1405"/>
                  </a:lnTo>
                  <a:lnTo>
                    <a:pt x="2475" y="1426"/>
                  </a:lnTo>
                  <a:lnTo>
                    <a:pt x="2493" y="1451"/>
                  </a:lnTo>
                  <a:lnTo>
                    <a:pt x="2510" y="1478"/>
                  </a:lnTo>
                  <a:lnTo>
                    <a:pt x="2526" y="1507"/>
                  </a:lnTo>
                  <a:lnTo>
                    <a:pt x="2540" y="1540"/>
                  </a:lnTo>
                  <a:lnTo>
                    <a:pt x="2551" y="1574"/>
                  </a:lnTo>
                  <a:lnTo>
                    <a:pt x="2562" y="1611"/>
                  </a:lnTo>
                  <a:lnTo>
                    <a:pt x="2570" y="1649"/>
                  </a:lnTo>
                  <a:lnTo>
                    <a:pt x="2576" y="1689"/>
                  </a:lnTo>
                  <a:lnTo>
                    <a:pt x="2580" y="1731"/>
                  </a:lnTo>
                  <a:lnTo>
                    <a:pt x="2581" y="1773"/>
                  </a:lnTo>
                  <a:lnTo>
                    <a:pt x="2580" y="1815"/>
                  </a:lnTo>
                  <a:lnTo>
                    <a:pt x="2576" y="1858"/>
                  </a:lnTo>
                  <a:lnTo>
                    <a:pt x="2570" y="1897"/>
                  </a:lnTo>
                  <a:lnTo>
                    <a:pt x="2562" y="1936"/>
                  </a:lnTo>
                  <a:lnTo>
                    <a:pt x="2551" y="1972"/>
                  </a:lnTo>
                  <a:lnTo>
                    <a:pt x="2540" y="2008"/>
                  </a:lnTo>
                  <a:lnTo>
                    <a:pt x="2526" y="2039"/>
                  </a:lnTo>
                  <a:lnTo>
                    <a:pt x="2510" y="2070"/>
                  </a:lnTo>
                  <a:lnTo>
                    <a:pt x="2493" y="2097"/>
                  </a:lnTo>
                  <a:lnTo>
                    <a:pt x="2475" y="2121"/>
                  </a:lnTo>
                  <a:lnTo>
                    <a:pt x="2455" y="2142"/>
                  </a:lnTo>
                  <a:lnTo>
                    <a:pt x="2434" y="2160"/>
                  </a:lnTo>
                  <a:lnTo>
                    <a:pt x="2412" y="2174"/>
                  </a:lnTo>
                  <a:lnTo>
                    <a:pt x="2390" y="2185"/>
                  </a:lnTo>
                  <a:lnTo>
                    <a:pt x="2366" y="2191"/>
                  </a:lnTo>
                  <a:lnTo>
                    <a:pt x="2342" y="2193"/>
                  </a:lnTo>
                  <a:lnTo>
                    <a:pt x="2317" y="2191"/>
                  </a:lnTo>
                  <a:lnTo>
                    <a:pt x="2294" y="2185"/>
                  </a:lnTo>
                  <a:lnTo>
                    <a:pt x="2270" y="2174"/>
                  </a:lnTo>
                  <a:lnTo>
                    <a:pt x="2249" y="2160"/>
                  </a:lnTo>
                  <a:lnTo>
                    <a:pt x="2228" y="2142"/>
                  </a:lnTo>
                  <a:lnTo>
                    <a:pt x="2208" y="2121"/>
                  </a:lnTo>
                  <a:lnTo>
                    <a:pt x="2189" y="2097"/>
                  </a:lnTo>
                  <a:lnTo>
                    <a:pt x="2173" y="2070"/>
                  </a:lnTo>
                  <a:lnTo>
                    <a:pt x="2157" y="2039"/>
                  </a:lnTo>
                  <a:lnTo>
                    <a:pt x="2142" y="2008"/>
                  </a:lnTo>
                  <a:lnTo>
                    <a:pt x="2131" y="1972"/>
                  </a:lnTo>
                  <a:lnTo>
                    <a:pt x="2120" y="1936"/>
                  </a:lnTo>
                  <a:lnTo>
                    <a:pt x="2112" y="1897"/>
                  </a:lnTo>
                  <a:lnTo>
                    <a:pt x="2106" y="1858"/>
                  </a:lnTo>
                  <a:lnTo>
                    <a:pt x="2103" y="1815"/>
                  </a:lnTo>
                  <a:lnTo>
                    <a:pt x="2101" y="1773"/>
                  </a:lnTo>
                  <a:lnTo>
                    <a:pt x="2103" y="1731"/>
                  </a:lnTo>
                  <a:lnTo>
                    <a:pt x="2106" y="1689"/>
                  </a:lnTo>
                  <a:lnTo>
                    <a:pt x="2112" y="1649"/>
                  </a:lnTo>
                  <a:lnTo>
                    <a:pt x="2120" y="1611"/>
                  </a:lnTo>
                  <a:lnTo>
                    <a:pt x="2131" y="1574"/>
                  </a:lnTo>
                  <a:lnTo>
                    <a:pt x="2142" y="1540"/>
                  </a:lnTo>
                  <a:lnTo>
                    <a:pt x="2157" y="1507"/>
                  </a:lnTo>
                  <a:lnTo>
                    <a:pt x="2173" y="1478"/>
                  </a:lnTo>
                  <a:lnTo>
                    <a:pt x="2189" y="1451"/>
                  </a:lnTo>
                  <a:lnTo>
                    <a:pt x="2208" y="1426"/>
                  </a:lnTo>
                  <a:lnTo>
                    <a:pt x="2228" y="1405"/>
                  </a:lnTo>
                  <a:lnTo>
                    <a:pt x="2249" y="1387"/>
                  </a:lnTo>
                  <a:lnTo>
                    <a:pt x="2270" y="1373"/>
                  </a:lnTo>
                  <a:lnTo>
                    <a:pt x="2294" y="1363"/>
                  </a:lnTo>
                  <a:lnTo>
                    <a:pt x="2317" y="1357"/>
                  </a:lnTo>
                  <a:lnTo>
                    <a:pt x="2342" y="1355"/>
                  </a:lnTo>
                  <a:close/>
                  <a:moveTo>
                    <a:pt x="3179" y="819"/>
                  </a:moveTo>
                  <a:lnTo>
                    <a:pt x="3204" y="821"/>
                  </a:lnTo>
                  <a:lnTo>
                    <a:pt x="3227" y="827"/>
                  </a:lnTo>
                  <a:lnTo>
                    <a:pt x="3250" y="838"/>
                  </a:lnTo>
                  <a:lnTo>
                    <a:pt x="3272" y="852"/>
                  </a:lnTo>
                  <a:lnTo>
                    <a:pt x="3293" y="869"/>
                  </a:lnTo>
                  <a:lnTo>
                    <a:pt x="3312" y="890"/>
                  </a:lnTo>
                  <a:lnTo>
                    <a:pt x="3331" y="915"/>
                  </a:lnTo>
                  <a:lnTo>
                    <a:pt x="3348" y="942"/>
                  </a:lnTo>
                  <a:lnTo>
                    <a:pt x="3363" y="971"/>
                  </a:lnTo>
                  <a:lnTo>
                    <a:pt x="3377" y="1004"/>
                  </a:lnTo>
                  <a:lnTo>
                    <a:pt x="3389" y="1038"/>
                  </a:lnTo>
                  <a:lnTo>
                    <a:pt x="3400" y="1076"/>
                  </a:lnTo>
                  <a:lnTo>
                    <a:pt x="3408" y="1113"/>
                  </a:lnTo>
                  <a:lnTo>
                    <a:pt x="3414" y="1153"/>
                  </a:lnTo>
                  <a:lnTo>
                    <a:pt x="3417" y="1195"/>
                  </a:lnTo>
                  <a:lnTo>
                    <a:pt x="3418" y="1237"/>
                  </a:lnTo>
                  <a:lnTo>
                    <a:pt x="3417" y="1280"/>
                  </a:lnTo>
                  <a:lnTo>
                    <a:pt x="3414" y="1322"/>
                  </a:lnTo>
                  <a:lnTo>
                    <a:pt x="3408" y="1362"/>
                  </a:lnTo>
                  <a:lnTo>
                    <a:pt x="3400" y="1399"/>
                  </a:lnTo>
                  <a:lnTo>
                    <a:pt x="3389" y="1437"/>
                  </a:lnTo>
                  <a:lnTo>
                    <a:pt x="3377" y="1471"/>
                  </a:lnTo>
                  <a:lnTo>
                    <a:pt x="3363" y="1503"/>
                  </a:lnTo>
                  <a:lnTo>
                    <a:pt x="3348" y="1533"/>
                  </a:lnTo>
                  <a:lnTo>
                    <a:pt x="3331" y="1560"/>
                  </a:lnTo>
                  <a:lnTo>
                    <a:pt x="3312" y="1584"/>
                  </a:lnTo>
                  <a:lnTo>
                    <a:pt x="3293" y="1605"/>
                  </a:lnTo>
                  <a:lnTo>
                    <a:pt x="3272" y="1623"/>
                  </a:lnTo>
                  <a:lnTo>
                    <a:pt x="3250" y="1637"/>
                  </a:lnTo>
                  <a:lnTo>
                    <a:pt x="3227" y="1648"/>
                  </a:lnTo>
                  <a:lnTo>
                    <a:pt x="3204" y="1654"/>
                  </a:lnTo>
                  <a:lnTo>
                    <a:pt x="3179" y="1656"/>
                  </a:lnTo>
                  <a:lnTo>
                    <a:pt x="3155" y="1654"/>
                  </a:lnTo>
                  <a:lnTo>
                    <a:pt x="3131" y="1648"/>
                  </a:lnTo>
                  <a:lnTo>
                    <a:pt x="3108" y="1637"/>
                  </a:lnTo>
                  <a:lnTo>
                    <a:pt x="3087" y="1623"/>
                  </a:lnTo>
                  <a:lnTo>
                    <a:pt x="3066" y="1605"/>
                  </a:lnTo>
                  <a:lnTo>
                    <a:pt x="3046" y="1584"/>
                  </a:lnTo>
                  <a:lnTo>
                    <a:pt x="3027" y="1560"/>
                  </a:lnTo>
                  <a:lnTo>
                    <a:pt x="3011" y="1533"/>
                  </a:lnTo>
                  <a:lnTo>
                    <a:pt x="2994" y="1503"/>
                  </a:lnTo>
                  <a:lnTo>
                    <a:pt x="2980" y="1471"/>
                  </a:lnTo>
                  <a:lnTo>
                    <a:pt x="2968" y="1437"/>
                  </a:lnTo>
                  <a:lnTo>
                    <a:pt x="2958" y="1399"/>
                  </a:lnTo>
                  <a:lnTo>
                    <a:pt x="2950" y="1362"/>
                  </a:lnTo>
                  <a:lnTo>
                    <a:pt x="2944" y="1322"/>
                  </a:lnTo>
                  <a:lnTo>
                    <a:pt x="2940" y="1280"/>
                  </a:lnTo>
                  <a:lnTo>
                    <a:pt x="2939" y="1237"/>
                  </a:lnTo>
                  <a:lnTo>
                    <a:pt x="2940" y="1195"/>
                  </a:lnTo>
                  <a:lnTo>
                    <a:pt x="2944" y="1153"/>
                  </a:lnTo>
                  <a:lnTo>
                    <a:pt x="2950" y="1113"/>
                  </a:lnTo>
                  <a:lnTo>
                    <a:pt x="2958" y="1076"/>
                  </a:lnTo>
                  <a:lnTo>
                    <a:pt x="2968" y="1038"/>
                  </a:lnTo>
                  <a:lnTo>
                    <a:pt x="2980" y="1004"/>
                  </a:lnTo>
                  <a:lnTo>
                    <a:pt x="2994" y="971"/>
                  </a:lnTo>
                  <a:lnTo>
                    <a:pt x="3011" y="942"/>
                  </a:lnTo>
                  <a:lnTo>
                    <a:pt x="3027" y="915"/>
                  </a:lnTo>
                  <a:lnTo>
                    <a:pt x="3046" y="890"/>
                  </a:lnTo>
                  <a:lnTo>
                    <a:pt x="3066" y="869"/>
                  </a:lnTo>
                  <a:lnTo>
                    <a:pt x="3087" y="852"/>
                  </a:lnTo>
                  <a:lnTo>
                    <a:pt x="3108" y="838"/>
                  </a:lnTo>
                  <a:lnTo>
                    <a:pt x="3131" y="827"/>
                  </a:lnTo>
                  <a:lnTo>
                    <a:pt x="3155" y="821"/>
                  </a:lnTo>
                  <a:lnTo>
                    <a:pt x="3179" y="819"/>
                  </a:lnTo>
                  <a:close/>
                  <a:moveTo>
                    <a:pt x="3246" y="2144"/>
                  </a:moveTo>
                  <a:lnTo>
                    <a:pt x="3271" y="2146"/>
                  </a:lnTo>
                  <a:lnTo>
                    <a:pt x="3294" y="2152"/>
                  </a:lnTo>
                  <a:lnTo>
                    <a:pt x="3316" y="2162"/>
                  </a:lnTo>
                  <a:lnTo>
                    <a:pt x="3339" y="2176"/>
                  </a:lnTo>
                  <a:lnTo>
                    <a:pt x="3360" y="2194"/>
                  </a:lnTo>
                  <a:lnTo>
                    <a:pt x="3380" y="2215"/>
                  </a:lnTo>
                  <a:lnTo>
                    <a:pt x="3397" y="2240"/>
                  </a:lnTo>
                  <a:lnTo>
                    <a:pt x="3415" y="2267"/>
                  </a:lnTo>
                  <a:lnTo>
                    <a:pt x="3430" y="2296"/>
                  </a:lnTo>
                  <a:lnTo>
                    <a:pt x="3444" y="2329"/>
                  </a:lnTo>
                  <a:lnTo>
                    <a:pt x="3456" y="2363"/>
                  </a:lnTo>
                  <a:lnTo>
                    <a:pt x="3466" y="2400"/>
                  </a:lnTo>
                  <a:lnTo>
                    <a:pt x="3475" y="2438"/>
                  </a:lnTo>
                  <a:lnTo>
                    <a:pt x="3480" y="2478"/>
                  </a:lnTo>
                  <a:lnTo>
                    <a:pt x="3484" y="2520"/>
                  </a:lnTo>
                  <a:lnTo>
                    <a:pt x="3485" y="2562"/>
                  </a:lnTo>
                  <a:lnTo>
                    <a:pt x="3484" y="2604"/>
                  </a:lnTo>
                  <a:lnTo>
                    <a:pt x="3480" y="2647"/>
                  </a:lnTo>
                  <a:lnTo>
                    <a:pt x="3475" y="2686"/>
                  </a:lnTo>
                  <a:lnTo>
                    <a:pt x="3466" y="2725"/>
                  </a:lnTo>
                  <a:lnTo>
                    <a:pt x="3456" y="2762"/>
                  </a:lnTo>
                  <a:lnTo>
                    <a:pt x="3444" y="2796"/>
                  </a:lnTo>
                  <a:lnTo>
                    <a:pt x="3430" y="2828"/>
                  </a:lnTo>
                  <a:lnTo>
                    <a:pt x="3415" y="2858"/>
                  </a:lnTo>
                  <a:lnTo>
                    <a:pt x="3397" y="2886"/>
                  </a:lnTo>
                  <a:lnTo>
                    <a:pt x="3380" y="2909"/>
                  </a:lnTo>
                  <a:lnTo>
                    <a:pt x="3360" y="2930"/>
                  </a:lnTo>
                  <a:lnTo>
                    <a:pt x="3339" y="2949"/>
                  </a:lnTo>
                  <a:lnTo>
                    <a:pt x="3316" y="2963"/>
                  </a:lnTo>
                  <a:lnTo>
                    <a:pt x="3294" y="2974"/>
                  </a:lnTo>
                  <a:lnTo>
                    <a:pt x="3271" y="2980"/>
                  </a:lnTo>
                  <a:lnTo>
                    <a:pt x="3246" y="2982"/>
                  </a:lnTo>
                  <a:lnTo>
                    <a:pt x="3222" y="2980"/>
                  </a:lnTo>
                  <a:lnTo>
                    <a:pt x="3198" y="2974"/>
                  </a:lnTo>
                  <a:lnTo>
                    <a:pt x="3176" y="2963"/>
                  </a:lnTo>
                  <a:lnTo>
                    <a:pt x="3154" y="2949"/>
                  </a:lnTo>
                  <a:lnTo>
                    <a:pt x="3133" y="2930"/>
                  </a:lnTo>
                  <a:lnTo>
                    <a:pt x="3113" y="2909"/>
                  </a:lnTo>
                  <a:lnTo>
                    <a:pt x="3095" y="2886"/>
                  </a:lnTo>
                  <a:lnTo>
                    <a:pt x="3077" y="2858"/>
                  </a:lnTo>
                  <a:lnTo>
                    <a:pt x="3062" y="2828"/>
                  </a:lnTo>
                  <a:lnTo>
                    <a:pt x="3048" y="2796"/>
                  </a:lnTo>
                  <a:lnTo>
                    <a:pt x="3036" y="2762"/>
                  </a:lnTo>
                  <a:lnTo>
                    <a:pt x="3026" y="2725"/>
                  </a:lnTo>
                  <a:lnTo>
                    <a:pt x="3018" y="2686"/>
                  </a:lnTo>
                  <a:lnTo>
                    <a:pt x="3012" y="2647"/>
                  </a:lnTo>
                  <a:lnTo>
                    <a:pt x="3008" y="2604"/>
                  </a:lnTo>
                  <a:lnTo>
                    <a:pt x="3007" y="2562"/>
                  </a:lnTo>
                  <a:lnTo>
                    <a:pt x="3008" y="2520"/>
                  </a:lnTo>
                  <a:lnTo>
                    <a:pt x="3012" y="2478"/>
                  </a:lnTo>
                  <a:lnTo>
                    <a:pt x="3018" y="2438"/>
                  </a:lnTo>
                  <a:lnTo>
                    <a:pt x="3026" y="2400"/>
                  </a:lnTo>
                  <a:lnTo>
                    <a:pt x="3036" y="2363"/>
                  </a:lnTo>
                  <a:lnTo>
                    <a:pt x="3048" y="2329"/>
                  </a:lnTo>
                  <a:lnTo>
                    <a:pt x="3062" y="2296"/>
                  </a:lnTo>
                  <a:lnTo>
                    <a:pt x="3077" y="2267"/>
                  </a:lnTo>
                  <a:lnTo>
                    <a:pt x="3095" y="2240"/>
                  </a:lnTo>
                  <a:lnTo>
                    <a:pt x="3113" y="2215"/>
                  </a:lnTo>
                  <a:lnTo>
                    <a:pt x="3133" y="2194"/>
                  </a:lnTo>
                  <a:lnTo>
                    <a:pt x="3154" y="2176"/>
                  </a:lnTo>
                  <a:lnTo>
                    <a:pt x="3176" y="2162"/>
                  </a:lnTo>
                  <a:lnTo>
                    <a:pt x="3198" y="2152"/>
                  </a:lnTo>
                  <a:lnTo>
                    <a:pt x="3222" y="2146"/>
                  </a:lnTo>
                  <a:lnTo>
                    <a:pt x="3246" y="214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3634" name="Freeform 48"/>
            <p:cNvSpPr>
              <a:spLocks/>
            </p:cNvSpPr>
            <p:nvPr/>
          </p:nvSpPr>
          <p:spPr bwMode="auto">
            <a:xfrm>
              <a:off x="1267" y="1588"/>
              <a:ext cx="87" cy="52"/>
            </a:xfrm>
            <a:custGeom>
              <a:avLst/>
              <a:gdLst>
                <a:gd name="T0" fmla="*/ 3 w 437"/>
                <a:gd name="T1" fmla="*/ 2 h 260"/>
                <a:gd name="T2" fmla="*/ 3 w 437"/>
                <a:gd name="T3" fmla="*/ 2 h 260"/>
                <a:gd name="T4" fmla="*/ 3 w 437"/>
                <a:gd name="T5" fmla="*/ 2 h 260"/>
                <a:gd name="T6" fmla="*/ 3 w 437"/>
                <a:gd name="T7" fmla="*/ 2 h 260"/>
                <a:gd name="T8" fmla="*/ 3 w 437"/>
                <a:gd name="T9" fmla="*/ 1 h 260"/>
                <a:gd name="T10" fmla="*/ 3 w 437"/>
                <a:gd name="T11" fmla="*/ 1 h 260"/>
                <a:gd name="T12" fmla="*/ 3 w 437"/>
                <a:gd name="T13" fmla="*/ 1 h 260"/>
                <a:gd name="T14" fmla="*/ 3 w 437"/>
                <a:gd name="T15" fmla="*/ 1 h 260"/>
                <a:gd name="T16" fmla="*/ 3 w 437"/>
                <a:gd name="T17" fmla="*/ 1 h 260"/>
                <a:gd name="T18" fmla="*/ 2 w 437"/>
                <a:gd name="T19" fmla="*/ 1 h 260"/>
                <a:gd name="T20" fmla="*/ 2 w 437"/>
                <a:gd name="T21" fmla="*/ 0 h 260"/>
                <a:gd name="T22" fmla="*/ 2 w 437"/>
                <a:gd name="T23" fmla="*/ 0 h 260"/>
                <a:gd name="T24" fmla="*/ 2 w 437"/>
                <a:gd name="T25" fmla="*/ 0 h 260"/>
                <a:gd name="T26" fmla="*/ 1 w 437"/>
                <a:gd name="T27" fmla="*/ 0 h 260"/>
                <a:gd name="T28" fmla="*/ 1 w 437"/>
                <a:gd name="T29" fmla="*/ 0 h 260"/>
                <a:gd name="T30" fmla="*/ 1 w 437"/>
                <a:gd name="T31" fmla="*/ 0 h 260"/>
                <a:gd name="T32" fmla="*/ 0 w 437"/>
                <a:gd name="T33" fmla="*/ 0 h 260"/>
                <a:gd name="T34" fmla="*/ 0 w 437"/>
                <a:gd name="T35" fmla="*/ 0 h 260"/>
                <a:gd name="T36" fmla="*/ 0 w 437"/>
                <a:gd name="T37" fmla="*/ 0 h 260"/>
                <a:gd name="T38" fmla="*/ 0 w 437"/>
                <a:gd name="T39" fmla="*/ 0 h 260"/>
                <a:gd name="T40" fmla="*/ 1 w 437"/>
                <a:gd name="T41" fmla="*/ 0 h 260"/>
                <a:gd name="T42" fmla="*/ 1 w 437"/>
                <a:gd name="T43" fmla="*/ 0 h 260"/>
                <a:gd name="T44" fmla="*/ 1 w 437"/>
                <a:gd name="T45" fmla="*/ 0 h 260"/>
                <a:gd name="T46" fmla="*/ 2 w 437"/>
                <a:gd name="T47" fmla="*/ 0 h 260"/>
                <a:gd name="T48" fmla="*/ 2 w 437"/>
                <a:gd name="T49" fmla="*/ 0 h 260"/>
                <a:gd name="T50" fmla="*/ 2 w 437"/>
                <a:gd name="T51" fmla="*/ 1 h 260"/>
                <a:gd name="T52" fmla="*/ 2 w 437"/>
                <a:gd name="T53" fmla="*/ 1 h 260"/>
                <a:gd name="T54" fmla="*/ 3 w 437"/>
                <a:gd name="T55" fmla="*/ 1 h 260"/>
                <a:gd name="T56" fmla="*/ 3 w 437"/>
                <a:gd name="T57" fmla="*/ 1 h 260"/>
                <a:gd name="T58" fmla="*/ 3 w 437"/>
                <a:gd name="T59" fmla="*/ 1 h 260"/>
                <a:gd name="T60" fmla="*/ 3 w 437"/>
                <a:gd name="T61" fmla="*/ 1 h 260"/>
                <a:gd name="T62" fmla="*/ 3 w 437"/>
                <a:gd name="T63" fmla="*/ 1 h 260"/>
                <a:gd name="T64" fmla="*/ 3 w 437"/>
                <a:gd name="T65" fmla="*/ 2 h 260"/>
                <a:gd name="T66" fmla="*/ 3 w 437"/>
                <a:gd name="T67" fmla="*/ 2 h 260"/>
                <a:gd name="T68" fmla="*/ 3 w 437"/>
                <a:gd name="T69" fmla="*/ 2 h 260"/>
                <a:gd name="T70" fmla="*/ 3 w 437"/>
                <a:gd name="T71" fmla="*/ 2 h 260"/>
                <a:gd name="T72" fmla="*/ 3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437" y="260"/>
                  </a:moveTo>
                  <a:lnTo>
                    <a:pt x="437" y="260"/>
                  </a:lnTo>
                  <a:lnTo>
                    <a:pt x="434" y="233"/>
                  </a:lnTo>
                  <a:lnTo>
                    <a:pt x="427" y="206"/>
                  </a:lnTo>
                  <a:lnTo>
                    <a:pt x="417" y="181"/>
                  </a:lnTo>
                  <a:lnTo>
                    <a:pt x="401" y="157"/>
                  </a:lnTo>
                  <a:lnTo>
                    <a:pt x="383" y="133"/>
                  </a:lnTo>
                  <a:lnTo>
                    <a:pt x="360" y="113"/>
                  </a:lnTo>
                  <a:lnTo>
                    <a:pt x="336" y="93"/>
                  </a:lnTo>
                  <a:lnTo>
                    <a:pt x="308" y="73"/>
                  </a:lnTo>
                  <a:lnTo>
                    <a:pt x="276" y="58"/>
                  </a:lnTo>
                  <a:lnTo>
                    <a:pt x="242" y="43"/>
                  </a:lnTo>
                  <a:lnTo>
                    <a:pt x="207" y="30"/>
                  </a:lnTo>
                  <a:lnTo>
                    <a:pt x="168" y="19"/>
                  </a:lnTo>
                  <a:lnTo>
                    <a:pt x="128" y="11"/>
                  </a:lnTo>
                  <a:lnTo>
                    <a:pt x="87" y="4"/>
                  </a:lnTo>
                  <a:lnTo>
                    <a:pt x="43" y="1"/>
                  </a:lnTo>
                  <a:lnTo>
                    <a:pt x="0" y="0"/>
                  </a:lnTo>
                  <a:lnTo>
                    <a:pt x="0" y="11"/>
                  </a:lnTo>
                  <a:lnTo>
                    <a:pt x="43" y="12"/>
                  </a:lnTo>
                  <a:lnTo>
                    <a:pt x="85" y="16"/>
                  </a:lnTo>
                  <a:lnTo>
                    <a:pt x="126" y="23"/>
                  </a:lnTo>
                  <a:lnTo>
                    <a:pt x="166" y="31"/>
                  </a:lnTo>
                  <a:lnTo>
                    <a:pt x="202" y="42"/>
                  </a:lnTo>
                  <a:lnTo>
                    <a:pt x="237" y="55"/>
                  </a:lnTo>
                  <a:lnTo>
                    <a:pt x="271" y="70"/>
                  </a:lnTo>
                  <a:lnTo>
                    <a:pt x="301" y="85"/>
                  </a:lnTo>
                  <a:lnTo>
                    <a:pt x="329" y="103"/>
                  </a:lnTo>
                  <a:lnTo>
                    <a:pt x="353" y="123"/>
                  </a:lnTo>
                  <a:lnTo>
                    <a:pt x="373" y="143"/>
                  </a:lnTo>
                  <a:lnTo>
                    <a:pt x="392" y="164"/>
                  </a:lnTo>
                  <a:lnTo>
                    <a:pt x="405" y="186"/>
                  </a:lnTo>
                  <a:lnTo>
                    <a:pt x="415" y="211"/>
                  </a:lnTo>
                  <a:lnTo>
                    <a:pt x="422" y="235"/>
                  </a:lnTo>
                  <a:lnTo>
                    <a:pt x="425" y="260"/>
                  </a:lnTo>
                  <a:lnTo>
                    <a:pt x="437"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3635" name="Freeform 49"/>
            <p:cNvSpPr>
              <a:spLocks/>
            </p:cNvSpPr>
            <p:nvPr/>
          </p:nvSpPr>
          <p:spPr bwMode="auto">
            <a:xfrm>
              <a:off x="1267" y="1640"/>
              <a:ext cx="87" cy="52"/>
            </a:xfrm>
            <a:custGeom>
              <a:avLst/>
              <a:gdLst>
                <a:gd name="T0" fmla="*/ 0 w 437"/>
                <a:gd name="T1" fmla="*/ 2 h 260"/>
                <a:gd name="T2" fmla="*/ 0 w 437"/>
                <a:gd name="T3" fmla="*/ 2 h 260"/>
                <a:gd name="T4" fmla="*/ 0 w 437"/>
                <a:gd name="T5" fmla="*/ 2 h 260"/>
                <a:gd name="T6" fmla="*/ 1 w 437"/>
                <a:gd name="T7" fmla="*/ 2 h 260"/>
                <a:gd name="T8" fmla="*/ 1 w 437"/>
                <a:gd name="T9" fmla="*/ 2 h 260"/>
                <a:gd name="T10" fmla="*/ 1 w 437"/>
                <a:gd name="T11" fmla="*/ 2 h 260"/>
                <a:gd name="T12" fmla="*/ 2 w 437"/>
                <a:gd name="T13" fmla="*/ 2 h 260"/>
                <a:gd name="T14" fmla="*/ 2 w 437"/>
                <a:gd name="T15" fmla="*/ 2 h 260"/>
                <a:gd name="T16" fmla="*/ 2 w 437"/>
                <a:gd name="T17" fmla="*/ 2 h 260"/>
                <a:gd name="T18" fmla="*/ 2 w 437"/>
                <a:gd name="T19" fmla="*/ 1 h 260"/>
                <a:gd name="T20" fmla="*/ 3 w 437"/>
                <a:gd name="T21" fmla="*/ 1 h 260"/>
                <a:gd name="T22" fmla="*/ 3 w 437"/>
                <a:gd name="T23" fmla="*/ 1 h 260"/>
                <a:gd name="T24" fmla="*/ 3 w 437"/>
                <a:gd name="T25" fmla="*/ 1 h 260"/>
                <a:gd name="T26" fmla="*/ 3 w 437"/>
                <a:gd name="T27" fmla="*/ 1 h 260"/>
                <a:gd name="T28" fmla="*/ 3 w 437"/>
                <a:gd name="T29" fmla="*/ 1 h 260"/>
                <a:gd name="T30" fmla="*/ 3 w 437"/>
                <a:gd name="T31" fmla="*/ 0 h 260"/>
                <a:gd name="T32" fmla="*/ 3 w 437"/>
                <a:gd name="T33" fmla="*/ 0 h 260"/>
                <a:gd name="T34" fmla="*/ 3 w 437"/>
                <a:gd name="T35" fmla="*/ 0 h 260"/>
                <a:gd name="T36" fmla="*/ 3 w 437"/>
                <a:gd name="T37" fmla="*/ 0 h 260"/>
                <a:gd name="T38" fmla="*/ 3 w 437"/>
                <a:gd name="T39" fmla="*/ 0 h 260"/>
                <a:gd name="T40" fmla="*/ 3 w 437"/>
                <a:gd name="T41" fmla="*/ 0 h 260"/>
                <a:gd name="T42" fmla="*/ 3 w 437"/>
                <a:gd name="T43" fmla="*/ 1 h 260"/>
                <a:gd name="T44" fmla="*/ 3 w 437"/>
                <a:gd name="T45" fmla="*/ 1 h 260"/>
                <a:gd name="T46" fmla="*/ 3 w 437"/>
                <a:gd name="T47" fmla="*/ 1 h 260"/>
                <a:gd name="T48" fmla="*/ 3 w 437"/>
                <a:gd name="T49" fmla="*/ 1 h 260"/>
                <a:gd name="T50" fmla="*/ 3 w 437"/>
                <a:gd name="T51" fmla="*/ 1 h 260"/>
                <a:gd name="T52" fmla="*/ 2 w 437"/>
                <a:gd name="T53" fmla="*/ 1 h 260"/>
                <a:gd name="T54" fmla="*/ 2 w 437"/>
                <a:gd name="T55" fmla="*/ 2 h 260"/>
                <a:gd name="T56" fmla="*/ 2 w 437"/>
                <a:gd name="T57" fmla="*/ 2 h 260"/>
                <a:gd name="T58" fmla="*/ 2 w 437"/>
                <a:gd name="T59" fmla="*/ 2 h 260"/>
                <a:gd name="T60" fmla="*/ 1 w 437"/>
                <a:gd name="T61" fmla="*/ 2 h 260"/>
                <a:gd name="T62" fmla="*/ 1 w 437"/>
                <a:gd name="T63" fmla="*/ 2 h 260"/>
                <a:gd name="T64" fmla="*/ 1 w 437"/>
                <a:gd name="T65" fmla="*/ 2 h 260"/>
                <a:gd name="T66" fmla="*/ 0 w 437"/>
                <a:gd name="T67" fmla="*/ 2 h 260"/>
                <a:gd name="T68" fmla="*/ 0 w 437"/>
                <a:gd name="T69" fmla="*/ 2 h 260"/>
                <a:gd name="T70" fmla="*/ 0 w 437"/>
                <a:gd name="T71" fmla="*/ 2 h 260"/>
                <a:gd name="T72" fmla="*/ 0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0" y="260"/>
                  </a:moveTo>
                  <a:lnTo>
                    <a:pt x="0" y="260"/>
                  </a:lnTo>
                  <a:lnTo>
                    <a:pt x="43" y="259"/>
                  </a:lnTo>
                  <a:lnTo>
                    <a:pt x="87" y="255"/>
                  </a:lnTo>
                  <a:lnTo>
                    <a:pt x="128" y="248"/>
                  </a:lnTo>
                  <a:lnTo>
                    <a:pt x="168" y="240"/>
                  </a:lnTo>
                  <a:lnTo>
                    <a:pt x="207" y="230"/>
                  </a:lnTo>
                  <a:lnTo>
                    <a:pt x="242" y="217"/>
                  </a:lnTo>
                  <a:lnTo>
                    <a:pt x="276" y="202"/>
                  </a:lnTo>
                  <a:lnTo>
                    <a:pt x="308" y="185"/>
                  </a:lnTo>
                  <a:lnTo>
                    <a:pt x="336" y="166"/>
                  </a:lnTo>
                  <a:lnTo>
                    <a:pt x="360" y="146"/>
                  </a:lnTo>
                  <a:lnTo>
                    <a:pt x="383" y="125"/>
                  </a:lnTo>
                  <a:lnTo>
                    <a:pt x="401" y="102"/>
                  </a:lnTo>
                  <a:lnTo>
                    <a:pt x="417" y="77"/>
                  </a:lnTo>
                  <a:lnTo>
                    <a:pt x="427" y="53"/>
                  </a:lnTo>
                  <a:lnTo>
                    <a:pt x="434" y="27"/>
                  </a:lnTo>
                  <a:lnTo>
                    <a:pt x="437" y="0"/>
                  </a:lnTo>
                  <a:lnTo>
                    <a:pt x="425" y="0"/>
                  </a:lnTo>
                  <a:lnTo>
                    <a:pt x="422" y="24"/>
                  </a:lnTo>
                  <a:lnTo>
                    <a:pt x="415" y="48"/>
                  </a:lnTo>
                  <a:lnTo>
                    <a:pt x="405" y="73"/>
                  </a:lnTo>
                  <a:lnTo>
                    <a:pt x="392" y="95"/>
                  </a:lnTo>
                  <a:lnTo>
                    <a:pt x="373" y="116"/>
                  </a:lnTo>
                  <a:lnTo>
                    <a:pt x="353" y="137"/>
                  </a:lnTo>
                  <a:lnTo>
                    <a:pt x="329" y="157"/>
                  </a:lnTo>
                  <a:lnTo>
                    <a:pt x="301" y="173"/>
                  </a:lnTo>
                  <a:lnTo>
                    <a:pt x="271" y="190"/>
                  </a:lnTo>
                  <a:lnTo>
                    <a:pt x="237" y="205"/>
                  </a:lnTo>
                  <a:lnTo>
                    <a:pt x="202" y="218"/>
                  </a:lnTo>
                  <a:lnTo>
                    <a:pt x="166" y="228"/>
                  </a:lnTo>
                  <a:lnTo>
                    <a:pt x="126" y="237"/>
                  </a:lnTo>
                  <a:lnTo>
                    <a:pt x="85" y="244"/>
                  </a:lnTo>
                  <a:lnTo>
                    <a:pt x="43" y="247"/>
                  </a:lnTo>
                  <a:lnTo>
                    <a:pt x="0" y="248"/>
                  </a:lnTo>
                  <a:lnTo>
                    <a:pt x="0"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3636" name="Freeform 50"/>
            <p:cNvSpPr>
              <a:spLocks/>
            </p:cNvSpPr>
            <p:nvPr/>
          </p:nvSpPr>
          <p:spPr bwMode="auto">
            <a:xfrm>
              <a:off x="1179" y="1640"/>
              <a:ext cx="88" cy="52"/>
            </a:xfrm>
            <a:custGeom>
              <a:avLst/>
              <a:gdLst>
                <a:gd name="T0" fmla="*/ 0 w 439"/>
                <a:gd name="T1" fmla="*/ 0 h 260"/>
                <a:gd name="T2" fmla="*/ 0 w 439"/>
                <a:gd name="T3" fmla="*/ 0 h 260"/>
                <a:gd name="T4" fmla="*/ 0 w 439"/>
                <a:gd name="T5" fmla="*/ 0 h 260"/>
                <a:gd name="T6" fmla="*/ 0 w 439"/>
                <a:gd name="T7" fmla="*/ 0 h 260"/>
                <a:gd name="T8" fmla="*/ 0 w 439"/>
                <a:gd name="T9" fmla="*/ 1 h 260"/>
                <a:gd name="T10" fmla="*/ 0 w 439"/>
                <a:gd name="T11" fmla="*/ 1 h 260"/>
                <a:gd name="T12" fmla="*/ 0 w 439"/>
                <a:gd name="T13" fmla="*/ 1 h 260"/>
                <a:gd name="T14" fmla="*/ 1 w 439"/>
                <a:gd name="T15" fmla="*/ 1 h 260"/>
                <a:gd name="T16" fmla="*/ 1 w 439"/>
                <a:gd name="T17" fmla="*/ 1 h 260"/>
                <a:gd name="T18" fmla="*/ 1 w 439"/>
                <a:gd name="T19" fmla="*/ 1 h 260"/>
                <a:gd name="T20" fmla="*/ 1 w 439"/>
                <a:gd name="T21" fmla="*/ 2 h 260"/>
                <a:gd name="T22" fmla="*/ 2 w 439"/>
                <a:gd name="T23" fmla="*/ 2 h 260"/>
                <a:gd name="T24" fmla="*/ 2 w 439"/>
                <a:gd name="T25" fmla="*/ 2 h 260"/>
                <a:gd name="T26" fmla="*/ 2 w 439"/>
                <a:gd name="T27" fmla="*/ 2 h 260"/>
                <a:gd name="T28" fmla="*/ 2 w 439"/>
                <a:gd name="T29" fmla="*/ 2 h 260"/>
                <a:gd name="T30" fmla="*/ 3 w 439"/>
                <a:gd name="T31" fmla="*/ 2 h 260"/>
                <a:gd name="T32" fmla="*/ 3 w 439"/>
                <a:gd name="T33" fmla="*/ 2 h 260"/>
                <a:gd name="T34" fmla="*/ 4 w 439"/>
                <a:gd name="T35" fmla="*/ 2 h 260"/>
                <a:gd name="T36" fmla="*/ 4 w 439"/>
                <a:gd name="T37" fmla="*/ 2 h 260"/>
                <a:gd name="T38" fmla="*/ 3 w 439"/>
                <a:gd name="T39" fmla="*/ 2 h 260"/>
                <a:gd name="T40" fmla="*/ 3 w 439"/>
                <a:gd name="T41" fmla="*/ 2 h 260"/>
                <a:gd name="T42" fmla="*/ 3 w 439"/>
                <a:gd name="T43" fmla="*/ 2 h 260"/>
                <a:gd name="T44" fmla="*/ 2 w 439"/>
                <a:gd name="T45" fmla="*/ 2 h 260"/>
                <a:gd name="T46" fmla="*/ 2 w 439"/>
                <a:gd name="T47" fmla="*/ 2 h 260"/>
                <a:gd name="T48" fmla="*/ 2 w 439"/>
                <a:gd name="T49" fmla="*/ 2 h 260"/>
                <a:gd name="T50" fmla="*/ 1 w 439"/>
                <a:gd name="T51" fmla="*/ 2 h 260"/>
                <a:gd name="T52" fmla="*/ 1 w 439"/>
                <a:gd name="T53" fmla="*/ 1 h 260"/>
                <a:gd name="T54" fmla="*/ 1 w 439"/>
                <a:gd name="T55" fmla="*/ 1 h 260"/>
                <a:gd name="T56" fmla="*/ 1 w 439"/>
                <a:gd name="T57" fmla="*/ 1 h 260"/>
                <a:gd name="T58" fmla="*/ 1 w 439"/>
                <a:gd name="T59" fmla="*/ 1 h 260"/>
                <a:gd name="T60" fmla="*/ 0 w 439"/>
                <a:gd name="T61" fmla="*/ 1 h 260"/>
                <a:gd name="T62" fmla="*/ 0 w 439"/>
                <a:gd name="T63" fmla="*/ 1 h 260"/>
                <a:gd name="T64" fmla="*/ 0 w 439"/>
                <a:gd name="T65" fmla="*/ 0 h 260"/>
                <a:gd name="T66" fmla="*/ 0 w 439"/>
                <a:gd name="T67" fmla="*/ 0 h 260"/>
                <a:gd name="T68" fmla="*/ 0 w 439"/>
                <a:gd name="T69" fmla="*/ 0 h 260"/>
                <a:gd name="T70" fmla="*/ 0 w 439"/>
                <a:gd name="T71" fmla="*/ 0 h 260"/>
                <a:gd name="T72" fmla="*/ 0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0" y="0"/>
                  </a:moveTo>
                  <a:lnTo>
                    <a:pt x="0" y="0"/>
                  </a:lnTo>
                  <a:lnTo>
                    <a:pt x="3" y="27"/>
                  </a:lnTo>
                  <a:lnTo>
                    <a:pt x="10" y="53"/>
                  </a:lnTo>
                  <a:lnTo>
                    <a:pt x="20" y="77"/>
                  </a:lnTo>
                  <a:lnTo>
                    <a:pt x="35" y="102"/>
                  </a:lnTo>
                  <a:lnTo>
                    <a:pt x="54" y="125"/>
                  </a:lnTo>
                  <a:lnTo>
                    <a:pt x="76" y="146"/>
                  </a:lnTo>
                  <a:lnTo>
                    <a:pt x="102" y="166"/>
                  </a:lnTo>
                  <a:lnTo>
                    <a:pt x="130" y="185"/>
                  </a:lnTo>
                  <a:lnTo>
                    <a:pt x="162" y="202"/>
                  </a:lnTo>
                  <a:lnTo>
                    <a:pt x="195" y="217"/>
                  </a:lnTo>
                  <a:lnTo>
                    <a:pt x="231" y="230"/>
                  </a:lnTo>
                  <a:lnTo>
                    <a:pt x="270" y="240"/>
                  </a:lnTo>
                  <a:lnTo>
                    <a:pt x="310" y="248"/>
                  </a:lnTo>
                  <a:lnTo>
                    <a:pt x="351" y="255"/>
                  </a:lnTo>
                  <a:lnTo>
                    <a:pt x="395" y="259"/>
                  </a:lnTo>
                  <a:lnTo>
                    <a:pt x="439" y="260"/>
                  </a:lnTo>
                  <a:lnTo>
                    <a:pt x="439" y="248"/>
                  </a:lnTo>
                  <a:lnTo>
                    <a:pt x="395" y="247"/>
                  </a:lnTo>
                  <a:lnTo>
                    <a:pt x="353" y="244"/>
                  </a:lnTo>
                  <a:lnTo>
                    <a:pt x="312" y="237"/>
                  </a:lnTo>
                  <a:lnTo>
                    <a:pt x="272" y="228"/>
                  </a:lnTo>
                  <a:lnTo>
                    <a:pt x="236" y="218"/>
                  </a:lnTo>
                  <a:lnTo>
                    <a:pt x="200" y="205"/>
                  </a:lnTo>
                  <a:lnTo>
                    <a:pt x="167" y="190"/>
                  </a:lnTo>
                  <a:lnTo>
                    <a:pt x="137" y="173"/>
                  </a:lnTo>
                  <a:lnTo>
                    <a:pt x="109" y="157"/>
                  </a:lnTo>
                  <a:lnTo>
                    <a:pt x="84" y="137"/>
                  </a:lnTo>
                  <a:lnTo>
                    <a:pt x="64" y="116"/>
                  </a:lnTo>
                  <a:lnTo>
                    <a:pt x="45" y="95"/>
                  </a:lnTo>
                  <a:lnTo>
                    <a:pt x="32" y="73"/>
                  </a:lnTo>
                  <a:lnTo>
                    <a:pt x="21" y="48"/>
                  </a:lnTo>
                  <a:lnTo>
                    <a:pt x="14" y="24"/>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3637" name="Freeform 51"/>
            <p:cNvSpPr>
              <a:spLocks/>
            </p:cNvSpPr>
            <p:nvPr/>
          </p:nvSpPr>
          <p:spPr bwMode="auto">
            <a:xfrm>
              <a:off x="1179" y="1588"/>
              <a:ext cx="88" cy="52"/>
            </a:xfrm>
            <a:custGeom>
              <a:avLst/>
              <a:gdLst>
                <a:gd name="T0" fmla="*/ 4 w 439"/>
                <a:gd name="T1" fmla="*/ 0 h 260"/>
                <a:gd name="T2" fmla="*/ 4 w 439"/>
                <a:gd name="T3" fmla="*/ 0 h 260"/>
                <a:gd name="T4" fmla="*/ 3 w 439"/>
                <a:gd name="T5" fmla="*/ 0 h 260"/>
                <a:gd name="T6" fmla="*/ 3 w 439"/>
                <a:gd name="T7" fmla="*/ 0 h 260"/>
                <a:gd name="T8" fmla="*/ 2 w 439"/>
                <a:gd name="T9" fmla="*/ 0 h 260"/>
                <a:gd name="T10" fmla="*/ 2 w 439"/>
                <a:gd name="T11" fmla="*/ 0 h 260"/>
                <a:gd name="T12" fmla="*/ 2 w 439"/>
                <a:gd name="T13" fmla="*/ 0 h 260"/>
                <a:gd name="T14" fmla="*/ 2 w 439"/>
                <a:gd name="T15" fmla="*/ 0 h 260"/>
                <a:gd name="T16" fmla="*/ 1 w 439"/>
                <a:gd name="T17" fmla="*/ 0 h 260"/>
                <a:gd name="T18" fmla="*/ 1 w 439"/>
                <a:gd name="T19" fmla="*/ 1 h 260"/>
                <a:gd name="T20" fmla="*/ 1 w 439"/>
                <a:gd name="T21" fmla="*/ 1 h 260"/>
                <a:gd name="T22" fmla="*/ 1 w 439"/>
                <a:gd name="T23" fmla="*/ 1 h 260"/>
                <a:gd name="T24" fmla="*/ 0 w 439"/>
                <a:gd name="T25" fmla="*/ 1 h 260"/>
                <a:gd name="T26" fmla="*/ 0 w 439"/>
                <a:gd name="T27" fmla="*/ 1 h 260"/>
                <a:gd name="T28" fmla="*/ 0 w 439"/>
                <a:gd name="T29" fmla="*/ 1 h 260"/>
                <a:gd name="T30" fmla="*/ 0 w 439"/>
                <a:gd name="T31" fmla="*/ 2 h 260"/>
                <a:gd name="T32" fmla="*/ 0 w 439"/>
                <a:gd name="T33" fmla="*/ 2 h 260"/>
                <a:gd name="T34" fmla="*/ 0 w 439"/>
                <a:gd name="T35" fmla="*/ 2 h 260"/>
                <a:gd name="T36" fmla="*/ 0 w 439"/>
                <a:gd name="T37" fmla="*/ 2 h 260"/>
                <a:gd name="T38" fmla="*/ 0 w 439"/>
                <a:gd name="T39" fmla="*/ 2 h 260"/>
                <a:gd name="T40" fmla="*/ 0 w 439"/>
                <a:gd name="T41" fmla="*/ 2 h 260"/>
                <a:gd name="T42" fmla="*/ 0 w 439"/>
                <a:gd name="T43" fmla="*/ 1 h 260"/>
                <a:gd name="T44" fmla="*/ 0 w 439"/>
                <a:gd name="T45" fmla="*/ 1 h 260"/>
                <a:gd name="T46" fmla="*/ 1 w 439"/>
                <a:gd name="T47" fmla="*/ 1 h 260"/>
                <a:gd name="T48" fmla="*/ 1 w 439"/>
                <a:gd name="T49" fmla="*/ 1 h 260"/>
                <a:gd name="T50" fmla="*/ 1 w 439"/>
                <a:gd name="T51" fmla="*/ 1 h 260"/>
                <a:gd name="T52" fmla="*/ 1 w 439"/>
                <a:gd name="T53" fmla="*/ 1 h 260"/>
                <a:gd name="T54" fmla="*/ 1 w 439"/>
                <a:gd name="T55" fmla="*/ 1 h 260"/>
                <a:gd name="T56" fmla="*/ 2 w 439"/>
                <a:gd name="T57" fmla="*/ 0 h 260"/>
                <a:gd name="T58" fmla="*/ 2 w 439"/>
                <a:gd name="T59" fmla="*/ 0 h 260"/>
                <a:gd name="T60" fmla="*/ 2 w 439"/>
                <a:gd name="T61" fmla="*/ 0 h 260"/>
                <a:gd name="T62" fmla="*/ 3 w 439"/>
                <a:gd name="T63" fmla="*/ 0 h 260"/>
                <a:gd name="T64" fmla="*/ 3 w 439"/>
                <a:gd name="T65" fmla="*/ 0 h 260"/>
                <a:gd name="T66" fmla="*/ 3 w 439"/>
                <a:gd name="T67" fmla="*/ 0 h 260"/>
                <a:gd name="T68" fmla="*/ 4 w 439"/>
                <a:gd name="T69" fmla="*/ 0 h 260"/>
                <a:gd name="T70" fmla="*/ 4 w 439"/>
                <a:gd name="T71" fmla="*/ 0 h 260"/>
                <a:gd name="T72" fmla="*/ 4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439" y="0"/>
                  </a:moveTo>
                  <a:lnTo>
                    <a:pt x="439" y="0"/>
                  </a:lnTo>
                  <a:lnTo>
                    <a:pt x="395" y="1"/>
                  </a:lnTo>
                  <a:lnTo>
                    <a:pt x="351" y="4"/>
                  </a:lnTo>
                  <a:lnTo>
                    <a:pt x="310" y="11"/>
                  </a:lnTo>
                  <a:lnTo>
                    <a:pt x="270" y="19"/>
                  </a:lnTo>
                  <a:lnTo>
                    <a:pt x="231" y="30"/>
                  </a:lnTo>
                  <a:lnTo>
                    <a:pt x="195" y="43"/>
                  </a:lnTo>
                  <a:lnTo>
                    <a:pt x="162" y="58"/>
                  </a:lnTo>
                  <a:lnTo>
                    <a:pt x="130" y="73"/>
                  </a:lnTo>
                  <a:lnTo>
                    <a:pt x="102" y="93"/>
                  </a:lnTo>
                  <a:lnTo>
                    <a:pt x="76" y="113"/>
                  </a:lnTo>
                  <a:lnTo>
                    <a:pt x="54" y="133"/>
                  </a:lnTo>
                  <a:lnTo>
                    <a:pt x="35" y="157"/>
                  </a:lnTo>
                  <a:lnTo>
                    <a:pt x="20" y="181"/>
                  </a:lnTo>
                  <a:lnTo>
                    <a:pt x="10" y="206"/>
                  </a:lnTo>
                  <a:lnTo>
                    <a:pt x="3" y="233"/>
                  </a:lnTo>
                  <a:lnTo>
                    <a:pt x="0" y="260"/>
                  </a:lnTo>
                  <a:lnTo>
                    <a:pt x="12" y="260"/>
                  </a:lnTo>
                  <a:lnTo>
                    <a:pt x="14" y="235"/>
                  </a:lnTo>
                  <a:lnTo>
                    <a:pt x="21" y="211"/>
                  </a:lnTo>
                  <a:lnTo>
                    <a:pt x="32" y="186"/>
                  </a:lnTo>
                  <a:lnTo>
                    <a:pt x="45" y="164"/>
                  </a:lnTo>
                  <a:lnTo>
                    <a:pt x="64" y="143"/>
                  </a:lnTo>
                  <a:lnTo>
                    <a:pt x="84" y="123"/>
                  </a:lnTo>
                  <a:lnTo>
                    <a:pt x="109" y="103"/>
                  </a:lnTo>
                  <a:lnTo>
                    <a:pt x="137" y="85"/>
                  </a:lnTo>
                  <a:lnTo>
                    <a:pt x="167" y="70"/>
                  </a:lnTo>
                  <a:lnTo>
                    <a:pt x="200" y="55"/>
                  </a:lnTo>
                  <a:lnTo>
                    <a:pt x="236" y="42"/>
                  </a:lnTo>
                  <a:lnTo>
                    <a:pt x="272" y="31"/>
                  </a:lnTo>
                  <a:lnTo>
                    <a:pt x="312" y="23"/>
                  </a:lnTo>
                  <a:lnTo>
                    <a:pt x="353" y="16"/>
                  </a:lnTo>
                  <a:lnTo>
                    <a:pt x="395" y="12"/>
                  </a:lnTo>
                  <a:lnTo>
                    <a:pt x="439" y="11"/>
                  </a:lnTo>
                  <a:lnTo>
                    <a:pt x="439"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3638" name="Freeform 52"/>
            <p:cNvSpPr>
              <a:spLocks/>
            </p:cNvSpPr>
            <p:nvPr/>
          </p:nvSpPr>
          <p:spPr bwMode="auto">
            <a:xfrm>
              <a:off x="964" y="1745"/>
              <a:ext cx="48" cy="85"/>
            </a:xfrm>
            <a:custGeom>
              <a:avLst/>
              <a:gdLst>
                <a:gd name="T0" fmla="*/ 2 w 244"/>
                <a:gd name="T1" fmla="*/ 3 h 426"/>
                <a:gd name="T2" fmla="*/ 2 w 244"/>
                <a:gd name="T3" fmla="*/ 3 h 426"/>
                <a:gd name="T4" fmla="*/ 2 w 244"/>
                <a:gd name="T5" fmla="*/ 3 h 426"/>
                <a:gd name="T6" fmla="*/ 2 w 244"/>
                <a:gd name="T7" fmla="*/ 3 h 426"/>
                <a:gd name="T8" fmla="*/ 2 w 244"/>
                <a:gd name="T9" fmla="*/ 2 h 426"/>
                <a:gd name="T10" fmla="*/ 2 w 244"/>
                <a:gd name="T11" fmla="*/ 2 h 426"/>
                <a:gd name="T12" fmla="*/ 2 w 244"/>
                <a:gd name="T13" fmla="*/ 2 h 426"/>
                <a:gd name="T14" fmla="*/ 2 w 244"/>
                <a:gd name="T15" fmla="*/ 2 h 426"/>
                <a:gd name="T16" fmla="*/ 1 w 244"/>
                <a:gd name="T17" fmla="*/ 1 h 426"/>
                <a:gd name="T18" fmla="*/ 1 w 244"/>
                <a:gd name="T19" fmla="*/ 1 h 426"/>
                <a:gd name="T20" fmla="*/ 1 w 244"/>
                <a:gd name="T21" fmla="*/ 1 h 426"/>
                <a:gd name="T22" fmla="*/ 1 w 244"/>
                <a:gd name="T23" fmla="*/ 1 h 426"/>
                <a:gd name="T24" fmla="*/ 1 w 244"/>
                <a:gd name="T25" fmla="*/ 0 h 426"/>
                <a:gd name="T26" fmla="*/ 1 w 244"/>
                <a:gd name="T27" fmla="*/ 0 h 426"/>
                <a:gd name="T28" fmla="*/ 1 w 244"/>
                <a:gd name="T29" fmla="*/ 0 h 426"/>
                <a:gd name="T30" fmla="*/ 0 w 244"/>
                <a:gd name="T31" fmla="*/ 0 h 426"/>
                <a:gd name="T32" fmla="*/ 0 w 244"/>
                <a:gd name="T33" fmla="*/ 0 h 426"/>
                <a:gd name="T34" fmla="*/ 0 w 244"/>
                <a:gd name="T35" fmla="*/ 0 h 426"/>
                <a:gd name="T36" fmla="*/ 0 w 244"/>
                <a:gd name="T37" fmla="*/ 0 h 426"/>
                <a:gd name="T38" fmla="*/ 0 w 244"/>
                <a:gd name="T39" fmla="*/ 0 h 426"/>
                <a:gd name="T40" fmla="*/ 0 w 244"/>
                <a:gd name="T41" fmla="*/ 0 h 426"/>
                <a:gd name="T42" fmla="*/ 1 w 244"/>
                <a:gd name="T43" fmla="*/ 0 h 426"/>
                <a:gd name="T44" fmla="*/ 1 w 244"/>
                <a:gd name="T45" fmla="*/ 0 h 426"/>
                <a:gd name="T46" fmla="*/ 1 w 244"/>
                <a:gd name="T47" fmla="*/ 0 h 426"/>
                <a:gd name="T48" fmla="*/ 1 w 244"/>
                <a:gd name="T49" fmla="*/ 1 h 426"/>
                <a:gd name="T50" fmla="*/ 1 w 244"/>
                <a:gd name="T51" fmla="*/ 1 h 426"/>
                <a:gd name="T52" fmla="*/ 1 w 244"/>
                <a:gd name="T53" fmla="*/ 1 h 426"/>
                <a:gd name="T54" fmla="*/ 1 w 244"/>
                <a:gd name="T55" fmla="*/ 1 h 426"/>
                <a:gd name="T56" fmla="*/ 1 w 244"/>
                <a:gd name="T57" fmla="*/ 2 h 426"/>
                <a:gd name="T58" fmla="*/ 2 w 244"/>
                <a:gd name="T59" fmla="*/ 2 h 426"/>
                <a:gd name="T60" fmla="*/ 2 w 244"/>
                <a:gd name="T61" fmla="*/ 2 h 426"/>
                <a:gd name="T62" fmla="*/ 2 w 244"/>
                <a:gd name="T63" fmla="*/ 2 h 426"/>
                <a:gd name="T64" fmla="*/ 2 w 244"/>
                <a:gd name="T65" fmla="*/ 3 h 426"/>
                <a:gd name="T66" fmla="*/ 2 w 244"/>
                <a:gd name="T67" fmla="*/ 3 h 426"/>
                <a:gd name="T68" fmla="*/ 2 w 244"/>
                <a:gd name="T69" fmla="*/ 3 h 426"/>
                <a:gd name="T70" fmla="*/ 2 w 244"/>
                <a:gd name="T71" fmla="*/ 3 h 426"/>
                <a:gd name="T72" fmla="*/ 2 w 244"/>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6"/>
                <a:gd name="T113" fmla="*/ 244 w 244"/>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6">
                  <a:moveTo>
                    <a:pt x="244" y="426"/>
                  </a:moveTo>
                  <a:lnTo>
                    <a:pt x="244" y="426"/>
                  </a:lnTo>
                  <a:lnTo>
                    <a:pt x="243" y="383"/>
                  </a:lnTo>
                  <a:lnTo>
                    <a:pt x="240" y="340"/>
                  </a:lnTo>
                  <a:lnTo>
                    <a:pt x="234" y="300"/>
                  </a:lnTo>
                  <a:lnTo>
                    <a:pt x="226" y="262"/>
                  </a:lnTo>
                  <a:lnTo>
                    <a:pt x="215" y="224"/>
                  </a:lnTo>
                  <a:lnTo>
                    <a:pt x="203" y="189"/>
                  </a:lnTo>
                  <a:lnTo>
                    <a:pt x="189" y="157"/>
                  </a:lnTo>
                  <a:lnTo>
                    <a:pt x="174" y="126"/>
                  </a:lnTo>
                  <a:lnTo>
                    <a:pt x="155" y="99"/>
                  </a:lnTo>
                  <a:lnTo>
                    <a:pt x="138" y="74"/>
                  </a:lnTo>
                  <a:lnTo>
                    <a:pt x="118" y="52"/>
                  </a:lnTo>
                  <a:lnTo>
                    <a:pt x="96" y="34"/>
                  </a:lnTo>
                  <a:lnTo>
                    <a:pt x="73" y="19"/>
                  </a:lnTo>
                  <a:lnTo>
                    <a:pt x="50" y="8"/>
                  </a:lnTo>
                  <a:lnTo>
                    <a:pt x="25" y="2"/>
                  </a:lnTo>
                  <a:lnTo>
                    <a:pt x="0" y="0"/>
                  </a:lnTo>
                  <a:lnTo>
                    <a:pt x="0" y="12"/>
                  </a:lnTo>
                  <a:lnTo>
                    <a:pt x="23" y="14"/>
                  </a:lnTo>
                  <a:lnTo>
                    <a:pt x="45" y="20"/>
                  </a:lnTo>
                  <a:lnTo>
                    <a:pt x="66" y="31"/>
                  </a:lnTo>
                  <a:lnTo>
                    <a:pt x="89" y="43"/>
                  </a:lnTo>
                  <a:lnTo>
                    <a:pt x="109" y="61"/>
                  </a:lnTo>
                  <a:lnTo>
                    <a:pt x="129" y="81"/>
                  </a:lnTo>
                  <a:lnTo>
                    <a:pt x="146" y="106"/>
                  </a:lnTo>
                  <a:lnTo>
                    <a:pt x="162" y="133"/>
                  </a:lnTo>
                  <a:lnTo>
                    <a:pt x="178" y="162"/>
                  </a:lnTo>
                  <a:lnTo>
                    <a:pt x="192" y="194"/>
                  </a:lnTo>
                  <a:lnTo>
                    <a:pt x="203" y="229"/>
                  </a:lnTo>
                  <a:lnTo>
                    <a:pt x="214" y="264"/>
                  </a:lnTo>
                  <a:lnTo>
                    <a:pt x="222" y="303"/>
                  </a:lnTo>
                  <a:lnTo>
                    <a:pt x="228" y="342"/>
                  </a:lnTo>
                  <a:lnTo>
                    <a:pt x="232" y="383"/>
                  </a:lnTo>
                  <a:lnTo>
                    <a:pt x="233" y="426"/>
                  </a:lnTo>
                  <a:lnTo>
                    <a:pt x="244"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3639" name="Freeform 53"/>
            <p:cNvSpPr>
              <a:spLocks/>
            </p:cNvSpPr>
            <p:nvPr/>
          </p:nvSpPr>
          <p:spPr bwMode="auto">
            <a:xfrm>
              <a:off x="964" y="1830"/>
              <a:ext cx="48" cy="85"/>
            </a:xfrm>
            <a:custGeom>
              <a:avLst/>
              <a:gdLst>
                <a:gd name="T0" fmla="*/ 0 w 244"/>
                <a:gd name="T1" fmla="*/ 3 h 424"/>
                <a:gd name="T2" fmla="*/ 0 w 244"/>
                <a:gd name="T3" fmla="*/ 3 h 424"/>
                <a:gd name="T4" fmla="*/ 0 w 244"/>
                <a:gd name="T5" fmla="*/ 3 h 424"/>
                <a:gd name="T6" fmla="*/ 0 w 244"/>
                <a:gd name="T7" fmla="*/ 3 h 424"/>
                <a:gd name="T8" fmla="*/ 1 w 244"/>
                <a:gd name="T9" fmla="*/ 3 h 424"/>
                <a:gd name="T10" fmla="*/ 1 w 244"/>
                <a:gd name="T11" fmla="*/ 3 h 424"/>
                <a:gd name="T12" fmla="*/ 1 w 244"/>
                <a:gd name="T13" fmla="*/ 3 h 424"/>
                <a:gd name="T14" fmla="*/ 1 w 244"/>
                <a:gd name="T15" fmla="*/ 3 h 424"/>
                <a:gd name="T16" fmla="*/ 1 w 244"/>
                <a:gd name="T17" fmla="*/ 3 h 424"/>
                <a:gd name="T18" fmla="*/ 1 w 244"/>
                <a:gd name="T19" fmla="*/ 2 h 424"/>
                <a:gd name="T20" fmla="*/ 1 w 244"/>
                <a:gd name="T21" fmla="*/ 2 h 424"/>
                <a:gd name="T22" fmla="*/ 2 w 244"/>
                <a:gd name="T23" fmla="*/ 2 h 424"/>
                <a:gd name="T24" fmla="*/ 2 w 244"/>
                <a:gd name="T25" fmla="*/ 2 h 424"/>
                <a:gd name="T26" fmla="*/ 2 w 244"/>
                <a:gd name="T27" fmla="*/ 1 h 424"/>
                <a:gd name="T28" fmla="*/ 2 w 244"/>
                <a:gd name="T29" fmla="*/ 1 h 424"/>
                <a:gd name="T30" fmla="*/ 2 w 244"/>
                <a:gd name="T31" fmla="*/ 1 h 424"/>
                <a:gd name="T32" fmla="*/ 2 w 244"/>
                <a:gd name="T33" fmla="*/ 0 h 424"/>
                <a:gd name="T34" fmla="*/ 2 w 244"/>
                <a:gd name="T35" fmla="*/ 0 h 424"/>
                <a:gd name="T36" fmla="*/ 2 w 244"/>
                <a:gd name="T37" fmla="*/ 0 h 424"/>
                <a:gd name="T38" fmla="*/ 2 w 244"/>
                <a:gd name="T39" fmla="*/ 0 h 424"/>
                <a:gd name="T40" fmla="*/ 2 w 244"/>
                <a:gd name="T41" fmla="*/ 1 h 424"/>
                <a:gd name="T42" fmla="*/ 2 w 244"/>
                <a:gd name="T43" fmla="*/ 1 h 424"/>
                <a:gd name="T44" fmla="*/ 2 w 244"/>
                <a:gd name="T45" fmla="*/ 1 h 424"/>
                <a:gd name="T46" fmla="*/ 2 w 244"/>
                <a:gd name="T47" fmla="*/ 2 h 424"/>
                <a:gd name="T48" fmla="*/ 1 w 244"/>
                <a:gd name="T49" fmla="*/ 2 h 424"/>
                <a:gd name="T50" fmla="*/ 1 w 244"/>
                <a:gd name="T51" fmla="*/ 2 h 424"/>
                <a:gd name="T52" fmla="*/ 1 w 244"/>
                <a:gd name="T53" fmla="*/ 2 h 424"/>
                <a:gd name="T54" fmla="*/ 1 w 244"/>
                <a:gd name="T55" fmla="*/ 3 h 424"/>
                <a:gd name="T56" fmla="*/ 1 w 244"/>
                <a:gd name="T57" fmla="*/ 3 h 424"/>
                <a:gd name="T58" fmla="*/ 1 w 244"/>
                <a:gd name="T59" fmla="*/ 3 h 424"/>
                <a:gd name="T60" fmla="*/ 1 w 244"/>
                <a:gd name="T61" fmla="*/ 3 h 424"/>
                <a:gd name="T62" fmla="*/ 1 w 244"/>
                <a:gd name="T63" fmla="*/ 3 h 424"/>
                <a:gd name="T64" fmla="*/ 0 w 244"/>
                <a:gd name="T65" fmla="*/ 3 h 424"/>
                <a:gd name="T66" fmla="*/ 0 w 244"/>
                <a:gd name="T67" fmla="*/ 3 h 424"/>
                <a:gd name="T68" fmla="*/ 0 w 244"/>
                <a:gd name="T69" fmla="*/ 3 h 424"/>
                <a:gd name="T70" fmla="*/ 0 w 244"/>
                <a:gd name="T71" fmla="*/ 3 h 424"/>
                <a:gd name="T72" fmla="*/ 0 w 244"/>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4"/>
                <a:gd name="T113" fmla="*/ 244 w 244"/>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4">
                  <a:moveTo>
                    <a:pt x="0" y="424"/>
                  </a:moveTo>
                  <a:lnTo>
                    <a:pt x="0" y="424"/>
                  </a:lnTo>
                  <a:lnTo>
                    <a:pt x="25" y="422"/>
                  </a:lnTo>
                  <a:lnTo>
                    <a:pt x="50" y="416"/>
                  </a:lnTo>
                  <a:lnTo>
                    <a:pt x="73" y="405"/>
                  </a:lnTo>
                  <a:lnTo>
                    <a:pt x="96" y="390"/>
                  </a:lnTo>
                  <a:lnTo>
                    <a:pt x="118" y="373"/>
                  </a:lnTo>
                  <a:lnTo>
                    <a:pt x="138" y="350"/>
                  </a:lnTo>
                  <a:lnTo>
                    <a:pt x="155" y="326"/>
                  </a:lnTo>
                  <a:lnTo>
                    <a:pt x="173" y="299"/>
                  </a:lnTo>
                  <a:lnTo>
                    <a:pt x="189" y="268"/>
                  </a:lnTo>
                  <a:lnTo>
                    <a:pt x="203" y="235"/>
                  </a:lnTo>
                  <a:lnTo>
                    <a:pt x="215" y="201"/>
                  </a:lnTo>
                  <a:lnTo>
                    <a:pt x="226" y="163"/>
                  </a:lnTo>
                  <a:lnTo>
                    <a:pt x="234" y="125"/>
                  </a:lnTo>
                  <a:lnTo>
                    <a:pt x="240" y="85"/>
                  </a:lnTo>
                  <a:lnTo>
                    <a:pt x="243" y="42"/>
                  </a:lnTo>
                  <a:lnTo>
                    <a:pt x="244" y="0"/>
                  </a:lnTo>
                  <a:lnTo>
                    <a:pt x="233" y="0"/>
                  </a:lnTo>
                  <a:lnTo>
                    <a:pt x="232" y="42"/>
                  </a:lnTo>
                  <a:lnTo>
                    <a:pt x="228" y="83"/>
                  </a:lnTo>
                  <a:lnTo>
                    <a:pt x="222" y="123"/>
                  </a:lnTo>
                  <a:lnTo>
                    <a:pt x="214" y="160"/>
                  </a:lnTo>
                  <a:lnTo>
                    <a:pt x="203" y="197"/>
                  </a:lnTo>
                  <a:lnTo>
                    <a:pt x="192" y="231"/>
                  </a:lnTo>
                  <a:lnTo>
                    <a:pt x="178" y="263"/>
                  </a:lnTo>
                  <a:lnTo>
                    <a:pt x="164" y="292"/>
                  </a:lnTo>
                  <a:lnTo>
                    <a:pt x="146" y="319"/>
                  </a:lnTo>
                  <a:lnTo>
                    <a:pt x="129" y="343"/>
                  </a:lnTo>
                  <a:lnTo>
                    <a:pt x="109" y="363"/>
                  </a:lnTo>
                  <a:lnTo>
                    <a:pt x="89" y="381"/>
                  </a:lnTo>
                  <a:lnTo>
                    <a:pt x="66" y="394"/>
                  </a:lnTo>
                  <a:lnTo>
                    <a:pt x="45" y="404"/>
                  </a:lnTo>
                  <a:lnTo>
                    <a:pt x="23" y="410"/>
                  </a:lnTo>
                  <a:lnTo>
                    <a:pt x="0" y="412"/>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3640" name="Freeform 54"/>
            <p:cNvSpPr>
              <a:spLocks/>
            </p:cNvSpPr>
            <p:nvPr/>
          </p:nvSpPr>
          <p:spPr bwMode="auto">
            <a:xfrm>
              <a:off x="915" y="1830"/>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1" y="42"/>
                  </a:lnTo>
                  <a:lnTo>
                    <a:pt x="4" y="85"/>
                  </a:lnTo>
                  <a:lnTo>
                    <a:pt x="10" y="125"/>
                  </a:lnTo>
                  <a:lnTo>
                    <a:pt x="19" y="163"/>
                  </a:lnTo>
                  <a:lnTo>
                    <a:pt x="29" y="201"/>
                  </a:lnTo>
                  <a:lnTo>
                    <a:pt x="41" y="235"/>
                  </a:lnTo>
                  <a:lnTo>
                    <a:pt x="55" y="268"/>
                  </a:lnTo>
                  <a:lnTo>
                    <a:pt x="71" y="299"/>
                  </a:lnTo>
                  <a:lnTo>
                    <a:pt x="89" y="326"/>
                  </a:lnTo>
                  <a:lnTo>
                    <a:pt x="106" y="350"/>
                  </a:lnTo>
                  <a:lnTo>
                    <a:pt x="126" y="373"/>
                  </a:lnTo>
                  <a:lnTo>
                    <a:pt x="149" y="390"/>
                  </a:lnTo>
                  <a:lnTo>
                    <a:pt x="171" y="405"/>
                  </a:lnTo>
                  <a:lnTo>
                    <a:pt x="194" y="416"/>
                  </a:lnTo>
                  <a:lnTo>
                    <a:pt x="219" y="422"/>
                  </a:lnTo>
                  <a:lnTo>
                    <a:pt x="245" y="424"/>
                  </a:lnTo>
                  <a:lnTo>
                    <a:pt x="245" y="412"/>
                  </a:lnTo>
                  <a:lnTo>
                    <a:pt x="221" y="410"/>
                  </a:lnTo>
                  <a:lnTo>
                    <a:pt x="199" y="404"/>
                  </a:lnTo>
                  <a:lnTo>
                    <a:pt x="178" y="394"/>
                  </a:lnTo>
                  <a:lnTo>
                    <a:pt x="156" y="381"/>
                  </a:lnTo>
                  <a:lnTo>
                    <a:pt x="136" y="363"/>
                  </a:lnTo>
                  <a:lnTo>
                    <a:pt x="116" y="343"/>
                  </a:lnTo>
                  <a:lnTo>
                    <a:pt x="98" y="319"/>
                  </a:lnTo>
                  <a:lnTo>
                    <a:pt x="81" y="292"/>
                  </a:lnTo>
                  <a:lnTo>
                    <a:pt x="67" y="263"/>
                  </a:lnTo>
                  <a:lnTo>
                    <a:pt x="52" y="231"/>
                  </a:lnTo>
                  <a:lnTo>
                    <a:pt x="41" y="197"/>
                  </a:lnTo>
                  <a:lnTo>
                    <a:pt x="30" y="160"/>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3641" name="Freeform 55"/>
            <p:cNvSpPr>
              <a:spLocks/>
            </p:cNvSpPr>
            <p:nvPr/>
          </p:nvSpPr>
          <p:spPr bwMode="auto">
            <a:xfrm>
              <a:off x="915" y="1745"/>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0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19" y="2"/>
                  </a:lnTo>
                  <a:lnTo>
                    <a:pt x="194" y="8"/>
                  </a:lnTo>
                  <a:lnTo>
                    <a:pt x="171" y="19"/>
                  </a:lnTo>
                  <a:lnTo>
                    <a:pt x="149" y="34"/>
                  </a:lnTo>
                  <a:lnTo>
                    <a:pt x="126" y="52"/>
                  </a:lnTo>
                  <a:lnTo>
                    <a:pt x="106" y="74"/>
                  </a:lnTo>
                  <a:lnTo>
                    <a:pt x="89" y="99"/>
                  </a:lnTo>
                  <a:lnTo>
                    <a:pt x="70" y="126"/>
                  </a:lnTo>
                  <a:lnTo>
                    <a:pt x="55" y="157"/>
                  </a:lnTo>
                  <a:lnTo>
                    <a:pt x="41" y="189"/>
                  </a:lnTo>
                  <a:lnTo>
                    <a:pt x="29" y="224"/>
                  </a:lnTo>
                  <a:lnTo>
                    <a:pt x="19" y="262"/>
                  </a:lnTo>
                  <a:lnTo>
                    <a:pt x="10" y="300"/>
                  </a:lnTo>
                  <a:lnTo>
                    <a:pt x="4" y="340"/>
                  </a:lnTo>
                  <a:lnTo>
                    <a:pt x="1" y="383"/>
                  </a:lnTo>
                  <a:lnTo>
                    <a:pt x="0" y="426"/>
                  </a:lnTo>
                  <a:lnTo>
                    <a:pt x="11" y="426"/>
                  </a:lnTo>
                  <a:lnTo>
                    <a:pt x="13" y="383"/>
                  </a:lnTo>
                  <a:lnTo>
                    <a:pt x="16" y="342"/>
                  </a:lnTo>
                  <a:lnTo>
                    <a:pt x="22" y="303"/>
                  </a:lnTo>
                  <a:lnTo>
                    <a:pt x="30" y="264"/>
                  </a:lnTo>
                  <a:lnTo>
                    <a:pt x="41" y="229"/>
                  </a:lnTo>
                  <a:lnTo>
                    <a:pt x="52" y="194"/>
                  </a:lnTo>
                  <a:lnTo>
                    <a:pt x="67" y="162"/>
                  </a:lnTo>
                  <a:lnTo>
                    <a:pt x="82" y="133"/>
                  </a:lnTo>
                  <a:lnTo>
                    <a:pt x="98" y="106"/>
                  </a:lnTo>
                  <a:lnTo>
                    <a:pt x="116" y="81"/>
                  </a:lnTo>
                  <a:lnTo>
                    <a:pt x="136" y="61"/>
                  </a:lnTo>
                  <a:lnTo>
                    <a:pt x="156" y="43"/>
                  </a:lnTo>
                  <a:lnTo>
                    <a:pt x="178" y="31"/>
                  </a:lnTo>
                  <a:lnTo>
                    <a:pt x="199" y="20"/>
                  </a:lnTo>
                  <a:lnTo>
                    <a:pt x="221"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3642" name="Freeform 56"/>
            <p:cNvSpPr>
              <a:spLocks/>
            </p:cNvSpPr>
            <p:nvPr/>
          </p:nvSpPr>
          <p:spPr bwMode="auto">
            <a:xfrm>
              <a:off x="1140" y="2087"/>
              <a:ext cx="49" cy="85"/>
            </a:xfrm>
            <a:custGeom>
              <a:avLst/>
              <a:gdLst>
                <a:gd name="T0" fmla="*/ 2 w 246"/>
                <a:gd name="T1" fmla="*/ 3 h 424"/>
                <a:gd name="T2" fmla="*/ 2 w 246"/>
                <a:gd name="T3" fmla="*/ 3 h 424"/>
                <a:gd name="T4" fmla="*/ 2 w 246"/>
                <a:gd name="T5" fmla="*/ 3 h 424"/>
                <a:gd name="T6" fmla="*/ 2 w 246"/>
                <a:gd name="T7" fmla="*/ 3 h 424"/>
                <a:gd name="T8" fmla="*/ 2 w 246"/>
                <a:gd name="T9" fmla="*/ 2 h 424"/>
                <a:gd name="T10" fmla="*/ 2 w 246"/>
                <a:gd name="T11" fmla="*/ 2 h 424"/>
                <a:gd name="T12" fmla="*/ 2 w 246"/>
                <a:gd name="T13" fmla="*/ 2 h 424"/>
                <a:gd name="T14" fmla="*/ 2 w 246"/>
                <a:gd name="T15" fmla="*/ 2 h 424"/>
                <a:gd name="T16" fmla="*/ 2 w 246"/>
                <a:gd name="T17" fmla="*/ 1 h 424"/>
                <a:gd name="T18" fmla="*/ 1 w 246"/>
                <a:gd name="T19" fmla="*/ 1 h 424"/>
                <a:gd name="T20" fmla="*/ 1 w 246"/>
                <a:gd name="T21" fmla="*/ 1 h 424"/>
                <a:gd name="T22" fmla="*/ 1 w 246"/>
                <a:gd name="T23" fmla="*/ 1 h 424"/>
                <a:gd name="T24" fmla="*/ 1 w 246"/>
                <a:gd name="T25" fmla="*/ 0 h 424"/>
                <a:gd name="T26" fmla="*/ 1 w 246"/>
                <a:gd name="T27" fmla="*/ 0 h 424"/>
                <a:gd name="T28" fmla="*/ 1 w 246"/>
                <a:gd name="T29" fmla="*/ 0 h 424"/>
                <a:gd name="T30" fmla="*/ 0 w 246"/>
                <a:gd name="T31" fmla="*/ 0 h 424"/>
                <a:gd name="T32" fmla="*/ 0 w 246"/>
                <a:gd name="T33" fmla="*/ 0 h 424"/>
                <a:gd name="T34" fmla="*/ 0 w 246"/>
                <a:gd name="T35" fmla="*/ 0 h 424"/>
                <a:gd name="T36" fmla="*/ 0 w 246"/>
                <a:gd name="T37" fmla="*/ 0 h 424"/>
                <a:gd name="T38" fmla="*/ 0 w 246"/>
                <a:gd name="T39" fmla="*/ 0 h 424"/>
                <a:gd name="T40" fmla="*/ 0 w 246"/>
                <a:gd name="T41" fmla="*/ 0 h 424"/>
                <a:gd name="T42" fmla="*/ 1 w 246"/>
                <a:gd name="T43" fmla="*/ 0 h 424"/>
                <a:gd name="T44" fmla="*/ 1 w 246"/>
                <a:gd name="T45" fmla="*/ 0 h 424"/>
                <a:gd name="T46" fmla="*/ 1 w 246"/>
                <a:gd name="T47" fmla="*/ 0 h 424"/>
                <a:gd name="T48" fmla="*/ 1 w 246"/>
                <a:gd name="T49" fmla="*/ 1 h 424"/>
                <a:gd name="T50" fmla="*/ 1 w 246"/>
                <a:gd name="T51" fmla="*/ 1 h 424"/>
                <a:gd name="T52" fmla="*/ 1 w 246"/>
                <a:gd name="T53" fmla="*/ 1 h 424"/>
                <a:gd name="T54" fmla="*/ 1 w 246"/>
                <a:gd name="T55" fmla="*/ 1 h 424"/>
                <a:gd name="T56" fmla="*/ 2 w 246"/>
                <a:gd name="T57" fmla="*/ 2 h 424"/>
                <a:gd name="T58" fmla="*/ 2 w 246"/>
                <a:gd name="T59" fmla="*/ 2 h 424"/>
                <a:gd name="T60" fmla="*/ 2 w 246"/>
                <a:gd name="T61" fmla="*/ 2 h 424"/>
                <a:gd name="T62" fmla="*/ 2 w 246"/>
                <a:gd name="T63" fmla="*/ 2 h 424"/>
                <a:gd name="T64" fmla="*/ 2 w 246"/>
                <a:gd name="T65" fmla="*/ 3 h 424"/>
                <a:gd name="T66" fmla="*/ 2 w 246"/>
                <a:gd name="T67" fmla="*/ 3 h 424"/>
                <a:gd name="T68" fmla="*/ 2 w 246"/>
                <a:gd name="T69" fmla="*/ 3 h 424"/>
                <a:gd name="T70" fmla="*/ 2 w 246"/>
                <a:gd name="T71" fmla="*/ 3 h 424"/>
                <a:gd name="T72" fmla="*/ 2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424"/>
                  </a:moveTo>
                  <a:lnTo>
                    <a:pt x="246" y="424"/>
                  </a:lnTo>
                  <a:lnTo>
                    <a:pt x="244" y="382"/>
                  </a:lnTo>
                  <a:lnTo>
                    <a:pt x="241" y="338"/>
                  </a:lnTo>
                  <a:lnTo>
                    <a:pt x="235" y="298"/>
                  </a:lnTo>
                  <a:lnTo>
                    <a:pt x="227" y="261"/>
                  </a:lnTo>
                  <a:lnTo>
                    <a:pt x="216" y="222"/>
                  </a:lnTo>
                  <a:lnTo>
                    <a:pt x="205" y="188"/>
                  </a:lnTo>
                  <a:lnTo>
                    <a:pt x="190" y="155"/>
                  </a:lnTo>
                  <a:lnTo>
                    <a:pt x="174" y="125"/>
                  </a:lnTo>
                  <a:lnTo>
                    <a:pt x="157" y="98"/>
                  </a:lnTo>
                  <a:lnTo>
                    <a:pt x="138" y="73"/>
                  </a:lnTo>
                  <a:lnTo>
                    <a:pt x="118" y="51"/>
                  </a:lnTo>
                  <a:lnTo>
                    <a:pt x="96" y="34"/>
                  </a:lnTo>
                  <a:lnTo>
                    <a:pt x="74" y="18"/>
                  </a:lnTo>
                  <a:lnTo>
                    <a:pt x="50" y="8"/>
                  </a:lnTo>
                  <a:lnTo>
                    <a:pt x="25" y="2"/>
                  </a:lnTo>
                  <a:lnTo>
                    <a:pt x="0" y="0"/>
                  </a:lnTo>
                  <a:lnTo>
                    <a:pt x="0" y="11"/>
                  </a:lnTo>
                  <a:lnTo>
                    <a:pt x="23" y="14"/>
                  </a:lnTo>
                  <a:lnTo>
                    <a:pt x="45" y="19"/>
                  </a:lnTo>
                  <a:lnTo>
                    <a:pt x="67" y="30"/>
                  </a:lnTo>
                  <a:lnTo>
                    <a:pt x="89" y="43"/>
                  </a:lnTo>
                  <a:lnTo>
                    <a:pt x="108" y="60"/>
                  </a:lnTo>
                  <a:lnTo>
                    <a:pt x="128" y="80"/>
                  </a:lnTo>
                  <a:lnTo>
                    <a:pt x="147" y="105"/>
                  </a:lnTo>
                  <a:lnTo>
                    <a:pt x="165" y="132"/>
                  </a:lnTo>
                  <a:lnTo>
                    <a:pt x="179" y="160"/>
                  </a:lnTo>
                  <a:lnTo>
                    <a:pt x="193" y="193"/>
                  </a:lnTo>
                  <a:lnTo>
                    <a:pt x="205" y="227"/>
                  </a:lnTo>
                  <a:lnTo>
                    <a:pt x="215" y="263"/>
                  </a:lnTo>
                  <a:lnTo>
                    <a:pt x="223" y="301"/>
                  </a:lnTo>
                  <a:lnTo>
                    <a:pt x="229" y="341"/>
                  </a:lnTo>
                  <a:lnTo>
                    <a:pt x="233" y="382"/>
                  </a:lnTo>
                  <a:lnTo>
                    <a:pt x="234" y="424"/>
                  </a:lnTo>
                  <a:lnTo>
                    <a:pt x="246"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3643" name="Freeform 57"/>
            <p:cNvSpPr>
              <a:spLocks/>
            </p:cNvSpPr>
            <p:nvPr/>
          </p:nvSpPr>
          <p:spPr bwMode="auto">
            <a:xfrm>
              <a:off x="1140" y="2172"/>
              <a:ext cx="49" cy="85"/>
            </a:xfrm>
            <a:custGeom>
              <a:avLst/>
              <a:gdLst>
                <a:gd name="T0" fmla="*/ 0 w 246"/>
                <a:gd name="T1" fmla="*/ 3 h 426"/>
                <a:gd name="T2" fmla="*/ 0 w 246"/>
                <a:gd name="T3" fmla="*/ 3 h 426"/>
                <a:gd name="T4" fmla="*/ 0 w 246"/>
                <a:gd name="T5" fmla="*/ 3 h 426"/>
                <a:gd name="T6" fmla="*/ 0 w 246"/>
                <a:gd name="T7" fmla="*/ 3 h 426"/>
                <a:gd name="T8" fmla="*/ 1 w 246"/>
                <a:gd name="T9" fmla="*/ 3 h 426"/>
                <a:gd name="T10" fmla="*/ 1 w 246"/>
                <a:gd name="T11" fmla="*/ 3 h 426"/>
                <a:gd name="T12" fmla="*/ 1 w 246"/>
                <a:gd name="T13" fmla="*/ 3 h 426"/>
                <a:gd name="T14" fmla="*/ 1 w 246"/>
                <a:gd name="T15" fmla="*/ 3 h 426"/>
                <a:gd name="T16" fmla="*/ 1 w 246"/>
                <a:gd name="T17" fmla="*/ 3 h 426"/>
                <a:gd name="T18" fmla="*/ 1 w 246"/>
                <a:gd name="T19" fmla="*/ 2 h 426"/>
                <a:gd name="T20" fmla="*/ 2 w 246"/>
                <a:gd name="T21" fmla="*/ 2 h 426"/>
                <a:gd name="T22" fmla="*/ 2 w 246"/>
                <a:gd name="T23" fmla="*/ 2 h 426"/>
                <a:gd name="T24" fmla="*/ 2 w 246"/>
                <a:gd name="T25" fmla="*/ 2 h 426"/>
                <a:gd name="T26" fmla="*/ 2 w 246"/>
                <a:gd name="T27" fmla="*/ 1 h 426"/>
                <a:gd name="T28" fmla="*/ 2 w 246"/>
                <a:gd name="T29" fmla="*/ 1 h 426"/>
                <a:gd name="T30" fmla="*/ 2 w 246"/>
                <a:gd name="T31" fmla="*/ 1 h 426"/>
                <a:gd name="T32" fmla="*/ 2 w 246"/>
                <a:gd name="T33" fmla="*/ 0 h 426"/>
                <a:gd name="T34" fmla="*/ 2 w 246"/>
                <a:gd name="T35" fmla="*/ 0 h 426"/>
                <a:gd name="T36" fmla="*/ 2 w 246"/>
                <a:gd name="T37" fmla="*/ 0 h 426"/>
                <a:gd name="T38" fmla="*/ 2 w 246"/>
                <a:gd name="T39" fmla="*/ 0 h 426"/>
                <a:gd name="T40" fmla="*/ 2 w 246"/>
                <a:gd name="T41" fmla="*/ 1 h 426"/>
                <a:gd name="T42" fmla="*/ 2 w 246"/>
                <a:gd name="T43" fmla="*/ 1 h 426"/>
                <a:gd name="T44" fmla="*/ 2 w 246"/>
                <a:gd name="T45" fmla="*/ 1 h 426"/>
                <a:gd name="T46" fmla="*/ 2 w 246"/>
                <a:gd name="T47" fmla="*/ 2 h 426"/>
                <a:gd name="T48" fmla="*/ 2 w 246"/>
                <a:gd name="T49" fmla="*/ 2 h 426"/>
                <a:gd name="T50" fmla="*/ 1 w 246"/>
                <a:gd name="T51" fmla="*/ 2 h 426"/>
                <a:gd name="T52" fmla="*/ 1 w 246"/>
                <a:gd name="T53" fmla="*/ 2 h 426"/>
                <a:gd name="T54" fmla="*/ 1 w 246"/>
                <a:gd name="T55" fmla="*/ 3 h 426"/>
                <a:gd name="T56" fmla="*/ 1 w 246"/>
                <a:gd name="T57" fmla="*/ 3 h 426"/>
                <a:gd name="T58" fmla="*/ 1 w 246"/>
                <a:gd name="T59" fmla="*/ 3 h 426"/>
                <a:gd name="T60" fmla="*/ 1 w 246"/>
                <a:gd name="T61" fmla="*/ 3 h 426"/>
                <a:gd name="T62" fmla="*/ 1 w 246"/>
                <a:gd name="T63" fmla="*/ 3 h 426"/>
                <a:gd name="T64" fmla="*/ 0 w 246"/>
                <a:gd name="T65" fmla="*/ 3 h 426"/>
                <a:gd name="T66" fmla="*/ 0 w 246"/>
                <a:gd name="T67" fmla="*/ 3 h 426"/>
                <a:gd name="T68" fmla="*/ 0 w 246"/>
                <a:gd name="T69" fmla="*/ 3 h 426"/>
                <a:gd name="T70" fmla="*/ 0 w 246"/>
                <a:gd name="T71" fmla="*/ 3 h 426"/>
                <a:gd name="T72" fmla="*/ 0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426"/>
                  </a:moveTo>
                  <a:lnTo>
                    <a:pt x="0" y="426"/>
                  </a:lnTo>
                  <a:lnTo>
                    <a:pt x="25" y="423"/>
                  </a:lnTo>
                  <a:lnTo>
                    <a:pt x="50" y="417"/>
                  </a:lnTo>
                  <a:lnTo>
                    <a:pt x="74" y="407"/>
                  </a:lnTo>
                  <a:lnTo>
                    <a:pt x="96" y="392"/>
                  </a:lnTo>
                  <a:lnTo>
                    <a:pt x="118" y="373"/>
                  </a:lnTo>
                  <a:lnTo>
                    <a:pt x="138" y="350"/>
                  </a:lnTo>
                  <a:lnTo>
                    <a:pt x="157" y="327"/>
                  </a:lnTo>
                  <a:lnTo>
                    <a:pt x="175" y="299"/>
                  </a:lnTo>
                  <a:lnTo>
                    <a:pt x="190" y="268"/>
                  </a:lnTo>
                  <a:lnTo>
                    <a:pt x="205" y="236"/>
                  </a:lnTo>
                  <a:lnTo>
                    <a:pt x="216" y="202"/>
                  </a:lnTo>
                  <a:lnTo>
                    <a:pt x="227" y="164"/>
                  </a:lnTo>
                  <a:lnTo>
                    <a:pt x="235" y="125"/>
                  </a:lnTo>
                  <a:lnTo>
                    <a:pt x="241" y="86"/>
                  </a:lnTo>
                  <a:lnTo>
                    <a:pt x="244" y="42"/>
                  </a:lnTo>
                  <a:lnTo>
                    <a:pt x="246" y="0"/>
                  </a:lnTo>
                  <a:lnTo>
                    <a:pt x="234" y="0"/>
                  </a:lnTo>
                  <a:lnTo>
                    <a:pt x="233" y="42"/>
                  </a:lnTo>
                  <a:lnTo>
                    <a:pt x="229" y="83"/>
                  </a:lnTo>
                  <a:lnTo>
                    <a:pt x="223" y="123"/>
                  </a:lnTo>
                  <a:lnTo>
                    <a:pt x="215" y="162"/>
                  </a:lnTo>
                  <a:lnTo>
                    <a:pt x="205" y="197"/>
                  </a:lnTo>
                  <a:lnTo>
                    <a:pt x="193" y="231"/>
                  </a:lnTo>
                  <a:lnTo>
                    <a:pt x="179" y="264"/>
                  </a:lnTo>
                  <a:lnTo>
                    <a:pt x="164" y="292"/>
                  </a:lnTo>
                  <a:lnTo>
                    <a:pt x="147" y="320"/>
                  </a:lnTo>
                  <a:lnTo>
                    <a:pt x="128" y="343"/>
                  </a:lnTo>
                  <a:lnTo>
                    <a:pt x="108" y="363"/>
                  </a:lnTo>
                  <a:lnTo>
                    <a:pt x="89" y="382"/>
                  </a:lnTo>
                  <a:lnTo>
                    <a:pt x="67" y="395"/>
                  </a:lnTo>
                  <a:lnTo>
                    <a:pt x="45" y="406"/>
                  </a:lnTo>
                  <a:lnTo>
                    <a:pt x="23" y="411"/>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3644" name="Freeform 58"/>
            <p:cNvSpPr>
              <a:spLocks/>
            </p:cNvSpPr>
            <p:nvPr/>
          </p:nvSpPr>
          <p:spPr bwMode="auto">
            <a:xfrm>
              <a:off x="1091" y="2172"/>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4" y="86"/>
                  </a:lnTo>
                  <a:lnTo>
                    <a:pt x="10" y="125"/>
                  </a:lnTo>
                  <a:lnTo>
                    <a:pt x="18" y="164"/>
                  </a:lnTo>
                  <a:lnTo>
                    <a:pt x="29" y="202"/>
                  </a:lnTo>
                  <a:lnTo>
                    <a:pt x="41" y="236"/>
                  </a:lnTo>
                  <a:lnTo>
                    <a:pt x="55" y="268"/>
                  </a:lnTo>
                  <a:lnTo>
                    <a:pt x="70" y="299"/>
                  </a:lnTo>
                  <a:lnTo>
                    <a:pt x="89" y="327"/>
                  </a:lnTo>
                  <a:lnTo>
                    <a:pt x="106" y="350"/>
                  </a:lnTo>
                  <a:lnTo>
                    <a:pt x="126" y="373"/>
                  </a:lnTo>
                  <a:lnTo>
                    <a:pt x="148" y="392"/>
                  </a:lnTo>
                  <a:lnTo>
                    <a:pt x="171" y="407"/>
                  </a:lnTo>
                  <a:lnTo>
                    <a:pt x="194" y="417"/>
                  </a:lnTo>
                  <a:lnTo>
                    <a:pt x="219" y="423"/>
                  </a:lnTo>
                  <a:lnTo>
                    <a:pt x="245" y="426"/>
                  </a:lnTo>
                  <a:lnTo>
                    <a:pt x="245" y="414"/>
                  </a:lnTo>
                  <a:lnTo>
                    <a:pt x="221" y="411"/>
                  </a:lnTo>
                  <a:lnTo>
                    <a:pt x="199" y="406"/>
                  </a:lnTo>
                  <a:lnTo>
                    <a:pt x="178" y="395"/>
                  </a:lnTo>
                  <a:lnTo>
                    <a:pt x="155" y="382"/>
                  </a:lnTo>
                  <a:lnTo>
                    <a:pt x="136" y="363"/>
                  </a:lnTo>
                  <a:lnTo>
                    <a:pt x="116" y="343"/>
                  </a:lnTo>
                  <a:lnTo>
                    <a:pt x="98" y="320"/>
                  </a:lnTo>
                  <a:lnTo>
                    <a:pt x="82" y="292"/>
                  </a:lnTo>
                  <a:lnTo>
                    <a:pt x="66" y="264"/>
                  </a:lnTo>
                  <a:lnTo>
                    <a:pt x="52" y="231"/>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3645" name="Freeform 59"/>
            <p:cNvSpPr>
              <a:spLocks/>
            </p:cNvSpPr>
            <p:nvPr/>
          </p:nvSpPr>
          <p:spPr bwMode="auto">
            <a:xfrm>
              <a:off x="1091" y="2087"/>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4" y="8"/>
                  </a:lnTo>
                  <a:lnTo>
                    <a:pt x="171" y="18"/>
                  </a:lnTo>
                  <a:lnTo>
                    <a:pt x="148" y="34"/>
                  </a:lnTo>
                  <a:lnTo>
                    <a:pt x="126" y="51"/>
                  </a:lnTo>
                  <a:lnTo>
                    <a:pt x="106" y="73"/>
                  </a:lnTo>
                  <a:lnTo>
                    <a:pt x="89" y="98"/>
                  </a:lnTo>
                  <a:lnTo>
                    <a:pt x="71" y="125"/>
                  </a:lnTo>
                  <a:lnTo>
                    <a:pt x="55" y="155"/>
                  </a:lnTo>
                  <a:lnTo>
                    <a:pt x="41" y="188"/>
                  </a:lnTo>
                  <a:lnTo>
                    <a:pt x="29" y="222"/>
                  </a:lnTo>
                  <a:lnTo>
                    <a:pt x="18" y="261"/>
                  </a:lnTo>
                  <a:lnTo>
                    <a:pt x="10" y="298"/>
                  </a:lnTo>
                  <a:lnTo>
                    <a:pt x="4" y="338"/>
                  </a:lnTo>
                  <a:lnTo>
                    <a:pt x="1" y="382"/>
                  </a:lnTo>
                  <a:lnTo>
                    <a:pt x="0" y="424"/>
                  </a:lnTo>
                  <a:lnTo>
                    <a:pt x="11" y="424"/>
                  </a:lnTo>
                  <a:lnTo>
                    <a:pt x="13" y="382"/>
                  </a:lnTo>
                  <a:lnTo>
                    <a:pt x="16" y="341"/>
                  </a:lnTo>
                  <a:lnTo>
                    <a:pt x="22" y="301"/>
                  </a:lnTo>
                  <a:lnTo>
                    <a:pt x="30" y="263"/>
                  </a:lnTo>
                  <a:lnTo>
                    <a:pt x="41" y="227"/>
                  </a:lnTo>
                  <a:lnTo>
                    <a:pt x="52" y="193"/>
                  </a:lnTo>
                  <a:lnTo>
                    <a:pt x="66" y="160"/>
                  </a:lnTo>
                  <a:lnTo>
                    <a:pt x="80" y="132"/>
                  </a:lnTo>
                  <a:lnTo>
                    <a:pt x="98" y="105"/>
                  </a:lnTo>
                  <a:lnTo>
                    <a:pt x="116" y="80"/>
                  </a:lnTo>
                  <a:lnTo>
                    <a:pt x="136" y="60"/>
                  </a:lnTo>
                  <a:lnTo>
                    <a:pt x="155" y="43"/>
                  </a:lnTo>
                  <a:lnTo>
                    <a:pt x="178" y="30"/>
                  </a:lnTo>
                  <a:lnTo>
                    <a:pt x="199" y="19"/>
                  </a:lnTo>
                  <a:lnTo>
                    <a:pt x="221" y="14"/>
                  </a:lnTo>
                  <a:lnTo>
                    <a:pt x="245" y="11"/>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3646" name="Freeform 60"/>
            <p:cNvSpPr>
              <a:spLocks/>
            </p:cNvSpPr>
            <p:nvPr/>
          </p:nvSpPr>
          <p:spPr bwMode="auto">
            <a:xfrm>
              <a:off x="1392" y="2118"/>
              <a:ext cx="49" cy="85"/>
            </a:xfrm>
            <a:custGeom>
              <a:avLst/>
              <a:gdLst>
                <a:gd name="T0" fmla="*/ 2 w 246"/>
                <a:gd name="T1" fmla="*/ 3 h 426"/>
                <a:gd name="T2" fmla="*/ 2 w 246"/>
                <a:gd name="T3" fmla="*/ 3 h 426"/>
                <a:gd name="T4" fmla="*/ 2 w 246"/>
                <a:gd name="T5" fmla="*/ 3 h 426"/>
                <a:gd name="T6" fmla="*/ 2 w 246"/>
                <a:gd name="T7" fmla="*/ 3 h 426"/>
                <a:gd name="T8" fmla="*/ 2 w 246"/>
                <a:gd name="T9" fmla="*/ 2 h 426"/>
                <a:gd name="T10" fmla="*/ 2 w 246"/>
                <a:gd name="T11" fmla="*/ 2 h 426"/>
                <a:gd name="T12" fmla="*/ 2 w 246"/>
                <a:gd name="T13" fmla="*/ 2 h 426"/>
                <a:gd name="T14" fmla="*/ 2 w 246"/>
                <a:gd name="T15" fmla="*/ 2 h 426"/>
                <a:gd name="T16" fmla="*/ 2 w 246"/>
                <a:gd name="T17" fmla="*/ 1 h 426"/>
                <a:gd name="T18" fmla="*/ 1 w 246"/>
                <a:gd name="T19" fmla="*/ 1 h 426"/>
                <a:gd name="T20" fmla="*/ 1 w 246"/>
                <a:gd name="T21" fmla="*/ 1 h 426"/>
                <a:gd name="T22" fmla="*/ 1 w 246"/>
                <a:gd name="T23" fmla="*/ 1 h 426"/>
                <a:gd name="T24" fmla="*/ 1 w 246"/>
                <a:gd name="T25" fmla="*/ 0 h 426"/>
                <a:gd name="T26" fmla="*/ 1 w 246"/>
                <a:gd name="T27" fmla="*/ 0 h 426"/>
                <a:gd name="T28" fmla="*/ 1 w 246"/>
                <a:gd name="T29" fmla="*/ 0 h 426"/>
                <a:gd name="T30" fmla="*/ 0 w 246"/>
                <a:gd name="T31" fmla="*/ 0 h 426"/>
                <a:gd name="T32" fmla="*/ 0 w 246"/>
                <a:gd name="T33" fmla="*/ 0 h 426"/>
                <a:gd name="T34" fmla="*/ 0 w 246"/>
                <a:gd name="T35" fmla="*/ 0 h 426"/>
                <a:gd name="T36" fmla="*/ 0 w 246"/>
                <a:gd name="T37" fmla="*/ 0 h 426"/>
                <a:gd name="T38" fmla="*/ 0 w 246"/>
                <a:gd name="T39" fmla="*/ 0 h 426"/>
                <a:gd name="T40" fmla="*/ 0 w 246"/>
                <a:gd name="T41" fmla="*/ 0 h 426"/>
                <a:gd name="T42" fmla="*/ 1 w 246"/>
                <a:gd name="T43" fmla="*/ 0 h 426"/>
                <a:gd name="T44" fmla="*/ 1 w 246"/>
                <a:gd name="T45" fmla="*/ 0 h 426"/>
                <a:gd name="T46" fmla="*/ 1 w 246"/>
                <a:gd name="T47" fmla="*/ 1 h 426"/>
                <a:gd name="T48" fmla="*/ 1 w 246"/>
                <a:gd name="T49" fmla="*/ 1 h 426"/>
                <a:gd name="T50" fmla="*/ 1 w 246"/>
                <a:gd name="T51" fmla="*/ 1 h 426"/>
                <a:gd name="T52" fmla="*/ 1 w 246"/>
                <a:gd name="T53" fmla="*/ 1 h 426"/>
                <a:gd name="T54" fmla="*/ 1 w 246"/>
                <a:gd name="T55" fmla="*/ 1 h 426"/>
                <a:gd name="T56" fmla="*/ 2 w 246"/>
                <a:gd name="T57" fmla="*/ 2 h 426"/>
                <a:gd name="T58" fmla="*/ 2 w 246"/>
                <a:gd name="T59" fmla="*/ 2 h 426"/>
                <a:gd name="T60" fmla="*/ 2 w 246"/>
                <a:gd name="T61" fmla="*/ 2 h 426"/>
                <a:gd name="T62" fmla="*/ 2 w 246"/>
                <a:gd name="T63" fmla="*/ 2 h 426"/>
                <a:gd name="T64" fmla="*/ 2 w 246"/>
                <a:gd name="T65" fmla="*/ 3 h 426"/>
                <a:gd name="T66" fmla="*/ 2 w 246"/>
                <a:gd name="T67" fmla="*/ 3 h 426"/>
                <a:gd name="T68" fmla="*/ 2 w 246"/>
                <a:gd name="T69" fmla="*/ 3 h 426"/>
                <a:gd name="T70" fmla="*/ 2 w 246"/>
                <a:gd name="T71" fmla="*/ 3 h 426"/>
                <a:gd name="T72" fmla="*/ 2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246" y="426"/>
                  </a:moveTo>
                  <a:lnTo>
                    <a:pt x="246" y="426"/>
                  </a:lnTo>
                  <a:lnTo>
                    <a:pt x="245" y="384"/>
                  </a:lnTo>
                  <a:lnTo>
                    <a:pt x="242" y="340"/>
                  </a:lnTo>
                  <a:lnTo>
                    <a:pt x="236" y="301"/>
                  </a:lnTo>
                  <a:lnTo>
                    <a:pt x="228" y="262"/>
                  </a:lnTo>
                  <a:lnTo>
                    <a:pt x="217" y="224"/>
                  </a:lnTo>
                  <a:lnTo>
                    <a:pt x="205" y="190"/>
                  </a:lnTo>
                  <a:lnTo>
                    <a:pt x="191" y="158"/>
                  </a:lnTo>
                  <a:lnTo>
                    <a:pt x="176" y="126"/>
                  </a:lnTo>
                  <a:lnTo>
                    <a:pt x="157" y="99"/>
                  </a:lnTo>
                  <a:lnTo>
                    <a:pt x="139" y="75"/>
                  </a:lnTo>
                  <a:lnTo>
                    <a:pt x="119" y="53"/>
                  </a:lnTo>
                  <a:lnTo>
                    <a:pt x="96" y="34"/>
                  </a:lnTo>
                  <a:lnTo>
                    <a:pt x="75" y="19"/>
                  </a:lnTo>
                  <a:lnTo>
                    <a:pt x="51" y="9"/>
                  </a:lnTo>
                  <a:lnTo>
                    <a:pt x="26" y="3"/>
                  </a:lnTo>
                  <a:lnTo>
                    <a:pt x="0" y="0"/>
                  </a:lnTo>
                  <a:lnTo>
                    <a:pt x="0" y="12"/>
                  </a:lnTo>
                  <a:lnTo>
                    <a:pt x="24" y="15"/>
                  </a:lnTo>
                  <a:lnTo>
                    <a:pt x="46" y="20"/>
                  </a:lnTo>
                  <a:lnTo>
                    <a:pt x="68" y="31"/>
                  </a:lnTo>
                  <a:lnTo>
                    <a:pt x="89" y="44"/>
                  </a:lnTo>
                  <a:lnTo>
                    <a:pt x="109" y="63"/>
                  </a:lnTo>
                  <a:lnTo>
                    <a:pt x="129" y="83"/>
                  </a:lnTo>
                  <a:lnTo>
                    <a:pt x="148" y="106"/>
                  </a:lnTo>
                  <a:lnTo>
                    <a:pt x="164" y="133"/>
                  </a:lnTo>
                  <a:lnTo>
                    <a:pt x="180" y="162"/>
                  </a:lnTo>
                  <a:lnTo>
                    <a:pt x="194" y="195"/>
                  </a:lnTo>
                  <a:lnTo>
                    <a:pt x="205" y="229"/>
                  </a:lnTo>
                  <a:lnTo>
                    <a:pt x="216" y="264"/>
                  </a:lnTo>
                  <a:lnTo>
                    <a:pt x="224" y="303"/>
                  </a:lnTo>
                  <a:lnTo>
                    <a:pt x="230" y="343"/>
                  </a:lnTo>
                  <a:lnTo>
                    <a:pt x="233" y="384"/>
                  </a:lnTo>
                  <a:lnTo>
                    <a:pt x="235" y="426"/>
                  </a:lnTo>
                  <a:lnTo>
                    <a:pt x="246"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3647" name="Freeform 61"/>
            <p:cNvSpPr>
              <a:spLocks/>
            </p:cNvSpPr>
            <p:nvPr/>
          </p:nvSpPr>
          <p:spPr bwMode="auto">
            <a:xfrm>
              <a:off x="1392" y="2203"/>
              <a:ext cx="49" cy="85"/>
            </a:xfrm>
            <a:custGeom>
              <a:avLst/>
              <a:gdLst>
                <a:gd name="T0" fmla="*/ 0 w 246"/>
                <a:gd name="T1" fmla="*/ 3 h 424"/>
                <a:gd name="T2" fmla="*/ 0 w 246"/>
                <a:gd name="T3" fmla="*/ 3 h 424"/>
                <a:gd name="T4" fmla="*/ 0 w 246"/>
                <a:gd name="T5" fmla="*/ 3 h 424"/>
                <a:gd name="T6" fmla="*/ 0 w 246"/>
                <a:gd name="T7" fmla="*/ 3 h 424"/>
                <a:gd name="T8" fmla="*/ 1 w 246"/>
                <a:gd name="T9" fmla="*/ 3 h 424"/>
                <a:gd name="T10" fmla="*/ 1 w 246"/>
                <a:gd name="T11" fmla="*/ 3 h 424"/>
                <a:gd name="T12" fmla="*/ 1 w 246"/>
                <a:gd name="T13" fmla="*/ 3 h 424"/>
                <a:gd name="T14" fmla="*/ 1 w 246"/>
                <a:gd name="T15" fmla="*/ 3 h 424"/>
                <a:gd name="T16" fmla="*/ 1 w 246"/>
                <a:gd name="T17" fmla="*/ 3 h 424"/>
                <a:gd name="T18" fmla="*/ 1 w 246"/>
                <a:gd name="T19" fmla="*/ 2 h 424"/>
                <a:gd name="T20" fmla="*/ 2 w 246"/>
                <a:gd name="T21" fmla="*/ 2 h 424"/>
                <a:gd name="T22" fmla="*/ 2 w 246"/>
                <a:gd name="T23" fmla="*/ 2 h 424"/>
                <a:gd name="T24" fmla="*/ 2 w 246"/>
                <a:gd name="T25" fmla="*/ 2 h 424"/>
                <a:gd name="T26" fmla="*/ 2 w 246"/>
                <a:gd name="T27" fmla="*/ 1 h 424"/>
                <a:gd name="T28" fmla="*/ 2 w 246"/>
                <a:gd name="T29" fmla="*/ 1 h 424"/>
                <a:gd name="T30" fmla="*/ 2 w 246"/>
                <a:gd name="T31" fmla="*/ 1 h 424"/>
                <a:gd name="T32" fmla="*/ 2 w 246"/>
                <a:gd name="T33" fmla="*/ 0 h 424"/>
                <a:gd name="T34" fmla="*/ 2 w 246"/>
                <a:gd name="T35" fmla="*/ 0 h 424"/>
                <a:gd name="T36" fmla="*/ 2 w 246"/>
                <a:gd name="T37" fmla="*/ 0 h 424"/>
                <a:gd name="T38" fmla="*/ 2 w 246"/>
                <a:gd name="T39" fmla="*/ 0 h 424"/>
                <a:gd name="T40" fmla="*/ 2 w 246"/>
                <a:gd name="T41" fmla="*/ 1 h 424"/>
                <a:gd name="T42" fmla="*/ 2 w 246"/>
                <a:gd name="T43" fmla="*/ 1 h 424"/>
                <a:gd name="T44" fmla="*/ 2 w 246"/>
                <a:gd name="T45" fmla="*/ 1 h 424"/>
                <a:gd name="T46" fmla="*/ 2 w 246"/>
                <a:gd name="T47" fmla="*/ 2 h 424"/>
                <a:gd name="T48" fmla="*/ 2 w 246"/>
                <a:gd name="T49" fmla="*/ 2 h 424"/>
                <a:gd name="T50" fmla="*/ 1 w 246"/>
                <a:gd name="T51" fmla="*/ 2 h 424"/>
                <a:gd name="T52" fmla="*/ 1 w 246"/>
                <a:gd name="T53" fmla="*/ 2 h 424"/>
                <a:gd name="T54" fmla="*/ 1 w 246"/>
                <a:gd name="T55" fmla="*/ 3 h 424"/>
                <a:gd name="T56" fmla="*/ 1 w 246"/>
                <a:gd name="T57" fmla="*/ 3 h 424"/>
                <a:gd name="T58" fmla="*/ 1 w 246"/>
                <a:gd name="T59" fmla="*/ 3 h 424"/>
                <a:gd name="T60" fmla="*/ 1 w 246"/>
                <a:gd name="T61" fmla="*/ 3 h 424"/>
                <a:gd name="T62" fmla="*/ 1 w 246"/>
                <a:gd name="T63" fmla="*/ 3 h 424"/>
                <a:gd name="T64" fmla="*/ 0 w 246"/>
                <a:gd name="T65" fmla="*/ 3 h 424"/>
                <a:gd name="T66" fmla="*/ 0 w 246"/>
                <a:gd name="T67" fmla="*/ 3 h 424"/>
                <a:gd name="T68" fmla="*/ 0 w 246"/>
                <a:gd name="T69" fmla="*/ 3 h 424"/>
                <a:gd name="T70" fmla="*/ 0 w 246"/>
                <a:gd name="T71" fmla="*/ 3 h 424"/>
                <a:gd name="T72" fmla="*/ 0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0" y="424"/>
                  </a:moveTo>
                  <a:lnTo>
                    <a:pt x="0" y="424"/>
                  </a:lnTo>
                  <a:lnTo>
                    <a:pt x="26" y="422"/>
                  </a:lnTo>
                  <a:lnTo>
                    <a:pt x="51" y="416"/>
                  </a:lnTo>
                  <a:lnTo>
                    <a:pt x="75" y="406"/>
                  </a:lnTo>
                  <a:lnTo>
                    <a:pt x="96" y="390"/>
                  </a:lnTo>
                  <a:lnTo>
                    <a:pt x="119" y="373"/>
                  </a:lnTo>
                  <a:lnTo>
                    <a:pt x="139" y="351"/>
                  </a:lnTo>
                  <a:lnTo>
                    <a:pt x="157" y="326"/>
                  </a:lnTo>
                  <a:lnTo>
                    <a:pt x="175" y="299"/>
                  </a:lnTo>
                  <a:lnTo>
                    <a:pt x="191" y="269"/>
                  </a:lnTo>
                  <a:lnTo>
                    <a:pt x="205" y="236"/>
                  </a:lnTo>
                  <a:lnTo>
                    <a:pt x="217" y="202"/>
                  </a:lnTo>
                  <a:lnTo>
                    <a:pt x="228" y="163"/>
                  </a:lnTo>
                  <a:lnTo>
                    <a:pt x="236" y="125"/>
                  </a:lnTo>
                  <a:lnTo>
                    <a:pt x="242" y="86"/>
                  </a:lnTo>
                  <a:lnTo>
                    <a:pt x="245" y="42"/>
                  </a:lnTo>
                  <a:lnTo>
                    <a:pt x="246" y="0"/>
                  </a:lnTo>
                  <a:lnTo>
                    <a:pt x="235" y="0"/>
                  </a:lnTo>
                  <a:lnTo>
                    <a:pt x="233" y="42"/>
                  </a:lnTo>
                  <a:lnTo>
                    <a:pt x="230" y="83"/>
                  </a:lnTo>
                  <a:lnTo>
                    <a:pt x="224" y="123"/>
                  </a:lnTo>
                  <a:lnTo>
                    <a:pt x="216" y="161"/>
                  </a:lnTo>
                  <a:lnTo>
                    <a:pt x="205" y="197"/>
                  </a:lnTo>
                  <a:lnTo>
                    <a:pt x="194" y="231"/>
                  </a:lnTo>
                  <a:lnTo>
                    <a:pt x="180" y="264"/>
                  </a:lnTo>
                  <a:lnTo>
                    <a:pt x="166" y="292"/>
                  </a:lnTo>
                  <a:lnTo>
                    <a:pt x="148" y="319"/>
                  </a:lnTo>
                  <a:lnTo>
                    <a:pt x="129" y="344"/>
                  </a:lnTo>
                  <a:lnTo>
                    <a:pt x="109" y="364"/>
                  </a:lnTo>
                  <a:lnTo>
                    <a:pt x="89" y="381"/>
                  </a:lnTo>
                  <a:lnTo>
                    <a:pt x="68" y="394"/>
                  </a:lnTo>
                  <a:lnTo>
                    <a:pt x="46" y="405"/>
                  </a:lnTo>
                  <a:lnTo>
                    <a:pt x="24" y="410"/>
                  </a:lnTo>
                  <a:lnTo>
                    <a:pt x="0" y="413"/>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3648" name="Freeform 62"/>
            <p:cNvSpPr>
              <a:spLocks/>
            </p:cNvSpPr>
            <p:nvPr/>
          </p:nvSpPr>
          <p:spPr bwMode="auto">
            <a:xfrm>
              <a:off x="1343" y="2203"/>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2" y="42"/>
                  </a:lnTo>
                  <a:lnTo>
                    <a:pt x="5" y="86"/>
                  </a:lnTo>
                  <a:lnTo>
                    <a:pt x="11" y="125"/>
                  </a:lnTo>
                  <a:lnTo>
                    <a:pt x="19" y="163"/>
                  </a:lnTo>
                  <a:lnTo>
                    <a:pt x="30" y="202"/>
                  </a:lnTo>
                  <a:lnTo>
                    <a:pt x="41" y="236"/>
                  </a:lnTo>
                  <a:lnTo>
                    <a:pt x="56" y="269"/>
                  </a:lnTo>
                  <a:lnTo>
                    <a:pt x="72" y="299"/>
                  </a:lnTo>
                  <a:lnTo>
                    <a:pt x="90" y="326"/>
                  </a:lnTo>
                  <a:lnTo>
                    <a:pt x="108" y="351"/>
                  </a:lnTo>
                  <a:lnTo>
                    <a:pt x="127" y="373"/>
                  </a:lnTo>
                  <a:lnTo>
                    <a:pt x="149" y="390"/>
                  </a:lnTo>
                  <a:lnTo>
                    <a:pt x="172" y="406"/>
                  </a:lnTo>
                  <a:lnTo>
                    <a:pt x="195" y="416"/>
                  </a:lnTo>
                  <a:lnTo>
                    <a:pt x="220" y="422"/>
                  </a:lnTo>
                  <a:lnTo>
                    <a:pt x="245" y="424"/>
                  </a:lnTo>
                  <a:lnTo>
                    <a:pt x="245" y="413"/>
                  </a:lnTo>
                  <a:lnTo>
                    <a:pt x="222" y="410"/>
                  </a:lnTo>
                  <a:lnTo>
                    <a:pt x="200" y="405"/>
                  </a:lnTo>
                  <a:lnTo>
                    <a:pt x="179" y="394"/>
                  </a:lnTo>
                  <a:lnTo>
                    <a:pt x="156" y="381"/>
                  </a:lnTo>
                  <a:lnTo>
                    <a:pt x="136" y="364"/>
                  </a:lnTo>
                  <a:lnTo>
                    <a:pt x="118" y="344"/>
                  </a:lnTo>
                  <a:lnTo>
                    <a:pt x="99" y="319"/>
                  </a:lnTo>
                  <a:lnTo>
                    <a:pt x="81" y="292"/>
                  </a:lnTo>
                  <a:lnTo>
                    <a:pt x="67" y="264"/>
                  </a:lnTo>
                  <a:lnTo>
                    <a:pt x="53" y="231"/>
                  </a:lnTo>
                  <a:lnTo>
                    <a:pt x="41" y="197"/>
                  </a:lnTo>
                  <a:lnTo>
                    <a:pt x="31" y="161"/>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3649" name="Freeform 63"/>
            <p:cNvSpPr>
              <a:spLocks/>
            </p:cNvSpPr>
            <p:nvPr/>
          </p:nvSpPr>
          <p:spPr bwMode="auto">
            <a:xfrm>
              <a:off x="1343" y="2118"/>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1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20" y="3"/>
                  </a:lnTo>
                  <a:lnTo>
                    <a:pt x="195" y="9"/>
                  </a:lnTo>
                  <a:lnTo>
                    <a:pt x="172" y="19"/>
                  </a:lnTo>
                  <a:lnTo>
                    <a:pt x="149" y="34"/>
                  </a:lnTo>
                  <a:lnTo>
                    <a:pt x="127" y="53"/>
                  </a:lnTo>
                  <a:lnTo>
                    <a:pt x="108" y="75"/>
                  </a:lnTo>
                  <a:lnTo>
                    <a:pt x="90" y="99"/>
                  </a:lnTo>
                  <a:lnTo>
                    <a:pt x="71" y="126"/>
                  </a:lnTo>
                  <a:lnTo>
                    <a:pt x="56" y="158"/>
                  </a:lnTo>
                  <a:lnTo>
                    <a:pt x="41" y="190"/>
                  </a:lnTo>
                  <a:lnTo>
                    <a:pt x="30" y="224"/>
                  </a:lnTo>
                  <a:lnTo>
                    <a:pt x="19" y="262"/>
                  </a:lnTo>
                  <a:lnTo>
                    <a:pt x="11" y="301"/>
                  </a:lnTo>
                  <a:lnTo>
                    <a:pt x="5" y="340"/>
                  </a:lnTo>
                  <a:lnTo>
                    <a:pt x="2" y="384"/>
                  </a:lnTo>
                  <a:lnTo>
                    <a:pt x="0" y="426"/>
                  </a:lnTo>
                  <a:lnTo>
                    <a:pt x="12" y="426"/>
                  </a:lnTo>
                  <a:lnTo>
                    <a:pt x="13" y="384"/>
                  </a:lnTo>
                  <a:lnTo>
                    <a:pt x="17" y="343"/>
                  </a:lnTo>
                  <a:lnTo>
                    <a:pt x="23" y="303"/>
                  </a:lnTo>
                  <a:lnTo>
                    <a:pt x="31" y="264"/>
                  </a:lnTo>
                  <a:lnTo>
                    <a:pt x="41" y="229"/>
                  </a:lnTo>
                  <a:lnTo>
                    <a:pt x="53" y="195"/>
                  </a:lnTo>
                  <a:lnTo>
                    <a:pt x="67" y="162"/>
                  </a:lnTo>
                  <a:lnTo>
                    <a:pt x="82" y="133"/>
                  </a:lnTo>
                  <a:lnTo>
                    <a:pt x="99" y="106"/>
                  </a:lnTo>
                  <a:lnTo>
                    <a:pt x="118" y="83"/>
                  </a:lnTo>
                  <a:lnTo>
                    <a:pt x="136" y="63"/>
                  </a:lnTo>
                  <a:lnTo>
                    <a:pt x="156" y="44"/>
                  </a:lnTo>
                  <a:lnTo>
                    <a:pt x="179" y="31"/>
                  </a:lnTo>
                  <a:lnTo>
                    <a:pt x="200" y="20"/>
                  </a:lnTo>
                  <a:lnTo>
                    <a:pt x="222" y="15"/>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3650" name="Freeform 64"/>
            <p:cNvSpPr>
              <a:spLocks/>
            </p:cNvSpPr>
            <p:nvPr/>
          </p:nvSpPr>
          <p:spPr bwMode="auto">
            <a:xfrm>
              <a:off x="1384" y="1859"/>
              <a:ext cx="49" cy="84"/>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1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3" y="382"/>
                  </a:lnTo>
                  <a:lnTo>
                    <a:pt x="240" y="339"/>
                  </a:lnTo>
                  <a:lnTo>
                    <a:pt x="234" y="299"/>
                  </a:lnTo>
                  <a:lnTo>
                    <a:pt x="226" y="261"/>
                  </a:lnTo>
                  <a:lnTo>
                    <a:pt x="215" y="222"/>
                  </a:lnTo>
                  <a:lnTo>
                    <a:pt x="204" y="188"/>
                  </a:lnTo>
                  <a:lnTo>
                    <a:pt x="189" y="156"/>
                  </a:lnTo>
                  <a:lnTo>
                    <a:pt x="173" y="125"/>
                  </a:lnTo>
                  <a:lnTo>
                    <a:pt x="155" y="98"/>
                  </a:lnTo>
                  <a:lnTo>
                    <a:pt x="138" y="74"/>
                  </a:lnTo>
                  <a:lnTo>
                    <a:pt x="118" y="51"/>
                  </a:lnTo>
                  <a:lnTo>
                    <a:pt x="96" y="34"/>
                  </a:lnTo>
                  <a:lnTo>
                    <a:pt x="73" y="18"/>
                  </a:lnTo>
                  <a:lnTo>
                    <a:pt x="50" y="8"/>
                  </a:lnTo>
                  <a:lnTo>
                    <a:pt x="25" y="2"/>
                  </a:lnTo>
                  <a:lnTo>
                    <a:pt x="0" y="0"/>
                  </a:lnTo>
                  <a:lnTo>
                    <a:pt x="0" y="11"/>
                  </a:lnTo>
                  <a:lnTo>
                    <a:pt x="23" y="14"/>
                  </a:lnTo>
                  <a:lnTo>
                    <a:pt x="45" y="20"/>
                  </a:lnTo>
                  <a:lnTo>
                    <a:pt x="66" y="30"/>
                  </a:lnTo>
                  <a:lnTo>
                    <a:pt x="89" y="43"/>
                  </a:lnTo>
                  <a:lnTo>
                    <a:pt x="109" y="61"/>
                  </a:lnTo>
                  <a:lnTo>
                    <a:pt x="129" y="81"/>
                  </a:lnTo>
                  <a:lnTo>
                    <a:pt x="146" y="105"/>
                  </a:lnTo>
                  <a:lnTo>
                    <a:pt x="164" y="132"/>
                  </a:lnTo>
                  <a:lnTo>
                    <a:pt x="178" y="160"/>
                  </a:lnTo>
                  <a:lnTo>
                    <a:pt x="192" y="193"/>
                  </a:lnTo>
                  <a:lnTo>
                    <a:pt x="204" y="227"/>
                  </a:lnTo>
                  <a:lnTo>
                    <a:pt x="214" y="264"/>
                  </a:lnTo>
                  <a:lnTo>
                    <a:pt x="222" y="301"/>
                  </a:lnTo>
                  <a:lnTo>
                    <a:pt x="228"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3651" name="Freeform 65"/>
            <p:cNvSpPr>
              <a:spLocks/>
            </p:cNvSpPr>
            <p:nvPr/>
          </p:nvSpPr>
          <p:spPr bwMode="auto">
            <a:xfrm>
              <a:off x="1384" y="1943"/>
              <a:ext cx="49" cy="86"/>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5" y="423"/>
                  </a:lnTo>
                  <a:lnTo>
                    <a:pt x="50" y="418"/>
                  </a:lnTo>
                  <a:lnTo>
                    <a:pt x="73" y="407"/>
                  </a:lnTo>
                  <a:lnTo>
                    <a:pt x="96" y="392"/>
                  </a:lnTo>
                  <a:lnTo>
                    <a:pt x="118" y="374"/>
                  </a:lnTo>
                  <a:lnTo>
                    <a:pt x="138" y="352"/>
                  </a:lnTo>
                  <a:lnTo>
                    <a:pt x="155" y="327"/>
                  </a:lnTo>
                  <a:lnTo>
                    <a:pt x="174" y="300"/>
                  </a:lnTo>
                  <a:lnTo>
                    <a:pt x="189" y="269"/>
                  </a:lnTo>
                  <a:lnTo>
                    <a:pt x="204" y="237"/>
                  </a:lnTo>
                  <a:lnTo>
                    <a:pt x="215" y="202"/>
                  </a:lnTo>
                  <a:lnTo>
                    <a:pt x="226" y="164"/>
                  </a:lnTo>
                  <a:lnTo>
                    <a:pt x="234" y="126"/>
                  </a:lnTo>
                  <a:lnTo>
                    <a:pt x="240" y="86"/>
                  </a:lnTo>
                  <a:lnTo>
                    <a:pt x="243" y="42"/>
                  </a:lnTo>
                  <a:lnTo>
                    <a:pt x="245" y="0"/>
                  </a:lnTo>
                  <a:lnTo>
                    <a:pt x="233" y="0"/>
                  </a:lnTo>
                  <a:lnTo>
                    <a:pt x="232" y="42"/>
                  </a:lnTo>
                  <a:lnTo>
                    <a:pt x="228" y="83"/>
                  </a:lnTo>
                  <a:lnTo>
                    <a:pt x="222" y="123"/>
                  </a:lnTo>
                  <a:lnTo>
                    <a:pt x="214" y="162"/>
                  </a:lnTo>
                  <a:lnTo>
                    <a:pt x="204" y="197"/>
                  </a:lnTo>
                  <a:lnTo>
                    <a:pt x="192" y="232"/>
                  </a:lnTo>
                  <a:lnTo>
                    <a:pt x="178" y="264"/>
                  </a:lnTo>
                  <a:lnTo>
                    <a:pt x="163" y="293"/>
                  </a:lnTo>
                  <a:lnTo>
                    <a:pt x="146" y="320"/>
                  </a:lnTo>
                  <a:lnTo>
                    <a:pt x="129" y="345"/>
                  </a:lnTo>
                  <a:lnTo>
                    <a:pt x="109" y="365"/>
                  </a:lnTo>
                  <a:lnTo>
                    <a:pt x="89" y="382"/>
                  </a:lnTo>
                  <a:lnTo>
                    <a:pt x="66" y="395"/>
                  </a:lnTo>
                  <a:lnTo>
                    <a:pt x="45" y="406"/>
                  </a:lnTo>
                  <a:lnTo>
                    <a:pt x="23"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3652" name="Freeform 66"/>
            <p:cNvSpPr>
              <a:spLocks/>
            </p:cNvSpPr>
            <p:nvPr/>
          </p:nvSpPr>
          <p:spPr bwMode="auto">
            <a:xfrm>
              <a:off x="1335" y="1943"/>
              <a:ext cx="49" cy="86"/>
            </a:xfrm>
            <a:custGeom>
              <a:avLst/>
              <a:gdLst>
                <a:gd name="T0" fmla="*/ 0 w 246"/>
                <a:gd name="T1" fmla="*/ 0 h 426"/>
                <a:gd name="T2" fmla="*/ 0 w 246"/>
                <a:gd name="T3" fmla="*/ 0 h 426"/>
                <a:gd name="T4" fmla="*/ 0 w 246"/>
                <a:gd name="T5" fmla="*/ 0 h 426"/>
                <a:gd name="T6" fmla="*/ 0 w 246"/>
                <a:gd name="T7" fmla="*/ 1 h 426"/>
                <a:gd name="T8" fmla="*/ 0 w 246"/>
                <a:gd name="T9" fmla="*/ 1 h 426"/>
                <a:gd name="T10" fmla="*/ 0 w 246"/>
                <a:gd name="T11" fmla="*/ 1 h 426"/>
                <a:gd name="T12" fmla="*/ 0 w 246"/>
                <a:gd name="T13" fmla="*/ 2 h 426"/>
                <a:gd name="T14" fmla="*/ 0 w 246"/>
                <a:gd name="T15" fmla="*/ 2 h 426"/>
                <a:gd name="T16" fmla="*/ 0 w 246"/>
                <a:gd name="T17" fmla="*/ 2 h 426"/>
                <a:gd name="T18" fmla="*/ 1 w 246"/>
                <a:gd name="T19" fmla="*/ 2 h 426"/>
                <a:gd name="T20" fmla="*/ 1 w 246"/>
                <a:gd name="T21" fmla="*/ 3 h 426"/>
                <a:gd name="T22" fmla="*/ 1 w 246"/>
                <a:gd name="T23" fmla="*/ 3 h 426"/>
                <a:gd name="T24" fmla="*/ 1 w 246"/>
                <a:gd name="T25" fmla="*/ 3 h 426"/>
                <a:gd name="T26" fmla="*/ 1 w 246"/>
                <a:gd name="T27" fmla="*/ 3 h 426"/>
                <a:gd name="T28" fmla="*/ 1 w 246"/>
                <a:gd name="T29" fmla="*/ 3 h 426"/>
                <a:gd name="T30" fmla="*/ 2 w 246"/>
                <a:gd name="T31" fmla="*/ 3 h 426"/>
                <a:gd name="T32" fmla="*/ 2 w 246"/>
                <a:gd name="T33" fmla="*/ 3 h 426"/>
                <a:gd name="T34" fmla="*/ 2 w 246"/>
                <a:gd name="T35" fmla="*/ 3 h 426"/>
                <a:gd name="T36" fmla="*/ 2 w 246"/>
                <a:gd name="T37" fmla="*/ 3 h 426"/>
                <a:gd name="T38" fmla="*/ 2 w 246"/>
                <a:gd name="T39" fmla="*/ 3 h 426"/>
                <a:gd name="T40" fmla="*/ 2 w 246"/>
                <a:gd name="T41" fmla="*/ 3 h 426"/>
                <a:gd name="T42" fmla="*/ 1 w 246"/>
                <a:gd name="T43" fmla="*/ 3 h 426"/>
                <a:gd name="T44" fmla="*/ 1 w 246"/>
                <a:gd name="T45" fmla="*/ 3 h 426"/>
                <a:gd name="T46" fmla="*/ 1 w 246"/>
                <a:gd name="T47" fmla="*/ 3 h 426"/>
                <a:gd name="T48" fmla="*/ 1 w 246"/>
                <a:gd name="T49" fmla="*/ 3 h 426"/>
                <a:gd name="T50" fmla="*/ 1 w 246"/>
                <a:gd name="T51" fmla="*/ 3 h 426"/>
                <a:gd name="T52" fmla="*/ 1 w 246"/>
                <a:gd name="T53" fmla="*/ 2 h 426"/>
                <a:gd name="T54" fmla="*/ 1 w 246"/>
                <a:gd name="T55" fmla="*/ 2 h 426"/>
                <a:gd name="T56" fmla="*/ 0 w 246"/>
                <a:gd name="T57" fmla="*/ 2 h 426"/>
                <a:gd name="T58" fmla="*/ 0 w 246"/>
                <a:gd name="T59" fmla="*/ 2 h 426"/>
                <a:gd name="T60" fmla="*/ 0 w 246"/>
                <a:gd name="T61" fmla="*/ 1 h 426"/>
                <a:gd name="T62" fmla="*/ 0 w 246"/>
                <a:gd name="T63" fmla="*/ 1 h 426"/>
                <a:gd name="T64" fmla="*/ 0 w 246"/>
                <a:gd name="T65" fmla="*/ 1 h 426"/>
                <a:gd name="T66" fmla="*/ 0 w 246"/>
                <a:gd name="T67" fmla="*/ 0 h 426"/>
                <a:gd name="T68" fmla="*/ 0 w 246"/>
                <a:gd name="T69" fmla="*/ 0 h 426"/>
                <a:gd name="T70" fmla="*/ 0 w 246"/>
                <a:gd name="T71" fmla="*/ 0 h 426"/>
                <a:gd name="T72" fmla="*/ 0 w 246"/>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0"/>
                  </a:moveTo>
                  <a:lnTo>
                    <a:pt x="0" y="0"/>
                  </a:lnTo>
                  <a:lnTo>
                    <a:pt x="1" y="42"/>
                  </a:lnTo>
                  <a:lnTo>
                    <a:pt x="4" y="86"/>
                  </a:lnTo>
                  <a:lnTo>
                    <a:pt x="10" y="126"/>
                  </a:lnTo>
                  <a:lnTo>
                    <a:pt x="18" y="164"/>
                  </a:lnTo>
                  <a:lnTo>
                    <a:pt x="29" y="202"/>
                  </a:lnTo>
                  <a:lnTo>
                    <a:pt x="41" y="237"/>
                  </a:lnTo>
                  <a:lnTo>
                    <a:pt x="55" y="269"/>
                  </a:lnTo>
                  <a:lnTo>
                    <a:pt x="71" y="300"/>
                  </a:lnTo>
                  <a:lnTo>
                    <a:pt x="89" y="327"/>
                  </a:lnTo>
                  <a:lnTo>
                    <a:pt x="107" y="352"/>
                  </a:lnTo>
                  <a:lnTo>
                    <a:pt x="127" y="374"/>
                  </a:lnTo>
                  <a:lnTo>
                    <a:pt x="150" y="392"/>
                  </a:lnTo>
                  <a:lnTo>
                    <a:pt x="171" y="407"/>
                  </a:lnTo>
                  <a:lnTo>
                    <a:pt x="195" y="418"/>
                  </a:lnTo>
                  <a:lnTo>
                    <a:pt x="220" y="423"/>
                  </a:lnTo>
                  <a:lnTo>
                    <a:pt x="246" y="426"/>
                  </a:lnTo>
                  <a:lnTo>
                    <a:pt x="246" y="414"/>
                  </a:lnTo>
                  <a:lnTo>
                    <a:pt x="222" y="412"/>
                  </a:lnTo>
                  <a:lnTo>
                    <a:pt x="200" y="406"/>
                  </a:lnTo>
                  <a:lnTo>
                    <a:pt x="178" y="395"/>
                  </a:lnTo>
                  <a:lnTo>
                    <a:pt x="157" y="382"/>
                  </a:lnTo>
                  <a:lnTo>
                    <a:pt x="137" y="365"/>
                  </a:lnTo>
                  <a:lnTo>
                    <a:pt x="117" y="345"/>
                  </a:lnTo>
                  <a:lnTo>
                    <a:pt x="98" y="320"/>
                  </a:lnTo>
                  <a:lnTo>
                    <a:pt x="83" y="293"/>
                  </a:lnTo>
                  <a:lnTo>
                    <a:pt x="66" y="264"/>
                  </a:lnTo>
                  <a:lnTo>
                    <a:pt x="52" y="232"/>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3653" name="Freeform 67"/>
            <p:cNvSpPr>
              <a:spLocks/>
            </p:cNvSpPr>
            <p:nvPr/>
          </p:nvSpPr>
          <p:spPr bwMode="auto">
            <a:xfrm>
              <a:off x="1335" y="1859"/>
              <a:ext cx="49" cy="84"/>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1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0" y="2"/>
                  </a:lnTo>
                  <a:lnTo>
                    <a:pt x="195" y="8"/>
                  </a:lnTo>
                  <a:lnTo>
                    <a:pt x="171" y="18"/>
                  </a:lnTo>
                  <a:lnTo>
                    <a:pt x="150" y="34"/>
                  </a:lnTo>
                  <a:lnTo>
                    <a:pt x="127" y="51"/>
                  </a:lnTo>
                  <a:lnTo>
                    <a:pt x="107" y="74"/>
                  </a:lnTo>
                  <a:lnTo>
                    <a:pt x="89" y="98"/>
                  </a:lnTo>
                  <a:lnTo>
                    <a:pt x="72" y="125"/>
                  </a:lnTo>
                  <a:lnTo>
                    <a:pt x="55" y="156"/>
                  </a:lnTo>
                  <a:lnTo>
                    <a:pt x="41" y="188"/>
                  </a:lnTo>
                  <a:lnTo>
                    <a:pt x="29" y="222"/>
                  </a:lnTo>
                  <a:lnTo>
                    <a:pt x="18" y="261"/>
                  </a:lnTo>
                  <a:lnTo>
                    <a:pt x="10" y="299"/>
                  </a:lnTo>
                  <a:lnTo>
                    <a:pt x="4" y="339"/>
                  </a:lnTo>
                  <a:lnTo>
                    <a:pt x="1" y="382"/>
                  </a:lnTo>
                  <a:lnTo>
                    <a:pt x="0" y="424"/>
                  </a:lnTo>
                  <a:lnTo>
                    <a:pt x="11" y="424"/>
                  </a:lnTo>
                  <a:lnTo>
                    <a:pt x="13" y="382"/>
                  </a:lnTo>
                  <a:lnTo>
                    <a:pt x="16" y="341"/>
                  </a:lnTo>
                  <a:lnTo>
                    <a:pt x="22" y="301"/>
                  </a:lnTo>
                  <a:lnTo>
                    <a:pt x="30" y="264"/>
                  </a:lnTo>
                  <a:lnTo>
                    <a:pt x="41" y="227"/>
                  </a:lnTo>
                  <a:lnTo>
                    <a:pt x="52" y="193"/>
                  </a:lnTo>
                  <a:lnTo>
                    <a:pt x="66" y="160"/>
                  </a:lnTo>
                  <a:lnTo>
                    <a:pt x="82" y="132"/>
                  </a:lnTo>
                  <a:lnTo>
                    <a:pt x="98" y="105"/>
                  </a:lnTo>
                  <a:lnTo>
                    <a:pt x="117" y="81"/>
                  </a:lnTo>
                  <a:lnTo>
                    <a:pt x="137" y="61"/>
                  </a:lnTo>
                  <a:lnTo>
                    <a:pt x="157" y="43"/>
                  </a:lnTo>
                  <a:lnTo>
                    <a:pt x="178" y="30"/>
                  </a:lnTo>
                  <a:lnTo>
                    <a:pt x="200" y="20"/>
                  </a:lnTo>
                  <a:lnTo>
                    <a:pt x="222" y="14"/>
                  </a:lnTo>
                  <a:lnTo>
                    <a:pt x="246" y="11"/>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3654" name="Freeform 68"/>
            <p:cNvSpPr>
              <a:spLocks/>
            </p:cNvSpPr>
            <p:nvPr/>
          </p:nvSpPr>
          <p:spPr bwMode="auto">
            <a:xfrm>
              <a:off x="1552" y="1751"/>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1" y="339"/>
                  </a:lnTo>
                  <a:lnTo>
                    <a:pt x="235" y="299"/>
                  </a:lnTo>
                  <a:lnTo>
                    <a:pt x="226" y="261"/>
                  </a:lnTo>
                  <a:lnTo>
                    <a:pt x="216" y="223"/>
                  </a:lnTo>
                  <a:lnTo>
                    <a:pt x="204" y="189"/>
                  </a:lnTo>
                  <a:lnTo>
                    <a:pt x="190" y="156"/>
                  </a:lnTo>
                  <a:lnTo>
                    <a:pt x="174" y="125"/>
                  </a:lnTo>
                  <a:lnTo>
                    <a:pt x="156" y="98"/>
                  </a:lnTo>
                  <a:lnTo>
                    <a:pt x="137" y="74"/>
                  </a:lnTo>
                  <a:lnTo>
                    <a:pt x="119" y="52"/>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8" y="81"/>
                  </a:lnTo>
                  <a:lnTo>
                    <a:pt x="147" y="105"/>
                  </a:lnTo>
                  <a:lnTo>
                    <a:pt x="164" y="132"/>
                  </a:lnTo>
                  <a:lnTo>
                    <a:pt x="178" y="161"/>
                  </a:lnTo>
                  <a:lnTo>
                    <a:pt x="193" y="193"/>
                  </a:lnTo>
                  <a:lnTo>
                    <a:pt x="204" y="227"/>
                  </a:lnTo>
                  <a:lnTo>
                    <a:pt x="215" y="264"/>
                  </a:lnTo>
                  <a:lnTo>
                    <a:pt x="223" y="301"/>
                  </a:lnTo>
                  <a:lnTo>
                    <a:pt x="229" y="341"/>
                  </a:lnTo>
                  <a:lnTo>
                    <a:pt x="232" y="382"/>
                  </a:lnTo>
                  <a:lnTo>
                    <a:pt x="234"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3655" name="Freeform 69"/>
            <p:cNvSpPr>
              <a:spLocks/>
            </p:cNvSpPr>
            <p:nvPr/>
          </p:nvSpPr>
          <p:spPr bwMode="auto">
            <a:xfrm>
              <a:off x="1552" y="1836"/>
              <a:ext cx="49" cy="85"/>
            </a:xfrm>
            <a:custGeom>
              <a:avLst/>
              <a:gdLst>
                <a:gd name="T0" fmla="*/ 0 w 245"/>
                <a:gd name="T1" fmla="*/ 3 h 425"/>
                <a:gd name="T2" fmla="*/ 0 w 245"/>
                <a:gd name="T3" fmla="*/ 3 h 425"/>
                <a:gd name="T4" fmla="*/ 0 w 245"/>
                <a:gd name="T5" fmla="*/ 3 h 425"/>
                <a:gd name="T6" fmla="*/ 0 w 245"/>
                <a:gd name="T7" fmla="*/ 3 h 425"/>
                <a:gd name="T8" fmla="*/ 1 w 245"/>
                <a:gd name="T9" fmla="*/ 3 h 425"/>
                <a:gd name="T10" fmla="*/ 1 w 245"/>
                <a:gd name="T11" fmla="*/ 3 h 425"/>
                <a:gd name="T12" fmla="*/ 1 w 245"/>
                <a:gd name="T13" fmla="*/ 3 h 425"/>
                <a:gd name="T14" fmla="*/ 1 w 245"/>
                <a:gd name="T15" fmla="*/ 3 h 425"/>
                <a:gd name="T16" fmla="*/ 1 w 245"/>
                <a:gd name="T17" fmla="*/ 3 h 425"/>
                <a:gd name="T18" fmla="*/ 1 w 245"/>
                <a:gd name="T19" fmla="*/ 2 h 425"/>
                <a:gd name="T20" fmla="*/ 2 w 245"/>
                <a:gd name="T21" fmla="*/ 2 h 425"/>
                <a:gd name="T22" fmla="*/ 2 w 245"/>
                <a:gd name="T23" fmla="*/ 2 h 425"/>
                <a:gd name="T24" fmla="*/ 2 w 245"/>
                <a:gd name="T25" fmla="*/ 2 h 425"/>
                <a:gd name="T26" fmla="*/ 2 w 245"/>
                <a:gd name="T27" fmla="*/ 1 h 425"/>
                <a:gd name="T28" fmla="*/ 2 w 245"/>
                <a:gd name="T29" fmla="*/ 1 h 425"/>
                <a:gd name="T30" fmla="*/ 2 w 245"/>
                <a:gd name="T31" fmla="*/ 1 h 425"/>
                <a:gd name="T32" fmla="*/ 2 w 245"/>
                <a:gd name="T33" fmla="*/ 0 h 425"/>
                <a:gd name="T34" fmla="*/ 2 w 245"/>
                <a:gd name="T35" fmla="*/ 0 h 425"/>
                <a:gd name="T36" fmla="*/ 2 w 245"/>
                <a:gd name="T37" fmla="*/ 0 h 425"/>
                <a:gd name="T38" fmla="*/ 2 w 245"/>
                <a:gd name="T39" fmla="*/ 0 h 425"/>
                <a:gd name="T40" fmla="*/ 2 w 245"/>
                <a:gd name="T41" fmla="*/ 1 h 425"/>
                <a:gd name="T42" fmla="*/ 2 w 245"/>
                <a:gd name="T43" fmla="*/ 1 h 425"/>
                <a:gd name="T44" fmla="*/ 2 w 245"/>
                <a:gd name="T45" fmla="*/ 1 h 425"/>
                <a:gd name="T46" fmla="*/ 2 w 245"/>
                <a:gd name="T47" fmla="*/ 2 h 425"/>
                <a:gd name="T48" fmla="*/ 2 w 245"/>
                <a:gd name="T49" fmla="*/ 2 h 425"/>
                <a:gd name="T50" fmla="*/ 1 w 245"/>
                <a:gd name="T51" fmla="*/ 2 h 425"/>
                <a:gd name="T52" fmla="*/ 1 w 245"/>
                <a:gd name="T53" fmla="*/ 2 h 425"/>
                <a:gd name="T54" fmla="*/ 1 w 245"/>
                <a:gd name="T55" fmla="*/ 3 h 425"/>
                <a:gd name="T56" fmla="*/ 1 w 245"/>
                <a:gd name="T57" fmla="*/ 3 h 425"/>
                <a:gd name="T58" fmla="*/ 1 w 245"/>
                <a:gd name="T59" fmla="*/ 3 h 425"/>
                <a:gd name="T60" fmla="*/ 1 w 245"/>
                <a:gd name="T61" fmla="*/ 3 h 425"/>
                <a:gd name="T62" fmla="*/ 1 w 245"/>
                <a:gd name="T63" fmla="*/ 3 h 425"/>
                <a:gd name="T64" fmla="*/ 0 w 245"/>
                <a:gd name="T65" fmla="*/ 3 h 425"/>
                <a:gd name="T66" fmla="*/ 0 w 245"/>
                <a:gd name="T67" fmla="*/ 3 h 425"/>
                <a:gd name="T68" fmla="*/ 0 w 245"/>
                <a:gd name="T69" fmla="*/ 3 h 425"/>
                <a:gd name="T70" fmla="*/ 0 w 245"/>
                <a:gd name="T71" fmla="*/ 3 h 425"/>
                <a:gd name="T72" fmla="*/ 0 w 245"/>
                <a:gd name="T73" fmla="*/ 3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5"/>
                <a:gd name="T113" fmla="*/ 245 w 245"/>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5">
                  <a:moveTo>
                    <a:pt x="0" y="425"/>
                  </a:moveTo>
                  <a:lnTo>
                    <a:pt x="0" y="425"/>
                  </a:lnTo>
                  <a:lnTo>
                    <a:pt x="26" y="422"/>
                  </a:lnTo>
                  <a:lnTo>
                    <a:pt x="51" y="417"/>
                  </a:lnTo>
                  <a:lnTo>
                    <a:pt x="74" y="406"/>
                  </a:lnTo>
                  <a:lnTo>
                    <a:pt x="96" y="391"/>
                  </a:lnTo>
                  <a:lnTo>
                    <a:pt x="119" y="373"/>
                  </a:lnTo>
                  <a:lnTo>
                    <a:pt x="137" y="351"/>
                  </a:lnTo>
                  <a:lnTo>
                    <a:pt x="156" y="326"/>
                  </a:lnTo>
                  <a:lnTo>
                    <a:pt x="174" y="299"/>
                  </a:lnTo>
                  <a:lnTo>
                    <a:pt x="190" y="269"/>
                  </a:lnTo>
                  <a:lnTo>
                    <a:pt x="204" y="236"/>
                  </a:lnTo>
                  <a:lnTo>
                    <a:pt x="216" y="202"/>
                  </a:lnTo>
                  <a:lnTo>
                    <a:pt x="226" y="163"/>
                  </a:lnTo>
                  <a:lnTo>
                    <a:pt x="235" y="126"/>
                  </a:lnTo>
                  <a:lnTo>
                    <a:pt x="241" y="86"/>
                  </a:lnTo>
                  <a:lnTo>
                    <a:pt x="244" y="43"/>
                  </a:lnTo>
                  <a:lnTo>
                    <a:pt x="245" y="0"/>
                  </a:lnTo>
                  <a:lnTo>
                    <a:pt x="234" y="0"/>
                  </a:lnTo>
                  <a:lnTo>
                    <a:pt x="232" y="43"/>
                  </a:lnTo>
                  <a:lnTo>
                    <a:pt x="229" y="84"/>
                  </a:lnTo>
                  <a:lnTo>
                    <a:pt x="223" y="123"/>
                  </a:lnTo>
                  <a:lnTo>
                    <a:pt x="215" y="161"/>
                  </a:lnTo>
                  <a:lnTo>
                    <a:pt x="204" y="197"/>
                  </a:lnTo>
                  <a:lnTo>
                    <a:pt x="193" y="231"/>
                  </a:lnTo>
                  <a:lnTo>
                    <a:pt x="178" y="264"/>
                  </a:lnTo>
                  <a:lnTo>
                    <a:pt x="164" y="292"/>
                  </a:lnTo>
                  <a:lnTo>
                    <a:pt x="147" y="319"/>
                  </a:lnTo>
                  <a:lnTo>
                    <a:pt x="128" y="344"/>
                  </a:lnTo>
                  <a:lnTo>
                    <a:pt x="109" y="364"/>
                  </a:lnTo>
                  <a:lnTo>
                    <a:pt x="89" y="381"/>
                  </a:lnTo>
                  <a:lnTo>
                    <a:pt x="67" y="394"/>
                  </a:lnTo>
                  <a:lnTo>
                    <a:pt x="46" y="405"/>
                  </a:lnTo>
                  <a:lnTo>
                    <a:pt x="24" y="411"/>
                  </a:lnTo>
                  <a:lnTo>
                    <a:pt x="0" y="413"/>
                  </a:lnTo>
                  <a:lnTo>
                    <a:pt x="0" y="425"/>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3656" name="Freeform 70"/>
            <p:cNvSpPr>
              <a:spLocks/>
            </p:cNvSpPr>
            <p:nvPr/>
          </p:nvSpPr>
          <p:spPr bwMode="auto">
            <a:xfrm>
              <a:off x="1502" y="1836"/>
              <a:ext cx="50" cy="85"/>
            </a:xfrm>
            <a:custGeom>
              <a:avLst/>
              <a:gdLst>
                <a:gd name="T0" fmla="*/ 0 w 246"/>
                <a:gd name="T1" fmla="*/ 0 h 425"/>
                <a:gd name="T2" fmla="*/ 0 w 246"/>
                <a:gd name="T3" fmla="*/ 0 h 425"/>
                <a:gd name="T4" fmla="*/ 0 w 246"/>
                <a:gd name="T5" fmla="*/ 0 h 425"/>
                <a:gd name="T6" fmla="*/ 0 w 246"/>
                <a:gd name="T7" fmla="*/ 1 h 425"/>
                <a:gd name="T8" fmla="*/ 0 w 246"/>
                <a:gd name="T9" fmla="*/ 1 h 425"/>
                <a:gd name="T10" fmla="*/ 0 w 246"/>
                <a:gd name="T11" fmla="*/ 1 h 425"/>
                <a:gd name="T12" fmla="*/ 0 w 246"/>
                <a:gd name="T13" fmla="*/ 2 h 425"/>
                <a:gd name="T14" fmla="*/ 0 w 246"/>
                <a:gd name="T15" fmla="*/ 2 h 425"/>
                <a:gd name="T16" fmla="*/ 0 w 246"/>
                <a:gd name="T17" fmla="*/ 2 h 425"/>
                <a:gd name="T18" fmla="*/ 1 w 246"/>
                <a:gd name="T19" fmla="*/ 2 h 425"/>
                <a:gd name="T20" fmla="*/ 1 w 246"/>
                <a:gd name="T21" fmla="*/ 3 h 425"/>
                <a:gd name="T22" fmla="*/ 1 w 246"/>
                <a:gd name="T23" fmla="*/ 3 h 425"/>
                <a:gd name="T24" fmla="*/ 1 w 246"/>
                <a:gd name="T25" fmla="*/ 3 h 425"/>
                <a:gd name="T26" fmla="*/ 1 w 246"/>
                <a:gd name="T27" fmla="*/ 3 h 425"/>
                <a:gd name="T28" fmla="*/ 1 w 246"/>
                <a:gd name="T29" fmla="*/ 3 h 425"/>
                <a:gd name="T30" fmla="*/ 2 w 246"/>
                <a:gd name="T31" fmla="*/ 3 h 425"/>
                <a:gd name="T32" fmla="*/ 2 w 246"/>
                <a:gd name="T33" fmla="*/ 3 h 425"/>
                <a:gd name="T34" fmla="*/ 2 w 246"/>
                <a:gd name="T35" fmla="*/ 3 h 425"/>
                <a:gd name="T36" fmla="*/ 2 w 246"/>
                <a:gd name="T37" fmla="*/ 3 h 425"/>
                <a:gd name="T38" fmla="*/ 2 w 246"/>
                <a:gd name="T39" fmla="*/ 3 h 425"/>
                <a:gd name="T40" fmla="*/ 2 w 246"/>
                <a:gd name="T41" fmla="*/ 3 h 425"/>
                <a:gd name="T42" fmla="*/ 1 w 246"/>
                <a:gd name="T43" fmla="*/ 3 h 425"/>
                <a:gd name="T44" fmla="*/ 1 w 246"/>
                <a:gd name="T45" fmla="*/ 3 h 425"/>
                <a:gd name="T46" fmla="*/ 1 w 246"/>
                <a:gd name="T47" fmla="*/ 3 h 425"/>
                <a:gd name="T48" fmla="*/ 1 w 246"/>
                <a:gd name="T49" fmla="*/ 3 h 425"/>
                <a:gd name="T50" fmla="*/ 1 w 246"/>
                <a:gd name="T51" fmla="*/ 3 h 425"/>
                <a:gd name="T52" fmla="*/ 1 w 246"/>
                <a:gd name="T53" fmla="*/ 2 h 425"/>
                <a:gd name="T54" fmla="*/ 1 w 246"/>
                <a:gd name="T55" fmla="*/ 2 h 425"/>
                <a:gd name="T56" fmla="*/ 0 w 246"/>
                <a:gd name="T57" fmla="*/ 2 h 425"/>
                <a:gd name="T58" fmla="*/ 0 w 246"/>
                <a:gd name="T59" fmla="*/ 2 h 425"/>
                <a:gd name="T60" fmla="*/ 0 w 246"/>
                <a:gd name="T61" fmla="*/ 1 h 425"/>
                <a:gd name="T62" fmla="*/ 0 w 246"/>
                <a:gd name="T63" fmla="*/ 1 h 425"/>
                <a:gd name="T64" fmla="*/ 0 w 246"/>
                <a:gd name="T65" fmla="*/ 1 h 425"/>
                <a:gd name="T66" fmla="*/ 0 w 246"/>
                <a:gd name="T67" fmla="*/ 0 h 425"/>
                <a:gd name="T68" fmla="*/ 0 w 246"/>
                <a:gd name="T69" fmla="*/ 0 h 425"/>
                <a:gd name="T70" fmla="*/ 0 w 246"/>
                <a:gd name="T71" fmla="*/ 0 h 425"/>
                <a:gd name="T72" fmla="*/ 0 w 246"/>
                <a:gd name="T73" fmla="*/ 0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5"/>
                <a:gd name="T113" fmla="*/ 246 w 246"/>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5">
                  <a:moveTo>
                    <a:pt x="0" y="0"/>
                  </a:moveTo>
                  <a:lnTo>
                    <a:pt x="0" y="0"/>
                  </a:lnTo>
                  <a:lnTo>
                    <a:pt x="2" y="43"/>
                  </a:lnTo>
                  <a:lnTo>
                    <a:pt x="5" y="86"/>
                  </a:lnTo>
                  <a:lnTo>
                    <a:pt x="11" y="126"/>
                  </a:lnTo>
                  <a:lnTo>
                    <a:pt x="19" y="163"/>
                  </a:lnTo>
                  <a:lnTo>
                    <a:pt x="30" y="202"/>
                  </a:lnTo>
                  <a:lnTo>
                    <a:pt x="41" y="236"/>
                  </a:lnTo>
                  <a:lnTo>
                    <a:pt x="55" y="269"/>
                  </a:lnTo>
                  <a:lnTo>
                    <a:pt x="73" y="299"/>
                  </a:lnTo>
                  <a:lnTo>
                    <a:pt x="89" y="326"/>
                  </a:lnTo>
                  <a:lnTo>
                    <a:pt x="108" y="351"/>
                  </a:lnTo>
                  <a:lnTo>
                    <a:pt x="128" y="373"/>
                  </a:lnTo>
                  <a:lnTo>
                    <a:pt x="150" y="391"/>
                  </a:lnTo>
                  <a:lnTo>
                    <a:pt x="171" y="406"/>
                  </a:lnTo>
                  <a:lnTo>
                    <a:pt x="196" y="417"/>
                  </a:lnTo>
                  <a:lnTo>
                    <a:pt x="221" y="422"/>
                  </a:lnTo>
                  <a:lnTo>
                    <a:pt x="246" y="425"/>
                  </a:lnTo>
                  <a:lnTo>
                    <a:pt x="246" y="413"/>
                  </a:lnTo>
                  <a:lnTo>
                    <a:pt x="223" y="411"/>
                  </a:lnTo>
                  <a:lnTo>
                    <a:pt x="201" y="405"/>
                  </a:lnTo>
                  <a:lnTo>
                    <a:pt x="178" y="394"/>
                  </a:lnTo>
                  <a:lnTo>
                    <a:pt x="157" y="381"/>
                  </a:lnTo>
                  <a:lnTo>
                    <a:pt x="137" y="364"/>
                  </a:lnTo>
                  <a:lnTo>
                    <a:pt x="117" y="344"/>
                  </a:lnTo>
                  <a:lnTo>
                    <a:pt x="99" y="319"/>
                  </a:lnTo>
                  <a:lnTo>
                    <a:pt x="82" y="292"/>
                  </a:lnTo>
                  <a:lnTo>
                    <a:pt x="67" y="264"/>
                  </a:lnTo>
                  <a:lnTo>
                    <a:pt x="53" y="231"/>
                  </a:lnTo>
                  <a:lnTo>
                    <a:pt x="41" y="197"/>
                  </a:lnTo>
                  <a:lnTo>
                    <a:pt x="31" y="161"/>
                  </a:lnTo>
                  <a:lnTo>
                    <a:pt x="23" y="123"/>
                  </a:lnTo>
                  <a:lnTo>
                    <a:pt x="17" y="84"/>
                  </a:lnTo>
                  <a:lnTo>
                    <a:pt x="13" y="4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3657" name="Freeform 71"/>
            <p:cNvSpPr>
              <a:spLocks/>
            </p:cNvSpPr>
            <p:nvPr/>
          </p:nvSpPr>
          <p:spPr bwMode="auto">
            <a:xfrm>
              <a:off x="1502" y="1751"/>
              <a:ext cx="50" cy="85"/>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2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1" y="2"/>
                  </a:lnTo>
                  <a:lnTo>
                    <a:pt x="196" y="8"/>
                  </a:lnTo>
                  <a:lnTo>
                    <a:pt x="171" y="19"/>
                  </a:lnTo>
                  <a:lnTo>
                    <a:pt x="150" y="34"/>
                  </a:lnTo>
                  <a:lnTo>
                    <a:pt x="128" y="52"/>
                  </a:lnTo>
                  <a:lnTo>
                    <a:pt x="108" y="74"/>
                  </a:lnTo>
                  <a:lnTo>
                    <a:pt x="89" y="98"/>
                  </a:lnTo>
                  <a:lnTo>
                    <a:pt x="73" y="125"/>
                  </a:lnTo>
                  <a:lnTo>
                    <a:pt x="55" y="156"/>
                  </a:lnTo>
                  <a:lnTo>
                    <a:pt x="41" y="189"/>
                  </a:lnTo>
                  <a:lnTo>
                    <a:pt x="30" y="223"/>
                  </a:lnTo>
                  <a:lnTo>
                    <a:pt x="19" y="261"/>
                  </a:lnTo>
                  <a:lnTo>
                    <a:pt x="11" y="299"/>
                  </a:lnTo>
                  <a:lnTo>
                    <a:pt x="5" y="339"/>
                  </a:lnTo>
                  <a:lnTo>
                    <a:pt x="2" y="382"/>
                  </a:lnTo>
                  <a:lnTo>
                    <a:pt x="0" y="424"/>
                  </a:lnTo>
                  <a:lnTo>
                    <a:pt x="12" y="424"/>
                  </a:lnTo>
                  <a:lnTo>
                    <a:pt x="13" y="382"/>
                  </a:lnTo>
                  <a:lnTo>
                    <a:pt x="17" y="341"/>
                  </a:lnTo>
                  <a:lnTo>
                    <a:pt x="23" y="301"/>
                  </a:lnTo>
                  <a:lnTo>
                    <a:pt x="31" y="264"/>
                  </a:lnTo>
                  <a:lnTo>
                    <a:pt x="41" y="227"/>
                  </a:lnTo>
                  <a:lnTo>
                    <a:pt x="53" y="193"/>
                  </a:lnTo>
                  <a:lnTo>
                    <a:pt x="67" y="161"/>
                  </a:lnTo>
                  <a:lnTo>
                    <a:pt x="82" y="132"/>
                  </a:lnTo>
                  <a:lnTo>
                    <a:pt x="99" y="105"/>
                  </a:lnTo>
                  <a:lnTo>
                    <a:pt x="117" y="81"/>
                  </a:lnTo>
                  <a:lnTo>
                    <a:pt x="137" y="61"/>
                  </a:lnTo>
                  <a:lnTo>
                    <a:pt x="157" y="43"/>
                  </a:lnTo>
                  <a:lnTo>
                    <a:pt x="178" y="30"/>
                  </a:lnTo>
                  <a:lnTo>
                    <a:pt x="201" y="20"/>
                  </a:lnTo>
                  <a:lnTo>
                    <a:pt x="223" y="14"/>
                  </a:lnTo>
                  <a:lnTo>
                    <a:pt x="246" y="12"/>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3658" name="Freeform 72"/>
            <p:cNvSpPr>
              <a:spLocks/>
            </p:cNvSpPr>
            <p:nvPr/>
          </p:nvSpPr>
          <p:spPr bwMode="auto">
            <a:xfrm>
              <a:off x="1565" y="2016"/>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0" y="339"/>
                  </a:lnTo>
                  <a:lnTo>
                    <a:pt x="234" y="299"/>
                  </a:lnTo>
                  <a:lnTo>
                    <a:pt x="226" y="261"/>
                  </a:lnTo>
                  <a:lnTo>
                    <a:pt x="216" y="223"/>
                  </a:lnTo>
                  <a:lnTo>
                    <a:pt x="204" y="189"/>
                  </a:lnTo>
                  <a:lnTo>
                    <a:pt x="190" y="156"/>
                  </a:lnTo>
                  <a:lnTo>
                    <a:pt x="174" y="125"/>
                  </a:lnTo>
                  <a:lnTo>
                    <a:pt x="156" y="98"/>
                  </a:lnTo>
                  <a:lnTo>
                    <a:pt x="138" y="74"/>
                  </a:lnTo>
                  <a:lnTo>
                    <a:pt x="118" y="51"/>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9" y="81"/>
                  </a:lnTo>
                  <a:lnTo>
                    <a:pt x="147" y="105"/>
                  </a:lnTo>
                  <a:lnTo>
                    <a:pt x="164" y="132"/>
                  </a:lnTo>
                  <a:lnTo>
                    <a:pt x="178" y="160"/>
                  </a:lnTo>
                  <a:lnTo>
                    <a:pt x="192" y="193"/>
                  </a:lnTo>
                  <a:lnTo>
                    <a:pt x="204" y="227"/>
                  </a:lnTo>
                  <a:lnTo>
                    <a:pt x="215" y="264"/>
                  </a:lnTo>
                  <a:lnTo>
                    <a:pt x="223" y="301"/>
                  </a:lnTo>
                  <a:lnTo>
                    <a:pt x="229"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3659" name="Freeform 73"/>
            <p:cNvSpPr>
              <a:spLocks/>
            </p:cNvSpPr>
            <p:nvPr/>
          </p:nvSpPr>
          <p:spPr bwMode="auto">
            <a:xfrm>
              <a:off x="1565" y="2101"/>
              <a:ext cx="49" cy="85"/>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6" y="423"/>
                  </a:lnTo>
                  <a:lnTo>
                    <a:pt x="51" y="418"/>
                  </a:lnTo>
                  <a:lnTo>
                    <a:pt x="74" y="407"/>
                  </a:lnTo>
                  <a:lnTo>
                    <a:pt x="96" y="392"/>
                  </a:lnTo>
                  <a:lnTo>
                    <a:pt x="118" y="373"/>
                  </a:lnTo>
                  <a:lnTo>
                    <a:pt x="138" y="351"/>
                  </a:lnTo>
                  <a:lnTo>
                    <a:pt x="156" y="327"/>
                  </a:lnTo>
                  <a:lnTo>
                    <a:pt x="175" y="299"/>
                  </a:lnTo>
                  <a:lnTo>
                    <a:pt x="190" y="269"/>
                  </a:lnTo>
                  <a:lnTo>
                    <a:pt x="204" y="236"/>
                  </a:lnTo>
                  <a:lnTo>
                    <a:pt x="216" y="202"/>
                  </a:lnTo>
                  <a:lnTo>
                    <a:pt x="226" y="164"/>
                  </a:lnTo>
                  <a:lnTo>
                    <a:pt x="234" y="126"/>
                  </a:lnTo>
                  <a:lnTo>
                    <a:pt x="240" y="86"/>
                  </a:lnTo>
                  <a:lnTo>
                    <a:pt x="244" y="42"/>
                  </a:lnTo>
                  <a:lnTo>
                    <a:pt x="245" y="0"/>
                  </a:lnTo>
                  <a:lnTo>
                    <a:pt x="233" y="0"/>
                  </a:lnTo>
                  <a:lnTo>
                    <a:pt x="232" y="42"/>
                  </a:lnTo>
                  <a:lnTo>
                    <a:pt x="229" y="83"/>
                  </a:lnTo>
                  <a:lnTo>
                    <a:pt x="223" y="123"/>
                  </a:lnTo>
                  <a:lnTo>
                    <a:pt x="215" y="162"/>
                  </a:lnTo>
                  <a:lnTo>
                    <a:pt x="204" y="197"/>
                  </a:lnTo>
                  <a:lnTo>
                    <a:pt x="192" y="231"/>
                  </a:lnTo>
                  <a:lnTo>
                    <a:pt x="178" y="264"/>
                  </a:lnTo>
                  <a:lnTo>
                    <a:pt x="163" y="292"/>
                  </a:lnTo>
                  <a:lnTo>
                    <a:pt x="147" y="320"/>
                  </a:lnTo>
                  <a:lnTo>
                    <a:pt x="129" y="344"/>
                  </a:lnTo>
                  <a:lnTo>
                    <a:pt x="109" y="364"/>
                  </a:lnTo>
                  <a:lnTo>
                    <a:pt x="89" y="382"/>
                  </a:lnTo>
                  <a:lnTo>
                    <a:pt x="67" y="395"/>
                  </a:lnTo>
                  <a:lnTo>
                    <a:pt x="46" y="406"/>
                  </a:lnTo>
                  <a:lnTo>
                    <a:pt x="24"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3660" name="Freeform 74"/>
            <p:cNvSpPr>
              <a:spLocks/>
            </p:cNvSpPr>
            <p:nvPr/>
          </p:nvSpPr>
          <p:spPr bwMode="auto">
            <a:xfrm>
              <a:off x="1516" y="2101"/>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5" y="86"/>
                  </a:lnTo>
                  <a:lnTo>
                    <a:pt x="11" y="126"/>
                  </a:lnTo>
                  <a:lnTo>
                    <a:pt x="19" y="164"/>
                  </a:lnTo>
                  <a:lnTo>
                    <a:pt x="30" y="202"/>
                  </a:lnTo>
                  <a:lnTo>
                    <a:pt x="41" y="236"/>
                  </a:lnTo>
                  <a:lnTo>
                    <a:pt x="55" y="269"/>
                  </a:lnTo>
                  <a:lnTo>
                    <a:pt x="71" y="299"/>
                  </a:lnTo>
                  <a:lnTo>
                    <a:pt x="89" y="327"/>
                  </a:lnTo>
                  <a:lnTo>
                    <a:pt x="107" y="351"/>
                  </a:lnTo>
                  <a:lnTo>
                    <a:pt x="127" y="373"/>
                  </a:lnTo>
                  <a:lnTo>
                    <a:pt x="149" y="392"/>
                  </a:lnTo>
                  <a:lnTo>
                    <a:pt x="171" y="407"/>
                  </a:lnTo>
                  <a:lnTo>
                    <a:pt x="195" y="418"/>
                  </a:lnTo>
                  <a:lnTo>
                    <a:pt x="219" y="423"/>
                  </a:lnTo>
                  <a:lnTo>
                    <a:pt x="245" y="426"/>
                  </a:lnTo>
                  <a:lnTo>
                    <a:pt x="245" y="414"/>
                  </a:lnTo>
                  <a:lnTo>
                    <a:pt x="222" y="412"/>
                  </a:lnTo>
                  <a:lnTo>
                    <a:pt x="199" y="406"/>
                  </a:lnTo>
                  <a:lnTo>
                    <a:pt x="178" y="395"/>
                  </a:lnTo>
                  <a:lnTo>
                    <a:pt x="156" y="382"/>
                  </a:lnTo>
                  <a:lnTo>
                    <a:pt x="136" y="364"/>
                  </a:lnTo>
                  <a:lnTo>
                    <a:pt x="116" y="344"/>
                  </a:lnTo>
                  <a:lnTo>
                    <a:pt x="99" y="320"/>
                  </a:lnTo>
                  <a:lnTo>
                    <a:pt x="82" y="292"/>
                  </a:lnTo>
                  <a:lnTo>
                    <a:pt x="67" y="264"/>
                  </a:lnTo>
                  <a:lnTo>
                    <a:pt x="53" y="231"/>
                  </a:lnTo>
                  <a:lnTo>
                    <a:pt x="41" y="197"/>
                  </a:lnTo>
                  <a:lnTo>
                    <a:pt x="31" y="162"/>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3661" name="Freeform 75"/>
            <p:cNvSpPr>
              <a:spLocks/>
            </p:cNvSpPr>
            <p:nvPr/>
          </p:nvSpPr>
          <p:spPr bwMode="auto">
            <a:xfrm>
              <a:off x="1516" y="2016"/>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5" y="8"/>
                  </a:lnTo>
                  <a:lnTo>
                    <a:pt x="171" y="19"/>
                  </a:lnTo>
                  <a:lnTo>
                    <a:pt x="149" y="34"/>
                  </a:lnTo>
                  <a:lnTo>
                    <a:pt x="127" y="51"/>
                  </a:lnTo>
                  <a:lnTo>
                    <a:pt x="107" y="74"/>
                  </a:lnTo>
                  <a:lnTo>
                    <a:pt x="89" y="98"/>
                  </a:lnTo>
                  <a:lnTo>
                    <a:pt x="72" y="125"/>
                  </a:lnTo>
                  <a:lnTo>
                    <a:pt x="55" y="156"/>
                  </a:lnTo>
                  <a:lnTo>
                    <a:pt x="41" y="189"/>
                  </a:lnTo>
                  <a:lnTo>
                    <a:pt x="30" y="223"/>
                  </a:lnTo>
                  <a:lnTo>
                    <a:pt x="19" y="261"/>
                  </a:lnTo>
                  <a:lnTo>
                    <a:pt x="11" y="299"/>
                  </a:lnTo>
                  <a:lnTo>
                    <a:pt x="5" y="339"/>
                  </a:lnTo>
                  <a:lnTo>
                    <a:pt x="1" y="382"/>
                  </a:lnTo>
                  <a:lnTo>
                    <a:pt x="0" y="424"/>
                  </a:lnTo>
                  <a:lnTo>
                    <a:pt x="12" y="424"/>
                  </a:lnTo>
                  <a:lnTo>
                    <a:pt x="13" y="382"/>
                  </a:lnTo>
                  <a:lnTo>
                    <a:pt x="17" y="341"/>
                  </a:lnTo>
                  <a:lnTo>
                    <a:pt x="23" y="301"/>
                  </a:lnTo>
                  <a:lnTo>
                    <a:pt x="31" y="264"/>
                  </a:lnTo>
                  <a:lnTo>
                    <a:pt x="41" y="227"/>
                  </a:lnTo>
                  <a:lnTo>
                    <a:pt x="53" y="193"/>
                  </a:lnTo>
                  <a:lnTo>
                    <a:pt x="67" y="160"/>
                  </a:lnTo>
                  <a:lnTo>
                    <a:pt x="81" y="132"/>
                  </a:lnTo>
                  <a:lnTo>
                    <a:pt x="99" y="105"/>
                  </a:lnTo>
                  <a:lnTo>
                    <a:pt x="116" y="81"/>
                  </a:lnTo>
                  <a:lnTo>
                    <a:pt x="136" y="61"/>
                  </a:lnTo>
                  <a:lnTo>
                    <a:pt x="156" y="43"/>
                  </a:lnTo>
                  <a:lnTo>
                    <a:pt x="178" y="30"/>
                  </a:lnTo>
                  <a:lnTo>
                    <a:pt x="199" y="20"/>
                  </a:lnTo>
                  <a:lnTo>
                    <a:pt x="222"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sp>
        <p:nvSpPr>
          <p:cNvPr id="153608" name="Rectangle 77"/>
          <p:cNvSpPr>
            <a:spLocks noChangeArrowheads="1"/>
          </p:cNvSpPr>
          <p:nvPr/>
        </p:nvSpPr>
        <p:spPr bwMode="auto">
          <a:xfrm>
            <a:off x="611188" y="0"/>
            <a:ext cx="6388100" cy="6477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3000"/>
              <a:t>Sem. 3 - Mardi</a:t>
            </a:r>
          </a:p>
        </p:txBody>
      </p:sp>
      <p:sp>
        <p:nvSpPr>
          <p:cNvPr id="153609" name="Text Box 78"/>
          <p:cNvSpPr txBox="1">
            <a:spLocks noChangeArrowheads="1"/>
          </p:cNvSpPr>
          <p:nvPr/>
        </p:nvSpPr>
        <p:spPr bwMode="auto">
          <a:xfrm>
            <a:off x="566738" y="2697163"/>
            <a:ext cx="3217862"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2. Pas de commandes</a:t>
            </a:r>
          </a:p>
        </p:txBody>
      </p:sp>
      <p:sp>
        <p:nvSpPr>
          <p:cNvPr id="153610" name="Text Box 79"/>
          <p:cNvSpPr txBox="1">
            <a:spLocks noChangeArrowheads="1"/>
          </p:cNvSpPr>
          <p:nvPr/>
        </p:nvSpPr>
        <p:spPr bwMode="auto">
          <a:xfrm>
            <a:off x="566738" y="5211763"/>
            <a:ext cx="6543675" cy="4429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eaLnBrk="1" hangingPunct="1">
              <a:spcBef>
                <a:spcPct val="0"/>
              </a:spcBef>
              <a:buFontTx/>
              <a:buNone/>
            </a:pPr>
            <a:r>
              <a:rPr lang="fr-FR" altLang="fr-FR" sz="2300"/>
              <a:t>4. Pointez la production sur votre feuille de suivi</a:t>
            </a:r>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4626" name="Rectangle 2"/>
          <p:cNvSpPr>
            <a:spLocks noGrp="1" noChangeArrowheads="1"/>
          </p:cNvSpPr>
          <p:nvPr>
            <p:ph type="title"/>
          </p:nvPr>
        </p:nvSpPr>
        <p:spPr/>
        <p:txBody>
          <a:bodyPr/>
          <a:lstStyle/>
          <a:p>
            <a:pPr eaLnBrk="1" hangingPunct="1"/>
            <a:r>
              <a:rPr lang="fr-FR" altLang="fr-FR"/>
              <a:t>Question</a:t>
            </a:r>
          </a:p>
        </p:txBody>
      </p:sp>
      <p:sp>
        <p:nvSpPr>
          <p:cNvPr id="154627" name="Rectangle 3"/>
          <p:cNvSpPr>
            <a:spLocks noGrp="1" noChangeArrowheads="1"/>
          </p:cNvSpPr>
          <p:nvPr>
            <p:ph type="body" idx="1"/>
          </p:nvPr>
        </p:nvSpPr>
        <p:spPr>
          <a:xfrm>
            <a:off x="285750" y="1701800"/>
            <a:ext cx="8620125" cy="3830638"/>
          </a:xfrm>
        </p:spPr>
        <p:txBody>
          <a:bodyPr/>
          <a:lstStyle/>
          <a:p>
            <a:pPr eaLnBrk="1" hangingPunct="1">
              <a:buFontTx/>
              <a:buNone/>
            </a:pPr>
            <a:r>
              <a:rPr lang="fr-FR" altLang="fr-FR" u="sng" dirty="0"/>
              <a:t>Origine</a:t>
            </a:r>
            <a:r>
              <a:rPr lang="fr-FR" altLang="fr-FR" dirty="0"/>
              <a:t> : Responsable du service Manutention</a:t>
            </a:r>
          </a:p>
          <a:p>
            <a:pPr eaLnBrk="1" hangingPunct="1">
              <a:buFontTx/>
              <a:buNone/>
            </a:pPr>
            <a:r>
              <a:rPr lang="fr-FR" altLang="fr-FR" u="sng" dirty="0"/>
              <a:t>Destinataire</a:t>
            </a:r>
            <a:r>
              <a:rPr lang="fr-FR" altLang="fr-FR" dirty="0"/>
              <a:t> : Chef d’atelier</a:t>
            </a:r>
          </a:p>
          <a:p>
            <a:pPr eaLnBrk="1" hangingPunct="1">
              <a:buFontTx/>
              <a:buNone/>
            </a:pPr>
            <a:endParaRPr lang="fr-FR" altLang="fr-FR" dirty="0"/>
          </a:p>
          <a:p>
            <a:pPr eaLnBrk="1" hangingPunct="1"/>
            <a:r>
              <a:rPr lang="fr-FR" altLang="fr-FR" dirty="0"/>
              <a:t>Une étude récente montre que les containers actuels sont peu remplis. </a:t>
            </a:r>
          </a:p>
          <a:p>
            <a:pPr eaLnBrk="1" hangingPunct="1"/>
            <a:r>
              <a:rPr lang="fr-FR" altLang="fr-FR" dirty="0"/>
              <a:t>La puissance de nos chariots permettrait de les remplir 3 fois plus.</a:t>
            </a:r>
          </a:p>
          <a:p>
            <a:pPr eaLnBrk="1" hangingPunct="1"/>
            <a:r>
              <a:rPr lang="fr-FR" altLang="fr-FR" dirty="0"/>
              <a:t>Les essais commenceront dès maintenant et dureront un jour, sur la manutention de tous les engrenages usinés à destination du montage (containers de 3 pièces au lieu de 1).</a:t>
            </a:r>
          </a:p>
          <a:p>
            <a:pPr eaLnBrk="1" hangingPunct="1">
              <a:buFontTx/>
              <a:buNone/>
            </a:pPr>
            <a:br>
              <a:rPr lang="fr-FR" altLang="fr-FR" dirty="0"/>
            </a:br>
            <a:r>
              <a:rPr lang="fr-FR" altLang="fr-FR" sz="1600" i="1" u="sng" dirty="0"/>
              <a:t>N.B. </a:t>
            </a:r>
            <a:r>
              <a:rPr lang="fr-FR" altLang="fr-FR" sz="1600" dirty="0"/>
              <a:t>Un </a:t>
            </a:r>
            <a:r>
              <a:rPr lang="fr-FR" altLang="fr-FR" sz="1600" i="1" dirty="0"/>
              <a:t>container </a:t>
            </a:r>
            <a:r>
              <a:rPr lang="fr-FR" altLang="fr-FR" sz="1600" dirty="0"/>
              <a:t>ne </a:t>
            </a:r>
            <a:r>
              <a:rPr lang="fr-FR" altLang="fr-FR" sz="1600" i="1" dirty="0"/>
              <a:t>doit contenir qu'un même type de pièces. Quand on arrive en fin de série, il peut circuler non rempli.</a:t>
            </a:r>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55650" name="Group 2"/>
          <p:cNvGrpSpPr>
            <a:grpSpLocks/>
          </p:cNvGrpSpPr>
          <p:nvPr/>
        </p:nvGrpSpPr>
        <p:grpSpPr bwMode="auto">
          <a:xfrm>
            <a:off x="7073900" y="215900"/>
            <a:ext cx="1878013" cy="1250950"/>
            <a:chOff x="4456" y="136"/>
            <a:chExt cx="1183" cy="788"/>
          </a:xfrm>
        </p:grpSpPr>
        <p:grpSp>
          <p:nvGrpSpPr>
            <p:cNvPr id="155710" name="Group 3"/>
            <p:cNvGrpSpPr>
              <a:grpSpLocks/>
            </p:cNvGrpSpPr>
            <p:nvPr/>
          </p:nvGrpSpPr>
          <p:grpSpPr bwMode="auto">
            <a:xfrm>
              <a:off x="4766" y="232"/>
              <a:ext cx="873" cy="692"/>
              <a:chOff x="2185" y="310"/>
              <a:chExt cx="873" cy="692"/>
            </a:xfrm>
          </p:grpSpPr>
          <p:sp>
            <p:nvSpPr>
              <p:cNvPr id="155721" name="Freeform 4"/>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accent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5722" name="Freeform 5"/>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5723" name="Freeform 6"/>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5724" name="Freeform 7"/>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5725" name="Freeform 8"/>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5726" name="Freeform 9"/>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5727" name="Freeform 10"/>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grpSp>
          <p:nvGrpSpPr>
            <p:cNvPr id="155711" name="Group 11"/>
            <p:cNvGrpSpPr>
              <a:grpSpLocks/>
            </p:cNvGrpSpPr>
            <p:nvPr/>
          </p:nvGrpSpPr>
          <p:grpSpPr bwMode="auto">
            <a:xfrm>
              <a:off x="4949" y="336"/>
              <a:ext cx="591" cy="468"/>
              <a:chOff x="2185" y="310"/>
              <a:chExt cx="873" cy="692"/>
            </a:xfrm>
          </p:grpSpPr>
          <p:sp>
            <p:nvSpPr>
              <p:cNvPr id="155714" name="Freeform 12"/>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5715" name="Freeform 13"/>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5716" name="Freeform 14"/>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5717" name="Freeform 15"/>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5718" name="Freeform 16"/>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5719" name="Freeform 17"/>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5720" name="Freeform 18"/>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pic>
          <p:nvPicPr>
            <p:cNvPr id="155712" name="Picture 19"/>
            <p:cNvPicPr>
              <a:picLocks noChangeAspect="1" noChangeArrowheads="1"/>
            </p:cNvPicPr>
            <p:nvPr/>
          </p:nvPicPr>
          <p:blipFill>
            <a:blip r:embed="rId3" cstate="print">
              <a:extLst>
                <a:ext uri="{28A0092B-C50C-407E-A947-70E740481C1C}">
                  <a14:useLocalDpi xmlns:a14="http://schemas.microsoft.com/office/drawing/2010/main" val="0"/>
                </a:ext>
              </a:extLst>
            </a:blip>
            <a:srcRect l="-4282" t="-4369" r="-5199" b="-12012"/>
            <a:stretch>
              <a:fillRect/>
            </a:stretch>
          </p:blipFill>
          <p:spPr bwMode="auto">
            <a:xfrm>
              <a:off x="4456" y="136"/>
              <a:ext cx="480" cy="5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55713" name="Text Box 20"/>
            <p:cNvSpPr txBox="1">
              <a:spLocks noChangeArrowheads="1"/>
            </p:cNvSpPr>
            <p:nvPr/>
          </p:nvSpPr>
          <p:spPr bwMode="auto">
            <a:xfrm>
              <a:off x="4946" y="314"/>
              <a:ext cx="596" cy="49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4500" b="1">
                  <a:solidFill>
                    <a:srgbClr val="FF0000"/>
                  </a:solidFill>
                  <a:latin typeface="Arial Black" pitchFamily="34" charset="0"/>
                </a:rPr>
                <a:t>16</a:t>
              </a:r>
              <a:endParaRPr lang="fr-FR" altLang="fr-FR" sz="3200">
                <a:solidFill>
                  <a:schemeClr val="tx1"/>
                </a:solidFill>
                <a:latin typeface="Arial Black" pitchFamily="34" charset="0"/>
              </a:endParaRPr>
            </a:p>
          </p:txBody>
        </p:sp>
      </p:grpSp>
      <p:sp>
        <p:nvSpPr>
          <p:cNvPr id="155652" name="Text Box 22"/>
          <p:cNvSpPr txBox="1">
            <a:spLocks noChangeArrowheads="1"/>
          </p:cNvSpPr>
          <p:nvPr/>
        </p:nvSpPr>
        <p:spPr bwMode="auto">
          <a:xfrm>
            <a:off x="566738" y="1363663"/>
            <a:ext cx="1946275"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1. Tirez le dé</a:t>
            </a:r>
          </a:p>
        </p:txBody>
      </p:sp>
      <p:sp>
        <p:nvSpPr>
          <p:cNvPr id="155653" name="Text Box 23"/>
          <p:cNvSpPr txBox="1">
            <a:spLocks noChangeArrowheads="1"/>
          </p:cNvSpPr>
          <p:nvPr/>
        </p:nvSpPr>
        <p:spPr bwMode="auto">
          <a:xfrm>
            <a:off x="566738" y="3935413"/>
            <a:ext cx="18796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3. Produisez</a:t>
            </a:r>
          </a:p>
        </p:txBody>
      </p:sp>
      <p:grpSp>
        <p:nvGrpSpPr>
          <p:cNvPr id="155654" name="Group 24"/>
          <p:cNvGrpSpPr>
            <a:grpSpLocks/>
          </p:cNvGrpSpPr>
          <p:nvPr/>
        </p:nvGrpSpPr>
        <p:grpSpPr bwMode="auto">
          <a:xfrm>
            <a:off x="2986088" y="1306513"/>
            <a:ext cx="446087" cy="534987"/>
            <a:chOff x="868" y="1439"/>
            <a:chExt cx="811" cy="972"/>
          </a:xfrm>
        </p:grpSpPr>
        <p:sp>
          <p:nvSpPr>
            <p:cNvPr id="155659" name="Freeform 25"/>
            <p:cNvSpPr>
              <a:spLocks/>
            </p:cNvSpPr>
            <p:nvPr/>
          </p:nvSpPr>
          <p:spPr bwMode="auto">
            <a:xfrm>
              <a:off x="1548" y="2014"/>
              <a:ext cx="123" cy="100"/>
            </a:xfrm>
            <a:custGeom>
              <a:avLst/>
              <a:gdLst>
                <a:gd name="T0" fmla="*/ 5 w 618"/>
                <a:gd name="T1" fmla="*/ 0 h 502"/>
                <a:gd name="T2" fmla="*/ 5 w 618"/>
                <a:gd name="T3" fmla="*/ 0 h 502"/>
                <a:gd name="T4" fmla="*/ 0 w 618"/>
                <a:gd name="T5" fmla="*/ 4 h 502"/>
                <a:gd name="T6" fmla="*/ 0 w 618"/>
                <a:gd name="T7" fmla="*/ 4 h 502"/>
                <a:gd name="T8" fmla="*/ 5 w 618"/>
                <a:gd name="T9" fmla="*/ 0 h 502"/>
                <a:gd name="T10" fmla="*/ 5 w 618"/>
                <a:gd name="T11" fmla="*/ 0 h 502"/>
                <a:gd name="T12" fmla="*/ 5 w 618"/>
                <a:gd name="T13" fmla="*/ 0 h 502"/>
                <a:gd name="T14" fmla="*/ 5 w 618"/>
                <a:gd name="T15" fmla="*/ 0 h 502"/>
                <a:gd name="T16" fmla="*/ 5 w 618"/>
                <a:gd name="T17" fmla="*/ 0 h 502"/>
                <a:gd name="T18" fmla="*/ 5 w 618"/>
                <a:gd name="T19" fmla="*/ 0 h 502"/>
                <a:gd name="T20" fmla="*/ 5 w 618"/>
                <a:gd name="T21" fmla="*/ 0 h 502"/>
                <a:gd name="T22" fmla="*/ 5 w 618"/>
                <a:gd name="T23" fmla="*/ 0 h 502"/>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618"/>
                <a:gd name="T37" fmla="*/ 0 h 502"/>
                <a:gd name="T38" fmla="*/ 618 w 618"/>
                <a:gd name="T39" fmla="*/ 502 h 502"/>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618" h="502">
                  <a:moveTo>
                    <a:pt x="611" y="0"/>
                  </a:moveTo>
                  <a:lnTo>
                    <a:pt x="606" y="2"/>
                  </a:lnTo>
                  <a:lnTo>
                    <a:pt x="0" y="490"/>
                  </a:lnTo>
                  <a:lnTo>
                    <a:pt x="10" y="502"/>
                  </a:lnTo>
                  <a:lnTo>
                    <a:pt x="616" y="14"/>
                  </a:lnTo>
                  <a:lnTo>
                    <a:pt x="611" y="16"/>
                  </a:lnTo>
                  <a:lnTo>
                    <a:pt x="616" y="14"/>
                  </a:lnTo>
                  <a:lnTo>
                    <a:pt x="618" y="9"/>
                  </a:lnTo>
                  <a:lnTo>
                    <a:pt x="617" y="3"/>
                  </a:lnTo>
                  <a:lnTo>
                    <a:pt x="612" y="1"/>
                  </a:lnTo>
                  <a:lnTo>
                    <a:pt x="606" y="2"/>
                  </a:lnTo>
                  <a:lnTo>
                    <a:pt x="611"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5660" name="Freeform 26"/>
            <p:cNvSpPr>
              <a:spLocks/>
            </p:cNvSpPr>
            <p:nvPr/>
          </p:nvSpPr>
          <p:spPr bwMode="auto">
            <a:xfrm>
              <a:off x="876" y="1852"/>
              <a:ext cx="82" cy="373"/>
            </a:xfrm>
            <a:custGeom>
              <a:avLst/>
              <a:gdLst>
                <a:gd name="T0" fmla="*/ 3 w 413"/>
                <a:gd name="T1" fmla="*/ 15 h 1865"/>
                <a:gd name="T2" fmla="*/ 3 w 413"/>
                <a:gd name="T3" fmla="*/ 15 h 1865"/>
                <a:gd name="T4" fmla="*/ 0 w 413"/>
                <a:gd name="T5" fmla="*/ 0 h 1865"/>
                <a:gd name="T6" fmla="*/ 0 w 413"/>
                <a:gd name="T7" fmla="*/ 0 h 1865"/>
                <a:gd name="T8" fmla="*/ 3 w 413"/>
                <a:gd name="T9" fmla="*/ 15 h 1865"/>
                <a:gd name="T10" fmla="*/ 3 w 413"/>
                <a:gd name="T11" fmla="*/ 15 h 1865"/>
                <a:gd name="T12" fmla="*/ 3 w 413"/>
                <a:gd name="T13" fmla="*/ 15 h 1865"/>
                <a:gd name="T14" fmla="*/ 3 w 413"/>
                <a:gd name="T15" fmla="*/ 15 h 1865"/>
                <a:gd name="T16" fmla="*/ 3 w 413"/>
                <a:gd name="T17" fmla="*/ 15 h 1865"/>
                <a:gd name="T18" fmla="*/ 3 w 413"/>
                <a:gd name="T19" fmla="*/ 15 h 1865"/>
                <a:gd name="T20" fmla="*/ 3 w 413"/>
                <a:gd name="T21" fmla="*/ 15 h 1865"/>
                <a:gd name="T22" fmla="*/ 3 w 413"/>
                <a:gd name="T23" fmla="*/ 15 h 186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413"/>
                <a:gd name="T37" fmla="*/ 0 h 1865"/>
                <a:gd name="T38" fmla="*/ 413 w 413"/>
                <a:gd name="T39" fmla="*/ 1865 h 1865"/>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413" h="1865">
                  <a:moveTo>
                    <a:pt x="400" y="1864"/>
                  </a:moveTo>
                  <a:lnTo>
                    <a:pt x="413" y="1856"/>
                  </a:lnTo>
                  <a:lnTo>
                    <a:pt x="17" y="0"/>
                  </a:lnTo>
                  <a:lnTo>
                    <a:pt x="0" y="2"/>
                  </a:lnTo>
                  <a:lnTo>
                    <a:pt x="396" y="1858"/>
                  </a:lnTo>
                  <a:lnTo>
                    <a:pt x="409" y="1850"/>
                  </a:lnTo>
                  <a:lnTo>
                    <a:pt x="396" y="1858"/>
                  </a:lnTo>
                  <a:lnTo>
                    <a:pt x="400" y="1864"/>
                  </a:lnTo>
                  <a:lnTo>
                    <a:pt x="406" y="1865"/>
                  </a:lnTo>
                  <a:lnTo>
                    <a:pt x="410" y="1862"/>
                  </a:lnTo>
                  <a:lnTo>
                    <a:pt x="413" y="1856"/>
                  </a:lnTo>
                  <a:lnTo>
                    <a:pt x="400" y="186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5661" name="Freeform 27"/>
            <p:cNvSpPr>
              <a:spLocks/>
            </p:cNvSpPr>
            <p:nvPr/>
          </p:nvSpPr>
          <p:spPr bwMode="auto">
            <a:xfrm>
              <a:off x="1282" y="1533"/>
              <a:ext cx="35" cy="161"/>
            </a:xfrm>
            <a:custGeom>
              <a:avLst/>
              <a:gdLst>
                <a:gd name="T0" fmla="*/ 1 w 175"/>
                <a:gd name="T1" fmla="*/ 6 h 807"/>
                <a:gd name="T2" fmla="*/ 1 w 175"/>
                <a:gd name="T3" fmla="*/ 6 h 807"/>
                <a:gd name="T4" fmla="*/ 1 w 175"/>
                <a:gd name="T5" fmla="*/ 6 h 807"/>
                <a:gd name="T6" fmla="*/ 1 w 175"/>
                <a:gd name="T7" fmla="*/ 5 h 807"/>
                <a:gd name="T8" fmla="*/ 1 w 175"/>
                <a:gd name="T9" fmla="*/ 5 h 807"/>
                <a:gd name="T10" fmla="*/ 1 w 175"/>
                <a:gd name="T11" fmla="*/ 5 h 807"/>
                <a:gd name="T12" fmla="*/ 1 w 175"/>
                <a:gd name="T13" fmla="*/ 4 h 807"/>
                <a:gd name="T14" fmla="*/ 1 w 175"/>
                <a:gd name="T15" fmla="*/ 4 h 807"/>
                <a:gd name="T16" fmla="*/ 1 w 175"/>
                <a:gd name="T17" fmla="*/ 3 h 807"/>
                <a:gd name="T18" fmla="*/ 1 w 175"/>
                <a:gd name="T19" fmla="*/ 3 h 807"/>
                <a:gd name="T20" fmla="*/ 1 w 175"/>
                <a:gd name="T21" fmla="*/ 3 h 807"/>
                <a:gd name="T22" fmla="*/ 1 w 175"/>
                <a:gd name="T23" fmla="*/ 2 h 807"/>
                <a:gd name="T24" fmla="*/ 1 w 175"/>
                <a:gd name="T25" fmla="*/ 2 h 807"/>
                <a:gd name="T26" fmla="*/ 1 w 175"/>
                <a:gd name="T27" fmla="*/ 2 h 807"/>
                <a:gd name="T28" fmla="*/ 1 w 175"/>
                <a:gd name="T29" fmla="*/ 1 h 807"/>
                <a:gd name="T30" fmla="*/ 1 w 175"/>
                <a:gd name="T31" fmla="*/ 1 h 807"/>
                <a:gd name="T32" fmla="*/ 1 w 175"/>
                <a:gd name="T33" fmla="*/ 1 h 807"/>
                <a:gd name="T34" fmla="*/ 1 w 175"/>
                <a:gd name="T35" fmla="*/ 0 h 807"/>
                <a:gd name="T36" fmla="*/ 1 w 175"/>
                <a:gd name="T37" fmla="*/ 0 h 807"/>
                <a:gd name="T38" fmla="*/ 1 w 175"/>
                <a:gd name="T39" fmla="*/ 0 h 807"/>
                <a:gd name="T40" fmla="*/ 0 w 175"/>
                <a:gd name="T41" fmla="*/ 1 h 807"/>
                <a:gd name="T42" fmla="*/ 0 w 175"/>
                <a:gd name="T43" fmla="*/ 1 h 807"/>
                <a:gd name="T44" fmla="*/ 0 w 175"/>
                <a:gd name="T45" fmla="*/ 1 h 807"/>
                <a:gd name="T46" fmla="*/ 0 w 175"/>
                <a:gd name="T47" fmla="*/ 2 h 807"/>
                <a:gd name="T48" fmla="*/ 0 w 175"/>
                <a:gd name="T49" fmla="*/ 2 h 807"/>
                <a:gd name="T50" fmla="*/ 0 w 175"/>
                <a:gd name="T51" fmla="*/ 3 h 807"/>
                <a:gd name="T52" fmla="*/ 0 w 175"/>
                <a:gd name="T53" fmla="*/ 3 h 807"/>
                <a:gd name="T54" fmla="*/ 0 w 175"/>
                <a:gd name="T55" fmla="*/ 3 h 807"/>
                <a:gd name="T56" fmla="*/ 0 w 175"/>
                <a:gd name="T57" fmla="*/ 4 h 807"/>
                <a:gd name="T58" fmla="*/ 0 w 175"/>
                <a:gd name="T59" fmla="*/ 4 h 807"/>
                <a:gd name="T60" fmla="*/ 0 w 175"/>
                <a:gd name="T61" fmla="*/ 5 h 807"/>
                <a:gd name="T62" fmla="*/ 0 w 175"/>
                <a:gd name="T63" fmla="*/ 5 h 807"/>
                <a:gd name="T64" fmla="*/ 0 w 175"/>
                <a:gd name="T65" fmla="*/ 5 h 807"/>
                <a:gd name="T66" fmla="*/ 1 w 175"/>
                <a:gd name="T67" fmla="*/ 6 h 807"/>
                <a:gd name="T68" fmla="*/ 1 w 175"/>
                <a:gd name="T69" fmla="*/ 6 h 807"/>
                <a:gd name="T70" fmla="*/ 1 w 175"/>
                <a:gd name="T71" fmla="*/ 6 h 807"/>
                <a:gd name="T72" fmla="*/ 1 w 175"/>
                <a:gd name="T73" fmla="*/ 6 h 807"/>
                <a:gd name="T74" fmla="*/ 1 w 175"/>
                <a:gd name="T75" fmla="*/ 6 h 807"/>
                <a:gd name="T76" fmla="*/ 1 w 175"/>
                <a:gd name="T77" fmla="*/ 6 h 807"/>
                <a:gd name="T78" fmla="*/ 1 w 175"/>
                <a:gd name="T79" fmla="*/ 6 h 807"/>
                <a:gd name="T80" fmla="*/ 1 w 175"/>
                <a:gd name="T81" fmla="*/ 6 h 807"/>
                <a:gd name="T82" fmla="*/ 1 w 175"/>
                <a:gd name="T83" fmla="*/ 6 h 807"/>
                <a:gd name="T84" fmla="*/ 1 w 175"/>
                <a:gd name="T85" fmla="*/ 6 h 807"/>
                <a:gd name="T86" fmla="*/ 1 w 175"/>
                <a:gd name="T87" fmla="*/ 6 h 807"/>
                <a:gd name="T88" fmla="*/ 1 w 175"/>
                <a:gd name="T89" fmla="*/ 6 h 807"/>
                <a:gd name="T90" fmla="*/ 1 w 175"/>
                <a:gd name="T91" fmla="*/ 6 h 80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175"/>
                <a:gd name="T139" fmla="*/ 0 h 807"/>
                <a:gd name="T140" fmla="*/ 175 w 175"/>
                <a:gd name="T141" fmla="*/ 807 h 80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175" h="807">
                  <a:moveTo>
                    <a:pt x="169" y="740"/>
                  </a:moveTo>
                  <a:lnTo>
                    <a:pt x="169" y="739"/>
                  </a:lnTo>
                  <a:lnTo>
                    <a:pt x="149" y="698"/>
                  </a:lnTo>
                  <a:lnTo>
                    <a:pt x="133" y="656"/>
                  </a:lnTo>
                  <a:lnTo>
                    <a:pt x="120" y="611"/>
                  </a:lnTo>
                  <a:lnTo>
                    <a:pt x="108" y="565"/>
                  </a:lnTo>
                  <a:lnTo>
                    <a:pt x="100" y="520"/>
                  </a:lnTo>
                  <a:lnTo>
                    <a:pt x="96" y="472"/>
                  </a:lnTo>
                  <a:lnTo>
                    <a:pt x="93" y="425"/>
                  </a:lnTo>
                  <a:lnTo>
                    <a:pt x="93" y="377"/>
                  </a:lnTo>
                  <a:lnTo>
                    <a:pt x="96" y="330"/>
                  </a:lnTo>
                  <a:lnTo>
                    <a:pt x="100" y="283"/>
                  </a:lnTo>
                  <a:lnTo>
                    <a:pt x="106" y="238"/>
                  </a:lnTo>
                  <a:lnTo>
                    <a:pt x="115" y="195"/>
                  </a:lnTo>
                  <a:lnTo>
                    <a:pt x="126" y="153"/>
                  </a:lnTo>
                  <a:lnTo>
                    <a:pt x="139" y="114"/>
                  </a:lnTo>
                  <a:lnTo>
                    <a:pt x="153" y="77"/>
                  </a:lnTo>
                  <a:lnTo>
                    <a:pt x="169" y="43"/>
                  </a:lnTo>
                  <a:lnTo>
                    <a:pt x="87" y="0"/>
                  </a:lnTo>
                  <a:lnTo>
                    <a:pt x="69" y="39"/>
                  </a:lnTo>
                  <a:lnTo>
                    <a:pt x="52" y="81"/>
                  </a:lnTo>
                  <a:lnTo>
                    <a:pt x="37" y="127"/>
                  </a:lnTo>
                  <a:lnTo>
                    <a:pt x="24" y="174"/>
                  </a:lnTo>
                  <a:lnTo>
                    <a:pt x="15" y="222"/>
                  </a:lnTo>
                  <a:lnTo>
                    <a:pt x="7" y="271"/>
                  </a:lnTo>
                  <a:lnTo>
                    <a:pt x="2" y="323"/>
                  </a:lnTo>
                  <a:lnTo>
                    <a:pt x="0" y="374"/>
                  </a:lnTo>
                  <a:lnTo>
                    <a:pt x="0" y="427"/>
                  </a:lnTo>
                  <a:lnTo>
                    <a:pt x="2" y="479"/>
                  </a:lnTo>
                  <a:lnTo>
                    <a:pt x="9" y="531"/>
                  </a:lnTo>
                  <a:lnTo>
                    <a:pt x="17" y="584"/>
                  </a:lnTo>
                  <a:lnTo>
                    <a:pt x="29" y="635"/>
                  </a:lnTo>
                  <a:lnTo>
                    <a:pt x="44" y="686"/>
                  </a:lnTo>
                  <a:lnTo>
                    <a:pt x="65" y="736"/>
                  </a:lnTo>
                  <a:lnTo>
                    <a:pt x="87" y="784"/>
                  </a:lnTo>
                  <a:lnTo>
                    <a:pt x="87" y="782"/>
                  </a:lnTo>
                  <a:lnTo>
                    <a:pt x="87" y="784"/>
                  </a:lnTo>
                  <a:lnTo>
                    <a:pt x="100" y="799"/>
                  </a:lnTo>
                  <a:lnTo>
                    <a:pt x="117" y="807"/>
                  </a:lnTo>
                  <a:lnTo>
                    <a:pt x="134" y="807"/>
                  </a:lnTo>
                  <a:lnTo>
                    <a:pt x="151" y="801"/>
                  </a:lnTo>
                  <a:lnTo>
                    <a:pt x="164" y="791"/>
                  </a:lnTo>
                  <a:lnTo>
                    <a:pt x="173" y="777"/>
                  </a:lnTo>
                  <a:lnTo>
                    <a:pt x="175" y="759"/>
                  </a:lnTo>
                  <a:lnTo>
                    <a:pt x="169" y="739"/>
                  </a:lnTo>
                  <a:lnTo>
                    <a:pt x="169" y="74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5662" name="Freeform 28"/>
            <p:cNvSpPr>
              <a:spLocks/>
            </p:cNvSpPr>
            <p:nvPr/>
          </p:nvSpPr>
          <p:spPr bwMode="auto">
            <a:xfrm>
              <a:off x="1299" y="1681"/>
              <a:ext cx="157" cy="281"/>
            </a:xfrm>
            <a:custGeom>
              <a:avLst/>
              <a:gdLst>
                <a:gd name="T0" fmla="*/ 6 w 787"/>
                <a:gd name="T1" fmla="*/ 11 h 1404"/>
                <a:gd name="T2" fmla="*/ 6 w 787"/>
                <a:gd name="T3" fmla="*/ 11 h 1404"/>
                <a:gd name="T4" fmla="*/ 1 w 787"/>
                <a:gd name="T5" fmla="*/ 0 h 1404"/>
                <a:gd name="T6" fmla="*/ 0 w 787"/>
                <a:gd name="T7" fmla="*/ 0 h 1404"/>
                <a:gd name="T8" fmla="*/ 6 w 787"/>
                <a:gd name="T9" fmla="*/ 11 h 1404"/>
                <a:gd name="T10" fmla="*/ 6 w 787"/>
                <a:gd name="T11" fmla="*/ 11 h 1404"/>
                <a:gd name="T12" fmla="*/ 6 w 787"/>
                <a:gd name="T13" fmla="*/ 11 h 1404"/>
                <a:gd name="T14" fmla="*/ 6 w 787"/>
                <a:gd name="T15" fmla="*/ 11 h 1404"/>
                <a:gd name="T16" fmla="*/ 6 w 787"/>
                <a:gd name="T17" fmla="*/ 11 h 1404"/>
                <a:gd name="T18" fmla="*/ 6 w 787"/>
                <a:gd name="T19" fmla="*/ 11 h 1404"/>
                <a:gd name="T20" fmla="*/ 6 w 787"/>
                <a:gd name="T21" fmla="*/ 11 h 1404"/>
                <a:gd name="T22" fmla="*/ 6 w 787"/>
                <a:gd name="T23" fmla="*/ 11 h 1404"/>
                <a:gd name="T24" fmla="*/ 6 w 787"/>
                <a:gd name="T25" fmla="*/ 11 h 1404"/>
                <a:gd name="T26" fmla="*/ 6 w 787"/>
                <a:gd name="T27" fmla="*/ 11 h 1404"/>
                <a:gd name="T28" fmla="*/ 6 w 787"/>
                <a:gd name="T29" fmla="*/ 11 h 1404"/>
                <a:gd name="T30" fmla="*/ 6 w 787"/>
                <a:gd name="T31" fmla="*/ 11 h 1404"/>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787"/>
                <a:gd name="T49" fmla="*/ 0 h 1404"/>
                <a:gd name="T50" fmla="*/ 787 w 787"/>
                <a:gd name="T51" fmla="*/ 1404 h 1404"/>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787" h="1404">
                  <a:moveTo>
                    <a:pt x="781" y="1334"/>
                  </a:moveTo>
                  <a:lnTo>
                    <a:pt x="781" y="1337"/>
                  </a:lnTo>
                  <a:lnTo>
                    <a:pt x="82" y="0"/>
                  </a:lnTo>
                  <a:lnTo>
                    <a:pt x="0" y="42"/>
                  </a:lnTo>
                  <a:lnTo>
                    <a:pt x="699" y="1379"/>
                  </a:lnTo>
                  <a:lnTo>
                    <a:pt x="699" y="1381"/>
                  </a:lnTo>
                  <a:lnTo>
                    <a:pt x="699" y="1379"/>
                  </a:lnTo>
                  <a:lnTo>
                    <a:pt x="712" y="1395"/>
                  </a:lnTo>
                  <a:lnTo>
                    <a:pt x="727" y="1402"/>
                  </a:lnTo>
                  <a:lnTo>
                    <a:pt x="744" y="1404"/>
                  </a:lnTo>
                  <a:lnTo>
                    <a:pt x="761" y="1398"/>
                  </a:lnTo>
                  <a:lnTo>
                    <a:pt x="775" y="1388"/>
                  </a:lnTo>
                  <a:lnTo>
                    <a:pt x="784" y="1373"/>
                  </a:lnTo>
                  <a:lnTo>
                    <a:pt x="787" y="1357"/>
                  </a:lnTo>
                  <a:lnTo>
                    <a:pt x="781" y="1337"/>
                  </a:lnTo>
                  <a:lnTo>
                    <a:pt x="781" y="13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5663" name="Freeform 29"/>
            <p:cNvSpPr>
              <a:spLocks/>
            </p:cNvSpPr>
            <p:nvPr/>
          </p:nvSpPr>
          <p:spPr bwMode="auto">
            <a:xfrm>
              <a:off x="1439" y="1948"/>
              <a:ext cx="125" cy="76"/>
            </a:xfrm>
            <a:custGeom>
              <a:avLst/>
              <a:gdLst>
                <a:gd name="T0" fmla="*/ 5 w 628"/>
                <a:gd name="T1" fmla="*/ 2 h 383"/>
                <a:gd name="T2" fmla="*/ 5 w 628"/>
                <a:gd name="T3" fmla="*/ 2 h 383"/>
                <a:gd name="T4" fmla="*/ 4 w 628"/>
                <a:gd name="T5" fmla="*/ 2 h 383"/>
                <a:gd name="T6" fmla="*/ 4 w 628"/>
                <a:gd name="T7" fmla="*/ 2 h 383"/>
                <a:gd name="T8" fmla="*/ 4 w 628"/>
                <a:gd name="T9" fmla="*/ 2 h 383"/>
                <a:gd name="T10" fmla="*/ 3 w 628"/>
                <a:gd name="T11" fmla="*/ 2 h 383"/>
                <a:gd name="T12" fmla="*/ 3 w 628"/>
                <a:gd name="T13" fmla="*/ 2 h 383"/>
                <a:gd name="T14" fmla="*/ 3 w 628"/>
                <a:gd name="T15" fmla="*/ 2 h 383"/>
                <a:gd name="T16" fmla="*/ 3 w 628"/>
                <a:gd name="T17" fmla="*/ 2 h 383"/>
                <a:gd name="T18" fmla="*/ 2 w 628"/>
                <a:gd name="T19" fmla="*/ 2 h 383"/>
                <a:gd name="T20" fmla="*/ 2 w 628"/>
                <a:gd name="T21" fmla="*/ 2 h 383"/>
                <a:gd name="T22" fmla="*/ 2 w 628"/>
                <a:gd name="T23" fmla="*/ 1 h 383"/>
                <a:gd name="T24" fmla="*/ 2 w 628"/>
                <a:gd name="T25" fmla="*/ 1 h 383"/>
                <a:gd name="T26" fmla="*/ 1 w 628"/>
                <a:gd name="T27" fmla="*/ 1 h 383"/>
                <a:gd name="T28" fmla="*/ 1 w 628"/>
                <a:gd name="T29" fmla="*/ 1 h 383"/>
                <a:gd name="T30" fmla="*/ 1 w 628"/>
                <a:gd name="T31" fmla="*/ 1 h 383"/>
                <a:gd name="T32" fmla="*/ 1 w 628"/>
                <a:gd name="T33" fmla="*/ 0 h 383"/>
                <a:gd name="T34" fmla="*/ 1 w 628"/>
                <a:gd name="T35" fmla="*/ 0 h 383"/>
                <a:gd name="T36" fmla="*/ 0 w 628"/>
                <a:gd name="T37" fmla="*/ 0 h 383"/>
                <a:gd name="T38" fmla="*/ 0 w 628"/>
                <a:gd name="T39" fmla="*/ 1 h 383"/>
                <a:gd name="T40" fmla="*/ 0 w 628"/>
                <a:gd name="T41" fmla="*/ 1 h 383"/>
                <a:gd name="T42" fmla="*/ 1 w 628"/>
                <a:gd name="T43" fmla="*/ 1 h 383"/>
                <a:gd name="T44" fmla="*/ 1 w 628"/>
                <a:gd name="T45" fmla="*/ 1 h 383"/>
                <a:gd name="T46" fmla="*/ 1 w 628"/>
                <a:gd name="T47" fmla="*/ 2 h 383"/>
                <a:gd name="T48" fmla="*/ 1 w 628"/>
                <a:gd name="T49" fmla="*/ 2 h 383"/>
                <a:gd name="T50" fmla="*/ 2 w 628"/>
                <a:gd name="T51" fmla="*/ 2 h 383"/>
                <a:gd name="T52" fmla="*/ 2 w 628"/>
                <a:gd name="T53" fmla="*/ 2 h 383"/>
                <a:gd name="T54" fmla="*/ 2 w 628"/>
                <a:gd name="T55" fmla="*/ 2 h 383"/>
                <a:gd name="T56" fmla="*/ 3 w 628"/>
                <a:gd name="T57" fmla="*/ 3 h 383"/>
                <a:gd name="T58" fmla="*/ 3 w 628"/>
                <a:gd name="T59" fmla="*/ 3 h 383"/>
                <a:gd name="T60" fmla="*/ 3 w 628"/>
                <a:gd name="T61" fmla="*/ 3 h 383"/>
                <a:gd name="T62" fmla="*/ 4 w 628"/>
                <a:gd name="T63" fmla="*/ 3 h 383"/>
                <a:gd name="T64" fmla="*/ 4 w 628"/>
                <a:gd name="T65" fmla="*/ 3 h 383"/>
                <a:gd name="T66" fmla="*/ 4 w 628"/>
                <a:gd name="T67" fmla="*/ 3 h 383"/>
                <a:gd name="T68" fmla="*/ 5 w 628"/>
                <a:gd name="T69" fmla="*/ 3 h 383"/>
                <a:gd name="T70" fmla="*/ 5 w 628"/>
                <a:gd name="T71" fmla="*/ 3 h 383"/>
                <a:gd name="T72" fmla="*/ 5 w 628"/>
                <a:gd name="T73" fmla="*/ 3 h 383"/>
                <a:gd name="T74" fmla="*/ 5 w 628"/>
                <a:gd name="T75" fmla="*/ 3 h 383"/>
                <a:gd name="T76" fmla="*/ 5 w 628"/>
                <a:gd name="T77" fmla="*/ 3 h 383"/>
                <a:gd name="T78" fmla="*/ 5 w 628"/>
                <a:gd name="T79" fmla="*/ 3 h 383"/>
                <a:gd name="T80" fmla="*/ 5 w 628"/>
                <a:gd name="T81" fmla="*/ 3 h 383"/>
                <a:gd name="T82" fmla="*/ 5 w 628"/>
                <a:gd name="T83" fmla="*/ 3 h 383"/>
                <a:gd name="T84" fmla="*/ 5 w 628"/>
                <a:gd name="T85" fmla="*/ 2 h 383"/>
                <a:gd name="T86" fmla="*/ 5 w 628"/>
                <a:gd name="T87" fmla="*/ 2 h 383"/>
                <a:gd name="T88" fmla="*/ 5 w 628"/>
                <a:gd name="T89" fmla="*/ 2 h 383"/>
                <a:gd name="T90" fmla="*/ 5 w 628"/>
                <a:gd name="T91" fmla="*/ 2 h 38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628"/>
                <a:gd name="T139" fmla="*/ 0 h 383"/>
                <a:gd name="T140" fmla="*/ 628 w 628"/>
                <a:gd name="T141" fmla="*/ 383 h 38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628" h="383">
                  <a:moveTo>
                    <a:pt x="581" y="289"/>
                  </a:moveTo>
                  <a:lnTo>
                    <a:pt x="582" y="289"/>
                  </a:lnTo>
                  <a:lnTo>
                    <a:pt x="541" y="287"/>
                  </a:lnTo>
                  <a:lnTo>
                    <a:pt x="500" y="283"/>
                  </a:lnTo>
                  <a:lnTo>
                    <a:pt x="462" y="276"/>
                  </a:lnTo>
                  <a:lnTo>
                    <a:pt x="424" y="268"/>
                  </a:lnTo>
                  <a:lnTo>
                    <a:pt x="389" y="255"/>
                  </a:lnTo>
                  <a:lnTo>
                    <a:pt x="352" y="242"/>
                  </a:lnTo>
                  <a:lnTo>
                    <a:pt x="320" y="227"/>
                  </a:lnTo>
                  <a:lnTo>
                    <a:pt x="287" y="209"/>
                  </a:lnTo>
                  <a:lnTo>
                    <a:pt x="255" y="189"/>
                  </a:lnTo>
                  <a:lnTo>
                    <a:pt x="226" y="168"/>
                  </a:lnTo>
                  <a:lnTo>
                    <a:pt x="198" y="145"/>
                  </a:lnTo>
                  <a:lnTo>
                    <a:pt x="172" y="119"/>
                  </a:lnTo>
                  <a:lnTo>
                    <a:pt x="146" y="92"/>
                  </a:lnTo>
                  <a:lnTo>
                    <a:pt x="122" y="64"/>
                  </a:lnTo>
                  <a:lnTo>
                    <a:pt x="100" y="33"/>
                  </a:lnTo>
                  <a:lnTo>
                    <a:pt x="82" y="0"/>
                  </a:lnTo>
                  <a:lnTo>
                    <a:pt x="0" y="47"/>
                  </a:lnTo>
                  <a:lnTo>
                    <a:pt x="23" y="85"/>
                  </a:lnTo>
                  <a:lnTo>
                    <a:pt x="49" y="120"/>
                  </a:lnTo>
                  <a:lnTo>
                    <a:pt x="76" y="153"/>
                  </a:lnTo>
                  <a:lnTo>
                    <a:pt x="104" y="185"/>
                  </a:lnTo>
                  <a:lnTo>
                    <a:pt x="137" y="215"/>
                  </a:lnTo>
                  <a:lnTo>
                    <a:pt x="170" y="241"/>
                  </a:lnTo>
                  <a:lnTo>
                    <a:pt x="204" y="267"/>
                  </a:lnTo>
                  <a:lnTo>
                    <a:pt x="240" y="289"/>
                  </a:lnTo>
                  <a:lnTo>
                    <a:pt x="277" y="309"/>
                  </a:lnTo>
                  <a:lnTo>
                    <a:pt x="317" y="329"/>
                  </a:lnTo>
                  <a:lnTo>
                    <a:pt x="358" y="344"/>
                  </a:lnTo>
                  <a:lnTo>
                    <a:pt x="400" y="357"/>
                  </a:lnTo>
                  <a:lnTo>
                    <a:pt x="444" y="367"/>
                  </a:lnTo>
                  <a:lnTo>
                    <a:pt x="488" y="374"/>
                  </a:lnTo>
                  <a:lnTo>
                    <a:pt x="534" y="380"/>
                  </a:lnTo>
                  <a:lnTo>
                    <a:pt x="580" y="383"/>
                  </a:lnTo>
                  <a:lnTo>
                    <a:pt x="581" y="383"/>
                  </a:lnTo>
                  <a:lnTo>
                    <a:pt x="580" y="383"/>
                  </a:lnTo>
                  <a:lnTo>
                    <a:pt x="600" y="379"/>
                  </a:lnTo>
                  <a:lnTo>
                    <a:pt x="615" y="369"/>
                  </a:lnTo>
                  <a:lnTo>
                    <a:pt x="624" y="353"/>
                  </a:lnTo>
                  <a:lnTo>
                    <a:pt x="628" y="337"/>
                  </a:lnTo>
                  <a:lnTo>
                    <a:pt x="625" y="319"/>
                  </a:lnTo>
                  <a:lnTo>
                    <a:pt x="617" y="304"/>
                  </a:lnTo>
                  <a:lnTo>
                    <a:pt x="602" y="294"/>
                  </a:lnTo>
                  <a:lnTo>
                    <a:pt x="582" y="289"/>
                  </a:lnTo>
                  <a:lnTo>
                    <a:pt x="581" y="28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5664" name="Freeform 30"/>
            <p:cNvSpPr>
              <a:spLocks/>
            </p:cNvSpPr>
            <p:nvPr/>
          </p:nvSpPr>
          <p:spPr bwMode="auto">
            <a:xfrm>
              <a:off x="1587" y="1880"/>
              <a:ext cx="85" cy="49"/>
            </a:xfrm>
            <a:custGeom>
              <a:avLst/>
              <a:gdLst>
                <a:gd name="T0" fmla="*/ 3 w 426"/>
                <a:gd name="T1" fmla="*/ 0 h 245"/>
                <a:gd name="T2" fmla="*/ 3 w 426"/>
                <a:gd name="T3" fmla="*/ 0 h 245"/>
                <a:gd name="T4" fmla="*/ 3 w 426"/>
                <a:gd name="T5" fmla="*/ 0 h 245"/>
                <a:gd name="T6" fmla="*/ 3 w 426"/>
                <a:gd name="T7" fmla="*/ 0 h 245"/>
                <a:gd name="T8" fmla="*/ 2 w 426"/>
                <a:gd name="T9" fmla="*/ 0 h 245"/>
                <a:gd name="T10" fmla="*/ 2 w 426"/>
                <a:gd name="T11" fmla="*/ 0 h 245"/>
                <a:gd name="T12" fmla="*/ 2 w 426"/>
                <a:gd name="T13" fmla="*/ 0 h 245"/>
                <a:gd name="T14" fmla="*/ 2 w 426"/>
                <a:gd name="T15" fmla="*/ 0 h 245"/>
                <a:gd name="T16" fmla="*/ 1 w 426"/>
                <a:gd name="T17" fmla="*/ 0 h 245"/>
                <a:gd name="T18" fmla="*/ 1 w 426"/>
                <a:gd name="T19" fmla="*/ 1 h 245"/>
                <a:gd name="T20" fmla="*/ 1 w 426"/>
                <a:gd name="T21" fmla="*/ 1 h 245"/>
                <a:gd name="T22" fmla="*/ 1 w 426"/>
                <a:gd name="T23" fmla="*/ 1 h 245"/>
                <a:gd name="T24" fmla="*/ 0 w 426"/>
                <a:gd name="T25" fmla="*/ 1 h 245"/>
                <a:gd name="T26" fmla="*/ 0 w 426"/>
                <a:gd name="T27" fmla="*/ 1 h 245"/>
                <a:gd name="T28" fmla="*/ 0 w 426"/>
                <a:gd name="T29" fmla="*/ 1 h 245"/>
                <a:gd name="T30" fmla="*/ 0 w 426"/>
                <a:gd name="T31" fmla="*/ 2 h 245"/>
                <a:gd name="T32" fmla="*/ 0 w 426"/>
                <a:gd name="T33" fmla="*/ 2 h 245"/>
                <a:gd name="T34" fmla="*/ 0 w 426"/>
                <a:gd name="T35" fmla="*/ 2 h 245"/>
                <a:gd name="T36" fmla="*/ 0 w 426"/>
                <a:gd name="T37" fmla="*/ 2 h 245"/>
                <a:gd name="T38" fmla="*/ 0 w 426"/>
                <a:gd name="T39" fmla="*/ 2 h 245"/>
                <a:gd name="T40" fmla="*/ 0 w 426"/>
                <a:gd name="T41" fmla="*/ 2 h 245"/>
                <a:gd name="T42" fmla="*/ 0 w 426"/>
                <a:gd name="T43" fmla="*/ 1 h 245"/>
                <a:gd name="T44" fmla="*/ 0 w 426"/>
                <a:gd name="T45" fmla="*/ 1 h 245"/>
                <a:gd name="T46" fmla="*/ 0 w 426"/>
                <a:gd name="T47" fmla="*/ 1 h 245"/>
                <a:gd name="T48" fmla="*/ 1 w 426"/>
                <a:gd name="T49" fmla="*/ 1 h 245"/>
                <a:gd name="T50" fmla="*/ 1 w 426"/>
                <a:gd name="T51" fmla="*/ 1 h 245"/>
                <a:gd name="T52" fmla="*/ 1 w 426"/>
                <a:gd name="T53" fmla="*/ 1 h 245"/>
                <a:gd name="T54" fmla="*/ 1 w 426"/>
                <a:gd name="T55" fmla="*/ 1 h 245"/>
                <a:gd name="T56" fmla="*/ 2 w 426"/>
                <a:gd name="T57" fmla="*/ 0 h 245"/>
                <a:gd name="T58" fmla="*/ 2 w 426"/>
                <a:gd name="T59" fmla="*/ 0 h 245"/>
                <a:gd name="T60" fmla="*/ 2 w 426"/>
                <a:gd name="T61" fmla="*/ 0 h 245"/>
                <a:gd name="T62" fmla="*/ 2 w 426"/>
                <a:gd name="T63" fmla="*/ 0 h 245"/>
                <a:gd name="T64" fmla="*/ 3 w 426"/>
                <a:gd name="T65" fmla="*/ 0 h 245"/>
                <a:gd name="T66" fmla="*/ 3 w 426"/>
                <a:gd name="T67" fmla="*/ 0 h 245"/>
                <a:gd name="T68" fmla="*/ 3 w 426"/>
                <a:gd name="T69" fmla="*/ 0 h 245"/>
                <a:gd name="T70" fmla="*/ 3 w 426"/>
                <a:gd name="T71" fmla="*/ 0 h 245"/>
                <a:gd name="T72" fmla="*/ 3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426" y="0"/>
                  </a:moveTo>
                  <a:lnTo>
                    <a:pt x="426" y="0"/>
                  </a:lnTo>
                  <a:lnTo>
                    <a:pt x="384" y="1"/>
                  </a:lnTo>
                  <a:lnTo>
                    <a:pt x="340" y="4"/>
                  </a:lnTo>
                  <a:lnTo>
                    <a:pt x="300" y="10"/>
                  </a:lnTo>
                  <a:lnTo>
                    <a:pt x="262" y="18"/>
                  </a:lnTo>
                  <a:lnTo>
                    <a:pt x="224" y="29"/>
                  </a:lnTo>
                  <a:lnTo>
                    <a:pt x="189" y="41"/>
                  </a:lnTo>
                  <a:lnTo>
                    <a:pt x="157" y="55"/>
                  </a:lnTo>
                  <a:lnTo>
                    <a:pt x="126" y="70"/>
                  </a:lnTo>
                  <a:lnTo>
                    <a:pt x="99" y="89"/>
                  </a:lnTo>
                  <a:lnTo>
                    <a:pt x="74" y="106"/>
                  </a:lnTo>
                  <a:lnTo>
                    <a:pt x="52" y="126"/>
                  </a:lnTo>
                  <a:lnTo>
                    <a:pt x="34" y="148"/>
                  </a:lnTo>
                  <a:lnTo>
                    <a:pt x="19" y="171"/>
                  </a:lnTo>
                  <a:lnTo>
                    <a:pt x="9" y="194"/>
                  </a:lnTo>
                  <a:lnTo>
                    <a:pt x="3" y="219"/>
                  </a:lnTo>
                  <a:lnTo>
                    <a:pt x="0" y="245"/>
                  </a:lnTo>
                  <a:lnTo>
                    <a:pt x="12" y="245"/>
                  </a:lnTo>
                  <a:lnTo>
                    <a:pt x="15" y="221"/>
                  </a:lnTo>
                  <a:lnTo>
                    <a:pt x="20" y="199"/>
                  </a:lnTo>
                  <a:lnTo>
                    <a:pt x="31" y="178"/>
                  </a:lnTo>
                  <a:lnTo>
                    <a:pt x="44" y="156"/>
                  </a:lnTo>
                  <a:lnTo>
                    <a:pt x="61" y="136"/>
                  </a:lnTo>
                  <a:lnTo>
                    <a:pt x="81" y="116"/>
                  </a:lnTo>
                  <a:lnTo>
                    <a:pt x="106" y="98"/>
                  </a:lnTo>
                  <a:lnTo>
                    <a:pt x="133" y="82"/>
                  </a:lnTo>
                  <a:lnTo>
                    <a:pt x="162" y="66"/>
                  </a:lnTo>
                  <a:lnTo>
                    <a:pt x="194" y="52"/>
                  </a:lnTo>
                  <a:lnTo>
                    <a:pt x="229" y="41"/>
                  </a:lnTo>
                  <a:lnTo>
                    <a:pt x="264" y="30"/>
                  </a:lnTo>
                  <a:lnTo>
                    <a:pt x="303" y="22"/>
                  </a:lnTo>
                  <a:lnTo>
                    <a:pt x="343" y="16"/>
                  </a:lnTo>
                  <a:lnTo>
                    <a:pt x="384" y="12"/>
                  </a:lnTo>
                  <a:lnTo>
                    <a:pt x="426" y="11"/>
                  </a:lnTo>
                  <a:lnTo>
                    <a:pt x="42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5665" name="Freeform 31"/>
            <p:cNvSpPr>
              <a:spLocks/>
            </p:cNvSpPr>
            <p:nvPr/>
          </p:nvSpPr>
          <p:spPr bwMode="auto">
            <a:xfrm>
              <a:off x="1587" y="1929"/>
              <a:ext cx="85" cy="49"/>
            </a:xfrm>
            <a:custGeom>
              <a:avLst/>
              <a:gdLst>
                <a:gd name="T0" fmla="*/ 0 w 426"/>
                <a:gd name="T1" fmla="*/ 0 h 245"/>
                <a:gd name="T2" fmla="*/ 0 w 426"/>
                <a:gd name="T3" fmla="*/ 0 h 245"/>
                <a:gd name="T4" fmla="*/ 0 w 426"/>
                <a:gd name="T5" fmla="*/ 0 h 245"/>
                <a:gd name="T6" fmla="*/ 0 w 426"/>
                <a:gd name="T7" fmla="*/ 0 h 245"/>
                <a:gd name="T8" fmla="*/ 0 w 426"/>
                <a:gd name="T9" fmla="*/ 1 h 245"/>
                <a:gd name="T10" fmla="*/ 0 w 426"/>
                <a:gd name="T11" fmla="*/ 1 h 245"/>
                <a:gd name="T12" fmla="*/ 0 w 426"/>
                <a:gd name="T13" fmla="*/ 1 h 245"/>
                <a:gd name="T14" fmla="*/ 1 w 426"/>
                <a:gd name="T15" fmla="*/ 1 h 245"/>
                <a:gd name="T16" fmla="*/ 1 w 426"/>
                <a:gd name="T17" fmla="*/ 1 h 245"/>
                <a:gd name="T18" fmla="*/ 1 w 426"/>
                <a:gd name="T19" fmla="*/ 1 h 245"/>
                <a:gd name="T20" fmla="*/ 1 w 426"/>
                <a:gd name="T21" fmla="*/ 2 h 245"/>
                <a:gd name="T22" fmla="*/ 2 w 426"/>
                <a:gd name="T23" fmla="*/ 2 h 245"/>
                <a:gd name="T24" fmla="*/ 2 w 426"/>
                <a:gd name="T25" fmla="*/ 2 h 245"/>
                <a:gd name="T26" fmla="*/ 2 w 426"/>
                <a:gd name="T27" fmla="*/ 2 h 245"/>
                <a:gd name="T28" fmla="*/ 2 w 426"/>
                <a:gd name="T29" fmla="*/ 2 h 245"/>
                <a:gd name="T30" fmla="*/ 3 w 426"/>
                <a:gd name="T31" fmla="*/ 2 h 245"/>
                <a:gd name="T32" fmla="*/ 3 w 426"/>
                <a:gd name="T33" fmla="*/ 2 h 245"/>
                <a:gd name="T34" fmla="*/ 3 w 426"/>
                <a:gd name="T35" fmla="*/ 2 h 245"/>
                <a:gd name="T36" fmla="*/ 3 w 426"/>
                <a:gd name="T37" fmla="*/ 2 h 245"/>
                <a:gd name="T38" fmla="*/ 3 w 426"/>
                <a:gd name="T39" fmla="*/ 2 h 245"/>
                <a:gd name="T40" fmla="*/ 3 w 426"/>
                <a:gd name="T41" fmla="*/ 2 h 245"/>
                <a:gd name="T42" fmla="*/ 2 w 426"/>
                <a:gd name="T43" fmla="*/ 2 h 245"/>
                <a:gd name="T44" fmla="*/ 2 w 426"/>
                <a:gd name="T45" fmla="*/ 2 h 245"/>
                <a:gd name="T46" fmla="*/ 2 w 426"/>
                <a:gd name="T47" fmla="*/ 2 h 245"/>
                <a:gd name="T48" fmla="*/ 2 w 426"/>
                <a:gd name="T49" fmla="*/ 2 h 245"/>
                <a:gd name="T50" fmla="*/ 1 w 426"/>
                <a:gd name="T51" fmla="*/ 1 h 245"/>
                <a:gd name="T52" fmla="*/ 1 w 426"/>
                <a:gd name="T53" fmla="*/ 1 h 245"/>
                <a:gd name="T54" fmla="*/ 1 w 426"/>
                <a:gd name="T55" fmla="*/ 1 h 245"/>
                <a:gd name="T56" fmla="*/ 1 w 426"/>
                <a:gd name="T57" fmla="*/ 1 h 245"/>
                <a:gd name="T58" fmla="*/ 0 w 426"/>
                <a:gd name="T59" fmla="*/ 1 h 245"/>
                <a:gd name="T60" fmla="*/ 0 w 426"/>
                <a:gd name="T61" fmla="*/ 1 h 245"/>
                <a:gd name="T62" fmla="*/ 0 w 426"/>
                <a:gd name="T63" fmla="*/ 1 h 245"/>
                <a:gd name="T64" fmla="*/ 0 w 426"/>
                <a:gd name="T65" fmla="*/ 0 h 245"/>
                <a:gd name="T66" fmla="*/ 0 w 426"/>
                <a:gd name="T67" fmla="*/ 0 h 245"/>
                <a:gd name="T68" fmla="*/ 0 w 426"/>
                <a:gd name="T69" fmla="*/ 0 h 245"/>
                <a:gd name="T70" fmla="*/ 0 w 426"/>
                <a:gd name="T71" fmla="*/ 0 h 245"/>
                <a:gd name="T72" fmla="*/ 0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0" y="0"/>
                  </a:moveTo>
                  <a:lnTo>
                    <a:pt x="0" y="0"/>
                  </a:lnTo>
                  <a:lnTo>
                    <a:pt x="3" y="25"/>
                  </a:lnTo>
                  <a:lnTo>
                    <a:pt x="9" y="50"/>
                  </a:lnTo>
                  <a:lnTo>
                    <a:pt x="19" y="73"/>
                  </a:lnTo>
                  <a:lnTo>
                    <a:pt x="34" y="96"/>
                  </a:lnTo>
                  <a:lnTo>
                    <a:pt x="52" y="118"/>
                  </a:lnTo>
                  <a:lnTo>
                    <a:pt x="74" y="138"/>
                  </a:lnTo>
                  <a:lnTo>
                    <a:pt x="99" y="156"/>
                  </a:lnTo>
                  <a:lnTo>
                    <a:pt x="126" y="174"/>
                  </a:lnTo>
                  <a:lnTo>
                    <a:pt x="157" y="190"/>
                  </a:lnTo>
                  <a:lnTo>
                    <a:pt x="189" y="204"/>
                  </a:lnTo>
                  <a:lnTo>
                    <a:pt x="224" y="215"/>
                  </a:lnTo>
                  <a:lnTo>
                    <a:pt x="262" y="226"/>
                  </a:lnTo>
                  <a:lnTo>
                    <a:pt x="300" y="234"/>
                  </a:lnTo>
                  <a:lnTo>
                    <a:pt x="340" y="240"/>
                  </a:lnTo>
                  <a:lnTo>
                    <a:pt x="384" y="244"/>
                  </a:lnTo>
                  <a:lnTo>
                    <a:pt x="426" y="245"/>
                  </a:lnTo>
                  <a:lnTo>
                    <a:pt x="426" y="233"/>
                  </a:lnTo>
                  <a:lnTo>
                    <a:pt x="384" y="232"/>
                  </a:lnTo>
                  <a:lnTo>
                    <a:pt x="343" y="228"/>
                  </a:lnTo>
                  <a:lnTo>
                    <a:pt x="303" y="222"/>
                  </a:lnTo>
                  <a:lnTo>
                    <a:pt x="264" y="214"/>
                  </a:lnTo>
                  <a:lnTo>
                    <a:pt x="229" y="204"/>
                  </a:lnTo>
                  <a:lnTo>
                    <a:pt x="194" y="192"/>
                  </a:lnTo>
                  <a:lnTo>
                    <a:pt x="162" y="178"/>
                  </a:lnTo>
                  <a:lnTo>
                    <a:pt x="133" y="163"/>
                  </a:lnTo>
                  <a:lnTo>
                    <a:pt x="106" y="146"/>
                  </a:lnTo>
                  <a:lnTo>
                    <a:pt x="81" y="129"/>
                  </a:lnTo>
                  <a:lnTo>
                    <a:pt x="61" y="109"/>
                  </a:lnTo>
                  <a:lnTo>
                    <a:pt x="44" y="89"/>
                  </a:lnTo>
                  <a:lnTo>
                    <a:pt x="31" y="66"/>
                  </a:lnTo>
                  <a:lnTo>
                    <a:pt x="20" y="45"/>
                  </a:lnTo>
                  <a:lnTo>
                    <a:pt x="15" y="2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5666" name="Freeform 32"/>
            <p:cNvSpPr>
              <a:spLocks/>
            </p:cNvSpPr>
            <p:nvPr/>
          </p:nvSpPr>
          <p:spPr bwMode="auto">
            <a:xfrm>
              <a:off x="878" y="1448"/>
              <a:ext cx="792" cy="954"/>
            </a:xfrm>
            <a:custGeom>
              <a:avLst/>
              <a:gdLst>
                <a:gd name="T0" fmla="*/ 13 w 3960"/>
                <a:gd name="T1" fmla="*/ 38 h 4768"/>
                <a:gd name="T2" fmla="*/ 14 w 3960"/>
                <a:gd name="T3" fmla="*/ 38 h 4768"/>
                <a:gd name="T4" fmla="*/ 15 w 3960"/>
                <a:gd name="T5" fmla="*/ 38 h 4768"/>
                <a:gd name="T6" fmla="*/ 15 w 3960"/>
                <a:gd name="T7" fmla="*/ 38 h 4768"/>
                <a:gd name="T8" fmla="*/ 16 w 3960"/>
                <a:gd name="T9" fmla="*/ 38 h 4768"/>
                <a:gd name="T10" fmla="*/ 17 w 3960"/>
                <a:gd name="T11" fmla="*/ 38 h 4768"/>
                <a:gd name="T12" fmla="*/ 17 w 3960"/>
                <a:gd name="T13" fmla="*/ 38 h 4768"/>
                <a:gd name="T14" fmla="*/ 18 w 3960"/>
                <a:gd name="T15" fmla="*/ 38 h 4768"/>
                <a:gd name="T16" fmla="*/ 18 w 3960"/>
                <a:gd name="T17" fmla="*/ 38 h 4768"/>
                <a:gd name="T18" fmla="*/ 29 w 3960"/>
                <a:gd name="T19" fmla="*/ 30 h 4768"/>
                <a:gd name="T20" fmla="*/ 30 w 3960"/>
                <a:gd name="T21" fmla="*/ 30 h 4768"/>
                <a:gd name="T22" fmla="*/ 30 w 3960"/>
                <a:gd name="T23" fmla="*/ 29 h 4768"/>
                <a:gd name="T24" fmla="*/ 31 w 3960"/>
                <a:gd name="T25" fmla="*/ 28 h 4768"/>
                <a:gd name="T26" fmla="*/ 31 w 3960"/>
                <a:gd name="T27" fmla="*/ 28 h 4768"/>
                <a:gd name="T28" fmla="*/ 31 w 3960"/>
                <a:gd name="T29" fmla="*/ 27 h 4768"/>
                <a:gd name="T30" fmla="*/ 32 w 3960"/>
                <a:gd name="T31" fmla="*/ 26 h 4768"/>
                <a:gd name="T32" fmla="*/ 32 w 3960"/>
                <a:gd name="T33" fmla="*/ 25 h 4768"/>
                <a:gd name="T34" fmla="*/ 32 w 3960"/>
                <a:gd name="T35" fmla="*/ 11 h 4768"/>
                <a:gd name="T36" fmla="*/ 32 w 3960"/>
                <a:gd name="T37" fmla="*/ 10 h 4768"/>
                <a:gd name="T38" fmla="*/ 31 w 3960"/>
                <a:gd name="T39" fmla="*/ 9 h 4768"/>
                <a:gd name="T40" fmla="*/ 31 w 3960"/>
                <a:gd name="T41" fmla="*/ 9 h 4768"/>
                <a:gd name="T42" fmla="*/ 31 w 3960"/>
                <a:gd name="T43" fmla="*/ 8 h 4768"/>
                <a:gd name="T44" fmla="*/ 31 w 3960"/>
                <a:gd name="T45" fmla="*/ 8 h 4768"/>
                <a:gd name="T46" fmla="*/ 30 w 3960"/>
                <a:gd name="T47" fmla="*/ 7 h 4768"/>
                <a:gd name="T48" fmla="*/ 30 w 3960"/>
                <a:gd name="T49" fmla="*/ 7 h 4768"/>
                <a:gd name="T50" fmla="*/ 29 w 3960"/>
                <a:gd name="T51" fmla="*/ 6 h 4768"/>
                <a:gd name="T52" fmla="*/ 19 w 3960"/>
                <a:gd name="T53" fmla="*/ 1 h 4768"/>
                <a:gd name="T54" fmla="*/ 18 w 3960"/>
                <a:gd name="T55" fmla="*/ 0 h 4768"/>
                <a:gd name="T56" fmla="*/ 17 w 3960"/>
                <a:gd name="T57" fmla="*/ 0 h 4768"/>
                <a:gd name="T58" fmla="*/ 17 w 3960"/>
                <a:gd name="T59" fmla="*/ 0 h 4768"/>
                <a:gd name="T60" fmla="*/ 16 w 3960"/>
                <a:gd name="T61" fmla="*/ 0 h 4768"/>
                <a:gd name="T62" fmla="*/ 15 w 3960"/>
                <a:gd name="T63" fmla="*/ 0 h 4768"/>
                <a:gd name="T64" fmla="*/ 14 w 3960"/>
                <a:gd name="T65" fmla="*/ 0 h 4768"/>
                <a:gd name="T66" fmla="*/ 14 w 3960"/>
                <a:gd name="T67" fmla="*/ 0 h 4768"/>
                <a:gd name="T68" fmla="*/ 2 w 3960"/>
                <a:gd name="T69" fmla="*/ 6 h 4768"/>
                <a:gd name="T70" fmla="*/ 2 w 3960"/>
                <a:gd name="T71" fmla="*/ 7 h 4768"/>
                <a:gd name="T72" fmla="*/ 1 w 3960"/>
                <a:gd name="T73" fmla="*/ 7 h 4768"/>
                <a:gd name="T74" fmla="*/ 1 w 3960"/>
                <a:gd name="T75" fmla="*/ 8 h 4768"/>
                <a:gd name="T76" fmla="*/ 1 w 3960"/>
                <a:gd name="T77" fmla="*/ 8 h 4768"/>
                <a:gd name="T78" fmla="*/ 0 w 3960"/>
                <a:gd name="T79" fmla="*/ 9 h 4768"/>
                <a:gd name="T80" fmla="*/ 0 w 3960"/>
                <a:gd name="T81" fmla="*/ 9 h 4768"/>
                <a:gd name="T82" fmla="*/ 0 w 3960"/>
                <a:gd name="T83" fmla="*/ 10 h 4768"/>
                <a:gd name="T84" fmla="*/ 0 w 3960"/>
                <a:gd name="T85" fmla="*/ 11 h 4768"/>
                <a:gd name="T86" fmla="*/ 0 w 3960"/>
                <a:gd name="T87" fmla="*/ 25 h 4768"/>
                <a:gd name="T88" fmla="*/ 0 w 3960"/>
                <a:gd name="T89" fmla="*/ 26 h 4768"/>
                <a:gd name="T90" fmla="*/ 0 w 3960"/>
                <a:gd name="T91" fmla="*/ 27 h 4768"/>
                <a:gd name="T92" fmla="*/ 1 w 3960"/>
                <a:gd name="T93" fmla="*/ 28 h 4768"/>
                <a:gd name="T94" fmla="*/ 1 w 3960"/>
                <a:gd name="T95" fmla="*/ 29 h 4768"/>
                <a:gd name="T96" fmla="*/ 1 w 3960"/>
                <a:gd name="T97" fmla="*/ 29 h 4768"/>
                <a:gd name="T98" fmla="*/ 2 w 3960"/>
                <a:gd name="T99" fmla="*/ 30 h 4768"/>
                <a:gd name="T100" fmla="*/ 3 w 3960"/>
                <a:gd name="T101" fmla="*/ 31 h 4768"/>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w 3960"/>
                <a:gd name="T154" fmla="*/ 0 h 4768"/>
                <a:gd name="T155" fmla="*/ 3960 w 3960"/>
                <a:gd name="T156" fmla="*/ 4768 h 4768"/>
              </a:gdLst>
              <a:ahLst/>
              <a:cxnLst>
                <a:cxn ang="T102">
                  <a:pos x="T0" y="T1"/>
                </a:cxn>
                <a:cxn ang="T103">
                  <a:pos x="T2" y="T3"/>
                </a:cxn>
                <a:cxn ang="T104">
                  <a:pos x="T4" y="T5"/>
                </a:cxn>
                <a:cxn ang="T105">
                  <a:pos x="T6" y="T7"/>
                </a:cxn>
                <a:cxn ang="T106">
                  <a:pos x="T8" y="T9"/>
                </a:cxn>
                <a:cxn ang="T107">
                  <a:pos x="T10" y="T11"/>
                </a:cxn>
                <a:cxn ang="T108">
                  <a:pos x="T12" y="T13"/>
                </a:cxn>
                <a:cxn ang="T109">
                  <a:pos x="T14" y="T15"/>
                </a:cxn>
                <a:cxn ang="T110">
                  <a:pos x="T16" y="T17"/>
                </a:cxn>
                <a:cxn ang="T111">
                  <a:pos x="T18" y="T19"/>
                </a:cxn>
                <a:cxn ang="T112">
                  <a:pos x="T20" y="T21"/>
                </a:cxn>
                <a:cxn ang="T113">
                  <a:pos x="T22" y="T23"/>
                </a:cxn>
                <a:cxn ang="T114">
                  <a:pos x="T24" y="T25"/>
                </a:cxn>
                <a:cxn ang="T115">
                  <a:pos x="T26" y="T27"/>
                </a:cxn>
                <a:cxn ang="T116">
                  <a:pos x="T28" y="T29"/>
                </a:cxn>
                <a:cxn ang="T117">
                  <a:pos x="T30" y="T31"/>
                </a:cxn>
                <a:cxn ang="T118">
                  <a:pos x="T32" y="T33"/>
                </a:cxn>
                <a:cxn ang="T119">
                  <a:pos x="T34" y="T35"/>
                </a:cxn>
                <a:cxn ang="T120">
                  <a:pos x="T36" y="T37"/>
                </a:cxn>
                <a:cxn ang="T121">
                  <a:pos x="T38" y="T39"/>
                </a:cxn>
                <a:cxn ang="T122">
                  <a:pos x="T40" y="T41"/>
                </a:cxn>
                <a:cxn ang="T123">
                  <a:pos x="T42" y="T43"/>
                </a:cxn>
                <a:cxn ang="T124">
                  <a:pos x="T44" y="T45"/>
                </a:cxn>
                <a:cxn ang="T125">
                  <a:pos x="T46" y="T47"/>
                </a:cxn>
                <a:cxn ang="T126">
                  <a:pos x="T48" y="T49"/>
                </a:cxn>
                <a:cxn ang="T127">
                  <a:pos x="T50" y="T51"/>
                </a:cxn>
                <a:cxn ang="T128">
                  <a:pos x="T52" y="T53"/>
                </a:cxn>
                <a:cxn ang="T129">
                  <a:pos x="T54" y="T55"/>
                </a:cxn>
                <a:cxn ang="T130">
                  <a:pos x="T56" y="T57"/>
                </a:cxn>
                <a:cxn ang="T131">
                  <a:pos x="T58" y="T59"/>
                </a:cxn>
                <a:cxn ang="T132">
                  <a:pos x="T60" y="T61"/>
                </a:cxn>
                <a:cxn ang="T133">
                  <a:pos x="T62" y="T63"/>
                </a:cxn>
                <a:cxn ang="T134">
                  <a:pos x="T64" y="T65"/>
                </a:cxn>
                <a:cxn ang="T135">
                  <a:pos x="T66" y="T67"/>
                </a:cxn>
                <a:cxn ang="T136">
                  <a:pos x="T68" y="T69"/>
                </a:cxn>
                <a:cxn ang="T137">
                  <a:pos x="T70" y="T71"/>
                </a:cxn>
                <a:cxn ang="T138">
                  <a:pos x="T72" y="T73"/>
                </a:cxn>
                <a:cxn ang="T139">
                  <a:pos x="T74" y="T75"/>
                </a:cxn>
                <a:cxn ang="T140">
                  <a:pos x="T76" y="T77"/>
                </a:cxn>
                <a:cxn ang="T141">
                  <a:pos x="T78" y="T79"/>
                </a:cxn>
                <a:cxn ang="T142">
                  <a:pos x="T80" y="T81"/>
                </a:cxn>
                <a:cxn ang="T143">
                  <a:pos x="T82" y="T83"/>
                </a:cxn>
                <a:cxn ang="T144">
                  <a:pos x="T84" y="T85"/>
                </a:cxn>
                <a:cxn ang="T145">
                  <a:pos x="T86" y="T87"/>
                </a:cxn>
                <a:cxn ang="T146">
                  <a:pos x="T88" y="T89"/>
                </a:cxn>
                <a:cxn ang="T147">
                  <a:pos x="T90" y="T91"/>
                </a:cxn>
                <a:cxn ang="T148">
                  <a:pos x="T92" y="T93"/>
                </a:cxn>
                <a:cxn ang="T149">
                  <a:pos x="T94" y="T95"/>
                </a:cxn>
                <a:cxn ang="T150">
                  <a:pos x="T96" y="T97"/>
                </a:cxn>
                <a:cxn ang="T151">
                  <a:pos x="T98" y="T99"/>
                </a:cxn>
                <a:cxn ang="T152">
                  <a:pos x="T100" y="T101"/>
                </a:cxn>
              </a:cxnLst>
              <a:rect l="T153" t="T154" r="T155" b="T156"/>
              <a:pathLst>
                <a:path w="3960" h="4768">
                  <a:moveTo>
                    <a:pt x="353" y="3849"/>
                  </a:moveTo>
                  <a:lnTo>
                    <a:pt x="1661" y="4700"/>
                  </a:lnTo>
                  <a:lnTo>
                    <a:pt x="1697" y="4717"/>
                  </a:lnTo>
                  <a:lnTo>
                    <a:pt x="1736" y="4731"/>
                  </a:lnTo>
                  <a:lnTo>
                    <a:pt x="1776" y="4742"/>
                  </a:lnTo>
                  <a:lnTo>
                    <a:pt x="1818" y="4753"/>
                  </a:lnTo>
                  <a:lnTo>
                    <a:pt x="1860" y="4760"/>
                  </a:lnTo>
                  <a:lnTo>
                    <a:pt x="1902" y="4765"/>
                  </a:lnTo>
                  <a:lnTo>
                    <a:pt x="1946" y="4768"/>
                  </a:lnTo>
                  <a:lnTo>
                    <a:pt x="1988" y="4768"/>
                  </a:lnTo>
                  <a:lnTo>
                    <a:pt x="2031" y="4767"/>
                  </a:lnTo>
                  <a:lnTo>
                    <a:pt x="2073" y="4763"/>
                  </a:lnTo>
                  <a:lnTo>
                    <a:pt x="2114" y="4758"/>
                  </a:lnTo>
                  <a:lnTo>
                    <a:pt x="2154" y="4751"/>
                  </a:lnTo>
                  <a:lnTo>
                    <a:pt x="2193" y="4740"/>
                  </a:lnTo>
                  <a:lnTo>
                    <a:pt x="2230" y="4729"/>
                  </a:lnTo>
                  <a:lnTo>
                    <a:pt x="2264" y="4715"/>
                  </a:lnTo>
                  <a:lnTo>
                    <a:pt x="2297" y="4700"/>
                  </a:lnTo>
                  <a:lnTo>
                    <a:pt x="3639" y="3825"/>
                  </a:lnTo>
                  <a:lnTo>
                    <a:pt x="3673" y="3795"/>
                  </a:lnTo>
                  <a:lnTo>
                    <a:pt x="3707" y="3761"/>
                  </a:lnTo>
                  <a:lnTo>
                    <a:pt x="3738" y="3725"/>
                  </a:lnTo>
                  <a:lnTo>
                    <a:pt x="3768" y="3685"/>
                  </a:lnTo>
                  <a:lnTo>
                    <a:pt x="3796" y="3644"/>
                  </a:lnTo>
                  <a:lnTo>
                    <a:pt x="3821" y="3599"/>
                  </a:lnTo>
                  <a:lnTo>
                    <a:pt x="3846" y="3553"/>
                  </a:lnTo>
                  <a:lnTo>
                    <a:pt x="3868" y="3505"/>
                  </a:lnTo>
                  <a:lnTo>
                    <a:pt x="3888" y="3456"/>
                  </a:lnTo>
                  <a:lnTo>
                    <a:pt x="3907" y="3406"/>
                  </a:lnTo>
                  <a:lnTo>
                    <a:pt x="3922" y="3354"/>
                  </a:lnTo>
                  <a:lnTo>
                    <a:pt x="3935" y="3303"/>
                  </a:lnTo>
                  <a:lnTo>
                    <a:pt x="3946" y="3250"/>
                  </a:lnTo>
                  <a:lnTo>
                    <a:pt x="3953" y="3197"/>
                  </a:lnTo>
                  <a:lnTo>
                    <a:pt x="3957" y="3144"/>
                  </a:lnTo>
                  <a:lnTo>
                    <a:pt x="3960" y="3092"/>
                  </a:lnTo>
                  <a:lnTo>
                    <a:pt x="3959" y="1313"/>
                  </a:lnTo>
                  <a:lnTo>
                    <a:pt x="3955" y="1271"/>
                  </a:lnTo>
                  <a:lnTo>
                    <a:pt x="3949" y="1229"/>
                  </a:lnTo>
                  <a:lnTo>
                    <a:pt x="3941" y="1189"/>
                  </a:lnTo>
                  <a:lnTo>
                    <a:pt x="3930" y="1149"/>
                  </a:lnTo>
                  <a:lnTo>
                    <a:pt x="3918" y="1111"/>
                  </a:lnTo>
                  <a:lnTo>
                    <a:pt x="3902" y="1075"/>
                  </a:lnTo>
                  <a:lnTo>
                    <a:pt x="3886" y="1040"/>
                  </a:lnTo>
                  <a:lnTo>
                    <a:pt x="3867" y="1006"/>
                  </a:lnTo>
                  <a:lnTo>
                    <a:pt x="3846" y="973"/>
                  </a:lnTo>
                  <a:lnTo>
                    <a:pt x="3823" y="942"/>
                  </a:lnTo>
                  <a:lnTo>
                    <a:pt x="3798" y="913"/>
                  </a:lnTo>
                  <a:lnTo>
                    <a:pt x="3771" y="886"/>
                  </a:lnTo>
                  <a:lnTo>
                    <a:pt x="3743" y="860"/>
                  </a:lnTo>
                  <a:lnTo>
                    <a:pt x="3714" y="837"/>
                  </a:lnTo>
                  <a:lnTo>
                    <a:pt x="3682" y="816"/>
                  </a:lnTo>
                  <a:lnTo>
                    <a:pt x="3649" y="796"/>
                  </a:lnTo>
                  <a:lnTo>
                    <a:pt x="2386" y="83"/>
                  </a:lnTo>
                  <a:lnTo>
                    <a:pt x="2350" y="65"/>
                  </a:lnTo>
                  <a:lnTo>
                    <a:pt x="2310" y="50"/>
                  </a:lnTo>
                  <a:lnTo>
                    <a:pt x="2268" y="36"/>
                  </a:lnTo>
                  <a:lnTo>
                    <a:pt x="2223" y="24"/>
                  </a:lnTo>
                  <a:lnTo>
                    <a:pt x="2178" y="15"/>
                  </a:lnTo>
                  <a:lnTo>
                    <a:pt x="2131" y="8"/>
                  </a:lnTo>
                  <a:lnTo>
                    <a:pt x="2082" y="3"/>
                  </a:lnTo>
                  <a:lnTo>
                    <a:pt x="2032" y="0"/>
                  </a:lnTo>
                  <a:lnTo>
                    <a:pt x="1982" y="1"/>
                  </a:lnTo>
                  <a:lnTo>
                    <a:pt x="1933" y="3"/>
                  </a:lnTo>
                  <a:lnTo>
                    <a:pt x="1882" y="9"/>
                  </a:lnTo>
                  <a:lnTo>
                    <a:pt x="1833" y="17"/>
                  </a:lnTo>
                  <a:lnTo>
                    <a:pt x="1785" y="29"/>
                  </a:lnTo>
                  <a:lnTo>
                    <a:pt x="1737" y="43"/>
                  </a:lnTo>
                  <a:lnTo>
                    <a:pt x="1691" y="62"/>
                  </a:lnTo>
                  <a:lnTo>
                    <a:pt x="1647" y="83"/>
                  </a:lnTo>
                  <a:lnTo>
                    <a:pt x="311" y="782"/>
                  </a:lnTo>
                  <a:lnTo>
                    <a:pt x="276" y="803"/>
                  </a:lnTo>
                  <a:lnTo>
                    <a:pt x="243" y="826"/>
                  </a:lnTo>
                  <a:lnTo>
                    <a:pt x="213" y="852"/>
                  </a:lnTo>
                  <a:lnTo>
                    <a:pt x="184" y="879"/>
                  </a:lnTo>
                  <a:lnTo>
                    <a:pt x="155" y="908"/>
                  </a:lnTo>
                  <a:lnTo>
                    <a:pt x="131" y="939"/>
                  </a:lnTo>
                  <a:lnTo>
                    <a:pt x="107" y="971"/>
                  </a:lnTo>
                  <a:lnTo>
                    <a:pt x="86" y="1005"/>
                  </a:lnTo>
                  <a:lnTo>
                    <a:pt x="68" y="1040"/>
                  </a:lnTo>
                  <a:lnTo>
                    <a:pt x="50" y="1076"/>
                  </a:lnTo>
                  <a:lnTo>
                    <a:pt x="36" y="1115"/>
                  </a:lnTo>
                  <a:lnTo>
                    <a:pt x="23" y="1153"/>
                  </a:lnTo>
                  <a:lnTo>
                    <a:pt x="14" y="1195"/>
                  </a:lnTo>
                  <a:lnTo>
                    <a:pt x="7" y="1236"/>
                  </a:lnTo>
                  <a:lnTo>
                    <a:pt x="2" y="1279"/>
                  </a:lnTo>
                  <a:lnTo>
                    <a:pt x="0" y="1322"/>
                  </a:lnTo>
                  <a:lnTo>
                    <a:pt x="0" y="3093"/>
                  </a:lnTo>
                  <a:lnTo>
                    <a:pt x="2" y="3147"/>
                  </a:lnTo>
                  <a:lnTo>
                    <a:pt x="7" y="3202"/>
                  </a:lnTo>
                  <a:lnTo>
                    <a:pt x="15" y="3257"/>
                  </a:lnTo>
                  <a:lnTo>
                    <a:pt x="27" y="3312"/>
                  </a:lnTo>
                  <a:lnTo>
                    <a:pt x="42" y="3366"/>
                  </a:lnTo>
                  <a:lnTo>
                    <a:pt x="59" y="3420"/>
                  </a:lnTo>
                  <a:lnTo>
                    <a:pt x="79" y="3474"/>
                  </a:lnTo>
                  <a:lnTo>
                    <a:pt x="102" y="3525"/>
                  </a:lnTo>
                  <a:lnTo>
                    <a:pt x="127" y="3576"/>
                  </a:lnTo>
                  <a:lnTo>
                    <a:pt x="154" y="3624"/>
                  </a:lnTo>
                  <a:lnTo>
                    <a:pt x="184" y="3670"/>
                  </a:lnTo>
                  <a:lnTo>
                    <a:pt x="214" y="3712"/>
                  </a:lnTo>
                  <a:lnTo>
                    <a:pt x="247" y="3752"/>
                  </a:lnTo>
                  <a:lnTo>
                    <a:pt x="281" y="3788"/>
                  </a:lnTo>
                  <a:lnTo>
                    <a:pt x="317" y="3821"/>
                  </a:lnTo>
                  <a:lnTo>
                    <a:pt x="353" y="384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5667" name="Freeform 33"/>
            <p:cNvSpPr>
              <a:spLocks/>
            </p:cNvSpPr>
            <p:nvPr/>
          </p:nvSpPr>
          <p:spPr bwMode="auto">
            <a:xfrm>
              <a:off x="943" y="2210"/>
              <a:ext cx="276" cy="187"/>
            </a:xfrm>
            <a:custGeom>
              <a:avLst/>
              <a:gdLst>
                <a:gd name="T0" fmla="*/ 11 w 1380"/>
                <a:gd name="T1" fmla="*/ 7 h 937"/>
                <a:gd name="T2" fmla="*/ 11 w 1380"/>
                <a:gd name="T3" fmla="*/ 7 h 937"/>
                <a:gd name="T4" fmla="*/ 0 w 1380"/>
                <a:gd name="T5" fmla="*/ 0 h 937"/>
                <a:gd name="T6" fmla="*/ 0 w 1380"/>
                <a:gd name="T7" fmla="*/ 1 h 937"/>
                <a:gd name="T8" fmla="*/ 10 w 1380"/>
                <a:gd name="T9" fmla="*/ 7 h 937"/>
                <a:gd name="T10" fmla="*/ 10 w 1380"/>
                <a:gd name="T11" fmla="*/ 7 h 937"/>
                <a:gd name="T12" fmla="*/ 10 w 1380"/>
                <a:gd name="T13" fmla="*/ 7 h 937"/>
                <a:gd name="T14" fmla="*/ 11 w 1380"/>
                <a:gd name="T15" fmla="*/ 7 h 937"/>
                <a:gd name="T16" fmla="*/ 11 w 1380"/>
                <a:gd name="T17" fmla="*/ 7 h 937"/>
                <a:gd name="T18" fmla="*/ 11 w 1380"/>
                <a:gd name="T19" fmla="*/ 7 h 937"/>
                <a:gd name="T20" fmla="*/ 11 w 1380"/>
                <a:gd name="T21" fmla="*/ 7 h 937"/>
                <a:gd name="T22" fmla="*/ 11 w 1380"/>
                <a:gd name="T23" fmla="*/ 7 h 937"/>
                <a:gd name="T24" fmla="*/ 11 w 1380"/>
                <a:gd name="T25" fmla="*/ 7 h 937"/>
                <a:gd name="T26" fmla="*/ 11 w 1380"/>
                <a:gd name="T27" fmla="*/ 7 h 937"/>
                <a:gd name="T28" fmla="*/ 11 w 1380"/>
                <a:gd name="T29" fmla="*/ 7 h 937"/>
                <a:gd name="T30" fmla="*/ 11 w 1380"/>
                <a:gd name="T31" fmla="*/ 7 h 93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80"/>
                <a:gd name="T49" fmla="*/ 0 h 937"/>
                <a:gd name="T50" fmla="*/ 1380 w 1380"/>
                <a:gd name="T51" fmla="*/ 937 h 93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80" h="937">
                  <a:moveTo>
                    <a:pt x="1354" y="848"/>
                  </a:moveTo>
                  <a:lnTo>
                    <a:pt x="1359" y="851"/>
                  </a:lnTo>
                  <a:lnTo>
                    <a:pt x="51" y="0"/>
                  </a:lnTo>
                  <a:lnTo>
                    <a:pt x="0" y="78"/>
                  </a:lnTo>
                  <a:lnTo>
                    <a:pt x="1307" y="929"/>
                  </a:lnTo>
                  <a:lnTo>
                    <a:pt x="1312" y="932"/>
                  </a:lnTo>
                  <a:lnTo>
                    <a:pt x="1307" y="929"/>
                  </a:lnTo>
                  <a:lnTo>
                    <a:pt x="1326" y="937"/>
                  </a:lnTo>
                  <a:lnTo>
                    <a:pt x="1345" y="936"/>
                  </a:lnTo>
                  <a:lnTo>
                    <a:pt x="1360" y="929"/>
                  </a:lnTo>
                  <a:lnTo>
                    <a:pt x="1372" y="916"/>
                  </a:lnTo>
                  <a:lnTo>
                    <a:pt x="1379" y="899"/>
                  </a:lnTo>
                  <a:lnTo>
                    <a:pt x="1380" y="883"/>
                  </a:lnTo>
                  <a:lnTo>
                    <a:pt x="1374" y="865"/>
                  </a:lnTo>
                  <a:lnTo>
                    <a:pt x="1359" y="851"/>
                  </a:lnTo>
                  <a:lnTo>
                    <a:pt x="1354" y="84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5668" name="Freeform 34"/>
            <p:cNvSpPr>
              <a:spLocks/>
            </p:cNvSpPr>
            <p:nvPr/>
          </p:nvSpPr>
          <p:spPr bwMode="auto">
            <a:xfrm>
              <a:off x="1206" y="2379"/>
              <a:ext cx="140" cy="32"/>
            </a:xfrm>
            <a:custGeom>
              <a:avLst/>
              <a:gdLst>
                <a:gd name="T0" fmla="*/ 5 w 703"/>
                <a:gd name="T1" fmla="*/ 0 h 162"/>
                <a:gd name="T2" fmla="*/ 5 w 703"/>
                <a:gd name="T3" fmla="*/ 0 h 162"/>
                <a:gd name="T4" fmla="*/ 5 w 703"/>
                <a:gd name="T5" fmla="*/ 0 h 162"/>
                <a:gd name="T6" fmla="*/ 5 w 703"/>
                <a:gd name="T7" fmla="*/ 0 h 162"/>
                <a:gd name="T8" fmla="*/ 4 w 703"/>
                <a:gd name="T9" fmla="*/ 0 h 162"/>
                <a:gd name="T10" fmla="*/ 4 w 703"/>
                <a:gd name="T11" fmla="*/ 0 h 162"/>
                <a:gd name="T12" fmla="*/ 4 w 703"/>
                <a:gd name="T13" fmla="*/ 0 h 162"/>
                <a:gd name="T14" fmla="*/ 3 w 703"/>
                <a:gd name="T15" fmla="*/ 1 h 162"/>
                <a:gd name="T16" fmla="*/ 3 w 703"/>
                <a:gd name="T17" fmla="*/ 1 h 162"/>
                <a:gd name="T18" fmla="*/ 3 w 703"/>
                <a:gd name="T19" fmla="*/ 1 h 162"/>
                <a:gd name="T20" fmla="*/ 2 w 703"/>
                <a:gd name="T21" fmla="*/ 1 h 162"/>
                <a:gd name="T22" fmla="*/ 2 w 703"/>
                <a:gd name="T23" fmla="*/ 1 h 162"/>
                <a:gd name="T24" fmla="*/ 2 w 703"/>
                <a:gd name="T25" fmla="*/ 0 h 162"/>
                <a:gd name="T26" fmla="*/ 1 w 703"/>
                <a:gd name="T27" fmla="*/ 0 h 162"/>
                <a:gd name="T28" fmla="*/ 1 w 703"/>
                <a:gd name="T29" fmla="*/ 0 h 162"/>
                <a:gd name="T30" fmla="*/ 1 w 703"/>
                <a:gd name="T31" fmla="*/ 0 h 162"/>
                <a:gd name="T32" fmla="*/ 1 w 703"/>
                <a:gd name="T33" fmla="*/ 0 h 162"/>
                <a:gd name="T34" fmla="*/ 0 w 703"/>
                <a:gd name="T35" fmla="*/ 0 h 162"/>
                <a:gd name="T36" fmla="*/ 0 w 703"/>
                <a:gd name="T37" fmla="*/ 1 h 162"/>
                <a:gd name="T38" fmla="*/ 0 w 703"/>
                <a:gd name="T39" fmla="*/ 1 h 162"/>
                <a:gd name="T40" fmla="*/ 1 w 703"/>
                <a:gd name="T41" fmla="*/ 1 h 162"/>
                <a:gd name="T42" fmla="*/ 1 w 703"/>
                <a:gd name="T43" fmla="*/ 1 h 162"/>
                <a:gd name="T44" fmla="*/ 1 w 703"/>
                <a:gd name="T45" fmla="*/ 1 h 162"/>
                <a:gd name="T46" fmla="*/ 2 w 703"/>
                <a:gd name="T47" fmla="*/ 1 h 162"/>
                <a:gd name="T48" fmla="*/ 2 w 703"/>
                <a:gd name="T49" fmla="*/ 1 h 162"/>
                <a:gd name="T50" fmla="*/ 2 w 703"/>
                <a:gd name="T51" fmla="*/ 1 h 162"/>
                <a:gd name="T52" fmla="*/ 3 w 703"/>
                <a:gd name="T53" fmla="*/ 1 h 162"/>
                <a:gd name="T54" fmla="*/ 3 w 703"/>
                <a:gd name="T55" fmla="*/ 1 h 162"/>
                <a:gd name="T56" fmla="*/ 3 w 703"/>
                <a:gd name="T57" fmla="*/ 1 h 162"/>
                <a:gd name="T58" fmla="*/ 4 w 703"/>
                <a:gd name="T59" fmla="*/ 1 h 162"/>
                <a:gd name="T60" fmla="*/ 4 w 703"/>
                <a:gd name="T61" fmla="*/ 1 h 162"/>
                <a:gd name="T62" fmla="*/ 5 w 703"/>
                <a:gd name="T63" fmla="*/ 1 h 162"/>
                <a:gd name="T64" fmla="*/ 5 w 703"/>
                <a:gd name="T65" fmla="*/ 1 h 162"/>
                <a:gd name="T66" fmla="*/ 5 w 703"/>
                <a:gd name="T67" fmla="*/ 1 h 162"/>
                <a:gd name="T68" fmla="*/ 5 w 703"/>
                <a:gd name="T69" fmla="*/ 1 h 162"/>
                <a:gd name="T70" fmla="*/ 5 w 703"/>
                <a:gd name="T71" fmla="*/ 1 h 162"/>
                <a:gd name="T72" fmla="*/ 5 w 703"/>
                <a:gd name="T73" fmla="*/ 1 h 162"/>
                <a:gd name="T74" fmla="*/ 5 w 703"/>
                <a:gd name="T75" fmla="*/ 1 h 162"/>
                <a:gd name="T76" fmla="*/ 6 w 703"/>
                <a:gd name="T77" fmla="*/ 0 h 162"/>
                <a:gd name="T78" fmla="*/ 6 w 703"/>
                <a:gd name="T79" fmla="*/ 0 h 162"/>
                <a:gd name="T80" fmla="*/ 6 w 703"/>
                <a:gd name="T81" fmla="*/ 0 h 162"/>
                <a:gd name="T82" fmla="*/ 5 w 703"/>
                <a:gd name="T83" fmla="*/ 0 h 162"/>
                <a:gd name="T84" fmla="*/ 5 w 703"/>
                <a:gd name="T85" fmla="*/ 0 h 162"/>
                <a:gd name="T86" fmla="*/ 5 w 703"/>
                <a:gd name="T87" fmla="*/ 0 h 162"/>
                <a:gd name="T88" fmla="*/ 5 w 703"/>
                <a:gd name="T89" fmla="*/ 0 h 162"/>
                <a:gd name="T90" fmla="*/ 5 w 703"/>
                <a:gd name="T91" fmla="*/ 0 h 162"/>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703"/>
                <a:gd name="T139" fmla="*/ 0 h 162"/>
                <a:gd name="T140" fmla="*/ 703 w 703"/>
                <a:gd name="T141" fmla="*/ 162 h 162"/>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703" h="162">
                  <a:moveTo>
                    <a:pt x="631" y="8"/>
                  </a:moveTo>
                  <a:lnTo>
                    <a:pt x="636" y="6"/>
                  </a:lnTo>
                  <a:lnTo>
                    <a:pt x="606" y="20"/>
                  </a:lnTo>
                  <a:lnTo>
                    <a:pt x="575" y="32"/>
                  </a:lnTo>
                  <a:lnTo>
                    <a:pt x="540" y="42"/>
                  </a:lnTo>
                  <a:lnTo>
                    <a:pt x="504" y="52"/>
                  </a:lnTo>
                  <a:lnTo>
                    <a:pt x="467" y="59"/>
                  </a:lnTo>
                  <a:lnTo>
                    <a:pt x="428" y="64"/>
                  </a:lnTo>
                  <a:lnTo>
                    <a:pt x="389" y="67"/>
                  </a:lnTo>
                  <a:lnTo>
                    <a:pt x="348" y="68"/>
                  </a:lnTo>
                  <a:lnTo>
                    <a:pt x="308" y="68"/>
                  </a:lnTo>
                  <a:lnTo>
                    <a:pt x="267" y="65"/>
                  </a:lnTo>
                  <a:lnTo>
                    <a:pt x="226" y="61"/>
                  </a:lnTo>
                  <a:lnTo>
                    <a:pt x="187" y="54"/>
                  </a:lnTo>
                  <a:lnTo>
                    <a:pt x="148" y="44"/>
                  </a:lnTo>
                  <a:lnTo>
                    <a:pt x="110" y="33"/>
                  </a:lnTo>
                  <a:lnTo>
                    <a:pt x="75" y="20"/>
                  </a:lnTo>
                  <a:lnTo>
                    <a:pt x="42" y="5"/>
                  </a:lnTo>
                  <a:lnTo>
                    <a:pt x="0" y="89"/>
                  </a:lnTo>
                  <a:lnTo>
                    <a:pt x="40" y="107"/>
                  </a:lnTo>
                  <a:lnTo>
                    <a:pt x="82" y="122"/>
                  </a:lnTo>
                  <a:lnTo>
                    <a:pt x="124" y="135"/>
                  </a:lnTo>
                  <a:lnTo>
                    <a:pt x="169" y="146"/>
                  </a:lnTo>
                  <a:lnTo>
                    <a:pt x="214" y="153"/>
                  </a:lnTo>
                  <a:lnTo>
                    <a:pt x="258" y="158"/>
                  </a:lnTo>
                  <a:lnTo>
                    <a:pt x="303" y="162"/>
                  </a:lnTo>
                  <a:lnTo>
                    <a:pt x="348" y="162"/>
                  </a:lnTo>
                  <a:lnTo>
                    <a:pt x="394" y="161"/>
                  </a:lnTo>
                  <a:lnTo>
                    <a:pt x="439" y="157"/>
                  </a:lnTo>
                  <a:lnTo>
                    <a:pt x="481" y="150"/>
                  </a:lnTo>
                  <a:lnTo>
                    <a:pt x="525" y="143"/>
                  </a:lnTo>
                  <a:lnTo>
                    <a:pt x="566" y="132"/>
                  </a:lnTo>
                  <a:lnTo>
                    <a:pt x="606" y="121"/>
                  </a:lnTo>
                  <a:lnTo>
                    <a:pt x="643" y="105"/>
                  </a:lnTo>
                  <a:lnTo>
                    <a:pt x="678" y="88"/>
                  </a:lnTo>
                  <a:lnTo>
                    <a:pt x="683" y="86"/>
                  </a:lnTo>
                  <a:lnTo>
                    <a:pt x="678" y="88"/>
                  </a:lnTo>
                  <a:lnTo>
                    <a:pt x="695" y="75"/>
                  </a:lnTo>
                  <a:lnTo>
                    <a:pt x="702" y="60"/>
                  </a:lnTo>
                  <a:lnTo>
                    <a:pt x="703" y="42"/>
                  </a:lnTo>
                  <a:lnTo>
                    <a:pt x="698" y="26"/>
                  </a:lnTo>
                  <a:lnTo>
                    <a:pt x="688" y="12"/>
                  </a:lnTo>
                  <a:lnTo>
                    <a:pt x="674" y="3"/>
                  </a:lnTo>
                  <a:lnTo>
                    <a:pt x="656" y="0"/>
                  </a:lnTo>
                  <a:lnTo>
                    <a:pt x="636" y="6"/>
                  </a:lnTo>
                  <a:lnTo>
                    <a:pt x="631"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5669" name="Freeform 35"/>
            <p:cNvSpPr>
              <a:spLocks/>
            </p:cNvSpPr>
            <p:nvPr/>
          </p:nvSpPr>
          <p:spPr bwMode="auto">
            <a:xfrm>
              <a:off x="1332" y="2204"/>
              <a:ext cx="283" cy="192"/>
            </a:xfrm>
            <a:custGeom>
              <a:avLst/>
              <a:gdLst>
                <a:gd name="T0" fmla="*/ 11 w 1415"/>
                <a:gd name="T1" fmla="*/ 0 h 960"/>
                <a:gd name="T2" fmla="*/ 11 w 1415"/>
                <a:gd name="T3" fmla="*/ 0 h 960"/>
                <a:gd name="T4" fmla="*/ 0 w 1415"/>
                <a:gd name="T5" fmla="*/ 7 h 960"/>
                <a:gd name="T6" fmla="*/ 0 w 1415"/>
                <a:gd name="T7" fmla="*/ 8 h 960"/>
                <a:gd name="T8" fmla="*/ 11 w 1415"/>
                <a:gd name="T9" fmla="*/ 1 h 960"/>
                <a:gd name="T10" fmla="*/ 11 w 1415"/>
                <a:gd name="T11" fmla="*/ 1 h 960"/>
                <a:gd name="T12" fmla="*/ 11 w 1415"/>
                <a:gd name="T13" fmla="*/ 1 h 960"/>
                <a:gd name="T14" fmla="*/ 11 w 1415"/>
                <a:gd name="T15" fmla="*/ 1 h 960"/>
                <a:gd name="T16" fmla="*/ 11 w 1415"/>
                <a:gd name="T17" fmla="*/ 0 h 960"/>
                <a:gd name="T18" fmla="*/ 11 w 1415"/>
                <a:gd name="T19" fmla="*/ 0 h 960"/>
                <a:gd name="T20" fmla="*/ 11 w 1415"/>
                <a:gd name="T21" fmla="*/ 0 h 960"/>
                <a:gd name="T22" fmla="*/ 11 w 1415"/>
                <a:gd name="T23" fmla="*/ 0 h 960"/>
                <a:gd name="T24" fmla="*/ 11 w 1415"/>
                <a:gd name="T25" fmla="*/ 0 h 960"/>
                <a:gd name="T26" fmla="*/ 11 w 1415"/>
                <a:gd name="T27" fmla="*/ 0 h 960"/>
                <a:gd name="T28" fmla="*/ 11 w 1415"/>
                <a:gd name="T29" fmla="*/ 0 h 960"/>
                <a:gd name="T30" fmla="*/ 11 w 1415"/>
                <a:gd name="T31" fmla="*/ 0 h 96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15"/>
                <a:gd name="T49" fmla="*/ 0 h 960"/>
                <a:gd name="T50" fmla="*/ 1415 w 1415"/>
                <a:gd name="T51" fmla="*/ 960 h 96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15" h="960">
                  <a:moveTo>
                    <a:pt x="1338" y="10"/>
                  </a:moveTo>
                  <a:lnTo>
                    <a:pt x="1342" y="8"/>
                  </a:lnTo>
                  <a:lnTo>
                    <a:pt x="0" y="882"/>
                  </a:lnTo>
                  <a:lnTo>
                    <a:pt x="52" y="960"/>
                  </a:lnTo>
                  <a:lnTo>
                    <a:pt x="1393" y="85"/>
                  </a:lnTo>
                  <a:lnTo>
                    <a:pt x="1397" y="83"/>
                  </a:lnTo>
                  <a:lnTo>
                    <a:pt x="1393" y="85"/>
                  </a:lnTo>
                  <a:lnTo>
                    <a:pt x="1409" y="71"/>
                  </a:lnTo>
                  <a:lnTo>
                    <a:pt x="1415" y="53"/>
                  </a:lnTo>
                  <a:lnTo>
                    <a:pt x="1413" y="37"/>
                  </a:lnTo>
                  <a:lnTo>
                    <a:pt x="1406" y="21"/>
                  </a:lnTo>
                  <a:lnTo>
                    <a:pt x="1395" y="8"/>
                  </a:lnTo>
                  <a:lnTo>
                    <a:pt x="1379" y="1"/>
                  </a:lnTo>
                  <a:lnTo>
                    <a:pt x="1361" y="0"/>
                  </a:lnTo>
                  <a:lnTo>
                    <a:pt x="1342" y="8"/>
                  </a:lnTo>
                  <a:lnTo>
                    <a:pt x="1338" y="1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5670" name="Freeform 36"/>
            <p:cNvSpPr>
              <a:spLocks/>
            </p:cNvSpPr>
            <p:nvPr/>
          </p:nvSpPr>
          <p:spPr bwMode="auto">
            <a:xfrm>
              <a:off x="1599" y="2057"/>
              <a:ext cx="80" cy="163"/>
            </a:xfrm>
            <a:custGeom>
              <a:avLst/>
              <a:gdLst>
                <a:gd name="T0" fmla="*/ 2 w 398"/>
                <a:gd name="T1" fmla="*/ 0 h 817"/>
                <a:gd name="T2" fmla="*/ 2 w 398"/>
                <a:gd name="T3" fmla="*/ 0 h 817"/>
                <a:gd name="T4" fmla="*/ 2 w 398"/>
                <a:gd name="T5" fmla="*/ 1 h 817"/>
                <a:gd name="T6" fmla="*/ 2 w 398"/>
                <a:gd name="T7" fmla="*/ 1 h 817"/>
                <a:gd name="T8" fmla="*/ 2 w 398"/>
                <a:gd name="T9" fmla="*/ 2 h 817"/>
                <a:gd name="T10" fmla="*/ 2 w 398"/>
                <a:gd name="T11" fmla="*/ 2 h 817"/>
                <a:gd name="T12" fmla="*/ 2 w 398"/>
                <a:gd name="T13" fmla="*/ 2 h 817"/>
                <a:gd name="T14" fmla="*/ 2 w 398"/>
                <a:gd name="T15" fmla="*/ 3 h 817"/>
                <a:gd name="T16" fmla="*/ 2 w 398"/>
                <a:gd name="T17" fmla="*/ 3 h 817"/>
                <a:gd name="T18" fmla="*/ 2 w 398"/>
                <a:gd name="T19" fmla="*/ 4 h 817"/>
                <a:gd name="T20" fmla="*/ 2 w 398"/>
                <a:gd name="T21" fmla="*/ 4 h 817"/>
                <a:gd name="T22" fmla="*/ 1 w 398"/>
                <a:gd name="T23" fmla="*/ 4 h 817"/>
                <a:gd name="T24" fmla="*/ 1 w 398"/>
                <a:gd name="T25" fmla="*/ 5 h 817"/>
                <a:gd name="T26" fmla="*/ 1 w 398"/>
                <a:gd name="T27" fmla="*/ 5 h 817"/>
                <a:gd name="T28" fmla="*/ 1 w 398"/>
                <a:gd name="T29" fmla="*/ 5 h 817"/>
                <a:gd name="T30" fmla="*/ 1 w 398"/>
                <a:gd name="T31" fmla="*/ 5 h 817"/>
                <a:gd name="T32" fmla="*/ 0 w 398"/>
                <a:gd name="T33" fmla="*/ 6 h 817"/>
                <a:gd name="T34" fmla="*/ 0 w 398"/>
                <a:gd name="T35" fmla="*/ 6 h 817"/>
                <a:gd name="T36" fmla="*/ 0 w 398"/>
                <a:gd name="T37" fmla="*/ 7 h 817"/>
                <a:gd name="T38" fmla="*/ 1 w 398"/>
                <a:gd name="T39" fmla="*/ 6 h 817"/>
                <a:gd name="T40" fmla="*/ 1 w 398"/>
                <a:gd name="T41" fmla="*/ 6 h 817"/>
                <a:gd name="T42" fmla="*/ 1 w 398"/>
                <a:gd name="T43" fmla="*/ 6 h 817"/>
                <a:gd name="T44" fmla="*/ 2 w 398"/>
                <a:gd name="T45" fmla="*/ 5 h 817"/>
                <a:gd name="T46" fmla="*/ 2 w 398"/>
                <a:gd name="T47" fmla="*/ 5 h 817"/>
                <a:gd name="T48" fmla="*/ 2 w 398"/>
                <a:gd name="T49" fmla="*/ 5 h 817"/>
                <a:gd name="T50" fmla="*/ 2 w 398"/>
                <a:gd name="T51" fmla="*/ 4 h 817"/>
                <a:gd name="T52" fmla="*/ 2 w 398"/>
                <a:gd name="T53" fmla="*/ 4 h 817"/>
                <a:gd name="T54" fmla="*/ 3 w 398"/>
                <a:gd name="T55" fmla="*/ 3 h 817"/>
                <a:gd name="T56" fmla="*/ 3 w 398"/>
                <a:gd name="T57" fmla="*/ 3 h 817"/>
                <a:gd name="T58" fmla="*/ 3 w 398"/>
                <a:gd name="T59" fmla="*/ 3 h 817"/>
                <a:gd name="T60" fmla="*/ 3 w 398"/>
                <a:gd name="T61" fmla="*/ 2 h 817"/>
                <a:gd name="T62" fmla="*/ 3 w 398"/>
                <a:gd name="T63" fmla="*/ 2 h 817"/>
                <a:gd name="T64" fmla="*/ 3 w 398"/>
                <a:gd name="T65" fmla="*/ 1 h 817"/>
                <a:gd name="T66" fmla="*/ 3 w 398"/>
                <a:gd name="T67" fmla="*/ 1 h 817"/>
                <a:gd name="T68" fmla="*/ 3 w 398"/>
                <a:gd name="T69" fmla="*/ 0 h 817"/>
                <a:gd name="T70" fmla="*/ 3 w 398"/>
                <a:gd name="T71" fmla="*/ 0 h 817"/>
                <a:gd name="T72" fmla="*/ 3 w 398"/>
                <a:gd name="T73" fmla="*/ 0 h 817"/>
                <a:gd name="T74" fmla="*/ 3 w 398"/>
                <a:gd name="T75" fmla="*/ 0 h 817"/>
                <a:gd name="T76" fmla="*/ 3 w 398"/>
                <a:gd name="T77" fmla="*/ 0 h 817"/>
                <a:gd name="T78" fmla="*/ 3 w 398"/>
                <a:gd name="T79" fmla="*/ 0 h 817"/>
                <a:gd name="T80" fmla="*/ 3 w 398"/>
                <a:gd name="T81" fmla="*/ 0 h 817"/>
                <a:gd name="T82" fmla="*/ 3 w 398"/>
                <a:gd name="T83" fmla="*/ 0 h 817"/>
                <a:gd name="T84" fmla="*/ 3 w 398"/>
                <a:gd name="T85" fmla="*/ 0 h 817"/>
                <a:gd name="T86" fmla="*/ 2 w 398"/>
                <a:gd name="T87" fmla="*/ 0 h 817"/>
                <a:gd name="T88" fmla="*/ 2 w 398"/>
                <a:gd name="T89" fmla="*/ 0 h 817"/>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398"/>
                <a:gd name="T136" fmla="*/ 0 h 817"/>
                <a:gd name="T137" fmla="*/ 398 w 398"/>
                <a:gd name="T138" fmla="*/ 817 h 817"/>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398" h="817">
                  <a:moveTo>
                    <a:pt x="304" y="47"/>
                  </a:moveTo>
                  <a:lnTo>
                    <a:pt x="304" y="47"/>
                  </a:lnTo>
                  <a:lnTo>
                    <a:pt x="301" y="97"/>
                  </a:lnTo>
                  <a:lnTo>
                    <a:pt x="297" y="147"/>
                  </a:lnTo>
                  <a:lnTo>
                    <a:pt x="291" y="198"/>
                  </a:lnTo>
                  <a:lnTo>
                    <a:pt x="280" y="247"/>
                  </a:lnTo>
                  <a:lnTo>
                    <a:pt x="268" y="297"/>
                  </a:lnTo>
                  <a:lnTo>
                    <a:pt x="253" y="347"/>
                  </a:lnTo>
                  <a:lnTo>
                    <a:pt x="236" y="395"/>
                  </a:lnTo>
                  <a:lnTo>
                    <a:pt x="217" y="442"/>
                  </a:lnTo>
                  <a:lnTo>
                    <a:pt x="195" y="487"/>
                  </a:lnTo>
                  <a:lnTo>
                    <a:pt x="171" y="532"/>
                  </a:lnTo>
                  <a:lnTo>
                    <a:pt x="147" y="574"/>
                  </a:lnTo>
                  <a:lnTo>
                    <a:pt x="121" y="613"/>
                  </a:lnTo>
                  <a:lnTo>
                    <a:pt x="93" y="650"/>
                  </a:lnTo>
                  <a:lnTo>
                    <a:pt x="64" y="684"/>
                  </a:lnTo>
                  <a:lnTo>
                    <a:pt x="32" y="716"/>
                  </a:lnTo>
                  <a:lnTo>
                    <a:pt x="0" y="744"/>
                  </a:lnTo>
                  <a:lnTo>
                    <a:pt x="59" y="817"/>
                  </a:lnTo>
                  <a:lnTo>
                    <a:pt x="95" y="784"/>
                  </a:lnTo>
                  <a:lnTo>
                    <a:pt x="132" y="748"/>
                  </a:lnTo>
                  <a:lnTo>
                    <a:pt x="166" y="709"/>
                  </a:lnTo>
                  <a:lnTo>
                    <a:pt x="196" y="667"/>
                  </a:lnTo>
                  <a:lnTo>
                    <a:pt x="227" y="623"/>
                  </a:lnTo>
                  <a:lnTo>
                    <a:pt x="253" y="576"/>
                  </a:lnTo>
                  <a:lnTo>
                    <a:pt x="279" y="530"/>
                  </a:lnTo>
                  <a:lnTo>
                    <a:pt x="301" y="479"/>
                  </a:lnTo>
                  <a:lnTo>
                    <a:pt x="323" y="428"/>
                  </a:lnTo>
                  <a:lnTo>
                    <a:pt x="342" y="375"/>
                  </a:lnTo>
                  <a:lnTo>
                    <a:pt x="359" y="321"/>
                  </a:lnTo>
                  <a:lnTo>
                    <a:pt x="372" y="268"/>
                  </a:lnTo>
                  <a:lnTo>
                    <a:pt x="382" y="212"/>
                  </a:lnTo>
                  <a:lnTo>
                    <a:pt x="391" y="157"/>
                  </a:lnTo>
                  <a:lnTo>
                    <a:pt x="395" y="102"/>
                  </a:lnTo>
                  <a:lnTo>
                    <a:pt x="398" y="47"/>
                  </a:lnTo>
                  <a:lnTo>
                    <a:pt x="394" y="27"/>
                  </a:lnTo>
                  <a:lnTo>
                    <a:pt x="383" y="11"/>
                  </a:lnTo>
                  <a:lnTo>
                    <a:pt x="368" y="3"/>
                  </a:lnTo>
                  <a:lnTo>
                    <a:pt x="351" y="0"/>
                  </a:lnTo>
                  <a:lnTo>
                    <a:pt x="333" y="3"/>
                  </a:lnTo>
                  <a:lnTo>
                    <a:pt x="319" y="11"/>
                  </a:lnTo>
                  <a:lnTo>
                    <a:pt x="307" y="27"/>
                  </a:lnTo>
                  <a:lnTo>
                    <a:pt x="304" y="4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5671" name="Freeform 37"/>
            <p:cNvSpPr>
              <a:spLocks/>
            </p:cNvSpPr>
            <p:nvPr/>
          </p:nvSpPr>
          <p:spPr bwMode="auto">
            <a:xfrm>
              <a:off x="1660" y="1701"/>
              <a:ext cx="19" cy="365"/>
            </a:xfrm>
            <a:custGeom>
              <a:avLst/>
              <a:gdLst>
                <a:gd name="T0" fmla="*/ 0 w 95"/>
                <a:gd name="T1" fmla="*/ 0 h 1826"/>
                <a:gd name="T2" fmla="*/ 0 w 95"/>
                <a:gd name="T3" fmla="*/ 0 h 1826"/>
                <a:gd name="T4" fmla="*/ 0 w 95"/>
                <a:gd name="T5" fmla="*/ 15 h 1826"/>
                <a:gd name="T6" fmla="*/ 1 w 95"/>
                <a:gd name="T7" fmla="*/ 15 h 1826"/>
                <a:gd name="T8" fmla="*/ 1 w 95"/>
                <a:gd name="T9" fmla="*/ 0 h 1826"/>
                <a:gd name="T10" fmla="*/ 1 w 95"/>
                <a:gd name="T11" fmla="*/ 0 h 1826"/>
                <a:gd name="T12" fmla="*/ 1 w 95"/>
                <a:gd name="T13" fmla="*/ 0 h 1826"/>
                <a:gd name="T14" fmla="*/ 1 w 95"/>
                <a:gd name="T15" fmla="*/ 0 h 1826"/>
                <a:gd name="T16" fmla="*/ 1 w 95"/>
                <a:gd name="T17" fmla="*/ 0 h 1826"/>
                <a:gd name="T18" fmla="*/ 1 w 95"/>
                <a:gd name="T19" fmla="*/ 0 h 1826"/>
                <a:gd name="T20" fmla="*/ 0 w 95"/>
                <a:gd name="T21" fmla="*/ 0 h 1826"/>
                <a:gd name="T22" fmla="*/ 0 w 95"/>
                <a:gd name="T23" fmla="*/ 0 h 1826"/>
                <a:gd name="T24" fmla="*/ 0 w 95"/>
                <a:gd name="T25" fmla="*/ 0 h 1826"/>
                <a:gd name="T26" fmla="*/ 0 w 95"/>
                <a:gd name="T27" fmla="*/ 0 h 1826"/>
                <a:gd name="T28" fmla="*/ 0 w 95"/>
                <a:gd name="T29" fmla="*/ 0 h 1826"/>
                <a:gd name="T30" fmla="*/ 0 w 95"/>
                <a:gd name="T31" fmla="*/ 0 h 182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95"/>
                <a:gd name="T49" fmla="*/ 0 h 1826"/>
                <a:gd name="T50" fmla="*/ 95 w 95"/>
                <a:gd name="T51" fmla="*/ 1826 h 182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95" h="1826">
                  <a:moveTo>
                    <a:pt x="0" y="49"/>
                  </a:moveTo>
                  <a:lnTo>
                    <a:pt x="0" y="47"/>
                  </a:lnTo>
                  <a:lnTo>
                    <a:pt x="1" y="1826"/>
                  </a:lnTo>
                  <a:lnTo>
                    <a:pt x="95" y="1826"/>
                  </a:lnTo>
                  <a:lnTo>
                    <a:pt x="93" y="47"/>
                  </a:lnTo>
                  <a:lnTo>
                    <a:pt x="93" y="45"/>
                  </a:lnTo>
                  <a:lnTo>
                    <a:pt x="93" y="47"/>
                  </a:lnTo>
                  <a:lnTo>
                    <a:pt x="90" y="27"/>
                  </a:lnTo>
                  <a:lnTo>
                    <a:pt x="79" y="12"/>
                  </a:lnTo>
                  <a:lnTo>
                    <a:pt x="64" y="4"/>
                  </a:lnTo>
                  <a:lnTo>
                    <a:pt x="47" y="0"/>
                  </a:lnTo>
                  <a:lnTo>
                    <a:pt x="29" y="4"/>
                  </a:lnTo>
                  <a:lnTo>
                    <a:pt x="15" y="12"/>
                  </a:lnTo>
                  <a:lnTo>
                    <a:pt x="3" y="27"/>
                  </a:lnTo>
                  <a:lnTo>
                    <a:pt x="0" y="47"/>
                  </a:lnTo>
                  <a:lnTo>
                    <a:pt x="0" y="4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5672" name="Freeform 38"/>
            <p:cNvSpPr>
              <a:spLocks/>
            </p:cNvSpPr>
            <p:nvPr/>
          </p:nvSpPr>
          <p:spPr bwMode="auto">
            <a:xfrm>
              <a:off x="1598" y="1598"/>
              <a:ext cx="81" cy="113"/>
            </a:xfrm>
            <a:custGeom>
              <a:avLst/>
              <a:gdLst>
                <a:gd name="T0" fmla="*/ 0 w 401"/>
                <a:gd name="T1" fmla="*/ 1 h 566"/>
                <a:gd name="T2" fmla="*/ 0 w 401"/>
                <a:gd name="T3" fmla="*/ 1 h 566"/>
                <a:gd name="T4" fmla="*/ 0 w 401"/>
                <a:gd name="T5" fmla="*/ 1 h 566"/>
                <a:gd name="T6" fmla="*/ 1 w 401"/>
                <a:gd name="T7" fmla="*/ 1 h 566"/>
                <a:gd name="T8" fmla="*/ 1 w 401"/>
                <a:gd name="T9" fmla="*/ 1 h 566"/>
                <a:gd name="T10" fmla="*/ 1 w 401"/>
                <a:gd name="T11" fmla="*/ 1 h 566"/>
                <a:gd name="T12" fmla="*/ 1 w 401"/>
                <a:gd name="T13" fmla="*/ 2 h 566"/>
                <a:gd name="T14" fmla="*/ 1 w 401"/>
                <a:gd name="T15" fmla="*/ 2 h 566"/>
                <a:gd name="T16" fmla="*/ 2 w 401"/>
                <a:gd name="T17" fmla="*/ 2 h 566"/>
                <a:gd name="T18" fmla="*/ 2 w 401"/>
                <a:gd name="T19" fmla="*/ 2 h 566"/>
                <a:gd name="T20" fmla="*/ 2 w 401"/>
                <a:gd name="T21" fmla="*/ 2 h 566"/>
                <a:gd name="T22" fmla="*/ 2 w 401"/>
                <a:gd name="T23" fmla="*/ 3 h 566"/>
                <a:gd name="T24" fmla="*/ 2 w 401"/>
                <a:gd name="T25" fmla="*/ 3 h 566"/>
                <a:gd name="T26" fmla="*/ 2 w 401"/>
                <a:gd name="T27" fmla="*/ 3 h 566"/>
                <a:gd name="T28" fmla="*/ 2 w 401"/>
                <a:gd name="T29" fmla="*/ 4 h 566"/>
                <a:gd name="T30" fmla="*/ 2 w 401"/>
                <a:gd name="T31" fmla="*/ 4 h 566"/>
                <a:gd name="T32" fmla="*/ 2 w 401"/>
                <a:gd name="T33" fmla="*/ 4 h 566"/>
                <a:gd name="T34" fmla="*/ 3 w 401"/>
                <a:gd name="T35" fmla="*/ 5 h 566"/>
                <a:gd name="T36" fmla="*/ 3 w 401"/>
                <a:gd name="T37" fmla="*/ 4 h 566"/>
                <a:gd name="T38" fmla="*/ 3 w 401"/>
                <a:gd name="T39" fmla="*/ 4 h 566"/>
                <a:gd name="T40" fmla="*/ 3 w 401"/>
                <a:gd name="T41" fmla="*/ 4 h 566"/>
                <a:gd name="T42" fmla="*/ 3 w 401"/>
                <a:gd name="T43" fmla="*/ 3 h 566"/>
                <a:gd name="T44" fmla="*/ 3 w 401"/>
                <a:gd name="T45" fmla="*/ 3 h 566"/>
                <a:gd name="T46" fmla="*/ 3 w 401"/>
                <a:gd name="T47" fmla="*/ 3 h 566"/>
                <a:gd name="T48" fmla="*/ 3 w 401"/>
                <a:gd name="T49" fmla="*/ 2 h 566"/>
                <a:gd name="T50" fmla="*/ 3 w 401"/>
                <a:gd name="T51" fmla="*/ 2 h 566"/>
                <a:gd name="T52" fmla="*/ 2 w 401"/>
                <a:gd name="T53" fmla="*/ 2 h 566"/>
                <a:gd name="T54" fmla="*/ 2 w 401"/>
                <a:gd name="T55" fmla="*/ 2 h 566"/>
                <a:gd name="T56" fmla="*/ 2 w 401"/>
                <a:gd name="T57" fmla="*/ 1 h 566"/>
                <a:gd name="T58" fmla="*/ 2 w 401"/>
                <a:gd name="T59" fmla="*/ 1 h 566"/>
                <a:gd name="T60" fmla="*/ 2 w 401"/>
                <a:gd name="T61" fmla="*/ 1 h 566"/>
                <a:gd name="T62" fmla="*/ 1 w 401"/>
                <a:gd name="T63" fmla="*/ 1 h 566"/>
                <a:gd name="T64" fmla="*/ 1 w 401"/>
                <a:gd name="T65" fmla="*/ 0 h 566"/>
                <a:gd name="T66" fmla="*/ 1 w 401"/>
                <a:gd name="T67" fmla="*/ 0 h 566"/>
                <a:gd name="T68" fmla="*/ 1 w 401"/>
                <a:gd name="T69" fmla="*/ 0 h 566"/>
                <a:gd name="T70" fmla="*/ 1 w 401"/>
                <a:gd name="T71" fmla="*/ 0 h 566"/>
                <a:gd name="T72" fmla="*/ 1 w 401"/>
                <a:gd name="T73" fmla="*/ 0 h 566"/>
                <a:gd name="T74" fmla="*/ 0 w 401"/>
                <a:gd name="T75" fmla="*/ 0 h 566"/>
                <a:gd name="T76" fmla="*/ 0 w 401"/>
                <a:gd name="T77" fmla="*/ 0 h 566"/>
                <a:gd name="T78" fmla="*/ 0 w 401"/>
                <a:gd name="T79" fmla="*/ 0 h 566"/>
                <a:gd name="T80" fmla="*/ 0 w 401"/>
                <a:gd name="T81" fmla="*/ 0 h 566"/>
                <a:gd name="T82" fmla="*/ 0 w 401"/>
                <a:gd name="T83" fmla="*/ 0 h 566"/>
                <a:gd name="T84" fmla="*/ 0 w 401"/>
                <a:gd name="T85" fmla="*/ 0 h 566"/>
                <a:gd name="T86" fmla="*/ 0 w 401"/>
                <a:gd name="T87" fmla="*/ 1 h 566"/>
                <a:gd name="T88" fmla="*/ 0 w 401"/>
                <a:gd name="T89" fmla="*/ 1 h 56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401"/>
                <a:gd name="T136" fmla="*/ 0 h 566"/>
                <a:gd name="T137" fmla="*/ 401 w 401"/>
                <a:gd name="T138" fmla="*/ 566 h 566"/>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401" h="566">
                  <a:moveTo>
                    <a:pt x="23" y="88"/>
                  </a:moveTo>
                  <a:lnTo>
                    <a:pt x="23" y="88"/>
                  </a:lnTo>
                  <a:lnTo>
                    <a:pt x="53" y="107"/>
                  </a:lnTo>
                  <a:lnTo>
                    <a:pt x="83" y="125"/>
                  </a:lnTo>
                  <a:lnTo>
                    <a:pt x="108" y="147"/>
                  </a:lnTo>
                  <a:lnTo>
                    <a:pt x="135" y="171"/>
                  </a:lnTo>
                  <a:lnTo>
                    <a:pt x="160" y="196"/>
                  </a:lnTo>
                  <a:lnTo>
                    <a:pt x="182" y="223"/>
                  </a:lnTo>
                  <a:lnTo>
                    <a:pt x="205" y="251"/>
                  </a:lnTo>
                  <a:lnTo>
                    <a:pt x="223" y="281"/>
                  </a:lnTo>
                  <a:lnTo>
                    <a:pt x="240" y="312"/>
                  </a:lnTo>
                  <a:lnTo>
                    <a:pt x="256" y="345"/>
                  </a:lnTo>
                  <a:lnTo>
                    <a:pt x="270" y="379"/>
                  </a:lnTo>
                  <a:lnTo>
                    <a:pt x="282" y="414"/>
                  </a:lnTo>
                  <a:lnTo>
                    <a:pt x="291" y="450"/>
                  </a:lnTo>
                  <a:lnTo>
                    <a:pt x="299" y="488"/>
                  </a:lnTo>
                  <a:lnTo>
                    <a:pt x="304" y="526"/>
                  </a:lnTo>
                  <a:lnTo>
                    <a:pt x="308" y="566"/>
                  </a:lnTo>
                  <a:lnTo>
                    <a:pt x="401" y="562"/>
                  </a:lnTo>
                  <a:lnTo>
                    <a:pt x="398" y="517"/>
                  </a:lnTo>
                  <a:lnTo>
                    <a:pt x="391" y="471"/>
                  </a:lnTo>
                  <a:lnTo>
                    <a:pt x="383" y="429"/>
                  </a:lnTo>
                  <a:lnTo>
                    <a:pt x="371" y="386"/>
                  </a:lnTo>
                  <a:lnTo>
                    <a:pt x="357" y="346"/>
                  </a:lnTo>
                  <a:lnTo>
                    <a:pt x="340" y="307"/>
                  </a:lnTo>
                  <a:lnTo>
                    <a:pt x="324" y="270"/>
                  </a:lnTo>
                  <a:lnTo>
                    <a:pt x="303" y="232"/>
                  </a:lnTo>
                  <a:lnTo>
                    <a:pt x="280" y="197"/>
                  </a:lnTo>
                  <a:lnTo>
                    <a:pt x="255" y="164"/>
                  </a:lnTo>
                  <a:lnTo>
                    <a:pt x="228" y="132"/>
                  </a:lnTo>
                  <a:lnTo>
                    <a:pt x="199" y="103"/>
                  </a:lnTo>
                  <a:lnTo>
                    <a:pt x="169" y="76"/>
                  </a:lnTo>
                  <a:lnTo>
                    <a:pt x="137" y="50"/>
                  </a:lnTo>
                  <a:lnTo>
                    <a:pt x="103" y="27"/>
                  </a:lnTo>
                  <a:lnTo>
                    <a:pt x="67" y="6"/>
                  </a:lnTo>
                  <a:lnTo>
                    <a:pt x="48" y="0"/>
                  </a:lnTo>
                  <a:lnTo>
                    <a:pt x="30" y="2"/>
                  </a:lnTo>
                  <a:lnTo>
                    <a:pt x="16" y="12"/>
                  </a:lnTo>
                  <a:lnTo>
                    <a:pt x="5" y="25"/>
                  </a:lnTo>
                  <a:lnTo>
                    <a:pt x="0" y="41"/>
                  </a:lnTo>
                  <a:lnTo>
                    <a:pt x="0" y="59"/>
                  </a:lnTo>
                  <a:lnTo>
                    <a:pt x="8" y="75"/>
                  </a:lnTo>
                  <a:lnTo>
                    <a:pt x="23"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5673" name="Freeform 39"/>
            <p:cNvSpPr>
              <a:spLocks/>
            </p:cNvSpPr>
            <p:nvPr/>
          </p:nvSpPr>
          <p:spPr bwMode="auto">
            <a:xfrm>
              <a:off x="1346" y="1455"/>
              <a:ext cx="266" cy="160"/>
            </a:xfrm>
            <a:custGeom>
              <a:avLst/>
              <a:gdLst>
                <a:gd name="T0" fmla="*/ 0 w 1330"/>
                <a:gd name="T1" fmla="*/ 1 h 801"/>
                <a:gd name="T2" fmla="*/ 0 w 1330"/>
                <a:gd name="T3" fmla="*/ 1 h 801"/>
                <a:gd name="T4" fmla="*/ 10 w 1330"/>
                <a:gd name="T5" fmla="*/ 6 h 801"/>
                <a:gd name="T6" fmla="*/ 11 w 1330"/>
                <a:gd name="T7" fmla="*/ 6 h 801"/>
                <a:gd name="T8" fmla="*/ 1 w 1330"/>
                <a:gd name="T9" fmla="*/ 0 h 801"/>
                <a:gd name="T10" fmla="*/ 1 w 1330"/>
                <a:gd name="T11" fmla="*/ 0 h 801"/>
                <a:gd name="T12" fmla="*/ 1 w 1330"/>
                <a:gd name="T13" fmla="*/ 0 h 801"/>
                <a:gd name="T14" fmla="*/ 0 w 1330"/>
                <a:gd name="T15" fmla="*/ 0 h 801"/>
                <a:gd name="T16" fmla="*/ 0 w 1330"/>
                <a:gd name="T17" fmla="*/ 0 h 801"/>
                <a:gd name="T18" fmla="*/ 0 w 1330"/>
                <a:gd name="T19" fmla="*/ 0 h 801"/>
                <a:gd name="T20" fmla="*/ 0 w 1330"/>
                <a:gd name="T21" fmla="*/ 0 h 801"/>
                <a:gd name="T22" fmla="*/ 0 w 1330"/>
                <a:gd name="T23" fmla="*/ 0 h 801"/>
                <a:gd name="T24" fmla="*/ 0 w 1330"/>
                <a:gd name="T25" fmla="*/ 0 h 801"/>
                <a:gd name="T26" fmla="*/ 0 w 1330"/>
                <a:gd name="T27" fmla="*/ 1 h 801"/>
                <a:gd name="T28" fmla="*/ 0 w 1330"/>
                <a:gd name="T29" fmla="*/ 1 h 801"/>
                <a:gd name="T30" fmla="*/ 0 w 1330"/>
                <a:gd name="T31" fmla="*/ 1 h 801"/>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30"/>
                <a:gd name="T49" fmla="*/ 0 h 801"/>
                <a:gd name="T50" fmla="*/ 1330 w 1330"/>
                <a:gd name="T51" fmla="*/ 801 h 801"/>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30" h="801">
                  <a:moveTo>
                    <a:pt x="24" y="88"/>
                  </a:moveTo>
                  <a:lnTo>
                    <a:pt x="23" y="88"/>
                  </a:lnTo>
                  <a:lnTo>
                    <a:pt x="1286" y="801"/>
                  </a:lnTo>
                  <a:lnTo>
                    <a:pt x="1330" y="719"/>
                  </a:lnTo>
                  <a:lnTo>
                    <a:pt x="67" y="6"/>
                  </a:lnTo>
                  <a:lnTo>
                    <a:pt x="66" y="6"/>
                  </a:lnTo>
                  <a:lnTo>
                    <a:pt x="67" y="6"/>
                  </a:lnTo>
                  <a:lnTo>
                    <a:pt x="48" y="0"/>
                  </a:lnTo>
                  <a:lnTo>
                    <a:pt x="30" y="2"/>
                  </a:lnTo>
                  <a:lnTo>
                    <a:pt x="16" y="12"/>
                  </a:lnTo>
                  <a:lnTo>
                    <a:pt x="5" y="25"/>
                  </a:lnTo>
                  <a:lnTo>
                    <a:pt x="0" y="41"/>
                  </a:lnTo>
                  <a:lnTo>
                    <a:pt x="0" y="59"/>
                  </a:lnTo>
                  <a:lnTo>
                    <a:pt x="8" y="75"/>
                  </a:lnTo>
                  <a:lnTo>
                    <a:pt x="23" y="88"/>
                  </a:lnTo>
                  <a:lnTo>
                    <a:pt x="24"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5674" name="Freeform 40"/>
            <p:cNvSpPr>
              <a:spLocks/>
            </p:cNvSpPr>
            <p:nvPr/>
          </p:nvSpPr>
          <p:spPr bwMode="auto">
            <a:xfrm>
              <a:off x="1198" y="1439"/>
              <a:ext cx="161" cy="35"/>
            </a:xfrm>
            <a:custGeom>
              <a:avLst/>
              <a:gdLst>
                <a:gd name="T0" fmla="*/ 1 w 806"/>
                <a:gd name="T1" fmla="*/ 1 h 177"/>
                <a:gd name="T2" fmla="*/ 1 w 806"/>
                <a:gd name="T3" fmla="*/ 1 h 177"/>
                <a:gd name="T4" fmla="*/ 1 w 806"/>
                <a:gd name="T5" fmla="*/ 1 h 177"/>
                <a:gd name="T6" fmla="*/ 1 w 806"/>
                <a:gd name="T7" fmla="*/ 1 h 177"/>
                <a:gd name="T8" fmla="*/ 2 w 806"/>
                <a:gd name="T9" fmla="*/ 1 h 177"/>
                <a:gd name="T10" fmla="*/ 2 w 806"/>
                <a:gd name="T11" fmla="*/ 1 h 177"/>
                <a:gd name="T12" fmla="*/ 2 w 806"/>
                <a:gd name="T13" fmla="*/ 1 h 177"/>
                <a:gd name="T14" fmla="*/ 3 w 806"/>
                <a:gd name="T15" fmla="*/ 1 h 177"/>
                <a:gd name="T16" fmla="*/ 3 w 806"/>
                <a:gd name="T17" fmla="*/ 1 h 177"/>
                <a:gd name="T18" fmla="*/ 3 w 806"/>
                <a:gd name="T19" fmla="*/ 1 h 177"/>
                <a:gd name="T20" fmla="*/ 4 w 806"/>
                <a:gd name="T21" fmla="*/ 1 h 177"/>
                <a:gd name="T22" fmla="*/ 4 w 806"/>
                <a:gd name="T23" fmla="*/ 1 h 177"/>
                <a:gd name="T24" fmla="*/ 5 w 806"/>
                <a:gd name="T25" fmla="*/ 1 h 177"/>
                <a:gd name="T26" fmla="*/ 5 w 806"/>
                <a:gd name="T27" fmla="*/ 1 h 177"/>
                <a:gd name="T28" fmla="*/ 5 w 806"/>
                <a:gd name="T29" fmla="*/ 1 h 177"/>
                <a:gd name="T30" fmla="*/ 6 w 806"/>
                <a:gd name="T31" fmla="*/ 1 h 177"/>
                <a:gd name="T32" fmla="*/ 6 w 806"/>
                <a:gd name="T33" fmla="*/ 1 h 177"/>
                <a:gd name="T34" fmla="*/ 6 w 806"/>
                <a:gd name="T35" fmla="*/ 1 h 177"/>
                <a:gd name="T36" fmla="*/ 6 w 806"/>
                <a:gd name="T37" fmla="*/ 1 h 177"/>
                <a:gd name="T38" fmla="*/ 6 w 806"/>
                <a:gd name="T39" fmla="*/ 1 h 177"/>
                <a:gd name="T40" fmla="*/ 6 w 806"/>
                <a:gd name="T41" fmla="*/ 0 h 177"/>
                <a:gd name="T42" fmla="*/ 5 w 806"/>
                <a:gd name="T43" fmla="*/ 0 h 177"/>
                <a:gd name="T44" fmla="*/ 5 w 806"/>
                <a:gd name="T45" fmla="*/ 0 h 177"/>
                <a:gd name="T46" fmla="*/ 5 w 806"/>
                <a:gd name="T47" fmla="*/ 0 h 177"/>
                <a:gd name="T48" fmla="*/ 4 w 806"/>
                <a:gd name="T49" fmla="*/ 0 h 177"/>
                <a:gd name="T50" fmla="*/ 4 w 806"/>
                <a:gd name="T51" fmla="*/ 0 h 177"/>
                <a:gd name="T52" fmla="*/ 3 w 806"/>
                <a:gd name="T53" fmla="*/ 0 h 177"/>
                <a:gd name="T54" fmla="*/ 3 w 806"/>
                <a:gd name="T55" fmla="*/ 0 h 177"/>
                <a:gd name="T56" fmla="*/ 3 w 806"/>
                <a:gd name="T57" fmla="*/ 0 h 177"/>
                <a:gd name="T58" fmla="*/ 2 w 806"/>
                <a:gd name="T59" fmla="*/ 0 h 177"/>
                <a:gd name="T60" fmla="*/ 2 w 806"/>
                <a:gd name="T61" fmla="*/ 0 h 177"/>
                <a:gd name="T62" fmla="*/ 1 w 806"/>
                <a:gd name="T63" fmla="*/ 0 h 177"/>
                <a:gd name="T64" fmla="*/ 1 w 806"/>
                <a:gd name="T65" fmla="*/ 0 h 177"/>
                <a:gd name="T66" fmla="*/ 1 w 806"/>
                <a:gd name="T67" fmla="*/ 1 h 177"/>
                <a:gd name="T68" fmla="*/ 0 w 806"/>
                <a:gd name="T69" fmla="*/ 1 h 177"/>
                <a:gd name="T70" fmla="*/ 0 w 806"/>
                <a:gd name="T71" fmla="*/ 1 h 177"/>
                <a:gd name="T72" fmla="*/ 0 w 806"/>
                <a:gd name="T73" fmla="*/ 1 h 177"/>
                <a:gd name="T74" fmla="*/ 0 w 806"/>
                <a:gd name="T75" fmla="*/ 1 h 177"/>
                <a:gd name="T76" fmla="*/ 0 w 806"/>
                <a:gd name="T77" fmla="*/ 1 h 177"/>
                <a:gd name="T78" fmla="*/ 0 w 806"/>
                <a:gd name="T79" fmla="*/ 1 h 177"/>
                <a:gd name="T80" fmla="*/ 0 w 806"/>
                <a:gd name="T81" fmla="*/ 1 h 177"/>
                <a:gd name="T82" fmla="*/ 0 w 806"/>
                <a:gd name="T83" fmla="*/ 1 h 177"/>
                <a:gd name="T84" fmla="*/ 0 w 806"/>
                <a:gd name="T85" fmla="*/ 1 h 177"/>
                <a:gd name="T86" fmla="*/ 0 w 806"/>
                <a:gd name="T87" fmla="*/ 1 h 177"/>
                <a:gd name="T88" fmla="*/ 1 w 806"/>
                <a:gd name="T89" fmla="*/ 1 h 177"/>
                <a:gd name="T90" fmla="*/ 1 w 806"/>
                <a:gd name="T91" fmla="*/ 1 h 17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806"/>
                <a:gd name="T139" fmla="*/ 0 h 177"/>
                <a:gd name="T140" fmla="*/ 806 w 806"/>
                <a:gd name="T141" fmla="*/ 177 h 17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806" h="177">
                  <a:moveTo>
                    <a:pt x="67" y="171"/>
                  </a:moveTo>
                  <a:lnTo>
                    <a:pt x="68" y="171"/>
                  </a:lnTo>
                  <a:lnTo>
                    <a:pt x="109" y="151"/>
                  </a:lnTo>
                  <a:lnTo>
                    <a:pt x="151" y="135"/>
                  </a:lnTo>
                  <a:lnTo>
                    <a:pt x="196" y="122"/>
                  </a:lnTo>
                  <a:lnTo>
                    <a:pt x="242" y="110"/>
                  </a:lnTo>
                  <a:lnTo>
                    <a:pt x="287" y="102"/>
                  </a:lnTo>
                  <a:lnTo>
                    <a:pt x="335" y="97"/>
                  </a:lnTo>
                  <a:lnTo>
                    <a:pt x="382" y="95"/>
                  </a:lnTo>
                  <a:lnTo>
                    <a:pt x="430" y="94"/>
                  </a:lnTo>
                  <a:lnTo>
                    <a:pt x="477" y="97"/>
                  </a:lnTo>
                  <a:lnTo>
                    <a:pt x="524" y="102"/>
                  </a:lnTo>
                  <a:lnTo>
                    <a:pt x="568" y="108"/>
                  </a:lnTo>
                  <a:lnTo>
                    <a:pt x="612" y="117"/>
                  </a:lnTo>
                  <a:lnTo>
                    <a:pt x="654" y="128"/>
                  </a:lnTo>
                  <a:lnTo>
                    <a:pt x="693" y="141"/>
                  </a:lnTo>
                  <a:lnTo>
                    <a:pt x="730" y="155"/>
                  </a:lnTo>
                  <a:lnTo>
                    <a:pt x="764" y="171"/>
                  </a:lnTo>
                  <a:lnTo>
                    <a:pt x="806" y="89"/>
                  </a:lnTo>
                  <a:lnTo>
                    <a:pt x="768" y="70"/>
                  </a:lnTo>
                  <a:lnTo>
                    <a:pt x="725" y="54"/>
                  </a:lnTo>
                  <a:lnTo>
                    <a:pt x="680" y="39"/>
                  </a:lnTo>
                  <a:lnTo>
                    <a:pt x="633" y="26"/>
                  </a:lnTo>
                  <a:lnTo>
                    <a:pt x="585" y="16"/>
                  </a:lnTo>
                  <a:lnTo>
                    <a:pt x="536" y="8"/>
                  </a:lnTo>
                  <a:lnTo>
                    <a:pt x="484" y="3"/>
                  </a:lnTo>
                  <a:lnTo>
                    <a:pt x="433" y="0"/>
                  </a:lnTo>
                  <a:lnTo>
                    <a:pt x="380" y="1"/>
                  </a:lnTo>
                  <a:lnTo>
                    <a:pt x="328" y="3"/>
                  </a:lnTo>
                  <a:lnTo>
                    <a:pt x="276" y="10"/>
                  </a:lnTo>
                  <a:lnTo>
                    <a:pt x="223" y="19"/>
                  </a:lnTo>
                  <a:lnTo>
                    <a:pt x="172" y="30"/>
                  </a:lnTo>
                  <a:lnTo>
                    <a:pt x="121" y="46"/>
                  </a:lnTo>
                  <a:lnTo>
                    <a:pt x="72" y="67"/>
                  </a:lnTo>
                  <a:lnTo>
                    <a:pt x="24" y="89"/>
                  </a:lnTo>
                  <a:lnTo>
                    <a:pt x="25" y="89"/>
                  </a:lnTo>
                  <a:lnTo>
                    <a:pt x="24" y="89"/>
                  </a:lnTo>
                  <a:lnTo>
                    <a:pt x="8" y="102"/>
                  </a:lnTo>
                  <a:lnTo>
                    <a:pt x="0" y="118"/>
                  </a:lnTo>
                  <a:lnTo>
                    <a:pt x="0" y="136"/>
                  </a:lnTo>
                  <a:lnTo>
                    <a:pt x="6" y="152"/>
                  </a:lnTo>
                  <a:lnTo>
                    <a:pt x="17" y="165"/>
                  </a:lnTo>
                  <a:lnTo>
                    <a:pt x="31" y="175"/>
                  </a:lnTo>
                  <a:lnTo>
                    <a:pt x="48" y="177"/>
                  </a:lnTo>
                  <a:lnTo>
                    <a:pt x="68" y="171"/>
                  </a:lnTo>
                  <a:lnTo>
                    <a:pt x="67" y="1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5675" name="Freeform 41"/>
            <p:cNvSpPr>
              <a:spLocks/>
            </p:cNvSpPr>
            <p:nvPr/>
          </p:nvSpPr>
          <p:spPr bwMode="auto">
            <a:xfrm>
              <a:off x="931" y="1456"/>
              <a:ext cx="280" cy="158"/>
            </a:xfrm>
            <a:custGeom>
              <a:avLst/>
              <a:gdLst>
                <a:gd name="T0" fmla="*/ 1 w 1402"/>
                <a:gd name="T1" fmla="*/ 6 h 787"/>
                <a:gd name="T2" fmla="*/ 1 w 1402"/>
                <a:gd name="T3" fmla="*/ 6 h 787"/>
                <a:gd name="T4" fmla="*/ 11 w 1402"/>
                <a:gd name="T5" fmla="*/ 1 h 787"/>
                <a:gd name="T6" fmla="*/ 11 w 1402"/>
                <a:gd name="T7" fmla="*/ 0 h 787"/>
                <a:gd name="T8" fmla="*/ 0 w 1402"/>
                <a:gd name="T9" fmla="*/ 6 h 787"/>
                <a:gd name="T10" fmla="*/ 0 w 1402"/>
                <a:gd name="T11" fmla="*/ 6 h 787"/>
                <a:gd name="T12" fmla="*/ 0 w 1402"/>
                <a:gd name="T13" fmla="*/ 6 h 787"/>
                <a:gd name="T14" fmla="*/ 0 w 1402"/>
                <a:gd name="T15" fmla="*/ 6 h 787"/>
                <a:gd name="T16" fmla="*/ 0 w 1402"/>
                <a:gd name="T17" fmla="*/ 6 h 787"/>
                <a:gd name="T18" fmla="*/ 0 w 1402"/>
                <a:gd name="T19" fmla="*/ 6 h 787"/>
                <a:gd name="T20" fmla="*/ 0 w 1402"/>
                <a:gd name="T21" fmla="*/ 6 h 787"/>
                <a:gd name="T22" fmla="*/ 0 w 1402"/>
                <a:gd name="T23" fmla="*/ 6 h 787"/>
                <a:gd name="T24" fmla="*/ 0 w 1402"/>
                <a:gd name="T25" fmla="*/ 6 h 787"/>
                <a:gd name="T26" fmla="*/ 0 w 1402"/>
                <a:gd name="T27" fmla="*/ 6 h 787"/>
                <a:gd name="T28" fmla="*/ 1 w 1402"/>
                <a:gd name="T29" fmla="*/ 6 h 787"/>
                <a:gd name="T30" fmla="*/ 1 w 1402"/>
                <a:gd name="T31" fmla="*/ 6 h 78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02"/>
                <a:gd name="T49" fmla="*/ 0 h 787"/>
                <a:gd name="T50" fmla="*/ 1402 w 1402"/>
                <a:gd name="T51" fmla="*/ 787 h 78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02" h="787">
                  <a:moveTo>
                    <a:pt x="69" y="781"/>
                  </a:moveTo>
                  <a:lnTo>
                    <a:pt x="66" y="781"/>
                  </a:lnTo>
                  <a:lnTo>
                    <a:pt x="1402" y="82"/>
                  </a:lnTo>
                  <a:lnTo>
                    <a:pt x="1360" y="0"/>
                  </a:lnTo>
                  <a:lnTo>
                    <a:pt x="24" y="699"/>
                  </a:lnTo>
                  <a:lnTo>
                    <a:pt x="22" y="699"/>
                  </a:lnTo>
                  <a:lnTo>
                    <a:pt x="24" y="699"/>
                  </a:lnTo>
                  <a:lnTo>
                    <a:pt x="8" y="712"/>
                  </a:lnTo>
                  <a:lnTo>
                    <a:pt x="1" y="727"/>
                  </a:lnTo>
                  <a:lnTo>
                    <a:pt x="0" y="744"/>
                  </a:lnTo>
                  <a:lnTo>
                    <a:pt x="5" y="761"/>
                  </a:lnTo>
                  <a:lnTo>
                    <a:pt x="15" y="775"/>
                  </a:lnTo>
                  <a:lnTo>
                    <a:pt x="30" y="784"/>
                  </a:lnTo>
                  <a:lnTo>
                    <a:pt x="46" y="787"/>
                  </a:lnTo>
                  <a:lnTo>
                    <a:pt x="66" y="781"/>
                  </a:lnTo>
                  <a:lnTo>
                    <a:pt x="69" y="7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5676" name="Freeform 42"/>
            <p:cNvSpPr>
              <a:spLocks/>
            </p:cNvSpPr>
            <p:nvPr/>
          </p:nvSpPr>
          <p:spPr bwMode="auto">
            <a:xfrm>
              <a:off x="868" y="1596"/>
              <a:ext cx="77" cy="126"/>
            </a:xfrm>
            <a:custGeom>
              <a:avLst/>
              <a:gdLst>
                <a:gd name="T0" fmla="*/ 1 w 382"/>
                <a:gd name="T1" fmla="*/ 5 h 628"/>
                <a:gd name="T2" fmla="*/ 1 w 382"/>
                <a:gd name="T3" fmla="*/ 5 h 628"/>
                <a:gd name="T4" fmla="*/ 1 w 382"/>
                <a:gd name="T5" fmla="*/ 4 h 628"/>
                <a:gd name="T6" fmla="*/ 1 w 382"/>
                <a:gd name="T7" fmla="*/ 4 h 628"/>
                <a:gd name="T8" fmla="*/ 1 w 382"/>
                <a:gd name="T9" fmla="*/ 4 h 628"/>
                <a:gd name="T10" fmla="*/ 1 w 382"/>
                <a:gd name="T11" fmla="*/ 3 h 628"/>
                <a:gd name="T12" fmla="*/ 1 w 382"/>
                <a:gd name="T13" fmla="*/ 3 h 628"/>
                <a:gd name="T14" fmla="*/ 1 w 382"/>
                <a:gd name="T15" fmla="*/ 3 h 628"/>
                <a:gd name="T16" fmla="*/ 1 w 382"/>
                <a:gd name="T17" fmla="*/ 3 h 628"/>
                <a:gd name="T18" fmla="*/ 1 w 382"/>
                <a:gd name="T19" fmla="*/ 2 h 628"/>
                <a:gd name="T20" fmla="*/ 2 w 382"/>
                <a:gd name="T21" fmla="*/ 2 h 628"/>
                <a:gd name="T22" fmla="*/ 2 w 382"/>
                <a:gd name="T23" fmla="*/ 2 h 628"/>
                <a:gd name="T24" fmla="*/ 2 w 382"/>
                <a:gd name="T25" fmla="*/ 2 h 628"/>
                <a:gd name="T26" fmla="*/ 2 w 382"/>
                <a:gd name="T27" fmla="*/ 1 h 628"/>
                <a:gd name="T28" fmla="*/ 2 w 382"/>
                <a:gd name="T29" fmla="*/ 1 h 628"/>
                <a:gd name="T30" fmla="*/ 3 w 382"/>
                <a:gd name="T31" fmla="*/ 1 h 628"/>
                <a:gd name="T32" fmla="*/ 3 w 382"/>
                <a:gd name="T33" fmla="*/ 1 h 628"/>
                <a:gd name="T34" fmla="*/ 3 w 382"/>
                <a:gd name="T35" fmla="*/ 1 h 628"/>
                <a:gd name="T36" fmla="*/ 3 w 382"/>
                <a:gd name="T37" fmla="*/ 0 h 628"/>
                <a:gd name="T38" fmla="*/ 2 w 382"/>
                <a:gd name="T39" fmla="*/ 0 h 628"/>
                <a:gd name="T40" fmla="*/ 2 w 382"/>
                <a:gd name="T41" fmla="*/ 0 h 628"/>
                <a:gd name="T42" fmla="*/ 2 w 382"/>
                <a:gd name="T43" fmla="*/ 1 h 628"/>
                <a:gd name="T44" fmla="*/ 2 w 382"/>
                <a:gd name="T45" fmla="*/ 1 h 628"/>
                <a:gd name="T46" fmla="*/ 1 w 382"/>
                <a:gd name="T47" fmla="*/ 1 h 628"/>
                <a:gd name="T48" fmla="*/ 1 w 382"/>
                <a:gd name="T49" fmla="*/ 1 h 628"/>
                <a:gd name="T50" fmla="*/ 1 w 382"/>
                <a:gd name="T51" fmla="*/ 2 h 628"/>
                <a:gd name="T52" fmla="*/ 1 w 382"/>
                <a:gd name="T53" fmla="*/ 2 h 628"/>
                <a:gd name="T54" fmla="*/ 1 w 382"/>
                <a:gd name="T55" fmla="*/ 2 h 628"/>
                <a:gd name="T56" fmla="*/ 0 w 382"/>
                <a:gd name="T57" fmla="*/ 3 h 628"/>
                <a:gd name="T58" fmla="*/ 0 w 382"/>
                <a:gd name="T59" fmla="*/ 3 h 628"/>
                <a:gd name="T60" fmla="*/ 0 w 382"/>
                <a:gd name="T61" fmla="*/ 3 h 628"/>
                <a:gd name="T62" fmla="*/ 0 w 382"/>
                <a:gd name="T63" fmla="*/ 4 h 628"/>
                <a:gd name="T64" fmla="*/ 0 w 382"/>
                <a:gd name="T65" fmla="*/ 4 h 628"/>
                <a:gd name="T66" fmla="*/ 0 w 382"/>
                <a:gd name="T67" fmla="*/ 4 h 628"/>
                <a:gd name="T68" fmla="*/ 0 w 382"/>
                <a:gd name="T69" fmla="*/ 5 h 628"/>
                <a:gd name="T70" fmla="*/ 0 w 382"/>
                <a:gd name="T71" fmla="*/ 5 h 628"/>
                <a:gd name="T72" fmla="*/ 0 w 382"/>
                <a:gd name="T73" fmla="*/ 5 h 628"/>
                <a:gd name="T74" fmla="*/ 0 w 382"/>
                <a:gd name="T75" fmla="*/ 5 h 628"/>
                <a:gd name="T76" fmla="*/ 0 w 382"/>
                <a:gd name="T77" fmla="*/ 5 h 628"/>
                <a:gd name="T78" fmla="*/ 0 w 382"/>
                <a:gd name="T79" fmla="*/ 5 h 628"/>
                <a:gd name="T80" fmla="*/ 0 w 382"/>
                <a:gd name="T81" fmla="*/ 5 h 628"/>
                <a:gd name="T82" fmla="*/ 1 w 382"/>
                <a:gd name="T83" fmla="*/ 5 h 628"/>
                <a:gd name="T84" fmla="*/ 1 w 382"/>
                <a:gd name="T85" fmla="*/ 5 h 628"/>
                <a:gd name="T86" fmla="*/ 1 w 382"/>
                <a:gd name="T87" fmla="*/ 5 h 628"/>
                <a:gd name="T88" fmla="*/ 1 w 382"/>
                <a:gd name="T89" fmla="*/ 5 h 628"/>
                <a:gd name="T90" fmla="*/ 1 w 382"/>
                <a:gd name="T91" fmla="*/ 5 h 628"/>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382"/>
                <a:gd name="T139" fmla="*/ 0 h 628"/>
                <a:gd name="T140" fmla="*/ 382 w 382"/>
                <a:gd name="T141" fmla="*/ 628 h 628"/>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382" h="628">
                  <a:moveTo>
                    <a:pt x="94" y="581"/>
                  </a:moveTo>
                  <a:lnTo>
                    <a:pt x="94" y="582"/>
                  </a:lnTo>
                  <a:lnTo>
                    <a:pt x="96" y="541"/>
                  </a:lnTo>
                  <a:lnTo>
                    <a:pt x="99" y="500"/>
                  </a:lnTo>
                  <a:lnTo>
                    <a:pt x="106" y="463"/>
                  </a:lnTo>
                  <a:lnTo>
                    <a:pt x="115" y="424"/>
                  </a:lnTo>
                  <a:lnTo>
                    <a:pt x="127" y="389"/>
                  </a:lnTo>
                  <a:lnTo>
                    <a:pt x="140" y="353"/>
                  </a:lnTo>
                  <a:lnTo>
                    <a:pt x="156" y="320"/>
                  </a:lnTo>
                  <a:lnTo>
                    <a:pt x="173" y="287"/>
                  </a:lnTo>
                  <a:lnTo>
                    <a:pt x="193" y="255"/>
                  </a:lnTo>
                  <a:lnTo>
                    <a:pt x="214" y="226"/>
                  </a:lnTo>
                  <a:lnTo>
                    <a:pt x="238" y="198"/>
                  </a:lnTo>
                  <a:lnTo>
                    <a:pt x="263" y="172"/>
                  </a:lnTo>
                  <a:lnTo>
                    <a:pt x="290" y="146"/>
                  </a:lnTo>
                  <a:lnTo>
                    <a:pt x="318" y="122"/>
                  </a:lnTo>
                  <a:lnTo>
                    <a:pt x="349" y="101"/>
                  </a:lnTo>
                  <a:lnTo>
                    <a:pt x="382" y="82"/>
                  </a:lnTo>
                  <a:lnTo>
                    <a:pt x="335" y="0"/>
                  </a:lnTo>
                  <a:lnTo>
                    <a:pt x="297" y="23"/>
                  </a:lnTo>
                  <a:lnTo>
                    <a:pt x="262" y="49"/>
                  </a:lnTo>
                  <a:lnTo>
                    <a:pt x="229" y="76"/>
                  </a:lnTo>
                  <a:lnTo>
                    <a:pt x="198" y="104"/>
                  </a:lnTo>
                  <a:lnTo>
                    <a:pt x="167" y="137"/>
                  </a:lnTo>
                  <a:lnTo>
                    <a:pt x="142" y="170"/>
                  </a:lnTo>
                  <a:lnTo>
                    <a:pt x="116" y="204"/>
                  </a:lnTo>
                  <a:lnTo>
                    <a:pt x="94" y="240"/>
                  </a:lnTo>
                  <a:lnTo>
                    <a:pt x="74" y="278"/>
                  </a:lnTo>
                  <a:lnTo>
                    <a:pt x="54" y="317"/>
                  </a:lnTo>
                  <a:lnTo>
                    <a:pt x="38" y="359"/>
                  </a:lnTo>
                  <a:lnTo>
                    <a:pt x="26" y="401"/>
                  </a:lnTo>
                  <a:lnTo>
                    <a:pt x="15" y="444"/>
                  </a:lnTo>
                  <a:lnTo>
                    <a:pt x="8" y="489"/>
                  </a:lnTo>
                  <a:lnTo>
                    <a:pt x="2" y="534"/>
                  </a:lnTo>
                  <a:lnTo>
                    <a:pt x="0" y="580"/>
                  </a:lnTo>
                  <a:lnTo>
                    <a:pt x="0" y="581"/>
                  </a:lnTo>
                  <a:lnTo>
                    <a:pt x="0" y="580"/>
                  </a:lnTo>
                  <a:lnTo>
                    <a:pt x="3" y="600"/>
                  </a:lnTo>
                  <a:lnTo>
                    <a:pt x="14" y="615"/>
                  </a:lnTo>
                  <a:lnTo>
                    <a:pt x="29" y="625"/>
                  </a:lnTo>
                  <a:lnTo>
                    <a:pt x="45" y="628"/>
                  </a:lnTo>
                  <a:lnTo>
                    <a:pt x="63" y="626"/>
                  </a:lnTo>
                  <a:lnTo>
                    <a:pt x="78" y="616"/>
                  </a:lnTo>
                  <a:lnTo>
                    <a:pt x="89" y="602"/>
                  </a:lnTo>
                  <a:lnTo>
                    <a:pt x="94" y="582"/>
                  </a:lnTo>
                  <a:lnTo>
                    <a:pt x="94" y="5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5677" name="Freeform 43"/>
            <p:cNvSpPr>
              <a:spLocks/>
            </p:cNvSpPr>
            <p:nvPr/>
          </p:nvSpPr>
          <p:spPr bwMode="auto">
            <a:xfrm>
              <a:off x="868" y="1712"/>
              <a:ext cx="19" cy="364"/>
            </a:xfrm>
            <a:custGeom>
              <a:avLst/>
              <a:gdLst>
                <a:gd name="T0" fmla="*/ 1 w 94"/>
                <a:gd name="T1" fmla="*/ 14 h 1818"/>
                <a:gd name="T2" fmla="*/ 1 w 94"/>
                <a:gd name="T3" fmla="*/ 14 h 1818"/>
                <a:gd name="T4" fmla="*/ 1 w 94"/>
                <a:gd name="T5" fmla="*/ 0 h 1818"/>
                <a:gd name="T6" fmla="*/ 0 w 94"/>
                <a:gd name="T7" fmla="*/ 0 h 1818"/>
                <a:gd name="T8" fmla="*/ 0 w 94"/>
                <a:gd name="T9" fmla="*/ 14 h 1818"/>
                <a:gd name="T10" fmla="*/ 0 w 94"/>
                <a:gd name="T11" fmla="*/ 14 h 1818"/>
                <a:gd name="T12" fmla="*/ 0 w 94"/>
                <a:gd name="T13" fmla="*/ 14 h 1818"/>
                <a:gd name="T14" fmla="*/ 0 w 94"/>
                <a:gd name="T15" fmla="*/ 14 h 1818"/>
                <a:gd name="T16" fmla="*/ 0 w 94"/>
                <a:gd name="T17" fmla="*/ 14 h 1818"/>
                <a:gd name="T18" fmla="*/ 0 w 94"/>
                <a:gd name="T19" fmla="*/ 15 h 1818"/>
                <a:gd name="T20" fmla="*/ 0 w 94"/>
                <a:gd name="T21" fmla="*/ 15 h 1818"/>
                <a:gd name="T22" fmla="*/ 1 w 94"/>
                <a:gd name="T23" fmla="*/ 15 h 1818"/>
                <a:gd name="T24" fmla="*/ 1 w 94"/>
                <a:gd name="T25" fmla="*/ 14 h 1818"/>
                <a:gd name="T26" fmla="*/ 1 w 94"/>
                <a:gd name="T27" fmla="*/ 14 h 1818"/>
                <a:gd name="T28" fmla="*/ 1 w 94"/>
                <a:gd name="T29" fmla="*/ 14 h 1818"/>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94"/>
                <a:gd name="T46" fmla="*/ 0 h 1818"/>
                <a:gd name="T47" fmla="*/ 94 w 94"/>
                <a:gd name="T48" fmla="*/ 1818 h 1818"/>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94" h="1818">
                  <a:moveTo>
                    <a:pt x="94" y="1771"/>
                  </a:moveTo>
                  <a:lnTo>
                    <a:pt x="94" y="1771"/>
                  </a:lnTo>
                  <a:lnTo>
                    <a:pt x="94" y="0"/>
                  </a:lnTo>
                  <a:lnTo>
                    <a:pt x="0" y="0"/>
                  </a:lnTo>
                  <a:lnTo>
                    <a:pt x="0" y="1771"/>
                  </a:lnTo>
                  <a:lnTo>
                    <a:pt x="3" y="1791"/>
                  </a:lnTo>
                  <a:lnTo>
                    <a:pt x="15" y="1806"/>
                  </a:lnTo>
                  <a:lnTo>
                    <a:pt x="29" y="1814"/>
                  </a:lnTo>
                  <a:lnTo>
                    <a:pt x="47" y="1818"/>
                  </a:lnTo>
                  <a:lnTo>
                    <a:pt x="64" y="1814"/>
                  </a:lnTo>
                  <a:lnTo>
                    <a:pt x="79" y="1806"/>
                  </a:lnTo>
                  <a:lnTo>
                    <a:pt x="90" y="1791"/>
                  </a:lnTo>
                  <a:lnTo>
                    <a:pt x="94" y="17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5678" name="Freeform 44"/>
            <p:cNvSpPr>
              <a:spLocks/>
            </p:cNvSpPr>
            <p:nvPr/>
          </p:nvSpPr>
          <p:spPr bwMode="auto">
            <a:xfrm>
              <a:off x="868" y="2067"/>
              <a:ext cx="90" cy="160"/>
            </a:xfrm>
            <a:custGeom>
              <a:avLst/>
              <a:gdLst>
                <a:gd name="T0" fmla="*/ 3 w 449"/>
                <a:gd name="T1" fmla="*/ 6 h 803"/>
                <a:gd name="T2" fmla="*/ 3 w 449"/>
                <a:gd name="T3" fmla="*/ 6 h 803"/>
                <a:gd name="T4" fmla="*/ 3 w 449"/>
                <a:gd name="T5" fmla="*/ 5 h 803"/>
                <a:gd name="T6" fmla="*/ 3 w 449"/>
                <a:gd name="T7" fmla="*/ 5 h 803"/>
                <a:gd name="T8" fmla="*/ 3 w 449"/>
                <a:gd name="T9" fmla="*/ 5 h 803"/>
                <a:gd name="T10" fmla="*/ 2 w 449"/>
                <a:gd name="T11" fmla="*/ 5 h 803"/>
                <a:gd name="T12" fmla="*/ 2 w 449"/>
                <a:gd name="T13" fmla="*/ 4 h 803"/>
                <a:gd name="T14" fmla="*/ 2 w 449"/>
                <a:gd name="T15" fmla="*/ 4 h 803"/>
                <a:gd name="T16" fmla="*/ 2 w 449"/>
                <a:gd name="T17" fmla="*/ 4 h 803"/>
                <a:gd name="T18" fmla="*/ 2 w 449"/>
                <a:gd name="T19" fmla="*/ 3 h 803"/>
                <a:gd name="T20" fmla="*/ 1 w 449"/>
                <a:gd name="T21" fmla="*/ 3 h 803"/>
                <a:gd name="T22" fmla="*/ 1 w 449"/>
                <a:gd name="T23" fmla="*/ 2 h 803"/>
                <a:gd name="T24" fmla="*/ 1 w 449"/>
                <a:gd name="T25" fmla="*/ 2 h 803"/>
                <a:gd name="T26" fmla="*/ 1 w 449"/>
                <a:gd name="T27" fmla="*/ 2 h 803"/>
                <a:gd name="T28" fmla="*/ 1 w 449"/>
                <a:gd name="T29" fmla="*/ 1 h 803"/>
                <a:gd name="T30" fmla="*/ 1 w 449"/>
                <a:gd name="T31" fmla="*/ 1 h 803"/>
                <a:gd name="T32" fmla="*/ 1 w 449"/>
                <a:gd name="T33" fmla="*/ 0 h 803"/>
                <a:gd name="T34" fmla="*/ 1 w 449"/>
                <a:gd name="T35" fmla="*/ 0 h 803"/>
                <a:gd name="T36" fmla="*/ 0 w 449"/>
                <a:gd name="T37" fmla="*/ 0 h 803"/>
                <a:gd name="T38" fmla="*/ 0 w 449"/>
                <a:gd name="T39" fmla="*/ 0 h 803"/>
                <a:gd name="T40" fmla="*/ 0 w 449"/>
                <a:gd name="T41" fmla="*/ 1 h 803"/>
                <a:gd name="T42" fmla="*/ 0 w 449"/>
                <a:gd name="T43" fmla="*/ 1 h 803"/>
                <a:gd name="T44" fmla="*/ 0 w 449"/>
                <a:gd name="T45" fmla="*/ 2 h 803"/>
                <a:gd name="T46" fmla="*/ 0 w 449"/>
                <a:gd name="T47" fmla="*/ 2 h 803"/>
                <a:gd name="T48" fmla="*/ 0 w 449"/>
                <a:gd name="T49" fmla="*/ 3 h 803"/>
                <a:gd name="T50" fmla="*/ 1 w 449"/>
                <a:gd name="T51" fmla="*/ 3 h 803"/>
                <a:gd name="T52" fmla="*/ 1 w 449"/>
                <a:gd name="T53" fmla="*/ 4 h 803"/>
                <a:gd name="T54" fmla="*/ 1 w 449"/>
                <a:gd name="T55" fmla="*/ 4 h 803"/>
                <a:gd name="T56" fmla="*/ 1 w 449"/>
                <a:gd name="T57" fmla="*/ 4 h 803"/>
                <a:gd name="T58" fmla="*/ 2 w 449"/>
                <a:gd name="T59" fmla="*/ 5 h 803"/>
                <a:gd name="T60" fmla="*/ 2 w 449"/>
                <a:gd name="T61" fmla="*/ 5 h 803"/>
                <a:gd name="T62" fmla="*/ 2 w 449"/>
                <a:gd name="T63" fmla="*/ 5 h 803"/>
                <a:gd name="T64" fmla="*/ 2 w 449"/>
                <a:gd name="T65" fmla="*/ 6 h 803"/>
                <a:gd name="T66" fmla="*/ 3 w 449"/>
                <a:gd name="T67" fmla="*/ 6 h 803"/>
                <a:gd name="T68" fmla="*/ 3 w 449"/>
                <a:gd name="T69" fmla="*/ 6 h 803"/>
                <a:gd name="T70" fmla="*/ 3 w 449"/>
                <a:gd name="T71" fmla="*/ 6 h 803"/>
                <a:gd name="T72" fmla="*/ 3 w 449"/>
                <a:gd name="T73" fmla="*/ 6 h 803"/>
                <a:gd name="T74" fmla="*/ 3 w 449"/>
                <a:gd name="T75" fmla="*/ 6 h 803"/>
                <a:gd name="T76" fmla="*/ 3 w 449"/>
                <a:gd name="T77" fmla="*/ 6 h 803"/>
                <a:gd name="T78" fmla="*/ 3 w 449"/>
                <a:gd name="T79" fmla="*/ 6 h 803"/>
                <a:gd name="T80" fmla="*/ 4 w 449"/>
                <a:gd name="T81" fmla="*/ 6 h 803"/>
                <a:gd name="T82" fmla="*/ 4 w 449"/>
                <a:gd name="T83" fmla="*/ 6 h 803"/>
                <a:gd name="T84" fmla="*/ 4 w 449"/>
                <a:gd name="T85" fmla="*/ 6 h 803"/>
                <a:gd name="T86" fmla="*/ 4 w 449"/>
                <a:gd name="T87" fmla="*/ 6 h 803"/>
                <a:gd name="T88" fmla="*/ 3 w 449"/>
                <a:gd name="T89" fmla="*/ 6 h 803"/>
                <a:gd name="T90" fmla="*/ 3 w 449"/>
                <a:gd name="T91" fmla="*/ 6 h 80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449"/>
                <a:gd name="T139" fmla="*/ 0 h 803"/>
                <a:gd name="T140" fmla="*/ 449 w 449"/>
                <a:gd name="T141" fmla="*/ 803 h 80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449" h="803">
                  <a:moveTo>
                    <a:pt x="426" y="717"/>
                  </a:moveTo>
                  <a:lnTo>
                    <a:pt x="427" y="717"/>
                  </a:lnTo>
                  <a:lnTo>
                    <a:pt x="395" y="693"/>
                  </a:lnTo>
                  <a:lnTo>
                    <a:pt x="361" y="662"/>
                  </a:lnTo>
                  <a:lnTo>
                    <a:pt x="329" y="628"/>
                  </a:lnTo>
                  <a:lnTo>
                    <a:pt x="299" y="591"/>
                  </a:lnTo>
                  <a:lnTo>
                    <a:pt x="269" y="551"/>
                  </a:lnTo>
                  <a:lnTo>
                    <a:pt x="241" y="507"/>
                  </a:lnTo>
                  <a:lnTo>
                    <a:pt x="215" y="460"/>
                  </a:lnTo>
                  <a:lnTo>
                    <a:pt x="191" y="412"/>
                  </a:lnTo>
                  <a:lnTo>
                    <a:pt x="170" y="363"/>
                  </a:lnTo>
                  <a:lnTo>
                    <a:pt x="151" y="312"/>
                  </a:lnTo>
                  <a:lnTo>
                    <a:pt x="133" y="259"/>
                  </a:lnTo>
                  <a:lnTo>
                    <a:pt x="119" y="207"/>
                  </a:lnTo>
                  <a:lnTo>
                    <a:pt x="108" y="156"/>
                  </a:lnTo>
                  <a:lnTo>
                    <a:pt x="101" y="103"/>
                  </a:lnTo>
                  <a:lnTo>
                    <a:pt x="96" y="51"/>
                  </a:lnTo>
                  <a:lnTo>
                    <a:pt x="94" y="0"/>
                  </a:lnTo>
                  <a:lnTo>
                    <a:pt x="0" y="0"/>
                  </a:lnTo>
                  <a:lnTo>
                    <a:pt x="2" y="56"/>
                  </a:lnTo>
                  <a:lnTo>
                    <a:pt x="7" y="115"/>
                  </a:lnTo>
                  <a:lnTo>
                    <a:pt x="16" y="172"/>
                  </a:lnTo>
                  <a:lnTo>
                    <a:pt x="28" y="231"/>
                  </a:lnTo>
                  <a:lnTo>
                    <a:pt x="44" y="287"/>
                  </a:lnTo>
                  <a:lnTo>
                    <a:pt x="62" y="342"/>
                  </a:lnTo>
                  <a:lnTo>
                    <a:pt x="83" y="398"/>
                  </a:lnTo>
                  <a:lnTo>
                    <a:pt x="106" y="452"/>
                  </a:lnTo>
                  <a:lnTo>
                    <a:pt x="133" y="505"/>
                  </a:lnTo>
                  <a:lnTo>
                    <a:pt x="161" y="554"/>
                  </a:lnTo>
                  <a:lnTo>
                    <a:pt x="192" y="602"/>
                  </a:lnTo>
                  <a:lnTo>
                    <a:pt x="224" y="647"/>
                  </a:lnTo>
                  <a:lnTo>
                    <a:pt x="259" y="689"/>
                  </a:lnTo>
                  <a:lnTo>
                    <a:pt x="295" y="728"/>
                  </a:lnTo>
                  <a:lnTo>
                    <a:pt x="334" y="763"/>
                  </a:lnTo>
                  <a:lnTo>
                    <a:pt x="374" y="795"/>
                  </a:lnTo>
                  <a:lnTo>
                    <a:pt x="375" y="795"/>
                  </a:lnTo>
                  <a:lnTo>
                    <a:pt x="374" y="795"/>
                  </a:lnTo>
                  <a:lnTo>
                    <a:pt x="392" y="803"/>
                  </a:lnTo>
                  <a:lnTo>
                    <a:pt x="411" y="803"/>
                  </a:lnTo>
                  <a:lnTo>
                    <a:pt x="426" y="795"/>
                  </a:lnTo>
                  <a:lnTo>
                    <a:pt x="439" y="782"/>
                  </a:lnTo>
                  <a:lnTo>
                    <a:pt x="446" y="766"/>
                  </a:lnTo>
                  <a:lnTo>
                    <a:pt x="449" y="749"/>
                  </a:lnTo>
                  <a:lnTo>
                    <a:pt x="441" y="732"/>
                  </a:lnTo>
                  <a:lnTo>
                    <a:pt x="427" y="717"/>
                  </a:lnTo>
                  <a:lnTo>
                    <a:pt x="426" y="71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5679" name="Freeform 45"/>
            <p:cNvSpPr>
              <a:spLocks/>
            </p:cNvSpPr>
            <p:nvPr/>
          </p:nvSpPr>
          <p:spPr bwMode="auto">
            <a:xfrm>
              <a:off x="883" y="1673"/>
              <a:ext cx="379" cy="690"/>
            </a:xfrm>
            <a:custGeom>
              <a:avLst/>
              <a:gdLst>
                <a:gd name="T0" fmla="*/ 12 w 1897"/>
                <a:gd name="T1" fmla="*/ 6 h 3450"/>
                <a:gd name="T2" fmla="*/ 13 w 1897"/>
                <a:gd name="T3" fmla="*/ 7 h 3450"/>
                <a:gd name="T4" fmla="*/ 13 w 1897"/>
                <a:gd name="T5" fmla="*/ 7 h 3450"/>
                <a:gd name="T6" fmla="*/ 14 w 1897"/>
                <a:gd name="T7" fmla="*/ 8 h 3450"/>
                <a:gd name="T8" fmla="*/ 14 w 1897"/>
                <a:gd name="T9" fmla="*/ 9 h 3450"/>
                <a:gd name="T10" fmla="*/ 15 w 1897"/>
                <a:gd name="T11" fmla="*/ 10 h 3450"/>
                <a:gd name="T12" fmla="*/ 15 w 1897"/>
                <a:gd name="T13" fmla="*/ 11 h 3450"/>
                <a:gd name="T14" fmla="*/ 15 w 1897"/>
                <a:gd name="T15" fmla="*/ 11 h 3450"/>
                <a:gd name="T16" fmla="*/ 15 w 1897"/>
                <a:gd name="T17" fmla="*/ 12 h 3450"/>
                <a:gd name="T18" fmla="*/ 15 w 1897"/>
                <a:gd name="T19" fmla="*/ 26 h 3450"/>
                <a:gd name="T20" fmla="*/ 15 w 1897"/>
                <a:gd name="T21" fmla="*/ 26 h 3450"/>
                <a:gd name="T22" fmla="*/ 15 w 1897"/>
                <a:gd name="T23" fmla="*/ 27 h 3450"/>
                <a:gd name="T24" fmla="*/ 15 w 1897"/>
                <a:gd name="T25" fmla="*/ 27 h 3450"/>
                <a:gd name="T26" fmla="*/ 14 w 1897"/>
                <a:gd name="T27" fmla="*/ 27 h 3450"/>
                <a:gd name="T28" fmla="*/ 14 w 1897"/>
                <a:gd name="T29" fmla="*/ 28 h 3450"/>
                <a:gd name="T30" fmla="*/ 13 w 1897"/>
                <a:gd name="T31" fmla="*/ 28 h 3450"/>
                <a:gd name="T32" fmla="*/ 13 w 1897"/>
                <a:gd name="T33" fmla="*/ 27 h 3450"/>
                <a:gd name="T34" fmla="*/ 3 w 1897"/>
                <a:gd name="T35" fmla="*/ 21 h 3450"/>
                <a:gd name="T36" fmla="*/ 2 w 1897"/>
                <a:gd name="T37" fmla="*/ 21 h 3450"/>
                <a:gd name="T38" fmla="*/ 2 w 1897"/>
                <a:gd name="T39" fmla="*/ 20 h 3450"/>
                <a:gd name="T40" fmla="*/ 1 w 1897"/>
                <a:gd name="T41" fmla="*/ 19 h 3450"/>
                <a:gd name="T42" fmla="*/ 1 w 1897"/>
                <a:gd name="T43" fmla="*/ 19 h 3450"/>
                <a:gd name="T44" fmla="*/ 0 w 1897"/>
                <a:gd name="T45" fmla="*/ 18 h 3450"/>
                <a:gd name="T46" fmla="*/ 0 w 1897"/>
                <a:gd name="T47" fmla="*/ 17 h 3450"/>
                <a:gd name="T48" fmla="*/ 0 w 1897"/>
                <a:gd name="T49" fmla="*/ 16 h 3450"/>
                <a:gd name="T50" fmla="*/ 0 w 1897"/>
                <a:gd name="T51" fmla="*/ 15 h 3450"/>
                <a:gd name="T52" fmla="*/ 0 w 1897"/>
                <a:gd name="T53" fmla="*/ 2 h 3450"/>
                <a:gd name="T54" fmla="*/ 0 w 1897"/>
                <a:gd name="T55" fmla="*/ 1 h 3450"/>
                <a:gd name="T56" fmla="*/ 0 w 1897"/>
                <a:gd name="T57" fmla="*/ 1 h 3450"/>
                <a:gd name="T58" fmla="*/ 1 w 1897"/>
                <a:gd name="T59" fmla="*/ 0 h 3450"/>
                <a:gd name="T60" fmla="*/ 1 w 1897"/>
                <a:gd name="T61" fmla="*/ 0 h 3450"/>
                <a:gd name="T62" fmla="*/ 1 w 1897"/>
                <a:gd name="T63" fmla="*/ 0 h 3450"/>
                <a:gd name="T64" fmla="*/ 2 w 1897"/>
                <a:gd name="T65" fmla="*/ 0 h 3450"/>
                <a:gd name="T66" fmla="*/ 3 w 1897"/>
                <a:gd name="T67" fmla="*/ 0 h 3450"/>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897"/>
                <a:gd name="T103" fmla="*/ 0 h 3450"/>
                <a:gd name="T104" fmla="*/ 1897 w 1897"/>
                <a:gd name="T105" fmla="*/ 3450 h 3450"/>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897" h="3450">
                  <a:moveTo>
                    <a:pt x="357" y="49"/>
                  </a:moveTo>
                  <a:lnTo>
                    <a:pt x="1542" y="806"/>
                  </a:lnTo>
                  <a:lnTo>
                    <a:pt x="1579" y="832"/>
                  </a:lnTo>
                  <a:lnTo>
                    <a:pt x="1614" y="861"/>
                  </a:lnTo>
                  <a:lnTo>
                    <a:pt x="1648" y="895"/>
                  </a:lnTo>
                  <a:lnTo>
                    <a:pt x="1681" y="933"/>
                  </a:lnTo>
                  <a:lnTo>
                    <a:pt x="1711" y="973"/>
                  </a:lnTo>
                  <a:lnTo>
                    <a:pt x="1740" y="1016"/>
                  </a:lnTo>
                  <a:lnTo>
                    <a:pt x="1768" y="1062"/>
                  </a:lnTo>
                  <a:lnTo>
                    <a:pt x="1793" y="1109"/>
                  </a:lnTo>
                  <a:lnTo>
                    <a:pt x="1816" y="1158"/>
                  </a:lnTo>
                  <a:lnTo>
                    <a:pt x="1836" y="1208"/>
                  </a:lnTo>
                  <a:lnTo>
                    <a:pt x="1854" y="1260"/>
                  </a:lnTo>
                  <a:lnTo>
                    <a:pt x="1869" y="1313"/>
                  </a:lnTo>
                  <a:lnTo>
                    <a:pt x="1881" y="1364"/>
                  </a:lnTo>
                  <a:lnTo>
                    <a:pt x="1890" y="1417"/>
                  </a:lnTo>
                  <a:lnTo>
                    <a:pt x="1895" y="1469"/>
                  </a:lnTo>
                  <a:lnTo>
                    <a:pt x="1897" y="1519"/>
                  </a:lnTo>
                  <a:lnTo>
                    <a:pt x="1897" y="3142"/>
                  </a:lnTo>
                  <a:lnTo>
                    <a:pt x="1895" y="3190"/>
                  </a:lnTo>
                  <a:lnTo>
                    <a:pt x="1890" y="3235"/>
                  </a:lnTo>
                  <a:lnTo>
                    <a:pt x="1881" y="3276"/>
                  </a:lnTo>
                  <a:lnTo>
                    <a:pt x="1869" y="3313"/>
                  </a:lnTo>
                  <a:lnTo>
                    <a:pt x="1854" y="3346"/>
                  </a:lnTo>
                  <a:lnTo>
                    <a:pt x="1836" y="3375"/>
                  </a:lnTo>
                  <a:lnTo>
                    <a:pt x="1816" y="3398"/>
                  </a:lnTo>
                  <a:lnTo>
                    <a:pt x="1793" y="3418"/>
                  </a:lnTo>
                  <a:lnTo>
                    <a:pt x="1768" y="3434"/>
                  </a:lnTo>
                  <a:lnTo>
                    <a:pt x="1740" y="3444"/>
                  </a:lnTo>
                  <a:lnTo>
                    <a:pt x="1711" y="3450"/>
                  </a:lnTo>
                  <a:lnTo>
                    <a:pt x="1681" y="3450"/>
                  </a:lnTo>
                  <a:lnTo>
                    <a:pt x="1648" y="3445"/>
                  </a:lnTo>
                  <a:lnTo>
                    <a:pt x="1614" y="3436"/>
                  </a:lnTo>
                  <a:lnTo>
                    <a:pt x="1579" y="3421"/>
                  </a:lnTo>
                  <a:lnTo>
                    <a:pt x="1542" y="3400"/>
                  </a:lnTo>
                  <a:lnTo>
                    <a:pt x="357" y="2643"/>
                  </a:lnTo>
                  <a:lnTo>
                    <a:pt x="320" y="2618"/>
                  </a:lnTo>
                  <a:lnTo>
                    <a:pt x="285" y="2588"/>
                  </a:lnTo>
                  <a:lnTo>
                    <a:pt x="251" y="2554"/>
                  </a:lnTo>
                  <a:lnTo>
                    <a:pt x="218" y="2517"/>
                  </a:lnTo>
                  <a:lnTo>
                    <a:pt x="187" y="2477"/>
                  </a:lnTo>
                  <a:lnTo>
                    <a:pt x="157" y="2433"/>
                  </a:lnTo>
                  <a:lnTo>
                    <a:pt x="130" y="2388"/>
                  </a:lnTo>
                  <a:lnTo>
                    <a:pt x="105" y="2341"/>
                  </a:lnTo>
                  <a:lnTo>
                    <a:pt x="81" y="2292"/>
                  </a:lnTo>
                  <a:lnTo>
                    <a:pt x="61" y="2241"/>
                  </a:lnTo>
                  <a:lnTo>
                    <a:pt x="44" y="2190"/>
                  </a:lnTo>
                  <a:lnTo>
                    <a:pt x="29" y="2138"/>
                  </a:lnTo>
                  <a:lnTo>
                    <a:pt x="17" y="2085"/>
                  </a:lnTo>
                  <a:lnTo>
                    <a:pt x="7" y="2033"/>
                  </a:lnTo>
                  <a:lnTo>
                    <a:pt x="3" y="1981"/>
                  </a:lnTo>
                  <a:lnTo>
                    <a:pt x="0" y="1931"/>
                  </a:lnTo>
                  <a:lnTo>
                    <a:pt x="0" y="308"/>
                  </a:lnTo>
                  <a:lnTo>
                    <a:pt x="3" y="260"/>
                  </a:lnTo>
                  <a:lnTo>
                    <a:pt x="7" y="215"/>
                  </a:lnTo>
                  <a:lnTo>
                    <a:pt x="17" y="174"/>
                  </a:lnTo>
                  <a:lnTo>
                    <a:pt x="29" y="137"/>
                  </a:lnTo>
                  <a:lnTo>
                    <a:pt x="44" y="104"/>
                  </a:lnTo>
                  <a:lnTo>
                    <a:pt x="61" y="76"/>
                  </a:lnTo>
                  <a:lnTo>
                    <a:pt x="81" y="51"/>
                  </a:lnTo>
                  <a:lnTo>
                    <a:pt x="105" y="31"/>
                  </a:lnTo>
                  <a:lnTo>
                    <a:pt x="130" y="16"/>
                  </a:lnTo>
                  <a:lnTo>
                    <a:pt x="157" y="5"/>
                  </a:lnTo>
                  <a:lnTo>
                    <a:pt x="187" y="0"/>
                  </a:lnTo>
                  <a:lnTo>
                    <a:pt x="218" y="0"/>
                  </a:lnTo>
                  <a:lnTo>
                    <a:pt x="251" y="3"/>
                  </a:lnTo>
                  <a:lnTo>
                    <a:pt x="285" y="14"/>
                  </a:lnTo>
                  <a:lnTo>
                    <a:pt x="320" y="29"/>
                  </a:lnTo>
                  <a:lnTo>
                    <a:pt x="357" y="49"/>
                  </a:lnTo>
                  <a:close/>
                </a:path>
              </a:pathLst>
            </a:custGeom>
            <a:solidFill>
              <a:srgbClr val="BFBFB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5680" name="Freeform 46"/>
            <p:cNvSpPr>
              <a:spLocks/>
            </p:cNvSpPr>
            <p:nvPr/>
          </p:nvSpPr>
          <p:spPr bwMode="auto">
            <a:xfrm>
              <a:off x="1268" y="1663"/>
              <a:ext cx="393" cy="711"/>
            </a:xfrm>
            <a:custGeom>
              <a:avLst/>
              <a:gdLst>
                <a:gd name="T0" fmla="*/ 3 w 1962"/>
                <a:gd name="T1" fmla="*/ 7 h 3555"/>
                <a:gd name="T2" fmla="*/ 2 w 1962"/>
                <a:gd name="T3" fmla="*/ 7 h 3555"/>
                <a:gd name="T4" fmla="*/ 2 w 1962"/>
                <a:gd name="T5" fmla="*/ 8 h 3555"/>
                <a:gd name="T6" fmla="*/ 1 w 1962"/>
                <a:gd name="T7" fmla="*/ 8 h 3555"/>
                <a:gd name="T8" fmla="*/ 1 w 1962"/>
                <a:gd name="T9" fmla="*/ 9 h 3555"/>
                <a:gd name="T10" fmla="*/ 1 w 1962"/>
                <a:gd name="T11" fmla="*/ 10 h 3555"/>
                <a:gd name="T12" fmla="*/ 0 w 1962"/>
                <a:gd name="T13" fmla="*/ 11 h 3555"/>
                <a:gd name="T14" fmla="*/ 0 w 1962"/>
                <a:gd name="T15" fmla="*/ 12 h 3555"/>
                <a:gd name="T16" fmla="*/ 0 w 1962"/>
                <a:gd name="T17" fmla="*/ 13 h 3555"/>
                <a:gd name="T18" fmla="*/ 0 w 1962"/>
                <a:gd name="T19" fmla="*/ 26 h 3555"/>
                <a:gd name="T20" fmla="*/ 0 w 1962"/>
                <a:gd name="T21" fmla="*/ 27 h 3555"/>
                <a:gd name="T22" fmla="*/ 0 w 1962"/>
                <a:gd name="T23" fmla="*/ 28 h 3555"/>
                <a:gd name="T24" fmla="*/ 1 w 1962"/>
                <a:gd name="T25" fmla="*/ 28 h 3555"/>
                <a:gd name="T26" fmla="*/ 1 w 1962"/>
                <a:gd name="T27" fmla="*/ 28 h 3555"/>
                <a:gd name="T28" fmla="*/ 2 w 1962"/>
                <a:gd name="T29" fmla="*/ 28 h 3555"/>
                <a:gd name="T30" fmla="*/ 2 w 1962"/>
                <a:gd name="T31" fmla="*/ 28 h 3555"/>
                <a:gd name="T32" fmla="*/ 3 w 1962"/>
                <a:gd name="T33" fmla="*/ 28 h 3555"/>
                <a:gd name="T34" fmla="*/ 13 w 1962"/>
                <a:gd name="T35" fmla="*/ 22 h 3555"/>
                <a:gd name="T36" fmla="*/ 13 w 1962"/>
                <a:gd name="T37" fmla="*/ 21 h 3555"/>
                <a:gd name="T38" fmla="*/ 14 w 1962"/>
                <a:gd name="T39" fmla="*/ 21 h 3555"/>
                <a:gd name="T40" fmla="*/ 14 w 1962"/>
                <a:gd name="T41" fmla="*/ 20 h 3555"/>
                <a:gd name="T42" fmla="*/ 15 w 1962"/>
                <a:gd name="T43" fmla="*/ 19 h 3555"/>
                <a:gd name="T44" fmla="*/ 15 w 1962"/>
                <a:gd name="T45" fmla="*/ 18 h 3555"/>
                <a:gd name="T46" fmla="*/ 16 w 1962"/>
                <a:gd name="T47" fmla="*/ 18 h 3555"/>
                <a:gd name="T48" fmla="*/ 16 w 1962"/>
                <a:gd name="T49" fmla="*/ 17 h 3555"/>
                <a:gd name="T50" fmla="*/ 16 w 1962"/>
                <a:gd name="T51" fmla="*/ 16 h 3555"/>
                <a:gd name="T52" fmla="*/ 16 w 1962"/>
                <a:gd name="T53" fmla="*/ 2 h 3555"/>
                <a:gd name="T54" fmla="*/ 16 w 1962"/>
                <a:gd name="T55" fmla="*/ 1 h 3555"/>
                <a:gd name="T56" fmla="*/ 15 w 1962"/>
                <a:gd name="T57" fmla="*/ 1 h 3555"/>
                <a:gd name="T58" fmla="*/ 15 w 1962"/>
                <a:gd name="T59" fmla="*/ 0 h 3555"/>
                <a:gd name="T60" fmla="*/ 15 w 1962"/>
                <a:gd name="T61" fmla="*/ 0 h 3555"/>
                <a:gd name="T62" fmla="*/ 14 w 1962"/>
                <a:gd name="T63" fmla="*/ 0 h 3555"/>
                <a:gd name="T64" fmla="*/ 14 w 1962"/>
                <a:gd name="T65" fmla="*/ 0 h 3555"/>
                <a:gd name="T66" fmla="*/ 13 w 1962"/>
                <a:gd name="T67" fmla="*/ 0 h 3555"/>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962"/>
                <a:gd name="T103" fmla="*/ 0 h 3555"/>
                <a:gd name="T104" fmla="*/ 1962 w 1962"/>
                <a:gd name="T105" fmla="*/ 3555 h 3555"/>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962" h="3555">
                  <a:moveTo>
                    <a:pt x="1594" y="50"/>
                  </a:moveTo>
                  <a:lnTo>
                    <a:pt x="368" y="831"/>
                  </a:lnTo>
                  <a:lnTo>
                    <a:pt x="330" y="858"/>
                  </a:lnTo>
                  <a:lnTo>
                    <a:pt x="294" y="888"/>
                  </a:lnTo>
                  <a:lnTo>
                    <a:pt x="259" y="922"/>
                  </a:lnTo>
                  <a:lnTo>
                    <a:pt x="225" y="961"/>
                  </a:lnTo>
                  <a:lnTo>
                    <a:pt x="193" y="1003"/>
                  </a:lnTo>
                  <a:lnTo>
                    <a:pt x="163" y="1047"/>
                  </a:lnTo>
                  <a:lnTo>
                    <a:pt x="133" y="1094"/>
                  </a:lnTo>
                  <a:lnTo>
                    <a:pt x="108" y="1143"/>
                  </a:lnTo>
                  <a:lnTo>
                    <a:pt x="84" y="1193"/>
                  </a:lnTo>
                  <a:lnTo>
                    <a:pt x="63" y="1246"/>
                  </a:lnTo>
                  <a:lnTo>
                    <a:pt x="44" y="1299"/>
                  </a:lnTo>
                  <a:lnTo>
                    <a:pt x="29" y="1353"/>
                  </a:lnTo>
                  <a:lnTo>
                    <a:pt x="16" y="1405"/>
                  </a:lnTo>
                  <a:lnTo>
                    <a:pt x="7" y="1459"/>
                  </a:lnTo>
                  <a:lnTo>
                    <a:pt x="2" y="1512"/>
                  </a:lnTo>
                  <a:lnTo>
                    <a:pt x="0" y="1565"/>
                  </a:lnTo>
                  <a:lnTo>
                    <a:pt x="0" y="3237"/>
                  </a:lnTo>
                  <a:lnTo>
                    <a:pt x="2" y="3287"/>
                  </a:lnTo>
                  <a:lnTo>
                    <a:pt x="7" y="3333"/>
                  </a:lnTo>
                  <a:lnTo>
                    <a:pt x="16" y="3375"/>
                  </a:lnTo>
                  <a:lnTo>
                    <a:pt x="29" y="3413"/>
                  </a:lnTo>
                  <a:lnTo>
                    <a:pt x="44" y="3447"/>
                  </a:lnTo>
                  <a:lnTo>
                    <a:pt x="63" y="3477"/>
                  </a:lnTo>
                  <a:lnTo>
                    <a:pt x="84" y="3502"/>
                  </a:lnTo>
                  <a:lnTo>
                    <a:pt x="108" y="3522"/>
                  </a:lnTo>
                  <a:lnTo>
                    <a:pt x="133" y="3538"/>
                  </a:lnTo>
                  <a:lnTo>
                    <a:pt x="163" y="3549"/>
                  </a:lnTo>
                  <a:lnTo>
                    <a:pt x="193" y="3555"/>
                  </a:lnTo>
                  <a:lnTo>
                    <a:pt x="225" y="3555"/>
                  </a:lnTo>
                  <a:lnTo>
                    <a:pt x="259" y="3550"/>
                  </a:lnTo>
                  <a:lnTo>
                    <a:pt x="294" y="3541"/>
                  </a:lnTo>
                  <a:lnTo>
                    <a:pt x="330" y="3524"/>
                  </a:lnTo>
                  <a:lnTo>
                    <a:pt x="368" y="3503"/>
                  </a:lnTo>
                  <a:lnTo>
                    <a:pt x="1594" y="2722"/>
                  </a:lnTo>
                  <a:lnTo>
                    <a:pt x="1632" y="2696"/>
                  </a:lnTo>
                  <a:lnTo>
                    <a:pt x="1668" y="2665"/>
                  </a:lnTo>
                  <a:lnTo>
                    <a:pt x="1703" y="2631"/>
                  </a:lnTo>
                  <a:lnTo>
                    <a:pt x="1737" y="2592"/>
                  </a:lnTo>
                  <a:lnTo>
                    <a:pt x="1769" y="2551"/>
                  </a:lnTo>
                  <a:lnTo>
                    <a:pt x="1799" y="2506"/>
                  </a:lnTo>
                  <a:lnTo>
                    <a:pt x="1829" y="2460"/>
                  </a:lnTo>
                  <a:lnTo>
                    <a:pt x="1854" y="2411"/>
                  </a:lnTo>
                  <a:lnTo>
                    <a:pt x="1878" y="2361"/>
                  </a:lnTo>
                  <a:lnTo>
                    <a:pt x="1899" y="2308"/>
                  </a:lnTo>
                  <a:lnTo>
                    <a:pt x="1918" y="2256"/>
                  </a:lnTo>
                  <a:lnTo>
                    <a:pt x="1933" y="2202"/>
                  </a:lnTo>
                  <a:lnTo>
                    <a:pt x="1946" y="2149"/>
                  </a:lnTo>
                  <a:lnTo>
                    <a:pt x="1955" y="2095"/>
                  </a:lnTo>
                  <a:lnTo>
                    <a:pt x="1960" y="2042"/>
                  </a:lnTo>
                  <a:lnTo>
                    <a:pt x="1962" y="1989"/>
                  </a:lnTo>
                  <a:lnTo>
                    <a:pt x="1962" y="319"/>
                  </a:lnTo>
                  <a:lnTo>
                    <a:pt x="1960" y="269"/>
                  </a:lnTo>
                  <a:lnTo>
                    <a:pt x="1955" y="223"/>
                  </a:lnTo>
                  <a:lnTo>
                    <a:pt x="1946" y="180"/>
                  </a:lnTo>
                  <a:lnTo>
                    <a:pt x="1933" y="143"/>
                  </a:lnTo>
                  <a:lnTo>
                    <a:pt x="1918" y="109"/>
                  </a:lnTo>
                  <a:lnTo>
                    <a:pt x="1899" y="79"/>
                  </a:lnTo>
                  <a:lnTo>
                    <a:pt x="1878" y="54"/>
                  </a:lnTo>
                  <a:lnTo>
                    <a:pt x="1854" y="33"/>
                  </a:lnTo>
                  <a:lnTo>
                    <a:pt x="1829" y="17"/>
                  </a:lnTo>
                  <a:lnTo>
                    <a:pt x="1799" y="7"/>
                  </a:lnTo>
                  <a:lnTo>
                    <a:pt x="1769" y="0"/>
                  </a:lnTo>
                  <a:lnTo>
                    <a:pt x="1737" y="0"/>
                  </a:lnTo>
                  <a:lnTo>
                    <a:pt x="1703" y="4"/>
                  </a:lnTo>
                  <a:lnTo>
                    <a:pt x="1668" y="14"/>
                  </a:lnTo>
                  <a:lnTo>
                    <a:pt x="1632" y="29"/>
                  </a:lnTo>
                  <a:lnTo>
                    <a:pt x="1594" y="50"/>
                  </a:lnTo>
                  <a:close/>
                </a:path>
              </a:pathLst>
            </a:custGeom>
            <a:solidFill>
              <a:srgbClr val="E5E5E5"/>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5681" name="Freeform 47"/>
            <p:cNvSpPr>
              <a:spLocks noEditPoints="1"/>
            </p:cNvSpPr>
            <p:nvPr/>
          </p:nvSpPr>
          <p:spPr bwMode="auto">
            <a:xfrm>
              <a:off x="916" y="1589"/>
              <a:ext cx="697" cy="698"/>
            </a:xfrm>
            <a:custGeom>
              <a:avLst/>
              <a:gdLst>
                <a:gd name="T0" fmla="*/ 16 w 3485"/>
                <a:gd name="T1" fmla="*/ 0 h 3490"/>
                <a:gd name="T2" fmla="*/ 17 w 3485"/>
                <a:gd name="T3" fmla="*/ 2 h 3490"/>
                <a:gd name="T4" fmla="*/ 17 w 3485"/>
                <a:gd name="T5" fmla="*/ 3 h 3490"/>
                <a:gd name="T6" fmla="*/ 14 w 3485"/>
                <a:gd name="T7" fmla="*/ 4 h 3490"/>
                <a:gd name="T8" fmla="*/ 12 w 3485"/>
                <a:gd name="T9" fmla="*/ 4 h 3490"/>
                <a:gd name="T10" fmla="*/ 11 w 3485"/>
                <a:gd name="T11" fmla="*/ 2 h 3490"/>
                <a:gd name="T12" fmla="*/ 11 w 3485"/>
                <a:gd name="T13" fmla="*/ 1 h 3490"/>
                <a:gd name="T14" fmla="*/ 14 w 3485"/>
                <a:gd name="T15" fmla="*/ 0 h 3490"/>
                <a:gd name="T16" fmla="*/ 3 w 3485"/>
                <a:gd name="T17" fmla="*/ 7 h 3490"/>
                <a:gd name="T18" fmla="*/ 4 w 3485"/>
                <a:gd name="T19" fmla="*/ 9 h 3490"/>
                <a:gd name="T20" fmla="*/ 3 w 3485"/>
                <a:gd name="T21" fmla="*/ 12 h 3490"/>
                <a:gd name="T22" fmla="*/ 2 w 3485"/>
                <a:gd name="T23" fmla="*/ 13 h 3490"/>
                <a:gd name="T24" fmla="*/ 1 w 3485"/>
                <a:gd name="T25" fmla="*/ 12 h 3490"/>
                <a:gd name="T26" fmla="*/ 0 w 3485"/>
                <a:gd name="T27" fmla="*/ 10 h 3490"/>
                <a:gd name="T28" fmla="*/ 0 w 3485"/>
                <a:gd name="T29" fmla="*/ 8 h 3490"/>
                <a:gd name="T30" fmla="*/ 2 w 3485"/>
                <a:gd name="T31" fmla="*/ 6 h 3490"/>
                <a:gd name="T32" fmla="*/ 10 w 3485"/>
                <a:gd name="T33" fmla="*/ 20 h 3490"/>
                <a:gd name="T34" fmla="*/ 11 w 3485"/>
                <a:gd name="T35" fmla="*/ 22 h 3490"/>
                <a:gd name="T36" fmla="*/ 11 w 3485"/>
                <a:gd name="T37" fmla="*/ 25 h 3490"/>
                <a:gd name="T38" fmla="*/ 10 w 3485"/>
                <a:gd name="T39" fmla="*/ 27 h 3490"/>
                <a:gd name="T40" fmla="*/ 8 w 3485"/>
                <a:gd name="T41" fmla="*/ 26 h 3490"/>
                <a:gd name="T42" fmla="*/ 7 w 3485"/>
                <a:gd name="T43" fmla="*/ 24 h 3490"/>
                <a:gd name="T44" fmla="*/ 7 w 3485"/>
                <a:gd name="T45" fmla="*/ 22 h 3490"/>
                <a:gd name="T46" fmla="*/ 8 w 3485"/>
                <a:gd name="T47" fmla="*/ 20 h 3490"/>
                <a:gd name="T48" fmla="*/ 20 w 3485"/>
                <a:gd name="T49" fmla="*/ 21 h 3490"/>
                <a:gd name="T50" fmla="*/ 21 w 3485"/>
                <a:gd name="T51" fmla="*/ 23 h 3490"/>
                <a:gd name="T52" fmla="*/ 21 w 3485"/>
                <a:gd name="T53" fmla="*/ 26 h 3490"/>
                <a:gd name="T54" fmla="*/ 20 w 3485"/>
                <a:gd name="T55" fmla="*/ 28 h 3490"/>
                <a:gd name="T56" fmla="*/ 18 w 3485"/>
                <a:gd name="T57" fmla="*/ 28 h 3490"/>
                <a:gd name="T58" fmla="*/ 17 w 3485"/>
                <a:gd name="T59" fmla="*/ 26 h 3490"/>
                <a:gd name="T60" fmla="*/ 17 w 3485"/>
                <a:gd name="T61" fmla="*/ 23 h 3490"/>
                <a:gd name="T62" fmla="*/ 18 w 3485"/>
                <a:gd name="T63" fmla="*/ 21 h 3490"/>
                <a:gd name="T64" fmla="*/ 19 w 3485"/>
                <a:gd name="T65" fmla="*/ 11 h 3490"/>
                <a:gd name="T66" fmla="*/ 20 w 3485"/>
                <a:gd name="T67" fmla="*/ 13 h 3490"/>
                <a:gd name="T68" fmla="*/ 21 w 3485"/>
                <a:gd name="T69" fmla="*/ 15 h 3490"/>
                <a:gd name="T70" fmla="*/ 20 w 3485"/>
                <a:gd name="T71" fmla="*/ 17 h 3490"/>
                <a:gd name="T72" fmla="*/ 18 w 3485"/>
                <a:gd name="T73" fmla="*/ 17 h 3490"/>
                <a:gd name="T74" fmla="*/ 17 w 3485"/>
                <a:gd name="T75" fmla="*/ 16 h 3490"/>
                <a:gd name="T76" fmla="*/ 17 w 3485"/>
                <a:gd name="T77" fmla="*/ 13 h 3490"/>
                <a:gd name="T78" fmla="*/ 18 w 3485"/>
                <a:gd name="T79" fmla="*/ 11 h 3490"/>
                <a:gd name="T80" fmla="*/ 26 w 3485"/>
                <a:gd name="T81" fmla="*/ 7 h 3490"/>
                <a:gd name="T82" fmla="*/ 27 w 3485"/>
                <a:gd name="T83" fmla="*/ 8 h 3490"/>
                <a:gd name="T84" fmla="*/ 27 w 3485"/>
                <a:gd name="T85" fmla="*/ 11 h 3490"/>
                <a:gd name="T86" fmla="*/ 26 w 3485"/>
                <a:gd name="T87" fmla="*/ 13 h 3490"/>
                <a:gd name="T88" fmla="*/ 25 w 3485"/>
                <a:gd name="T89" fmla="*/ 13 h 3490"/>
                <a:gd name="T90" fmla="*/ 24 w 3485"/>
                <a:gd name="T91" fmla="*/ 12 h 3490"/>
                <a:gd name="T92" fmla="*/ 24 w 3485"/>
                <a:gd name="T93" fmla="*/ 9 h 3490"/>
                <a:gd name="T94" fmla="*/ 24 w 3485"/>
                <a:gd name="T95" fmla="*/ 7 h 3490"/>
                <a:gd name="T96" fmla="*/ 26 w 3485"/>
                <a:gd name="T97" fmla="*/ 17 h 3490"/>
                <a:gd name="T98" fmla="*/ 27 w 3485"/>
                <a:gd name="T99" fmla="*/ 18 h 3490"/>
                <a:gd name="T100" fmla="*/ 28 w 3485"/>
                <a:gd name="T101" fmla="*/ 21 h 3490"/>
                <a:gd name="T102" fmla="*/ 27 w 3485"/>
                <a:gd name="T103" fmla="*/ 23 h 3490"/>
                <a:gd name="T104" fmla="*/ 26 w 3485"/>
                <a:gd name="T105" fmla="*/ 24 h 3490"/>
                <a:gd name="T106" fmla="*/ 24 w 3485"/>
                <a:gd name="T107" fmla="*/ 23 h 3490"/>
                <a:gd name="T108" fmla="*/ 24 w 3485"/>
                <a:gd name="T109" fmla="*/ 20 h 3490"/>
                <a:gd name="T110" fmla="*/ 25 w 3485"/>
                <a:gd name="T111" fmla="*/ 18 h 3490"/>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w 3485"/>
                <a:gd name="T169" fmla="*/ 0 h 3490"/>
                <a:gd name="T170" fmla="*/ 3485 w 3485"/>
                <a:gd name="T171" fmla="*/ 3490 h 3490"/>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T168" t="T169" r="T170" b="T171"/>
              <a:pathLst>
                <a:path w="3485" h="3490">
                  <a:moveTo>
                    <a:pt x="1754" y="0"/>
                  </a:moveTo>
                  <a:lnTo>
                    <a:pt x="1797" y="2"/>
                  </a:lnTo>
                  <a:lnTo>
                    <a:pt x="1840" y="5"/>
                  </a:lnTo>
                  <a:lnTo>
                    <a:pt x="1881" y="12"/>
                  </a:lnTo>
                  <a:lnTo>
                    <a:pt x="1921" y="20"/>
                  </a:lnTo>
                  <a:lnTo>
                    <a:pt x="1959" y="31"/>
                  </a:lnTo>
                  <a:lnTo>
                    <a:pt x="1994" y="44"/>
                  </a:lnTo>
                  <a:lnTo>
                    <a:pt x="2028" y="59"/>
                  </a:lnTo>
                  <a:lnTo>
                    <a:pt x="2058" y="74"/>
                  </a:lnTo>
                  <a:lnTo>
                    <a:pt x="2086" y="93"/>
                  </a:lnTo>
                  <a:lnTo>
                    <a:pt x="2111" y="113"/>
                  </a:lnTo>
                  <a:lnTo>
                    <a:pt x="2132" y="133"/>
                  </a:lnTo>
                  <a:lnTo>
                    <a:pt x="2151" y="155"/>
                  </a:lnTo>
                  <a:lnTo>
                    <a:pt x="2165" y="179"/>
                  </a:lnTo>
                  <a:lnTo>
                    <a:pt x="2175" y="203"/>
                  </a:lnTo>
                  <a:lnTo>
                    <a:pt x="2182" y="229"/>
                  </a:lnTo>
                  <a:lnTo>
                    <a:pt x="2185" y="255"/>
                  </a:lnTo>
                  <a:lnTo>
                    <a:pt x="2182" y="281"/>
                  </a:lnTo>
                  <a:lnTo>
                    <a:pt x="2175" y="305"/>
                  </a:lnTo>
                  <a:lnTo>
                    <a:pt x="2165" y="330"/>
                  </a:lnTo>
                  <a:lnTo>
                    <a:pt x="2151" y="353"/>
                  </a:lnTo>
                  <a:lnTo>
                    <a:pt x="2132" y="376"/>
                  </a:lnTo>
                  <a:lnTo>
                    <a:pt x="2111" y="397"/>
                  </a:lnTo>
                  <a:lnTo>
                    <a:pt x="2086" y="417"/>
                  </a:lnTo>
                  <a:lnTo>
                    <a:pt x="2058" y="434"/>
                  </a:lnTo>
                  <a:lnTo>
                    <a:pt x="2028" y="451"/>
                  </a:lnTo>
                  <a:lnTo>
                    <a:pt x="1994" y="466"/>
                  </a:lnTo>
                  <a:lnTo>
                    <a:pt x="1959" y="479"/>
                  </a:lnTo>
                  <a:lnTo>
                    <a:pt x="1921" y="489"/>
                  </a:lnTo>
                  <a:lnTo>
                    <a:pt x="1881" y="498"/>
                  </a:lnTo>
                  <a:lnTo>
                    <a:pt x="1840" y="505"/>
                  </a:lnTo>
                  <a:lnTo>
                    <a:pt x="1797" y="508"/>
                  </a:lnTo>
                  <a:lnTo>
                    <a:pt x="1754" y="509"/>
                  </a:lnTo>
                  <a:lnTo>
                    <a:pt x="1710" y="508"/>
                  </a:lnTo>
                  <a:lnTo>
                    <a:pt x="1667" y="505"/>
                  </a:lnTo>
                  <a:lnTo>
                    <a:pt x="1626" y="498"/>
                  </a:lnTo>
                  <a:lnTo>
                    <a:pt x="1586" y="489"/>
                  </a:lnTo>
                  <a:lnTo>
                    <a:pt x="1548" y="479"/>
                  </a:lnTo>
                  <a:lnTo>
                    <a:pt x="1512" y="466"/>
                  </a:lnTo>
                  <a:lnTo>
                    <a:pt x="1479" y="451"/>
                  </a:lnTo>
                  <a:lnTo>
                    <a:pt x="1449" y="434"/>
                  </a:lnTo>
                  <a:lnTo>
                    <a:pt x="1421" y="417"/>
                  </a:lnTo>
                  <a:lnTo>
                    <a:pt x="1395" y="397"/>
                  </a:lnTo>
                  <a:lnTo>
                    <a:pt x="1374" y="376"/>
                  </a:lnTo>
                  <a:lnTo>
                    <a:pt x="1355" y="353"/>
                  </a:lnTo>
                  <a:lnTo>
                    <a:pt x="1341" y="330"/>
                  </a:lnTo>
                  <a:lnTo>
                    <a:pt x="1331" y="305"/>
                  </a:lnTo>
                  <a:lnTo>
                    <a:pt x="1324" y="281"/>
                  </a:lnTo>
                  <a:lnTo>
                    <a:pt x="1321" y="255"/>
                  </a:lnTo>
                  <a:lnTo>
                    <a:pt x="1324" y="229"/>
                  </a:lnTo>
                  <a:lnTo>
                    <a:pt x="1331" y="203"/>
                  </a:lnTo>
                  <a:lnTo>
                    <a:pt x="1341" y="179"/>
                  </a:lnTo>
                  <a:lnTo>
                    <a:pt x="1355" y="155"/>
                  </a:lnTo>
                  <a:lnTo>
                    <a:pt x="1374" y="133"/>
                  </a:lnTo>
                  <a:lnTo>
                    <a:pt x="1395" y="113"/>
                  </a:lnTo>
                  <a:lnTo>
                    <a:pt x="1421" y="93"/>
                  </a:lnTo>
                  <a:lnTo>
                    <a:pt x="1449" y="74"/>
                  </a:lnTo>
                  <a:lnTo>
                    <a:pt x="1479" y="59"/>
                  </a:lnTo>
                  <a:lnTo>
                    <a:pt x="1512" y="44"/>
                  </a:lnTo>
                  <a:lnTo>
                    <a:pt x="1548" y="31"/>
                  </a:lnTo>
                  <a:lnTo>
                    <a:pt x="1586" y="20"/>
                  </a:lnTo>
                  <a:lnTo>
                    <a:pt x="1626" y="12"/>
                  </a:lnTo>
                  <a:lnTo>
                    <a:pt x="1667" y="5"/>
                  </a:lnTo>
                  <a:lnTo>
                    <a:pt x="1710" y="2"/>
                  </a:lnTo>
                  <a:lnTo>
                    <a:pt x="1754" y="0"/>
                  </a:lnTo>
                  <a:close/>
                  <a:moveTo>
                    <a:pt x="239" y="786"/>
                  </a:moveTo>
                  <a:lnTo>
                    <a:pt x="263" y="788"/>
                  </a:lnTo>
                  <a:lnTo>
                    <a:pt x="287" y="794"/>
                  </a:lnTo>
                  <a:lnTo>
                    <a:pt x="309" y="805"/>
                  </a:lnTo>
                  <a:lnTo>
                    <a:pt x="331" y="819"/>
                  </a:lnTo>
                  <a:lnTo>
                    <a:pt x="352" y="836"/>
                  </a:lnTo>
                  <a:lnTo>
                    <a:pt x="372" y="857"/>
                  </a:lnTo>
                  <a:lnTo>
                    <a:pt x="390" y="882"/>
                  </a:lnTo>
                  <a:lnTo>
                    <a:pt x="407" y="909"/>
                  </a:lnTo>
                  <a:lnTo>
                    <a:pt x="423" y="940"/>
                  </a:lnTo>
                  <a:lnTo>
                    <a:pt x="437" y="971"/>
                  </a:lnTo>
                  <a:lnTo>
                    <a:pt x="448" y="1006"/>
                  </a:lnTo>
                  <a:lnTo>
                    <a:pt x="459" y="1043"/>
                  </a:lnTo>
                  <a:lnTo>
                    <a:pt x="467" y="1081"/>
                  </a:lnTo>
                  <a:lnTo>
                    <a:pt x="473" y="1121"/>
                  </a:lnTo>
                  <a:lnTo>
                    <a:pt x="476" y="1163"/>
                  </a:lnTo>
                  <a:lnTo>
                    <a:pt x="478" y="1206"/>
                  </a:lnTo>
                  <a:lnTo>
                    <a:pt x="476" y="1248"/>
                  </a:lnTo>
                  <a:lnTo>
                    <a:pt x="473" y="1290"/>
                  </a:lnTo>
                  <a:lnTo>
                    <a:pt x="467" y="1330"/>
                  </a:lnTo>
                  <a:lnTo>
                    <a:pt x="459" y="1367"/>
                  </a:lnTo>
                  <a:lnTo>
                    <a:pt x="448" y="1405"/>
                  </a:lnTo>
                  <a:lnTo>
                    <a:pt x="437" y="1439"/>
                  </a:lnTo>
                  <a:lnTo>
                    <a:pt x="423" y="1472"/>
                  </a:lnTo>
                  <a:lnTo>
                    <a:pt x="407" y="1501"/>
                  </a:lnTo>
                  <a:lnTo>
                    <a:pt x="390" y="1528"/>
                  </a:lnTo>
                  <a:lnTo>
                    <a:pt x="372" y="1553"/>
                  </a:lnTo>
                  <a:lnTo>
                    <a:pt x="352" y="1574"/>
                  </a:lnTo>
                  <a:lnTo>
                    <a:pt x="331" y="1591"/>
                  </a:lnTo>
                  <a:lnTo>
                    <a:pt x="309" y="1605"/>
                  </a:lnTo>
                  <a:lnTo>
                    <a:pt x="287" y="1616"/>
                  </a:lnTo>
                  <a:lnTo>
                    <a:pt x="263" y="1622"/>
                  </a:lnTo>
                  <a:lnTo>
                    <a:pt x="239" y="1624"/>
                  </a:lnTo>
                  <a:lnTo>
                    <a:pt x="214" y="1622"/>
                  </a:lnTo>
                  <a:lnTo>
                    <a:pt x="191" y="1616"/>
                  </a:lnTo>
                  <a:lnTo>
                    <a:pt x="168" y="1605"/>
                  </a:lnTo>
                  <a:lnTo>
                    <a:pt x="146" y="1591"/>
                  </a:lnTo>
                  <a:lnTo>
                    <a:pt x="125" y="1574"/>
                  </a:lnTo>
                  <a:lnTo>
                    <a:pt x="105" y="1553"/>
                  </a:lnTo>
                  <a:lnTo>
                    <a:pt x="87" y="1528"/>
                  </a:lnTo>
                  <a:lnTo>
                    <a:pt x="70" y="1501"/>
                  </a:lnTo>
                  <a:lnTo>
                    <a:pt x="55" y="1472"/>
                  </a:lnTo>
                  <a:lnTo>
                    <a:pt x="41" y="1439"/>
                  </a:lnTo>
                  <a:lnTo>
                    <a:pt x="29" y="1405"/>
                  </a:lnTo>
                  <a:lnTo>
                    <a:pt x="18" y="1367"/>
                  </a:lnTo>
                  <a:lnTo>
                    <a:pt x="10" y="1330"/>
                  </a:lnTo>
                  <a:lnTo>
                    <a:pt x="4" y="1290"/>
                  </a:lnTo>
                  <a:lnTo>
                    <a:pt x="1" y="1248"/>
                  </a:lnTo>
                  <a:lnTo>
                    <a:pt x="0" y="1206"/>
                  </a:lnTo>
                  <a:lnTo>
                    <a:pt x="1" y="1163"/>
                  </a:lnTo>
                  <a:lnTo>
                    <a:pt x="4" y="1121"/>
                  </a:lnTo>
                  <a:lnTo>
                    <a:pt x="10" y="1081"/>
                  </a:lnTo>
                  <a:lnTo>
                    <a:pt x="18" y="1043"/>
                  </a:lnTo>
                  <a:lnTo>
                    <a:pt x="29" y="1006"/>
                  </a:lnTo>
                  <a:lnTo>
                    <a:pt x="41" y="971"/>
                  </a:lnTo>
                  <a:lnTo>
                    <a:pt x="55" y="940"/>
                  </a:lnTo>
                  <a:lnTo>
                    <a:pt x="70" y="909"/>
                  </a:lnTo>
                  <a:lnTo>
                    <a:pt x="87" y="882"/>
                  </a:lnTo>
                  <a:lnTo>
                    <a:pt x="105" y="857"/>
                  </a:lnTo>
                  <a:lnTo>
                    <a:pt x="125" y="836"/>
                  </a:lnTo>
                  <a:lnTo>
                    <a:pt x="146" y="819"/>
                  </a:lnTo>
                  <a:lnTo>
                    <a:pt x="168" y="805"/>
                  </a:lnTo>
                  <a:lnTo>
                    <a:pt x="191" y="794"/>
                  </a:lnTo>
                  <a:lnTo>
                    <a:pt x="214" y="788"/>
                  </a:lnTo>
                  <a:lnTo>
                    <a:pt x="239" y="786"/>
                  </a:lnTo>
                  <a:close/>
                  <a:moveTo>
                    <a:pt x="1119" y="2495"/>
                  </a:moveTo>
                  <a:lnTo>
                    <a:pt x="1143" y="2498"/>
                  </a:lnTo>
                  <a:lnTo>
                    <a:pt x="1167" y="2504"/>
                  </a:lnTo>
                  <a:lnTo>
                    <a:pt x="1190" y="2514"/>
                  </a:lnTo>
                  <a:lnTo>
                    <a:pt x="1211" y="2528"/>
                  </a:lnTo>
                  <a:lnTo>
                    <a:pt x="1232" y="2546"/>
                  </a:lnTo>
                  <a:lnTo>
                    <a:pt x="1252" y="2567"/>
                  </a:lnTo>
                  <a:lnTo>
                    <a:pt x="1271" y="2592"/>
                  </a:lnTo>
                  <a:lnTo>
                    <a:pt x="1288" y="2618"/>
                  </a:lnTo>
                  <a:lnTo>
                    <a:pt x="1304" y="2648"/>
                  </a:lnTo>
                  <a:lnTo>
                    <a:pt x="1318" y="2681"/>
                  </a:lnTo>
                  <a:lnTo>
                    <a:pt x="1329" y="2715"/>
                  </a:lnTo>
                  <a:lnTo>
                    <a:pt x="1340" y="2752"/>
                  </a:lnTo>
                  <a:lnTo>
                    <a:pt x="1348" y="2790"/>
                  </a:lnTo>
                  <a:lnTo>
                    <a:pt x="1354" y="2830"/>
                  </a:lnTo>
                  <a:lnTo>
                    <a:pt x="1358" y="2872"/>
                  </a:lnTo>
                  <a:lnTo>
                    <a:pt x="1359" y="2914"/>
                  </a:lnTo>
                  <a:lnTo>
                    <a:pt x="1358" y="2956"/>
                  </a:lnTo>
                  <a:lnTo>
                    <a:pt x="1354" y="2998"/>
                  </a:lnTo>
                  <a:lnTo>
                    <a:pt x="1348" y="3038"/>
                  </a:lnTo>
                  <a:lnTo>
                    <a:pt x="1340" y="3077"/>
                  </a:lnTo>
                  <a:lnTo>
                    <a:pt x="1329" y="3113"/>
                  </a:lnTo>
                  <a:lnTo>
                    <a:pt x="1318" y="3147"/>
                  </a:lnTo>
                  <a:lnTo>
                    <a:pt x="1304" y="3180"/>
                  </a:lnTo>
                  <a:lnTo>
                    <a:pt x="1288" y="3209"/>
                  </a:lnTo>
                  <a:lnTo>
                    <a:pt x="1271" y="3238"/>
                  </a:lnTo>
                  <a:lnTo>
                    <a:pt x="1252" y="3261"/>
                  </a:lnTo>
                  <a:lnTo>
                    <a:pt x="1232" y="3282"/>
                  </a:lnTo>
                  <a:lnTo>
                    <a:pt x="1211" y="3301"/>
                  </a:lnTo>
                  <a:lnTo>
                    <a:pt x="1190" y="3315"/>
                  </a:lnTo>
                  <a:lnTo>
                    <a:pt x="1167" y="3325"/>
                  </a:lnTo>
                  <a:lnTo>
                    <a:pt x="1143" y="3331"/>
                  </a:lnTo>
                  <a:lnTo>
                    <a:pt x="1119" y="3334"/>
                  </a:lnTo>
                  <a:lnTo>
                    <a:pt x="1094" y="3331"/>
                  </a:lnTo>
                  <a:lnTo>
                    <a:pt x="1070" y="3325"/>
                  </a:lnTo>
                  <a:lnTo>
                    <a:pt x="1048" y="3315"/>
                  </a:lnTo>
                  <a:lnTo>
                    <a:pt x="1026" y="3301"/>
                  </a:lnTo>
                  <a:lnTo>
                    <a:pt x="1005" y="3282"/>
                  </a:lnTo>
                  <a:lnTo>
                    <a:pt x="985" y="3261"/>
                  </a:lnTo>
                  <a:lnTo>
                    <a:pt x="967" y="3238"/>
                  </a:lnTo>
                  <a:lnTo>
                    <a:pt x="950" y="3209"/>
                  </a:lnTo>
                  <a:lnTo>
                    <a:pt x="935" y="3180"/>
                  </a:lnTo>
                  <a:lnTo>
                    <a:pt x="921" y="3147"/>
                  </a:lnTo>
                  <a:lnTo>
                    <a:pt x="909" y="3113"/>
                  </a:lnTo>
                  <a:lnTo>
                    <a:pt x="898" y="3077"/>
                  </a:lnTo>
                  <a:lnTo>
                    <a:pt x="890" y="3038"/>
                  </a:lnTo>
                  <a:lnTo>
                    <a:pt x="884" y="2998"/>
                  </a:lnTo>
                  <a:lnTo>
                    <a:pt x="881" y="2956"/>
                  </a:lnTo>
                  <a:lnTo>
                    <a:pt x="880" y="2914"/>
                  </a:lnTo>
                  <a:lnTo>
                    <a:pt x="881" y="2872"/>
                  </a:lnTo>
                  <a:lnTo>
                    <a:pt x="884" y="2830"/>
                  </a:lnTo>
                  <a:lnTo>
                    <a:pt x="890" y="2790"/>
                  </a:lnTo>
                  <a:lnTo>
                    <a:pt x="898" y="2752"/>
                  </a:lnTo>
                  <a:lnTo>
                    <a:pt x="909" y="2715"/>
                  </a:lnTo>
                  <a:lnTo>
                    <a:pt x="921" y="2681"/>
                  </a:lnTo>
                  <a:lnTo>
                    <a:pt x="935" y="2648"/>
                  </a:lnTo>
                  <a:lnTo>
                    <a:pt x="950" y="2618"/>
                  </a:lnTo>
                  <a:lnTo>
                    <a:pt x="967" y="2592"/>
                  </a:lnTo>
                  <a:lnTo>
                    <a:pt x="985" y="2567"/>
                  </a:lnTo>
                  <a:lnTo>
                    <a:pt x="1005" y="2546"/>
                  </a:lnTo>
                  <a:lnTo>
                    <a:pt x="1026" y="2528"/>
                  </a:lnTo>
                  <a:lnTo>
                    <a:pt x="1048" y="2514"/>
                  </a:lnTo>
                  <a:lnTo>
                    <a:pt x="1070" y="2504"/>
                  </a:lnTo>
                  <a:lnTo>
                    <a:pt x="1094" y="2498"/>
                  </a:lnTo>
                  <a:lnTo>
                    <a:pt x="1119" y="2495"/>
                  </a:lnTo>
                  <a:close/>
                  <a:moveTo>
                    <a:pt x="2380" y="2651"/>
                  </a:moveTo>
                  <a:lnTo>
                    <a:pt x="2405" y="2654"/>
                  </a:lnTo>
                  <a:lnTo>
                    <a:pt x="2428" y="2660"/>
                  </a:lnTo>
                  <a:lnTo>
                    <a:pt x="2452" y="2670"/>
                  </a:lnTo>
                  <a:lnTo>
                    <a:pt x="2473" y="2684"/>
                  </a:lnTo>
                  <a:lnTo>
                    <a:pt x="2494" y="2703"/>
                  </a:lnTo>
                  <a:lnTo>
                    <a:pt x="2514" y="2724"/>
                  </a:lnTo>
                  <a:lnTo>
                    <a:pt x="2533" y="2747"/>
                  </a:lnTo>
                  <a:lnTo>
                    <a:pt x="2550" y="2774"/>
                  </a:lnTo>
                  <a:lnTo>
                    <a:pt x="2565" y="2805"/>
                  </a:lnTo>
                  <a:lnTo>
                    <a:pt x="2580" y="2838"/>
                  </a:lnTo>
                  <a:lnTo>
                    <a:pt x="2591" y="2872"/>
                  </a:lnTo>
                  <a:lnTo>
                    <a:pt x="2602" y="2908"/>
                  </a:lnTo>
                  <a:lnTo>
                    <a:pt x="2610" y="2947"/>
                  </a:lnTo>
                  <a:lnTo>
                    <a:pt x="2616" y="2987"/>
                  </a:lnTo>
                  <a:lnTo>
                    <a:pt x="2619" y="3029"/>
                  </a:lnTo>
                  <a:lnTo>
                    <a:pt x="2621" y="3071"/>
                  </a:lnTo>
                  <a:lnTo>
                    <a:pt x="2619" y="3113"/>
                  </a:lnTo>
                  <a:lnTo>
                    <a:pt x="2616" y="3155"/>
                  </a:lnTo>
                  <a:lnTo>
                    <a:pt x="2610" y="3195"/>
                  </a:lnTo>
                  <a:lnTo>
                    <a:pt x="2602" y="3233"/>
                  </a:lnTo>
                  <a:lnTo>
                    <a:pt x="2591" y="3270"/>
                  </a:lnTo>
                  <a:lnTo>
                    <a:pt x="2580" y="3304"/>
                  </a:lnTo>
                  <a:lnTo>
                    <a:pt x="2565" y="3337"/>
                  </a:lnTo>
                  <a:lnTo>
                    <a:pt x="2550" y="3367"/>
                  </a:lnTo>
                  <a:lnTo>
                    <a:pt x="2533" y="3393"/>
                  </a:lnTo>
                  <a:lnTo>
                    <a:pt x="2514" y="3418"/>
                  </a:lnTo>
                  <a:lnTo>
                    <a:pt x="2494" y="3439"/>
                  </a:lnTo>
                  <a:lnTo>
                    <a:pt x="2473" y="3457"/>
                  </a:lnTo>
                  <a:lnTo>
                    <a:pt x="2452" y="3471"/>
                  </a:lnTo>
                  <a:lnTo>
                    <a:pt x="2428" y="3481"/>
                  </a:lnTo>
                  <a:lnTo>
                    <a:pt x="2405" y="3487"/>
                  </a:lnTo>
                  <a:lnTo>
                    <a:pt x="2380" y="3490"/>
                  </a:lnTo>
                  <a:lnTo>
                    <a:pt x="2356" y="3487"/>
                  </a:lnTo>
                  <a:lnTo>
                    <a:pt x="2332" y="3481"/>
                  </a:lnTo>
                  <a:lnTo>
                    <a:pt x="2310" y="3471"/>
                  </a:lnTo>
                  <a:lnTo>
                    <a:pt x="2288" y="3457"/>
                  </a:lnTo>
                  <a:lnTo>
                    <a:pt x="2267" y="3439"/>
                  </a:lnTo>
                  <a:lnTo>
                    <a:pt x="2248" y="3418"/>
                  </a:lnTo>
                  <a:lnTo>
                    <a:pt x="2229" y="3393"/>
                  </a:lnTo>
                  <a:lnTo>
                    <a:pt x="2212" y="3367"/>
                  </a:lnTo>
                  <a:lnTo>
                    <a:pt x="2196" y="3337"/>
                  </a:lnTo>
                  <a:lnTo>
                    <a:pt x="2182" y="3304"/>
                  </a:lnTo>
                  <a:lnTo>
                    <a:pt x="2171" y="3270"/>
                  </a:lnTo>
                  <a:lnTo>
                    <a:pt x="2160" y="3233"/>
                  </a:lnTo>
                  <a:lnTo>
                    <a:pt x="2152" y="3195"/>
                  </a:lnTo>
                  <a:lnTo>
                    <a:pt x="2146" y="3155"/>
                  </a:lnTo>
                  <a:lnTo>
                    <a:pt x="2142" y="3113"/>
                  </a:lnTo>
                  <a:lnTo>
                    <a:pt x="2141" y="3071"/>
                  </a:lnTo>
                  <a:lnTo>
                    <a:pt x="2142" y="3029"/>
                  </a:lnTo>
                  <a:lnTo>
                    <a:pt x="2146" y="2987"/>
                  </a:lnTo>
                  <a:lnTo>
                    <a:pt x="2152" y="2947"/>
                  </a:lnTo>
                  <a:lnTo>
                    <a:pt x="2160" y="2908"/>
                  </a:lnTo>
                  <a:lnTo>
                    <a:pt x="2171" y="2872"/>
                  </a:lnTo>
                  <a:lnTo>
                    <a:pt x="2182" y="2838"/>
                  </a:lnTo>
                  <a:lnTo>
                    <a:pt x="2196" y="2805"/>
                  </a:lnTo>
                  <a:lnTo>
                    <a:pt x="2212" y="2774"/>
                  </a:lnTo>
                  <a:lnTo>
                    <a:pt x="2229" y="2747"/>
                  </a:lnTo>
                  <a:lnTo>
                    <a:pt x="2248" y="2724"/>
                  </a:lnTo>
                  <a:lnTo>
                    <a:pt x="2267" y="2703"/>
                  </a:lnTo>
                  <a:lnTo>
                    <a:pt x="2288" y="2684"/>
                  </a:lnTo>
                  <a:lnTo>
                    <a:pt x="2310" y="2670"/>
                  </a:lnTo>
                  <a:lnTo>
                    <a:pt x="2332" y="2660"/>
                  </a:lnTo>
                  <a:lnTo>
                    <a:pt x="2356" y="2654"/>
                  </a:lnTo>
                  <a:lnTo>
                    <a:pt x="2380" y="2651"/>
                  </a:lnTo>
                  <a:close/>
                  <a:moveTo>
                    <a:pt x="2342" y="1355"/>
                  </a:moveTo>
                  <a:lnTo>
                    <a:pt x="2366" y="1357"/>
                  </a:lnTo>
                  <a:lnTo>
                    <a:pt x="2390" y="1363"/>
                  </a:lnTo>
                  <a:lnTo>
                    <a:pt x="2412" y="1373"/>
                  </a:lnTo>
                  <a:lnTo>
                    <a:pt x="2434" y="1387"/>
                  </a:lnTo>
                  <a:lnTo>
                    <a:pt x="2455" y="1405"/>
                  </a:lnTo>
                  <a:lnTo>
                    <a:pt x="2475" y="1426"/>
                  </a:lnTo>
                  <a:lnTo>
                    <a:pt x="2493" y="1451"/>
                  </a:lnTo>
                  <a:lnTo>
                    <a:pt x="2510" y="1478"/>
                  </a:lnTo>
                  <a:lnTo>
                    <a:pt x="2526" y="1507"/>
                  </a:lnTo>
                  <a:lnTo>
                    <a:pt x="2540" y="1540"/>
                  </a:lnTo>
                  <a:lnTo>
                    <a:pt x="2551" y="1574"/>
                  </a:lnTo>
                  <a:lnTo>
                    <a:pt x="2562" y="1611"/>
                  </a:lnTo>
                  <a:lnTo>
                    <a:pt x="2570" y="1649"/>
                  </a:lnTo>
                  <a:lnTo>
                    <a:pt x="2576" y="1689"/>
                  </a:lnTo>
                  <a:lnTo>
                    <a:pt x="2580" y="1731"/>
                  </a:lnTo>
                  <a:lnTo>
                    <a:pt x="2581" y="1773"/>
                  </a:lnTo>
                  <a:lnTo>
                    <a:pt x="2580" y="1815"/>
                  </a:lnTo>
                  <a:lnTo>
                    <a:pt x="2576" y="1858"/>
                  </a:lnTo>
                  <a:lnTo>
                    <a:pt x="2570" y="1897"/>
                  </a:lnTo>
                  <a:lnTo>
                    <a:pt x="2562" y="1936"/>
                  </a:lnTo>
                  <a:lnTo>
                    <a:pt x="2551" y="1972"/>
                  </a:lnTo>
                  <a:lnTo>
                    <a:pt x="2540" y="2008"/>
                  </a:lnTo>
                  <a:lnTo>
                    <a:pt x="2526" y="2039"/>
                  </a:lnTo>
                  <a:lnTo>
                    <a:pt x="2510" y="2070"/>
                  </a:lnTo>
                  <a:lnTo>
                    <a:pt x="2493" y="2097"/>
                  </a:lnTo>
                  <a:lnTo>
                    <a:pt x="2475" y="2121"/>
                  </a:lnTo>
                  <a:lnTo>
                    <a:pt x="2455" y="2142"/>
                  </a:lnTo>
                  <a:lnTo>
                    <a:pt x="2434" y="2160"/>
                  </a:lnTo>
                  <a:lnTo>
                    <a:pt x="2412" y="2174"/>
                  </a:lnTo>
                  <a:lnTo>
                    <a:pt x="2390" y="2185"/>
                  </a:lnTo>
                  <a:lnTo>
                    <a:pt x="2366" y="2191"/>
                  </a:lnTo>
                  <a:lnTo>
                    <a:pt x="2342" y="2193"/>
                  </a:lnTo>
                  <a:lnTo>
                    <a:pt x="2317" y="2191"/>
                  </a:lnTo>
                  <a:lnTo>
                    <a:pt x="2294" y="2185"/>
                  </a:lnTo>
                  <a:lnTo>
                    <a:pt x="2270" y="2174"/>
                  </a:lnTo>
                  <a:lnTo>
                    <a:pt x="2249" y="2160"/>
                  </a:lnTo>
                  <a:lnTo>
                    <a:pt x="2228" y="2142"/>
                  </a:lnTo>
                  <a:lnTo>
                    <a:pt x="2208" y="2121"/>
                  </a:lnTo>
                  <a:lnTo>
                    <a:pt x="2189" y="2097"/>
                  </a:lnTo>
                  <a:lnTo>
                    <a:pt x="2173" y="2070"/>
                  </a:lnTo>
                  <a:lnTo>
                    <a:pt x="2157" y="2039"/>
                  </a:lnTo>
                  <a:lnTo>
                    <a:pt x="2142" y="2008"/>
                  </a:lnTo>
                  <a:lnTo>
                    <a:pt x="2131" y="1972"/>
                  </a:lnTo>
                  <a:lnTo>
                    <a:pt x="2120" y="1936"/>
                  </a:lnTo>
                  <a:lnTo>
                    <a:pt x="2112" y="1897"/>
                  </a:lnTo>
                  <a:lnTo>
                    <a:pt x="2106" y="1858"/>
                  </a:lnTo>
                  <a:lnTo>
                    <a:pt x="2103" y="1815"/>
                  </a:lnTo>
                  <a:lnTo>
                    <a:pt x="2101" y="1773"/>
                  </a:lnTo>
                  <a:lnTo>
                    <a:pt x="2103" y="1731"/>
                  </a:lnTo>
                  <a:lnTo>
                    <a:pt x="2106" y="1689"/>
                  </a:lnTo>
                  <a:lnTo>
                    <a:pt x="2112" y="1649"/>
                  </a:lnTo>
                  <a:lnTo>
                    <a:pt x="2120" y="1611"/>
                  </a:lnTo>
                  <a:lnTo>
                    <a:pt x="2131" y="1574"/>
                  </a:lnTo>
                  <a:lnTo>
                    <a:pt x="2142" y="1540"/>
                  </a:lnTo>
                  <a:lnTo>
                    <a:pt x="2157" y="1507"/>
                  </a:lnTo>
                  <a:lnTo>
                    <a:pt x="2173" y="1478"/>
                  </a:lnTo>
                  <a:lnTo>
                    <a:pt x="2189" y="1451"/>
                  </a:lnTo>
                  <a:lnTo>
                    <a:pt x="2208" y="1426"/>
                  </a:lnTo>
                  <a:lnTo>
                    <a:pt x="2228" y="1405"/>
                  </a:lnTo>
                  <a:lnTo>
                    <a:pt x="2249" y="1387"/>
                  </a:lnTo>
                  <a:lnTo>
                    <a:pt x="2270" y="1373"/>
                  </a:lnTo>
                  <a:lnTo>
                    <a:pt x="2294" y="1363"/>
                  </a:lnTo>
                  <a:lnTo>
                    <a:pt x="2317" y="1357"/>
                  </a:lnTo>
                  <a:lnTo>
                    <a:pt x="2342" y="1355"/>
                  </a:lnTo>
                  <a:close/>
                  <a:moveTo>
                    <a:pt x="3179" y="819"/>
                  </a:moveTo>
                  <a:lnTo>
                    <a:pt x="3204" y="821"/>
                  </a:lnTo>
                  <a:lnTo>
                    <a:pt x="3227" y="827"/>
                  </a:lnTo>
                  <a:lnTo>
                    <a:pt x="3250" y="838"/>
                  </a:lnTo>
                  <a:lnTo>
                    <a:pt x="3272" y="852"/>
                  </a:lnTo>
                  <a:lnTo>
                    <a:pt x="3293" y="869"/>
                  </a:lnTo>
                  <a:lnTo>
                    <a:pt x="3312" y="890"/>
                  </a:lnTo>
                  <a:lnTo>
                    <a:pt x="3331" y="915"/>
                  </a:lnTo>
                  <a:lnTo>
                    <a:pt x="3348" y="942"/>
                  </a:lnTo>
                  <a:lnTo>
                    <a:pt x="3363" y="971"/>
                  </a:lnTo>
                  <a:lnTo>
                    <a:pt x="3377" y="1004"/>
                  </a:lnTo>
                  <a:lnTo>
                    <a:pt x="3389" y="1038"/>
                  </a:lnTo>
                  <a:lnTo>
                    <a:pt x="3400" y="1076"/>
                  </a:lnTo>
                  <a:lnTo>
                    <a:pt x="3408" y="1113"/>
                  </a:lnTo>
                  <a:lnTo>
                    <a:pt x="3414" y="1153"/>
                  </a:lnTo>
                  <a:lnTo>
                    <a:pt x="3417" y="1195"/>
                  </a:lnTo>
                  <a:lnTo>
                    <a:pt x="3418" y="1237"/>
                  </a:lnTo>
                  <a:lnTo>
                    <a:pt x="3417" y="1280"/>
                  </a:lnTo>
                  <a:lnTo>
                    <a:pt x="3414" y="1322"/>
                  </a:lnTo>
                  <a:lnTo>
                    <a:pt x="3408" y="1362"/>
                  </a:lnTo>
                  <a:lnTo>
                    <a:pt x="3400" y="1399"/>
                  </a:lnTo>
                  <a:lnTo>
                    <a:pt x="3389" y="1437"/>
                  </a:lnTo>
                  <a:lnTo>
                    <a:pt x="3377" y="1471"/>
                  </a:lnTo>
                  <a:lnTo>
                    <a:pt x="3363" y="1503"/>
                  </a:lnTo>
                  <a:lnTo>
                    <a:pt x="3348" y="1533"/>
                  </a:lnTo>
                  <a:lnTo>
                    <a:pt x="3331" y="1560"/>
                  </a:lnTo>
                  <a:lnTo>
                    <a:pt x="3312" y="1584"/>
                  </a:lnTo>
                  <a:lnTo>
                    <a:pt x="3293" y="1605"/>
                  </a:lnTo>
                  <a:lnTo>
                    <a:pt x="3272" y="1623"/>
                  </a:lnTo>
                  <a:lnTo>
                    <a:pt x="3250" y="1637"/>
                  </a:lnTo>
                  <a:lnTo>
                    <a:pt x="3227" y="1648"/>
                  </a:lnTo>
                  <a:lnTo>
                    <a:pt x="3204" y="1654"/>
                  </a:lnTo>
                  <a:lnTo>
                    <a:pt x="3179" y="1656"/>
                  </a:lnTo>
                  <a:lnTo>
                    <a:pt x="3155" y="1654"/>
                  </a:lnTo>
                  <a:lnTo>
                    <a:pt x="3131" y="1648"/>
                  </a:lnTo>
                  <a:lnTo>
                    <a:pt x="3108" y="1637"/>
                  </a:lnTo>
                  <a:lnTo>
                    <a:pt x="3087" y="1623"/>
                  </a:lnTo>
                  <a:lnTo>
                    <a:pt x="3066" y="1605"/>
                  </a:lnTo>
                  <a:lnTo>
                    <a:pt x="3046" y="1584"/>
                  </a:lnTo>
                  <a:lnTo>
                    <a:pt x="3027" y="1560"/>
                  </a:lnTo>
                  <a:lnTo>
                    <a:pt x="3011" y="1533"/>
                  </a:lnTo>
                  <a:lnTo>
                    <a:pt x="2994" y="1503"/>
                  </a:lnTo>
                  <a:lnTo>
                    <a:pt x="2980" y="1471"/>
                  </a:lnTo>
                  <a:lnTo>
                    <a:pt x="2968" y="1437"/>
                  </a:lnTo>
                  <a:lnTo>
                    <a:pt x="2958" y="1399"/>
                  </a:lnTo>
                  <a:lnTo>
                    <a:pt x="2950" y="1362"/>
                  </a:lnTo>
                  <a:lnTo>
                    <a:pt x="2944" y="1322"/>
                  </a:lnTo>
                  <a:lnTo>
                    <a:pt x="2940" y="1280"/>
                  </a:lnTo>
                  <a:lnTo>
                    <a:pt x="2939" y="1237"/>
                  </a:lnTo>
                  <a:lnTo>
                    <a:pt x="2940" y="1195"/>
                  </a:lnTo>
                  <a:lnTo>
                    <a:pt x="2944" y="1153"/>
                  </a:lnTo>
                  <a:lnTo>
                    <a:pt x="2950" y="1113"/>
                  </a:lnTo>
                  <a:lnTo>
                    <a:pt x="2958" y="1076"/>
                  </a:lnTo>
                  <a:lnTo>
                    <a:pt x="2968" y="1038"/>
                  </a:lnTo>
                  <a:lnTo>
                    <a:pt x="2980" y="1004"/>
                  </a:lnTo>
                  <a:lnTo>
                    <a:pt x="2994" y="971"/>
                  </a:lnTo>
                  <a:lnTo>
                    <a:pt x="3011" y="942"/>
                  </a:lnTo>
                  <a:lnTo>
                    <a:pt x="3027" y="915"/>
                  </a:lnTo>
                  <a:lnTo>
                    <a:pt x="3046" y="890"/>
                  </a:lnTo>
                  <a:lnTo>
                    <a:pt x="3066" y="869"/>
                  </a:lnTo>
                  <a:lnTo>
                    <a:pt x="3087" y="852"/>
                  </a:lnTo>
                  <a:lnTo>
                    <a:pt x="3108" y="838"/>
                  </a:lnTo>
                  <a:lnTo>
                    <a:pt x="3131" y="827"/>
                  </a:lnTo>
                  <a:lnTo>
                    <a:pt x="3155" y="821"/>
                  </a:lnTo>
                  <a:lnTo>
                    <a:pt x="3179" y="819"/>
                  </a:lnTo>
                  <a:close/>
                  <a:moveTo>
                    <a:pt x="3246" y="2144"/>
                  </a:moveTo>
                  <a:lnTo>
                    <a:pt x="3271" y="2146"/>
                  </a:lnTo>
                  <a:lnTo>
                    <a:pt x="3294" y="2152"/>
                  </a:lnTo>
                  <a:lnTo>
                    <a:pt x="3316" y="2162"/>
                  </a:lnTo>
                  <a:lnTo>
                    <a:pt x="3339" y="2176"/>
                  </a:lnTo>
                  <a:lnTo>
                    <a:pt x="3360" y="2194"/>
                  </a:lnTo>
                  <a:lnTo>
                    <a:pt x="3380" y="2215"/>
                  </a:lnTo>
                  <a:lnTo>
                    <a:pt x="3397" y="2240"/>
                  </a:lnTo>
                  <a:lnTo>
                    <a:pt x="3415" y="2267"/>
                  </a:lnTo>
                  <a:lnTo>
                    <a:pt x="3430" y="2296"/>
                  </a:lnTo>
                  <a:lnTo>
                    <a:pt x="3444" y="2329"/>
                  </a:lnTo>
                  <a:lnTo>
                    <a:pt x="3456" y="2363"/>
                  </a:lnTo>
                  <a:lnTo>
                    <a:pt x="3466" y="2400"/>
                  </a:lnTo>
                  <a:lnTo>
                    <a:pt x="3475" y="2438"/>
                  </a:lnTo>
                  <a:lnTo>
                    <a:pt x="3480" y="2478"/>
                  </a:lnTo>
                  <a:lnTo>
                    <a:pt x="3484" y="2520"/>
                  </a:lnTo>
                  <a:lnTo>
                    <a:pt x="3485" y="2562"/>
                  </a:lnTo>
                  <a:lnTo>
                    <a:pt x="3484" y="2604"/>
                  </a:lnTo>
                  <a:lnTo>
                    <a:pt x="3480" y="2647"/>
                  </a:lnTo>
                  <a:lnTo>
                    <a:pt x="3475" y="2686"/>
                  </a:lnTo>
                  <a:lnTo>
                    <a:pt x="3466" y="2725"/>
                  </a:lnTo>
                  <a:lnTo>
                    <a:pt x="3456" y="2762"/>
                  </a:lnTo>
                  <a:lnTo>
                    <a:pt x="3444" y="2796"/>
                  </a:lnTo>
                  <a:lnTo>
                    <a:pt x="3430" y="2828"/>
                  </a:lnTo>
                  <a:lnTo>
                    <a:pt x="3415" y="2858"/>
                  </a:lnTo>
                  <a:lnTo>
                    <a:pt x="3397" y="2886"/>
                  </a:lnTo>
                  <a:lnTo>
                    <a:pt x="3380" y="2909"/>
                  </a:lnTo>
                  <a:lnTo>
                    <a:pt x="3360" y="2930"/>
                  </a:lnTo>
                  <a:lnTo>
                    <a:pt x="3339" y="2949"/>
                  </a:lnTo>
                  <a:lnTo>
                    <a:pt x="3316" y="2963"/>
                  </a:lnTo>
                  <a:lnTo>
                    <a:pt x="3294" y="2974"/>
                  </a:lnTo>
                  <a:lnTo>
                    <a:pt x="3271" y="2980"/>
                  </a:lnTo>
                  <a:lnTo>
                    <a:pt x="3246" y="2982"/>
                  </a:lnTo>
                  <a:lnTo>
                    <a:pt x="3222" y="2980"/>
                  </a:lnTo>
                  <a:lnTo>
                    <a:pt x="3198" y="2974"/>
                  </a:lnTo>
                  <a:lnTo>
                    <a:pt x="3176" y="2963"/>
                  </a:lnTo>
                  <a:lnTo>
                    <a:pt x="3154" y="2949"/>
                  </a:lnTo>
                  <a:lnTo>
                    <a:pt x="3133" y="2930"/>
                  </a:lnTo>
                  <a:lnTo>
                    <a:pt x="3113" y="2909"/>
                  </a:lnTo>
                  <a:lnTo>
                    <a:pt x="3095" y="2886"/>
                  </a:lnTo>
                  <a:lnTo>
                    <a:pt x="3077" y="2858"/>
                  </a:lnTo>
                  <a:lnTo>
                    <a:pt x="3062" y="2828"/>
                  </a:lnTo>
                  <a:lnTo>
                    <a:pt x="3048" y="2796"/>
                  </a:lnTo>
                  <a:lnTo>
                    <a:pt x="3036" y="2762"/>
                  </a:lnTo>
                  <a:lnTo>
                    <a:pt x="3026" y="2725"/>
                  </a:lnTo>
                  <a:lnTo>
                    <a:pt x="3018" y="2686"/>
                  </a:lnTo>
                  <a:lnTo>
                    <a:pt x="3012" y="2647"/>
                  </a:lnTo>
                  <a:lnTo>
                    <a:pt x="3008" y="2604"/>
                  </a:lnTo>
                  <a:lnTo>
                    <a:pt x="3007" y="2562"/>
                  </a:lnTo>
                  <a:lnTo>
                    <a:pt x="3008" y="2520"/>
                  </a:lnTo>
                  <a:lnTo>
                    <a:pt x="3012" y="2478"/>
                  </a:lnTo>
                  <a:lnTo>
                    <a:pt x="3018" y="2438"/>
                  </a:lnTo>
                  <a:lnTo>
                    <a:pt x="3026" y="2400"/>
                  </a:lnTo>
                  <a:lnTo>
                    <a:pt x="3036" y="2363"/>
                  </a:lnTo>
                  <a:lnTo>
                    <a:pt x="3048" y="2329"/>
                  </a:lnTo>
                  <a:lnTo>
                    <a:pt x="3062" y="2296"/>
                  </a:lnTo>
                  <a:lnTo>
                    <a:pt x="3077" y="2267"/>
                  </a:lnTo>
                  <a:lnTo>
                    <a:pt x="3095" y="2240"/>
                  </a:lnTo>
                  <a:lnTo>
                    <a:pt x="3113" y="2215"/>
                  </a:lnTo>
                  <a:lnTo>
                    <a:pt x="3133" y="2194"/>
                  </a:lnTo>
                  <a:lnTo>
                    <a:pt x="3154" y="2176"/>
                  </a:lnTo>
                  <a:lnTo>
                    <a:pt x="3176" y="2162"/>
                  </a:lnTo>
                  <a:lnTo>
                    <a:pt x="3198" y="2152"/>
                  </a:lnTo>
                  <a:lnTo>
                    <a:pt x="3222" y="2146"/>
                  </a:lnTo>
                  <a:lnTo>
                    <a:pt x="3246" y="214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5682" name="Freeform 48"/>
            <p:cNvSpPr>
              <a:spLocks/>
            </p:cNvSpPr>
            <p:nvPr/>
          </p:nvSpPr>
          <p:spPr bwMode="auto">
            <a:xfrm>
              <a:off x="1267" y="1588"/>
              <a:ext cx="87" cy="52"/>
            </a:xfrm>
            <a:custGeom>
              <a:avLst/>
              <a:gdLst>
                <a:gd name="T0" fmla="*/ 3 w 437"/>
                <a:gd name="T1" fmla="*/ 2 h 260"/>
                <a:gd name="T2" fmla="*/ 3 w 437"/>
                <a:gd name="T3" fmla="*/ 2 h 260"/>
                <a:gd name="T4" fmla="*/ 3 w 437"/>
                <a:gd name="T5" fmla="*/ 2 h 260"/>
                <a:gd name="T6" fmla="*/ 3 w 437"/>
                <a:gd name="T7" fmla="*/ 2 h 260"/>
                <a:gd name="T8" fmla="*/ 3 w 437"/>
                <a:gd name="T9" fmla="*/ 1 h 260"/>
                <a:gd name="T10" fmla="*/ 3 w 437"/>
                <a:gd name="T11" fmla="*/ 1 h 260"/>
                <a:gd name="T12" fmla="*/ 3 w 437"/>
                <a:gd name="T13" fmla="*/ 1 h 260"/>
                <a:gd name="T14" fmla="*/ 3 w 437"/>
                <a:gd name="T15" fmla="*/ 1 h 260"/>
                <a:gd name="T16" fmla="*/ 3 w 437"/>
                <a:gd name="T17" fmla="*/ 1 h 260"/>
                <a:gd name="T18" fmla="*/ 2 w 437"/>
                <a:gd name="T19" fmla="*/ 1 h 260"/>
                <a:gd name="T20" fmla="*/ 2 w 437"/>
                <a:gd name="T21" fmla="*/ 0 h 260"/>
                <a:gd name="T22" fmla="*/ 2 w 437"/>
                <a:gd name="T23" fmla="*/ 0 h 260"/>
                <a:gd name="T24" fmla="*/ 2 w 437"/>
                <a:gd name="T25" fmla="*/ 0 h 260"/>
                <a:gd name="T26" fmla="*/ 1 w 437"/>
                <a:gd name="T27" fmla="*/ 0 h 260"/>
                <a:gd name="T28" fmla="*/ 1 w 437"/>
                <a:gd name="T29" fmla="*/ 0 h 260"/>
                <a:gd name="T30" fmla="*/ 1 w 437"/>
                <a:gd name="T31" fmla="*/ 0 h 260"/>
                <a:gd name="T32" fmla="*/ 0 w 437"/>
                <a:gd name="T33" fmla="*/ 0 h 260"/>
                <a:gd name="T34" fmla="*/ 0 w 437"/>
                <a:gd name="T35" fmla="*/ 0 h 260"/>
                <a:gd name="T36" fmla="*/ 0 w 437"/>
                <a:gd name="T37" fmla="*/ 0 h 260"/>
                <a:gd name="T38" fmla="*/ 0 w 437"/>
                <a:gd name="T39" fmla="*/ 0 h 260"/>
                <a:gd name="T40" fmla="*/ 1 w 437"/>
                <a:gd name="T41" fmla="*/ 0 h 260"/>
                <a:gd name="T42" fmla="*/ 1 w 437"/>
                <a:gd name="T43" fmla="*/ 0 h 260"/>
                <a:gd name="T44" fmla="*/ 1 w 437"/>
                <a:gd name="T45" fmla="*/ 0 h 260"/>
                <a:gd name="T46" fmla="*/ 2 w 437"/>
                <a:gd name="T47" fmla="*/ 0 h 260"/>
                <a:gd name="T48" fmla="*/ 2 w 437"/>
                <a:gd name="T49" fmla="*/ 0 h 260"/>
                <a:gd name="T50" fmla="*/ 2 w 437"/>
                <a:gd name="T51" fmla="*/ 1 h 260"/>
                <a:gd name="T52" fmla="*/ 2 w 437"/>
                <a:gd name="T53" fmla="*/ 1 h 260"/>
                <a:gd name="T54" fmla="*/ 3 w 437"/>
                <a:gd name="T55" fmla="*/ 1 h 260"/>
                <a:gd name="T56" fmla="*/ 3 w 437"/>
                <a:gd name="T57" fmla="*/ 1 h 260"/>
                <a:gd name="T58" fmla="*/ 3 w 437"/>
                <a:gd name="T59" fmla="*/ 1 h 260"/>
                <a:gd name="T60" fmla="*/ 3 w 437"/>
                <a:gd name="T61" fmla="*/ 1 h 260"/>
                <a:gd name="T62" fmla="*/ 3 w 437"/>
                <a:gd name="T63" fmla="*/ 1 h 260"/>
                <a:gd name="T64" fmla="*/ 3 w 437"/>
                <a:gd name="T65" fmla="*/ 2 h 260"/>
                <a:gd name="T66" fmla="*/ 3 w 437"/>
                <a:gd name="T67" fmla="*/ 2 h 260"/>
                <a:gd name="T68" fmla="*/ 3 w 437"/>
                <a:gd name="T69" fmla="*/ 2 h 260"/>
                <a:gd name="T70" fmla="*/ 3 w 437"/>
                <a:gd name="T71" fmla="*/ 2 h 260"/>
                <a:gd name="T72" fmla="*/ 3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437" y="260"/>
                  </a:moveTo>
                  <a:lnTo>
                    <a:pt x="437" y="260"/>
                  </a:lnTo>
                  <a:lnTo>
                    <a:pt x="434" y="233"/>
                  </a:lnTo>
                  <a:lnTo>
                    <a:pt x="427" y="206"/>
                  </a:lnTo>
                  <a:lnTo>
                    <a:pt x="417" y="181"/>
                  </a:lnTo>
                  <a:lnTo>
                    <a:pt x="401" y="157"/>
                  </a:lnTo>
                  <a:lnTo>
                    <a:pt x="383" y="133"/>
                  </a:lnTo>
                  <a:lnTo>
                    <a:pt x="360" y="113"/>
                  </a:lnTo>
                  <a:lnTo>
                    <a:pt x="336" y="93"/>
                  </a:lnTo>
                  <a:lnTo>
                    <a:pt x="308" y="73"/>
                  </a:lnTo>
                  <a:lnTo>
                    <a:pt x="276" y="58"/>
                  </a:lnTo>
                  <a:lnTo>
                    <a:pt x="242" y="43"/>
                  </a:lnTo>
                  <a:lnTo>
                    <a:pt x="207" y="30"/>
                  </a:lnTo>
                  <a:lnTo>
                    <a:pt x="168" y="19"/>
                  </a:lnTo>
                  <a:lnTo>
                    <a:pt x="128" y="11"/>
                  </a:lnTo>
                  <a:lnTo>
                    <a:pt x="87" y="4"/>
                  </a:lnTo>
                  <a:lnTo>
                    <a:pt x="43" y="1"/>
                  </a:lnTo>
                  <a:lnTo>
                    <a:pt x="0" y="0"/>
                  </a:lnTo>
                  <a:lnTo>
                    <a:pt x="0" y="11"/>
                  </a:lnTo>
                  <a:lnTo>
                    <a:pt x="43" y="12"/>
                  </a:lnTo>
                  <a:lnTo>
                    <a:pt x="85" y="16"/>
                  </a:lnTo>
                  <a:lnTo>
                    <a:pt x="126" y="23"/>
                  </a:lnTo>
                  <a:lnTo>
                    <a:pt x="166" y="31"/>
                  </a:lnTo>
                  <a:lnTo>
                    <a:pt x="202" y="42"/>
                  </a:lnTo>
                  <a:lnTo>
                    <a:pt x="237" y="55"/>
                  </a:lnTo>
                  <a:lnTo>
                    <a:pt x="271" y="70"/>
                  </a:lnTo>
                  <a:lnTo>
                    <a:pt x="301" y="85"/>
                  </a:lnTo>
                  <a:lnTo>
                    <a:pt x="329" y="103"/>
                  </a:lnTo>
                  <a:lnTo>
                    <a:pt x="353" y="123"/>
                  </a:lnTo>
                  <a:lnTo>
                    <a:pt x="373" y="143"/>
                  </a:lnTo>
                  <a:lnTo>
                    <a:pt x="392" y="164"/>
                  </a:lnTo>
                  <a:lnTo>
                    <a:pt x="405" y="186"/>
                  </a:lnTo>
                  <a:lnTo>
                    <a:pt x="415" y="211"/>
                  </a:lnTo>
                  <a:lnTo>
                    <a:pt x="422" y="235"/>
                  </a:lnTo>
                  <a:lnTo>
                    <a:pt x="425" y="260"/>
                  </a:lnTo>
                  <a:lnTo>
                    <a:pt x="437"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5683" name="Freeform 49"/>
            <p:cNvSpPr>
              <a:spLocks/>
            </p:cNvSpPr>
            <p:nvPr/>
          </p:nvSpPr>
          <p:spPr bwMode="auto">
            <a:xfrm>
              <a:off x="1267" y="1640"/>
              <a:ext cx="87" cy="52"/>
            </a:xfrm>
            <a:custGeom>
              <a:avLst/>
              <a:gdLst>
                <a:gd name="T0" fmla="*/ 0 w 437"/>
                <a:gd name="T1" fmla="*/ 2 h 260"/>
                <a:gd name="T2" fmla="*/ 0 w 437"/>
                <a:gd name="T3" fmla="*/ 2 h 260"/>
                <a:gd name="T4" fmla="*/ 0 w 437"/>
                <a:gd name="T5" fmla="*/ 2 h 260"/>
                <a:gd name="T6" fmla="*/ 1 w 437"/>
                <a:gd name="T7" fmla="*/ 2 h 260"/>
                <a:gd name="T8" fmla="*/ 1 w 437"/>
                <a:gd name="T9" fmla="*/ 2 h 260"/>
                <a:gd name="T10" fmla="*/ 1 w 437"/>
                <a:gd name="T11" fmla="*/ 2 h 260"/>
                <a:gd name="T12" fmla="*/ 2 w 437"/>
                <a:gd name="T13" fmla="*/ 2 h 260"/>
                <a:gd name="T14" fmla="*/ 2 w 437"/>
                <a:gd name="T15" fmla="*/ 2 h 260"/>
                <a:gd name="T16" fmla="*/ 2 w 437"/>
                <a:gd name="T17" fmla="*/ 2 h 260"/>
                <a:gd name="T18" fmla="*/ 2 w 437"/>
                <a:gd name="T19" fmla="*/ 1 h 260"/>
                <a:gd name="T20" fmla="*/ 3 w 437"/>
                <a:gd name="T21" fmla="*/ 1 h 260"/>
                <a:gd name="T22" fmla="*/ 3 w 437"/>
                <a:gd name="T23" fmla="*/ 1 h 260"/>
                <a:gd name="T24" fmla="*/ 3 w 437"/>
                <a:gd name="T25" fmla="*/ 1 h 260"/>
                <a:gd name="T26" fmla="*/ 3 w 437"/>
                <a:gd name="T27" fmla="*/ 1 h 260"/>
                <a:gd name="T28" fmla="*/ 3 w 437"/>
                <a:gd name="T29" fmla="*/ 1 h 260"/>
                <a:gd name="T30" fmla="*/ 3 w 437"/>
                <a:gd name="T31" fmla="*/ 0 h 260"/>
                <a:gd name="T32" fmla="*/ 3 w 437"/>
                <a:gd name="T33" fmla="*/ 0 h 260"/>
                <a:gd name="T34" fmla="*/ 3 w 437"/>
                <a:gd name="T35" fmla="*/ 0 h 260"/>
                <a:gd name="T36" fmla="*/ 3 w 437"/>
                <a:gd name="T37" fmla="*/ 0 h 260"/>
                <a:gd name="T38" fmla="*/ 3 w 437"/>
                <a:gd name="T39" fmla="*/ 0 h 260"/>
                <a:gd name="T40" fmla="*/ 3 w 437"/>
                <a:gd name="T41" fmla="*/ 0 h 260"/>
                <a:gd name="T42" fmla="*/ 3 w 437"/>
                <a:gd name="T43" fmla="*/ 1 h 260"/>
                <a:gd name="T44" fmla="*/ 3 w 437"/>
                <a:gd name="T45" fmla="*/ 1 h 260"/>
                <a:gd name="T46" fmla="*/ 3 w 437"/>
                <a:gd name="T47" fmla="*/ 1 h 260"/>
                <a:gd name="T48" fmla="*/ 3 w 437"/>
                <a:gd name="T49" fmla="*/ 1 h 260"/>
                <a:gd name="T50" fmla="*/ 3 w 437"/>
                <a:gd name="T51" fmla="*/ 1 h 260"/>
                <a:gd name="T52" fmla="*/ 2 w 437"/>
                <a:gd name="T53" fmla="*/ 1 h 260"/>
                <a:gd name="T54" fmla="*/ 2 w 437"/>
                <a:gd name="T55" fmla="*/ 2 h 260"/>
                <a:gd name="T56" fmla="*/ 2 w 437"/>
                <a:gd name="T57" fmla="*/ 2 h 260"/>
                <a:gd name="T58" fmla="*/ 2 w 437"/>
                <a:gd name="T59" fmla="*/ 2 h 260"/>
                <a:gd name="T60" fmla="*/ 1 w 437"/>
                <a:gd name="T61" fmla="*/ 2 h 260"/>
                <a:gd name="T62" fmla="*/ 1 w 437"/>
                <a:gd name="T63" fmla="*/ 2 h 260"/>
                <a:gd name="T64" fmla="*/ 1 w 437"/>
                <a:gd name="T65" fmla="*/ 2 h 260"/>
                <a:gd name="T66" fmla="*/ 0 w 437"/>
                <a:gd name="T67" fmla="*/ 2 h 260"/>
                <a:gd name="T68" fmla="*/ 0 w 437"/>
                <a:gd name="T69" fmla="*/ 2 h 260"/>
                <a:gd name="T70" fmla="*/ 0 w 437"/>
                <a:gd name="T71" fmla="*/ 2 h 260"/>
                <a:gd name="T72" fmla="*/ 0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0" y="260"/>
                  </a:moveTo>
                  <a:lnTo>
                    <a:pt x="0" y="260"/>
                  </a:lnTo>
                  <a:lnTo>
                    <a:pt x="43" y="259"/>
                  </a:lnTo>
                  <a:lnTo>
                    <a:pt x="87" y="255"/>
                  </a:lnTo>
                  <a:lnTo>
                    <a:pt x="128" y="248"/>
                  </a:lnTo>
                  <a:lnTo>
                    <a:pt x="168" y="240"/>
                  </a:lnTo>
                  <a:lnTo>
                    <a:pt x="207" y="230"/>
                  </a:lnTo>
                  <a:lnTo>
                    <a:pt x="242" y="217"/>
                  </a:lnTo>
                  <a:lnTo>
                    <a:pt x="276" y="202"/>
                  </a:lnTo>
                  <a:lnTo>
                    <a:pt x="308" y="185"/>
                  </a:lnTo>
                  <a:lnTo>
                    <a:pt x="336" y="166"/>
                  </a:lnTo>
                  <a:lnTo>
                    <a:pt x="360" y="146"/>
                  </a:lnTo>
                  <a:lnTo>
                    <a:pt x="383" y="125"/>
                  </a:lnTo>
                  <a:lnTo>
                    <a:pt x="401" y="102"/>
                  </a:lnTo>
                  <a:lnTo>
                    <a:pt x="417" y="77"/>
                  </a:lnTo>
                  <a:lnTo>
                    <a:pt x="427" y="53"/>
                  </a:lnTo>
                  <a:lnTo>
                    <a:pt x="434" y="27"/>
                  </a:lnTo>
                  <a:lnTo>
                    <a:pt x="437" y="0"/>
                  </a:lnTo>
                  <a:lnTo>
                    <a:pt x="425" y="0"/>
                  </a:lnTo>
                  <a:lnTo>
                    <a:pt x="422" y="24"/>
                  </a:lnTo>
                  <a:lnTo>
                    <a:pt x="415" y="48"/>
                  </a:lnTo>
                  <a:lnTo>
                    <a:pt x="405" y="73"/>
                  </a:lnTo>
                  <a:lnTo>
                    <a:pt x="392" y="95"/>
                  </a:lnTo>
                  <a:lnTo>
                    <a:pt x="373" y="116"/>
                  </a:lnTo>
                  <a:lnTo>
                    <a:pt x="353" y="137"/>
                  </a:lnTo>
                  <a:lnTo>
                    <a:pt x="329" y="157"/>
                  </a:lnTo>
                  <a:lnTo>
                    <a:pt x="301" y="173"/>
                  </a:lnTo>
                  <a:lnTo>
                    <a:pt x="271" y="190"/>
                  </a:lnTo>
                  <a:lnTo>
                    <a:pt x="237" y="205"/>
                  </a:lnTo>
                  <a:lnTo>
                    <a:pt x="202" y="218"/>
                  </a:lnTo>
                  <a:lnTo>
                    <a:pt x="166" y="228"/>
                  </a:lnTo>
                  <a:lnTo>
                    <a:pt x="126" y="237"/>
                  </a:lnTo>
                  <a:lnTo>
                    <a:pt x="85" y="244"/>
                  </a:lnTo>
                  <a:lnTo>
                    <a:pt x="43" y="247"/>
                  </a:lnTo>
                  <a:lnTo>
                    <a:pt x="0" y="248"/>
                  </a:lnTo>
                  <a:lnTo>
                    <a:pt x="0"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5684" name="Freeform 50"/>
            <p:cNvSpPr>
              <a:spLocks/>
            </p:cNvSpPr>
            <p:nvPr/>
          </p:nvSpPr>
          <p:spPr bwMode="auto">
            <a:xfrm>
              <a:off x="1179" y="1640"/>
              <a:ext cx="88" cy="52"/>
            </a:xfrm>
            <a:custGeom>
              <a:avLst/>
              <a:gdLst>
                <a:gd name="T0" fmla="*/ 0 w 439"/>
                <a:gd name="T1" fmla="*/ 0 h 260"/>
                <a:gd name="T2" fmla="*/ 0 w 439"/>
                <a:gd name="T3" fmla="*/ 0 h 260"/>
                <a:gd name="T4" fmla="*/ 0 w 439"/>
                <a:gd name="T5" fmla="*/ 0 h 260"/>
                <a:gd name="T6" fmla="*/ 0 w 439"/>
                <a:gd name="T7" fmla="*/ 0 h 260"/>
                <a:gd name="T8" fmla="*/ 0 w 439"/>
                <a:gd name="T9" fmla="*/ 1 h 260"/>
                <a:gd name="T10" fmla="*/ 0 w 439"/>
                <a:gd name="T11" fmla="*/ 1 h 260"/>
                <a:gd name="T12" fmla="*/ 0 w 439"/>
                <a:gd name="T13" fmla="*/ 1 h 260"/>
                <a:gd name="T14" fmla="*/ 1 w 439"/>
                <a:gd name="T15" fmla="*/ 1 h 260"/>
                <a:gd name="T16" fmla="*/ 1 w 439"/>
                <a:gd name="T17" fmla="*/ 1 h 260"/>
                <a:gd name="T18" fmla="*/ 1 w 439"/>
                <a:gd name="T19" fmla="*/ 1 h 260"/>
                <a:gd name="T20" fmla="*/ 1 w 439"/>
                <a:gd name="T21" fmla="*/ 2 h 260"/>
                <a:gd name="T22" fmla="*/ 2 w 439"/>
                <a:gd name="T23" fmla="*/ 2 h 260"/>
                <a:gd name="T24" fmla="*/ 2 w 439"/>
                <a:gd name="T25" fmla="*/ 2 h 260"/>
                <a:gd name="T26" fmla="*/ 2 w 439"/>
                <a:gd name="T27" fmla="*/ 2 h 260"/>
                <a:gd name="T28" fmla="*/ 2 w 439"/>
                <a:gd name="T29" fmla="*/ 2 h 260"/>
                <a:gd name="T30" fmla="*/ 3 w 439"/>
                <a:gd name="T31" fmla="*/ 2 h 260"/>
                <a:gd name="T32" fmla="*/ 3 w 439"/>
                <a:gd name="T33" fmla="*/ 2 h 260"/>
                <a:gd name="T34" fmla="*/ 4 w 439"/>
                <a:gd name="T35" fmla="*/ 2 h 260"/>
                <a:gd name="T36" fmla="*/ 4 w 439"/>
                <a:gd name="T37" fmla="*/ 2 h 260"/>
                <a:gd name="T38" fmla="*/ 3 w 439"/>
                <a:gd name="T39" fmla="*/ 2 h 260"/>
                <a:gd name="T40" fmla="*/ 3 w 439"/>
                <a:gd name="T41" fmla="*/ 2 h 260"/>
                <a:gd name="T42" fmla="*/ 3 w 439"/>
                <a:gd name="T43" fmla="*/ 2 h 260"/>
                <a:gd name="T44" fmla="*/ 2 w 439"/>
                <a:gd name="T45" fmla="*/ 2 h 260"/>
                <a:gd name="T46" fmla="*/ 2 w 439"/>
                <a:gd name="T47" fmla="*/ 2 h 260"/>
                <a:gd name="T48" fmla="*/ 2 w 439"/>
                <a:gd name="T49" fmla="*/ 2 h 260"/>
                <a:gd name="T50" fmla="*/ 1 w 439"/>
                <a:gd name="T51" fmla="*/ 2 h 260"/>
                <a:gd name="T52" fmla="*/ 1 w 439"/>
                <a:gd name="T53" fmla="*/ 1 h 260"/>
                <a:gd name="T54" fmla="*/ 1 w 439"/>
                <a:gd name="T55" fmla="*/ 1 h 260"/>
                <a:gd name="T56" fmla="*/ 1 w 439"/>
                <a:gd name="T57" fmla="*/ 1 h 260"/>
                <a:gd name="T58" fmla="*/ 1 w 439"/>
                <a:gd name="T59" fmla="*/ 1 h 260"/>
                <a:gd name="T60" fmla="*/ 0 w 439"/>
                <a:gd name="T61" fmla="*/ 1 h 260"/>
                <a:gd name="T62" fmla="*/ 0 w 439"/>
                <a:gd name="T63" fmla="*/ 1 h 260"/>
                <a:gd name="T64" fmla="*/ 0 w 439"/>
                <a:gd name="T65" fmla="*/ 0 h 260"/>
                <a:gd name="T66" fmla="*/ 0 w 439"/>
                <a:gd name="T67" fmla="*/ 0 h 260"/>
                <a:gd name="T68" fmla="*/ 0 w 439"/>
                <a:gd name="T69" fmla="*/ 0 h 260"/>
                <a:gd name="T70" fmla="*/ 0 w 439"/>
                <a:gd name="T71" fmla="*/ 0 h 260"/>
                <a:gd name="T72" fmla="*/ 0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0" y="0"/>
                  </a:moveTo>
                  <a:lnTo>
                    <a:pt x="0" y="0"/>
                  </a:lnTo>
                  <a:lnTo>
                    <a:pt x="3" y="27"/>
                  </a:lnTo>
                  <a:lnTo>
                    <a:pt x="10" y="53"/>
                  </a:lnTo>
                  <a:lnTo>
                    <a:pt x="20" y="77"/>
                  </a:lnTo>
                  <a:lnTo>
                    <a:pt x="35" y="102"/>
                  </a:lnTo>
                  <a:lnTo>
                    <a:pt x="54" y="125"/>
                  </a:lnTo>
                  <a:lnTo>
                    <a:pt x="76" y="146"/>
                  </a:lnTo>
                  <a:lnTo>
                    <a:pt x="102" y="166"/>
                  </a:lnTo>
                  <a:lnTo>
                    <a:pt x="130" y="185"/>
                  </a:lnTo>
                  <a:lnTo>
                    <a:pt x="162" y="202"/>
                  </a:lnTo>
                  <a:lnTo>
                    <a:pt x="195" y="217"/>
                  </a:lnTo>
                  <a:lnTo>
                    <a:pt x="231" y="230"/>
                  </a:lnTo>
                  <a:lnTo>
                    <a:pt x="270" y="240"/>
                  </a:lnTo>
                  <a:lnTo>
                    <a:pt x="310" y="248"/>
                  </a:lnTo>
                  <a:lnTo>
                    <a:pt x="351" y="255"/>
                  </a:lnTo>
                  <a:lnTo>
                    <a:pt x="395" y="259"/>
                  </a:lnTo>
                  <a:lnTo>
                    <a:pt x="439" y="260"/>
                  </a:lnTo>
                  <a:lnTo>
                    <a:pt x="439" y="248"/>
                  </a:lnTo>
                  <a:lnTo>
                    <a:pt x="395" y="247"/>
                  </a:lnTo>
                  <a:lnTo>
                    <a:pt x="353" y="244"/>
                  </a:lnTo>
                  <a:lnTo>
                    <a:pt x="312" y="237"/>
                  </a:lnTo>
                  <a:lnTo>
                    <a:pt x="272" y="228"/>
                  </a:lnTo>
                  <a:lnTo>
                    <a:pt x="236" y="218"/>
                  </a:lnTo>
                  <a:lnTo>
                    <a:pt x="200" y="205"/>
                  </a:lnTo>
                  <a:lnTo>
                    <a:pt x="167" y="190"/>
                  </a:lnTo>
                  <a:lnTo>
                    <a:pt x="137" y="173"/>
                  </a:lnTo>
                  <a:lnTo>
                    <a:pt x="109" y="157"/>
                  </a:lnTo>
                  <a:lnTo>
                    <a:pt x="84" y="137"/>
                  </a:lnTo>
                  <a:lnTo>
                    <a:pt x="64" y="116"/>
                  </a:lnTo>
                  <a:lnTo>
                    <a:pt x="45" y="95"/>
                  </a:lnTo>
                  <a:lnTo>
                    <a:pt x="32" y="73"/>
                  </a:lnTo>
                  <a:lnTo>
                    <a:pt x="21" y="48"/>
                  </a:lnTo>
                  <a:lnTo>
                    <a:pt x="14" y="24"/>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5685" name="Freeform 51"/>
            <p:cNvSpPr>
              <a:spLocks/>
            </p:cNvSpPr>
            <p:nvPr/>
          </p:nvSpPr>
          <p:spPr bwMode="auto">
            <a:xfrm>
              <a:off x="1179" y="1588"/>
              <a:ext cx="88" cy="52"/>
            </a:xfrm>
            <a:custGeom>
              <a:avLst/>
              <a:gdLst>
                <a:gd name="T0" fmla="*/ 4 w 439"/>
                <a:gd name="T1" fmla="*/ 0 h 260"/>
                <a:gd name="T2" fmla="*/ 4 w 439"/>
                <a:gd name="T3" fmla="*/ 0 h 260"/>
                <a:gd name="T4" fmla="*/ 3 w 439"/>
                <a:gd name="T5" fmla="*/ 0 h 260"/>
                <a:gd name="T6" fmla="*/ 3 w 439"/>
                <a:gd name="T7" fmla="*/ 0 h 260"/>
                <a:gd name="T8" fmla="*/ 2 w 439"/>
                <a:gd name="T9" fmla="*/ 0 h 260"/>
                <a:gd name="T10" fmla="*/ 2 w 439"/>
                <a:gd name="T11" fmla="*/ 0 h 260"/>
                <a:gd name="T12" fmla="*/ 2 w 439"/>
                <a:gd name="T13" fmla="*/ 0 h 260"/>
                <a:gd name="T14" fmla="*/ 2 w 439"/>
                <a:gd name="T15" fmla="*/ 0 h 260"/>
                <a:gd name="T16" fmla="*/ 1 w 439"/>
                <a:gd name="T17" fmla="*/ 0 h 260"/>
                <a:gd name="T18" fmla="*/ 1 w 439"/>
                <a:gd name="T19" fmla="*/ 1 h 260"/>
                <a:gd name="T20" fmla="*/ 1 w 439"/>
                <a:gd name="T21" fmla="*/ 1 h 260"/>
                <a:gd name="T22" fmla="*/ 1 w 439"/>
                <a:gd name="T23" fmla="*/ 1 h 260"/>
                <a:gd name="T24" fmla="*/ 0 w 439"/>
                <a:gd name="T25" fmla="*/ 1 h 260"/>
                <a:gd name="T26" fmla="*/ 0 w 439"/>
                <a:gd name="T27" fmla="*/ 1 h 260"/>
                <a:gd name="T28" fmla="*/ 0 w 439"/>
                <a:gd name="T29" fmla="*/ 1 h 260"/>
                <a:gd name="T30" fmla="*/ 0 w 439"/>
                <a:gd name="T31" fmla="*/ 2 h 260"/>
                <a:gd name="T32" fmla="*/ 0 w 439"/>
                <a:gd name="T33" fmla="*/ 2 h 260"/>
                <a:gd name="T34" fmla="*/ 0 w 439"/>
                <a:gd name="T35" fmla="*/ 2 h 260"/>
                <a:gd name="T36" fmla="*/ 0 w 439"/>
                <a:gd name="T37" fmla="*/ 2 h 260"/>
                <a:gd name="T38" fmla="*/ 0 w 439"/>
                <a:gd name="T39" fmla="*/ 2 h 260"/>
                <a:gd name="T40" fmla="*/ 0 w 439"/>
                <a:gd name="T41" fmla="*/ 2 h 260"/>
                <a:gd name="T42" fmla="*/ 0 w 439"/>
                <a:gd name="T43" fmla="*/ 1 h 260"/>
                <a:gd name="T44" fmla="*/ 0 w 439"/>
                <a:gd name="T45" fmla="*/ 1 h 260"/>
                <a:gd name="T46" fmla="*/ 1 w 439"/>
                <a:gd name="T47" fmla="*/ 1 h 260"/>
                <a:gd name="T48" fmla="*/ 1 w 439"/>
                <a:gd name="T49" fmla="*/ 1 h 260"/>
                <a:gd name="T50" fmla="*/ 1 w 439"/>
                <a:gd name="T51" fmla="*/ 1 h 260"/>
                <a:gd name="T52" fmla="*/ 1 w 439"/>
                <a:gd name="T53" fmla="*/ 1 h 260"/>
                <a:gd name="T54" fmla="*/ 1 w 439"/>
                <a:gd name="T55" fmla="*/ 1 h 260"/>
                <a:gd name="T56" fmla="*/ 2 w 439"/>
                <a:gd name="T57" fmla="*/ 0 h 260"/>
                <a:gd name="T58" fmla="*/ 2 w 439"/>
                <a:gd name="T59" fmla="*/ 0 h 260"/>
                <a:gd name="T60" fmla="*/ 2 w 439"/>
                <a:gd name="T61" fmla="*/ 0 h 260"/>
                <a:gd name="T62" fmla="*/ 3 w 439"/>
                <a:gd name="T63" fmla="*/ 0 h 260"/>
                <a:gd name="T64" fmla="*/ 3 w 439"/>
                <a:gd name="T65" fmla="*/ 0 h 260"/>
                <a:gd name="T66" fmla="*/ 3 w 439"/>
                <a:gd name="T67" fmla="*/ 0 h 260"/>
                <a:gd name="T68" fmla="*/ 4 w 439"/>
                <a:gd name="T69" fmla="*/ 0 h 260"/>
                <a:gd name="T70" fmla="*/ 4 w 439"/>
                <a:gd name="T71" fmla="*/ 0 h 260"/>
                <a:gd name="T72" fmla="*/ 4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439" y="0"/>
                  </a:moveTo>
                  <a:lnTo>
                    <a:pt x="439" y="0"/>
                  </a:lnTo>
                  <a:lnTo>
                    <a:pt x="395" y="1"/>
                  </a:lnTo>
                  <a:lnTo>
                    <a:pt x="351" y="4"/>
                  </a:lnTo>
                  <a:lnTo>
                    <a:pt x="310" y="11"/>
                  </a:lnTo>
                  <a:lnTo>
                    <a:pt x="270" y="19"/>
                  </a:lnTo>
                  <a:lnTo>
                    <a:pt x="231" y="30"/>
                  </a:lnTo>
                  <a:lnTo>
                    <a:pt x="195" y="43"/>
                  </a:lnTo>
                  <a:lnTo>
                    <a:pt x="162" y="58"/>
                  </a:lnTo>
                  <a:lnTo>
                    <a:pt x="130" y="73"/>
                  </a:lnTo>
                  <a:lnTo>
                    <a:pt x="102" y="93"/>
                  </a:lnTo>
                  <a:lnTo>
                    <a:pt x="76" y="113"/>
                  </a:lnTo>
                  <a:lnTo>
                    <a:pt x="54" y="133"/>
                  </a:lnTo>
                  <a:lnTo>
                    <a:pt x="35" y="157"/>
                  </a:lnTo>
                  <a:lnTo>
                    <a:pt x="20" y="181"/>
                  </a:lnTo>
                  <a:lnTo>
                    <a:pt x="10" y="206"/>
                  </a:lnTo>
                  <a:lnTo>
                    <a:pt x="3" y="233"/>
                  </a:lnTo>
                  <a:lnTo>
                    <a:pt x="0" y="260"/>
                  </a:lnTo>
                  <a:lnTo>
                    <a:pt x="12" y="260"/>
                  </a:lnTo>
                  <a:lnTo>
                    <a:pt x="14" y="235"/>
                  </a:lnTo>
                  <a:lnTo>
                    <a:pt x="21" y="211"/>
                  </a:lnTo>
                  <a:lnTo>
                    <a:pt x="32" y="186"/>
                  </a:lnTo>
                  <a:lnTo>
                    <a:pt x="45" y="164"/>
                  </a:lnTo>
                  <a:lnTo>
                    <a:pt x="64" y="143"/>
                  </a:lnTo>
                  <a:lnTo>
                    <a:pt x="84" y="123"/>
                  </a:lnTo>
                  <a:lnTo>
                    <a:pt x="109" y="103"/>
                  </a:lnTo>
                  <a:lnTo>
                    <a:pt x="137" y="85"/>
                  </a:lnTo>
                  <a:lnTo>
                    <a:pt x="167" y="70"/>
                  </a:lnTo>
                  <a:lnTo>
                    <a:pt x="200" y="55"/>
                  </a:lnTo>
                  <a:lnTo>
                    <a:pt x="236" y="42"/>
                  </a:lnTo>
                  <a:lnTo>
                    <a:pt x="272" y="31"/>
                  </a:lnTo>
                  <a:lnTo>
                    <a:pt x="312" y="23"/>
                  </a:lnTo>
                  <a:lnTo>
                    <a:pt x="353" y="16"/>
                  </a:lnTo>
                  <a:lnTo>
                    <a:pt x="395" y="12"/>
                  </a:lnTo>
                  <a:lnTo>
                    <a:pt x="439" y="11"/>
                  </a:lnTo>
                  <a:lnTo>
                    <a:pt x="439"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5686" name="Freeform 52"/>
            <p:cNvSpPr>
              <a:spLocks/>
            </p:cNvSpPr>
            <p:nvPr/>
          </p:nvSpPr>
          <p:spPr bwMode="auto">
            <a:xfrm>
              <a:off x="964" y="1745"/>
              <a:ext cx="48" cy="85"/>
            </a:xfrm>
            <a:custGeom>
              <a:avLst/>
              <a:gdLst>
                <a:gd name="T0" fmla="*/ 2 w 244"/>
                <a:gd name="T1" fmla="*/ 3 h 426"/>
                <a:gd name="T2" fmla="*/ 2 w 244"/>
                <a:gd name="T3" fmla="*/ 3 h 426"/>
                <a:gd name="T4" fmla="*/ 2 w 244"/>
                <a:gd name="T5" fmla="*/ 3 h 426"/>
                <a:gd name="T6" fmla="*/ 2 w 244"/>
                <a:gd name="T7" fmla="*/ 3 h 426"/>
                <a:gd name="T8" fmla="*/ 2 w 244"/>
                <a:gd name="T9" fmla="*/ 2 h 426"/>
                <a:gd name="T10" fmla="*/ 2 w 244"/>
                <a:gd name="T11" fmla="*/ 2 h 426"/>
                <a:gd name="T12" fmla="*/ 2 w 244"/>
                <a:gd name="T13" fmla="*/ 2 h 426"/>
                <a:gd name="T14" fmla="*/ 2 w 244"/>
                <a:gd name="T15" fmla="*/ 2 h 426"/>
                <a:gd name="T16" fmla="*/ 1 w 244"/>
                <a:gd name="T17" fmla="*/ 1 h 426"/>
                <a:gd name="T18" fmla="*/ 1 w 244"/>
                <a:gd name="T19" fmla="*/ 1 h 426"/>
                <a:gd name="T20" fmla="*/ 1 w 244"/>
                <a:gd name="T21" fmla="*/ 1 h 426"/>
                <a:gd name="T22" fmla="*/ 1 w 244"/>
                <a:gd name="T23" fmla="*/ 1 h 426"/>
                <a:gd name="T24" fmla="*/ 1 w 244"/>
                <a:gd name="T25" fmla="*/ 0 h 426"/>
                <a:gd name="T26" fmla="*/ 1 w 244"/>
                <a:gd name="T27" fmla="*/ 0 h 426"/>
                <a:gd name="T28" fmla="*/ 1 w 244"/>
                <a:gd name="T29" fmla="*/ 0 h 426"/>
                <a:gd name="T30" fmla="*/ 0 w 244"/>
                <a:gd name="T31" fmla="*/ 0 h 426"/>
                <a:gd name="T32" fmla="*/ 0 w 244"/>
                <a:gd name="T33" fmla="*/ 0 h 426"/>
                <a:gd name="T34" fmla="*/ 0 w 244"/>
                <a:gd name="T35" fmla="*/ 0 h 426"/>
                <a:gd name="T36" fmla="*/ 0 w 244"/>
                <a:gd name="T37" fmla="*/ 0 h 426"/>
                <a:gd name="T38" fmla="*/ 0 w 244"/>
                <a:gd name="T39" fmla="*/ 0 h 426"/>
                <a:gd name="T40" fmla="*/ 0 w 244"/>
                <a:gd name="T41" fmla="*/ 0 h 426"/>
                <a:gd name="T42" fmla="*/ 1 w 244"/>
                <a:gd name="T43" fmla="*/ 0 h 426"/>
                <a:gd name="T44" fmla="*/ 1 w 244"/>
                <a:gd name="T45" fmla="*/ 0 h 426"/>
                <a:gd name="T46" fmla="*/ 1 w 244"/>
                <a:gd name="T47" fmla="*/ 0 h 426"/>
                <a:gd name="T48" fmla="*/ 1 w 244"/>
                <a:gd name="T49" fmla="*/ 1 h 426"/>
                <a:gd name="T50" fmla="*/ 1 w 244"/>
                <a:gd name="T51" fmla="*/ 1 h 426"/>
                <a:gd name="T52" fmla="*/ 1 w 244"/>
                <a:gd name="T53" fmla="*/ 1 h 426"/>
                <a:gd name="T54" fmla="*/ 1 w 244"/>
                <a:gd name="T55" fmla="*/ 1 h 426"/>
                <a:gd name="T56" fmla="*/ 1 w 244"/>
                <a:gd name="T57" fmla="*/ 2 h 426"/>
                <a:gd name="T58" fmla="*/ 2 w 244"/>
                <a:gd name="T59" fmla="*/ 2 h 426"/>
                <a:gd name="T60" fmla="*/ 2 w 244"/>
                <a:gd name="T61" fmla="*/ 2 h 426"/>
                <a:gd name="T62" fmla="*/ 2 w 244"/>
                <a:gd name="T63" fmla="*/ 2 h 426"/>
                <a:gd name="T64" fmla="*/ 2 w 244"/>
                <a:gd name="T65" fmla="*/ 3 h 426"/>
                <a:gd name="T66" fmla="*/ 2 w 244"/>
                <a:gd name="T67" fmla="*/ 3 h 426"/>
                <a:gd name="T68" fmla="*/ 2 w 244"/>
                <a:gd name="T69" fmla="*/ 3 h 426"/>
                <a:gd name="T70" fmla="*/ 2 w 244"/>
                <a:gd name="T71" fmla="*/ 3 h 426"/>
                <a:gd name="T72" fmla="*/ 2 w 244"/>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6"/>
                <a:gd name="T113" fmla="*/ 244 w 244"/>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6">
                  <a:moveTo>
                    <a:pt x="244" y="426"/>
                  </a:moveTo>
                  <a:lnTo>
                    <a:pt x="244" y="426"/>
                  </a:lnTo>
                  <a:lnTo>
                    <a:pt x="243" y="383"/>
                  </a:lnTo>
                  <a:lnTo>
                    <a:pt x="240" y="340"/>
                  </a:lnTo>
                  <a:lnTo>
                    <a:pt x="234" y="300"/>
                  </a:lnTo>
                  <a:lnTo>
                    <a:pt x="226" y="262"/>
                  </a:lnTo>
                  <a:lnTo>
                    <a:pt x="215" y="224"/>
                  </a:lnTo>
                  <a:lnTo>
                    <a:pt x="203" y="189"/>
                  </a:lnTo>
                  <a:lnTo>
                    <a:pt x="189" y="157"/>
                  </a:lnTo>
                  <a:lnTo>
                    <a:pt x="174" y="126"/>
                  </a:lnTo>
                  <a:lnTo>
                    <a:pt x="155" y="99"/>
                  </a:lnTo>
                  <a:lnTo>
                    <a:pt x="138" y="74"/>
                  </a:lnTo>
                  <a:lnTo>
                    <a:pt x="118" y="52"/>
                  </a:lnTo>
                  <a:lnTo>
                    <a:pt x="96" y="34"/>
                  </a:lnTo>
                  <a:lnTo>
                    <a:pt x="73" y="19"/>
                  </a:lnTo>
                  <a:lnTo>
                    <a:pt x="50" y="8"/>
                  </a:lnTo>
                  <a:lnTo>
                    <a:pt x="25" y="2"/>
                  </a:lnTo>
                  <a:lnTo>
                    <a:pt x="0" y="0"/>
                  </a:lnTo>
                  <a:lnTo>
                    <a:pt x="0" y="12"/>
                  </a:lnTo>
                  <a:lnTo>
                    <a:pt x="23" y="14"/>
                  </a:lnTo>
                  <a:lnTo>
                    <a:pt x="45" y="20"/>
                  </a:lnTo>
                  <a:lnTo>
                    <a:pt x="66" y="31"/>
                  </a:lnTo>
                  <a:lnTo>
                    <a:pt x="89" y="43"/>
                  </a:lnTo>
                  <a:lnTo>
                    <a:pt x="109" y="61"/>
                  </a:lnTo>
                  <a:lnTo>
                    <a:pt x="129" y="81"/>
                  </a:lnTo>
                  <a:lnTo>
                    <a:pt x="146" y="106"/>
                  </a:lnTo>
                  <a:lnTo>
                    <a:pt x="162" y="133"/>
                  </a:lnTo>
                  <a:lnTo>
                    <a:pt x="178" y="162"/>
                  </a:lnTo>
                  <a:lnTo>
                    <a:pt x="192" y="194"/>
                  </a:lnTo>
                  <a:lnTo>
                    <a:pt x="203" y="229"/>
                  </a:lnTo>
                  <a:lnTo>
                    <a:pt x="214" y="264"/>
                  </a:lnTo>
                  <a:lnTo>
                    <a:pt x="222" y="303"/>
                  </a:lnTo>
                  <a:lnTo>
                    <a:pt x="228" y="342"/>
                  </a:lnTo>
                  <a:lnTo>
                    <a:pt x="232" y="383"/>
                  </a:lnTo>
                  <a:lnTo>
                    <a:pt x="233" y="426"/>
                  </a:lnTo>
                  <a:lnTo>
                    <a:pt x="244"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5687" name="Freeform 53"/>
            <p:cNvSpPr>
              <a:spLocks/>
            </p:cNvSpPr>
            <p:nvPr/>
          </p:nvSpPr>
          <p:spPr bwMode="auto">
            <a:xfrm>
              <a:off x="964" y="1830"/>
              <a:ext cx="48" cy="85"/>
            </a:xfrm>
            <a:custGeom>
              <a:avLst/>
              <a:gdLst>
                <a:gd name="T0" fmla="*/ 0 w 244"/>
                <a:gd name="T1" fmla="*/ 3 h 424"/>
                <a:gd name="T2" fmla="*/ 0 w 244"/>
                <a:gd name="T3" fmla="*/ 3 h 424"/>
                <a:gd name="T4" fmla="*/ 0 w 244"/>
                <a:gd name="T5" fmla="*/ 3 h 424"/>
                <a:gd name="T6" fmla="*/ 0 w 244"/>
                <a:gd name="T7" fmla="*/ 3 h 424"/>
                <a:gd name="T8" fmla="*/ 1 w 244"/>
                <a:gd name="T9" fmla="*/ 3 h 424"/>
                <a:gd name="T10" fmla="*/ 1 w 244"/>
                <a:gd name="T11" fmla="*/ 3 h 424"/>
                <a:gd name="T12" fmla="*/ 1 w 244"/>
                <a:gd name="T13" fmla="*/ 3 h 424"/>
                <a:gd name="T14" fmla="*/ 1 w 244"/>
                <a:gd name="T15" fmla="*/ 3 h 424"/>
                <a:gd name="T16" fmla="*/ 1 w 244"/>
                <a:gd name="T17" fmla="*/ 3 h 424"/>
                <a:gd name="T18" fmla="*/ 1 w 244"/>
                <a:gd name="T19" fmla="*/ 2 h 424"/>
                <a:gd name="T20" fmla="*/ 1 w 244"/>
                <a:gd name="T21" fmla="*/ 2 h 424"/>
                <a:gd name="T22" fmla="*/ 2 w 244"/>
                <a:gd name="T23" fmla="*/ 2 h 424"/>
                <a:gd name="T24" fmla="*/ 2 w 244"/>
                <a:gd name="T25" fmla="*/ 2 h 424"/>
                <a:gd name="T26" fmla="*/ 2 w 244"/>
                <a:gd name="T27" fmla="*/ 1 h 424"/>
                <a:gd name="T28" fmla="*/ 2 w 244"/>
                <a:gd name="T29" fmla="*/ 1 h 424"/>
                <a:gd name="T30" fmla="*/ 2 w 244"/>
                <a:gd name="T31" fmla="*/ 1 h 424"/>
                <a:gd name="T32" fmla="*/ 2 w 244"/>
                <a:gd name="T33" fmla="*/ 0 h 424"/>
                <a:gd name="T34" fmla="*/ 2 w 244"/>
                <a:gd name="T35" fmla="*/ 0 h 424"/>
                <a:gd name="T36" fmla="*/ 2 w 244"/>
                <a:gd name="T37" fmla="*/ 0 h 424"/>
                <a:gd name="T38" fmla="*/ 2 w 244"/>
                <a:gd name="T39" fmla="*/ 0 h 424"/>
                <a:gd name="T40" fmla="*/ 2 w 244"/>
                <a:gd name="T41" fmla="*/ 1 h 424"/>
                <a:gd name="T42" fmla="*/ 2 w 244"/>
                <a:gd name="T43" fmla="*/ 1 h 424"/>
                <a:gd name="T44" fmla="*/ 2 w 244"/>
                <a:gd name="T45" fmla="*/ 1 h 424"/>
                <a:gd name="T46" fmla="*/ 2 w 244"/>
                <a:gd name="T47" fmla="*/ 2 h 424"/>
                <a:gd name="T48" fmla="*/ 1 w 244"/>
                <a:gd name="T49" fmla="*/ 2 h 424"/>
                <a:gd name="T50" fmla="*/ 1 w 244"/>
                <a:gd name="T51" fmla="*/ 2 h 424"/>
                <a:gd name="T52" fmla="*/ 1 w 244"/>
                <a:gd name="T53" fmla="*/ 2 h 424"/>
                <a:gd name="T54" fmla="*/ 1 w 244"/>
                <a:gd name="T55" fmla="*/ 3 h 424"/>
                <a:gd name="T56" fmla="*/ 1 w 244"/>
                <a:gd name="T57" fmla="*/ 3 h 424"/>
                <a:gd name="T58" fmla="*/ 1 w 244"/>
                <a:gd name="T59" fmla="*/ 3 h 424"/>
                <a:gd name="T60" fmla="*/ 1 w 244"/>
                <a:gd name="T61" fmla="*/ 3 h 424"/>
                <a:gd name="T62" fmla="*/ 1 w 244"/>
                <a:gd name="T63" fmla="*/ 3 h 424"/>
                <a:gd name="T64" fmla="*/ 0 w 244"/>
                <a:gd name="T65" fmla="*/ 3 h 424"/>
                <a:gd name="T66" fmla="*/ 0 w 244"/>
                <a:gd name="T67" fmla="*/ 3 h 424"/>
                <a:gd name="T68" fmla="*/ 0 w 244"/>
                <a:gd name="T69" fmla="*/ 3 h 424"/>
                <a:gd name="T70" fmla="*/ 0 w 244"/>
                <a:gd name="T71" fmla="*/ 3 h 424"/>
                <a:gd name="T72" fmla="*/ 0 w 244"/>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4"/>
                <a:gd name="T113" fmla="*/ 244 w 244"/>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4">
                  <a:moveTo>
                    <a:pt x="0" y="424"/>
                  </a:moveTo>
                  <a:lnTo>
                    <a:pt x="0" y="424"/>
                  </a:lnTo>
                  <a:lnTo>
                    <a:pt x="25" y="422"/>
                  </a:lnTo>
                  <a:lnTo>
                    <a:pt x="50" y="416"/>
                  </a:lnTo>
                  <a:lnTo>
                    <a:pt x="73" y="405"/>
                  </a:lnTo>
                  <a:lnTo>
                    <a:pt x="96" y="390"/>
                  </a:lnTo>
                  <a:lnTo>
                    <a:pt x="118" y="373"/>
                  </a:lnTo>
                  <a:lnTo>
                    <a:pt x="138" y="350"/>
                  </a:lnTo>
                  <a:lnTo>
                    <a:pt x="155" y="326"/>
                  </a:lnTo>
                  <a:lnTo>
                    <a:pt x="173" y="299"/>
                  </a:lnTo>
                  <a:lnTo>
                    <a:pt x="189" y="268"/>
                  </a:lnTo>
                  <a:lnTo>
                    <a:pt x="203" y="235"/>
                  </a:lnTo>
                  <a:lnTo>
                    <a:pt x="215" y="201"/>
                  </a:lnTo>
                  <a:lnTo>
                    <a:pt x="226" y="163"/>
                  </a:lnTo>
                  <a:lnTo>
                    <a:pt x="234" y="125"/>
                  </a:lnTo>
                  <a:lnTo>
                    <a:pt x="240" y="85"/>
                  </a:lnTo>
                  <a:lnTo>
                    <a:pt x="243" y="42"/>
                  </a:lnTo>
                  <a:lnTo>
                    <a:pt x="244" y="0"/>
                  </a:lnTo>
                  <a:lnTo>
                    <a:pt x="233" y="0"/>
                  </a:lnTo>
                  <a:lnTo>
                    <a:pt x="232" y="42"/>
                  </a:lnTo>
                  <a:lnTo>
                    <a:pt x="228" y="83"/>
                  </a:lnTo>
                  <a:lnTo>
                    <a:pt x="222" y="123"/>
                  </a:lnTo>
                  <a:lnTo>
                    <a:pt x="214" y="160"/>
                  </a:lnTo>
                  <a:lnTo>
                    <a:pt x="203" y="197"/>
                  </a:lnTo>
                  <a:lnTo>
                    <a:pt x="192" y="231"/>
                  </a:lnTo>
                  <a:lnTo>
                    <a:pt x="178" y="263"/>
                  </a:lnTo>
                  <a:lnTo>
                    <a:pt x="164" y="292"/>
                  </a:lnTo>
                  <a:lnTo>
                    <a:pt x="146" y="319"/>
                  </a:lnTo>
                  <a:lnTo>
                    <a:pt x="129" y="343"/>
                  </a:lnTo>
                  <a:lnTo>
                    <a:pt x="109" y="363"/>
                  </a:lnTo>
                  <a:lnTo>
                    <a:pt x="89" y="381"/>
                  </a:lnTo>
                  <a:lnTo>
                    <a:pt x="66" y="394"/>
                  </a:lnTo>
                  <a:lnTo>
                    <a:pt x="45" y="404"/>
                  </a:lnTo>
                  <a:lnTo>
                    <a:pt x="23" y="410"/>
                  </a:lnTo>
                  <a:lnTo>
                    <a:pt x="0" y="412"/>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5688" name="Freeform 54"/>
            <p:cNvSpPr>
              <a:spLocks/>
            </p:cNvSpPr>
            <p:nvPr/>
          </p:nvSpPr>
          <p:spPr bwMode="auto">
            <a:xfrm>
              <a:off x="915" y="1830"/>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1" y="42"/>
                  </a:lnTo>
                  <a:lnTo>
                    <a:pt x="4" y="85"/>
                  </a:lnTo>
                  <a:lnTo>
                    <a:pt x="10" y="125"/>
                  </a:lnTo>
                  <a:lnTo>
                    <a:pt x="19" y="163"/>
                  </a:lnTo>
                  <a:lnTo>
                    <a:pt x="29" y="201"/>
                  </a:lnTo>
                  <a:lnTo>
                    <a:pt x="41" y="235"/>
                  </a:lnTo>
                  <a:lnTo>
                    <a:pt x="55" y="268"/>
                  </a:lnTo>
                  <a:lnTo>
                    <a:pt x="71" y="299"/>
                  </a:lnTo>
                  <a:lnTo>
                    <a:pt x="89" y="326"/>
                  </a:lnTo>
                  <a:lnTo>
                    <a:pt x="106" y="350"/>
                  </a:lnTo>
                  <a:lnTo>
                    <a:pt x="126" y="373"/>
                  </a:lnTo>
                  <a:lnTo>
                    <a:pt x="149" y="390"/>
                  </a:lnTo>
                  <a:lnTo>
                    <a:pt x="171" y="405"/>
                  </a:lnTo>
                  <a:lnTo>
                    <a:pt x="194" y="416"/>
                  </a:lnTo>
                  <a:lnTo>
                    <a:pt x="219" y="422"/>
                  </a:lnTo>
                  <a:lnTo>
                    <a:pt x="245" y="424"/>
                  </a:lnTo>
                  <a:lnTo>
                    <a:pt x="245" y="412"/>
                  </a:lnTo>
                  <a:lnTo>
                    <a:pt x="221" y="410"/>
                  </a:lnTo>
                  <a:lnTo>
                    <a:pt x="199" y="404"/>
                  </a:lnTo>
                  <a:lnTo>
                    <a:pt x="178" y="394"/>
                  </a:lnTo>
                  <a:lnTo>
                    <a:pt x="156" y="381"/>
                  </a:lnTo>
                  <a:lnTo>
                    <a:pt x="136" y="363"/>
                  </a:lnTo>
                  <a:lnTo>
                    <a:pt x="116" y="343"/>
                  </a:lnTo>
                  <a:lnTo>
                    <a:pt x="98" y="319"/>
                  </a:lnTo>
                  <a:lnTo>
                    <a:pt x="81" y="292"/>
                  </a:lnTo>
                  <a:lnTo>
                    <a:pt x="67" y="263"/>
                  </a:lnTo>
                  <a:lnTo>
                    <a:pt x="52" y="231"/>
                  </a:lnTo>
                  <a:lnTo>
                    <a:pt x="41" y="197"/>
                  </a:lnTo>
                  <a:lnTo>
                    <a:pt x="30" y="160"/>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5689" name="Freeform 55"/>
            <p:cNvSpPr>
              <a:spLocks/>
            </p:cNvSpPr>
            <p:nvPr/>
          </p:nvSpPr>
          <p:spPr bwMode="auto">
            <a:xfrm>
              <a:off x="915" y="1745"/>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0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19" y="2"/>
                  </a:lnTo>
                  <a:lnTo>
                    <a:pt x="194" y="8"/>
                  </a:lnTo>
                  <a:lnTo>
                    <a:pt x="171" y="19"/>
                  </a:lnTo>
                  <a:lnTo>
                    <a:pt x="149" y="34"/>
                  </a:lnTo>
                  <a:lnTo>
                    <a:pt x="126" y="52"/>
                  </a:lnTo>
                  <a:lnTo>
                    <a:pt x="106" y="74"/>
                  </a:lnTo>
                  <a:lnTo>
                    <a:pt x="89" y="99"/>
                  </a:lnTo>
                  <a:lnTo>
                    <a:pt x="70" y="126"/>
                  </a:lnTo>
                  <a:lnTo>
                    <a:pt x="55" y="157"/>
                  </a:lnTo>
                  <a:lnTo>
                    <a:pt x="41" y="189"/>
                  </a:lnTo>
                  <a:lnTo>
                    <a:pt x="29" y="224"/>
                  </a:lnTo>
                  <a:lnTo>
                    <a:pt x="19" y="262"/>
                  </a:lnTo>
                  <a:lnTo>
                    <a:pt x="10" y="300"/>
                  </a:lnTo>
                  <a:lnTo>
                    <a:pt x="4" y="340"/>
                  </a:lnTo>
                  <a:lnTo>
                    <a:pt x="1" y="383"/>
                  </a:lnTo>
                  <a:lnTo>
                    <a:pt x="0" y="426"/>
                  </a:lnTo>
                  <a:lnTo>
                    <a:pt x="11" y="426"/>
                  </a:lnTo>
                  <a:lnTo>
                    <a:pt x="13" y="383"/>
                  </a:lnTo>
                  <a:lnTo>
                    <a:pt x="16" y="342"/>
                  </a:lnTo>
                  <a:lnTo>
                    <a:pt x="22" y="303"/>
                  </a:lnTo>
                  <a:lnTo>
                    <a:pt x="30" y="264"/>
                  </a:lnTo>
                  <a:lnTo>
                    <a:pt x="41" y="229"/>
                  </a:lnTo>
                  <a:lnTo>
                    <a:pt x="52" y="194"/>
                  </a:lnTo>
                  <a:lnTo>
                    <a:pt x="67" y="162"/>
                  </a:lnTo>
                  <a:lnTo>
                    <a:pt x="82" y="133"/>
                  </a:lnTo>
                  <a:lnTo>
                    <a:pt x="98" y="106"/>
                  </a:lnTo>
                  <a:lnTo>
                    <a:pt x="116" y="81"/>
                  </a:lnTo>
                  <a:lnTo>
                    <a:pt x="136" y="61"/>
                  </a:lnTo>
                  <a:lnTo>
                    <a:pt x="156" y="43"/>
                  </a:lnTo>
                  <a:lnTo>
                    <a:pt x="178" y="31"/>
                  </a:lnTo>
                  <a:lnTo>
                    <a:pt x="199" y="20"/>
                  </a:lnTo>
                  <a:lnTo>
                    <a:pt x="221"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5690" name="Freeform 56"/>
            <p:cNvSpPr>
              <a:spLocks/>
            </p:cNvSpPr>
            <p:nvPr/>
          </p:nvSpPr>
          <p:spPr bwMode="auto">
            <a:xfrm>
              <a:off x="1140" y="2087"/>
              <a:ext cx="49" cy="85"/>
            </a:xfrm>
            <a:custGeom>
              <a:avLst/>
              <a:gdLst>
                <a:gd name="T0" fmla="*/ 2 w 246"/>
                <a:gd name="T1" fmla="*/ 3 h 424"/>
                <a:gd name="T2" fmla="*/ 2 w 246"/>
                <a:gd name="T3" fmla="*/ 3 h 424"/>
                <a:gd name="T4" fmla="*/ 2 w 246"/>
                <a:gd name="T5" fmla="*/ 3 h 424"/>
                <a:gd name="T6" fmla="*/ 2 w 246"/>
                <a:gd name="T7" fmla="*/ 3 h 424"/>
                <a:gd name="T8" fmla="*/ 2 w 246"/>
                <a:gd name="T9" fmla="*/ 2 h 424"/>
                <a:gd name="T10" fmla="*/ 2 w 246"/>
                <a:gd name="T11" fmla="*/ 2 h 424"/>
                <a:gd name="T12" fmla="*/ 2 w 246"/>
                <a:gd name="T13" fmla="*/ 2 h 424"/>
                <a:gd name="T14" fmla="*/ 2 w 246"/>
                <a:gd name="T15" fmla="*/ 2 h 424"/>
                <a:gd name="T16" fmla="*/ 2 w 246"/>
                <a:gd name="T17" fmla="*/ 1 h 424"/>
                <a:gd name="T18" fmla="*/ 1 w 246"/>
                <a:gd name="T19" fmla="*/ 1 h 424"/>
                <a:gd name="T20" fmla="*/ 1 w 246"/>
                <a:gd name="T21" fmla="*/ 1 h 424"/>
                <a:gd name="T22" fmla="*/ 1 w 246"/>
                <a:gd name="T23" fmla="*/ 1 h 424"/>
                <a:gd name="T24" fmla="*/ 1 w 246"/>
                <a:gd name="T25" fmla="*/ 0 h 424"/>
                <a:gd name="T26" fmla="*/ 1 w 246"/>
                <a:gd name="T27" fmla="*/ 0 h 424"/>
                <a:gd name="T28" fmla="*/ 1 w 246"/>
                <a:gd name="T29" fmla="*/ 0 h 424"/>
                <a:gd name="T30" fmla="*/ 0 w 246"/>
                <a:gd name="T31" fmla="*/ 0 h 424"/>
                <a:gd name="T32" fmla="*/ 0 w 246"/>
                <a:gd name="T33" fmla="*/ 0 h 424"/>
                <a:gd name="T34" fmla="*/ 0 w 246"/>
                <a:gd name="T35" fmla="*/ 0 h 424"/>
                <a:gd name="T36" fmla="*/ 0 w 246"/>
                <a:gd name="T37" fmla="*/ 0 h 424"/>
                <a:gd name="T38" fmla="*/ 0 w 246"/>
                <a:gd name="T39" fmla="*/ 0 h 424"/>
                <a:gd name="T40" fmla="*/ 0 w 246"/>
                <a:gd name="T41" fmla="*/ 0 h 424"/>
                <a:gd name="T42" fmla="*/ 1 w 246"/>
                <a:gd name="T43" fmla="*/ 0 h 424"/>
                <a:gd name="T44" fmla="*/ 1 w 246"/>
                <a:gd name="T45" fmla="*/ 0 h 424"/>
                <a:gd name="T46" fmla="*/ 1 w 246"/>
                <a:gd name="T47" fmla="*/ 0 h 424"/>
                <a:gd name="T48" fmla="*/ 1 w 246"/>
                <a:gd name="T49" fmla="*/ 1 h 424"/>
                <a:gd name="T50" fmla="*/ 1 w 246"/>
                <a:gd name="T51" fmla="*/ 1 h 424"/>
                <a:gd name="T52" fmla="*/ 1 w 246"/>
                <a:gd name="T53" fmla="*/ 1 h 424"/>
                <a:gd name="T54" fmla="*/ 1 w 246"/>
                <a:gd name="T55" fmla="*/ 1 h 424"/>
                <a:gd name="T56" fmla="*/ 2 w 246"/>
                <a:gd name="T57" fmla="*/ 2 h 424"/>
                <a:gd name="T58" fmla="*/ 2 w 246"/>
                <a:gd name="T59" fmla="*/ 2 h 424"/>
                <a:gd name="T60" fmla="*/ 2 w 246"/>
                <a:gd name="T61" fmla="*/ 2 h 424"/>
                <a:gd name="T62" fmla="*/ 2 w 246"/>
                <a:gd name="T63" fmla="*/ 2 h 424"/>
                <a:gd name="T64" fmla="*/ 2 w 246"/>
                <a:gd name="T65" fmla="*/ 3 h 424"/>
                <a:gd name="T66" fmla="*/ 2 w 246"/>
                <a:gd name="T67" fmla="*/ 3 h 424"/>
                <a:gd name="T68" fmla="*/ 2 w 246"/>
                <a:gd name="T69" fmla="*/ 3 h 424"/>
                <a:gd name="T70" fmla="*/ 2 w 246"/>
                <a:gd name="T71" fmla="*/ 3 h 424"/>
                <a:gd name="T72" fmla="*/ 2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424"/>
                  </a:moveTo>
                  <a:lnTo>
                    <a:pt x="246" y="424"/>
                  </a:lnTo>
                  <a:lnTo>
                    <a:pt x="244" y="382"/>
                  </a:lnTo>
                  <a:lnTo>
                    <a:pt x="241" y="338"/>
                  </a:lnTo>
                  <a:lnTo>
                    <a:pt x="235" y="298"/>
                  </a:lnTo>
                  <a:lnTo>
                    <a:pt x="227" y="261"/>
                  </a:lnTo>
                  <a:lnTo>
                    <a:pt x="216" y="222"/>
                  </a:lnTo>
                  <a:lnTo>
                    <a:pt x="205" y="188"/>
                  </a:lnTo>
                  <a:lnTo>
                    <a:pt x="190" y="155"/>
                  </a:lnTo>
                  <a:lnTo>
                    <a:pt x="174" y="125"/>
                  </a:lnTo>
                  <a:lnTo>
                    <a:pt x="157" y="98"/>
                  </a:lnTo>
                  <a:lnTo>
                    <a:pt x="138" y="73"/>
                  </a:lnTo>
                  <a:lnTo>
                    <a:pt x="118" y="51"/>
                  </a:lnTo>
                  <a:lnTo>
                    <a:pt x="96" y="34"/>
                  </a:lnTo>
                  <a:lnTo>
                    <a:pt x="74" y="18"/>
                  </a:lnTo>
                  <a:lnTo>
                    <a:pt x="50" y="8"/>
                  </a:lnTo>
                  <a:lnTo>
                    <a:pt x="25" y="2"/>
                  </a:lnTo>
                  <a:lnTo>
                    <a:pt x="0" y="0"/>
                  </a:lnTo>
                  <a:lnTo>
                    <a:pt x="0" y="11"/>
                  </a:lnTo>
                  <a:lnTo>
                    <a:pt x="23" y="14"/>
                  </a:lnTo>
                  <a:lnTo>
                    <a:pt x="45" y="19"/>
                  </a:lnTo>
                  <a:lnTo>
                    <a:pt x="67" y="30"/>
                  </a:lnTo>
                  <a:lnTo>
                    <a:pt x="89" y="43"/>
                  </a:lnTo>
                  <a:lnTo>
                    <a:pt x="108" y="60"/>
                  </a:lnTo>
                  <a:lnTo>
                    <a:pt x="128" y="80"/>
                  </a:lnTo>
                  <a:lnTo>
                    <a:pt x="147" y="105"/>
                  </a:lnTo>
                  <a:lnTo>
                    <a:pt x="165" y="132"/>
                  </a:lnTo>
                  <a:lnTo>
                    <a:pt x="179" y="160"/>
                  </a:lnTo>
                  <a:lnTo>
                    <a:pt x="193" y="193"/>
                  </a:lnTo>
                  <a:lnTo>
                    <a:pt x="205" y="227"/>
                  </a:lnTo>
                  <a:lnTo>
                    <a:pt x="215" y="263"/>
                  </a:lnTo>
                  <a:lnTo>
                    <a:pt x="223" y="301"/>
                  </a:lnTo>
                  <a:lnTo>
                    <a:pt x="229" y="341"/>
                  </a:lnTo>
                  <a:lnTo>
                    <a:pt x="233" y="382"/>
                  </a:lnTo>
                  <a:lnTo>
                    <a:pt x="234" y="424"/>
                  </a:lnTo>
                  <a:lnTo>
                    <a:pt x="246"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5691" name="Freeform 57"/>
            <p:cNvSpPr>
              <a:spLocks/>
            </p:cNvSpPr>
            <p:nvPr/>
          </p:nvSpPr>
          <p:spPr bwMode="auto">
            <a:xfrm>
              <a:off x="1140" y="2172"/>
              <a:ext cx="49" cy="85"/>
            </a:xfrm>
            <a:custGeom>
              <a:avLst/>
              <a:gdLst>
                <a:gd name="T0" fmla="*/ 0 w 246"/>
                <a:gd name="T1" fmla="*/ 3 h 426"/>
                <a:gd name="T2" fmla="*/ 0 w 246"/>
                <a:gd name="T3" fmla="*/ 3 h 426"/>
                <a:gd name="T4" fmla="*/ 0 w 246"/>
                <a:gd name="T5" fmla="*/ 3 h 426"/>
                <a:gd name="T6" fmla="*/ 0 w 246"/>
                <a:gd name="T7" fmla="*/ 3 h 426"/>
                <a:gd name="T8" fmla="*/ 1 w 246"/>
                <a:gd name="T9" fmla="*/ 3 h 426"/>
                <a:gd name="T10" fmla="*/ 1 w 246"/>
                <a:gd name="T11" fmla="*/ 3 h 426"/>
                <a:gd name="T12" fmla="*/ 1 w 246"/>
                <a:gd name="T13" fmla="*/ 3 h 426"/>
                <a:gd name="T14" fmla="*/ 1 w 246"/>
                <a:gd name="T15" fmla="*/ 3 h 426"/>
                <a:gd name="T16" fmla="*/ 1 w 246"/>
                <a:gd name="T17" fmla="*/ 3 h 426"/>
                <a:gd name="T18" fmla="*/ 1 w 246"/>
                <a:gd name="T19" fmla="*/ 2 h 426"/>
                <a:gd name="T20" fmla="*/ 2 w 246"/>
                <a:gd name="T21" fmla="*/ 2 h 426"/>
                <a:gd name="T22" fmla="*/ 2 w 246"/>
                <a:gd name="T23" fmla="*/ 2 h 426"/>
                <a:gd name="T24" fmla="*/ 2 w 246"/>
                <a:gd name="T25" fmla="*/ 2 h 426"/>
                <a:gd name="T26" fmla="*/ 2 w 246"/>
                <a:gd name="T27" fmla="*/ 1 h 426"/>
                <a:gd name="T28" fmla="*/ 2 w 246"/>
                <a:gd name="T29" fmla="*/ 1 h 426"/>
                <a:gd name="T30" fmla="*/ 2 w 246"/>
                <a:gd name="T31" fmla="*/ 1 h 426"/>
                <a:gd name="T32" fmla="*/ 2 w 246"/>
                <a:gd name="T33" fmla="*/ 0 h 426"/>
                <a:gd name="T34" fmla="*/ 2 w 246"/>
                <a:gd name="T35" fmla="*/ 0 h 426"/>
                <a:gd name="T36" fmla="*/ 2 w 246"/>
                <a:gd name="T37" fmla="*/ 0 h 426"/>
                <a:gd name="T38" fmla="*/ 2 w 246"/>
                <a:gd name="T39" fmla="*/ 0 h 426"/>
                <a:gd name="T40" fmla="*/ 2 w 246"/>
                <a:gd name="T41" fmla="*/ 1 h 426"/>
                <a:gd name="T42" fmla="*/ 2 w 246"/>
                <a:gd name="T43" fmla="*/ 1 h 426"/>
                <a:gd name="T44" fmla="*/ 2 w 246"/>
                <a:gd name="T45" fmla="*/ 1 h 426"/>
                <a:gd name="T46" fmla="*/ 2 w 246"/>
                <a:gd name="T47" fmla="*/ 2 h 426"/>
                <a:gd name="T48" fmla="*/ 2 w 246"/>
                <a:gd name="T49" fmla="*/ 2 h 426"/>
                <a:gd name="T50" fmla="*/ 1 w 246"/>
                <a:gd name="T51" fmla="*/ 2 h 426"/>
                <a:gd name="T52" fmla="*/ 1 w 246"/>
                <a:gd name="T53" fmla="*/ 2 h 426"/>
                <a:gd name="T54" fmla="*/ 1 w 246"/>
                <a:gd name="T55" fmla="*/ 3 h 426"/>
                <a:gd name="T56" fmla="*/ 1 w 246"/>
                <a:gd name="T57" fmla="*/ 3 h 426"/>
                <a:gd name="T58" fmla="*/ 1 w 246"/>
                <a:gd name="T59" fmla="*/ 3 h 426"/>
                <a:gd name="T60" fmla="*/ 1 w 246"/>
                <a:gd name="T61" fmla="*/ 3 h 426"/>
                <a:gd name="T62" fmla="*/ 1 w 246"/>
                <a:gd name="T63" fmla="*/ 3 h 426"/>
                <a:gd name="T64" fmla="*/ 0 w 246"/>
                <a:gd name="T65" fmla="*/ 3 h 426"/>
                <a:gd name="T66" fmla="*/ 0 w 246"/>
                <a:gd name="T67" fmla="*/ 3 h 426"/>
                <a:gd name="T68" fmla="*/ 0 w 246"/>
                <a:gd name="T69" fmla="*/ 3 h 426"/>
                <a:gd name="T70" fmla="*/ 0 w 246"/>
                <a:gd name="T71" fmla="*/ 3 h 426"/>
                <a:gd name="T72" fmla="*/ 0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426"/>
                  </a:moveTo>
                  <a:lnTo>
                    <a:pt x="0" y="426"/>
                  </a:lnTo>
                  <a:lnTo>
                    <a:pt x="25" y="423"/>
                  </a:lnTo>
                  <a:lnTo>
                    <a:pt x="50" y="417"/>
                  </a:lnTo>
                  <a:lnTo>
                    <a:pt x="74" y="407"/>
                  </a:lnTo>
                  <a:lnTo>
                    <a:pt x="96" y="392"/>
                  </a:lnTo>
                  <a:lnTo>
                    <a:pt x="118" y="373"/>
                  </a:lnTo>
                  <a:lnTo>
                    <a:pt x="138" y="350"/>
                  </a:lnTo>
                  <a:lnTo>
                    <a:pt x="157" y="327"/>
                  </a:lnTo>
                  <a:lnTo>
                    <a:pt x="175" y="299"/>
                  </a:lnTo>
                  <a:lnTo>
                    <a:pt x="190" y="268"/>
                  </a:lnTo>
                  <a:lnTo>
                    <a:pt x="205" y="236"/>
                  </a:lnTo>
                  <a:lnTo>
                    <a:pt x="216" y="202"/>
                  </a:lnTo>
                  <a:lnTo>
                    <a:pt x="227" y="164"/>
                  </a:lnTo>
                  <a:lnTo>
                    <a:pt x="235" y="125"/>
                  </a:lnTo>
                  <a:lnTo>
                    <a:pt x="241" y="86"/>
                  </a:lnTo>
                  <a:lnTo>
                    <a:pt x="244" y="42"/>
                  </a:lnTo>
                  <a:lnTo>
                    <a:pt x="246" y="0"/>
                  </a:lnTo>
                  <a:lnTo>
                    <a:pt x="234" y="0"/>
                  </a:lnTo>
                  <a:lnTo>
                    <a:pt x="233" y="42"/>
                  </a:lnTo>
                  <a:lnTo>
                    <a:pt x="229" y="83"/>
                  </a:lnTo>
                  <a:lnTo>
                    <a:pt x="223" y="123"/>
                  </a:lnTo>
                  <a:lnTo>
                    <a:pt x="215" y="162"/>
                  </a:lnTo>
                  <a:lnTo>
                    <a:pt x="205" y="197"/>
                  </a:lnTo>
                  <a:lnTo>
                    <a:pt x="193" y="231"/>
                  </a:lnTo>
                  <a:lnTo>
                    <a:pt x="179" y="264"/>
                  </a:lnTo>
                  <a:lnTo>
                    <a:pt x="164" y="292"/>
                  </a:lnTo>
                  <a:lnTo>
                    <a:pt x="147" y="320"/>
                  </a:lnTo>
                  <a:lnTo>
                    <a:pt x="128" y="343"/>
                  </a:lnTo>
                  <a:lnTo>
                    <a:pt x="108" y="363"/>
                  </a:lnTo>
                  <a:lnTo>
                    <a:pt x="89" y="382"/>
                  </a:lnTo>
                  <a:lnTo>
                    <a:pt x="67" y="395"/>
                  </a:lnTo>
                  <a:lnTo>
                    <a:pt x="45" y="406"/>
                  </a:lnTo>
                  <a:lnTo>
                    <a:pt x="23" y="411"/>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5692" name="Freeform 58"/>
            <p:cNvSpPr>
              <a:spLocks/>
            </p:cNvSpPr>
            <p:nvPr/>
          </p:nvSpPr>
          <p:spPr bwMode="auto">
            <a:xfrm>
              <a:off x="1091" y="2172"/>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4" y="86"/>
                  </a:lnTo>
                  <a:lnTo>
                    <a:pt x="10" y="125"/>
                  </a:lnTo>
                  <a:lnTo>
                    <a:pt x="18" y="164"/>
                  </a:lnTo>
                  <a:lnTo>
                    <a:pt x="29" y="202"/>
                  </a:lnTo>
                  <a:lnTo>
                    <a:pt x="41" y="236"/>
                  </a:lnTo>
                  <a:lnTo>
                    <a:pt x="55" y="268"/>
                  </a:lnTo>
                  <a:lnTo>
                    <a:pt x="70" y="299"/>
                  </a:lnTo>
                  <a:lnTo>
                    <a:pt x="89" y="327"/>
                  </a:lnTo>
                  <a:lnTo>
                    <a:pt x="106" y="350"/>
                  </a:lnTo>
                  <a:lnTo>
                    <a:pt x="126" y="373"/>
                  </a:lnTo>
                  <a:lnTo>
                    <a:pt x="148" y="392"/>
                  </a:lnTo>
                  <a:lnTo>
                    <a:pt x="171" y="407"/>
                  </a:lnTo>
                  <a:lnTo>
                    <a:pt x="194" y="417"/>
                  </a:lnTo>
                  <a:lnTo>
                    <a:pt x="219" y="423"/>
                  </a:lnTo>
                  <a:lnTo>
                    <a:pt x="245" y="426"/>
                  </a:lnTo>
                  <a:lnTo>
                    <a:pt x="245" y="414"/>
                  </a:lnTo>
                  <a:lnTo>
                    <a:pt x="221" y="411"/>
                  </a:lnTo>
                  <a:lnTo>
                    <a:pt x="199" y="406"/>
                  </a:lnTo>
                  <a:lnTo>
                    <a:pt x="178" y="395"/>
                  </a:lnTo>
                  <a:lnTo>
                    <a:pt x="155" y="382"/>
                  </a:lnTo>
                  <a:lnTo>
                    <a:pt x="136" y="363"/>
                  </a:lnTo>
                  <a:lnTo>
                    <a:pt x="116" y="343"/>
                  </a:lnTo>
                  <a:lnTo>
                    <a:pt x="98" y="320"/>
                  </a:lnTo>
                  <a:lnTo>
                    <a:pt x="82" y="292"/>
                  </a:lnTo>
                  <a:lnTo>
                    <a:pt x="66" y="264"/>
                  </a:lnTo>
                  <a:lnTo>
                    <a:pt x="52" y="231"/>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5693" name="Freeform 59"/>
            <p:cNvSpPr>
              <a:spLocks/>
            </p:cNvSpPr>
            <p:nvPr/>
          </p:nvSpPr>
          <p:spPr bwMode="auto">
            <a:xfrm>
              <a:off x="1091" y="2087"/>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4" y="8"/>
                  </a:lnTo>
                  <a:lnTo>
                    <a:pt x="171" y="18"/>
                  </a:lnTo>
                  <a:lnTo>
                    <a:pt x="148" y="34"/>
                  </a:lnTo>
                  <a:lnTo>
                    <a:pt x="126" y="51"/>
                  </a:lnTo>
                  <a:lnTo>
                    <a:pt x="106" y="73"/>
                  </a:lnTo>
                  <a:lnTo>
                    <a:pt x="89" y="98"/>
                  </a:lnTo>
                  <a:lnTo>
                    <a:pt x="71" y="125"/>
                  </a:lnTo>
                  <a:lnTo>
                    <a:pt x="55" y="155"/>
                  </a:lnTo>
                  <a:lnTo>
                    <a:pt x="41" y="188"/>
                  </a:lnTo>
                  <a:lnTo>
                    <a:pt x="29" y="222"/>
                  </a:lnTo>
                  <a:lnTo>
                    <a:pt x="18" y="261"/>
                  </a:lnTo>
                  <a:lnTo>
                    <a:pt x="10" y="298"/>
                  </a:lnTo>
                  <a:lnTo>
                    <a:pt x="4" y="338"/>
                  </a:lnTo>
                  <a:lnTo>
                    <a:pt x="1" y="382"/>
                  </a:lnTo>
                  <a:lnTo>
                    <a:pt x="0" y="424"/>
                  </a:lnTo>
                  <a:lnTo>
                    <a:pt x="11" y="424"/>
                  </a:lnTo>
                  <a:lnTo>
                    <a:pt x="13" y="382"/>
                  </a:lnTo>
                  <a:lnTo>
                    <a:pt x="16" y="341"/>
                  </a:lnTo>
                  <a:lnTo>
                    <a:pt x="22" y="301"/>
                  </a:lnTo>
                  <a:lnTo>
                    <a:pt x="30" y="263"/>
                  </a:lnTo>
                  <a:lnTo>
                    <a:pt x="41" y="227"/>
                  </a:lnTo>
                  <a:lnTo>
                    <a:pt x="52" y="193"/>
                  </a:lnTo>
                  <a:lnTo>
                    <a:pt x="66" y="160"/>
                  </a:lnTo>
                  <a:lnTo>
                    <a:pt x="80" y="132"/>
                  </a:lnTo>
                  <a:lnTo>
                    <a:pt x="98" y="105"/>
                  </a:lnTo>
                  <a:lnTo>
                    <a:pt x="116" y="80"/>
                  </a:lnTo>
                  <a:lnTo>
                    <a:pt x="136" y="60"/>
                  </a:lnTo>
                  <a:lnTo>
                    <a:pt x="155" y="43"/>
                  </a:lnTo>
                  <a:lnTo>
                    <a:pt x="178" y="30"/>
                  </a:lnTo>
                  <a:lnTo>
                    <a:pt x="199" y="19"/>
                  </a:lnTo>
                  <a:lnTo>
                    <a:pt x="221" y="14"/>
                  </a:lnTo>
                  <a:lnTo>
                    <a:pt x="245" y="11"/>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5694" name="Freeform 60"/>
            <p:cNvSpPr>
              <a:spLocks/>
            </p:cNvSpPr>
            <p:nvPr/>
          </p:nvSpPr>
          <p:spPr bwMode="auto">
            <a:xfrm>
              <a:off x="1392" y="2118"/>
              <a:ext cx="49" cy="85"/>
            </a:xfrm>
            <a:custGeom>
              <a:avLst/>
              <a:gdLst>
                <a:gd name="T0" fmla="*/ 2 w 246"/>
                <a:gd name="T1" fmla="*/ 3 h 426"/>
                <a:gd name="T2" fmla="*/ 2 w 246"/>
                <a:gd name="T3" fmla="*/ 3 h 426"/>
                <a:gd name="T4" fmla="*/ 2 w 246"/>
                <a:gd name="T5" fmla="*/ 3 h 426"/>
                <a:gd name="T6" fmla="*/ 2 w 246"/>
                <a:gd name="T7" fmla="*/ 3 h 426"/>
                <a:gd name="T8" fmla="*/ 2 w 246"/>
                <a:gd name="T9" fmla="*/ 2 h 426"/>
                <a:gd name="T10" fmla="*/ 2 w 246"/>
                <a:gd name="T11" fmla="*/ 2 h 426"/>
                <a:gd name="T12" fmla="*/ 2 w 246"/>
                <a:gd name="T13" fmla="*/ 2 h 426"/>
                <a:gd name="T14" fmla="*/ 2 w 246"/>
                <a:gd name="T15" fmla="*/ 2 h 426"/>
                <a:gd name="T16" fmla="*/ 2 w 246"/>
                <a:gd name="T17" fmla="*/ 1 h 426"/>
                <a:gd name="T18" fmla="*/ 1 w 246"/>
                <a:gd name="T19" fmla="*/ 1 h 426"/>
                <a:gd name="T20" fmla="*/ 1 w 246"/>
                <a:gd name="T21" fmla="*/ 1 h 426"/>
                <a:gd name="T22" fmla="*/ 1 w 246"/>
                <a:gd name="T23" fmla="*/ 1 h 426"/>
                <a:gd name="T24" fmla="*/ 1 w 246"/>
                <a:gd name="T25" fmla="*/ 0 h 426"/>
                <a:gd name="T26" fmla="*/ 1 w 246"/>
                <a:gd name="T27" fmla="*/ 0 h 426"/>
                <a:gd name="T28" fmla="*/ 1 w 246"/>
                <a:gd name="T29" fmla="*/ 0 h 426"/>
                <a:gd name="T30" fmla="*/ 0 w 246"/>
                <a:gd name="T31" fmla="*/ 0 h 426"/>
                <a:gd name="T32" fmla="*/ 0 w 246"/>
                <a:gd name="T33" fmla="*/ 0 h 426"/>
                <a:gd name="T34" fmla="*/ 0 w 246"/>
                <a:gd name="T35" fmla="*/ 0 h 426"/>
                <a:gd name="T36" fmla="*/ 0 w 246"/>
                <a:gd name="T37" fmla="*/ 0 h 426"/>
                <a:gd name="T38" fmla="*/ 0 w 246"/>
                <a:gd name="T39" fmla="*/ 0 h 426"/>
                <a:gd name="T40" fmla="*/ 0 w 246"/>
                <a:gd name="T41" fmla="*/ 0 h 426"/>
                <a:gd name="T42" fmla="*/ 1 w 246"/>
                <a:gd name="T43" fmla="*/ 0 h 426"/>
                <a:gd name="T44" fmla="*/ 1 w 246"/>
                <a:gd name="T45" fmla="*/ 0 h 426"/>
                <a:gd name="T46" fmla="*/ 1 w 246"/>
                <a:gd name="T47" fmla="*/ 1 h 426"/>
                <a:gd name="T48" fmla="*/ 1 w 246"/>
                <a:gd name="T49" fmla="*/ 1 h 426"/>
                <a:gd name="T50" fmla="*/ 1 w 246"/>
                <a:gd name="T51" fmla="*/ 1 h 426"/>
                <a:gd name="T52" fmla="*/ 1 w 246"/>
                <a:gd name="T53" fmla="*/ 1 h 426"/>
                <a:gd name="T54" fmla="*/ 1 w 246"/>
                <a:gd name="T55" fmla="*/ 1 h 426"/>
                <a:gd name="T56" fmla="*/ 2 w 246"/>
                <a:gd name="T57" fmla="*/ 2 h 426"/>
                <a:gd name="T58" fmla="*/ 2 w 246"/>
                <a:gd name="T59" fmla="*/ 2 h 426"/>
                <a:gd name="T60" fmla="*/ 2 w 246"/>
                <a:gd name="T61" fmla="*/ 2 h 426"/>
                <a:gd name="T62" fmla="*/ 2 w 246"/>
                <a:gd name="T63" fmla="*/ 2 h 426"/>
                <a:gd name="T64" fmla="*/ 2 w 246"/>
                <a:gd name="T65" fmla="*/ 3 h 426"/>
                <a:gd name="T66" fmla="*/ 2 w 246"/>
                <a:gd name="T67" fmla="*/ 3 h 426"/>
                <a:gd name="T68" fmla="*/ 2 w 246"/>
                <a:gd name="T69" fmla="*/ 3 h 426"/>
                <a:gd name="T70" fmla="*/ 2 w 246"/>
                <a:gd name="T71" fmla="*/ 3 h 426"/>
                <a:gd name="T72" fmla="*/ 2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246" y="426"/>
                  </a:moveTo>
                  <a:lnTo>
                    <a:pt x="246" y="426"/>
                  </a:lnTo>
                  <a:lnTo>
                    <a:pt x="245" y="384"/>
                  </a:lnTo>
                  <a:lnTo>
                    <a:pt x="242" y="340"/>
                  </a:lnTo>
                  <a:lnTo>
                    <a:pt x="236" y="301"/>
                  </a:lnTo>
                  <a:lnTo>
                    <a:pt x="228" y="262"/>
                  </a:lnTo>
                  <a:lnTo>
                    <a:pt x="217" y="224"/>
                  </a:lnTo>
                  <a:lnTo>
                    <a:pt x="205" y="190"/>
                  </a:lnTo>
                  <a:lnTo>
                    <a:pt x="191" y="158"/>
                  </a:lnTo>
                  <a:lnTo>
                    <a:pt x="176" y="126"/>
                  </a:lnTo>
                  <a:lnTo>
                    <a:pt x="157" y="99"/>
                  </a:lnTo>
                  <a:lnTo>
                    <a:pt x="139" y="75"/>
                  </a:lnTo>
                  <a:lnTo>
                    <a:pt x="119" y="53"/>
                  </a:lnTo>
                  <a:lnTo>
                    <a:pt x="96" y="34"/>
                  </a:lnTo>
                  <a:lnTo>
                    <a:pt x="75" y="19"/>
                  </a:lnTo>
                  <a:lnTo>
                    <a:pt x="51" y="9"/>
                  </a:lnTo>
                  <a:lnTo>
                    <a:pt x="26" y="3"/>
                  </a:lnTo>
                  <a:lnTo>
                    <a:pt x="0" y="0"/>
                  </a:lnTo>
                  <a:lnTo>
                    <a:pt x="0" y="12"/>
                  </a:lnTo>
                  <a:lnTo>
                    <a:pt x="24" y="15"/>
                  </a:lnTo>
                  <a:lnTo>
                    <a:pt x="46" y="20"/>
                  </a:lnTo>
                  <a:lnTo>
                    <a:pt x="68" y="31"/>
                  </a:lnTo>
                  <a:lnTo>
                    <a:pt x="89" y="44"/>
                  </a:lnTo>
                  <a:lnTo>
                    <a:pt x="109" y="63"/>
                  </a:lnTo>
                  <a:lnTo>
                    <a:pt x="129" y="83"/>
                  </a:lnTo>
                  <a:lnTo>
                    <a:pt x="148" y="106"/>
                  </a:lnTo>
                  <a:lnTo>
                    <a:pt x="164" y="133"/>
                  </a:lnTo>
                  <a:lnTo>
                    <a:pt x="180" y="162"/>
                  </a:lnTo>
                  <a:lnTo>
                    <a:pt x="194" y="195"/>
                  </a:lnTo>
                  <a:lnTo>
                    <a:pt x="205" y="229"/>
                  </a:lnTo>
                  <a:lnTo>
                    <a:pt x="216" y="264"/>
                  </a:lnTo>
                  <a:lnTo>
                    <a:pt x="224" y="303"/>
                  </a:lnTo>
                  <a:lnTo>
                    <a:pt x="230" y="343"/>
                  </a:lnTo>
                  <a:lnTo>
                    <a:pt x="233" y="384"/>
                  </a:lnTo>
                  <a:lnTo>
                    <a:pt x="235" y="426"/>
                  </a:lnTo>
                  <a:lnTo>
                    <a:pt x="246"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5695" name="Freeform 61"/>
            <p:cNvSpPr>
              <a:spLocks/>
            </p:cNvSpPr>
            <p:nvPr/>
          </p:nvSpPr>
          <p:spPr bwMode="auto">
            <a:xfrm>
              <a:off x="1392" y="2203"/>
              <a:ext cx="49" cy="85"/>
            </a:xfrm>
            <a:custGeom>
              <a:avLst/>
              <a:gdLst>
                <a:gd name="T0" fmla="*/ 0 w 246"/>
                <a:gd name="T1" fmla="*/ 3 h 424"/>
                <a:gd name="T2" fmla="*/ 0 w 246"/>
                <a:gd name="T3" fmla="*/ 3 h 424"/>
                <a:gd name="T4" fmla="*/ 0 w 246"/>
                <a:gd name="T5" fmla="*/ 3 h 424"/>
                <a:gd name="T6" fmla="*/ 0 w 246"/>
                <a:gd name="T7" fmla="*/ 3 h 424"/>
                <a:gd name="T8" fmla="*/ 1 w 246"/>
                <a:gd name="T9" fmla="*/ 3 h 424"/>
                <a:gd name="T10" fmla="*/ 1 w 246"/>
                <a:gd name="T11" fmla="*/ 3 h 424"/>
                <a:gd name="T12" fmla="*/ 1 w 246"/>
                <a:gd name="T13" fmla="*/ 3 h 424"/>
                <a:gd name="T14" fmla="*/ 1 w 246"/>
                <a:gd name="T15" fmla="*/ 3 h 424"/>
                <a:gd name="T16" fmla="*/ 1 w 246"/>
                <a:gd name="T17" fmla="*/ 3 h 424"/>
                <a:gd name="T18" fmla="*/ 1 w 246"/>
                <a:gd name="T19" fmla="*/ 2 h 424"/>
                <a:gd name="T20" fmla="*/ 2 w 246"/>
                <a:gd name="T21" fmla="*/ 2 h 424"/>
                <a:gd name="T22" fmla="*/ 2 w 246"/>
                <a:gd name="T23" fmla="*/ 2 h 424"/>
                <a:gd name="T24" fmla="*/ 2 w 246"/>
                <a:gd name="T25" fmla="*/ 2 h 424"/>
                <a:gd name="T26" fmla="*/ 2 w 246"/>
                <a:gd name="T27" fmla="*/ 1 h 424"/>
                <a:gd name="T28" fmla="*/ 2 w 246"/>
                <a:gd name="T29" fmla="*/ 1 h 424"/>
                <a:gd name="T30" fmla="*/ 2 w 246"/>
                <a:gd name="T31" fmla="*/ 1 h 424"/>
                <a:gd name="T32" fmla="*/ 2 w 246"/>
                <a:gd name="T33" fmla="*/ 0 h 424"/>
                <a:gd name="T34" fmla="*/ 2 w 246"/>
                <a:gd name="T35" fmla="*/ 0 h 424"/>
                <a:gd name="T36" fmla="*/ 2 w 246"/>
                <a:gd name="T37" fmla="*/ 0 h 424"/>
                <a:gd name="T38" fmla="*/ 2 w 246"/>
                <a:gd name="T39" fmla="*/ 0 h 424"/>
                <a:gd name="T40" fmla="*/ 2 w 246"/>
                <a:gd name="T41" fmla="*/ 1 h 424"/>
                <a:gd name="T42" fmla="*/ 2 w 246"/>
                <a:gd name="T43" fmla="*/ 1 h 424"/>
                <a:gd name="T44" fmla="*/ 2 w 246"/>
                <a:gd name="T45" fmla="*/ 1 h 424"/>
                <a:gd name="T46" fmla="*/ 2 w 246"/>
                <a:gd name="T47" fmla="*/ 2 h 424"/>
                <a:gd name="T48" fmla="*/ 2 w 246"/>
                <a:gd name="T49" fmla="*/ 2 h 424"/>
                <a:gd name="T50" fmla="*/ 1 w 246"/>
                <a:gd name="T51" fmla="*/ 2 h 424"/>
                <a:gd name="T52" fmla="*/ 1 w 246"/>
                <a:gd name="T53" fmla="*/ 2 h 424"/>
                <a:gd name="T54" fmla="*/ 1 w 246"/>
                <a:gd name="T55" fmla="*/ 3 h 424"/>
                <a:gd name="T56" fmla="*/ 1 w 246"/>
                <a:gd name="T57" fmla="*/ 3 h 424"/>
                <a:gd name="T58" fmla="*/ 1 w 246"/>
                <a:gd name="T59" fmla="*/ 3 h 424"/>
                <a:gd name="T60" fmla="*/ 1 w 246"/>
                <a:gd name="T61" fmla="*/ 3 h 424"/>
                <a:gd name="T62" fmla="*/ 1 w 246"/>
                <a:gd name="T63" fmla="*/ 3 h 424"/>
                <a:gd name="T64" fmla="*/ 0 w 246"/>
                <a:gd name="T65" fmla="*/ 3 h 424"/>
                <a:gd name="T66" fmla="*/ 0 w 246"/>
                <a:gd name="T67" fmla="*/ 3 h 424"/>
                <a:gd name="T68" fmla="*/ 0 w 246"/>
                <a:gd name="T69" fmla="*/ 3 h 424"/>
                <a:gd name="T70" fmla="*/ 0 w 246"/>
                <a:gd name="T71" fmla="*/ 3 h 424"/>
                <a:gd name="T72" fmla="*/ 0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0" y="424"/>
                  </a:moveTo>
                  <a:lnTo>
                    <a:pt x="0" y="424"/>
                  </a:lnTo>
                  <a:lnTo>
                    <a:pt x="26" y="422"/>
                  </a:lnTo>
                  <a:lnTo>
                    <a:pt x="51" y="416"/>
                  </a:lnTo>
                  <a:lnTo>
                    <a:pt x="75" y="406"/>
                  </a:lnTo>
                  <a:lnTo>
                    <a:pt x="96" y="390"/>
                  </a:lnTo>
                  <a:lnTo>
                    <a:pt x="119" y="373"/>
                  </a:lnTo>
                  <a:lnTo>
                    <a:pt x="139" y="351"/>
                  </a:lnTo>
                  <a:lnTo>
                    <a:pt x="157" y="326"/>
                  </a:lnTo>
                  <a:lnTo>
                    <a:pt x="175" y="299"/>
                  </a:lnTo>
                  <a:lnTo>
                    <a:pt x="191" y="269"/>
                  </a:lnTo>
                  <a:lnTo>
                    <a:pt x="205" y="236"/>
                  </a:lnTo>
                  <a:lnTo>
                    <a:pt x="217" y="202"/>
                  </a:lnTo>
                  <a:lnTo>
                    <a:pt x="228" y="163"/>
                  </a:lnTo>
                  <a:lnTo>
                    <a:pt x="236" y="125"/>
                  </a:lnTo>
                  <a:lnTo>
                    <a:pt x="242" y="86"/>
                  </a:lnTo>
                  <a:lnTo>
                    <a:pt x="245" y="42"/>
                  </a:lnTo>
                  <a:lnTo>
                    <a:pt x="246" y="0"/>
                  </a:lnTo>
                  <a:lnTo>
                    <a:pt x="235" y="0"/>
                  </a:lnTo>
                  <a:lnTo>
                    <a:pt x="233" y="42"/>
                  </a:lnTo>
                  <a:lnTo>
                    <a:pt x="230" y="83"/>
                  </a:lnTo>
                  <a:lnTo>
                    <a:pt x="224" y="123"/>
                  </a:lnTo>
                  <a:lnTo>
                    <a:pt x="216" y="161"/>
                  </a:lnTo>
                  <a:lnTo>
                    <a:pt x="205" y="197"/>
                  </a:lnTo>
                  <a:lnTo>
                    <a:pt x="194" y="231"/>
                  </a:lnTo>
                  <a:lnTo>
                    <a:pt x="180" y="264"/>
                  </a:lnTo>
                  <a:lnTo>
                    <a:pt x="166" y="292"/>
                  </a:lnTo>
                  <a:lnTo>
                    <a:pt x="148" y="319"/>
                  </a:lnTo>
                  <a:lnTo>
                    <a:pt x="129" y="344"/>
                  </a:lnTo>
                  <a:lnTo>
                    <a:pt x="109" y="364"/>
                  </a:lnTo>
                  <a:lnTo>
                    <a:pt x="89" y="381"/>
                  </a:lnTo>
                  <a:lnTo>
                    <a:pt x="68" y="394"/>
                  </a:lnTo>
                  <a:lnTo>
                    <a:pt x="46" y="405"/>
                  </a:lnTo>
                  <a:lnTo>
                    <a:pt x="24" y="410"/>
                  </a:lnTo>
                  <a:lnTo>
                    <a:pt x="0" y="413"/>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5696" name="Freeform 62"/>
            <p:cNvSpPr>
              <a:spLocks/>
            </p:cNvSpPr>
            <p:nvPr/>
          </p:nvSpPr>
          <p:spPr bwMode="auto">
            <a:xfrm>
              <a:off x="1343" y="2203"/>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2" y="42"/>
                  </a:lnTo>
                  <a:lnTo>
                    <a:pt x="5" y="86"/>
                  </a:lnTo>
                  <a:lnTo>
                    <a:pt x="11" y="125"/>
                  </a:lnTo>
                  <a:lnTo>
                    <a:pt x="19" y="163"/>
                  </a:lnTo>
                  <a:lnTo>
                    <a:pt x="30" y="202"/>
                  </a:lnTo>
                  <a:lnTo>
                    <a:pt x="41" y="236"/>
                  </a:lnTo>
                  <a:lnTo>
                    <a:pt x="56" y="269"/>
                  </a:lnTo>
                  <a:lnTo>
                    <a:pt x="72" y="299"/>
                  </a:lnTo>
                  <a:lnTo>
                    <a:pt x="90" y="326"/>
                  </a:lnTo>
                  <a:lnTo>
                    <a:pt x="108" y="351"/>
                  </a:lnTo>
                  <a:lnTo>
                    <a:pt x="127" y="373"/>
                  </a:lnTo>
                  <a:lnTo>
                    <a:pt x="149" y="390"/>
                  </a:lnTo>
                  <a:lnTo>
                    <a:pt x="172" y="406"/>
                  </a:lnTo>
                  <a:lnTo>
                    <a:pt x="195" y="416"/>
                  </a:lnTo>
                  <a:lnTo>
                    <a:pt x="220" y="422"/>
                  </a:lnTo>
                  <a:lnTo>
                    <a:pt x="245" y="424"/>
                  </a:lnTo>
                  <a:lnTo>
                    <a:pt x="245" y="413"/>
                  </a:lnTo>
                  <a:lnTo>
                    <a:pt x="222" y="410"/>
                  </a:lnTo>
                  <a:lnTo>
                    <a:pt x="200" y="405"/>
                  </a:lnTo>
                  <a:lnTo>
                    <a:pt x="179" y="394"/>
                  </a:lnTo>
                  <a:lnTo>
                    <a:pt x="156" y="381"/>
                  </a:lnTo>
                  <a:lnTo>
                    <a:pt x="136" y="364"/>
                  </a:lnTo>
                  <a:lnTo>
                    <a:pt x="118" y="344"/>
                  </a:lnTo>
                  <a:lnTo>
                    <a:pt x="99" y="319"/>
                  </a:lnTo>
                  <a:lnTo>
                    <a:pt x="81" y="292"/>
                  </a:lnTo>
                  <a:lnTo>
                    <a:pt x="67" y="264"/>
                  </a:lnTo>
                  <a:lnTo>
                    <a:pt x="53" y="231"/>
                  </a:lnTo>
                  <a:lnTo>
                    <a:pt x="41" y="197"/>
                  </a:lnTo>
                  <a:lnTo>
                    <a:pt x="31" y="161"/>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5697" name="Freeform 63"/>
            <p:cNvSpPr>
              <a:spLocks/>
            </p:cNvSpPr>
            <p:nvPr/>
          </p:nvSpPr>
          <p:spPr bwMode="auto">
            <a:xfrm>
              <a:off x="1343" y="2118"/>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1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20" y="3"/>
                  </a:lnTo>
                  <a:lnTo>
                    <a:pt x="195" y="9"/>
                  </a:lnTo>
                  <a:lnTo>
                    <a:pt x="172" y="19"/>
                  </a:lnTo>
                  <a:lnTo>
                    <a:pt x="149" y="34"/>
                  </a:lnTo>
                  <a:lnTo>
                    <a:pt x="127" y="53"/>
                  </a:lnTo>
                  <a:lnTo>
                    <a:pt x="108" y="75"/>
                  </a:lnTo>
                  <a:lnTo>
                    <a:pt x="90" y="99"/>
                  </a:lnTo>
                  <a:lnTo>
                    <a:pt x="71" y="126"/>
                  </a:lnTo>
                  <a:lnTo>
                    <a:pt x="56" y="158"/>
                  </a:lnTo>
                  <a:lnTo>
                    <a:pt x="41" y="190"/>
                  </a:lnTo>
                  <a:lnTo>
                    <a:pt x="30" y="224"/>
                  </a:lnTo>
                  <a:lnTo>
                    <a:pt x="19" y="262"/>
                  </a:lnTo>
                  <a:lnTo>
                    <a:pt x="11" y="301"/>
                  </a:lnTo>
                  <a:lnTo>
                    <a:pt x="5" y="340"/>
                  </a:lnTo>
                  <a:lnTo>
                    <a:pt x="2" y="384"/>
                  </a:lnTo>
                  <a:lnTo>
                    <a:pt x="0" y="426"/>
                  </a:lnTo>
                  <a:lnTo>
                    <a:pt x="12" y="426"/>
                  </a:lnTo>
                  <a:lnTo>
                    <a:pt x="13" y="384"/>
                  </a:lnTo>
                  <a:lnTo>
                    <a:pt x="17" y="343"/>
                  </a:lnTo>
                  <a:lnTo>
                    <a:pt x="23" y="303"/>
                  </a:lnTo>
                  <a:lnTo>
                    <a:pt x="31" y="264"/>
                  </a:lnTo>
                  <a:lnTo>
                    <a:pt x="41" y="229"/>
                  </a:lnTo>
                  <a:lnTo>
                    <a:pt x="53" y="195"/>
                  </a:lnTo>
                  <a:lnTo>
                    <a:pt x="67" y="162"/>
                  </a:lnTo>
                  <a:lnTo>
                    <a:pt x="82" y="133"/>
                  </a:lnTo>
                  <a:lnTo>
                    <a:pt x="99" y="106"/>
                  </a:lnTo>
                  <a:lnTo>
                    <a:pt x="118" y="83"/>
                  </a:lnTo>
                  <a:lnTo>
                    <a:pt x="136" y="63"/>
                  </a:lnTo>
                  <a:lnTo>
                    <a:pt x="156" y="44"/>
                  </a:lnTo>
                  <a:lnTo>
                    <a:pt x="179" y="31"/>
                  </a:lnTo>
                  <a:lnTo>
                    <a:pt x="200" y="20"/>
                  </a:lnTo>
                  <a:lnTo>
                    <a:pt x="222" y="15"/>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5698" name="Freeform 64"/>
            <p:cNvSpPr>
              <a:spLocks/>
            </p:cNvSpPr>
            <p:nvPr/>
          </p:nvSpPr>
          <p:spPr bwMode="auto">
            <a:xfrm>
              <a:off x="1384" y="1859"/>
              <a:ext cx="49" cy="84"/>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1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3" y="382"/>
                  </a:lnTo>
                  <a:lnTo>
                    <a:pt x="240" y="339"/>
                  </a:lnTo>
                  <a:lnTo>
                    <a:pt x="234" y="299"/>
                  </a:lnTo>
                  <a:lnTo>
                    <a:pt x="226" y="261"/>
                  </a:lnTo>
                  <a:lnTo>
                    <a:pt x="215" y="222"/>
                  </a:lnTo>
                  <a:lnTo>
                    <a:pt x="204" y="188"/>
                  </a:lnTo>
                  <a:lnTo>
                    <a:pt x="189" y="156"/>
                  </a:lnTo>
                  <a:lnTo>
                    <a:pt x="173" y="125"/>
                  </a:lnTo>
                  <a:lnTo>
                    <a:pt x="155" y="98"/>
                  </a:lnTo>
                  <a:lnTo>
                    <a:pt x="138" y="74"/>
                  </a:lnTo>
                  <a:lnTo>
                    <a:pt x="118" y="51"/>
                  </a:lnTo>
                  <a:lnTo>
                    <a:pt x="96" y="34"/>
                  </a:lnTo>
                  <a:lnTo>
                    <a:pt x="73" y="18"/>
                  </a:lnTo>
                  <a:lnTo>
                    <a:pt x="50" y="8"/>
                  </a:lnTo>
                  <a:lnTo>
                    <a:pt x="25" y="2"/>
                  </a:lnTo>
                  <a:lnTo>
                    <a:pt x="0" y="0"/>
                  </a:lnTo>
                  <a:lnTo>
                    <a:pt x="0" y="11"/>
                  </a:lnTo>
                  <a:lnTo>
                    <a:pt x="23" y="14"/>
                  </a:lnTo>
                  <a:lnTo>
                    <a:pt x="45" y="20"/>
                  </a:lnTo>
                  <a:lnTo>
                    <a:pt x="66" y="30"/>
                  </a:lnTo>
                  <a:lnTo>
                    <a:pt x="89" y="43"/>
                  </a:lnTo>
                  <a:lnTo>
                    <a:pt x="109" y="61"/>
                  </a:lnTo>
                  <a:lnTo>
                    <a:pt x="129" y="81"/>
                  </a:lnTo>
                  <a:lnTo>
                    <a:pt x="146" y="105"/>
                  </a:lnTo>
                  <a:lnTo>
                    <a:pt x="164" y="132"/>
                  </a:lnTo>
                  <a:lnTo>
                    <a:pt x="178" y="160"/>
                  </a:lnTo>
                  <a:lnTo>
                    <a:pt x="192" y="193"/>
                  </a:lnTo>
                  <a:lnTo>
                    <a:pt x="204" y="227"/>
                  </a:lnTo>
                  <a:lnTo>
                    <a:pt x="214" y="264"/>
                  </a:lnTo>
                  <a:lnTo>
                    <a:pt x="222" y="301"/>
                  </a:lnTo>
                  <a:lnTo>
                    <a:pt x="228"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5699" name="Freeform 65"/>
            <p:cNvSpPr>
              <a:spLocks/>
            </p:cNvSpPr>
            <p:nvPr/>
          </p:nvSpPr>
          <p:spPr bwMode="auto">
            <a:xfrm>
              <a:off x="1384" y="1943"/>
              <a:ext cx="49" cy="86"/>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5" y="423"/>
                  </a:lnTo>
                  <a:lnTo>
                    <a:pt x="50" y="418"/>
                  </a:lnTo>
                  <a:lnTo>
                    <a:pt x="73" y="407"/>
                  </a:lnTo>
                  <a:lnTo>
                    <a:pt x="96" y="392"/>
                  </a:lnTo>
                  <a:lnTo>
                    <a:pt x="118" y="374"/>
                  </a:lnTo>
                  <a:lnTo>
                    <a:pt x="138" y="352"/>
                  </a:lnTo>
                  <a:lnTo>
                    <a:pt x="155" y="327"/>
                  </a:lnTo>
                  <a:lnTo>
                    <a:pt x="174" y="300"/>
                  </a:lnTo>
                  <a:lnTo>
                    <a:pt x="189" y="269"/>
                  </a:lnTo>
                  <a:lnTo>
                    <a:pt x="204" y="237"/>
                  </a:lnTo>
                  <a:lnTo>
                    <a:pt x="215" y="202"/>
                  </a:lnTo>
                  <a:lnTo>
                    <a:pt x="226" y="164"/>
                  </a:lnTo>
                  <a:lnTo>
                    <a:pt x="234" y="126"/>
                  </a:lnTo>
                  <a:lnTo>
                    <a:pt x="240" y="86"/>
                  </a:lnTo>
                  <a:lnTo>
                    <a:pt x="243" y="42"/>
                  </a:lnTo>
                  <a:lnTo>
                    <a:pt x="245" y="0"/>
                  </a:lnTo>
                  <a:lnTo>
                    <a:pt x="233" y="0"/>
                  </a:lnTo>
                  <a:lnTo>
                    <a:pt x="232" y="42"/>
                  </a:lnTo>
                  <a:lnTo>
                    <a:pt x="228" y="83"/>
                  </a:lnTo>
                  <a:lnTo>
                    <a:pt x="222" y="123"/>
                  </a:lnTo>
                  <a:lnTo>
                    <a:pt x="214" y="162"/>
                  </a:lnTo>
                  <a:lnTo>
                    <a:pt x="204" y="197"/>
                  </a:lnTo>
                  <a:lnTo>
                    <a:pt x="192" y="232"/>
                  </a:lnTo>
                  <a:lnTo>
                    <a:pt x="178" y="264"/>
                  </a:lnTo>
                  <a:lnTo>
                    <a:pt x="163" y="293"/>
                  </a:lnTo>
                  <a:lnTo>
                    <a:pt x="146" y="320"/>
                  </a:lnTo>
                  <a:lnTo>
                    <a:pt x="129" y="345"/>
                  </a:lnTo>
                  <a:lnTo>
                    <a:pt x="109" y="365"/>
                  </a:lnTo>
                  <a:lnTo>
                    <a:pt x="89" y="382"/>
                  </a:lnTo>
                  <a:lnTo>
                    <a:pt x="66" y="395"/>
                  </a:lnTo>
                  <a:lnTo>
                    <a:pt x="45" y="406"/>
                  </a:lnTo>
                  <a:lnTo>
                    <a:pt x="23"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5700" name="Freeform 66"/>
            <p:cNvSpPr>
              <a:spLocks/>
            </p:cNvSpPr>
            <p:nvPr/>
          </p:nvSpPr>
          <p:spPr bwMode="auto">
            <a:xfrm>
              <a:off x="1335" y="1943"/>
              <a:ext cx="49" cy="86"/>
            </a:xfrm>
            <a:custGeom>
              <a:avLst/>
              <a:gdLst>
                <a:gd name="T0" fmla="*/ 0 w 246"/>
                <a:gd name="T1" fmla="*/ 0 h 426"/>
                <a:gd name="T2" fmla="*/ 0 w 246"/>
                <a:gd name="T3" fmla="*/ 0 h 426"/>
                <a:gd name="T4" fmla="*/ 0 w 246"/>
                <a:gd name="T5" fmla="*/ 0 h 426"/>
                <a:gd name="T6" fmla="*/ 0 w 246"/>
                <a:gd name="T7" fmla="*/ 1 h 426"/>
                <a:gd name="T8" fmla="*/ 0 w 246"/>
                <a:gd name="T9" fmla="*/ 1 h 426"/>
                <a:gd name="T10" fmla="*/ 0 w 246"/>
                <a:gd name="T11" fmla="*/ 1 h 426"/>
                <a:gd name="T12" fmla="*/ 0 w 246"/>
                <a:gd name="T13" fmla="*/ 2 h 426"/>
                <a:gd name="T14" fmla="*/ 0 w 246"/>
                <a:gd name="T15" fmla="*/ 2 h 426"/>
                <a:gd name="T16" fmla="*/ 0 w 246"/>
                <a:gd name="T17" fmla="*/ 2 h 426"/>
                <a:gd name="T18" fmla="*/ 1 w 246"/>
                <a:gd name="T19" fmla="*/ 2 h 426"/>
                <a:gd name="T20" fmla="*/ 1 w 246"/>
                <a:gd name="T21" fmla="*/ 3 h 426"/>
                <a:gd name="T22" fmla="*/ 1 w 246"/>
                <a:gd name="T23" fmla="*/ 3 h 426"/>
                <a:gd name="T24" fmla="*/ 1 w 246"/>
                <a:gd name="T25" fmla="*/ 3 h 426"/>
                <a:gd name="T26" fmla="*/ 1 w 246"/>
                <a:gd name="T27" fmla="*/ 3 h 426"/>
                <a:gd name="T28" fmla="*/ 1 w 246"/>
                <a:gd name="T29" fmla="*/ 3 h 426"/>
                <a:gd name="T30" fmla="*/ 2 w 246"/>
                <a:gd name="T31" fmla="*/ 3 h 426"/>
                <a:gd name="T32" fmla="*/ 2 w 246"/>
                <a:gd name="T33" fmla="*/ 3 h 426"/>
                <a:gd name="T34" fmla="*/ 2 w 246"/>
                <a:gd name="T35" fmla="*/ 3 h 426"/>
                <a:gd name="T36" fmla="*/ 2 w 246"/>
                <a:gd name="T37" fmla="*/ 3 h 426"/>
                <a:gd name="T38" fmla="*/ 2 w 246"/>
                <a:gd name="T39" fmla="*/ 3 h 426"/>
                <a:gd name="T40" fmla="*/ 2 w 246"/>
                <a:gd name="T41" fmla="*/ 3 h 426"/>
                <a:gd name="T42" fmla="*/ 1 w 246"/>
                <a:gd name="T43" fmla="*/ 3 h 426"/>
                <a:gd name="T44" fmla="*/ 1 w 246"/>
                <a:gd name="T45" fmla="*/ 3 h 426"/>
                <a:gd name="T46" fmla="*/ 1 w 246"/>
                <a:gd name="T47" fmla="*/ 3 h 426"/>
                <a:gd name="T48" fmla="*/ 1 w 246"/>
                <a:gd name="T49" fmla="*/ 3 h 426"/>
                <a:gd name="T50" fmla="*/ 1 w 246"/>
                <a:gd name="T51" fmla="*/ 3 h 426"/>
                <a:gd name="T52" fmla="*/ 1 w 246"/>
                <a:gd name="T53" fmla="*/ 2 h 426"/>
                <a:gd name="T54" fmla="*/ 1 w 246"/>
                <a:gd name="T55" fmla="*/ 2 h 426"/>
                <a:gd name="T56" fmla="*/ 0 w 246"/>
                <a:gd name="T57" fmla="*/ 2 h 426"/>
                <a:gd name="T58" fmla="*/ 0 w 246"/>
                <a:gd name="T59" fmla="*/ 2 h 426"/>
                <a:gd name="T60" fmla="*/ 0 w 246"/>
                <a:gd name="T61" fmla="*/ 1 h 426"/>
                <a:gd name="T62" fmla="*/ 0 w 246"/>
                <a:gd name="T63" fmla="*/ 1 h 426"/>
                <a:gd name="T64" fmla="*/ 0 w 246"/>
                <a:gd name="T65" fmla="*/ 1 h 426"/>
                <a:gd name="T66" fmla="*/ 0 w 246"/>
                <a:gd name="T67" fmla="*/ 0 h 426"/>
                <a:gd name="T68" fmla="*/ 0 w 246"/>
                <a:gd name="T69" fmla="*/ 0 h 426"/>
                <a:gd name="T70" fmla="*/ 0 w 246"/>
                <a:gd name="T71" fmla="*/ 0 h 426"/>
                <a:gd name="T72" fmla="*/ 0 w 246"/>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0"/>
                  </a:moveTo>
                  <a:lnTo>
                    <a:pt x="0" y="0"/>
                  </a:lnTo>
                  <a:lnTo>
                    <a:pt x="1" y="42"/>
                  </a:lnTo>
                  <a:lnTo>
                    <a:pt x="4" y="86"/>
                  </a:lnTo>
                  <a:lnTo>
                    <a:pt x="10" y="126"/>
                  </a:lnTo>
                  <a:lnTo>
                    <a:pt x="18" y="164"/>
                  </a:lnTo>
                  <a:lnTo>
                    <a:pt x="29" y="202"/>
                  </a:lnTo>
                  <a:lnTo>
                    <a:pt x="41" y="237"/>
                  </a:lnTo>
                  <a:lnTo>
                    <a:pt x="55" y="269"/>
                  </a:lnTo>
                  <a:lnTo>
                    <a:pt x="71" y="300"/>
                  </a:lnTo>
                  <a:lnTo>
                    <a:pt x="89" y="327"/>
                  </a:lnTo>
                  <a:lnTo>
                    <a:pt x="107" y="352"/>
                  </a:lnTo>
                  <a:lnTo>
                    <a:pt x="127" y="374"/>
                  </a:lnTo>
                  <a:lnTo>
                    <a:pt x="150" y="392"/>
                  </a:lnTo>
                  <a:lnTo>
                    <a:pt x="171" y="407"/>
                  </a:lnTo>
                  <a:lnTo>
                    <a:pt x="195" y="418"/>
                  </a:lnTo>
                  <a:lnTo>
                    <a:pt x="220" y="423"/>
                  </a:lnTo>
                  <a:lnTo>
                    <a:pt x="246" y="426"/>
                  </a:lnTo>
                  <a:lnTo>
                    <a:pt x="246" y="414"/>
                  </a:lnTo>
                  <a:lnTo>
                    <a:pt x="222" y="412"/>
                  </a:lnTo>
                  <a:lnTo>
                    <a:pt x="200" y="406"/>
                  </a:lnTo>
                  <a:lnTo>
                    <a:pt x="178" y="395"/>
                  </a:lnTo>
                  <a:lnTo>
                    <a:pt x="157" y="382"/>
                  </a:lnTo>
                  <a:lnTo>
                    <a:pt x="137" y="365"/>
                  </a:lnTo>
                  <a:lnTo>
                    <a:pt x="117" y="345"/>
                  </a:lnTo>
                  <a:lnTo>
                    <a:pt x="98" y="320"/>
                  </a:lnTo>
                  <a:lnTo>
                    <a:pt x="83" y="293"/>
                  </a:lnTo>
                  <a:lnTo>
                    <a:pt x="66" y="264"/>
                  </a:lnTo>
                  <a:lnTo>
                    <a:pt x="52" y="232"/>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5701" name="Freeform 67"/>
            <p:cNvSpPr>
              <a:spLocks/>
            </p:cNvSpPr>
            <p:nvPr/>
          </p:nvSpPr>
          <p:spPr bwMode="auto">
            <a:xfrm>
              <a:off x="1335" y="1859"/>
              <a:ext cx="49" cy="84"/>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1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0" y="2"/>
                  </a:lnTo>
                  <a:lnTo>
                    <a:pt x="195" y="8"/>
                  </a:lnTo>
                  <a:lnTo>
                    <a:pt x="171" y="18"/>
                  </a:lnTo>
                  <a:lnTo>
                    <a:pt x="150" y="34"/>
                  </a:lnTo>
                  <a:lnTo>
                    <a:pt x="127" y="51"/>
                  </a:lnTo>
                  <a:lnTo>
                    <a:pt x="107" y="74"/>
                  </a:lnTo>
                  <a:lnTo>
                    <a:pt x="89" y="98"/>
                  </a:lnTo>
                  <a:lnTo>
                    <a:pt x="72" y="125"/>
                  </a:lnTo>
                  <a:lnTo>
                    <a:pt x="55" y="156"/>
                  </a:lnTo>
                  <a:lnTo>
                    <a:pt x="41" y="188"/>
                  </a:lnTo>
                  <a:lnTo>
                    <a:pt x="29" y="222"/>
                  </a:lnTo>
                  <a:lnTo>
                    <a:pt x="18" y="261"/>
                  </a:lnTo>
                  <a:lnTo>
                    <a:pt x="10" y="299"/>
                  </a:lnTo>
                  <a:lnTo>
                    <a:pt x="4" y="339"/>
                  </a:lnTo>
                  <a:lnTo>
                    <a:pt x="1" y="382"/>
                  </a:lnTo>
                  <a:lnTo>
                    <a:pt x="0" y="424"/>
                  </a:lnTo>
                  <a:lnTo>
                    <a:pt x="11" y="424"/>
                  </a:lnTo>
                  <a:lnTo>
                    <a:pt x="13" y="382"/>
                  </a:lnTo>
                  <a:lnTo>
                    <a:pt x="16" y="341"/>
                  </a:lnTo>
                  <a:lnTo>
                    <a:pt x="22" y="301"/>
                  </a:lnTo>
                  <a:lnTo>
                    <a:pt x="30" y="264"/>
                  </a:lnTo>
                  <a:lnTo>
                    <a:pt x="41" y="227"/>
                  </a:lnTo>
                  <a:lnTo>
                    <a:pt x="52" y="193"/>
                  </a:lnTo>
                  <a:lnTo>
                    <a:pt x="66" y="160"/>
                  </a:lnTo>
                  <a:lnTo>
                    <a:pt x="82" y="132"/>
                  </a:lnTo>
                  <a:lnTo>
                    <a:pt x="98" y="105"/>
                  </a:lnTo>
                  <a:lnTo>
                    <a:pt x="117" y="81"/>
                  </a:lnTo>
                  <a:lnTo>
                    <a:pt x="137" y="61"/>
                  </a:lnTo>
                  <a:lnTo>
                    <a:pt x="157" y="43"/>
                  </a:lnTo>
                  <a:lnTo>
                    <a:pt x="178" y="30"/>
                  </a:lnTo>
                  <a:lnTo>
                    <a:pt x="200" y="20"/>
                  </a:lnTo>
                  <a:lnTo>
                    <a:pt x="222" y="14"/>
                  </a:lnTo>
                  <a:lnTo>
                    <a:pt x="246" y="11"/>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5702" name="Freeform 68"/>
            <p:cNvSpPr>
              <a:spLocks/>
            </p:cNvSpPr>
            <p:nvPr/>
          </p:nvSpPr>
          <p:spPr bwMode="auto">
            <a:xfrm>
              <a:off x="1552" y="1751"/>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1" y="339"/>
                  </a:lnTo>
                  <a:lnTo>
                    <a:pt x="235" y="299"/>
                  </a:lnTo>
                  <a:lnTo>
                    <a:pt x="226" y="261"/>
                  </a:lnTo>
                  <a:lnTo>
                    <a:pt x="216" y="223"/>
                  </a:lnTo>
                  <a:lnTo>
                    <a:pt x="204" y="189"/>
                  </a:lnTo>
                  <a:lnTo>
                    <a:pt x="190" y="156"/>
                  </a:lnTo>
                  <a:lnTo>
                    <a:pt x="174" y="125"/>
                  </a:lnTo>
                  <a:lnTo>
                    <a:pt x="156" y="98"/>
                  </a:lnTo>
                  <a:lnTo>
                    <a:pt x="137" y="74"/>
                  </a:lnTo>
                  <a:lnTo>
                    <a:pt x="119" y="52"/>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8" y="81"/>
                  </a:lnTo>
                  <a:lnTo>
                    <a:pt x="147" y="105"/>
                  </a:lnTo>
                  <a:lnTo>
                    <a:pt x="164" y="132"/>
                  </a:lnTo>
                  <a:lnTo>
                    <a:pt x="178" y="161"/>
                  </a:lnTo>
                  <a:lnTo>
                    <a:pt x="193" y="193"/>
                  </a:lnTo>
                  <a:lnTo>
                    <a:pt x="204" y="227"/>
                  </a:lnTo>
                  <a:lnTo>
                    <a:pt x="215" y="264"/>
                  </a:lnTo>
                  <a:lnTo>
                    <a:pt x="223" y="301"/>
                  </a:lnTo>
                  <a:lnTo>
                    <a:pt x="229" y="341"/>
                  </a:lnTo>
                  <a:lnTo>
                    <a:pt x="232" y="382"/>
                  </a:lnTo>
                  <a:lnTo>
                    <a:pt x="234"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5703" name="Freeform 69"/>
            <p:cNvSpPr>
              <a:spLocks/>
            </p:cNvSpPr>
            <p:nvPr/>
          </p:nvSpPr>
          <p:spPr bwMode="auto">
            <a:xfrm>
              <a:off x="1552" y="1836"/>
              <a:ext cx="49" cy="85"/>
            </a:xfrm>
            <a:custGeom>
              <a:avLst/>
              <a:gdLst>
                <a:gd name="T0" fmla="*/ 0 w 245"/>
                <a:gd name="T1" fmla="*/ 3 h 425"/>
                <a:gd name="T2" fmla="*/ 0 w 245"/>
                <a:gd name="T3" fmla="*/ 3 h 425"/>
                <a:gd name="T4" fmla="*/ 0 w 245"/>
                <a:gd name="T5" fmla="*/ 3 h 425"/>
                <a:gd name="T6" fmla="*/ 0 w 245"/>
                <a:gd name="T7" fmla="*/ 3 h 425"/>
                <a:gd name="T8" fmla="*/ 1 w 245"/>
                <a:gd name="T9" fmla="*/ 3 h 425"/>
                <a:gd name="T10" fmla="*/ 1 w 245"/>
                <a:gd name="T11" fmla="*/ 3 h 425"/>
                <a:gd name="T12" fmla="*/ 1 w 245"/>
                <a:gd name="T13" fmla="*/ 3 h 425"/>
                <a:gd name="T14" fmla="*/ 1 w 245"/>
                <a:gd name="T15" fmla="*/ 3 h 425"/>
                <a:gd name="T16" fmla="*/ 1 w 245"/>
                <a:gd name="T17" fmla="*/ 3 h 425"/>
                <a:gd name="T18" fmla="*/ 1 w 245"/>
                <a:gd name="T19" fmla="*/ 2 h 425"/>
                <a:gd name="T20" fmla="*/ 2 w 245"/>
                <a:gd name="T21" fmla="*/ 2 h 425"/>
                <a:gd name="T22" fmla="*/ 2 w 245"/>
                <a:gd name="T23" fmla="*/ 2 h 425"/>
                <a:gd name="T24" fmla="*/ 2 w 245"/>
                <a:gd name="T25" fmla="*/ 2 h 425"/>
                <a:gd name="T26" fmla="*/ 2 w 245"/>
                <a:gd name="T27" fmla="*/ 1 h 425"/>
                <a:gd name="T28" fmla="*/ 2 w 245"/>
                <a:gd name="T29" fmla="*/ 1 h 425"/>
                <a:gd name="T30" fmla="*/ 2 w 245"/>
                <a:gd name="T31" fmla="*/ 1 h 425"/>
                <a:gd name="T32" fmla="*/ 2 w 245"/>
                <a:gd name="T33" fmla="*/ 0 h 425"/>
                <a:gd name="T34" fmla="*/ 2 w 245"/>
                <a:gd name="T35" fmla="*/ 0 h 425"/>
                <a:gd name="T36" fmla="*/ 2 w 245"/>
                <a:gd name="T37" fmla="*/ 0 h 425"/>
                <a:gd name="T38" fmla="*/ 2 w 245"/>
                <a:gd name="T39" fmla="*/ 0 h 425"/>
                <a:gd name="T40" fmla="*/ 2 w 245"/>
                <a:gd name="T41" fmla="*/ 1 h 425"/>
                <a:gd name="T42" fmla="*/ 2 w 245"/>
                <a:gd name="T43" fmla="*/ 1 h 425"/>
                <a:gd name="T44" fmla="*/ 2 w 245"/>
                <a:gd name="T45" fmla="*/ 1 h 425"/>
                <a:gd name="T46" fmla="*/ 2 w 245"/>
                <a:gd name="T47" fmla="*/ 2 h 425"/>
                <a:gd name="T48" fmla="*/ 2 w 245"/>
                <a:gd name="T49" fmla="*/ 2 h 425"/>
                <a:gd name="T50" fmla="*/ 1 w 245"/>
                <a:gd name="T51" fmla="*/ 2 h 425"/>
                <a:gd name="T52" fmla="*/ 1 w 245"/>
                <a:gd name="T53" fmla="*/ 2 h 425"/>
                <a:gd name="T54" fmla="*/ 1 w 245"/>
                <a:gd name="T55" fmla="*/ 3 h 425"/>
                <a:gd name="T56" fmla="*/ 1 w 245"/>
                <a:gd name="T57" fmla="*/ 3 h 425"/>
                <a:gd name="T58" fmla="*/ 1 w 245"/>
                <a:gd name="T59" fmla="*/ 3 h 425"/>
                <a:gd name="T60" fmla="*/ 1 w 245"/>
                <a:gd name="T61" fmla="*/ 3 h 425"/>
                <a:gd name="T62" fmla="*/ 1 w 245"/>
                <a:gd name="T63" fmla="*/ 3 h 425"/>
                <a:gd name="T64" fmla="*/ 0 w 245"/>
                <a:gd name="T65" fmla="*/ 3 h 425"/>
                <a:gd name="T66" fmla="*/ 0 w 245"/>
                <a:gd name="T67" fmla="*/ 3 h 425"/>
                <a:gd name="T68" fmla="*/ 0 w 245"/>
                <a:gd name="T69" fmla="*/ 3 h 425"/>
                <a:gd name="T70" fmla="*/ 0 w 245"/>
                <a:gd name="T71" fmla="*/ 3 h 425"/>
                <a:gd name="T72" fmla="*/ 0 w 245"/>
                <a:gd name="T73" fmla="*/ 3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5"/>
                <a:gd name="T113" fmla="*/ 245 w 245"/>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5">
                  <a:moveTo>
                    <a:pt x="0" y="425"/>
                  </a:moveTo>
                  <a:lnTo>
                    <a:pt x="0" y="425"/>
                  </a:lnTo>
                  <a:lnTo>
                    <a:pt x="26" y="422"/>
                  </a:lnTo>
                  <a:lnTo>
                    <a:pt x="51" y="417"/>
                  </a:lnTo>
                  <a:lnTo>
                    <a:pt x="74" y="406"/>
                  </a:lnTo>
                  <a:lnTo>
                    <a:pt x="96" y="391"/>
                  </a:lnTo>
                  <a:lnTo>
                    <a:pt x="119" y="373"/>
                  </a:lnTo>
                  <a:lnTo>
                    <a:pt x="137" y="351"/>
                  </a:lnTo>
                  <a:lnTo>
                    <a:pt x="156" y="326"/>
                  </a:lnTo>
                  <a:lnTo>
                    <a:pt x="174" y="299"/>
                  </a:lnTo>
                  <a:lnTo>
                    <a:pt x="190" y="269"/>
                  </a:lnTo>
                  <a:lnTo>
                    <a:pt x="204" y="236"/>
                  </a:lnTo>
                  <a:lnTo>
                    <a:pt x="216" y="202"/>
                  </a:lnTo>
                  <a:lnTo>
                    <a:pt x="226" y="163"/>
                  </a:lnTo>
                  <a:lnTo>
                    <a:pt x="235" y="126"/>
                  </a:lnTo>
                  <a:lnTo>
                    <a:pt x="241" y="86"/>
                  </a:lnTo>
                  <a:lnTo>
                    <a:pt x="244" y="43"/>
                  </a:lnTo>
                  <a:lnTo>
                    <a:pt x="245" y="0"/>
                  </a:lnTo>
                  <a:lnTo>
                    <a:pt x="234" y="0"/>
                  </a:lnTo>
                  <a:lnTo>
                    <a:pt x="232" y="43"/>
                  </a:lnTo>
                  <a:lnTo>
                    <a:pt x="229" y="84"/>
                  </a:lnTo>
                  <a:lnTo>
                    <a:pt x="223" y="123"/>
                  </a:lnTo>
                  <a:lnTo>
                    <a:pt x="215" y="161"/>
                  </a:lnTo>
                  <a:lnTo>
                    <a:pt x="204" y="197"/>
                  </a:lnTo>
                  <a:lnTo>
                    <a:pt x="193" y="231"/>
                  </a:lnTo>
                  <a:lnTo>
                    <a:pt x="178" y="264"/>
                  </a:lnTo>
                  <a:lnTo>
                    <a:pt x="164" y="292"/>
                  </a:lnTo>
                  <a:lnTo>
                    <a:pt x="147" y="319"/>
                  </a:lnTo>
                  <a:lnTo>
                    <a:pt x="128" y="344"/>
                  </a:lnTo>
                  <a:lnTo>
                    <a:pt x="109" y="364"/>
                  </a:lnTo>
                  <a:lnTo>
                    <a:pt x="89" y="381"/>
                  </a:lnTo>
                  <a:lnTo>
                    <a:pt x="67" y="394"/>
                  </a:lnTo>
                  <a:lnTo>
                    <a:pt x="46" y="405"/>
                  </a:lnTo>
                  <a:lnTo>
                    <a:pt x="24" y="411"/>
                  </a:lnTo>
                  <a:lnTo>
                    <a:pt x="0" y="413"/>
                  </a:lnTo>
                  <a:lnTo>
                    <a:pt x="0" y="425"/>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5704" name="Freeform 70"/>
            <p:cNvSpPr>
              <a:spLocks/>
            </p:cNvSpPr>
            <p:nvPr/>
          </p:nvSpPr>
          <p:spPr bwMode="auto">
            <a:xfrm>
              <a:off x="1502" y="1836"/>
              <a:ext cx="50" cy="85"/>
            </a:xfrm>
            <a:custGeom>
              <a:avLst/>
              <a:gdLst>
                <a:gd name="T0" fmla="*/ 0 w 246"/>
                <a:gd name="T1" fmla="*/ 0 h 425"/>
                <a:gd name="T2" fmla="*/ 0 w 246"/>
                <a:gd name="T3" fmla="*/ 0 h 425"/>
                <a:gd name="T4" fmla="*/ 0 w 246"/>
                <a:gd name="T5" fmla="*/ 0 h 425"/>
                <a:gd name="T6" fmla="*/ 0 w 246"/>
                <a:gd name="T7" fmla="*/ 1 h 425"/>
                <a:gd name="T8" fmla="*/ 0 w 246"/>
                <a:gd name="T9" fmla="*/ 1 h 425"/>
                <a:gd name="T10" fmla="*/ 0 w 246"/>
                <a:gd name="T11" fmla="*/ 1 h 425"/>
                <a:gd name="T12" fmla="*/ 0 w 246"/>
                <a:gd name="T13" fmla="*/ 2 h 425"/>
                <a:gd name="T14" fmla="*/ 0 w 246"/>
                <a:gd name="T15" fmla="*/ 2 h 425"/>
                <a:gd name="T16" fmla="*/ 0 w 246"/>
                <a:gd name="T17" fmla="*/ 2 h 425"/>
                <a:gd name="T18" fmla="*/ 1 w 246"/>
                <a:gd name="T19" fmla="*/ 2 h 425"/>
                <a:gd name="T20" fmla="*/ 1 w 246"/>
                <a:gd name="T21" fmla="*/ 3 h 425"/>
                <a:gd name="T22" fmla="*/ 1 w 246"/>
                <a:gd name="T23" fmla="*/ 3 h 425"/>
                <a:gd name="T24" fmla="*/ 1 w 246"/>
                <a:gd name="T25" fmla="*/ 3 h 425"/>
                <a:gd name="T26" fmla="*/ 1 w 246"/>
                <a:gd name="T27" fmla="*/ 3 h 425"/>
                <a:gd name="T28" fmla="*/ 1 w 246"/>
                <a:gd name="T29" fmla="*/ 3 h 425"/>
                <a:gd name="T30" fmla="*/ 2 w 246"/>
                <a:gd name="T31" fmla="*/ 3 h 425"/>
                <a:gd name="T32" fmla="*/ 2 w 246"/>
                <a:gd name="T33" fmla="*/ 3 h 425"/>
                <a:gd name="T34" fmla="*/ 2 w 246"/>
                <a:gd name="T35" fmla="*/ 3 h 425"/>
                <a:gd name="T36" fmla="*/ 2 w 246"/>
                <a:gd name="T37" fmla="*/ 3 h 425"/>
                <a:gd name="T38" fmla="*/ 2 w 246"/>
                <a:gd name="T39" fmla="*/ 3 h 425"/>
                <a:gd name="T40" fmla="*/ 2 w 246"/>
                <a:gd name="T41" fmla="*/ 3 h 425"/>
                <a:gd name="T42" fmla="*/ 1 w 246"/>
                <a:gd name="T43" fmla="*/ 3 h 425"/>
                <a:gd name="T44" fmla="*/ 1 w 246"/>
                <a:gd name="T45" fmla="*/ 3 h 425"/>
                <a:gd name="T46" fmla="*/ 1 w 246"/>
                <a:gd name="T47" fmla="*/ 3 h 425"/>
                <a:gd name="T48" fmla="*/ 1 w 246"/>
                <a:gd name="T49" fmla="*/ 3 h 425"/>
                <a:gd name="T50" fmla="*/ 1 w 246"/>
                <a:gd name="T51" fmla="*/ 3 h 425"/>
                <a:gd name="T52" fmla="*/ 1 w 246"/>
                <a:gd name="T53" fmla="*/ 2 h 425"/>
                <a:gd name="T54" fmla="*/ 1 w 246"/>
                <a:gd name="T55" fmla="*/ 2 h 425"/>
                <a:gd name="T56" fmla="*/ 0 w 246"/>
                <a:gd name="T57" fmla="*/ 2 h 425"/>
                <a:gd name="T58" fmla="*/ 0 w 246"/>
                <a:gd name="T59" fmla="*/ 2 h 425"/>
                <a:gd name="T60" fmla="*/ 0 w 246"/>
                <a:gd name="T61" fmla="*/ 1 h 425"/>
                <a:gd name="T62" fmla="*/ 0 w 246"/>
                <a:gd name="T63" fmla="*/ 1 h 425"/>
                <a:gd name="T64" fmla="*/ 0 w 246"/>
                <a:gd name="T65" fmla="*/ 1 h 425"/>
                <a:gd name="T66" fmla="*/ 0 w 246"/>
                <a:gd name="T67" fmla="*/ 0 h 425"/>
                <a:gd name="T68" fmla="*/ 0 w 246"/>
                <a:gd name="T69" fmla="*/ 0 h 425"/>
                <a:gd name="T70" fmla="*/ 0 w 246"/>
                <a:gd name="T71" fmla="*/ 0 h 425"/>
                <a:gd name="T72" fmla="*/ 0 w 246"/>
                <a:gd name="T73" fmla="*/ 0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5"/>
                <a:gd name="T113" fmla="*/ 246 w 246"/>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5">
                  <a:moveTo>
                    <a:pt x="0" y="0"/>
                  </a:moveTo>
                  <a:lnTo>
                    <a:pt x="0" y="0"/>
                  </a:lnTo>
                  <a:lnTo>
                    <a:pt x="2" y="43"/>
                  </a:lnTo>
                  <a:lnTo>
                    <a:pt x="5" y="86"/>
                  </a:lnTo>
                  <a:lnTo>
                    <a:pt x="11" y="126"/>
                  </a:lnTo>
                  <a:lnTo>
                    <a:pt x="19" y="163"/>
                  </a:lnTo>
                  <a:lnTo>
                    <a:pt x="30" y="202"/>
                  </a:lnTo>
                  <a:lnTo>
                    <a:pt x="41" y="236"/>
                  </a:lnTo>
                  <a:lnTo>
                    <a:pt x="55" y="269"/>
                  </a:lnTo>
                  <a:lnTo>
                    <a:pt x="73" y="299"/>
                  </a:lnTo>
                  <a:lnTo>
                    <a:pt x="89" y="326"/>
                  </a:lnTo>
                  <a:lnTo>
                    <a:pt x="108" y="351"/>
                  </a:lnTo>
                  <a:lnTo>
                    <a:pt x="128" y="373"/>
                  </a:lnTo>
                  <a:lnTo>
                    <a:pt x="150" y="391"/>
                  </a:lnTo>
                  <a:lnTo>
                    <a:pt x="171" y="406"/>
                  </a:lnTo>
                  <a:lnTo>
                    <a:pt x="196" y="417"/>
                  </a:lnTo>
                  <a:lnTo>
                    <a:pt x="221" y="422"/>
                  </a:lnTo>
                  <a:lnTo>
                    <a:pt x="246" y="425"/>
                  </a:lnTo>
                  <a:lnTo>
                    <a:pt x="246" y="413"/>
                  </a:lnTo>
                  <a:lnTo>
                    <a:pt x="223" y="411"/>
                  </a:lnTo>
                  <a:lnTo>
                    <a:pt x="201" y="405"/>
                  </a:lnTo>
                  <a:lnTo>
                    <a:pt x="178" y="394"/>
                  </a:lnTo>
                  <a:lnTo>
                    <a:pt x="157" y="381"/>
                  </a:lnTo>
                  <a:lnTo>
                    <a:pt x="137" y="364"/>
                  </a:lnTo>
                  <a:lnTo>
                    <a:pt x="117" y="344"/>
                  </a:lnTo>
                  <a:lnTo>
                    <a:pt x="99" y="319"/>
                  </a:lnTo>
                  <a:lnTo>
                    <a:pt x="82" y="292"/>
                  </a:lnTo>
                  <a:lnTo>
                    <a:pt x="67" y="264"/>
                  </a:lnTo>
                  <a:lnTo>
                    <a:pt x="53" y="231"/>
                  </a:lnTo>
                  <a:lnTo>
                    <a:pt x="41" y="197"/>
                  </a:lnTo>
                  <a:lnTo>
                    <a:pt x="31" y="161"/>
                  </a:lnTo>
                  <a:lnTo>
                    <a:pt x="23" y="123"/>
                  </a:lnTo>
                  <a:lnTo>
                    <a:pt x="17" y="84"/>
                  </a:lnTo>
                  <a:lnTo>
                    <a:pt x="13" y="4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5705" name="Freeform 71"/>
            <p:cNvSpPr>
              <a:spLocks/>
            </p:cNvSpPr>
            <p:nvPr/>
          </p:nvSpPr>
          <p:spPr bwMode="auto">
            <a:xfrm>
              <a:off x="1502" y="1751"/>
              <a:ext cx="50" cy="85"/>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2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1" y="2"/>
                  </a:lnTo>
                  <a:lnTo>
                    <a:pt x="196" y="8"/>
                  </a:lnTo>
                  <a:lnTo>
                    <a:pt x="171" y="19"/>
                  </a:lnTo>
                  <a:lnTo>
                    <a:pt x="150" y="34"/>
                  </a:lnTo>
                  <a:lnTo>
                    <a:pt x="128" y="52"/>
                  </a:lnTo>
                  <a:lnTo>
                    <a:pt x="108" y="74"/>
                  </a:lnTo>
                  <a:lnTo>
                    <a:pt x="89" y="98"/>
                  </a:lnTo>
                  <a:lnTo>
                    <a:pt x="73" y="125"/>
                  </a:lnTo>
                  <a:lnTo>
                    <a:pt x="55" y="156"/>
                  </a:lnTo>
                  <a:lnTo>
                    <a:pt x="41" y="189"/>
                  </a:lnTo>
                  <a:lnTo>
                    <a:pt x="30" y="223"/>
                  </a:lnTo>
                  <a:lnTo>
                    <a:pt x="19" y="261"/>
                  </a:lnTo>
                  <a:lnTo>
                    <a:pt x="11" y="299"/>
                  </a:lnTo>
                  <a:lnTo>
                    <a:pt x="5" y="339"/>
                  </a:lnTo>
                  <a:lnTo>
                    <a:pt x="2" y="382"/>
                  </a:lnTo>
                  <a:lnTo>
                    <a:pt x="0" y="424"/>
                  </a:lnTo>
                  <a:lnTo>
                    <a:pt x="12" y="424"/>
                  </a:lnTo>
                  <a:lnTo>
                    <a:pt x="13" y="382"/>
                  </a:lnTo>
                  <a:lnTo>
                    <a:pt x="17" y="341"/>
                  </a:lnTo>
                  <a:lnTo>
                    <a:pt x="23" y="301"/>
                  </a:lnTo>
                  <a:lnTo>
                    <a:pt x="31" y="264"/>
                  </a:lnTo>
                  <a:lnTo>
                    <a:pt x="41" y="227"/>
                  </a:lnTo>
                  <a:lnTo>
                    <a:pt x="53" y="193"/>
                  </a:lnTo>
                  <a:lnTo>
                    <a:pt x="67" y="161"/>
                  </a:lnTo>
                  <a:lnTo>
                    <a:pt x="82" y="132"/>
                  </a:lnTo>
                  <a:lnTo>
                    <a:pt x="99" y="105"/>
                  </a:lnTo>
                  <a:lnTo>
                    <a:pt x="117" y="81"/>
                  </a:lnTo>
                  <a:lnTo>
                    <a:pt x="137" y="61"/>
                  </a:lnTo>
                  <a:lnTo>
                    <a:pt x="157" y="43"/>
                  </a:lnTo>
                  <a:lnTo>
                    <a:pt x="178" y="30"/>
                  </a:lnTo>
                  <a:lnTo>
                    <a:pt x="201" y="20"/>
                  </a:lnTo>
                  <a:lnTo>
                    <a:pt x="223" y="14"/>
                  </a:lnTo>
                  <a:lnTo>
                    <a:pt x="246" y="12"/>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5706" name="Freeform 72"/>
            <p:cNvSpPr>
              <a:spLocks/>
            </p:cNvSpPr>
            <p:nvPr/>
          </p:nvSpPr>
          <p:spPr bwMode="auto">
            <a:xfrm>
              <a:off x="1565" y="2016"/>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0" y="339"/>
                  </a:lnTo>
                  <a:lnTo>
                    <a:pt x="234" y="299"/>
                  </a:lnTo>
                  <a:lnTo>
                    <a:pt x="226" y="261"/>
                  </a:lnTo>
                  <a:lnTo>
                    <a:pt x="216" y="223"/>
                  </a:lnTo>
                  <a:lnTo>
                    <a:pt x="204" y="189"/>
                  </a:lnTo>
                  <a:lnTo>
                    <a:pt x="190" y="156"/>
                  </a:lnTo>
                  <a:lnTo>
                    <a:pt x="174" y="125"/>
                  </a:lnTo>
                  <a:lnTo>
                    <a:pt x="156" y="98"/>
                  </a:lnTo>
                  <a:lnTo>
                    <a:pt x="138" y="74"/>
                  </a:lnTo>
                  <a:lnTo>
                    <a:pt x="118" y="51"/>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9" y="81"/>
                  </a:lnTo>
                  <a:lnTo>
                    <a:pt x="147" y="105"/>
                  </a:lnTo>
                  <a:lnTo>
                    <a:pt x="164" y="132"/>
                  </a:lnTo>
                  <a:lnTo>
                    <a:pt x="178" y="160"/>
                  </a:lnTo>
                  <a:lnTo>
                    <a:pt x="192" y="193"/>
                  </a:lnTo>
                  <a:lnTo>
                    <a:pt x="204" y="227"/>
                  </a:lnTo>
                  <a:lnTo>
                    <a:pt x="215" y="264"/>
                  </a:lnTo>
                  <a:lnTo>
                    <a:pt x="223" y="301"/>
                  </a:lnTo>
                  <a:lnTo>
                    <a:pt x="229"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5707" name="Freeform 73"/>
            <p:cNvSpPr>
              <a:spLocks/>
            </p:cNvSpPr>
            <p:nvPr/>
          </p:nvSpPr>
          <p:spPr bwMode="auto">
            <a:xfrm>
              <a:off x="1565" y="2101"/>
              <a:ext cx="49" cy="85"/>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6" y="423"/>
                  </a:lnTo>
                  <a:lnTo>
                    <a:pt x="51" y="418"/>
                  </a:lnTo>
                  <a:lnTo>
                    <a:pt x="74" y="407"/>
                  </a:lnTo>
                  <a:lnTo>
                    <a:pt x="96" y="392"/>
                  </a:lnTo>
                  <a:lnTo>
                    <a:pt x="118" y="373"/>
                  </a:lnTo>
                  <a:lnTo>
                    <a:pt x="138" y="351"/>
                  </a:lnTo>
                  <a:lnTo>
                    <a:pt x="156" y="327"/>
                  </a:lnTo>
                  <a:lnTo>
                    <a:pt x="175" y="299"/>
                  </a:lnTo>
                  <a:lnTo>
                    <a:pt x="190" y="269"/>
                  </a:lnTo>
                  <a:lnTo>
                    <a:pt x="204" y="236"/>
                  </a:lnTo>
                  <a:lnTo>
                    <a:pt x="216" y="202"/>
                  </a:lnTo>
                  <a:lnTo>
                    <a:pt x="226" y="164"/>
                  </a:lnTo>
                  <a:lnTo>
                    <a:pt x="234" y="126"/>
                  </a:lnTo>
                  <a:lnTo>
                    <a:pt x="240" y="86"/>
                  </a:lnTo>
                  <a:lnTo>
                    <a:pt x="244" y="42"/>
                  </a:lnTo>
                  <a:lnTo>
                    <a:pt x="245" y="0"/>
                  </a:lnTo>
                  <a:lnTo>
                    <a:pt x="233" y="0"/>
                  </a:lnTo>
                  <a:lnTo>
                    <a:pt x="232" y="42"/>
                  </a:lnTo>
                  <a:lnTo>
                    <a:pt x="229" y="83"/>
                  </a:lnTo>
                  <a:lnTo>
                    <a:pt x="223" y="123"/>
                  </a:lnTo>
                  <a:lnTo>
                    <a:pt x="215" y="162"/>
                  </a:lnTo>
                  <a:lnTo>
                    <a:pt x="204" y="197"/>
                  </a:lnTo>
                  <a:lnTo>
                    <a:pt x="192" y="231"/>
                  </a:lnTo>
                  <a:lnTo>
                    <a:pt x="178" y="264"/>
                  </a:lnTo>
                  <a:lnTo>
                    <a:pt x="163" y="292"/>
                  </a:lnTo>
                  <a:lnTo>
                    <a:pt x="147" y="320"/>
                  </a:lnTo>
                  <a:lnTo>
                    <a:pt x="129" y="344"/>
                  </a:lnTo>
                  <a:lnTo>
                    <a:pt x="109" y="364"/>
                  </a:lnTo>
                  <a:lnTo>
                    <a:pt x="89" y="382"/>
                  </a:lnTo>
                  <a:lnTo>
                    <a:pt x="67" y="395"/>
                  </a:lnTo>
                  <a:lnTo>
                    <a:pt x="46" y="406"/>
                  </a:lnTo>
                  <a:lnTo>
                    <a:pt x="24"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5708" name="Freeform 74"/>
            <p:cNvSpPr>
              <a:spLocks/>
            </p:cNvSpPr>
            <p:nvPr/>
          </p:nvSpPr>
          <p:spPr bwMode="auto">
            <a:xfrm>
              <a:off x="1516" y="2101"/>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5" y="86"/>
                  </a:lnTo>
                  <a:lnTo>
                    <a:pt x="11" y="126"/>
                  </a:lnTo>
                  <a:lnTo>
                    <a:pt x="19" y="164"/>
                  </a:lnTo>
                  <a:lnTo>
                    <a:pt x="30" y="202"/>
                  </a:lnTo>
                  <a:lnTo>
                    <a:pt x="41" y="236"/>
                  </a:lnTo>
                  <a:lnTo>
                    <a:pt x="55" y="269"/>
                  </a:lnTo>
                  <a:lnTo>
                    <a:pt x="71" y="299"/>
                  </a:lnTo>
                  <a:lnTo>
                    <a:pt x="89" y="327"/>
                  </a:lnTo>
                  <a:lnTo>
                    <a:pt x="107" y="351"/>
                  </a:lnTo>
                  <a:lnTo>
                    <a:pt x="127" y="373"/>
                  </a:lnTo>
                  <a:lnTo>
                    <a:pt x="149" y="392"/>
                  </a:lnTo>
                  <a:lnTo>
                    <a:pt x="171" y="407"/>
                  </a:lnTo>
                  <a:lnTo>
                    <a:pt x="195" y="418"/>
                  </a:lnTo>
                  <a:lnTo>
                    <a:pt x="219" y="423"/>
                  </a:lnTo>
                  <a:lnTo>
                    <a:pt x="245" y="426"/>
                  </a:lnTo>
                  <a:lnTo>
                    <a:pt x="245" y="414"/>
                  </a:lnTo>
                  <a:lnTo>
                    <a:pt x="222" y="412"/>
                  </a:lnTo>
                  <a:lnTo>
                    <a:pt x="199" y="406"/>
                  </a:lnTo>
                  <a:lnTo>
                    <a:pt x="178" y="395"/>
                  </a:lnTo>
                  <a:lnTo>
                    <a:pt x="156" y="382"/>
                  </a:lnTo>
                  <a:lnTo>
                    <a:pt x="136" y="364"/>
                  </a:lnTo>
                  <a:lnTo>
                    <a:pt x="116" y="344"/>
                  </a:lnTo>
                  <a:lnTo>
                    <a:pt x="99" y="320"/>
                  </a:lnTo>
                  <a:lnTo>
                    <a:pt x="82" y="292"/>
                  </a:lnTo>
                  <a:lnTo>
                    <a:pt x="67" y="264"/>
                  </a:lnTo>
                  <a:lnTo>
                    <a:pt x="53" y="231"/>
                  </a:lnTo>
                  <a:lnTo>
                    <a:pt x="41" y="197"/>
                  </a:lnTo>
                  <a:lnTo>
                    <a:pt x="31" y="162"/>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5709" name="Freeform 75"/>
            <p:cNvSpPr>
              <a:spLocks/>
            </p:cNvSpPr>
            <p:nvPr/>
          </p:nvSpPr>
          <p:spPr bwMode="auto">
            <a:xfrm>
              <a:off x="1516" y="2016"/>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5" y="8"/>
                  </a:lnTo>
                  <a:lnTo>
                    <a:pt x="171" y="19"/>
                  </a:lnTo>
                  <a:lnTo>
                    <a:pt x="149" y="34"/>
                  </a:lnTo>
                  <a:lnTo>
                    <a:pt x="127" y="51"/>
                  </a:lnTo>
                  <a:lnTo>
                    <a:pt x="107" y="74"/>
                  </a:lnTo>
                  <a:lnTo>
                    <a:pt x="89" y="98"/>
                  </a:lnTo>
                  <a:lnTo>
                    <a:pt x="72" y="125"/>
                  </a:lnTo>
                  <a:lnTo>
                    <a:pt x="55" y="156"/>
                  </a:lnTo>
                  <a:lnTo>
                    <a:pt x="41" y="189"/>
                  </a:lnTo>
                  <a:lnTo>
                    <a:pt x="30" y="223"/>
                  </a:lnTo>
                  <a:lnTo>
                    <a:pt x="19" y="261"/>
                  </a:lnTo>
                  <a:lnTo>
                    <a:pt x="11" y="299"/>
                  </a:lnTo>
                  <a:lnTo>
                    <a:pt x="5" y="339"/>
                  </a:lnTo>
                  <a:lnTo>
                    <a:pt x="1" y="382"/>
                  </a:lnTo>
                  <a:lnTo>
                    <a:pt x="0" y="424"/>
                  </a:lnTo>
                  <a:lnTo>
                    <a:pt x="12" y="424"/>
                  </a:lnTo>
                  <a:lnTo>
                    <a:pt x="13" y="382"/>
                  </a:lnTo>
                  <a:lnTo>
                    <a:pt x="17" y="341"/>
                  </a:lnTo>
                  <a:lnTo>
                    <a:pt x="23" y="301"/>
                  </a:lnTo>
                  <a:lnTo>
                    <a:pt x="31" y="264"/>
                  </a:lnTo>
                  <a:lnTo>
                    <a:pt x="41" y="227"/>
                  </a:lnTo>
                  <a:lnTo>
                    <a:pt x="53" y="193"/>
                  </a:lnTo>
                  <a:lnTo>
                    <a:pt x="67" y="160"/>
                  </a:lnTo>
                  <a:lnTo>
                    <a:pt x="81" y="132"/>
                  </a:lnTo>
                  <a:lnTo>
                    <a:pt x="99" y="105"/>
                  </a:lnTo>
                  <a:lnTo>
                    <a:pt x="116" y="81"/>
                  </a:lnTo>
                  <a:lnTo>
                    <a:pt x="136" y="61"/>
                  </a:lnTo>
                  <a:lnTo>
                    <a:pt x="156" y="43"/>
                  </a:lnTo>
                  <a:lnTo>
                    <a:pt x="178" y="30"/>
                  </a:lnTo>
                  <a:lnTo>
                    <a:pt x="199" y="20"/>
                  </a:lnTo>
                  <a:lnTo>
                    <a:pt x="222"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sp>
        <p:nvSpPr>
          <p:cNvPr id="155656" name="Rectangle 77"/>
          <p:cNvSpPr>
            <a:spLocks noChangeArrowheads="1"/>
          </p:cNvSpPr>
          <p:nvPr/>
        </p:nvSpPr>
        <p:spPr bwMode="auto">
          <a:xfrm>
            <a:off x="611188" y="0"/>
            <a:ext cx="6388100" cy="6477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3000"/>
              <a:t>Sem. 3 - Mardi</a:t>
            </a:r>
          </a:p>
        </p:txBody>
      </p:sp>
      <p:sp>
        <p:nvSpPr>
          <p:cNvPr id="155657" name="Text Box 78"/>
          <p:cNvSpPr txBox="1">
            <a:spLocks noChangeArrowheads="1"/>
          </p:cNvSpPr>
          <p:nvPr/>
        </p:nvSpPr>
        <p:spPr bwMode="auto">
          <a:xfrm>
            <a:off x="566738" y="2697163"/>
            <a:ext cx="3217862"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2. Pas de commandes</a:t>
            </a:r>
          </a:p>
        </p:txBody>
      </p:sp>
      <p:sp>
        <p:nvSpPr>
          <p:cNvPr id="155658" name="Text Box 79"/>
          <p:cNvSpPr txBox="1">
            <a:spLocks noChangeArrowheads="1"/>
          </p:cNvSpPr>
          <p:nvPr/>
        </p:nvSpPr>
        <p:spPr bwMode="auto">
          <a:xfrm>
            <a:off x="566738" y="5211763"/>
            <a:ext cx="6543675" cy="4429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eaLnBrk="1" hangingPunct="1">
              <a:spcBef>
                <a:spcPct val="0"/>
              </a:spcBef>
              <a:buFontTx/>
              <a:buNone/>
            </a:pPr>
            <a:r>
              <a:rPr lang="fr-FR" altLang="fr-FR" sz="2300"/>
              <a:t>4. Pointez la production sur votre feuille de suivi</a:t>
            </a:r>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6674" name="Rectangle 2"/>
          <p:cNvSpPr>
            <a:spLocks noGrp="1" noChangeArrowheads="1"/>
          </p:cNvSpPr>
          <p:nvPr>
            <p:ph type="title"/>
          </p:nvPr>
        </p:nvSpPr>
        <p:spPr/>
        <p:txBody>
          <a:bodyPr/>
          <a:lstStyle/>
          <a:p>
            <a:pPr eaLnBrk="1" hangingPunct="1"/>
            <a:r>
              <a:rPr lang="fr-FR" altLang="fr-FR"/>
              <a:t>Ajustement des stocks</a:t>
            </a:r>
          </a:p>
        </p:txBody>
      </p:sp>
      <p:sp>
        <p:nvSpPr>
          <p:cNvPr id="156675" name="Rectangle 3"/>
          <p:cNvSpPr>
            <a:spLocks noGrp="1" noChangeArrowheads="1"/>
          </p:cNvSpPr>
          <p:nvPr>
            <p:ph type="body" idx="1"/>
          </p:nvPr>
        </p:nvSpPr>
        <p:spPr/>
        <p:txBody>
          <a:bodyPr/>
          <a:lstStyle/>
          <a:p>
            <a:pPr eaLnBrk="1" hangingPunct="1"/>
            <a:r>
              <a:rPr lang="fr-FR" altLang="fr-FR" dirty="0"/>
              <a:t>Vous pouvez réduire vos stocks pour tenir compte de vos progrès (mais il est interdit de les augmenter).</a:t>
            </a:r>
          </a:p>
          <a:p>
            <a:pPr eaLnBrk="1" hangingPunct="1"/>
            <a:r>
              <a:rPr lang="fr-FR" altLang="fr-FR" dirty="0"/>
              <a:t>Faîtes l’inventaire après la baisse éventuelle des stocks, et mettez à jour votre feuille Résultats.</a:t>
            </a:r>
          </a:p>
          <a:p>
            <a:pPr eaLnBrk="1" hangingPunct="1"/>
            <a:r>
              <a:rPr lang="fr-FR" altLang="fr-FR" dirty="0"/>
              <a:t>Vous pouvez également diminuer le nombre de tickets dans certains boucles.</a:t>
            </a:r>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57698" name="Picture 2"/>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90538" y="1808163"/>
            <a:ext cx="8216900" cy="32988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pic>
      <p:sp>
        <p:nvSpPr>
          <p:cNvPr id="157699" name="Rectangle 3"/>
          <p:cNvSpPr>
            <a:spLocks noGrp="1" noChangeArrowheads="1"/>
          </p:cNvSpPr>
          <p:nvPr>
            <p:ph type="title"/>
          </p:nvPr>
        </p:nvSpPr>
        <p:spPr/>
        <p:txBody>
          <a:bodyPr/>
          <a:lstStyle/>
          <a:p>
            <a:pPr eaLnBrk="1" hangingPunct="1"/>
            <a:r>
              <a:rPr lang="fr-FR" altLang="fr-FR"/>
              <a:t>Enregistrement des progrès</a:t>
            </a:r>
          </a:p>
        </p:txBody>
      </p:sp>
      <p:sp>
        <p:nvSpPr>
          <p:cNvPr id="157700" name="Oval 4"/>
          <p:cNvSpPr>
            <a:spLocks noChangeArrowheads="1"/>
          </p:cNvSpPr>
          <p:nvPr/>
        </p:nvSpPr>
        <p:spPr bwMode="auto">
          <a:xfrm>
            <a:off x="8145463" y="4016375"/>
            <a:ext cx="412750" cy="276225"/>
          </a:xfrm>
          <a:prstGeom prst="ellipse">
            <a:avLst/>
          </a:prstGeom>
          <a:noFill/>
          <a:ln w="6350" algn="ctr">
            <a:solidFill>
              <a:srgbClr val="FC2C1C"/>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157701" name="AutoShape 5"/>
          <p:cNvSpPr>
            <a:spLocks/>
          </p:cNvSpPr>
          <p:nvPr/>
        </p:nvSpPr>
        <p:spPr bwMode="auto">
          <a:xfrm>
            <a:off x="4843463" y="4751388"/>
            <a:ext cx="2171700" cy="573087"/>
          </a:xfrm>
          <a:prstGeom prst="borderCallout2">
            <a:avLst>
              <a:gd name="adj1" fmla="val 19944"/>
              <a:gd name="adj2" fmla="val 103509"/>
              <a:gd name="adj3" fmla="val 19944"/>
              <a:gd name="adj4" fmla="val 113157"/>
              <a:gd name="adj5" fmla="val -92796"/>
              <a:gd name="adj6" fmla="val 148463"/>
            </a:avLst>
          </a:prstGeom>
          <a:solidFill>
            <a:srgbClr val="FFFF99"/>
          </a:solidFill>
          <a:ln w="6350" algn="ctr">
            <a:solidFill>
              <a:schemeClr val="tx2"/>
            </a:solidFill>
            <a:miter lim="800000"/>
            <a:headEnd/>
            <a:tailEnd type="triangle" w="med" len="med"/>
          </a:ln>
        </p:spPr>
        <p:txBody>
          <a:bodyPr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1400">
                <a:solidFill>
                  <a:schemeClr val="tx1"/>
                </a:solidFill>
              </a:rPr>
              <a:t>Le nombre de points auxquels vous avez droit</a:t>
            </a:r>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58723" name="Group 3"/>
          <p:cNvGrpSpPr>
            <a:grpSpLocks/>
          </p:cNvGrpSpPr>
          <p:nvPr/>
        </p:nvGrpSpPr>
        <p:grpSpPr bwMode="auto">
          <a:xfrm>
            <a:off x="7073900" y="215900"/>
            <a:ext cx="1878013" cy="1250950"/>
            <a:chOff x="4456" y="136"/>
            <a:chExt cx="1183" cy="788"/>
          </a:xfrm>
        </p:grpSpPr>
        <p:grpSp>
          <p:nvGrpSpPr>
            <p:cNvPr id="158840" name="Group 4"/>
            <p:cNvGrpSpPr>
              <a:grpSpLocks/>
            </p:cNvGrpSpPr>
            <p:nvPr/>
          </p:nvGrpSpPr>
          <p:grpSpPr bwMode="auto">
            <a:xfrm>
              <a:off x="4766" y="232"/>
              <a:ext cx="873" cy="692"/>
              <a:chOff x="2185" y="310"/>
              <a:chExt cx="873" cy="692"/>
            </a:xfrm>
          </p:grpSpPr>
          <p:sp>
            <p:nvSpPr>
              <p:cNvPr id="158851" name="Freeform 5"/>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accent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8852" name="Freeform 6"/>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8853" name="Freeform 7"/>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8854" name="Freeform 8"/>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8855" name="Freeform 9"/>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8856" name="Freeform 10"/>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8857" name="Freeform 11"/>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grpSp>
          <p:nvGrpSpPr>
            <p:cNvPr id="158841" name="Group 12"/>
            <p:cNvGrpSpPr>
              <a:grpSpLocks/>
            </p:cNvGrpSpPr>
            <p:nvPr/>
          </p:nvGrpSpPr>
          <p:grpSpPr bwMode="auto">
            <a:xfrm>
              <a:off x="4949" y="336"/>
              <a:ext cx="591" cy="468"/>
              <a:chOff x="2185" y="310"/>
              <a:chExt cx="873" cy="692"/>
            </a:xfrm>
          </p:grpSpPr>
          <p:sp>
            <p:nvSpPr>
              <p:cNvPr id="158844" name="Freeform 13"/>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8845" name="Freeform 14"/>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8846" name="Freeform 15"/>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8847" name="Freeform 16"/>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8848" name="Freeform 17"/>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8849" name="Freeform 18"/>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8850" name="Freeform 19"/>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pic>
          <p:nvPicPr>
            <p:cNvPr id="158842" name="Picture 20"/>
            <p:cNvPicPr>
              <a:picLocks noChangeAspect="1" noChangeArrowheads="1"/>
            </p:cNvPicPr>
            <p:nvPr/>
          </p:nvPicPr>
          <p:blipFill>
            <a:blip r:embed="rId3" cstate="print">
              <a:extLst>
                <a:ext uri="{28A0092B-C50C-407E-A947-70E740481C1C}">
                  <a14:useLocalDpi xmlns:a14="http://schemas.microsoft.com/office/drawing/2010/main" val="0"/>
                </a:ext>
              </a:extLst>
            </a:blip>
            <a:srcRect l="-4282" t="-4369" r="-5199" b="-12012"/>
            <a:stretch>
              <a:fillRect/>
            </a:stretch>
          </p:blipFill>
          <p:spPr bwMode="auto">
            <a:xfrm>
              <a:off x="4456" y="136"/>
              <a:ext cx="480" cy="5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58843" name="Text Box 21"/>
            <p:cNvSpPr txBox="1">
              <a:spLocks noChangeArrowheads="1"/>
            </p:cNvSpPr>
            <p:nvPr/>
          </p:nvSpPr>
          <p:spPr bwMode="auto">
            <a:xfrm>
              <a:off x="4946" y="314"/>
              <a:ext cx="596" cy="49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4500" b="1">
                  <a:solidFill>
                    <a:srgbClr val="FF0000"/>
                  </a:solidFill>
                  <a:latin typeface="Arial Black" pitchFamily="34" charset="0"/>
                </a:rPr>
                <a:t>17</a:t>
              </a:r>
              <a:endParaRPr lang="fr-FR" altLang="fr-FR" sz="3200">
                <a:solidFill>
                  <a:schemeClr val="tx1"/>
                </a:solidFill>
                <a:latin typeface="Arial Black" pitchFamily="34" charset="0"/>
              </a:endParaRPr>
            </a:p>
          </p:txBody>
        </p:sp>
      </p:grpSp>
      <p:sp>
        <p:nvSpPr>
          <p:cNvPr id="158724" name="Text Box 22"/>
          <p:cNvSpPr txBox="1">
            <a:spLocks noChangeArrowheads="1"/>
          </p:cNvSpPr>
          <p:nvPr/>
        </p:nvSpPr>
        <p:spPr bwMode="auto">
          <a:xfrm>
            <a:off x="534988" y="3681413"/>
            <a:ext cx="828675"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a:spcBef>
                <a:spcPct val="0"/>
              </a:spcBef>
              <a:buFontTx/>
              <a:buNone/>
            </a:pPr>
            <a:r>
              <a:rPr lang="fr-FR" altLang="fr-FR" sz="2400">
                <a:solidFill>
                  <a:srgbClr val="FC2C1C"/>
                </a:solidFill>
              </a:rPr>
              <a:t>2 R1</a:t>
            </a:r>
          </a:p>
        </p:txBody>
      </p:sp>
      <p:sp>
        <p:nvSpPr>
          <p:cNvPr id="158725" name="Text Box 23"/>
          <p:cNvSpPr txBox="1">
            <a:spLocks noChangeArrowheads="1"/>
          </p:cNvSpPr>
          <p:nvPr/>
        </p:nvSpPr>
        <p:spPr bwMode="auto">
          <a:xfrm>
            <a:off x="3824288" y="3681413"/>
            <a:ext cx="828675"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a:spcBef>
                <a:spcPct val="0"/>
              </a:spcBef>
              <a:buFontTx/>
              <a:buNone/>
            </a:pPr>
            <a:r>
              <a:rPr lang="fr-FR" altLang="fr-FR" sz="2400">
                <a:solidFill>
                  <a:srgbClr val="FC2C1C"/>
                </a:solidFill>
              </a:rPr>
              <a:t>1 R4</a:t>
            </a:r>
          </a:p>
        </p:txBody>
      </p:sp>
      <p:sp>
        <p:nvSpPr>
          <p:cNvPr id="158726" name="Text Box 24"/>
          <p:cNvSpPr txBox="1">
            <a:spLocks noChangeArrowheads="1"/>
          </p:cNvSpPr>
          <p:nvPr/>
        </p:nvSpPr>
        <p:spPr bwMode="auto">
          <a:xfrm>
            <a:off x="5951538" y="3681413"/>
            <a:ext cx="828675"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a:spcBef>
                <a:spcPct val="0"/>
              </a:spcBef>
              <a:buFontTx/>
              <a:buNone/>
            </a:pPr>
            <a:r>
              <a:rPr lang="fr-FR" altLang="fr-FR" sz="2400">
                <a:solidFill>
                  <a:srgbClr val="FC2C1C"/>
                </a:solidFill>
              </a:rPr>
              <a:t>1 R6</a:t>
            </a:r>
          </a:p>
        </p:txBody>
      </p:sp>
      <p:sp>
        <p:nvSpPr>
          <p:cNvPr id="158727" name="Oval 25"/>
          <p:cNvSpPr>
            <a:spLocks noChangeArrowheads="1"/>
          </p:cNvSpPr>
          <p:nvPr/>
        </p:nvSpPr>
        <p:spPr bwMode="auto">
          <a:xfrm rot="-5400000">
            <a:off x="7322344" y="3037681"/>
            <a:ext cx="336550" cy="312738"/>
          </a:xfrm>
          <a:prstGeom prst="ellipse">
            <a:avLst/>
          </a:prstGeom>
          <a:solidFill>
            <a:schemeClr val="bg1"/>
          </a:solidFill>
          <a:ln w="9525">
            <a:solidFill>
              <a:schemeClr val="tx1"/>
            </a:solidFill>
            <a:round/>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158728" name="Text Box 26"/>
          <p:cNvSpPr txBox="1">
            <a:spLocks noChangeArrowheads="1"/>
          </p:cNvSpPr>
          <p:nvPr/>
        </p:nvSpPr>
        <p:spPr bwMode="auto">
          <a:xfrm>
            <a:off x="6935788" y="3681413"/>
            <a:ext cx="2208212"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a:spcBef>
                <a:spcPct val="0"/>
              </a:spcBef>
              <a:buFontTx/>
              <a:buNone/>
            </a:pPr>
            <a:r>
              <a:rPr lang="fr-FR" altLang="fr-FR" sz="2400">
                <a:solidFill>
                  <a:srgbClr val="FC2C1C"/>
                </a:solidFill>
              </a:rPr>
              <a:t>3 Couronnes</a:t>
            </a:r>
          </a:p>
        </p:txBody>
      </p:sp>
      <p:sp>
        <p:nvSpPr>
          <p:cNvPr id="158729" name="Rectangle 27"/>
          <p:cNvSpPr>
            <a:spLocks noGrp="1" noChangeArrowheads="1"/>
          </p:cNvSpPr>
          <p:nvPr>
            <p:ph type="title"/>
          </p:nvPr>
        </p:nvSpPr>
        <p:spPr>
          <a:xfrm>
            <a:off x="858838" y="0"/>
            <a:ext cx="6038850" cy="647700"/>
          </a:xfrm>
        </p:spPr>
        <p:txBody>
          <a:bodyPr/>
          <a:lstStyle/>
          <a:p>
            <a:pPr eaLnBrk="1" hangingPunct="1"/>
            <a:r>
              <a:rPr lang="fr-FR" altLang="fr-FR"/>
              <a:t>Sem. 3 - Mercredi (Ste Cécile)</a:t>
            </a:r>
          </a:p>
        </p:txBody>
      </p:sp>
      <p:sp>
        <p:nvSpPr>
          <p:cNvPr id="158730" name="Text Box 28"/>
          <p:cNvSpPr txBox="1">
            <a:spLocks noChangeArrowheads="1"/>
          </p:cNvSpPr>
          <p:nvPr/>
        </p:nvSpPr>
        <p:spPr bwMode="auto">
          <a:xfrm>
            <a:off x="574675" y="2030413"/>
            <a:ext cx="3557588"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2. Livrez les commandes</a:t>
            </a:r>
          </a:p>
        </p:txBody>
      </p:sp>
      <p:sp>
        <p:nvSpPr>
          <p:cNvPr id="158731" name="Text Box 29"/>
          <p:cNvSpPr txBox="1">
            <a:spLocks noChangeArrowheads="1"/>
          </p:cNvSpPr>
          <p:nvPr/>
        </p:nvSpPr>
        <p:spPr bwMode="auto">
          <a:xfrm>
            <a:off x="566738" y="1154113"/>
            <a:ext cx="1946275"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1. Tirez le dé</a:t>
            </a:r>
          </a:p>
        </p:txBody>
      </p:sp>
      <p:sp>
        <p:nvSpPr>
          <p:cNvPr id="158732" name="Text Box 30"/>
          <p:cNvSpPr txBox="1">
            <a:spLocks noChangeArrowheads="1"/>
          </p:cNvSpPr>
          <p:nvPr/>
        </p:nvSpPr>
        <p:spPr bwMode="auto">
          <a:xfrm>
            <a:off x="579438" y="4316413"/>
            <a:ext cx="18796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3. Produisez</a:t>
            </a:r>
          </a:p>
        </p:txBody>
      </p:sp>
      <p:grpSp>
        <p:nvGrpSpPr>
          <p:cNvPr id="158733" name="Group 31"/>
          <p:cNvGrpSpPr>
            <a:grpSpLocks/>
          </p:cNvGrpSpPr>
          <p:nvPr/>
        </p:nvGrpSpPr>
        <p:grpSpPr bwMode="auto">
          <a:xfrm>
            <a:off x="2843213" y="1106488"/>
            <a:ext cx="446087" cy="534987"/>
            <a:chOff x="868" y="1439"/>
            <a:chExt cx="811" cy="972"/>
          </a:xfrm>
        </p:grpSpPr>
        <p:sp>
          <p:nvSpPr>
            <p:cNvPr id="158789" name="Freeform 32"/>
            <p:cNvSpPr>
              <a:spLocks/>
            </p:cNvSpPr>
            <p:nvPr/>
          </p:nvSpPr>
          <p:spPr bwMode="auto">
            <a:xfrm>
              <a:off x="1548" y="2014"/>
              <a:ext cx="123" cy="100"/>
            </a:xfrm>
            <a:custGeom>
              <a:avLst/>
              <a:gdLst>
                <a:gd name="T0" fmla="*/ 5 w 618"/>
                <a:gd name="T1" fmla="*/ 0 h 502"/>
                <a:gd name="T2" fmla="*/ 5 w 618"/>
                <a:gd name="T3" fmla="*/ 0 h 502"/>
                <a:gd name="T4" fmla="*/ 0 w 618"/>
                <a:gd name="T5" fmla="*/ 4 h 502"/>
                <a:gd name="T6" fmla="*/ 0 w 618"/>
                <a:gd name="T7" fmla="*/ 4 h 502"/>
                <a:gd name="T8" fmla="*/ 5 w 618"/>
                <a:gd name="T9" fmla="*/ 0 h 502"/>
                <a:gd name="T10" fmla="*/ 5 w 618"/>
                <a:gd name="T11" fmla="*/ 0 h 502"/>
                <a:gd name="T12" fmla="*/ 5 w 618"/>
                <a:gd name="T13" fmla="*/ 0 h 502"/>
                <a:gd name="T14" fmla="*/ 5 w 618"/>
                <a:gd name="T15" fmla="*/ 0 h 502"/>
                <a:gd name="T16" fmla="*/ 5 w 618"/>
                <a:gd name="T17" fmla="*/ 0 h 502"/>
                <a:gd name="T18" fmla="*/ 5 w 618"/>
                <a:gd name="T19" fmla="*/ 0 h 502"/>
                <a:gd name="T20" fmla="*/ 5 w 618"/>
                <a:gd name="T21" fmla="*/ 0 h 502"/>
                <a:gd name="T22" fmla="*/ 5 w 618"/>
                <a:gd name="T23" fmla="*/ 0 h 502"/>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618"/>
                <a:gd name="T37" fmla="*/ 0 h 502"/>
                <a:gd name="T38" fmla="*/ 618 w 618"/>
                <a:gd name="T39" fmla="*/ 502 h 502"/>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618" h="502">
                  <a:moveTo>
                    <a:pt x="611" y="0"/>
                  </a:moveTo>
                  <a:lnTo>
                    <a:pt x="606" y="2"/>
                  </a:lnTo>
                  <a:lnTo>
                    <a:pt x="0" y="490"/>
                  </a:lnTo>
                  <a:lnTo>
                    <a:pt x="10" y="502"/>
                  </a:lnTo>
                  <a:lnTo>
                    <a:pt x="616" y="14"/>
                  </a:lnTo>
                  <a:lnTo>
                    <a:pt x="611" y="16"/>
                  </a:lnTo>
                  <a:lnTo>
                    <a:pt x="616" y="14"/>
                  </a:lnTo>
                  <a:lnTo>
                    <a:pt x="618" y="9"/>
                  </a:lnTo>
                  <a:lnTo>
                    <a:pt x="617" y="3"/>
                  </a:lnTo>
                  <a:lnTo>
                    <a:pt x="612" y="1"/>
                  </a:lnTo>
                  <a:lnTo>
                    <a:pt x="606" y="2"/>
                  </a:lnTo>
                  <a:lnTo>
                    <a:pt x="611"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8790" name="Freeform 33"/>
            <p:cNvSpPr>
              <a:spLocks/>
            </p:cNvSpPr>
            <p:nvPr/>
          </p:nvSpPr>
          <p:spPr bwMode="auto">
            <a:xfrm>
              <a:off x="876" y="1852"/>
              <a:ext cx="82" cy="373"/>
            </a:xfrm>
            <a:custGeom>
              <a:avLst/>
              <a:gdLst>
                <a:gd name="T0" fmla="*/ 3 w 413"/>
                <a:gd name="T1" fmla="*/ 15 h 1865"/>
                <a:gd name="T2" fmla="*/ 3 w 413"/>
                <a:gd name="T3" fmla="*/ 15 h 1865"/>
                <a:gd name="T4" fmla="*/ 0 w 413"/>
                <a:gd name="T5" fmla="*/ 0 h 1865"/>
                <a:gd name="T6" fmla="*/ 0 w 413"/>
                <a:gd name="T7" fmla="*/ 0 h 1865"/>
                <a:gd name="T8" fmla="*/ 3 w 413"/>
                <a:gd name="T9" fmla="*/ 15 h 1865"/>
                <a:gd name="T10" fmla="*/ 3 w 413"/>
                <a:gd name="T11" fmla="*/ 15 h 1865"/>
                <a:gd name="T12" fmla="*/ 3 w 413"/>
                <a:gd name="T13" fmla="*/ 15 h 1865"/>
                <a:gd name="T14" fmla="*/ 3 w 413"/>
                <a:gd name="T15" fmla="*/ 15 h 1865"/>
                <a:gd name="T16" fmla="*/ 3 w 413"/>
                <a:gd name="T17" fmla="*/ 15 h 1865"/>
                <a:gd name="T18" fmla="*/ 3 w 413"/>
                <a:gd name="T19" fmla="*/ 15 h 1865"/>
                <a:gd name="T20" fmla="*/ 3 w 413"/>
                <a:gd name="T21" fmla="*/ 15 h 1865"/>
                <a:gd name="T22" fmla="*/ 3 w 413"/>
                <a:gd name="T23" fmla="*/ 15 h 186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413"/>
                <a:gd name="T37" fmla="*/ 0 h 1865"/>
                <a:gd name="T38" fmla="*/ 413 w 413"/>
                <a:gd name="T39" fmla="*/ 1865 h 1865"/>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413" h="1865">
                  <a:moveTo>
                    <a:pt x="400" y="1864"/>
                  </a:moveTo>
                  <a:lnTo>
                    <a:pt x="413" y="1856"/>
                  </a:lnTo>
                  <a:lnTo>
                    <a:pt x="17" y="0"/>
                  </a:lnTo>
                  <a:lnTo>
                    <a:pt x="0" y="2"/>
                  </a:lnTo>
                  <a:lnTo>
                    <a:pt x="396" y="1858"/>
                  </a:lnTo>
                  <a:lnTo>
                    <a:pt x="409" y="1850"/>
                  </a:lnTo>
                  <a:lnTo>
                    <a:pt x="396" y="1858"/>
                  </a:lnTo>
                  <a:lnTo>
                    <a:pt x="400" y="1864"/>
                  </a:lnTo>
                  <a:lnTo>
                    <a:pt x="406" y="1865"/>
                  </a:lnTo>
                  <a:lnTo>
                    <a:pt x="410" y="1862"/>
                  </a:lnTo>
                  <a:lnTo>
                    <a:pt x="413" y="1856"/>
                  </a:lnTo>
                  <a:lnTo>
                    <a:pt x="400" y="186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8791" name="Freeform 34"/>
            <p:cNvSpPr>
              <a:spLocks/>
            </p:cNvSpPr>
            <p:nvPr/>
          </p:nvSpPr>
          <p:spPr bwMode="auto">
            <a:xfrm>
              <a:off x="1282" y="1533"/>
              <a:ext cx="35" cy="161"/>
            </a:xfrm>
            <a:custGeom>
              <a:avLst/>
              <a:gdLst>
                <a:gd name="T0" fmla="*/ 1 w 175"/>
                <a:gd name="T1" fmla="*/ 6 h 807"/>
                <a:gd name="T2" fmla="*/ 1 w 175"/>
                <a:gd name="T3" fmla="*/ 6 h 807"/>
                <a:gd name="T4" fmla="*/ 1 w 175"/>
                <a:gd name="T5" fmla="*/ 6 h 807"/>
                <a:gd name="T6" fmla="*/ 1 w 175"/>
                <a:gd name="T7" fmla="*/ 5 h 807"/>
                <a:gd name="T8" fmla="*/ 1 w 175"/>
                <a:gd name="T9" fmla="*/ 5 h 807"/>
                <a:gd name="T10" fmla="*/ 1 w 175"/>
                <a:gd name="T11" fmla="*/ 5 h 807"/>
                <a:gd name="T12" fmla="*/ 1 w 175"/>
                <a:gd name="T13" fmla="*/ 4 h 807"/>
                <a:gd name="T14" fmla="*/ 1 w 175"/>
                <a:gd name="T15" fmla="*/ 4 h 807"/>
                <a:gd name="T16" fmla="*/ 1 w 175"/>
                <a:gd name="T17" fmla="*/ 3 h 807"/>
                <a:gd name="T18" fmla="*/ 1 w 175"/>
                <a:gd name="T19" fmla="*/ 3 h 807"/>
                <a:gd name="T20" fmla="*/ 1 w 175"/>
                <a:gd name="T21" fmla="*/ 3 h 807"/>
                <a:gd name="T22" fmla="*/ 1 w 175"/>
                <a:gd name="T23" fmla="*/ 2 h 807"/>
                <a:gd name="T24" fmla="*/ 1 w 175"/>
                <a:gd name="T25" fmla="*/ 2 h 807"/>
                <a:gd name="T26" fmla="*/ 1 w 175"/>
                <a:gd name="T27" fmla="*/ 2 h 807"/>
                <a:gd name="T28" fmla="*/ 1 w 175"/>
                <a:gd name="T29" fmla="*/ 1 h 807"/>
                <a:gd name="T30" fmla="*/ 1 w 175"/>
                <a:gd name="T31" fmla="*/ 1 h 807"/>
                <a:gd name="T32" fmla="*/ 1 w 175"/>
                <a:gd name="T33" fmla="*/ 1 h 807"/>
                <a:gd name="T34" fmla="*/ 1 w 175"/>
                <a:gd name="T35" fmla="*/ 0 h 807"/>
                <a:gd name="T36" fmla="*/ 1 w 175"/>
                <a:gd name="T37" fmla="*/ 0 h 807"/>
                <a:gd name="T38" fmla="*/ 1 w 175"/>
                <a:gd name="T39" fmla="*/ 0 h 807"/>
                <a:gd name="T40" fmla="*/ 0 w 175"/>
                <a:gd name="T41" fmla="*/ 1 h 807"/>
                <a:gd name="T42" fmla="*/ 0 w 175"/>
                <a:gd name="T43" fmla="*/ 1 h 807"/>
                <a:gd name="T44" fmla="*/ 0 w 175"/>
                <a:gd name="T45" fmla="*/ 1 h 807"/>
                <a:gd name="T46" fmla="*/ 0 w 175"/>
                <a:gd name="T47" fmla="*/ 2 h 807"/>
                <a:gd name="T48" fmla="*/ 0 w 175"/>
                <a:gd name="T49" fmla="*/ 2 h 807"/>
                <a:gd name="T50" fmla="*/ 0 w 175"/>
                <a:gd name="T51" fmla="*/ 3 h 807"/>
                <a:gd name="T52" fmla="*/ 0 w 175"/>
                <a:gd name="T53" fmla="*/ 3 h 807"/>
                <a:gd name="T54" fmla="*/ 0 w 175"/>
                <a:gd name="T55" fmla="*/ 3 h 807"/>
                <a:gd name="T56" fmla="*/ 0 w 175"/>
                <a:gd name="T57" fmla="*/ 4 h 807"/>
                <a:gd name="T58" fmla="*/ 0 w 175"/>
                <a:gd name="T59" fmla="*/ 4 h 807"/>
                <a:gd name="T60" fmla="*/ 0 w 175"/>
                <a:gd name="T61" fmla="*/ 5 h 807"/>
                <a:gd name="T62" fmla="*/ 0 w 175"/>
                <a:gd name="T63" fmla="*/ 5 h 807"/>
                <a:gd name="T64" fmla="*/ 0 w 175"/>
                <a:gd name="T65" fmla="*/ 5 h 807"/>
                <a:gd name="T66" fmla="*/ 1 w 175"/>
                <a:gd name="T67" fmla="*/ 6 h 807"/>
                <a:gd name="T68" fmla="*/ 1 w 175"/>
                <a:gd name="T69" fmla="*/ 6 h 807"/>
                <a:gd name="T70" fmla="*/ 1 w 175"/>
                <a:gd name="T71" fmla="*/ 6 h 807"/>
                <a:gd name="T72" fmla="*/ 1 w 175"/>
                <a:gd name="T73" fmla="*/ 6 h 807"/>
                <a:gd name="T74" fmla="*/ 1 w 175"/>
                <a:gd name="T75" fmla="*/ 6 h 807"/>
                <a:gd name="T76" fmla="*/ 1 w 175"/>
                <a:gd name="T77" fmla="*/ 6 h 807"/>
                <a:gd name="T78" fmla="*/ 1 w 175"/>
                <a:gd name="T79" fmla="*/ 6 h 807"/>
                <a:gd name="T80" fmla="*/ 1 w 175"/>
                <a:gd name="T81" fmla="*/ 6 h 807"/>
                <a:gd name="T82" fmla="*/ 1 w 175"/>
                <a:gd name="T83" fmla="*/ 6 h 807"/>
                <a:gd name="T84" fmla="*/ 1 w 175"/>
                <a:gd name="T85" fmla="*/ 6 h 807"/>
                <a:gd name="T86" fmla="*/ 1 w 175"/>
                <a:gd name="T87" fmla="*/ 6 h 807"/>
                <a:gd name="T88" fmla="*/ 1 w 175"/>
                <a:gd name="T89" fmla="*/ 6 h 807"/>
                <a:gd name="T90" fmla="*/ 1 w 175"/>
                <a:gd name="T91" fmla="*/ 6 h 80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175"/>
                <a:gd name="T139" fmla="*/ 0 h 807"/>
                <a:gd name="T140" fmla="*/ 175 w 175"/>
                <a:gd name="T141" fmla="*/ 807 h 80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175" h="807">
                  <a:moveTo>
                    <a:pt x="169" y="740"/>
                  </a:moveTo>
                  <a:lnTo>
                    <a:pt x="169" y="739"/>
                  </a:lnTo>
                  <a:lnTo>
                    <a:pt x="149" y="698"/>
                  </a:lnTo>
                  <a:lnTo>
                    <a:pt x="133" y="656"/>
                  </a:lnTo>
                  <a:lnTo>
                    <a:pt x="120" y="611"/>
                  </a:lnTo>
                  <a:lnTo>
                    <a:pt x="108" y="565"/>
                  </a:lnTo>
                  <a:lnTo>
                    <a:pt x="100" y="520"/>
                  </a:lnTo>
                  <a:lnTo>
                    <a:pt x="96" y="472"/>
                  </a:lnTo>
                  <a:lnTo>
                    <a:pt x="93" y="425"/>
                  </a:lnTo>
                  <a:lnTo>
                    <a:pt x="93" y="377"/>
                  </a:lnTo>
                  <a:lnTo>
                    <a:pt x="96" y="330"/>
                  </a:lnTo>
                  <a:lnTo>
                    <a:pt x="100" y="283"/>
                  </a:lnTo>
                  <a:lnTo>
                    <a:pt x="106" y="238"/>
                  </a:lnTo>
                  <a:lnTo>
                    <a:pt x="115" y="195"/>
                  </a:lnTo>
                  <a:lnTo>
                    <a:pt x="126" y="153"/>
                  </a:lnTo>
                  <a:lnTo>
                    <a:pt x="139" y="114"/>
                  </a:lnTo>
                  <a:lnTo>
                    <a:pt x="153" y="77"/>
                  </a:lnTo>
                  <a:lnTo>
                    <a:pt x="169" y="43"/>
                  </a:lnTo>
                  <a:lnTo>
                    <a:pt x="87" y="0"/>
                  </a:lnTo>
                  <a:lnTo>
                    <a:pt x="69" y="39"/>
                  </a:lnTo>
                  <a:lnTo>
                    <a:pt x="52" y="81"/>
                  </a:lnTo>
                  <a:lnTo>
                    <a:pt x="37" y="127"/>
                  </a:lnTo>
                  <a:lnTo>
                    <a:pt x="24" y="174"/>
                  </a:lnTo>
                  <a:lnTo>
                    <a:pt x="15" y="222"/>
                  </a:lnTo>
                  <a:lnTo>
                    <a:pt x="7" y="271"/>
                  </a:lnTo>
                  <a:lnTo>
                    <a:pt x="2" y="323"/>
                  </a:lnTo>
                  <a:lnTo>
                    <a:pt x="0" y="374"/>
                  </a:lnTo>
                  <a:lnTo>
                    <a:pt x="0" y="427"/>
                  </a:lnTo>
                  <a:lnTo>
                    <a:pt x="2" y="479"/>
                  </a:lnTo>
                  <a:lnTo>
                    <a:pt x="9" y="531"/>
                  </a:lnTo>
                  <a:lnTo>
                    <a:pt x="17" y="584"/>
                  </a:lnTo>
                  <a:lnTo>
                    <a:pt x="29" y="635"/>
                  </a:lnTo>
                  <a:lnTo>
                    <a:pt x="44" y="686"/>
                  </a:lnTo>
                  <a:lnTo>
                    <a:pt x="65" y="736"/>
                  </a:lnTo>
                  <a:lnTo>
                    <a:pt x="87" y="784"/>
                  </a:lnTo>
                  <a:lnTo>
                    <a:pt x="87" y="782"/>
                  </a:lnTo>
                  <a:lnTo>
                    <a:pt x="87" y="784"/>
                  </a:lnTo>
                  <a:lnTo>
                    <a:pt x="100" y="799"/>
                  </a:lnTo>
                  <a:lnTo>
                    <a:pt x="117" y="807"/>
                  </a:lnTo>
                  <a:lnTo>
                    <a:pt x="134" y="807"/>
                  </a:lnTo>
                  <a:lnTo>
                    <a:pt x="151" y="801"/>
                  </a:lnTo>
                  <a:lnTo>
                    <a:pt x="164" y="791"/>
                  </a:lnTo>
                  <a:lnTo>
                    <a:pt x="173" y="777"/>
                  </a:lnTo>
                  <a:lnTo>
                    <a:pt x="175" y="759"/>
                  </a:lnTo>
                  <a:lnTo>
                    <a:pt x="169" y="739"/>
                  </a:lnTo>
                  <a:lnTo>
                    <a:pt x="169" y="74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8792" name="Freeform 35"/>
            <p:cNvSpPr>
              <a:spLocks/>
            </p:cNvSpPr>
            <p:nvPr/>
          </p:nvSpPr>
          <p:spPr bwMode="auto">
            <a:xfrm>
              <a:off x="1299" y="1681"/>
              <a:ext cx="157" cy="281"/>
            </a:xfrm>
            <a:custGeom>
              <a:avLst/>
              <a:gdLst>
                <a:gd name="T0" fmla="*/ 6 w 787"/>
                <a:gd name="T1" fmla="*/ 11 h 1404"/>
                <a:gd name="T2" fmla="*/ 6 w 787"/>
                <a:gd name="T3" fmla="*/ 11 h 1404"/>
                <a:gd name="T4" fmla="*/ 1 w 787"/>
                <a:gd name="T5" fmla="*/ 0 h 1404"/>
                <a:gd name="T6" fmla="*/ 0 w 787"/>
                <a:gd name="T7" fmla="*/ 0 h 1404"/>
                <a:gd name="T8" fmla="*/ 6 w 787"/>
                <a:gd name="T9" fmla="*/ 11 h 1404"/>
                <a:gd name="T10" fmla="*/ 6 w 787"/>
                <a:gd name="T11" fmla="*/ 11 h 1404"/>
                <a:gd name="T12" fmla="*/ 6 w 787"/>
                <a:gd name="T13" fmla="*/ 11 h 1404"/>
                <a:gd name="T14" fmla="*/ 6 w 787"/>
                <a:gd name="T15" fmla="*/ 11 h 1404"/>
                <a:gd name="T16" fmla="*/ 6 w 787"/>
                <a:gd name="T17" fmla="*/ 11 h 1404"/>
                <a:gd name="T18" fmla="*/ 6 w 787"/>
                <a:gd name="T19" fmla="*/ 11 h 1404"/>
                <a:gd name="T20" fmla="*/ 6 w 787"/>
                <a:gd name="T21" fmla="*/ 11 h 1404"/>
                <a:gd name="T22" fmla="*/ 6 w 787"/>
                <a:gd name="T23" fmla="*/ 11 h 1404"/>
                <a:gd name="T24" fmla="*/ 6 w 787"/>
                <a:gd name="T25" fmla="*/ 11 h 1404"/>
                <a:gd name="T26" fmla="*/ 6 w 787"/>
                <a:gd name="T27" fmla="*/ 11 h 1404"/>
                <a:gd name="T28" fmla="*/ 6 w 787"/>
                <a:gd name="T29" fmla="*/ 11 h 1404"/>
                <a:gd name="T30" fmla="*/ 6 w 787"/>
                <a:gd name="T31" fmla="*/ 11 h 1404"/>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787"/>
                <a:gd name="T49" fmla="*/ 0 h 1404"/>
                <a:gd name="T50" fmla="*/ 787 w 787"/>
                <a:gd name="T51" fmla="*/ 1404 h 1404"/>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787" h="1404">
                  <a:moveTo>
                    <a:pt x="781" y="1334"/>
                  </a:moveTo>
                  <a:lnTo>
                    <a:pt x="781" y="1337"/>
                  </a:lnTo>
                  <a:lnTo>
                    <a:pt x="82" y="0"/>
                  </a:lnTo>
                  <a:lnTo>
                    <a:pt x="0" y="42"/>
                  </a:lnTo>
                  <a:lnTo>
                    <a:pt x="699" y="1379"/>
                  </a:lnTo>
                  <a:lnTo>
                    <a:pt x="699" y="1381"/>
                  </a:lnTo>
                  <a:lnTo>
                    <a:pt x="699" y="1379"/>
                  </a:lnTo>
                  <a:lnTo>
                    <a:pt x="712" y="1395"/>
                  </a:lnTo>
                  <a:lnTo>
                    <a:pt x="727" y="1402"/>
                  </a:lnTo>
                  <a:lnTo>
                    <a:pt x="744" y="1404"/>
                  </a:lnTo>
                  <a:lnTo>
                    <a:pt x="761" y="1398"/>
                  </a:lnTo>
                  <a:lnTo>
                    <a:pt x="775" y="1388"/>
                  </a:lnTo>
                  <a:lnTo>
                    <a:pt x="784" y="1373"/>
                  </a:lnTo>
                  <a:lnTo>
                    <a:pt x="787" y="1357"/>
                  </a:lnTo>
                  <a:lnTo>
                    <a:pt x="781" y="1337"/>
                  </a:lnTo>
                  <a:lnTo>
                    <a:pt x="781" y="13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8793" name="Freeform 36"/>
            <p:cNvSpPr>
              <a:spLocks/>
            </p:cNvSpPr>
            <p:nvPr/>
          </p:nvSpPr>
          <p:spPr bwMode="auto">
            <a:xfrm>
              <a:off x="1439" y="1948"/>
              <a:ext cx="125" cy="76"/>
            </a:xfrm>
            <a:custGeom>
              <a:avLst/>
              <a:gdLst>
                <a:gd name="T0" fmla="*/ 5 w 628"/>
                <a:gd name="T1" fmla="*/ 2 h 383"/>
                <a:gd name="T2" fmla="*/ 5 w 628"/>
                <a:gd name="T3" fmla="*/ 2 h 383"/>
                <a:gd name="T4" fmla="*/ 4 w 628"/>
                <a:gd name="T5" fmla="*/ 2 h 383"/>
                <a:gd name="T6" fmla="*/ 4 w 628"/>
                <a:gd name="T7" fmla="*/ 2 h 383"/>
                <a:gd name="T8" fmla="*/ 4 w 628"/>
                <a:gd name="T9" fmla="*/ 2 h 383"/>
                <a:gd name="T10" fmla="*/ 3 w 628"/>
                <a:gd name="T11" fmla="*/ 2 h 383"/>
                <a:gd name="T12" fmla="*/ 3 w 628"/>
                <a:gd name="T13" fmla="*/ 2 h 383"/>
                <a:gd name="T14" fmla="*/ 3 w 628"/>
                <a:gd name="T15" fmla="*/ 2 h 383"/>
                <a:gd name="T16" fmla="*/ 3 w 628"/>
                <a:gd name="T17" fmla="*/ 2 h 383"/>
                <a:gd name="T18" fmla="*/ 2 w 628"/>
                <a:gd name="T19" fmla="*/ 2 h 383"/>
                <a:gd name="T20" fmla="*/ 2 w 628"/>
                <a:gd name="T21" fmla="*/ 2 h 383"/>
                <a:gd name="T22" fmla="*/ 2 w 628"/>
                <a:gd name="T23" fmla="*/ 1 h 383"/>
                <a:gd name="T24" fmla="*/ 2 w 628"/>
                <a:gd name="T25" fmla="*/ 1 h 383"/>
                <a:gd name="T26" fmla="*/ 1 w 628"/>
                <a:gd name="T27" fmla="*/ 1 h 383"/>
                <a:gd name="T28" fmla="*/ 1 w 628"/>
                <a:gd name="T29" fmla="*/ 1 h 383"/>
                <a:gd name="T30" fmla="*/ 1 w 628"/>
                <a:gd name="T31" fmla="*/ 1 h 383"/>
                <a:gd name="T32" fmla="*/ 1 w 628"/>
                <a:gd name="T33" fmla="*/ 0 h 383"/>
                <a:gd name="T34" fmla="*/ 1 w 628"/>
                <a:gd name="T35" fmla="*/ 0 h 383"/>
                <a:gd name="T36" fmla="*/ 0 w 628"/>
                <a:gd name="T37" fmla="*/ 0 h 383"/>
                <a:gd name="T38" fmla="*/ 0 w 628"/>
                <a:gd name="T39" fmla="*/ 1 h 383"/>
                <a:gd name="T40" fmla="*/ 0 w 628"/>
                <a:gd name="T41" fmla="*/ 1 h 383"/>
                <a:gd name="T42" fmla="*/ 1 w 628"/>
                <a:gd name="T43" fmla="*/ 1 h 383"/>
                <a:gd name="T44" fmla="*/ 1 w 628"/>
                <a:gd name="T45" fmla="*/ 1 h 383"/>
                <a:gd name="T46" fmla="*/ 1 w 628"/>
                <a:gd name="T47" fmla="*/ 2 h 383"/>
                <a:gd name="T48" fmla="*/ 1 w 628"/>
                <a:gd name="T49" fmla="*/ 2 h 383"/>
                <a:gd name="T50" fmla="*/ 2 w 628"/>
                <a:gd name="T51" fmla="*/ 2 h 383"/>
                <a:gd name="T52" fmla="*/ 2 w 628"/>
                <a:gd name="T53" fmla="*/ 2 h 383"/>
                <a:gd name="T54" fmla="*/ 2 w 628"/>
                <a:gd name="T55" fmla="*/ 2 h 383"/>
                <a:gd name="T56" fmla="*/ 3 w 628"/>
                <a:gd name="T57" fmla="*/ 3 h 383"/>
                <a:gd name="T58" fmla="*/ 3 w 628"/>
                <a:gd name="T59" fmla="*/ 3 h 383"/>
                <a:gd name="T60" fmla="*/ 3 w 628"/>
                <a:gd name="T61" fmla="*/ 3 h 383"/>
                <a:gd name="T62" fmla="*/ 4 w 628"/>
                <a:gd name="T63" fmla="*/ 3 h 383"/>
                <a:gd name="T64" fmla="*/ 4 w 628"/>
                <a:gd name="T65" fmla="*/ 3 h 383"/>
                <a:gd name="T66" fmla="*/ 4 w 628"/>
                <a:gd name="T67" fmla="*/ 3 h 383"/>
                <a:gd name="T68" fmla="*/ 5 w 628"/>
                <a:gd name="T69" fmla="*/ 3 h 383"/>
                <a:gd name="T70" fmla="*/ 5 w 628"/>
                <a:gd name="T71" fmla="*/ 3 h 383"/>
                <a:gd name="T72" fmla="*/ 5 w 628"/>
                <a:gd name="T73" fmla="*/ 3 h 383"/>
                <a:gd name="T74" fmla="*/ 5 w 628"/>
                <a:gd name="T75" fmla="*/ 3 h 383"/>
                <a:gd name="T76" fmla="*/ 5 w 628"/>
                <a:gd name="T77" fmla="*/ 3 h 383"/>
                <a:gd name="T78" fmla="*/ 5 w 628"/>
                <a:gd name="T79" fmla="*/ 3 h 383"/>
                <a:gd name="T80" fmla="*/ 5 w 628"/>
                <a:gd name="T81" fmla="*/ 3 h 383"/>
                <a:gd name="T82" fmla="*/ 5 w 628"/>
                <a:gd name="T83" fmla="*/ 3 h 383"/>
                <a:gd name="T84" fmla="*/ 5 w 628"/>
                <a:gd name="T85" fmla="*/ 2 h 383"/>
                <a:gd name="T86" fmla="*/ 5 w 628"/>
                <a:gd name="T87" fmla="*/ 2 h 383"/>
                <a:gd name="T88" fmla="*/ 5 w 628"/>
                <a:gd name="T89" fmla="*/ 2 h 383"/>
                <a:gd name="T90" fmla="*/ 5 w 628"/>
                <a:gd name="T91" fmla="*/ 2 h 38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628"/>
                <a:gd name="T139" fmla="*/ 0 h 383"/>
                <a:gd name="T140" fmla="*/ 628 w 628"/>
                <a:gd name="T141" fmla="*/ 383 h 38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628" h="383">
                  <a:moveTo>
                    <a:pt x="581" y="289"/>
                  </a:moveTo>
                  <a:lnTo>
                    <a:pt x="582" y="289"/>
                  </a:lnTo>
                  <a:lnTo>
                    <a:pt x="541" y="287"/>
                  </a:lnTo>
                  <a:lnTo>
                    <a:pt x="500" y="283"/>
                  </a:lnTo>
                  <a:lnTo>
                    <a:pt x="462" y="276"/>
                  </a:lnTo>
                  <a:lnTo>
                    <a:pt x="424" y="268"/>
                  </a:lnTo>
                  <a:lnTo>
                    <a:pt x="389" y="255"/>
                  </a:lnTo>
                  <a:lnTo>
                    <a:pt x="352" y="242"/>
                  </a:lnTo>
                  <a:lnTo>
                    <a:pt x="320" y="227"/>
                  </a:lnTo>
                  <a:lnTo>
                    <a:pt x="287" y="209"/>
                  </a:lnTo>
                  <a:lnTo>
                    <a:pt x="255" y="189"/>
                  </a:lnTo>
                  <a:lnTo>
                    <a:pt x="226" y="168"/>
                  </a:lnTo>
                  <a:lnTo>
                    <a:pt x="198" y="145"/>
                  </a:lnTo>
                  <a:lnTo>
                    <a:pt x="172" y="119"/>
                  </a:lnTo>
                  <a:lnTo>
                    <a:pt x="146" y="92"/>
                  </a:lnTo>
                  <a:lnTo>
                    <a:pt x="122" y="64"/>
                  </a:lnTo>
                  <a:lnTo>
                    <a:pt x="100" y="33"/>
                  </a:lnTo>
                  <a:lnTo>
                    <a:pt x="82" y="0"/>
                  </a:lnTo>
                  <a:lnTo>
                    <a:pt x="0" y="47"/>
                  </a:lnTo>
                  <a:lnTo>
                    <a:pt x="23" y="85"/>
                  </a:lnTo>
                  <a:lnTo>
                    <a:pt x="49" y="120"/>
                  </a:lnTo>
                  <a:lnTo>
                    <a:pt x="76" y="153"/>
                  </a:lnTo>
                  <a:lnTo>
                    <a:pt x="104" y="185"/>
                  </a:lnTo>
                  <a:lnTo>
                    <a:pt x="137" y="215"/>
                  </a:lnTo>
                  <a:lnTo>
                    <a:pt x="170" y="241"/>
                  </a:lnTo>
                  <a:lnTo>
                    <a:pt x="204" y="267"/>
                  </a:lnTo>
                  <a:lnTo>
                    <a:pt x="240" y="289"/>
                  </a:lnTo>
                  <a:lnTo>
                    <a:pt x="277" y="309"/>
                  </a:lnTo>
                  <a:lnTo>
                    <a:pt x="317" y="329"/>
                  </a:lnTo>
                  <a:lnTo>
                    <a:pt x="358" y="344"/>
                  </a:lnTo>
                  <a:lnTo>
                    <a:pt x="400" y="357"/>
                  </a:lnTo>
                  <a:lnTo>
                    <a:pt x="444" y="367"/>
                  </a:lnTo>
                  <a:lnTo>
                    <a:pt x="488" y="374"/>
                  </a:lnTo>
                  <a:lnTo>
                    <a:pt x="534" y="380"/>
                  </a:lnTo>
                  <a:lnTo>
                    <a:pt x="580" y="383"/>
                  </a:lnTo>
                  <a:lnTo>
                    <a:pt x="581" y="383"/>
                  </a:lnTo>
                  <a:lnTo>
                    <a:pt x="580" y="383"/>
                  </a:lnTo>
                  <a:lnTo>
                    <a:pt x="600" y="379"/>
                  </a:lnTo>
                  <a:lnTo>
                    <a:pt x="615" y="369"/>
                  </a:lnTo>
                  <a:lnTo>
                    <a:pt x="624" y="353"/>
                  </a:lnTo>
                  <a:lnTo>
                    <a:pt x="628" y="337"/>
                  </a:lnTo>
                  <a:lnTo>
                    <a:pt x="625" y="319"/>
                  </a:lnTo>
                  <a:lnTo>
                    <a:pt x="617" y="304"/>
                  </a:lnTo>
                  <a:lnTo>
                    <a:pt x="602" y="294"/>
                  </a:lnTo>
                  <a:lnTo>
                    <a:pt x="582" y="289"/>
                  </a:lnTo>
                  <a:lnTo>
                    <a:pt x="581" y="28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8794" name="Freeform 37"/>
            <p:cNvSpPr>
              <a:spLocks/>
            </p:cNvSpPr>
            <p:nvPr/>
          </p:nvSpPr>
          <p:spPr bwMode="auto">
            <a:xfrm>
              <a:off x="1587" y="1880"/>
              <a:ext cx="85" cy="49"/>
            </a:xfrm>
            <a:custGeom>
              <a:avLst/>
              <a:gdLst>
                <a:gd name="T0" fmla="*/ 3 w 426"/>
                <a:gd name="T1" fmla="*/ 0 h 245"/>
                <a:gd name="T2" fmla="*/ 3 w 426"/>
                <a:gd name="T3" fmla="*/ 0 h 245"/>
                <a:gd name="T4" fmla="*/ 3 w 426"/>
                <a:gd name="T5" fmla="*/ 0 h 245"/>
                <a:gd name="T6" fmla="*/ 3 w 426"/>
                <a:gd name="T7" fmla="*/ 0 h 245"/>
                <a:gd name="T8" fmla="*/ 2 w 426"/>
                <a:gd name="T9" fmla="*/ 0 h 245"/>
                <a:gd name="T10" fmla="*/ 2 w 426"/>
                <a:gd name="T11" fmla="*/ 0 h 245"/>
                <a:gd name="T12" fmla="*/ 2 w 426"/>
                <a:gd name="T13" fmla="*/ 0 h 245"/>
                <a:gd name="T14" fmla="*/ 2 w 426"/>
                <a:gd name="T15" fmla="*/ 0 h 245"/>
                <a:gd name="T16" fmla="*/ 1 w 426"/>
                <a:gd name="T17" fmla="*/ 0 h 245"/>
                <a:gd name="T18" fmla="*/ 1 w 426"/>
                <a:gd name="T19" fmla="*/ 1 h 245"/>
                <a:gd name="T20" fmla="*/ 1 w 426"/>
                <a:gd name="T21" fmla="*/ 1 h 245"/>
                <a:gd name="T22" fmla="*/ 1 w 426"/>
                <a:gd name="T23" fmla="*/ 1 h 245"/>
                <a:gd name="T24" fmla="*/ 0 w 426"/>
                <a:gd name="T25" fmla="*/ 1 h 245"/>
                <a:gd name="T26" fmla="*/ 0 w 426"/>
                <a:gd name="T27" fmla="*/ 1 h 245"/>
                <a:gd name="T28" fmla="*/ 0 w 426"/>
                <a:gd name="T29" fmla="*/ 1 h 245"/>
                <a:gd name="T30" fmla="*/ 0 w 426"/>
                <a:gd name="T31" fmla="*/ 2 h 245"/>
                <a:gd name="T32" fmla="*/ 0 w 426"/>
                <a:gd name="T33" fmla="*/ 2 h 245"/>
                <a:gd name="T34" fmla="*/ 0 w 426"/>
                <a:gd name="T35" fmla="*/ 2 h 245"/>
                <a:gd name="T36" fmla="*/ 0 w 426"/>
                <a:gd name="T37" fmla="*/ 2 h 245"/>
                <a:gd name="T38" fmla="*/ 0 w 426"/>
                <a:gd name="T39" fmla="*/ 2 h 245"/>
                <a:gd name="T40" fmla="*/ 0 w 426"/>
                <a:gd name="T41" fmla="*/ 2 h 245"/>
                <a:gd name="T42" fmla="*/ 0 w 426"/>
                <a:gd name="T43" fmla="*/ 1 h 245"/>
                <a:gd name="T44" fmla="*/ 0 w 426"/>
                <a:gd name="T45" fmla="*/ 1 h 245"/>
                <a:gd name="T46" fmla="*/ 0 w 426"/>
                <a:gd name="T47" fmla="*/ 1 h 245"/>
                <a:gd name="T48" fmla="*/ 1 w 426"/>
                <a:gd name="T49" fmla="*/ 1 h 245"/>
                <a:gd name="T50" fmla="*/ 1 w 426"/>
                <a:gd name="T51" fmla="*/ 1 h 245"/>
                <a:gd name="T52" fmla="*/ 1 w 426"/>
                <a:gd name="T53" fmla="*/ 1 h 245"/>
                <a:gd name="T54" fmla="*/ 1 w 426"/>
                <a:gd name="T55" fmla="*/ 1 h 245"/>
                <a:gd name="T56" fmla="*/ 2 w 426"/>
                <a:gd name="T57" fmla="*/ 0 h 245"/>
                <a:gd name="T58" fmla="*/ 2 w 426"/>
                <a:gd name="T59" fmla="*/ 0 h 245"/>
                <a:gd name="T60" fmla="*/ 2 w 426"/>
                <a:gd name="T61" fmla="*/ 0 h 245"/>
                <a:gd name="T62" fmla="*/ 2 w 426"/>
                <a:gd name="T63" fmla="*/ 0 h 245"/>
                <a:gd name="T64" fmla="*/ 3 w 426"/>
                <a:gd name="T65" fmla="*/ 0 h 245"/>
                <a:gd name="T66" fmla="*/ 3 w 426"/>
                <a:gd name="T67" fmla="*/ 0 h 245"/>
                <a:gd name="T68" fmla="*/ 3 w 426"/>
                <a:gd name="T69" fmla="*/ 0 h 245"/>
                <a:gd name="T70" fmla="*/ 3 w 426"/>
                <a:gd name="T71" fmla="*/ 0 h 245"/>
                <a:gd name="T72" fmla="*/ 3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426" y="0"/>
                  </a:moveTo>
                  <a:lnTo>
                    <a:pt x="426" y="0"/>
                  </a:lnTo>
                  <a:lnTo>
                    <a:pt x="384" y="1"/>
                  </a:lnTo>
                  <a:lnTo>
                    <a:pt x="340" y="4"/>
                  </a:lnTo>
                  <a:lnTo>
                    <a:pt x="300" y="10"/>
                  </a:lnTo>
                  <a:lnTo>
                    <a:pt x="262" y="18"/>
                  </a:lnTo>
                  <a:lnTo>
                    <a:pt x="224" y="29"/>
                  </a:lnTo>
                  <a:lnTo>
                    <a:pt x="189" y="41"/>
                  </a:lnTo>
                  <a:lnTo>
                    <a:pt x="157" y="55"/>
                  </a:lnTo>
                  <a:lnTo>
                    <a:pt x="126" y="70"/>
                  </a:lnTo>
                  <a:lnTo>
                    <a:pt x="99" y="89"/>
                  </a:lnTo>
                  <a:lnTo>
                    <a:pt x="74" y="106"/>
                  </a:lnTo>
                  <a:lnTo>
                    <a:pt x="52" y="126"/>
                  </a:lnTo>
                  <a:lnTo>
                    <a:pt x="34" y="148"/>
                  </a:lnTo>
                  <a:lnTo>
                    <a:pt x="19" y="171"/>
                  </a:lnTo>
                  <a:lnTo>
                    <a:pt x="9" y="194"/>
                  </a:lnTo>
                  <a:lnTo>
                    <a:pt x="3" y="219"/>
                  </a:lnTo>
                  <a:lnTo>
                    <a:pt x="0" y="245"/>
                  </a:lnTo>
                  <a:lnTo>
                    <a:pt x="12" y="245"/>
                  </a:lnTo>
                  <a:lnTo>
                    <a:pt x="15" y="221"/>
                  </a:lnTo>
                  <a:lnTo>
                    <a:pt x="20" y="199"/>
                  </a:lnTo>
                  <a:lnTo>
                    <a:pt x="31" y="178"/>
                  </a:lnTo>
                  <a:lnTo>
                    <a:pt x="44" y="156"/>
                  </a:lnTo>
                  <a:lnTo>
                    <a:pt x="61" y="136"/>
                  </a:lnTo>
                  <a:lnTo>
                    <a:pt x="81" y="116"/>
                  </a:lnTo>
                  <a:lnTo>
                    <a:pt x="106" y="98"/>
                  </a:lnTo>
                  <a:lnTo>
                    <a:pt x="133" y="82"/>
                  </a:lnTo>
                  <a:lnTo>
                    <a:pt x="162" y="66"/>
                  </a:lnTo>
                  <a:lnTo>
                    <a:pt x="194" y="52"/>
                  </a:lnTo>
                  <a:lnTo>
                    <a:pt x="229" y="41"/>
                  </a:lnTo>
                  <a:lnTo>
                    <a:pt x="264" y="30"/>
                  </a:lnTo>
                  <a:lnTo>
                    <a:pt x="303" y="22"/>
                  </a:lnTo>
                  <a:lnTo>
                    <a:pt x="343" y="16"/>
                  </a:lnTo>
                  <a:lnTo>
                    <a:pt x="384" y="12"/>
                  </a:lnTo>
                  <a:lnTo>
                    <a:pt x="426" y="11"/>
                  </a:lnTo>
                  <a:lnTo>
                    <a:pt x="42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8795" name="Freeform 38"/>
            <p:cNvSpPr>
              <a:spLocks/>
            </p:cNvSpPr>
            <p:nvPr/>
          </p:nvSpPr>
          <p:spPr bwMode="auto">
            <a:xfrm>
              <a:off x="1587" y="1929"/>
              <a:ext cx="85" cy="49"/>
            </a:xfrm>
            <a:custGeom>
              <a:avLst/>
              <a:gdLst>
                <a:gd name="T0" fmla="*/ 0 w 426"/>
                <a:gd name="T1" fmla="*/ 0 h 245"/>
                <a:gd name="T2" fmla="*/ 0 w 426"/>
                <a:gd name="T3" fmla="*/ 0 h 245"/>
                <a:gd name="T4" fmla="*/ 0 w 426"/>
                <a:gd name="T5" fmla="*/ 0 h 245"/>
                <a:gd name="T6" fmla="*/ 0 w 426"/>
                <a:gd name="T7" fmla="*/ 0 h 245"/>
                <a:gd name="T8" fmla="*/ 0 w 426"/>
                <a:gd name="T9" fmla="*/ 1 h 245"/>
                <a:gd name="T10" fmla="*/ 0 w 426"/>
                <a:gd name="T11" fmla="*/ 1 h 245"/>
                <a:gd name="T12" fmla="*/ 0 w 426"/>
                <a:gd name="T13" fmla="*/ 1 h 245"/>
                <a:gd name="T14" fmla="*/ 1 w 426"/>
                <a:gd name="T15" fmla="*/ 1 h 245"/>
                <a:gd name="T16" fmla="*/ 1 w 426"/>
                <a:gd name="T17" fmla="*/ 1 h 245"/>
                <a:gd name="T18" fmla="*/ 1 w 426"/>
                <a:gd name="T19" fmla="*/ 1 h 245"/>
                <a:gd name="T20" fmla="*/ 1 w 426"/>
                <a:gd name="T21" fmla="*/ 2 h 245"/>
                <a:gd name="T22" fmla="*/ 2 w 426"/>
                <a:gd name="T23" fmla="*/ 2 h 245"/>
                <a:gd name="T24" fmla="*/ 2 w 426"/>
                <a:gd name="T25" fmla="*/ 2 h 245"/>
                <a:gd name="T26" fmla="*/ 2 w 426"/>
                <a:gd name="T27" fmla="*/ 2 h 245"/>
                <a:gd name="T28" fmla="*/ 2 w 426"/>
                <a:gd name="T29" fmla="*/ 2 h 245"/>
                <a:gd name="T30" fmla="*/ 3 w 426"/>
                <a:gd name="T31" fmla="*/ 2 h 245"/>
                <a:gd name="T32" fmla="*/ 3 w 426"/>
                <a:gd name="T33" fmla="*/ 2 h 245"/>
                <a:gd name="T34" fmla="*/ 3 w 426"/>
                <a:gd name="T35" fmla="*/ 2 h 245"/>
                <a:gd name="T36" fmla="*/ 3 w 426"/>
                <a:gd name="T37" fmla="*/ 2 h 245"/>
                <a:gd name="T38" fmla="*/ 3 w 426"/>
                <a:gd name="T39" fmla="*/ 2 h 245"/>
                <a:gd name="T40" fmla="*/ 3 w 426"/>
                <a:gd name="T41" fmla="*/ 2 h 245"/>
                <a:gd name="T42" fmla="*/ 2 w 426"/>
                <a:gd name="T43" fmla="*/ 2 h 245"/>
                <a:gd name="T44" fmla="*/ 2 w 426"/>
                <a:gd name="T45" fmla="*/ 2 h 245"/>
                <a:gd name="T46" fmla="*/ 2 w 426"/>
                <a:gd name="T47" fmla="*/ 2 h 245"/>
                <a:gd name="T48" fmla="*/ 2 w 426"/>
                <a:gd name="T49" fmla="*/ 2 h 245"/>
                <a:gd name="T50" fmla="*/ 1 w 426"/>
                <a:gd name="T51" fmla="*/ 1 h 245"/>
                <a:gd name="T52" fmla="*/ 1 w 426"/>
                <a:gd name="T53" fmla="*/ 1 h 245"/>
                <a:gd name="T54" fmla="*/ 1 w 426"/>
                <a:gd name="T55" fmla="*/ 1 h 245"/>
                <a:gd name="T56" fmla="*/ 1 w 426"/>
                <a:gd name="T57" fmla="*/ 1 h 245"/>
                <a:gd name="T58" fmla="*/ 0 w 426"/>
                <a:gd name="T59" fmla="*/ 1 h 245"/>
                <a:gd name="T60" fmla="*/ 0 w 426"/>
                <a:gd name="T61" fmla="*/ 1 h 245"/>
                <a:gd name="T62" fmla="*/ 0 w 426"/>
                <a:gd name="T63" fmla="*/ 1 h 245"/>
                <a:gd name="T64" fmla="*/ 0 w 426"/>
                <a:gd name="T65" fmla="*/ 0 h 245"/>
                <a:gd name="T66" fmla="*/ 0 w 426"/>
                <a:gd name="T67" fmla="*/ 0 h 245"/>
                <a:gd name="T68" fmla="*/ 0 w 426"/>
                <a:gd name="T69" fmla="*/ 0 h 245"/>
                <a:gd name="T70" fmla="*/ 0 w 426"/>
                <a:gd name="T71" fmla="*/ 0 h 245"/>
                <a:gd name="T72" fmla="*/ 0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0" y="0"/>
                  </a:moveTo>
                  <a:lnTo>
                    <a:pt x="0" y="0"/>
                  </a:lnTo>
                  <a:lnTo>
                    <a:pt x="3" y="25"/>
                  </a:lnTo>
                  <a:lnTo>
                    <a:pt x="9" y="50"/>
                  </a:lnTo>
                  <a:lnTo>
                    <a:pt x="19" y="73"/>
                  </a:lnTo>
                  <a:lnTo>
                    <a:pt x="34" y="96"/>
                  </a:lnTo>
                  <a:lnTo>
                    <a:pt x="52" y="118"/>
                  </a:lnTo>
                  <a:lnTo>
                    <a:pt x="74" y="138"/>
                  </a:lnTo>
                  <a:lnTo>
                    <a:pt x="99" y="156"/>
                  </a:lnTo>
                  <a:lnTo>
                    <a:pt x="126" y="174"/>
                  </a:lnTo>
                  <a:lnTo>
                    <a:pt x="157" y="190"/>
                  </a:lnTo>
                  <a:lnTo>
                    <a:pt x="189" y="204"/>
                  </a:lnTo>
                  <a:lnTo>
                    <a:pt x="224" y="215"/>
                  </a:lnTo>
                  <a:lnTo>
                    <a:pt x="262" y="226"/>
                  </a:lnTo>
                  <a:lnTo>
                    <a:pt x="300" y="234"/>
                  </a:lnTo>
                  <a:lnTo>
                    <a:pt x="340" y="240"/>
                  </a:lnTo>
                  <a:lnTo>
                    <a:pt x="384" y="244"/>
                  </a:lnTo>
                  <a:lnTo>
                    <a:pt x="426" y="245"/>
                  </a:lnTo>
                  <a:lnTo>
                    <a:pt x="426" y="233"/>
                  </a:lnTo>
                  <a:lnTo>
                    <a:pt x="384" y="232"/>
                  </a:lnTo>
                  <a:lnTo>
                    <a:pt x="343" y="228"/>
                  </a:lnTo>
                  <a:lnTo>
                    <a:pt x="303" y="222"/>
                  </a:lnTo>
                  <a:lnTo>
                    <a:pt x="264" y="214"/>
                  </a:lnTo>
                  <a:lnTo>
                    <a:pt x="229" y="204"/>
                  </a:lnTo>
                  <a:lnTo>
                    <a:pt x="194" y="192"/>
                  </a:lnTo>
                  <a:lnTo>
                    <a:pt x="162" y="178"/>
                  </a:lnTo>
                  <a:lnTo>
                    <a:pt x="133" y="163"/>
                  </a:lnTo>
                  <a:lnTo>
                    <a:pt x="106" y="146"/>
                  </a:lnTo>
                  <a:lnTo>
                    <a:pt x="81" y="129"/>
                  </a:lnTo>
                  <a:lnTo>
                    <a:pt x="61" y="109"/>
                  </a:lnTo>
                  <a:lnTo>
                    <a:pt x="44" y="89"/>
                  </a:lnTo>
                  <a:lnTo>
                    <a:pt x="31" y="66"/>
                  </a:lnTo>
                  <a:lnTo>
                    <a:pt x="20" y="45"/>
                  </a:lnTo>
                  <a:lnTo>
                    <a:pt x="15" y="2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8796" name="Freeform 39"/>
            <p:cNvSpPr>
              <a:spLocks/>
            </p:cNvSpPr>
            <p:nvPr/>
          </p:nvSpPr>
          <p:spPr bwMode="auto">
            <a:xfrm>
              <a:off x="878" y="1448"/>
              <a:ext cx="792" cy="954"/>
            </a:xfrm>
            <a:custGeom>
              <a:avLst/>
              <a:gdLst>
                <a:gd name="T0" fmla="*/ 13 w 3960"/>
                <a:gd name="T1" fmla="*/ 38 h 4768"/>
                <a:gd name="T2" fmla="*/ 14 w 3960"/>
                <a:gd name="T3" fmla="*/ 38 h 4768"/>
                <a:gd name="T4" fmla="*/ 15 w 3960"/>
                <a:gd name="T5" fmla="*/ 38 h 4768"/>
                <a:gd name="T6" fmla="*/ 15 w 3960"/>
                <a:gd name="T7" fmla="*/ 38 h 4768"/>
                <a:gd name="T8" fmla="*/ 16 w 3960"/>
                <a:gd name="T9" fmla="*/ 38 h 4768"/>
                <a:gd name="T10" fmla="*/ 17 w 3960"/>
                <a:gd name="T11" fmla="*/ 38 h 4768"/>
                <a:gd name="T12" fmla="*/ 17 w 3960"/>
                <a:gd name="T13" fmla="*/ 38 h 4768"/>
                <a:gd name="T14" fmla="*/ 18 w 3960"/>
                <a:gd name="T15" fmla="*/ 38 h 4768"/>
                <a:gd name="T16" fmla="*/ 18 w 3960"/>
                <a:gd name="T17" fmla="*/ 38 h 4768"/>
                <a:gd name="T18" fmla="*/ 29 w 3960"/>
                <a:gd name="T19" fmla="*/ 30 h 4768"/>
                <a:gd name="T20" fmla="*/ 30 w 3960"/>
                <a:gd name="T21" fmla="*/ 30 h 4768"/>
                <a:gd name="T22" fmla="*/ 30 w 3960"/>
                <a:gd name="T23" fmla="*/ 29 h 4768"/>
                <a:gd name="T24" fmla="*/ 31 w 3960"/>
                <a:gd name="T25" fmla="*/ 28 h 4768"/>
                <a:gd name="T26" fmla="*/ 31 w 3960"/>
                <a:gd name="T27" fmla="*/ 28 h 4768"/>
                <a:gd name="T28" fmla="*/ 31 w 3960"/>
                <a:gd name="T29" fmla="*/ 27 h 4768"/>
                <a:gd name="T30" fmla="*/ 32 w 3960"/>
                <a:gd name="T31" fmla="*/ 26 h 4768"/>
                <a:gd name="T32" fmla="*/ 32 w 3960"/>
                <a:gd name="T33" fmla="*/ 25 h 4768"/>
                <a:gd name="T34" fmla="*/ 32 w 3960"/>
                <a:gd name="T35" fmla="*/ 11 h 4768"/>
                <a:gd name="T36" fmla="*/ 32 w 3960"/>
                <a:gd name="T37" fmla="*/ 10 h 4768"/>
                <a:gd name="T38" fmla="*/ 31 w 3960"/>
                <a:gd name="T39" fmla="*/ 9 h 4768"/>
                <a:gd name="T40" fmla="*/ 31 w 3960"/>
                <a:gd name="T41" fmla="*/ 9 h 4768"/>
                <a:gd name="T42" fmla="*/ 31 w 3960"/>
                <a:gd name="T43" fmla="*/ 8 h 4768"/>
                <a:gd name="T44" fmla="*/ 31 w 3960"/>
                <a:gd name="T45" fmla="*/ 8 h 4768"/>
                <a:gd name="T46" fmla="*/ 30 w 3960"/>
                <a:gd name="T47" fmla="*/ 7 h 4768"/>
                <a:gd name="T48" fmla="*/ 30 w 3960"/>
                <a:gd name="T49" fmla="*/ 7 h 4768"/>
                <a:gd name="T50" fmla="*/ 29 w 3960"/>
                <a:gd name="T51" fmla="*/ 6 h 4768"/>
                <a:gd name="T52" fmla="*/ 19 w 3960"/>
                <a:gd name="T53" fmla="*/ 1 h 4768"/>
                <a:gd name="T54" fmla="*/ 18 w 3960"/>
                <a:gd name="T55" fmla="*/ 0 h 4768"/>
                <a:gd name="T56" fmla="*/ 17 w 3960"/>
                <a:gd name="T57" fmla="*/ 0 h 4768"/>
                <a:gd name="T58" fmla="*/ 17 w 3960"/>
                <a:gd name="T59" fmla="*/ 0 h 4768"/>
                <a:gd name="T60" fmla="*/ 16 w 3960"/>
                <a:gd name="T61" fmla="*/ 0 h 4768"/>
                <a:gd name="T62" fmla="*/ 15 w 3960"/>
                <a:gd name="T63" fmla="*/ 0 h 4768"/>
                <a:gd name="T64" fmla="*/ 14 w 3960"/>
                <a:gd name="T65" fmla="*/ 0 h 4768"/>
                <a:gd name="T66" fmla="*/ 14 w 3960"/>
                <a:gd name="T67" fmla="*/ 0 h 4768"/>
                <a:gd name="T68" fmla="*/ 2 w 3960"/>
                <a:gd name="T69" fmla="*/ 6 h 4768"/>
                <a:gd name="T70" fmla="*/ 2 w 3960"/>
                <a:gd name="T71" fmla="*/ 7 h 4768"/>
                <a:gd name="T72" fmla="*/ 1 w 3960"/>
                <a:gd name="T73" fmla="*/ 7 h 4768"/>
                <a:gd name="T74" fmla="*/ 1 w 3960"/>
                <a:gd name="T75" fmla="*/ 8 h 4768"/>
                <a:gd name="T76" fmla="*/ 1 w 3960"/>
                <a:gd name="T77" fmla="*/ 8 h 4768"/>
                <a:gd name="T78" fmla="*/ 0 w 3960"/>
                <a:gd name="T79" fmla="*/ 9 h 4768"/>
                <a:gd name="T80" fmla="*/ 0 w 3960"/>
                <a:gd name="T81" fmla="*/ 9 h 4768"/>
                <a:gd name="T82" fmla="*/ 0 w 3960"/>
                <a:gd name="T83" fmla="*/ 10 h 4768"/>
                <a:gd name="T84" fmla="*/ 0 w 3960"/>
                <a:gd name="T85" fmla="*/ 11 h 4768"/>
                <a:gd name="T86" fmla="*/ 0 w 3960"/>
                <a:gd name="T87" fmla="*/ 25 h 4768"/>
                <a:gd name="T88" fmla="*/ 0 w 3960"/>
                <a:gd name="T89" fmla="*/ 26 h 4768"/>
                <a:gd name="T90" fmla="*/ 0 w 3960"/>
                <a:gd name="T91" fmla="*/ 27 h 4768"/>
                <a:gd name="T92" fmla="*/ 1 w 3960"/>
                <a:gd name="T93" fmla="*/ 28 h 4768"/>
                <a:gd name="T94" fmla="*/ 1 w 3960"/>
                <a:gd name="T95" fmla="*/ 29 h 4768"/>
                <a:gd name="T96" fmla="*/ 1 w 3960"/>
                <a:gd name="T97" fmla="*/ 29 h 4768"/>
                <a:gd name="T98" fmla="*/ 2 w 3960"/>
                <a:gd name="T99" fmla="*/ 30 h 4768"/>
                <a:gd name="T100" fmla="*/ 3 w 3960"/>
                <a:gd name="T101" fmla="*/ 31 h 4768"/>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w 3960"/>
                <a:gd name="T154" fmla="*/ 0 h 4768"/>
                <a:gd name="T155" fmla="*/ 3960 w 3960"/>
                <a:gd name="T156" fmla="*/ 4768 h 4768"/>
              </a:gdLst>
              <a:ahLst/>
              <a:cxnLst>
                <a:cxn ang="T102">
                  <a:pos x="T0" y="T1"/>
                </a:cxn>
                <a:cxn ang="T103">
                  <a:pos x="T2" y="T3"/>
                </a:cxn>
                <a:cxn ang="T104">
                  <a:pos x="T4" y="T5"/>
                </a:cxn>
                <a:cxn ang="T105">
                  <a:pos x="T6" y="T7"/>
                </a:cxn>
                <a:cxn ang="T106">
                  <a:pos x="T8" y="T9"/>
                </a:cxn>
                <a:cxn ang="T107">
                  <a:pos x="T10" y="T11"/>
                </a:cxn>
                <a:cxn ang="T108">
                  <a:pos x="T12" y="T13"/>
                </a:cxn>
                <a:cxn ang="T109">
                  <a:pos x="T14" y="T15"/>
                </a:cxn>
                <a:cxn ang="T110">
                  <a:pos x="T16" y="T17"/>
                </a:cxn>
                <a:cxn ang="T111">
                  <a:pos x="T18" y="T19"/>
                </a:cxn>
                <a:cxn ang="T112">
                  <a:pos x="T20" y="T21"/>
                </a:cxn>
                <a:cxn ang="T113">
                  <a:pos x="T22" y="T23"/>
                </a:cxn>
                <a:cxn ang="T114">
                  <a:pos x="T24" y="T25"/>
                </a:cxn>
                <a:cxn ang="T115">
                  <a:pos x="T26" y="T27"/>
                </a:cxn>
                <a:cxn ang="T116">
                  <a:pos x="T28" y="T29"/>
                </a:cxn>
                <a:cxn ang="T117">
                  <a:pos x="T30" y="T31"/>
                </a:cxn>
                <a:cxn ang="T118">
                  <a:pos x="T32" y="T33"/>
                </a:cxn>
                <a:cxn ang="T119">
                  <a:pos x="T34" y="T35"/>
                </a:cxn>
                <a:cxn ang="T120">
                  <a:pos x="T36" y="T37"/>
                </a:cxn>
                <a:cxn ang="T121">
                  <a:pos x="T38" y="T39"/>
                </a:cxn>
                <a:cxn ang="T122">
                  <a:pos x="T40" y="T41"/>
                </a:cxn>
                <a:cxn ang="T123">
                  <a:pos x="T42" y="T43"/>
                </a:cxn>
                <a:cxn ang="T124">
                  <a:pos x="T44" y="T45"/>
                </a:cxn>
                <a:cxn ang="T125">
                  <a:pos x="T46" y="T47"/>
                </a:cxn>
                <a:cxn ang="T126">
                  <a:pos x="T48" y="T49"/>
                </a:cxn>
                <a:cxn ang="T127">
                  <a:pos x="T50" y="T51"/>
                </a:cxn>
                <a:cxn ang="T128">
                  <a:pos x="T52" y="T53"/>
                </a:cxn>
                <a:cxn ang="T129">
                  <a:pos x="T54" y="T55"/>
                </a:cxn>
                <a:cxn ang="T130">
                  <a:pos x="T56" y="T57"/>
                </a:cxn>
                <a:cxn ang="T131">
                  <a:pos x="T58" y="T59"/>
                </a:cxn>
                <a:cxn ang="T132">
                  <a:pos x="T60" y="T61"/>
                </a:cxn>
                <a:cxn ang="T133">
                  <a:pos x="T62" y="T63"/>
                </a:cxn>
                <a:cxn ang="T134">
                  <a:pos x="T64" y="T65"/>
                </a:cxn>
                <a:cxn ang="T135">
                  <a:pos x="T66" y="T67"/>
                </a:cxn>
                <a:cxn ang="T136">
                  <a:pos x="T68" y="T69"/>
                </a:cxn>
                <a:cxn ang="T137">
                  <a:pos x="T70" y="T71"/>
                </a:cxn>
                <a:cxn ang="T138">
                  <a:pos x="T72" y="T73"/>
                </a:cxn>
                <a:cxn ang="T139">
                  <a:pos x="T74" y="T75"/>
                </a:cxn>
                <a:cxn ang="T140">
                  <a:pos x="T76" y="T77"/>
                </a:cxn>
                <a:cxn ang="T141">
                  <a:pos x="T78" y="T79"/>
                </a:cxn>
                <a:cxn ang="T142">
                  <a:pos x="T80" y="T81"/>
                </a:cxn>
                <a:cxn ang="T143">
                  <a:pos x="T82" y="T83"/>
                </a:cxn>
                <a:cxn ang="T144">
                  <a:pos x="T84" y="T85"/>
                </a:cxn>
                <a:cxn ang="T145">
                  <a:pos x="T86" y="T87"/>
                </a:cxn>
                <a:cxn ang="T146">
                  <a:pos x="T88" y="T89"/>
                </a:cxn>
                <a:cxn ang="T147">
                  <a:pos x="T90" y="T91"/>
                </a:cxn>
                <a:cxn ang="T148">
                  <a:pos x="T92" y="T93"/>
                </a:cxn>
                <a:cxn ang="T149">
                  <a:pos x="T94" y="T95"/>
                </a:cxn>
                <a:cxn ang="T150">
                  <a:pos x="T96" y="T97"/>
                </a:cxn>
                <a:cxn ang="T151">
                  <a:pos x="T98" y="T99"/>
                </a:cxn>
                <a:cxn ang="T152">
                  <a:pos x="T100" y="T101"/>
                </a:cxn>
              </a:cxnLst>
              <a:rect l="T153" t="T154" r="T155" b="T156"/>
              <a:pathLst>
                <a:path w="3960" h="4768">
                  <a:moveTo>
                    <a:pt x="353" y="3849"/>
                  </a:moveTo>
                  <a:lnTo>
                    <a:pt x="1661" y="4700"/>
                  </a:lnTo>
                  <a:lnTo>
                    <a:pt x="1697" y="4717"/>
                  </a:lnTo>
                  <a:lnTo>
                    <a:pt x="1736" y="4731"/>
                  </a:lnTo>
                  <a:lnTo>
                    <a:pt x="1776" y="4742"/>
                  </a:lnTo>
                  <a:lnTo>
                    <a:pt x="1818" y="4753"/>
                  </a:lnTo>
                  <a:lnTo>
                    <a:pt x="1860" y="4760"/>
                  </a:lnTo>
                  <a:lnTo>
                    <a:pt x="1902" y="4765"/>
                  </a:lnTo>
                  <a:lnTo>
                    <a:pt x="1946" y="4768"/>
                  </a:lnTo>
                  <a:lnTo>
                    <a:pt x="1988" y="4768"/>
                  </a:lnTo>
                  <a:lnTo>
                    <a:pt x="2031" y="4767"/>
                  </a:lnTo>
                  <a:lnTo>
                    <a:pt x="2073" y="4763"/>
                  </a:lnTo>
                  <a:lnTo>
                    <a:pt x="2114" y="4758"/>
                  </a:lnTo>
                  <a:lnTo>
                    <a:pt x="2154" y="4751"/>
                  </a:lnTo>
                  <a:lnTo>
                    <a:pt x="2193" y="4740"/>
                  </a:lnTo>
                  <a:lnTo>
                    <a:pt x="2230" y="4729"/>
                  </a:lnTo>
                  <a:lnTo>
                    <a:pt x="2264" y="4715"/>
                  </a:lnTo>
                  <a:lnTo>
                    <a:pt x="2297" y="4700"/>
                  </a:lnTo>
                  <a:lnTo>
                    <a:pt x="3639" y="3825"/>
                  </a:lnTo>
                  <a:lnTo>
                    <a:pt x="3673" y="3795"/>
                  </a:lnTo>
                  <a:lnTo>
                    <a:pt x="3707" y="3761"/>
                  </a:lnTo>
                  <a:lnTo>
                    <a:pt x="3738" y="3725"/>
                  </a:lnTo>
                  <a:lnTo>
                    <a:pt x="3768" y="3685"/>
                  </a:lnTo>
                  <a:lnTo>
                    <a:pt x="3796" y="3644"/>
                  </a:lnTo>
                  <a:lnTo>
                    <a:pt x="3821" y="3599"/>
                  </a:lnTo>
                  <a:lnTo>
                    <a:pt x="3846" y="3553"/>
                  </a:lnTo>
                  <a:lnTo>
                    <a:pt x="3868" y="3505"/>
                  </a:lnTo>
                  <a:lnTo>
                    <a:pt x="3888" y="3456"/>
                  </a:lnTo>
                  <a:lnTo>
                    <a:pt x="3907" y="3406"/>
                  </a:lnTo>
                  <a:lnTo>
                    <a:pt x="3922" y="3354"/>
                  </a:lnTo>
                  <a:lnTo>
                    <a:pt x="3935" y="3303"/>
                  </a:lnTo>
                  <a:lnTo>
                    <a:pt x="3946" y="3250"/>
                  </a:lnTo>
                  <a:lnTo>
                    <a:pt x="3953" y="3197"/>
                  </a:lnTo>
                  <a:lnTo>
                    <a:pt x="3957" y="3144"/>
                  </a:lnTo>
                  <a:lnTo>
                    <a:pt x="3960" y="3092"/>
                  </a:lnTo>
                  <a:lnTo>
                    <a:pt x="3959" y="1313"/>
                  </a:lnTo>
                  <a:lnTo>
                    <a:pt x="3955" y="1271"/>
                  </a:lnTo>
                  <a:lnTo>
                    <a:pt x="3949" y="1229"/>
                  </a:lnTo>
                  <a:lnTo>
                    <a:pt x="3941" y="1189"/>
                  </a:lnTo>
                  <a:lnTo>
                    <a:pt x="3930" y="1149"/>
                  </a:lnTo>
                  <a:lnTo>
                    <a:pt x="3918" y="1111"/>
                  </a:lnTo>
                  <a:lnTo>
                    <a:pt x="3902" y="1075"/>
                  </a:lnTo>
                  <a:lnTo>
                    <a:pt x="3886" y="1040"/>
                  </a:lnTo>
                  <a:lnTo>
                    <a:pt x="3867" y="1006"/>
                  </a:lnTo>
                  <a:lnTo>
                    <a:pt x="3846" y="973"/>
                  </a:lnTo>
                  <a:lnTo>
                    <a:pt x="3823" y="942"/>
                  </a:lnTo>
                  <a:lnTo>
                    <a:pt x="3798" y="913"/>
                  </a:lnTo>
                  <a:lnTo>
                    <a:pt x="3771" y="886"/>
                  </a:lnTo>
                  <a:lnTo>
                    <a:pt x="3743" y="860"/>
                  </a:lnTo>
                  <a:lnTo>
                    <a:pt x="3714" y="837"/>
                  </a:lnTo>
                  <a:lnTo>
                    <a:pt x="3682" y="816"/>
                  </a:lnTo>
                  <a:lnTo>
                    <a:pt x="3649" y="796"/>
                  </a:lnTo>
                  <a:lnTo>
                    <a:pt x="2386" y="83"/>
                  </a:lnTo>
                  <a:lnTo>
                    <a:pt x="2350" y="65"/>
                  </a:lnTo>
                  <a:lnTo>
                    <a:pt x="2310" y="50"/>
                  </a:lnTo>
                  <a:lnTo>
                    <a:pt x="2268" y="36"/>
                  </a:lnTo>
                  <a:lnTo>
                    <a:pt x="2223" y="24"/>
                  </a:lnTo>
                  <a:lnTo>
                    <a:pt x="2178" y="15"/>
                  </a:lnTo>
                  <a:lnTo>
                    <a:pt x="2131" y="8"/>
                  </a:lnTo>
                  <a:lnTo>
                    <a:pt x="2082" y="3"/>
                  </a:lnTo>
                  <a:lnTo>
                    <a:pt x="2032" y="0"/>
                  </a:lnTo>
                  <a:lnTo>
                    <a:pt x="1982" y="1"/>
                  </a:lnTo>
                  <a:lnTo>
                    <a:pt x="1933" y="3"/>
                  </a:lnTo>
                  <a:lnTo>
                    <a:pt x="1882" y="9"/>
                  </a:lnTo>
                  <a:lnTo>
                    <a:pt x="1833" y="17"/>
                  </a:lnTo>
                  <a:lnTo>
                    <a:pt x="1785" y="29"/>
                  </a:lnTo>
                  <a:lnTo>
                    <a:pt x="1737" y="43"/>
                  </a:lnTo>
                  <a:lnTo>
                    <a:pt x="1691" y="62"/>
                  </a:lnTo>
                  <a:lnTo>
                    <a:pt x="1647" y="83"/>
                  </a:lnTo>
                  <a:lnTo>
                    <a:pt x="311" y="782"/>
                  </a:lnTo>
                  <a:lnTo>
                    <a:pt x="276" y="803"/>
                  </a:lnTo>
                  <a:lnTo>
                    <a:pt x="243" y="826"/>
                  </a:lnTo>
                  <a:lnTo>
                    <a:pt x="213" y="852"/>
                  </a:lnTo>
                  <a:lnTo>
                    <a:pt x="184" y="879"/>
                  </a:lnTo>
                  <a:lnTo>
                    <a:pt x="155" y="908"/>
                  </a:lnTo>
                  <a:lnTo>
                    <a:pt x="131" y="939"/>
                  </a:lnTo>
                  <a:lnTo>
                    <a:pt x="107" y="971"/>
                  </a:lnTo>
                  <a:lnTo>
                    <a:pt x="86" y="1005"/>
                  </a:lnTo>
                  <a:lnTo>
                    <a:pt x="68" y="1040"/>
                  </a:lnTo>
                  <a:lnTo>
                    <a:pt x="50" y="1076"/>
                  </a:lnTo>
                  <a:lnTo>
                    <a:pt x="36" y="1115"/>
                  </a:lnTo>
                  <a:lnTo>
                    <a:pt x="23" y="1153"/>
                  </a:lnTo>
                  <a:lnTo>
                    <a:pt x="14" y="1195"/>
                  </a:lnTo>
                  <a:lnTo>
                    <a:pt x="7" y="1236"/>
                  </a:lnTo>
                  <a:lnTo>
                    <a:pt x="2" y="1279"/>
                  </a:lnTo>
                  <a:lnTo>
                    <a:pt x="0" y="1322"/>
                  </a:lnTo>
                  <a:lnTo>
                    <a:pt x="0" y="3093"/>
                  </a:lnTo>
                  <a:lnTo>
                    <a:pt x="2" y="3147"/>
                  </a:lnTo>
                  <a:lnTo>
                    <a:pt x="7" y="3202"/>
                  </a:lnTo>
                  <a:lnTo>
                    <a:pt x="15" y="3257"/>
                  </a:lnTo>
                  <a:lnTo>
                    <a:pt x="27" y="3312"/>
                  </a:lnTo>
                  <a:lnTo>
                    <a:pt x="42" y="3366"/>
                  </a:lnTo>
                  <a:lnTo>
                    <a:pt x="59" y="3420"/>
                  </a:lnTo>
                  <a:lnTo>
                    <a:pt x="79" y="3474"/>
                  </a:lnTo>
                  <a:lnTo>
                    <a:pt x="102" y="3525"/>
                  </a:lnTo>
                  <a:lnTo>
                    <a:pt x="127" y="3576"/>
                  </a:lnTo>
                  <a:lnTo>
                    <a:pt x="154" y="3624"/>
                  </a:lnTo>
                  <a:lnTo>
                    <a:pt x="184" y="3670"/>
                  </a:lnTo>
                  <a:lnTo>
                    <a:pt x="214" y="3712"/>
                  </a:lnTo>
                  <a:lnTo>
                    <a:pt x="247" y="3752"/>
                  </a:lnTo>
                  <a:lnTo>
                    <a:pt x="281" y="3788"/>
                  </a:lnTo>
                  <a:lnTo>
                    <a:pt x="317" y="3821"/>
                  </a:lnTo>
                  <a:lnTo>
                    <a:pt x="353" y="384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8797" name="Freeform 40"/>
            <p:cNvSpPr>
              <a:spLocks/>
            </p:cNvSpPr>
            <p:nvPr/>
          </p:nvSpPr>
          <p:spPr bwMode="auto">
            <a:xfrm>
              <a:off x="943" y="2210"/>
              <a:ext cx="276" cy="187"/>
            </a:xfrm>
            <a:custGeom>
              <a:avLst/>
              <a:gdLst>
                <a:gd name="T0" fmla="*/ 11 w 1380"/>
                <a:gd name="T1" fmla="*/ 7 h 937"/>
                <a:gd name="T2" fmla="*/ 11 w 1380"/>
                <a:gd name="T3" fmla="*/ 7 h 937"/>
                <a:gd name="T4" fmla="*/ 0 w 1380"/>
                <a:gd name="T5" fmla="*/ 0 h 937"/>
                <a:gd name="T6" fmla="*/ 0 w 1380"/>
                <a:gd name="T7" fmla="*/ 1 h 937"/>
                <a:gd name="T8" fmla="*/ 10 w 1380"/>
                <a:gd name="T9" fmla="*/ 7 h 937"/>
                <a:gd name="T10" fmla="*/ 10 w 1380"/>
                <a:gd name="T11" fmla="*/ 7 h 937"/>
                <a:gd name="T12" fmla="*/ 10 w 1380"/>
                <a:gd name="T13" fmla="*/ 7 h 937"/>
                <a:gd name="T14" fmla="*/ 11 w 1380"/>
                <a:gd name="T15" fmla="*/ 7 h 937"/>
                <a:gd name="T16" fmla="*/ 11 w 1380"/>
                <a:gd name="T17" fmla="*/ 7 h 937"/>
                <a:gd name="T18" fmla="*/ 11 w 1380"/>
                <a:gd name="T19" fmla="*/ 7 h 937"/>
                <a:gd name="T20" fmla="*/ 11 w 1380"/>
                <a:gd name="T21" fmla="*/ 7 h 937"/>
                <a:gd name="T22" fmla="*/ 11 w 1380"/>
                <a:gd name="T23" fmla="*/ 7 h 937"/>
                <a:gd name="T24" fmla="*/ 11 w 1380"/>
                <a:gd name="T25" fmla="*/ 7 h 937"/>
                <a:gd name="T26" fmla="*/ 11 w 1380"/>
                <a:gd name="T27" fmla="*/ 7 h 937"/>
                <a:gd name="T28" fmla="*/ 11 w 1380"/>
                <a:gd name="T29" fmla="*/ 7 h 937"/>
                <a:gd name="T30" fmla="*/ 11 w 1380"/>
                <a:gd name="T31" fmla="*/ 7 h 93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80"/>
                <a:gd name="T49" fmla="*/ 0 h 937"/>
                <a:gd name="T50" fmla="*/ 1380 w 1380"/>
                <a:gd name="T51" fmla="*/ 937 h 93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80" h="937">
                  <a:moveTo>
                    <a:pt x="1354" y="848"/>
                  </a:moveTo>
                  <a:lnTo>
                    <a:pt x="1359" y="851"/>
                  </a:lnTo>
                  <a:lnTo>
                    <a:pt x="51" y="0"/>
                  </a:lnTo>
                  <a:lnTo>
                    <a:pt x="0" y="78"/>
                  </a:lnTo>
                  <a:lnTo>
                    <a:pt x="1307" y="929"/>
                  </a:lnTo>
                  <a:lnTo>
                    <a:pt x="1312" y="932"/>
                  </a:lnTo>
                  <a:lnTo>
                    <a:pt x="1307" y="929"/>
                  </a:lnTo>
                  <a:lnTo>
                    <a:pt x="1326" y="937"/>
                  </a:lnTo>
                  <a:lnTo>
                    <a:pt x="1345" y="936"/>
                  </a:lnTo>
                  <a:lnTo>
                    <a:pt x="1360" y="929"/>
                  </a:lnTo>
                  <a:lnTo>
                    <a:pt x="1372" y="916"/>
                  </a:lnTo>
                  <a:lnTo>
                    <a:pt x="1379" y="899"/>
                  </a:lnTo>
                  <a:lnTo>
                    <a:pt x="1380" y="883"/>
                  </a:lnTo>
                  <a:lnTo>
                    <a:pt x="1374" y="865"/>
                  </a:lnTo>
                  <a:lnTo>
                    <a:pt x="1359" y="851"/>
                  </a:lnTo>
                  <a:lnTo>
                    <a:pt x="1354" y="84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8798" name="Freeform 41"/>
            <p:cNvSpPr>
              <a:spLocks/>
            </p:cNvSpPr>
            <p:nvPr/>
          </p:nvSpPr>
          <p:spPr bwMode="auto">
            <a:xfrm>
              <a:off x="1206" y="2379"/>
              <a:ext cx="140" cy="32"/>
            </a:xfrm>
            <a:custGeom>
              <a:avLst/>
              <a:gdLst>
                <a:gd name="T0" fmla="*/ 5 w 703"/>
                <a:gd name="T1" fmla="*/ 0 h 162"/>
                <a:gd name="T2" fmla="*/ 5 w 703"/>
                <a:gd name="T3" fmla="*/ 0 h 162"/>
                <a:gd name="T4" fmla="*/ 5 w 703"/>
                <a:gd name="T5" fmla="*/ 0 h 162"/>
                <a:gd name="T6" fmla="*/ 5 w 703"/>
                <a:gd name="T7" fmla="*/ 0 h 162"/>
                <a:gd name="T8" fmla="*/ 4 w 703"/>
                <a:gd name="T9" fmla="*/ 0 h 162"/>
                <a:gd name="T10" fmla="*/ 4 w 703"/>
                <a:gd name="T11" fmla="*/ 0 h 162"/>
                <a:gd name="T12" fmla="*/ 4 w 703"/>
                <a:gd name="T13" fmla="*/ 0 h 162"/>
                <a:gd name="T14" fmla="*/ 3 w 703"/>
                <a:gd name="T15" fmla="*/ 1 h 162"/>
                <a:gd name="T16" fmla="*/ 3 w 703"/>
                <a:gd name="T17" fmla="*/ 1 h 162"/>
                <a:gd name="T18" fmla="*/ 3 w 703"/>
                <a:gd name="T19" fmla="*/ 1 h 162"/>
                <a:gd name="T20" fmla="*/ 2 w 703"/>
                <a:gd name="T21" fmla="*/ 1 h 162"/>
                <a:gd name="T22" fmla="*/ 2 w 703"/>
                <a:gd name="T23" fmla="*/ 1 h 162"/>
                <a:gd name="T24" fmla="*/ 2 w 703"/>
                <a:gd name="T25" fmla="*/ 0 h 162"/>
                <a:gd name="T26" fmla="*/ 1 w 703"/>
                <a:gd name="T27" fmla="*/ 0 h 162"/>
                <a:gd name="T28" fmla="*/ 1 w 703"/>
                <a:gd name="T29" fmla="*/ 0 h 162"/>
                <a:gd name="T30" fmla="*/ 1 w 703"/>
                <a:gd name="T31" fmla="*/ 0 h 162"/>
                <a:gd name="T32" fmla="*/ 1 w 703"/>
                <a:gd name="T33" fmla="*/ 0 h 162"/>
                <a:gd name="T34" fmla="*/ 0 w 703"/>
                <a:gd name="T35" fmla="*/ 0 h 162"/>
                <a:gd name="T36" fmla="*/ 0 w 703"/>
                <a:gd name="T37" fmla="*/ 1 h 162"/>
                <a:gd name="T38" fmla="*/ 0 w 703"/>
                <a:gd name="T39" fmla="*/ 1 h 162"/>
                <a:gd name="T40" fmla="*/ 1 w 703"/>
                <a:gd name="T41" fmla="*/ 1 h 162"/>
                <a:gd name="T42" fmla="*/ 1 w 703"/>
                <a:gd name="T43" fmla="*/ 1 h 162"/>
                <a:gd name="T44" fmla="*/ 1 w 703"/>
                <a:gd name="T45" fmla="*/ 1 h 162"/>
                <a:gd name="T46" fmla="*/ 2 w 703"/>
                <a:gd name="T47" fmla="*/ 1 h 162"/>
                <a:gd name="T48" fmla="*/ 2 w 703"/>
                <a:gd name="T49" fmla="*/ 1 h 162"/>
                <a:gd name="T50" fmla="*/ 2 w 703"/>
                <a:gd name="T51" fmla="*/ 1 h 162"/>
                <a:gd name="T52" fmla="*/ 3 w 703"/>
                <a:gd name="T53" fmla="*/ 1 h 162"/>
                <a:gd name="T54" fmla="*/ 3 w 703"/>
                <a:gd name="T55" fmla="*/ 1 h 162"/>
                <a:gd name="T56" fmla="*/ 3 w 703"/>
                <a:gd name="T57" fmla="*/ 1 h 162"/>
                <a:gd name="T58" fmla="*/ 4 w 703"/>
                <a:gd name="T59" fmla="*/ 1 h 162"/>
                <a:gd name="T60" fmla="*/ 4 w 703"/>
                <a:gd name="T61" fmla="*/ 1 h 162"/>
                <a:gd name="T62" fmla="*/ 5 w 703"/>
                <a:gd name="T63" fmla="*/ 1 h 162"/>
                <a:gd name="T64" fmla="*/ 5 w 703"/>
                <a:gd name="T65" fmla="*/ 1 h 162"/>
                <a:gd name="T66" fmla="*/ 5 w 703"/>
                <a:gd name="T67" fmla="*/ 1 h 162"/>
                <a:gd name="T68" fmla="*/ 5 w 703"/>
                <a:gd name="T69" fmla="*/ 1 h 162"/>
                <a:gd name="T70" fmla="*/ 5 w 703"/>
                <a:gd name="T71" fmla="*/ 1 h 162"/>
                <a:gd name="T72" fmla="*/ 5 w 703"/>
                <a:gd name="T73" fmla="*/ 1 h 162"/>
                <a:gd name="T74" fmla="*/ 5 w 703"/>
                <a:gd name="T75" fmla="*/ 1 h 162"/>
                <a:gd name="T76" fmla="*/ 6 w 703"/>
                <a:gd name="T77" fmla="*/ 0 h 162"/>
                <a:gd name="T78" fmla="*/ 6 w 703"/>
                <a:gd name="T79" fmla="*/ 0 h 162"/>
                <a:gd name="T80" fmla="*/ 6 w 703"/>
                <a:gd name="T81" fmla="*/ 0 h 162"/>
                <a:gd name="T82" fmla="*/ 5 w 703"/>
                <a:gd name="T83" fmla="*/ 0 h 162"/>
                <a:gd name="T84" fmla="*/ 5 w 703"/>
                <a:gd name="T85" fmla="*/ 0 h 162"/>
                <a:gd name="T86" fmla="*/ 5 w 703"/>
                <a:gd name="T87" fmla="*/ 0 h 162"/>
                <a:gd name="T88" fmla="*/ 5 w 703"/>
                <a:gd name="T89" fmla="*/ 0 h 162"/>
                <a:gd name="T90" fmla="*/ 5 w 703"/>
                <a:gd name="T91" fmla="*/ 0 h 162"/>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703"/>
                <a:gd name="T139" fmla="*/ 0 h 162"/>
                <a:gd name="T140" fmla="*/ 703 w 703"/>
                <a:gd name="T141" fmla="*/ 162 h 162"/>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703" h="162">
                  <a:moveTo>
                    <a:pt x="631" y="8"/>
                  </a:moveTo>
                  <a:lnTo>
                    <a:pt x="636" y="6"/>
                  </a:lnTo>
                  <a:lnTo>
                    <a:pt x="606" y="20"/>
                  </a:lnTo>
                  <a:lnTo>
                    <a:pt x="575" y="32"/>
                  </a:lnTo>
                  <a:lnTo>
                    <a:pt x="540" y="42"/>
                  </a:lnTo>
                  <a:lnTo>
                    <a:pt x="504" y="52"/>
                  </a:lnTo>
                  <a:lnTo>
                    <a:pt x="467" y="59"/>
                  </a:lnTo>
                  <a:lnTo>
                    <a:pt x="428" y="64"/>
                  </a:lnTo>
                  <a:lnTo>
                    <a:pt x="389" y="67"/>
                  </a:lnTo>
                  <a:lnTo>
                    <a:pt x="348" y="68"/>
                  </a:lnTo>
                  <a:lnTo>
                    <a:pt x="308" y="68"/>
                  </a:lnTo>
                  <a:lnTo>
                    <a:pt x="267" y="65"/>
                  </a:lnTo>
                  <a:lnTo>
                    <a:pt x="226" y="61"/>
                  </a:lnTo>
                  <a:lnTo>
                    <a:pt x="187" y="54"/>
                  </a:lnTo>
                  <a:lnTo>
                    <a:pt x="148" y="44"/>
                  </a:lnTo>
                  <a:lnTo>
                    <a:pt x="110" y="33"/>
                  </a:lnTo>
                  <a:lnTo>
                    <a:pt x="75" y="20"/>
                  </a:lnTo>
                  <a:lnTo>
                    <a:pt x="42" y="5"/>
                  </a:lnTo>
                  <a:lnTo>
                    <a:pt x="0" y="89"/>
                  </a:lnTo>
                  <a:lnTo>
                    <a:pt x="40" y="107"/>
                  </a:lnTo>
                  <a:lnTo>
                    <a:pt x="82" y="122"/>
                  </a:lnTo>
                  <a:lnTo>
                    <a:pt x="124" y="135"/>
                  </a:lnTo>
                  <a:lnTo>
                    <a:pt x="169" y="146"/>
                  </a:lnTo>
                  <a:lnTo>
                    <a:pt x="214" y="153"/>
                  </a:lnTo>
                  <a:lnTo>
                    <a:pt x="258" y="158"/>
                  </a:lnTo>
                  <a:lnTo>
                    <a:pt x="303" y="162"/>
                  </a:lnTo>
                  <a:lnTo>
                    <a:pt x="348" y="162"/>
                  </a:lnTo>
                  <a:lnTo>
                    <a:pt x="394" y="161"/>
                  </a:lnTo>
                  <a:lnTo>
                    <a:pt x="439" y="157"/>
                  </a:lnTo>
                  <a:lnTo>
                    <a:pt x="481" y="150"/>
                  </a:lnTo>
                  <a:lnTo>
                    <a:pt x="525" y="143"/>
                  </a:lnTo>
                  <a:lnTo>
                    <a:pt x="566" y="132"/>
                  </a:lnTo>
                  <a:lnTo>
                    <a:pt x="606" y="121"/>
                  </a:lnTo>
                  <a:lnTo>
                    <a:pt x="643" y="105"/>
                  </a:lnTo>
                  <a:lnTo>
                    <a:pt x="678" y="88"/>
                  </a:lnTo>
                  <a:lnTo>
                    <a:pt x="683" y="86"/>
                  </a:lnTo>
                  <a:lnTo>
                    <a:pt x="678" y="88"/>
                  </a:lnTo>
                  <a:lnTo>
                    <a:pt x="695" y="75"/>
                  </a:lnTo>
                  <a:lnTo>
                    <a:pt x="702" y="60"/>
                  </a:lnTo>
                  <a:lnTo>
                    <a:pt x="703" y="42"/>
                  </a:lnTo>
                  <a:lnTo>
                    <a:pt x="698" y="26"/>
                  </a:lnTo>
                  <a:lnTo>
                    <a:pt x="688" y="12"/>
                  </a:lnTo>
                  <a:lnTo>
                    <a:pt x="674" y="3"/>
                  </a:lnTo>
                  <a:lnTo>
                    <a:pt x="656" y="0"/>
                  </a:lnTo>
                  <a:lnTo>
                    <a:pt x="636" y="6"/>
                  </a:lnTo>
                  <a:lnTo>
                    <a:pt x="631"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8799" name="Freeform 42"/>
            <p:cNvSpPr>
              <a:spLocks/>
            </p:cNvSpPr>
            <p:nvPr/>
          </p:nvSpPr>
          <p:spPr bwMode="auto">
            <a:xfrm>
              <a:off x="1332" y="2204"/>
              <a:ext cx="283" cy="192"/>
            </a:xfrm>
            <a:custGeom>
              <a:avLst/>
              <a:gdLst>
                <a:gd name="T0" fmla="*/ 11 w 1415"/>
                <a:gd name="T1" fmla="*/ 0 h 960"/>
                <a:gd name="T2" fmla="*/ 11 w 1415"/>
                <a:gd name="T3" fmla="*/ 0 h 960"/>
                <a:gd name="T4" fmla="*/ 0 w 1415"/>
                <a:gd name="T5" fmla="*/ 7 h 960"/>
                <a:gd name="T6" fmla="*/ 0 w 1415"/>
                <a:gd name="T7" fmla="*/ 8 h 960"/>
                <a:gd name="T8" fmla="*/ 11 w 1415"/>
                <a:gd name="T9" fmla="*/ 1 h 960"/>
                <a:gd name="T10" fmla="*/ 11 w 1415"/>
                <a:gd name="T11" fmla="*/ 1 h 960"/>
                <a:gd name="T12" fmla="*/ 11 w 1415"/>
                <a:gd name="T13" fmla="*/ 1 h 960"/>
                <a:gd name="T14" fmla="*/ 11 w 1415"/>
                <a:gd name="T15" fmla="*/ 1 h 960"/>
                <a:gd name="T16" fmla="*/ 11 w 1415"/>
                <a:gd name="T17" fmla="*/ 0 h 960"/>
                <a:gd name="T18" fmla="*/ 11 w 1415"/>
                <a:gd name="T19" fmla="*/ 0 h 960"/>
                <a:gd name="T20" fmla="*/ 11 w 1415"/>
                <a:gd name="T21" fmla="*/ 0 h 960"/>
                <a:gd name="T22" fmla="*/ 11 w 1415"/>
                <a:gd name="T23" fmla="*/ 0 h 960"/>
                <a:gd name="T24" fmla="*/ 11 w 1415"/>
                <a:gd name="T25" fmla="*/ 0 h 960"/>
                <a:gd name="T26" fmla="*/ 11 w 1415"/>
                <a:gd name="T27" fmla="*/ 0 h 960"/>
                <a:gd name="T28" fmla="*/ 11 w 1415"/>
                <a:gd name="T29" fmla="*/ 0 h 960"/>
                <a:gd name="T30" fmla="*/ 11 w 1415"/>
                <a:gd name="T31" fmla="*/ 0 h 96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15"/>
                <a:gd name="T49" fmla="*/ 0 h 960"/>
                <a:gd name="T50" fmla="*/ 1415 w 1415"/>
                <a:gd name="T51" fmla="*/ 960 h 96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15" h="960">
                  <a:moveTo>
                    <a:pt x="1338" y="10"/>
                  </a:moveTo>
                  <a:lnTo>
                    <a:pt x="1342" y="8"/>
                  </a:lnTo>
                  <a:lnTo>
                    <a:pt x="0" y="882"/>
                  </a:lnTo>
                  <a:lnTo>
                    <a:pt x="52" y="960"/>
                  </a:lnTo>
                  <a:lnTo>
                    <a:pt x="1393" y="85"/>
                  </a:lnTo>
                  <a:lnTo>
                    <a:pt x="1397" y="83"/>
                  </a:lnTo>
                  <a:lnTo>
                    <a:pt x="1393" y="85"/>
                  </a:lnTo>
                  <a:lnTo>
                    <a:pt x="1409" y="71"/>
                  </a:lnTo>
                  <a:lnTo>
                    <a:pt x="1415" y="53"/>
                  </a:lnTo>
                  <a:lnTo>
                    <a:pt x="1413" y="37"/>
                  </a:lnTo>
                  <a:lnTo>
                    <a:pt x="1406" y="21"/>
                  </a:lnTo>
                  <a:lnTo>
                    <a:pt x="1395" y="8"/>
                  </a:lnTo>
                  <a:lnTo>
                    <a:pt x="1379" y="1"/>
                  </a:lnTo>
                  <a:lnTo>
                    <a:pt x="1361" y="0"/>
                  </a:lnTo>
                  <a:lnTo>
                    <a:pt x="1342" y="8"/>
                  </a:lnTo>
                  <a:lnTo>
                    <a:pt x="1338" y="1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8800" name="Freeform 43"/>
            <p:cNvSpPr>
              <a:spLocks/>
            </p:cNvSpPr>
            <p:nvPr/>
          </p:nvSpPr>
          <p:spPr bwMode="auto">
            <a:xfrm>
              <a:off x="1599" y="2057"/>
              <a:ext cx="80" cy="163"/>
            </a:xfrm>
            <a:custGeom>
              <a:avLst/>
              <a:gdLst>
                <a:gd name="T0" fmla="*/ 2 w 398"/>
                <a:gd name="T1" fmla="*/ 0 h 817"/>
                <a:gd name="T2" fmla="*/ 2 w 398"/>
                <a:gd name="T3" fmla="*/ 0 h 817"/>
                <a:gd name="T4" fmla="*/ 2 w 398"/>
                <a:gd name="T5" fmla="*/ 1 h 817"/>
                <a:gd name="T6" fmla="*/ 2 w 398"/>
                <a:gd name="T7" fmla="*/ 1 h 817"/>
                <a:gd name="T8" fmla="*/ 2 w 398"/>
                <a:gd name="T9" fmla="*/ 2 h 817"/>
                <a:gd name="T10" fmla="*/ 2 w 398"/>
                <a:gd name="T11" fmla="*/ 2 h 817"/>
                <a:gd name="T12" fmla="*/ 2 w 398"/>
                <a:gd name="T13" fmla="*/ 2 h 817"/>
                <a:gd name="T14" fmla="*/ 2 w 398"/>
                <a:gd name="T15" fmla="*/ 3 h 817"/>
                <a:gd name="T16" fmla="*/ 2 w 398"/>
                <a:gd name="T17" fmla="*/ 3 h 817"/>
                <a:gd name="T18" fmla="*/ 2 w 398"/>
                <a:gd name="T19" fmla="*/ 4 h 817"/>
                <a:gd name="T20" fmla="*/ 2 w 398"/>
                <a:gd name="T21" fmla="*/ 4 h 817"/>
                <a:gd name="T22" fmla="*/ 1 w 398"/>
                <a:gd name="T23" fmla="*/ 4 h 817"/>
                <a:gd name="T24" fmla="*/ 1 w 398"/>
                <a:gd name="T25" fmla="*/ 5 h 817"/>
                <a:gd name="T26" fmla="*/ 1 w 398"/>
                <a:gd name="T27" fmla="*/ 5 h 817"/>
                <a:gd name="T28" fmla="*/ 1 w 398"/>
                <a:gd name="T29" fmla="*/ 5 h 817"/>
                <a:gd name="T30" fmla="*/ 1 w 398"/>
                <a:gd name="T31" fmla="*/ 5 h 817"/>
                <a:gd name="T32" fmla="*/ 0 w 398"/>
                <a:gd name="T33" fmla="*/ 6 h 817"/>
                <a:gd name="T34" fmla="*/ 0 w 398"/>
                <a:gd name="T35" fmla="*/ 6 h 817"/>
                <a:gd name="T36" fmla="*/ 0 w 398"/>
                <a:gd name="T37" fmla="*/ 7 h 817"/>
                <a:gd name="T38" fmla="*/ 1 w 398"/>
                <a:gd name="T39" fmla="*/ 6 h 817"/>
                <a:gd name="T40" fmla="*/ 1 w 398"/>
                <a:gd name="T41" fmla="*/ 6 h 817"/>
                <a:gd name="T42" fmla="*/ 1 w 398"/>
                <a:gd name="T43" fmla="*/ 6 h 817"/>
                <a:gd name="T44" fmla="*/ 2 w 398"/>
                <a:gd name="T45" fmla="*/ 5 h 817"/>
                <a:gd name="T46" fmla="*/ 2 w 398"/>
                <a:gd name="T47" fmla="*/ 5 h 817"/>
                <a:gd name="T48" fmla="*/ 2 w 398"/>
                <a:gd name="T49" fmla="*/ 5 h 817"/>
                <a:gd name="T50" fmla="*/ 2 w 398"/>
                <a:gd name="T51" fmla="*/ 4 h 817"/>
                <a:gd name="T52" fmla="*/ 2 w 398"/>
                <a:gd name="T53" fmla="*/ 4 h 817"/>
                <a:gd name="T54" fmla="*/ 3 w 398"/>
                <a:gd name="T55" fmla="*/ 3 h 817"/>
                <a:gd name="T56" fmla="*/ 3 w 398"/>
                <a:gd name="T57" fmla="*/ 3 h 817"/>
                <a:gd name="T58" fmla="*/ 3 w 398"/>
                <a:gd name="T59" fmla="*/ 3 h 817"/>
                <a:gd name="T60" fmla="*/ 3 w 398"/>
                <a:gd name="T61" fmla="*/ 2 h 817"/>
                <a:gd name="T62" fmla="*/ 3 w 398"/>
                <a:gd name="T63" fmla="*/ 2 h 817"/>
                <a:gd name="T64" fmla="*/ 3 w 398"/>
                <a:gd name="T65" fmla="*/ 1 h 817"/>
                <a:gd name="T66" fmla="*/ 3 w 398"/>
                <a:gd name="T67" fmla="*/ 1 h 817"/>
                <a:gd name="T68" fmla="*/ 3 w 398"/>
                <a:gd name="T69" fmla="*/ 0 h 817"/>
                <a:gd name="T70" fmla="*/ 3 w 398"/>
                <a:gd name="T71" fmla="*/ 0 h 817"/>
                <a:gd name="T72" fmla="*/ 3 w 398"/>
                <a:gd name="T73" fmla="*/ 0 h 817"/>
                <a:gd name="T74" fmla="*/ 3 w 398"/>
                <a:gd name="T75" fmla="*/ 0 h 817"/>
                <a:gd name="T76" fmla="*/ 3 w 398"/>
                <a:gd name="T77" fmla="*/ 0 h 817"/>
                <a:gd name="T78" fmla="*/ 3 w 398"/>
                <a:gd name="T79" fmla="*/ 0 h 817"/>
                <a:gd name="T80" fmla="*/ 3 w 398"/>
                <a:gd name="T81" fmla="*/ 0 h 817"/>
                <a:gd name="T82" fmla="*/ 3 w 398"/>
                <a:gd name="T83" fmla="*/ 0 h 817"/>
                <a:gd name="T84" fmla="*/ 3 w 398"/>
                <a:gd name="T85" fmla="*/ 0 h 817"/>
                <a:gd name="T86" fmla="*/ 2 w 398"/>
                <a:gd name="T87" fmla="*/ 0 h 817"/>
                <a:gd name="T88" fmla="*/ 2 w 398"/>
                <a:gd name="T89" fmla="*/ 0 h 817"/>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398"/>
                <a:gd name="T136" fmla="*/ 0 h 817"/>
                <a:gd name="T137" fmla="*/ 398 w 398"/>
                <a:gd name="T138" fmla="*/ 817 h 817"/>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398" h="817">
                  <a:moveTo>
                    <a:pt x="304" y="47"/>
                  </a:moveTo>
                  <a:lnTo>
                    <a:pt x="304" y="47"/>
                  </a:lnTo>
                  <a:lnTo>
                    <a:pt x="301" y="97"/>
                  </a:lnTo>
                  <a:lnTo>
                    <a:pt x="297" y="147"/>
                  </a:lnTo>
                  <a:lnTo>
                    <a:pt x="291" y="198"/>
                  </a:lnTo>
                  <a:lnTo>
                    <a:pt x="280" y="247"/>
                  </a:lnTo>
                  <a:lnTo>
                    <a:pt x="268" y="297"/>
                  </a:lnTo>
                  <a:lnTo>
                    <a:pt x="253" y="347"/>
                  </a:lnTo>
                  <a:lnTo>
                    <a:pt x="236" y="395"/>
                  </a:lnTo>
                  <a:lnTo>
                    <a:pt x="217" y="442"/>
                  </a:lnTo>
                  <a:lnTo>
                    <a:pt x="195" y="487"/>
                  </a:lnTo>
                  <a:lnTo>
                    <a:pt x="171" y="532"/>
                  </a:lnTo>
                  <a:lnTo>
                    <a:pt x="147" y="574"/>
                  </a:lnTo>
                  <a:lnTo>
                    <a:pt x="121" y="613"/>
                  </a:lnTo>
                  <a:lnTo>
                    <a:pt x="93" y="650"/>
                  </a:lnTo>
                  <a:lnTo>
                    <a:pt x="64" y="684"/>
                  </a:lnTo>
                  <a:lnTo>
                    <a:pt x="32" y="716"/>
                  </a:lnTo>
                  <a:lnTo>
                    <a:pt x="0" y="744"/>
                  </a:lnTo>
                  <a:lnTo>
                    <a:pt x="59" y="817"/>
                  </a:lnTo>
                  <a:lnTo>
                    <a:pt x="95" y="784"/>
                  </a:lnTo>
                  <a:lnTo>
                    <a:pt x="132" y="748"/>
                  </a:lnTo>
                  <a:lnTo>
                    <a:pt x="166" y="709"/>
                  </a:lnTo>
                  <a:lnTo>
                    <a:pt x="196" y="667"/>
                  </a:lnTo>
                  <a:lnTo>
                    <a:pt x="227" y="623"/>
                  </a:lnTo>
                  <a:lnTo>
                    <a:pt x="253" y="576"/>
                  </a:lnTo>
                  <a:lnTo>
                    <a:pt x="279" y="530"/>
                  </a:lnTo>
                  <a:lnTo>
                    <a:pt x="301" y="479"/>
                  </a:lnTo>
                  <a:lnTo>
                    <a:pt x="323" y="428"/>
                  </a:lnTo>
                  <a:lnTo>
                    <a:pt x="342" y="375"/>
                  </a:lnTo>
                  <a:lnTo>
                    <a:pt x="359" y="321"/>
                  </a:lnTo>
                  <a:lnTo>
                    <a:pt x="372" y="268"/>
                  </a:lnTo>
                  <a:lnTo>
                    <a:pt x="382" y="212"/>
                  </a:lnTo>
                  <a:lnTo>
                    <a:pt x="391" y="157"/>
                  </a:lnTo>
                  <a:lnTo>
                    <a:pt x="395" y="102"/>
                  </a:lnTo>
                  <a:lnTo>
                    <a:pt x="398" y="47"/>
                  </a:lnTo>
                  <a:lnTo>
                    <a:pt x="394" y="27"/>
                  </a:lnTo>
                  <a:lnTo>
                    <a:pt x="383" y="11"/>
                  </a:lnTo>
                  <a:lnTo>
                    <a:pt x="368" y="3"/>
                  </a:lnTo>
                  <a:lnTo>
                    <a:pt x="351" y="0"/>
                  </a:lnTo>
                  <a:lnTo>
                    <a:pt x="333" y="3"/>
                  </a:lnTo>
                  <a:lnTo>
                    <a:pt x="319" y="11"/>
                  </a:lnTo>
                  <a:lnTo>
                    <a:pt x="307" y="27"/>
                  </a:lnTo>
                  <a:lnTo>
                    <a:pt x="304" y="4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8801" name="Freeform 44"/>
            <p:cNvSpPr>
              <a:spLocks/>
            </p:cNvSpPr>
            <p:nvPr/>
          </p:nvSpPr>
          <p:spPr bwMode="auto">
            <a:xfrm>
              <a:off x="1660" y="1701"/>
              <a:ext cx="19" cy="365"/>
            </a:xfrm>
            <a:custGeom>
              <a:avLst/>
              <a:gdLst>
                <a:gd name="T0" fmla="*/ 0 w 95"/>
                <a:gd name="T1" fmla="*/ 0 h 1826"/>
                <a:gd name="T2" fmla="*/ 0 w 95"/>
                <a:gd name="T3" fmla="*/ 0 h 1826"/>
                <a:gd name="T4" fmla="*/ 0 w 95"/>
                <a:gd name="T5" fmla="*/ 15 h 1826"/>
                <a:gd name="T6" fmla="*/ 1 w 95"/>
                <a:gd name="T7" fmla="*/ 15 h 1826"/>
                <a:gd name="T8" fmla="*/ 1 w 95"/>
                <a:gd name="T9" fmla="*/ 0 h 1826"/>
                <a:gd name="T10" fmla="*/ 1 w 95"/>
                <a:gd name="T11" fmla="*/ 0 h 1826"/>
                <a:gd name="T12" fmla="*/ 1 w 95"/>
                <a:gd name="T13" fmla="*/ 0 h 1826"/>
                <a:gd name="T14" fmla="*/ 1 w 95"/>
                <a:gd name="T15" fmla="*/ 0 h 1826"/>
                <a:gd name="T16" fmla="*/ 1 w 95"/>
                <a:gd name="T17" fmla="*/ 0 h 1826"/>
                <a:gd name="T18" fmla="*/ 1 w 95"/>
                <a:gd name="T19" fmla="*/ 0 h 1826"/>
                <a:gd name="T20" fmla="*/ 0 w 95"/>
                <a:gd name="T21" fmla="*/ 0 h 1826"/>
                <a:gd name="T22" fmla="*/ 0 w 95"/>
                <a:gd name="T23" fmla="*/ 0 h 1826"/>
                <a:gd name="T24" fmla="*/ 0 w 95"/>
                <a:gd name="T25" fmla="*/ 0 h 1826"/>
                <a:gd name="T26" fmla="*/ 0 w 95"/>
                <a:gd name="T27" fmla="*/ 0 h 1826"/>
                <a:gd name="T28" fmla="*/ 0 w 95"/>
                <a:gd name="T29" fmla="*/ 0 h 1826"/>
                <a:gd name="T30" fmla="*/ 0 w 95"/>
                <a:gd name="T31" fmla="*/ 0 h 182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95"/>
                <a:gd name="T49" fmla="*/ 0 h 1826"/>
                <a:gd name="T50" fmla="*/ 95 w 95"/>
                <a:gd name="T51" fmla="*/ 1826 h 182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95" h="1826">
                  <a:moveTo>
                    <a:pt x="0" y="49"/>
                  </a:moveTo>
                  <a:lnTo>
                    <a:pt x="0" y="47"/>
                  </a:lnTo>
                  <a:lnTo>
                    <a:pt x="1" y="1826"/>
                  </a:lnTo>
                  <a:lnTo>
                    <a:pt x="95" y="1826"/>
                  </a:lnTo>
                  <a:lnTo>
                    <a:pt x="93" y="47"/>
                  </a:lnTo>
                  <a:lnTo>
                    <a:pt x="93" y="45"/>
                  </a:lnTo>
                  <a:lnTo>
                    <a:pt x="93" y="47"/>
                  </a:lnTo>
                  <a:lnTo>
                    <a:pt x="90" y="27"/>
                  </a:lnTo>
                  <a:lnTo>
                    <a:pt x="79" y="12"/>
                  </a:lnTo>
                  <a:lnTo>
                    <a:pt x="64" y="4"/>
                  </a:lnTo>
                  <a:lnTo>
                    <a:pt x="47" y="0"/>
                  </a:lnTo>
                  <a:lnTo>
                    <a:pt x="29" y="4"/>
                  </a:lnTo>
                  <a:lnTo>
                    <a:pt x="15" y="12"/>
                  </a:lnTo>
                  <a:lnTo>
                    <a:pt x="3" y="27"/>
                  </a:lnTo>
                  <a:lnTo>
                    <a:pt x="0" y="47"/>
                  </a:lnTo>
                  <a:lnTo>
                    <a:pt x="0" y="4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8802" name="Freeform 45"/>
            <p:cNvSpPr>
              <a:spLocks/>
            </p:cNvSpPr>
            <p:nvPr/>
          </p:nvSpPr>
          <p:spPr bwMode="auto">
            <a:xfrm>
              <a:off x="1598" y="1598"/>
              <a:ext cx="81" cy="113"/>
            </a:xfrm>
            <a:custGeom>
              <a:avLst/>
              <a:gdLst>
                <a:gd name="T0" fmla="*/ 0 w 401"/>
                <a:gd name="T1" fmla="*/ 1 h 566"/>
                <a:gd name="T2" fmla="*/ 0 w 401"/>
                <a:gd name="T3" fmla="*/ 1 h 566"/>
                <a:gd name="T4" fmla="*/ 0 w 401"/>
                <a:gd name="T5" fmla="*/ 1 h 566"/>
                <a:gd name="T6" fmla="*/ 1 w 401"/>
                <a:gd name="T7" fmla="*/ 1 h 566"/>
                <a:gd name="T8" fmla="*/ 1 w 401"/>
                <a:gd name="T9" fmla="*/ 1 h 566"/>
                <a:gd name="T10" fmla="*/ 1 w 401"/>
                <a:gd name="T11" fmla="*/ 1 h 566"/>
                <a:gd name="T12" fmla="*/ 1 w 401"/>
                <a:gd name="T13" fmla="*/ 2 h 566"/>
                <a:gd name="T14" fmla="*/ 1 w 401"/>
                <a:gd name="T15" fmla="*/ 2 h 566"/>
                <a:gd name="T16" fmla="*/ 2 w 401"/>
                <a:gd name="T17" fmla="*/ 2 h 566"/>
                <a:gd name="T18" fmla="*/ 2 w 401"/>
                <a:gd name="T19" fmla="*/ 2 h 566"/>
                <a:gd name="T20" fmla="*/ 2 w 401"/>
                <a:gd name="T21" fmla="*/ 2 h 566"/>
                <a:gd name="T22" fmla="*/ 2 w 401"/>
                <a:gd name="T23" fmla="*/ 3 h 566"/>
                <a:gd name="T24" fmla="*/ 2 w 401"/>
                <a:gd name="T25" fmla="*/ 3 h 566"/>
                <a:gd name="T26" fmla="*/ 2 w 401"/>
                <a:gd name="T27" fmla="*/ 3 h 566"/>
                <a:gd name="T28" fmla="*/ 2 w 401"/>
                <a:gd name="T29" fmla="*/ 4 h 566"/>
                <a:gd name="T30" fmla="*/ 2 w 401"/>
                <a:gd name="T31" fmla="*/ 4 h 566"/>
                <a:gd name="T32" fmla="*/ 2 w 401"/>
                <a:gd name="T33" fmla="*/ 4 h 566"/>
                <a:gd name="T34" fmla="*/ 3 w 401"/>
                <a:gd name="T35" fmla="*/ 5 h 566"/>
                <a:gd name="T36" fmla="*/ 3 w 401"/>
                <a:gd name="T37" fmla="*/ 4 h 566"/>
                <a:gd name="T38" fmla="*/ 3 w 401"/>
                <a:gd name="T39" fmla="*/ 4 h 566"/>
                <a:gd name="T40" fmla="*/ 3 w 401"/>
                <a:gd name="T41" fmla="*/ 4 h 566"/>
                <a:gd name="T42" fmla="*/ 3 w 401"/>
                <a:gd name="T43" fmla="*/ 3 h 566"/>
                <a:gd name="T44" fmla="*/ 3 w 401"/>
                <a:gd name="T45" fmla="*/ 3 h 566"/>
                <a:gd name="T46" fmla="*/ 3 w 401"/>
                <a:gd name="T47" fmla="*/ 3 h 566"/>
                <a:gd name="T48" fmla="*/ 3 w 401"/>
                <a:gd name="T49" fmla="*/ 2 h 566"/>
                <a:gd name="T50" fmla="*/ 3 w 401"/>
                <a:gd name="T51" fmla="*/ 2 h 566"/>
                <a:gd name="T52" fmla="*/ 2 w 401"/>
                <a:gd name="T53" fmla="*/ 2 h 566"/>
                <a:gd name="T54" fmla="*/ 2 w 401"/>
                <a:gd name="T55" fmla="*/ 2 h 566"/>
                <a:gd name="T56" fmla="*/ 2 w 401"/>
                <a:gd name="T57" fmla="*/ 1 h 566"/>
                <a:gd name="T58" fmla="*/ 2 w 401"/>
                <a:gd name="T59" fmla="*/ 1 h 566"/>
                <a:gd name="T60" fmla="*/ 2 w 401"/>
                <a:gd name="T61" fmla="*/ 1 h 566"/>
                <a:gd name="T62" fmla="*/ 1 w 401"/>
                <a:gd name="T63" fmla="*/ 1 h 566"/>
                <a:gd name="T64" fmla="*/ 1 w 401"/>
                <a:gd name="T65" fmla="*/ 0 h 566"/>
                <a:gd name="T66" fmla="*/ 1 w 401"/>
                <a:gd name="T67" fmla="*/ 0 h 566"/>
                <a:gd name="T68" fmla="*/ 1 w 401"/>
                <a:gd name="T69" fmla="*/ 0 h 566"/>
                <a:gd name="T70" fmla="*/ 1 w 401"/>
                <a:gd name="T71" fmla="*/ 0 h 566"/>
                <a:gd name="T72" fmla="*/ 1 w 401"/>
                <a:gd name="T73" fmla="*/ 0 h 566"/>
                <a:gd name="T74" fmla="*/ 0 w 401"/>
                <a:gd name="T75" fmla="*/ 0 h 566"/>
                <a:gd name="T76" fmla="*/ 0 w 401"/>
                <a:gd name="T77" fmla="*/ 0 h 566"/>
                <a:gd name="T78" fmla="*/ 0 w 401"/>
                <a:gd name="T79" fmla="*/ 0 h 566"/>
                <a:gd name="T80" fmla="*/ 0 w 401"/>
                <a:gd name="T81" fmla="*/ 0 h 566"/>
                <a:gd name="T82" fmla="*/ 0 w 401"/>
                <a:gd name="T83" fmla="*/ 0 h 566"/>
                <a:gd name="T84" fmla="*/ 0 w 401"/>
                <a:gd name="T85" fmla="*/ 0 h 566"/>
                <a:gd name="T86" fmla="*/ 0 w 401"/>
                <a:gd name="T87" fmla="*/ 1 h 566"/>
                <a:gd name="T88" fmla="*/ 0 w 401"/>
                <a:gd name="T89" fmla="*/ 1 h 56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401"/>
                <a:gd name="T136" fmla="*/ 0 h 566"/>
                <a:gd name="T137" fmla="*/ 401 w 401"/>
                <a:gd name="T138" fmla="*/ 566 h 566"/>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401" h="566">
                  <a:moveTo>
                    <a:pt x="23" y="88"/>
                  </a:moveTo>
                  <a:lnTo>
                    <a:pt x="23" y="88"/>
                  </a:lnTo>
                  <a:lnTo>
                    <a:pt x="53" y="107"/>
                  </a:lnTo>
                  <a:lnTo>
                    <a:pt x="83" y="125"/>
                  </a:lnTo>
                  <a:lnTo>
                    <a:pt x="108" y="147"/>
                  </a:lnTo>
                  <a:lnTo>
                    <a:pt x="135" y="171"/>
                  </a:lnTo>
                  <a:lnTo>
                    <a:pt x="160" y="196"/>
                  </a:lnTo>
                  <a:lnTo>
                    <a:pt x="182" y="223"/>
                  </a:lnTo>
                  <a:lnTo>
                    <a:pt x="205" y="251"/>
                  </a:lnTo>
                  <a:lnTo>
                    <a:pt x="223" y="281"/>
                  </a:lnTo>
                  <a:lnTo>
                    <a:pt x="240" y="312"/>
                  </a:lnTo>
                  <a:lnTo>
                    <a:pt x="256" y="345"/>
                  </a:lnTo>
                  <a:lnTo>
                    <a:pt x="270" y="379"/>
                  </a:lnTo>
                  <a:lnTo>
                    <a:pt x="282" y="414"/>
                  </a:lnTo>
                  <a:lnTo>
                    <a:pt x="291" y="450"/>
                  </a:lnTo>
                  <a:lnTo>
                    <a:pt x="299" y="488"/>
                  </a:lnTo>
                  <a:lnTo>
                    <a:pt x="304" y="526"/>
                  </a:lnTo>
                  <a:lnTo>
                    <a:pt x="308" y="566"/>
                  </a:lnTo>
                  <a:lnTo>
                    <a:pt x="401" y="562"/>
                  </a:lnTo>
                  <a:lnTo>
                    <a:pt x="398" y="517"/>
                  </a:lnTo>
                  <a:lnTo>
                    <a:pt x="391" y="471"/>
                  </a:lnTo>
                  <a:lnTo>
                    <a:pt x="383" y="429"/>
                  </a:lnTo>
                  <a:lnTo>
                    <a:pt x="371" y="386"/>
                  </a:lnTo>
                  <a:lnTo>
                    <a:pt x="357" y="346"/>
                  </a:lnTo>
                  <a:lnTo>
                    <a:pt x="340" y="307"/>
                  </a:lnTo>
                  <a:lnTo>
                    <a:pt x="324" y="270"/>
                  </a:lnTo>
                  <a:lnTo>
                    <a:pt x="303" y="232"/>
                  </a:lnTo>
                  <a:lnTo>
                    <a:pt x="280" y="197"/>
                  </a:lnTo>
                  <a:lnTo>
                    <a:pt x="255" y="164"/>
                  </a:lnTo>
                  <a:lnTo>
                    <a:pt x="228" y="132"/>
                  </a:lnTo>
                  <a:lnTo>
                    <a:pt x="199" y="103"/>
                  </a:lnTo>
                  <a:lnTo>
                    <a:pt x="169" y="76"/>
                  </a:lnTo>
                  <a:lnTo>
                    <a:pt x="137" y="50"/>
                  </a:lnTo>
                  <a:lnTo>
                    <a:pt x="103" y="27"/>
                  </a:lnTo>
                  <a:lnTo>
                    <a:pt x="67" y="6"/>
                  </a:lnTo>
                  <a:lnTo>
                    <a:pt x="48" y="0"/>
                  </a:lnTo>
                  <a:lnTo>
                    <a:pt x="30" y="2"/>
                  </a:lnTo>
                  <a:lnTo>
                    <a:pt x="16" y="12"/>
                  </a:lnTo>
                  <a:lnTo>
                    <a:pt x="5" y="25"/>
                  </a:lnTo>
                  <a:lnTo>
                    <a:pt x="0" y="41"/>
                  </a:lnTo>
                  <a:lnTo>
                    <a:pt x="0" y="59"/>
                  </a:lnTo>
                  <a:lnTo>
                    <a:pt x="8" y="75"/>
                  </a:lnTo>
                  <a:lnTo>
                    <a:pt x="23"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8803" name="Freeform 46"/>
            <p:cNvSpPr>
              <a:spLocks/>
            </p:cNvSpPr>
            <p:nvPr/>
          </p:nvSpPr>
          <p:spPr bwMode="auto">
            <a:xfrm>
              <a:off x="1346" y="1455"/>
              <a:ext cx="266" cy="160"/>
            </a:xfrm>
            <a:custGeom>
              <a:avLst/>
              <a:gdLst>
                <a:gd name="T0" fmla="*/ 0 w 1330"/>
                <a:gd name="T1" fmla="*/ 1 h 801"/>
                <a:gd name="T2" fmla="*/ 0 w 1330"/>
                <a:gd name="T3" fmla="*/ 1 h 801"/>
                <a:gd name="T4" fmla="*/ 10 w 1330"/>
                <a:gd name="T5" fmla="*/ 6 h 801"/>
                <a:gd name="T6" fmla="*/ 11 w 1330"/>
                <a:gd name="T7" fmla="*/ 6 h 801"/>
                <a:gd name="T8" fmla="*/ 1 w 1330"/>
                <a:gd name="T9" fmla="*/ 0 h 801"/>
                <a:gd name="T10" fmla="*/ 1 w 1330"/>
                <a:gd name="T11" fmla="*/ 0 h 801"/>
                <a:gd name="T12" fmla="*/ 1 w 1330"/>
                <a:gd name="T13" fmla="*/ 0 h 801"/>
                <a:gd name="T14" fmla="*/ 0 w 1330"/>
                <a:gd name="T15" fmla="*/ 0 h 801"/>
                <a:gd name="T16" fmla="*/ 0 w 1330"/>
                <a:gd name="T17" fmla="*/ 0 h 801"/>
                <a:gd name="T18" fmla="*/ 0 w 1330"/>
                <a:gd name="T19" fmla="*/ 0 h 801"/>
                <a:gd name="T20" fmla="*/ 0 w 1330"/>
                <a:gd name="T21" fmla="*/ 0 h 801"/>
                <a:gd name="T22" fmla="*/ 0 w 1330"/>
                <a:gd name="T23" fmla="*/ 0 h 801"/>
                <a:gd name="T24" fmla="*/ 0 w 1330"/>
                <a:gd name="T25" fmla="*/ 0 h 801"/>
                <a:gd name="T26" fmla="*/ 0 w 1330"/>
                <a:gd name="T27" fmla="*/ 1 h 801"/>
                <a:gd name="T28" fmla="*/ 0 w 1330"/>
                <a:gd name="T29" fmla="*/ 1 h 801"/>
                <a:gd name="T30" fmla="*/ 0 w 1330"/>
                <a:gd name="T31" fmla="*/ 1 h 801"/>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30"/>
                <a:gd name="T49" fmla="*/ 0 h 801"/>
                <a:gd name="T50" fmla="*/ 1330 w 1330"/>
                <a:gd name="T51" fmla="*/ 801 h 801"/>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30" h="801">
                  <a:moveTo>
                    <a:pt x="24" y="88"/>
                  </a:moveTo>
                  <a:lnTo>
                    <a:pt x="23" y="88"/>
                  </a:lnTo>
                  <a:lnTo>
                    <a:pt x="1286" y="801"/>
                  </a:lnTo>
                  <a:lnTo>
                    <a:pt x="1330" y="719"/>
                  </a:lnTo>
                  <a:lnTo>
                    <a:pt x="67" y="6"/>
                  </a:lnTo>
                  <a:lnTo>
                    <a:pt x="66" y="6"/>
                  </a:lnTo>
                  <a:lnTo>
                    <a:pt x="67" y="6"/>
                  </a:lnTo>
                  <a:lnTo>
                    <a:pt x="48" y="0"/>
                  </a:lnTo>
                  <a:lnTo>
                    <a:pt x="30" y="2"/>
                  </a:lnTo>
                  <a:lnTo>
                    <a:pt x="16" y="12"/>
                  </a:lnTo>
                  <a:lnTo>
                    <a:pt x="5" y="25"/>
                  </a:lnTo>
                  <a:lnTo>
                    <a:pt x="0" y="41"/>
                  </a:lnTo>
                  <a:lnTo>
                    <a:pt x="0" y="59"/>
                  </a:lnTo>
                  <a:lnTo>
                    <a:pt x="8" y="75"/>
                  </a:lnTo>
                  <a:lnTo>
                    <a:pt x="23" y="88"/>
                  </a:lnTo>
                  <a:lnTo>
                    <a:pt x="24"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8804" name="Freeform 47"/>
            <p:cNvSpPr>
              <a:spLocks/>
            </p:cNvSpPr>
            <p:nvPr/>
          </p:nvSpPr>
          <p:spPr bwMode="auto">
            <a:xfrm>
              <a:off x="1198" y="1439"/>
              <a:ext cx="161" cy="35"/>
            </a:xfrm>
            <a:custGeom>
              <a:avLst/>
              <a:gdLst>
                <a:gd name="T0" fmla="*/ 1 w 806"/>
                <a:gd name="T1" fmla="*/ 1 h 177"/>
                <a:gd name="T2" fmla="*/ 1 w 806"/>
                <a:gd name="T3" fmla="*/ 1 h 177"/>
                <a:gd name="T4" fmla="*/ 1 w 806"/>
                <a:gd name="T5" fmla="*/ 1 h 177"/>
                <a:gd name="T6" fmla="*/ 1 w 806"/>
                <a:gd name="T7" fmla="*/ 1 h 177"/>
                <a:gd name="T8" fmla="*/ 2 w 806"/>
                <a:gd name="T9" fmla="*/ 1 h 177"/>
                <a:gd name="T10" fmla="*/ 2 w 806"/>
                <a:gd name="T11" fmla="*/ 1 h 177"/>
                <a:gd name="T12" fmla="*/ 2 w 806"/>
                <a:gd name="T13" fmla="*/ 1 h 177"/>
                <a:gd name="T14" fmla="*/ 3 w 806"/>
                <a:gd name="T15" fmla="*/ 1 h 177"/>
                <a:gd name="T16" fmla="*/ 3 w 806"/>
                <a:gd name="T17" fmla="*/ 1 h 177"/>
                <a:gd name="T18" fmla="*/ 3 w 806"/>
                <a:gd name="T19" fmla="*/ 1 h 177"/>
                <a:gd name="T20" fmla="*/ 4 w 806"/>
                <a:gd name="T21" fmla="*/ 1 h 177"/>
                <a:gd name="T22" fmla="*/ 4 w 806"/>
                <a:gd name="T23" fmla="*/ 1 h 177"/>
                <a:gd name="T24" fmla="*/ 5 w 806"/>
                <a:gd name="T25" fmla="*/ 1 h 177"/>
                <a:gd name="T26" fmla="*/ 5 w 806"/>
                <a:gd name="T27" fmla="*/ 1 h 177"/>
                <a:gd name="T28" fmla="*/ 5 w 806"/>
                <a:gd name="T29" fmla="*/ 1 h 177"/>
                <a:gd name="T30" fmla="*/ 6 w 806"/>
                <a:gd name="T31" fmla="*/ 1 h 177"/>
                <a:gd name="T32" fmla="*/ 6 w 806"/>
                <a:gd name="T33" fmla="*/ 1 h 177"/>
                <a:gd name="T34" fmla="*/ 6 w 806"/>
                <a:gd name="T35" fmla="*/ 1 h 177"/>
                <a:gd name="T36" fmla="*/ 6 w 806"/>
                <a:gd name="T37" fmla="*/ 1 h 177"/>
                <a:gd name="T38" fmla="*/ 6 w 806"/>
                <a:gd name="T39" fmla="*/ 1 h 177"/>
                <a:gd name="T40" fmla="*/ 6 w 806"/>
                <a:gd name="T41" fmla="*/ 0 h 177"/>
                <a:gd name="T42" fmla="*/ 5 w 806"/>
                <a:gd name="T43" fmla="*/ 0 h 177"/>
                <a:gd name="T44" fmla="*/ 5 w 806"/>
                <a:gd name="T45" fmla="*/ 0 h 177"/>
                <a:gd name="T46" fmla="*/ 5 w 806"/>
                <a:gd name="T47" fmla="*/ 0 h 177"/>
                <a:gd name="T48" fmla="*/ 4 w 806"/>
                <a:gd name="T49" fmla="*/ 0 h 177"/>
                <a:gd name="T50" fmla="*/ 4 w 806"/>
                <a:gd name="T51" fmla="*/ 0 h 177"/>
                <a:gd name="T52" fmla="*/ 3 w 806"/>
                <a:gd name="T53" fmla="*/ 0 h 177"/>
                <a:gd name="T54" fmla="*/ 3 w 806"/>
                <a:gd name="T55" fmla="*/ 0 h 177"/>
                <a:gd name="T56" fmla="*/ 3 w 806"/>
                <a:gd name="T57" fmla="*/ 0 h 177"/>
                <a:gd name="T58" fmla="*/ 2 w 806"/>
                <a:gd name="T59" fmla="*/ 0 h 177"/>
                <a:gd name="T60" fmla="*/ 2 w 806"/>
                <a:gd name="T61" fmla="*/ 0 h 177"/>
                <a:gd name="T62" fmla="*/ 1 w 806"/>
                <a:gd name="T63" fmla="*/ 0 h 177"/>
                <a:gd name="T64" fmla="*/ 1 w 806"/>
                <a:gd name="T65" fmla="*/ 0 h 177"/>
                <a:gd name="T66" fmla="*/ 1 w 806"/>
                <a:gd name="T67" fmla="*/ 1 h 177"/>
                <a:gd name="T68" fmla="*/ 0 w 806"/>
                <a:gd name="T69" fmla="*/ 1 h 177"/>
                <a:gd name="T70" fmla="*/ 0 w 806"/>
                <a:gd name="T71" fmla="*/ 1 h 177"/>
                <a:gd name="T72" fmla="*/ 0 w 806"/>
                <a:gd name="T73" fmla="*/ 1 h 177"/>
                <a:gd name="T74" fmla="*/ 0 w 806"/>
                <a:gd name="T75" fmla="*/ 1 h 177"/>
                <a:gd name="T76" fmla="*/ 0 w 806"/>
                <a:gd name="T77" fmla="*/ 1 h 177"/>
                <a:gd name="T78" fmla="*/ 0 w 806"/>
                <a:gd name="T79" fmla="*/ 1 h 177"/>
                <a:gd name="T80" fmla="*/ 0 w 806"/>
                <a:gd name="T81" fmla="*/ 1 h 177"/>
                <a:gd name="T82" fmla="*/ 0 w 806"/>
                <a:gd name="T83" fmla="*/ 1 h 177"/>
                <a:gd name="T84" fmla="*/ 0 w 806"/>
                <a:gd name="T85" fmla="*/ 1 h 177"/>
                <a:gd name="T86" fmla="*/ 0 w 806"/>
                <a:gd name="T87" fmla="*/ 1 h 177"/>
                <a:gd name="T88" fmla="*/ 1 w 806"/>
                <a:gd name="T89" fmla="*/ 1 h 177"/>
                <a:gd name="T90" fmla="*/ 1 w 806"/>
                <a:gd name="T91" fmla="*/ 1 h 17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806"/>
                <a:gd name="T139" fmla="*/ 0 h 177"/>
                <a:gd name="T140" fmla="*/ 806 w 806"/>
                <a:gd name="T141" fmla="*/ 177 h 17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806" h="177">
                  <a:moveTo>
                    <a:pt x="67" y="171"/>
                  </a:moveTo>
                  <a:lnTo>
                    <a:pt x="68" y="171"/>
                  </a:lnTo>
                  <a:lnTo>
                    <a:pt x="109" y="151"/>
                  </a:lnTo>
                  <a:lnTo>
                    <a:pt x="151" y="135"/>
                  </a:lnTo>
                  <a:lnTo>
                    <a:pt x="196" y="122"/>
                  </a:lnTo>
                  <a:lnTo>
                    <a:pt x="242" y="110"/>
                  </a:lnTo>
                  <a:lnTo>
                    <a:pt x="287" y="102"/>
                  </a:lnTo>
                  <a:lnTo>
                    <a:pt x="335" y="97"/>
                  </a:lnTo>
                  <a:lnTo>
                    <a:pt x="382" y="95"/>
                  </a:lnTo>
                  <a:lnTo>
                    <a:pt x="430" y="94"/>
                  </a:lnTo>
                  <a:lnTo>
                    <a:pt x="477" y="97"/>
                  </a:lnTo>
                  <a:lnTo>
                    <a:pt x="524" y="102"/>
                  </a:lnTo>
                  <a:lnTo>
                    <a:pt x="568" y="108"/>
                  </a:lnTo>
                  <a:lnTo>
                    <a:pt x="612" y="117"/>
                  </a:lnTo>
                  <a:lnTo>
                    <a:pt x="654" y="128"/>
                  </a:lnTo>
                  <a:lnTo>
                    <a:pt x="693" y="141"/>
                  </a:lnTo>
                  <a:lnTo>
                    <a:pt x="730" y="155"/>
                  </a:lnTo>
                  <a:lnTo>
                    <a:pt x="764" y="171"/>
                  </a:lnTo>
                  <a:lnTo>
                    <a:pt x="806" y="89"/>
                  </a:lnTo>
                  <a:lnTo>
                    <a:pt x="768" y="70"/>
                  </a:lnTo>
                  <a:lnTo>
                    <a:pt x="725" y="54"/>
                  </a:lnTo>
                  <a:lnTo>
                    <a:pt x="680" y="39"/>
                  </a:lnTo>
                  <a:lnTo>
                    <a:pt x="633" y="26"/>
                  </a:lnTo>
                  <a:lnTo>
                    <a:pt x="585" y="16"/>
                  </a:lnTo>
                  <a:lnTo>
                    <a:pt x="536" y="8"/>
                  </a:lnTo>
                  <a:lnTo>
                    <a:pt x="484" y="3"/>
                  </a:lnTo>
                  <a:lnTo>
                    <a:pt x="433" y="0"/>
                  </a:lnTo>
                  <a:lnTo>
                    <a:pt x="380" y="1"/>
                  </a:lnTo>
                  <a:lnTo>
                    <a:pt x="328" y="3"/>
                  </a:lnTo>
                  <a:lnTo>
                    <a:pt x="276" y="10"/>
                  </a:lnTo>
                  <a:lnTo>
                    <a:pt x="223" y="19"/>
                  </a:lnTo>
                  <a:lnTo>
                    <a:pt x="172" y="30"/>
                  </a:lnTo>
                  <a:lnTo>
                    <a:pt x="121" y="46"/>
                  </a:lnTo>
                  <a:lnTo>
                    <a:pt x="72" y="67"/>
                  </a:lnTo>
                  <a:lnTo>
                    <a:pt x="24" y="89"/>
                  </a:lnTo>
                  <a:lnTo>
                    <a:pt x="25" y="89"/>
                  </a:lnTo>
                  <a:lnTo>
                    <a:pt x="24" y="89"/>
                  </a:lnTo>
                  <a:lnTo>
                    <a:pt x="8" y="102"/>
                  </a:lnTo>
                  <a:lnTo>
                    <a:pt x="0" y="118"/>
                  </a:lnTo>
                  <a:lnTo>
                    <a:pt x="0" y="136"/>
                  </a:lnTo>
                  <a:lnTo>
                    <a:pt x="6" y="152"/>
                  </a:lnTo>
                  <a:lnTo>
                    <a:pt x="17" y="165"/>
                  </a:lnTo>
                  <a:lnTo>
                    <a:pt x="31" y="175"/>
                  </a:lnTo>
                  <a:lnTo>
                    <a:pt x="48" y="177"/>
                  </a:lnTo>
                  <a:lnTo>
                    <a:pt x="68" y="171"/>
                  </a:lnTo>
                  <a:lnTo>
                    <a:pt x="67" y="1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8805" name="Freeform 48"/>
            <p:cNvSpPr>
              <a:spLocks/>
            </p:cNvSpPr>
            <p:nvPr/>
          </p:nvSpPr>
          <p:spPr bwMode="auto">
            <a:xfrm>
              <a:off x="931" y="1456"/>
              <a:ext cx="280" cy="158"/>
            </a:xfrm>
            <a:custGeom>
              <a:avLst/>
              <a:gdLst>
                <a:gd name="T0" fmla="*/ 1 w 1402"/>
                <a:gd name="T1" fmla="*/ 6 h 787"/>
                <a:gd name="T2" fmla="*/ 1 w 1402"/>
                <a:gd name="T3" fmla="*/ 6 h 787"/>
                <a:gd name="T4" fmla="*/ 11 w 1402"/>
                <a:gd name="T5" fmla="*/ 1 h 787"/>
                <a:gd name="T6" fmla="*/ 11 w 1402"/>
                <a:gd name="T7" fmla="*/ 0 h 787"/>
                <a:gd name="T8" fmla="*/ 0 w 1402"/>
                <a:gd name="T9" fmla="*/ 6 h 787"/>
                <a:gd name="T10" fmla="*/ 0 w 1402"/>
                <a:gd name="T11" fmla="*/ 6 h 787"/>
                <a:gd name="T12" fmla="*/ 0 w 1402"/>
                <a:gd name="T13" fmla="*/ 6 h 787"/>
                <a:gd name="T14" fmla="*/ 0 w 1402"/>
                <a:gd name="T15" fmla="*/ 6 h 787"/>
                <a:gd name="T16" fmla="*/ 0 w 1402"/>
                <a:gd name="T17" fmla="*/ 6 h 787"/>
                <a:gd name="T18" fmla="*/ 0 w 1402"/>
                <a:gd name="T19" fmla="*/ 6 h 787"/>
                <a:gd name="T20" fmla="*/ 0 w 1402"/>
                <a:gd name="T21" fmla="*/ 6 h 787"/>
                <a:gd name="T22" fmla="*/ 0 w 1402"/>
                <a:gd name="T23" fmla="*/ 6 h 787"/>
                <a:gd name="T24" fmla="*/ 0 w 1402"/>
                <a:gd name="T25" fmla="*/ 6 h 787"/>
                <a:gd name="T26" fmla="*/ 0 w 1402"/>
                <a:gd name="T27" fmla="*/ 6 h 787"/>
                <a:gd name="T28" fmla="*/ 1 w 1402"/>
                <a:gd name="T29" fmla="*/ 6 h 787"/>
                <a:gd name="T30" fmla="*/ 1 w 1402"/>
                <a:gd name="T31" fmla="*/ 6 h 78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02"/>
                <a:gd name="T49" fmla="*/ 0 h 787"/>
                <a:gd name="T50" fmla="*/ 1402 w 1402"/>
                <a:gd name="T51" fmla="*/ 787 h 78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02" h="787">
                  <a:moveTo>
                    <a:pt x="69" y="781"/>
                  </a:moveTo>
                  <a:lnTo>
                    <a:pt x="66" y="781"/>
                  </a:lnTo>
                  <a:lnTo>
                    <a:pt x="1402" y="82"/>
                  </a:lnTo>
                  <a:lnTo>
                    <a:pt x="1360" y="0"/>
                  </a:lnTo>
                  <a:lnTo>
                    <a:pt x="24" y="699"/>
                  </a:lnTo>
                  <a:lnTo>
                    <a:pt x="22" y="699"/>
                  </a:lnTo>
                  <a:lnTo>
                    <a:pt x="24" y="699"/>
                  </a:lnTo>
                  <a:lnTo>
                    <a:pt x="8" y="712"/>
                  </a:lnTo>
                  <a:lnTo>
                    <a:pt x="1" y="727"/>
                  </a:lnTo>
                  <a:lnTo>
                    <a:pt x="0" y="744"/>
                  </a:lnTo>
                  <a:lnTo>
                    <a:pt x="5" y="761"/>
                  </a:lnTo>
                  <a:lnTo>
                    <a:pt x="15" y="775"/>
                  </a:lnTo>
                  <a:lnTo>
                    <a:pt x="30" y="784"/>
                  </a:lnTo>
                  <a:lnTo>
                    <a:pt x="46" y="787"/>
                  </a:lnTo>
                  <a:lnTo>
                    <a:pt x="66" y="781"/>
                  </a:lnTo>
                  <a:lnTo>
                    <a:pt x="69" y="7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8806" name="Freeform 49"/>
            <p:cNvSpPr>
              <a:spLocks/>
            </p:cNvSpPr>
            <p:nvPr/>
          </p:nvSpPr>
          <p:spPr bwMode="auto">
            <a:xfrm>
              <a:off x="868" y="1596"/>
              <a:ext cx="77" cy="126"/>
            </a:xfrm>
            <a:custGeom>
              <a:avLst/>
              <a:gdLst>
                <a:gd name="T0" fmla="*/ 1 w 382"/>
                <a:gd name="T1" fmla="*/ 5 h 628"/>
                <a:gd name="T2" fmla="*/ 1 w 382"/>
                <a:gd name="T3" fmla="*/ 5 h 628"/>
                <a:gd name="T4" fmla="*/ 1 w 382"/>
                <a:gd name="T5" fmla="*/ 4 h 628"/>
                <a:gd name="T6" fmla="*/ 1 w 382"/>
                <a:gd name="T7" fmla="*/ 4 h 628"/>
                <a:gd name="T8" fmla="*/ 1 w 382"/>
                <a:gd name="T9" fmla="*/ 4 h 628"/>
                <a:gd name="T10" fmla="*/ 1 w 382"/>
                <a:gd name="T11" fmla="*/ 3 h 628"/>
                <a:gd name="T12" fmla="*/ 1 w 382"/>
                <a:gd name="T13" fmla="*/ 3 h 628"/>
                <a:gd name="T14" fmla="*/ 1 w 382"/>
                <a:gd name="T15" fmla="*/ 3 h 628"/>
                <a:gd name="T16" fmla="*/ 1 w 382"/>
                <a:gd name="T17" fmla="*/ 3 h 628"/>
                <a:gd name="T18" fmla="*/ 1 w 382"/>
                <a:gd name="T19" fmla="*/ 2 h 628"/>
                <a:gd name="T20" fmla="*/ 2 w 382"/>
                <a:gd name="T21" fmla="*/ 2 h 628"/>
                <a:gd name="T22" fmla="*/ 2 w 382"/>
                <a:gd name="T23" fmla="*/ 2 h 628"/>
                <a:gd name="T24" fmla="*/ 2 w 382"/>
                <a:gd name="T25" fmla="*/ 2 h 628"/>
                <a:gd name="T26" fmla="*/ 2 w 382"/>
                <a:gd name="T27" fmla="*/ 1 h 628"/>
                <a:gd name="T28" fmla="*/ 2 w 382"/>
                <a:gd name="T29" fmla="*/ 1 h 628"/>
                <a:gd name="T30" fmla="*/ 3 w 382"/>
                <a:gd name="T31" fmla="*/ 1 h 628"/>
                <a:gd name="T32" fmla="*/ 3 w 382"/>
                <a:gd name="T33" fmla="*/ 1 h 628"/>
                <a:gd name="T34" fmla="*/ 3 w 382"/>
                <a:gd name="T35" fmla="*/ 1 h 628"/>
                <a:gd name="T36" fmla="*/ 3 w 382"/>
                <a:gd name="T37" fmla="*/ 0 h 628"/>
                <a:gd name="T38" fmla="*/ 2 w 382"/>
                <a:gd name="T39" fmla="*/ 0 h 628"/>
                <a:gd name="T40" fmla="*/ 2 w 382"/>
                <a:gd name="T41" fmla="*/ 0 h 628"/>
                <a:gd name="T42" fmla="*/ 2 w 382"/>
                <a:gd name="T43" fmla="*/ 1 h 628"/>
                <a:gd name="T44" fmla="*/ 2 w 382"/>
                <a:gd name="T45" fmla="*/ 1 h 628"/>
                <a:gd name="T46" fmla="*/ 1 w 382"/>
                <a:gd name="T47" fmla="*/ 1 h 628"/>
                <a:gd name="T48" fmla="*/ 1 w 382"/>
                <a:gd name="T49" fmla="*/ 1 h 628"/>
                <a:gd name="T50" fmla="*/ 1 w 382"/>
                <a:gd name="T51" fmla="*/ 2 h 628"/>
                <a:gd name="T52" fmla="*/ 1 w 382"/>
                <a:gd name="T53" fmla="*/ 2 h 628"/>
                <a:gd name="T54" fmla="*/ 1 w 382"/>
                <a:gd name="T55" fmla="*/ 2 h 628"/>
                <a:gd name="T56" fmla="*/ 0 w 382"/>
                <a:gd name="T57" fmla="*/ 3 h 628"/>
                <a:gd name="T58" fmla="*/ 0 w 382"/>
                <a:gd name="T59" fmla="*/ 3 h 628"/>
                <a:gd name="T60" fmla="*/ 0 w 382"/>
                <a:gd name="T61" fmla="*/ 3 h 628"/>
                <a:gd name="T62" fmla="*/ 0 w 382"/>
                <a:gd name="T63" fmla="*/ 4 h 628"/>
                <a:gd name="T64" fmla="*/ 0 w 382"/>
                <a:gd name="T65" fmla="*/ 4 h 628"/>
                <a:gd name="T66" fmla="*/ 0 w 382"/>
                <a:gd name="T67" fmla="*/ 4 h 628"/>
                <a:gd name="T68" fmla="*/ 0 w 382"/>
                <a:gd name="T69" fmla="*/ 5 h 628"/>
                <a:gd name="T70" fmla="*/ 0 w 382"/>
                <a:gd name="T71" fmla="*/ 5 h 628"/>
                <a:gd name="T72" fmla="*/ 0 w 382"/>
                <a:gd name="T73" fmla="*/ 5 h 628"/>
                <a:gd name="T74" fmla="*/ 0 w 382"/>
                <a:gd name="T75" fmla="*/ 5 h 628"/>
                <a:gd name="T76" fmla="*/ 0 w 382"/>
                <a:gd name="T77" fmla="*/ 5 h 628"/>
                <a:gd name="T78" fmla="*/ 0 w 382"/>
                <a:gd name="T79" fmla="*/ 5 h 628"/>
                <a:gd name="T80" fmla="*/ 0 w 382"/>
                <a:gd name="T81" fmla="*/ 5 h 628"/>
                <a:gd name="T82" fmla="*/ 1 w 382"/>
                <a:gd name="T83" fmla="*/ 5 h 628"/>
                <a:gd name="T84" fmla="*/ 1 w 382"/>
                <a:gd name="T85" fmla="*/ 5 h 628"/>
                <a:gd name="T86" fmla="*/ 1 w 382"/>
                <a:gd name="T87" fmla="*/ 5 h 628"/>
                <a:gd name="T88" fmla="*/ 1 w 382"/>
                <a:gd name="T89" fmla="*/ 5 h 628"/>
                <a:gd name="T90" fmla="*/ 1 w 382"/>
                <a:gd name="T91" fmla="*/ 5 h 628"/>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382"/>
                <a:gd name="T139" fmla="*/ 0 h 628"/>
                <a:gd name="T140" fmla="*/ 382 w 382"/>
                <a:gd name="T141" fmla="*/ 628 h 628"/>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382" h="628">
                  <a:moveTo>
                    <a:pt x="94" y="581"/>
                  </a:moveTo>
                  <a:lnTo>
                    <a:pt x="94" y="582"/>
                  </a:lnTo>
                  <a:lnTo>
                    <a:pt x="96" y="541"/>
                  </a:lnTo>
                  <a:lnTo>
                    <a:pt x="99" y="500"/>
                  </a:lnTo>
                  <a:lnTo>
                    <a:pt x="106" y="463"/>
                  </a:lnTo>
                  <a:lnTo>
                    <a:pt x="115" y="424"/>
                  </a:lnTo>
                  <a:lnTo>
                    <a:pt x="127" y="389"/>
                  </a:lnTo>
                  <a:lnTo>
                    <a:pt x="140" y="353"/>
                  </a:lnTo>
                  <a:lnTo>
                    <a:pt x="156" y="320"/>
                  </a:lnTo>
                  <a:lnTo>
                    <a:pt x="173" y="287"/>
                  </a:lnTo>
                  <a:lnTo>
                    <a:pt x="193" y="255"/>
                  </a:lnTo>
                  <a:lnTo>
                    <a:pt x="214" y="226"/>
                  </a:lnTo>
                  <a:lnTo>
                    <a:pt x="238" y="198"/>
                  </a:lnTo>
                  <a:lnTo>
                    <a:pt x="263" y="172"/>
                  </a:lnTo>
                  <a:lnTo>
                    <a:pt x="290" y="146"/>
                  </a:lnTo>
                  <a:lnTo>
                    <a:pt x="318" y="122"/>
                  </a:lnTo>
                  <a:lnTo>
                    <a:pt x="349" y="101"/>
                  </a:lnTo>
                  <a:lnTo>
                    <a:pt x="382" y="82"/>
                  </a:lnTo>
                  <a:lnTo>
                    <a:pt x="335" y="0"/>
                  </a:lnTo>
                  <a:lnTo>
                    <a:pt x="297" y="23"/>
                  </a:lnTo>
                  <a:lnTo>
                    <a:pt x="262" y="49"/>
                  </a:lnTo>
                  <a:lnTo>
                    <a:pt x="229" y="76"/>
                  </a:lnTo>
                  <a:lnTo>
                    <a:pt x="198" y="104"/>
                  </a:lnTo>
                  <a:lnTo>
                    <a:pt x="167" y="137"/>
                  </a:lnTo>
                  <a:lnTo>
                    <a:pt x="142" y="170"/>
                  </a:lnTo>
                  <a:lnTo>
                    <a:pt x="116" y="204"/>
                  </a:lnTo>
                  <a:lnTo>
                    <a:pt x="94" y="240"/>
                  </a:lnTo>
                  <a:lnTo>
                    <a:pt x="74" y="278"/>
                  </a:lnTo>
                  <a:lnTo>
                    <a:pt x="54" y="317"/>
                  </a:lnTo>
                  <a:lnTo>
                    <a:pt x="38" y="359"/>
                  </a:lnTo>
                  <a:lnTo>
                    <a:pt x="26" y="401"/>
                  </a:lnTo>
                  <a:lnTo>
                    <a:pt x="15" y="444"/>
                  </a:lnTo>
                  <a:lnTo>
                    <a:pt x="8" y="489"/>
                  </a:lnTo>
                  <a:lnTo>
                    <a:pt x="2" y="534"/>
                  </a:lnTo>
                  <a:lnTo>
                    <a:pt x="0" y="580"/>
                  </a:lnTo>
                  <a:lnTo>
                    <a:pt x="0" y="581"/>
                  </a:lnTo>
                  <a:lnTo>
                    <a:pt x="0" y="580"/>
                  </a:lnTo>
                  <a:lnTo>
                    <a:pt x="3" y="600"/>
                  </a:lnTo>
                  <a:lnTo>
                    <a:pt x="14" y="615"/>
                  </a:lnTo>
                  <a:lnTo>
                    <a:pt x="29" y="625"/>
                  </a:lnTo>
                  <a:lnTo>
                    <a:pt x="45" y="628"/>
                  </a:lnTo>
                  <a:lnTo>
                    <a:pt x="63" y="626"/>
                  </a:lnTo>
                  <a:lnTo>
                    <a:pt x="78" y="616"/>
                  </a:lnTo>
                  <a:lnTo>
                    <a:pt x="89" y="602"/>
                  </a:lnTo>
                  <a:lnTo>
                    <a:pt x="94" y="582"/>
                  </a:lnTo>
                  <a:lnTo>
                    <a:pt x="94" y="5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8807" name="Freeform 50"/>
            <p:cNvSpPr>
              <a:spLocks/>
            </p:cNvSpPr>
            <p:nvPr/>
          </p:nvSpPr>
          <p:spPr bwMode="auto">
            <a:xfrm>
              <a:off x="868" y="1712"/>
              <a:ext cx="19" cy="364"/>
            </a:xfrm>
            <a:custGeom>
              <a:avLst/>
              <a:gdLst>
                <a:gd name="T0" fmla="*/ 1 w 94"/>
                <a:gd name="T1" fmla="*/ 14 h 1818"/>
                <a:gd name="T2" fmla="*/ 1 w 94"/>
                <a:gd name="T3" fmla="*/ 14 h 1818"/>
                <a:gd name="T4" fmla="*/ 1 w 94"/>
                <a:gd name="T5" fmla="*/ 0 h 1818"/>
                <a:gd name="T6" fmla="*/ 0 w 94"/>
                <a:gd name="T7" fmla="*/ 0 h 1818"/>
                <a:gd name="T8" fmla="*/ 0 w 94"/>
                <a:gd name="T9" fmla="*/ 14 h 1818"/>
                <a:gd name="T10" fmla="*/ 0 w 94"/>
                <a:gd name="T11" fmla="*/ 14 h 1818"/>
                <a:gd name="T12" fmla="*/ 0 w 94"/>
                <a:gd name="T13" fmla="*/ 14 h 1818"/>
                <a:gd name="T14" fmla="*/ 0 w 94"/>
                <a:gd name="T15" fmla="*/ 14 h 1818"/>
                <a:gd name="T16" fmla="*/ 0 w 94"/>
                <a:gd name="T17" fmla="*/ 14 h 1818"/>
                <a:gd name="T18" fmla="*/ 0 w 94"/>
                <a:gd name="T19" fmla="*/ 15 h 1818"/>
                <a:gd name="T20" fmla="*/ 0 w 94"/>
                <a:gd name="T21" fmla="*/ 15 h 1818"/>
                <a:gd name="T22" fmla="*/ 1 w 94"/>
                <a:gd name="T23" fmla="*/ 15 h 1818"/>
                <a:gd name="T24" fmla="*/ 1 w 94"/>
                <a:gd name="T25" fmla="*/ 14 h 1818"/>
                <a:gd name="T26" fmla="*/ 1 w 94"/>
                <a:gd name="T27" fmla="*/ 14 h 1818"/>
                <a:gd name="T28" fmla="*/ 1 w 94"/>
                <a:gd name="T29" fmla="*/ 14 h 1818"/>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94"/>
                <a:gd name="T46" fmla="*/ 0 h 1818"/>
                <a:gd name="T47" fmla="*/ 94 w 94"/>
                <a:gd name="T48" fmla="*/ 1818 h 1818"/>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94" h="1818">
                  <a:moveTo>
                    <a:pt x="94" y="1771"/>
                  </a:moveTo>
                  <a:lnTo>
                    <a:pt x="94" y="1771"/>
                  </a:lnTo>
                  <a:lnTo>
                    <a:pt x="94" y="0"/>
                  </a:lnTo>
                  <a:lnTo>
                    <a:pt x="0" y="0"/>
                  </a:lnTo>
                  <a:lnTo>
                    <a:pt x="0" y="1771"/>
                  </a:lnTo>
                  <a:lnTo>
                    <a:pt x="3" y="1791"/>
                  </a:lnTo>
                  <a:lnTo>
                    <a:pt x="15" y="1806"/>
                  </a:lnTo>
                  <a:lnTo>
                    <a:pt x="29" y="1814"/>
                  </a:lnTo>
                  <a:lnTo>
                    <a:pt x="47" y="1818"/>
                  </a:lnTo>
                  <a:lnTo>
                    <a:pt x="64" y="1814"/>
                  </a:lnTo>
                  <a:lnTo>
                    <a:pt x="79" y="1806"/>
                  </a:lnTo>
                  <a:lnTo>
                    <a:pt x="90" y="1791"/>
                  </a:lnTo>
                  <a:lnTo>
                    <a:pt x="94" y="17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8808" name="Freeform 51"/>
            <p:cNvSpPr>
              <a:spLocks/>
            </p:cNvSpPr>
            <p:nvPr/>
          </p:nvSpPr>
          <p:spPr bwMode="auto">
            <a:xfrm>
              <a:off x="868" y="2067"/>
              <a:ext cx="90" cy="160"/>
            </a:xfrm>
            <a:custGeom>
              <a:avLst/>
              <a:gdLst>
                <a:gd name="T0" fmla="*/ 3 w 449"/>
                <a:gd name="T1" fmla="*/ 6 h 803"/>
                <a:gd name="T2" fmla="*/ 3 w 449"/>
                <a:gd name="T3" fmla="*/ 6 h 803"/>
                <a:gd name="T4" fmla="*/ 3 w 449"/>
                <a:gd name="T5" fmla="*/ 5 h 803"/>
                <a:gd name="T6" fmla="*/ 3 w 449"/>
                <a:gd name="T7" fmla="*/ 5 h 803"/>
                <a:gd name="T8" fmla="*/ 3 w 449"/>
                <a:gd name="T9" fmla="*/ 5 h 803"/>
                <a:gd name="T10" fmla="*/ 2 w 449"/>
                <a:gd name="T11" fmla="*/ 5 h 803"/>
                <a:gd name="T12" fmla="*/ 2 w 449"/>
                <a:gd name="T13" fmla="*/ 4 h 803"/>
                <a:gd name="T14" fmla="*/ 2 w 449"/>
                <a:gd name="T15" fmla="*/ 4 h 803"/>
                <a:gd name="T16" fmla="*/ 2 w 449"/>
                <a:gd name="T17" fmla="*/ 4 h 803"/>
                <a:gd name="T18" fmla="*/ 2 w 449"/>
                <a:gd name="T19" fmla="*/ 3 h 803"/>
                <a:gd name="T20" fmla="*/ 1 w 449"/>
                <a:gd name="T21" fmla="*/ 3 h 803"/>
                <a:gd name="T22" fmla="*/ 1 w 449"/>
                <a:gd name="T23" fmla="*/ 2 h 803"/>
                <a:gd name="T24" fmla="*/ 1 w 449"/>
                <a:gd name="T25" fmla="*/ 2 h 803"/>
                <a:gd name="T26" fmla="*/ 1 w 449"/>
                <a:gd name="T27" fmla="*/ 2 h 803"/>
                <a:gd name="T28" fmla="*/ 1 w 449"/>
                <a:gd name="T29" fmla="*/ 1 h 803"/>
                <a:gd name="T30" fmla="*/ 1 w 449"/>
                <a:gd name="T31" fmla="*/ 1 h 803"/>
                <a:gd name="T32" fmla="*/ 1 w 449"/>
                <a:gd name="T33" fmla="*/ 0 h 803"/>
                <a:gd name="T34" fmla="*/ 1 w 449"/>
                <a:gd name="T35" fmla="*/ 0 h 803"/>
                <a:gd name="T36" fmla="*/ 0 w 449"/>
                <a:gd name="T37" fmla="*/ 0 h 803"/>
                <a:gd name="T38" fmla="*/ 0 w 449"/>
                <a:gd name="T39" fmla="*/ 0 h 803"/>
                <a:gd name="T40" fmla="*/ 0 w 449"/>
                <a:gd name="T41" fmla="*/ 1 h 803"/>
                <a:gd name="T42" fmla="*/ 0 w 449"/>
                <a:gd name="T43" fmla="*/ 1 h 803"/>
                <a:gd name="T44" fmla="*/ 0 w 449"/>
                <a:gd name="T45" fmla="*/ 2 h 803"/>
                <a:gd name="T46" fmla="*/ 0 w 449"/>
                <a:gd name="T47" fmla="*/ 2 h 803"/>
                <a:gd name="T48" fmla="*/ 0 w 449"/>
                <a:gd name="T49" fmla="*/ 3 h 803"/>
                <a:gd name="T50" fmla="*/ 1 w 449"/>
                <a:gd name="T51" fmla="*/ 3 h 803"/>
                <a:gd name="T52" fmla="*/ 1 w 449"/>
                <a:gd name="T53" fmla="*/ 4 h 803"/>
                <a:gd name="T54" fmla="*/ 1 w 449"/>
                <a:gd name="T55" fmla="*/ 4 h 803"/>
                <a:gd name="T56" fmla="*/ 1 w 449"/>
                <a:gd name="T57" fmla="*/ 4 h 803"/>
                <a:gd name="T58" fmla="*/ 2 w 449"/>
                <a:gd name="T59" fmla="*/ 5 h 803"/>
                <a:gd name="T60" fmla="*/ 2 w 449"/>
                <a:gd name="T61" fmla="*/ 5 h 803"/>
                <a:gd name="T62" fmla="*/ 2 w 449"/>
                <a:gd name="T63" fmla="*/ 5 h 803"/>
                <a:gd name="T64" fmla="*/ 2 w 449"/>
                <a:gd name="T65" fmla="*/ 6 h 803"/>
                <a:gd name="T66" fmla="*/ 3 w 449"/>
                <a:gd name="T67" fmla="*/ 6 h 803"/>
                <a:gd name="T68" fmla="*/ 3 w 449"/>
                <a:gd name="T69" fmla="*/ 6 h 803"/>
                <a:gd name="T70" fmla="*/ 3 w 449"/>
                <a:gd name="T71" fmla="*/ 6 h 803"/>
                <a:gd name="T72" fmla="*/ 3 w 449"/>
                <a:gd name="T73" fmla="*/ 6 h 803"/>
                <a:gd name="T74" fmla="*/ 3 w 449"/>
                <a:gd name="T75" fmla="*/ 6 h 803"/>
                <a:gd name="T76" fmla="*/ 3 w 449"/>
                <a:gd name="T77" fmla="*/ 6 h 803"/>
                <a:gd name="T78" fmla="*/ 3 w 449"/>
                <a:gd name="T79" fmla="*/ 6 h 803"/>
                <a:gd name="T80" fmla="*/ 4 w 449"/>
                <a:gd name="T81" fmla="*/ 6 h 803"/>
                <a:gd name="T82" fmla="*/ 4 w 449"/>
                <a:gd name="T83" fmla="*/ 6 h 803"/>
                <a:gd name="T84" fmla="*/ 4 w 449"/>
                <a:gd name="T85" fmla="*/ 6 h 803"/>
                <a:gd name="T86" fmla="*/ 4 w 449"/>
                <a:gd name="T87" fmla="*/ 6 h 803"/>
                <a:gd name="T88" fmla="*/ 3 w 449"/>
                <a:gd name="T89" fmla="*/ 6 h 803"/>
                <a:gd name="T90" fmla="*/ 3 w 449"/>
                <a:gd name="T91" fmla="*/ 6 h 80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449"/>
                <a:gd name="T139" fmla="*/ 0 h 803"/>
                <a:gd name="T140" fmla="*/ 449 w 449"/>
                <a:gd name="T141" fmla="*/ 803 h 80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449" h="803">
                  <a:moveTo>
                    <a:pt x="426" y="717"/>
                  </a:moveTo>
                  <a:lnTo>
                    <a:pt x="427" y="717"/>
                  </a:lnTo>
                  <a:lnTo>
                    <a:pt x="395" y="693"/>
                  </a:lnTo>
                  <a:lnTo>
                    <a:pt x="361" y="662"/>
                  </a:lnTo>
                  <a:lnTo>
                    <a:pt x="329" y="628"/>
                  </a:lnTo>
                  <a:lnTo>
                    <a:pt x="299" y="591"/>
                  </a:lnTo>
                  <a:lnTo>
                    <a:pt x="269" y="551"/>
                  </a:lnTo>
                  <a:lnTo>
                    <a:pt x="241" y="507"/>
                  </a:lnTo>
                  <a:lnTo>
                    <a:pt x="215" y="460"/>
                  </a:lnTo>
                  <a:lnTo>
                    <a:pt x="191" y="412"/>
                  </a:lnTo>
                  <a:lnTo>
                    <a:pt x="170" y="363"/>
                  </a:lnTo>
                  <a:lnTo>
                    <a:pt x="151" y="312"/>
                  </a:lnTo>
                  <a:lnTo>
                    <a:pt x="133" y="259"/>
                  </a:lnTo>
                  <a:lnTo>
                    <a:pt x="119" y="207"/>
                  </a:lnTo>
                  <a:lnTo>
                    <a:pt x="108" y="156"/>
                  </a:lnTo>
                  <a:lnTo>
                    <a:pt x="101" y="103"/>
                  </a:lnTo>
                  <a:lnTo>
                    <a:pt x="96" y="51"/>
                  </a:lnTo>
                  <a:lnTo>
                    <a:pt x="94" y="0"/>
                  </a:lnTo>
                  <a:lnTo>
                    <a:pt x="0" y="0"/>
                  </a:lnTo>
                  <a:lnTo>
                    <a:pt x="2" y="56"/>
                  </a:lnTo>
                  <a:lnTo>
                    <a:pt x="7" y="115"/>
                  </a:lnTo>
                  <a:lnTo>
                    <a:pt x="16" y="172"/>
                  </a:lnTo>
                  <a:lnTo>
                    <a:pt x="28" y="231"/>
                  </a:lnTo>
                  <a:lnTo>
                    <a:pt x="44" y="287"/>
                  </a:lnTo>
                  <a:lnTo>
                    <a:pt x="62" y="342"/>
                  </a:lnTo>
                  <a:lnTo>
                    <a:pt x="83" y="398"/>
                  </a:lnTo>
                  <a:lnTo>
                    <a:pt x="106" y="452"/>
                  </a:lnTo>
                  <a:lnTo>
                    <a:pt x="133" y="505"/>
                  </a:lnTo>
                  <a:lnTo>
                    <a:pt x="161" y="554"/>
                  </a:lnTo>
                  <a:lnTo>
                    <a:pt x="192" y="602"/>
                  </a:lnTo>
                  <a:lnTo>
                    <a:pt x="224" y="647"/>
                  </a:lnTo>
                  <a:lnTo>
                    <a:pt x="259" y="689"/>
                  </a:lnTo>
                  <a:lnTo>
                    <a:pt x="295" y="728"/>
                  </a:lnTo>
                  <a:lnTo>
                    <a:pt x="334" y="763"/>
                  </a:lnTo>
                  <a:lnTo>
                    <a:pt x="374" y="795"/>
                  </a:lnTo>
                  <a:lnTo>
                    <a:pt x="375" y="795"/>
                  </a:lnTo>
                  <a:lnTo>
                    <a:pt x="374" y="795"/>
                  </a:lnTo>
                  <a:lnTo>
                    <a:pt x="392" y="803"/>
                  </a:lnTo>
                  <a:lnTo>
                    <a:pt x="411" y="803"/>
                  </a:lnTo>
                  <a:lnTo>
                    <a:pt x="426" y="795"/>
                  </a:lnTo>
                  <a:lnTo>
                    <a:pt x="439" y="782"/>
                  </a:lnTo>
                  <a:lnTo>
                    <a:pt x="446" y="766"/>
                  </a:lnTo>
                  <a:lnTo>
                    <a:pt x="449" y="749"/>
                  </a:lnTo>
                  <a:lnTo>
                    <a:pt x="441" y="732"/>
                  </a:lnTo>
                  <a:lnTo>
                    <a:pt x="427" y="717"/>
                  </a:lnTo>
                  <a:lnTo>
                    <a:pt x="426" y="71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8809" name="Freeform 52"/>
            <p:cNvSpPr>
              <a:spLocks/>
            </p:cNvSpPr>
            <p:nvPr/>
          </p:nvSpPr>
          <p:spPr bwMode="auto">
            <a:xfrm>
              <a:off x="883" y="1673"/>
              <a:ext cx="379" cy="690"/>
            </a:xfrm>
            <a:custGeom>
              <a:avLst/>
              <a:gdLst>
                <a:gd name="T0" fmla="*/ 12 w 1897"/>
                <a:gd name="T1" fmla="*/ 6 h 3450"/>
                <a:gd name="T2" fmla="*/ 13 w 1897"/>
                <a:gd name="T3" fmla="*/ 7 h 3450"/>
                <a:gd name="T4" fmla="*/ 13 w 1897"/>
                <a:gd name="T5" fmla="*/ 7 h 3450"/>
                <a:gd name="T6" fmla="*/ 14 w 1897"/>
                <a:gd name="T7" fmla="*/ 8 h 3450"/>
                <a:gd name="T8" fmla="*/ 14 w 1897"/>
                <a:gd name="T9" fmla="*/ 9 h 3450"/>
                <a:gd name="T10" fmla="*/ 15 w 1897"/>
                <a:gd name="T11" fmla="*/ 10 h 3450"/>
                <a:gd name="T12" fmla="*/ 15 w 1897"/>
                <a:gd name="T13" fmla="*/ 11 h 3450"/>
                <a:gd name="T14" fmla="*/ 15 w 1897"/>
                <a:gd name="T15" fmla="*/ 11 h 3450"/>
                <a:gd name="T16" fmla="*/ 15 w 1897"/>
                <a:gd name="T17" fmla="*/ 12 h 3450"/>
                <a:gd name="T18" fmla="*/ 15 w 1897"/>
                <a:gd name="T19" fmla="*/ 26 h 3450"/>
                <a:gd name="T20" fmla="*/ 15 w 1897"/>
                <a:gd name="T21" fmla="*/ 26 h 3450"/>
                <a:gd name="T22" fmla="*/ 15 w 1897"/>
                <a:gd name="T23" fmla="*/ 27 h 3450"/>
                <a:gd name="T24" fmla="*/ 15 w 1897"/>
                <a:gd name="T25" fmla="*/ 27 h 3450"/>
                <a:gd name="T26" fmla="*/ 14 w 1897"/>
                <a:gd name="T27" fmla="*/ 27 h 3450"/>
                <a:gd name="T28" fmla="*/ 14 w 1897"/>
                <a:gd name="T29" fmla="*/ 28 h 3450"/>
                <a:gd name="T30" fmla="*/ 13 w 1897"/>
                <a:gd name="T31" fmla="*/ 28 h 3450"/>
                <a:gd name="T32" fmla="*/ 13 w 1897"/>
                <a:gd name="T33" fmla="*/ 27 h 3450"/>
                <a:gd name="T34" fmla="*/ 3 w 1897"/>
                <a:gd name="T35" fmla="*/ 21 h 3450"/>
                <a:gd name="T36" fmla="*/ 2 w 1897"/>
                <a:gd name="T37" fmla="*/ 21 h 3450"/>
                <a:gd name="T38" fmla="*/ 2 w 1897"/>
                <a:gd name="T39" fmla="*/ 20 h 3450"/>
                <a:gd name="T40" fmla="*/ 1 w 1897"/>
                <a:gd name="T41" fmla="*/ 19 h 3450"/>
                <a:gd name="T42" fmla="*/ 1 w 1897"/>
                <a:gd name="T43" fmla="*/ 19 h 3450"/>
                <a:gd name="T44" fmla="*/ 0 w 1897"/>
                <a:gd name="T45" fmla="*/ 18 h 3450"/>
                <a:gd name="T46" fmla="*/ 0 w 1897"/>
                <a:gd name="T47" fmla="*/ 17 h 3450"/>
                <a:gd name="T48" fmla="*/ 0 w 1897"/>
                <a:gd name="T49" fmla="*/ 16 h 3450"/>
                <a:gd name="T50" fmla="*/ 0 w 1897"/>
                <a:gd name="T51" fmla="*/ 15 h 3450"/>
                <a:gd name="T52" fmla="*/ 0 w 1897"/>
                <a:gd name="T53" fmla="*/ 2 h 3450"/>
                <a:gd name="T54" fmla="*/ 0 w 1897"/>
                <a:gd name="T55" fmla="*/ 1 h 3450"/>
                <a:gd name="T56" fmla="*/ 0 w 1897"/>
                <a:gd name="T57" fmla="*/ 1 h 3450"/>
                <a:gd name="T58" fmla="*/ 1 w 1897"/>
                <a:gd name="T59" fmla="*/ 0 h 3450"/>
                <a:gd name="T60" fmla="*/ 1 w 1897"/>
                <a:gd name="T61" fmla="*/ 0 h 3450"/>
                <a:gd name="T62" fmla="*/ 1 w 1897"/>
                <a:gd name="T63" fmla="*/ 0 h 3450"/>
                <a:gd name="T64" fmla="*/ 2 w 1897"/>
                <a:gd name="T65" fmla="*/ 0 h 3450"/>
                <a:gd name="T66" fmla="*/ 3 w 1897"/>
                <a:gd name="T67" fmla="*/ 0 h 3450"/>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897"/>
                <a:gd name="T103" fmla="*/ 0 h 3450"/>
                <a:gd name="T104" fmla="*/ 1897 w 1897"/>
                <a:gd name="T105" fmla="*/ 3450 h 3450"/>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897" h="3450">
                  <a:moveTo>
                    <a:pt x="357" y="49"/>
                  </a:moveTo>
                  <a:lnTo>
                    <a:pt x="1542" y="806"/>
                  </a:lnTo>
                  <a:lnTo>
                    <a:pt x="1579" y="832"/>
                  </a:lnTo>
                  <a:lnTo>
                    <a:pt x="1614" y="861"/>
                  </a:lnTo>
                  <a:lnTo>
                    <a:pt x="1648" y="895"/>
                  </a:lnTo>
                  <a:lnTo>
                    <a:pt x="1681" y="933"/>
                  </a:lnTo>
                  <a:lnTo>
                    <a:pt x="1711" y="973"/>
                  </a:lnTo>
                  <a:lnTo>
                    <a:pt x="1740" y="1016"/>
                  </a:lnTo>
                  <a:lnTo>
                    <a:pt x="1768" y="1062"/>
                  </a:lnTo>
                  <a:lnTo>
                    <a:pt x="1793" y="1109"/>
                  </a:lnTo>
                  <a:lnTo>
                    <a:pt x="1816" y="1158"/>
                  </a:lnTo>
                  <a:lnTo>
                    <a:pt x="1836" y="1208"/>
                  </a:lnTo>
                  <a:lnTo>
                    <a:pt x="1854" y="1260"/>
                  </a:lnTo>
                  <a:lnTo>
                    <a:pt x="1869" y="1313"/>
                  </a:lnTo>
                  <a:lnTo>
                    <a:pt x="1881" y="1364"/>
                  </a:lnTo>
                  <a:lnTo>
                    <a:pt x="1890" y="1417"/>
                  </a:lnTo>
                  <a:lnTo>
                    <a:pt x="1895" y="1469"/>
                  </a:lnTo>
                  <a:lnTo>
                    <a:pt x="1897" y="1519"/>
                  </a:lnTo>
                  <a:lnTo>
                    <a:pt x="1897" y="3142"/>
                  </a:lnTo>
                  <a:lnTo>
                    <a:pt x="1895" y="3190"/>
                  </a:lnTo>
                  <a:lnTo>
                    <a:pt x="1890" y="3235"/>
                  </a:lnTo>
                  <a:lnTo>
                    <a:pt x="1881" y="3276"/>
                  </a:lnTo>
                  <a:lnTo>
                    <a:pt x="1869" y="3313"/>
                  </a:lnTo>
                  <a:lnTo>
                    <a:pt x="1854" y="3346"/>
                  </a:lnTo>
                  <a:lnTo>
                    <a:pt x="1836" y="3375"/>
                  </a:lnTo>
                  <a:lnTo>
                    <a:pt x="1816" y="3398"/>
                  </a:lnTo>
                  <a:lnTo>
                    <a:pt x="1793" y="3418"/>
                  </a:lnTo>
                  <a:lnTo>
                    <a:pt x="1768" y="3434"/>
                  </a:lnTo>
                  <a:lnTo>
                    <a:pt x="1740" y="3444"/>
                  </a:lnTo>
                  <a:lnTo>
                    <a:pt x="1711" y="3450"/>
                  </a:lnTo>
                  <a:lnTo>
                    <a:pt x="1681" y="3450"/>
                  </a:lnTo>
                  <a:lnTo>
                    <a:pt x="1648" y="3445"/>
                  </a:lnTo>
                  <a:lnTo>
                    <a:pt x="1614" y="3436"/>
                  </a:lnTo>
                  <a:lnTo>
                    <a:pt x="1579" y="3421"/>
                  </a:lnTo>
                  <a:lnTo>
                    <a:pt x="1542" y="3400"/>
                  </a:lnTo>
                  <a:lnTo>
                    <a:pt x="357" y="2643"/>
                  </a:lnTo>
                  <a:lnTo>
                    <a:pt x="320" y="2618"/>
                  </a:lnTo>
                  <a:lnTo>
                    <a:pt x="285" y="2588"/>
                  </a:lnTo>
                  <a:lnTo>
                    <a:pt x="251" y="2554"/>
                  </a:lnTo>
                  <a:lnTo>
                    <a:pt x="218" y="2517"/>
                  </a:lnTo>
                  <a:lnTo>
                    <a:pt x="187" y="2477"/>
                  </a:lnTo>
                  <a:lnTo>
                    <a:pt x="157" y="2433"/>
                  </a:lnTo>
                  <a:lnTo>
                    <a:pt x="130" y="2388"/>
                  </a:lnTo>
                  <a:lnTo>
                    <a:pt x="105" y="2341"/>
                  </a:lnTo>
                  <a:lnTo>
                    <a:pt x="81" y="2292"/>
                  </a:lnTo>
                  <a:lnTo>
                    <a:pt x="61" y="2241"/>
                  </a:lnTo>
                  <a:lnTo>
                    <a:pt x="44" y="2190"/>
                  </a:lnTo>
                  <a:lnTo>
                    <a:pt x="29" y="2138"/>
                  </a:lnTo>
                  <a:lnTo>
                    <a:pt x="17" y="2085"/>
                  </a:lnTo>
                  <a:lnTo>
                    <a:pt x="7" y="2033"/>
                  </a:lnTo>
                  <a:lnTo>
                    <a:pt x="3" y="1981"/>
                  </a:lnTo>
                  <a:lnTo>
                    <a:pt x="0" y="1931"/>
                  </a:lnTo>
                  <a:lnTo>
                    <a:pt x="0" y="308"/>
                  </a:lnTo>
                  <a:lnTo>
                    <a:pt x="3" y="260"/>
                  </a:lnTo>
                  <a:lnTo>
                    <a:pt x="7" y="215"/>
                  </a:lnTo>
                  <a:lnTo>
                    <a:pt x="17" y="174"/>
                  </a:lnTo>
                  <a:lnTo>
                    <a:pt x="29" y="137"/>
                  </a:lnTo>
                  <a:lnTo>
                    <a:pt x="44" y="104"/>
                  </a:lnTo>
                  <a:lnTo>
                    <a:pt x="61" y="76"/>
                  </a:lnTo>
                  <a:lnTo>
                    <a:pt x="81" y="51"/>
                  </a:lnTo>
                  <a:lnTo>
                    <a:pt x="105" y="31"/>
                  </a:lnTo>
                  <a:lnTo>
                    <a:pt x="130" y="16"/>
                  </a:lnTo>
                  <a:lnTo>
                    <a:pt x="157" y="5"/>
                  </a:lnTo>
                  <a:lnTo>
                    <a:pt x="187" y="0"/>
                  </a:lnTo>
                  <a:lnTo>
                    <a:pt x="218" y="0"/>
                  </a:lnTo>
                  <a:lnTo>
                    <a:pt x="251" y="3"/>
                  </a:lnTo>
                  <a:lnTo>
                    <a:pt x="285" y="14"/>
                  </a:lnTo>
                  <a:lnTo>
                    <a:pt x="320" y="29"/>
                  </a:lnTo>
                  <a:lnTo>
                    <a:pt x="357" y="49"/>
                  </a:lnTo>
                  <a:close/>
                </a:path>
              </a:pathLst>
            </a:custGeom>
            <a:solidFill>
              <a:srgbClr val="BFBFB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8810" name="Freeform 53"/>
            <p:cNvSpPr>
              <a:spLocks/>
            </p:cNvSpPr>
            <p:nvPr/>
          </p:nvSpPr>
          <p:spPr bwMode="auto">
            <a:xfrm>
              <a:off x="1268" y="1663"/>
              <a:ext cx="393" cy="711"/>
            </a:xfrm>
            <a:custGeom>
              <a:avLst/>
              <a:gdLst>
                <a:gd name="T0" fmla="*/ 3 w 1962"/>
                <a:gd name="T1" fmla="*/ 7 h 3555"/>
                <a:gd name="T2" fmla="*/ 2 w 1962"/>
                <a:gd name="T3" fmla="*/ 7 h 3555"/>
                <a:gd name="T4" fmla="*/ 2 w 1962"/>
                <a:gd name="T5" fmla="*/ 8 h 3555"/>
                <a:gd name="T6" fmla="*/ 1 w 1962"/>
                <a:gd name="T7" fmla="*/ 8 h 3555"/>
                <a:gd name="T8" fmla="*/ 1 w 1962"/>
                <a:gd name="T9" fmla="*/ 9 h 3555"/>
                <a:gd name="T10" fmla="*/ 1 w 1962"/>
                <a:gd name="T11" fmla="*/ 10 h 3555"/>
                <a:gd name="T12" fmla="*/ 0 w 1962"/>
                <a:gd name="T13" fmla="*/ 11 h 3555"/>
                <a:gd name="T14" fmla="*/ 0 w 1962"/>
                <a:gd name="T15" fmla="*/ 12 h 3555"/>
                <a:gd name="T16" fmla="*/ 0 w 1962"/>
                <a:gd name="T17" fmla="*/ 13 h 3555"/>
                <a:gd name="T18" fmla="*/ 0 w 1962"/>
                <a:gd name="T19" fmla="*/ 26 h 3555"/>
                <a:gd name="T20" fmla="*/ 0 w 1962"/>
                <a:gd name="T21" fmla="*/ 27 h 3555"/>
                <a:gd name="T22" fmla="*/ 0 w 1962"/>
                <a:gd name="T23" fmla="*/ 28 h 3555"/>
                <a:gd name="T24" fmla="*/ 1 w 1962"/>
                <a:gd name="T25" fmla="*/ 28 h 3555"/>
                <a:gd name="T26" fmla="*/ 1 w 1962"/>
                <a:gd name="T27" fmla="*/ 28 h 3555"/>
                <a:gd name="T28" fmla="*/ 2 w 1962"/>
                <a:gd name="T29" fmla="*/ 28 h 3555"/>
                <a:gd name="T30" fmla="*/ 2 w 1962"/>
                <a:gd name="T31" fmla="*/ 28 h 3555"/>
                <a:gd name="T32" fmla="*/ 3 w 1962"/>
                <a:gd name="T33" fmla="*/ 28 h 3555"/>
                <a:gd name="T34" fmla="*/ 13 w 1962"/>
                <a:gd name="T35" fmla="*/ 22 h 3555"/>
                <a:gd name="T36" fmla="*/ 13 w 1962"/>
                <a:gd name="T37" fmla="*/ 21 h 3555"/>
                <a:gd name="T38" fmla="*/ 14 w 1962"/>
                <a:gd name="T39" fmla="*/ 21 h 3555"/>
                <a:gd name="T40" fmla="*/ 14 w 1962"/>
                <a:gd name="T41" fmla="*/ 20 h 3555"/>
                <a:gd name="T42" fmla="*/ 15 w 1962"/>
                <a:gd name="T43" fmla="*/ 19 h 3555"/>
                <a:gd name="T44" fmla="*/ 15 w 1962"/>
                <a:gd name="T45" fmla="*/ 18 h 3555"/>
                <a:gd name="T46" fmla="*/ 16 w 1962"/>
                <a:gd name="T47" fmla="*/ 18 h 3555"/>
                <a:gd name="T48" fmla="*/ 16 w 1962"/>
                <a:gd name="T49" fmla="*/ 17 h 3555"/>
                <a:gd name="T50" fmla="*/ 16 w 1962"/>
                <a:gd name="T51" fmla="*/ 16 h 3555"/>
                <a:gd name="T52" fmla="*/ 16 w 1962"/>
                <a:gd name="T53" fmla="*/ 2 h 3555"/>
                <a:gd name="T54" fmla="*/ 16 w 1962"/>
                <a:gd name="T55" fmla="*/ 1 h 3555"/>
                <a:gd name="T56" fmla="*/ 15 w 1962"/>
                <a:gd name="T57" fmla="*/ 1 h 3555"/>
                <a:gd name="T58" fmla="*/ 15 w 1962"/>
                <a:gd name="T59" fmla="*/ 0 h 3555"/>
                <a:gd name="T60" fmla="*/ 15 w 1962"/>
                <a:gd name="T61" fmla="*/ 0 h 3555"/>
                <a:gd name="T62" fmla="*/ 14 w 1962"/>
                <a:gd name="T63" fmla="*/ 0 h 3555"/>
                <a:gd name="T64" fmla="*/ 14 w 1962"/>
                <a:gd name="T65" fmla="*/ 0 h 3555"/>
                <a:gd name="T66" fmla="*/ 13 w 1962"/>
                <a:gd name="T67" fmla="*/ 0 h 3555"/>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962"/>
                <a:gd name="T103" fmla="*/ 0 h 3555"/>
                <a:gd name="T104" fmla="*/ 1962 w 1962"/>
                <a:gd name="T105" fmla="*/ 3555 h 3555"/>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962" h="3555">
                  <a:moveTo>
                    <a:pt x="1594" y="50"/>
                  </a:moveTo>
                  <a:lnTo>
                    <a:pt x="368" y="831"/>
                  </a:lnTo>
                  <a:lnTo>
                    <a:pt x="330" y="858"/>
                  </a:lnTo>
                  <a:lnTo>
                    <a:pt x="294" y="888"/>
                  </a:lnTo>
                  <a:lnTo>
                    <a:pt x="259" y="922"/>
                  </a:lnTo>
                  <a:lnTo>
                    <a:pt x="225" y="961"/>
                  </a:lnTo>
                  <a:lnTo>
                    <a:pt x="193" y="1003"/>
                  </a:lnTo>
                  <a:lnTo>
                    <a:pt x="163" y="1047"/>
                  </a:lnTo>
                  <a:lnTo>
                    <a:pt x="133" y="1094"/>
                  </a:lnTo>
                  <a:lnTo>
                    <a:pt x="108" y="1143"/>
                  </a:lnTo>
                  <a:lnTo>
                    <a:pt x="84" y="1193"/>
                  </a:lnTo>
                  <a:lnTo>
                    <a:pt x="63" y="1246"/>
                  </a:lnTo>
                  <a:lnTo>
                    <a:pt x="44" y="1299"/>
                  </a:lnTo>
                  <a:lnTo>
                    <a:pt x="29" y="1353"/>
                  </a:lnTo>
                  <a:lnTo>
                    <a:pt x="16" y="1405"/>
                  </a:lnTo>
                  <a:lnTo>
                    <a:pt x="7" y="1459"/>
                  </a:lnTo>
                  <a:lnTo>
                    <a:pt x="2" y="1512"/>
                  </a:lnTo>
                  <a:lnTo>
                    <a:pt x="0" y="1565"/>
                  </a:lnTo>
                  <a:lnTo>
                    <a:pt x="0" y="3237"/>
                  </a:lnTo>
                  <a:lnTo>
                    <a:pt x="2" y="3287"/>
                  </a:lnTo>
                  <a:lnTo>
                    <a:pt x="7" y="3333"/>
                  </a:lnTo>
                  <a:lnTo>
                    <a:pt x="16" y="3375"/>
                  </a:lnTo>
                  <a:lnTo>
                    <a:pt x="29" y="3413"/>
                  </a:lnTo>
                  <a:lnTo>
                    <a:pt x="44" y="3447"/>
                  </a:lnTo>
                  <a:lnTo>
                    <a:pt x="63" y="3477"/>
                  </a:lnTo>
                  <a:lnTo>
                    <a:pt x="84" y="3502"/>
                  </a:lnTo>
                  <a:lnTo>
                    <a:pt x="108" y="3522"/>
                  </a:lnTo>
                  <a:lnTo>
                    <a:pt x="133" y="3538"/>
                  </a:lnTo>
                  <a:lnTo>
                    <a:pt x="163" y="3549"/>
                  </a:lnTo>
                  <a:lnTo>
                    <a:pt x="193" y="3555"/>
                  </a:lnTo>
                  <a:lnTo>
                    <a:pt x="225" y="3555"/>
                  </a:lnTo>
                  <a:lnTo>
                    <a:pt x="259" y="3550"/>
                  </a:lnTo>
                  <a:lnTo>
                    <a:pt x="294" y="3541"/>
                  </a:lnTo>
                  <a:lnTo>
                    <a:pt x="330" y="3524"/>
                  </a:lnTo>
                  <a:lnTo>
                    <a:pt x="368" y="3503"/>
                  </a:lnTo>
                  <a:lnTo>
                    <a:pt x="1594" y="2722"/>
                  </a:lnTo>
                  <a:lnTo>
                    <a:pt x="1632" y="2696"/>
                  </a:lnTo>
                  <a:lnTo>
                    <a:pt x="1668" y="2665"/>
                  </a:lnTo>
                  <a:lnTo>
                    <a:pt x="1703" y="2631"/>
                  </a:lnTo>
                  <a:lnTo>
                    <a:pt x="1737" y="2592"/>
                  </a:lnTo>
                  <a:lnTo>
                    <a:pt x="1769" y="2551"/>
                  </a:lnTo>
                  <a:lnTo>
                    <a:pt x="1799" y="2506"/>
                  </a:lnTo>
                  <a:lnTo>
                    <a:pt x="1829" y="2460"/>
                  </a:lnTo>
                  <a:lnTo>
                    <a:pt x="1854" y="2411"/>
                  </a:lnTo>
                  <a:lnTo>
                    <a:pt x="1878" y="2361"/>
                  </a:lnTo>
                  <a:lnTo>
                    <a:pt x="1899" y="2308"/>
                  </a:lnTo>
                  <a:lnTo>
                    <a:pt x="1918" y="2256"/>
                  </a:lnTo>
                  <a:lnTo>
                    <a:pt x="1933" y="2202"/>
                  </a:lnTo>
                  <a:lnTo>
                    <a:pt x="1946" y="2149"/>
                  </a:lnTo>
                  <a:lnTo>
                    <a:pt x="1955" y="2095"/>
                  </a:lnTo>
                  <a:lnTo>
                    <a:pt x="1960" y="2042"/>
                  </a:lnTo>
                  <a:lnTo>
                    <a:pt x="1962" y="1989"/>
                  </a:lnTo>
                  <a:lnTo>
                    <a:pt x="1962" y="319"/>
                  </a:lnTo>
                  <a:lnTo>
                    <a:pt x="1960" y="269"/>
                  </a:lnTo>
                  <a:lnTo>
                    <a:pt x="1955" y="223"/>
                  </a:lnTo>
                  <a:lnTo>
                    <a:pt x="1946" y="180"/>
                  </a:lnTo>
                  <a:lnTo>
                    <a:pt x="1933" y="143"/>
                  </a:lnTo>
                  <a:lnTo>
                    <a:pt x="1918" y="109"/>
                  </a:lnTo>
                  <a:lnTo>
                    <a:pt x="1899" y="79"/>
                  </a:lnTo>
                  <a:lnTo>
                    <a:pt x="1878" y="54"/>
                  </a:lnTo>
                  <a:lnTo>
                    <a:pt x="1854" y="33"/>
                  </a:lnTo>
                  <a:lnTo>
                    <a:pt x="1829" y="17"/>
                  </a:lnTo>
                  <a:lnTo>
                    <a:pt x="1799" y="7"/>
                  </a:lnTo>
                  <a:lnTo>
                    <a:pt x="1769" y="0"/>
                  </a:lnTo>
                  <a:lnTo>
                    <a:pt x="1737" y="0"/>
                  </a:lnTo>
                  <a:lnTo>
                    <a:pt x="1703" y="4"/>
                  </a:lnTo>
                  <a:lnTo>
                    <a:pt x="1668" y="14"/>
                  </a:lnTo>
                  <a:lnTo>
                    <a:pt x="1632" y="29"/>
                  </a:lnTo>
                  <a:lnTo>
                    <a:pt x="1594" y="50"/>
                  </a:lnTo>
                  <a:close/>
                </a:path>
              </a:pathLst>
            </a:custGeom>
            <a:solidFill>
              <a:srgbClr val="E5E5E5"/>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8811" name="Freeform 54"/>
            <p:cNvSpPr>
              <a:spLocks noEditPoints="1"/>
            </p:cNvSpPr>
            <p:nvPr/>
          </p:nvSpPr>
          <p:spPr bwMode="auto">
            <a:xfrm>
              <a:off x="916" y="1589"/>
              <a:ext cx="697" cy="698"/>
            </a:xfrm>
            <a:custGeom>
              <a:avLst/>
              <a:gdLst>
                <a:gd name="T0" fmla="*/ 16 w 3485"/>
                <a:gd name="T1" fmla="*/ 0 h 3490"/>
                <a:gd name="T2" fmla="*/ 17 w 3485"/>
                <a:gd name="T3" fmla="*/ 2 h 3490"/>
                <a:gd name="T4" fmla="*/ 17 w 3485"/>
                <a:gd name="T5" fmla="*/ 3 h 3490"/>
                <a:gd name="T6" fmla="*/ 14 w 3485"/>
                <a:gd name="T7" fmla="*/ 4 h 3490"/>
                <a:gd name="T8" fmla="*/ 12 w 3485"/>
                <a:gd name="T9" fmla="*/ 4 h 3490"/>
                <a:gd name="T10" fmla="*/ 11 w 3485"/>
                <a:gd name="T11" fmla="*/ 2 h 3490"/>
                <a:gd name="T12" fmla="*/ 11 w 3485"/>
                <a:gd name="T13" fmla="*/ 1 h 3490"/>
                <a:gd name="T14" fmla="*/ 14 w 3485"/>
                <a:gd name="T15" fmla="*/ 0 h 3490"/>
                <a:gd name="T16" fmla="*/ 3 w 3485"/>
                <a:gd name="T17" fmla="*/ 7 h 3490"/>
                <a:gd name="T18" fmla="*/ 4 w 3485"/>
                <a:gd name="T19" fmla="*/ 9 h 3490"/>
                <a:gd name="T20" fmla="*/ 3 w 3485"/>
                <a:gd name="T21" fmla="*/ 12 h 3490"/>
                <a:gd name="T22" fmla="*/ 2 w 3485"/>
                <a:gd name="T23" fmla="*/ 13 h 3490"/>
                <a:gd name="T24" fmla="*/ 1 w 3485"/>
                <a:gd name="T25" fmla="*/ 12 h 3490"/>
                <a:gd name="T26" fmla="*/ 0 w 3485"/>
                <a:gd name="T27" fmla="*/ 10 h 3490"/>
                <a:gd name="T28" fmla="*/ 0 w 3485"/>
                <a:gd name="T29" fmla="*/ 8 h 3490"/>
                <a:gd name="T30" fmla="*/ 2 w 3485"/>
                <a:gd name="T31" fmla="*/ 6 h 3490"/>
                <a:gd name="T32" fmla="*/ 10 w 3485"/>
                <a:gd name="T33" fmla="*/ 20 h 3490"/>
                <a:gd name="T34" fmla="*/ 11 w 3485"/>
                <a:gd name="T35" fmla="*/ 22 h 3490"/>
                <a:gd name="T36" fmla="*/ 11 w 3485"/>
                <a:gd name="T37" fmla="*/ 25 h 3490"/>
                <a:gd name="T38" fmla="*/ 10 w 3485"/>
                <a:gd name="T39" fmla="*/ 27 h 3490"/>
                <a:gd name="T40" fmla="*/ 8 w 3485"/>
                <a:gd name="T41" fmla="*/ 26 h 3490"/>
                <a:gd name="T42" fmla="*/ 7 w 3485"/>
                <a:gd name="T43" fmla="*/ 24 h 3490"/>
                <a:gd name="T44" fmla="*/ 7 w 3485"/>
                <a:gd name="T45" fmla="*/ 22 h 3490"/>
                <a:gd name="T46" fmla="*/ 8 w 3485"/>
                <a:gd name="T47" fmla="*/ 20 h 3490"/>
                <a:gd name="T48" fmla="*/ 20 w 3485"/>
                <a:gd name="T49" fmla="*/ 21 h 3490"/>
                <a:gd name="T50" fmla="*/ 21 w 3485"/>
                <a:gd name="T51" fmla="*/ 23 h 3490"/>
                <a:gd name="T52" fmla="*/ 21 w 3485"/>
                <a:gd name="T53" fmla="*/ 26 h 3490"/>
                <a:gd name="T54" fmla="*/ 20 w 3485"/>
                <a:gd name="T55" fmla="*/ 28 h 3490"/>
                <a:gd name="T56" fmla="*/ 18 w 3485"/>
                <a:gd name="T57" fmla="*/ 28 h 3490"/>
                <a:gd name="T58" fmla="*/ 17 w 3485"/>
                <a:gd name="T59" fmla="*/ 26 h 3490"/>
                <a:gd name="T60" fmla="*/ 17 w 3485"/>
                <a:gd name="T61" fmla="*/ 23 h 3490"/>
                <a:gd name="T62" fmla="*/ 18 w 3485"/>
                <a:gd name="T63" fmla="*/ 21 h 3490"/>
                <a:gd name="T64" fmla="*/ 19 w 3485"/>
                <a:gd name="T65" fmla="*/ 11 h 3490"/>
                <a:gd name="T66" fmla="*/ 20 w 3485"/>
                <a:gd name="T67" fmla="*/ 13 h 3490"/>
                <a:gd name="T68" fmla="*/ 21 w 3485"/>
                <a:gd name="T69" fmla="*/ 15 h 3490"/>
                <a:gd name="T70" fmla="*/ 20 w 3485"/>
                <a:gd name="T71" fmla="*/ 17 h 3490"/>
                <a:gd name="T72" fmla="*/ 18 w 3485"/>
                <a:gd name="T73" fmla="*/ 17 h 3490"/>
                <a:gd name="T74" fmla="*/ 17 w 3485"/>
                <a:gd name="T75" fmla="*/ 16 h 3490"/>
                <a:gd name="T76" fmla="*/ 17 w 3485"/>
                <a:gd name="T77" fmla="*/ 13 h 3490"/>
                <a:gd name="T78" fmla="*/ 18 w 3485"/>
                <a:gd name="T79" fmla="*/ 11 h 3490"/>
                <a:gd name="T80" fmla="*/ 26 w 3485"/>
                <a:gd name="T81" fmla="*/ 7 h 3490"/>
                <a:gd name="T82" fmla="*/ 27 w 3485"/>
                <a:gd name="T83" fmla="*/ 8 h 3490"/>
                <a:gd name="T84" fmla="*/ 27 w 3485"/>
                <a:gd name="T85" fmla="*/ 11 h 3490"/>
                <a:gd name="T86" fmla="*/ 26 w 3485"/>
                <a:gd name="T87" fmla="*/ 13 h 3490"/>
                <a:gd name="T88" fmla="*/ 25 w 3485"/>
                <a:gd name="T89" fmla="*/ 13 h 3490"/>
                <a:gd name="T90" fmla="*/ 24 w 3485"/>
                <a:gd name="T91" fmla="*/ 12 h 3490"/>
                <a:gd name="T92" fmla="*/ 24 w 3485"/>
                <a:gd name="T93" fmla="*/ 9 h 3490"/>
                <a:gd name="T94" fmla="*/ 24 w 3485"/>
                <a:gd name="T95" fmla="*/ 7 h 3490"/>
                <a:gd name="T96" fmla="*/ 26 w 3485"/>
                <a:gd name="T97" fmla="*/ 17 h 3490"/>
                <a:gd name="T98" fmla="*/ 27 w 3485"/>
                <a:gd name="T99" fmla="*/ 18 h 3490"/>
                <a:gd name="T100" fmla="*/ 28 w 3485"/>
                <a:gd name="T101" fmla="*/ 21 h 3490"/>
                <a:gd name="T102" fmla="*/ 27 w 3485"/>
                <a:gd name="T103" fmla="*/ 23 h 3490"/>
                <a:gd name="T104" fmla="*/ 26 w 3485"/>
                <a:gd name="T105" fmla="*/ 24 h 3490"/>
                <a:gd name="T106" fmla="*/ 24 w 3485"/>
                <a:gd name="T107" fmla="*/ 23 h 3490"/>
                <a:gd name="T108" fmla="*/ 24 w 3485"/>
                <a:gd name="T109" fmla="*/ 20 h 3490"/>
                <a:gd name="T110" fmla="*/ 25 w 3485"/>
                <a:gd name="T111" fmla="*/ 18 h 3490"/>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w 3485"/>
                <a:gd name="T169" fmla="*/ 0 h 3490"/>
                <a:gd name="T170" fmla="*/ 3485 w 3485"/>
                <a:gd name="T171" fmla="*/ 3490 h 3490"/>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T168" t="T169" r="T170" b="T171"/>
              <a:pathLst>
                <a:path w="3485" h="3490">
                  <a:moveTo>
                    <a:pt x="1754" y="0"/>
                  </a:moveTo>
                  <a:lnTo>
                    <a:pt x="1797" y="2"/>
                  </a:lnTo>
                  <a:lnTo>
                    <a:pt x="1840" y="5"/>
                  </a:lnTo>
                  <a:lnTo>
                    <a:pt x="1881" y="12"/>
                  </a:lnTo>
                  <a:lnTo>
                    <a:pt x="1921" y="20"/>
                  </a:lnTo>
                  <a:lnTo>
                    <a:pt x="1959" y="31"/>
                  </a:lnTo>
                  <a:lnTo>
                    <a:pt x="1994" y="44"/>
                  </a:lnTo>
                  <a:lnTo>
                    <a:pt x="2028" y="59"/>
                  </a:lnTo>
                  <a:lnTo>
                    <a:pt x="2058" y="74"/>
                  </a:lnTo>
                  <a:lnTo>
                    <a:pt x="2086" y="93"/>
                  </a:lnTo>
                  <a:lnTo>
                    <a:pt x="2111" y="113"/>
                  </a:lnTo>
                  <a:lnTo>
                    <a:pt x="2132" y="133"/>
                  </a:lnTo>
                  <a:lnTo>
                    <a:pt x="2151" y="155"/>
                  </a:lnTo>
                  <a:lnTo>
                    <a:pt x="2165" y="179"/>
                  </a:lnTo>
                  <a:lnTo>
                    <a:pt x="2175" y="203"/>
                  </a:lnTo>
                  <a:lnTo>
                    <a:pt x="2182" y="229"/>
                  </a:lnTo>
                  <a:lnTo>
                    <a:pt x="2185" y="255"/>
                  </a:lnTo>
                  <a:lnTo>
                    <a:pt x="2182" y="281"/>
                  </a:lnTo>
                  <a:lnTo>
                    <a:pt x="2175" y="305"/>
                  </a:lnTo>
                  <a:lnTo>
                    <a:pt x="2165" y="330"/>
                  </a:lnTo>
                  <a:lnTo>
                    <a:pt x="2151" y="353"/>
                  </a:lnTo>
                  <a:lnTo>
                    <a:pt x="2132" y="376"/>
                  </a:lnTo>
                  <a:lnTo>
                    <a:pt x="2111" y="397"/>
                  </a:lnTo>
                  <a:lnTo>
                    <a:pt x="2086" y="417"/>
                  </a:lnTo>
                  <a:lnTo>
                    <a:pt x="2058" y="434"/>
                  </a:lnTo>
                  <a:lnTo>
                    <a:pt x="2028" y="451"/>
                  </a:lnTo>
                  <a:lnTo>
                    <a:pt x="1994" y="466"/>
                  </a:lnTo>
                  <a:lnTo>
                    <a:pt x="1959" y="479"/>
                  </a:lnTo>
                  <a:lnTo>
                    <a:pt x="1921" y="489"/>
                  </a:lnTo>
                  <a:lnTo>
                    <a:pt x="1881" y="498"/>
                  </a:lnTo>
                  <a:lnTo>
                    <a:pt x="1840" y="505"/>
                  </a:lnTo>
                  <a:lnTo>
                    <a:pt x="1797" y="508"/>
                  </a:lnTo>
                  <a:lnTo>
                    <a:pt x="1754" y="509"/>
                  </a:lnTo>
                  <a:lnTo>
                    <a:pt x="1710" y="508"/>
                  </a:lnTo>
                  <a:lnTo>
                    <a:pt x="1667" y="505"/>
                  </a:lnTo>
                  <a:lnTo>
                    <a:pt x="1626" y="498"/>
                  </a:lnTo>
                  <a:lnTo>
                    <a:pt x="1586" y="489"/>
                  </a:lnTo>
                  <a:lnTo>
                    <a:pt x="1548" y="479"/>
                  </a:lnTo>
                  <a:lnTo>
                    <a:pt x="1512" y="466"/>
                  </a:lnTo>
                  <a:lnTo>
                    <a:pt x="1479" y="451"/>
                  </a:lnTo>
                  <a:lnTo>
                    <a:pt x="1449" y="434"/>
                  </a:lnTo>
                  <a:lnTo>
                    <a:pt x="1421" y="417"/>
                  </a:lnTo>
                  <a:lnTo>
                    <a:pt x="1395" y="397"/>
                  </a:lnTo>
                  <a:lnTo>
                    <a:pt x="1374" y="376"/>
                  </a:lnTo>
                  <a:lnTo>
                    <a:pt x="1355" y="353"/>
                  </a:lnTo>
                  <a:lnTo>
                    <a:pt x="1341" y="330"/>
                  </a:lnTo>
                  <a:lnTo>
                    <a:pt x="1331" y="305"/>
                  </a:lnTo>
                  <a:lnTo>
                    <a:pt x="1324" y="281"/>
                  </a:lnTo>
                  <a:lnTo>
                    <a:pt x="1321" y="255"/>
                  </a:lnTo>
                  <a:lnTo>
                    <a:pt x="1324" y="229"/>
                  </a:lnTo>
                  <a:lnTo>
                    <a:pt x="1331" y="203"/>
                  </a:lnTo>
                  <a:lnTo>
                    <a:pt x="1341" y="179"/>
                  </a:lnTo>
                  <a:lnTo>
                    <a:pt x="1355" y="155"/>
                  </a:lnTo>
                  <a:lnTo>
                    <a:pt x="1374" y="133"/>
                  </a:lnTo>
                  <a:lnTo>
                    <a:pt x="1395" y="113"/>
                  </a:lnTo>
                  <a:lnTo>
                    <a:pt x="1421" y="93"/>
                  </a:lnTo>
                  <a:lnTo>
                    <a:pt x="1449" y="74"/>
                  </a:lnTo>
                  <a:lnTo>
                    <a:pt x="1479" y="59"/>
                  </a:lnTo>
                  <a:lnTo>
                    <a:pt x="1512" y="44"/>
                  </a:lnTo>
                  <a:lnTo>
                    <a:pt x="1548" y="31"/>
                  </a:lnTo>
                  <a:lnTo>
                    <a:pt x="1586" y="20"/>
                  </a:lnTo>
                  <a:lnTo>
                    <a:pt x="1626" y="12"/>
                  </a:lnTo>
                  <a:lnTo>
                    <a:pt x="1667" y="5"/>
                  </a:lnTo>
                  <a:lnTo>
                    <a:pt x="1710" y="2"/>
                  </a:lnTo>
                  <a:lnTo>
                    <a:pt x="1754" y="0"/>
                  </a:lnTo>
                  <a:close/>
                  <a:moveTo>
                    <a:pt x="239" y="786"/>
                  </a:moveTo>
                  <a:lnTo>
                    <a:pt x="263" y="788"/>
                  </a:lnTo>
                  <a:lnTo>
                    <a:pt x="287" y="794"/>
                  </a:lnTo>
                  <a:lnTo>
                    <a:pt x="309" y="805"/>
                  </a:lnTo>
                  <a:lnTo>
                    <a:pt x="331" y="819"/>
                  </a:lnTo>
                  <a:lnTo>
                    <a:pt x="352" y="836"/>
                  </a:lnTo>
                  <a:lnTo>
                    <a:pt x="372" y="857"/>
                  </a:lnTo>
                  <a:lnTo>
                    <a:pt x="390" y="882"/>
                  </a:lnTo>
                  <a:lnTo>
                    <a:pt x="407" y="909"/>
                  </a:lnTo>
                  <a:lnTo>
                    <a:pt x="423" y="940"/>
                  </a:lnTo>
                  <a:lnTo>
                    <a:pt x="437" y="971"/>
                  </a:lnTo>
                  <a:lnTo>
                    <a:pt x="448" y="1006"/>
                  </a:lnTo>
                  <a:lnTo>
                    <a:pt x="459" y="1043"/>
                  </a:lnTo>
                  <a:lnTo>
                    <a:pt x="467" y="1081"/>
                  </a:lnTo>
                  <a:lnTo>
                    <a:pt x="473" y="1121"/>
                  </a:lnTo>
                  <a:lnTo>
                    <a:pt x="476" y="1163"/>
                  </a:lnTo>
                  <a:lnTo>
                    <a:pt x="478" y="1206"/>
                  </a:lnTo>
                  <a:lnTo>
                    <a:pt x="476" y="1248"/>
                  </a:lnTo>
                  <a:lnTo>
                    <a:pt x="473" y="1290"/>
                  </a:lnTo>
                  <a:lnTo>
                    <a:pt x="467" y="1330"/>
                  </a:lnTo>
                  <a:lnTo>
                    <a:pt x="459" y="1367"/>
                  </a:lnTo>
                  <a:lnTo>
                    <a:pt x="448" y="1405"/>
                  </a:lnTo>
                  <a:lnTo>
                    <a:pt x="437" y="1439"/>
                  </a:lnTo>
                  <a:lnTo>
                    <a:pt x="423" y="1472"/>
                  </a:lnTo>
                  <a:lnTo>
                    <a:pt x="407" y="1501"/>
                  </a:lnTo>
                  <a:lnTo>
                    <a:pt x="390" y="1528"/>
                  </a:lnTo>
                  <a:lnTo>
                    <a:pt x="372" y="1553"/>
                  </a:lnTo>
                  <a:lnTo>
                    <a:pt x="352" y="1574"/>
                  </a:lnTo>
                  <a:lnTo>
                    <a:pt x="331" y="1591"/>
                  </a:lnTo>
                  <a:lnTo>
                    <a:pt x="309" y="1605"/>
                  </a:lnTo>
                  <a:lnTo>
                    <a:pt x="287" y="1616"/>
                  </a:lnTo>
                  <a:lnTo>
                    <a:pt x="263" y="1622"/>
                  </a:lnTo>
                  <a:lnTo>
                    <a:pt x="239" y="1624"/>
                  </a:lnTo>
                  <a:lnTo>
                    <a:pt x="214" y="1622"/>
                  </a:lnTo>
                  <a:lnTo>
                    <a:pt x="191" y="1616"/>
                  </a:lnTo>
                  <a:lnTo>
                    <a:pt x="168" y="1605"/>
                  </a:lnTo>
                  <a:lnTo>
                    <a:pt x="146" y="1591"/>
                  </a:lnTo>
                  <a:lnTo>
                    <a:pt x="125" y="1574"/>
                  </a:lnTo>
                  <a:lnTo>
                    <a:pt x="105" y="1553"/>
                  </a:lnTo>
                  <a:lnTo>
                    <a:pt x="87" y="1528"/>
                  </a:lnTo>
                  <a:lnTo>
                    <a:pt x="70" y="1501"/>
                  </a:lnTo>
                  <a:lnTo>
                    <a:pt x="55" y="1472"/>
                  </a:lnTo>
                  <a:lnTo>
                    <a:pt x="41" y="1439"/>
                  </a:lnTo>
                  <a:lnTo>
                    <a:pt x="29" y="1405"/>
                  </a:lnTo>
                  <a:lnTo>
                    <a:pt x="18" y="1367"/>
                  </a:lnTo>
                  <a:lnTo>
                    <a:pt x="10" y="1330"/>
                  </a:lnTo>
                  <a:lnTo>
                    <a:pt x="4" y="1290"/>
                  </a:lnTo>
                  <a:lnTo>
                    <a:pt x="1" y="1248"/>
                  </a:lnTo>
                  <a:lnTo>
                    <a:pt x="0" y="1206"/>
                  </a:lnTo>
                  <a:lnTo>
                    <a:pt x="1" y="1163"/>
                  </a:lnTo>
                  <a:lnTo>
                    <a:pt x="4" y="1121"/>
                  </a:lnTo>
                  <a:lnTo>
                    <a:pt x="10" y="1081"/>
                  </a:lnTo>
                  <a:lnTo>
                    <a:pt x="18" y="1043"/>
                  </a:lnTo>
                  <a:lnTo>
                    <a:pt x="29" y="1006"/>
                  </a:lnTo>
                  <a:lnTo>
                    <a:pt x="41" y="971"/>
                  </a:lnTo>
                  <a:lnTo>
                    <a:pt x="55" y="940"/>
                  </a:lnTo>
                  <a:lnTo>
                    <a:pt x="70" y="909"/>
                  </a:lnTo>
                  <a:lnTo>
                    <a:pt x="87" y="882"/>
                  </a:lnTo>
                  <a:lnTo>
                    <a:pt x="105" y="857"/>
                  </a:lnTo>
                  <a:lnTo>
                    <a:pt x="125" y="836"/>
                  </a:lnTo>
                  <a:lnTo>
                    <a:pt x="146" y="819"/>
                  </a:lnTo>
                  <a:lnTo>
                    <a:pt x="168" y="805"/>
                  </a:lnTo>
                  <a:lnTo>
                    <a:pt x="191" y="794"/>
                  </a:lnTo>
                  <a:lnTo>
                    <a:pt x="214" y="788"/>
                  </a:lnTo>
                  <a:lnTo>
                    <a:pt x="239" y="786"/>
                  </a:lnTo>
                  <a:close/>
                  <a:moveTo>
                    <a:pt x="1119" y="2495"/>
                  </a:moveTo>
                  <a:lnTo>
                    <a:pt x="1143" y="2498"/>
                  </a:lnTo>
                  <a:lnTo>
                    <a:pt x="1167" y="2504"/>
                  </a:lnTo>
                  <a:lnTo>
                    <a:pt x="1190" y="2514"/>
                  </a:lnTo>
                  <a:lnTo>
                    <a:pt x="1211" y="2528"/>
                  </a:lnTo>
                  <a:lnTo>
                    <a:pt x="1232" y="2546"/>
                  </a:lnTo>
                  <a:lnTo>
                    <a:pt x="1252" y="2567"/>
                  </a:lnTo>
                  <a:lnTo>
                    <a:pt x="1271" y="2592"/>
                  </a:lnTo>
                  <a:lnTo>
                    <a:pt x="1288" y="2618"/>
                  </a:lnTo>
                  <a:lnTo>
                    <a:pt x="1304" y="2648"/>
                  </a:lnTo>
                  <a:lnTo>
                    <a:pt x="1318" y="2681"/>
                  </a:lnTo>
                  <a:lnTo>
                    <a:pt x="1329" y="2715"/>
                  </a:lnTo>
                  <a:lnTo>
                    <a:pt x="1340" y="2752"/>
                  </a:lnTo>
                  <a:lnTo>
                    <a:pt x="1348" y="2790"/>
                  </a:lnTo>
                  <a:lnTo>
                    <a:pt x="1354" y="2830"/>
                  </a:lnTo>
                  <a:lnTo>
                    <a:pt x="1358" y="2872"/>
                  </a:lnTo>
                  <a:lnTo>
                    <a:pt x="1359" y="2914"/>
                  </a:lnTo>
                  <a:lnTo>
                    <a:pt x="1358" y="2956"/>
                  </a:lnTo>
                  <a:lnTo>
                    <a:pt x="1354" y="2998"/>
                  </a:lnTo>
                  <a:lnTo>
                    <a:pt x="1348" y="3038"/>
                  </a:lnTo>
                  <a:lnTo>
                    <a:pt x="1340" y="3077"/>
                  </a:lnTo>
                  <a:lnTo>
                    <a:pt x="1329" y="3113"/>
                  </a:lnTo>
                  <a:lnTo>
                    <a:pt x="1318" y="3147"/>
                  </a:lnTo>
                  <a:lnTo>
                    <a:pt x="1304" y="3180"/>
                  </a:lnTo>
                  <a:lnTo>
                    <a:pt x="1288" y="3209"/>
                  </a:lnTo>
                  <a:lnTo>
                    <a:pt x="1271" y="3238"/>
                  </a:lnTo>
                  <a:lnTo>
                    <a:pt x="1252" y="3261"/>
                  </a:lnTo>
                  <a:lnTo>
                    <a:pt x="1232" y="3282"/>
                  </a:lnTo>
                  <a:lnTo>
                    <a:pt x="1211" y="3301"/>
                  </a:lnTo>
                  <a:lnTo>
                    <a:pt x="1190" y="3315"/>
                  </a:lnTo>
                  <a:lnTo>
                    <a:pt x="1167" y="3325"/>
                  </a:lnTo>
                  <a:lnTo>
                    <a:pt x="1143" y="3331"/>
                  </a:lnTo>
                  <a:lnTo>
                    <a:pt x="1119" y="3334"/>
                  </a:lnTo>
                  <a:lnTo>
                    <a:pt x="1094" y="3331"/>
                  </a:lnTo>
                  <a:lnTo>
                    <a:pt x="1070" y="3325"/>
                  </a:lnTo>
                  <a:lnTo>
                    <a:pt x="1048" y="3315"/>
                  </a:lnTo>
                  <a:lnTo>
                    <a:pt x="1026" y="3301"/>
                  </a:lnTo>
                  <a:lnTo>
                    <a:pt x="1005" y="3282"/>
                  </a:lnTo>
                  <a:lnTo>
                    <a:pt x="985" y="3261"/>
                  </a:lnTo>
                  <a:lnTo>
                    <a:pt x="967" y="3238"/>
                  </a:lnTo>
                  <a:lnTo>
                    <a:pt x="950" y="3209"/>
                  </a:lnTo>
                  <a:lnTo>
                    <a:pt x="935" y="3180"/>
                  </a:lnTo>
                  <a:lnTo>
                    <a:pt x="921" y="3147"/>
                  </a:lnTo>
                  <a:lnTo>
                    <a:pt x="909" y="3113"/>
                  </a:lnTo>
                  <a:lnTo>
                    <a:pt x="898" y="3077"/>
                  </a:lnTo>
                  <a:lnTo>
                    <a:pt x="890" y="3038"/>
                  </a:lnTo>
                  <a:lnTo>
                    <a:pt x="884" y="2998"/>
                  </a:lnTo>
                  <a:lnTo>
                    <a:pt x="881" y="2956"/>
                  </a:lnTo>
                  <a:lnTo>
                    <a:pt x="880" y="2914"/>
                  </a:lnTo>
                  <a:lnTo>
                    <a:pt x="881" y="2872"/>
                  </a:lnTo>
                  <a:lnTo>
                    <a:pt x="884" y="2830"/>
                  </a:lnTo>
                  <a:lnTo>
                    <a:pt x="890" y="2790"/>
                  </a:lnTo>
                  <a:lnTo>
                    <a:pt x="898" y="2752"/>
                  </a:lnTo>
                  <a:lnTo>
                    <a:pt x="909" y="2715"/>
                  </a:lnTo>
                  <a:lnTo>
                    <a:pt x="921" y="2681"/>
                  </a:lnTo>
                  <a:lnTo>
                    <a:pt x="935" y="2648"/>
                  </a:lnTo>
                  <a:lnTo>
                    <a:pt x="950" y="2618"/>
                  </a:lnTo>
                  <a:lnTo>
                    <a:pt x="967" y="2592"/>
                  </a:lnTo>
                  <a:lnTo>
                    <a:pt x="985" y="2567"/>
                  </a:lnTo>
                  <a:lnTo>
                    <a:pt x="1005" y="2546"/>
                  </a:lnTo>
                  <a:lnTo>
                    <a:pt x="1026" y="2528"/>
                  </a:lnTo>
                  <a:lnTo>
                    <a:pt x="1048" y="2514"/>
                  </a:lnTo>
                  <a:lnTo>
                    <a:pt x="1070" y="2504"/>
                  </a:lnTo>
                  <a:lnTo>
                    <a:pt x="1094" y="2498"/>
                  </a:lnTo>
                  <a:lnTo>
                    <a:pt x="1119" y="2495"/>
                  </a:lnTo>
                  <a:close/>
                  <a:moveTo>
                    <a:pt x="2380" y="2651"/>
                  </a:moveTo>
                  <a:lnTo>
                    <a:pt x="2405" y="2654"/>
                  </a:lnTo>
                  <a:lnTo>
                    <a:pt x="2428" y="2660"/>
                  </a:lnTo>
                  <a:lnTo>
                    <a:pt x="2452" y="2670"/>
                  </a:lnTo>
                  <a:lnTo>
                    <a:pt x="2473" y="2684"/>
                  </a:lnTo>
                  <a:lnTo>
                    <a:pt x="2494" y="2703"/>
                  </a:lnTo>
                  <a:lnTo>
                    <a:pt x="2514" y="2724"/>
                  </a:lnTo>
                  <a:lnTo>
                    <a:pt x="2533" y="2747"/>
                  </a:lnTo>
                  <a:lnTo>
                    <a:pt x="2550" y="2774"/>
                  </a:lnTo>
                  <a:lnTo>
                    <a:pt x="2565" y="2805"/>
                  </a:lnTo>
                  <a:lnTo>
                    <a:pt x="2580" y="2838"/>
                  </a:lnTo>
                  <a:lnTo>
                    <a:pt x="2591" y="2872"/>
                  </a:lnTo>
                  <a:lnTo>
                    <a:pt x="2602" y="2908"/>
                  </a:lnTo>
                  <a:lnTo>
                    <a:pt x="2610" y="2947"/>
                  </a:lnTo>
                  <a:lnTo>
                    <a:pt x="2616" y="2987"/>
                  </a:lnTo>
                  <a:lnTo>
                    <a:pt x="2619" y="3029"/>
                  </a:lnTo>
                  <a:lnTo>
                    <a:pt x="2621" y="3071"/>
                  </a:lnTo>
                  <a:lnTo>
                    <a:pt x="2619" y="3113"/>
                  </a:lnTo>
                  <a:lnTo>
                    <a:pt x="2616" y="3155"/>
                  </a:lnTo>
                  <a:lnTo>
                    <a:pt x="2610" y="3195"/>
                  </a:lnTo>
                  <a:lnTo>
                    <a:pt x="2602" y="3233"/>
                  </a:lnTo>
                  <a:lnTo>
                    <a:pt x="2591" y="3270"/>
                  </a:lnTo>
                  <a:lnTo>
                    <a:pt x="2580" y="3304"/>
                  </a:lnTo>
                  <a:lnTo>
                    <a:pt x="2565" y="3337"/>
                  </a:lnTo>
                  <a:lnTo>
                    <a:pt x="2550" y="3367"/>
                  </a:lnTo>
                  <a:lnTo>
                    <a:pt x="2533" y="3393"/>
                  </a:lnTo>
                  <a:lnTo>
                    <a:pt x="2514" y="3418"/>
                  </a:lnTo>
                  <a:lnTo>
                    <a:pt x="2494" y="3439"/>
                  </a:lnTo>
                  <a:lnTo>
                    <a:pt x="2473" y="3457"/>
                  </a:lnTo>
                  <a:lnTo>
                    <a:pt x="2452" y="3471"/>
                  </a:lnTo>
                  <a:lnTo>
                    <a:pt x="2428" y="3481"/>
                  </a:lnTo>
                  <a:lnTo>
                    <a:pt x="2405" y="3487"/>
                  </a:lnTo>
                  <a:lnTo>
                    <a:pt x="2380" y="3490"/>
                  </a:lnTo>
                  <a:lnTo>
                    <a:pt x="2356" y="3487"/>
                  </a:lnTo>
                  <a:lnTo>
                    <a:pt x="2332" y="3481"/>
                  </a:lnTo>
                  <a:lnTo>
                    <a:pt x="2310" y="3471"/>
                  </a:lnTo>
                  <a:lnTo>
                    <a:pt x="2288" y="3457"/>
                  </a:lnTo>
                  <a:lnTo>
                    <a:pt x="2267" y="3439"/>
                  </a:lnTo>
                  <a:lnTo>
                    <a:pt x="2248" y="3418"/>
                  </a:lnTo>
                  <a:lnTo>
                    <a:pt x="2229" y="3393"/>
                  </a:lnTo>
                  <a:lnTo>
                    <a:pt x="2212" y="3367"/>
                  </a:lnTo>
                  <a:lnTo>
                    <a:pt x="2196" y="3337"/>
                  </a:lnTo>
                  <a:lnTo>
                    <a:pt x="2182" y="3304"/>
                  </a:lnTo>
                  <a:lnTo>
                    <a:pt x="2171" y="3270"/>
                  </a:lnTo>
                  <a:lnTo>
                    <a:pt x="2160" y="3233"/>
                  </a:lnTo>
                  <a:lnTo>
                    <a:pt x="2152" y="3195"/>
                  </a:lnTo>
                  <a:lnTo>
                    <a:pt x="2146" y="3155"/>
                  </a:lnTo>
                  <a:lnTo>
                    <a:pt x="2142" y="3113"/>
                  </a:lnTo>
                  <a:lnTo>
                    <a:pt x="2141" y="3071"/>
                  </a:lnTo>
                  <a:lnTo>
                    <a:pt x="2142" y="3029"/>
                  </a:lnTo>
                  <a:lnTo>
                    <a:pt x="2146" y="2987"/>
                  </a:lnTo>
                  <a:lnTo>
                    <a:pt x="2152" y="2947"/>
                  </a:lnTo>
                  <a:lnTo>
                    <a:pt x="2160" y="2908"/>
                  </a:lnTo>
                  <a:lnTo>
                    <a:pt x="2171" y="2872"/>
                  </a:lnTo>
                  <a:lnTo>
                    <a:pt x="2182" y="2838"/>
                  </a:lnTo>
                  <a:lnTo>
                    <a:pt x="2196" y="2805"/>
                  </a:lnTo>
                  <a:lnTo>
                    <a:pt x="2212" y="2774"/>
                  </a:lnTo>
                  <a:lnTo>
                    <a:pt x="2229" y="2747"/>
                  </a:lnTo>
                  <a:lnTo>
                    <a:pt x="2248" y="2724"/>
                  </a:lnTo>
                  <a:lnTo>
                    <a:pt x="2267" y="2703"/>
                  </a:lnTo>
                  <a:lnTo>
                    <a:pt x="2288" y="2684"/>
                  </a:lnTo>
                  <a:lnTo>
                    <a:pt x="2310" y="2670"/>
                  </a:lnTo>
                  <a:lnTo>
                    <a:pt x="2332" y="2660"/>
                  </a:lnTo>
                  <a:lnTo>
                    <a:pt x="2356" y="2654"/>
                  </a:lnTo>
                  <a:lnTo>
                    <a:pt x="2380" y="2651"/>
                  </a:lnTo>
                  <a:close/>
                  <a:moveTo>
                    <a:pt x="2342" y="1355"/>
                  </a:moveTo>
                  <a:lnTo>
                    <a:pt x="2366" y="1357"/>
                  </a:lnTo>
                  <a:lnTo>
                    <a:pt x="2390" y="1363"/>
                  </a:lnTo>
                  <a:lnTo>
                    <a:pt x="2412" y="1373"/>
                  </a:lnTo>
                  <a:lnTo>
                    <a:pt x="2434" y="1387"/>
                  </a:lnTo>
                  <a:lnTo>
                    <a:pt x="2455" y="1405"/>
                  </a:lnTo>
                  <a:lnTo>
                    <a:pt x="2475" y="1426"/>
                  </a:lnTo>
                  <a:lnTo>
                    <a:pt x="2493" y="1451"/>
                  </a:lnTo>
                  <a:lnTo>
                    <a:pt x="2510" y="1478"/>
                  </a:lnTo>
                  <a:lnTo>
                    <a:pt x="2526" y="1507"/>
                  </a:lnTo>
                  <a:lnTo>
                    <a:pt x="2540" y="1540"/>
                  </a:lnTo>
                  <a:lnTo>
                    <a:pt x="2551" y="1574"/>
                  </a:lnTo>
                  <a:lnTo>
                    <a:pt x="2562" y="1611"/>
                  </a:lnTo>
                  <a:lnTo>
                    <a:pt x="2570" y="1649"/>
                  </a:lnTo>
                  <a:lnTo>
                    <a:pt x="2576" y="1689"/>
                  </a:lnTo>
                  <a:lnTo>
                    <a:pt x="2580" y="1731"/>
                  </a:lnTo>
                  <a:lnTo>
                    <a:pt x="2581" y="1773"/>
                  </a:lnTo>
                  <a:lnTo>
                    <a:pt x="2580" y="1815"/>
                  </a:lnTo>
                  <a:lnTo>
                    <a:pt x="2576" y="1858"/>
                  </a:lnTo>
                  <a:lnTo>
                    <a:pt x="2570" y="1897"/>
                  </a:lnTo>
                  <a:lnTo>
                    <a:pt x="2562" y="1936"/>
                  </a:lnTo>
                  <a:lnTo>
                    <a:pt x="2551" y="1972"/>
                  </a:lnTo>
                  <a:lnTo>
                    <a:pt x="2540" y="2008"/>
                  </a:lnTo>
                  <a:lnTo>
                    <a:pt x="2526" y="2039"/>
                  </a:lnTo>
                  <a:lnTo>
                    <a:pt x="2510" y="2070"/>
                  </a:lnTo>
                  <a:lnTo>
                    <a:pt x="2493" y="2097"/>
                  </a:lnTo>
                  <a:lnTo>
                    <a:pt x="2475" y="2121"/>
                  </a:lnTo>
                  <a:lnTo>
                    <a:pt x="2455" y="2142"/>
                  </a:lnTo>
                  <a:lnTo>
                    <a:pt x="2434" y="2160"/>
                  </a:lnTo>
                  <a:lnTo>
                    <a:pt x="2412" y="2174"/>
                  </a:lnTo>
                  <a:lnTo>
                    <a:pt x="2390" y="2185"/>
                  </a:lnTo>
                  <a:lnTo>
                    <a:pt x="2366" y="2191"/>
                  </a:lnTo>
                  <a:lnTo>
                    <a:pt x="2342" y="2193"/>
                  </a:lnTo>
                  <a:lnTo>
                    <a:pt x="2317" y="2191"/>
                  </a:lnTo>
                  <a:lnTo>
                    <a:pt x="2294" y="2185"/>
                  </a:lnTo>
                  <a:lnTo>
                    <a:pt x="2270" y="2174"/>
                  </a:lnTo>
                  <a:lnTo>
                    <a:pt x="2249" y="2160"/>
                  </a:lnTo>
                  <a:lnTo>
                    <a:pt x="2228" y="2142"/>
                  </a:lnTo>
                  <a:lnTo>
                    <a:pt x="2208" y="2121"/>
                  </a:lnTo>
                  <a:lnTo>
                    <a:pt x="2189" y="2097"/>
                  </a:lnTo>
                  <a:lnTo>
                    <a:pt x="2173" y="2070"/>
                  </a:lnTo>
                  <a:lnTo>
                    <a:pt x="2157" y="2039"/>
                  </a:lnTo>
                  <a:lnTo>
                    <a:pt x="2142" y="2008"/>
                  </a:lnTo>
                  <a:lnTo>
                    <a:pt x="2131" y="1972"/>
                  </a:lnTo>
                  <a:lnTo>
                    <a:pt x="2120" y="1936"/>
                  </a:lnTo>
                  <a:lnTo>
                    <a:pt x="2112" y="1897"/>
                  </a:lnTo>
                  <a:lnTo>
                    <a:pt x="2106" y="1858"/>
                  </a:lnTo>
                  <a:lnTo>
                    <a:pt x="2103" y="1815"/>
                  </a:lnTo>
                  <a:lnTo>
                    <a:pt x="2101" y="1773"/>
                  </a:lnTo>
                  <a:lnTo>
                    <a:pt x="2103" y="1731"/>
                  </a:lnTo>
                  <a:lnTo>
                    <a:pt x="2106" y="1689"/>
                  </a:lnTo>
                  <a:lnTo>
                    <a:pt x="2112" y="1649"/>
                  </a:lnTo>
                  <a:lnTo>
                    <a:pt x="2120" y="1611"/>
                  </a:lnTo>
                  <a:lnTo>
                    <a:pt x="2131" y="1574"/>
                  </a:lnTo>
                  <a:lnTo>
                    <a:pt x="2142" y="1540"/>
                  </a:lnTo>
                  <a:lnTo>
                    <a:pt x="2157" y="1507"/>
                  </a:lnTo>
                  <a:lnTo>
                    <a:pt x="2173" y="1478"/>
                  </a:lnTo>
                  <a:lnTo>
                    <a:pt x="2189" y="1451"/>
                  </a:lnTo>
                  <a:lnTo>
                    <a:pt x="2208" y="1426"/>
                  </a:lnTo>
                  <a:lnTo>
                    <a:pt x="2228" y="1405"/>
                  </a:lnTo>
                  <a:lnTo>
                    <a:pt x="2249" y="1387"/>
                  </a:lnTo>
                  <a:lnTo>
                    <a:pt x="2270" y="1373"/>
                  </a:lnTo>
                  <a:lnTo>
                    <a:pt x="2294" y="1363"/>
                  </a:lnTo>
                  <a:lnTo>
                    <a:pt x="2317" y="1357"/>
                  </a:lnTo>
                  <a:lnTo>
                    <a:pt x="2342" y="1355"/>
                  </a:lnTo>
                  <a:close/>
                  <a:moveTo>
                    <a:pt x="3179" y="819"/>
                  </a:moveTo>
                  <a:lnTo>
                    <a:pt x="3204" y="821"/>
                  </a:lnTo>
                  <a:lnTo>
                    <a:pt x="3227" y="827"/>
                  </a:lnTo>
                  <a:lnTo>
                    <a:pt x="3250" y="838"/>
                  </a:lnTo>
                  <a:lnTo>
                    <a:pt x="3272" y="852"/>
                  </a:lnTo>
                  <a:lnTo>
                    <a:pt x="3293" y="869"/>
                  </a:lnTo>
                  <a:lnTo>
                    <a:pt x="3312" y="890"/>
                  </a:lnTo>
                  <a:lnTo>
                    <a:pt x="3331" y="915"/>
                  </a:lnTo>
                  <a:lnTo>
                    <a:pt x="3348" y="942"/>
                  </a:lnTo>
                  <a:lnTo>
                    <a:pt x="3363" y="971"/>
                  </a:lnTo>
                  <a:lnTo>
                    <a:pt x="3377" y="1004"/>
                  </a:lnTo>
                  <a:lnTo>
                    <a:pt x="3389" y="1038"/>
                  </a:lnTo>
                  <a:lnTo>
                    <a:pt x="3400" y="1076"/>
                  </a:lnTo>
                  <a:lnTo>
                    <a:pt x="3408" y="1113"/>
                  </a:lnTo>
                  <a:lnTo>
                    <a:pt x="3414" y="1153"/>
                  </a:lnTo>
                  <a:lnTo>
                    <a:pt x="3417" y="1195"/>
                  </a:lnTo>
                  <a:lnTo>
                    <a:pt x="3418" y="1237"/>
                  </a:lnTo>
                  <a:lnTo>
                    <a:pt x="3417" y="1280"/>
                  </a:lnTo>
                  <a:lnTo>
                    <a:pt x="3414" y="1322"/>
                  </a:lnTo>
                  <a:lnTo>
                    <a:pt x="3408" y="1362"/>
                  </a:lnTo>
                  <a:lnTo>
                    <a:pt x="3400" y="1399"/>
                  </a:lnTo>
                  <a:lnTo>
                    <a:pt x="3389" y="1437"/>
                  </a:lnTo>
                  <a:lnTo>
                    <a:pt x="3377" y="1471"/>
                  </a:lnTo>
                  <a:lnTo>
                    <a:pt x="3363" y="1503"/>
                  </a:lnTo>
                  <a:lnTo>
                    <a:pt x="3348" y="1533"/>
                  </a:lnTo>
                  <a:lnTo>
                    <a:pt x="3331" y="1560"/>
                  </a:lnTo>
                  <a:lnTo>
                    <a:pt x="3312" y="1584"/>
                  </a:lnTo>
                  <a:lnTo>
                    <a:pt x="3293" y="1605"/>
                  </a:lnTo>
                  <a:lnTo>
                    <a:pt x="3272" y="1623"/>
                  </a:lnTo>
                  <a:lnTo>
                    <a:pt x="3250" y="1637"/>
                  </a:lnTo>
                  <a:lnTo>
                    <a:pt x="3227" y="1648"/>
                  </a:lnTo>
                  <a:lnTo>
                    <a:pt x="3204" y="1654"/>
                  </a:lnTo>
                  <a:lnTo>
                    <a:pt x="3179" y="1656"/>
                  </a:lnTo>
                  <a:lnTo>
                    <a:pt x="3155" y="1654"/>
                  </a:lnTo>
                  <a:lnTo>
                    <a:pt x="3131" y="1648"/>
                  </a:lnTo>
                  <a:lnTo>
                    <a:pt x="3108" y="1637"/>
                  </a:lnTo>
                  <a:lnTo>
                    <a:pt x="3087" y="1623"/>
                  </a:lnTo>
                  <a:lnTo>
                    <a:pt x="3066" y="1605"/>
                  </a:lnTo>
                  <a:lnTo>
                    <a:pt x="3046" y="1584"/>
                  </a:lnTo>
                  <a:lnTo>
                    <a:pt x="3027" y="1560"/>
                  </a:lnTo>
                  <a:lnTo>
                    <a:pt x="3011" y="1533"/>
                  </a:lnTo>
                  <a:lnTo>
                    <a:pt x="2994" y="1503"/>
                  </a:lnTo>
                  <a:lnTo>
                    <a:pt x="2980" y="1471"/>
                  </a:lnTo>
                  <a:lnTo>
                    <a:pt x="2968" y="1437"/>
                  </a:lnTo>
                  <a:lnTo>
                    <a:pt x="2958" y="1399"/>
                  </a:lnTo>
                  <a:lnTo>
                    <a:pt x="2950" y="1362"/>
                  </a:lnTo>
                  <a:lnTo>
                    <a:pt x="2944" y="1322"/>
                  </a:lnTo>
                  <a:lnTo>
                    <a:pt x="2940" y="1280"/>
                  </a:lnTo>
                  <a:lnTo>
                    <a:pt x="2939" y="1237"/>
                  </a:lnTo>
                  <a:lnTo>
                    <a:pt x="2940" y="1195"/>
                  </a:lnTo>
                  <a:lnTo>
                    <a:pt x="2944" y="1153"/>
                  </a:lnTo>
                  <a:lnTo>
                    <a:pt x="2950" y="1113"/>
                  </a:lnTo>
                  <a:lnTo>
                    <a:pt x="2958" y="1076"/>
                  </a:lnTo>
                  <a:lnTo>
                    <a:pt x="2968" y="1038"/>
                  </a:lnTo>
                  <a:lnTo>
                    <a:pt x="2980" y="1004"/>
                  </a:lnTo>
                  <a:lnTo>
                    <a:pt x="2994" y="971"/>
                  </a:lnTo>
                  <a:lnTo>
                    <a:pt x="3011" y="942"/>
                  </a:lnTo>
                  <a:lnTo>
                    <a:pt x="3027" y="915"/>
                  </a:lnTo>
                  <a:lnTo>
                    <a:pt x="3046" y="890"/>
                  </a:lnTo>
                  <a:lnTo>
                    <a:pt x="3066" y="869"/>
                  </a:lnTo>
                  <a:lnTo>
                    <a:pt x="3087" y="852"/>
                  </a:lnTo>
                  <a:lnTo>
                    <a:pt x="3108" y="838"/>
                  </a:lnTo>
                  <a:lnTo>
                    <a:pt x="3131" y="827"/>
                  </a:lnTo>
                  <a:lnTo>
                    <a:pt x="3155" y="821"/>
                  </a:lnTo>
                  <a:lnTo>
                    <a:pt x="3179" y="819"/>
                  </a:lnTo>
                  <a:close/>
                  <a:moveTo>
                    <a:pt x="3246" y="2144"/>
                  </a:moveTo>
                  <a:lnTo>
                    <a:pt x="3271" y="2146"/>
                  </a:lnTo>
                  <a:lnTo>
                    <a:pt x="3294" y="2152"/>
                  </a:lnTo>
                  <a:lnTo>
                    <a:pt x="3316" y="2162"/>
                  </a:lnTo>
                  <a:lnTo>
                    <a:pt x="3339" y="2176"/>
                  </a:lnTo>
                  <a:lnTo>
                    <a:pt x="3360" y="2194"/>
                  </a:lnTo>
                  <a:lnTo>
                    <a:pt x="3380" y="2215"/>
                  </a:lnTo>
                  <a:lnTo>
                    <a:pt x="3397" y="2240"/>
                  </a:lnTo>
                  <a:lnTo>
                    <a:pt x="3415" y="2267"/>
                  </a:lnTo>
                  <a:lnTo>
                    <a:pt x="3430" y="2296"/>
                  </a:lnTo>
                  <a:lnTo>
                    <a:pt x="3444" y="2329"/>
                  </a:lnTo>
                  <a:lnTo>
                    <a:pt x="3456" y="2363"/>
                  </a:lnTo>
                  <a:lnTo>
                    <a:pt x="3466" y="2400"/>
                  </a:lnTo>
                  <a:lnTo>
                    <a:pt x="3475" y="2438"/>
                  </a:lnTo>
                  <a:lnTo>
                    <a:pt x="3480" y="2478"/>
                  </a:lnTo>
                  <a:lnTo>
                    <a:pt x="3484" y="2520"/>
                  </a:lnTo>
                  <a:lnTo>
                    <a:pt x="3485" y="2562"/>
                  </a:lnTo>
                  <a:lnTo>
                    <a:pt x="3484" y="2604"/>
                  </a:lnTo>
                  <a:lnTo>
                    <a:pt x="3480" y="2647"/>
                  </a:lnTo>
                  <a:lnTo>
                    <a:pt x="3475" y="2686"/>
                  </a:lnTo>
                  <a:lnTo>
                    <a:pt x="3466" y="2725"/>
                  </a:lnTo>
                  <a:lnTo>
                    <a:pt x="3456" y="2762"/>
                  </a:lnTo>
                  <a:lnTo>
                    <a:pt x="3444" y="2796"/>
                  </a:lnTo>
                  <a:lnTo>
                    <a:pt x="3430" y="2828"/>
                  </a:lnTo>
                  <a:lnTo>
                    <a:pt x="3415" y="2858"/>
                  </a:lnTo>
                  <a:lnTo>
                    <a:pt x="3397" y="2886"/>
                  </a:lnTo>
                  <a:lnTo>
                    <a:pt x="3380" y="2909"/>
                  </a:lnTo>
                  <a:lnTo>
                    <a:pt x="3360" y="2930"/>
                  </a:lnTo>
                  <a:lnTo>
                    <a:pt x="3339" y="2949"/>
                  </a:lnTo>
                  <a:lnTo>
                    <a:pt x="3316" y="2963"/>
                  </a:lnTo>
                  <a:lnTo>
                    <a:pt x="3294" y="2974"/>
                  </a:lnTo>
                  <a:lnTo>
                    <a:pt x="3271" y="2980"/>
                  </a:lnTo>
                  <a:lnTo>
                    <a:pt x="3246" y="2982"/>
                  </a:lnTo>
                  <a:lnTo>
                    <a:pt x="3222" y="2980"/>
                  </a:lnTo>
                  <a:lnTo>
                    <a:pt x="3198" y="2974"/>
                  </a:lnTo>
                  <a:lnTo>
                    <a:pt x="3176" y="2963"/>
                  </a:lnTo>
                  <a:lnTo>
                    <a:pt x="3154" y="2949"/>
                  </a:lnTo>
                  <a:lnTo>
                    <a:pt x="3133" y="2930"/>
                  </a:lnTo>
                  <a:lnTo>
                    <a:pt x="3113" y="2909"/>
                  </a:lnTo>
                  <a:lnTo>
                    <a:pt x="3095" y="2886"/>
                  </a:lnTo>
                  <a:lnTo>
                    <a:pt x="3077" y="2858"/>
                  </a:lnTo>
                  <a:lnTo>
                    <a:pt x="3062" y="2828"/>
                  </a:lnTo>
                  <a:lnTo>
                    <a:pt x="3048" y="2796"/>
                  </a:lnTo>
                  <a:lnTo>
                    <a:pt x="3036" y="2762"/>
                  </a:lnTo>
                  <a:lnTo>
                    <a:pt x="3026" y="2725"/>
                  </a:lnTo>
                  <a:lnTo>
                    <a:pt x="3018" y="2686"/>
                  </a:lnTo>
                  <a:lnTo>
                    <a:pt x="3012" y="2647"/>
                  </a:lnTo>
                  <a:lnTo>
                    <a:pt x="3008" y="2604"/>
                  </a:lnTo>
                  <a:lnTo>
                    <a:pt x="3007" y="2562"/>
                  </a:lnTo>
                  <a:lnTo>
                    <a:pt x="3008" y="2520"/>
                  </a:lnTo>
                  <a:lnTo>
                    <a:pt x="3012" y="2478"/>
                  </a:lnTo>
                  <a:lnTo>
                    <a:pt x="3018" y="2438"/>
                  </a:lnTo>
                  <a:lnTo>
                    <a:pt x="3026" y="2400"/>
                  </a:lnTo>
                  <a:lnTo>
                    <a:pt x="3036" y="2363"/>
                  </a:lnTo>
                  <a:lnTo>
                    <a:pt x="3048" y="2329"/>
                  </a:lnTo>
                  <a:lnTo>
                    <a:pt x="3062" y="2296"/>
                  </a:lnTo>
                  <a:lnTo>
                    <a:pt x="3077" y="2267"/>
                  </a:lnTo>
                  <a:lnTo>
                    <a:pt x="3095" y="2240"/>
                  </a:lnTo>
                  <a:lnTo>
                    <a:pt x="3113" y="2215"/>
                  </a:lnTo>
                  <a:lnTo>
                    <a:pt x="3133" y="2194"/>
                  </a:lnTo>
                  <a:lnTo>
                    <a:pt x="3154" y="2176"/>
                  </a:lnTo>
                  <a:lnTo>
                    <a:pt x="3176" y="2162"/>
                  </a:lnTo>
                  <a:lnTo>
                    <a:pt x="3198" y="2152"/>
                  </a:lnTo>
                  <a:lnTo>
                    <a:pt x="3222" y="2146"/>
                  </a:lnTo>
                  <a:lnTo>
                    <a:pt x="3246" y="214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8812" name="Freeform 55"/>
            <p:cNvSpPr>
              <a:spLocks/>
            </p:cNvSpPr>
            <p:nvPr/>
          </p:nvSpPr>
          <p:spPr bwMode="auto">
            <a:xfrm>
              <a:off x="1267" y="1588"/>
              <a:ext cx="87" cy="52"/>
            </a:xfrm>
            <a:custGeom>
              <a:avLst/>
              <a:gdLst>
                <a:gd name="T0" fmla="*/ 3 w 437"/>
                <a:gd name="T1" fmla="*/ 2 h 260"/>
                <a:gd name="T2" fmla="*/ 3 w 437"/>
                <a:gd name="T3" fmla="*/ 2 h 260"/>
                <a:gd name="T4" fmla="*/ 3 w 437"/>
                <a:gd name="T5" fmla="*/ 2 h 260"/>
                <a:gd name="T6" fmla="*/ 3 w 437"/>
                <a:gd name="T7" fmla="*/ 2 h 260"/>
                <a:gd name="T8" fmla="*/ 3 w 437"/>
                <a:gd name="T9" fmla="*/ 1 h 260"/>
                <a:gd name="T10" fmla="*/ 3 w 437"/>
                <a:gd name="T11" fmla="*/ 1 h 260"/>
                <a:gd name="T12" fmla="*/ 3 w 437"/>
                <a:gd name="T13" fmla="*/ 1 h 260"/>
                <a:gd name="T14" fmla="*/ 3 w 437"/>
                <a:gd name="T15" fmla="*/ 1 h 260"/>
                <a:gd name="T16" fmla="*/ 3 w 437"/>
                <a:gd name="T17" fmla="*/ 1 h 260"/>
                <a:gd name="T18" fmla="*/ 2 w 437"/>
                <a:gd name="T19" fmla="*/ 1 h 260"/>
                <a:gd name="T20" fmla="*/ 2 w 437"/>
                <a:gd name="T21" fmla="*/ 0 h 260"/>
                <a:gd name="T22" fmla="*/ 2 w 437"/>
                <a:gd name="T23" fmla="*/ 0 h 260"/>
                <a:gd name="T24" fmla="*/ 2 w 437"/>
                <a:gd name="T25" fmla="*/ 0 h 260"/>
                <a:gd name="T26" fmla="*/ 1 w 437"/>
                <a:gd name="T27" fmla="*/ 0 h 260"/>
                <a:gd name="T28" fmla="*/ 1 w 437"/>
                <a:gd name="T29" fmla="*/ 0 h 260"/>
                <a:gd name="T30" fmla="*/ 1 w 437"/>
                <a:gd name="T31" fmla="*/ 0 h 260"/>
                <a:gd name="T32" fmla="*/ 0 w 437"/>
                <a:gd name="T33" fmla="*/ 0 h 260"/>
                <a:gd name="T34" fmla="*/ 0 w 437"/>
                <a:gd name="T35" fmla="*/ 0 h 260"/>
                <a:gd name="T36" fmla="*/ 0 w 437"/>
                <a:gd name="T37" fmla="*/ 0 h 260"/>
                <a:gd name="T38" fmla="*/ 0 w 437"/>
                <a:gd name="T39" fmla="*/ 0 h 260"/>
                <a:gd name="T40" fmla="*/ 1 w 437"/>
                <a:gd name="T41" fmla="*/ 0 h 260"/>
                <a:gd name="T42" fmla="*/ 1 w 437"/>
                <a:gd name="T43" fmla="*/ 0 h 260"/>
                <a:gd name="T44" fmla="*/ 1 w 437"/>
                <a:gd name="T45" fmla="*/ 0 h 260"/>
                <a:gd name="T46" fmla="*/ 2 w 437"/>
                <a:gd name="T47" fmla="*/ 0 h 260"/>
                <a:gd name="T48" fmla="*/ 2 w 437"/>
                <a:gd name="T49" fmla="*/ 0 h 260"/>
                <a:gd name="T50" fmla="*/ 2 w 437"/>
                <a:gd name="T51" fmla="*/ 1 h 260"/>
                <a:gd name="T52" fmla="*/ 2 w 437"/>
                <a:gd name="T53" fmla="*/ 1 h 260"/>
                <a:gd name="T54" fmla="*/ 3 w 437"/>
                <a:gd name="T55" fmla="*/ 1 h 260"/>
                <a:gd name="T56" fmla="*/ 3 w 437"/>
                <a:gd name="T57" fmla="*/ 1 h 260"/>
                <a:gd name="T58" fmla="*/ 3 w 437"/>
                <a:gd name="T59" fmla="*/ 1 h 260"/>
                <a:gd name="T60" fmla="*/ 3 w 437"/>
                <a:gd name="T61" fmla="*/ 1 h 260"/>
                <a:gd name="T62" fmla="*/ 3 w 437"/>
                <a:gd name="T63" fmla="*/ 1 h 260"/>
                <a:gd name="T64" fmla="*/ 3 w 437"/>
                <a:gd name="T65" fmla="*/ 2 h 260"/>
                <a:gd name="T66" fmla="*/ 3 w 437"/>
                <a:gd name="T67" fmla="*/ 2 h 260"/>
                <a:gd name="T68" fmla="*/ 3 w 437"/>
                <a:gd name="T69" fmla="*/ 2 h 260"/>
                <a:gd name="T70" fmla="*/ 3 w 437"/>
                <a:gd name="T71" fmla="*/ 2 h 260"/>
                <a:gd name="T72" fmla="*/ 3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437" y="260"/>
                  </a:moveTo>
                  <a:lnTo>
                    <a:pt x="437" y="260"/>
                  </a:lnTo>
                  <a:lnTo>
                    <a:pt x="434" y="233"/>
                  </a:lnTo>
                  <a:lnTo>
                    <a:pt x="427" y="206"/>
                  </a:lnTo>
                  <a:lnTo>
                    <a:pt x="417" y="181"/>
                  </a:lnTo>
                  <a:lnTo>
                    <a:pt x="401" y="157"/>
                  </a:lnTo>
                  <a:lnTo>
                    <a:pt x="383" y="133"/>
                  </a:lnTo>
                  <a:lnTo>
                    <a:pt x="360" y="113"/>
                  </a:lnTo>
                  <a:lnTo>
                    <a:pt x="336" y="93"/>
                  </a:lnTo>
                  <a:lnTo>
                    <a:pt x="308" y="73"/>
                  </a:lnTo>
                  <a:lnTo>
                    <a:pt x="276" y="58"/>
                  </a:lnTo>
                  <a:lnTo>
                    <a:pt x="242" y="43"/>
                  </a:lnTo>
                  <a:lnTo>
                    <a:pt x="207" y="30"/>
                  </a:lnTo>
                  <a:lnTo>
                    <a:pt x="168" y="19"/>
                  </a:lnTo>
                  <a:lnTo>
                    <a:pt x="128" y="11"/>
                  </a:lnTo>
                  <a:lnTo>
                    <a:pt x="87" y="4"/>
                  </a:lnTo>
                  <a:lnTo>
                    <a:pt x="43" y="1"/>
                  </a:lnTo>
                  <a:lnTo>
                    <a:pt x="0" y="0"/>
                  </a:lnTo>
                  <a:lnTo>
                    <a:pt x="0" y="11"/>
                  </a:lnTo>
                  <a:lnTo>
                    <a:pt x="43" y="12"/>
                  </a:lnTo>
                  <a:lnTo>
                    <a:pt x="85" y="16"/>
                  </a:lnTo>
                  <a:lnTo>
                    <a:pt x="126" y="23"/>
                  </a:lnTo>
                  <a:lnTo>
                    <a:pt x="166" y="31"/>
                  </a:lnTo>
                  <a:lnTo>
                    <a:pt x="202" y="42"/>
                  </a:lnTo>
                  <a:lnTo>
                    <a:pt x="237" y="55"/>
                  </a:lnTo>
                  <a:lnTo>
                    <a:pt x="271" y="70"/>
                  </a:lnTo>
                  <a:lnTo>
                    <a:pt x="301" y="85"/>
                  </a:lnTo>
                  <a:lnTo>
                    <a:pt x="329" y="103"/>
                  </a:lnTo>
                  <a:lnTo>
                    <a:pt x="353" y="123"/>
                  </a:lnTo>
                  <a:lnTo>
                    <a:pt x="373" y="143"/>
                  </a:lnTo>
                  <a:lnTo>
                    <a:pt x="392" y="164"/>
                  </a:lnTo>
                  <a:lnTo>
                    <a:pt x="405" y="186"/>
                  </a:lnTo>
                  <a:lnTo>
                    <a:pt x="415" y="211"/>
                  </a:lnTo>
                  <a:lnTo>
                    <a:pt x="422" y="235"/>
                  </a:lnTo>
                  <a:lnTo>
                    <a:pt x="425" y="260"/>
                  </a:lnTo>
                  <a:lnTo>
                    <a:pt x="437"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8813" name="Freeform 56"/>
            <p:cNvSpPr>
              <a:spLocks/>
            </p:cNvSpPr>
            <p:nvPr/>
          </p:nvSpPr>
          <p:spPr bwMode="auto">
            <a:xfrm>
              <a:off x="1267" y="1640"/>
              <a:ext cx="87" cy="52"/>
            </a:xfrm>
            <a:custGeom>
              <a:avLst/>
              <a:gdLst>
                <a:gd name="T0" fmla="*/ 0 w 437"/>
                <a:gd name="T1" fmla="*/ 2 h 260"/>
                <a:gd name="T2" fmla="*/ 0 w 437"/>
                <a:gd name="T3" fmla="*/ 2 h 260"/>
                <a:gd name="T4" fmla="*/ 0 w 437"/>
                <a:gd name="T5" fmla="*/ 2 h 260"/>
                <a:gd name="T6" fmla="*/ 1 w 437"/>
                <a:gd name="T7" fmla="*/ 2 h 260"/>
                <a:gd name="T8" fmla="*/ 1 w 437"/>
                <a:gd name="T9" fmla="*/ 2 h 260"/>
                <a:gd name="T10" fmla="*/ 1 w 437"/>
                <a:gd name="T11" fmla="*/ 2 h 260"/>
                <a:gd name="T12" fmla="*/ 2 w 437"/>
                <a:gd name="T13" fmla="*/ 2 h 260"/>
                <a:gd name="T14" fmla="*/ 2 w 437"/>
                <a:gd name="T15" fmla="*/ 2 h 260"/>
                <a:gd name="T16" fmla="*/ 2 w 437"/>
                <a:gd name="T17" fmla="*/ 2 h 260"/>
                <a:gd name="T18" fmla="*/ 2 w 437"/>
                <a:gd name="T19" fmla="*/ 1 h 260"/>
                <a:gd name="T20" fmla="*/ 3 w 437"/>
                <a:gd name="T21" fmla="*/ 1 h 260"/>
                <a:gd name="T22" fmla="*/ 3 w 437"/>
                <a:gd name="T23" fmla="*/ 1 h 260"/>
                <a:gd name="T24" fmla="*/ 3 w 437"/>
                <a:gd name="T25" fmla="*/ 1 h 260"/>
                <a:gd name="T26" fmla="*/ 3 w 437"/>
                <a:gd name="T27" fmla="*/ 1 h 260"/>
                <a:gd name="T28" fmla="*/ 3 w 437"/>
                <a:gd name="T29" fmla="*/ 1 h 260"/>
                <a:gd name="T30" fmla="*/ 3 w 437"/>
                <a:gd name="T31" fmla="*/ 0 h 260"/>
                <a:gd name="T32" fmla="*/ 3 w 437"/>
                <a:gd name="T33" fmla="*/ 0 h 260"/>
                <a:gd name="T34" fmla="*/ 3 w 437"/>
                <a:gd name="T35" fmla="*/ 0 h 260"/>
                <a:gd name="T36" fmla="*/ 3 w 437"/>
                <a:gd name="T37" fmla="*/ 0 h 260"/>
                <a:gd name="T38" fmla="*/ 3 w 437"/>
                <a:gd name="T39" fmla="*/ 0 h 260"/>
                <a:gd name="T40" fmla="*/ 3 w 437"/>
                <a:gd name="T41" fmla="*/ 0 h 260"/>
                <a:gd name="T42" fmla="*/ 3 w 437"/>
                <a:gd name="T43" fmla="*/ 1 h 260"/>
                <a:gd name="T44" fmla="*/ 3 w 437"/>
                <a:gd name="T45" fmla="*/ 1 h 260"/>
                <a:gd name="T46" fmla="*/ 3 w 437"/>
                <a:gd name="T47" fmla="*/ 1 h 260"/>
                <a:gd name="T48" fmla="*/ 3 w 437"/>
                <a:gd name="T49" fmla="*/ 1 h 260"/>
                <a:gd name="T50" fmla="*/ 3 w 437"/>
                <a:gd name="T51" fmla="*/ 1 h 260"/>
                <a:gd name="T52" fmla="*/ 2 w 437"/>
                <a:gd name="T53" fmla="*/ 1 h 260"/>
                <a:gd name="T54" fmla="*/ 2 w 437"/>
                <a:gd name="T55" fmla="*/ 2 h 260"/>
                <a:gd name="T56" fmla="*/ 2 w 437"/>
                <a:gd name="T57" fmla="*/ 2 h 260"/>
                <a:gd name="T58" fmla="*/ 2 w 437"/>
                <a:gd name="T59" fmla="*/ 2 h 260"/>
                <a:gd name="T60" fmla="*/ 1 w 437"/>
                <a:gd name="T61" fmla="*/ 2 h 260"/>
                <a:gd name="T62" fmla="*/ 1 w 437"/>
                <a:gd name="T63" fmla="*/ 2 h 260"/>
                <a:gd name="T64" fmla="*/ 1 w 437"/>
                <a:gd name="T65" fmla="*/ 2 h 260"/>
                <a:gd name="T66" fmla="*/ 0 w 437"/>
                <a:gd name="T67" fmla="*/ 2 h 260"/>
                <a:gd name="T68" fmla="*/ 0 w 437"/>
                <a:gd name="T69" fmla="*/ 2 h 260"/>
                <a:gd name="T70" fmla="*/ 0 w 437"/>
                <a:gd name="T71" fmla="*/ 2 h 260"/>
                <a:gd name="T72" fmla="*/ 0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0" y="260"/>
                  </a:moveTo>
                  <a:lnTo>
                    <a:pt x="0" y="260"/>
                  </a:lnTo>
                  <a:lnTo>
                    <a:pt x="43" y="259"/>
                  </a:lnTo>
                  <a:lnTo>
                    <a:pt x="87" y="255"/>
                  </a:lnTo>
                  <a:lnTo>
                    <a:pt x="128" y="248"/>
                  </a:lnTo>
                  <a:lnTo>
                    <a:pt x="168" y="240"/>
                  </a:lnTo>
                  <a:lnTo>
                    <a:pt x="207" y="230"/>
                  </a:lnTo>
                  <a:lnTo>
                    <a:pt x="242" y="217"/>
                  </a:lnTo>
                  <a:lnTo>
                    <a:pt x="276" y="202"/>
                  </a:lnTo>
                  <a:lnTo>
                    <a:pt x="308" y="185"/>
                  </a:lnTo>
                  <a:lnTo>
                    <a:pt x="336" y="166"/>
                  </a:lnTo>
                  <a:lnTo>
                    <a:pt x="360" y="146"/>
                  </a:lnTo>
                  <a:lnTo>
                    <a:pt x="383" y="125"/>
                  </a:lnTo>
                  <a:lnTo>
                    <a:pt x="401" y="102"/>
                  </a:lnTo>
                  <a:lnTo>
                    <a:pt x="417" y="77"/>
                  </a:lnTo>
                  <a:lnTo>
                    <a:pt x="427" y="53"/>
                  </a:lnTo>
                  <a:lnTo>
                    <a:pt x="434" y="27"/>
                  </a:lnTo>
                  <a:lnTo>
                    <a:pt x="437" y="0"/>
                  </a:lnTo>
                  <a:lnTo>
                    <a:pt x="425" y="0"/>
                  </a:lnTo>
                  <a:lnTo>
                    <a:pt x="422" y="24"/>
                  </a:lnTo>
                  <a:lnTo>
                    <a:pt x="415" y="48"/>
                  </a:lnTo>
                  <a:lnTo>
                    <a:pt x="405" y="73"/>
                  </a:lnTo>
                  <a:lnTo>
                    <a:pt x="392" y="95"/>
                  </a:lnTo>
                  <a:lnTo>
                    <a:pt x="373" y="116"/>
                  </a:lnTo>
                  <a:lnTo>
                    <a:pt x="353" y="137"/>
                  </a:lnTo>
                  <a:lnTo>
                    <a:pt x="329" y="157"/>
                  </a:lnTo>
                  <a:lnTo>
                    <a:pt x="301" y="173"/>
                  </a:lnTo>
                  <a:lnTo>
                    <a:pt x="271" y="190"/>
                  </a:lnTo>
                  <a:lnTo>
                    <a:pt x="237" y="205"/>
                  </a:lnTo>
                  <a:lnTo>
                    <a:pt x="202" y="218"/>
                  </a:lnTo>
                  <a:lnTo>
                    <a:pt x="166" y="228"/>
                  </a:lnTo>
                  <a:lnTo>
                    <a:pt x="126" y="237"/>
                  </a:lnTo>
                  <a:lnTo>
                    <a:pt x="85" y="244"/>
                  </a:lnTo>
                  <a:lnTo>
                    <a:pt x="43" y="247"/>
                  </a:lnTo>
                  <a:lnTo>
                    <a:pt x="0" y="248"/>
                  </a:lnTo>
                  <a:lnTo>
                    <a:pt x="0"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8814" name="Freeform 57"/>
            <p:cNvSpPr>
              <a:spLocks/>
            </p:cNvSpPr>
            <p:nvPr/>
          </p:nvSpPr>
          <p:spPr bwMode="auto">
            <a:xfrm>
              <a:off x="1179" y="1640"/>
              <a:ext cx="88" cy="52"/>
            </a:xfrm>
            <a:custGeom>
              <a:avLst/>
              <a:gdLst>
                <a:gd name="T0" fmla="*/ 0 w 439"/>
                <a:gd name="T1" fmla="*/ 0 h 260"/>
                <a:gd name="T2" fmla="*/ 0 w 439"/>
                <a:gd name="T3" fmla="*/ 0 h 260"/>
                <a:gd name="T4" fmla="*/ 0 w 439"/>
                <a:gd name="T5" fmla="*/ 0 h 260"/>
                <a:gd name="T6" fmla="*/ 0 w 439"/>
                <a:gd name="T7" fmla="*/ 0 h 260"/>
                <a:gd name="T8" fmla="*/ 0 w 439"/>
                <a:gd name="T9" fmla="*/ 1 h 260"/>
                <a:gd name="T10" fmla="*/ 0 w 439"/>
                <a:gd name="T11" fmla="*/ 1 h 260"/>
                <a:gd name="T12" fmla="*/ 0 w 439"/>
                <a:gd name="T13" fmla="*/ 1 h 260"/>
                <a:gd name="T14" fmla="*/ 1 w 439"/>
                <a:gd name="T15" fmla="*/ 1 h 260"/>
                <a:gd name="T16" fmla="*/ 1 w 439"/>
                <a:gd name="T17" fmla="*/ 1 h 260"/>
                <a:gd name="T18" fmla="*/ 1 w 439"/>
                <a:gd name="T19" fmla="*/ 1 h 260"/>
                <a:gd name="T20" fmla="*/ 1 w 439"/>
                <a:gd name="T21" fmla="*/ 2 h 260"/>
                <a:gd name="T22" fmla="*/ 2 w 439"/>
                <a:gd name="T23" fmla="*/ 2 h 260"/>
                <a:gd name="T24" fmla="*/ 2 w 439"/>
                <a:gd name="T25" fmla="*/ 2 h 260"/>
                <a:gd name="T26" fmla="*/ 2 w 439"/>
                <a:gd name="T27" fmla="*/ 2 h 260"/>
                <a:gd name="T28" fmla="*/ 2 w 439"/>
                <a:gd name="T29" fmla="*/ 2 h 260"/>
                <a:gd name="T30" fmla="*/ 3 w 439"/>
                <a:gd name="T31" fmla="*/ 2 h 260"/>
                <a:gd name="T32" fmla="*/ 3 w 439"/>
                <a:gd name="T33" fmla="*/ 2 h 260"/>
                <a:gd name="T34" fmla="*/ 4 w 439"/>
                <a:gd name="T35" fmla="*/ 2 h 260"/>
                <a:gd name="T36" fmla="*/ 4 w 439"/>
                <a:gd name="T37" fmla="*/ 2 h 260"/>
                <a:gd name="T38" fmla="*/ 3 w 439"/>
                <a:gd name="T39" fmla="*/ 2 h 260"/>
                <a:gd name="T40" fmla="*/ 3 w 439"/>
                <a:gd name="T41" fmla="*/ 2 h 260"/>
                <a:gd name="T42" fmla="*/ 3 w 439"/>
                <a:gd name="T43" fmla="*/ 2 h 260"/>
                <a:gd name="T44" fmla="*/ 2 w 439"/>
                <a:gd name="T45" fmla="*/ 2 h 260"/>
                <a:gd name="T46" fmla="*/ 2 w 439"/>
                <a:gd name="T47" fmla="*/ 2 h 260"/>
                <a:gd name="T48" fmla="*/ 2 w 439"/>
                <a:gd name="T49" fmla="*/ 2 h 260"/>
                <a:gd name="T50" fmla="*/ 1 w 439"/>
                <a:gd name="T51" fmla="*/ 2 h 260"/>
                <a:gd name="T52" fmla="*/ 1 w 439"/>
                <a:gd name="T53" fmla="*/ 1 h 260"/>
                <a:gd name="T54" fmla="*/ 1 w 439"/>
                <a:gd name="T55" fmla="*/ 1 h 260"/>
                <a:gd name="T56" fmla="*/ 1 w 439"/>
                <a:gd name="T57" fmla="*/ 1 h 260"/>
                <a:gd name="T58" fmla="*/ 1 w 439"/>
                <a:gd name="T59" fmla="*/ 1 h 260"/>
                <a:gd name="T60" fmla="*/ 0 w 439"/>
                <a:gd name="T61" fmla="*/ 1 h 260"/>
                <a:gd name="T62" fmla="*/ 0 w 439"/>
                <a:gd name="T63" fmla="*/ 1 h 260"/>
                <a:gd name="T64" fmla="*/ 0 w 439"/>
                <a:gd name="T65" fmla="*/ 0 h 260"/>
                <a:gd name="T66" fmla="*/ 0 w 439"/>
                <a:gd name="T67" fmla="*/ 0 h 260"/>
                <a:gd name="T68" fmla="*/ 0 w 439"/>
                <a:gd name="T69" fmla="*/ 0 h 260"/>
                <a:gd name="T70" fmla="*/ 0 w 439"/>
                <a:gd name="T71" fmla="*/ 0 h 260"/>
                <a:gd name="T72" fmla="*/ 0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0" y="0"/>
                  </a:moveTo>
                  <a:lnTo>
                    <a:pt x="0" y="0"/>
                  </a:lnTo>
                  <a:lnTo>
                    <a:pt x="3" y="27"/>
                  </a:lnTo>
                  <a:lnTo>
                    <a:pt x="10" y="53"/>
                  </a:lnTo>
                  <a:lnTo>
                    <a:pt x="20" y="77"/>
                  </a:lnTo>
                  <a:lnTo>
                    <a:pt x="35" y="102"/>
                  </a:lnTo>
                  <a:lnTo>
                    <a:pt x="54" y="125"/>
                  </a:lnTo>
                  <a:lnTo>
                    <a:pt x="76" y="146"/>
                  </a:lnTo>
                  <a:lnTo>
                    <a:pt x="102" y="166"/>
                  </a:lnTo>
                  <a:lnTo>
                    <a:pt x="130" y="185"/>
                  </a:lnTo>
                  <a:lnTo>
                    <a:pt x="162" y="202"/>
                  </a:lnTo>
                  <a:lnTo>
                    <a:pt x="195" y="217"/>
                  </a:lnTo>
                  <a:lnTo>
                    <a:pt x="231" y="230"/>
                  </a:lnTo>
                  <a:lnTo>
                    <a:pt x="270" y="240"/>
                  </a:lnTo>
                  <a:lnTo>
                    <a:pt x="310" y="248"/>
                  </a:lnTo>
                  <a:lnTo>
                    <a:pt x="351" y="255"/>
                  </a:lnTo>
                  <a:lnTo>
                    <a:pt x="395" y="259"/>
                  </a:lnTo>
                  <a:lnTo>
                    <a:pt x="439" y="260"/>
                  </a:lnTo>
                  <a:lnTo>
                    <a:pt x="439" y="248"/>
                  </a:lnTo>
                  <a:lnTo>
                    <a:pt x="395" y="247"/>
                  </a:lnTo>
                  <a:lnTo>
                    <a:pt x="353" y="244"/>
                  </a:lnTo>
                  <a:lnTo>
                    <a:pt x="312" y="237"/>
                  </a:lnTo>
                  <a:lnTo>
                    <a:pt x="272" y="228"/>
                  </a:lnTo>
                  <a:lnTo>
                    <a:pt x="236" y="218"/>
                  </a:lnTo>
                  <a:lnTo>
                    <a:pt x="200" y="205"/>
                  </a:lnTo>
                  <a:lnTo>
                    <a:pt x="167" y="190"/>
                  </a:lnTo>
                  <a:lnTo>
                    <a:pt x="137" y="173"/>
                  </a:lnTo>
                  <a:lnTo>
                    <a:pt x="109" y="157"/>
                  </a:lnTo>
                  <a:lnTo>
                    <a:pt x="84" y="137"/>
                  </a:lnTo>
                  <a:lnTo>
                    <a:pt x="64" y="116"/>
                  </a:lnTo>
                  <a:lnTo>
                    <a:pt x="45" y="95"/>
                  </a:lnTo>
                  <a:lnTo>
                    <a:pt x="32" y="73"/>
                  </a:lnTo>
                  <a:lnTo>
                    <a:pt x="21" y="48"/>
                  </a:lnTo>
                  <a:lnTo>
                    <a:pt x="14" y="24"/>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8815" name="Freeform 58"/>
            <p:cNvSpPr>
              <a:spLocks/>
            </p:cNvSpPr>
            <p:nvPr/>
          </p:nvSpPr>
          <p:spPr bwMode="auto">
            <a:xfrm>
              <a:off x="1179" y="1588"/>
              <a:ext cx="88" cy="52"/>
            </a:xfrm>
            <a:custGeom>
              <a:avLst/>
              <a:gdLst>
                <a:gd name="T0" fmla="*/ 4 w 439"/>
                <a:gd name="T1" fmla="*/ 0 h 260"/>
                <a:gd name="T2" fmla="*/ 4 w 439"/>
                <a:gd name="T3" fmla="*/ 0 h 260"/>
                <a:gd name="T4" fmla="*/ 3 w 439"/>
                <a:gd name="T5" fmla="*/ 0 h 260"/>
                <a:gd name="T6" fmla="*/ 3 w 439"/>
                <a:gd name="T7" fmla="*/ 0 h 260"/>
                <a:gd name="T8" fmla="*/ 2 w 439"/>
                <a:gd name="T9" fmla="*/ 0 h 260"/>
                <a:gd name="T10" fmla="*/ 2 w 439"/>
                <a:gd name="T11" fmla="*/ 0 h 260"/>
                <a:gd name="T12" fmla="*/ 2 w 439"/>
                <a:gd name="T13" fmla="*/ 0 h 260"/>
                <a:gd name="T14" fmla="*/ 2 w 439"/>
                <a:gd name="T15" fmla="*/ 0 h 260"/>
                <a:gd name="T16" fmla="*/ 1 w 439"/>
                <a:gd name="T17" fmla="*/ 0 h 260"/>
                <a:gd name="T18" fmla="*/ 1 w 439"/>
                <a:gd name="T19" fmla="*/ 1 h 260"/>
                <a:gd name="T20" fmla="*/ 1 w 439"/>
                <a:gd name="T21" fmla="*/ 1 h 260"/>
                <a:gd name="T22" fmla="*/ 1 w 439"/>
                <a:gd name="T23" fmla="*/ 1 h 260"/>
                <a:gd name="T24" fmla="*/ 0 w 439"/>
                <a:gd name="T25" fmla="*/ 1 h 260"/>
                <a:gd name="T26" fmla="*/ 0 w 439"/>
                <a:gd name="T27" fmla="*/ 1 h 260"/>
                <a:gd name="T28" fmla="*/ 0 w 439"/>
                <a:gd name="T29" fmla="*/ 1 h 260"/>
                <a:gd name="T30" fmla="*/ 0 w 439"/>
                <a:gd name="T31" fmla="*/ 2 h 260"/>
                <a:gd name="T32" fmla="*/ 0 w 439"/>
                <a:gd name="T33" fmla="*/ 2 h 260"/>
                <a:gd name="T34" fmla="*/ 0 w 439"/>
                <a:gd name="T35" fmla="*/ 2 h 260"/>
                <a:gd name="T36" fmla="*/ 0 w 439"/>
                <a:gd name="T37" fmla="*/ 2 h 260"/>
                <a:gd name="T38" fmla="*/ 0 w 439"/>
                <a:gd name="T39" fmla="*/ 2 h 260"/>
                <a:gd name="T40" fmla="*/ 0 w 439"/>
                <a:gd name="T41" fmla="*/ 2 h 260"/>
                <a:gd name="T42" fmla="*/ 0 w 439"/>
                <a:gd name="T43" fmla="*/ 1 h 260"/>
                <a:gd name="T44" fmla="*/ 0 w 439"/>
                <a:gd name="T45" fmla="*/ 1 h 260"/>
                <a:gd name="T46" fmla="*/ 1 w 439"/>
                <a:gd name="T47" fmla="*/ 1 h 260"/>
                <a:gd name="T48" fmla="*/ 1 w 439"/>
                <a:gd name="T49" fmla="*/ 1 h 260"/>
                <a:gd name="T50" fmla="*/ 1 w 439"/>
                <a:gd name="T51" fmla="*/ 1 h 260"/>
                <a:gd name="T52" fmla="*/ 1 w 439"/>
                <a:gd name="T53" fmla="*/ 1 h 260"/>
                <a:gd name="T54" fmla="*/ 1 w 439"/>
                <a:gd name="T55" fmla="*/ 1 h 260"/>
                <a:gd name="T56" fmla="*/ 2 w 439"/>
                <a:gd name="T57" fmla="*/ 0 h 260"/>
                <a:gd name="T58" fmla="*/ 2 w 439"/>
                <a:gd name="T59" fmla="*/ 0 h 260"/>
                <a:gd name="T60" fmla="*/ 2 w 439"/>
                <a:gd name="T61" fmla="*/ 0 h 260"/>
                <a:gd name="T62" fmla="*/ 3 w 439"/>
                <a:gd name="T63" fmla="*/ 0 h 260"/>
                <a:gd name="T64" fmla="*/ 3 w 439"/>
                <a:gd name="T65" fmla="*/ 0 h 260"/>
                <a:gd name="T66" fmla="*/ 3 w 439"/>
                <a:gd name="T67" fmla="*/ 0 h 260"/>
                <a:gd name="T68" fmla="*/ 4 w 439"/>
                <a:gd name="T69" fmla="*/ 0 h 260"/>
                <a:gd name="T70" fmla="*/ 4 w 439"/>
                <a:gd name="T71" fmla="*/ 0 h 260"/>
                <a:gd name="T72" fmla="*/ 4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439" y="0"/>
                  </a:moveTo>
                  <a:lnTo>
                    <a:pt x="439" y="0"/>
                  </a:lnTo>
                  <a:lnTo>
                    <a:pt x="395" y="1"/>
                  </a:lnTo>
                  <a:lnTo>
                    <a:pt x="351" y="4"/>
                  </a:lnTo>
                  <a:lnTo>
                    <a:pt x="310" y="11"/>
                  </a:lnTo>
                  <a:lnTo>
                    <a:pt x="270" y="19"/>
                  </a:lnTo>
                  <a:lnTo>
                    <a:pt x="231" y="30"/>
                  </a:lnTo>
                  <a:lnTo>
                    <a:pt x="195" y="43"/>
                  </a:lnTo>
                  <a:lnTo>
                    <a:pt x="162" y="58"/>
                  </a:lnTo>
                  <a:lnTo>
                    <a:pt x="130" y="73"/>
                  </a:lnTo>
                  <a:lnTo>
                    <a:pt x="102" y="93"/>
                  </a:lnTo>
                  <a:lnTo>
                    <a:pt x="76" y="113"/>
                  </a:lnTo>
                  <a:lnTo>
                    <a:pt x="54" y="133"/>
                  </a:lnTo>
                  <a:lnTo>
                    <a:pt x="35" y="157"/>
                  </a:lnTo>
                  <a:lnTo>
                    <a:pt x="20" y="181"/>
                  </a:lnTo>
                  <a:lnTo>
                    <a:pt x="10" y="206"/>
                  </a:lnTo>
                  <a:lnTo>
                    <a:pt x="3" y="233"/>
                  </a:lnTo>
                  <a:lnTo>
                    <a:pt x="0" y="260"/>
                  </a:lnTo>
                  <a:lnTo>
                    <a:pt x="12" y="260"/>
                  </a:lnTo>
                  <a:lnTo>
                    <a:pt x="14" y="235"/>
                  </a:lnTo>
                  <a:lnTo>
                    <a:pt x="21" y="211"/>
                  </a:lnTo>
                  <a:lnTo>
                    <a:pt x="32" y="186"/>
                  </a:lnTo>
                  <a:lnTo>
                    <a:pt x="45" y="164"/>
                  </a:lnTo>
                  <a:lnTo>
                    <a:pt x="64" y="143"/>
                  </a:lnTo>
                  <a:lnTo>
                    <a:pt x="84" y="123"/>
                  </a:lnTo>
                  <a:lnTo>
                    <a:pt x="109" y="103"/>
                  </a:lnTo>
                  <a:lnTo>
                    <a:pt x="137" y="85"/>
                  </a:lnTo>
                  <a:lnTo>
                    <a:pt x="167" y="70"/>
                  </a:lnTo>
                  <a:lnTo>
                    <a:pt x="200" y="55"/>
                  </a:lnTo>
                  <a:lnTo>
                    <a:pt x="236" y="42"/>
                  </a:lnTo>
                  <a:lnTo>
                    <a:pt x="272" y="31"/>
                  </a:lnTo>
                  <a:lnTo>
                    <a:pt x="312" y="23"/>
                  </a:lnTo>
                  <a:lnTo>
                    <a:pt x="353" y="16"/>
                  </a:lnTo>
                  <a:lnTo>
                    <a:pt x="395" y="12"/>
                  </a:lnTo>
                  <a:lnTo>
                    <a:pt x="439" y="11"/>
                  </a:lnTo>
                  <a:lnTo>
                    <a:pt x="439"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8816" name="Freeform 59"/>
            <p:cNvSpPr>
              <a:spLocks/>
            </p:cNvSpPr>
            <p:nvPr/>
          </p:nvSpPr>
          <p:spPr bwMode="auto">
            <a:xfrm>
              <a:off x="964" y="1745"/>
              <a:ext cx="48" cy="85"/>
            </a:xfrm>
            <a:custGeom>
              <a:avLst/>
              <a:gdLst>
                <a:gd name="T0" fmla="*/ 2 w 244"/>
                <a:gd name="T1" fmla="*/ 3 h 426"/>
                <a:gd name="T2" fmla="*/ 2 w 244"/>
                <a:gd name="T3" fmla="*/ 3 h 426"/>
                <a:gd name="T4" fmla="*/ 2 w 244"/>
                <a:gd name="T5" fmla="*/ 3 h 426"/>
                <a:gd name="T6" fmla="*/ 2 w 244"/>
                <a:gd name="T7" fmla="*/ 3 h 426"/>
                <a:gd name="T8" fmla="*/ 2 w 244"/>
                <a:gd name="T9" fmla="*/ 2 h 426"/>
                <a:gd name="T10" fmla="*/ 2 w 244"/>
                <a:gd name="T11" fmla="*/ 2 h 426"/>
                <a:gd name="T12" fmla="*/ 2 w 244"/>
                <a:gd name="T13" fmla="*/ 2 h 426"/>
                <a:gd name="T14" fmla="*/ 2 w 244"/>
                <a:gd name="T15" fmla="*/ 2 h 426"/>
                <a:gd name="T16" fmla="*/ 1 w 244"/>
                <a:gd name="T17" fmla="*/ 1 h 426"/>
                <a:gd name="T18" fmla="*/ 1 w 244"/>
                <a:gd name="T19" fmla="*/ 1 h 426"/>
                <a:gd name="T20" fmla="*/ 1 w 244"/>
                <a:gd name="T21" fmla="*/ 1 h 426"/>
                <a:gd name="T22" fmla="*/ 1 w 244"/>
                <a:gd name="T23" fmla="*/ 1 h 426"/>
                <a:gd name="T24" fmla="*/ 1 w 244"/>
                <a:gd name="T25" fmla="*/ 0 h 426"/>
                <a:gd name="T26" fmla="*/ 1 w 244"/>
                <a:gd name="T27" fmla="*/ 0 h 426"/>
                <a:gd name="T28" fmla="*/ 1 w 244"/>
                <a:gd name="T29" fmla="*/ 0 h 426"/>
                <a:gd name="T30" fmla="*/ 0 w 244"/>
                <a:gd name="T31" fmla="*/ 0 h 426"/>
                <a:gd name="T32" fmla="*/ 0 w 244"/>
                <a:gd name="T33" fmla="*/ 0 h 426"/>
                <a:gd name="T34" fmla="*/ 0 w 244"/>
                <a:gd name="T35" fmla="*/ 0 h 426"/>
                <a:gd name="T36" fmla="*/ 0 w 244"/>
                <a:gd name="T37" fmla="*/ 0 h 426"/>
                <a:gd name="T38" fmla="*/ 0 w 244"/>
                <a:gd name="T39" fmla="*/ 0 h 426"/>
                <a:gd name="T40" fmla="*/ 0 w 244"/>
                <a:gd name="T41" fmla="*/ 0 h 426"/>
                <a:gd name="T42" fmla="*/ 1 w 244"/>
                <a:gd name="T43" fmla="*/ 0 h 426"/>
                <a:gd name="T44" fmla="*/ 1 w 244"/>
                <a:gd name="T45" fmla="*/ 0 h 426"/>
                <a:gd name="T46" fmla="*/ 1 w 244"/>
                <a:gd name="T47" fmla="*/ 0 h 426"/>
                <a:gd name="T48" fmla="*/ 1 w 244"/>
                <a:gd name="T49" fmla="*/ 1 h 426"/>
                <a:gd name="T50" fmla="*/ 1 w 244"/>
                <a:gd name="T51" fmla="*/ 1 h 426"/>
                <a:gd name="T52" fmla="*/ 1 w 244"/>
                <a:gd name="T53" fmla="*/ 1 h 426"/>
                <a:gd name="T54" fmla="*/ 1 w 244"/>
                <a:gd name="T55" fmla="*/ 1 h 426"/>
                <a:gd name="T56" fmla="*/ 1 w 244"/>
                <a:gd name="T57" fmla="*/ 2 h 426"/>
                <a:gd name="T58" fmla="*/ 2 w 244"/>
                <a:gd name="T59" fmla="*/ 2 h 426"/>
                <a:gd name="T60" fmla="*/ 2 w 244"/>
                <a:gd name="T61" fmla="*/ 2 h 426"/>
                <a:gd name="T62" fmla="*/ 2 w 244"/>
                <a:gd name="T63" fmla="*/ 2 h 426"/>
                <a:gd name="T64" fmla="*/ 2 w 244"/>
                <a:gd name="T65" fmla="*/ 3 h 426"/>
                <a:gd name="T66" fmla="*/ 2 w 244"/>
                <a:gd name="T67" fmla="*/ 3 h 426"/>
                <a:gd name="T68" fmla="*/ 2 w 244"/>
                <a:gd name="T69" fmla="*/ 3 h 426"/>
                <a:gd name="T70" fmla="*/ 2 w 244"/>
                <a:gd name="T71" fmla="*/ 3 h 426"/>
                <a:gd name="T72" fmla="*/ 2 w 244"/>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6"/>
                <a:gd name="T113" fmla="*/ 244 w 244"/>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6">
                  <a:moveTo>
                    <a:pt x="244" y="426"/>
                  </a:moveTo>
                  <a:lnTo>
                    <a:pt x="244" y="426"/>
                  </a:lnTo>
                  <a:lnTo>
                    <a:pt x="243" y="383"/>
                  </a:lnTo>
                  <a:lnTo>
                    <a:pt x="240" y="340"/>
                  </a:lnTo>
                  <a:lnTo>
                    <a:pt x="234" y="300"/>
                  </a:lnTo>
                  <a:lnTo>
                    <a:pt x="226" y="262"/>
                  </a:lnTo>
                  <a:lnTo>
                    <a:pt x="215" y="224"/>
                  </a:lnTo>
                  <a:lnTo>
                    <a:pt x="203" y="189"/>
                  </a:lnTo>
                  <a:lnTo>
                    <a:pt x="189" y="157"/>
                  </a:lnTo>
                  <a:lnTo>
                    <a:pt x="174" y="126"/>
                  </a:lnTo>
                  <a:lnTo>
                    <a:pt x="155" y="99"/>
                  </a:lnTo>
                  <a:lnTo>
                    <a:pt x="138" y="74"/>
                  </a:lnTo>
                  <a:lnTo>
                    <a:pt x="118" y="52"/>
                  </a:lnTo>
                  <a:lnTo>
                    <a:pt x="96" y="34"/>
                  </a:lnTo>
                  <a:lnTo>
                    <a:pt x="73" y="19"/>
                  </a:lnTo>
                  <a:lnTo>
                    <a:pt x="50" y="8"/>
                  </a:lnTo>
                  <a:lnTo>
                    <a:pt x="25" y="2"/>
                  </a:lnTo>
                  <a:lnTo>
                    <a:pt x="0" y="0"/>
                  </a:lnTo>
                  <a:lnTo>
                    <a:pt x="0" y="12"/>
                  </a:lnTo>
                  <a:lnTo>
                    <a:pt x="23" y="14"/>
                  </a:lnTo>
                  <a:lnTo>
                    <a:pt x="45" y="20"/>
                  </a:lnTo>
                  <a:lnTo>
                    <a:pt x="66" y="31"/>
                  </a:lnTo>
                  <a:lnTo>
                    <a:pt x="89" y="43"/>
                  </a:lnTo>
                  <a:lnTo>
                    <a:pt x="109" y="61"/>
                  </a:lnTo>
                  <a:lnTo>
                    <a:pt x="129" y="81"/>
                  </a:lnTo>
                  <a:lnTo>
                    <a:pt x="146" y="106"/>
                  </a:lnTo>
                  <a:lnTo>
                    <a:pt x="162" y="133"/>
                  </a:lnTo>
                  <a:lnTo>
                    <a:pt x="178" y="162"/>
                  </a:lnTo>
                  <a:lnTo>
                    <a:pt x="192" y="194"/>
                  </a:lnTo>
                  <a:lnTo>
                    <a:pt x="203" y="229"/>
                  </a:lnTo>
                  <a:lnTo>
                    <a:pt x="214" y="264"/>
                  </a:lnTo>
                  <a:lnTo>
                    <a:pt x="222" y="303"/>
                  </a:lnTo>
                  <a:lnTo>
                    <a:pt x="228" y="342"/>
                  </a:lnTo>
                  <a:lnTo>
                    <a:pt x="232" y="383"/>
                  </a:lnTo>
                  <a:lnTo>
                    <a:pt x="233" y="426"/>
                  </a:lnTo>
                  <a:lnTo>
                    <a:pt x="244"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8817" name="Freeform 60"/>
            <p:cNvSpPr>
              <a:spLocks/>
            </p:cNvSpPr>
            <p:nvPr/>
          </p:nvSpPr>
          <p:spPr bwMode="auto">
            <a:xfrm>
              <a:off x="964" y="1830"/>
              <a:ext cx="48" cy="85"/>
            </a:xfrm>
            <a:custGeom>
              <a:avLst/>
              <a:gdLst>
                <a:gd name="T0" fmla="*/ 0 w 244"/>
                <a:gd name="T1" fmla="*/ 3 h 424"/>
                <a:gd name="T2" fmla="*/ 0 w 244"/>
                <a:gd name="T3" fmla="*/ 3 h 424"/>
                <a:gd name="T4" fmla="*/ 0 w 244"/>
                <a:gd name="T5" fmla="*/ 3 h 424"/>
                <a:gd name="T6" fmla="*/ 0 w 244"/>
                <a:gd name="T7" fmla="*/ 3 h 424"/>
                <a:gd name="T8" fmla="*/ 1 w 244"/>
                <a:gd name="T9" fmla="*/ 3 h 424"/>
                <a:gd name="T10" fmla="*/ 1 w 244"/>
                <a:gd name="T11" fmla="*/ 3 h 424"/>
                <a:gd name="T12" fmla="*/ 1 w 244"/>
                <a:gd name="T13" fmla="*/ 3 h 424"/>
                <a:gd name="T14" fmla="*/ 1 w 244"/>
                <a:gd name="T15" fmla="*/ 3 h 424"/>
                <a:gd name="T16" fmla="*/ 1 w 244"/>
                <a:gd name="T17" fmla="*/ 3 h 424"/>
                <a:gd name="T18" fmla="*/ 1 w 244"/>
                <a:gd name="T19" fmla="*/ 2 h 424"/>
                <a:gd name="T20" fmla="*/ 1 w 244"/>
                <a:gd name="T21" fmla="*/ 2 h 424"/>
                <a:gd name="T22" fmla="*/ 2 w 244"/>
                <a:gd name="T23" fmla="*/ 2 h 424"/>
                <a:gd name="T24" fmla="*/ 2 w 244"/>
                <a:gd name="T25" fmla="*/ 2 h 424"/>
                <a:gd name="T26" fmla="*/ 2 w 244"/>
                <a:gd name="T27" fmla="*/ 1 h 424"/>
                <a:gd name="T28" fmla="*/ 2 w 244"/>
                <a:gd name="T29" fmla="*/ 1 h 424"/>
                <a:gd name="T30" fmla="*/ 2 w 244"/>
                <a:gd name="T31" fmla="*/ 1 h 424"/>
                <a:gd name="T32" fmla="*/ 2 w 244"/>
                <a:gd name="T33" fmla="*/ 0 h 424"/>
                <a:gd name="T34" fmla="*/ 2 w 244"/>
                <a:gd name="T35" fmla="*/ 0 h 424"/>
                <a:gd name="T36" fmla="*/ 2 w 244"/>
                <a:gd name="T37" fmla="*/ 0 h 424"/>
                <a:gd name="T38" fmla="*/ 2 w 244"/>
                <a:gd name="T39" fmla="*/ 0 h 424"/>
                <a:gd name="T40" fmla="*/ 2 w 244"/>
                <a:gd name="T41" fmla="*/ 1 h 424"/>
                <a:gd name="T42" fmla="*/ 2 w 244"/>
                <a:gd name="T43" fmla="*/ 1 h 424"/>
                <a:gd name="T44" fmla="*/ 2 w 244"/>
                <a:gd name="T45" fmla="*/ 1 h 424"/>
                <a:gd name="T46" fmla="*/ 2 w 244"/>
                <a:gd name="T47" fmla="*/ 2 h 424"/>
                <a:gd name="T48" fmla="*/ 1 w 244"/>
                <a:gd name="T49" fmla="*/ 2 h 424"/>
                <a:gd name="T50" fmla="*/ 1 w 244"/>
                <a:gd name="T51" fmla="*/ 2 h 424"/>
                <a:gd name="T52" fmla="*/ 1 w 244"/>
                <a:gd name="T53" fmla="*/ 2 h 424"/>
                <a:gd name="T54" fmla="*/ 1 w 244"/>
                <a:gd name="T55" fmla="*/ 3 h 424"/>
                <a:gd name="T56" fmla="*/ 1 w 244"/>
                <a:gd name="T57" fmla="*/ 3 h 424"/>
                <a:gd name="T58" fmla="*/ 1 w 244"/>
                <a:gd name="T59" fmla="*/ 3 h 424"/>
                <a:gd name="T60" fmla="*/ 1 w 244"/>
                <a:gd name="T61" fmla="*/ 3 h 424"/>
                <a:gd name="T62" fmla="*/ 1 w 244"/>
                <a:gd name="T63" fmla="*/ 3 h 424"/>
                <a:gd name="T64" fmla="*/ 0 w 244"/>
                <a:gd name="T65" fmla="*/ 3 h 424"/>
                <a:gd name="T66" fmla="*/ 0 w 244"/>
                <a:gd name="T67" fmla="*/ 3 h 424"/>
                <a:gd name="T68" fmla="*/ 0 w 244"/>
                <a:gd name="T69" fmla="*/ 3 h 424"/>
                <a:gd name="T70" fmla="*/ 0 w 244"/>
                <a:gd name="T71" fmla="*/ 3 h 424"/>
                <a:gd name="T72" fmla="*/ 0 w 244"/>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4"/>
                <a:gd name="T113" fmla="*/ 244 w 244"/>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4">
                  <a:moveTo>
                    <a:pt x="0" y="424"/>
                  </a:moveTo>
                  <a:lnTo>
                    <a:pt x="0" y="424"/>
                  </a:lnTo>
                  <a:lnTo>
                    <a:pt x="25" y="422"/>
                  </a:lnTo>
                  <a:lnTo>
                    <a:pt x="50" y="416"/>
                  </a:lnTo>
                  <a:lnTo>
                    <a:pt x="73" y="405"/>
                  </a:lnTo>
                  <a:lnTo>
                    <a:pt x="96" y="390"/>
                  </a:lnTo>
                  <a:lnTo>
                    <a:pt x="118" y="373"/>
                  </a:lnTo>
                  <a:lnTo>
                    <a:pt x="138" y="350"/>
                  </a:lnTo>
                  <a:lnTo>
                    <a:pt x="155" y="326"/>
                  </a:lnTo>
                  <a:lnTo>
                    <a:pt x="173" y="299"/>
                  </a:lnTo>
                  <a:lnTo>
                    <a:pt x="189" y="268"/>
                  </a:lnTo>
                  <a:lnTo>
                    <a:pt x="203" y="235"/>
                  </a:lnTo>
                  <a:lnTo>
                    <a:pt x="215" y="201"/>
                  </a:lnTo>
                  <a:lnTo>
                    <a:pt x="226" y="163"/>
                  </a:lnTo>
                  <a:lnTo>
                    <a:pt x="234" y="125"/>
                  </a:lnTo>
                  <a:lnTo>
                    <a:pt x="240" y="85"/>
                  </a:lnTo>
                  <a:lnTo>
                    <a:pt x="243" y="42"/>
                  </a:lnTo>
                  <a:lnTo>
                    <a:pt x="244" y="0"/>
                  </a:lnTo>
                  <a:lnTo>
                    <a:pt x="233" y="0"/>
                  </a:lnTo>
                  <a:lnTo>
                    <a:pt x="232" y="42"/>
                  </a:lnTo>
                  <a:lnTo>
                    <a:pt x="228" y="83"/>
                  </a:lnTo>
                  <a:lnTo>
                    <a:pt x="222" y="123"/>
                  </a:lnTo>
                  <a:lnTo>
                    <a:pt x="214" y="160"/>
                  </a:lnTo>
                  <a:lnTo>
                    <a:pt x="203" y="197"/>
                  </a:lnTo>
                  <a:lnTo>
                    <a:pt x="192" y="231"/>
                  </a:lnTo>
                  <a:lnTo>
                    <a:pt x="178" y="263"/>
                  </a:lnTo>
                  <a:lnTo>
                    <a:pt x="164" y="292"/>
                  </a:lnTo>
                  <a:lnTo>
                    <a:pt x="146" y="319"/>
                  </a:lnTo>
                  <a:lnTo>
                    <a:pt x="129" y="343"/>
                  </a:lnTo>
                  <a:lnTo>
                    <a:pt x="109" y="363"/>
                  </a:lnTo>
                  <a:lnTo>
                    <a:pt x="89" y="381"/>
                  </a:lnTo>
                  <a:lnTo>
                    <a:pt x="66" y="394"/>
                  </a:lnTo>
                  <a:lnTo>
                    <a:pt x="45" y="404"/>
                  </a:lnTo>
                  <a:lnTo>
                    <a:pt x="23" y="410"/>
                  </a:lnTo>
                  <a:lnTo>
                    <a:pt x="0" y="412"/>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8818" name="Freeform 61"/>
            <p:cNvSpPr>
              <a:spLocks/>
            </p:cNvSpPr>
            <p:nvPr/>
          </p:nvSpPr>
          <p:spPr bwMode="auto">
            <a:xfrm>
              <a:off x="915" y="1830"/>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1" y="42"/>
                  </a:lnTo>
                  <a:lnTo>
                    <a:pt x="4" y="85"/>
                  </a:lnTo>
                  <a:lnTo>
                    <a:pt x="10" y="125"/>
                  </a:lnTo>
                  <a:lnTo>
                    <a:pt x="19" y="163"/>
                  </a:lnTo>
                  <a:lnTo>
                    <a:pt x="29" y="201"/>
                  </a:lnTo>
                  <a:lnTo>
                    <a:pt x="41" y="235"/>
                  </a:lnTo>
                  <a:lnTo>
                    <a:pt x="55" y="268"/>
                  </a:lnTo>
                  <a:lnTo>
                    <a:pt x="71" y="299"/>
                  </a:lnTo>
                  <a:lnTo>
                    <a:pt x="89" y="326"/>
                  </a:lnTo>
                  <a:lnTo>
                    <a:pt x="106" y="350"/>
                  </a:lnTo>
                  <a:lnTo>
                    <a:pt x="126" y="373"/>
                  </a:lnTo>
                  <a:lnTo>
                    <a:pt x="149" y="390"/>
                  </a:lnTo>
                  <a:lnTo>
                    <a:pt x="171" y="405"/>
                  </a:lnTo>
                  <a:lnTo>
                    <a:pt x="194" y="416"/>
                  </a:lnTo>
                  <a:lnTo>
                    <a:pt x="219" y="422"/>
                  </a:lnTo>
                  <a:lnTo>
                    <a:pt x="245" y="424"/>
                  </a:lnTo>
                  <a:lnTo>
                    <a:pt x="245" y="412"/>
                  </a:lnTo>
                  <a:lnTo>
                    <a:pt x="221" y="410"/>
                  </a:lnTo>
                  <a:lnTo>
                    <a:pt x="199" y="404"/>
                  </a:lnTo>
                  <a:lnTo>
                    <a:pt x="178" y="394"/>
                  </a:lnTo>
                  <a:lnTo>
                    <a:pt x="156" y="381"/>
                  </a:lnTo>
                  <a:lnTo>
                    <a:pt x="136" y="363"/>
                  </a:lnTo>
                  <a:lnTo>
                    <a:pt x="116" y="343"/>
                  </a:lnTo>
                  <a:lnTo>
                    <a:pt x="98" y="319"/>
                  </a:lnTo>
                  <a:lnTo>
                    <a:pt x="81" y="292"/>
                  </a:lnTo>
                  <a:lnTo>
                    <a:pt x="67" y="263"/>
                  </a:lnTo>
                  <a:lnTo>
                    <a:pt x="52" y="231"/>
                  </a:lnTo>
                  <a:lnTo>
                    <a:pt x="41" y="197"/>
                  </a:lnTo>
                  <a:lnTo>
                    <a:pt x="30" y="160"/>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8819" name="Freeform 62"/>
            <p:cNvSpPr>
              <a:spLocks/>
            </p:cNvSpPr>
            <p:nvPr/>
          </p:nvSpPr>
          <p:spPr bwMode="auto">
            <a:xfrm>
              <a:off x="915" y="1745"/>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0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19" y="2"/>
                  </a:lnTo>
                  <a:lnTo>
                    <a:pt x="194" y="8"/>
                  </a:lnTo>
                  <a:lnTo>
                    <a:pt x="171" y="19"/>
                  </a:lnTo>
                  <a:lnTo>
                    <a:pt x="149" y="34"/>
                  </a:lnTo>
                  <a:lnTo>
                    <a:pt x="126" y="52"/>
                  </a:lnTo>
                  <a:lnTo>
                    <a:pt x="106" y="74"/>
                  </a:lnTo>
                  <a:lnTo>
                    <a:pt x="89" y="99"/>
                  </a:lnTo>
                  <a:lnTo>
                    <a:pt x="70" y="126"/>
                  </a:lnTo>
                  <a:lnTo>
                    <a:pt x="55" y="157"/>
                  </a:lnTo>
                  <a:lnTo>
                    <a:pt x="41" y="189"/>
                  </a:lnTo>
                  <a:lnTo>
                    <a:pt x="29" y="224"/>
                  </a:lnTo>
                  <a:lnTo>
                    <a:pt x="19" y="262"/>
                  </a:lnTo>
                  <a:lnTo>
                    <a:pt x="10" y="300"/>
                  </a:lnTo>
                  <a:lnTo>
                    <a:pt x="4" y="340"/>
                  </a:lnTo>
                  <a:lnTo>
                    <a:pt x="1" y="383"/>
                  </a:lnTo>
                  <a:lnTo>
                    <a:pt x="0" y="426"/>
                  </a:lnTo>
                  <a:lnTo>
                    <a:pt x="11" y="426"/>
                  </a:lnTo>
                  <a:lnTo>
                    <a:pt x="13" y="383"/>
                  </a:lnTo>
                  <a:lnTo>
                    <a:pt x="16" y="342"/>
                  </a:lnTo>
                  <a:lnTo>
                    <a:pt x="22" y="303"/>
                  </a:lnTo>
                  <a:lnTo>
                    <a:pt x="30" y="264"/>
                  </a:lnTo>
                  <a:lnTo>
                    <a:pt x="41" y="229"/>
                  </a:lnTo>
                  <a:lnTo>
                    <a:pt x="52" y="194"/>
                  </a:lnTo>
                  <a:lnTo>
                    <a:pt x="67" y="162"/>
                  </a:lnTo>
                  <a:lnTo>
                    <a:pt x="82" y="133"/>
                  </a:lnTo>
                  <a:lnTo>
                    <a:pt x="98" y="106"/>
                  </a:lnTo>
                  <a:lnTo>
                    <a:pt x="116" y="81"/>
                  </a:lnTo>
                  <a:lnTo>
                    <a:pt x="136" y="61"/>
                  </a:lnTo>
                  <a:lnTo>
                    <a:pt x="156" y="43"/>
                  </a:lnTo>
                  <a:lnTo>
                    <a:pt x="178" y="31"/>
                  </a:lnTo>
                  <a:lnTo>
                    <a:pt x="199" y="20"/>
                  </a:lnTo>
                  <a:lnTo>
                    <a:pt x="221"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8820" name="Freeform 63"/>
            <p:cNvSpPr>
              <a:spLocks/>
            </p:cNvSpPr>
            <p:nvPr/>
          </p:nvSpPr>
          <p:spPr bwMode="auto">
            <a:xfrm>
              <a:off x="1140" y="2087"/>
              <a:ext cx="49" cy="85"/>
            </a:xfrm>
            <a:custGeom>
              <a:avLst/>
              <a:gdLst>
                <a:gd name="T0" fmla="*/ 2 w 246"/>
                <a:gd name="T1" fmla="*/ 3 h 424"/>
                <a:gd name="T2" fmla="*/ 2 w 246"/>
                <a:gd name="T3" fmla="*/ 3 h 424"/>
                <a:gd name="T4" fmla="*/ 2 w 246"/>
                <a:gd name="T5" fmla="*/ 3 h 424"/>
                <a:gd name="T6" fmla="*/ 2 w 246"/>
                <a:gd name="T7" fmla="*/ 3 h 424"/>
                <a:gd name="T8" fmla="*/ 2 w 246"/>
                <a:gd name="T9" fmla="*/ 2 h 424"/>
                <a:gd name="T10" fmla="*/ 2 w 246"/>
                <a:gd name="T11" fmla="*/ 2 h 424"/>
                <a:gd name="T12" fmla="*/ 2 w 246"/>
                <a:gd name="T13" fmla="*/ 2 h 424"/>
                <a:gd name="T14" fmla="*/ 2 w 246"/>
                <a:gd name="T15" fmla="*/ 2 h 424"/>
                <a:gd name="T16" fmla="*/ 2 w 246"/>
                <a:gd name="T17" fmla="*/ 1 h 424"/>
                <a:gd name="T18" fmla="*/ 1 w 246"/>
                <a:gd name="T19" fmla="*/ 1 h 424"/>
                <a:gd name="T20" fmla="*/ 1 w 246"/>
                <a:gd name="T21" fmla="*/ 1 h 424"/>
                <a:gd name="T22" fmla="*/ 1 w 246"/>
                <a:gd name="T23" fmla="*/ 1 h 424"/>
                <a:gd name="T24" fmla="*/ 1 w 246"/>
                <a:gd name="T25" fmla="*/ 0 h 424"/>
                <a:gd name="T26" fmla="*/ 1 w 246"/>
                <a:gd name="T27" fmla="*/ 0 h 424"/>
                <a:gd name="T28" fmla="*/ 1 w 246"/>
                <a:gd name="T29" fmla="*/ 0 h 424"/>
                <a:gd name="T30" fmla="*/ 0 w 246"/>
                <a:gd name="T31" fmla="*/ 0 h 424"/>
                <a:gd name="T32" fmla="*/ 0 w 246"/>
                <a:gd name="T33" fmla="*/ 0 h 424"/>
                <a:gd name="T34" fmla="*/ 0 w 246"/>
                <a:gd name="T35" fmla="*/ 0 h 424"/>
                <a:gd name="T36" fmla="*/ 0 w 246"/>
                <a:gd name="T37" fmla="*/ 0 h 424"/>
                <a:gd name="T38" fmla="*/ 0 w 246"/>
                <a:gd name="T39" fmla="*/ 0 h 424"/>
                <a:gd name="T40" fmla="*/ 0 w 246"/>
                <a:gd name="T41" fmla="*/ 0 h 424"/>
                <a:gd name="T42" fmla="*/ 1 w 246"/>
                <a:gd name="T43" fmla="*/ 0 h 424"/>
                <a:gd name="T44" fmla="*/ 1 w 246"/>
                <a:gd name="T45" fmla="*/ 0 h 424"/>
                <a:gd name="T46" fmla="*/ 1 w 246"/>
                <a:gd name="T47" fmla="*/ 0 h 424"/>
                <a:gd name="T48" fmla="*/ 1 w 246"/>
                <a:gd name="T49" fmla="*/ 1 h 424"/>
                <a:gd name="T50" fmla="*/ 1 w 246"/>
                <a:gd name="T51" fmla="*/ 1 h 424"/>
                <a:gd name="T52" fmla="*/ 1 w 246"/>
                <a:gd name="T53" fmla="*/ 1 h 424"/>
                <a:gd name="T54" fmla="*/ 1 w 246"/>
                <a:gd name="T55" fmla="*/ 1 h 424"/>
                <a:gd name="T56" fmla="*/ 2 w 246"/>
                <a:gd name="T57" fmla="*/ 2 h 424"/>
                <a:gd name="T58" fmla="*/ 2 w 246"/>
                <a:gd name="T59" fmla="*/ 2 h 424"/>
                <a:gd name="T60" fmla="*/ 2 w 246"/>
                <a:gd name="T61" fmla="*/ 2 h 424"/>
                <a:gd name="T62" fmla="*/ 2 w 246"/>
                <a:gd name="T63" fmla="*/ 2 h 424"/>
                <a:gd name="T64" fmla="*/ 2 w 246"/>
                <a:gd name="T65" fmla="*/ 3 h 424"/>
                <a:gd name="T66" fmla="*/ 2 w 246"/>
                <a:gd name="T67" fmla="*/ 3 h 424"/>
                <a:gd name="T68" fmla="*/ 2 w 246"/>
                <a:gd name="T69" fmla="*/ 3 h 424"/>
                <a:gd name="T70" fmla="*/ 2 w 246"/>
                <a:gd name="T71" fmla="*/ 3 h 424"/>
                <a:gd name="T72" fmla="*/ 2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424"/>
                  </a:moveTo>
                  <a:lnTo>
                    <a:pt x="246" y="424"/>
                  </a:lnTo>
                  <a:lnTo>
                    <a:pt x="244" y="382"/>
                  </a:lnTo>
                  <a:lnTo>
                    <a:pt x="241" y="338"/>
                  </a:lnTo>
                  <a:lnTo>
                    <a:pt x="235" y="298"/>
                  </a:lnTo>
                  <a:lnTo>
                    <a:pt x="227" y="261"/>
                  </a:lnTo>
                  <a:lnTo>
                    <a:pt x="216" y="222"/>
                  </a:lnTo>
                  <a:lnTo>
                    <a:pt x="205" y="188"/>
                  </a:lnTo>
                  <a:lnTo>
                    <a:pt x="190" y="155"/>
                  </a:lnTo>
                  <a:lnTo>
                    <a:pt x="174" y="125"/>
                  </a:lnTo>
                  <a:lnTo>
                    <a:pt x="157" y="98"/>
                  </a:lnTo>
                  <a:lnTo>
                    <a:pt x="138" y="73"/>
                  </a:lnTo>
                  <a:lnTo>
                    <a:pt x="118" y="51"/>
                  </a:lnTo>
                  <a:lnTo>
                    <a:pt x="96" y="34"/>
                  </a:lnTo>
                  <a:lnTo>
                    <a:pt x="74" y="18"/>
                  </a:lnTo>
                  <a:lnTo>
                    <a:pt x="50" y="8"/>
                  </a:lnTo>
                  <a:lnTo>
                    <a:pt x="25" y="2"/>
                  </a:lnTo>
                  <a:lnTo>
                    <a:pt x="0" y="0"/>
                  </a:lnTo>
                  <a:lnTo>
                    <a:pt x="0" y="11"/>
                  </a:lnTo>
                  <a:lnTo>
                    <a:pt x="23" y="14"/>
                  </a:lnTo>
                  <a:lnTo>
                    <a:pt x="45" y="19"/>
                  </a:lnTo>
                  <a:lnTo>
                    <a:pt x="67" y="30"/>
                  </a:lnTo>
                  <a:lnTo>
                    <a:pt x="89" y="43"/>
                  </a:lnTo>
                  <a:lnTo>
                    <a:pt x="108" y="60"/>
                  </a:lnTo>
                  <a:lnTo>
                    <a:pt x="128" y="80"/>
                  </a:lnTo>
                  <a:lnTo>
                    <a:pt x="147" y="105"/>
                  </a:lnTo>
                  <a:lnTo>
                    <a:pt x="165" y="132"/>
                  </a:lnTo>
                  <a:lnTo>
                    <a:pt x="179" y="160"/>
                  </a:lnTo>
                  <a:lnTo>
                    <a:pt x="193" y="193"/>
                  </a:lnTo>
                  <a:lnTo>
                    <a:pt x="205" y="227"/>
                  </a:lnTo>
                  <a:lnTo>
                    <a:pt x="215" y="263"/>
                  </a:lnTo>
                  <a:lnTo>
                    <a:pt x="223" y="301"/>
                  </a:lnTo>
                  <a:lnTo>
                    <a:pt x="229" y="341"/>
                  </a:lnTo>
                  <a:lnTo>
                    <a:pt x="233" y="382"/>
                  </a:lnTo>
                  <a:lnTo>
                    <a:pt x="234" y="424"/>
                  </a:lnTo>
                  <a:lnTo>
                    <a:pt x="246"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8821" name="Freeform 64"/>
            <p:cNvSpPr>
              <a:spLocks/>
            </p:cNvSpPr>
            <p:nvPr/>
          </p:nvSpPr>
          <p:spPr bwMode="auto">
            <a:xfrm>
              <a:off x="1140" y="2172"/>
              <a:ext cx="49" cy="85"/>
            </a:xfrm>
            <a:custGeom>
              <a:avLst/>
              <a:gdLst>
                <a:gd name="T0" fmla="*/ 0 w 246"/>
                <a:gd name="T1" fmla="*/ 3 h 426"/>
                <a:gd name="T2" fmla="*/ 0 w 246"/>
                <a:gd name="T3" fmla="*/ 3 h 426"/>
                <a:gd name="T4" fmla="*/ 0 w 246"/>
                <a:gd name="T5" fmla="*/ 3 h 426"/>
                <a:gd name="T6" fmla="*/ 0 w 246"/>
                <a:gd name="T7" fmla="*/ 3 h 426"/>
                <a:gd name="T8" fmla="*/ 1 w 246"/>
                <a:gd name="T9" fmla="*/ 3 h 426"/>
                <a:gd name="T10" fmla="*/ 1 w 246"/>
                <a:gd name="T11" fmla="*/ 3 h 426"/>
                <a:gd name="T12" fmla="*/ 1 w 246"/>
                <a:gd name="T13" fmla="*/ 3 h 426"/>
                <a:gd name="T14" fmla="*/ 1 w 246"/>
                <a:gd name="T15" fmla="*/ 3 h 426"/>
                <a:gd name="T16" fmla="*/ 1 w 246"/>
                <a:gd name="T17" fmla="*/ 3 h 426"/>
                <a:gd name="T18" fmla="*/ 1 w 246"/>
                <a:gd name="T19" fmla="*/ 2 h 426"/>
                <a:gd name="T20" fmla="*/ 2 w 246"/>
                <a:gd name="T21" fmla="*/ 2 h 426"/>
                <a:gd name="T22" fmla="*/ 2 w 246"/>
                <a:gd name="T23" fmla="*/ 2 h 426"/>
                <a:gd name="T24" fmla="*/ 2 w 246"/>
                <a:gd name="T25" fmla="*/ 2 h 426"/>
                <a:gd name="T26" fmla="*/ 2 w 246"/>
                <a:gd name="T27" fmla="*/ 1 h 426"/>
                <a:gd name="T28" fmla="*/ 2 w 246"/>
                <a:gd name="T29" fmla="*/ 1 h 426"/>
                <a:gd name="T30" fmla="*/ 2 w 246"/>
                <a:gd name="T31" fmla="*/ 1 h 426"/>
                <a:gd name="T32" fmla="*/ 2 w 246"/>
                <a:gd name="T33" fmla="*/ 0 h 426"/>
                <a:gd name="T34" fmla="*/ 2 w 246"/>
                <a:gd name="T35" fmla="*/ 0 h 426"/>
                <a:gd name="T36" fmla="*/ 2 w 246"/>
                <a:gd name="T37" fmla="*/ 0 h 426"/>
                <a:gd name="T38" fmla="*/ 2 w 246"/>
                <a:gd name="T39" fmla="*/ 0 h 426"/>
                <a:gd name="T40" fmla="*/ 2 w 246"/>
                <a:gd name="T41" fmla="*/ 1 h 426"/>
                <a:gd name="T42" fmla="*/ 2 w 246"/>
                <a:gd name="T43" fmla="*/ 1 h 426"/>
                <a:gd name="T44" fmla="*/ 2 w 246"/>
                <a:gd name="T45" fmla="*/ 1 h 426"/>
                <a:gd name="T46" fmla="*/ 2 w 246"/>
                <a:gd name="T47" fmla="*/ 2 h 426"/>
                <a:gd name="T48" fmla="*/ 2 w 246"/>
                <a:gd name="T49" fmla="*/ 2 h 426"/>
                <a:gd name="T50" fmla="*/ 1 w 246"/>
                <a:gd name="T51" fmla="*/ 2 h 426"/>
                <a:gd name="T52" fmla="*/ 1 w 246"/>
                <a:gd name="T53" fmla="*/ 2 h 426"/>
                <a:gd name="T54" fmla="*/ 1 w 246"/>
                <a:gd name="T55" fmla="*/ 3 h 426"/>
                <a:gd name="T56" fmla="*/ 1 w 246"/>
                <a:gd name="T57" fmla="*/ 3 h 426"/>
                <a:gd name="T58" fmla="*/ 1 w 246"/>
                <a:gd name="T59" fmla="*/ 3 h 426"/>
                <a:gd name="T60" fmla="*/ 1 w 246"/>
                <a:gd name="T61" fmla="*/ 3 h 426"/>
                <a:gd name="T62" fmla="*/ 1 w 246"/>
                <a:gd name="T63" fmla="*/ 3 h 426"/>
                <a:gd name="T64" fmla="*/ 0 w 246"/>
                <a:gd name="T65" fmla="*/ 3 h 426"/>
                <a:gd name="T66" fmla="*/ 0 w 246"/>
                <a:gd name="T67" fmla="*/ 3 h 426"/>
                <a:gd name="T68" fmla="*/ 0 w 246"/>
                <a:gd name="T69" fmla="*/ 3 h 426"/>
                <a:gd name="T70" fmla="*/ 0 w 246"/>
                <a:gd name="T71" fmla="*/ 3 h 426"/>
                <a:gd name="T72" fmla="*/ 0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426"/>
                  </a:moveTo>
                  <a:lnTo>
                    <a:pt x="0" y="426"/>
                  </a:lnTo>
                  <a:lnTo>
                    <a:pt x="25" y="423"/>
                  </a:lnTo>
                  <a:lnTo>
                    <a:pt x="50" y="417"/>
                  </a:lnTo>
                  <a:lnTo>
                    <a:pt x="74" y="407"/>
                  </a:lnTo>
                  <a:lnTo>
                    <a:pt x="96" y="392"/>
                  </a:lnTo>
                  <a:lnTo>
                    <a:pt x="118" y="373"/>
                  </a:lnTo>
                  <a:lnTo>
                    <a:pt x="138" y="350"/>
                  </a:lnTo>
                  <a:lnTo>
                    <a:pt x="157" y="327"/>
                  </a:lnTo>
                  <a:lnTo>
                    <a:pt x="175" y="299"/>
                  </a:lnTo>
                  <a:lnTo>
                    <a:pt x="190" y="268"/>
                  </a:lnTo>
                  <a:lnTo>
                    <a:pt x="205" y="236"/>
                  </a:lnTo>
                  <a:lnTo>
                    <a:pt x="216" y="202"/>
                  </a:lnTo>
                  <a:lnTo>
                    <a:pt x="227" y="164"/>
                  </a:lnTo>
                  <a:lnTo>
                    <a:pt x="235" y="125"/>
                  </a:lnTo>
                  <a:lnTo>
                    <a:pt x="241" y="86"/>
                  </a:lnTo>
                  <a:lnTo>
                    <a:pt x="244" y="42"/>
                  </a:lnTo>
                  <a:lnTo>
                    <a:pt x="246" y="0"/>
                  </a:lnTo>
                  <a:lnTo>
                    <a:pt x="234" y="0"/>
                  </a:lnTo>
                  <a:lnTo>
                    <a:pt x="233" y="42"/>
                  </a:lnTo>
                  <a:lnTo>
                    <a:pt x="229" y="83"/>
                  </a:lnTo>
                  <a:lnTo>
                    <a:pt x="223" y="123"/>
                  </a:lnTo>
                  <a:lnTo>
                    <a:pt x="215" y="162"/>
                  </a:lnTo>
                  <a:lnTo>
                    <a:pt x="205" y="197"/>
                  </a:lnTo>
                  <a:lnTo>
                    <a:pt x="193" y="231"/>
                  </a:lnTo>
                  <a:lnTo>
                    <a:pt x="179" y="264"/>
                  </a:lnTo>
                  <a:lnTo>
                    <a:pt x="164" y="292"/>
                  </a:lnTo>
                  <a:lnTo>
                    <a:pt x="147" y="320"/>
                  </a:lnTo>
                  <a:lnTo>
                    <a:pt x="128" y="343"/>
                  </a:lnTo>
                  <a:lnTo>
                    <a:pt x="108" y="363"/>
                  </a:lnTo>
                  <a:lnTo>
                    <a:pt x="89" y="382"/>
                  </a:lnTo>
                  <a:lnTo>
                    <a:pt x="67" y="395"/>
                  </a:lnTo>
                  <a:lnTo>
                    <a:pt x="45" y="406"/>
                  </a:lnTo>
                  <a:lnTo>
                    <a:pt x="23" y="411"/>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8822" name="Freeform 65"/>
            <p:cNvSpPr>
              <a:spLocks/>
            </p:cNvSpPr>
            <p:nvPr/>
          </p:nvSpPr>
          <p:spPr bwMode="auto">
            <a:xfrm>
              <a:off x="1091" y="2172"/>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4" y="86"/>
                  </a:lnTo>
                  <a:lnTo>
                    <a:pt x="10" y="125"/>
                  </a:lnTo>
                  <a:lnTo>
                    <a:pt x="18" y="164"/>
                  </a:lnTo>
                  <a:lnTo>
                    <a:pt x="29" y="202"/>
                  </a:lnTo>
                  <a:lnTo>
                    <a:pt x="41" y="236"/>
                  </a:lnTo>
                  <a:lnTo>
                    <a:pt x="55" y="268"/>
                  </a:lnTo>
                  <a:lnTo>
                    <a:pt x="70" y="299"/>
                  </a:lnTo>
                  <a:lnTo>
                    <a:pt x="89" y="327"/>
                  </a:lnTo>
                  <a:lnTo>
                    <a:pt x="106" y="350"/>
                  </a:lnTo>
                  <a:lnTo>
                    <a:pt x="126" y="373"/>
                  </a:lnTo>
                  <a:lnTo>
                    <a:pt x="148" y="392"/>
                  </a:lnTo>
                  <a:lnTo>
                    <a:pt x="171" y="407"/>
                  </a:lnTo>
                  <a:lnTo>
                    <a:pt x="194" y="417"/>
                  </a:lnTo>
                  <a:lnTo>
                    <a:pt x="219" y="423"/>
                  </a:lnTo>
                  <a:lnTo>
                    <a:pt x="245" y="426"/>
                  </a:lnTo>
                  <a:lnTo>
                    <a:pt x="245" y="414"/>
                  </a:lnTo>
                  <a:lnTo>
                    <a:pt x="221" y="411"/>
                  </a:lnTo>
                  <a:lnTo>
                    <a:pt x="199" y="406"/>
                  </a:lnTo>
                  <a:lnTo>
                    <a:pt x="178" y="395"/>
                  </a:lnTo>
                  <a:lnTo>
                    <a:pt x="155" y="382"/>
                  </a:lnTo>
                  <a:lnTo>
                    <a:pt x="136" y="363"/>
                  </a:lnTo>
                  <a:lnTo>
                    <a:pt x="116" y="343"/>
                  </a:lnTo>
                  <a:lnTo>
                    <a:pt x="98" y="320"/>
                  </a:lnTo>
                  <a:lnTo>
                    <a:pt x="82" y="292"/>
                  </a:lnTo>
                  <a:lnTo>
                    <a:pt x="66" y="264"/>
                  </a:lnTo>
                  <a:lnTo>
                    <a:pt x="52" y="231"/>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8823" name="Freeform 66"/>
            <p:cNvSpPr>
              <a:spLocks/>
            </p:cNvSpPr>
            <p:nvPr/>
          </p:nvSpPr>
          <p:spPr bwMode="auto">
            <a:xfrm>
              <a:off x="1091" y="2087"/>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4" y="8"/>
                  </a:lnTo>
                  <a:lnTo>
                    <a:pt x="171" y="18"/>
                  </a:lnTo>
                  <a:lnTo>
                    <a:pt x="148" y="34"/>
                  </a:lnTo>
                  <a:lnTo>
                    <a:pt x="126" y="51"/>
                  </a:lnTo>
                  <a:lnTo>
                    <a:pt x="106" y="73"/>
                  </a:lnTo>
                  <a:lnTo>
                    <a:pt x="89" y="98"/>
                  </a:lnTo>
                  <a:lnTo>
                    <a:pt x="71" y="125"/>
                  </a:lnTo>
                  <a:lnTo>
                    <a:pt x="55" y="155"/>
                  </a:lnTo>
                  <a:lnTo>
                    <a:pt x="41" y="188"/>
                  </a:lnTo>
                  <a:lnTo>
                    <a:pt x="29" y="222"/>
                  </a:lnTo>
                  <a:lnTo>
                    <a:pt x="18" y="261"/>
                  </a:lnTo>
                  <a:lnTo>
                    <a:pt x="10" y="298"/>
                  </a:lnTo>
                  <a:lnTo>
                    <a:pt x="4" y="338"/>
                  </a:lnTo>
                  <a:lnTo>
                    <a:pt x="1" y="382"/>
                  </a:lnTo>
                  <a:lnTo>
                    <a:pt x="0" y="424"/>
                  </a:lnTo>
                  <a:lnTo>
                    <a:pt x="11" y="424"/>
                  </a:lnTo>
                  <a:lnTo>
                    <a:pt x="13" y="382"/>
                  </a:lnTo>
                  <a:lnTo>
                    <a:pt x="16" y="341"/>
                  </a:lnTo>
                  <a:lnTo>
                    <a:pt x="22" y="301"/>
                  </a:lnTo>
                  <a:lnTo>
                    <a:pt x="30" y="263"/>
                  </a:lnTo>
                  <a:lnTo>
                    <a:pt x="41" y="227"/>
                  </a:lnTo>
                  <a:lnTo>
                    <a:pt x="52" y="193"/>
                  </a:lnTo>
                  <a:lnTo>
                    <a:pt x="66" y="160"/>
                  </a:lnTo>
                  <a:lnTo>
                    <a:pt x="80" y="132"/>
                  </a:lnTo>
                  <a:lnTo>
                    <a:pt x="98" y="105"/>
                  </a:lnTo>
                  <a:lnTo>
                    <a:pt x="116" y="80"/>
                  </a:lnTo>
                  <a:lnTo>
                    <a:pt x="136" y="60"/>
                  </a:lnTo>
                  <a:lnTo>
                    <a:pt x="155" y="43"/>
                  </a:lnTo>
                  <a:lnTo>
                    <a:pt x="178" y="30"/>
                  </a:lnTo>
                  <a:lnTo>
                    <a:pt x="199" y="19"/>
                  </a:lnTo>
                  <a:lnTo>
                    <a:pt x="221" y="14"/>
                  </a:lnTo>
                  <a:lnTo>
                    <a:pt x="245" y="11"/>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8824" name="Freeform 67"/>
            <p:cNvSpPr>
              <a:spLocks/>
            </p:cNvSpPr>
            <p:nvPr/>
          </p:nvSpPr>
          <p:spPr bwMode="auto">
            <a:xfrm>
              <a:off x="1392" y="2118"/>
              <a:ext cx="49" cy="85"/>
            </a:xfrm>
            <a:custGeom>
              <a:avLst/>
              <a:gdLst>
                <a:gd name="T0" fmla="*/ 2 w 246"/>
                <a:gd name="T1" fmla="*/ 3 h 426"/>
                <a:gd name="T2" fmla="*/ 2 w 246"/>
                <a:gd name="T3" fmla="*/ 3 h 426"/>
                <a:gd name="T4" fmla="*/ 2 w 246"/>
                <a:gd name="T5" fmla="*/ 3 h 426"/>
                <a:gd name="T6" fmla="*/ 2 w 246"/>
                <a:gd name="T7" fmla="*/ 3 h 426"/>
                <a:gd name="T8" fmla="*/ 2 w 246"/>
                <a:gd name="T9" fmla="*/ 2 h 426"/>
                <a:gd name="T10" fmla="*/ 2 w 246"/>
                <a:gd name="T11" fmla="*/ 2 h 426"/>
                <a:gd name="T12" fmla="*/ 2 w 246"/>
                <a:gd name="T13" fmla="*/ 2 h 426"/>
                <a:gd name="T14" fmla="*/ 2 w 246"/>
                <a:gd name="T15" fmla="*/ 2 h 426"/>
                <a:gd name="T16" fmla="*/ 2 w 246"/>
                <a:gd name="T17" fmla="*/ 1 h 426"/>
                <a:gd name="T18" fmla="*/ 1 w 246"/>
                <a:gd name="T19" fmla="*/ 1 h 426"/>
                <a:gd name="T20" fmla="*/ 1 w 246"/>
                <a:gd name="T21" fmla="*/ 1 h 426"/>
                <a:gd name="T22" fmla="*/ 1 w 246"/>
                <a:gd name="T23" fmla="*/ 1 h 426"/>
                <a:gd name="T24" fmla="*/ 1 w 246"/>
                <a:gd name="T25" fmla="*/ 0 h 426"/>
                <a:gd name="T26" fmla="*/ 1 w 246"/>
                <a:gd name="T27" fmla="*/ 0 h 426"/>
                <a:gd name="T28" fmla="*/ 1 w 246"/>
                <a:gd name="T29" fmla="*/ 0 h 426"/>
                <a:gd name="T30" fmla="*/ 0 w 246"/>
                <a:gd name="T31" fmla="*/ 0 h 426"/>
                <a:gd name="T32" fmla="*/ 0 w 246"/>
                <a:gd name="T33" fmla="*/ 0 h 426"/>
                <a:gd name="T34" fmla="*/ 0 w 246"/>
                <a:gd name="T35" fmla="*/ 0 h 426"/>
                <a:gd name="T36" fmla="*/ 0 w 246"/>
                <a:gd name="T37" fmla="*/ 0 h 426"/>
                <a:gd name="T38" fmla="*/ 0 w 246"/>
                <a:gd name="T39" fmla="*/ 0 h 426"/>
                <a:gd name="T40" fmla="*/ 0 w 246"/>
                <a:gd name="T41" fmla="*/ 0 h 426"/>
                <a:gd name="T42" fmla="*/ 1 w 246"/>
                <a:gd name="T43" fmla="*/ 0 h 426"/>
                <a:gd name="T44" fmla="*/ 1 w 246"/>
                <a:gd name="T45" fmla="*/ 0 h 426"/>
                <a:gd name="T46" fmla="*/ 1 w 246"/>
                <a:gd name="T47" fmla="*/ 1 h 426"/>
                <a:gd name="T48" fmla="*/ 1 w 246"/>
                <a:gd name="T49" fmla="*/ 1 h 426"/>
                <a:gd name="T50" fmla="*/ 1 w 246"/>
                <a:gd name="T51" fmla="*/ 1 h 426"/>
                <a:gd name="T52" fmla="*/ 1 w 246"/>
                <a:gd name="T53" fmla="*/ 1 h 426"/>
                <a:gd name="T54" fmla="*/ 1 w 246"/>
                <a:gd name="T55" fmla="*/ 1 h 426"/>
                <a:gd name="T56" fmla="*/ 2 w 246"/>
                <a:gd name="T57" fmla="*/ 2 h 426"/>
                <a:gd name="T58" fmla="*/ 2 w 246"/>
                <a:gd name="T59" fmla="*/ 2 h 426"/>
                <a:gd name="T60" fmla="*/ 2 w 246"/>
                <a:gd name="T61" fmla="*/ 2 h 426"/>
                <a:gd name="T62" fmla="*/ 2 w 246"/>
                <a:gd name="T63" fmla="*/ 2 h 426"/>
                <a:gd name="T64" fmla="*/ 2 w 246"/>
                <a:gd name="T65" fmla="*/ 3 h 426"/>
                <a:gd name="T66" fmla="*/ 2 w 246"/>
                <a:gd name="T67" fmla="*/ 3 h 426"/>
                <a:gd name="T68" fmla="*/ 2 w 246"/>
                <a:gd name="T69" fmla="*/ 3 h 426"/>
                <a:gd name="T70" fmla="*/ 2 w 246"/>
                <a:gd name="T71" fmla="*/ 3 h 426"/>
                <a:gd name="T72" fmla="*/ 2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246" y="426"/>
                  </a:moveTo>
                  <a:lnTo>
                    <a:pt x="246" y="426"/>
                  </a:lnTo>
                  <a:lnTo>
                    <a:pt x="245" y="384"/>
                  </a:lnTo>
                  <a:lnTo>
                    <a:pt x="242" y="340"/>
                  </a:lnTo>
                  <a:lnTo>
                    <a:pt x="236" y="301"/>
                  </a:lnTo>
                  <a:lnTo>
                    <a:pt x="228" y="262"/>
                  </a:lnTo>
                  <a:lnTo>
                    <a:pt x="217" y="224"/>
                  </a:lnTo>
                  <a:lnTo>
                    <a:pt x="205" y="190"/>
                  </a:lnTo>
                  <a:lnTo>
                    <a:pt x="191" y="158"/>
                  </a:lnTo>
                  <a:lnTo>
                    <a:pt x="176" y="126"/>
                  </a:lnTo>
                  <a:lnTo>
                    <a:pt x="157" y="99"/>
                  </a:lnTo>
                  <a:lnTo>
                    <a:pt x="139" y="75"/>
                  </a:lnTo>
                  <a:lnTo>
                    <a:pt x="119" y="53"/>
                  </a:lnTo>
                  <a:lnTo>
                    <a:pt x="96" y="34"/>
                  </a:lnTo>
                  <a:lnTo>
                    <a:pt x="75" y="19"/>
                  </a:lnTo>
                  <a:lnTo>
                    <a:pt x="51" y="9"/>
                  </a:lnTo>
                  <a:lnTo>
                    <a:pt x="26" y="3"/>
                  </a:lnTo>
                  <a:lnTo>
                    <a:pt x="0" y="0"/>
                  </a:lnTo>
                  <a:lnTo>
                    <a:pt x="0" y="12"/>
                  </a:lnTo>
                  <a:lnTo>
                    <a:pt x="24" y="15"/>
                  </a:lnTo>
                  <a:lnTo>
                    <a:pt x="46" y="20"/>
                  </a:lnTo>
                  <a:lnTo>
                    <a:pt x="68" y="31"/>
                  </a:lnTo>
                  <a:lnTo>
                    <a:pt x="89" y="44"/>
                  </a:lnTo>
                  <a:lnTo>
                    <a:pt x="109" y="63"/>
                  </a:lnTo>
                  <a:lnTo>
                    <a:pt x="129" y="83"/>
                  </a:lnTo>
                  <a:lnTo>
                    <a:pt x="148" y="106"/>
                  </a:lnTo>
                  <a:lnTo>
                    <a:pt x="164" y="133"/>
                  </a:lnTo>
                  <a:lnTo>
                    <a:pt x="180" y="162"/>
                  </a:lnTo>
                  <a:lnTo>
                    <a:pt x="194" y="195"/>
                  </a:lnTo>
                  <a:lnTo>
                    <a:pt x="205" y="229"/>
                  </a:lnTo>
                  <a:lnTo>
                    <a:pt x="216" y="264"/>
                  </a:lnTo>
                  <a:lnTo>
                    <a:pt x="224" y="303"/>
                  </a:lnTo>
                  <a:lnTo>
                    <a:pt x="230" y="343"/>
                  </a:lnTo>
                  <a:lnTo>
                    <a:pt x="233" y="384"/>
                  </a:lnTo>
                  <a:lnTo>
                    <a:pt x="235" y="426"/>
                  </a:lnTo>
                  <a:lnTo>
                    <a:pt x="246"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8825" name="Freeform 68"/>
            <p:cNvSpPr>
              <a:spLocks/>
            </p:cNvSpPr>
            <p:nvPr/>
          </p:nvSpPr>
          <p:spPr bwMode="auto">
            <a:xfrm>
              <a:off x="1392" y="2203"/>
              <a:ext cx="49" cy="85"/>
            </a:xfrm>
            <a:custGeom>
              <a:avLst/>
              <a:gdLst>
                <a:gd name="T0" fmla="*/ 0 w 246"/>
                <a:gd name="T1" fmla="*/ 3 h 424"/>
                <a:gd name="T2" fmla="*/ 0 w 246"/>
                <a:gd name="T3" fmla="*/ 3 h 424"/>
                <a:gd name="T4" fmla="*/ 0 w 246"/>
                <a:gd name="T5" fmla="*/ 3 h 424"/>
                <a:gd name="T6" fmla="*/ 0 w 246"/>
                <a:gd name="T7" fmla="*/ 3 h 424"/>
                <a:gd name="T8" fmla="*/ 1 w 246"/>
                <a:gd name="T9" fmla="*/ 3 h 424"/>
                <a:gd name="T10" fmla="*/ 1 w 246"/>
                <a:gd name="T11" fmla="*/ 3 h 424"/>
                <a:gd name="T12" fmla="*/ 1 w 246"/>
                <a:gd name="T13" fmla="*/ 3 h 424"/>
                <a:gd name="T14" fmla="*/ 1 w 246"/>
                <a:gd name="T15" fmla="*/ 3 h 424"/>
                <a:gd name="T16" fmla="*/ 1 w 246"/>
                <a:gd name="T17" fmla="*/ 3 h 424"/>
                <a:gd name="T18" fmla="*/ 1 w 246"/>
                <a:gd name="T19" fmla="*/ 2 h 424"/>
                <a:gd name="T20" fmla="*/ 2 w 246"/>
                <a:gd name="T21" fmla="*/ 2 h 424"/>
                <a:gd name="T22" fmla="*/ 2 w 246"/>
                <a:gd name="T23" fmla="*/ 2 h 424"/>
                <a:gd name="T24" fmla="*/ 2 w 246"/>
                <a:gd name="T25" fmla="*/ 2 h 424"/>
                <a:gd name="T26" fmla="*/ 2 w 246"/>
                <a:gd name="T27" fmla="*/ 1 h 424"/>
                <a:gd name="T28" fmla="*/ 2 w 246"/>
                <a:gd name="T29" fmla="*/ 1 h 424"/>
                <a:gd name="T30" fmla="*/ 2 w 246"/>
                <a:gd name="T31" fmla="*/ 1 h 424"/>
                <a:gd name="T32" fmla="*/ 2 w 246"/>
                <a:gd name="T33" fmla="*/ 0 h 424"/>
                <a:gd name="T34" fmla="*/ 2 w 246"/>
                <a:gd name="T35" fmla="*/ 0 h 424"/>
                <a:gd name="T36" fmla="*/ 2 w 246"/>
                <a:gd name="T37" fmla="*/ 0 h 424"/>
                <a:gd name="T38" fmla="*/ 2 w 246"/>
                <a:gd name="T39" fmla="*/ 0 h 424"/>
                <a:gd name="T40" fmla="*/ 2 w 246"/>
                <a:gd name="T41" fmla="*/ 1 h 424"/>
                <a:gd name="T42" fmla="*/ 2 w 246"/>
                <a:gd name="T43" fmla="*/ 1 h 424"/>
                <a:gd name="T44" fmla="*/ 2 w 246"/>
                <a:gd name="T45" fmla="*/ 1 h 424"/>
                <a:gd name="T46" fmla="*/ 2 w 246"/>
                <a:gd name="T47" fmla="*/ 2 h 424"/>
                <a:gd name="T48" fmla="*/ 2 w 246"/>
                <a:gd name="T49" fmla="*/ 2 h 424"/>
                <a:gd name="T50" fmla="*/ 1 w 246"/>
                <a:gd name="T51" fmla="*/ 2 h 424"/>
                <a:gd name="T52" fmla="*/ 1 w 246"/>
                <a:gd name="T53" fmla="*/ 2 h 424"/>
                <a:gd name="T54" fmla="*/ 1 w 246"/>
                <a:gd name="T55" fmla="*/ 3 h 424"/>
                <a:gd name="T56" fmla="*/ 1 w 246"/>
                <a:gd name="T57" fmla="*/ 3 h 424"/>
                <a:gd name="T58" fmla="*/ 1 w 246"/>
                <a:gd name="T59" fmla="*/ 3 h 424"/>
                <a:gd name="T60" fmla="*/ 1 w 246"/>
                <a:gd name="T61" fmla="*/ 3 h 424"/>
                <a:gd name="T62" fmla="*/ 1 w 246"/>
                <a:gd name="T63" fmla="*/ 3 h 424"/>
                <a:gd name="T64" fmla="*/ 0 w 246"/>
                <a:gd name="T65" fmla="*/ 3 h 424"/>
                <a:gd name="T66" fmla="*/ 0 w 246"/>
                <a:gd name="T67" fmla="*/ 3 h 424"/>
                <a:gd name="T68" fmla="*/ 0 w 246"/>
                <a:gd name="T69" fmla="*/ 3 h 424"/>
                <a:gd name="T70" fmla="*/ 0 w 246"/>
                <a:gd name="T71" fmla="*/ 3 h 424"/>
                <a:gd name="T72" fmla="*/ 0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0" y="424"/>
                  </a:moveTo>
                  <a:lnTo>
                    <a:pt x="0" y="424"/>
                  </a:lnTo>
                  <a:lnTo>
                    <a:pt x="26" y="422"/>
                  </a:lnTo>
                  <a:lnTo>
                    <a:pt x="51" y="416"/>
                  </a:lnTo>
                  <a:lnTo>
                    <a:pt x="75" y="406"/>
                  </a:lnTo>
                  <a:lnTo>
                    <a:pt x="96" y="390"/>
                  </a:lnTo>
                  <a:lnTo>
                    <a:pt x="119" y="373"/>
                  </a:lnTo>
                  <a:lnTo>
                    <a:pt x="139" y="351"/>
                  </a:lnTo>
                  <a:lnTo>
                    <a:pt x="157" y="326"/>
                  </a:lnTo>
                  <a:lnTo>
                    <a:pt x="175" y="299"/>
                  </a:lnTo>
                  <a:lnTo>
                    <a:pt x="191" y="269"/>
                  </a:lnTo>
                  <a:lnTo>
                    <a:pt x="205" y="236"/>
                  </a:lnTo>
                  <a:lnTo>
                    <a:pt x="217" y="202"/>
                  </a:lnTo>
                  <a:lnTo>
                    <a:pt x="228" y="163"/>
                  </a:lnTo>
                  <a:lnTo>
                    <a:pt x="236" y="125"/>
                  </a:lnTo>
                  <a:lnTo>
                    <a:pt x="242" y="86"/>
                  </a:lnTo>
                  <a:lnTo>
                    <a:pt x="245" y="42"/>
                  </a:lnTo>
                  <a:lnTo>
                    <a:pt x="246" y="0"/>
                  </a:lnTo>
                  <a:lnTo>
                    <a:pt x="235" y="0"/>
                  </a:lnTo>
                  <a:lnTo>
                    <a:pt x="233" y="42"/>
                  </a:lnTo>
                  <a:lnTo>
                    <a:pt x="230" y="83"/>
                  </a:lnTo>
                  <a:lnTo>
                    <a:pt x="224" y="123"/>
                  </a:lnTo>
                  <a:lnTo>
                    <a:pt x="216" y="161"/>
                  </a:lnTo>
                  <a:lnTo>
                    <a:pt x="205" y="197"/>
                  </a:lnTo>
                  <a:lnTo>
                    <a:pt x="194" y="231"/>
                  </a:lnTo>
                  <a:lnTo>
                    <a:pt x="180" y="264"/>
                  </a:lnTo>
                  <a:lnTo>
                    <a:pt x="166" y="292"/>
                  </a:lnTo>
                  <a:lnTo>
                    <a:pt x="148" y="319"/>
                  </a:lnTo>
                  <a:lnTo>
                    <a:pt x="129" y="344"/>
                  </a:lnTo>
                  <a:lnTo>
                    <a:pt x="109" y="364"/>
                  </a:lnTo>
                  <a:lnTo>
                    <a:pt x="89" y="381"/>
                  </a:lnTo>
                  <a:lnTo>
                    <a:pt x="68" y="394"/>
                  </a:lnTo>
                  <a:lnTo>
                    <a:pt x="46" y="405"/>
                  </a:lnTo>
                  <a:lnTo>
                    <a:pt x="24" y="410"/>
                  </a:lnTo>
                  <a:lnTo>
                    <a:pt x="0" y="413"/>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8826" name="Freeform 69"/>
            <p:cNvSpPr>
              <a:spLocks/>
            </p:cNvSpPr>
            <p:nvPr/>
          </p:nvSpPr>
          <p:spPr bwMode="auto">
            <a:xfrm>
              <a:off x="1343" y="2203"/>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2" y="42"/>
                  </a:lnTo>
                  <a:lnTo>
                    <a:pt x="5" y="86"/>
                  </a:lnTo>
                  <a:lnTo>
                    <a:pt x="11" y="125"/>
                  </a:lnTo>
                  <a:lnTo>
                    <a:pt x="19" y="163"/>
                  </a:lnTo>
                  <a:lnTo>
                    <a:pt x="30" y="202"/>
                  </a:lnTo>
                  <a:lnTo>
                    <a:pt x="41" y="236"/>
                  </a:lnTo>
                  <a:lnTo>
                    <a:pt x="56" y="269"/>
                  </a:lnTo>
                  <a:lnTo>
                    <a:pt x="72" y="299"/>
                  </a:lnTo>
                  <a:lnTo>
                    <a:pt x="90" y="326"/>
                  </a:lnTo>
                  <a:lnTo>
                    <a:pt x="108" y="351"/>
                  </a:lnTo>
                  <a:lnTo>
                    <a:pt x="127" y="373"/>
                  </a:lnTo>
                  <a:lnTo>
                    <a:pt x="149" y="390"/>
                  </a:lnTo>
                  <a:lnTo>
                    <a:pt x="172" y="406"/>
                  </a:lnTo>
                  <a:lnTo>
                    <a:pt x="195" y="416"/>
                  </a:lnTo>
                  <a:lnTo>
                    <a:pt x="220" y="422"/>
                  </a:lnTo>
                  <a:lnTo>
                    <a:pt x="245" y="424"/>
                  </a:lnTo>
                  <a:lnTo>
                    <a:pt x="245" y="413"/>
                  </a:lnTo>
                  <a:lnTo>
                    <a:pt x="222" y="410"/>
                  </a:lnTo>
                  <a:lnTo>
                    <a:pt x="200" y="405"/>
                  </a:lnTo>
                  <a:lnTo>
                    <a:pt x="179" y="394"/>
                  </a:lnTo>
                  <a:lnTo>
                    <a:pt x="156" y="381"/>
                  </a:lnTo>
                  <a:lnTo>
                    <a:pt x="136" y="364"/>
                  </a:lnTo>
                  <a:lnTo>
                    <a:pt x="118" y="344"/>
                  </a:lnTo>
                  <a:lnTo>
                    <a:pt x="99" y="319"/>
                  </a:lnTo>
                  <a:lnTo>
                    <a:pt x="81" y="292"/>
                  </a:lnTo>
                  <a:lnTo>
                    <a:pt x="67" y="264"/>
                  </a:lnTo>
                  <a:lnTo>
                    <a:pt x="53" y="231"/>
                  </a:lnTo>
                  <a:lnTo>
                    <a:pt x="41" y="197"/>
                  </a:lnTo>
                  <a:lnTo>
                    <a:pt x="31" y="161"/>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8827" name="Freeform 70"/>
            <p:cNvSpPr>
              <a:spLocks/>
            </p:cNvSpPr>
            <p:nvPr/>
          </p:nvSpPr>
          <p:spPr bwMode="auto">
            <a:xfrm>
              <a:off x="1343" y="2118"/>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1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20" y="3"/>
                  </a:lnTo>
                  <a:lnTo>
                    <a:pt x="195" y="9"/>
                  </a:lnTo>
                  <a:lnTo>
                    <a:pt x="172" y="19"/>
                  </a:lnTo>
                  <a:lnTo>
                    <a:pt x="149" y="34"/>
                  </a:lnTo>
                  <a:lnTo>
                    <a:pt x="127" y="53"/>
                  </a:lnTo>
                  <a:lnTo>
                    <a:pt x="108" y="75"/>
                  </a:lnTo>
                  <a:lnTo>
                    <a:pt x="90" y="99"/>
                  </a:lnTo>
                  <a:lnTo>
                    <a:pt x="71" y="126"/>
                  </a:lnTo>
                  <a:lnTo>
                    <a:pt x="56" y="158"/>
                  </a:lnTo>
                  <a:lnTo>
                    <a:pt x="41" y="190"/>
                  </a:lnTo>
                  <a:lnTo>
                    <a:pt x="30" y="224"/>
                  </a:lnTo>
                  <a:lnTo>
                    <a:pt x="19" y="262"/>
                  </a:lnTo>
                  <a:lnTo>
                    <a:pt x="11" y="301"/>
                  </a:lnTo>
                  <a:lnTo>
                    <a:pt x="5" y="340"/>
                  </a:lnTo>
                  <a:lnTo>
                    <a:pt x="2" y="384"/>
                  </a:lnTo>
                  <a:lnTo>
                    <a:pt x="0" y="426"/>
                  </a:lnTo>
                  <a:lnTo>
                    <a:pt x="12" y="426"/>
                  </a:lnTo>
                  <a:lnTo>
                    <a:pt x="13" y="384"/>
                  </a:lnTo>
                  <a:lnTo>
                    <a:pt x="17" y="343"/>
                  </a:lnTo>
                  <a:lnTo>
                    <a:pt x="23" y="303"/>
                  </a:lnTo>
                  <a:lnTo>
                    <a:pt x="31" y="264"/>
                  </a:lnTo>
                  <a:lnTo>
                    <a:pt x="41" y="229"/>
                  </a:lnTo>
                  <a:lnTo>
                    <a:pt x="53" y="195"/>
                  </a:lnTo>
                  <a:lnTo>
                    <a:pt x="67" y="162"/>
                  </a:lnTo>
                  <a:lnTo>
                    <a:pt x="82" y="133"/>
                  </a:lnTo>
                  <a:lnTo>
                    <a:pt x="99" y="106"/>
                  </a:lnTo>
                  <a:lnTo>
                    <a:pt x="118" y="83"/>
                  </a:lnTo>
                  <a:lnTo>
                    <a:pt x="136" y="63"/>
                  </a:lnTo>
                  <a:lnTo>
                    <a:pt x="156" y="44"/>
                  </a:lnTo>
                  <a:lnTo>
                    <a:pt x="179" y="31"/>
                  </a:lnTo>
                  <a:lnTo>
                    <a:pt x="200" y="20"/>
                  </a:lnTo>
                  <a:lnTo>
                    <a:pt x="222" y="15"/>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8828" name="Freeform 71"/>
            <p:cNvSpPr>
              <a:spLocks/>
            </p:cNvSpPr>
            <p:nvPr/>
          </p:nvSpPr>
          <p:spPr bwMode="auto">
            <a:xfrm>
              <a:off x="1384" y="1859"/>
              <a:ext cx="49" cy="84"/>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1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3" y="382"/>
                  </a:lnTo>
                  <a:lnTo>
                    <a:pt x="240" y="339"/>
                  </a:lnTo>
                  <a:lnTo>
                    <a:pt x="234" y="299"/>
                  </a:lnTo>
                  <a:lnTo>
                    <a:pt x="226" y="261"/>
                  </a:lnTo>
                  <a:lnTo>
                    <a:pt x="215" y="222"/>
                  </a:lnTo>
                  <a:lnTo>
                    <a:pt x="204" y="188"/>
                  </a:lnTo>
                  <a:lnTo>
                    <a:pt x="189" y="156"/>
                  </a:lnTo>
                  <a:lnTo>
                    <a:pt x="173" y="125"/>
                  </a:lnTo>
                  <a:lnTo>
                    <a:pt x="155" y="98"/>
                  </a:lnTo>
                  <a:lnTo>
                    <a:pt x="138" y="74"/>
                  </a:lnTo>
                  <a:lnTo>
                    <a:pt x="118" y="51"/>
                  </a:lnTo>
                  <a:lnTo>
                    <a:pt x="96" y="34"/>
                  </a:lnTo>
                  <a:lnTo>
                    <a:pt x="73" y="18"/>
                  </a:lnTo>
                  <a:lnTo>
                    <a:pt x="50" y="8"/>
                  </a:lnTo>
                  <a:lnTo>
                    <a:pt x="25" y="2"/>
                  </a:lnTo>
                  <a:lnTo>
                    <a:pt x="0" y="0"/>
                  </a:lnTo>
                  <a:lnTo>
                    <a:pt x="0" y="11"/>
                  </a:lnTo>
                  <a:lnTo>
                    <a:pt x="23" y="14"/>
                  </a:lnTo>
                  <a:lnTo>
                    <a:pt x="45" y="20"/>
                  </a:lnTo>
                  <a:lnTo>
                    <a:pt x="66" y="30"/>
                  </a:lnTo>
                  <a:lnTo>
                    <a:pt x="89" y="43"/>
                  </a:lnTo>
                  <a:lnTo>
                    <a:pt x="109" y="61"/>
                  </a:lnTo>
                  <a:lnTo>
                    <a:pt x="129" y="81"/>
                  </a:lnTo>
                  <a:lnTo>
                    <a:pt x="146" y="105"/>
                  </a:lnTo>
                  <a:lnTo>
                    <a:pt x="164" y="132"/>
                  </a:lnTo>
                  <a:lnTo>
                    <a:pt x="178" y="160"/>
                  </a:lnTo>
                  <a:lnTo>
                    <a:pt x="192" y="193"/>
                  </a:lnTo>
                  <a:lnTo>
                    <a:pt x="204" y="227"/>
                  </a:lnTo>
                  <a:lnTo>
                    <a:pt x="214" y="264"/>
                  </a:lnTo>
                  <a:lnTo>
                    <a:pt x="222" y="301"/>
                  </a:lnTo>
                  <a:lnTo>
                    <a:pt x="228"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8829" name="Freeform 72"/>
            <p:cNvSpPr>
              <a:spLocks/>
            </p:cNvSpPr>
            <p:nvPr/>
          </p:nvSpPr>
          <p:spPr bwMode="auto">
            <a:xfrm>
              <a:off x="1384" y="1943"/>
              <a:ext cx="49" cy="86"/>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5" y="423"/>
                  </a:lnTo>
                  <a:lnTo>
                    <a:pt x="50" y="418"/>
                  </a:lnTo>
                  <a:lnTo>
                    <a:pt x="73" y="407"/>
                  </a:lnTo>
                  <a:lnTo>
                    <a:pt x="96" y="392"/>
                  </a:lnTo>
                  <a:lnTo>
                    <a:pt x="118" y="374"/>
                  </a:lnTo>
                  <a:lnTo>
                    <a:pt x="138" y="352"/>
                  </a:lnTo>
                  <a:lnTo>
                    <a:pt x="155" y="327"/>
                  </a:lnTo>
                  <a:lnTo>
                    <a:pt x="174" y="300"/>
                  </a:lnTo>
                  <a:lnTo>
                    <a:pt x="189" y="269"/>
                  </a:lnTo>
                  <a:lnTo>
                    <a:pt x="204" y="237"/>
                  </a:lnTo>
                  <a:lnTo>
                    <a:pt x="215" y="202"/>
                  </a:lnTo>
                  <a:lnTo>
                    <a:pt x="226" y="164"/>
                  </a:lnTo>
                  <a:lnTo>
                    <a:pt x="234" y="126"/>
                  </a:lnTo>
                  <a:lnTo>
                    <a:pt x="240" y="86"/>
                  </a:lnTo>
                  <a:lnTo>
                    <a:pt x="243" y="42"/>
                  </a:lnTo>
                  <a:lnTo>
                    <a:pt x="245" y="0"/>
                  </a:lnTo>
                  <a:lnTo>
                    <a:pt x="233" y="0"/>
                  </a:lnTo>
                  <a:lnTo>
                    <a:pt x="232" y="42"/>
                  </a:lnTo>
                  <a:lnTo>
                    <a:pt x="228" y="83"/>
                  </a:lnTo>
                  <a:lnTo>
                    <a:pt x="222" y="123"/>
                  </a:lnTo>
                  <a:lnTo>
                    <a:pt x="214" y="162"/>
                  </a:lnTo>
                  <a:lnTo>
                    <a:pt x="204" y="197"/>
                  </a:lnTo>
                  <a:lnTo>
                    <a:pt x="192" y="232"/>
                  </a:lnTo>
                  <a:lnTo>
                    <a:pt x="178" y="264"/>
                  </a:lnTo>
                  <a:lnTo>
                    <a:pt x="163" y="293"/>
                  </a:lnTo>
                  <a:lnTo>
                    <a:pt x="146" y="320"/>
                  </a:lnTo>
                  <a:lnTo>
                    <a:pt x="129" y="345"/>
                  </a:lnTo>
                  <a:lnTo>
                    <a:pt x="109" y="365"/>
                  </a:lnTo>
                  <a:lnTo>
                    <a:pt x="89" y="382"/>
                  </a:lnTo>
                  <a:lnTo>
                    <a:pt x="66" y="395"/>
                  </a:lnTo>
                  <a:lnTo>
                    <a:pt x="45" y="406"/>
                  </a:lnTo>
                  <a:lnTo>
                    <a:pt x="23"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8830" name="Freeform 73"/>
            <p:cNvSpPr>
              <a:spLocks/>
            </p:cNvSpPr>
            <p:nvPr/>
          </p:nvSpPr>
          <p:spPr bwMode="auto">
            <a:xfrm>
              <a:off x="1335" y="1943"/>
              <a:ext cx="49" cy="86"/>
            </a:xfrm>
            <a:custGeom>
              <a:avLst/>
              <a:gdLst>
                <a:gd name="T0" fmla="*/ 0 w 246"/>
                <a:gd name="T1" fmla="*/ 0 h 426"/>
                <a:gd name="T2" fmla="*/ 0 w 246"/>
                <a:gd name="T3" fmla="*/ 0 h 426"/>
                <a:gd name="T4" fmla="*/ 0 w 246"/>
                <a:gd name="T5" fmla="*/ 0 h 426"/>
                <a:gd name="T6" fmla="*/ 0 w 246"/>
                <a:gd name="T7" fmla="*/ 1 h 426"/>
                <a:gd name="T8" fmla="*/ 0 w 246"/>
                <a:gd name="T9" fmla="*/ 1 h 426"/>
                <a:gd name="T10" fmla="*/ 0 w 246"/>
                <a:gd name="T11" fmla="*/ 1 h 426"/>
                <a:gd name="T12" fmla="*/ 0 w 246"/>
                <a:gd name="T13" fmla="*/ 2 h 426"/>
                <a:gd name="T14" fmla="*/ 0 w 246"/>
                <a:gd name="T15" fmla="*/ 2 h 426"/>
                <a:gd name="T16" fmla="*/ 0 w 246"/>
                <a:gd name="T17" fmla="*/ 2 h 426"/>
                <a:gd name="T18" fmla="*/ 1 w 246"/>
                <a:gd name="T19" fmla="*/ 2 h 426"/>
                <a:gd name="T20" fmla="*/ 1 w 246"/>
                <a:gd name="T21" fmla="*/ 3 h 426"/>
                <a:gd name="T22" fmla="*/ 1 w 246"/>
                <a:gd name="T23" fmla="*/ 3 h 426"/>
                <a:gd name="T24" fmla="*/ 1 w 246"/>
                <a:gd name="T25" fmla="*/ 3 h 426"/>
                <a:gd name="T26" fmla="*/ 1 w 246"/>
                <a:gd name="T27" fmla="*/ 3 h 426"/>
                <a:gd name="T28" fmla="*/ 1 w 246"/>
                <a:gd name="T29" fmla="*/ 3 h 426"/>
                <a:gd name="T30" fmla="*/ 2 w 246"/>
                <a:gd name="T31" fmla="*/ 3 h 426"/>
                <a:gd name="T32" fmla="*/ 2 w 246"/>
                <a:gd name="T33" fmla="*/ 3 h 426"/>
                <a:gd name="T34" fmla="*/ 2 w 246"/>
                <a:gd name="T35" fmla="*/ 3 h 426"/>
                <a:gd name="T36" fmla="*/ 2 w 246"/>
                <a:gd name="T37" fmla="*/ 3 h 426"/>
                <a:gd name="T38" fmla="*/ 2 w 246"/>
                <a:gd name="T39" fmla="*/ 3 h 426"/>
                <a:gd name="T40" fmla="*/ 2 w 246"/>
                <a:gd name="T41" fmla="*/ 3 h 426"/>
                <a:gd name="T42" fmla="*/ 1 w 246"/>
                <a:gd name="T43" fmla="*/ 3 h 426"/>
                <a:gd name="T44" fmla="*/ 1 w 246"/>
                <a:gd name="T45" fmla="*/ 3 h 426"/>
                <a:gd name="T46" fmla="*/ 1 w 246"/>
                <a:gd name="T47" fmla="*/ 3 h 426"/>
                <a:gd name="T48" fmla="*/ 1 w 246"/>
                <a:gd name="T49" fmla="*/ 3 h 426"/>
                <a:gd name="T50" fmla="*/ 1 w 246"/>
                <a:gd name="T51" fmla="*/ 3 h 426"/>
                <a:gd name="T52" fmla="*/ 1 w 246"/>
                <a:gd name="T53" fmla="*/ 2 h 426"/>
                <a:gd name="T54" fmla="*/ 1 w 246"/>
                <a:gd name="T55" fmla="*/ 2 h 426"/>
                <a:gd name="T56" fmla="*/ 0 w 246"/>
                <a:gd name="T57" fmla="*/ 2 h 426"/>
                <a:gd name="T58" fmla="*/ 0 w 246"/>
                <a:gd name="T59" fmla="*/ 2 h 426"/>
                <a:gd name="T60" fmla="*/ 0 w 246"/>
                <a:gd name="T61" fmla="*/ 1 h 426"/>
                <a:gd name="T62" fmla="*/ 0 w 246"/>
                <a:gd name="T63" fmla="*/ 1 h 426"/>
                <a:gd name="T64" fmla="*/ 0 w 246"/>
                <a:gd name="T65" fmla="*/ 1 h 426"/>
                <a:gd name="T66" fmla="*/ 0 w 246"/>
                <a:gd name="T67" fmla="*/ 0 h 426"/>
                <a:gd name="T68" fmla="*/ 0 w 246"/>
                <a:gd name="T69" fmla="*/ 0 h 426"/>
                <a:gd name="T70" fmla="*/ 0 w 246"/>
                <a:gd name="T71" fmla="*/ 0 h 426"/>
                <a:gd name="T72" fmla="*/ 0 w 246"/>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0"/>
                  </a:moveTo>
                  <a:lnTo>
                    <a:pt x="0" y="0"/>
                  </a:lnTo>
                  <a:lnTo>
                    <a:pt x="1" y="42"/>
                  </a:lnTo>
                  <a:lnTo>
                    <a:pt x="4" y="86"/>
                  </a:lnTo>
                  <a:lnTo>
                    <a:pt x="10" y="126"/>
                  </a:lnTo>
                  <a:lnTo>
                    <a:pt x="18" y="164"/>
                  </a:lnTo>
                  <a:lnTo>
                    <a:pt x="29" y="202"/>
                  </a:lnTo>
                  <a:lnTo>
                    <a:pt x="41" y="237"/>
                  </a:lnTo>
                  <a:lnTo>
                    <a:pt x="55" y="269"/>
                  </a:lnTo>
                  <a:lnTo>
                    <a:pt x="71" y="300"/>
                  </a:lnTo>
                  <a:lnTo>
                    <a:pt x="89" y="327"/>
                  </a:lnTo>
                  <a:lnTo>
                    <a:pt x="107" y="352"/>
                  </a:lnTo>
                  <a:lnTo>
                    <a:pt x="127" y="374"/>
                  </a:lnTo>
                  <a:lnTo>
                    <a:pt x="150" y="392"/>
                  </a:lnTo>
                  <a:lnTo>
                    <a:pt x="171" y="407"/>
                  </a:lnTo>
                  <a:lnTo>
                    <a:pt x="195" y="418"/>
                  </a:lnTo>
                  <a:lnTo>
                    <a:pt x="220" y="423"/>
                  </a:lnTo>
                  <a:lnTo>
                    <a:pt x="246" y="426"/>
                  </a:lnTo>
                  <a:lnTo>
                    <a:pt x="246" y="414"/>
                  </a:lnTo>
                  <a:lnTo>
                    <a:pt x="222" y="412"/>
                  </a:lnTo>
                  <a:lnTo>
                    <a:pt x="200" y="406"/>
                  </a:lnTo>
                  <a:lnTo>
                    <a:pt x="178" y="395"/>
                  </a:lnTo>
                  <a:lnTo>
                    <a:pt x="157" y="382"/>
                  </a:lnTo>
                  <a:lnTo>
                    <a:pt x="137" y="365"/>
                  </a:lnTo>
                  <a:lnTo>
                    <a:pt x="117" y="345"/>
                  </a:lnTo>
                  <a:lnTo>
                    <a:pt x="98" y="320"/>
                  </a:lnTo>
                  <a:lnTo>
                    <a:pt x="83" y="293"/>
                  </a:lnTo>
                  <a:lnTo>
                    <a:pt x="66" y="264"/>
                  </a:lnTo>
                  <a:lnTo>
                    <a:pt x="52" y="232"/>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8831" name="Freeform 74"/>
            <p:cNvSpPr>
              <a:spLocks/>
            </p:cNvSpPr>
            <p:nvPr/>
          </p:nvSpPr>
          <p:spPr bwMode="auto">
            <a:xfrm>
              <a:off x="1335" y="1859"/>
              <a:ext cx="49" cy="84"/>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1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0" y="2"/>
                  </a:lnTo>
                  <a:lnTo>
                    <a:pt x="195" y="8"/>
                  </a:lnTo>
                  <a:lnTo>
                    <a:pt x="171" y="18"/>
                  </a:lnTo>
                  <a:lnTo>
                    <a:pt x="150" y="34"/>
                  </a:lnTo>
                  <a:lnTo>
                    <a:pt x="127" y="51"/>
                  </a:lnTo>
                  <a:lnTo>
                    <a:pt x="107" y="74"/>
                  </a:lnTo>
                  <a:lnTo>
                    <a:pt x="89" y="98"/>
                  </a:lnTo>
                  <a:lnTo>
                    <a:pt x="72" y="125"/>
                  </a:lnTo>
                  <a:lnTo>
                    <a:pt x="55" y="156"/>
                  </a:lnTo>
                  <a:lnTo>
                    <a:pt x="41" y="188"/>
                  </a:lnTo>
                  <a:lnTo>
                    <a:pt x="29" y="222"/>
                  </a:lnTo>
                  <a:lnTo>
                    <a:pt x="18" y="261"/>
                  </a:lnTo>
                  <a:lnTo>
                    <a:pt x="10" y="299"/>
                  </a:lnTo>
                  <a:lnTo>
                    <a:pt x="4" y="339"/>
                  </a:lnTo>
                  <a:lnTo>
                    <a:pt x="1" y="382"/>
                  </a:lnTo>
                  <a:lnTo>
                    <a:pt x="0" y="424"/>
                  </a:lnTo>
                  <a:lnTo>
                    <a:pt x="11" y="424"/>
                  </a:lnTo>
                  <a:lnTo>
                    <a:pt x="13" y="382"/>
                  </a:lnTo>
                  <a:lnTo>
                    <a:pt x="16" y="341"/>
                  </a:lnTo>
                  <a:lnTo>
                    <a:pt x="22" y="301"/>
                  </a:lnTo>
                  <a:lnTo>
                    <a:pt x="30" y="264"/>
                  </a:lnTo>
                  <a:lnTo>
                    <a:pt x="41" y="227"/>
                  </a:lnTo>
                  <a:lnTo>
                    <a:pt x="52" y="193"/>
                  </a:lnTo>
                  <a:lnTo>
                    <a:pt x="66" y="160"/>
                  </a:lnTo>
                  <a:lnTo>
                    <a:pt x="82" y="132"/>
                  </a:lnTo>
                  <a:lnTo>
                    <a:pt x="98" y="105"/>
                  </a:lnTo>
                  <a:lnTo>
                    <a:pt x="117" y="81"/>
                  </a:lnTo>
                  <a:lnTo>
                    <a:pt x="137" y="61"/>
                  </a:lnTo>
                  <a:lnTo>
                    <a:pt x="157" y="43"/>
                  </a:lnTo>
                  <a:lnTo>
                    <a:pt x="178" y="30"/>
                  </a:lnTo>
                  <a:lnTo>
                    <a:pt x="200" y="20"/>
                  </a:lnTo>
                  <a:lnTo>
                    <a:pt x="222" y="14"/>
                  </a:lnTo>
                  <a:lnTo>
                    <a:pt x="246" y="11"/>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8832" name="Freeform 75"/>
            <p:cNvSpPr>
              <a:spLocks/>
            </p:cNvSpPr>
            <p:nvPr/>
          </p:nvSpPr>
          <p:spPr bwMode="auto">
            <a:xfrm>
              <a:off x="1552" y="1751"/>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1" y="339"/>
                  </a:lnTo>
                  <a:lnTo>
                    <a:pt x="235" y="299"/>
                  </a:lnTo>
                  <a:lnTo>
                    <a:pt x="226" y="261"/>
                  </a:lnTo>
                  <a:lnTo>
                    <a:pt x="216" y="223"/>
                  </a:lnTo>
                  <a:lnTo>
                    <a:pt x="204" y="189"/>
                  </a:lnTo>
                  <a:lnTo>
                    <a:pt x="190" y="156"/>
                  </a:lnTo>
                  <a:lnTo>
                    <a:pt x="174" y="125"/>
                  </a:lnTo>
                  <a:lnTo>
                    <a:pt x="156" y="98"/>
                  </a:lnTo>
                  <a:lnTo>
                    <a:pt x="137" y="74"/>
                  </a:lnTo>
                  <a:lnTo>
                    <a:pt x="119" y="52"/>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8" y="81"/>
                  </a:lnTo>
                  <a:lnTo>
                    <a:pt x="147" y="105"/>
                  </a:lnTo>
                  <a:lnTo>
                    <a:pt x="164" y="132"/>
                  </a:lnTo>
                  <a:lnTo>
                    <a:pt x="178" y="161"/>
                  </a:lnTo>
                  <a:lnTo>
                    <a:pt x="193" y="193"/>
                  </a:lnTo>
                  <a:lnTo>
                    <a:pt x="204" y="227"/>
                  </a:lnTo>
                  <a:lnTo>
                    <a:pt x="215" y="264"/>
                  </a:lnTo>
                  <a:lnTo>
                    <a:pt x="223" y="301"/>
                  </a:lnTo>
                  <a:lnTo>
                    <a:pt x="229" y="341"/>
                  </a:lnTo>
                  <a:lnTo>
                    <a:pt x="232" y="382"/>
                  </a:lnTo>
                  <a:lnTo>
                    <a:pt x="234"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8833" name="Freeform 76"/>
            <p:cNvSpPr>
              <a:spLocks/>
            </p:cNvSpPr>
            <p:nvPr/>
          </p:nvSpPr>
          <p:spPr bwMode="auto">
            <a:xfrm>
              <a:off x="1552" y="1836"/>
              <a:ext cx="49" cy="85"/>
            </a:xfrm>
            <a:custGeom>
              <a:avLst/>
              <a:gdLst>
                <a:gd name="T0" fmla="*/ 0 w 245"/>
                <a:gd name="T1" fmla="*/ 3 h 425"/>
                <a:gd name="T2" fmla="*/ 0 w 245"/>
                <a:gd name="T3" fmla="*/ 3 h 425"/>
                <a:gd name="T4" fmla="*/ 0 w 245"/>
                <a:gd name="T5" fmla="*/ 3 h 425"/>
                <a:gd name="T6" fmla="*/ 0 w 245"/>
                <a:gd name="T7" fmla="*/ 3 h 425"/>
                <a:gd name="T8" fmla="*/ 1 w 245"/>
                <a:gd name="T9" fmla="*/ 3 h 425"/>
                <a:gd name="T10" fmla="*/ 1 w 245"/>
                <a:gd name="T11" fmla="*/ 3 h 425"/>
                <a:gd name="T12" fmla="*/ 1 w 245"/>
                <a:gd name="T13" fmla="*/ 3 h 425"/>
                <a:gd name="T14" fmla="*/ 1 w 245"/>
                <a:gd name="T15" fmla="*/ 3 h 425"/>
                <a:gd name="T16" fmla="*/ 1 w 245"/>
                <a:gd name="T17" fmla="*/ 3 h 425"/>
                <a:gd name="T18" fmla="*/ 1 w 245"/>
                <a:gd name="T19" fmla="*/ 2 h 425"/>
                <a:gd name="T20" fmla="*/ 2 w 245"/>
                <a:gd name="T21" fmla="*/ 2 h 425"/>
                <a:gd name="T22" fmla="*/ 2 w 245"/>
                <a:gd name="T23" fmla="*/ 2 h 425"/>
                <a:gd name="T24" fmla="*/ 2 w 245"/>
                <a:gd name="T25" fmla="*/ 2 h 425"/>
                <a:gd name="T26" fmla="*/ 2 w 245"/>
                <a:gd name="T27" fmla="*/ 1 h 425"/>
                <a:gd name="T28" fmla="*/ 2 w 245"/>
                <a:gd name="T29" fmla="*/ 1 h 425"/>
                <a:gd name="T30" fmla="*/ 2 w 245"/>
                <a:gd name="T31" fmla="*/ 1 h 425"/>
                <a:gd name="T32" fmla="*/ 2 w 245"/>
                <a:gd name="T33" fmla="*/ 0 h 425"/>
                <a:gd name="T34" fmla="*/ 2 w 245"/>
                <a:gd name="T35" fmla="*/ 0 h 425"/>
                <a:gd name="T36" fmla="*/ 2 w 245"/>
                <a:gd name="T37" fmla="*/ 0 h 425"/>
                <a:gd name="T38" fmla="*/ 2 w 245"/>
                <a:gd name="T39" fmla="*/ 0 h 425"/>
                <a:gd name="T40" fmla="*/ 2 w 245"/>
                <a:gd name="T41" fmla="*/ 1 h 425"/>
                <a:gd name="T42" fmla="*/ 2 w 245"/>
                <a:gd name="T43" fmla="*/ 1 h 425"/>
                <a:gd name="T44" fmla="*/ 2 w 245"/>
                <a:gd name="T45" fmla="*/ 1 h 425"/>
                <a:gd name="T46" fmla="*/ 2 w 245"/>
                <a:gd name="T47" fmla="*/ 2 h 425"/>
                <a:gd name="T48" fmla="*/ 2 w 245"/>
                <a:gd name="T49" fmla="*/ 2 h 425"/>
                <a:gd name="T50" fmla="*/ 1 w 245"/>
                <a:gd name="T51" fmla="*/ 2 h 425"/>
                <a:gd name="T52" fmla="*/ 1 w 245"/>
                <a:gd name="T53" fmla="*/ 2 h 425"/>
                <a:gd name="T54" fmla="*/ 1 w 245"/>
                <a:gd name="T55" fmla="*/ 3 h 425"/>
                <a:gd name="T56" fmla="*/ 1 w 245"/>
                <a:gd name="T57" fmla="*/ 3 h 425"/>
                <a:gd name="T58" fmla="*/ 1 w 245"/>
                <a:gd name="T59" fmla="*/ 3 h 425"/>
                <a:gd name="T60" fmla="*/ 1 w 245"/>
                <a:gd name="T61" fmla="*/ 3 h 425"/>
                <a:gd name="T62" fmla="*/ 1 w 245"/>
                <a:gd name="T63" fmla="*/ 3 h 425"/>
                <a:gd name="T64" fmla="*/ 0 w 245"/>
                <a:gd name="T65" fmla="*/ 3 h 425"/>
                <a:gd name="T66" fmla="*/ 0 w 245"/>
                <a:gd name="T67" fmla="*/ 3 h 425"/>
                <a:gd name="T68" fmla="*/ 0 w 245"/>
                <a:gd name="T69" fmla="*/ 3 h 425"/>
                <a:gd name="T70" fmla="*/ 0 w 245"/>
                <a:gd name="T71" fmla="*/ 3 h 425"/>
                <a:gd name="T72" fmla="*/ 0 w 245"/>
                <a:gd name="T73" fmla="*/ 3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5"/>
                <a:gd name="T113" fmla="*/ 245 w 245"/>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5">
                  <a:moveTo>
                    <a:pt x="0" y="425"/>
                  </a:moveTo>
                  <a:lnTo>
                    <a:pt x="0" y="425"/>
                  </a:lnTo>
                  <a:lnTo>
                    <a:pt x="26" y="422"/>
                  </a:lnTo>
                  <a:lnTo>
                    <a:pt x="51" y="417"/>
                  </a:lnTo>
                  <a:lnTo>
                    <a:pt x="74" y="406"/>
                  </a:lnTo>
                  <a:lnTo>
                    <a:pt x="96" y="391"/>
                  </a:lnTo>
                  <a:lnTo>
                    <a:pt x="119" y="373"/>
                  </a:lnTo>
                  <a:lnTo>
                    <a:pt x="137" y="351"/>
                  </a:lnTo>
                  <a:lnTo>
                    <a:pt x="156" y="326"/>
                  </a:lnTo>
                  <a:lnTo>
                    <a:pt x="174" y="299"/>
                  </a:lnTo>
                  <a:lnTo>
                    <a:pt x="190" y="269"/>
                  </a:lnTo>
                  <a:lnTo>
                    <a:pt x="204" y="236"/>
                  </a:lnTo>
                  <a:lnTo>
                    <a:pt x="216" y="202"/>
                  </a:lnTo>
                  <a:lnTo>
                    <a:pt x="226" y="163"/>
                  </a:lnTo>
                  <a:lnTo>
                    <a:pt x="235" y="126"/>
                  </a:lnTo>
                  <a:lnTo>
                    <a:pt x="241" y="86"/>
                  </a:lnTo>
                  <a:lnTo>
                    <a:pt x="244" y="43"/>
                  </a:lnTo>
                  <a:lnTo>
                    <a:pt x="245" y="0"/>
                  </a:lnTo>
                  <a:lnTo>
                    <a:pt x="234" y="0"/>
                  </a:lnTo>
                  <a:lnTo>
                    <a:pt x="232" y="43"/>
                  </a:lnTo>
                  <a:lnTo>
                    <a:pt x="229" y="84"/>
                  </a:lnTo>
                  <a:lnTo>
                    <a:pt x="223" y="123"/>
                  </a:lnTo>
                  <a:lnTo>
                    <a:pt x="215" y="161"/>
                  </a:lnTo>
                  <a:lnTo>
                    <a:pt x="204" y="197"/>
                  </a:lnTo>
                  <a:lnTo>
                    <a:pt x="193" y="231"/>
                  </a:lnTo>
                  <a:lnTo>
                    <a:pt x="178" y="264"/>
                  </a:lnTo>
                  <a:lnTo>
                    <a:pt x="164" y="292"/>
                  </a:lnTo>
                  <a:lnTo>
                    <a:pt x="147" y="319"/>
                  </a:lnTo>
                  <a:lnTo>
                    <a:pt x="128" y="344"/>
                  </a:lnTo>
                  <a:lnTo>
                    <a:pt x="109" y="364"/>
                  </a:lnTo>
                  <a:lnTo>
                    <a:pt x="89" y="381"/>
                  </a:lnTo>
                  <a:lnTo>
                    <a:pt x="67" y="394"/>
                  </a:lnTo>
                  <a:lnTo>
                    <a:pt x="46" y="405"/>
                  </a:lnTo>
                  <a:lnTo>
                    <a:pt x="24" y="411"/>
                  </a:lnTo>
                  <a:lnTo>
                    <a:pt x="0" y="413"/>
                  </a:lnTo>
                  <a:lnTo>
                    <a:pt x="0" y="425"/>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8834" name="Freeform 77"/>
            <p:cNvSpPr>
              <a:spLocks/>
            </p:cNvSpPr>
            <p:nvPr/>
          </p:nvSpPr>
          <p:spPr bwMode="auto">
            <a:xfrm>
              <a:off x="1502" y="1836"/>
              <a:ext cx="50" cy="85"/>
            </a:xfrm>
            <a:custGeom>
              <a:avLst/>
              <a:gdLst>
                <a:gd name="T0" fmla="*/ 0 w 246"/>
                <a:gd name="T1" fmla="*/ 0 h 425"/>
                <a:gd name="T2" fmla="*/ 0 w 246"/>
                <a:gd name="T3" fmla="*/ 0 h 425"/>
                <a:gd name="T4" fmla="*/ 0 w 246"/>
                <a:gd name="T5" fmla="*/ 0 h 425"/>
                <a:gd name="T6" fmla="*/ 0 w 246"/>
                <a:gd name="T7" fmla="*/ 1 h 425"/>
                <a:gd name="T8" fmla="*/ 0 w 246"/>
                <a:gd name="T9" fmla="*/ 1 h 425"/>
                <a:gd name="T10" fmla="*/ 0 w 246"/>
                <a:gd name="T11" fmla="*/ 1 h 425"/>
                <a:gd name="T12" fmla="*/ 0 w 246"/>
                <a:gd name="T13" fmla="*/ 2 h 425"/>
                <a:gd name="T14" fmla="*/ 0 w 246"/>
                <a:gd name="T15" fmla="*/ 2 h 425"/>
                <a:gd name="T16" fmla="*/ 0 w 246"/>
                <a:gd name="T17" fmla="*/ 2 h 425"/>
                <a:gd name="T18" fmla="*/ 1 w 246"/>
                <a:gd name="T19" fmla="*/ 2 h 425"/>
                <a:gd name="T20" fmla="*/ 1 w 246"/>
                <a:gd name="T21" fmla="*/ 3 h 425"/>
                <a:gd name="T22" fmla="*/ 1 w 246"/>
                <a:gd name="T23" fmla="*/ 3 h 425"/>
                <a:gd name="T24" fmla="*/ 1 w 246"/>
                <a:gd name="T25" fmla="*/ 3 h 425"/>
                <a:gd name="T26" fmla="*/ 1 w 246"/>
                <a:gd name="T27" fmla="*/ 3 h 425"/>
                <a:gd name="T28" fmla="*/ 1 w 246"/>
                <a:gd name="T29" fmla="*/ 3 h 425"/>
                <a:gd name="T30" fmla="*/ 2 w 246"/>
                <a:gd name="T31" fmla="*/ 3 h 425"/>
                <a:gd name="T32" fmla="*/ 2 w 246"/>
                <a:gd name="T33" fmla="*/ 3 h 425"/>
                <a:gd name="T34" fmla="*/ 2 w 246"/>
                <a:gd name="T35" fmla="*/ 3 h 425"/>
                <a:gd name="T36" fmla="*/ 2 w 246"/>
                <a:gd name="T37" fmla="*/ 3 h 425"/>
                <a:gd name="T38" fmla="*/ 2 w 246"/>
                <a:gd name="T39" fmla="*/ 3 h 425"/>
                <a:gd name="T40" fmla="*/ 2 w 246"/>
                <a:gd name="T41" fmla="*/ 3 h 425"/>
                <a:gd name="T42" fmla="*/ 1 w 246"/>
                <a:gd name="T43" fmla="*/ 3 h 425"/>
                <a:gd name="T44" fmla="*/ 1 w 246"/>
                <a:gd name="T45" fmla="*/ 3 h 425"/>
                <a:gd name="T46" fmla="*/ 1 w 246"/>
                <a:gd name="T47" fmla="*/ 3 h 425"/>
                <a:gd name="T48" fmla="*/ 1 w 246"/>
                <a:gd name="T49" fmla="*/ 3 h 425"/>
                <a:gd name="T50" fmla="*/ 1 w 246"/>
                <a:gd name="T51" fmla="*/ 3 h 425"/>
                <a:gd name="T52" fmla="*/ 1 w 246"/>
                <a:gd name="T53" fmla="*/ 2 h 425"/>
                <a:gd name="T54" fmla="*/ 1 w 246"/>
                <a:gd name="T55" fmla="*/ 2 h 425"/>
                <a:gd name="T56" fmla="*/ 0 w 246"/>
                <a:gd name="T57" fmla="*/ 2 h 425"/>
                <a:gd name="T58" fmla="*/ 0 w 246"/>
                <a:gd name="T59" fmla="*/ 2 h 425"/>
                <a:gd name="T60" fmla="*/ 0 w 246"/>
                <a:gd name="T61" fmla="*/ 1 h 425"/>
                <a:gd name="T62" fmla="*/ 0 w 246"/>
                <a:gd name="T63" fmla="*/ 1 h 425"/>
                <a:gd name="T64" fmla="*/ 0 w 246"/>
                <a:gd name="T65" fmla="*/ 1 h 425"/>
                <a:gd name="T66" fmla="*/ 0 w 246"/>
                <a:gd name="T67" fmla="*/ 0 h 425"/>
                <a:gd name="T68" fmla="*/ 0 w 246"/>
                <a:gd name="T69" fmla="*/ 0 h 425"/>
                <a:gd name="T70" fmla="*/ 0 w 246"/>
                <a:gd name="T71" fmla="*/ 0 h 425"/>
                <a:gd name="T72" fmla="*/ 0 w 246"/>
                <a:gd name="T73" fmla="*/ 0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5"/>
                <a:gd name="T113" fmla="*/ 246 w 246"/>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5">
                  <a:moveTo>
                    <a:pt x="0" y="0"/>
                  </a:moveTo>
                  <a:lnTo>
                    <a:pt x="0" y="0"/>
                  </a:lnTo>
                  <a:lnTo>
                    <a:pt x="2" y="43"/>
                  </a:lnTo>
                  <a:lnTo>
                    <a:pt x="5" y="86"/>
                  </a:lnTo>
                  <a:lnTo>
                    <a:pt x="11" y="126"/>
                  </a:lnTo>
                  <a:lnTo>
                    <a:pt x="19" y="163"/>
                  </a:lnTo>
                  <a:lnTo>
                    <a:pt x="30" y="202"/>
                  </a:lnTo>
                  <a:lnTo>
                    <a:pt x="41" y="236"/>
                  </a:lnTo>
                  <a:lnTo>
                    <a:pt x="55" y="269"/>
                  </a:lnTo>
                  <a:lnTo>
                    <a:pt x="73" y="299"/>
                  </a:lnTo>
                  <a:lnTo>
                    <a:pt x="89" y="326"/>
                  </a:lnTo>
                  <a:lnTo>
                    <a:pt x="108" y="351"/>
                  </a:lnTo>
                  <a:lnTo>
                    <a:pt x="128" y="373"/>
                  </a:lnTo>
                  <a:lnTo>
                    <a:pt x="150" y="391"/>
                  </a:lnTo>
                  <a:lnTo>
                    <a:pt x="171" y="406"/>
                  </a:lnTo>
                  <a:lnTo>
                    <a:pt x="196" y="417"/>
                  </a:lnTo>
                  <a:lnTo>
                    <a:pt x="221" y="422"/>
                  </a:lnTo>
                  <a:lnTo>
                    <a:pt x="246" y="425"/>
                  </a:lnTo>
                  <a:lnTo>
                    <a:pt x="246" y="413"/>
                  </a:lnTo>
                  <a:lnTo>
                    <a:pt x="223" y="411"/>
                  </a:lnTo>
                  <a:lnTo>
                    <a:pt x="201" y="405"/>
                  </a:lnTo>
                  <a:lnTo>
                    <a:pt x="178" y="394"/>
                  </a:lnTo>
                  <a:lnTo>
                    <a:pt x="157" y="381"/>
                  </a:lnTo>
                  <a:lnTo>
                    <a:pt x="137" y="364"/>
                  </a:lnTo>
                  <a:lnTo>
                    <a:pt x="117" y="344"/>
                  </a:lnTo>
                  <a:lnTo>
                    <a:pt x="99" y="319"/>
                  </a:lnTo>
                  <a:lnTo>
                    <a:pt x="82" y="292"/>
                  </a:lnTo>
                  <a:lnTo>
                    <a:pt x="67" y="264"/>
                  </a:lnTo>
                  <a:lnTo>
                    <a:pt x="53" y="231"/>
                  </a:lnTo>
                  <a:lnTo>
                    <a:pt x="41" y="197"/>
                  </a:lnTo>
                  <a:lnTo>
                    <a:pt x="31" y="161"/>
                  </a:lnTo>
                  <a:lnTo>
                    <a:pt x="23" y="123"/>
                  </a:lnTo>
                  <a:lnTo>
                    <a:pt x="17" y="84"/>
                  </a:lnTo>
                  <a:lnTo>
                    <a:pt x="13" y="4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8835" name="Freeform 78"/>
            <p:cNvSpPr>
              <a:spLocks/>
            </p:cNvSpPr>
            <p:nvPr/>
          </p:nvSpPr>
          <p:spPr bwMode="auto">
            <a:xfrm>
              <a:off x="1502" y="1751"/>
              <a:ext cx="50" cy="85"/>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2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1" y="2"/>
                  </a:lnTo>
                  <a:lnTo>
                    <a:pt x="196" y="8"/>
                  </a:lnTo>
                  <a:lnTo>
                    <a:pt x="171" y="19"/>
                  </a:lnTo>
                  <a:lnTo>
                    <a:pt x="150" y="34"/>
                  </a:lnTo>
                  <a:lnTo>
                    <a:pt x="128" y="52"/>
                  </a:lnTo>
                  <a:lnTo>
                    <a:pt x="108" y="74"/>
                  </a:lnTo>
                  <a:lnTo>
                    <a:pt x="89" y="98"/>
                  </a:lnTo>
                  <a:lnTo>
                    <a:pt x="73" y="125"/>
                  </a:lnTo>
                  <a:lnTo>
                    <a:pt x="55" y="156"/>
                  </a:lnTo>
                  <a:lnTo>
                    <a:pt x="41" y="189"/>
                  </a:lnTo>
                  <a:lnTo>
                    <a:pt x="30" y="223"/>
                  </a:lnTo>
                  <a:lnTo>
                    <a:pt x="19" y="261"/>
                  </a:lnTo>
                  <a:lnTo>
                    <a:pt x="11" y="299"/>
                  </a:lnTo>
                  <a:lnTo>
                    <a:pt x="5" y="339"/>
                  </a:lnTo>
                  <a:lnTo>
                    <a:pt x="2" y="382"/>
                  </a:lnTo>
                  <a:lnTo>
                    <a:pt x="0" y="424"/>
                  </a:lnTo>
                  <a:lnTo>
                    <a:pt x="12" y="424"/>
                  </a:lnTo>
                  <a:lnTo>
                    <a:pt x="13" y="382"/>
                  </a:lnTo>
                  <a:lnTo>
                    <a:pt x="17" y="341"/>
                  </a:lnTo>
                  <a:lnTo>
                    <a:pt x="23" y="301"/>
                  </a:lnTo>
                  <a:lnTo>
                    <a:pt x="31" y="264"/>
                  </a:lnTo>
                  <a:lnTo>
                    <a:pt x="41" y="227"/>
                  </a:lnTo>
                  <a:lnTo>
                    <a:pt x="53" y="193"/>
                  </a:lnTo>
                  <a:lnTo>
                    <a:pt x="67" y="161"/>
                  </a:lnTo>
                  <a:lnTo>
                    <a:pt x="82" y="132"/>
                  </a:lnTo>
                  <a:lnTo>
                    <a:pt x="99" y="105"/>
                  </a:lnTo>
                  <a:lnTo>
                    <a:pt x="117" y="81"/>
                  </a:lnTo>
                  <a:lnTo>
                    <a:pt x="137" y="61"/>
                  </a:lnTo>
                  <a:lnTo>
                    <a:pt x="157" y="43"/>
                  </a:lnTo>
                  <a:lnTo>
                    <a:pt x="178" y="30"/>
                  </a:lnTo>
                  <a:lnTo>
                    <a:pt x="201" y="20"/>
                  </a:lnTo>
                  <a:lnTo>
                    <a:pt x="223" y="14"/>
                  </a:lnTo>
                  <a:lnTo>
                    <a:pt x="246" y="12"/>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8836" name="Freeform 79"/>
            <p:cNvSpPr>
              <a:spLocks/>
            </p:cNvSpPr>
            <p:nvPr/>
          </p:nvSpPr>
          <p:spPr bwMode="auto">
            <a:xfrm>
              <a:off x="1565" y="2016"/>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0" y="339"/>
                  </a:lnTo>
                  <a:lnTo>
                    <a:pt x="234" y="299"/>
                  </a:lnTo>
                  <a:lnTo>
                    <a:pt x="226" y="261"/>
                  </a:lnTo>
                  <a:lnTo>
                    <a:pt x="216" y="223"/>
                  </a:lnTo>
                  <a:lnTo>
                    <a:pt x="204" y="189"/>
                  </a:lnTo>
                  <a:lnTo>
                    <a:pt x="190" y="156"/>
                  </a:lnTo>
                  <a:lnTo>
                    <a:pt x="174" y="125"/>
                  </a:lnTo>
                  <a:lnTo>
                    <a:pt x="156" y="98"/>
                  </a:lnTo>
                  <a:lnTo>
                    <a:pt x="138" y="74"/>
                  </a:lnTo>
                  <a:lnTo>
                    <a:pt x="118" y="51"/>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9" y="81"/>
                  </a:lnTo>
                  <a:lnTo>
                    <a:pt x="147" y="105"/>
                  </a:lnTo>
                  <a:lnTo>
                    <a:pt x="164" y="132"/>
                  </a:lnTo>
                  <a:lnTo>
                    <a:pt x="178" y="160"/>
                  </a:lnTo>
                  <a:lnTo>
                    <a:pt x="192" y="193"/>
                  </a:lnTo>
                  <a:lnTo>
                    <a:pt x="204" y="227"/>
                  </a:lnTo>
                  <a:lnTo>
                    <a:pt x="215" y="264"/>
                  </a:lnTo>
                  <a:lnTo>
                    <a:pt x="223" y="301"/>
                  </a:lnTo>
                  <a:lnTo>
                    <a:pt x="229"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8837" name="Freeform 80"/>
            <p:cNvSpPr>
              <a:spLocks/>
            </p:cNvSpPr>
            <p:nvPr/>
          </p:nvSpPr>
          <p:spPr bwMode="auto">
            <a:xfrm>
              <a:off x="1565" y="2101"/>
              <a:ext cx="49" cy="85"/>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6" y="423"/>
                  </a:lnTo>
                  <a:lnTo>
                    <a:pt x="51" y="418"/>
                  </a:lnTo>
                  <a:lnTo>
                    <a:pt x="74" y="407"/>
                  </a:lnTo>
                  <a:lnTo>
                    <a:pt x="96" y="392"/>
                  </a:lnTo>
                  <a:lnTo>
                    <a:pt x="118" y="373"/>
                  </a:lnTo>
                  <a:lnTo>
                    <a:pt x="138" y="351"/>
                  </a:lnTo>
                  <a:lnTo>
                    <a:pt x="156" y="327"/>
                  </a:lnTo>
                  <a:lnTo>
                    <a:pt x="175" y="299"/>
                  </a:lnTo>
                  <a:lnTo>
                    <a:pt x="190" y="269"/>
                  </a:lnTo>
                  <a:lnTo>
                    <a:pt x="204" y="236"/>
                  </a:lnTo>
                  <a:lnTo>
                    <a:pt x="216" y="202"/>
                  </a:lnTo>
                  <a:lnTo>
                    <a:pt x="226" y="164"/>
                  </a:lnTo>
                  <a:lnTo>
                    <a:pt x="234" y="126"/>
                  </a:lnTo>
                  <a:lnTo>
                    <a:pt x="240" y="86"/>
                  </a:lnTo>
                  <a:lnTo>
                    <a:pt x="244" y="42"/>
                  </a:lnTo>
                  <a:lnTo>
                    <a:pt x="245" y="0"/>
                  </a:lnTo>
                  <a:lnTo>
                    <a:pt x="233" y="0"/>
                  </a:lnTo>
                  <a:lnTo>
                    <a:pt x="232" y="42"/>
                  </a:lnTo>
                  <a:lnTo>
                    <a:pt x="229" y="83"/>
                  </a:lnTo>
                  <a:lnTo>
                    <a:pt x="223" y="123"/>
                  </a:lnTo>
                  <a:lnTo>
                    <a:pt x="215" y="162"/>
                  </a:lnTo>
                  <a:lnTo>
                    <a:pt x="204" y="197"/>
                  </a:lnTo>
                  <a:lnTo>
                    <a:pt x="192" y="231"/>
                  </a:lnTo>
                  <a:lnTo>
                    <a:pt x="178" y="264"/>
                  </a:lnTo>
                  <a:lnTo>
                    <a:pt x="163" y="292"/>
                  </a:lnTo>
                  <a:lnTo>
                    <a:pt x="147" y="320"/>
                  </a:lnTo>
                  <a:lnTo>
                    <a:pt x="129" y="344"/>
                  </a:lnTo>
                  <a:lnTo>
                    <a:pt x="109" y="364"/>
                  </a:lnTo>
                  <a:lnTo>
                    <a:pt x="89" y="382"/>
                  </a:lnTo>
                  <a:lnTo>
                    <a:pt x="67" y="395"/>
                  </a:lnTo>
                  <a:lnTo>
                    <a:pt x="46" y="406"/>
                  </a:lnTo>
                  <a:lnTo>
                    <a:pt x="24"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8838" name="Freeform 81"/>
            <p:cNvSpPr>
              <a:spLocks/>
            </p:cNvSpPr>
            <p:nvPr/>
          </p:nvSpPr>
          <p:spPr bwMode="auto">
            <a:xfrm>
              <a:off x="1516" y="2101"/>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5" y="86"/>
                  </a:lnTo>
                  <a:lnTo>
                    <a:pt x="11" y="126"/>
                  </a:lnTo>
                  <a:lnTo>
                    <a:pt x="19" y="164"/>
                  </a:lnTo>
                  <a:lnTo>
                    <a:pt x="30" y="202"/>
                  </a:lnTo>
                  <a:lnTo>
                    <a:pt x="41" y="236"/>
                  </a:lnTo>
                  <a:lnTo>
                    <a:pt x="55" y="269"/>
                  </a:lnTo>
                  <a:lnTo>
                    <a:pt x="71" y="299"/>
                  </a:lnTo>
                  <a:lnTo>
                    <a:pt x="89" y="327"/>
                  </a:lnTo>
                  <a:lnTo>
                    <a:pt x="107" y="351"/>
                  </a:lnTo>
                  <a:lnTo>
                    <a:pt x="127" y="373"/>
                  </a:lnTo>
                  <a:lnTo>
                    <a:pt x="149" y="392"/>
                  </a:lnTo>
                  <a:lnTo>
                    <a:pt x="171" y="407"/>
                  </a:lnTo>
                  <a:lnTo>
                    <a:pt x="195" y="418"/>
                  </a:lnTo>
                  <a:lnTo>
                    <a:pt x="219" y="423"/>
                  </a:lnTo>
                  <a:lnTo>
                    <a:pt x="245" y="426"/>
                  </a:lnTo>
                  <a:lnTo>
                    <a:pt x="245" y="414"/>
                  </a:lnTo>
                  <a:lnTo>
                    <a:pt x="222" y="412"/>
                  </a:lnTo>
                  <a:lnTo>
                    <a:pt x="199" y="406"/>
                  </a:lnTo>
                  <a:lnTo>
                    <a:pt x="178" y="395"/>
                  </a:lnTo>
                  <a:lnTo>
                    <a:pt x="156" y="382"/>
                  </a:lnTo>
                  <a:lnTo>
                    <a:pt x="136" y="364"/>
                  </a:lnTo>
                  <a:lnTo>
                    <a:pt x="116" y="344"/>
                  </a:lnTo>
                  <a:lnTo>
                    <a:pt x="99" y="320"/>
                  </a:lnTo>
                  <a:lnTo>
                    <a:pt x="82" y="292"/>
                  </a:lnTo>
                  <a:lnTo>
                    <a:pt x="67" y="264"/>
                  </a:lnTo>
                  <a:lnTo>
                    <a:pt x="53" y="231"/>
                  </a:lnTo>
                  <a:lnTo>
                    <a:pt x="41" y="197"/>
                  </a:lnTo>
                  <a:lnTo>
                    <a:pt x="31" y="162"/>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8839" name="Freeform 82"/>
            <p:cNvSpPr>
              <a:spLocks/>
            </p:cNvSpPr>
            <p:nvPr/>
          </p:nvSpPr>
          <p:spPr bwMode="auto">
            <a:xfrm>
              <a:off x="1516" y="2016"/>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5" y="8"/>
                  </a:lnTo>
                  <a:lnTo>
                    <a:pt x="171" y="19"/>
                  </a:lnTo>
                  <a:lnTo>
                    <a:pt x="149" y="34"/>
                  </a:lnTo>
                  <a:lnTo>
                    <a:pt x="127" y="51"/>
                  </a:lnTo>
                  <a:lnTo>
                    <a:pt x="107" y="74"/>
                  </a:lnTo>
                  <a:lnTo>
                    <a:pt x="89" y="98"/>
                  </a:lnTo>
                  <a:lnTo>
                    <a:pt x="72" y="125"/>
                  </a:lnTo>
                  <a:lnTo>
                    <a:pt x="55" y="156"/>
                  </a:lnTo>
                  <a:lnTo>
                    <a:pt x="41" y="189"/>
                  </a:lnTo>
                  <a:lnTo>
                    <a:pt x="30" y="223"/>
                  </a:lnTo>
                  <a:lnTo>
                    <a:pt x="19" y="261"/>
                  </a:lnTo>
                  <a:lnTo>
                    <a:pt x="11" y="299"/>
                  </a:lnTo>
                  <a:lnTo>
                    <a:pt x="5" y="339"/>
                  </a:lnTo>
                  <a:lnTo>
                    <a:pt x="1" y="382"/>
                  </a:lnTo>
                  <a:lnTo>
                    <a:pt x="0" y="424"/>
                  </a:lnTo>
                  <a:lnTo>
                    <a:pt x="12" y="424"/>
                  </a:lnTo>
                  <a:lnTo>
                    <a:pt x="13" y="382"/>
                  </a:lnTo>
                  <a:lnTo>
                    <a:pt x="17" y="341"/>
                  </a:lnTo>
                  <a:lnTo>
                    <a:pt x="23" y="301"/>
                  </a:lnTo>
                  <a:lnTo>
                    <a:pt x="31" y="264"/>
                  </a:lnTo>
                  <a:lnTo>
                    <a:pt x="41" y="227"/>
                  </a:lnTo>
                  <a:lnTo>
                    <a:pt x="53" y="193"/>
                  </a:lnTo>
                  <a:lnTo>
                    <a:pt x="67" y="160"/>
                  </a:lnTo>
                  <a:lnTo>
                    <a:pt x="81" y="132"/>
                  </a:lnTo>
                  <a:lnTo>
                    <a:pt x="99" y="105"/>
                  </a:lnTo>
                  <a:lnTo>
                    <a:pt x="116" y="81"/>
                  </a:lnTo>
                  <a:lnTo>
                    <a:pt x="136" y="61"/>
                  </a:lnTo>
                  <a:lnTo>
                    <a:pt x="156" y="43"/>
                  </a:lnTo>
                  <a:lnTo>
                    <a:pt x="178" y="30"/>
                  </a:lnTo>
                  <a:lnTo>
                    <a:pt x="199" y="20"/>
                  </a:lnTo>
                  <a:lnTo>
                    <a:pt x="222"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grpSp>
        <p:nvGrpSpPr>
          <p:cNvPr id="158734" name="Group 83"/>
          <p:cNvGrpSpPr>
            <a:grpSpLocks/>
          </p:cNvGrpSpPr>
          <p:nvPr/>
        </p:nvGrpSpPr>
        <p:grpSpPr bwMode="auto">
          <a:xfrm rot="-223274">
            <a:off x="649288" y="2906713"/>
            <a:ext cx="744537" cy="733425"/>
            <a:chOff x="2757" y="1666"/>
            <a:chExt cx="812" cy="800"/>
          </a:xfrm>
        </p:grpSpPr>
        <p:sp>
          <p:nvSpPr>
            <p:cNvPr id="158783" name="Freeform 84"/>
            <p:cNvSpPr>
              <a:spLocks/>
            </p:cNvSpPr>
            <p:nvPr/>
          </p:nvSpPr>
          <p:spPr bwMode="auto">
            <a:xfrm>
              <a:off x="2762" y="1667"/>
              <a:ext cx="807" cy="584"/>
            </a:xfrm>
            <a:custGeom>
              <a:avLst/>
              <a:gdLst>
                <a:gd name="T0" fmla="*/ 497 w 807"/>
                <a:gd name="T1" fmla="*/ 583 h 584"/>
                <a:gd name="T2" fmla="*/ 0 w 807"/>
                <a:gd name="T3" fmla="*/ 452 h 584"/>
                <a:gd name="T4" fmla="*/ 337 w 807"/>
                <a:gd name="T5" fmla="*/ 0 h 584"/>
                <a:gd name="T6" fmla="*/ 806 w 807"/>
                <a:gd name="T7" fmla="*/ 98 h 584"/>
                <a:gd name="T8" fmla="*/ 497 w 807"/>
                <a:gd name="T9" fmla="*/ 583 h 584"/>
                <a:gd name="T10" fmla="*/ 0 60000 65536"/>
                <a:gd name="T11" fmla="*/ 0 60000 65536"/>
                <a:gd name="T12" fmla="*/ 0 60000 65536"/>
                <a:gd name="T13" fmla="*/ 0 60000 65536"/>
                <a:gd name="T14" fmla="*/ 0 60000 65536"/>
                <a:gd name="T15" fmla="*/ 0 w 807"/>
                <a:gd name="T16" fmla="*/ 0 h 584"/>
                <a:gd name="T17" fmla="*/ 807 w 807"/>
                <a:gd name="T18" fmla="*/ 584 h 584"/>
              </a:gdLst>
              <a:ahLst/>
              <a:cxnLst>
                <a:cxn ang="T10">
                  <a:pos x="T0" y="T1"/>
                </a:cxn>
                <a:cxn ang="T11">
                  <a:pos x="T2" y="T3"/>
                </a:cxn>
                <a:cxn ang="T12">
                  <a:pos x="T4" y="T5"/>
                </a:cxn>
                <a:cxn ang="T13">
                  <a:pos x="T6" y="T7"/>
                </a:cxn>
                <a:cxn ang="T14">
                  <a:pos x="T8" y="T9"/>
                </a:cxn>
              </a:cxnLst>
              <a:rect l="T15" t="T16" r="T17" b="T18"/>
              <a:pathLst>
                <a:path w="807" h="584">
                  <a:moveTo>
                    <a:pt x="497" y="583"/>
                  </a:moveTo>
                  <a:lnTo>
                    <a:pt x="0" y="452"/>
                  </a:lnTo>
                  <a:lnTo>
                    <a:pt x="337" y="0"/>
                  </a:lnTo>
                  <a:lnTo>
                    <a:pt x="806" y="98"/>
                  </a:lnTo>
                  <a:lnTo>
                    <a:pt x="497" y="583"/>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158784" name="Freeform 85"/>
            <p:cNvSpPr>
              <a:spLocks/>
            </p:cNvSpPr>
            <p:nvPr/>
          </p:nvSpPr>
          <p:spPr bwMode="auto">
            <a:xfrm>
              <a:off x="2882" y="1861"/>
              <a:ext cx="578" cy="384"/>
            </a:xfrm>
            <a:custGeom>
              <a:avLst/>
              <a:gdLst>
                <a:gd name="T0" fmla="*/ 377 w 578"/>
                <a:gd name="T1" fmla="*/ 383 h 384"/>
                <a:gd name="T2" fmla="*/ 0 w 578"/>
                <a:gd name="T3" fmla="*/ 291 h 384"/>
                <a:gd name="T4" fmla="*/ 217 w 578"/>
                <a:gd name="T5" fmla="*/ 0 h 384"/>
                <a:gd name="T6" fmla="*/ 577 w 578"/>
                <a:gd name="T7" fmla="*/ 74 h 384"/>
                <a:gd name="T8" fmla="*/ 377 w 578"/>
                <a:gd name="T9" fmla="*/ 383 h 384"/>
                <a:gd name="T10" fmla="*/ 0 60000 65536"/>
                <a:gd name="T11" fmla="*/ 0 60000 65536"/>
                <a:gd name="T12" fmla="*/ 0 60000 65536"/>
                <a:gd name="T13" fmla="*/ 0 60000 65536"/>
                <a:gd name="T14" fmla="*/ 0 60000 65536"/>
                <a:gd name="T15" fmla="*/ 0 w 578"/>
                <a:gd name="T16" fmla="*/ 0 h 384"/>
                <a:gd name="T17" fmla="*/ 578 w 578"/>
                <a:gd name="T18" fmla="*/ 384 h 384"/>
              </a:gdLst>
              <a:ahLst/>
              <a:cxnLst>
                <a:cxn ang="T10">
                  <a:pos x="T0" y="T1"/>
                </a:cxn>
                <a:cxn ang="T11">
                  <a:pos x="T2" y="T3"/>
                </a:cxn>
                <a:cxn ang="T12">
                  <a:pos x="T4" y="T5"/>
                </a:cxn>
                <a:cxn ang="T13">
                  <a:pos x="T6" y="T7"/>
                </a:cxn>
                <a:cxn ang="T14">
                  <a:pos x="T8" y="T9"/>
                </a:cxn>
              </a:cxnLst>
              <a:rect l="T15" t="T16" r="T17" b="T18"/>
              <a:pathLst>
                <a:path w="578" h="384">
                  <a:moveTo>
                    <a:pt x="377" y="383"/>
                  </a:moveTo>
                  <a:lnTo>
                    <a:pt x="0" y="291"/>
                  </a:lnTo>
                  <a:lnTo>
                    <a:pt x="217" y="0"/>
                  </a:lnTo>
                  <a:lnTo>
                    <a:pt x="577" y="74"/>
                  </a:lnTo>
                  <a:lnTo>
                    <a:pt x="377" y="383"/>
                  </a:lnTo>
                </a:path>
              </a:pathLst>
            </a:custGeom>
            <a:solidFill>
              <a:srgbClr val="E22B00"/>
            </a:solidFill>
            <a:ln>
              <a:noFill/>
            </a:ln>
            <a:extLst>
              <a:ext uri="{91240B29-F687-4F45-9708-019B960494DF}">
                <a14:hiddenLine xmlns:a14="http://schemas.microsoft.com/office/drawing/2010/main" w="12700" cap="rnd" cmpd="sng">
                  <a:solidFill>
                    <a:srgbClr val="000000"/>
                  </a:solidFill>
                  <a:prstDash val="solid"/>
                  <a:round/>
                  <a:headEnd type="none" w="med" len="med"/>
                  <a:tailEnd type="none" w="med" len="med"/>
                </a14:hiddenLine>
              </a:ext>
            </a:extLst>
          </p:spPr>
          <p:txBody>
            <a:bodyPr/>
            <a:lstStyle/>
            <a:p>
              <a:endParaRPr lang="fr-FR"/>
            </a:p>
          </p:txBody>
        </p:sp>
        <p:sp>
          <p:nvSpPr>
            <p:cNvPr id="158785" name="Line 86"/>
            <p:cNvSpPr>
              <a:spLocks noChangeShapeType="1"/>
            </p:cNvSpPr>
            <p:nvPr/>
          </p:nvSpPr>
          <p:spPr bwMode="auto">
            <a:xfrm>
              <a:off x="3102" y="1862"/>
              <a:ext cx="352" cy="7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fr-FR"/>
            </a:p>
          </p:txBody>
        </p:sp>
        <p:sp>
          <p:nvSpPr>
            <p:cNvPr id="158786" name="Freeform 87"/>
            <p:cNvSpPr>
              <a:spLocks/>
            </p:cNvSpPr>
            <p:nvPr/>
          </p:nvSpPr>
          <p:spPr bwMode="auto">
            <a:xfrm>
              <a:off x="2762" y="1666"/>
              <a:ext cx="337" cy="485"/>
            </a:xfrm>
            <a:custGeom>
              <a:avLst/>
              <a:gdLst>
                <a:gd name="T0" fmla="*/ 336 w 337"/>
                <a:gd name="T1" fmla="*/ 194 h 485"/>
                <a:gd name="T2" fmla="*/ 118 w 337"/>
                <a:gd name="T3" fmla="*/ 484 h 485"/>
                <a:gd name="T4" fmla="*/ 0 w 337"/>
                <a:gd name="T5" fmla="*/ 452 h 485"/>
                <a:gd name="T6" fmla="*/ 336 w 337"/>
                <a:gd name="T7" fmla="*/ 0 h 485"/>
                <a:gd name="T8" fmla="*/ 336 w 337"/>
                <a:gd name="T9" fmla="*/ 152 h 485"/>
                <a:gd name="T10" fmla="*/ 336 w 337"/>
                <a:gd name="T11" fmla="*/ 194 h 485"/>
                <a:gd name="T12" fmla="*/ 0 60000 65536"/>
                <a:gd name="T13" fmla="*/ 0 60000 65536"/>
                <a:gd name="T14" fmla="*/ 0 60000 65536"/>
                <a:gd name="T15" fmla="*/ 0 60000 65536"/>
                <a:gd name="T16" fmla="*/ 0 60000 65536"/>
                <a:gd name="T17" fmla="*/ 0 60000 65536"/>
                <a:gd name="T18" fmla="*/ 0 w 337"/>
                <a:gd name="T19" fmla="*/ 0 h 485"/>
                <a:gd name="T20" fmla="*/ 337 w 337"/>
                <a:gd name="T21" fmla="*/ 485 h 485"/>
              </a:gdLst>
              <a:ahLst/>
              <a:cxnLst>
                <a:cxn ang="T12">
                  <a:pos x="T0" y="T1"/>
                </a:cxn>
                <a:cxn ang="T13">
                  <a:pos x="T2" y="T3"/>
                </a:cxn>
                <a:cxn ang="T14">
                  <a:pos x="T4" y="T5"/>
                </a:cxn>
                <a:cxn ang="T15">
                  <a:pos x="T6" y="T7"/>
                </a:cxn>
                <a:cxn ang="T16">
                  <a:pos x="T8" y="T9"/>
                </a:cxn>
                <a:cxn ang="T17">
                  <a:pos x="T10" y="T11"/>
                </a:cxn>
              </a:cxnLst>
              <a:rect l="T18" t="T19" r="T20" b="T21"/>
              <a:pathLst>
                <a:path w="337" h="485">
                  <a:moveTo>
                    <a:pt x="336" y="194"/>
                  </a:moveTo>
                  <a:lnTo>
                    <a:pt x="118" y="484"/>
                  </a:lnTo>
                  <a:lnTo>
                    <a:pt x="0" y="452"/>
                  </a:lnTo>
                  <a:lnTo>
                    <a:pt x="336" y="0"/>
                  </a:lnTo>
                  <a:lnTo>
                    <a:pt x="336" y="152"/>
                  </a:lnTo>
                  <a:lnTo>
                    <a:pt x="336" y="194"/>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158787" name="Freeform 88"/>
            <p:cNvSpPr>
              <a:spLocks/>
            </p:cNvSpPr>
            <p:nvPr/>
          </p:nvSpPr>
          <p:spPr bwMode="auto">
            <a:xfrm>
              <a:off x="2757" y="2124"/>
              <a:ext cx="509" cy="339"/>
            </a:xfrm>
            <a:custGeom>
              <a:avLst/>
              <a:gdLst>
                <a:gd name="T0" fmla="*/ 0 w 506"/>
                <a:gd name="T1" fmla="*/ 0 h 345"/>
                <a:gd name="T2" fmla="*/ 1 w 506"/>
                <a:gd name="T3" fmla="*/ 198 h 345"/>
                <a:gd name="T4" fmla="*/ 514 w 506"/>
                <a:gd name="T5" fmla="*/ 326 h 345"/>
                <a:gd name="T6" fmla="*/ 513 w 506"/>
                <a:gd name="T7" fmla="*/ 124 h 345"/>
                <a:gd name="T8" fmla="*/ 0 60000 65536"/>
                <a:gd name="T9" fmla="*/ 0 60000 65536"/>
                <a:gd name="T10" fmla="*/ 0 60000 65536"/>
                <a:gd name="T11" fmla="*/ 0 60000 65536"/>
                <a:gd name="T12" fmla="*/ 0 w 506"/>
                <a:gd name="T13" fmla="*/ 0 h 345"/>
                <a:gd name="T14" fmla="*/ 506 w 506"/>
                <a:gd name="T15" fmla="*/ 345 h 345"/>
              </a:gdLst>
              <a:ahLst/>
              <a:cxnLst>
                <a:cxn ang="T8">
                  <a:pos x="T0" y="T1"/>
                </a:cxn>
                <a:cxn ang="T9">
                  <a:pos x="T2" y="T3"/>
                </a:cxn>
                <a:cxn ang="T10">
                  <a:pos x="T4" y="T5"/>
                </a:cxn>
                <a:cxn ang="T11">
                  <a:pos x="T6" y="T7"/>
                </a:cxn>
              </a:cxnLst>
              <a:rect l="T12" t="T13" r="T14" b="T15"/>
              <a:pathLst>
                <a:path w="506" h="345">
                  <a:moveTo>
                    <a:pt x="0" y="0"/>
                  </a:moveTo>
                  <a:lnTo>
                    <a:pt x="1" y="209"/>
                  </a:lnTo>
                  <a:lnTo>
                    <a:pt x="505" y="344"/>
                  </a:lnTo>
                  <a:lnTo>
                    <a:pt x="504" y="130"/>
                  </a:lnTo>
                </a:path>
              </a:pathLst>
            </a:custGeom>
            <a:solidFill>
              <a:srgbClr val="FC2C1C"/>
            </a:solidFill>
            <a:ln w="12700" cap="rnd" cmpd="sng">
              <a:solidFill>
                <a:schemeClr val="bg2"/>
              </a:solidFill>
              <a:prstDash val="solid"/>
              <a:round/>
              <a:headEnd type="none" w="med" len="med"/>
              <a:tailEnd type="none" w="med" len="med"/>
            </a:ln>
          </p:spPr>
          <p:txBody>
            <a:bodyPr/>
            <a:lstStyle/>
            <a:p>
              <a:endParaRPr lang="fr-FR"/>
            </a:p>
          </p:txBody>
        </p:sp>
        <p:sp>
          <p:nvSpPr>
            <p:cNvPr id="158788" name="AutoShape 89"/>
            <p:cNvSpPr>
              <a:spLocks noChangeArrowheads="1"/>
            </p:cNvSpPr>
            <p:nvPr/>
          </p:nvSpPr>
          <p:spPr bwMode="auto">
            <a:xfrm rot="16200000" flipH="1">
              <a:off x="3067" y="1967"/>
              <a:ext cx="693" cy="306"/>
            </a:xfrm>
            <a:prstGeom prst="parallelogram">
              <a:avLst>
                <a:gd name="adj" fmla="val 156202"/>
              </a:avLst>
            </a:prstGeom>
            <a:solidFill>
              <a:srgbClr val="FC2C1C"/>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grpSp>
        <p:nvGrpSpPr>
          <p:cNvPr id="158735" name="Group 90"/>
          <p:cNvGrpSpPr>
            <a:grpSpLocks/>
          </p:cNvGrpSpPr>
          <p:nvPr/>
        </p:nvGrpSpPr>
        <p:grpSpPr bwMode="auto">
          <a:xfrm rot="-223274">
            <a:off x="3902075" y="2867025"/>
            <a:ext cx="744538" cy="733425"/>
            <a:chOff x="2757" y="1666"/>
            <a:chExt cx="812" cy="800"/>
          </a:xfrm>
        </p:grpSpPr>
        <p:sp>
          <p:nvSpPr>
            <p:cNvPr id="158777" name="Freeform 91"/>
            <p:cNvSpPr>
              <a:spLocks/>
            </p:cNvSpPr>
            <p:nvPr/>
          </p:nvSpPr>
          <p:spPr bwMode="auto">
            <a:xfrm>
              <a:off x="2762" y="1667"/>
              <a:ext cx="807" cy="584"/>
            </a:xfrm>
            <a:custGeom>
              <a:avLst/>
              <a:gdLst>
                <a:gd name="T0" fmla="*/ 497 w 807"/>
                <a:gd name="T1" fmla="*/ 583 h 584"/>
                <a:gd name="T2" fmla="*/ 0 w 807"/>
                <a:gd name="T3" fmla="*/ 452 h 584"/>
                <a:gd name="T4" fmla="*/ 337 w 807"/>
                <a:gd name="T5" fmla="*/ 0 h 584"/>
                <a:gd name="T6" fmla="*/ 806 w 807"/>
                <a:gd name="T7" fmla="*/ 98 h 584"/>
                <a:gd name="T8" fmla="*/ 497 w 807"/>
                <a:gd name="T9" fmla="*/ 583 h 584"/>
                <a:gd name="T10" fmla="*/ 0 60000 65536"/>
                <a:gd name="T11" fmla="*/ 0 60000 65536"/>
                <a:gd name="T12" fmla="*/ 0 60000 65536"/>
                <a:gd name="T13" fmla="*/ 0 60000 65536"/>
                <a:gd name="T14" fmla="*/ 0 60000 65536"/>
                <a:gd name="T15" fmla="*/ 0 w 807"/>
                <a:gd name="T16" fmla="*/ 0 h 584"/>
                <a:gd name="T17" fmla="*/ 807 w 807"/>
                <a:gd name="T18" fmla="*/ 584 h 584"/>
              </a:gdLst>
              <a:ahLst/>
              <a:cxnLst>
                <a:cxn ang="T10">
                  <a:pos x="T0" y="T1"/>
                </a:cxn>
                <a:cxn ang="T11">
                  <a:pos x="T2" y="T3"/>
                </a:cxn>
                <a:cxn ang="T12">
                  <a:pos x="T4" y="T5"/>
                </a:cxn>
                <a:cxn ang="T13">
                  <a:pos x="T6" y="T7"/>
                </a:cxn>
                <a:cxn ang="T14">
                  <a:pos x="T8" y="T9"/>
                </a:cxn>
              </a:cxnLst>
              <a:rect l="T15" t="T16" r="T17" b="T18"/>
              <a:pathLst>
                <a:path w="807" h="584">
                  <a:moveTo>
                    <a:pt x="497" y="583"/>
                  </a:moveTo>
                  <a:lnTo>
                    <a:pt x="0" y="452"/>
                  </a:lnTo>
                  <a:lnTo>
                    <a:pt x="337" y="0"/>
                  </a:lnTo>
                  <a:lnTo>
                    <a:pt x="806" y="98"/>
                  </a:lnTo>
                  <a:lnTo>
                    <a:pt x="497" y="583"/>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158778" name="Freeform 92"/>
            <p:cNvSpPr>
              <a:spLocks/>
            </p:cNvSpPr>
            <p:nvPr/>
          </p:nvSpPr>
          <p:spPr bwMode="auto">
            <a:xfrm>
              <a:off x="2882" y="1861"/>
              <a:ext cx="578" cy="384"/>
            </a:xfrm>
            <a:custGeom>
              <a:avLst/>
              <a:gdLst>
                <a:gd name="T0" fmla="*/ 377 w 578"/>
                <a:gd name="T1" fmla="*/ 383 h 384"/>
                <a:gd name="T2" fmla="*/ 0 w 578"/>
                <a:gd name="T3" fmla="*/ 291 h 384"/>
                <a:gd name="T4" fmla="*/ 217 w 578"/>
                <a:gd name="T5" fmla="*/ 0 h 384"/>
                <a:gd name="T6" fmla="*/ 577 w 578"/>
                <a:gd name="T7" fmla="*/ 74 h 384"/>
                <a:gd name="T8" fmla="*/ 377 w 578"/>
                <a:gd name="T9" fmla="*/ 383 h 384"/>
                <a:gd name="T10" fmla="*/ 0 60000 65536"/>
                <a:gd name="T11" fmla="*/ 0 60000 65536"/>
                <a:gd name="T12" fmla="*/ 0 60000 65536"/>
                <a:gd name="T13" fmla="*/ 0 60000 65536"/>
                <a:gd name="T14" fmla="*/ 0 60000 65536"/>
                <a:gd name="T15" fmla="*/ 0 w 578"/>
                <a:gd name="T16" fmla="*/ 0 h 384"/>
                <a:gd name="T17" fmla="*/ 578 w 578"/>
                <a:gd name="T18" fmla="*/ 384 h 384"/>
              </a:gdLst>
              <a:ahLst/>
              <a:cxnLst>
                <a:cxn ang="T10">
                  <a:pos x="T0" y="T1"/>
                </a:cxn>
                <a:cxn ang="T11">
                  <a:pos x="T2" y="T3"/>
                </a:cxn>
                <a:cxn ang="T12">
                  <a:pos x="T4" y="T5"/>
                </a:cxn>
                <a:cxn ang="T13">
                  <a:pos x="T6" y="T7"/>
                </a:cxn>
                <a:cxn ang="T14">
                  <a:pos x="T8" y="T9"/>
                </a:cxn>
              </a:cxnLst>
              <a:rect l="T15" t="T16" r="T17" b="T18"/>
              <a:pathLst>
                <a:path w="578" h="384">
                  <a:moveTo>
                    <a:pt x="377" y="383"/>
                  </a:moveTo>
                  <a:lnTo>
                    <a:pt x="0" y="291"/>
                  </a:lnTo>
                  <a:lnTo>
                    <a:pt x="217" y="0"/>
                  </a:lnTo>
                  <a:lnTo>
                    <a:pt x="577" y="74"/>
                  </a:lnTo>
                  <a:lnTo>
                    <a:pt x="377" y="383"/>
                  </a:lnTo>
                </a:path>
              </a:pathLst>
            </a:custGeom>
            <a:solidFill>
              <a:srgbClr val="E22B00"/>
            </a:solidFill>
            <a:ln>
              <a:noFill/>
            </a:ln>
            <a:extLst>
              <a:ext uri="{91240B29-F687-4F45-9708-019B960494DF}">
                <a14:hiddenLine xmlns:a14="http://schemas.microsoft.com/office/drawing/2010/main" w="12700" cap="rnd" cmpd="sng">
                  <a:solidFill>
                    <a:srgbClr val="000000"/>
                  </a:solidFill>
                  <a:prstDash val="solid"/>
                  <a:round/>
                  <a:headEnd type="none" w="med" len="med"/>
                  <a:tailEnd type="none" w="med" len="med"/>
                </a14:hiddenLine>
              </a:ext>
            </a:extLst>
          </p:spPr>
          <p:txBody>
            <a:bodyPr/>
            <a:lstStyle/>
            <a:p>
              <a:endParaRPr lang="fr-FR"/>
            </a:p>
          </p:txBody>
        </p:sp>
        <p:sp>
          <p:nvSpPr>
            <p:cNvPr id="158779" name="Line 93"/>
            <p:cNvSpPr>
              <a:spLocks noChangeShapeType="1"/>
            </p:cNvSpPr>
            <p:nvPr/>
          </p:nvSpPr>
          <p:spPr bwMode="auto">
            <a:xfrm>
              <a:off x="3102" y="1862"/>
              <a:ext cx="352" cy="7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fr-FR"/>
            </a:p>
          </p:txBody>
        </p:sp>
        <p:sp>
          <p:nvSpPr>
            <p:cNvPr id="158780" name="Freeform 94"/>
            <p:cNvSpPr>
              <a:spLocks/>
            </p:cNvSpPr>
            <p:nvPr/>
          </p:nvSpPr>
          <p:spPr bwMode="auto">
            <a:xfrm>
              <a:off x="2762" y="1666"/>
              <a:ext cx="337" cy="485"/>
            </a:xfrm>
            <a:custGeom>
              <a:avLst/>
              <a:gdLst>
                <a:gd name="T0" fmla="*/ 336 w 337"/>
                <a:gd name="T1" fmla="*/ 194 h 485"/>
                <a:gd name="T2" fmla="*/ 118 w 337"/>
                <a:gd name="T3" fmla="*/ 484 h 485"/>
                <a:gd name="T4" fmla="*/ 0 w 337"/>
                <a:gd name="T5" fmla="*/ 452 h 485"/>
                <a:gd name="T6" fmla="*/ 336 w 337"/>
                <a:gd name="T7" fmla="*/ 0 h 485"/>
                <a:gd name="T8" fmla="*/ 336 w 337"/>
                <a:gd name="T9" fmla="*/ 152 h 485"/>
                <a:gd name="T10" fmla="*/ 336 w 337"/>
                <a:gd name="T11" fmla="*/ 194 h 485"/>
                <a:gd name="T12" fmla="*/ 0 60000 65536"/>
                <a:gd name="T13" fmla="*/ 0 60000 65536"/>
                <a:gd name="T14" fmla="*/ 0 60000 65536"/>
                <a:gd name="T15" fmla="*/ 0 60000 65536"/>
                <a:gd name="T16" fmla="*/ 0 60000 65536"/>
                <a:gd name="T17" fmla="*/ 0 60000 65536"/>
                <a:gd name="T18" fmla="*/ 0 w 337"/>
                <a:gd name="T19" fmla="*/ 0 h 485"/>
                <a:gd name="T20" fmla="*/ 337 w 337"/>
                <a:gd name="T21" fmla="*/ 485 h 485"/>
              </a:gdLst>
              <a:ahLst/>
              <a:cxnLst>
                <a:cxn ang="T12">
                  <a:pos x="T0" y="T1"/>
                </a:cxn>
                <a:cxn ang="T13">
                  <a:pos x="T2" y="T3"/>
                </a:cxn>
                <a:cxn ang="T14">
                  <a:pos x="T4" y="T5"/>
                </a:cxn>
                <a:cxn ang="T15">
                  <a:pos x="T6" y="T7"/>
                </a:cxn>
                <a:cxn ang="T16">
                  <a:pos x="T8" y="T9"/>
                </a:cxn>
                <a:cxn ang="T17">
                  <a:pos x="T10" y="T11"/>
                </a:cxn>
              </a:cxnLst>
              <a:rect l="T18" t="T19" r="T20" b="T21"/>
              <a:pathLst>
                <a:path w="337" h="485">
                  <a:moveTo>
                    <a:pt x="336" y="194"/>
                  </a:moveTo>
                  <a:lnTo>
                    <a:pt x="118" y="484"/>
                  </a:lnTo>
                  <a:lnTo>
                    <a:pt x="0" y="452"/>
                  </a:lnTo>
                  <a:lnTo>
                    <a:pt x="336" y="0"/>
                  </a:lnTo>
                  <a:lnTo>
                    <a:pt x="336" y="152"/>
                  </a:lnTo>
                  <a:lnTo>
                    <a:pt x="336" y="194"/>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158781" name="Freeform 95"/>
            <p:cNvSpPr>
              <a:spLocks/>
            </p:cNvSpPr>
            <p:nvPr/>
          </p:nvSpPr>
          <p:spPr bwMode="auto">
            <a:xfrm>
              <a:off x="2757" y="2124"/>
              <a:ext cx="509" cy="339"/>
            </a:xfrm>
            <a:custGeom>
              <a:avLst/>
              <a:gdLst>
                <a:gd name="T0" fmla="*/ 0 w 506"/>
                <a:gd name="T1" fmla="*/ 0 h 345"/>
                <a:gd name="T2" fmla="*/ 1 w 506"/>
                <a:gd name="T3" fmla="*/ 198 h 345"/>
                <a:gd name="T4" fmla="*/ 514 w 506"/>
                <a:gd name="T5" fmla="*/ 326 h 345"/>
                <a:gd name="T6" fmla="*/ 513 w 506"/>
                <a:gd name="T7" fmla="*/ 124 h 345"/>
                <a:gd name="T8" fmla="*/ 0 60000 65536"/>
                <a:gd name="T9" fmla="*/ 0 60000 65536"/>
                <a:gd name="T10" fmla="*/ 0 60000 65536"/>
                <a:gd name="T11" fmla="*/ 0 60000 65536"/>
                <a:gd name="T12" fmla="*/ 0 w 506"/>
                <a:gd name="T13" fmla="*/ 0 h 345"/>
                <a:gd name="T14" fmla="*/ 506 w 506"/>
                <a:gd name="T15" fmla="*/ 345 h 345"/>
              </a:gdLst>
              <a:ahLst/>
              <a:cxnLst>
                <a:cxn ang="T8">
                  <a:pos x="T0" y="T1"/>
                </a:cxn>
                <a:cxn ang="T9">
                  <a:pos x="T2" y="T3"/>
                </a:cxn>
                <a:cxn ang="T10">
                  <a:pos x="T4" y="T5"/>
                </a:cxn>
                <a:cxn ang="T11">
                  <a:pos x="T6" y="T7"/>
                </a:cxn>
              </a:cxnLst>
              <a:rect l="T12" t="T13" r="T14" b="T15"/>
              <a:pathLst>
                <a:path w="506" h="345">
                  <a:moveTo>
                    <a:pt x="0" y="0"/>
                  </a:moveTo>
                  <a:lnTo>
                    <a:pt x="1" y="209"/>
                  </a:lnTo>
                  <a:lnTo>
                    <a:pt x="505" y="344"/>
                  </a:lnTo>
                  <a:lnTo>
                    <a:pt x="504" y="130"/>
                  </a:lnTo>
                </a:path>
              </a:pathLst>
            </a:custGeom>
            <a:solidFill>
              <a:srgbClr val="FC2C1C"/>
            </a:solidFill>
            <a:ln w="12700" cap="rnd" cmpd="sng">
              <a:solidFill>
                <a:schemeClr val="bg2"/>
              </a:solidFill>
              <a:prstDash val="solid"/>
              <a:round/>
              <a:headEnd type="none" w="med" len="med"/>
              <a:tailEnd type="none" w="med" len="med"/>
            </a:ln>
          </p:spPr>
          <p:txBody>
            <a:bodyPr/>
            <a:lstStyle/>
            <a:p>
              <a:endParaRPr lang="fr-FR"/>
            </a:p>
          </p:txBody>
        </p:sp>
        <p:sp>
          <p:nvSpPr>
            <p:cNvPr id="158782" name="AutoShape 96"/>
            <p:cNvSpPr>
              <a:spLocks noChangeArrowheads="1"/>
            </p:cNvSpPr>
            <p:nvPr/>
          </p:nvSpPr>
          <p:spPr bwMode="auto">
            <a:xfrm rot="16200000" flipH="1">
              <a:off x="3067" y="1967"/>
              <a:ext cx="693" cy="306"/>
            </a:xfrm>
            <a:prstGeom prst="parallelogram">
              <a:avLst>
                <a:gd name="adj" fmla="val 156202"/>
              </a:avLst>
            </a:prstGeom>
            <a:solidFill>
              <a:srgbClr val="FC2C1C"/>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grpSp>
        <p:nvGrpSpPr>
          <p:cNvPr id="158736" name="Group 97"/>
          <p:cNvGrpSpPr>
            <a:grpSpLocks/>
          </p:cNvGrpSpPr>
          <p:nvPr/>
        </p:nvGrpSpPr>
        <p:grpSpPr bwMode="auto">
          <a:xfrm rot="-223274">
            <a:off x="6018213" y="2867025"/>
            <a:ext cx="744537" cy="733425"/>
            <a:chOff x="2757" y="1666"/>
            <a:chExt cx="812" cy="800"/>
          </a:xfrm>
        </p:grpSpPr>
        <p:sp>
          <p:nvSpPr>
            <p:cNvPr id="158771" name="Freeform 98"/>
            <p:cNvSpPr>
              <a:spLocks/>
            </p:cNvSpPr>
            <p:nvPr/>
          </p:nvSpPr>
          <p:spPr bwMode="auto">
            <a:xfrm>
              <a:off x="2762" y="1667"/>
              <a:ext cx="807" cy="584"/>
            </a:xfrm>
            <a:custGeom>
              <a:avLst/>
              <a:gdLst>
                <a:gd name="T0" fmla="*/ 497 w 807"/>
                <a:gd name="T1" fmla="*/ 583 h 584"/>
                <a:gd name="T2" fmla="*/ 0 w 807"/>
                <a:gd name="T3" fmla="*/ 452 h 584"/>
                <a:gd name="T4" fmla="*/ 337 w 807"/>
                <a:gd name="T5" fmla="*/ 0 h 584"/>
                <a:gd name="T6" fmla="*/ 806 w 807"/>
                <a:gd name="T7" fmla="*/ 98 h 584"/>
                <a:gd name="T8" fmla="*/ 497 w 807"/>
                <a:gd name="T9" fmla="*/ 583 h 584"/>
                <a:gd name="T10" fmla="*/ 0 60000 65536"/>
                <a:gd name="T11" fmla="*/ 0 60000 65536"/>
                <a:gd name="T12" fmla="*/ 0 60000 65536"/>
                <a:gd name="T13" fmla="*/ 0 60000 65536"/>
                <a:gd name="T14" fmla="*/ 0 60000 65536"/>
                <a:gd name="T15" fmla="*/ 0 w 807"/>
                <a:gd name="T16" fmla="*/ 0 h 584"/>
                <a:gd name="T17" fmla="*/ 807 w 807"/>
                <a:gd name="T18" fmla="*/ 584 h 584"/>
              </a:gdLst>
              <a:ahLst/>
              <a:cxnLst>
                <a:cxn ang="T10">
                  <a:pos x="T0" y="T1"/>
                </a:cxn>
                <a:cxn ang="T11">
                  <a:pos x="T2" y="T3"/>
                </a:cxn>
                <a:cxn ang="T12">
                  <a:pos x="T4" y="T5"/>
                </a:cxn>
                <a:cxn ang="T13">
                  <a:pos x="T6" y="T7"/>
                </a:cxn>
                <a:cxn ang="T14">
                  <a:pos x="T8" y="T9"/>
                </a:cxn>
              </a:cxnLst>
              <a:rect l="T15" t="T16" r="T17" b="T18"/>
              <a:pathLst>
                <a:path w="807" h="584">
                  <a:moveTo>
                    <a:pt x="497" y="583"/>
                  </a:moveTo>
                  <a:lnTo>
                    <a:pt x="0" y="452"/>
                  </a:lnTo>
                  <a:lnTo>
                    <a:pt x="337" y="0"/>
                  </a:lnTo>
                  <a:lnTo>
                    <a:pt x="806" y="98"/>
                  </a:lnTo>
                  <a:lnTo>
                    <a:pt x="497" y="583"/>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158772" name="Freeform 99"/>
            <p:cNvSpPr>
              <a:spLocks/>
            </p:cNvSpPr>
            <p:nvPr/>
          </p:nvSpPr>
          <p:spPr bwMode="auto">
            <a:xfrm>
              <a:off x="2882" y="1861"/>
              <a:ext cx="578" cy="384"/>
            </a:xfrm>
            <a:custGeom>
              <a:avLst/>
              <a:gdLst>
                <a:gd name="T0" fmla="*/ 377 w 578"/>
                <a:gd name="T1" fmla="*/ 383 h 384"/>
                <a:gd name="T2" fmla="*/ 0 w 578"/>
                <a:gd name="T3" fmla="*/ 291 h 384"/>
                <a:gd name="T4" fmla="*/ 217 w 578"/>
                <a:gd name="T5" fmla="*/ 0 h 384"/>
                <a:gd name="T6" fmla="*/ 577 w 578"/>
                <a:gd name="T7" fmla="*/ 74 h 384"/>
                <a:gd name="T8" fmla="*/ 377 w 578"/>
                <a:gd name="T9" fmla="*/ 383 h 384"/>
                <a:gd name="T10" fmla="*/ 0 60000 65536"/>
                <a:gd name="T11" fmla="*/ 0 60000 65536"/>
                <a:gd name="T12" fmla="*/ 0 60000 65536"/>
                <a:gd name="T13" fmla="*/ 0 60000 65536"/>
                <a:gd name="T14" fmla="*/ 0 60000 65536"/>
                <a:gd name="T15" fmla="*/ 0 w 578"/>
                <a:gd name="T16" fmla="*/ 0 h 384"/>
                <a:gd name="T17" fmla="*/ 578 w 578"/>
                <a:gd name="T18" fmla="*/ 384 h 384"/>
              </a:gdLst>
              <a:ahLst/>
              <a:cxnLst>
                <a:cxn ang="T10">
                  <a:pos x="T0" y="T1"/>
                </a:cxn>
                <a:cxn ang="T11">
                  <a:pos x="T2" y="T3"/>
                </a:cxn>
                <a:cxn ang="T12">
                  <a:pos x="T4" y="T5"/>
                </a:cxn>
                <a:cxn ang="T13">
                  <a:pos x="T6" y="T7"/>
                </a:cxn>
                <a:cxn ang="T14">
                  <a:pos x="T8" y="T9"/>
                </a:cxn>
              </a:cxnLst>
              <a:rect l="T15" t="T16" r="T17" b="T18"/>
              <a:pathLst>
                <a:path w="578" h="384">
                  <a:moveTo>
                    <a:pt x="377" y="383"/>
                  </a:moveTo>
                  <a:lnTo>
                    <a:pt x="0" y="291"/>
                  </a:lnTo>
                  <a:lnTo>
                    <a:pt x="217" y="0"/>
                  </a:lnTo>
                  <a:lnTo>
                    <a:pt x="577" y="74"/>
                  </a:lnTo>
                  <a:lnTo>
                    <a:pt x="377" y="383"/>
                  </a:lnTo>
                </a:path>
              </a:pathLst>
            </a:custGeom>
            <a:solidFill>
              <a:srgbClr val="E22B00"/>
            </a:solidFill>
            <a:ln>
              <a:noFill/>
            </a:ln>
            <a:extLst>
              <a:ext uri="{91240B29-F687-4F45-9708-019B960494DF}">
                <a14:hiddenLine xmlns:a14="http://schemas.microsoft.com/office/drawing/2010/main" w="12700" cap="rnd" cmpd="sng">
                  <a:solidFill>
                    <a:srgbClr val="000000"/>
                  </a:solidFill>
                  <a:prstDash val="solid"/>
                  <a:round/>
                  <a:headEnd type="none" w="med" len="med"/>
                  <a:tailEnd type="none" w="med" len="med"/>
                </a14:hiddenLine>
              </a:ext>
            </a:extLst>
          </p:spPr>
          <p:txBody>
            <a:bodyPr/>
            <a:lstStyle/>
            <a:p>
              <a:endParaRPr lang="fr-FR"/>
            </a:p>
          </p:txBody>
        </p:sp>
        <p:sp>
          <p:nvSpPr>
            <p:cNvPr id="158773" name="Line 100"/>
            <p:cNvSpPr>
              <a:spLocks noChangeShapeType="1"/>
            </p:cNvSpPr>
            <p:nvPr/>
          </p:nvSpPr>
          <p:spPr bwMode="auto">
            <a:xfrm>
              <a:off x="3102" y="1862"/>
              <a:ext cx="352" cy="7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fr-FR"/>
            </a:p>
          </p:txBody>
        </p:sp>
        <p:sp>
          <p:nvSpPr>
            <p:cNvPr id="158774" name="Freeform 101"/>
            <p:cNvSpPr>
              <a:spLocks/>
            </p:cNvSpPr>
            <p:nvPr/>
          </p:nvSpPr>
          <p:spPr bwMode="auto">
            <a:xfrm>
              <a:off x="2762" y="1666"/>
              <a:ext cx="337" cy="485"/>
            </a:xfrm>
            <a:custGeom>
              <a:avLst/>
              <a:gdLst>
                <a:gd name="T0" fmla="*/ 336 w 337"/>
                <a:gd name="T1" fmla="*/ 194 h 485"/>
                <a:gd name="T2" fmla="*/ 118 w 337"/>
                <a:gd name="T3" fmla="*/ 484 h 485"/>
                <a:gd name="T4" fmla="*/ 0 w 337"/>
                <a:gd name="T5" fmla="*/ 452 h 485"/>
                <a:gd name="T6" fmla="*/ 336 w 337"/>
                <a:gd name="T7" fmla="*/ 0 h 485"/>
                <a:gd name="T8" fmla="*/ 336 w 337"/>
                <a:gd name="T9" fmla="*/ 152 h 485"/>
                <a:gd name="T10" fmla="*/ 336 w 337"/>
                <a:gd name="T11" fmla="*/ 194 h 485"/>
                <a:gd name="T12" fmla="*/ 0 60000 65536"/>
                <a:gd name="T13" fmla="*/ 0 60000 65536"/>
                <a:gd name="T14" fmla="*/ 0 60000 65536"/>
                <a:gd name="T15" fmla="*/ 0 60000 65536"/>
                <a:gd name="T16" fmla="*/ 0 60000 65536"/>
                <a:gd name="T17" fmla="*/ 0 60000 65536"/>
                <a:gd name="T18" fmla="*/ 0 w 337"/>
                <a:gd name="T19" fmla="*/ 0 h 485"/>
                <a:gd name="T20" fmla="*/ 337 w 337"/>
                <a:gd name="T21" fmla="*/ 485 h 485"/>
              </a:gdLst>
              <a:ahLst/>
              <a:cxnLst>
                <a:cxn ang="T12">
                  <a:pos x="T0" y="T1"/>
                </a:cxn>
                <a:cxn ang="T13">
                  <a:pos x="T2" y="T3"/>
                </a:cxn>
                <a:cxn ang="T14">
                  <a:pos x="T4" y="T5"/>
                </a:cxn>
                <a:cxn ang="T15">
                  <a:pos x="T6" y="T7"/>
                </a:cxn>
                <a:cxn ang="T16">
                  <a:pos x="T8" y="T9"/>
                </a:cxn>
                <a:cxn ang="T17">
                  <a:pos x="T10" y="T11"/>
                </a:cxn>
              </a:cxnLst>
              <a:rect l="T18" t="T19" r="T20" b="T21"/>
              <a:pathLst>
                <a:path w="337" h="485">
                  <a:moveTo>
                    <a:pt x="336" y="194"/>
                  </a:moveTo>
                  <a:lnTo>
                    <a:pt x="118" y="484"/>
                  </a:lnTo>
                  <a:lnTo>
                    <a:pt x="0" y="452"/>
                  </a:lnTo>
                  <a:lnTo>
                    <a:pt x="336" y="0"/>
                  </a:lnTo>
                  <a:lnTo>
                    <a:pt x="336" y="152"/>
                  </a:lnTo>
                  <a:lnTo>
                    <a:pt x="336" y="194"/>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158775" name="Freeform 102"/>
            <p:cNvSpPr>
              <a:spLocks/>
            </p:cNvSpPr>
            <p:nvPr/>
          </p:nvSpPr>
          <p:spPr bwMode="auto">
            <a:xfrm>
              <a:off x="2757" y="2124"/>
              <a:ext cx="509" cy="339"/>
            </a:xfrm>
            <a:custGeom>
              <a:avLst/>
              <a:gdLst>
                <a:gd name="T0" fmla="*/ 0 w 506"/>
                <a:gd name="T1" fmla="*/ 0 h 345"/>
                <a:gd name="T2" fmla="*/ 1 w 506"/>
                <a:gd name="T3" fmla="*/ 198 h 345"/>
                <a:gd name="T4" fmla="*/ 514 w 506"/>
                <a:gd name="T5" fmla="*/ 326 h 345"/>
                <a:gd name="T6" fmla="*/ 513 w 506"/>
                <a:gd name="T7" fmla="*/ 124 h 345"/>
                <a:gd name="T8" fmla="*/ 0 60000 65536"/>
                <a:gd name="T9" fmla="*/ 0 60000 65536"/>
                <a:gd name="T10" fmla="*/ 0 60000 65536"/>
                <a:gd name="T11" fmla="*/ 0 60000 65536"/>
                <a:gd name="T12" fmla="*/ 0 w 506"/>
                <a:gd name="T13" fmla="*/ 0 h 345"/>
                <a:gd name="T14" fmla="*/ 506 w 506"/>
                <a:gd name="T15" fmla="*/ 345 h 345"/>
              </a:gdLst>
              <a:ahLst/>
              <a:cxnLst>
                <a:cxn ang="T8">
                  <a:pos x="T0" y="T1"/>
                </a:cxn>
                <a:cxn ang="T9">
                  <a:pos x="T2" y="T3"/>
                </a:cxn>
                <a:cxn ang="T10">
                  <a:pos x="T4" y="T5"/>
                </a:cxn>
                <a:cxn ang="T11">
                  <a:pos x="T6" y="T7"/>
                </a:cxn>
              </a:cxnLst>
              <a:rect l="T12" t="T13" r="T14" b="T15"/>
              <a:pathLst>
                <a:path w="506" h="345">
                  <a:moveTo>
                    <a:pt x="0" y="0"/>
                  </a:moveTo>
                  <a:lnTo>
                    <a:pt x="1" y="209"/>
                  </a:lnTo>
                  <a:lnTo>
                    <a:pt x="505" y="344"/>
                  </a:lnTo>
                  <a:lnTo>
                    <a:pt x="504" y="130"/>
                  </a:lnTo>
                </a:path>
              </a:pathLst>
            </a:custGeom>
            <a:solidFill>
              <a:srgbClr val="FC2C1C"/>
            </a:solidFill>
            <a:ln w="12700" cap="rnd" cmpd="sng">
              <a:solidFill>
                <a:schemeClr val="bg2"/>
              </a:solidFill>
              <a:prstDash val="solid"/>
              <a:round/>
              <a:headEnd type="none" w="med" len="med"/>
              <a:tailEnd type="none" w="med" len="med"/>
            </a:ln>
          </p:spPr>
          <p:txBody>
            <a:bodyPr/>
            <a:lstStyle/>
            <a:p>
              <a:endParaRPr lang="fr-FR"/>
            </a:p>
          </p:txBody>
        </p:sp>
        <p:sp>
          <p:nvSpPr>
            <p:cNvPr id="158776" name="AutoShape 103"/>
            <p:cNvSpPr>
              <a:spLocks noChangeArrowheads="1"/>
            </p:cNvSpPr>
            <p:nvPr/>
          </p:nvSpPr>
          <p:spPr bwMode="auto">
            <a:xfrm rot="16200000" flipH="1">
              <a:off x="3067" y="1967"/>
              <a:ext cx="693" cy="306"/>
            </a:xfrm>
            <a:prstGeom prst="parallelogram">
              <a:avLst>
                <a:gd name="adj" fmla="val 156202"/>
              </a:avLst>
            </a:prstGeom>
            <a:solidFill>
              <a:srgbClr val="FC2C1C"/>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sp>
        <p:nvSpPr>
          <p:cNvPr id="158737" name="Oval 111"/>
          <p:cNvSpPr>
            <a:spLocks noChangeArrowheads="1"/>
          </p:cNvSpPr>
          <p:nvPr/>
        </p:nvSpPr>
        <p:spPr bwMode="auto">
          <a:xfrm rot="-5400000">
            <a:off x="7684294" y="3037681"/>
            <a:ext cx="336550" cy="312738"/>
          </a:xfrm>
          <a:prstGeom prst="ellipse">
            <a:avLst/>
          </a:prstGeom>
          <a:solidFill>
            <a:schemeClr val="bg1"/>
          </a:solidFill>
          <a:ln w="9525">
            <a:solidFill>
              <a:schemeClr val="tx1"/>
            </a:solidFill>
            <a:round/>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158738" name="Oval 112"/>
          <p:cNvSpPr>
            <a:spLocks noChangeArrowheads="1"/>
          </p:cNvSpPr>
          <p:nvPr/>
        </p:nvSpPr>
        <p:spPr bwMode="auto">
          <a:xfrm rot="-5400000">
            <a:off x="8047832" y="3037681"/>
            <a:ext cx="336550" cy="312737"/>
          </a:xfrm>
          <a:prstGeom prst="ellipse">
            <a:avLst/>
          </a:prstGeom>
          <a:solidFill>
            <a:schemeClr val="bg1"/>
          </a:solidFill>
          <a:ln w="9525">
            <a:solidFill>
              <a:schemeClr val="tx1"/>
            </a:solidFill>
            <a:round/>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158739" name="Text Box 121"/>
          <p:cNvSpPr txBox="1">
            <a:spLocks noChangeArrowheads="1"/>
          </p:cNvSpPr>
          <p:nvPr/>
        </p:nvSpPr>
        <p:spPr bwMode="auto">
          <a:xfrm>
            <a:off x="604838" y="5364163"/>
            <a:ext cx="6543675" cy="4429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eaLnBrk="1" hangingPunct="1">
              <a:spcBef>
                <a:spcPct val="0"/>
              </a:spcBef>
              <a:buFontTx/>
              <a:buNone/>
            </a:pPr>
            <a:r>
              <a:rPr lang="fr-FR" altLang="fr-FR" sz="2300"/>
              <a:t>4. Pointez la production sur votre feuille de suivi</a:t>
            </a:r>
          </a:p>
        </p:txBody>
      </p:sp>
      <p:grpSp>
        <p:nvGrpSpPr>
          <p:cNvPr id="158740" name="Group 122"/>
          <p:cNvGrpSpPr>
            <a:grpSpLocks/>
          </p:cNvGrpSpPr>
          <p:nvPr/>
        </p:nvGrpSpPr>
        <p:grpSpPr bwMode="auto">
          <a:xfrm rot="-223274">
            <a:off x="649288" y="2659063"/>
            <a:ext cx="744537" cy="733425"/>
            <a:chOff x="2757" y="1666"/>
            <a:chExt cx="812" cy="800"/>
          </a:xfrm>
        </p:grpSpPr>
        <p:sp>
          <p:nvSpPr>
            <p:cNvPr id="158765" name="Freeform 123"/>
            <p:cNvSpPr>
              <a:spLocks/>
            </p:cNvSpPr>
            <p:nvPr/>
          </p:nvSpPr>
          <p:spPr bwMode="auto">
            <a:xfrm>
              <a:off x="2762" y="1667"/>
              <a:ext cx="807" cy="584"/>
            </a:xfrm>
            <a:custGeom>
              <a:avLst/>
              <a:gdLst>
                <a:gd name="T0" fmla="*/ 497 w 807"/>
                <a:gd name="T1" fmla="*/ 583 h 584"/>
                <a:gd name="T2" fmla="*/ 0 w 807"/>
                <a:gd name="T3" fmla="*/ 452 h 584"/>
                <a:gd name="T4" fmla="*/ 337 w 807"/>
                <a:gd name="T5" fmla="*/ 0 h 584"/>
                <a:gd name="T6" fmla="*/ 806 w 807"/>
                <a:gd name="T7" fmla="*/ 98 h 584"/>
                <a:gd name="T8" fmla="*/ 497 w 807"/>
                <a:gd name="T9" fmla="*/ 583 h 584"/>
                <a:gd name="T10" fmla="*/ 0 60000 65536"/>
                <a:gd name="T11" fmla="*/ 0 60000 65536"/>
                <a:gd name="T12" fmla="*/ 0 60000 65536"/>
                <a:gd name="T13" fmla="*/ 0 60000 65536"/>
                <a:gd name="T14" fmla="*/ 0 60000 65536"/>
                <a:gd name="T15" fmla="*/ 0 w 807"/>
                <a:gd name="T16" fmla="*/ 0 h 584"/>
                <a:gd name="T17" fmla="*/ 807 w 807"/>
                <a:gd name="T18" fmla="*/ 584 h 584"/>
              </a:gdLst>
              <a:ahLst/>
              <a:cxnLst>
                <a:cxn ang="T10">
                  <a:pos x="T0" y="T1"/>
                </a:cxn>
                <a:cxn ang="T11">
                  <a:pos x="T2" y="T3"/>
                </a:cxn>
                <a:cxn ang="T12">
                  <a:pos x="T4" y="T5"/>
                </a:cxn>
                <a:cxn ang="T13">
                  <a:pos x="T6" y="T7"/>
                </a:cxn>
                <a:cxn ang="T14">
                  <a:pos x="T8" y="T9"/>
                </a:cxn>
              </a:cxnLst>
              <a:rect l="T15" t="T16" r="T17" b="T18"/>
              <a:pathLst>
                <a:path w="807" h="584">
                  <a:moveTo>
                    <a:pt x="497" y="583"/>
                  </a:moveTo>
                  <a:lnTo>
                    <a:pt x="0" y="452"/>
                  </a:lnTo>
                  <a:lnTo>
                    <a:pt x="337" y="0"/>
                  </a:lnTo>
                  <a:lnTo>
                    <a:pt x="806" y="98"/>
                  </a:lnTo>
                  <a:lnTo>
                    <a:pt x="497" y="583"/>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158766" name="Freeform 124"/>
            <p:cNvSpPr>
              <a:spLocks/>
            </p:cNvSpPr>
            <p:nvPr/>
          </p:nvSpPr>
          <p:spPr bwMode="auto">
            <a:xfrm>
              <a:off x="2882" y="1861"/>
              <a:ext cx="578" cy="384"/>
            </a:xfrm>
            <a:custGeom>
              <a:avLst/>
              <a:gdLst>
                <a:gd name="T0" fmla="*/ 377 w 578"/>
                <a:gd name="T1" fmla="*/ 383 h 384"/>
                <a:gd name="T2" fmla="*/ 0 w 578"/>
                <a:gd name="T3" fmla="*/ 291 h 384"/>
                <a:gd name="T4" fmla="*/ 217 w 578"/>
                <a:gd name="T5" fmla="*/ 0 h 384"/>
                <a:gd name="T6" fmla="*/ 577 w 578"/>
                <a:gd name="T7" fmla="*/ 74 h 384"/>
                <a:gd name="T8" fmla="*/ 377 w 578"/>
                <a:gd name="T9" fmla="*/ 383 h 384"/>
                <a:gd name="T10" fmla="*/ 0 60000 65536"/>
                <a:gd name="T11" fmla="*/ 0 60000 65536"/>
                <a:gd name="T12" fmla="*/ 0 60000 65536"/>
                <a:gd name="T13" fmla="*/ 0 60000 65536"/>
                <a:gd name="T14" fmla="*/ 0 60000 65536"/>
                <a:gd name="T15" fmla="*/ 0 w 578"/>
                <a:gd name="T16" fmla="*/ 0 h 384"/>
                <a:gd name="T17" fmla="*/ 578 w 578"/>
                <a:gd name="T18" fmla="*/ 384 h 384"/>
              </a:gdLst>
              <a:ahLst/>
              <a:cxnLst>
                <a:cxn ang="T10">
                  <a:pos x="T0" y="T1"/>
                </a:cxn>
                <a:cxn ang="T11">
                  <a:pos x="T2" y="T3"/>
                </a:cxn>
                <a:cxn ang="T12">
                  <a:pos x="T4" y="T5"/>
                </a:cxn>
                <a:cxn ang="T13">
                  <a:pos x="T6" y="T7"/>
                </a:cxn>
                <a:cxn ang="T14">
                  <a:pos x="T8" y="T9"/>
                </a:cxn>
              </a:cxnLst>
              <a:rect l="T15" t="T16" r="T17" b="T18"/>
              <a:pathLst>
                <a:path w="578" h="384">
                  <a:moveTo>
                    <a:pt x="377" y="383"/>
                  </a:moveTo>
                  <a:lnTo>
                    <a:pt x="0" y="291"/>
                  </a:lnTo>
                  <a:lnTo>
                    <a:pt x="217" y="0"/>
                  </a:lnTo>
                  <a:lnTo>
                    <a:pt x="577" y="74"/>
                  </a:lnTo>
                  <a:lnTo>
                    <a:pt x="377" y="383"/>
                  </a:lnTo>
                </a:path>
              </a:pathLst>
            </a:custGeom>
            <a:solidFill>
              <a:srgbClr val="E22B00"/>
            </a:solidFill>
            <a:ln>
              <a:noFill/>
            </a:ln>
            <a:extLst>
              <a:ext uri="{91240B29-F687-4F45-9708-019B960494DF}">
                <a14:hiddenLine xmlns:a14="http://schemas.microsoft.com/office/drawing/2010/main" w="12700" cap="rnd" cmpd="sng">
                  <a:solidFill>
                    <a:srgbClr val="000000"/>
                  </a:solidFill>
                  <a:prstDash val="solid"/>
                  <a:round/>
                  <a:headEnd type="none" w="med" len="med"/>
                  <a:tailEnd type="none" w="med" len="med"/>
                </a14:hiddenLine>
              </a:ext>
            </a:extLst>
          </p:spPr>
          <p:txBody>
            <a:bodyPr/>
            <a:lstStyle/>
            <a:p>
              <a:endParaRPr lang="fr-FR"/>
            </a:p>
          </p:txBody>
        </p:sp>
        <p:sp>
          <p:nvSpPr>
            <p:cNvPr id="158767" name="Line 125"/>
            <p:cNvSpPr>
              <a:spLocks noChangeShapeType="1"/>
            </p:cNvSpPr>
            <p:nvPr/>
          </p:nvSpPr>
          <p:spPr bwMode="auto">
            <a:xfrm>
              <a:off x="3102" y="1862"/>
              <a:ext cx="352" cy="7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fr-FR"/>
            </a:p>
          </p:txBody>
        </p:sp>
        <p:sp>
          <p:nvSpPr>
            <p:cNvPr id="158768" name="Freeform 126"/>
            <p:cNvSpPr>
              <a:spLocks/>
            </p:cNvSpPr>
            <p:nvPr/>
          </p:nvSpPr>
          <p:spPr bwMode="auto">
            <a:xfrm>
              <a:off x="2762" y="1666"/>
              <a:ext cx="337" cy="485"/>
            </a:xfrm>
            <a:custGeom>
              <a:avLst/>
              <a:gdLst>
                <a:gd name="T0" fmla="*/ 336 w 337"/>
                <a:gd name="T1" fmla="*/ 194 h 485"/>
                <a:gd name="T2" fmla="*/ 118 w 337"/>
                <a:gd name="T3" fmla="*/ 484 h 485"/>
                <a:gd name="T4" fmla="*/ 0 w 337"/>
                <a:gd name="T5" fmla="*/ 452 h 485"/>
                <a:gd name="T6" fmla="*/ 336 w 337"/>
                <a:gd name="T7" fmla="*/ 0 h 485"/>
                <a:gd name="T8" fmla="*/ 336 w 337"/>
                <a:gd name="T9" fmla="*/ 152 h 485"/>
                <a:gd name="T10" fmla="*/ 336 w 337"/>
                <a:gd name="T11" fmla="*/ 194 h 485"/>
                <a:gd name="T12" fmla="*/ 0 60000 65536"/>
                <a:gd name="T13" fmla="*/ 0 60000 65536"/>
                <a:gd name="T14" fmla="*/ 0 60000 65536"/>
                <a:gd name="T15" fmla="*/ 0 60000 65536"/>
                <a:gd name="T16" fmla="*/ 0 60000 65536"/>
                <a:gd name="T17" fmla="*/ 0 60000 65536"/>
                <a:gd name="T18" fmla="*/ 0 w 337"/>
                <a:gd name="T19" fmla="*/ 0 h 485"/>
                <a:gd name="T20" fmla="*/ 337 w 337"/>
                <a:gd name="T21" fmla="*/ 485 h 485"/>
              </a:gdLst>
              <a:ahLst/>
              <a:cxnLst>
                <a:cxn ang="T12">
                  <a:pos x="T0" y="T1"/>
                </a:cxn>
                <a:cxn ang="T13">
                  <a:pos x="T2" y="T3"/>
                </a:cxn>
                <a:cxn ang="T14">
                  <a:pos x="T4" y="T5"/>
                </a:cxn>
                <a:cxn ang="T15">
                  <a:pos x="T6" y="T7"/>
                </a:cxn>
                <a:cxn ang="T16">
                  <a:pos x="T8" y="T9"/>
                </a:cxn>
                <a:cxn ang="T17">
                  <a:pos x="T10" y="T11"/>
                </a:cxn>
              </a:cxnLst>
              <a:rect l="T18" t="T19" r="T20" b="T21"/>
              <a:pathLst>
                <a:path w="337" h="485">
                  <a:moveTo>
                    <a:pt x="336" y="194"/>
                  </a:moveTo>
                  <a:lnTo>
                    <a:pt x="118" y="484"/>
                  </a:lnTo>
                  <a:lnTo>
                    <a:pt x="0" y="452"/>
                  </a:lnTo>
                  <a:lnTo>
                    <a:pt x="336" y="0"/>
                  </a:lnTo>
                  <a:lnTo>
                    <a:pt x="336" y="152"/>
                  </a:lnTo>
                  <a:lnTo>
                    <a:pt x="336" y="194"/>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158769" name="Freeform 127"/>
            <p:cNvSpPr>
              <a:spLocks/>
            </p:cNvSpPr>
            <p:nvPr/>
          </p:nvSpPr>
          <p:spPr bwMode="auto">
            <a:xfrm>
              <a:off x="2757" y="2124"/>
              <a:ext cx="509" cy="339"/>
            </a:xfrm>
            <a:custGeom>
              <a:avLst/>
              <a:gdLst>
                <a:gd name="T0" fmla="*/ 0 w 506"/>
                <a:gd name="T1" fmla="*/ 0 h 345"/>
                <a:gd name="T2" fmla="*/ 1 w 506"/>
                <a:gd name="T3" fmla="*/ 198 h 345"/>
                <a:gd name="T4" fmla="*/ 514 w 506"/>
                <a:gd name="T5" fmla="*/ 326 h 345"/>
                <a:gd name="T6" fmla="*/ 513 w 506"/>
                <a:gd name="T7" fmla="*/ 124 h 345"/>
                <a:gd name="T8" fmla="*/ 0 60000 65536"/>
                <a:gd name="T9" fmla="*/ 0 60000 65536"/>
                <a:gd name="T10" fmla="*/ 0 60000 65536"/>
                <a:gd name="T11" fmla="*/ 0 60000 65536"/>
                <a:gd name="T12" fmla="*/ 0 w 506"/>
                <a:gd name="T13" fmla="*/ 0 h 345"/>
                <a:gd name="T14" fmla="*/ 506 w 506"/>
                <a:gd name="T15" fmla="*/ 345 h 345"/>
              </a:gdLst>
              <a:ahLst/>
              <a:cxnLst>
                <a:cxn ang="T8">
                  <a:pos x="T0" y="T1"/>
                </a:cxn>
                <a:cxn ang="T9">
                  <a:pos x="T2" y="T3"/>
                </a:cxn>
                <a:cxn ang="T10">
                  <a:pos x="T4" y="T5"/>
                </a:cxn>
                <a:cxn ang="T11">
                  <a:pos x="T6" y="T7"/>
                </a:cxn>
              </a:cxnLst>
              <a:rect l="T12" t="T13" r="T14" b="T15"/>
              <a:pathLst>
                <a:path w="506" h="345">
                  <a:moveTo>
                    <a:pt x="0" y="0"/>
                  </a:moveTo>
                  <a:lnTo>
                    <a:pt x="1" y="209"/>
                  </a:lnTo>
                  <a:lnTo>
                    <a:pt x="505" y="344"/>
                  </a:lnTo>
                  <a:lnTo>
                    <a:pt x="504" y="130"/>
                  </a:lnTo>
                </a:path>
              </a:pathLst>
            </a:custGeom>
            <a:solidFill>
              <a:srgbClr val="FC2C1C"/>
            </a:solidFill>
            <a:ln w="12700" cap="rnd" cmpd="sng">
              <a:solidFill>
                <a:schemeClr val="bg2"/>
              </a:solidFill>
              <a:prstDash val="solid"/>
              <a:round/>
              <a:headEnd type="none" w="med" len="med"/>
              <a:tailEnd type="none" w="med" len="med"/>
            </a:ln>
          </p:spPr>
          <p:txBody>
            <a:bodyPr/>
            <a:lstStyle/>
            <a:p>
              <a:endParaRPr lang="fr-FR"/>
            </a:p>
          </p:txBody>
        </p:sp>
        <p:sp>
          <p:nvSpPr>
            <p:cNvPr id="158770" name="AutoShape 128"/>
            <p:cNvSpPr>
              <a:spLocks noChangeArrowheads="1"/>
            </p:cNvSpPr>
            <p:nvPr/>
          </p:nvSpPr>
          <p:spPr bwMode="auto">
            <a:xfrm rot="16200000" flipH="1">
              <a:off x="3067" y="1967"/>
              <a:ext cx="693" cy="306"/>
            </a:xfrm>
            <a:prstGeom prst="parallelogram">
              <a:avLst>
                <a:gd name="adj" fmla="val 156202"/>
              </a:avLst>
            </a:prstGeom>
            <a:solidFill>
              <a:srgbClr val="FC2C1C"/>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sp>
        <p:nvSpPr>
          <p:cNvPr id="158741" name="Text Box 129"/>
          <p:cNvSpPr txBox="1">
            <a:spLocks noChangeArrowheads="1"/>
          </p:cNvSpPr>
          <p:nvPr/>
        </p:nvSpPr>
        <p:spPr bwMode="auto">
          <a:xfrm>
            <a:off x="1735138" y="3681413"/>
            <a:ext cx="828675"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a:spcBef>
                <a:spcPct val="0"/>
              </a:spcBef>
              <a:buFontTx/>
              <a:buNone/>
            </a:pPr>
            <a:r>
              <a:rPr lang="fr-FR" altLang="fr-FR" sz="2400">
                <a:solidFill>
                  <a:srgbClr val="FC2C1C"/>
                </a:solidFill>
              </a:rPr>
              <a:t>1 R2</a:t>
            </a:r>
          </a:p>
        </p:txBody>
      </p:sp>
      <p:grpSp>
        <p:nvGrpSpPr>
          <p:cNvPr id="158742" name="Group 130"/>
          <p:cNvGrpSpPr>
            <a:grpSpLocks/>
          </p:cNvGrpSpPr>
          <p:nvPr/>
        </p:nvGrpSpPr>
        <p:grpSpPr bwMode="auto">
          <a:xfrm rot="-223274">
            <a:off x="1849438" y="2867025"/>
            <a:ext cx="744537" cy="733425"/>
            <a:chOff x="2757" y="1666"/>
            <a:chExt cx="812" cy="800"/>
          </a:xfrm>
        </p:grpSpPr>
        <p:sp>
          <p:nvSpPr>
            <p:cNvPr id="158759" name="Freeform 131"/>
            <p:cNvSpPr>
              <a:spLocks/>
            </p:cNvSpPr>
            <p:nvPr/>
          </p:nvSpPr>
          <p:spPr bwMode="auto">
            <a:xfrm>
              <a:off x="2762" y="1667"/>
              <a:ext cx="807" cy="584"/>
            </a:xfrm>
            <a:custGeom>
              <a:avLst/>
              <a:gdLst>
                <a:gd name="T0" fmla="*/ 497 w 807"/>
                <a:gd name="T1" fmla="*/ 583 h 584"/>
                <a:gd name="T2" fmla="*/ 0 w 807"/>
                <a:gd name="T3" fmla="*/ 452 h 584"/>
                <a:gd name="T4" fmla="*/ 337 w 807"/>
                <a:gd name="T5" fmla="*/ 0 h 584"/>
                <a:gd name="T6" fmla="*/ 806 w 807"/>
                <a:gd name="T7" fmla="*/ 98 h 584"/>
                <a:gd name="T8" fmla="*/ 497 w 807"/>
                <a:gd name="T9" fmla="*/ 583 h 584"/>
                <a:gd name="T10" fmla="*/ 0 60000 65536"/>
                <a:gd name="T11" fmla="*/ 0 60000 65536"/>
                <a:gd name="T12" fmla="*/ 0 60000 65536"/>
                <a:gd name="T13" fmla="*/ 0 60000 65536"/>
                <a:gd name="T14" fmla="*/ 0 60000 65536"/>
                <a:gd name="T15" fmla="*/ 0 w 807"/>
                <a:gd name="T16" fmla="*/ 0 h 584"/>
                <a:gd name="T17" fmla="*/ 807 w 807"/>
                <a:gd name="T18" fmla="*/ 584 h 584"/>
              </a:gdLst>
              <a:ahLst/>
              <a:cxnLst>
                <a:cxn ang="T10">
                  <a:pos x="T0" y="T1"/>
                </a:cxn>
                <a:cxn ang="T11">
                  <a:pos x="T2" y="T3"/>
                </a:cxn>
                <a:cxn ang="T12">
                  <a:pos x="T4" y="T5"/>
                </a:cxn>
                <a:cxn ang="T13">
                  <a:pos x="T6" y="T7"/>
                </a:cxn>
                <a:cxn ang="T14">
                  <a:pos x="T8" y="T9"/>
                </a:cxn>
              </a:cxnLst>
              <a:rect l="T15" t="T16" r="T17" b="T18"/>
              <a:pathLst>
                <a:path w="807" h="584">
                  <a:moveTo>
                    <a:pt x="497" y="583"/>
                  </a:moveTo>
                  <a:lnTo>
                    <a:pt x="0" y="452"/>
                  </a:lnTo>
                  <a:lnTo>
                    <a:pt x="337" y="0"/>
                  </a:lnTo>
                  <a:lnTo>
                    <a:pt x="806" y="98"/>
                  </a:lnTo>
                  <a:lnTo>
                    <a:pt x="497" y="583"/>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158760" name="Freeform 132"/>
            <p:cNvSpPr>
              <a:spLocks/>
            </p:cNvSpPr>
            <p:nvPr/>
          </p:nvSpPr>
          <p:spPr bwMode="auto">
            <a:xfrm>
              <a:off x="2882" y="1861"/>
              <a:ext cx="578" cy="384"/>
            </a:xfrm>
            <a:custGeom>
              <a:avLst/>
              <a:gdLst>
                <a:gd name="T0" fmla="*/ 377 w 578"/>
                <a:gd name="T1" fmla="*/ 383 h 384"/>
                <a:gd name="T2" fmla="*/ 0 w 578"/>
                <a:gd name="T3" fmla="*/ 291 h 384"/>
                <a:gd name="T4" fmla="*/ 217 w 578"/>
                <a:gd name="T5" fmla="*/ 0 h 384"/>
                <a:gd name="T6" fmla="*/ 577 w 578"/>
                <a:gd name="T7" fmla="*/ 74 h 384"/>
                <a:gd name="T8" fmla="*/ 377 w 578"/>
                <a:gd name="T9" fmla="*/ 383 h 384"/>
                <a:gd name="T10" fmla="*/ 0 60000 65536"/>
                <a:gd name="T11" fmla="*/ 0 60000 65536"/>
                <a:gd name="T12" fmla="*/ 0 60000 65536"/>
                <a:gd name="T13" fmla="*/ 0 60000 65536"/>
                <a:gd name="T14" fmla="*/ 0 60000 65536"/>
                <a:gd name="T15" fmla="*/ 0 w 578"/>
                <a:gd name="T16" fmla="*/ 0 h 384"/>
                <a:gd name="T17" fmla="*/ 578 w 578"/>
                <a:gd name="T18" fmla="*/ 384 h 384"/>
              </a:gdLst>
              <a:ahLst/>
              <a:cxnLst>
                <a:cxn ang="T10">
                  <a:pos x="T0" y="T1"/>
                </a:cxn>
                <a:cxn ang="T11">
                  <a:pos x="T2" y="T3"/>
                </a:cxn>
                <a:cxn ang="T12">
                  <a:pos x="T4" y="T5"/>
                </a:cxn>
                <a:cxn ang="T13">
                  <a:pos x="T6" y="T7"/>
                </a:cxn>
                <a:cxn ang="T14">
                  <a:pos x="T8" y="T9"/>
                </a:cxn>
              </a:cxnLst>
              <a:rect l="T15" t="T16" r="T17" b="T18"/>
              <a:pathLst>
                <a:path w="578" h="384">
                  <a:moveTo>
                    <a:pt x="377" y="383"/>
                  </a:moveTo>
                  <a:lnTo>
                    <a:pt x="0" y="291"/>
                  </a:lnTo>
                  <a:lnTo>
                    <a:pt x="217" y="0"/>
                  </a:lnTo>
                  <a:lnTo>
                    <a:pt x="577" y="74"/>
                  </a:lnTo>
                  <a:lnTo>
                    <a:pt x="377" y="383"/>
                  </a:lnTo>
                </a:path>
              </a:pathLst>
            </a:custGeom>
            <a:solidFill>
              <a:srgbClr val="E22B00"/>
            </a:solidFill>
            <a:ln>
              <a:noFill/>
            </a:ln>
            <a:extLst>
              <a:ext uri="{91240B29-F687-4F45-9708-019B960494DF}">
                <a14:hiddenLine xmlns:a14="http://schemas.microsoft.com/office/drawing/2010/main" w="12700" cap="rnd" cmpd="sng">
                  <a:solidFill>
                    <a:srgbClr val="000000"/>
                  </a:solidFill>
                  <a:prstDash val="solid"/>
                  <a:round/>
                  <a:headEnd type="none" w="med" len="med"/>
                  <a:tailEnd type="none" w="med" len="med"/>
                </a14:hiddenLine>
              </a:ext>
            </a:extLst>
          </p:spPr>
          <p:txBody>
            <a:bodyPr/>
            <a:lstStyle/>
            <a:p>
              <a:endParaRPr lang="fr-FR"/>
            </a:p>
          </p:txBody>
        </p:sp>
        <p:sp>
          <p:nvSpPr>
            <p:cNvPr id="158761" name="Line 133"/>
            <p:cNvSpPr>
              <a:spLocks noChangeShapeType="1"/>
            </p:cNvSpPr>
            <p:nvPr/>
          </p:nvSpPr>
          <p:spPr bwMode="auto">
            <a:xfrm>
              <a:off x="3102" y="1862"/>
              <a:ext cx="352" cy="7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fr-FR"/>
            </a:p>
          </p:txBody>
        </p:sp>
        <p:sp>
          <p:nvSpPr>
            <p:cNvPr id="158762" name="Freeform 134"/>
            <p:cNvSpPr>
              <a:spLocks/>
            </p:cNvSpPr>
            <p:nvPr/>
          </p:nvSpPr>
          <p:spPr bwMode="auto">
            <a:xfrm>
              <a:off x="2762" y="1666"/>
              <a:ext cx="337" cy="485"/>
            </a:xfrm>
            <a:custGeom>
              <a:avLst/>
              <a:gdLst>
                <a:gd name="T0" fmla="*/ 336 w 337"/>
                <a:gd name="T1" fmla="*/ 194 h 485"/>
                <a:gd name="T2" fmla="*/ 118 w 337"/>
                <a:gd name="T3" fmla="*/ 484 h 485"/>
                <a:gd name="T4" fmla="*/ 0 w 337"/>
                <a:gd name="T5" fmla="*/ 452 h 485"/>
                <a:gd name="T6" fmla="*/ 336 w 337"/>
                <a:gd name="T7" fmla="*/ 0 h 485"/>
                <a:gd name="T8" fmla="*/ 336 w 337"/>
                <a:gd name="T9" fmla="*/ 152 h 485"/>
                <a:gd name="T10" fmla="*/ 336 w 337"/>
                <a:gd name="T11" fmla="*/ 194 h 485"/>
                <a:gd name="T12" fmla="*/ 0 60000 65536"/>
                <a:gd name="T13" fmla="*/ 0 60000 65536"/>
                <a:gd name="T14" fmla="*/ 0 60000 65536"/>
                <a:gd name="T15" fmla="*/ 0 60000 65536"/>
                <a:gd name="T16" fmla="*/ 0 60000 65536"/>
                <a:gd name="T17" fmla="*/ 0 60000 65536"/>
                <a:gd name="T18" fmla="*/ 0 w 337"/>
                <a:gd name="T19" fmla="*/ 0 h 485"/>
                <a:gd name="T20" fmla="*/ 337 w 337"/>
                <a:gd name="T21" fmla="*/ 485 h 485"/>
              </a:gdLst>
              <a:ahLst/>
              <a:cxnLst>
                <a:cxn ang="T12">
                  <a:pos x="T0" y="T1"/>
                </a:cxn>
                <a:cxn ang="T13">
                  <a:pos x="T2" y="T3"/>
                </a:cxn>
                <a:cxn ang="T14">
                  <a:pos x="T4" y="T5"/>
                </a:cxn>
                <a:cxn ang="T15">
                  <a:pos x="T6" y="T7"/>
                </a:cxn>
                <a:cxn ang="T16">
                  <a:pos x="T8" y="T9"/>
                </a:cxn>
                <a:cxn ang="T17">
                  <a:pos x="T10" y="T11"/>
                </a:cxn>
              </a:cxnLst>
              <a:rect l="T18" t="T19" r="T20" b="T21"/>
              <a:pathLst>
                <a:path w="337" h="485">
                  <a:moveTo>
                    <a:pt x="336" y="194"/>
                  </a:moveTo>
                  <a:lnTo>
                    <a:pt x="118" y="484"/>
                  </a:lnTo>
                  <a:lnTo>
                    <a:pt x="0" y="452"/>
                  </a:lnTo>
                  <a:lnTo>
                    <a:pt x="336" y="0"/>
                  </a:lnTo>
                  <a:lnTo>
                    <a:pt x="336" y="152"/>
                  </a:lnTo>
                  <a:lnTo>
                    <a:pt x="336" y="194"/>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158763" name="Freeform 135"/>
            <p:cNvSpPr>
              <a:spLocks/>
            </p:cNvSpPr>
            <p:nvPr/>
          </p:nvSpPr>
          <p:spPr bwMode="auto">
            <a:xfrm>
              <a:off x="2757" y="2124"/>
              <a:ext cx="509" cy="339"/>
            </a:xfrm>
            <a:custGeom>
              <a:avLst/>
              <a:gdLst>
                <a:gd name="T0" fmla="*/ 0 w 506"/>
                <a:gd name="T1" fmla="*/ 0 h 345"/>
                <a:gd name="T2" fmla="*/ 1 w 506"/>
                <a:gd name="T3" fmla="*/ 198 h 345"/>
                <a:gd name="T4" fmla="*/ 514 w 506"/>
                <a:gd name="T5" fmla="*/ 326 h 345"/>
                <a:gd name="T6" fmla="*/ 513 w 506"/>
                <a:gd name="T7" fmla="*/ 124 h 345"/>
                <a:gd name="T8" fmla="*/ 0 60000 65536"/>
                <a:gd name="T9" fmla="*/ 0 60000 65536"/>
                <a:gd name="T10" fmla="*/ 0 60000 65536"/>
                <a:gd name="T11" fmla="*/ 0 60000 65536"/>
                <a:gd name="T12" fmla="*/ 0 w 506"/>
                <a:gd name="T13" fmla="*/ 0 h 345"/>
                <a:gd name="T14" fmla="*/ 506 w 506"/>
                <a:gd name="T15" fmla="*/ 345 h 345"/>
              </a:gdLst>
              <a:ahLst/>
              <a:cxnLst>
                <a:cxn ang="T8">
                  <a:pos x="T0" y="T1"/>
                </a:cxn>
                <a:cxn ang="T9">
                  <a:pos x="T2" y="T3"/>
                </a:cxn>
                <a:cxn ang="T10">
                  <a:pos x="T4" y="T5"/>
                </a:cxn>
                <a:cxn ang="T11">
                  <a:pos x="T6" y="T7"/>
                </a:cxn>
              </a:cxnLst>
              <a:rect l="T12" t="T13" r="T14" b="T15"/>
              <a:pathLst>
                <a:path w="506" h="345">
                  <a:moveTo>
                    <a:pt x="0" y="0"/>
                  </a:moveTo>
                  <a:lnTo>
                    <a:pt x="1" y="209"/>
                  </a:lnTo>
                  <a:lnTo>
                    <a:pt x="505" y="344"/>
                  </a:lnTo>
                  <a:lnTo>
                    <a:pt x="504" y="130"/>
                  </a:lnTo>
                </a:path>
              </a:pathLst>
            </a:custGeom>
            <a:solidFill>
              <a:srgbClr val="FC2C1C"/>
            </a:solidFill>
            <a:ln w="12700" cap="rnd" cmpd="sng">
              <a:solidFill>
                <a:schemeClr val="bg2"/>
              </a:solidFill>
              <a:prstDash val="solid"/>
              <a:round/>
              <a:headEnd type="none" w="med" len="med"/>
              <a:tailEnd type="none" w="med" len="med"/>
            </a:ln>
          </p:spPr>
          <p:txBody>
            <a:bodyPr/>
            <a:lstStyle/>
            <a:p>
              <a:endParaRPr lang="fr-FR"/>
            </a:p>
          </p:txBody>
        </p:sp>
        <p:sp>
          <p:nvSpPr>
            <p:cNvPr id="158764" name="AutoShape 136"/>
            <p:cNvSpPr>
              <a:spLocks noChangeArrowheads="1"/>
            </p:cNvSpPr>
            <p:nvPr/>
          </p:nvSpPr>
          <p:spPr bwMode="auto">
            <a:xfrm rot="16200000" flipH="1">
              <a:off x="3067" y="1967"/>
              <a:ext cx="693" cy="306"/>
            </a:xfrm>
            <a:prstGeom prst="parallelogram">
              <a:avLst>
                <a:gd name="adj" fmla="val 156202"/>
              </a:avLst>
            </a:prstGeom>
            <a:solidFill>
              <a:srgbClr val="FC2C1C"/>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sp>
        <p:nvSpPr>
          <p:cNvPr id="158743" name="Text Box 137"/>
          <p:cNvSpPr txBox="1">
            <a:spLocks noChangeArrowheads="1"/>
          </p:cNvSpPr>
          <p:nvPr/>
        </p:nvSpPr>
        <p:spPr bwMode="auto">
          <a:xfrm>
            <a:off x="2744788" y="3681413"/>
            <a:ext cx="828675"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a:spcBef>
                <a:spcPct val="0"/>
              </a:spcBef>
              <a:buFontTx/>
              <a:buNone/>
            </a:pPr>
            <a:r>
              <a:rPr lang="fr-FR" altLang="fr-FR" sz="2400">
                <a:solidFill>
                  <a:srgbClr val="FC2C1C"/>
                </a:solidFill>
              </a:rPr>
              <a:t>1 R3</a:t>
            </a:r>
          </a:p>
        </p:txBody>
      </p:sp>
      <p:grpSp>
        <p:nvGrpSpPr>
          <p:cNvPr id="158744" name="Group 138"/>
          <p:cNvGrpSpPr>
            <a:grpSpLocks/>
          </p:cNvGrpSpPr>
          <p:nvPr/>
        </p:nvGrpSpPr>
        <p:grpSpPr bwMode="auto">
          <a:xfrm rot="-223274">
            <a:off x="2878138" y="2867025"/>
            <a:ext cx="744537" cy="733425"/>
            <a:chOff x="2757" y="1666"/>
            <a:chExt cx="812" cy="800"/>
          </a:xfrm>
        </p:grpSpPr>
        <p:sp>
          <p:nvSpPr>
            <p:cNvPr id="158753" name="Freeform 139"/>
            <p:cNvSpPr>
              <a:spLocks/>
            </p:cNvSpPr>
            <p:nvPr/>
          </p:nvSpPr>
          <p:spPr bwMode="auto">
            <a:xfrm>
              <a:off x="2762" y="1667"/>
              <a:ext cx="807" cy="584"/>
            </a:xfrm>
            <a:custGeom>
              <a:avLst/>
              <a:gdLst>
                <a:gd name="T0" fmla="*/ 497 w 807"/>
                <a:gd name="T1" fmla="*/ 583 h 584"/>
                <a:gd name="T2" fmla="*/ 0 w 807"/>
                <a:gd name="T3" fmla="*/ 452 h 584"/>
                <a:gd name="T4" fmla="*/ 337 w 807"/>
                <a:gd name="T5" fmla="*/ 0 h 584"/>
                <a:gd name="T6" fmla="*/ 806 w 807"/>
                <a:gd name="T7" fmla="*/ 98 h 584"/>
                <a:gd name="T8" fmla="*/ 497 w 807"/>
                <a:gd name="T9" fmla="*/ 583 h 584"/>
                <a:gd name="T10" fmla="*/ 0 60000 65536"/>
                <a:gd name="T11" fmla="*/ 0 60000 65536"/>
                <a:gd name="T12" fmla="*/ 0 60000 65536"/>
                <a:gd name="T13" fmla="*/ 0 60000 65536"/>
                <a:gd name="T14" fmla="*/ 0 60000 65536"/>
                <a:gd name="T15" fmla="*/ 0 w 807"/>
                <a:gd name="T16" fmla="*/ 0 h 584"/>
                <a:gd name="T17" fmla="*/ 807 w 807"/>
                <a:gd name="T18" fmla="*/ 584 h 584"/>
              </a:gdLst>
              <a:ahLst/>
              <a:cxnLst>
                <a:cxn ang="T10">
                  <a:pos x="T0" y="T1"/>
                </a:cxn>
                <a:cxn ang="T11">
                  <a:pos x="T2" y="T3"/>
                </a:cxn>
                <a:cxn ang="T12">
                  <a:pos x="T4" y="T5"/>
                </a:cxn>
                <a:cxn ang="T13">
                  <a:pos x="T6" y="T7"/>
                </a:cxn>
                <a:cxn ang="T14">
                  <a:pos x="T8" y="T9"/>
                </a:cxn>
              </a:cxnLst>
              <a:rect l="T15" t="T16" r="T17" b="T18"/>
              <a:pathLst>
                <a:path w="807" h="584">
                  <a:moveTo>
                    <a:pt x="497" y="583"/>
                  </a:moveTo>
                  <a:lnTo>
                    <a:pt x="0" y="452"/>
                  </a:lnTo>
                  <a:lnTo>
                    <a:pt x="337" y="0"/>
                  </a:lnTo>
                  <a:lnTo>
                    <a:pt x="806" y="98"/>
                  </a:lnTo>
                  <a:lnTo>
                    <a:pt x="497" y="583"/>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158754" name="Freeform 140"/>
            <p:cNvSpPr>
              <a:spLocks/>
            </p:cNvSpPr>
            <p:nvPr/>
          </p:nvSpPr>
          <p:spPr bwMode="auto">
            <a:xfrm>
              <a:off x="2882" y="1861"/>
              <a:ext cx="578" cy="384"/>
            </a:xfrm>
            <a:custGeom>
              <a:avLst/>
              <a:gdLst>
                <a:gd name="T0" fmla="*/ 377 w 578"/>
                <a:gd name="T1" fmla="*/ 383 h 384"/>
                <a:gd name="T2" fmla="*/ 0 w 578"/>
                <a:gd name="T3" fmla="*/ 291 h 384"/>
                <a:gd name="T4" fmla="*/ 217 w 578"/>
                <a:gd name="T5" fmla="*/ 0 h 384"/>
                <a:gd name="T6" fmla="*/ 577 w 578"/>
                <a:gd name="T7" fmla="*/ 74 h 384"/>
                <a:gd name="T8" fmla="*/ 377 w 578"/>
                <a:gd name="T9" fmla="*/ 383 h 384"/>
                <a:gd name="T10" fmla="*/ 0 60000 65536"/>
                <a:gd name="T11" fmla="*/ 0 60000 65536"/>
                <a:gd name="T12" fmla="*/ 0 60000 65536"/>
                <a:gd name="T13" fmla="*/ 0 60000 65536"/>
                <a:gd name="T14" fmla="*/ 0 60000 65536"/>
                <a:gd name="T15" fmla="*/ 0 w 578"/>
                <a:gd name="T16" fmla="*/ 0 h 384"/>
                <a:gd name="T17" fmla="*/ 578 w 578"/>
                <a:gd name="T18" fmla="*/ 384 h 384"/>
              </a:gdLst>
              <a:ahLst/>
              <a:cxnLst>
                <a:cxn ang="T10">
                  <a:pos x="T0" y="T1"/>
                </a:cxn>
                <a:cxn ang="T11">
                  <a:pos x="T2" y="T3"/>
                </a:cxn>
                <a:cxn ang="T12">
                  <a:pos x="T4" y="T5"/>
                </a:cxn>
                <a:cxn ang="T13">
                  <a:pos x="T6" y="T7"/>
                </a:cxn>
                <a:cxn ang="T14">
                  <a:pos x="T8" y="T9"/>
                </a:cxn>
              </a:cxnLst>
              <a:rect l="T15" t="T16" r="T17" b="T18"/>
              <a:pathLst>
                <a:path w="578" h="384">
                  <a:moveTo>
                    <a:pt x="377" y="383"/>
                  </a:moveTo>
                  <a:lnTo>
                    <a:pt x="0" y="291"/>
                  </a:lnTo>
                  <a:lnTo>
                    <a:pt x="217" y="0"/>
                  </a:lnTo>
                  <a:lnTo>
                    <a:pt x="577" y="74"/>
                  </a:lnTo>
                  <a:lnTo>
                    <a:pt x="377" y="383"/>
                  </a:lnTo>
                </a:path>
              </a:pathLst>
            </a:custGeom>
            <a:solidFill>
              <a:srgbClr val="E22B00"/>
            </a:solidFill>
            <a:ln>
              <a:noFill/>
            </a:ln>
            <a:extLst>
              <a:ext uri="{91240B29-F687-4F45-9708-019B960494DF}">
                <a14:hiddenLine xmlns:a14="http://schemas.microsoft.com/office/drawing/2010/main" w="12700" cap="rnd" cmpd="sng">
                  <a:solidFill>
                    <a:srgbClr val="000000"/>
                  </a:solidFill>
                  <a:prstDash val="solid"/>
                  <a:round/>
                  <a:headEnd type="none" w="med" len="med"/>
                  <a:tailEnd type="none" w="med" len="med"/>
                </a14:hiddenLine>
              </a:ext>
            </a:extLst>
          </p:spPr>
          <p:txBody>
            <a:bodyPr/>
            <a:lstStyle/>
            <a:p>
              <a:endParaRPr lang="fr-FR"/>
            </a:p>
          </p:txBody>
        </p:sp>
        <p:sp>
          <p:nvSpPr>
            <p:cNvPr id="158755" name="Line 141"/>
            <p:cNvSpPr>
              <a:spLocks noChangeShapeType="1"/>
            </p:cNvSpPr>
            <p:nvPr/>
          </p:nvSpPr>
          <p:spPr bwMode="auto">
            <a:xfrm>
              <a:off x="3102" y="1862"/>
              <a:ext cx="352" cy="7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fr-FR"/>
            </a:p>
          </p:txBody>
        </p:sp>
        <p:sp>
          <p:nvSpPr>
            <p:cNvPr id="158756" name="Freeform 142"/>
            <p:cNvSpPr>
              <a:spLocks/>
            </p:cNvSpPr>
            <p:nvPr/>
          </p:nvSpPr>
          <p:spPr bwMode="auto">
            <a:xfrm>
              <a:off x="2762" y="1666"/>
              <a:ext cx="337" cy="485"/>
            </a:xfrm>
            <a:custGeom>
              <a:avLst/>
              <a:gdLst>
                <a:gd name="T0" fmla="*/ 336 w 337"/>
                <a:gd name="T1" fmla="*/ 194 h 485"/>
                <a:gd name="T2" fmla="*/ 118 w 337"/>
                <a:gd name="T3" fmla="*/ 484 h 485"/>
                <a:gd name="T4" fmla="*/ 0 w 337"/>
                <a:gd name="T5" fmla="*/ 452 h 485"/>
                <a:gd name="T6" fmla="*/ 336 w 337"/>
                <a:gd name="T7" fmla="*/ 0 h 485"/>
                <a:gd name="T8" fmla="*/ 336 w 337"/>
                <a:gd name="T9" fmla="*/ 152 h 485"/>
                <a:gd name="T10" fmla="*/ 336 w 337"/>
                <a:gd name="T11" fmla="*/ 194 h 485"/>
                <a:gd name="T12" fmla="*/ 0 60000 65536"/>
                <a:gd name="T13" fmla="*/ 0 60000 65536"/>
                <a:gd name="T14" fmla="*/ 0 60000 65536"/>
                <a:gd name="T15" fmla="*/ 0 60000 65536"/>
                <a:gd name="T16" fmla="*/ 0 60000 65536"/>
                <a:gd name="T17" fmla="*/ 0 60000 65536"/>
                <a:gd name="T18" fmla="*/ 0 w 337"/>
                <a:gd name="T19" fmla="*/ 0 h 485"/>
                <a:gd name="T20" fmla="*/ 337 w 337"/>
                <a:gd name="T21" fmla="*/ 485 h 485"/>
              </a:gdLst>
              <a:ahLst/>
              <a:cxnLst>
                <a:cxn ang="T12">
                  <a:pos x="T0" y="T1"/>
                </a:cxn>
                <a:cxn ang="T13">
                  <a:pos x="T2" y="T3"/>
                </a:cxn>
                <a:cxn ang="T14">
                  <a:pos x="T4" y="T5"/>
                </a:cxn>
                <a:cxn ang="T15">
                  <a:pos x="T6" y="T7"/>
                </a:cxn>
                <a:cxn ang="T16">
                  <a:pos x="T8" y="T9"/>
                </a:cxn>
                <a:cxn ang="T17">
                  <a:pos x="T10" y="T11"/>
                </a:cxn>
              </a:cxnLst>
              <a:rect l="T18" t="T19" r="T20" b="T21"/>
              <a:pathLst>
                <a:path w="337" h="485">
                  <a:moveTo>
                    <a:pt x="336" y="194"/>
                  </a:moveTo>
                  <a:lnTo>
                    <a:pt x="118" y="484"/>
                  </a:lnTo>
                  <a:lnTo>
                    <a:pt x="0" y="452"/>
                  </a:lnTo>
                  <a:lnTo>
                    <a:pt x="336" y="0"/>
                  </a:lnTo>
                  <a:lnTo>
                    <a:pt x="336" y="152"/>
                  </a:lnTo>
                  <a:lnTo>
                    <a:pt x="336" y="194"/>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158757" name="Freeform 143"/>
            <p:cNvSpPr>
              <a:spLocks/>
            </p:cNvSpPr>
            <p:nvPr/>
          </p:nvSpPr>
          <p:spPr bwMode="auto">
            <a:xfrm>
              <a:off x="2757" y="2124"/>
              <a:ext cx="509" cy="339"/>
            </a:xfrm>
            <a:custGeom>
              <a:avLst/>
              <a:gdLst>
                <a:gd name="T0" fmla="*/ 0 w 506"/>
                <a:gd name="T1" fmla="*/ 0 h 345"/>
                <a:gd name="T2" fmla="*/ 1 w 506"/>
                <a:gd name="T3" fmla="*/ 198 h 345"/>
                <a:gd name="T4" fmla="*/ 514 w 506"/>
                <a:gd name="T5" fmla="*/ 326 h 345"/>
                <a:gd name="T6" fmla="*/ 513 w 506"/>
                <a:gd name="T7" fmla="*/ 124 h 345"/>
                <a:gd name="T8" fmla="*/ 0 60000 65536"/>
                <a:gd name="T9" fmla="*/ 0 60000 65536"/>
                <a:gd name="T10" fmla="*/ 0 60000 65536"/>
                <a:gd name="T11" fmla="*/ 0 60000 65536"/>
                <a:gd name="T12" fmla="*/ 0 w 506"/>
                <a:gd name="T13" fmla="*/ 0 h 345"/>
                <a:gd name="T14" fmla="*/ 506 w 506"/>
                <a:gd name="T15" fmla="*/ 345 h 345"/>
              </a:gdLst>
              <a:ahLst/>
              <a:cxnLst>
                <a:cxn ang="T8">
                  <a:pos x="T0" y="T1"/>
                </a:cxn>
                <a:cxn ang="T9">
                  <a:pos x="T2" y="T3"/>
                </a:cxn>
                <a:cxn ang="T10">
                  <a:pos x="T4" y="T5"/>
                </a:cxn>
                <a:cxn ang="T11">
                  <a:pos x="T6" y="T7"/>
                </a:cxn>
              </a:cxnLst>
              <a:rect l="T12" t="T13" r="T14" b="T15"/>
              <a:pathLst>
                <a:path w="506" h="345">
                  <a:moveTo>
                    <a:pt x="0" y="0"/>
                  </a:moveTo>
                  <a:lnTo>
                    <a:pt x="1" y="209"/>
                  </a:lnTo>
                  <a:lnTo>
                    <a:pt x="505" y="344"/>
                  </a:lnTo>
                  <a:lnTo>
                    <a:pt x="504" y="130"/>
                  </a:lnTo>
                </a:path>
              </a:pathLst>
            </a:custGeom>
            <a:solidFill>
              <a:srgbClr val="FC2C1C"/>
            </a:solidFill>
            <a:ln w="12700" cap="rnd" cmpd="sng">
              <a:solidFill>
                <a:schemeClr val="bg2"/>
              </a:solidFill>
              <a:prstDash val="solid"/>
              <a:round/>
              <a:headEnd type="none" w="med" len="med"/>
              <a:tailEnd type="none" w="med" len="med"/>
            </a:ln>
          </p:spPr>
          <p:txBody>
            <a:bodyPr/>
            <a:lstStyle/>
            <a:p>
              <a:endParaRPr lang="fr-FR"/>
            </a:p>
          </p:txBody>
        </p:sp>
        <p:sp>
          <p:nvSpPr>
            <p:cNvPr id="158758" name="AutoShape 144"/>
            <p:cNvSpPr>
              <a:spLocks noChangeArrowheads="1"/>
            </p:cNvSpPr>
            <p:nvPr/>
          </p:nvSpPr>
          <p:spPr bwMode="auto">
            <a:xfrm rot="16200000" flipH="1">
              <a:off x="3067" y="1967"/>
              <a:ext cx="693" cy="306"/>
            </a:xfrm>
            <a:prstGeom prst="parallelogram">
              <a:avLst>
                <a:gd name="adj" fmla="val 156202"/>
              </a:avLst>
            </a:prstGeom>
            <a:solidFill>
              <a:srgbClr val="FC2C1C"/>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sp>
        <p:nvSpPr>
          <p:cNvPr id="158745" name="Text Box 145"/>
          <p:cNvSpPr txBox="1">
            <a:spLocks noChangeArrowheads="1"/>
          </p:cNvSpPr>
          <p:nvPr/>
        </p:nvSpPr>
        <p:spPr bwMode="auto">
          <a:xfrm>
            <a:off x="4872038" y="3681413"/>
            <a:ext cx="828675"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a:spcBef>
                <a:spcPct val="0"/>
              </a:spcBef>
              <a:buFontTx/>
              <a:buNone/>
            </a:pPr>
            <a:r>
              <a:rPr lang="fr-FR" altLang="fr-FR" sz="2400">
                <a:solidFill>
                  <a:srgbClr val="FC2C1C"/>
                </a:solidFill>
              </a:rPr>
              <a:t>1 R5</a:t>
            </a:r>
          </a:p>
        </p:txBody>
      </p:sp>
      <p:grpSp>
        <p:nvGrpSpPr>
          <p:cNvPr id="158746" name="Group 146"/>
          <p:cNvGrpSpPr>
            <a:grpSpLocks/>
          </p:cNvGrpSpPr>
          <p:nvPr/>
        </p:nvGrpSpPr>
        <p:grpSpPr bwMode="auto">
          <a:xfrm rot="-223274">
            <a:off x="4968875" y="2867025"/>
            <a:ext cx="744538" cy="733425"/>
            <a:chOff x="2757" y="1666"/>
            <a:chExt cx="812" cy="800"/>
          </a:xfrm>
        </p:grpSpPr>
        <p:sp>
          <p:nvSpPr>
            <p:cNvPr id="158747" name="Freeform 147"/>
            <p:cNvSpPr>
              <a:spLocks/>
            </p:cNvSpPr>
            <p:nvPr/>
          </p:nvSpPr>
          <p:spPr bwMode="auto">
            <a:xfrm>
              <a:off x="2762" y="1667"/>
              <a:ext cx="807" cy="584"/>
            </a:xfrm>
            <a:custGeom>
              <a:avLst/>
              <a:gdLst>
                <a:gd name="T0" fmla="*/ 497 w 807"/>
                <a:gd name="T1" fmla="*/ 583 h 584"/>
                <a:gd name="T2" fmla="*/ 0 w 807"/>
                <a:gd name="T3" fmla="*/ 452 h 584"/>
                <a:gd name="T4" fmla="*/ 337 w 807"/>
                <a:gd name="T5" fmla="*/ 0 h 584"/>
                <a:gd name="T6" fmla="*/ 806 w 807"/>
                <a:gd name="T7" fmla="*/ 98 h 584"/>
                <a:gd name="T8" fmla="*/ 497 w 807"/>
                <a:gd name="T9" fmla="*/ 583 h 584"/>
                <a:gd name="T10" fmla="*/ 0 60000 65536"/>
                <a:gd name="T11" fmla="*/ 0 60000 65536"/>
                <a:gd name="T12" fmla="*/ 0 60000 65536"/>
                <a:gd name="T13" fmla="*/ 0 60000 65536"/>
                <a:gd name="T14" fmla="*/ 0 60000 65536"/>
                <a:gd name="T15" fmla="*/ 0 w 807"/>
                <a:gd name="T16" fmla="*/ 0 h 584"/>
                <a:gd name="T17" fmla="*/ 807 w 807"/>
                <a:gd name="T18" fmla="*/ 584 h 584"/>
              </a:gdLst>
              <a:ahLst/>
              <a:cxnLst>
                <a:cxn ang="T10">
                  <a:pos x="T0" y="T1"/>
                </a:cxn>
                <a:cxn ang="T11">
                  <a:pos x="T2" y="T3"/>
                </a:cxn>
                <a:cxn ang="T12">
                  <a:pos x="T4" y="T5"/>
                </a:cxn>
                <a:cxn ang="T13">
                  <a:pos x="T6" y="T7"/>
                </a:cxn>
                <a:cxn ang="T14">
                  <a:pos x="T8" y="T9"/>
                </a:cxn>
              </a:cxnLst>
              <a:rect l="T15" t="T16" r="T17" b="T18"/>
              <a:pathLst>
                <a:path w="807" h="584">
                  <a:moveTo>
                    <a:pt x="497" y="583"/>
                  </a:moveTo>
                  <a:lnTo>
                    <a:pt x="0" y="452"/>
                  </a:lnTo>
                  <a:lnTo>
                    <a:pt x="337" y="0"/>
                  </a:lnTo>
                  <a:lnTo>
                    <a:pt x="806" y="98"/>
                  </a:lnTo>
                  <a:lnTo>
                    <a:pt x="497" y="583"/>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158748" name="Freeform 148"/>
            <p:cNvSpPr>
              <a:spLocks/>
            </p:cNvSpPr>
            <p:nvPr/>
          </p:nvSpPr>
          <p:spPr bwMode="auto">
            <a:xfrm>
              <a:off x="2882" y="1861"/>
              <a:ext cx="578" cy="384"/>
            </a:xfrm>
            <a:custGeom>
              <a:avLst/>
              <a:gdLst>
                <a:gd name="T0" fmla="*/ 377 w 578"/>
                <a:gd name="T1" fmla="*/ 383 h 384"/>
                <a:gd name="T2" fmla="*/ 0 w 578"/>
                <a:gd name="T3" fmla="*/ 291 h 384"/>
                <a:gd name="T4" fmla="*/ 217 w 578"/>
                <a:gd name="T5" fmla="*/ 0 h 384"/>
                <a:gd name="T6" fmla="*/ 577 w 578"/>
                <a:gd name="T7" fmla="*/ 74 h 384"/>
                <a:gd name="T8" fmla="*/ 377 w 578"/>
                <a:gd name="T9" fmla="*/ 383 h 384"/>
                <a:gd name="T10" fmla="*/ 0 60000 65536"/>
                <a:gd name="T11" fmla="*/ 0 60000 65536"/>
                <a:gd name="T12" fmla="*/ 0 60000 65536"/>
                <a:gd name="T13" fmla="*/ 0 60000 65536"/>
                <a:gd name="T14" fmla="*/ 0 60000 65536"/>
                <a:gd name="T15" fmla="*/ 0 w 578"/>
                <a:gd name="T16" fmla="*/ 0 h 384"/>
                <a:gd name="T17" fmla="*/ 578 w 578"/>
                <a:gd name="T18" fmla="*/ 384 h 384"/>
              </a:gdLst>
              <a:ahLst/>
              <a:cxnLst>
                <a:cxn ang="T10">
                  <a:pos x="T0" y="T1"/>
                </a:cxn>
                <a:cxn ang="T11">
                  <a:pos x="T2" y="T3"/>
                </a:cxn>
                <a:cxn ang="T12">
                  <a:pos x="T4" y="T5"/>
                </a:cxn>
                <a:cxn ang="T13">
                  <a:pos x="T6" y="T7"/>
                </a:cxn>
                <a:cxn ang="T14">
                  <a:pos x="T8" y="T9"/>
                </a:cxn>
              </a:cxnLst>
              <a:rect l="T15" t="T16" r="T17" b="T18"/>
              <a:pathLst>
                <a:path w="578" h="384">
                  <a:moveTo>
                    <a:pt x="377" y="383"/>
                  </a:moveTo>
                  <a:lnTo>
                    <a:pt x="0" y="291"/>
                  </a:lnTo>
                  <a:lnTo>
                    <a:pt x="217" y="0"/>
                  </a:lnTo>
                  <a:lnTo>
                    <a:pt x="577" y="74"/>
                  </a:lnTo>
                  <a:lnTo>
                    <a:pt x="377" y="383"/>
                  </a:lnTo>
                </a:path>
              </a:pathLst>
            </a:custGeom>
            <a:solidFill>
              <a:srgbClr val="E22B00"/>
            </a:solidFill>
            <a:ln>
              <a:noFill/>
            </a:ln>
            <a:extLst>
              <a:ext uri="{91240B29-F687-4F45-9708-019B960494DF}">
                <a14:hiddenLine xmlns:a14="http://schemas.microsoft.com/office/drawing/2010/main" w="12700" cap="rnd" cmpd="sng">
                  <a:solidFill>
                    <a:srgbClr val="000000"/>
                  </a:solidFill>
                  <a:prstDash val="solid"/>
                  <a:round/>
                  <a:headEnd type="none" w="med" len="med"/>
                  <a:tailEnd type="none" w="med" len="med"/>
                </a14:hiddenLine>
              </a:ext>
            </a:extLst>
          </p:spPr>
          <p:txBody>
            <a:bodyPr/>
            <a:lstStyle/>
            <a:p>
              <a:endParaRPr lang="fr-FR"/>
            </a:p>
          </p:txBody>
        </p:sp>
        <p:sp>
          <p:nvSpPr>
            <p:cNvPr id="158749" name="Line 149"/>
            <p:cNvSpPr>
              <a:spLocks noChangeShapeType="1"/>
            </p:cNvSpPr>
            <p:nvPr/>
          </p:nvSpPr>
          <p:spPr bwMode="auto">
            <a:xfrm>
              <a:off x="3102" y="1862"/>
              <a:ext cx="352" cy="7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fr-FR"/>
            </a:p>
          </p:txBody>
        </p:sp>
        <p:sp>
          <p:nvSpPr>
            <p:cNvPr id="158750" name="Freeform 150"/>
            <p:cNvSpPr>
              <a:spLocks/>
            </p:cNvSpPr>
            <p:nvPr/>
          </p:nvSpPr>
          <p:spPr bwMode="auto">
            <a:xfrm>
              <a:off x="2762" y="1666"/>
              <a:ext cx="337" cy="485"/>
            </a:xfrm>
            <a:custGeom>
              <a:avLst/>
              <a:gdLst>
                <a:gd name="T0" fmla="*/ 336 w 337"/>
                <a:gd name="T1" fmla="*/ 194 h 485"/>
                <a:gd name="T2" fmla="*/ 118 w 337"/>
                <a:gd name="T3" fmla="*/ 484 h 485"/>
                <a:gd name="T4" fmla="*/ 0 w 337"/>
                <a:gd name="T5" fmla="*/ 452 h 485"/>
                <a:gd name="T6" fmla="*/ 336 w 337"/>
                <a:gd name="T7" fmla="*/ 0 h 485"/>
                <a:gd name="T8" fmla="*/ 336 w 337"/>
                <a:gd name="T9" fmla="*/ 152 h 485"/>
                <a:gd name="T10" fmla="*/ 336 w 337"/>
                <a:gd name="T11" fmla="*/ 194 h 485"/>
                <a:gd name="T12" fmla="*/ 0 60000 65536"/>
                <a:gd name="T13" fmla="*/ 0 60000 65536"/>
                <a:gd name="T14" fmla="*/ 0 60000 65536"/>
                <a:gd name="T15" fmla="*/ 0 60000 65536"/>
                <a:gd name="T16" fmla="*/ 0 60000 65536"/>
                <a:gd name="T17" fmla="*/ 0 60000 65536"/>
                <a:gd name="T18" fmla="*/ 0 w 337"/>
                <a:gd name="T19" fmla="*/ 0 h 485"/>
                <a:gd name="T20" fmla="*/ 337 w 337"/>
                <a:gd name="T21" fmla="*/ 485 h 485"/>
              </a:gdLst>
              <a:ahLst/>
              <a:cxnLst>
                <a:cxn ang="T12">
                  <a:pos x="T0" y="T1"/>
                </a:cxn>
                <a:cxn ang="T13">
                  <a:pos x="T2" y="T3"/>
                </a:cxn>
                <a:cxn ang="T14">
                  <a:pos x="T4" y="T5"/>
                </a:cxn>
                <a:cxn ang="T15">
                  <a:pos x="T6" y="T7"/>
                </a:cxn>
                <a:cxn ang="T16">
                  <a:pos x="T8" y="T9"/>
                </a:cxn>
                <a:cxn ang="T17">
                  <a:pos x="T10" y="T11"/>
                </a:cxn>
              </a:cxnLst>
              <a:rect l="T18" t="T19" r="T20" b="T21"/>
              <a:pathLst>
                <a:path w="337" h="485">
                  <a:moveTo>
                    <a:pt x="336" y="194"/>
                  </a:moveTo>
                  <a:lnTo>
                    <a:pt x="118" y="484"/>
                  </a:lnTo>
                  <a:lnTo>
                    <a:pt x="0" y="452"/>
                  </a:lnTo>
                  <a:lnTo>
                    <a:pt x="336" y="0"/>
                  </a:lnTo>
                  <a:lnTo>
                    <a:pt x="336" y="152"/>
                  </a:lnTo>
                  <a:lnTo>
                    <a:pt x="336" y="194"/>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158751" name="Freeform 151"/>
            <p:cNvSpPr>
              <a:spLocks/>
            </p:cNvSpPr>
            <p:nvPr/>
          </p:nvSpPr>
          <p:spPr bwMode="auto">
            <a:xfrm>
              <a:off x="2757" y="2124"/>
              <a:ext cx="509" cy="339"/>
            </a:xfrm>
            <a:custGeom>
              <a:avLst/>
              <a:gdLst>
                <a:gd name="T0" fmla="*/ 0 w 506"/>
                <a:gd name="T1" fmla="*/ 0 h 345"/>
                <a:gd name="T2" fmla="*/ 1 w 506"/>
                <a:gd name="T3" fmla="*/ 198 h 345"/>
                <a:gd name="T4" fmla="*/ 514 w 506"/>
                <a:gd name="T5" fmla="*/ 326 h 345"/>
                <a:gd name="T6" fmla="*/ 513 w 506"/>
                <a:gd name="T7" fmla="*/ 124 h 345"/>
                <a:gd name="T8" fmla="*/ 0 60000 65536"/>
                <a:gd name="T9" fmla="*/ 0 60000 65536"/>
                <a:gd name="T10" fmla="*/ 0 60000 65536"/>
                <a:gd name="T11" fmla="*/ 0 60000 65536"/>
                <a:gd name="T12" fmla="*/ 0 w 506"/>
                <a:gd name="T13" fmla="*/ 0 h 345"/>
                <a:gd name="T14" fmla="*/ 506 w 506"/>
                <a:gd name="T15" fmla="*/ 345 h 345"/>
              </a:gdLst>
              <a:ahLst/>
              <a:cxnLst>
                <a:cxn ang="T8">
                  <a:pos x="T0" y="T1"/>
                </a:cxn>
                <a:cxn ang="T9">
                  <a:pos x="T2" y="T3"/>
                </a:cxn>
                <a:cxn ang="T10">
                  <a:pos x="T4" y="T5"/>
                </a:cxn>
                <a:cxn ang="T11">
                  <a:pos x="T6" y="T7"/>
                </a:cxn>
              </a:cxnLst>
              <a:rect l="T12" t="T13" r="T14" b="T15"/>
              <a:pathLst>
                <a:path w="506" h="345">
                  <a:moveTo>
                    <a:pt x="0" y="0"/>
                  </a:moveTo>
                  <a:lnTo>
                    <a:pt x="1" y="209"/>
                  </a:lnTo>
                  <a:lnTo>
                    <a:pt x="505" y="344"/>
                  </a:lnTo>
                  <a:lnTo>
                    <a:pt x="504" y="130"/>
                  </a:lnTo>
                </a:path>
              </a:pathLst>
            </a:custGeom>
            <a:solidFill>
              <a:srgbClr val="FC2C1C"/>
            </a:solidFill>
            <a:ln w="12700" cap="rnd" cmpd="sng">
              <a:solidFill>
                <a:schemeClr val="bg2"/>
              </a:solidFill>
              <a:prstDash val="solid"/>
              <a:round/>
              <a:headEnd type="none" w="med" len="med"/>
              <a:tailEnd type="none" w="med" len="med"/>
            </a:ln>
          </p:spPr>
          <p:txBody>
            <a:bodyPr/>
            <a:lstStyle/>
            <a:p>
              <a:endParaRPr lang="fr-FR"/>
            </a:p>
          </p:txBody>
        </p:sp>
        <p:sp>
          <p:nvSpPr>
            <p:cNvPr id="158752" name="AutoShape 152"/>
            <p:cNvSpPr>
              <a:spLocks noChangeArrowheads="1"/>
            </p:cNvSpPr>
            <p:nvPr/>
          </p:nvSpPr>
          <p:spPr bwMode="auto">
            <a:xfrm rot="16200000" flipH="1">
              <a:off x="3067" y="1967"/>
              <a:ext cx="693" cy="306"/>
            </a:xfrm>
            <a:prstGeom prst="parallelogram">
              <a:avLst>
                <a:gd name="adj" fmla="val 156202"/>
              </a:avLst>
            </a:prstGeom>
            <a:solidFill>
              <a:srgbClr val="FC2C1C"/>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59746" name="Group 2"/>
          <p:cNvGrpSpPr>
            <a:grpSpLocks/>
          </p:cNvGrpSpPr>
          <p:nvPr/>
        </p:nvGrpSpPr>
        <p:grpSpPr bwMode="auto">
          <a:xfrm>
            <a:off x="7073900" y="215900"/>
            <a:ext cx="1878013" cy="1250950"/>
            <a:chOff x="4456" y="136"/>
            <a:chExt cx="1183" cy="788"/>
          </a:xfrm>
        </p:grpSpPr>
        <p:grpSp>
          <p:nvGrpSpPr>
            <p:cNvPr id="159806" name="Group 3"/>
            <p:cNvGrpSpPr>
              <a:grpSpLocks/>
            </p:cNvGrpSpPr>
            <p:nvPr/>
          </p:nvGrpSpPr>
          <p:grpSpPr bwMode="auto">
            <a:xfrm>
              <a:off x="4766" y="232"/>
              <a:ext cx="873" cy="692"/>
              <a:chOff x="2185" y="310"/>
              <a:chExt cx="873" cy="692"/>
            </a:xfrm>
          </p:grpSpPr>
          <p:sp>
            <p:nvSpPr>
              <p:cNvPr id="159817" name="Freeform 4"/>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accent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9818" name="Freeform 5"/>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9819" name="Freeform 6"/>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9820" name="Freeform 7"/>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9821" name="Freeform 8"/>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9822" name="Freeform 9"/>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9823" name="Freeform 10"/>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grpSp>
          <p:nvGrpSpPr>
            <p:cNvPr id="159807" name="Group 11"/>
            <p:cNvGrpSpPr>
              <a:grpSpLocks/>
            </p:cNvGrpSpPr>
            <p:nvPr/>
          </p:nvGrpSpPr>
          <p:grpSpPr bwMode="auto">
            <a:xfrm>
              <a:off x="4949" y="336"/>
              <a:ext cx="591" cy="468"/>
              <a:chOff x="2185" y="310"/>
              <a:chExt cx="873" cy="692"/>
            </a:xfrm>
          </p:grpSpPr>
          <p:sp>
            <p:nvSpPr>
              <p:cNvPr id="159810" name="Freeform 12"/>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9811" name="Freeform 13"/>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9812" name="Freeform 14"/>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9813" name="Freeform 15"/>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9814" name="Freeform 16"/>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9815" name="Freeform 17"/>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9816" name="Freeform 18"/>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pic>
          <p:nvPicPr>
            <p:cNvPr id="159808" name="Picture 19"/>
            <p:cNvPicPr>
              <a:picLocks noChangeAspect="1" noChangeArrowheads="1"/>
            </p:cNvPicPr>
            <p:nvPr/>
          </p:nvPicPr>
          <p:blipFill>
            <a:blip r:embed="rId3" cstate="print">
              <a:extLst>
                <a:ext uri="{28A0092B-C50C-407E-A947-70E740481C1C}">
                  <a14:useLocalDpi xmlns:a14="http://schemas.microsoft.com/office/drawing/2010/main" val="0"/>
                </a:ext>
              </a:extLst>
            </a:blip>
            <a:srcRect l="-4282" t="-4369" r="-5199" b="-12012"/>
            <a:stretch>
              <a:fillRect/>
            </a:stretch>
          </p:blipFill>
          <p:spPr bwMode="auto">
            <a:xfrm>
              <a:off x="4456" y="136"/>
              <a:ext cx="480" cy="5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59809" name="Text Box 20"/>
            <p:cNvSpPr txBox="1">
              <a:spLocks noChangeArrowheads="1"/>
            </p:cNvSpPr>
            <p:nvPr/>
          </p:nvSpPr>
          <p:spPr bwMode="auto">
            <a:xfrm>
              <a:off x="4946" y="314"/>
              <a:ext cx="596" cy="49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4500" b="1">
                  <a:solidFill>
                    <a:srgbClr val="FF0000"/>
                  </a:solidFill>
                  <a:latin typeface="Arial Black" pitchFamily="34" charset="0"/>
                </a:rPr>
                <a:t>18</a:t>
              </a:r>
              <a:endParaRPr lang="fr-FR" altLang="fr-FR" sz="3200">
                <a:solidFill>
                  <a:schemeClr val="tx1"/>
                </a:solidFill>
                <a:latin typeface="Arial Black" pitchFamily="34" charset="0"/>
              </a:endParaRPr>
            </a:p>
          </p:txBody>
        </p:sp>
      </p:grpSp>
      <p:sp>
        <p:nvSpPr>
          <p:cNvPr id="159748" name="Text Box 22"/>
          <p:cNvSpPr txBox="1">
            <a:spLocks noChangeArrowheads="1"/>
          </p:cNvSpPr>
          <p:nvPr/>
        </p:nvSpPr>
        <p:spPr bwMode="auto">
          <a:xfrm>
            <a:off x="566738" y="1363663"/>
            <a:ext cx="1946275"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1. Tirez le dé</a:t>
            </a:r>
          </a:p>
        </p:txBody>
      </p:sp>
      <p:sp>
        <p:nvSpPr>
          <p:cNvPr id="159749" name="Text Box 23"/>
          <p:cNvSpPr txBox="1">
            <a:spLocks noChangeArrowheads="1"/>
          </p:cNvSpPr>
          <p:nvPr/>
        </p:nvSpPr>
        <p:spPr bwMode="auto">
          <a:xfrm>
            <a:off x="566738" y="3935413"/>
            <a:ext cx="18796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3. Produisez</a:t>
            </a:r>
          </a:p>
        </p:txBody>
      </p:sp>
      <p:grpSp>
        <p:nvGrpSpPr>
          <p:cNvPr id="159750" name="Group 24"/>
          <p:cNvGrpSpPr>
            <a:grpSpLocks/>
          </p:cNvGrpSpPr>
          <p:nvPr/>
        </p:nvGrpSpPr>
        <p:grpSpPr bwMode="auto">
          <a:xfrm>
            <a:off x="2986088" y="1306513"/>
            <a:ext cx="446087" cy="534987"/>
            <a:chOff x="868" y="1439"/>
            <a:chExt cx="811" cy="972"/>
          </a:xfrm>
        </p:grpSpPr>
        <p:sp>
          <p:nvSpPr>
            <p:cNvPr id="159755" name="Freeform 25"/>
            <p:cNvSpPr>
              <a:spLocks/>
            </p:cNvSpPr>
            <p:nvPr/>
          </p:nvSpPr>
          <p:spPr bwMode="auto">
            <a:xfrm>
              <a:off x="1548" y="2014"/>
              <a:ext cx="123" cy="100"/>
            </a:xfrm>
            <a:custGeom>
              <a:avLst/>
              <a:gdLst>
                <a:gd name="T0" fmla="*/ 5 w 618"/>
                <a:gd name="T1" fmla="*/ 0 h 502"/>
                <a:gd name="T2" fmla="*/ 5 w 618"/>
                <a:gd name="T3" fmla="*/ 0 h 502"/>
                <a:gd name="T4" fmla="*/ 0 w 618"/>
                <a:gd name="T5" fmla="*/ 4 h 502"/>
                <a:gd name="T6" fmla="*/ 0 w 618"/>
                <a:gd name="T7" fmla="*/ 4 h 502"/>
                <a:gd name="T8" fmla="*/ 5 w 618"/>
                <a:gd name="T9" fmla="*/ 0 h 502"/>
                <a:gd name="T10" fmla="*/ 5 w 618"/>
                <a:gd name="T11" fmla="*/ 0 h 502"/>
                <a:gd name="T12" fmla="*/ 5 w 618"/>
                <a:gd name="T13" fmla="*/ 0 h 502"/>
                <a:gd name="T14" fmla="*/ 5 w 618"/>
                <a:gd name="T15" fmla="*/ 0 h 502"/>
                <a:gd name="T16" fmla="*/ 5 w 618"/>
                <a:gd name="T17" fmla="*/ 0 h 502"/>
                <a:gd name="T18" fmla="*/ 5 w 618"/>
                <a:gd name="T19" fmla="*/ 0 h 502"/>
                <a:gd name="T20" fmla="*/ 5 w 618"/>
                <a:gd name="T21" fmla="*/ 0 h 502"/>
                <a:gd name="T22" fmla="*/ 5 w 618"/>
                <a:gd name="T23" fmla="*/ 0 h 502"/>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618"/>
                <a:gd name="T37" fmla="*/ 0 h 502"/>
                <a:gd name="T38" fmla="*/ 618 w 618"/>
                <a:gd name="T39" fmla="*/ 502 h 502"/>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618" h="502">
                  <a:moveTo>
                    <a:pt x="611" y="0"/>
                  </a:moveTo>
                  <a:lnTo>
                    <a:pt x="606" y="2"/>
                  </a:lnTo>
                  <a:lnTo>
                    <a:pt x="0" y="490"/>
                  </a:lnTo>
                  <a:lnTo>
                    <a:pt x="10" y="502"/>
                  </a:lnTo>
                  <a:lnTo>
                    <a:pt x="616" y="14"/>
                  </a:lnTo>
                  <a:lnTo>
                    <a:pt x="611" y="16"/>
                  </a:lnTo>
                  <a:lnTo>
                    <a:pt x="616" y="14"/>
                  </a:lnTo>
                  <a:lnTo>
                    <a:pt x="618" y="9"/>
                  </a:lnTo>
                  <a:lnTo>
                    <a:pt x="617" y="3"/>
                  </a:lnTo>
                  <a:lnTo>
                    <a:pt x="612" y="1"/>
                  </a:lnTo>
                  <a:lnTo>
                    <a:pt x="606" y="2"/>
                  </a:lnTo>
                  <a:lnTo>
                    <a:pt x="611"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9756" name="Freeform 26"/>
            <p:cNvSpPr>
              <a:spLocks/>
            </p:cNvSpPr>
            <p:nvPr/>
          </p:nvSpPr>
          <p:spPr bwMode="auto">
            <a:xfrm>
              <a:off x="876" y="1852"/>
              <a:ext cx="82" cy="373"/>
            </a:xfrm>
            <a:custGeom>
              <a:avLst/>
              <a:gdLst>
                <a:gd name="T0" fmla="*/ 3 w 413"/>
                <a:gd name="T1" fmla="*/ 15 h 1865"/>
                <a:gd name="T2" fmla="*/ 3 w 413"/>
                <a:gd name="T3" fmla="*/ 15 h 1865"/>
                <a:gd name="T4" fmla="*/ 0 w 413"/>
                <a:gd name="T5" fmla="*/ 0 h 1865"/>
                <a:gd name="T6" fmla="*/ 0 w 413"/>
                <a:gd name="T7" fmla="*/ 0 h 1865"/>
                <a:gd name="T8" fmla="*/ 3 w 413"/>
                <a:gd name="T9" fmla="*/ 15 h 1865"/>
                <a:gd name="T10" fmla="*/ 3 w 413"/>
                <a:gd name="T11" fmla="*/ 15 h 1865"/>
                <a:gd name="T12" fmla="*/ 3 w 413"/>
                <a:gd name="T13" fmla="*/ 15 h 1865"/>
                <a:gd name="T14" fmla="*/ 3 w 413"/>
                <a:gd name="T15" fmla="*/ 15 h 1865"/>
                <a:gd name="T16" fmla="*/ 3 w 413"/>
                <a:gd name="T17" fmla="*/ 15 h 1865"/>
                <a:gd name="T18" fmla="*/ 3 w 413"/>
                <a:gd name="T19" fmla="*/ 15 h 1865"/>
                <a:gd name="T20" fmla="*/ 3 w 413"/>
                <a:gd name="T21" fmla="*/ 15 h 1865"/>
                <a:gd name="T22" fmla="*/ 3 w 413"/>
                <a:gd name="T23" fmla="*/ 15 h 186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413"/>
                <a:gd name="T37" fmla="*/ 0 h 1865"/>
                <a:gd name="T38" fmla="*/ 413 w 413"/>
                <a:gd name="T39" fmla="*/ 1865 h 1865"/>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413" h="1865">
                  <a:moveTo>
                    <a:pt x="400" y="1864"/>
                  </a:moveTo>
                  <a:lnTo>
                    <a:pt x="413" y="1856"/>
                  </a:lnTo>
                  <a:lnTo>
                    <a:pt x="17" y="0"/>
                  </a:lnTo>
                  <a:lnTo>
                    <a:pt x="0" y="2"/>
                  </a:lnTo>
                  <a:lnTo>
                    <a:pt x="396" y="1858"/>
                  </a:lnTo>
                  <a:lnTo>
                    <a:pt x="409" y="1850"/>
                  </a:lnTo>
                  <a:lnTo>
                    <a:pt x="396" y="1858"/>
                  </a:lnTo>
                  <a:lnTo>
                    <a:pt x="400" y="1864"/>
                  </a:lnTo>
                  <a:lnTo>
                    <a:pt x="406" y="1865"/>
                  </a:lnTo>
                  <a:lnTo>
                    <a:pt x="410" y="1862"/>
                  </a:lnTo>
                  <a:lnTo>
                    <a:pt x="413" y="1856"/>
                  </a:lnTo>
                  <a:lnTo>
                    <a:pt x="400" y="186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9757" name="Freeform 27"/>
            <p:cNvSpPr>
              <a:spLocks/>
            </p:cNvSpPr>
            <p:nvPr/>
          </p:nvSpPr>
          <p:spPr bwMode="auto">
            <a:xfrm>
              <a:off x="1282" y="1533"/>
              <a:ext cx="35" cy="161"/>
            </a:xfrm>
            <a:custGeom>
              <a:avLst/>
              <a:gdLst>
                <a:gd name="T0" fmla="*/ 1 w 175"/>
                <a:gd name="T1" fmla="*/ 6 h 807"/>
                <a:gd name="T2" fmla="*/ 1 w 175"/>
                <a:gd name="T3" fmla="*/ 6 h 807"/>
                <a:gd name="T4" fmla="*/ 1 w 175"/>
                <a:gd name="T5" fmla="*/ 6 h 807"/>
                <a:gd name="T6" fmla="*/ 1 w 175"/>
                <a:gd name="T7" fmla="*/ 5 h 807"/>
                <a:gd name="T8" fmla="*/ 1 w 175"/>
                <a:gd name="T9" fmla="*/ 5 h 807"/>
                <a:gd name="T10" fmla="*/ 1 w 175"/>
                <a:gd name="T11" fmla="*/ 5 h 807"/>
                <a:gd name="T12" fmla="*/ 1 w 175"/>
                <a:gd name="T13" fmla="*/ 4 h 807"/>
                <a:gd name="T14" fmla="*/ 1 w 175"/>
                <a:gd name="T15" fmla="*/ 4 h 807"/>
                <a:gd name="T16" fmla="*/ 1 w 175"/>
                <a:gd name="T17" fmla="*/ 3 h 807"/>
                <a:gd name="T18" fmla="*/ 1 w 175"/>
                <a:gd name="T19" fmla="*/ 3 h 807"/>
                <a:gd name="T20" fmla="*/ 1 w 175"/>
                <a:gd name="T21" fmla="*/ 3 h 807"/>
                <a:gd name="T22" fmla="*/ 1 w 175"/>
                <a:gd name="T23" fmla="*/ 2 h 807"/>
                <a:gd name="T24" fmla="*/ 1 w 175"/>
                <a:gd name="T25" fmla="*/ 2 h 807"/>
                <a:gd name="T26" fmla="*/ 1 w 175"/>
                <a:gd name="T27" fmla="*/ 2 h 807"/>
                <a:gd name="T28" fmla="*/ 1 w 175"/>
                <a:gd name="T29" fmla="*/ 1 h 807"/>
                <a:gd name="T30" fmla="*/ 1 w 175"/>
                <a:gd name="T31" fmla="*/ 1 h 807"/>
                <a:gd name="T32" fmla="*/ 1 w 175"/>
                <a:gd name="T33" fmla="*/ 1 h 807"/>
                <a:gd name="T34" fmla="*/ 1 w 175"/>
                <a:gd name="T35" fmla="*/ 0 h 807"/>
                <a:gd name="T36" fmla="*/ 1 w 175"/>
                <a:gd name="T37" fmla="*/ 0 h 807"/>
                <a:gd name="T38" fmla="*/ 1 w 175"/>
                <a:gd name="T39" fmla="*/ 0 h 807"/>
                <a:gd name="T40" fmla="*/ 0 w 175"/>
                <a:gd name="T41" fmla="*/ 1 h 807"/>
                <a:gd name="T42" fmla="*/ 0 w 175"/>
                <a:gd name="T43" fmla="*/ 1 h 807"/>
                <a:gd name="T44" fmla="*/ 0 w 175"/>
                <a:gd name="T45" fmla="*/ 1 h 807"/>
                <a:gd name="T46" fmla="*/ 0 w 175"/>
                <a:gd name="T47" fmla="*/ 2 h 807"/>
                <a:gd name="T48" fmla="*/ 0 w 175"/>
                <a:gd name="T49" fmla="*/ 2 h 807"/>
                <a:gd name="T50" fmla="*/ 0 w 175"/>
                <a:gd name="T51" fmla="*/ 3 h 807"/>
                <a:gd name="T52" fmla="*/ 0 w 175"/>
                <a:gd name="T53" fmla="*/ 3 h 807"/>
                <a:gd name="T54" fmla="*/ 0 w 175"/>
                <a:gd name="T55" fmla="*/ 3 h 807"/>
                <a:gd name="T56" fmla="*/ 0 w 175"/>
                <a:gd name="T57" fmla="*/ 4 h 807"/>
                <a:gd name="T58" fmla="*/ 0 w 175"/>
                <a:gd name="T59" fmla="*/ 4 h 807"/>
                <a:gd name="T60" fmla="*/ 0 w 175"/>
                <a:gd name="T61" fmla="*/ 5 h 807"/>
                <a:gd name="T62" fmla="*/ 0 w 175"/>
                <a:gd name="T63" fmla="*/ 5 h 807"/>
                <a:gd name="T64" fmla="*/ 0 w 175"/>
                <a:gd name="T65" fmla="*/ 5 h 807"/>
                <a:gd name="T66" fmla="*/ 1 w 175"/>
                <a:gd name="T67" fmla="*/ 6 h 807"/>
                <a:gd name="T68" fmla="*/ 1 w 175"/>
                <a:gd name="T69" fmla="*/ 6 h 807"/>
                <a:gd name="T70" fmla="*/ 1 w 175"/>
                <a:gd name="T71" fmla="*/ 6 h 807"/>
                <a:gd name="T72" fmla="*/ 1 w 175"/>
                <a:gd name="T73" fmla="*/ 6 h 807"/>
                <a:gd name="T74" fmla="*/ 1 w 175"/>
                <a:gd name="T75" fmla="*/ 6 h 807"/>
                <a:gd name="T76" fmla="*/ 1 w 175"/>
                <a:gd name="T77" fmla="*/ 6 h 807"/>
                <a:gd name="T78" fmla="*/ 1 w 175"/>
                <a:gd name="T79" fmla="*/ 6 h 807"/>
                <a:gd name="T80" fmla="*/ 1 w 175"/>
                <a:gd name="T81" fmla="*/ 6 h 807"/>
                <a:gd name="T82" fmla="*/ 1 w 175"/>
                <a:gd name="T83" fmla="*/ 6 h 807"/>
                <a:gd name="T84" fmla="*/ 1 w 175"/>
                <a:gd name="T85" fmla="*/ 6 h 807"/>
                <a:gd name="T86" fmla="*/ 1 w 175"/>
                <a:gd name="T87" fmla="*/ 6 h 807"/>
                <a:gd name="T88" fmla="*/ 1 w 175"/>
                <a:gd name="T89" fmla="*/ 6 h 807"/>
                <a:gd name="T90" fmla="*/ 1 w 175"/>
                <a:gd name="T91" fmla="*/ 6 h 80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175"/>
                <a:gd name="T139" fmla="*/ 0 h 807"/>
                <a:gd name="T140" fmla="*/ 175 w 175"/>
                <a:gd name="T141" fmla="*/ 807 h 80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175" h="807">
                  <a:moveTo>
                    <a:pt x="169" y="740"/>
                  </a:moveTo>
                  <a:lnTo>
                    <a:pt x="169" y="739"/>
                  </a:lnTo>
                  <a:lnTo>
                    <a:pt x="149" y="698"/>
                  </a:lnTo>
                  <a:lnTo>
                    <a:pt x="133" y="656"/>
                  </a:lnTo>
                  <a:lnTo>
                    <a:pt x="120" y="611"/>
                  </a:lnTo>
                  <a:lnTo>
                    <a:pt x="108" y="565"/>
                  </a:lnTo>
                  <a:lnTo>
                    <a:pt x="100" y="520"/>
                  </a:lnTo>
                  <a:lnTo>
                    <a:pt x="96" y="472"/>
                  </a:lnTo>
                  <a:lnTo>
                    <a:pt x="93" y="425"/>
                  </a:lnTo>
                  <a:lnTo>
                    <a:pt x="93" y="377"/>
                  </a:lnTo>
                  <a:lnTo>
                    <a:pt x="96" y="330"/>
                  </a:lnTo>
                  <a:lnTo>
                    <a:pt x="100" y="283"/>
                  </a:lnTo>
                  <a:lnTo>
                    <a:pt x="106" y="238"/>
                  </a:lnTo>
                  <a:lnTo>
                    <a:pt x="115" y="195"/>
                  </a:lnTo>
                  <a:lnTo>
                    <a:pt x="126" y="153"/>
                  </a:lnTo>
                  <a:lnTo>
                    <a:pt x="139" y="114"/>
                  </a:lnTo>
                  <a:lnTo>
                    <a:pt x="153" y="77"/>
                  </a:lnTo>
                  <a:lnTo>
                    <a:pt x="169" y="43"/>
                  </a:lnTo>
                  <a:lnTo>
                    <a:pt x="87" y="0"/>
                  </a:lnTo>
                  <a:lnTo>
                    <a:pt x="69" y="39"/>
                  </a:lnTo>
                  <a:lnTo>
                    <a:pt x="52" y="81"/>
                  </a:lnTo>
                  <a:lnTo>
                    <a:pt x="37" y="127"/>
                  </a:lnTo>
                  <a:lnTo>
                    <a:pt x="24" y="174"/>
                  </a:lnTo>
                  <a:lnTo>
                    <a:pt x="15" y="222"/>
                  </a:lnTo>
                  <a:lnTo>
                    <a:pt x="7" y="271"/>
                  </a:lnTo>
                  <a:lnTo>
                    <a:pt x="2" y="323"/>
                  </a:lnTo>
                  <a:lnTo>
                    <a:pt x="0" y="374"/>
                  </a:lnTo>
                  <a:lnTo>
                    <a:pt x="0" y="427"/>
                  </a:lnTo>
                  <a:lnTo>
                    <a:pt x="2" y="479"/>
                  </a:lnTo>
                  <a:lnTo>
                    <a:pt x="9" y="531"/>
                  </a:lnTo>
                  <a:lnTo>
                    <a:pt x="17" y="584"/>
                  </a:lnTo>
                  <a:lnTo>
                    <a:pt x="29" y="635"/>
                  </a:lnTo>
                  <a:lnTo>
                    <a:pt x="44" y="686"/>
                  </a:lnTo>
                  <a:lnTo>
                    <a:pt x="65" y="736"/>
                  </a:lnTo>
                  <a:lnTo>
                    <a:pt x="87" y="784"/>
                  </a:lnTo>
                  <a:lnTo>
                    <a:pt x="87" y="782"/>
                  </a:lnTo>
                  <a:lnTo>
                    <a:pt x="87" y="784"/>
                  </a:lnTo>
                  <a:lnTo>
                    <a:pt x="100" y="799"/>
                  </a:lnTo>
                  <a:lnTo>
                    <a:pt x="117" y="807"/>
                  </a:lnTo>
                  <a:lnTo>
                    <a:pt x="134" y="807"/>
                  </a:lnTo>
                  <a:lnTo>
                    <a:pt x="151" y="801"/>
                  </a:lnTo>
                  <a:lnTo>
                    <a:pt x="164" y="791"/>
                  </a:lnTo>
                  <a:lnTo>
                    <a:pt x="173" y="777"/>
                  </a:lnTo>
                  <a:lnTo>
                    <a:pt x="175" y="759"/>
                  </a:lnTo>
                  <a:lnTo>
                    <a:pt x="169" y="739"/>
                  </a:lnTo>
                  <a:lnTo>
                    <a:pt x="169" y="74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9758" name="Freeform 28"/>
            <p:cNvSpPr>
              <a:spLocks/>
            </p:cNvSpPr>
            <p:nvPr/>
          </p:nvSpPr>
          <p:spPr bwMode="auto">
            <a:xfrm>
              <a:off x="1299" y="1681"/>
              <a:ext cx="157" cy="281"/>
            </a:xfrm>
            <a:custGeom>
              <a:avLst/>
              <a:gdLst>
                <a:gd name="T0" fmla="*/ 6 w 787"/>
                <a:gd name="T1" fmla="*/ 11 h 1404"/>
                <a:gd name="T2" fmla="*/ 6 w 787"/>
                <a:gd name="T3" fmla="*/ 11 h 1404"/>
                <a:gd name="T4" fmla="*/ 1 w 787"/>
                <a:gd name="T5" fmla="*/ 0 h 1404"/>
                <a:gd name="T6" fmla="*/ 0 w 787"/>
                <a:gd name="T7" fmla="*/ 0 h 1404"/>
                <a:gd name="T8" fmla="*/ 6 w 787"/>
                <a:gd name="T9" fmla="*/ 11 h 1404"/>
                <a:gd name="T10" fmla="*/ 6 w 787"/>
                <a:gd name="T11" fmla="*/ 11 h 1404"/>
                <a:gd name="T12" fmla="*/ 6 w 787"/>
                <a:gd name="T13" fmla="*/ 11 h 1404"/>
                <a:gd name="T14" fmla="*/ 6 w 787"/>
                <a:gd name="T15" fmla="*/ 11 h 1404"/>
                <a:gd name="T16" fmla="*/ 6 w 787"/>
                <a:gd name="T17" fmla="*/ 11 h 1404"/>
                <a:gd name="T18" fmla="*/ 6 w 787"/>
                <a:gd name="T19" fmla="*/ 11 h 1404"/>
                <a:gd name="T20" fmla="*/ 6 w 787"/>
                <a:gd name="T21" fmla="*/ 11 h 1404"/>
                <a:gd name="T22" fmla="*/ 6 w 787"/>
                <a:gd name="T23" fmla="*/ 11 h 1404"/>
                <a:gd name="T24" fmla="*/ 6 w 787"/>
                <a:gd name="T25" fmla="*/ 11 h 1404"/>
                <a:gd name="T26" fmla="*/ 6 w 787"/>
                <a:gd name="T27" fmla="*/ 11 h 1404"/>
                <a:gd name="T28" fmla="*/ 6 w 787"/>
                <a:gd name="T29" fmla="*/ 11 h 1404"/>
                <a:gd name="T30" fmla="*/ 6 w 787"/>
                <a:gd name="T31" fmla="*/ 11 h 1404"/>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787"/>
                <a:gd name="T49" fmla="*/ 0 h 1404"/>
                <a:gd name="T50" fmla="*/ 787 w 787"/>
                <a:gd name="T51" fmla="*/ 1404 h 1404"/>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787" h="1404">
                  <a:moveTo>
                    <a:pt x="781" y="1334"/>
                  </a:moveTo>
                  <a:lnTo>
                    <a:pt x="781" y="1337"/>
                  </a:lnTo>
                  <a:lnTo>
                    <a:pt x="82" y="0"/>
                  </a:lnTo>
                  <a:lnTo>
                    <a:pt x="0" y="42"/>
                  </a:lnTo>
                  <a:lnTo>
                    <a:pt x="699" y="1379"/>
                  </a:lnTo>
                  <a:lnTo>
                    <a:pt x="699" y="1381"/>
                  </a:lnTo>
                  <a:lnTo>
                    <a:pt x="699" y="1379"/>
                  </a:lnTo>
                  <a:lnTo>
                    <a:pt x="712" y="1395"/>
                  </a:lnTo>
                  <a:lnTo>
                    <a:pt x="727" y="1402"/>
                  </a:lnTo>
                  <a:lnTo>
                    <a:pt x="744" y="1404"/>
                  </a:lnTo>
                  <a:lnTo>
                    <a:pt x="761" y="1398"/>
                  </a:lnTo>
                  <a:lnTo>
                    <a:pt x="775" y="1388"/>
                  </a:lnTo>
                  <a:lnTo>
                    <a:pt x="784" y="1373"/>
                  </a:lnTo>
                  <a:lnTo>
                    <a:pt x="787" y="1357"/>
                  </a:lnTo>
                  <a:lnTo>
                    <a:pt x="781" y="1337"/>
                  </a:lnTo>
                  <a:lnTo>
                    <a:pt x="781" y="13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9759" name="Freeform 29"/>
            <p:cNvSpPr>
              <a:spLocks/>
            </p:cNvSpPr>
            <p:nvPr/>
          </p:nvSpPr>
          <p:spPr bwMode="auto">
            <a:xfrm>
              <a:off x="1439" y="1948"/>
              <a:ext cx="125" cy="76"/>
            </a:xfrm>
            <a:custGeom>
              <a:avLst/>
              <a:gdLst>
                <a:gd name="T0" fmla="*/ 5 w 628"/>
                <a:gd name="T1" fmla="*/ 2 h 383"/>
                <a:gd name="T2" fmla="*/ 5 w 628"/>
                <a:gd name="T3" fmla="*/ 2 h 383"/>
                <a:gd name="T4" fmla="*/ 4 w 628"/>
                <a:gd name="T5" fmla="*/ 2 h 383"/>
                <a:gd name="T6" fmla="*/ 4 w 628"/>
                <a:gd name="T7" fmla="*/ 2 h 383"/>
                <a:gd name="T8" fmla="*/ 4 w 628"/>
                <a:gd name="T9" fmla="*/ 2 h 383"/>
                <a:gd name="T10" fmla="*/ 3 w 628"/>
                <a:gd name="T11" fmla="*/ 2 h 383"/>
                <a:gd name="T12" fmla="*/ 3 w 628"/>
                <a:gd name="T13" fmla="*/ 2 h 383"/>
                <a:gd name="T14" fmla="*/ 3 w 628"/>
                <a:gd name="T15" fmla="*/ 2 h 383"/>
                <a:gd name="T16" fmla="*/ 3 w 628"/>
                <a:gd name="T17" fmla="*/ 2 h 383"/>
                <a:gd name="T18" fmla="*/ 2 w 628"/>
                <a:gd name="T19" fmla="*/ 2 h 383"/>
                <a:gd name="T20" fmla="*/ 2 w 628"/>
                <a:gd name="T21" fmla="*/ 2 h 383"/>
                <a:gd name="T22" fmla="*/ 2 w 628"/>
                <a:gd name="T23" fmla="*/ 1 h 383"/>
                <a:gd name="T24" fmla="*/ 2 w 628"/>
                <a:gd name="T25" fmla="*/ 1 h 383"/>
                <a:gd name="T26" fmla="*/ 1 w 628"/>
                <a:gd name="T27" fmla="*/ 1 h 383"/>
                <a:gd name="T28" fmla="*/ 1 w 628"/>
                <a:gd name="T29" fmla="*/ 1 h 383"/>
                <a:gd name="T30" fmla="*/ 1 w 628"/>
                <a:gd name="T31" fmla="*/ 1 h 383"/>
                <a:gd name="T32" fmla="*/ 1 w 628"/>
                <a:gd name="T33" fmla="*/ 0 h 383"/>
                <a:gd name="T34" fmla="*/ 1 w 628"/>
                <a:gd name="T35" fmla="*/ 0 h 383"/>
                <a:gd name="T36" fmla="*/ 0 w 628"/>
                <a:gd name="T37" fmla="*/ 0 h 383"/>
                <a:gd name="T38" fmla="*/ 0 w 628"/>
                <a:gd name="T39" fmla="*/ 1 h 383"/>
                <a:gd name="T40" fmla="*/ 0 w 628"/>
                <a:gd name="T41" fmla="*/ 1 h 383"/>
                <a:gd name="T42" fmla="*/ 1 w 628"/>
                <a:gd name="T43" fmla="*/ 1 h 383"/>
                <a:gd name="T44" fmla="*/ 1 w 628"/>
                <a:gd name="T45" fmla="*/ 1 h 383"/>
                <a:gd name="T46" fmla="*/ 1 w 628"/>
                <a:gd name="T47" fmla="*/ 2 h 383"/>
                <a:gd name="T48" fmla="*/ 1 w 628"/>
                <a:gd name="T49" fmla="*/ 2 h 383"/>
                <a:gd name="T50" fmla="*/ 2 w 628"/>
                <a:gd name="T51" fmla="*/ 2 h 383"/>
                <a:gd name="T52" fmla="*/ 2 w 628"/>
                <a:gd name="T53" fmla="*/ 2 h 383"/>
                <a:gd name="T54" fmla="*/ 2 w 628"/>
                <a:gd name="T55" fmla="*/ 2 h 383"/>
                <a:gd name="T56" fmla="*/ 3 w 628"/>
                <a:gd name="T57" fmla="*/ 3 h 383"/>
                <a:gd name="T58" fmla="*/ 3 w 628"/>
                <a:gd name="T59" fmla="*/ 3 h 383"/>
                <a:gd name="T60" fmla="*/ 3 w 628"/>
                <a:gd name="T61" fmla="*/ 3 h 383"/>
                <a:gd name="T62" fmla="*/ 4 w 628"/>
                <a:gd name="T63" fmla="*/ 3 h 383"/>
                <a:gd name="T64" fmla="*/ 4 w 628"/>
                <a:gd name="T65" fmla="*/ 3 h 383"/>
                <a:gd name="T66" fmla="*/ 4 w 628"/>
                <a:gd name="T67" fmla="*/ 3 h 383"/>
                <a:gd name="T68" fmla="*/ 5 w 628"/>
                <a:gd name="T69" fmla="*/ 3 h 383"/>
                <a:gd name="T70" fmla="*/ 5 w 628"/>
                <a:gd name="T71" fmla="*/ 3 h 383"/>
                <a:gd name="T72" fmla="*/ 5 w 628"/>
                <a:gd name="T73" fmla="*/ 3 h 383"/>
                <a:gd name="T74" fmla="*/ 5 w 628"/>
                <a:gd name="T75" fmla="*/ 3 h 383"/>
                <a:gd name="T76" fmla="*/ 5 w 628"/>
                <a:gd name="T77" fmla="*/ 3 h 383"/>
                <a:gd name="T78" fmla="*/ 5 w 628"/>
                <a:gd name="T79" fmla="*/ 3 h 383"/>
                <a:gd name="T80" fmla="*/ 5 w 628"/>
                <a:gd name="T81" fmla="*/ 3 h 383"/>
                <a:gd name="T82" fmla="*/ 5 w 628"/>
                <a:gd name="T83" fmla="*/ 3 h 383"/>
                <a:gd name="T84" fmla="*/ 5 w 628"/>
                <a:gd name="T85" fmla="*/ 2 h 383"/>
                <a:gd name="T86" fmla="*/ 5 w 628"/>
                <a:gd name="T87" fmla="*/ 2 h 383"/>
                <a:gd name="T88" fmla="*/ 5 w 628"/>
                <a:gd name="T89" fmla="*/ 2 h 383"/>
                <a:gd name="T90" fmla="*/ 5 w 628"/>
                <a:gd name="T91" fmla="*/ 2 h 38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628"/>
                <a:gd name="T139" fmla="*/ 0 h 383"/>
                <a:gd name="T140" fmla="*/ 628 w 628"/>
                <a:gd name="T141" fmla="*/ 383 h 38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628" h="383">
                  <a:moveTo>
                    <a:pt x="581" y="289"/>
                  </a:moveTo>
                  <a:lnTo>
                    <a:pt x="582" y="289"/>
                  </a:lnTo>
                  <a:lnTo>
                    <a:pt x="541" y="287"/>
                  </a:lnTo>
                  <a:lnTo>
                    <a:pt x="500" y="283"/>
                  </a:lnTo>
                  <a:lnTo>
                    <a:pt x="462" y="276"/>
                  </a:lnTo>
                  <a:lnTo>
                    <a:pt x="424" y="268"/>
                  </a:lnTo>
                  <a:lnTo>
                    <a:pt x="389" y="255"/>
                  </a:lnTo>
                  <a:lnTo>
                    <a:pt x="352" y="242"/>
                  </a:lnTo>
                  <a:lnTo>
                    <a:pt x="320" y="227"/>
                  </a:lnTo>
                  <a:lnTo>
                    <a:pt x="287" y="209"/>
                  </a:lnTo>
                  <a:lnTo>
                    <a:pt x="255" y="189"/>
                  </a:lnTo>
                  <a:lnTo>
                    <a:pt x="226" y="168"/>
                  </a:lnTo>
                  <a:lnTo>
                    <a:pt x="198" y="145"/>
                  </a:lnTo>
                  <a:lnTo>
                    <a:pt x="172" y="119"/>
                  </a:lnTo>
                  <a:lnTo>
                    <a:pt x="146" y="92"/>
                  </a:lnTo>
                  <a:lnTo>
                    <a:pt x="122" y="64"/>
                  </a:lnTo>
                  <a:lnTo>
                    <a:pt x="100" y="33"/>
                  </a:lnTo>
                  <a:lnTo>
                    <a:pt x="82" y="0"/>
                  </a:lnTo>
                  <a:lnTo>
                    <a:pt x="0" y="47"/>
                  </a:lnTo>
                  <a:lnTo>
                    <a:pt x="23" y="85"/>
                  </a:lnTo>
                  <a:lnTo>
                    <a:pt x="49" y="120"/>
                  </a:lnTo>
                  <a:lnTo>
                    <a:pt x="76" y="153"/>
                  </a:lnTo>
                  <a:lnTo>
                    <a:pt x="104" y="185"/>
                  </a:lnTo>
                  <a:lnTo>
                    <a:pt x="137" y="215"/>
                  </a:lnTo>
                  <a:lnTo>
                    <a:pt x="170" y="241"/>
                  </a:lnTo>
                  <a:lnTo>
                    <a:pt x="204" y="267"/>
                  </a:lnTo>
                  <a:lnTo>
                    <a:pt x="240" y="289"/>
                  </a:lnTo>
                  <a:lnTo>
                    <a:pt x="277" y="309"/>
                  </a:lnTo>
                  <a:lnTo>
                    <a:pt x="317" y="329"/>
                  </a:lnTo>
                  <a:lnTo>
                    <a:pt x="358" y="344"/>
                  </a:lnTo>
                  <a:lnTo>
                    <a:pt x="400" y="357"/>
                  </a:lnTo>
                  <a:lnTo>
                    <a:pt x="444" y="367"/>
                  </a:lnTo>
                  <a:lnTo>
                    <a:pt x="488" y="374"/>
                  </a:lnTo>
                  <a:lnTo>
                    <a:pt x="534" y="380"/>
                  </a:lnTo>
                  <a:lnTo>
                    <a:pt x="580" y="383"/>
                  </a:lnTo>
                  <a:lnTo>
                    <a:pt x="581" y="383"/>
                  </a:lnTo>
                  <a:lnTo>
                    <a:pt x="580" y="383"/>
                  </a:lnTo>
                  <a:lnTo>
                    <a:pt x="600" y="379"/>
                  </a:lnTo>
                  <a:lnTo>
                    <a:pt x="615" y="369"/>
                  </a:lnTo>
                  <a:lnTo>
                    <a:pt x="624" y="353"/>
                  </a:lnTo>
                  <a:lnTo>
                    <a:pt x="628" y="337"/>
                  </a:lnTo>
                  <a:lnTo>
                    <a:pt x="625" y="319"/>
                  </a:lnTo>
                  <a:lnTo>
                    <a:pt x="617" y="304"/>
                  </a:lnTo>
                  <a:lnTo>
                    <a:pt x="602" y="294"/>
                  </a:lnTo>
                  <a:lnTo>
                    <a:pt x="582" y="289"/>
                  </a:lnTo>
                  <a:lnTo>
                    <a:pt x="581" y="28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9760" name="Freeform 30"/>
            <p:cNvSpPr>
              <a:spLocks/>
            </p:cNvSpPr>
            <p:nvPr/>
          </p:nvSpPr>
          <p:spPr bwMode="auto">
            <a:xfrm>
              <a:off x="1587" y="1880"/>
              <a:ext cx="85" cy="49"/>
            </a:xfrm>
            <a:custGeom>
              <a:avLst/>
              <a:gdLst>
                <a:gd name="T0" fmla="*/ 3 w 426"/>
                <a:gd name="T1" fmla="*/ 0 h 245"/>
                <a:gd name="T2" fmla="*/ 3 w 426"/>
                <a:gd name="T3" fmla="*/ 0 h 245"/>
                <a:gd name="T4" fmla="*/ 3 w 426"/>
                <a:gd name="T5" fmla="*/ 0 h 245"/>
                <a:gd name="T6" fmla="*/ 3 w 426"/>
                <a:gd name="T7" fmla="*/ 0 h 245"/>
                <a:gd name="T8" fmla="*/ 2 w 426"/>
                <a:gd name="T9" fmla="*/ 0 h 245"/>
                <a:gd name="T10" fmla="*/ 2 w 426"/>
                <a:gd name="T11" fmla="*/ 0 h 245"/>
                <a:gd name="T12" fmla="*/ 2 w 426"/>
                <a:gd name="T13" fmla="*/ 0 h 245"/>
                <a:gd name="T14" fmla="*/ 2 w 426"/>
                <a:gd name="T15" fmla="*/ 0 h 245"/>
                <a:gd name="T16" fmla="*/ 1 w 426"/>
                <a:gd name="T17" fmla="*/ 0 h 245"/>
                <a:gd name="T18" fmla="*/ 1 w 426"/>
                <a:gd name="T19" fmla="*/ 1 h 245"/>
                <a:gd name="T20" fmla="*/ 1 w 426"/>
                <a:gd name="T21" fmla="*/ 1 h 245"/>
                <a:gd name="T22" fmla="*/ 1 w 426"/>
                <a:gd name="T23" fmla="*/ 1 h 245"/>
                <a:gd name="T24" fmla="*/ 0 w 426"/>
                <a:gd name="T25" fmla="*/ 1 h 245"/>
                <a:gd name="T26" fmla="*/ 0 w 426"/>
                <a:gd name="T27" fmla="*/ 1 h 245"/>
                <a:gd name="T28" fmla="*/ 0 w 426"/>
                <a:gd name="T29" fmla="*/ 1 h 245"/>
                <a:gd name="T30" fmla="*/ 0 w 426"/>
                <a:gd name="T31" fmla="*/ 2 h 245"/>
                <a:gd name="T32" fmla="*/ 0 w 426"/>
                <a:gd name="T33" fmla="*/ 2 h 245"/>
                <a:gd name="T34" fmla="*/ 0 w 426"/>
                <a:gd name="T35" fmla="*/ 2 h 245"/>
                <a:gd name="T36" fmla="*/ 0 w 426"/>
                <a:gd name="T37" fmla="*/ 2 h 245"/>
                <a:gd name="T38" fmla="*/ 0 w 426"/>
                <a:gd name="T39" fmla="*/ 2 h 245"/>
                <a:gd name="T40" fmla="*/ 0 w 426"/>
                <a:gd name="T41" fmla="*/ 2 h 245"/>
                <a:gd name="T42" fmla="*/ 0 w 426"/>
                <a:gd name="T43" fmla="*/ 1 h 245"/>
                <a:gd name="T44" fmla="*/ 0 w 426"/>
                <a:gd name="T45" fmla="*/ 1 h 245"/>
                <a:gd name="T46" fmla="*/ 0 w 426"/>
                <a:gd name="T47" fmla="*/ 1 h 245"/>
                <a:gd name="T48" fmla="*/ 1 w 426"/>
                <a:gd name="T49" fmla="*/ 1 h 245"/>
                <a:gd name="T50" fmla="*/ 1 w 426"/>
                <a:gd name="T51" fmla="*/ 1 h 245"/>
                <a:gd name="T52" fmla="*/ 1 w 426"/>
                <a:gd name="T53" fmla="*/ 1 h 245"/>
                <a:gd name="T54" fmla="*/ 1 w 426"/>
                <a:gd name="T55" fmla="*/ 1 h 245"/>
                <a:gd name="T56" fmla="*/ 2 w 426"/>
                <a:gd name="T57" fmla="*/ 0 h 245"/>
                <a:gd name="T58" fmla="*/ 2 w 426"/>
                <a:gd name="T59" fmla="*/ 0 h 245"/>
                <a:gd name="T60" fmla="*/ 2 w 426"/>
                <a:gd name="T61" fmla="*/ 0 h 245"/>
                <a:gd name="T62" fmla="*/ 2 w 426"/>
                <a:gd name="T63" fmla="*/ 0 h 245"/>
                <a:gd name="T64" fmla="*/ 3 w 426"/>
                <a:gd name="T65" fmla="*/ 0 h 245"/>
                <a:gd name="T66" fmla="*/ 3 w 426"/>
                <a:gd name="T67" fmla="*/ 0 h 245"/>
                <a:gd name="T68" fmla="*/ 3 w 426"/>
                <a:gd name="T69" fmla="*/ 0 h 245"/>
                <a:gd name="T70" fmla="*/ 3 w 426"/>
                <a:gd name="T71" fmla="*/ 0 h 245"/>
                <a:gd name="T72" fmla="*/ 3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426" y="0"/>
                  </a:moveTo>
                  <a:lnTo>
                    <a:pt x="426" y="0"/>
                  </a:lnTo>
                  <a:lnTo>
                    <a:pt x="384" y="1"/>
                  </a:lnTo>
                  <a:lnTo>
                    <a:pt x="340" y="4"/>
                  </a:lnTo>
                  <a:lnTo>
                    <a:pt x="300" y="10"/>
                  </a:lnTo>
                  <a:lnTo>
                    <a:pt x="262" y="18"/>
                  </a:lnTo>
                  <a:lnTo>
                    <a:pt x="224" y="29"/>
                  </a:lnTo>
                  <a:lnTo>
                    <a:pt x="189" y="41"/>
                  </a:lnTo>
                  <a:lnTo>
                    <a:pt x="157" y="55"/>
                  </a:lnTo>
                  <a:lnTo>
                    <a:pt x="126" y="70"/>
                  </a:lnTo>
                  <a:lnTo>
                    <a:pt x="99" y="89"/>
                  </a:lnTo>
                  <a:lnTo>
                    <a:pt x="74" y="106"/>
                  </a:lnTo>
                  <a:lnTo>
                    <a:pt x="52" y="126"/>
                  </a:lnTo>
                  <a:lnTo>
                    <a:pt x="34" y="148"/>
                  </a:lnTo>
                  <a:lnTo>
                    <a:pt x="19" y="171"/>
                  </a:lnTo>
                  <a:lnTo>
                    <a:pt x="9" y="194"/>
                  </a:lnTo>
                  <a:lnTo>
                    <a:pt x="3" y="219"/>
                  </a:lnTo>
                  <a:lnTo>
                    <a:pt x="0" y="245"/>
                  </a:lnTo>
                  <a:lnTo>
                    <a:pt x="12" y="245"/>
                  </a:lnTo>
                  <a:lnTo>
                    <a:pt x="15" y="221"/>
                  </a:lnTo>
                  <a:lnTo>
                    <a:pt x="20" y="199"/>
                  </a:lnTo>
                  <a:lnTo>
                    <a:pt x="31" y="178"/>
                  </a:lnTo>
                  <a:lnTo>
                    <a:pt x="44" y="156"/>
                  </a:lnTo>
                  <a:lnTo>
                    <a:pt x="61" y="136"/>
                  </a:lnTo>
                  <a:lnTo>
                    <a:pt x="81" y="116"/>
                  </a:lnTo>
                  <a:lnTo>
                    <a:pt x="106" y="98"/>
                  </a:lnTo>
                  <a:lnTo>
                    <a:pt x="133" y="82"/>
                  </a:lnTo>
                  <a:lnTo>
                    <a:pt x="162" y="66"/>
                  </a:lnTo>
                  <a:lnTo>
                    <a:pt x="194" y="52"/>
                  </a:lnTo>
                  <a:lnTo>
                    <a:pt x="229" y="41"/>
                  </a:lnTo>
                  <a:lnTo>
                    <a:pt x="264" y="30"/>
                  </a:lnTo>
                  <a:lnTo>
                    <a:pt x="303" y="22"/>
                  </a:lnTo>
                  <a:lnTo>
                    <a:pt x="343" y="16"/>
                  </a:lnTo>
                  <a:lnTo>
                    <a:pt x="384" y="12"/>
                  </a:lnTo>
                  <a:lnTo>
                    <a:pt x="426" y="11"/>
                  </a:lnTo>
                  <a:lnTo>
                    <a:pt x="42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9761" name="Freeform 31"/>
            <p:cNvSpPr>
              <a:spLocks/>
            </p:cNvSpPr>
            <p:nvPr/>
          </p:nvSpPr>
          <p:spPr bwMode="auto">
            <a:xfrm>
              <a:off x="1587" y="1929"/>
              <a:ext cx="85" cy="49"/>
            </a:xfrm>
            <a:custGeom>
              <a:avLst/>
              <a:gdLst>
                <a:gd name="T0" fmla="*/ 0 w 426"/>
                <a:gd name="T1" fmla="*/ 0 h 245"/>
                <a:gd name="T2" fmla="*/ 0 w 426"/>
                <a:gd name="T3" fmla="*/ 0 h 245"/>
                <a:gd name="T4" fmla="*/ 0 w 426"/>
                <a:gd name="T5" fmla="*/ 0 h 245"/>
                <a:gd name="T6" fmla="*/ 0 w 426"/>
                <a:gd name="T7" fmla="*/ 0 h 245"/>
                <a:gd name="T8" fmla="*/ 0 w 426"/>
                <a:gd name="T9" fmla="*/ 1 h 245"/>
                <a:gd name="T10" fmla="*/ 0 w 426"/>
                <a:gd name="T11" fmla="*/ 1 h 245"/>
                <a:gd name="T12" fmla="*/ 0 w 426"/>
                <a:gd name="T13" fmla="*/ 1 h 245"/>
                <a:gd name="T14" fmla="*/ 1 w 426"/>
                <a:gd name="T15" fmla="*/ 1 h 245"/>
                <a:gd name="T16" fmla="*/ 1 w 426"/>
                <a:gd name="T17" fmla="*/ 1 h 245"/>
                <a:gd name="T18" fmla="*/ 1 w 426"/>
                <a:gd name="T19" fmla="*/ 1 h 245"/>
                <a:gd name="T20" fmla="*/ 1 w 426"/>
                <a:gd name="T21" fmla="*/ 2 h 245"/>
                <a:gd name="T22" fmla="*/ 2 w 426"/>
                <a:gd name="T23" fmla="*/ 2 h 245"/>
                <a:gd name="T24" fmla="*/ 2 w 426"/>
                <a:gd name="T25" fmla="*/ 2 h 245"/>
                <a:gd name="T26" fmla="*/ 2 w 426"/>
                <a:gd name="T27" fmla="*/ 2 h 245"/>
                <a:gd name="T28" fmla="*/ 2 w 426"/>
                <a:gd name="T29" fmla="*/ 2 h 245"/>
                <a:gd name="T30" fmla="*/ 3 w 426"/>
                <a:gd name="T31" fmla="*/ 2 h 245"/>
                <a:gd name="T32" fmla="*/ 3 w 426"/>
                <a:gd name="T33" fmla="*/ 2 h 245"/>
                <a:gd name="T34" fmla="*/ 3 w 426"/>
                <a:gd name="T35" fmla="*/ 2 h 245"/>
                <a:gd name="T36" fmla="*/ 3 w 426"/>
                <a:gd name="T37" fmla="*/ 2 h 245"/>
                <a:gd name="T38" fmla="*/ 3 w 426"/>
                <a:gd name="T39" fmla="*/ 2 h 245"/>
                <a:gd name="T40" fmla="*/ 3 w 426"/>
                <a:gd name="T41" fmla="*/ 2 h 245"/>
                <a:gd name="T42" fmla="*/ 2 w 426"/>
                <a:gd name="T43" fmla="*/ 2 h 245"/>
                <a:gd name="T44" fmla="*/ 2 w 426"/>
                <a:gd name="T45" fmla="*/ 2 h 245"/>
                <a:gd name="T46" fmla="*/ 2 w 426"/>
                <a:gd name="T47" fmla="*/ 2 h 245"/>
                <a:gd name="T48" fmla="*/ 2 w 426"/>
                <a:gd name="T49" fmla="*/ 2 h 245"/>
                <a:gd name="T50" fmla="*/ 1 w 426"/>
                <a:gd name="T51" fmla="*/ 1 h 245"/>
                <a:gd name="T52" fmla="*/ 1 w 426"/>
                <a:gd name="T53" fmla="*/ 1 h 245"/>
                <a:gd name="T54" fmla="*/ 1 w 426"/>
                <a:gd name="T55" fmla="*/ 1 h 245"/>
                <a:gd name="T56" fmla="*/ 1 w 426"/>
                <a:gd name="T57" fmla="*/ 1 h 245"/>
                <a:gd name="T58" fmla="*/ 0 w 426"/>
                <a:gd name="T59" fmla="*/ 1 h 245"/>
                <a:gd name="T60" fmla="*/ 0 w 426"/>
                <a:gd name="T61" fmla="*/ 1 h 245"/>
                <a:gd name="T62" fmla="*/ 0 w 426"/>
                <a:gd name="T63" fmla="*/ 1 h 245"/>
                <a:gd name="T64" fmla="*/ 0 w 426"/>
                <a:gd name="T65" fmla="*/ 0 h 245"/>
                <a:gd name="T66" fmla="*/ 0 w 426"/>
                <a:gd name="T67" fmla="*/ 0 h 245"/>
                <a:gd name="T68" fmla="*/ 0 w 426"/>
                <a:gd name="T69" fmla="*/ 0 h 245"/>
                <a:gd name="T70" fmla="*/ 0 w 426"/>
                <a:gd name="T71" fmla="*/ 0 h 245"/>
                <a:gd name="T72" fmla="*/ 0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0" y="0"/>
                  </a:moveTo>
                  <a:lnTo>
                    <a:pt x="0" y="0"/>
                  </a:lnTo>
                  <a:lnTo>
                    <a:pt x="3" y="25"/>
                  </a:lnTo>
                  <a:lnTo>
                    <a:pt x="9" y="50"/>
                  </a:lnTo>
                  <a:lnTo>
                    <a:pt x="19" y="73"/>
                  </a:lnTo>
                  <a:lnTo>
                    <a:pt x="34" y="96"/>
                  </a:lnTo>
                  <a:lnTo>
                    <a:pt x="52" y="118"/>
                  </a:lnTo>
                  <a:lnTo>
                    <a:pt x="74" y="138"/>
                  </a:lnTo>
                  <a:lnTo>
                    <a:pt x="99" y="156"/>
                  </a:lnTo>
                  <a:lnTo>
                    <a:pt x="126" y="174"/>
                  </a:lnTo>
                  <a:lnTo>
                    <a:pt x="157" y="190"/>
                  </a:lnTo>
                  <a:lnTo>
                    <a:pt x="189" y="204"/>
                  </a:lnTo>
                  <a:lnTo>
                    <a:pt x="224" y="215"/>
                  </a:lnTo>
                  <a:lnTo>
                    <a:pt x="262" y="226"/>
                  </a:lnTo>
                  <a:lnTo>
                    <a:pt x="300" y="234"/>
                  </a:lnTo>
                  <a:lnTo>
                    <a:pt x="340" y="240"/>
                  </a:lnTo>
                  <a:lnTo>
                    <a:pt x="384" y="244"/>
                  </a:lnTo>
                  <a:lnTo>
                    <a:pt x="426" y="245"/>
                  </a:lnTo>
                  <a:lnTo>
                    <a:pt x="426" y="233"/>
                  </a:lnTo>
                  <a:lnTo>
                    <a:pt x="384" y="232"/>
                  </a:lnTo>
                  <a:lnTo>
                    <a:pt x="343" y="228"/>
                  </a:lnTo>
                  <a:lnTo>
                    <a:pt x="303" y="222"/>
                  </a:lnTo>
                  <a:lnTo>
                    <a:pt x="264" y="214"/>
                  </a:lnTo>
                  <a:lnTo>
                    <a:pt x="229" y="204"/>
                  </a:lnTo>
                  <a:lnTo>
                    <a:pt x="194" y="192"/>
                  </a:lnTo>
                  <a:lnTo>
                    <a:pt x="162" y="178"/>
                  </a:lnTo>
                  <a:lnTo>
                    <a:pt x="133" y="163"/>
                  </a:lnTo>
                  <a:lnTo>
                    <a:pt x="106" y="146"/>
                  </a:lnTo>
                  <a:lnTo>
                    <a:pt x="81" y="129"/>
                  </a:lnTo>
                  <a:lnTo>
                    <a:pt x="61" y="109"/>
                  </a:lnTo>
                  <a:lnTo>
                    <a:pt x="44" y="89"/>
                  </a:lnTo>
                  <a:lnTo>
                    <a:pt x="31" y="66"/>
                  </a:lnTo>
                  <a:lnTo>
                    <a:pt x="20" y="45"/>
                  </a:lnTo>
                  <a:lnTo>
                    <a:pt x="15" y="2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9762" name="Freeform 32"/>
            <p:cNvSpPr>
              <a:spLocks/>
            </p:cNvSpPr>
            <p:nvPr/>
          </p:nvSpPr>
          <p:spPr bwMode="auto">
            <a:xfrm>
              <a:off x="878" y="1448"/>
              <a:ext cx="792" cy="954"/>
            </a:xfrm>
            <a:custGeom>
              <a:avLst/>
              <a:gdLst>
                <a:gd name="T0" fmla="*/ 13 w 3960"/>
                <a:gd name="T1" fmla="*/ 38 h 4768"/>
                <a:gd name="T2" fmla="*/ 14 w 3960"/>
                <a:gd name="T3" fmla="*/ 38 h 4768"/>
                <a:gd name="T4" fmla="*/ 15 w 3960"/>
                <a:gd name="T5" fmla="*/ 38 h 4768"/>
                <a:gd name="T6" fmla="*/ 15 w 3960"/>
                <a:gd name="T7" fmla="*/ 38 h 4768"/>
                <a:gd name="T8" fmla="*/ 16 w 3960"/>
                <a:gd name="T9" fmla="*/ 38 h 4768"/>
                <a:gd name="T10" fmla="*/ 17 w 3960"/>
                <a:gd name="T11" fmla="*/ 38 h 4768"/>
                <a:gd name="T12" fmla="*/ 17 w 3960"/>
                <a:gd name="T13" fmla="*/ 38 h 4768"/>
                <a:gd name="T14" fmla="*/ 18 w 3960"/>
                <a:gd name="T15" fmla="*/ 38 h 4768"/>
                <a:gd name="T16" fmla="*/ 18 w 3960"/>
                <a:gd name="T17" fmla="*/ 38 h 4768"/>
                <a:gd name="T18" fmla="*/ 29 w 3960"/>
                <a:gd name="T19" fmla="*/ 30 h 4768"/>
                <a:gd name="T20" fmla="*/ 30 w 3960"/>
                <a:gd name="T21" fmla="*/ 30 h 4768"/>
                <a:gd name="T22" fmla="*/ 30 w 3960"/>
                <a:gd name="T23" fmla="*/ 29 h 4768"/>
                <a:gd name="T24" fmla="*/ 31 w 3960"/>
                <a:gd name="T25" fmla="*/ 28 h 4768"/>
                <a:gd name="T26" fmla="*/ 31 w 3960"/>
                <a:gd name="T27" fmla="*/ 28 h 4768"/>
                <a:gd name="T28" fmla="*/ 31 w 3960"/>
                <a:gd name="T29" fmla="*/ 27 h 4768"/>
                <a:gd name="T30" fmla="*/ 32 w 3960"/>
                <a:gd name="T31" fmla="*/ 26 h 4768"/>
                <a:gd name="T32" fmla="*/ 32 w 3960"/>
                <a:gd name="T33" fmla="*/ 25 h 4768"/>
                <a:gd name="T34" fmla="*/ 32 w 3960"/>
                <a:gd name="T35" fmla="*/ 11 h 4768"/>
                <a:gd name="T36" fmla="*/ 32 w 3960"/>
                <a:gd name="T37" fmla="*/ 10 h 4768"/>
                <a:gd name="T38" fmla="*/ 31 w 3960"/>
                <a:gd name="T39" fmla="*/ 9 h 4768"/>
                <a:gd name="T40" fmla="*/ 31 w 3960"/>
                <a:gd name="T41" fmla="*/ 9 h 4768"/>
                <a:gd name="T42" fmla="*/ 31 w 3960"/>
                <a:gd name="T43" fmla="*/ 8 h 4768"/>
                <a:gd name="T44" fmla="*/ 31 w 3960"/>
                <a:gd name="T45" fmla="*/ 8 h 4768"/>
                <a:gd name="T46" fmla="*/ 30 w 3960"/>
                <a:gd name="T47" fmla="*/ 7 h 4768"/>
                <a:gd name="T48" fmla="*/ 30 w 3960"/>
                <a:gd name="T49" fmla="*/ 7 h 4768"/>
                <a:gd name="T50" fmla="*/ 29 w 3960"/>
                <a:gd name="T51" fmla="*/ 6 h 4768"/>
                <a:gd name="T52" fmla="*/ 19 w 3960"/>
                <a:gd name="T53" fmla="*/ 1 h 4768"/>
                <a:gd name="T54" fmla="*/ 18 w 3960"/>
                <a:gd name="T55" fmla="*/ 0 h 4768"/>
                <a:gd name="T56" fmla="*/ 17 w 3960"/>
                <a:gd name="T57" fmla="*/ 0 h 4768"/>
                <a:gd name="T58" fmla="*/ 17 w 3960"/>
                <a:gd name="T59" fmla="*/ 0 h 4768"/>
                <a:gd name="T60" fmla="*/ 16 w 3960"/>
                <a:gd name="T61" fmla="*/ 0 h 4768"/>
                <a:gd name="T62" fmla="*/ 15 w 3960"/>
                <a:gd name="T63" fmla="*/ 0 h 4768"/>
                <a:gd name="T64" fmla="*/ 14 w 3960"/>
                <a:gd name="T65" fmla="*/ 0 h 4768"/>
                <a:gd name="T66" fmla="*/ 14 w 3960"/>
                <a:gd name="T67" fmla="*/ 0 h 4768"/>
                <a:gd name="T68" fmla="*/ 2 w 3960"/>
                <a:gd name="T69" fmla="*/ 6 h 4768"/>
                <a:gd name="T70" fmla="*/ 2 w 3960"/>
                <a:gd name="T71" fmla="*/ 7 h 4768"/>
                <a:gd name="T72" fmla="*/ 1 w 3960"/>
                <a:gd name="T73" fmla="*/ 7 h 4768"/>
                <a:gd name="T74" fmla="*/ 1 w 3960"/>
                <a:gd name="T75" fmla="*/ 8 h 4768"/>
                <a:gd name="T76" fmla="*/ 1 w 3960"/>
                <a:gd name="T77" fmla="*/ 8 h 4768"/>
                <a:gd name="T78" fmla="*/ 0 w 3960"/>
                <a:gd name="T79" fmla="*/ 9 h 4768"/>
                <a:gd name="T80" fmla="*/ 0 w 3960"/>
                <a:gd name="T81" fmla="*/ 9 h 4768"/>
                <a:gd name="T82" fmla="*/ 0 w 3960"/>
                <a:gd name="T83" fmla="*/ 10 h 4768"/>
                <a:gd name="T84" fmla="*/ 0 w 3960"/>
                <a:gd name="T85" fmla="*/ 11 h 4768"/>
                <a:gd name="T86" fmla="*/ 0 w 3960"/>
                <a:gd name="T87" fmla="*/ 25 h 4768"/>
                <a:gd name="T88" fmla="*/ 0 w 3960"/>
                <a:gd name="T89" fmla="*/ 26 h 4768"/>
                <a:gd name="T90" fmla="*/ 0 w 3960"/>
                <a:gd name="T91" fmla="*/ 27 h 4768"/>
                <a:gd name="T92" fmla="*/ 1 w 3960"/>
                <a:gd name="T93" fmla="*/ 28 h 4768"/>
                <a:gd name="T94" fmla="*/ 1 w 3960"/>
                <a:gd name="T95" fmla="*/ 29 h 4768"/>
                <a:gd name="T96" fmla="*/ 1 w 3960"/>
                <a:gd name="T97" fmla="*/ 29 h 4768"/>
                <a:gd name="T98" fmla="*/ 2 w 3960"/>
                <a:gd name="T99" fmla="*/ 30 h 4768"/>
                <a:gd name="T100" fmla="*/ 3 w 3960"/>
                <a:gd name="T101" fmla="*/ 31 h 4768"/>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w 3960"/>
                <a:gd name="T154" fmla="*/ 0 h 4768"/>
                <a:gd name="T155" fmla="*/ 3960 w 3960"/>
                <a:gd name="T156" fmla="*/ 4768 h 4768"/>
              </a:gdLst>
              <a:ahLst/>
              <a:cxnLst>
                <a:cxn ang="T102">
                  <a:pos x="T0" y="T1"/>
                </a:cxn>
                <a:cxn ang="T103">
                  <a:pos x="T2" y="T3"/>
                </a:cxn>
                <a:cxn ang="T104">
                  <a:pos x="T4" y="T5"/>
                </a:cxn>
                <a:cxn ang="T105">
                  <a:pos x="T6" y="T7"/>
                </a:cxn>
                <a:cxn ang="T106">
                  <a:pos x="T8" y="T9"/>
                </a:cxn>
                <a:cxn ang="T107">
                  <a:pos x="T10" y="T11"/>
                </a:cxn>
                <a:cxn ang="T108">
                  <a:pos x="T12" y="T13"/>
                </a:cxn>
                <a:cxn ang="T109">
                  <a:pos x="T14" y="T15"/>
                </a:cxn>
                <a:cxn ang="T110">
                  <a:pos x="T16" y="T17"/>
                </a:cxn>
                <a:cxn ang="T111">
                  <a:pos x="T18" y="T19"/>
                </a:cxn>
                <a:cxn ang="T112">
                  <a:pos x="T20" y="T21"/>
                </a:cxn>
                <a:cxn ang="T113">
                  <a:pos x="T22" y="T23"/>
                </a:cxn>
                <a:cxn ang="T114">
                  <a:pos x="T24" y="T25"/>
                </a:cxn>
                <a:cxn ang="T115">
                  <a:pos x="T26" y="T27"/>
                </a:cxn>
                <a:cxn ang="T116">
                  <a:pos x="T28" y="T29"/>
                </a:cxn>
                <a:cxn ang="T117">
                  <a:pos x="T30" y="T31"/>
                </a:cxn>
                <a:cxn ang="T118">
                  <a:pos x="T32" y="T33"/>
                </a:cxn>
                <a:cxn ang="T119">
                  <a:pos x="T34" y="T35"/>
                </a:cxn>
                <a:cxn ang="T120">
                  <a:pos x="T36" y="T37"/>
                </a:cxn>
                <a:cxn ang="T121">
                  <a:pos x="T38" y="T39"/>
                </a:cxn>
                <a:cxn ang="T122">
                  <a:pos x="T40" y="T41"/>
                </a:cxn>
                <a:cxn ang="T123">
                  <a:pos x="T42" y="T43"/>
                </a:cxn>
                <a:cxn ang="T124">
                  <a:pos x="T44" y="T45"/>
                </a:cxn>
                <a:cxn ang="T125">
                  <a:pos x="T46" y="T47"/>
                </a:cxn>
                <a:cxn ang="T126">
                  <a:pos x="T48" y="T49"/>
                </a:cxn>
                <a:cxn ang="T127">
                  <a:pos x="T50" y="T51"/>
                </a:cxn>
                <a:cxn ang="T128">
                  <a:pos x="T52" y="T53"/>
                </a:cxn>
                <a:cxn ang="T129">
                  <a:pos x="T54" y="T55"/>
                </a:cxn>
                <a:cxn ang="T130">
                  <a:pos x="T56" y="T57"/>
                </a:cxn>
                <a:cxn ang="T131">
                  <a:pos x="T58" y="T59"/>
                </a:cxn>
                <a:cxn ang="T132">
                  <a:pos x="T60" y="T61"/>
                </a:cxn>
                <a:cxn ang="T133">
                  <a:pos x="T62" y="T63"/>
                </a:cxn>
                <a:cxn ang="T134">
                  <a:pos x="T64" y="T65"/>
                </a:cxn>
                <a:cxn ang="T135">
                  <a:pos x="T66" y="T67"/>
                </a:cxn>
                <a:cxn ang="T136">
                  <a:pos x="T68" y="T69"/>
                </a:cxn>
                <a:cxn ang="T137">
                  <a:pos x="T70" y="T71"/>
                </a:cxn>
                <a:cxn ang="T138">
                  <a:pos x="T72" y="T73"/>
                </a:cxn>
                <a:cxn ang="T139">
                  <a:pos x="T74" y="T75"/>
                </a:cxn>
                <a:cxn ang="T140">
                  <a:pos x="T76" y="T77"/>
                </a:cxn>
                <a:cxn ang="T141">
                  <a:pos x="T78" y="T79"/>
                </a:cxn>
                <a:cxn ang="T142">
                  <a:pos x="T80" y="T81"/>
                </a:cxn>
                <a:cxn ang="T143">
                  <a:pos x="T82" y="T83"/>
                </a:cxn>
                <a:cxn ang="T144">
                  <a:pos x="T84" y="T85"/>
                </a:cxn>
                <a:cxn ang="T145">
                  <a:pos x="T86" y="T87"/>
                </a:cxn>
                <a:cxn ang="T146">
                  <a:pos x="T88" y="T89"/>
                </a:cxn>
                <a:cxn ang="T147">
                  <a:pos x="T90" y="T91"/>
                </a:cxn>
                <a:cxn ang="T148">
                  <a:pos x="T92" y="T93"/>
                </a:cxn>
                <a:cxn ang="T149">
                  <a:pos x="T94" y="T95"/>
                </a:cxn>
                <a:cxn ang="T150">
                  <a:pos x="T96" y="T97"/>
                </a:cxn>
                <a:cxn ang="T151">
                  <a:pos x="T98" y="T99"/>
                </a:cxn>
                <a:cxn ang="T152">
                  <a:pos x="T100" y="T101"/>
                </a:cxn>
              </a:cxnLst>
              <a:rect l="T153" t="T154" r="T155" b="T156"/>
              <a:pathLst>
                <a:path w="3960" h="4768">
                  <a:moveTo>
                    <a:pt x="353" y="3849"/>
                  </a:moveTo>
                  <a:lnTo>
                    <a:pt x="1661" y="4700"/>
                  </a:lnTo>
                  <a:lnTo>
                    <a:pt x="1697" y="4717"/>
                  </a:lnTo>
                  <a:lnTo>
                    <a:pt x="1736" y="4731"/>
                  </a:lnTo>
                  <a:lnTo>
                    <a:pt x="1776" y="4742"/>
                  </a:lnTo>
                  <a:lnTo>
                    <a:pt x="1818" y="4753"/>
                  </a:lnTo>
                  <a:lnTo>
                    <a:pt x="1860" y="4760"/>
                  </a:lnTo>
                  <a:lnTo>
                    <a:pt x="1902" y="4765"/>
                  </a:lnTo>
                  <a:lnTo>
                    <a:pt x="1946" y="4768"/>
                  </a:lnTo>
                  <a:lnTo>
                    <a:pt x="1988" y="4768"/>
                  </a:lnTo>
                  <a:lnTo>
                    <a:pt x="2031" y="4767"/>
                  </a:lnTo>
                  <a:lnTo>
                    <a:pt x="2073" y="4763"/>
                  </a:lnTo>
                  <a:lnTo>
                    <a:pt x="2114" y="4758"/>
                  </a:lnTo>
                  <a:lnTo>
                    <a:pt x="2154" y="4751"/>
                  </a:lnTo>
                  <a:lnTo>
                    <a:pt x="2193" y="4740"/>
                  </a:lnTo>
                  <a:lnTo>
                    <a:pt x="2230" y="4729"/>
                  </a:lnTo>
                  <a:lnTo>
                    <a:pt x="2264" y="4715"/>
                  </a:lnTo>
                  <a:lnTo>
                    <a:pt x="2297" y="4700"/>
                  </a:lnTo>
                  <a:lnTo>
                    <a:pt x="3639" y="3825"/>
                  </a:lnTo>
                  <a:lnTo>
                    <a:pt x="3673" y="3795"/>
                  </a:lnTo>
                  <a:lnTo>
                    <a:pt x="3707" y="3761"/>
                  </a:lnTo>
                  <a:lnTo>
                    <a:pt x="3738" y="3725"/>
                  </a:lnTo>
                  <a:lnTo>
                    <a:pt x="3768" y="3685"/>
                  </a:lnTo>
                  <a:lnTo>
                    <a:pt x="3796" y="3644"/>
                  </a:lnTo>
                  <a:lnTo>
                    <a:pt x="3821" y="3599"/>
                  </a:lnTo>
                  <a:lnTo>
                    <a:pt x="3846" y="3553"/>
                  </a:lnTo>
                  <a:lnTo>
                    <a:pt x="3868" y="3505"/>
                  </a:lnTo>
                  <a:lnTo>
                    <a:pt x="3888" y="3456"/>
                  </a:lnTo>
                  <a:lnTo>
                    <a:pt x="3907" y="3406"/>
                  </a:lnTo>
                  <a:lnTo>
                    <a:pt x="3922" y="3354"/>
                  </a:lnTo>
                  <a:lnTo>
                    <a:pt x="3935" y="3303"/>
                  </a:lnTo>
                  <a:lnTo>
                    <a:pt x="3946" y="3250"/>
                  </a:lnTo>
                  <a:lnTo>
                    <a:pt x="3953" y="3197"/>
                  </a:lnTo>
                  <a:lnTo>
                    <a:pt x="3957" y="3144"/>
                  </a:lnTo>
                  <a:lnTo>
                    <a:pt x="3960" y="3092"/>
                  </a:lnTo>
                  <a:lnTo>
                    <a:pt x="3959" y="1313"/>
                  </a:lnTo>
                  <a:lnTo>
                    <a:pt x="3955" y="1271"/>
                  </a:lnTo>
                  <a:lnTo>
                    <a:pt x="3949" y="1229"/>
                  </a:lnTo>
                  <a:lnTo>
                    <a:pt x="3941" y="1189"/>
                  </a:lnTo>
                  <a:lnTo>
                    <a:pt x="3930" y="1149"/>
                  </a:lnTo>
                  <a:lnTo>
                    <a:pt x="3918" y="1111"/>
                  </a:lnTo>
                  <a:lnTo>
                    <a:pt x="3902" y="1075"/>
                  </a:lnTo>
                  <a:lnTo>
                    <a:pt x="3886" y="1040"/>
                  </a:lnTo>
                  <a:lnTo>
                    <a:pt x="3867" y="1006"/>
                  </a:lnTo>
                  <a:lnTo>
                    <a:pt x="3846" y="973"/>
                  </a:lnTo>
                  <a:lnTo>
                    <a:pt x="3823" y="942"/>
                  </a:lnTo>
                  <a:lnTo>
                    <a:pt x="3798" y="913"/>
                  </a:lnTo>
                  <a:lnTo>
                    <a:pt x="3771" y="886"/>
                  </a:lnTo>
                  <a:lnTo>
                    <a:pt x="3743" y="860"/>
                  </a:lnTo>
                  <a:lnTo>
                    <a:pt x="3714" y="837"/>
                  </a:lnTo>
                  <a:lnTo>
                    <a:pt x="3682" y="816"/>
                  </a:lnTo>
                  <a:lnTo>
                    <a:pt x="3649" y="796"/>
                  </a:lnTo>
                  <a:lnTo>
                    <a:pt x="2386" y="83"/>
                  </a:lnTo>
                  <a:lnTo>
                    <a:pt x="2350" y="65"/>
                  </a:lnTo>
                  <a:lnTo>
                    <a:pt x="2310" y="50"/>
                  </a:lnTo>
                  <a:lnTo>
                    <a:pt x="2268" y="36"/>
                  </a:lnTo>
                  <a:lnTo>
                    <a:pt x="2223" y="24"/>
                  </a:lnTo>
                  <a:lnTo>
                    <a:pt x="2178" y="15"/>
                  </a:lnTo>
                  <a:lnTo>
                    <a:pt x="2131" y="8"/>
                  </a:lnTo>
                  <a:lnTo>
                    <a:pt x="2082" y="3"/>
                  </a:lnTo>
                  <a:lnTo>
                    <a:pt x="2032" y="0"/>
                  </a:lnTo>
                  <a:lnTo>
                    <a:pt x="1982" y="1"/>
                  </a:lnTo>
                  <a:lnTo>
                    <a:pt x="1933" y="3"/>
                  </a:lnTo>
                  <a:lnTo>
                    <a:pt x="1882" y="9"/>
                  </a:lnTo>
                  <a:lnTo>
                    <a:pt x="1833" y="17"/>
                  </a:lnTo>
                  <a:lnTo>
                    <a:pt x="1785" y="29"/>
                  </a:lnTo>
                  <a:lnTo>
                    <a:pt x="1737" y="43"/>
                  </a:lnTo>
                  <a:lnTo>
                    <a:pt x="1691" y="62"/>
                  </a:lnTo>
                  <a:lnTo>
                    <a:pt x="1647" y="83"/>
                  </a:lnTo>
                  <a:lnTo>
                    <a:pt x="311" y="782"/>
                  </a:lnTo>
                  <a:lnTo>
                    <a:pt x="276" y="803"/>
                  </a:lnTo>
                  <a:lnTo>
                    <a:pt x="243" y="826"/>
                  </a:lnTo>
                  <a:lnTo>
                    <a:pt x="213" y="852"/>
                  </a:lnTo>
                  <a:lnTo>
                    <a:pt x="184" y="879"/>
                  </a:lnTo>
                  <a:lnTo>
                    <a:pt x="155" y="908"/>
                  </a:lnTo>
                  <a:lnTo>
                    <a:pt x="131" y="939"/>
                  </a:lnTo>
                  <a:lnTo>
                    <a:pt x="107" y="971"/>
                  </a:lnTo>
                  <a:lnTo>
                    <a:pt x="86" y="1005"/>
                  </a:lnTo>
                  <a:lnTo>
                    <a:pt x="68" y="1040"/>
                  </a:lnTo>
                  <a:lnTo>
                    <a:pt x="50" y="1076"/>
                  </a:lnTo>
                  <a:lnTo>
                    <a:pt x="36" y="1115"/>
                  </a:lnTo>
                  <a:lnTo>
                    <a:pt x="23" y="1153"/>
                  </a:lnTo>
                  <a:lnTo>
                    <a:pt x="14" y="1195"/>
                  </a:lnTo>
                  <a:lnTo>
                    <a:pt x="7" y="1236"/>
                  </a:lnTo>
                  <a:lnTo>
                    <a:pt x="2" y="1279"/>
                  </a:lnTo>
                  <a:lnTo>
                    <a:pt x="0" y="1322"/>
                  </a:lnTo>
                  <a:lnTo>
                    <a:pt x="0" y="3093"/>
                  </a:lnTo>
                  <a:lnTo>
                    <a:pt x="2" y="3147"/>
                  </a:lnTo>
                  <a:lnTo>
                    <a:pt x="7" y="3202"/>
                  </a:lnTo>
                  <a:lnTo>
                    <a:pt x="15" y="3257"/>
                  </a:lnTo>
                  <a:lnTo>
                    <a:pt x="27" y="3312"/>
                  </a:lnTo>
                  <a:lnTo>
                    <a:pt x="42" y="3366"/>
                  </a:lnTo>
                  <a:lnTo>
                    <a:pt x="59" y="3420"/>
                  </a:lnTo>
                  <a:lnTo>
                    <a:pt x="79" y="3474"/>
                  </a:lnTo>
                  <a:lnTo>
                    <a:pt x="102" y="3525"/>
                  </a:lnTo>
                  <a:lnTo>
                    <a:pt x="127" y="3576"/>
                  </a:lnTo>
                  <a:lnTo>
                    <a:pt x="154" y="3624"/>
                  </a:lnTo>
                  <a:lnTo>
                    <a:pt x="184" y="3670"/>
                  </a:lnTo>
                  <a:lnTo>
                    <a:pt x="214" y="3712"/>
                  </a:lnTo>
                  <a:lnTo>
                    <a:pt x="247" y="3752"/>
                  </a:lnTo>
                  <a:lnTo>
                    <a:pt x="281" y="3788"/>
                  </a:lnTo>
                  <a:lnTo>
                    <a:pt x="317" y="3821"/>
                  </a:lnTo>
                  <a:lnTo>
                    <a:pt x="353" y="384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9763" name="Freeform 33"/>
            <p:cNvSpPr>
              <a:spLocks/>
            </p:cNvSpPr>
            <p:nvPr/>
          </p:nvSpPr>
          <p:spPr bwMode="auto">
            <a:xfrm>
              <a:off x="943" y="2210"/>
              <a:ext cx="276" cy="187"/>
            </a:xfrm>
            <a:custGeom>
              <a:avLst/>
              <a:gdLst>
                <a:gd name="T0" fmla="*/ 11 w 1380"/>
                <a:gd name="T1" fmla="*/ 7 h 937"/>
                <a:gd name="T2" fmla="*/ 11 w 1380"/>
                <a:gd name="T3" fmla="*/ 7 h 937"/>
                <a:gd name="T4" fmla="*/ 0 w 1380"/>
                <a:gd name="T5" fmla="*/ 0 h 937"/>
                <a:gd name="T6" fmla="*/ 0 w 1380"/>
                <a:gd name="T7" fmla="*/ 1 h 937"/>
                <a:gd name="T8" fmla="*/ 10 w 1380"/>
                <a:gd name="T9" fmla="*/ 7 h 937"/>
                <a:gd name="T10" fmla="*/ 10 w 1380"/>
                <a:gd name="T11" fmla="*/ 7 h 937"/>
                <a:gd name="T12" fmla="*/ 10 w 1380"/>
                <a:gd name="T13" fmla="*/ 7 h 937"/>
                <a:gd name="T14" fmla="*/ 11 w 1380"/>
                <a:gd name="T15" fmla="*/ 7 h 937"/>
                <a:gd name="T16" fmla="*/ 11 w 1380"/>
                <a:gd name="T17" fmla="*/ 7 h 937"/>
                <a:gd name="T18" fmla="*/ 11 w 1380"/>
                <a:gd name="T19" fmla="*/ 7 h 937"/>
                <a:gd name="T20" fmla="*/ 11 w 1380"/>
                <a:gd name="T21" fmla="*/ 7 h 937"/>
                <a:gd name="T22" fmla="*/ 11 w 1380"/>
                <a:gd name="T23" fmla="*/ 7 h 937"/>
                <a:gd name="T24" fmla="*/ 11 w 1380"/>
                <a:gd name="T25" fmla="*/ 7 h 937"/>
                <a:gd name="T26" fmla="*/ 11 w 1380"/>
                <a:gd name="T27" fmla="*/ 7 h 937"/>
                <a:gd name="T28" fmla="*/ 11 w 1380"/>
                <a:gd name="T29" fmla="*/ 7 h 937"/>
                <a:gd name="T30" fmla="*/ 11 w 1380"/>
                <a:gd name="T31" fmla="*/ 7 h 93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80"/>
                <a:gd name="T49" fmla="*/ 0 h 937"/>
                <a:gd name="T50" fmla="*/ 1380 w 1380"/>
                <a:gd name="T51" fmla="*/ 937 h 93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80" h="937">
                  <a:moveTo>
                    <a:pt x="1354" y="848"/>
                  </a:moveTo>
                  <a:lnTo>
                    <a:pt x="1359" y="851"/>
                  </a:lnTo>
                  <a:lnTo>
                    <a:pt x="51" y="0"/>
                  </a:lnTo>
                  <a:lnTo>
                    <a:pt x="0" y="78"/>
                  </a:lnTo>
                  <a:lnTo>
                    <a:pt x="1307" y="929"/>
                  </a:lnTo>
                  <a:lnTo>
                    <a:pt x="1312" y="932"/>
                  </a:lnTo>
                  <a:lnTo>
                    <a:pt x="1307" y="929"/>
                  </a:lnTo>
                  <a:lnTo>
                    <a:pt x="1326" y="937"/>
                  </a:lnTo>
                  <a:lnTo>
                    <a:pt x="1345" y="936"/>
                  </a:lnTo>
                  <a:lnTo>
                    <a:pt x="1360" y="929"/>
                  </a:lnTo>
                  <a:lnTo>
                    <a:pt x="1372" y="916"/>
                  </a:lnTo>
                  <a:lnTo>
                    <a:pt x="1379" y="899"/>
                  </a:lnTo>
                  <a:lnTo>
                    <a:pt x="1380" y="883"/>
                  </a:lnTo>
                  <a:lnTo>
                    <a:pt x="1374" y="865"/>
                  </a:lnTo>
                  <a:lnTo>
                    <a:pt x="1359" y="851"/>
                  </a:lnTo>
                  <a:lnTo>
                    <a:pt x="1354" y="84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9764" name="Freeform 34"/>
            <p:cNvSpPr>
              <a:spLocks/>
            </p:cNvSpPr>
            <p:nvPr/>
          </p:nvSpPr>
          <p:spPr bwMode="auto">
            <a:xfrm>
              <a:off x="1206" y="2379"/>
              <a:ext cx="140" cy="32"/>
            </a:xfrm>
            <a:custGeom>
              <a:avLst/>
              <a:gdLst>
                <a:gd name="T0" fmla="*/ 5 w 703"/>
                <a:gd name="T1" fmla="*/ 0 h 162"/>
                <a:gd name="T2" fmla="*/ 5 w 703"/>
                <a:gd name="T3" fmla="*/ 0 h 162"/>
                <a:gd name="T4" fmla="*/ 5 w 703"/>
                <a:gd name="T5" fmla="*/ 0 h 162"/>
                <a:gd name="T6" fmla="*/ 5 w 703"/>
                <a:gd name="T7" fmla="*/ 0 h 162"/>
                <a:gd name="T8" fmla="*/ 4 w 703"/>
                <a:gd name="T9" fmla="*/ 0 h 162"/>
                <a:gd name="T10" fmla="*/ 4 w 703"/>
                <a:gd name="T11" fmla="*/ 0 h 162"/>
                <a:gd name="T12" fmla="*/ 4 w 703"/>
                <a:gd name="T13" fmla="*/ 0 h 162"/>
                <a:gd name="T14" fmla="*/ 3 w 703"/>
                <a:gd name="T15" fmla="*/ 1 h 162"/>
                <a:gd name="T16" fmla="*/ 3 w 703"/>
                <a:gd name="T17" fmla="*/ 1 h 162"/>
                <a:gd name="T18" fmla="*/ 3 w 703"/>
                <a:gd name="T19" fmla="*/ 1 h 162"/>
                <a:gd name="T20" fmla="*/ 2 w 703"/>
                <a:gd name="T21" fmla="*/ 1 h 162"/>
                <a:gd name="T22" fmla="*/ 2 w 703"/>
                <a:gd name="T23" fmla="*/ 1 h 162"/>
                <a:gd name="T24" fmla="*/ 2 w 703"/>
                <a:gd name="T25" fmla="*/ 0 h 162"/>
                <a:gd name="T26" fmla="*/ 1 w 703"/>
                <a:gd name="T27" fmla="*/ 0 h 162"/>
                <a:gd name="T28" fmla="*/ 1 w 703"/>
                <a:gd name="T29" fmla="*/ 0 h 162"/>
                <a:gd name="T30" fmla="*/ 1 w 703"/>
                <a:gd name="T31" fmla="*/ 0 h 162"/>
                <a:gd name="T32" fmla="*/ 1 w 703"/>
                <a:gd name="T33" fmla="*/ 0 h 162"/>
                <a:gd name="T34" fmla="*/ 0 w 703"/>
                <a:gd name="T35" fmla="*/ 0 h 162"/>
                <a:gd name="T36" fmla="*/ 0 w 703"/>
                <a:gd name="T37" fmla="*/ 1 h 162"/>
                <a:gd name="T38" fmla="*/ 0 w 703"/>
                <a:gd name="T39" fmla="*/ 1 h 162"/>
                <a:gd name="T40" fmla="*/ 1 w 703"/>
                <a:gd name="T41" fmla="*/ 1 h 162"/>
                <a:gd name="T42" fmla="*/ 1 w 703"/>
                <a:gd name="T43" fmla="*/ 1 h 162"/>
                <a:gd name="T44" fmla="*/ 1 w 703"/>
                <a:gd name="T45" fmla="*/ 1 h 162"/>
                <a:gd name="T46" fmla="*/ 2 w 703"/>
                <a:gd name="T47" fmla="*/ 1 h 162"/>
                <a:gd name="T48" fmla="*/ 2 w 703"/>
                <a:gd name="T49" fmla="*/ 1 h 162"/>
                <a:gd name="T50" fmla="*/ 2 w 703"/>
                <a:gd name="T51" fmla="*/ 1 h 162"/>
                <a:gd name="T52" fmla="*/ 3 w 703"/>
                <a:gd name="T53" fmla="*/ 1 h 162"/>
                <a:gd name="T54" fmla="*/ 3 w 703"/>
                <a:gd name="T55" fmla="*/ 1 h 162"/>
                <a:gd name="T56" fmla="*/ 3 w 703"/>
                <a:gd name="T57" fmla="*/ 1 h 162"/>
                <a:gd name="T58" fmla="*/ 4 w 703"/>
                <a:gd name="T59" fmla="*/ 1 h 162"/>
                <a:gd name="T60" fmla="*/ 4 w 703"/>
                <a:gd name="T61" fmla="*/ 1 h 162"/>
                <a:gd name="T62" fmla="*/ 5 w 703"/>
                <a:gd name="T63" fmla="*/ 1 h 162"/>
                <a:gd name="T64" fmla="*/ 5 w 703"/>
                <a:gd name="T65" fmla="*/ 1 h 162"/>
                <a:gd name="T66" fmla="*/ 5 w 703"/>
                <a:gd name="T67" fmla="*/ 1 h 162"/>
                <a:gd name="T68" fmla="*/ 5 w 703"/>
                <a:gd name="T69" fmla="*/ 1 h 162"/>
                <a:gd name="T70" fmla="*/ 5 w 703"/>
                <a:gd name="T71" fmla="*/ 1 h 162"/>
                <a:gd name="T72" fmla="*/ 5 w 703"/>
                <a:gd name="T73" fmla="*/ 1 h 162"/>
                <a:gd name="T74" fmla="*/ 5 w 703"/>
                <a:gd name="T75" fmla="*/ 1 h 162"/>
                <a:gd name="T76" fmla="*/ 6 w 703"/>
                <a:gd name="T77" fmla="*/ 0 h 162"/>
                <a:gd name="T78" fmla="*/ 6 w 703"/>
                <a:gd name="T79" fmla="*/ 0 h 162"/>
                <a:gd name="T80" fmla="*/ 6 w 703"/>
                <a:gd name="T81" fmla="*/ 0 h 162"/>
                <a:gd name="T82" fmla="*/ 5 w 703"/>
                <a:gd name="T83" fmla="*/ 0 h 162"/>
                <a:gd name="T84" fmla="*/ 5 w 703"/>
                <a:gd name="T85" fmla="*/ 0 h 162"/>
                <a:gd name="T86" fmla="*/ 5 w 703"/>
                <a:gd name="T87" fmla="*/ 0 h 162"/>
                <a:gd name="T88" fmla="*/ 5 w 703"/>
                <a:gd name="T89" fmla="*/ 0 h 162"/>
                <a:gd name="T90" fmla="*/ 5 w 703"/>
                <a:gd name="T91" fmla="*/ 0 h 162"/>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703"/>
                <a:gd name="T139" fmla="*/ 0 h 162"/>
                <a:gd name="T140" fmla="*/ 703 w 703"/>
                <a:gd name="T141" fmla="*/ 162 h 162"/>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703" h="162">
                  <a:moveTo>
                    <a:pt x="631" y="8"/>
                  </a:moveTo>
                  <a:lnTo>
                    <a:pt x="636" y="6"/>
                  </a:lnTo>
                  <a:lnTo>
                    <a:pt x="606" y="20"/>
                  </a:lnTo>
                  <a:lnTo>
                    <a:pt x="575" y="32"/>
                  </a:lnTo>
                  <a:lnTo>
                    <a:pt x="540" y="42"/>
                  </a:lnTo>
                  <a:lnTo>
                    <a:pt x="504" y="52"/>
                  </a:lnTo>
                  <a:lnTo>
                    <a:pt x="467" y="59"/>
                  </a:lnTo>
                  <a:lnTo>
                    <a:pt x="428" y="64"/>
                  </a:lnTo>
                  <a:lnTo>
                    <a:pt x="389" y="67"/>
                  </a:lnTo>
                  <a:lnTo>
                    <a:pt x="348" y="68"/>
                  </a:lnTo>
                  <a:lnTo>
                    <a:pt x="308" y="68"/>
                  </a:lnTo>
                  <a:lnTo>
                    <a:pt x="267" y="65"/>
                  </a:lnTo>
                  <a:lnTo>
                    <a:pt x="226" y="61"/>
                  </a:lnTo>
                  <a:lnTo>
                    <a:pt x="187" y="54"/>
                  </a:lnTo>
                  <a:lnTo>
                    <a:pt x="148" y="44"/>
                  </a:lnTo>
                  <a:lnTo>
                    <a:pt x="110" y="33"/>
                  </a:lnTo>
                  <a:lnTo>
                    <a:pt x="75" y="20"/>
                  </a:lnTo>
                  <a:lnTo>
                    <a:pt x="42" y="5"/>
                  </a:lnTo>
                  <a:lnTo>
                    <a:pt x="0" y="89"/>
                  </a:lnTo>
                  <a:lnTo>
                    <a:pt x="40" y="107"/>
                  </a:lnTo>
                  <a:lnTo>
                    <a:pt x="82" y="122"/>
                  </a:lnTo>
                  <a:lnTo>
                    <a:pt x="124" y="135"/>
                  </a:lnTo>
                  <a:lnTo>
                    <a:pt x="169" y="146"/>
                  </a:lnTo>
                  <a:lnTo>
                    <a:pt x="214" y="153"/>
                  </a:lnTo>
                  <a:lnTo>
                    <a:pt x="258" y="158"/>
                  </a:lnTo>
                  <a:lnTo>
                    <a:pt x="303" y="162"/>
                  </a:lnTo>
                  <a:lnTo>
                    <a:pt x="348" y="162"/>
                  </a:lnTo>
                  <a:lnTo>
                    <a:pt x="394" y="161"/>
                  </a:lnTo>
                  <a:lnTo>
                    <a:pt x="439" y="157"/>
                  </a:lnTo>
                  <a:lnTo>
                    <a:pt x="481" y="150"/>
                  </a:lnTo>
                  <a:lnTo>
                    <a:pt x="525" y="143"/>
                  </a:lnTo>
                  <a:lnTo>
                    <a:pt x="566" y="132"/>
                  </a:lnTo>
                  <a:lnTo>
                    <a:pt x="606" y="121"/>
                  </a:lnTo>
                  <a:lnTo>
                    <a:pt x="643" y="105"/>
                  </a:lnTo>
                  <a:lnTo>
                    <a:pt x="678" y="88"/>
                  </a:lnTo>
                  <a:lnTo>
                    <a:pt x="683" y="86"/>
                  </a:lnTo>
                  <a:lnTo>
                    <a:pt x="678" y="88"/>
                  </a:lnTo>
                  <a:lnTo>
                    <a:pt x="695" y="75"/>
                  </a:lnTo>
                  <a:lnTo>
                    <a:pt x="702" y="60"/>
                  </a:lnTo>
                  <a:lnTo>
                    <a:pt x="703" y="42"/>
                  </a:lnTo>
                  <a:lnTo>
                    <a:pt x="698" y="26"/>
                  </a:lnTo>
                  <a:lnTo>
                    <a:pt x="688" y="12"/>
                  </a:lnTo>
                  <a:lnTo>
                    <a:pt x="674" y="3"/>
                  </a:lnTo>
                  <a:lnTo>
                    <a:pt x="656" y="0"/>
                  </a:lnTo>
                  <a:lnTo>
                    <a:pt x="636" y="6"/>
                  </a:lnTo>
                  <a:lnTo>
                    <a:pt x="631"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9765" name="Freeform 35"/>
            <p:cNvSpPr>
              <a:spLocks/>
            </p:cNvSpPr>
            <p:nvPr/>
          </p:nvSpPr>
          <p:spPr bwMode="auto">
            <a:xfrm>
              <a:off x="1332" y="2204"/>
              <a:ext cx="283" cy="192"/>
            </a:xfrm>
            <a:custGeom>
              <a:avLst/>
              <a:gdLst>
                <a:gd name="T0" fmla="*/ 11 w 1415"/>
                <a:gd name="T1" fmla="*/ 0 h 960"/>
                <a:gd name="T2" fmla="*/ 11 w 1415"/>
                <a:gd name="T3" fmla="*/ 0 h 960"/>
                <a:gd name="T4" fmla="*/ 0 w 1415"/>
                <a:gd name="T5" fmla="*/ 7 h 960"/>
                <a:gd name="T6" fmla="*/ 0 w 1415"/>
                <a:gd name="T7" fmla="*/ 8 h 960"/>
                <a:gd name="T8" fmla="*/ 11 w 1415"/>
                <a:gd name="T9" fmla="*/ 1 h 960"/>
                <a:gd name="T10" fmla="*/ 11 w 1415"/>
                <a:gd name="T11" fmla="*/ 1 h 960"/>
                <a:gd name="T12" fmla="*/ 11 w 1415"/>
                <a:gd name="T13" fmla="*/ 1 h 960"/>
                <a:gd name="T14" fmla="*/ 11 w 1415"/>
                <a:gd name="T15" fmla="*/ 1 h 960"/>
                <a:gd name="T16" fmla="*/ 11 w 1415"/>
                <a:gd name="T17" fmla="*/ 0 h 960"/>
                <a:gd name="T18" fmla="*/ 11 w 1415"/>
                <a:gd name="T19" fmla="*/ 0 h 960"/>
                <a:gd name="T20" fmla="*/ 11 w 1415"/>
                <a:gd name="T21" fmla="*/ 0 h 960"/>
                <a:gd name="T22" fmla="*/ 11 w 1415"/>
                <a:gd name="T23" fmla="*/ 0 h 960"/>
                <a:gd name="T24" fmla="*/ 11 w 1415"/>
                <a:gd name="T25" fmla="*/ 0 h 960"/>
                <a:gd name="T26" fmla="*/ 11 w 1415"/>
                <a:gd name="T27" fmla="*/ 0 h 960"/>
                <a:gd name="T28" fmla="*/ 11 w 1415"/>
                <a:gd name="T29" fmla="*/ 0 h 960"/>
                <a:gd name="T30" fmla="*/ 11 w 1415"/>
                <a:gd name="T31" fmla="*/ 0 h 96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15"/>
                <a:gd name="T49" fmla="*/ 0 h 960"/>
                <a:gd name="T50" fmla="*/ 1415 w 1415"/>
                <a:gd name="T51" fmla="*/ 960 h 96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15" h="960">
                  <a:moveTo>
                    <a:pt x="1338" y="10"/>
                  </a:moveTo>
                  <a:lnTo>
                    <a:pt x="1342" y="8"/>
                  </a:lnTo>
                  <a:lnTo>
                    <a:pt x="0" y="882"/>
                  </a:lnTo>
                  <a:lnTo>
                    <a:pt x="52" y="960"/>
                  </a:lnTo>
                  <a:lnTo>
                    <a:pt x="1393" y="85"/>
                  </a:lnTo>
                  <a:lnTo>
                    <a:pt x="1397" y="83"/>
                  </a:lnTo>
                  <a:lnTo>
                    <a:pt x="1393" y="85"/>
                  </a:lnTo>
                  <a:lnTo>
                    <a:pt x="1409" y="71"/>
                  </a:lnTo>
                  <a:lnTo>
                    <a:pt x="1415" y="53"/>
                  </a:lnTo>
                  <a:lnTo>
                    <a:pt x="1413" y="37"/>
                  </a:lnTo>
                  <a:lnTo>
                    <a:pt x="1406" y="21"/>
                  </a:lnTo>
                  <a:lnTo>
                    <a:pt x="1395" y="8"/>
                  </a:lnTo>
                  <a:lnTo>
                    <a:pt x="1379" y="1"/>
                  </a:lnTo>
                  <a:lnTo>
                    <a:pt x="1361" y="0"/>
                  </a:lnTo>
                  <a:lnTo>
                    <a:pt x="1342" y="8"/>
                  </a:lnTo>
                  <a:lnTo>
                    <a:pt x="1338" y="1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9766" name="Freeform 36"/>
            <p:cNvSpPr>
              <a:spLocks/>
            </p:cNvSpPr>
            <p:nvPr/>
          </p:nvSpPr>
          <p:spPr bwMode="auto">
            <a:xfrm>
              <a:off x="1599" y="2057"/>
              <a:ext cx="80" cy="163"/>
            </a:xfrm>
            <a:custGeom>
              <a:avLst/>
              <a:gdLst>
                <a:gd name="T0" fmla="*/ 2 w 398"/>
                <a:gd name="T1" fmla="*/ 0 h 817"/>
                <a:gd name="T2" fmla="*/ 2 w 398"/>
                <a:gd name="T3" fmla="*/ 0 h 817"/>
                <a:gd name="T4" fmla="*/ 2 w 398"/>
                <a:gd name="T5" fmla="*/ 1 h 817"/>
                <a:gd name="T6" fmla="*/ 2 w 398"/>
                <a:gd name="T7" fmla="*/ 1 h 817"/>
                <a:gd name="T8" fmla="*/ 2 w 398"/>
                <a:gd name="T9" fmla="*/ 2 h 817"/>
                <a:gd name="T10" fmla="*/ 2 w 398"/>
                <a:gd name="T11" fmla="*/ 2 h 817"/>
                <a:gd name="T12" fmla="*/ 2 w 398"/>
                <a:gd name="T13" fmla="*/ 2 h 817"/>
                <a:gd name="T14" fmla="*/ 2 w 398"/>
                <a:gd name="T15" fmla="*/ 3 h 817"/>
                <a:gd name="T16" fmla="*/ 2 w 398"/>
                <a:gd name="T17" fmla="*/ 3 h 817"/>
                <a:gd name="T18" fmla="*/ 2 w 398"/>
                <a:gd name="T19" fmla="*/ 4 h 817"/>
                <a:gd name="T20" fmla="*/ 2 w 398"/>
                <a:gd name="T21" fmla="*/ 4 h 817"/>
                <a:gd name="T22" fmla="*/ 1 w 398"/>
                <a:gd name="T23" fmla="*/ 4 h 817"/>
                <a:gd name="T24" fmla="*/ 1 w 398"/>
                <a:gd name="T25" fmla="*/ 5 h 817"/>
                <a:gd name="T26" fmla="*/ 1 w 398"/>
                <a:gd name="T27" fmla="*/ 5 h 817"/>
                <a:gd name="T28" fmla="*/ 1 w 398"/>
                <a:gd name="T29" fmla="*/ 5 h 817"/>
                <a:gd name="T30" fmla="*/ 1 w 398"/>
                <a:gd name="T31" fmla="*/ 5 h 817"/>
                <a:gd name="T32" fmla="*/ 0 w 398"/>
                <a:gd name="T33" fmla="*/ 6 h 817"/>
                <a:gd name="T34" fmla="*/ 0 w 398"/>
                <a:gd name="T35" fmla="*/ 6 h 817"/>
                <a:gd name="T36" fmla="*/ 0 w 398"/>
                <a:gd name="T37" fmla="*/ 7 h 817"/>
                <a:gd name="T38" fmla="*/ 1 w 398"/>
                <a:gd name="T39" fmla="*/ 6 h 817"/>
                <a:gd name="T40" fmla="*/ 1 w 398"/>
                <a:gd name="T41" fmla="*/ 6 h 817"/>
                <a:gd name="T42" fmla="*/ 1 w 398"/>
                <a:gd name="T43" fmla="*/ 6 h 817"/>
                <a:gd name="T44" fmla="*/ 2 w 398"/>
                <a:gd name="T45" fmla="*/ 5 h 817"/>
                <a:gd name="T46" fmla="*/ 2 w 398"/>
                <a:gd name="T47" fmla="*/ 5 h 817"/>
                <a:gd name="T48" fmla="*/ 2 w 398"/>
                <a:gd name="T49" fmla="*/ 5 h 817"/>
                <a:gd name="T50" fmla="*/ 2 w 398"/>
                <a:gd name="T51" fmla="*/ 4 h 817"/>
                <a:gd name="T52" fmla="*/ 2 w 398"/>
                <a:gd name="T53" fmla="*/ 4 h 817"/>
                <a:gd name="T54" fmla="*/ 3 w 398"/>
                <a:gd name="T55" fmla="*/ 3 h 817"/>
                <a:gd name="T56" fmla="*/ 3 w 398"/>
                <a:gd name="T57" fmla="*/ 3 h 817"/>
                <a:gd name="T58" fmla="*/ 3 w 398"/>
                <a:gd name="T59" fmla="*/ 3 h 817"/>
                <a:gd name="T60" fmla="*/ 3 w 398"/>
                <a:gd name="T61" fmla="*/ 2 h 817"/>
                <a:gd name="T62" fmla="*/ 3 w 398"/>
                <a:gd name="T63" fmla="*/ 2 h 817"/>
                <a:gd name="T64" fmla="*/ 3 w 398"/>
                <a:gd name="T65" fmla="*/ 1 h 817"/>
                <a:gd name="T66" fmla="*/ 3 w 398"/>
                <a:gd name="T67" fmla="*/ 1 h 817"/>
                <a:gd name="T68" fmla="*/ 3 w 398"/>
                <a:gd name="T69" fmla="*/ 0 h 817"/>
                <a:gd name="T70" fmla="*/ 3 w 398"/>
                <a:gd name="T71" fmla="*/ 0 h 817"/>
                <a:gd name="T72" fmla="*/ 3 w 398"/>
                <a:gd name="T73" fmla="*/ 0 h 817"/>
                <a:gd name="T74" fmla="*/ 3 w 398"/>
                <a:gd name="T75" fmla="*/ 0 h 817"/>
                <a:gd name="T76" fmla="*/ 3 w 398"/>
                <a:gd name="T77" fmla="*/ 0 h 817"/>
                <a:gd name="T78" fmla="*/ 3 w 398"/>
                <a:gd name="T79" fmla="*/ 0 h 817"/>
                <a:gd name="T80" fmla="*/ 3 w 398"/>
                <a:gd name="T81" fmla="*/ 0 h 817"/>
                <a:gd name="T82" fmla="*/ 3 w 398"/>
                <a:gd name="T83" fmla="*/ 0 h 817"/>
                <a:gd name="T84" fmla="*/ 3 w 398"/>
                <a:gd name="T85" fmla="*/ 0 h 817"/>
                <a:gd name="T86" fmla="*/ 2 w 398"/>
                <a:gd name="T87" fmla="*/ 0 h 817"/>
                <a:gd name="T88" fmla="*/ 2 w 398"/>
                <a:gd name="T89" fmla="*/ 0 h 817"/>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398"/>
                <a:gd name="T136" fmla="*/ 0 h 817"/>
                <a:gd name="T137" fmla="*/ 398 w 398"/>
                <a:gd name="T138" fmla="*/ 817 h 817"/>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398" h="817">
                  <a:moveTo>
                    <a:pt x="304" y="47"/>
                  </a:moveTo>
                  <a:lnTo>
                    <a:pt x="304" y="47"/>
                  </a:lnTo>
                  <a:lnTo>
                    <a:pt x="301" y="97"/>
                  </a:lnTo>
                  <a:lnTo>
                    <a:pt x="297" y="147"/>
                  </a:lnTo>
                  <a:lnTo>
                    <a:pt x="291" y="198"/>
                  </a:lnTo>
                  <a:lnTo>
                    <a:pt x="280" y="247"/>
                  </a:lnTo>
                  <a:lnTo>
                    <a:pt x="268" y="297"/>
                  </a:lnTo>
                  <a:lnTo>
                    <a:pt x="253" y="347"/>
                  </a:lnTo>
                  <a:lnTo>
                    <a:pt x="236" y="395"/>
                  </a:lnTo>
                  <a:lnTo>
                    <a:pt x="217" y="442"/>
                  </a:lnTo>
                  <a:lnTo>
                    <a:pt x="195" y="487"/>
                  </a:lnTo>
                  <a:lnTo>
                    <a:pt x="171" y="532"/>
                  </a:lnTo>
                  <a:lnTo>
                    <a:pt x="147" y="574"/>
                  </a:lnTo>
                  <a:lnTo>
                    <a:pt x="121" y="613"/>
                  </a:lnTo>
                  <a:lnTo>
                    <a:pt x="93" y="650"/>
                  </a:lnTo>
                  <a:lnTo>
                    <a:pt x="64" y="684"/>
                  </a:lnTo>
                  <a:lnTo>
                    <a:pt x="32" y="716"/>
                  </a:lnTo>
                  <a:lnTo>
                    <a:pt x="0" y="744"/>
                  </a:lnTo>
                  <a:lnTo>
                    <a:pt x="59" y="817"/>
                  </a:lnTo>
                  <a:lnTo>
                    <a:pt x="95" y="784"/>
                  </a:lnTo>
                  <a:lnTo>
                    <a:pt x="132" y="748"/>
                  </a:lnTo>
                  <a:lnTo>
                    <a:pt x="166" y="709"/>
                  </a:lnTo>
                  <a:lnTo>
                    <a:pt x="196" y="667"/>
                  </a:lnTo>
                  <a:lnTo>
                    <a:pt x="227" y="623"/>
                  </a:lnTo>
                  <a:lnTo>
                    <a:pt x="253" y="576"/>
                  </a:lnTo>
                  <a:lnTo>
                    <a:pt x="279" y="530"/>
                  </a:lnTo>
                  <a:lnTo>
                    <a:pt x="301" y="479"/>
                  </a:lnTo>
                  <a:lnTo>
                    <a:pt x="323" y="428"/>
                  </a:lnTo>
                  <a:lnTo>
                    <a:pt x="342" y="375"/>
                  </a:lnTo>
                  <a:lnTo>
                    <a:pt x="359" y="321"/>
                  </a:lnTo>
                  <a:lnTo>
                    <a:pt x="372" y="268"/>
                  </a:lnTo>
                  <a:lnTo>
                    <a:pt x="382" y="212"/>
                  </a:lnTo>
                  <a:lnTo>
                    <a:pt x="391" y="157"/>
                  </a:lnTo>
                  <a:lnTo>
                    <a:pt x="395" y="102"/>
                  </a:lnTo>
                  <a:lnTo>
                    <a:pt x="398" y="47"/>
                  </a:lnTo>
                  <a:lnTo>
                    <a:pt x="394" y="27"/>
                  </a:lnTo>
                  <a:lnTo>
                    <a:pt x="383" y="11"/>
                  </a:lnTo>
                  <a:lnTo>
                    <a:pt x="368" y="3"/>
                  </a:lnTo>
                  <a:lnTo>
                    <a:pt x="351" y="0"/>
                  </a:lnTo>
                  <a:lnTo>
                    <a:pt x="333" y="3"/>
                  </a:lnTo>
                  <a:lnTo>
                    <a:pt x="319" y="11"/>
                  </a:lnTo>
                  <a:lnTo>
                    <a:pt x="307" y="27"/>
                  </a:lnTo>
                  <a:lnTo>
                    <a:pt x="304" y="4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9767" name="Freeform 37"/>
            <p:cNvSpPr>
              <a:spLocks/>
            </p:cNvSpPr>
            <p:nvPr/>
          </p:nvSpPr>
          <p:spPr bwMode="auto">
            <a:xfrm>
              <a:off x="1660" y="1701"/>
              <a:ext cx="19" cy="365"/>
            </a:xfrm>
            <a:custGeom>
              <a:avLst/>
              <a:gdLst>
                <a:gd name="T0" fmla="*/ 0 w 95"/>
                <a:gd name="T1" fmla="*/ 0 h 1826"/>
                <a:gd name="T2" fmla="*/ 0 w 95"/>
                <a:gd name="T3" fmla="*/ 0 h 1826"/>
                <a:gd name="T4" fmla="*/ 0 w 95"/>
                <a:gd name="T5" fmla="*/ 15 h 1826"/>
                <a:gd name="T6" fmla="*/ 1 w 95"/>
                <a:gd name="T7" fmla="*/ 15 h 1826"/>
                <a:gd name="T8" fmla="*/ 1 w 95"/>
                <a:gd name="T9" fmla="*/ 0 h 1826"/>
                <a:gd name="T10" fmla="*/ 1 w 95"/>
                <a:gd name="T11" fmla="*/ 0 h 1826"/>
                <a:gd name="T12" fmla="*/ 1 w 95"/>
                <a:gd name="T13" fmla="*/ 0 h 1826"/>
                <a:gd name="T14" fmla="*/ 1 w 95"/>
                <a:gd name="T15" fmla="*/ 0 h 1826"/>
                <a:gd name="T16" fmla="*/ 1 w 95"/>
                <a:gd name="T17" fmla="*/ 0 h 1826"/>
                <a:gd name="T18" fmla="*/ 1 w 95"/>
                <a:gd name="T19" fmla="*/ 0 h 1826"/>
                <a:gd name="T20" fmla="*/ 0 w 95"/>
                <a:gd name="T21" fmla="*/ 0 h 1826"/>
                <a:gd name="T22" fmla="*/ 0 w 95"/>
                <a:gd name="T23" fmla="*/ 0 h 1826"/>
                <a:gd name="T24" fmla="*/ 0 w 95"/>
                <a:gd name="T25" fmla="*/ 0 h 1826"/>
                <a:gd name="T26" fmla="*/ 0 w 95"/>
                <a:gd name="T27" fmla="*/ 0 h 1826"/>
                <a:gd name="T28" fmla="*/ 0 w 95"/>
                <a:gd name="T29" fmla="*/ 0 h 1826"/>
                <a:gd name="T30" fmla="*/ 0 w 95"/>
                <a:gd name="T31" fmla="*/ 0 h 182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95"/>
                <a:gd name="T49" fmla="*/ 0 h 1826"/>
                <a:gd name="T50" fmla="*/ 95 w 95"/>
                <a:gd name="T51" fmla="*/ 1826 h 182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95" h="1826">
                  <a:moveTo>
                    <a:pt x="0" y="49"/>
                  </a:moveTo>
                  <a:lnTo>
                    <a:pt x="0" y="47"/>
                  </a:lnTo>
                  <a:lnTo>
                    <a:pt x="1" y="1826"/>
                  </a:lnTo>
                  <a:lnTo>
                    <a:pt x="95" y="1826"/>
                  </a:lnTo>
                  <a:lnTo>
                    <a:pt x="93" y="47"/>
                  </a:lnTo>
                  <a:lnTo>
                    <a:pt x="93" y="45"/>
                  </a:lnTo>
                  <a:lnTo>
                    <a:pt x="93" y="47"/>
                  </a:lnTo>
                  <a:lnTo>
                    <a:pt x="90" y="27"/>
                  </a:lnTo>
                  <a:lnTo>
                    <a:pt x="79" y="12"/>
                  </a:lnTo>
                  <a:lnTo>
                    <a:pt x="64" y="4"/>
                  </a:lnTo>
                  <a:lnTo>
                    <a:pt x="47" y="0"/>
                  </a:lnTo>
                  <a:lnTo>
                    <a:pt x="29" y="4"/>
                  </a:lnTo>
                  <a:lnTo>
                    <a:pt x="15" y="12"/>
                  </a:lnTo>
                  <a:lnTo>
                    <a:pt x="3" y="27"/>
                  </a:lnTo>
                  <a:lnTo>
                    <a:pt x="0" y="47"/>
                  </a:lnTo>
                  <a:lnTo>
                    <a:pt x="0" y="4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9768" name="Freeform 38"/>
            <p:cNvSpPr>
              <a:spLocks/>
            </p:cNvSpPr>
            <p:nvPr/>
          </p:nvSpPr>
          <p:spPr bwMode="auto">
            <a:xfrm>
              <a:off x="1598" y="1598"/>
              <a:ext cx="81" cy="113"/>
            </a:xfrm>
            <a:custGeom>
              <a:avLst/>
              <a:gdLst>
                <a:gd name="T0" fmla="*/ 0 w 401"/>
                <a:gd name="T1" fmla="*/ 1 h 566"/>
                <a:gd name="T2" fmla="*/ 0 w 401"/>
                <a:gd name="T3" fmla="*/ 1 h 566"/>
                <a:gd name="T4" fmla="*/ 0 w 401"/>
                <a:gd name="T5" fmla="*/ 1 h 566"/>
                <a:gd name="T6" fmla="*/ 1 w 401"/>
                <a:gd name="T7" fmla="*/ 1 h 566"/>
                <a:gd name="T8" fmla="*/ 1 w 401"/>
                <a:gd name="T9" fmla="*/ 1 h 566"/>
                <a:gd name="T10" fmla="*/ 1 w 401"/>
                <a:gd name="T11" fmla="*/ 1 h 566"/>
                <a:gd name="T12" fmla="*/ 1 w 401"/>
                <a:gd name="T13" fmla="*/ 2 h 566"/>
                <a:gd name="T14" fmla="*/ 1 w 401"/>
                <a:gd name="T15" fmla="*/ 2 h 566"/>
                <a:gd name="T16" fmla="*/ 2 w 401"/>
                <a:gd name="T17" fmla="*/ 2 h 566"/>
                <a:gd name="T18" fmla="*/ 2 w 401"/>
                <a:gd name="T19" fmla="*/ 2 h 566"/>
                <a:gd name="T20" fmla="*/ 2 w 401"/>
                <a:gd name="T21" fmla="*/ 2 h 566"/>
                <a:gd name="T22" fmla="*/ 2 w 401"/>
                <a:gd name="T23" fmla="*/ 3 h 566"/>
                <a:gd name="T24" fmla="*/ 2 w 401"/>
                <a:gd name="T25" fmla="*/ 3 h 566"/>
                <a:gd name="T26" fmla="*/ 2 w 401"/>
                <a:gd name="T27" fmla="*/ 3 h 566"/>
                <a:gd name="T28" fmla="*/ 2 w 401"/>
                <a:gd name="T29" fmla="*/ 4 h 566"/>
                <a:gd name="T30" fmla="*/ 2 w 401"/>
                <a:gd name="T31" fmla="*/ 4 h 566"/>
                <a:gd name="T32" fmla="*/ 2 w 401"/>
                <a:gd name="T33" fmla="*/ 4 h 566"/>
                <a:gd name="T34" fmla="*/ 3 w 401"/>
                <a:gd name="T35" fmla="*/ 5 h 566"/>
                <a:gd name="T36" fmla="*/ 3 w 401"/>
                <a:gd name="T37" fmla="*/ 4 h 566"/>
                <a:gd name="T38" fmla="*/ 3 w 401"/>
                <a:gd name="T39" fmla="*/ 4 h 566"/>
                <a:gd name="T40" fmla="*/ 3 w 401"/>
                <a:gd name="T41" fmla="*/ 4 h 566"/>
                <a:gd name="T42" fmla="*/ 3 w 401"/>
                <a:gd name="T43" fmla="*/ 3 h 566"/>
                <a:gd name="T44" fmla="*/ 3 w 401"/>
                <a:gd name="T45" fmla="*/ 3 h 566"/>
                <a:gd name="T46" fmla="*/ 3 w 401"/>
                <a:gd name="T47" fmla="*/ 3 h 566"/>
                <a:gd name="T48" fmla="*/ 3 w 401"/>
                <a:gd name="T49" fmla="*/ 2 h 566"/>
                <a:gd name="T50" fmla="*/ 3 w 401"/>
                <a:gd name="T51" fmla="*/ 2 h 566"/>
                <a:gd name="T52" fmla="*/ 2 w 401"/>
                <a:gd name="T53" fmla="*/ 2 h 566"/>
                <a:gd name="T54" fmla="*/ 2 w 401"/>
                <a:gd name="T55" fmla="*/ 2 h 566"/>
                <a:gd name="T56" fmla="*/ 2 w 401"/>
                <a:gd name="T57" fmla="*/ 1 h 566"/>
                <a:gd name="T58" fmla="*/ 2 w 401"/>
                <a:gd name="T59" fmla="*/ 1 h 566"/>
                <a:gd name="T60" fmla="*/ 2 w 401"/>
                <a:gd name="T61" fmla="*/ 1 h 566"/>
                <a:gd name="T62" fmla="*/ 1 w 401"/>
                <a:gd name="T63" fmla="*/ 1 h 566"/>
                <a:gd name="T64" fmla="*/ 1 w 401"/>
                <a:gd name="T65" fmla="*/ 0 h 566"/>
                <a:gd name="T66" fmla="*/ 1 w 401"/>
                <a:gd name="T67" fmla="*/ 0 h 566"/>
                <a:gd name="T68" fmla="*/ 1 w 401"/>
                <a:gd name="T69" fmla="*/ 0 h 566"/>
                <a:gd name="T70" fmla="*/ 1 w 401"/>
                <a:gd name="T71" fmla="*/ 0 h 566"/>
                <a:gd name="T72" fmla="*/ 1 w 401"/>
                <a:gd name="T73" fmla="*/ 0 h 566"/>
                <a:gd name="T74" fmla="*/ 0 w 401"/>
                <a:gd name="T75" fmla="*/ 0 h 566"/>
                <a:gd name="T76" fmla="*/ 0 w 401"/>
                <a:gd name="T77" fmla="*/ 0 h 566"/>
                <a:gd name="T78" fmla="*/ 0 w 401"/>
                <a:gd name="T79" fmla="*/ 0 h 566"/>
                <a:gd name="T80" fmla="*/ 0 w 401"/>
                <a:gd name="T81" fmla="*/ 0 h 566"/>
                <a:gd name="T82" fmla="*/ 0 w 401"/>
                <a:gd name="T83" fmla="*/ 0 h 566"/>
                <a:gd name="T84" fmla="*/ 0 w 401"/>
                <a:gd name="T85" fmla="*/ 0 h 566"/>
                <a:gd name="T86" fmla="*/ 0 w 401"/>
                <a:gd name="T87" fmla="*/ 1 h 566"/>
                <a:gd name="T88" fmla="*/ 0 w 401"/>
                <a:gd name="T89" fmla="*/ 1 h 56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401"/>
                <a:gd name="T136" fmla="*/ 0 h 566"/>
                <a:gd name="T137" fmla="*/ 401 w 401"/>
                <a:gd name="T138" fmla="*/ 566 h 566"/>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401" h="566">
                  <a:moveTo>
                    <a:pt x="23" y="88"/>
                  </a:moveTo>
                  <a:lnTo>
                    <a:pt x="23" y="88"/>
                  </a:lnTo>
                  <a:lnTo>
                    <a:pt x="53" y="107"/>
                  </a:lnTo>
                  <a:lnTo>
                    <a:pt x="83" y="125"/>
                  </a:lnTo>
                  <a:lnTo>
                    <a:pt x="108" y="147"/>
                  </a:lnTo>
                  <a:lnTo>
                    <a:pt x="135" y="171"/>
                  </a:lnTo>
                  <a:lnTo>
                    <a:pt x="160" y="196"/>
                  </a:lnTo>
                  <a:lnTo>
                    <a:pt x="182" y="223"/>
                  </a:lnTo>
                  <a:lnTo>
                    <a:pt x="205" y="251"/>
                  </a:lnTo>
                  <a:lnTo>
                    <a:pt x="223" y="281"/>
                  </a:lnTo>
                  <a:lnTo>
                    <a:pt x="240" y="312"/>
                  </a:lnTo>
                  <a:lnTo>
                    <a:pt x="256" y="345"/>
                  </a:lnTo>
                  <a:lnTo>
                    <a:pt x="270" y="379"/>
                  </a:lnTo>
                  <a:lnTo>
                    <a:pt x="282" y="414"/>
                  </a:lnTo>
                  <a:lnTo>
                    <a:pt x="291" y="450"/>
                  </a:lnTo>
                  <a:lnTo>
                    <a:pt x="299" y="488"/>
                  </a:lnTo>
                  <a:lnTo>
                    <a:pt x="304" y="526"/>
                  </a:lnTo>
                  <a:lnTo>
                    <a:pt x="308" y="566"/>
                  </a:lnTo>
                  <a:lnTo>
                    <a:pt x="401" y="562"/>
                  </a:lnTo>
                  <a:lnTo>
                    <a:pt x="398" y="517"/>
                  </a:lnTo>
                  <a:lnTo>
                    <a:pt x="391" y="471"/>
                  </a:lnTo>
                  <a:lnTo>
                    <a:pt x="383" y="429"/>
                  </a:lnTo>
                  <a:lnTo>
                    <a:pt x="371" y="386"/>
                  </a:lnTo>
                  <a:lnTo>
                    <a:pt x="357" y="346"/>
                  </a:lnTo>
                  <a:lnTo>
                    <a:pt x="340" y="307"/>
                  </a:lnTo>
                  <a:lnTo>
                    <a:pt x="324" y="270"/>
                  </a:lnTo>
                  <a:lnTo>
                    <a:pt x="303" y="232"/>
                  </a:lnTo>
                  <a:lnTo>
                    <a:pt x="280" y="197"/>
                  </a:lnTo>
                  <a:lnTo>
                    <a:pt x="255" y="164"/>
                  </a:lnTo>
                  <a:lnTo>
                    <a:pt x="228" y="132"/>
                  </a:lnTo>
                  <a:lnTo>
                    <a:pt x="199" y="103"/>
                  </a:lnTo>
                  <a:lnTo>
                    <a:pt x="169" y="76"/>
                  </a:lnTo>
                  <a:lnTo>
                    <a:pt x="137" y="50"/>
                  </a:lnTo>
                  <a:lnTo>
                    <a:pt x="103" y="27"/>
                  </a:lnTo>
                  <a:lnTo>
                    <a:pt x="67" y="6"/>
                  </a:lnTo>
                  <a:lnTo>
                    <a:pt x="48" y="0"/>
                  </a:lnTo>
                  <a:lnTo>
                    <a:pt x="30" y="2"/>
                  </a:lnTo>
                  <a:lnTo>
                    <a:pt x="16" y="12"/>
                  </a:lnTo>
                  <a:lnTo>
                    <a:pt x="5" y="25"/>
                  </a:lnTo>
                  <a:lnTo>
                    <a:pt x="0" y="41"/>
                  </a:lnTo>
                  <a:lnTo>
                    <a:pt x="0" y="59"/>
                  </a:lnTo>
                  <a:lnTo>
                    <a:pt x="8" y="75"/>
                  </a:lnTo>
                  <a:lnTo>
                    <a:pt x="23"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9769" name="Freeform 39"/>
            <p:cNvSpPr>
              <a:spLocks/>
            </p:cNvSpPr>
            <p:nvPr/>
          </p:nvSpPr>
          <p:spPr bwMode="auto">
            <a:xfrm>
              <a:off x="1346" y="1455"/>
              <a:ext cx="266" cy="160"/>
            </a:xfrm>
            <a:custGeom>
              <a:avLst/>
              <a:gdLst>
                <a:gd name="T0" fmla="*/ 0 w 1330"/>
                <a:gd name="T1" fmla="*/ 1 h 801"/>
                <a:gd name="T2" fmla="*/ 0 w 1330"/>
                <a:gd name="T3" fmla="*/ 1 h 801"/>
                <a:gd name="T4" fmla="*/ 10 w 1330"/>
                <a:gd name="T5" fmla="*/ 6 h 801"/>
                <a:gd name="T6" fmla="*/ 11 w 1330"/>
                <a:gd name="T7" fmla="*/ 6 h 801"/>
                <a:gd name="T8" fmla="*/ 1 w 1330"/>
                <a:gd name="T9" fmla="*/ 0 h 801"/>
                <a:gd name="T10" fmla="*/ 1 w 1330"/>
                <a:gd name="T11" fmla="*/ 0 h 801"/>
                <a:gd name="T12" fmla="*/ 1 w 1330"/>
                <a:gd name="T13" fmla="*/ 0 h 801"/>
                <a:gd name="T14" fmla="*/ 0 w 1330"/>
                <a:gd name="T15" fmla="*/ 0 h 801"/>
                <a:gd name="T16" fmla="*/ 0 w 1330"/>
                <a:gd name="T17" fmla="*/ 0 h 801"/>
                <a:gd name="T18" fmla="*/ 0 w 1330"/>
                <a:gd name="T19" fmla="*/ 0 h 801"/>
                <a:gd name="T20" fmla="*/ 0 w 1330"/>
                <a:gd name="T21" fmla="*/ 0 h 801"/>
                <a:gd name="T22" fmla="*/ 0 w 1330"/>
                <a:gd name="T23" fmla="*/ 0 h 801"/>
                <a:gd name="T24" fmla="*/ 0 w 1330"/>
                <a:gd name="T25" fmla="*/ 0 h 801"/>
                <a:gd name="T26" fmla="*/ 0 w 1330"/>
                <a:gd name="T27" fmla="*/ 1 h 801"/>
                <a:gd name="T28" fmla="*/ 0 w 1330"/>
                <a:gd name="T29" fmla="*/ 1 h 801"/>
                <a:gd name="T30" fmla="*/ 0 w 1330"/>
                <a:gd name="T31" fmla="*/ 1 h 801"/>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30"/>
                <a:gd name="T49" fmla="*/ 0 h 801"/>
                <a:gd name="T50" fmla="*/ 1330 w 1330"/>
                <a:gd name="T51" fmla="*/ 801 h 801"/>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30" h="801">
                  <a:moveTo>
                    <a:pt x="24" y="88"/>
                  </a:moveTo>
                  <a:lnTo>
                    <a:pt x="23" y="88"/>
                  </a:lnTo>
                  <a:lnTo>
                    <a:pt x="1286" y="801"/>
                  </a:lnTo>
                  <a:lnTo>
                    <a:pt x="1330" y="719"/>
                  </a:lnTo>
                  <a:lnTo>
                    <a:pt x="67" y="6"/>
                  </a:lnTo>
                  <a:lnTo>
                    <a:pt x="66" y="6"/>
                  </a:lnTo>
                  <a:lnTo>
                    <a:pt x="67" y="6"/>
                  </a:lnTo>
                  <a:lnTo>
                    <a:pt x="48" y="0"/>
                  </a:lnTo>
                  <a:lnTo>
                    <a:pt x="30" y="2"/>
                  </a:lnTo>
                  <a:lnTo>
                    <a:pt x="16" y="12"/>
                  </a:lnTo>
                  <a:lnTo>
                    <a:pt x="5" y="25"/>
                  </a:lnTo>
                  <a:lnTo>
                    <a:pt x="0" y="41"/>
                  </a:lnTo>
                  <a:lnTo>
                    <a:pt x="0" y="59"/>
                  </a:lnTo>
                  <a:lnTo>
                    <a:pt x="8" y="75"/>
                  </a:lnTo>
                  <a:lnTo>
                    <a:pt x="23" y="88"/>
                  </a:lnTo>
                  <a:lnTo>
                    <a:pt x="24"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9770" name="Freeform 40"/>
            <p:cNvSpPr>
              <a:spLocks/>
            </p:cNvSpPr>
            <p:nvPr/>
          </p:nvSpPr>
          <p:spPr bwMode="auto">
            <a:xfrm>
              <a:off x="1198" y="1439"/>
              <a:ext cx="161" cy="35"/>
            </a:xfrm>
            <a:custGeom>
              <a:avLst/>
              <a:gdLst>
                <a:gd name="T0" fmla="*/ 1 w 806"/>
                <a:gd name="T1" fmla="*/ 1 h 177"/>
                <a:gd name="T2" fmla="*/ 1 w 806"/>
                <a:gd name="T3" fmla="*/ 1 h 177"/>
                <a:gd name="T4" fmla="*/ 1 w 806"/>
                <a:gd name="T5" fmla="*/ 1 h 177"/>
                <a:gd name="T6" fmla="*/ 1 w 806"/>
                <a:gd name="T7" fmla="*/ 1 h 177"/>
                <a:gd name="T8" fmla="*/ 2 w 806"/>
                <a:gd name="T9" fmla="*/ 1 h 177"/>
                <a:gd name="T10" fmla="*/ 2 w 806"/>
                <a:gd name="T11" fmla="*/ 1 h 177"/>
                <a:gd name="T12" fmla="*/ 2 w 806"/>
                <a:gd name="T13" fmla="*/ 1 h 177"/>
                <a:gd name="T14" fmla="*/ 3 w 806"/>
                <a:gd name="T15" fmla="*/ 1 h 177"/>
                <a:gd name="T16" fmla="*/ 3 w 806"/>
                <a:gd name="T17" fmla="*/ 1 h 177"/>
                <a:gd name="T18" fmla="*/ 3 w 806"/>
                <a:gd name="T19" fmla="*/ 1 h 177"/>
                <a:gd name="T20" fmla="*/ 4 w 806"/>
                <a:gd name="T21" fmla="*/ 1 h 177"/>
                <a:gd name="T22" fmla="*/ 4 w 806"/>
                <a:gd name="T23" fmla="*/ 1 h 177"/>
                <a:gd name="T24" fmla="*/ 5 w 806"/>
                <a:gd name="T25" fmla="*/ 1 h 177"/>
                <a:gd name="T26" fmla="*/ 5 w 806"/>
                <a:gd name="T27" fmla="*/ 1 h 177"/>
                <a:gd name="T28" fmla="*/ 5 w 806"/>
                <a:gd name="T29" fmla="*/ 1 h 177"/>
                <a:gd name="T30" fmla="*/ 6 w 806"/>
                <a:gd name="T31" fmla="*/ 1 h 177"/>
                <a:gd name="T32" fmla="*/ 6 w 806"/>
                <a:gd name="T33" fmla="*/ 1 h 177"/>
                <a:gd name="T34" fmla="*/ 6 w 806"/>
                <a:gd name="T35" fmla="*/ 1 h 177"/>
                <a:gd name="T36" fmla="*/ 6 w 806"/>
                <a:gd name="T37" fmla="*/ 1 h 177"/>
                <a:gd name="T38" fmla="*/ 6 w 806"/>
                <a:gd name="T39" fmla="*/ 1 h 177"/>
                <a:gd name="T40" fmla="*/ 6 w 806"/>
                <a:gd name="T41" fmla="*/ 0 h 177"/>
                <a:gd name="T42" fmla="*/ 5 w 806"/>
                <a:gd name="T43" fmla="*/ 0 h 177"/>
                <a:gd name="T44" fmla="*/ 5 w 806"/>
                <a:gd name="T45" fmla="*/ 0 h 177"/>
                <a:gd name="T46" fmla="*/ 5 w 806"/>
                <a:gd name="T47" fmla="*/ 0 h 177"/>
                <a:gd name="T48" fmla="*/ 4 w 806"/>
                <a:gd name="T49" fmla="*/ 0 h 177"/>
                <a:gd name="T50" fmla="*/ 4 w 806"/>
                <a:gd name="T51" fmla="*/ 0 h 177"/>
                <a:gd name="T52" fmla="*/ 3 w 806"/>
                <a:gd name="T53" fmla="*/ 0 h 177"/>
                <a:gd name="T54" fmla="*/ 3 w 806"/>
                <a:gd name="T55" fmla="*/ 0 h 177"/>
                <a:gd name="T56" fmla="*/ 3 w 806"/>
                <a:gd name="T57" fmla="*/ 0 h 177"/>
                <a:gd name="T58" fmla="*/ 2 w 806"/>
                <a:gd name="T59" fmla="*/ 0 h 177"/>
                <a:gd name="T60" fmla="*/ 2 w 806"/>
                <a:gd name="T61" fmla="*/ 0 h 177"/>
                <a:gd name="T62" fmla="*/ 1 w 806"/>
                <a:gd name="T63" fmla="*/ 0 h 177"/>
                <a:gd name="T64" fmla="*/ 1 w 806"/>
                <a:gd name="T65" fmla="*/ 0 h 177"/>
                <a:gd name="T66" fmla="*/ 1 w 806"/>
                <a:gd name="T67" fmla="*/ 1 h 177"/>
                <a:gd name="T68" fmla="*/ 0 w 806"/>
                <a:gd name="T69" fmla="*/ 1 h 177"/>
                <a:gd name="T70" fmla="*/ 0 w 806"/>
                <a:gd name="T71" fmla="*/ 1 h 177"/>
                <a:gd name="T72" fmla="*/ 0 w 806"/>
                <a:gd name="T73" fmla="*/ 1 h 177"/>
                <a:gd name="T74" fmla="*/ 0 w 806"/>
                <a:gd name="T75" fmla="*/ 1 h 177"/>
                <a:gd name="T76" fmla="*/ 0 w 806"/>
                <a:gd name="T77" fmla="*/ 1 h 177"/>
                <a:gd name="T78" fmla="*/ 0 w 806"/>
                <a:gd name="T79" fmla="*/ 1 h 177"/>
                <a:gd name="T80" fmla="*/ 0 w 806"/>
                <a:gd name="T81" fmla="*/ 1 h 177"/>
                <a:gd name="T82" fmla="*/ 0 w 806"/>
                <a:gd name="T83" fmla="*/ 1 h 177"/>
                <a:gd name="T84" fmla="*/ 0 w 806"/>
                <a:gd name="T85" fmla="*/ 1 h 177"/>
                <a:gd name="T86" fmla="*/ 0 w 806"/>
                <a:gd name="T87" fmla="*/ 1 h 177"/>
                <a:gd name="T88" fmla="*/ 1 w 806"/>
                <a:gd name="T89" fmla="*/ 1 h 177"/>
                <a:gd name="T90" fmla="*/ 1 w 806"/>
                <a:gd name="T91" fmla="*/ 1 h 17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806"/>
                <a:gd name="T139" fmla="*/ 0 h 177"/>
                <a:gd name="T140" fmla="*/ 806 w 806"/>
                <a:gd name="T141" fmla="*/ 177 h 17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806" h="177">
                  <a:moveTo>
                    <a:pt x="67" y="171"/>
                  </a:moveTo>
                  <a:lnTo>
                    <a:pt x="68" y="171"/>
                  </a:lnTo>
                  <a:lnTo>
                    <a:pt x="109" y="151"/>
                  </a:lnTo>
                  <a:lnTo>
                    <a:pt x="151" y="135"/>
                  </a:lnTo>
                  <a:lnTo>
                    <a:pt x="196" y="122"/>
                  </a:lnTo>
                  <a:lnTo>
                    <a:pt x="242" y="110"/>
                  </a:lnTo>
                  <a:lnTo>
                    <a:pt x="287" y="102"/>
                  </a:lnTo>
                  <a:lnTo>
                    <a:pt x="335" y="97"/>
                  </a:lnTo>
                  <a:lnTo>
                    <a:pt x="382" y="95"/>
                  </a:lnTo>
                  <a:lnTo>
                    <a:pt x="430" y="94"/>
                  </a:lnTo>
                  <a:lnTo>
                    <a:pt x="477" y="97"/>
                  </a:lnTo>
                  <a:lnTo>
                    <a:pt x="524" y="102"/>
                  </a:lnTo>
                  <a:lnTo>
                    <a:pt x="568" y="108"/>
                  </a:lnTo>
                  <a:lnTo>
                    <a:pt x="612" y="117"/>
                  </a:lnTo>
                  <a:lnTo>
                    <a:pt x="654" y="128"/>
                  </a:lnTo>
                  <a:lnTo>
                    <a:pt x="693" y="141"/>
                  </a:lnTo>
                  <a:lnTo>
                    <a:pt x="730" y="155"/>
                  </a:lnTo>
                  <a:lnTo>
                    <a:pt x="764" y="171"/>
                  </a:lnTo>
                  <a:lnTo>
                    <a:pt x="806" y="89"/>
                  </a:lnTo>
                  <a:lnTo>
                    <a:pt x="768" y="70"/>
                  </a:lnTo>
                  <a:lnTo>
                    <a:pt x="725" y="54"/>
                  </a:lnTo>
                  <a:lnTo>
                    <a:pt x="680" y="39"/>
                  </a:lnTo>
                  <a:lnTo>
                    <a:pt x="633" y="26"/>
                  </a:lnTo>
                  <a:lnTo>
                    <a:pt x="585" y="16"/>
                  </a:lnTo>
                  <a:lnTo>
                    <a:pt x="536" y="8"/>
                  </a:lnTo>
                  <a:lnTo>
                    <a:pt x="484" y="3"/>
                  </a:lnTo>
                  <a:lnTo>
                    <a:pt x="433" y="0"/>
                  </a:lnTo>
                  <a:lnTo>
                    <a:pt x="380" y="1"/>
                  </a:lnTo>
                  <a:lnTo>
                    <a:pt x="328" y="3"/>
                  </a:lnTo>
                  <a:lnTo>
                    <a:pt x="276" y="10"/>
                  </a:lnTo>
                  <a:lnTo>
                    <a:pt x="223" y="19"/>
                  </a:lnTo>
                  <a:lnTo>
                    <a:pt x="172" y="30"/>
                  </a:lnTo>
                  <a:lnTo>
                    <a:pt x="121" y="46"/>
                  </a:lnTo>
                  <a:lnTo>
                    <a:pt x="72" y="67"/>
                  </a:lnTo>
                  <a:lnTo>
                    <a:pt x="24" y="89"/>
                  </a:lnTo>
                  <a:lnTo>
                    <a:pt x="25" y="89"/>
                  </a:lnTo>
                  <a:lnTo>
                    <a:pt x="24" y="89"/>
                  </a:lnTo>
                  <a:lnTo>
                    <a:pt x="8" y="102"/>
                  </a:lnTo>
                  <a:lnTo>
                    <a:pt x="0" y="118"/>
                  </a:lnTo>
                  <a:lnTo>
                    <a:pt x="0" y="136"/>
                  </a:lnTo>
                  <a:lnTo>
                    <a:pt x="6" y="152"/>
                  </a:lnTo>
                  <a:lnTo>
                    <a:pt x="17" y="165"/>
                  </a:lnTo>
                  <a:lnTo>
                    <a:pt x="31" y="175"/>
                  </a:lnTo>
                  <a:lnTo>
                    <a:pt x="48" y="177"/>
                  </a:lnTo>
                  <a:lnTo>
                    <a:pt x="68" y="171"/>
                  </a:lnTo>
                  <a:lnTo>
                    <a:pt x="67" y="1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9771" name="Freeform 41"/>
            <p:cNvSpPr>
              <a:spLocks/>
            </p:cNvSpPr>
            <p:nvPr/>
          </p:nvSpPr>
          <p:spPr bwMode="auto">
            <a:xfrm>
              <a:off x="931" y="1456"/>
              <a:ext cx="280" cy="158"/>
            </a:xfrm>
            <a:custGeom>
              <a:avLst/>
              <a:gdLst>
                <a:gd name="T0" fmla="*/ 1 w 1402"/>
                <a:gd name="T1" fmla="*/ 6 h 787"/>
                <a:gd name="T2" fmla="*/ 1 w 1402"/>
                <a:gd name="T3" fmla="*/ 6 h 787"/>
                <a:gd name="T4" fmla="*/ 11 w 1402"/>
                <a:gd name="T5" fmla="*/ 1 h 787"/>
                <a:gd name="T6" fmla="*/ 11 w 1402"/>
                <a:gd name="T7" fmla="*/ 0 h 787"/>
                <a:gd name="T8" fmla="*/ 0 w 1402"/>
                <a:gd name="T9" fmla="*/ 6 h 787"/>
                <a:gd name="T10" fmla="*/ 0 w 1402"/>
                <a:gd name="T11" fmla="*/ 6 h 787"/>
                <a:gd name="T12" fmla="*/ 0 w 1402"/>
                <a:gd name="T13" fmla="*/ 6 h 787"/>
                <a:gd name="T14" fmla="*/ 0 w 1402"/>
                <a:gd name="T15" fmla="*/ 6 h 787"/>
                <a:gd name="T16" fmla="*/ 0 w 1402"/>
                <a:gd name="T17" fmla="*/ 6 h 787"/>
                <a:gd name="T18" fmla="*/ 0 w 1402"/>
                <a:gd name="T19" fmla="*/ 6 h 787"/>
                <a:gd name="T20" fmla="*/ 0 w 1402"/>
                <a:gd name="T21" fmla="*/ 6 h 787"/>
                <a:gd name="T22" fmla="*/ 0 w 1402"/>
                <a:gd name="T23" fmla="*/ 6 h 787"/>
                <a:gd name="T24" fmla="*/ 0 w 1402"/>
                <a:gd name="T25" fmla="*/ 6 h 787"/>
                <a:gd name="T26" fmla="*/ 0 w 1402"/>
                <a:gd name="T27" fmla="*/ 6 h 787"/>
                <a:gd name="T28" fmla="*/ 1 w 1402"/>
                <a:gd name="T29" fmla="*/ 6 h 787"/>
                <a:gd name="T30" fmla="*/ 1 w 1402"/>
                <a:gd name="T31" fmla="*/ 6 h 78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02"/>
                <a:gd name="T49" fmla="*/ 0 h 787"/>
                <a:gd name="T50" fmla="*/ 1402 w 1402"/>
                <a:gd name="T51" fmla="*/ 787 h 78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02" h="787">
                  <a:moveTo>
                    <a:pt x="69" y="781"/>
                  </a:moveTo>
                  <a:lnTo>
                    <a:pt x="66" y="781"/>
                  </a:lnTo>
                  <a:lnTo>
                    <a:pt x="1402" y="82"/>
                  </a:lnTo>
                  <a:lnTo>
                    <a:pt x="1360" y="0"/>
                  </a:lnTo>
                  <a:lnTo>
                    <a:pt x="24" y="699"/>
                  </a:lnTo>
                  <a:lnTo>
                    <a:pt x="22" y="699"/>
                  </a:lnTo>
                  <a:lnTo>
                    <a:pt x="24" y="699"/>
                  </a:lnTo>
                  <a:lnTo>
                    <a:pt x="8" y="712"/>
                  </a:lnTo>
                  <a:lnTo>
                    <a:pt x="1" y="727"/>
                  </a:lnTo>
                  <a:lnTo>
                    <a:pt x="0" y="744"/>
                  </a:lnTo>
                  <a:lnTo>
                    <a:pt x="5" y="761"/>
                  </a:lnTo>
                  <a:lnTo>
                    <a:pt x="15" y="775"/>
                  </a:lnTo>
                  <a:lnTo>
                    <a:pt x="30" y="784"/>
                  </a:lnTo>
                  <a:lnTo>
                    <a:pt x="46" y="787"/>
                  </a:lnTo>
                  <a:lnTo>
                    <a:pt x="66" y="781"/>
                  </a:lnTo>
                  <a:lnTo>
                    <a:pt x="69" y="7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9772" name="Freeform 42"/>
            <p:cNvSpPr>
              <a:spLocks/>
            </p:cNvSpPr>
            <p:nvPr/>
          </p:nvSpPr>
          <p:spPr bwMode="auto">
            <a:xfrm>
              <a:off x="868" y="1596"/>
              <a:ext cx="77" cy="126"/>
            </a:xfrm>
            <a:custGeom>
              <a:avLst/>
              <a:gdLst>
                <a:gd name="T0" fmla="*/ 1 w 382"/>
                <a:gd name="T1" fmla="*/ 5 h 628"/>
                <a:gd name="T2" fmla="*/ 1 w 382"/>
                <a:gd name="T3" fmla="*/ 5 h 628"/>
                <a:gd name="T4" fmla="*/ 1 w 382"/>
                <a:gd name="T5" fmla="*/ 4 h 628"/>
                <a:gd name="T6" fmla="*/ 1 w 382"/>
                <a:gd name="T7" fmla="*/ 4 h 628"/>
                <a:gd name="T8" fmla="*/ 1 w 382"/>
                <a:gd name="T9" fmla="*/ 4 h 628"/>
                <a:gd name="T10" fmla="*/ 1 w 382"/>
                <a:gd name="T11" fmla="*/ 3 h 628"/>
                <a:gd name="T12" fmla="*/ 1 w 382"/>
                <a:gd name="T13" fmla="*/ 3 h 628"/>
                <a:gd name="T14" fmla="*/ 1 w 382"/>
                <a:gd name="T15" fmla="*/ 3 h 628"/>
                <a:gd name="T16" fmla="*/ 1 w 382"/>
                <a:gd name="T17" fmla="*/ 3 h 628"/>
                <a:gd name="T18" fmla="*/ 1 w 382"/>
                <a:gd name="T19" fmla="*/ 2 h 628"/>
                <a:gd name="T20" fmla="*/ 2 w 382"/>
                <a:gd name="T21" fmla="*/ 2 h 628"/>
                <a:gd name="T22" fmla="*/ 2 w 382"/>
                <a:gd name="T23" fmla="*/ 2 h 628"/>
                <a:gd name="T24" fmla="*/ 2 w 382"/>
                <a:gd name="T25" fmla="*/ 2 h 628"/>
                <a:gd name="T26" fmla="*/ 2 w 382"/>
                <a:gd name="T27" fmla="*/ 1 h 628"/>
                <a:gd name="T28" fmla="*/ 2 w 382"/>
                <a:gd name="T29" fmla="*/ 1 h 628"/>
                <a:gd name="T30" fmla="*/ 3 w 382"/>
                <a:gd name="T31" fmla="*/ 1 h 628"/>
                <a:gd name="T32" fmla="*/ 3 w 382"/>
                <a:gd name="T33" fmla="*/ 1 h 628"/>
                <a:gd name="T34" fmla="*/ 3 w 382"/>
                <a:gd name="T35" fmla="*/ 1 h 628"/>
                <a:gd name="T36" fmla="*/ 3 w 382"/>
                <a:gd name="T37" fmla="*/ 0 h 628"/>
                <a:gd name="T38" fmla="*/ 2 w 382"/>
                <a:gd name="T39" fmla="*/ 0 h 628"/>
                <a:gd name="T40" fmla="*/ 2 w 382"/>
                <a:gd name="T41" fmla="*/ 0 h 628"/>
                <a:gd name="T42" fmla="*/ 2 w 382"/>
                <a:gd name="T43" fmla="*/ 1 h 628"/>
                <a:gd name="T44" fmla="*/ 2 w 382"/>
                <a:gd name="T45" fmla="*/ 1 h 628"/>
                <a:gd name="T46" fmla="*/ 1 w 382"/>
                <a:gd name="T47" fmla="*/ 1 h 628"/>
                <a:gd name="T48" fmla="*/ 1 w 382"/>
                <a:gd name="T49" fmla="*/ 1 h 628"/>
                <a:gd name="T50" fmla="*/ 1 w 382"/>
                <a:gd name="T51" fmla="*/ 2 h 628"/>
                <a:gd name="T52" fmla="*/ 1 w 382"/>
                <a:gd name="T53" fmla="*/ 2 h 628"/>
                <a:gd name="T54" fmla="*/ 1 w 382"/>
                <a:gd name="T55" fmla="*/ 2 h 628"/>
                <a:gd name="T56" fmla="*/ 0 w 382"/>
                <a:gd name="T57" fmla="*/ 3 h 628"/>
                <a:gd name="T58" fmla="*/ 0 w 382"/>
                <a:gd name="T59" fmla="*/ 3 h 628"/>
                <a:gd name="T60" fmla="*/ 0 w 382"/>
                <a:gd name="T61" fmla="*/ 3 h 628"/>
                <a:gd name="T62" fmla="*/ 0 w 382"/>
                <a:gd name="T63" fmla="*/ 4 h 628"/>
                <a:gd name="T64" fmla="*/ 0 w 382"/>
                <a:gd name="T65" fmla="*/ 4 h 628"/>
                <a:gd name="T66" fmla="*/ 0 w 382"/>
                <a:gd name="T67" fmla="*/ 4 h 628"/>
                <a:gd name="T68" fmla="*/ 0 w 382"/>
                <a:gd name="T69" fmla="*/ 5 h 628"/>
                <a:gd name="T70" fmla="*/ 0 w 382"/>
                <a:gd name="T71" fmla="*/ 5 h 628"/>
                <a:gd name="T72" fmla="*/ 0 w 382"/>
                <a:gd name="T73" fmla="*/ 5 h 628"/>
                <a:gd name="T74" fmla="*/ 0 w 382"/>
                <a:gd name="T75" fmla="*/ 5 h 628"/>
                <a:gd name="T76" fmla="*/ 0 w 382"/>
                <a:gd name="T77" fmla="*/ 5 h 628"/>
                <a:gd name="T78" fmla="*/ 0 w 382"/>
                <a:gd name="T79" fmla="*/ 5 h 628"/>
                <a:gd name="T80" fmla="*/ 0 w 382"/>
                <a:gd name="T81" fmla="*/ 5 h 628"/>
                <a:gd name="T82" fmla="*/ 1 w 382"/>
                <a:gd name="T83" fmla="*/ 5 h 628"/>
                <a:gd name="T84" fmla="*/ 1 w 382"/>
                <a:gd name="T85" fmla="*/ 5 h 628"/>
                <a:gd name="T86" fmla="*/ 1 w 382"/>
                <a:gd name="T87" fmla="*/ 5 h 628"/>
                <a:gd name="T88" fmla="*/ 1 w 382"/>
                <a:gd name="T89" fmla="*/ 5 h 628"/>
                <a:gd name="T90" fmla="*/ 1 w 382"/>
                <a:gd name="T91" fmla="*/ 5 h 628"/>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382"/>
                <a:gd name="T139" fmla="*/ 0 h 628"/>
                <a:gd name="T140" fmla="*/ 382 w 382"/>
                <a:gd name="T141" fmla="*/ 628 h 628"/>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382" h="628">
                  <a:moveTo>
                    <a:pt x="94" y="581"/>
                  </a:moveTo>
                  <a:lnTo>
                    <a:pt x="94" y="582"/>
                  </a:lnTo>
                  <a:lnTo>
                    <a:pt x="96" y="541"/>
                  </a:lnTo>
                  <a:lnTo>
                    <a:pt x="99" y="500"/>
                  </a:lnTo>
                  <a:lnTo>
                    <a:pt x="106" y="463"/>
                  </a:lnTo>
                  <a:lnTo>
                    <a:pt x="115" y="424"/>
                  </a:lnTo>
                  <a:lnTo>
                    <a:pt x="127" y="389"/>
                  </a:lnTo>
                  <a:lnTo>
                    <a:pt x="140" y="353"/>
                  </a:lnTo>
                  <a:lnTo>
                    <a:pt x="156" y="320"/>
                  </a:lnTo>
                  <a:lnTo>
                    <a:pt x="173" y="287"/>
                  </a:lnTo>
                  <a:lnTo>
                    <a:pt x="193" y="255"/>
                  </a:lnTo>
                  <a:lnTo>
                    <a:pt x="214" y="226"/>
                  </a:lnTo>
                  <a:lnTo>
                    <a:pt x="238" y="198"/>
                  </a:lnTo>
                  <a:lnTo>
                    <a:pt x="263" y="172"/>
                  </a:lnTo>
                  <a:lnTo>
                    <a:pt x="290" y="146"/>
                  </a:lnTo>
                  <a:lnTo>
                    <a:pt x="318" y="122"/>
                  </a:lnTo>
                  <a:lnTo>
                    <a:pt x="349" y="101"/>
                  </a:lnTo>
                  <a:lnTo>
                    <a:pt x="382" y="82"/>
                  </a:lnTo>
                  <a:lnTo>
                    <a:pt x="335" y="0"/>
                  </a:lnTo>
                  <a:lnTo>
                    <a:pt x="297" y="23"/>
                  </a:lnTo>
                  <a:lnTo>
                    <a:pt x="262" y="49"/>
                  </a:lnTo>
                  <a:lnTo>
                    <a:pt x="229" y="76"/>
                  </a:lnTo>
                  <a:lnTo>
                    <a:pt x="198" y="104"/>
                  </a:lnTo>
                  <a:lnTo>
                    <a:pt x="167" y="137"/>
                  </a:lnTo>
                  <a:lnTo>
                    <a:pt x="142" y="170"/>
                  </a:lnTo>
                  <a:lnTo>
                    <a:pt x="116" y="204"/>
                  </a:lnTo>
                  <a:lnTo>
                    <a:pt x="94" y="240"/>
                  </a:lnTo>
                  <a:lnTo>
                    <a:pt x="74" y="278"/>
                  </a:lnTo>
                  <a:lnTo>
                    <a:pt x="54" y="317"/>
                  </a:lnTo>
                  <a:lnTo>
                    <a:pt x="38" y="359"/>
                  </a:lnTo>
                  <a:lnTo>
                    <a:pt x="26" y="401"/>
                  </a:lnTo>
                  <a:lnTo>
                    <a:pt x="15" y="444"/>
                  </a:lnTo>
                  <a:lnTo>
                    <a:pt x="8" y="489"/>
                  </a:lnTo>
                  <a:lnTo>
                    <a:pt x="2" y="534"/>
                  </a:lnTo>
                  <a:lnTo>
                    <a:pt x="0" y="580"/>
                  </a:lnTo>
                  <a:lnTo>
                    <a:pt x="0" y="581"/>
                  </a:lnTo>
                  <a:lnTo>
                    <a:pt x="0" y="580"/>
                  </a:lnTo>
                  <a:lnTo>
                    <a:pt x="3" y="600"/>
                  </a:lnTo>
                  <a:lnTo>
                    <a:pt x="14" y="615"/>
                  </a:lnTo>
                  <a:lnTo>
                    <a:pt x="29" y="625"/>
                  </a:lnTo>
                  <a:lnTo>
                    <a:pt x="45" y="628"/>
                  </a:lnTo>
                  <a:lnTo>
                    <a:pt x="63" y="626"/>
                  </a:lnTo>
                  <a:lnTo>
                    <a:pt x="78" y="616"/>
                  </a:lnTo>
                  <a:lnTo>
                    <a:pt x="89" y="602"/>
                  </a:lnTo>
                  <a:lnTo>
                    <a:pt x="94" y="582"/>
                  </a:lnTo>
                  <a:lnTo>
                    <a:pt x="94" y="5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9773" name="Freeform 43"/>
            <p:cNvSpPr>
              <a:spLocks/>
            </p:cNvSpPr>
            <p:nvPr/>
          </p:nvSpPr>
          <p:spPr bwMode="auto">
            <a:xfrm>
              <a:off x="868" y="1712"/>
              <a:ext cx="19" cy="364"/>
            </a:xfrm>
            <a:custGeom>
              <a:avLst/>
              <a:gdLst>
                <a:gd name="T0" fmla="*/ 1 w 94"/>
                <a:gd name="T1" fmla="*/ 14 h 1818"/>
                <a:gd name="T2" fmla="*/ 1 w 94"/>
                <a:gd name="T3" fmla="*/ 14 h 1818"/>
                <a:gd name="T4" fmla="*/ 1 w 94"/>
                <a:gd name="T5" fmla="*/ 0 h 1818"/>
                <a:gd name="T6" fmla="*/ 0 w 94"/>
                <a:gd name="T7" fmla="*/ 0 h 1818"/>
                <a:gd name="T8" fmla="*/ 0 w 94"/>
                <a:gd name="T9" fmla="*/ 14 h 1818"/>
                <a:gd name="T10" fmla="*/ 0 w 94"/>
                <a:gd name="T11" fmla="*/ 14 h 1818"/>
                <a:gd name="T12" fmla="*/ 0 w 94"/>
                <a:gd name="T13" fmla="*/ 14 h 1818"/>
                <a:gd name="T14" fmla="*/ 0 w 94"/>
                <a:gd name="T15" fmla="*/ 14 h 1818"/>
                <a:gd name="T16" fmla="*/ 0 w 94"/>
                <a:gd name="T17" fmla="*/ 14 h 1818"/>
                <a:gd name="T18" fmla="*/ 0 w 94"/>
                <a:gd name="T19" fmla="*/ 15 h 1818"/>
                <a:gd name="T20" fmla="*/ 0 w 94"/>
                <a:gd name="T21" fmla="*/ 15 h 1818"/>
                <a:gd name="T22" fmla="*/ 1 w 94"/>
                <a:gd name="T23" fmla="*/ 15 h 1818"/>
                <a:gd name="T24" fmla="*/ 1 w 94"/>
                <a:gd name="T25" fmla="*/ 14 h 1818"/>
                <a:gd name="T26" fmla="*/ 1 w 94"/>
                <a:gd name="T27" fmla="*/ 14 h 1818"/>
                <a:gd name="T28" fmla="*/ 1 w 94"/>
                <a:gd name="T29" fmla="*/ 14 h 1818"/>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94"/>
                <a:gd name="T46" fmla="*/ 0 h 1818"/>
                <a:gd name="T47" fmla="*/ 94 w 94"/>
                <a:gd name="T48" fmla="*/ 1818 h 1818"/>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94" h="1818">
                  <a:moveTo>
                    <a:pt x="94" y="1771"/>
                  </a:moveTo>
                  <a:lnTo>
                    <a:pt x="94" y="1771"/>
                  </a:lnTo>
                  <a:lnTo>
                    <a:pt x="94" y="0"/>
                  </a:lnTo>
                  <a:lnTo>
                    <a:pt x="0" y="0"/>
                  </a:lnTo>
                  <a:lnTo>
                    <a:pt x="0" y="1771"/>
                  </a:lnTo>
                  <a:lnTo>
                    <a:pt x="3" y="1791"/>
                  </a:lnTo>
                  <a:lnTo>
                    <a:pt x="15" y="1806"/>
                  </a:lnTo>
                  <a:lnTo>
                    <a:pt x="29" y="1814"/>
                  </a:lnTo>
                  <a:lnTo>
                    <a:pt x="47" y="1818"/>
                  </a:lnTo>
                  <a:lnTo>
                    <a:pt x="64" y="1814"/>
                  </a:lnTo>
                  <a:lnTo>
                    <a:pt x="79" y="1806"/>
                  </a:lnTo>
                  <a:lnTo>
                    <a:pt x="90" y="1791"/>
                  </a:lnTo>
                  <a:lnTo>
                    <a:pt x="94" y="17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9774" name="Freeform 44"/>
            <p:cNvSpPr>
              <a:spLocks/>
            </p:cNvSpPr>
            <p:nvPr/>
          </p:nvSpPr>
          <p:spPr bwMode="auto">
            <a:xfrm>
              <a:off x="868" y="2067"/>
              <a:ext cx="90" cy="160"/>
            </a:xfrm>
            <a:custGeom>
              <a:avLst/>
              <a:gdLst>
                <a:gd name="T0" fmla="*/ 3 w 449"/>
                <a:gd name="T1" fmla="*/ 6 h 803"/>
                <a:gd name="T2" fmla="*/ 3 w 449"/>
                <a:gd name="T3" fmla="*/ 6 h 803"/>
                <a:gd name="T4" fmla="*/ 3 w 449"/>
                <a:gd name="T5" fmla="*/ 5 h 803"/>
                <a:gd name="T6" fmla="*/ 3 w 449"/>
                <a:gd name="T7" fmla="*/ 5 h 803"/>
                <a:gd name="T8" fmla="*/ 3 w 449"/>
                <a:gd name="T9" fmla="*/ 5 h 803"/>
                <a:gd name="T10" fmla="*/ 2 w 449"/>
                <a:gd name="T11" fmla="*/ 5 h 803"/>
                <a:gd name="T12" fmla="*/ 2 w 449"/>
                <a:gd name="T13" fmla="*/ 4 h 803"/>
                <a:gd name="T14" fmla="*/ 2 w 449"/>
                <a:gd name="T15" fmla="*/ 4 h 803"/>
                <a:gd name="T16" fmla="*/ 2 w 449"/>
                <a:gd name="T17" fmla="*/ 4 h 803"/>
                <a:gd name="T18" fmla="*/ 2 w 449"/>
                <a:gd name="T19" fmla="*/ 3 h 803"/>
                <a:gd name="T20" fmla="*/ 1 w 449"/>
                <a:gd name="T21" fmla="*/ 3 h 803"/>
                <a:gd name="T22" fmla="*/ 1 w 449"/>
                <a:gd name="T23" fmla="*/ 2 h 803"/>
                <a:gd name="T24" fmla="*/ 1 w 449"/>
                <a:gd name="T25" fmla="*/ 2 h 803"/>
                <a:gd name="T26" fmla="*/ 1 w 449"/>
                <a:gd name="T27" fmla="*/ 2 h 803"/>
                <a:gd name="T28" fmla="*/ 1 w 449"/>
                <a:gd name="T29" fmla="*/ 1 h 803"/>
                <a:gd name="T30" fmla="*/ 1 w 449"/>
                <a:gd name="T31" fmla="*/ 1 h 803"/>
                <a:gd name="T32" fmla="*/ 1 w 449"/>
                <a:gd name="T33" fmla="*/ 0 h 803"/>
                <a:gd name="T34" fmla="*/ 1 w 449"/>
                <a:gd name="T35" fmla="*/ 0 h 803"/>
                <a:gd name="T36" fmla="*/ 0 w 449"/>
                <a:gd name="T37" fmla="*/ 0 h 803"/>
                <a:gd name="T38" fmla="*/ 0 w 449"/>
                <a:gd name="T39" fmla="*/ 0 h 803"/>
                <a:gd name="T40" fmla="*/ 0 w 449"/>
                <a:gd name="T41" fmla="*/ 1 h 803"/>
                <a:gd name="T42" fmla="*/ 0 w 449"/>
                <a:gd name="T43" fmla="*/ 1 h 803"/>
                <a:gd name="T44" fmla="*/ 0 w 449"/>
                <a:gd name="T45" fmla="*/ 2 h 803"/>
                <a:gd name="T46" fmla="*/ 0 w 449"/>
                <a:gd name="T47" fmla="*/ 2 h 803"/>
                <a:gd name="T48" fmla="*/ 0 w 449"/>
                <a:gd name="T49" fmla="*/ 3 h 803"/>
                <a:gd name="T50" fmla="*/ 1 w 449"/>
                <a:gd name="T51" fmla="*/ 3 h 803"/>
                <a:gd name="T52" fmla="*/ 1 w 449"/>
                <a:gd name="T53" fmla="*/ 4 h 803"/>
                <a:gd name="T54" fmla="*/ 1 w 449"/>
                <a:gd name="T55" fmla="*/ 4 h 803"/>
                <a:gd name="T56" fmla="*/ 1 w 449"/>
                <a:gd name="T57" fmla="*/ 4 h 803"/>
                <a:gd name="T58" fmla="*/ 2 w 449"/>
                <a:gd name="T59" fmla="*/ 5 h 803"/>
                <a:gd name="T60" fmla="*/ 2 w 449"/>
                <a:gd name="T61" fmla="*/ 5 h 803"/>
                <a:gd name="T62" fmla="*/ 2 w 449"/>
                <a:gd name="T63" fmla="*/ 5 h 803"/>
                <a:gd name="T64" fmla="*/ 2 w 449"/>
                <a:gd name="T65" fmla="*/ 6 h 803"/>
                <a:gd name="T66" fmla="*/ 3 w 449"/>
                <a:gd name="T67" fmla="*/ 6 h 803"/>
                <a:gd name="T68" fmla="*/ 3 w 449"/>
                <a:gd name="T69" fmla="*/ 6 h 803"/>
                <a:gd name="T70" fmla="*/ 3 w 449"/>
                <a:gd name="T71" fmla="*/ 6 h 803"/>
                <a:gd name="T72" fmla="*/ 3 w 449"/>
                <a:gd name="T73" fmla="*/ 6 h 803"/>
                <a:gd name="T74" fmla="*/ 3 w 449"/>
                <a:gd name="T75" fmla="*/ 6 h 803"/>
                <a:gd name="T76" fmla="*/ 3 w 449"/>
                <a:gd name="T77" fmla="*/ 6 h 803"/>
                <a:gd name="T78" fmla="*/ 3 w 449"/>
                <a:gd name="T79" fmla="*/ 6 h 803"/>
                <a:gd name="T80" fmla="*/ 4 w 449"/>
                <a:gd name="T81" fmla="*/ 6 h 803"/>
                <a:gd name="T82" fmla="*/ 4 w 449"/>
                <a:gd name="T83" fmla="*/ 6 h 803"/>
                <a:gd name="T84" fmla="*/ 4 w 449"/>
                <a:gd name="T85" fmla="*/ 6 h 803"/>
                <a:gd name="T86" fmla="*/ 4 w 449"/>
                <a:gd name="T87" fmla="*/ 6 h 803"/>
                <a:gd name="T88" fmla="*/ 3 w 449"/>
                <a:gd name="T89" fmla="*/ 6 h 803"/>
                <a:gd name="T90" fmla="*/ 3 w 449"/>
                <a:gd name="T91" fmla="*/ 6 h 80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449"/>
                <a:gd name="T139" fmla="*/ 0 h 803"/>
                <a:gd name="T140" fmla="*/ 449 w 449"/>
                <a:gd name="T141" fmla="*/ 803 h 80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449" h="803">
                  <a:moveTo>
                    <a:pt x="426" y="717"/>
                  </a:moveTo>
                  <a:lnTo>
                    <a:pt x="427" y="717"/>
                  </a:lnTo>
                  <a:lnTo>
                    <a:pt x="395" y="693"/>
                  </a:lnTo>
                  <a:lnTo>
                    <a:pt x="361" y="662"/>
                  </a:lnTo>
                  <a:lnTo>
                    <a:pt x="329" y="628"/>
                  </a:lnTo>
                  <a:lnTo>
                    <a:pt x="299" y="591"/>
                  </a:lnTo>
                  <a:lnTo>
                    <a:pt x="269" y="551"/>
                  </a:lnTo>
                  <a:lnTo>
                    <a:pt x="241" y="507"/>
                  </a:lnTo>
                  <a:lnTo>
                    <a:pt x="215" y="460"/>
                  </a:lnTo>
                  <a:lnTo>
                    <a:pt x="191" y="412"/>
                  </a:lnTo>
                  <a:lnTo>
                    <a:pt x="170" y="363"/>
                  </a:lnTo>
                  <a:lnTo>
                    <a:pt x="151" y="312"/>
                  </a:lnTo>
                  <a:lnTo>
                    <a:pt x="133" y="259"/>
                  </a:lnTo>
                  <a:lnTo>
                    <a:pt x="119" y="207"/>
                  </a:lnTo>
                  <a:lnTo>
                    <a:pt x="108" y="156"/>
                  </a:lnTo>
                  <a:lnTo>
                    <a:pt x="101" y="103"/>
                  </a:lnTo>
                  <a:lnTo>
                    <a:pt x="96" y="51"/>
                  </a:lnTo>
                  <a:lnTo>
                    <a:pt x="94" y="0"/>
                  </a:lnTo>
                  <a:lnTo>
                    <a:pt x="0" y="0"/>
                  </a:lnTo>
                  <a:lnTo>
                    <a:pt x="2" y="56"/>
                  </a:lnTo>
                  <a:lnTo>
                    <a:pt x="7" y="115"/>
                  </a:lnTo>
                  <a:lnTo>
                    <a:pt x="16" y="172"/>
                  </a:lnTo>
                  <a:lnTo>
                    <a:pt x="28" y="231"/>
                  </a:lnTo>
                  <a:lnTo>
                    <a:pt x="44" y="287"/>
                  </a:lnTo>
                  <a:lnTo>
                    <a:pt x="62" y="342"/>
                  </a:lnTo>
                  <a:lnTo>
                    <a:pt x="83" y="398"/>
                  </a:lnTo>
                  <a:lnTo>
                    <a:pt x="106" y="452"/>
                  </a:lnTo>
                  <a:lnTo>
                    <a:pt x="133" y="505"/>
                  </a:lnTo>
                  <a:lnTo>
                    <a:pt x="161" y="554"/>
                  </a:lnTo>
                  <a:lnTo>
                    <a:pt x="192" y="602"/>
                  </a:lnTo>
                  <a:lnTo>
                    <a:pt x="224" y="647"/>
                  </a:lnTo>
                  <a:lnTo>
                    <a:pt x="259" y="689"/>
                  </a:lnTo>
                  <a:lnTo>
                    <a:pt x="295" y="728"/>
                  </a:lnTo>
                  <a:lnTo>
                    <a:pt x="334" y="763"/>
                  </a:lnTo>
                  <a:lnTo>
                    <a:pt x="374" y="795"/>
                  </a:lnTo>
                  <a:lnTo>
                    <a:pt x="375" y="795"/>
                  </a:lnTo>
                  <a:lnTo>
                    <a:pt x="374" y="795"/>
                  </a:lnTo>
                  <a:lnTo>
                    <a:pt x="392" y="803"/>
                  </a:lnTo>
                  <a:lnTo>
                    <a:pt x="411" y="803"/>
                  </a:lnTo>
                  <a:lnTo>
                    <a:pt x="426" y="795"/>
                  </a:lnTo>
                  <a:lnTo>
                    <a:pt x="439" y="782"/>
                  </a:lnTo>
                  <a:lnTo>
                    <a:pt x="446" y="766"/>
                  </a:lnTo>
                  <a:lnTo>
                    <a:pt x="449" y="749"/>
                  </a:lnTo>
                  <a:lnTo>
                    <a:pt x="441" y="732"/>
                  </a:lnTo>
                  <a:lnTo>
                    <a:pt x="427" y="717"/>
                  </a:lnTo>
                  <a:lnTo>
                    <a:pt x="426" y="71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9775" name="Freeform 45"/>
            <p:cNvSpPr>
              <a:spLocks/>
            </p:cNvSpPr>
            <p:nvPr/>
          </p:nvSpPr>
          <p:spPr bwMode="auto">
            <a:xfrm>
              <a:off x="883" y="1673"/>
              <a:ext cx="379" cy="690"/>
            </a:xfrm>
            <a:custGeom>
              <a:avLst/>
              <a:gdLst>
                <a:gd name="T0" fmla="*/ 12 w 1897"/>
                <a:gd name="T1" fmla="*/ 6 h 3450"/>
                <a:gd name="T2" fmla="*/ 13 w 1897"/>
                <a:gd name="T3" fmla="*/ 7 h 3450"/>
                <a:gd name="T4" fmla="*/ 13 w 1897"/>
                <a:gd name="T5" fmla="*/ 7 h 3450"/>
                <a:gd name="T6" fmla="*/ 14 w 1897"/>
                <a:gd name="T7" fmla="*/ 8 h 3450"/>
                <a:gd name="T8" fmla="*/ 14 w 1897"/>
                <a:gd name="T9" fmla="*/ 9 h 3450"/>
                <a:gd name="T10" fmla="*/ 15 w 1897"/>
                <a:gd name="T11" fmla="*/ 10 h 3450"/>
                <a:gd name="T12" fmla="*/ 15 w 1897"/>
                <a:gd name="T13" fmla="*/ 11 h 3450"/>
                <a:gd name="T14" fmla="*/ 15 w 1897"/>
                <a:gd name="T15" fmla="*/ 11 h 3450"/>
                <a:gd name="T16" fmla="*/ 15 w 1897"/>
                <a:gd name="T17" fmla="*/ 12 h 3450"/>
                <a:gd name="T18" fmla="*/ 15 w 1897"/>
                <a:gd name="T19" fmla="*/ 26 h 3450"/>
                <a:gd name="T20" fmla="*/ 15 w 1897"/>
                <a:gd name="T21" fmla="*/ 26 h 3450"/>
                <a:gd name="T22" fmla="*/ 15 w 1897"/>
                <a:gd name="T23" fmla="*/ 27 h 3450"/>
                <a:gd name="T24" fmla="*/ 15 w 1897"/>
                <a:gd name="T25" fmla="*/ 27 h 3450"/>
                <a:gd name="T26" fmla="*/ 14 w 1897"/>
                <a:gd name="T27" fmla="*/ 27 h 3450"/>
                <a:gd name="T28" fmla="*/ 14 w 1897"/>
                <a:gd name="T29" fmla="*/ 28 h 3450"/>
                <a:gd name="T30" fmla="*/ 13 w 1897"/>
                <a:gd name="T31" fmla="*/ 28 h 3450"/>
                <a:gd name="T32" fmla="*/ 13 w 1897"/>
                <a:gd name="T33" fmla="*/ 27 h 3450"/>
                <a:gd name="T34" fmla="*/ 3 w 1897"/>
                <a:gd name="T35" fmla="*/ 21 h 3450"/>
                <a:gd name="T36" fmla="*/ 2 w 1897"/>
                <a:gd name="T37" fmla="*/ 21 h 3450"/>
                <a:gd name="T38" fmla="*/ 2 w 1897"/>
                <a:gd name="T39" fmla="*/ 20 h 3450"/>
                <a:gd name="T40" fmla="*/ 1 w 1897"/>
                <a:gd name="T41" fmla="*/ 19 h 3450"/>
                <a:gd name="T42" fmla="*/ 1 w 1897"/>
                <a:gd name="T43" fmla="*/ 19 h 3450"/>
                <a:gd name="T44" fmla="*/ 0 w 1897"/>
                <a:gd name="T45" fmla="*/ 18 h 3450"/>
                <a:gd name="T46" fmla="*/ 0 w 1897"/>
                <a:gd name="T47" fmla="*/ 17 h 3450"/>
                <a:gd name="T48" fmla="*/ 0 w 1897"/>
                <a:gd name="T49" fmla="*/ 16 h 3450"/>
                <a:gd name="T50" fmla="*/ 0 w 1897"/>
                <a:gd name="T51" fmla="*/ 15 h 3450"/>
                <a:gd name="T52" fmla="*/ 0 w 1897"/>
                <a:gd name="T53" fmla="*/ 2 h 3450"/>
                <a:gd name="T54" fmla="*/ 0 w 1897"/>
                <a:gd name="T55" fmla="*/ 1 h 3450"/>
                <a:gd name="T56" fmla="*/ 0 w 1897"/>
                <a:gd name="T57" fmla="*/ 1 h 3450"/>
                <a:gd name="T58" fmla="*/ 1 w 1897"/>
                <a:gd name="T59" fmla="*/ 0 h 3450"/>
                <a:gd name="T60" fmla="*/ 1 w 1897"/>
                <a:gd name="T61" fmla="*/ 0 h 3450"/>
                <a:gd name="T62" fmla="*/ 1 w 1897"/>
                <a:gd name="T63" fmla="*/ 0 h 3450"/>
                <a:gd name="T64" fmla="*/ 2 w 1897"/>
                <a:gd name="T65" fmla="*/ 0 h 3450"/>
                <a:gd name="T66" fmla="*/ 3 w 1897"/>
                <a:gd name="T67" fmla="*/ 0 h 3450"/>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897"/>
                <a:gd name="T103" fmla="*/ 0 h 3450"/>
                <a:gd name="T104" fmla="*/ 1897 w 1897"/>
                <a:gd name="T105" fmla="*/ 3450 h 3450"/>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897" h="3450">
                  <a:moveTo>
                    <a:pt x="357" y="49"/>
                  </a:moveTo>
                  <a:lnTo>
                    <a:pt x="1542" y="806"/>
                  </a:lnTo>
                  <a:lnTo>
                    <a:pt x="1579" y="832"/>
                  </a:lnTo>
                  <a:lnTo>
                    <a:pt x="1614" y="861"/>
                  </a:lnTo>
                  <a:lnTo>
                    <a:pt x="1648" y="895"/>
                  </a:lnTo>
                  <a:lnTo>
                    <a:pt x="1681" y="933"/>
                  </a:lnTo>
                  <a:lnTo>
                    <a:pt x="1711" y="973"/>
                  </a:lnTo>
                  <a:lnTo>
                    <a:pt x="1740" y="1016"/>
                  </a:lnTo>
                  <a:lnTo>
                    <a:pt x="1768" y="1062"/>
                  </a:lnTo>
                  <a:lnTo>
                    <a:pt x="1793" y="1109"/>
                  </a:lnTo>
                  <a:lnTo>
                    <a:pt x="1816" y="1158"/>
                  </a:lnTo>
                  <a:lnTo>
                    <a:pt x="1836" y="1208"/>
                  </a:lnTo>
                  <a:lnTo>
                    <a:pt x="1854" y="1260"/>
                  </a:lnTo>
                  <a:lnTo>
                    <a:pt x="1869" y="1313"/>
                  </a:lnTo>
                  <a:lnTo>
                    <a:pt x="1881" y="1364"/>
                  </a:lnTo>
                  <a:lnTo>
                    <a:pt x="1890" y="1417"/>
                  </a:lnTo>
                  <a:lnTo>
                    <a:pt x="1895" y="1469"/>
                  </a:lnTo>
                  <a:lnTo>
                    <a:pt x="1897" y="1519"/>
                  </a:lnTo>
                  <a:lnTo>
                    <a:pt x="1897" y="3142"/>
                  </a:lnTo>
                  <a:lnTo>
                    <a:pt x="1895" y="3190"/>
                  </a:lnTo>
                  <a:lnTo>
                    <a:pt x="1890" y="3235"/>
                  </a:lnTo>
                  <a:lnTo>
                    <a:pt x="1881" y="3276"/>
                  </a:lnTo>
                  <a:lnTo>
                    <a:pt x="1869" y="3313"/>
                  </a:lnTo>
                  <a:lnTo>
                    <a:pt x="1854" y="3346"/>
                  </a:lnTo>
                  <a:lnTo>
                    <a:pt x="1836" y="3375"/>
                  </a:lnTo>
                  <a:lnTo>
                    <a:pt x="1816" y="3398"/>
                  </a:lnTo>
                  <a:lnTo>
                    <a:pt x="1793" y="3418"/>
                  </a:lnTo>
                  <a:lnTo>
                    <a:pt x="1768" y="3434"/>
                  </a:lnTo>
                  <a:lnTo>
                    <a:pt x="1740" y="3444"/>
                  </a:lnTo>
                  <a:lnTo>
                    <a:pt x="1711" y="3450"/>
                  </a:lnTo>
                  <a:lnTo>
                    <a:pt x="1681" y="3450"/>
                  </a:lnTo>
                  <a:lnTo>
                    <a:pt x="1648" y="3445"/>
                  </a:lnTo>
                  <a:lnTo>
                    <a:pt x="1614" y="3436"/>
                  </a:lnTo>
                  <a:lnTo>
                    <a:pt x="1579" y="3421"/>
                  </a:lnTo>
                  <a:lnTo>
                    <a:pt x="1542" y="3400"/>
                  </a:lnTo>
                  <a:lnTo>
                    <a:pt x="357" y="2643"/>
                  </a:lnTo>
                  <a:lnTo>
                    <a:pt x="320" y="2618"/>
                  </a:lnTo>
                  <a:lnTo>
                    <a:pt x="285" y="2588"/>
                  </a:lnTo>
                  <a:lnTo>
                    <a:pt x="251" y="2554"/>
                  </a:lnTo>
                  <a:lnTo>
                    <a:pt x="218" y="2517"/>
                  </a:lnTo>
                  <a:lnTo>
                    <a:pt x="187" y="2477"/>
                  </a:lnTo>
                  <a:lnTo>
                    <a:pt x="157" y="2433"/>
                  </a:lnTo>
                  <a:lnTo>
                    <a:pt x="130" y="2388"/>
                  </a:lnTo>
                  <a:lnTo>
                    <a:pt x="105" y="2341"/>
                  </a:lnTo>
                  <a:lnTo>
                    <a:pt x="81" y="2292"/>
                  </a:lnTo>
                  <a:lnTo>
                    <a:pt x="61" y="2241"/>
                  </a:lnTo>
                  <a:lnTo>
                    <a:pt x="44" y="2190"/>
                  </a:lnTo>
                  <a:lnTo>
                    <a:pt x="29" y="2138"/>
                  </a:lnTo>
                  <a:lnTo>
                    <a:pt x="17" y="2085"/>
                  </a:lnTo>
                  <a:lnTo>
                    <a:pt x="7" y="2033"/>
                  </a:lnTo>
                  <a:lnTo>
                    <a:pt x="3" y="1981"/>
                  </a:lnTo>
                  <a:lnTo>
                    <a:pt x="0" y="1931"/>
                  </a:lnTo>
                  <a:lnTo>
                    <a:pt x="0" y="308"/>
                  </a:lnTo>
                  <a:lnTo>
                    <a:pt x="3" y="260"/>
                  </a:lnTo>
                  <a:lnTo>
                    <a:pt x="7" y="215"/>
                  </a:lnTo>
                  <a:lnTo>
                    <a:pt x="17" y="174"/>
                  </a:lnTo>
                  <a:lnTo>
                    <a:pt x="29" y="137"/>
                  </a:lnTo>
                  <a:lnTo>
                    <a:pt x="44" y="104"/>
                  </a:lnTo>
                  <a:lnTo>
                    <a:pt x="61" y="76"/>
                  </a:lnTo>
                  <a:lnTo>
                    <a:pt x="81" y="51"/>
                  </a:lnTo>
                  <a:lnTo>
                    <a:pt x="105" y="31"/>
                  </a:lnTo>
                  <a:lnTo>
                    <a:pt x="130" y="16"/>
                  </a:lnTo>
                  <a:lnTo>
                    <a:pt x="157" y="5"/>
                  </a:lnTo>
                  <a:lnTo>
                    <a:pt x="187" y="0"/>
                  </a:lnTo>
                  <a:lnTo>
                    <a:pt x="218" y="0"/>
                  </a:lnTo>
                  <a:lnTo>
                    <a:pt x="251" y="3"/>
                  </a:lnTo>
                  <a:lnTo>
                    <a:pt x="285" y="14"/>
                  </a:lnTo>
                  <a:lnTo>
                    <a:pt x="320" y="29"/>
                  </a:lnTo>
                  <a:lnTo>
                    <a:pt x="357" y="49"/>
                  </a:lnTo>
                  <a:close/>
                </a:path>
              </a:pathLst>
            </a:custGeom>
            <a:solidFill>
              <a:srgbClr val="BFBFB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9776" name="Freeform 46"/>
            <p:cNvSpPr>
              <a:spLocks/>
            </p:cNvSpPr>
            <p:nvPr/>
          </p:nvSpPr>
          <p:spPr bwMode="auto">
            <a:xfrm>
              <a:off x="1268" y="1663"/>
              <a:ext cx="393" cy="711"/>
            </a:xfrm>
            <a:custGeom>
              <a:avLst/>
              <a:gdLst>
                <a:gd name="T0" fmla="*/ 3 w 1962"/>
                <a:gd name="T1" fmla="*/ 7 h 3555"/>
                <a:gd name="T2" fmla="*/ 2 w 1962"/>
                <a:gd name="T3" fmla="*/ 7 h 3555"/>
                <a:gd name="T4" fmla="*/ 2 w 1962"/>
                <a:gd name="T5" fmla="*/ 8 h 3555"/>
                <a:gd name="T6" fmla="*/ 1 w 1962"/>
                <a:gd name="T7" fmla="*/ 8 h 3555"/>
                <a:gd name="T8" fmla="*/ 1 w 1962"/>
                <a:gd name="T9" fmla="*/ 9 h 3555"/>
                <a:gd name="T10" fmla="*/ 1 w 1962"/>
                <a:gd name="T11" fmla="*/ 10 h 3555"/>
                <a:gd name="T12" fmla="*/ 0 w 1962"/>
                <a:gd name="T13" fmla="*/ 11 h 3555"/>
                <a:gd name="T14" fmla="*/ 0 w 1962"/>
                <a:gd name="T15" fmla="*/ 12 h 3555"/>
                <a:gd name="T16" fmla="*/ 0 w 1962"/>
                <a:gd name="T17" fmla="*/ 13 h 3555"/>
                <a:gd name="T18" fmla="*/ 0 w 1962"/>
                <a:gd name="T19" fmla="*/ 26 h 3555"/>
                <a:gd name="T20" fmla="*/ 0 w 1962"/>
                <a:gd name="T21" fmla="*/ 27 h 3555"/>
                <a:gd name="T22" fmla="*/ 0 w 1962"/>
                <a:gd name="T23" fmla="*/ 28 h 3555"/>
                <a:gd name="T24" fmla="*/ 1 w 1962"/>
                <a:gd name="T25" fmla="*/ 28 h 3555"/>
                <a:gd name="T26" fmla="*/ 1 w 1962"/>
                <a:gd name="T27" fmla="*/ 28 h 3555"/>
                <a:gd name="T28" fmla="*/ 2 w 1962"/>
                <a:gd name="T29" fmla="*/ 28 h 3555"/>
                <a:gd name="T30" fmla="*/ 2 w 1962"/>
                <a:gd name="T31" fmla="*/ 28 h 3555"/>
                <a:gd name="T32" fmla="*/ 3 w 1962"/>
                <a:gd name="T33" fmla="*/ 28 h 3555"/>
                <a:gd name="T34" fmla="*/ 13 w 1962"/>
                <a:gd name="T35" fmla="*/ 22 h 3555"/>
                <a:gd name="T36" fmla="*/ 13 w 1962"/>
                <a:gd name="T37" fmla="*/ 21 h 3555"/>
                <a:gd name="T38" fmla="*/ 14 w 1962"/>
                <a:gd name="T39" fmla="*/ 21 h 3555"/>
                <a:gd name="T40" fmla="*/ 14 w 1962"/>
                <a:gd name="T41" fmla="*/ 20 h 3555"/>
                <a:gd name="T42" fmla="*/ 15 w 1962"/>
                <a:gd name="T43" fmla="*/ 19 h 3555"/>
                <a:gd name="T44" fmla="*/ 15 w 1962"/>
                <a:gd name="T45" fmla="*/ 18 h 3555"/>
                <a:gd name="T46" fmla="*/ 16 w 1962"/>
                <a:gd name="T47" fmla="*/ 18 h 3555"/>
                <a:gd name="T48" fmla="*/ 16 w 1962"/>
                <a:gd name="T49" fmla="*/ 17 h 3555"/>
                <a:gd name="T50" fmla="*/ 16 w 1962"/>
                <a:gd name="T51" fmla="*/ 16 h 3555"/>
                <a:gd name="T52" fmla="*/ 16 w 1962"/>
                <a:gd name="T53" fmla="*/ 2 h 3555"/>
                <a:gd name="T54" fmla="*/ 16 w 1962"/>
                <a:gd name="T55" fmla="*/ 1 h 3555"/>
                <a:gd name="T56" fmla="*/ 15 w 1962"/>
                <a:gd name="T57" fmla="*/ 1 h 3555"/>
                <a:gd name="T58" fmla="*/ 15 w 1962"/>
                <a:gd name="T59" fmla="*/ 0 h 3555"/>
                <a:gd name="T60" fmla="*/ 15 w 1962"/>
                <a:gd name="T61" fmla="*/ 0 h 3555"/>
                <a:gd name="T62" fmla="*/ 14 w 1962"/>
                <a:gd name="T63" fmla="*/ 0 h 3555"/>
                <a:gd name="T64" fmla="*/ 14 w 1962"/>
                <a:gd name="T65" fmla="*/ 0 h 3555"/>
                <a:gd name="T66" fmla="*/ 13 w 1962"/>
                <a:gd name="T67" fmla="*/ 0 h 3555"/>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962"/>
                <a:gd name="T103" fmla="*/ 0 h 3555"/>
                <a:gd name="T104" fmla="*/ 1962 w 1962"/>
                <a:gd name="T105" fmla="*/ 3555 h 3555"/>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962" h="3555">
                  <a:moveTo>
                    <a:pt x="1594" y="50"/>
                  </a:moveTo>
                  <a:lnTo>
                    <a:pt x="368" y="831"/>
                  </a:lnTo>
                  <a:lnTo>
                    <a:pt x="330" y="858"/>
                  </a:lnTo>
                  <a:lnTo>
                    <a:pt x="294" y="888"/>
                  </a:lnTo>
                  <a:lnTo>
                    <a:pt x="259" y="922"/>
                  </a:lnTo>
                  <a:lnTo>
                    <a:pt x="225" y="961"/>
                  </a:lnTo>
                  <a:lnTo>
                    <a:pt x="193" y="1003"/>
                  </a:lnTo>
                  <a:lnTo>
                    <a:pt x="163" y="1047"/>
                  </a:lnTo>
                  <a:lnTo>
                    <a:pt x="133" y="1094"/>
                  </a:lnTo>
                  <a:lnTo>
                    <a:pt x="108" y="1143"/>
                  </a:lnTo>
                  <a:lnTo>
                    <a:pt x="84" y="1193"/>
                  </a:lnTo>
                  <a:lnTo>
                    <a:pt x="63" y="1246"/>
                  </a:lnTo>
                  <a:lnTo>
                    <a:pt x="44" y="1299"/>
                  </a:lnTo>
                  <a:lnTo>
                    <a:pt x="29" y="1353"/>
                  </a:lnTo>
                  <a:lnTo>
                    <a:pt x="16" y="1405"/>
                  </a:lnTo>
                  <a:lnTo>
                    <a:pt x="7" y="1459"/>
                  </a:lnTo>
                  <a:lnTo>
                    <a:pt x="2" y="1512"/>
                  </a:lnTo>
                  <a:lnTo>
                    <a:pt x="0" y="1565"/>
                  </a:lnTo>
                  <a:lnTo>
                    <a:pt x="0" y="3237"/>
                  </a:lnTo>
                  <a:lnTo>
                    <a:pt x="2" y="3287"/>
                  </a:lnTo>
                  <a:lnTo>
                    <a:pt x="7" y="3333"/>
                  </a:lnTo>
                  <a:lnTo>
                    <a:pt x="16" y="3375"/>
                  </a:lnTo>
                  <a:lnTo>
                    <a:pt x="29" y="3413"/>
                  </a:lnTo>
                  <a:lnTo>
                    <a:pt x="44" y="3447"/>
                  </a:lnTo>
                  <a:lnTo>
                    <a:pt x="63" y="3477"/>
                  </a:lnTo>
                  <a:lnTo>
                    <a:pt x="84" y="3502"/>
                  </a:lnTo>
                  <a:lnTo>
                    <a:pt x="108" y="3522"/>
                  </a:lnTo>
                  <a:lnTo>
                    <a:pt x="133" y="3538"/>
                  </a:lnTo>
                  <a:lnTo>
                    <a:pt x="163" y="3549"/>
                  </a:lnTo>
                  <a:lnTo>
                    <a:pt x="193" y="3555"/>
                  </a:lnTo>
                  <a:lnTo>
                    <a:pt x="225" y="3555"/>
                  </a:lnTo>
                  <a:lnTo>
                    <a:pt x="259" y="3550"/>
                  </a:lnTo>
                  <a:lnTo>
                    <a:pt x="294" y="3541"/>
                  </a:lnTo>
                  <a:lnTo>
                    <a:pt x="330" y="3524"/>
                  </a:lnTo>
                  <a:lnTo>
                    <a:pt x="368" y="3503"/>
                  </a:lnTo>
                  <a:lnTo>
                    <a:pt x="1594" y="2722"/>
                  </a:lnTo>
                  <a:lnTo>
                    <a:pt x="1632" y="2696"/>
                  </a:lnTo>
                  <a:lnTo>
                    <a:pt x="1668" y="2665"/>
                  </a:lnTo>
                  <a:lnTo>
                    <a:pt x="1703" y="2631"/>
                  </a:lnTo>
                  <a:lnTo>
                    <a:pt x="1737" y="2592"/>
                  </a:lnTo>
                  <a:lnTo>
                    <a:pt x="1769" y="2551"/>
                  </a:lnTo>
                  <a:lnTo>
                    <a:pt x="1799" y="2506"/>
                  </a:lnTo>
                  <a:lnTo>
                    <a:pt x="1829" y="2460"/>
                  </a:lnTo>
                  <a:lnTo>
                    <a:pt x="1854" y="2411"/>
                  </a:lnTo>
                  <a:lnTo>
                    <a:pt x="1878" y="2361"/>
                  </a:lnTo>
                  <a:lnTo>
                    <a:pt x="1899" y="2308"/>
                  </a:lnTo>
                  <a:lnTo>
                    <a:pt x="1918" y="2256"/>
                  </a:lnTo>
                  <a:lnTo>
                    <a:pt x="1933" y="2202"/>
                  </a:lnTo>
                  <a:lnTo>
                    <a:pt x="1946" y="2149"/>
                  </a:lnTo>
                  <a:lnTo>
                    <a:pt x="1955" y="2095"/>
                  </a:lnTo>
                  <a:lnTo>
                    <a:pt x="1960" y="2042"/>
                  </a:lnTo>
                  <a:lnTo>
                    <a:pt x="1962" y="1989"/>
                  </a:lnTo>
                  <a:lnTo>
                    <a:pt x="1962" y="319"/>
                  </a:lnTo>
                  <a:lnTo>
                    <a:pt x="1960" y="269"/>
                  </a:lnTo>
                  <a:lnTo>
                    <a:pt x="1955" y="223"/>
                  </a:lnTo>
                  <a:lnTo>
                    <a:pt x="1946" y="180"/>
                  </a:lnTo>
                  <a:lnTo>
                    <a:pt x="1933" y="143"/>
                  </a:lnTo>
                  <a:lnTo>
                    <a:pt x="1918" y="109"/>
                  </a:lnTo>
                  <a:lnTo>
                    <a:pt x="1899" y="79"/>
                  </a:lnTo>
                  <a:lnTo>
                    <a:pt x="1878" y="54"/>
                  </a:lnTo>
                  <a:lnTo>
                    <a:pt x="1854" y="33"/>
                  </a:lnTo>
                  <a:lnTo>
                    <a:pt x="1829" y="17"/>
                  </a:lnTo>
                  <a:lnTo>
                    <a:pt x="1799" y="7"/>
                  </a:lnTo>
                  <a:lnTo>
                    <a:pt x="1769" y="0"/>
                  </a:lnTo>
                  <a:lnTo>
                    <a:pt x="1737" y="0"/>
                  </a:lnTo>
                  <a:lnTo>
                    <a:pt x="1703" y="4"/>
                  </a:lnTo>
                  <a:lnTo>
                    <a:pt x="1668" y="14"/>
                  </a:lnTo>
                  <a:lnTo>
                    <a:pt x="1632" y="29"/>
                  </a:lnTo>
                  <a:lnTo>
                    <a:pt x="1594" y="50"/>
                  </a:lnTo>
                  <a:close/>
                </a:path>
              </a:pathLst>
            </a:custGeom>
            <a:solidFill>
              <a:srgbClr val="E5E5E5"/>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9777" name="Freeform 47"/>
            <p:cNvSpPr>
              <a:spLocks noEditPoints="1"/>
            </p:cNvSpPr>
            <p:nvPr/>
          </p:nvSpPr>
          <p:spPr bwMode="auto">
            <a:xfrm>
              <a:off x="916" y="1589"/>
              <a:ext cx="697" cy="698"/>
            </a:xfrm>
            <a:custGeom>
              <a:avLst/>
              <a:gdLst>
                <a:gd name="T0" fmla="*/ 16 w 3485"/>
                <a:gd name="T1" fmla="*/ 0 h 3490"/>
                <a:gd name="T2" fmla="*/ 17 w 3485"/>
                <a:gd name="T3" fmla="*/ 2 h 3490"/>
                <a:gd name="T4" fmla="*/ 17 w 3485"/>
                <a:gd name="T5" fmla="*/ 3 h 3490"/>
                <a:gd name="T6" fmla="*/ 14 w 3485"/>
                <a:gd name="T7" fmla="*/ 4 h 3490"/>
                <a:gd name="T8" fmla="*/ 12 w 3485"/>
                <a:gd name="T9" fmla="*/ 4 h 3490"/>
                <a:gd name="T10" fmla="*/ 11 w 3485"/>
                <a:gd name="T11" fmla="*/ 2 h 3490"/>
                <a:gd name="T12" fmla="*/ 11 w 3485"/>
                <a:gd name="T13" fmla="*/ 1 h 3490"/>
                <a:gd name="T14" fmla="*/ 14 w 3485"/>
                <a:gd name="T15" fmla="*/ 0 h 3490"/>
                <a:gd name="T16" fmla="*/ 3 w 3485"/>
                <a:gd name="T17" fmla="*/ 7 h 3490"/>
                <a:gd name="T18" fmla="*/ 4 w 3485"/>
                <a:gd name="T19" fmla="*/ 9 h 3490"/>
                <a:gd name="T20" fmla="*/ 3 w 3485"/>
                <a:gd name="T21" fmla="*/ 12 h 3490"/>
                <a:gd name="T22" fmla="*/ 2 w 3485"/>
                <a:gd name="T23" fmla="*/ 13 h 3490"/>
                <a:gd name="T24" fmla="*/ 1 w 3485"/>
                <a:gd name="T25" fmla="*/ 12 h 3490"/>
                <a:gd name="T26" fmla="*/ 0 w 3485"/>
                <a:gd name="T27" fmla="*/ 10 h 3490"/>
                <a:gd name="T28" fmla="*/ 0 w 3485"/>
                <a:gd name="T29" fmla="*/ 8 h 3490"/>
                <a:gd name="T30" fmla="*/ 2 w 3485"/>
                <a:gd name="T31" fmla="*/ 6 h 3490"/>
                <a:gd name="T32" fmla="*/ 10 w 3485"/>
                <a:gd name="T33" fmla="*/ 20 h 3490"/>
                <a:gd name="T34" fmla="*/ 11 w 3485"/>
                <a:gd name="T35" fmla="*/ 22 h 3490"/>
                <a:gd name="T36" fmla="*/ 11 w 3485"/>
                <a:gd name="T37" fmla="*/ 25 h 3490"/>
                <a:gd name="T38" fmla="*/ 10 w 3485"/>
                <a:gd name="T39" fmla="*/ 27 h 3490"/>
                <a:gd name="T40" fmla="*/ 8 w 3485"/>
                <a:gd name="T41" fmla="*/ 26 h 3490"/>
                <a:gd name="T42" fmla="*/ 7 w 3485"/>
                <a:gd name="T43" fmla="*/ 24 h 3490"/>
                <a:gd name="T44" fmla="*/ 7 w 3485"/>
                <a:gd name="T45" fmla="*/ 22 h 3490"/>
                <a:gd name="T46" fmla="*/ 8 w 3485"/>
                <a:gd name="T47" fmla="*/ 20 h 3490"/>
                <a:gd name="T48" fmla="*/ 20 w 3485"/>
                <a:gd name="T49" fmla="*/ 21 h 3490"/>
                <a:gd name="T50" fmla="*/ 21 w 3485"/>
                <a:gd name="T51" fmla="*/ 23 h 3490"/>
                <a:gd name="T52" fmla="*/ 21 w 3485"/>
                <a:gd name="T53" fmla="*/ 26 h 3490"/>
                <a:gd name="T54" fmla="*/ 20 w 3485"/>
                <a:gd name="T55" fmla="*/ 28 h 3490"/>
                <a:gd name="T56" fmla="*/ 18 w 3485"/>
                <a:gd name="T57" fmla="*/ 28 h 3490"/>
                <a:gd name="T58" fmla="*/ 17 w 3485"/>
                <a:gd name="T59" fmla="*/ 26 h 3490"/>
                <a:gd name="T60" fmla="*/ 17 w 3485"/>
                <a:gd name="T61" fmla="*/ 23 h 3490"/>
                <a:gd name="T62" fmla="*/ 18 w 3485"/>
                <a:gd name="T63" fmla="*/ 21 h 3490"/>
                <a:gd name="T64" fmla="*/ 19 w 3485"/>
                <a:gd name="T65" fmla="*/ 11 h 3490"/>
                <a:gd name="T66" fmla="*/ 20 w 3485"/>
                <a:gd name="T67" fmla="*/ 13 h 3490"/>
                <a:gd name="T68" fmla="*/ 21 w 3485"/>
                <a:gd name="T69" fmla="*/ 15 h 3490"/>
                <a:gd name="T70" fmla="*/ 20 w 3485"/>
                <a:gd name="T71" fmla="*/ 17 h 3490"/>
                <a:gd name="T72" fmla="*/ 18 w 3485"/>
                <a:gd name="T73" fmla="*/ 17 h 3490"/>
                <a:gd name="T74" fmla="*/ 17 w 3485"/>
                <a:gd name="T75" fmla="*/ 16 h 3490"/>
                <a:gd name="T76" fmla="*/ 17 w 3485"/>
                <a:gd name="T77" fmla="*/ 13 h 3490"/>
                <a:gd name="T78" fmla="*/ 18 w 3485"/>
                <a:gd name="T79" fmla="*/ 11 h 3490"/>
                <a:gd name="T80" fmla="*/ 26 w 3485"/>
                <a:gd name="T81" fmla="*/ 7 h 3490"/>
                <a:gd name="T82" fmla="*/ 27 w 3485"/>
                <a:gd name="T83" fmla="*/ 8 h 3490"/>
                <a:gd name="T84" fmla="*/ 27 w 3485"/>
                <a:gd name="T85" fmla="*/ 11 h 3490"/>
                <a:gd name="T86" fmla="*/ 26 w 3485"/>
                <a:gd name="T87" fmla="*/ 13 h 3490"/>
                <a:gd name="T88" fmla="*/ 25 w 3485"/>
                <a:gd name="T89" fmla="*/ 13 h 3490"/>
                <a:gd name="T90" fmla="*/ 24 w 3485"/>
                <a:gd name="T91" fmla="*/ 12 h 3490"/>
                <a:gd name="T92" fmla="*/ 24 w 3485"/>
                <a:gd name="T93" fmla="*/ 9 h 3490"/>
                <a:gd name="T94" fmla="*/ 24 w 3485"/>
                <a:gd name="T95" fmla="*/ 7 h 3490"/>
                <a:gd name="T96" fmla="*/ 26 w 3485"/>
                <a:gd name="T97" fmla="*/ 17 h 3490"/>
                <a:gd name="T98" fmla="*/ 27 w 3485"/>
                <a:gd name="T99" fmla="*/ 18 h 3490"/>
                <a:gd name="T100" fmla="*/ 28 w 3485"/>
                <a:gd name="T101" fmla="*/ 21 h 3490"/>
                <a:gd name="T102" fmla="*/ 27 w 3485"/>
                <a:gd name="T103" fmla="*/ 23 h 3490"/>
                <a:gd name="T104" fmla="*/ 26 w 3485"/>
                <a:gd name="T105" fmla="*/ 24 h 3490"/>
                <a:gd name="T106" fmla="*/ 24 w 3485"/>
                <a:gd name="T107" fmla="*/ 23 h 3490"/>
                <a:gd name="T108" fmla="*/ 24 w 3485"/>
                <a:gd name="T109" fmla="*/ 20 h 3490"/>
                <a:gd name="T110" fmla="*/ 25 w 3485"/>
                <a:gd name="T111" fmla="*/ 18 h 3490"/>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w 3485"/>
                <a:gd name="T169" fmla="*/ 0 h 3490"/>
                <a:gd name="T170" fmla="*/ 3485 w 3485"/>
                <a:gd name="T171" fmla="*/ 3490 h 3490"/>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T168" t="T169" r="T170" b="T171"/>
              <a:pathLst>
                <a:path w="3485" h="3490">
                  <a:moveTo>
                    <a:pt x="1754" y="0"/>
                  </a:moveTo>
                  <a:lnTo>
                    <a:pt x="1797" y="2"/>
                  </a:lnTo>
                  <a:lnTo>
                    <a:pt x="1840" y="5"/>
                  </a:lnTo>
                  <a:lnTo>
                    <a:pt x="1881" y="12"/>
                  </a:lnTo>
                  <a:lnTo>
                    <a:pt x="1921" y="20"/>
                  </a:lnTo>
                  <a:lnTo>
                    <a:pt x="1959" y="31"/>
                  </a:lnTo>
                  <a:lnTo>
                    <a:pt x="1994" y="44"/>
                  </a:lnTo>
                  <a:lnTo>
                    <a:pt x="2028" y="59"/>
                  </a:lnTo>
                  <a:lnTo>
                    <a:pt x="2058" y="74"/>
                  </a:lnTo>
                  <a:lnTo>
                    <a:pt x="2086" y="93"/>
                  </a:lnTo>
                  <a:lnTo>
                    <a:pt x="2111" y="113"/>
                  </a:lnTo>
                  <a:lnTo>
                    <a:pt x="2132" y="133"/>
                  </a:lnTo>
                  <a:lnTo>
                    <a:pt x="2151" y="155"/>
                  </a:lnTo>
                  <a:lnTo>
                    <a:pt x="2165" y="179"/>
                  </a:lnTo>
                  <a:lnTo>
                    <a:pt x="2175" y="203"/>
                  </a:lnTo>
                  <a:lnTo>
                    <a:pt x="2182" y="229"/>
                  </a:lnTo>
                  <a:lnTo>
                    <a:pt x="2185" y="255"/>
                  </a:lnTo>
                  <a:lnTo>
                    <a:pt x="2182" y="281"/>
                  </a:lnTo>
                  <a:lnTo>
                    <a:pt x="2175" y="305"/>
                  </a:lnTo>
                  <a:lnTo>
                    <a:pt x="2165" y="330"/>
                  </a:lnTo>
                  <a:lnTo>
                    <a:pt x="2151" y="353"/>
                  </a:lnTo>
                  <a:lnTo>
                    <a:pt x="2132" y="376"/>
                  </a:lnTo>
                  <a:lnTo>
                    <a:pt x="2111" y="397"/>
                  </a:lnTo>
                  <a:lnTo>
                    <a:pt x="2086" y="417"/>
                  </a:lnTo>
                  <a:lnTo>
                    <a:pt x="2058" y="434"/>
                  </a:lnTo>
                  <a:lnTo>
                    <a:pt x="2028" y="451"/>
                  </a:lnTo>
                  <a:lnTo>
                    <a:pt x="1994" y="466"/>
                  </a:lnTo>
                  <a:lnTo>
                    <a:pt x="1959" y="479"/>
                  </a:lnTo>
                  <a:lnTo>
                    <a:pt x="1921" y="489"/>
                  </a:lnTo>
                  <a:lnTo>
                    <a:pt x="1881" y="498"/>
                  </a:lnTo>
                  <a:lnTo>
                    <a:pt x="1840" y="505"/>
                  </a:lnTo>
                  <a:lnTo>
                    <a:pt x="1797" y="508"/>
                  </a:lnTo>
                  <a:lnTo>
                    <a:pt x="1754" y="509"/>
                  </a:lnTo>
                  <a:lnTo>
                    <a:pt x="1710" y="508"/>
                  </a:lnTo>
                  <a:lnTo>
                    <a:pt x="1667" y="505"/>
                  </a:lnTo>
                  <a:lnTo>
                    <a:pt x="1626" y="498"/>
                  </a:lnTo>
                  <a:lnTo>
                    <a:pt x="1586" y="489"/>
                  </a:lnTo>
                  <a:lnTo>
                    <a:pt x="1548" y="479"/>
                  </a:lnTo>
                  <a:lnTo>
                    <a:pt x="1512" y="466"/>
                  </a:lnTo>
                  <a:lnTo>
                    <a:pt x="1479" y="451"/>
                  </a:lnTo>
                  <a:lnTo>
                    <a:pt x="1449" y="434"/>
                  </a:lnTo>
                  <a:lnTo>
                    <a:pt x="1421" y="417"/>
                  </a:lnTo>
                  <a:lnTo>
                    <a:pt x="1395" y="397"/>
                  </a:lnTo>
                  <a:lnTo>
                    <a:pt x="1374" y="376"/>
                  </a:lnTo>
                  <a:lnTo>
                    <a:pt x="1355" y="353"/>
                  </a:lnTo>
                  <a:lnTo>
                    <a:pt x="1341" y="330"/>
                  </a:lnTo>
                  <a:lnTo>
                    <a:pt x="1331" y="305"/>
                  </a:lnTo>
                  <a:lnTo>
                    <a:pt x="1324" y="281"/>
                  </a:lnTo>
                  <a:lnTo>
                    <a:pt x="1321" y="255"/>
                  </a:lnTo>
                  <a:lnTo>
                    <a:pt x="1324" y="229"/>
                  </a:lnTo>
                  <a:lnTo>
                    <a:pt x="1331" y="203"/>
                  </a:lnTo>
                  <a:lnTo>
                    <a:pt x="1341" y="179"/>
                  </a:lnTo>
                  <a:lnTo>
                    <a:pt x="1355" y="155"/>
                  </a:lnTo>
                  <a:lnTo>
                    <a:pt x="1374" y="133"/>
                  </a:lnTo>
                  <a:lnTo>
                    <a:pt x="1395" y="113"/>
                  </a:lnTo>
                  <a:lnTo>
                    <a:pt x="1421" y="93"/>
                  </a:lnTo>
                  <a:lnTo>
                    <a:pt x="1449" y="74"/>
                  </a:lnTo>
                  <a:lnTo>
                    <a:pt x="1479" y="59"/>
                  </a:lnTo>
                  <a:lnTo>
                    <a:pt x="1512" y="44"/>
                  </a:lnTo>
                  <a:lnTo>
                    <a:pt x="1548" y="31"/>
                  </a:lnTo>
                  <a:lnTo>
                    <a:pt x="1586" y="20"/>
                  </a:lnTo>
                  <a:lnTo>
                    <a:pt x="1626" y="12"/>
                  </a:lnTo>
                  <a:lnTo>
                    <a:pt x="1667" y="5"/>
                  </a:lnTo>
                  <a:lnTo>
                    <a:pt x="1710" y="2"/>
                  </a:lnTo>
                  <a:lnTo>
                    <a:pt x="1754" y="0"/>
                  </a:lnTo>
                  <a:close/>
                  <a:moveTo>
                    <a:pt x="239" y="786"/>
                  </a:moveTo>
                  <a:lnTo>
                    <a:pt x="263" y="788"/>
                  </a:lnTo>
                  <a:lnTo>
                    <a:pt x="287" y="794"/>
                  </a:lnTo>
                  <a:lnTo>
                    <a:pt x="309" y="805"/>
                  </a:lnTo>
                  <a:lnTo>
                    <a:pt x="331" y="819"/>
                  </a:lnTo>
                  <a:lnTo>
                    <a:pt x="352" y="836"/>
                  </a:lnTo>
                  <a:lnTo>
                    <a:pt x="372" y="857"/>
                  </a:lnTo>
                  <a:lnTo>
                    <a:pt x="390" y="882"/>
                  </a:lnTo>
                  <a:lnTo>
                    <a:pt x="407" y="909"/>
                  </a:lnTo>
                  <a:lnTo>
                    <a:pt x="423" y="940"/>
                  </a:lnTo>
                  <a:lnTo>
                    <a:pt x="437" y="971"/>
                  </a:lnTo>
                  <a:lnTo>
                    <a:pt x="448" y="1006"/>
                  </a:lnTo>
                  <a:lnTo>
                    <a:pt x="459" y="1043"/>
                  </a:lnTo>
                  <a:lnTo>
                    <a:pt x="467" y="1081"/>
                  </a:lnTo>
                  <a:lnTo>
                    <a:pt x="473" y="1121"/>
                  </a:lnTo>
                  <a:lnTo>
                    <a:pt x="476" y="1163"/>
                  </a:lnTo>
                  <a:lnTo>
                    <a:pt x="478" y="1206"/>
                  </a:lnTo>
                  <a:lnTo>
                    <a:pt x="476" y="1248"/>
                  </a:lnTo>
                  <a:lnTo>
                    <a:pt x="473" y="1290"/>
                  </a:lnTo>
                  <a:lnTo>
                    <a:pt x="467" y="1330"/>
                  </a:lnTo>
                  <a:lnTo>
                    <a:pt x="459" y="1367"/>
                  </a:lnTo>
                  <a:lnTo>
                    <a:pt x="448" y="1405"/>
                  </a:lnTo>
                  <a:lnTo>
                    <a:pt x="437" y="1439"/>
                  </a:lnTo>
                  <a:lnTo>
                    <a:pt x="423" y="1472"/>
                  </a:lnTo>
                  <a:lnTo>
                    <a:pt x="407" y="1501"/>
                  </a:lnTo>
                  <a:lnTo>
                    <a:pt x="390" y="1528"/>
                  </a:lnTo>
                  <a:lnTo>
                    <a:pt x="372" y="1553"/>
                  </a:lnTo>
                  <a:lnTo>
                    <a:pt x="352" y="1574"/>
                  </a:lnTo>
                  <a:lnTo>
                    <a:pt x="331" y="1591"/>
                  </a:lnTo>
                  <a:lnTo>
                    <a:pt x="309" y="1605"/>
                  </a:lnTo>
                  <a:lnTo>
                    <a:pt x="287" y="1616"/>
                  </a:lnTo>
                  <a:lnTo>
                    <a:pt x="263" y="1622"/>
                  </a:lnTo>
                  <a:lnTo>
                    <a:pt x="239" y="1624"/>
                  </a:lnTo>
                  <a:lnTo>
                    <a:pt x="214" y="1622"/>
                  </a:lnTo>
                  <a:lnTo>
                    <a:pt x="191" y="1616"/>
                  </a:lnTo>
                  <a:lnTo>
                    <a:pt x="168" y="1605"/>
                  </a:lnTo>
                  <a:lnTo>
                    <a:pt x="146" y="1591"/>
                  </a:lnTo>
                  <a:lnTo>
                    <a:pt x="125" y="1574"/>
                  </a:lnTo>
                  <a:lnTo>
                    <a:pt x="105" y="1553"/>
                  </a:lnTo>
                  <a:lnTo>
                    <a:pt x="87" y="1528"/>
                  </a:lnTo>
                  <a:lnTo>
                    <a:pt x="70" y="1501"/>
                  </a:lnTo>
                  <a:lnTo>
                    <a:pt x="55" y="1472"/>
                  </a:lnTo>
                  <a:lnTo>
                    <a:pt x="41" y="1439"/>
                  </a:lnTo>
                  <a:lnTo>
                    <a:pt x="29" y="1405"/>
                  </a:lnTo>
                  <a:lnTo>
                    <a:pt x="18" y="1367"/>
                  </a:lnTo>
                  <a:lnTo>
                    <a:pt x="10" y="1330"/>
                  </a:lnTo>
                  <a:lnTo>
                    <a:pt x="4" y="1290"/>
                  </a:lnTo>
                  <a:lnTo>
                    <a:pt x="1" y="1248"/>
                  </a:lnTo>
                  <a:lnTo>
                    <a:pt x="0" y="1206"/>
                  </a:lnTo>
                  <a:lnTo>
                    <a:pt x="1" y="1163"/>
                  </a:lnTo>
                  <a:lnTo>
                    <a:pt x="4" y="1121"/>
                  </a:lnTo>
                  <a:lnTo>
                    <a:pt x="10" y="1081"/>
                  </a:lnTo>
                  <a:lnTo>
                    <a:pt x="18" y="1043"/>
                  </a:lnTo>
                  <a:lnTo>
                    <a:pt x="29" y="1006"/>
                  </a:lnTo>
                  <a:lnTo>
                    <a:pt x="41" y="971"/>
                  </a:lnTo>
                  <a:lnTo>
                    <a:pt x="55" y="940"/>
                  </a:lnTo>
                  <a:lnTo>
                    <a:pt x="70" y="909"/>
                  </a:lnTo>
                  <a:lnTo>
                    <a:pt x="87" y="882"/>
                  </a:lnTo>
                  <a:lnTo>
                    <a:pt x="105" y="857"/>
                  </a:lnTo>
                  <a:lnTo>
                    <a:pt x="125" y="836"/>
                  </a:lnTo>
                  <a:lnTo>
                    <a:pt x="146" y="819"/>
                  </a:lnTo>
                  <a:lnTo>
                    <a:pt x="168" y="805"/>
                  </a:lnTo>
                  <a:lnTo>
                    <a:pt x="191" y="794"/>
                  </a:lnTo>
                  <a:lnTo>
                    <a:pt x="214" y="788"/>
                  </a:lnTo>
                  <a:lnTo>
                    <a:pt x="239" y="786"/>
                  </a:lnTo>
                  <a:close/>
                  <a:moveTo>
                    <a:pt x="1119" y="2495"/>
                  </a:moveTo>
                  <a:lnTo>
                    <a:pt x="1143" y="2498"/>
                  </a:lnTo>
                  <a:lnTo>
                    <a:pt x="1167" y="2504"/>
                  </a:lnTo>
                  <a:lnTo>
                    <a:pt x="1190" y="2514"/>
                  </a:lnTo>
                  <a:lnTo>
                    <a:pt x="1211" y="2528"/>
                  </a:lnTo>
                  <a:lnTo>
                    <a:pt x="1232" y="2546"/>
                  </a:lnTo>
                  <a:lnTo>
                    <a:pt x="1252" y="2567"/>
                  </a:lnTo>
                  <a:lnTo>
                    <a:pt x="1271" y="2592"/>
                  </a:lnTo>
                  <a:lnTo>
                    <a:pt x="1288" y="2618"/>
                  </a:lnTo>
                  <a:lnTo>
                    <a:pt x="1304" y="2648"/>
                  </a:lnTo>
                  <a:lnTo>
                    <a:pt x="1318" y="2681"/>
                  </a:lnTo>
                  <a:lnTo>
                    <a:pt x="1329" y="2715"/>
                  </a:lnTo>
                  <a:lnTo>
                    <a:pt x="1340" y="2752"/>
                  </a:lnTo>
                  <a:lnTo>
                    <a:pt x="1348" y="2790"/>
                  </a:lnTo>
                  <a:lnTo>
                    <a:pt x="1354" y="2830"/>
                  </a:lnTo>
                  <a:lnTo>
                    <a:pt x="1358" y="2872"/>
                  </a:lnTo>
                  <a:lnTo>
                    <a:pt x="1359" y="2914"/>
                  </a:lnTo>
                  <a:lnTo>
                    <a:pt x="1358" y="2956"/>
                  </a:lnTo>
                  <a:lnTo>
                    <a:pt x="1354" y="2998"/>
                  </a:lnTo>
                  <a:lnTo>
                    <a:pt x="1348" y="3038"/>
                  </a:lnTo>
                  <a:lnTo>
                    <a:pt x="1340" y="3077"/>
                  </a:lnTo>
                  <a:lnTo>
                    <a:pt x="1329" y="3113"/>
                  </a:lnTo>
                  <a:lnTo>
                    <a:pt x="1318" y="3147"/>
                  </a:lnTo>
                  <a:lnTo>
                    <a:pt x="1304" y="3180"/>
                  </a:lnTo>
                  <a:lnTo>
                    <a:pt x="1288" y="3209"/>
                  </a:lnTo>
                  <a:lnTo>
                    <a:pt x="1271" y="3238"/>
                  </a:lnTo>
                  <a:lnTo>
                    <a:pt x="1252" y="3261"/>
                  </a:lnTo>
                  <a:lnTo>
                    <a:pt x="1232" y="3282"/>
                  </a:lnTo>
                  <a:lnTo>
                    <a:pt x="1211" y="3301"/>
                  </a:lnTo>
                  <a:lnTo>
                    <a:pt x="1190" y="3315"/>
                  </a:lnTo>
                  <a:lnTo>
                    <a:pt x="1167" y="3325"/>
                  </a:lnTo>
                  <a:lnTo>
                    <a:pt x="1143" y="3331"/>
                  </a:lnTo>
                  <a:lnTo>
                    <a:pt x="1119" y="3334"/>
                  </a:lnTo>
                  <a:lnTo>
                    <a:pt x="1094" y="3331"/>
                  </a:lnTo>
                  <a:lnTo>
                    <a:pt x="1070" y="3325"/>
                  </a:lnTo>
                  <a:lnTo>
                    <a:pt x="1048" y="3315"/>
                  </a:lnTo>
                  <a:lnTo>
                    <a:pt x="1026" y="3301"/>
                  </a:lnTo>
                  <a:lnTo>
                    <a:pt x="1005" y="3282"/>
                  </a:lnTo>
                  <a:lnTo>
                    <a:pt x="985" y="3261"/>
                  </a:lnTo>
                  <a:lnTo>
                    <a:pt x="967" y="3238"/>
                  </a:lnTo>
                  <a:lnTo>
                    <a:pt x="950" y="3209"/>
                  </a:lnTo>
                  <a:lnTo>
                    <a:pt x="935" y="3180"/>
                  </a:lnTo>
                  <a:lnTo>
                    <a:pt x="921" y="3147"/>
                  </a:lnTo>
                  <a:lnTo>
                    <a:pt x="909" y="3113"/>
                  </a:lnTo>
                  <a:lnTo>
                    <a:pt x="898" y="3077"/>
                  </a:lnTo>
                  <a:lnTo>
                    <a:pt x="890" y="3038"/>
                  </a:lnTo>
                  <a:lnTo>
                    <a:pt x="884" y="2998"/>
                  </a:lnTo>
                  <a:lnTo>
                    <a:pt x="881" y="2956"/>
                  </a:lnTo>
                  <a:lnTo>
                    <a:pt x="880" y="2914"/>
                  </a:lnTo>
                  <a:lnTo>
                    <a:pt x="881" y="2872"/>
                  </a:lnTo>
                  <a:lnTo>
                    <a:pt x="884" y="2830"/>
                  </a:lnTo>
                  <a:lnTo>
                    <a:pt x="890" y="2790"/>
                  </a:lnTo>
                  <a:lnTo>
                    <a:pt x="898" y="2752"/>
                  </a:lnTo>
                  <a:lnTo>
                    <a:pt x="909" y="2715"/>
                  </a:lnTo>
                  <a:lnTo>
                    <a:pt x="921" y="2681"/>
                  </a:lnTo>
                  <a:lnTo>
                    <a:pt x="935" y="2648"/>
                  </a:lnTo>
                  <a:lnTo>
                    <a:pt x="950" y="2618"/>
                  </a:lnTo>
                  <a:lnTo>
                    <a:pt x="967" y="2592"/>
                  </a:lnTo>
                  <a:lnTo>
                    <a:pt x="985" y="2567"/>
                  </a:lnTo>
                  <a:lnTo>
                    <a:pt x="1005" y="2546"/>
                  </a:lnTo>
                  <a:lnTo>
                    <a:pt x="1026" y="2528"/>
                  </a:lnTo>
                  <a:lnTo>
                    <a:pt x="1048" y="2514"/>
                  </a:lnTo>
                  <a:lnTo>
                    <a:pt x="1070" y="2504"/>
                  </a:lnTo>
                  <a:lnTo>
                    <a:pt x="1094" y="2498"/>
                  </a:lnTo>
                  <a:lnTo>
                    <a:pt x="1119" y="2495"/>
                  </a:lnTo>
                  <a:close/>
                  <a:moveTo>
                    <a:pt x="2380" y="2651"/>
                  </a:moveTo>
                  <a:lnTo>
                    <a:pt x="2405" y="2654"/>
                  </a:lnTo>
                  <a:lnTo>
                    <a:pt x="2428" y="2660"/>
                  </a:lnTo>
                  <a:lnTo>
                    <a:pt x="2452" y="2670"/>
                  </a:lnTo>
                  <a:lnTo>
                    <a:pt x="2473" y="2684"/>
                  </a:lnTo>
                  <a:lnTo>
                    <a:pt x="2494" y="2703"/>
                  </a:lnTo>
                  <a:lnTo>
                    <a:pt x="2514" y="2724"/>
                  </a:lnTo>
                  <a:lnTo>
                    <a:pt x="2533" y="2747"/>
                  </a:lnTo>
                  <a:lnTo>
                    <a:pt x="2550" y="2774"/>
                  </a:lnTo>
                  <a:lnTo>
                    <a:pt x="2565" y="2805"/>
                  </a:lnTo>
                  <a:lnTo>
                    <a:pt x="2580" y="2838"/>
                  </a:lnTo>
                  <a:lnTo>
                    <a:pt x="2591" y="2872"/>
                  </a:lnTo>
                  <a:lnTo>
                    <a:pt x="2602" y="2908"/>
                  </a:lnTo>
                  <a:lnTo>
                    <a:pt x="2610" y="2947"/>
                  </a:lnTo>
                  <a:lnTo>
                    <a:pt x="2616" y="2987"/>
                  </a:lnTo>
                  <a:lnTo>
                    <a:pt x="2619" y="3029"/>
                  </a:lnTo>
                  <a:lnTo>
                    <a:pt x="2621" y="3071"/>
                  </a:lnTo>
                  <a:lnTo>
                    <a:pt x="2619" y="3113"/>
                  </a:lnTo>
                  <a:lnTo>
                    <a:pt x="2616" y="3155"/>
                  </a:lnTo>
                  <a:lnTo>
                    <a:pt x="2610" y="3195"/>
                  </a:lnTo>
                  <a:lnTo>
                    <a:pt x="2602" y="3233"/>
                  </a:lnTo>
                  <a:lnTo>
                    <a:pt x="2591" y="3270"/>
                  </a:lnTo>
                  <a:lnTo>
                    <a:pt x="2580" y="3304"/>
                  </a:lnTo>
                  <a:lnTo>
                    <a:pt x="2565" y="3337"/>
                  </a:lnTo>
                  <a:lnTo>
                    <a:pt x="2550" y="3367"/>
                  </a:lnTo>
                  <a:lnTo>
                    <a:pt x="2533" y="3393"/>
                  </a:lnTo>
                  <a:lnTo>
                    <a:pt x="2514" y="3418"/>
                  </a:lnTo>
                  <a:lnTo>
                    <a:pt x="2494" y="3439"/>
                  </a:lnTo>
                  <a:lnTo>
                    <a:pt x="2473" y="3457"/>
                  </a:lnTo>
                  <a:lnTo>
                    <a:pt x="2452" y="3471"/>
                  </a:lnTo>
                  <a:lnTo>
                    <a:pt x="2428" y="3481"/>
                  </a:lnTo>
                  <a:lnTo>
                    <a:pt x="2405" y="3487"/>
                  </a:lnTo>
                  <a:lnTo>
                    <a:pt x="2380" y="3490"/>
                  </a:lnTo>
                  <a:lnTo>
                    <a:pt x="2356" y="3487"/>
                  </a:lnTo>
                  <a:lnTo>
                    <a:pt x="2332" y="3481"/>
                  </a:lnTo>
                  <a:lnTo>
                    <a:pt x="2310" y="3471"/>
                  </a:lnTo>
                  <a:lnTo>
                    <a:pt x="2288" y="3457"/>
                  </a:lnTo>
                  <a:lnTo>
                    <a:pt x="2267" y="3439"/>
                  </a:lnTo>
                  <a:lnTo>
                    <a:pt x="2248" y="3418"/>
                  </a:lnTo>
                  <a:lnTo>
                    <a:pt x="2229" y="3393"/>
                  </a:lnTo>
                  <a:lnTo>
                    <a:pt x="2212" y="3367"/>
                  </a:lnTo>
                  <a:lnTo>
                    <a:pt x="2196" y="3337"/>
                  </a:lnTo>
                  <a:lnTo>
                    <a:pt x="2182" y="3304"/>
                  </a:lnTo>
                  <a:lnTo>
                    <a:pt x="2171" y="3270"/>
                  </a:lnTo>
                  <a:lnTo>
                    <a:pt x="2160" y="3233"/>
                  </a:lnTo>
                  <a:lnTo>
                    <a:pt x="2152" y="3195"/>
                  </a:lnTo>
                  <a:lnTo>
                    <a:pt x="2146" y="3155"/>
                  </a:lnTo>
                  <a:lnTo>
                    <a:pt x="2142" y="3113"/>
                  </a:lnTo>
                  <a:lnTo>
                    <a:pt x="2141" y="3071"/>
                  </a:lnTo>
                  <a:lnTo>
                    <a:pt x="2142" y="3029"/>
                  </a:lnTo>
                  <a:lnTo>
                    <a:pt x="2146" y="2987"/>
                  </a:lnTo>
                  <a:lnTo>
                    <a:pt x="2152" y="2947"/>
                  </a:lnTo>
                  <a:lnTo>
                    <a:pt x="2160" y="2908"/>
                  </a:lnTo>
                  <a:lnTo>
                    <a:pt x="2171" y="2872"/>
                  </a:lnTo>
                  <a:lnTo>
                    <a:pt x="2182" y="2838"/>
                  </a:lnTo>
                  <a:lnTo>
                    <a:pt x="2196" y="2805"/>
                  </a:lnTo>
                  <a:lnTo>
                    <a:pt x="2212" y="2774"/>
                  </a:lnTo>
                  <a:lnTo>
                    <a:pt x="2229" y="2747"/>
                  </a:lnTo>
                  <a:lnTo>
                    <a:pt x="2248" y="2724"/>
                  </a:lnTo>
                  <a:lnTo>
                    <a:pt x="2267" y="2703"/>
                  </a:lnTo>
                  <a:lnTo>
                    <a:pt x="2288" y="2684"/>
                  </a:lnTo>
                  <a:lnTo>
                    <a:pt x="2310" y="2670"/>
                  </a:lnTo>
                  <a:lnTo>
                    <a:pt x="2332" y="2660"/>
                  </a:lnTo>
                  <a:lnTo>
                    <a:pt x="2356" y="2654"/>
                  </a:lnTo>
                  <a:lnTo>
                    <a:pt x="2380" y="2651"/>
                  </a:lnTo>
                  <a:close/>
                  <a:moveTo>
                    <a:pt x="2342" y="1355"/>
                  </a:moveTo>
                  <a:lnTo>
                    <a:pt x="2366" y="1357"/>
                  </a:lnTo>
                  <a:lnTo>
                    <a:pt x="2390" y="1363"/>
                  </a:lnTo>
                  <a:lnTo>
                    <a:pt x="2412" y="1373"/>
                  </a:lnTo>
                  <a:lnTo>
                    <a:pt x="2434" y="1387"/>
                  </a:lnTo>
                  <a:lnTo>
                    <a:pt x="2455" y="1405"/>
                  </a:lnTo>
                  <a:lnTo>
                    <a:pt x="2475" y="1426"/>
                  </a:lnTo>
                  <a:lnTo>
                    <a:pt x="2493" y="1451"/>
                  </a:lnTo>
                  <a:lnTo>
                    <a:pt x="2510" y="1478"/>
                  </a:lnTo>
                  <a:lnTo>
                    <a:pt x="2526" y="1507"/>
                  </a:lnTo>
                  <a:lnTo>
                    <a:pt x="2540" y="1540"/>
                  </a:lnTo>
                  <a:lnTo>
                    <a:pt x="2551" y="1574"/>
                  </a:lnTo>
                  <a:lnTo>
                    <a:pt x="2562" y="1611"/>
                  </a:lnTo>
                  <a:lnTo>
                    <a:pt x="2570" y="1649"/>
                  </a:lnTo>
                  <a:lnTo>
                    <a:pt x="2576" y="1689"/>
                  </a:lnTo>
                  <a:lnTo>
                    <a:pt x="2580" y="1731"/>
                  </a:lnTo>
                  <a:lnTo>
                    <a:pt x="2581" y="1773"/>
                  </a:lnTo>
                  <a:lnTo>
                    <a:pt x="2580" y="1815"/>
                  </a:lnTo>
                  <a:lnTo>
                    <a:pt x="2576" y="1858"/>
                  </a:lnTo>
                  <a:lnTo>
                    <a:pt x="2570" y="1897"/>
                  </a:lnTo>
                  <a:lnTo>
                    <a:pt x="2562" y="1936"/>
                  </a:lnTo>
                  <a:lnTo>
                    <a:pt x="2551" y="1972"/>
                  </a:lnTo>
                  <a:lnTo>
                    <a:pt x="2540" y="2008"/>
                  </a:lnTo>
                  <a:lnTo>
                    <a:pt x="2526" y="2039"/>
                  </a:lnTo>
                  <a:lnTo>
                    <a:pt x="2510" y="2070"/>
                  </a:lnTo>
                  <a:lnTo>
                    <a:pt x="2493" y="2097"/>
                  </a:lnTo>
                  <a:lnTo>
                    <a:pt x="2475" y="2121"/>
                  </a:lnTo>
                  <a:lnTo>
                    <a:pt x="2455" y="2142"/>
                  </a:lnTo>
                  <a:lnTo>
                    <a:pt x="2434" y="2160"/>
                  </a:lnTo>
                  <a:lnTo>
                    <a:pt x="2412" y="2174"/>
                  </a:lnTo>
                  <a:lnTo>
                    <a:pt x="2390" y="2185"/>
                  </a:lnTo>
                  <a:lnTo>
                    <a:pt x="2366" y="2191"/>
                  </a:lnTo>
                  <a:lnTo>
                    <a:pt x="2342" y="2193"/>
                  </a:lnTo>
                  <a:lnTo>
                    <a:pt x="2317" y="2191"/>
                  </a:lnTo>
                  <a:lnTo>
                    <a:pt x="2294" y="2185"/>
                  </a:lnTo>
                  <a:lnTo>
                    <a:pt x="2270" y="2174"/>
                  </a:lnTo>
                  <a:lnTo>
                    <a:pt x="2249" y="2160"/>
                  </a:lnTo>
                  <a:lnTo>
                    <a:pt x="2228" y="2142"/>
                  </a:lnTo>
                  <a:lnTo>
                    <a:pt x="2208" y="2121"/>
                  </a:lnTo>
                  <a:lnTo>
                    <a:pt x="2189" y="2097"/>
                  </a:lnTo>
                  <a:lnTo>
                    <a:pt x="2173" y="2070"/>
                  </a:lnTo>
                  <a:lnTo>
                    <a:pt x="2157" y="2039"/>
                  </a:lnTo>
                  <a:lnTo>
                    <a:pt x="2142" y="2008"/>
                  </a:lnTo>
                  <a:lnTo>
                    <a:pt x="2131" y="1972"/>
                  </a:lnTo>
                  <a:lnTo>
                    <a:pt x="2120" y="1936"/>
                  </a:lnTo>
                  <a:lnTo>
                    <a:pt x="2112" y="1897"/>
                  </a:lnTo>
                  <a:lnTo>
                    <a:pt x="2106" y="1858"/>
                  </a:lnTo>
                  <a:lnTo>
                    <a:pt x="2103" y="1815"/>
                  </a:lnTo>
                  <a:lnTo>
                    <a:pt x="2101" y="1773"/>
                  </a:lnTo>
                  <a:lnTo>
                    <a:pt x="2103" y="1731"/>
                  </a:lnTo>
                  <a:lnTo>
                    <a:pt x="2106" y="1689"/>
                  </a:lnTo>
                  <a:lnTo>
                    <a:pt x="2112" y="1649"/>
                  </a:lnTo>
                  <a:lnTo>
                    <a:pt x="2120" y="1611"/>
                  </a:lnTo>
                  <a:lnTo>
                    <a:pt x="2131" y="1574"/>
                  </a:lnTo>
                  <a:lnTo>
                    <a:pt x="2142" y="1540"/>
                  </a:lnTo>
                  <a:lnTo>
                    <a:pt x="2157" y="1507"/>
                  </a:lnTo>
                  <a:lnTo>
                    <a:pt x="2173" y="1478"/>
                  </a:lnTo>
                  <a:lnTo>
                    <a:pt x="2189" y="1451"/>
                  </a:lnTo>
                  <a:lnTo>
                    <a:pt x="2208" y="1426"/>
                  </a:lnTo>
                  <a:lnTo>
                    <a:pt x="2228" y="1405"/>
                  </a:lnTo>
                  <a:lnTo>
                    <a:pt x="2249" y="1387"/>
                  </a:lnTo>
                  <a:lnTo>
                    <a:pt x="2270" y="1373"/>
                  </a:lnTo>
                  <a:lnTo>
                    <a:pt x="2294" y="1363"/>
                  </a:lnTo>
                  <a:lnTo>
                    <a:pt x="2317" y="1357"/>
                  </a:lnTo>
                  <a:lnTo>
                    <a:pt x="2342" y="1355"/>
                  </a:lnTo>
                  <a:close/>
                  <a:moveTo>
                    <a:pt x="3179" y="819"/>
                  </a:moveTo>
                  <a:lnTo>
                    <a:pt x="3204" y="821"/>
                  </a:lnTo>
                  <a:lnTo>
                    <a:pt x="3227" y="827"/>
                  </a:lnTo>
                  <a:lnTo>
                    <a:pt x="3250" y="838"/>
                  </a:lnTo>
                  <a:lnTo>
                    <a:pt x="3272" y="852"/>
                  </a:lnTo>
                  <a:lnTo>
                    <a:pt x="3293" y="869"/>
                  </a:lnTo>
                  <a:lnTo>
                    <a:pt x="3312" y="890"/>
                  </a:lnTo>
                  <a:lnTo>
                    <a:pt x="3331" y="915"/>
                  </a:lnTo>
                  <a:lnTo>
                    <a:pt x="3348" y="942"/>
                  </a:lnTo>
                  <a:lnTo>
                    <a:pt x="3363" y="971"/>
                  </a:lnTo>
                  <a:lnTo>
                    <a:pt x="3377" y="1004"/>
                  </a:lnTo>
                  <a:lnTo>
                    <a:pt x="3389" y="1038"/>
                  </a:lnTo>
                  <a:lnTo>
                    <a:pt x="3400" y="1076"/>
                  </a:lnTo>
                  <a:lnTo>
                    <a:pt x="3408" y="1113"/>
                  </a:lnTo>
                  <a:lnTo>
                    <a:pt x="3414" y="1153"/>
                  </a:lnTo>
                  <a:lnTo>
                    <a:pt x="3417" y="1195"/>
                  </a:lnTo>
                  <a:lnTo>
                    <a:pt x="3418" y="1237"/>
                  </a:lnTo>
                  <a:lnTo>
                    <a:pt x="3417" y="1280"/>
                  </a:lnTo>
                  <a:lnTo>
                    <a:pt x="3414" y="1322"/>
                  </a:lnTo>
                  <a:lnTo>
                    <a:pt x="3408" y="1362"/>
                  </a:lnTo>
                  <a:lnTo>
                    <a:pt x="3400" y="1399"/>
                  </a:lnTo>
                  <a:lnTo>
                    <a:pt x="3389" y="1437"/>
                  </a:lnTo>
                  <a:lnTo>
                    <a:pt x="3377" y="1471"/>
                  </a:lnTo>
                  <a:lnTo>
                    <a:pt x="3363" y="1503"/>
                  </a:lnTo>
                  <a:lnTo>
                    <a:pt x="3348" y="1533"/>
                  </a:lnTo>
                  <a:lnTo>
                    <a:pt x="3331" y="1560"/>
                  </a:lnTo>
                  <a:lnTo>
                    <a:pt x="3312" y="1584"/>
                  </a:lnTo>
                  <a:lnTo>
                    <a:pt x="3293" y="1605"/>
                  </a:lnTo>
                  <a:lnTo>
                    <a:pt x="3272" y="1623"/>
                  </a:lnTo>
                  <a:lnTo>
                    <a:pt x="3250" y="1637"/>
                  </a:lnTo>
                  <a:lnTo>
                    <a:pt x="3227" y="1648"/>
                  </a:lnTo>
                  <a:lnTo>
                    <a:pt x="3204" y="1654"/>
                  </a:lnTo>
                  <a:lnTo>
                    <a:pt x="3179" y="1656"/>
                  </a:lnTo>
                  <a:lnTo>
                    <a:pt x="3155" y="1654"/>
                  </a:lnTo>
                  <a:lnTo>
                    <a:pt x="3131" y="1648"/>
                  </a:lnTo>
                  <a:lnTo>
                    <a:pt x="3108" y="1637"/>
                  </a:lnTo>
                  <a:lnTo>
                    <a:pt x="3087" y="1623"/>
                  </a:lnTo>
                  <a:lnTo>
                    <a:pt x="3066" y="1605"/>
                  </a:lnTo>
                  <a:lnTo>
                    <a:pt x="3046" y="1584"/>
                  </a:lnTo>
                  <a:lnTo>
                    <a:pt x="3027" y="1560"/>
                  </a:lnTo>
                  <a:lnTo>
                    <a:pt x="3011" y="1533"/>
                  </a:lnTo>
                  <a:lnTo>
                    <a:pt x="2994" y="1503"/>
                  </a:lnTo>
                  <a:lnTo>
                    <a:pt x="2980" y="1471"/>
                  </a:lnTo>
                  <a:lnTo>
                    <a:pt x="2968" y="1437"/>
                  </a:lnTo>
                  <a:lnTo>
                    <a:pt x="2958" y="1399"/>
                  </a:lnTo>
                  <a:lnTo>
                    <a:pt x="2950" y="1362"/>
                  </a:lnTo>
                  <a:lnTo>
                    <a:pt x="2944" y="1322"/>
                  </a:lnTo>
                  <a:lnTo>
                    <a:pt x="2940" y="1280"/>
                  </a:lnTo>
                  <a:lnTo>
                    <a:pt x="2939" y="1237"/>
                  </a:lnTo>
                  <a:lnTo>
                    <a:pt x="2940" y="1195"/>
                  </a:lnTo>
                  <a:lnTo>
                    <a:pt x="2944" y="1153"/>
                  </a:lnTo>
                  <a:lnTo>
                    <a:pt x="2950" y="1113"/>
                  </a:lnTo>
                  <a:lnTo>
                    <a:pt x="2958" y="1076"/>
                  </a:lnTo>
                  <a:lnTo>
                    <a:pt x="2968" y="1038"/>
                  </a:lnTo>
                  <a:lnTo>
                    <a:pt x="2980" y="1004"/>
                  </a:lnTo>
                  <a:lnTo>
                    <a:pt x="2994" y="971"/>
                  </a:lnTo>
                  <a:lnTo>
                    <a:pt x="3011" y="942"/>
                  </a:lnTo>
                  <a:lnTo>
                    <a:pt x="3027" y="915"/>
                  </a:lnTo>
                  <a:lnTo>
                    <a:pt x="3046" y="890"/>
                  </a:lnTo>
                  <a:lnTo>
                    <a:pt x="3066" y="869"/>
                  </a:lnTo>
                  <a:lnTo>
                    <a:pt x="3087" y="852"/>
                  </a:lnTo>
                  <a:lnTo>
                    <a:pt x="3108" y="838"/>
                  </a:lnTo>
                  <a:lnTo>
                    <a:pt x="3131" y="827"/>
                  </a:lnTo>
                  <a:lnTo>
                    <a:pt x="3155" y="821"/>
                  </a:lnTo>
                  <a:lnTo>
                    <a:pt x="3179" y="819"/>
                  </a:lnTo>
                  <a:close/>
                  <a:moveTo>
                    <a:pt x="3246" y="2144"/>
                  </a:moveTo>
                  <a:lnTo>
                    <a:pt x="3271" y="2146"/>
                  </a:lnTo>
                  <a:lnTo>
                    <a:pt x="3294" y="2152"/>
                  </a:lnTo>
                  <a:lnTo>
                    <a:pt x="3316" y="2162"/>
                  </a:lnTo>
                  <a:lnTo>
                    <a:pt x="3339" y="2176"/>
                  </a:lnTo>
                  <a:lnTo>
                    <a:pt x="3360" y="2194"/>
                  </a:lnTo>
                  <a:lnTo>
                    <a:pt x="3380" y="2215"/>
                  </a:lnTo>
                  <a:lnTo>
                    <a:pt x="3397" y="2240"/>
                  </a:lnTo>
                  <a:lnTo>
                    <a:pt x="3415" y="2267"/>
                  </a:lnTo>
                  <a:lnTo>
                    <a:pt x="3430" y="2296"/>
                  </a:lnTo>
                  <a:lnTo>
                    <a:pt x="3444" y="2329"/>
                  </a:lnTo>
                  <a:lnTo>
                    <a:pt x="3456" y="2363"/>
                  </a:lnTo>
                  <a:lnTo>
                    <a:pt x="3466" y="2400"/>
                  </a:lnTo>
                  <a:lnTo>
                    <a:pt x="3475" y="2438"/>
                  </a:lnTo>
                  <a:lnTo>
                    <a:pt x="3480" y="2478"/>
                  </a:lnTo>
                  <a:lnTo>
                    <a:pt x="3484" y="2520"/>
                  </a:lnTo>
                  <a:lnTo>
                    <a:pt x="3485" y="2562"/>
                  </a:lnTo>
                  <a:lnTo>
                    <a:pt x="3484" y="2604"/>
                  </a:lnTo>
                  <a:lnTo>
                    <a:pt x="3480" y="2647"/>
                  </a:lnTo>
                  <a:lnTo>
                    <a:pt x="3475" y="2686"/>
                  </a:lnTo>
                  <a:lnTo>
                    <a:pt x="3466" y="2725"/>
                  </a:lnTo>
                  <a:lnTo>
                    <a:pt x="3456" y="2762"/>
                  </a:lnTo>
                  <a:lnTo>
                    <a:pt x="3444" y="2796"/>
                  </a:lnTo>
                  <a:lnTo>
                    <a:pt x="3430" y="2828"/>
                  </a:lnTo>
                  <a:lnTo>
                    <a:pt x="3415" y="2858"/>
                  </a:lnTo>
                  <a:lnTo>
                    <a:pt x="3397" y="2886"/>
                  </a:lnTo>
                  <a:lnTo>
                    <a:pt x="3380" y="2909"/>
                  </a:lnTo>
                  <a:lnTo>
                    <a:pt x="3360" y="2930"/>
                  </a:lnTo>
                  <a:lnTo>
                    <a:pt x="3339" y="2949"/>
                  </a:lnTo>
                  <a:lnTo>
                    <a:pt x="3316" y="2963"/>
                  </a:lnTo>
                  <a:lnTo>
                    <a:pt x="3294" y="2974"/>
                  </a:lnTo>
                  <a:lnTo>
                    <a:pt x="3271" y="2980"/>
                  </a:lnTo>
                  <a:lnTo>
                    <a:pt x="3246" y="2982"/>
                  </a:lnTo>
                  <a:lnTo>
                    <a:pt x="3222" y="2980"/>
                  </a:lnTo>
                  <a:lnTo>
                    <a:pt x="3198" y="2974"/>
                  </a:lnTo>
                  <a:lnTo>
                    <a:pt x="3176" y="2963"/>
                  </a:lnTo>
                  <a:lnTo>
                    <a:pt x="3154" y="2949"/>
                  </a:lnTo>
                  <a:lnTo>
                    <a:pt x="3133" y="2930"/>
                  </a:lnTo>
                  <a:lnTo>
                    <a:pt x="3113" y="2909"/>
                  </a:lnTo>
                  <a:lnTo>
                    <a:pt x="3095" y="2886"/>
                  </a:lnTo>
                  <a:lnTo>
                    <a:pt x="3077" y="2858"/>
                  </a:lnTo>
                  <a:lnTo>
                    <a:pt x="3062" y="2828"/>
                  </a:lnTo>
                  <a:lnTo>
                    <a:pt x="3048" y="2796"/>
                  </a:lnTo>
                  <a:lnTo>
                    <a:pt x="3036" y="2762"/>
                  </a:lnTo>
                  <a:lnTo>
                    <a:pt x="3026" y="2725"/>
                  </a:lnTo>
                  <a:lnTo>
                    <a:pt x="3018" y="2686"/>
                  </a:lnTo>
                  <a:lnTo>
                    <a:pt x="3012" y="2647"/>
                  </a:lnTo>
                  <a:lnTo>
                    <a:pt x="3008" y="2604"/>
                  </a:lnTo>
                  <a:lnTo>
                    <a:pt x="3007" y="2562"/>
                  </a:lnTo>
                  <a:lnTo>
                    <a:pt x="3008" y="2520"/>
                  </a:lnTo>
                  <a:lnTo>
                    <a:pt x="3012" y="2478"/>
                  </a:lnTo>
                  <a:lnTo>
                    <a:pt x="3018" y="2438"/>
                  </a:lnTo>
                  <a:lnTo>
                    <a:pt x="3026" y="2400"/>
                  </a:lnTo>
                  <a:lnTo>
                    <a:pt x="3036" y="2363"/>
                  </a:lnTo>
                  <a:lnTo>
                    <a:pt x="3048" y="2329"/>
                  </a:lnTo>
                  <a:lnTo>
                    <a:pt x="3062" y="2296"/>
                  </a:lnTo>
                  <a:lnTo>
                    <a:pt x="3077" y="2267"/>
                  </a:lnTo>
                  <a:lnTo>
                    <a:pt x="3095" y="2240"/>
                  </a:lnTo>
                  <a:lnTo>
                    <a:pt x="3113" y="2215"/>
                  </a:lnTo>
                  <a:lnTo>
                    <a:pt x="3133" y="2194"/>
                  </a:lnTo>
                  <a:lnTo>
                    <a:pt x="3154" y="2176"/>
                  </a:lnTo>
                  <a:lnTo>
                    <a:pt x="3176" y="2162"/>
                  </a:lnTo>
                  <a:lnTo>
                    <a:pt x="3198" y="2152"/>
                  </a:lnTo>
                  <a:lnTo>
                    <a:pt x="3222" y="2146"/>
                  </a:lnTo>
                  <a:lnTo>
                    <a:pt x="3246" y="214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9778" name="Freeform 48"/>
            <p:cNvSpPr>
              <a:spLocks/>
            </p:cNvSpPr>
            <p:nvPr/>
          </p:nvSpPr>
          <p:spPr bwMode="auto">
            <a:xfrm>
              <a:off x="1267" y="1588"/>
              <a:ext cx="87" cy="52"/>
            </a:xfrm>
            <a:custGeom>
              <a:avLst/>
              <a:gdLst>
                <a:gd name="T0" fmla="*/ 3 w 437"/>
                <a:gd name="T1" fmla="*/ 2 h 260"/>
                <a:gd name="T2" fmla="*/ 3 w 437"/>
                <a:gd name="T3" fmla="*/ 2 h 260"/>
                <a:gd name="T4" fmla="*/ 3 w 437"/>
                <a:gd name="T5" fmla="*/ 2 h 260"/>
                <a:gd name="T6" fmla="*/ 3 w 437"/>
                <a:gd name="T7" fmla="*/ 2 h 260"/>
                <a:gd name="T8" fmla="*/ 3 w 437"/>
                <a:gd name="T9" fmla="*/ 1 h 260"/>
                <a:gd name="T10" fmla="*/ 3 w 437"/>
                <a:gd name="T11" fmla="*/ 1 h 260"/>
                <a:gd name="T12" fmla="*/ 3 w 437"/>
                <a:gd name="T13" fmla="*/ 1 h 260"/>
                <a:gd name="T14" fmla="*/ 3 w 437"/>
                <a:gd name="T15" fmla="*/ 1 h 260"/>
                <a:gd name="T16" fmla="*/ 3 w 437"/>
                <a:gd name="T17" fmla="*/ 1 h 260"/>
                <a:gd name="T18" fmla="*/ 2 w 437"/>
                <a:gd name="T19" fmla="*/ 1 h 260"/>
                <a:gd name="T20" fmla="*/ 2 w 437"/>
                <a:gd name="T21" fmla="*/ 0 h 260"/>
                <a:gd name="T22" fmla="*/ 2 w 437"/>
                <a:gd name="T23" fmla="*/ 0 h 260"/>
                <a:gd name="T24" fmla="*/ 2 w 437"/>
                <a:gd name="T25" fmla="*/ 0 h 260"/>
                <a:gd name="T26" fmla="*/ 1 w 437"/>
                <a:gd name="T27" fmla="*/ 0 h 260"/>
                <a:gd name="T28" fmla="*/ 1 w 437"/>
                <a:gd name="T29" fmla="*/ 0 h 260"/>
                <a:gd name="T30" fmla="*/ 1 w 437"/>
                <a:gd name="T31" fmla="*/ 0 h 260"/>
                <a:gd name="T32" fmla="*/ 0 w 437"/>
                <a:gd name="T33" fmla="*/ 0 h 260"/>
                <a:gd name="T34" fmla="*/ 0 w 437"/>
                <a:gd name="T35" fmla="*/ 0 h 260"/>
                <a:gd name="T36" fmla="*/ 0 w 437"/>
                <a:gd name="T37" fmla="*/ 0 h 260"/>
                <a:gd name="T38" fmla="*/ 0 w 437"/>
                <a:gd name="T39" fmla="*/ 0 h 260"/>
                <a:gd name="T40" fmla="*/ 1 w 437"/>
                <a:gd name="T41" fmla="*/ 0 h 260"/>
                <a:gd name="T42" fmla="*/ 1 w 437"/>
                <a:gd name="T43" fmla="*/ 0 h 260"/>
                <a:gd name="T44" fmla="*/ 1 w 437"/>
                <a:gd name="T45" fmla="*/ 0 h 260"/>
                <a:gd name="T46" fmla="*/ 2 w 437"/>
                <a:gd name="T47" fmla="*/ 0 h 260"/>
                <a:gd name="T48" fmla="*/ 2 w 437"/>
                <a:gd name="T49" fmla="*/ 0 h 260"/>
                <a:gd name="T50" fmla="*/ 2 w 437"/>
                <a:gd name="T51" fmla="*/ 1 h 260"/>
                <a:gd name="T52" fmla="*/ 2 w 437"/>
                <a:gd name="T53" fmla="*/ 1 h 260"/>
                <a:gd name="T54" fmla="*/ 3 w 437"/>
                <a:gd name="T55" fmla="*/ 1 h 260"/>
                <a:gd name="T56" fmla="*/ 3 w 437"/>
                <a:gd name="T57" fmla="*/ 1 h 260"/>
                <a:gd name="T58" fmla="*/ 3 w 437"/>
                <a:gd name="T59" fmla="*/ 1 h 260"/>
                <a:gd name="T60" fmla="*/ 3 w 437"/>
                <a:gd name="T61" fmla="*/ 1 h 260"/>
                <a:gd name="T62" fmla="*/ 3 w 437"/>
                <a:gd name="T63" fmla="*/ 1 h 260"/>
                <a:gd name="T64" fmla="*/ 3 w 437"/>
                <a:gd name="T65" fmla="*/ 2 h 260"/>
                <a:gd name="T66" fmla="*/ 3 w 437"/>
                <a:gd name="T67" fmla="*/ 2 h 260"/>
                <a:gd name="T68" fmla="*/ 3 w 437"/>
                <a:gd name="T69" fmla="*/ 2 h 260"/>
                <a:gd name="T70" fmla="*/ 3 w 437"/>
                <a:gd name="T71" fmla="*/ 2 h 260"/>
                <a:gd name="T72" fmla="*/ 3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437" y="260"/>
                  </a:moveTo>
                  <a:lnTo>
                    <a:pt x="437" y="260"/>
                  </a:lnTo>
                  <a:lnTo>
                    <a:pt x="434" y="233"/>
                  </a:lnTo>
                  <a:lnTo>
                    <a:pt x="427" y="206"/>
                  </a:lnTo>
                  <a:lnTo>
                    <a:pt x="417" y="181"/>
                  </a:lnTo>
                  <a:lnTo>
                    <a:pt x="401" y="157"/>
                  </a:lnTo>
                  <a:lnTo>
                    <a:pt x="383" y="133"/>
                  </a:lnTo>
                  <a:lnTo>
                    <a:pt x="360" y="113"/>
                  </a:lnTo>
                  <a:lnTo>
                    <a:pt x="336" y="93"/>
                  </a:lnTo>
                  <a:lnTo>
                    <a:pt x="308" y="73"/>
                  </a:lnTo>
                  <a:lnTo>
                    <a:pt x="276" y="58"/>
                  </a:lnTo>
                  <a:lnTo>
                    <a:pt x="242" y="43"/>
                  </a:lnTo>
                  <a:lnTo>
                    <a:pt x="207" y="30"/>
                  </a:lnTo>
                  <a:lnTo>
                    <a:pt x="168" y="19"/>
                  </a:lnTo>
                  <a:lnTo>
                    <a:pt x="128" y="11"/>
                  </a:lnTo>
                  <a:lnTo>
                    <a:pt x="87" y="4"/>
                  </a:lnTo>
                  <a:lnTo>
                    <a:pt x="43" y="1"/>
                  </a:lnTo>
                  <a:lnTo>
                    <a:pt x="0" y="0"/>
                  </a:lnTo>
                  <a:lnTo>
                    <a:pt x="0" y="11"/>
                  </a:lnTo>
                  <a:lnTo>
                    <a:pt x="43" y="12"/>
                  </a:lnTo>
                  <a:lnTo>
                    <a:pt x="85" y="16"/>
                  </a:lnTo>
                  <a:lnTo>
                    <a:pt x="126" y="23"/>
                  </a:lnTo>
                  <a:lnTo>
                    <a:pt x="166" y="31"/>
                  </a:lnTo>
                  <a:lnTo>
                    <a:pt x="202" y="42"/>
                  </a:lnTo>
                  <a:lnTo>
                    <a:pt x="237" y="55"/>
                  </a:lnTo>
                  <a:lnTo>
                    <a:pt x="271" y="70"/>
                  </a:lnTo>
                  <a:lnTo>
                    <a:pt x="301" y="85"/>
                  </a:lnTo>
                  <a:lnTo>
                    <a:pt x="329" y="103"/>
                  </a:lnTo>
                  <a:lnTo>
                    <a:pt x="353" y="123"/>
                  </a:lnTo>
                  <a:lnTo>
                    <a:pt x="373" y="143"/>
                  </a:lnTo>
                  <a:lnTo>
                    <a:pt x="392" y="164"/>
                  </a:lnTo>
                  <a:lnTo>
                    <a:pt x="405" y="186"/>
                  </a:lnTo>
                  <a:lnTo>
                    <a:pt x="415" y="211"/>
                  </a:lnTo>
                  <a:lnTo>
                    <a:pt x="422" y="235"/>
                  </a:lnTo>
                  <a:lnTo>
                    <a:pt x="425" y="260"/>
                  </a:lnTo>
                  <a:lnTo>
                    <a:pt x="437"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9779" name="Freeform 49"/>
            <p:cNvSpPr>
              <a:spLocks/>
            </p:cNvSpPr>
            <p:nvPr/>
          </p:nvSpPr>
          <p:spPr bwMode="auto">
            <a:xfrm>
              <a:off x="1267" y="1640"/>
              <a:ext cx="87" cy="52"/>
            </a:xfrm>
            <a:custGeom>
              <a:avLst/>
              <a:gdLst>
                <a:gd name="T0" fmla="*/ 0 w 437"/>
                <a:gd name="T1" fmla="*/ 2 h 260"/>
                <a:gd name="T2" fmla="*/ 0 w 437"/>
                <a:gd name="T3" fmla="*/ 2 h 260"/>
                <a:gd name="T4" fmla="*/ 0 w 437"/>
                <a:gd name="T5" fmla="*/ 2 h 260"/>
                <a:gd name="T6" fmla="*/ 1 w 437"/>
                <a:gd name="T7" fmla="*/ 2 h 260"/>
                <a:gd name="T8" fmla="*/ 1 w 437"/>
                <a:gd name="T9" fmla="*/ 2 h 260"/>
                <a:gd name="T10" fmla="*/ 1 w 437"/>
                <a:gd name="T11" fmla="*/ 2 h 260"/>
                <a:gd name="T12" fmla="*/ 2 w 437"/>
                <a:gd name="T13" fmla="*/ 2 h 260"/>
                <a:gd name="T14" fmla="*/ 2 w 437"/>
                <a:gd name="T15" fmla="*/ 2 h 260"/>
                <a:gd name="T16" fmla="*/ 2 w 437"/>
                <a:gd name="T17" fmla="*/ 2 h 260"/>
                <a:gd name="T18" fmla="*/ 2 w 437"/>
                <a:gd name="T19" fmla="*/ 1 h 260"/>
                <a:gd name="T20" fmla="*/ 3 w 437"/>
                <a:gd name="T21" fmla="*/ 1 h 260"/>
                <a:gd name="T22" fmla="*/ 3 w 437"/>
                <a:gd name="T23" fmla="*/ 1 h 260"/>
                <a:gd name="T24" fmla="*/ 3 w 437"/>
                <a:gd name="T25" fmla="*/ 1 h 260"/>
                <a:gd name="T26" fmla="*/ 3 w 437"/>
                <a:gd name="T27" fmla="*/ 1 h 260"/>
                <a:gd name="T28" fmla="*/ 3 w 437"/>
                <a:gd name="T29" fmla="*/ 1 h 260"/>
                <a:gd name="T30" fmla="*/ 3 w 437"/>
                <a:gd name="T31" fmla="*/ 0 h 260"/>
                <a:gd name="T32" fmla="*/ 3 w 437"/>
                <a:gd name="T33" fmla="*/ 0 h 260"/>
                <a:gd name="T34" fmla="*/ 3 w 437"/>
                <a:gd name="T35" fmla="*/ 0 h 260"/>
                <a:gd name="T36" fmla="*/ 3 w 437"/>
                <a:gd name="T37" fmla="*/ 0 h 260"/>
                <a:gd name="T38" fmla="*/ 3 w 437"/>
                <a:gd name="T39" fmla="*/ 0 h 260"/>
                <a:gd name="T40" fmla="*/ 3 w 437"/>
                <a:gd name="T41" fmla="*/ 0 h 260"/>
                <a:gd name="T42" fmla="*/ 3 w 437"/>
                <a:gd name="T43" fmla="*/ 1 h 260"/>
                <a:gd name="T44" fmla="*/ 3 w 437"/>
                <a:gd name="T45" fmla="*/ 1 h 260"/>
                <a:gd name="T46" fmla="*/ 3 w 437"/>
                <a:gd name="T47" fmla="*/ 1 h 260"/>
                <a:gd name="T48" fmla="*/ 3 w 437"/>
                <a:gd name="T49" fmla="*/ 1 h 260"/>
                <a:gd name="T50" fmla="*/ 3 w 437"/>
                <a:gd name="T51" fmla="*/ 1 h 260"/>
                <a:gd name="T52" fmla="*/ 2 w 437"/>
                <a:gd name="T53" fmla="*/ 1 h 260"/>
                <a:gd name="T54" fmla="*/ 2 w 437"/>
                <a:gd name="T55" fmla="*/ 2 h 260"/>
                <a:gd name="T56" fmla="*/ 2 w 437"/>
                <a:gd name="T57" fmla="*/ 2 h 260"/>
                <a:gd name="T58" fmla="*/ 2 w 437"/>
                <a:gd name="T59" fmla="*/ 2 h 260"/>
                <a:gd name="T60" fmla="*/ 1 w 437"/>
                <a:gd name="T61" fmla="*/ 2 h 260"/>
                <a:gd name="T62" fmla="*/ 1 w 437"/>
                <a:gd name="T63" fmla="*/ 2 h 260"/>
                <a:gd name="T64" fmla="*/ 1 w 437"/>
                <a:gd name="T65" fmla="*/ 2 h 260"/>
                <a:gd name="T66" fmla="*/ 0 w 437"/>
                <a:gd name="T67" fmla="*/ 2 h 260"/>
                <a:gd name="T68" fmla="*/ 0 w 437"/>
                <a:gd name="T69" fmla="*/ 2 h 260"/>
                <a:gd name="T70" fmla="*/ 0 w 437"/>
                <a:gd name="T71" fmla="*/ 2 h 260"/>
                <a:gd name="T72" fmla="*/ 0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0" y="260"/>
                  </a:moveTo>
                  <a:lnTo>
                    <a:pt x="0" y="260"/>
                  </a:lnTo>
                  <a:lnTo>
                    <a:pt x="43" y="259"/>
                  </a:lnTo>
                  <a:lnTo>
                    <a:pt x="87" y="255"/>
                  </a:lnTo>
                  <a:lnTo>
                    <a:pt x="128" y="248"/>
                  </a:lnTo>
                  <a:lnTo>
                    <a:pt x="168" y="240"/>
                  </a:lnTo>
                  <a:lnTo>
                    <a:pt x="207" y="230"/>
                  </a:lnTo>
                  <a:lnTo>
                    <a:pt x="242" y="217"/>
                  </a:lnTo>
                  <a:lnTo>
                    <a:pt x="276" y="202"/>
                  </a:lnTo>
                  <a:lnTo>
                    <a:pt x="308" y="185"/>
                  </a:lnTo>
                  <a:lnTo>
                    <a:pt x="336" y="166"/>
                  </a:lnTo>
                  <a:lnTo>
                    <a:pt x="360" y="146"/>
                  </a:lnTo>
                  <a:lnTo>
                    <a:pt x="383" y="125"/>
                  </a:lnTo>
                  <a:lnTo>
                    <a:pt x="401" y="102"/>
                  </a:lnTo>
                  <a:lnTo>
                    <a:pt x="417" y="77"/>
                  </a:lnTo>
                  <a:lnTo>
                    <a:pt x="427" y="53"/>
                  </a:lnTo>
                  <a:lnTo>
                    <a:pt x="434" y="27"/>
                  </a:lnTo>
                  <a:lnTo>
                    <a:pt x="437" y="0"/>
                  </a:lnTo>
                  <a:lnTo>
                    <a:pt x="425" y="0"/>
                  </a:lnTo>
                  <a:lnTo>
                    <a:pt x="422" y="24"/>
                  </a:lnTo>
                  <a:lnTo>
                    <a:pt x="415" y="48"/>
                  </a:lnTo>
                  <a:lnTo>
                    <a:pt x="405" y="73"/>
                  </a:lnTo>
                  <a:lnTo>
                    <a:pt x="392" y="95"/>
                  </a:lnTo>
                  <a:lnTo>
                    <a:pt x="373" y="116"/>
                  </a:lnTo>
                  <a:lnTo>
                    <a:pt x="353" y="137"/>
                  </a:lnTo>
                  <a:lnTo>
                    <a:pt x="329" y="157"/>
                  </a:lnTo>
                  <a:lnTo>
                    <a:pt x="301" y="173"/>
                  </a:lnTo>
                  <a:lnTo>
                    <a:pt x="271" y="190"/>
                  </a:lnTo>
                  <a:lnTo>
                    <a:pt x="237" y="205"/>
                  </a:lnTo>
                  <a:lnTo>
                    <a:pt x="202" y="218"/>
                  </a:lnTo>
                  <a:lnTo>
                    <a:pt x="166" y="228"/>
                  </a:lnTo>
                  <a:lnTo>
                    <a:pt x="126" y="237"/>
                  </a:lnTo>
                  <a:lnTo>
                    <a:pt x="85" y="244"/>
                  </a:lnTo>
                  <a:lnTo>
                    <a:pt x="43" y="247"/>
                  </a:lnTo>
                  <a:lnTo>
                    <a:pt x="0" y="248"/>
                  </a:lnTo>
                  <a:lnTo>
                    <a:pt x="0"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9780" name="Freeform 50"/>
            <p:cNvSpPr>
              <a:spLocks/>
            </p:cNvSpPr>
            <p:nvPr/>
          </p:nvSpPr>
          <p:spPr bwMode="auto">
            <a:xfrm>
              <a:off x="1179" y="1640"/>
              <a:ext cx="88" cy="52"/>
            </a:xfrm>
            <a:custGeom>
              <a:avLst/>
              <a:gdLst>
                <a:gd name="T0" fmla="*/ 0 w 439"/>
                <a:gd name="T1" fmla="*/ 0 h 260"/>
                <a:gd name="T2" fmla="*/ 0 w 439"/>
                <a:gd name="T3" fmla="*/ 0 h 260"/>
                <a:gd name="T4" fmla="*/ 0 w 439"/>
                <a:gd name="T5" fmla="*/ 0 h 260"/>
                <a:gd name="T6" fmla="*/ 0 w 439"/>
                <a:gd name="T7" fmla="*/ 0 h 260"/>
                <a:gd name="T8" fmla="*/ 0 w 439"/>
                <a:gd name="T9" fmla="*/ 1 h 260"/>
                <a:gd name="T10" fmla="*/ 0 w 439"/>
                <a:gd name="T11" fmla="*/ 1 h 260"/>
                <a:gd name="T12" fmla="*/ 0 w 439"/>
                <a:gd name="T13" fmla="*/ 1 h 260"/>
                <a:gd name="T14" fmla="*/ 1 w 439"/>
                <a:gd name="T15" fmla="*/ 1 h 260"/>
                <a:gd name="T16" fmla="*/ 1 w 439"/>
                <a:gd name="T17" fmla="*/ 1 h 260"/>
                <a:gd name="T18" fmla="*/ 1 w 439"/>
                <a:gd name="T19" fmla="*/ 1 h 260"/>
                <a:gd name="T20" fmla="*/ 1 w 439"/>
                <a:gd name="T21" fmla="*/ 2 h 260"/>
                <a:gd name="T22" fmla="*/ 2 w 439"/>
                <a:gd name="T23" fmla="*/ 2 h 260"/>
                <a:gd name="T24" fmla="*/ 2 w 439"/>
                <a:gd name="T25" fmla="*/ 2 h 260"/>
                <a:gd name="T26" fmla="*/ 2 w 439"/>
                <a:gd name="T27" fmla="*/ 2 h 260"/>
                <a:gd name="T28" fmla="*/ 2 w 439"/>
                <a:gd name="T29" fmla="*/ 2 h 260"/>
                <a:gd name="T30" fmla="*/ 3 w 439"/>
                <a:gd name="T31" fmla="*/ 2 h 260"/>
                <a:gd name="T32" fmla="*/ 3 w 439"/>
                <a:gd name="T33" fmla="*/ 2 h 260"/>
                <a:gd name="T34" fmla="*/ 4 w 439"/>
                <a:gd name="T35" fmla="*/ 2 h 260"/>
                <a:gd name="T36" fmla="*/ 4 w 439"/>
                <a:gd name="T37" fmla="*/ 2 h 260"/>
                <a:gd name="T38" fmla="*/ 3 w 439"/>
                <a:gd name="T39" fmla="*/ 2 h 260"/>
                <a:gd name="T40" fmla="*/ 3 w 439"/>
                <a:gd name="T41" fmla="*/ 2 h 260"/>
                <a:gd name="T42" fmla="*/ 3 w 439"/>
                <a:gd name="T43" fmla="*/ 2 h 260"/>
                <a:gd name="T44" fmla="*/ 2 w 439"/>
                <a:gd name="T45" fmla="*/ 2 h 260"/>
                <a:gd name="T46" fmla="*/ 2 w 439"/>
                <a:gd name="T47" fmla="*/ 2 h 260"/>
                <a:gd name="T48" fmla="*/ 2 w 439"/>
                <a:gd name="T49" fmla="*/ 2 h 260"/>
                <a:gd name="T50" fmla="*/ 1 w 439"/>
                <a:gd name="T51" fmla="*/ 2 h 260"/>
                <a:gd name="T52" fmla="*/ 1 w 439"/>
                <a:gd name="T53" fmla="*/ 1 h 260"/>
                <a:gd name="T54" fmla="*/ 1 w 439"/>
                <a:gd name="T55" fmla="*/ 1 h 260"/>
                <a:gd name="T56" fmla="*/ 1 w 439"/>
                <a:gd name="T57" fmla="*/ 1 h 260"/>
                <a:gd name="T58" fmla="*/ 1 w 439"/>
                <a:gd name="T59" fmla="*/ 1 h 260"/>
                <a:gd name="T60" fmla="*/ 0 w 439"/>
                <a:gd name="T61" fmla="*/ 1 h 260"/>
                <a:gd name="T62" fmla="*/ 0 w 439"/>
                <a:gd name="T63" fmla="*/ 1 h 260"/>
                <a:gd name="T64" fmla="*/ 0 w 439"/>
                <a:gd name="T65" fmla="*/ 0 h 260"/>
                <a:gd name="T66" fmla="*/ 0 w 439"/>
                <a:gd name="T67" fmla="*/ 0 h 260"/>
                <a:gd name="T68" fmla="*/ 0 w 439"/>
                <a:gd name="T69" fmla="*/ 0 h 260"/>
                <a:gd name="T70" fmla="*/ 0 w 439"/>
                <a:gd name="T71" fmla="*/ 0 h 260"/>
                <a:gd name="T72" fmla="*/ 0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0" y="0"/>
                  </a:moveTo>
                  <a:lnTo>
                    <a:pt x="0" y="0"/>
                  </a:lnTo>
                  <a:lnTo>
                    <a:pt x="3" y="27"/>
                  </a:lnTo>
                  <a:lnTo>
                    <a:pt x="10" y="53"/>
                  </a:lnTo>
                  <a:lnTo>
                    <a:pt x="20" y="77"/>
                  </a:lnTo>
                  <a:lnTo>
                    <a:pt x="35" y="102"/>
                  </a:lnTo>
                  <a:lnTo>
                    <a:pt x="54" y="125"/>
                  </a:lnTo>
                  <a:lnTo>
                    <a:pt x="76" y="146"/>
                  </a:lnTo>
                  <a:lnTo>
                    <a:pt x="102" y="166"/>
                  </a:lnTo>
                  <a:lnTo>
                    <a:pt x="130" y="185"/>
                  </a:lnTo>
                  <a:lnTo>
                    <a:pt x="162" y="202"/>
                  </a:lnTo>
                  <a:lnTo>
                    <a:pt x="195" y="217"/>
                  </a:lnTo>
                  <a:lnTo>
                    <a:pt x="231" y="230"/>
                  </a:lnTo>
                  <a:lnTo>
                    <a:pt x="270" y="240"/>
                  </a:lnTo>
                  <a:lnTo>
                    <a:pt x="310" y="248"/>
                  </a:lnTo>
                  <a:lnTo>
                    <a:pt x="351" y="255"/>
                  </a:lnTo>
                  <a:lnTo>
                    <a:pt x="395" y="259"/>
                  </a:lnTo>
                  <a:lnTo>
                    <a:pt x="439" y="260"/>
                  </a:lnTo>
                  <a:lnTo>
                    <a:pt x="439" y="248"/>
                  </a:lnTo>
                  <a:lnTo>
                    <a:pt x="395" y="247"/>
                  </a:lnTo>
                  <a:lnTo>
                    <a:pt x="353" y="244"/>
                  </a:lnTo>
                  <a:lnTo>
                    <a:pt x="312" y="237"/>
                  </a:lnTo>
                  <a:lnTo>
                    <a:pt x="272" y="228"/>
                  </a:lnTo>
                  <a:lnTo>
                    <a:pt x="236" y="218"/>
                  </a:lnTo>
                  <a:lnTo>
                    <a:pt x="200" y="205"/>
                  </a:lnTo>
                  <a:lnTo>
                    <a:pt x="167" y="190"/>
                  </a:lnTo>
                  <a:lnTo>
                    <a:pt x="137" y="173"/>
                  </a:lnTo>
                  <a:lnTo>
                    <a:pt x="109" y="157"/>
                  </a:lnTo>
                  <a:lnTo>
                    <a:pt x="84" y="137"/>
                  </a:lnTo>
                  <a:lnTo>
                    <a:pt x="64" y="116"/>
                  </a:lnTo>
                  <a:lnTo>
                    <a:pt x="45" y="95"/>
                  </a:lnTo>
                  <a:lnTo>
                    <a:pt x="32" y="73"/>
                  </a:lnTo>
                  <a:lnTo>
                    <a:pt x="21" y="48"/>
                  </a:lnTo>
                  <a:lnTo>
                    <a:pt x="14" y="24"/>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9781" name="Freeform 51"/>
            <p:cNvSpPr>
              <a:spLocks/>
            </p:cNvSpPr>
            <p:nvPr/>
          </p:nvSpPr>
          <p:spPr bwMode="auto">
            <a:xfrm>
              <a:off x="1179" y="1588"/>
              <a:ext cx="88" cy="52"/>
            </a:xfrm>
            <a:custGeom>
              <a:avLst/>
              <a:gdLst>
                <a:gd name="T0" fmla="*/ 4 w 439"/>
                <a:gd name="T1" fmla="*/ 0 h 260"/>
                <a:gd name="T2" fmla="*/ 4 w 439"/>
                <a:gd name="T3" fmla="*/ 0 h 260"/>
                <a:gd name="T4" fmla="*/ 3 w 439"/>
                <a:gd name="T5" fmla="*/ 0 h 260"/>
                <a:gd name="T6" fmla="*/ 3 w 439"/>
                <a:gd name="T7" fmla="*/ 0 h 260"/>
                <a:gd name="T8" fmla="*/ 2 w 439"/>
                <a:gd name="T9" fmla="*/ 0 h 260"/>
                <a:gd name="T10" fmla="*/ 2 w 439"/>
                <a:gd name="T11" fmla="*/ 0 h 260"/>
                <a:gd name="T12" fmla="*/ 2 w 439"/>
                <a:gd name="T13" fmla="*/ 0 h 260"/>
                <a:gd name="T14" fmla="*/ 2 w 439"/>
                <a:gd name="T15" fmla="*/ 0 h 260"/>
                <a:gd name="T16" fmla="*/ 1 w 439"/>
                <a:gd name="T17" fmla="*/ 0 h 260"/>
                <a:gd name="T18" fmla="*/ 1 w 439"/>
                <a:gd name="T19" fmla="*/ 1 h 260"/>
                <a:gd name="T20" fmla="*/ 1 w 439"/>
                <a:gd name="T21" fmla="*/ 1 h 260"/>
                <a:gd name="T22" fmla="*/ 1 w 439"/>
                <a:gd name="T23" fmla="*/ 1 h 260"/>
                <a:gd name="T24" fmla="*/ 0 w 439"/>
                <a:gd name="T25" fmla="*/ 1 h 260"/>
                <a:gd name="T26" fmla="*/ 0 w 439"/>
                <a:gd name="T27" fmla="*/ 1 h 260"/>
                <a:gd name="T28" fmla="*/ 0 w 439"/>
                <a:gd name="T29" fmla="*/ 1 h 260"/>
                <a:gd name="T30" fmla="*/ 0 w 439"/>
                <a:gd name="T31" fmla="*/ 2 h 260"/>
                <a:gd name="T32" fmla="*/ 0 w 439"/>
                <a:gd name="T33" fmla="*/ 2 h 260"/>
                <a:gd name="T34" fmla="*/ 0 w 439"/>
                <a:gd name="T35" fmla="*/ 2 h 260"/>
                <a:gd name="T36" fmla="*/ 0 w 439"/>
                <a:gd name="T37" fmla="*/ 2 h 260"/>
                <a:gd name="T38" fmla="*/ 0 w 439"/>
                <a:gd name="T39" fmla="*/ 2 h 260"/>
                <a:gd name="T40" fmla="*/ 0 w 439"/>
                <a:gd name="T41" fmla="*/ 2 h 260"/>
                <a:gd name="T42" fmla="*/ 0 w 439"/>
                <a:gd name="T43" fmla="*/ 1 h 260"/>
                <a:gd name="T44" fmla="*/ 0 w 439"/>
                <a:gd name="T45" fmla="*/ 1 h 260"/>
                <a:gd name="T46" fmla="*/ 1 w 439"/>
                <a:gd name="T47" fmla="*/ 1 h 260"/>
                <a:gd name="T48" fmla="*/ 1 w 439"/>
                <a:gd name="T49" fmla="*/ 1 h 260"/>
                <a:gd name="T50" fmla="*/ 1 w 439"/>
                <a:gd name="T51" fmla="*/ 1 h 260"/>
                <a:gd name="T52" fmla="*/ 1 w 439"/>
                <a:gd name="T53" fmla="*/ 1 h 260"/>
                <a:gd name="T54" fmla="*/ 1 w 439"/>
                <a:gd name="T55" fmla="*/ 1 h 260"/>
                <a:gd name="T56" fmla="*/ 2 w 439"/>
                <a:gd name="T57" fmla="*/ 0 h 260"/>
                <a:gd name="T58" fmla="*/ 2 w 439"/>
                <a:gd name="T59" fmla="*/ 0 h 260"/>
                <a:gd name="T60" fmla="*/ 2 w 439"/>
                <a:gd name="T61" fmla="*/ 0 h 260"/>
                <a:gd name="T62" fmla="*/ 3 w 439"/>
                <a:gd name="T63" fmla="*/ 0 h 260"/>
                <a:gd name="T64" fmla="*/ 3 w 439"/>
                <a:gd name="T65" fmla="*/ 0 h 260"/>
                <a:gd name="T66" fmla="*/ 3 w 439"/>
                <a:gd name="T67" fmla="*/ 0 h 260"/>
                <a:gd name="T68" fmla="*/ 4 w 439"/>
                <a:gd name="T69" fmla="*/ 0 h 260"/>
                <a:gd name="T70" fmla="*/ 4 w 439"/>
                <a:gd name="T71" fmla="*/ 0 h 260"/>
                <a:gd name="T72" fmla="*/ 4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439" y="0"/>
                  </a:moveTo>
                  <a:lnTo>
                    <a:pt x="439" y="0"/>
                  </a:lnTo>
                  <a:lnTo>
                    <a:pt x="395" y="1"/>
                  </a:lnTo>
                  <a:lnTo>
                    <a:pt x="351" y="4"/>
                  </a:lnTo>
                  <a:lnTo>
                    <a:pt x="310" y="11"/>
                  </a:lnTo>
                  <a:lnTo>
                    <a:pt x="270" y="19"/>
                  </a:lnTo>
                  <a:lnTo>
                    <a:pt x="231" y="30"/>
                  </a:lnTo>
                  <a:lnTo>
                    <a:pt x="195" y="43"/>
                  </a:lnTo>
                  <a:lnTo>
                    <a:pt x="162" y="58"/>
                  </a:lnTo>
                  <a:lnTo>
                    <a:pt x="130" y="73"/>
                  </a:lnTo>
                  <a:lnTo>
                    <a:pt x="102" y="93"/>
                  </a:lnTo>
                  <a:lnTo>
                    <a:pt x="76" y="113"/>
                  </a:lnTo>
                  <a:lnTo>
                    <a:pt x="54" y="133"/>
                  </a:lnTo>
                  <a:lnTo>
                    <a:pt x="35" y="157"/>
                  </a:lnTo>
                  <a:lnTo>
                    <a:pt x="20" y="181"/>
                  </a:lnTo>
                  <a:lnTo>
                    <a:pt x="10" y="206"/>
                  </a:lnTo>
                  <a:lnTo>
                    <a:pt x="3" y="233"/>
                  </a:lnTo>
                  <a:lnTo>
                    <a:pt x="0" y="260"/>
                  </a:lnTo>
                  <a:lnTo>
                    <a:pt x="12" y="260"/>
                  </a:lnTo>
                  <a:lnTo>
                    <a:pt x="14" y="235"/>
                  </a:lnTo>
                  <a:lnTo>
                    <a:pt x="21" y="211"/>
                  </a:lnTo>
                  <a:lnTo>
                    <a:pt x="32" y="186"/>
                  </a:lnTo>
                  <a:lnTo>
                    <a:pt x="45" y="164"/>
                  </a:lnTo>
                  <a:lnTo>
                    <a:pt x="64" y="143"/>
                  </a:lnTo>
                  <a:lnTo>
                    <a:pt x="84" y="123"/>
                  </a:lnTo>
                  <a:lnTo>
                    <a:pt x="109" y="103"/>
                  </a:lnTo>
                  <a:lnTo>
                    <a:pt x="137" y="85"/>
                  </a:lnTo>
                  <a:lnTo>
                    <a:pt x="167" y="70"/>
                  </a:lnTo>
                  <a:lnTo>
                    <a:pt x="200" y="55"/>
                  </a:lnTo>
                  <a:lnTo>
                    <a:pt x="236" y="42"/>
                  </a:lnTo>
                  <a:lnTo>
                    <a:pt x="272" y="31"/>
                  </a:lnTo>
                  <a:lnTo>
                    <a:pt x="312" y="23"/>
                  </a:lnTo>
                  <a:lnTo>
                    <a:pt x="353" y="16"/>
                  </a:lnTo>
                  <a:lnTo>
                    <a:pt x="395" y="12"/>
                  </a:lnTo>
                  <a:lnTo>
                    <a:pt x="439" y="11"/>
                  </a:lnTo>
                  <a:lnTo>
                    <a:pt x="439"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9782" name="Freeform 52"/>
            <p:cNvSpPr>
              <a:spLocks/>
            </p:cNvSpPr>
            <p:nvPr/>
          </p:nvSpPr>
          <p:spPr bwMode="auto">
            <a:xfrm>
              <a:off x="964" y="1745"/>
              <a:ext cx="48" cy="85"/>
            </a:xfrm>
            <a:custGeom>
              <a:avLst/>
              <a:gdLst>
                <a:gd name="T0" fmla="*/ 2 w 244"/>
                <a:gd name="T1" fmla="*/ 3 h 426"/>
                <a:gd name="T2" fmla="*/ 2 w 244"/>
                <a:gd name="T3" fmla="*/ 3 h 426"/>
                <a:gd name="T4" fmla="*/ 2 w 244"/>
                <a:gd name="T5" fmla="*/ 3 h 426"/>
                <a:gd name="T6" fmla="*/ 2 w 244"/>
                <a:gd name="T7" fmla="*/ 3 h 426"/>
                <a:gd name="T8" fmla="*/ 2 w 244"/>
                <a:gd name="T9" fmla="*/ 2 h 426"/>
                <a:gd name="T10" fmla="*/ 2 w 244"/>
                <a:gd name="T11" fmla="*/ 2 h 426"/>
                <a:gd name="T12" fmla="*/ 2 w 244"/>
                <a:gd name="T13" fmla="*/ 2 h 426"/>
                <a:gd name="T14" fmla="*/ 2 w 244"/>
                <a:gd name="T15" fmla="*/ 2 h 426"/>
                <a:gd name="T16" fmla="*/ 1 w 244"/>
                <a:gd name="T17" fmla="*/ 1 h 426"/>
                <a:gd name="T18" fmla="*/ 1 w 244"/>
                <a:gd name="T19" fmla="*/ 1 h 426"/>
                <a:gd name="T20" fmla="*/ 1 w 244"/>
                <a:gd name="T21" fmla="*/ 1 h 426"/>
                <a:gd name="T22" fmla="*/ 1 w 244"/>
                <a:gd name="T23" fmla="*/ 1 h 426"/>
                <a:gd name="T24" fmla="*/ 1 w 244"/>
                <a:gd name="T25" fmla="*/ 0 h 426"/>
                <a:gd name="T26" fmla="*/ 1 w 244"/>
                <a:gd name="T27" fmla="*/ 0 h 426"/>
                <a:gd name="T28" fmla="*/ 1 w 244"/>
                <a:gd name="T29" fmla="*/ 0 h 426"/>
                <a:gd name="T30" fmla="*/ 0 w 244"/>
                <a:gd name="T31" fmla="*/ 0 h 426"/>
                <a:gd name="T32" fmla="*/ 0 w 244"/>
                <a:gd name="T33" fmla="*/ 0 h 426"/>
                <a:gd name="T34" fmla="*/ 0 w 244"/>
                <a:gd name="T35" fmla="*/ 0 h 426"/>
                <a:gd name="T36" fmla="*/ 0 w 244"/>
                <a:gd name="T37" fmla="*/ 0 h 426"/>
                <a:gd name="T38" fmla="*/ 0 w 244"/>
                <a:gd name="T39" fmla="*/ 0 h 426"/>
                <a:gd name="T40" fmla="*/ 0 w 244"/>
                <a:gd name="T41" fmla="*/ 0 h 426"/>
                <a:gd name="T42" fmla="*/ 1 w 244"/>
                <a:gd name="T43" fmla="*/ 0 h 426"/>
                <a:gd name="T44" fmla="*/ 1 w 244"/>
                <a:gd name="T45" fmla="*/ 0 h 426"/>
                <a:gd name="T46" fmla="*/ 1 w 244"/>
                <a:gd name="T47" fmla="*/ 0 h 426"/>
                <a:gd name="T48" fmla="*/ 1 w 244"/>
                <a:gd name="T49" fmla="*/ 1 h 426"/>
                <a:gd name="T50" fmla="*/ 1 w 244"/>
                <a:gd name="T51" fmla="*/ 1 h 426"/>
                <a:gd name="T52" fmla="*/ 1 w 244"/>
                <a:gd name="T53" fmla="*/ 1 h 426"/>
                <a:gd name="T54" fmla="*/ 1 w 244"/>
                <a:gd name="T55" fmla="*/ 1 h 426"/>
                <a:gd name="T56" fmla="*/ 1 w 244"/>
                <a:gd name="T57" fmla="*/ 2 h 426"/>
                <a:gd name="T58" fmla="*/ 2 w 244"/>
                <a:gd name="T59" fmla="*/ 2 h 426"/>
                <a:gd name="T60" fmla="*/ 2 w 244"/>
                <a:gd name="T61" fmla="*/ 2 h 426"/>
                <a:gd name="T62" fmla="*/ 2 w 244"/>
                <a:gd name="T63" fmla="*/ 2 h 426"/>
                <a:gd name="T64" fmla="*/ 2 w 244"/>
                <a:gd name="T65" fmla="*/ 3 h 426"/>
                <a:gd name="T66" fmla="*/ 2 w 244"/>
                <a:gd name="T67" fmla="*/ 3 h 426"/>
                <a:gd name="T68" fmla="*/ 2 w 244"/>
                <a:gd name="T69" fmla="*/ 3 h 426"/>
                <a:gd name="T70" fmla="*/ 2 w 244"/>
                <a:gd name="T71" fmla="*/ 3 h 426"/>
                <a:gd name="T72" fmla="*/ 2 w 244"/>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6"/>
                <a:gd name="T113" fmla="*/ 244 w 244"/>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6">
                  <a:moveTo>
                    <a:pt x="244" y="426"/>
                  </a:moveTo>
                  <a:lnTo>
                    <a:pt x="244" y="426"/>
                  </a:lnTo>
                  <a:lnTo>
                    <a:pt x="243" y="383"/>
                  </a:lnTo>
                  <a:lnTo>
                    <a:pt x="240" y="340"/>
                  </a:lnTo>
                  <a:lnTo>
                    <a:pt x="234" y="300"/>
                  </a:lnTo>
                  <a:lnTo>
                    <a:pt x="226" y="262"/>
                  </a:lnTo>
                  <a:lnTo>
                    <a:pt x="215" y="224"/>
                  </a:lnTo>
                  <a:lnTo>
                    <a:pt x="203" y="189"/>
                  </a:lnTo>
                  <a:lnTo>
                    <a:pt x="189" y="157"/>
                  </a:lnTo>
                  <a:lnTo>
                    <a:pt x="174" y="126"/>
                  </a:lnTo>
                  <a:lnTo>
                    <a:pt x="155" y="99"/>
                  </a:lnTo>
                  <a:lnTo>
                    <a:pt x="138" y="74"/>
                  </a:lnTo>
                  <a:lnTo>
                    <a:pt x="118" y="52"/>
                  </a:lnTo>
                  <a:lnTo>
                    <a:pt x="96" y="34"/>
                  </a:lnTo>
                  <a:lnTo>
                    <a:pt x="73" y="19"/>
                  </a:lnTo>
                  <a:lnTo>
                    <a:pt x="50" y="8"/>
                  </a:lnTo>
                  <a:lnTo>
                    <a:pt x="25" y="2"/>
                  </a:lnTo>
                  <a:lnTo>
                    <a:pt x="0" y="0"/>
                  </a:lnTo>
                  <a:lnTo>
                    <a:pt x="0" y="12"/>
                  </a:lnTo>
                  <a:lnTo>
                    <a:pt x="23" y="14"/>
                  </a:lnTo>
                  <a:lnTo>
                    <a:pt x="45" y="20"/>
                  </a:lnTo>
                  <a:lnTo>
                    <a:pt x="66" y="31"/>
                  </a:lnTo>
                  <a:lnTo>
                    <a:pt x="89" y="43"/>
                  </a:lnTo>
                  <a:lnTo>
                    <a:pt x="109" y="61"/>
                  </a:lnTo>
                  <a:lnTo>
                    <a:pt x="129" y="81"/>
                  </a:lnTo>
                  <a:lnTo>
                    <a:pt x="146" y="106"/>
                  </a:lnTo>
                  <a:lnTo>
                    <a:pt x="162" y="133"/>
                  </a:lnTo>
                  <a:lnTo>
                    <a:pt x="178" y="162"/>
                  </a:lnTo>
                  <a:lnTo>
                    <a:pt x="192" y="194"/>
                  </a:lnTo>
                  <a:lnTo>
                    <a:pt x="203" y="229"/>
                  </a:lnTo>
                  <a:lnTo>
                    <a:pt x="214" y="264"/>
                  </a:lnTo>
                  <a:lnTo>
                    <a:pt x="222" y="303"/>
                  </a:lnTo>
                  <a:lnTo>
                    <a:pt x="228" y="342"/>
                  </a:lnTo>
                  <a:lnTo>
                    <a:pt x="232" y="383"/>
                  </a:lnTo>
                  <a:lnTo>
                    <a:pt x="233" y="426"/>
                  </a:lnTo>
                  <a:lnTo>
                    <a:pt x="244"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9783" name="Freeform 53"/>
            <p:cNvSpPr>
              <a:spLocks/>
            </p:cNvSpPr>
            <p:nvPr/>
          </p:nvSpPr>
          <p:spPr bwMode="auto">
            <a:xfrm>
              <a:off x="964" y="1830"/>
              <a:ext cx="48" cy="85"/>
            </a:xfrm>
            <a:custGeom>
              <a:avLst/>
              <a:gdLst>
                <a:gd name="T0" fmla="*/ 0 w 244"/>
                <a:gd name="T1" fmla="*/ 3 h 424"/>
                <a:gd name="T2" fmla="*/ 0 w 244"/>
                <a:gd name="T3" fmla="*/ 3 h 424"/>
                <a:gd name="T4" fmla="*/ 0 w 244"/>
                <a:gd name="T5" fmla="*/ 3 h 424"/>
                <a:gd name="T6" fmla="*/ 0 w 244"/>
                <a:gd name="T7" fmla="*/ 3 h 424"/>
                <a:gd name="T8" fmla="*/ 1 w 244"/>
                <a:gd name="T9" fmla="*/ 3 h 424"/>
                <a:gd name="T10" fmla="*/ 1 w 244"/>
                <a:gd name="T11" fmla="*/ 3 h 424"/>
                <a:gd name="T12" fmla="*/ 1 w 244"/>
                <a:gd name="T13" fmla="*/ 3 h 424"/>
                <a:gd name="T14" fmla="*/ 1 w 244"/>
                <a:gd name="T15" fmla="*/ 3 h 424"/>
                <a:gd name="T16" fmla="*/ 1 w 244"/>
                <a:gd name="T17" fmla="*/ 3 h 424"/>
                <a:gd name="T18" fmla="*/ 1 w 244"/>
                <a:gd name="T19" fmla="*/ 2 h 424"/>
                <a:gd name="T20" fmla="*/ 1 w 244"/>
                <a:gd name="T21" fmla="*/ 2 h 424"/>
                <a:gd name="T22" fmla="*/ 2 w 244"/>
                <a:gd name="T23" fmla="*/ 2 h 424"/>
                <a:gd name="T24" fmla="*/ 2 w 244"/>
                <a:gd name="T25" fmla="*/ 2 h 424"/>
                <a:gd name="T26" fmla="*/ 2 w 244"/>
                <a:gd name="T27" fmla="*/ 1 h 424"/>
                <a:gd name="T28" fmla="*/ 2 w 244"/>
                <a:gd name="T29" fmla="*/ 1 h 424"/>
                <a:gd name="T30" fmla="*/ 2 w 244"/>
                <a:gd name="T31" fmla="*/ 1 h 424"/>
                <a:gd name="T32" fmla="*/ 2 w 244"/>
                <a:gd name="T33" fmla="*/ 0 h 424"/>
                <a:gd name="T34" fmla="*/ 2 w 244"/>
                <a:gd name="T35" fmla="*/ 0 h 424"/>
                <a:gd name="T36" fmla="*/ 2 w 244"/>
                <a:gd name="T37" fmla="*/ 0 h 424"/>
                <a:gd name="T38" fmla="*/ 2 w 244"/>
                <a:gd name="T39" fmla="*/ 0 h 424"/>
                <a:gd name="T40" fmla="*/ 2 w 244"/>
                <a:gd name="T41" fmla="*/ 1 h 424"/>
                <a:gd name="T42" fmla="*/ 2 w 244"/>
                <a:gd name="T43" fmla="*/ 1 h 424"/>
                <a:gd name="T44" fmla="*/ 2 w 244"/>
                <a:gd name="T45" fmla="*/ 1 h 424"/>
                <a:gd name="T46" fmla="*/ 2 w 244"/>
                <a:gd name="T47" fmla="*/ 2 h 424"/>
                <a:gd name="T48" fmla="*/ 1 w 244"/>
                <a:gd name="T49" fmla="*/ 2 h 424"/>
                <a:gd name="T50" fmla="*/ 1 w 244"/>
                <a:gd name="T51" fmla="*/ 2 h 424"/>
                <a:gd name="T52" fmla="*/ 1 w 244"/>
                <a:gd name="T53" fmla="*/ 2 h 424"/>
                <a:gd name="T54" fmla="*/ 1 w 244"/>
                <a:gd name="T55" fmla="*/ 3 h 424"/>
                <a:gd name="T56" fmla="*/ 1 w 244"/>
                <a:gd name="T57" fmla="*/ 3 h 424"/>
                <a:gd name="T58" fmla="*/ 1 w 244"/>
                <a:gd name="T59" fmla="*/ 3 h 424"/>
                <a:gd name="T60" fmla="*/ 1 w 244"/>
                <a:gd name="T61" fmla="*/ 3 h 424"/>
                <a:gd name="T62" fmla="*/ 1 w 244"/>
                <a:gd name="T63" fmla="*/ 3 h 424"/>
                <a:gd name="T64" fmla="*/ 0 w 244"/>
                <a:gd name="T65" fmla="*/ 3 h 424"/>
                <a:gd name="T66" fmla="*/ 0 w 244"/>
                <a:gd name="T67" fmla="*/ 3 h 424"/>
                <a:gd name="T68" fmla="*/ 0 w 244"/>
                <a:gd name="T69" fmla="*/ 3 h 424"/>
                <a:gd name="T70" fmla="*/ 0 w 244"/>
                <a:gd name="T71" fmla="*/ 3 h 424"/>
                <a:gd name="T72" fmla="*/ 0 w 244"/>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4"/>
                <a:gd name="T113" fmla="*/ 244 w 244"/>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4">
                  <a:moveTo>
                    <a:pt x="0" y="424"/>
                  </a:moveTo>
                  <a:lnTo>
                    <a:pt x="0" y="424"/>
                  </a:lnTo>
                  <a:lnTo>
                    <a:pt x="25" y="422"/>
                  </a:lnTo>
                  <a:lnTo>
                    <a:pt x="50" y="416"/>
                  </a:lnTo>
                  <a:lnTo>
                    <a:pt x="73" y="405"/>
                  </a:lnTo>
                  <a:lnTo>
                    <a:pt x="96" y="390"/>
                  </a:lnTo>
                  <a:lnTo>
                    <a:pt x="118" y="373"/>
                  </a:lnTo>
                  <a:lnTo>
                    <a:pt x="138" y="350"/>
                  </a:lnTo>
                  <a:lnTo>
                    <a:pt x="155" y="326"/>
                  </a:lnTo>
                  <a:lnTo>
                    <a:pt x="173" y="299"/>
                  </a:lnTo>
                  <a:lnTo>
                    <a:pt x="189" y="268"/>
                  </a:lnTo>
                  <a:lnTo>
                    <a:pt x="203" y="235"/>
                  </a:lnTo>
                  <a:lnTo>
                    <a:pt x="215" y="201"/>
                  </a:lnTo>
                  <a:lnTo>
                    <a:pt x="226" y="163"/>
                  </a:lnTo>
                  <a:lnTo>
                    <a:pt x="234" y="125"/>
                  </a:lnTo>
                  <a:lnTo>
                    <a:pt x="240" y="85"/>
                  </a:lnTo>
                  <a:lnTo>
                    <a:pt x="243" y="42"/>
                  </a:lnTo>
                  <a:lnTo>
                    <a:pt x="244" y="0"/>
                  </a:lnTo>
                  <a:lnTo>
                    <a:pt x="233" y="0"/>
                  </a:lnTo>
                  <a:lnTo>
                    <a:pt x="232" y="42"/>
                  </a:lnTo>
                  <a:lnTo>
                    <a:pt x="228" y="83"/>
                  </a:lnTo>
                  <a:lnTo>
                    <a:pt x="222" y="123"/>
                  </a:lnTo>
                  <a:lnTo>
                    <a:pt x="214" y="160"/>
                  </a:lnTo>
                  <a:lnTo>
                    <a:pt x="203" y="197"/>
                  </a:lnTo>
                  <a:lnTo>
                    <a:pt x="192" y="231"/>
                  </a:lnTo>
                  <a:lnTo>
                    <a:pt x="178" y="263"/>
                  </a:lnTo>
                  <a:lnTo>
                    <a:pt x="164" y="292"/>
                  </a:lnTo>
                  <a:lnTo>
                    <a:pt x="146" y="319"/>
                  </a:lnTo>
                  <a:lnTo>
                    <a:pt x="129" y="343"/>
                  </a:lnTo>
                  <a:lnTo>
                    <a:pt x="109" y="363"/>
                  </a:lnTo>
                  <a:lnTo>
                    <a:pt x="89" y="381"/>
                  </a:lnTo>
                  <a:lnTo>
                    <a:pt x="66" y="394"/>
                  </a:lnTo>
                  <a:lnTo>
                    <a:pt x="45" y="404"/>
                  </a:lnTo>
                  <a:lnTo>
                    <a:pt x="23" y="410"/>
                  </a:lnTo>
                  <a:lnTo>
                    <a:pt x="0" y="412"/>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9784" name="Freeform 54"/>
            <p:cNvSpPr>
              <a:spLocks/>
            </p:cNvSpPr>
            <p:nvPr/>
          </p:nvSpPr>
          <p:spPr bwMode="auto">
            <a:xfrm>
              <a:off x="915" y="1830"/>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1" y="42"/>
                  </a:lnTo>
                  <a:lnTo>
                    <a:pt x="4" y="85"/>
                  </a:lnTo>
                  <a:lnTo>
                    <a:pt x="10" y="125"/>
                  </a:lnTo>
                  <a:lnTo>
                    <a:pt x="19" y="163"/>
                  </a:lnTo>
                  <a:lnTo>
                    <a:pt x="29" y="201"/>
                  </a:lnTo>
                  <a:lnTo>
                    <a:pt x="41" y="235"/>
                  </a:lnTo>
                  <a:lnTo>
                    <a:pt x="55" y="268"/>
                  </a:lnTo>
                  <a:lnTo>
                    <a:pt x="71" y="299"/>
                  </a:lnTo>
                  <a:lnTo>
                    <a:pt x="89" y="326"/>
                  </a:lnTo>
                  <a:lnTo>
                    <a:pt x="106" y="350"/>
                  </a:lnTo>
                  <a:lnTo>
                    <a:pt x="126" y="373"/>
                  </a:lnTo>
                  <a:lnTo>
                    <a:pt x="149" y="390"/>
                  </a:lnTo>
                  <a:lnTo>
                    <a:pt x="171" y="405"/>
                  </a:lnTo>
                  <a:lnTo>
                    <a:pt x="194" y="416"/>
                  </a:lnTo>
                  <a:lnTo>
                    <a:pt x="219" y="422"/>
                  </a:lnTo>
                  <a:lnTo>
                    <a:pt x="245" y="424"/>
                  </a:lnTo>
                  <a:lnTo>
                    <a:pt x="245" y="412"/>
                  </a:lnTo>
                  <a:lnTo>
                    <a:pt x="221" y="410"/>
                  </a:lnTo>
                  <a:lnTo>
                    <a:pt x="199" y="404"/>
                  </a:lnTo>
                  <a:lnTo>
                    <a:pt x="178" y="394"/>
                  </a:lnTo>
                  <a:lnTo>
                    <a:pt x="156" y="381"/>
                  </a:lnTo>
                  <a:lnTo>
                    <a:pt x="136" y="363"/>
                  </a:lnTo>
                  <a:lnTo>
                    <a:pt x="116" y="343"/>
                  </a:lnTo>
                  <a:lnTo>
                    <a:pt x="98" y="319"/>
                  </a:lnTo>
                  <a:lnTo>
                    <a:pt x="81" y="292"/>
                  </a:lnTo>
                  <a:lnTo>
                    <a:pt x="67" y="263"/>
                  </a:lnTo>
                  <a:lnTo>
                    <a:pt x="52" y="231"/>
                  </a:lnTo>
                  <a:lnTo>
                    <a:pt x="41" y="197"/>
                  </a:lnTo>
                  <a:lnTo>
                    <a:pt x="30" y="160"/>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9785" name="Freeform 55"/>
            <p:cNvSpPr>
              <a:spLocks/>
            </p:cNvSpPr>
            <p:nvPr/>
          </p:nvSpPr>
          <p:spPr bwMode="auto">
            <a:xfrm>
              <a:off x="915" y="1745"/>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0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19" y="2"/>
                  </a:lnTo>
                  <a:lnTo>
                    <a:pt x="194" y="8"/>
                  </a:lnTo>
                  <a:lnTo>
                    <a:pt x="171" y="19"/>
                  </a:lnTo>
                  <a:lnTo>
                    <a:pt x="149" y="34"/>
                  </a:lnTo>
                  <a:lnTo>
                    <a:pt x="126" y="52"/>
                  </a:lnTo>
                  <a:lnTo>
                    <a:pt x="106" y="74"/>
                  </a:lnTo>
                  <a:lnTo>
                    <a:pt x="89" y="99"/>
                  </a:lnTo>
                  <a:lnTo>
                    <a:pt x="70" y="126"/>
                  </a:lnTo>
                  <a:lnTo>
                    <a:pt x="55" y="157"/>
                  </a:lnTo>
                  <a:lnTo>
                    <a:pt x="41" y="189"/>
                  </a:lnTo>
                  <a:lnTo>
                    <a:pt x="29" y="224"/>
                  </a:lnTo>
                  <a:lnTo>
                    <a:pt x="19" y="262"/>
                  </a:lnTo>
                  <a:lnTo>
                    <a:pt x="10" y="300"/>
                  </a:lnTo>
                  <a:lnTo>
                    <a:pt x="4" y="340"/>
                  </a:lnTo>
                  <a:lnTo>
                    <a:pt x="1" y="383"/>
                  </a:lnTo>
                  <a:lnTo>
                    <a:pt x="0" y="426"/>
                  </a:lnTo>
                  <a:lnTo>
                    <a:pt x="11" y="426"/>
                  </a:lnTo>
                  <a:lnTo>
                    <a:pt x="13" y="383"/>
                  </a:lnTo>
                  <a:lnTo>
                    <a:pt x="16" y="342"/>
                  </a:lnTo>
                  <a:lnTo>
                    <a:pt x="22" y="303"/>
                  </a:lnTo>
                  <a:lnTo>
                    <a:pt x="30" y="264"/>
                  </a:lnTo>
                  <a:lnTo>
                    <a:pt x="41" y="229"/>
                  </a:lnTo>
                  <a:lnTo>
                    <a:pt x="52" y="194"/>
                  </a:lnTo>
                  <a:lnTo>
                    <a:pt x="67" y="162"/>
                  </a:lnTo>
                  <a:lnTo>
                    <a:pt x="82" y="133"/>
                  </a:lnTo>
                  <a:lnTo>
                    <a:pt x="98" y="106"/>
                  </a:lnTo>
                  <a:lnTo>
                    <a:pt x="116" y="81"/>
                  </a:lnTo>
                  <a:lnTo>
                    <a:pt x="136" y="61"/>
                  </a:lnTo>
                  <a:lnTo>
                    <a:pt x="156" y="43"/>
                  </a:lnTo>
                  <a:lnTo>
                    <a:pt x="178" y="31"/>
                  </a:lnTo>
                  <a:lnTo>
                    <a:pt x="199" y="20"/>
                  </a:lnTo>
                  <a:lnTo>
                    <a:pt x="221"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9786" name="Freeform 56"/>
            <p:cNvSpPr>
              <a:spLocks/>
            </p:cNvSpPr>
            <p:nvPr/>
          </p:nvSpPr>
          <p:spPr bwMode="auto">
            <a:xfrm>
              <a:off x="1140" y="2087"/>
              <a:ext cx="49" cy="85"/>
            </a:xfrm>
            <a:custGeom>
              <a:avLst/>
              <a:gdLst>
                <a:gd name="T0" fmla="*/ 2 w 246"/>
                <a:gd name="T1" fmla="*/ 3 h 424"/>
                <a:gd name="T2" fmla="*/ 2 w 246"/>
                <a:gd name="T3" fmla="*/ 3 h 424"/>
                <a:gd name="T4" fmla="*/ 2 w 246"/>
                <a:gd name="T5" fmla="*/ 3 h 424"/>
                <a:gd name="T6" fmla="*/ 2 w 246"/>
                <a:gd name="T7" fmla="*/ 3 h 424"/>
                <a:gd name="T8" fmla="*/ 2 w 246"/>
                <a:gd name="T9" fmla="*/ 2 h 424"/>
                <a:gd name="T10" fmla="*/ 2 w 246"/>
                <a:gd name="T11" fmla="*/ 2 h 424"/>
                <a:gd name="T12" fmla="*/ 2 w 246"/>
                <a:gd name="T13" fmla="*/ 2 h 424"/>
                <a:gd name="T14" fmla="*/ 2 w 246"/>
                <a:gd name="T15" fmla="*/ 2 h 424"/>
                <a:gd name="T16" fmla="*/ 2 w 246"/>
                <a:gd name="T17" fmla="*/ 1 h 424"/>
                <a:gd name="T18" fmla="*/ 1 w 246"/>
                <a:gd name="T19" fmla="*/ 1 h 424"/>
                <a:gd name="T20" fmla="*/ 1 w 246"/>
                <a:gd name="T21" fmla="*/ 1 h 424"/>
                <a:gd name="T22" fmla="*/ 1 w 246"/>
                <a:gd name="T23" fmla="*/ 1 h 424"/>
                <a:gd name="T24" fmla="*/ 1 w 246"/>
                <a:gd name="T25" fmla="*/ 0 h 424"/>
                <a:gd name="T26" fmla="*/ 1 w 246"/>
                <a:gd name="T27" fmla="*/ 0 h 424"/>
                <a:gd name="T28" fmla="*/ 1 w 246"/>
                <a:gd name="T29" fmla="*/ 0 h 424"/>
                <a:gd name="T30" fmla="*/ 0 w 246"/>
                <a:gd name="T31" fmla="*/ 0 h 424"/>
                <a:gd name="T32" fmla="*/ 0 w 246"/>
                <a:gd name="T33" fmla="*/ 0 h 424"/>
                <a:gd name="T34" fmla="*/ 0 w 246"/>
                <a:gd name="T35" fmla="*/ 0 h 424"/>
                <a:gd name="T36" fmla="*/ 0 w 246"/>
                <a:gd name="T37" fmla="*/ 0 h 424"/>
                <a:gd name="T38" fmla="*/ 0 w 246"/>
                <a:gd name="T39" fmla="*/ 0 h 424"/>
                <a:gd name="T40" fmla="*/ 0 w 246"/>
                <a:gd name="T41" fmla="*/ 0 h 424"/>
                <a:gd name="T42" fmla="*/ 1 w 246"/>
                <a:gd name="T43" fmla="*/ 0 h 424"/>
                <a:gd name="T44" fmla="*/ 1 w 246"/>
                <a:gd name="T45" fmla="*/ 0 h 424"/>
                <a:gd name="T46" fmla="*/ 1 w 246"/>
                <a:gd name="T47" fmla="*/ 0 h 424"/>
                <a:gd name="T48" fmla="*/ 1 w 246"/>
                <a:gd name="T49" fmla="*/ 1 h 424"/>
                <a:gd name="T50" fmla="*/ 1 w 246"/>
                <a:gd name="T51" fmla="*/ 1 h 424"/>
                <a:gd name="T52" fmla="*/ 1 w 246"/>
                <a:gd name="T53" fmla="*/ 1 h 424"/>
                <a:gd name="T54" fmla="*/ 1 w 246"/>
                <a:gd name="T55" fmla="*/ 1 h 424"/>
                <a:gd name="T56" fmla="*/ 2 w 246"/>
                <a:gd name="T57" fmla="*/ 2 h 424"/>
                <a:gd name="T58" fmla="*/ 2 w 246"/>
                <a:gd name="T59" fmla="*/ 2 h 424"/>
                <a:gd name="T60" fmla="*/ 2 w 246"/>
                <a:gd name="T61" fmla="*/ 2 h 424"/>
                <a:gd name="T62" fmla="*/ 2 w 246"/>
                <a:gd name="T63" fmla="*/ 2 h 424"/>
                <a:gd name="T64" fmla="*/ 2 w 246"/>
                <a:gd name="T65" fmla="*/ 3 h 424"/>
                <a:gd name="T66" fmla="*/ 2 w 246"/>
                <a:gd name="T67" fmla="*/ 3 h 424"/>
                <a:gd name="T68" fmla="*/ 2 w 246"/>
                <a:gd name="T69" fmla="*/ 3 h 424"/>
                <a:gd name="T70" fmla="*/ 2 w 246"/>
                <a:gd name="T71" fmla="*/ 3 h 424"/>
                <a:gd name="T72" fmla="*/ 2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424"/>
                  </a:moveTo>
                  <a:lnTo>
                    <a:pt x="246" y="424"/>
                  </a:lnTo>
                  <a:lnTo>
                    <a:pt x="244" y="382"/>
                  </a:lnTo>
                  <a:lnTo>
                    <a:pt x="241" y="338"/>
                  </a:lnTo>
                  <a:lnTo>
                    <a:pt x="235" y="298"/>
                  </a:lnTo>
                  <a:lnTo>
                    <a:pt x="227" y="261"/>
                  </a:lnTo>
                  <a:lnTo>
                    <a:pt x="216" y="222"/>
                  </a:lnTo>
                  <a:lnTo>
                    <a:pt x="205" y="188"/>
                  </a:lnTo>
                  <a:lnTo>
                    <a:pt x="190" y="155"/>
                  </a:lnTo>
                  <a:lnTo>
                    <a:pt x="174" y="125"/>
                  </a:lnTo>
                  <a:lnTo>
                    <a:pt x="157" y="98"/>
                  </a:lnTo>
                  <a:lnTo>
                    <a:pt x="138" y="73"/>
                  </a:lnTo>
                  <a:lnTo>
                    <a:pt x="118" y="51"/>
                  </a:lnTo>
                  <a:lnTo>
                    <a:pt x="96" y="34"/>
                  </a:lnTo>
                  <a:lnTo>
                    <a:pt x="74" y="18"/>
                  </a:lnTo>
                  <a:lnTo>
                    <a:pt x="50" y="8"/>
                  </a:lnTo>
                  <a:lnTo>
                    <a:pt x="25" y="2"/>
                  </a:lnTo>
                  <a:lnTo>
                    <a:pt x="0" y="0"/>
                  </a:lnTo>
                  <a:lnTo>
                    <a:pt x="0" y="11"/>
                  </a:lnTo>
                  <a:lnTo>
                    <a:pt x="23" y="14"/>
                  </a:lnTo>
                  <a:lnTo>
                    <a:pt x="45" y="19"/>
                  </a:lnTo>
                  <a:lnTo>
                    <a:pt x="67" y="30"/>
                  </a:lnTo>
                  <a:lnTo>
                    <a:pt x="89" y="43"/>
                  </a:lnTo>
                  <a:lnTo>
                    <a:pt x="108" y="60"/>
                  </a:lnTo>
                  <a:lnTo>
                    <a:pt x="128" y="80"/>
                  </a:lnTo>
                  <a:lnTo>
                    <a:pt x="147" y="105"/>
                  </a:lnTo>
                  <a:lnTo>
                    <a:pt x="165" y="132"/>
                  </a:lnTo>
                  <a:lnTo>
                    <a:pt x="179" y="160"/>
                  </a:lnTo>
                  <a:lnTo>
                    <a:pt x="193" y="193"/>
                  </a:lnTo>
                  <a:lnTo>
                    <a:pt x="205" y="227"/>
                  </a:lnTo>
                  <a:lnTo>
                    <a:pt x="215" y="263"/>
                  </a:lnTo>
                  <a:lnTo>
                    <a:pt x="223" y="301"/>
                  </a:lnTo>
                  <a:lnTo>
                    <a:pt x="229" y="341"/>
                  </a:lnTo>
                  <a:lnTo>
                    <a:pt x="233" y="382"/>
                  </a:lnTo>
                  <a:lnTo>
                    <a:pt x="234" y="424"/>
                  </a:lnTo>
                  <a:lnTo>
                    <a:pt x="246"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9787" name="Freeform 57"/>
            <p:cNvSpPr>
              <a:spLocks/>
            </p:cNvSpPr>
            <p:nvPr/>
          </p:nvSpPr>
          <p:spPr bwMode="auto">
            <a:xfrm>
              <a:off x="1140" y="2172"/>
              <a:ext cx="49" cy="85"/>
            </a:xfrm>
            <a:custGeom>
              <a:avLst/>
              <a:gdLst>
                <a:gd name="T0" fmla="*/ 0 w 246"/>
                <a:gd name="T1" fmla="*/ 3 h 426"/>
                <a:gd name="T2" fmla="*/ 0 w 246"/>
                <a:gd name="T3" fmla="*/ 3 h 426"/>
                <a:gd name="T4" fmla="*/ 0 w 246"/>
                <a:gd name="T5" fmla="*/ 3 h 426"/>
                <a:gd name="T6" fmla="*/ 0 w 246"/>
                <a:gd name="T7" fmla="*/ 3 h 426"/>
                <a:gd name="T8" fmla="*/ 1 w 246"/>
                <a:gd name="T9" fmla="*/ 3 h 426"/>
                <a:gd name="T10" fmla="*/ 1 w 246"/>
                <a:gd name="T11" fmla="*/ 3 h 426"/>
                <a:gd name="T12" fmla="*/ 1 w 246"/>
                <a:gd name="T13" fmla="*/ 3 h 426"/>
                <a:gd name="T14" fmla="*/ 1 w 246"/>
                <a:gd name="T15" fmla="*/ 3 h 426"/>
                <a:gd name="T16" fmla="*/ 1 w 246"/>
                <a:gd name="T17" fmla="*/ 3 h 426"/>
                <a:gd name="T18" fmla="*/ 1 w 246"/>
                <a:gd name="T19" fmla="*/ 2 h 426"/>
                <a:gd name="T20" fmla="*/ 2 w 246"/>
                <a:gd name="T21" fmla="*/ 2 h 426"/>
                <a:gd name="T22" fmla="*/ 2 w 246"/>
                <a:gd name="T23" fmla="*/ 2 h 426"/>
                <a:gd name="T24" fmla="*/ 2 w 246"/>
                <a:gd name="T25" fmla="*/ 2 h 426"/>
                <a:gd name="T26" fmla="*/ 2 w 246"/>
                <a:gd name="T27" fmla="*/ 1 h 426"/>
                <a:gd name="T28" fmla="*/ 2 w 246"/>
                <a:gd name="T29" fmla="*/ 1 h 426"/>
                <a:gd name="T30" fmla="*/ 2 w 246"/>
                <a:gd name="T31" fmla="*/ 1 h 426"/>
                <a:gd name="T32" fmla="*/ 2 w 246"/>
                <a:gd name="T33" fmla="*/ 0 h 426"/>
                <a:gd name="T34" fmla="*/ 2 w 246"/>
                <a:gd name="T35" fmla="*/ 0 h 426"/>
                <a:gd name="T36" fmla="*/ 2 w 246"/>
                <a:gd name="T37" fmla="*/ 0 h 426"/>
                <a:gd name="T38" fmla="*/ 2 w 246"/>
                <a:gd name="T39" fmla="*/ 0 h 426"/>
                <a:gd name="T40" fmla="*/ 2 w 246"/>
                <a:gd name="T41" fmla="*/ 1 h 426"/>
                <a:gd name="T42" fmla="*/ 2 w 246"/>
                <a:gd name="T43" fmla="*/ 1 h 426"/>
                <a:gd name="T44" fmla="*/ 2 w 246"/>
                <a:gd name="T45" fmla="*/ 1 h 426"/>
                <a:gd name="T46" fmla="*/ 2 w 246"/>
                <a:gd name="T47" fmla="*/ 2 h 426"/>
                <a:gd name="T48" fmla="*/ 2 w 246"/>
                <a:gd name="T49" fmla="*/ 2 h 426"/>
                <a:gd name="T50" fmla="*/ 1 w 246"/>
                <a:gd name="T51" fmla="*/ 2 h 426"/>
                <a:gd name="T52" fmla="*/ 1 w 246"/>
                <a:gd name="T53" fmla="*/ 2 h 426"/>
                <a:gd name="T54" fmla="*/ 1 w 246"/>
                <a:gd name="T55" fmla="*/ 3 h 426"/>
                <a:gd name="T56" fmla="*/ 1 w 246"/>
                <a:gd name="T57" fmla="*/ 3 h 426"/>
                <a:gd name="T58" fmla="*/ 1 w 246"/>
                <a:gd name="T59" fmla="*/ 3 h 426"/>
                <a:gd name="T60" fmla="*/ 1 w 246"/>
                <a:gd name="T61" fmla="*/ 3 h 426"/>
                <a:gd name="T62" fmla="*/ 1 w 246"/>
                <a:gd name="T63" fmla="*/ 3 h 426"/>
                <a:gd name="T64" fmla="*/ 0 w 246"/>
                <a:gd name="T65" fmla="*/ 3 h 426"/>
                <a:gd name="T66" fmla="*/ 0 w 246"/>
                <a:gd name="T67" fmla="*/ 3 h 426"/>
                <a:gd name="T68" fmla="*/ 0 w 246"/>
                <a:gd name="T69" fmla="*/ 3 h 426"/>
                <a:gd name="T70" fmla="*/ 0 w 246"/>
                <a:gd name="T71" fmla="*/ 3 h 426"/>
                <a:gd name="T72" fmla="*/ 0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426"/>
                  </a:moveTo>
                  <a:lnTo>
                    <a:pt x="0" y="426"/>
                  </a:lnTo>
                  <a:lnTo>
                    <a:pt x="25" y="423"/>
                  </a:lnTo>
                  <a:lnTo>
                    <a:pt x="50" y="417"/>
                  </a:lnTo>
                  <a:lnTo>
                    <a:pt x="74" y="407"/>
                  </a:lnTo>
                  <a:lnTo>
                    <a:pt x="96" y="392"/>
                  </a:lnTo>
                  <a:lnTo>
                    <a:pt x="118" y="373"/>
                  </a:lnTo>
                  <a:lnTo>
                    <a:pt x="138" y="350"/>
                  </a:lnTo>
                  <a:lnTo>
                    <a:pt x="157" y="327"/>
                  </a:lnTo>
                  <a:lnTo>
                    <a:pt x="175" y="299"/>
                  </a:lnTo>
                  <a:lnTo>
                    <a:pt x="190" y="268"/>
                  </a:lnTo>
                  <a:lnTo>
                    <a:pt x="205" y="236"/>
                  </a:lnTo>
                  <a:lnTo>
                    <a:pt x="216" y="202"/>
                  </a:lnTo>
                  <a:lnTo>
                    <a:pt x="227" y="164"/>
                  </a:lnTo>
                  <a:lnTo>
                    <a:pt x="235" y="125"/>
                  </a:lnTo>
                  <a:lnTo>
                    <a:pt x="241" y="86"/>
                  </a:lnTo>
                  <a:lnTo>
                    <a:pt x="244" y="42"/>
                  </a:lnTo>
                  <a:lnTo>
                    <a:pt x="246" y="0"/>
                  </a:lnTo>
                  <a:lnTo>
                    <a:pt x="234" y="0"/>
                  </a:lnTo>
                  <a:lnTo>
                    <a:pt x="233" y="42"/>
                  </a:lnTo>
                  <a:lnTo>
                    <a:pt x="229" y="83"/>
                  </a:lnTo>
                  <a:lnTo>
                    <a:pt x="223" y="123"/>
                  </a:lnTo>
                  <a:lnTo>
                    <a:pt x="215" y="162"/>
                  </a:lnTo>
                  <a:lnTo>
                    <a:pt x="205" y="197"/>
                  </a:lnTo>
                  <a:lnTo>
                    <a:pt x="193" y="231"/>
                  </a:lnTo>
                  <a:lnTo>
                    <a:pt x="179" y="264"/>
                  </a:lnTo>
                  <a:lnTo>
                    <a:pt x="164" y="292"/>
                  </a:lnTo>
                  <a:lnTo>
                    <a:pt x="147" y="320"/>
                  </a:lnTo>
                  <a:lnTo>
                    <a:pt x="128" y="343"/>
                  </a:lnTo>
                  <a:lnTo>
                    <a:pt x="108" y="363"/>
                  </a:lnTo>
                  <a:lnTo>
                    <a:pt x="89" y="382"/>
                  </a:lnTo>
                  <a:lnTo>
                    <a:pt x="67" y="395"/>
                  </a:lnTo>
                  <a:lnTo>
                    <a:pt x="45" y="406"/>
                  </a:lnTo>
                  <a:lnTo>
                    <a:pt x="23" y="411"/>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9788" name="Freeform 58"/>
            <p:cNvSpPr>
              <a:spLocks/>
            </p:cNvSpPr>
            <p:nvPr/>
          </p:nvSpPr>
          <p:spPr bwMode="auto">
            <a:xfrm>
              <a:off x="1091" y="2172"/>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4" y="86"/>
                  </a:lnTo>
                  <a:lnTo>
                    <a:pt x="10" y="125"/>
                  </a:lnTo>
                  <a:lnTo>
                    <a:pt x="18" y="164"/>
                  </a:lnTo>
                  <a:lnTo>
                    <a:pt x="29" y="202"/>
                  </a:lnTo>
                  <a:lnTo>
                    <a:pt x="41" y="236"/>
                  </a:lnTo>
                  <a:lnTo>
                    <a:pt x="55" y="268"/>
                  </a:lnTo>
                  <a:lnTo>
                    <a:pt x="70" y="299"/>
                  </a:lnTo>
                  <a:lnTo>
                    <a:pt x="89" y="327"/>
                  </a:lnTo>
                  <a:lnTo>
                    <a:pt x="106" y="350"/>
                  </a:lnTo>
                  <a:lnTo>
                    <a:pt x="126" y="373"/>
                  </a:lnTo>
                  <a:lnTo>
                    <a:pt x="148" y="392"/>
                  </a:lnTo>
                  <a:lnTo>
                    <a:pt x="171" y="407"/>
                  </a:lnTo>
                  <a:lnTo>
                    <a:pt x="194" y="417"/>
                  </a:lnTo>
                  <a:lnTo>
                    <a:pt x="219" y="423"/>
                  </a:lnTo>
                  <a:lnTo>
                    <a:pt x="245" y="426"/>
                  </a:lnTo>
                  <a:lnTo>
                    <a:pt x="245" y="414"/>
                  </a:lnTo>
                  <a:lnTo>
                    <a:pt x="221" y="411"/>
                  </a:lnTo>
                  <a:lnTo>
                    <a:pt x="199" y="406"/>
                  </a:lnTo>
                  <a:lnTo>
                    <a:pt x="178" y="395"/>
                  </a:lnTo>
                  <a:lnTo>
                    <a:pt x="155" y="382"/>
                  </a:lnTo>
                  <a:lnTo>
                    <a:pt x="136" y="363"/>
                  </a:lnTo>
                  <a:lnTo>
                    <a:pt x="116" y="343"/>
                  </a:lnTo>
                  <a:lnTo>
                    <a:pt x="98" y="320"/>
                  </a:lnTo>
                  <a:lnTo>
                    <a:pt x="82" y="292"/>
                  </a:lnTo>
                  <a:lnTo>
                    <a:pt x="66" y="264"/>
                  </a:lnTo>
                  <a:lnTo>
                    <a:pt x="52" y="231"/>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9789" name="Freeform 59"/>
            <p:cNvSpPr>
              <a:spLocks/>
            </p:cNvSpPr>
            <p:nvPr/>
          </p:nvSpPr>
          <p:spPr bwMode="auto">
            <a:xfrm>
              <a:off x="1091" y="2087"/>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4" y="8"/>
                  </a:lnTo>
                  <a:lnTo>
                    <a:pt x="171" y="18"/>
                  </a:lnTo>
                  <a:lnTo>
                    <a:pt x="148" y="34"/>
                  </a:lnTo>
                  <a:lnTo>
                    <a:pt x="126" y="51"/>
                  </a:lnTo>
                  <a:lnTo>
                    <a:pt x="106" y="73"/>
                  </a:lnTo>
                  <a:lnTo>
                    <a:pt x="89" y="98"/>
                  </a:lnTo>
                  <a:lnTo>
                    <a:pt x="71" y="125"/>
                  </a:lnTo>
                  <a:lnTo>
                    <a:pt x="55" y="155"/>
                  </a:lnTo>
                  <a:lnTo>
                    <a:pt x="41" y="188"/>
                  </a:lnTo>
                  <a:lnTo>
                    <a:pt x="29" y="222"/>
                  </a:lnTo>
                  <a:lnTo>
                    <a:pt x="18" y="261"/>
                  </a:lnTo>
                  <a:lnTo>
                    <a:pt x="10" y="298"/>
                  </a:lnTo>
                  <a:lnTo>
                    <a:pt x="4" y="338"/>
                  </a:lnTo>
                  <a:lnTo>
                    <a:pt x="1" y="382"/>
                  </a:lnTo>
                  <a:lnTo>
                    <a:pt x="0" y="424"/>
                  </a:lnTo>
                  <a:lnTo>
                    <a:pt x="11" y="424"/>
                  </a:lnTo>
                  <a:lnTo>
                    <a:pt x="13" y="382"/>
                  </a:lnTo>
                  <a:lnTo>
                    <a:pt x="16" y="341"/>
                  </a:lnTo>
                  <a:lnTo>
                    <a:pt x="22" y="301"/>
                  </a:lnTo>
                  <a:lnTo>
                    <a:pt x="30" y="263"/>
                  </a:lnTo>
                  <a:lnTo>
                    <a:pt x="41" y="227"/>
                  </a:lnTo>
                  <a:lnTo>
                    <a:pt x="52" y="193"/>
                  </a:lnTo>
                  <a:lnTo>
                    <a:pt x="66" y="160"/>
                  </a:lnTo>
                  <a:lnTo>
                    <a:pt x="80" y="132"/>
                  </a:lnTo>
                  <a:lnTo>
                    <a:pt x="98" y="105"/>
                  </a:lnTo>
                  <a:lnTo>
                    <a:pt x="116" y="80"/>
                  </a:lnTo>
                  <a:lnTo>
                    <a:pt x="136" y="60"/>
                  </a:lnTo>
                  <a:lnTo>
                    <a:pt x="155" y="43"/>
                  </a:lnTo>
                  <a:lnTo>
                    <a:pt x="178" y="30"/>
                  </a:lnTo>
                  <a:lnTo>
                    <a:pt x="199" y="19"/>
                  </a:lnTo>
                  <a:lnTo>
                    <a:pt x="221" y="14"/>
                  </a:lnTo>
                  <a:lnTo>
                    <a:pt x="245" y="11"/>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9790" name="Freeform 60"/>
            <p:cNvSpPr>
              <a:spLocks/>
            </p:cNvSpPr>
            <p:nvPr/>
          </p:nvSpPr>
          <p:spPr bwMode="auto">
            <a:xfrm>
              <a:off x="1392" y="2118"/>
              <a:ext cx="49" cy="85"/>
            </a:xfrm>
            <a:custGeom>
              <a:avLst/>
              <a:gdLst>
                <a:gd name="T0" fmla="*/ 2 w 246"/>
                <a:gd name="T1" fmla="*/ 3 h 426"/>
                <a:gd name="T2" fmla="*/ 2 w 246"/>
                <a:gd name="T3" fmla="*/ 3 h 426"/>
                <a:gd name="T4" fmla="*/ 2 w 246"/>
                <a:gd name="T5" fmla="*/ 3 h 426"/>
                <a:gd name="T6" fmla="*/ 2 w 246"/>
                <a:gd name="T7" fmla="*/ 3 h 426"/>
                <a:gd name="T8" fmla="*/ 2 w 246"/>
                <a:gd name="T9" fmla="*/ 2 h 426"/>
                <a:gd name="T10" fmla="*/ 2 w 246"/>
                <a:gd name="T11" fmla="*/ 2 h 426"/>
                <a:gd name="T12" fmla="*/ 2 w 246"/>
                <a:gd name="T13" fmla="*/ 2 h 426"/>
                <a:gd name="T14" fmla="*/ 2 w 246"/>
                <a:gd name="T15" fmla="*/ 2 h 426"/>
                <a:gd name="T16" fmla="*/ 2 w 246"/>
                <a:gd name="T17" fmla="*/ 1 h 426"/>
                <a:gd name="T18" fmla="*/ 1 w 246"/>
                <a:gd name="T19" fmla="*/ 1 h 426"/>
                <a:gd name="T20" fmla="*/ 1 w 246"/>
                <a:gd name="T21" fmla="*/ 1 h 426"/>
                <a:gd name="T22" fmla="*/ 1 w 246"/>
                <a:gd name="T23" fmla="*/ 1 h 426"/>
                <a:gd name="T24" fmla="*/ 1 w 246"/>
                <a:gd name="T25" fmla="*/ 0 h 426"/>
                <a:gd name="T26" fmla="*/ 1 w 246"/>
                <a:gd name="T27" fmla="*/ 0 h 426"/>
                <a:gd name="T28" fmla="*/ 1 w 246"/>
                <a:gd name="T29" fmla="*/ 0 h 426"/>
                <a:gd name="T30" fmla="*/ 0 w 246"/>
                <a:gd name="T31" fmla="*/ 0 h 426"/>
                <a:gd name="T32" fmla="*/ 0 w 246"/>
                <a:gd name="T33" fmla="*/ 0 h 426"/>
                <a:gd name="T34" fmla="*/ 0 w 246"/>
                <a:gd name="T35" fmla="*/ 0 h 426"/>
                <a:gd name="T36" fmla="*/ 0 w 246"/>
                <a:gd name="T37" fmla="*/ 0 h 426"/>
                <a:gd name="T38" fmla="*/ 0 w 246"/>
                <a:gd name="T39" fmla="*/ 0 h 426"/>
                <a:gd name="T40" fmla="*/ 0 w 246"/>
                <a:gd name="T41" fmla="*/ 0 h 426"/>
                <a:gd name="T42" fmla="*/ 1 w 246"/>
                <a:gd name="T43" fmla="*/ 0 h 426"/>
                <a:gd name="T44" fmla="*/ 1 w 246"/>
                <a:gd name="T45" fmla="*/ 0 h 426"/>
                <a:gd name="T46" fmla="*/ 1 w 246"/>
                <a:gd name="T47" fmla="*/ 1 h 426"/>
                <a:gd name="T48" fmla="*/ 1 w 246"/>
                <a:gd name="T49" fmla="*/ 1 h 426"/>
                <a:gd name="T50" fmla="*/ 1 w 246"/>
                <a:gd name="T51" fmla="*/ 1 h 426"/>
                <a:gd name="T52" fmla="*/ 1 w 246"/>
                <a:gd name="T53" fmla="*/ 1 h 426"/>
                <a:gd name="T54" fmla="*/ 1 w 246"/>
                <a:gd name="T55" fmla="*/ 1 h 426"/>
                <a:gd name="T56" fmla="*/ 2 w 246"/>
                <a:gd name="T57" fmla="*/ 2 h 426"/>
                <a:gd name="T58" fmla="*/ 2 w 246"/>
                <a:gd name="T59" fmla="*/ 2 h 426"/>
                <a:gd name="T60" fmla="*/ 2 w 246"/>
                <a:gd name="T61" fmla="*/ 2 h 426"/>
                <a:gd name="T62" fmla="*/ 2 w 246"/>
                <a:gd name="T63" fmla="*/ 2 h 426"/>
                <a:gd name="T64" fmla="*/ 2 w 246"/>
                <a:gd name="T65" fmla="*/ 3 h 426"/>
                <a:gd name="T66" fmla="*/ 2 w 246"/>
                <a:gd name="T67" fmla="*/ 3 h 426"/>
                <a:gd name="T68" fmla="*/ 2 w 246"/>
                <a:gd name="T69" fmla="*/ 3 h 426"/>
                <a:gd name="T70" fmla="*/ 2 w 246"/>
                <a:gd name="T71" fmla="*/ 3 h 426"/>
                <a:gd name="T72" fmla="*/ 2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246" y="426"/>
                  </a:moveTo>
                  <a:lnTo>
                    <a:pt x="246" y="426"/>
                  </a:lnTo>
                  <a:lnTo>
                    <a:pt x="245" y="384"/>
                  </a:lnTo>
                  <a:lnTo>
                    <a:pt x="242" y="340"/>
                  </a:lnTo>
                  <a:lnTo>
                    <a:pt x="236" y="301"/>
                  </a:lnTo>
                  <a:lnTo>
                    <a:pt x="228" y="262"/>
                  </a:lnTo>
                  <a:lnTo>
                    <a:pt x="217" y="224"/>
                  </a:lnTo>
                  <a:lnTo>
                    <a:pt x="205" y="190"/>
                  </a:lnTo>
                  <a:lnTo>
                    <a:pt x="191" y="158"/>
                  </a:lnTo>
                  <a:lnTo>
                    <a:pt x="176" y="126"/>
                  </a:lnTo>
                  <a:lnTo>
                    <a:pt x="157" y="99"/>
                  </a:lnTo>
                  <a:lnTo>
                    <a:pt x="139" y="75"/>
                  </a:lnTo>
                  <a:lnTo>
                    <a:pt x="119" y="53"/>
                  </a:lnTo>
                  <a:lnTo>
                    <a:pt x="96" y="34"/>
                  </a:lnTo>
                  <a:lnTo>
                    <a:pt x="75" y="19"/>
                  </a:lnTo>
                  <a:lnTo>
                    <a:pt x="51" y="9"/>
                  </a:lnTo>
                  <a:lnTo>
                    <a:pt x="26" y="3"/>
                  </a:lnTo>
                  <a:lnTo>
                    <a:pt x="0" y="0"/>
                  </a:lnTo>
                  <a:lnTo>
                    <a:pt x="0" y="12"/>
                  </a:lnTo>
                  <a:lnTo>
                    <a:pt x="24" y="15"/>
                  </a:lnTo>
                  <a:lnTo>
                    <a:pt x="46" y="20"/>
                  </a:lnTo>
                  <a:lnTo>
                    <a:pt x="68" y="31"/>
                  </a:lnTo>
                  <a:lnTo>
                    <a:pt x="89" y="44"/>
                  </a:lnTo>
                  <a:lnTo>
                    <a:pt x="109" y="63"/>
                  </a:lnTo>
                  <a:lnTo>
                    <a:pt x="129" y="83"/>
                  </a:lnTo>
                  <a:lnTo>
                    <a:pt x="148" y="106"/>
                  </a:lnTo>
                  <a:lnTo>
                    <a:pt x="164" y="133"/>
                  </a:lnTo>
                  <a:lnTo>
                    <a:pt x="180" y="162"/>
                  </a:lnTo>
                  <a:lnTo>
                    <a:pt x="194" y="195"/>
                  </a:lnTo>
                  <a:lnTo>
                    <a:pt x="205" y="229"/>
                  </a:lnTo>
                  <a:lnTo>
                    <a:pt x="216" y="264"/>
                  </a:lnTo>
                  <a:lnTo>
                    <a:pt x="224" y="303"/>
                  </a:lnTo>
                  <a:lnTo>
                    <a:pt x="230" y="343"/>
                  </a:lnTo>
                  <a:lnTo>
                    <a:pt x="233" y="384"/>
                  </a:lnTo>
                  <a:lnTo>
                    <a:pt x="235" y="426"/>
                  </a:lnTo>
                  <a:lnTo>
                    <a:pt x="246"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9791" name="Freeform 61"/>
            <p:cNvSpPr>
              <a:spLocks/>
            </p:cNvSpPr>
            <p:nvPr/>
          </p:nvSpPr>
          <p:spPr bwMode="auto">
            <a:xfrm>
              <a:off x="1392" y="2203"/>
              <a:ext cx="49" cy="85"/>
            </a:xfrm>
            <a:custGeom>
              <a:avLst/>
              <a:gdLst>
                <a:gd name="T0" fmla="*/ 0 w 246"/>
                <a:gd name="T1" fmla="*/ 3 h 424"/>
                <a:gd name="T2" fmla="*/ 0 w 246"/>
                <a:gd name="T3" fmla="*/ 3 h 424"/>
                <a:gd name="T4" fmla="*/ 0 w 246"/>
                <a:gd name="T5" fmla="*/ 3 h 424"/>
                <a:gd name="T6" fmla="*/ 0 w 246"/>
                <a:gd name="T7" fmla="*/ 3 h 424"/>
                <a:gd name="T8" fmla="*/ 1 w 246"/>
                <a:gd name="T9" fmla="*/ 3 h 424"/>
                <a:gd name="T10" fmla="*/ 1 w 246"/>
                <a:gd name="T11" fmla="*/ 3 h 424"/>
                <a:gd name="T12" fmla="*/ 1 w 246"/>
                <a:gd name="T13" fmla="*/ 3 h 424"/>
                <a:gd name="T14" fmla="*/ 1 w 246"/>
                <a:gd name="T15" fmla="*/ 3 h 424"/>
                <a:gd name="T16" fmla="*/ 1 w 246"/>
                <a:gd name="T17" fmla="*/ 3 h 424"/>
                <a:gd name="T18" fmla="*/ 1 w 246"/>
                <a:gd name="T19" fmla="*/ 2 h 424"/>
                <a:gd name="T20" fmla="*/ 2 w 246"/>
                <a:gd name="T21" fmla="*/ 2 h 424"/>
                <a:gd name="T22" fmla="*/ 2 w 246"/>
                <a:gd name="T23" fmla="*/ 2 h 424"/>
                <a:gd name="T24" fmla="*/ 2 w 246"/>
                <a:gd name="T25" fmla="*/ 2 h 424"/>
                <a:gd name="T26" fmla="*/ 2 w 246"/>
                <a:gd name="T27" fmla="*/ 1 h 424"/>
                <a:gd name="T28" fmla="*/ 2 w 246"/>
                <a:gd name="T29" fmla="*/ 1 h 424"/>
                <a:gd name="T30" fmla="*/ 2 w 246"/>
                <a:gd name="T31" fmla="*/ 1 h 424"/>
                <a:gd name="T32" fmla="*/ 2 w 246"/>
                <a:gd name="T33" fmla="*/ 0 h 424"/>
                <a:gd name="T34" fmla="*/ 2 w 246"/>
                <a:gd name="T35" fmla="*/ 0 h 424"/>
                <a:gd name="T36" fmla="*/ 2 w 246"/>
                <a:gd name="T37" fmla="*/ 0 h 424"/>
                <a:gd name="T38" fmla="*/ 2 w 246"/>
                <a:gd name="T39" fmla="*/ 0 h 424"/>
                <a:gd name="T40" fmla="*/ 2 w 246"/>
                <a:gd name="T41" fmla="*/ 1 h 424"/>
                <a:gd name="T42" fmla="*/ 2 w 246"/>
                <a:gd name="T43" fmla="*/ 1 h 424"/>
                <a:gd name="T44" fmla="*/ 2 w 246"/>
                <a:gd name="T45" fmla="*/ 1 h 424"/>
                <a:gd name="T46" fmla="*/ 2 w 246"/>
                <a:gd name="T47" fmla="*/ 2 h 424"/>
                <a:gd name="T48" fmla="*/ 2 w 246"/>
                <a:gd name="T49" fmla="*/ 2 h 424"/>
                <a:gd name="T50" fmla="*/ 1 w 246"/>
                <a:gd name="T51" fmla="*/ 2 h 424"/>
                <a:gd name="T52" fmla="*/ 1 w 246"/>
                <a:gd name="T53" fmla="*/ 2 h 424"/>
                <a:gd name="T54" fmla="*/ 1 w 246"/>
                <a:gd name="T55" fmla="*/ 3 h 424"/>
                <a:gd name="T56" fmla="*/ 1 w 246"/>
                <a:gd name="T57" fmla="*/ 3 h 424"/>
                <a:gd name="T58" fmla="*/ 1 w 246"/>
                <a:gd name="T59" fmla="*/ 3 h 424"/>
                <a:gd name="T60" fmla="*/ 1 w 246"/>
                <a:gd name="T61" fmla="*/ 3 h 424"/>
                <a:gd name="T62" fmla="*/ 1 w 246"/>
                <a:gd name="T63" fmla="*/ 3 h 424"/>
                <a:gd name="T64" fmla="*/ 0 w 246"/>
                <a:gd name="T65" fmla="*/ 3 h 424"/>
                <a:gd name="T66" fmla="*/ 0 w 246"/>
                <a:gd name="T67" fmla="*/ 3 h 424"/>
                <a:gd name="T68" fmla="*/ 0 w 246"/>
                <a:gd name="T69" fmla="*/ 3 h 424"/>
                <a:gd name="T70" fmla="*/ 0 w 246"/>
                <a:gd name="T71" fmla="*/ 3 h 424"/>
                <a:gd name="T72" fmla="*/ 0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0" y="424"/>
                  </a:moveTo>
                  <a:lnTo>
                    <a:pt x="0" y="424"/>
                  </a:lnTo>
                  <a:lnTo>
                    <a:pt x="26" y="422"/>
                  </a:lnTo>
                  <a:lnTo>
                    <a:pt x="51" y="416"/>
                  </a:lnTo>
                  <a:lnTo>
                    <a:pt x="75" y="406"/>
                  </a:lnTo>
                  <a:lnTo>
                    <a:pt x="96" y="390"/>
                  </a:lnTo>
                  <a:lnTo>
                    <a:pt x="119" y="373"/>
                  </a:lnTo>
                  <a:lnTo>
                    <a:pt x="139" y="351"/>
                  </a:lnTo>
                  <a:lnTo>
                    <a:pt x="157" y="326"/>
                  </a:lnTo>
                  <a:lnTo>
                    <a:pt x="175" y="299"/>
                  </a:lnTo>
                  <a:lnTo>
                    <a:pt x="191" y="269"/>
                  </a:lnTo>
                  <a:lnTo>
                    <a:pt x="205" y="236"/>
                  </a:lnTo>
                  <a:lnTo>
                    <a:pt x="217" y="202"/>
                  </a:lnTo>
                  <a:lnTo>
                    <a:pt x="228" y="163"/>
                  </a:lnTo>
                  <a:lnTo>
                    <a:pt x="236" y="125"/>
                  </a:lnTo>
                  <a:lnTo>
                    <a:pt x="242" y="86"/>
                  </a:lnTo>
                  <a:lnTo>
                    <a:pt x="245" y="42"/>
                  </a:lnTo>
                  <a:lnTo>
                    <a:pt x="246" y="0"/>
                  </a:lnTo>
                  <a:lnTo>
                    <a:pt x="235" y="0"/>
                  </a:lnTo>
                  <a:lnTo>
                    <a:pt x="233" y="42"/>
                  </a:lnTo>
                  <a:lnTo>
                    <a:pt x="230" y="83"/>
                  </a:lnTo>
                  <a:lnTo>
                    <a:pt x="224" y="123"/>
                  </a:lnTo>
                  <a:lnTo>
                    <a:pt x="216" y="161"/>
                  </a:lnTo>
                  <a:lnTo>
                    <a:pt x="205" y="197"/>
                  </a:lnTo>
                  <a:lnTo>
                    <a:pt x="194" y="231"/>
                  </a:lnTo>
                  <a:lnTo>
                    <a:pt x="180" y="264"/>
                  </a:lnTo>
                  <a:lnTo>
                    <a:pt x="166" y="292"/>
                  </a:lnTo>
                  <a:lnTo>
                    <a:pt x="148" y="319"/>
                  </a:lnTo>
                  <a:lnTo>
                    <a:pt x="129" y="344"/>
                  </a:lnTo>
                  <a:lnTo>
                    <a:pt x="109" y="364"/>
                  </a:lnTo>
                  <a:lnTo>
                    <a:pt x="89" y="381"/>
                  </a:lnTo>
                  <a:lnTo>
                    <a:pt x="68" y="394"/>
                  </a:lnTo>
                  <a:lnTo>
                    <a:pt x="46" y="405"/>
                  </a:lnTo>
                  <a:lnTo>
                    <a:pt x="24" y="410"/>
                  </a:lnTo>
                  <a:lnTo>
                    <a:pt x="0" y="413"/>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9792" name="Freeform 62"/>
            <p:cNvSpPr>
              <a:spLocks/>
            </p:cNvSpPr>
            <p:nvPr/>
          </p:nvSpPr>
          <p:spPr bwMode="auto">
            <a:xfrm>
              <a:off x="1343" y="2203"/>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2" y="42"/>
                  </a:lnTo>
                  <a:lnTo>
                    <a:pt x="5" y="86"/>
                  </a:lnTo>
                  <a:lnTo>
                    <a:pt x="11" y="125"/>
                  </a:lnTo>
                  <a:lnTo>
                    <a:pt x="19" y="163"/>
                  </a:lnTo>
                  <a:lnTo>
                    <a:pt x="30" y="202"/>
                  </a:lnTo>
                  <a:lnTo>
                    <a:pt x="41" y="236"/>
                  </a:lnTo>
                  <a:lnTo>
                    <a:pt x="56" y="269"/>
                  </a:lnTo>
                  <a:lnTo>
                    <a:pt x="72" y="299"/>
                  </a:lnTo>
                  <a:lnTo>
                    <a:pt x="90" y="326"/>
                  </a:lnTo>
                  <a:lnTo>
                    <a:pt x="108" y="351"/>
                  </a:lnTo>
                  <a:lnTo>
                    <a:pt x="127" y="373"/>
                  </a:lnTo>
                  <a:lnTo>
                    <a:pt x="149" y="390"/>
                  </a:lnTo>
                  <a:lnTo>
                    <a:pt x="172" y="406"/>
                  </a:lnTo>
                  <a:lnTo>
                    <a:pt x="195" y="416"/>
                  </a:lnTo>
                  <a:lnTo>
                    <a:pt x="220" y="422"/>
                  </a:lnTo>
                  <a:lnTo>
                    <a:pt x="245" y="424"/>
                  </a:lnTo>
                  <a:lnTo>
                    <a:pt x="245" y="413"/>
                  </a:lnTo>
                  <a:lnTo>
                    <a:pt x="222" y="410"/>
                  </a:lnTo>
                  <a:lnTo>
                    <a:pt x="200" y="405"/>
                  </a:lnTo>
                  <a:lnTo>
                    <a:pt x="179" y="394"/>
                  </a:lnTo>
                  <a:lnTo>
                    <a:pt x="156" y="381"/>
                  </a:lnTo>
                  <a:lnTo>
                    <a:pt x="136" y="364"/>
                  </a:lnTo>
                  <a:lnTo>
                    <a:pt x="118" y="344"/>
                  </a:lnTo>
                  <a:lnTo>
                    <a:pt x="99" y="319"/>
                  </a:lnTo>
                  <a:lnTo>
                    <a:pt x="81" y="292"/>
                  </a:lnTo>
                  <a:lnTo>
                    <a:pt x="67" y="264"/>
                  </a:lnTo>
                  <a:lnTo>
                    <a:pt x="53" y="231"/>
                  </a:lnTo>
                  <a:lnTo>
                    <a:pt x="41" y="197"/>
                  </a:lnTo>
                  <a:lnTo>
                    <a:pt x="31" y="161"/>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9793" name="Freeform 63"/>
            <p:cNvSpPr>
              <a:spLocks/>
            </p:cNvSpPr>
            <p:nvPr/>
          </p:nvSpPr>
          <p:spPr bwMode="auto">
            <a:xfrm>
              <a:off x="1343" y="2118"/>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1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20" y="3"/>
                  </a:lnTo>
                  <a:lnTo>
                    <a:pt x="195" y="9"/>
                  </a:lnTo>
                  <a:lnTo>
                    <a:pt x="172" y="19"/>
                  </a:lnTo>
                  <a:lnTo>
                    <a:pt x="149" y="34"/>
                  </a:lnTo>
                  <a:lnTo>
                    <a:pt x="127" y="53"/>
                  </a:lnTo>
                  <a:lnTo>
                    <a:pt x="108" y="75"/>
                  </a:lnTo>
                  <a:lnTo>
                    <a:pt x="90" y="99"/>
                  </a:lnTo>
                  <a:lnTo>
                    <a:pt x="71" y="126"/>
                  </a:lnTo>
                  <a:lnTo>
                    <a:pt x="56" y="158"/>
                  </a:lnTo>
                  <a:lnTo>
                    <a:pt x="41" y="190"/>
                  </a:lnTo>
                  <a:lnTo>
                    <a:pt x="30" y="224"/>
                  </a:lnTo>
                  <a:lnTo>
                    <a:pt x="19" y="262"/>
                  </a:lnTo>
                  <a:lnTo>
                    <a:pt x="11" y="301"/>
                  </a:lnTo>
                  <a:lnTo>
                    <a:pt x="5" y="340"/>
                  </a:lnTo>
                  <a:lnTo>
                    <a:pt x="2" y="384"/>
                  </a:lnTo>
                  <a:lnTo>
                    <a:pt x="0" y="426"/>
                  </a:lnTo>
                  <a:lnTo>
                    <a:pt x="12" y="426"/>
                  </a:lnTo>
                  <a:lnTo>
                    <a:pt x="13" y="384"/>
                  </a:lnTo>
                  <a:lnTo>
                    <a:pt x="17" y="343"/>
                  </a:lnTo>
                  <a:lnTo>
                    <a:pt x="23" y="303"/>
                  </a:lnTo>
                  <a:lnTo>
                    <a:pt x="31" y="264"/>
                  </a:lnTo>
                  <a:lnTo>
                    <a:pt x="41" y="229"/>
                  </a:lnTo>
                  <a:lnTo>
                    <a:pt x="53" y="195"/>
                  </a:lnTo>
                  <a:lnTo>
                    <a:pt x="67" y="162"/>
                  </a:lnTo>
                  <a:lnTo>
                    <a:pt x="82" y="133"/>
                  </a:lnTo>
                  <a:lnTo>
                    <a:pt x="99" y="106"/>
                  </a:lnTo>
                  <a:lnTo>
                    <a:pt x="118" y="83"/>
                  </a:lnTo>
                  <a:lnTo>
                    <a:pt x="136" y="63"/>
                  </a:lnTo>
                  <a:lnTo>
                    <a:pt x="156" y="44"/>
                  </a:lnTo>
                  <a:lnTo>
                    <a:pt x="179" y="31"/>
                  </a:lnTo>
                  <a:lnTo>
                    <a:pt x="200" y="20"/>
                  </a:lnTo>
                  <a:lnTo>
                    <a:pt x="222" y="15"/>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9794" name="Freeform 64"/>
            <p:cNvSpPr>
              <a:spLocks/>
            </p:cNvSpPr>
            <p:nvPr/>
          </p:nvSpPr>
          <p:spPr bwMode="auto">
            <a:xfrm>
              <a:off x="1384" y="1859"/>
              <a:ext cx="49" cy="84"/>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1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3" y="382"/>
                  </a:lnTo>
                  <a:lnTo>
                    <a:pt x="240" y="339"/>
                  </a:lnTo>
                  <a:lnTo>
                    <a:pt x="234" y="299"/>
                  </a:lnTo>
                  <a:lnTo>
                    <a:pt x="226" y="261"/>
                  </a:lnTo>
                  <a:lnTo>
                    <a:pt x="215" y="222"/>
                  </a:lnTo>
                  <a:lnTo>
                    <a:pt x="204" y="188"/>
                  </a:lnTo>
                  <a:lnTo>
                    <a:pt x="189" y="156"/>
                  </a:lnTo>
                  <a:lnTo>
                    <a:pt x="173" y="125"/>
                  </a:lnTo>
                  <a:lnTo>
                    <a:pt x="155" y="98"/>
                  </a:lnTo>
                  <a:lnTo>
                    <a:pt x="138" y="74"/>
                  </a:lnTo>
                  <a:lnTo>
                    <a:pt x="118" y="51"/>
                  </a:lnTo>
                  <a:lnTo>
                    <a:pt x="96" y="34"/>
                  </a:lnTo>
                  <a:lnTo>
                    <a:pt x="73" y="18"/>
                  </a:lnTo>
                  <a:lnTo>
                    <a:pt x="50" y="8"/>
                  </a:lnTo>
                  <a:lnTo>
                    <a:pt x="25" y="2"/>
                  </a:lnTo>
                  <a:lnTo>
                    <a:pt x="0" y="0"/>
                  </a:lnTo>
                  <a:lnTo>
                    <a:pt x="0" y="11"/>
                  </a:lnTo>
                  <a:lnTo>
                    <a:pt x="23" y="14"/>
                  </a:lnTo>
                  <a:lnTo>
                    <a:pt x="45" y="20"/>
                  </a:lnTo>
                  <a:lnTo>
                    <a:pt x="66" y="30"/>
                  </a:lnTo>
                  <a:lnTo>
                    <a:pt x="89" y="43"/>
                  </a:lnTo>
                  <a:lnTo>
                    <a:pt x="109" y="61"/>
                  </a:lnTo>
                  <a:lnTo>
                    <a:pt x="129" y="81"/>
                  </a:lnTo>
                  <a:lnTo>
                    <a:pt x="146" y="105"/>
                  </a:lnTo>
                  <a:lnTo>
                    <a:pt x="164" y="132"/>
                  </a:lnTo>
                  <a:lnTo>
                    <a:pt x="178" y="160"/>
                  </a:lnTo>
                  <a:lnTo>
                    <a:pt x="192" y="193"/>
                  </a:lnTo>
                  <a:lnTo>
                    <a:pt x="204" y="227"/>
                  </a:lnTo>
                  <a:lnTo>
                    <a:pt x="214" y="264"/>
                  </a:lnTo>
                  <a:lnTo>
                    <a:pt x="222" y="301"/>
                  </a:lnTo>
                  <a:lnTo>
                    <a:pt x="228"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9795" name="Freeform 65"/>
            <p:cNvSpPr>
              <a:spLocks/>
            </p:cNvSpPr>
            <p:nvPr/>
          </p:nvSpPr>
          <p:spPr bwMode="auto">
            <a:xfrm>
              <a:off x="1384" y="1943"/>
              <a:ext cx="49" cy="86"/>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5" y="423"/>
                  </a:lnTo>
                  <a:lnTo>
                    <a:pt x="50" y="418"/>
                  </a:lnTo>
                  <a:lnTo>
                    <a:pt x="73" y="407"/>
                  </a:lnTo>
                  <a:lnTo>
                    <a:pt x="96" y="392"/>
                  </a:lnTo>
                  <a:lnTo>
                    <a:pt x="118" y="374"/>
                  </a:lnTo>
                  <a:lnTo>
                    <a:pt x="138" y="352"/>
                  </a:lnTo>
                  <a:lnTo>
                    <a:pt x="155" y="327"/>
                  </a:lnTo>
                  <a:lnTo>
                    <a:pt x="174" y="300"/>
                  </a:lnTo>
                  <a:lnTo>
                    <a:pt x="189" y="269"/>
                  </a:lnTo>
                  <a:lnTo>
                    <a:pt x="204" y="237"/>
                  </a:lnTo>
                  <a:lnTo>
                    <a:pt x="215" y="202"/>
                  </a:lnTo>
                  <a:lnTo>
                    <a:pt x="226" y="164"/>
                  </a:lnTo>
                  <a:lnTo>
                    <a:pt x="234" y="126"/>
                  </a:lnTo>
                  <a:lnTo>
                    <a:pt x="240" y="86"/>
                  </a:lnTo>
                  <a:lnTo>
                    <a:pt x="243" y="42"/>
                  </a:lnTo>
                  <a:lnTo>
                    <a:pt x="245" y="0"/>
                  </a:lnTo>
                  <a:lnTo>
                    <a:pt x="233" y="0"/>
                  </a:lnTo>
                  <a:lnTo>
                    <a:pt x="232" y="42"/>
                  </a:lnTo>
                  <a:lnTo>
                    <a:pt x="228" y="83"/>
                  </a:lnTo>
                  <a:lnTo>
                    <a:pt x="222" y="123"/>
                  </a:lnTo>
                  <a:lnTo>
                    <a:pt x="214" y="162"/>
                  </a:lnTo>
                  <a:lnTo>
                    <a:pt x="204" y="197"/>
                  </a:lnTo>
                  <a:lnTo>
                    <a:pt x="192" y="232"/>
                  </a:lnTo>
                  <a:lnTo>
                    <a:pt x="178" y="264"/>
                  </a:lnTo>
                  <a:lnTo>
                    <a:pt x="163" y="293"/>
                  </a:lnTo>
                  <a:lnTo>
                    <a:pt x="146" y="320"/>
                  </a:lnTo>
                  <a:lnTo>
                    <a:pt x="129" y="345"/>
                  </a:lnTo>
                  <a:lnTo>
                    <a:pt x="109" y="365"/>
                  </a:lnTo>
                  <a:lnTo>
                    <a:pt x="89" y="382"/>
                  </a:lnTo>
                  <a:lnTo>
                    <a:pt x="66" y="395"/>
                  </a:lnTo>
                  <a:lnTo>
                    <a:pt x="45" y="406"/>
                  </a:lnTo>
                  <a:lnTo>
                    <a:pt x="23"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9796" name="Freeform 66"/>
            <p:cNvSpPr>
              <a:spLocks/>
            </p:cNvSpPr>
            <p:nvPr/>
          </p:nvSpPr>
          <p:spPr bwMode="auto">
            <a:xfrm>
              <a:off x="1335" y="1943"/>
              <a:ext cx="49" cy="86"/>
            </a:xfrm>
            <a:custGeom>
              <a:avLst/>
              <a:gdLst>
                <a:gd name="T0" fmla="*/ 0 w 246"/>
                <a:gd name="T1" fmla="*/ 0 h 426"/>
                <a:gd name="T2" fmla="*/ 0 w 246"/>
                <a:gd name="T3" fmla="*/ 0 h 426"/>
                <a:gd name="T4" fmla="*/ 0 w 246"/>
                <a:gd name="T5" fmla="*/ 0 h 426"/>
                <a:gd name="T6" fmla="*/ 0 w 246"/>
                <a:gd name="T7" fmla="*/ 1 h 426"/>
                <a:gd name="T8" fmla="*/ 0 w 246"/>
                <a:gd name="T9" fmla="*/ 1 h 426"/>
                <a:gd name="T10" fmla="*/ 0 w 246"/>
                <a:gd name="T11" fmla="*/ 1 h 426"/>
                <a:gd name="T12" fmla="*/ 0 w 246"/>
                <a:gd name="T13" fmla="*/ 2 h 426"/>
                <a:gd name="T14" fmla="*/ 0 w 246"/>
                <a:gd name="T15" fmla="*/ 2 h 426"/>
                <a:gd name="T16" fmla="*/ 0 w 246"/>
                <a:gd name="T17" fmla="*/ 2 h 426"/>
                <a:gd name="T18" fmla="*/ 1 w 246"/>
                <a:gd name="T19" fmla="*/ 2 h 426"/>
                <a:gd name="T20" fmla="*/ 1 w 246"/>
                <a:gd name="T21" fmla="*/ 3 h 426"/>
                <a:gd name="T22" fmla="*/ 1 w 246"/>
                <a:gd name="T23" fmla="*/ 3 h 426"/>
                <a:gd name="T24" fmla="*/ 1 w 246"/>
                <a:gd name="T25" fmla="*/ 3 h 426"/>
                <a:gd name="T26" fmla="*/ 1 w 246"/>
                <a:gd name="T27" fmla="*/ 3 h 426"/>
                <a:gd name="T28" fmla="*/ 1 w 246"/>
                <a:gd name="T29" fmla="*/ 3 h 426"/>
                <a:gd name="T30" fmla="*/ 2 w 246"/>
                <a:gd name="T31" fmla="*/ 3 h 426"/>
                <a:gd name="T32" fmla="*/ 2 w 246"/>
                <a:gd name="T33" fmla="*/ 3 h 426"/>
                <a:gd name="T34" fmla="*/ 2 w 246"/>
                <a:gd name="T35" fmla="*/ 3 h 426"/>
                <a:gd name="T36" fmla="*/ 2 w 246"/>
                <a:gd name="T37" fmla="*/ 3 h 426"/>
                <a:gd name="T38" fmla="*/ 2 w 246"/>
                <a:gd name="T39" fmla="*/ 3 h 426"/>
                <a:gd name="T40" fmla="*/ 2 w 246"/>
                <a:gd name="T41" fmla="*/ 3 h 426"/>
                <a:gd name="T42" fmla="*/ 1 w 246"/>
                <a:gd name="T43" fmla="*/ 3 h 426"/>
                <a:gd name="T44" fmla="*/ 1 w 246"/>
                <a:gd name="T45" fmla="*/ 3 h 426"/>
                <a:gd name="T46" fmla="*/ 1 w 246"/>
                <a:gd name="T47" fmla="*/ 3 h 426"/>
                <a:gd name="T48" fmla="*/ 1 w 246"/>
                <a:gd name="T49" fmla="*/ 3 h 426"/>
                <a:gd name="T50" fmla="*/ 1 w 246"/>
                <a:gd name="T51" fmla="*/ 3 h 426"/>
                <a:gd name="T52" fmla="*/ 1 w 246"/>
                <a:gd name="T53" fmla="*/ 2 h 426"/>
                <a:gd name="T54" fmla="*/ 1 w 246"/>
                <a:gd name="T55" fmla="*/ 2 h 426"/>
                <a:gd name="T56" fmla="*/ 0 w 246"/>
                <a:gd name="T57" fmla="*/ 2 h 426"/>
                <a:gd name="T58" fmla="*/ 0 w 246"/>
                <a:gd name="T59" fmla="*/ 2 h 426"/>
                <a:gd name="T60" fmla="*/ 0 w 246"/>
                <a:gd name="T61" fmla="*/ 1 h 426"/>
                <a:gd name="T62" fmla="*/ 0 w 246"/>
                <a:gd name="T63" fmla="*/ 1 h 426"/>
                <a:gd name="T64" fmla="*/ 0 w 246"/>
                <a:gd name="T65" fmla="*/ 1 h 426"/>
                <a:gd name="T66" fmla="*/ 0 w 246"/>
                <a:gd name="T67" fmla="*/ 0 h 426"/>
                <a:gd name="T68" fmla="*/ 0 w 246"/>
                <a:gd name="T69" fmla="*/ 0 h 426"/>
                <a:gd name="T70" fmla="*/ 0 w 246"/>
                <a:gd name="T71" fmla="*/ 0 h 426"/>
                <a:gd name="T72" fmla="*/ 0 w 246"/>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0"/>
                  </a:moveTo>
                  <a:lnTo>
                    <a:pt x="0" y="0"/>
                  </a:lnTo>
                  <a:lnTo>
                    <a:pt x="1" y="42"/>
                  </a:lnTo>
                  <a:lnTo>
                    <a:pt x="4" y="86"/>
                  </a:lnTo>
                  <a:lnTo>
                    <a:pt x="10" y="126"/>
                  </a:lnTo>
                  <a:lnTo>
                    <a:pt x="18" y="164"/>
                  </a:lnTo>
                  <a:lnTo>
                    <a:pt x="29" y="202"/>
                  </a:lnTo>
                  <a:lnTo>
                    <a:pt x="41" y="237"/>
                  </a:lnTo>
                  <a:lnTo>
                    <a:pt x="55" y="269"/>
                  </a:lnTo>
                  <a:lnTo>
                    <a:pt x="71" y="300"/>
                  </a:lnTo>
                  <a:lnTo>
                    <a:pt x="89" y="327"/>
                  </a:lnTo>
                  <a:lnTo>
                    <a:pt x="107" y="352"/>
                  </a:lnTo>
                  <a:lnTo>
                    <a:pt x="127" y="374"/>
                  </a:lnTo>
                  <a:lnTo>
                    <a:pt x="150" y="392"/>
                  </a:lnTo>
                  <a:lnTo>
                    <a:pt x="171" y="407"/>
                  </a:lnTo>
                  <a:lnTo>
                    <a:pt x="195" y="418"/>
                  </a:lnTo>
                  <a:lnTo>
                    <a:pt x="220" y="423"/>
                  </a:lnTo>
                  <a:lnTo>
                    <a:pt x="246" y="426"/>
                  </a:lnTo>
                  <a:lnTo>
                    <a:pt x="246" y="414"/>
                  </a:lnTo>
                  <a:lnTo>
                    <a:pt x="222" y="412"/>
                  </a:lnTo>
                  <a:lnTo>
                    <a:pt x="200" y="406"/>
                  </a:lnTo>
                  <a:lnTo>
                    <a:pt x="178" y="395"/>
                  </a:lnTo>
                  <a:lnTo>
                    <a:pt x="157" y="382"/>
                  </a:lnTo>
                  <a:lnTo>
                    <a:pt x="137" y="365"/>
                  </a:lnTo>
                  <a:lnTo>
                    <a:pt x="117" y="345"/>
                  </a:lnTo>
                  <a:lnTo>
                    <a:pt x="98" y="320"/>
                  </a:lnTo>
                  <a:lnTo>
                    <a:pt x="83" y="293"/>
                  </a:lnTo>
                  <a:lnTo>
                    <a:pt x="66" y="264"/>
                  </a:lnTo>
                  <a:lnTo>
                    <a:pt x="52" y="232"/>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9797" name="Freeform 67"/>
            <p:cNvSpPr>
              <a:spLocks/>
            </p:cNvSpPr>
            <p:nvPr/>
          </p:nvSpPr>
          <p:spPr bwMode="auto">
            <a:xfrm>
              <a:off x="1335" y="1859"/>
              <a:ext cx="49" cy="84"/>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1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0" y="2"/>
                  </a:lnTo>
                  <a:lnTo>
                    <a:pt x="195" y="8"/>
                  </a:lnTo>
                  <a:lnTo>
                    <a:pt x="171" y="18"/>
                  </a:lnTo>
                  <a:lnTo>
                    <a:pt x="150" y="34"/>
                  </a:lnTo>
                  <a:lnTo>
                    <a:pt x="127" y="51"/>
                  </a:lnTo>
                  <a:lnTo>
                    <a:pt x="107" y="74"/>
                  </a:lnTo>
                  <a:lnTo>
                    <a:pt x="89" y="98"/>
                  </a:lnTo>
                  <a:lnTo>
                    <a:pt x="72" y="125"/>
                  </a:lnTo>
                  <a:lnTo>
                    <a:pt x="55" y="156"/>
                  </a:lnTo>
                  <a:lnTo>
                    <a:pt x="41" y="188"/>
                  </a:lnTo>
                  <a:lnTo>
                    <a:pt x="29" y="222"/>
                  </a:lnTo>
                  <a:lnTo>
                    <a:pt x="18" y="261"/>
                  </a:lnTo>
                  <a:lnTo>
                    <a:pt x="10" y="299"/>
                  </a:lnTo>
                  <a:lnTo>
                    <a:pt x="4" y="339"/>
                  </a:lnTo>
                  <a:lnTo>
                    <a:pt x="1" y="382"/>
                  </a:lnTo>
                  <a:lnTo>
                    <a:pt x="0" y="424"/>
                  </a:lnTo>
                  <a:lnTo>
                    <a:pt x="11" y="424"/>
                  </a:lnTo>
                  <a:lnTo>
                    <a:pt x="13" y="382"/>
                  </a:lnTo>
                  <a:lnTo>
                    <a:pt x="16" y="341"/>
                  </a:lnTo>
                  <a:lnTo>
                    <a:pt x="22" y="301"/>
                  </a:lnTo>
                  <a:lnTo>
                    <a:pt x="30" y="264"/>
                  </a:lnTo>
                  <a:lnTo>
                    <a:pt x="41" y="227"/>
                  </a:lnTo>
                  <a:lnTo>
                    <a:pt x="52" y="193"/>
                  </a:lnTo>
                  <a:lnTo>
                    <a:pt x="66" y="160"/>
                  </a:lnTo>
                  <a:lnTo>
                    <a:pt x="82" y="132"/>
                  </a:lnTo>
                  <a:lnTo>
                    <a:pt x="98" y="105"/>
                  </a:lnTo>
                  <a:lnTo>
                    <a:pt x="117" y="81"/>
                  </a:lnTo>
                  <a:lnTo>
                    <a:pt x="137" y="61"/>
                  </a:lnTo>
                  <a:lnTo>
                    <a:pt x="157" y="43"/>
                  </a:lnTo>
                  <a:lnTo>
                    <a:pt x="178" y="30"/>
                  </a:lnTo>
                  <a:lnTo>
                    <a:pt x="200" y="20"/>
                  </a:lnTo>
                  <a:lnTo>
                    <a:pt x="222" y="14"/>
                  </a:lnTo>
                  <a:lnTo>
                    <a:pt x="246" y="11"/>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9798" name="Freeform 68"/>
            <p:cNvSpPr>
              <a:spLocks/>
            </p:cNvSpPr>
            <p:nvPr/>
          </p:nvSpPr>
          <p:spPr bwMode="auto">
            <a:xfrm>
              <a:off x="1552" y="1751"/>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1" y="339"/>
                  </a:lnTo>
                  <a:lnTo>
                    <a:pt x="235" y="299"/>
                  </a:lnTo>
                  <a:lnTo>
                    <a:pt x="226" y="261"/>
                  </a:lnTo>
                  <a:lnTo>
                    <a:pt x="216" y="223"/>
                  </a:lnTo>
                  <a:lnTo>
                    <a:pt x="204" y="189"/>
                  </a:lnTo>
                  <a:lnTo>
                    <a:pt x="190" y="156"/>
                  </a:lnTo>
                  <a:lnTo>
                    <a:pt x="174" y="125"/>
                  </a:lnTo>
                  <a:lnTo>
                    <a:pt x="156" y="98"/>
                  </a:lnTo>
                  <a:lnTo>
                    <a:pt x="137" y="74"/>
                  </a:lnTo>
                  <a:lnTo>
                    <a:pt x="119" y="52"/>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8" y="81"/>
                  </a:lnTo>
                  <a:lnTo>
                    <a:pt x="147" y="105"/>
                  </a:lnTo>
                  <a:lnTo>
                    <a:pt x="164" y="132"/>
                  </a:lnTo>
                  <a:lnTo>
                    <a:pt x="178" y="161"/>
                  </a:lnTo>
                  <a:lnTo>
                    <a:pt x="193" y="193"/>
                  </a:lnTo>
                  <a:lnTo>
                    <a:pt x="204" y="227"/>
                  </a:lnTo>
                  <a:lnTo>
                    <a:pt x="215" y="264"/>
                  </a:lnTo>
                  <a:lnTo>
                    <a:pt x="223" y="301"/>
                  </a:lnTo>
                  <a:lnTo>
                    <a:pt x="229" y="341"/>
                  </a:lnTo>
                  <a:lnTo>
                    <a:pt x="232" y="382"/>
                  </a:lnTo>
                  <a:lnTo>
                    <a:pt x="234"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9799" name="Freeform 69"/>
            <p:cNvSpPr>
              <a:spLocks/>
            </p:cNvSpPr>
            <p:nvPr/>
          </p:nvSpPr>
          <p:spPr bwMode="auto">
            <a:xfrm>
              <a:off x="1552" y="1836"/>
              <a:ext cx="49" cy="85"/>
            </a:xfrm>
            <a:custGeom>
              <a:avLst/>
              <a:gdLst>
                <a:gd name="T0" fmla="*/ 0 w 245"/>
                <a:gd name="T1" fmla="*/ 3 h 425"/>
                <a:gd name="T2" fmla="*/ 0 w 245"/>
                <a:gd name="T3" fmla="*/ 3 h 425"/>
                <a:gd name="T4" fmla="*/ 0 w 245"/>
                <a:gd name="T5" fmla="*/ 3 h 425"/>
                <a:gd name="T6" fmla="*/ 0 w 245"/>
                <a:gd name="T7" fmla="*/ 3 h 425"/>
                <a:gd name="T8" fmla="*/ 1 w 245"/>
                <a:gd name="T9" fmla="*/ 3 h 425"/>
                <a:gd name="T10" fmla="*/ 1 w 245"/>
                <a:gd name="T11" fmla="*/ 3 h 425"/>
                <a:gd name="T12" fmla="*/ 1 w 245"/>
                <a:gd name="T13" fmla="*/ 3 h 425"/>
                <a:gd name="T14" fmla="*/ 1 w 245"/>
                <a:gd name="T15" fmla="*/ 3 h 425"/>
                <a:gd name="T16" fmla="*/ 1 w 245"/>
                <a:gd name="T17" fmla="*/ 3 h 425"/>
                <a:gd name="T18" fmla="*/ 1 w 245"/>
                <a:gd name="T19" fmla="*/ 2 h 425"/>
                <a:gd name="T20" fmla="*/ 2 w 245"/>
                <a:gd name="T21" fmla="*/ 2 h 425"/>
                <a:gd name="T22" fmla="*/ 2 w 245"/>
                <a:gd name="T23" fmla="*/ 2 h 425"/>
                <a:gd name="T24" fmla="*/ 2 w 245"/>
                <a:gd name="T25" fmla="*/ 2 h 425"/>
                <a:gd name="T26" fmla="*/ 2 w 245"/>
                <a:gd name="T27" fmla="*/ 1 h 425"/>
                <a:gd name="T28" fmla="*/ 2 w 245"/>
                <a:gd name="T29" fmla="*/ 1 h 425"/>
                <a:gd name="T30" fmla="*/ 2 w 245"/>
                <a:gd name="T31" fmla="*/ 1 h 425"/>
                <a:gd name="T32" fmla="*/ 2 w 245"/>
                <a:gd name="T33" fmla="*/ 0 h 425"/>
                <a:gd name="T34" fmla="*/ 2 w 245"/>
                <a:gd name="T35" fmla="*/ 0 h 425"/>
                <a:gd name="T36" fmla="*/ 2 w 245"/>
                <a:gd name="T37" fmla="*/ 0 h 425"/>
                <a:gd name="T38" fmla="*/ 2 w 245"/>
                <a:gd name="T39" fmla="*/ 0 h 425"/>
                <a:gd name="T40" fmla="*/ 2 w 245"/>
                <a:gd name="T41" fmla="*/ 1 h 425"/>
                <a:gd name="T42" fmla="*/ 2 w 245"/>
                <a:gd name="T43" fmla="*/ 1 h 425"/>
                <a:gd name="T44" fmla="*/ 2 w 245"/>
                <a:gd name="T45" fmla="*/ 1 h 425"/>
                <a:gd name="T46" fmla="*/ 2 w 245"/>
                <a:gd name="T47" fmla="*/ 2 h 425"/>
                <a:gd name="T48" fmla="*/ 2 w 245"/>
                <a:gd name="T49" fmla="*/ 2 h 425"/>
                <a:gd name="T50" fmla="*/ 1 w 245"/>
                <a:gd name="T51" fmla="*/ 2 h 425"/>
                <a:gd name="T52" fmla="*/ 1 w 245"/>
                <a:gd name="T53" fmla="*/ 2 h 425"/>
                <a:gd name="T54" fmla="*/ 1 w 245"/>
                <a:gd name="T55" fmla="*/ 3 h 425"/>
                <a:gd name="T56" fmla="*/ 1 w 245"/>
                <a:gd name="T57" fmla="*/ 3 h 425"/>
                <a:gd name="T58" fmla="*/ 1 w 245"/>
                <a:gd name="T59" fmla="*/ 3 h 425"/>
                <a:gd name="T60" fmla="*/ 1 w 245"/>
                <a:gd name="T61" fmla="*/ 3 h 425"/>
                <a:gd name="T62" fmla="*/ 1 w 245"/>
                <a:gd name="T63" fmla="*/ 3 h 425"/>
                <a:gd name="T64" fmla="*/ 0 w 245"/>
                <a:gd name="T65" fmla="*/ 3 h 425"/>
                <a:gd name="T66" fmla="*/ 0 w 245"/>
                <a:gd name="T67" fmla="*/ 3 h 425"/>
                <a:gd name="T68" fmla="*/ 0 w 245"/>
                <a:gd name="T69" fmla="*/ 3 h 425"/>
                <a:gd name="T70" fmla="*/ 0 w 245"/>
                <a:gd name="T71" fmla="*/ 3 h 425"/>
                <a:gd name="T72" fmla="*/ 0 w 245"/>
                <a:gd name="T73" fmla="*/ 3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5"/>
                <a:gd name="T113" fmla="*/ 245 w 245"/>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5">
                  <a:moveTo>
                    <a:pt x="0" y="425"/>
                  </a:moveTo>
                  <a:lnTo>
                    <a:pt x="0" y="425"/>
                  </a:lnTo>
                  <a:lnTo>
                    <a:pt x="26" y="422"/>
                  </a:lnTo>
                  <a:lnTo>
                    <a:pt x="51" y="417"/>
                  </a:lnTo>
                  <a:lnTo>
                    <a:pt x="74" y="406"/>
                  </a:lnTo>
                  <a:lnTo>
                    <a:pt x="96" y="391"/>
                  </a:lnTo>
                  <a:lnTo>
                    <a:pt x="119" y="373"/>
                  </a:lnTo>
                  <a:lnTo>
                    <a:pt x="137" y="351"/>
                  </a:lnTo>
                  <a:lnTo>
                    <a:pt x="156" y="326"/>
                  </a:lnTo>
                  <a:lnTo>
                    <a:pt x="174" y="299"/>
                  </a:lnTo>
                  <a:lnTo>
                    <a:pt x="190" y="269"/>
                  </a:lnTo>
                  <a:lnTo>
                    <a:pt x="204" y="236"/>
                  </a:lnTo>
                  <a:lnTo>
                    <a:pt x="216" y="202"/>
                  </a:lnTo>
                  <a:lnTo>
                    <a:pt x="226" y="163"/>
                  </a:lnTo>
                  <a:lnTo>
                    <a:pt x="235" y="126"/>
                  </a:lnTo>
                  <a:lnTo>
                    <a:pt x="241" y="86"/>
                  </a:lnTo>
                  <a:lnTo>
                    <a:pt x="244" y="43"/>
                  </a:lnTo>
                  <a:lnTo>
                    <a:pt x="245" y="0"/>
                  </a:lnTo>
                  <a:lnTo>
                    <a:pt x="234" y="0"/>
                  </a:lnTo>
                  <a:lnTo>
                    <a:pt x="232" y="43"/>
                  </a:lnTo>
                  <a:lnTo>
                    <a:pt x="229" y="84"/>
                  </a:lnTo>
                  <a:lnTo>
                    <a:pt x="223" y="123"/>
                  </a:lnTo>
                  <a:lnTo>
                    <a:pt x="215" y="161"/>
                  </a:lnTo>
                  <a:lnTo>
                    <a:pt x="204" y="197"/>
                  </a:lnTo>
                  <a:lnTo>
                    <a:pt x="193" y="231"/>
                  </a:lnTo>
                  <a:lnTo>
                    <a:pt x="178" y="264"/>
                  </a:lnTo>
                  <a:lnTo>
                    <a:pt x="164" y="292"/>
                  </a:lnTo>
                  <a:lnTo>
                    <a:pt x="147" y="319"/>
                  </a:lnTo>
                  <a:lnTo>
                    <a:pt x="128" y="344"/>
                  </a:lnTo>
                  <a:lnTo>
                    <a:pt x="109" y="364"/>
                  </a:lnTo>
                  <a:lnTo>
                    <a:pt x="89" y="381"/>
                  </a:lnTo>
                  <a:lnTo>
                    <a:pt x="67" y="394"/>
                  </a:lnTo>
                  <a:lnTo>
                    <a:pt x="46" y="405"/>
                  </a:lnTo>
                  <a:lnTo>
                    <a:pt x="24" y="411"/>
                  </a:lnTo>
                  <a:lnTo>
                    <a:pt x="0" y="413"/>
                  </a:lnTo>
                  <a:lnTo>
                    <a:pt x="0" y="425"/>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9800" name="Freeform 70"/>
            <p:cNvSpPr>
              <a:spLocks/>
            </p:cNvSpPr>
            <p:nvPr/>
          </p:nvSpPr>
          <p:spPr bwMode="auto">
            <a:xfrm>
              <a:off x="1502" y="1836"/>
              <a:ext cx="50" cy="85"/>
            </a:xfrm>
            <a:custGeom>
              <a:avLst/>
              <a:gdLst>
                <a:gd name="T0" fmla="*/ 0 w 246"/>
                <a:gd name="T1" fmla="*/ 0 h 425"/>
                <a:gd name="T2" fmla="*/ 0 w 246"/>
                <a:gd name="T3" fmla="*/ 0 h 425"/>
                <a:gd name="T4" fmla="*/ 0 w 246"/>
                <a:gd name="T5" fmla="*/ 0 h 425"/>
                <a:gd name="T6" fmla="*/ 0 w 246"/>
                <a:gd name="T7" fmla="*/ 1 h 425"/>
                <a:gd name="T8" fmla="*/ 0 w 246"/>
                <a:gd name="T9" fmla="*/ 1 h 425"/>
                <a:gd name="T10" fmla="*/ 0 w 246"/>
                <a:gd name="T11" fmla="*/ 1 h 425"/>
                <a:gd name="T12" fmla="*/ 0 w 246"/>
                <a:gd name="T13" fmla="*/ 2 h 425"/>
                <a:gd name="T14" fmla="*/ 0 w 246"/>
                <a:gd name="T15" fmla="*/ 2 h 425"/>
                <a:gd name="T16" fmla="*/ 0 w 246"/>
                <a:gd name="T17" fmla="*/ 2 h 425"/>
                <a:gd name="T18" fmla="*/ 1 w 246"/>
                <a:gd name="T19" fmla="*/ 2 h 425"/>
                <a:gd name="T20" fmla="*/ 1 w 246"/>
                <a:gd name="T21" fmla="*/ 3 h 425"/>
                <a:gd name="T22" fmla="*/ 1 w 246"/>
                <a:gd name="T23" fmla="*/ 3 h 425"/>
                <a:gd name="T24" fmla="*/ 1 w 246"/>
                <a:gd name="T25" fmla="*/ 3 h 425"/>
                <a:gd name="T26" fmla="*/ 1 w 246"/>
                <a:gd name="T27" fmla="*/ 3 h 425"/>
                <a:gd name="T28" fmla="*/ 1 w 246"/>
                <a:gd name="T29" fmla="*/ 3 h 425"/>
                <a:gd name="T30" fmla="*/ 2 w 246"/>
                <a:gd name="T31" fmla="*/ 3 h 425"/>
                <a:gd name="T32" fmla="*/ 2 w 246"/>
                <a:gd name="T33" fmla="*/ 3 h 425"/>
                <a:gd name="T34" fmla="*/ 2 w 246"/>
                <a:gd name="T35" fmla="*/ 3 h 425"/>
                <a:gd name="T36" fmla="*/ 2 w 246"/>
                <a:gd name="T37" fmla="*/ 3 h 425"/>
                <a:gd name="T38" fmla="*/ 2 w 246"/>
                <a:gd name="T39" fmla="*/ 3 h 425"/>
                <a:gd name="T40" fmla="*/ 2 w 246"/>
                <a:gd name="T41" fmla="*/ 3 h 425"/>
                <a:gd name="T42" fmla="*/ 1 w 246"/>
                <a:gd name="T43" fmla="*/ 3 h 425"/>
                <a:gd name="T44" fmla="*/ 1 w 246"/>
                <a:gd name="T45" fmla="*/ 3 h 425"/>
                <a:gd name="T46" fmla="*/ 1 w 246"/>
                <a:gd name="T47" fmla="*/ 3 h 425"/>
                <a:gd name="T48" fmla="*/ 1 w 246"/>
                <a:gd name="T49" fmla="*/ 3 h 425"/>
                <a:gd name="T50" fmla="*/ 1 w 246"/>
                <a:gd name="T51" fmla="*/ 3 h 425"/>
                <a:gd name="T52" fmla="*/ 1 w 246"/>
                <a:gd name="T53" fmla="*/ 2 h 425"/>
                <a:gd name="T54" fmla="*/ 1 w 246"/>
                <a:gd name="T55" fmla="*/ 2 h 425"/>
                <a:gd name="T56" fmla="*/ 0 w 246"/>
                <a:gd name="T57" fmla="*/ 2 h 425"/>
                <a:gd name="T58" fmla="*/ 0 w 246"/>
                <a:gd name="T59" fmla="*/ 2 h 425"/>
                <a:gd name="T60" fmla="*/ 0 w 246"/>
                <a:gd name="T61" fmla="*/ 1 h 425"/>
                <a:gd name="T62" fmla="*/ 0 w 246"/>
                <a:gd name="T63" fmla="*/ 1 h 425"/>
                <a:gd name="T64" fmla="*/ 0 w 246"/>
                <a:gd name="T65" fmla="*/ 1 h 425"/>
                <a:gd name="T66" fmla="*/ 0 w 246"/>
                <a:gd name="T67" fmla="*/ 0 h 425"/>
                <a:gd name="T68" fmla="*/ 0 w 246"/>
                <a:gd name="T69" fmla="*/ 0 h 425"/>
                <a:gd name="T70" fmla="*/ 0 w 246"/>
                <a:gd name="T71" fmla="*/ 0 h 425"/>
                <a:gd name="T72" fmla="*/ 0 w 246"/>
                <a:gd name="T73" fmla="*/ 0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5"/>
                <a:gd name="T113" fmla="*/ 246 w 246"/>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5">
                  <a:moveTo>
                    <a:pt x="0" y="0"/>
                  </a:moveTo>
                  <a:lnTo>
                    <a:pt x="0" y="0"/>
                  </a:lnTo>
                  <a:lnTo>
                    <a:pt x="2" y="43"/>
                  </a:lnTo>
                  <a:lnTo>
                    <a:pt x="5" y="86"/>
                  </a:lnTo>
                  <a:lnTo>
                    <a:pt x="11" y="126"/>
                  </a:lnTo>
                  <a:lnTo>
                    <a:pt x="19" y="163"/>
                  </a:lnTo>
                  <a:lnTo>
                    <a:pt x="30" y="202"/>
                  </a:lnTo>
                  <a:lnTo>
                    <a:pt x="41" y="236"/>
                  </a:lnTo>
                  <a:lnTo>
                    <a:pt x="55" y="269"/>
                  </a:lnTo>
                  <a:lnTo>
                    <a:pt x="73" y="299"/>
                  </a:lnTo>
                  <a:lnTo>
                    <a:pt x="89" y="326"/>
                  </a:lnTo>
                  <a:lnTo>
                    <a:pt x="108" y="351"/>
                  </a:lnTo>
                  <a:lnTo>
                    <a:pt x="128" y="373"/>
                  </a:lnTo>
                  <a:lnTo>
                    <a:pt x="150" y="391"/>
                  </a:lnTo>
                  <a:lnTo>
                    <a:pt x="171" y="406"/>
                  </a:lnTo>
                  <a:lnTo>
                    <a:pt x="196" y="417"/>
                  </a:lnTo>
                  <a:lnTo>
                    <a:pt x="221" y="422"/>
                  </a:lnTo>
                  <a:lnTo>
                    <a:pt x="246" y="425"/>
                  </a:lnTo>
                  <a:lnTo>
                    <a:pt x="246" y="413"/>
                  </a:lnTo>
                  <a:lnTo>
                    <a:pt x="223" y="411"/>
                  </a:lnTo>
                  <a:lnTo>
                    <a:pt x="201" y="405"/>
                  </a:lnTo>
                  <a:lnTo>
                    <a:pt x="178" y="394"/>
                  </a:lnTo>
                  <a:lnTo>
                    <a:pt x="157" y="381"/>
                  </a:lnTo>
                  <a:lnTo>
                    <a:pt x="137" y="364"/>
                  </a:lnTo>
                  <a:lnTo>
                    <a:pt x="117" y="344"/>
                  </a:lnTo>
                  <a:lnTo>
                    <a:pt x="99" y="319"/>
                  </a:lnTo>
                  <a:lnTo>
                    <a:pt x="82" y="292"/>
                  </a:lnTo>
                  <a:lnTo>
                    <a:pt x="67" y="264"/>
                  </a:lnTo>
                  <a:lnTo>
                    <a:pt x="53" y="231"/>
                  </a:lnTo>
                  <a:lnTo>
                    <a:pt x="41" y="197"/>
                  </a:lnTo>
                  <a:lnTo>
                    <a:pt x="31" y="161"/>
                  </a:lnTo>
                  <a:lnTo>
                    <a:pt x="23" y="123"/>
                  </a:lnTo>
                  <a:lnTo>
                    <a:pt x="17" y="84"/>
                  </a:lnTo>
                  <a:lnTo>
                    <a:pt x="13" y="4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9801" name="Freeform 71"/>
            <p:cNvSpPr>
              <a:spLocks/>
            </p:cNvSpPr>
            <p:nvPr/>
          </p:nvSpPr>
          <p:spPr bwMode="auto">
            <a:xfrm>
              <a:off x="1502" y="1751"/>
              <a:ext cx="50" cy="85"/>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2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1" y="2"/>
                  </a:lnTo>
                  <a:lnTo>
                    <a:pt x="196" y="8"/>
                  </a:lnTo>
                  <a:lnTo>
                    <a:pt x="171" y="19"/>
                  </a:lnTo>
                  <a:lnTo>
                    <a:pt x="150" y="34"/>
                  </a:lnTo>
                  <a:lnTo>
                    <a:pt x="128" y="52"/>
                  </a:lnTo>
                  <a:lnTo>
                    <a:pt x="108" y="74"/>
                  </a:lnTo>
                  <a:lnTo>
                    <a:pt x="89" y="98"/>
                  </a:lnTo>
                  <a:lnTo>
                    <a:pt x="73" y="125"/>
                  </a:lnTo>
                  <a:lnTo>
                    <a:pt x="55" y="156"/>
                  </a:lnTo>
                  <a:lnTo>
                    <a:pt x="41" y="189"/>
                  </a:lnTo>
                  <a:lnTo>
                    <a:pt x="30" y="223"/>
                  </a:lnTo>
                  <a:lnTo>
                    <a:pt x="19" y="261"/>
                  </a:lnTo>
                  <a:lnTo>
                    <a:pt x="11" y="299"/>
                  </a:lnTo>
                  <a:lnTo>
                    <a:pt x="5" y="339"/>
                  </a:lnTo>
                  <a:lnTo>
                    <a:pt x="2" y="382"/>
                  </a:lnTo>
                  <a:lnTo>
                    <a:pt x="0" y="424"/>
                  </a:lnTo>
                  <a:lnTo>
                    <a:pt x="12" y="424"/>
                  </a:lnTo>
                  <a:lnTo>
                    <a:pt x="13" y="382"/>
                  </a:lnTo>
                  <a:lnTo>
                    <a:pt x="17" y="341"/>
                  </a:lnTo>
                  <a:lnTo>
                    <a:pt x="23" y="301"/>
                  </a:lnTo>
                  <a:lnTo>
                    <a:pt x="31" y="264"/>
                  </a:lnTo>
                  <a:lnTo>
                    <a:pt x="41" y="227"/>
                  </a:lnTo>
                  <a:lnTo>
                    <a:pt x="53" y="193"/>
                  </a:lnTo>
                  <a:lnTo>
                    <a:pt x="67" y="161"/>
                  </a:lnTo>
                  <a:lnTo>
                    <a:pt x="82" y="132"/>
                  </a:lnTo>
                  <a:lnTo>
                    <a:pt x="99" y="105"/>
                  </a:lnTo>
                  <a:lnTo>
                    <a:pt x="117" y="81"/>
                  </a:lnTo>
                  <a:lnTo>
                    <a:pt x="137" y="61"/>
                  </a:lnTo>
                  <a:lnTo>
                    <a:pt x="157" y="43"/>
                  </a:lnTo>
                  <a:lnTo>
                    <a:pt x="178" y="30"/>
                  </a:lnTo>
                  <a:lnTo>
                    <a:pt x="201" y="20"/>
                  </a:lnTo>
                  <a:lnTo>
                    <a:pt x="223" y="14"/>
                  </a:lnTo>
                  <a:lnTo>
                    <a:pt x="246" y="12"/>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9802" name="Freeform 72"/>
            <p:cNvSpPr>
              <a:spLocks/>
            </p:cNvSpPr>
            <p:nvPr/>
          </p:nvSpPr>
          <p:spPr bwMode="auto">
            <a:xfrm>
              <a:off x="1565" y="2016"/>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0" y="339"/>
                  </a:lnTo>
                  <a:lnTo>
                    <a:pt x="234" y="299"/>
                  </a:lnTo>
                  <a:lnTo>
                    <a:pt x="226" y="261"/>
                  </a:lnTo>
                  <a:lnTo>
                    <a:pt x="216" y="223"/>
                  </a:lnTo>
                  <a:lnTo>
                    <a:pt x="204" y="189"/>
                  </a:lnTo>
                  <a:lnTo>
                    <a:pt x="190" y="156"/>
                  </a:lnTo>
                  <a:lnTo>
                    <a:pt x="174" y="125"/>
                  </a:lnTo>
                  <a:lnTo>
                    <a:pt x="156" y="98"/>
                  </a:lnTo>
                  <a:lnTo>
                    <a:pt x="138" y="74"/>
                  </a:lnTo>
                  <a:lnTo>
                    <a:pt x="118" y="51"/>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9" y="81"/>
                  </a:lnTo>
                  <a:lnTo>
                    <a:pt x="147" y="105"/>
                  </a:lnTo>
                  <a:lnTo>
                    <a:pt x="164" y="132"/>
                  </a:lnTo>
                  <a:lnTo>
                    <a:pt x="178" y="160"/>
                  </a:lnTo>
                  <a:lnTo>
                    <a:pt x="192" y="193"/>
                  </a:lnTo>
                  <a:lnTo>
                    <a:pt x="204" y="227"/>
                  </a:lnTo>
                  <a:lnTo>
                    <a:pt x="215" y="264"/>
                  </a:lnTo>
                  <a:lnTo>
                    <a:pt x="223" y="301"/>
                  </a:lnTo>
                  <a:lnTo>
                    <a:pt x="229"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9803" name="Freeform 73"/>
            <p:cNvSpPr>
              <a:spLocks/>
            </p:cNvSpPr>
            <p:nvPr/>
          </p:nvSpPr>
          <p:spPr bwMode="auto">
            <a:xfrm>
              <a:off x="1565" y="2101"/>
              <a:ext cx="49" cy="85"/>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6" y="423"/>
                  </a:lnTo>
                  <a:lnTo>
                    <a:pt x="51" y="418"/>
                  </a:lnTo>
                  <a:lnTo>
                    <a:pt x="74" y="407"/>
                  </a:lnTo>
                  <a:lnTo>
                    <a:pt x="96" y="392"/>
                  </a:lnTo>
                  <a:lnTo>
                    <a:pt x="118" y="373"/>
                  </a:lnTo>
                  <a:lnTo>
                    <a:pt x="138" y="351"/>
                  </a:lnTo>
                  <a:lnTo>
                    <a:pt x="156" y="327"/>
                  </a:lnTo>
                  <a:lnTo>
                    <a:pt x="175" y="299"/>
                  </a:lnTo>
                  <a:lnTo>
                    <a:pt x="190" y="269"/>
                  </a:lnTo>
                  <a:lnTo>
                    <a:pt x="204" y="236"/>
                  </a:lnTo>
                  <a:lnTo>
                    <a:pt x="216" y="202"/>
                  </a:lnTo>
                  <a:lnTo>
                    <a:pt x="226" y="164"/>
                  </a:lnTo>
                  <a:lnTo>
                    <a:pt x="234" y="126"/>
                  </a:lnTo>
                  <a:lnTo>
                    <a:pt x="240" y="86"/>
                  </a:lnTo>
                  <a:lnTo>
                    <a:pt x="244" y="42"/>
                  </a:lnTo>
                  <a:lnTo>
                    <a:pt x="245" y="0"/>
                  </a:lnTo>
                  <a:lnTo>
                    <a:pt x="233" y="0"/>
                  </a:lnTo>
                  <a:lnTo>
                    <a:pt x="232" y="42"/>
                  </a:lnTo>
                  <a:lnTo>
                    <a:pt x="229" y="83"/>
                  </a:lnTo>
                  <a:lnTo>
                    <a:pt x="223" y="123"/>
                  </a:lnTo>
                  <a:lnTo>
                    <a:pt x="215" y="162"/>
                  </a:lnTo>
                  <a:lnTo>
                    <a:pt x="204" y="197"/>
                  </a:lnTo>
                  <a:lnTo>
                    <a:pt x="192" y="231"/>
                  </a:lnTo>
                  <a:lnTo>
                    <a:pt x="178" y="264"/>
                  </a:lnTo>
                  <a:lnTo>
                    <a:pt x="163" y="292"/>
                  </a:lnTo>
                  <a:lnTo>
                    <a:pt x="147" y="320"/>
                  </a:lnTo>
                  <a:lnTo>
                    <a:pt x="129" y="344"/>
                  </a:lnTo>
                  <a:lnTo>
                    <a:pt x="109" y="364"/>
                  </a:lnTo>
                  <a:lnTo>
                    <a:pt x="89" y="382"/>
                  </a:lnTo>
                  <a:lnTo>
                    <a:pt x="67" y="395"/>
                  </a:lnTo>
                  <a:lnTo>
                    <a:pt x="46" y="406"/>
                  </a:lnTo>
                  <a:lnTo>
                    <a:pt x="24"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9804" name="Freeform 74"/>
            <p:cNvSpPr>
              <a:spLocks/>
            </p:cNvSpPr>
            <p:nvPr/>
          </p:nvSpPr>
          <p:spPr bwMode="auto">
            <a:xfrm>
              <a:off x="1516" y="2101"/>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5" y="86"/>
                  </a:lnTo>
                  <a:lnTo>
                    <a:pt x="11" y="126"/>
                  </a:lnTo>
                  <a:lnTo>
                    <a:pt x="19" y="164"/>
                  </a:lnTo>
                  <a:lnTo>
                    <a:pt x="30" y="202"/>
                  </a:lnTo>
                  <a:lnTo>
                    <a:pt x="41" y="236"/>
                  </a:lnTo>
                  <a:lnTo>
                    <a:pt x="55" y="269"/>
                  </a:lnTo>
                  <a:lnTo>
                    <a:pt x="71" y="299"/>
                  </a:lnTo>
                  <a:lnTo>
                    <a:pt x="89" y="327"/>
                  </a:lnTo>
                  <a:lnTo>
                    <a:pt x="107" y="351"/>
                  </a:lnTo>
                  <a:lnTo>
                    <a:pt x="127" y="373"/>
                  </a:lnTo>
                  <a:lnTo>
                    <a:pt x="149" y="392"/>
                  </a:lnTo>
                  <a:lnTo>
                    <a:pt x="171" y="407"/>
                  </a:lnTo>
                  <a:lnTo>
                    <a:pt x="195" y="418"/>
                  </a:lnTo>
                  <a:lnTo>
                    <a:pt x="219" y="423"/>
                  </a:lnTo>
                  <a:lnTo>
                    <a:pt x="245" y="426"/>
                  </a:lnTo>
                  <a:lnTo>
                    <a:pt x="245" y="414"/>
                  </a:lnTo>
                  <a:lnTo>
                    <a:pt x="222" y="412"/>
                  </a:lnTo>
                  <a:lnTo>
                    <a:pt x="199" y="406"/>
                  </a:lnTo>
                  <a:lnTo>
                    <a:pt x="178" y="395"/>
                  </a:lnTo>
                  <a:lnTo>
                    <a:pt x="156" y="382"/>
                  </a:lnTo>
                  <a:lnTo>
                    <a:pt x="136" y="364"/>
                  </a:lnTo>
                  <a:lnTo>
                    <a:pt x="116" y="344"/>
                  </a:lnTo>
                  <a:lnTo>
                    <a:pt x="99" y="320"/>
                  </a:lnTo>
                  <a:lnTo>
                    <a:pt x="82" y="292"/>
                  </a:lnTo>
                  <a:lnTo>
                    <a:pt x="67" y="264"/>
                  </a:lnTo>
                  <a:lnTo>
                    <a:pt x="53" y="231"/>
                  </a:lnTo>
                  <a:lnTo>
                    <a:pt x="41" y="197"/>
                  </a:lnTo>
                  <a:lnTo>
                    <a:pt x="31" y="162"/>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59805" name="Freeform 75"/>
            <p:cNvSpPr>
              <a:spLocks/>
            </p:cNvSpPr>
            <p:nvPr/>
          </p:nvSpPr>
          <p:spPr bwMode="auto">
            <a:xfrm>
              <a:off x="1516" y="2016"/>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5" y="8"/>
                  </a:lnTo>
                  <a:lnTo>
                    <a:pt x="171" y="19"/>
                  </a:lnTo>
                  <a:lnTo>
                    <a:pt x="149" y="34"/>
                  </a:lnTo>
                  <a:lnTo>
                    <a:pt x="127" y="51"/>
                  </a:lnTo>
                  <a:lnTo>
                    <a:pt x="107" y="74"/>
                  </a:lnTo>
                  <a:lnTo>
                    <a:pt x="89" y="98"/>
                  </a:lnTo>
                  <a:lnTo>
                    <a:pt x="72" y="125"/>
                  </a:lnTo>
                  <a:lnTo>
                    <a:pt x="55" y="156"/>
                  </a:lnTo>
                  <a:lnTo>
                    <a:pt x="41" y="189"/>
                  </a:lnTo>
                  <a:lnTo>
                    <a:pt x="30" y="223"/>
                  </a:lnTo>
                  <a:lnTo>
                    <a:pt x="19" y="261"/>
                  </a:lnTo>
                  <a:lnTo>
                    <a:pt x="11" y="299"/>
                  </a:lnTo>
                  <a:lnTo>
                    <a:pt x="5" y="339"/>
                  </a:lnTo>
                  <a:lnTo>
                    <a:pt x="1" y="382"/>
                  </a:lnTo>
                  <a:lnTo>
                    <a:pt x="0" y="424"/>
                  </a:lnTo>
                  <a:lnTo>
                    <a:pt x="12" y="424"/>
                  </a:lnTo>
                  <a:lnTo>
                    <a:pt x="13" y="382"/>
                  </a:lnTo>
                  <a:lnTo>
                    <a:pt x="17" y="341"/>
                  </a:lnTo>
                  <a:lnTo>
                    <a:pt x="23" y="301"/>
                  </a:lnTo>
                  <a:lnTo>
                    <a:pt x="31" y="264"/>
                  </a:lnTo>
                  <a:lnTo>
                    <a:pt x="41" y="227"/>
                  </a:lnTo>
                  <a:lnTo>
                    <a:pt x="53" y="193"/>
                  </a:lnTo>
                  <a:lnTo>
                    <a:pt x="67" y="160"/>
                  </a:lnTo>
                  <a:lnTo>
                    <a:pt x="81" y="132"/>
                  </a:lnTo>
                  <a:lnTo>
                    <a:pt x="99" y="105"/>
                  </a:lnTo>
                  <a:lnTo>
                    <a:pt x="116" y="81"/>
                  </a:lnTo>
                  <a:lnTo>
                    <a:pt x="136" y="61"/>
                  </a:lnTo>
                  <a:lnTo>
                    <a:pt x="156" y="43"/>
                  </a:lnTo>
                  <a:lnTo>
                    <a:pt x="178" y="30"/>
                  </a:lnTo>
                  <a:lnTo>
                    <a:pt x="199" y="20"/>
                  </a:lnTo>
                  <a:lnTo>
                    <a:pt x="222"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sp>
        <p:nvSpPr>
          <p:cNvPr id="159752" name="Rectangle 77"/>
          <p:cNvSpPr>
            <a:spLocks noChangeArrowheads="1"/>
          </p:cNvSpPr>
          <p:nvPr/>
        </p:nvSpPr>
        <p:spPr bwMode="auto">
          <a:xfrm>
            <a:off x="611188" y="0"/>
            <a:ext cx="6388100" cy="6477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3000"/>
              <a:t>Sem. 3 - Mercredi</a:t>
            </a:r>
          </a:p>
        </p:txBody>
      </p:sp>
      <p:sp>
        <p:nvSpPr>
          <p:cNvPr id="159753" name="Text Box 78"/>
          <p:cNvSpPr txBox="1">
            <a:spLocks noChangeArrowheads="1"/>
          </p:cNvSpPr>
          <p:nvPr/>
        </p:nvSpPr>
        <p:spPr bwMode="auto">
          <a:xfrm>
            <a:off x="566738" y="2697163"/>
            <a:ext cx="3217862"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2. Pas de commandes</a:t>
            </a:r>
          </a:p>
        </p:txBody>
      </p:sp>
      <p:sp>
        <p:nvSpPr>
          <p:cNvPr id="159754" name="Text Box 79"/>
          <p:cNvSpPr txBox="1">
            <a:spLocks noChangeArrowheads="1"/>
          </p:cNvSpPr>
          <p:nvPr/>
        </p:nvSpPr>
        <p:spPr bwMode="auto">
          <a:xfrm>
            <a:off x="566738" y="5211763"/>
            <a:ext cx="6543675" cy="4429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eaLnBrk="1" hangingPunct="1">
              <a:spcBef>
                <a:spcPct val="0"/>
              </a:spcBef>
              <a:buFontTx/>
              <a:buNone/>
            </a:pPr>
            <a:r>
              <a:rPr lang="fr-FR" altLang="fr-FR" sz="2300"/>
              <a:t>4. Pointez la production sur votre feuille de suivi</a:t>
            </a:r>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60770" name="Group 2"/>
          <p:cNvGrpSpPr>
            <a:grpSpLocks/>
          </p:cNvGrpSpPr>
          <p:nvPr/>
        </p:nvGrpSpPr>
        <p:grpSpPr bwMode="auto">
          <a:xfrm>
            <a:off x="7073900" y="215900"/>
            <a:ext cx="1878013" cy="1250950"/>
            <a:chOff x="4456" y="136"/>
            <a:chExt cx="1183" cy="788"/>
          </a:xfrm>
        </p:grpSpPr>
        <p:grpSp>
          <p:nvGrpSpPr>
            <p:cNvPr id="160830" name="Group 3"/>
            <p:cNvGrpSpPr>
              <a:grpSpLocks/>
            </p:cNvGrpSpPr>
            <p:nvPr/>
          </p:nvGrpSpPr>
          <p:grpSpPr bwMode="auto">
            <a:xfrm>
              <a:off x="4766" y="232"/>
              <a:ext cx="873" cy="692"/>
              <a:chOff x="2185" y="310"/>
              <a:chExt cx="873" cy="692"/>
            </a:xfrm>
          </p:grpSpPr>
          <p:sp>
            <p:nvSpPr>
              <p:cNvPr id="160841" name="Freeform 4"/>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accent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0842" name="Freeform 5"/>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0843" name="Freeform 6"/>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0844" name="Freeform 7"/>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0845" name="Freeform 8"/>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0846" name="Freeform 9"/>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0847" name="Freeform 10"/>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grpSp>
          <p:nvGrpSpPr>
            <p:cNvPr id="160831" name="Group 11"/>
            <p:cNvGrpSpPr>
              <a:grpSpLocks/>
            </p:cNvGrpSpPr>
            <p:nvPr/>
          </p:nvGrpSpPr>
          <p:grpSpPr bwMode="auto">
            <a:xfrm>
              <a:off x="4949" y="336"/>
              <a:ext cx="591" cy="468"/>
              <a:chOff x="2185" y="310"/>
              <a:chExt cx="873" cy="692"/>
            </a:xfrm>
          </p:grpSpPr>
          <p:sp>
            <p:nvSpPr>
              <p:cNvPr id="160834" name="Freeform 12"/>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0835" name="Freeform 13"/>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0836" name="Freeform 14"/>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0837" name="Freeform 15"/>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0838" name="Freeform 16"/>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0839" name="Freeform 17"/>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0840" name="Freeform 18"/>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pic>
          <p:nvPicPr>
            <p:cNvPr id="160832" name="Picture 19"/>
            <p:cNvPicPr>
              <a:picLocks noChangeAspect="1" noChangeArrowheads="1"/>
            </p:cNvPicPr>
            <p:nvPr/>
          </p:nvPicPr>
          <p:blipFill>
            <a:blip r:embed="rId3" cstate="print">
              <a:extLst>
                <a:ext uri="{28A0092B-C50C-407E-A947-70E740481C1C}">
                  <a14:useLocalDpi xmlns:a14="http://schemas.microsoft.com/office/drawing/2010/main" val="0"/>
                </a:ext>
              </a:extLst>
            </a:blip>
            <a:srcRect l="-4282" t="-4369" r="-5199" b="-12012"/>
            <a:stretch>
              <a:fillRect/>
            </a:stretch>
          </p:blipFill>
          <p:spPr bwMode="auto">
            <a:xfrm>
              <a:off x="4456" y="136"/>
              <a:ext cx="480" cy="5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60833" name="Text Box 20"/>
            <p:cNvSpPr txBox="1">
              <a:spLocks noChangeArrowheads="1"/>
            </p:cNvSpPr>
            <p:nvPr/>
          </p:nvSpPr>
          <p:spPr bwMode="auto">
            <a:xfrm>
              <a:off x="4946" y="314"/>
              <a:ext cx="596" cy="49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4500" b="1">
                  <a:solidFill>
                    <a:srgbClr val="FF0000"/>
                  </a:solidFill>
                  <a:latin typeface="Arial Black" pitchFamily="34" charset="0"/>
                </a:rPr>
                <a:t>19</a:t>
              </a:r>
              <a:endParaRPr lang="fr-FR" altLang="fr-FR" sz="3200">
                <a:solidFill>
                  <a:schemeClr val="tx1"/>
                </a:solidFill>
                <a:latin typeface="Arial Black" pitchFamily="34" charset="0"/>
              </a:endParaRPr>
            </a:p>
          </p:txBody>
        </p:sp>
      </p:grpSp>
      <p:sp>
        <p:nvSpPr>
          <p:cNvPr id="160772" name="Text Box 22"/>
          <p:cNvSpPr txBox="1">
            <a:spLocks noChangeArrowheads="1"/>
          </p:cNvSpPr>
          <p:nvPr/>
        </p:nvSpPr>
        <p:spPr bwMode="auto">
          <a:xfrm>
            <a:off x="566738" y="1363663"/>
            <a:ext cx="1946275"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1. Tirez le dé</a:t>
            </a:r>
          </a:p>
        </p:txBody>
      </p:sp>
      <p:sp>
        <p:nvSpPr>
          <p:cNvPr id="160773" name="Text Box 23"/>
          <p:cNvSpPr txBox="1">
            <a:spLocks noChangeArrowheads="1"/>
          </p:cNvSpPr>
          <p:nvPr/>
        </p:nvSpPr>
        <p:spPr bwMode="auto">
          <a:xfrm>
            <a:off x="566738" y="3935413"/>
            <a:ext cx="18796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3. Produisez</a:t>
            </a:r>
          </a:p>
        </p:txBody>
      </p:sp>
      <p:grpSp>
        <p:nvGrpSpPr>
          <p:cNvPr id="160774" name="Group 24"/>
          <p:cNvGrpSpPr>
            <a:grpSpLocks/>
          </p:cNvGrpSpPr>
          <p:nvPr/>
        </p:nvGrpSpPr>
        <p:grpSpPr bwMode="auto">
          <a:xfrm>
            <a:off x="2986088" y="1306513"/>
            <a:ext cx="446087" cy="534987"/>
            <a:chOff x="868" y="1439"/>
            <a:chExt cx="811" cy="972"/>
          </a:xfrm>
        </p:grpSpPr>
        <p:sp>
          <p:nvSpPr>
            <p:cNvPr id="160779" name="Freeform 25"/>
            <p:cNvSpPr>
              <a:spLocks/>
            </p:cNvSpPr>
            <p:nvPr/>
          </p:nvSpPr>
          <p:spPr bwMode="auto">
            <a:xfrm>
              <a:off x="1548" y="2014"/>
              <a:ext cx="123" cy="100"/>
            </a:xfrm>
            <a:custGeom>
              <a:avLst/>
              <a:gdLst>
                <a:gd name="T0" fmla="*/ 5 w 618"/>
                <a:gd name="T1" fmla="*/ 0 h 502"/>
                <a:gd name="T2" fmla="*/ 5 w 618"/>
                <a:gd name="T3" fmla="*/ 0 h 502"/>
                <a:gd name="T4" fmla="*/ 0 w 618"/>
                <a:gd name="T5" fmla="*/ 4 h 502"/>
                <a:gd name="T6" fmla="*/ 0 w 618"/>
                <a:gd name="T7" fmla="*/ 4 h 502"/>
                <a:gd name="T8" fmla="*/ 5 w 618"/>
                <a:gd name="T9" fmla="*/ 0 h 502"/>
                <a:gd name="T10" fmla="*/ 5 w 618"/>
                <a:gd name="T11" fmla="*/ 0 h 502"/>
                <a:gd name="T12" fmla="*/ 5 w 618"/>
                <a:gd name="T13" fmla="*/ 0 h 502"/>
                <a:gd name="T14" fmla="*/ 5 w 618"/>
                <a:gd name="T15" fmla="*/ 0 h 502"/>
                <a:gd name="T16" fmla="*/ 5 w 618"/>
                <a:gd name="T17" fmla="*/ 0 h 502"/>
                <a:gd name="T18" fmla="*/ 5 w 618"/>
                <a:gd name="T19" fmla="*/ 0 h 502"/>
                <a:gd name="T20" fmla="*/ 5 w 618"/>
                <a:gd name="T21" fmla="*/ 0 h 502"/>
                <a:gd name="T22" fmla="*/ 5 w 618"/>
                <a:gd name="T23" fmla="*/ 0 h 502"/>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618"/>
                <a:gd name="T37" fmla="*/ 0 h 502"/>
                <a:gd name="T38" fmla="*/ 618 w 618"/>
                <a:gd name="T39" fmla="*/ 502 h 502"/>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618" h="502">
                  <a:moveTo>
                    <a:pt x="611" y="0"/>
                  </a:moveTo>
                  <a:lnTo>
                    <a:pt x="606" y="2"/>
                  </a:lnTo>
                  <a:lnTo>
                    <a:pt x="0" y="490"/>
                  </a:lnTo>
                  <a:lnTo>
                    <a:pt x="10" y="502"/>
                  </a:lnTo>
                  <a:lnTo>
                    <a:pt x="616" y="14"/>
                  </a:lnTo>
                  <a:lnTo>
                    <a:pt x="611" y="16"/>
                  </a:lnTo>
                  <a:lnTo>
                    <a:pt x="616" y="14"/>
                  </a:lnTo>
                  <a:lnTo>
                    <a:pt x="618" y="9"/>
                  </a:lnTo>
                  <a:lnTo>
                    <a:pt x="617" y="3"/>
                  </a:lnTo>
                  <a:lnTo>
                    <a:pt x="612" y="1"/>
                  </a:lnTo>
                  <a:lnTo>
                    <a:pt x="606" y="2"/>
                  </a:lnTo>
                  <a:lnTo>
                    <a:pt x="611"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0780" name="Freeform 26"/>
            <p:cNvSpPr>
              <a:spLocks/>
            </p:cNvSpPr>
            <p:nvPr/>
          </p:nvSpPr>
          <p:spPr bwMode="auto">
            <a:xfrm>
              <a:off x="876" y="1852"/>
              <a:ext cx="82" cy="373"/>
            </a:xfrm>
            <a:custGeom>
              <a:avLst/>
              <a:gdLst>
                <a:gd name="T0" fmla="*/ 3 w 413"/>
                <a:gd name="T1" fmla="*/ 15 h 1865"/>
                <a:gd name="T2" fmla="*/ 3 w 413"/>
                <a:gd name="T3" fmla="*/ 15 h 1865"/>
                <a:gd name="T4" fmla="*/ 0 w 413"/>
                <a:gd name="T5" fmla="*/ 0 h 1865"/>
                <a:gd name="T6" fmla="*/ 0 w 413"/>
                <a:gd name="T7" fmla="*/ 0 h 1865"/>
                <a:gd name="T8" fmla="*/ 3 w 413"/>
                <a:gd name="T9" fmla="*/ 15 h 1865"/>
                <a:gd name="T10" fmla="*/ 3 w 413"/>
                <a:gd name="T11" fmla="*/ 15 h 1865"/>
                <a:gd name="T12" fmla="*/ 3 w 413"/>
                <a:gd name="T13" fmla="*/ 15 h 1865"/>
                <a:gd name="T14" fmla="*/ 3 w 413"/>
                <a:gd name="T15" fmla="*/ 15 h 1865"/>
                <a:gd name="T16" fmla="*/ 3 w 413"/>
                <a:gd name="T17" fmla="*/ 15 h 1865"/>
                <a:gd name="T18" fmla="*/ 3 w 413"/>
                <a:gd name="T19" fmla="*/ 15 h 1865"/>
                <a:gd name="T20" fmla="*/ 3 w 413"/>
                <a:gd name="T21" fmla="*/ 15 h 1865"/>
                <a:gd name="T22" fmla="*/ 3 w 413"/>
                <a:gd name="T23" fmla="*/ 15 h 186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413"/>
                <a:gd name="T37" fmla="*/ 0 h 1865"/>
                <a:gd name="T38" fmla="*/ 413 w 413"/>
                <a:gd name="T39" fmla="*/ 1865 h 1865"/>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413" h="1865">
                  <a:moveTo>
                    <a:pt x="400" y="1864"/>
                  </a:moveTo>
                  <a:lnTo>
                    <a:pt x="413" y="1856"/>
                  </a:lnTo>
                  <a:lnTo>
                    <a:pt x="17" y="0"/>
                  </a:lnTo>
                  <a:lnTo>
                    <a:pt x="0" y="2"/>
                  </a:lnTo>
                  <a:lnTo>
                    <a:pt x="396" y="1858"/>
                  </a:lnTo>
                  <a:lnTo>
                    <a:pt x="409" y="1850"/>
                  </a:lnTo>
                  <a:lnTo>
                    <a:pt x="396" y="1858"/>
                  </a:lnTo>
                  <a:lnTo>
                    <a:pt x="400" y="1864"/>
                  </a:lnTo>
                  <a:lnTo>
                    <a:pt x="406" y="1865"/>
                  </a:lnTo>
                  <a:lnTo>
                    <a:pt x="410" y="1862"/>
                  </a:lnTo>
                  <a:lnTo>
                    <a:pt x="413" y="1856"/>
                  </a:lnTo>
                  <a:lnTo>
                    <a:pt x="400" y="186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0781" name="Freeform 27"/>
            <p:cNvSpPr>
              <a:spLocks/>
            </p:cNvSpPr>
            <p:nvPr/>
          </p:nvSpPr>
          <p:spPr bwMode="auto">
            <a:xfrm>
              <a:off x="1282" y="1533"/>
              <a:ext cx="35" cy="161"/>
            </a:xfrm>
            <a:custGeom>
              <a:avLst/>
              <a:gdLst>
                <a:gd name="T0" fmla="*/ 1 w 175"/>
                <a:gd name="T1" fmla="*/ 6 h 807"/>
                <a:gd name="T2" fmla="*/ 1 w 175"/>
                <a:gd name="T3" fmla="*/ 6 h 807"/>
                <a:gd name="T4" fmla="*/ 1 w 175"/>
                <a:gd name="T5" fmla="*/ 6 h 807"/>
                <a:gd name="T6" fmla="*/ 1 w 175"/>
                <a:gd name="T7" fmla="*/ 5 h 807"/>
                <a:gd name="T8" fmla="*/ 1 w 175"/>
                <a:gd name="T9" fmla="*/ 5 h 807"/>
                <a:gd name="T10" fmla="*/ 1 w 175"/>
                <a:gd name="T11" fmla="*/ 5 h 807"/>
                <a:gd name="T12" fmla="*/ 1 w 175"/>
                <a:gd name="T13" fmla="*/ 4 h 807"/>
                <a:gd name="T14" fmla="*/ 1 w 175"/>
                <a:gd name="T15" fmla="*/ 4 h 807"/>
                <a:gd name="T16" fmla="*/ 1 w 175"/>
                <a:gd name="T17" fmla="*/ 3 h 807"/>
                <a:gd name="T18" fmla="*/ 1 w 175"/>
                <a:gd name="T19" fmla="*/ 3 h 807"/>
                <a:gd name="T20" fmla="*/ 1 w 175"/>
                <a:gd name="T21" fmla="*/ 3 h 807"/>
                <a:gd name="T22" fmla="*/ 1 w 175"/>
                <a:gd name="T23" fmla="*/ 2 h 807"/>
                <a:gd name="T24" fmla="*/ 1 w 175"/>
                <a:gd name="T25" fmla="*/ 2 h 807"/>
                <a:gd name="T26" fmla="*/ 1 w 175"/>
                <a:gd name="T27" fmla="*/ 2 h 807"/>
                <a:gd name="T28" fmla="*/ 1 w 175"/>
                <a:gd name="T29" fmla="*/ 1 h 807"/>
                <a:gd name="T30" fmla="*/ 1 w 175"/>
                <a:gd name="T31" fmla="*/ 1 h 807"/>
                <a:gd name="T32" fmla="*/ 1 w 175"/>
                <a:gd name="T33" fmla="*/ 1 h 807"/>
                <a:gd name="T34" fmla="*/ 1 w 175"/>
                <a:gd name="T35" fmla="*/ 0 h 807"/>
                <a:gd name="T36" fmla="*/ 1 w 175"/>
                <a:gd name="T37" fmla="*/ 0 h 807"/>
                <a:gd name="T38" fmla="*/ 1 w 175"/>
                <a:gd name="T39" fmla="*/ 0 h 807"/>
                <a:gd name="T40" fmla="*/ 0 w 175"/>
                <a:gd name="T41" fmla="*/ 1 h 807"/>
                <a:gd name="T42" fmla="*/ 0 w 175"/>
                <a:gd name="T43" fmla="*/ 1 h 807"/>
                <a:gd name="T44" fmla="*/ 0 w 175"/>
                <a:gd name="T45" fmla="*/ 1 h 807"/>
                <a:gd name="T46" fmla="*/ 0 w 175"/>
                <a:gd name="T47" fmla="*/ 2 h 807"/>
                <a:gd name="T48" fmla="*/ 0 w 175"/>
                <a:gd name="T49" fmla="*/ 2 h 807"/>
                <a:gd name="T50" fmla="*/ 0 w 175"/>
                <a:gd name="T51" fmla="*/ 3 h 807"/>
                <a:gd name="T52" fmla="*/ 0 w 175"/>
                <a:gd name="T53" fmla="*/ 3 h 807"/>
                <a:gd name="T54" fmla="*/ 0 w 175"/>
                <a:gd name="T55" fmla="*/ 3 h 807"/>
                <a:gd name="T56" fmla="*/ 0 w 175"/>
                <a:gd name="T57" fmla="*/ 4 h 807"/>
                <a:gd name="T58" fmla="*/ 0 w 175"/>
                <a:gd name="T59" fmla="*/ 4 h 807"/>
                <a:gd name="T60" fmla="*/ 0 w 175"/>
                <a:gd name="T61" fmla="*/ 5 h 807"/>
                <a:gd name="T62" fmla="*/ 0 w 175"/>
                <a:gd name="T63" fmla="*/ 5 h 807"/>
                <a:gd name="T64" fmla="*/ 0 w 175"/>
                <a:gd name="T65" fmla="*/ 5 h 807"/>
                <a:gd name="T66" fmla="*/ 1 w 175"/>
                <a:gd name="T67" fmla="*/ 6 h 807"/>
                <a:gd name="T68" fmla="*/ 1 w 175"/>
                <a:gd name="T69" fmla="*/ 6 h 807"/>
                <a:gd name="T70" fmla="*/ 1 w 175"/>
                <a:gd name="T71" fmla="*/ 6 h 807"/>
                <a:gd name="T72" fmla="*/ 1 w 175"/>
                <a:gd name="T73" fmla="*/ 6 h 807"/>
                <a:gd name="T74" fmla="*/ 1 w 175"/>
                <a:gd name="T75" fmla="*/ 6 h 807"/>
                <a:gd name="T76" fmla="*/ 1 w 175"/>
                <a:gd name="T77" fmla="*/ 6 h 807"/>
                <a:gd name="T78" fmla="*/ 1 w 175"/>
                <a:gd name="T79" fmla="*/ 6 h 807"/>
                <a:gd name="T80" fmla="*/ 1 w 175"/>
                <a:gd name="T81" fmla="*/ 6 h 807"/>
                <a:gd name="T82" fmla="*/ 1 w 175"/>
                <a:gd name="T83" fmla="*/ 6 h 807"/>
                <a:gd name="T84" fmla="*/ 1 w 175"/>
                <a:gd name="T85" fmla="*/ 6 h 807"/>
                <a:gd name="T86" fmla="*/ 1 w 175"/>
                <a:gd name="T87" fmla="*/ 6 h 807"/>
                <a:gd name="T88" fmla="*/ 1 w 175"/>
                <a:gd name="T89" fmla="*/ 6 h 807"/>
                <a:gd name="T90" fmla="*/ 1 w 175"/>
                <a:gd name="T91" fmla="*/ 6 h 80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175"/>
                <a:gd name="T139" fmla="*/ 0 h 807"/>
                <a:gd name="T140" fmla="*/ 175 w 175"/>
                <a:gd name="T141" fmla="*/ 807 h 80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175" h="807">
                  <a:moveTo>
                    <a:pt x="169" y="740"/>
                  </a:moveTo>
                  <a:lnTo>
                    <a:pt x="169" y="739"/>
                  </a:lnTo>
                  <a:lnTo>
                    <a:pt x="149" y="698"/>
                  </a:lnTo>
                  <a:lnTo>
                    <a:pt x="133" y="656"/>
                  </a:lnTo>
                  <a:lnTo>
                    <a:pt x="120" y="611"/>
                  </a:lnTo>
                  <a:lnTo>
                    <a:pt x="108" y="565"/>
                  </a:lnTo>
                  <a:lnTo>
                    <a:pt x="100" y="520"/>
                  </a:lnTo>
                  <a:lnTo>
                    <a:pt x="96" y="472"/>
                  </a:lnTo>
                  <a:lnTo>
                    <a:pt x="93" y="425"/>
                  </a:lnTo>
                  <a:lnTo>
                    <a:pt x="93" y="377"/>
                  </a:lnTo>
                  <a:lnTo>
                    <a:pt x="96" y="330"/>
                  </a:lnTo>
                  <a:lnTo>
                    <a:pt x="100" y="283"/>
                  </a:lnTo>
                  <a:lnTo>
                    <a:pt x="106" y="238"/>
                  </a:lnTo>
                  <a:lnTo>
                    <a:pt x="115" y="195"/>
                  </a:lnTo>
                  <a:lnTo>
                    <a:pt x="126" y="153"/>
                  </a:lnTo>
                  <a:lnTo>
                    <a:pt x="139" y="114"/>
                  </a:lnTo>
                  <a:lnTo>
                    <a:pt x="153" y="77"/>
                  </a:lnTo>
                  <a:lnTo>
                    <a:pt x="169" y="43"/>
                  </a:lnTo>
                  <a:lnTo>
                    <a:pt x="87" y="0"/>
                  </a:lnTo>
                  <a:lnTo>
                    <a:pt x="69" y="39"/>
                  </a:lnTo>
                  <a:lnTo>
                    <a:pt x="52" y="81"/>
                  </a:lnTo>
                  <a:lnTo>
                    <a:pt x="37" y="127"/>
                  </a:lnTo>
                  <a:lnTo>
                    <a:pt x="24" y="174"/>
                  </a:lnTo>
                  <a:lnTo>
                    <a:pt x="15" y="222"/>
                  </a:lnTo>
                  <a:lnTo>
                    <a:pt x="7" y="271"/>
                  </a:lnTo>
                  <a:lnTo>
                    <a:pt x="2" y="323"/>
                  </a:lnTo>
                  <a:lnTo>
                    <a:pt x="0" y="374"/>
                  </a:lnTo>
                  <a:lnTo>
                    <a:pt x="0" y="427"/>
                  </a:lnTo>
                  <a:lnTo>
                    <a:pt x="2" y="479"/>
                  </a:lnTo>
                  <a:lnTo>
                    <a:pt x="9" y="531"/>
                  </a:lnTo>
                  <a:lnTo>
                    <a:pt x="17" y="584"/>
                  </a:lnTo>
                  <a:lnTo>
                    <a:pt x="29" y="635"/>
                  </a:lnTo>
                  <a:lnTo>
                    <a:pt x="44" y="686"/>
                  </a:lnTo>
                  <a:lnTo>
                    <a:pt x="65" y="736"/>
                  </a:lnTo>
                  <a:lnTo>
                    <a:pt x="87" y="784"/>
                  </a:lnTo>
                  <a:lnTo>
                    <a:pt x="87" y="782"/>
                  </a:lnTo>
                  <a:lnTo>
                    <a:pt x="87" y="784"/>
                  </a:lnTo>
                  <a:lnTo>
                    <a:pt x="100" y="799"/>
                  </a:lnTo>
                  <a:lnTo>
                    <a:pt x="117" y="807"/>
                  </a:lnTo>
                  <a:lnTo>
                    <a:pt x="134" y="807"/>
                  </a:lnTo>
                  <a:lnTo>
                    <a:pt x="151" y="801"/>
                  </a:lnTo>
                  <a:lnTo>
                    <a:pt x="164" y="791"/>
                  </a:lnTo>
                  <a:lnTo>
                    <a:pt x="173" y="777"/>
                  </a:lnTo>
                  <a:lnTo>
                    <a:pt x="175" y="759"/>
                  </a:lnTo>
                  <a:lnTo>
                    <a:pt x="169" y="739"/>
                  </a:lnTo>
                  <a:lnTo>
                    <a:pt x="169" y="74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0782" name="Freeform 28"/>
            <p:cNvSpPr>
              <a:spLocks/>
            </p:cNvSpPr>
            <p:nvPr/>
          </p:nvSpPr>
          <p:spPr bwMode="auto">
            <a:xfrm>
              <a:off x="1299" y="1681"/>
              <a:ext cx="157" cy="281"/>
            </a:xfrm>
            <a:custGeom>
              <a:avLst/>
              <a:gdLst>
                <a:gd name="T0" fmla="*/ 6 w 787"/>
                <a:gd name="T1" fmla="*/ 11 h 1404"/>
                <a:gd name="T2" fmla="*/ 6 w 787"/>
                <a:gd name="T3" fmla="*/ 11 h 1404"/>
                <a:gd name="T4" fmla="*/ 1 w 787"/>
                <a:gd name="T5" fmla="*/ 0 h 1404"/>
                <a:gd name="T6" fmla="*/ 0 w 787"/>
                <a:gd name="T7" fmla="*/ 0 h 1404"/>
                <a:gd name="T8" fmla="*/ 6 w 787"/>
                <a:gd name="T9" fmla="*/ 11 h 1404"/>
                <a:gd name="T10" fmla="*/ 6 w 787"/>
                <a:gd name="T11" fmla="*/ 11 h 1404"/>
                <a:gd name="T12" fmla="*/ 6 w 787"/>
                <a:gd name="T13" fmla="*/ 11 h 1404"/>
                <a:gd name="T14" fmla="*/ 6 w 787"/>
                <a:gd name="T15" fmla="*/ 11 h 1404"/>
                <a:gd name="T16" fmla="*/ 6 w 787"/>
                <a:gd name="T17" fmla="*/ 11 h 1404"/>
                <a:gd name="T18" fmla="*/ 6 w 787"/>
                <a:gd name="T19" fmla="*/ 11 h 1404"/>
                <a:gd name="T20" fmla="*/ 6 w 787"/>
                <a:gd name="T21" fmla="*/ 11 h 1404"/>
                <a:gd name="T22" fmla="*/ 6 w 787"/>
                <a:gd name="T23" fmla="*/ 11 h 1404"/>
                <a:gd name="T24" fmla="*/ 6 w 787"/>
                <a:gd name="T25" fmla="*/ 11 h 1404"/>
                <a:gd name="T26" fmla="*/ 6 w 787"/>
                <a:gd name="T27" fmla="*/ 11 h 1404"/>
                <a:gd name="T28" fmla="*/ 6 w 787"/>
                <a:gd name="T29" fmla="*/ 11 h 1404"/>
                <a:gd name="T30" fmla="*/ 6 w 787"/>
                <a:gd name="T31" fmla="*/ 11 h 1404"/>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787"/>
                <a:gd name="T49" fmla="*/ 0 h 1404"/>
                <a:gd name="T50" fmla="*/ 787 w 787"/>
                <a:gd name="T51" fmla="*/ 1404 h 1404"/>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787" h="1404">
                  <a:moveTo>
                    <a:pt x="781" y="1334"/>
                  </a:moveTo>
                  <a:lnTo>
                    <a:pt x="781" y="1337"/>
                  </a:lnTo>
                  <a:lnTo>
                    <a:pt x="82" y="0"/>
                  </a:lnTo>
                  <a:lnTo>
                    <a:pt x="0" y="42"/>
                  </a:lnTo>
                  <a:lnTo>
                    <a:pt x="699" y="1379"/>
                  </a:lnTo>
                  <a:lnTo>
                    <a:pt x="699" y="1381"/>
                  </a:lnTo>
                  <a:lnTo>
                    <a:pt x="699" y="1379"/>
                  </a:lnTo>
                  <a:lnTo>
                    <a:pt x="712" y="1395"/>
                  </a:lnTo>
                  <a:lnTo>
                    <a:pt x="727" y="1402"/>
                  </a:lnTo>
                  <a:lnTo>
                    <a:pt x="744" y="1404"/>
                  </a:lnTo>
                  <a:lnTo>
                    <a:pt x="761" y="1398"/>
                  </a:lnTo>
                  <a:lnTo>
                    <a:pt x="775" y="1388"/>
                  </a:lnTo>
                  <a:lnTo>
                    <a:pt x="784" y="1373"/>
                  </a:lnTo>
                  <a:lnTo>
                    <a:pt x="787" y="1357"/>
                  </a:lnTo>
                  <a:lnTo>
                    <a:pt x="781" y="1337"/>
                  </a:lnTo>
                  <a:lnTo>
                    <a:pt x="781" y="13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0783" name="Freeform 29"/>
            <p:cNvSpPr>
              <a:spLocks/>
            </p:cNvSpPr>
            <p:nvPr/>
          </p:nvSpPr>
          <p:spPr bwMode="auto">
            <a:xfrm>
              <a:off x="1439" y="1948"/>
              <a:ext cx="125" cy="76"/>
            </a:xfrm>
            <a:custGeom>
              <a:avLst/>
              <a:gdLst>
                <a:gd name="T0" fmla="*/ 5 w 628"/>
                <a:gd name="T1" fmla="*/ 2 h 383"/>
                <a:gd name="T2" fmla="*/ 5 w 628"/>
                <a:gd name="T3" fmla="*/ 2 h 383"/>
                <a:gd name="T4" fmla="*/ 4 w 628"/>
                <a:gd name="T5" fmla="*/ 2 h 383"/>
                <a:gd name="T6" fmla="*/ 4 w 628"/>
                <a:gd name="T7" fmla="*/ 2 h 383"/>
                <a:gd name="T8" fmla="*/ 4 w 628"/>
                <a:gd name="T9" fmla="*/ 2 h 383"/>
                <a:gd name="T10" fmla="*/ 3 w 628"/>
                <a:gd name="T11" fmla="*/ 2 h 383"/>
                <a:gd name="T12" fmla="*/ 3 w 628"/>
                <a:gd name="T13" fmla="*/ 2 h 383"/>
                <a:gd name="T14" fmla="*/ 3 w 628"/>
                <a:gd name="T15" fmla="*/ 2 h 383"/>
                <a:gd name="T16" fmla="*/ 3 w 628"/>
                <a:gd name="T17" fmla="*/ 2 h 383"/>
                <a:gd name="T18" fmla="*/ 2 w 628"/>
                <a:gd name="T19" fmla="*/ 2 h 383"/>
                <a:gd name="T20" fmla="*/ 2 w 628"/>
                <a:gd name="T21" fmla="*/ 2 h 383"/>
                <a:gd name="T22" fmla="*/ 2 w 628"/>
                <a:gd name="T23" fmla="*/ 1 h 383"/>
                <a:gd name="T24" fmla="*/ 2 w 628"/>
                <a:gd name="T25" fmla="*/ 1 h 383"/>
                <a:gd name="T26" fmla="*/ 1 w 628"/>
                <a:gd name="T27" fmla="*/ 1 h 383"/>
                <a:gd name="T28" fmla="*/ 1 w 628"/>
                <a:gd name="T29" fmla="*/ 1 h 383"/>
                <a:gd name="T30" fmla="*/ 1 w 628"/>
                <a:gd name="T31" fmla="*/ 1 h 383"/>
                <a:gd name="T32" fmla="*/ 1 w 628"/>
                <a:gd name="T33" fmla="*/ 0 h 383"/>
                <a:gd name="T34" fmla="*/ 1 w 628"/>
                <a:gd name="T35" fmla="*/ 0 h 383"/>
                <a:gd name="T36" fmla="*/ 0 w 628"/>
                <a:gd name="T37" fmla="*/ 0 h 383"/>
                <a:gd name="T38" fmla="*/ 0 w 628"/>
                <a:gd name="T39" fmla="*/ 1 h 383"/>
                <a:gd name="T40" fmla="*/ 0 w 628"/>
                <a:gd name="T41" fmla="*/ 1 h 383"/>
                <a:gd name="T42" fmla="*/ 1 w 628"/>
                <a:gd name="T43" fmla="*/ 1 h 383"/>
                <a:gd name="T44" fmla="*/ 1 w 628"/>
                <a:gd name="T45" fmla="*/ 1 h 383"/>
                <a:gd name="T46" fmla="*/ 1 w 628"/>
                <a:gd name="T47" fmla="*/ 2 h 383"/>
                <a:gd name="T48" fmla="*/ 1 w 628"/>
                <a:gd name="T49" fmla="*/ 2 h 383"/>
                <a:gd name="T50" fmla="*/ 2 w 628"/>
                <a:gd name="T51" fmla="*/ 2 h 383"/>
                <a:gd name="T52" fmla="*/ 2 w 628"/>
                <a:gd name="T53" fmla="*/ 2 h 383"/>
                <a:gd name="T54" fmla="*/ 2 w 628"/>
                <a:gd name="T55" fmla="*/ 2 h 383"/>
                <a:gd name="T56" fmla="*/ 3 w 628"/>
                <a:gd name="T57" fmla="*/ 3 h 383"/>
                <a:gd name="T58" fmla="*/ 3 w 628"/>
                <a:gd name="T59" fmla="*/ 3 h 383"/>
                <a:gd name="T60" fmla="*/ 3 w 628"/>
                <a:gd name="T61" fmla="*/ 3 h 383"/>
                <a:gd name="T62" fmla="*/ 4 w 628"/>
                <a:gd name="T63" fmla="*/ 3 h 383"/>
                <a:gd name="T64" fmla="*/ 4 w 628"/>
                <a:gd name="T65" fmla="*/ 3 h 383"/>
                <a:gd name="T66" fmla="*/ 4 w 628"/>
                <a:gd name="T67" fmla="*/ 3 h 383"/>
                <a:gd name="T68" fmla="*/ 5 w 628"/>
                <a:gd name="T69" fmla="*/ 3 h 383"/>
                <a:gd name="T70" fmla="*/ 5 w 628"/>
                <a:gd name="T71" fmla="*/ 3 h 383"/>
                <a:gd name="T72" fmla="*/ 5 w 628"/>
                <a:gd name="T73" fmla="*/ 3 h 383"/>
                <a:gd name="T74" fmla="*/ 5 w 628"/>
                <a:gd name="T75" fmla="*/ 3 h 383"/>
                <a:gd name="T76" fmla="*/ 5 w 628"/>
                <a:gd name="T77" fmla="*/ 3 h 383"/>
                <a:gd name="T78" fmla="*/ 5 w 628"/>
                <a:gd name="T79" fmla="*/ 3 h 383"/>
                <a:gd name="T80" fmla="*/ 5 w 628"/>
                <a:gd name="T81" fmla="*/ 3 h 383"/>
                <a:gd name="T82" fmla="*/ 5 w 628"/>
                <a:gd name="T83" fmla="*/ 3 h 383"/>
                <a:gd name="T84" fmla="*/ 5 w 628"/>
                <a:gd name="T85" fmla="*/ 2 h 383"/>
                <a:gd name="T86" fmla="*/ 5 w 628"/>
                <a:gd name="T87" fmla="*/ 2 h 383"/>
                <a:gd name="T88" fmla="*/ 5 w 628"/>
                <a:gd name="T89" fmla="*/ 2 h 383"/>
                <a:gd name="T90" fmla="*/ 5 w 628"/>
                <a:gd name="T91" fmla="*/ 2 h 38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628"/>
                <a:gd name="T139" fmla="*/ 0 h 383"/>
                <a:gd name="T140" fmla="*/ 628 w 628"/>
                <a:gd name="T141" fmla="*/ 383 h 38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628" h="383">
                  <a:moveTo>
                    <a:pt x="581" y="289"/>
                  </a:moveTo>
                  <a:lnTo>
                    <a:pt x="582" y="289"/>
                  </a:lnTo>
                  <a:lnTo>
                    <a:pt x="541" y="287"/>
                  </a:lnTo>
                  <a:lnTo>
                    <a:pt x="500" y="283"/>
                  </a:lnTo>
                  <a:lnTo>
                    <a:pt x="462" y="276"/>
                  </a:lnTo>
                  <a:lnTo>
                    <a:pt x="424" y="268"/>
                  </a:lnTo>
                  <a:lnTo>
                    <a:pt x="389" y="255"/>
                  </a:lnTo>
                  <a:lnTo>
                    <a:pt x="352" y="242"/>
                  </a:lnTo>
                  <a:lnTo>
                    <a:pt x="320" y="227"/>
                  </a:lnTo>
                  <a:lnTo>
                    <a:pt x="287" y="209"/>
                  </a:lnTo>
                  <a:lnTo>
                    <a:pt x="255" y="189"/>
                  </a:lnTo>
                  <a:lnTo>
                    <a:pt x="226" y="168"/>
                  </a:lnTo>
                  <a:lnTo>
                    <a:pt x="198" y="145"/>
                  </a:lnTo>
                  <a:lnTo>
                    <a:pt x="172" y="119"/>
                  </a:lnTo>
                  <a:lnTo>
                    <a:pt x="146" y="92"/>
                  </a:lnTo>
                  <a:lnTo>
                    <a:pt x="122" y="64"/>
                  </a:lnTo>
                  <a:lnTo>
                    <a:pt x="100" y="33"/>
                  </a:lnTo>
                  <a:lnTo>
                    <a:pt x="82" y="0"/>
                  </a:lnTo>
                  <a:lnTo>
                    <a:pt x="0" y="47"/>
                  </a:lnTo>
                  <a:lnTo>
                    <a:pt x="23" y="85"/>
                  </a:lnTo>
                  <a:lnTo>
                    <a:pt x="49" y="120"/>
                  </a:lnTo>
                  <a:lnTo>
                    <a:pt x="76" y="153"/>
                  </a:lnTo>
                  <a:lnTo>
                    <a:pt x="104" y="185"/>
                  </a:lnTo>
                  <a:lnTo>
                    <a:pt x="137" y="215"/>
                  </a:lnTo>
                  <a:lnTo>
                    <a:pt x="170" y="241"/>
                  </a:lnTo>
                  <a:lnTo>
                    <a:pt x="204" y="267"/>
                  </a:lnTo>
                  <a:lnTo>
                    <a:pt x="240" y="289"/>
                  </a:lnTo>
                  <a:lnTo>
                    <a:pt x="277" y="309"/>
                  </a:lnTo>
                  <a:lnTo>
                    <a:pt x="317" y="329"/>
                  </a:lnTo>
                  <a:lnTo>
                    <a:pt x="358" y="344"/>
                  </a:lnTo>
                  <a:lnTo>
                    <a:pt x="400" y="357"/>
                  </a:lnTo>
                  <a:lnTo>
                    <a:pt x="444" y="367"/>
                  </a:lnTo>
                  <a:lnTo>
                    <a:pt x="488" y="374"/>
                  </a:lnTo>
                  <a:lnTo>
                    <a:pt x="534" y="380"/>
                  </a:lnTo>
                  <a:lnTo>
                    <a:pt x="580" y="383"/>
                  </a:lnTo>
                  <a:lnTo>
                    <a:pt x="581" y="383"/>
                  </a:lnTo>
                  <a:lnTo>
                    <a:pt x="580" y="383"/>
                  </a:lnTo>
                  <a:lnTo>
                    <a:pt x="600" y="379"/>
                  </a:lnTo>
                  <a:lnTo>
                    <a:pt x="615" y="369"/>
                  </a:lnTo>
                  <a:lnTo>
                    <a:pt x="624" y="353"/>
                  </a:lnTo>
                  <a:lnTo>
                    <a:pt x="628" y="337"/>
                  </a:lnTo>
                  <a:lnTo>
                    <a:pt x="625" y="319"/>
                  </a:lnTo>
                  <a:lnTo>
                    <a:pt x="617" y="304"/>
                  </a:lnTo>
                  <a:lnTo>
                    <a:pt x="602" y="294"/>
                  </a:lnTo>
                  <a:lnTo>
                    <a:pt x="582" y="289"/>
                  </a:lnTo>
                  <a:lnTo>
                    <a:pt x="581" y="28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0784" name="Freeform 30"/>
            <p:cNvSpPr>
              <a:spLocks/>
            </p:cNvSpPr>
            <p:nvPr/>
          </p:nvSpPr>
          <p:spPr bwMode="auto">
            <a:xfrm>
              <a:off x="1587" y="1880"/>
              <a:ext cx="85" cy="49"/>
            </a:xfrm>
            <a:custGeom>
              <a:avLst/>
              <a:gdLst>
                <a:gd name="T0" fmla="*/ 3 w 426"/>
                <a:gd name="T1" fmla="*/ 0 h 245"/>
                <a:gd name="T2" fmla="*/ 3 w 426"/>
                <a:gd name="T3" fmla="*/ 0 h 245"/>
                <a:gd name="T4" fmla="*/ 3 w 426"/>
                <a:gd name="T5" fmla="*/ 0 h 245"/>
                <a:gd name="T6" fmla="*/ 3 w 426"/>
                <a:gd name="T7" fmla="*/ 0 h 245"/>
                <a:gd name="T8" fmla="*/ 2 w 426"/>
                <a:gd name="T9" fmla="*/ 0 h 245"/>
                <a:gd name="T10" fmla="*/ 2 w 426"/>
                <a:gd name="T11" fmla="*/ 0 h 245"/>
                <a:gd name="T12" fmla="*/ 2 w 426"/>
                <a:gd name="T13" fmla="*/ 0 h 245"/>
                <a:gd name="T14" fmla="*/ 2 w 426"/>
                <a:gd name="T15" fmla="*/ 0 h 245"/>
                <a:gd name="T16" fmla="*/ 1 w 426"/>
                <a:gd name="T17" fmla="*/ 0 h 245"/>
                <a:gd name="T18" fmla="*/ 1 w 426"/>
                <a:gd name="T19" fmla="*/ 1 h 245"/>
                <a:gd name="T20" fmla="*/ 1 w 426"/>
                <a:gd name="T21" fmla="*/ 1 h 245"/>
                <a:gd name="T22" fmla="*/ 1 w 426"/>
                <a:gd name="T23" fmla="*/ 1 h 245"/>
                <a:gd name="T24" fmla="*/ 0 w 426"/>
                <a:gd name="T25" fmla="*/ 1 h 245"/>
                <a:gd name="T26" fmla="*/ 0 w 426"/>
                <a:gd name="T27" fmla="*/ 1 h 245"/>
                <a:gd name="T28" fmla="*/ 0 w 426"/>
                <a:gd name="T29" fmla="*/ 1 h 245"/>
                <a:gd name="T30" fmla="*/ 0 w 426"/>
                <a:gd name="T31" fmla="*/ 2 h 245"/>
                <a:gd name="T32" fmla="*/ 0 w 426"/>
                <a:gd name="T33" fmla="*/ 2 h 245"/>
                <a:gd name="T34" fmla="*/ 0 w 426"/>
                <a:gd name="T35" fmla="*/ 2 h 245"/>
                <a:gd name="T36" fmla="*/ 0 w 426"/>
                <a:gd name="T37" fmla="*/ 2 h 245"/>
                <a:gd name="T38" fmla="*/ 0 w 426"/>
                <a:gd name="T39" fmla="*/ 2 h 245"/>
                <a:gd name="T40" fmla="*/ 0 w 426"/>
                <a:gd name="T41" fmla="*/ 2 h 245"/>
                <a:gd name="T42" fmla="*/ 0 w 426"/>
                <a:gd name="T43" fmla="*/ 1 h 245"/>
                <a:gd name="T44" fmla="*/ 0 w 426"/>
                <a:gd name="T45" fmla="*/ 1 h 245"/>
                <a:gd name="T46" fmla="*/ 0 w 426"/>
                <a:gd name="T47" fmla="*/ 1 h 245"/>
                <a:gd name="T48" fmla="*/ 1 w 426"/>
                <a:gd name="T49" fmla="*/ 1 h 245"/>
                <a:gd name="T50" fmla="*/ 1 w 426"/>
                <a:gd name="T51" fmla="*/ 1 h 245"/>
                <a:gd name="T52" fmla="*/ 1 w 426"/>
                <a:gd name="T53" fmla="*/ 1 h 245"/>
                <a:gd name="T54" fmla="*/ 1 w 426"/>
                <a:gd name="T55" fmla="*/ 1 h 245"/>
                <a:gd name="T56" fmla="*/ 2 w 426"/>
                <a:gd name="T57" fmla="*/ 0 h 245"/>
                <a:gd name="T58" fmla="*/ 2 w 426"/>
                <a:gd name="T59" fmla="*/ 0 h 245"/>
                <a:gd name="T60" fmla="*/ 2 w 426"/>
                <a:gd name="T61" fmla="*/ 0 h 245"/>
                <a:gd name="T62" fmla="*/ 2 w 426"/>
                <a:gd name="T63" fmla="*/ 0 h 245"/>
                <a:gd name="T64" fmla="*/ 3 w 426"/>
                <a:gd name="T65" fmla="*/ 0 h 245"/>
                <a:gd name="T66" fmla="*/ 3 w 426"/>
                <a:gd name="T67" fmla="*/ 0 h 245"/>
                <a:gd name="T68" fmla="*/ 3 w 426"/>
                <a:gd name="T69" fmla="*/ 0 h 245"/>
                <a:gd name="T70" fmla="*/ 3 w 426"/>
                <a:gd name="T71" fmla="*/ 0 h 245"/>
                <a:gd name="T72" fmla="*/ 3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426" y="0"/>
                  </a:moveTo>
                  <a:lnTo>
                    <a:pt x="426" y="0"/>
                  </a:lnTo>
                  <a:lnTo>
                    <a:pt x="384" y="1"/>
                  </a:lnTo>
                  <a:lnTo>
                    <a:pt x="340" y="4"/>
                  </a:lnTo>
                  <a:lnTo>
                    <a:pt x="300" y="10"/>
                  </a:lnTo>
                  <a:lnTo>
                    <a:pt x="262" y="18"/>
                  </a:lnTo>
                  <a:lnTo>
                    <a:pt x="224" y="29"/>
                  </a:lnTo>
                  <a:lnTo>
                    <a:pt x="189" y="41"/>
                  </a:lnTo>
                  <a:lnTo>
                    <a:pt x="157" y="55"/>
                  </a:lnTo>
                  <a:lnTo>
                    <a:pt x="126" y="70"/>
                  </a:lnTo>
                  <a:lnTo>
                    <a:pt x="99" y="89"/>
                  </a:lnTo>
                  <a:lnTo>
                    <a:pt x="74" y="106"/>
                  </a:lnTo>
                  <a:lnTo>
                    <a:pt x="52" y="126"/>
                  </a:lnTo>
                  <a:lnTo>
                    <a:pt x="34" y="148"/>
                  </a:lnTo>
                  <a:lnTo>
                    <a:pt x="19" y="171"/>
                  </a:lnTo>
                  <a:lnTo>
                    <a:pt x="9" y="194"/>
                  </a:lnTo>
                  <a:lnTo>
                    <a:pt x="3" y="219"/>
                  </a:lnTo>
                  <a:lnTo>
                    <a:pt x="0" y="245"/>
                  </a:lnTo>
                  <a:lnTo>
                    <a:pt x="12" y="245"/>
                  </a:lnTo>
                  <a:lnTo>
                    <a:pt x="15" y="221"/>
                  </a:lnTo>
                  <a:lnTo>
                    <a:pt x="20" y="199"/>
                  </a:lnTo>
                  <a:lnTo>
                    <a:pt x="31" y="178"/>
                  </a:lnTo>
                  <a:lnTo>
                    <a:pt x="44" y="156"/>
                  </a:lnTo>
                  <a:lnTo>
                    <a:pt x="61" y="136"/>
                  </a:lnTo>
                  <a:lnTo>
                    <a:pt x="81" y="116"/>
                  </a:lnTo>
                  <a:lnTo>
                    <a:pt x="106" y="98"/>
                  </a:lnTo>
                  <a:lnTo>
                    <a:pt x="133" y="82"/>
                  </a:lnTo>
                  <a:lnTo>
                    <a:pt x="162" y="66"/>
                  </a:lnTo>
                  <a:lnTo>
                    <a:pt x="194" y="52"/>
                  </a:lnTo>
                  <a:lnTo>
                    <a:pt x="229" y="41"/>
                  </a:lnTo>
                  <a:lnTo>
                    <a:pt x="264" y="30"/>
                  </a:lnTo>
                  <a:lnTo>
                    <a:pt x="303" y="22"/>
                  </a:lnTo>
                  <a:lnTo>
                    <a:pt x="343" y="16"/>
                  </a:lnTo>
                  <a:lnTo>
                    <a:pt x="384" y="12"/>
                  </a:lnTo>
                  <a:lnTo>
                    <a:pt x="426" y="11"/>
                  </a:lnTo>
                  <a:lnTo>
                    <a:pt x="42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0785" name="Freeform 31"/>
            <p:cNvSpPr>
              <a:spLocks/>
            </p:cNvSpPr>
            <p:nvPr/>
          </p:nvSpPr>
          <p:spPr bwMode="auto">
            <a:xfrm>
              <a:off x="1587" y="1929"/>
              <a:ext cx="85" cy="49"/>
            </a:xfrm>
            <a:custGeom>
              <a:avLst/>
              <a:gdLst>
                <a:gd name="T0" fmla="*/ 0 w 426"/>
                <a:gd name="T1" fmla="*/ 0 h 245"/>
                <a:gd name="T2" fmla="*/ 0 w 426"/>
                <a:gd name="T3" fmla="*/ 0 h 245"/>
                <a:gd name="T4" fmla="*/ 0 w 426"/>
                <a:gd name="T5" fmla="*/ 0 h 245"/>
                <a:gd name="T6" fmla="*/ 0 w 426"/>
                <a:gd name="T7" fmla="*/ 0 h 245"/>
                <a:gd name="T8" fmla="*/ 0 w 426"/>
                <a:gd name="T9" fmla="*/ 1 h 245"/>
                <a:gd name="T10" fmla="*/ 0 w 426"/>
                <a:gd name="T11" fmla="*/ 1 h 245"/>
                <a:gd name="T12" fmla="*/ 0 w 426"/>
                <a:gd name="T13" fmla="*/ 1 h 245"/>
                <a:gd name="T14" fmla="*/ 1 w 426"/>
                <a:gd name="T15" fmla="*/ 1 h 245"/>
                <a:gd name="T16" fmla="*/ 1 w 426"/>
                <a:gd name="T17" fmla="*/ 1 h 245"/>
                <a:gd name="T18" fmla="*/ 1 w 426"/>
                <a:gd name="T19" fmla="*/ 1 h 245"/>
                <a:gd name="T20" fmla="*/ 1 w 426"/>
                <a:gd name="T21" fmla="*/ 2 h 245"/>
                <a:gd name="T22" fmla="*/ 2 w 426"/>
                <a:gd name="T23" fmla="*/ 2 h 245"/>
                <a:gd name="T24" fmla="*/ 2 w 426"/>
                <a:gd name="T25" fmla="*/ 2 h 245"/>
                <a:gd name="T26" fmla="*/ 2 w 426"/>
                <a:gd name="T27" fmla="*/ 2 h 245"/>
                <a:gd name="T28" fmla="*/ 2 w 426"/>
                <a:gd name="T29" fmla="*/ 2 h 245"/>
                <a:gd name="T30" fmla="*/ 3 w 426"/>
                <a:gd name="T31" fmla="*/ 2 h 245"/>
                <a:gd name="T32" fmla="*/ 3 w 426"/>
                <a:gd name="T33" fmla="*/ 2 h 245"/>
                <a:gd name="T34" fmla="*/ 3 w 426"/>
                <a:gd name="T35" fmla="*/ 2 h 245"/>
                <a:gd name="T36" fmla="*/ 3 w 426"/>
                <a:gd name="T37" fmla="*/ 2 h 245"/>
                <a:gd name="T38" fmla="*/ 3 w 426"/>
                <a:gd name="T39" fmla="*/ 2 h 245"/>
                <a:gd name="T40" fmla="*/ 3 w 426"/>
                <a:gd name="T41" fmla="*/ 2 h 245"/>
                <a:gd name="T42" fmla="*/ 2 w 426"/>
                <a:gd name="T43" fmla="*/ 2 h 245"/>
                <a:gd name="T44" fmla="*/ 2 w 426"/>
                <a:gd name="T45" fmla="*/ 2 h 245"/>
                <a:gd name="T46" fmla="*/ 2 w 426"/>
                <a:gd name="T47" fmla="*/ 2 h 245"/>
                <a:gd name="T48" fmla="*/ 2 w 426"/>
                <a:gd name="T49" fmla="*/ 2 h 245"/>
                <a:gd name="T50" fmla="*/ 1 w 426"/>
                <a:gd name="T51" fmla="*/ 1 h 245"/>
                <a:gd name="T52" fmla="*/ 1 w 426"/>
                <a:gd name="T53" fmla="*/ 1 h 245"/>
                <a:gd name="T54" fmla="*/ 1 w 426"/>
                <a:gd name="T55" fmla="*/ 1 h 245"/>
                <a:gd name="T56" fmla="*/ 1 w 426"/>
                <a:gd name="T57" fmla="*/ 1 h 245"/>
                <a:gd name="T58" fmla="*/ 0 w 426"/>
                <a:gd name="T59" fmla="*/ 1 h 245"/>
                <a:gd name="T60" fmla="*/ 0 w 426"/>
                <a:gd name="T61" fmla="*/ 1 h 245"/>
                <a:gd name="T62" fmla="*/ 0 w 426"/>
                <a:gd name="T63" fmla="*/ 1 h 245"/>
                <a:gd name="T64" fmla="*/ 0 w 426"/>
                <a:gd name="T65" fmla="*/ 0 h 245"/>
                <a:gd name="T66" fmla="*/ 0 w 426"/>
                <a:gd name="T67" fmla="*/ 0 h 245"/>
                <a:gd name="T68" fmla="*/ 0 w 426"/>
                <a:gd name="T69" fmla="*/ 0 h 245"/>
                <a:gd name="T70" fmla="*/ 0 w 426"/>
                <a:gd name="T71" fmla="*/ 0 h 245"/>
                <a:gd name="T72" fmla="*/ 0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0" y="0"/>
                  </a:moveTo>
                  <a:lnTo>
                    <a:pt x="0" y="0"/>
                  </a:lnTo>
                  <a:lnTo>
                    <a:pt x="3" y="25"/>
                  </a:lnTo>
                  <a:lnTo>
                    <a:pt x="9" y="50"/>
                  </a:lnTo>
                  <a:lnTo>
                    <a:pt x="19" y="73"/>
                  </a:lnTo>
                  <a:lnTo>
                    <a:pt x="34" y="96"/>
                  </a:lnTo>
                  <a:lnTo>
                    <a:pt x="52" y="118"/>
                  </a:lnTo>
                  <a:lnTo>
                    <a:pt x="74" y="138"/>
                  </a:lnTo>
                  <a:lnTo>
                    <a:pt x="99" y="156"/>
                  </a:lnTo>
                  <a:lnTo>
                    <a:pt x="126" y="174"/>
                  </a:lnTo>
                  <a:lnTo>
                    <a:pt x="157" y="190"/>
                  </a:lnTo>
                  <a:lnTo>
                    <a:pt x="189" y="204"/>
                  </a:lnTo>
                  <a:lnTo>
                    <a:pt x="224" y="215"/>
                  </a:lnTo>
                  <a:lnTo>
                    <a:pt x="262" y="226"/>
                  </a:lnTo>
                  <a:lnTo>
                    <a:pt x="300" y="234"/>
                  </a:lnTo>
                  <a:lnTo>
                    <a:pt x="340" y="240"/>
                  </a:lnTo>
                  <a:lnTo>
                    <a:pt x="384" y="244"/>
                  </a:lnTo>
                  <a:lnTo>
                    <a:pt x="426" y="245"/>
                  </a:lnTo>
                  <a:lnTo>
                    <a:pt x="426" y="233"/>
                  </a:lnTo>
                  <a:lnTo>
                    <a:pt x="384" y="232"/>
                  </a:lnTo>
                  <a:lnTo>
                    <a:pt x="343" y="228"/>
                  </a:lnTo>
                  <a:lnTo>
                    <a:pt x="303" y="222"/>
                  </a:lnTo>
                  <a:lnTo>
                    <a:pt x="264" y="214"/>
                  </a:lnTo>
                  <a:lnTo>
                    <a:pt x="229" y="204"/>
                  </a:lnTo>
                  <a:lnTo>
                    <a:pt x="194" y="192"/>
                  </a:lnTo>
                  <a:lnTo>
                    <a:pt x="162" y="178"/>
                  </a:lnTo>
                  <a:lnTo>
                    <a:pt x="133" y="163"/>
                  </a:lnTo>
                  <a:lnTo>
                    <a:pt x="106" y="146"/>
                  </a:lnTo>
                  <a:lnTo>
                    <a:pt x="81" y="129"/>
                  </a:lnTo>
                  <a:lnTo>
                    <a:pt x="61" y="109"/>
                  </a:lnTo>
                  <a:lnTo>
                    <a:pt x="44" y="89"/>
                  </a:lnTo>
                  <a:lnTo>
                    <a:pt x="31" y="66"/>
                  </a:lnTo>
                  <a:lnTo>
                    <a:pt x="20" y="45"/>
                  </a:lnTo>
                  <a:lnTo>
                    <a:pt x="15" y="2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0786" name="Freeform 32"/>
            <p:cNvSpPr>
              <a:spLocks/>
            </p:cNvSpPr>
            <p:nvPr/>
          </p:nvSpPr>
          <p:spPr bwMode="auto">
            <a:xfrm>
              <a:off x="878" y="1448"/>
              <a:ext cx="792" cy="954"/>
            </a:xfrm>
            <a:custGeom>
              <a:avLst/>
              <a:gdLst>
                <a:gd name="T0" fmla="*/ 13 w 3960"/>
                <a:gd name="T1" fmla="*/ 38 h 4768"/>
                <a:gd name="T2" fmla="*/ 14 w 3960"/>
                <a:gd name="T3" fmla="*/ 38 h 4768"/>
                <a:gd name="T4" fmla="*/ 15 w 3960"/>
                <a:gd name="T5" fmla="*/ 38 h 4768"/>
                <a:gd name="T6" fmla="*/ 15 w 3960"/>
                <a:gd name="T7" fmla="*/ 38 h 4768"/>
                <a:gd name="T8" fmla="*/ 16 w 3960"/>
                <a:gd name="T9" fmla="*/ 38 h 4768"/>
                <a:gd name="T10" fmla="*/ 17 w 3960"/>
                <a:gd name="T11" fmla="*/ 38 h 4768"/>
                <a:gd name="T12" fmla="*/ 17 w 3960"/>
                <a:gd name="T13" fmla="*/ 38 h 4768"/>
                <a:gd name="T14" fmla="*/ 18 w 3960"/>
                <a:gd name="T15" fmla="*/ 38 h 4768"/>
                <a:gd name="T16" fmla="*/ 18 w 3960"/>
                <a:gd name="T17" fmla="*/ 38 h 4768"/>
                <a:gd name="T18" fmla="*/ 29 w 3960"/>
                <a:gd name="T19" fmla="*/ 30 h 4768"/>
                <a:gd name="T20" fmla="*/ 30 w 3960"/>
                <a:gd name="T21" fmla="*/ 30 h 4768"/>
                <a:gd name="T22" fmla="*/ 30 w 3960"/>
                <a:gd name="T23" fmla="*/ 29 h 4768"/>
                <a:gd name="T24" fmla="*/ 31 w 3960"/>
                <a:gd name="T25" fmla="*/ 28 h 4768"/>
                <a:gd name="T26" fmla="*/ 31 w 3960"/>
                <a:gd name="T27" fmla="*/ 28 h 4768"/>
                <a:gd name="T28" fmla="*/ 31 w 3960"/>
                <a:gd name="T29" fmla="*/ 27 h 4768"/>
                <a:gd name="T30" fmla="*/ 32 w 3960"/>
                <a:gd name="T31" fmla="*/ 26 h 4768"/>
                <a:gd name="T32" fmla="*/ 32 w 3960"/>
                <a:gd name="T33" fmla="*/ 25 h 4768"/>
                <a:gd name="T34" fmla="*/ 32 w 3960"/>
                <a:gd name="T35" fmla="*/ 11 h 4768"/>
                <a:gd name="T36" fmla="*/ 32 w 3960"/>
                <a:gd name="T37" fmla="*/ 10 h 4768"/>
                <a:gd name="T38" fmla="*/ 31 w 3960"/>
                <a:gd name="T39" fmla="*/ 9 h 4768"/>
                <a:gd name="T40" fmla="*/ 31 w 3960"/>
                <a:gd name="T41" fmla="*/ 9 h 4768"/>
                <a:gd name="T42" fmla="*/ 31 w 3960"/>
                <a:gd name="T43" fmla="*/ 8 h 4768"/>
                <a:gd name="T44" fmla="*/ 31 w 3960"/>
                <a:gd name="T45" fmla="*/ 8 h 4768"/>
                <a:gd name="T46" fmla="*/ 30 w 3960"/>
                <a:gd name="T47" fmla="*/ 7 h 4768"/>
                <a:gd name="T48" fmla="*/ 30 w 3960"/>
                <a:gd name="T49" fmla="*/ 7 h 4768"/>
                <a:gd name="T50" fmla="*/ 29 w 3960"/>
                <a:gd name="T51" fmla="*/ 6 h 4768"/>
                <a:gd name="T52" fmla="*/ 19 w 3960"/>
                <a:gd name="T53" fmla="*/ 1 h 4768"/>
                <a:gd name="T54" fmla="*/ 18 w 3960"/>
                <a:gd name="T55" fmla="*/ 0 h 4768"/>
                <a:gd name="T56" fmla="*/ 17 w 3960"/>
                <a:gd name="T57" fmla="*/ 0 h 4768"/>
                <a:gd name="T58" fmla="*/ 17 w 3960"/>
                <a:gd name="T59" fmla="*/ 0 h 4768"/>
                <a:gd name="T60" fmla="*/ 16 w 3960"/>
                <a:gd name="T61" fmla="*/ 0 h 4768"/>
                <a:gd name="T62" fmla="*/ 15 w 3960"/>
                <a:gd name="T63" fmla="*/ 0 h 4768"/>
                <a:gd name="T64" fmla="*/ 14 w 3960"/>
                <a:gd name="T65" fmla="*/ 0 h 4768"/>
                <a:gd name="T66" fmla="*/ 14 w 3960"/>
                <a:gd name="T67" fmla="*/ 0 h 4768"/>
                <a:gd name="T68" fmla="*/ 2 w 3960"/>
                <a:gd name="T69" fmla="*/ 6 h 4768"/>
                <a:gd name="T70" fmla="*/ 2 w 3960"/>
                <a:gd name="T71" fmla="*/ 7 h 4768"/>
                <a:gd name="T72" fmla="*/ 1 w 3960"/>
                <a:gd name="T73" fmla="*/ 7 h 4768"/>
                <a:gd name="T74" fmla="*/ 1 w 3960"/>
                <a:gd name="T75" fmla="*/ 8 h 4768"/>
                <a:gd name="T76" fmla="*/ 1 w 3960"/>
                <a:gd name="T77" fmla="*/ 8 h 4768"/>
                <a:gd name="T78" fmla="*/ 0 w 3960"/>
                <a:gd name="T79" fmla="*/ 9 h 4768"/>
                <a:gd name="T80" fmla="*/ 0 w 3960"/>
                <a:gd name="T81" fmla="*/ 9 h 4768"/>
                <a:gd name="T82" fmla="*/ 0 w 3960"/>
                <a:gd name="T83" fmla="*/ 10 h 4768"/>
                <a:gd name="T84" fmla="*/ 0 w 3960"/>
                <a:gd name="T85" fmla="*/ 11 h 4768"/>
                <a:gd name="T86" fmla="*/ 0 w 3960"/>
                <a:gd name="T87" fmla="*/ 25 h 4768"/>
                <a:gd name="T88" fmla="*/ 0 w 3960"/>
                <a:gd name="T89" fmla="*/ 26 h 4768"/>
                <a:gd name="T90" fmla="*/ 0 w 3960"/>
                <a:gd name="T91" fmla="*/ 27 h 4768"/>
                <a:gd name="T92" fmla="*/ 1 w 3960"/>
                <a:gd name="T93" fmla="*/ 28 h 4768"/>
                <a:gd name="T94" fmla="*/ 1 w 3960"/>
                <a:gd name="T95" fmla="*/ 29 h 4768"/>
                <a:gd name="T96" fmla="*/ 1 w 3960"/>
                <a:gd name="T97" fmla="*/ 29 h 4768"/>
                <a:gd name="T98" fmla="*/ 2 w 3960"/>
                <a:gd name="T99" fmla="*/ 30 h 4768"/>
                <a:gd name="T100" fmla="*/ 3 w 3960"/>
                <a:gd name="T101" fmla="*/ 31 h 4768"/>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w 3960"/>
                <a:gd name="T154" fmla="*/ 0 h 4768"/>
                <a:gd name="T155" fmla="*/ 3960 w 3960"/>
                <a:gd name="T156" fmla="*/ 4768 h 4768"/>
              </a:gdLst>
              <a:ahLst/>
              <a:cxnLst>
                <a:cxn ang="T102">
                  <a:pos x="T0" y="T1"/>
                </a:cxn>
                <a:cxn ang="T103">
                  <a:pos x="T2" y="T3"/>
                </a:cxn>
                <a:cxn ang="T104">
                  <a:pos x="T4" y="T5"/>
                </a:cxn>
                <a:cxn ang="T105">
                  <a:pos x="T6" y="T7"/>
                </a:cxn>
                <a:cxn ang="T106">
                  <a:pos x="T8" y="T9"/>
                </a:cxn>
                <a:cxn ang="T107">
                  <a:pos x="T10" y="T11"/>
                </a:cxn>
                <a:cxn ang="T108">
                  <a:pos x="T12" y="T13"/>
                </a:cxn>
                <a:cxn ang="T109">
                  <a:pos x="T14" y="T15"/>
                </a:cxn>
                <a:cxn ang="T110">
                  <a:pos x="T16" y="T17"/>
                </a:cxn>
                <a:cxn ang="T111">
                  <a:pos x="T18" y="T19"/>
                </a:cxn>
                <a:cxn ang="T112">
                  <a:pos x="T20" y="T21"/>
                </a:cxn>
                <a:cxn ang="T113">
                  <a:pos x="T22" y="T23"/>
                </a:cxn>
                <a:cxn ang="T114">
                  <a:pos x="T24" y="T25"/>
                </a:cxn>
                <a:cxn ang="T115">
                  <a:pos x="T26" y="T27"/>
                </a:cxn>
                <a:cxn ang="T116">
                  <a:pos x="T28" y="T29"/>
                </a:cxn>
                <a:cxn ang="T117">
                  <a:pos x="T30" y="T31"/>
                </a:cxn>
                <a:cxn ang="T118">
                  <a:pos x="T32" y="T33"/>
                </a:cxn>
                <a:cxn ang="T119">
                  <a:pos x="T34" y="T35"/>
                </a:cxn>
                <a:cxn ang="T120">
                  <a:pos x="T36" y="T37"/>
                </a:cxn>
                <a:cxn ang="T121">
                  <a:pos x="T38" y="T39"/>
                </a:cxn>
                <a:cxn ang="T122">
                  <a:pos x="T40" y="T41"/>
                </a:cxn>
                <a:cxn ang="T123">
                  <a:pos x="T42" y="T43"/>
                </a:cxn>
                <a:cxn ang="T124">
                  <a:pos x="T44" y="T45"/>
                </a:cxn>
                <a:cxn ang="T125">
                  <a:pos x="T46" y="T47"/>
                </a:cxn>
                <a:cxn ang="T126">
                  <a:pos x="T48" y="T49"/>
                </a:cxn>
                <a:cxn ang="T127">
                  <a:pos x="T50" y="T51"/>
                </a:cxn>
                <a:cxn ang="T128">
                  <a:pos x="T52" y="T53"/>
                </a:cxn>
                <a:cxn ang="T129">
                  <a:pos x="T54" y="T55"/>
                </a:cxn>
                <a:cxn ang="T130">
                  <a:pos x="T56" y="T57"/>
                </a:cxn>
                <a:cxn ang="T131">
                  <a:pos x="T58" y="T59"/>
                </a:cxn>
                <a:cxn ang="T132">
                  <a:pos x="T60" y="T61"/>
                </a:cxn>
                <a:cxn ang="T133">
                  <a:pos x="T62" y="T63"/>
                </a:cxn>
                <a:cxn ang="T134">
                  <a:pos x="T64" y="T65"/>
                </a:cxn>
                <a:cxn ang="T135">
                  <a:pos x="T66" y="T67"/>
                </a:cxn>
                <a:cxn ang="T136">
                  <a:pos x="T68" y="T69"/>
                </a:cxn>
                <a:cxn ang="T137">
                  <a:pos x="T70" y="T71"/>
                </a:cxn>
                <a:cxn ang="T138">
                  <a:pos x="T72" y="T73"/>
                </a:cxn>
                <a:cxn ang="T139">
                  <a:pos x="T74" y="T75"/>
                </a:cxn>
                <a:cxn ang="T140">
                  <a:pos x="T76" y="T77"/>
                </a:cxn>
                <a:cxn ang="T141">
                  <a:pos x="T78" y="T79"/>
                </a:cxn>
                <a:cxn ang="T142">
                  <a:pos x="T80" y="T81"/>
                </a:cxn>
                <a:cxn ang="T143">
                  <a:pos x="T82" y="T83"/>
                </a:cxn>
                <a:cxn ang="T144">
                  <a:pos x="T84" y="T85"/>
                </a:cxn>
                <a:cxn ang="T145">
                  <a:pos x="T86" y="T87"/>
                </a:cxn>
                <a:cxn ang="T146">
                  <a:pos x="T88" y="T89"/>
                </a:cxn>
                <a:cxn ang="T147">
                  <a:pos x="T90" y="T91"/>
                </a:cxn>
                <a:cxn ang="T148">
                  <a:pos x="T92" y="T93"/>
                </a:cxn>
                <a:cxn ang="T149">
                  <a:pos x="T94" y="T95"/>
                </a:cxn>
                <a:cxn ang="T150">
                  <a:pos x="T96" y="T97"/>
                </a:cxn>
                <a:cxn ang="T151">
                  <a:pos x="T98" y="T99"/>
                </a:cxn>
                <a:cxn ang="T152">
                  <a:pos x="T100" y="T101"/>
                </a:cxn>
              </a:cxnLst>
              <a:rect l="T153" t="T154" r="T155" b="T156"/>
              <a:pathLst>
                <a:path w="3960" h="4768">
                  <a:moveTo>
                    <a:pt x="353" y="3849"/>
                  </a:moveTo>
                  <a:lnTo>
                    <a:pt x="1661" y="4700"/>
                  </a:lnTo>
                  <a:lnTo>
                    <a:pt x="1697" y="4717"/>
                  </a:lnTo>
                  <a:lnTo>
                    <a:pt x="1736" y="4731"/>
                  </a:lnTo>
                  <a:lnTo>
                    <a:pt x="1776" y="4742"/>
                  </a:lnTo>
                  <a:lnTo>
                    <a:pt x="1818" y="4753"/>
                  </a:lnTo>
                  <a:lnTo>
                    <a:pt x="1860" y="4760"/>
                  </a:lnTo>
                  <a:lnTo>
                    <a:pt x="1902" y="4765"/>
                  </a:lnTo>
                  <a:lnTo>
                    <a:pt x="1946" y="4768"/>
                  </a:lnTo>
                  <a:lnTo>
                    <a:pt x="1988" y="4768"/>
                  </a:lnTo>
                  <a:lnTo>
                    <a:pt x="2031" y="4767"/>
                  </a:lnTo>
                  <a:lnTo>
                    <a:pt x="2073" y="4763"/>
                  </a:lnTo>
                  <a:lnTo>
                    <a:pt x="2114" y="4758"/>
                  </a:lnTo>
                  <a:lnTo>
                    <a:pt x="2154" y="4751"/>
                  </a:lnTo>
                  <a:lnTo>
                    <a:pt x="2193" y="4740"/>
                  </a:lnTo>
                  <a:lnTo>
                    <a:pt x="2230" y="4729"/>
                  </a:lnTo>
                  <a:lnTo>
                    <a:pt x="2264" y="4715"/>
                  </a:lnTo>
                  <a:lnTo>
                    <a:pt x="2297" y="4700"/>
                  </a:lnTo>
                  <a:lnTo>
                    <a:pt x="3639" y="3825"/>
                  </a:lnTo>
                  <a:lnTo>
                    <a:pt x="3673" y="3795"/>
                  </a:lnTo>
                  <a:lnTo>
                    <a:pt x="3707" y="3761"/>
                  </a:lnTo>
                  <a:lnTo>
                    <a:pt x="3738" y="3725"/>
                  </a:lnTo>
                  <a:lnTo>
                    <a:pt x="3768" y="3685"/>
                  </a:lnTo>
                  <a:lnTo>
                    <a:pt x="3796" y="3644"/>
                  </a:lnTo>
                  <a:lnTo>
                    <a:pt x="3821" y="3599"/>
                  </a:lnTo>
                  <a:lnTo>
                    <a:pt x="3846" y="3553"/>
                  </a:lnTo>
                  <a:lnTo>
                    <a:pt x="3868" y="3505"/>
                  </a:lnTo>
                  <a:lnTo>
                    <a:pt x="3888" y="3456"/>
                  </a:lnTo>
                  <a:lnTo>
                    <a:pt x="3907" y="3406"/>
                  </a:lnTo>
                  <a:lnTo>
                    <a:pt x="3922" y="3354"/>
                  </a:lnTo>
                  <a:lnTo>
                    <a:pt x="3935" y="3303"/>
                  </a:lnTo>
                  <a:lnTo>
                    <a:pt x="3946" y="3250"/>
                  </a:lnTo>
                  <a:lnTo>
                    <a:pt x="3953" y="3197"/>
                  </a:lnTo>
                  <a:lnTo>
                    <a:pt x="3957" y="3144"/>
                  </a:lnTo>
                  <a:lnTo>
                    <a:pt x="3960" y="3092"/>
                  </a:lnTo>
                  <a:lnTo>
                    <a:pt x="3959" y="1313"/>
                  </a:lnTo>
                  <a:lnTo>
                    <a:pt x="3955" y="1271"/>
                  </a:lnTo>
                  <a:lnTo>
                    <a:pt x="3949" y="1229"/>
                  </a:lnTo>
                  <a:lnTo>
                    <a:pt x="3941" y="1189"/>
                  </a:lnTo>
                  <a:lnTo>
                    <a:pt x="3930" y="1149"/>
                  </a:lnTo>
                  <a:lnTo>
                    <a:pt x="3918" y="1111"/>
                  </a:lnTo>
                  <a:lnTo>
                    <a:pt x="3902" y="1075"/>
                  </a:lnTo>
                  <a:lnTo>
                    <a:pt x="3886" y="1040"/>
                  </a:lnTo>
                  <a:lnTo>
                    <a:pt x="3867" y="1006"/>
                  </a:lnTo>
                  <a:lnTo>
                    <a:pt x="3846" y="973"/>
                  </a:lnTo>
                  <a:lnTo>
                    <a:pt x="3823" y="942"/>
                  </a:lnTo>
                  <a:lnTo>
                    <a:pt x="3798" y="913"/>
                  </a:lnTo>
                  <a:lnTo>
                    <a:pt x="3771" y="886"/>
                  </a:lnTo>
                  <a:lnTo>
                    <a:pt x="3743" y="860"/>
                  </a:lnTo>
                  <a:lnTo>
                    <a:pt x="3714" y="837"/>
                  </a:lnTo>
                  <a:lnTo>
                    <a:pt x="3682" y="816"/>
                  </a:lnTo>
                  <a:lnTo>
                    <a:pt x="3649" y="796"/>
                  </a:lnTo>
                  <a:lnTo>
                    <a:pt x="2386" y="83"/>
                  </a:lnTo>
                  <a:lnTo>
                    <a:pt x="2350" y="65"/>
                  </a:lnTo>
                  <a:lnTo>
                    <a:pt x="2310" y="50"/>
                  </a:lnTo>
                  <a:lnTo>
                    <a:pt x="2268" y="36"/>
                  </a:lnTo>
                  <a:lnTo>
                    <a:pt x="2223" y="24"/>
                  </a:lnTo>
                  <a:lnTo>
                    <a:pt x="2178" y="15"/>
                  </a:lnTo>
                  <a:lnTo>
                    <a:pt x="2131" y="8"/>
                  </a:lnTo>
                  <a:lnTo>
                    <a:pt x="2082" y="3"/>
                  </a:lnTo>
                  <a:lnTo>
                    <a:pt x="2032" y="0"/>
                  </a:lnTo>
                  <a:lnTo>
                    <a:pt x="1982" y="1"/>
                  </a:lnTo>
                  <a:lnTo>
                    <a:pt x="1933" y="3"/>
                  </a:lnTo>
                  <a:lnTo>
                    <a:pt x="1882" y="9"/>
                  </a:lnTo>
                  <a:lnTo>
                    <a:pt x="1833" y="17"/>
                  </a:lnTo>
                  <a:lnTo>
                    <a:pt x="1785" y="29"/>
                  </a:lnTo>
                  <a:lnTo>
                    <a:pt x="1737" y="43"/>
                  </a:lnTo>
                  <a:lnTo>
                    <a:pt x="1691" y="62"/>
                  </a:lnTo>
                  <a:lnTo>
                    <a:pt x="1647" y="83"/>
                  </a:lnTo>
                  <a:lnTo>
                    <a:pt x="311" y="782"/>
                  </a:lnTo>
                  <a:lnTo>
                    <a:pt x="276" y="803"/>
                  </a:lnTo>
                  <a:lnTo>
                    <a:pt x="243" y="826"/>
                  </a:lnTo>
                  <a:lnTo>
                    <a:pt x="213" y="852"/>
                  </a:lnTo>
                  <a:lnTo>
                    <a:pt x="184" y="879"/>
                  </a:lnTo>
                  <a:lnTo>
                    <a:pt x="155" y="908"/>
                  </a:lnTo>
                  <a:lnTo>
                    <a:pt x="131" y="939"/>
                  </a:lnTo>
                  <a:lnTo>
                    <a:pt x="107" y="971"/>
                  </a:lnTo>
                  <a:lnTo>
                    <a:pt x="86" y="1005"/>
                  </a:lnTo>
                  <a:lnTo>
                    <a:pt x="68" y="1040"/>
                  </a:lnTo>
                  <a:lnTo>
                    <a:pt x="50" y="1076"/>
                  </a:lnTo>
                  <a:lnTo>
                    <a:pt x="36" y="1115"/>
                  </a:lnTo>
                  <a:lnTo>
                    <a:pt x="23" y="1153"/>
                  </a:lnTo>
                  <a:lnTo>
                    <a:pt x="14" y="1195"/>
                  </a:lnTo>
                  <a:lnTo>
                    <a:pt x="7" y="1236"/>
                  </a:lnTo>
                  <a:lnTo>
                    <a:pt x="2" y="1279"/>
                  </a:lnTo>
                  <a:lnTo>
                    <a:pt x="0" y="1322"/>
                  </a:lnTo>
                  <a:lnTo>
                    <a:pt x="0" y="3093"/>
                  </a:lnTo>
                  <a:lnTo>
                    <a:pt x="2" y="3147"/>
                  </a:lnTo>
                  <a:lnTo>
                    <a:pt x="7" y="3202"/>
                  </a:lnTo>
                  <a:lnTo>
                    <a:pt x="15" y="3257"/>
                  </a:lnTo>
                  <a:lnTo>
                    <a:pt x="27" y="3312"/>
                  </a:lnTo>
                  <a:lnTo>
                    <a:pt x="42" y="3366"/>
                  </a:lnTo>
                  <a:lnTo>
                    <a:pt x="59" y="3420"/>
                  </a:lnTo>
                  <a:lnTo>
                    <a:pt x="79" y="3474"/>
                  </a:lnTo>
                  <a:lnTo>
                    <a:pt x="102" y="3525"/>
                  </a:lnTo>
                  <a:lnTo>
                    <a:pt x="127" y="3576"/>
                  </a:lnTo>
                  <a:lnTo>
                    <a:pt x="154" y="3624"/>
                  </a:lnTo>
                  <a:lnTo>
                    <a:pt x="184" y="3670"/>
                  </a:lnTo>
                  <a:lnTo>
                    <a:pt x="214" y="3712"/>
                  </a:lnTo>
                  <a:lnTo>
                    <a:pt x="247" y="3752"/>
                  </a:lnTo>
                  <a:lnTo>
                    <a:pt x="281" y="3788"/>
                  </a:lnTo>
                  <a:lnTo>
                    <a:pt x="317" y="3821"/>
                  </a:lnTo>
                  <a:lnTo>
                    <a:pt x="353" y="384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0787" name="Freeform 33"/>
            <p:cNvSpPr>
              <a:spLocks/>
            </p:cNvSpPr>
            <p:nvPr/>
          </p:nvSpPr>
          <p:spPr bwMode="auto">
            <a:xfrm>
              <a:off x="943" y="2210"/>
              <a:ext cx="276" cy="187"/>
            </a:xfrm>
            <a:custGeom>
              <a:avLst/>
              <a:gdLst>
                <a:gd name="T0" fmla="*/ 11 w 1380"/>
                <a:gd name="T1" fmla="*/ 7 h 937"/>
                <a:gd name="T2" fmla="*/ 11 w 1380"/>
                <a:gd name="T3" fmla="*/ 7 h 937"/>
                <a:gd name="T4" fmla="*/ 0 w 1380"/>
                <a:gd name="T5" fmla="*/ 0 h 937"/>
                <a:gd name="T6" fmla="*/ 0 w 1380"/>
                <a:gd name="T7" fmla="*/ 1 h 937"/>
                <a:gd name="T8" fmla="*/ 10 w 1380"/>
                <a:gd name="T9" fmla="*/ 7 h 937"/>
                <a:gd name="T10" fmla="*/ 10 w 1380"/>
                <a:gd name="T11" fmla="*/ 7 h 937"/>
                <a:gd name="T12" fmla="*/ 10 w 1380"/>
                <a:gd name="T13" fmla="*/ 7 h 937"/>
                <a:gd name="T14" fmla="*/ 11 w 1380"/>
                <a:gd name="T15" fmla="*/ 7 h 937"/>
                <a:gd name="T16" fmla="*/ 11 w 1380"/>
                <a:gd name="T17" fmla="*/ 7 h 937"/>
                <a:gd name="T18" fmla="*/ 11 w 1380"/>
                <a:gd name="T19" fmla="*/ 7 h 937"/>
                <a:gd name="T20" fmla="*/ 11 w 1380"/>
                <a:gd name="T21" fmla="*/ 7 h 937"/>
                <a:gd name="T22" fmla="*/ 11 w 1380"/>
                <a:gd name="T23" fmla="*/ 7 h 937"/>
                <a:gd name="T24" fmla="*/ 11 w 1380"/>
                <a:gd name="T25" fmla="*/ 7 h 937"/>
                <a:gd name="T26" fmla="*/ 11 w 1380"/>
                <a:gd name="T27" fmla="*/ 7 h 937"/>
                <a:gd name="T28" fmla="*/ 11 w 1380"/>
                <a:gd name="T29" fmla="*/ 7 h 937"/>
                <a:gd name="T30" fmla="*/ 11 w 1380"/>
                <a:gd name="T31" fmla="*/ 7 h 93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80"/>
                <a:gd name="T49" fmla="*/ 0 h 937"/>
                <a:gd name="T50" fmla="*/ 1380 w 1380"/>
                <a:gd name="T51" fmla="*/ 937 h 93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80" h="937">
                  <a:moveTo>
                    <a:pt x="1354" y="848"/>
                  </a:moveTo>
                  <a:lnTo>
                    <a:pt x="1359" y="851"/>
                  </a:lnTo>
                  <a:lnTo>
                    <a:pt x="51" y="0"/>
                  </a:lnTo>
                  <a:lnTo>
                    <a:pt x="0" y="78"/>
                  </a:lnTo>
                  <a:lnTo>
                    <a:pt x="1307" y="929"/>
                  </a:lnTo>
                  <a:lnTo>
                    <a:pt x="1312" y="932"/>
                  </a:lnTo>
                  <a:lnTo>
                    <a:pt x="1307" y="929"/>
                  </a:lnTo>
                  <a:lnTo>
                    <a:pt x="1326" y="937"/>
                  </a:lnTo>
                  <a:lnTo>
                    <a:pt x="1345" y="936"/>
                  </a:lnTo>
                  <a:lnTo>
                    <a:pt x="1360" y="929"/>
                  </a:lnTo>
                  <a:lnTo>
                    <a:pt x="1372" y="916"/>
                  </a:lnTo>
                  <a:lnTo>
                    <a:pt x="1379" y="899"/>
                  </a:lnTo>
                  <a:lnTo>
                    <a:pt x="1380" y="883"/>
                  </a:lnTo>
                  <a:lnTo>
                    <a:pt x="1374" y="865"/>
                  </a:lnTo>
                  <a:lnTo>
                    <a:pt x="1359" y="851"/>
                  </a:lnTo>
                  <a:lnTo>
                    <a:pt x="1354" y="84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0788" name="Freeform 34"/>
            <p:cNvSpPr>
              <a:spLocks/>
            </p:cNvSpPr>
            <p:nvPr/>
          </p:nvSpPr>
          <p:spPr bwMode="auto">
            <a:xfrm>
              <a:off x="1206" y="2379"/>
              <a:ext cx="140" cy="32"/>
            </a:xfrm>
            <a:custGeom>
              <a:avLst/>
              <a:gdLst>
                <a:gd name="T0" fmla="*/ 5 w 703"/>
                <a:gd name="T1" fmla="*/ 0 h 162"/>
                <a:gd name="T2" fmla="*/ 5 w 703"/>
                <a:gd name="T3" fmla="*/ 0 h 162"/>
                <a:gd name="T4" fmla="*/ 5 w 703"/>
                <a:gd name="T5" fmla="*/ 0 h 162"/>
                <a:gd name="T6" fmla="*/ 5 w 703"/>
                <a:gd name="T7" fmla="*/ 0 h 162"/>
                <a:gd name="T8" fmla="*/ 4 w 703"/>
                <a:gd name="T9" fmla="*/ 0 h 162"/>
                <a:gd name="T10" fmla="*/ 4 w 703"/>
                <a:gd name="T11" fmla="*/ 0 h 162"/>
                <a:gd name="T12" fmla="*/ 4 w 703"/>
                <a:gd name="T13" fmla="*/ 0 h 162"/>
                <a:gd name="T14" fmla="*/ 3 w 703"/>
                <a:gd name="T15" fmla="*/ 1 h 162"/>
                <a:gd name="T16" fmla="*/ 3 w 703"/>
                <a:gd name="T17" fmla="*/ 1 h 162"/>
                <a:gd name="T18" fmla="*/ 3 w 703"/>
                <a:gd name="T19" fmla="*/ 1 h 162"/>
                <a:gd name="T20" fmla="*/ 2 w 703"/>
                <a:gd name="T21" fmla="*/ 1 h 162"/>
                <a:gd name="T22" fmla="*/ 2 w 703"/>
                <a:gd name="T23" fmla="*/ 1 h 162"/>
                <a:gd name="T24" fmla="*/ 2 w 703"/>
                <a:gd name="T25" fmla="*/ 0 h 162"/>
                <a:gd name="T26" fmla="*/ 1 w 703"/>
                <a:gd name="T27" fmla="*/ 0 h 162"/>
                <a:gd name="T28" fmla="*/ 1 w 703"/>
                <a:gd name="T29" fmla="*/ 0 h 162"/>
                <a:gd name="T30" fmla="*/ 1 w 703"/>
                <a:gd name="T31" fmla="*/ 0 h 162"/>
                <a:gd name="T32" fmla="*/ 1 w 703"/>
                <a:gd name="T33" fmla="*/ 0 h 162"/>
                <a:gd name="T34" fmla="*/ 0 w 703"/>
                <a:gd name="T35" fmla="*/ 0 h 162"/>
                <a:gd name="T36" fmla="*/ 0 w 703"/>
                <a:gd name="T37" fmla="*/ 1 h 162"/>
                <a:gd name="T38" fmla="*/ 0 w 703"/>
                <a:gd name="T39" fmla="*/ 1 h 162"/>
                <a:gd name="T40" fmla="*/ 1 w 703"/>
                <a:gd name="T41" fmla="*/ 1 h 162"/>
                <a:gd name="T42" fmla="*/ 1 w 703"/>
                <a:gd name="T43" fmla="*/ 1 h 162"/>
                <a:gd name="T44" fmla="*/ 1 w 703"/>
                <a:gd name="T45" fmla="*/ 1 h 162"/>
                <a:gd name="T46" fmla="*/ 2 w 703"/>
                <a:gd name="T47" fmla="*/ 1 h 162"/>
                <a:gd name="T48" fmla="*/ 2 w 703"/>
                <a:gd name="T49" fmla="*/ 1 h 162"/>
                <a:gd name="T50" fmla="*/ 2 w 703"/>
                <a:gd name="T51" fmla="*/ 1 h 162"/>
                <a:gd name="T52" fmla="*/ 3 w 703"/>
                <a:gd name="T53" fmla="*/ 1 h 162"/>
                <a:gd name="T54" fmla="*/ 3 w 703"/>
                <a:gd name="T55" fmla="*/ 1 h 162"/>
                <a:gd name="T56" fmla="*/ 3 w 703"/>
                <a:gd name="T57" fmla="*/ 1 h 162"/>
                <a:gd name="T58" fmla="*/ 4 w 703"/>
                <a:gd name="T59" fmla="*/ 1 h 162"/>
                <a:gd name="T60" fmla="*/ 4 w 703"/>
                <a:gd name="T61" fmla="*/ 1 h 162"/>
                <a:gd name="T62" fmla="*/ 5 w 703"/>
                <a:gd name="T63" fmla="*/ 1 h 162"/>
                <a:gd name="T64" fmla="*/ 5 w 703"/>
                <a:gd name="T65" fmla="*/ 1 h 162"/>
                <a:gd name="T66" fmla="*/ 5 w 703"/>
                <a:gd name="T67" fmla="*/ 1 h 162"/>
                <a:gd name="T68" fmla="*/ 5 w 703"/>
                <a:gd name="T69" fmla="*/ 1 h 162"/>
                <a:gd name="T70" fmla="*/ 5 w 703"/>
                <a:gd name="T71" fmla="*/ 1 h 162"/>
                <a:gd name="T72" fmla="*/ 5 w 703"/>
                <a:gd name="T73" fmla="*/ 1 h 162"/>
                <a:gd name="T74" fmla="*/ 5 w 703"/>
                <a:gd name="T75" fmla="*/ 1 h 162"/>
                <a:gd name="T76" fmla="*/ 6 w 703"/>
                <a:gd name="T77" fmla="*/ 0 h 162"/>
                <a:gd name="T78" fmla="*/ 6 w 703"/>
                <a:gd name="T79" fmla="*/ 0 h 162"/>
                <a:gd name="T80" fmla="*/ 6 w 703"/>
                <a:gd name="T81" fmla="*/ 0 h 162"/>
                <a:gd name="T82" fmla="*/ 5 w 703"/>
                <a:gd name="T83" fmla="*/ 0 h 162"/>
                <a:gd name="T84" fmla="*/ 5 w 703"/>
                <a:gd name="T85" fmla="*/ 0 h 162"/>
                <a:gd name="T86" fmla="*/ 5 w 703"/>
                <a:gd name="T87" fmla="*/ 0 h 162"/>
                <a:gd name="T88" fmla="*/ 5 w 703"/>
                <a:gd name="T89" fmla="*/ 0 h 162"/>
                <a:gd name="T90" fmla="*/ 5 w 703"/>
                <a:gd name="T91" fmla="*/ 0 h 162"/>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703"/>
                <a:gd name="T139" fmla="*/ 0 h 162"/>
                <a:gd name="T140" fmla="*/ 703 w 703"/>
                <a:gd name="T141" fmla="*/ 162 h 162"/>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703" h="162">
                  <a:moveTo>
                    <a:pt x="631" y="8"/>
                  </a:moveTo>
                  <a:lnTo>
                    <a:pt x="636" y="6"/>
                  </a:lnTo>
                  <a:lnTo>
                    <a:pt x="606" y="20"/>
                  </a:lnTo>
                  <a:lnTo>
                    <a:pt x="575" y="32"/>
                  </a:lnTo>
                  <a:lnTo>
                    <a:pt x="540" y="42"/>
                  </a:lnTo>
                  <a:lnTo>
                    <a:pt x="504" y="52"/>
                  </a:lnTo>
                  <a:lnTo>
                    <a:pt x="467" y="59"/>
                  </a:lnTo>
                  <a:lnTo>
                    <a:pt x="428" y="64"/>
                  </a:lnTo>
                  <a:lnTo>
                    <a:pt x="389" y="67"/>
                  </a:lnTo>
                  <a:lnTo>
                    <a:pt x="348" y="68"/>
                  </a:lnTo>
                  <a:lnTo>
                    <a:pt x="308" y="68"/>
                  </a:lnTo>
                  <a:lnTo>
                    <a:pt x="267" y="65"/>
                  </a:lnTo>
                  <a:lnTo>
                    <a:pt x="226" y="61"/>
                  </a:lnTo>
                  <a:lnTo>
                    <a:pt x="187" y="54"/>
                  </a:lnTo>
                  <a:lnTo>
                    <a:pt x="148" y="44"/>
                  </a:lnTo>
                  <a:lnTo>
                    <a:pt x="110" y="33"/>
                  </a:lnTo>
                  <a:lnTo>
                    <a:pt x="75" y="20"/>
                  </a:lnTo>
                  <a:lnTo>
                    <a:pt x="42" y="5"/>
                  </a:lnTo>
                  <a:lnTo>
                    <a:pt x="0" y="89"/>
                  </a:lnTo>
                  <a:lnTo>
                    <a:pt x="40" y="107"/>
                  </a:lnTo>
                  <a:lnTo>
                    <a:pt x="82" y="122"/>
                  </a:lnTo>
                  <a:lnTo>
                    <a:pt x="124" y="135"/>
                  </a:lnTo>
                  <a:lnTo>
                    <a:pt x="169" y="146"/>
                  </a:lnTo>
                  <a:lnTo>
                    <a:pt x="214" y="153"/>
                  </a:lnTo>
                  <a:lnTo>
                    <a:pt x="258" y="158"/>
                  </a:lnTo>
                  <a:lnTo>
                    <a:pt x="303" y="162"/>
                  </a:lnTo>
                  <a:lnTo>
                    <a:pt x="348" y="162"/>
                  </a:lnTo>
                  <a:lnTo>
                    <a:pt x="394" y="161"/>
                  </a:lnTo>
                  <a:lnTo>
                    <a:pt x="439" y="157"/>
                  </a:lnTo>
                  <a:lnTo>
                    <a:pt x="481" y="150"/>
                  </a:lnTo>
                  <a:lnTo>
                    <a:pt x="525" y="143"/>
                  </a:lnTo>
                  <a:lnTo>
                    <a:pt x="566" y="132"/>
                  </a:lnTo>
                  <a:lnTo>
                    <a:pt x="606" y="121"/>
                  </a:lnTo>
                  <a:lnTo>
                    <a:pt x="643" y="105"/>
                  </a:lnTo>
                  <a:lnTo>
                    <a:pt x="678" y="88"/>
                  </a:lnTo>
                  <a:lnTo>
                    <a:pt x="683" y="86"/>
                  </a:lnTo>
                  <a:lnTo>
                    <a:pt x="678" y="88"/>
                  </a:lnTo>
                  <a:lnTo>
                    <a:pt x="695" y="75"/>
                  </a:lnTo>
                  <a:lnTo>
                    <a:pt x="702" y="60"/>
                  </a:lnTo>
                  <a:lnTo>
                    <a:pt x="703" y="42"/>
                  </a:lnTo>
                  <a:lnTo>
                    <a:pt x="698" y="26"/>
                  </a:lnTo>
                  <a:lnTo>
                    <a:pt x="688" y="12"/>
                  </a:lnTo>
                  <a:lnTo>
                    <a:pt x="674" y="3"/>
                  </a:lnTo>
                  <a:lnTo>
                    <a:pt x="656" y="0"/>
                  </a:lnTo>
                  <a:lnTo>
                    <a:pt x="636" y="6"/>
                  </a:lnTo>
                  <a:lnTo>
                    <a:pt x="631"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0789" name="Freeform 35"/>
            <p:cNvSpPr>
              <a:spLocks/>
            </p:cNvSpPr>
            <p:nvPr/>
          </p:nvSpPr>
          <p:spPr bwMode="auto">
            <a:xfrm>
              <a:off x="1332" y="2204"/>
              <a:ext cx="283" cy="192"/>
            </a:xfrm>
            <a:custGeom>
              <a:avLst/>
              <a:gdLst>
                <a:gd name="T0" fmla="*/ 11 w 1415"/>
                <a:gd name="T1" fmla="*/ 0 h 960"/>
                <a:gd name="T2" fmla="*/ 11 w 1415"/>
                <a:gd name="T3" fmla="*/ 0 h 960"/>
                <a:gd name="T4" fmla="*/ 0 w 1415"/>
                <a:gd name="T5" fmla="*/ 7 h 960"/>
                <a:gd name="T6" fmla="*/ 0 w 1415"/>
                <a:gd name="T7" fmla="*/ 8 h 960"/>
                <a:gd name="T8" fmla="*/ 11 w 1415"/>
                <a:gd name="T9" fmla="*/ 1 h 960"/>
                <a:gd name="T10" fmla="*/ 11 w 1415"/>
                <a:gd name="T11" fmla="*/ 1 h 960"/>
                <a:gd name="T12" fmla="*/ 11 w 1415"/>
                <a:gd name="T13" fmla="*/ 1 h 960"/>
                <a:gd name="T14" fmla="*/ 11 w 1415"/>
                <a:gd name="T15" fmla="*/ 1 h 960"/>
                <a:gd name="T16" fmla="*/ 11 w 1415"/>
                <a:gd name="T17" fmla="*/ 0 h 960"/>
                <a:gd name="T18" fmla="*/ 11 w 1415"/>
                <a:gd name="T19" fmla="*/ 0 h 960"/>
                <a:gd name="T20" fmla="*/ 11 w 1415"/>
                <a:gd name="T21" fmla="*/ 0 h 960"/>
                <a:gd name="T22" fmla="*/ 11 w 1415"/>
                <a:gd name="T23" fmla="*/ 0 h 960"/>
                <a:gd name="T24" fmla="*/ 11 w 1415"/>
                <a:gd name="T25" fmla="*/ 0 h 960"/>
                <a:gd name="T26" fmla="*/ 11 w 1415"/>
                <a:gd name="T27" fmla="*/ 0 h 960"/>
                <a:gd name="T28" fmla="*/ 11 w 1415"/>
                <a:gd name="T29" fmla="*/ 0 h 960"/>
                <a:gd name="T30" fmla="*/ 11 w 1415"/>
                <a:gd name="T31" fmla="*/ 0 h 96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15"/>
                <a:gd name="T49" fmla="*/ 0 h 960"/>
                <a:gd name="T50" fmla="*/ 1415 w 1415"/>
                <a:gd name="T51" fmla="*/ 960 h 96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15" h="960">
                  <a:moveTo>
                    <a:pt x="1338" y="10"/>
                  </a:moveTo>
                  <a:lnTo>
                    <a:pt x="1342" y="8"/>
                  </a:lnTo>
                  <a:lnTo>
                    <a:pt x="0" y="882"/>
                  </a:lnTo>
                  <a:lnTo>
                    <a:pt x="52" y="960"/>
                  </a:lnTo>
                  <a:lnTo>
                    <a:pt x="1393" y="85"/>
                  </a:lnTo>
                  <a:lnTo>
                    <a:pt x="1397" y="83"/>
                  </a:lnTo>
                  <a:lnTo>
                    <a:pt x="1393" y="85"/>
                  </a:lnTo>
                  <a:lnTo>
                    <a:pt x="1409" y="71"/>
                  </a:lnTo>
                  <a:lnTo>
                    <a:pt x="1415" y="53"/>
                  </a:lnTo>
                  <a:lnTo>
                    <a:pt x="1413" y="37"/>
                  </a:lnTo>
                  <a:lnTo>
                    <a:pt x="1406" y="21"/>
                  </a:lnTo>
                  <a:lnTo>
                    <a:pt x="1395" y="8"/>
                  </a:lnTo>
                  <a:lnTo>
                    <a:pt x="1379" y="1"/>
                  </a:lnTo>
                  <a:lnTo>
                    <a:pt x="1361" y="0"/>
                  </a:lnTo>
                  <a:lnTo>
                    <a:pt x="1342" y="8"/>
                  </a:lnTo>
                  <a:lnTo>
                    <a:pt x="1338" y="1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0790" name="Freeform 36"/>
            <p:cNvSpPr>
              <a:spLocks/>
            </p:cNvSpPr>
            <p:nvPr/>
          </p:nvSpPr>
          <p:spPr bwMode="auto">
            <a:xfrm>
              <a:off x="1599" y="2057"/>
              <a:ext cx="80" cy="163"/>
            </a:xfrm>
            <a:custGeom>
              <a:avLst/>
              <a:gdLst>
                <a:gd name="T0" fmla="*/ 2 w 398"/>
                <a:gd name="T1" fmla="*/ 0 h 817"/>
                <a:gd name="T2" fmla="*/ 2 w 398"/>
                <a:gd name="T3" fmla="*/ 0 h 817"/>
                <a:gd name="T4" fmla="*/ 2 w 398"/>
                <a:gd name="T5" fmla="*/ 1 h 817"/>
                <a:gd name="T6" fmla="*/ 2 w 398"/>
                <a:gd name="T7" fmla="*/ 1 h 817"/>
                <a:gd name="T8" fmla="*/ 2 w 398"/>
                <a:gd name="T9" fmla="*/ 2 h 817"/>
                <a:gd name="T10" fmla="*/ 2 w 398"/>
                <a:gd name="T11" fmla="*/ 2 h 817"/>
                <a:gd name="T12" fmla="*/ 2 w 398"/>
                <a:gd name="T13" fmla="*/ 2 h 817"/>
                <a:gd name="T14" fmla="*/ 2 w 398"/>
                <a:gd name="T15" fmla="*/ 3 h 817"/>
                <a:gd name="T16" fmla="*/ 2 w 398"/>
                <a:gd name="T17" fmla="*/ 3 h 817"/>
                <a:gd name="T18" fmla="*/ 2 w 398"/>
                <a:gd name="T19" fmla="*/ 4 h 817"/>
                <a:gd name="T20" fmla="*/ 2 w 398"/>
                <a:gd name="T21" fmla="*/ 4 h 817"/>
                <a:gd name="T22" fmla="*/ 1 w 398"/>
                <a:gd name="T23" fmla="*/ 4 h 817"/>
                <a:gd name="T24" fmla="*/ 1 w 398"/>
                <a:gd name="T25" fmla="*/ 5 h 817"/>
                <a:gd name="T26" fmla="*/ 1 w 398"/>
                <a:gd name="T27" fmla="*/ 5 h 817"/>
                <a:gd name="T28" fmla="*/ 1 w 398"/>
                <a:gd name="T29" fmla="*/ 5 h 817"/>
                <a:gd name="T30" fmla="*/ 1 w 398"/>
                <a:gd name="T31" fmla="*/ 5 h 817"/>
                <a:gd name="T32" fmla="*/ 0 w 398"/>
                <a:gd name="T33" fmla="*/ 6 h 817"/>
                <a:gd name="T34" fmla="*/ 0 w 398"/>
                <a:gd name="T35" fmla="*/ 6 h 817"/>
                <a:gd name="T36" fmla="*/ 0 w 398"/>
                <a:gd name="T37" fmla="*/ 7 h 817"/>
                <a:gd name="T38" fmla="*/ 1 w 398"/>
                <a:gd name="T39" fmla="*/ 6 h 817"/>
                <a:gd name="T40" fmla="*/ 1 w 398"/>
                <a:gd name="T41" fmla="*/ 6 h 817"/>
                <a:gd name="T42" fmla="*/ 1 w 398"/>
                <a:gd name="T43" fmla="*/ 6 h 817"/>
                <a:gd name="T44" fmla="*/ 2 w 398"/>
                <a:gd name="T45" fmla="*/ 5 h 817"/>
                <a:gd name="T46" fmla="*/ 2 w 398"/>
                <a:gd name="T47" fmla="*/ 5 h 817"/>
                <a:gd name="T48" fmla="*/ 2 w 398"/>
                <a:gd name="T49" fmla="*/ 5 h 817"/>
                <a:gd name="T50" fmla="*/ 2 w 398"/>
                <a:gd name="T51" fmla="*/ 4 h 817"/>
                <a:gd name="T52" fmla="*/ 2 w 398"/>
                <a:gd name="T53" fmla="*/ 4 h 817"/>
                <a:gd name="T54" fmla="*/ 3 w 398"/>
                <a:gd name="T55" fmla="*/ 3 h 817"/>
                <a:gd name="T56" fmla="*/ 3 w 398"/>
                <a:gd name="T57" fmla="*/ 3 h 817"/>
                <a:gd name="T58" fmla="*/ 3 w 398"/>
                <a:gd name="T59" fmla="*/ 3 h 817"/>
                <a:gd name="T60" fmla="*/ 3 w 398"/>
                <a:gd name="T61" fmla="*/ 2 h 817"/>
                <a:gd name="T62" fmla="*/ 3 w 398"/>
                <a:gd name="T63" fmla="*/ 2 h 817"/>
                <a:gd name="T64" fmla="*/ 3 w 398"/>
                <a:gd name="T65" fmla="*/ 1 h 817"/>
                <a:gd name="T66" fmla="*/ 3 w 398"/>
                <a:gd name="T67" fmla="*/ 1 h 817"/>
                <a:gd name="T68" fmla="*/ 3 w 398"/>
                <a:gd name="T69" fmla="*/ 0 h 817"/>
                <a:gd name="T70" fmla="*/ 3 w 398"/>
                <a:gd name="T71" fmla="*/ 0 h 817"/>
                <a:gd name="T72" fmla="*/ 3 w 398"/>
                <a:gd name="T73" fmla="*/ 0 h 817"/>
                <a:gd name="T74" fmla="*/ 3 w 398"/>
                <a:gd name="T75" fmla="*/ 0 h 817"/>
                <a:gd name="T76" fmla="*/ 3 w 398"/>
                <a:gd name="T77" fmla="*/ 0 h 817"/>
                <a:gd name="T78" fmla="*/ 3 w 398"/>
                <a:gd name="T79" fmla="*/ 0 h 817"/>
                <a:gd name="T80" fmla="*/ 3 w 398"/>
                <a:gd name="T81" fmla="*/ 0 h 817"/>
                <a:gd name="T82" fmla="*/ 3 w 398"/>
                <a:gd name="T83" fmla="*/ 0 h 817"/>
                <a:gd name="T84" fmla="*/ 3 w 398"/>
                <a:gd name="T85" fmla="*/ 0 h 817"/>
                <a:gd name="T86" fmla="*/ 2 w 398"/>
                <a:gd name="T87" fmla="*/ 0 h 817"/>
                <a:gd name="T88" fmla="*/ 2 w 398"/>
                <a:gd name="T89" fmla="*/ 0 h 817"/>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398"/>
                <a:gd name="T136" fmla="*/ 0 h 817"/>
                <a:gd name="T137" fmla="*/ 398 w 398"/>
                <a:gd name="T138" fmla="*/ 817 h 817"/>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398" h="817">
                  <a:moveTo>
                    <a:pt x="304" y="47"/>
                  </a:moveTo>
                  <a:lnTo>
                    <a:pt x="304" y="47"/>
                  </a:lnTo>
                  <a:lnTo>
                    <a:pt x="301" y="97"/>
                  </a:lnTo>
                  <a:lnTo>
                    <a:pt x="297" y="147"/>
                  </a:lnTo>
                  <a:lnTo>
                    <a:pt x="291" y="198"/>
                  </a:lnTo>
                  <a:lnTo>
                    <a:pt x="280" y="247"/>
                  </a:lnTo>
                  <a:lnTo>
                    <a:pt x="268" y="297"/>
                  </a:lnTo>
                  <a:lnTo>
                    <a:pt x="253" y="347"/>
                  </a:lnTo>
                  <a:lnTo>
                    <a:pt x="236" y="395"/>
                  </a:lnTo>
                  <a:lnTo>
                    <a:pt x="217" y="442"/>
                  </a:lnTo>
                  <a:lnTo>
                    <a:pt x="195" y="487"/>
                  </a:lnTo>
                  <a:lnTo>
                    <a:pt x="171" y="532"/>
                  </a:lnTo>
                  <a:lnTo>
                    <a:pt x="147" y="574"/>
                  </a:lnTo>
                  <a:lnTo>
                    <a:pt x="121" y="613"/>
                  </a:lnTo>
                  <a:lnTo>
                    <a:pt x="93" y="650"/>
                  </a:lnTo>
                  <a:lnTo>
                    <a:pt x="64" y="684"/>
                  </a:lnTo>
                  <a:lnTo>
                    <a:pt x="32" y="716"/>
                  </a:lnTo>
                  <a:lnTo>
                    <a:pt x="0" y="744"/>
                  </a:lnTo>
                  <a:lnTo>
                    <a:pt x="59" y="817"/>
                  </a:lnTo>
                  <a:lnTo>
                    <a:pt x="95" y="784"/>
                  </a:lnTo>
                  <a:lnTo>
                    <a:pt x="132" y="748"/>
                  </a:lnTo>
                  <a:lnTo>
                    <a:pt x="166" y="709"/>
                  </a:lnTo>
                  <a:lnTo>
                    <a:pt x="196" y="667"/>
                  </a:lnTo>
                  <a:lnTo>
                    <a:pt x="227" y="623"/>
                  </a:lnTo>
                  <a:lnTo>
                    <a:pt x="253" y="576"/>
                  </a:lnTo>
                  <a:lnTo>
                    <a:pt x="279" y="530"/>
                  </a:lnTo>
                  <a:lnTo>
                    <a:pt x="301" y="479"/>
                  </a:lnTo>
                  <a:lnTo>
                    <a:pt x="323" y="428"/>
                  </a:lnTo>
                  <a:lnTo>
                    <a:pt x="342" y="375"/>
                  </a:lnTo>
                  <a:lnTo>
                    <a:pt x="359" y="321"/>
                  </a:lnTo>
                  <a:lnTo>
                    <a:pt x="372" y="268"/>
                  </a:lnTo>
                  <a:lnTo>
                    <a:pt x="382" y="212"/>
                  </a:lnTo>
                  <a:lnTo>
                    <a:pt x="391" y="157"/>
                  </a:lnTo>
                  <a:lnTo>
                    <a:pt x="395" y="102"/>
                  </a:lnTo>
                  <a:lnTo>
                    <a:pt x="398" y="47"/>
                  </a:lnTo>
                  <a:lnTo>
                    <a:pt x="394" y="27"/>
                  </a:lnTo>
                  <a:lnTo>
                    <a:pt x="383" y="11"/>
                  </a:lnTo>
                  <a:lnTo>
                    <a:pt x="368" y="3"/>
                  </a:lnTo>
                  <a:lnTo>
                    <a:pt x="351" y="0"/>
                  </a:lnTo>
                  <a:lnTo>
                    <a:pt x="333" y="3"/>
                  </a:lnTo>
                  <a:lnTo>
                    <a:pt x="319" y="11"/>
                  </a:lnTo>
                  <a:lnTo>
                    <a:pt x="307" y="27"/>
                  </a:lnTo>
                  <a:lnTo>
                    <a:pt x="304" y="4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0791" name="Freeform 37"/>
            <p:cNvSpPr>
              <a:spLocks/>
            </p:cNvSpPr>
            <p:nvPr/>
          </p:nvSpPr>
          <p:spPr bwMode="auto">
            <a:xfrm>
              <a:off x="1660" y="1701"/>
              <a:ext cx="19" cy="365"/>
            </a:xfrm>
            <a:custGeom>
              <a:avLst/>
              <a:gdLst>
                <a:gd name="T0" fmla="*/ 0 w 95"/>
                <a:gd name="T1" fmla="*/ 0 h 1826"/>
                <a:gd name="T2" fmla="*/ 0 w 95"/>
                <a:gd name="T3" fmla="*/ 0 h 1826"/>
                <a:gd name="T4" fmla="*/ 0 w 95"/>
                <a:gd name="T5" fmla="*/ 15 h 1826"/>
                <a:gd name="T6" fmla="*/ 1 w 95"/>
                <a:gd name="T7" fmla="*/ 15 h 1826"/>
                <a:gd name="T8" fmla="*/ 1 w 95"/>
                <a:gd name="T9" fmla="*/ 0 h 1826"/>
                <a:gd name="T10" fmla="*/ 1 w 95"/>
                <a:gd name="T11" fmla="*/ 0 h 1826"/>
                <a:gd name="T12" fmla="*/ 1 w 95"/>
                <a:gd name="T13" fmla="*/ 0 h 1826"/>
                <a:gd name="T14" fmla="*/ 1 w 95"/>
                <a:gd name="T15" fmla="*/ 0 h 1826"/>
                <a:gd name="T16" fmla="*/ 1 w 95"/>
                <a:gd name="T17" fmla="*/ 0 h 1826"/>
                <a:gd name="T18" fmla="*/ 1 w 95"/>
                <a:gd name="T19" fmla="*/ 0 h 1826"/>
                <a:gd name="T20" fmla="*/ 0 w 95"/>
                <a:gd name="T21" fmla="*/ 0 h 1826"/>
                <a:gd name="T22" fmla="*/ 0 w 95"/>
                <a:gd name="T23" fmla="*/ 0 h 1826"/>
                <a:gd name="T24" fmla="*/ 0 w 95"/>
                <a:gd name="T25" fmla="*/ 0 h 1826"/>
                <a:gd name="T26" fmla="*/ 0 w 95"/>
                <a:gd name="T27" fmla="*/ 0 h 1826"/>
                <a:gd name="T28" fmla="*/ 0 w 95"/>
                <a:gd name="T29" fmla="*/ 0 h 1826"/>
                <a:gd name="T30" fmla="*/ 0 w 95"/>
                <a:gd name="T31" fmla="*/ 0 h 182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95"/>
                <a:gd name="T49" fmla="*/ 0 h 1826"/>
                <a:gd name="T50" fmla="*/ 95 w 95"/>
                <a:gd name="T51" fmla="*/ 1826 h 182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95" h="1826">
                  <a:moveTo>
                    <a:pt x="0" y="49"/>
                  </a:moveTo>
                  <a:lnTo>
                    <a:pt x="0" y="47"/>
                  </a:lnTo>
                  <a:lnTo>
                    <a:pt x="1" y="1826"/>
                  </a:lnTo>
                  <a:lnTo>
                    <a:pt x="95" y="1826"/>
                  </a:lnTo>
                  <a:lnTo>
                    <a:pt x="93" y="47"/>
                  </a:lnTo>
                  <a:lnTo>
                    <a:pt x="93" y="45"/>
                  </a:lnTo>
                  <a:lnTo>
                    <a:pt x="93" y="47"/>
                  </a:lnTo>
                  <a:lnTo>
                    <a:pt x="90" y="27"/>
                  </a:lnTo>
                  <a:lnTo>
                    <a:pt x="79" y="12"/>
                  </a:lnTo>
                  <a:lnTo>
                    <a:pt x="64" y="4"/>
                  </a:lnTo>
                  <a:lnTo>
                    <a:pt x="47" y="0"/>
                  </a:lnTo>
                  <a:lnTo>
                    <a:pt x="29" y="4"/>
                  </a:lnTo>
                  <a:lnTo>
                    <a:pt x="15" y="12"/>
                  </a:lnTo>
                  <a:lnTo>
                    <a:pt x="3" y="27"/>
                  </a:lnTo>
                  <a:lnTo>
                    <a:pt x="0" y="47"/>
                  </a:lnTo>
                  <a:lnTo>
                    <a:pt x="0" y="4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0792" name="Freeform 38"/>
            <p:cNvSpPr>
              <a:spLocks/>
            </p:cNvSpPr>
            <p:nvPr/>
          </p:nvSpPr>
          <p:spPr bwMode="auto">
            <a:xfrm>
              <a:off x="1598" y="1598"/>
              <a:ext cx="81" cy="113"/>
            </a:xfrm>
            <a:custGeom>
              <a:avLst/>
              <a:gdLst>
                <a:gd name="T0" fmla="*/ 0 w 401"/>
                <a:gd name="T1" fmla="*/ 1 h 566"/>
                <a:gd name="T2" fmla="*/ 0 w 401"/>
                <a:gd name="T3" fmla="*/ 1 h 566"/>
                <a:gd name="T4" fmla="*/ 0 w 401"/>
                <a:gd name="T5" fmla="*/ 1 h 566"/>
                <a:gd name="T6" fmla="*/ 1 w 401"/>
                <a:gd name="T7" fmla="*/ 1 h 566"/>
                <a:gd name="T8" fmla="*/ 1 w 401"/>
                <a:gd name="T9" fmla="*/ 1 h 566"/>
                <a:gd name="T10" fmla="*/ 1 w 401"/>
                <a:gd name="T11" fmla="*/ 1 h 566"/>
                <a:gd name="T12" fmla="*/ 1 w 401"/>
                <a:gd name="T13" fmla="*/ 2 h 566"/>
                <a:gd name="T14" fmla="*/ 1 w 401"/>
                <a:gd name="T15" fmla="*/ 2 h 566"/>
                <a:gd name="T16" fmla="*/ 2 w 401"/>
                <a:gd name="T17" fmla="*/ 2 h 566"/>
                <a:gd name="T18" fmla="*/ 2 w 401"/>
                <a:gd name="T19" fmla="*/ 2 h 566"/>
                <a:gd name="T20" fmla="*/ 2 w 401"/>
                <a:gd name="T21" fmla="*/ 2 h 566"/>
                <a:gd name="T22" fmla="*/ 2 w 401"/>
                <a:gd name="T23" fmla="*/ 3 h 566"/>
                <a:gd name="T24" fmla="*/ 2 w 401"/>
                <a:gd name="T25" fmla="*/ 3 h 566"/>
                <a:gd name="T26" fmla="*/ 2 w 401"/>
                <a:gd name="T27" fmla="*/ 3 h 566"/>
                <a:gd name="T28" fmla="*/ 2 w 401"/>
                <a:gd name="T29" fmla="*/ 4 h 566"/>
                <a:gd name="T30" fmla="*/ 2 w 401"/>
                <a:gd name="T31" fmla="*/ 4 h 566"/>
                <a:gd name="T32" fmla="*/ 2 w 401"/>
                <a:gd name="T33" fmla="*/ 4 h 566"/>
                <a:gd name="T34" fmla="*/ 3 w 401"/>
                <a:gd name="T35" fmla="*/ 5 h 566"/>
                <a:gd name="T36" fmla="*/ 3 w 401"/>
                <a:gd name="T37" fmla="*/ 4 h 566"/>
                <a:gd name="T38" fmla="*/ 3 w 401"/>
                <a:gd name="T39" fmla="*/ 4 h 566"/>
                <a:gd name="T40" fmla="*/ 3 w 401"/>
                <a:gd name="T41" fmla="*/ 4 h 566"/>
                <a:gd name="T42" fmla="*/ 3 w 401"/>
                <a:gd name="T43" fmla="*/ 3 h 566"/>
                <a:gd name="T44" fmla="*/ 3 w 401"/>
                <a:gd name="T45" fmla="*/ 3 h 566"/>
                <a:gd name="T46" fmla="*/ 3 w 401"/>
                <a:gd name="T47" fmla="*/ 3 h 566"/>
                <a:gd name="T48" fmla="*/ 3 w 401"/>
                <a:gd name="T49" fmla="*/ 2 h 566"/>
                <a:gd name="T50" fmla="*/ 3 w 401"/>
                <a:gd name="T51" fmla="*/ 2 h 566"/>
                <a:gd name="T52" fmla="*/ 2 w 401"/>
                <a:gd name="T53" fmla="*/ 2 h 566"/>
                <a:gd name="T54" fmla="*/ 2 w 401"/>
                <a:gd name="T55" fmla="*/ 2 h 566"/>
                <a:gd name="T56" fmla="*/ 2 w 401"/>
                <a:gd name="T57" fmla="*/ 1 h 566"/>
                <a:gd name="T58" fmla="*/ 2 w 401"/>
                <a:gd name="T59" fmla="*/ 1 h 566"/>
                <a:gd name="T60" fmla="*/ 2 w 401"/>
                <a:gd name="T61" fmla="*/ 1 h 566"/>
                <a:gd name="T62" fmla="*/ 1 w 401"/>
                <a:gd name="T63" fmla="*/ 1 h 566"/>
                <a:gd name="T64" fmla="*/ 1 w 401"/>
                <a:gd name="T65" fmla="*/ 0 h 566"/>
                <a:gd name="T66" fmla="*/ 1 w 401"/>
                <a:gd name="T67" fmla="*/ 0 h 566"/>
                <a:gd name="T68" fmla="*/ 1 w 401"/>
                <a:gd name="T69" fmla="*/ 0 h 566"/>
                <a:gd name="T70" fmla="*/ 1 w 401"/>
                <a:gd name="T71" fmla="*/ 0 h 566"/>
                <a:gd name="T72" fmla="*/ 1 w 401"/>
                <a:gd name="T73" fmla="*/ 0 h 566"/>
                <a:gd name="T74" fmla="*/ 0 w 401"/>
                <a:gd name="T75" fmla="*/ 0 h 566"/>
                <a:gd name="T76" fmla="*/ 0 w 401"/>
                <a:gd name="T77" fmla="*/ 0 h 566"/>
                <a:gd name="T78" fmla="*/ 0 w 401"/>
                <a:gd name="T79" fmla="*/ 0 h 566"/>
                <a:gd name="T80" fmla="*/ 0 w 401"/>
                <a:gd name="T81" fmla="*/ 0 h 566"/>
                <a:gd name="T82" fmla="*/ 0 w 401"/>
                <a:gd name="T83" fmla="*/ 0 h 566"/>
                <a:gd name="T84" fmla="*/ 0 w 401"/>
                <a:gd name="T85" fmla="*/ 0 h 566"/>
                <a:gd name="T86" fmla="*/ 0 w 401"/>
                <a:gd name="T87" fmla="*/ 1 h 566"/>
                <a:gd name="T88" fmla="*/ 0 w 401"/>
                <a:gd name="T89" fmla="*/ 1 h 56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401"/>
                <a:gd name="T136" fmla="*/ 0 h 566"/>
                <a:gd name="T137" fmla="*/ 401 w 401"/>
                <a:gd name="T138" fmla="*/ 566 h 566"/>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401" h="566">
                  <a:moveTo>
                    <a:pt x="23" y="88"/>
                  </a:moveTo>
                  <a:lnTo>
                    <a:pt x="23" y="88"/>
                  </a:lnTo>
                  <a:lnTo>
                    <a:pt x="53" y="107"/>
                  </a:lnTo>
                  <a:lnTo>
                    <a:pt x="83" y="125"/>
                  </a:lnTo>
                  <a:lnTo>
                    <a:pt x="108" y="147"/>
                  </a:lnTo>
                  <a:lnTo>
                    <a:pt x="135" y="171"/>
                  </a:lnTo>
                  <a:lnTo>
                    <a:pt x="160" y="196"/>
                  </a:lnTo>
                  <a:lnTo>
                    <a:pt x="182" y="223"/>
                  </a:lnTo>
                  <a:lnTo>
                    <a:pt x="205" y="251"/>
                  </a:lnTo>
                  <a:lnTo>
                    <a:pt x="223" y="281"/>
                  </a:lnTo>
                  <a:lnTo>
                    <a:pt x="240" y="312"/>
                  </a:lnTo>
                  <a:lnTo>
                    <a:pt x="256" y="345"/>
                  </a:lnTo>
                  <a:lnTo>
                    <a:pt x="270" y="379"/>
                  </a:lnTo>
                  <a:lnTo>
                    <a:pt x="282" y="414"/>
                  </a:lnTo>
                  <a:lnTo>
                    <a:pt x="291" y="450"/>
                  </a:lnTo>
                  <a:lnTo>
                    <a:pt x="299" y="488"/>
                  </a:lnTo>
                  <a:lnTo>
                    <a:pt x="304" y="526"/>
                  </a:lnTo>
                  <a:lnTo>
                    <a:pt x="308" y="566"/>
                  </a:lnTo>
                  <a:lnTo>
                    <a:pt x="401" y="562"/>
                  </a:lnTo>
                  <a:lnTo>
                    <a:pt x="398" y="517"/>
                  </a:lnTo>
                  <a:lnTo>
                    <a:pt x="391" y="471"/>
                  </a:lnTo>
                  <a:lnTo>
                    <a:pt x="383" y="429"/>
                  </a:lnTo>
                  <a:lnTo>
                    <a:pt x="371" y="386"/>
                  </a:lnTo>
                  <a:lnTo>
                    <a:pt x="357" y="346"/>
                  </a:lnTo>
                  <a:lnTo>
                    <a:pt x="340" y="307"/>
                  </a:lnTo>
                  <a:lnTo>
                    <a:pt x="324" y="270"/>
                  </a:lnTo>
                  <a:lnTo>
                    <a:pt x="303" y="232"/>
                  </a:lnTo>
                  <a:lnTo>
                    <a:pt x="280" y="197"/>
                  </a:lnTo>
                  <a:lnTo>
                    <a:pt x="255" y="164"/>
                  </a:lnTo>
                  <a:lnTo>
                    <a:pt x="228" y="132"/>
                  </a:lnTo>
                  <a:lnTo>
                    <a:pt x="199" y="103"/>
                  </a:lnTo>
                  <a:lnTo>
                    <a:pt x="169" y="76"/>
                  </a:lnTo>
                  <a:lnTo>
                    <a:pt x="137" y="50"/>
                  </a:lnTo>
                  <a:lnTo>
                    <a:pt x="103" y="27"/>
                  </a:lnTo>
                  <a:lnTo>
                    <a:pt x="67" y="6"/>
                  </a:lnTo>
                  <a:lnTo>
                    <a:pt x="48" y="0"/>
                  </a:lnTo>
                  <a:lnTo>
                    <a:pt x="30" y="2"/>
                  </a:lnTo>
                  <a:lnTo>
                    <a:pt x="16" y="12"/>
                  </a:lnTo>
                  <a:lnTo>
                    <a:pt x="5" y="25"/>
                  </a:lnTo>
                  <a:lnTo>
                    <a:pt x="0" y="41"/>
                  </a:lnTo>
                  <a:lnTo>
                    <a:pt x="0" y="59"/>
                  </a:lnTo>
                  <a:lnTo>
                    <a:pt x="8" y="75"/>
                  </a:lnTo>
                  <a:lnTo>
                    <a:pt x="23"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0793" name="Freeform 39"/>
            <p:cNvSpPr>
              <a:spLocks/>
            </p:cNvSpPr>
            <p:nvPr/>
          </p:nvSpPr>
          <p:spPr bwMode="auto">
            <a:xfrm>
              <a:off x="1346" y="1455"/>
              <a:ext cx="266" cy="160"/>
            </a:xfrm>
            <a:custGeom>
              <a:avLst/>
              <a:gdLst>
                <a:gd name="T0" fmla="*/ 0 w 1330"/>
                <a:gd name="T1" fmla="*/ 1 h 801"/>
                <a:gd name="T2" fmla="*/ 0 w 1330"/>
                <a:gd name="T3" fmla="*/ 1 h 801"/>
                <a:gd name="T4" fmla="*/ 10 w 1330"/>
                <a:gd name="T5" fmla="*/ 6 h 801"/>
                <a:gd name="T6" fmla="*/ 11 w 1330"/>
                <a:gd name="T7" fmla="*/ 6 h 801"/>
                <a:gd name="T8" fmla="*/ 1 w 1330"/>
                <a:gd name="T9" fmla="*/ 0 h 801"/>
                <a:gd name="T10" fmla="*/ 1 w 1330"/>
                <a:gd name="T11" fmla="*/ 0 h 801"/>
                <a:gd name="T12" fmla="*/ 1 w 1330"/>
                <a:gd name="T13" fmla="*/ 0 h 801"/>
                <a:gd name="T14" fmla="*/ 0 w 1330"/>
                <a:gd name="T15" fmla="*/ 0 h 801"/>
                <a:gd name="T16" fmla="*/ 0 w 1330"/>
                <a:gd name="T17" fmla="*/ 0 h 801"/>
                <a:gd name="T18" fmla="*/ 0 w 1330"/>
                <a:gd name="T19" fmla="*/ 0 h 801"/>
                <a:gd name="T20" fmla="*/ 0 w 1330"/>
                <a:gd name="T21" fmla="*/ 0 h 801"/>
                <a:gd name="T22" fmla="*/ 0 w 1330"/>
                <a:gd name="T23" fmla="*/ 0 h 801"/>
                <a:gd name="T24" fmla="*/ 0 w 1330"/>
                <a:gd name="T25" fmla="*/ 0 h 801"/>
                <a:gd name="T26" fmla="*/ 0 w 1330"/>
                <a:gd name="T27" fmla="*/ 1 h 801"/>
                <a:gd name="T28" fmla="*/ 0 w 1330"/>
                <a:gd name="T29" fmla="*/ 1 h 801"/>
                <a:gd name="T30" fmla="*/ 0 w 1330"/>
                <a:gd name="T31" fmla="*/ 1 h 801"/>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30"/>
                <a:gd name="T49" fmla="*/ 0 h 801"/>
                <a:gd name="T50" fmla="*/ 1330 w 1330"/>
                <a:gd name="T51" fmla="*/ 801 h 801"/>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30" h="801">
                  <a:moveTo>
                    <a:pt x="24" y="88"/>
                  </a:moveTo>
                  <a:lnTo>
                    <a:pt x="23" y="88"/>
                  </a:lnTo>
                  <a:lnTo>
                    <a:pt x="1286" y="801"/>
                  </a:lnTo>
                  <a:lnTo>
                    <a:pt x="1330" y="719"/>
                  </a:lnTo>
                  <a:lnTo>
                    <a:pt x="67" y="6"/>
                  </a:lnTo>
                  <a:lnTo>
                    <a:pt x="66" y="6"/>
                  </a:lnTo>
                  <a:lnTo>
                    <a:pt x="67" y="6"/>
                  </a:lnTo>
                  <a:lnTo>
                    <a:pt x="48" y="0"/>
                  </a:lnTo>
                  <a:lnTo>
                    <a:pt x="30" y="2"/>
                  </a:lnTo>
                  <a:lnTo>
                    <a:pt x="16" y="12"/>
                  </a:lnTo>
                  <a:lnTo>
                    <a:pt x="5" y="25"/>
                  </a:lnTo>
                  <a:lnTo>
                    <a:pt x="0" y="41"/>
                  </a:lnTo>
                  <a:lnTo>
                    <a:pt x="0" y="59"/>
                  </a:lnTo>
                  <a:lnTo>
                    <a:pt x="8" y="75"/>
                  </a:lnTo>
                  <a:lnTo>
                    <a:pt x="23" y="88"/>
                  </a:lnTo>
                  <a:lnTo>
                    <a:pt x="24"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0794" name="Freeform 40"/>
            <p:cNvSpPr>
              <a:spLocks/>
            </p:cNvSpPr>
            <p:nvPr/>
          </p:nvSpPr>
          <p:spPr bwMode="auto">
            <a:xfrm>
              <a:off x="1198" y="1439"/>
              <a:ext cx="161" cy="35"/>
            </a:xfrm>
            <a:custGeom>
              <a:avLst/>
              <a:gdLst>
                <a:gd name="T0" fmla="*/ 1 w 806"/>
                <a:gd name="T1" fmla="*/ 1 h 177"/>
                <a:gd name="T2" fmla="*/ 1 w 806"/>
                <a:gd name="T3" fmla="*/ 1 h 177"/>
                <a:gd name="T4" fmla="*/ 1 w 806"/>
                <a:gd name="T5" fmla="*/ 1 h 177"/>
                <a:gd name="T6" fmla="*/ 1 w 806"/>
                <a:gd name="T7" fmla="*/ 1 h 177"/>
                <a:gd name="T8" fmla="*/ 2 w 806"/>
                <a:gd name="T9" fmla="*/ 1 h 177"/>
                <a:gd name="T10" fmla="*/ 2 w 806"/>
                <a:gd name="T11" fmla="*/ 1 h 177"/>
                <a:gd name="T12" fmla="*/ 2 w 806"/>
                <a:gd name="T13" fmla="*/ 1 h 177"/>
                <a:gd name="T14" fmla="*/ 3 w 806"/>
                <a:gd name="T15" fmla="*/ 1 h 177"/>
                <a:gd name="T16" fmla="*/ 3 w 806"/>
                <a:gd name="T17" fmla="*/ 1 h 177"/>
                <a:gd name="T18" fmla="*/ 3 w 806"/>
                <a:gd name="T19" fmla="*/ 1 h 177"/>
                <a:gd name="T20" fmla="*/ 4 w 806"/>
                <a:gd name="T21" fmla="*/ 1 h 177"/>
                <a:gd name="T22" fmla="*/ 4 w 806"/>
                <a:gd name="T23" fmla="*/ 1 h 177"/>
                <a:gd name="T24" fmla="*/ 5 w 806"/>
                <a:gd name="T25" fmla="*/ 1 h 177"/>
                <a:gd name="T26" fmla="*/ 5 w 806"/>
                <a:gd name="T27" fmla="*/ 1 h 177"/>
                <a:gd name="T28" fmla="*/ 5 w 806"/>
                <a:gd name="T29" fmla="*/ 1 h 177"/>
                <a:gd name="T30" fmla="*/ 6 w 806"/>
                <a:gd name="T31" fmla="*/ 1 h 177"/>
                <a:gd name="T32" fmla="*/ 6 w 806"/>
                <a:gd name="T33" fmla="*/ 1 h 177"/>
                <a:gd name="T34" fmla="*/ 6 w 806"/>
                <a:gd name="T35" fmla="*/ 1 h 177"/>
                <a:gd name="T36" fmla="*/ 6 w 806"/>
                <a:gd name="T37" fmla="*/ 1 h 177"/>
                <a:gd name="T38" fmla="*/ 6 w 806"/>
                <a:gd name="T39" fmla="*/ 1 h 177"/>
                <a:gd name="T40" fmla="*/ 6 w 806"/>
                <a:gd name="T41" fmla="*/ 0 h 177"/>
                <a:gd name="T42" fmla="*/ 5 w 806"/>
                <a:gd name="T43" fmla="*/ 0 h 177"/>
                <a:gd name="T44" fmla="*/ 5 w 806"/>
                <a:gd name="T45" fmla="*/ 0 h 177"/>
                <a:gd name="T46" fmla="*/ 5 w 806"/>
                <a:gd name="T47" fmla="*/ 0 h 177"/>
                <a:gd name="T48" fmla="*/ 4 w 806"/>
                <a:gd name="T49" fmla="*/ 0 h 177"/>
                <a:gd name="T50" fmla="*/ 4 w 806"/>
                <a:gd name="T51" fmla="*/ 0 h 177"/>
                <a:gd name="T52" fmla="*/ 3 w 806"/>
                <a:gd name="T53" fmla="*/ 0 h 177"/>
                <a:gd name="T54" fmla="*/ 3 w 806"/>
                <a:gd name="T55" fmla="*/ 0 h 177"/>
                <a:gd name="T56" fmla="*/ 3 w 806"/>
                <a:gd name="T57" fmla="*/ 0 h 177"/>
                <a:gd name="T58" fmla="*/ 2 w 806"/>
                <a:gd name="T59" fmla="*/ 0 h 177"/>
                <a:gd name="T60" fmla="*/ 2 w 806"/>
                <a:gd name="T61" fmla="*/ 0 h 177"/>
                <a:gd name="T62" fmla="*/ 1 w 806"/>
                <a:gd name="T63" fmla="*/ 0 h 177"/>
                <a:gd name="T64" fmla="*/ 1 w 806"/>
                <a:gd name="T65" fmla="*/ 0 h 177"/>
                <a:gd name="T66" fmla="*/ 1 w 806"/>
                <a:gd name="T67" fmla="*/ 1 h 177"/>
                <a:gd name="T68" fmla="*/ 0 w 806"/>
                <a:gd name="T69" fmla="*/ 1 h 177"/>
                <a:gd name="T70" fmla="*/ 0 w 806"/>
                <a:gd name="T71" fmla="*/ 1 h 177"/>
                <a:gd name="T72" fmla="*/ 0 w 806"/>
                <a:gd name="T73" fmla="*/ 1 h 177"/>
                <a:gd name="T74" fmla="*/ 0 w 806"/>
                <a:gd name="T75" fmla="*/ 1 h 177"/>
                <a:gd name="T76" fmla="*/ 0 w 806"/>
                <a:gd name="T77" fmla="*/ 1 h 177"/>
                <a:gd name="T78" fmla="*/ 0 w 806"/>
                <a:gd name="T79" fmla="*/ 1 h 177"/>
                <a:gd name="T80" fmla="*/ 0 w 806"/>
                <a:gd name="T81" fmla="*/ 1 h 177"/>
                <a:gd name="T82" fmla="*/ 0 w 806"/>
                <a:gd name="T83" fmla="*/ 1 h 177"/>
                <a:gd name="T84" fmla="*/ 0 w 806"/>
                <a:gd name="T85" fmla="*/ 1 h 177"/>
                <a:gd name="T86" fmla="*/ 0 w 806"/>
                <a:gd name="T87" fmla="*/ 1 h 177"/>
                <a:gd name="T88" fmla="*/ 1 w 806"/>
                <a:gd name="T89" fmla="*/ 1 h 177"/>
                <a:gd name="T90" fmla="*/ 1 w 806"/>
                <a:gd name="T91" fmla="*/ 1 h 17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806"/>
                <a:gd name="T139" fmla="*/ 0 h 177"/>
                <a:gd name="T140" fmla="*/ 806 w 806"/>
                <a:gd name="T141" fmla="*/ 177 h 17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806" h="177">
                  <a:moveTo>
                    <a:pt x="67" y="171"/>
                  </a:moveTo>
                  <a:lnTo>
                    <a:pt x="68" y="171"/>
                  </a:lnTo>
                  <a:lnTo>
                    <a:pt x="109" y="151"/>
                  </a:lnTo>
                  <a:lnTo>
                    <a:pt x="151" y="135"/>
                  </a:lnTo>
                  <a:lnTo>
                    <a:pt x="196" y="122"/>
                  </a:lnTo>
                  <a:lnTo>
                    <a:pt x="242" y="110"/>
                  </a:lnTo>
                  <a:lnTo>
                    <a:pt x="287" y="102"/>
                  </a:lnTo>
                  <a:lnTo>
                    <a:pt x="335" y="97"/>
                  </a:lnTo>
                  <a:lnTo>
                    <a:pt x="382" y="95"/>
                  </a:lnTo>
                  <a:lnTo>
                    <a:pt x="430" y="94"/>
                  </a:lnTo>
                  <a:lnTo>
                    <a:pt x="477" y="97"/>
                  </a:lnTo>
                  <a:lnTo>
                    <a:pt x="524" y="102"/>
                  </a:lnTo>
                  <a:lnTo>
                    <a:pt x="568" y="108"/>
                  </a:lnTo>
                  <a:lnTo>
                    <a:pt x="612" y="117"/>
                  </a:lnTo>
                  <a:lnTo>
                    <a:pt x="654" y="128"/>
                  </a:lnTo>
                  <a:lnTo>
                    <a:pt x="693" y="141"/>
                  </a:lnTo>
                  <a:lnTo>
                    <a:pt x="730" y="155"/>
                  </a:lnTo>
                  <a:lnTo>
                    <a:pt x="764" y="171"/>
                  </a:lnTo>
                  <a:lnTo>
                    <a:pt x="806" y="89"/>
                  </a:lnTo>
                  <a:lnTo>
                    <a:pt x="768" y="70"/>
                  </a:lnTo>
                  <a:lnTo>
                    <a:pt x="725" y="54"/>
                  </a:lnTo>
                  <a:lnTo>
                    <a:pt x="680" y="39"/>
                  </a:lnTo>
                  <a:lnTo>
                    <a:pt x="633" y="26"/>
                  </a:lnTo>
                  <a:lnTo>
                    <a:pt x="585" y="16"/>
                  </a:lnTo>
                  <a:lnTo>
                    <a:pt x="536" y="8"/>
                  </a:lnTo>
                  <a:lnTo>
                    <a:pt x="484" y="3"/>
                  </a:lnTo>
                  <a:lnTo>
                    <a:pt x="433" y="0"/>
                  </a:lnTo>
                  <a:lnTo>
                    <a:pt x="380" y="1"/>
                  </a:lnTo>
                  <a:lnTo>
                    <a:pt x="328" y="3"/>
                  </a:lnTo>
                  <a:lnTo>
                    <a:pt x="276" y="10"/>
                  </a:lnTo>
                  <a:lnTo>
                    <a:pt x="223" y="19"/>
                  </a:lnTo>
                  <a:lnTo>
                    <a:pt x="172" y="30"/>
                  </a:lnTo>
                  <a:lnTo>
                    <a:pt x="121" y="46"/>
                  </a:lnTo>
                  <a:lnTo>
                    <a:pt x="72" y="67"/>
                  </a:lnTo>
                  <a:lnTo>
                    <a:pt x="24" y="89"/>
                  </a:lnTo>
                  <a:lnTo>
                    <a:pt x="25" y="89"/>
                  </a:lnTo>
                  <a:lnTo>
                    <a:pt x="24" y="89"/>
                  </a:lnTo>
                  <a:lnTo>
                    <a:pt x="8" y="102"/>
                  </a:lnTo>
                  <a:lnTo>
                    <a:pt x="0" y="118"/>
                  </a:lnTo>
                  <a:lnTo>
                    <a:pt x="0" y="136"/>
                  </a:lnTo>
                  <a:lnTo>
                    <a:pt x="6" y="152"/>
                  </a:lnTo>
                  <a:lnTo>
                    <a:pt x="17" y="165"/>
                  </a:lnTo>
                  <a:lnTo>
                    <a:pt x="31" y="175"/>
                  </a:lnTo>
                  <a:lnTo>
                    <a:pt x="48" y="177"/>
                  </a:lnTo>
                  <a:lnTo>
                    <a:pt x="68" y="171"/>
                  </a:lnTo>
                  <a:lnTo>
                    <a:pt x="67" y="1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0795" name="Freeform 41"/>
            <p:cNvSpPr>
              <a:spLocks/>
            </p:cNvSpPr>
            <p:nvPr/>
          </p:nvSpPr>
          <p:spPr bwMode="auto">
            <a:xfrm>
              <a:off x="931" y="1456"/>
              <a:ext cx="280" cy="158"/>
            </a:xfrm>
            <a:custGeom>
              <a:avLst/>
              <a:gdLst>
                <a:gd name="T0" fmla="*/ 1 w 1402"/>
                <a:gd name="T1" fmla="*/ 6 h 787"/>
                <a:gd name="T2" fmla="*/ 1 w 1402"/>
                <a:gd name="T3" fmla="*/ 6 h 787"/>
                <a:gd name="T4" fmla="*/ 11 w 1402"/>
                <a:gd name="T5" fmla="*/ 1 h 787"/>
                <a:gd name="T6" fmla="*/ 11 w 1402"/>
                <a:gd name="T7" fmla="*/ 0 h 787"/>
                <a:gd name="T8" fmla="*/ 0 w 1402"/>
                <a:gd name="T9" fmla="*/ 6 h 787"/>
                <a:gd name="T10" fmla="*/ 0 w 1402"/>
                <a:gd name="T11" fmla="*/ 6 h 787"/>
                <a:gd name="T12" fmla="*/ 0 w 1402"/>
                <a:gd name="T13" fmla="*/ 6 h 787"/>
                <a:gd name="T14" fmla="*/ 0 w 1402"/>
                <a:gd name="T15" fmla="*/ 6 h 787"/>
                <a:gd name="T16" fmla="*/ 0 w 1402"/>
                <a:gd name="T17" fmla="*/ 6 h 787"/>
                <a:gd name="T18" fmla="*/ 0 w 1402"/>
                <a:gd name="T19" fmla="*/ 6 h 787"/>
                <a:gd name="T20" fmla="*/ 0 w 1402"/>
                <a:gd name="T21" fmla="*/ 6 h 787"/>
                <a:gd name="T22" fmla="*/ 0 w 1402"/>
                <a:gd name="T23" fmla="*/ 6 h 787"/>
                <a:gd name="T24" fmla="*/ 0 w 1402"/>
                <a:gd name="T25" fmla="*/ 6 h 787"/>
                <a:gd name="T26" fmla="*/ 0 w 1402"/>
                <a:gd name="T27" fmla="*/ 6 h 787"/>
                <a:gd name="T28" fmla="*/ 1 w 1402"/>
                <a:gd name="T29" fmla="*/ 6 h 787"/>
                <a:gd name="T30" fmla="*/ 1 w 1402"/>
                <a:gd name="T31" fmla="*/ 6 h 78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02"/>
                <a:gd name="T49" fmla="*/ 0 h 787"/>
                <a:gd name="T50" fmla="*/ 1402 w 1402"/>
                <a:gd name="T51" fmla="*/ 787 h 78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02" h="787">
                  <a:moveTo>
                    <a:pt x="69" y="781"/>
                  </a:moveTo>
                  <a:lnTo>
                    <a:pt x="66" y="781"/>
                  </a:lnTo>
                  <a:lnTo>
                    <a:pt x="1402" y="82"/>
                  </a:lnTo>
                  <a:lnTo>
                    <a:pt x="1360" y="0"/>
                  </a:lnTo>
                  <a:lnTo>
                    <a:pt x="24" y="699"/>
                  </a:lnTo>
                  <a:lnTo>
                    <a:pt x="22" y="699"/>
                  </a:lnTo>
                  <a:lnTo>
                    <a:pt x="24" y="699"/>
                  </a:lnTo>
                  <a:lnTo>
                    <a:pt x="8" y="712"/>
                  </a:lnTo>
                  <a:lnTo>
                    <a:pt x="1" y="727"/>
                  </a:lnTo>
                  <a:lnTo>
                    <a:pt x="0" y="744"/>
                  </a:lnTo>
                  <a:lnTo>
                    <a:pt x="5" y="761"/>
                  </a:lnTo>
                  <a:lnTo>
                    <a:pt x="15" y="775"/>
                  </a:lnTo>
                  <a:lnTo>
                    <a:pt x="30" y="784"/>
                  </a:lnTo>
                  <a:lnTo>
                    <a:pt x="46" y="787"/>
                  </a:lnTo>
                  <a:lnTo>
                    <a:pt x="66" y="781"/>
                  </a:lnTo>
                  <a:lnTo>
                    <a:pt x="69" y="7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0796" name="Freeform 42"/>
            <p:cNvSpPr>
              <a:spLocks/>
            </p:cNvSpPr>
            <p:nvPr/>
          </p:nvSpPr>
          <p:spPr bwMode="auto">
            <a:xfrm>
              <a:off x="868" y="1596"/>
              <a:ext cx="77" cy="126"/>
            </a:xfrm>
            <a:custGeom>
              <a:avLst/>
              <a:gdLst>
                <a:gd name="T0" fmla="*/ 1 w 382"/>
                <a:gd name="T1" fmla="*/ 5 h 628"/>
                <a:gd name="T2" fmla="*/ 1 w 382"/>
                <a:gd name="T3" fmla="*/ 5 h 628"/>
                <a:gd name="T4" fmla="*/ 1 w 382"/>
                <a:gd name="T5" fmla="*/ 4 h 628"/>
                <a:gd name="T6" fmla="*/ 1 w 382"/>
                <a:gd name="T7" fmla="*/ 4 h 628"/>
                <a:gd name="T8" fmla="*/ 1 w 382"/>
                <a:gd name="T9" fmla="*/ 4 h 628"/>
                <a:gd name="T10" fmla="*/ 1 w 382"/>
                <a:gd name="T11" fmla="*/ 3 h 628"/>
                <a:gd name="T12" fmla="*/ 1 w 382"/>
                <a:gd name="T13" fmla="*/ 3 h 628"/>
                <a:gd name="T14" fmla="*/ 1 w 382"/>
                <a:gd name="T15" fmla="*/ 3 h 628"/>
                <a:gd name="T16" fmla="*/ 1 w 382"/>
                <a:gd name="T17" fmla="*/ 3 h 628"/>
                <a:gd name="T18" fmla="*/ 1 w 382"/>
                <a:gd name="T19" fmla="*/ 2 h 628"/>
                <a:gd name="T20" fmla="*/ 2 w 382"/>
                <a:gd name="T21" fmla="*/ 2 h 628"/>
                <a:gd name="T22" fmla="*/ 2 w 382"/>
                <a:gd name="T23" fmla="*/ 2 h 628"/>
                <a:gd name="T24" fmla="*/ 2 w 382"/>
                <a:gd name="T25" fmla="*/ 2 h 628"/>
                <a:gd name="T26" fmla="*/ 2 w 382"/>
                <a:gd name="T27" fmla="*/ 1 h 628"/>
                <a:gd name="T28" fmla="*/ 2 w 382"/>
                <a:gd name="T29" fmla="*/ 1 h 628"/>
                <a:gd name="T30" fmla="*/ 3 w 382"/>
                <a:gd name="T31" fmla="*/ 1 h 628"/>
                <a:gd name="T32" fmla="*/ 3 w 382"/>
                <a:gd name="T33" fmla="*/ 1 h 628"/>
                <a:gd name="T34" fmla="*/ 3 w 382"/>
                <a:gd name="T35" fmla="*/ 1 h 628"/>
                <a:gd name="T36" fmla="*/ 3 w 382"/>
                <a:gd name="T37" fmla="*/ 0 h 628"/>
                <a:gd name="T38" fmla="*/ 2 w 382"/>
                <a:gd name="T39" fmla="*/ 0 h 628"/>
                <a:gd name="T40" fmla="*/ 2 w 382"/>
                <a:gd name="T41" fmla="*/ 0 h 628"/>
                <a:gd name="T42" fmla="*/ 2 w 382"/>
                <a:gd name="T43" fmla="*/ 1 h 628"/>
                <a:gd name="T44" fmla="*/ 2 w 382"/>
                <a:gd name="T45" fmla="*/ 1 h 628"/>
                <a:gd name="T46" fmla="*/ 1 w 382"/>
                <a:gd name="T47" fmla="*/ 1 h 628"/>
                <a:gd name="T48" fmla="*/ 1 w 382"/>
                <a:gd name="T49" fmla="*/ 1 h 628"/>
                <a:gd name="T50" fmla="*/ 1 w 382"/>
                <a:gd name="T51" fmla="*/ 2 h 628"/>
                <a:gd name="T52" fmla="*/ 1 w 382"/>
                <a:gd name="T53" fmla="*/ 2 h 628"/>
                <a:gd name="T54" fmla="*/ 1 w 382"/>
                <a:gd name="T55" fmla="*/ 2 h 628"/>
                <a:gd name="T56" fmla="*/ 0 w 382"/>
                <a:gd name="T57" fmla="*/ 3 h 628"/>
                <a:gd name="T58" fmla="*/ 0 w 382"/>
                <a:gd name="T59" fmla="*/ 3 h 628"/>
                <a:gd name="T60" fmla="*/ 0 w 382"/>
                <a:gd name="T61" fmla="*/ 3 h 628"/>
                <a:gd name="T62" fmla="*/ 0 w 382"/>
                <a:gd name="T63" fmla="*/ 4 h 628"/>
                <a:gd name="T64" fmla="*/ 0 w 382"/>
                <a:gd name="T65" fmla="*/ 4 h 628"/>
                <a:gd name="T66" fmla="*/ 0 w 382"/>
                <a:gd name="T67" fmla="*/ 4 h 628"/>
                <a:gd name="T68" fmla="*/ 0 w 382"/>
                <a:gd name="T69" fmla="*/ 5 h 628"/>
                <a:gd name="T70" fmla="*/ 0 w 382"/>
                <a:gd name="T71" fmla="*/ 5 h 628"/>
                <a:gd name="T72" fmla="*/ 0 w 382"/>
                <a:gd name="T73" fmla="*/ 5 h 628"/>
                <a:gd name="T74" fmla="*/ 0 w 382"/>
                <a:gd name="T75" fmla="*/ 5 h 628"/>
                <a:gd name="T76" fmla="*/ 0 w 382"/>
                <a:gd name="T77" fmla="*/ 5 h 628"/>
                <a:gd name="T78" fmla="*/ 0 w 382"/>
                <a:gd name="T79" fmla="*/ 5 h 628"/>
                <a:gd name="T80" fmla="*/ 0 w 382"/>
                <a:gd name="T81" fmla="*/ 5 h 628"/>
                <a:gd name="T82" fmla="*/ 1 w 382"/>
                <a:gd name="T83" fmla="*/ 5 h 628"/>
                <a:gd name="T84" fmla="*/ 1 w 382"/>
                <a:gd name="T85" fmla="*/ 5 h 628"/>
                <a:gd name="T86" fmla="*/ 1 w 382"/>
                <a:gd name="T87" fmla="*/ 5 h 628"/>
                <a:gd name="T88" fmla="*/ 1 w 382"/>
                <a:gd name="T89" fmla="*/ 5 h 628"/>
                <a:gd name="T90" fmla="*/ 1 w 382"/>
                <a:gd name="T91" fmla="*/ 5 h 628"/>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382"/>
                <a:gd name="T139" fmla="*/ 0 h 628"/>
                <a:gd name="T140" fmla="*/ 382 w 382"/>
                <a:gd name="T141" fmla="*/ 628 h 628"/>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382" h="628">
                  <a:moveTo>
                    <a:pt x="94" y="581"/>
                  </a:moveTo>
                  <a:lnTo>
                    <a:pt x="94" y="582"/>
                  </a:lnTo>
                  <a:lnTo>
                    <a:pt x="96" y="541"/>
                  </a:lnTo>
                  <a:lnTo>
                    <a:pt x="99" y="500"/>
                  </a:lnTo>
                  <a:lnTo>
                    <a:pt x="106" y="463"/>
                  </a:lnTo>
                  <a:lnTo>
                    <a:pt x="115" y="424"/>
                  </a:lnTo>
                  <a:lnTo>
                    <a:pt x="127" y="389"/>
                  </a:lnTo>
                  <a:lnTo>
                    <a:pt x="140" y="353"/>
                  </a:lnTo>
                  <a:lnTo>
                    <a:pt x="156" y="320"/>
                  </a:lnTo>
                  <a:lnTo>
                    <a:pt x="173" y="287"/>
                  </a:lnTo>
                  <a:lnTo>
                    <a:pt x="193" y="255"/>
                  </a:lnTo>
                  <a:lnTo>
                    <a:pt x="214" y="226"/>
                  </a:lnTo>
                  <a:lnTo>
                    <a:pt x="238" y="198"/>
                  </a:lnTo>
                  <a:lnTo>
                    <a:pt x="263" y="172"/>
                  </a:lnTo>
                  <a:lnTo>
                    <a:pt x="290" y="146"/>
                  </a:lnTo>
                  <a:lnTo>
                    <a:pt x="318" y="122"/>
                  </a:lnTo>
                  <a:lnTo>
                    <a:pt x="349" y="101"/>
                  </a:lnTo>
                  <a:lnTo>
                    <a:pt x="382" y="82"/>
                  </a:lnTo>
                  <a:lnTo>
                    <a:pt x="335" y="0"/>
                  </a:lnTo>
                  <a:lnTo>
                    <a:pt x="297" y="23"/>
                  </a:lnTo>
                  <a:lnTo>
                    <a:pt x="262" y="49"/>
                  </a:lnTo>
                  <a:lnTo>
                    <a:pt x="229" y="76"/>
                  </a:lnTo>
                  <a:lnTo>
                    <a:pt x="198" y="104"/>
                  </a:lnTo>
                  <a:lnTo>
                    <a:pt x="167" y="137"/>
                  </a:lnTo>
                  <a:lnTo>
                    <a:pt x="142" y="170"/>
                  </a:lnTo>
                  <a:lnTo>
                    <a:pt x="116" y="204"/>
                  </a:lnTo>
                  <a:lnTo>
                    <a:pt x="94" y="240"/>
                  </a:lnTo>
                  <a:lnTo>
                    <a:pt x="74" y="278"/>
                  </a:lnTo>
                  <a:lnTo>
                    <a:pt x="54" y="317"/>
                  </a:lnTo>
                  <a:lnTo>
                    <a:pt x="38" y="359"/>
                  </a:lnTo>
                  <a:lnTo>
                    <a:pt x="26" y="401"/>
                  </a:lnTo>
                  <a:lnTo>
                    <a:pt x="15" y="444"/>
                  </a:lnTo>
                  <a:lnTo>
                    <a:pt x="8" y="489"/>
                  </a:lnTo>
                  <a:lnTo>
                    <a:pt x="2" y="534"/>
                  </a:lnTo>
                  <a:lnTo>
                    <a:pt x="0" y="580"/>
                  </a:lnTo>
                  <a:lnTo>
                    <a:pt x="0" y="581"/>
                  </a:lnTo>
                  <a:lnTo>
                    <a:pt x="0" y="580"/>
                  </a:lnTo>
                  <a:lnTo>
                    <a:pt x="3" y="600"/>
                  </a:lnTo>
                  <a:lnTo>
                    <a:pt x="14" y="615"/>
                  </a:lnTo>
                  <a:lnTo>
                    <a:pt x="29" y="625"/>
                  </a:lnTo>
                  <a:lnTo>
                    <a:pt x="45" y="628"/>
                  </a:lnTo>
                  <a:lnTo>
                    <a:pt x="63" y="626"/>
                  </a:lnTo>
                  <a:lnTo>
                    <a:pt x="78" y="616"/>
                  </a:lnTo>
                  <a:lnTo>
                    <a:pt x="89" y="602"/>
                  </a:lnTo>
                  <a:lnTo>
                    <a:pt x="94" y="582"/>
                  </a:lnTo>
                  <a:lnTo>
                    <a:pt x="94" y="5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0797" name="Freeform 43"/>
            <p:cNvSpPr>
              <a:spLocks/>
            </p:cNvSpPr>
            <p:nvPr/>
          </p:nvSpPr>
          <p:spPr bwMode="auto">
            <a:xfrm>
              <a:off x="868" y="1712"/>
              <a:ext cx="19" cy="364"/>
            </a:xfrm>
            <a:custGeom>
              <a:avLst/>
              <a:gdLst>
                <a:gd name="T0" fmla="*/ 1 w 94"/>
                <a:gd name="T1" fmla="*/ 14 h 1818"/>
                <a:gd name="T2" fmla="*/ 1 w 94"/>
                <a:gd name="T3" fmla="*/ 14 h 1818"/>
                <a:gd name="T4" fmla="*/ 1 w 94"/>
                <a:gd name="T5" fmla="*/ 0 h 1818"/>
                <a:gd name="T6" fmla="*/ 0 w 94"/>
                <a:gd name="T7" fmla="*/ 0 h 1818"/>
                <a:gd name="T8" fmla="*/ 0 w 94"/>
                <a:gd name="T9" fmla="*/ 14 h 1818"/>
                <a:gd name="T10" fmla="*/ 0 w 94"/>
                <a:gd name="T11" fmla="*/ 14 h 1818"/>
                <a:gd name="T12" fmla="*/ 0 w 94"/>
                <a:gd name="T13" fmla="*/ 14 h 1818"/>
                <a:gd name="T14" fmla="*/ 0 w 94"/>
                <a:gd name="T15" fmla="*/ 14 h 1818"/>
                <a:gd name="T16" fmla="*/ 0 w 94"/>
                <a:gd name="T17" fmla="*/ 14 h 1818"/>
                <a:gd name="T18" fmla="*/ 0 w 94"/>
                <a:gd name="T19" fmla="*/ 15 h 1818"/>
                <a:gd name="T20" fmla="*/ 0 w 94"/>
                <a:gd name="T21" fmla="*/ 15 h 1818"/>
                <a:gd name="T22" fmla="*/ 1 w 94"/>
                <a:gd name="T23" fmla="*/ 15 h 1818"/>
                <a:gd name="T24" fmla="*/ 1 w 94"/>
                <a:gd name="T25" fmla="*/ 14 h 1818"/>
                <a:gd name="T26" fmla="*/ 1 w 94"/>
                <a:gd name="T27" fmla="*/ 14 h 1818"/>
                <a:gd name="T28" fmla="*/ 1 w 94"/>
                <a:gd name="T29" fmla="*/ 14 h 1818"/>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94"/>
                <a:gd name="T46" fmla="*/ 0 h 1818"/>
                <a:gd name="T47" fmla="*/ 94 w 94"/>
                <a:gd name="T48" fmla="*/ 1818 h 1818"/>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94" h="1818">
                  <a:moveTo>
                    <a:pt x="94" y="1771"/>
                  </a:moveTo>
                  <a:lnTo>
                    <a:pt x="94" y="1771"/>
                  </a:lnTo>
                  <a:lnTo>
                    <a:pt x="94" y="0"/>
                  </a:lnTo>
                  <a:lnTo>
                    <a:pt x="0" y="0"/>
                  </a:lnTo>
                  <a:lnTo>
                    <a:pt x="0" y="1771"/>
                  </a:lnTo>
                  <a:lnTo>
                    <a:pt x="3" y="1791"/>
                  </a:lnTo>
                  <a:lnTo>
                    <a:pt x="15" y="1806"/>
                  </a:lnTo>
                  <a:lnTo>
                    <a:pt x="29" y="1814"/>
                  </a:lnTo>
                  <a:lnTo>
                    <a:pt x="47" y="1818"/>
                  </a:lnTo>
                  <a:lnTo>
                    <a:pt x="64" y="1814"/>
                  </a:lnTo>
                  <a:lnTo>
                    <a:pt x="79" y="1806"/>
                  </a:lnTo>
                  <a:lnTo>
                    <a:pt x="90" y="1791"/>
                  </a:lnTo>
                  <a:lnTo>
                    <a:pt x="94" y="17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0798" name="Freeform 44"/>
            <p:cNvSpPr>
              <a:spLocks/>
            </p:cNvSpPr>
            <p:nvPr/>
          </p:nvSpPr>
          <p:spPr bwMode="auto">
            <a:xfrm>
              <a:off x="868" y="2067"/>
              <a:ext cx="90" cy="160"/>
            </a:xfrm>
            <a:custGeom>
              <a:avLst/>
              <a:gdLst>
                <a:gd name="T0" fmla="*/ 3 w 449"/>
                <a:gd name="T1" fmla="*/ 6 h 803"/>
                <a:gd name="T2" fmla="*/ 3 w 449"/>
                <a:gd name="T3" fmla="*/ 6 h 803"/>
                <a:gd name="T4" fmla="*/ 3 w 449"/>
                <a:gd name="T5" fmla="*/ 5 h 803"/>
                <a:gd name="T6" fmla="*/ 3 w 449"/>
                <a:gd name="T7" fmla="*/ 5 h 803"/>
                <a:gd name="T8" fmla="*/ 3 w 449"/>
                <a:gd name="T9" fmla="*/ 5 h 803"/>
                <a:gd name="T10" fmla="*/ 2 w 449"/>
                <a:gd name="T11" fmla="*/ 5 h 803"/>
                <a:gd name="T12" fmla="*/ 2 w 449"/>
                <a:gd name="T13" fmla="*/ 4 h 803"/>
                <a:gd name="T14" fmla="*/ 2 w 449"/>
                <a:gd name="T15" fmla="*/ 4 h 803"/>
                <a:gd name="T16" fmla="*/ 2 w 449"/>
                <a:gd name="T17" fmla="*/ 4 h 803"/>
                <a:gd name="T18" fmla="*/ 2 w 449"/>
                <a:gd name="T19" fmla="*/ 3 h 803"/>
                <a:gd name="T20" fmla="*/ 1 w 449"/>
                <a:gd name="T21" fmla="*/ 3 h 803"/>
                <a:gd name="T22" fmla="*/ 1 w 449"/>
                <a:gd name="T23" fmla="*/ 2 h 803"/>
                <a:gd name="T24" fmla="*/ 1 w 449"/>
                <a:gd name="T25" fmla="*/ 2 h 803"/>
                <a:gd name="T26" fmla="*/ 1 w 449"/>
                <a:gd name="T27" fmla="*/ 2 h 803"/>
                <a:gd name="T28" fmla="*/ 1 w 449"/>
                <a:gd name="T29" fmla="*/ 1 h 803"/>
                <a:gd name="T30" fmla="*/ 1 w 449"/>
                <a:gd name="T31" fmla="*/ 1 h 803"/>
                <a:gd name="T32" fmla="*/ 1 w 449"/>
                <a:gd name="T33" fmla="*/ 0 h 803"/>
                <a:gd name="T34" fmla="*/ 1 w 449"/>
                <a:gd name="T35" fmla="*/ 0 h 803"/>
                <a:gd name="T36" fmla="*/ 0 w 449"/>
                <a:gd name="T37" fmla="*/ 0 h 803"/>
                <a:gd name="T38" fmla="*/ 0 w 449"/>
                <a:gd name="T39" fmla="*/ 0 h 803"/>
                <a:gd name="T40" fmla="*/ 0 w 449"/>
                <a:gd name="T41" fmla="*/ 1 h 803"/>
                <a:gd name="T42" fmla="*/ 0 w 449"/>
                <a:gd name="T43" fmla="*/ 1 h 803"/>
                <a:gd name="T44" fmla="*/ 0 w 449"/>
                <a:gd name="T45" fmla="*/ 2 h 803"/>
                <a:gd name="T46" fmla="*/ 0 w 449"/>
                <a:gd name="T47" fmla="*/ 2 h 803"/>
                <a:gd name="T48" fmla="*/ 0 w 449"/>
                <a:gd name="T49" fmla="*/ 3 h 803"/>
                <a:gd name="T50" fmla="*/ 1 w 449"/>
                <a:gd name="T51" fmla="*/ 3 h 803"/>
                <a:gd name="T52" fmla="*/ 1 w 449"/>
                <a:gd name="T53" fmla="*/ 4 h 803"/>
                <a:gd name="T54" fmla="*/ 1 w 449"/>
                <a:gd name="T55" fmla="*/ 4 h 803"/>
                <a:gd name="T56" fmla="*/ 1 w 449"/>
                <a:gd name="T57" fmla="*/ 4 h 803"/>
                <a:gd name="T58" fmla="*/ 2 w 449"/>
                <a:gd name="T59" fmla="*/ 5 h 803"/>
                <a:gd name="T60" fmla="*/ 2 w 449"/>
                <a:gd name="T61" fmla="*/ 5 h 803"/>
                <a:gd name="T62" fmla="*/ 2 w 449"/>
                <a:gd name="T63" fmla="*/ 5 h 803"/>
                <a:gd name="T64" fmla="*/ 2 w 449"/>
                <a:gd name="T65" fmla="*/ 6 h 803"/>
                <a:gd name="T66" fmla="*/ 3 w 449"/>
                <a:gd name="T67" fmla="*/ 6 h 803"/>
                <a:gd name="T68" fmla="*/ 3 w 449"/>
                <a:gd name="T69" fmla="*/ 6 h 803"/>
                <a:gd name="T70" fmla="*/ 3 w 449"/>
                <a:gd name="T71" fmla="*/ 6 h 803"/>
                <a:gd name="T72" fmla="*/ 3 w 449"/>
                <a:gd name="T73" fmla="*/ 6 h 803"/>
                <a:gd name="T74" fmla="*/ 3 w 449"/>
                <a:gd name="T75" fmla="*/ 6 h 803"/>
                <a:gd name="T76" fmla="*/ 3 w 449"/>
                <a:gd name="T77" fmla="*/ 6 h 803"/>
                <a:gd name="T78" fmla="*/ 3 w 449"/>
                <a:gd name="T79" fmla="*/ 6 h 803"/>
                <a:gd name="T80" fmla="*/ 4 w 449"/>
                <a:gd name="T81" fmla="*/ 6 h 803"/>
                <a:gd name="T82" fmla="*/ 4 w 449"/>
                <a:gd name="T83" fmla="*/ 6 h 803"/>
                <a:gd name="T84" fmla="*/ 4 w 449"/>
                <a:gd name="T85" fmla="*/ 6 h 803"/>
                <a:gd name="T86" fmla="*/ 4 w 449"/>
                <a:gd name="T87" fmla="*/ 6 h 803"/>
                <a:gd name="T88" fmla="*/ 3 w 449"/>
                <a:gd name="T89" fmla="*/ 6 h 803"/>
                <a:gd name="T90" fmla="*/ 3 w 449"/>
                <a:gd name="T91" fmla="*/ 6 h 80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449"/>
                <a:gd name="T139" fmla="*/ 0 h 803"/>
                <a:gd name="T140" fmla="*/ 449 w 449"/>
                <a:gd name="T141" fmla="*/ 803 h 80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449" h="803">
                  <a:moveTo>
                    <a:pt x="426" y="717"/>
                  </a:moveTo>
                  <a:lnTo>
                    <a:pt x="427" y="717"/>
                  </a:lnTo>
                  <a:lnTo>
                    <a:pt x="395" y="693"/>
                  </a:lnTo>
                  <a:lnTo>
                    <a:pt x="361" y="662"/>
                  </a:lnTo>
                  <a:lnTo>
                    <a:pt x="329" y="628"/>
                  </a:lnTo>
                  <a:lnTo>
                    <a:pt x="299" y="591"/>
                  </a:lnTo>
                  <a:lnTo>
                    <a:pt x="269" y="551"/>
                  </a:lnTo>
                  <a:lnTo>
                    <a:pt x="241" y="507"/>
                  </a:lnTo>
                  <a:lnTo>
                    <a:pt x="215" y="460"/>
                  </a:lnTo>
                  <a:lnTo>
                    <a:pt x="191" y="412"/>
                  </a:lnTo>
                  <a:lnTo>
                    <a:pt x="170" y="363"/>
                  </a:lnTo>
                  <a:lnTo>
                    <a:pt x="151" y="312"/>
                  </a:lnTo>
                  <a:lnTo>
                    <a:pt x="133" y="259"/>
                  </a:lnTo>
                  <a:lnTo>
                    <a:pt x="119" y="207"/>
                  </a:lnTo>
                  <a:lnTo>
                    <a:pt x="108" y="156"/>
                  </a:lnTo>
                  <a:lnTo>
                    <a:pt x="101" y="103"/>
                  </a:lnTo>
                  <a:lnTo>
                    <a:pt x="96" y="51"/>
                  </a:lnTo>
                  <a:lnTo>
                    <a:pt x="94" y="0"/>
                  </a:lnTo>
                  <a:lnTo>
                    <a:pt x="0" y="0"/>
                  </a:lnTo>
                  <a:lnTo>
                    <a:pt x="2" y="56"/>
                  </a:lnTo>
                  <a:lnTo>
                    <a:pt x="7" y="115"/>
                  </a:lnTo>
                  <a:lnTo>
                    <a:pt x="16" y="172"/>
                  </a:lnTo>
                  <a:lnTo>
                    <a:pt x="28" y="231"/>
                  </a:lnTo>
                  <a:lnTo>
                    <a:pt x="44" y="287"/>
                  </a:lnTo>
                  <a:lnTo>
                    <a:pt x="62" y="342"/>
                  </a:lnTo>
                  <a:lnTo>
                    <a:pt x="83" y="398"/>
                  </a:lnTo>
                  <a:lnTo>
                    <a:pt x="106" y="452"/>
                  </a:lnTo>
                  <a:lnTo>
                    <a:pt x="133" y="505"/>
                  </a:lnTo>
                  <a:lnTo>
                    <a:pt x="161" y="554"/>
                  </a:lnTo>
                  <a:lnTo>
                    <a:pt x="192" y="602"/>
                  </a:lnTo>
                  <a:lnTo>
                    <a:pt x="224" y="647"/>
                  </a:lnTo>
                  <a:lnTo>
                    <a:pt x="259" y="689"/>
                  </a:lnTo>
                  <a:lnTo>
                    <a:pt x="295" y="728"/>
                  </a:lnTo>
                  <a:lnTo>
                    <a:pt x="334" y="763"/>
                  </a:lnTo>
                  <a:lnTo>
                    <a:pt x="374" y="795"/>
                  </a:lnTo>
                  <a:lnTo>
                    <a:pt x="375" y="795"/>
                  </a:lnTo>
                  <a:lnTo>
                    <a:pt x="374" y="795"/>
                  </a:lnTo>
                  <a:lnTo>
                    <a:pt x="392" y="803"/>
                  </a:lnTo>
                  <a:lnTo>
                    <a:pt x="411" y="803"/>
                  </a:lnTo>
                  <a:lnTo>
                    <a:pt x="426" y="795"/>
                  </a:lnTo>
                  <a:lnTo>
                    <a:pt x="439" y="782"/>
                  </a:lnTo>
                  <a:lnTo>
                    <a:pt x="446" y="766"/>
                  </a:lnTo>
                  <a:lnTo>
                    <a:pt x="449" y="749"/>
                  </a:lnTo>
                  <a:lnTo>
                    <a:pt x="441" y="732"/>
                  </a:lnTo>
                  <a:lnTo>
                    <a:pt x="427" y="717"/>
                  </a:lnTo>
                  <a:lnTo>
                    <a:pt x="426" y="71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0799" name="Freeform 45"/>
            <p:cNvSpPr>
              <a:spLocks/>
            </p:cNvSpPr>
            <p:nvPr/>
          </p:nvSpPr>
          <p:spPr bwMode="auto">
            <a:xfrm>
              <a:off x="883" y="1673"/>
              <a:ext cx="379" cy="690"/>
            </a:xfrm>
            <a:custGeom>
              <a:avLst/>
              <a:gdLst>
                <a:gd name="T0" fmla="*/ 12 w 1897"/>
                <a:gd name="T1" fmla="*/ 6 h 3450"/>
                <a:gd name="T2" fmla="*/ 13 w 1897"/>
                <a:gd name="T3" fmla="*/ 7 h 3450"/>
                <a:gd name="T4" fmla="*/ 13 w 1897"/>
                <a:gd name="T5" fmla="*/ 7 h 3450"/>
                <a:gd name="T6" fmla="*/ 14 w 1897"/>
                <a:gd name="T7" fmla="*/ 8 h 3450"/>
                <a:gd name="T8" fmla="*/ 14 w 1897"/>
                <a:gd name="T9" fmla="*/ 9 h 3450"/>
                <a:gd name="T10" fmla="*/ 15 w 1897"/>
                <a:gd name="T11" fmla="*/ 10 h 3450"/>
                <a:gd name="T12" fmla="*/ 15 w 1897"/>
                <a:gd name="T13" fmla="*/ 11 h 3450"/>
                <a:gd name="T14" fmla="*/ 15 w 1897"/>
                <a:gd name="T15" fmla="*/ 11 h 3450"/>
                <a:gd name="T16" fmla="*/ 15 w 1897"/>
                <a:gd name="T17" fmla="*/ 12 h 3450"/>
                <a:gd name="T18" fmla="*/ 15 w 1897"/>
                <a:gd name="T19" fmla="*/ 26 h 3450"/>
                <a:gd name="T20" fmla="*/ 15 w 1897"/>
                <a:gd name="T21" fmla="*/ 26 h 3450"/>
                <a:gd name="T22" fmla="*/ 15 w 1897"/>
                <a:gd name="T23" fmla="*/ 27 h 3450"/>
                <a:gd name="T24" fmla="*/ 15 w 1897"/>
                <a:gd name="T25" fmla="*/ 27 h 3450"/>
                <a:gd name="T26" fmla="*/ 14 w 1897"/>
                <a:gd name="T27" fmla="*/ 27 h 3450"/>
                <a:gd name="T28" fmla="*/ 14 w 1897"/>
                <a:gd name="T29" fmla="*/ 28 h 3450"/>
                <a:gd name="T30" fmla="*/ 13 w 1897"/>
                <a:gd name="T31" fmla="*/ 28 h 3450"/>
                <a:gd name="T32" fmla="*/ 13 w 1897"/>
                <a:gd name="T33" fmla="*/ 27 h 3450"/>
                <a:gd name="T34" fmla="*/ 3 w 1897"/>
                <a:gd name="T35" fmla="*/ 21 h 3450"/>
                <a:gd name="T36" fmla="*/ 2 w 1897"/>
                <a:gd name="T37" fmla="*/ 21 h 3450"/>
                <a:gd name="T38" fmla="*/ 2 w 1897"/>
                <a:gd name="T39" fmla="*/ 20 h 3450"/>
                <a:gd name="T40" fmla="*/ 1 w 1897"/>
                <a:gd name="T41" fmla="*/ 19 h 3450"/>
                <a:gd name="T42" fmla="*/ 1 w 1897"/>
                <a:gd name="T43" fmla="*/ 19 h 3450"/>
                <a:gd name="T44" fmla="*/ 0 w 1897"/>
                <a:gd name="T45" fmla="*/ 18 h 3450"/>
                <a:gd name="T46" fmla="*/ 0 w 1897"/>
                <a:gd name="T47" fmla="*/ 17 h 3450"/>
                <a:gd name="T48" fmla="*/ 0 w 1897"/>
                <a:gd name="T49" fmla="*/ 16 h 3450"/>
                <a:gd name="T50" fmla="*/ 0 w 1897"/>
                <a:gd name="T51" fmla="*/ 15 h 3450"/>
                <a:gd name="T52" fmla="*/ 0 w 1897"/>
                <a:gd name="T53" fmla="*/ 2 h 3450"/>
                <a:gd name="T54" fmla="*/ 0 w 1897"/>
                <a:gd name="T55" fmla="*/ 1 h 3450"/>
                <a:gd name="T56" fmla="*/ 0 w 1897"/>
                <a:gd name="T57" fmla="*/ 1 h 3450"/>
                <a:gd name="T58" fmla="*/ 1 w 1897"/>
                <a:gd name="T59" fmla="*/ 0 h 3450"/>
                <a:gd name="T60" fmla="*/ 1 w 1897"/>
                <a:gd name="T61" fmla="*/ 0 h 3450"/>
                <a:gd name="T62" fmla="*/ 1 w 1897"/>
                <a:gd name="T63" fmla="*/ 0 h 3450"/>
                <a:gd name="T64" fmla="*/ 2 w 1897"/>
                <a:gd name="T65" fmla="*/ 0 h 3450"/>
                <a:gd name="T66" fmla="*/ 3 w 1897"/>
                <a:gd name="T67" fmla="*/ 0 h 3450"/>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897"/>
                <a:gd name="T103" fmla="*/ 0 h 3450"/>
                <a:gd name="T104" fmla="*/ 1897 w 1897"/>
                <a:gd name="T105" fmla="*/ 3450 h 3450"/>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897" h="3450">
                  <a:moveTo>
                    <a:pt x="357" y="49"/>
                  </a:moveTo>
                  <a:lnTo>
                    <a:pt x="1542" y="806"/>
                  </a:lnTo>
                  <a:lnTo>
                    <a:pt x="1579" y="832"/>
                  </a:lnTo>
                  <a:lnTo>
                    <a:pt x="1614" y="861"/>
                  </a:lnTo>
                  <a:lnTo>
                    <a:pt x="1648" y="895"/>
                  </a:lnTo>
                  <a:lnTo>
                    <a:pt x="1681" y="933"/>
                  </a:lnTo>
                  <a:lnTo>
                    <a:pt x="1711" y="973"/>
                  </a:lnTo>
                  <a:lnTo>
                    <a:pt x="1740" y="1016"/>
                  </a:lnTo>
                  <a:lnTo>
                    <a:pt x="1768" y="1062"/>
                  </a:lnTo>
                  <a:lnTo>
                    <a:pt x="1793" y="1109"/>
                  </a:lnTo>
                  <a:lnTo>
                    <a:pt x="1816" y="1158"/>
                  </a:lnTo>
                  <a:lnTo>
                    <a:pt x="1836" y="1208"/>
                  </a:lnTo>
                  <a:lnTo>
                    <a:pt x="1854" y="1260"/>
                  </a:lnTo>
                  <a:lnTo>
                    <a:pt x="1869" y="1313"/>
                  </a:lnTo>
                  <a:lnTo>
                    <a:pt x="1881" y="1364"/>
                  </a:lnTo>
                  <a:lnTo>
                    <a:pt x="1890" y="1417"/>
                  </a:lnTo>
                  <a:lnTo>
                    <a:pt x="1895" y="1469"/>
                  </a:lnTo>
                  <a:lnTo>
                    <a:pt x="1897" y="1519"/>
                  </a:lnTo>
                  <a:lnTo>
                    <a:pt x="1897" y="3142"/>
                  </a:lnTo>
                  <a:lnTo>
                    <a:pt x="1895" y="3190"/>
                  </a:lnTo>
                  <a:lnTo>
                    <a:pt x="1890" y="3235"/>
                  </a:lnTo>
                  <a:lnTo>
                    <a:pt x="1881" y="3276"/>
                  </a:lnTo>
                  <a:lnTo>
                    <a:pt x="1869" y="3313"/>
                  </a:lnTo>
                  <a:lnTo>
                    <a:pt x="1854" y="3346"/>
                  </a:lnTo>
                  <a:lnTo>
                    <a:pt x="1836" y="3375"/>
                  </a:lnTo>
                  <a:lnTo>
                    <a:pt x="1816" y="3398"/>
                  </a:lnTo>
                  <a:lnTo>
                    <a:pt x="1793" y="3418"/>
                  </a:lnTo>
                  <a:lnTo>
                    <a:pt x="1768" y="3434"/>
                  </a:lnTo>
                  <a:lnTo>
                    <a:pt x="1740" y="3444"/>
                  </a:lnTo>
                  <a:lnTo>
                    <a:pt x="1711" y="3450"/>
                  </a:lnTo>
                  <a:lnTo>
                    <a:pt x="1681" y="3450"/>
                  </a:lnTo>
                  <a:lnTo>
                    <a:pt x="1648" y="3445"/>
                  </a:lnTo>
                  <a:lnTo>
                    <a:pt x="1614" y="3436"/>
                  </a:lnTo>
                  <a:lnTo>
                    <a:pt x="1579" y="3421"/>
                  </a:lnTo>
                  <a:lnTo>
                    <a:pt x="1542" y="3400"/>
                  </a:lnTo>
                  <a:lnTo>
                    <a:pt x="357" y="2643"/>
                  </a:lnTo>
                  <a:lnTo>
                    <a:pt x="320" y="2618"/>
                  </a:lnTo>
                  <a:lnTo>
                    <a:pt x="285" y="2588"/>
                  </a:lnTo>
                  <a:lnTo>
                    <a:pt x="251" y="2554"/>
                  </a:lnTo>
                  <a:lnTo>
                    <a:pt x="218" y="2517"/>
                  </a:lnTo>
                  <a:lnTo>
                    <a:pt x="187" y="2477"/>
                  </a:lnTo>
                  <a:lnTo>
                    <a:pt x="157" y="2433"/>
                  </a:lnTo>
                  <a:lnTo>
                    <a:pt x="130" y="2388"/>
                  </a:lnTo>
                  <a:lnTo>
                    <a:pt x="105" y="2341"/>
                  </a:lnTo>
                  <a:lnTo>
                    <a:pt x="81" y="2292"/>
                  </a:lnTo>
                  <a:lnTo>
                    <a:pt x="61" y="2241"/>
                  </a:lnTo>
                  <a:lnTo>
                    <a:pt x="44" y="2190"/>
                  </a:lnTo>
                  <a:lnTo>
                    <a:pt x="29" y="2138"/>
                  </a:lnTo>
                  <a:lnTo>
                    <a:pt x="17" y="2085"/>
                  </a:lnTo>
                  <a:lnTo>
                    <a:pt x="7" y="2033"/>
                  </a:lnTo>
                  <a:lnTo>
                    <a:pt x="3" y="1981"/>
                  </a:lnTo>
                  <a:lnTo>
                    <a:pt x="0" y="1931"/>
                  </a:lnTo>
                  <a:lnTo>
                    <a:pt x="0" y="308"/>
                  </a:lnTo>
                  <a:lnTo>
                    <a:pt x="3" y="260"/>
                  </a:lnTo>
                  <a:lnTo>
                    <a:pt x="7" y="215"/>
                  </a:lnTo>
                  <a:lnTo>
                    <a:pt x="17" y="174"/>
                  </a:lnTo>
                  <a:lnTo>
                    <a:pt x="29" y="137"/>
                  </a:lnTo>
                  <a:lnTo>
                    <a:pt x="44" y="104"/>
                  </a:lnTo>
                  <a:lnTo>
                    <a:pt x="61" y="76"/>
                  </a:lnTo>
                  <a:lnTo>
                    <a:pt x="81" y="51"/>
                  </a:lnTo>
                  <a:lnTo>
                    <a:pt x="105" y="31"/>
                  </a:lnTo>
                  <a:lnTo>
                    <a:pt x="130" y="16"/>
                  </a:lnTo>
                  <a:lnTo>
                    <a:pt x="157" y="5"/>
                  </a:lnTo>
                  <a:lnTo>
                    <a:pt x="187" y="0"/>
                  </a:lnTo>
                  <a:lnTo>
                    <a:pt x="218" y="0"/>
                  </a:lnTo>
                  <a:lnTo>
                    <a:pt x="251" y="3"/>
                  </a:lnTo>
                  <a:lnTo>
                    <a:pt x="285" y="14"/>
                  </a:lnTo>
                  <a:lnTo>
                    <a:pt x="320" y="29"/>
                  </a:lnTo>
                  <a:lnTo>
                    <a:pt x="357" y="49"/>
                  </a:lnTo>
                  <a:close/>
                </a:path>
              </a:pathLst>
            </a:custGeom>
            <a:solidFill>
              <a:srgbClr val="BFBFB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0800" name="Freeform 46"/>
            <p:cNvSpPr>
              <a:spLocks/>
            </p:cNvSpPr>
            <p:nvPr/>
          </p:nvSpPr>
          <p:spPr bwMode="auto">
            <a:xfrm>
              <a:off x="1268" y="1663"/>
              <a:ext cx="393" cy="711"/>
            </a:xfrm>
            <a:custGeom>
              <a:avLst/>
              <a:gdLst>
                <a:gd name="T0" fmla="*/ 3 w 1962"/>
                <a:gd name="T1" fmla="*/ 7 h 3555"/>
                <a:gd name="T2" fmla="*/ 2 w 1962"/>
                <a:gd name="T3" fmla="*/ 7 h 3555"/>
                <a:gd name="T4" fmla="*/ 2 w 1962"/>
                <a:gd name="T5" fmla="*/ 8 h 3555"/>
                <a:gd name="T6" fmla="*/ 1 w 1962"/>
                <a:gd name="T7" fmla="*/ 8 h 3555"/>
                <a:gd name="T8" fmla="*/ 1 w 1962"/>
                <a:gd name="T9" fmla="*/ 9 h 3555"/>
                <a:gd name="T10" fmla="*/ 1 w 1962"/>
                <a:gd name="T11" fmla="*/ 10 h 3555"/>
                <a:gd name="T12" fmla="*/ 0 w 1962"/>
                <a:gd name="T13" fmla="*/ 11 h 3555"/>
                <a:gd name="T14" fmla="*/ 0 w 1962"/>
                <a:gd name="T15" fmla="*/ 12 h 3555"/>
                <a:gd name="T16" fmla="*/ 0 w 1962"/>
                <a:gd name="T17" fmla="*/ 13 h 3555"/>
                <a:gd name="T18" fmla="*/ 0 w 1962"/>
                <a:gd name="T19" fmla="*/ 26 h 3555"/>
                <a:gd name="T20" fmla="*/ 0 w 1962"/>
                <a:gd name="T21" fmla="*/ 27 h 3555"/>
                <a:gd name="T22" fmla="*/ 0 w 1962"/>
                <a:gd name="T23" fmla="*/ 28 h 3555"/>
                <a:gd name="T24" fmla="*/ 1 w 1962"/>
                <a:gd name="T25" fmla="*/ 28 h 3555"/>
                <a:gd name="T26" fmla="*/ 1 w 1962"/>
                <a:gd name="T27" fmla="*/ 28 h 3555"/>
                <a:gd name="T28" fmla="*/ 2 w 1962"/>
                <a:gd name="T29" fmla="*/ 28 h 3555"/>
                <a:gd name="T30" fmla="*/ 2 w 1962"/>
                <a:gd name="T31" fmla="*/ 28 h 3555"/>
                <a:gd name="T32" fmla="*/ 3 w 1962"/>
                <a:gd name="T33" fmla="*/ 28 h 3555"/>
                <a:gd name="T34" fmla="*/ 13 w 1962"/>
                <a:gd name="T35" fmla="*/ 22 h 3555"/>
                <a:gd name="T36" fmla="*/ 13 w 1962"/>
                <a:gd name="T37" fmla="*/ 21 h 3555"/>
                <a:gd name="T38" fmla="*/ 14 w 1962"/>
                <a:gd name="T39" fmla="*/ 21 h 3555"/>
                <a:gd name="T40" fmla="*/ 14 w 1962"/>
                <a:gd name="T41" fmla="*/ 20 h 3555"/>
                <a:gd name="T42" fmla="*/ 15 w 1962"/>
                <a:gd name="T43" fmla="*/ 19 h 3555"/>
                <a:gd name="T44" fmla="*/ 15 w 1962"/>
                <a:gd name="T45" fmla="*/ 18 h 3555"/>
                <a:gd name="T46" fmla="*/ 16 w 1962"/>
                <a:gd name="T47" fmla="*/ 18 h 3555"/>
                <a:gd name="T48" fmla="*/ 16 w 1962"/>
                <a:gd name="T49" fmla="*/ 17 h 3555"/>
                <a:gd name="T50" fmla="*/ 16 w 1962"/>
                <a:gd name="T51" fmla="*/ 16 h 3555"/>
                <a:gd name="T52" fmla="*/ 16 w 1962"/>
                <a:gd name="T53" fmla="*/ 2 h 3555"/>
                <a:gd name="T54" fmla="*/ 16 w 1962"/>
                <a:gd name="T55" fmla="*/ 1 h 3555"/>
                <a:gd name="T56" fmla="*/ 15 w 1962"/>
                <a:gd name="T57" fmla="*/ 1 h 3555"/>
                <a:gd name="T58" fmla="*/ 15 w 1962"/>
                <a:gd name="T59" fmla="*/ 0 h 3555"/>
                <a:gd name="T60" fmla="*/ 15 w 1962"/>
                <a:gd name="T61" fmla="*/ 0 h 3555"/>
                <a:gd name="T62" fmla="*/ 14 w 1962"/>
                <a:gd name="T63" fmla="*/ 0 h 3555"/>
                <a:gd name="T64" fmla="*/ 14 w 1962"/>
                <a:gd name="T65" fmla="*/ 0 h 3555"/>
                <a:gd name="T66" fmla="*/ 13 w 1962"/>
                <a:gd name="T67" fmla="*/ 0 h 3555"/>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962"/>
                <a:gd name="T103" fmla="*/ 0 h 3555"/>
                <a:gd name="T104" fmla="*/ 1962 w 1962"/>
                <a:gd name="T105" fmla="*/ 3555 h 3555"/>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962" h="3555">
                  <a:moveTo>
                    <a:pt x="1594" y="50"/>
                  </a:moveTo>
                  <a:lnTo>
                    <a:pt x="368" y="831"/>
                  </a:lnTo>
                  <a:lnTo>
                    <a:pt x="330" y="858"/>
                  </a:lnTo>
                  <a:lnTo>
                    <a:pt x="294" y="888"/>
                  </a:lnTo>
                  <a:lnTo>
                    <a:pt x="259" y="922"/>
                  </a:lnTo>
                  <a:lnTo>
                    <a:pt x="225" y="961"/>
                  </a:lnTo>
                  <a:lnTo>
                    <a:pt x="193" y="1003"/>
                  </a:lnTo>
                  <a:lnTo>
                    <a:pt x="163" y="1047"/>
                  </a:lnTo>
                  <a:lnTo>
                    <a:pt x="133" y="1094"/>
                  </a:lnTo>
                  <a:lnTo>
                    <a:pt x="108" y="1143"/>
                  </a:lnTo>
                  <a:lnTo>
                    <a:pt x="84" y="1193"/>
                  </a:lnTo>
                  <a:lnTo>
                    <a:pt x="63" y="1246"/>
                  </a:lnTo>
                  <a:lnTo>
                    <a:pt x="44" y="1299"/>
                  </a:lnTo>
                  <a:lnTo>
                    <a:pt x="29" y="1353"/>
                  </a:lnTo>
                  <a:lnTo>
                    <a:pt x="16" y="1405"/>
                  </a:lnTo>
                  <a:lnTo>
                    <a:pt x="7" y="1459"/>
                  </a:lnTo>
                  <a:lnTo>
                    <a:pt x="2" y="1512"/>
                  </a:lnTo>
                  <a:lnTo>
                    <a:pt x="0" y="1565"/>
                  </a:lnTo>
                  <a:lnTo>
                    <a:pt x="0" y="3237"/>
                  </a:lnTo>
                  <a:lnTo>
                    <a:pt x="2" y="3287"/>
                  </a:lnTo>
                  <a:lnTo>
                    <a:pt x="7" y="3333"/>
                  </a:lnTo>
                  <a:lnTo>
                    <a:pt x="16" y="3375"/>
                  </a:lnTo>
                  <a:lnTo>
                    <a:pt x="29" y="3413"/>
                  </a:lnTo>
                  <a:lnTo>
                    <a:pt x="44" y="3447"/>
                  </a:lnTo>
                  <a:lnTo>
                    <a:pt x="63" y="3477"/>
                  </a:lnTo>
                  <a:lnTo>
                    <a:pt x="84" y="3502"/>
                  </a:lnTo>
                  <a:lnTo>
                    <a:pt x="108" y="3522"/>
                  </a:lnTo>
                  <a:lnTo>
                    <a:pt x="133" y="3538"/>
                  </a:lnTo>
                  <a:lnTo>
                    <a:pt x="163" y="3549"/>
                  </a:lnTo>
                  <a:lnTo>
                    <a:pt x="193" y="3555"/>
                  </a:lnTo>
                  <a:lnTo>
                    <a:pt x="225" y="3555"/>
                  </a:lnTo>
                  <a:lnTo>
                    <a:pt x="259" y="3550"/>
                  </a:lnTo>
                  <a:lnTo>
                    <a:pt x="294" y="3541"/>
                  </a:lnTo>
                  <a:lnTo>
                    <a:pt x="330" y="3524"/>
                  </a:lnTo>
                  <a:lnTo>
                    <a:pt x="368" y="3503"/>
                  </a:lnTo>
                  <a:lnTo>
                    <a:pt x="1594" y="2722"/>
                  </a:lnTo>
                  <a:lnTo>
                    <a:pt x="1632" y="2696"/>
                  </a:lnTo>
                  <a:lnTo>
                    <a:pt x="1668" y="2665"/>
                  </a:lnTo>
                  <a:lnTo>
                    <a:pt x="1703" y="2631"/>
                  </a:lnTo>
                  <a:lnTo>
                    <a:pt x="1737" y="2592"/>
                  </a:lnTo>
                  <a:lnTo>
                    <a:pt x="1769" y="2551"/>
                  </a:lnTo>
                  <a:lnTo>
                    <a:pt x="1799" y="2506"/>
                  </a:lnTo>
                  <a:lnTo>
                    <a:pt x="1829" y="2460"/>
                  </a:lnTo>
                  <a:lnTo>
                    <a:pt x="1854" y="2411"/>
                  </a:lnTo>
                  <a:lnTo>
                    <a:pt x="1878" y="2361"/>
                  </a:lnTo>
                  <a:lnTo>
                    <a:pt x="1899" y="2308"/>
                  </a:lnTo>
                  <a:lnTo>
                    <a:pt x="1918" y="2256"/>
                  </a:lnTo>
                  <a:lnTo>
                    <a:pt x="1933" y="2202"/>
                  </a:lnTo>
                  <a:lnTo>
                    <a:pt x="1946" y="2149"/>
                  </a:lnTo>
                  <a:lnTo>
                    <a:pt x="1955" y="2095"/>
                  </a:lnTo>
                  <a:lnTo>
                    <a:pt x="1960" y="2042"/>
                  </a:lnTo>
                  <a:lnTo>
                    <a:pt x="1962" y="1989"/>
                  </a:lnTo>
                  <a:lnTo>
                    <a:pt x="1962" y="319"/>
                  </a:lnTo>
                  <a:lnTo>
                    <a:pt x="1960" y="269"/>
                  </a:lnTo>
                  <a:lnTo>
                    <a:pt x="1955" y="223"/>
                  </a:lnTo>
                  <a:lnTo>
                    <a:pt x="1946" y="180"/>
                  </a:lnTo>
                  <a:lnTo>
                    <a:pt x="1933" y="143"/>
                  </a:lnTo>
                  <a:lnTo>
                    <a:pt x="1918" y="109"/>
                  </a:lnTo>
                  <a:lnTo>
                    <a:pt x="1899" y="79"/>
                  </a:lnTo>
                  <a:lnTo>
                    <a:pt x="1878" y="54"/>
                  </a:lnTo>
                  <a:lnTo>
                    <a:pt x="1854" y="33"/>
                  </a:lnTo>
                  <a:lnTo>
                    <a:pt x="1829" y="17"/>
                  </a:lnTo>
                  <a:lnTo>
                    <a:pt x="1799" y="7"/>
                  </a:lnTo>
                  <a:lnTo>
                    <a:pt x="1769" y="0"/>
                  </a:lnTo>
                  <a:lnTo>
                    <a:pt x="1737" y="0"/>
                  </a:lnTo>
                  <a:lnTo>
                    <a:pt x="1703" y="4"/>
                  </a:lnTo>
                  <a:lnTo>
                    <a:pt x="1668" y="14"/>
                  </a:lnTo>
                  <a:lnTo>
                    <a:pt x="1632" y="29"/>
                  </a:lnTo>
                  <a:lnTo>
                    <a:pt x="1594" y="50"/>
                  </a:lnTo>
                  <a:close/>
                </a:path>
              </a:pathLst>
            </a:custGeom>
            <a:solidFill>
              <a:srgbClr val="E5E5E5"/>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0801" name="Freeform 47"/>
            <p:cNvSpPr>
              <a:spLocks noEditPoints="1"/>
            </p:cNvSpPr>
            <p:nvPr/>
          </p:nvSpPr>
          <p:spPr bwMode="auto">
            <a:xfrm>
              <a:off x="916" y="1589"/>
              <a:ext cx="697" cy="698"/>
            </a:xfrm>
            <a:custGeom>
              <a:avLst/>
              <a:gdLst>
                <a:gd name="T0" fmla="*/ 16 w 3485"/>
                <a:gd name="T1" fmla="*/ 0 h 3490"/>
                <a:gd name="T2" fmla="*/ 17 w 3485"/>
                <a:gd name="T3" fmla="*/ 2 h 3490"/>
                <a:gd name="T4" fmla="*/ 17 w 3485"/>
                <a:gd name="T5" fmla="*/ 3 h 3490"/>
                <a:gd name="T6" fmla="*/ 14 w 3485"/>
                <a:gd name="T7" fmla="*/ 4 h 3490"/>
                <a:gd name="T8" fmla="*/ 12 w 3485"/>
                <a:gd name="T9" fmla="*/ 4 h 3490"/>
                <a:gd name="T10" fmla="*/ 11 w 3485"/>
                <a:gd name="T11" fmla="*/ 2 h 3490"/>
                <a:gd name="T12" fmla="*/ 11 w 3485"/>
                <a:gd name="T13" fmla="*/ 1 h 3490"/>
                <a:gd name="T14" fmla="*/ 14 w 3485"/>
                <a:gd name="T15" fmla="*/ 0 h 3490"/>
                <a:gd name="T16" fmla="*/ 3 w 3485"/>
                <a:gd name="T17" fmla="*/ 7 h 3490"/>
                <a:gd name="T18" fmla="*/ 4 w 3485"/>
                <a:gd name="T19" fmla="*/ 9 h 3490"/>
                <a:gd name="T20" fmla="*/ 3 w 3485"/>
                <a:gd name="T21" fmla="*/ 12 h 3490"/>
                <a:gd name="T22" fmla="*/ 2 w 3485"/>
                <a:gd name="T23" fmla="*/ 13 h 3490"/>
                <a:gd name="T24" fmla="*/ 1 w 3485"/>
                <a:gd name="T25" fmla="*/ 12 h 3490"/>
                <a:gd name="T26" fmla="*/ 0 w 3485"/>
                <a:gd name="T27" fmla="*/ 10 h 3490"/>
                <a:gd name="T28" fmla="*/ 0 w 3485"/>
                <a:gd name="T29" fmla="*/ 8 h 3490"/>
                <a:gd name="T30" fmla="*/ 2 w 3485"/>
                <a:gd name="T31" fmla="*/ 6 h 3490"/>
                <a:gd name="T32" fmla="*/ 10 w 3485"/>
                <a:gd name="T33" fmla="*/ 20 h 3490"/>
                <a:gd name="T34" fmla="*/ 11 w 3485"/>
                <a:gd name="T35" fmla="*/ 22 h 3490"/>
                <a:gd name="T36" fmla="*/ 11 w 3485"/>
                <a:gd name="T37" fmla="*/ 25 h 3490"/>
                <a:gd name="T38" fmla="*/ 10 w 3485"/>
                <a:gd name="T39" fmla="*/ 27 h 3490"/>
                <a:gd name="T40" fmla="*/ 8 w 3485"/>
                <a:gd name="T41" fmla="*/ 26 h 3490"/>
                <a:gd name="T42" fmla="*/ 7 w 3485"/>
                <a:gd name="T43" fmla="*/ 24 h 3490"/>
                <a:gd name="T44" fmla="*/ 7 w 3485"/>
                <a:gd name="T45" fmla="*/ 22 h 3490"/>
                <a:gd name="T46" fmla="*/ 8 w 3485"/>
                <a:gd name="T47" fmla="*/ 20 h 3490"/>
                <a:gd name="T48" fmla="*/ 20 w 3485"/>
                <a:gd name="T49" fmla="*/ 21 h 3490"/>
                <a:gd name="T50" fmla="*/ 21 w 3485"/>
                <a:gd name="T51" fmla="*/ 23 h 3490"/>
                <a:gd name="T52" fmla="*/ 21 w 3485"/>
                <a:gd name="T53" fmla="*/ 26 h 3490"/>
                <a:gd name="T54" fmla="*/ 20 w 3485"/>
                <a:gd name="T55" fmla="*/ 28 h 3490"/>
                <a:gd name="T56" fmla="*/ 18 w 3485"/>
                <a:gd name="T57" fmla="*/ 28 h 3490"/>
                <a:gd name="T58" fmla="*/ 17 w 3485"/>
                <a:gd name="T59" fmla="*/ 26 h 3490"/>
                <a:gd name="T60" fmla="*/ 17 w 3485"/>
                <a:gd name="T61" fmla="*/ 23 h 3490"/>
                <a:gd name="T62" fmla="*/ 18 w 3485"/>
                <a:gd name="T63" fmla="*/ 21 h 3490"/>
                <a:gd name="T64" fmla="*/ 19 w 3485"/>
                <a:gd name="T65" fmla="*/ 11 h 3490"/>
                <a:gd name="T66" fmla="*/ 20 w 3485"/>
                <a:gd name="T67" fmla="*/ 13 h 3490"/>
                <a:gd name="T68" fmla="*/ 21 w 3485"/>
                <a:gd name="T69" fmla="*/ 15 h 3490"/>
                <a:gd name="T70" fmla="*/ 20 w 3485"/>
                <a:gd name="T71" fmla="*/ 17 h 3490"/>
                <a:gd name="T72" fmla="*/ 18 w 3485"/>
                <a:gd name="T73" fmla="*/ 17 h 3490"/>
                <a:gd name="T74" fmla="*/ 17 w 3485"/>
                <a:gd name="T75" fmla="*/ 16 h 3490"/>
                <a:gd name="T76" fmla="*/ 17 w 3485"/>
                <a:gd name="T77" fmla="*/ 13 h 3490"/>
                <a:gd name="T78" fmla="*/ 18 w 3485"/>
                <a:gd name="T79" fmla="*/ 11 h 3490"/>
                <a:gd name="T80" fmla="*/ 26 w 3485"/>
                <a:gd name="T81" fmla="*/ 7 h 3490"/>
                <a:gd name="T82" fmla="*/ 27 w 3485"/>
                <a:gd name="T83" fmla="*/ 8 h 3490"/>
                <a:gd name="T84" fmla="*/ 27 w 3485"/>
                <a:gd name="T85" fmla="*/ 11 h 3490"/>
                <a:gd name="T86" fmla="*/ 26 w 3485"/>
                <a:gd name="T87" fmla="*/ 13 h 3490"/>
                <a:gd name="T88" fmla="*/ 25 w 3485"/>
                <a:gd name="T89" fmla="*/ 13 h 3490"/>
                <a:gd name="T90" fmla="*/ 24 w 3485"/>
                <a:gd name="T91" fmla="*/ 12 h 3490"/>
                <a:gd name="T92" fmla="*/ 24 w 3485"/>
                <a:gd name="T93" fmla="*/ 9 h 3490"/>
                <a:gd name="T94" fmla="*/ 24 w 3485"/>
                <a:gd name="T95" fmla="*/ 7 h 3490"/>
                <a:gd name="T96" fmla="*/ 26 w 3485"/>
                <a:gd name="T97" fmla="*/ 17 h 3490"/>
                <a:gd name="T98" fmla="*/ 27 w 3485"/>
                <a:gd name="T99" fmla="*/ 18 h 3490"/>
                <a:gd name="T100" fmla="*/ 28 w 3485"/>
                <a:gd name="T101" fmla="*/ 21 h 3490"/>
                <a:gd name="T102" fmla="*/ 27 w 3485"/>
                <a:gd name="T103" fmla="*/ 23 h 3490"/>
                <a:gd name="T104" fmla="*/ 26 w 3485"/>
                <a:gd name="T105" fmla="*/ 24 h 3490"/>
                <a:gd name="T106" fmla="*/ 24 w 3485"/>
                <a:gd name="T107" fmla="*/ 23 h 3490"/>
                <a:gd name="T108" fmla="*/ 24 w 3485"/>
                <a:gd name="T109" fmla="*/ 20 h 3490"/>
                <a:gd name="T110" fmla="*/ 25 w 3485"/>
                <a:gd name="T111" fmla="*/ 18 h 3490"/>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w 3485"/>
                <a:gd name="T169" fmla="*/ 0 h 3490"/>
                <a:gd name="T170" fmla="*/ 3485 w 3485"/>
                <a:gd name="T171" fmla="*/ 3490 h 3490"/>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T168" t="T169" r="T170" b="T171"/>
              <a:pathLst>
                <a:path w="3485" h="3490">
                  <a:moveTo>
                    <a:pt x="1754" y="0"/>
                  </a:moveTo>
                  <a:lnTo>
                    <a:pt x="1797" y="2"/>
                  </a:lnTo>
                  <a:lnTo>
                    <a:pt x="1840" y="5"/>
                  </a:lnTo>
                  <a:lnTo>
                    <a:pt x="1881" y="12"/>
                  </a:lnTo>
                  <a:lnTo>
                    <a:pt x="1921" y="20"/>
                  </a:lnTo>
                  <a:lnTo>
                    <a:pt x="1959" y="31"/>
                  </a:lnTo>
                  <a:lnTo>
                    <a:pt x="1994" y="44"/>
                  </a:lnTo>
                  <a:lnTo>
                    <a:pt x="2028" y="59"/>
                  </a:lnTo>
                  <a:lnTo>
                    <a:pt x="2058" y="74"/>
                  </a:lnTo>
                  <a:lnTo>
                    <a:pt x="2086" y="93"/>
                  </a:lnTo>
                  <a:lnTo>
                    <a:pt x="2111" y="113"/>
                  </a:lnTo>
                  <a:lnTo>
                    <a:pt x="2132" y="133"/>
                  </a:lnTo>
                  <a:lnTo>
                    <a:pt x="2151" y="155"/>
                  </a:lnTo>
                  <a:lnTo>
                    <a:pt x="2165" y="179"/>
                  </a:lnTo>
                  <a:lnTo>
                    <a:pt x="2175" y="203"/>
                  </a:lnTo>
                  <a:lnTo>
                    <a:pt x="2182" y="229"/>
                  </a:lnTo>
                  <a:lnTo>
                    <a:pt x="2185" y="255"/>
                  </a:lnTo>
                  <a:lnTo>
                    <a:pt x="2182" y="281"/>
                  </a:lnTo>
                  <a:lnTo>
                    <a:pt x="2175" y="305"/>
                  </a:lnTo>
                  <a:lnTo>
                    <a:pt x="2165" y="330"/>
                  </a:lnTo>
                  <a:lnTo>
                    <a:pt x="2151" y="353"/>
                  </a:lnTo>
                  <a:lnTo>
                    <a:pt x="2132" y="376"/>
                  </a:lnTo>
                  <a:lnTo>
                    <a:pt x="2111" y="397"/>
                  </a:lnTo>
                  <a:lnTo>
                    <a:pt x="2086" y="417"/>
                  </a:lnTo>
                  <a:lnTo>
                    <a:pt x="2058" y="434"/>
                  </a:lnTo>
                  <a:lnTo>
                    <a:pt x="2028" y="451"/>
                  </a:lnTo>
                  <a:lnTo>
                    <a:pt x="1994" y="466"/>
                  </a:lnTo>
                  <a:lnTo>
                    <a:pt x="1959" y="479"/>
                  </a:lnTo>
                  <a:lnTo>
                    <a:pt x="1921" y="489"/>
                  </a:lnTo>
                  <a:lnTo>
                    <a:pt x="1881" y="498"/>
                  </a:lnTo>
                  <a:lnTo>
                    <a:pt x="1840" y="505"/>
                  </a:lnTo>
                  <a:lnTo>
                    <a:pt x="1797" y="508"/>
                  </a:lnTo>
                  <a:lnTo>
                    <a:pt x="1754" y="509"/>
                  </a:lnTo>
                  <a:lnTo>
                    <a:pt x="1710" y="508"/>
                  </a:lnTo>
                  <a:lnTo>
                    <a:pt x="1667" y="505"/>
                  </a:lnTo>
                  <a:lnTo>
                    <a:pt x="1626" y="498"/>
                  </a:lnTo>
                  <a:lnTo>
                    <a:pt x="1586" y="489"/>
                  </a:lnTo>
                  <a:lnTo>
                    <a:pt x="1548" y="479"/>
                  </a:lnTo>
                  <a:lnTo>
                    <a:pt x="1512" y="466"/>
                  </a:lnTo>
                  <a:lnTo>
                    <a:pt x="1479" y="451"/>
                  </a:lnTo>
                  <a:lnTo>
                    <a:pt x="1449" y="434"/>
                  </a:lnTo>
                  <a:lnTo>
                    <a:pt x="1421" y="417"/>
                  </a:lnTo>
                  <a:lnTo>
                    <a:pt x="1395" y="397"/>
                  </a:lnTo>
                  <a:lnTo>
                    <a:pt x="1374" y="376"/>
                  </a:lnTo>
                  <a:lnTo>
                    <a:pt x="1355" y="353"/>
                  </a:lnTo>
                  <a:lnTo>
                    <a:pt x="1341" y="330"/>
                  </a:lnTo>
                  <a:lnTo>
                    <a:pt x="1331" y="305"/>
                  </a:lnTo>
                  <a:lnTo>
                    <a:pt x="1324" y="281"/>
                  </a:lnTo>
                  <a:lnTo>
                    <a:pt x="1321" y="255"/>
                  </a:lnTo>
                  <a:lnTo>
                    <a:pt x="1324" y="229"/>
                  </a:lnTo>
                  <a:lnTo>
                    <a:pt x="1331" y="203"/>
                  </a:lnTo>
                  <a:lnTo>
                    <a:pt x="1341" y="179"/>
                  </a:lnTo>
                  <a:lnTo>
                    <a:pt x="1355" y="155"/>
                  </a:lnTo>
                  <a:lnTo>
                    <a:pt x="1374" y="133"/>
                  </a:lnTo>
                  <a:lnTo>
                    <a:pt x="1395" y="113"/>
                  </a:lnTo>
                  <a:lnTo>
                    <a:pt x="1421" y="93"/>
                  </a:lnTo>
                  <a:lnTo>
                    <a:pt x="1449" y="74"/>
                  </a:lnTo>
                  <a:lnTo>
                    <a:pt x="1479" y="59"/>
                  </a:lnTo>
                  <a:lnTo>
                    <a:pt x="1512" y="44"/>
                  </a:lnTo>
                  <a:lnTo>
                    <a:pt x="1548" y="31"/>
                  </a:lnTo>
                  <a:lnTo>
                    <a:pt x="1586" y="20"/>
                  </a:lnTo>
                  <a:lnTo>
                    <a:pt x="1626" y="12"/>
                  </a:lnTo>
                  <a:lnTo>
                    <a:pt x="1667" y="5"/>
                  </a:lnTo>
                  <a:lnTo>
                    <a:pt x="1710" y="2"/>
                  </a:lnTo>
                  <a:lnTo>
                    <a:pt x="1754" y="0"/>
                  </a:lnTo>
                  <a:close/>
                  <a:moveTo>
                    <a:pt x="239" y="786"/>
                  </a:moveTo>
                  <a:lnTo>
                    <a:pt x="263" y="788"/>
                  </a:lnTo>
                  <a:lnTo>
                    <a:pt x="287" y="794"/>
                  </a:lnTo>
                  <a:lnTo>
                    <a:pt x="309" y="805"/>
                  </a:lnTo>
                  <a:lnTo>
                    <a:pt x="331" y="819"/>
                  </a:lnTo>
                  <a:lnTo>
                    <a:pt x="352" y="836"/>
                  </a:lnTo>
                  <a:lnTo>
                    <a:pt x="372" y="857"/>
                  </a:lnTo>
                  <a:lnTo>
                    <a:pt x="390" y="882"/>
                  </a:lnTo>
                  <a:lnTo>
                    <a:pt x="407" y="909"/>
                  </a:lnTo>
                  <a:lnTo>
                    <a:pt x="423" y="940"/>
                  </a:lnTo>
                  <a:lnTo>
                    <a:pt x="437" y="971"/>
                  </a:lnTo>
                  <a:lnTo>
                    <a:pt x="448" y="1006"/>
                  </a:lnTo>
                  <a:lnTo>
                    <a:pt x="459" y="1043"/>
                  </a:lnTo>
                  <a:lnTo>
                    <a:pt x="467" y="1081"/>
                  </a:lnTo>
                  <a:lnTo>
                    <a:pt x="473" y="1121"/>
                  </a:lnTo>
                  <a:lnTo>
                    <a:pt x="476" y="1163"/>
                  </a:lnTo>
                  <a:lnTo>
                    <a:pt x="478" y="1206"/>
                  </a:lnTo>
                  <a:lnTo>
                    <a:pt x="476" y="1248"/>
                  </a:lnTo>
                  <a:lnTo>
                    <a:pt x="473" y="1290"/>
                  </a:lnTo>
                  <a:lnTo>
                    <a:pt x="467" y="1330"/>
                  </a:lnTo>
                  <a:lnTo>
                    <a:pt x="459" y="1367"/>
                  </a:lnTo>
                  <a:lnTo>
                    <a:pt x="448" y="1405"/>
                  </a:lnTo>
                  <a:lnTo>
                    <a:pt x="437" y="1439"/>
                  </a:lnTo>
                  <a:lnTo>
                    <a:pt x="423" y="1472"/>
                  </a:lnTo>
                  <a:lnTo>
                    <a:pt x="407" y="1501"/>
                  </a:lnTo>
                  <a:lnTo>
                    <a:pt x="390" y="1528"/>
                  </a:lnTo>
                  <a:lnTo>
                    <a:pt x="372" y="1553"/>
                  </a:lnTo>
                  <a:lnTo>
                    <a:pt x="352" y="1574"/>
                  </a:lnTo>
                  <a:lnTo>
                    <a:pt x="331" y="1591"/>
                  </a:lnTo>
                  <a:lnTo>
                    <a:pt x="309" y="1605"/>
                  </a:lnTo>
                  <a:lnTo>
                    <a:pt x="287" y="1616"/>
                  </a:lnTo>
                  <a:lnTo>
                    <a:pt x="263" y="1622"/>
                  </a:lnTo>
                  <a:lnTo>
                    <a:pt x="239" y="1624"/>
                  </a:lnTo>
                  <a:lnTo>
                    <a:pt x="214" y="1622"/>
                  </a:lnTo>
                  <a:lnTo>
                    <a:pt x="191" y="1616"/>
                  </a:lnTo>
                  <a:lnTo>
                    <a:pt x="168" y="1605"/>
                  </a:lnTo>
                  <a:lnTo>
                    <a:pt x="146" y="1591"/>
                  </a:lnTo>
                  <a:lnTo>
                    <a:pt x="125" y="1574"/>
                  </a:lnTo>
                  <a:lnTo>
                    <a:pt x="105" y="1553"/>
                  </a:lnTo>
                  <a:lnTo>
                    <a:pt x="87" y="1528"/>
                  </a:lnTo>
                  <a:lnTo>
                    <a:pt x="70" y="1501"/>
                  </a:lnTo>
                  <a:lnTo>
                    <a:pt x="55" y="1472"/>
                  </a:lnTo>
                  <a:lnTo>
                    <a:pt x="41" y="1439"/>
                  </a:lnTo>
                  <a:lnTo>
                    <a:pt x="29" y="1405"/>
                  </a:lnTo>
                  <a:lnTo>
                    <a:pt x="18" y="1367"/>
                  </a:lnTo>
                  <a:lnTo>
                    <a:pt x="10" y="1330"/>
                  </a:lnTo>
                  <a:lnTo>
                    <a:pt x="4" y="1290"/>
                  </a:lnTo>
                  <a:lnTo>
                    <a:pt x="1" y="1248"/>
                  </a:lnTo>
                  <a:lnTo>
                    <a:pt x="0" y="1206"/>
                  </a:lnTo>
                  <a:lnTo>
                    <a:pt x="1" y="1163"/>
                  </a:lnTo>
                  <a:lnTo>
                    <a:pt x="4" y="1121"/>
                  </a:lnTo>
                  <a:lnTo>
                    <a:pt x="10" y="1081"/>
                  </a:lnTo>
                  <a:lnTo>
                    <a:pt x="18" y="1043"/>
                  </a:lnTo>
                  <a:lnTo>
                    <a:pt x="29" y="1006"/>
                  </a:lnTo>
                  <a:lnTo>
                    <a:pt x="41" y="971"/>
                  </a:lnTo>
                  <a:lnTo>
                    <a:pt x="55" y="940"/>
                  </a:lnTo>
                  <a:lnTo>
                    <a:pt x="70" y="909"/>
                  </a:lnTo>
                  <a:lnTo>
                    <a:pt x="87" y="882"/>
                  </a:lnTo>
                  <a:lnTo>
                    <a:pt x="105" y="857"/>
                  </a:lnTo>
                  <a:lnTo>
                    <a:pt x="125" y="836"/>
                  </a:lnTo>
                  <a:lnTo>
                    <a:pt x="146" y="819"/>
                  </a:lnTo>
                  <a:lnTo>
                    <a:pt x="168" y="805"/>
                  </a:lnTo>
                  <a:lnTo>
                    <a:pt x="191" y="794"/>
                  </a:lnTo>
                  <a:lnTo>
                    <a:pt x="214" y="788"/>
                  </a:lnTo>
                  <a:lnTo>
                    <a:pt x="239" y="786"/>
                  </a:lnTo>
                  <a:close/>
                  <a:moveTo>
                    <a:pt x="1119" y="2495"/>
                  </a:moveTo>
                  <a:lnTo>
                    <a:pt x="1143" y="2498"/>
                  </a:lnTo>
                  <a:lnTo>
                    <a:pt x="1167" y="2504"/>
                  </a:lnTo>
                  <a:lnTo>
                    <a:pt x="1190" y="2514"/>
                  </a:lnTo>
                  <a:lnTo>
                    <a:pt x="1211" y="2528"/>
                  </a:lnTo>
                  <a:lnTo>
                    <a:pt x="1232" y="2546"/>
                  </a:lnTo>
                  <a:lnTo>
                    <a:pt x="1252" y="2567"/>
                  </a:lnTo>
                  <a:lnTo>
                    <a:pt x="1271" y="2592"/>
                  </a:lnTo>
                  <a:lnTo>
                    <a:pt x="1288" y="2618"/>
                  </a:lnTo>
                  <a:lnTo>
                    <a:pt x="1304" y="2648"/>
                  </a:lnTo>
                  <a:lnTo>
                    <a:pt x="1318" y="2681"/>
                  </a:lnTo>
                  <a:lnTo>
                    <a:pt x="1329" y="2715"/>
                  </a:lnTo>
                  <a:lnTo>
                    <a:pt x="1340" y="2752"/>
                  </a:lnTo>
                  <a:lnTo>
                    <a:pt x="1348" y="2790"/>
                  </a:lnTo>
                  <a:lnTo>
                    <a:pt x="1354" y="2830"/>
                  </a:lnTo>
                  <a:lnTo>
                    <a:pt x="1358" y="2872"/>
                  </a:lnTo>
                  <a:lnTo>
                    <a:pt x="1359" y="2914"/>
                  </a:lnTo>
                  <a:lnTo>
                    <a:pt x="1358" y="2956"/>
                  </a:lnTo>
                  <a:lnTo>
                    <a:pt x="1354" y="2998"/>
                  </a:lnTo>
                  <a:lnTo>
                    <a:pt x="1348" y="3038"/>
                  </a:lnTo>
                  <a:lnTo>
                    <a:pt x="1340" y="3077"/>
                  </a:lnTo>
                  <a:lnTo>
                    <a:pt x="1329" y="3113"/>
                  </a:lnTo>
                  <a:lnTo>
                    <a:pt x="1318" y="3147"/>
                  </a:lnTo>
                  <a:lnTo>
                    <a:pt x="1304" y="3180"/>
                  </a:lnTo>
                  <a:lnTo>
                    <a:pt x="1288" y="3209"/>
                  </a:lnTo>
                  <a:lnTo>
                    <a:pt x="1271" y="3238"/>
                  </a:lnTo>
                  <a:lnTo>
                    <a:pt x="1252" y="3261"/>
                  </a:lnTo>
                  <a:lnTo>
                    <a:pt x="1232" y="3282"/>
                  </a:lnTo>
                  <a:lnTo>
                    <a:pt x="1211" y="3301"/>
                  </a:lnTo>
                  <a:lnTo>
                    <a:pt x="1190" y="3315"/>
                  </a:lnTo>
                  <a:lnTo>
                    <a:pt x="1167" y="3325"/>
                  </a:lnTo>
                  <a:lnTo>
                    <a:pt x="1143" y="3331"/>
                  </a:lnTo>
                  <a:lnTo>
                    <a:pt x="1119" y="3334"/>
                  </a:lnTo>
                  <a:lnTo>
                    <a:pt x="1094" y="3331"/>
                  </a:lnTo>
                  <a:lnTo>
                    <a:pt x="1070" y="3325"/>
                  </a:lnTo>
                  <a:lnTo>
                    <a:pt x="1048" y="3315"/>
                  </a:lnTo>
                  <a:lnTo>
                    <a:pt x="1026" y="3301"/>
                  </a:lnTo>
                  <a:lnTo>
                    <a:pt x="1005" y="3282"/>
                  </a:lnTo>
                  <a:lnTo>
                    <a:pt x="985" y="3261"/>
                  </a:lnTo>
                  <a:lnTo>
                    <a:pt x="967" y="3238"/>
                  </a:lnTo>
                  <a:lnTo>
                    <a:pt x="950" y="3209"/>
                  </a:lnTo>
                  <a:lnTo>
                    <a:pt x="935" y="3180"/>
                  </a:lnTo>
                  <a:lnTo>
                    <a:pt x="921" y="3147"/>
                  </a:lnTo>
                  <a:lnTo>
                    <a:pt x="909" y="3113"/>
                  </a:lnTo>
                  <a:lnTo>
                    <a:pt x="898" y="3077"/>
                  </a:lnTo>
                  <a:lnTo>
                    <a:pt x="890" y="3038"/>
                  </a:lnTo>
                  <a:lnTo>
                    <a:pt x="884" y="2998"/>
                  </a:lnTo>
                  <a:lnTo>
                    <a:pt x="881" y="2956"/>
                  </a:lnTo>
                  <a:lnTo>
                    <a:pt x="880" y="2914"/>
                  </a:lnTo>
                  <a:lnTo>
                    <a:pt x="881" y="2872"/>
                  </a:lnTo>
                  <a:lnTo>
                    <a:pt x="884" y="2830"/>
                  </a:lnTo>
                  <a:lnTo>
                    <a:pt x="890" y="2790"/>
                  </a:lnTo>
                  <a:lnTo>
                    <a:pt x="898" y="2752"/>
                  </a:lnTo>
                  <a:lnTo>
                    <a:pt x="909" y="2715"/>
                  </a:lnTo>
                  <a:lnTo>
                    <a:pt x="921" y="2681"/>
                  </a:lnTo>
                  <a:lnTo>
                    <a:pt x="935" y="2648"/>
                  </a:lnTo>
                  <a:lnTo>
                    <a:pt x="950" y="2618"/>
                  </a:lnTo>
                  <a:lnTo>
                    <a:pt x="967" y="2592"/>
                  </a:lnTo>
                  <a:lnTo>
                    <a:pt x="985" y="2567"/>
                  </a:lnTo>
                  <a:lnTo>
                    <a:pt x="1005" y="2546"/>
                  </a:lnTo>
                  <a:lnTo>
                    <a:pt x="1026" y="2528"/>
                  </a:lnTo>
                  <a:lnTo>
                    <a:pt x="1048" y="2514"/>
                  </a:lnTo>
                  <a:lnTo>
                    <a:pt x="1070" y="2504"/>
                  </a:lnTo>
                  <a:lnTo>
                    <a:pt x="1094" y="2498"/>
                  </a:lnTo>
                  <a:lnTo>
                    <a:pt x="1119" y="2495"/>
                  </a:lnTo>
                  <a:close/>
                  <a:moveTo>
                    <a:pt x="2380" y="2651"/>
                  </a:moveTo>
                  <a:lnTo>
                    <a:pt x="2405" y="2654"/>
                  </a:lnTo>
                  <a:lnTo>
                    <a:pt x="2428" y="2660"/>
                  </a:lnTo>
                  <a:lnTo>
                    <a:pt x="2452" y="2670"/>
                  </a:lnTo>
                  <a:lnTo>
                    <a:pt x="2473" y="2684"/>
                  </a:lnTo>
                  <a:lnTo>
                    <a:pt x="2494" y="2703"/>
                  </a:lnTo>
                  <a:lnTo>
                    <a:pt x="2514" y="2724"/>
                  </a:lnTo>
                  <a:lnTo>
                    <a:pt x="2533" y="2747"/>
                  </a:lnTo>
                  <a:lnTo>
                    <a:pt x="2550" y="2774"/>
                  </a:lnTo>
                  <a:lnTo>
                    <a:pt x="2565" y="2805"/>
                  </a:lnTo>
                  <a:lnTo>
                    <a:pt x="2580" y="2838"/>
                  </a:lnTo>
                  <a:lnTo>
                    <a:pt x="2591" y="2872"/>
                  </a:lnTo>
                  <a:lnTo>
                    <a:pt x="2602" y="2908"/>
                  </a:lnTo>
                  <a:lnTo>
                    <a:pt x="2610" y="2947"/>
                  </a:lnTo>
                  <a:lnTo>
                    <a:pt x="2616" y="2987"/>
                  </a:lnTo>
                  <a:lnTo>
                    <a:pt x="2619" y="3029"/>
                  </a:lnTo>
                  <a:lnTo>
                    <a:pt x="2621" y="3071"/>
                  </a:lnTo>
                  <a:lnTo>
                    <a:pt x="2619" y="3113"/>
                  </a:lnTo>
                  <a:lnTo>
                    <a:pt x="2616" y="3155"/>
                  </a:lnTo>
                  <a:lnTo>
                    <a:pt x="2610" y="3195"/>
                  </a:lnTo>
                  <a:lnTo>
                    <a:pt x="2602" y="3233"/>
                  </a:lnTo>
                  <a:lnTo>
                    <a:pt x="2591" y="3270"/>
                  </a:lnTo>
                  <a:lnTo>
                    <a:pt x="2580" y="3304"/>
                  </a:lnTo>
                  <a:lnTo>
                    <a:pt x="2565" y="3337"/>
                  </a:lnTo>
                  <a:lnTo>
                    <a:pt x="2550" y="3367"/>
                  </a:lnTo>
                  <a:lnTo>
                    <a:pt x="2533" y="3393"/>
                  </a:lnTo>
                  <a:lnTo>
                    <a:pt x="2514" y="3418"/>
                  </a:lnTo>
                  <a:lnTo>
                    <a:pt x="2494" y="3439"/>
                  </a:lnTo>
                  <a:lnTo>
                    <a:pt x="2473" y="3457"/>
                  </a:lnTo>
                  <a:lnTo>
                    <a:pt x="2452" y="3471"/>
                  </a:lnTo>
                  <a:lnTo>
                    <a:pt x="2428" y="3481"/>
                  </a:lnTo>
                  <a:lnTo>
                    <a:pt x="2405" y="3487"/>
                  </a:lnTo>
                  <a:lnTo>
                    <a:pt x="2380" y="3490"/>
                  </a:lnTo>
                  <a:lnTo>
                    <a:pt x="2356" y="3487"/>
                  </a:lnTo>
                  <a:lnTo>
                    <a:pt x="2332" y="3481"/>
                  </a:lnTo>
                  <a:lnTo>
                    <a:pt x="2310" y="3471"/>
                  </a:lnTo>
                  <a:lnTo>
                    <a:pt x="2288" y="3457"/>
                  </a:lnTo>
                  <a:lnTo>
                    <a:pt x="2267" y="3439"/>
                  </a:lnTo>
                  <a:lnTo>
                    <a:pt x="2248" y="3418"/>
                  </a:lnTo>
                  <a:lnTo>
                    <a:pt x="2229" y="3393"/>
                  </a:lnTo>
                  <a:lnTo>
                    <a:pt x="2212" y="3367"/>
                  </a:lnTo>
                  <a:lnTo>
                    <a:pt x="2196" y="3337"/>
                  </a:lnTo>
                  <a:lnTo>
                    <a:pt x="2182" y="3304"/>
                  </a:lnTo>
                  <a:lnTo>
                    <a:pt x="2171" y="3270"/>
                  </a:lnTo>
                  <a:lnTo>
                    <a:pt x="2160" y="3233"/>
                  </a:lnTo>
                  <a:lnTo>
                    <a:pt x="2152" y="3195"/>
                  </a:lnTo>
                  <a:lnTo>
                    <a:pt x="2146" y="3155"/>
                  </a:lnTo>
                  <a:lnTo>
                    <a:pt x="2142" y="3113"/>
                  </a:lnTo>
                  <a:lnTo>
                    <a:pt x="2141" y="3071"/>
                  </a:lnTo>
                  <a:lnTo>
                    <a:pt x="2142" y="3029"/>
                  </a:lnTo>
                  <a:lnTo>
                    <a:pt x="2146" y="2987"/>
                  </a:lnTo>
                  <a:lnTo>
                    <a:pt x="2152" y="2947"/>
                  </a:lnTo>
                  <a:lnTo>
                    <a:pt x="2160" y="2908"/>
                  </a:lnTo>
                  <a:lnTo>
                    <a:pt x="2171" y="2872"/>
                  </a:lnTo>
                  <a:lnTo>
                    <a:pt x="2182" y="2838"/>
                  </a:lnTo>
                  <a:lnTo>
                    <a:pt x="2196" y="2805"/>
                  </a:lnTo>
                  <a:lnTo>
                    <a:pt x="2212" y="2774"/>
                  </a:lnTo>
                  <a:lnTo>
                    <a:pt x="2229" y="2747"/>
                  </a:lnTo>
                  <a:lnTo>
                    <a:pt x="2248" y="2724"/>
                  </a:lnTo>
                  <a:lnTo>
                    <a:pt x="2267" y="2703"/>
                  </a:lnTo>
                  <a:lnTo>
                    <a:pt x="2288" y="2684"/>
                  </a:lnTo>
                  <a:lnTo>
                    <a:pt x="2310" y="2670"/>
                  </a:lnTo>
                  <a:lnTo>
                    <a:pt x="2332" y="2660"/>
                  </a:lnTo>
                  <a:lnTo>
                    <a:pt x="2356" y="2654"/>
                  </a:lnTo>
                  <a:lnTo>
                    <a:pt x="2380" y="2651"/>
                  </a:lnTo>
                  <a:close/>
                  <a:moveTo>
                    <a:pt x="2342" y="1355"/>
                  </a:moveTo>
                  <a:lnTo>
                    <a:pt x="2366" y="1357"/>
                  </a:lnTo>
                  <a:lnTo>
                    <a:pt x="2390" y="1363"/>
                  </a:lnTo>
                  <a:lnTo>
                    <a:pt x="2412" y="1373"/>
                  </a:lnTo>
                  <a:lnTo>
                    <a:pt x="2434" y="1387"/>
                  </a:lnTo>
                  <a:lnTo>
                    <a:pt x="2455" y="1405"/>
                  </a:lnTo>
                  <a:lnTo>
                    <a:pt x="2475" y="1426"/>
                  </a:lnTo>
                  <a:lnTo>
                    <a:pt x="2493" y="1451"/>
                  </a:lnTo>
                  <a:lnTo>
                    <a:pt x="2510" y="1478"/>
                  </a:lnTo>
                  <a:lnTo>
                    <a:pt x="2526" y="1507"/>
                  </a:lnTo>
                  <a:lnTo>
                    <a:pt x="2540" y="1540"/>
                  </a:lnTo>
                  <a:lnTo>
                    <a:pt x="2551" y="1574"/>
                  </a:lnTo>
                  <a:lnTo>
                    <a:pt x="2562" y="1611"/>
                  </a:lnTo>
                  <a:lnTo>
                    <a:pt x="2570" y="1649"/>
                  </a:lnTo>
                  <a:lnTo>
                    <a:pt x="2576" y="1689"/>
                  </a:lnTo>
                  <a:lnTo>
                    <a:pt x="2580" y="1731"/>
                  </a:lnTo>
                  <a:lnTo>
                    <a:pt x="2581" y="1773"/>
                  </a:lnTo>
                  <a:lnTo>
                    <a:pt x="2580" y="1815"/>
                  </a:lnTo>
                  <a:lnTo>
                    <a:pt x="2576" y="1858"/>
                  </a:lnTo>
                  <a:lnTo>
                    <a:pt x="2570" y="1897"/>
                  </a:lnTo>
                  <a:lnTo>
                    <a:pt x="2562" y="1936"/>
                  </a:lnTo>
                  <a:lnTo>
                    <a:pt x="2551" y="1972"/>
                  </a:lnTo>
                  <a:lnTo>
                    <a:pt x="2540" y="2008"/>
                  </a:lnTo>
                  <a:lnTo>
                    <a:pt x="2526" y="2039"/>
                  </a:lnTo>
                  <a:lnTo>
                    <a:pt x="2510" y="2070"/>
                  </a:lnTo>
                  <a:lnTo>
                    <a:pt x="2493" y="2097"/>
                  </a:lnTo>
                  <a:lnTo>
                    <a:pt x="2475" y="2121"/>
                  </a:lnTo>
                  <a:lnTo>
                    <a:pt x="2455" y="2142"/>
                  </a:lnTo>
                  <a:lnTo>
                    <a:pt x="2434" y="2160"/>
                  </a:lnTo>
                  <a:lnTo>
                    <a:pt x="2412" y="2174"/>
                  </a:lnTo>
                  <a:lnTo>
                    <a:pt x="2390" y="2185"/>
                  </a:lnTo>
                  <a:lnTo>
                    <a:pt x="2366" y="2191"/>
                  </a:lnTo>
                  <a:lnTo>
                    <a:pt x="2342" y="2193"/>
                  </a:lnTo>
                  <a:lnTo>
                    <a:pt x="2317" y="2191"/>
                  </a:lnTo>
                  <a:lnTo>
                    <a:pt x="2294" y="2185"/>
                  </a:lnTo>
                  <a:lnTo>
                    <a:pt x="2270" y="2174"/>
                  </a:lnTo>
                  <a:lnTo>
                    <a:pt x="2249" y="2160"/>
                  </a:lnTo>
                  <a:lnTo>
                    <a:pt x="2228" y="2142"/>
                  </a:lnTo>
                  <a:lnTo>
                    <a:pt x="2208" y="2121"/>
                  </a:lnTo>
                  <a:lnTo>
                    <a:pt x="2189" y="2097"/>
                  </a:lnTo>
                  <a:lnTo>
                    <a:pt x="2173" y="2070"/>
                  </a:lnTo>
                  <a:lnTo>
                    <a:pt x="2157" y="2039"/>
                  </a:lnTo>
                  <a:lnTo>
                    <a:pt x="2142" y="2008"/>
                  </a:lnTo>
                  <a:lnTo>
                    <a:pt x="2131" y="1972"/>
                  </a:lnTo>
                  <a:lnTo>
                    <a:pt x="2120" y="1936"/>
                  </a:lnTo>
                  <a:lnTo>
                    <a:pt x="2112" y="1897"/>
                  </a:lnTo>
                  <a:lnTo>
                    <a:pt x="2106" y="1858"/>
                  </a:lnTo>
                  <a:lnTo>
                    <a:pt x="2103" y="1815"/>
                  </a:lnTo>
                  <a:lnTo>
                    <a:pt x="2101" y="1773"/>
                  </a:lnTo>
                  <a:lnTo>
                    <a:pt x="2103" y="1731"/>
                  </a:lnTo>
                  <a:lnTo>
                    <a:pt x="2106" y="1689"/>
                  </a:lnTo>
                  <a:lnTo>
                    <a:pt x="2112" y="1649"/>
                  </a:lnTo>
                  <a:lnTo>
                    <a:pt x="2120" y="1611"/>
                  </a:lnTo>
                  <a:lnTo>
                    <a:pt x="2131" y="1574"/>
                  </a:lnTo>
                  <a:lnTo>
                    <a:pt x="2142" y="1540"/>
                  </a:lnTo>
                  <a:lnTo>
                    <a:pt x="2157" y="1507"/>
                  </a:lnTo>
                  <a:lnTo>
                    <a:pt x="2173" y="1478"/>
                  </a:lnTo>
                  <a:lnTo>
                    <a:pt x="2189" y="1451"/>
                  </a:lnTo>
                  <a:lnTo>
                    <a:pt x="2208" y="1426"/>
                  </a:lnTo>
                  <a:lnTo>
                    <a:pt x="2228" y="1405"/>
                  </a:lnTo>
                  <a:lnTo>
                    <a:pt x="2249" y="1387"/>
                  </a:lnTo>
                  <a:lnTo>
                    <a:pt x="2270" y="1373"/>
                  </a:lnTo>
                  <a:lnTo>
                    <a:pt x="2294" y="1363"/>
                  </a:lnTo>
                  <a:lnTo>
                    <a:pt x="2317" y="1357"/>
                  </a:lnTo>
                  <a:lnTo>
                    <a:pt x="2342" y="1355"/>
                  </a:lnTo>
                  <a:close/>
                  <a:moveTo>
                    <a:pt x="3179" y="819"/>
                  </a:moveTo>
                  <a:lnTo>
                    <a:pt x="3204" y="821"/>
                  </a:lnTo>
                  <a:lnTo>
                    <a:pt x="3227" y="827"/>
                  </a:lnTo>
                  <a:lnTo>
                    <a:pt x="3250" y="838"/>
                  </a:lnTo>
                  <a:lnTo>
                    <a:pt x="3272" y="852"/>
                  </a:lnTo>
                  <a:lnTo>
                    <a:pt x="3293" y="869"/>
                  </a:lnTo>
                  <a:lnTo>
                    <a:pt x="3312" y="890"/>
                  </a:lnTo>
                  <a:lnTo>
                    <a:pt x="3331" y="915"/>
                  </a:lnTo>
                  <a:lnTo>
                    <a:pt x="3348" y="942"/>
                  </a:lnTo>
                  <a:lnTo>
                    <a:pt x="3363" y="971"/>
                  </a:lnTo>
                  <a:lnTo>
                    <a:pt x="3377" y="1004"/>
                  </a:lnTo>
                  <a:lnTo>
                    <a:pt x="3389" y="1038"/>
                  </a:lnTo>
                  <a:lnTo>
                    <a:pt x="3400" y="1076"/>
                  </a:lnTo>
                  <a:lnTo>
                    <a:pt x="3408" y="1113"/>
                  </a:lnTo>
                  <a:lnTo>
                    <a:pt x="3414" y="1153"/>
                  </a:lnTo>
                  <a:lnTo>
                    <a:pt x="3417" y="1195"/>
                  </a:lnTo>
                  <a:lnTo>
                    <a:pt x="3418" y="1237"/>
                  </a:lnTo>
                  <a:lnTo>
                    <a:pt x="3417" y="1280"/>
                  </a:lnTo>
                  <a:lnTo>
                    <a:pt x="3414" y="1322"/>
                  </a:lnTo>
                  <a:lnTo>
                    <a:pt x="3408" y="1362"/>
                  </a:lnTo>
                  <a:lnTo>
                    <a:pt x="3400" y="1399"/>
                  </a:lnTo>
                  <a:lnTo>
                    <a:pt x="3389" y="1437"/>
                  </a:lnTo>
                  <a:lnTo>
                    <a:pt x="3377" y="1471"/>
                  </a:lnTo>
                  <a:lnTo>
                    <a:pt x="3363" y="1503"/>
                  </a:lnTo>
                  <a:lnTo>
                    <a:pt x="3348" y="1533"/>
                  </a:lnTo>
                  <a:lnTo>
                    <a:pt x="3331" y="1560"/>
                  </a:lnTo>
                  <a:lnTo>
                    <a:pt x="3312" y="1584"/>
                  </a:lnTo>
                  <a:lnTo>
                    <a:pt x="3293" y="1605"/>
                  </a:lnTo>
                  <a:lnTo>
                    <a:pt x="3272" y="1623"/>
                  </a:lnTo>
                  <a:lnTo>
                    <a:pt x="3250" y="1637"/>
                  </a:lnTo>
                  <a:lnTo>
                    <a:pt x="3227" y="1648"/>
                  </a:lnTo>
                  <a:lnTo>
                    <a:pt x="3204" y="1654"/>
                  </a:lnTo>
                  <a:lnTo>
                    <a:pt x="3179" y="1656"/>
                  </a:lnTo>
                  <a:lnTo>
                    <a:pt x="3155" y="1654"/>
                  </a:lnTo>
                  <a:lnTo>
                    <a:pt x="3131" y="1648"/>
                  </a:lnTo>
                  <a:lnTo>
                    <a:pt x="3108" y="1637"/>
                  </a:lnTo>
                  <a:lnTo>
                    <a:pt x="3087" y="1623"/>
                  </a:lnTo>
                  <a:lnTo>
                    <a:pt x="3066" y="1605"/>
                  </a:lnTo>
                  <a:lnTo>
                    <a:pt x="3046" y="1584"/>
                  </a:lnTo>
                  <a:lnTo>
                    <a:pt x="3027" y="1560"/>
                  </a:lnTo>
                  <a:lnTo>
                    <a:pt x="3011" y="1533"/>
                  </a:lnTo>
                  <a:lnTo>
                    <a:pt x="2994" y="1503"/>
                  </a:lnTo>
                  <a:lnTo>
                    <a:pt x="2980" y="1471"/>
                  </a:lnTo>
                  <a:lnTo>
                    <a:pt x="2968" y="1437"/>
                  </a:lnTo>
                  <a:lnTo>
                    <a:pt x="2958" y="1399"/>
                  </a:lnTo>
                  <a:lnTo>
                    <a:pt x="2950" y="1362"/>
                  </a:lnTo>
                  <a:lnTo>
                    <a:pt x="2944" y="1322"/>
                  </a:lnTo>
                  <a:lnTo>
                    <a:pt x="2940" y="1280"/>
                  </a:lnTo>
                  <a:lnTo>
                    <a:pt x="2939" y="1237"/>
                  </a:lnTo>
                  <a:lnTo>
                    <a:pt x="2940" y="1195"/>
                  </a:lnTo>
                  <a:lnTo>
                    <a:pt x="2944" y="1153"/>
                  </a:lnTo>
                  <a:lnTo>
                    <a:pt x="2950" y="1113"/>
                  </a:lnTo>
                  <a:lnTo>
                    <a:pt x="2958" y="1076"/>
                  </a:lnTo>
                  <a:lnTo>
                    <a:pt x="2968" y="1038"/>
                  </a:lnTo>
                  <a:lnTo>
                    <a:pt x="2980" y="1004"/>
                  </a:lnTo>
                  <a:lnTo>
                    <a:pt x="2994" y="971"/>
                  </a:lnTo>
                  <a:lnTo>
                    <a:pt x="3011" y="942"/>
                  </a:lnTo>
                  <a:lnTo>
                    <a:pt x="3027" y="915"/>
                  </a:lnTo>
                  <a:lnTo>
                    <a:pt x="3046" y="890"/>
                  </a:lnTo>
                  <a:lnTo>
                    <a:pt x="3066" y="869"/>
                  </a:lnTo>
                  <a:lnTo>
                    <a:pt x="3087" y="852"/>
                  </a:lnTo>
                  <a:lnTo>
                    <a:pt x="3108" y="838"/>
                  </a:lnTo>
                  <a:lnTo>
                    <a:pt x="3131" y="827"/>
                  </a:lnTo>
                  <a:lnTo>
                    <a:pt x="3155" y="821"/>
                  </a:lnTo>
                  <a:lnTo>
                    <a:pt x="3179" y="819"/>
                  </a:lnTo>
                  <a:close/>
                  <a:moveTo>
                    <a:pt x="3246" y="2144"/>
                  </a:moveTo>
                  <a:lnTo>
                    <a:pt x="3271" y="2146"/>
                  </a:lnTo>
                  <a:lnTo>
                    <a:pt x="3294" y="2152"/>
                  </a:lnTo>
                  <a:lnTo>
                    <a:pt x="3316" y="2162"/>
                  </a:lnTo>
                  <a:lnTo>
                    <a:pt x="3339" y="2176"/>
                  </a:lnTo>
                  <a:lnTo>
                    <a:pt x="3360" y="2194"/>
                  </a:lnTo>
                  <a:lnTo>
                    <a:pt x="3380" y="2215"/>
                  </a:lnTo>
                  <a:lnTo>
                    <a:pt x="3397" y="2240"/>
                  </a:lnTo>
                  <a:lnTo>
                    <a:pt x="3415" y="2267"/>
                  </a:lnTo>
                  <a:lnTo>
                    <a:pt x="3430" y="2296"/>
                  </a:lnTo>
                  <a:lnTo>
                    <a:pt x="3444" y="2329"/>
                  </a:lnTo>
                  <a:lnTo>
                    <a:pt x="3456" y="2363"/>
                  </a:lnTo>
                  <a:lnTo>
                    <a:pt x="3466" y="2400"/>
                  </a:lnTo>
                  <a:lnTo>
                    <a:pt x="3475" y="2438"/>
                  </a:lnTo>
                  <a:lnTo>
                    <a:pt x="3480" y="2478"/>
                  </a:lnTo>
                  <a:lnTo>
                    <a:pt x="3484" y="2520"/>
                  </a:lnTo>
                  <a:lnTo>
                    <a:pt x="3485" y="2562"/>
                  </a:lnTo>
                  <a:lnTo>
                    <a:pt x="3484" y="2604"/>
                  </a:lnTo>
                  <a:lnTo>
                    <a:pt x="3480" y="2647"/>
                  </a:lnTo>
                  <a:lnTo>
                    <a:pt x="3475" y="2686"/>
                  </a:lnTo>
                  <a:lnTo>
                    <a:pt x="3466" y="2725"/>
                  </a:lnTo>
                  <a:lnTo>
                    <a:pt x="3456" y="2762"/>
                  </a:lnTo>
                  <a:lnTo>
                    <a:pt x="3444" y="2796"/>
                  </a:lnTo>
                  <a:lnTo>
                    <a:pt x="3430" y="2828"/>
                  </a:lnTo>
                  <a:lnTo>
                    <a:pt x="3415" y="2858"/>
                  </a:lnTo>
                  <a:lnTo>
                    <a:pt x="3397" y="2886"/>
                  </a:lnTo>
                  <a:lnTo>
                    <a:pt x="3380" y="2909"/>
                  </a:lnTo>
                  <a:lnTo>
                    <a:pt x="3360" y="2930"/>
                  </a:lnTo>
                  <a:lnTo>
                    <a:pt x="3339" y="2949"/>
                  </a:lnTo>
                  <a:lnTo>
                    <a:pt x="3316" y="2963"/>
                  </a:lnTo>
                  <a:lnTo>
                    <a:pt x="3294" y="2974"/>
                  </a:lnTo>
                  <a:lnTo>
                    <a:pt x="3271" y="2980"/>
                  </a:lnTo>
                  <a:lnTo>
                    <a:pt x="3246" y="2982"/>
                  </a:lnTo>
                  <a:lnTo>
                    <a:pt x="3222" y="2980"/>
                  </a:lnTo>
                  <a:lnTo>
                    <a:pt x="3198" y="2974"/>
                  </a:lnTo>
                  <a:lnTo>
                    <a:pt x="3176" y="2963"/>
                  </a:lnTo>
                  <a:lnTo>
                    <a:pt x="3154" y="2949"/>
                  </a:lnTo>
                  <a:lnTo>
                    <a:pt x="3133" y="2930"/>
                  </a:lnTo>
                  <a:lnTo>
                    <a:pt x="3113" y="2909"/>
                  </a:lnTo>
                  <a:lnTo>
                    <a:pt x="3095" y="2886"/>
                  </a:lnTo>
                  <a:lnTo>
                    <a:pt x="3077" y="2858"/>
                  </a:lnTo>
                  <a:lnTo>
                    <a:pt x="3062" y="2828"/>
                  </a:lnTo>
                  <a:lnTo>
                    <a:pt x="3048" y="2796"/>
                  </a:lnTo>
                  <a:lnTo>
                    <a:pt x="3036" y="2762"/>
                  </a:lnTo>
                  <a:lnTo>
                    <a:pt x="3026" y="2725"/>
                  </a:lnTo>
                  <a:lnTo>
                    <a:pt x="3018" y="2686"/>
                  </a:lnTo>
                  <a:lnTo>
                    <a:pt x="3012" y="2647"/>
                  </a:lnTo>
                  <a:lnTo>
                    <a:pt x="3008" y="2604"/>
                  </a:lnTo>
                  <a:lnTo>
                    <a:pt x="3007" y="2562"/>
                  </a:lnTo>
                  <a:lnTo>
                    <a:pt x="3008" y="2520"/>
                  </a:lnTo>
                  <a:lnTo>
                    <a:pt x="3012" y="2478"/>
                  </a:lnTo>
                  <a:lnTo>
                    <a:pt x="3018" y="2438"/>
                  </a:lnTo>
                  <a:lnTo>
                    <a:pt x="3026" y="2400"/>
                  </a:lnTo>
                  <a:lnTo>
                    <a:pt x="3036" y="2363"/>
                  </a:lnTo>
                  <a:lnTo>
                    <a:pt x="3048" y="2329"/>
                  </a:lnTo>
                  <a:lnTo>
                    <a:pt x="3062" y="2296"/>
                  </a:lnTo>
                  <a:lnTo>
                    <a:pt x="3077" y="2267"/>
                  </a:lnTo>
                  <a:lnTo>
                    <a:pt x="3095" y="2240"/>
                  </a:lnTo>
                  <a:lnTo>
                    <a:pt x="3113" y="2215"/>
                  </a:lnTo>
                  <a:lnTo>
                    <a:pt x="3133" y="2194"/>
                  </a:lnTo>
                  <a:lnTo>
                    <a:pt x="3154" y="2176"/>
                  </a:lnTo>
                  <a:lnTo>
                    <a:pt x="3176" y="2162"/>
                  </a:lnTo>
                  <a:lnTo>
                    <a:pt x="3198" y="2152"/>
                  </a:lnTo>
                  <a:lnTo>
                    <a:pt x="3222" y="2146"/>
                  </a:lnTo>
                  <a:lnTo>
                    <a:pt x="3246" y="214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0802" name="Freeform 48"/>
            <p:cNvSpPr>
              <a:spLocks/>
            </p:cNvSpPr>
            <p:nvPr/>
          </p:nvSpPr>
          <p:spPr bwMode="auto">
            <a:xfrm>
              <a:off x="1267" y="1588"/>
              <a:ext cx="87" cy="52"/>
            </a:xfrm>
            <a:custGeom>
              <a:avLst/>
              <a:gdLst>
                <a:gd name="T0" fmla="*/ 3 w 437"/>
                <a:gd name="T1" fmla="*/ 2 h 260"/>
                <a:gd name="T2" fmla="*/ 3 w 437"/>
                <a:gd name="T3" fmla="*/ 2 h 260"/>
                <a:gd name="T4" fmla="*/ 3 w 437"/>
                <a:gd name="T5" fmla="*/ 2 h 260"/>
                <a:gd name="T6" fmla="*/ 3 w 437"/>
                <a:gd name="T7" fmla="*/ 2 h 260"/>
                <a:gd name="T8" fmla="*/ 3 w 437"/>
                <a:gd name="T9" fmla="*/ 1 h 260"/>
                <a:gd name="T10" fmla="*/ 3 w 437"/>
                <a:gd name="T11" fmla="*/ 1 h 260"/>
                <a:gd name="T12" fmla="*/ 3 w 437"/>
                <a:gd name="T13" fmla="*/ 1 h 260"/>
                <a:gd name="T14" fmla="*/ 3 w 437"/>
                <a:gd name="T15" fmla="*/ 1 h 260"/>
                <a:gd name="T16" fmla="*/ 3 w 437"/>
                <a:gd name="T17" fmla="*/ 1 h 260"/>
                <a:gd name="T18" fmla="*/ 2 w 437"/>
                <a:gd name="T19" fmla="*/ 1 h 260"/>
                <a:gd name="T20" fmla="*/ 2 w 437"/>
                <a:gd name="T21" fmla="*/ 0 h 260"/>
                <a:gd name="T22" fmla="*/ 2 w 437"/>
                <a:gd name="T23" fmla="*/ 0 h 260"/>
                <a:gd name="T24" fmla="*/ 2 w 437"/>
                <a:gd name="T25" fmla="*/ 0 h 260"/>
                <a:gd name="T26" fmla="*/ 1 w 437"/>
                <a:gd name="T27" fmla="*/ 0 h 260"/>
                <a:gd name="T28" fmla="*/ 1 w 437"/>
                <a:gd name="T29" fmla="*/ 0 h 260"/>
                <a:gd name="T30" fmla="*/ 1 w 437"/>
                <a:gd name="T31" fmla="*/ 0 h 260"/>
                <a:gd name="T32" fmla="*/ 0 w 437"/>
                <a:gd name="T33" fmla="*/ 0 h 260"/>
                <a:gd name="T34" fmla="*/ 0 w 437"/>
                <a:gd name="T35" fmla="*/ 0 h 260"/>
                <a:gd name="T36" fmla="*/ 0 w 437"/>
                <a:gd name="T37" fmla="*/ 0 h 260"/>
                <a:gd name="T38" fmla="*/ 0 w 437"/>
                <a:gd name="T39" fmla="*/ 0 h 260"/>
                <a:gd name="T40" fmla="*/ 1 w 437"/>
                <a:gd name="T41" fmla="*/ 0 h 260"/>
                <a:gd name="T42" fmla="*/ 1 w 437"/>
                <a:gd name="T43" fmla="*/ 0 h 260"/>
                <a:gd name="T44" fmla="*/ 1 w 437"/>
                <a:gd name="T45" fmla="*/ 0 h 260"/>
                <a:gd name="T46" fmla="*/ 2 w 437"/>
                <a:gd name="T47" fmla="*/ 0 h 260"/>
                <a:gd name="T48" fmla="*/ 2 w 437"/>
                <a:gd name="T49" fmla="*/ 0 h 260"/>
                <a:gd name="T50" fmla="*/ 2 w 437"/>
                <a:gd name="T51" fmla="*/ 1 h 260"/>
                <a:gd name="T52" fmla="*/ 2 w 437"/>
                <a:gd name="T53" fmla="*/ 1 h 260"/>
                <a:gd name="T54" fmla="*/ 3 w 437"/>
                <a:gd name="T55" fmla="*/ 1 h 260"/>
                <a:gd name="T56" fmla="*/ 3 w 437"/>
                <a:gd name="T57" fmla="*/ 1 h 260"/>
                <a:gd name="T58" fmla="*/ 3 w 437"/>
                <a:gd name="T59" fmla="*/ 1 h 260"/>
                <a:gd name="T60" fmla="*/ 3 w 437"/>
                <a:gd name="T61" fmla="*/ 1 h 260"/>
                <a:gd name="T62" fmla="*/ 3 w 437"/>
                <a:gd name="T63" fmla="*/ 1 h 260"/>
                <a:gd name="T64" fmla="*/ 3 w 437"/>
                <a:gd name="T65" fmla="*/ 2 h 260"/>
                <a:gd name="T66" fmla="*/ 3 w 437"/>
                <a:gd name="T67" fmla="*/ 2 h 260"/>
                <a:gd name="T68" fmla="*/ 3 w 437"/>
                <a:gd name="T69" fmla="*/ 2 h 260"/>
                <a:gd name="T70" fmla="*/ 3 w 437"/>
                <a:gd name="T71" fmla="*/ 2 h 260"/>
                <a:gd name="T72" fmla="*/ 3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437" y="260"/>
                  </a:moveTo>
                  <a:lnTo>
                    <a:pt x="437" y="260"/>
                  </a:lnTo>
                  <a:lnTo>
                    <a:pt x="434" y="233"/>
                  </a:lnTo>
                  <a:lnTo>
                    <a:pt x="427" y="206"/>
                  </a:lnTo>
                  <a:lnTo>
                    <a:pt x="417" y="181"/>
                  </a:lnTo>
                  <a:lnTo>
                    <a:pt x="401" y="157"/>
                  </a:lnTo>
                  <a:lnTo>
                    <a:pt x="383" y="133"/>
                  </a:lnTo>
                  <a:lnTo>
                    <a:pt x="360" y="113"/>
                  </a:lnTo>
                  <a:lnTo>
                    <a:pt x="336" y="93"/>
                  </a:lnTo>
                  <a:lnTo>
                    <a:pt x="308" y="73"/>
                  </a:lnTo>
                  <a:lnTo>
                    <a:pt x="276" y="58"/>
                  </a:lnTo>
                  <a:lnTo>
                    <a:pt x="242" y="43"/>
                  </a:lnTo>
                  <a:lnTo>
                    <a:pt x="207" y="30"/>
                  </a:lnTo>
                  <a:lnTo>
                    <a:pt x="168" y="19"/>
                  </a:lnTo>
                  <a:lnTo>
                    <a:pt x="128" y="11"/>
                  </a:lnTo>
                  <a:lnTo>
                    <a:pt x="87" y="4"/>
                  </a:lnTo>
                  <a:lnTo>
                    <a:pt x="43" y="1"/>
                  </a:lnTo>
                  <a:lnTo>
                    <a:pt x="0" y="0"/>
                  </a:lnTo>
                  <a:lnTo>
                    <a:pt x="0" y="11"/>
                  </a:lnTo>
                  <a:lnTo>
                    <a:pt x="43" y="12"/>
                  </a:lnTo>
                  <a:lnTo>
                    <a:pt x="85" y="16"/>
                  </a:lnTo>
                  <a:lnTo>
                    <a:pt x="126" y="23"/>
                  </a:lnTo>
                  <a:lnTo>
                    <a:pt x="166" y="31"/>
                  </a:lnTo>
                  <a:lnTo>
                    <a:pt x="202" y="42"/>
                  </a:lnTo>
                  <a:lnTo>
                    <a:pt x="237" y="55"/>
                  </a:lnTo>
                  <a:lnTo>
                    <a:pt x="271" y="70"/>
                  </a:lnTo>
                  <a:lnTo>
                    <a:pt x="301" y="85"/>
                  </a:lnTo>
                  <a:lnTo>
                    <a:pt x="329" y="103"/>
                  </a:lnTo>
                  <a:lnTo>
                    <a:pt x="353" y="123"/>
                  </a:lnTo>
                  <a:lnTo>
                    <a:pt x="373" y="143"/>
                  </a:lnTo>
                  <a:lnTo>
                    <a:pt x="392" y="164"/>
                  </a:lnTo>
                  <a:lnTo>
                    <a:pt x="405" y="186"/>
                  </a:lnTo>
                  <a:lnTo>
                    <a:pt x="415" y="211"/>
                  </a:lnTo>
                  <a:lnTo>
                    <a:pt x="422" y="235"/>
                  </a:lnTo>
                  <a:lnTo>
                    <a:pt x="425" y="260"/>
                  </a:lnTo>
                  <a:lnTo>
                    <a:pt x="437"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0803" name="Freeform 49"/>
            <p:cNvSpPr>
              <a:spLocks/>
            </p:cNvSpPr>
            <p:nvPr/>
          </p:nvSpPr>
          <p:spPr bwMode="auto">
            <a:xfrm>
              <a:off x="1267" y="1640"/>
              <a:ext cx="87" cy="52"/>
            </a:xfrm>
            <a:custGeom>
              <a:avLst/>
              <a:gdLst>
                <a:gd name="T0" fmla="*/ 0 w 437"/>
                <a:gd name="T1" fmla="*/ 2 h 260"/>
                <a:gd name="T2" fmla="*/ 0 w 437"/>
                <a:gd name="T3" fmla="*/ 2 h 260"/>
                <a:gd name="T4" fmla="*/ 0 w 437"/>
                <a:gd name="T5" fmla="*/ 2 h 260"/>
                <a:gd name="T6" fmla="*/ 1 w 437"/>
                <a:gd name="T7" fmla="*/ 2 h 260"/>
                <a:gd name="T8" fmla="*/ 1 w 437"/>
                <a:gd name="T9" fmla="*/ 2 h 260"/>
                <a:gd name="T10" fmla="*/ 1 w 437"/>
                <a:gd name="T11" fmla="*/ 2 h 260"/>
                <a:gd name="T12" fmla="*/ 2 w 437"/>
                <a:gd name="T13" fmla="*/ 2 h 260"/>
                <a:gd name="T14" fmla="*/ 2 w 437"/>
                <a:gd name="T15" fmla="*/ 2 h 260"/>
                <a:gd name="T16" fmla="*/ 2 w 437"/>
                <a:gd name="T17" fmla="*/ 2 h 260"/>
                <a:gd name="T18" fmla="*/ 2 w 437"/>
                <a:gd name="T19" fmla="*/ 1 h 260"/>
                <a:gd name="T20" fmla="*/ 3 w 437"/>
                <a:gd name="T21" fmla="*/ 1 h 260"/>
                <a:gd name="T22" fmla="*/ 3 w 437"/>
                <a:gd name="T23" fmla="*/ 1 h 260"/>
                <a:gd name="T24" fmla="*/ 3 w 437"/>
                <a:gd name="T25" fmla="*/ 1 h 260"/>
                <a:gd name="T26" fmla="*/ 3 w 437"/>
                <a:gd name="T27" fmla="*/ 1 h 260"/>
                <a:gd name="T28" fmla="*/ 3 w 437"/>
                <a:gd name="T29" fmla="*/ 1 h 260"/>
                <a:gd name="T30" fmla="*/ 3 w 437"/>
                <a:gd name="T31" fmla="*/ 0 h 260"/>
                <a:gd name="T32" fmla="*/ 3 w 437"/>
                <a:gd name="T33" fmla="*/ 0 h 260"/>
                <a:gd name="T34" fmla="*/ 3 w 437"/>
                <a:gd name="T35" fmla="*/ 0 h 260"/>
                <a:gd name="T36" fmla="*/ 3 w 437"/>
                <a:gd name="T37" fmla="*/ 0 h 260"/>
                <a:gd name="T38" fmla="*/ 3 w 437"/>
                <a:gd name="T39" fmla="*/ 0 h 260"/>
                <a:gd name="T40" fmla="*/ 3 w 437"/>
                <a:gd name="T41" fmla="*/ 0 h 260"/>
                <a:gd name="T42" fmla="*/ 3 w 437"/>
                <a:gd name="T43" fmla="*/ 1 h 260"/>
                <a:gd name="T44" fmla="*/ 3 w 437"/>
                <a:gd name="T45" fmla="*/ 1 h 260"/>
                <a:gd name="T46" fmla="*/ 3 w 437"/>
                <a:gd name="T47" fmla="*/ 1 h 260"/>
                <a:gd name="T48" fmla="*/ 3 w 437"/>
                <a:gd name="T49" fmla="*/ 1 h 260"/>
                <a:gd name="T50" fmla="*/ 3 w 437"/>
                <a:gd name="T51" fmla="*/ 1 h 260"/>
                <a:gd name="T52" fmla="*/ 2 w 437"/>
                <a:gd name="T53" fmla="*/ 1 h 260"/>
                <a:gd name="T54" fmla="*/ 2 w 437"/>
                <a:gd name="T55" fmla="*/ 2 h 260"/>
                <a:gd name="T56" fmla="*/ 2 w 437"/>
                <a:gd name="T57" fmla="*/ 2 h 260"/>
                <a:gd name="T58" fmla="*/ 2 w 437"/>
                <a:gd name="T59" fmla="*/ 2 h 260"/>
                <a:gd name="T60" fmla="*/ 1 w 437"/>
                <a:gd name="T61" fmla="*/ 2 h 260"/>
                <a:gd name="T62" fmla="*/ 1 w 437"/>
                <a:gd name="T63" fmla="*/ 2 h 260"/>
                <a:gd name="T64" fmla="*/ 1 w 437"/>
                <a:gd name="T65" fmla="*/ 2 h 260"/>
                <a:gd name="T66" fmla="*/ 0 w 437"/>
                <a:gd name="T67" fmla="*/ 2 h 260"/>
                <a:gd name="T68" fmla="*/ 0 w 437"/>
                <a:gd name="T69" fmla="*/ 2 h 260"/>
                <a:gd name="T70" fmla="*/ 0 w 437"/>
                <a:gd name="T71" fmla="*/ 2 h 260"/>
                <a:gd name="T72" fmla="*/ 0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0" y="260"/>
                  </a:moveTo>
                  <a:lnTo>
                    <a:pt x="0" y="260"/>
                  </a:lnTo>
                  <a:lnTo>
                    <a:pt x="43" y="259"/>
                  </a:lnTo>
                  <a:lnTo>
                    <a:pt x="87" y="255"/>
                  </a:lnTo>
                  <a:lnTo>
                    <a:pt x="128" y="248"/>
                  </a:lnTo>
                  <a:lnTo>
                    <a:pt x="168" y="240"/>
                  </a:lnTo>
                  <a:lnTo>
                    <a:pt x="207" y="230"/>
                  </a:lnTo>
                  <a:lnTo>
                    <a:pt x="242" y="217"/>
                  </a:lnTo>
                  <a:lnTo>
                    <a:pt x="276" y="202"/>
                  </a:lnTo>
                  <a:lnTo>
                    <a:pt x="308" y="185"/>
                  </a:lnTo>
                  <a:lnTo>
                    <a:pt x="336" y="166"/>
                  </a:lnTo>
                  <a:lnTo>
                    <a:pt x="360" y="146"/>
                  </a:lnTo>
                  <a:lnTo>
                    <a:pt x="383" y="125"/>
                  </a:lnTo>
                  <a:lnTo>
                    <a:pt x="401" y="102"/>
                  </a:lnTo>
                  <a:lnTo>
                    <a:pt x="417" y="77"/>
                  </a:lnTo>
                  <a:lnTo>
                    <a:pt x="427" y="53"/>
                  </a:lnTo>
                  <a:lnTo>
                    <a:pt x="434" y="27"/>
                  </a:lnTo>
                  <a:lnTo>
                    <a:pt x="437" y="0"/>
                  </a:lnTo>
                  <a:lnTo>
                    <a:pt x="425" y="0"/>
                  </a:lnTo>
                  <a:lnTo>
                    <a:pt x="422" y="24"/>
                  </a:lnTo>
                  <a:lnTo>
                    <a:pt x="415" y="48"/>
                  </a:lnTo>
                  <a:lnTo>
                    <a:pt x="405" y="73"/>
                  </a:lnTo>
                  <a:lnTo>
                    <a:pt x="392" y="95"/>
                  </a:lnTo>
                  <a:lnTo>
                    <a:pt x="373" y="116"/>
                  </a:lnTo>
                  <a:lnTo>
                    <a:pt x="353" y="137"/>
                  </a:lnTo>
                  <a:lnTo>
                    <a:pt x="329" y="157"/>
                  </a:lnTo>
                  <a:lnTo>
                    <a:pt x="301" y="173"/>
                  </a:lnTo>
                  <a:lnTo>
                    <a:pt x="271" y="190"/>
                  </a:lnTo>
                  <a:lnTo>
                    <a:pt x="237" y="205"/>
                  </a:lnTo>
                  <a:lnTo>
                    <a:pt x="202" y="218"/>
                  </a:lnTo>
                  <a:lnTo>
                    <a:pt x="166" y="228"/>
                  </a:lnTo>
                  <a:lnTo>
                    <a:pt x="126" y="237"/>
                  </a:lnTo>
                  <a:lnTo>
                    <a:pt x="85" y="244"/>
                  </a:lnTo>
                  <a:lnTo>
                    <a:pt x="43" y="247"/>
                  </a:lnTo>
                  <a:lnTo>
                    <a:pt x="0" y="248"/>
                  </a:lnTo>
                  <a:lnTo>
                    <a:pt x="0"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0804" name="Freeform 50"/>
            <p:cNvSpPr>
              <a:spLocks/>
            </p:cNvSpPr>
            <p:nvPr/>
          </p:nvSpPr>
          <p:spPr bwMode="auto">
            <a:xfrm>
              <a:off x="1179" y="1640"/>
              <a:ext cx="88" cy="52"/>
            </a:xfrm>
            <a:custGeom>
              <a:avLst/>
              <a:gdLst>
                <a:gd name="T0" fmla="*/ 0 w 439"/>
                <a:gd name="T1" fmla="*/ 0 h 260"/>
                <a:gd name="T2" fmla="*/ 0 w 439"/>
                <a:gd name="T3" fmla="*/ 0 h 260"/>
                <a:gd name="T4" fmla="*/ 0 w 439"/>
                <a:gd name="T5" fmla="*/ 0 h 260"/>
                <a:gd name="T6" fmla="*/ 0 w 439"/>
                <a:gd name="T7" fmla="*/ 0 h 260"/>
                <a:gd name="T8" fmla="*/ 0 w 439"/>
                <a:gd name="T9" fmla="*/ 1 h 260"/>
                <a:gd name="T10" fmla="*/ 0 w 439"/>
                <a:gd name="T11" fmla="*/ 1 h 260"/>
                <a:gd name="T12" fmla="*/ 0 w 439"/>
                <a:gd name="T13" fmla="*/ 1 h 260"/>
                <a:gd name="T14" fmla="*/ 1 w 439"/>
                <a:gd name="T15" fmla="*/ 1 h 260"/>
                <a:gd name="T16" fmla="*/ 1 w 439"/>
                <a:gd name="T17" fmla="*/ 1 h 260"/>
                <a:gd name="T18" fmla="*/ 1 w 439"/>
                <a:gd name="T19" fmla="*/ 1 h 260"/>
                <a:gd name="T20" fmla="*/ 1 w 439"/>
                <a:gd name="T21" fmla="*/ 2 h 260"/>
                <a:gd name="T22" fmla="*/ 2 w 439"/>
                <a:gd name="T23" fmla="*/ 2 h 260"/>
                <a:gd name="T24" fmla="*/ 2 w 439"/>
                <a:gd name="T25" fmla="*/ 2 h 260"/>
                <a:gd name="T26" fmla="*/ 2 w 439"/>
                <a:gd name="T27" fmla="*/ 2 h 260"/>
                <a:gd name="T28" fmla="*/ 2 w 439"/>
                <a:gd name="T29" fmla="*/ 2 h 260"/>
                <a:gd name="T30" fmla="*/ 3 w 439"/>
                <a:gd name="T31" fmla="*/ 2 h 260"/>
                <a:gd name="T32" fmla="*/ 3 w 439"/>
                <a:gd name="T33" fmla="*/ 2 h 260"/>
                <a:gd name="T34" fmla="*/ 4 w 439"/>
                <a:gd name="T35" fmla="*/ 2 h 260"/>
                <a:gd name="T36" fmla="*/ 4 w 439"/>
                <a:gd name="T37" fmla="*/ 2 h 260"/>
                <a:gd name="T38" fmla="*/ 3 w 439"/>
                <a:gd name="T39" fmla="*/ 2 h 260"/>
                <a:gd name="T40" fmla="*/ 3 w 439"/>
                <a:gd name="T41" fmla="*/ 2 h 260"/>
                <a:gd name="T42" fmla="*/ 3 w 439"/>
                <a:gd name="T43" fmla="*/ 2 h 260"/>
                <a:gd name="T44" fmla="*/ 2 w 439"/>
                <a:gd name="T45" fmla="*/ 2 h 260"/>
                <a:gd name="T46" fmla="*/ 2 w 439"/>
                <a:gd name="T47" fmla="*/ 2 h 260"/>
                <a:gd name="T48" fmla="*/ 2 w 439"/>
                <a:gd name="T49" fmla="*/ 2 h 260"/>
                <a:gd name="T50" fmla="*/ 1 w 439"/>
                <a:gd name="T51" fmla="*/ 2 h 260"/>
                <a:gd name="T52" fmla="*/ 1 w 439"/>
                <a:gd name="T53" fmla="*/ 1 h 260"/>
                <a:gd name="T54" fmla="*/ 1 w 439"/>
                <a:gd name="T55" fmla="*/ 1 h 260"/>
                <a:gd name="T56" fmla="*/ 1 w 439"/>
                <a:gd name="T57" fmla="*/ 1 h 260"/>
                <a:gd name="T58" fmla="*/ 1 w 439"/>
                <a:gd name="T59" fmla="*/ 1 h 260"/>
                <a:gd name="T60" fmla="*/ 0 w 439"/>
                <a:gd name="T61" fmla="*/ 1 h 260"/>
                <a:gd name="T62" fmla="*/ 0 w 439"/>
                <a:gd name="T63" fmla="*/ 1 h 260"/>
                <a:gd name="T64" fmla="*/ 0 w 439"/>
                <a:gd name="T65" fmla="*/ 0 h 260"/>
                <a:gd name="T66" fmla="*/ 0 w 439"/>
                <a:gd name="T67" fmla="*/ 0 h 260"/>
                <a:gd name="T68" fmla="*/ 0 w 439"/>
                <a:gd name="T69" fmla="*/ 0 h 260"/>
                <a:gd name="T70" fmla="*/ 0 w 439"/>
                <a:gd name="T71" fmla="*/ 0 h 260"/>
                <a:gd name="T72" fmla="*/ 0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0" y="0"/>
                  </a:moveTo>
                  <a:lnTo>
                    <a:pt x="0" y="0"/>
                  </a:lnTo>
                  <a:lnTo>
                    <a:pt x="3" y="27"/>
                  </a:lnTo>
                  <a:lnTo>
                    <a:pt x="10" y="53"/>
                  </a:lnTo>
                  <a:lnTo>
                    <a:pt x="20" y="77"/>
                  </a:lnTo>
                  <a:lnTo>
                    <a:pt x="35" y="102"/>
                  </a:lnTo>
                  <a:lnTo>
                    <a:pt x="54" y="125"/>
                  </a:lnTo>
                  <a:lnTo>
                    <a:pt x="76" y="146"/>
                  </a:lnTo>
                  <a:lnTo>
                    <a:pt x="102" y="166"/>
                  </a:lnTo>
                  <a:lnTo>
                    <a:pt x="130" y="185"/>
                  </a:lnTo>
                  <a:lnTo>
                    <a:pt x="162" y="202"/>
                  </a:lnTo>
                  <a:lnTo>
                    <a:pt x="195" y="217"/>
                  </a:lnTo>
                  <a:lnTo>
                    <a:pt x="231" y="230"/>
                  </a:lnTo>
                  <a:lnTo>
                    <a:pt x="270" y="240"/>
                  </a:lnTo>
                  <a:lnTo>
                    <a:pt x="310" y="248"/>
                  </a:lnTo>
                  <a:lnTo>
                    <a:pt x="351" y="255"/>
                  </a:lnTo>
                  <a:lnTo>
                    <a:pt x="395" y="259"/>
                  </a:lnTo>
                  <a:lnTo>
                    <a:pt x="439" y="260"/>
                  </a:lnTo>
                  <a:lnTo>
                    <a:pt x="439" y="248"/>
                  </a:lnTo>
                  <a:lnTo>
                    <a:pt x="395" y="247"/>
                  </a:lnTo>
                  <a:lnTo>
                    <a:pt x="353" y="244"/>
                  </a:lnTo>
                  <a:lnTo>
                    <a:pt x="312" y="237"/>
                  </a:lnTo>
                  <a:lnTo>
                    <a:pt x="272" y="228"/>
                  </a:lnTo>
                  <a:lnTo>
                    <a:pt x="236" y="218"/>
                  </a:lnTo>
                  <a:lnTo>
                    <a:pt x="200" y="205"/>
                  </a:lnTo>
                  <a:lnTo>
                    <a:pt x="167" y="190"/>
                  </a:lnTo>
                  <a:lnTo>
                    <a:pt x="137" y="173"/>
                  </a:lnTo>
                  <a:lnTo>
                    <a:pt x="109" y="157"/>
                  </a:lnTo>
                  <a:lnTo>
                    <a:pt x="84" y="137"/>
                  </a:lnTo>
                  <a:lnTo>
                    <a:pt x="64" y="116"/>
                  </a:lnTo>
                  <a:lnTo>
                    <a:pt x="45" y="95"/>
                  </a:lnTo>
                  <a:lnTo>
                    <a:pt x="32" y="73"/>
                  </a:lnTo>
                  <a:lnTo>
                    <a:pt x="21" y="48"/>
                  </a:lnTo>
                  <a:lnTo>
                    <a:pt x="14" y="24"/>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0805" name="Freeform 51"/>
            <p:cNvSpPr>
              <a:spLocks/>
            </p:cNvSpPr>
            <p:nvPr/>
          </p:nvSpPr>
          <p:spPr bwMode="auto">
            <a:xfrm>
              <a:off x="1179" y="1588"/>
              <a:ext cx="88" cy="52"/>
            </a:xfrm>
            <a:custGeom>
              <a:avLst/>
              <a:gdLst>
                <a:gd name="T0" fmla="*/ 4 w 439"/>
                <a:gd name="T1" fmla="*/ 0 h 260"/>
                <a:gd name="T2" fmla="*/ 4 w 439"/>
                <a:gd name="T3" fmla="*/ 0 h 260"/>
                <a:gd name="T4" fmla="*/ 3 w 439"/>
                <a:gd name="T5" fmla="*/ 0 h 260"/>
                <a:gd name="T6" fmla="*/ 3 w 439"/>
                <a:gd name="T7" fmla="*/ 0 h 260"/>
                <a:gd name="T8" fmla="*/ 2 w 439"/>
                <a:gd name="T9" fmla="*/ 0 h 260"/>
                <a:gd name="T10" fmla="*/ 2 w 439"/>
                <a:gd name="T11" fmla="*/ 0 h 260"/>
                <a:gd name="T12" fmla="*/ 2 w 439"/>
                <a:gd name="T13" fmla="*/ 0 h 260"/>
                <a:gd name="T14" fmla="*/ 2 w 439"/>
                <a:gd name="T15" fmla="*/ 0 h 260"/>
                <a:gd name="T16" fmla="*/ 1 w 439"/>
                <a:gd name="T17" fmla="*/ 0 h 260"/>
                <a:gd name="T18" fmla="*/ 1 w 439"/>
                <a:gd name="T19" fmla="*/ 1 h 260"/>
                <a:gd name="T20" fmla="*/ 1 w 439"/>
                <a:gd name="T21" fmla="*/ 1 h 260"/>
                <a:gd name="T22" fmla="*/ 1 w 439"/>
                <a:gd name="T23" fmla="*/ 1 h 260"/>
                <a:gd name="T24" fmla="*/ 0 w 439"/>
                <a:gd name="T25" fmla="*/ 1 h 260"/>
                <a:gd name="T26" fmla="*/ 0 w 439"/>
                <a:gd name="T27" fmla="*/ 1 h 260"/>
                <a:gd name="T28" fmla="*/ 0 w 439"/>
                <a:gd name="T29" fmla="*/ 1 h 260"/>
                <a:gd name="T30" fmla="*/ 0 w 439"/>
                <a:gd name="T31" fmla="*/ 2 h 260"/>
                <a:gd name="T32" fmla="*/ 0 w 439"/>
                <a:gd name="T33" fmla="*/ 2 h 260"/>
                <a:gd name="T34" fmla="*/ 0 w 439"/>
                <a:gd name="T35" fmla="*/ 2 h 260"/>
                <a:gd name="T36" fmla="*/ 0 w 439"/>
                <a:gd name="T37" fmla="*/ 2 h 260"/>
                <a:gd name="T38" fmla="*/ 0 w 439"/>
                <a:gd name="T39" fmla="*/ 2 h 260"/>
                <a:gd name="T40" fmla="*/ 0 w 439"/>
                <a:gd name="T41" fmla="*/ 2 h 260"/>
                <a:gd name="T42" fmla="*/ 0 w 439"/>
                <a:gd name="T43" fmla="*/ 1 h 260"/>
                <a:gd name="T44" fmla="*/ 0 w 439"/>
                <a:gd name="T45" fmla="*/ 1 h 260"/>
                <a:gd name="T46" fmla="*/ 1 w 439"/>
                <a:gd name="T47" fmla="*/ 1 h 260"/>
                <a:gd name="T48" fmla="*/ 1 w 439"/>
                <a:gd name="T49" fmla="*/ 1 h 260"/>
                <a:gd name="T50" fmla="*/ 1 w 439"/>
                <a:gd name="T51" fmla="*/ 1 h 260"/>
                <a:gd name="T52" fmla="*/ 1 w 439"/>
                <a:gd name="T53" fmla="*/ 1 h 260"/>
                <a:gd name="T54" fmla="*/ 1 w 439"/>
                <a:gd name="T55" fmla="*/ 1 h 260"/>
                <a:gd name="T56" fmla="*/ 2 w 439"/>
                <a:gd name="T57" fmla="*/ 0 h 260"/>
                <a:gd name="T58" fmla="*/ 2 w 439"/>
                <a:gd name="T59" fmla="*/ 0 h 260"/>
                <a:gd name="T60" fmla="*/ 2 w 439"/>
                <a:gd name="T61" fmla="*/ 0 h 260"/>
                <a:gd name="T62" fmla="*/ 3 w 439"/>
                <a:gd name="T63" fmla="*/ 0 h 260"/>
                <a:gd name="T64" fmla="*/ 3 w 439"/>
                <a:gd name="T65" fmla="*/ 0 h 260"/>
                <a:gd name="T66" fmla="*/ 3 w 439"/>
                <a:gd name="T67" fmla="*/ 0 h 260"/>
                <a:gd name="T68" fmla="*/ 4 w 439"/>
                <a:gd name="T69" fmla="*/ 0 h 260"/>
                <a:gd name="T70" fmla="*/ 4 w 439"/>
                <a:gd name="T71" fmla="*/ 0 h 260"/>
                <a:gd name="T72" fmla="*/ 4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439" y="0"/>
                  </a:moveTo>
                  <a:lnTo>
                    <a:pt x="439" y="0"/>
                  </a:lnTo>
                  <a:lnTo>
                    <a:pt x="395" y="1"/>
                  </a:lnTo>
                  <a:lnTo>
                    <a:pt x="351" y="4"/>
                  </a:lnTo>
                  <a:lnTo>
                    <a:pt x="310" y="11"/>
                  </a:lnTo>
                  <a:lnTo>
                    <a:pt x="270" y="19"/>
                  </a:lnTo>
                  <a:lnTo>
                    <a:pt x="231" y="30"/>
                  </a:lnTo>
                  <a:lnTo>
                    <a:pt x="195" y="43"/>
                  </a:lnTo>
                  <a:lnTo>
                    <a:pt x="162" y="58"/>
                  </a:lnTo>
                  <a:lnTo>
                    <a:pt x="130" y="73"/>
                  </a:lnTo>
                  <a:lnTo>
                    <a:pt x="102" y="93"/>
                  </a:lnTo>
                  <a:lnTo>
                    <a:pt x="76" y="113"/>
                  </a:lnTo>
                  <a:lnTo>
                    <a:pt x="54" y="133"/>
                  </a:lnTo>
                  <a:lnTo>
                    <a:pt x="35" y="157"/>
                  </a:lnTo>
                  <a:lnTo>
                    <a:pt x="20" y="181"/>
                  </a:lnTo>
                  <a:lnTo>
                    <a:pt x="10" y="206"/>
                  </a:lnTo>
                  <a:lnTo>
                    <a:pt x="3" y="233"/>
                  </a:lnTo>
                  <a:lnTo>
                    <a:pt x="0" y="260"/>
                  </a:lnTo>
                  <a:lnTo>
                    <a:pt x="12" y="260"/>
                  </a:lnTo>
                  <a:lnTo>
                    <a:pt x="14" y="235"/>
                  </a:lnTo>
                  <a:lnTo>
                    <a:pt x="21" y="211"/>
                  </a:lnTo>
                  <a:lnTo>
                    <a:pt x="32" y="186"/>
                  </a:lnTo>
                  <a:lnTo>
                    <a:pt x="45" y="164"/>
                  </a:lnTo>
                  <a:lnTo>
                    <a:pt x="64" y="143"/>
                  </a:lnTo>
                  <a:lnTo>
                    <a:pt x="84" y="123"/>
                  </a:lnTo>
                  <a:lnTo>
                    <a:pt x="109" y="103"/>
                  </a:lnTo>
                  <a:lnTo>
                    <a:pt x="137" y="85"/>
                  </a:lnTo>
                  <a:lnTo>
                    <a:pt x="167" y="70"/>
                  </a:lnTo>
                  <a:lnTo>
                    <a:pt x="200" y="55"/>
                  </a:lnTo>
                  <a:lnTo>
                    <a:pt x="236" y="42"/>
                  </a:lnTo>
                  <a:lnTo>
                    <a:pt x="272" y="31"/>
                  </a:lnTo>
                  <a:lnTo>
                    <a:pt x="312" y="23"/>
                  </a:lnTo>
                  <a:lnTo>
                    <a:pt x="353" y="16"/>
                  </a:lnTo>
                  <a:lnTo>
                    <a:pt x="395" y="12"/>
                  </a:lnTo>
                  <a:lnTo>
                    <a:pt x="439" y="11"/>
                  </a:lnTo>
                  <a:lnTo>
                    <a:pt x="439"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0806" name="Freeform 52"/>
            <p:cNvSpPr>
              <a:spLocks/>
            </p:cNvSpPr>
            <p:nvPr/>
          </p:nvSpPr>
          <p:spPr bwMode="auto">
            <a:xfrm>
              <a:off x="964" y="1745"/>
              <a:ext cx="48" cy="85"/>
            </a:xfrm>
            <a:custGeom>
              <a:avLst/>
              <a:gdLst>
                <a:gd name="T0" fmla="*/ 2 w 244"/>
                <a:gd name="T1" fmla="*/ 3 h 426"/>
                <a:gd name="T2" fmla="*/ 2 w 244"/>
                <a:gd name="T3" fmla="*/ 3 h 426"/>
                <a:gd name="T4" fmla="*/ 2 w 244"/>
                <a:gd name="T5" fmla="*/ 3 h 426"/>
                <a:gd name="T6" fmla="*/ 2 w 244"/>
                <a:gd name="T7" fmla="*/ 3 h 426"/>
                <a:gd name="T8" fmla="*/ 2 w 244"/>
                <a:gd name="T9" fmla="*/ 2 h 426"/>
                <a:gd name="T10" fmla="*/ 2 w 244"/>
                <a:gd name="T11" fmla="*/ 2 h 426"/>
                <a:gd name="T12" fmla="*/ 2 w 244"/>
                <a:gd name="T13" fmla="*/ 2 h 426"/>
                <a:gd name="T14" fmla="*/ 2 w 244"/>
                <a:gd name="T15" fmla="*/ 2 h 426"/>
                <a:gd name="T16" fmla="*/ 1 w 244"/>
                <a:gd name="T17" fmla="*/ 1 h 426"/>
                <a:gd name="T18" fmla="*/ 1 w 244"/>
                <a:gd name="T19" fmla="*/ 1 h 426"/>
                <a:gd name="T20" fmla="*/ 1 w 244"/>
                <a:gd name="T21" fmla="*/ 1 h 426"/>
                <a:gd name="T22" fmla="*/ 1 w 244"/>
                <a:gd name="T23" fmla="*/ 1 h 426"/>
                <a:gd name="T24" fmla="*/ 1 w 244"/>
                <a:gd name="T25" fmla="*/ 0 h 426"/>
                <a:gd name="T26" fmla="*/ 1 w 244"/>
                <a:gd name="T27" fmla="*/ 0 h 426"/>
                <a:gd name="T28" fmla="*/ 1 w 244"/>
                <a:gd name="T29" fmla="*/ 0 h 426"/>
                <a:gd name="T30" fmla="*/ 0 w 244"/>
                <a:gd name="T31" fmla="*/ 0 h 426"/>
                <a:gd name="T32" fmla="*/ 0 w 244"/>
                <a:gd name="T33" fmla="*/ 0 h 426"/>
                <a:gd name="T34" fmla="*/ 0 w 244"/>
                <a:gd name="T35" fmla="*/ 0 h 426"/>
                <a:gd name="T36" fmla="*/ 0 w 244"/>
                <a:gd name="T37" fmla="*/ 0 h 426"/>
                <a:gd name="T38" fmla="*/ 0 w 244"/>
                <a:gd name="T39" fmla="*/ 0 h 426"/>
                <a:gd name="T40" fmla="*/ 0 w 244"/>
                <a:gd name="T41" fmla="*/ 0 h 426"/>
                <a:gd name="T42" fmla="*/ 1 w 244"/>
                <a:gd name="T43" fmla="*/ 0 h 426"/>
                <a:gd name="T44" fmla="*/ 1 w 244"/>
                <a:gd name="T45" fmla="*/ 0 h 426"/>
                <a:gd name="T46" fmla="*/ 1 w 244"/>
                <a:gd name="T47" fmla="*/ 0 h 426"/>
                <a:gd name="T48" fmla="*/ 1 w 244"/>
                <a:gd name="T49" fmla="*/ 1 h 426"/>
                <a:gd name="T50" fmla="*/ 1 w 244"/>
                <a:gd name="T51" fmla="*/ 1 h 426"/>
                <a:gd name="T52" fmla="*/ 1 w 244"/>
                <a:gd name="T53" fmla="*/ 1 h 426"/>
                <a:gd name="T54" fmla="*/ 1 w 244"/>
                <a:gd name="T55" fmla="*/ 1 h 426"/>
                <a:gd name="T56" fmla="*/ 1 w 244"/>
                <a:gd name="T57" fmla="*/ 2 h 426"/>
                <a:gd name="T58" fmla="*/ 2 w 244"/>
                <a:gd name="T59" fmla="*/ 2 h 426"/>
                <a:gd name="T60" fmla="*/ 2 w 244"/>
                <a:gd name="T61" fmla="*/ 2 h 426"/>
                <a:gd name="T62" fmla="*/ 2 w 244"/>
                <a:gd name="T63" fmla="*/ 2 h 426"/>
                <a:gd name="T64" fmla="*/ 2 w 244"/>
                <a:gd name="T65" fmla="*/ 3 h 426"/>
                <a:gd name="T66" fmla="*/ 2 w 244"/>
                <a:gd name="T67" fmla="*/ 3 h 426"/>
                <a:gd name="T68" fmla="*/ 2 w 244"/>
                <a:gd name="T69" fmla="*/ 3 h 426"/>
                <a:gd name="T70" fmla="*/ 2 w 244"/>
                <a:gd name="T71" fmla="*/ 3 h 426"/>
                <a:gd name="T72" fmla="*/ 2 w 244"/>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6"/>
                <a:gd name="T113" fmla="*/ 244 w 244"/>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6">
                  <a:moveTo>
                    <a:pt x="244" y="426"/>
                  </a:moveTo>
                  <a:lnTo>
                    <a:pt x="244" y="426"/>
                  </a:lnTo>
                  <a:lnTo>
                    <a:pt x="243" y="383"/>
                  </a:lnTo>
                  <a:lnTo>
                    <a:pt x="240" y="340"/>
                  </a:lnTo>
                  <a:lnTo>
                    <a:pt x="234" y="300"/>
                  </a:lnTo>
                  <a:lnTo>
                    <a:pt x="226" y="262"/>
                  </a:lnTo>
                  <a:lnTo>
                    <a:pt x="215" y="224"/>
                  </a:lnTo>
                  <a:lnTo>
                    <a:pt x="203" y="189"/>
                  </a:lnTo>
                  <a:lnTo>
                    <a:pt x="189" y="157"/>
                  </a:lnTo>
                  <a:lnTo>
                    <a:pt x="174" y="126"/>
                  </a:lnTo>
                  <a:lnTo>
                    <a:pt x="155" y="99"/>
                  </a:lnTo>
                  <a:lnTo>
                    <a:pt x="138" y="74"/>
                  </a:lnTo>
                  <a:lnTo>
                    <a:pt x="118" y="52"/>
                  </a:lnTo>
                  <a:lnTo>
                    <a:pt x="96" y="34"/>
                  </a:lnTo>
                  <a:lnTo>
                    <a:pt x="73" y="19"/>
                  </a:lnTo>
                  <a:lnTo>
                    <a:pt x="50" y="8"/>
                  </a:lnTo>
                  <a:lnTo>
                    <a:pt x="25" y="2"/>
                  </a:lnTo>
                  <a:lnTo>
                    <a:pt x="0" y="0"/>
                  </a:lnTo>
                  <a:lnTo>
                    <a:pt x="0" y="12"/>
                  </a:lnTo>
                  <a:lnTo>
                    <a:pt x="23" y="14"/>
                  </a:lnTo>
                  <a:lnTo>
                    <a:pt x="45" y="20"/>
                  </a:lnTo>
                  <a:lnTo>
                    <a:pt x="66" y="31"/>
                  </a:lnTo>
                  <a:lnTo>
                    <a:pt x="89" y="43"/>
                  </a:lnTo>
                  <a:lnTo>
                    <a:pt x="109" y="61"/>
                  </a:lnTo>
                  <a:lnTo>
                    <a:pt x="129" y="81"/>
                  </a:lnTo>
                  <a:lnTo>
                    <a:pt x="146" y="106"/>
                  </a:lnTo>
                  <a:lnTo>
                    <a:pt x="162" y="133"/>
                  </a:lnTo>
                  <a:lnTo>
                    <a:pt x="178" y="162"/>
                  </a:lnTo>
                  <a:lnTo>
                    <a:pt x="192" y="194"/>
                  </a:lnTo>
                  <a:lnTo>
                    <a:pt x="203" y="229"/>
                  </a:lnTo>
                  <a:lnTo>
                    <a:pt x="214" y="264"/>
                  </a:lnTo>
                  <a:lnTo>
                    <a:pt x="222" y="303"/>
                  </a:lnTo>
                  <a:lnTo>
                    <a:pt x="228" y="342"/>
                  </a:lnTo>
                  <a:lnTo>
                    <a:pt x="232" y="383"/>
                  </a:lnTo>
                  <a:lnTo>
                    <a:pt x="233" y="426"/>
                  </a:lnTo>
                  <a:lnTo>
                    <a:pt x="244"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0807" name="Freeform 53"/>
            <p:cNvSpPr>
              <a:spLocks/>
            </p:cNvSpPr>
            <p:nvPr/>
          </p:nvSpPr>
          <p:spPr bwMode="auto">
            <a:xfrm>
              <a:off x="964" y="1830"/>
              <a:ext cx="48" cy="85"/>
            </a:xfrm>
            <a:custGeom>
              <a:avLst/>
              <a:gdLst>
                <a:gd name="T0" fmla="*/ 0 w 244"/>
                <a:gd name="T1" fmla="*/ 3 h 424"/>
                <a:gd name="T2" fmla="*/ 0 w 244"/>
                <a:gd name="T3" fmla="*/ 3 h 424"/>
                <a:gd name="T4" fmla="*/ 0 w 244"/>
                <a:gd name="T5" fmla="*/ 3 h 424"/>
                <a:gd name="T6" fmla="*/ 0 w 244"/>
                <a:gd name="T7" fmla="*/ 3 h 424"/>
                <a:gd name="T8" fmla="*/ 1 w 244"/>
                <a:gd name="T9" fmla="*/ 3 h 424"/>
                <a:gd name="T10" fmla="*/ 1 w 244"/>
                <a:gd name="T11" fmla="*/ 3 h 424"/>
                <a:gd name="T12" fmla="*/ 1 w 244"/>
                <a:gd name="T13" fmla="*/ 3 h 424"/>
                <a:gd name="T14" fmla="*/ 1 w 244"/>
                <a:gd name="T15" fmla="*/ 3 h 424"/>
                <a:gd name="T16" fmla="*/ 1 w 244"/>
                <a:gd name="T17" fmla="*/ 3 h 424"/>
                <a:gd name="T18" fmla="*/ 1 w 244"/>
                <a:gd name="T19" fmla="*/ 2 h 424"/>
                <a:gd name="T20" fmla="*/ 1 w 244"/>
                <a:gd name="T21" fmla="*/ 2 h 424"/>
                <a:gd name="T22" fmla="*/ 2 w 244"/>
                <a:gd name="T23" fmla="*/ 2 h 424"/>
                <a:gd name="T24" fmla="*/ 2 w 244"/>
                <a:gd name="T25" fmla="*/ 2 h 424"/>
                <a:gd name="T26" fmla="*/ 2 w 244"/>
                <a:gd name="T27" fmla="*/ 1 h 424"/>
                <a:gd name="T28" fmla="*/ 2 w 244"/>
                <a:gd name="T29" fmla="*/ 1 h 424"/>
                <a:gd name="T30" fmla="*/ 2 w 244"/>
                <a:gd name="T31" fmla="*/ 1 h 424"/>
                <a:gd name="T32" fmla="*/ 2 w 244"/>
                <a:gd name="T33" fmla="*/ 0 h 424"/>
                <a:gd name="T34" fmla="*/ 2 w 244"/>
                <a:gd name="T35" fmla="*/ 0 h 424"/>
                <a:gd name="T36" fmla="*/ 2 w 244"/>
                <a:gd name="T37" fmla="*/ 0 h 424"/>
                <a:gd name="T38" fmla="*/ 2 w 244"/>
                <a:gd name="T39" fmla="*/ 0 h 424"/>
                <a:gd name="T40" fmla="*/ 2 w 244"/>
                <a:gd name="T41" fmla="*/ 1 h 424"/>
                <a:gd name="T42" fmla="*/ 2 w 244"/>
                <a:gd name="T43" fmla="*/ 1 h 424"/>
                <a:gd name="T44" fmla="*/ 2 w 244"/>
                <a:gd name="T45" fmla="*/ 1 h 424"/>
                <a:gd name="T46" fmla="*/ 2 w 244"/>
                <a:gd name="T47" fmla="*/ 2 h 424"/>
                <a:gd name="T48" fmla="*/ 1 w 244"/>
                <a:gd name="T49" fmla="*/ 2 h 424"/>
                <a:gd name="T50" fmla="*/ 1 w 244"/>
                <a:gd name="T51" fmla="*/ 2 h 424"/>
                <a:gd name="T52" fmla="*/ 1 w 244"/>
                <a:gd name="T53" fmla="*/ 2 h 424"/>
                <a:gd name="T54" fmla="*/ 1 w 244"/>
                <a:gd name="T55" fmla="*/ 3 h 424"/>
                <a:gd name="T56" fmla="*/ 1 w 244"/>
                <a:gd name="T57" fmla="*/ 3 h 424"/>
                <a:gd name="T58" fmla="*/ 1 w 244"/>
                <a:gd name="T59" fmla="*/ 3 h 424"/>
                <a:gd name="T60" fmla="*/ 1 w 244"/>
                <a:gd name="T61" fmla="*/ 3 h 424"/>
                <a:gd name="T62" fmla="*/ 1 w 244"/>
                <a:gd name="T63" fmla="*/ 3 h 424"/>
                <a:gd name="T64" fmla="*/ 0 w 244"/>
                <a:gd name="T65" fmla="*/ 3 h 424"/>
                <a:gd name="T66" fmla="*/ 0 w 244"/>
                <a:gd name="T67" fmla="*/ 3 h 424"/>
                <a:gd name="T68" fmla="*/ 0 w 244"/>
                <a:gd name="T69" fmla="*/ 3 h 424"/>
                <a:gd name="T70" fmla="*/ 0 w 244"/>
                <a:gd name="T71" fmla="*/ 3 h 424"/>
                <a:gd name="T72" fmla="*/ 0 w 244"/>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4"/>
                <a:gd name="T113" fmla="*/ 244 w 244"/>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4">
                  <a:moveTo>
                    <a:pt x="0" y="424"/>
                  </a:moveTo>
                  <a:lnTo>
                    <a:pt x="0" y="424"/>
                  </a:lnTo>
                  <a:lnTo>
                    <a:pt x="25" y="422"/>
                  </a:lnTo>
                  <a:lnTo>
                    <a:pt x="50" y="416"/>
                  </a:lnTo>
                  <a:lnTo>
                    <a:pt x="73" y="405"/>
                  </a:lnTo>
                  <a:lnTo>
                    <a:pt x="96" y="390"/>
                  </a:lnTo>
                  <a:lnTo>
                    <a:pt x="118" y="373"/>
                  </a:lnTo>
                  <a:lnTo>
                    <a:pt x="138" y="350"/>
                  </a:lnTo>
                  <a:lnTo>
                    <a:pt x="155" y="326"/>
                  </a:lnTo>
                  <a:lnTo>
                    <a:pt x="173" y="299"/>
                  </a:lnTo>
                  <a:lnTo>
                    <a:pt x="189" y="268"/>
                  </a:lnTo>
                  <a:lnTo>
                    <a:pt x="203" y="235"/>
                  </a:lnTo>
                  <a:lnTo>
                    <a:pt x="215" y="201"/>
                  </a:lnTo>
                  <a:lnTo>
                    <a:pt x="226" y="163"/>
                  </a:lnTo>
                  <a:lnTo>
                    <a:pt x="234" y="125"/>
                  </a:lnTo>
                  <a:lnTo>
                    <a:pt x="240" y="85"/>
                  </a:lnTo>
                  <a:lnTo>
                    <a:pt x="243" y="42"/>
                  </a:lnTo>
                  <a:lnTo>
                    <a:pt x="244" y="0"/>
                  </a:lnTo>
                  <a:lnTo>
                    <a:pt x="233" y="0"/>
                  </a:lnTo>
                  <a:lnTo>
                    <a:pt x="232" y="42"/>
                  </a:lnTo>
                  <a:lnTo>
                    <a:pt x="228" y="83"/>
                  </a:lnTo>
                  <a:lnTo>
                    <a:pt x="222" y="123"/>
                  </a:lnTo>
                  <a:lnTo>
                    <a:pt x="214" y="160"/>
                  </a:lnTo>
                  <a:lnTo>
                    <a:pt x="203" y="197"/>
                  </a:lnTo>
                  <a:lnTo>
                    <a:pt x="192" y="231"/>
                  </a:lnTo>
                  <a:lnTo>
                    <a:pt x="178" y="263"/>
                  </a:lnTo>
                  <a:lnTo>
                    <a:pt x="164" y="292"/>
                  </a:lnTo>
                  <a:lnTo>
                    <a:pt x="146" y="319"/>
                  </a:lnTo>
                  <a:lnTo>
                    <a:pt x="129" y="343"/>
                  </a:lnTo>
                  <a:lnTo>
                    <a:pt x="109" y="363"/>
                  </a:lnTo>
                  <a:lnTo>
                    <a:pt x="89" y="381"/>
                  </a:lnTo>
                  <a:lnTo>
                    <a:pt x="66" y="394"/>
                  </a:lnTo>
                  <a:lnTo>
                    <a:pt x="45" y="404"/>
                  </a:lnTo>
                  <a:lnTo>
                    <a:pt x="23" y="410"/>
                  </a:lnTo>
                  <a:lnTo>
                    <a:pt x="0" y="412"/>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0808" name="Freeform 54"/>
            <p:cNvSpPr>
              <a:spLocks/>
            </p:cNvSpPr>
            <p:nvPr/>
          </p:nvSpPr>
          <p:spPr bwMode="auto">
            <a:xfrm>
              <a:off x="915" y="1830"/>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1" y="42"/>
                  </a:lnTo>
                  <a:lnTo>
                    <a:pt x="4" y="85"/>
                  </a:lnTo>
                  <a:lnTo>
                    <a:pt x="10" y="125"/>
                  </a:lnTo>
                  <a:lnTo>
                    <a:pt x="19" y="163"/>
                  </a:lnTo>
                  <a:lnTo>
                    <a:pt x="29" y="201"/>
                  </a:lnTo>
                  <a:lnTo>
                    <a:pt x="41" y="235"/>
                  </a:lnTo>
                  <a:lnTo>
                    <a:pt x="55" y="268"/>
                  </a:lnTo>
                  <a:lnTo>
                    <a:pt x="71" y="299"/>
                  </a:lnTo>
                  <a:lnTo>
                    <a:pt x="89" y="326"/>
                  </a:lnTo>
                  <a:lnTo>
                    <a:pt x="106" y="350"/>
                  </a:lnTo>
                  <a:lnTo>
                    <a:pt x="126" y="373"/>
                  </a:lnTo>
                  <a:lnTo>
                    <a:pt x="149" y="390"/>
                  </a:lnTo>
                  <a:lnTo>
                    <a:pt x="171" y="405"/>
                  </a:lnTo>
                  <a:lnTo>
                    <a:pt x="194" y="416"/>
                  </a:lnTo>
                  <a:lnTo>
                    <a:pt x="219" y="422"/>
                  </a:lnTo>
                  <a:lnTo>
                    <a:pt x="245" y="424"/>
                  </a:lnTo>
                  <a:lnTo>
                    <a:pt x="245" y="412"/>
                  </a:lnTo>
                  <a:lnTo>
                    <a:pt x="221" y="410"/>
                  </a:lnTo>
                  <a:lnTo>
                    <a:pt x="199" y="404"/>
                  </a:lnTo>
                  <a:lnTo>
                    <a:pt x="178" y="394"/>
                  </a:lnTo>
                  <a:lnTo>
                    <a:pt x="156" y="381"/>
                  </a:lnTo>
                  <a:lnTo>
                    <a:pt x="136" y="363"/>
                  </a:lnTo>
                  <a:lnTo>
                    <a:pt x="116" y="343"/>
                  </a:lnTo>
                  <a:lnTo>
                    <a:pt x="98" y="319"/>
                  </a:lnTo>
                  <a:lnTo>
                    <a:pt x="81" y="292"/>
                  </a:lnTo>
                  <a:lnTo>
                    <a:pt x="67" y="263"/>
                  </a:lnTo>
                  <a:lnTo>
                    <a:pt x="52" y="231"/>
                  </a:lnTo>
                  <a:lnTo>
                    <a:pt x="41" y="197"/>
                  </a:lnTo>
                  <a:lnTo>
                    <a:pt x="30" y="160"/>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0809" name="Freeform 55"/>
            <p:cNvSpPr>
              <a:spLocks/>
            </p:cNvSpPr>
            <p:nvPr/>
          </p:nvSpPr>
          <p:spPr bwMode="auto">
            <a:xfrm>
              <a:off x="915" y="1745"/>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0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19" y="2"/>
                  </a:lnTo>
                  <a:lnTo>
                    <a:pt x="194" y="8"/>
                  </a:lnTo>
                  <a:lnTo>
                    <a:pt x="171" y="19"/>
                  </a:lnTo>
                  <a:lnTo>
                    <a:pt x="149" y="34"/>
                  </a:lnTo>
                  <a:lnTo>
                    <a:pt x="126" y="52"/>
                  </a:lnTo>
                  <a:lnTo>
                    <a:pt x="106" y="74"/>
                  </a:lnTo>
                  <a:lnTo>
                    <a:pt x="89" y="99"/>
                  </a:lnTo>
                  <a:lnTo>
                    <a:pt x="70" y="126"/>
                  </a:lnTo>
                  <a:lnTo>
                    <a:pt x="55" y="157"/>
                  </a:lnTo>
                  <a:lnTo>
                    <a:pt x="41" y="189"/>
                  </a:lnTo>
                  <a:lnTo>
                    <a:pt x="29" y="224"/>
                  </a:lnTo>
                  <a:lnTo>
                    <a:pt x="19" y="262"/>
                  </a:lnTo>
                  <a:lnTo>
                    <a:pt x="10" y="300"/>
                  </a:lnTo>
                  <a:lnTo>
                    <a:pt x="4" y="340"/>
                  </a:lnTo>
                  <a:lnTo>
                    <a:pt x="1" y="383"/>
                  </a:lnTo>
                  <a:lnTo>
                    <a:pt x="0" y="426"/>
                  </a:lnTo>
                  <a:lnTo>
                    <a:pt x="11" y="426"/>
                  </a:lnTo>
                  <a:lnTo>
                    <a:pt x="13" y="383"/>
                  </a:lnTo>
                  <a:lnTo>
                    <a:pt x="16" y="342"/>
                  </a:lnTo>
                  <a:lnTo>
                    <a:pt x="22" y="303"/>
                  </a:lnTo>
                  <a:lnTo>
                    <a:pt x="30" y="264"/>
                  </a:lnTo>
                  <a:lnTo>
                    <a:pt x="41" y="229"/>
                  </a:lnTo>
                  <a:lnTo>
                    <a:pt x="52" y="194"/>
                  </a:lnTo>
                  <a:lnTo>
                    <a:pt x="67" y="162"/>
                  </a:lnTo>
                  <a:lnTo>
                    <a:pt x="82" y="133"/>
                  </a:lnTo>
                  <a:lnTo>
                    <a:pt x="98" y="106"/>
                  </a:lnTo>
                  <a:lnTo>
                    <a:pt x="116" y="81"/>
                  </a:lnTo>
                  <a:lnTo>
                    <a:pt x="136" y="61"/>
                  </a:lnTo>
                  <a:lnTo>
                    <a:pt x="156" y="43"/>
                  </a:lnTo>
                  <a:lnTo>
                    <a:pt x="178" y="31"/>
                  </a:lnTo>
                  <a:lnTo>
                    <a:pt x="199" y="20"/>
                  </a:lnTo>
                  <a:lnTo>
                    <a:pt x="221"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0810" name="Freeform 56"/>
            <p:cNvSpPr>
              <a:spLocks/>
            </p:cNvSpPr>
            <p:nvPr/>
          </p:nvSpPr>
          <p:spPr bwMode="auto">
            <a:xfrm>
              <a:off x="1140" y="2087"/>
              <a:ext cx="49" cy="85"/>
            </a:xfrm>
            <a:custGeom>
              <a:avLst/>
              <a:gdLst>
                <a:gd name="T0" fmla="*/ 2 w 246"/>
                <a:gd name="T1" fmla="*/ 3 h 424"/>
                <a:gd name="T2" fmla="*/ 2 w 246"/>
                <a:gd name="T3" fmla="*/ 3 h 424"/>
                <a:gd name="T4" fmla="*/ 2 w 246"/>
                <a:gd name="T5" fmla="*/ 3 h 424"/>
                <a:gd name="T6" fmla="*/ 2 w 246"/>
                <a:gd name="T7" fmla="*/ 3 h 424"/>
                <a:gd name="T8" fmla="*/ 2 w 246"/>
                <a:gd name="T9" fmla="*/ 2 h 424"/>
                <a:gd name="T10" fmla="*/ 2 w 246"/>
                <a:gd name="T11" fmla="*/ 2 h 424"/>
                <a:gd name="T12" fmla="*/ 2 w 246"/>
                <a:gd name="T13" fmla="*/ 2 h 424"/>
                <a:gd name="T14" fmla="*/ 2 w 246"/>
                <a:gd name="T15" fmla="*/ 2 h 424"/>
                <a:gd name="T16" fmla="*/ 2 w 246"/>
                <a:gd name="T17" fmla="*/ 1 h 424"/>
                <a:gd name="T18" fmla="*/ 1 w 246"/>
                <a:gd name="T19" fmla="*/ 1 h 424"/>
                <a:gd name="T20" fmla="*/ 1 w 246"/>
                <a:gd name="T21" fmla="*/ 1 h 424"/>
                <a:gd name="T22" fmla="*/ 1 w 246"/>
                <a:gd name="T23" fmla="*/ 1 h 424"/>
                <a:gd name="T24" fmla="*/ 1 w 246"/>
                <a:gd name="T25" fmla="*/ 0 h 424"/>
                <a:gd name="T26" fmla="*/ 1 w 246"/>
                <a:gd name="T27" fmla="*/ 0 h 424"/>
                <a:gd name="T28" fmla="*/ 1 w 246"/>
                <a:gd name="T29" fmla="*/ 0 h 424"/>
                <a:gd name="T30" fmla="*/ 0 w 246"/>
                <a:gd name="T31" fmla="*/ 0 h 424"/>
                <a:gd name="T32" fmla="*/ 0 w 246"/>
                <a:gd name="T33" fmla="*/ 0 h 424"/>
                <a:gd name="T34" fmla="*/ 0 w 246"/>
                <a:gd name="T35" fmla="*/ 0 h 424"/>
                <a:gd name="T36" fmla="*/ 0 w 246"/>
                <a:gd name="T37" fmla="*/ 0 h 424"/>
                <a:gd name="T38" fmla="*/ 0 w 246"/>
                <a:gd name="T39" fmla="*/ 0 h 424"/>
                <a:gd name="T40" fmla="*/ 0 w 246"/>
                <a:gd name="T41" fmla="*/ 0 h 424"/>
                <a:gd name="T42" fmla="*/ 1 w 246"/>
                <a:gd name="T43" fmla="*/ 0 h 424"/>
                <a:gd name="T44" fmla="*/ 1 w 246"/>
                <a:gd name="T45" fmla="*/ 0 h 424"/>
                <a:gd name="T46" fmla="*/ 1 w 246"/>
                <a:gd name="T47" fmla="*/ 0 h 424"/>
                <a:gd name="T48" fmla="*/ 1 w 246"/>
                <a:gd name="T49" fmla="*/ 1 h 424"/>
                <a:gd name="T50" fmla="*/ 1 w 246"/>
                <a:gd name="T51" fmla="*/ 1 h 424"/>
                <a:gd name="T52" fmla="*/ 1 w 246"/>
                <a:gd name="T53" fmla="*/ 1 h 424"/>
                <a:gd name="T54" fmla="*/ 1 w 246"/>
                <a:gd name="T55" fmla="*/ 1 h 424"/>
                <a:gd name="T56" fmla="*/ 2 w 246"/>
                <a:gd name="T57" fmla="*/ 2 h 424"/>
                <a:gd name="T58" fmla="*/ 2 w 246"/>
                <a:gd name="T59" fmla="*/ 2 h 424"/>
                <a:gd name="T60" fmla="*/ 2 w 246"/>
                <a:gd name="T61" fmla="*/ 2 h 424"/>
                <a:gd name="T62" fmla="*/ 2 w 246"/>
                <a:gd name="T63" fmla="*/ 2 h 424"/>
                <a:gd name="T64" fmla="*/ 2 w 246"/>
                <a:gd name="T65" fmla="*/ 3 h 424"/>
                <a:gd name="T66" fmla="*/ 2 w 246"/>
                <a:gd name="T67" fmla="*/ 3 h 424"/>
                <a:gd name="T68" fmla="*/ 2 w 246"/>
                <a:gd name="T69" fmla="*/ 3 h 424"/>
                <a:gd name="T70" fmla="*/ 2 w 246"/>
                <a:gd name="T71" fmla="*/ 3 h 424"/>
                <a:gd name="T72" fmla="*/ 2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424"/>
                  </a:moveTo>
                  <a:lnTo>
                    <a:pt x="246" y="424"/>
                  </a:lnTo>
                  <a:lnTo>
                    <a:pt x="244" y="382"/>
                  </a:lnTo>
                  <a:lnTo>
                    <a:pt x="241" y="338"/>
                  </a:lnTo>
                  <a:lnTo>
                    <a:pt x="235" y="298"/>
                  </a:lnTo>
                  <a:lnTo>
                    <a:pt x="227" y="261"/>
                  </a:lnTo>
                  <a:lnTo>
                    <a:pt x="216" y="222"/>
                  </a:lnTo>
                  <a:lnTo>
                    <a:pt x="205" y="188"/>
                  </a:lnTo>
                  <a:lnTo>
                    <a:pt x="190" y="155"/>
                  </a:lnTo>
                  <a:lnTo>
                    <a:pt x="174" y="125"/>
                  </a:lnTo>
                  <a:lnTo>
                    <a:pt x="157" y="98"/>
                  </a:lnTo>
                  <a:lnTo>
                    <a:pt x="138" y="73"/>
                  </a:lnTo>
                  <a:lnTo>
                    <a:pt x="118" y="51"/>
                  </a:lnTo>
                  <a:lnTo>
                    <a:pt x="96" y="34"/>
                  </a:lnTo>
                  <a:lnTo>
                    <a:pt x="74" y="18"/>
                  </a:lnTo>
                  <a:lnTo>
                    <a:pt x="50" y="8"/>
                  </a:lnTo>
                  <a:lnTo>
                    <a:pt x="25" y="2"/>
                  </a:lnTo>
                  <a:lnTo>
                    <a:pt x="0" y="0"/>
                  </a:lnTo>
                  <a:lnTo>
                    <a:pt x="0" y="11"/>
                  </a:lnTo>
                  <a:lnTo>
                    <a:pt x="23" y="14"/>
                  </a:lnTo>
                  <a:lnTo>
                    <a:pt x="45" y="19"/>
                  </a:lnTo>
                  <a:lnTo>
                    <a:pt x="67" y="30"/>
                  </a:lnTo>
                  <a:lnTo>
                    <a:pt x="89" y="43"/>
                  </a:lnTo>
                  <a:lnTo>
                    <a:pt x="108" y="60"/>
                  </a:lnTo>
                  <a:lnTo>
                    <a:pt x="128" y="80"/>
                  </a:lnTo>
                  <a:lnTo>
                    <a:pt x="147" y="105"/>
                  </a:lnTo>
                  <a:lnTo>
                    <a:pt x="165" y="132"/>
                  </a:lnTo>
                  <a:lnTo>
                    <a:pt x="179" y="160"/>
                  </a:lnTo>
                  <a:lnTo>
                    <a:pt x="193" y="193"/>
                  </a:lnTo>
                  <a:lnTo>
                    <a:pt x="205" y="227"/>
                  </a:lnTo>
                  <a:lnTo>
                    <a:pt x="215" y="263"/>
                  </a:lnTo>
                  <a:lnTo>
                    <a:pt x="223" y="301"/>
                  </a:lnTo>
                  <a:lnTo>
                    <a:pt x="229" y="341"/>
                  </a:lnTo>
                  <a:lnTo>
                    <a:pt x="233" y="382"/>
                  </a:lnTo>
                  <a:lnTo>
                    <a:pt x="234" y="424"/>
                  </a:lnTo>
                  <a:lnTo>
                    <a:pt x="246"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0811" name="Freeform 57"/>
            <p:cNvSpPr>
              <a:spLocks/>
            </p:cNvSpPr>
            <p:nvPr/>
          </p:nvSpPr>
          <p:spPr bwMode="auto">
            <a:xfrm>
              <a:off x="1140" y="2172"/>
              <a:ext cx="49" cy="85"/>
            </a:xfrm>
            <a:custGeom>
              <a:avLst/>
              <a:gdLst>
                <a:gd name="T0" fmla="*/ 0 w 246"/>
                <a:gd name="T1" fmla="*/ 3 h 426"/>
                <a:gd name="T2" fmla="*/ 0 w 246"/>
                <a:gd name="T3" fmla="*/ 3 h 426"/>
                <a:gd name="T4" fmla="*/ 0 w 246"/>
                <a:gd name="T5" fmla="*/ 3 h 426"/>
                <a:gd name="T6" fmla="*/ 0 w 246"/>
                <a:gd name="T7" fmla="*/ 3 h 426"/>
                <a:gd name="T8" fmla="*/ 1 w 246"/>
                <a:gd name="T9" fmla="*/ 3 h 426"/>
                <a:gd name="T10" fmla="*/ 1 w 246"/>
                <a:gd name="T11" fmla="*/ 3 h 426"/>
                <a:gd name="T12" fmla="*/ 1 w 246"/>
                <a:gd name="T13" fmla="*/ 3 h 426"/>
                <a:gd name="T14" fmla="*/ 1 w 246"/>
                <a:gd name="T15" fmla="*/ 3 h 426"/>
                <a:gd name="T16" fmla="*/ 1 w 246"/>
                <a:gd name="T17" fmla="*/ 3 h 426"/>
                <a:gd name="T18" fmla="*/ 1 w 246"/>
                <a:gd name="T19" fmla="*/ 2 h 426"/>
                <a:gd name="T20" fmla="*/ 2 w 246"/>
                <a:gd name="T21" fmla="*/ 2 h 426"/>
                <a:gd name="T22" fmla="*/ 2 w 246"/>
                <a:gd name="T23" fmla="*/ 2 h 426"/>
                <a:gd name="T24" fmla="*/ 2 w 246"/>
                <a:gd name="T25" fmla="*/ 2 h 426"/>
                <a:gd name="T26" fmla="*/ 2 w 246"/>
                <a:gd name="T27" fmla="*/ 1 h 426"/>
                <a:gd name="T28" fmla="*/ 2 w 246"/>
                <a:gd name="T29" fmla="*/ 1 h 426"/>
                <a:gd name="T30" fmla="*/ 2 w 246"/>
                <a:gd name="T31" fmla="*/ 1 h 426"/>
                <a:gd name="T32" fmla="*/ 2 w 246"/>
                <a:gd name="T33" fmla="*/ 0 h 426"/>
                <a:gd name="T34" fmla="*/ 2 w 246"/>
                <a:gd name="T35" fmla="*/ 0 h 426"/>
                <a:gd name="T36" fmla="*/ 2 w 246"/>
                <a:gd name="T37" fmla="*/ 0 h 426"/>
                <a:gd name="T38" fmla="*/ 2 w 246"/>
                <a:gd name="T39" fmla="*/ 0 h 426"/>
                <a:gd name="T40" fmla="*/ 2 w 246"/>
                <a:gd name="T41" fmla="*/ 1 h 426"/>
                <a:gd name="T42" fmla="*/ 2 w 246"/>
                <a:gd name="T43" fmla="*/ 1 h 426"/>
                <a:gd name="T44" fmla="*/ 2 w 246"/>
                <a:gd name="T45" fmla="*/ 1 h 426"/>
                <a:gd name="T46" fmla="*/ 2 w 246"/>
                <a:gd name="T47" fmla="*/ 2 h 426"/>
                <a:gd name="T48" fmla="*/ 2 w 246"/>
                <a:gd name="T49" fmla="*/ 2 h 426"/>
                <a:gd name="T50" fmla="*/ 1 w 246"/>
                <a:gd name="T51" fmla="*/ 2 h 426"/>
                <a:gd name="T52" fmla="*/ 1 w 246"/>
                <a:gd name="T53" fmla="*/ 2 h 426"/>
                <a:gd name="T54" fmla="*/ 1 w 246"/>
                <a:gd name="T55" fmla="*/ 3 h 426"/>
                <a:gd name="T56" fmla="*/ 1 w 246"/>
                <a:gd name="T57" fmla="*/ 3 h 426"/>
                <a:gd name="T58" fmla="*/ 1 w 246"/>
                <a:gd name="T59" fmla="*/ 3 h 426"/>
                <a:gd name="T60" fmla="*/ 1 w 246"/>
                <a:gd name="T61" fmla="*/ 3 h 426"/>
                <a:gd name="T62" fmla="*/ 1 w 246"/>
                <a:gd name="T63" fmla="*/ 3 h 426"/>
                <a:gd name="T64" fmla="*/ 0 w 246"/>
                <a:gd name="T65" fmla="*/ 3 h 426"/>
                <a:gd name="T66" fmla="*/ 0 w 246"/>
                <a:gd name="T67" fmla="*/ 3 h 426"/>
                <a:gd name="T68" fmla="*/ 0 w 246"/>
                <a:gd name="T69" fmla="*/ 3 h 426"/>
                <a:gd name="T70" fmla="*/ 0 w 246"/>
                <a:gd name="T71" fmla="*/ 3 h 426"/>
                <a:gd name="T72" fmla="*/ 0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426"/>
                  </a:moveTo>
                  <a:lnTo>
                    <a:pt x="0" y="426"/>
                  </a:lnTo>
                  <a:lnTo>
                    <a:pt x="25" y="423"/>
                  </a:lnTo>
                  <a:lnTo>
                    <a:pt x="50" y="417"/>
                  </a:lnTo>
                  <a:lnTo>
                    <a:pt x="74" y="407"/>
                  </a:lnTo>
                  <a:lnTo>
                    <a:pt x="96" y="392"/>
                  </a:lnTo>
                  <a:lnTo>
                    <a:pt x="118" y="373"/>
                  </a:lnTo>
                  <a:lnTo>
                    <a:pt x="138" y="350"/>
                  </a:lnTo>
                  <a:lnTo>
                    <a:pt x="157" y="327"/>
                  </a:lnTo>
                  <a:lnTo>
                    <a:pt x="175" y="299"/>
                  </a:lnTo>
                  <a:lnTo>
                    <a:pt x="190" y="268"/>
                  </a:lnTo>
                  <a:lnTo>
                    <a:pt x="205" y="236"/>
                  </a:lnTo>
                  <a:lnTo>
                    <a:pt x="216" y="202"/>
                  </a:lnTo>
                  <a:lnTo>
                    <a:pt x="227" y="164"/>
                  </a:lnTo>
                  <a:lnTo>
                    <a:pt x="235" y="125"/>
                  </a:lnTo>
                  <a:lnTo>
                    <a:pt x="241" y="86"/>
                  </a:lnTo>
                  <a:lnTo>
                    <a:pt x="244" y="42"/>
                  </a:lnTo>
                  <a:lnTo>
                    <a:pt x="246" y="0"/>
                  </a:lnTo>
                  <a:lnTo>
                    <a:pt x="234" y="0"/>
                  </a:lnTo>
                  <a:lnTo>
                    <a:pt x="233" y="42"/>
                  </a:lnTo>
                  <a:lnTo>
                    <a:pt x="229" y="83"/>
                  </a:lnTo>
                  <a:lnTo>
                    <a:pt x="223" y="123"/>
                  </a:lnTo>
                  <a:lnTo>
                    <a:pt x="215" y="162"/>
                  </a:lnTo>
                  <a:lnTo>
                    <a:pt x="205" y="197"/>
                  </a:lnTo>
                  <a:lnTo>
                    <a:pt x="193" y="231"/>
                  </a:lnTo>
                  <a:lnTo>
                    <a:pt x="179" y="264"/>
                  </a:lnTo>
                  <a:lnTo>
                    <a:pt x="164" y="292"/>
                  </a:lnTo>
                  <a:lnTo>
                    <a:pt x="147" y="320"/>
                  </a:lnTo>
                  <a:lnTo>
                    <a:pt x="128" y="343"/>
                  </a:lnTo>
                  <a:lnTo>
                    <a:pt x="108" y="363"/>
                  </a:lnTo>
                  <a:lnTo>
                    <a:pt x="89" y="382"/>
                  </a:lnTo>
                  <a:lnTo>
                    <a:pt x="67" y="395"/>
                  </a:lnTo>
                  <a:lnTo>
                    <a:pt x="45" y="406"/>
                  </a:lnTo>
                  <a:lnTo>
                    <a:pt x="23" y="411"/>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0812" name="Freeform 58"/>
            <p:cNvSpPr>
              <a:spLocks/>
            </p:cNvSpPr>
            <p:nvPr/>
          </p:nvSpPr>
          <p:spPr bwMode="auto">
            <a:xfrm>
              <a:off x="1091" y="2172"/>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4" y="86"/>
                  </a:lnTo>
                  <a:lnTo>
                    <a:pt x="10" y="125"/>
                  </a:lnTo>
                  <a:lnTo>
                    <a:pt x="18" y="164"/>
                  </a:lnTo>
                  <a:lnTo>
                    <a:pt x="29" y="202"/>
                  </a:lnTo>
                  <a:lnTo>
                    <a:pt x="41" y="236"/>
                  </a:lnTo>
                  <a:lnTo>
                    <a:pt x="55" y="268"/>
                  </a:lnTo>
                  <a:lnTo>
                    <a:pt x="70" y="299"/>
                  </a:lnTo>
                  <a:lnTo>
                    <a:pt x="89" y="327"/>
                  </a:lnTo>
                  <a:lnTo>
                    <a:pt x="106" y="350"/>
                  </a:lnTo>
                  <a:lnTo>
                    <a:pt x="126" y="373"/>
                  </a:lnTo>
                  <a:lnTo>
                    <a:pt x="148" y="392"/>
                  </a:lnTo>
                  <a:lnTo>
                    <a:pt x="171" y="407"/>
                  </a:lnTo>
                  <a:lnTo>
                    <a:pt x="194" y="417"/>
                  </a:lnTo>
                  <a:lnTo>
                    <a:pt x="219" y="423"/>
                  </a:lnTo>
                  <a:lnTo>
                    <a:pt x="245" y="426"/>
                  </a:lnTo>
                  <a:lnTo>
                    <a:pt x="245" y="414"/>
                  </a:lnTo>
                  <a:lnTo>
                    <a:pt x="221" y="411"/>
                  </a:lnTo>
                  <a:lnTo>
                    <a:pt x="199" y="406"/>
                  </a:lnTo>
                  <a:lnTo>
                    <a:pt x="178" y="395"/>
                  </a:lnTo>
                  <a:lnTo>
                    <a:pt x="155" y="382"/>
                  </a:lnTo>
                  <a:lnTo>
                    <a:pt x="136" y="363"/>
                  </a:lnTo>
                  <a:lnTo>
                    <a:pt x="116" y="343"/>
                  </a:lnTo>
                  <a:lnTo>
                    <a:pt x="98" y="320"/>
                  </a:lnTo>
                  <a:lnTo>
                    <a:pt x="82" y="292"/>
                  </a:lnTo>
                  <a:lnTo>
                    <a:pt x="66" y="264"/>
                  </a:lnTo>
                  <a:lnTo>
                    <a:pt x="52" y="231"/>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0813" name="Freeform 59"/>
            <p:cNvSpPr>
              <a:spLocks/>
            </p:cNvSpPr>
            <p:nvPr/>
          </p:nvSpPr>
          <p:spPr bwMode="auto">
            <a:xfrm>
              <a:off x="1091" y="2087"/>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4" y="8"/>
                  </a:lnTo>
                  <a:lnTo>
                    <a:pt x="171" y="18"/>
                  </a:lnTo>
                  <a:lnTo>
                    <a:pt x="148" y="34"/>
                  </a:lnTo>
                  <a:lnTo>
                    <a:pt x="126" y="51"/>
                  </a:lnTo>
                  <a:lnTo>
                    <a:pt x="106" y="73"/>
                  </a:lnTo>
                  <a:lnTo>
                    <a:pt x="89" y="98"/>
                  </a:lnTo>
                  <a:lnTo>
                    <a:pt x="71" y="125"/>
                  </a:lnTo>
                  <a:lnTo>
                    <a:pt x="55" y="155"/>
                  </a:lnTo>
                  <a:lnTo>
                    <a:pt x="41" y="188"/>
                  </a:lnTo>
                  <a:lnTo>
                    <a:pt x="29" y="222"/>
                  </a:lnTo>
                  <a:lnTo>
                    <a:pt x="18" y="261"/>
                  </a:lnTo>
                  <a:lnTo>
                    <a:pt x="10" y="298"/>
                  </a:lnTo>
                  <a:lnTo>
                    <a:pt x="4" y="338"/>
                  </a:lnTo>
                  <a:lnTo>
                    <a:pt x="1" y="382"/>
                  </a:lnTo>
                  <a:lnTo>
                    <a:pt x="0" y="424"/>
                  </a:lnTo>
                  <a:lnTo>
                    <a:pt x="11" y="424"/>
                  </a:lnTo>
                  <a:lnTo>
                    <a:pt x="13" y="382"/>
                  </a:lnTo>
                  <a:lnTo>
                    <a:pt x="16" y="341"/>
                  </a:lnTo>
                  <a:lnTo>
                    <a:pt x="22" y="301"/>
                  </a:lnTo>
                  <a:lnTo>
                    <a:pt x="30" y="263"/>
                  </a:lnTo>
                  <a:lnTo>
                    <a:pt x="41" y="227"/>
                  </a:lnTo>
                  <a:lnTo>
                    <a:pt x="52" y="193"/>
                  </a:lnTo>
                  <a:lnTo>
                    <a:pt x="66" y="160"/>
                  </a:lnTo>
                  <a:lnTo>
                    <a:pt x="80" y="132"/>
                  </a:lnTo>
                  <a:lnTo>
                    <a:pt x="98" y="105"/>
                  </a:lnTo>
                  <a:lnTo>
                    <a:pt x="116" y="80"/>
                  </a:lnTo>
                  <a:lnTo>
                    <a:pt x="136" y="60"/>
                  </a:lnTo>
                  <a:lnTo>
                    <a:pt x="155" y="43"/>
                  </a:lnTo>
                  <a:lnTo>
                    <a:pt x="178" y="30"/>
                  </a:lnTo>
                  <a:lnTo>
                    <a:pt x="199" y="19"/>
                  </a:lnTo>
                  <a:lnTo>
                    <a:pt x="221" y="14"/>
                  </a:lnTo>
                  <a:lnTo>
                    <a:pt x="245" y="11"/>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0814" name="Freeform 60"/>
            <p:cNvSpPr>
              <a:spLocks/>
            </p:cNvSpPr>
            <p:nvPr/>
          </p:nvSpPr>
          <p:spPr bwMode="auto">
            <a:xfrm>
              <a:off x="1392" y="2118"/>
              <a:ext cx="49" cy="85"/>
            </a:xfrm>
            <a:custGeom>
              <a:avLst/>
              <a:gdLst>
                <a:gd name="T0" fmla="*/ 2 w 246"/>
                <a:gd name="T1" fmla="*/ 3 h 426"/>
                <a:gd name="T2" fmla="*/ 2 w 246"/>
                <a:gd name="T3" fmla="*/ 3 h 426"/>
                <a:gd name="T4" fmla="*/ 2 w 246"/>
                <a:gd name="T5" fmla="*/ 3 h 426"/>
                <a:gd name="T6" fmla="*/ 2 w 246"/>
                <a:gd name="T7" fmla="*/ 3 h 426"/>
                <a:gd name="T8" fmla="*/ 2 w 246"/>
                <a:gd name="T9" fmla="*/ 2 h 426"/>
                <a:gd name="T10" fmla="*/ 2 w 246"/>
                <a:gd name="T11" fmla="*/ 2 h 426"/>
                <a:gd name="T12" fmla="*/ 2 w 246"/>
                <a:gd name="T13" fmla="*/ 2 h 426"/>
                <a:gd name="T14" fmla="*/ 2 w 246"/>
                <a:gd name="T15" fmla="*/ 2 h 426"/>
                <a:gd name="T16" fmla="*/ 2 w 246"/>
                <a:gd name="T17" fmla="*/ 1 h 426"/>
                <a:gd name="T18" fmla="*/ 1 w 246"/>
                <a:gd name="T19" fmla="*/ 1 h 426"/>
                <a:gd name="T20" fmla="*/ 1 w 246"/>
                <a:gd name="T21" fmla="*/ 1 h 426"/>
                <a:gd name="T22" fmla="*/ 1 w 246"/>
                <a:gd name="T23" fmla="*/ 1 h 426"/>
                <a:gd name="T24" fmla="*/ 1 w 246"/>
                <a:gd name="T25" fmla="*/ 0 h 426"/>
                <a:gd name="T26" fmla="*/ 1 w 246"/>
                <a:gd name="T27" fmla="*/ 0 h 426"/>
                <a:gd name="T28" fmla="*/ 1 w 246"/>
                <a:gd name="T29" fmla="*/ 0 h 426"/>
                <a:gd name="T30" fmla="*/ 0 w 246"/>
                <a:gd name="T31" fmla="*/ 0 h 426"/>
                <a:gd name="T32" fmla="*/ 0 w 246"/>
                <a:gd name="T33" fmla="*/ 0 h 426"/>
                <a:gd name="T34" fmla="*/ 0 w 246"/>
                <a:gd name="T35" fmla="*/ 0 h 426"/>
                <a:gd name="T36" fmla="*/ 0 w 246"/>
                <a:gd name="T37" fmla="*/ 0 h 426"/>
                <a:gd name="T38" fmla="*/ 0 w 246"/>
                <a:gd name="T39" fmla="*/ 0 h 426"/>
                <a:gd name="T40" fmla="*/ 0 w 246"/>
                <a:gd name="T41" fmla="*/ 0 h 426"/>
                <a:gd name="T42" fmla="*/ 1 w 246"/>
                <a:gd name="T43" fmla="*/ 0 h 426"/>
                <a:gd name="T44" fmla="*/ 1 w 246"/>
                <a:gd name="T45" fmla="*/ 0 h 426"/>
                <a:gd name="T46" fmla="*/ 1 w 246"/>
                <a:gd name="T47" fmla="*/ 1 h 426"/>
                <a:gd name="T48" fmla="*/ 1 w 246"/>
                <a:gd name="T49" fmla="*/ 1 h 426"/>
                <a:gd name="T50" fmla="*/ 1 w 246"/>
                <a:gd name="T51" fmla="*/ 1 h 426"/>
                <a:gd name="T52" fmla="*/ 1 w 246"/>
                <a:gd name="T53" fmla="*/ 1 h 426"/>
                <a:gd name="T54" fmla="*/ 1 w 246"/>
                <a:gd name="T55" fmla="*/ 1 h 426"/>
                <a:gd name="T56" fmla="*/ 2 w 246"/>
                <a:gd name="T57" fmla="*/ 2 h 426"/>
                <a:gd name="T58" fmla="*/ 2 w 246"/>
                <a:gd name="T59" fmla="*/ 2 h 426"/>
                <a:gd name="T60" fmla="*/ 2 w 246"/>
                <a:gd name="T61" fmla="*/ 2 h 426"/>
                <a:gd name="T62" fmla="*/ 2 w 246"/>
                <a:gd name="T63" fmla="*/ 2 h 426"/>
                <a:gd name="T64" fmla="*/ 2 w 246"/>
                <a:gd name="T65" fmla="*/ 3 h 426"/>
                <a:gd name="T66" fmla="*/ 2 w 246"/>
                <a:gd name="T67" fmla="*/ 3 h 426"/>
                <a:gd name="T68" fmla="*/ 2 w 246"/>
                <a:gd name="T69" fmla="*/ 3 h 426"/>
                <a:gd name="T70" fmla="*/ 2 w 246"/>
                <a:gd name="T71" fmla="*/ 3 h 426"/>
                <a:gd name="T72" fmla="*/ 2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246" y="426"/>
                  </a:moveTo>
                  <a:lnTo>
                    <a:pt x="246" y="426"/>
                  </a:lnTo>
                  <a:lnTo>
                    <a:pt x="245" y="384"/>
                  </a:lnTo>
                  <a:lnTo>
                    <a:pt x="242" y="340"/>
                  </a:lnTo>
                  <a:lnTo>
                    <a:pt x="236" y="301"/>
                  </a:lnTo>
                  <a:lnTo>
                    <a:pt x="228" y="262"/>
                  </a:lnTo>
                  <a:lnTo>
                    <a:pt x="217" y="224"/>
                  </a:lnTo>
                  <a:lnTo>
                    <a:pt x="205" y="190"/>
                  </a:lnTo>
                  <a:lnTo>
                    <a:pt x="191" y="158"/>
                  </a:lnTo>
                  <a:lnTo>
                    <a:pt x="176" y="126"/>
                  </a:lnTo>
                  <a:lnTo>
                    <a:pt x="157" y="99"/>
                  </a:lnTo>
                  <a:lnTo>
                    <a:pt x="139" y="75"/>
                  </a:lnTo>
                  <a:lnTo>
                    <a:pt x="119" y="53"/>
                  </a:lnTo>
                  <a:lnTo>
                    <a:pt x="96" y="34"/>
                  </a:lnTo>
                  <a:lnTo>
                    <a:pt x="75" y="19"/>
                  </a:lnTo>
                  <a:lnTo>
                    <a:pt x="51" y="9"/>
                  </a:lnTo>
                  <a:lnTo>
                    <a:pt x="26" y="3"/>
                  </a:lnTo>
                  <a:lnTo>
                    <a:pt x="0" y="0"/>
                  </a:lnTo>
                  <a:lnTo>
                    <a:pt x="0" y="12"/>
                  </a:lnTo>
                  <a:lnTo>
                    <a:pt x="24" y="15"/>
                  </a:lnTo>
                  <a:lnTo>
                    <a:pt x="46" y="20"/>
                  </a:lnTo>
                  <a:lnTo>
                    <a:pt x="68" y="31"/>
                  </a:lnTo>
                  <a:lnTo>
                    <a:pt x="89" y="44"/>
                  </a:lnTo>
                  <a:lnTo>
                    <a:pt x="109" y="63"/>
                  </a:lnTo>
                  <a:lnTo>
                    <a:pt x="129" y="83"/>
                  </a:lnTo>
                  <a:lnTo>
                    <a:pt x="148" y="106"/>
                  </a:lnTo>
                  <a:lnTo>
                    <a:pt x="164" y="133"/>
                  </a:lnTo>
                  <a:lnTo>
                    <a:pt x="180" y="162"/>
                  </a:lnTo>
                  <a:lnTo>
                    <a:pt x="194" y="195"/>
                  </a:lnTo>
                  <a:lnTo>
                    <a:pt x="205" y="229"/>
                  </a:lnTo>
                  <a:lnTo>
                    <a:pt x="216" y="264"/>
                  </a:lnTo>
                  <a:lnTo>
                    <a:pt x="224" y="303"/>
                  </a:lnTo>
                  <a:lnTo>
                    <a:pt x="230" y="343"/>
                  </a:lnTo>
                  <a:lnTo>
                    <a:pt x="233" y="384"/>
                  </a:lnTo>
                  <a:lnTo>
                    <a:pt x="235" y="426"/>
                  </a:lnTo>
                  <a:lnTo>
                    <a:pt x="246"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0815" name="Freeform 61"/>
            <p:cNvSpPr>
              <a:spLocks/>
            </p:cNvSpPr>
            <p:nvPr/>
          </p:nvSpPr>
          <p:spPr bwMode="auto">
            <a:xfrm>
              <a:off x="1392" y="2203"/>
              <a:ext cx="49" cy="85"/>
            </a:xfrm>
            <a:custGeom>
              <a:avLst/>
              <a:gdLst>
                <a:gd name="T0" fmla="*/ 0 w 246"/>
                <a:gd name="T1" fmla="*/ 3 h 424"/>
                <a:gd name="T2" fmla="*/ 0 w 246"/>
                <a:gd name="T3" fmla="*/ 3 h 424"/>
                <a:gd name="T4" fmla="*/ 0 w 246"/>
                <a:gd name="T5" fmla="*/ 3 h 424"/>
                <a:gd name="T6" fmla="*/ 0 w 246"/>
                <a:gd name="T7" fmla="*/ 3 h 424"/>
                <a:gd name="T8" fmla="*/ 1 w 246"/>
                <a:gd name="T9" fmla="*/ 3 h 424"/>
                <a:gd name="T10" fmla="*/ 1 w 246"/>
                <a:gd name="T11" fmla="*/ 3 h 424"/>
                <a:gd name="T12" fmla="*/ 1 w 246"/>
                <a:gd name="T13" fmla="*/ 3 h 424"/>
                <a:gd name="T14" fmla="*/ 1 w 246"/>
                <a:gd name="T15" fmla="*/ 3 h 424"/>
                <a:gd name="T16" fmla="*/ 1 w 246"/>
                <a:gd name="T17" fmla="*/ 3 h 424"/>
                <a:gd name="T18" fmla="*/ 1 w 246"/>
                <a:gd name="T19" fmla="*/ 2 h 424"/>
                <a:gd name="T20" fmla="*/ 2 w 246"/>
                <a:gd name="T21" fmla="*/ 2 h 424"/>
                <a:gd name="T22" fmla="*/ 2 w 246"/>
                <a:gd name="T23" fmla="*/ 2 h 424"/>
                <a:gd name="T24" fmla="*/ 2 w 246"/>
                <a:gd name="T25" fmla="*/ 2 h 424"/>
                <a:gd name="T26" fmla="*/ 2 w 246"/>
                <a:gd name="T27" fmla="*/ 1 h 424"/>
                <a:gd name="T28" fmla="*/ 2 w 246"/>
                <a:gd name="T29" fmla="*/ 1 h 424"/>
                <a:gd name="T30" fmla="*/ 2 w 246"/>
                <a:gd name="T31" fmla="*/ 1 h 424"/>
                <a:gd name="T32" fmla="*/ 2 w 246"/>
                <a:gd name="T33" fmla="*/ 0 h 424"/>
                <a:gd name="T34" fmla="*/ 2 w 246"/>
                <a:gd name="T35" fmla="*/ 0 h 424"/>
                <a:gd name="T36" fmla="*/ 2 w 246"/>
                <a:gd name="T37" fmla="*/ 0 h 424"/>
                <a:gd name="T38" fmla="*/ 2 w 246"/>
                <a:gd name="T39" fmla="*/ 0 h 424"/>
                <a:gd name="T40" fmla="*/ 2 w 246"/>
                <a:gd name="T41" fmla="*/ 1 h 424"/>
                <a:gd name="T42" fmla="*/ 2 w 246"/>
                <a:gd name="T43" fmla="*/ 1 h 424"/>
                <a:gd name="T44" fmla="*/ 2 w 246"/>
                <a:gd name="T45" fmla="*/ 1 h 424"/>
                <a:gd name="T46" fmla="*/ 2 w 246"/>
                <a:gd name="T47" fmla="*/ 2 h 424"/>
                <a:gd name="T48" fmla="*/ 2 w 246"/>
                <a:gd name="T49" fmla="*/ 2 h 424"/>
                <a:gd name="T50" fmla="*/ 1 w 246"/>
                <a:gd name="T51" fmla="*/ 2 h 424"/>
                <a:gd name="T52" fmla="*/ 1 w 246"/>
                <a:gd name="T53" fmla="*/ 2 h 424"/>
                <a:gd name="T54" fmla="*/ 1 w 246"/>
                <a:gd name="T55" fmla="*/ 3 h 424"/>
                <a:gd name="T56" fmla="*/ 1 w 246"/>
                <a:gd name="T57" fmla="*/ 3 h 424"/>
                <a:gd name="T58" fmla="*/ 1 w 246"/>
                <a:gd name="T59" fmla="*/ 3 h 424"/>
                <a:gd name="T60" fmla="*/ 1 w 246"/>
                <a:gd name="T61" fmla="*/ 3 h 424"/>
                <a:gd name="T62" fmla="*/ 1 w 246"/>
                <a:gd name="T63" fmla="*/ 3 h 424"/>
                <a:gd name="T64" fmla="*/ 0 w 246"/>
                <a:gd name="T65" fmla="*/ 3 h 424"/>
                <a:gd name="T66" fmla="*/ 0 w 246"/>
                <a:gd name="T67" fmla="*/ 3 h 424"/>
                <a:gd name="T68" fmla="*/ 0 w 246"/>
                <a:gd name="T69" fmla="*/ 3 h 424"/>
                <a:gd name="T70" fmla="*/ 0 w 246"/>
                <a:gd name="T71" fmla="*/ 3 h 424"/>
                <a:gd name="T72" fmla="*/ 0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0" y="424"/>
                  </a:moveTo>
                  <a:lnTo>
                    <a:pt x="0" y="424"/>
                  </a:lnTo>
                  <a:lnTo>
                    <a:pt x="26" y="422"/>
                  </a:lnTo>
                  <a:lnTo>
                    <a:pt x="51" y="416"/>
                  </a:lnTo>
                  <a:lnTo>
                    <a:pt x="75" y="406"/>
                  </a:lnTo>
                  <a:lnTo>
                    <a:pt x="96" y="390"/>
                  </a:lnTo>
                  <a:lnTo>
                    <a:pt x="119" y="373"/>
                  </a:lnTo>
                  <a:lnTo>
                    <a:pt x="139" y="351"/>
                  </a:lnTo>
                  <a:lnTo>
                    <a:pt x="157" y="326"/>
                  </a:lnTo>
                  <a:lnTo>
                    <a:pt x="175" y="299"/>
                  </a:lnTo>
                  <a:lnTo>
                    <a:pt x="191" y="269"/>
                  </a:lnTo>
                  <a:lnTo>
                    <a:pt x="205" y="236"/>
                  </a:lnTo>
                  <a:lnTo>
                    <a:pt x="217" y="202"/>
                  </a:lnTo>
                  <a:lnTo>
                    <a:pt x="228" y="163"/>
                  </a:lnTo>
                  <a:lnTo>
                    <a:pt x="236" y="125"/>
                  </a:lnTo>
                  <a:lnTo>
                    <a:pt x="242" y="86"/>
                  </a:lnTo>
                  <a:lnTo>
                    <a:pt x="245" y="42"/>
                  </a:lnTo>
                  <a:lnTo>
                    <a:pt x="246" y="0"/>
                  </a:lnTo>
                  <a:lnTo>
                    <a:pt x="235" y="0"/>
                  </a:lnTo>
                  <a:lnTo>
                    <a:pt x="233" y="42"/>
                  </a:lnTo>
                  <a:lnTo>
                    <a:pt x="230" y="83"/>
                  </a:lnTo>
                  <a:lnTo>
                    <a:pt x="224" y="123"/>
                  </a:lnTo>
                  <a:lnTo>
                    <a:pt x="216" y="161"/>
                  </a:lnTo>
                  <a:lnTo>
                    <a:pt x="205" y="197"/>
                  </a:lnTo>
                  <a:lnTo>
                    <a:pt x="194" y="231"/>
                  </a:lnTo>
                  <a:lnTo>
                    <a:pt x="180" y="264"/>
                  </a:lnTo>
                  <a:lnTo>
                    <a:pt x="166" y="292"/>
                  </a:lnTo>
                  <a:lnTo>
                    <a:pt x="148" y="319"/>
                  </a:lnTo>
                  <a:lnTo>
                    <a:pt x="129" y="344"/>
                  </a:lnTo>
                  <a:lnTo>
                    <a:pt x="109" y="364"/>
                  </a:lnTo>
                  <a:lnTo>
                    <a:pt x="89" y="381"/>
                  </a:lnTo>
                  <a:lnTo>
                    <a:pt x="68" y="394"/>
                  </a:lnTo>
                  <a:lnTo>
                    <a:pt x="46" y="405"/>
                  </a:lnTo>
                  <a:lnTo>
                    <a:pt x="24" y="410"/>
                  </a:lnTo>
                  <a:lnTo>
                    <a:pt x="0" y="413"/>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0816" name="Freeform 62"/>
            <p:cNvSpPr>
              <a:spLocks/>
            </p:cNvSpPr>
            <p:nvPr/>
          </p:nvSpPr>
          <p:spPr bwMode="auto">
            <a:xfrm>
              <a:off x="1343" y="2203"/>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2" y="42"/>
                  </a:lnTo>
                  <a:lnTo>
                    <a:pt x="5" y="86"/>
                  </a:lnTo>
                  <a:lnTo>
                    <a:pt x="11" y="125"/>
                  </a:lnTo>
                  <a:lnTo>
                    <a:pt x="19" y="163"/>
                  </a:lnTo>
                  <a:lnTo>
                    <a:pt x="30" y="202"/>
                  </a:lnTo>
                  <a:lnTo>
                    <a:pt x="41" y="236"/>
                  </a:lnTo>
                  <a:lnTo>
                    <a:pt x="56" y="269"/>
                  </a:lnTo>
                  <a:lnTo>
                    <a:pt x="72" y="299"/>
                  </a:lnTo>
                  <a:lnTo>
                    <a:pt x="90" y="326"/>
                  </a:lnTo>
                  <a:lnTo>
                    <a:pt x="108" y="351"/>
                  </a:lnTo>
                  <a:lnTo>
                    <a:pt x="127" y="373"/>
                  </a:lnTo>
                  <a:lnTo>
                    <a:pt x="149" y="390"/>
                  </a:lnTo>
                  <a:lnTo>
                    <a:pt x="172" y="406"/>
                  </a:lnTo>
                  <a:lnTo>
                    <a:pt x="195" y="416"/>
                  </a:lnTo>
                  <a:lnTo>
                    <a:pt x="220" y="422"/>
                  </a:lnTo>
                  <a:lnTo>
                    <a:pt x="245" y="424"/>
                  </a:lnTo>
                  <a:lnTo>
                    <a:pt x="245" y="413"/>
                  </a:lnTo>
                  <a:lnTo>
                    <a:pt x="222" y="410"/>
                  </a:lnTo>
                  <a:lnTo>
                    <a:pt x="200" y="405"/>
                  </a:lnTo>
                  <a:lnTo>
                    <a:pt x="179" y="394"/>
                  </a:lnTo>
                  <a:lnTo>
                    <a:pt x="156" y="381"/>
                  </a:lnTo>
                  <a:lnTo>
                    <a:pt x="136" y="364"/>
                  </a:lnTo>
                  <a:lnTo>
                    <a:pt x="118" y="344"/>
                  </a:lnTo>
                  <a:lnTo>
                    <a:pt x="99" y="319"/>
                  </a:lnTo>
                  <a:lnTo>
                    <a:pt x="81" y="292"/>
                  </a:lnTo>
                  <a:lnTo>
                    <a:pt x="67" y="264"/>
                  </a:lnTo>
                  <a:lnTo>
                    <a:pt x="53" y="231"/>
                  </a:lnTo>
                  <a:lnTo>
                    <a:pt x="41" y="197"/>
                  </a:lnTo>
                  <a:lnTo>
                    <a:pt x="31" y="161"/>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0817" name="Freeform 63"/>
            <p:cNvSpPr>
              <a:spLocks/>
            </p:cNvSpPr>
            <p:nvPr/>
          </p:nvSpPr>
          <p:spPr bwMode="auto">
            <a:xfrm>
              <a:off x="1343" y="2118"/>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1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20" y="3"/>
                  </a:lnTo>
                  <a:lnTo>
                    <a:pt x="195" y="9"/>
                  </a:lnTo>
                  <a:lnTo>
                    <a:pt x="172" y="19"/>
                  </a:lnTo>
                  <a:lnTo>
                    <a:pt x="149" y="34"/>
                  </a:lnTo>
                  <a:lnTo>
                    <a:pt x="127" y="53"/>
                  </a:lnTo>
                  <a:lnTo>
                    <a:pt x="108" y="75"/>
                  </a:lnTo>
                  <a:lnTo>
                    <a:pt x="90" y="99"/>
                  </a:lnTo>
                  <a:lnTo>
                    <a:pt x="71" y="126"/>
                  </a:lnTo>
                  <a:lnTo>
                    <a:pt x="56" y="158"/>
                  </a:lnTo>
                  <a:lnTo>
                    <a:pt x="41" y="190"/>
                  </a:lnTo>
                  <a:lnTo>
                    <a:pt x="30" y="224"/>
                  </a:lnTo>
                  <a:lnTo>
                    <a:pt x="19" y="262"/>
                  </a:lnTo>
                  <a:lnTo>
                    <a:pt x="11" y="301"/>
                  </a:lnTo>
                  <a:lnTo>
                    <a:pt x="5" y="340"/>
                  </a:lnTo>
                  <a:lnTo>
                    <a:pt x="2" y="384"/>
                  </a:lnTo>
                  <a:lnTo>
                    <a:pt x="0" y="426"/>
                  </a:lnTo>
                  <a:lnTo>
                    <a:pt x="12" y="426"/>
                  </a:lnTo>
                  <a:lnTo>
                    <a:pt x="13" y="384"/>
                  </a:lnTo>
                  <a:lnTo>
                    <a:pt x="17" y="343"/>
                  </a:lnTo>
                  <a:lnTo>
                    <a:pt x="23" y="303"/>
                  </a:lnTo>
                  <a:lnTo>
                    <a:pt x="31" y="264"/>
                  </a:lnTo>
                  <a:lnTo>
                    <a:pt x="41" y="229"/>
                  </a:lnTo>
                  <a:lnTo>
                    <a:pt x="53" y="195"/>
                  </a:lnTo>
                  <a:lnTo>
                    <a:pt x="67" y="162"/>
                  </a:lnTo>
                  <a:lnTo>
                    <a:pt x="82" y="133"/>
                  </a:lnTo>
                  <a:lnTo>
                    <a:pt x="99" y="106"/>
                  </a:lnTo>
                  <a:lnTo>
                    <a:pt x="118" y="83"/>
                  </a:lnTo>
                  <a:lnTo>
                    <a:pt x="136" y="63"/>
                  </a:lnTo>
                  <a:lnTo>
                    <a:pt x="156" y="44"/>
                  </a:lnTo>
                  <a:lnTo>
                    <a:pt x="179" y="31"/>
                  </a:lnTo>
                  <a:lnTo>
                    <a:pt x="200" y="20"/>
                  </a:lnTo>
                  <a:lnTo>
                    <a:pt x="222" y="15"/>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0818" name="Freeform 64"/>
            <p:cNvSpPr>
              <a:spLocks/>
            </p:cNvSpPr>
            <p:nvPr/>
          </p:nvSpPr>
          <p:spPr bwMode="auto">
            <a:xfrm>
              <a:off x="1384" y="1859"/>
              <a:ext cx="49" cy="84"/>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1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3" y="382"/>
                  </a:lnTo>
                  <a:lnTo>
                    <a:pt x="240" y="339"/>
                  </a:lnTo>
                  <a:lnTo>
                    <a:pt x="234" y="299"/>
                  </a:lnTo>
                  <a:lnTo>
                    <a:pt x="226" y="261"/>
                  </a:lnTo>
                  <a:lnTo>
                    <a:pt x="215" y="222"/>
                  </a:lnTo>
                  <a:lnTo>
                    <a:pt x="204" y="188"/>
                  </a:lnTo>
                  <a:lnTo>
                    <a:pt x="189" y="156"/>
                  </a:lnTo>
                  <a:lnTo>
                    <a:pt x="173" y="125"/>
                  </a:lnTo>
                  <a:lnTo>
                    <a:pt x="155" y="98"/>
                  </a:lnTo>
                  <a:lnTo>
                    <a:pt x="138" y="74"/>
                  </a:lnTo>
                  <a:lnTo>
                    <a:pt x="118" y="51"/>
                  </a:lnTo>
                  <a:lnTo>
                    <a:pt x="96" y="34"/>
                  </a:lnTo>
                  <a:lnTo>
                    <a:pt x="73" y="18"/>
                  </a:lnTo>
                  <a:lnTo>
                    <a:pt x="50" y="8"/>
                  </a:lnTo>
                  <a:lnTo>
                    <a:pt x="25" y="2"/>
                  </a:lnTo>
                  <a:lnTo>
                    <a:pt x="0" y="0"/>
                  </a:lnTo>
                  <a:lnTo>
                    <a:pt x="0" y="11"/>
                  </a:lnTo>
                  <a:lnTo>
                    <a:pt x="23" y="14"/>
                  </a:lnTo>
                  <a:lnTo>
                    <a:pt x="45" y="20"/>
                  </a:lnTo>
                  <a:lnTo>
                    <a:pt x="66" y="30"/>
                  </a:lnTo>
                  <a:lnTo>
                    <a:pt x="89" y="43"/>
                  </a:lnTo>
                  <a:lnTo>
                    <a:pt x="109" y="61"/>
                  </a:lnTo>
                  <a:lnTo>
                    <a:pt x="129" y="81"/>
                  </a:lnTo>
                  <a:lnTo>
                    <a:pt x="146" y="105"/>
                  </a:lnTo>
                  <a:lnTo>
                    <a:pt x="164" y="132"/>
                  </a:lnTo>
                  <a:lnTo>
                    <a:pt x="178" y="160"/>
                  </a:lnTo>
                  <a:lnTo>
                    <a:pt x="192" y="193"/>
                  </a:lnTo>
                  <a:lnTo>
                    <a:pt x="204" y="227"/>
                  </a:lnTo>
                  <a:lnTo>
                    <a:pt x="214" y="264"/>
                  </a:lnTo>
                  <a:lnTo>
                    <a:pt x="222" y="301"/>
                  </a:lnTo>
                  <a:lnTo>
                    <a:pt x="228"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0819" name="Freeform 65"/>
            <p:cNvSpPr>
              <a:spLocks/>
            </p:cNvSpPr>
            <p:nvPr/>
          </p:nvSpPr>
          <p:spPr bwMode="auto">
            <a:xfrm>
              <a:off x="1384" y="1943"/>
              <a:ext cx="49" cy="86"/>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5" y="423"/>
                  </a:lnTo>
                  <a:lnTo>
                    <a:pt x="50" y="418"/>
                  </a:lnTo>
                  <a:lnTo>
                    <a:pt x="73" y="407"/>
                  </a:lnTo>
                  <a:lnTo>
                    <a:pt x="96" y="392"/>
                  </a:lnTo>
                  <a:lnTo>
                    <a:pt x="118" y="374"/>
                  </a:lnTo>
                  <a:lnTo>
                    <a:pt x="138" y="352"/>
                  </a:lnTo>
                  <a:lnTo>
                    <a:pt x="155" y="327"/>
                  </a:lnTo>
                  <a:lnTo>
                    <a:pt x="174" y="300"/>
                  </a:lnTo>
                  <a:lnTo>
                    <a:pt x="189" y="269"/>
                  </a:lnTo>
                  <a:lnTo>
                    <a:pt x="204" y="237"/>
                  </a:lnTo>
                  <a:lnTo>
                    <a:pt x="215" y="202"/>
                  </a:lnTo>
                  <a:lnTo>
                    <a:pt x="226" y="164"/>
                  </a:lnTo>
                  <a:lnTo>
                    <a:pt x="234" y="126"/>
                  </a:lnTo>
                  <a:lnTo>
                    <a:pt x="240" y="86"/>
                  </a:lnTo>
                  <a:lnTo>
                    <a:pt x="243" y="42"/>
                  </a:lnTo>
                  <a:lnTo>
                    <a:pt x="245" y="0"/>
                  </a:lnTo>
                  <a:lnTo>
                    <a:pt x="233" y="0"/>
                  </a:lnTo>
                  <a:lnTo>
                    <a:pt x="232" y="42"/>
                  </a:lnTo>
                  <a:lnTo>
                    <a:pt x="228" y="83"/>
                  </a:lnTo>
                  <a:lnTo>
                    <a:pt x="222" y="123"/>
                  </a:lnTo>
                  <a:lnTo>
                    <a:pt x="214" y="162"/>
                  </a:lnTo>
                  <a:lnTo>
                    <a:pt x="204" y="197"/>
                  </a:lnTo>
                  <a:lnTo>
                    <a:pt x="192" y="232"/>
                  </a:lnTo>
                  <a:lnTo>
                    <a:pt x="178" y="264"/>
                  </a:lnTo>
                  <a:lnTo>
                    <a:pt x="163" y="293"/>
                  </a:lnTo>
                  <a:lnTo>
                    <a:pt x="146" y="320"/>
                  </a:lnTo>
                  <a:lnTo>
                    <a:pt x="129" y="345"/>
                  </a:lnTo>
                  <a:lnTo>
                    <a:pt x="109" y="365"/>
                  </a:lnTo>
                  <a:lnTo>
                    <a:pt x="89" y="382"/>
                  </a:lnTo>
                  <a:lnTo>
                    <a:pt x="66" y="395"/>
                  </a:lnTo>
                  <a:lnTo>
                    <a:pt x="45" y="406"/>
                  </a:lnTo>
                  <a:lnTo>
                    <a:pt x="23"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0820" name="Freeform 66"/>
            <p:cNvSpPr>
              <a:spLocks/>
            </p:cNvSpPr>
            <p:nvPr/>
          </p:nvSpPr>
          <p:spPr bwMode="auto">
            <a:xfrm>
              <a:off x="1335" y="1943"/>
              <a:ext cx="49" cy="86"/>
            </a:xfrm>
            <a:custGeom>
              <a:avLst/>
              <a:gdLst>
                <a:gd name="T0" fmla="*/ 0 w 246"/>
                <a:gd name="T1" fmla="*/ 0 h 426"/>
                <a:gd name="T2" fmla="*/ 0 w 246"/>
                <a:gd name="T3" fmla="*/ 0 h 426"/>
                <a:gd name="T4" fmla="*/ 0 w 246"/>
                <a:gd name="T5" fmla="*/ 0 h 426"/>
                <a:gd name="T6" fmla="*/ 0 w 246"/>
                <a:gd name="T7" fmla="*/ 1 h 426"/>
                <a:gd name="T8" fmla="*/ 0 w 246"/>
                <a:gd name="T9" fmla="*/ 1 h 426"/>
                <a:gd name="T10" fmla="*/ 0 w 246"/>
                <a:gd name="T11" fmla="*/ 1 h 426"/>
                <a:gd name="T12" fmla="*/ 0 w 246"/>
                <a:gd name="T13" fmla="*/ 2 h 426"/>
                <a:gd name="T14" fmla="*/ 0 w 246"/>
                <a:gd name="T15" fmla="*/ 2 h 426"/>
                <a:gd name="T16" fmla="*/ 0 w 246"/>
                <a:gd name="T17" fmla="*/ 2 h 426"/>
                <a:gd name="T18" fmla="*/ 1 w 246"/>
                <a:gd name="T19" fmla="*/ 2 h 426"/>
                <a:gd name="T20" fmla="*/ 1 w 246"/>
                <a:gd name="T21" fmla="*/ 3 h 426"/>
                <a:gd name="T22" fmla="*/ 1 w 246"/>
                <a:gd name="T23" fmla="*/ 3 h 426"/>
                <a:gd name="T24" fmla="*/ 1 w 246"/>
                <a:gd name="T25" fmla="*/ 3 h 426"/>
                <a:gd name="T26" fmla="*/ 1 w 246"/>
                <a:gd name="T27" fmla="*/ 3 h 426"/>
                <a:gd name="T28" fmla="*/ 1 w 246"/>
                <a:gd name="T29" fmla="*/ 3 h 426"/>
                <a:gd name="T30" fmla="*/ 2 w 246"/>
                <a:gd name="T31" fmla="*/ 3 h 426"/>
                <a:gd name="T32" fmla="*/ 2 w 246"/>
                <a:gd name="T33" fmla="*/ 3 h 426"/>
                <a:gd name="T34" fmla="*/ 2 w 246"/>
                <a:gd name="T35" fmla="*/ 3 h 426"/>
                <a:gd name="T36" fmla="*/ 2 w 246"/>
                <a:gd name="T37" fmla="*/ 3 h 426"/>
                <a:gd name="T38" fmla="*/ 2 w 246"/>
                <a:gd name="T39" fmla="*/ 3 h 426"/>
                <a:gd name="T40" fmla="*/ 2 w 246"/>
                <a:gd name="T41" fmla="*/ 3 h 426"/>
                <a:gd name="T42" fmla="*/ 1 w 246"/>
                <a:gd name="T43" fmla="*/ 3 h 426"/>
                <a:gd name="T44" fmla="*/ 1 w 246"/>
                <a:gd name="T45" fmla="*/ 3 h 426"/>
                <a:gd name="T46" fmla="*/ 1 w 246"/>
                <a:gd name="T47" fmla="*/ 3 h 426"/>
                <a:gd name="T48" fmla="*/ 1 w 246"/>
                <a:gd name="T49" fmla="*/ 3 h 426"/>
                <a:gd name="T50" fmla="*/ 1 w 246"/>
                <a:gd name="T51" fmla="*/ 3 h 426"/>
                <a:gd name="T52" fmla="*/ 1 w 246"/>
                <a:gd name="T53" fmla="*/ 2 h 426"/>
                <a:gd name="T54" fmla="*/ 1 w 246"/>
                <a:gd name="T55" fmla="*/ 2 h 426"/>
                <a:gd name="T56" fmla="*/ 0 w 246"/>
                <a:gd name="T57" fmla="*/ 2 h 426"/>
                <a:gd name="T58" fmla="*/ 0 w 246"/>
                <a:gd name="T59" fmla="*/ 2 h 426"/>
                <a:gd name="T60" fmla="*/ 0 w 246"/>
                <a:gd name="T61" fmla="*/ 1 h 426"/>
                <a:gd name="T62" fmla="*/ 0 w 246"/>
                <a:gd name="T63" fmla="*/ 1 h 426"/>
                <a:gd name="T64" fmla="*/ 0 w 246"/>
                <a:gd name="T65" fmla="*/ 1 h 426"/>
                <a:gd name="T66" fmla="*/ 0 w 246"/>
                <a:gd name="T67" fmla="*/ 0 h 426"/>
                <a:gd name="T68" fmla="*/ 0 w 246"/>
                <a:gd name="T69" fmla="*/ 0 h 426"/>
                <a:gd name="T70" fmla="*/ 0 w 246"/>
                <a:gd name="T71" fmla="*/ 0 h 426"/>
                <a:gd name="T72" fmla="*/ 0 w 246"/>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0"/>
                  </a:moveTo>
                  <a:lnTo>
                    <a:pt x="0" y="0"/>
                  </a:lnTo>
                  <a:lnTo>
                    <a:pt x="1" y="42"/>
                  </a:lnTo>
                  <a:lnTo>
                    <a:pt x="4" y="86"/>
                  </a:lnTo>
                  <a:lnTo>
                    <a:pt x="10" y="126"/>
                  </a:lnTo>
                  <a:lnTo>
                    <a:pt x="18" y="164"/>
                  </a:lnTo>
                  <a:lnTo>
                    <a:pt x="29" y="202"/>
                  </a:lnTo>
                  <a:lnTo>
                    <a:pt x="41" y="237"/>
                  </a:lnTo>
                  <a:lnTo>
                    <a:pt x="55" y="269"/>
                  </a:lnTo>
                  <a:lnTo>
                    <a:pt x="71" y="300"/>
                  </a:lnTo>
                  <a:lnTo>
                    <a:pt x="89" y="327"/>
                  </a:lnTo>
                  <a:lnTo>
                    <a:pt x="107" y="352"/>
                  </a:lnTo>
                  <a:lnTo>
                    <a:pt x="127" y="374"/>
                  </a:lnTo>
                  <a:lnTo>
                    <a:pt x="150" y="392"/>
                  </a:lnTo>
                  <a:lnTo>
                    <a:pt x="171" y="407"/>
                  </a:lnTo>
                  <a:lnTo>
                    <a:pt x="195" y="418"/>
                  </a:lnTo>
                  <a:lnTo>
                    <a:pt x="220" y="423"/>
                  </a:lnTo>
                  <a:lnTo>
                    <a:pt x="246" y="426"/>
                  </a:lnTo>
                  <a:lnTo>
                    <a:pt x="246" y="414"/>
                  </a:lnTo>
                  <a:lnTo>
                    <a:pt x="222" y="412"/>
                  </a:lnTo>
                  <a:lnTo>
                    <a:pt x="200" y="406"/>
                  </a:lnTo>
                  <a:lnTo>
                    <a:pt x="178" y="395"/>
                  </a:lnTo>
                  <a:lnTo>
                    <a:pt x="157" y="382"/>
                  </a:lnTo>
                  <a:lnTo>
                    <a:pt x="137" y="365"/>
                  </a:lnTo>
                  <a:lnTo>
                    <a:pt x="117" y="345"/>
                  </a:lnTo>
                  <a:lnTo>
                    <a:pt x="98" y="320"/>
                  </a:lnTo>
                  <a:lnTo>
                    <a:pt x="83" y="293"/>
                  </a:lnTo>
                  <a:lnTo>
                    <a:pt x="66" y="264"/>
                  </a:lnTo>
                  <a:lnTo>
                    <a:pt x="52" y="232"/>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0821" name="Freeform 67"/>
            <p:cNvSpPr>
              <a:spLocks/>
            </p:cNvSpPr>
            <p:nvPr/>
          </p:nvSpPr>
          <p:spPr bwMode="auto">
            <a:xfrm>
              <a:off x="1335" y="1859"/>
              <a:ext cx="49" cy="84"/>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1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0" y="2"/>
                  </a:lnTo>
                  <a:lnTo>
                    <a:pt x="195" y="8"/>
                  </a:lnTo>
                  <a:lnTo>
                    <a:pt x="171" y="18"/>
                  </a:lnTo>
                  <a:lnTo>
                    <a:pt x="150" y="34"/>
                  </a:lnTo>
                  <a:lnTo>
                    <a:pt x="127" y="51"/>
                  </a:lnTo>
                  <a:lnTo>
                    <a:pt x="107" y="74"/>
                  </a:lnTo>
                  <a:lnTo>
                    <a:pt x="89" y="98"/>
                  </a:lnTo>
                  <a:lnTo>
                    <a:pt x="72" y="125"/>
                  </a:lnTo>
                  <a:lnTo>
                    <a:pt x="55" y="156"/>
                  </a:lnTo>
                  <a:lnTo>
                    <a:pt x="41" y="188"/>
                  </a:lnTo>
                  <a:lnTo>
                    <a:pt x="29" y="222"/>
                  </a:lnTo>
                  <a:lnTo>
                    <a:pt x="18" y="261"/>
                  </a:lnTo>
                  <a:lnTo>
                    <a:pt x="10" y="299"/>
                  </a:lnTo>
                  <a:lnTo>
                    <a:pt x="4" y="339"/>
                  </a:lnTo>
                  <a:lnTo>
                    <a:pt x="1" y="382"/>
                  </a:lnTo>
                  <a:lnTo>
                    <a:pt x="0" y="424"/>
                  </a:lnTo>
                  <a:lnTo>
                    <a:pt x="11" y="424"/>
                  </a:lnTo>
                  <a:lnTo>
                    <a:pt x="13" y="382"/>
                  </a:lnTo>
                  <a:lnTo>
                    <a:pt x="16" y="341"/>
                  </a:lnTo>
                  <a:lnTo>
                    <a:pt x="22" y="301"/>
                  </a:lnTo>
                  <a:lnTo>
                    <a:pt x="30" y="264"/>
                  </a:lnTo>
                  <a:lnTo>
                    <a:pt x="41" y="227"/>
                  </a:lnTo>
                  <a:lnTo>
                    <a:pt x="52" y="193"/>
                  </a:lnTo>
                  <a:lnTo>
                    <a:pt x="66" y="160"/>
                  </a:lnTo>
                  <a:lnTo>
                    <a:pt x="82" y="132"/>
                  </a:lnTo>
                  <a:lnTo>
                    <a:pt x="98" y="105"/>
                  </a:lnTo>
                  <a:lnTo>
                    <a:pt x="117" y="81"/>
                  </a:lnTo>
                  <a:lnTo>
                    <a:pt x="137" y="61"/>
                  </a:lnTo>
                  <a:lnTo>
                    <a:pt x="157" y="43"/>
                  </a:lnTo>
                  <a:lnTo>
                    <a:pt x="178" y="30"/>
                  </a:lnTo>
                  <a:lnTo>
                    <a:pt x="200" y="20"/>
                  </a:lnTo>
                  <a:lnTo>
                    <a:pt x="222" y="14"/>
                  </a:lnTo>
                  <a:lnTo>
                    <a:pt x="246" y="11"/>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0822" name="Freeform 68"/>
            <p:cNvSpPr>
              <a:spLocks/>
            </p:cNvSpPr>
            <p:nvPr/>
          </p:nvSpPr>
          <p:spPr bwMode="auto">
            <a:xfrm>
              <a:off x="1552" y="1751"/>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1" y="339"/>
                  </a:lnTo>
                  <a:lnTo>
                    <a:pt x="235" y="299"/>
                  </a:lnTo>
                  <a:lnTo>
                    <a:pt x="226" y="261"/>
                  </a:lnTo>
                  <a:lnTo>
                    <a:pt x="216" y="223"/>
                  </a:lnTo>
                  <a:lnTo>
                    <a:pt x="204" y="189"/>
                  </a:lnTo>
                  <a:lnTo>
                    <a:pt x="190" y="156"/>
                  </a:lnTo>
                  <a:lnTo>
                    <a:pt x="174" y="125"/>
                  </a:lnTo>
                  <a:lnTo>
                    <a:pt x="156" y="98"/>
                  </a:lnTo>
                  <a:lnTo>
                    <a:pt x="137" y="74"/>
                  </a:lnTo>
                  <a:lnTo>
                    <a:pt x="119" y="52"/>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8" y="81"/>
                  </a:lnTo>
                  <a:lnTo>
                    <a:pt x="147" y="105"/>
                  </a:lnTo>
                  <a:lnTo>
                    <a:pt x="164" y="132"/>
                  </a:lnTo>
                  <a:lnTo>
                    <a:pt x="178" y="161"/>
                  </a:lnTo>
                  <a:lnTo>
                    <a:pt x="193" y="193"/>
                  </a:lnTo>
                  <a:lnTo>
                    <a:pt x="204" y="227"/>
                  </a:lnTo>
                  <a:lnTo>
                    <a:pt x="215" y="264"/>
                  </a:lnTo>
                  <a:lnTo>
                    <a:pt x="223" y="301"/>
                  </a:lnTo>
                  <a:lnTo>
                    <a:pt x="229" y="341"/>
                  </a:lnTo>
                  <a:lnTo>
                    <a:pt x="232" y="382"/>
                  </a:lnTo>
                  <a:lnTo>
                    <a:pt x="234"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0823" name="Freeform 69"/>
            <p:cNvSpPr>
              <a:spLocks/>
            </p:cNvSpPr>
            <p:nvPr/>
          </p:nvSpPr>
          <p:spPr bwMode="auto">
            <a:xfrm>
              <a:off x="1552" y="1836"/>
              <a:ext cx="49" cy="85"/>
            </a:xfrm>
            <a:custGeom>
              <a:avLst/>
              <a:gdLst>
                <a:gd name="T0" fmla="*/ 0 w 245"/>
                <a:gd name="T1" fmla="*/ 3 h 425"/>
                <a:gd name="T2" fmla="*/ 0 w 245"/>
                <a:gd name="T3" fmla="*/ 3 h 425"/>
                <a:gd name="T4" fmla="*/ 0 w 245"/>
                <a:gd name="T5" fmla="*/ 3 h 425"/>
                <a:gd name="T6" fmla="*/ 0 w 245"/>
                <a:gd name="T7" fmla="*/ 3 h 425"/>
                <a:gd name="T8" fmla="*/ 1 w 245"/>
                <a:gd name="T9" fmla="*/ 3 h 425"/>
                <a:gd name="T10" fmla="*/ 1 w 245"/>
                <a:gd name="T11" fmla="*/ 3 h 425"/>
                <a:gd name="T12" fmla="*/ 1 w 245"/>
                <a:gd name="T13" fmla="*/ 3 h 425"/>
                <a:gd name="T14" fmla="*/ 1 w 245"/>
                <a:gd name="T15" fmla="*/ 3 h 425"/>
                <a:gd name="T16" fmla="*/ 1 w 245"/>
                <a:gd name="T17" fmla="*/ 3 h 425"/>
                <a:gd name="T18" fmla="*/ 1 w 245"/>
                <a:gd name="T19" fmla="*/ 2 h 425"/>
                <a:gd name="T20" fmla="*/ 2 w 245"/>
                <a:gd name="T21" fmla="*/ 2 h 425"/>
                <a:gd name="T22" fmla="*/ 2 w 245"/>
                <a:gd name="T23" fmla="*/ 2 h 425"/>
                <a:gd name="T24" fmla="*/ 2 w 245"/>
                <a:gd name="T25" fmla="*/ 2 h 425"/>
                <a:gd name="T26" fmla="*/ 2 w 245"/>
                <a:gd name="T27" fmla="*/ 1 h 425"/>
                <a:gd name="T28" fmla="*/ 2 w 245"/>
                <a:gd name="T29" fmla="*/ 1 h 425"/>
                <a:gd name="T30" fmla="*/ 2 w 245"/>
                <a:gd name="T31" fmla="*/ 1 h 425"/>
                <a:gd name="T32" fmla="*/ 2 w 245"/>
                <a:gd name="T33" fmla="*/ 0 h 425"/>
                <a:gd name="T34" fmla="*/ 2 w 245"/>
                <a:gd name="T35" fmla="*/ 0 h 425"/>
                <a:gd name="T36" fmla="*/ 2 w 245"/>
                <a:gd name="T37" fmla="*/ 0 h 425"/>
                <a:gd name="T38" fmla="*/ 2 w 245"/>
                <a:gd name="T39" fmla="*/ 0 h 425"/>
                <a:gd name="T40" fmla="*/ 2 w 245"/>
                <a:gd name="T41" fmla="*/ 1 h 425"/>
                <a:gd name="T42" fmla="*/ 2 w 245"/>
                <a:gd name="T43" fmla="*/ 1 h 425"/>
                <a:gd name="T44" fmla="*/ 2 w 245"/>
                <a:gd name="T45" fmla="*/ 1 h 425"/>
                <a:gd name="T46" fmla="*/ 2 w 245"/>
                <a:gd name="T47" fmla="*/ 2 h 425"/>
                <a:gd name="T48" fmla="*/ 2 w 245"/>
                <a:gd name="T49" fmla="*/ 2 h 425"/>
                <a:gd name="T50" fmla="*/ 1 w 245"/>
                <a:gd name="T51" fmla="*/ 2 h 425"/>
                <a:gd name="T52" fmla="*/ 1 w 245"/>
                <a:gd name="T53" fmla="*/ 2 h 425"/>
                <a:gd name="T54" fmla="*/ 1 w 245"/>
                <a:gd name="T55" fmla="*/ 3 h 425"/>
                <a:gd name="T56" fmla="*/ 1 w 245"/>
                <a:gd name="T57" fmla="*/ 3 h 425"/>
                <a:gd name="T58" fmla="*/ 1 w 245"/>
                <a:gd name="T59" fmla="*/ 3 h 425"/>
                <a:gd name="T60" fmla="*/ 1 w 245"/>
                <a:gd name="T61" fmla="*/ 3 h 425"/>
                <a:gd name="T62" fmla="*/ 1 w 245"/>
                <a:gd name="T63" fmla="*/ 3 h 425"/>
                <a:gd name="T64" fmla="*/ 0 w 245"/>
                <a:gd name="T65" fmla="*/ 3 h 425"/>
                <a:gd name="T66" fmla="*/ 0 w 245"/>
                <a:gd name="T67" fmla="*/ 3 h 425"/>
                <a:gd name="T68" fmla="*/ 0 w 245"/>
                <a:gd name="T69" fmla="*/ 3 h 425"/>
                <a:gd name="T70" fmla="*/ 0 w 245"/>
                <a:gd name="T71" fmla="*/ 3 h 425"/>
                <a:gd name="T72" fmla="*/ 0 w 245"/>
                <a:gd name="T73" fmla="*/ 3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5"/>
                <a:gd name="T113" fmla="*/ 245 w 245"/>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5">
                  <a:moveTo>
                    <a:pt x="0" y="425"/>
                  </a:moveTo>
                  <a:lnTo>
                    <a:pt x="0" y="425"/>
                  </a:lnTo>
                  <a:lnTo>
                    <a:pt x="26" y="422"/>
                  </a:lnTo>
                  <a:lnTo>
                    <a:pt x="51" y="417"/>
                  </a:lnTo>
                  <a:lnTo>
                    <a:pt x="74" y="406"/>
                  </a:lnTo>
                  <a:lnTo>
                    <a:pt x="96" y="391"/>
                  </a:lnTo>
                  <a:lnTo>
                    <a:pt x="119" y="373"/>
                  </a:lnTo>
                  <a:lnTo>
                    <a:pt x="137" y="351"/>
                  </a:lnTo>
                  <a:lnTo>
                    <a:pt x="156" y="326"/>
                  </a:lnTo>
                  <a:lnTo>
                    <a:pt x="174" y="299"/>
                  </a:lnTo>
                  <a:lnTo>
                    <a:pt x="190" y="269"/>
                  </a:lnTo>
                  <a:lnTo>
                    <a:pt x="204" y="236"/>
                  </a:lnTo>
                  <a:lnTo>
                    <a:pt x="216" y="202"/>
                  </a:lnTo>
                  <a:lnTo>
                    <a:pt x="226" y="163"/>
                  </a:lnTo>
                  <a:lnTo>
                    <a:pt x="235" y="126"/>
                  </a:lnTo>
                  <a:lnTo>
                    <a:pt x="241" y="86"/>
                  </a:lnTo>
                  <a:lnTo>
                    <a:pt x="244" y="43"/>
                  </a:lnTo>
                  <a:lnTo>
                    <a:pt x="245" y="0"/>
                  </a:lnTo>
                  <a:lnTo>
                    <a:pt x="234" y="0"/>
                  </a:lnTo>
                  <a:lnTo>
                    <a:pt x="232" y="43"/>
                  </a:lnTo>
                  <a:lnTo>
                    <a:pt x="229" y="84"/>
                  </a:lnTo>
                  <a:lnTo>
                    <a:pt x="223" y="123"/>
                  </a:lnTo>
                  <a:lnTo>
                    <a:pt x="215" y="161"/>
                  </a:lnTo>
                  <a:lnTo>
                    <a:pt x="204" y="197"/>
                  </a:lnTo>
                  <a:lnTo>
                    <a:pt x="193" y="231"/>
                  </a:lnTo>
                  <a:lnTo>
                    <a:pt x="178" y="264"/>
                  </a:lnTo>
                  <a:lnTo>
                    <a:pt x="164" y="292"/>
                  </a:lnTo>
                  <a:lnTo>
                    <a:pt x="147" y="319"/>
                  </a:lnTo>
                  <a:lnTo>
                    <a:pt x="128" y="344"/>
                  </a:lnTo>
                  <a:lnTo>
                    <a:pt x="109" y="364"/>
                  </a:lnTo>
                  <a:lnTo>
                    <a:pt x="89" y="381"/>
                  </a:lnTo>
                  <a:lnTo>
                    <a:pt x="67" y="394"/>
                  </a:lnTo>
                  <a:lnTo>
                    <a:pt x="46" y="405"/>
                  </a:lnTo>
                  <a:lnTo>
                    <a:pt x="24" y="411"/>
                  </a:lnTo>
                  <a:lnTo>
                    <a:pt x="0" y="413"/>
                  </a:lnTo>
                  <a:lnTo>
                    <a:pt x="0" y="425"/>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0824" name="Freeform 70"/>
            <p:cNvSpPr>
              <a:spLocks/>
            </p:cNvSpPr>
            <p:nvPr/>
          </p:nvSpPr>
          <p:spPr bwMode="auto">
            <a:xfrm>
              <a:off x="1502" y="1836"/>
              <a:ext cx="50" cy="85"/>
            </a:xfrm>
            <a:custGeom>
              <a:avLst/>
              <a:gdLst>
                <a:gd name="T0" fmla="*/ 0 w 246"/>
                <a:gd name="T1" fmla="*/ 0 h 425"/>
                <a:gd name="T2" fmla="*/ 0 w 246"/>
                <a:gd name="T3" fmla="*/ 0 h 425"/>
                <a:gd name="T4" fmla="*/ 0 w 246"/>
                <a:gd name="T5" fmla="*/ 0 h 425"/>
                <a:gd name="T6" fmla="*/ 0 w 246"/>
                <a:gd name="T7" fmla="*/ 1 h 425"/>
                <a:gd name="T8" fmla="*/ 0 w 246"/>
                <a:gd name="T9" fmla="*/ 1 h 425"/>
                <a:gd name="T10" fmla="*/ 0 w 246"/>
                <a:gd name="T11" fmla="*/ 1 h 425"/>
                <a:gd name="T12" fmla="*/ 0 w 246"/>
                <a:gd name="T13" fmla="*/ 2 h 425"/>
                <a:gd name="T14" fmla="*/ 0 w 246"/>
                <a:gd name="T15" fmla="*/ 2 h 425"/>
                <a:gd name="T16" fmla="*/ 0 w 246"/>
                <a:gd name="T17" fmla="*/ 2 h 425"/>
                <a:gd name="T18" fmla="*/ 1 w 246"/>
                <a:gd name="T19" fmla="*/ 2 h 425"/>
                <a:gd name="T20" fmla="*/ 1 w 246"/>
                <a:gd name="T21" fmla="*/ 3 h 425"/>
                <a:gd name="T22" fmla="*/ 1 w 246"/>
                <a:gd name="T23" fmla="*/ 3 h 425"/>
                <a:gd name="T24" fmla="*/ 1 w 246"/>
                <a:gd name="T25" fmla="*/ 3 h 425"/>
                <a:gd name="T26" fmla="*/ 1 w 246"/>
                <a:gd name="T27" fmla="*/ 3 h 425"/>
                <a:gd name="T28" fmla="*/ 1 w 246"/>
                <a:gd name="T29" fmla="*/ 3 h 425"/>
                <a:gd name="T30" fmla="*/ 2 w 246"/>
                <a:gd name="T31" fmla="*/ 3 h 425"/>
                <a:gd name="T32" fmla="*/ 2 w 246"/>
                <a:gd name="T33" fmla="*/ 3 h 425"/>
                <a:gd name="T34" fmla="*/ 2 w 246"/>
                <a:gd name="T35" fmla="*/ 3 h 425"/>
                <a:gd name="T36" fmla="*/ 2 w 246"/>
                <a:gd name="T37" fmla="*/ 3 h 425"/>
                <a:gd name="T38" fmla="*/ 2 w 246"/>
                <a:gd name="T39" fmla="*/ 3 h 425"/>
                <a:gd name="T40" fmla="*/ 2 w 246"/>
                <a:gd name="T41" fmla="*/ 3 h 425"/>
                <a:gd name="T42" fmla="*/ 1 w 246"/>
                <a:gd name="T43" fmla="*/ 3 h 425"/>
                <a:gd name="T44" fmla="*/ 1 w 246"/>
                <a:gd name="T45" fmla="*/ 3 h 425"/>
                <a:gd name="T46" fmla="*/ 1 w 246"/>
                <a:gd name="T47" fmla="*/ 3 h 425"/>
                <a:gd name="T48" fmla="*/ 1 w 246"/>
                <a:gd name="T49" fmla="*/ 3 h 425"/>
                <a:gd name="T50" fmla="*/ 1 w 246"/>
                <a:gd name="T51" fmla="*/ 3 h 425"/>
                <a:gd name="T52" fmla="*/ 1 w 246"/>
                <a:gd name="T53" fmla="*/ 2 h 425"/>
                <a:gd name="T54" fmla="*/ 1 w 246"/>
                <a:gd name="T55" fmla="*/ 2 h 425"/>
                <a:gd name="T56" fmla="*/ 0 w 246"/>
                <a:gd name="T57" fmla="*/ 2 h 425"/>
                <a:gd name="T58" fmla="*/ 0 w 246"/>
                <a:gd name="T59" fmla="*/ 2 h 425"/>
                <a:gd name="T60" fmla="*/ 0 w 246"/>
                <a:gd name="T61" fmla="*/ 1 h 425"/>
                <a:gd name="T62" fmla="*/ 0 w 246"/>
                <a:gd name="T63" fmla="*/ 1 h 425"/>
                <a:gd name="T64" fmla="*/ 0 w 246"/>
                <a:gd name="T65" fmla="*/ 1 h 425"/>
                <a:gd name="T66" fmla="*/ 0 w 246"/>
                <a:gd name="T67" fmla="*/ 0 h 425"/>
                <a:gd name="T68" fmla="*/ 0 w 246"/>
                <a:gd name="T69" fmla="*/ 0 h 425"/>
                <a:gd name="T70" fmla="*/ 0 w 246"/>
                <a:gd name="T71" fmla="*/ 0 h 425"/>
                <a:gd name="T72" fmla="*/ 0 w 246"/>
                <a:gd name="T73" fmla="*/ 0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5"/>
                <a:gd name="T113" fmla="*/ 246 w 246"/>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5">
                  <a:moveTo>
                    <a:pt x="0" y="0"/>
                  </a:moveTo>
                  <a:lnTo>
                    <a:pt x="0" y="0"/>
                  </a:lnTo>
                  <a:lnTo>
                    <a:pt x="2" y="43"/>
                  </a:lnTo>
                  <a:lnTo>
                    <a:pt x="5" y="86"/>
                  </a:lnTo>
                  <a:lnTo>
                    <a:pt x="11" y="126"/>
                  </a:lnTo>
                  <a:lnTo>
                    <a:pt x="19" y="163"/>
                  </a:lnTo>
                  <a:lnTo>
                    <a:pt x="30" y="202"/>
                  </a:lnTo>
                  <a:lnTo>
                    <a:pt x="41" y="236"/>
                  </a:lnTo>
                  <a:lnTo>
                    <a:pt x="55" y="269"/>
                  </a:lnTo>
                  <a:lnTo>
                    <a:pt x="73" y="299"/>
                  </a:lnTo>
                  <a:lnTo>
                    <a:pt x="89" y="326"/>
                  </a:lnTo>
                  <a:lnTo>
                    <a:pt x="108" y="351"/>
                  </a:lnTo>
                  <a:lnTo>
                    <a:pt x="128" y="373"/>
                  </a:lnTo>
                  <a:lnTo>
                    <a:pt x="150" y="391"/>
                  </a:lnTo>
                  <a:lnTo>
                    <a:pt x="171" y="406"/>
                  </a:lnTo>
                  <a:lnTo>
                    <a:pt x="196" y="417"/>
                  </a:lnTo>
                  <a:lnTo>
                    <a:pt x="221" y="422"/>
                  </a:lnTo>
                  <a:lnTo>
                    <a:pt x="246" y="425"/>
                  </a:lnTo>
                  <a:lnTo>
                    <a:pt x="246" y="413"/>
                  </a:lnTo>
                  <a:lnTo>
                    <a:pt x="223" y="411"/>
                  </a:lnTo>
                  <a:lnTo>
                    <a:pt x="201" y="405"/>
                  </a:lnTo>
                  <a:lnTo>
                    <a:pt x="178" y="394"/>
                  </a:lnTo>
                  <a:lnTo>
                    <a:pt x="157" y="381"/>
                  </a:lnTo>
                  <a:lnTo>
                    <a:pt x="137" y="364"/>
                  </a:lnTo>
                  <a:lnTo>
                    <a:pt x="117" y="344"/>
                  </a:lnTo>
                  <a:lnTo>
                    <a:pt x="99" y="319"/>
                  </a:lnTo>
                  <a:lnTo>
                    <a:pt x="82" y="292"/>
                  </a:lnTo>
                  <a:lnTo>
                    <a:pt x="67" y="264"/>
                  </a:lnTo>
                  <a:lnTo>
                    <a:pt x="53" y="231"/>
                  </a:lnTo>
                  <a:lnTo>
                    <a:pt x="41" y="197"/>
                  </a:lnTo>
                  <a:lnTo>
                    <a:pt x="31" y="161"/>
                  </a:lnTo>
                  <a:lnTo>
                    <a:pt x="23" y="123"/>
                  </a:lnTo>
                  <a:lnTo>
                    <a:pt x="17" y="84"/>
                  </a:lnTo>
                  <a:lnTo>
                    <a:pt x="13" y="4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0825" name="Freeform 71"/>
            <p:cNvSpPr>
              <a:spLocks/>
            </p:cNvSpPr>
            <p:nvPr/>
          </p:nvSpPr>
          <p:spPr bwMode="auto">
            <a:xfrm>
              <a:off x="1502" y="1751"/>
              <a:ext cx="50" cy="85"/>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2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1" y="2"/>
                  </a:lnTo>
                  <a:lnTo>
                    <a:pt x="196" y="8"/>
                  </a:lnTo>
                  <a:lnTo>
                    <a:pt x="171" y="19"/>
                  </a:lnTo>
                  <a:lnTo>
                    <a:pt x="150" y="34"/>
                  </a:lnTo>
                  <a:lnTo>
                    <a:pt x="128" y="52"/>
                  </a:lnTo>
                  <a:lnTo>
                    <a:pt x="108" y="74"/>
                  </a:lnTo>
                  <a:lnTo>
                    <a:pt x="89" y="98"/>
                  </a:lnTo>
                  <a:lnTo>
                    <a:pt x="73" y="125"/>
                  </a:lnTo>
                  <a:lnTo>
                    <a:pt x="55" y="156"/>
                  </a:lnTo>
                  <a:lnTo>
                    <a:pt x="41" y="189"/>
                  </a:lnTo>
                  <a:lnTo>
                    <a:pt x="30" y="223"/>
                  </a:lnTo>
                  <a:lnTo>
                    <a:pt x="19" y="261"/>
                  </a:lnTo>
                  <a:lnTo>
                    <a:pt x="11" y="299"/>
                  </a:lnTo>
                  <a:lnTo>
                    <a:pt x="5" y="339"/>
                  </a:lnTo>
                  <a:lnTo>
                    <a:pt x="2" y="382"/>
                  </a:lnTo>
                  <a:lnTo>
                    <a:pt x="0" y="424"/>
                  </a:lnTo>
                  <a:lnTo>
                    <a:pt x="12" y="424"/>
                  </a:lnTo>
                  <a:lnTo>
                    <a:pt x="13" y="382"/>
                  </a:lnTo>
                  <a:lnTo>
                    <a:pt x="17" y="341"/>
                  </a:lnTo>
                  <a:lnTo>
                    <a:pt x="23" y="301"/>
                  </a:lnTo>
                  <a:lnTo>
                    <a:pt x="31" y="264"/>
                  </a:lnTo>
                  <a:lnTo>
                    <a:pt x="41" y="227"/>
                  </a:lnTo>
                  <a:lnTo>
                    <a:pt x="53" y="193"/>
                  </a:lnTo>
                  <a:lnTo>
                    <a:pt x="67" y="161"/>
                  </a:lnTo>
                  <a:lnTo>
                    <a:pt x="82" y="132"/>
                  </a:lnTo>
                  <a:lnTo>
                    <a:pt x="99" y="105"/>
                  </a:lnTo>
                  <a:lnTo>
                    <a:pt x="117" y="81"/>
                  </a:lnTo>
                  <a:lnTo>
                    <a:pt x="137" y="61"/>
                  </a:lnTo>
                  <a:lnTo>
                    <a:pt x="157" y="43"/>
                  </a:lnTo>
                  <a:lnTo>
                    <a:pt x="178" y="30"/>
                  </a:lnTo>
                  <a:lnTo>
                    <a:pt x="201" y="20"/>
                  </a:lnTo>
                  <a:lnTo>
                    <a:pt x="223" y="14"/>
                  </a:lnTo>
                  <a:lnTo>
                    <a:pt x="246" y="12"/>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0826" name="Freeform 72"/>
            <p:cNvSpPr>
              <a:spLocks/>
            </p:cNvSpPr>
            <p:nvPr/>
          </p:nvSpPr>
          <p:spPr bwMode="auto">
            <a:xfrm>
              <a:off x="1565" y="2016"/>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0" y="339"/>
                  </a:lnTo>
                  <a:lnTo>
                    <a:pt x="234" y="299"/>
                  </a:lnTo>
                  <a:lnTo>
                    <a:pt x="226" y="261"/>
                  </a:lnTo>
                  <a:lnTo>
                    <a:pt x="216" y="223"/>
                  </a:lnTo>
                  <a:lnTo>
                    <a:pt x="204" y="189"/>
                  </a:lnTo>
                  <a:lnTo>
                    <a:pt x="190" y="156"/>
                  </a:lnTo>
                  <a:lnTo>
                    <a:pt x="174" y="125"/>
                  </a:lnTo>
                  <a:lnTo>
                    <a:pt x="156" y="98"/>
                  </a:lnTo>
                  <a:lnTo>
                    <a:pt x="138" y="74"/>
                  </a:lnTo>
                  <a:lnTo>
                    <a:pt x="118" y="51"/>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9" y="81"/>
                  </a:lnTo>
                  <a:lnTo>
                    <a:pt x="147" y="105"/>
                  </a:lnTo>
                  <a:lnTo>
                    <a:pt x="164" y="132"/>
                  </a:lnTo>
                  <a:lnTo>
                    <a:pt x="178" y="160"/>
                  </a:lnTo>
                  <a:lnTo>
                    <a:pt x="192" y="193"/>
                  </a:lnTo>
                  <a:lnTo>
                    <a:pt x="204" y="227"/>
                  </a:lnTo>
                  <a:lnTo>
                    <a:pt x="215" y="264"/>
                  </a:lnTo>
                  <a:lnTo>
                    <a:pt x="223" y="301"/>
                  </a:lnTo>
                  <a:lnTo>
                    <a:pt x="229"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0827" name="Freeform 73"/>
            <p:cNvSpPr>
              <a:spLocks/>
            </p:cNvSpPr>
            <p:nvPr/>
          </p:nvSpPr>
          <p:spPr bwMode="auto">
            <a:xfrm>
              <a:off x="1565" y="2101"/>
              <a:ext cx="49" cy="85"/>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6" y="423"/>
                  </a:lnTo>
                  <a:lnTo>
                    <a:pt x="51" y="418"/>
                  </a:lnTo>
                  <a:lnTo>
                    <a:pt x="74" y="407"/>
                  </a:lnTo>
                  <a:lnTo>
                    <a:pt x="96" y="392"/>
                  </a:lnTo>
                  <a:lnTo>
                    <a:pt x="118" y="373"/>
                  </a:lnTo>
                  <a:lnTo>
                    <a:pt x="138" y="351"/>
                  </a:lnTo>
                  <a:lnTo>
                    <a:pt x="156" y="327"/>
                  </a:lnTo>
                  <a:lnTo>
                    <a:pt x="175" y="299"/>
                  </a:lnTo>
                  <a:lnTo>
                    <a:pt x="190" y="269"/>
                  </a:lnTo>
                  <a:lnTo>
                    <a:pt x="204" y="236"/>
                  </a:lnTo>
                  <a:lnTo>
                    <a:pt x="216" y="202"/>
                  </a:lnTo>
                  <a:lnTo>
                    <a:pt x="226" y="164"/>
                  </a:lnTo>
                  <a:lnTo>
                    <a:pt x="234" y="126"/>
                  </a:lnTo>
                  <a:lnTo>
                    <a:pt x="240" y="86"/>
                  </a:lnTo>
                  <a:lnTo>
                    <a:pt x="244" y="42"/>
                  </a:lnTo>
                  <a:lnTo>
                    <a:pt x="245" y="0"/>
                  </a:lnTo>
                  <a:lnTo>
                    <a:pt x="233" y="0"/>
                  </a:lnTo>
                  <a:lnTo>
                    <a:pt x="232" y="42"/>
                  </a:lnTo>
                  <a:lnTo>
                    <a:pt x="229" y="83"/>
                  </a:lnTo>
                  <a:lnTo>
                    <a:pt x="223" y="123"/>
                  </a:lnTo>
                  <a:lnTo>
                    <a:pt x="215" y="162"/>
                  </a:lnTo>
                  <a:lnTo>
                    <a:pt x="204" y="197"/>
                  </a:lnTo>
                  <a:lnTo>
                    <a:pt x="192" y="231"/>
                  </a:lnTo>
                  <a:lnTo>
                    <a:pt x="178" y="264"/>
                  </a:lnTo>
                  <a:lnTo>
                    <a:pt x="163" y="292"/>
                  </a:lnTo>
                  <a:lnTo>
                    <a:pt x="147" y="320"/>
                  </a:lnTo>
                  <a:lnTo>
                    <a:pt x="129" y="344"/>
                  </a:lnTo>
                  <a:lnTo>
                    <a:pt x="109" y="364"/>
                  </a:lnTo>
                  <a:lnTo>
                    <a:pt x="89" y="382"/>
                  </a:lnTo>
                  <a:lnTo>
                    <a:pt x="67" y="395"/>
                  </a:lnTo>
                  <a:lnTo>
                    <a:pt x="46" y="406"/>
                  </a:lnTo>
                  <a:lnTo>
                    <a:pt x="24"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0828" name="Freeform 74"/>
            <p:cNvSpPr>
              <a:spLocks/>
            </p:cNvSpPr>
            <p:nvPr/>
          </p:nvSpPr>
          <p:spPr bwMode="auto">
            <a:xfrm>
              <a:off x="1516" y="2101"/>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5" y="86"/>
                  </a:lnTo>
                  <a:lnTo>
                    <a:pt x="11" y="126"/>
                  </a:lnTo>
                  <a:lnTo>
                    <a:pt x="19" y="164"/>
                  </a:lnTo>
                  <a:lnTo>
                    <a:pt x="30" y="202"/>
                  </a:lnTo>
                  <a:lnTo>
                    <a:pt x="41" y="236"/>
                  </a:lnTo>
                  <a:lnTo>
                    <a:pt x="55" y="269"/>
                  </a:lnTo>
                  <a:lnTo>
                    <a:pt x="71" y="299"/>
                  </a:lnTo>
                  <a:lnTo>
                    <a:pt x="89" y="327"/>
                  </a:lnTo>
                  <a:lnTo>
                    <a:pt x="107" y="351"/>
                  </a:lnTo>
                  <a:lnTo>
                    <a:pt x="127" y="373"/>
                  </a:lnTo>
                  <a:lnTo>
                    <a:pt x="149" y="392"/>
                  </a:lnTo>
                  <a:lnTo>
                    <a:pt x="171" y="407"/>
                  </a:lnTo>
                  <a:lnTo>
                    <a:pt x="195" y="418"/>
                  </a:lnTo>
                  <a:lnTo>
                    <a:pt x="219" y="423"/>
                  </a:lnTo>
                  <a:lnTo>
                    <a:pt x="245" y="426"/>
                  </a:lnTo>
                  <a:lnTo>
                    <a:pt x="245" y="414"/>
                  </a:lnTo>
                  <a:lnTo>
                    <a:pt x="222" y="412"/>
                  </a:lnTo>
                  <a:lnTo>
                    <a:pt x="199" y="406"/>
                  </a:lnTo>
                  <a:lnTo>
                    <a:pt x="178" y="395"/>
                  </a:lnTo>
                  <a:lnTo>
                    <a:pt x="156" y="382"/>
                  </a:lnTo>
                  <a:lnTo>
                    <a:pt x="136" y="364"/>
                  </a:lnTo>
                  <a:lnTo>
                    <a:pt x="116" y="344"/>
                  </a:lnTo>
                  <a:lnTo>
                    <a:pt x="99" y="320"/>
                  </a:lnTo>
                  <a:lnTo>
                    <a:pt x="82" y="292"/>
                  </a:lnTo>
                  <a:lnTo>
                    <a:pt x="67" y="264"/>
                  </a:lnTo>
                  <a:lnTo>
                    <a:pt x="53" y="231"/>
                  </a:lnTo>
                  <a:lnTo>
                    <a:pt x="41" y="197"/>
                  </a:lnTo>
                  <a:lnTo>
                    <a:pt x="31" y="162"/>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0829" name="Freeform 75"/>
            <p:cNvSpPr>
              <a:spLocks/>
            </p:cNvSpPr>
            <p:nvPr/>
          </p:nvSpPr>
          <p:spPr bwMode="auto">
            <a:xfrm>
              <a:off x="1516" y="2016"/>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5" y="8"/>
                  </a:lnTo>
                  <a:lnTo>
                    <a:pt x="171" y="19"/>
                  </a:lnTo>
                  <a:lnTo>
                    <a:pt x="149" y="34"/>
                  </a:lnTo>
                  <a:lnTo>
                    <a:pt x="127" y="51"/>
                  </a:lnTo>
                  <a:lnTo>
                    <a:pt x="107" y="74"/>
                  </a:lnTo>
                  <a:lnTo>
                    <a:pt x="89" y="98"/>
                  </a:lnTo>
                  <a:lnTo>
                    <a:pt x="72" y="125"/>
                  </a:lnTo>
                  <a:lnTo>
                    <a:pt x="55" y="156"/>
                  </a:lnTo>
                  <a:lnTo>
                    <a:pt x="41" y="189"/>
                  </a:lnTo>
                  <a:lnTo>
                    <a:pt x="30" y="223"/>
                  </a:lnTo>
                  <a:lnTo>
                    <a:pt x="19" y="261"/>
                  </a:lnTo>
                  <a:lnTo>
                    <a:pt x="11" y="299"/>
                  </a:lnTo>
                  <a:lnTo>
                    <a:pt x="5" y="339"/>
                  </a:lnTo>
                  <a:lnTo>
                    <a:pt x="1" y="382"/>
                  </a:lnTo>
                  <a:lnTo>
                    <a:pt x="0" y="424"/>
                  </a:lnTo>
                  <a:lnTo>
                    <a:pt x="12" y="424"/>
                  </a:lnTo>
                  <a:lnTo>
                    <a:pt x="13" y="382"/>
                  </a:lnTo>
                  <a:lnTo>
                    <a:pt x="17" y="341"/>
                  </a:lnTo>
                  <a:lnTo>
                    <a:pt x="23" y="301"/>
                  </a:lnTo>
                  <a:lnTo>
                    <a:pt x="31" y="264"/>
                  </a:lnTo>
                  <a:lnTo>
                    <a:pt x="41" y="227"/>
                  </a:lnTo>
                  <a:lnTo>
                    <a:pt x="53" y="193"/>
                  </a:lnTo>
                  <a:lnTo>
                    <a:pt x="67" y="160"/>
                  </a:lnTo>
                  <a:lnTo>
                    <a:pt x="81" y="132"/>
                  </a:lnTo>
                  <a:lnTo>
                    <a:pt x="99" y="105"/>
                  </a:lnTo>
                  <a:lnTo>
                    <a:pt x="116" y="81"/>
                  </a:lnTo>
                  <a:lnTo>
                    <a:pt x="136" y="61"/>
                  </a:lnTo>
                  <a:lnTo>
                    <a:pt x="156" y="43"/>
                  </a:lnTo>
                  <a:lnTo>
                    <a:pt x="178" y="30"/>
                  </a:lnTo>
                  <a:lnTo>
                    <a:pt x="199" y="20"/>
                  </a:lnTo>
                  <a:lnTo>
                    <a:pt x="222"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sp>
        <p:nvSpPr>
          <p:cNvPr id="160776" name="Rectangle 77"/>
          <p:cNvSpPr>
            <a:spLocks noChangeArrowheads="1"/>
          </p:cNvSpPr>
          <p:nvPr/>
        </p:nvSpPr>
        <p:spPr bwMode="auto">
          <a:xfrm>
            <a:off x="611188" y="0"/>
            <a:ext cx="6388100" cy="6477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3000"/>
              <a:t>Sem. 3 - Mercredi</a:t>
            </a:r>
          </a:p>
        </p:txBody>
      </p:sp>
      <p:sp>
        <p:nvSpPr>
          <p:cNvPr id="160777" name="Text Box 78"/>
          <p:cNvSpPr txBox="1">
            <a:spLocks noChangeArrowheads="1"/>
          </p:cNvSpPr>
          <p:nvPr/>
        </p:nvSpPr>
        <p:spPr bwMode="auto">
          <a:xfrm>
            <a:off x="566738" y="2697163"/>
            <a:ext cx="3217862"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2. Pas de commandes</a:t>
            </a:r>
          </a:p>
        </p:txBody>
      </p:sp>
      <p:sp>
        <p:nvSpPr>
          <p:cNvPr id="160778" name="Text Box 79"/>
          <p:cNvSpPr txBox="1">
            <a:spLocks noChangeArrowheads="1"/>
          </p:cNvSpPr>
          <p:nvPr/>
        </p:nvSpPr>
        <p:spPr bwMode="auto">
          <a:xfrm>
            <a:off x="566738" y="5211763"/>
            <a:ext cx="6543675" cy="4429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eaLnBrk="1" hangingPunct="1">
              <a:spcBef>
                <a:spcPct val="0"/>
              </a:spcBef>
              <a:buFontTx/>
              <a:buNone/>
            </a:pPr>
            <a:r>
              <a:rPr lang="fr-FR" altLang="fr-FR" sz="2300"/>
              <a:t>4. Pointez la production sur votre feuille de suivi</a:t>
            </a:r>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61794" name="Group 2"/>
          <p:cNvGrpSpPr>
            <a:grpSpLocks/>
          </p:cNvGrpSpPr>
          <p:nvPr/>
        </p:nvGrpSpPr>
        <p:grpSpPr bwMode="auto">
          <a:xfrm>
            <a:off x="7073900" y="215900"/>
            <a:ext cx="1878013" cy="1250950"/>
            <a:chOff x="4456" y="136"/>
            <a:chExt cx="1183" cy="788"/>
          </a:xfrm>
        </p:grpSpPr>
        <p:grpSp>
          <p:nvGrpSpPr>
            <p:cNvPr id="161854" name="Group 3"/>
            <p:cNvGrpSpPr>
              <a:grpSpLocks/>
            </p:cNvGrpSpPr>
            <p:nvPr/>
          </p:nvGrpSpPr>
          <p:grpSpPr bwMode="auto">
            <a:xfrm>
              <a:off x="4766" y="232"/>
              <a:ext cx="873" cy="692"/>
              <a:chOff x="2185" y="310"/>
              <a:chExt cx="873" cy="692"/>
            </a:xfrm>
          </p:grpSpPr>
          <p:sp>
            <p:nvSpPr>
              <p:cNvPr id="161865" name="Freeform 4"/>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accent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1866" name="Freeform 5"/>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1867" name="Freeform 6"/>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1868" name="Freeform 7"/>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1869" name="Freeform 8"/>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1870" name="Freeform 9"/>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1871" name="Freeform 10"/>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grpSp>
          <p:nvGrpSpPr>
            <p:cNvPr id="161855" name="Group 11"/>
            <p:cNvGrpSpPr>
              <a:grpSpLocks/>
            </p:cNvGrpSpPr>
            <p:nvPr/>
          </p:nvGrpSpPr>
          <p:grpSpPr bwMode="auto">
            <a:xfrm>
              <a:off x="4949" y="336"/>
              <a:ext cx="591" cy="468"/>
              <a:chOff x="2185" y="310"/>
              <a:chExt cx="873" cy="692"/>
            </a:xfrm>
          </p:grpSpPr>
          <p:sp>
            <p:nvSpPr>
              <p:cNvPr id="161858" name="Freeform 12"/>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1859" name="Freeform 13"/>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1860" name="Freeform 14"/>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1861" name="Freeform 15"/>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1862" name="Freeform 16"/>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1863" name="Freeform 17"/>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1864" name="Freeform 18"/>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pic>
          <p:nvPicPr>
            <p:cNvPr id="161856" name="Picture 19"/>
            <p:cNvPicPr>
              <a:picLocks noChangeAspect="1" noChangeArrowheads="1"/>
            </p:cNvPicPr>
            <p:nvPr/>
          </p:nvPicPr>
          <p:blipFill>
            <a:blip r:embed="rId3" cstate="print">
              <a:extLst>
                <a:ext uri="{28A0092B-C50C-407E-A947-70E740481C1C}">
                  <a14:useLocalDpi xmlns:a14="http://schemas.microsoft.com/office/drawing/2010/main" val="0"/>
                </a:ext>
              </a:extLst>
            </a:blip>
            <a:srcRect l="-4282" t="-4369" r="-5199" b="-12012"/>
            <a:stretch>
              <a:fillRect/>
            </a:stretch>
          </p:blipFill>
          <p:spPr bwMode="auto">
            <a:xfrm>
              <a:off x="4456" y="136"/>
              <a:ext cx="480" cy="5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61857" name="Text Box 20"/>
            <p:cNvSpPr txBox="1">
              <a:spLocks noChangeArrowheads="1"/>
            </p:cNvSpPr>
            <p:nvPr/>
          </p:nvSpPr>
          <p:spPr bwMode="auto">
            <a:xfrm>
              <a:off x="4946" y="314"/>
              <a:ext cx="596" cy="49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4500" b="1">
                  <a:solidFill>
                    <a:srgbClr val="FF0000"/>
                  </a:solidFill>
                  <a:latin typeface="Arial Black" pitchFamily="34" charset="0"/>
                </a:rPr>
                <a:t>20</a:t>
              </a:r>
              <a:endParaRPr lang="fr-FR" altLang="fr-FR" sz="3200">
                <a:solidFill>
                  <a:schemeClr val="tx1"/>
                </a:solidFill>
                <a:latin typeface="Arial Black" pitchFamily="34" charset="0"/>
              </a:endParaRPr>
            </a:p>
          </p:txBody>
        </p:sp>
      </p:grpSp>
      <p:sp>
        <p:nvSpPr>
          <p:cNvPr id="161796" name="Text Box 22"/>
          <p:cNvSpPr txBox="1">
            <a:spLocks noChangeArrowheads="1"/>
          </p:cNvSpPr>
          <p:nvPr/>
        </p:nvSpPr>
        <p:spPr bwMode="auto">
          <a:xfrm>
            <a:off x="566738" y="1363663"/>
            <a:ext cx="1946275"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1. Tirez le dé</a:t>
            </a:r>
          </a:p>
        </p:txBody>
      </p:sp>
      <p:sp>
        <p:nvSpPr>
          <p:cNvPr id="161797" name="Text Box 23"/>
          <p:cNvSpPr txBox="1">
            <a:spLocks noChangeArrowheads="1"/>
          </p:cNvSpPr>
          <p:nvPr/>
        </p:nvSpPr>
        <p:spPr bwMode="auto">
          <a:xfrm>
            <a:off x="566738" y="3935413"/>
            <a:ext cx="18796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3. Produisez</a:t>
            </a:r>
          </a:p>
        </p:txBody>
      </p:sp>
      <p:grpSp>
        <p:nvGrpSpPr>
          <p:cNvPr id="161798" name="Group 24"/>
          <p:cNvGrpSpPr>
            <a:grpSpLocks/>
          </p:cNvGrpSpPr>
          <p:nvPr/>
        </p:nvGrpSpPr>
        <p:grpSpPr bwMode="auto">
          <a:xfrm>
            <a:off x="2986088" y="1306513"/>
            <a:ext cx="446087" cy="534987"/>
            <a:chOff x="868" y="1439"/>
            <a:chExt cx="811" cy="972"/>
          </a:xfrm>
        </p:grpSpPr>
        <p:sp>
          <p:nvSpPr>
            <p:cNvPr id="161803" name="Freeform 25"/>
            <p:cNvSpPr>
              <a:spLocks/>
            </p:cNvSpPr>
            <p:nvPr/>
          </p:nvSpPr>
          <p:spPr bwMode="auto">
            <a:xfrm>
              <a:off x="1548" y="2014"/>
              <a:ext cx="123" cy="100"/>
            </a:xfrm>
            <a:custGeom>
              <a:avLst/>
              <a:gdLst>
                <a:gd name="T0" fmla="*/ 5 w 618"/>
                <a:gd name="T1" fmla="*/ 0 h 502"/>
                <a:gd name="T2" fmla="*/ 5 w 618"/>
                <a:gd name="T3" fmla="*/ 0 h 502"/>
                <a:gd name="T4" fmla="*/ 0 w 618"/>
                <a:gd name="T5" fmla="*/ 4 h 502"/>
                <a:gd name="T6" fmla="*/ 0 w 618"/>
                <a:gd name="T7" fmla="*/ 4 h 502"/>
                <a:gd name="T8" fmla="*/ 5 w 618"/>
                <a:gd name="T9" fmla="*/ 0 h 502"/>
                <a:gd name="T10" fmla="*/ 5 w 618"/>
                <a:gd name="T11" fmla="*/ 0 h 502"/>
                <a:gd name="T12" fmla="*/ 5 w 618"/>
                <a:gd name="T13" fmla="*/ 0 h 502"/>
                <a:gd name="T14" fmla="*/ 5 w 618"/>
                <a:gd name="T15" fmla="*/ 0 h 502"/>
                <a:gd name="T16" fmla="*/ 5 w 618"/>
                <a:gd name="T17" fmla="*/ 0 h 502"/>
                <a:gd name="T18" fmla="*/ 5 w 618"/>
                <a:gd name="T19" fmla="*/ 0 h 502"/>
                <a:gd name="T20" fmla="*/ 5 w 618"/>
                <a:gd name="T21" fmla="*/ 0 h 502"/>
                <a:gd name="T22" fmla="*/ 5 w 618"/>
                <a:gd name="T23" fmla="*/ 0 h 502"/>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618"/>
                <a:gd name="T37" fmla="*/ 0 h 502"/>
                <a:gd name="T38" fmla="*/ 618 w 618"/>
                <a:gd name="T39" fmla="*/ 502 h 502"/>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618" h="502">
                  <a:moveTo>
                    <a:pt x="611" y="0"/>
                  </a:moveTo>
                  <a:lnTo>
                    <a:pt x="606" y="2"/>
                  </a:lnTo>
                  <a:lnTo>
                    <a:pt x="0" y="490"/>
                  </a:lnTo>
                  <a:lnTo>
                    <a:pt x="10" y="502"/>
                  </a:lnTo>
                  <a:lnTo>
                    <a:pt x="616" y="14"/>
                  </a:lnTo>
                  <a:lnTo>
                    <a:pt x="611" y="16"/>
                  </a:lnTo>
                  <a:lnTo>
                    <a:pt x="616" y="14"/>
                  </a:lnTo>
                  <a:lnTo>
                    <a:pt x="618" y="9"/>
                  </a:lnTo>
                  <a:lnTo>
                    <a:pt x="617" y="3"/>
                  </a:lnTo>
                  <a:lnTo>
                    <a:pt x="612" y="1"/>
                  </a:lnTo>
                  <a:lnTo>
                    <a:pt x="606" y="2"/>
                  </a:lnTo>
                  <a:lnTo>
                    <a:pt x="611"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1804" name="Freeform 26"/>
            <p:cNvSpPr>
              <a:spLocks/>
            </p:cNvSpPr>
            <p:nvPr/>
          </p:nvSpPr>
          <p:spPr bwMode="auto">
            <a:xfrm>
              <a:off x="876" y="1852"/>
              <a:ext cx="82" cy="373"/>
            </a:xfrm>
            <a:custGeom>
              <a:avLst/>
              <a:gdLst>
                <a:gd name="T0" fmla="*/ 3 w 413"/>
                <a:gd name="T1" fmla="*/ 15 h 1865"/>
                <a:gd name="T2" fmla="*/ 3 w 413"/>
                <a:gd name="T3" fmla="*/ 15 h 1865"/>
                <a:gd name="T4" fmla="*/ 0 w 413"/>
                <a:gd name="T5" fmla="*/ 0 h 1865"/>
                <a:gd name="T6" fmla="*/ 0 w 413"/>
                <a:gd name="T7" fmla="*/ 0 h 1865"/>
                <a:gd name="T8" fmla="*/ 3 w 413"/>
                <a:gd name="T9" fmla="*/ 15 h 1865"/>
                <a:gd name="T10" fmla="*/ 3 w 413"/>
                <a:gd name="T11" fmla="*/ 15 h 1865"/>
                <a:gd name="T12" fmla="*/ 3 w 413"/>
                <a:gd name="T13" fmla="*/ 15 h 1865"/>
                <a:gd name="T14" fmla="*/ 3 w 413"/>
                <a:gd name="T15" fmla="*/ 15 h 1865"/>
                <a:gd name="T16" fmla="*/ 3 w 413"/>
                <a:gd name="T17" fmla="*/ 15 h 1865"/>
                <a:gd name="T18" fmla="*/ 3 w 413"/>
                <a:gd name="T19" fmla="*/ 15 h 1865"/>
                <a:gd name="T20" fmla="*/ 3 w 413"/>
                <a:gd name="T21" fmla="*/ 15 h 1865"/>
                <a:gd name="T22" fmla="*/ 3 w 413"/>
                <a:gd name="T23" fmla="*/ 15 h 186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413"/>
                <a:gd name="T37" fmla="*/ 0 h 1865"/>
                <a:gd name="T38" fmla="*/ 413 w 413"/>
                <a:gd name="T39" fmla="*/ 1865 h 1865"/>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413" h="1865">
                  <a:moveTo>
                    <a:pt x="400" y="1864"/>
                  </a:moveTo>
                  <a:lnTo>
                    <a:pt x="413" y="1856"/>
                  </a:lnTo>
                  <a:lnTo>
                    <a:pt x="17" y="0"/>
                  </a:lnTo>
                  <a:lnTo>
                    <a:pt x="0" y="2"/>
                  </a:lnTo>
                  <a:lnTo>
                    <a:pt x="396" y="1858"/>
                  </a:lnTo>
                  <a:lnTo>
                    <a:pt x="409" y="1850"/>
                  </a:lnTo>
                  <a:lnTo>
                    <a:pt x="396" y="1858"/>
                  </a:lnTo>
                  <a:lnTo>
                    <a:pt x="400" y="1864"/>
                  </a:lnTo>
                  <a:lnTo>
                    <a:pt x="406" y="1865"/>
                  </a:lnTo>
                  <a:lnTo>
                    <a:pt x="410" y="1862"/>
                  </a:lnTo>
                  <a:lnTo>
                    <a:pt x="413" y="1856"/>
                  </a:lnTo>
                  <a:lnTo>
                    <a:pt x="400" y="186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1805" name="Freeform 27"/>
            <p:cNvSpPr>
              <a:spLocks/>
            </p:cNvSpPr>
            <p:nvPr/>
          </p:nvSpPr>
          <p:spPr bwMode="auto">
            <a:xfrm>
              <a:off x="1282" y="1533"/>
              <a:ext cx="35" cy="161"/>
            </a:xfrm>
            <a:custGeom>
              <a:avLst/>
              <a:gdLst>
                <a:gd name="T0" fmla="*/ 1 w 175"/>
                <a:gd name="T1" fmla="*/ 6 h 807"/>
                <a:gd name="T2" fmla="*/ 1 w 175"/>
                <a:gd name="T3" fmla="*/ 6 h 807"/>
                <a:gd name="T4" fmla="*/ 1 w 175"/>
                <a:gd name="T5" fmla="*/ 6 h 807"/>
                <a:gd name="T6" fmla="*/ 1 w 175"/>
                <a:gd name="T7" fmla="*/ 5 h 807"/>
                <a:gd name="T8" fmla="*/ 1 w 175"/>
                <a:gd name="T9" fmla="*/ 5 h 807"/>
                <a:gd name="T10" fmla="*/ 1 w 175"/>
                <a:gd name="T11" fmla="*/ 5 h 807"/>
                <a:gd name="T12" fmla="*/ 1 w 175"/>
                <a:gd name="T13" fmla="*/ 4 h 807"/>
                <a:gd name="T14" fmla="*/ 1 w 175"/>
                <a:gd name="T15" fmla="*/ 4 h 807"/>
                <a:gd name="T16" fmla="*/ 1 w 175"/>
                <a:gd name="T17" fmla="*/ 3 h 807"/>
                <a:gd name="T18" fmla="*/ 1 w 175"/>
                <a:gd name="T19" fmla="*/ 3 h 807"/>
                <a:gd name="T20" fmla="*/ 1 w 175"/>
                <a:gd name="T21" fmla="*/ 3 h 807"/>
                <a:gd name="T22" fmla="*/ 1 w 175"/>
                <a:gd name="T23" fmla="*/ 2 h 807"/>
                <a:gd name="T24" fmla="*/ 1 w 175"/>
                <a:gd name="T25" fmla="*/ 2 h 807"/>
                <a:gd name="T26" fmla="*/ 1 w 175"/>
                <a:gd name="T27" fmla="*/ 2 h 807"/>
                <a:gd name="T28" fmla="*/ 1 w 175"/>
                <a:gd name="T29" fmla="*/ 1 h 807"/>
                <a:gd name="T30" fmla="*/ 1 w 175"/>
                <a:gd name="T31" fmla="*/ 1 h 807"/>
                <a:gd name="T32" fmla="*/ 1 w 175"/>
                <a:gd name="T33" fmla="*/ 1 h 807"/>
                <a:gd name="T34" fmla="*/ 1 w 175"/>
                <a:gd name="T35" fmla="*/ 0 h 807"/>
                <a:gd name="T36" fmla="*/ 1 w 175"/>
                <a:gd name="T37" fmla="*/ 0 h 807"/>
                <a:gd name="T38" fmla="*/ 1 w 175"/>
                <a:gd name="T39" fmla="*/ 0 h 807"/>
                <a:gd name="T40" fmla="*/ 0 w 175"/>
                <a:gd name="T41" fmla="*/ 1 h 807"/>
                <a:gd name="T42" fmla="*/ 0 w 175"/>
                <a:gd name="T43" fmla="*/ 1 h 807"/>
                <a:gd name="T44" fmla="*/ 0 w 175"/>
                <a:gd name="T45" fmla="*/ 1 h 807"/>
                <a:gd name="T46" fmla="*/ 0 w 175"/>
                <a:gd name="T47" fmla="*/ 2 h 807"/>
                <a:gd name="T48" fmla="*/ 0 w 175"/>
                <a:gd name="T49" fmla="*/ 2 h 807"/>
                <a:gd name="T50" fmla="*/ 0 w 175"/>
                <a:gd name="T51" fmla="*/ 3 h 807"/>
                <a:gd name="T52" fmla="*/ 0 w 175"/>
                <a:gd name="T53" fmla="*/ 3 h 807"/>
                <a:gd name="T54" fmla="*/ 0 w 175"/>
                <a:gd name="T55" fmla="*/ 3 h 807"/>
                <a:gd name="T56" fmla="*/ 0 w 175"/>
                <a:gd name="T57" fmla="*/ 4 h 807"/>
                <a:gd name="T58" fmla="*/ 0 w 175"/>
                <a:gd name="T59" fmla="*/ 4 h 807"/>
                <a:gd name="T60" fmla="*/ 0 w 175"/>
                <a:gd name="T61" fmla="*/ 5 h 807"/>
                <a:gd name="T62" fmla="*/ 0 w 175"/>
                <a:gd name="T63" fmla="*/ 5 h 807"/>
                <a:gd name="T64" fmla="*/ 0 w 175"/>
                <a:gd name="T65" fmla="*/ 5 h 807"/>
                <a:gd name="T66" fmla="*/ 1 w 175"/>
                <a:gd name="T67" fmla="*/ 6 h 807"/>
                <a:gd name="T68" fmla="*/ 1 w 175"/>
                <a:gd name="T69" fmla="*/ 6 h 807"/>
                <a:gd name="T70" fmla="*/ 1 w 175"/>
                <a:gd name="T71" fmla="*/ 6 h 807"/>
                <a:gd name="T72" fmla="*/ 1 w 175"/>
                <a:gd name="T73" fmla="*/ 6 h 807"/>
                <a:gd name="T74" fmla="*/ 1 w 175"/>
                <a:gd name="T75" fmla="*/ 6 h 807"/>
                <a:gd name="T76" fmla="*/ 1 w 175"/>
                <a:gd name="T77" fmla="*/ 6 h 807"/>
                <a:gd name="T78" fmla="*/ 1 w 175"/>
                <a:gd name="T79" fmla="*/ 6 h 807"/>
                <a:gd name="T80" fmla="*/ 1 w 175"/>
                <a:gd name="T81" fmla="*/ 6 h 807"/>
                <a:gd name="T82" fmla="*/ 1 w 175"/>
                <a:gd name="T83" fmla="*/ 6 h 807"/>
                <a:gd name="T84" fmla="*/ 1 w 175"/>
                <a:gd name="T85" fmla="*/ 6 h 807"/>
                <a:gd name="T86" fmla="*/ 1 w 175"/>
                <a:gd name="T87" fmla="*/ 6 h 807"/>
                <a:gd name="T88" fmla="*/ 1 w 175"/>
                <a:gd name="T89" fmla="*/ 6 h 807"/>
                <a:gd name="T90" fmla="*/ 1 w 175"/>
                <a:gd name="T91" fmla="*/ 6 h 80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175"/>
                <a:gd name="T139" fmla="*/ 0 h 807"/>
                <a:gd name="T140" fmla="*/ 175 w 175"/>
                <a:gd name="T141" fmla="*/ 807 h 80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175" h="807">
                  <a:moveTo>
                    <a:pt x="169" y="740"/>
                  </a:moveTo>
                  <a:lnTo>
                    <a:pt x="169" y="739"/>
                  </a:lnTo>
                  <a:lnTo>
                    <a:pt x="149" y="698"/>
                  </a:lnTo>
                  <a:lnTo>
                    <a:pt x="133" y="656"/>
                  </a:lnTo>
                  <a:lnTo>
                    <a:pt x="120" y="611"/>
                  </a:lnTo>
                  <a:lnTo>
                    <a:pt x="108" y="565"/>
                  </a:lnTo>
                  <a:lnTo>
                    <a:pt x="100" y="520"/>
                  </a:lnTo>
                  <a:lnTo>
                    <a:pt x="96" y="472"/>
                  </a:lnTo>
                  <a:lnTo>
                    <a:pt x="93" y="425"/>
                  </a:lnTo>
                  <a:lnTo>
                    <a:pt x="93" y="377"/>
                  </a:lnTo>
                  <a:lnTo>
                    <a:pt x="96" y="330"/>
                  </a:lnTo>
                  <a:lnTo>
                    <a:pt x="100" y="283"/>
                  </a:lnTo>
                  <a:lnTo>
                    <a:pt x="106" y="238"/>
                  </a:lnTo>
                  <a:lnTo>
                    <a:pt x="115" y="195"/>
                  </a:lnTo>
                  <a:lnTo>
                    <a:pt x="126" y="153"/>
                  </a:lnTo>
                  <a:lnTo>
                    <a:pt x="139" y="114"/>
                  </a:lnTo>
                  <a:lnTo>
                    <a:pt x="153" y="77"/>
                  </a:lnTo>
                  <a:lnTo>
                    <a:pt x="169" y="43"/>
                  </a:lnTo>
                  <a:lnTo>
                    <a:pt x="87" y="0"/>
                  </a:lnTo>
                  <a:lnTo>
                    <a:pt x="69" y="39"/>
                  </a:lnTo>
                  <a:lnTo>
                    <a:pt x="52" y="81"/>
                  </a:lnTo>
                  <a:lnTo>
                    <a:pt x="37" y="127"/>
                  </a:lnTo>
                  <a:lnTo>
                    <a:pt x="24" y="174"/>
                  </a:lnTo>
                  <a:lnTo>
                    <a:pt x="15" y="222"/>
                  </a:lnTo>
                  <a:lnTo>
                    <a:pt x="7" y="271"/>
                  </a:lnTo>
                  <a:lnTo>
                    <a:pt x="2" y="323"/>
                  </a:lnTo>
                  <a:lnTo>
                    <a:pt x="0" y="374"/>
                  </a:lnTo>
                  <a:lnTo>
                    <a:pt x="0" y="427"/>
                  </a:lnTo>
                  <a:lnTo>
                    <a:pt x="2" y="479"/>
                  </a:lnTo>
                  <a:lnTo>
                    <a:pt x="9" y="531"/>
                  </a:lnTo>
                  <a:lnTo>
                    <a:pt x="17" y="584"/>
                  </a:lnTo>
                  <a:lnTo>
                    <a:pt x="29" y="635"/>
                  </a:lnTo>
                  <a:lnTo>
                    <a:pt x="44" y="686"/>
                  </a:lnTo>
                  <a:lnTo>
                    <a:pt x="65" y="736"/>
                  </a:lnTo>
                  <a:lnTo>
                    <a:pt x="87" y="784"/>
                  </a:lnTo>
                  <a:lnTo>
                    <a:pt x="87" y="782"/>
                  </a:lnTo>
                  <a:lnTo>
                    <a:pt x="87" y="784"/>
                  </a:lnTo>
                  <a:lnTo>
                    <a:pt x="100" y="799"/>
                  </a:lnTo>
                  <a:lnTo>
                    <a:pt x="117" y="807"/>
                  </a:lnTo>
                  <a:lnTo>
                    <a:pt x="134" y="807"/>
                  </a:lnTo>
                  <a:lnTo>
                    <a:pt x="151" y="801"/>
                  </a:lnTo>
                  <a:lnTo>
                    <a:pt x="164" y="791"/>
                  </a:lnTo>
                  <a:lnTo>
                    <a:pt x="173" y="777"/>
                  </a:lnTo>
                  <a:lnTo>
                    <a:pt x="175" y="759"/>
                  </a:lnTo>
                  <a:lnTo>
                    <a:pt x="169" y="739"/>
                  </a:lnTo>
                  <a:lnTo>
                    <a:pt x="169" y="74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1806" name="Freeform 28"/>
            <p:cNvSpPr>
              <a:spLocks/>
            </p:cNvSpPr>
            <p:nvPr/>
          </p:nvSpPr>
          <p:spPr bwMode="auto">
            <a:xfrm>
              <a:off x="1299" y="1681"/>
              <a:ext cx="157" cy="281"/>
            </a:xfrm>
            <a:custGeom>
              <a:avLst/>
              <a:gdLst>
                <a:gd name="T0" fmla="*/ 6 w 787"/>
                <a:gd name="T1" fmla="*/ 11 h 1404"/>
                <a:gd name="T2" fmla="*/ 6 w 787"/>
                <a:gd name="T3" fmla="*/ 11 h 1404"/>
                <a:gd name="T4" fmla="*/ 1 w 787"/>
                <a:gd name="T5" fmla="*/ 0 h 1404"/>
                <a:gd name="T6" fmla="*/ 0 w 787"/>
                <a:gd name="T7" fmla="*/ 0 h 1404"/>
                <a:gd name="T8" fmla="*/ 6 w 787"/>
                <a:gd name="T9" fmla="*/ 11 h 1404"/>
                <a:gd name="T10" fmla="*/ 6 w 787"/>
                <a:gd name="T11" fmla="*/ 11 h 1404"/>
                <a:gd name="T12" fmla="*/ 6 w 787"/>
                <a:gd name="T13" fmla="*/ 11 h 1404"/>
                <a:gd name="T14" fmla="*/ 6 w 787"/>
                <a:gd name="T15" fmla="*/ 11 h 1404"/>
                <a:gd name="T16" fmla="*/ 6 w 787"/>
                <a:gd name="T17" fmla="*/ 11 h 1404"/>
                <a:gd name="T18" fmla="*/ 6 w 787"/>
                <a:gd name="T19" fmla="*/ 11 h 1404"/>
                <a:gd name="T20" fmla="*/ 6 w 787"/>
                <a:gd name="T21" fmla="*/ 11 h 1404"/>
                <a:gd name="T22" fmla="*/ 6 w 787"/>
                <a:gd name="T23" fmla="*/ 11 h 1404"/>
                <a:gd name="T24" fmla="*/ 6 w 787"/>
                <a:gd name="T25" fmla="*/ 11 h 1404"/>
                <a:gd name="T26" fmla="*/ 6 w 787"/>
                <a:gd name="T27" fmla="*/ 11 h 1404"/>
                <a:gd name="T28" fmla="*/ 6 w 787"/>
                <a:gd name="T29" fmla="*/ 11 h 1404"/>
                <a:gd name="T30" fmla="*/ 6 w 787"/>
                <a:gd name="T31" fmla="*/ 11 h 1404"/>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787"/>
                <a:gd name="T49" fmla="*/ 0 h 1404"/>
                <a:gd name="T50" fmla="*/ 787 w 787"/>
                <a:gd name="T51" fmla="*/ 1404 h 1404"/>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787" h="1404">
                  <a:moveTo>
                    <a:pt x="781" y="1334"/>
                  </a:moveTo>
                  <a:lnTo>
                    <a:pt x="781" y="1337"/>
                  </a:lnTo>
                  <a:lnTo>
                    <a:pt x="82" y="0"/>
                  </a:lnTo>
                  <a:lnTo>
                    <a:pt x="0" y="42"/>
                  </a:lnTo>
                  <a:lnTo>
                    <a:pt x="699" y="1379"/>
                  </a:lnTo>
                  <a:lnTo>
                    <a:pt x="699" y="1381"/>
                  </a:lnTo>
                  <a:lnTo>
                    <a:pt x="699" y="1379"/>
                  </a:lnTo>
                  <a:lnTo>
                    <a:pt x="712" y="1395"/>
                  </a:lnTo>
                  <a:lnTo>
                    <a:pt x="727" y="1402"/>
                  </a:lnTo>
                  <a:lnTo>
                    <a:pt x="744" y="1404"/>
                  </a:lnTo>
                  <a:lnTo>
                    <a:pt x="761" y="1398"/>
                  </a:lnTo>
                  <a:lnTo>
                    <a:pt x="775" y="1388"/>
                  </a:lnTo>
                  <a:lnTo>
                    <a:pt x="784" y="1373"/>
                  </a:lnTo>
                  <a:lnTo>
                    <a:pt x="787" y="1357"/>
                  </a:lnTo>
                  <a:lnTo>
                    <a:pt x="781" y="1337"/>
                  </a:lnTo>
                  <a:lnTo>
                    <a:pt x="781" y="13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1807" name="Freeform 29"/>
            <p:cNvSpPr>
              <a:spLocks/>
            </p:cNvSpPr>
            <p:nvPr/>
          </p:nvSpPr>
          <p:spPr bwMode="auto">
            <a:xfrm>
              <a:off x="1439" y="1948"/>
              <a:ext cx="125" cy="76"/>
            </a:xfrm>
            <a:custGeom>
              <a:avLst/>
              <a:gdLst>
                <a:gd name="T0" fmla="*/ 5 w 628"/>
                <a:gd name="T1" fmla="*/ 2 h 383"/>
                <a:gd name="T2" fmla="*/ 5 w 628"/>
                <a:gd name="T3" fmla="*/ 2 h 383"/>
                <a:gd name="T4" fmla="*/ 4 w 628"/>
                <a:gd name="T5" fmla="*/ 2 h 383"/>
                <a:gd name="T6" fmla="*/ 4 w 628"/>
                <a:gd name="T7" fmla="*/ 2 h 383"/>
                <a:gd name="T8" fmla="*/ 4 w 628"/>
                <a:gd name="T9" fmla="*/ 2 h 383"/>
                <a:gd name="T10" fmla="*/ 3 w 628"/>
                <a:gd name="T11" fmla="*/ 2 h 383"/>
                <a:gd name="T12" fmla="*/ 3 w 628"/>
                <a:gd name="T13" fmla="*/ 2 h 383"/>
                <a:gd name="T14" fmla="*/ 3 w 628"/>
                <a:gd name="T15" fmla="*/ 2 h 383"/>
                <a:gd name="T16" fmla="*/ 3 w 628"/>
                <a:gd name="T17" fmla="*/ 2 h 383"/>
                <a:gd name="T18" fmla="*/ 2 w 628"/>
                <a:gd name="T19" fmla="*/ 2 h 383"/>
                <a:gd name="T20" fmla="*/ 2 w 628"/>
                <a:gd name="T21" fmla="*/ 2 h 383"/>
                <a:gd name="T22" fmla="*/ 2 w 628"/>
                <a:gd name="T23" fmla="*/ 1 h 383"/>
                <a:gd name="T24" fmla="*/ 2 w 628"/>
                <a:gd name="T25" fmla="*/ 1 h 383"/>
                <a:gd name="T26" fmla="*/ 1 w 628"/>
                <a:gd name="T27" fmla="*/ 1 h 383"/>
                <a:gd name="T28" fmla="*/ 1 w 628"/>
                <a:gd name="T29" fmla="*/ 1 h 383"/>
                <a:gd name="T30" fmla="*/ 1 w 628"/>
                <a:gd name="T31" fmla="*/ 1 h 383"/>
                <a:gd name="T32" fmla="*/ 1 w 628"/>
                <a:gd name="T33" fmla="*/ 0 h 383"/>
                <a:gd name="T34" fmla="*/ 1 w 628"/>
                <a:gd name="T35" fmla="*/ 0 h 383"/>
                <a:gd name="T36" fmla="*/ 0 w 628"/>
                <a:gd name="T37" fmla="*/ 0 h 383"/>
                <a:gd name="T38" fmla="*/ 0 w 628"/>
                <a:gd name="T39" fmla="*/ 1 h 383"/>
                <a:gd name="T40" fmla="*/ 0 w 628"/>
                <a:gd name="T41" fmla="*/ 1 h 383"/>
                <a:gd name="T42" fmla="*/ 1 w 628"/>
                <a:gd name="T43" fmla="*/ 1 h 383"/>
                <a:gd name="T44" fmla="*/ 1 w 628"/>
                <a:gd name="T45" fmla="*/ 1 h 383"/>
                <a:gd name="T46" fmla="*/ 1 w 628"/>
                <a:gd name="T47" fmla="*/ 2 h 383"/>
                <a:gd name="T48" fmla="*/ 1 w 628"/>
                <a:gd name="T49" fmla="*/ 2 h 383"/>
                <a:gd name="T50" fmla="*/ 2 w 628"/>
                <a:gd name="T51" fmla="*/ 2 h 383"/>
                <a:gd name="T52" fmla="*/ 2 w 628"/>
                <a:gd name="T53" fmla="*/ 2 h 383"/>
                <a:gd name="T54" fmla="*/ 2 w 628"/>
                <a:gd name="T55" fmla="*/ 2 h 383"/>
                <a:gd name="T56" fmla="*/ 3 w 628"/>
                <a:gd name="T57" fmla="*/ 3 h 383"/>
                <a:gd name="T58" fmla="*/ 3 w 628"/>
                <a:gd name="T59" fmla="*/ 3 h 383"/>
                <a:gd name="T60" fmla="*/ 3 w 628"/>
                <a:gd name="T61" fmla="*/ 3 h 383"/>
                <a:gd name="T62" fmla="*/ 4 w 628"/>
                <a:gd name="T63" fmla="*/ 3 h 383"/>
                <a:gd name="T64" fmla="*/ 4 w 628"/>
                <a:gd name="T65" fmla="*/ 3 h 383"/>
                <a:gd name="T66" fmla="*/ 4 w 628"/>
                <a:gd name="T67" fmla="*/ 3 h 383"/>
                <a:gd name="T68" fmla="*/ 5 w 628"/>
                <a:gd name="T69" fmla="*/ 3 h 383"/>
                <a:gd name="T70" fmla="*/ 5 w 628"/>
                <a:gd name="T71" fmla="*/ 3 h 383"/>
                <a:gd name="T72" fmla="*/ 5 w 628"/>
                <a:gd name="T73" fmla="*/ 3 h 383"/>
                <a:gd name="T74" fmla="*/ 5 w 628"/>
                <a:gd name="T75" fmla="*/ 3 h 383"/>
                <a:gd name="T76" fmla="*/ 5 w 628"/>
                <a:gd name="T77" fmla="*/ 3 h 383"/>
                <a:gd name="T78" fmla="*/ 5 w 628"/>
                <a:gd name="T79" fmla="*/ 3 h 383"/>
                <a:gd name="T80" fmla="*/ 5 w 628"/>
                <a:gd name="T81" fmla="*/ 3 h 383"/>
                <a:gd name="T82" fmla="*/ 5 w 628"/>
                <a:gd name="T83" fmla="*/ 3 h 383"/>
                <a:gd name="T84" fmla="*/ 5 w 628"/>
                <a:gd name="T85" fmla="*/ 2 h 383"/>
                <a:gd name="T86" fmla="*/ 5 w 628"/>
                <a:gd name="T87" fmla="*/ 2 h 383"/>
                <a:gd name="T88" fmla="*/ 5 w 628"/>
                <a:gd name="T89" fmla="*/ 2 h 383"/>
                <a:gd name="T90" fmla="*/ 5 w 628"/>
                <a:gd name="T91" fmla="*/ 2 h 38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628"/>
                <a:gd name="T139" fmla="*/ 0 h 383"/>
                <a:gd name="T140" fmla="*/ 628 w 628"/>
                <a:gd name="T141" fmla="*/ 383 h 38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628" h="383">
                  <a:moveTo>
                    <a:pt x="581" y="289"/>
                  </a:moveTo>
                  <a:lnTo>
                    <a:pt x="582" y="289"/>
                  </a:lnTo>
                  <a:lnTo>
                    <a:pt x="541" y="287"/>
                  </a:lnTo>
                  <a:lnTo>
                    <a:pt x="500" y="283"/>
                  </a:lnTo>
                  <a:lnTo>
                    <a:pt x="462" y="276"/>
                  </a:lnTo>
                  <a:lnTo>
                    <a:pt x="424" y="268"/>
                  </a:lnTo>
                  <a:lnTo>
                    <a:pt x="389" y="255"/>
                  </a:lnTo>
                  <a:lnTo>
                    <a:pt x="352" y="242"/>
                  </a:lnTo>
                  <a:lnTo>
                    <a:pt x="320" y="227"/>
                  </a:lnTo>
                  <a:lnTo>
                    <a:pt x="287" y="209"/>
                  </a:lnTo>
                  <a:lnTo>
                    <a:pt x="255" y="189"/>
                  </a:lnTo>
                  <a:lnTo>
                    <a:pt x="226" y="168"/>
                  </a:lnTo>
                  <a:lnTo>
                    <a:pt x="198" y="145"/>
                  </a:lnTo>
                  <a:lnTo>
                    <a:pt x="172" y="119"/>
                  </a:lnTo>
                  <a:lnTo>
                    <a:pt x="146" y="92"/>
                  </a:lnTo>
                  <a:lnTo>
                    <a:pt x="122" y="64"/>
                  </a:lnTo>
                  <a:lnTo>
                    <a:pt x="100" y="33"/>
                  </a:lnTo>
                  <a:lnTo>
                    <a:pt x="82" y="0"/>
                  </a:lnTo>
                  <a:lnTo>
                    <a:pt x="0" y="47"/>
                  </a:lnTo>
                  <a:lnTo>
                    <a:pt x="23" y="85"/>
                  </a:lnTo>
                  <a:lnTo>
                    <a:pt x="49" y="120"/>
                  </a:lnTo>
                  <a:lnTo>
                    <a:pt x="76" y="153"/>
                  </a:lnTo>
                  <a:lnTo>
                    <a:pt x="104" y="185"/>
                  </a:lnTo>
                  <a:lnTo>
                    <a:pt x="137" y="215"/>
                  </a:lnTo>
                  <a:lnTo>
                    <a:pt x="170" y="241"/>
                  </a:lnTo>
                  <a:lnTo>
                    <a:pt x="204" y="267"/>
                  </a:lnTo>
                  <a:lnTo>
                    <a:pt x="240" y="289"/>
                  </a:lnTo>
                  <a:lnTo>
                    <a:pt x="277" y="309"/>
                  </a:lnTo>
                  <a:lnTo>
                    <a:pt x="317" y="329"/>
                  </a:lnTo>
                  <a:lnTo>
                    <a:pt x="358" y="344"/>
                  </a:lnTo>
                  <a:lnTo>
                    <a:pt x="400" y="357"/>
                  </a:lnTo>
                  <a:lnTo>
                    <a:pt x="444" y="367"/>
                  </a:lnTo>
                  <a:lnTo>
                    <a:pt x="488" y="374"/>
                  </a:lnTo>
                  <a:lnTo>
                    <a:pt x="534" y="380"/>
                  </a:lnTo>
                  <a:lnTo>
                    <a:pt x="580" y="383"/>
                  </a:lnTo>
                  <a:lnTo>
                    <a:pt x="581" y="383"/>
                  </a:lnTo>
                  <a:lnTo>
                    <a:pt x="580" y="383"/>
                  </a:lnTo>
                  <a:lnTo>
                    <a:pt x="600" y="379"/>
                  </a:lnTo>
                  <a:lnTo>
                    <a:pt x="615" y="369"/>
                  </a:lnTo>
                  <a:lnTo>
                    <a:pt x="624" y="353"/>
                  </a:lnTo>
                  <a:lnTo>
                    <a:pt x="628" y="337"/>
                  </a:lnTo>
                  <a:lnTo>
                    <a:pt x="625" y="319"/>
                  </a:lnTo>
                  <a:lnTo>
                    <a:pt x="617" y="304"/>
                  </a:lnTo>
                  <a:lnTo>
                    <a:pt x="602" y="294"/>
                  </a:lnTo>
                  <a:lnTo>
                    <a:pt x="582" y="289"/>
                  </a:lnTo>
                  <a:lnTo>
                    <a:pt x="581" y="28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1808" name="Freeform 30"/>
            <p:cNvSpPr>
              <a:spLocks/>
            </p:cNvSpPr>
            <p:nvPr/>
          </p:nvSpPr>
          <p:spPr bwMode="auto">
            <a:xfrm>
              <a:off x="1587" y="1880"/>
              <a:ext cx="85" cy="49"/>
            </a:xfrm>
            <a:custGeom>
              <a:avLst/>
              <a:gdLst>
                <a:gd name="T0" fmla="*/ 3 w 426"/>
                <a:gd name="T1" fmla="*/ 0 h 245"/>
                <a:gd name="T2" fmla="*/ 3 w 426"/>
                <a:gd name="T3" fmla="*/ 0 h 245"/>
                <a:gd name="T4" fmla="*/ 3 w 426"/>
                <a:gd name="T5" fmla="*/ 0 h 245"/>
                <a:gd name="T6" fmla="*/ 3 w 426"/>
                <a:gd name="T7" fmla="*/ 0 h 245"/>
                <a:gd name="T8" fmla="*/ 2 w 426"/>
                <a:gd name="T9" fmla="*/ 0 h 245"/>
                <a:gd name="T10" fmla="*/ 2 w 426"/>
                <a:gd name="T11" fmla="*/ 0 h 245"/>
                <a:gd name="T12" fmla="*/ 2 w 426"/>
                <a:gd name="T13" fmla="*/ 0 h 245"/>
                <a:gd name="T14" fmla="*/ 2 w 426"/>
                <a:gd name="T15" fmla="*/ 0 h 245"/>
                <a:gd name="T16" fmla="*/ 1 w 426"/>
                <a:gd name="T17" fmla="*/ 0 h 245"/>
                <a:gd name="T18" fmla="*/ 1 w 426"/>
                <a:gd name="T19" fmla="*/ 1 h 245"/>
                <a:gd name="T20" fmla="*/ 1 w 426"/>
                <a:gd name="T21" fmla="*/ 1 h 245"/>
                <a:gd name="T22" fmla="*/ 1 w 426"/>
                <a:gd name="T23" fmla="*/ 1 h 245"/>
                <a:gd name="T24" fmla="*/ 0 w 426"/>
                <a:gd name="T25" fmla="*/ 1 h 245"/>
                <a:gd name="T26" fmla="*/ 0 w 426"/>
                <a:gd name="T27" fmla="*/ 1 h 245"/>
                <a:gd name="T28" fmla="*/ 0 w 426"/>
                <a:gd name="T29" fmla="*/ 1 h 245"/>
                <a:gd name="T30" fmla="*/ 0 w 426"/>
                <a:gd name="T31" fmla="*/ 2 h 245"/>
                <a:gd name="T32" fmla="*/ 0 w 426"/>
                <a:gd name="T33" fmla="*/ 2 h 245"/>
                <a:gd name="T34" fmla="*/ 0 w 426"/>
                <a:gd name="T35" fmla="*/ 2 h 245"/>
                <a:gd name="T36" fmla="*/ 0 w 426"/>
                <a:gd name="T37" fmla="*/ 2 h 245"/>
                <a:gd name="T38" fmla="*/ 0 w 426"/>
                <a:gd name="T39" fmla="*/ 2 h 245"/>
                <a:gd name="T40" fmla="*/ 0 w 426"/>
                <a:gd name="T41" fmla="*/ 2 h 245"/>
                <a:gd name="T42" fmla="*/ 0 w 426"/>
                <a:gd name="T43" fmla="*/ 1 h 245"/>
                <a:gd name="T44" fmla="*/ 0 w 426"/>
                <a:gd name="T45" fmla="*/ 1 h 245"/>
                <a:gd name="T46" fmla="*/ 0 w 426"/>
                <a:gd name="T47" fmla="*/ 1 h 245"/>
                <a:gd name="T48" fmla="*/ 1 w 426"/>
                <a:gd name="T49" fmla="*/ 1 h 245"/>
                <a:gd name="T50" fmla="*/ 1 w 426"/>
                <a:gd name="T51" fmla="*/ 1 h 245"/>
                <a:gd name="T52" fmla="*/ 1 w 426"/>
                <a:gd name="T53" fmla="*/ 1 h 245"/>
                <a:gd name="T54" fmla="*/ 1 w 426"/>
                <a:gd name="T55" fmla="*/ 1 h 245"/>
                <a:gd name="T56" fmla="*/ 2 w 426"/>
                <a:gd name="T57" fmla="*/ 0 h 245"/>
                <a:gd name="T58" fmla="*/ 2 w 426"/>
                <a:gd name="T59" fmla="*/ 0 h 245"/>
                <a:gd name="T60" fmla="*/ 2 w 426"/>
                <a:gd name="T61" fmla="*/ 0 h 245"/>
                <a:gd name="T62" fmla="*/ 2 w 426"/>
                <a:gd name="T63" fmla="*/ 0 h 245"/>
                <a:gd name="T64" fmla="*/ 3 w 426"/>
                <a:gd name="T65" fmla="*/ 0 h 245"/>
                <a:gd name="T66" fmla="*/ 3 w 426"/>
                <a:gd name="T67" fmla="*/ 0 h 245"/>
                <a:gd name="T68" fmla="*/ 3 w 426"/>
                <a:gd name="T69" fmla="*/ 0 h 245"/>
                <a:gd name="T70" fmla="*/ 3 w 426"/>
                <a:gd name="T71" fmla="*/ 0 h 245"/>
                <a:gd name="T72" fmla="*/ 3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426" y="0"/>
                  </a:moveTo>
                  <a:lnTo>
                    <a:pt x="426" y="0"/>
                  </a:lnTo>
                  <a:lnTo>
                    <a:pt x="384" y="1"/>
                  </a:lnTo>
                  <a:lnTo>
                    <a:pt x="340" y="4"/>
                  </a:lnTo>
                  <a:lnTo>
                    <a:pt x="300" y="10"/>
                  </a:lnTo>
                  <a:lnTo>
                    <a:pt x="262" y="18"/>
                  </a:lnTo>
                  <a:lnTo>
                    <a:pt x="224" y="29"/>
                  </a:lnTo>
                  <a:lnTo>
                    <a:pt x="189" y="41"/>
                  </a:lnTo>
                  <a:lnTo>
                    <a:pt x="157" y="55"/>
                  </a:lnTo>
                  <a:lnTo>
                    <a:pt x="126" y="70"/>
                  </a:lnTo>
                  <a:lnTo>
                    <a:pt x="99" y="89"/>
                  </a:lnTo>
                  <a:lnTo>
                    <a:pt x="74" y="106"/>
                  </a:lnTo>
                  <a:lnTo>
                    <a:pt x="52" y="126"/>
                  </a:lnTo>
                  <a:lnTo>
                    <a:pt x="34" y="148"/>
                  </a:lnTo>
                  <a:lnTo>
                    <a:pt x="19" y="171"/>
                  </a:lnTo>
                  <a:lnTo>
                    <a:pt x="9" y="194"/>
                  </a:lnTo>
                  <a:lnTo>
                    <a:pt x="3" y="219"/>
                  </a:lnTo>
                  <a:lnTo>
                    <a:pt x="0" y="245"/>
                  </a:lnTo>
                  <a:lnTo>
                    <a:pt x="12" y="245"/>
                  </a:lnTo>
                  <a:lnTo>
                    <a:pt x="15" y="221"/>
                  </a:lnTo>
                  <a:lnTo>
                    <a:pt x="20" y="199"/>
                  </a:lnTo>
                  <a:lnTo>
                    <a:pt x="31" y="178"/>
                  </a:lnTo>
                  <a:lnTo>
                    <a:pt x="44" y="156"/>
                  </a:lnTo>
                  <a:lnTo>
                    <a:pt x="61" y="136"/>
                  </a:lnTo>
                  <a:lnTo>
                    <a:pt x="81" y="116"/>
                  </a:lnTo>
                  <a:lnTo>
                    <a:pt x="106" y="98"/>
                  </a:lnTo>
                  <a:lnTo>
                    <a:pt x="133" y="82"/>
                  </a:lnTo>
                  <a:lnTo>
                    <a:pt x="162" y="66"/>
                  </a:lnTo>
                  <a:lnTo>
                    <a:pt x="194" y="52"/>
                  </a:lnTo>
                  <a:lnTo>
                    <a:pt x="229" y="41"/>
                  </a:lnTo>
                  <a:lnTo>
                    <a:pt x="264" y="30"/>
                  </a:lnTo>
                  <a:lnTo>
                    <a:pt x="303" y="22"/>
                  </a:lnTo>
                  <a:lnTo>
                    <a:pt x="343" y="16"/>
                  </a:lnTo>
                  <a:lnTo>
                    <a:pt x="384" y="12"/>
                  </a:lnTo>
                  <a:lnTo>
                    <a:pt x="426" y="11"/>
                  </a:lnTo>
                  <a:lnTo>
                    <a:pt x="42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1809" name="Freeform 31"/>
            <p:cNvSpPr>
              <a:spLocks/>
            </p:cNvSpPr>
            <p:nvPr/>
          </p:nvSpPr>
          <p:spPr bwMode="auto">
            <a:xfrm>
              <a:off x="1587" y="1929"/>
              <a:ext cx="85" cy="49"/>
            </a:xfrm>
            <a:custGeom>
              <a:avLst/>
              <a:gdLst>
                <a:gd name="T0" fmla="*/ 0 w 426"/>
                <a:gd name="T1" fmla="*/ 0 h 245"/>
                <a:gd name="T2" fmla="*/ 0 w 426"/>
                <a:gd name="T3" fmla="*/ 0 h 245"/>
                <a:gd name="T4" fmla="*/ 0 w 426"/>
                <a:gd name="T5" fmla="*/ 0 h 245"/>
                <a:gd name="T6" fmla="*/ 0 w 426"/>
                <a:gd name="T7" fmla="*/ 0 h 245"/>
                <a:gd name="T8" fmla="*/ 0 w 426"/>
                <a:gd name="T9" fmla="*/ 1 h 245"/>
                <a:gd name="T10" fmla="*/ 0 w 426"/>
                <a:gd name="T11" fmla="*/ 1 h 245"/>
                <a:gd name="T12" fmla="*/ 0 w 426"/>
                <a:gd name="T13" fmla="*/ 1 h 245"/>
                <a:gd name="T14" fmla="*/ 1 w 426"/>
                <a:gd name="T15" fmla="*/ 1 h 245"/>
                <a:gd name="T16" fmla="*/ 1 w 426"/>
                <a:gd name="T17" fmla="*/ 1 h 245"/>
                <a:gd name="T18" fmla="*/ 1 w 426"/>
                <a:gd name="T19" fmla="*/ 1 h 245"/>
                <a:gd name="T20" fmla="*/ 1 w 426"/>
                <a:gd name="T21" fmla="*/ 2 h 245"/>
                <a:gd name="T22" fmla="*/ 2 w 426"/>
                <a:gd name="T23" fmla="*/ 2 h 245"/>
                <a:gd name="T24" fmla="*/ 2 w 426"/>
                <a:gd name="T25" fmla="*/ 2 h 245"/>
                <a:gd name="T26" fmla="*/ 2 w 426"/>
                <a:gd name="T27" fmla="*/ 2 h 245"/>
                <a:gd name="T28" fmla="*/ 2 w 426"/>
                <a:gd name="T29" fmla="*/ 2 h 245"/>
                <a:gd name="T30" fmla="*/ 3 w 426"/>
                <a:gd name="T31" fmla="*/ 2 h 245"/>
                <a:gd name="T32" fmla="*/ 3 w 426"/>
                <a:gd name="T33" fmla="*/ 2 h 245"/>
                <a:gd name="T34" fmla="*/ 3 w 426"/>
                <a:gd name="T35" fmla="*/ 2 h 245"/>
                <a:gd name="T36" fmla="*/ 3 w 426"/>
                <a:gd name="T37" fmla="*/ 2 h 245"/>
                <a:gd name="T38" fmla="*/ 3 w 426"/>
                <a:gd name="T39" fmla="*/ 2 h 245"/>
                <a:gd name="T40" fmla="*/ 3 w 426"/>
                <a:gd name="T41" fmla="*/ 2 h 245"/>
                <a:gd name="T42" fmla="*/ 2 w 426"/>
                <a:gd name="T43" fmla="*/ 2 h 245"/>
                <a:gd name="T44" fmla="*/ 2 w 426"/>
                <a:gd name="T45" fmla="*/ 2 h 245"/>
                <a:gd name="T46" fmla="*/ 2 w 426"/>
                <a:gd name="T47" fmla="*/ 2 h 245"/>
                <a:gd name="T48" fmla="*/ 2 w 426"/>
                <a:gd name="T49" fmla="*/ 2 h 245"/>
                <a:gd name="T50" fmla="*/ 1 w 426"/>
                <a:gd name="T51" fmla="*/ 1 h 245"/>
                <a:gd name="T52" fmla="*/ 1 w 426"/>
                <a:gd name="T53" fmla="*/ 1 h 245"/>
                <a:gd name="T54" fmla="*/ 1 w 426"/>
                <a:gd name="T55" fmla="*/ 1 h 245"/>
                <a:gd name="T56" fmla="*/ 1 w 426"/>
                <a:gd name="T57" fmla="*/ 1 h 245"/>
                <a:gd name="T58" fmla="*/ 0 w 426"/>
                <a:gd name="T59" fmla="*/ 1 h 245"/>
                <a:gd name="T60" fmla="*/ 0 w 426"/>
                <a:gd name="T61" fmla="*/ 1 h 245"/>
                <a:gd name="T62" fmla="*/ 0 w 426"/>
                <a:gd name="T63" fmla="*/ 1 h 245"/>
                <a:gd name="T64" fmla="*/ 0 w 426"/>
                <a:gd name="T65" fmla="*/ 0 h 245"/>
                <a:gd name="T66" fmla="*/ 0 w 426"/>
                <a:gd name="T67" fmla="*/ 0 h 245"/>
                <a:gd name="T68" fmla="*/ 0 w 426"/>
                <a:gd name="T69" fmla="*/ 0 h 245"/>
                <a:gd name="T70" fmla="*/ 0 w 426"/>
                <a:gd name="T71" fmla="*/ 0 h 245"/>
                <a:gd name="T72" fmla="*/ 0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0" y="0"/>
                  </a:moveTo>
                  <a:lnTo>
                    <a:pt x="0" y="0"/>
                  </a:lnTo>
                  <a:lnTo>
                    <a:pt x="3" y="25"/>
                  </a:lnTo>
                  <a:lnTo>
                    <a:pt x="9" y="50"/>
                  </a:lnTo>
                  <a:lnTo>
                    <a:pt x="19" y="73"/>
                  </a:lnTo>
                  <a:lnTo>
                    <a:pt x="34" y="96"/>
                  </a:lnTo>
                  <a:lnTo>
                    <a:pt x="52" y="118"/>
                  </a:lnTo>
                  <a:lnTo>
                    <a:pt x="74" y="138"/>
                  </a:lnTo>
                  <a:lnTo>
                    <a:pt x="99" y="156"/>
                  </a:lnTo>
                  <a:lnTo>
                    <a:pt x="126" y="174"/>
                  </a:lnTo>
                  <a:lnTo>
                    <a:pt x="157" y="190"/>
                  </a:lnTo>
                  <a:lnTo>
                    <a:pt x="189" y="204"/>
                  </a:lnTo>
                  <a:lnTo>
                    <a:pt x="224" y="215"/>
                  </a:lnTo>
                  <a:lnTo>
                    <a:pt x="262" y="226"/>
                  </a:lnTo>
                  <a:lnTo>
                    <a:pt x="300" y="234"/>
                  </a:lnTo>
                  <a:lnTo>
                    <a:pt x="340" y="240"/>
                  </a:lnTo>
                  <a:lnTo>
                    <a:pt x="384" y="244"/>
                  </a:lnTo>
                  <a:lnTo>
                    <a:pt x="426" y="245"/>
                  </a:lnTo>
                  <a:lnTo>
                    <a:pt x="426" y="233"/>
                  </a:lnTo>
                  <a:lnTo>
                    <a:pt x="384" y="232"/>
                  </a:lnTo>
                  <a:lnTo>
                    <a:pt x="343" y="228"/>
                  </a:lnTo>
                  <a:lnTo>
                    <a:pt x="303" y="222"/>
                  </a:lnTo>
                  <a:lnTo>
                    <a:pt x="264" y="214"/>
                  </a:lnTo>
                  <a:lnTo>
                    <a:pt x="229" y="204"/>
                  </a:lnTo>
                  <a:lnTo>
                    <a:pt x="194" y="192"/>
                  </a:lnTo>
                  <a:lnTo>
                    <a:pt x="162" y="178"/>
                  </a:lnTo>
                  <a:lnTo>
                    <a:pt x="133" y="163"/>
                  </a:lnTo>
                  <a:lnTo>
                    <a:pt x="106" y="146"/>
                  </a:lnTo>
                  <a:lnTo>
                    <a:pt x="81" y="129"/>
                  </a:lnTo>
                  <a:lnTo>
                    <a:pt x="61" y="109"/>
                  </a:lnTo>
                  <a:lnTo>
                    <a:pt x="44" y="89"/>
                  </a:lnTo>
                  <a:lnTo>
                    <a:pt x="31" y="66"/>
                  </a:lnTo>
                  <a:lnTo>
                    <a:pt x="20" y="45"/>
                  </a:lnTo>
                  <a:lnTo>
                    <a:pt x="15" y="2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1810" name="Freeform 32"/>
            <p:cNvSpPr>
              <a:spLocks/>
            </p:cNvSpPr>
            <p:nvPr/>
          </p:nvSpPr>
          <p:spPr bwMode="auto">
            <a:xfrm>
              <a:off x="878" y="1448"/>
              <a:ext cx="792" cy="954"/>
            </a:xfrm>
            <a:custGeom>
              <a:avLst/>
              <a:gdLst>
                <a:gd name="T0" fmla="*/ 13 w 3960"/>
                <a:gd name="T1" fmla="*/ 38 h 4768"/>
                <a:gd name="T2" fmla="*/ 14 w 3960"/>
                <a:gd name="T3" fmla="*/ 38 h 4768"/>
                <a:gd name="T4" fmla="*/ 15 w 3960"/>
                <a:gd name="T5" fmla="*/ 38 h 4768"/>
                <a:gd name="T6" fmla="*/ 15 w 3960"/>
                <a:gd name="T7" fmla="*/ 38 h 4768"/>
                <a:gd name="T8" fmla="*/ 16 w 3960"/>
                <a:gd name="T9" fmla="*/ 38 h 4768"/>
                <a:gd name="T10" fmla="*/ 17 w 3960"/>
                <a:gd name="T11" fmla="*/ 38 h 4768"/>
                <a:gd name="T12" fmla="*/ 17 w 3960"/>
                <a:gd name="T13" fmla="*/ 38 h 4768"/>
                <a:gd name="T14" fmla="*/ 18 w 3960"/>
                <a:gd name="T15" fmla="*/ 38 h 4768"/>
                <a:gd name="T16" fmla="*/ 18 w 3960"/>
                <a:gd name="T17" fmla="*/ 38 h 4768"/>
                <a:gd name="T18" fmla="*/ 29 w 3960"/>
                <a:gd name="T19" fmla="*/ 30 h 4768"/>
                <a:gd name="T20" fmla="*/ 30 w 3960"/>
                <a:gd name="T21" fmla="*/ 30 h 4768"/>
                <a:gd name="T22" fmla="*/ 30 w 3960"/>
                <a:gd name="T23" fmla="*/ 29 h 4768"/>
                <a:gd name="T24" fmla="*/ 31 w 3960"/>
                <a:gd name="T25" fmla="*/ 28 h 4768"/>
                <a:gd name="T26" fmla="*/ 31 w 3960"/>
                <a:gd name="T27" fmla="*/ 28 h 4768"/>
                <a:gd name="T28" fmla="*/ 31 w 3960"/>
                <a:gd name="T29" fmla="*/ 27 h 4768"/>
                <a:gd name="T30" fmla="*/ 32 w 3960"/>
                <a:gd name="T31" fmla="*/ 26 h 4768"/>
                <a:gd name="T32" fmla="*/ 32 w 3960"/>
                <a:gd name="T33" fmla="*/ 25 h 4768"/>
                <a:gd name="T34" fmla="*/ 32 w 3960"/>
                <a:gd name="T35" fmla="*/ 11 h 4768"/>
                <a:gd name="T36" fmla="*/ 32 w 3960"/>
                <a:gd name="T37" fmla="*/ 10 h 4768"/>
                <a:gd name="T38" fmla="*/ 31 w 3960"/>
                <a:gd name="T39" fmla="*/ 9 h 4768"/>
                <a:gd name="T40" fmla="*/ 31 w 3960"/>
                <a:gd name="T41" fmla="*/ 9 h 4768"/>
                <a:gd name="T42" fmla="*/ 31 w 3960"/>
                <a:gd name="T43" fmla="*/ 8 h 4768"/>
                <a:gd name="T44" fmla="*/ 31 w 3960"/>
                <a:gd name="T45" fmla="*/ 8 h 4768"/>
                <a:gd name="T46" fmla="*/ 30 w 3960"/>
                <a:gd name="T47" fmla="*/ 7 h 4768"/>
                <a:gd name="T48" fmla="*/ 30 w 3960"/>
                <a:gd name="T49" fmla="*/ 7 h 4768"/>
                <a:gd name="T50" fmla="*/ 29 w 3960"/>
                <a:gd name="T51" fmla="*/ 6 h 4768"/>
                <a:gd name="T52" fmla="*/ 19 w 3960"/>
                <a:gd name="T53" fmla="*/ 1 h 4768"/>
                <a:gd name="T54" fmla="*/ 18 w 3960"/>
                <a:gd name="T55" fmla="*/ 0 h 4768"/>
                <a:gd name="T56" fmla="*/ 17 w 3960"/>
                <a:gd name="T57" fmla="*/ 0 h 4768"/>
                <a:gd name="T58" fmla="*/ 17 w 3960"/>
                <a:gd name="T59" fmla="*/ 0 h 4768"/>
                <a:gd name="T60" fmla="*/ 16 w 3960"/>
                <a:gd name="T61" fmla="*/ 0 h 4768"/>
                <a:gd name="T62" fmla="*/ 15 w 3960"/>
                <a:gd name="T63" fmla="*/ 0 h 4768"/>
                <a:gd name="T64" fmla="*/ 14 w 3960"/>
                <a:gd name="T65" fmla="*/ 0 h 4768"/>
                <a:gd name="T66" fmla="*/ 14 w 3960"/>
                <a:gd name="T67" fmla="*/ 0 h 4768"/>
                <a:gd name="T68" fmla="*/ 2 w 3960"/>
                <a:gd name="T69" fmla="*/ 6 h 4768"/>
                <a:gd name="T70" fmla="*/ 2 w 3960"/>
                <a:gd name="T71" fmla="*/ 7 h 4768"/>
                <a:gd name="T72" fmla="*/ 1 w 3960"/>
                <a:gd name="T73" fmla="*/ 7 h 4768"/>
                <a:gd name="T74" fmla="*/ 1 w 3960"/>
                <a:gd name="T75" fmla="*/ 8 h 4768"/>
                <a:gd name="T76" fmla="*/ 1 w 3960"/>
                <a:gd name="T77" fmla="*/ 8 h 4768"/>
                <a:gd name="T78" fmla="*/ 0 w 3960"/>
                <a:gd name="T79" fmla="*/ 9 h 4768"/>
                <a:gd name="T80" fmla="*/ 0 w 3960"/>
                <a:gd name="T81" fmla="*/ 9 h 4768"/>
                <a:gd name="T82" fmla="*/ 0 w 3960"/>
                <a:gd name="T83" fmla="*/ 10 h 4768"/>
                <a:gd name="T84" fmla="*/ 0 w 3960"/>
                <a:gd name="T85" fmla="*/ 11 h 4768"/>
                <a:gd name="T86" fmla="*/ 0 w 3960"/>
                <a:gd name="T87" fmla="*/ 25 h 4768"/>
                <a:gd name="T88" fmla="*/ 0 w 3960"/>
                <a:gd name="T89" fmla="*/ 26 h 4768"/>
                <a:gd name="T90" fmla="*/ 0 w 3960"/>
                <a:gd name="T91" fmla="*/ 27 h 4768"/>
                <a:gd name="T92" fmla="*/ 1 w 3960"/>
                <a:gd name="T93" fmla="*/ 28 h 4768"/>
                <a:gd name="T94" fmla="*/ 1 w 3960"/>
                <a:gd name="T95" fmla="*/ 29 h 4768"/>
                <a:gd name="T96" fmla="*/ 1 w 3960"/>
                <a:gd name="T97" fmla="*/ 29 h 4768"/>
                <a:gd name="T98" fmla="*/ 2 w 3960"/>
                <a:gd name="T99" fmla="*/ 30 h 4768"/>
                <a:gd name="T100" fmla="*/ 3 w 3960"/>
                <a:gd name="T101" fmla="*/ 31 h 4768"/>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w 3960"/>
                <a:gd name="T154" fmla="*/ 0 h 4768"/>
                <a:gd name="T155" fmla="*/ 3960 w 3960"/>
                <a:gd name="T156" fmla="*/ 4768 h 4768"/>
              </a:gdLst>
              <a:ahLst/>
              <a:cxnLst>
                <a:cxn ang="T102">
                  <a:pos x="T0" y="T1"/>
                </a:cxn>
                <a:cxn ang="T103">
                  <a:pos x="T2" y="T3"/>
                </a:cxn>
                <a:cxn ang="T104">
                  <a:pos x="T4" y="T5"/>
                </a:cxn>
                <a:cxn ang="T105">
                  <a:pos x="T6" y="T7"/>
                </a:cxn>
                <a:cxn ang="T106">
                  <a:pos x="T8" y="T9"/>
                </a:cxn>
                <a:cxn ang="T107">
                  <a:pos x="T10" y="T11"/>
                </a:cxn>
                <a:cxn ang="T108">
                  <a:pos x="T12" y="T13"/>
                </a:cxn>
                <a:cxn ang="T109">
                  <a:pos x="T14" y="T15"/>
                </a:cxn>
                <a:cxn ang="T110">
                  <a:pos x="T16" y="T17"/>
                </a:cxn>
                <a:cxn ang="T111">
                  <a:pos x="T18" y="T19"/>
                </a:cxn>
                <a:cxn ang="T112">
                  <a:pos x="T20" y="T21"/>
                </a:cxn>
                <a:cxn ang="T113">
                  <a:pos x="T22" y="T23"/>
                </a:cxn>
                <a:cxn ang="T114">
                  <a:pos x="T24" y="T25"/>
                </a:cxn>
                <a:cxn ang="T115">
                  <a:pos x="T26" y="T27"/>
                </a:cxn>
                <a:cxn ang="T116">
                  <a:pos x="T28" y="T29"/>
                </a:cxn>
                <a:cxn ang="T117">
                  <a:pos x="T30" y="T31"/>
                </a:cxn>
                <a:cxn ang="T118">
                  <a:pos x="T32" y="T33"/>
                </a:cxn>
                <a:cxn ang="T119">
                  <a:pos x="T34" y="T35"/>
                </a:cxn>
                <a:cxn ang="T120">
                  <a:pos x="T36" y="T37"/>
                </a:cxn>
                <a:cxn ang="T121">
                  <a:pos x="T38" y="T39"/>
                </a:cxn>
                <a:cxn ang="T122">
                  <a:pos x="T40" y="T41"/>
                </a:cxn>
                <a:cxn ang="T123">
                  <a:pos x="T42" y="T43"/>
                </a:cxn>
                <a:cxn ang="T124">
                  <a:pos x="T44" y="T45"/>
                </a:cxn>
                <a:cxn ang="T125">
                  <a:pos x="T46" y="T47"/>
                </a:cxn>
                <a:cxn ang="T126">
                  <a:pos x="T48" y="T49"/>
                </a:cxn>
                <a:cxn ang="T127">
                  <a:pos x="T50" y="T51"/>
                </a:cxn>
                <a:cxn ang="T128">
                  <a:pos x="T52" y="T53"/>
                </a:cxn>
                <a:cxn ang="T129">
                  <a:pos x="T54" y="T55"/>
                </a:cxn>
                <a:cxn ang="T130">
                  <a:pos x="T56" y="T57"/>
                </a:cxn>
                <a:cxn ang="T131">
                  <a:pos x="T58" y="T59"/>
                </a:cxn>
                <a:cxn ang="T132">
                  <a:pos x="T60" y="T61"/>
                </a:cxn>
                <a:cxn ang="T133">
                  <a:pos x="T62" y="T63"/>
                </a:cxn>
                <a:cxn ang="T134">
                  <a:pos x="T64" y="T65"/>
                </a:cxn>
                <a:cxn ang="T135">
                  <a:pos x="T66" y="T67"/>
                </a:cxn>
                <a:cxn ang="T136">
                  <a:pos x="T68" y="T69"/>
                </a:cxn>
                <a:cxn ang="T137">
                  <a:pos x="T70" y="T71"/>
                </a:cxn>
                <a:cxn ang="T138">
                  <a:pos x="T72" y="T73"/>
                </a:cxn>
                <a:cxn ang="T139">
                  <a:pos x="T74" y="T75"/>
                </a:cxn>
                <a:cxn ang="T140">
                  <a:pos x="T76" y="T77"/>
                </a:cxn>
                <a:cxn ang="T141">
                  <a:pos x="T78" y="T79"/>
                </a:cxn>
                <a:cxn ang="T142">
                  <a:pos x="T80" y="T81"/>
                </a:cxn>
                <a:cxn ang="T143">
                  <a:pos x="T82" y="T83"/>
                </a:cxn>
                <a:cxn ang="T144">
                  <a:pos x="T84" y="T85"/>
                </a:cxn>
                <a:cxn ang="T145">
                  <a:pos x="T86" y="T87"/>
                </a:cxn>
                <a:cxn ang="T146">
                  <a:pos x="T88" y="T89"/>
                </a:cxn>
                <a:cxn ang="T147">
                  <a:pos x="T90" y="T91"/>
                </a:cxn>
                <a:cxn ang="T148">
                  <a:pos x="T92" y="T93"/>
                </a:cxn>
                <a:cxn ang="T149">
                  <a:pos x="T94" y="T95"/>
                </a:cxn>
                <a:cxn ang="T150">
                  <a:pos x="T96" y="T97"/>
                </a:cxn>
                <a:cxn ang="T151">
                  <a:pos x="T98" y="T99"/>
                </a:cxn>
                <a:cxn ang="T152">
                  <a:pos x="T100" y="T101"/>
                </a:cxn>
              </a:cxnLst>
              <a:rect l="T153" t="T154" r="T155" b="T156"/>
              <a:pathLst>
                <a:path w="3960" h="4768">
                  <a:moveTo>
                    <a:pt x="353" y="3849"/>
                  </a:moveTo>
                  <a:lnTo>
                    <a:pt x="1661" y="4700"/>
                  </a:lnTo>
                  <a:lnTo>
                    <a:pt x="1697" y="4717"/>
                  </a:lnTo>
                  <a:lnTo>
                    <a:pt x="1736" y="4731"/>
                  </a:lnTo>
                  <a:lnTo>
                    <a:pt x="1776" y="4742"/>
                  </a:lnTo>
                  <a:lnTo>
                    <a:pt x="1818" y="4753"/>
                  </a:lnTo>
                  <a:lnTo>
                    <a:pt x="1860" y="4760"/>
                  </a:lnTo>
                  <a:lnTo>
                    <a:pt x="1902" y="4765"/>
                  </a:lnTo>
                  <a:lnTo>
                    <a:pt x="1946" y="4768"/>
                  </a:lnTo>
                  <a:lnTo>
                    <a:pt x="1988" y="4768"/>
                  </a:lnTo>
                  <a:lnTo>
                    <a:pt x="2031" y="4767"/>
                  </a:lnTo>
                  <a:lnTo>
                    <a:pt x="2073" y="4763"/>
                  </a:lnTo>
                  <a:lnTo>
                    <a:pt x="2114" y="4758"/>
                  </a:lnTo>
                  <a:lnTo>
                    <a:pt x="2154" y="4751"/>
                  </a:lnTo>
                  <a:lnTo>
                    <a:pt x="2193" y="4740"/>
                  </a:lnTo>
                  <a:lnTo>
                    <a:pt x="2230" y="4729"/>
                  </a:lnTo>
                  <a:lnTo>
                    <a:pt x="2264" y="4715"/>
                  </a:lnTo>
                  <a:lnTo>
                    <a:pt x="2297" y="4700"/>
                  </a:lnTo>
                  <a:lnTo>
                    <a:pt x="3639" y="3825"/>
                  </a:lnTo>
                  <a:lnTo>
                    <a:pt x="3673" y="3795"/>
                  </a:lnTo>
                  <a:lnTo>
                    <a:pt x="3707" y="3761"/>
                  </a:lnTo>
                  <a:lnTo>
                    <a:pt x="3738" y="3725"/>
                  </a:lnTo>
                  <a:lnTo>
                    <a:pt x="3768" y="3685"/>
                  </a:lnTo>
                  <a:lnTo>
                    <a:pt x="3796" y="3644"/>
                  </a:lnTo>
                  <a:lnTo>
                    <a:pt x="3821" y="3599"/>
                  </a:lnTo>
                  <a:lnTo>
                    <a:pt x="3846" y="3553"/>
                  </a:lnTo>
                  <a:lnTo>
                    <a:pt x="3868" y="3505"/>
                  </a:lnTo>
                  <a:lnTo>
                    <a:pt x="3888" y="3456"/>
                  </a:lnTo>
                  <a:lnTo>
                    <a:pt x="3907" y="3406"/>
                  </a:lnTo>
                  <a:lnTo>
                    <a:pt x="3922" y="3354"/>
                  </a:lnTo>
                  <a:lnTo>
                    <a:pt x="3935" y="3303"/>
                  </a:lnTo>
                  <a:lnTo>
                    <a:pt x="3946" y="3250"/>
                  </a:lnTo>
                  <a:lnTo>
                    <a:pt x="3953" y="3197"/>
                  </a:lnTo>
                  <a:lnTo>
                    <a:pt x="3957" y="3144"/>
                  </a:lnTo>
                  <a:lnTo>
                    <a:pt x="3960" y="3092"/>
                  </a:lnTo>
                  <a:lnTo>
                    <a:pt x="3959" y="1313"/>
                  </a:lnTo>
                  <a:lnTo>
                    <a:pt x="3955" y="1271"/>
                  </a:lnTo>
                  <a:lnTo>
                    <a:pt x="3949" y="1229"/>
                  </a:lnTo>
                  <a:lnTo>
                    <a:pt x="3941" y="1189"/>
                  </a:lnTo>
                  <a:lnTo>
                    <a:pt x="3930" y="1149"/>
                  </a:lnTo>
                  <a:lnTo>
                    <a:pt x="3918" y="1111"/>
                  </a:lnTo>
                  <a:lnTo>
                    <a:pt x="3902" y="1075"/>
                  </a:lnTo>
                  <a:lnTo>
                    <a:pt x="3886" y="1040"/>
                  </a:lnTo>
                  <a:lnTo>
                    <a:pt x="3867" y="1006"/>
                  </a:lnTo>
                  <a:lnTo>
                    <a:pt x="3846" y="973"/>
                  </a:lnTo>
                  <a:lnTo>
                    <a:pt x="3823" y="942"/>
                  </a:lnTo>
                  <a:lnTo>
                    <a:pt x="3798" y="913"/>
                  </a:lnTo>
                  <a:lnTo>
                    <a:pt x="3771" y="886"/>
                  </a:lnTo>
                  <a:lnTo>
                    <a:pt x="3743" y="860"/>
                  </a:lnTo>
                  <a:lnTo>
                    <a:pt x="3714" y="837"/>
                  </a:lnTo>
                  <a:lnTo>
                    <a:pt x="3682" y="816"/>
                  </a:lnTo>
                  <a:lnTo>
                    <a:pt x="3649" y="796"/>
                  </a:lnTo>
                  <a:lnTo>
                    <a:pt x="2386" y="83"/>
                  </a:lnTo>
                  <a:lnTo>
                    <a:pt x="2350" y="65"/>
                  </a:lnTo>
                  <a:lnTo>
                    <a:pt x="2310" y="50"/>
                  </a:lnTo>
                  <a:lnTo>
                    <a:pt x="2268" y="36"/>
                  </a:lnTo>
                  <a:lnTo>
                    <a:pt x="2223" y="24"/>
                  </a:lnTo>
                  <a:lnTo>
                    <a:pt x="2178" y="15"/>
                  </a:lnTo>
                  <a:lnTo>
                    <a:pt x="2131" y="8"/>
                  </a:lnTo>
                  <a:lnTo>
                    <a:pt x="2082" y="3"/>
                  </a:lnTo>
                  <a:lnTo>
                    <a:pt x="2032" y="0"/>
                  </a:lnTo>
                  <a:lnTo>
                    <a:pt x="1982" y="1"/>
                  </a:lnTo>
                  <a:lnTo>
                    <a:pt x="1933" y="3"/>
                  </a:lnTo>
                  <a:lnTo>
                    <a:pt x="1882" y="9"/>
                  </a:lnTo>
                  <a:lnTo>
                    <a:pt x="1833" y="17"/>
                  </a:lnTo>
                  <a:lnTo>
                    <a:pt x="1785" y="29"/>
                  </a:lnTo>
                  <a:lnTo>
                    <a:pt x="1737" y="43"/>
                  </a:lnTo>
                  <a:lnTo>
                    <a:pt x="1691" y="62"/>
                  </a:lnTo>
                  <a:lnTo>
                    <a:pt x="1647" y="83"/>
                  </a:lnTo>
                  <a:lnTo>
                    <a:pt x="311" y="782"/>
                  </a:lnTo>
                  <a:lnTo>
                    <a:pt x="276" y="803"/>
                  </a:lnTo>
                  <a:lnTo>
                    <a:pt x="243" y="826"/>
                  </a:lnTo>
                  <a:lnTo>
                    <a:pt x="213" y="852"/>
                  </a:lnTo>
                  <a:lnTo>
                    <a:pt x="184" y="879"/>
                  </a:lnTo>
                  <a:lnTo>
                    <a:pt x="155" y="908"/>
                  </a:lnTo>
                  <a:lnTo>
                    <a:pt x="131" y="939"/>
                  </a:lnTo>
                  <a:lnTo>
                    <a:pt x="107" y="971"/>
                  </a:lnTo>
                  <a:lnTo>
                    <a:pt x="86" y="1005"/>
                  </a:lnTo>
                  <a:lnTo>
                    <a:pt x="68" y="1040"/>
                  </a:lnTo>
                  <a:lnTo>
                    <a:pt x="50" y="1076"/>
                  </a:lnTo>
                  <a:lnTo>
                    <a:pt x="36" y="1115"/>
                  </a:lnTo>
                  <a:lnTo>
                    <a:pt x="23" y="1153"/>
                  </a:lnTo>
                  <a:lnTo>
                    <a:pt x="14" y="1195"/>
                  </a:lnTo>
                  <a:lnTo>
                    <a:pt x="7" y="1236"/>
                  </a:lnTo>
                  <a:lnTo>
                    <a:pt x="2" y="1279"/>
                  </a:lnTo>
                  <a:lnTo>
                    <a:pt x="0" y="1322"/>
                  </a:lnTo>
                  <a:lnTo>
                    <a:pt x="0" y="3093"/>
                  </a:lnTo>
                  <a:lnTo>
                    <a:pt x="2" y="3147"/>
                  </a:lnTo>
                  <a:lnTo>
                    <a:pt x="7" y="3202"/>
                  </a:lnTo>
                  <a:lnTo>
                    <a:pt x="15" y="3257"/>
                  </a:lnTo>
                  <a:lnTo>
                    <a:pt x="27" y="3312"/>
                  </a:lnTo>
                  <a:lnTo>
                    <a:pt x="42" y="3366"/>
                  </a:lnTo>
                  <a:lnTo>
                    <a:pt x="59" y="3420"/>
                  </a:lnTo>
                  <a:lnTo>
                    <a:pt x="79" y="3474"/>
                  </a:lnTo>
                  <a:lnTo>
                    <a:pt x="102" y="3525"/>
                  </a:lnTo>
                  <a:lnTo>
                    <a:pt x="127" y="3576"/>
                  </a:lnTo>
                  <a:lnTo>
                    <a:pt x="154" y="3624"/>
                  </a:lnTo>
                  <a:lnTo>
                    <a:pt x="184" y="3670"/>
                  </a:lnTo>
                  <a:lnTo>
                    <a:pt x="214" y="3712"/>
                  </a:lnTo>
                  <a:lnTo>
                    <a:pt x="247" y="3752"/>
                  </a:lnTo>
                  <a:lnTo>
                    <a:pt x="281" y="3788"/>
                  </a:lnTo>
                  <a:lnTo>
                    <a:pt x="317" y="3821"/>
                  </a:lnTo>
                  <a:lnTo>
                    <a:pt x="353" y="384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1811" name="Freeform 33"/>
            <p:cNvSpPr>
              <a:spLocks/>
            </p:cNvSpPr>
            <p:nvPr/>
          </p:nvSpPr>
          <p:spPr bwMode="auto">
            <a:xfrm>
              <a:off x="943" y="2210"/>
              <a:ext cx="276" cy="187"/>
            </a:xfrm>
            <a:custGeom>
              <a:avLst/>
              <a:gdLst>
                <a:gd name="T0" fmla="*/ 11 w 1380"/>
                <a:gd name="T1" fmla="*/ 7 h 937"/>
                <a:gd name="T2" fmla="*/ 11 w 1380"/>
                <a:gd name="T3" fmla="*/ 7 h 937"/>
                <a:gd name="T4" fmla="*/ 0 w 1380"/>
                <a:gd name="T5" fmla="*/ 0 h 937"/>
                <a:gd name="T6" fmla="*/ 0 w 1380"/>
                <a:gd name="T7" fmla="*/ 1 h 937"/>
                <a:gd name="T8" fmla="*/ 10 w 1380"/>
                <a:gd name="T9" fmla="*/ 7 h 937"/>
                <a:gd name="T10" fmla="*/ 10 w 1380"/>
                <a:gd name="T11" fmla="*/ 7 h 937"/>
                <a:gd name="T12" fmla="*/ 10 w 1380"/>
                <a:gd name="T13" fmla="*/ 7 h 937"/>
                <a:gd name="T14" fmla="*/ 11 w 1380"/>
                <a:gd name="T15" fmla="*/ 7 h 937"/>
                <a:gd name="T16" fmla="*/ 11 w 1380"/>
                <a:gd name="T17" fmla="*/ 7 h 937"/>
                <a:gd name="T18" fmla="*/ 11 w 1380"/>
                <a:gd name="T19" fmla="*/ 7 h 937"/>
                <a:gd name="T20" fmla="*/ 11 w 1380"/>
                <a:gd name="T21" fmla="*/ 7 h 937"/>
                <a:gd name="T22" fmla="*/ 11 w 1380"/>
                <a:gd name="T23" fmla="*/ 7 h 937"/>
                <a:gd name="T24" fmla="*/ 11 w 1380"/>
                <a:gd name="T25" fmla="*/ 7 h 937"/>
                <a:gd name="T26" fmla="*/ 11 w 1380"/>
                <a:gd name="T27" fmla="*/ 7 h 937"/>
                <a:gd name="T28" fmla="*/ 11 w 1380"/>
                <a:gd name="T29" fmla="*/ 7 h 937"/>
                <a:gd name="T30" fmla="*/ 11 w 1380"/>
                <a:gd name="T31" fmla="*/ 7 h 93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80"/>
                <a:gd name="T49" fmla="*/ 0 h 937"/>
                <a:gd name="T50" fmla="*/ 1380 w 1380"/>
                <a:gd name="T51" fmla="*/ 937 h 93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80" h="937">
                  <a:moveTo>
                    <a:pt x="1354" y="848"/>
                  </a:moveTo>
                  <a:lnTo>
                    <a:pt x="1359" y="851"/>
                  </a:lnTo>
                  <a:lnTo>
                    <a:pt x="51" y="0"/>
                  </a:lnTo>
                  <a:lnTo>
                    <a:pt x="0" y="78"/>
                  </a:lnTo>
                  <a:lnTo>
                    <a:pt x="1307" y="929"/>
                  </a:lnTo>
                  <a:lnTo>
                    <a:pt x="1312" y="932"/>
                  </a:lnTo>
                  <a:lnTo>
                    <a:pt x="1307" y="929"/>
                  </a:lnTo>
                  <a:lnTo>
                    <a:pt x="1326" y="937"/>
                  </a:lnTo>
                  <a:lnTo>
                    <a:pt x="1345" y="936"/>
                  </a:lnTo>
                  <a:lnTo>
                    <a:pt x="1360" y="929"/>
                  </a:lnTo>
                  <a:lnTo>
                    <a:pt x="1372" y="916"/>
                  </a:lnTo>
                  <a:lnTo>
                    <a:pt x="1379" y="899"/>
                  </a:lnTo>
                  <a:lnTo>
                    <a:pt x="1380" y="883"/>
                  </a:lnTo>
                  <a:lnTo>
                    <a:pt x="1374" y="865"/>
                  </a:lnTo>
                  <a:lnTo>
                    <a:pt x="1359" y="851"/>
                  </a:lnTo>
                  <a:lnTo>
                    <a:pt x="1354" y="84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1812" name="Freeform 34"/>
            <p:cNvSpPr>
              <a:spLocks/>
            </p:cNvSpPr>
            <p:nvPr/>
          </p:nvSpPr>
          <p:spPr bwMode="auto">
            <a:xfrm>
              <a:off x="1206" y="2379"/>
              <a:ext cx="140" cy="32"/>
            </a:xfrm>
            <a:custGeom>
              <a:avLst/>
              <a:gdLst>
                <a:gd name="T0" fmla="*/ 5 w 703"/>
                <a:gd name="T1" fmla="*/ 0 h 162"/>
                <a:gd name="T2" fmla="*/ 5 w 703"/>
                <a:gd name="T3" fmla="*/ 0 h 162"/>
                <a:gd name="T4" fmla="*/ 5 w 703"/>
                <a:gd name="T5" fmla="*/ 0 h 162"/>
                <a:gd name="T6" fmla="*/ 5 w 703"/>
                <a:gd name="T7" fmla="*/ 0 h 162"/>
                <a:gd name="T8" fmla="*/ 4 w 703"/>
                <a:gd name="T9" fmla="*/ 0 h 162"/>
                <a:gd name="T10" fmla="*/ 4 w 703"/>
                <a:gd name="T11" fmla="*/ 0 h 162"/>
                <a:gd name="T12" fmla="*/ 4 w 703"/>
                <a:gd name="T13" fmla="*/ 0 h 162"/>
                <a:gd name="T14" fmla="*/ 3 w 703"/>
                <a:gd name="T15" fmla="*/ 1 h 162"/>
                <a:gd name="T16" fmla="*/ 3 w 703"/>
                <a:gd name="T17" fmla="*/ 1 h 162"/>
                <a:gd name="T18" fmla="*/ 3 w 703"/>
                <a:gd name="T19" fmla="*/ 1 h 162"/>
                <a:gd name="T20" fmla="*/ 2 w 703"/>
                <a:gd name="T21" fmla="*/ 1 h 162"/>
                <a:gd name="T22" fmla="*/ 2 w 703"/>
                <a:gd name="T23" fmla="*/ 1 h 162"/>
                <a:gd name="T24" fmla="*/ 2 w 703"/>
                <a:gd name="T25" fmla="*/ 0 h 162"/>
                <a:gd name="T26" fmla="*/ 1 w 703"/>
                <a:gd name="T27" fmla="*/ 0 h 162"/>
                <a:gd name="T28" fmla="*/ 1 w 703"/>
                <a:gd name="T29" fmla="*/ 0 h 162"/>
                <a:gd name="T30" fmla="*/ 1 w 703"/>
                <a:gd name="T31" fmla="*/ 0 h 162"/>
                <a:gd name="T32" fmla="*/ 1 w 703"/>
                <a:gd name="T33" fmla="*/ 0 h 162"/>
                <a:gd name="T34" fmla="*/ 0 w 703"/>
                <a:gd name="T35" fmla="*/ 0 h 162"/>
                <a:gd name="T36" fmla="*/ 0 w 703"/>
                <a:gd name="T37" fmla="*/ 1 h 162"/>
                <a:gd name="T38" fmla="*/ 0 w 703"/>
                <a:gd name="T39" fmla="*/ 1 h 162"/>
                <a:gd name="T40" fmla="*/ 1 w 703"/>
                <a:gd name="T41" fmla="*/ 1 h 162"/>
                <a:gd name="T42" fmla="*/ 1 w 703"/>
                <a:gd name="T43" fmla="*/ 1 h 162"/>
                <a:gd name="T44" fmla="*/ 1 w 703"/>
                <a:gd name="T45" fmla="*/ 1 h 162"/>
                <a:gd name="T46" fmla="*/ 2 w 703"/>
                <a:gd name="T47" fmla="*/ 1 h 162"/>
                <a:gd name="T48" fmla="*/ 2 w 703"/>
                <a:gd name="T49" fmla="*/ 1 h 162"/>
                <a:gd name="T50" fmla="*/ 2 w 703"/>
                <a:gd name="T51" fmla="*/ 1 h 162"/>
                <a:gd name="T52" fmla="*/ 3 w 703"/>
                <a:gd name="T53" fmla="*/ 1 h 162"/>
                <a:gd name="T54" fmla="*/ 3 w 703"/>
                <a:gd name="T55" fmla="*/ 1 h 162"/>
                <a:gd name="T56" fmla="*/ 3 w 703"/>
                <a:gd name="T57" fmla="*/ 1 h 162"/>
                <a:gd name="T58" fmla="*/ 4 w 703"/>
                <a:gd name="T59" fmla="*/ 1 h 162"/>
                <a:gd name="T60" fmla="*/ 4 w 703"/>
                <a:gd name="T61" fmla="*/ 1 h 162"/>
                <a:gd name="T62" fmla="*/ 5 w 703"/>
                <a:gd name="T63" fmla="*/ 1 h 162"/>
                <a:gd name="T64" fmla="*/ 5 w 703"/>
                <a:gd name="T65" fmla="*/ 1 h 162"/>
                <a:gd name="T66" fmla="*/ 5 w 703"/>
                <a:gd name="T67" fmla="*/ 1 h 162"/>
                <a:gd name="T68" fmla="*/ 5 w 703"/>
                <a:gd name="T69" fmla="*/ 1 h 162"/>
                <a:gd name="T70" fmla="*/ 5 w 703"/>
                <a:gd name="T71" fmla="*/ 1 h 162"/>
                <a:gd name="T72" fmla="*/ 5 w 703"/>
                <a:gd name="T73" fmla="*/ 1 h 162"/>
                <a:gd name="T74" fmla="*/ 5 w 703"/>
                <a:gd name="T75" fmla="*/ 1 h 162"/>
                <a:gd name="T76" fmla="*/ 6 w 703"/>
                <a:gd name="T77" fmla="*/ 0 h 162"/>
                <a:gd name="T78" fmla="*/ 6 w 703"/>
                <a:gd name="T79" fmla="*/ 0 h 162"/>
                <a:gd name="T80" fmla="*/ 6 w 703"/>
                <a:gd name="T81" fmla="*/ 0 h 162"/>
                <a:gd name="T82" fmla="*/ 5 w 703"/>
                <a:gd name="T83" fmla="*/ 0 h 162"/>
                <a:gd name="T84" fmla="*/ 5 w 703"/>
                <a:gd name="T85" fmla="*/ 0 h 162"/>
                <a:gd name="T86" fmla="*/ 5 w 703"/>
                <a:gd name="T87" fmla="*/ 0 h 162"/>
                <a:gd name="T88" fmla="*/ 5 w 703"/>
                <a:gd name="T89" fmla="*/ 0 h 162"/>
                <a:gd name="T90" fmla="*/ 5 w 703"/>
                <a:gd name="T91" fmla="*/ 0 h 162"/>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703"/>
                <a:gd name="T139" fmla="*/ 0 h 162"/>
                <a:gd name="T140" fmla="*/ 703 w 703"/>
                <a:gd name="T141" fmla="*/ 162 h 162"/>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703" h="162">
                  <a:moveTo>
                    <a:pt x="631" y="8"/>
                  </a:moveTo>
                  <a:lnTo>
                    <a:pt x="636" y="6"/>
                  </a:lnTo>
                  <a:lnTo>
                    <a:pt x="606" y="20"/>
                  </a:lnTo>
                  <a:lnTo>
                    <a:pt x="575" y="32"/>
                  </a:lnTo>
                  <a:lnTo>
                    <a:pt x="540" y="42"/>
                  </a:lnTo>
                  <a:lnTo>
                    <a:pt x="504" y="52"/>
                  </a:lnTo>
                  <a:lnTo>
                    <a:pt x="467" y="59"/>
                  </a:lnTo>
                  <a:lnTo>
                    <a:pt x="428" y="64"/>
                  </a:lnTo>
                  <a:lnTo>
                    <a:pt x="389" y="67"/>
                  </a:lnTo>
                  <a:lnTo>
                    <a:pt x="348" y="68"/>
                  </a:lnTo>
                  <a:lnTo>
                    <a:pt x="308" y="68"/>
                  </a:lnTo>
                  <a:lnTo>
                    <a:pt x="267" y="65"/>
                  </a:lnTo>
                  <a:lnTo>
                    <a:pt x="226" y="61"/>
                  </a:lnTo>
                  <a:lnTo>
                    <a:pt x="187" y="54"/>
                  </a:lnTo>
                  <a:lnTo>
                    <a:pt x="148" y="44"/>
                  </a:lnTo>
                  <a:lnTo>
                    <a:pt x="110" y="33"/>
                  </a:lnTo>
                  <a:lnTo>
                    <a:pt x="75" y="20"/>
                  </a:lnTo>
                  <a:lnTo>
                    <a:pt x="42" y="5"/>
                  </a:lnTo>
                  <a:lnTo>
                    <a:pt x="0" y="89"/>
                  </a:lnTo>
                  <a:lnTo>
                    <a:pt x="40" y="107"/>
                  </a:lnTo>
                  <a:lnTo>
                    <a:pt x="82" y="122"/>
                  </a:lnTo>
                  <a:lnTo>
                    <a:pt x="124" y="135"/>
                  </a:lnTo>
                  <a:lnTo>
                    <a:pt x="169" y="146"/>
                  </a:lnTo>
                  <a:lnTo>
                    <a:pt x="214" y="153"/>
                  </a:lnTo>
                  <a:lnTo>
                    <a:pt x="258" y="158"/>
                  </a:lnTo>
                  <a:lnTo>
                    <a:pt x="303" y="162"/>
                  </a:lnTo>
                  <a:lnTo>
                    <a:pt x="348" y="162"/>
                  </a:lnTo>
                  <a:lnTo>
                    <a:pt x="394" y="161"/>
                  </a:lnTo>
                  <a:lnTo>
                    <a:pt x="439" y="157"/>
                  </a:lnTo>
                  <a:lnTo>
                    <a:pt x="481" y="150"/>
                  </a:lnTo>
                  <a:lnTo>
                    <a:pt x="525" y="143"/>
                  </a:lnTo>
                  <a:lnTo>
                    <a:pt x="566" y="132"/>
                  </a:lnTo>
                  <a:lnTo>
                    <a:pt x="606" y="121"/>
                  </a:lnTo>
                  <a:lnTo>
                    <a:pt x="643" y="105"/>
                  </a:lnTo>
                  <a:lnTo>
                    <a:pt x="678" y="88"/>
                  </a:lnTo>
                  <a:lnTo>
                    <a:pt x="683" y="86"/>
                  </a:lnTo>
                  <a:lnTo>
                    <a:pt x="678" y="88"/>
                  </a:lnTo>
                  <a:lnTo>
                    <a:pt x="695" y="75"/>
                  </a:lnTo>
                  <a:lnTo>
                    <a:pt x="702" y="60"/>
                  </a:lnTo>
                  <a:lnTo>
                    <a:pt x="703" y="42"/>
                  </a:lnTo>
                  <a:lnTo>
                    <a:pt x="698" y="26"/>
                  </a:lnTo>
                  <a:lnTo>
                    <a:pt x="688" y="12"/>
                  </a:lnTo>
                  <a:lnTo>
                    <a:pt x="674" y="3"/>
                  </a:lnTo>
                  <a:lnTo>
                    <a:pt x="656" y="0"/>
                  </a:lnTo>
                  <a:lnTo>
                    <a:pt x="636" y="6"/>
                  </a:lnTo>
                  <a:lnTo>
                    <a:pt x="631"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1813" name="Freeform 35"/>
            <p:cNvSpPr>
              <a:spLocks/>
            </p:cNvSpPr>
            <p:nvPr/>
          </p:nvSpPr>
          <p:spPr bwMode="auto">
            <a:xfrm>
              <a:off x="1332" y="2204"/>
              <a:ext cx="283" cy="192"/>
            </a:xfrm>
            <a:custGeom>
              <a:avLst/>
              <a:gdLst>
                <a:gd name="T0" fmla="*/ 11 w 1415"/>
                <a:gd name="T1" fmla="*/ 0 h 960"/>
                <a:gd name="T2" fmla="*/ 11 w 1415"/>
                <a:gd name="T3" fmla="*/ 0 h 960"/>
                <a:gd name="T4" fmla="*/ 0 w 1415"/>
                <a:gd name="T5" fmla="*/ 7 h 960"/>
                <a:gd name="T6" fmla="*/ 0 w 1415"/>
                <a:gd name="T7" fmla="*/ 8 h 960"/>
                <a:gd name="T8" fmla="*/ 11 w 1415"/>
                <a:gd name="T9" fmla="*/ 1 h 960"/>
                <a:gd name="T10" fmla="*/ 11 w 1415"/>
                <a:gd name="T11" fmla="*/ 1 h 960"/>
                <a:gd name="T12" fmla="*/ 11 w 1415"/>
                <a:gd name="T13" fmla="*/ 1 h 960"/>
                <a:gd name="T14" fmla="*/ 11 w 1415"/>
                <a:gd name="T15" fmla="*/ 1 h 960"/>
                <a:gd name="T16" fmla="*/ 11 w 1415"/>
                <a:gd name="T17" fmla="*/ 0 h 960"/>
                <a:gd name="T18" fmla="*/ 11 w 1415"/>
                <a:gd name="T19" fmla="*/ 0 h 960"/>
                <a:gd name="T20" fmla="*/ 11 w 1415"/>
                <a:gd name="T21" fmla="*/ 0 h 960"/>
                <a:gd name="T22" fmla="*/ 11 w 1415"/>
                <a:gd name="T23" fmla="*/ 0 h 960"/>
                <a:gd name="T24" fmla="*/ 11 w 1415"/>
                <a:gd name="T25" fmla="*/ 0 h 960"/>
                <a:gd name="T26" fmla="*/ 11 w 1415"/>
                <a:gd name="T27" fmla="*/ 0 h 960"/>
                <a:gd name="T28" fmla="*/ 11 w 1415"/>
                <a:gd name="T29" fmla="*/ 0 h 960"/>
                <a:gd name="T30" fmla="*/ 11 w 1415"/>
                <a:gd name="T31" fmla="*/ 0 h 96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15"/>
                <a:gd name="T49" fmla="*/ 0 h 960"/>
                <a:gd name="T50" fmla="*/ 1415 w 1415"/>
                <a:gd name="T51" fmla="*/ 960 h 96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15" h="960">
                  <a:moveTo>
                    <a:pt x="1338" y="10"/>
                  </a:moveTo>
                  <a:lnTo>
                    <a:pt x="1342" y="8"/>
                  </a:lnTo>
                  <a:lnTo>
                    <a:pt x="0" y="882"/>
                  </a:lnTo>
                  <a:lnTo>
                    <a:pt x="52" y="960"/>
                  </a:lnTo>
                  <a:lnTo>
                    <a:pt x="1393" y="85"/>
                  </a:lnTo>
                  <a:lnTo>
                    <a:pt x="1397" y="83"/>
                  </a:lnTo>
                  <a:lnTo>
                    <a:pt x="1393" y="85"/>
                  </a:lnTo>
                  <a:lnTo>
                    <a:pt x="1409" y="71"/>
                  </a:lnTo>
                  <a:lnTo>
                    <a:pt x="1415" y="53"/>
                  </a:lnTo>
                  <a:lnTo>
                    <a:pt x="1413" y="37"/>
                  </a:lnTo>
                  <a:lnTo>
                    <a:pt x="1406" y="21"/>
                  </a:lnTo>
                  <a:lnTo>
                    <a:pt x="1395" y="8"/>
                  </a:lnTo>
                  <a:lnTo>
                    <a:pt x="1379" y="1"/>
                  </a:lnTo>
                  <a:lnTo>
                    <a:pt x="1361" y="0"/>
                  </a:lnTo>
                  <a:lnTo>
                    <a:pt x="1342" y="8"/>
                  </a:lnTo>
                  <a:lnTo>
                    <a:pt x="1338" y="1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1814" name="Freeform 36"/>
            <p:cNvSpPr>
              <a:spLocks/>
            </p:cNvSpPr>
            <p:nvPr/>
          </p:nvSpPr>
          <p:spPr bwMode="auto">
            <a:xfrm>
              <a:off x="1599" y="2057"/>
              <a:ext cx="80" cy="163"/>
            </a:xfrm>
            <a:custGeom>
              <a:avLst/>
              <a:gdLst>
                <a:gd name="T0" fmla="*/ 2 w 398"/>
                <a:gd name="T1" fmla="*/ 0 h 817"/>
                <a:gd name="T2" fmla="*/ 2 w 398"/>
                <a:gd name="T3" fmla="*/ 0 h 817"/>
                <a:gd name="T4" fmla="*/ 2 w 398"/>
                <a:gd name="T5" fmla="*/ 1 h 817"/>
                <a:gd name="T6" fmla="*/ 2 w 398"/>
                <a:gd name="T7" fmla="*/ 1 h 817"/>
                <a:gd name="T8" fmla="*/ 2 w 398"/>
                <a:gd name="T9" fmla="*/ 2 h 817"/>
                <a:gd name="T10" fmla="*/ 2 w 398"/>
                <a:gd name="T11" fmla="*/ 2 h 817"/>
                <a:gd name="T12" fmla="*/ 2 w 398"/>
                <a:gd name="T13" fmla="*/ 2 h 817"/>
                <a:gd name="T14" fmla="*/ 2 w 398"/>
                <a:gd name="T15" fmla="*/ 3 h 817"/>
                <a:gd name="T16" fmla="*/ 2 w 398"/>
                <a:gd name="T17" fmla="*/ 3 h 817"/>
                <a:gd name="T18" fmla="*/ 2 w 398"/>
                <a:gd name="T19" fmla="*/ 4 h 817"/>
                <a:gd name="T20" fmla="*/ 2 w 398"/>
                <a:gd name="T21" fmla="*/ 4 h 817"/>
                <a:gd name="T22" fmla="*/ 1 w 398"/>
                <a:gd name="T23" fmla="*/ 4 h 817"/>
                <a:gd name="T24" fmla="*/ 1 w 398"/>
                <a:gd name="T25" fmla="*/ 5 h 817"/>
                <a:gd name="T26" fmla="*/ 1 w 398"/>
                <a:gd name="T27" fmla="*/ 5 h 817"/>
                <a:gd name="T28" fmla="*/ 1 w 398"/>
                <a:gd name="T29" fmla="*/ 5 h 817"/>
                <a:gd name="T30" fmla="*/ 1 w 398"/>
                <a:gd name="T31" fmla="*/ 5 h 817"/>
                <a:gd name="T32" fmla="*/ 0 w 398"/>
                <a:gd name="T33" fmla="*/ 6 h 817"/>
                <a:gd name="T34" fmla="*/ 0 w 398"/>
                <a:gd name="T35" fmla="*/ 6 h 817"/>
                <a:gd name="T36" fmla="*/ 0 w 398"/>
                <a:gd name="T37" fmla="*/ 7 h 817"/>
                <a:gd name="T38" fmla="*/ 1 w 398"/>
                <a:gd name="T39" fmla="*/ 6 h 817"/>
                <a:gd name="T40" fmla="*/ 1 w 398"/>
                <a:gd name="T41" fmla="*/ 6 h 817"/>
                <a:gd name="T42" fmla="*/ 1 w 398"/>
                <a:gd name="T43" fmla="*/ 6 h 817"/>
                <a:gd name="T44" fmla="*/ 2 w 398"/>
                <a:gd name="T45" fmla="*/ 5 h 817"/>
                <a:gd name="T46" fmla="*/ 2 w 398"/>
                <a:gd name="T47" fmla="*/ 5 h 817"/>
                <a:gd name="T48" fmla="*/ 2 w 398"/>
                <a:gd name="T49" fmla="*/ 5 h 817"/>
                <a:gd name="T50" fmla="*/ 2 w 398"/>
                <a:gd name="T51" fmla="*/ 4 h 817"/>
                <a:gd name="T52" fmla="*/ 2 w 398"/>
                <a:gd name="T53" fmla="*/ 4 h 817"/>
                <a:gd name="T54" fmla="*/ 3 w 398"/>
                <a:gd name="T55" fmla="*/ 3 h 817"/>
                <a:gd name="T56" fmla="*/ 3 w 398"/>
                <a:gd name="T57" fmla="*/ 3 h 817"/>
                <a:gd name="T58" fmla="*/ 3 w 398"/>
                <a:gd name="T59" fmla="*/ 3 h 817"/>
                <a:gd name="T60" fmla="*/ 3 w 398"/>
                <a:gd name="T61" fmla="*/ 2 h 817"/>
                <a:gd name="T62" fmla="*/ 3 w 398"/>
                <a:gd name="T63" fmla="*/ 2 h 817"/>
                <a:gd name="T64" fmla="*/ 3 w 398"/>
                <a:gd name="T65" fmla="*/ 1 h 817"/>
                <a:gd name="T66" fmla="*/ 3 w 398"/>
                <a:gd name="T67" fmla="*/ 1 h 817"/>
                <a:gd name="T68" fmla="*/ 3 w 398"/>
                <a:gd name="T69" fmla="*/ 0 h 817"/>
                <a:gd name="T70" fmla="*/ 3 w 398"/>
                <a:gd name="T71" fmla="*/ 0 h 817"/>
                <a:gd name="T72" fmla="*/ 3 w 398"/>
                <a:gd name="T73" fmla="*/ 0 h 817"/>
                <a:gd name="T74" fmla="*/ 3 w 398"/>
                <a:gd name="T75" fmla="*/ 0 h 817"/>
                <a:gd name="T76" fmla="*/ 3 w 398"/>
                <a:gd name="T77" fmla="*/ 0 h 817"/>
                <a:gd name="T78" fmla="*/ 3 w 398"/>
                <a:gd name="T79" fmla="*/ 0 h 817"/>
                <a:gd name="T80" fmla="*/ 3 w 398"/>
                <a:gd name="T81" fmla="*/ 0 h 817"/>
                <a:gd name="T82" fmla="*/ 3 w 398"/>
                <a:gd name="T83" fmla="*/ 0 h 817"/>
                <a:gd name="T84" fmla="*/ 3 w 398"/>
                <a:gd name="T85" fmla="*/ 0 h 817"/>
                <a:gd name="T86" fmla="*/ 2 w 398"/>
                <a:gd name="T87" fmla="*/ 0 h 817"/>
                <a:gd name="T88" fmla="*/ 2 w 398"/>
                <a:gd name="T89" fmla="*/ 0 h 817"/>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398"/>
                <a:gd name="T136" fmla="*/ 0 h 817"/>
                <a:gd name="T137" fmla="*/ 398 w 398"/>
                <a:gd name="T138" fmla="*/ 817 h 817"/>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398" h="817">
                  <a:moveTo>
                    <a:pt x="304" y="47"/>
                  </a:moveTo>
                  <a:lnTo>
                    <a:pt x="304" y="47"/>
                  </a:lnTo>
                  <a:lnTo>
                    <a:pt x="301" y="97"/>
                  </a:lnTo>
                  <a:lnTo>
                    <a:pt x="297" y="147"/>
                  </a:lnTo>
                  <a:lnTo>
                    <a:pt x="291" y="198"/>
                  </a:lnTo>
                  <a:lnTo>
                    <a:pt x="280" y="247"/>
                  </a:lnTo>
                  <a:lnTo>
                    <a:pt x="268" y="297"/>
                  </a:lnTo>
                  <a:lnTo>
                    <a:pt x="253" y="347"/>
                  </a:lnTo>
                  <a:lnTo>
                    <a:pt x="236" y="395"/>
                  </a:lnTo>
                  <a:lnTo>
                    <a:pt x="217" y="442"/>
                  </a:lnTo>
                  <a:lnTo>
                    <a:pt x="195" y="487"/>
                  </a:lnTo>
                  <a:lnTo>
                    <a:pt x="171" y="532"/>
                  </a:lnTo>
                  <a:lnTo>
                    <a:pt x="147" y="574"/>
                  </a:lnTo>
                  <a:lnTo>
                    <a:pt x="121" y="613"/>
                  </a:lnTo>
                  <a:lnTo>
                    <a:pt x="93" y="650"/>
                  </a:lnTo>
                  <a:lnTo>
                    <a:pt x="64" y="684"/>
                  </a:lnTo>
                  <a:lnTo>
                    <a:pt x="32" y="716"/>
                  </a:lnTo>
                  <a:lnTo>
                    <a:pt x="0" y="744"/>
                  </a:lnTo>
                  <a:lnTo>
                    <a:pt x="59" y="817"/>
                  </a:lnTo>
                  <a:lnTo>
                    <a:pt x="95" y="784"/>
                  </a:lnTo>
                  <a:lnTo>
                    <a:pt x="132" y="748"/>
                  </a:lnTo>
                  <a:lnTo>
                    <a:pt x="166" y="709"/>
                  </a:lnTo>
                  <a:lnTo>
                    <a:pt x="196" y="667"/>
                  </a:lnTo>
                  <a:lnTo>
                    <a:pt x="227" y="623"/>
                  </a:lnTo>
                  <a:lnTo>
                    <a:pt x="253" y="576"/>
                  </a:lnTo>
                  <a:lnTo>
                    <a:pt x="279" y="530"/>
                  </a:lnTo>
                  <a:lnTo>
                    <a:pt x="301" y="479"/>
                  </a:lnTo>
                  <a:lnTo>
                    <a:pt x="323" y="428"/>
                  </a:lnTo>
                  <a:lnTo>
                    <a:pt x="342" y="375"/>
                  </a:lnTo>
                  <a:lnTo>
                    <a:pt x="359" y="321"/>
                  </a:lnTo>
                  <a:lnTo>
                    <a:pt x="372" y="268"/>
                  </a:lnTo>
                  <a:lnTo>
                    <a:pt x="382" y="212"/>
                  </a:lnTo>
                  <a:lnTo>
                    <a:pt x="391" y="157"/>
                  </a:lnTo>
                  <a:lnTo>
                    <a:pt x="395" y="102"/>
                  </a:lnTo>
                  <a:lnTo>
                    <a:pt x="398" y="47"/>
                  </a:lnTo>
                  <a:lnTo>
                    <a:pt x="394" y="27"/>
                  </a:lnTo>
                  <a:lnTo>
                    <a:pt x="383" y="11"/>
                  </a:lnTo>
                  <a:lnTo>
                    <a:pt x="368" y="3"/>
                  </a:lnTo>
                  <a:lnTo>
                    <a:pt x="351" y="0"/>
                  </a:lnTo>
                  <a:lnTo>
                    <a:pt x="333" y="3"/>
                  </a:lnTo>
                  <a:lnTo>
                    <a:pt x="319" y="11"/>
                  </a:lnTo>
                  <a:lnTo>
                    <a:pt x="307" y="27"/>
                  </a:lnTo>
                  <a:lnTo>
                    <a:pt x="304" y="4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1815" name="Freeform 37"/>
            <p:cNvSpPr>
              <a:spLocks/>
            </p:cNvSpPr>
            <p:nvPr/>
          </p:nvSpPr>
          <p:spPr bwMode="auto">
            <a:xfrm>
              <a:off x="1660" y="1701"/>
              <a:ext cx="19" cy="365"/>
            </a:xfrm>
            <a:custGeom>
              <a:avLst/>
              <a:gdLst>
                <a:gd name="T0" fmla="*/ 0 w 95"/>
                <a:gd name="T1" fmla="*/ 0 h 1826"/>
                <a:gd name="T2" fmla="*/ 0 w 95"/>
                <a:gd name="T3" fmla="*/ 0 h 1826"/>
                <a:gd name="T4" fmla="*/ 0 w 95"/>
                <a:gd name="T5" fmla="*/ 15 h 1826"/>
                <a:gd name="T6" fmla="*/ 1 w 95"/>
                <a:gd name="T7" fmla="*/ 15 h 1826"/>
                <a:gd name="T8" fmla="*/ 1 w 95"/>
                <a:gd name="T9" fmla="*/ 0 h 1826"/>
                <a:gd name="T10" fmla="*/ 1 w 95"/>
                <a:gd name="T11" fmla="*/ 0 h 1826"/>
                <a:gd name="T12" fmla="*/ 1 w 95"/>
                <a:gd name="T13" fmla="*/ 0 h 1826"/>
                <a:gd name="T14" fmla="*/ 1 w 95"/>
                <a:gd name="T15" fmla="*/ 0 h 1826"/>
                <a:gd name="T16" fmla="*/ 1 w 95"/>
                <a:gd name="T17" fmla="*/ 0 h 1826"/>
                <a:gd name="T18" fmla="*/ 1 w 95"/>
                <a:gd name="T19" fmla="*/ 0 h 1826"/>
                <a:gd name="T20" fmla="*/ 0 w 95"/>
                <a:gd name="T21" fmla="*/ 0 h 1826"/>
                <a:gd name="T22" fmla="*/ 0 w 95"/>
                <a:gd name="T23" fmla="*/ 0 h 1826"/>
                <a:gd name="T24" fmla="*/ 0 w 95"/>
                <a:gd name="T25" fmla="*/ 0 h 1826"/>
                <a:gd name="T26" fmla="*/ 0 w 95"/>
                <a:gd name="T27" fmla="*/ 0 h 1826"/>
                <a:gd name="T28" fmla="*/ 0 w 95"/>
                <a:gd name="T29" fmla="*/ 0 h 1826"/>
                <a:gd name="T30" fmla="*/ 0 w 95"/>
                <a:gd name="T31" fmla="*/ 0 h 182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95"/>
                <a:gd name="T49" fmla="*/ 0 h 1826"/>
                <a:gd name="T50" fmla="*/ 95 w 95"/>
                <a:gd name="T51" fmla="*/ 1826 h 182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95" h="1826">
                  <a:moveTo>
                    <a:pt x="0" y="49"/>
                  </a:moveTo>
                  <a:lnTo>
                    <a:pt x="0" y="47"/>
                  </a:lnTo>
                  <a:lnTo>
                    <a:pt x="1" y="1826"/>
                  </a:lnTo>
                  <a:lnTo>
                    <a:pt x="95" y="1826"/>
                  </a:lnTo>
                  <a:lnTo>
                    <a:pt x="93" y="47"/>
                  </a:lnTo>
                  <a:lnTo>
                    <a:pt x="93" y="45"/>
                  </a:lnTo>
                  <a:lnTo>
                    <a:pt x="93" y="47"/>
                  </a:lnTo>
                  <a:lnTo>
                    <a:pt x="90" y="27"/>
                  </a:lnTo>
                  <a:lnTo>
                    <a:pt x="79" y="12"/>
                  </a:lnTo>
                  <a:lnTo>
                    <a:pt x="64" y="4"/>
                  </a:lnTo>
                  <a:lnTo>
                    <a:pt x="47" y="0"/>
                  </a:lnTo>
                  <a:lnTo>
                    <a:pt x="29" y="4"/>
                  </a:lnTo>
                  <a:lnTo>
                    <a:pt x="15" y="12"/>
                  </a:lnTo>
                  <a:lnTo>
                    <a:pt x="3" y="27"/>
                  </a:lnTo>
                  <a:lnTo>
                    <a:pt x="0" y="47"/>
                  </a:lnTo>
                  <a:lnTo>
                    <a:pt x="0" y="4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1816" name="Freeform 38"/>
            <p:cNvSpPr>
              <a:spLocks/>
            </p:cNvSpPr>
            <p:nvPr/>
          </p:nvSpPr>
          <p:spPr bwMode="auto">
            <a:xfrm>
              <a:off x="1598" y="1598"/>
              <a:ext cx="81" cy="113"/>
            </a:xfrm>
            <a:custGeom>
              <a:avLst/>
              <a:gdLst>
                <a:gd name="T0" fmla="*/ 0 w 401"/>
                <a:gd name="T1" fmla="*/ 1 h 566"/>
                <a:gd name="T2" fmla="*/ 0 w 401"/>
                <a:gd name="T3" fmla="*/ 1 h 566"/>
                <a:gd name="T4" fmla="*/ 0 w 401"/>
                <a:gd name="T5" fmla="*/ 1 h 566"/>
                <a:gd name="T6" fmla="*/ 1 w 401"/>
                <a:gd name="T7" fmla="*/ 1 h 566"/>
                <a:gd name="T8" fmla="*/ 1 w 401"/>
                <a:gd name="T9" fmla="*/ 1 h 566"/>
                <a:gd name="T10" fmla="*/ 1 w 401"/>
                <a:gd name="T11" fmla="*/ 1 h 566"/>
                <a:gd name="T12" fmla="*/ 1 w 401"/>
                <a:gd name="T13" fmla="*/ 2 h 566"/>
                <a:gd name="T14" fmla="*/ 1 w 401"/>
                <a:gd name="T15" fmla="*/ 2 h 566"/>
                <a:gd name="T16" fmla="*/ 2 w 401"/>
                <a:gd name="T17" fmla="*/ 2 h 566"/>
                <a:gd name="T18" fmla="*/ 2 w 401"/>
                <a:gd name="T19" fmla="*/ 2 h 566"/>
                <a:gd name="T20" fmla="*/ 2 w 401"/>
                <a:gd name="T21" fmla="*/ 2 h 566"/>
                <a:gd name="T22" fmla="*/ 2 w 401"/>
                <a:gd name="T23" fmla="*/ 3 h 566"/>
                <a:gd name="T24" fmla="*/ 2 w 401"/>
                <a:gd name="T25" fmla="*/ 3 h 566"/>
                <a:gd name="T26" fmla="*/ 2 w 401"/>
                <a:gd name="T27" fmla="*/ 3 h 566"/>
                <a:gd name="T28" fmla="*/ 2 w 401"/>
                <a:gd name="T29" fmla="*/ 4 h 566"/>
                <a:gd name="T30" fmla="*/ 2 w 401"/>
                <a:gd name="T31" fmla="*/ 4 h 566"/>
                <a:gd name="T32" fmla="*/ 2 w 401"/>
                <a:gd name="T33" fmla="*/ 4 h 566"/>
                <a:gd name="T34" fmla="*/ 3 w 401"/>
                <a:gd name="T35" fmla="*/ 5 h 566"/>
                <a:gd name="T36" fmla="*/ 3 w 401"/>
                <a:gd name="T37" fmla="*/ 4 h 566"/>
                <a:gd name="T38" fmla="*/ 3 w 401"/>
                <a:gd name="T39" fmla="*/ 4 h 566"/>
                <a:gd name="T40" fmla="*/ 3 w 401"/>
                <a:gd name="T41" fmla="*/ 4 h 566"/>
                <a:gd name="T42" fmla="*/ 3 w 401"/>
                <a:gd name="T43" fmla="*/ 3 h 566"/>
                <a:gd name="T44" fmla="*/ 3 w 401"/>
                <a:gd name="T45" fmla="*/ 3 h 566"/>
                <a:gd name="T46" fmla="*/ 3 w 401"/>
                <a:gd name="T47" fmla="*/ 3 h 566"/>
                <a:gd name="T48" fmla="*/ 3 w 401"/>
                <a:gd name="T49" fmla="*/ 2 h 566"/>
                <a:gd name="T50" fmla="*/ 3 w 401"/>
                <a:gd name="T51" fmla="*/ 2 h 566"/>
                <a:gd name="T52" fmla="*/ 2 w 401"/>
                <a:gd name="T53" fmla="*/ 2 h 566"/>
                <a:gd name="T54" fmla="*/ 2 w 401"/>
                <a:gd name="T55" fmla="*/ 2 h 566"/>
                <a:gd name="T56" fmla="*/ 2 w 401"/>
                <a:gd name="T57" fmla="*/ 1 h 566"/>
                <a:gd name="T58" fmla="*/ 2 w 401"/>
                <a:gd name="T59" fmla="*/ 1 h 566"/>
                <a:gd name="T60" fmla="*/ 2 w 401"/>
                <a:gd name="T61" fmla="*/ 1 h 566"/>
                <a:gd name="T62" fmla="*/ 1 w 401"/>
                <a:gd name="T63" fmla="*/ 1 h 566"/>
                <a:gd name="T64" fmla="*/ 1 w 401"/>
                <a:gd name="T65" fmla="*/ 0 h 566"/>
                <a:gd name="T66" fmla="*/ 1 w 401"/>
                <a:gd name="T67" fmla="*/ 0 h 566"/>
                <a:gd name="T68" fmla="*/ 1 w 401"/>
                <a:gd name="T69" fmla="*/ 0 h 566"/>
                <a:gd name="T70" fmla="*/ 1 w 401"/>
                <a:gd name="T71" fmla="*/ 0 h 566"/>
                <a:gd name="T72" fmla="*/ 1 w 401"/>
                <a:gd name="T73" fmla="*/ 0 h 566"/>
                <a:gd name="T74" fmla="*/ 0 w 401"/>
                <a:gd name="T75" fmla="*/ 0 h 566"/>
                <a:gd name="T76" fmla="*/ 0 w 401"/>
                <a:gd name="T77" fmla="*/ 0 h 566"/>
                <a:gd name="T78" fmla="*/ 0 w 401"/>
                <a:gd name="T79" fmla="*/ 0 h 566"/>
                <a:gd name="T80" fmla="*/ 0 w 401"/>
                <a:gd name="T81" fmla="*/ 0 h 566"/>
                <a:gd name="T82" fmla="*/ 0 w 401"/>
                <a:gd name="T83" fmla="*/ 0 h 566"/>
                <a:gd name="T84" fmla="*/ 0 w 401"/>
                <a:gd name="T85" fmla="*/ 0 h 566"/>
                <a:gd name="T86" fmla="*/ 0 w 401"/>
                <a:gd name="T87" fmla="*/ 1 h 566"/>
                <a:gd name="T88" fmla="*/ 0 w 401"/>
                <a:gd name="T89" fmla="*/ 1 h 56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401"/>
                <a:gd name="T136" fmla="*/ 0 h 566"/>
                <a:gd name="T137" fmla="*/ 401 w 401"/>
                <a:gd name="T138" fmla="*/ 566 h 566"/>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401" h="566">
                  <a:moveTo>
                    <a:pt x="23" y="88"/>
                  </a:moveTo>
                  <a:lnTo>
                    <a:pt x="23" y="88"/>
                  </a:lnTo>
                  <a:lnTo>
                    <a:pt x="53" y="107"/>
                  </a:lnTo>
                  <a:lnTo>
                    <a:pt x="83" y="125"/>
                  </a:lnTo>
                  <a:lnTo>
                    <a:pt x="108" y="147"/>
                  </a:lnTo>
                  <a:lnTo>
                    <a:pt x="135" y="171"/>
                  </a:lnTo>
                  <a:lnTo>
                    <a:pt x="160" y="196"/>
                  </a:lnTo>
                  <a:lnTo>
                    <a:pt x="182" y="223"/>
                  </a:lnTo>
                  <a:lnTo>
                    <a:pt x="205" y="251"/>
                  </a:lnTo>
                  <a:lnTo>
                    <a:pt x="223" y="281"/>
                  </a:lnTo>
                  <a:lnTo>
                    <a:pt x="240" y="312"/>
                  </a:lnTo>
                  <a:lnTo>
                    <a:pt x="256" y="345"/>
                  </a:lnTo>
                  <a:lnTo>
                    <a:pt x="270" y="379"/>
                  </a:lnTo>
                  <a:lnTo>
                    <a:pt x="282" y="414"/>
                  </a:lnTo>
                  <a:lnTo>
                    <a:pt x="291" y="450"/>
                  </a:lnTo>
                  <a:lnTo>
                    <a:pt x="299" y="488"/>
                  </a:lnTo>
                  <a:lnTo>
                    <a:pt x="304" y="526"/>
                  </a:lnTo>
                  <a:lnTo>
                    <a:pt x="308" y="566"/>
                  </a:lnTo>
                  <a:lnTo>
                    <a:pt x="401" y="562"/>
                  </a:lnTo>
                  <a:lnTo>
                    <a:pt x="398" y="517"/>
                  </a:lnTo>
                  <a:lnTo>
                    <a:pt x="391" y="471"/>
                  </a:lnTo>
                  <a:lnTo>
                    <a:pt x="383" y="429"/>
                  </a:lnTo>
                  <a:lnTo>
                    <a:pt x="371" y="386"/>
                  </a:lnTo>
                  <a:lnTo>
                    <a:pt x="357" y="346"/>
                  </a:lnTo>
                  <a:lnTo>
                    <a:pt x="340" y="307"/>
                  </a:lnTo>
                  <a:lnTo>
                    <a:pt x="324" y="270"/>
                  </a:lnTo>
                  <a:lnTo>
                    <a:pt x="303" y="232"/>
                  </a:lnTo>
                  <a:lnTo>
                    <a:pt x="280" y="197"/>
                  </a:lnTo>
                  <a:lnTo>
                    <a:pt x="255" y="164"/>
                  </a:lnTo>
                  <a:lnTo>
                    <a:pt x="228" y="132"/>
                  </a:lnTo>
                  <a:lnTo>
                    <a:pt x="199" y="103"/>
                  </a:lnTo>
                  <a:lnTo>
                    <a:pt x="169" y="76"/>
                  </a:lnTo>
                  <a:lnTo>
                    <a:pt x="137" y="50"/>
                  </a:lnTo>
                  <a:lnTo>
                    <a:pt x="103" y="27"/>
                  </a:lnTo>
                  <a:lnTo>
                    <a:pt x="67" y="6"/>
                  </a:lnTo>
                  <a:lnTo>
                    <a:pt x="48" y="0"/>
                  </a:lnTo>
                  <a:lnTo>
                    <a:pt x="30" y="2"/>
                  </a:lnTo>
                  <a:lnTo>
                    <a:pt x="16" y="12"/>
                  </a:lnTo>
                  <a:lnTo>
                    <a:pt x="5" y="25"/>
                  </a:lnTo>
                  <a:lnTo>
                    <a:pt x="0" y="41"/>
                  </a:lnTo>
                  <a:lnTo>
                    <a:pt x="0" y="59"/>
                  </a:lnTo>
                  <a:lnTo>
                    <a:pt x="8" y="75"/>
                  </a:lnTo>
                  <a:lnTo>
                    <a:pt x="23"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1817" name="Freeform 39"/>
            <p:cNvSpPr>
              <a:spLocks/>
            </p:cNvSpPr>
            <p:nvPr/>
          </p:nvSpPr>
          <p:spPr bwMode="auto">
            <a:xfrm>
              <a:off x="1346" y="1455"/>
              <a:ext cx="266" cy="160"/>
            </a:xfrm>
            <a:custGeom>
              <a:avLst/>
              <a:gdLst>
                <a:gd name="T0" fmla="*/ 0 w 1330"/>
                <a:gd name="T1" fmla="*/ 1 h 801"/>
                <a:gd name="T2" fmla="*/ 0 w 1330"/>
                <a:gd name="T3" fmla="*/ 1 h 801"/>
                <a:gd name="T4" fmla="*/ 10 w 1330"/>
                <a:gd name="T5" fmla="*/ 6 h 801"/>
                <a:gd name="T6" fmla="*/ 11 w 1330"/>
                <a:gd name="T7" fmla="*/ 6 h 801"/>
                <a:gd name="T8" fmla="*/ 1 w 1330"/>
                <a:gd name="T9" fmla="*/ 0 h 801"/>
                <a:gd name="T10" fmla="*/ 1 w 1330"/>
                <a:gd name="T11" fmla="*/ 0 h 801"/>
                <a:gd name="T12" fmla="*/ 1 w 1330"/>
                <a:gd name="T13" fmla="*/ 0 h 801"/>
                <a:gd name="T14" fmla="*/ 0 w 1330"/>
                <a:gd name="T15" fmla="*/ 0 h 801"/>
                <a:gd name="T16" fmla="*/ 0 w 1330"/>
                <a:gd name="T17" fmla="*/ 0 h 801"/>
                <a:gd name="T18" fmla="*/ 0 w 1330"/>
                <a:gd name="T19" fmla="*/ 0 h 801"/>
                <a:gd name="T20" fmla="*/ 0 w 1330"/>
                <a:gd name="T21" fmla="*/ 0 h 801"/>
                <a:gd name="T22" fmla="*/ 0 w 1330"/>
                <a:gd name="T23" fmla="*/ 0 h 801"/>
                <a:gd name="T24" fmla="*/ 0 w 1330"/>
                <a:gd name="T25" fmla="*/ 0 h 801"/>
                <a:gd name="T26" fmla="*/ 0 w 1330"/>
                <a:gd name="T27" fmla="*/ 1 h 801"/>
                <a:gd name="T28" fmla="*/ 0 w 1330"/>
                <a:gd name="T29" fmla="*/ 1 h 801"/>
                <a:gd name="T30" fmla="*/ 0 w 1330"/>
                <a:gd name="T31" fmla="*/ 1 h 801"/>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30"/>
                <a:gd name="T49" fmla="*/ 0 h 801"/>
                <a:gd name="T50" fmla="*/ 1330 w 1330"/>
                <a:gd name="T51" fmla="*/ 801 h 801"/>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30" h="801">
                  <a:moveTo>
                    <a:pt x="24" y="88"/>
                  </a:moveTo>
                  <a:lnTo>
                    <a:pt x="23" y="88"/>
                  </a:lnTo>
                  <a:lnTo>
                    <a:pt x="1286" y="801"/>
                  </a:lnTo>
                  <a:lnTo>
                    <a:pt x="1330" y="719"/>
                  </a:lnTo>
                  <a:lnTo>
                    <a:pt x="67" y="6"/>
                  </a:lnTo>
                  <a:lnTo>
                    <a:pt x="66" y="6"/>
                  </a:lnTo>
                  <a:lnTo>
                    <a:pt x="67" y="6"/>
                  </a:lnTo>
                  <a:lnTo>
                    <a:pt x="48" y="0"/>
                  </a:lnTo>
                  <a:lnTo>
                    <a:pt x="30" y="2"/>
                  </a:lnTo>
                  <a:lnTo>
                    <a:pt x="16" y="12"/>
                  </a:lnTo>
                  <a:lnTo>
                    <a:pt x="5" y="25"/>
                  </a:lnTo>
                  <a:lnTo>
                    <a:pt x="0" y="41"/>
                  </a:lnTo>
                  <a:lnTo>
                    <a:pt x="0" y="59"/>
                  </a:lnTo>
                  <a:lnTo>
                    <a:pt x="8" y="75"/>
                  </a:lnTo>
                  <a:lnTo>
                    <a:pt x="23" y="88"/>
                  </a:lnTo>
                  <a:lnTo>
                    <a:pt x="24"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1818" name="Freeform 40"/>
            <p:cNvSpPr>
              <a:spLocks/>
            </p:cNvSpPr>
            <p:nvPr/>
          </p:nvSpPr>
          <p:spPr bwMode="auto">
            <a:xfrm>
              <a:off x="1198" y="1439"/>
              <a:ext cx="161" cy="35"/>
            </a:xfrm>
            <a:custGeom>
              <a:avLst/>
              <a:gdLst>
                <a:gd name="T0" fmla="*/ 1 w 806"/>
                <a:gd name="T1" fmla="*/ 1 h 177"/>
                <a:gd name="T2" fmla="*/ 1 w 806"/>
                <a:gd name="T3" fmla="*/ 1 h 177"/>
                <a:gd name="T4" fmla="*/ 1 w 806"/>
                <a:gd name="T5" fmla="*/ 1 h 177"/>
                <a:gd name="T6" fmla="*/ 1 w 806"/>
                <a:gd name="T7" fmla="*/ 1 h 177"/>
                <a:gd name="T8" fmla="*/ 2 w 806"/>
                <a:gd name="T9" fmla="*/ 1 h 177"/>
                <a:gd name="T10" fmla="*/ 2 w 806"/>
                <a:gd name="T11" fmla="*/ 1 h 177"/>
                <a:gd name="T12" fmla="*/ 2 w 806"/>
                <a:gd name="T13" fmla="*/ 1 h 177"/>
                <a:gd name="T14" fmla="*/ 3 w 806"/>
                <a:gd name="T15" fmla="*/ 1 h 177"/>
                <a:gd name="T16" fmla="*/ 3 w 806"/>
                <a:gd name="T17" fmla="*/ 1 h 177"/>
                <a:gd name="T18" fmla="*/ 3 w 806"/>
                <a:gd name="T19" fmla="*/ 1 h 177"/>
                <a:gd name="T20" fmla="*/ 4 w 806"/>
                <a:gd name="T21" fmla="*/ 1 h 177"/>
                <a:gd name="T22" fmla="*/ 4 w 806"/>
                <a:gd name="T23" fmla="*/ 1 h 177"/>
                <a:gd name="T24" fmla="*/ 5 w 806"/>
                <a:gd name="T25" fmla="*/ 1 h 177"/>
                <a:gd name="T26" fmla="*/ 5 w 806"/>
                <a:gd name="T27" fmla="*/ 1 h 177"/>
                <a:gd name="T28" fmla="*/ 5 w 806"/>
                <a:gd name="T29" fmla="*/ 1 h 177"/>
                <a:gd name="T30" fmla="*/ 6 w 806"/>
                <a:gd name="T31" fmla="*/ 1 h 177"/>
                <a:gd name="T32" fmla="*/ 6 w 806"/>
                <a:gd name="T33" fmla="*/ 1 h 177"/>
                <a:gd name="T34" fmla="*/ 6 w 806"/>
                <a:gd name="T35" fmla="*/ 1 h 177"/>
                <a:gd name="T36" fmla="*/ 6 w 806"/>
                <a:gd name="T37" fmla="*/ 1 h 177"/>
                <a:gd name="T38" fmla="*/ 6 w 806"/>
                <a:gd name="T39" fmla="*/ 1 h 177"/>
                <a:gd name="T40" fmla="*/ 6 w 806"/>
                <a:gd name="T41" fmla="*/ 0 h 177"/>
                <a:gd name="T42" fmla="*/ 5 w 806"/>
                <a:gd name="T43" fmla="*/ 0 h 177"/>
                <a:gd name="T44" fmla="*/ 5 w 806"/>
                <a:gd name="T45" fmla="*/ 0 h 177"/>
                <a:gd name="T46" fmla="*/ 5 w 806"/>
                <a:gd name="T47" fmla="*/ 0 h 177"/>
                <a:gd name="T48" fmla="*/ 4 w 806"/>
                <a:gd name="T49" fmla="*/ 0 h 177"/>
                <a:gd name="T50" fmla="*/ 4 w 806"/>
                <a:gd name="T51" fmla="*/ 0 h 177"/>
                <a:gd name="T52" fmla="*/ 3 w 806"/>
                <a:gd name="T53" fmla="*/ 0 h 177"/>
                <a:gd name="T54" fmla="*/ 3 w 806"/>
                <a:gd name="T55" fmla="*/ 0 h 177"/>
                <a:gd name="T56" fmla="*/ 3 w 806"/>
                <a:gd name="T57" fmla="*/ 0 h 177"/>
                <a:gd name="T58" fmla="*/ 2 w 806"/>
                <a:gd name="T59" fmla="*/ 0 h 177"/>
                <a:gd name="T60" fmla="*/ 2 w 806"/>
                <a:gd name="T61" fmla="*/ 0 h 177"/>
                <a:gd name="T62" fmla="*/ 1 w 806"/>
                <a:gd name="T63" fmla="*/ 0 h 177"/>
                <a:gd name="T64" fmla="*/ 1 w 806"/>
                <a:gd name="T65" fmla="*/ 0 h 177"/>
                <a:gd name="T66" fmla="*/ 1 w 806"/>
                <a:gd name="T67" fmla="*/ 1 h 177"/>
                <a:gd name="T68" fmla="*/ 0 w 806"/>
                <a:gd name="T69" fmla="*/ 1 h 177"/>
                <a:gd name="T70" fmla="*/ 0 w 806"/>
                <a:gd name="T71" fmla="*/ 1 h 177"/>
                <a:gd name="T72" fmla="*/ 0 w 806"/>
                <a:gd name="T73" fmla="*/ 1 h 177"/>
                <a:gd name="T74" fmla="*/ 0 w 806"/>
                <a:gd name="T75" fmla="*/ 1 h 177"/>
                <a:gd name="T76" fmla="*/ 0 w 806"/>
                <a:gd name="T77" fmla="*/ 1 h 177"/>
                <a:gd name="T78" fmla="*/ 0 w 806"/>
                <a:gd name="T79" fmla="*/ 1 h 177"/>
                <a:gd name="T80" fmla="*/ 0 w 806"/>
                <a:gd name="T81" fmla="*/ 1 h 177"/>
                <a:gd name="T82" fmla="*/ 0 w 806"/>
                <a:gd name="T83" fmla="*/ 1 h 177"/>
                <a:gd name="T84" fmla="*/ 0 w 806"/>
                <a:gd name="T85" fmla="*/ 1 h 177"/>
                <a:gd name="T86" fmla="*/ 0 w 806"/>
                <a:gd name="T87" fmla="*/ 1 h 177"/>
                <a:gd name="T88" fmla="*/ 1 w 806"/>
                <a:gd name="T89" fmla="*/ 1 h 177"/>
                <a:gd name="T90" fmla="*/ 1 w 806"/>
                <a:gd name="T91" fmla="*/ 1 h 17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806"/>
                <a:gd name="T139" fmla="*/ 0 h 177"/>
                <a:gd name="T140" fmla="*/ 806 w 806"/>
                <a:gd name="T141" fmla="*/ 177 h 17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806" h="177">
                  <a:moveTo>
                    <a:pt x="67" y="171"/>
                  </a:moveTo>
                  <a:lnTo>
                    <a:pt x="68" y="171"/>
                  </a:lnTo>
                  <a:lnTo>
                    <a:pt x="109" y="151"/>
                  </a:lnTo>
                  <a:lnTo>
                    <a:pt x="151" y="135"/>
                  </a:lnTo>
                  <a:lnTo>
                    <a:pt x="196" y="122"/>
                  </a:lnTo>
                  <a:lnTo>
                    <a:pt x="242" y="110"/>
                  </a:lnTo>
                  <a:lnTo>
                    <a:pt x="287" y="102"/>
                  </a:lnTo>
                  <a:lnTo>
                    <a:pt x="335" y="97"/>
                  </a:lnTo>
                  <a:lnTo>
                    <a:pt x="382" y="95"/>
                  </a:lnTo>
                  <a:lnTo>
                    <a:pt x="430" y="94"/>
                  </a:lnTo>
                  <a:lnTo>
                    <a:pt x="477" y="97"/>
                  </a:lnTo>
                  <a:lnTo>
                    <a:pt x="524" y="102"/>
                  </a:lnTo>
                  <a:lnTo>
                    <a:pt x="568" y="108"/>
                  </a:lnTo>
                  <a:lnTo>
                    <a:pt x="612" y="117"/>
                  </a:lnTo>
                  <a:lnTo>
                    <a:pt x="654" y="128"/>
                  </a:lnTo>
                  <a:lnTo>
                    <a:pt x="693" y="141"/>
                  </a:lnTo>
                  <a:lnTo>
                    <a:pt x="730" y="155"/>
                  </a:lnTo>
                  <a:lnTo>
                    <a:pt x="764" y="171"/>
                  </a:lnTo>
                  <a:lnTo>
                    <a:pt x="806" y="89"/>
                  </a:lnTo>
                  <a:lnTo>
                    <a:pt x="768" y="70"/>
                  </a:lnTo>
                  <a:lnTo>
                    <a:pt x="725" y="54"/>
                  </a:lnTo>
                  <a:lnTo>
                    <a:pt x="680" y="39"/>
                  </a:lnTo>
                  <a:lnTo>
                    <a:pt x="633" y="26"/>
                  </a:lnTo>
                  <a:lnTo>
                    <a:pt x="585" y="16"/>
                  </a:lnTo>
                  <a:lnTo>
                    <a:pt x="536" y="8"/>
                  </a:lnTo>
                  <a:lnTo>
                    <a:pt x="484" y="3"/>
                  </a:lnTo>
                  <a:lnTo>
                    <a:pt x="433" y="0"/>
                  </a:lnTo>
                  <a:lnTo>
                    <a:pt x="380" y="1"/>
                  </a:lnTo>
                  <a:lnTo>
                    <a:pt x="328" y="3"/>
                  </a:lnTo>
                  <a:lnTo>
                    <a:pt x="276" y="10"/>
                  </a:lnTo>
                  <a:lnTo>
                    <a:pt x="223" y="19"/>
                  </a:lnTo>
                  <a:lnTo>
                    <a:pt x="172" y="30"/>
                  </a:lnTo>
                  <a:lnTo>
                    <a:pt x="121" y="46"/>
                  </a:lnTo>
                  <a:lnTo>
                    <a:pt x="72" y="67"/>
                  </a:lnTo>
                  <a:lnTo>
                    <a:pt x="24" y="89"/>
                  </a:lnTo>
                  <a:lnTo>
                    <a:pt x="25" y="89"/>
                  </a:lnTo>
                  <a:lnTo>
                    <a:pt x="24" y="89"/>
                  </a:lnTo>
                  <a:lnTo>
                    <a:pt x="8" y="102"/>
                  </a:lnTo>
                  <a:lnTo>
                    <a:pt x="0" y="118"/>
                  </a:lnTo>
                  <a:lnTo>
                    <a:pt x="0" y="136"/>
                  </a:lnTo>
                  <a:lnTo>
                    <a:pt x="6" y="152"/>
                  </a:lnTo>
                  <a:lnTo>
                    <a:pt x="17" y="165"/>
                  </a:lnTo>
                  <a:lnTo>
                    <a:pt x="31" y="175"/>
                  </a:lnTo>
                  <a:lnTo>
                    <a:pt x="48" y="177"/>
                  </a:lnTo>
                  <a:lnTo>
                    <a:pt x="68" y="171"/>
                  </a:lnTo>
                  <a:lnTo>
                    <a:pt x="67" y="1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1819" name="Freeform 41"/>
            <p:cNvSpPr>
              <a:spLocks/>
            </p:cNvSpPr>
            <p:nvPr/>
          </p:nvSpPr>
          <p:spPr bwMode="auto">
            <a:xfrm>
              <a:off x="931" y="1456"/>
              <a:ext cx="280" cy="158"/>
            </a:xfrm>
            <a:custGeom>
              <a:avLst/>
              <a:gdLst>
                <a:gd name="T0" fmla="*/ 1 w 1402"/>
                <a:gd name="T1" fmla="*/ 6 h 787"/>
                <a:gd name="T2" fmla="*/ 1 w 1402"/>
                <a:gd name="T3" fmla="*/ 6 h 787"/>
                <a:gd name="T4" fmla="*/ 11 w 1402"/>
                <a:gd name="T5" fmla="*/ 1 h 787"/>
                <a:gd name="T6" fmla="*/ 11 w 1402"/>
                <a:gd name="T7" fmla="*/ 0 h 787"/>
                <a:gd name="T8" fmla="*/ 0 w 1402"/>
                <a:gd name="T9" fmla="*/ 6 h 787"/>
                <a:gd name="T10" fmla="*/ 0 w 1402"/>
                <a:gd name="T11" fmla="*/ 6 h 787"/>
                <a:gd name="T12" fmla="*/ 0 w 1402"/>
                <a:gd name="T13" fmla="*/ 6 h 787"/>
                <a:gd name="T14" fmla="*/ 0 w 1402"/>
                <a:gd name="T15" fmla="*/ 6 h 787"/>
                <a:gd name="T16" fmla="*/ 0 w 1402"/>
                <a:gd name="T17" fmla="*/ 6 h 787"/>
                <a:gd name="T18" fmla="*/ 0 w 1402"/>
                <a:gd name="T19" fmla="*/ 6 h 787"/>
                <a:gd name="T20" fmla="*/ 0 w 1402"/>
                <a:gd name="T21" fmla="*/ 6 h 787"/>
                <a:gd name="T22" fmla="*/ 0 w 1402"/>
                <a:gd name="T23" fmla="*/ 6 h 787"/>
                <a:gd name="T24" fmla="*/ 0 w 1402"/>
                <a:gd name="T25" fmla="*/ 6 h 787"/>
                <a:gd name="T26" fmla="*/ 0 w 1402"/>
                <a:gd name="T27" fmla="*/ 6 h 787"/>
                <a:gd name="T28" fmla="*/ 1 w 1402"/>
                <a:gd name="T29" fmla="*/ 6 h 787"/>
                <a:gd name="T30" fmla="*/ 1 w 1402"/>
                <a:gd name="T31" fmla="*/ 6 h 78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02"/>
                <a:gd name="T49" fmla="*/ 0 h 787"/>
                <a:gd name="T50" fmla="*/ 1402 w 1402"/>
                <a:gd name="T51" fmla="*/ 787 h 78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02" h="787">
                  <a:moveTo>
                    <a:pt x="69" y="781"/>
                  </a:moveTo>
                  <a:lnTo>
                    <a:pt x="66" y="781"/>
                  </a:lnTo>
                  <a:lnTo>
                    <a:pt x="1402" y="82"/>
                  </a:lnTo>
                  <a:lnTo>
                    <a:pt x="1360" y="0"/>
                  </a:lnTo>
                  <a:lnTo>
                    <a:pt x="24" y="699"/>
                  </a:lnTo>
                  <a:lnTo>
                    <a:pt x="22" y="699"/>
                  </a:lnTo>
                  <a:lnTo>
                    <a:pt x="24" y="699"/>
                  </a:lnTo>
                  <a:lnTo>
                    <a:pt x="8" y="712"/>
                  </a:lnTo>
                  <a:lnTo>
                    <a:pt x="1" y="727"/>
                  </a:lnTo>
                  <a:lnTo>
                    <a:pt x="0" y="744"/>
                  </a:lnTo>
                  <a:lnTo>
                    <a:pt x="5" y="761"/>
                  </a:lnTo>
                  <a:lnTo>
                    <a:pt x="15" y="775"/>
                  </a:lnTo>
                  <a:lnTo>
                    <a:pt x="30" y="784"/>
                  </a:lnTo>
                  <a:lnTo>
                    <a:pt x="46" y="787"/>
                  </a:lnTo>
                  <a:lnTo>
                    <a:pt x="66" y="781"/>
                  </a:lnTo>
                  <a:lnTo>
                    <a:pt x="69" y="7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1820" name="Freeform 42"/>
            <p:cNvSpPr>
              <a:spLocks/>
            </p:cNvSpPr>
            <p:nvPr/>
          </p:nvSpPr>
          <p:spPr bwMode="auto">
            <a:xfrm>
              <a:off x="868" y="1596"/>
              <a:ext cx="77" cy="126"/>
            </a:xfrm>
            <a:custGeom>
              <a:avLst/>
              <a:gdLst>
                <a:gd name="T0" fmla="*/ 1 w 382"/>
                <a:gd name="T1" fmla="*/ 5 h 628"/>
                <a:gd name="T2" fmla="*/ 1 w 382"/>
                <a:gd name="T3" fmla="*/ 5 h 628"/>
                <a:gd name="T4" fmla="*/ 1 w 382"/>
                <a:gd name="T5" fmla="*/ 4 h 628"/>
                <a:gd name="T6" fmla="*/ 1 w 382"/>
                <a:gd name="T7" fmla="*/ 4 h 628"/>
                <a:gd name="T8" fmla="*/ 1 w 382"/>
                <a:gd name="T9" fmla="*/ 4 h 628"/>
                <a:gd name="T10" fmla="*/ 1 w 382"/>
                <a:gd name="T11" fmla="*/ 3 h 628"/>
                <a:gd name="T12" fmla="*/ 1 w 382"/>
                <a:gd name="T13" fmla="*/ 3 h 628"/>
                <a:gd name="T14" fmla="*/ 1 w 382"/>
                <a:gd name="T15" fmla="*/ 3 h 628"/>
                <a:gd name="T16" fmla="*/ 1 w 382"/>
                <a:gd name="T17" fmla="*/ 3 h 628"/>
                <a:gd name="T18" fmla="*/ 1 w 382"/>
                <a:gd name="T19" fmla="*/ 2 h 628"/>
                <a:gd name="T20" fmla="*/ 2 w 382"/>
                <a:gd name="T21" fmla="*/ 2 h 628"/>
                <a:gd name="T22" fmla="*/ 2 w 382"/>
                <a:gd name="T23" fmla="*/ 2 h 628"/>
                <a:gd name="T24" fmla="*/ 2 w 382"/>
                <a:gd name="T25" fmla="*/ 2 h 628"/>
                <a:gd name="T26" fmla="*/ 2 w 382"/>
                <a:gd name="T27" fmla="*/ 1 h 628"/>
                <a:gd name="T28" fmla="*/ 2 w 382"/>
                <a:gd name="T29" fmla="*/ 1 h 628"/>
                <a:gd name="T30" fmla="*/ 3 w 382"/>
                <a:gd name="T31" fmla="*/ 1 h 628"/>
                <a:gd name="T32" fmla="*/ 3 w 382"/>
                <a:gd name="T33" fmla="*/ 1 h 628"/>
                <a:gd name="T34" fmla="*/ 3 w 382"/>
                <a:gd name="T35" fmla="*/ 1 h 628"/>
                <a:gd name="T36" fmla="*/ 3 w 382"/>
                <a:gd name="T37" fmla="*/ 0 h 628"/>
                <a:gd name="T38" fmla="*/ 2 w 382"/>
                <a:gd name="T39" fmla="*/ 0 h 628"/>
                <a:gd name="T40" fmla="*/ 2 w 382"/>
                <a:gd name="T41" fmla="*/ 0 h 628"/>
                <a:gd name="T42" fmla="*/ 2 w 382"/>
                <a:gd name="T43" fmla="*/ 1 h 628"/>
                <a:gd name="T44" fmla="*/ 2 w 382"/>
                <a:gd name="T45" fmla="*/ 1 h 628"/>
                <a:gd name="T46" fmla="*/ 1 w 382"/>
                <a:gd name="T47" fmla="*/ 1 h 628"/>
                <a:gd name="T48" fmla="*/ 1 w 382"/>
                <a:gd name="T49" fmla="*/ 1 h 628"/>
                <a:gd name="T50" fmla="*/ 1 w 382"/>
                <a:gd name="T51" fmla="*/ 2 h 628"/>
                <a:gd name="T52" fmla="*/ 1 w 382"/>
                <a:gd name="T53" fmla="*/ 2 h 628"/>
                <a:gd name="T54" fmla="*/ 1 w 382"/>
                <a:gd name="T55" fmla="*/ 2 h 628"/>
                <a:gd name="T56" fmla="*/ 0 w 382"/>
                <a:gd name="T57" fmla="*/ 3 h 628"/>
                <a:gd name="T58" fmla="*/ 0 w 382"/>
                <a:gd name="T59" fmla="*/ 3 h 628"/>
                <a:gd name="T60" fmla="*/ 0 w 382"/>
                <a:gd name="T61" fmla="*/ 3 h 628"/>
                <a:gd name="T62" fmla="*/ 0 w 382"/>
                <a:gd name="T63" fmla="*/ 4 h 628"/>
                <a:gd name="T64" fmla="*/ 0 w 382"/>
                <a:gd name="T65" fmla="*/ 4 h 628"/>
                <a:gd name="T66" fmla="*/ 0 w 382"/>
                <a:gd name="T67" fmla="*/ 4 h 628"/>
                <a:gd name="T68" fmla="*/ 0 w 382"/>
                <a:gd name="T69" fmla="*/ 5 h 628"/>
                <a:gd name="T70" fmla="*/ 0 w 382"/>
                <a:gd name="T71" fmla="*/ 5 h 628"/>
                <a:gd name="T72" fmla="*/ 0 w 382"/>
                <a:gd name="T73" fmla="*/ 5 h 628"/>
                <a:gd name="T74" fmla="*/ 0 w 382"/>
                <a:gd name="T75" fmla="*/ 5 h 628"/>
                <a:gd name="T76" fmla="*/ 0 w 382"/>
                <a:gd name="T77" fmla="*/ 5 h 628"/>
                <a:gd name="T78" fmla="*/ 0 w 382"/>
                <a:gd name="T79" fmla="*/ 5 h 628"/>
                <a:gd name="T80" fmla="*/ 0 w 382"/>
                <a:gd name="T81" fmla="*/ 5 h 628"/>
                <a:gd name="T82" fmla="*/ 1 w 382"/>
                <a:gd name="T83" fmla="*/ 5 h 628"/>
                <a:gd name="T84" fmla="*/ 1 w 382"/>
                <a:gd name="T85" fmla="*/ 5 h 628"/>
                <a:gd name="T86" fmla="*/ 1 w 382"/>
                <a:gd name="T87" fmla="*/ 5 h 628"/>
                <a:gd name="T88" fmla="*/ 1 w 382"/>
                <a:gd name="T89" fmla="*/ 5 h 628"/>
                <a:gd name="T90" fmla="*/ 1 w 382"/>
                <a:gd name="T91" fmla="*/ 5 h 628"/>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382"/>
                <a:gd name="T139" fmla="*/ 0 h 628"/>
                <a:gd name="T140" fmla="*/ 382 w 382"/>
                <a:gd name="T141" fmla="*/ 628 h 628"/>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382" h="628">
                  <a:moveTo>
                    <a:pt x="94" y="581"/>
                  </a:moveTo>
                  <a:lnTo>
                    <a:pt x="94" y="582"/>
                  </a:lnTo>
                  <a:lnTo>
                    <a:pt x="96" y="541"/>
                  </a:lnTo>
                  <a:lnTo>
                    <a:pt x="99" y="500"/>
                  </a:lnTo>
                  <a:lnTo>
                    <a:pt x="106" y="463"/>
                  </a:lnTo>
                  <a:lnTo>
                    <a:pt x="115" y="424"/>
                  </a:lnTo>
                  <a:lnTo>
                    <a:pt x="127" y="389"/>
                  </a:lnTo>
                  <a:lnTo>
                    <a:pt x="140" y="353"/>
                  </a:lnTo>
                  <a:lnTo>
                    <a:pt x="156" y="320"/>
                  </a:lnTo>
                  <a:lnTo>
                    <a:pt x="173" y="287"/>
                  </a:lnTo>
                  <a:lnTo>
                    <a:pt x="193" y="255"/>
                  </a:lnTo>
                  <a:lnTo>
                    <a:pt x="214" y="226"/>
                  </a:lnTo>
                  <a:lnTo>
                    <a:pt x="238" y="198"/>
                  </a:lnTo>
                  <a:lnTo>
                    <a:pt x="263" y="172"/>
                  </a:lnTo>
                  <a:lnTo>
                    <a:pt x="290" y="146"/>
                  </a:lnTo>
                  <a:lnTo>
                    <a:pt x="318" y="122"/>
                  </a:lnTo>
                  <a:lnTo>
                    <a:pt x="349" y="101"/>
                  </a:lnTo>
                  <a:lnTo>
                    <a:pt x="382" y="82"/>
                  </a:lnTo>
                  <a:lnTo>
                    <a:pt x="335" y="0"/>
                  </a:lnTo>
                  <a:lnTo>
                    <a:pt x="297" y="23"/>
                  </a:lnTo>
                  <a:lnTo>
                    <a:pt x="262" y="49"/>
                  </a:lnTo>
                  <a:lnTo>
                    <a:pt x="229" y="76"/>
                  </a:lnTo>
                  <a:lnTo>
                    <a:pt x="198" y="104"/>
                  </a:lnTo>
                  <a:lnTo>
                    <a:pt x="167" y="137"/>
                  </a:lnTo>
                  <a:lnTo>
                    <a:pt x="142" y="170"/>
                  </a:lnTo>
                  <a:lnTo>
                    <a:pt x="116" y="204"/>
                  </a:lnTo>
                  <a:lnTo>
                    <a:pt x="94" y="240"/>
                  </a:lnTo>
                  <a:lnTo>
                    <a:pt x="74" y="278"/>
                  </a:lnTo>
                  <a:lnTo>
                    <a:pt x="54" y="317"/>
                  </a:lnTo>
                  <a:lnTo>
                    <a:pt x="38" y="359"/>
                  </a:lnTo>
                  <a:lnTo>
                    <a:pt x="26" y="401"/>
                  </a:lnTo>
                  <a:lnTo>
                    <a:pt x="15" y="444"/>
                  </a:lnTo>
                  <a:lnTo>
                    <a:pt x="8" y="489"/>
                  </a:lnTo>
                  <a:lnTo>
                    <a:pt x="2" y="534"/>
                  </a:lnTo>
                  <a:lnTo>
                    <a:pt x="0" y="580"/>
                  </a:lnTo>
                  <a:lnTo>
                    <a:pt x="0" y="581"/>
                  </a:lnTo>
                  <a:lnTo>
                    <a:pt x="0" y="580"/>
                  </a:lnTo>
                  <a:lnTo>
                    <a:pt x="3" y="600"/>
                  </a:lnTo>
                  <a:lnTo>
                    <a:pt x="14" y="615"/>
                  </a:lnTo>
                  <a:lnTo>
                    <a:pt x="29" y="625"/>
                  </a:lnTo>
                  <a:lnTo>
                    <a:pt x="45" y="628"/>
                  </a:lnTo>
                  <a:lnTo>
                    <a:pt x="63" y="626"/>
                  </a:lnTo>
                  <a:lnTo>
                    <a:pt x="78" y="616"/>
                  </a:lnTo>
                  <a:lnTo>
                    <a:pt x="89" y="602"/>
                  </a:lnTo>
                  <a:lnTo>
                    <a:pt x="94" y="582"/>
                  </a:lnTo>
                  <a:lnTo>
                    <a:pt x="94" y="5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1821" name="Freeform 43"/>
            <p:cNvSpPr>
              <a:spLocks/>
            </p:cNvSpPr>
            <p:nvPr/>
          </p:nvSpPr>
          <p:spPr bwMode="auto">
            <a:xfrm>
              <a:off x="868" y="1712"/>
              <a:ext cx="19" cy="364"/>
            </a:xfrm>
            <a:custGeom>
              <a:avLst/>
              <a:gdLst>
                <a:gd name="T0" fmla="*/ 1 w 94"/>
                <a:gd name="T1" fmla="*/ 14 h 1818"/>
                <a:gd name="T2" fmla="*/ 1 w 94"/>
                <a:gd name="T3" fmla="*/ 14 h 1818"/>
                <a:gd name="T4" fmla="*/ 1 w 94"/>
                <a:gd name="T5" fmla="*/ 0 h 1818"/>
                <a:gd name="T6" fmla="*/ 0 w 94"/>
                <a:gd name="T7" fmla="*/ 0 h 1818"/>
                <a:gd name="T8" fmla="*/ 0 w 94"/>
                <a:gd name="T9" fmla="*/ 14 h 1818"/>
                <a:gd name="T10" fmla="*/ 0 w 94"/>
                <a:gd name="T11" fmla="*/ 14 h 1818"/>
                <a:gd name="T12" fmla="*/ 0 w 94"/>
                <a:gd name="T13" fmla="*/ 14 h 1818"/>
                <a:gd name="T14" fmla="*/ 0 w 94"/>
                <a:gd name="T15" fmla="*/ 14 h 1818"/>
                <a:gd name="T16" fmla="*/ 0 w 94"/>
                <a:gd name="T17" fmla="*/ 14 h 1818"/>
                <a:gd name="T18" fmla="*/ 0 w 94"/>
                <a:gd name="T19" fmla="*/ 15 h 1818"/>
                <a:gd name="T20" fmla="*/ 0 w 94"/>
                <a:gd name="T21" fmla="*/ 15 h 1818"/>
                <a:gd name="T22" fmla="*/ 1 w 94"/>
                <a:gd name="T23" fmla="*/ 15 h 1818"/>
                <a:gd name="T24" fmla="*/ 1 w 94"/>
                <a:gd name="T25" fmla="*/ 14 h 1818"/>
                <a:gd name="T26" fmla="*/ 1 w 94"/>
                <a:gd name="T27" fmla="*/ 14 h 1818"/>
                <a:gd name="T28" fmla="*/ 1 w 94"/>
                <a:gd name="T29" fmla="*/ 14 h 1818"/>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94"/>
                <a:gd name="T46" fmla="*/ 0 h 1818"/>
                <a:gd name="T47" fmla="*/ 94 w 94"/>
                <a:gd name="T48" fmla="*/ 1818 h 1818"/>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94" h="1818">
                  <a:moveTo>
                    <a:pt x="94" y="1771"/>
                  </a:moveTo>
                  <a:lnTo>
                    <a:pt x="94" y="1771"/>
                  </a:lnTo>
                  <a:lnTo>
                    <a:pt x="94" y="0"/>
                  </a:lnTo>
                  <a:lnTo>
                    <a:pt x="0" y="0"/>
                  </a:lnTo>
                  <a:lnTo>
                    <a:pt x="0" y="1771"/>
                  </a:lnTo>
                  <a:lnTo>
                    <a:pt x="3" y="1791"/>
                  </a:lnTo>
                  <a:lnTo>
                    <a:pt x="15" y="1806"/>
                  </a:lnTo>
                  <a:lnTo>
                    <a:pt x="29" y="1814"/>
                  </a:lnTo>
                  <a:lnTo>
                    <a:pt x="47" y="1818"/>
                  </a:lnTo>
                  <a:lnTo>
                    <a:pt x="64" y="1814"/>
                  </a:lnTo>
                  <a:lnTo>
                    <a:pt x="79" y="1806"/>
                  </a:lnTo>
                  <a:lnTo>
                    <a:pt x="90" y="1791"/>
                  </a:lnTo>
                  <a:lnTo>
                    <a:pt x="94" y="17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1822" name="Freeform 44"/>
            <p:cNvSpPr>
              <a:spLocks/>
            </p:cNvSpPr>
            <p:nvPr/>
          </p:nvSpPr>
          <p:spPr bwMode="auto">
            <a:xfrm>
              <a:off x="868" y="2067"/>
              <a:ext cx="90" cy="160"/>
            </a:xfrm>
            <a:custGeom>
              <a:avLst/>
              <a:gdLst>
                <a:gd name="T0" fmla="*/ 3 w 449"/>
                <a:gd name="T1" fmla="*/ 6 h 803"/>
                <a:gd name="T2" fmla="*/ 3 w 449"/>
                <a:gd name="T3" fmla="*/ 6 h 803"/>
                <a:gd name="T4" fmla="*/ 3 w 449"/>
                <a:gd name="T5" fmla="*/ 5 h 803"/>
                <a:gd name="T6" fmla="*/ 3 w 449"/>
                <a:gd name="T7" fmla="*/ 5 h 803"/>
                <a:gd name="T8" fmla="*/ 3 w 449"/>
                <a:gd name="T9" fmla="*/ 5 h 803"/>
                <a:gd name="T10" fmla="*/ 2 w 449"/>
                <a:gd name="T11" fmla="*/ 5 h 803"/>
                <a:gd name="T12" fmla="*/ 2 w 449"/>
                <a:gd name="T13" fmla="*/ 4 h 803"/>
                <a:gd name="T14" fmla="*/ 2 w 449"/>
                <a:gd name="T15" fmla="*/ 4 h 803"/>
                <a:gd name="T16" fmla="*/ 2 w 449"/>
                <a:gd name="T17" fmla="*/ 4 h 803"/>
                <a:gd name="T18" fmla="*/ 2 w 449"/>
                <a:gd name="T19" fmla="*/ 3 h 803"/>
                <a:gd name="T20" fmla="*/ 1 w 449"/>
                <a:gd name="T21" fmla="*/ 3 h 803"/>
                <a:gd name="T22" fmla="*/ 1 w 449"/>
                <a:gd name="T23" fmla="*/ 2 h 803"/>
                <a:gd name="T24" fmla="*/ 1 w 449"/>
                <a:gd name="T25" fmla="*/ 2 h 803"/>
                <a:gd name="T26" fmla="*/ 1 w 449"/>
                <a:gd name="T27" fmla="*/ 2 h 803"/>
                <a:gd name="T28" fmla="*/ 1 w 449"/>
                <a:gd name="T29" fmla="*/ 1 h 803"/>
                <a:gd name="T30" fmla="*/ 1 w 449"/>
                <a:gd name="T31" fmla="*/ 1 h 803"/>
                <a:gd name="T32" fmla="*/ 1 w 449"/>
                <a:gd name="T33" fmla="*/ 0 h 803"/>
                <a:gd name="T34" fmla="*/ 1 w 449"/>
                <a:gd name="T35" fmla="*/ 0 h 803"/>
                <a:gd name="T36" fmla="*/ 0 w 449"/>
                <a:gd name="T37" fmla="*/ 0 h 803"/>
                <a:gd name="T38" fmla="*/ 0 w 449"/>
                <a:gd name="T39" fmla="*/ 0 h 803"/>
                <a:gd name="T40" fmla="*/ 0 w 449"/>
                <a:gd name="T41" fmla="*/ 1 h 803"/>
                <a:gd name="T42" fmla="*/ 0 w 449"/>
                <a:gd name="T43" fmla="*/ 1 h 803"/>
                <a:gd name="T44" fmla="*/ 0 w 449"/>
                <a:gd name="T45" fmla="*/ 2 h 803"/>
                <a:gd name="T46" fmla="*/ 0 w 449"/>
                <a:gd name="T47" fmla="*/ 2 h 803"/>
                <a:gd name="T48" fmla="*/ 0 w 449"/>
                <a:gd name="T49" fmla="*/ 3 h 803"/>
                <a:gd name="T50" fmla="*/ 1 w 449"/>
                <a:gd name="T51" fmla="*/ 3 h 803"/>
                <a:gd name="T52" fmla="*/ 1 w 449"/>
                <a:gd name="T53" fmla="*/ 4 h 803"/>
                <a:gd name="T54" fmla="*/ 1 w 449"/>
                <a:gd name="T55" fmla="*/ 4 h 803"/>
                <a:gd name="T56" fmla="*/ 1 w 449"/>
                <a:gd name="T57" fmla="*/ 4 h 803"/>
                <a:gd name="T58" fmla="*/ 2 w 449"/>
                <a:gd name="T59" fmla="*/ 5 h 803"/>
                <a:gd name="T60" fmla="*/ 2 w 449"/>
                <a:gd name="T61" fmla="*/ 5 h 803"/>
                <a:gd name="T62" fmla="*/ 2 w 449"/>
                <a:gd name="T63" fmla="*/ 5 h 803"/>
                <a:gd name="T64" fmla="*/ 2 w 449"/>
                <a:gd name="T65" fmla="*/ 6 h 803"/>
                <a:gd name="T66" fmla="*/ 3 w 449"/>
                <a:gd name="T67" fmla="*/ 6 h 803"/>
                <a:gd name="T68" fmla="*/ 3 w 449"/>
                <a:gd name="T69" fmla="*/ 6 h 803"/>
                <a:gd name="T70" fmla="*/ 3 w 449"/>
                <a:gd name="T71" fmla="*/ 6 h 803"/>
                <a:gd name="T72" fmla="*/ 3 w 449"/>
                <a:gd name="T73" fmla="*/ 6 h 803"/>
                <a:gd name="T74" fmla="*/ 3 w 449"/>
                <a:gd name="T75" fmla="*/ 6 h 803"/>
                <a:gd name="T76" fmla="*/ 3 w 449"/>
                <a:gd name="T77" fmla="*/ 6 h 803"/>
                <a:gd name="T78" fmla="*/ 3 w 449"/>
                <a:gd name="T79" fmla="*/ 6 h 803"/>
                <a:gd name="T80" fmla="*/ 4 w 449"/>
                <a:gd name="T81" fmla="*/ 6 h 803"/>
                <a:gd name="T82" fmla="*/ 4 w 449"/>
                <a:gd name="T83" fmla="*/ 6 h 803"/>
                <a:gd name="T84" fmla="*/ 4 w 449"/>
                <a:gd name="T85" fmla="*/ 6 h 803"/>
                <a:gd name="T86" fmla="*/ 4 w 449"/>
                <a:gd name="T87" fmla="*/ 6 h 803"/>
                <a:gd name="T88" fmla="*/ 3 w 449"/>
                <a:gd name="T89" fmla="*/ 6 h 803"/>
                <a:gd name="T90" fmla="*/ 3 w 449"/>
                <a:gd name="T91" fmla="*/ 6 h 80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449"/>
                <a:gd name="T139" fmla="*/ 0 h 803"/>
                <a:gd name="T140" fmla="*/ 449 w 449"/>
                <a:gd name="T141" fmla="*/ 803 h 80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449" h="803">
                  <a:moveTo>
                    <a:pt x="426" y="717"/>
                  </a:moveTo>
                  <a:lnTo>
                    <a:pt x="427" y="717"/>
                  </a:lnTo>
                  <a:lnTo>
                    <a:pt x="395" y="693"/>
                  </a:lnTo>
                  <a:lnTo>
                    <a:pt x="361" y="662"/>
                  </a:lnTo>
                  <a:lnTo>
                    <a:pt x="329" y="628"/>
                  </a:lnTo>
                  <a:lnTo>
                    <a:pt x="299" y="591"/>
                  </a:lnTo>
                  <a:lnTo>
                    <a:pt x="269" y="551"/>
                  </a:lnTo>
                  <a:lnTo>
                    <a:pt x="241" y="507"/>
                  </a:lnTo>
                  <a:lnTo>
                    <a:pt x="215" y="460"/>
                  </a:lnTo>
                  <a:lnTo>
                    <a:pt x="191" y="412"/>
                  </a:lnTo>
                  <a:lnTo>
                    <a:pt x="170" y="363"/>
                  </a:lnTo>
                  <a:lnTo>
                    <a:pt x="151" y="312"/>
                  </a:lnTo>
                  <a:lnTo>
                    <a:pt x="133" y="259"/>
                  </a:lnTo>
                  <a:lnTo>
                    <a:pt x="119" y="207"/>
                  </a:lnTo>
                  <a:lnTo>
                    <a:pt x="108" y="156"/>
                  </a:lnTo>
                  <a:lnTo>
                    <a:pt x="101" y="103"/>
                  </a:lnTo>
                  <a:lnTo>
                    <a:pt x="96" y="51"/>
                  </a:lnTo>
                  <a:lnTo>
                    <a:pt x="94" y="0"/>
                  </a:lnTo>
                  <a:lnTo>
                    <a:pt x="0" y="0"/>
                  </a:lnTo>
                  <a:lnTo>
                    <a:pt x="2" y="56"/>
                  </a:lnTo>
                  <a:lnTo>
                    <a:pt x="7" y="115"/>
                  </a:lnTo>
                  <a:lnTo>
                    <a:pt x="16" y="172"/>
                  </a:lnTo>
                  <a:lnTo>
                    <a:pt x="28" y="231"/>
                  </a:lnTo>
                  <a:lnTo>
                    <a:pt x="44" y="287"/>
                  </a:lnTo>
                  <a:lnTo>
                    <a:pt x="62" y="342"/>
                  </a:lnTo>
                  <a:lnTo>
                    <a:pt x="83" y="398"/>
                  </a:lnTo>
                  <a:lnTo>
                    <a:pt x="106" y="452"/>
                  </a:lnTo>
                  <a:lnTo>
                    <a:pt x="133" y="505"/>
                  </a:lnTo>
                  <a:lnTo>
                    <a:pt x="161" y="554"/>
                  </a:lnTo>
                  <a:lnTo>
                    <a:pt x="192" y="602"/>
                  </a:lnTo>
                  <a:lnTo>
                    <a:pt x="224" y="647"/>
                  </a:lnTo>
                  <a:lnTo>
                    <a:pt x="259" y="689"/>
                  </a:lnTo>
                  <a:lnTo>
                    <a:pt x="295" y="728"/>
                  </a:lnTo>
                  <a:lnTo>
                    <a:pt x="334" y="763"/>
                  </a:lnTo>
                  <a:lnTo>
                    <a:pt x="374" y="795"/>
                  </a:lnTo>
                  <a:lnTo>
                    <a:pt x="375" y="795"/>
                  </a:lnTo>
                  <a:lnTo>
                    <a:pt x="374" y="795"/>
                  </a:lnTo>
                  <a:lnTo>
                    <a:pt x="392" y="803"/>
                  </a:lnTo>
                  <a:lnTo>
                    <a:pt x="411" y="803"/>
                  </a:lnTo>
                  <a:lnTo>
                    <a:pt x="426" y="795"/>
                  </a:lnTo>
                  <a:lnTo>
                    <a:pt x="439" y="782"/>
                  </a:lnTo>
                  <a:lnTo>
                    <a:pt x="446" y="766"/>
                  </a:lnTo>
                  <a:lnTo>
                    <a:pt x="449" y="749"/>
                  </a:lnTo>
                  <a:lnTo>
                    <a:pt x="441" y="732"/>
                  </a:lnTo>
                  <a:lnTo>
                    <a:pt x="427" y="717"/>
                  </a:lnTo>
                  <a:lnTo>
                    <a:pt x="426" y="71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1823" name="Freeform 45"/>
            <p:cNvSpPr>
              <a:spLocks/>
            </p:cNvSpPr>
            <p:nvPr/>
          </p:nvSpPr>
          <p:spPr bwMode="auto">
            <a:xfrm>
              <a:off x="883" y="1673"/>
              <a:ext cx="379" cy="690"/>
            </a:xfrm>
            <a:custGeom>
              <a:avLst/>
              <a:gdLst>
                <a:gd name="T0" fmla="*/ 12 w 1897"/>
                <a:gd name="T1" fmla="*/ 6 h 3450"/>
                <a:gd name="T2" fmla="*/ 13 w 1897"/>
                <a:gd name="T3" fmla="*/ 7 h 3450"/>
                <a:gd name="T4" fmla="*/ 13 w 1897"/>
                <a:gd name="T5" fmla="*/ 7 h 3450"/>
                <a:gd name="T6" fmla="*/ 14 w 1897"/>
                <a:gd name="T7" fmla="*/ 8 h 3450"/>
                <a:gd name="T8" fmla="*/ 14 w 1897"/>
                <a:gd name="T9" fmla="*/ 9 h 3450"/>
                <a:gd name="T10" fmla="*/ 15 w 1897"/>
                <a:gd name="T11" fmla="*/ 10 h 3450"/>
                <a:gd name="T12" fmla="*/ 15 w 1897"/>
                <a:gd name="T13" fmla="*/ 11 h 3450"/>
                <a:gd name="T14" fmla="*/ 15 w 1897"/>
                <a:gd name="T15" fmla="*/ 11 h 3450"/>
                <a:gd name="T16" fmla="*/ 15 w 1897"/>
                <a:gd name="T17" fmla="*/ 12 h 3450"/>
                <a:gd name="T18" fmla="*/ 15 w 1897"/>
                <a:gd name="T19" fmla="*/ 26 h 3450"/>
                <a:gd name="T20" fmla="*/ 15 w 1897"/>
                <a:gd name="T21" fmla="*/ 26 h 3450"/>
                <a:gd name="T22" fmla="*/ 15 w 1897"/>
                <a:gd name="T23" fmla="*/ 27 h 3450"/>
                <a:gd name="T24" fmla="*/ 15 w 1897"/>
                <a:gd name="T25" fmla="*/ 27 h 3450"/>
                <a:gd name="T26" fmla="*/ 14 w 1897"/>
                <a:gd name="T27" fmla="*/ 27 h 3450"/>
                <a:gd name="T28" fmla="*/ 14 w 1897"/>
                <a:gd name="T29" fmla="*/ 28 h 3450"/>
                <a:gd name="T30" fmla="*/ 13 w 1897"/>
                <a:gd name="T31" fmla="*/ 28 h 3450"/>
                <a:gd name="T32" fmla="*/ 13 w 1897"/>
                <a:gd name="T33" fmla="*/ 27 h 3450"/>
                <a:gd name="T34" fmla="*/ 3 w 1897"/>
                <a:gd name="T35" fmla="*/ 21 h 3450"/>
                <a:gd name="T36" fmla="*/ 2 w 1897"/>
                <a:gd name="T37" fmla="*/ 21 h 3450"/>
                <a:gd name="T38" fmla="*/ 2 w 1897"/>
                <a:gd name="T39" fmla="*/ 20 h 3450"/>
                <a:gd name="T40" fmla="*/ 1 w 1897"/>
                <a:gd name="T41" fmla="*/ 19 h 3450"/>
                <a:gd name="T42" fmla="*/ 1 w 1897"/>
                <a:gd name="T43" fmla="*/ 19 h 3450"/>
                <a:gd name="T44" fmla="*/ 0 w 1897"/>
                <a:gd name="T45" fmla="*/ 18 h 3450"/>
                <a:gd name="T46" fmla="*/ 0 w 1897"/>
                <a:gd name="T47" fmla="*/ 17 h 3450"/>
                <a:gd name="T48" fmla="*/ 0 w 1897"/>
                <a:gd name="T49" fmla="*/ 16 h 3450"/>
                <a:gd name="T50" fmla="*/ 0 w 1897"/>
                <a:gd name="T51" fmla="*/ 15 h 3450"/>
                <a:gd name="T52" fmla="*/ 0 w 1897"/>
                <a:gd name="T53" fmla="*/ 2 h 3450"/>
                <a:gd name="T54" fmla="*/ 0 w 1897"/>
                <a:gd name="T55" fmla="*/ 1 h 3450"/>
                <a:gd name="T56" fmla="*/ 0 w 1897"/>
                <a:gd name="T57" fmla="*/ 1 h 3450"/>
                <a:gd name="T58" fmla="*/ 1 w 1897"/>
                <a:gd name="T59" fmla="*/ 0 h 3450"/>
                <a:gd name="T60" fmla="*/ 1 w 1897"/>
                <a:gd name="T61" fmla="*/ 0 h 3450"/>
                <a:gd name="T62" fmla="*/ 1 w 1897"/>
                <a:gd name="T63" fmla="*/ 0 h 3450"/>
                <a:gd name="T64" fmla="*/ 2 w 1897"/>
                <a:gd name="T65" fmla="*/ 0 h 3450"/>
                <a:gd name="T66" fmla="*/ 3 w 1897"/>
                <a:gd name="T67" fmla="*/ 0 h 3450"/>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897"/>
                <a:gd name="T103" fmla="*/ 0 h 3450"/>
                <a:gd name="T104" fmla="*/ 1897 w 1897"/>
                <a:gd name="T105" fmla="*/ 3450 h 3450"/>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897" h="3450">
                  <a:moveTo>
                    <a:pt x="357" y="49"/>
                  </a:moveTo>
                  <a:lnTo>
                    <a:pt x="1542" y="806"/>
                  </a:lnTo>
                  <a:lnTo>
                    <a:pt x="1579" y="832"/>
                  </a:lnTo>
                  <a:lnTo>
                    <a:pt x="1614" y="861"/>
                  </a:lnTo>
                  <a:lnTo>
                    <a:pt x="1648" y="895"/>
                  </a:lnTo>
                  <a:lnTo>
                    <a:pt x="1681" y="933"/>
                  </a:lnTo>
                  <a:lnTo>
                    <a:pt x="1711" y="973"/>
                  </a:lnTo>
                  <a:lnTo>
                    <a:pt x="1740" y="1016"/>
                  </a:lnTo>
                  <a:lnTo>
                    <a:pt x="1768" y="1062"/>
                  </a:lnTo>
                  <a:lnTo>
                    <a:pt x="1793" y="1109"/>
                  </a:lnTo>
                  <a:lnTo>
                    <a:pt x="1816" y="1158"/>
                  </a:lnTo>
                  <a:lnTo>
                    <a:pt x="1836" y="1208"/>
                  </a:lnTo>
                  <a:lnTo>
                    <a:pt x="1854" y="1260"/>
                  </a:lnTo>
                  <a:lnTo>
                    <a:pt x="1869" y="1313"/>
                  </a:lnTo>
                  <a:lnTo>
                    <a:pt x="1881" y="1364"/>
                  </a:lnTo>
                  <a:lnTo>
                    <a:pt x="1890" y="1417"/>
                  </a:lnTo>
                  <a:lnTo>
                    <a:pt x="1895" y="1469"/>
                  </a:lnTo>
                  <a:lnTo>
                    <a:pt x="1897" y="1519"/>
                  </a:lnTo>
                  <a:lnTo>
                    <a:pt x="1897" y="3142"/>
                  </a:lnTo>
                  <a:lnTo>
                    <a:pt x="1895" y="3190"/>
                  </a:lnTo>
                  <a:lnTo>
                    <a:pt x="1890" y="3235"/>
                  </a:lnTo>
                  <a:lnTo>
                    <a:pt x="1881" y="3276"/>
                  </a:lnTo>
                  <a:lnTo>
                    <a:pt x="1869" y="3313"/>
                  </a:lnTo>
                  <a:lnTo>
                    <a:pt x="1854" y="3346"/>
                  </a:lnTo>
                  <a:lnTo>
                    <a:pt x="1836" y="3375"/>
                  </a:lnTo>
                  <a:lnTo>
                    <a:pt x="1816" y="3398"/>
                  </a:lnTo>
                  <a:lnTo>
                    <a:pt x="1793" y="3418"/>
                  </a:lnTo>
                  <a:lnTo>
                    <a:pt x="1768" y="3434"/>
                  </a:lnTo>
                  <a:lnTo>
                    <a:pt x="1740" y="3444"/>
                  </a:lnTo>
                  <a:lnTo>
                    <a:pt x="1711" y="3450"/>
                  </a:lnTo>
                  <a:lnTo>
                    <a:pt x="1681" y="3450"/>
                  </a:lnTo>
                  <a:lnTo>
                    <a:pt x="1648" y="3445"/>
                  </a:lnTo>
                  <a:lnTo>
                    <a:pt x="1614" y="3436"/>
                  </a:lnTo>
                  <a:lnTo>
                    <a:pt x="1579" y="3421"/>
                  </a:lnTo>
                  <a:lnTo>
                    <a:pt x="1542" y="3400"/>
                  </a:lnTo>
                  <a:lnTo>
                    <a:pt x="357" y="2643"/>
                  </a:lnTo>
                  <a:lnTo>
                    <a:pt x="320" y="2618"/>
                  </a:lnTo>
                  <a:lnTo>
                    <a:pt x="285" y="2588"/>
                  </a:lnTo>
                  <a:lnTo>
                    <a:pt x="251" y="2554"/>
                  </a:lnTo>
                  <a:lnTo>
                    <a:pt x="218" y="2517"/>
                  </a:lnTo>
                  <a:lnTo>
                    <a:pt x="187" y="2477"/>
                  </a:lnTo>
                  <a:lnTo>
                    <a:pt x="157" y="2433"/>
                  </a:lnTo>
                  <a:lnTo>
                    <a:pt x="130" y="2388"/>
                  </a:lnTo>
                  <a:lnTo>
                    <a:pt x="105" y="2341"/>
                  </a:lnTo>
                  <a:lnTo>
                    <a:pt x="81" y="2292"/>
                  </a:lnTo>
                  <a:lnTo>
                    <a:pt x="61" y="2241"/>
                  </a:lnTo>
                  <a:lnTo>
                    <a:pt x="44" y="2190"/>
                  </a:lnTo>
                  <a:lnTo>
                    <a:pt x="29" y="2138"/>
                  </a:lnTo>
                  <a:lnTo>
                    <a:pt x="17" y="2085"/>
                  </a:lnTo>
                  <a:lnTo>
                    <a:pt x="7" y="2033"/>
                  </a:lnTo>
                  <a:lnTo>
                    <a:pt x="3" y="1981"/>
                  </a:lnTo>
                  <a:lnTo>
                    <a:pt x="0" y="1931"/>
                  </a:lnTo>
                  <a:lnTo>
                    <a:pt x="0" y="308"/>
                  </a:lnTo>
                  <a:lnTo>
                    <a:pt x="3" y="260"/>
                  </a:lnTo>
                  <a:lnTo>
                    <a:pt x="7" y="215"/>
                  </a:lnTo>
                  <a:lnTo>
                    <a:pt x="17" y="174"/>
                  </a:lnTo>
                  <a:lnTo>
                    <a:pt x="29" y="137"/>
                  </a:lnTo>
                  <a:lnTo>
                    <a:pt x="44" y="104"/>
                  </a:lnTo>
                  <a:lnTo>
                    <a:pt x="61" y="76"/>
                  </a:lnTo>
                  <a:lnTo>
                    <a:pt x="81" y="51"/>
                  </a:lnTo>
                  <a:lnTo>
                    <a:pt x="105" y="31"/>
                  </a:lnTo>
                  <a:lnTo>
                    <a:pt x="130" y="16"/>
                  </a:lnTo>
                  <a:lnTo>
                    <a:pt x="157" y="5"/>
                  </a:lnTo>
                  <a:lnTo>
                    <a:pt x="187" y="0"/>
                  </a:lnTo>
                  <a:lnTo>
                    <a:pt x="218" y="0"/>
                  </a:lnTo>
                  <a:lnTo>
                    <a:pt x="251" y="3"/>
                  </a:lnTo>
                  <a:lnTo>
                    <a:pt x="285" y="14"/>
                  </a:lnTo>
                  <a:lnTo>
                    <a:pt x="320" y="29"/>
                  </a:lnTo>
                  <a:lnTo>
                    <a:pt x="357" y="49"/>
                  </a:lnTo>
                  <a:close/>
                </a:path>
              </a:pathLst>
            </a:custGeom>
            <a:solidFill>
              <a:srgbClr val="BFBFB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1824" name="Freeform 46"/>
            <p:cNvSpPr>
              <a:spLocks/>
            </p:cNvSpPr>
            <p:nvPr/>
          </p:nvSpPr>
          <p:spPr bwMode="auto">
            <a:xfrm>
              <a:off x="1268" y="1663"/>
              <a:ext cx="393" cy="711"/>
            </a:xfrm>
            <a:custGeom>
              <a:avLst/>
              <a:gdLst>
                <a:gd name="T0" fmla="*/ 3 w 1962"/>
                <a:gd name="T1" fmla="*/ 7 h 3555"/>
                <a:gd name="T2" fmla="*/ 2 w 1962"/>
                <a:gd name="T3" fmla="*/ 7 h 3555"/>
                <a:gd name="T4" fmla="*/ 2 w 1962"/>
                <a:gd name="T5" fmla="*/ 8 h 3555"/>
                <a:gd name="T6" fmla="*/ 1 w 1962"/>
                <a:gd name="T7" fmla="*/ 8 h 3555"/>
                <a:gd name="T8" fmla="*/ 1 w 1962"/>
                <a:gd name="T9" fmla="*/ 9 h 3555"/>
                <a:gd name="T10" fmla="*/ 1 w 1962"/>
                <a:gd name="T11" fmla="*/ 10 h 3555"/>
                <a:gd name="T12" fmla="*/ 0 w 1962"/>
                <a:gd name="T13" fmla="*/ 11 h 3555"/>
                <a:gd name="T14" fmla="*/ 0 w 1962"/>
                <a:gd name="T15" fmla="*/ 12 h 3555"/>
                <a:gd name="T16" fmla="*/ 0 w 1962"/>
                <a:gd name="T17" fmla="*/ 13 h 3555"/>
                <a:gd name="T18" fmla="*/ 0 w 1962"/>
                <a:gd name="T19" fmla="*/ 26 h 3555"/>
                <a:gd name="T20" fmla="*/ 0 w 1962"/>
                <a:gd name="T21" fmla="*/ 27 h 3555"/>
                <a:gd name="T22" fmla="*/ 0 w 1962"/>
                <a:gd name="T23" fmla="*/ 28 h 3555"/>
                <a:gd name="T24" fmla="*/ 1 w 1962"/>
                <a:gd name="T25" fmla="*/ 28 h 3555"/>
                <a:gd name="T26" fmla="*/ 1 w 1962"/>
                <a:gd name="T27" fmla="*/ 28 h 3555"/>
                <a:gd name="T28" fmla="*/ 2 w 1962"/>
                <a:gd name="T29" fmla="*/ 28 h 3555"/>
                <a:gd name="T30" fmla="*/ 2 w 1962"/>
                <a:gd name="T31" fmla="*/ 28 h 3555"/>
                <a:gd name="T32" fmla="*/ 3 w 1962"/>
                <a:gd name="T33" fmla="*/ 28 h 3555"/>
                <a:gd name="T34" fmla="*/ 13 w 1962"/>
                <a:gd name="T35" fmla="*/ 22 h 3555"/>
                <a:gd name="T36" fmla="*/ 13 w 1962"/>
                <a:gd name="T37" fmla="*/ 21 h 3555"/>
                <a:gd name="T38" fmla="*/ 14 w 1962"/>
                <a:gd name="T39" fmla="*/ 21 h 3555"/>
                <a:gd name="T40" fmla="*/ 14 w 1962"/>
                <a:gd name="T41" fmla="*/ 20 h 3555"/>
                <a:gd name="T42" fmla="*/ 15 w 1962"/>
                <a:gd name="T43" fmla="*/ 19 h 3555"/>
                <a:gd name="T44" fmla="*/ 15 w 1962"/>
                <a:gd name="T45" fmla="*/ 18 h 3555"/>
                <a:gd name="T46" fmla="*/ 16 w 1962"/>
                <a:gd name="T47" fmla="*/ 18 h 3555"/>
                <a:gd name="T48" fmla="*/ 16 w 1962"/>
                <a:gd name="T49" fmla="*/ 17 h 3555"/>
                <a:gd name="T50" fmla="*/ 16 w 1962"/>
                <a:gd name="T51" fmla="*/ 16 h 3555"/>
                <a:gd name="T52" fmla="*/ 16 w 1962"/>
                <a:gd name="T53" fmla="*/ 2 h 3555"/>
                <a:gd name="T54" fmla="*/ 16 w 1962"/>
                <a:gd name="T55" fmla="*/ 1 h 3555"/>
                <a:gd name="T56" fmla="*/ 15 w 1962"/>
                <a:gd name="T57" fmla="*/ 1 h 3555"/>
                <a:gd name="T58" fmla="*/ 15 w 1962"/>
                <a:gd name="T59" fmla="*/ 0 h 3555"/>
                <a:gd name="T60" fmla="*/ 15 w 1962"/>
                <a:gd name="T61" fmla="*/ 0 h 3555"/>
                <a:gd name="T62" fmla="*/ 14 w 1962"/>
                <a:gd name="T63" fmla="*/ 0 h 3555"/>
                <a:gd name="T64" fmla="*/ 14 w 1962"/>
                <a:gd name="T65" fmla="*/ 0 h 3555"/>
                <a:gd name="T66" fmla="*/ 13 w 1962"/>
                <a:gd name="T67" fmla="*/ 0 h 3555"/>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962"/>
                <a:gd name="T103" fmla="*/ 0 h 3555"/>
                <a:gd name="T104" fmla="*/ 1962 w 1962"/>
                <a:gd name="T105" fmla="*/ 3555 h 3555"/>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962" h="3555">
                  <a:moveTo>
                    <a:pt x="1594" y="50"/>
                  </a:moveTo>
                  <a:lnTo>
                    <a:pt x="368" y="831"/>
                  </a:lnTo>
                  <a:lnTo>
                    <a:pt x="330" y="858"/>
                  </a:lnTo>
                  <a:lnTo>
                    <a:pt x="294" y="888"/>
                  </a:lnTo>
                  <a:lnTo>
                    <a:pt x="259" y="922"/>
                  </a:lnTo>
                  <a:lnTo>
                    <a:pt x="225" y="961"/>
                  </a:lnTo>
                  <a:lnTo>
                    <a:pt x="193" y="1003"/>
                  </a:lnTo>
                  <a:lnTo>
                    <a:pt x="163" y="1047"/>
                  </a:lnTo>
                  <a:lnTo>
                    <a:pt x="133" y="1094"/>
                  </a:lnTo>
                  <a:lnTo>
                    <a:pt x="108" y="1143"/>
                  </a:lnTo>
                  <a:lnTo>
                    <a:pt x="84" y="1193"/>
                  </a:lnTo>
                  <a:lnTo>
                    <a:pt x="63" y="1246"/>
                  </a:lnTo>
                  <a:lnTo>
                    <a:pt x="44" y="1299"/>
                  </a:lnTo>
                  <a:lnTo>
                    <a:pt x="29" y="1353"/>
                  </a:lnTo>
                  <a:lnTo>
                    <a:pt x="16" y="1405"/>
                  </a:lnTo>
                  <a:lnTo>
                    <a:pt x="7" y="1459"/>
                  </a:lnTo>
                  <a:lnTo>
                    <a:pt x="2" y="1512"/>
                  </a:lnTo>
                  <a:lnTo>
                    <a:pt x="0" y="1565"/>
                  </a:lnTo>
                  <a:lnTo>
                    <a:pt x="0" y="3237"/>
                  </a:lnTo>
                  <a:lnTo>
                    <a:pt x="2" y="3287"/>
                  </a:lnTo>
                  <a:lnTo>
                    <a:pt x="7" y="3333"/>
                  </a:lnTo>
                  <a:lnTo>
                    <a:pt x="16" y="3375"/>
                  </a:lnTo>
                  <a:lnTo>
                    <a:pt x="29" y="3413"/>
                  </a:lnTo>
                  <a:lnTo>
                    <a:pt x="44" y="3447"/>
                  </a:lnTo>
                  <a:lnTo>
                    <a:pt x="63" y="3477"/>
                  </a:lnTo>
                  <a:lnTo>
                    <a:pt x="84" y="3502"/>
                  </a:lnTo>
                  <a:lnTo>
                    <a:pt x="108" y="3522"/>
                  </a:lnTo>
                  <a:lnTo>
                    <a:pt x="133" y="3538"/>
                  </a:lnTo>
                  <a:lnTo>
                    <a:pt x="163" y="3549"/>
                  </a:lnTo>
                  <a:lnTo>
                    <a:pt x="193" y="3555"/>
                  </a:lnTo>
                  <a:lnTo>
                    <a:pt x="225" y="3555"/>
                  </a:lnTo>
                  <a:lnTo>
                    <a:pt x="259" y="3550"/>
                  </a:lnTo>
                  <a:lnTo>
                    <a:pt x="294" y="3541"/>
                  </a:lnTo>
                  <a:lnTo>
                    <a:pt x="330" y="3524"/>
                  </a:lnTo>
                  <a:lnTo>
                    <a:pt x="368" y="3503"/>
                  </a:lnTo>
                  <a:lnTo>
                    <a:pt x="1594" y="2722"/>
                  </a:lnTo>
                  <a:lnTo>
                    <a:pt x="1632" y="2696"/>
                  </a:lnTo>
                  <a:lnTo>
                    <a:pt x="1668" y="2665"/>
                  </a:lnTo>
                  <a:lnTo>
                    <a:pt x="1703" y="2631"/>
                  </a:lnTo>
                  <a:lnTo>
                    <a:pt x="1737" y="2592"/>
                  </a:lnTo>
                  <a:lnTo>
                    <a:pt x="1769" y="2551"/>
                  </a:lnTo>
                  <a:lnTo>
                    <a:pt x="1799" y="2506"/>
                  </a:lnTo>
                  <a:lnTo>
                    <a:pt x="1829" y="2460"/>
                  </a:lnTo>
                  <a:lnTo>
                    <a:pt x="1854" y="2411"/>
                  </a:lnTo>
                  <a:lnTo>
                    <a:pt x="1878" y="2361"/>
                  </a:lnTo>
                  <a:lnTo>
                    <a:pt x="1899" y="2308"/>
                  </a:lnTo>
                  <a:lnTo>
                    <a:pt x="1918" y="2256"/>
                  </a:lnTo>
                  <a:lnTo>
                    <a:pt x="1933" y="2202"/>
                  </a:lnTo>
                  <a:lnTo>
                    <a:pt x="1946" y="2149"/>
                  </a:lnTo>
                  <a:lnTo>
                    <a:pt x="1955" y="2095"/>
                  </a:lnTo>
                  <a:lnTo>
                    <a:pt x="1960" y="2042"/>
                  </a:lnTo>
                  <a:lnTo>
                    <a:pt x="1962" y="1989"/>
                  </a:lnTo>
                  <a:lnTo>
                    <a:pt x="1962" y="319"/>
                  </a:lnTo>
                  <a:lnTo>
                    <a:pt x="1960" y="269"/>
                  </a:lnTo>
                  <a:lnTo>
                    <a:pt x="1955" y="223"/>
                  </a:lnTo>
                  <a:lnTo>
                    <a:pt x="1946" y="180"/>
                  </a:lnTo>
                  <a:lnTo>
                    <a:pt x="1933" y="143"/>
                  </a:lnTo>
                  <a:lnTo>
                    <a:pt x="1918" y="109"/>
                  </a:lnTo>
                  <a:lnTo>
                    <a:pt x="1899" y="79"/>
                  </a:lnTo>
                  <a:lnTo>
                    <a:pt x="1878" y="54"/>
                  </a:lnTo>
                  <a:lnTo>
                    <a:pt x="1854" y="33"/>
                  </a:lnTo>
                  <a:lnTo>
                    <a:pt x="1829" y="17"/>
                  </a:lnTo>
                  <a:lnTo>
                    <a:pt x="1799" y="7"/>
                  </a:lnTo>
                  <a:lnTo>
                    <a:pt x="1769" y="0"/>
                  </a:lnTo>
                  <a:lnTo>
                    <a:pt x="1737" y="0"/>
                  </a:lnTo>
                  <a:lnTo>
                    <a:pt x="1703" y="4"/>
                  </a:lnTo>
                  <a:lnTo>
                    <a:pt x="1668" y="14"/>
                  </a:lnTo>
                  <a:lnTo>
                    <a:pt x="1632" y="29"/>
                  </a:lnTo>
                  <a:lnTo>
                    <a:pt x="1594" y="50"/>
                  </a:lnTo>
                  <a:close/>
                </a:path>
              </a:pathLst>
            </a:custGeom>
            <a:solidFill>
              <a:srgbClr val="E5E5E5"/>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1825" name="Freeform 47"/>
            <p:cNvSpPr>
              <a:spLocks noEditPoints="1"/>
            </p:cNvSpPr>
            <p:nvPr/>
          </p:nvSpPr>
          <p:spPr bwMode="auto">
            <a:xfrm>
              <a:off x="916" y="1589"/>
              <a:ext cx="697" cy="698"/>
            </a:xfrm>
            <a:custGeom>
              <a:avLst/>
              <a:gdLst>
                <a:gd name="T0" fmla="*/ 16 w 3485"/>
                <a:gd name="T1" fmla="*/ 0 h 3490"/>
                <a:gd name="T2" fmla="*/ 17 w 3485"/>
                <a:gd name="T3" fmla="*/ 2 h 3490"/>
                <a:gd name="T4" fmla="*/ 17 w 3485"/>
                <a:gd name="T5" fmla="*/ 3 h 3490"/>
                <a:gd name="T6" fmla="*/ 14 w 3485"/>
                <a:gd name="T7" fmla="*/ 4 h 3490"/>
                <a:gd name="T8" fmla="*/ 12 w 3485"/>
                <a:gd name="T9" fmla="*/ 4 h 3490"/>
                <a:gd name="T10" fmla="*/ 11 w 3485"/>
                <a:gd name="T11" fmla="*/ 2 h 3490"/>
                <a:gd name="T12" fmla="*/ 11 w 3485"/>
                <a:gd name="T13" fmla="*/ 1 h 3490"/>
                <a:gd name="T14" fmla="*/ 14 w 3485"/>
                <a:gd name="T15" fmla="*/ 0 h 3490"/>
                <a:gd name="T16" fmla="*/ 3 w 3485"/>
                <a:gd name="T17" fmla="*/ 7 h 3490"/>
                <a:gd name="T18" fmla="*/ 4 w 3485"/>
                <a:gd name="T19" fmla="*/ 9 h 3490"/>
                <a:gd name="T20" fmla="*/ 3 w 3485"/>
                <a:gd name="T21" fmla="*/ 12 h 3490"/>
                <a:gd name="T22" fmla="*/ 2 w 3485"/>
                <a:gd name="T23" fmla="*/ 13 h 3490"/>
                <a:gd name="T24" fmla="*/ 1 w 3485"/>
                <a:gd name="T25" fmla="*/ 12 h 3490"/>
                <a:gd name="T26" fmla="*/ 0 w 3485"/>
                <a:gd name="T27" fmla="*/ 10 h 3490"/>
                <a:gd name="T28" fmla="*/ 0 w 3485"/>
                <a:gd name="T29" fmla="*/ 8 h 3490"/>
                <a:gd name="T30" fmla="*/ 2 w 3485"/>
                <a:gd name="T31" fmla="*/ 6 h 3490"/>
                <a:gd name="T32" fmla="*/ 10 w 3485"/>
                <a:gd name="T33" fmla="*/ 20 h 3490"/>
                <a:gd name="T34" fmla="*/ 11 w 3485"/>
                <a:gd name="T35" fmla="*/ 22 h 3490"/>
                <a:gd name="T36" fmla="*/ 11 w 3485"/>
                <a:gd name="T37" fmla="*/ 25 h 3490"/>
                <a:gd name="T38" fmla="*/ 10 w 3485"/>
                <a:gd name="T39" fmla="*/ 27 h 3490"/>
                <a:gd name="T40" fmla="*/ 8 w 3485"/>
                <a:gd name="T41" fmla="*/ 26 h 3490"/>
                <a:gd name="T42" fmla="*/ 7 w 3485"/>
                <a:gd name="T43" fmla="*/ 24 h 3490"/>
                <a:gd name="T44" fmla="*/ 7 w 3485"/>
                <a:gd name="T45" fmla="*/ 22 h 3490"/>
                <a:gd name="T46" fmla="*/ 8 w 3485"/>
                <a:gd name="T47" fmla="*/ 20 h 3490"/>
                <a:gd name="T48" fmla="*/ 20 w 3485"/>
                <a:gd name="T49" fmla="*/ 21 h 3490"/>
                <a:gd name="T50" fmla="*/ 21 w 3485"/>
                <a:gd name="T51" fmla="*/ 23 h 3490"/>
                <a:gd name="T52" fmla="*/ 21 w 3485"/>
                <a:gd name="T53" fmla="*/ 26 h 3490"/>
                <a:gd name="T54" fmla="*/ 20 w 3485"/>
                <a:gd name="T55" fmla="*/ 28 h 3490"/>
                <a:gd name="T56" fmla="*/ 18 w 3485"/>
                <a:gd name="T57" fmla="*/ 28 h 3490"/>
                <a:gd name="T58" fmla="*/ 17 w 3485"/>
                <a:gd name="T59" fmla="*/ 26 h 3490"/>
                <a:gd name="T60" fmla="*/ 17 w 3485"/>
                <a:gd name="T61" fmla="*/ 23 h 3490"/>
                <a:gd name="T62" fmla="*/ 18 w 3485"/>
                <a:gd name="T63" fmla="*/ 21 h 3490"/>
                <a:gd name="T64" fmla="*/ 19 w 3485"/>
                <a:gd name="T65" fmla="*/ 11 h 3490"/>
                <a:gd name="T66" fmla="*/ 20 w 3485"/>
                <a:gd name="T67" fmla="*/ 13 h 3490"/>
                <a:gd name="T68" fmla="*/ 21 w 3485"/>
                <a:gd name="T69" fmla="*/ 15 h 3490"/>
                <a:gd name="T70" fmla="*/ 20 w 3485"/>
                <a:gd name="T71" fmla="*/ 17 h 3490"/>
                <a:gd name="T72" fmla="*/ 18 w 3485"/>
                <a:gd name="T73" fmla="*/ 17 h 3490"/>
                <a:gd name="T74" fmla="*/ 17 w 3485"/>
                <a:gd name="T75" fmla="*/ 16 h 3490"/>
                <a:gd name="T76" fmla="*/ 17 w 3485"/>
                <a:gd name="T77" fmla="*/ 13 h 3490"/>
                <a:gd name="T78" fmla="*/ 18 w 3485"/>
                <a:gd name="T79" fmla="*/ 11 h 3490"/>
                <a:gd name="T80" fmla="*/ 26 w 3485"/>
                <a:gd name="T81" fmla="*/ 7 h 3490"/>
                <a:gd name="T82" fmla="*/ 27 w 3485"/>
                <a:gd name="T83" fmla="*/ 8 h 3490"/>
                <a:gd name="T84" fmla="*/ 27 w 3485"/>
                <a:gd name="T85" fmla="*/ 11 h 3490"/>
                <a:gd name="T86" fmla="*/ 26 w 3485"/>
                <a:gd name="T87" fmla="*/ 13 h 3490"/>
                <a:gd name="T88" fmla="*/ 25 w 3485"/>
                <a:gd name="T89" fmla="*/ 13 h 3490"/>
                <a:gd name="T90" fmla="*/ 24 w 3485"/>
                <a:gd name="T91" fmla="*/ 12 h 3490"/>
                <a:gd name="T92" fmla="*/ 24 w 3485"/>
                <a:gd name="T93" fmla="*/ 9 h 3490"/>
                <a:gd name="T94" fmla="*/ 24 w 3485"/>
                <a:gd name="T95" fmla="*/ 7 h 3490"/>
                <a:gd name="T96" fmla="*/ 26 w 3485"/>
                <a:gd name="T97" fmla="*/ 17 h 3490"/>
                <a:gd name="T98" fmla="*/ 27 w 3485"/>
                <a:gd name="T99" fmla="*/ 18 h 3490"/>
                <a:gd name="T100" fmla="*/ 28 w 3485"/>
                <a:gd name="T101" fmla="*/ 21 h 3490"/>
                <a:gd name="T102" fmla="*/ 27 w 3485"/>
                <a:gd name="T103" fmla="*/ 23 h 3490"/>
                <a:gd name="T104" fmla="*/ 26 w 3485"/>
                <a:gd name="T105" fmla="*/ 24 h 3490"/>
                <a:gd name="T106" fmla="*/ 24 w 3485"/>
                <a:gd name="T107" fmla="*/ 23 h 3490"/>
                <a:gd name="T108" fmla="*/ 24 w 3485"/>
                <a:gd name="T109" fmla="*/ 20 h 3490"/>
                <a:gd name="T110" fmla="*/ 25 w 3485"/>
                <a:gd name="T111" fmla="*/ 18 h 3490"/>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w 3485"/>
                <a:gd name="T169" fmla="*/ 0 h 3490"/>
                <a:gd name="T170" fmla="*/ 3485 w 3485"/>
                <a:gd name="T171" fmla="*/ 3490 h 3490"/>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T168" t="T169" r="T170" b="T171"/>
              <a:pathLst>
                <a:path w="3485" h="3490">
                  <a:moveTo>
                    <a:pt x="1754" y="0"/>
                  </a:moveTo>
                  <a:lnTo>
                    <a:pt x="1797" y="2"/>
                  </a:lnTo>
                  <a:lnTo>
                    <a:pt x="1840" y="5"/>
                  </a:lnTo>
                  <a:lnTo>
                    <a:pt x="1881" y="12"/>
                  </a:lnTo>
                  <a:lnTo>
                    <a:pt x="1921" y="20"/>
                  </a:lnTo>
                  <a:lnTo>
                    <a:pt x="1959" y="31"/>
                  </a:lnTo>
                  <a:lnTo>
                    <a:pt x="1994" y="44"/>
                  </a:lnTo>
                  <a:lnTo>
                    <a:pt x="2028" y="59"/>
                  </a:lnTo>
                  <a:lnTo>
                    <a:pt x="2058" y="74"/>
                  </a:lnTo>
                  <a:lnTo>
                    <a:pt x="2086" y="93"/>
                  </a:lnTo>
                  <a:lnTo>
                    <a:pt x="2111" y="113"/>
                  </a:lnTo>
                  <a:lnTo>
                    <a:pt x="2132" y="133"/>
                  </a:lnTo>
                  <a:lnTo>
                    <a:pt x="2151" y="155"/>
                  </a:lnTo>
                  <a:lnTo>
                    <a:pt x="2165" y="179"/>
                  </a:lnTo>
                  <a:lnTo>
                    <a:pt x="2175" y="203"/>
                  </a:lnTo>
                  <a:lnTo>
                    <a:pt x="2182" y="229"/>
                  </a:lnTo>
                  <a:lnTo>
                    <a:pt x="2185" y="255"/>
                  </a:lnTo>
                  <a:lnTo>
                    <a:pt x="2182" y="281"/>
                  </a:lnTo>
                  <a:lnTo>
                    <a:pt x="2175" y="305"/>
                  </a:lnTo>
                  <a:lnTo>
                    <a:pt x="2165" y="330"/>
                  </a:lnTo>
                  <a:lnTo>
                    <a:pt x="2151" y="353"/>
                  </a:lnTo>
                  <a:lnTo>
                    <a:pt x="2132" y="376"/>
                  </a:lnTo>
                  <a:lnTo>
                    <a:pt x="2111" y="397"/>
                  </a:lnTo>
                  <a:lnTo>
                    <a:pt x="2086" y="417"/>
                  </a:lnTo>
                  <a:lnTo>
                    <a:pt x="2058" y="434"/>
                  </a:lnTo>
                  <a:lnTo>
                    <a:pt x="2028" y="451"/>
                  </a:lnTo>
                  <a:lnTo>
                    <a:pt x="1994" y="466"/>
                  </a:lnTo>
                  <a:lnTo>
                    <a:pt x="1959" y="479"/>
                  </a:lnTo>
                  <a:lnTo>
                    <a:pt x="1921" y="489"/>
                  </a:lnTo>
                  <a:lnTo>
                    <a:pt x="1881" y="498"/>
                  </a:lnTo>
                  <a:lnTo>
                    <a:pt x="1840" y="505"/>
                  </a:lnTo>
                  <a:lnTo>
                    <a:pt x="1797" y="508"/>
                  </a:lnTo>
                  <a:lnTo>
                    <a:pt x="1754" y="509"/>
                  </a:lnTo>
                  <a:lnTo>
                    <a:pt x="1710" y="508"/>
                  </a:lnTo>
                  <a:lnTo>
                    <a:pt x="1667" y="505"/>
                  </a:lnTo>
                  <a:lnTo>
                    <a:pt x="1626" y="498"/>
                  </a:lnTo>
                  <a:lnTo>
                    <a:pt x="1586" y="489"/>
                  </a:lnTo>
                  <a:lnTo>
                    <a:pt x="1548" y="479"/>
                  </a:lnTo>
                  <a:lnTo>
                    <a:pt x="1512" y="466"/>
                  </a:lnTo>
                  <a:lnTo>
                    <a:pt x="1479" y="451"/>
                  </a:lnTo>
                  <a:lnTo>
                    <a:pt x="1449" y="434"/>
                  </a:lnTo>
                  <a:lnTo>
                    <a:pt x="1421" y="417"/>
                  </a:lnTo>
                  <a:lnTo>
                    <a:pt x="1395" y="397"/>
                  </a:lnTo>
                  <a:lnTo>
                    <a:pt x="1374" y="376"/>
                  </a:lnTo>
                  <a:lnTo>
                    <a:pt x="1355" y="353"/>
                  </a:lnTo>
                  <a:lnTo>
                    <a:pt x="1341" y="330"/>
                  </a:lnTo>
                  <a:lnTo>
                    <a:pt x="1331" y="305"/>
                  </a:lnTo>
                  <a:lnTo>
                    <a:pt x="1324" y="281"/>
                  </a:lnTo>
                  <a:lnTo>
                    <a:pt x="1321" y="255"/>
                  </a:lnTo>
                  <a:lnTo>
                    <a:pt x="1324" y="229"/>
                  </a:lnTo>
                  <a:lnTo>
                    <a:pt x="1331" y="203"/>
                  </a:lnTo>
                  <a:lnTo>
                    <a:pt x="1341" y="179"/>
                  </a:lnTo>
                  <a:lnTo>
                    <a:pt x="1355" y="155"/>
                  </a:lnTo>
                  <a:lnTo>
                    <a:pt x="1374" y="133"/>
                  </a:lnTo>
                  <a:lnTo>
                    <a:pt x="1395" y="113"/>
                  </a:lnTo>
                  <a:lnTo>
                    <a:pt x="1421" y="93"/>
                  </a:lnTo>
                  <a:lnTo>
                    <a:pt x="1449" y="74"/>
                  </a:lnTo>
                  <a:lnTo>
                    <a:pt x="1479" y="59"/>
                  </a:lnTo>
                  <a:lnTo>
                    <a:pt x="1512" y="44"/>
                  </a:lnTo>
                  <a:lnTo>
                    <a:pt x="1548" y="31"/>
                  </a:lnTo>
                  <a:lnTo>
                    <a:pt x="1586" y="20"/>
                  </a:lnTo>
                  <a:lnTo>
                    <a:pt x="1626" y="12"/>
                  </a:lnTo>
                  <a:lnTo>
                    <a:pt x="1667" y="5"/>
                  </a:lnTo>
                  <a:lnTo>
                    <a:pt x="1710" y="2"/>
                  </a:lnTo>
                  <a:lnTo>
                    <a:pt x="1754" y="0"/>
                  </a:lnTo>
                  <a:close/>
                  <a:moveTo>
                    <a:pt x="239" y="786"/>
                  </a:moveTo>
                  <a:lnTo>
                    <a:pt x="263" y="788"/>
                  </a:lnTo>
                  <a:lnTo>
                    <a:pt x="287" y="794"/>
                  </a:lnTo>
                  <a:lnTo>
                    <a:pt x="309" y="805"/>
                  </a:lnTo>
                  <a:lnTo>
                    <a:pt x="331" y="819"/>
                  </a:lnTo>
                  <a:lnTo>
                    <a:pt x="352" y="836"/>
                  </a:lnTo>
                  <a:lnTo>
                    <a:pt x="372" y="857"/>
                  </a:lnTo>
                  <a:lnTo>
                    <a:pt x="390" y="882"/>
                  </a:lnTo>
                  <a:lnTo>
                    <a:pt x="407" y="909"/>
                  </a:lnTo>
                  <a:lnTo>
                    <a:pt x="423" y="940"/>
                  </a:lnTo>
                  <a:lnTo>
                    <a:pt x="437" y="971"/>
                  </a:lnTo>
                  <a:lnTo>
                    <a:pt x="448" y="1006"/>
                  </a:lnTo>
                  <a:lnTo>
                    <a:pt x="459" y="1043"/>
                  </a:lnTo>
                  <a:lnTo>
                    <a:pt x="467" y="1081"/>
                  </a:lnTo>
                  <a:lnTo>
                    <a:pt x="473" y="1121"/>
                  </a:lnTo>
                  <a:lnTo>
                    <a:pt x="476" y="1163"/>
                  </a:lnTo>
                  <a:lnTo>
                    <a:pt x="478" y="1206"/>
                  </a:lnTo>
                  <a:lnTo>
                    <a:pt x="476" y="1248"/>
                  </a:lnTo>
                  <a:lnTo>
                    <a:pt x="473" y="1290"/>
                  </a:lnTo>
                  <a:lnTo>
                    <a:pt x="467" y="1330"/>
                  </a:lnTo>
                  <a:lnTo>
                    <a:pt x="459" y="1367"/>
                  </a:lnTo>
                  <a:lnTo>
                    <a:pt x="448" y="1405"/>
                  </a:lnTo>
                  <a:lnTo>
                    <a:pt x="437" y="1439"/>
                  </a:lnTo>
                  <a:lnTo>
                    <a:pt x="423" y="1472"/>
                  </a:lnTo>
                  <a:lnTo>
                    <a:pt x="407" y="1501"/>
                  </a:lnTo>
                  <a:lnTo>
                    <a:pt x="390" y="1528"/>
                  </a:lnTo>
                  <a:lnTo>
                    <a:pt x="372" y="1553"/>
                  </a:lnTo>
                  <a:lnTo>
                    <a:pt x="352" y="1574"/>
                  </a:lnTo>
                  <a:lnTo>
                    <a:pt x="331" y="1591"/>
                  </a:lnTo>
                  <a:lnTo>
                    <a:pt x="309" y="1605"/>
                  </a:lnTo>
                  <a:lnTo>
                    <a:pt x="287" y="1616"/>
                  </a:lnTo>
                  <a:lnTo>
                    <a:pt x="263" y="1622"/>
                  </a:lnTo>
                  <a:lnTo>
                    <a:pt x="239" y="1624"/>
                  </a:lnTo>
                  <a:lnTo>
                    <a:pt x="214" y="1622"/>
                  </a:lnTo>
                  <a:lnTo>
                    <a:pt x="191" y="1616"/>
                  </a:lnTo>
                  <a:lnTo>
                    <a:pt x="168" y="1605"/>
                  </a:lnTo>
                  <a:lnTo>
                    <a:pt x="146" y="1591"/>
                  </a:lnTo>
                  <a:lnTo>
                    <a:pt x="125" y="1574"/>
                  </a:lnTo>
                  <a:lnTo>
                    <a:pt x="105" y="1553"/>
                  </a:lnTo>
                  <a:lnTo>
                    <a:pt x="87" y="1528"/>
                  </a:lnTo>
                  <a:lnTo>
                    <a:pt x="70" y="1501"/>
                  </a:lnTo>
                  <a:lnTo>
                    <a:pt x="55" y="1472"/>
                  </a:lnTo>
                  <a:lnTo>
                    <a:pt x="41" y="1439"/>
                  </a:lnTo>
                  <a:lnTo>
                    <a:pt x="29" y="1405"/>
                  </a:lnTo>
                  <a:lnTo>
                    <a:pt x="18" y="1367"/>
                  </a:lnTo>
                  <a:lnTo>
                    <a:pt x="10" y="1330"/>
                  </a:lnTo>
                  <a:lnTo>
                    <a:pt x="4" y="1290"/>
                  </a:lnTo>
                  <a:lnTo>
                    <a:pt x="1" y="1248"/>
                  </a:lnTo>
                  <a:lnTo>
                    <a:pt x="0" y="1206"/>
                  </a:lnTo>
                  <a:lnTo>
                    <a:pt x="1" y="1163"/>
                  </a:lnTo>
                  <a:lnTo>
                    <a:pt x="4" y="1121"/>
                  </a:lnTo>
                  <a:lnTo>
                    <a:pt x="10" y="1081"/>
                  </a:lnTo>
                  <a:lnTo>
                    <a:pt x="18" y="1043"/>
                  </a:lnTo>
                  <a:lnTo>
                    <a:pt x="29" y="1006"/>
                  </a:lnTo>
                  <a:lnTo>
                    <a:pt x="41" y="971"/>
                  </a:lnTo>
                  <a:lnTo>
                    <a:pt x="55" y="940"/>
                  </a:lnTo>
                  <a:lnTo>
                    <a:pt x="70" y="909"/>
                  </a:lnTo>
                  <a:lnTo>
                    <a:pt x="87" y="882"/>
                  </a:lnTo>
                  <a:lnTo>
                    <a:pt x="105" y="857"/>
                  </a:lnTo>
                  <a:lnTo>
                    <a:pt x="125" y="836"/>
                  </a:lnTo>
                  <a:lnTo>
                    <a:pt x="146" y="819"/>
                  </a:lnTo>
                  <a:lnTo>
                    <a:pt x="168" y="805"/>
                  </a:lnTo>
                  <a:lnTo>
                    <a:pt x="191" y="794"/>
                  </a:lnTo>
                  <a:lnTo>
                    <a:pt x="214" y="788"/>
                  </a:lnTo>
                  <a:lnTo>
                    <a:pt x="239" y="786"/>
                  </a:lnTo>
                  <a:close/>
                  <a:moveTo>
                    <a:pt x="1119" y="2495"/>
                  </a:moveTo>
                  <a:lnTo>
                    <a:pt x="1143" y="2498"/>
                  </a:lnTo>
                  <a:lnTo>
                    <a:pt x="1167" y="2504"/>
                  </a:lnTo>
                  <a:lnTo>
                    <a:pt x="1190" y="2514"/>
                  </a:lnTo>
                  <a:lnTo>
                    <a:pt x="1211" y="2528"/>
                  </a:lnTo>
                  <a:lnTo>
                    <a:pt x="1232" y="2546"/>
                  </a:lnTo>
                  <a:lnTo>
                    <a:pt x="1252" y="2567"/>
                  </a:lnTo>
                  <a:lnTo>
                    <a:pt x="1271" y="2592"/>
                  </a:lnTo>
                  <a:lnTo>
                    <a:pt x="1288" y="2618"/>
                  </a:lnTo>
                  <a:lnTo>
                    <a:pt x="1304" y="2648"/>
                  </a:lnTo>
                  <a:lnTo>
                    <a:pt x="1318" y="2681"/>
                  </a:lnTo>
                  <a:lnTo>
                    <a:pt x="1329" y="2715"/>
                  </a:lnTo>
                  <a:lnTo>
                    <a:pt x="1340" y="2752"/>
                  </a:lnTo>
                  <a:lnTo>
                    <a:pt x="1348" y="2790"/>
                  </a:lnTo>
                  <a:lnTo>
                    <a:pt x="1354" y="2830"/>
                  </a:lnTo>
                  <a:lnTo>
                    <a:pt x="1358" y="2872"/>
                  </a:lnTo>
                  <a:lnTo>
                    <a:pt x="1359" y="2914"/>
                  </a:lnTo>
                  <a:lnTo>
                    <a:pt x="1358" y="2956"/>
                  </a:lnTo>
                  <a:lnTo>
                    <a:pt x="1354" y="2998"/>
                  </a:lnTo>
                  <a:lnTo>
                    <a:pt x="1348" y="3038"/>
                  </a:lnTo>
                  <a:lnTo>
                    <a:pt x="1340" y="3077"/>
                  </a:lnTo>
                  <a:lnTo>
                    <a:pt x="1329" y="3113"/>
                  </a:lnTo>
                  <a:lnTo>
                    <a:pt x="1318" y="3147"/>
                  </a:lnTo>
                  <a:lnTo>
                    <a:pt x="1304" y="3180"/>
                  </a:lnTo>
                  <a:lnTo>
                    <a:pt x="1288" y="3209"/>
                  </a:lnTo>
                  <a:lnTo>
                    <a:pt x="1271" y="3238"/>
                  </a:lnTo>
                  <a:lnTo>
                    <a:pt x="1252" y="3261"/>
                  </a:lnTo>
                  <a:lnTo>
                    <a:pt x="1232" y="3282"/>
                  </a:lnTo>
                  <a:lnTo>
                    <a:pt x="1211" y="3301"/>
                  </a:lnTo>
                  <a:lnTo>
                    <a:pt x="1190" y="3315"/>
                  </a:lnTo>
                  <a:lnTo>
                    <a:pt x="1167" y="3325"/>
                  </a:lnTo>
                  <a:lnTo>
                    <a:pt x="1143" y="3331"/>
                  </a:lnTo>
                  <a:lnTo>
                    <a:pt x="1119" y="3334"/>
                  </a:lnTo>
                  <a:lnTo>
                    <a:pt x="1094" y="3331"/>
                  </a:lnTo>
                  <a:lnTo>
                    <a:pt x="1070" y="3325"/>
                  </a:lnTo>
                  <a:lnTo>
                    <a:pt x="1048" y="3315"/>
                  </a:lnTo>
                  <a:lnTo>
                    <a:pt x="1026" y="3301"/>
                  </a:lnTo>
                  <a:lnTo>
                    <a:pt x="1005" y="3282"/>
                  </a:lnTo>
                  <a:lnTo>
                    <a:pt x="985" y="3261"/>
                  </a:lnTo>
                  <a:lnTo>
                    <a:pt x="967" y="3238"/>
                  </a:lnTo>
                  <a:lnTo>
                    <a:pt x="950" y="3209"/>
                  </a:lnTo>
                  <a:lnTo>
                    <a:pt x="935" y="3180"/>
                  </a:lnTo>
                  <a:lnTo>
                    <a:pt x="921" y="3147"/>
                  </a:lnTo>
                  <a:lnTo>
                    <a:pt x="909" y="3113"/>
                  </a:lnTo>
                  <a:lnTo>
                    <a:pt x="898" y="3077"/>
                  </a:lnTo>
                  <a:lnTo>
                    <a:pt x="890" y="3038"/>
                  </a:lnTo>
                  <a:lnTo>
                    <a:pt x="884" y="2998"/>
                  </a:lnTo>
                  <a:lnTo>
                    <a:pt x="881" y="2956"/>
                  </a:lnTo>
                  <a:lnTo>
                    <a:pt x="880" y="2914"/>
                  </a:lnTo>
                  <a:lnTo>
                    <a:pt x="881" y="2872"/>
                  </a:lnTo>
                  <a:lnTo>
                    <a:pt x="884" y="2830"/>
                  </a:lnTo>
                  <a:lnTo>
                    <a:pt x="890" y="2790"/>
                  </a:lnTo>
                  <a:lnTo>
                    <a:pt x="898" y="2752"/>
                  </a:lnTo>
                  <a:lnTo>
                    <a:pt x="909" y="2715"/>
                  </a:lnTo>
                  <a:lnTo>
                    <a:pt x="921" y="2681"/>
                  </a:lnTo>
                  <a:lnTo>
                    <a:pt x="935" y="2648"/>
                  </a:lnTo>
                  <a:lnTo>
                    <a:pt x="950" y="2618"/>
                  </a:lnTo>
                  <a:lnTo>
                    <a:pt x="967" y="2592"/>
                  </a:lnTo>
                  <a:lnTo>
                    <a:pt x="985" y="2567"/>
                  </a:lnTo>
                  <a:lnTo>
                    <a:pt x="1005" y="2546"/>
                  </a:lnTo>
                  <a:lnTo>
                    <a:pt x="1026" y="2528"/>
                  </a:lnTo>
                  <a:lnTo>
                    <a:pt x="1048" y="2514"/>
                  </a:lnTo>
                  <a:lnTo>
                    <a:pt x="1070" y="2504"/>
                  </a:lnTo>
                  <a:lnTo>
                    <a:pt x="1094" y="2498"/>
                  </a:lnTo>
                  <a:lnTo>
                    <a:pt x="1119" y="2495"/>
                  </a:lnTo>
                  <a:close/>
                  <a:moveTo>
                    <a:pt x="2380" y="2651"/>
                  </a:moveTo>
                  <a:lnTo>
                    <a:pt x="2405" y="2654"/>
                  </a:lnTo>
                  <a:lnTo>
                    <a:pt x="2428" y="2660"/>
                  </a:lnTo>
                  <a:lnTo>
                    <a:pt x="2452" y="2670"/>
                  </a:lnTo>
                  <a:lnTo>
                    <a:pt x="2473" y="2684"/>
                  </a:lnTo>
                  <a:lnTo>
                    <a:pt x="2494" y="2703"/>
                  </a:lnTo>
                  <a:lnTo>
                    <a:pt x="2514" y="2724"/>
                  </a:lnTo>
                  <a:lnTo>
                    <a:pt x="2533" y="2747"/>
                  </a:lnTo>
                  <a:lnTo>
                    <a:pt x="2550" y="2774"/>
                  </a:lnTo>
                  <a:lnTo>
                    <a:pt x="2565" y="2805"/>
                  </a:lnTo>
                  <a:lnTo>
                    <a:pt x="2580" y="2838"/>
                  </a:lnTo>
                  <a:lnTo>
                    <a:pt x="2591" y="2872"/>
                  </a:lnTo>
                  <a:lnTo>
                    <a:pt x="2602" y="2908"/>
                  </a:lnTo>
                  <a:lnTo>
                    <a:pt x="2610" y="2947"/>
                  </a:lnTo>
                  <a:lnTo>
                    <a:pt x="2616" y="2987"/>
                  </a:lnTo>
                  <a:lnTo>
                    <a:pt x="2619" y="3029"/>
                  </a:lnTo>
                  <a:lnTo>
                    <a:pt x="2621" y="3071"/>
                  </a:lnTo>
                  <a:lnTo>
                    <a:pt x="2619" y="3113"/>
                  </a:lnTo>
                  <a:lnTo>
                    <a:pt x="2616" y="3155"/>
                  </a:lnTo>
                  <a:lnTo>
                    <a:pt x="2610" y="3195"/>
                  </a:lnTo>
                  <a:lnTo>
                    <a:pt x="2602" y="3233"/>
                  </a:lnTo>
                  <a:lnTo>
                    <a:pt x="2591" y="3270"/>
                  </a:lnTo>
                  <a:lnTo>
                    <a:pt x="2580" y="3304"/>
                  </a:lnTo>
                  <a:lnTo>
                    <a:pt x="2565" y="3337"/>
                  </a:lnTo>
                  <a:lnTo>
                    <a:pt x="2550" y="3367"/>
                  </a:lnTo>
                  <a:lnTo>
                    <a:pt x="2533" y="3393"/>
                  </a:lnTo>
                  <a:lnTo>
                    <a:pt x="2514" y="3418"/>
                  </a:lnTo>
                  <a:lnTo>
                    <a:pt x="2494" y="3439"/>
                  </a:lnTo>
                  <a:lnTo>
                    <a:pt x="2473" y="3457"/>
                  </a:lnTo>
                  <a:lnTo>
                    <a:pt x="2452" y="3471"/>
                  </a:lnTo>
                  <a:lnTo>
                    <a:pt x="2428" y="3481"/>
                  </a:lnTo>
                  <a:lnTo>
                    <a:pt x="2405" y="3487"/>
                  </a:lnTo>
                  <a:lnTo>
                    <a:pt x="2380" y="3490"/>
                  </a:lnTo>
                  <a:lnTo>
                    <a:pt x="2356" y="3487"/>
                  </a:lnTo>
                  <a:lnTo>
                    <a:pt x="2332" y="3481"/>
                  </a:lnTo>
                  <a:lnTo>
                    <a:pt x="2310" y="3471"/>
                  </a:lnTo>
                  <a:lnTo>
                    <a:pt x="2288" y="3457"/>
                  </a:lnTo>
                  <a:lnTo>
                    <a:pt x="2267" y="3439"/>
                  </a:lnTo>
                  <a:lnTo>
                    <a:pt x="2248" y="3418"/>
                  </a:lnTo>
                  <a:lnTo>
                    <a:pt x="2229" y="3393"/>
                  </a:lnTo>
                  <a:lnTo>
                    <a:pt x="2212" y="3367"/>
                  </a:lnTo>
                  <a:lnTo>
                    <a:pt x="2196" y="3337"/>
                  </a:lnTo>
                  <a:lnTo>
                    <a:pt x="2182" y="3304"/>
                  </a:lnTo>
                  <a:lnTo>
                    <a:pt x="2171" y="3270"/>
                  </a:lnTo>
                  <a:lnTo>
                    <a:pt x="2160" y="3233"/>
                  </a:lnTo>
                  <a:lnTo>
                    <a:pt x="2152" y="3195"/>
                  </a:lnTo>
                  <a:lnTo>
                    <a:pt x="2146" y="3155"/>
                  </a:lnTo>
                  <a:lnTo>
                    <a:pt x="2142" y="3113"/>
                  </a:lnTo>
                  <a:lnTo>
                    <a:pt x="2141" y="3071"/>
                  </a:lnTo>
                  <a:lnTo>
                    <a:pt x="2142" y="3029"/>
                  </a:lnTo>
                  <a:lnTo>
                    <a:pt x="2146" y="2987"/>
                  </a:lnTo>
                  <a:lnTo>
                    <a:pt x="2152" y="2947"/>
                  </a:lnTo>
                  <a:lnTo>
                    <a:pt x="2160" y="2908"/>
                  </a:lnTo>
                  <a:lnTo>
                    <a:pt x="2171" y="2872"/>
                  </a:lnTo>
                  <a:lnTo>
                    <a:pt x="2182" y="2838"/>
                  </a:lnTo>
                  <a:lnTo>
                    <a:pt x="2196" y="2805"/>
                  </a:lnTo>
                  <a:lnTo>
                    <a:pt x="2212" y="2774"/>
                  </a:lnTo>
                  <a:lnTo>
                    <a:pt x="2229" y="2747"/>
                  </a:lnTo>
                  <a:lnTo>
                    <a:pt x="2248" y="2724"/>
                  </a:lnTo>
                  <a:lnTo>
                    <a:pt x="2267" y="2703"/>
                  </a:lnTo>
                  <a:lnTo>
                    <a:pt x="2288" y="2684"/>
                  </a:lnTo>
                  <a:lnTo>
                    <a:pt x="2310" y="2670"/>
                  </a:lnTo>
                  <a:lnTo>
                    <a:pt x="2332" y="2660"/>
                  </a:lnTo>
                  <a:lnTo>
                    <a:pt x="2356" y="2654"/>
                  </a:lnTo>
                  <a:lnTo>
                    <a:pt x="2380" y="2651"/>
                  </a:lnTo>
                  <a:close/>
                  <a:moveTo>
                    <a:pt x="2342" y="1355"/>
                  </a:moveTo>
                  <a:lnTo>
                    <a:pt x="2366" y="1357"/>
                  </a:lnTo>
                  <a:lnTo>
                    <a:pt x="2390" y="1363"/>
                  </a:lnTo>
                  <a:lnTo>
                    <a:pt x="2412" y="1373"/>
                  </a:lnTo>
                  <a:lnTo>
                    <a:pt x="2434" y="1387"/>
                  </a:lnTo>
                  <a:lnTo>
                    <a:pt x="2455" y="1405"/>
                  </a:lnTo>
                  <a:lnTo>
                    <a:pt x="2475" y="1426"/>
                  </a:lnTo>
                  <a:lnTo>
                    <a:pt x="2493" y="1451"/>
                  </a:lnTo>
                  <a:lnTo>
                    <a:pt x="2510" y="1478"/>
                  </a:lnTo>
                  <a:lnTo>
                    <a:pt x="2526" y="1507"/>
                  </a:lnTo>
                  <a:lnTo>
                    <a:pt x="2540" y="1540"/>
                  </a:lnTo>
                  <a:lnTo>
                    <a:pt x="2551" y="1574"/>
                  </a:lnTo>
                  <a:lnTo>
                    <a:pt x="2562" y="1611"/>
                  </a:lnTo>
                  <a:lnTo>
                    <a:pt x="2570" y="1649"/>
                  </a:lnTo>
                  <a:lnTo>
                    <a:pt x="2576" y="1689"/>
                  </a:lnTo>
                  <a:lnTo>
                    <a:pt x="2580" y="1731"/>
                  </a:lnTo>
                  <a:lnTo>
                    <a:pt x="2581" y="1773"/>
                  </a:lnTo>
                  <a:lnTo>
                    <a:pt x="2580" y="1815"/>
                  </a:lnTo>
                  <a:lnTo>
                    <a:pt x="2576" y="1858"/>
                  </a:lnTo>
                  <a:lnTo>
                    <a:pt x="2570" y="1897"/>
                  </a:lnTo>
                  <a:lnTo>
                    <a:pt x="2562" y="1936"/>
                  </a:lnTo>
                  <a:lnTo>
                    <a:pt x="2551" y="1972"/>
                  </a:lnTo>
                  <a:lnTo>
                    <a:pt x="2540" y="2008"/>
                  </a:lnTo>
                  <a:lnTo>
                    <a:pt x="2526" y="2039"/>
                  </a:lnTo>
                  <a:lnTo>
                    <a:pt x="2510" y="2070"/>
                  </a:lnTo>
                  <a:lnTo>
                    <a:pt x="2493" y="2097"/>
                  </a:lnTo>
                  <a:lnTo>
                    <a:pt x="2475" y="2121"/>
                  </a:lnTo>
                  <a:lnTo>
                    <a:pt x="2455" y="2142"/>
                  </a:lnTo>
                  <a:lnTo>
                    <a:pt x="2434" y="2160"/>
                  </a:lnTo>
                  <a:lnTo>
                    <a:pt x="2412" y="2174"/>
                  </a:lnTo>
                  <a:lnTo>
                    <a:pt x="2390" y="2185"/>
                  </a:lnTo>
                  <a:lnTo>
                    <a:pt x="2366" y="2191"/>
                  </a:lnTo>
                  <a:lnTo>
                    <a:pt x="2342" y="2193"/>
                  </a:lnTo>
                  <a:lnTo>
                    <a:pt x="2317" y="2191"/>
                  </a:lnTo>
                  <a:lnTo>
                    <a:pt x="2294" y="2185"/>
                  </a:lnTo>
                  <a:lnTo>
                    <a:pt x="2270" y="2174"/>
                  </a:lnTo>
                  <a:lnTo>
                    <a:pt x="2249" y="2160"/>
                  </a:lnTo>
                  <a:lnTo>
                    <a:pt x="2228" y="2142"/>
                  </a:lnTo>
                  <a:lnTo>
                    <a:pt x="2208" y="2121"/>
                  </a:lnTo>
                  <a:lnTo>
                    <a:pt x="2189" y="2097"/>
                  </a:lnTo>
                  <a:lnTo>
                    <a:pt x="2173" y="2070"/>
                  </a:lnTo>
                  <a:lnTo>
                    <a:pt x="2157" y="2039"/>
                  </a:lnTo>
                  <a:lnTo>
                    <a:pt x="2142" y="2008"/>
                  </a:lnTo>
                  <a:lnTo>
                    <a:pt x="2131" y="1972"/>
                  </a:lnTo>
                  <a:lnTo>
                    <a:pt x="2120" y="1936"/>
                  </a:lnTo>
                  <a:lnTo>
                    <a:pt x="2112" y="1897"/>
                  </a:lnTo>
                  <a:lnTo>
                    <a:pt x="2106" y="1858"/>
                  </a:lnTo>
                  <a:lnTo>
                    <a:pt x="2103" y="1815"/>
                  </a:lnTo>
                  <a:lnTo>
                    <a:pt x="2101" y="1773"/>
                  </a:lnTo>
                  <a:lnTo>
                    <a:pt x="2103" y="1731"/>
                  </a:lnTo>
                  <a:lnTo>
                    <a:pt x="2106" y="1689"/>
                  </a:lnTo>
                  <a:lnTo>
                    <a:pt x="2112" y="1649"/>
                  </a:lnTo>
                  <a:lnTo>
                    <a:pt x="2120" y="1611"/>
                  </a:lnTo>
                  <a:lnTo>
                    <a:pt x="2131" y="1574"/>
                  </a:lnTo>
                  <a:lnTo>
                    <a:pt x="2142" y="1540"/>
                  </a:lnTo>
                  <a:lnTo>
                    <a:pt x="2157" y="1507"/>
                  </a:lnTo>
                  <a:lnTo>
                    <a:pt x="2173" y="1478"/>
                  </a:lnTo>
                  <a:lnTo>
                    <a:pt x="2189" y="1451"/>
                  </a:lnTo>
                  <a:lnTo>
                    <a:pt x="2208" y="1426"/>
                  </a:lnTo>
                  <a:lnTo>
                    <a:pt x="2228" y="1405"/>
                  </a:lnTo>
                  <a:lnTo>
                    <a:pt x="2249" y="1387"/>
                  </a:lnTo>
                  <a:lnTo>
                    <a:pt x="2270" y="1373"/>
                  </a:lnTo>
                  <a:lnTo>
                    <a:pt x="2294" y="1363"/>
                  </a:lnTo>
                  <a:lnTo>
                    <a:pt x="2317" y="1357"/>
                  </a:lnTo>
                  <a:lnTo>
                    <a:pt x="2342" y="1355"/>
                  </a:lnTo>
                  <a:close/>
                  <a:moveTo>
                    <a:pt x="3179" y="819"/>
                  </a:moveTo>
                  <a:lnTo>
                    <a:pt x="3204" y="821"/>
                  </a:lnTo>
                  <a:lnTo>
                    <a:pt x="3227" y="827"/>
                  </a:lnTo>
                  <a:lnTo>
                    <a:pt x="3250" y="838"/>
                  </a:lnTo>
                  <a:lnTo>
                    <a:pt x="3272" y="852"/>
                  </a:lnTo>
                  <a:lnTo>
                    <a:pt x="3293" y="869"/>
                  </a:lnTo>
                  <a:lnTo>
                    <a:pt x="3312" y="890"/>
                  </a:lnTo>
                  <a:lnTo>
                    <a:pt x="3331" y="915"/>
                  </a:lnTo>
                  <a:lnTo>
                    <a:pt x="3348" y="942"/>
                  </a:lnTo>
                  <a:lnTo>
                    <a:pt x="3363" y="971"/>
                  </a:lnTo>
                  <a:lnTo>
                    <a:pt x="3377" y="1004"/>
                  </a:lnTo>
                  <a:lnTo>
                    <a:pt x="3389" y="1038"/>
                  </a:lnTo>
                  <a:lnTo>
                    <a:pt x="3400" y="1076"/>
                  </a:lnTo>
                  <a:lnTo>
                    <a:pt x="3408" y="1113"/>
                  </a:lnTo>
                  <a:lnTo>
                    <a:pt x="3414" y="1153"/>
                  </a:lnTo>
                  <a:lnTo>
                    <a:pt x="3417" y="1195"/>
                  </a:lnTo>
                  <a:lnTo>
                    <a:pt x="3418" y="1237"/>
                  </a:lnTo>
                  <a:lnTo>
                    <a:pt x="3417" y="1280"/>
                  </a:lnTo>
                  <a:lnTo>
                    <a:pt x="3414" y="1322"/>
                  </a:lnTo>
                  <a:lnTo>
                    <a:pt x="3408" y="1362"/>
                  </a:lnTo>
                  <a:lnTo>
                    <a:pt x="3400" y="1399"/>
                  </a:lnTo>
                  <a:lnTo>
                    <a:pt x="3389" y="1437"/>
                  </a:lnTo>
                  <a:lnTo>
                    <a:pt x="3377" y="1471"/>
                  </a:lnTo>
                  <a:lnTo>
                    <a:pt x="3363" y="1503"/>
                  </a:lnTo>
                  <a:lnTo>
                    <a:pt x="3348" y="1533"/>
                  </a:lnTo>
                  <a:lnTo>
                    <a:pt x="3331" y="1560"/>
                  </a:lnTo>
                  <a:lnTo>
                    <a:pt x="3312" y="1584"/>
                  </a:lnTo>
                  <a:lnTo>
                    <a:pt x="3293" y="1605"/>
                  </a:lnTo>
                  <a:lnTo>
                    <a:pt x="3272" y="1623"/>
                  </a:lnTo>
                  <a:lnTo>
                    <a:pt x="3250" y="1637"/>
                  </a:lnTo>
                  <a:lnTo>
                    <a:pt x="3227" y="1648"/>
                  </a:lnTo>
                  <a:lnTo>
                    <a:pt x="3204" y="1654"/>
                  </a:lnTo>
                  <a:lnTo>
                    <a:pt x="3179" y="1656"/>
                  </a:lnTo>
                  <a:lnTo>
                    <a:pt x="3155" y="1654"/>
                  </a:lnTo>
                  <a:lnTo>
                    <a:pt x="3131" y="1648"/>
                  </a:lnTo>
                  <a:lnTo>
                    <a:pt x="3108" y="1637"/>
                  </a:lnTo>
                  <a:lnTo>
                    <a:pt x="3087" y="1623"/>
                  </a:lnTo>
                  <a:lnTo>
                    <a:pt x="3066" y="1605"/>
                  </a:lnTo>
                  <a:lnTo>
                    <a:pt x="3046" y="1584"/>
                  </a:lnTo>
                  <a:lnTo>
                    <a:pt x="3027" y="1560"/>
                  </a:lnTo>
                  <a:lnTo>
                    <a:pt x="3011" y="1533"/>
                  </a:lnTo>
                  <a:lnTo>
                    <a:pt x="2994" y="1503"/>
                  </a:lnTo>
                  <a:lnTo>
                    <a:pt x="2980" y="1471"/>
                  </a:lnTo>
                  <a:lnTo>
                    <a:pt x="2968" y="1437"/>
                  </a:lnTo>
                  <a:lnTo>
                    <a:pt x="2958" y="1399"/>
                  </a:lnTo>
                  <a:lnTo>
                    <a:pt x="2950" y="1362"/>
                  </a:lnTo>
                  <a:lnTo>
                    <a:pt x="2944" y="1322"/>
                  </a:lnTo>
                  <a:lnTo>
                    <a:pt x="2940" y="1280"/>
                  </a:lnTo>
                  <a:lnTo>
                    <a:pt x="2939" y="1237"/>
                  </a:lnTo>
                  <a:lnTo>
                    <a:pt x="2940" y="1195"/>
                  </a:lnTo>
                  <a:lnTo>
                    <a:pt x="2944" y="1153"/>
                  </a:lnTo>
                  <a:lnTo>
                    <a:pt x="2950" y="1113"/>
                  </a:lnTo>
                  <a:lnTo>
                    <a:pt x="2958" y="1076"/>
                  </a:lnTo>
                  <a:lnTo>
                    <a:pt x="2968" y="1038"/>
                  </a:lnTo>
                  <a:lnTo>
                    <a:pt x="2980" y="1004"/>
                  </a:lnTo>
                  <a:lnTo>
                    <a:pt x="2994" y="971"/>
                  </a:lnTo>
                  <a:lnTo>
                    <a:pt x="3011" y="942"/>
                  </a:lnTo>
                  <a:lnTo>
                    <a:pt x="3027" y="915"/>
                  </a:lnTo>
                  <a:lnTo>
                    <a:pt x="3046" y="890"/>
                  </a:lnTo>
                  <a:lnTo>
                    <a:pt x="3066" y="869"/>
                  </a:lnTo>
                  <a:lnTo>
                    <a:pt x="3087" y="852"/>
                  </a:lnTo>
                  <a:lnTo>
                    <a:pt x="3108" y="838"/>
                  </a:lnTo>
                  <a:lnTo>
                    <a:pt x="3131" y="827"/>
                  </a:lnTo>
                  <a:lnTo>
                    <a:pt x="3155" y="821"/>
                  </a:lnTo>
                  <a:lnTo>
                    <a:pt x="3179" y="819"/>
                  </a:lnTo>
                  <a:close/>
                  <a:moveTo>
                    <a:pt x="3246" y="2144"/>
                  </a:moveTo>
                  <a:lnTo>
                    <a:pt x="3271" y="2146"/>
                  </a:lnTo>
                  <a:lnTo>
                    <a:pt x="3294" y="2152"/>
                  </a:lnTo>
                  <a:lnTo>
                    <a:pt x="3316" y="2162"/>
                  </a:lnTo>
                  <a:lnTo>
                    <a:pt x="3339" y="2176"/>
                  </a:lnTo>
                  <a:lnTo>
                    <a:pt x="3360" y="2194"/>
                  </a:lnTo>
                  <a:lnTo>
                    <a:pt x="3380" y="2215"/>
                  </a:lnTo>
                  <a:lnTo>
                    <a:pt x="3397" y="2240"/>
                  </a:lnTo>
                  <a:lnTo>
                    <a:pt x="3415" y="2267"/>
                  </a:lnTo>
                  <a:lnTo>
                    <a:pt x="3430" y="2296"/>
                  </a:lnTo>
                  <a:lnTo>
                    <a:pt x="3444" y="2329"/>
                  </a:lnTo>
                  <a:lnTo>
                    <a:pt x="3456" y="2363"/>
                  </a:lnTo>
                  <a:lnTo>
                    <a:pt x="3466" y="2400"/>
                  </a:lnTo>
                  <a:lnTo>
                    <a:pt x="3475" y="2438"/>
                  </a:lnTo>
                  <a:lnTo>
                    <a:pt x="3480" y="2478"/>
                  </a:lnTo>
                  <a:lnTo>
                    <a:pt x="3484" y="2520"/>
                  </a:lnTo>
                  <a:lnTo>
                    <a:pt x="3485" y="2562"/>
                  </a:lnTo>
                  <a:lnTo>
                    <a:pt x="3484" y="2604"/>
                  </a:lnTo>
                  <a:lnTo>
                    <a:pt x="3480" y="2647"/>
                  </a:lnTo>
                  <a:lnTo>
                    <a:pt x="3475" y="2686"/>
                  </a:lnTo>
                  <a:lnTo>
                    <a:pt x="3466" y="2725"/>
                  </a:lnTo>
                  <a:lnTo>
                    <a:pt x="3456" y="2762"/>
                  </a:lnTo>
                  <a:lnTo>
                    <a:pt x="3444" y="2796"/>
                  </a:lnTo>
                  <a:lnTo>
                    <a:pt x="3430" y="2828"/>
                  </a:lnTo>
                  <a:lnTo>
                    <a:pt x="3415" y="2858"/>
                  </a:lnTo>
                  <a:lnTo>
                    <a:pt x="3397" y="2886"/>
                  </a:lnTo>
                  <a:lnTo>
                    <a:pt x="3380" y="2909"/>
                  </a:lnTo>
                  <a:lnTo>
                    <a:pt x="3360" y="2930"/>
                  </a:lnTo>
                  <a:lnTo>
                    <a:pt x="3339" y="2949"/>
                  </a:lnTo>
                  <a:lnTo>
                    <a:pt x="3316" y="2963"/>
                  </a:lnTo>
                  <a:lnTo>
                    <a:pt x="3294" y="2974"/>
                  </a:lnTo>
                  <a:lnTo>
                    <a:pt x="3271" y="2980"/>
                  </a:lnTo>
                  <a:lnTo>
                    <a:pt x="3246" y="2982"/>
                  </a:lnTo>
                  <a:lnTo>
                    <a:pt x="3222" y="2980"/>
                  </a:lnTo>
                  <a:lnTo>
                    <a:pt x="3198" y="2974"/>
                  </a:lnTo>
                  <a:lnTo>
                    <a:pt x="3176" y="2963"/>
                  </a:lnTo>
                  <a:lnTo>
                    <a:pt x="3154" y="2949"/>
                  </a:lnTo>
                  <a:lnTo>
                    <a:pt x="3133" y="2930"/>
                  </a:lnTo>
                  <a:lnTo>
                    <a:pt x="3113" y="2909"/>
                  </a:lnTo>
                  <a:lnTo>
                    <a:pt x="3095" y="2886"/>
                  </a:lnTo>
                  <a:lnTo>
                    <a:pt x="3077" y="2858"/>
                  </a:lnTo>
                  <a:lnTo>
                    <a:pt x="3062" y="2828"/>
                  </a:lnTo>
                  <a:lnTo>
                    <a:pt x="3048" y="2796"/>
                  </a:lnTo>
                  <a:lnTo>
                    <a:pt x="3036" y="2762"/>
                  </a:lnTo>
                  <a:lnTo>
                    <a:pt x="3026" y="2725"/>
                  </a:lnTo>
                  <a:lnTo>
                    <a:pt x="3018" y="2686"/>
                  </a:lnTo>
                  <a:lnTo>
                    <a:pt x="3012" y="2647"/>
                  </a:lnTo>
                  <a:lnTo>
                    <a:pt x="3008" y="2604"/>
                  </a:lnTo>
                  <a:lnTo>
                    <a:pt x="3007" y="2562"/>
                  </a:lnTo>
                  <a:lnTo>
                    <a:pt x="3008" y="2520"/>
                  </a:lnTo>
                  <a:lnTo>
                    <a:pt x="3012" y="2478"/>
                  </a:lnTo>
                  <a:lnTo>
                    <a:pt x="3018" y="2438"/>
                  </a:lnTo>
                  <a:lnTo>
                    <a:pt x="3026" y="2400"/>
                  </a:lnTo>
                  <a:lnTo>
                    <a:pt x="3036" y="2363"/>
                  </a:lnTo>
                  <a:lnTo>
                    <a:pt x="3048" y="2329"/>
                  </a:lnTo>
                  <a:lnTo>
                    <a:pt x="3062" y="2296"/>
                  </a:lnTo>
                  <a:lnTo>
                    <a:pt x="3077" y="2267"/>
                  </a:lnTo>
                  <a:lnTo>
                    <a:pt x="3095" y="2240"/>
                  </a:lnTo>
                  <a:lnTo>
                    <a:pt x="3113" y="2215"/>
                  </a:lnTo>
                  <a:lnTo>
                    <a:pt x="3133" y="2194"/>
                  </a:lnTo>
                  <a:lnTo>
                    <a:pt x="3154" y="2176"/>
                  </a:lnTo>
                  <a:lnTo>
                    <a:pt x="3176" y="2162"/>
                  </a:lnTo>
                  <a:lnTo>
                    <a:pt x="3198" y="2152"/>
                  </a:lnTo>
                  <a:lnTo>
                    <a:pt x="3222" y="2146"/>
                  </a:lnTo>
                  <a:lnTo>
                    <a:pt x="3246" y="214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1826" name="Freeform 48"/>
            <p:cNvSpPr>
              <a:spLocks/>
            </p:cNvSpPr>
            <p:nvPr/>
          </p:nvSpPr>
          <p:spPr bwMode="auto">
            <a:xfrm>
              <a:off x="1267" y="1588"/>
              <a:ext cx="87" cy="52"/>
            </a:xfrm>
            <a:custGeom>
              <a:avLst/>
              <a:gdLst>
                <a:gd name="T0" fmla="*/ 3 w 437"/>
                <a:gd name="T1" fmla="*/ 2 h 260"/>
                <a:gd name="T2" fmla="*/ 3 w 437"/>
                <a:gd name="T3" fmla="*/ 2 h 260"/>
                <a:gd name="T4" fmla="*/ 3 w 437"/>
                <a:gd name="T5" fmla="*/ 2 h 260"/>
                <a:gd name="T6" fmla="*/ 3 w 437"/>
                <a:gd name="T7" fmla="*/ 2 h 260"/>
                <a:gd name="T8" fmla="*/ 3 w 437"/>
                <a:gd name="T9" fmla="*/ 1 h 260"/>
                <a:gd name="T10" fmla="*/ 3 w 437"/>
                <a:gd name="T11" fmla="*/ 1 h 260"/>
                <a:gd name="T12" fmla="*/ 3 w 437"/>
                <a:gd name="T13" fmla="*/ 1 h 260"/>
                <a:gd name="T14" fmla="*/ 3 w 437"/>
                <a:gd name="T15" fmla="*/ 1 h 260"/>
                <a:gd name="T16" fmla="*/ 3 w 437"/>
                <a:gd name="T17" fmla="*/ 1 h 260"/>
                <a:gd name="T18" fmla="*/ 2 w 437"/>
                <a:gd name="T19" fmla="*/ 1 h 260"/>
                <a:gd name="T20" fmla="*/ 2 w 437"/>
                <a:gd name="T21" fmla="*/ 0 h 260"/>
                <a:gd name="T22" fmla="*/ 2 w 437"/>
                <a:gd name="T23" fmla="*/ 0 h 260"/>
                <a:gd name="T24" fmla="*/ 2 w 437"/>
                <a:gd name="T25" fmla="*/ 0 h 260"/>
                <a:gd name="T26" fmla="*/ 1 w 437"/>
                <a:gd name="T27" fmla="*/ 0 h 260"/>
                <a:gd name="T28" fmla="*/ 1 w 437"/>
                <a:gd name="T29" fmla="*/ 0 h 260"/>
                <a:gd name="T30" fmla="*/ 1 w 437"/>
                <a:gd name="T31" fmla="*/ 0 h 260"/>
                <a:gd name="T32" fmla="*/ 0 w 437"/>
                <a:gd name="T33" fmla="*/ 0 h 260"/>
                <a:gd name="T34" fmla="*/ 0 w 437"/>
                <a:gd name="T35" fmla="*/ 0 h 260"/>
                <a:gd name="T36" fmla="*/ 0 w 437"/>
                <a:gd name="T37" fmla="*/ 0 h 260"/>
                <a:gd name="T38" fmla="*/ 0 w 437"/>
                <a:gd name="T39" fmla="*/ 0 h 260"/>
                <a:gd name="T40" fmla="*/ 1 w 437"/>
                <a:gd name="T41" fmla="*/ 0 h 260"/>
                <a:gd name="T42" fmla="*/ 1 w 437"/>
                <a:gd name="T43" fmla="*/ 0 h 260"/>
                <a:gd name="T44" fmla="*/ 1 w 437"/>
                <a:gd name="T45" fmla="*/ 0 h 260"/>
                <a:gd name="T46" fmla="*/ 2 w 437"/>
                <a:gd name="T47" fmla="*/ 0 h 260"/>
                <a:gd name="T48" fmla="*/ 2 w 437"/>
                <a:gd name="T49" fmla="*/ 0 h 260"/>
                <a:gd name="T50" fmla="*/ 2 w 437"/>
                <a:gd name="T51" fmla="*/ 1 h 260"/>
                <a:gd name="T52" fmla="*/ 2 w 437"/>
                <a:gd name="T53" fmla="*/ 1 h 260"/>
                <a:gd name="T54" fmla="*/ 3 w 437"/>
                <a:gd name="T55" fmla="*/ 1 h 260"/>
                <a:gd name="T56" fmla="*/ 3 w 437"/>
                <a:gd name="T57" fmla="*/ 1 h 260"/>
                <a:gd name="T58" fmla="*/ 3 w 437"/>
                <a:gd name="T59" fmla="*/ 1 h 260"/>
                <a:gd name="T60" fmla="*/ 3 w 437"/>
                <a:gd name="T61" fmla="*/ 1 h 260"/>
                <a:gd name="T62" fmla="*/ 3 w 437"/>
                <a:gd name="T63" fmla="*/ 1 h 260"/>
                <a:gd name="T64" fmla="*/ 3 w 437"/>
                <a:gd name="T65" fmla="*/ 2 h 260"/>
                <a:gd name="T66" fmla="*/ 3 w 437"/>
                <a:gd name="T67" fmla="*/ 2 h 260"/>
                <a:gd name="T68" fmla="*/ 3 w 437"/>
                <a:gd name="T69" fmla="*/ 2 h 260"/>
                <a:gd name="T70" fmla="*/ 3 w 437"/>
                <a:gd name="T71" fmla="*/ 2 h 260"/>
                <a:gd name="T72" fmla="*/ 3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437" y="260"/>
                  </a:moveTo>
                  <a:lnTo>
                    <a:pt x="437" y="260"/>
                  </a:lnTo>
                  <a:lnTo>
                    <a:pt x="434" y="233"/>
                  </a:lnTo>
                  <a:lnTo>
                    <a:pt x="427" y="206"/>
                  </a:lnTo>
                  <a:lnTo>
                    <a:pt x="417" y="181"/>
                  </a:lnTo>
                  <a:lnTo>
                    <a:pt x="401" y="157"/>
                  </a:lnTo>
                  <a:lnTo>
                    <a:pt x="383" y="133"/>
                  </a:lnTo>
                  <a:lnTo>
                    <a:pt x="360" y="113"/>
                  </a:lnTo>
                  <a:lnTo>
                    <a:pt x="336" y="93"/>
                  </a:lnTo>
                  <a:lnTo>
                    <a:pt x="308" y="73"/>
                  </a:lnTo>
                  <a:lnTo>
                    <a:pt x="276" y="58"/>
                  </a:lnTo>
                  <a:lnTo>
                    <a:pt x="242" y="43"/>
                  </a:lnTo>
                  <a:lnTo>
                    <a:pt x="207" y="30"/>
                  </a:lnTo>
                  <a:lnTo>
                    <a:pt x="168" y="19"/>
                  </a:lnTo>
                  <a:lnTo>
                    <a:pt x="128" y="11"/>
                  </a:lnTo>
                  <a:lnTo>
                    <a:pt x="87" y="4"/>
                  </a:lnTo>
                  <a:lnTo>
                    <a:pt x="43" y="1"/>
                  </a:lnTo>
                  <a:lnTo>
                    <a:pt x="0" y="0"/>
                  </a:lnTo>
                  <a:lnTo>
                    <a:pt x="0" y="11"/>
                  </a:lnTo>
                  <a:lnTo>
                    <a:pt x="43" y="12"/>
                  </a:lnTo>
                  <a:lnTo>
                    <a:pt x="85" y="16"/>
                  </a:lnTo>
                  <a:lnTo>
                    <a:pt x="126" y="23"/>
                  </a:lnTo>
                  <a:lnTo>
                    <a:pt x="166" y="31"/>
                  </a:lnTo>
                  <a:lnTo>
                    <a:pt x="202" y="42"/>
                  </a:lnTo>
                  <a:lnTo>
                    <a:pt x="237" y="55"/>
                  </a:lnTo>
                  <a:lnTo>
                    <a:pt x="271" y="70"/>
                  </a:lnTo>
                  <a:lnTo>
                    <a:pt x="301" y="85"/>
                  </a:lnTo>
                  <a:lnTo>
                    <a:pt x="329" y="103"/>
                  </a:lnTo>
                  <a:lnTo>
                    <a:pt x="353" y="123"/>
                  </a:lnTo>
                  <a:lnTo>
                    <a:pt x="373" y="143"/>
                  </a:lnTo>
                  <a:lnTo>
                    <a:pt x="392" y="164"/>
                  </a:lnTo>
                  <a:lnTo>
                    <a:pt x="405" y="186"/>
                  </a:lnTo>
                  <a:lnTo>
                    <a:pt x="415" y="211"/>
                  </a:lnTo>
                  <a:lnTo>
                    <a:pt x="422" y="235"/>
                  </a:lnTo>
                  <a:lnTo>
                    <a:pt x="425" y="260"/>
                  </a:lnTo>
                  <a:lnTo>
                    <a:pt x="437"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1827" name="Freeform 49"/>
            <p:cNvSpPr>
              <a:spLocks/>
            </p:cNvSpPr>
            <p:nvPr/>
          </p:nvSpPr>
          <p:spPr bwMode="auto">
            <a:xfrm>
              <a:off x="1267" y="1640"/>
              <a:ext cx="87" cy="52"/>
            </a:xfrm>
            <a:custGeom>
              <a:avLst/>
              <a:gdLst>
                <a:gd name="T0" fmla="*/ 0 w 437"/>
                <a:gd name="T1" fmla="*/ 2 h 260"/>
                <a:gd name="T2" fmla="*/ 0 w 437"/>
                <a:gd name="T3" fmla="*/ 2 h 260"/>
                <a:gd name="T4" fmla="*/ 0 w 437"/>
                <a:gd name="T5" fmla="*/ 2 h 260"/>
                <a:gd name="T6" fmla="*/ 1 w 437"/>
                <a:gd name="T7" fmla="*/ 2 h 260"/>
                <a:gd name="T8" fmla="*/ 1 w 437"/>
                <a:gd name="T9" fmla="*/ 2 h 260"/>
                <a:gd name="T10" fmla="*/ 1 w 437"/>
                <a:gd name="T11" fmla="*/ 2 h 260"/>
                <a:gd name="T12" fmla="*/ 2 w 437"/>
                <a:gd name="T13" fmla="*/ 2 h 260"/>
                <a:gd name="T14" fmla="*/ 2 w 437"/>
                <a:gd name="T15" fmla="*/ 2 h 260"/>
                <a:gd name="T16" fmla="*/ 2 w 437"/>
                <a:gd name="T17" fmla="*/ 2 h 260"/>
                <a:gd name="T18" fmla="*/ 2 w 437"/>
                <a:gd name="T19" fmla="*/ 1 h 260"/>
                <a:gd name="T20" fmla="*/ 3 w 437"/>
                <a:gd name="T21" fmla="*/ 1 h 260"/>
                <a:gd name="T22" fmla="*/ 3 w 437"/>
                <a:gd name="T23" fmla="*/ 1 h 260"/>
                <a:gd name="T24" fmla="*/ 3 w 437"/>
                <a:gd name="T25" fmla="*/ 1 h 260"/>
                <a:gd name="T26" fmla="*/ 3 w 437"/>
                <a:gd name="T27" fmla="*/ 1 h 260"/>
                <a:gd name="T28" fmla="*/ 3 w 437"/>
                <a:gd name="T29" fmla="*/ 1 h 260"/>
                <a:gd name="T30" fmla="*/ 3 w 437"/>
                <a:gd name="T31" fmla="*/ 0 h 260"/>
                <a:gd name="T32" fmla="*/ 3 w 437"/>
                <a:gd name="T33" fmla="*/ 0 h 260"/>
                <a:gd name="T34" fmla="*/ 3 w 437"/>
                <a:gd name="T35" fmla="*/ 0 h 260"/>
                <a:gd name="T36" fmla="*/ 3 w 437"/>
                <a:gd name="T37" fmla="*/ 0 h 260"/>
                <a:gd name="T38" fmla="*/ 3 w 437"/>
                <a:gd name="T39" fmla="*/ 0 h 260"/>
                <a:gd name="T40" fmla="*/ 3 w 437"/>
                <a:gd name="T41" fmla="*/ 0 h 260"/>
                <a:gd name="T42" fmla="*/ 3 w 437"/>
                <a:gd name="T43" fmla="*/ 1 h 260"/>
                <a:gd name="T44" fmla="*/ 3 w 437"/>
                <a:gd name="T45" fmla="*/ 1 h 260"/>
                <a:gd name="T46" fmla="*/ 3 w 437"/>
                <a:gd name="T47" fmla="*/ 1 h 260"/>
                <a:gd name="T48" fmla="*/ 3 w 437"/>
                <a:gd name="T49" fmla="*/ 1 h 260"/>
                <a:gd name="T50" fmla="*/ 3 w 437"/>
                <a:gd name="T51" fmla="*/ 1 h 260"/>
                <a:gd name="T52" fmla="*/ 2 w 437"/>
                <a:gd name="T53" fmla="*/ 1 h 260"/>
                <a:gd name="T54" fmla="*/ 2 w 437"/>
                <a:gd name="T55" fmla="*/ 2 h 260"/>
                <a:gd name="T56" fmla="*/ 2 w 437"/>
                <a:gd name="T57" fmla="*/ 2 h 260"/>
                <a:gd name="T58" fmla="*/ 2 w 437"/>
                <a:gd name="T59" fmla="*/ 2 h 260"/>
                <a:gd name="T60" fmla="*/ 1 w 437"/>
                <a:gd name="T61" fmla="*/ 2 h 260"/>
                <a:gd name="T62" fmla="*/ 1 w 437"/>
                <a:gd name="T63" fmla="*/ 2 h 260"/>
                <a:gd name="T64" fmla="*/ 1 w 437"/>
                <a:gd name="T65" fmla="*/ 2 h 260"/>
                <a:gd name="T66" fmla="*/ 0 w 437"/>
                <a:gd name="T67" fmla="*/ 2 h 260"/>
                <a:gd name="T68" fmla="*/ 0 w 437"/>
                <a:gd name="T69" fmla="*/ 2 h 260"/>
                <a:gd name="T70" fmla="*/ 0 w 437"/>
                <a:gd name="T71" fmla="*/ 2 h 260"/>
                <a:gd name="T72" fmla="*/ 0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0" y="260"/>
                  </a:moveTo>
                  <a:lnTo>
                    <a:pt x="0" y="260"/>
                  </a:lnTo>
                  <a:lnTo>
                    <a:pt x="43" y="259"/>
                  </a:lnTo>
                  <a:lnTo>
                    <a:pt x="87" y="255"/>
                  </a:lnTo>
                  <a:lnTo>
                    <a:pt x="128" y="248"/>
                  </a:lnTo>
                  <a:lnTo>
                    <a:pt x="168" y="240"/>
                  </a:lnTo>
                  <a:lnTo>
                    <a:pt x="207" y="230"/>
                  </a:lnTo>
                  <a:lnTo>
                    <a:pt x="242" y="217"/>
                  </a:lnTo>
                  <a:lnTo>
                    <a:pt x="276" y="202"/>
                  </a:lnTo>
                  <a:lnTo>
                    <a:pt x="308" y="185"/>
                  </a:lnTo>
                  <a:lnTo>
                    <a:pt x="336" y="166"/>
                  </a:lnTo>
                  <a:lnTo>
                    <a:pt x="360" y="146"/>
                  </a:lnTo>
                  <a:lnTo>
                    <a:pt x="383" y="125"/>
                  </a:lnTo>
                  <a:lnTo>
                    <a:pt x="401" y="102"/>
                  </a:lnTo>
                  <a:lnTo>
                    <a:pt x="417" y="77"/>
                  </a:lnTo>
                  <a:lnTo>
                    <a:pt x="427" y="53"/>
                  </a:lnTo>
                  <a:lnTo>
                    <a:pt x="434" y="27"/>
                  </a:lnTo>
                  <a:lnTo>
                    <a:pt x="437" y="0"/>
                  </a:lnTo>
                  <a:lnTo>
                    <a:pt x="425" y="0"/>
                  </a:lnTo>
                  <a:lnTo>
                    <a:pt x="422" y="24"/>
                  </a:lnTo>
                  <a:lnTo>
                    <a:pt x="415" y="48"/>
                  </a:lnTo>
                  <a:lnTo>
                    <a:pt x="405" y="73"/>
                  </a:lnTo>
                  <a:lnTo>
                    <a:pt x="392" y="95"/>
                  </a:lnTo>
                  <a:lnTo>
                    <a:pt x="373" y="116"/>
                  </a:lnTo>
                  <a:lnTo>
                    <a:pt x="353" y="137"/>
                  </a:lnTo>
                  <a:lnTo>
                    <a:pt x="329" y="157"/>
                  </a:lnTo>
                  <a:lnTo>
                    <a:pt x="301" y="173"/>
                  </a:lnTo>
                  <a:lnTo>
                    <a:pt x="271" y="190"/>
                  </a:lnTo>
                  <a:lnTo>
                    <a:pt x="237" y="205"/>
                  </a:lnTo>
                  <a:lnTo>
                    <a:pt x="202" y="218"/>
                  </a:lnTo>
                  <a:lnTo>
                    <a:pt x="166" y="228"/>
                  </a:lnTo>
                  <a:lnTo>
                    <a:pt x="126" y="237"/>
                  </a:lnTo>
                  <a:lnTo>
                    <a:pt x="85" y="244"/>
                  </a:lnTo>
                  <a:lnTo>
                    <a:pt x="43" y="247"/>
                  </a:lnTo>
                  <a:lnTo>
                    <a:pt x="0" y="248"/>
                  </a:lnTo>
                  <a:lnTo>
                    <a:pt x="0"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1828" name="Freeform 50"/>
            <p:cNvSpPr>
              <a:spLocks/>
            </p:cNvSpPr>
            <p:nvPr/>
          </p:nvSpPr>
          <p:spPr bwMode="auto">
            <a:xfrm>
              <a:off x="1179" y="1640"/>
              <a:ext cx="88" cy="52"/>
            </a:xfrm>
            <a:custGeom>
              <a:avLst/>
              <a:gdLst>
                <a:gd name="T0" fmla="*/ 0 w 439"/>
                <a:gd name="T1" fmla="*/ 0 h 260"/>
                <a:gd name="T2" fmla="*/ 0 w 439"/>
                <a:gd name="T3" fmla="*/ 0 h 260"/>
                <a:gd name="T4" fmla="*/ 0 w 439"/>
                <a:gd name="T5" fmla="*/ 0 h 260"/>
                <a:gd name="T6" fmla="*/ 0 w 439"/>
                <a:gd name="T7" fmla="*/ 0 h 260"/>
                <a:gd name="T8" fmla="*/ 0 w 439"/>
                <a:gd name="T9" fmla="*/ 1 h 260"/>
                <a:gd name="T10" fmla="*/ 0 w 439"/>
                <a:gd name="T11" fmla="*/ 1 h 260"/>
                <a:gd name="T12" fmla="*/ 0 w 439"/>
                <a:gd name="T13" fmla="*/ 1 h 260"/>
                <a:gd name="T14" fmla="*/ 1 w 439"/>
                <a:gd name="T15" fmla="*/ 1 h 260"/>
                <a:gd name="T16" fmla="*/ 1 w 439"/>
                <a:gd name="T17" fmla="*/ 1 h 260"/>
                <a:gd name="T18" fmla="*/ 1 w 439"/>
                <a:gd name="T19" fmla="*/ 1 h 260"/>
                <a:gd name="T20" fmla="*/ 1 w 439"/>
                <a:gd name="T21" fmla="*/ 2 h 260"/>
                <a:gd name="T22" fmla="*/ 2 w 439"/>
                <a:gd name="T23" fmla="*/ 2 h 260"/>
                <a:gd name="T24" fmla="*/ 2 w 439"/>
                <a:gd name="T25" fmla="*/ 2 h 260"/>
                <a:gd name="T26" fmla="*/ 2 w 439"/>
                <a:gd name="T27" fmla="*/ 2 h 260"/>
                <a:gd name="T28" fmla="*/ 2 w 439"/>
                <a:gd name="T29" fmla="*/ 2 h 260"/>
                <a:gd name="T30" fmla="*/ 3 w 439"/>
                <a:gd name="T31" fmla="*/ 2 h 260"/>
                <a:gd name="T32" fmla="*/ 3 w 439"/>
                <a:gd name="T33" fmla="*/ 2 h 260"/>
                <a:gd name="T34" fmla="*/ 4 w 439"/>
                <a:gd name="T35" fmla="*/ 2 h 260"/>
                <a:gd name="T36" fmla="*/ 4 w 439"/>
                <a:gd name="T37" fmla="*/ 2 h 260"/>
                <a:gd name="T38" fmla="*/ 3 w 439"/>
                <a:gd name="T39" fmla="*/ 2 h 260"/>
                <a:gd name="T40" fmla="*/ 3 w 439"/>
                <a:gd name="T41" fmla="*/ 2 h 260"/>
                <a:gd name="T42" fmla="*/ 3 w 439"/>
                <a:gd name="T43" fmla="*/ 2 h 260"/>
                <a:gd name="T44" fmla="*/ 2 w 439"/>
                <a:gd name="T45" fmla="*/ 2 h 260"/>
                <a:gd name="T46" fmla="*/ 2 w 439"/>
                <a:gd name="T47" fmla="*/ 2 h 260"/>
                <a:gd name="T48" fmla="*/ 2 w 439"/>
                <a:gd name="T49" fmla="*/ 2 h 260"/>
                <a:gd name="T50" fmla="*/ 1 w 439"/>
                <a:gd name="T51" fmla="*/ 2 h 260"/>
                <a:gd name="T52" fmla="*/ 1 w 439"/>
                <a:gd name="T53" fmla="*/ 1 h 260"/>
                <a:gd name="T54" fmla="*/ 1 w 439"/>
                <a:gd name="T55" fmla="*/ 1 h 260"/>
                <a:gd name="T56" fmla="*/ 1 w 439"/>
                <a:gd name="T57" fmla="*/ 1 h 260"/>
                <a:gd name="T58" fmla="*/ 1 w 439"/>
                <a:gd name="T59" fmla="*/ 1 h 260"/>
                <a:gd name="T60" fmla="*/ 0 w 439"/>
                <a:gd name="T61" fmla="*/ 1 h 260"/>
                <a:gd name="T62" fmla="*/ 0 w 439"/>
                <a:gd name="T63" fmla="*/ 1 h 260"/>
                <a:gd name="T64" fmla="*/ 0 w 439"/>
                <a:gd name="T65" fmla="*/ 0 h 260"/>
                <a:gd name="T66" fmla="*/ 0 w 439"/>
                <a:gd name="T67" fmla="*/ 0 h 260"/>
                <a:gd name="T68" fmla="*/ 0 w 439"/>
                <a:gd name="T69" fmla="*/ 0 h 260"/>
                <a:gd name="T70" fmla="*/ 0 w 439"/>
                <a:gd name="T71" fmla="*/ 0 h 260"/>
                <a:gd name="T72" fmla="*/ 0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0" y="0"/>
                  </a:moveTo>
                  <a:lnTo>
                    <a:pt x="0" y="0"/>
                  </a:lnTo>
                  <a:lnTo>
                    <a:pt x="3" y="27"/>
                  </a:lnTo>
                  <a:lnTo>
                    <a:pt x="10" y="53"/>
                  </a:lnTo>
                  <a:lnTo>
                    <a:pt x="20" y="77"/>
                  </a:lnTo>
                  <a:lnTo>
                    <a:pt x="35" y="102"/>
                  </a:lnTo>
                  <a:lnTo>
                    <a:pt x="54" y="125"/>
                  </a:lnTo>
                  <a:lnTo>
                    <a:pt x="76" y="146"/>
                  </a:lnTo>
                  <a:lnTo>
                    <a:pt x="102" y="166"/>
                  </a:lnTo>
                  <a:lnTo>
                    <a:pt x="130" y="185"/>
                  </a:lnTo>
                  <a:lnTo>
                    <a:pt x="162" y="202"/>
                  </a:lnTo>
                  <a:lnTo>
                    <a:pt x="195" y="217"/>
                  </a:lnTo>
                  <a:lnTo>
                    <a:pt x="231" y="230"/>
                  </a:lnTo>
                  <a:lnTo>
                    <a:pt x="270" y="240"/>
                  </a:lnTo>
                  <a:lnTo>
                    <a:pt x="310" y="248"/>
                  </a:lnTo>
                  <a:lnTo>
                    <a:pt x="351" y="255"/>
                  </a:lnTo>
                  <a:lnTo>
                    <a:pt x="395" y="259"/>
                  </a:lnTo>
                  <a:lnTo>
                    <a:pt x="439" y="260"/>
                  </a:lnTo>
                  <a:lnTo>
                    <a:pt x="439" y="248"/>
                  </a:lnTo>
                  <a:lnTo>
                    <a:pt x="395" y="247"/>
                  </a:lnTo>
                  <a:lnTo>
                    <a:pt x="353" y="244"/>
                  </a:lnTo>
                  <a:lnTo>
                    <a:pt x="312" y="237"/>
                  </a:lnTo>
                  <a:lnTo>
                    <a:pt x="272" y="228"/>
                  </a:lnTo>
                  <a:lnTo>
                    <a:pt x="236" y="218"/>
                  </a:lnTo>
                  <a:lnTo>
                    <a:pt x="200" y="205"/>
                  </a:lnTo>
                  <a:lnTo>
                    <a:pt x="167" y="190"/>
                  </a:lnTo>
                  <a:lnTo>
                    <a:pt x="137" y="173"/>
                  </a:lnTo>
                  <a:lnTo>
                    <a:pt x="109" y="157"/>
                  </a:lnTo>
                  <a:lnTo>
                    <a:pt x="84" y="137"/>
                  </a:lnTo>
                  <a:lnTo>
                    <a:pt x="64" y="116"/>
                  </a:lnTo>
                  <a:lnTo>
                    <a:pt x="45" y="95"/>
                  </a:lnTo>
                  <a:lnTo>
                    <a:pt x="32" y="73"/>
                  </a:lnTo>
                  <a:lnTo>
                    <a:pt x="21" y="48"/>
                  </a:lnTo>
                  <a:lnTo>
                    <a:pt x="14" y="24"/>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1829" name="Freeform 51"/>
            <p:cNvSpPr>
              <a:spLocks/>
            </p:cNvSpPr>
            <p:nvPr/>
          </p:nvSpPr>
          <p:spPr bwMode="auto">
            <a:xfrm>
              <a:off x="1179" y="1588"/>
              <a:ext cx="88" cy="52"/>
            </a:xfrm>
            <a:custGeom>
              <a:avLst/>
              <a:gdLst>
                <a:gd name="T0" fmla="*/ 4 w 439"/>
                <a:gd name="T1" fmla="*/ 0 h 260"/>
                <a:gd name="T2" fmla="*/ 4 w 439"/>
                <a:gd name="T3" fmla="*/ 0 h 260"/>
                <a:gd name="T4" fmla="*/ 3 w 439"/>
                <a:gd name="T5" fmla="*/ 0 h 260"/>
                <a:gd name="T6" fmla="*/ 3 w 439"/>
                <a:gd name="T7" fmla="*/ 0 h 260"/>
                <a:gd name="T8" fmla="*/ 2 w 439"/>
                <a:gd name="T9" fmla="*/ 0 h 260"/>
                <a:gd name="T10" fmla="*/ 2 w 439"/>
                <a:gd name="T11" fmla="*/ 0 h 260"/>
                <a:gd name="T12" fmla="*/ 2 w 439"/>
                <a:gd name="T13" fmla="*/ 0 h 260"/>
                <a:gd name="T14" fmla="*/ 2 w 439"/>
                <a:gd name="T15" fmla="*/ 0 h 260"/>
                <a:gd name="T16" fmla="*/ 1 w 439"/>
                <a:gd name="T17" fmla="*/ 0 h 260"/>
                <a:gd name="T18" fmla="*/ 1 w 439"/>
                <a:gd name="T19" fmla="*/ 1 h 260"/>
                <a:gd name="T20" fmla="*/ 1 w 439"/>
                <a:gd name="T21" fmla="*/ 1 h 260"/>
                <a:gd name="T22" fmla="*/ 1 w 439"/>
                <a:gd name="T23" fmla="*/ 1 h 260"/>
                <a:gd name="T24" fmla="*/ 0 w 439"/>
                <a:gd name="T25" fmla="*/ 1 h 260"/>
                <a:gd name="T26" fmla="*/ 0 w 439"/>
                <a:gd name="T27" fmla="*/ 1 h 260"/>
                <a:gd name="T28" fmla="*/ 0 w 439"/>
                <a:gd name="T29" fmla="*/ 1 h 260"/>
                <a:gd name="T30" fmla="*/ 0 w 439"/>
                <a:gd name="T31" fmla="*/ 2 h 260"/>
                <a:gd name="T32" fmla="*/ 0 w 439"/>
                <a:gd name="T33" fmla="*/ 2 h 260"/>
                <a:gd name="T34" fmla="*/ 0 w 439"/>
                <a:gd name="T35" fmla="*/ 2 h 260"/>
                <a:gd name="T36" fmla="*/ 0 w 439"/>
                <a:gd name="T37" fmla="*/ 2 h 260"/>
                <a:gd name="T38" fmla="*/ 0 w 439"/>
                <a:gd name="T39" fmla="*/ 2 h 260"/>
                <a:gd name="T40" fmla="*/ 0 w 439"/>
                <a:gd name="T41" fmla="*/ 2 h 260"/>
                <a:gd name="T42" fmla="*/ 0 w 439"/>
                <a:gd name="T43" fmla="*/ 1 h 260"/>
                <a:gd name="T44" fmla="*/ 0 w 439"/>
                <a:gd name="T45" fmla="*/ 1 h 260"/>
                <a:gd name="T46" fmla="*/ 1 w 439"/>
                <a:gd name="T47" fmla="*/ 1 h 260"/>
                <a:gd name="T48" fmla="*/ 1 w 439"/>
                <a:gd name="T49" fmla="*/ 1 h 260"/>
                <a:gd name="T50" fmla="*/ 1 w 439"/>
                <a:gd name="T51" fmla="*/ 1 h 260"/>
                <a:gd name="T52" fmla="*/ 1 w 439"/>
                <a:gd name="T53" fmla="*/ 1 h 260"/>
                <a:gd name="T54" fmla="*/ 1 w 439"/>
                <a:gd name="T55" fmla="*/ 1 h 260"/>
                <a:gd name="T56" fmla="*/ 2 w 439"/>
                <a:gd name="T57" fmla="*/ 0 h 260"/>
                <a:gd name="T58" fmla="*/ 2 w 439"/>
                <a:gd name="T59" fmla="*/ 0 h 260"/>
                <a:gd name="T60" fmla="*/ 2 w 439"/>
                <a:gd name="T61" fmla="*/ 0 h 260"/>
                <a:gd name="T62" fmla="*/ 3 w 439"/>
                <a:gd name="T63" fmla="*/ 0 h 260"/>
                <a:gd name="T64" fmla="*/ 3 w 439"/>
                <a:gd name="T65" fmla="*/ 0 h 260"/>
                <a:gd name="T66" fmla="*/ 3 w 439"/>
                <a:gd name="T67" fmla="*/ 0 h 260"/>
                <a:gd name="T68" fmla="*/ 4 w 439"/>
                <a:gd name="T69" fmla="*/ 0 h 260"/>
                <a:gd name="T70" fmla="*/ 4 w 439"/>
                <a:gd name="T71" fmla="*/ 0 h 260"/>
                <a:gd name="T72" fmla="*/ 4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439" y="0"/>
                  </a:moveTo>
                  <a:lnTo>
                    <a:pt x="439" y="0"/>
                  </a:lnTo>
                  <a:lnTo>
                    <a:pt x="395" y="1"/>
                  </a:lnTo>
                  <a:lnTo>
                    <a:pt x="351" y="4"/>
                  </a:lnTo>
                  <a:lnTo>
                    <a:pt x="310" y="11"/>
                  </a:lnTo>
                  <a:lnTo>
                    <a:pt x="270" y="19"/>
                  </a:lnTo>
                  <a:lnTo>
                    <a:pt x="231" y="30"/>
                  </a:lnTo>
                  <a:lnTo>
                    <a:pt x="195" y="43"/>
                  </a:lnTo>
                  <a:lnTo>
                    <a:pt x="162" y="58"/>
                  </a:lnTo>
                  <a:lnTo>
                    <a:pt x="130" y="73"/>
                  </a:lnTo>
                  <a:lnTo>
                    <a:pt x="102" y="93"/>
                  </a:lnTo>
                  <a:lnTo>
                    <a:pt x="76" y="113"/>
                  </a:lnTo>
                  <a:lnTo>
                    <a:pt x="54" y="133"/>
                  </a:lnTo>
                  <a:lnTo>
                    <a:pt x="35" y="157"/>
                  </a:lnTo>
                  <a:lnTo>
                    <a:pt x="20" y="181"/>
                  </a:lnTo>
                  <a:lnTo>
                    <a:pt x="10" y="206"/>
                  </a:lnTo>
                  <a:lnTo>
                    <a:pt x="3" y="233"/>
                  </a:lnTo>
                  <a:lnTo>
                    <a:pt x="0" y="260"/>
                  </a:lnTo>
                  <a:lnTo>
                    <a:pt x="12" y="260"/>
                  </a:lnTo>
                  <a:lnTo>
                    <a:pt x="14" y="235"/>
                  </a:lnTo>
                  <a:lnTo>
                    <a:pt x="21" y="211"/>
                  </a:lnTo>
                  <a:lnTo>
                    <a:pt x="32" y="186"/>
                  </a:lnTo>
                  <a:lnTo>
                    <a:pt x="45" y="164"/>
                  </a:lnTo>
                  <a:lnTo>
                    <a:pt x="64" y="143"/>
                  </a:lnTo>
                  <a:lnTo>
                    <a:pt x="84" y="123"/>
                  </a:lnTo>
                  <a:lnTo>
                    <a:pt x="109" y="103"/>
                  </a:lnTo>
                  <a:lnTo>
                    <a:pt x="137" y="85"/>
                  </a:lnTo>
                  <a:lnTo>
                    <a:pt x="167" y="70"/>
                  </a:lnTo>
                  <a:lnTo>
                    <a:pt x="200" y="55"/>
                  </a:lnTo>
                  <a:lnTo>
                    <a:pt x="236" y="42"/>
                  </a:lnTo>
                  <a:lnTo>
                    <a:pt x="272" y="31"/>
                  </a:lnTo>
                  <a:lnTo>
                    <a:pt x="312" y="23"/>
                  </a:lnTo>
                  <a:lnTo>
                    <a:pt x="353" y="16"/>
                  </a:lnTo>
                  <a:lnTo>
                    <a:pt x="395" y="12"/>
                  </a:lnTo>
                  <a:lnTo>
                    <a:pt x="439" y="11"/>
                  </a:lnTo>
                  <a:lnTo>
                    <a:pt x="439"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1830" name="Freeform 52"/>
            <p:cNvSpPr>
              <a:spLocks/>
            </p:cNvSpPr>
            <p:nvPr/>
          </p:nvSpPr>
          <p:spPr bwMode="auto">
            <a:xfrm>
              <a:off x="964" y="1745"/>
              <a:ext cx="48" cy="85"/>
            </a:xfrm>
            <a:custGeom>
              <a:avLst/>
              <a:gdLst>
                <a:gd name="T0" fmla="*/ 2 w 244"/>
                <a:gd name="T1" fmla="*/ 3 h 426"/>
                <a:gd name="T2" fmla="*/ 2 w 244"/>
                <a:gd name="T3" fmla="*/ 3 h 426"/>
                <a:gd name="T4" fmla="*/ 2 w 244"/>
                <a:gd name="T5" fmla="*/ 3 h 426"/>
                <a:gd name="T6" fmla="*/ 2 w 244"/>
                <a:gd name="T7" fmla="*/ 3 h 426"/>
                <a:gd name="T8" fmla="*/ 2 w 244"/>
                <a:gd name="T9" fmla="*/ 2 h 426"/>
                <a:gd name="T10" fmla="*/ 2 w 244"/>
                <a:gd name="T11" fmla="*/ 2 h 426"/>
                <a:gd name="T12" fmla="*/ 2 w 244"/>
                <a:gd name="T13" fmla="*/ 2 h 426"/>
                <a:gd name="T14" fmla="*/ 2 w 244"/>
                <a:gd name="T15" fmla="*/ 2 h 426"/>
                <a:gd name="T16" fmla="*/ 1 w 244"/>
                <a:gd name="T17" fmla="*/ 1 h 426"/>
                <a:gd name="T18" fmla="*/ 1 w 244"/>
                <a:gd name="T19" fmla="*/ 1 h 426"/>
                <a:gd name="T20" fmla="*/ 1 w 244"/>
                <a:gd name="T21" fmla="*/ 1 h 426"/>
                <a:gd name="T22" fmla="*/ 1 w 244"/>
                <a:gd name="T23" fmla="*/ 1 h 426"/>
                <a:gd name="T24" fmla="*/ 1 w 244"/>
                <a:gd name="T25" fmla="*/ 0 h 426"/>
                <a:gd name="T26" fmla="*/ 1 w 244"/>
                <a:gd name="T27" fmla="*/ 0 h 426"/>
                <a:gd name="T28" fmla="*/ 1 w 244"/>
                <a:gd name="T29" fmla="*/ 0 h 426"/>
                <a:gd name="T30" fmla="*/ 0 w 244"/>
                <a:gd name="T31" fmla="*/ 0 h 426"/>
                <a:gd name="T32" fmla="*/ 0 w 244"/>
                <a:gd name="T33" fmla="*/ 0 h 426"/>
                <a:gd name="T34" fmla="*/ 0 w 244"/>
                <a:gd name="T35" fmla="*/ 0 h 426"/>
                <a:gd name="T36" fmla="*/ 0 w 244"/>
                <a:gd name="T37" fmla="*/ 0 h 426"/>
                <a:gd name="T38" fmla="*/ 0 w 244"/>
                <a:gd name="T39" fmla="*/ 0 h 426"/>
                <a:gd name="T40" fmla="*/ 0 w 244"/>
                <a:gd name="T41" fmla="*/ 0 h 426"/>
                <a:gd name="T42" fmla="*/ 1 w 244"/>
                <a:gd name="T43" fmla="*/ 0 h 426"/>
                <a:gd name="T44" fmla="*/ 1 w 244"/>
                <a:gd name="T45" fmla="*/ 0 h 426"/>
                <a:gd name="T46" fmla="*/ 1 w 244"/>
                <a:gd name="T47" fmla="*/ 0 h 426"/>
                <a:gd name="T48" fmla="*/ 1 w 244"/>
                <a:gd name="T49" fmla="*/ 1 h 426"/>
                <a:gd name="T50" fmla="*/ 1 w 244"/>
                <a:gd name="T51" fmla="*/ 1 h 426"/>
                <a:gd name="T52" fmla="*/ 1 w 244"/>
                <a:gd name="T53" fmla="*/ 1 h 426"/>
                <a:gd name="T54" fmla="*/ 1 w 244"/>
                <a:gd name="T55" fmla="*/ 1 h 426"/>
                <a:gd name="T56" fmla="*/ 1 w 244"/>
                <a:gd name="T57" fmla="*/ 2 h 426"/>
                <a:gd name="T58" fmla="*/ 2 w 244"/>
                <a:gd name="T59" fmla="*/ 2 h 426"/>
                <a:gd name="T60" fmla="*/ 2 w 244"/>
                <a:gd name="T61" fmla="*/ 2 h 426"/>
                <a:gd name="T62" fmla="*/ 2 w 244"/>
                <a:gd name="T63" fmla="*/ 2 h 426"/>
                <a:gd name="T64" fmla="*/ 2 w 244"/>
                <a:gd name="T65" fmla="*/ 3 h 426"/>
                <a:gd name="T66" fmla="*/ 2 w 244"/>
                <a:gd name="T67" fmla="*/ 3 h 426"/>
                <a:gd name="T68" fmla="*/ 2 w 244"/>
                <a:gd name="T69" fmla="*/ 3 h 426"/>
                <a:gd name="T70" fmla="*/ 2 w 244"/>
                <a:gd name="T71" fmla="*/ 3 h 426"/>
                <a:gd name="T72" fmla="*/ 2 w 244"/>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6"/>
                <a:gd name="T113" fmla="*/ 244 w 244"/>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6">
                  <a:moveTo>
                    <a:pt x="244" y="426"/>
                  </a:moveTo>
                  <a:lnTo>
                    <a:pt x="244" y="426"/>
                  </a:lnTo>
                  <a:lnTo>
                    <a:pt x="243" y="383"/>
                  </a:lnTo>
                  <a:lnTo>
                    <a:pt x="240" y="340"/>
                  </a:lnTo>
                  <a:lnTo>
                    <a:pt x="234" y="300"/>
                  </a:lnTo>
                  <a:lnTo>
                    <a:pt x="226" y="262"/>
                  </a:lnTo>
                  <a:lnTo>
                    <a:pt x="215" y="224"/>
                  </a:lnTo>
                  <a:lnTo>
                    <a:pt x="203" y="189"/>
                  </a:lnTo>
                  <a:lnTo>
                    <a:pt x="189" y="157"/>
                  </a:lnTo>
                  <a:lnTo>
                    <a:pt x="174" y="126"/>
                  </a:lnTo>
                  <a:lnTo>
                    <a:pt x="155" y="99"/>
                  </a:lnTo>
                  <a:lnTo>
                    <a:pt x="138" y="74"/>
                  </a:lnTo>
                  <a:lnTo>
                    <a:pt x="118" y="52"/>
                  </a:lnTo>
                  <a:lnTo>
                    <a:pt x="96" y="34"/>
                  </a:lnTo>
                  <a:lnTo>
                    <a:pt x="73" y="19"/>
                  </a:lnTo>
                  <a:lnTo>
                    <a:pt x="50" y="8"/>
                  </a:lnTo>
                  <a:lnTo>
                    <a:pt x="25" y="2"/>
                  </a:lnTo>
                  <a:lnTo>
                    <a:pt x="0" y="0"/>
                  </a:lnTo>
                  <a:lnTo>
                    <a:pt x="0" y="12"/>
                  </a:lnTo>
                  <a:lnTo>
                    <a:pt x="23" y="14"/>
                  </a:lnTo>
                  <a:lnTo>
                    <a:pt x="45" y="20"/>
                  </a:lnTo>
                  <a:lnTo>
                    <a:pt x="66" y="31"/>
                  </a:lnTo>
                  <a:lnTo>
                    <a:pt x="89" y="43"/>
                  </a:lnTo>
                  <a:lnTo>
                    <a:pt x="109" y="61"/>
                  </a:lnTo>
                  <a:lnTo>
                    <a:pt x="129" y="81"/>
                  </a:lnTo>
                  <a:lnTo>
                    <a:pt x="146" y="106"/>
                  </a:lnTo>
                  <a:lnTo>
                    <a:pt x="162" y="133"/>
                  </a:lnTo>
                  <a:lnTo>
                    <a:pt x="178" y="162"/>
                  </a:lnTo>
                  <a:lnTo>
                    <a:pt x="192" y="194"/>
                  </a:lnTo>
                  <a:lnTo>
                    <a:pt x="203" y="229"/>
                  </a:lnTo>
                  <a:lnTo>
                    <a:pt x="214" y="264"/>
                  </a:lnTo>
                  <a:lnTo>
                    <a:pt x="222" y="303"/>
                  </a:lnTo>
                  <a:lnTo>
                    <a:pt x="228" y="342"/>
                  </a:lnTo>
                  <a:lnTo>
                    <a:pt x="232" y="383"/>
                  </a:lnTo>
                  <a:lnTo>
                    <a:pt x="233" y="426"/>
                  </a:lnTo>
                  <a:lnTo>
                    <a:pt x="244"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1831" name="Freeform 53"/>
            <p:cNvSpPr>
              <a:spLocks/>
            </p:cNvSpPr>
            <p:nvPr/>
          </p:nvSpPr>
          <p:spPr bwMode="auto">
            <a:xfrm>
              <a:off x="964" y="1830"/>
              <a:ext cx="48" cy="85"/>
            </a:xfrm>
            <a:custGeom>
              <a:avLst/>
              <a:gdLst>
                <a:gd name="T0" fmla="*/ 0 w 244"/>
                <a:gd name="T1" fmla="*/ 3 h 424"/>
                <a:gd name="T2" fmla="*/ 0 w 244"/>
                <a:gd name="T3" fmla="*/ 3 h 424"/>
                <a:gd name="T4" fmla="*/ 0 w 244"/>
                <a:gd name="T5" fmla="*/ 3 h 424"/>
                <a:gd name="T6" fmla="*/ 0 w 244"/>
                <a:gd name="T7" fmla="*/ 3 h 424"/>
                <a:gd name="T8" fmla="*/ 1 w 244"/>
                <a:gd name="T9" fmla="*/ 3 h 424"/>
                <a:gd name="T10" fmla="*/ 1 w 244"/>
                <a:gd name="T11" fmla="*/ 3 h 424"/>
                <a:gd name="T12" fmla="*/ 1 w 244"/>
                <a:gd name="T13" fmla="*/ 3 h 424"/>
                <a:gd name="T14" fmla="*/ 1 w 244"/>
                <a:gd name="T15" fmla="*/ 3 h 424"/>
                <a:gd name="T16" fmla="*/ 1 w 244"/>
                <a:gd name="T17" fmla="*/ 3 h 424"/>
                <a:gd name="T18" fmla="*/ 1 w 244"/>
                <a:gd name="T19" fmla="*/ 2 h 424"/>
                <a:gd name="T20" fmla="*/ 1 w 244"/>
                <a:gd name="T21" fmla="*/ 2 h 424"/>
                <a:gd name="T22" fmla="*/ 2 w 244"/>
                <a:gd name="T23" fmla="*/ 2 h 424"/>
                <a:gd name="T24" fmla="*/ 2 w 244"/>
                <a:gd name="T25" fmla="*/ 2 h 424"/>
                <a:gd name="T26" fmla="*/ 2 w 244"/>
                <a:gd name="T27" fmla="*/ 1 h 424"/>
                <a:gd name="T28" fmla="*/ 2 w 244"/>
                <a:gd name="T29" fmla="*/ 1 h 424"/>
                <a:gd name="T30" fmla="*/ 2 w 244"/>
                <a:gd name="T31" fmla="*/ 1 h 424"/>
                <a:gd name="T32" fmla="*/ 2 w 244"/>
                <a:gd name="T33" fmla="*/ 0 h 424"/>
                <a:gd name="T34" fmla="*/ 2 w 244"/>
                <a:gd name="T35" fmla="*/ 0 h 424"/>
                <a:gd name="T36" fmla="*/ 2 w 244"/>
                <a:gd name="T37" fmla="*/ 0 h 424"/>
                <a:gd name="T38" fmla="*/ 2 w 244"/>
                <a:gd name="T39" fmla="*/ 0 h 424"/>
                <a:gd name="T40" fmla="*/ 2 w 244"/>
                <a:gd name="T41" fmla="*/ 1 h 424"/>
                <a:gd name="T42" fmla="*/ 2 w 244"/>
                <a:gd name="T43" fmla="*/ 1 h 424"/>
                <a:gd name="T44" fmla="*/ 2 w 244"/>
                <a:gd name="T45" fmla="*/ 1 h 424"/>
                <a:gd name="T46" fmla="*/ 2 w 244"/>
                <a:gd name="T47" fmla="*/ 2 h 424"/>
                <a:gd name="T48" fmla="*/ 1 w 244"/>
                <a:gd name="T49" fmla="*/ 2 h 424"/>
                <a:gd name="T50" fmla="*/ 1 w 244"/>
                <a:gd name="T51" fmla="*/ 2 h 424"/>
                <a:gd name="T52" fmla="*/ 1 w 244"/>
                <a:gd name="T53" fmla="*/ 2 h 424"/>
                <a:gd name="T54" fmla="*/ 1 w 244"/>
                <a:gd name="T55" fmla="*/ 3 h 424"/>
                <a:gd name="T56" fmla="*/ 1 w 244"/>
                <a:gd name="T57" fmla="*/ 3 h 424"/>
                <a:gd name="T58" fmla="*/ 1 w 244"/>
                <a:gd name="T59" fmla="*/ 3 h 424"/>
                <a:gd name="T60" fmla="*/ 1 w 244"/>
                <a:gd name="T61" fmla="*/ 3 h 424"/>
                <a:gd name="T62" fmla="*/ 1 w 244"/>
                <a:gd name="T63" fmla="*/ 3 h 424"/>
                <a:gd name="T64" fmla="*/ 0 w 244"/>
                <a:gd name="T65" fmla="*/ 3 h 424"/>
                <a:gd name="T66" fmla="*/ 0 w 244"/>
                <a:gd name="T67" fmla="*/ 3 h 424"/>
                <a:gd name="T68" fmla="*/ 0 w 244"/>
                <a:gd name="T69" fmla="*/ 3 h 424"/>
                <a:gd name="T70" fmla="*/ 0 w 244"/>
                <a:gd name="T71" fmla="*/ 3 h 424"/>
                <a:gd name="T72" fmla="*/ 0 w 244"/>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4"/>
                <a:gd name="T113" fmla="*/ 244 w 244"/>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4">
                  <a:moveTo>
                    <a:pt x="0" y="424"/>
                  </a:moveTo>
                  <a:lnTo>
                    <a:pt x="0" y="424"/>
                  </a:lnTo>
                  <a:lnTo>
                    <a:pt x="25" y="422"/>
                  </a:lnTo>
                  <a:lnTo>
                    <a:pt x="50" y="416"/>
                  </a:lnTo>
                  <a:lnTo>
                    <a:pt x="73" y="405"/>
                  </a:lnTo>
                  <a:lnTo>
                    <a:pt x="96" y="390"/>
                  </a:lnTo>
                  <a:lnTo>
                    <a:pt x="118" y="373"/>
                  </a:lnTo>
                  <a:lnTo>
                    <a:pt x="138" y="350"/>
                  </a:lnTo>
                  <a:lnTo>
                    <a:pt x="155" y="326"/>
                  </a:lnTo>
                  <a:lnTo>
                    <a:pt x="173" y="299"/>
                  </a:lnTo>
                  <a:lnTo>
                    <a:pt x="189" y="268"/>
                  </a:lnTo>
                  <a:lnTo>
                    <a:pt x="203" y="235"/>
                  </a:lnTo>
                  <a:lnTo>
                    <a:pt x="215" y="201"/>
                  </a:lnTo>
                  <a:lnTo>
                    <a:pt x="226" y="163"/>
                  </a:lnTo>
                  <a:lnTo>
                    <a:pt x="234" y="125"/>
                  </a:lnTo>
                  <a:lnTo>
                    <a:pt x="240" y="85"/>
                  </a:lnTo>
                  <a:lnTo>
                    <a:pt x="243" y="42"/>
                  </a:lnTo>
                  <a:lnTo>
                    <a:pt x="244" y="0"/>
                  </a:lnTo>
                  <a:lnTo>
                    <a:pt x="233" y="0"/>
                  </a:lnTo>
                  <a:lnTo>
                    <a:pt x="232" y="42"/>
                  </a:lnTo>
                  <a:lnTo>
                    <a:pt x="228" y="83"/>
                  </a:lnTo>
                  <a:lnTo>
                    <a:pt x="222" y="123"/>
                  </a:lnTo>
                  <a:lnTo>
                    <a:pt x="214" y="160"/>
                  </a:lnTo>
                  <a:lnTo>
                    <a:pt x="203" y="197"/>
                  </a:lnTo>
                  <a:lnTo>
                    <a:pt x="192" y="231"/>
                  </a:lnTo>
                  <a:lnTo>
                    <a:pt x="178" y="263"/>
                  </a:lnTo>
                  <a:lnTo>
                    <a:pt x="164" y="292"/>
                  </a:lnTo>
                  <a:lnTo>
                    <a:pt x="146" y="319"/>
                  </a:lnTo>
                  <a:lnTo>
                    <a:pt x="129" y="343"/>
                  </a:lnTo>
                  <a:lnTo>
                    <a:pt x="109" y="363"/>
                  </a:lnTo>
                  <a:lnTo>
                    <a:pt x="89" y="381"/>
                  </a:lnTo>
                  <a:lnTo>
                    <a:pt x="66" y="394"/>
                  </a:lnTo>
                  <a:lnTo>
                    <a:pt x="45" y="404"/>
                  </a:lnTo>
                  <a:lnTo>
                    <a:pt x="23" y="410"/>
                  </a:lnTo>
                  <a:lnTo>
                    <a:pt x="0" y="412"/>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1832" name="Freeform 54"/>
            <p:cNvSpPr>
              <a:spLocks/>
            </p:cNvSpPr>
            <p:nvPr/>
          </p:nvSpPr>
          <p:spPr bwMode="auto">
            <a:xfrm>
              <a:off x="915" y="1830"/>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1" y="42"/>
                  </a:lnTo>
                  <a:lnTo>
                    <a:pt x="4" y="85"/>
                  </a:lnTo>
                  <a:lnTo>
                    <a:pt x="10" y="125"/>
                  </a:lnTo>
                  <a:lnTo>
                    <a:pt x="19" y="163"/>
                  </a:lnTo>
                  <a:lnTo>
                    <a:pt x="29" y="201"/>
                  </a:lnTo>
                  <a:lnTo>
                    <a:pt x="41" y="235"/>
                  </a:lnTo>
                  <a:lnTo>
                    <a:pt x="55" y="268"/>
                  </a:lnTo>
                  <a:lnTo>
                    <a:pt x="71" y="299"/>
                  </a:lnTo>
                  <a:lnTo>
                    <a:pt x="89" y="326"/>
                  </a:lnTo>
                  <a:lnTo>
                    <a:pt x="106" y="350"/>
                  </a:lnTo>
                  <a:lnTo>
                    <a:pt x="126" y="373"/>
                  </a:lnTo>
                  <a:lnTo>
                    <a:pt x="149" y="390"/>
                  </a:lnTo>
                  <a:lnTo>
                    <a:pt x="171" y="405"/>
                  </a:lnTo>
                  <a:lnTo>
                    <a:pt x="194" y="416"/>
                  </a:lnTo>
                  <a:lnTo>
                    <a:pt x="219" y="422"/>
                  </a:lnTo>
                  <a:lnTo>
                    <a:pt x="245" y="424"/>
                  </a:lnTo>
                  <a:lnTo>
                    <a:pt x="245" y="412"/>
                  </a:lnTo>
                  <a:lnTo>
                    <a:pt x="221" y="410"/>
                  </a:lnTo>
                  <a:lnTo>
                    <a:pt x="199" y="404"/>
                  </a:lnTo>
                  <a:lnTo>
                    <a:pt x="178" y="394"/>
                  </a:lnTo>
                  <a:lnTo>
                    <a:pt x="156" y="381"/>
                  </a:lnTo>
                  <a:lnTo>
                    <a:pt x="136" y="363"/>
                  </a:lnTo>
                  <a:lnTo>
                    <a:pt x="116" y="343"/>
                  </a:lnTo>
                  <a:lnTo>
                    <a:pt x="98" y="319"/>
                  </a:lnTo>
                  <a:lnTo>
                    <a:pt x="81" y="292"/>
                  </a:lnTo>
                  <a:lnTo>
                    <a:pt x="67" y="263"/>
                  </a:lnTo>
                  <a:lnTo>
                    <a:pt x="52" y="231"/>
                  </a:lnTo>
                  <a:lnTo>
                    <a:pt x="41" y="197"/>
                  </a:lnTo>
                  <a:lnTo>
                    <a:pt x="30" y="160"/>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1833" name="Freeform 55"/>
            <p:cNvSpPr>
              <a:spLocks/>
            </p:cNvSpPr>
            <p:nvPr/>
          </p:nvSpPr>
          <p:spPr bwMode="auto">
            <a:xfrm>
              <a:off x="915" y="1745"/>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0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19" y="2"/>
                  </a:lnTo>
                  <a:lnTo>
                    <a:pt x="194" y="8"/>
                  </a:lnTo>
                  <a:lnTo>
                    <a:pt x="171" y="19"/>
                  </a:lnTo>
                  <a:lnTo>
                    <a:pt x="149" y="34"/>
                  </a:lnTo>
                  <a:lnTo>
                    <a:pt x="126" y="52"/>
                  </a:lnTo>
                  <a:lnTo>
                    <a:pt x="106" y="74"/>
                  </a:lnTo>
                  <a:lnTo>
                    <a:pt x="89" y="99"/>
                  </a:lnTo>
                  <a:lnTo>
                    <a:pt x="70" y="126"/>
                  </a:lnTo>
                  <a:lnTo>
                    <a:pt x="55" y="157"/>
                  </a:lnTo>
                  <a:lnTo>
                    <a:pt x="41" y="189"/>
                  </a:lnTo>
                  <a:lnTo>
                    <a:pt x="29" y="224"/>
                  </a:lnTo>
                  <a:lnTo>
                    <a:pt x="19" y="262"/>
                  </a:lnTo>
                  <a:lnTo>
                    <a:pt x="10" y="300"/>
                  </a:lnTo>
                  <a:lnTo>
                    <a:pt x="4" y="340"/>
                  </a:lnTo>
                  <a:lnTo>
                    <a:pt x="1" y="383"/>
                  </a:lnTo>
                  <a:lnTo>
                    <a:pt x="0" y="426"/>
                  </a:lnTo>
                  <a:lnTo>
                    <a:pt x="11" y="426"/>
                  </a:lnTo>
                  <a:lnTo>
                    <a:pt x="13" y="383"/>
                  </a:lnTo>
                  <a:lnTo>
                    <a:pt x="16" y="342"/>
                  </a:lnTo>
                  <a:lnTo>
                    <a:pt x="22" y="303"/>
                  </a:lnTo>
                  <a:lnTo>
                    <a:pt x="30" y="264"/>
                  </a:lnTo>
                  <a:lnTo>
                    <a:pt x="41" y="229"/>
                  </a:lnTo>
                  <a:lnTo>
                    <a:pt x="52" y="194"/>
                  </a:lnTo>
                  <a:lnTo>
                    <a:pt x="67" y="162"/>
                  </a:lnTo>
                  <a:lnTo>
                    <a:pt x="82" y="133"/>
                  </a:lnTo>
                  <a:lnTo>
                    <a:pt x="98" y="106"/>
                  </a:lnTo>
                  <a:lnTo>
                    <a:pt x="116" y="81"/>
                  </a:lnTo>
                  <a:lnTo>
                    <a:pt x="136" y="61"/>
                  </a:lnTo>
                  <a:lnTo>
                    <a:pt x="156" y="43"/>
                  </a:lnTo>
                  <a:lnTo>
                    <a:pt x="178" y="31"/>
                  </a:lnTo>
                  <a:lnTo>
                    <a:pt x="199" y="20"/>
                  </a:lnTo>
                  <a:lnTo>
                    <a:pt x="221"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1834" name="Freeform 56"/>
            <p:cNvSpPr>
              <a:spLocks/>
            </p:cNvSpPr>
            <p:nvPr/>
          </p:nvSpPr>
          <p:spPr bwMode="auto">
            <a:xfrm>
              <a:off x="1140" y="2087"/>
              <a:ext cx="49" cy="85"/>
            </a:xfrm>
            <a:custGeom>
              <a:avLst/>
              <a:gdLst>
                <a:gd name="T0" fmla="*/ 2 w 246"/>
                <a:gd name="T1" fmla="*/ 3 h 424"/>
                <a:gd name="T2" fmla="*/ 2 w 246"/>
                <a:gd name="T3" fmla="*/ 3 h 424"/>
                <a:gd name="T4" fmla="*/ 2 w 246"/>
                <a:gd name="T5" fmla="*/ 3 h 424"/>
                <a:gd name="T6" fmla="*/ 2 w 246"/>
                <a:gd name="T7" fmla="*/ 3 h 424"/>
                <a:gd name="T8" fmla="*/ 2 w 246"/>
                <a:gd name="T9" fmla="*/ 2 h 424"/>
                <a:gd name="T10" fmla="*/ 2 w 246"/>
                <a:gd name="T11" fmla="*/ 2 h 424"/>
                <a:gd name="T12" fmla="*/ 2 w 246"/>
                <a:gd name="T13" fmla="*/ 2 h 424"/>
                <a:gd name="T14" fmla="*/ 2 w 246"/>
                <a:gd name="T15" fmla="*/ 2 h 424"/>
                <a:gd name="T16" fmla="*/ 2 w 246"/>
                <a:gd name="T17" fmla="*/ 1 h 424"/>
                <a:gd name="T18" fmla="*/ 1 w 246"/>
                <a:gd name="T19" fmla="*/ 1 h 424"/>
                <a:gd name="T20" fmla="*/ 1 w 246"/>
                <a:gd name="T21" fmla="*/ 1 h 424"/>
                <a:gd name="T22" fmla="*/ 1 w 246"/>
                <a:gd name="T23" fmla="*/ 1 h 424"/>
                <a:gd name="T24" fmla="*/ 1 w 246"/>
                <a:gd name="T25" fmla="*/ 0 h 424"/>
                <a:gd name="T26" fmla="*/ 1 w 246"/>
                <a:gd name="T27" fmla="*/ 0 h 424"/>
                <a:gd name="T28" fmla="*/ 1 w 246"/>
                <a:gd name="T29" fmla="*/ 0 h 424"/>
                <a:gd name="T30" fmla="*/ 0 w 246"/>
                <a:gd name="T31" fmla="*/ 0 h 424"/>
                <a:gd name="T32" fmla="*/ 0 w 246"/>
                <a:gd name="T33" fmla="*/ 0 h 424"/>
                <a:gd name="T34" fmla="*/ 0 w 246"/>
                <a:gd name="T35" fmla="*/ 0 h 424"/>
                <a:gd name="T36" fmla="*/ 0 w 246"/>
                <a:gd name="T37" fmla="*/ 0 h 424"/>
                <a:gd name="T38" fmla="*/ 0 w 246"/>
                <a:gd name="T39" fmla="*/ 0 h 424"/>
                <a:gd name="T40" fmla="*/ 0 w 246"/>
                <a:gd name="T41" fmla="*/ 0 h 424"/>
                <a:gd name="T42" fmla="*/ 1 w 246"/>
                <a:gd name="T43" fmla="*/ 0 h 424"/>
                <a:gd name="T44" fmla="*/ 1 w 246"/>
                <a:gd name="T45" fmla="*/ 0 h 424"/>
                <a:gd name="T46" fmla="*/ 1 w 246"/>
                <a:gd name="T47" fmla="*/ 0 h 424"/>
                <a:gd name="T48" fmla="*/ 1 w 246"/>
                <a:gd name="T49" fmla="*/ 1 h 424"/>
                <a:gd name="T50" fmla="*/ 1 w 246"/>
                <a:gd name="T51" fmla="*/ 1 h 424"/>
                <a:gd name="T52" fmla="*/ 1 w 246"/>
                <a:gd name="T53" fmla="*/ 1 h 424"/>
                <a:gd name="T54" fmla="*/ 1 w 246"/>
                <a:gd name="T55" fmla="*/ 1 h 424"/>
                <a:gd name="T56" fmla="*/ 2 w 246"/>
                <a:gd name="T57" fmla="*/ 2 h 424"/>
                <a:gd name="T58" fmla="*/ 2 w 246"/>
                <a:gd name="T59" fmla="*/ 2 h 424"/>
                <a:gd name="T60" fmla="*/ 2 w 246"/>
                <a:gd name="T61" fmla="*/ 2 h 424"/>
                <a:gd name="T62" fmla="*/ 2 w 246"/>
                <a:gd name="T63" fmla="*/ 2 h 424"/>
                <a:gd name="T64" fmla="*/ 2 w 246"/>
                <a:gd name="T65" fmla="*/ 3 h 424"/>
                <a:gd name="T66" fmla="*/ 2 w 246"/>
                <a:gd name="T67" fmla="*/ 3 h 424"/>
                <a:gd name="T68" fmla="*/ 2 w 246"/>
                <a:gd name="T69" fmla="*/ 3 h 424"/>
                <a:gd name="T70" fmla="*/ 2 w 246"/>
                <a:gd name="T71" fmla="*/ 3 h 424"/>
                <a:gd name="T72" fmla="*/ 2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424"/>
                  </a:moveTo>
                  <a:lnTo>
                    <a:pt x="246" y="424"/>
                  </a:lnTo>
                  <a:lnTo>
                    <a:pt x="244" y="382"/>
                  </a:lnTo>
                  <a:lnTo>
                    <a:pt x="241" y="338"/>
                  </a:lnTo>
                  <a:lnTo>
                    <a:pt x="235" y="298"/>
                  </a:lnTo>
                  <a:lnTo>
                    <a:pt x="227" y="261"/>
                  </a:lnTo>
                  <a:lnTo>
                    <a:pt x="216" y="222"/>
                  </a:lnTo>
                  <a:lnTo>
                    <a:pt x="205" y="188"/>
                  </a:lnTo>
                  <a:lnTo>
                    <a:pt x="190" y="155"/>
                  </a:lnTo>
                  <a:lnTo>
                    <a:pt x="174" y="125"/>
                  </a:lnTo>
                  <a:lnTo>
                    <a:pt x="157" y="98"/>
                  </a:lnTo>
                  <a:lnTo>
                    <a:pt x="138" y="73"/>
                  </a:lnTo>
                  <a:lnTo>
                    <a:pt x="118" y="51"/>
                  </a:lnTo>
                  <a:lnTo>
                    <a:pt x="96" y="34"/>
                  </a:lnTo>
                  <a:lnTo>
                    <a:pt x="74" y="18"/>
                  </a:lnTo>
                  <a:lnTo>
                    <a:pt x="50" y="8"/>
                  </a:lnTo>
                  <a:lnTo>
                    <a:pt x="25" y="2"/>
                  </a:lnTo>
                  <a:lnTo>
                    <a:pt x="0" y="0"/>
                  </a:lnTo>
                  <a:lnTo>
                    <a:pt x="0" y="11"/>
                  </a:lnTo>
                  <a:lnTo>
                    <a:pt x="23" y="14"/>
                  </a:lnTo>
                  <a:lnTo>
                    <a:pt x="45" y="19"/>
                  </a:lnTo>
                  <a:lnTo>
                    <a:pt x="67" y="30"/>
                  </a:lnTo>
                  <a:lnTo>
                    <a:pt x="89" y="43"/>
                  </a:lnTo>
                  <a:lnTo>
                    <a:pt x="108" y="60"/>
                  </a:lnTo>
                  <a:lnTo>
                    <a:pt x="128" y="80"/>
                  </a:lnTo>
                  <a:lnTo>
                    <a:pt x="147" y="105"/>
                  </a:lnTo>
                  <a:lnTo>
                    <a:pt x="165" y="132"/>
                  </a:lnTo>
                  <a:lnTo>
                    <a:pt x="179" y="160"/>
                  </a:lnTo>
                  <a:lnTo>
                    <a:pt x="193" y="193"/>
                  </a:lnTo>
                  <a:lnTo>
                    <a:pt x="205" y="227"/>
                  </a:lnTo>
                  <a:lnTo>
                    <a:pt x="215" y="263"/>
                  </a:lnTo>
                  <a:lnTo>
                    <a:pt x="223" y="301"/>
                  </a:lnTo>
                  <a:lnTo>
                    <a:pt x="229" y="341"/>
                  </a:lnTo>
                  <a:lnTo>
                    <a:pt x="233" y="382"/>
                  </a:lnTo>
                  <a:lnTo>
                    <a:pt x="234" y="424"/>
                  </a:lnTo>
                  <a:lnTo>
                    <a:pt x="246"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1835" name="Freeform 57"/>
            <p:cNvSpPr>
              <a:spLocks/>
            </p:cNvSpPr>
            <p:nvPr/>
          </p:nvSpPr>
          <p:spPr bwMode="auto">
            <a:xfrm>
              <a:off x="1140" y="2172"/>
              <a:ext cx="49" cy="85"/>
            </a:xfrm>
            <a:custGeom>
              <a:avLst/>
              <a:gdLst>
                <a:gd name="T0" fmla="*/ 0 w 246"/>
                <a:gd name="T1" fmla="*/ 3 h 426"/>
                <a:gd name="T2" fmla="*/ 0 w 246"/>
                <a:gd name="T3" fmla="*/ 3 h 426"/>
                <a:gd name="T4" fmla="*/ 0 w 246"/>
                <a:gd name="T5" fmla="*/ 3 h 426"/>
                <a:gd name="T6" fmla="*/ 0 w 246"/>
                <a:gd name="T7" fmla="*/ 3 h 426"/>
                <a:gd name="T8" fmla="*/ 1 w 246"/>
                <a:gd name="T9" fmla="*/ 3 h 426"/>
                <a:gd name="T10" fmla="*/ 1 w 246"/>
                <a:gd name="T11" fmla="*/ 3 h 426"/>
                <a:gd name="T12" fmla="*/ 1 w 246"/>
                <a:gd name="T13" fmla="*/ 3 h 426"/>
                <a:gd name="T14" fmla="*/ 1 w 246"/>
                <a:gd name="T15" fmla="*/ 3 h 426"/>
                <a:gd name="T16" fmla="*/ 1 w 246"/>
                <a:gd name="T17" fmla="*/ 3 h 426"/>
                <a:gd name="T18" fmla="*/ 1 w 246"/>
                <a:gd name="T19" fmla="*/ 2 h 426"/>
                <a:gd name="T20" fmla="*/ 2 w 246"/>
                <a:gd name="T21" fmla="*/ 2 h 426"/>
                <a:gd name="T22" fmla="*/ 2 w 246"/>
                <a:gd name="T23" fmla="*/ 2 h 426"/>
                <a:gd name="T24" fmla="*/ 2 w 246"/>
                <a:gd name="T25" fmla="*/ 2 h 426"/>
                <a:gd name="T26" fmla="*/ 2 w 246"/>
                <a:gd name="T27" fmla="*/ 1 h 426"/>
                <a:gd name="T28" fmla="*/ 2 w 246"/>
                <a:gd name="T29" fmla="*/ 1 h 426"/>
                <a:gd name="T30" fmla="*/ 2 w 246"/>
                <a:gd name="T31" fmla="*/ 1 h 426"/>
                <a:gd name="T32" fmla="*/ 2 w 246"/>
                <a:gd name="T33" fmla="*/ 0 h 426"/>
                <a:gd name="T34" fmla="*/ 2 w 246"/>
                <a:gd name="T35" fmla="*/ 0 h 426"/>
                <a:gd name="T36" fmla="*/ 2 w 246"/>
                <a:gd name="T37" fmla="*/ 0 h 426"/>
                <a:gd name="T38" fmla="*/ 2 w 246"/>
                <a:gd name="T39" fmla="*/ 0 h 426"/>
                <a:gd name="T40" fmla="*/ 2 w 246"/>
                <a:gd name="T41" fmla="*/ 1 h 426"/>
                <a:gd name="T42" fmla="*/ 2 w 246"/>
                <a:gd name="T43" fmla="*/ 1 h 426"/>
                <a:gd name="T44" fmla="*/ 2 w 246"/>
                <a:gd name="T45" fmla="*/ 1 h 426"/>
                <a:gd name="T46" fmla="*/ 2 w 246"/>
                <a:gd name="T47" fmla="*/ 2 h 426"/>
                <a:gd name="T48" fmla="*/ 2 w 246"/>
                <a:gd name="T49" fmla="*/ 2 h 426"/>
                <a:gd name="T50" fmla="*/ 1 w 246"/>
                <a:gd name="T51" fmla="*/ 2 h 426"/>
                <a:gd name="T52" fmla="*/ 1 w 246"/>
                <a:gd name="T53" fmla="*/ 2 h 426"/>
                <a:gd name="T54" fmla="*/ 1 w 246"/>
                <a:gd name="T55" fmla="*/ 3 h 426"/>
                <a:gd name="T56" fmla="*/ 1 w 246"/>
                <a:gd name="T57" fmla="*/ 3 h 426"/>
                <a:gd name="T58" fmla="*/ 1 w 246"/>
                <a:gd name="T59" fmla="*/ 3 h 426"/>
                <a:gd name="T60" fmla="*/ 1 w 246"/>
                <a:gd name="T61" fmla="*/ 3 h 426"/>
                <a:gd name="T62" fmla="*/ 1 w 246"/>
                <a:gd name="T63" fmla="*/ 3 h 426"/>
                <a:gd name="T64" fmla="*/ 0 w 246"/>
                <a:gd name="T65" fmla="*/ 3 h 426"/>
                <a:gd name="T66" fmla="*/ 0 w 246"/>
                <a:gd name="T67" fmla="*/ 3 h 426"/>
                <a:gd name="T68" fmla="*/ 0 w 246"/>
                <a:gd name="T69" fmla="*/ 3 h 426"/>
                <a:gd name="T70" fmla="*/ 0 w 246"/>
                <a:gd name="T71" fmla="*/ 3 h 426"/>
                <a:gd name="T72" fmla="*/ 0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426"/>
                  </a:moveTo>
                  <a:lnTo>
                    <a:pt x="0" y="426"/>
                  </a:lnTo>
                  <a:lnTo>
                    <a:pt x="25" y="423"/>
                  </a:lnTo>
                  <a:lnTo>
                    <a:pt x="50" y="417"/>
                  </a:lnTo>
                  <a:lnTo>
                    <a:pt x="74" y="407"/>
                  </a:lnTo>
                  <a:lnTo>
                    <a:pt x="96" y="392"/>
                  </a:lnTo>
                  <a:lnTo>
                    <a:pt x="118" y="373"/>
                  </a:lnTo>
                  <a:lnTo>
                    <a:pt x="138" y="350"/>
                  </a:lnTo>
                  <a:lnTo>
                    <a:pt x="157" y="327"/>
                  </a:lnTo>
                  <a:lnTo>
                    <a:pt x="175" y="299"/>
                  </a:lnTo>
                  <a:lnTo>
                    <a:pt x="190" y="268"/>
                  </a:lnTo>
                  <a:lnTo>
                    <a:pt x="205" y="236"/>
                  </a:lnTo>
                  <a:lnTo>
                    <a:pt x="216" y="202"/>
                  </a:lnTo>
                  <a:lnTo>
                    <a:pt x="227" y="164"/>
                  </a:lnTo>
                  <a:lnTo>
                    <a:pt x="235" y="125"/>
                  </a:lnTo>
                  <a:lnTo>
                    <a:pt x="241" y="86"/>
                  </a:lnTo>
                  <a:lnTo>
                    <a:pt x="244" y="42"/>
                  </a:lnTo>
                  <a:lnTo>
                    <a:pt x="246" y="0"/>
                  </a:lnTo>
                  <a:lnTo>
                    <a:pt x="234" y="0"/>
                  </a:lnTo>
                  <a:lnTo>
                    <a:pt x="233" y="42"/>
                  </a:lnTo>
                  <a:lnTo>
                    <a:pt x="229" y="83"/>
                  </a:lnTo>
                  <a:lnTo>
                    <a:pt x="223" y="123"/>
                  </a:lnTo>
                  <a:lnTo>
                    <a:pt x="215" y="162"/>
                  </a:lnTo>
                  <a:lnTo>
                    <a:pt x="205" y="197"/>
                  </a:lnTo>
                  <a:lnTo>
                    <a:pt x="193" y="231"/>
                  </a:lnTo>
                  <a:lnTo>
                    <a:pt x="179" y="264"/>
                  </a:lnTo>
                  <a:lnTo>
                    <a:pt x="164" y="292"/>
                  </a:lnTo>
                  <a:lnTo>
                    <a:pt x="147" y="320"/>
                  </a:lnTo>
                  <a:lnTo>
                    <a:pt x="128" y="343"/>
                  </a:lnTo>
                  <a:lnTo>
                    <a:pt x="108" y="363"/>
                  </a:lnTo>
                  <a:lnTo>
                    <a:pt x="89" y="382"/>
                  </a:lnTo>
                  <a:lnTo>
                    <a:pt x="67" y="395"/>
                  </a:lnTo>
                  <a:lnTo>
                    <a:pt x="45" y="406"/>
                  </a:lnTo>
                  <a:lnTo>
                    <a:pt x="23" y="411"/>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1836" name="Freeform 58"/>
            <p:cNvSpPr>
              <a:spLocks/>
            </p:cNvSpPr>
            <p:nvPr/>
          </p:nvSpPr>
          <p:spPr bwMode="auto">
            <a:xfrm>
              <a:off x="1091" y="2172"/>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4" y="86"/>
                  </a:lnTo>
                  <a:lnTo>
                    <a:pt x="10" y="125"/>
                  </a:lnTo>
                  <a:lnTo>
                    <a:pt x="18" y="164"/>
                  </a:lnTo>
                  <a:lnTo>
                    <a:pt x="29" y="202"/>
                  </a:lnTo>
                  <a:lnTo>
                    <a:pt x="41" y="236"/>
                  </a:lnTo>
                  <a:lnTo>
                    <a:pt x="55" y="268"/>
                  </a:lnTo>
                  <a:lnTo>
                    <a:pt x="70" y="299"/>
                  </a:lnTo>
                  <a:lnTo>
                    <a:pt x="89" y="327"/>
                  </a:lnTo>
                  <a:lnTo>
                    <a:pt x="106" y="350"/>
                  </a:lnTo>
                  <a:lnTo>
                    <a:pt x="126" y="373"/>
                  </a:lnTo>
                  <a:lnTo>
                    <a:pt x="148" y="392"/>
                  </a:lnTo>
                  <a:lnTo>
                    <a:pt x="171" y="407"/>
                  </a:lnTo>
                  <a:lnTo>
                    <a:pt x="194" y="417"/>
                  </a:lnTo>
                  <a:lnTo>
                    <a:pt x="219" y="423"/>
                  </a:lnTo>
                  <a:lnTo>
                    <a:pt x="245" y="426"/>
                  </a:lnTo>
                  <a:lnTo>
                    <a:pt x="245" y="414"/>
                  </a:lnTo>
                  <a:lnTo>
                    <a:pt x="221" y="411"/>
                  </a:lnTo>
                  <a:lnTo>
                    <a:pt x="199" y="406"/>
                  </a:lnTo>
                  <a:lnTo>
                    <a:pt x="178" y="395"/>
                  </a:lnTo>
                  <a:lnTo>
                    <a:pt x="155" y="382"/>
                  </a:lnTo>
                  <a:lnTo>
                    <a:pt x="136" y="363"/>
                  </a:lnTo>
                  <a:lnTo>
                    <a:pt x="116" y="343"/>
                  </a:lnTo>
                  <a:lnTo>
                    <a:pt x="98" y="320"/>
                  </a:lnTo>
                  <a:lnTo>
                    <a:pt x="82" y="292"/>
                  </a:lnTo>
                  <a:lnTo>
                    <a:pt x="66" y="264"/>
                  </a:lnTo>
                  <a:lnTo>
                    <a:pt x="52" y="231"/>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1837" name="Freeform 59"/>
            <p:cNvSpPr>
              <a:spLocks/>
            </p:cNvSpPr>
            <p:nvPr/>
          </p:nvSpPr>
          <p:spPr bwMode="auto">
            <a:xfrm>
              <a:off x="1091" y="2087"/>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4" y="8"/>
                  </a:lnTo>
                  <a:lnTo>
                    <a:pt x="171" y="18"/>
                  </a:lnTo>
                  <a:lnTo>
                    <a:pt x="148" y="34"/>
                  </a:lnTo>
                  <a:lnTo>
                    <a:pt x="126" y="51"/>
                  </a:lnTo>
                  <a:lnTo>
                    <a:pt x="106" y="73"/>
                  </a:lnTo>
                  <a:lnTo>
                    <a:pt x="89" y="98"/>
                  </a:lnTo>
                  <a:lnTo>
                    <a:pt x="71" y="125"/>
                  </a:lnTo>
                  <a:lnTo>
                    <a:pt x="55" y="155"/>
                  </a:lnTo>
                  <a:lnTo>
                    <a:pt x="41" y="188"/>
                  </a:lnTo>
                  <a:lnTo>
                    <a:pt x="29" y="222"/>
                  </a:lnTo>
                  <a:lnTo>
                    <a:pt x="18" y="261"/>
                  </a:lnTo>
                  <a:lnTo>
                    <a:pt x="10" y="298"/>
                  </a:lnTo>
                  <a:lnTo>
                    <a:pt x="4" y="338"/>
                  </a:lnTo>
                  <a:lnTo>
                    <a:pt x="1" y="382"/>
                  </a:lnTo>
                  <a:lnTo>
                    <a:pt x="0" y="424"/>
                  </a:lnTo>
                  <a:lnTo>
                    <a:pt x="11" y="424"/>
                  </a:lnTo>
                  <a:lnTo>
                    <a:pt x="13" y="382"/>
                  </a:lnTo>
                  <a:lnTo>
                    <a:pt x="16" y="341"/>
                  </a:lnTo>
                  <a:lnTo>
                    <a:pt x="22" y="301"/>
                  </a:lnTo>
                  <a:lnTo>
                    <a:pt x="30" y="263"/>
                  </a:lnTo>
                  <a:lnTo>
                    <a:pt x="41" y="227"/>
                  </a:lnTo>
                  <a:lnTo>
                    <a:pt x="52" y="193"/>
                  </a:lnTo>
                  <a:lnTo>
                    <a:pt x="66" y="160"/>
                  </a:lnTo>
                  <a:lnTo>
                    <a:pt x="80" y="132"/>
                  </a:lnTo>
                  <a:lnTo>
                    <a:pt x="98" y="105"/>
                  </a:lnTo>
                  <a:lnTo>
                    <a:pt x="116" y="80"/>
                  </a:lnTo>
                  <a:lnTo>
                    <a:pt x="136" y="60"/>
                  </a:lnTo>
                  <a:lnTo>
                    <a:pt x="155" y="43"/>
                  </a:lnTo>
                  <a:lnTo>
                    <a:pt x="178" y="30"/>
                  </a:lnTo>
                  <a:lnTo>
                    <a:pt x="199" y="19"/>
                  </a:lnTo>
                  <a:lnTo>
                    <a:pt x="221" y="14"/>
                  </a:lnTo>
                  <a:lnTo>
                    <a:pt x="245" y="11"/>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1838" name="Freeform 60"/>
            <p:cNvSpPr>
              <a:spLocks/>
            </p:cNvSpPr>
            <p:nvPr/>
          </p:nvSpPr>
          <p:spPr bwMode="auto">
            <a:xfrm>
              <a:off x="1392" y="2118"/>
              <a:ext cx="49" cy="85"/>
            </a:xfrm>
            <a:custGeom>
              <a:avLst/>
              <a:gdLst>
                <a:gd name="T0" fmla="*/ 2 w 246"/>
                <a:gd name="T1" fmla="*/ 3 h 426"/>
                <a:gd name="T2" fmla="*/ 2 w 246"/>
                <a:gd name="T3" fmla="*/ 3 h 426"/>
                <a:gd name="T4" fmla="*/ 2 w 246"/>
                <a:gd name="T5" fmla="*/ 3 h 426"/>
                <a:gd name="T6" fmla="*/ 2 w 246"/>
                <a:gd name="T7" fmla="*/ 3 h 426"/>
                <a:gd name="T8" fmla="*/ 2 w 246"/>
                <a:gd name="T9" fmla="*/ 2 h 426"/>
                <a:gd name="T10" fmla="*/ 2 w 246"/>
                <a:gd name="T11" fmla="*/ 2 h 426"/>
                <a:gd name="T12" fmla="*/ 2 w 246"/>
                <a:gd name="T13" fmla="*/ 2 h 426"/>
                <a:gd name="T14" fmla="*/ 2 w 246"/>
                <a:gd name="T15" fmla="*/ 2 h 426"/>
                <a:gd name="T16" fmla="*/ 2 w 246"/>
                <a:gd name="T17" fmla="*/ 1 h 426"/>
                <a:gd name="T18" fmla="*/ 1 w 246"/>
                <a:gd name="T19" fmla="*/ 1 h 426"/>
                <a:gd name="T20" fmla="*/ 1 w 246"/>
                <a:gd name="T21" fmla="*/ 1 h 426"/>
                <a:gd name="T22" fmla="*/ 1 w 246"/>
                <a:gd name="T23" fmla="*/ 1 h 426"/>
                <a:gd name="T24" fmla="*/ 1 w 246"/>
                <a:gd name="T25" fmla="*/ 0 h 426"/>
                <a:gd name="T26" fmla="*/ 1 w 246"/>
                <a:gd name="T27" fmla="*/ 0 h 426"/>
                <a:gd name="T28" fmla="*/ 1 w 246"/>
                <a:gd name="T29" fmla="*/ 0 h 426"/>
                <a:gd name="T30" fmla="*/ 0 w 246"/>
                <a:gd name="T31" fmla="*/ 0 h 426"/>
                <a:gd name="T32" fmla="*/ 0 w 246"/>
                <a:gd name="T33" fmla="*/ 0 h 426"/>
                <a:gd name="T34" fmla="*/ 0 w 246"/>
                <a:gd name="T35" fmla="*/ 0 h 426"/>
                <a:gd name="T36" fmla="*/ 0 w 246"/>
                <a:gd name="T37" fmla="*/ 0 h 426"/>
                <a:gd name="T38" fmla="*/ 0 w 246"/>
                <a:gd name="T39" fmla="*/ 0 h 426"/>
                <a:gd name="T40" fmla="*/ 0 w 246"/>
                <a:gd name="T41" fmla="*/ 0 h 426"/>
                <a:gd name="T42" fmla="*/ 1 w 246"/>
                <a:gd name="T43" fmla="*/ 0 h 426"/>
                <a:gd name="T44" fmla="*/ 1 w 246"/>
                <a:gd name="T45" fmla="*/ 0 h 426"/>
                <a:gd name="T46" fmla="*/ 1 w 246"/>
                <a:gd name="T47" fmla="*/ 1 h 426"/>
                <a:gd name="T48" fmla="*/ 1 w 246"/>
                <a:gd name="T49" fmla="*/ 1 h 426"/>
                <a:gd name="T50" fmla="*/ 1 w 246"/>
                <a:gd name="T51" fmla="*/ 1 h 426"/>
                <a:gd name="T52" fmla="*/ 1 w 246"/>
                <a:gd name="T53" fmla="*/ 1 h 426"/>
                <a:gd name="T54" fmla="*/ 1 w 246"/>
                <a:gd name="T55" fmla="*/ 1 h 426"/>
                <a:gd name="T56" fmla="*/ 2 w 246"/>
                <a:gd name="T57" fmla="*/ 2 h 426"/>
                <a:gd name="T58" fmla="*/ 2 w 246"/>
                <a:gd name="T59" fmla="*/ 2 h 426"/>
                <a:gd name="T60" fmla="*/ 2 w 246"/>
                <a:gd name="T61" fmla="*/ 2 h 426"/>
                <a:gd name="T62" fmla="*/ 2 w 246"/>
                <a:gd name="T63" fmla="*/ 2 h 426"/>
                <a:gd name="T64" fmla="*/ 2 w 246"/>
                <a:gd name="T65" fmla="*/ 3 h 426"/>
                <a:gd name="T66" fmla="*/ 2 w 246"/>
                <a:gd name="T67" fmla="*/ 3 h 426"/>
                <a:gd name="T68" fmla="*/ 2 w 246"/>
                <a:gd name="T69" fmla="*/ 3 h 426"/>
                <a:gd name="T70" fmla="*/ 2 w 246"/>
                <a:gd name="T71" fmla="*/ 3 h 426"/>
                <a:gd name="T72" fmla="*/ 2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246" y="426"/>
                  </a:moveTo>
                  <a:lnTo>
                    <a:pt x="246" y="426"/>
                  </a:lnTo>
                  <a:lnTo>
                    <a:pt x="245" y="384"/>
                  </a:lnTo>
                  <a:lnTo>
                    <a:pt x="242" y="340"/>
                  </a:lnTo>
                  <a:lnTo>
                    <a:pt x="236" y="301"/>
                  </a:lnTo>
                  <a:lnTo>
                    <a:pt x="228" y="262"/>
                  </a:lnTo>
                  <a:lnTo>
                    <a:pt x="217" y="224"/>
                  </a:lnTo>
                  <a:lnTo>
                    <a:pt x="205" y="190"/>
                  </a:lnTo>
                  <a:lnTo>
                    <a:pt x="191" y="158"/>
                  </a:lnTo>
                  <a:lnTo>
                    <a:pt x="176" y="126"/>
                  </a:lnTo>
                  <a:lnTo>
                    <a:pt x="157" y="99"/>
                  </a:lnTo>
                  <a:lnTo>
                    <a:pt x="139" y="75"/>
                  </a:lnTo>
                  <a:lnTo>
                    <a:pt x="119" y="53"/>
                  </a:lnTo>
                  <a:lnTo>
                    <a:pt x="96" y="34"/>
                  </a:lnTo>
                  <a:lnTo>
                    <a:pt x="75" y="19"/>
                  </a:lnTo>
                  <a:lnTo>
                    <a:pt x="51" y="9"/>
                  </a:lnTo>
                  <a:lnTo>
                    <a:pt x="26" y="3"/>
                  </a:lnTo>
                  <a:lnTo>
                    <a:pt x="0" y="0"/>
                  </a:lnTo>
                  <a:lnTo>
                    <a:pt x="0" y="12"/>
                  </a:lnTo>
                  <a:lnTo>
                    <a:pt x="24" y="15"/>
                  </a:lnTo>
                  <a:lnTo>
                    <a:pt x="46" y="20"/>
                  </a:lnTo>
                  <a:lnTo>
                    <a:pt x="68" y="31"/>
                  </a:lnTo>
                  <a:lnTo>
                    <a:pt x="89" y="44"/>
                  </a:lnTo>
                  <a:lnTo>
                    <a:pt x="109" y="63"/>
                  </a:lnTo>
                  <a:lnTo>
                    <a:pt x="129" y="83"/>
                  </a:lnTo>
                  <a:lnTo>
                    <a:pt x="148" y="106"/>
                  </a:lnTo>
                  <a:lnTo>
                    <a:pt x="164" y="133"/>
                  </a:lnTo>
                  <a:lnTo>
                    <a:pt x="180" y="162"/>
                  </a:lnTo>
                  <a:lnTo>
                    <a:pt x="194" y="195"/>
                  </a:lnTo>
                  <a:lnTo>
                    <a:pt x="205" y="229"/>
                  </a:lnTo>
                  <a:lnTo>
                    <a:pt x="216" y="264"/>
                  </a:lnTo>
                  <a:lnTo>
                    <a:pt x="224" y="303"/>
                  </a:lnTo>
                  <a:lnTo>
                    <a:pt x="230" y="343"/>
                  </a:lnTo>
                  <a:lnTo>
                    <a:pt x="233" y="384"/>
                  </a:lnTo>
                  <a:lnTo>
                    <a:pt x="235" y="426"/>
                  </a:lnTo>
                  <a:lnTo>
                    <a:pt x="246"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1839" name="Freeform 61"/>
            <p:cNvSpPr>
              <a:spLocks/>
            </p:cNvSpPr>
            <p:nvPr/>
          </p:nvSpPr>
          <p:spPr bwMode="auto">
            <a:xfrm>
              <a:off x="1392" y="2203"/>
              <a:ext cx="49" cy="85"/>
            </a:xfrm>
            <a:custGeom>
              <a:avLst/>
              <a:gdLst>
                <a:gd name="T0" fmla="*/ 0 w 246"/>
                <a:gd name="T1" fmla="*/ 3 h 424"/>
                <a:gd name="T2" fmla="*/ 0 w 246"/>
                <a:gd name="T3" fmla="*/ 3 h 424"/>
                <a:gd name="T4" fmla="*/ 0 w 246"/>
                <a:gd name="T5" fmla="*/ 3 h 424"/>
                <a:gd name="T6" fmla="*/ 0 w 246"/>
                <a:gd name="T7" fmla="*/ 3 h 424"/>
                <a:gd name="T8" fmla="*/ 1 w 246"/>
                <a:gd name="T9" fmla="*/ 3 h 424"/>
                <a:gd name="T10" fmla="*/ 1 w 246"/>
                <a:gd name="T11" fmla="*/ 3 h 424"/>
                <a:gd name="T12" fmla="*/ 1 w 246"/>
                <a:gd name="T13" fmla="*/ 3 h 424"/>
                <a:gd name="T14" fmla="*/ 1 w 246"/>
                <a:gd name="T15" fmla="*/ 3 h 424"/>
                <a:gd name="T16" fmla="*/ 1 w 246"/>
                <a:gd name="T17" fmla="*/ 3 h 424"/>
                <a:gd name="T18" fmla="*/ 1 w 246"/>
                <a:gd name="T19" fmla="*/ 2 h 424"/>
                <a:gd name="T20" fmla="*/ 2 w 246"/>
                <a:gd name="T21" fmla="*/ 2 h 424"/>
                <a:gd name="T22" fmla="*/ 2 w 246"/>
                <a:gd name="T23" fmla="*/ 2 h 424"/>
                <a:gd name="T24" fmla="*/ 2 w 246"/>
                <a:gd name="T25" fmla="*/ 2 h 424"/>
                <a:gd name="T26" fmla="*/ 2 w 246"/>
                <a:gd name="T27" fmla="*/ 1 h 424"/>
                <a:gd name="T28" fmla="*/ 2 w 246"/>
                <a:gd name="T29" fmla="*/ 1 h 424"/>
                <a:gd name="T30" fmla="*/ 2 w 246"/>
                <a:gd name="T31" fmla="*/ 1 h 424"/>
                <a:gd name="T32" fmla="*/ 2 w 246"/>
                <a:gd name="T33" fmla="*/ 0 h 424"/>
                <a:gd name="T34" fmla="*/ 2 w 246"/>
                <a:gd name="T35" fmla="*/ 0 h 424"/>
                <a:gd name="T36" fmla="*/ 2 w 246"/>
                <a:gd name="T37" fmla="*/ 0 h 424"/>
                <a:gd name="T38" fmla="*/ 2 w 246"/>
                <a:gd name="T39" fmla="*/ 0 h 424"/>
                <a:gd name="T40" fmla="*/ 2 w 246"/>
                <a:gd name="T41" fmla="*/ 1 h 424"/>
                <a:gd name="T42" fmla="*/ 2 w 246"/>
                <a:gd name="T43" fmla="*/ 1 h 424"/>
                <a:gd name="T44" fmla="*/ 2 w 246"/>
                <a:gd name="T45" fmla="*/ 1 h 424"/>
                <a:gd name="T46" fmla="*/ 2 w 246"/>
                <a:gd name="T47" fmla="*/ 2 h 424"/>
                <a:gd name="T48" fmla="*/ 2 w 246"/>
                <a:gd name="T49" fmla="*/ 2 h 424"/>
                <a:gd name="T50" fmla="*/ 1 w 246"/>
                <a:gd name="T51" fmla="*/ 2 h 424"/>
                <a:gd name="T52" fmla="*/ 1 w 246"/>
                <a:gd name="T53" fmla="*/ 2 h 424"/>
                <a:gd name="T54" fmla="*/ 1 w 246"/>
                <a:gd name="T55" fmla="*/ 3 h 424"/>
                <a:gd name="T56" fmla="*/ 1 w 246"/>
                <a:gd name="T57" fmla="*/ 3 h 424"/>
                <a:gd name="T58" fmla="*/ 1 w 246"/>
                <a:gd name="T59" fmla="*/ 3 h 424"/>
                <a:gd name="T60" fmla="*/ 1 w 246"/>
                <a:gd name="T61" fmla="*/ 3 h 424"/>
                <a:gd name="T62" fmla="*/ 1 w 246"/>
                <a:gd name="T63" fmla="*/ 3 h 424"/>
                <a:gd name="T64" fmla="*/ 0 w 246"/>
                <a:gd name="T65" fmla="*/ 3 h 424"/>
                <a:gd name="T66" fmla="*/ 0 w 246"/>
                <a:gd name="T67" fmla="*/ 3 h 424"/>
                <a:gd name="T68" fmla="*/ 0 w 246"/>
                <a:gd name="T69" fmla="*/ 3 h 424"/>
                <a:gd name="T70" fmla="*/ 0 w 246"/>
                <a:gd name="T71" fmla="*/ 3 h 424"/>
                <a:gd name="T72" fmla="*/ 0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0" y="424"/>
                  </a:moveTo>
                  <a:lnTo>
                    <a:pt x="0" y="424"/>
                  </a:lnTo>
                  <a:lnTo>
                    <a:pt x="26" y="422"/>
                  </a:lnTo>
                  <a:lnTo>
                    <a:pt x="51" y="416"/>
                  </a:lnTo>
                  <a:lnTo>
                    <a:pt x="75" y="406"/>
                  </a:lnTo>
                  <a:lnTo>
                    <a:pt x="96" y="390"/>
                  </a:lnTo>
                  <a:lnTo>
                    <a:pt x="119" y="373"/>
                  </a:lnTo>
                  <a:lnTo>
                    <a:pt x="139" y="351"/>
                  </a:lnTo>
                  <a:lnTo>
                    <a:pt x="157" y="326"/>
                  </a:lnTo>
                  <a:lnTo>
                    <a:pt x="175" y="299"/>
                  </a:lnTo>
                  <a:lnTo>
                    <a:pt x="191" y="269"/>
                  </a:lnTo>
                  <a:lnTo>
                    <a:pt x="205" y="236"/>
                  </a:lnTo>
                  <a:lnTo>
                    <a:pt x="217" y="202"/>
                  </a:lnTo>
                  <a:lnTo>
                    <a:pt x="228" y="163"/>
                  </a:lnTo>
                  <a:lnTo>
                    <a:pt x="236" y="125"/>
                  </a:lnTo>
                  <a:lnTo>
                    <a:pt x="242" y="86"/>
                  </a:lnTo>
                  <a:lnTo>
                    <a:pt x="245" y="42"/>
                  </a:lnTo>
                  <a:lnTo>
                    <a:pt x="246" y="0"/>
                  </a:lnTo>
                  <a:lnTo>
                    <a:pt x="235" y="0"/>
                  </a:lnTo>
                  <a:lnTo>
                    <a:pt x="233" y="42"/>
                  </a:lnTo>
                  <a:lnTo>
                    <a:pt x="230" y="83"/>
                  </a:lnTo>
                  <a:lnTo>
                    <a:pt x="224" y="123"/>
                  </a:lnTo>
                  <a:lnTo>
                    <a:pt x="216" y="161"/>
                  </a:lnTo>
                  <a:lnTo>
                    <a:pt x="205" y="197"/>
                  </a:lnTo>
                  <a:lnTo>
                    <a:pt x="194" y="231"/>
                  </a:lnTo>
                  <a:lnTo>
                    <a:pt x="180" y="264"/>
                  </a:lnTo>
                  <a:lnTo>
                    <a:pt x="166" y="292"/>
                  </a:lnTo>
                  <a:lnTo>
                    <a:pt x="148" y="319"/>
                  </a:lnTo>
                  <a:lnTo>
                    <a:pt x="129" y="344"/>
                  </a:lnTo>
                  <a:lnTo>
                    <a:pt x="109" y="364"/>
                  </a:lnTo>
                  <a:lnTo>
                    <a:pt x="89" y="381"/>
                  </a:lnTo>
                  <a:lnTo>
                    <a:pt x="68" y="394"/>
                  </a:lnTo>
                  <a:lnTo>
                    <a:pt x="46" y="405"/>
                  </a:lnTo>
                  <a:lnTo>
                    <a:pt x="24" y="410"/>
                  </a:lnTo>
                  <a:lnTo>
                    <a:pt x="0" y="413"/>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1840" name="Freeform 62"/>
            <p:cNvSpPr>
              <a:spLocks/>
            </p:cNvSpPr>
            <p:nvPr/>
          </p:nvSpPr>
          <p:spPr bwMode="auto">
            <a:xfrm>
              <a:off x="1343" y="2203"/>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2" y="42"/>
                  </a:lnTo>
                  <a:lnTo>
                    <a:pt x="5" y="86"/>
                  </a:lnTo>
                  <a:lnTo>
                    <a:pt x="11" y="125"/>
                  </a:lnTo>
                  <a:lnTo>
                    <a:pt x="19" y="163"/>
                  </a:lnTo>
                  <a:lnTo>
                    <a:pt x="30" y="202"/>
                  </a:lnTo>
                  <a:lnTo>
                    <a:pt x="41" y="236"/>
                  </a:lnTo>
                  <a:lnTo>
                    <a:pt x="56" y="269"/>
                  </a:lnTo>
                  <a:lnTo>
                    <a:pt x="72" y="299"/>
                  </a:lnTo>
                  <a:lnTo>
                    <a:pt x="90" y="326"/>
                  </a:lnTo>
                  <a:lnTo>
                    <a:pt x="108" y="351"/>
                  </a:lnTo>
                  <a:lnTo>
                    <a:pt x="127" y="373"/>
                  </a:lnTo>
                  <a:lnTo>
                    <a:pt x="149" y="390"/>
                  </a:lnTo>
                  <a:lnTo>
                    <a:pt x="172" y="406"/>
                  </a:lnTo>
                  <a:lnTo>
                    <a:pt x="195" y="416"/>
                  </a:lnTo>
                  <a:lnTo>
                    <a:pt x="220" y="422"/>
                  </a:lnTo>
                  <a:lnTo>
                    <a:pt x="245" y="424"/>
                  </a:lnTo>
                  <a:lnTo>
                    <a:pt x="245" y="413"/>
                  </a:lnTo>
                  <a:lnTo>
                    <a:pt x="222" y="410"/>
                  </a:lnTo>
                  <a:lnTo>
                    <a:pt x="200" y="405"/>
                  </a:lnTo>
                  <a:lnTo>
                    <a:pt x="179" y="394"/>
                  </a:lnTo>
                  <a:lnTo>
                    <a:pt x="156" y="381"/>
                  </a:lnTo>
                  <a:lnTo>
                    <a:pt x="136" y="364"/>
                  </a:lnTo>
                  <a:lnTo>
                    <a:pt x="118" y="344"/>
                  </a:lnTo>
                  <a:lnTo>
                    <a:pt x="99" y="319"/>
                  </a:lnTo>
                  <a:lnTo>
                    <a:pt x="81" y="292"/>
                  </a:lnTo>
                  <a:lnTo>
                    <a:pt x="67" y="264"/>
                  </a:lnTo>
                  <a:lnTo>
                    <a:pt x="53" y="231"/>
                  </a:lnTo>
                  <a:lnTo>
                    <a:pt x="41" y="197"/>
                  </a:lnTo>
                  <a:lnTo>
                    <a:pt x="31" y="161"/>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1841" name="Freeform 63"/>
            <p:cNvSpPr>
              <a:spLocks/>
            </p:cNvSpPr>
            <p:nvPr/>
          </p:nvSpPr>
          <p:spPr bwMode="auto">
            <a:xfrm>
              <a:off x="1343" y="2118"/>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1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20" y="3"/>
                  </a:lnTo>
                  <a:lnTo>
                    <a:pt x="195" y="9"/>
                  </a:lnTo>
                  <a:lnTo>
                    <a:pt x="172" y="19"/>
                  </a:lnTo>
                  <a:lnTo>
                    <a:pt x="149" y="34"/>
                  </a:lnTo>
                  <a:lnTo>
                    <a:pt x="127" y="53"/>
                  </a:lnTo>
                  <a:lnTo>
                    <a:pt x="108" y="75"/>
                  </a:lnTo>
                  <a:lnTo>
                    <a:pt x="90" y="99"/>
                  </a:lnTo>
                  <a:lnTo>
                    <a:pt x="71" y="126"/>
                  </a:lnTo>
                  <a:lnTo>
                    <a:pt x="56" y="158"/>
                  </a:lnTo>
                  <a:lnTo>
                    <a:pt x="41" y="190"/>
                  </a:lnTo>
                  <a:lnTo>
                    <a:pt x="30" y="224"/>
                  </a:lnTo>
                  <a:lnTo>
                    <a:pt x="19" y="262"/>
                  </a:lnTo>
                  <a:lnTo>
                    <a:pt x="11" y="301"/>
                  </a:lnTo>
                  <a:lnTo>
                    <a:pt x="5" y="340"/>
                  </a:lnTo>
                  <a:lnTo>
                    <a:pt x="2" y="384"/>
                  </a:lnTo>
                  <a:lnTo>
                    <a:pt x="0" y="426"/>
                  </a:lnTo>
                  <a:lnTo>
                    <a:pt x="12" y="426"/>
                  </a:lnTo>
                  <a:lnTo>
                    <a:pt x="13" y="384"/>
                  </a:lnTo>
                  <a:lnTo>
                    <a:pt x="17" y="343"/>
                  </a:lnTo>
                  <a:lnTo>
                    <a:pt x="23" y="303"/>
                  </a:lnTo>
                  <a:lnTo>
                    <a:pt x="31" y="264"/>
                  </a:lnTo>
                  <a:lnTo>
                    <a:pt x="41" y="229"/>
                  </a:lnTo>
                  <a:lnTo>
                    <a:pt x="53" y="195"/>
                  </a:lnTo>
                  <a:lnTo>
                    <a:pt x="67" y="162"/>
                  </a:lnTo>
                  <a:lnTo>
                    <a:pt x="82" y="133"/>
                  </a:lnTo>
                  <a:lnTo>
                    <a:pt x="99" y="106"/>
                  </a:lnTo>
                  <a:lnTo>
                    <a:pt x="118" y="83"/>
                  </a:lnTo>
                  <a:lnTo>
                    <a:pt x="136" y="63"/>
                  </a:lnTo>
                  <a:lnTo>
                    <a:pt x="156" y="44"/>
                  </a:lnTo>
                  <a:lnTo>
                    <a:pt x="179" y="31"/>
                  </a:lnTo>
                  <a:lnTo>
                    <a:pt x="200" y="20"/>
                  </a:lnTo>
                  <a:lnTo>
                    <a:pt x="222" y="15"/>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1842" name="Freeform 64"/>
            <p:cNvSpPr>
              <a:spLocks/>
            </p:cNvSpPr>
            <p:nvPr/>
          </p:nvSpPr>
          <p:spPr bwMode="auto">
            <a:xfrm>
              <a:off x="1384" y="1859"/>
              <a:ext cx="49" cy="84"/>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1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3" y="382"/>
                  </a:lnTo>
                  <a:lnTo>
                    <a:pt x="240" y="339"/>
                  </a:lnTo>
                  <a:lnTo>
                    <a:pt x="234" y="299"/>
                  </a:lnTo>
                  <a:lnTo>
                    <a:pt x="226" y="261"/>
                  </a:lnTo>
                  <a:lnTo>
                    <a:pt x="215" y="222"/>
                  </a:lnTo>
                  <a:lnTo>
                    <a:pt x="204" y="188"/>
                  </a:lnTo>
                  <a:lnTo>
                    <a:pt x="189" y="156"/>
                  </a:lnTo>
                  <a:lnTo>
                    <a:pt x="173" y="125"/>
                  </a:lnTo>
                  <a:lnTo>
                    <a:pt x="155" y="98"/>
                  </a:lnTo>
                  <a:lnTo>
                    <a:pt x="138" y="74"/>
                  </a:lnTo>
                  <a:lnTo>
                    <a:pt x="118" y="51"/>
                  </a:lnTo>
                  <a:lnTo>
                    <a:pt x="96" y="34"/>
                  </a:lnTo>
                  <a:lnTo>
                    <a:pt x="73" y="18"/>
                  </a:lnTo>
                  <a:lnTo>
                    <a:pt x="50" y="8"/>
                  </a:lnTo>
                  <a:lnTo>
                    <a:pt x="25" y="2"/>
                  </a:lnTo>
                  <a:lnTo>
                    <a:pt x="0" y="0"/>
                  </a:lnTo>
                  <a:lnTo>
                    <a:pt x="0" y="11"/>
                  </a:lnTo>
                  <a:lnTo>
                    <a:pt x="23" y="14"/>
                  </a:lnTo>
                  <a:lnTo>
                    <a:pt x="45" y="20"/>
                  </a:lnTo>
                  <a:lnTo>
                    <a:pt x="66" y="30"/>
                  </a:lnTo>
                  <a:lnTo>
                    <a:pt x="89" y="43"/>
                  </a:lnTo>
                  <a:lnTo>
                    <a:pt x="109" y="61"/>
                  </a:lnTo>
                  <a:lnTo>
                    <a:pt x="129" y="81"/>
                  </a:lnTo>
                  <a:lnTo>
                    <a:pt x="146" y="105"/>
                  </a:lnTo>
                  <a:lnTo>
                    <a:pt x="164" y="132"/>
                  </a:lnTo>
                  <a:lnTo>
                    <a:pt x="178" y="160"/>
                  </a:lnTo>
                  <a:lnTo>
                    <a:pt x="192" y="193"/>
                  </a:lnTo>
                  <a:lnTo>
                    <a:pt x="204" y="227"/>
                  </a:lnTo>
                  <a:lnTo>
                    <a:pt x="214" y="264"/>
                  </a:lnTo>
                  <a:lnTo>
                    <a:pt x="222" y="301"/>
                  </a:lnTo>
                  <a:lnTo>
                    <a:pt x="228"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1843" name="Freeform 65"/>
            <p:cNvSpPr>
              <a:spLocks/>
            </p:cNvSpPr>
            <p:nvPr/>
          </p:nvSpPr>
          <p:spPr bwMode="auto">
            <a:xfrm>
              <a:off x="1384" y="1943"/>
              <a:ext cx="49" cy="86"/>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5" y="423"/>
                  </a:lnTo>
                  <a:lnTo>
                    <a:pt x="50" y="418"/>
                  </a:lnTo>
                  <a:lnTo>
                    <a:pt x="73" y="407"/>
                  </a:lnTo>
                  <a:lnTo>
                    <a:pt x="96" y="392"/>
                  </a:lnTo>
                  <a:lnTo>
                    <a:pt x="118" y="374"/>
                  </a:lnTo>
                  <a:lnTo>
                    <a:pt x="138" y="352"/>
                  </a:lnTo>
                  <a:lnTo>
                    <a:pt x="155" y="327"/>
                  </a:lnTo>
                  <a:lnTo>
                    <a:pt x="174" y="300"/>
                  </a:lnTo>
                  <a:lnTo>
                    <a:pt x="189" y="269"/>
                  </a:lnTo>
                  <a:lnTo>
                    <a:pt x="204" y="237"/>
                  </a:lnTo>
                  <a:lnTo>
                    <a:pt x="215" y="202"/>
                  </a:lnTo>
                  <a:lnTo>
                    <a:pt x="226" y="164"/>
                  </a:lnTo>
                  <a:lnTo>
                    <a:pt x="234" y="126"/>
                  </a:lnTo>
                  <a:lnTo>
                    <a:pt x="240" y="86"/>
                  </a:lnTo>
                  <a:lnTo>
                    <a:pt x="243" y="42"/>
                  </a:lnTo>
                  <a:lnTo>
                    <a:pt x="245" y="0"/>
                  </a:lnTo>
                  <a:lnTo>
                    <a:pt x="233" y="0"/>
                  </a:lnTo>
                  <a:lnTo>
                    <a:pt x="232" y="42"/>
                  </a:lnTo>
                  <a:lnTo>
                    <a:pt x="228" y="83"/>
                  </a:lnTo>
                  <a:lnTo>
                    <a:pt x="222" y="123"/>
                  </a:lnTo>
                  <a:lnTo>
                    <a:pt x="214" y="162"/>
                  </a:lnTo>
                  <a:lnTo>
                    <a:pt x="204" y="197"/>
                  </a:lnTo>
                  <a:lnTo>
                    <a:pt x="192" y="232"/>
                  </a:lnTo>
                  <a:lnTo>
                    <a:pt x="178" y="264"/>
                  </a:lnTo>
                  <a:lnTo>
                    <a:pt x="163" y="293"/>
                  </a:lnTo>
                  <a:lnTo>
                    <a:pt x="146" y="320"/>
                  </a:lnTo>
                  <a:lnTo>
                    <a:pt x="129" y="345"/>
                  </a:lnTo>
                  <a:lnTo>
                    <a:pt x="109" y="365"/>
                  </a:lnTo>
                  <a:lnTo>
                    <a:pt x="89" y="382"/>
                  </a:lnTo>
                  <a:lnTo>
                    <a:pt x="66" y="395"/>
                  </a:lnTo>
                  <a:lnTo>
                    <a:pt x="45" y="406"/>
                  </a:lnTo>
                  <a:lnTo>
                    <a:pt x="23"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1844" name="Freeform 66"/>
            <p:cNvSpPr>
              <a:spLocks/>
            </p:cNvSpPr>
            <p:nvPr/>
          </p:nvSpPr>
          <p:spPr bwMode="auto">
            <a:xfrm>
              <a:off x="1335" y="1943"/>
              <a:ext cx="49" cy="86"/>
            </a:xfrm>
            <a:custGeom>
              <a:avLst/>
              <a:gdLst>
                <a:gd name="T0" fmla="*/ 0 w 246"/>
                <a:gd name="T1" fmla="*/ 0 h 426"/>
                <a:gd name="T2" fmla="*/ 0 w 246"/>
                <a:gd name="T3" fmla="*/ 0 h 426"/>
                <a:gd name="T4" fmla="*/ 0 w 246"/>
                <a:gd name="T5" fmla="*/ 0 h 426"/>
                <a:gd name="T6" fmla="*/ 0 w 246"/>
                <a:gd name="T7" fmla="*/ 1 h 426"/>
                <a:gd name="T8" fmla="*/ 0 w 246"/>
                <a:gd name="T9" fmla="*/ 1 h 426"/>
                <a:gd name="T10" fmla="*/ 0 w 246"/>
                <a:gd name="T11" fmla="*/ 1 h 426"/>
                <a:gd name="T12" fmla="*/ 0 w 246"/>
                <a:gd name="T13" fmla="*/ 2 h 426"/>
                <a:gd name="T14" fmla="*/ 0 w 246"/>
                <a:gd name="T15" fmla="*/ 2 h 426"/>
                <a:gd name="T16" fmla="*/ 0 w 246"/>
                <a:gd name="T17" fmla="*/ 2 h 426"/>
                <a:gd name="T18" fmla="*/ 1 w 246"/>
                <a:gd name="T19" fmla="*/ 2 h 426"/>
                <a:gd name="T20" fmla="*/ 1 w 246"/>
                <a:gd name="T21" fmla="*/ 3 h 426"/>
                <a:gd name="T22" fmla="*/ 1 w 246"/>
                <a:gd name="T23" fmla="*/ 3 h 426"/>
                <a:gd name="T24" fmla="*/ 1 w 246"/>
                <a:gd name="T25" fmla="*/ 3 h 426"/>
                <a:gd name="T26" fmla="*/ 1 w 246"/>
                <a:gd name="T27" fmla="*/ 3 h 426"/>
                <a:gd name="T28" fmla="*/ 1 w 246"/>
                <a:gd name="T29" fmla="*/ 3 h 426"/>
                <a:gd name="T30" fmla="*/ 2 w 246"/>
                <a:gd name="T31" fmla="*/ 3 h 426"/>
                <a:gd name="T32" fmla="*/ 2 w 246"/>
                <a:gd name="T33" fmla="*/ 3 h 426"/>
                <a:gd name="T34" fmla="*/ 2 w 246"/>
                <a:gd name="T35" fmla="*/ 3 h 426"/>
                <a:gd name="T36" fmla="*/ 2 w 246"/>
                <a:gd name="T37" fmla="*/ 3 h 426"/>
                <a:gd name="T38" fmla="*/ 2 w 246"/>
                <a:gd name="T39" fmla="*/ 3 h 426"/>
                <a:gd name="T40" fmla="*/ 2 w 246"/>
                <a:gd name="T41" fmla="*/ 3 h 426"/>
                <a:gd name="T42" fmla="*/ 1 w 246"/>
                <a:gd name="T43" fmla="*/ 3 h 426"/>
                <a:gd name="T44" fmla="*/ 1 w 246"/>
                <a:gd name="T45" fmla="*/ 3 h 426"/>
                <a:gd name="T46" fmla="*/ 1 w 246"/>
                <a:gd name="T47" fmla="*/ 3 h 426"/>
                <a:gd name="T48" fmla="*/ 1 w 246"/>
                <a:gd name="T49" fmla="*/ 3 h 426"/>
                <a:gd name="T50" fmla="*/ 1 w 246"/>
                <a:gd name="T51" fmla="*/ 3 h 426"/>
                <a:gd name="T52" fmla="*/ 1 w 246"/>
                <a:gd name="T53" fmla="*/ 2 h 426"/>
                <a:gd name="T54" fmla="*/ 1 w 246"/>
                <a:gd name="T55" fmla="*/ 2 h 426"/>
                <a:gd name="T56" fmla="*/ 0 w 246"/>
                <a:gd name="T57" fmla="*/ 2 h 426"/>
                <a:gd name="T58" fmla="*/ 0 w 246"/>
                <a:gd name="T59" fmla="*/ 2 h 426"/>
                <a:gd name="T60" fmla="*/ 0 w 246"/>
                <a:gd name="T61" fmla="*/ 1 h 426"/>
                <a:gd name="T62" fmla="*/ 0 w 246"/>
                <a:gd name="T63" fmla="*/ 1 h 426"/>
                <a:gd name="T64" fmla="*/ 0 w 246"/>
                <a:gd name="T65" fmla="*/ 1 h 426"/>
                <a:gd name="T66" fmla="*/ 0 w 246"/>
                <a:gd name="T67" fmla="*/ 0 h 426"/>
                <a:gd name="T68" fmla="*/ 0 w 246"/>
                <a:gd name="T69" fmla="*/ 0 h 426"/>
                <a:gd name="T70" fmla="*/ 0 w 246"/>
                <a:gd name="T71" fmla="*/ 0 h 426"/>
                <a:gd name="T72" fmla="*/ 0 w 246"/>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0"/>
                  </a:moveTo>
                  <a:lnTo>
                    <a:pt x="0" y="0"/>
                  </a:lnTo>
                  <a:lnTo>
                    <a:pt x="1" y="42"/>
                  </a:lnTo>
                  <a:lnTo>
                    <a:pt x="4" y="86"/>
                  </a:lnTo>
                  <a:lnTo>
                    <a:pt x="10" y="126"/>
                  </a:lnTo>
                  <a:lnTo>
                    <a:pt x="18" y="164"/>
                  </a:lnTo>
                  <a:lnTo>
                    <a:pt x="29" y="202"/>
                  </a:lnTo>
                  <a:lnTo>
                    <a:pt x="41" y="237"/>
                  </a:lnTo>
                  <a:lnTo>
                    <a:pt x="55" y="269"/>
                  </a:lnTo>
                  <a:lnTo>
                    <a:pt x="71" y="300"/>
                  </a:lnTo>
                  <a:lnTo>
                    <a:pt x="89" y="327"/>
                  </a:lnTo>
                  <a:lnTo>
                    <a:pt x="107" y="352"/>
                  </a:lnTo>
                  <a:lnTo>
                    <a:pt x="127" y="374"/>
                  </a:lnTo>
                  <a:lnTo>
                    <a:pt x="150" y="392"/>
                  </a:lnTo>
                  <a:lnTo>
                    <a:pt x="171" y="407"/>
                  </a:lnTo>
                  <a:lnTo>
                    <a:pt x="195" y="418"/>
                  </a:lnTo>
                  <a:lnTo>
                    <a:pt x="220" y="423"/>
                  </a:lnTo>
                  <a:lnTo>
                    <a:pt x="246" y="426"/>
                  </a:lnTo>
                  <a:lnTo>
                    <a:pt x="246" y="414"/>
                  </a:lnTo>
                  <a:lnTo>
                    <a:pt x="222" y="412"/>
                  </a:lnTo>
                  <a:lnTo>
                    <a:pt x="200" y="406"/>
                  </a:lnTo>
                  <a:lnTo>
                    <a:pt x="178" y="395"/>
                  </a:lnTo>
                  <a:lnTo>
                    <a:pt x="157" y="382"/>
                  </a:lnTo>
                  <a:lnTo>
                    <a:pt x="137" y="365"/>
                  </a:lnTo>
                  <a:lnTo>
                    <a:pt x="117" y="345"/>
                  </a:lnTo>
                  <a:lnTo>
                    <a:pt x="98" y="320"/>
                  </a:lnTo>
                  <a:lnTo>
                    <a:pt x="83" y="293"/>
                  </a:lnTo>
                  <a:lnTo>
                    <a:pt x="66" y="264"/>
                  </a:lnTo>
                  <a:lnTo>
                    <a:pt x="52" y="232"/>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1845" name="Freeform 67"/>
            <p:cNvSpPr>
              <a:spLocks/>
            </p:cNvSpPr>
            <p:nvPr/>
          </p:nvSpPr>
          <p:spPr bwMode="auto">
            <a:xfrm>
              <a:off x="1335" y="1859"/>
              <a:ext cx="49" cy="84"/>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1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0" y="2"/>
                  </a:lnTo>
                  <a:lnTo>
                    <a:pt x="195" y="8"/>
                  </a:lnTo>
                  <a:lnTo>
                    <a:pt x="171" y="18"/>
                  </a:lnTo>
                  <a:lnTo>
                    <a:pt x="150" y="34"/>
                  </a:lnTo>
                  <a:lnTo>
                    <a:pt x="127" y="51"/>
                  </a:lnTo>
                  <a:lnTo>
                    <a:pt x="107" y="74"/>
                  </a:lnTo>
                  <a:lnTo>
                    <a:pt x="89" y="98"/>
                  </a:lnTo>
                  <a:lnTo>
                    <a:pt x="72" y="125"/>
                  </a:lnTo>
                  <a:lnTo>
                    <a:pt x="55" y="156"/>
                  </a:lnTo>
                  <a:lnTo>
                    <a:pt x="41" y="188"/>
                  </a:lnTo>
                  <a:lnTo>
                    <a:pt x="29" y="222"/>
                  </a:lnTo>
                  <a:lnTo>
                    <a:pt x="18" y="261"/>
                  </a:lnTo>
                  <a:lnTo>
                    <a:pt x="10" y="299"/>
                  </a:lnTo>
                  <a:lnTo>
                    <a:pt x="4" y="339"/>
                  </a:lnTo>
                  <a:lnTo>
                    <a:pt x="1" y="382"/>
                  </a:lnTo>
                  <a:lnTo>
                    <a:pt x="0" y="424"/>
                  </a:lnTo>
                  <a:lnTo>
                    <a:pt x="11" y="424"/>
                  </a:lnTo>
                  <a:lnTo>
                    <a:pt x="13" y="382"/>
                  </a:lnTo>
                  <a:lnTo>
                    <a:pt x="16" y="341"/>
                  </a:lnTo>
                  <a:lnTo>
                    <a:pt x="22" y="301"/>
                  </a:lnTo>
                  <a:lnTo>
                    <a:pt x="30" y="264"/>
                  </a:lnTo>
                  <a:lnTo>
                    <a:pt x="41" y="227"/>
                  </a:lnTo>
                  <a:lnTo>
                    <a:pt x="52" y="193"/>
                  </a:lnTo>
                  <a:lnTo>
                    <a:pt x="66" y="160"/>
                  </a:lnTo>
                  <a:lnTo>
                    <a:pt x="82" y="132"/>
                  </a:lnTo>
                  <a:lnTo>
                    <a:pt x="98" y="105"/>
                  </a:lnTo>
                  <a:lnTo>
                    <a:pt x="117" y="81"/>
                  </a:lnTo>
                  <a:lnTo>
                    <a:pt x="137" y="61"/>
                  </a:lnTo>
                  <a:lnTo>
                    <a:pt x="157" y="43"/>
                  </a:lnTo>
                  <a:lnTo>
                    <a:pt x="178" y="30"/>
                  </a:lnTo>
                  <a:lnTo>
                    <a:pt x="200" y="20"/>
                  </a:lnTo>
                  <a:lnTo>
                    <a:pt x="222" y="14"/>
                  </a:lnTo>
                  <a:lnTo>
                    <a:pt x="246" y="11"/>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1846" name="Freeform 68"/>
            <p:cNvSpPr>
              <a:spLocks/>
            </p:cNvSpPr>
            <p:nvPr/>
          </p:nvSpPr>
          <p:spPr bwMode="auto">
            <a:xfrm>
              <a:off x="1552" y="1751"/>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1" y="339"/>
                  </a:lnTo>
                  <a:lnTo>
                    <a:pt x="235" y="299"/>
                  </a:lnTo>
                  <a:lnTo>
                    <a:pt x="226" y="261"/>
                  </a:lnTo>
                  <a:lnTo>
                    <a:pt x="216" y="223"/>
                  </a:lnTo>
                  <a:lnTo>
                    <a:pt x="204" y="189"/>
                  </a:lnTo>
                  <a:lnTo>
                    <a:pt x="190" y="156"/>
                  </a:lnTo>
                  <a:lnTo>
                    <a:pt x="174" y="125"/>
                  </a:lnTo>
                  <a:lnTo>
                    <a:pt x="156" y="98"/>
                  </a:lnTo>
                  <a:lnTo>
                    <a:pt x="137" y="74"/>
                  </a:lnTo>
                  <a:lnTo>
                    <a:pt x="119" y="52"/>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8" y="81"/>
                  </a:lnTo>
                  <a:lnTo>
                    <a:pt x="147" y="105"/>
                  </a:lnTo>
                  <a:lnTo>
                    <a:pt x="164" y="132"/>
                  </a:lnTo>
                  <a:lnTo>
                    <a:pt x="178" y="161"/>
                  </a:lnTo>
                  <a:lnTo>
                    <a:pt x="193" y="193"/>
                  </a:lnTo>
                  <a:lnTo>
                    <a:pt x="204" y="227"/>
                  </a:lnTo>
                  <a:lnTo>
                    <a:pt x="215" y="264"/>
                  </a:lnTo>
                  <a:lnTo>
                    <a:pt x="223" y="301"/>
                  </a:lnTo>
                  <a:lnTo>
                    <a:pt x="229" y="341"/>
                  </a:lnTo>
                  <a:lnTo>
                    <a:pt x="232" y="382"/>
                  </a:lnTo>
                  <a:lnTo>
                    <a:pt x="234"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1847" name="Freeform 69"/>
            <p:cNvSpPr>
              <a:spLocks/>
            </p:cNvSpPr>
            <p:nvPr/>
          </p:nvSpPr>
          <p:spPr bwMode="auto">
            <a:xfrm>
              <a:off x="1552" y="1836"/>
              <a:ext cx="49" cy="85"/>
            </a:xfrm>
            <a:custGeom>
              <a:avLst/>
              <a:gdLst>
                <a:gd name="T0" fmla="*/ 0 w 245"/>
                <a:gd name="T1" fmla="*/ 3 h 425"/>
                <a:gd name="T2" fmla="*/ 0 w 245"/>
                <a:gd name="T3" fmla="*/ 3 h 425"/>
                <a:gd name="T4" fmla="*/ 0 w 245"/>
                <a:gd name="T5" fmla="*/ 3 h 425"/>
                <a:gd name="T6" fmla="*/ 0 w 245"/>
                <a:gd name="T7" fmla="*/ 3 h 425"/>
                <a:gd name="T8" fmla="*/ 1 w 245"/>
                <a:gd name="T9" fmla="*/ 3 h 425"/>
                <a:gd name="T10" fmla="*/ 1 w 245"/>
                <a:gd name="T11" fmla="*/ 3 h 425"/>
                <a:gd name="T12" fmla="*/ 1 w 245"/>
                <a:gd name="T13" fmla="*/ 3 h 425"/>
                <a:gd name="T14" fmla="*/ 1 w 245"/>
                <a:gd name="T15" fmla="*/ 3 h 425"/>
                <a:gd name="T16" fmla="*/ 1 w 245"/>
                <a:gd name="T17" fmla="*/ 3 h 425"/>
                <a:gd name="T18" fmla="*/ 1 w 245"/>
                <a:gd name="T19" fmla="*/ 2 h 425"/>
                <a:gd name="T20" fmla="*/ 2 w 245"/>
                <a:gd name="T21" fmla="*/ 2 h 425"/>
                <a:gd name="T22" fmla="*/ 2 w 245"/>
                <a:gd name="T23" fmla="*/ 2 h 425"/>
                <a:gd name="T24" fmla="*/ 2 w 245"/>
                <a:gd name="T25" fmla="*/ 2 h 425"/>
                <a:gd name="T26" fmla="*/ 2 w 245"/>
                <a:gd name="T27" fmla="*/ 1 h 425"/>
                <a:gd name="T28" fmla="*/ 2 w 245"/>
                <a:gd name="T29" fmla="*/ 1 h 425"/>
                <a:gd name="T30" fmla="*/ 2 w 245"/>
                <a:gd name="T31" fmla="*/ 1 h 425"/>
                <a:gd name="T32" fmla="*/ 2 w 245"/>
                <a:gd name="T33" fmla="*/ 0 h 425"/>
                <a:gd name="T34" fmla="*/ 2 w 245"/>
                <a:gd name="T35" fmla="*/ 0 h 425"/>
                <a:gd name="T36" fmla="*/ 2 w 245"/>
                <a:gd name="T37" fmla="*/ 0 h 425"/>
                <a:gd name="T38" fmla="*/ 2 w 245"/>
                <a:gd name="T39" fmla="*/ 0 h 425"/>
                <a:gd name="T40" fmla="*/ 2 w 245"/>
                <a:gd name="T41" fmla="*/ 1 h 425"/>
                <a:gd name="T42" fmla="*/ 2 w 245"/>
                <a:gd name="T43" fmla="*/ 1 h 425"/>
                <a:gd name="T44" fmla="*/ 2 w 245"/>
                <a:gd name="T45" fmla="*/ 1 h 425"/>
                <a:gd name="T46" fmla="*/ 2 w 245"/>
                <a:gd name="T47" fmla="*/ 2 h 425"/>
                <a:gd name="T48" fmla="*/ 2 w 245"/>
                <a:gd name="T49" fmla="*/ 2 h 425"/>
                <a:gd name="T50" fmla="*/ 1 w 245"/>
                <a:gd name="T51" fmla="*/ 2 h 425"/>
                <a:gd name="T52" fmla="*/ 1 w 245"/>
                <a:gd name="T53" fmla="*/ 2 h 425"/>
                <a:gd name="T54" fmla="*/ 1 w 245"/>
                <a:gd name="T55" fmla="*/ 3 h 425"/>
                <a:gd name="T56" fmla="*/ 1 w 245"/>
                <a:gd name="T57" fmla="*/ 3 h 425"/>
                <a:gd name="T58" fmla="*/ 1 w 245"/>
                <a:gd name="T59" fmla="*/ 3 h 425"/>
                <a:gd name="T60" fmla="*/ 1 w 245"/>
                <a:gd name="T61" fmla="*/ 3 h 425"/>
                <a:gd name="T62" fmla="*/ 1 w 245"/>
                <a:gd name="T63" fmla="*/ 3 h 425"/>
                <a:gd name="T64" fmla="*/ 0 w 245"/>
                <a:gd name="T65" fmla="*/ 3 h 425"/>
                <a:gd name="T66" fmla="*/ 0 w 245"/>
                <a:gd name="T67" fmla="*/ 3 h 425"/>
                <a:gd name="T68" fmla="*/ 0 w 245"/>
                <a:gd name="T69" fmla="*/ 3 h 425"/>
                <a:gd name="T70" fmla="*/ 0 w 245"/>
                <a:gd name="T71" fmla="*/ 3 h 425"/>
                <a:gd name="T72" fmla="*/ 0 w 245"/>
                <a:gd name="T73" fmla="*/ 3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5"/>
                <a:gd name="T113" fmla="*/ 245 w 245"/>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5">
                  <a:moveTo>
                    <a:pt x="0" y="425"/>
                  </a:moveTo>
                  <a:lnTo>
                    <a:pt x="0" y="425"/>
                  </a:lnTo>
                  <a:lnTo>
                    <a:pt x="26" y="422"/>
                  </a:lnTo>
                  <a:lnTo>
                    <a:pt x="51" y="417"/>
                  </a:lnTo>
                  <a:lnTo>
                    <a:pt x="74" y="406"/>
                  </a:lnTo>
                  <a:lnTo>
                    <a:pt x="96" y="391"/>
                  </a:lnTo>
                  <a:lnTo>
                    <a:pt x="119" y="373"/>
                  </a:lnTo>
                  <a:lnTo>
                    <a:pt x="137" y="351"/>
                  </a:lnTo>
                  <a:lnTo>
                    <a:pt x="156" y="326"/>
                  </a:lnTo>
                  <a:lnTo>
                    <a:pt x="174" y="299"/>
                  </a:lnTo>
                  <a:lnTo>
                    <a:pt x="190" y="269"/>
                  </a:lnTo>
                  <a:lnTo>
                    <a:pt x="204" y="236"/>
                  </a:lnTo>
                  <a:lnTo>
                    <a:pt x="216" y="202"/>
                  </a:lnTo>
                  <a:lnTo>
                    <a:pt x="226" y="163"/>
                  </a:lnTo>
                  <a:lnTo>
                    <a:pt x="235" y="126"/>
                  </a:lnTo>
                  <a:lnTo>
                    <a:pt x="241" y="86"/>
                  </a:lnTo>
                  <a:lnTo>
                    <a:pt x="244" y="43"/>
                  </a:lnTo>
                  <a:lnTo>
                    <a:pt x="245" y="0"/>
                  </a:lnTo>
                  <a:lnTo>
                    <a:pt x="234" y="0"/>
                  </a:lnTo>
                  <a:lnTo>
                    <a:pt x="232" y="43"/>
                  </a:lnTo>
                  <a:lnTo>
                    <a:pt x="229" y="84"/>
                  </a:lnTo>
                  <a:lnTo>
                    <a:pt x="223" y="123"/>
                  </a:lnTo>
                  <a:lnTo>
                    <a:pt x="215" y="161"/>
                  </a:lnTo>
                  <a:lnTo>
                    <a:pt x="204" y="197"/>
                  </a:lnTo>
                  <a:lnTo>
                    <a:pt x="193" y="231"/>
                  </a:lnTo>
                  <a:lnTo>
                    <a:pt x="178" y="264"/>
                  </a:lnTo>
                  <a:lnTo>
                    <a:pt x="164" y="292"/>
                  </a:lnTo>
                  <a:lnTo>
                    <a:pt x="147" y="319"/>
                  </a:lnTo>
                  <a:lnTo>
                    <a:pt x="128" y="344"/>
                  </a:lnTo>
                  <a:lnTo>
                    <a:pt x="109" y="364"/>
                  </a:lnTo>
                  <a:lnTo>
                    <a:pt x="89" y="381"/>
                  </a:lnTo>
                  <a:lnTo>
                    <a:pt x="67" y="394"/>
                  </a:lnTo>
                  <a:lnTo>
                    <a:pt x="46" y="405"/>
                  </a:lnTo>
                  <a:lnTo>
                    <a:pt x="24" y="411"/>
                  </a:lnTo>
                  <a:lnTo>
                    <a:pt x="0" y="413"/>
                  </a:lnTo>
                  <a:lnTo>
                    <a:pt x="0" y="425"/>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1848" name="Freeform 70"/>
            <p:cNvSpPr>
              <a:spLocks/>
            </p:cNvSpPr>
            <p:nvPr/>
          </p:nvSpPr>
          <p:spPr bwMode="auto">
            <a:xfrm>
              <a:off x="1502" y="1836"/>
              <a:ext cx="50" cy="85"/>
            </a:xfrm>
            <a:custGeom>
              <a:avLst/>
              <a:gdLst>
                <a:gd name="T0" fmla="*/ 0 w 246"/>
                <a:gd name="T1" fmla="*/ 0 h 425"/>
                <a:gd name="T2" fmla="*/ 0 w 246"/>
                <a:gd name="T3" fmla="*/ 0 h 425"/>
                <a:gd name="T4" fmla="*/ 0 w 246"/>
                <a:gd name="T5" fmla="*/ 0 h 425"/>
                <a:gd name="T6" fmla="*/ 0 w 246"/>
                <a:gd name="T7" fmla="*/ 1 h 425"/>
                <a:gd name="T8" fmla="*/ 0 w 246"/>
                <a:gd name="T9" fmla="*/ 1 h 425"/>
                <a:gd name="T10" fmla="*/ 0 w 246"/>
                <a:gd name="T11" fmla="*/ 1 h 425"/>
                <a:gd name="T12" fmla="*/ 0 w 246"/>
                <a:gd name="T13" fmla="*/ 2 h 425"/>
                <a:gd name="T14" fmla="*/ 0 w 246"/>
                <a:gd name="T15" fmla="*/ 2 h 425"/>
                <a:gd name="T16" fmla="*/ 0 w 246"/>
                <a:gd name="T17" fmla="*/ 2 h 425"/>
                <a:gd name="T18" fmla="*/ 1 w 246"/>
                <a:gd name="T19" fmla="*/ 2 h 425"/>
                <a:gd name="T20" fmla="*/ 1 w 246"/>
                <a:gd name="T21" fmla="*/ 3 h 425"/>
                <a:gd name="T22" fmla="*/ 1 w 246"/>
                <a:gd name="T23" fmla="*/ 3 h 425"/>
                <a:gd name="T24" fmla="*/ 1 w 246"/>
                <a:gd name="T25" fmla="*/ 3 h 425"/>
                <a:gd name="T26" fmla="*/ 1 w 246"/>
                <a:gd name="T27" fmla="*/ 3 h 425"/>
                <a:gd name="T28" fmla="*/ 1 w 246"/>
                <a:gd name="T29" fmla="*/ 3 h 425"/>
                <a:gd name="T30" fmla="*/ 2 w 246"/>
                <a:gd name="T31" fmla="*/ 3 h 425"/>
                <a:gd name="T32" fmla="*/ 2 w 246"/>
                <a:gd name="T33" fmla="*/ 3 h 425"/>
                <a:gd name="T34" fmla="*/ 2 w 246"/>
                <a:gd name="T35" fmla="*/ 3 h 425"/>
                <a:gd name="T36" fmla="*/ 2 w 246"/>
                <a:gd name="T37" fmla="*/ 3 h 425"/>
                <a:gd name="T38" fmla="*/ 2 w 246"/>
                <a:gd name="T39" fmla="*/ 3 h 425"/>
                <a:gd name="T40" fmla="*/ 2 w 246"/>
                <a:gd name="T41" fmla="*/ 3 h 425"/>
                <a:gd name="T42" fmla="*/ 1 w 246"/>
                <a:gd name="T43" fmla="*/ 3 h 425"/>
                <a:gd name="T44" fmla="*/ 1 w 246"/>
                <a:gd name="T45" fmla="*/ 3 h 425"/>
                <a:gd name="T46" fmla="*/ 1 w 246"/>
                <a:gd name="T47" fmla="*/ 3 h 425"/>
                <a:gd name="T48" fmla="*/ 1 w 246"/>
                <a:gd name="T49" fmla="*/ 3 h 425"/>
                <a:gd name="T50" fmla="*/ 1 w 246"/>
                <a:gd name="T51" fmla="*/ 3 h 425"/>
                <a:gd name="T52" fmla="*/ 1 w 246"/>
                <a:gd name="T53" fmla="*/ 2 h 425"/>
                <a:gd name="T54" fmla="*/ 1 w 246"/>
                <a:gd name="T55" fmla="*/ 2 h 425"/>
                <a:gd name="T56" fmla="*/ 0 w 246"/>
                <a:gd name="T57" fmla="*/ 2 h 425"/>
                <a:gd name="T58" fmla="*/ 0 w 246"/>
                <a:gd name="T59" fmla="*/ 2 h 425"/>
                <a:gd name="T60" fmla="*/ 0 w 246"/>
                <a:gd name="T61" fmla="*/ 1 h 425"/>
                <a:gd name="T62" fmla="*/ 0 w 246"/>
                <a:gd name="T63" fmla="*/ 1 h 425"/>
                <a:gd name="T64" fmla="*/ 0 w 246"/>
                <a:gd name="T65" fmla="*/ 1 h 425"/>
                <a:gd name="T66" fmla="*/ 0 w 246"/>
                <a:gd name="T67" fmla="*/ 0 h 425"/>
                <a:gd name="T68" fmla="*/ 0 w 246"/>
                <a:gd name="T69" fmla="*/ 0 h 425"/>
                <a:gd name="T70" fmla="*/ 0 w 246"/>
                <a:gd name="T71" fmla="*/ 0 h 425"/>
                <a:gd name="T72" fmla="*/ 0 w 246"/>
                <a:gd name="T73" fmla="*/ 0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5"/>
                <a:gd name="T113" fmla="*/ 246 w 246"/>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5">
                  <a:moveTo>
                    <a:pt x="0" y="0"/>
                  </a:moveTo>
                  <a:lnTo>
                    <a:pt x="0" y="0"/>
                  </a:lnTo>
                  <a:lnTo>
                    <a:pt x="2" y="43"/>
                  </a:lnTo>
                  <a:lnTo>
                    <a:pt x="5" y="86"/>
                  </a:lnTo>
                  <a:lnTo>
                    <a:pt x="11" y="126"/>
                  </a:lnTo>
                  <a:lnTo>
                    <a:pt x="19" y="163"/>
                  </a:lnTo>
                  <a:lnTo>
                    <a:pt x="30" y="202"/>
                  </a:lnTo>
                  <a:lnTo>
                    <a:pt x="41" y="236"/>
                  </a:lnTo>
                  <a:lnTo>
                    <a:pt x="55" y="269"/>
                  </a:lnTo>
                  <a:lnTo>
                    <a:pt x="73" y="299"/>
                  </a:lnTo>
                  <a:lnTo>
                    <a:pt x="89" y="326"/>
                  </a:lnTo>
                  <a:lnTo>
                    <a:pt x="108" y="351"/>
                  </a:lnTo>
                  <a:lnTo>
                    <a:pt x="128" y="373"/>
                  </a:lnTo>
                  <a:lnTo>
                    <a:pt x="150" y="391"/>
                  </a:lnTo>
                  <a:lnTo>
                    <a:pt x="171" y="406"/>
                  </a:lnTo>
                  <a:lnTo>
                    <a:pt x="196" y="417"/>
                  </a:lnTo>
                  <a:lnTo>
                    <a:pt x="221" y="422"/>
                  </a:lnTo>
                  <a:lnTo>
                    <a:pt x="246" y="425"/>
                  </a:lnTo>
                  <a:lnTo>
                    <a:pt x="246" y="413"/>
                  </a:lnTo>
                  <a:lnTo>
                    <a:pt x="223" y="411"/>
                  </a:lnTo>
                  <a:lnTo>
                    <a:pt x="201" y="405"/>
                  </a:lnTo>
                  <a:lnTo>
                    <a:pt x="178" y="394"/>
                  </a:lnTo>
                  <a:lnTo>
                    <a:pt x="157" y="381"/>
                  </a:lnTo>
                  <a:lnTo>
                    <a:pt x="137" y="364"/>
                  </a:lnTo>
                  <a:lnTo>
                    <a:pt x="117" y="344"/>
                  </a:lnTo>
                  <a:lnTo>
                    <a:pt x="99" y="319"/>
                  </a:lnTo>
                  <a:lnTo>
                    <a:pt x="82" y="292"/>
                  </a:lnTo>
                  <a:lnTo>
                    <a:pt x="67" y="264"/>
                  </a:lnTo>
                  <a:lnTo>
                    <a:pt x="53" y="231"/>
                  </a:lnTo>
                  <a:lnTo>
                    <a:pt x="41" y="197"/>
                  </a:lnTo>
                  <a:lnTo>
                    <a:pt x="31" y="161"/>
                  </a:lnTo>
                  <a:lnTo>
                    <a:pt x="23" y="123"/>
                  </a:lnTo>
                  <a:lnTo>
                    <a:pt x="17" y="84"/>
                  </a:lnTo>
                  <a:lnTo>
                    <a:pt x="13" y="4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1849" name="Freeform 71"/>
            <p:cNvSpPr>
              <a:spLocks/>
            </p:cNvSpPr>
            <p:nvPr/>
          </p:nvSpPr>
          <p:spPr bwMode="auto">
            <a:xfrm>
              <a:off x="1502" y="1751"/>
              <a:ext cx="50" cy="85"/>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2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1" y="2"/>
                  </a:lnTo>
                  <a:lnTo>
                    <a:pt x="196" y="8"/>
                  </a:lnTo>
                  <a:lnTo>
                    <a:pt x="171" y="19"/>
                  </a:lnTo>
                  <a:lnTo>
                    <a:pt x="150" y="34"/>
                  </a:lnTo>
                  <a:lnTo>
                    <a:pt x="128" y="52"/>
                  </a:lnTo>
                  <a:lnTo>
                    <a:pt x="108" y="74"/>
                  </a:lnTo>
                  <a:lnTo>
                    <a:pt x="89" y="98"/>
                  </a:lnTo>
                  <a:lnTo>
                    <a:pt x="73" y="125"/>
                  </a:lnTo>
                  <a:lnTo>
                    <a:pt x="55" y="156"/>
                  </a:lnTo>
                  <a:lnTo>
                    <a:pt x="41" y="189"/>
                  </a:lnTo>
                  <a:lnTo>
                    <a:pt x="30" y="223"/>
                  </a:lnTo>
                  <a:lnTo>
                    <a:pt x="19" y="261"/>
                  </a:lnTo>
                  <a:lnTo>
                    <a:pt x="11" y="299"/>
                  </a:lnTo>
                  <a:lnTo>
                    <a:pt x="5" y="339"/>
                  </a:lnTo>
                  <a:lnTo>
                    <a:pt x="2" y="382"/>
                  </a:lnTo>
                  <a:lnTo>
                    <a:pt x="0" y="424"/>
                  </a:lnTo>
                  <a:lnTo>
                    <a:pt x="12" y="424"/>
                  </a:lnTo>
                  <a:lnTo>
                    <a:pt x="13" y="382"/>
                  </a:lnTo>
                  <a:lnTo>
                    <a:pt x="17" y="341"/>
                  </a:lnTo>
                  <a:lnTo>
                    <a:pt x="23" y="301"/>
                  </a:lnTo>
                  <a:lnTo>
                    <a:pt x="31" y="264"/>
                  </a:lnTo>
                  <a:lnTo>
                    <a:pt x="41" y="227"/>
                  </a:lnTo>
                  <a:lnTo>
                    <a:pt x="53" y="193"/>
                  </a:lnTo>
                  <a:lnTo>
                    <a:pt x="67" y="161"/>
                  </a:lnTo>
                  <a:lnTo>
                    <a:pt x="82" y="132"/>
                  </a:lnTo>
                  <a:lnTo>
                    <a:pt x="99" y="105"/>
                  </a:lnTo>
                  <a:lnTo>
                    <a:pt x="117" y="81"/>
                  </a:lnTo>
                  <a:lnTo>
                    <a:pt x="137" y="61"/>
                  </a:lnTo>
                  <a:lnTo>
                    <a:pt x="157" y="43"/>
                  </a:lnTo>
                  <a:lnTo>
                    <a:pt x="178" y="30"/>
                  </a:lnTo>
                  <a:lnTo>
                    <a:pt x="201" y="20"/>
                  </a:lnTo>
                  <a:lnTo>
                    <a:pt x="223" y="14"/>
                  </a:lnTo>
                  <a:lnTo>
                    <a:pt x="246" y="12"/>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1850" name="Freeform 72"/>
            <p:cNvSpPr>
              <a:spLocks/>
            </p:cNvSpPr>
            <p:nvPr/>
          </p:nvSpPr>
          <p:spPr bwMode="auto">
            <a:xfrm>
              <a:off x="1565" y="2016"/>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0" y="339"/>
                  </a:lnTo>
                  <a:lnTo>
                    <a:pt x="234" y="299"/>
                  </a:lnTo>
                  <a:lnTo>
                    <a:pt x="226" y="261"/>
                  </a:lnTo>
                  <a:lnTo>
                    <a:pt x="216" y="223"/>
                  </a:lnTo>
                  <a:lnTo>
                    <a:pt x="204" y="189"/>
                  </a:lnTo>
                  <a:lnTo>
                    <a:pt x="190" y="156"/>
                  </a:lnTo>
                  <a:lnTo>
                    <a:pt x="174" y="125"/>
                  </a:lnTo>
                  <a:lnTo>
                    <a:pt x="156" y="98"/>
                  </a:lnTo>
                  <a:lnTo>
                    <a:pt x="138" y="74"/>
                  </a:lnTo>
                  <a:lnTo>
                    <a:pt x="118" y="51"/>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9" y="81"/>
                  </a:lnTo>
                  <a:lnTo>
                    <a:pt x="147" y="105"/>
                  </a:lnTo>
                  <a:lnTo>
                    <a:pt x="164" y="132"/>
                  </a:lnTo>
                  <a:lnTo>
                    <a:pt x="178" y="160"/>
                  </a:lnTo>
                  <a:lnTo>
                    <a:pt x="192" y="193"/>
                  </a:lnTo>
                  <a:lnTo>
                    <a:pt x="204" y="227"/>
                  </a:lnTo>
                  <a:lnTo>
                    <a:pt x="215" y="264"/>
                  </a:lnTo>
                  <a:lnTo>
                    <a:pt x="223" y="301"/>
                  </a:lnTo>
                  <a:lnTo>
                    <a:pt x="229"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1851" name="Freeform 73"/>
            <p:cNvSpPr>
              <a:spLocks/>
            </p:cNvSpPr>
            <p:nvPr/>
          </p:nvSpPr>
          <p:spPr bwMode="auto">
            <a:xfrm>
              <a:off x="1565" y="2101"/>
              <a:ext cx="49" cy="85"/>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6" y="423"/>
                  </a:lnTo>
                  <a:lnTo>
                    <a:pt x="51" y="418"/>
                  </a:lnTo>
                  <a:lnTo>
                    <a:pt x="74" y="407"/>
                  </a:lnTo>
                  <a:lnTo>
                    <a:pt x="96" y="392"/>
                  </a:lnTo>
                  <a:lnTo>
                    <a:pt x="118" y="373"/>
                  </a:lnTo>
                  <a:lnTo>
                    <a:pt x="138" y="351"/>
                  </a:lnTo>
                  <a:lnTo>
                    <a:pt x="156" y="327"/>
                  </a:lnTo>
                  <a:lnTo>
                    <a:pt x="175" y="299"/>
                  </a:lnTo>
                  <a:lnTo>
                    <a:pt x="190" y="269"/>
                  </a:lnTo>
                  <a:lnTo>
                    <a:pt x="204" y="236"/>
                  </a:lnTo>
                  <a:lnTo>
                    <a:pt x="216" y="202"/>
                  </a:lnTo>
                  <a:lnTo>
                    <a:pt x="226" y="164"/>
                  </a:lnTo>
                  <a:lnTo>
                    <a:pt x="234" y="126"/>
                  </a:lnTo>
                  <a:lnTo>
                    <a:pt x="240" y="86"/>
                  </a:lnTo>
                  <a:lnTo>
                    <a:pt x="244" y="42"/>
                  </a:lnTo>
                  <a:lnTo>
                    <a:pt x="245" y="0"/>
                  </a:lnTo>
                  <a:lnTo>
                    <a:pt x="233" y="0"/>
                  </a:lnTo>
                  <a:lnTo>
                    <a:pt x="232" y="42"/>
                  </a:lnTo>
                  <a:lnTo>
                    <a:pt x="229" y="83"/>
                  </a:lnTo>
                  <a:lnTo>
                    <a:pt x="223" y="123"/>
                  </a:lnTo>
                  <a:lnTo>
                    <a:pt x="215" y="162"/>
                  </a:lnTo>
                  <a:lnTo>
                    <a:pt x="204" y="197"/>
                  </a:lnTo>
                  <a:lnTo>
                    <a:pt x="192" y="231"/>
                  </a:lnTo>
                  <a:lnTo>
                    <a:pt x="178" y="264"/>
                  </a:lnTo>
                  <a:lnTo>
                    <a:pt x="163" y="292"/>
                  </a:lnTo>
                  <a:lnTo>
                    <a:pt x="147" y="320"/>
                  </a:lnTo>
                  <a:lnTo>
                    <a:pt x="129" y="344"/>
                  </a:lnTo>
                  <a:lnTo>
                    <a:pt x="109" y="364"/>
                  </a:lnTo>
                  <a:lnTo>
                    <a:pt x="89" y="382"/>
                  </a:lnTo>
                  <a:lnTo>
                    <a:pt x="67" y="395"/>
                  </a:lnTo>
                  <a:lnTo>
                    <a:pt x="46" y="406"/>
                  </a:lnTo>
                  <a:lnTo>
                    <a:pt x="24"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1852" name="Freeform 74"/>
            <p:cNvSpPr>
              <a:spLocks/>
            </p:cNvSpPr>
            <p:nvPr/>
          </p:nvSpPr>
          <p:spPr bwMode="auto">
            <a:xfrm>
              <a:off x="1516" y="2101"/>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5" y="86"/>
                  </a:lnTo>
                  <a:lnTo>
                    <a:pt x="11" y="126"/>
                  </a:lnTo>
                  <a:lnTo>
                    <a:pt x="19" y="164"/>
                  </a:lnTo>
                  <a:lnTo>
                    <a:pt x="30" y="202"/>
                  </a:lnTo>
                  <a:lnTo>
                    <a:pt x="41" y="236"/>
                  </a:lnTo>
                  <a:lnTo>
                    <a:pt x="55" y="269"/>
                  </a:lnTo>
                  <a:lnTo>
                    <a:pt x="71" y="299"/>
                  </a:lnTo>
                  <a:lnTo>
                    <a:pt x="89" y="327"/>
                  </a:lnTo>
                  <a:lnTo>
                    <a:pt x="107" y="351"/>
                  </a:lnTo>
                  <a:lnTo>
                    <a:pt x="127" y="373"/>
                  </a:lnTo>
                  <a:lnTo>
                    <a:pt x="149" y="392"/>
                  </a:lnTo>
                  <a:lnTo>
                    <a:pt x="171" y="407"/>
                  </a:lnTo>
                  <a:lnTo>
                    <a:pt x="195" y="418"/>
                  </a:lnTo>
                  <a:lnTo>
                    <a:pt x="219" y="423"/>
                  </a:lnTo>
                  <a:lnTo>
                    <a:pt x="245" y="426"/>
                  </a:lnTo>
                  <a:lnTo>
                    <a:pt x="245" y="414"/>
                  </a:lnTo>
                  <a:lnTo>
                    <a:pt x="222" y="412"/>
                  </a:lnTo>
                  <a:lnTo>
                    <a:pt x="199" y="406"/>
                  </a:lnTo>
                  <a:lnTo>
                    <a:pt x="178" y="395"/>
                  </a:lnTo>
                  <a:lnTo>
                    <a:pt x="156" y="382"/>
                  </a:lnTo>
                  <a:lnTo>
                    <a:pt x="136" y="364"/>
                  </a:lnTo>
                  <a:lnTo>
                    <a:pt x="116" y="344"/>
                  </a:lnTo>
                  <a:lnTo>
                    <a:pt x="99" y="320"/>
                  </a:lnTo>
                  <a:lnTo>
                    <a:pt x="82" y="292"/>
                  </a:lnTo>
                  <a:lnTo>
                    <a:pt x="67" y="264"/>
                  </a:lnTo>
                  <a:lnTo>
                    <a:pt x="53" y="231"/>
                  </a:lnTo>
                  <a:lnTo>
                    <a:pt x="41" y="197"/>
                  </a:lnTo>
                  <a:lnTo>
                    <a:pt x="31" y="162"/>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1853" name="Freeform 75"/>
            <p:cNvSpPr>
              <a:spLocks/>
            </p:cNvSpPr>
            <p:nvPr/>
          </p:nvSpPr>
          <p:spPr bwMode="auto">
            <a:xfrm>
              <a:off x="1516" y="2016"/>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5" y="8"/>
                  </a:lnTo>
                  <a:lnTo>
                    <a:pt x="171" y="19"/>
                  </a:lnTo>
                  <a:lnTo>
                    <a:pt x="149" y="34"/>
                  </a:lnTo>
                  <a:lnTo>
                    <a:pt x="127" y="51"/>
                  </a:lnTo>
                  <a:lnTo>
                    <a:pt x="107" y="74"/>
                  </a:lnTo>
                  <a:lnTo>
                    <a:pt x="89" y="98"/>
                  </a:lnTo>
                  <a:lnTo>
                    <a:pt x="72" y="125"/>
                  </a:lnTo>
                  <a:lnTo>
                    <a:pt x="55" y="156"/>
                  </a:lnTo>
                  <a:lnTo>
                    <a:pt x="41" y="189"/>
                  </a:lnTo>
                  <a:lnTo>
                    <a:pt x="30" y="223"/>
                  </a:lnTo>
                  <a:lnTo>
                    <a:pt x="19" y="261"/>
                  </a:lnTo>
                  <a:lnTo>
                    <a:pt x="11" y="299"/>
                  </a:lnTo>
                  <a:lnTo>
                    <a:pt x="5" y="339"/>
                  </a:lnTo>
                  <a:lnTo>
                    <a:pt x="1" y="382"/>
                  </a:lnTo>
                  <a:lnTo>
                    <a:pt x="0" y="424"/>
                  </a:lnTo>
                  <a:lnTo>
                    <a:pt x="12" y="424"/>
                  </a:lnTo>
                  <a:lnTo>
                    <a:pt x="13" y="382"/>
                  </a:lnTo>
                  <a:lnTo>
                    <a:pt x="17" y="341"/>
                  </a:lnTo>
                  <a:lnTo>
                    <a:pt x="23" y="301"/>
                  </a:lnTo>
                  <a:lnTo>
                    <a:pt x="31" y="264"/>
                  </a:lnTo>
                  <a:lnTo>
                    <a:pt x="41" y="227"/>
                  </a:lnTo>
                  <a:lnTo>
                    <a:pt x="53" y="193"/>
                  </a:lnTo>
                  <a:lnTo>
                    <a:pt x="67" y="160"/>
                  </a:lnTo>
                  <a:lnTo>
                    <a:pt x="81" y="132"/>
                  </a:lnTo>
                  <a:lnTo>
                    <a:pt x="99" y="105"/>
                  </a:lnTo>
                  <a:lnTo>
                    <a:pt x="116" y="81"/>
                  </a:lnTo>
                  <a:lnTo>
                    <a:pt x="136" y="61"/>
                  </a:lnTo>
                  <a:lnTo>
                    <a:pt x="156" y="43"/>
                  </a:lnTo>
                  <a:lnTo>
                    <a:pt x="178" y="30"/>
                  </a:lnTo>
                  <a:lnTo>
                    <a:pt x="199" y="20"/>
                  </a:lnTo>
                  <a:lnTo>
                    <a:pt x="222"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sp>
        <p:nvSpPr>
          <p:cNvPr id="161800" name="Rectangle 77"/>
          <p:cNvSpPr>
            <a:spLocks noChangeArrowheads="1"/>
          </p:cNvSpPr>
          <p:nvPr/>
        </p:nvSpPr>
        <p:spPr bwMode="auto">
          <a:xfrm>
            <a:off x="611188" y="0"/>
            <a:ext cx="6388100" cy="6477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3000"/>
              <a:t>Sem. 3 - Mercredi</a:t>
            </a:r>
          </a:p>
        </p:txBody>
      </p:sp>
      <p:sp>
        <p:nvSpPr>
          <p:cNvPr id="161801" name="Text Box 78"/>
          <p:cNvSpPr txBox="1">
            <a:spLocks noChangeArrowheads="1"/>
          </p:cNvSpPr>
          <p:nvPr/>
        </p:nvSpPr>
        <p:spPr bwMode="auto">
          <a:xfrm>
            <a:off x="566738" y="2697163"/>
            <a:ext cx="3217862"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2. Pas de commandes</a:t>
            </a:r>
          </a:p>
        </p:txBody>
      </p:sp>
      <p:sp>
        <p:nvSpPr>
          <p:cNvPr id="161802" name="Text Box 79"/>
          <p:cNvSpPr txBox="1">
            <a:spLocks noChangeArrowheads="1"/>
          </p:cNvSpPr>
          <p:nvPr/>
        </p:nvSpPr>
        <p:spPr bwMode="auto">
          <a:xfrm>
            <a:off x="566738" y="5211763"/>
            <a:ext cx="6543675" cy="4429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eaLnBrk="1" hangingPunct="1">
              <a:spcBef>
                <a:spcPct val="0"/>
              </a:spcBef>
              <a:buFontTx/>
              <a:buNone/>
            </a:pPr>
            <a:r>
              <a:rPr lang="fr-FR" altLang="fr-FR" sz="2300"/>
              <a:t>4. Pointez la production sur votre feuille de suivi</a:t>
            </a:r>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62818" name="Group 2"/>
          <p:cNvGrpSpPr>
            <a:grpSpLocks/>
          </p:cNvGrpSpPr>
          <p:nvPr/>
        </p:nvGrpSpPr>
        <p:grpSpPr bwMode="auto">
          <a:xfrm>
            <a:off x="7073900" y="215900"/>
            <a:ext cx="1878013" cy="1250950"/>
            <a:chOff x="4456" y="136"/>
            <a:chExt cx="1183" cy="788"/>
          </a:xfrm>
        </p:grpSpPr>
        <p:grpSp>
          <p:nvGrpSpPr>
            <p:cNvPr id="162878" name="Group 3"/>
            <p:cNvGrpSpPr>
              <a:grpSpLocks/>
            </p:cNvGrpSpPr>
            <p:nvPr/>
          </p:nvGrpSpPr>
          <p:grpSpPr bwMode="auto">
            <a:xfrm>
              <a:off x="4766" y="232"/>
              <a:ext cx="873" cy="692"/>
              <a:chOff x="2185" y="310"/>
              <a:chExt cx="873" cy="692"/>
            </a:xfrm>
          </p:grpSpPr>
          <p:sp>
            <p:nvSpPr>
              <p:cNvPr id="162889" name="Freeform 4"/>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accent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2890" name="Freeform 5"/>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2891" name="Freeform 6"/>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2892" name="Freeform 7"/>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2893" name="Freeform 8"/>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2894" name="Freeform 9"/>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2895" name="Freeform 10"/>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grpSp>
          <p:nvGrpSpPr>
            <p:cNvPr id="162879" name="Group 11"/>
            <p:cNvGrpSpPr>
              <a:grpSpLocks/>
            </p:cNvGrpSpPr>
            <p:nvPr/>
          </p:nvGrpSpPr>
          <p:grpSpPr bwMode="auto">
            <a:xfrm>
              <a:off x="4949" y="336"/>
              <a:ext cx="591" cy="468"/>
              <a:chOff x="2185" y="310"/>
              <a:chExt cx="873" cy="692"/>
            </a:xfrm>
          </p:grpSpPr>
          <p:sp>
            <p:nvSpPr>
              <p:cNvPr id="162882" name="Freeform 12"/>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2883" name="Freeform 13"/>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2884" name="Freeform 14"/>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2885" name="Freeform 15"/>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2886" name="Freeform 16"/>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2887" name="Freeform 17"/>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2888" name="Freeform 18"/>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pic>
          <p:nvPicPr>
            <p:cNvPr id="162880" name="Picture 19"/>
            <p:cNvPicPr>
              <a:picLocks noChangeAspect="1" noChangeArrowheads="1"/>
            </p:cNvPicPr>
            <p:nvPr/>
          </p:nvPicPr>
          <p:blipFill>
            <a:blip r:embed="rId3" cstate="print">
              <a:extLst>
                <a:ext uri="{28A0092B-C50C-407E-A947-70E740481C1C}">
                  <a14:useLocalDpi xmlns:a14="http://schemas.microsoft.com/office/drawing/2010/main" val="0"/>
                </a:ext>
              </a:extLst>
            </a:blip>
            <a:srcRect l="-4282" t="-4369" r="-5199" b="-12012"/>
            <a:stretch>
              <a:fillRect/>
            </a:stretch>
          </p:blipFill>
          <p:spPr bwMode="auto">
            <a:xfrm>
              <a:off x="4456" y="136"/>
              <a:ext cx="480" cy="5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62881" name="Text Box 20"/>
            <p:cNvSpPr txBox="1">
              <a:spLocks noChangeArrowheads="1"/>
            </p:cNvSpPr>
            <p:nvPr/>
          </p:nvSpPr>
          <p:spPr bwMode="auto">
            <a:xfrm>
              <a:off x="4946" y="314"/>
              <a:ext cx="596" cy="49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4500" b="1">
                  <a:solidFill>
                    <a:srgbClr val="FF0000"/>
                  </a:solidFill>
                  <a:latin typeface="Arial Black" pitchFamily="34" charset="0"/>
                </a:rPr>
                <a:t>21</a:t>
              </a:r>
              <a:endParaRPr lang="fr-FR" altLang="fr-FR" sz="3200">
                <a:solidFill>
                  <a:schemeClr val="tx1"/>
                </a:solidFill>
                <a:latin typeface="Arial Black" pitchFamily="34" charset="0"/>
              </a:endParaRPr>
            </a:p>
          </p:txBody>
        </p:sp>
      </p:grpSp>
      <p:sp>
        <p:nvSpPr>
          <p:cNvPr id="162820" name="Text Box 22"/>
          <p:cNvSpPr txBox="1">
            <a:spLocks noChangeArrowheads="1"/>
          </p:cNvSpPr>
          <p:nvPr/>
        </p:nvSpPr>
        <p:spPr bwMode="auto">
          <a:xfrm>
            <a:off x="566738" y="1363663"/>
            <a:ext cx="1946275"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1. Tirez le dé</a:t>
            </a:r>
          </a:p>
        </p:txBody>
      </p:sp>
      <p:sp>
        <p:nvSpPr>
          <p:cNvPr id="162821" name="Text Box 23"/>
          <p:cNvSpPr txBox="1">
            <a:spLocks noChangeArrowheads="1"/>
          </p:cNvSpPr>
          <p:nvPr/>
        </p:nvSpPr>
        <p:spPr bwMode="auto">
          <a:xfrm>
            <a:off x="566738" y="3935413"/>
            <a:ext cx="18796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3. Produisez</a:t>
            </a:r>
          </a:p>
        </p:txBody>
      </p:sp>
      <p:grpSp>
        <p:nvGrpSpPr>
          <p:cNvPr id="162822" name="Group 24"/>
          <p:cNvGrpSpPr>
            <a:grpSpLocks/>
          </p:cNvGrpSpPr>
          <p:nvPr/>
        </p:nvGrpSpPr>
        <p:grpSpPr bwMode="auto">
          <a:xfrm>
            <a:off x="2986088" y="1306513"/>
            <a:ext cx="446087" cy="534987"/>
            <a:chOff x="868" y="1439"/>
            <a:chExt cx="811" cy="972"/>
          </a:xfrm>
        </p:grpSpPr>
        <p:sp>
          <p:nvSpPr>
            <p:cNvPr id="162827" name="Freeform 25"/>
            <p:cNvSpPr>
              <a:spLocks/>
            </p:cNvSpPr>
            <p:nvPr/>
          </p:nvSpPr>
          <p:spPr bwMode="auto">
            <a:xfrm>
              <a:off x="1548" y="2014"/>
              <a:ext cx="123" cy="100"/>
            </a:xfrm>
            <a:custGeom>
              <a:avLst/>
              <a:gdLst>
                <a:gd name="T0" fmla="*/ 5 w 618"/>
                <a:gd name="T1" fmla="*/ 0 h 502"/>
                <a:gd name="T2" fmla="*/ 5 w 618"/>
                <a:gd name="T3" fmla="*/ 0 h 502"/>
                <a:gd name="T4" fmla="*/ 0 w 618"/>
                <a:gd name="T5" fmla="*/ 4 h 502"/>
                <a:gd name="T6" fmla="*/ 0 w 618"/>
                <a:gd name="T7" fmla="*/ 4 h 502"/>
                <a:gd name="T8" fmla="*/ 5 w 618"/>
                <a:gd name="T9" fmla="*/ 0 h 502"/>
                <a:gd name="T10" fmla="*/ 5 w 618"/>
                <a:gd name="T11" fmla="*/ 0 h 502"/>
                <a:gd name="T12" fmla="*/ 5 w 618"/>
                <a:gd name="T13" fmla="*/ 0 h 502"/>
                <a:gd name="T14" fmla="*/ 5 w 618"/>
                <a:gd name="T15" fmla="*/ 0 h 502"/>
                <a:gd name="T16" fmla="*/ 5 w 618"/>
                <a:gd name="T17" fmla="*/ 0 h 502"/>
                <a:gd name="T18" fmla="*/ 5 w 618"/>
                <a:gd name="T19" fmla="*/ 0 h 502"/>
                <a:gd name="T20" fmla="*/ 5 w 618"/>
                <a:gd name="T21" fmla="*/ 0 h 502"/>
                <a:gd name="T22" fmla="*/ 5 w 618"/>
                <a:gd name="T23" fmla="*/ 0 h 502"/>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618"/>
                <a:gd name="T37" fmla="*/ 0 h 502"/>
                <a:gd name="T38" fmla="*/ 618 w 618"/>
                <a:gd name="T39" fmla="*/ 502 h 502"/>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618" h="502">
                  <a:moveTo>
                    <a:pt x="611" y="0"/>
                  </a:moveTo>
                  <a:lnTo>
                    <a:pt x="606" y="2"/>
                  </a:lnTo>
                  <a:lnTo>
                    <a:pt x="0" y="490"/>
                  </a:lnTo>
                  <a:lnTo>
                    <a:pt x="10" y="502"/>
                  </a:lnTo>
                  <a:lnTo>
                    <a:pt x="616" y="14"/>
                  </a:lnTo>
                  <a:lnTo>
                    <a:pt x="611" y="16"/>
                  </a:lnTo>
                  <a:lnTo>
                    <a:pt x="616" y="14"/>
                  </a:lnTo>
                  <a:lnTo>
                    <a:pt x="618" y="9"/>
                  </a:lnTo>
                  <a:lnTo>
                    <a:pt x="617" y="3"/>
                  </a:lnTo>
                  <a:lnTo>
                    <a:pt x="612" y="1"/>
                  </a:lnTo>
                  <a:lnTo>
                    <a:pt x="606" y="2"/>
                  </a:lnTo>
                  <a:lnTo>
                    <a:pt x="611"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2828" name="Freeform 26"/>
            <p:cNvSpPr>
              <a:spLocks/>
            </p:cNvSpPr>
            <p:nvPr/>
          </p:nvSpPr>
          <p:spPr bwMode="auto">
            <a:xfrm>
              <a:off x="876" y="1852"/>
              <a:ext cx="82" cy="373"/>
            </a:xfrm>
            <a:custGeom>
              <a:avLst/>
              <a:gdLst>
                <a:gd name="T0" fmla="*/ 3 w 413"/>
                <a:gd name="T1" fmla="*/ 15 h 1865"/>
                <a:gd name="T2" fmla="*/ 3 w 413"/>
                <a:gd name="T3" fmla="*/ 15 h 1865"/>
                <a:gd name="T4" fmla="*/ 0 w 413"/>
                <a:gd name="T5" fmla="*/ 0 h 1865"/>
                <a:gd name="T6" fmla="*/ 0 w 413"/>
                <a:gd name="T7" fmla="*/ 0 h 1865"/>
                <a:gd name="T8" fmla="*/ 3 w 413"/>
                <a:gd name="T9" fmla="*/ 15 h 1865"/>
                <a:gd name="T10" fmla="*/ 3 w 413"/>
                <a:gd name="T11" fmla="*/ 15 h 1865"/>
                <a:gd name="T12" fmla="*/ 3 w 413"/>
                <a:gd name="T13" fmla="*/ 15 h 1865"/>
                <a:gd name="T14" fmla="*/ 3 w 413"/>
                <a:gd name="T15" fmla="*/ 15 h 1865"/>
                <a:gd name="T16" fmla="*/ 3 w 413"/>
                <a:gd name="T17" fmla="*/ 15 h 1865"/>
                <a:gd name="T18" fmla="*/ 3 w 413"/>
                <a:gd name="T19" fmla="*/ 15 h 1865"/>
                <a:gd name="T20" fmla="*/ 3 w 413"/>
                <a:gd name="T21" fmla="*/ 15 h 1865"/>
                <a:gd name="T22" fmla="*/ 3 w 413"/>
                <a:gd name="T23" fmla="*/ 15 h 186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413"/>
                <a:gd name="T37" fmla="*/ 0 h 1865"/>
                <a:gd name="T38" fmla="*/ 413 w 413"/>
                <a:gd name="T39" fmla="*/ 1865 h 1865"/>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413" h="1865">
                  <a:moveTo>
                    <a:pt x="400" y="1864"/>
                  </a:moveTo>
                  <a:lnTo>
                    <a:pt x="413" y="1856"/>
                  </a:lnTo>
                  <a:lnTo>
                    <a:pt x="17" y="0"/>
                  </a:lnTo>
                  <a:lnTo>
                    <a:pt x="0" y="2"/>
                  </a:lnTo>
                  <a:lnTo>
                    <a:pt x="396" y="1858"/>
                  </a:lnTo>
                  <a:lnTo>
                    <a:pt x="409" y="1850"/>
                  </a:lnTo>
                  <a:lnTo>
                    <a:pt x="396" y="1858"/>
                  </a:lnTo>
                  <a:lnTo>
                    <a:pt x="400" y="1864"/>
                  </a:lnTo>
                  <a:lnTo>
                    <a:pt x="406" y="1865"/>
                  </a:lnTo>
                  <a:lnTo>
                    <a:pt x="410" y="1862"/>
                  </a:lnTo>
                  <a:lnTo>
                    <a:pt x="413" y="1856"/>
                  </a:lnTo>
                  <a:lnTo>
                    <a:pt x="400" y="186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2829" name="Freeform 27"/>
            <p:cNvSpPr>
              <a:spLocks/>
            </p:cNvSpPr>
            <p:nvPr/>
          </p:nvSpPr>
          <p:spPr bwMode="auto">
            <a:xfrm>
              <a:off x="1282" y="1533"/>
              <a:ext cx="35" cy="161"/>
            </a:xfrm>
            <a:custGeom>
              <a:avLst/>
              <a:gdLst>
                <a:gd name="T0" fmla="*/ 1 w 175"/>
                <a:gd name="T1" fmla="*/ 6 h 807"/>
                <a:gd name="T2" fmla="*/ 1 w 175"/>
                <a:gd name="T3" fmla="*/ 6 h 807"/>
                <a:gd name="T4" fmla="*/ 1 w 175"/>
                <a:gd name="T5" fmla="*/ 6 h 807"/>
                <a:gd name="T6" fmla="*/ 1 w 175"/>
                <a:gd name="T7" fmla="*/ 5 h 807"/>
                <a:gd name="T8" fmla="*/ 1 w 175"/>
                <a:gd name="T9" fmla="*/ 5 h 807"/>
                <a:gd name="T10" fmla="*/ 1 w 175"/>
                <a:gd name="T11" fmla="*/ 5 h 807"/>
                <a:gd name="T12" fmla="*/ 1 w 175"/>
                <a:gd name="T13" fmla="*/ 4 h 807"/>
                <a:gd name="T14" fmla="*/ 1 w 175"/>
                <a:gd name="T15" fmla="*/ 4 h 807"/>
                <a:gd name="T16" fmla="*/ 1 w 175"/>
                <a:gd name="T17" fmla="*/ 3 h 807"/>
                <a:gd name="T18" fmla="*/ 1 w 175"/>
                <a:gd name="T19" fmla="*/ 3 h 807"/>
                <a:gd name="T20" fmla="*/ 1 w 175"/>
                <a:gd name="T21" fmla="*/ 3 h 807"/>
                <a:gd name="T22" fmla="*/ 1 w 175"/>
                <a:gd name="T23" fmla="*/ 2 h 807"/>
                <a:gd name="T24" fmla="*/ 1 w 175"/>
                <a:gd name="T25" fmla="*/ 2 h 807"/>
                <a:gd name="T26" fmla="*/ 1 w 175"/>
                <a:gd name="T27" fmla="*/ 2 h 807"/>
                <a:gd name="T28" fmla="*/ 1 w 175"/>
                <a:gd name="T29" fmla="*/ 1 h 807"/>
                <a:gd name="T30" fmla="*/ 1 w 175"/>
                <a:gd name="T31" fmla="*/ 1 h 807"/>
                <a:gd name="T32" fmla="*/ 1 w 175"/>
                <a:gd name="T33" fmla="*/ 1 h 807"/>
                <a:gd name="T34" fmla="*/ 1 w 175"/>
                <a:gd name="T35" fmla="*/ 0 h 807"/>
                <a:gd name="T36" fmla="*/ 1 w 175"/>
                <a:gd name="T37" fmla="*/ 0 h 807"/>
                <a:gd name="T38" fmla="*/ 1 w 175"/>
                <a:gd name="T39" fmla="*/ 0 h 807"/>
                <a:gd name="T40" fmla="*/ 0 w 175"/>
                <a:gd name="T41" fmla="*/ 1 h 807"/>
                <a:gd name="T42" fmla="*/ 0 w 175"/>
                <a:gd name="T43" fmla="*/ 1 h 807"/>
                <a:gd name="T44" fmla="*/ 0 w 175"/>
                <a:gd name="T45" fmla="*/ 1 h 807"/>
                <a:gd name="T46" fmla="*/ 0 w 175"/>
                <a:gd name="T47" fmla="*/ 2 h 807"/>
                <a:gd name="T48" fmla="*/ 0 w 175"/>
                <a:gd name="T49" fmla="*/ 2 h 807"/>
                <a:gd name="T50" fmla="*/ 0 w 175"/>
                <a:gd name="T51" fmla="*/ 3 h 807"/>
                <a:gd name="T52" fmla="*/ 0 w 175"/>
                <a:gd name="T53" fmla="*/ 3 h 807"/>
                <a:gd name="T54" fmla="*/ 0 w 175"/>
                <a:gd name="T55" fmla="*/ 3 h 807"/>
                <a:gd name="T56" fmla="*/ 0 w 175"/>
                <a:gd name="T57" fmla="*/ 4 h 807"/>
                <a:gd name="T58" fmla="*/ 0 w 175"/>
                <a:gd name="T59" fmla="*/ 4 h 807"/>
                <a:gd name="T60" fmla="*/ 0 w 175"/>
                <a:gd name="T61" fmla="*/ 5 h 807"/>
                <a:gd name="T62" fmla="*/ 0 w 175"/>
                <a:gd name="T63" fmla="*/ 5 h 807"/>
                <a:gd name="T64" fmla="*/ 0 w 175"/>
                <a:gd name="T65" fmla="*/ 5 h 807"/>
                <a:gd name="T66" fmla="*/ 1 w 175"/>
                <a:gd name="T67" fmla="*/ 6 h 807"/>
                <a:gd name="T68" fmla="*/ 1 w 175"/>
                <a:gd name="T69" fmla="*/ 6 h 807"/>
                <a:gd name="T70" fmla="*/ 1 w 175"/>
                <a:gd name="T71" fmla="*/ 6 h 807"/>
                <a:gd name="T72" fmla="*/ 1 w 175"/>
                <a:gd name="T73" fmla="*/ 6 h 807"/>
                <a:gd name="T74" fmla="*/ 1 w 175"/>
                <a:gd name="T75" fmla="*/ 6 h 807"/>
                <a:gd name="T76" fmla="*/ 1 w 175"/>
                <a:gd name="T77" fmla="*/ 6 h 807"/>
                <a:gd name="T78" fmla="*/ 1 w 175"/>
                <a:gd name="T79" fmla="*/ 6 h 807"/>
                <a:gd name="T80" fmla="*/ 1 w 175"/>
                <a:gd name="T81" fmla="*/ 6 h 807"/>
                <a:gd name="T82" fmla="*/ 1 w 175"/>
                <a:gd name="T83" fmla="*/ 6 h 807"/>
                <a:gd name="T84" fmla="*/ 1 w 175"/>
                <a:gd name="T85" fmla="*/ 6 h 807"/>
                <a:gd name="T86" fmla="*/ 1 w 175"/>
                <a:gd name="T87" fmla="*/ 6 h 807"/>
                <a:gd name="T88" fmla="*/ 1 w 175"/>
                <a:gd name="T89" fmla="*/ 6 h 807"/>
                <a:gd name="T90" fmla="*/ 1 w 175"/>
                <a:gd name="T91" fmla="*/ 6 h 80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175"/>
                <a:gd name="T139" fmla="*/ 0 h 807"/>
                <a:gd name="T140" fmla="*/ 175 w 175"/>
                <a:gd name="T141" fmla="*/ 807 h 80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175" h="807">
                  <a:moveTo>
                    <a:pt x="169" y="740"/>
                  </a:moveTo>
                  <a:lnTo>
                    <a:pt x="169" y="739"/>
                  </a:lnTo>
                  <a:lnTo>
                    <a:pt x="149" y="698"/>
                  </a:lnTo>
                  <a:lnTo>
                    <a:pt x="133" y="656"/>
                  </a:lnTo>
                  <a:lnTo>
                    <a:pt x="120" y="611"/>
                  </a:lnTo>
                  <a:lnTo>
                    <a:pt x="108" y="565"/>
                  </a:lnTo>
                  <a:lnTo>
                    <a:pt x="100" y="520"/>
                  </a:lnTo>
                  <a:lnTo>
                    <a:pt x="96" y="472"/>
                  </a:lnTo>
                  <a:lnTo>
                    <a:pt x="93" y="425"/>
                  </a:lnTo>
                  <a:lnTo>
                    <a:pt x="93" y="377"/>
                  </a:lnTo>
                  <a:lnTo>
                    <a:pt x="96" y="330"/>
                  </a:lnTo>
                  <a:lnTo>
                    <a:pt x="100" y="283"/>
                  </a:lnTo>
                  <a:lnTo>
                    <a:pt x="106" y="238"/>
                  </a:lnTo>
                  <a:lnTo>
                    <a:pt x="115" y="195"/>
                  </a:lnTo>
                  <a:lnTo>
                    <a:pt x="126" y="153"/>
                  </a:lnTo>
                  <a:lnTo>
                    <a:pt x="139" y="114"/>
                  </a:lnTo>
                  <a:lnTo>
                    <a:pt x="153" y="77"/>
                  </a:lnTo>
                  <a:lnTo>
                    <a:pt x="169" y="43"/>
                  </a:lnTo>
                  <a:lnTo>
                    <a:pt x="87" y="0"/>
                  </a:lnTo>
                  <a:lnTo>
                    <a:pt x="69" y="39"/>
                  </a:lnTo>
                  <a:lnTo>
                    <a:pt x="52" y="81"/>
                  </a:lnTo>
                  <a:lnTo>
                    <a:pt x="37" y="127"/>
                  </a:lnTo>
                  <a:lnTo>
                    <a:pt x="24" y="174"/>
                  </a:lnTo>
                  <a:lnTo>
                    <a:pt x="15" y="222"/>
                  </a:lnTo>
                  <a:lnTo>
                    <a:pt x="7" y="271"/>
                  </a:lnTo>
                  <a:lnTo>
                    <a:pt x="2" y="323"/>
                  </a:lnTo>
                  <a:lnTo>
                    <a:pt x="0" y="374"/>
                  </a:lnTo>
                  <a:lnTo>
                    <a:pt x="0" y="427"/>
                  </a:lnTo>
                  <a:lnTo>
                    <a:pt x="2" y="479"/>
                  </a:lnTo>
                  <a:lnTo>
                    <a:pt x="9" y="531"/>
                  </a:lnTo>
                  <a:lnTo>
                    <a:pt x="17" y="584"/>
                  </a:lnTo>
                  <a:lnTo>
                    <a:pt x="29" y="635"/>
                  </a:lnTo>
                  <a:lnTo>
                    <a:pt x="44" y="686"/>
                  </a:lnTo>
                  <a:lnTo>
                    <a:pt x="65" y="736"/>
                  </a:lnTo>
                  <a:lnTo>
                    <a:pt x="87" y="784"/>
                  </a:lnTo>
                  <a:lnTo>
                    <a:pt x="87" y="782"/>
                  </a:lnTo>
                  <a:lnTo>
                    <a:pt x="87" y="784"/>
                  </a:lnTo>
                  <a:lnTo>
                    <a:pt x="100" y="799"/>
                  </a:lnTo>
                  <a:lnTo>
                    <a:pt x="117" y="807"/>
                  </a:lnTo>
                  <a:lnTo>
                    <a:pt x="134" y="807"/>
                  </a:lnTo>
                  <a:lnTo>
                    <a:pt x="151" y="801"/>
                  </a:lnTo>
                  <a:lnTo>
                    <a:pt x="164" y="791"/>
                  </a:lnTo>
                  <a:lnTo>
                    <a:pt x="173" y="777"/>
                  </a:lnTo>
                  <a:lnTo>
                    <a:pt x="175" y="759"/>
                  </a:lnTo>
                  <a:lnTo>
                    <a:pt x="169" y="739"/>
                  </a:lnTo>
                  <a:lnTo>
                    <a:pt x="169" y="74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2830" name="Freeform 28"/>
            <p:cNvSpPr>
              <a:spLocks/>
            </p:cNvSpPr>
            <p:nvPr/>
          </p:nvSpPr>
          <p:spPr bwMode="auto">
            <a:xfrm>
              <a:off x="1299" y="1681"/>
              <a:ext cx="157" cy="281"/>
            </a:xfrm>
            <a:custGeom>
              <a:avLst/>
              <a:gdLst>
                <a:gd name="T0" fmla="*/ 6 w 787"/>
                <a:gd name="T1" fmla="*/ 11 h 1404"/>
                <a:gd name="T2" fmla="*/ 6 w 787"/>
                <a:gd name="T3" fmla="*/ 11 h 1404"/>
                <a:gd name="T4" fmla="*/ 1 w 787"/>
                <a:gd name="T5" fmla="*/ 0 h 1404"/>
                <a:gd name="T6" fmla="*/ 0 w 787"/>
                <a:gd name="T7" fmla="*/ 0 h 1404"/>
                <a:gd name="T8" fmla="*/ 6 w 787"/>
                <a:gd name="T9" fmla="*/ 11 h 1404"/>
                <a:gd name="T10" fmla="*/ 6 w 787"/>
                <a:gd name="T11" fmla="*/ 11 h 1404"/>
                <a:gd name="T12" fmla="*/ 6 w 787"/>
                <a:gd name="T13" fmla="*/ 11 h 1404"/>
                <a:gd name="T14" fmla="*/ 6 w 787"/>
                <a:gd name="T15" fmla="*/ 11 h 1404"/>
                <a:gd name="T16" fmla="*/ 6 w 787"/>
                <a:gd name="T17" fmla="*/ 11 h 1404"/>
                <a:gd name="T18" fmla="*/ 6 w 787"/>
                <a:gd name="T19" fmla="*/ 11 h 1404"/>
                <a:gd name="T20" fmla="*/ 6 w 787"/>
                <a:gd name="T21" fmla="*/ 11 h 1404"/>
                <a:gd name="T22" fmla="*/ 6 w 787"/>
                <a:gd name="T23" fmla="*/ 11 h 1404"/>
                <a:gd name="T24" fmla="*/ 6 w 787"/>
                <a:gd name="T25" fmla="*/ 11 h 1404"/>
                <a:gd name="T26" fmla="*/ 6 w 787"/>
                <a:gd name="T27" fmla="*/ 11 h 1404"/>
                <a:gd name="T28" fmla="*/ 6 w 787"/>
                <a:gd name="T29" fmla="*/ 11 h 1404"/>
                <a:gd name="T30" fmla="*/ 6 w 787"/>
                <a:gd name="T31" fmla="*/ 11 h 1404"/>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787"/>
                <a:gd name="T49" fmla="*/ 0 h 1404"/>
                <a:gd name="T50" fmla="*/ 787 w 787"/>
                <a:gd name="T51" fmla="*/ 1404 h 1404"/>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787" h="1404">
                  <a:moveTo>
                    <a:pt x="781" y="1334"/>
                  </a:moveTo>
                  <a:lnTo>
                    <a:pt x="781" y="1337"/>
                  </a:lnTo>
                  <a:lnTo>
                    <a:pt x="82" y="0"/>
                  </a:lnTo>
                  <a:lnTo>
                    <a:pt x="0" y="42"/>
                  </a:lnTo>
                  <a:lnTo>
                    <a:pt x="699" y="1379"/>
                  </a:lnTo>
                  <a:lnTo>
                    <a:pt x="699" y="1381"/>
                  </a:lnTo>
                  <a:lnTo>
                    <a:pt x="699" y="1379"/>
                  </a:lnTo>
                  <a:lnTo>
                    <a:pt x="712" y="1395"/>
                  </a:lnTo>
                  <a:lnTo>
                    <a:pt x="727" y="1402"/>
                  </a:lnTo>
                  <a:lnTo>
                    <a:pt x="744" y="1404"/>
                  </a:lnTo>
                  <a:lnTo>
                    <a:pt x="761" y="1398"/>
                  </a:lnTo>
                  <a:lnTo>
                    <a:pt x="775" y="1388"/>
                  </a:lnTo>
                  <a:lnTo>
                    <a:pt x="784" y="1373"/>
                  </a:lnTo>
                  <a:lnTo>
                    <a:pt x="787" y="1357"/>
                  </a:lnTo>
                  <a:lnTo>
                    <a:pt x="781" y="1337"/>
                  </a:lnTo>
                  <a:lnTo>
                    <a:pt x="781" y="13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2831" name="Freeform 29"/>
            <p:cNvSpPr>
              <a:spLocks/>
            </p:cNvSpPr>
            <p:nvPr/>
          </p:nvSpPr>
          <p:spPr bwMode="auto">
            <a:xfrm>
              <a:off x="1439" y="1948"/>
              <a:ext cx="125" cy="76"/>
            </a:xfrm>
            <a:custGeom>
              <a:avLst/>
              <a:gdLst>
                <a:gd name="T0" fmla="*/ 5 w 628"/>
                <a:gd name="T1" fmla="*/ 2 h 383"/>
                <a:gd name="T2" fmla="*/ 5 w 628"/>
                <a:gd name="T3" fmla="*/ 2 h 383"/>
                <a:gd name="T4" fmla="*/ 4 w 628"/>
                <a:gd name="T5" fmla="*/ 2 h 383"/>
                <a:gd name="T6" fmla="*/ 4 w 628"/>
                <a:gd name="T7" fmla="*/ 2 h 383"/>
                <a:gd name="T8" fmla="*/ 4 w 628"/>
                <a:gd name="T9" fmla="*/ 2 h 383"/>
                <a:gd name="T10" fmla="*/ 3 w 628"/>
                <a:gd name="T11" fmla="*/ 2 h 383"/>
                <a:gd name="T12" fmla="*/ 3 w 628"/>
                <a:gd name="T13" fmla="*/ 2 h 383"/>
                <a:gd name="T14" fmla="*/ 3 w 628"/>
                <a:gd name="T15" fmla="*/ 2 h 383"/>
                <a:gd name="T16" fmla="*/ 3 w 628"/>
                <a:gd name="T17" fmla="*/ 2 h 383"/>
                <a:gd name="T18" fmla="*/ 2 w 628"/>
                <a:gd name="T19" fmla="*/ 2 h 383"/>
                <a:gd name="T20" fmla="*/ 2 w 628"/>
                <a:gd name="T21" fmla="*/ 2 h 383"/>
                <a:gd name="T22" fmla="*/ 2 w 628"/>
                <a:gd name="T23" fmla="*/ 1 h 383"/>
                <a:gd name="T24" fmla="*/ 2 w 628"/>
                <a:gd name="T25" fmla="*/ 1 h 383"/>
                <a:gd name="T26" fmla="*/ 1 w 628"/>
                <a:gd name="T27" fmla="*/ 1 h 383"/>
                <a:gd name="T28" fmla="*/ 1 w 628"/>
                <a:gd name="T29" fmla="*/ 1 h 383"/>
                <a:gd name="T30" fmla="*/ 1 w 628"/>
                <a:gd name="T31" fmla="*/ 1 h 383"/>
                <a:gd name="T32" fmla="*/ 1 w 628"/>
                <a:gd name="T33" fmla="*/ 0 h 383"/>
                <a:gd name="T34" fmla="*/ 1 w 628"/>
                <a:gd name="T35" fmla="*/ 0 h 383"/>
                <a:gd name="T36" fmla="*/ 0 w 628"/>
                <a:gd name="T37" fmla="*/ 0 h 383"/>
                <a:gd name="T38" fmla="*/ 0 w 628"/>
                <a:gd name="T39" fmla="*/ 1 h 383"/>
                <a:gd name="T40" fmla="*/ 0 w 628"/>
                <a:gd name="T41" fmla="*/ 1 h 383"/>
                <a:gd name="T42" fmla="*/ 1 w 628"/>
                <a:gd name="T43" fmla="*/ 1 h 383"/>
                <a:gd name="T44" fmla="*/ 1 w 628"/>
                <a:gd name="T45" fmla="*/ 1 h 383"/>
                <a:gd name="T46" fmla="*/ 1 w 628"/>
                <a:gd name="T47" fmla="*/ 2 h 383"/>
                <a:gd name="T48" fmla="*/ 1 w 628"/>
                <a:gd name="T49" fmla="*/ 2 h 383"/>
                <a:gd name="T50" fmla="*/ 2 w 628"/>
                <a:gd name="T51" fmla="*/ 2 h 383"/>
                <a:gd name="T52" fmla="*/ 2 w 628"/>
                <a:gd name="T53" fmla="*/ 2 h 383"/>
                <a:gd name="T54" fmla="*/ 2 w 628"/>
                <a:gd name="T55" fmla="*/ 2 h 383"/>
                <a:gd name="T56" fmla="*/ 3 w 628"/>
                <a:gd name="T57" fmla="*/ 3 h 383"/>
                <a:gd name="T58" fmla="*/ 3 w 628"/>
                <a:gd name="T59" fmla="*/ 3 h 383"/>
                <a:gd name="T60" fmla="*/ 3 w 628"/>
                <a:gd name="T61" fmla="*/ 3 h 383"/>
                <a:gd name="T62" fmla="*/ 4 w 628"/>
                <a:gd name="T63" fmla="*/ 3 h 383"/>
                <a:gd name="T64" fmla="*/ 4 w 628"/>
                <a:gd name="T65" fmla="*/ 3 h 383"/>
                <a:gd name="T66" fmla="*/ 4 w 628"/>
                <a:gd name="T67" fmla="*/ 3 h 383"/>
                <a:gd name="T68" fmla="*/ 5 w 628"/>
                <a:gd name="T69" fmla="*/ 3 h 383"/>
                <a:gd name="T70" fmla="*/ 5 w 628"/>
                <a:gd name="T71" fmla="*/ 3 h 383"/>
                <a:gd name="T72" fmla="*/ 5 w 628"/>
                <a:gd name="T73" fmla="*/ 3 h 383"/>
                <a:gd name="T74" fmla="*/ 5 w 628"/>
                <a:gd name="T75" fmla="*/ 3 h 383"/>
                <a:gd name="T76" fmla="*/ 5 w 628"/>
                <a:gd name="T77" fmla="*/ 3 h 383"/>
                <a:gd name="T78" fmla="*/ 5 w 628"/>
                <a:gd name="T79" fmla="*/ 3 h 383"/>
                <a:gd name="T80" fmla="*/ 5 w 628"/>
                <a:gd name="T81" fmla="*/ 3 h 383"/>
                <a:gd name="T82" fmla="*/ 5 w 628"/>
                <a:gd name="T83" fmla="*/ 3 h 383"/>
                <a:gd name="T84" fmla="*/ 5 w 628"/>
                <a:gd name="T85" fmla="*/ 2 h 383"/>
                <a:gd name="T86" fmla="*/ 5 w 628"/>
                <a:gd name="T87" fmla="*/ 2 h 383"/>
                <a:gd name="T88" fmla="*/ 5 w 628"/>
                <a:gd name="T89" fmla="*/ 2 h 383"/>
                <a:gd name="T90" fmla="*/ 5 w 628"/>
                <a:gd name="T91" fmla="*/ 2 h 38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628"/>
                <a:gd name="T139" fmla="*/ 0 h 383"/>
                <a:gd name="T140" fmla="*/ 628 w 628"/>
                <a:gd name="T141" fmla="*/ 383 h 38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628" h="383">
                  <a:moveTo>
                    <a:pt x="581" y="289"/>
                  </a:moveTo>
                  <a:lnTo>
                    <a:pt x="582" y="289"/>
                  </a:lnTo>
                  <a:lnTo>
                    <a:pt x="541" y="287"/>
                  </a:lnTo>
                  <a:lnTo>
                    <a:pt x="500" y="283"/>
                  </a:lnTo>
                  <a:lnTo>
                    <a:pt x="462" y="276"/>
                  </a:lnTo>
                  <a:lnTo>
                    <a:pt x="424" y="268"/>
                  </a:lnTo>
                  <a:lnTo>
                    <a:pt x="389" y="255"/>
                  </a:lnTo>
                  <a:lnTo>
                    <a:pt x="352" y="242"/>
                  </a:lnTo>
                  <a:lnTo>
                    <a:pt x="320" y="227"/>
                  </a:lnTo>
                  <a:lnTo>
                    <a:pt x="287" y="209"/>
                  </a:lnTo>
                  <a:lnTo>
                    <a:pt x="255" y="189"/>
                  </a:lnTo>
                  <a:lnTo>
                    <a:pt x="226" y="168"/>
                  </a:lnTo>
                  <a:lnTo>
                    <a:pt x="198" y="145"/>
                  </a:lnTo>
                  <a:lnTo>
                    <a:pt x="172" y="119"/>
                  </a:lnTo>
                  <a:lnTo>
                    <a:pt x="146" y="92"/>
                  </a:lnTo>
                  <a:lnTo>
                    <a:pt x="122" y="64"/>
                  </a:lnTo>
                  <a:lnTo>
                    <a:pt x="100" y="33"/>
                  </a:lnTo>
                  <a:lnTo>
                    <a:pt x="82" y="0"/>
                  </a:lnTo>
                  <a:lnTo>
                    <a:pt x="0" y="47"/>
                  </a:lnTo>
                  <a:lnTo>
                    <a:pt x="23" y="85"/>
                  </a:lnTo>
                  <a:lnTo>
                    <a:pt x="49" y="120"/>
                  </a:lnTo>
                  <a:lnTo>
                    <a:pt x="76" y="153"/>
                  </a:lnTo>
                  <a:lnTo>
                    <a:pt x="104" y="185"/>
                  </a:lnTo>
                  <a:lnTo>
                    <a:pt x="137" y="215"/>
                  </a:lnTo>
                  <a:lnTo>
                    <a:pt x="170" y="241"/>
                  </a:lnTo>
                  <a:lnTo>
                    <a:pt x="204" y="267"/>
                  </a:lnTo>
                  <a:lnTo>
                    <a:pt x="240" y="289"/>
                  </a:lnTo>
                  <a:lnTo>
                    <a:pt x="277" y="309"/>
                  </a:lnTo>
                  <a:lnTo>
                    <a:pt x="317" y="329"/>
                  </a:lnTo>
                  <a:lnTo>
                    <a:pt x="358" y="344"/>
                  </a:lnTo>
                  <a:lnTo>
                    <a:pt x="400" y="357"/>
                  </a:lnTo>
                  <a:lnTo>
                    <a:pt x="444" y="367"/>
                  </a:lnTo>
                  <a:lnTo>
                    <a:pt x="488" y="374"/>
                  </a:lnTo>
                  <a:lnTo>
                    <a:pt x="534" y="380"/>
                  </a:lnTo>
                  <a:lnTo>
                    <a:pt x="580" y="383"/>
                  </a:lnTo>
                  <a:lnTo>
                    <a:pt x="581" y="383"/>
                  </a:lnTo>
                  <a:lnTo>
                    <a:pt x="580" y="383"/>
                  </a:lnTo>
                  <a:lnTo>
                    <a:pt x="600" y="379"/>
                  </a:lnTo>
                  <a:lnTo>
                    <a:pt x="615" y="369"/>
                  </a:lnTo>
                  <a:lnTo>
                    <a:pt x="624" y="353"/>
                  </a:lnTo>
                  <a:lnTo>
                    <a:pt x="628" y="337"/>
                  </a:lnTo>
                  <a:lnTo>
                    <a:pt x="625" y="319"/>
                  </a:lnTo>
                  <a:lnTo>
                    <a:pt x="617" y="304"/>
                  </a:lnTo>
                  <a:lnTo>
                    <a:pt x="602" y="294"/>
                  </a:lnTo>
                  <a:lnTo>
                    <a:pt x="582" y="289"/>
                  </a:lnTo>
                  <a:lnTo>
                    <a:pt x="581" y="28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2832" name="Freeform 30"/>
            <p:cNvSpPr>
              <a:spLocks/>
            </p:cNvSpPr>
            <p:nvPr/>
          </p:nvSpPr>
          <p:spPr bwMode="auto">
            <a:xfrm>
              <a:off x="1587" y="1880"/>
              <a:ext cx="85" cy="49"/>
            </a:xfrm>
            <a:custGeom>
              <a:avLst/>
              <a:gdLst>
                <a:gd name="T0" fmla="*/ 3 w 426"/>
                <a:gd name="T1" fmla="*/ 0 h 245"/>
                <a:gd name="T2" fmla="*/ 3 w 426"/>
                <a:gd name="T3" fmla="*/ 0 h 245"/>
                <a:gd name="T4" fmla="*/ 3 w 426"/>
                <a:gd name="T5" fmla="*/ 0 h 245"/>
                <a:gd name="T6" fmla="*/ 3 w 426"/>
                <a:gd name="T7" fmla="*/ 0 h 245"/>
                <a:gd name="T8" fmla="*/ 2 w 426"/>
                <a:gd name="T9" fmla="*/ 0 h 245"/>
                <a:gd name="T10" fmla="*/ 2 w 426"/>
                <a:gd name="T11" fmla="*/ 0 h 245"/>
                <a:gd name="T12" fmla="*/ 2 w 426"/>
                <a:gd name="T13" fmla="*/ 0 h 245"/>
                <a:gd name="T14" fmla="*/ 2 w 426"/>
                <a:gd name="T15" fmla="*/ 0 h 245"/>
                <a:gd name="T16" fmla="*/ 1 w 426"/>
                <a:gd name="T17" fmla="*/ 0 h 245"/>
                <a:gd name="T18" fmla="*/ 1 w 426"/>
                <a:gd name="T19" fmla="*/ 1 h 245"/>
                <a:gd name="T20" fmla="*/ 1 w 426"/>
                <a:gd name="T21" fmla="*/ 1 h 245"/>
                <a:gd name="T22" fmla="*/ 1 w 426"/>
                <a:gd name="T23" fmla="*/ 1 h 245"/>
                <a:gd name="T24" fmla="*/ 0 w 426"/>
                <a:gd name="T25" fmla="*/ 1 h 245"/>
                <a:gd name="T26" fmla="*/ 0 w 426"/>
                <a:gd name="T27" fmla="*/ 1 h 245"/>
                <a:gd name="T28" fmla="*/ 0 w 426"/>
                <a:gd name="T29" fmla="*/ 1 h 245"/>
                <a:gd name="T30" fmla="*/ 0 w 426"/>
                <a:gd name="T31" fmla="*/ 2 h 245"/>
                <a:gd name="T32" fmla="*/ 0 w 426"/>
                <a:gd name="T33" fmla="*/ 2 h 245"/>
                <a:gd name="T34" fmla="*/ 0 w 426"/>
                <a:gd name="T35" fmla="*/ 2 h 245"/>
                <a:gd name="T36" fmla="*/ 0 w 426"/>
                <a:gd name="T37" fmla="*/ 2 h 245"/>
                <a:gd name="T38" fmla="*/ 0 w 426"/>
                <a:gd name="T39" fmla="*/ 2 h 245"/>
                <a:gd name="T40" fmla="*/ 0 w 426"/>
                <a:gd name="T41" fmla="*/ 2 h 245"/>
                <a:gd name="T42" fmla="*/ 0 w 426"/>
                <a:gd name="T43" fmla="*/ 1 h 245"/>
                <a:gd name="T44" fmla="*/ 0 w 426"/>
                <a:gd name="T45" fmla="*/ 1 h 245"/>
                <a:gd name="T46" fmla="*/ 0 w 426"/>
                <a:gd name="T47" fmla="*/ 1 h 245"/>
                <a:gd name="T48" fmla="*/ 1 w 426"/>
                <a:gd name="T49" fmla="*/ 1 h 245"/>
                <a:gd name="T50" fmla="*/ 1 w 426"/>
                <a:gd name="T51" fmla="*/ 1 h 245"/>
                <a:gd name="T52" fmla="*/ 1 w 426"/>
                <a:gd name="T53" fmla="*/ 1 h 245"/>
                <a:gd name="T54" fmla="*/ 1 w 426"/>
                <a:gd name="T55" fmla="*/ 1 h 245"/>
                <a:gd name="T56" fmla="*/ 2 w 426"/>
                <a:gd name="T57" fmla="*/ 0 h 245"/>
                <a:gd name="T58" fmla="*/ 2 w 426"/>
                <a:gd name="T59" fmla="*/ 0 h 245"/>
                <a:gd name="T60" fmla="*/ 2 w 426"/>
                <a:gd name="T61" fmla="*/ 0 h 245"/>
                <a:gd name="T62" fmla="*/ 2 w 426"/>
                <a:gd name="T63" fmla="*/ 0 h 245"/>
                <a:gd name="T64" fmla="*/ 3 w 426"/>
                <a:gd name="T65" fmla="*/ 0 h 245"/>
                <a:gd name="T66" fmla="*/ 3 w 426"/>
                <a:gd name="T67" fmla="*/ 0 h 245"/>
                <a:gd name="T68" fmla="*/ 3 w 426"/>
                <a:gd name="T69" fmla="*/ 0 h 245"/>
                <a:gd name="T70" fmla="*/ 3 w 426"/>
                <a:gd name="T71" fmla="*/ 0 h 245"/>
                <a:gd name="T72" fmla="*/ 3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426" y="0"/>
                  </a:moveTo>
                  <a:lnTo>
                    <a:pt x="426" y="0"/>
                  </a:lnTo>
                  <a:lnTo>
                    <a:pt x="384" y="1"/>
                  </a:lnTo>
                  <a:lnTo>
                    <a:pt x="340" y="4"/>
                  </a:lnTo>
                  <a:lnTo>
                    <a:pt x="300" y="10"/>
                  </a:lnTo>
                  <a:lnTo>
                    <a:pt x="262" y="18"/>
                  </a:lnTo>
                  <a:lnTo>
                    <a:pt x="224" y="29"/>
                  </a:lnTo>
                  <a:lnTo>
                    <a:pt x="189" y="41"/>
                  </a:lnTo>
                  <a:lnTo>
                    <a:pt x="157" y="55"/>
                  </a:lnTo>
                  <a:lnTo>
                    <a:pt x="126" y="70"/>
                  </a:lnTo>
                  <a:lnTo>
                    <a:pt x="99" y="89"/>
                  </a:lnTo>
                  <a:lnTo>
                    <a:pt x="74" y="106"/>
                  </a:lnTo>
                  <a:lnTo>
                    <a:pt x="52" y="126"/>
                  </a:lnTo>
                  <a:lnTo>
                    <a:pt x="34" y="148"/>
                  </a:lnTo>
                  <a:lnTo>
                    <a:pt x="19" y="171"/>
                  </a:lnTo>
                  <a:lnTo>
                    <a:pt x="9" y="194"/>
                  </a:lnTo>
                  <a:lnTo>
                    <a:pt x="3" y="219"/>
                  </a:lnTo>
                  <a:lnTo>
                    <a:pt x="0" y="245"/>
                  </a:lnTo>
                  <a:lnTo>
                    <a:pt x="12" y="245"/>
                  </a:lnTo>
                  <a:lnTo>
                    <a:pt x="15" y="221"/>
                  </a:lnTo>
                  <a:lnTo>
                    <a:pt x="20" y="199"/>
                  </a:lnTo>
                  <a:lnTo>
                    <a:pt x="31" y="178"/>
                  </a:lnTo>
                  <a:lnTo>
                    <a:pt x="44" y="156"/>
                  </a:lnTo>
                  <a:lnTo>
                    <a:pt x="61" y="136"/>
                  </a:lnTo>
                  <a:lnTo>
                    <a:pt x="81" y="116"/>
                  </a:lnTo>
                  <a:lnTo>
                    <a:pt x="106" y="98"/>
                  </a:lnTo>
                  <a:lnTo>
                    <a:pt x="133" y="82"/>
                  </a:lnTo>
                  <a:lnTo>
                    <a:pt x="162" y="66"/>
                  </a:lnTo>
                  <a:lnTo>
                    <a:pt x="194" y="52"/>
                  </a:lnTo>
                  <a:lnTo>
                    <a:pt x="229" y="41"/>
                  </a:lnTo>
                  <a:lnTo>
                    <a:pt x="264" y="30"/>
                  </a:lnTo>
                  <a:lnTo>
                    <a:pt x="303" y="22"/>
                  </a:lnTo>
                  <a:lnTo>
                    <a:pt x="343" y="16"/>
                  </a:lnTo>
                  <a:lnTo>
                    <a:pt x="384" y="12"/>
                  </a:lnTo>
                  <a:lnTo>
                    <a:pt x="426" y="11"/>
                  </a:lnTo>
                  <a:lnTo>
                    <a:pt x="42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2833" name="Freeform 31"/>
            <p:cNvSpPr>
              <a:spLocks/>
            </p:cNvSpPr>
            <p:nvPr/>
          </p:nvSpPr>
          <p:spPr bwMode="auto">
            <a:xfrm>
              <a:off x="1587" y="1929"/>
              <a:ext cx="85" cy="49"/>
            </a:xfrm>
            <a:custGeom>
              <a:avLst/>
              <a:gdLst>
                <a:gd name="T0" fmla="*/ 0 w 426"/>
                <a:gd name="T1" fmla="*/ 0 h 245"/>
                <a:gd name="T2" fmla="*/ 0 w 426"/>
                <a:gd name="T3" fmla="*/ 0 h 245"/>
                <a:gd name="T4" fmla="*/ 0 w 426"/>
                <a:gd name="T5" fmla="*/ 0 h 245"/>
                <a:gd name="T6" fmla="*/ 0 w 426"/>
                <a:gd name="T7" fmla="*/ 0 h 245"/>
                <a:gd name="T8" fmla="*/ 0 w 426"/>
                <a:gd name="T9" fmla="*/ 1 h 245"/>
                <a:gd name="T10" fmla="*/ 0 w 426"/>
                <a:gd name="T11" fmla="*/ 1 h 245"/>
                <a:gd name="T12" fmla="*/ 0 w 426"/>
                <a:gd name="T13" fmla="*/ 1 h 245"/>
                <a:gd name="T14" fmla="*/ 1 w 426"/>
                <a:gd name="T15" fmla="*/ 1 h 245"/>
                <a:gd name="T16" fmla="*/ 1 w 426"/>
                <a:gd name="T17" fmla="*/ 1 h 245"/>
                <a:gd name="T18" fmla="*/ 1 w 426"/>
                <a:gd name="T19" fmla="*/ 1 h 245"/>
                <a:gd name="T20" fmla="*/ 1 w 426"/>
                <a:gd name="T21" fmla="*/ 2 h 245"/>
                <a:gd name="T22" fmla="*/ 2 w 426"/>
                <a:gd name="T23" fmla="*/ 2 h 245"/>
                <a:gd name="T24" fmla="*/ 2 w 426"/>
                <a:gd name="T25" fmla="*/ 2 h 245"/>
                <a:gd name="T26" fmla="*/ 2 w 426"/>
                <a:gd name="T27" fmla="*/ 2 h 245"/>
                <a:gd name="T28" fmla="*/ 2 w 426"/>
                <a:gd name="T29" fmla="*/ 2 h 245"/>
                <a:gd name="T30" fmla="*/ 3 w 426"/>
                <a:gd name="T31" fmla="*/ 2 h 245"/>
                <a:gd name="T32" fmla="*/ 3 w 426"/>
                <a:gd name="T33" fmla="*/ 2 h 245"/>
                <a:gd name="T34" fmla="*/ 3 w 426"/>
                <a:gd name="T35" fmla="*/ 2 h 245"/>
                <a:gd name="T36" fmla="*/ 3 w 426"/>
                <a:gd name="T37" fmla="*/ 2 h 245"/>
                <a:gd name="T38" fmla="*/ 3 w 426"/>
                <a:gd name="T39" fmla="*/ 2 h 245"/>
                <a:gd name="T40" fmla="*/ 3 w 426"/>
                <a:gd name="T41" fmla="*/ 2 h 245"/>
                <a:gd name="T42" fmla="*/ 2 w 426"/>
                <a:gd name="T43" fmla="*/ 2 h 245"/>
                <a:gd name="T44" fmla="*/ 2 w 426"/>
                <a:gd name="T45" fmla="*/ 2 h 245"/>
                <a:gd name="T46" fmla="*/ 2 w 426"/>
                <a:gd name="T47" fmla="*/ 2 h 245"/>
                <a:gd name="T48" fmla="*/ 2 w 426"/>
                <a:gd name="T49" fmla="*/ 2 h 245"/>
                <a:gd name="T50" fmla="*/ 1 w 426"/>
                <a:gd name="T51" fmla="*/ 1 h 245"/>
                <a:gd name="T52" fmla="*/ 1 w 426"/>
                <a:gd name="T53" fmla="*/ 1 h 245"/>
                <a:gd name="T54" fmla="*/ 1 w 426"/>
                <a:gd name="T55" fmla="*/ 1 h 245"/>
                <a:gd name="T56" fmla="*/ 1 w 426"/>
                <a:gd name="T57" fmla="*/ 1 h 245"/>
                <a:gd name="T58" fmla="*/ 0 w 426"/>
                <a:gd name="T59" fmla="*/ 1 h 245"/>
                <a:gd name="T60" fmla="*/ 0 w 426"/>
                <a:gd name="T61" fmla="*/ 1 h 245"/>
                <a:gd name="T62" fmla="*/ 0 w 426"/>
                <a:gd name="T63" fmla="*/ 1 h 245"/>
                <a:gd name="T64" fmla="*/ 0 w 426"/>
                <a:gd name="T65" fmla="*/ 0 h 245"/>
                <a:gd name="T66" fmla="*/ 0 w 426"/>
                <a:gd name="T67" fmla="*/ 0 h 245"/>
                <a:gd name="T68" fmla="*/ 0 w 426"/>
                <a:gd name="T69" fmla="*/ 0 h 245"/>
                <a:gd name="T70" fmla="*/ 0 w 426"/>
                <a:gd name="T71" fmla="*/ 0 h 245"/>
                <a:gd name="T72" fmla="*/ 0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0" y="0"/>
                  </a:moveTo>
                  <a:lnTo>
                    <a:pt x="0" y="0"/>
                  </a:lnTo>
                  <a:lnTo>
                    <a:pt x="3" y="25"/>
                  </a:lnTo>
                  <a:lnTo>
                    <a:pt x="9" y="50"/>
                  </a:lnTo>
                  <a:lnTo>
                    <a:pt x="19" y="73"/>
                  </a:lnTo>
                  <a:lnTo>
                    <a:pt x="34" y="96"/>
                  </a:lnTo>
                  <a:lnTo>
                    <a:pt x="52" y="118"/>
                  </a:lnTo>
                  <a:lnTo>
                    <a:pt x="74" y="138"/>
                  </a:lnTo>
                  <a:lnTo>
                    <a:pt x="99" y="156"/>
                  </a:lnTo>
                  <a:lnTo>
                    <a:pt x="126" y="174"/>
                  </a:lnTo>
                  <a:lnTo>
                    <a:pt x="157" y="190"/>
                  </a:lnTo>
                  <a:lnTo>
                    <a:pt x="189" y="204"/>
                  </a:lnTo>
                  <a:lnTo>
                    <a:pt x="224" y="215"/>
                  </a:lnTo>
                  <a:lnTo>
                    <a:pt x="262" y="226"/>
                  </a:lnTo>
                  <a:lnTo>
                    <a:pt x="300" y="234"/>
                  </a:lnTo>
                  <a:lnTo>
                    <a:pt x="340" y="240"/>
                  </a:lnTo>
                  <a:lnTo>
                    <a:pt x="384" y="244"/>
                  </a:lnTo>
                  <a:lnTo>
                    <a:pt x="426" y="245"/>
                  </a:lnTo>
                  <a:lnTo>
                    <a:pt x="426" y="233"/>
                  </a:lnTo>
                  <a:lnTo>
                    <a:pt x="384" y="232"/>
                  </a:lnTo>
                  <a:lnTo>
                    <a:pt x="343" y="228"/>
                  </a:lnTo>
                  <a:lnTo>
                    <a:pt x="303" y="222"/>
                  </a:lnTo>
                  <a:lnTo>
                    <a:pt x="264" y="214"/>
                  </a:lnTo>
                  <a:lnTo>
                    <a:pt x="229" y="204"/>
                  </a:lnTo>
                  <a:lnTo>
                    <a:pt x="194" y="192"/>
                  </a:lnTo>
                  <a:lnTo>
                    <a:pt x="162" y="178"/>
                  </a:lnTo>
                  <a:lnTo>
                    <a:pt x="133" y="163"/>
                  </a:lnTo>
                  <a:lnTo>
                    <a:pt x="106" y="146"/>
                  </a:lnTo>
                  <a:lnTo>
                    <a:pt x="81" y="129"/>
                  </a:lnTo>
                  <a:lnTo>
                    <a:pt x="61" y="109"/>
                  </a:lnTo>
                  <a:lnTo>
                    <a:pt x="44" y="89"/>
                  </a:lnTo>
                  <a:lnTo>
                    <a:pt x="31" y="66"/>
                  </a:lnTo>
                  <a:lnTo>
                    <a:pt x="20" y="45"/>
                  </a:lnTo>
                  <a:lnTo>
                    <a:pt x="15" y="2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2834" name="Freeform 32"/>
            <p:cNvSpPr>
              <a:spLocks/>
            </p:cNvSpPr>
            <p:nvPr/>
          </p:nvSpPr>
          <p:spPr bwMode="auto">
            <a:xfrm>
              <a:off x="878" y="1448"/>
              <a:ext cx="792" cy="954"/>
            </a:xfrm>
            <a:custGeom>
              <a:avLst/>
              <a:gdLst>
                <a:gd name="T0" fmla="*/ 13 w 3960"/>
                <a:gd name="T1" fmla="*/ 38 h 4768"/>
                <a:gd name="T2" fmla="*/ 14 w 3960"/>
                <a:gd name="T3" fmla="*/ 38 h 4768"/>
                <a:gd name="T4" fmla="*/ 15 w 3960"/>
                <a:gd name="T5" fmla="*/ 38 h 4768"/>
                <a:gd name="T6" fmla="*/ 15 w 3960"/>
                <a:gd name="T7" fmla="*/ 38 h 4768"/>
                <a:gd name="T8" fmla="*/ 16 w 3960"/>
                <a:gd name="T9" fmla="*/ 38 h 4768"/>
                <a:gd name="T10" fmla="*/ 17 w 3960"/>
                <a:gd name="T11" fmla="*/ 38 h 4768"/>
                <a:gd name="T12" fmla="*/ 17 w 3960"/>
                <a:gd name="T13" fmla="*/ 38 h 4768"/>
                <a:gd name="T14" fmla="*/ 18 w 3960"/>
                <a:gd name="T15" fmla="*/ 38 h 4768"/>
                <a:gd name="T16" fmla="*/ 18 w 3960"/>
                <a:gd name="T17" fmla="*/ 38 h 4768"/>
                <a:gd name="T18" fmla="*/ 29 w 3960"/>
                <a:gd name="T19" fmla="*/ 30 h 4768"/>
                <a:gd name="T20" fmla="*/ 30 w 3960"/>
                <a:gd name="T21" fmla="*/ 30 h 4768"/>
                <a:gd name="T22" fmla="*/ 30 w 3960"/>
                <a:gd name="T23" fmla="*/ 29 h 4768"/>
                <a:gd name="T24" fmla="*/ 31 w 3960"/>
                <a:gd name="T25" fmla="*/ 28 h 4768"/>
                <a:gd name="T26" fmla="*/ 31 w 3960"/>
                <a:gd name="T27" fmla="*/ 28 h 4768"/>
                <a:gd name="T28" fmla="*/ 31 w 3960"/>
                <a:gd name="T29" fmla="*/ 27 h 4768"/>
                <a:gd name="T30" fmla="*/ 32 w 3960"/>
                <a:gd name="T31" fmla="*/ 26 h 4768"/>
                <a:gd name="T32" fmla="*/ 32 w 3960"/>
                <a:gd name="T33" fmla="*/ 25 h 4768"/>
                <a:gd name="T34" fmla="*/ 32 w 3960"/>
                <a:gd name="T35" fmla="*/ 11 h 4768"/>
                <a:gd name="T36" fmla="*/ 32 w 3960"/>
                <a:gd name="T37" fmla="*/ 10 h 4768"/>
                <a:gd name="T38" fmla="*/ 31 w 3960"/>
                <a:gd name="T39" fmla="*/ 9 h 4768"/>
                <a:gd name="T40" fmla="*/ 31 w 3960"/>
                <a:gd name="T41" fmla="*/ 9 h 4768"/>
                <a:gd name="T42" fmla="*/ 31 w 3960"/>
                <a:gd name="T43" fmla="*/ 8 h 4768"/>
                <a:gd name="T44" fmla="*/ 31 w 3960"/>
                <a:gd name="T45" fmla="*/ 8 h 4768"/>
                <a:gd name="T46" fmla="*/ 30 w 3960"/>
                <a:gd name="T47" fmla="*/ 7 h 4768"/>
                <a:gd name="T48" fmla="*/ 30 w 3960"/>
                <a:gd name="T49" fmla="*/ 7 h 4768"/>
                <a:gd name="T50" fmla="*/ 29 w 3960"/>
                <a:gd name="T51" fmla="*/ 6 h 4768"/>
                <a:gd name="T52" fmla="*/ 19 w 3960"/>
                <a:gd name="T53" fmla="*/ 1 h 4768"/>
                <a:gd name="T54" fmla="*/ 18 w 3960"/>
                <a:gd name="T55" fmla="*/ 0 h 4768"/>
                <a:gd name="T56" fmla="*/ 17 w 3960"/>
                <a:gd name="T57" fmla="*/ 0 h 4768"/>
                <a:gd name="T58" fmla="*/ 17 w 3960"/>
                <a:gd name="T59" fmla="*/ 0 h 4768"/>
                <a:gd name="T60" fmla="*/ 16 w 3960"/>
                <a:gd name="T61" fmla="*/ 0 h 4768"/>
                <a:gd name="T62" fmla="*/ 15 w 3960"/>
                <a:gd name="T63" fmla="*/ 0 h 4768"/>
                <a:gd name="T64" fmla="*/ 14 w 3960"/>
                <a:gd name="T65" fmla="*/ 0 h 4768"/>
                <a:gd name="T66" fmla="*/ 14 w 3960"/>
                <a:gd name="T67" fmla="*/ 0 h 4768"/>
                <a:gd name="T68" fmla="*/ 2 w 3960"/>
                <a:gd name="T69" fmla="*/ 6 h 4768"/>
                <a:gd name="T70" fmla="*/ 2 w 3960"/>
                <a:gd name="T71" fmla="*/ 7 h 4768"/>
                <a:gd name="T72" fmla="*/ 1 w 3960"/>
                <a:gd name="T73" fmla="*/ 7 h 4768"/>
                <a:gd name="T74" fmla="*/ 1 w 3960"/>
                <a:gd name="T75" fmla="*/ 8 h 4768"/>
                <a:gd name="T76" fmla="*/ 1 w 3960"/>
                <a:gd name="T77" fmla="*/ 8 h 4768"/>
                <a:gd name="T78" fmla="*/ 0 w 3960"/>
                <a:gd name="T79" fmla="*/ 9 h 4768"/>
                <a:gd name="T80" fmla="*/ 0 w 3960"/>
                <a:gd name="T81" fmla="*/ 9 h 4768"/>
                <a:gd name="T82" fmla="*/ 0 w 3960"/>
                <a:gd name="T83" fmla="*/ 10 h 4768"/>
                <a:gd name="T84" fmla="*/ 0 w 3960"/>
                <a:gd name="T85" fmla="*/ 11 h 4768"/>
                <a:gd name="T86" fmla="*/ 0 w 3960"/>
                <a:gd name="T87" fmla="*/ 25 h 4768"/>
                <a:gd name="T88" fmla="*/ 0 w 3960"/>
                <a:gd name="T89" fmla="*/ 26 h 4768"/>
                <a:gd name="T90" fmla="*/ 0 w 3960"/>
                <a:gd name="T91" fmla="*/ 27 h 4768"/>
                <a:gd name="T92" fmla="*/ 1 w 3960"/>
                <a:gd name="T93" fmla="*/ 28 h 4768"/>
                <a:gd name="T94" fmla="*/ 1 w 3960"/>
                <a:gd name="T95" fmla="*/ 29 h 4768"/>
                <a:gd name="T96" fmla="*/ 1 w 3960"/>
                <a:gd name="T97" fmla="*/ 29 h 4768"/>
                <a:gd name="T98" fmla="*/ 2 w 3960"/>
                <a:gd name="T99" fmla="*/ 30 h 4768"/>
                <a:gd name="T100" fmla="*/ 3 w 3960"/>
                <a:gd name="T101" fmla="*/ 31 h 4768"/>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w 3960"/>
                <a:gd name="T154" fmla="*/ 0 h 4768"/>
                <a:gd name="T155" fmla="*/ 3960 w 3960"/>
                <a:gd name="T156" fmla="*/ 4768 h 4768"/>
              </a:gdLst>
              <a:ahLst/>
              <a:cxnLst>
                <a:cxn ang="T102">
                  <a:pos x="T0" y="T1"/>
                </a:cxn>
                <a:cxn ang="T103">
                  <a:pos x="T2" y="T3"/>
                </a:cxn>
                <a:cxn ang="T104">
                  <a:pos x="T4" y="T5"/>
                </a:cxn>
                <a:cxn ang="T105">
                  <a:pos x="T6" y="T7"/>
                </a:cxn>
                <a:cxn ang="T106">
                  <a:pos x="T8" y="T9"/>
                </a:cxn>
                <a:cxn ang="T107">
                  <a:pos x="T10" y="T11"/>
                </a:cxn>
                <a:cxn ang="T108">
                  <a:pos x="T12" y="T13"/>
                </a:cxn>
                <a:cxn ang="T109">
                  <a:pos x="T14" y="T15"/>
                </a:cxn>
                <a:cxn ang="T110">
                  <a:pos x="T16" y="T17"/>
                </a:cxn>
                <a:cxn ang="T111">
                  <a:pos x="T18" y="T19"/>
                </a:cxn>
                <a:cxn ang="T112">
                  <a:pos x="T20" y="T21"/>
                </a:cxn>
                <a:cxn ang="T113">
                  <a:pos x="T22" y="T23"/>
                </a:cxn>
                <a:cxn ang="T114">
                  <a:pos x="T24" y="T25"/>
                </a:cxn>
                <a:cxn ang="T115">
                  <a:pos x="T26" y="T27"/>
                </a:cxn>
                <a:cxn ang="T116">
                  <a:pos x="T28" y="T29"/>
                </a:cxn>
                <a:cxn ang="T117">
                  <a:pos x="T30" y="T31"/>
                </a:cxn>
                <a:cxn ang="T118">
                  <a:pos x="T32" y="T33"/>
                </a:cxn>
                <a:cxn ang="T119">
                  <a:pos x="T34" y="T35"/>
                </a:cxn>
                <a:cxn ang="T120">
                  <a:pos x="T36" y="T37"/>
                </a:cxn>
                <a:cxn ang="T121">
                  <a:pos x="T38" y="T39"/>
                </a:cxn>
                <a:cxn ang="T122">
                  <a:pos x="T40" y="T41"/>
                </a:cxn>
                <a:cxn ang="T123">
                  <a:pos x="T42" y="T43"/>
                </a:cxn>
                <a:cxn ang="T124">
                  <a:pos x="T44" y="T45"/>
                </a:cxn>
                <a:cxn ang="T125">
                  <a:pos x="T46" y="T47"/>
                </a:cxn>
                <a:cxn ang="T126">
                  <a:pos x="T48" y="T49"/>
                </a:cxn>
                <a:cxn ang="T127">
                  <a:pos x="T50" y="T51"/>
                </a:cxn>
                <a:cxn ang="T128">
                  <a:pos x="T52" y="T53"/>
                </a:cxn>
                <a:cxn ang="T129">
                  <a:pos x="T54" y="T55"/>
                </a:cxn>
                <a:cxn ang="T130">
                  <a:pos x="T56" y="T57"/>
                </a:cxn>
                <a:cxn ang="T131">
                  <a:pos x="T58" y="T59"/>
                </a:cxn>
                <a:cxn ang="T132">
                  <a:pos x="T60" y="T61"/>
                </a:cxn>
                <a:cxn ang="T133">
                  <a:pos x="T62" y="T63"/>
                </a:cxn>
                <a:cxn ang="T134">
                  <a:pos x="T64" y="T65"/>
                </a:cxn>
                <a:cxn ang="T135">
                  <a:pos x="T66" y="T67"/>
                </a:cxn>
                <a:cxn ang="T136">
                  <a:pos x="T68" y="T69"/>
                </a:cxn>
                <a:cxn ang="T137">
                  <a:pos x="T70" y="T71"/>
                </a:cxn>
                <a:cxn ang="T138">
                  <a:pos x="T72" y="T73"/>
                </a:cxn>
                <a:cxn ang="T139">
                  <a:pos x="T74" y="T75"/>
                </a:cxn>
                <a:cxn ang="T140">
                  <a:pos x="T76" y="T77"/>
                </a:cxn>
                <a:cxn ang="T141">
                  <a:pos x="T78" y="T79"/>
                </a:cxn>
                <a:cxn ang="T142">
                  <a:pos x="T80" y="T81"/>
                </a:cxn>
                <a:cxn ang="T143">
                  <a:pos x="T82" y="T83"/>
                </a:cxn>
                <a:cxn ang="T144">
                  <a:pos x="T84" y="T85"/>
                </a:cxn>
                <a:cxn ang="T145">
                  <a:pos x="T86" y="T87"/>
                </a:cxn>
                <a:cxn ang="T146">
                  <a:pos x="T88" y="T89"/>
                </a:cxn>
                <a:cxn ang="T147">
                  <a:pos x="T90" y="T91"/>
                </a:cxn>
                <a:cxn ang="T148">
                  <a:pos x="T92" y="T93"/>
                </a:cxn>
                <a:cxn ang="T149">
                  <a:pos x="T94" y="T95"/>
                </a:cxn>
                <a:cxn ang="T150">
                  <a:pos x="T96" y="T97"/>
                </a:cxn>
                <a:cxn ang="T151">
                  <a:pos x="T98" y="T99"/>
                </a:cxn>
                <a:cxn ang="T152">
                  <a:pos x="T100" y="T101"/>
                </a:cxn>
              </a:cxnLst>
              <a:rect l="T153" t="T154" r="T155" b="T156"/>
              <a:pathLst>
                <a:path w="3960" h="4768">
                  <a:moveTo>
                    <a:pt x="353" y="3849"/>
                  </a:moveTo>
                  <a:lnTo>
                    <a:pt x="1661" y="4700"/>
                  </a:lnTo>
                  <a:lnTo>
                    <a:pt x="1697" y="4717"/>
                  </a:lnTo>
                  <a:lnTo>
                    <a:pt x="1736" y="4731"/>
                  </a:lnTo>
                  <a:lnTo>
                    <a:pt x="1776" y="4742"/>
                  </a:lnTo>
                  <a:lnTo>
                    <a:pt x="1818" y="4753"/>
                  </a:lnTo>
                  <a:lnTo>
                    <a:pt x="1860" y="4760"/>
                  </a:lnTo>
                  <a:lnTo>
                    <a:pt x="1902" y="4765"/>
                  </a:lnTo>
                  <a:lnTo>
                    <a:pt x="1946" y="4768"/>
                  </a:lnTo>
                  <a:lnTo>
                    <a:pt x="1988" y="4768"/>
                  </a:lnTo>
                  <a:lnTo>
                    <a:pt x="2031" y="4767"/>
                  </a:lnTo>
                  <a:lnTo>
                    <a:pt x="2073" y="4763"/>
                  </a:lnTo>
                  <a:lnTo>
                    <a:pt x="2114" y="4758"/>
                  </a:lnTo>
                  <a:lnTo>
                    <a:pt x="2154" y="4751"/>
                  </a:lnTo>
                  <a:lnTo>
                    <a:pt x="2193" y="4740"/>
                  </a:lnTo>
                  <a:lnTo>
                    <a:pt x="2230" y="4729"/>
                  </a:lnTo>
                  <a:lnTo>
                    <a:pt x="2264" y="4715"/>
                  </a:lnTo>
                  <a:lnTo>
                    <a:pt x="2297" y="4700"/>
                  </a:lnTo>
                  <a:lnTo>
                    <a:pt x="3639" y="3825"/>
                  </a:lnTo>
                  <a:lnTo>
                    <a:pt x="3673" y="3795"/>
                  </a:lnTo>
                  <a:lnTo>
                    <a:pt x="3707" y="3761"/>
                  </a:lnTo>
                  <a:lnTo>
                    <a:pt x="3738" y="3725"/>
                  </a:lnTo>
                  <a:lnTo>
                    <a:pt x="3768" y="3685"/>
                  </a:lnTo>
                  <a:lnTo>
                    <a:pt x="3796" y="3644"/>
                  </a:lnTo>
                  <a:lnTo>
                    <a:pt x="3821" y="3599"/>
                  </a:lnTo>
                  <a:lnTo>
                    <a:pt x="3846" y="3553"/>
                  </a:lnTo>
                  <a:lnTo>
                    <a:pt x="3868" y="3505"/>
                  </a:lnTo>
                  <a:lnTo>
                    <a:pt x="3888" y="3456"/>
                  </a:lnTo>
                  <a:lnTo>
                    <a:pt x="3907" y="3406"/>
                  </a:lnTo>
                  <a:lnTo>
                    <a:pt x="3922" y="3354"/>
                  </a:lnTo>
                  <a:lnTo>
                    <a:pt x="3935" y="3303"/>
                  </a:lnTo>
                  <a:lnTo>
                    <a:pt x="3946" y="3250"/>
                  </a:lnTo>
                  <a:lnTo>
                    <a:pt x="3953" y="3197"/>
                  </a:lnTo>
                  <a:lnTo>
                    <a:pt x="3957" y="3144"/>
                  </a:lnTo>
                  <a:lnTo>
                    <a:pt x="3960" y="3092"/>
                  </a:lnTo>
                  <a:lnTo>
                    <a:pt x="3959" y="1313"/>
                  </a:lnTo>
                  <a:lnTo>
                    <a:pt x="3955" y="1271"/>
                  </a:lnTo>
                  <a:lnTo>
                    <a:pt x="3949" y="1229"/>
                  </a:lnTo>
                  <a:lnTo>
                    <a:pt x="3941" y="1189"/>
                  </a:lnTo>
                  <a:lnTo>
                    <a:pt x="3930" y="1149"/>
                  </a:lnTo>
                  <a:lnTo>
                    <a:pt x="3918" y="1111"/>
                  </a:lnTo>
                  <a:lnTo>
                    <a:pt x="3902" y="1075"/>
                  </a:lnTo>
                  <a:lnTo>
                    <a:pt x="3886" y="1040"/>
                  </a:lnTo>
                  <a:lnTo>
                    <a:pt x="3867" y="1006"/>
                  </a:lnTo>
                  <a:lnTo>
                    <a:pt x="3846" y="973"/>
                  </a:lnTo>
                  <a:lnTo>
                    <a:pt x="3823" y="942"/>
                  </a:lnTo>
                  <a:lnTo>
                    <a:pt x="3798" y="913"/>
                  </a:lnTo>
                  <a:lnTo>
                    <a:pt x="3771" y="886"/>
                  </a:lnTo>
                  <a:lnTo>
                    <a:pt x="3743" y="860"/>
                  </a:lnTo>
                  <a:lnTo>
                    <a:pt x="3714" y="837"/>
                  </a:lnTo>
                  <a:lnTo>
                    <a:pt x="3682" y="816"/>
                  </a:lnTo>
                  <a:lnTo>
                    <a:pt x="3649" y="796"/>
                  </a:lnTo>
                  <a:lnTo>
                    <a:pt x="2386" y="83"/>
                  </a:lnTo>
                  <a:lnTo>
                    <a:pt x="2350" y="65"/>
                  </a:lnTo>
                  <a:lnTo>
                    <a:pt x="2310" y="50"/>
                  </a:lnTo>
                  <a:lnTo>
                    <a:pt x="2268" y="36"/>
                  </a:lnTo>
                  <a:lnTo>
                    <a:pt x="2223" y="24"/>
                  </a:lnTo>
                  <a:lnTo>
                    <a:pt x="2178" y="15"/>
                  </a:lnTo>
                  <a:lnTo>
                    <a:pt x="2131" y="8"/>
                  </a:lnTo>
                  <a:lnTo>
                    <a:pt x="2082" y="3"/>
                  </a:lnTo>
                  <a:lnTo>
                    <a:pt x="2032" y="0"/>
                  </a:lnTo>
                  <a:lnTo>
                    <a:pt x="1982" y="1"/>
                  </a:lnTo>
                  <a:lnTo>
                    <a:pt x="1933" y="3"/>
                  </a:lnTo>
                  <a:lnTo>
                    <a:pt x="1882" y="9"/>
                  </a:lnTo>
                  <a:lnTo>
                    <a:pt x="1833" y="17"/>
                  </a:lnTo>
                  <a:lnTo>
                    <a:pt x="1785" y="29"/>
                  </a:lnTo>
                  <a:lnTo>
                    <a:pt x="1737" y="43"/>
                  </a:lnTo>
                  <a:lnTo>
                    <a:pt x="1691" y="62"/>
                  </a:lnTo>
                  <a:lnTo>
                    <a:pt x="1647" y="83"/>
                  </a:lnTo>
                  <a:lnTo>
                    <a:pt x="311" y="782"/>
                  </a:lnTo>
                  <a:lnTo>
                    <a:pt x="276" y="803"/>
                  </a:lnTo>
                  <a:lnTo>
                    <a:pt x="243" y="826"/>
                  </a:lnTo>
                  <a:lnTo>
                    <a:pt x="213" y="852"/>
                  </a:lnTo>
                  <a:lnTo>
                    <a:pt x="184" y="879"/>
                  </a:lnTo>
                  <a:lnTo>
                    <a:pt x="155" y="908"/>
                  </a:lnTo>
                  <a:lnTo>
                    <a:pt x="131" y="939"/>
                  </a:lnTo>
                  <a:lnTo>
                    <a:pt x="107" y="971"/>
                  </a:lnTo>
                  <a:lnTo>
                    <a:pt x="86" y="1005"/>
                  </a:lnTo>
                  <a:lnTo>
                    <a:pt x="68" y="1040"/>
                  </a:lnTo>
                  <a:lnTo>
                    <a:pt x="50" y="1076"/>
                  </a:lnTo>
                  <a:lnTo>
                    <a:pt x="36" y="1115"/>
                  </a:lnTo>
                  <a:lnTo>
                    <a:pt x="23" y="1153"/>
                  </a:lnTo>
                  <a:lnTo>
                    <a:pt x="14" y="1195"/>
                  </a:lnTo>
                  <a:lnTo>
                    <a:pt x="7" y="1236"/>
                  </a:lnTo>
                  <a:lnTo>
                    <a:pt x="2" y="1279"/>
                  </a:lnTo>
                  <a:lnTo>
                    <a:pt x="0" y="1322"/>
                  </a:lnTo>
                  <a:lnTo>
                    <a:pt x="0" y="3093"/>
                  </a:lnTo>
                  <a:lnTo>
                    <a:pt x="2" y="3147"/>
                  </a:lnTo>
                  <a:lnTo>
                    <a:pt x="7" y="3202"/>
                  </a:lnTo>
                  <a:lnTo>
                    <a:pt x="15" y="3257"/>
                  </a:lnTo>
                  <a:lnTo>
                    <a:pt x="27" y="3312"/>
                  </a:lnTo>
                  <a:lnTo>
                    <a:pt x="42" y="3366"/>
                  </a:lnTo>
                  <a:lnTo>
                    <a:pt x="59" y="3420"/>
                  </a:lnTo>
                  <a:lnTo>
                    <a:pt x="79" y="3474"/>
                  </a:lnTo>
                  <a:lnTo>
                    <a:pt x="102" y="3525"/>
                  </a:lnTo>
                  <a:lnTo>
                    <a:pt x="127" y="3576"/>
                  </a:lnTo>
                  <a:lnTo>
                    <a:pt x="154" y="3624"/>
                  </a:lnTo>
                  <a:lnTo>
                    <a:pt x="184" y="3670"/>
                  </a:lnTo>
                  <a:lnTo>
                    <a:pt x="214" y="3712"/>
                  </a:lnTo>
                  <a:lnTo>
                    <a:pt x="247" y="3752"/>
                  </a:lnTo>
                  <a:lnTo>
                    <a:pt x="281" y="3788"/>
                  </a:lnTo>
                  <a:lnTo>
                    <a:pt x="317" y="3821"/>
                  </a:lnTo>
                  <a:lnTo>
                    <a:pt x="353" y="384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2835" name="Freeform 33"/>
            <p:cNvSpPr>
              <a:spLocks/>
            </p:cNvSpPr>
            <p:nvPr/>
          </p:nvSpPr>
          <p:spPr bwMode="auto">
            <a:xfrm>
              <a:off x="943" y="2210"/>
              <a:ext cx="276" cy="187"/>
            </a:xfrm>
            <a:custGeom>
              <a:avLst/>
              <a:gdLst>
                <a:gd name="T0" fmla="*/ 11 w 1380"/>
                <a:gd name="T1" fmla="*/ 7 h 937"/>
                <a:gd name="T2" fmla="*/ 11 w 1380"/>
                <a:gd name="T3" fmla="*/ 7 h 937"/>
                <a:gd name="T4" fmla="*/ 0 w 1380"/>
                <a:gd name="T5" fmla="*/ 0 h 937"/>
                <a:gd name="T6" fmla="*/ 0 w 1380"/>
                <a:gd name="T7" fmla="*/ 1 h 937"/>
                <a:gd name="T8" fmla="*/ 10 w 1380"/>
                <a:gd name="T9" fmla="*/ 7 h 937"/>
                <a:gd name="T10" fmla="*/ 10 w 1380"/>
                <a:gd name="T11" fmla="*/ 7 h 937"/>
                <a:gd name="T12" fmla="*/ 10 w 1380"/>
                <a:gd name="T13" fmla="*/ 7 h 937"/>
                <a:gd name="T14" fmla="*/ 11 w 1380"/>
                <a:gd name="T15" fmla="*/ 7 h 937"/>
                <a:gd name="T16" fmla="*/ 11 w 1380"/>
                <a:gd name="T17" fmla="*/ 7 h 937"/>
                <a:gd name="T18" fmla="*/ 11 w 1380"/>
                <a:gd name="T19" fmla="*/ 7 h 937"/>
                <a:gd name="T20" fmla="*/ 11 w 1380"/>
                <a:gd name="T21" fmla="*/ 7 h 937"/>
                <a:gd name="T22" fmla="*/ 11 w 1380"/>
                <a:gd name="T23" fmla="*/ 7 h 937"/>
                <a:gd name="T24" fmla="*/ 11 w 1380"/>
                <a:gd name="T25" fmla="*/ 7 h 937"/>
                <a:gd name="T26" fmla="*/ 11 w 1380"/>
                <a:gd name="T27" fmla="*/ 7 h 937"/>
                <a:gd name="T28" fmla="*/ 11 w 1380"/>
                <a:gd name="T29" fmla="*/ 7 h 937"/>
                <a:gd name="T30" fmla="*/ 11 w 1380"/>
                <a:gd name="T31" fmla="*/ 7 h 93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80"/>
                <a:gd name="T49" fmla="*/ 0 h 937"/>
                <a:gd name="T50" fmla="*/ 1380 w 1380"/>
                <a:gd name="T51" fmla="*/ 937 h 93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80" h="937">
                  <a:moveTo>
                    <a:pt x="1354" y="848"/>
                  </a:moveTo>
                  <a:lnTo>
                    <a:pt x="1359" y="851"/>
                  </a:lnTo>
                  <a:lnTo>
                    <a:pt x="51" y="0"/>
                  </a:lnTo>
                  <a:lnTo>
                    <a:pt x="0" y="78"/>
                  </a:lnTo>
                  <a:lnTo>
                    <a:pt x="1307" y="929"/>
                  </a:lnTo>
                  <a:lnTo>
                    <a:pt x="1312" y="932"/>
                  </a:lnTo>
                  <a:lnTo>
                    <a:pt x="1307" y="929"/>
                  </a:lnTo>
                  <a:lnTo>
                    <a:pt x="1326" y="937"/>
                  </a:lnTo>
                  <a:lnTo>
                    <a:pt x="1345" y="936"/>
                  </a:lnTo>
                  <a:lnTo>
                    <a:pt x="1360" y="929"/>
                  </a:lnTo>
                  <a:lnTo>
                    <a:pt x="1372" y="916"/>
                  </a:lnTo>
                  <a:lnTo>
                    <a:pt x="1379" y="899"/>
                  </a:lnTo>
                  <a:lnTo>
                    <a:pt x="1380" y="883"/>
                  </a:lnTo>
                  <a:lnTo>
                    <a:pt x="1374" y="865"/>
                  </a:lnTo>
                  <a:lnTo>
                    <a:pt x="1359" y="851"/>
                  </a:lnTo>
                  <a:lnTo>
                    <a:pt x="1354" y="84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2836" name="Freeform 34"/>
            <p:cNvSpPr>
              <a:spLocks/>
            </p:cNvSpPr>
            <p:nvPr/>
          </p:nvSpPr>
          <p:spPr bwMode="auto">
            <a:xfrm>
              <a:off x="1206" y="2379"/>
              <a:ext cx="140" cy="32"/>
            </a:xfrm>
            <a:custGeom>
              <a:avLst/>
              <a:gdLst>
                <a:gd name="T0" fmla="*/ 5 w 703"/>
                <a:gd name="T1" fmla="*/ 0 h 162"/>
                <a:gd name="T2" fmla="*/ 5 w 703"/>
                <a:gd name="T3" fmla="*/ 0 h 162"/>
                <a:gd name="T4" fmla="*/ 5 w 703"/>
                <a:gd name="T5" fmla="*/ 0 h 162"/>
                <a:gd name="T6" fmla="*/ 5 w 703"/>
                <a:gd name="T7" fmla="*/ 0 h 162"/>
                <a:gd name="T8" fmla="*/ 4 w 703"/>
                <a:gd name="T9" fmla="*/ 0 h 162"/>
                <a:gd name="T10" fmla="*/ 4 w 703"/>
                <a:gd name="T11" fmla="*/ 0 h 162"/>
                <a:gd name="T12" fmla="*/ 4 w 703"/>
                <a:gd name="T13" fmla="*/ 0 h 162"/>
                <a:gd name="T14" fmla="*/ 3 w 703"/>
                <a:gd name="T15" fmla="*/ 1 h 162"/>
                <a:gd name="T16" fmla="*/ 3 w 703"/>
                <a:gd name="T17" fmla="*/ 1 h 162"/>
                <a:gd name="T18" fmla="*/ 3 w 703"/>
                <a:gd name="T19" fmla="*/ 1 h 162"/>
                <a:gd name="T20" fmla="*/ 2 w 703"/>
                <a:gd name="T21" fmla="*/ 1 h 162"/>
                <a:gd name="T22" fmla="*/ 2 w 703"/>
                <a:gd name="T23" fmla="*/ 1 h 162"/>
                <a:gd name="T24" fmla="*/ 2 w 703"/>
                <a:gd name="T25" fmla="*/ 0 h 162"/>
                <a:gd name="T26" fmla="*/ 1 w 703"/>
                <a:gd name="T27" fmla="*/ 0 h 162"/>
                <a:gd name="T28" fmla="*/ 1 w 703"/>
                <a:gd name="T29" fmla="*/ 0 h 162"/>
                <a:gd name="T30" fmla="*/ 1 w 703"/>
                <a:gd name="T31" fmla="*/ 0 h 162"/>
                <a:gd name="T32" fmla="*/ 1 w 703"/>
                <a:gd name="T33" fmla="*/ 0 h 162"/>
                <a:gd name="T34" fmla="*/ 0 w 703"/>
                <a:gd name="T35" fmla="*/ 0 h 162"/>
                <a:gd name="T36" fmla="*/ 0 w 703"/>
                <a:gd name="T37" fmla="*/ 1 h 162"/>
                <a:gd name="T38" fmla="*/ 0 w 703"/>
                <a:gd name="T39" fmla="*/ 1 h 162"/>
                <a:gd name="T40" fmla="*/ 1 w 703"/>
                <a:gd name="T41" fmla="*/ 1 h 162"/>
                <a:gd name="T42" fmla="*/ 1 w 703"/>
                <a:gd name="T43" fmla="*/ 1 h 162"/>
                <a:gd name="T44" fmla="*/ 1 w 703"/>
                <a:gd name="T45" fmla="*/ 1 h 162"/>
                <a:gd name="T46" fmla="*/ 2 w 703"/>
                <a:gd name="T47" fmla="*/ 1 h 162"/>
                <a:gd name="T48" fmla="*/ 2 w 703"/>
                <a:gd name="T49" fmla="*/ 1 h 162"/>
                <a:gd name="T50" fmla="*/ 2 w 703"/>
                <a:gd name="T51" fmla="*/ 1 h 162"/>
                <a:gd name="T52" fmla="*/ 3 w 703"/>
                <a:gd name="T53" fmla="*/ 1 h 162"/>
                <a:gd name="T54" fmla="*/ 3 w 703"/>
                <a:gd name="T55" fmla="*/ 1 h 162"/>
                <a:gd name="T56" fmla="*/ 3 w 703"/>
                <a:gd name="T57" fmla="*/ 1 h 162"/>
                <a:gd name="T58" fmla="*/ 4 w 703"/>
                <a:gd name="T59" fmla="*/ 1 h 162"/>
                <a:gd name="T60" fmla="*/ 4 w 703"/>
                <a:gd name="T61" fmla="*/ 1 h 162"/>
                <a:gd name="T62" fmla="*/ 5 w 703"/>
                <a:gd name="T63" fmla="*/ 1 h 162"/>
                <a:gd name="T64" fmla="*/ 5 w 703"/>
                <a:gd name="T65" fmla="*/ 1 h 162"/>
                <a:gd name="T66" fmla="*/ 5 w 703"/>
                <a:gd name="T67" fmla="*/ 1 h 162"/>
                <a:gd name="T68" fmla="*/ 5 w 703"/>
                <a:gd name="T69" fmla="*/ 1 h 162"/>
                <a:gd name="T70" fmla="*/ 5 w 703"/>
                <a:gd name="T71" fmla="*/ 1 h 162"/>
                <a:gd name="T72" fmla="*/ 5 w 703"/>
                <a:gd name="T73" fmla="*/ 1 h 162"/>
                <a:gd name="T74" fmla="*/ 5 w 703"/>
                <a:gd name="T75" fmla="*/ 1 h 162"/>
                <a:gd name="T76" fmla="*/ 6 w 703"/>
                <a:gd name="T77" fmla="*/ 0 h 162"/>
                <a:gd name="T78" fmla="*/ 6 w 703"/>
                <a:gd name="T79" fmla="*/ 0 h 162"/>
                <a:gd name="T80" fmla="*/ 6 w 703"/>
                <a:gd name="T81" fmla="*/ 0 h 162"/>
                <a:gd name="T82" fmla="*/ 5 w 703"/>
                <a:gd name="T83" fmla="*/ 0 h 162"/>
                <a:gd name="T84" fmla="*/ 5 w 703"/>
                <a:gd name="T85" fmla="*/ 0 h 162"/>
                <a:gd name="T86" fmla="*/ 5 w 703"/>
                <a:gd name="T87" fmla="*/ 0 h 162"/>
                <a:gd name="T88" fmla="*/ 5 w 703"/>
                <a:gd name="T89" fmla="*/ 0 h 162"/>
                <a:gd name="T90" fmla="*/ 5 w 703"/>
                <a:gd name="T91" fmla="*/ 0 h 162"/>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703"/>
                <a:gd name="T139" fmla="*/ 0 h 162"/>
                <a:gd name="T140" fmla="*/ 703 w 703"/>
                <a:gd name="T141" fmla="*/ 162 h 162"/>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703" h="162">
                  <a:moveTo>
                    <a:pt x="631" y="8"/>
                  </a:moveTo>
                  <a:lnTo>
                    <a:pt x="636" y="6"/>
                  </a:lnTo>
                  <a:lnTo>
                    <a:pt x="606" y="20"/>
                  </a:lnTo>
                  <a:lnTo>
                    <a:pt x="575" y="32"/>
                  </a:lnTo>
                  <a:lnTo>
                    <a:pt x="540" y="42"/>
                  </a:lnTo>
                  <a:lnTo>
                    <a:pt x="504" y="52"/>
                  </a:lnTo>
                  <a:lnTo>
                    <a:pt x="467" y="59"/>
                  </a:lnTo>
                  <a:lnTo>
                    <a:pt x="428" y="64"/>
                  </a:lnTo>
                  <a:lnTo>
                    <a:pt x="389" y="67"/>
                  </a:lnTo>
                  <a:lnTo>
                    <a:pt x="348" y="68"/>
                  </a:lnTo>
                  <a:lnTo>
                    <a:pt x="308" y="68"/>
                  </a:lnTo>
                  <a:lnTo>
                    <a:pt x="267" y="65"/>
                  </a:lnTo>
                  <a:lnTo>
                    <a:pt x="226" y="61"/>
                  </a:lnTo>
                  <a:lnTo>
                    <a:pt x="187" y="54"/>
                  </a:lnTo>
                  <a:lnTo>
                    <a:pt x="148" y="44"/>
                  </a:lnTo>
                  <a:lnTo>
                    <a:pt x="110" y="33"/>
                  </a:lnTo>
                  <a:lnTo>
                    <a:pt x="75" y="20"/>
                  </a:lnTo>
                  <a:lnTo>
                    <a:pt x="42" y="5"/>
                  </a:lnTo>
                  <a:lnTo>
                    <a:pt x="0" y="89"/>
                  </a:lnTo>
                  <a:lnTo>
                    <a:pt x="40" y="107"/>
                  </a:lnTo>
                  <a:lnTo>
                    <a:pt x="82" y="122"/>
                  </a:lnTo>
                  <a:lnTo>
                    <a:pt x="124" y="135"/>
                  </a:lnTo>
                  <a:lnTo>
                    <a:pt x="169" y="146"/>
                  </a:lnTo>
                  <a:lnTo>
                    <a:pt x="214" y="153"/>
                  </a:lnTo>
                  <a:lnTo>
                    <a:pt x="258" y="158"/>
                  </a:lnTo>
                  <a:lnTo>
                    <a:pt x="303" y="162"/>
                  </a:lnTo>
                  <a:lnTo>
                    <a:pt x="348" y="162"/>
                  </a:lnTo>
                  <a:lnTo>
                    <a:pt x="394" y="161"/>
                  </a:lnTo>
                  <a:lnTo>
                    <a:pt x="439" y="157"/>
                  </a:lnTo>
                  <a:lnTo>
                    <a:pt x="481" y="150"/>
                  </a:lnTo>
                  <a:lnTo>
                    <a:pt x="525" y="143"/>
                  </a:lnTo>
                  <a:lnTo>
                    <a:pt x="566" y="132"/>
                  </a:lnTo>
                  <a:lnTo>
                    <a:pt x="606" y="121"/>
                  </a:lnTo>
                  <a:lnTo>
                    <a:pt x="643" y="105"/>
                  </a:lnTo>
                  <a:lnTo>
                    <a:pt x="678" y="88"/>
                  </a:lnTo>
                  <a:lnTo>
                    <a:pt x="683" y="86"/>
                  </a:lnTo>
                  <a:lnTo>
                    <a:pt x="678" y="88"/>
                  </a:lnTo>
                  <a:lnTo>
                    <a:pt x="695" y="75"/>
                  </a:lnTo>
                  <a:lnTo>
                    <a:pt x="702" y="60"/>
                  </a:lnTo>
                  <a:lnTo>
                    <a:pt x="703" y="42"/>
                  </a:lnTo>
                  <a:lnTo>
                    <a:pt x="698" y="26"/>
                  </a:lnTo>
                  <a:lnTo>
                    <a:pt x="688" y="12"/>
                  </a:lnTo>
                  <a:lnTo>
                    <a:pt x="674" y="3"/>
                  </a:lnTo>
                  <a:lnTo>
                    <a:pt x="656" y="0"/>
                  </a:lnTo>
                  <a:lnTo>
                    <a:pt x="636" y="6"/>
                  </a:lnTo>
                  <a:lnTo>
                    <a:pt x="631"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2837" name="Freeform 35"/>
            <p:cNvSpPr>
              <a:spLocks/>
            </p:cNvSpPr>
            <p:nvPr/>
          </p:nvSpPr>
          <p:spPr bwMode="auto">
            <a:xfrm>
              <a:off x="1332" y="2204"/>
              <a:ext cx="283" cy="192"/>
            </a:xfrm>
            <a:custGeom>
              <a:avLst/>
              <a:gdLst>
                <a:gd name="T0" fmla="*/ 11 w 1415"/>
                <a:gd name="T1" fmla="*/ 0 h 960"/>
                <a:gd name="T2" fmla="*/ 11 w 1415"/>
                <a:gd name="T3" fmla="*/ 0 h 960"/>
                <a:gd name="T4" fmla="*/ 0 w 1415"/>
                <a:gd name="T5" fmla="*/ 7 h 960"/>
                <a:gd name="T6" fmla="*/ 0 w 1415"/>
                <a:gd name="T7" fmla="*/ 8 h 960"/>
                <a:gd name="T8" fmla="*/ 11 w 1415"/>
                <a:gd name="T9" fmla="*/ 1 h 960"/>
                <a:gd name="T10" fmla="*/ 11 w 1415"/>
                <a:gd name="T11" fmla="*/ 1 h 960"/>
                <a:gd name="T12" fmla="*/ 11 w 1415"/>
                <a:gd name="T13" fmla="*/ 1 h 960"/>
                <a:gd name="T14" fmla="*/ 11 w 1415"/>
                <a:gd name="T15" fmla="*/ 1 h 960"/>
                <a:gd name="T16" fmla="*/ 11 w 1415"/>
                <a:gd name="T17" fmla="*/ 0 h 960"/>
                <a:gd name="T18" fmla="*/ 11 w 1415"/>
                <a:gd name="T19" fmla="*/ 0 h 960"/>
                <a:gd name="T20" fmla="*/ 11 w 1415"/>
                <a:gd name="T21" fmla="*/ 0 h 960"/>
                <a:gd name="T22" fmla="*/ 11 w 1415"/>
                <a:gd name="T23" fmla="*/ 0 h 960"/>
                <a:gd name="T24" fmla="*/ 11 w 1415"/>
                <a:gd name="T25" fmla="*/ 0 h 960"/>
                <a:gd name="T26" fmla="*/ 11 w 1415"/>
                <a:gd name="T27" fmla="*/ 0 h 960"/>
                <a:gd name="T28" fmla="*/ 11 w 1415"/>
                <a:gd name="T29" fmla="*/ 0 h 960"/>
                <a:gd name="T30" fmla="*/ 11 w 1415"/>
                <a:gd name="T31" fmla="*/ 0 h 96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15"/>
                <a:gd name="T49" fmla="*/ 0 h 960"/>
                <a:gd name="T50" fmla="*/ 1415 w 1415"/>
                <a:gd name="T51" fmla="*/ 960 h 96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15" h="960">
                  <a:moveTo>
                    <a:pt x="1338" y="10"/>
                  </a:moveTo>
                  <a:lnTo>
                    <a:pt x="1342" y="8"/>
                  </a:lnTo>
                  <a:lnTo>
                    <a:pt x="0" y="882"/>
                  </a:lnTo>
                  <a:lnTo>
                    <a:pt x="52" y="960"/>
                  </a:lnTo>
                  <a:lnTo>
                    <a:pt x="1393" y="85"/>
                  </a:lnTo>
                  <a:lnTo>
                    <a:pt x="1397" y="83"/>
                  </a:lnTo>
                  <a:lnTo>
                    <a:pt x="1393" y="85"/>
                  </a:lnTo>
                  <a:lnTo>
                    <a:pt x="1409" y="71"/>
                  </a:lnTo>
                  <a:lnTo>
                    <a:pt x="1415" y="53"/>
                  </a:lnTo>
                  <a:lnTo>
                    <a:pt x="1413" y="37"/>
                  </a:lnTo>
                  <a:lnTo>
                    <a:pt x="1406" y="21"/>
                  </a:lnTo>
                  <a:lnTo>
                    <a:pt x="1395" y="8"/>
                  </a:lnTo>
                  <a:lnTo>
                    <a:pt x="1379" y="1"/>
                  </a:lnTo>
                  <a:lnTo>
                    <a:pt x="1361" y="0"/>
                  </a:lnTo>
                  <a:lnTo>
                    <a:pt x="1342" y="8"/>
                  </a:lnTo>
                  <a:lnTo>
                    <a:pt x="1338" y="1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2838" name="Freeform 36"/>
            <p:cNvSpPr>
              <a:spLocks/>
            </p:cNvSpPr>
            <p:nvPr/>
          </p:nvSpPr>
          <p:spPr bwMode="auto">
            <a:xfrm>
              <a:off x="1599" y="2057"/>
              <a:ext cx="80" cy="163"/>
            </a:xfrm>
            <a:custGeom>
              <a:avLst/>
              <a:gdLst>
                <a:gd name="T0" fmla="*/ 2 w 398"/>
                <a:gd name="T1" fmla="*/ 0 h 817"/>
                <a:gd name="T2" fmla="*/ 2 w 398"/>
                <a:gd name="T3" fmla="*/ 0 h 817"/>
                <a:gd name="T4" fmla="*/ 2 w 398"/>
                <a:gd name="T5" fmla="*/ 1 h 817"/>
                <a:gd name="T6" fmla="*/ 2 w 398"/>
                <a:gd name="T7" fmla="*/ 1 h 817"/>
                <a:gd name="T8" fmla="*/ 2 w 398"/>
                <a:gd name="T9" fmla="*/ 2 h 817"/>
                <a:gd name="T10" fmla="*/ 2 w 398"/>
                <a:gd name="T11" fmla="*/ 2 h 817"/>
                <a:gd name="T12" fmla="*/ 2 w 398"/>
                <a:gd name="T13" fmla="*/ 2 h 817"/>
                <a:gd name="T14" fmla="*/ 2 w 398"/>
                <a:gd name="T15" fmla="*/ 3 h 817"/>
                <a:gd name="T16" fmla="*/ 2 w 398"/>
                <a:gd name="T17" fmla="*/ 3 h 817"/>
                <a:gd name="T18" fmla="*/ 2 w 398"/>
                <a:gd name="T19" fmla="*/ 4 h 817"/>
                <a:gd name="T20" fmla="*/ 2 w 398"/>
                <a:gd name="T21" fmla="*/ 4 h 817"/>
                <a:gd name="T22" fmla="*/ 1 w 398"/>
                <a:gd name="T23" fmla="*/ 4 h 817"/>
                <a:gd name="T24" fmla="*/ 1 w 398"/>
                <a:gd name="T25" fmla="*/ 5 h 817"/>
                <a:gd name="T26" fmla="*/ 1 w 398"/>
                <a:gd name="T27" fmla="*/ 5 h 817"/>
                <a:gd name="T28" fmla="*/ 1 w 398"/>
                <a:gd name="T29" fmla="*/ 5 h 817"/>
                <a:gd name="T30" fmla="*/ 1 w 398"/>
                <a:gd name="T31" fmla="*/ 5 h 817"/>
                <a:gd name="T32" fmla="*/ 0 w 398"/>
                <a:gd name="T33" fmla="*/ 6 h 817"/>
                <a:gd name="T34" fmla="*/ 0 w 398"/>
                <a:gd name="T35" fmla="*/ 6 h 817"/>
                <a:gd name="T36" fmla="*/ 0 w 398"/>
                <a:gd name="T37" fmla="*/ 7 h 817"/>
                <a:gd name="T38" fmla="*/ 1 w 398"/>
                <a:gd name="T39" fmla="*/ 6 h 817"/>
                <a:gd name="T40" fmla="*/ 1 w 398"/>
                <a:gd name="T41" fmla="*/ 6 h 817"/>
                <a:gd name="T42" fmla="*/ 1 w 398"/>
                <a:gd name="T43" fmla="*/ 6 h 817"/>
                <a:gd name="T44" fmla="*/ 2 w 398"/>
                <a:gd name="T45" fmla="*/ 5 h 817"/>
                <a:gd name="T46" fmla="*/ 2 w 398"/>
                <a:gd name="T47" fmla="*/ 5 h 817"/>
                <a:gd name="T48" fmla="*/ 2 w 398"/>
                <a:gd name="T49" fmla="*/ 5 h 817"/>
                <a:gd name="T50" fmla="*/ 2 w 398"/>
                <a:gd name="T51" fmla="*/ 4 h 817"/>
                <a:gd name="T52" fmla="*/ 2 w 398"/>
                <a:gd name="T53" fmla="*/ 4 h 817"/>
                <a:gd name="T54" fmla="*/ 3 w 398"/>
                <a:gd name="T55" fmla="*/ 3 h 817"/>
                <a:gd name="T56" fmla="*/ 3 w 398"/>
                <a:gd name="T57" fmla="*/ 3 h 817"/>
                <a:gd name="T58" fmla="*/ 3 w 398"/>
                <a:gd name="T59" fmla="*/ 3 h 817"/>
                <a:gd name="T60" fmla="*/ 3 w 398"/>
                <a:gd name="T61" fmla="*/ 2 h 817"/>
                <a:gd name="T62" fmla="*/ 3 w 398"/>
                <a:gd name="T63" fmla="*/ 2 h 817"/>
                <a:gd name="T64" fmla="*/ 3 w 398"/>
                <a:gd name="T65" fmla="*/ 1 h 817"/>
                <a:gd name="T66" fmla="*/ 3 w 398"/>
                <a:gd name="T67" fmla="*/ 1 h 817"/>
                <a:gd name="T68" fmla="*/ 3 w 398"/>
                <a:gd name="T69" fmla="*/ 0 h 817"/>
                <a:gd name="T70" fmla="*/ 3 w 398"/>
                <a:gd name="T71" fmla="*/ 0 h 817"/>
                <a:gd name="T72" fmla="*/ 3 w 398"/>
                <a:gd name="T73" fmla="*/ 0 h 817"/>
                <a:gd name="T74" fmla="*/ 3 w 398"/>
                <a:gd name="T75" fmla="*/ 0 h 817"/>
                <a:gd name="T76" fmla="*/ 3 w 398"/>
                <a:gd name="T77" fmla="*/ 0 h 817"/>
                <a:gd name="T78" fmla="*/ 3 w 398"/>
                <a:gd name="T79" fmla="*/ 0 h 817"/>
                <a:gd name="T80" fmla="*/ 3 w 398"/>
                <a:gd name="T81" fmla="*/ 0 h 817"/>
                <a:gd name="T82" fmla="*/ 3 w 398"/>
                <a:gd name="T83" fmla="*/ 0 h 817"/>
                <a:gd name="T84" fmla="*/ 3 w 398"/>
                <a:gd name="T85" fmla="*/ 0 h 817"/>
                <a:gd name="T86" fmla="*/ 2 w 398"/>
                <a:gd name="T87" fmla="*/ 0 h 817"/>
                <a:gd name="T88" fmla="*/ 2 w 398"/>
                <a:gd name="T89" fmla="*/ 0 h 817"/>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398"/>
                <a:gd name="T136" fmla="*/ 0 h 817"/>
                <a:gd name="T137" fmla="*/ 398 w 398"/>
                <a:gd name="T138" fmla="*/ 817 h 817"/>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398" h="817">
                  <a:moveTo>
                    <a:pt x="304" y="47"/>
                  </a:moveTo>
                  <a:lnTo>
                    <a:pt x="304" y="47"/>
                  </a:lnTo>
                  <a:lnTo>
                    <a:pt x="301" y="97"/>
                  </a:lnTo>
                  <a:lnTo>
                    <a:pt x="297" y="147"/>
                  </a:lnTo>
                  <a:lnTo>
                    <a:pt x="291" y="198"/>
                  </a:lnTo>
                  <a:lnTo>
                    <a:pt x="280" y="247"/>
                  </a:lnTo>
                  <a:lnTo>
                    <a:pt x="268" y="297"/>
                  </a:lnTo>
                  <a:lnTo>
                    <a:pt x="253" y="347"/>
                  </a:lnTo>
                  <a:lnTo>
                    <a:pt x="236" y="395"/>
                  </a:lnTo>
                  <a:lnTo>
                    <a:pt x="217" y="442"/>
                  </a:lnTo>
                  <a:lnTo>
                    <a:pt x="195" y="487"/>
                  </a:lnTo>
                  <a:lnTo>
                    <a:pt x="171" y="532"/>
                  </a:lnTo>
                  <a:lnTo>
                    <a:pt x="147" y="574"/>
                  </a:lnTo>
                  <a:lnTo>
                    <a:pt x="121" y="613"/>
                  </a:lnTo>
                  <a:lnTo>
                    <a:pt x="93" y="650"/>
                  </a:lnTo>
                  <a:lnTo>
                    <a:pt x="64" y="684"/>
                  </a:lnTo>
                  <a:lnTo>
                    <a:pt x="32" y="716"/>
                  </a:lnTo>
                  <a:lnTo>
                    <a:pt x="0" y="744"/>
                  </a:lnTo>
                  <a:lnTo>
                    <a:pt x="59" y="817"/>
                  </a:lnTo>
                  <a:lnTo>
                    <a:pt x="95" y="784"/>
                  </a:lnTo>
                  <a:lnTo>
                    <a:pt x="132" y="748"/>
                  </a:lnTo>
                  <a:lnTo>
                    <a:pt x="166" y="709"/>
                  </a:lnTo>
                  <a:lnTo>
                    <a:pt x="196" y="667"/>
                  </a:lnTo>
                  <a:lnTo>
                    <a:pt x="227" y="623"/>
                  </a:lnTo>
                  <a:lnTo>
                    <a:pt x="253" y="576"/>
                  </a:lnTo>
                  <a:lnTo>
                    <a:pt x="279" y="530"/>
                  </a:lnTo>
                  <a:lnTo>
                    <a:pt x="301" y="479"/>
                  </a:lnTo>
                  <a:lnTo>
                    <a:pt x="323" y="428"/>
                  </a:lnTo>
                  <a:lnTo>
                    <a:pt x="342" y="375"/>
                  </a:lnTo>
                  <a:lnTo>
                    <a:pt x="359" y="321"/>
                  </a:lnTo>
                  <a:lnTo>
                    <a:pt x="372" y="268"/>
                  </a:lnTo>
                  <a:lnTo>
                    <a:pt x="382" y="212"/>
                  </a:lnTo>
                  <a:lnTo>
                    <a:pt x="391" y="157"/>
                  </a:lnTo>
                  <a:lnTo>
                    <a:pt x="395" y="102"/>
                  </a:lnTo>
                  <a:lnTo>
                    <a:pt x="398" y="47"/>
                  </a:lnTo>
                  <a:lnTo>
                    <a:pt x="394" y="27"/>
                  </a:lnTo>
                  <a:lnTo>
                    <a:pt x="383" y="11"/>
                  </a:lnTo>
                  <a:lnTo>
                    <a:pt x="368" y="3"/>
                  </a:lnTo>
                  <a:lnTo>
                    <a:pt x="351" y="0"/>
                  </a:lnTo>
                  <a:lnTo>
                    <a:pt x="333" y="3"/>
                  </a:lnTo>
                  <a:lnTo>
                    <a:pt x="319" y="11"/>
                  </a:lnTo>
                  <a:lnTo>
                    <a:pt x="307" y="27"/>
                  </a:lnTo>
                  <a:lnTo>
                    <a:pt x="304" y="4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2839" name="Freeform 37"/>
            <p:cNvSpPr>
              <a:spLocks/>
            </p:cNvSpPr>
            <p:nvPr/>
          </p:nvSpPr>
          <p:spPr bwMode="auto">
            <a:xfrm>
              <a:off x="1660" y="1701"/>
              <a:ext cx="19" cy="365"/>
            </a:xfrm>
            <a:custGeom>
              <a:avLst/>
              <a:gdLst>
                <a:gd name="T0" fmla="*/ 0 w 95"/>
                <a:gd name="T1" fmla="*/ 0 h 1826"/>
                <a:gd name="T2" fmla="*/ 0 w 95"/>
                <a:gd name="T3" fmla="*/ 0 h 1826"/>
                <a:gd name="T4" fmla="*/ 0 w 95"/>
                <a:gd name="T5" fmla="*/ 15 h 1826"/>
                <a:gd name="T6" fmla="*/ 1 w 95"/>
                <a:gd name="T7" fmla="*/ 15 h 1826"/>
                <a:gd name="T8" fmla="*/ 1 w 95"/>
                <a:gd name="T9" fmla="*/ 0 h 1826"/>
                <a:gd name="T10" fmla="*/ 1 w 95"/>
                <a:gd name="T11" fmla="*/ 0 h 1826"/>
                <a:gd name="T12" fmla="*/ 1 w 95"/>
                <a:gd name="T13" fmla="*/ 0 h 1826"/>
                <a:gd name="T14" fmla="*/ 1 w 95"/>
                <a:gd name="T15" fmla="*/ 0 h 1826"/>
                <a:gd name="T16" fmla="*/ 1 w 95"/>
                <a:gd name="T17" fmla="*/ 0 h 1826"/>
                <a:gd name="T18" fmla="*/ 1 w 95"/>
                <a:gd name="T19" fmla="*/ 0 h 1826"/>
                <a:gd name="T20" fmla="*/ 0 w 95"/>
                <a:gd name="T21" fmla="*/ 0 h 1826"/>
                <a:gd name="T22" fmla="*/ 0 w 95"/>
                <a:gd name="T23" fmla="*/ 0 h 1826"/>
                <a:gd name="T24" fmla="*/ 0 w 95"/>
                <a:gd name="T25" fmla="*/ 0 h 1826"/>
                <a:gd name="T26" fmla="*/ 0 w 95"/>
                <a:gd name="T27" fmla="*/ 0 h 1826"/>
                <a:gd name="T28" fmla="*/ 0 w 95"/>
                <a:gd name="T29" fmla="*/ 0 h 1826"/>
                <a:gd name="T30" fmla="*/ 0 w 95"/>
                <a:gd name="T31" fmla="*/ 0 h 182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95"/>
                <a:gd name="T49" fmla="*/ 0 h 1826"/>
                <a:gd name="T50" fmla="*/ 95 w 95"/>
                <a:gd name="T51" fmla="*/ 1826 h 182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95" h="1826">
                  <a:moveTo>
                    <a:pt x="0" y="49"/>
                  </a:moveTo>
                  <a:lnTo>
                    <a:pt x="0" y="47"/>
                  </a:lnTo>
                  <a:lnTo>
                    <a:pt x="1" y="1826"/>
                  </a:lnTo>
                  <a:lnTo>
                    <a:pt x="95" y="1826"/>
                  </a:lnTo>
                  <a:lnTo>
                    <a:pt x="93" y="47"/>
                  </a:lnTo>
                  <a:lnTo>
                    <a:pt x="93" y="45"/>
                  </a:lnTo>
                  <a:lnTo>
                    <a:pt x="93" y="47"/>
                  </a:lnTo>
                  <a:lnTo>
                    <a:pt x="90" y="27"/>
                  </a:lnTo>
                  <a:lnTo>
                    <a:pt x="79" y="12"/>
                  </a:lnTo>
                  <a:lnTo>
                    <a:pt x="64" y="4"/>
                  </a:lnTo>
                  <a:lnTo>
                    <a:pt x="47" y="0"/>
                  </a:lnTo>
                  <a:lnTo>
                    <a:pt x="29" y="4"/>
                  </a:lnTo>
                  <a:lnTo>
                    <a:pt x="15" y="12"/>
                  </a:lnTo>
                  <a:lnTo>
                    <a:pt x="3" y="27"/>
                  </a:lnTo>
                  <a:lnTo>
                    <a:pt x="0" y="47"/>
                  </a:lnTo>
                  <a:lnTo>
                    <a:pt x="0" y="4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2840" name="Freeform 38"/>
            <p:cNvSpPr>
              <a:spLocks/>
            </p:cNvSpPr>
            <p:nvPr/>
          </p:nvSpPr>
          <p:spPr bwMode="auto">
            <a:xfrm>
              <a:off x="1598" y="1598"/>
              <a:ext cx="81" cy="113"/>
            </a:xfrm>
            <a:custGeom>
              <a:avLst/>
              <a:gdLst>
                <a:gd name="T0" fmla="*/ 0 w 401"/>
                <a:gd name="T1" fmla="*/ 1 h 566"/>
                <a:gd name="T2" fmla="*/ 0 w 401"/>
                <a:gd name="T3" fmla="*/ 1 h 566"/>
                <a:gd name="T4" fmla="*/ 0 w 401"/>
                <a:gd name="T5" fmla="*/ 1 h 566"/>
                <a:gd name="T6" fmla="*/ 1 w 401"/>
                <a:gd name="T7" fmla="*/ 1 h 566"/>
                <a:gd name="T8" fmla="*/ 1 w 401"/>
                <a:gd name="T9" fmla="*/ 1 h 566"/>
                <a:gd name="T10" fmla="*/ 1 w 401"/>
                <a:gd name="T11" fmla="*/ 1 h 566"/>
                <a:gd name="T12" fmla="*/ 1 w 401"/>
                <a:gd name="T13" fmla="*/ 2 h 566"/>
                <a:gd name="T14" fmla="*/ 1 w 401"/>
                <a:gd name="T15" fmla="*/ 2 h 566"/>
                <a:gd name="T16" fmla="*/ 2 w 401"/>
                <a:gd name="T17" fmla="*/ 2 h 566"/>
                <a:gd name="T18" fmla="*/ 2 w 401"/>
                <a:gd name="T19" fmla="*/ 2 h 566"/>
                <a:gd name="T20" fmla="*/ 2 w 401"/>
                <a:gd name="T21" fmla="*/ 2 h 566"/>
                <a:gd name="T22" fmla="*/ 2 w 401"/>
                <a:gd name="T23" fmla="*/ 3 h 566"/>
                <a:gd name="T24" fmla="*/ 2 w 401"/>
                <a:gd name="T25" fmla="*/ 3 h 566"/>
                <a:gd name="T26" fmla="*/ 2 w 401"/>
                <a:gd name="T27" fmla="*/ 3 h 566"/>
                <a:gd name="T28" fmla="*/ 2 w 401"/>
                <a:gd name="T29" fmla="*/ 4 h 566"/>
                <a:gd name="T30" fmla="*/ 2 w 401"/>
                <a:gd name="T31" fmla="*/ 4 h 566"/>
                <a:gd name="T32" fmla="*/ 2 w 401"/>
                <a:gd name="T33" fmla="*/ 4 h 566"/>
                <a:gd name="T34" fmla="*/ 3 w 401"/>
                <a:gd name="T35" fmla="*/ 5 h 566"/>
                <a:gd name="T36" fmla="*/ 3 w 401"/>
                <a:gd name="T37" fmla="*/ 4 h 566"/>
                <a:gd name="T38" fmla="*/ 3 w 401"/>
                <a:gd name="T39" fmla="*/ 4 h 566"/>
                <a:gd name="T40" fmla="*/ 3 w 401"/>
                <a:gd name="T41" fmla="*/ 4 h 566"/>
                <a:gd name="T42" fmla="*/ 3 w 401"/>
                <a:gd name="T43" fmla="*/ 3 h 566"/>
                <a:gd name="T44" fmla="*/ 3 w 401"/>
                <a:gd name="T45" fmla="*/ 3 h 566"/>
                <a:gd name="T46" fmla="*/ 3 w 401"/>
                <a:gd name="T47" fmla="*/ 3 h 566"/>
                <a:gd name="T48" fmla="*/ 3 w 401"/>
                <a:gd name="T49" fmla="*/ 2 h 566"/>
                <a:gd name="T50" fmla="*/ 3 w 401"/>
                <a:gd name="T51" fmla="*/ 2 h 566"/>
                <a:gd name="T52" fmla="*/ 2 w 401"/>
                <a:gd name="T53" fmla="*/ 2 h 566"/>
                <a:gd name="T54" fmla="*/ 2 w 401"/>
                <a:gd name="T55" fmla="*/ 2 h 566"/>
                <a:gd name="T56" fmla="*/ 2 w 401"/>
                <a:gd name="T57" fmla="*/ 1 h 566"/>
                <a:gd name="T58" fmla="*/ 2 w 401"/>
                <a:gd name="T59" fmla="*/ 1 h 566"/>
                <a:gd name="T60" fmla="*/ 2 w 401"/>
                <a:gd name="T61" fmla="*/ 1 h 566"/>
                <a:gd name="T62" fmla="*/ 1 w 401"/>
                <a:gd name="T63" fmla="*/ 1 h 566"/>
                <a:gd name="T64" fmla="*/ 1 w 401"/>
                <a:gd name="T65" fmla="*/ 0 h 566"/>
                <a:gd name="T66" fmla="*/ 1 w 401"/>
                <a:gd name="T67" fmla="*/ 0 h 566"/>
                <a:gd name="T68" fmla="*/ 1 w 401"/>
                <a:gd name="T69" fmla="*/ 0 h 566"/>
                <a:gd name="T70" fmla="*/ 1 w 401"/>
                <a:gd name="T71" fmla="*/ 0 h 566"/>
                <a:gd name="T72" fmla="*/ 1 w 401"/>
                <a:gd name="T73" fmla="*/ 0 h 566"/>
                <a:gd name="T74" fmla="*/ 0 w 401"/>
                <a:gd name="T75" fmla="*/ 0 h 566"/>
                <a:gd name="T76" fmla="*/ 0 w 401"/>
                <a:gd name="T77" fmla="*/ 0 h 566"/>
                <a:gd name="T78" fmla="*/ 0 w 401"/>
                <a:gd name="T79" fmla="*/ 0 h 566"/>
                <a:gd name="T80" fmla="*/ 0 w 401"/>
                <a:gd name="T81" fmla="*/ 0 h 566"/>
                <a:gd name="T82" fmla="*/ 0 w 401"/>
                <a:gd name="T83" fmla="*/ 0 h 566"/>
                <a:gd name="T84" fmla="*/ 0 w 401"/>
                <a:gd name="T85" fmla="*/ 0 h 566"/>
                <a:gd name="T86" fmla="*/ 0 w 401"/>
                <a:gd name="T87" fmla="*/ 1 h 566"/>
                <a:gd name="T88" fmla="*/ 0 w 401"/>
                <a:gd name="T89" fmla="*/ 1 h 56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401"/>
                <a:gd name="T136" fmla="*/ 0 h 566"/>
                <a:gd name="T137" fmla="*/ 401 w 401"/>
                <a:gd name="T138" fmla="*/ 566 h 566"/>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401" h="566">
                  <a:moveTo>
                    <a:pt x="23" y="88"/>
                  </a:moveTo>
                  <a:lnTo>
                    <a:pt x="23" y="88"/>
                  </a:lnTo>
                  <a:lnTo>
                    <a:pt x="53" y="107"/>
                  </a:lnTo>
                  <a:lnTo>
                    <a:pt x="83" y="125"/>
                  </a:lnTo>
                  <a:lnTo>
                    <a:pt x="108" y="147"/>
                  </a:lnTo>
                  <a:lnTo>
                    <a:pt x="135" y="171"/>
                  </a:lnTo>
                  <a:lnTo>
                    <a:pt x="160" y="196"/>
                  </a:lnTo>
                  <a:lnTo>
                    <a:pt x="182" y="223"/>
                  </a:lnTo>
                  <a:lnTo>
                    <a:pt x="205" y="251"/>
                  </a:lnTo>
                  <a:lnTo>
                    <a:pt x="223" y="281"/>
                  </a:lnTo>
                  <a:lnTo>
                    <a:pt x="240" y="312"/>
                  </a:lnTo>
                  <a:lnTo>
                    <a:pt x="256" y="345"/>
                  </a:lnTo>
                  <a:lnTo>
                    <a:pt x="270" y="379"/>
                  </a:lnTo>
                  <a:lnTo>
                    <a:pt x="282" y="414"/>
                  </a:lnTo>
                  <a:lnTo>
                    <a:pt x="291" y="450"/>
                  </a:lnTo>
                  <a:lnTo>
                    <a:pt x="299" y="488"/>
                  </a:lnTo>
                  <a:lnTo>
                    <a:pt x="304" y="526"/>
                  </a:lnTo>
                  <a:lnTo>
                    <a:pt x="308" y="566"/>
                  </a:lnTo>
                  <a:lnTo>
                    <a:pt x="401" y="562"/>
                  </a:lnTo>
                  <a:lnTo>
                    <a:pt x="398" y="517"/>
                  </a:lnTo>
                  <a:lnTo>
                    <a:pt x="391" y="471"/>
                  </a:lnTo>
                  <a:lnTo>
                    <a:pt x="383" y="429"/>
                  </a:lnTo>
                  <a:lnTo>
                    <a:pt x="371" y="386"/>
                  </a:lnTo>
                  <a:lnTo>
                    <a:pt x="357" y="346"/>
                  </a:lnTo>
                  <a:lnTo>
                    <a:pt x="340" y="307"/>
                  </a:lnTo>
                  <a:lnTo>
                    <a:pt x="324" y="270"/>
                  </a:lnTo>
                  <a:lnTo>
                    <a:pt x="303" y="232"/>
                  </a:lnTo>
                  <a:lnTo>
                    <a:pt x="280" y="197"/>
                  </a:lnTo>
                  <a:lnTo>
                    <a:pt x="255" y="164"/>
                  </a:lnTo>
                  <a:lnTo>
                    <a:pt x="228" y="132"/>
                  </a:lnTo>
                  <a:lnTo>
                    <a:pt x="199" y="103"/>
                  </a:lnTo>
                  <a:lnTo>
                    <a:pt x="169" y="76"/>
                  </a:lnTo>
                  <a:lnTo>
                    <a:pt x="137" y="50"/>
                  </a:lnTo>
                  <a:lnTo>
                    <a:pt x="103" y="27"/>
                  </a:lnTo>
                  <a:lnTo>
                    <a:pt x="67" y="6"/>
                  </a:lnTo>
                  <a:lnTo>
                    <a:pt x="48" y="0"/>
                  </a:lnTo>
                  <a:lnTo>
                    <a:pt x="30" y="2"/>
                  </a:lnTo>
                  <a:lnTo>
                    <a:pt x="16" y="12"/>
                  </a:lnTo>
                  <a:lnTo>
                    <a:pt x="5" y="25"/>
                  </a:lnTo>
                  <a:lnTo>
                    <a:pt x="0" y="41"/>
                  </a:lnTo>
                  <a:lnTo>
                    <a:pt x="0" y="59"/>
                  </a:lnTo>
                  <a:lnTo>
                    <a:pt x="8" y="75"/>
                  </a:lnTo>
                  <a:lnTo>
                    <a:pt x="23"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2841" name="Freeform 39"/>
            <p:cNvSpPr>
              <a:spLocks/>
            </p:cNvSpPr>
            <p:nvPr/>
          </p:nvSpPr>
          <p:spPr bwMode="auto">
            <a:xfrm>
              <a:off x="1346" y="1455"/>
              <a:ext cx="266" cy="160"/>
            </a:xfrm>
            <a:custGeom>
              <a:avLst/>
              <a:gdLst>
                <a:gd name="T0" fmla="*/ 0 w 1330"/>
                <a:gd name="T1" fmla="*/ 1 h 801"/>
                <a:gd name="T2" fmla="*/ 0 w 1330"/>
                <a:gd name="T3" fmla="*/ 1 h 801"/>
                <a:gd name="T4" fmla="*/ 10 w 1330"/>
                <a:gd name="T5" fmla="*/ 6 h 801"/>
                <a:gd name="T6" fmla="*/ 11 w 1330"/>
                <a:gd name="T7" fmla="*/ 6 h 801"/>
                <a:gd name="T8" fmla="*/ 1 w 1330"/>
                <a:gd name="T9" fmla="*/ 0 h 801"/>
                <a:gd name="T10" fmla="*/ 1 w 1330"/>
                <a:gd name="T11" fmla="*/ 0 h 801"/>
                <a:gd name="T12" fmla="*/ 1 w 1330"/>
                <a:gd name="T13" fmla="*/ 0 h 801"/>
                <a:gd name="T14" fmla="*/ 0 w 1330"/>
                <a:gd name="T15" fmla="*/ 0 h 801"/>
                <a:gd name="T16" fmla="*/ 0 w 1330"/>
                <a:gd name="T17" fmla="*/ 0 h 801"/>
                <a:gd name="T18" fmla="*/ 0 w 1330"/>
                <a:gd name="T19" fmla="*/ 0 h 801"/>
                <a:gd name="T20" fmla="*/ 0 w 1330"/>
                <a:gd name="T21" fmla="*/ 0 h 801"/>
                <a:gd name="T22" fmla="*/ 0 w 1330"/>
                <a:gd name="T23" fmla="*/ 0 h 801"/>
                <a:gd name="T24" fmla="*/ 0 w 1330"/>
                <a:gd name="T25" fmla="*/ 0 h 801"/>
                <a:gd name="T26" fmla="*/ 0 w 1330"/>
                <a:gd name="T27" fmla="*/ 1 h 801"/>
                <a:gd name="T28" fmla="*/ 0 w 1330"/>
                <a:gd name="T29" fmla="*/ 1 h 801"/>
                <a:gd name="T30" fmla="*/ 0 w 1330"/>
                <a:gd name="T31" fmla="*/ 1 h 801"/>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30"/>
                <a:gd name="T49" fmla="*/ 0 h 801"/>
                <a:gd name="T50" fmla="*/ 1330 w 1330"/>
                <a:gd name="T51" fmla="*/ 801 h 801"/>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30" h="801">
                  <a:moveTo>
                    <a:pt x="24" y="88"/>
                  </a:moveTo>
                  <a:lnTo>
                    <a:pt x="23" y="88"/>
                  </a:lnTo>
                  <a:lnTo>
                    <a:pt x="1286" y="801"/>
                  </a:lnTo>
                  <a:lnTo>
                    <a:pt x="1330" y="719"/>
                  </a:lnTo>
                  <a:lnTo>
                    <a:pt x="67" y="6"/>
                  </a:lnTo>
                  <a:lnTo>
                    <a:pt x="66" y="6"/>
                  </a:lnTo>
                  <a:lnTo>
                    <a:pt x="67" y="6"/>
                  </a:lnTo>
                  <a:lnTo>
                    <a:pt x="48" y="0"/>
                  </a:lnTo>
                  <a:lnTo>
                    <a:pt x="30" y="2"/>
                  </a:lnTo>
                  <a:lnTo>
                    <a:pt x="16" y="12"/>
                  </a:lnTo>
                  <a:lnTo>
                    <a:pt x="5" y="25"/>
                  </a:lnTo>
                  <a:lnTo>
                    <a:pt x="0" y="41"/>
                  </a:lnTo>
                  <a:lnTo>
                    <a:pt x="0" y="59"/>
                  </a:lnTo>
                  <a:lnTo>
                    <a:pt x="8" y="75"/>
                  </a:lnTo>
                  <a:lnTo>
                    <a:pt x="23" y="88"/>
                  </a:lnTo>
                  <a:lnTo>
                    <a:pt x="24"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2842" name="Freeform 40"/>
            <p:cNvSpPr>
              <a:spLocks/>
            </p:cNvSpPr>
            <p:nvPr/>
          </p:nvSpPr>
          <p:spPr bwMode="auto">
            <a:xfrm>
              <a:off x="1198" y="1439"/>
              <a:ext cx="161" cy="35"/>
            </a:xfrm>
            <a:custGeom>
              <a:avLst/>
              <a:gdLst>
                <a:gd name="T0" fmla="*/ 1 w 806"/>
                <a:gd name="T1" fmla="*/ 1 h 177"/>
                <a:gd name="T2" fmla="*/ 1 w 806"/>
                <a:gd name="T3" fmla="*/ 1 h 177"/>
                <a:gd name="T4" fmla="*/ 1 w 806"/>
                <a:gd name="T5" fmla="*/ 1 h 177"/>
                <a:gd name="T6" fmla="*/ 1 w 806"/>
                <a:gd name="T7" fmla="*/ 1 h 177"/>
                <a:gd name="T8" fmla="*/ 2 w 806"/>
                <a:gd name="T9" fmla="*/ 1 h 177"/>
                <a:gd name="T10" fmla="*/ 2 w 806"/>
                <a:gd name="T11" fmla="*/ 1 h 177"/>
                <a:gd name="T12" fmla="*/ 2 w 806"/>
                <a:gd name="T13" fmla="*/ 1 h 177"/>
                <a:gd name="T14" fmla="*/ 3 w 806"/>
                <a:gd name="T15" fmla="*/ 1 h 177"/>
                <a:gd name="T16" fmla="*/ 3 w 806"/>
                <a:gd name="T17" fmla="*/ 1 h 177"/>
                <a:gd name="T18" fmla="*/ 3 w 806"/>
                <a:gd name="T19" fmla="*/ 1 h 177"/>
                <a:gd name="T20" fmla="*/ 4 w 806"/>
                <a:gd name="T21" fmla="*/ 1 h 177"/>
                <a:gd name="T22" fmla="*/ 4 w 806"/>
                <a:gd name="T23" fmla="*/ 1 h 177"/>
                <a:gd name="T24" fmla="*/ 5 w 806"/>
                <a:gd name="T25" fmla="*/ 1 h 177"/>
                <a:gd name="T26" fmla="*/ 5 w 806"/>
                <a:gd name="T27" fmla="*/ 1 h 177"/>
                <a:gd name="T28" fmla="*/ 5 w 806"/>
                <a:gd name="T29" fmla="*/ 1 h 177"/>
                <a:gd name="T30" fmla="*/ 6 w 806"/>
                <a:gd name="T31" fmla="*/ 1 h 177"/>
                <a:gd name="T32" fmla="*/ 6 w 806"/>
                <a:gd name="T33" fmla="*/ 1 h 177"/>
                <a:gd name="T34" fmla="*/ 6 w 806"/>
                <a:gd name="T35" fmla="*/ 1 h 177"/>
                <a:gd name="T36" fmla="*/ 6 w 806"/>
                <a:gd name="T37" fmla="*/ 1 h 177"/>
                <a:gd name="T38" fmla="*/ 6 w 806"/>
                <a:gd name="T39" fmla="*/ 1 h 177"/>
                <a:gd name="T40" fmla="*/ 6 w 806"/>
                <a:gd name="T41" fmla="*/ 0 h 177"/>
                <a:gd name="T42" fmla="*/ 5 w 806"/>
                <a:gd name="T43" fmla="*/ 0 h 177"/>
                <a:gd name="T44" fmla="*/ 5 w 806"/>
                <a:gd name="T45" fmla="*/ 0 h 177"/>
                <a:gd name="T46" fmla="*/ 5 w 806"/>
                <a:gd name="T47" fmla="*/ 0 h 177"/>
                <a:gd name="T48" fmla="*/ 4 w 806"/>
                <a:gd name="T49" fmla="*/ 0 h 177"/>
                <a:gd name="T50" fmla="*/ 4 w 806"/>
                <a:gd name="T51" fmla="*/ 0 h 177"/>
                <a:gd name="T52" fmla="*/ 3 w 806"/>
                <a:gd name="T53" fmla="*/ 0 h 177"/>
                <a:gd name="T54" fmla="*/ 3 w 806"/>
                <a:gd name="T55" fmla="*/ 0 h 177"/>
                <a:gd name="T56" fmla="*/ 3 w 806"/>
                <a:gd name="T57" fmla="*/ 0 h 177"/>
                <a:gd name="T58" fmla="*/ 2 w 806"/>
                <a:gd name="T59" fmla="*/ 0 h 177"/>
                <a:gd name="T60" fmla="*/ 2 w 806"/>
                <a:gd name="T61" fmla="*/ 0 h 177"/>
                <a:gd name="T62" fmla="*/ 1 w 806"/>
                <a:gd name="T63" fmla="*/ 0 h 177"/>
                <a:gd name="T64" fmla="*/ 1 w 806"/>
                <a:gd name="T65" fmla="*/ 0 h 177"/>
                <a:gd name="T66" fmla="*/ 1 w 806"/>
                <a:gd name="T67" fmla="*/ 1 h 177"/>
                <a:gd name="T68" fmla="*/ 0 w 806"/>
                <a:gd name="T69" fmla="*/ 1 h 177"/>
                <a:gd name="T70" fmla="*/ 0 w 806"/>
                <a:gd name="T71" fmla="*/ 1 h 177"/>
                <a:gd name="T72" fmla="*/ 0 w 806"/>
                <a:gd name="T73" fmla="*/ 1 h 177"/>
                <a:gd name="T74" fmla="*/ 0 w 806"/>
                <a:gd name="T75" fmla="*/ 1 h 177"/>
                <a:gd name="T76" fmla="*/ 0 w 806"/>
                <a:gd name="T77" fmla="*/ 1 h 177"/>
                <a:gd name="T78" fmla="*/ 0 w 806"/>
                <a:gd name="T79" fmla="*/ 1 h 177"/>
                <a:gd name="T80" fmla="*/ 0 w 806"/>
                <a:gd name="T81" fmla="*/ 1 h 177"/>
                <a:gd name="T82" fmla="*/ 0 w 806"/>
                <a:gd name="T83" fmla="*/ 1 h 177"/>
                <a:gd name="T84" fmla="*/ 0 w 806"/>
                <a:gd name="T85" fmla="*/ 1 h 177"/>
                <a:gd name="T86" fmla="*/ 0 w 806"/>
                <a:gd name="T87" fmla="*/ 1 h 177"/>
                <a:gd name="T88" fmla="*/ 1 w 806"/>
                <a:gd name="T89" fmla="*/ 1 h 177"/>
                <a:gd name="T90" fmla="*/ 1 w 806"/>
                <a:gd name="T91" fmla="*/ 1 h 17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806"/>
                <a:gd name="T139" fmla="*/ 0 h 177"/>
                <a:gd name="T140" fmla="*/ 806 w 806"/>
                <a:gd name="T141" fmla="*/ 177 h 17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806" h="177">
                  <a:moveTo>
                    <a:pt x="67" y="171"/>
                  </a:moveTo>
                  <a:lnTo>
                    <a:pt x="68" y="171"/>
                  </a:lnTo>
                  <a:lnTo>
                    <a:pt x="109" y="151"/>
                  </a:lnTo>
                  <a:lnTo>
                    <a:pt x="151" y="135"/>
                  </a:lnTo>
                  <a:lnTo>
                    <a:pt x="196" y="122"/>
                  </a:lnTo>
                  <a:lnTo>
                    <a:pt x="242" y="110"/>
                  </a:lnTo>
                  <a:lnTo>
                    <a:pt x="287" y="102"/>
                  </a:lnTo>
                  <a:lnTo>
                    <a:pt x="335" y="97"/>
                  </a:lnTo>
                  <a:lnTo>
                    <a:pt x="382" y="95"/>
                  </a:lnTo>
                  <a:lnTo>
                    <a:pt x="430" y="94"/>
                  </a:lnTo>
                  <a:lnTo>
                    <a:pt x="477" y="97"/>
                  </a:lnTo>
                  <a:lnTo>
                    <a:pt x="524" y="102"/>
                  </a:lnTo>
                  <a:lnTo>
                    <a:pt x="568" y="108"/>
                  </a:lnTo>
                  <a:lnTo>
                    <a:pt x="612" y="117"/>
                  </a:lnTo>
                  <a:lnTo>
                    <a:pt x="654" y="128"/>
                  </a:lnTo>
                  <a:lnTo>
                    <a:pt x="693" y="141"/>
                  </a:lnTo>
                  <a:lnTo>
                    <a:pt x="730" y="155"/>
                  </a:lnTo>
                  <a:lnTo>
                    <a:pt x="764" y="171"/>
                  </a:lnTo>
                  <a:lnTo>
                    <a:pt x="806" y="89"/>
                  </a:lnTo>
                  <a:lnTo>
                    <a:pt x="768" y="70"/>
                  </a:lnTo>
                  <a:lnTo>
                    <a:pt x="725" y="54"/>
                  </a:lnTo>
                  <a:lnTo>
                    <a:pt x="680" y="39"/>
                  </a:lnTo>
                  <a:lnTo>
                    <a:pt x="633" y="26"/>
                  </a:lnTo>
                  <a:lnTo>
                    <a:pt x="585" y="16"/>
                  </a:lnTo>
                  <a:lnTo>
                    <a:pt x="536" y="8"/>
                  </a:lnTo>
                  <a:lnTo>
                    <a:pt x="484" y="3"/>
                  </a:lnTo>
                  <a:lnTo>
                    <a:pt x="433" y="0"/>
                  </a:lnTo>
                  <a:lnTo>
                    <a:pt x="380" y="1"/>
                  </a:lnTo>
                  <a:lnTo>
                    <a:pt x="328" y="3"/>
                  </a:lnTo>
                  <a:lnTo>
                    <a:pt x="276" y="10"/>
                  </a:lnTo>
                  <a:lnTo>
                    <a:pt x="223" y="19"/>
                  </a:lnTo>
                  <a:lnTo>
                    <a:pt x="172" y="30"/>
                  </a:lnTo>
                  <a:lnTo>
                    <a:pt x="121" y="46"/>
                  </a:lnTo>
                  <a:lnTo>
                    <a:pt x="72" y="67"/>
                  </a:lnTo>
                  <a:lnTo>
                    <a:pt x="24" y="89"/>
                  </a:lnTo>
                  <a:lnTo>
                    <a:pt x="25" y="89"/>
                  </a:lnTo>
                  <a:lnTo>
                    <a:pt x="24" y="89"/>
                  </a:lnTo>
                  <a:lnTo>
                    <a:pt x="8" y="102"/>
                  </a:lnTo>
                  <a:lnTo>
                    <a:pt x="0" y="118"/>
                  </a:lnTo>
                  <a:lnTo>
                    <a:pt x="0" y="136"/>
                  </a:lnTo>
                  <a:lnTo>
                    <a:pt x="6" y="152"/>
                  </a:lnTo>
                  <a:lnTo>
                    <a:pt x="17" y="165"/>
                  </a:lnTo>
                  <a:lnTo>
                    <a:pt x="31" y="175"/>
                  </a:lnTo>
                  <a:lnTo>
                    <a:pt x="48" y="177"/>
                  </a:lnTo>
                  <a:lnTo>
                    <a:pt x="68" y="171"/>
                  </a:lnTo>
                  <a:lnTo>
                    <a:pt x="67" y="1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2843" name="Freeform 41"/>
            <p:cNvSpPr>
              <a:spLocks/>
            </p:cNvSpPr>
            <p:nvPr/>
          </p:nvSpPr>
          <p:spPr bwMode="auto">
            <a:xfrm>
              <a:off x="931" y="1456"/>
              <a:ext cx="280" cy="158"/>
            </a:xfrm>
            <a:custGeom>
              <a:avLst/>
              <a:gdLst>
                <a:gd name="T0" fmla="*/ 1 w 1402"/>
                <a:gd name="T1" fmla="*/ 6 h 787"/>
                <a:gd name="T2" fmla="*/ 1 w 1402"/>
                <a:gd name="T3" fmla="*/ 6 h 787"/>
                <a:gd name="T4" fmla="*/ 11 w 1402"/>
                <a:gd name="T5" fmla="*/ 1 h 787"/>
                <a:gd name="T6" fmla="*/ 11 w 1402"/>
                <a:gd name="T7" fmla="*/ 0 h 787"/>
                <a:gd name="T8" fmla="*/ 0 w 1402"/>
                <a:gd name="T9" fmla="*/ 6 h 787"/>
                <a:gd name="T10" fmla="*/ 0 w 1402"/>
                <a:gd name="T11" fmla="*/ 6 h 787"/>
                <a:gd name="T12" fmla="*/ 0 w 1402"/>
                <a:gd name="T13" fmla="*/ 6 h 787"/>
                <a:gd name="T14" fmla="*/ 0 w 1402"/>
                <a:gd name="T15" fmla="*/ 6 h 787"/>
                <a:gd name="T16" fmla="*/ 0 w 1402"/>
                <a:gd name="T17" fmla="*/ 6 h 787"/>
                <a:gd name="T18" fmla="*/ 0 w 1402"/>
                <a:gd name="T19" fmla="*/ 6 h 787"/>
                <a:gd name="T20" fmla="*/ 0 w 1402"/>
                <a:gd name="T21" fmla="*/ 6 h 787"/>
                <a:gd name="T22" fmla="*/ 0 w 1402"/>
                <a:gd name="T23" fmla="*/ 6 h 787"/>
                <a:gd name="T24" fmla="*/ 0 w 1402"/>
                <a:gd name="T25" fmla="*/ 6 h 787"/>
                <a:gd name="T26" fmla="*/ 0 w 1402"/>
                <a:gd name="T27" fmla="*/ 6 h 787"/>
                <a:gd name="T28" fmla="*/ 1 w 1402"/>
                <a:gd name="T29" fmla="*/ 6 h 787"/>
                <a:gd name="T30" fmla="*/ 1 w 1402"/>
                <a:gd name="T31" fmla="*/ 6 h 78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02"/>
                <a:gd name="T49" fmla="*/ 0 h 787"/>
                <a:gd name="T50" fmla="*/ 1402 w 1402"/>
                <a:gd name="T51" fmla="*/ 787 h 78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02" h="787">
                  <a:moveTo>
                    <a:pt x="69" y="781"/>
                  </a:moveTo>
                  <a:lnTo>
                    <a:pt x="66" y="781"/>
                  </a:lnTo>
                  <a:lnTo>
                    <a:pt x="1402" y="82"/>
                  </a:lnTo>
                  <a:lnTo>
                    <a:pt x="1360" y="0"/>
                  </a:lnTo>
                  <a:lnTo>
                    <a:pt x="24" y="699"/>
                  </a:lnTo>
                  <a:lnTo>
                    <a:pt x="22" y="699"/>
                  </a:lnTo>
                  <a:lnTo>
                    <a:pt x="24" y="699"/>
                  </a:lnTo>
                  <a:lnTo>
                    <a:pt x="8" y="712"/>
                  </a:lnTo>
                  <a:lnTo>
                    <a:pt x="1" y="727"/>
                  </a:lnTo>
                  <a:lnTo>
                    <a:pt x="0" y="744"/>
                  </a:lnTo>
                  <a:lnTo>
                    <a:pt x="5" y="761"/>
                  </a:lnTo>
                  <a:lnTo>
                    <a:pt x="15" y="775"/>
                  </a:lnTo>
                  <a:lnTo>
                    <a:pt x="30" y="784"/>
                  </a:lnTo>
                  <a:lnTo>
                    <a:pt x="46" y="787"/>
                  </a:lnTo>
                  <a:lnTo>
                    <a:pt x="66" y="781"/>
                  </a:lnTo>
                  <a:lnTo>
                    <a:pt x="69" y="7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2844" name="Freeform 42"/>
            <p:cNvSpPr>
              <a:spLocks/>
            </p:cNvSpPr>
            <p:nvPr/>
          </p:nvSpPr>
          <p:spPr bwMode="auto">
            <a:xfrm>
              <a:off x="868" y="1596"/>
              <a:ext cx="77" cy="126"/>
            </a:xfrm>
            <a:custGeom>
              <a:avLst/>
              <a:gdLst>
                <a:gd name="T0" fmla="*/ 1 w 382"/>
                <a:gd name="T1" fmla="*/ 5 h 628"/>
                <a:gd name="T2" fmla="*/ 1 w 382"/>
                <a:gd name="T3" fmla="*/ 5 h 628"/>
                <a:gd name="T4" fmla="*/ 1 w 382"/>
                <a:gd name="T5" fmla="*/ 4 h 628"/>
                <a:gd name="T6" fmla="*/ 1 w 382"/>
                <a:gd name="T7" fmla="*/ 4 h 628"/>
                <a:gd name="T8" fmla="*/ 1 w 382"/>
                <a:gd name="T9" fmla="*/ 4 h 628"/>
                <a:gd name="T10" fmla="*/ 1 w 382"/>
                <a:gd name="T11" fmla="*/ 3 h 628"/>
                <a:gd name="T12" fmla="*/ 1 w 382"/>
                <a:gd name="T13" fmla="*/ 3 h 628"/>
                <a:gd name="T14" fmla="*/ 1 w 382"/>
                <a:gd name="T15" fmla="*/ 3 h 628"/>
                <a:gd name="T16" fmla="*/ 1 w 382"/>
                <a:gd name="T17" fmla="*/ 3 h 628"/>
                <a:gd name="T18" fmla="*/ 1 w 382"/>
                <a:gd name="T19" fmla="*/ 2 h 628"/>
                <a:gd name="T20" fmla="*/ 2 w 382"/>
                <a:gd name="T21" fmla="*/ 2 h 628"/>
                <a:gd name="T22" fmla="*/ 2 w 382"/>
                <a:gd name="T23" fmla="*/ 2 h 628"/>
                <a:gd name="T24" fmla="*/ 2 w 382"/>
                <a:gd name="T25" fmla="*/ 2 h 628"/>
                <a:gd name="T26" fmla="*/ 2 w 382"/>
                <a:gd name="T27" fmla="*/ 1 h 628"/>
                <a:gd name="T28" fmla="*/ 2 w 382"/>
                <a:gd name="T29" fmla="*/ 1 h 628"/>
                <a:gd name="T30" fmla="*/ 3 w 382"/>
                <a:gd name="T31" fmla="*/ 1 h 628"/>
                <a:gd name="T32" fmla="*/ 3 w 382"/>
                <a:gd name="T33" fmla="*/ 1 h 628"/>
                <a:gd name="T34" fmla="*/ 3 w 382"/>
                <a:gd name="T35" fmla="*/ 1 h 628"/>
                <a:gd name="T36" fmla="*/ 3 w 382"/>
                <a:gd name="T37" fmla="*/ 0 h 628"/>
                <a:gd name="T38" fmla="*/ 2 w 382"/>
                <a:gd name="T39" fmla="*/ 0 h 628"/>
                <a:gd name="T40" fmla="*/ 2 w 382"/>
                <a:gd name="T41" fmla="*/ 0 h 628"/>
                <a:gd name="T42" fmla="*/ 2 w 382"/>
                <a:gd name="T43" fmla="*/ 1 h 628"/>
                <a:gd name="T44" fmla="*/ 2 w 382"/>
                <a:gd name="T45" fmla="*/ 1 h 628"/>
                <a:gd name="T46" fmla="*/ 1 w 382"/>
                <a:gd name="T47" fmla="*/ 1 h 628"/>
                <a:gd name="T48" fmla="*/ 1 w 382"/>
                <a:gd name="T49" fmla="*/ 1 h 628"/>
                <a:gd name="T50" fmla="*/ 1 w 382"/>
                <a:gd name="T51" fmla="*/ 2 h 628"/>
                <a:gd name="T52" fmla="*/ 1 w 382"/>
                <a:gd name="T53" fmla="*/ 2 h 628"/>
                <a:gd name="T54" fmla="*/ 1 w 382"/>
                <a:gd name="T55" fmla="*/ 2 h 628"/>
                <a:gd name="T56" fmla="*/ 0 w 382"/>
                <a:gd name="T57" fmla="*/ 3 h 628"/>
                <a:gd name="T58" fmla="*/ 0 w 382"/>
                <a:gd name="T59" fmla="*/ 3 h 628"/>
                <a:gd name="T60" fmla="*/ 0 w 382"/>
                <a:gd name="T61" fmla="*/ 3 h 628"/>
                <a:gd name="T62" fmla="*/ 0 w 382"/>
                <a:gd name="T63" fmla="*/ 4 h 628"/>
                <a:gd name="T64" fmla="*/ 0 w 382"/>
                <a:gd name="T65" fmla="*/ 4 h 628"/>
                <a:gd name="T66" fmla="*/ 0 w 382"/>
                <a:gd name="T67" fmla="*/ 4 h 628"/>
                <a:gd name="T68" fmla="*/ 0 w 382"/>
                <a:gd name="T69" fmla="*/ 5 h 628"/>
                <a:gd name="T70" fmla="*/ 0 w 382"/>
                <a:gd name="T71" fmla="*/ 5 h 628"/>
                <a:gd name="T72" fmla="*/ 0 w 382"/>
                <a:gd name="T73" fmla="*/ 5 h 628"/>
                <a:gd name="T74" fmla="*/ 0 w 382"/>
                <a:gd name="T75" fmla="*/ 5 h 628"/>
                <a:gd name="T76" fmla="*/ 0 w 382"/>
                <a:gd name="T77" fmla="*/ 5 h 628"/>
                <a:gd name="T78" fmla="*/ 0 w 382"/>
                <a:gd name="T79" fmla="*/ 5 h 628"/>
                <a:gd name="T80" fmla="*/ 0 w 382"/>
                <a:gd name="T81" fmla="*/ 5 h 628"/>
                <a:gd name="T82" fmla="*/ 1 w 382"/>
                <a:gd name="T83" fmla="*/ 5 h 628"/>
                <a:gd name="T84" fmla="*/ 1 w 382"/>
                <a:gd name="T85" fmla="*/ 5 h 628"/>
                <a:gd name="T86" fmla="*/ 1 w 382"/>
                <a:gd name="T87" fmla="*/ 5 h 628"/>
                <a:gd name="T88" fmla="*/ 1 w 382"/>
                <a:gd name="T89" fmla="*/ 5 h 628"/>
                <a:gd name="T90" fmla="*/ 1 w 382"/>
                <a:gd name="T91" fmla="*/ 5 h 628"/>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382"/>
                <a:gd name="T139" fmla="*/ 0 h 628"/>
                <a:gd name="T140" fmla="*/ 382 w 382"/>
                <a:gd name="T141" fmla="*/ 628 h 628"/>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382" h="628">
                  <a:moveTo>
                    <a:pt x="94" y="581"/>
                  </a:moveTo>
                  <a:lnTo>
                    <a:pt x="94" y="582"/>
                  </a:lnTo>
                  <a:lnTo>
                    <a:pt x="96" y="541"/>
                  </a:lnTo>
                  <a:lnTo>
                    <a:pt x="99" y="500"/>
                  </a:lnTo>
                  <a:lnTo>
                    <a:pt x="106" y="463"/>
                  </a:lnTo>
                  <a:lnTo>
                    <a:pt x="115" y="424"/>
                  </a:lnTo>
                  <a:lnTo>
                    <a:pt x="127" y="389"/>
                  </a:lnTo>
                  <a:lnTo>
                    <a:pt x="140" y="353"/>
                  </a:lnTo>
                  <a:lnTo>
                    <a:pt x="156" y="320"/>
                  </a:lnTo>
                  <a:lnTo>
                    <a:pt x="173" y="287"/>
                  </a:lnTo>
                  <a:lnTo>
                    <a:pt x="193" y="255"/>
                  </a:lnTo>
                  <a:lnTo>
                    <a:pt x="214" y="226"/>
                  </a:lnTo>
                  <a:lnTo>
                    <a:pt x="238" y="198"/>
                  </a:lnTo>
                  <a:lnTo>
                    <a:pt x="263" y="172"/>
                  </a:lnTo>
                  <a:lnTo>
                    <a:pt x="290" y="146"/>
                  </a:lnTo>
                  <a:lnTo>
                    <a:pt x="318" y="122"/>
                  </a:lnTo>
                  <a:lnTo>
                    <a:pt x="349" y="101"/>
                  </a:lnTo>
                  <a:lnTo>
                    <a:pt x="382" y="82"/>
                  </a:lnTo>
                  <a:lnTo>
                    <a:pt x="335" y="0"/>
                  </a:lnTo>
                  <a:lnTo>
                    <a:pt x="297" y="23"/>
                  </a:lnTo>
                  <a:lnTo>
                    <a:pt x="262" y="49"/>
                  </a:lnTo>
                  <a:lnTo>
                    <a:pt x="229" y="76"/>
                  </a:lnTo>
                  <a:lnTo>
                    <a:pt x="198" y="104"/>
                  </a:lnTo>
                  <a:lnTo>
                    <a:pt x="167" y="137"/>
                  </a:lnTo>
                  <a:lnTo>
                    <a:pt x="142" y="170"/>
                  </a:lnTo>
                  <a:lnTo>
                    <a:pt x="116" y="204"/>
                  </a:lnTo>
                  <a:lnTo>
                    <a:pt x="94" y="240"/>
                  </a:lnTo>
                  <a:lnTo>
                    <a:pt x="74" y="278"/>
                  </a:lnTo>
                  <a:lnTo>
                    <a:pt x="54" y="317"/>
                  </a:lnTo>
                  <a:lnTo>
                    <a:pt x="38" y="359"/>
                  </a:lnTo>
                  <a:lnTo>
                    <a:pt x="26" y="401"/>
                  </a:lnTo>
                  <a:lnTo>
                    <a:pt x="15" y="444"/>
                  </a:lnTo>
                  <a:lnTo>
                    <a:pt x="8" y="489"/>
                  </a:lnTo>
                  <a:lnTo>
                    <a:pt x="2" y="534"/>
                  </a:lnTo>
                  <a:lnTo>
                    <a:pt x="0" y="580"/>
                  </a:lnTo>
                  <a:lnTo>
                    <a:pt x="0" y="581"/>
                  </a:lnTo>
                  <a:lnTo>
                    <a:pt x="0" y="580"/>
                  </a:lnTo>
                  <a:lnTo>
                    <a:pt x="3" y="600"/>
                  </a:lnTo>
                  <a:lnTo>
                    <a:pt x="14" y="615"/>
                  </a:lnTo>
                  <a:lnTo>
                    <a:pt x="29" y="625"/>
                  </a:lnTo>
                  <a:lnTo>
                    <a:pt x="45" y="628"/>
                  </a:lnTo>
                  <a:lnTo>
                    <a:pt x="63" y="626"/>
                  </a:lnTo>
                  <a:lnTo>
                    <a:pt x="78" y="616"/>
                  </a:lnTo>
                  <a:lnTo>
                    <a:pt x="89" y="602"/>
                  </a:lnTo>
                  <a:lnTo>
                    <a:pt x="94" y="582"/>
                  </a:lnTo>
                  <a:lnTo>
                    <a:pt x="94" y="5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2845" name="Freeform 43"/>
            <p:cNvSpPr>
              <a:spLocks/>
            </p:cNvSpPr>
            <p:nvPr/>
          </p:nvSpPr>
          <p:spPr bwMode="auto">
            <a:xfrm>
              <a:off x="868" y="1712"/>
              <a:ext cx="19" cy="364"/>
            </a:xfrm>
            <a:custGeom>
              <a:avLst/>
              <a:gdLst>
                <a:gd name="T0" fmla="*/ 1 w 94"/>
                <a:gd name="T1" fmla="*/ 14 h 1818"/>
                <a:gd name="T2" fmla="*/ 1 w 94"/>
                <a:gd name="T3" fmla="*/ 14 h 1818"/>
                <a:gd name="T4" fmla="*/ 1 w 94"/>
                <a:gd name="T5" fmla="*/ 0 h 1818"/>
                <a:gd name="T6" fmla="*/ 0 w 94"/>
                <a:gd name="T7" fmla="*/ 0 h 1818"/>
                <a:gd name="T8" fmla="*/ 0 w 94"/>
                <a:gd name="T9" fmla="*/ 14 h 1818"/>
                <a:gd name="T10" fmla="*/ 0 w 94"/>
                <a:gd name="T11" fmla="*/ 14 h 1818"/>
                <a:gd name="T12" fmla="*/ 0 w 94"/>
                <a:gd name="T13" fmla="*/ 14 h 1818"/>
                <a:gd name="T14" fmla="*/ 0 w 94"/>
                <a:gd name="T15" fmla="*/ 14 h 1818"/>
                <a:gd name="T16" fmla="*/ 0 w 94"/>
                <a:gd name="T17" fmla="*/ 14 h 1818"/>
                <a:gd name="T18" fmla="*/ 0 w 94"/>
                <a:gd name="T19" fmla="*/ 15 h 1818"/>
                <a:gd name="T20" fmla="*/ 0 w 94"/>
                <a:gd name="T21" fmla="*/ 15 h 1818"/>
                <a:gd name="T22" fmla="*/ 1 w 94"/>
                <a:gd name="T23" fmla="*/ 15 h 1818"/>
                <a:gd name="T24" fmla="*/ 1 w 94"/>
                <a:gd name="T25" fmla="*/ 14 h 1818"/>
                <a:gd name="T26" fmla="*/ 1 w 94"/>
                <a:gd name="T27" fmla="*/ 14 h 1818"/>
                <a:gd name="T28" fmla="*/ 1 w 94"/>
                <a:gd name="T29" fmla="*/ 14 h 1818"/>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94"/>
                <a:gd name="T46" fmla="*/ 0 h 1818"/>
                <a:gd name="T47" fmla="*/ 94 w 94"/>
                <a:gd name="T48" fmla="*/ 1818 h 1818"/>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94" h="1818">
                  <a:moveTo>
                    <a:pt x="94" y="1771"/>
                  </a:moveTo>
                  <a:lnTo>
                    <a:pt x="94" y="1771"/>
                  </a:lnTo>
                  <a:lnTo>
                    <a:pt x="94" y="0"/>
                  </a:lnTo>
                  <a:lnTo>
                    <a:pt x="0" y="0"/>
                  </a:lnTo>
                  <a:lnTo>
                    <a:pt x="0" y="1771"/>
                  </a:lnTo>
                  <a:lnTo>
                    <a:pt x="3" y="1791"/>
                  </a:lnTo>
                  <a:lnTo>
                    <a:pt x="15" y="1806"/>
                  </a:lnTo>
                  <a:lnTo>
                    <a:pt x="29" y="1814"/>
                  </a:lnTo>
                  <a:lnTo>
                    <a:pt x="47" y="1818"/>
                  </a:lnTo>
                  <a:lnTo>
                    <a:pt x="64" y="1814"/>
                  </a:lnTo>
                  <a:lnTo>
                    <a:pt x="79" y="1806"/>
                  </a:lnTo>
                  <a:lnTo>
                    <a:pt x="90" y="1791"/>
                  </a:lnTo>
                  <a:lnTo>
                    <a:pt x="94" y="17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2846" name="Freeform 44"/>
            <p:cNvSpPr>
              <a:spLocks/>
            </p:cNvSpPr>
            <p:nvPr/>
          </p:nvSpPr>
          <p:spPr bwMode="auto">
            <a:xfrm>
              <a:off x="868" y="2067"/>
              <a:ext cx="90" cy="160"/>
            </a:xfrm>
            <a:custGeom>
              <a:avLst/>
              <a:gdLst>
                <a:gd name="T0" fmla="*/ 3 w 449"/>
                <a:gd name="T1" fmla="*/ 6 h 803"/>
                <a:gd name="T2" fmla="*/ 3 w 449"/>
                <a:gd name="T3" fmla="*/ 6 h 803"/>
                <a:gd name="T4" fmla="*/ 3 w 449"/>
                <a:gd name="T5" fmla="*/ 5 h 803"/>
                <a:gd name="T6" fmla="*/ 3 w 449"/>
                <a:gd name="T7" fmla="*/ 5 h 803"/>
                <a:gd name="T8" fmla="*/ 3 w 449"/>
                <a:gd name="T9" fmla="*/ 5 h 803"/>
                <a:gd name="T10" fmla="*/ 2 w 449"/>
                <a:gd name="T11" fmla="*/ 5 h 803"/>
                <a:gd name="T12" fmla="*/ 2 w 449"/>
                <a:gd name="T13" fmla="*/ 4 h 803"/>
                <a:gd name="T14" fmla="*/ 2 w 449"/>
                <a:gd name="T15" fmla="*/ 4 h 803"/>
                <a:gd name="T16" fmla="*/ 2 w 449"/>
                <a:gd name="T17" fmla="*/ 4 h 803"/>
                <a:gd name="T18" fmla="*/ 2 w 449"/>
                <a:gd name="T19" fmla="*/ 3 h 803"/>
                <a:gd name="T20" fmla="*/ 1 w 449"/>
                <a:gd name="T21" fmla="*/ 3 h 803"/>
                <a:gd name="T22" fmla="*/ 1 w 449"/>
                <a:gd name="T23" fmla="*/ 2 h 803"/>
                <a:gd name="T24" fmla="*/ 1 w 449"/>
                <a:gd name="T25" fmla="*/ 2 h 803"/>
                <a:gd name="T26" fmla="*/ 1 w 449"/>
                <a:gd name="T27" fmla="*/ 2 h 803"/>
                <a:gd name="T28" fmla="*/ 1 w 449"/>
                <a:gd name="T29" fmla="*/ 1 h 803"/>
                <a:gd name="T30" fmla="*/ 1 w 449"/>
                <a:gd name="T31" fmla="*/ 1 h 803"/>
                <a:gd name="T32" fmla="*/ 1 w 449"/>
                <a:gd name="T33" fmla="*/ 0 h 803"/>
                <a:gd name="T34" fmla="*/ 1 w 449"/>
                <a:gd name="T35" fmla="*/ 0 h 803"/>
                <a:gd name="T36" fmla="*/ 0 w 449"/>
                <a:gd name="T37" fmla="*/ 0 h 803"/>
                <a:gd name="T38" fmla="*/ 0 w 449"/>
                <a:gd name="T39" fmla="*/ 0 h 803"/>
                <a:gd name="T40" fmla="*/ 0 w 449"/>
                <a:gd name="T41" fmla="*/ 1 h 803"/>
                <a:gd name="T42" fmla="*/ 0 w 449"/>
                <a:gd name="T43" fmla="*/ 1 h 803"/>
                <a:gd name="T44" fmla="*/ 0 w 449"/>
                <a:gd name="T45" fmla="*/ 2 h 803"/>
                <a:gd name="T46" fmla="*/ 0 w 449"/>
                <a:gd name="T47" fmla="*/ 2 h 803"/>
                <a:gd name="T48" fmla="*/ 0 w 449"/>
                <a:gd name="T49" fmla="*/ 3 h 803"/>
                <a:gd name="T50" fmla="*/ 1 w 449"/>
                <a:gd name="T51" fmla="*/ 3 h 803"/>
                <a:gd name="T52" fmla="*/ 1 w 449"/>
                <a:gd name="T53" fmla="*/ 4 h 803"/>
                <a:gd name="T54" fmla="*/ 1 w 449"/>
                <a:gd name="T55" fmla="*/ 4 h 803"/>
                <a:gd name="T56" fmla="*/ 1 w 449"/>
                <a:gd name="T57" fmla="*/ 4 h 803"/>
                <a:gd name="T58" fmla="*/ 2 w 449"/>
                <a:gd name="T59" fmla="*/ 5 h 803"/>
                <a:gd name="T60" fmla="*/ 2 w 449"/>
                <a:gd name="T61" fmla="*/ 5 h 803"/>
                <a:gd name="T62" fmla="*/ 2 w 449"/>
                <a:gd name="T63" fmla="*/ 5 h 803"/>
                <a:gd name="T64" fmla="*/ 2 w 449"/>
                <a:gd name="T65" fmla="*/ 6 h 803"/>
                <a:gd name="T66" fmla="*/ 3 w 449"/>
                <a:gd name="T67" fmla="*/ 6 h 803"/>
                <a:gd name="T68" fmla="*/ 3 w 449"/>
                <a:gd name="T69" fmla="*/ 6 h 803"/>
                <a:gd name="T70" fmla="*/ 3 w 449"/>
                <a:gd name="T71" fmla="*/ 6 h 803"/>
                <a:gd name="T72" fmla="*/ 3 w 449"/>
                <a:gd name="T73" fmla="*/ 6 h 803"/>
                <a:gd name="T74" fmla="*/ 3 w 449"/>
                <a:gd name="T75" fmla="*/ 6 h 803"/>
                <a:gd name="T76" fmla="*/ 3 w 449"/>
                <a:gd name="T77" fmla="*/ 6 h 803"/>
                <a:gd name="T78" fmla="*/ 3 w 449"/>
                <a:gd name="T79" fmla="*/ 6 h 803"/>
                <a:gd name="T80" fmla="*/ 4 w 449"/>
                <a:gd name="T81" fmla="*/ 6 h 803"/>
                <a:gd name="T82" fmla="*/ 4 w 449"/>
                <a:gd name="T83" fmla="*/ 6 h 803"/>
                <a:gd name="T84" fmla="*/ 4 w 449"/>
                <a:gd name="T85" fmla="*/ 6 h 803"/>
                <a:gd name="T86" fmla="*/ 4 w 449"/>
                <a:gd name="T87" fmla="*/ 6 h 803"/>
                <a:gd name="T88" fmla="*/ 3 w 449"/>
                <a:gd name="T89" fmla="*/ 6 h 803"/>
                <a:gd name="T90" fmla="*/ 3 w 449"/>
                <a:gd name="T91" fmla="*/ 6 h 80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449"/>
                <a:gd name="T139" fmla="*/ 0 h 803"/>
                <a:gd name="T140" fmla="*/ 449 w 449"/>
                <a:gd name="T141" fmla="*/ 803 h 80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449" h="803">
                  <a:moveTo>
                    <a:pt x="426" y="717"/>
                  </a:moveTo>
                  <a:lnTo>
                    <a:pt x="427" y="717"/>
                  </a:lnTo>
                  <a:lnTo>
                    <a:pt x="395" y="693"/>
                  </a:lnTo>
                  <a:lnTo>
                    <a:pt x="361" y="662"/>
                  </a:lnTo>
                  <a:lnTo>
                    <a:pt x="329" y="628"/>
                  </a:lnTo>
                  <a:lnTo>
                    <a:pt x="299" y="591"/>
                  </a:lnTo>
                  <a:lnTo>
                    <a:pt x="269" y="551"/>
                  </a:lnTo>
                  <a:lnTo>
                    <a:pt x="241" y="507"/>
                  </a:lnTo>
                  <a:lnTo>
                    <a:pt x="215" y="460"/>
                  </a:lnTo>
                  <a:lnTo>
                    <a:pt x="191" y="412"/>
                  </a:lnTo>
                  <a:lnTo>
                    <a:pt x="170" y="363"/>
                  </a:lnTo>
                  <a:lnTo>
                    <a:pt x="151" y="312"/>
                  </a:lnTo>
                  <a:lnTo>
                    <a:pt x="133" y="259"/>
                  </a:lnTo>
                  <a:lnTo>
                    <a:pt x="119" y="207"/>
                  </a:lnTo>
                  <a:lnTo>
                    <a:pt x="108" y="156"/>
                  </a:lnTo>
                  <a:lnTo>
                    <a:pt x="101" y="103"/>
                  </a:lnTo>
                  <a:lnTo>
                    <a:pt x="96" y="51"/>
                  </a:lnTo>
                  <a:lnTo>
                    <a:pt x="94" y="0"/>
                  </a:lnTo>
                  <a:lnTo>
                    <a:pt x="0" y="0"/>
                  </a:lnTo>
                  <a:lnTo>
                    <a:pt x="2" y="56"/>
                  </a:lnTo>
                  <a:lnTo>
                    <a:pt x="7" y="115"/>
                  </a:lnTo>
                  <a:lnTo>
                    <a:pt x="16" y="172"/>
                  </a:lnTo>
                  <a:lnTo>
                    <a:pt x="28" y="231"/>
                  </a:lnTo>
                  <a:lnTo>
                    <a:pt x="44" y="287"/>
                  </a:lnTo>
                  <a:lnTo>
                    <a:pt x="62" y="342"/>
                  </a:lnTo>
                  <a:lnTo>
                    <a:pt x="83" y="398"/>
                  </a:lnTo>
                  <a:lnTo>
                    <a:pt x="106" y="452"/>
                  </a:lnTo>
                  <a:lnTo>
                    <a:pt x="133" y="505"/>
                  </a:lnTo>
                  <a:lnTo>
                    <a:pt x="161" y="554"/>
                  </a:lnTo>
                  <a:lnTo>
                    <a:pt x="192" y="602"/>
                  </a:lnTo>
                  <a:lnTo>
                    <a:pt x="224" y="647"/>
                  </a:lnTo>
                  <a:lnTo>
                    <a:pt x="259" y="689"/>
                  </a:lnTo>
                  <a:lnTo>
                    <a:pt x="295" y="728"/>
                  </a:lnTo>
                  <a:lnTo>
                    <a:pt x="334" y="763"/>
                  </a:lnTo>
                  <a:lnTo>
                    <a:pt x="374" y="795"/>
                  </a:lnTo>
                  <a:lnTo>
                    <a:pt x="375" y="795"/>
                  </a:lnTo>
                  <a:lnTo>
                    <a:pt x="374" y="795"/>
                  </a:lnTo>
                  <a:lnTo>
                    <a:pt x="392" y="803"/>
                  </a:lnTo>
                  <a:lnTo>
                    <a:pt x="411" y="803"/>
                  </a:lnTo>
                  <a:lnTo>
                    <a:pt x="426" y="795"/>
                  </a:lnTo>
                  <a:lnTo>
                    <a:pt x="439" y="782"/>
                  </a:lnTo>
                  <a:lnTo>
                    <a:pt x="446" y="766"/>
                  </a:lnTo>
                  <a:lnTo>
                    <a:pt x="449" y="749"/>
                  </a:lnTo>
                  <a:lnTo>
                    <a:pt x="441" y="732"/>
                  </a:lnTo>
                  <a:lnTo>
                    <a:pt x="427" y="717"/>
                  </a:lnTo>
                  <a:lnTo>
                    <a:pt x="426" y="71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2847" name="Freeform 45"/>
            <p:cNvSpPr>
              <a:spLocks/>
            </p:cNvSpPr>
            <p:nvPr/>
          </p:nvSpPr>
          <p:spPr bwMode="auto">
            <a:xfrm>
              <a:off x="883" y="1673"/>
              <a:ext cx="379" cy="690"/>
            </a:xfrm>
            <a:custGeom>
              <a:avLst/>
              <a:gdLst>
                <a:gd name="T0" fmla="*/ 12 w 1897"/>
                <a:gd name="T1" fmla="*/ 6 h 3450"/>
                <a:gd name="T2" fmla="*/ 13 w 1897"/>
                <a:gd name="T3" fmla="*/ 7 h 3450"/>
                <a:gd name="T4" fmla="*/ 13 w 1897"/>
                <a:gd name="T5" fmla="*/ 7 h 3450"/>
                <a:gd name="T6" fmla="*/ 14 w 1897"/>
                <a:gd name="T7" fmla="*/ 8 h 3450"/>
                <a:gd name="T8" fmla="*/ 14 w 1897"/>
                <a:gd name="T9" fmla="*/ 9 h 3450"/>
                <a:gd name="T10" fmla="*/ 15 w 1897"/>
                <a:gd name="T11" fmla="*/ 10 h 3450"/>
                <a:gd name="T12" fmla="*/ 15 w 1897"/>
                <a:gd name="T13" fmla="*/ 11 h 3450"/>
                <a:gd name="T14" fmla="*/ 15 w 1897"/>
                <a:gd name="T15" fmla="*/ 11 h 3450"/>
                <a:gd name="T16" fmla="*/ 15 w 1897"/>
                <a:gd name="T17" fmla="*/ 12 h 3450"/>
                <a:gd name="T18" fmla="*/ 15 w 1897"/>
                <a:gd name="T19" fmla="*/ 26 h 3450"/>
                <a:gd name="T20" fmla="*/ 15 w 1897"/>
                <a:gd name="T21" fmla="*/ 26 h 3450"/>
                <a:gd name="T22" fmla="*/ 15 w 1897"/>
                <a:gd name="T23" fmla="*/ 27 h 3450"/>
                <a:gd name="T24" fmla="*/ 15 w 1897"/>
                <a:gd name="T25" fmla="*/ 27 h 3450"/>
                <a:gd name="T26" fmla="*/ 14 w 1897"/>
                <a:gd name="T27" fmla="*/ 27 h 3450"/>
                <a:gd name="T28" fmla="*/ 14 w 1897"/>
                <a:gd name="T29" fmla="*/ 28 h 3450"/>
                <a:gd name="T30" fmla="*/ 13 w 1897"/>
                <a:gd name="T31" fmla="*/ 28 h 3450"/>
                <a:gd name="T32" fmla="*/ 13 w 1897"/>
                <a:gd name="T33" fmla="*/ 27 h 3450"/>
                <a:gd name="T34" fmla="*/ 3 w 1897"/>
                <a:gd name="T35" fmla="*/ 21 h 3450"/>
                <a:gd name="T36" fmla="*/ 2 w 1897"/>
                <a:gd name="T37" fmla="*/ 21 h 3450"/>
                <a:gd name="T38" fmla="*/ 2 w 1897"/>
                <a:gd name="T39" fmla="*/ 20 h 3450"/>
                <a:gd name="T40" fmla="*/ 1 w 1897"/>
                <a:gd name="T41" fmla="*/ 19 h 3450"/>
                <a:gd name="T42" fmla="*/ 1 w 1897"/>
                <a:gd name="T43" fmla="*/ 19 h 3450"/>
                <a:gd name="T44" fmla="*/ 0 w 1897"/>
                <a:gd name="T45" fmla="*/ 18 h 3450"/>
                <a:gd name="T46" fmla="*/ 0 w 1897"/>
                <a:gd name="T47" fmla="*/ 17 h 3450"/>
                <a:gd name="T48" fmla="*/ 0 w 1897"/>
                <a:gd name="T49" fmla="*/ 16 h 3450"/>
                <a:gd name="T50" fmla="*/ 0 w 1897"/>
                <a:gd name="T51" fmla="*/ 15 h 3450"/>
                <a:gd name="T52" fmla="*/ 0 w 1897"/>
                <a:gd name="T53" fmla="*/ 2 h 3450"/>
                <a:gd name="T54" fmla="*/ 0 w 1897"/>
                <a:gd name="T55" fmla="*/ 1 h 3450"/>
                <a:gd name="T56" fmla="*/ 0 w 1897"/>
                <a:gd name="T57" fmla="*/ 1 h 3450"/>
                <a:gd name="T58" fmla="*/ 1 w 1897"/>
                <a:gd name="T59" fmla="*/ 0 h 3450"/>
                <a:gd name="T60" fmla="*/ 1 w 1897"/>
                <a:gd name="T61" fmla="*/ 0 h 3450"/>
                <a:gd name="T62" fmla="*/ 1 w 1897"/>
                <a:gd name="T63" fmla="*/ 0 h 3450"/>
                <a:gd name="T64" fmla="*/ 2 w 1897"/>
                <a:gd name="T65" fmla="*/ 0 h 3450"/>
                <a:gd name="T66" fmla="*/ 3 w 1897"/>
                <a:gd name="T67" fmla="*/ 0 h 3450"/>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897"/>
                <a:gd name="T103" fmla="*/ 0 h 3450"/>
                <a:gd name="T104" fmla="*/ 1897 w 1897"/>
                <a:gd name="T105" fmla="*/ 3450 h 3450"/>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897" h="3450">
                  <a:moveTo>
                    <a:pt x="357" y="49"/>
                  </a:moveTo>
                  <a:lnTo>
                    <a:pt x="1542" y="806"/>
                  </a:lnTo>
                  <a:lnTo>
                    <a:pt x="1579" y="832"/>
                  </a:lnTo>
                  <a:lnTo>
                    <a:pt x="1614" y="861"/>
                  </a:lnTo>
                  <a:lnTo>
                    <a:pt x="1648" y="895"/>
                  </a:lnTo>
                  <a:lnTo>
                    <a:pt x="1681" y="933"/>
                  </a:lnTo>
                  <a:lnTo>
                    <a:pt x="1711" y="973"/>
                  </a:lnTo>
                  <a:lnTo>
                    <a:pt x="1740" y="1016"/>
                  </a:lnTo>
                  <a:lnTo>
                    <a:pt x="1768" y="1062"/>
                  </a:lnTo>
                  <a:lnTo>
                    <a:pt x="1793" y="1109"/>
                  </a:lnTo>
                  <a:lnTo>
                    <a:pt x="1816" y="1158"/>
                  </a:lnTo>
                  <a:lnTo>
                    <a:pt x="1836" y="1208"/>
                  </a:lnTo>
                  <a:lnTo>
                    <a:pt x="1854" y="1260"/>
                  </a:lnTo>
                  <a:lnTo>
                    <a:pt x="1869" y="1313"/>
                  </a:lnTo>
                  <a:lnTo>
                    <a:pt x="1881" y="1364"/>
                  </a:lnTo>
                  <a:lnTo>
                    <a:pt x="1890" y="1417"/>
                  </a:lnTo>
                  <a:lnTo>
                    <a:pt x="1895" y="1469"/>
                  </a:lnTo>
                  <a:lnTo>
                    <a:pt x="1897" y="1519"/>
                  </a:lnTo>
                  <a:lnTo>
                    <a:pt x="1897" y="3142"/>
                  </a:lnTo>
                  <a:lnTo>
                    <a:pt x="1895" y="3190"/>
                  </a:lnTo>
                  <a:lnTo>
                    <a:pt x="1890" y="3235"/>
                  </a:lnTo>
                  <a:lnTo>
                    <a:pt x="1881" y="3276"/>
                  </a:lnTo>
                  <a:lnTo>
                    <a:pt x="1869" y="3313"/>
                  </a:lnTo>
                  <a:lnTo>
                    <a:pt x="1854" y="3346"/>
                  </a:lnTo>
                  <a:lnTo>
                    <a:pt x="1836" y="3375"/>
                  </a:lnTo>
                  <a:lnTo>
                    <a:pt x="1816" y="3398"/>
                  </a:lnTo>
                  <a:lnTo>
                    <a:pt x="1793" y="3418"/>
                  </a:lnTo>
                  <a:lnTo>
                    <a:pt x="1768" y="3434"/>
                  </a:lnTo>
                  <a:lnTo>
                    <a:pt x="1740" y="3444"/>
                  </a:lnTo>
                  <a:lnTo>
                    <a:pt x="1711" y="3450"/>
                  </a:lnTo>
                  <a:lnTo>
                    <a:pt x="1681" y="3450"/>
                  </a:lnTo>
                  <a:lnTo>
                    <a:pt x="1648" y="3445"/>
                  </a:lnTo>
                  <a:lnTo>
                    <a:pt x="1614" y="3436"/>
                  </a:lnTo>
                  <a:lnTo>
                    <a:pt x="1579" y="3421"/>
                  </a:lnTo>
                  <a:lnTo>
                    <a:pt x="1542" y="3400"/>
                  </a:lnTo>
                  <a:lnTo>
                    <a:pt x="357" y="2643"/>
                  </a:lnTo>
                  <a:lnTo>
                    <a:pt x="320" y="2618"/>
                  </a:lnTo>
                  <a:lnTo>
                    <a:pt x="285" y="2588"/>
                  </a:lnTo>
                  <a:lnTo>
                    <a:pt x="251" y="2554"/>
                  </a:lnTo>
                  <a:lnTo>
                    <a:pt x="218" y="2517"/>
                  </a:lnTo>
                  <a:lnTo>
                    <a:pt x="187" y="2477"/>
                  </a:lnTo>
                  <a:lnTo>
                    <a:pt x="157" y="2433"/>
                  </a:lnTo>
                  <a:lnTo>
                    <a:pt x="130" y="2388"/>
                  </a:lnTo>
                  <a:lnTo>
                    <a:pt x="105" y="2341"/>
                  </a:lnTo>
                  <a:lnTo>
                    <a:pt x="81" y="2292"/>
                  </a:lnTo>
                  <a:lnTo>
                    <a:pt x="61" y="2241"/>
                  </a:lnTo>
                  <a:lnTo>
                    <a:pt x="44" y="2190"/>
                  </a:lnTo>
                  <a:lnTo>
                    <a:pt x="29" y="2138"/>
                  </a:lnTo>
                  <a:lnTo>
                    <a:pt x="17" y="2085"/>
                  </a:lnTo>
                  <a:lnTo>
                    <a:pt x="7" y="2033"/>
                  </a:lnTo>
                  <a:lnTo>
                    <a:pt x="3" y="1981"/>
                  </a:lnTo>
                  <a:lnTo>
                    <a:pt x="0" y="1931"/>
                  </a:lnTo>
                  <a:lnTo>
                    <a:pt x="0" y="308"/>
                  </a:lnTo>
                  <a:lnTo>
                    <a:pt x="3" y="260"/>
                  </a:lnTo>
                  <a:lnTo>
                    <a:pt x="7" y="215"/>
                  </a:lnTo>
                  <a:lnTo>
                    <a:pt x="17" y="174"/>
                  </a:lnTo>
                  <a:lnTo>
                    <a:pt x="29" y="137"/>
                  </a:lnTo>
                  <a:lnTo>
                    <a:pt x="44" y="104"/>
                  </a:lnTo>
                  <a:lnTo>
                    <a:pt x="61" y="76"/>
                  </a:lnTo>
                  <a:lnTo>
                    <a:pt x="81" y="51"/>
                  </a:lnTo>
                  <a:lnTo>
                    <a:pt x="105" y="31"/>
                  </a:lnTo>
                  <a:lnTo>
                    <a:pt x="130" y="16"/>
                  </a:lnTo>
                  <a:lnTo>
                    <a:pt x="157" y="5"/>
                  </a:lnTo>
                  <a:lnTo>
                    <a:pt x="187" y="0"/>
                  </a:lnTo>
                  <a:lnTo>
                    <a:pt x="218" y="0"/>
                  </a:lnTo>
                  <a:lnTo>
                    <a:pt x="251" y="3"/>
                  </a:lnTo>
                  <a:lnTo>
                    <a:pt x="285" y="14"/>
                  </a:lnTo>
                  <a:lnTo>
                    <a:pt x="320" y="29"/>
                  </a:lnTo>
                  <a:lnTo>
                    <a:pt x="357" y="49"/>
                  </a:lnTo>
                  <a:close/>
                </a:path>
              </a:pathLst>
            </a:custGeom>
            <a:solidFill>
              <a:srgbClr val="BFBFB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2848" name="Freeform 46"/>
            <p:cNvSpPr>
              <a:spLocks/>
            </p:cNvSpPr>
            <p:nvPr/>
          </p:nvSpPr>
          <p:spPr bwMode="auto">
            <a:xfrm>
              <a:off x="1268" y="1663"/>
              <a:ext cx="393" cy="711"/>
            </a:xfrm>
            <a:custGeom>
              <a:avLst/>
              <a:gdLst>
                <a:gd name="T0" fmla="*/ 3 w 1962"/>
                <a:gd name="T1" fmla="*/ 7 h 3555"/>
                <a:gd name="T2" fmla="*/ 2 w 1962"/>
                <a:gd name="T3" fmla="*/ 7 h 3555"/>
                <a:gd name="T4" fmla="*/ 2 w 1962"/>
                <a:gd name="T5" fmla="*/ 8 h 3555"/>
                <a:gd name="T6" fmla="*/ 1 w 1962"/>
                <a:gd name="T7" fmla="*/ 8 h 3555"/>
                <a:gd name="T8" fmla="*/ 1 w 1962"/>
                <a:gd name="T9" fmla="*/ 9 h 3555"/>
                <a:gd name="T10" fmla="*/ 1 w 1962"/>
                <a:gd name="T11" fmla="*/ 10 h 3555"/>
                <a:gd name="T12" fmla="*/ 0 w 1962"/>
                <a:gd name="T13" fmla="*/ 11 h 3555"/>
                <a:gd name="T14" fmla="*/ 0 w 1962"/>
                <a:gd name="T15" fmla="*/ 12 h 3555"/>
                <a:gd name="T16" fmla="*/ 0 w 1962"/>
                <a:gd name="T17" fmla="*/ 13 h 3555"/>
                <a:gd name="T18" fmla="*/ 0 w 1962"/>
                <a:gd name="T19" fmla="*/ 26 h 3555"/>
                <a:gd name="T20" fmla="*/ 0 w 1962"/>
                <a:gd name="T21" fmla="*/ 27 h 3555"/>
                <a:gd name="T22" fmla="*/ 0 w 1962"/>
                <a:gd name="T23" fmla="*/ 28 h 3555"/>
                <a:gd name="T24" fmla="*/ 1 w 1962"/>
                <a:gd name="T25" fmla="*/ 28 h 3555"/>
                <a:gd name="T26" fmla="*/ 1 w 1962"/>
                <a:gd name="T27" fmla="*/ 28 h 3555"/>
                <a:gd name="T28" fmla="*/ 2 w 1962"/>
                <a:gd name="T29" fmla="*/ 28 h 3555"/>
                <a:gd name="T30" fmla="*/ 2 w 1962"/>
                <a:gd name="T31" fmla="*/ 28 h 3555"/>
                <a:gd name="T32" fmla="*/ 3 w 1962"/>
                <a:gd name="T33" fmla="*/ 28 h 3555"/>
                <a:gd name="T34" fmla="*/ 13 w 1962"/>
                <a:gd name="T35" fmla="*/ 22 h 3555"/>
                <a:gd name="T36" fmla="*/ 13 w 1962"/>
                <a:gd name="T37" fmla="*/ 21 h 3555"/>
                <a:gd name="T38" fmla="*/ 14 w 1962"/>
                <a:gd name="T39" fmla="*/ 21 h 3555"/>
                <a:gd name="T40" fmla="*/ 14 w 1962"/>
                <a:gd name="T41" fmla="*/ 20 h 3555"/>
                <a:gd name="T42" fmla="*/ 15 w 1962"/>
                <a:gd name="T43" fmla="*/ 19 h 3555"/>
                <a:gd name="T44" fmla="*/ 15 w 1962"/>
                <a:gd name="T45" fmla="*/ 18 h 3555"/>
                <a:gd name="T46" fmla="*/ 16 w 1962"/>
                <a:gd name="T47" fmla="*/ 18 h 3555"/>
                <a:gd name="T48" fmla="*/ 16 w 1962"/>
                <a:gd name="T49" fmla="*/ 17 h 3555"/>
                <a:gd name="T50" fmla="*/ 16 w 1962"/>
                <a:gd name="T51" fmla="*/ 16 h 3555"/>
                <a:gd name="T52" fmla="*/ 16 w 1962"/>
                <a:gd name="T53" fmla="*/ 2 h 3555"/>
                <a:gd name="T54" fmla="*/ 16 w 1962"/>
                <a:gd name="T55" fmla="*/ 1 h 3555"/>
                <a:gd name="T56" fmla="*/ 15 w 1962"/>
                <a:gd name="T57" fmla="*/ 1 h 3555"/>
                <a:gd name="T58" fmla="*/ 15 w 1962"/>
                <a:gd name="T59" fmla="*/ 0 h 3555"/>
                <a:gd name="T60" fmla="*/ 15 w 1962"/>
                <a:gd name="T61" fmla="*/ 0 h 3555"/>
                <a:gd name="T62" fmla="*/ 14 w 1962"/>
                <a:gd name="T63" fmla="*/ 0 h 3555"/>
                <a:gd name="T64" fmla="*/ 14 w 1962"/>
                <a:gd name="T65" fmla="*/ 0 h 3555"/>
                <a:gd name="T66" fmla="*/ 13 w 1962"/>
                <a:gd name="T67" fmla="*/ 0 h 3555"/>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962"/>
                <a:gd name="T103" fmla="*/ 0 h 3555"/>
                <a:gd name="T104" fmla="*/ 1962 w 1962"/>
                <a:gd name="T105" fmla="*/ 3555 h 3555"/>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962" h="3555">
                  <a:moveTo>
                    <a:pt x="1594" y="50"/>
                  </a:moveTo>
                  <a:lnTo>
                    <a:pt x="368" y="831"/>
                  </a:lnTo>
                  <a:lnTo>
                    <a:pt x="330" y="858"/>
                  </a:lnTo>
                  <a:lnTo>
                    <a:pt x="294" y="888"/>
                  </a:lnTo>
                  <a:lnTo>
                    <a:pt x="259" y="922"/>
                  </a:lnTo>
                  <a:lnTo>
                    <a:pt x="225" y="961"/>
                  </a:lnTo>
                  <a:lnTo>
                    <a:pt x="193" y="1003"/>
                  </a:lnTo>
                  <a:lnTo>
                    <a:pt x="163" y="1047"/>
                  </a:lnTo>
                  <a:lnTo>
                    <a:pt x="133" y="1094"/>
                  </a:lnTo>
                  <a:lnTo>
                    <a:pt x="108" y="1143"/>
                  </a:lnTo>
                  <a:lnTo>
                    <a:pt x="84" y="1193"/>
                  </a:lnTo>
                  <a:lnTo>
                    <a:pt x="63" y="1246"/>
                  </a:lnTo>
                  <a:lnTo>
                    <a:pt x="44" y="1299"/>
                  </a:lnTo>
                  <a:lnTo>
                    <a:pt x="29" y="1353"/>
                  </a:lnTo>
                  <a:lnTo>
                    <a:pt x="16" y="1405"/>
                  </a:lnTo>
                  <a:lnTo>
                    <a:pt x="7" y="1459"/>
                  </a:lnTo>
                  <a:lnTo>
                    <a:pt x="2" y="1512"/>
                  </a:lnTo>
                  <a:lnTo>
                    <a:pt x="0" y="1565"/>
                  </a:lnTo>
                  <a:lnTo>
                    <a:pt x="0" y="3237"/>
                  </a:lnTo>
                  <a:lnTo>
                    <a:pt x="2" y="3287"/>
                  </a:lnTo>
                  <a:lnTo>
                    <a:pt x="7" y="3333"/>
                  </a:lnTo>
                  <a:lnTo>
                    <a:pt x="16" y="3375"/>
                  </a:lnTo>
                  <a:lnTo>
                    <a:pt x="29" y="3413"/>
                  </a:lnTo>
                  <a:lnTo>
                    <a:pt x="44" y="3447"/>
                  </a:lnTo>
                  <a:lnTo>
                    <a:pt x="63" y="3477"/>
                  </a:lnTo>
                  <a:lnTo>
                    <a:pt x="84" y="3502"/>
                  </a:lnTo>
                  <a:lnTo>
                    <a:pt x="108" y="3522"/>
                  </a:lnTo>
                  <a:lnTo>
                    <a:pt x="133" y="3538"/>
                  </a:lnTo>
                  <a:lnTo>
                    <a:pt x="163" y="3549"/>
                  </a:lnTo>
                  <a:lnTo>
                    <a:pt x="193" y="3555"/>
                  </a:lnTo>
                  <a:lnTo>
                    <a:pt x="225" y="3555"/>
                  </a:lnTo>
                  <a:lnTo>
                    <a:pt x="259" y="3550"/>
                  </a:lnTo>
                  <a:lnTo>
                    <a:pt x="294" y="3541"/>
                  </a:lnTo>
                  <a:lnTo>
                    <a:pt x="330" y="3524"/>
                  </a:lnTo>
                  <a:lnTo>
                    <a:pt x="368" y="3503"/>
                  </a:lnTo>
                  <a:lnTo>
                    <a:pt x="1594" y="2722"/>
                  </a:lnTo>
                  <a:lnTo>
                    <a:pt x="1632" y="2696"/>
                  </a:lnTo>
                  <a:lnTo>
                    <a:pt x="1668" y="2665"/>
                  </a:lnTo>
                  <a:lnTo>
                    <a:pt x="1703" y="2631"/>
                  </a:lnTo>
                  <a:lnTo>
                    <a:pt x="1737" y="2592"/>
                  </a:lnTo>
                  <a:lnTo>
                    <a:pt x="1769" y="2551"/>
                  </a:lnTo>
                  <a:lnTo>
                    <a:pt x="1799" y="2506"/>
                  </a:lnTo>
                  <a:lnTo>
                    <a:pt x="1829" y="2460"/>
                  </a:lnTo>
                  <a:lnTo>
                    <a:pt x="1854" y="2411"/>
                  </a:lnTo>
                  <a:lnTo>
                    <a:pt x="1878" y="2361"/>
                  </a:lnTo>
                  <a:lnTo>
                    <a:pt x="1899" y="2308"/>
                  </a:lnTo>
                  <a:lnTo>
                    <a:pt x="1918" y="2256"/>
                  </a:lnTo>
                  <a:lnTo>
                    <a:pt x="1933" y="2202"/>
                  </a:lnTo>
                  <a:lnTo>
                    <a:pt x="1946" y="2149"/>
                  </a:lnTo>
                  <a:lnTo>
                    <a:pt x="1955" y="2095"/>
                  </a:lnTo>
                  <a:lnTo>
                    <a:pt x="1960" y="2042"/>
                  </a:lnTo>
                  <a:lnTo>
                    <a:pt x="1962" y="1989"/>
                  </a:lnTo>
                  <a:lnTo>
                    <a:pt x="1962" y="319"/>
                  </a:lnTo>
                  <a:lnTo>
                    <a:pt x="1960" y="269"/>
                  </a:lnTo>
                  <a:lnTo>
                    <a:pt x="1955" y="223"/>
                  </a:lnTo>
                  <a:lnTo>
                    <a:pt x="1946" y="180"/>
                  </a:lnTo>
                  <a:lnTo>
                    <a:pt x="1933" y="143"/>
                  </a:lnTo>
                  <a:lnTo>
                    <a:pt x="1918" y="109"/>
                  </a:lnTo>
                  <a:lnTo>
                    <a:pt x="1899" y="79"/>
                  </a:lnTo>
                  <a:lnTo>
                    <a:pt x="1878" y="54"/>
                  </a:lnTo>
                  <a:lnTo>
                    <a:pt x="1854" y="33"/>
                  </a:lnTo>
                  <a:lnTo>
                    <a:pt x="1829" y="17"/>
                  </a:lnTo>
                  <a:lnTo>
                    <a:pt x="1799" y="7"/>
                  </a:lnTo>
                  <a:lnTo>
                    <a:pt x="1769" y="0"/>
                  </a:lnTo>
                  <a:lnTo>
                    <a:pt x="1737" y="0"/>
                  </a:lnTo>
                  <a:lnTo>
                    <a:pt x="1703" y="4"/>
                  </a:lnTo>
                  <a:lnTo>
                    <a:pt x="1668" y="14"/>
                  </a:lnTo>
                  <a:lnTo>
                    <a:pt x="1632" y="29"/>
                  </a:lnTo>
                  <a:lnTo>
                    <a:pt x="1594" y="50"/>
                  </a:lnTo>
                  <a:close/>
                </a:path>
              </a:pathLst>
            </a:custGeom>
            <a:solidFill>
              <a:srgbClr val="E5E5E5"/>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2849" name="Freeform 47"/>
            <p:cNvSpPr>
              <a:spLocks noEditPoints="1"/>
            </p:cNvSpPr>
            <p:nvPr/>
          </p:nvSpPr>
          <p:spPr bwMode="auto">
            <a:xfrm>
              <a:off x="916" y="1589"/>
              <a:ext cx="697" cy="698"/>
            </a:xfrm>
            <a:custGeom>
              <a:avLst/>
              <a:gdLst>
                <a:gd name="T0" fmla="*/ 16 w 3485"/>
                <a:gd name="T1" fmla="*/ 0 h 3490"/>
                <a:gd name="T2" fmla="*/ 17 w 3485"/>
                <a:gd name="T3" fmla="*/ 2 h 3490"/>
                <a:gd name="T4" fmla="*/ 17 w 3485"/>
                <a:gd name="T5" fmla="*/ 3 h 3490"/>
                <a:gd name="T6" fmla="*/ 14 w 3485"/>
                <a:gd name="T7" fmla="*/ 4 h 3490"/>
                <a:gd name="T8" fmla="*/ 12 w 3485"/>
                <a:gd name="T9" fmla="*/ 4 h 3490"/>
                <a:gd name="T10" fmla="*/ 11 w 3485"/>
                <a:gd name="T11" fmla="*/ 2 h 3490"/>
                <a:gd name="T12" fmla="*/ 11 w 3485"/>
                <a:gd name="T13" fmla="*/ 1 h 3490"/>
                <a:gd name="T14" fmla="*/ 14 w 3485"/>
                <a:gd name="T15" fmla="*/ 0 h 3490"/>
                <a:gd name="T16" fmla="*/ 3 w 3485"/>
                <a:gd name="T17" fmla="*/ 7 h 3490"/>
                <a:gd name="T18" fmla="*/ 4 w 3485"/>
                <a:gd name="T19" fmla="*/ 9 h 3490"/>
                <a:gd name="T20" fmla="*/ 3 w 3485"/>
                <a:gd name="T21" fmla="*/ 12 h 3490"/>
                <a:gd name="T22" fmla="*/ 2 w 3485"/>
                <a:gd name="T23" fmla="*/ 13 h 3490"/>
                <a:gd name="T24" fmla="*/ 1 w 3485"/>
                <a:gd name="T25" fmla="*/ 12 h 3490"/>
                <a:gd name="T26" fmla="*/ 0 w 3485"/>
                <a:gd name="T27" fmla="*/ 10 h 3490"/>
                <a:gd name="T28" fmla="*/ 0 w 3485"/>
                <a:gd name="T29" fmla="*/ 8 h 3490"/>
                <a:gd name="T30" fmla="*/ 2 w 3485"/>
                <a:gd name="T31" fmla="*/ 6 h 3490"/>
                <a:gd name="T32" fmla="*/ 10 w 3485"/>
                <a:gd name="T33" fmla="*/ 20 h 3490"/>
                <a:gd name="T34" fmla="*/ 11 w 3485"/>
                <a:gd name="T35" fmla="*/ 22 h 3490"/>
                <a:gd name="T36" fmla="*/ 11 w 3485"/>
                <a:gd name="T37" fmla="*/ 25 h 3490"/>
                <a:gd name="T38" fmla="*/ 10 w 3485"/>
                <a:gd name="T39" fmla="*/ 27 h 3490"/>
                <a:gd name="T40" fmla="*/ 8 w 3485"/>
                <a:gd name="T41" fmla="*/ 26 h 3490"/>
                <a:gd name="T42" fmla="*/ 7 w 3485"/>
                <a:gd name="T43" fmla="*/ 24 h 3490"/>
                <a:gd name="T44" fmla="*/ 7 w 3485"/>
                <a:gd name="T45" fmla="*/ 22 h 3490"/>
                <a:gd name="T46" fmla="*/ 8 w 3485"/>
                <a:gd name="T47" fmla="*/ 20 h 3490"/>
                <a:gd name="T48" fmla="*/ 20 w 3485"/>
                <a:gd name="T49" fmla="*/ 21 h 3490"/>
                <a:gd name="T50" fmla="*/ 21 w 3485"/>
                <a:gd name="T51" fmla="*/ 23 h 3490"/>
                <a:gd name="T52" fmla="*/ 21 w 3485"/>
                <a:gd name="T53" fmla="*/ 26 h 3490"/>
                <a:gd name="T54" fmla="*/ 20 w 3485"/>
                <a:gd name="T55" fmla="*/ 28 h 3490"/>
                <a:gd name="T56" fmla="*/ 18 w 3485"/>
                <a:gd name="T57" fmla="*/ 28 h 3490"/>
                <a:gd name="T58" fmla="*/ 17 w 3485"/>
                <a:gd name="T59" fmla="*/ 26 h 3490"/>
                <a:gd name="T60" fmla="*/ 17 w 3485"/>
                <a:gd name="T61" fmla="*/ 23 h 3490"/>
                <a:gd name="T62" fmla="*/ 18 w 3485"/>
                <a:gd name="T63" fmla="*/ 21 h 3490"/>
                <a:gd name="T64" fmla="*/ 19 w 3485"/>
                <a:gd name="T65" fmla="*/ 11 h 3490"/>
                <a:gd name="T66" fmla="*/ 20 w 3485"/>
                <a:gd name="T67" fmla="*/ 13 h 3490"/>
                <a:gd name="T68" fmla="*/ 21 w 3485"/>
                <a:gd name="T69" fmla="*/ 15 h 3490"/>
                <a:gd name="T70" fmla="*/ 20 w 3485"/>
                <a:gd name="T71" fmla="*/ 17 h 3490"/>
                <a:gd name="T72" fmla="*/ 18 w 3485"/>
                <a:gd name="T73" fmla="*/ 17 h 3490"/>
                <a:gd name="T74" fmla="*/ 17 w 3485"/>
                <a:gd name="T75" fmla="*/ 16 h 3490"/>
                <a:gd name="T76" fmla="*/ 17 w 3485"/>
                <a:gd name="T77" fmla="*/ 13 h 3490"/>
                <a:gd name="T78" fmla="*/ 18 w 3485"/>
                <a:gd name="T79" fmla="*/ 11 h 3490"/>
                <a:gd name="T80" fmla="*/ 26 w 3485"/>
                <a:gd name="T81" fmla="*/ 7 h 3490"/>
                <a:gd name="T82" fmla="*/ 27 w 3485"/>
                <a:gd name="T83" fmla="*/ 8 h 3490"/>
                <a:gd name="T84" fmla="*/ 27 w 3485"/>
                <a:gd name="T85" fmla="*/ 11 h 3490"/>
                <a:gd name="T86" fmla="*/ 26 w 3485"/>
                <a:gd name="T87" fmla="*/ 13 h 3490"/>
                <a:gd name="T88" fmla="*/ 25 w 3485"/>
                <a:gd name="T89" fmla="*/ 13 h 3490"/>
                <a:gd name="T90" fmla="*/ 24 w 3485"/>
                <a:gd name="T91" fmla="*/ 12 h 3490"/>
                <a:gd name="T92" fmla="*/ 24 w 3485"/>
                <a:gd name="T93" fmla="*/ 9 h 3490"/>
                <a:gd name="T94" fmla="*/ 24 w 3485"/>
                <a:gd name="T95" fmla="*/ 7 h 3490"/>
                <a:gd name="T96" fmla="*/ 26 w 3485"/>
                <a:gd name="T97" fmla="*/ 17 h 3490"/>
                <a:gd name="T98" fmla="*/ 27 w 3485"/>
                <a:gd name="T99" fmla="*/ 18 h 3490"/>
                <a:gd name="T100" fmla="*/ 28 w 3485"/>
                <a:gd name="T101" fmla="*/ 21 h 3490"/>
                <a:gd name="T102" fmla="*/ 27 w 3485"/>
                <a:gd name="T103" fmla="*/ 23 h 3490"/>
                <a:gd name="T104" fmla="*/ 26 w 3485"/>
                <a:gd name="T105" fmla="*/ 24 h 3490"/>
                <a:gd name="T106" fmla="*/ 24 w 3485"/>
                <a:gd name="T107" fmla="*/ 23 h 3490"/>
                <a:gd name="T108" fmla="*/ 24 w 3485"/>
                <a:gd name="T109" fmla="*/ 20 h 3490"/>
                <a:gd name="T110" fmla="*/ 25 w 3485"/>
                <a:gd name="T111" fmla="*/ 18 h 3490"/>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w 3485"/>
                <a:gd name="T169" fmla="*/ 0 h 3490"/>
                <a:gd name="T170" fmla="*/ 3485 w 3485"/>
                <a:gd name="T171" fmla="*/ 3490 h 3490"/>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T168" t="T169" r="T170" b="T171"/>
              <a:pathLst>
                <a:path w="3485" h="3490">
                  <a:moveTo>
                    <a:pt x="1754" y="0"/>
                  </a:moveTo>
                  <a:lnTo>
                    <a:pt x="1797" y="2"/>
                  </a:lnTo>
                  <a:lnTo>
                    <a:pt x="1840" y="5"/>
                  </a:lnTo>
                  <a:lnTo>
                    <a:pt x="1881" y="12"/>
                  </a:lnTo>
                  <a:lnTo>
                    <a:pt x="1921" y="20"/>
                  </a:lnTo>
                  <a:lnTo>
                    <a:pt x="1959" y="31"/>
                  </a:lnTo>
                  <a:lnTo>
                    <a:pt x="1994" y="44"/>
                  </a:lnTo>
                  <a:lnTo>
                    <a:pt x="2028" y="59"/>
                  </a:lnTo>
                  <a:lnTo>
                    <a:pt x="2058" y="74"/>
                  </a:lnTo>
                  <a:lnTo>
                    <a:pt x="2086" y="93"/>
                  </a:lnTo>
                  <a:lnTo>
                    <a:pt x="2111" y="113"/>
                  </a:lnTo>
                  <a:lnTo>
                    <a:pt x="2132" y="133"/>
                  </a:lnTo>
                  <a:lnTo>
                    <a:pt x="2151" y="155"/>
                  </a:lnTo>
                  <a:lnTo>
                    <a:pt x="2165" y="179"/>
                  </a:lnTo>
                  <a:lnTo>
                    <a:pt x="2175" y="203"/>
                  </a:lnTo>
                  <a:lnTo>
                    <a:pt x="2182" y="229"/>
                  </a:lnTo>
                  <a:lnTo>
                    <a:pt x="2185" y="255"/>
                  </a:lnTo>
                  <a:lnTo>
                    <a:pt x="2182" y="281"/>
                  </a:lnTo>
                  <a:lnTo>
                    <a:pt x="2175" y="305"/>
                  </a:lnTo>
                  <a:lnTo>
                    <a:pt x="2165" y="330"/>
                  </a:lnTo>
                  <a:lnTo>
                    <a:pt x="2151" y="353"/>
                  </a:lnTo>
                  <a:lnTo>
                    <a:pt x="2132" y="376"/>
                  </a:lnTo>
                  <a:lnTo>
                    <a:pt x="2111" y="397"/>
                  </a:lnTo>
                  <a:lnTo>
                    <a:pt x="2086" y="417"/>
                  </a:lnTo>
                  <a:lnTo>
                    <a:pt x="2058" y="434"/>
                  </a:lnTo>
                  <a:lnTo>
                    <a:pt x="2028" y="451"/>
                  </a:lnTo>
                  <a:lnTo>
                    <a:pt x="1994" y="466"/>
                  </a:lnTo>
                  <a:lnTo>
                    <a:pt x="1959" y="479"/>
                  </a:lnTo>
                  <a:lnTo>
                    <a:pt x="1921" y="489"/>
                  </a:lnTo>
                  <a:lnTo>
                    <a:pt x="1881" y="498"/>
                  </a:lnTo>
                  <a:lnTo>
                    <a:pt x="1840" y="505"/>
                  </a:lnTo>
                  <a:lnTo>
                    <a:pt x="1797" y="508"/>
                  </a:lnTo>
                  <a:lnTo>
                    <a:pt x="1754" y="509"/>
                  </a:lnTo>
                  <a:lnTo>
                    <a:pt x="1710" y="508"/>
                  </a:lnTo>
                  <a:lnTo>
                    <a:pt x="1667" y="505"/>
                  </a:lnTo>
                  <a:lnTo>
                    <a:pt x="1626" y="498"/>
                  </a:lnTo>
                  <a:lnTo>
                    <a:pt x="1586" y="489"/>
                  </a:lnTo>
                  <a:lnTo>
                    <a:pt x="1548" y="479"/>
                  </a:lnTo>
                  <a:lnTo>
                    <a:pt x="1512" y="466"/>
                  </a:lnTo>
                  <a:lnTo>
                    <a:pt x="1479" y="451"/>
                  </a:lnTo>
                  <a:lnTo>
                    <a:pt x="1449" y="434"/>
                  </a:lnTo>
                  <a:lnTo>
                    <a:pt x="1421" y="417"/>
                  </a:lnTo>
                  <a:lnTo>
                    <a:pt x="1395" y="397"/>
                  </a:lnTo>
                  <a:lnTo>
                    <a:pt x="1374" y="376"/>
                  </a:lnTo>
                  <a:lnTo>
                    <a:pt x="1355" y="353"/>
                  </a:lnTo>
                  <a:lnTo>
                    <a:pt x="1341" y="330"/>
                  </a:lnTo>
                  <a:lnTo>
                    <a:pt x="1331" y="305"/>
                  </a:lnTo>
                  <a:lnTo>
                    <a:pt x="1324" y="281"/>
                  </a:lnTo>
                  <a:lnTo>
                    <a:pt x="1321" y="255"/>
                  </a:lnTo>
                  <a:lnTo>
                    <a:pt x="1324" y="229"/>
                  </a:lnTo>
                  <a:lnTo>
                    <a:pt x="1331" y="203"/>
                  </a:lnTo>
                  <a:lnTo>
                    <a:pt x="1341" y="179"/>
                  </a:lnTo>
                  <a:lnTo>
                    <a:pt x="1355" y="155"/>
                  </a:lnTo>
                  <a:lnTo>
                    <a:pt x="1374" y="133"/>
                  </a:lnTo>
                  <a:lnTo>
                    <a:pt x="1395" y="113"/>
                  </a:lnTo>
                  <a:lnTo>
                    <a:pt x="1421" y="93"/>
                  </a:lnTo>
                  <a:lnTo>
                    <a:pt x="1449" y="74"/>
                  </a:lnTo>
                  <a:lnTo>
                    <a:pt x="1479" y="59"/>
                  </a:lnTo>
                  <a:lnTo>
                    <a:pt x="1512" y="44"/>
                  </a:lnTo>
                  <a:lnTo>
                    <a:pt x="1548" y="31"/>
                  </a:lnTo>
                  <a:lnTo>
                    <a:pt x="1586" y="20"/>
                  </a:lnTo>
                  <a:lnTo>
                    <a:pt x="1626" y="12"/>
                  </a:lnTo>
                  <a:lnTo>
                    <a:pt x="1667" y="5"/>
                  </a:lnTo>
                  <a:lnTo>
                    <a:pt x="1710" y="2"/>
                  </a:lnTo>
                  <a:lnTo>
                    <a:pt x="1754" y="0"/>
                  </a:lnTo>
                  <a:close/>
                  <a:moveTo>
                    <a:pt x="239" y="786"/>
                  </a:moveTo>
                  <a:lnTo>
                    <a:pt x="263" y="788"/>
                  </a:lnTo>
                  <a:lnTo>
                    <a:pt x="287" y="794"/>
                  </a:lnTo>
                  <a:lnTo>
                    <a:pt x="309" y="805"/>
                  </a:lnTo>
                  <a:lnTo>
                    <a:pt x="331" y="819"/>
                  </a:lnTo>
                  <a:lnTo>
                    <a:pt x="352" y="836"/>
                  </a:lnTo>
                  <a:lnTo>
                    <a:pt x="372" y="857"/>
                  </a:lnTo>
                  <a:lnTo>
                    <a:pt x="390" y="882"/>
                  </a:lnTo>
                  <a:lnTo>
                    <a:pt x="407" y="909"/>
                  </a:lnTo>
                  <a:lnTo>
                    <a:pt x="423" y="940"/>
                  </a:lnTo>
                  <a:lnTo>
                    <a:pt x="437" y="971"/>
                  </a:lnTo>
                  <a:lnTo>
                    <a:pt x="448" y="1006"/>
                  </a:lnTo>
                  <a:lnTo>
                    <a:pt x="459" y="1043"/>
                  </a:lnTo>
                  <a:lnTo>
                    <a:pt x="467" y="1081"/>
                  </a:lnTo>
                  <a:lnTo>
                    <a:pt x="473" y="1121"/>
                  </a:lnTo>
                  <a:lnTo>
                    <a:pt x="476" y="1163"/>
                  </a:lnTo>
                  <a:lnTo>
                    <a:pt x="478" y="1206"/>
                  </a:lnTo>
                  <a:lnTo>
                    <a:pt x="476" y="1248"/>
                  </a:lnTo>
                  <a:lnTo>
                    <a:pt x="473" y="1290"/>
                  </a:lnTo>
                  <a:lnTo>
                    <a:pt x="467" y="1330"/>
                  </a:lnTo>
                  <a:lnTo>
                    <a:pt x="459" y="1367"/>
                  </a:lnTo>
                  <a:lnTo>
                    <a:pt x="448" y="1405"/>
                  </a:lnTo>
                  <a:lnTo>
                    <a:pt x="437" y="1439"/>
                  </a:lnTo>
                  <a:lnTo>
                    <a:pt x="423" y="1472"/>
                  </a:lnTo>
                  <a:lnTo>
                    <a:pt x="407" y="1501"/>
                  </a:lnTo>
                  <a:lnTo>
                    <a:pt x="390" y="1528"/>
                  </a:lnTo>
                  <a:lnTo>
                    <a:pt x="372" y="1553"/>
                  </a:lnTo>
                  <a:lnTo>
                    <a:pt x="352" y="1574"/>
                  </a:lnTo>
                  <a:lnTo>
                    <a:pt x="331" y="1591"/>
                  </a:lnTo>
                  <a:lnTo>
                    <a:pt x="309" y="1605"/>
                  </a:lnTo>
                  <a:lnTo>
                    <a:pt x="287" y="1616"/>
                  </a:lnTo>
                  <a:lnTo>
                    <a:pt x="263" y="1622"/>
                  </a:lnTo>
                  <a:lnTo>
                    <a:pt x="239" y="1624"/>
                  </a:lnTo>
                  <a:lnTo>
                    <a:pt x="214" y="1622"/>
                  </a:lnTo>
                  <a:lnTo>
                    <a:pt x="191" y="1616"/>
                  </a:lnTo>
                  <a:lnTo>
                    <a:pt x="168" y="1605"/>
                  </a:lnTo>
                  <a:lnTo>
                    <a:pt x="146" y="1591"/>
                  </a:lnTo>
                  <a:lnTo>
                    <a:pt x="125" y="1574"/>
                  </a:lnTo>
                  <a:lnTo>
                    <a:pt x="105" y="1553"/>
                  </a:lnTo>
                  <a:lnTo>
                    <a:pt x="87" y="1528"/>
                  </a:lnTo>
                  <a:lnTo>
                    <a:pt x="70" y="1501"/>
                  </a:lnTo>
                  <a:lnTo>
                    <a:pt x="55" y="1472"/>
                  </a:lnTo>
                  <a:lnTo>
                    <a:pt x="41" y="1439"/>
                  </a:lnTo>
                  <a:lnTo>
                    <a:pt x="29" y="1405"/>
                  </a:lnTo>
                  <a:lnTo>
                    <a:pt x="18" y="1367"/>
                  </a:lnTo>
                  <a:lnTo>
                    <a:pt x="10" y="1330"/>
                  </a:lnTo>
                  <a:lnTo>
                    <a:pt x="4" y="1290"/>
                  </a:lnTo>
                  <a:lnTo>
                    <a:pt x="1" y="1248"/>
                  </a:lnTo>
                  <a:lnTo>
                    <a:pt x="0" y="1206"/>
                  </a:lnTo>
                  <a:lnTo>
                    <a:pt x="1" y="1163"/>
                  </a:lnTo>
                  <a:lnTo>
                    <a:pt x="4" y="1121"/>
                  </a:lnTo>
                  <a:lnTo>
                    <a:pt x="10" y="1081"/>
                  </a:lnTo>
                  <a:lnTo>
                    <a:pt x="18" y="1043"/>
                  </a:lnTo>
                  <a:lnTo>
                    <a:pt x="29" y="1006"/>
                  </a:lnTo>
                  <a:lnTo>
                    <a:pt x="41" y="971"/>
                  </a:lnTo>
                  <a:lnTo>
                    <a:pt x="55" y="940"/>
                  </a:lnTo>
                  <a:lnTo>
                    <a:pt x="70" y="909"/>
                  </a:lnTo>
                  <a:lnTo>
                    <a:pt x="87" y="882"/>
                  </a:lnTo>
                  <a:lnTo>
                    <a:pt x="105" y="857"/>
                  </a:lnTo>
                  <a:lnTo>
                    <a:pt x="125" y="836"/>
                  </a:lnTo>
                  <a:lnTo>
                    <a:pt x="146" y="819"/>
                  </a:lnTo>
                  <a:lnTo>
                    <a:pt x="168" y="805"/>
                  </a:lnTo>
                  <a:lnTo>
                    <a:pt x="191" y="794"/>
                  </a:lnTo>
                  <a:lnTo>
                    <a:pt x="214" y="788"/>
                  </a:lnTo>
                  <a:lnTo>
                    <a:pt x="239" y="786"/>
                  </a:lnTo>
                  <a:close/>
                  <a:moveTo>
                    <a:pt x="1119" y="2495"/>
                  </a:moveTo>
                  <a:lnTo>
                    <a:pt x="1143" y="2498"/>
                  </a:lnTo>
                  <a:lnTo>
                    <a:pt x="1167" y="2504"/>
                  </a:lnTo>
                  <a:lnTo>
                    <a:pt x="1190" y="2514"/>
                  </a:lnTo>
                  <a:lnTo>
                    <a:pt x="1211" y="2528"/>
                  </a:lnTo>
                  <a:lnTo>
                    <a:pt x="1232" y="2546"/>
                  </a:lnTo>
                  <a:lnTo>
                    <a:pt x="1252" y="2567"/>
                  </a:lnTo>
                  <a:lnTo>
                    <a:pt x="1271" y="2592"/>
                  </a:lnTo>
                  <a:lnTo>
                    <a:pt x="1288" y="2618"/>
                  </a:lnTo>
                  <a:lnTo>
                    <a:pt x="1304" y="2648"/>
                  </a:lnTo>
                  <a:lnTo>
                    <a:pt x="1318" y="2681"/>
                  </a:lnTo>
                  <a:lnTo>
                    <a:pt x="1329" y="2715"/>
                  </a:lnTo>
                  <a:lnTo>
                    <a:pt x="1340" y="2752"/>
                  </a:lnTo>
                  <a:lnTo>
                    <a:pt x="1348" y="2790"/>
                  </a:lnTo>
                  <a:lnTo>
                    <a:pt x="1354" y="2830"/>
                  </a:lnTo>
                  <a:lnTo>
                    <a:pt x="1358" y="2872"/>
                  </a:lnTo>
                  <a:lnTo>
                    <a:pt x="1359" y="2914"/>
                  </a:lnTo>
                  <a:lnTo>
                    <a:pt x="1358" y="2956"/>
                  </a:lnTo>
                  <a:lnTo>
                    <a:pt x="1354" y="2998"/>
                  </a:lnTo>
                  <a:lnTo>
                    <a:pt x="1348" y="3038"/>
                  </a:lnTo>
                  <a:lnTo>
                    <a:pt x="1340" y="3077"/>
                  </a:lnTo>
                  <a:lnTo>
                    <a:pt x="1329" y="3113"/>
                  </a:lnTo>
                  <a:lnTo>
                    <a:pt x="1318" y="3147"/>
                  </a:lnTo>
                  <a:lnTo>
                    <a:pt x="1304" y="3180"/>
                  </a:lnTo>
                  <a:lnTo>
                    <a:pt x="1288" y="3209"/>
                  </a:lnTo>
                  <a:lnTo>
                    <a:pt x="1271" y="3238"/>
                  </a:lnTo>
                  <a:lnTo>
                    <a:pt x="1252" y="3261"/>
                  </a:lnTo>
                  <a:lnTo>
                    <a:pt x="1232" y="3282"/>
                  </a:lnTo>
                  <a:lnTo>
                    <a:pt x="1211" y="3301"/>
                  </a:lnTo>
                  <a:lnTo>
                    <a:pt x="1190" y="3315"/>
                  </a:lnTo>
                  <a:lnTo>
                    <a:pt x="1167" y="3325"/>
                  </a:lnTo>
                  <a:lnTo>
                    <a:pt x="1143" y="3331"/>
                  </a:lnTo>
                  <a:lnTo>
                    <a:pt x="1119" y="3334"/>
                  </a:lnTo>
                  <a:lnTo>
                    <a:pt x="1094" y="3331"/>
                  </a:lnTo>
                  <a:lnTo>
                    <a:pt x="1070" y="3325"/>
                  </a:lnTo>
                  <a:lnTo>
                    <a:pt x="1048" y="3315"/>
                  </a:lnTo>
                  <a:lnTo>
                    <a:pt x="1026" y="3301"/>
                  </a:lnTo>
                  <a:lnTo>
                    <a:pt x="1005" y="3282"/>
                  </a:lnTo>
                  <a:lnTo>
                    <a:pt x="985" y="3261"/>
                  </a:lnTo>
                  <a:lnTo>
                    <a:pt x="967" y="3238"/>
                  </a:lnTo>
                  <a:lnTo>
                    <a:pt x="950" y="3209"/>
                  </a:lnTo>
                  <a:lnTo>
                    <a:pt x="935" y="3180"/>
                  </a:lnTo>
                  <a:lnTo>
                    <a:pt x="921" y="3147"/>
                  </a:lnTo>
                  <a:lnTo>
                    <a:pt x="909" y="3113"/>
                  </a:lnTo>
                  <a:lnTo>
                    <a:pt x="898" y="3077"/>
                  </a:lnTo>
                  <a:lnTo>
                    <a:pt x="890" y="3038"/>
                  </a:lnTo>
                  <a:lnTo>
                    <a:pt x="884" y="2998"/>
                  </a:lnTo>
                  <a:lnTo>
                    <a:pt x="881" y="2956"/>
                  </a:lnTo>
                  <a:lnTo>
                    <a:pt x="880" y="2914"/>
                  </a:lnTo>
                  <a:lnTo>
                    <a:pt x="881" y="2872"/>
                  </a:lnTo>
                  <a:lnTo>
                    <a:pt x="884" y="2830"/>
                  </a:lnTo>
                  <a:lnTo>
                    <a:pt x="890" y="2790"/>
                  </a:lnTo>
                  <a:lnTo>
                    <a:pt x="898" y="2752"/>
                  </a:lnTo>
                  <a:lnTo>
                    <a:pt x="909" y="2715"/>
                  </a:lnTo>
                  <a:lnTo>
                    <a:pt x="921" y="2681"/>
                  </a:lnTo>
                  <a:lnTo>
                    <a:pt x="935" y="2648"/>
                  </a:lnTo>
                  <a:lnTo>
                    <a:pt x="950" y="2618"/>
                  </a:lnTo>
                  <a:lnTo>
                    <a:pt x="967" y="2592"/>
                  </a:lnTo>
                  <a:lnTo>
                    <a:pt x="985" y="2567"/>
                  </a:lnTo>
                  <a:lnTo>
                    <a:pt x="1005" y="2546"/>
                  </a:lnTo>
                  <a:lnTo>
                    <a:pt x="1026" y="2528"/>
                  </a:lnTo>
                  <a:lnTo>
                    <a:pt x="1048" y="2514"/>
                  </a:lnTo>
                  <a:lnTo>
                    <a:pt x="1070" y="2504"/>
                  </a:lnTo>
                  <a:lnTo>
                    <a:pt x="1094" y="2498"/>
                  </a:lnTo>
                  <a:lnTo>
                    <a:pt x="1119" y="2495"/>
                  </a:lnTo>
                  <a:close/>
                  <a:moveTo>
                    <a:pt x="2380" y="2651"/>
                  </a:moveTo>
                  <a:lnTo>
                    <a:pt x="2405" y="2654"/>
                  </a:lnTo>
                  <a:lnTo>
                    <a:pt x="2428" y="2660"/>
                  </a:lnTo>
                  <a:lnTo>
                    <a:pt x="2452" y="2670"/>
                  </a:lnTo>
                  <a:lnTo>
                    <a:pt x="2473" y="2684"/>
                  </a:lnTo>
                  <a:lnTo>
                    <a:pt x="2494" y="2703"/>
                  </a:lnTo>
                  <a:lnTo>
                    <a:pt x="2514" y="2724"/>
                  </a:lnTo>
                  <a:lnTo>
                    <a:pt x="2533" y="2747"/>
                  </a:lnTo>
                  <a:lnTo>
                    <a:pt x="2550" y="2774"/>
                  </a:lnTo>
                  <a:lnTo>
                    <a:pt x="2565" y="2805"/>
                  </a:lnTo>
                  <a:lnTo>
                    <a:pt x="2580" y="2838"/>
                  </a:lnTo>
                  <a:lnTo>
                    <a:pt x="2591" y="2872"/>
                  </a:lnTo>
                  <a:lnTo>
                    <a:pt x="2602" y="2908"/>
                  </a:lnTo>
                  <a:lnTo>
                    <a:pt x="2610" y="2947"/>
                  </a:lnTo>
                  <a:lnTo>
                    <a:pt x="2616" y="2987"/>
                  </a:lnTo>
                  <a:lnTo>
                    <a:pt x="2619" y="3029"/>
                  </a:lnTo>
                  <a:lnTo>
                    <a:pt x="2621" y="3071"/>
                  </a:lnTo>
                  <a:lnTo>
                    <a:pt x="2619" y="3113"/>
                  </a:lnTo>
                  <a:lnTo>
                    <a:pt x="2616" y="3155"/>
                  </a:lnTo>
                  <a:lnTo>
                    <a:pt x="2610" y="3195"/>
                  </a:lnTo>
                  <a:lnTo>
                    <a:pt x="2602" y="3233"/>
                  </a:lnTo>
                  <a:lnTo>
                    <a:pt x="2591" y="3270"/>
                  </a:lnTo>
                  <a:lnTo>
                    <a:pt x="2580" y="3304"/>
                  </a:lnTo>
                  <a:lnTo>
                    <a:pt x="2565" y="3337"/>
                  </a:lnTo>
                  <a:lnTo>
                    <a:pt x="2550" y="3367"/>
                  </a:lnTo>
                  <a:lnTo>
                    <a:pt x="2533" y="3393"/>
                  </a:lnTo>
                  <a:lnTo>
                    <a:pt x="2514" y="3418"/>
                  </a:lnTo>
                  <a:lnTo>
                    <a:pt x="2494" y="3439"/>
                  </a:lnTo>
                  <a:lnTo>
                    <a:pt x="2473" y="3457"/>
                  </a:lnTo>
                  <a:lnTo>
                    <a:pt x="2452" y="3471"/>
                  </a:lnTo>
                  <a:lnTo>
                    <a:pt x="2428" y="3481"/>
                  </a:lnTo>
                  <a:lnTo>
                    <a:pt x="2405" y="3487"/>
                  </a:lnTo>
                  <a:lnTo>
                    <a:pt x="2380" y="3490"/>
                  </a:lnTo>
                  <a:lnTo>
                    <a:pt x="2356" y="3487"/>
                  </a:lnTo>
                  <a:lnTo>
                    <a:pt x="2332" y="3481"/>
                  </a:lnTo>
                  <a:lnTo>
                    <a:pt x="2310" y="3471"/>
                  </a:lnTo>
                  <a:lnTo>
                    <a:pt x="2288" y="3457"/>
                  </a:lnTo>
                  <a:lnTo>
                    <a:pt x="2267" y="3439"/>
                  </a:lnTo>
                  <a:lnTo>
                    <a:pt x="2248" y="3418"/>
                  </a:lnTo>
                  <a:lnTo>
                    <a:pt x="2229" y="3393"/>
                  </a:lnTo>
                  <a:lnTo>
                    <a:pt x="2212" y="3367"/>
                  </a:lnTo>
                  <a:lnTo>
                    <a:pt x="2196" y="3337"/>
                  </a:lnTo>
                  <a:lnTo>
                    <a:pt x="2182" y="3304"/>
                  </a:lnTo>
                  <a:lnTo>
                    <a:pt x="2171" y="3270"/>
                  </a:lnTo>
                  <a:lnTo>
                    <a:pt x="2160" y="3233"/>
                  </a:lnTo>
                  <a:lnTo>
                    <a:pt x="2152" y="3195"/>
                  </a:lnTo>
                  <a:lnTo>
                    <a:pt x="2146" y="3155"/>
                  </a:lnTo>
                  <a:lnTo>
                    <a:pt x="2142" y="3113"/>
                  </a:lnTo>
                  <a:lnTo>
                    <a:pt x="2141" y="3071"/>
                  </a:lnTo>
                  <a:lnTo>
                    <a:pt x="2142" y="3029"/>
                  </a:lnTo>
                  <a:lnTo>
                    <a:pt x="2146" y="2987"/>
                  </a:lnTo>
                  <a:lnTo>
                    <a:pt x="2152" y="2947"/>
                  </a:lnTo>
                  <a:lnTo>
                    <a:pt x="2160" y="2908"/>
                  </a:lnTo>
                  <a:lnTo>
                    <a:pt x="2171" y="2872"/>
                  </a:lnTo>
                  <a:lnTo>
                    <a:pt x="2182" y="2838"/>
                  </a:lnTo>
                  <a:lnTo>
                    <a:pt x="2196" y="2805"/>
                  </a:lnTo>
                  <a:lnTo>
                    <a:pt x="2212" y="2774"/>
                  </a:lnTo>
                  <a:lnTo>
                    <a:pt x="2229" y="2747"/>
                  </a:lnTo>
                  <a:lnTo>
                    <a:pt x="2248" y="2724"/>
                  </a:lnTo>
                  <a:lnTo>
                    <a:pt x="2267" y="2703"/>
                  </a:lnTo>
                  <a:lnTo>
                    <a:pt x="2288" y="2684"/>
                  </a:lnTo>
                  <a:lnTo>
                    <a:pt x="2310" y="2670"/>
                  </a:lnTo>
                  <a:lnTo>
                    <a:pt x="2332" y="2660"/>
                  </a:lnTo>
                  <a:lnTo>
                    <a:pt x="2356" y="2654"/>
                  </a:lnTo>
                  <a:lnTo>
                    <a:pt x="2380" y="2651"/>
                  </a:lnTo>
                  <a:close/>
                  <a:moveTo>
                    <a:pt x="2342" y="1355"/>
                  </a:moveTo>
                  <a:lnTo>
                    <a:pt x="2366" y="1357"/>
                  </a:lnTo>
                  <a:lnTo>
                    <a:pt x="2390" y="1363"/>
                  </a:lnTo>
                  <a:lnTo>
                    <a:pt x="2412" y="1373"/>
                  </a:lnTo>
                  <a:lnTo>
                    <a:pt x="2434" y="1387"/>
                  </a:lnTo>
                  <a:lnTo>
                    <a:pt x="2455" y="1405"/>
                  </a:lnTo>
                  <a:lnTo>
                    <a:pt x="2475" y="1426"/>
                  </a:lnTo>
                  <a:lnTo>
                    <a:pt x="2493" y="1451"/>
                  </a:lnTo>
                  <a:lnTo>
                    <a:pt x="2510" y="1478"/>
                  </a:lnTo>
                  <a:lnTo>
                    <a:pt x="2526" y="1507"/>
                  </a:lnTo>
                  <a:lnTo>
                    <a:pt x="2540" y="1540"/>
                  </a:lnTo>
                  <a:lnTo>
                    <a:pt x="2551" y="1574"/>
                  </a:lnTo>
                  <a:lnTo>
                    <a:pt x="2562" y="1611"/>
                  </a:lnTo>
                  <a:lnTo>
                    <a:pt x="2570" y="1649"/>
                  </a:lnTo>
                  <a:lnTo>
                    <a:pt x="2576" y="1689"/>
                  </a:lnTo>
                  <a:lnTo>
                    <a:pt x="2580" y="1731"/>
                  </a:lnTo>
                  <a:lnTo>
                    <a:pt x="2581" y="1773"/>
                  </a:lnTo>
                  <a:lnTo>
                    <a:pt x="2580" y="1815"/>
                  </a:lnTo>
                  <a:lnTo>
                    <a:pt x="2576" y="1858"/>
                  </a:lnTo>
                  <a:lnTo>
                    <a:pt x="2570" y="1897"/>
                  </a:lnTo>
                  <a:lnTo>
                    <a:pt x="2562" y="1936"/>
                  </a:lnTo>
                  <a:lnTo>
                    <a:pt x="2551" y="1972"/>
                  </a:lnTo>
                  <a:lnTo>
                    <a:pt x="2540" y="2008"/>
                  </a:lnTo>
                  <a:lnTo>
                    <a:pt x="2526" y="2039"/>
                  </a:lnTo>
                  <a:lnTo>
                    <a:pt x="2510" y="2070"/>
                  </a:lnTo>
                  <a:lnTo>
                    <a:pt x="2493" y="2097"/>
                  </a:lnTo>
                  <a:lnTo>
                    <a:pt x="2475" y="2121"/>
                  </a:lnTo>
                  <a:lnTo>
                    <a:pt x="2455" y="2142"/>
                  </a:lnTo>
                  <a:lnTo>
                    <a:pt x="2434" y="2160"/>
                  </a:lnTo>
                  <a:lnTo>
                    <a:pt x="2412" y="2174"/>
                  </a:lnTo>
                  <a:lnTo>
                    <a:pt x="2390" y="2185"/>
                  </a:lnTo>
                  <a:lnTo>
                    <a:pt x="2366" y="2191"/>
                  </a:lnTo>
                  <a:lnTo>
                    <a:pt x="2342" y="2193"/>
                  </a:lnTo>
                  <a:lnTo>
                    <a:pt x="2317" y="2191"/>
                  </a:lnTo>
                  <a:lnTo>
                    <a:pt x="2294" y="2185"/>
                  </a:lnTo>
                  <a:lnTo>
                    <a:pt x="2270" y="2174"/>
                  </a:lnTo>
                  <a:lnTo>
                    <a:pt x="2249" y="2160"/>
                  </a:lnTo>
                  <a:lnTo>
                    <a:pt x="2228" y="2142"/>
                  </a:lnTo>
                  <a:lnTo>
                    <a:pt x="2208" y="2121"/>
                  </a:lnTo>
                  <a:lnTo>
                    <a:pt x="2189" y="2097"/>
                  </a:lnTo>
                  <a:lnTo>
                    <a:pt x="2173" y="2070"/>
                  </a:lnTo>
                  <a:lnTo>
                    <a:pt x="2157" y="2039"/>
                  </a:lnTo>
                  <a:lnTo>
                    <a:pt x="2142" y="2008"/>
                  </a:lnTo>
                  <a:lnTo>
                    <a:pt x="2131" y="1972"/>
                  </a:lnTo>
                  <a:lnTo>
                    <a:pt x="2120" y="1936"/>
                  </a:lnTo>
                  <a:lnTo>
                    <a:pt x="2112" y="1897"/>
                  </a:lnTo>
                  <a:lnTo>
                    <a:pt x="2106" y="1858"/>
                  </a:lnTo>
                  <a:lnTo>
                    <a:pt x="2103" y="1815"/>
                  </a:lnTo>
                  <a:lnTo>
                    <a:pt x="2101" y="1773"/>
                  </a:lnTo>
                  <a:lnTo>
                    <a:pt x="2103" y="1731"/>
                  </a:lnTo>
                  <a:lnTo>
                    <a:pt x="2106" y="1689"/>
                  </a:lnTo>
                  <a:lnTo>
                    <a:pt x="2112" y="1649"/>
                  </a:lnTo>
                  <a:lnTo>
                    <a:pt x="2120" y="1611"/>
                  </a:lnTo>
                  <a:lnTo>
                    <a:pt x="2131" y="1574"/>
                  </a:lnTo>
                  <a:lnTo>
                    <a:pt x="2142" y="1540"/>
                  </a:lnTo>
                  <a:lnTo>
                    <a:pt x="2157" y="1507"/>
                  </a:lnTo>
                  <a:lnTo>
                    <a:pt x="2173" y="1478"/>
                  </a:lnTo>
                  <a:lnTo>
                    <a:pt x="2189" y="1451"/>
                  </a:lnTo>
                  <a:lnTo>
                    <a:pt x="2208" y="1426"/>
                  </a:lnTo>
                  <a:lnTo>
                    <a:pt x="2228" y="1405"/>
                  </a:lnTo>
                  <a:lnTo>
                    <a:pt x="2249" y="1387"/>
                  </a:lnTo>
                  <a:lnTo>
                    <a:pt x="2270" y="1373"/>
                  </a:lnTo>
                  <a:lnTo>
                    <a:pt x="2294" y="1363"/>
                  </a:lnTo>
                  <a:lnTo>
                    <a:pt x="2317" y="1357"/>
                  </a:lnTo>
                  <a:lnTo>
                    <a:pt x="2342" y="1355"/>
                  </a:lnTo>
                  <a:close/>
                  <a:moveTo>
                    <a:pt x="3179" y="819"/>
                  </a:moveTo>
                  <a:lnTo>
                    <a:pt x="3204" y="821"/>
                  </a:lnTo>
                  <a:lnTo>
                    <a:pt x="3227" y="827"/>
                  </a:lnTo>
                  <a:lnTo>
                    <a:pt x="3250" y="838"/>
                  </a:lnTo>
                  <a:lnTo>
                    <a:pt x="3272" y="852"/>
                  </a:lnTo>
                  <a:lnTo>
                    <a:pt x="3293" y="869"/>
                  </a:lnTo>
                  <a:lnTo>
                    <a:pt x="3312" y="890"/>
                  </a:lnTo>
                  <a:lnTo>
                    <a:pt x="3331" y="915"/>
                  </a:lnTo>
                  <a:lnTo>
                    <a:pt x="3348" y="942"/>
                  </a:lnTo>
                  <a:lnTo>
                    <a:pt x="3363" y="971"/>
                  </a:lnTo>
                  <a:lnTo>
                    <a:pt x="3377" y="1004"/>
                  </a:lnTo>
                  <a:lnTo>
                    <a:pt x="3389" y="1038"/>
                  </a:lnTo>
                  <a:lnTo>
                    <a:pt x="3400" y="1076"/>
                  </a:lnTo>
                  <a:lnTo>
                    <a:pt x="3408" y="1113"/>
                  </a:lnTo>
                  <a:lnTo>
                    <a:pt x="3414" y="1153"/>
                  </a:lnTo>
                  <a:lnTo>
                    <a:pt x="3417" y="1195"/>
                  </a:lnTo>
                  <a:lnTo>
                    <a:pt x="3418" y="1237"/>
                  </a:lnTo>
                  <a:lnTo>
                    <a:pt x="3417" y="1280"/>
                  </a:lnTo>
                  <a:lnTo>
                    <a:pt x="3414" y="1322"/>
                  </a:lnTo>
                  <a:lnTo>
                    <a:pt x="3408" y="1362"/>
                  </a:lnTo>
                  <a:lnTo>
                    <a:pt x="3400" y="1399"/>
                  </a:lnTo>
                  <a:lnTo>
                    <a:pt x="3389" y="1437"/>
                  </a:lnTo>
                  <a:lnTo>
                    <a:pt x="3377" y="1471"/>
                  </a:lnTo>
                  <a:lnTo>
                    <a:pt x="3363" y="1503"/>
                  </a:lnTo>
                  <a:lnTo>
                    <a:pt x="3348" y="1533"/>
                  </a:lnTo>
                  <a:lnTo>
                    <a:pt x="3331" y="1560"/>
                  </a:lnTo>
                  <a:lnTo>
                    <a:pt x="3312" y="1584"/>
                  </a:lnTo>
                  <a:lnTo>
                    <a:pt x="3293" y="1605"/>
                  </a:lnTo>
                  <a:lnTo>
                    <a:pt x="3272" y="1623"/>
                  </a:lnTo>
                  <a:lnTo>
                    <a:pt x="3250" y="1637"/>
                  </a:lnTo>
                  <a:lnTo>
                    <a:pt x="3227" y="1648"/>
                  </a:lnTo>
                  <a:lnTo>
                    <a:pt x="3204" y="1654"/>
                  </a:lnTo>
                  <a:lnTo>
                    <a:pt x="3179" y="1656"/>
                  </a:lnTo>
                  <a:lnTo>
                    <a:pt x="3155" y="1654"/>
                  </a:lnTo>
                  <a:lnTo>
                    <a:pt x="3131" y="1648"/>
                  </a:lnTo>
                  <a:lnTo>
                    <a:pt x="3108" y="1637"/>
                  </a:lnTo>
                  <a:lnTo>
                    <a:pt x="3087" y="1623"/>
                  </a:lnTo>
                  <a:lnTo>
                    <a:pt x="3066" y="1605"/>
                  </a:lnTo>
                  <a:lnTo>
                    <a:pt x="3046" y="1584"/>
                  </a:lnTo>
                  <a:lnTo>
                    <a:pt x="3027" y="1560"/>
                  </a:lnTo>
                  <a:lnTo>
                    <a:pt x="3011" y="1533"/>
                  </a:lnTo>
                  <a:lnTo>
                    <a:pt x="2994" y="1503"/>
                  </a:lnTo>
                  <a:lnTo>
                    <a:pt x="2980" y="1471"/>
                  </a:lnTo>
                  <a:lnTo>
                    <a:pt x="2968" y="1437"/>
                  </a:lnTo>
                  <a:lnTo>
                    <a:pt x="2958" y="1399"/>
                  </a:lnTo>
                  <a:lnTo>
                    <a:pt x="2950" y="1362"/>
                  </a:lnTo>
                  <a:lnTo>
                    <a:pt x="2944" y="1322"/>
                  </a:lnTo>
                  <a:lnTo>
                    <a:pt x="2940" y="1280"/>
                  </a:lnTo>
                  <a:lnTo>
                    <a:pt x="2939" y="1237"/>
                  </a:lnTo>
                  <a:lnTo>
                    <a:pt x="2940" y="1195"/>
                  </a:lnTo>
                  <a:lnTo>
                    <a:pt x="2944" y="1153"/>
                  </a:lnTo>
                  <a:lnTo>
                    <a:pt x="2950" y="1113"/>
                  </a:lnTo>
                  <a:lnTo>
                    <a:pt x="2958" y="1076"/>
                  </a:lnTo>
                  <a:lnTo>
                    <a:pt x="2968" y="1038"/>
                  </a:lnTo>
                  <a:lnTo>
                    <a:pt x="2980" y="1004"/>
                  </a:lnTo>
                  <a:lnTo>
                    <a:pt x="2994" y="971"/>
                  </a:lnTo>
                  <a:lnTo>
                    <a:pt x="3011" y="942"/>
                  </a:lnTo>
                  <a:lnTo>
                    <a:pt x="3027" y="915"/>
                  </a:lnTo>
                  <a:lnTo>
                    <a:pt x="3046" y="890"/>
                  </a:lnTo>
                  <a:lnTo>
                    <a:pt x="3066" y="869"/>
                  </a:lnTo>
                  <a:lnTo>
                    <a:pt x="3087" y="852"/>
                  </a:lnTo>
                  <a:lnTo>
                    <a:pt x="3108" y="838"/>
                  </a:lnTo>
                  <a:lnTo>
                    <a:pt x="3131" y="827"/>
                  </a:lnTo>
                  <a:lnTo>
                    <a:pt x="3155" y="821"/>
                  </a:lnTo>
                  <a:lnTo>
                    <a:pt x="3179" y="819"/>
                  </a:lnTo>
                  <a:close/>
                  <a:moveTo>
                    <a:pt x="3246" y="2144"/>
                  </a:moveTo>
                  <a:lnTo>
                    <a:pt x="3271" y="2146"/>
                  </a:lnTo>
                  <a:lnTo>
                    <a:pt x="3294" y="2152"/>
                  </a:lnTo>
                  <a:lnTo>
                    <a:pt x="3316" y="2162"/>
                  </a:lnTo>
                  <a:lnTo>
                    <a:pt x="3339" y="2176"/>
                  </a:lnTo>
                  <a:lnTo>
                    <a:pt x="3360" y="2194"/>
                  </a:lnTo>
                  <a:lnTo>
                    <a:pt x="3380" y="2215"/>
                  </a:lnTo>
                  <a:lnTo>
                    <a:pt x="3397" y="2240"/>
                  </a:lnTo>
                  <a:lnTo>
                    <a:pt x="3415" y="2267"/>
                  </a:lnTo>
                  <a:lnTo>
                    <a:pt x="3430" y="2296"/>
                  </a:lnTo>
                  <a:lnTo>
                    <a:pt x="3444" y="2329"/>
                  </a:lnTo>
                  <a:lnTo>
                    <a:pt x="3456" y="2363"/>
                  </a:lnTo>
                  <a:lnTo>
                    <a:pt x="3466" y="2400"/>
                  </a:lnTo>
                  <a:lnTo>
                    <a:pt x="3475" y="2438"/>
                  </a:lnTo>
                  <a:lnTo>
                    <a:pt x="3480" y="2478"/>
                  </a:lnTo>
                  <a:lnTo>
                    <a:pt x="3484" y="2520"/>
                  </a:lnTo>
                  <a:lnTo>
                    <a:pt x="3485" y="2562"/>
                  </a:lnTo>
                  <a:lnTo>
                    <a:pt x="3484" y="2604"/>
                  </a:lnTo>
                  <a:lnTo>
                    <a:pt x="3480" y="2647"/>
                  </a:lnTo>
                  <a:lnTo>
                    <a:pt x="3475" y="2686"/>
                  </a:lnTo>
                  <a:lnTo>
                    <a:pt x="3466" y="2725"/>
                  </a:lnTo>
                  <a:lnTo>
                    <a:pt x="3456" y="2762"/>
                  </a:lnTo>
                  <a:lnTo>
                    <a:pt x="3444" y="2796"/>
                  </a:lnTo>
                  <a:lnTo>
                    <a:pt x="3430" y="2828"/>
                  </a:lnTo>
                  <a:lnTo>
                    <a:pt x="3415" y="2858"/>
                  </a:lnTo>
                  <a:lnTo>
                    <a:pt x="3397" y="2886"/>
                  </a:lnTo>
                  <a:lnTo>
                    <a:pt x="3380" y="2909"/>
                  </a:lnTo>
                  <a:lnTo>
                    <a:pt x="3360" y="2930"/>
                  </a:lnTo>
                  <a:lnTo>
                    <a:pt x="3339" y="2949"/>
                  </a:lnTo>
                  <a:lnTo>
                    <a:pt x="3316" y="2963"/>
                  </a:lnTo>
                  <a:lnTo>
                    <a:pt x="3294" y="2974"/>
                  </a:lnTo>
                  <a:lnTo>
                    <a:pt x="3271" y="2980"/>
                  </a:lnTo>
                  <a:lnTo>
                    <a:pt x="3246" y="2982"/>
                  </a:lnTo>
                  <a:lnTo>
                    <a:pt x="3222" y="2980"/>
                  </a:lnTo>
                  <a:lnTo>
                    <a:pt x="3198" y="2974"/>
                  </a:lnTo>
                  <a:lnTo>
                    <a:pt x="3176" y="2963"/>
                  </a:lnTo>
                  <a:lnTo>
                    <a:pt x="3154" y="2949"/>
                  </a:lnTo>
                  <a:lnTo>
                    <a:pt x="3133" y="2930"/>
                  </a:lnTo>
                  <a:lnTo>
                    <a:pt x="3113" y="2909"/>
                  </a:lnTo>
                  <a:lnTo>
                    <a:pt x="3095" y="2886"/>
                  </a:lnTo>
                  <a:lnTo>
                    <a:pt x="3077" y="2858"/>
                  </a:lnTo>
                  <a:lnTo>
                    <a:pt x="3062" y="2828"/>
                  </a:lnTo>
                  <a:lnTo>
                    <a:pt x="3048" y="2796"/>
                  </a:lnTo>
                  <a:lnTo>
                    <a:pt x="3036" y="2762"/>
                  </a:lnTo>
                  <a:lnTo>
                    <a:pt x="3026" y="2725"/>
                  </a:lnTo>
                  <a:lnTo>
                    <a:pt x="3018" y="2686"/>
                  </a:lnTo>
                  <a:lnTo>
                    <a:pt x="3012" y="2647"/>
                  </a:lnTo>
                  <a:lnTo>
                    <a:pt x="3008" y="2604"/>
                  </a:lnTo>
                  <a:lnTo>
                    <a:pt x="3007" y="2562"/>
                  </a:lnTo>
                  <a:lnTo>
                    <a:pt x="3008" y="2520"/>
                  </a:lnTo>
                  <a:lnTo>
                    <a:pt x="3012" y="2478"/>
                  </a:lnTo>
                  <a:lnTo>
                    <a:pt x="3018" y="2438"/>
                  </a:lnTo>
                  <a:lnTo>
                    <a:pt x="3026" y="2400"/>
                  </a:lnTo>
                  <a:lnTo>
                    <a:pt x="3036" y="2363"/>
                  </a:lnTo>
                  <a:lnTo>
                    <a:pt x="3048" y="2329"/>
                  </a:lnTo>
                  <a:lnTo>
                    <a:pt x="3062" y="2296"/>
                  </a:lnTo>
                  <a:lnTo>
                    <a:pt x="3077" y="2267"/>
                  </a:lnTo>
                  <a:lnTo>
                    <a:pt x="3095" y="2240"/>
                  </a:lnTo>
                  <a:lnTo>
                    <a:pt x="3113" y="2215"/>
                  </a:lnTo>
                  <a:lnTo>
                    <a:pt x="3133" y="2194"/>
                  </a:lnTo>
                  <a:lnTo>
                    <a:pt x="3154" y="2176"/>
                  </a:lnTo>
                  <a:lnTo>
                    <a:pt x="3176" y="2162"/>
                  </a:lnTo>
                  <a:lnTo>
                    <a:pt x="3198" y="2152"/>
                  </a:lnTo>
                  <a:lnTo>
                    <a:pt x="3222" y="2146"/>
                  </a:lnTo>
                  <a:lnTo>
                    <a:pt x="3246" y="214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2850" name="Freeform 48"/>
            <p:cNvSpPr>
              <a:spLocks/>
            </p:cNvSpPr>
            <p:nvPr/>
          </p:nvSpPr>
          <p:spPr bwMode="auto">
            <a:xfrm>
              <a:off x="1267" y="1588"/>
              <a:ext cx="87" cy="52"/>
            </a:xfrm>
            <a:custGeom>
              <a:avLst/>
              <a:gdLst>
                <a:gd name="T0" fmla="*/ 3 w 437"/>
                <a:gd name="T1" fmla="*/ 2 h 260"/>
                <a:gd name="T2" fmla="*/ 3 w 437"/>
                <a:gd name="T3" fmla="*/ 2 h 260"/>
                <a:gd name="T4" fmla="*/ 3 w 437"/>
                <a:gd name="T5" fmla="*/ 2 h 260"/>
                <a:gd name="T6" fmla="*/ 3 w 437"/>
                <a:gd name="T7" fmla="*/ 2 h 260"/>
                <a:gd name="T8" fmla="*/ 3 w 437"/>
                <a:gd name="T9" fmla="*/ 1 h 260"/>
                <a:gd name="T10" fmla="*/ 3 w 437"/>
                <a:gd name="T11" fmla="*/ 1 h 260"/>
                <a:gd name="T12" fmla="*/ 3 w 437"/>
                <a:gd name="T13" fmla="*/ 1 h 260"/>
                <a:gd name="T14" fmla="*/ 3 w 437"/>
                <a:gd name="T15" fmla="*/ 1 h 260"/>
                <a:gd name="T16" fmla="*/ 3 w 437"/>
                <a:gd name="T17" fmla="*/ 1 h 260"/>
                <a:gd name="T18" fmla="*/ 2 w 437"/>
                <a:gd name="T19" fmla="*/ 1 h 260"/>
                <a:gd name="T20" fmla="*/ 2 w 437"/>
                <a:gd name="T21" fmla="*/ 0 h 260"/>
                <a:gd name="T22" fmla="*/ 2 w 437"/>
                <a:gd name="T23" fmla="*/ 0 h 260"/>
                <a:gd name="T24" fmla="*/ 2 w 437"/>
                <a:gd name="T25" fmla="*/ 0 h 260"/>
                <a:gd name="T26" fmla="*/ 1 w 437"/>
                <a:gd name="T27" fmla="*/ 0 h 260"/>
                <a:gd name="T28" fmla="*/ 1 w 437"/>
                <a:gd name="T29" fmla="*/ 0 h 260"/>
                <a:gd name="T30" fmla="*/ 1 w 437"/>
                <a:gd name="T31" fmla="*/ 0 h 260"/>
                <a:gd name="T32" fmla="*/ 0 w 437"/>
                <a:gd name="T33" fmla="*/ 0 h 260"/>
                <a:gd name="T34" fmla="*/ 0 w 437"/>
                <a:gd name="T35" fmla="*/ 0 h 260"/>
                <a:gd name="T36" fmla="*/ 0 w 437"/>
                <a:gd name="T37" fmla="*/ 0 h 260"/>
                <a:gd name="T38" fmla="*/ 0 w 437"/>
                <a:gd name="T39" fmla="*/ 0 h 260"/>
                <a:gd name="T40" fmla="*/ 1 w 437"/>
                <a:gd name="T41" fmla="*/ 0 h 260"/>
                <a:gd name="T42" fmla="*/ 1 w 437"/>
                <a:gd name="T43" fmla="*/ 0 h 260"/>
                <a:gd name="T44" fmla="*/ 1 w 437"/>
                <a:gd name="T45" fmla="*/ 0 h 260"/>
                <a:gd name="T46" fmla="*/ 2 w 437"/>
                <a:gd name="T47" fmla="*/ 0 h 260"/>
                <a:gd name="T48" fmla="*/ 2 w 437"/>
                <a:gd name="T49" fmla="*/ 0 h 260"/>
                <a:gd name="T50" fmla="*/ 2 w 437"/>
                <a:gd name="T51" fmla="*/ 1 h 260"/>
                <a:gd name="T52" fmla="*/ 2 w 437"/>
                <a:gd name="T53" fmla="*/ 1 h 260"/>
                <a:gd name="T54" fmla="*/ 3 w 437"/>
                <a:gd name="T55" fmla="*/ 1 h 260"/>
                <a:gd name="T56" fmla="*/ 3 w 437"/>
                <a:gd name="T57" fmla="*/ 1 h 260"/>
                <a:gd name="T58" fmla="*/ 3 w 437"/>
                <a:gd name="T59" fmla="*/ 1 h 260"/>
                <a:gd name="T60" fmla="*/ 3 w 437"/>
                <a:gd name="T61" fmla="*/ 1 h 260"/>
                <a:gd name="T62" fmla="*/ 3 w 437"/>
                <a:gd name="T63" fmla="*/ 1 h 260"/>
                <a:gd name="T64" fmla="*/ 3 w 437"/>
                <a:gd name="T65" fmla="*/ 2 h 260"/>
                <a:gd name="T66" fmla="*/ 3 w 437"/>
                <a:gd name="T67" fmla="*/ 2 h 260"/>
                <a:gd name="T68" fmla="*/ 3 w 437"/>
                <a:gd name="T69" fmla="*/ 2 h 260"/>
                <a:gd name="T70" fmla="*/ 3 w 437"/>
                <a:gd name="T71" fmla="*/ 2 h 260"/>
                <a:gd name="T72" fmla="*/ 3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437" y="260"/>
                  </a:moveTo>
                  <a:lnTo>
                    <a:pt x="437" y="260"/>
                  </a:lnTo>
                  <a:lnTo>
                    <a:pt x="434" y="233"/>
                  </a:lnTo>
                  <a:lnTo>
                    <a:pt x="427" y="206"/>
                  </a:lnTo>
                  <a:lnTo>
                    <a:pt x="417" y="181"/>
                  </a:lnTo>
                  <a:lnTo>
                    <a:pt x="401" y="157"/>
                  </a:lnTo>
                  <a:lnTo>
                    <a:pt x="383" y="133"/>
                  </a:lnTo>
                  <a:lnTo>
                    <a:pt x="360" y="113"/>
                  </a:lnTo>
                  <a:lnTo>
                    <a:pt x="336" y="93"/>
                  </a:lnTo>
                  <a:lnTo>
                    <a:pt x="308" y="73"/>
                  </a:lnTo>
                  <a:lnTo>
                    <a:pt x="276" y="58"/>
                  </a:lnTo>
                  <a:lnTo>
                    <a:pt x="242" y="43"/>
                  </a:lnTo>
                  <a:lnTo>
                    <a:pt x="207" y="30"/>
                  </a:lnTo>
                  <a:lnTo>
                    <a:pt x="168" y="19"/>
                  </a:lnTo>
                  <a:lnTo>
                    <a:pt x="128" y="11"/>
                  </a:lnTo>
                  <a:lnTo>
                    <a:pt x="87" y="4"/>
                  </a:lnTo>
                  <a:lnTo>
                    <a:pt x="43" y="1"/>
                  </a:lnTo>
                  <a:lnTo>
                    <a:pt x="0" y="0"/>
                  </a:lnTo>
                  <a:lnTo>
                    <a:pt x="0" y="11"/>
                  </a:lnTo>
                  <a:lnTo>
                    <a:pt x="43" y="12"/>
                  </a:lnTo>
                  <a:lnTo>
                    <a:pt x="85" y="16"/>
                  </a:lnTo>
                  <a:lnTo>
                    <a:pt x="126" y="23"/>
                  </a:lnTo>
                  <a:lnTo>
                    <a:pt x="166" y="31"/>
                  </a:lnTo>
                  <a:lnTo>
                    <a:pt x="202" y="42"/>
                  </a:lnTo>
                  <a:lnTo>
                    <a:pt x="237" y="55"/>
                  </a:lnTo>
                  <a:lnTo>
                    <a:pt x="271" y="70"/>
                  </a:lnTo>
                  <a:lnTo>
                    <a:pt x="301" y="85"/>
                  </a:lnTo>
                  <a:lnTo>
                    <a:pt x="329" y="103"/>
                  </a:lnTo>
                  <a:lnTo>
                    <a:pt x="353" y="123"/>
                  </a:lnTo>
                  <a:lnTo>
                    <a:pt x="373" y="143"/>
                  </a:lnTo>
                  <a:lnTo>
                    <a:pt x="392" y="164"/>
                  </a:lnTo>
                  <a:lnTo>
                    <a:pt x="405" y="186"/>
                  </a:lnTo>
                  <a:lnTo>
                    <a:pt x="415" y="211"/>
                  </a:lnTo>
                  <a:lnTo>
                    <a:pt x="422" y="235"/>
                  </a:lnTo>
                  <a:lnTo>
                    <a:pt x="425" y="260"/>
                  </a:lnTo>
                  <a:lnTo>
                    <a:pt x="437"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2851" name="Freeform 49"/>
            <p:cNvSpPr>
              <a:spLocks/>
            </p:cNvSpPr>
            <p:nvPr/>
          </p:nvSpPr>
          <p:spPr bwMode="auto">
            <a:xfrm>
              <a:off x="1267" y="1640"/>
              <a:ext cx="87" cy="52"/>
            </a:xfrm>
            <a:custGeom>
              <a:avLst/>
              <a:gdLst>
                <a:gd name="T0" fmla="*/ 0 w 437"/>
                <a:gd name="T1" fmla="*/ 2 h 260"/>
                <a:gd name="T2" fmla="*/ 0 w 437"/>
                <a:gd name="T3" fmla="*/ 2 h 260"/>
                <a:gd name="T4" fmla="*/ 0 w 437"/>
                <a:gd name="T5" fmla="*/ 2 h 260"/>
                <a:gd name="T6" fmla="*/ 1 w 437"/>
                <a:gd name="T7" fmla="*/ 2 h 260"/>
                <a:gd name="T8" fmla="*/ 1 w 437"/>
                <a:gd name="T9" fmla="*/ 2 h 260"/>
                <a:gd name="T10" fmla="*/ 1 w 437"/>
                <a:gd name="T11" fmla="*/ 2 h 260"/>
                <a:gd name="T12" fmla="*/ 2 w 437"/>
                <a:gd name="T13" fmla="*/ 2 h 260"/>
                <a:gd name="T14" fmla="*/ 2 w 437"/>
                <a:gd name="T15" fmla="*/ 2 h 260"/>
                <a:gd name="T16" fmla="*/ 2 w 437"/>
                <a:gd name="T17" fmla="*/ 2 h 260"/>
                <a:gd name="T18" fmla="*/ 2 w 437"/>
                <a:gd name="T19" fmla="*/ 1 h 260"/>
                <a:gd name="T20" fmla="*/ 3 w 437"/>
                <a:gd name="T21" fmla="*/ 1 h 260"/>
                <a:gd name="T22" fmla="*/ 3 w 437"/>
                <a:gd name="T23" fmla="*/ 1 h 260"/>
                <a:gd name="T24" fmla="*/ 3 w 437"/>
                <a:gd name="T25" fmla="*/ 1 h 260"/>
                <a:gd name="T26" fmla="*/ 3 w 437"/>
                <a:gd name="T27" fmla="*/ 1 h 260"/>
                <a:gd name="T28" fmla="*/ 3 w 437"/>
                <a:gd name="T29" fmla="*/ 1 h 260"/>
                <a:gd name="T30" fmla="*/ 3 w 437"/>
                <a:gd name="T31" fmla="*/ 0 h 260"/>
                <a:gd name="T32" fmla="*/ 3 w 437"/>
                <a:gd name="T33" fmla="*/ 0 h 260"/>
                <a:gd name="T34" fmla="*/ 3 w 437"/>
                <a:gd name="T35" fmla="*/ 0 h 260"/>
                <a:gd name="T36" fmla="*/ 3 w 437"/>
                <a:gd name="T37" fmla="*/ 0 h 260"/>
                <a:gd name="T38" fmla="*/ 3 w 437"/>
                <a:gd name="T39" fmla="*/ 0 h 260"/>
                <a:gd name="T40" fmla="*/ 3 w 437"/>
                <a:gd name="T41" fmla="*/ 0 h 260"/>
                <a:gd name="T42" fmla="*/ 3 w 437"/>
                <a:gd name="T43" fmla="*/ 1 h 260"/>
                <a:gd name="T44" fmla="*/ 3 w 437"/>
                <a:gd name="T45" fmla="*/ 1 h 260"/>
                <a:gd name="T46" fmla="*/ 3 w 437"/>
                <a:gd name="T47" fmla="*/ 1 h 260"/>
                <a:gd name="T48" fmla="*/ 3 w 437"/>
                <a:gd name="T49" fmla="*/ 1 h 260"/>
                <a:gd name="T50" fmla="*/ 3 w 437"/>
                <a:gd name="T51" fmla="*/ 1 h 260"/>
                <a:gd name="T52" fmla="*/ 2 w 437"/>
                <a:gd name="T53" fmla="*/ 1 h 260"/>
                <a:gd name="T54" fmla="*/ 2 w 437"/>
                <a:gd name="T55" fmla="*/ 2 h 260"/>
                <a:gd name="T56" fmla="*/ 2 w 437"/>
                <a:gd name="T57" fmla="*/ 2 h 260"/>
                <a:gd name="T58" fmla="*/ 2 w 437"/>
                <a:gd name="T59" fmla="*/ 2 h 260"/>
                <a:gd name="T60" fmla="*/ 1 w 437"/>
                <a:gd name="T61" fmla="*/ 2 h 260"/>
                <a:gd name="T62" fmla="*/ 1 w 437"/>
                <a:gd name="T63" fmla="*/ 2 h 260"/>
                <a:gd name="T64" fmla="*/ 1 w 437"/>
                <a:gd name="T65" fmla="*/ 2 h 260"/>
                <a:gd name="T66" fmla="*/ 0 w 437"/>
                <a:gd name="T67" fmla="*/ 2 h 260"/>
                <a:gd name="T68" fmla="*/ 0 w 437"/>
                <a:gd name="T69" fmla="*/ 2 h 260"/>
                <a:gd name="T70" fmla="*/ 0 w 437"/>
                <a:gd name="T71" fmla="*/ 2 h 260"/>
                <a:gd name="T72" fmla="*/ 0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0" y="260"/>
                  </a:moveTo>
                  <a:lnTo>
                    <a:pt x="0" y="260"/>
                  </a:lnTo>
                  <a:lnTo>
                    <a:pt x="43" y="259"/>
                  </a:lnTo>
                  <a:lnTo>
                    <a:pt x="87" y="255"/>
                  </a:lnTo>
                  <a:lnTo>
                    <a:pt x="128" y="248"/>
                  </a:lnTo>
                  <a:lnTo>
                    <a:pt x="168" y="240"/>
                  </a:lnTo>
                  <a:lnTo>
                    <a:pt x="207" y="230"/>
                  </a:lnTo>
                  <a:lnTo>
                    <a:pt x="242" y="217"/>
                  </a:lnTo>
                  <a:lnTo>
                    <a:pt x="276" y="202"/>
                  </a:lnTo>
                  <a:lnTo>
                    <a:pt x="308" y="185"/>
                  </a:lnTo>
                  <a:lnTo>
                    <a:pt x="336" y="166"/>
                  </a:lnTo>
                  <a:lnTo>
                    <a:pt x="360" y="146"/>
                  </a:lnTo>
                  <a:lnTo>
                    <a:pt x="383" y="125"/>
                  </a:lnTo>
                  <a:lnTo>
                    <a:pt x="401" y="102"/>
                  </a:lnTo>
                  <a:lnTo>
                    <a:pt x="417" y="77"/>
                  </a:lnTo>
                  <a:lnTo>
                    <a:pt x="427" y="53"/>
                  </a:lnTo>
                  <a:lnTo>
                    <a:pt x="434" y="27"/>
                  </a:lnTo>
                  <a:lnTo>
                    <a:pt x="437" y="0"/>
                  </a:lnTo>
                  <a:lnTo>
                    <a:pt x="425" y="0"/>
                  </a:lnTo>
                  <a:lnTo>
                    <a:pt x="422" y="24"/>
                  </a:lnTo>
                  <a:lnTo>
                    <a:pt x="415" y="48"/>
                  </a:lnTo>
                  <a:lnTo>
                    <a:pt x="405" y="73"/>
                  </a:lnTo>
                  <a:lnTo>
                    <a:pt x="392" y="95"/>
                  </a:lnTo>
                  <a:lnTo>
                    <a:pt x="373" y="116"/>
                  </a:lnTo>
                  <a:lnTo>
                    <a:pt x="353" y="137"/>
                  </a:lnTo>
                  <a:lnTo>
                    <a:pt x="329" y="157"/>
                  </a:lnTo>
                  <a:lnTo>
                    <a:pt x="301" y="173"/>
                  </a:lnTo>
                  <a:lnTo>
                    <a:pt x="271" y="190"/>
                  </a:lnTo>
                  <a:lnTo>
                    <a:pt x="237" y="205"/>
                  </a:lnTo>
                  <a:lnTo>
                    <a:pt x="202" y="218"/>
                  </a:lnTo>
                  <a:lnTo>
                    <a:pt x="166" y="228"/>
                  </a:lnTo>
                  <a:lnTo>
                    <a:pt x="126" y="237"/>
                  </a:lnTo>
                  <a:lnTo>
                    <a:pt x="85" y="244"/>
                  </a:lnTo>
                  <a:lnTo>
                    <a:pt x="43" y="247"/>
                  </a:lnTo>
                  <a:lnTo>
                    <a:pt x="0" y="248"/>
                  </a:lnTo>
                  <a:lnTo>
                    <a:pt x="0"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2852" name="Freeform 50"/>
            <p:cNvSpPr>
              <a:spLocks/>
            </p:cNvSpPr>
            <p:nvPr/>
          </p:nvSpPr>
          <p:spPr bwMode="auto">
            <a:xfrm>
              <a:off x="1179" y="1640"/>
              <a:ext cx="88" cy="52"/>
            </a:xfrm>
            <a:custGeom>
              <a:avLst/>
              <a:gdLst>
                <a:gd name="T0" fmla="*/ 0 w 439"/>
                <a:gd name="T1" fmla="*/ 0 h 260"/>
                <a:gd name="T2" fmla="*/ 0 w 439"/>
                <a:gd name="T3" fmla="*/ 0 h 260"/>
                <a:gd name="T4" fmla="*/ 0 w 439"/>
                <a:gd name="T5" fmla="*/ 0 h 260"/>
                <a:gd name="T6" fmla="*/ 0 w 439"/>
                <a:gd name="T7" fmla="*/ 0 h 260"/>
                <a:gd name="T8" fmla="*/ 0 w 439"/>
                <a:gd name="T9" fmla="*/ 1 h 260"/>
                <a:gd name="T10" fmla="*/ 0 w 439"/>
                <a:gd name="T11" fmla="*/ 1 h 260"/>
                <a:gd name="T12" fmla="*/ 0 w 439"/>
                <a:gd name="T13" fmla="*/ 1 h 260"/>
                <a:gd name="T14" fmla="*/ 1 w 439"/>
                <a:gd name="T15" fmla="*/ 1 h 260"/>
                <a:gd name="T16" fmla="*/ 1 w 439"/>
                <a:gd name="T17" fmla="*/ 1 h 260"/>
                <a:gd name="T18" fmla="*/ 1 w 439"/>
                <a:gd name="T19" fmla="*/ 1 h 260"/>
                <a:gd name="T20" fmla="*/ 1 w 439"/>
                <a:gd name="T21" fmla="*/ 2 h 260"/>
                <a:gd name="T22" fmla="*/ 2 w 439"/>
                <a:gd name="T23" fmla="*/ 2 h 260"/>
                <a:gd name="T24" fmla="*/ 2 w 439"/>
                <a:gd name="T25" fmla="*/ 2 h 260"/>
                <a:gd name="T26" fmla="*/ 2 w 439"/>
                <a:gd name="T27" fmla="*/ 2 h 260"/>
                <a:gd name="T28" fmla="*/ 2 w 439"/>
                <a:gd name="T29" fmla="*/ 2 h 260"/>
                <a:gd name="T30" fmla="*/ 3 w 439"/>
                <a:gd name="T31" fmla="*/ 2 h 260"/>
                <a:gd name="T32" fmla="*/ 3 w 439"/>
                <a:gd name="T33" fmla="*/ 2 h 260"/>
                <a:gd name="T34" fmla="*/ 4 w 439"/>
                <a:gd name="T35" fmla="*/ 2 h 260"/>
                <a:gd name="T36" fmla="*/ 4 w 439"/>
                <a:gd name="T37" fmla="*/ 2 h 260"/>
                <a:gd name="T38" fmla="*/ 3 w 439"/>
                <a:gd name="T39" fmla="*/ 2 h 260"/>
                <a:gd name="T40" fmla="*/ 3 w 439"/>
                <a:gd name="T41" fmla="*/ 2 h 260"/>
                <a:gd name="T42" fmla="*/ 3 w 439"/>
                <a:gd name="T43" fmla="*/ 2 h 260"/>
                <a:gd name="T44" fmla="*/ 2 w 439"/>
                <a:gd name="T45" fmla="*/ 2 h 260"/>
                <a:gd name="T46" fmla="*/ 2 w 439"/>
                <a:gd name="T47" fmla="*/ 2 h 260"/>
                <a:gd name="T48" fmla="*/ 2 w 439"/>
                <a:gd name="T49" fmla="*/ 2 h 260"/>
                <a:gd name="T50" fmla="*/ 1 w 439"/>
                <a:gd name="T51" fmla="*/ 2 h 260"/>
                <a:gd name="T52" fmla="*/ 1 w 439"/>
                <a:gd name="T53" fmla="*/ 1 h 260"/>
                <a:gd name="T54" fmla="*/ 1 w 439"/>
                <a:gd name="T55" fmla="*/ 1 h 260"/>
                <a:gd name="T56" fmla="*/ 1 w 439"/>
                <a:gd name="T57" fmla="*/ 1 h 260"/>
                <a:gd name="T58" fmla="*/ 1 w 439"/>
                <a:gd name="T59" fmla="*/ 1 h 260"/>
                <a:gd name="T60" fmla="*/ 0 w 439"/>
                <a:gd name="T61" fmla="*/ 1 h 260"/>
                <a:gd name="T62" fmla="*/ 0 w 439"/>
                <a:gd name="T63" fmla="*/ 1 h 260"/>
                <a:gd name="T64" fmla="*/ 0 w 439"/>
                <a:gd name="T65" fmla="*/ 0 h 260"/>
                <a:gd name="T66" fmla="*/ 0 w 439"/>
                <a:gd name="T67" fmla="*/ 0 h 260"/>
                <a:gd name="T68" fmla="*/ 0 w 439"/>
                <a:gd name="T69" fmla="*/ 0 h 260"/>
                <a:gd name="T70" fmla="*/ 0 w 439"/>
                <a:gd name="T71" fmla="*/ 0 h 260"/>
                <a:gd name="T72" fmla="*/ 0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0" y="0"/>
                  </a:moveTo>
                  <a:lnTo>
                    <a:pt x="0" y="0"/>
                  </a:lnTo>
                  <a:lnTo>
                    <a:pt x="3" y="27"/>
                  </a:lnTo>
                  <a:lnTo>
                    <a:pt x="10" y="53"/>
                  </a:lnTo>
                  <a:lnTo>
                    <a:pt x="20" y="77"/>
                  </a:lnTo>
                  <a:lnTo>
                    <a:pt x="35" y="102"/>
                  </a:lnTo>
                  <a:lnTo>
                    <a:pt x="54" y="125"/>
                  </a:lnTo>
                  <a:lnTo>
                    <a:pt x="76" y="146"/>
                  </a:lnTo>
                  <a:lnTo>
                    <a:pt x="102" y="166"/>
                  </a:lnTo>
                  <a:lnTo>
                    <a:pt x="130" y="185"/>
                  </a:lnTo>
                  <a:lnTo>
                    <a:pt x="162" y="202"/>
                  </a:lnTo>
                  <a:lnTo>
                    <a:pt x="195" y="217"/>
                  </a:lnTo>
                  <a:lnTo>
                    <a:pt x="231" y="230"/>
                  </a:lnTo>
                  <a:lnTo>
                    <a:pt x="270" y="240"/>
                  </a:lnTo>
                  <a:lnTo>
                    <a:pt x="310" y="248"/>
                  </a:lnTo>
                  <a:lnTo>
                    <a:pt x="351" y="255"/>
                  </a:lnTo>
                  <a:lnTo>
                    <a:pt x="395" y="259"/>
                  </a:lnTo>
                  <a:lnTo>
                    <a:pt x="439" y="260"/>
                  </a:lnTo>
                  <a:lnTo>
                    <a:pt x="439" y="248"/>
                  </a:lnTo>
                  <a:lnTo>
                    <a:pt x="395" y="247"/>
                  </a:lnTo>
                  <a:lnTo>
                    <a:pt x="353" y="244"/>
                  </a:lnTo>
                  <a:lnTo>
                    <a:pt x="312" y="237"/>
                  </a:lnTo>
                  <a:lnTo>
                    <a:pt x="272" y="228"/>
                  </a:lnTo>
                  <a:lnTo>
                    <a:pt x="236" y="218"/>
                  </a:lnTo>
                  <a:lnTo>
                    <a:pt x="200" y="205"/>
                  </a:lnTo>
                  <a:lnTo>
                    <a:pt x="167" y="190"/>
                  </a:lnTo>
                  <a:lnTo>
                    <a:pt x="137" y="173"/>
                  </a:lnTo>
                  <a:lnTo>
                    <a:pt x="109" y="157"/>
                  </a:lnTo>
                  <a:lnTo>
                    <a:pt x="84" y="137"/>
                  </a:lnTo>
                  <a:lnTo>
                    <a:pt x="64" y="116"/>
                  </a:lnTo>
                  <a:lnTo>
                    <a:pt x="45" y="95"/>
                  </a:lnTo>
                  <a:lnTo>
                    <a:pt x="32" y="73"/>
                  </a:lnTo>
                  <a:lnTo>
                    <a:pt x="21" y="48"/>
                  </a:lnTo>
                  <a:lnTo>
                    <a:pt x="14" y="24"/>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2853" name="Freeform 51"/>
            <p:cNvSpPr>
              <a:spLocks/>
            </p:cNvSpPr>
            <p:nvPr/>
          </p:nvSpPr>
          <p:spPr bwMode="auto">
            <a:xfrm>
              <a:off x="1179" y="1588"/>
              <a:ext cx="88" cy="52"/>
            </a:xfrm>
            <a:custGeom>
              <a:avLst/>
              <a:gdLst>
                <a:gd name="T0" fmla="*/ 4 w 439"/>
                <a:gd name="T1" fmla="*/ 0 h 260"/>
                <a:gd name="T2" fmla="*/ 4 w 439"/>
                <a:gd name="T3" fmla="*/ 0 h 260"/>
                <a:gd name="T4" fmla="*/ 3 w 439"/>
                <a:gd name="T5" fmla="*/ 0 h 260"/>
                <a:gd name="T6" fmla="*/ 3 w 439"/>
                <a:gd name="T7" fmla="*/ 0 h 260"/>
                <a:gd name="T8" fmla="*/ 2 w 439"/>
                <a:gd name="T9" fmla="*/ 0 h 260"/>
                <a:gd name="T10" fmla="*/ 2 w 439"/>
                <a:gd name="T11" fmla="*/ 0 h 260"/>
                <a:gd name="T12" fmla="*/ 2 w 439"/>
                <a:gd name="T13" fmla="*/ 0 h 260"/>
                <a:gd name="T14" fmla="*/ 2 w 439"/>
                <a:gd name="T15" fmla="*/ 0 h 260"/>
                <a:gd name="T16" fmla="*/ 1 w 439"/>
                <a:gd name="T17" fmla="*/ 0 h 260"/>
                <a:gd name="T18" fmla="*/ 1 w 439"/>
                <a:gd name="T19" fmla="*/ 1 h 260"/>
                <a:gd name="T20" fmla="*/ 1 w 439"/>
                <a:gd name="T21" fmla="*/ 1 h 260"/>
                <a:gd name="T22" fmla="*/ 1 w 439"/>
                <a:gd name="T23" fmla="*/ 1 h 260"/>
                <a:gd name="T24" fmla="*/ 0 w 439"/>
                <a:gd name="T25" fmla="*/ 1 h 260"/>
                <a:gd name="T26" fmla="*/ 0 w 439"/>
                <a:gd name="T27" fmla="*/ 1 h 260"/>
                <a:gd name="T28" fmla="*/ 0 w 439"/>
                <a:gd name="T29" fmla="*/ 1 h 260"/>
                <a:gd name="T30" fmla="*/ 0 w 439"/>
                <a:gd name="T31" fmla="*/ 2 h 260"/>
                <a:gd name="T32" fmla="*/ 0 w 439"/>
                <a:gd name="T33" fmla="*/ 2 h 260"/>
                <a:gd name="T34" fmla="*/ 0 w 439"/>
                <a:gd name="T35" fmla="*/ 2 h 260"/>
                <a:gd name="T36" fmla="*/ 0 w 439"/>
                <a:gd name="T37" fmla="*/ 2 h 260"/>
                <a:gd name="T38" fmla="*/ 0 w 439"/>
                <a:gd name="T39" fmla="*/ 2 h 260"/>
                <a:gd name="T40" fmla="*/ 0 w 439"/>
                <a:gd name="T41" fmla="*/ 2 h 260"/>
                <a:gd name="T42" fmla="*/ 0 w 439"/>
                <a:gd name="T43" fmla="*/ 1 h 260"/>
                <a:gd name="T44" fmla="*/ 0 w 439"/>
                <a:gd name="T45" fmla="*/ 1 h 260"/>
                <a:gd name="T46" fmla="*/ 1 w 439"/>
                <a:gd name="T47" fmla="*/ 1 h 260"/>
                <a:gd name="T48" fmla="*/ 1 w 439"/>
                <a:gd name="T49" fmla="*/ 1 h 260"/>
                <a:gd name="T50" fmla="*/ 1 w 439"/>
                <a:gd name="T51" fmla="*/ 1 h 260"/>
                <a:gd name="T52" fmla="*/ 1 w 439"/>
                <a:gd name="T53" fmla="*/ 1 h 260"/>
                <a:gd name="T54" fmla="*/ 1 w 439"/>
                <a:gd name="T55" fmla="*/ 1 h 260"/>
                <a:gd name="T56" fmla="*/ 2 w 439"/>
                <a:gd name="T57" fmla="*/ 0 h 260"/>
                <a:gd name="T58" fmla="*/ 2 w 439"/>
                <a:gd name="T59" fmla="*/ 0 h 260"/>
                <a:gd name="T60" fmla="*/ 2 w 439"/>
                <a:gd name="T61" fmla="*/ 0 h 260"/>
                <a:gd name="T62" fmla="*/ 3 w 439"/>
                <a:gd name="T63" fmla="*/ 0 h 260"/>
                <a:gd name="T64" fmla="*/ 3 w 439"/>
                <a:gd name="T65" fmla="*/ 0 h 260"/>
                <a:gd name="T66" fmla="*/ 3 w 439"/>
                <a:gd name="T67" fmla="*/ 0 h 260"/>
                <a:gd name="T68" fmla="*/ 4 w 439"/>
                <a:gd name="T69" fmla="*/ 0 h 260"/>
                <a:gd name="T70" fmla="*/ 4 w 439"/>
                <a:gd name="T71" fmla="*/ 0 h 260"/>
                <a:gd name="T72" fmla="*/ 4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439" y="0"/>
                  </a:moveTo>
                  <a:lnTo>
                    <a:pt x="439" y="0"/>
                  </a:lnTo>
                  <a:lnTo>
                    <a:pt x="395" y="1"/>
                  </a:lnTo>
                  <a:lnTo>
                    <a:pt x="351" y="4"/>
                  </a:lnTo>
                  <a:lnTo>
                    <a:pt x="310" y="11"/>
                  </a:lnTo>
                  <a:lnTo>
                    <a:pt x="270" y="19"/>
                  </a:lnTo>
                  <a:lnTo>
                    <a:pt x="231" y="30"/>
                  </a:lnTo>
                  <a:lnTo>
                    <a:pt x="195" y="43"/>
                  </a:lnTo>
                  <a:lnTo>
                    <a:pt x="162" y="58"/>
                  </a:lnTo>
                  <a:lnTo>
                    <a:pt x="130" y="73"/>
                  </a:lnTo>
                  <a:lnTo>
                    <a:pt x="102" y="93"/>
                  </a:lnTo>
                  <a:lnTo>
                    <a:pt x="76" y="113"/>
                  </a:lnTo>
                  <a:lnTo>
                    <a:pt x="54" y="133"/>
                  </a:lnTo>
                  <a:lnTo>
                    <a:pt x="35" y="157"/>
                  </a:lnTo>
                  <a:lnTo>
                    <a:pt x="20" y="181"/>
                  </a:lnTo>
                  <a:lnTo>
                    <a:pt x="10" y="206"/>
                  </a:lnTo>
                  <a:lnTo>
                    <a:pt x="3" y="233"/>
                  </a:lnTo>
                  <a:lnTo>
                    <a:pt x="0" y="260"/>
                  </a:lnTo>
                  <a:lnTo>
                    <a:pt x="12" y="260"/>
                  </a:lnTo>
                  <a:lnTo>
                    <a:pt x="14" y="235"/>
                  </a:lnTo>
                  <a:lnTo>
                    <a:pt x="21" y="211"/>
                  </a:lnTo>
                  <a:lnTo>
                    <a:pt x="32" y="186"/>
                  </a:lnTo>
                  <a:lnTo>
                    <a:pt x="45" y="164"/>
                  </a:lnTo>
                  <a:lnTo>
                    <a:pt x="64" y="143"/>
                  </a:lnTo>
                  <a:lnTo>
                    <a:pt x="84" y="123"/>
                  </a:lnTo>
                  <a:lnTo>
                    <a:pt x="109" y="103"/>
                  </a:lnTo>
                  <a:lnTo>
                    <a:pt x="137" y="85"/>
                  </a:lnTo>
                  <a:lnTo>
                    <a:pt x="167" y="70"/>
                  </a:lnTo>
                  <a:lnTo>
                    <a:pt x="200" y="55"/>
                  </a:lnTo>
                  <a:lnTo>
                    <a:pt x="236" y="42"/>
                  </a:lnTo>
                  <a:lnTo>
                    <a:pt x="272" y="31"/>
                  </a:lnTo>
                  <a:lnTo>
                    <a:pt x="312" y="23"/>
                  </a:lnTo>
                  <a:lnTo>
                    <a:pt x="353" y="16"/>
                  </a:lnTo>
                  <a:lnTo>
                    <a:pt x="395" y="12"/>
                  </a:lnTo>
                  <a:lnTo>
                    <a:pt x="439" y="11"/>
                  </a:lnTo>
                  <a:lnTo>
                    <a:pt x="439"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2854" name="Freeform 52"/>
            <p:cNvSpPr>
              <a:spLocks/>
            </p:cNvSpPr>
            <p:nvPr/>
          </p:nvSpPr>
          <p:spPr bwMode="auto">
            <a:xfrm>
              <a:off x="964" y="1745"/>
              <a:ext cx="48" cy="85"/>
            </a:xfrm>
            <a:custGeom>
              <a:avLst/>
              <a:gdLst>
                <a:gd name="T0" fmla="*/ 2 w 244"/>
                <a:gd name="T1" fmla="*/ 3 h 426"/>
                <a:gd name="T2" fmla="*/ 2 w 244"/>
                <a:gd name="T3" fmla="*/ 3 h 426"/>
                <a:gd name="T4" fmla="*/ 2 w 244"/>
                <a:gd name="T5" fmla="*/ 3 h 426"/>
                <a:gd name="T6" fmla="*/ 2 w 244"/>
                <a:gd name="T7" fmla="*/ 3 h 426"/>
                <a:gd name="T8" fmla="*/ 2 w 244"/>
                <a:gd name="T9" fmla="*/ 2 h 426"/>
                <a:gd name="T10" fmla="*/ 2 w 244"/>
                <a:gd name="T11" fmla="*/ 2 h 426"/>
                <a:gd name="T12" fmla="*/ 2 w 244"/>
                <a:gd name="T13" fmla="*/ 2 h 426"/>
                <a:gd name="T14" fmla="*/ 2 w 244"/>
                <a:gd name="T15" fmla="*/ 2 h 426"/>
                <a:gd name="T16" fmla="*/ 1 w 244"/>
                <a:gd name="T17" fmla="*/ 1 h 426"/>
                <a:gd name="T18" fmla="*/ 1 w 244"/>
                <a:gd name="T19" fmla="*/ 1 h 426"/>
                <a:gd name="T20" fmla="*/ 1 w 244"/>
                <a:gd name="T21" fmla="*/ 1 h 426"/>
                <a:gd name="T22" fmla="*/ 1 w 244"/>
                <a:gd name="T23" fmla="*/ 1 h 426"/>
                <a:gd name="T24" fmla="*/ 1 w 244"/>
                <a:gd name="T25" fmla="*/ 0 h 426"/>
                <a:gd name="T26" fmla="*/ 1 w 244"/>
                <a:gd name="T27" fmla="*/ 0 h 426"/>
                <a:gd name="T28" fmla="*/ 1 w 244"/>
                <a:gd name="T29" fmla="*/ 0 h 426"/>
                <a:gd name="T30" fmla="*/ 0 w 244"/>
                <a:gd name="T31" fmla="*/ 0 h 426"/>
                <a:gd name="T32" fmla="*/ 0 w 244"/>
                <a:gd name="T33" fmla="*/ 0 h 426"/>
                <a:gd name="T34" fmla="*/ 0 w 244"/>
                <a:gd name="T35" fmla="*/ 0 h 426"/>
                <a:gd name="T36" fmla="*/ 0 w 244"/>
                <a:gd name="T37" fmla="*/ 0 h 426"/>
                <a:gd name="T38" fmla="*/ 0 w 244"/>
                <a:gd name="T39" fmla="*/ 0 h 426"/>
                <a:gd name="T40" fmla="*/ 0 w 244"/>
                <a:gd name="T41" fmla="*/ 0 h 426"/>
                <a:gd name="T42" fmla="*/ 1 w 244"/>
                <a:gd name="T43" fmla="*/ 0 h 426"/>
                <a:gd name="T44" fmla="*/ 1 w 244"/>
                <a:gd name="T45" fmla="*/ 0 h 426"/>
                <a:gd name="T46" fmla="*/ 1 w 244"/>
                <a:gd name="T47" fmla="*/ 0 h 426"/>
                <a:gd name="T48" fmla="*/ 1 w 244"/>
                <a:gd name="T49" fmla="*/ 1 h 426"/>
                <a:gd name="T50" fmla="*/ 1 w 244"/>
                <a:gd name="T51" fmla="*/ 1 h 426"/>
                <a:gd name="T52" fmla="*/ 1 w 244"/>
                <a:gd name="T53" fmla="*/ 1 h 426"/>
                <a:gd name="T54" fmla="*/ 1 w 244"/>
                <a:gd name="T55" fmla="*/ 1 h 426"/>
                <a:gd name="T56" fmla="*/ 1 w 244"/>
                <a:gd name="T57" fmla="*/ 2 h 426"/>
                <a:gd name="T58" fmla="*/ 2 w 244"/>
                <a:gd name="T59" fmla="*/ 2 h 426"/>
                <a:gd name="T60" fmla="*/ 2 w 244"/>
                <a:gd name="T61" fmla="*/ 2 h 426"/>
                <a:gd name="T62" fmla="*/ 2 w 244"/>
                <a:gd name="T63" fmla="*/ 2 h 426"/>
                <a:gd name="T64" fmla="*/ 2 w 244"/>
                <a:gd name="T65" fmla="*/ 3 h 426"/>
                <a:gd name="T66" fmla="*/ 2 w 244"/>
                <a:gd name="T67" fmla="*/ 3 h 426"/>
                <a:gd name="T68" fmla="*/ 2 w 244"/>
                <a:gd name="T69" fmla="*/ 3 h 426"/>
                <a:gd name="T70" fmla="*/ 2 w 244"/>
                <a:gd name="T71" fmla="*/ 3 h 426"/>
                <a:gd name="T72" fmla="*/ 2 w 244"/>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6"/>
                <a:gd name="T113" fmla="*/ 244 w 244"/>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6">
                  <a:moveTo>
                    <a:pt x="244" y="426"/>
                  </a:moveTo>
                  <a:lnTo>
                    <a:pt x="244" y="426"/>
                  </a:lnTo>
                  <a:lnTo>
                    <a:pt x="243" y="383"/>
                  </a:lnTo>
                  <a:lnTo>
                    <a:pt x="240" y="340"/>
                  </a:lnTo>
                  <a:lnTo>
                    <a:pt x="234" y="300"/>
                  </a:lnTo>
                  <a:lnTo>
                    <a:pt x="226" y="262"/>
                  </a:lnTo>
                  <a:lnTo>
                    <a:pt x="215" y="224"/>
                  </a:lnTo>
                  <a:lnTo>
                    <a:pt x="203" y="189"/>
                  </a:lnTo>
                  <a:lnTo>
                    <a:pt x="189" y="157"/>
                  </a:lnTo>
                  <a:lnTo>
                    <a:pt x="174" y="126"/>
                  </a:lnTo>
                  <a:lnTo>
                    <a:pt x="155" y="99"/>
                  </a:lnTo>
                  <a:lnTo>
                    <a:pt x="138" y="74"/>
                  </a:lnTo>
                  <a:lnTo>
                    <a:pt x="118" y="52"/>
                  </a:lnTo>
                  <a:lnTo>
                    <a:pt x="96" y="34"/>
                  </a:lnTo>
                  <a:lnTo>
                    <a:pt x="73" y="19"/>
                  </a:lnTo>
                  <a:lnTo>
                    <a:pt x="50" y="8"/>
                  </a:lnTo>
                  <a:lnTo>
                    <a:pt x="25" y="2"/>
                  </a:lnTo>
                  <a:lnTo>
                    <a:pt x="0" y="0"/>
                  </a:lnTo>
                  <a:lnTo>
                    <a:pt x="0" y="12"/>
                  </a:lnTo>
                  <a:lnTo>
                    <a:pt x="23" y="14"/>
                  </a:lnTo>
                  <a:lnTo>
                    <a:pt x="45" y="20"/>
                  </a:lnTo>
                  <a:lnTo>
                    <a:pt x="66" y="31"/>
                  </a:lnTo>
                  <a:lnTo>
                    <a:pt x="89" y="43"/>
                  </a:lnTo>
                  <a:lnTo>
                    <a:pt x="109" y="61"/>
                  </a:lnTo>
                  <a:lnTo>
                    <a:pt x="129" y="81"/>
                  </a:lnTo>
                  <a:lnTo>
                    <a:pt x="146" y="106"/>
                  </a:lnTo>
                  <a:lnTo>
                    <a:pt x="162" y="133"/>
                  </a:lnTo>
                  <a:lnTo>
                    <a:pt x="178" y="162"/>
                  </a:lnTo>
                  <a:lnTo>
                    <a:pt x="192" y="194"/>
                  </a:lnTo>
                  <a:lnTo>
                    <a:pt x="203" y="229"/>
                  </a:lnTo>
                  <a:lnTo>
                    <a:pt x="214" y="264"/>
                  </a:lnTo>
                  <a:lnTo>
                    <a:pt x="222" y="303"/>
                  </a:lnTo>
                  <a:lnTo>
                    <a:pt x="228" y="342"/>
                  </a:lnTo>
                  <a:lnTo>
                    <a:pt x="232" y="383"/>
                  </a:lnTo>
                  <a:lnTo>
                    <a:pt x="233" y="426"/>
                  </a:lnTo>
                  <a:lnTo>
                    <a:pt x="244"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2855" name="Freeform 53"/>
            <p:cNvSpPr>
              <a:spLocks/>
            </p:cNvSpPr>
            <p:nvPr/>
          </p:nvSpPr>
          <p:spPr bwMode="auto">
            <a:xfrm>
              <a:off x="964" y="1830"/>
              <a:ext cx="48" cy="85"/>
            </a:xfrm>
            <a:custGeom>
              <a:avLst/>
              <a:gdLst>
                <a:gd name="T0" fmla="*/ 0 w 244"/>
                <a:gd name="T1" fmla="*/ 3 h 424"/>
                <a:gd name="T2" fmla="*/ 0 w 244"/>
                <a:gd name="T3" fmla="*/ 3 h 424"/>
                <a:gd name="T4" fmla="*/ 0 w 244"/>
                <a:gd name="T5" fmla="*/ 3 h 424"/>
                <a:gd name="T6" fmla="*/ 0 w 244"/>
                <a:gd name="T7" fmla="*/ 3 h 424"/>
                <a:gd name="T8" fmla="*/ 1 w 244"/>
                <a:gd name="T9" fmla="*/ 3 h 424"/>
                <a:gd name="T10" fmla="*/ 1 w 244"/>
                <a:gd name="T11" fmla="*/ 3 h 424"/>
                <a:gd name="T12" fmla="*/ 1 w 244"/>
                <a:gd name="T13" fmla="*/ 3 h 424"/>
                <a:gd name="T14" fmla="*/ 1 w 244"/>
                <a:gd name="T15" fmla="*/ 3 h 424"/>
                <a:gd name="T16" fmla="*/ 1 w 244"/>
                <a:gd name="T17" fmla="*/ 3 h 424"/>
                <a:gd name="T18" fmla="*/ 1 w 244"/>
                <a:gd name="T19" fmla="*/ 2 h 424"/>
                <a:gd name="T20" fmla="*/ 1 w 244"/>
                <a:gd name="T21" fmla="*/ 2 h 424"/>
                <a:gd name="T22" fmla="*/ 2 w 244"/>
                <a:gd name="T23" fmla="*/ 2 h 424"/>
                <a:gd name="T24" fmla="*/ 2 w 244"/>
                <a:gd name="T25" fmla="*/ 2 h 424"/>
                <a:gd name="T26" fmla="*/ 2 w 244"/>
                <a:gd name="T27" fmla="*/ 1 h 424"/>
                <a:gd name="T28" fmla="*/ 2 w 244"/>
                <a:gd name="T29" fmla="*/ 1 h 424"/>
                <a:gd name="T30" fmla="*/ 2 w 244"/>
                <a:gd name="T31" fmla="*/ 1 h 424"/>
                <a:gd name="T32" fmla="*/ 2 w 244"/>
                <a:gd name="T33" fmla="*/ 0 h 424"/>
                <a:gd name="T34" fmla="*/ 2 w 244"/>
                <a:gd name="T35" fmla="*/ 0 h 424"/>
                <a:gd name="T36" fmla="*/ 2 w 244"/>
                <a:gd name="T37" fmla="*/ 0 h 424"/>
                <a:gd name="T38" fmla="*/ 2 w 244"/>
                <a:gd name="T39" fmla="*/ 0 h 424"/>
                <a:gd name="T40" fmla="*/ 2 w 244"/>
                <a:gd name="T41" fmla="*/ 1 h 424"/>
                <a:gd name="T42" fmla="*/ 2 w 244"/>
                <a:gd name="T43" fmla="*/ 1 h 424"/>
                <a:gd name="T44" fmla="*/ 2 w 244"/>
                <a:gd name="T45" fmla="*/ 1 h 424"/>
                <a:gd name="T46" fmla="*/ 2 w 244"/>
                <a:gd name="T47" fmla="*/ 2 h 424"/>
                <a:gd name="T48" fmla="*/ 1 w 244"/>
                <a:gd name="T49" fmla="*/ 2 h 424"/>
                <a:gd name="T50" fmla="*/ 1 w 244"/>
                <a:gd name="T51" fmla="*/ 2 h 424"/>
                <a:gd name="T52" fmla="*/ 1 w 244"/>
                <a:gd name="T53" fmla="*/ 2 h 424"/>
                <a:gd name="T54" fmla="*/ 1 w 244"/>
                <a:gd name="T55" fmla="*/ 3 h 424"/>
                <a:gd name="T56" fmla="*/ 1 w 244"/>
                <a:gd name="T57" fmla="*/ 3 h 424"/>
                <a:gd name="T58" fmla="*/ 1 w 244"/>
                <a:gd name="T59" fmla="*/ 3 h 424"/>
                <a:gd name="T60" fmla="*/ 1 w 244"/>
                <a:gd name="T61" fmla="*/ 3 h 424"/>
                <a:gd name="T62" fmla="*/ 1 w 244"/>
                <a:gd name="T63" fmla="*/ 3 h 424"/>
                <a:gd name="T64" fmla="*/ 0 w 244"/>
                <a:gd name="T65" fmla="*/ 3 h 424"/>
                <a:gd name="T66" fmla="*/ 0 w 244"/>
                <a:gd name="T67" fmla="*/ 3 h 424"/>
                <a:gd name="T68" fmla="*/ 0 w 244"/>
                <a:gd name="T69" fmla="*/ 3 h 424"/>
                <a:gd name="T70" fmla="*/ 0 w 244"/>
                <a:gd name="T71" fmla="*/ 3 h 424"/>
                <a:gd name="T72" fmla="*/ 0 w 244"/>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4"/>
                <a:gd name="T113" fmla="*/ 244 w 244"/>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4">
                  <a:moveTo>
                    <a:pt x="0" y="424"/>
                  </a:moveTo>
                  <a:lnTo>
                    <a:pt x="0" y="424"/>
                  </a:lnTo>
                  <a:lnTo>
                    <a:pt x="25" y="422"/>
                  </a:lnTo>
                  <a:lnTo>
                    <a:pt x="50" y="416"/>
                  </a:lnTo>
                  <a:lnTo>
                    <a:pt x="73" y="405"/>
                  </a:lnTo>
                  <a:lnTo>
                    <a:pt x="96" y="390"/>
                  </a:lnTo>
                  <a:lnTo>
                    <a:pt x="118" y="373"/>
                  </a:lnTo>
                  <a:lnTo>
                    <a:pt x="138" y="350"/>
                  </a:lnTo>
                  <a:lnTo>
                    <a:pt x="155" y="326"/>
                  </a:lnTo>
                  <a:lnTo>
                    <a:pt x="173" y="299"/>
                  </a:lnTo>
                  <a:lnTo>
                    <a:pt x="189" y="268"/>
                  </a:lnTo>
                  <a:lnTo>
                    <a:pt x="203" y="235"/>
                  </a:lnTo>
                  <a:lnTo>
                    <a:pt x="215" y="201"/>
                  </a:lnTo>
                  <a:lnTo>
                    <a:pt x="226" y="163"/>
                  </a:lnTo>
                  <a:lnTo>
                    <a:pt x="234" y="125"/>
                  </a:lnTo>
                  <a:lnTo>
                    <a:pt x="240" y="85"/>
                  </a:lnTo>
                  <a:lnTo>
                    <a:pt x="243" y="42"/>
                  </a:lnTo>
                  <a:lnTo>
                    <a:pt x="244" y="0"/>
                  </a:lnTo>
                  <a:lnTo>
                    <a:pt x="233" y="0"/>
                  </a:lnTo>
                  <a:lnTo>
                    <a:pt x="232" y="42"/>
                  </a:lnTo>
                  <a:lnTo>
                    <a:pt x="228" y="83"/>
                  </a:lnTo>
                  <a:lnTo>
                    <a:pt x="222" y="123"/>
                  </a:lnTo>
                  <a:lnTo>
                    <a:pt x="214" y="160"/>
                  </a:lnTo>
                  <a:lnTo>
                    <a:pt x="203" y="197"/>
                  </a:lnTo>
                  <a:lnTo>
                    <a:pt x="192" y="231"/>
                  </a:lnTo>
                  <a:lnTo>
                    <a:pt x="178" y="263"/>
                  </a:lnTo>
                  <a:lnTo>
                    <a:pt x="164" y="292"/>
                  </a:lnTo>
                  <a:lnTo>
                    <a:pt x="146" y="319"/>
                  </a:lnTo>
                  <a:lnTo>
                    <a:pt x="129" y="343"/>
                  </a:lnTo>
                  <a:lnTo>
                    <a:pt x="109" y="363"/>
                  </a:lnTo>
                  <a:lnTo>
                    <a:pt x="89" y="381"/>
                  </a:lnTo>
                  <a:lnTo>
                    <a:pt x="66" y="394"/>
                  </a:lnTo>
                  <a:lnTo>
                    <a:pt x="45" y="404"/>
                  </a:lnTo>
                  <a:lnTo>
                    <a:pt x="23" y="410"/>
                  </a:lnTo>
                  <a:lnTo>
                    <a:pt x="0" y="412"/>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2856" name="Freeform 54"/>
            <p:cNvSpPr>
              <a:spLocks/>
            </p:cNvSpPr>
            <p:nvPr/>
          </p:nvSpPr>
          <p:spPr bwMode="auto">
            <a:xfrm>
              <a:off x="915" y="1830"/>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1" y="42"/>
                  </a:lnTo>
                  <a:lnTo>
                    <a:pt x="4" y="85"/>
                  </a:lnTo>
                  <a:lnTo>
                    <a:pt x="10" y="125"/>
                  </a:lnTo>
                  <a:lnTo>
                    <a:pt x="19" y="163"/>
                  </a:lnTo>
                  <a:lnTo>
                    <a:pt x="29" y="201"/>
                  </a:lnTo>
                  <a:lnTo>
                    <a:pt x="41" y="235"/>
                  </a:lnTo>
                  <a:lnTo>
                    <a:pt x="55" y="268"/>
                  </a:lnTo>
                  <a:lnTo>
                    <a:pt x="71" y="299"/>
                  </a:lnTo>
                  <a:lnTo>
                    <a:pt x="89" y="326"/>
                  </a:lnTo>
                  <a:lnTo>
                    <a:pt x="106" y="350"/>
                  </a:lnTo>
                  <a:lnTo>
                    <a:pt x="126" y="373"/>
                  </a:lnTo>
                  <a:lnTo>
                    <a:pt x="149" y="390"/>
                  </a:lnTo>
                  <a:lnTo>
                    <a:pt x="171" y="405"/>
                  </a:lnTo>
                  <a:lnTo>
                    <a:pt x="194" y="416"/>
                  </a:lnTo>
                  <a:lnTo>
                    <a:pt x="219" y="422"/>
                  </a:lnTo>
                  <a:lnTo>
                    <a:pt x="245" y="424"/>
                  </a:lnTo>
                  <a:lnTo>
                    <a:pt x="245" y="412"/>
                  </a:lnTo>
                  <a:lnTo>
                    <a:pt x="221" y="410"/>
                  </a:lnTo>
                  <a:lnTo>
                    <a:pt x="199" y="404"/>
                  </a:lnTo>
                  <a:lnTo>
                    <a:pt x="178" y="394"/>
                  </a:lnTo>
                  <a:lnTo>
                    <a:pt x="156" y="381"/>
                  </a:lnTo>
                  <a:lnTo>
                    <a:pt x="136" y="363"/>
                  </a:lnTo>
                  <a:lnTo>
                    <a:pt x="116" y="343"/>
                  </a:lnTo>
                  <a:lnTo>
                    <a:pt x="98" y="319"/>
                  </a:lnTo>
                  <a:lnTo>
                    <a:pt x="81" y="292"/>
                  </a:lnTo>
                  <a:lnTo>
                    <a:pt x="67" y="263"/>
                  </a:lnTo>
                  <a:lnTo>
                    <a:pt x="52" y="231"/>
                  </a:lnTo>
                  <a:lnTo>
                    <a:pt x="41" y="197"/>
                  </a:lnTo>
                  <a:lnTo>
                    <a:pt x="30" y="160"/>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2857" name="Freeform 55"/>
            <p:cNvSpPr>
              <a:spLocks/>
            </p:cNvSpPr>
            <p:nvPr/>
          </p:nvSpPr>
          <p:spPr bwMode="auto">
            <a:xfrm>
              <a:off x="915" y="1745"/>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0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19" y="2"/>
                  </a:lnTo>
                  <a:lnTo>
                    <a:pt x="194" y="8"/>
                  </a:lnTo>
                  <a:lnTo>
                    <a:pt x="171" y="19"/>
                  </a:lnTo>
                  <a:lnTo>
                    <a:pt x="149" y="34"/>
                  </a:lnTo>
                  <a:lnTo>
                    <a:pt x="126" y="52"/>
                  </a:lnTo>
                  <a:lnTo>
                    <a:pt x="106" y="74"/>
                  </a:lnTo>
                  <a:lnTo>
                    <a:pt x="89" y="99"/>
                  </a:lnTo>
                  <a:lnTo>
                    <a:pt x="70" y="126"/>
                  </a:lnTo>
                  <a:lnTo>
                    <a:pt x="55" y="157"/>
                  </a:lnTo>
                  <a:lnTo>
                    <a:pt x="41" y="189"/>
                  </a:lnTo>
                  <a:lnTo>
                    <a:pt x="29" y="224"/>
                  </a:lnTo>
                  <a:lnTo>
                    <a:pt x="19" y="262"/>
                  </a:lnTo>
                  <a:lnTo>
                    <a:pt x="10" y="300"/>
                  </a:lnTo>
                  <a:lnTo>
                    <a:pt x="4" y="340"/>
                  </a:lnTo>
                  <a:lnTo>
                    <a:pt x="1" y="383"/>
                  </a:lnTo>
                  <a:lnTo>
                    <a:pt x="0" y="426"/>
                  </a:lnTo>
                  <a:lnTo>
                    <a:pt x="11" y="426"/>
                  </a:lnTo>
                  <a:lnTo>
                    <a:pt x="13" y="383"/>
                  </a:lnTo>
                  <a:lnTo>
                    <a:pt x="16" y="342"/>
                  </a:lnTo>
                  <a:lnTo>
                    <a:pt x="22" y="303"/>
                  </a:lnTo>
                  <a:lnTo>
                    <a:pt x="30" y="264"/>
                  </a:lnTo>
                  <a:lnTo>
                    <a:pt x="41" y="229"/>
                  </a:lnTo>
                  <a:lnTo>
                    <a:pt x="52" y="194"/>
                  </a:lnTo>
                  <a:lnTo>
                    <a:pt x="67" y="162"/>
                  </a:lnTo>
                  <a:lnTo>
                    <a:pt x="82" y="133"/>
                  </a:lnTo>
                  <a:lnTo>
                    <a:pt x="98" y="106"/>
                  </a:lnTo>
                  <a:lnTo>
                    <a:pt x="116" y="81"/>
                  </a:lnTo>
                  <a:lnTo>
                    <a:pt x="136" y="61"/>
                  </a:lnTo>
                  <a:lnTo>
                    <a:pt x="156" y="43"/>
                  </a:lnTo>
                  <a:lnTo>
                    <a:pt x="178" y="31"/>
                  </a:lnTo>
                  <a:lnTo>
                    <a:pt x="199" y="20"/>
                  </a:lnTo>
                  <a:lnTo>
                    <a:pt x="221"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2858" name="Freeform 56"/>
            <p:cNvSpPr>
              <a:spLocks/>
            </p:cNvSpPr>
            <p:nvPr/>
          </p:nvSpPr>
          <p:spPr bwMode="auto">
            <a:xfrm>
              <a:off x="1140" y="2087"/>
              <a:ext cx="49" cy="85"/>
            </a:xfrm>
            <a:custGeom>
              <a:avLst/>
              <a:gdLst>
                <a:gd name="T0" fmla="*/ 2 w 246"/>
                <a:gd name="T1" fmla="*/ 3 h 424"/>
                <a:gd name="T2" fmla="*/ 2 w 246"/>
                <a:gd name="T3" fmla="*/ 3 h 424"/>
                <a:gd name="T4" fmla="*/ 2 w 246"/>
                <a:gd name="T5" fmla="*/ 3 h 424"/>
                <a:gd name="T6" fmla="*/ 2 w 246"/>
                <a:gd name="T7" fmla="*/ 3 h 424"/>
                <a:gd name="T8" fmla="*/ 2 w 246"/>
                <a:gd name="T9" fmla="*/ 2 h 424"/>
                <a:gd name="T10" fmla="*/ 2 w 246"/>
                <a:gd name="T11" fmla="*/ 2 h 424"/>
                <a:gd name="T12" fmla="*/ 2 w 246"/>
                <a:gd name="T13" fmla="*/ 2 h 424"/>
                <a:gd name="T14" fmla="*/ 2 w 246"/>
                <a:gd name="T15" fmla="*/ 2 h 424"/>
                <a:gd name="T16" fmla="*/ 2 w 246"/>
                <a:gd name="T17" fmla="*/ 1 h 424"/>
                <a:gd name="T18" fmla="*/ 1 w 246"/>
                <a:gd name="T19" fmla="*/ 1 h 424"/>
                <a:gd name="T20" fmla="*/ 1 w 246"/>
                <a:gd name="T21" fmla="*/ 1 h 424"/>
                <a:gd name="T22" fmla="*/ 1 w 246"/>
                <a:gd name="T23" fmla="*/ 1 h 424"/>
                <a:gd name="T24" fmla="*/ 1 w 246"/>
                <a:gd name="T25" fmla="*/ 0 h 424"/>
                <a:gd name="T26" fmla="*/ 1 w 246"/>
                <a:gd name="T27" fmla="*/ 0 h 424"/>
                <a:gd name="T28" fmla="*/ 1 w 246"/>
                <a:gd name="T29" fmla="*/ 0 h 424"/>
                <a:gd name="T30" fmla="*/ 0 w 246"/>
                <a:gd name="T31" fmla="*/ 0 h 424"/>
                <a:gd name="T32" fmla="*/ 0 w 246"/>
                <a:gd name="T33" fmla="*/ 0 h 424"/>
                <a:gd name="T34" fmla="*/ 0 w 246"/>
                <a:gd name="T35" fmla="*/ 0 h 424"/>
                <a:gd name="T36" fmla="*/ 0 w 246"/>
                <a:gd name="T37" fmla="*/ 0 h 424"/>
                <a:gd name="T38" fmla="*/ 0 w 246"/>
                <a:gd name="T39" fmla="*/ 0 h 424"/>
                <a:gd name="T40" fmla="*/ 0 w 246"/>
                <a:gd name="T41" fmla="*/ 0 h 424"/>
                <a:gd name="T42" fmla="*/ 1 w 246"/>
                <a:gd name="T43" fmla="*/ 0 h 424"/>
                <a:gd name="T44" fmla="*/ 1 w 246"/>
                <a:gd name="T45" fmla="*/ 0 h 424"/>
                <a:gd name="T46" fmla="*/ 1 w 246"/>
                <a:gd name="T47" fmla="*/ 0 h 424"/>
                <a:gd name="T48" fmla="*/ 1 w 246"/>
                <a:gd name="T49" fmla="*/ 1 h 424"/>
                <a:gd name="T50" fmla="*/ 1 w 246"/>
                <a:gd name="T51" fmla="*/ 1 h 424"/>
                <a:gd name="T52" fmla="*/ 1 w 246"/>
                <a:gd name="T53" fmla="*/ 1 h 424"/>
                <a:gd name="T54" fmla="*/ 1 w 246"/>
                <a:gd name="T55" fmla="*/ 1 h 424"/>
                <a:gd name="T56" fmla="*/ 2 w 246"/>
                <a:gd name="T57" fmla="*/ 2 h 424"/>
                <a:gd name="T58" fmla="*/ 2 w 246"/>
                <a:gd name="T59" fmla="*/ 2 h 424"/>
                <a:gd name="T60" fmla="*/ 2 w 246"/>
                <a:gd name="T61" fmla="*/ 2 h 424"/>
                <a:gd name="T62" fmla="*/ 2 w 246"/>
                <a:gd name="T63" fmla="*/ 2 h 424"/>
                <a:gd name="T64" fmla="*/ 2 w 246"/>
                <a:gd name="T65" fmla="*/ 3 h 424"/>
                <a:gd name="T66" fmla="*/ 2 w 246"/>
                <a:gd name="T67" fmla="*/ 3 h 424"/>
                <a:gd name="T68" fmla="*/ 2 w 246"/>
                <a:gd name="T69" fmla="*/ 3 h 424"/>
                <a:gd name="T70" fmla="*/ 2 w 246"/>
                <a:gd name="T71" fmla="*/ 3 h 424"/>
                <a:gd name="T72" fmla="*/ 2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424"/>
                  </a:moveTo>
                  <a:lnTo>
                    <a:pt x="246" y="424"/>
                  </a:lnTo>
                  <a:lnTo>
                    <a:pt x="244" y="382"/>
                  </a:lnTo>
                  <a:lnTo>
                    <a:pt x="241" y="338"/>
                  </a:lnTo>
                  <a:lnTo>
                    <a:pt x="235" y="298"/>
                  </a:lnTo>
                  <a:lnTo>
                    <a:pt x="227" y="261"/>
                  </a:lnTo>
                  <a:lnTo>
                    <a:pt x="216" y="222"/>
                  </a:lnTo>
                  <a:lnTo>
                    <a:pt x="205" y="188"/>
                  </a:lnTo>
                  <a:lnTo>
                    <a:pt x="190" y="155"/>
                  </a:lnTo>
                  <a:lnTo>
                    <a:pt x="174" y="125"/>
                  </a:lnTo>
                  <a:lnTo>
                    <a:pt x="157" y="98"/>
                  </a:lnTo>
                  <a:lnTo>
                    <a:pt x="138" y="73"/>
                  </a:lnTo>
                  <a:lnTo>
                    <a:pt x="118" y="51"/>
                  </a:lnTo>
                  <a:lnTo>
                    <a:pt x="96" y="34"/>
                  </a:lnTo>
                  <a:lnTo>
                    <a:pt x="74" y="18"/>
                  </a:lnTo>
                  <a:lnTo>
                    <a:pt x="50" y="8"/>
                  </a:lnTo>
                  <a:lnTo>
                    <a:pt x="25" y="2"/>
                  </a:lnTo>
                  <a:lnTo>
                    <a:pt x="0" y="0"/>
                  </a:lnTo>
                  <a:lnTo>
                    <a:pt x="0" y="11"/>
                  </a:lnTo>
                  <a:lnTo>
                    <a:pt x="23" y="14"/>
                  </a:lnTo>
                  <a:lnTo>
                    <a:pt x="45" y="19"/>
                  </a:lnTo>
                  <a:lnTo>
                    <a:pt x="67" y="30"/>
                  </a:lnTo>
                  <a:lnTo>
                    <a:pt x="89" y="43"/>
                  </a:lnTo>
                  <a:lnTo>
                    <a:pt x="108" y="60"/>
                  </a:lnTo>
                  <a:lnTo>
                    <a:pt x="128" y="80"/>
                  </a:lnTo>
                  <a:lnTo>
                    <a:pt x="147" y="105"/>
                  </a:lnTo>
                  <a:lnTo>
                    <a:pt x="165" y="132"/>
                  </a:lnTo>
                  <a:lnTo>
                    <a:pt x="179" y="160"/>
                  </a:lnTo>
                  <a:lnTo>
                    <a:pt x="193" y="193"/>
                  </a:lnTo>
                  <a:lnTo>
                    <a:pt x="205" y="227"/>
                  </a:lnTo>
                  <a:lnTo>
                    <a:pt x="215" y="263"/>
                  </a:lnTo>
                  <a:lnTo>
                    <a:pt x="223" y="301"/>
                  </a:lnTo>
                  <a:lnTo>
                    <a:pt x="229" y="341"/>
                  </a:lnTo>
                  <a:lnTo>
                    <a:pt x="233" y="382"/>
                  </a:lnTo>
                  <a:lnTo>
                    <a:pt x="234" y="424"/>
                  </a:lnTo>
                  <a:lnTo>
                    <a:pt x="246"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2859" name="Freeform 57"/>
            <p:cNvSpPr>
              <a:spLocks/>
            </p:cNvSpPr>
            <p:nvPr/>
          </p:nvSpPr>
          <p:spPr bwMode="auto">
            <a:xfrm>
              <a:off x="1140" y="2172"/>
              <a:ext cx="49" cy="85"/>
            </a:xfrm>
            <a:custGeom>
              <a:avLst/>
              <a:gdLst>
                <a:gd name="T0" fmla="*/ 0 w 246"/>
                <a:gd name="T1" fmla="*/ 3 h 426"/>
                <a:gd name="T2" fmla="*/ 0 w 246"/>
                <a:gd name="T3" fmla="*/ 3 h 426"/>
                <a:gd name="T4" fmla="*/ 0 w 246"/>
                <a:gd name="T5" fmla="*/ 3 h 426"/>
                <a:gd name="T6" fmla="*/ 0 w 246"/>
                <a:gd name="T7" fmla="*/ 3 h 426"/>
                <a:gd name="T8" fmla="*/ 1 w 246"/>
                <a:gd name="T9" fmla="*/ 3 h 426"/>
                <a:gd name="T10" fmla="*/ 1 w 246"/>
                <a:gd name="T11" fmla="*/ 3 h 426"/>
                <a:gd name="T12" fmla="*/ 1 w 246"/>
                <a:gd name="T13" fmla="*/ 3 h 426"/>
                <a:gd name="T14" fmla="*/ 1 w 246"/>
                <a:gd name="T15" fmla="*/ 3 h 426"/>
                <a:gd name="T16" fmla="*/ 1 w 246"/>
                <a:gd name="T17" fmla="*/ 3 h 426"/>
                <a:gd name="T18" fmla="*/ 1 w 246"/>
                <a:gd name="T19" fmla="*/ 2 h 426"/>
                <a:gd name="T20" fmla="*/ 2 w 246"/>
                <a:gd name="T21" fmla="*/ 2 h 426"/>
                <a:gd name="T22" fmla="*/ 2 w 246"/>
                <a:gd name="T23" fmla="*/ 2 h 426"/>
                <a:gd name="T24" fmla="*/ 2 w 246"/>
                <a:gd name="T25" fmla="*/ 2 h 426"/>
                <a:gd name="T26" fmla="*/ 2 w 246"/>
                <a:gd name="T27" fmla="*/ 1 h 426"/>
                <a:gd name="T28" fmla="*/ 2 w 246"/>
                <a:gd name="T29" fmla="*/ 1 h 426"/>
                <a:gd name="T30" fmla="*/ 2 w 246"/>
                <a:gd name="T31" fmla="*/ 1 h 426"/>
                <a:gd name="T32" fmla="*/ 2 w 246"/>
                <a:gd name="T33" fmla="*/ 0 h 426"/>
                <a:gd name="T34" fmla="*/ 2 w 246"/>
                <a:gd name="T35" fmla="*/ 0 h 426"/>
                <a:gd name="T36" fmla="*/ 2 w 246"/>
                <a:gd name="T37" fmla="*/ 0 h 426"/>
                <a:gd name="T38" fmla="*/ 2 w 246"/>
                <a:gd name="T39" fmla="*/ 0 h 426"/>
                <a:gd name="T40" fmla="*/ 2 w 246"/>
                <a:gd name="T41" fmla="*/ 1 h 426"/>
                <a:gd name="T42" fmla="*/ 2 w 246"/>
                <a:gd name="T43" fmla="*/ 1 h 426"/>
                <a:gd name="T44" fmla="*/ 2 w 246"/>
                <a:gd name="T45" fmla="*/ 1 h 426"/>
                <a:gd name="T46" fmla="*/ 2 w 246"/>
                <a:gd name="T47" fmla="*/ 2 h 426"/>
                <a:gd name="T48" fmla="*/ 2 w 246"/>
                <a:gd name="T49" fmla="*/ 2 h 426"/>
                <a:gd name="T50" fmla="*/ 1 w 246"/>
                <a:gd name="T51" fmla="*/ 2 h 426"/>
                <a:gd name="T52" fmla="*/ 1 w 246"/>
                <a:gd name="T53" fmla="*/ 2 h 426"/>
                <a:gd name="T54" fmla="*/ 1 w 246"/>
                <a:gd name="T55" fmla="*/ 3 h 426"/>
                <a:gd name="T56" fmla="*/ 1 w 246"/>
                <a:gd name="T57" fmla="*/ 3 h 426"/>
                <a:gd name="T58" fmla="*/ 1 w 246"/>
                <a:gd name="T59" fmla="*/ 3 h 426"/>
                <a:gd name="T60" fmla="*/ 1 w 246"/>
                <a:gd name="T61" fmla="*/ 3 h 426"/>
                <a:gd name="T62" fmla="*/ 1 w 246"/>
                <a:gd name="T63" fmla="*/ 3 h 426"/>
                <a:gd name="T64" fmla="*/ 0 w 246"/>
                <a:gd name="T65" fmla="*/ 3 h 426"/>
                <a:gd name="T66" fmla="*/ 0 w 246"/>
                <a:gd name="T67" fmla="*/ 3 h 426"/>
                <a:gd name="T68" fmla="*/ 0 w 246"/>
                <a:gd name="T69" fmla="*/ 3 h 426"/>
                <a:gd name="T70" fmla="*/ 0 w 246"/>
                <a:gd name="T71" fmla="*/ 3 h 426"/>
                <a:gd name="T72" fmla="*/ 0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426"/>
                  </a:moveTo>
                  <a:lnTo>
                    <a:pt x="0" y="426"/>
                  </a:lnTo>
                  <a:lnTo>
                    <a:pt x="25" y="423"/>
                  </a:lnTo>
                  <a:lnTo>
                    <a:pt x="50" y="417"/>
                  </a:lnTo>
                  <a:lnTo>
                    <a:pt x="74" y="407"/>
                  </a:lnTo>
                  <a:lnTo>
                    <a:pt x="96" y="392"/>
                  </a:lnTo>
                  <a:lnTo>
                    <a:pt x="118" y="373"/>
                  </a:lnTo>
                  <a:lnTo>
                    <a:pt x="138" y="350"/>
                  </a:lnTo>
                  <a:lnTo>
                    <a:pt x="157" y="327"/>
                  </a:lnTo>
                  <a:lnTo>
                    <a:pt x="175" y="299"/>
                  </a:lnTo>
                  <a:lnTo>
                    <a:pt x="190" y="268"/>
                  </a:lnTo>
                  <a:lnTo>
                    <a:pt x="205" y="236"/>
                  </a:lnTo>
                  <a:lnTo>
                    <a:pt x="216" y="202"/>
                  </a:lnTo>
                  <a:lnTo>
                    <a:pt x="227" y="164"/>
                  </a:lnTo>
                  <a:lnTo>
                    <a:pt x="235" y="125"/>
                  </a:lnTo>
                  <a:lnTo>
                    <a:pt x="241" y="86"/>
                  </a:lnTo>
                  <a:lnTo>
                    <a:pt x="244" y="42"/>
                  </a:lnTo>
                  <a:lnTo>
                    <a:pt x="246" y="0"/>
                  </a:lnTo>
                  <a:lnTo>
                    <a:pt x="234" y="0"/>
                  </a:lnTo>
                  <a:lnTo>
                    <a:pt x="233" y="42"/>
                  </a:lnTo>
                  <a:lnTo>
                    <a:pt x="229" y="83"/>
                  </a:lnTo>
                  <a:lnTo>
                    <a:pt x="223" y="123"/>
                  </a:lnTo>
                  <a:lnTo>
                    <a:pt x="215" y="162"/>
                  </a:lnTo>
                  <a:lnTo>
                    <a:pt x="205" y="197"/>
                  </a:lnTo>
                  <a:lnTo>
                    <a:pt x="193" y="231"/>
                  </a:lnTo>
                  <a:lnTo>
                    <a:pt x="179" y="264"/>
                  </a:lnTo>
                  <a:lnTo>
                    <a:pt x="164" y="292"/>
                  </a:lnTo>
                  <a:lnTo>
                    <a:pt x="147" y="320"/>
                  </a:lnTo>
                  <a:lnTo>
                    <a:pt x="128" y="343"/>
                  </a:lnTo>
                  <a:lnTo>
                    <a:pt x="108" y="363"/>
                  </a:lnTo>
                  <a:lnTo>
                    <a:pt x="89" y="382"/>
                  </a:lnTo>
                  <a:lnTo>
                    <a:pt x="67" y="395"/>
                  </a:lnTo>
                  <a:lnTo>
                    <a:pt x="45" y="406"/>
                  </a:lnTo>
                  <a:lnTo>
                    <a:pt x="23" y="411"/>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2860" name="Freeform 58"/>
            <p:cNvSpPr>
              <a:spLocks/>
            </p:cNvSpPr>
            <p:nvPr/>
          </p:nvSpPr>
          <p:spPr bwMode="auto">
            <a:xfrm>
              <a:off x="1091" y="2172"/>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4" y="86"/>
                  </a:lnTo>
                  <a:lnTo>
                    <a:pt x="10" y="125"/>
                  </a:lnTo>
                  <a:lnTo>
                    <a:pt x="18" y="164"/>
                  </a:lnTo>
                  <a:lnTo>
                    <a:pt x="29" y="202"/>
                  </a:lnTo>
                  <a:lnTo>
                    <a:pt x="41" y="236"/>
                  </a:lnTo>
                  <a:lnTo>
                    <a:pt x="55" y="268"/>
                  </a:lnTo>
                  <a:lnTo>
                    <a:pt x="70" y="299"/>
                  </a:lnTo>
                  <a:lnTo>
                    <a:pt x="89" y="327"/>
                  </a:lnTo>
                  <a:lnTo>
                    <a:pt x="106" y="350"/>
                  </a:lnTo>
                  <a:lnTo>
                    <a:pt x="126" y="373"/>
                  </a:lnTo>
                  <a:lnTo>
                    <a:pt x="148" y="392"/>
                  </a:lnTo>
                  <a:lnTo>
                    <a:pt x="171" y="407"/>
                  </a:lnTo>
                  <a:lnTo>
                    <a:pt x="194" y="417"/>
                  </a:lnTo>
                  <a:lnTo>
                    <a:pt x="219" y="423"/>
                  </a:lnTo>
                  <a:lnTo>
                    <a:pt x="245" y="426"/>
                  </a:lnTo>
                  <a:lnTo>
                    <a:pt x="245" y="414"/>
                  </a:lnTo>
                  <a:lnTo>
                    <a:pt x="221" y="411"/>
                  </a:lnTo>
                  <a:lnTo>
                    <a:pt x="199" y="406"/>
                  </a:lnTo>
                  <a:lnTo>
                    <a:pt x="178" y="395"/>
                  </a:lnTo>
                  <a:lnTo>
                    <a:pt x="155" y="382"/>
                  </a:lnTo>
                  <a:lnTo>
                    <a:pt x="136" y="363"/>
                  </a:lnTo>
                  <a:lnTo>
                    <a:pt x="116" y="343"/>
                  </a:lnTo>
                  <a:lnTo>
                    <a:pt x="98" y="320"/>
                  </a:lnTo>
                  <a:lnTo>
                    <a:pt x="82" y="292"/>
                  </a:lnTo>
                  <a:lnTo>
                    <a:pt x="66" y="264"/>
                  </a:lnTo>
                  <a:lnTo>
                    <a:pt x="52" y="231"/>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2861" name="Freeform 59"/>
            <p:cNvSpPr>
              <a:spLocks/>
            </p:cNvSpPr>
            <p:nvPr/>
          </p:nvSpPr>
          <p:spPr bwMode="auto">
            <a:xfrm>
              <a:off x="1091" y="2087"/>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4" y="8"/>
                  </a:lnTo>
                  <a:lnTo>
                    <a:pt x="171" y="18"/>
                  </a:lnTo>
                  <a:lnTo>
                    <a:pt x="148" y="34"/>
                  </a:lnTo>
                  <a:lnTo>
                    <a:pt x="126" y="51"/>
                  </a:lnTo>
                  <a:lnTo>
                    <a:pt x="106" y="73"/>
                  </a:lnTo>
                  <a:lnTo>
                    <a:pt x="89" y="98"/>
                  </a:lnTo>
                  <a:lnTo>
                    <a:pt x="71" y="125"/>
                  </a:lnTo>
                  <a:lnTo>
                    <a:pt x="55" y="155"/>
                  </a:lnTo>
                  <a:lnTo>
                    <a:pt x="41" y="188"/>
                  </a:lnTo>
                  <a:lnTo>
                    <a:pt x="29" y="222"/>
                  </a:lnTo>
                  <a:lnTo>
                    <a:pt x="18" y="261"/>
                  </a:lnTo>
                  <a:lnTo>
                    <a:pt x="10" y="298"/>
                  </a:lnTo>
                  <a:lnTo>
                    <a:pt x="4" y="338"/>
                  </a:lnTo>
                  <a:lnTo>
                    <a:pt x="1" y="382"/>
                  </a:lnTo>
                  <a:lnTo>
                    <a:pt x="0" y="424"/>
                  </a:lnTo>
                  <a:lnTo>
                    <a:pt x="11" y="424"/>
                  </a:lnTo>
                  <a:lnTo>
                    <a:pt x="13" y="382"/>
                  </a:lnTo>
                  <a:lnTo>
                    <a:pt x="16" y="341"/>
                  </a:lnTo>
                  <a:lnTo>
                    <a:pt x="22" y="301"/>
                  </a:lnTo>
                  <a:lnTo>
                    <a:pt x="30" y="263"/>
                  </a:lnTo>
                  <a:lnTo>
                    <a:pt x="41" y="227"/>
                  </a:lnTo>
                  <a:lnTo>
                    <a:pt x="52" y="193"/>
                  </a:lnTo>
                  <a:lnTo>
                    <a:pt x="66" y="160"/>
                  </a:lnTo>
                  <a:lnTo>
                    <a:pt x="80" y="132"/>
                  </a:lnTo>
                  <a:lnTo>
                    <a:pt x="98" y="105"/>
                  </a:lnTo>
                  <a:lnTo>
                    <a:pt x="116" y="80"/>
                  </a:lnTo>
                  <a:lnTo>
                    <a:pt x="136" y="60"/>
                  </a:lnTo>
                  <a:lnTo>
                    <a:pt x="155" y="43"/>
                  </a:lnTo>
                  <a:lnTo>
                    <a:pt x="178" y="30"/>
                  </a:lnTo>
                  <a:lnTo>
                    <a:pt x="199" y="19"/>
                  </a:lnTo>
                  <a:lnTo>
                    <a:pt x="221" y="14"/>
                  </a:lnTo>
                  <a:lnTo>
                    <a:pt x="245" y="11"/>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2862" name="Freeform 60"/>
            <p:cNvSpPr>
              <a:spLocks/>
            </p:cNvSpPr>
            <p:nvPr/>
          </p:nvSpPr>
          <p:spPr bwMode="auto">
            <a:xfrm>
              <a:off x="1392" y="2118"/>
              <a:ext cx="49" cy="85"/>
            </a:xfrm>
            <a:custGeom>
              <a:avLst/>
              <a:gdLst>
                <a:gd name="T0" fmla="*/ 2 w 246"/>
                <a:gd name="T1" fmla="*/ 3 h 426"/>
                <a:gd name="T2" fmla="*/ 2 w 246"/>
                <a:gd name="T3" fmla="*/ 3 h 426"/>
                <a:gd name="T4" fmla="*/ 2 w 246"/>
                <a:gd name="T5" fmla="*/ 3 h 426"/>
                <a:gd name="T6" fmla="*/ 2 w 246"/>
                <a:gd name="T7" fmla="*/ 3 h 426"/>
                <a:gd name="T8" fmla="*/ 2 w 246"/>
                <a:gd name="T9" fmla="*/ 2 h 426"/>
                <a:gd name="T10" fmla="*/ 2 w 246"/>
                <a:gd name="T11" fmla="*/ 2 h 426"/>
                <a:gd name="T12" fmla="*/ 2 w 246"/>
                <a:gd name="T13" fmla="*/ 2 h 426"/>
                <a:gd name="T14" fmla="*/ 2 w 246"/>
                <a:gd name="T15" fmla="*/ 2 h 426"/>
                <a:gd name="T16" fmla="*/ 2 w 246"/>
                <a:gd name="T17" fmla="*/ 1 h 426"/>
                <a:gd name="T18" fmla="*/ 1 w 246"/>
                <a:gd name="T19" fmla="*/ 1 h 426"/>
                <a:gd name="T20" fmla="*/ 1 w 246"/>
                <a:gd name="T21" fmla="*/ 1 h 426"/>
                <a:gd name="T22" fmla="*/ 1 w 246"/>
                <a:gd name="T23" fmla="*/ 1 h 426"/>
                <a:gd name="T24" fmla="*/ 1 w 246"/>
                <a:gd name="T25" fmla="*/ 0 h 426"/>
                <a:gd name="T26" fmla="*/ 1 w 246"/>
                <a:gd name="T27" fmla="*/ 0 h 426"/>
                <a:gd name="T28" fmla="*/ 1 w 246"/>
                <a:gd name="T29" fmla="*/ 0 h 426"/>
                <a:gd name="T30" fmla="*/ 0 w 246"/>
                <a:gd name="T31" fmla="*/ 0 h 426"/>
                <a:gd name="T32" fmla="*/ 0 w 246"/>
                <a:gd name="T33" fmla="*/ 0 h 426"/>
                <a:gd name="T34" fmla="*/ 0 w 246"/>
                <a:gd name="T35" fmla="*/ 0 h 426"/>
                <a:gd name="T36" fmla="*/ 0 w 246"/>
                <a:gd name="T37" fmla="*/ 0 h 426"/>
                <a:gd name="T38" fmla="*/ 0 w 246"/>
                <a:gd name="T39" fmla="*/ 0 h 426"/>
                <a:gd name="T40" fmla="*/ 0 w 246"/>
                <a:gd name="T41" fmla="*/ 0 h 426"/>
                <a:gd name="T42" fmla="*/ 1 w 246"/>
                <a:gd name="T43" fmla="*/ 0 h 426"/>
                <a:gd name="T44" fmla="*/ 1 w 246"/>
                <a:gd name="T45" fmla="*/ 0 h 426"/>
                <a:gd name="T46" fmla="*/ 1 w 246"/>
                <a:gd name="T47" fmla="*/ 1 h 426"/>
                <a:gd name="T48" fmla="*/ 1 w 246"/>
                <a:gd name="T49" fmla="*/ 1 h 426"/>
                <a:gd name="T50" fmla="*/ 1 w 246"/>
                <a:gd name="T51" fmla="*/ 1 h 426"/>
                <a:gd name="T52" fmla="*/ 1 w 246"/>
                <a:gd name="T53" fmla="*/ 1 h 426"/>
                <a:gd name="T54" fmla="*/ 1 w 246"/>
                <a:gd name="T55" fmla="*/ 1 h 426"/>
                <a:gd name="T56" fmla="*/ 2 w 246"/>
                <a:gd name="T57" fmla="*/ 2 h 426"/>
                <a:gd name="T58" fmla="*/ 2 w 246"/>
                <a:gd name="T59" fmla="*/ 2 h 426"/>
                <a:gd name="T60" fmla="*/ 2 w 246"/>
                <a:gd name="T61" fmla="*/ 2 h 426"/>
                <a:gd name="T62" fmla="*/ 2 w 246"/>
                <a:gd name="T63" fmla="*/ 2 h 426"/>
                <a:gd name="T64" fmla="*/ 2 w 246"/>
                <a:gd name="T65" fmla="*/ 3 h 426"/>
                <a:gd name="T66" fmla="*/ 2 w 246"/>
                <a:gd name="T67" fmla="*/ 3 h 426"/>
                <a:gd name="T68" fmla="*/ 2 w 246"/>
                <a:gd name="T69" fmla="*/ 3 h 426"/>
                <a:gd name="T70" fmla="*/ 2 w 246"/>
                <a:gd name="T71" fmla="*/ 3 h 426"/>
                <a:gd name="T72" fmla="*/ 2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246" y="426"/>
                  </a:moveTo>
                  <a:lnTo>
                    <a:pt x="246" y="426"/>
                  </a:lnTo>
                  <a:lnTo>
                    <a:pt x="245" y="384"/>
                  </a:lnTo>
                  <a:lnTo>
                    <a:pt x="242" y="340"/>
                  </a:lnTo>
                  <a:lnTo>
                    <a:pt x="236" y="301"/>
                  </a:lnTo>
                  <a:lnTo>
                    <a:pt x="228" y="262"/>
                  </a:lnTo>
                  <a:lnTo>
                    <a:pt x="217" y="224"/>
                  </a:lnTo>
                  <a:lnTo>
                    <a:pt x="205" y="190"/>
                  </a:lnTo>
                  <a:lnTo>
                    <a:pt x="191" y="158"/>
                  </a:lnTo>
                  <a:lnTo>
                    <a:pt x="176" y="126"/>
                  </a:lnTo>
                  <a:lnTo>
                    <a:pt x="157" y="99"/>
                  </a:lnTo>
                  <a:lnTo>
                    <a:pt x="139" y="75"/>
                  </a:lnTo>
                  <a:lnTo>
                    <a:pt x="119" y="53"/>
                  </a:lnTo>
                  <a:lnTo>
                    <a:pt x="96" y="34"/>
                  </a:lnTo>
                  <a:lnTo>
                    <a:pt x="75" y="19"/>
                  </a:lnTo>
                  <a:lnTo>
                    <a:pt x="51" y="9"/>
                  </a:lnTo>
                  <a:lnTo>
                    <a:pt x="26" y="3"/>
                  </a:lnTo>
                  <a:lnTo>
                    <a:pt x="0" y="0"/>
                  </a:lnTo>
                  <a:lnTo>
                    <a:pt x="0" y="12"/>
                  </a:lnTo>
                  <a:lnTo>
                    <a:pt x="24" y="15"/>
                  </a:lnTo>
                  <a:lnTo>
                    <a:pt x="46" y="20"/>
                  </a:lnTo>
                  <a:lnTo>
                    <a:pt x="68" y="31"/>
                  </a:lnTo>
                  <a:lnTo>
                    <a:pt x="89" y="44"/>
                  </a:lnTo>
                  <a:lnTo>
                    <a:pt x="109" y="63"/>
                  </a:lnTo>
                  <a:lnTo>
                    <a:pt x="129" y="83"/>
                  </a:lnTo>
                  <a:lnTo>
                    <a:pt x="148" y="106"/>
                  </a:lnTo>
                  <a:lnTo>
                    <a:pt x="164" y="133"/>
                  </a:lnTo>
                  <a:lnTo>
                    <a:pt x="180" y="162"/>
                  </a:lnTo>
                  <a:lnTo>
                    <a:pt x="194" y="195"/>
                  </a:lnTo>
                  <a:lnTo>
                    <a:pt x="205" y="229"/>
                  </a:lnTo>
                  <a:lnTo>
                    <a:pt x="216" y="264"/>
                  </a:lnTo>
                  <a:lnTo>
                    <a:pt x="224" y="303"/>
                  </a:lnTo>
                  <a:lnTo>
                    <a:pt x="230" y="343"/>
                  </a:lnTo>
                  <a:lnTo>
                    <a:pt x="233" y="384"/>
                  </a:lnTo>
                  <a:lnTo>
                    <a:pt x="235" y="426"/>
                  </a:lnTo>
                  <a:lnTo>
                    <a:pt x="246"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2863" name="Freeform 61"/>
            <p:cNvSpPr>
              <a:spLocks/>
            </p:cNvSpPr>
            <p:nvPr/>
          </p:nvSpPr>
          <p:spPr bwMode="auto">
            <a:xfrm>
              <a:off x="1392" y="2203"/>
              <a:ext cx="49" cy="85"/>
            </a:xfrm>
            <a:custGeom>
              <a:avLst/>
              <a:gdLst>
                <a:gd name="T0" fmla="*/ 0 w 246"/>
                <a:gd name="T1" fmla="*/ 3 h 424"/>
                <a:gd name="T2" fmla="*/ 0 w 246"/>
                <a:gd name="T3" fmla="*/ 3 h 424"/>
                <a:gd name="T4" fmla="*/ 0 w 246"/>
                <a:gd name="T5" fmla="*/ 3 h 424"/>
                <a:gd name="T6" fmla="*/ 0 w 246"/>
                <a:gd name="T7" fmla="*/ 3 h 424"/>
                <a:gd name="T8" fmla="*/ 1 w 246"/>
                <a:gd name="T9" fmla="*/ 3 h 424"/>
                <a:gd name="T10" fmla="*/ 1 w 246"/>
                <a:gd name="T11" fmla="*/ 3 h 424"/>
                <a:gd name="T12" fmla="*/ 1 w 246"/>
                <a:gd name="T13" fmla="*/ 3 h 424"/>
                <a:gd name="T14" fmla="*/ 1 w 246"/>
                <a:gd name="T15" fmla="*/ 3 h 424"/>
                <a:gd name="T16" fmla="*/ 1 w 246"/>
                <a:gd name="T17" fmla="*/ 3 h 424"/>
                <a:gd name="T18" fmla="*/ 1 w 246"/>
                <a:gd name="T19" fmla="*/ 2 h 424"/>
                <a:gd name="T20" fmla="*/ 2 w 246"/>
                <a:gd name="T21" fmla="*/ 2 h 424"/>
                <a:gd name="T22" fmla="*/ 2 w 246"/>
                <a:gd name="T23" fmla="*/ 2 h 424"/>
                <a:gd name="T24" fmla="*/ 2 w 246"/>
                <a:gd name="T25" fmla="*/ 2 h 424"/>
                <a:gd name="T26" fmla="*/ 2 w 246"/>
                <a:gd name="T27" fmla="*/ 1 h 424"/>
                <a:gd name="T28" fmla="*/ 2 w 246"/>
                <a:gd name="T29" fmla="*/ 1 h 424"/>
                <a:gd name="T30" fmla="*/ 2 w 246"/>
                <a:gd name="T31" fmla="*/ 1 h 424"/>
                <a:gd name="T32" fmla="*/ 2 w 246"/>
                <a:gd name="T33" fmla="*/ 0 h 424"/>
                <a:gd name="T34" fmla="*/ 2 w 246"/>
                <a:gd name="T35" fmla="*/ 0 h 424"/>
                <a:gd name="T36" fmla="*/ 2 w 246"/>
                <a:gd name="T37" fmla="*/ 0 h 424"/>
                <a:gd name="T38" fmla="*/ 2 w 246"/>
                <a:gd name="T39" fmla="*/ 0 h 424"/>
                <a:gd name="T40" fmla="*/ 2 w 246"/>
                <a:gd name="T41" fmla="*/ 1 h 424"/>
                <a:gd name="T42" fmla="*/ 2 w 246"/>
                <a:gd name="T43" fmla="*/ 1 h 424"/>
                <a:gd name="T44" fmla="*/ 2 w 246"/>
                <a:gd name="T45" fmla="*/ 1 h 424"/>
                <a:gd name="T46" fmla="*/ 2 w 246"/>
                <a:gd name="T47" fmla="*/ 2 h 424"/>
                <a:gd name="T48" fmla="*/ 2 w 246"/>
                <a:gd name="T49" fmla="*/ 2 h 424"/>
                <a:gd name="T50" fmla="*/ 1 w 246"/>
                <a:gd name="T51" fmla="*/ 2 h 424"/>
                <a:gd name="T52" fmla="*/ 1 w 246"/>
                <a:gd name="T53" fmla="*/ 2 h 424"/>
                <a:gd name="T54" fmla="*/ 1 w 246"/>
                <a:gd name="T55" fmla="*/ 3 h 424"/>
                <a:gd name="T56" fmla="*/ 1 w 246"/>
                <a:gd name="T57" fmla="*/ 3 h 424"/>
                <a:gd name="T58" fmla="*/ 1 w 246"/>
                <a:gd name="T59" fmla="*/ 3 h 424"/>
                <a:gd name="T60" fmla="*/ 1 w 246"/>
                <a:gd name="T61" fmla="*/ 3 h 424"/>
                <a:gd name="T62" fmla="*/ 1 w 246"/>
                <a:gd name="T63" fmla="*/ 3 h 424"/>
                <a:gd name="T64" fmla="*/ 0 w 246"/>
                <a:gd name="T65" fmla="*/ 3 h 424"/>
                <a:gd name="T66" fmla="*/ 0 w 246"/>
                <a:gd name="T67" fmla="*/ 3 h 424"/>
                <a:gd name="T68" fmla="*/ 0 w 246"/>
                <a:gd name="T69" fmla="*/ 3 h 424"/>
                <a:gd name="T70" fmla="*/ 0 w 246"/>
                <a:gd name="T71" fmla="*/ 3 h 424"/>
                <a:gd name="T72" fmla="*/ 0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0" y="424"/>
                  </a:moveTo>
                  <a:lnTo>
                    <a:pt x="0" y="424"/>
                  </a:lnTo>
                  <a:lnTo>
                    <a:pt x="26" y="422"/>
                  </a:lnTo>
                  <a:lnTo>
                    <a:pt x="51" y="416"/>
                  </a:lnTo>
                  <a:lnTo>
                    <a:pt x="75" y="406"/>
                  </a:lnTo>
                  <a:lnTo>
                    <a:pt x="96" y="390"/>
                  </a:lnTo>
                  <a:lnTo>
                    <a:pt x="119" y="373"/>
                  </a:lnTo>
                  <a:lnTo>
                    <a:pt x="139" y="351"/>
                  </a:lnTo>
                  <a:lnTo>
                    <a:pt x="157" y="326"/>
                  </a:lnTo>
                  <a:lnTo>
                    <a:pt x="175" y="299"/>
                  </a:lnTo>
                  <a:lnTo>
                    <a:pt x="191" y="269"/>
                  </a:lnTo>
                  <a:lnTo>
                    <a:pt x="205" y="236"/>
                  </a:lnTo>
                  <a:lnTo>
                    <a:pt x="217" y="202"/>
                  </a:lnTo>
                  <a:lnTo>
                    <a:pt x="228" y="163"/>
                  </a:lnTo>
                  <a:lnTo>
                    <a:pt x="236" y="125"/>
                  </a:lnTo>
                  <a:lnTo>
                    <a:pt x="242" y="86"/>
                  </a:lnTo>
                  <a:lnTo>
                    <a:pt x="245" y="42"/>
                  </a:lnTo>
                  <a:lnTo>
                    <a:pt x="246" y="0"/>
                  </a:lnTo>
                  <a:lnTo>
                    <a:pt x="235" y="0"/>
                  </a:lnTo>
                  <a:lnTo>
                    <a:pt x="233" y="42"/>
                  </a:lnTo>
                  <a:lnTo>
                    <a:pt x="230" y="83"/>
                  </a:lnTo>
                  <a:lnTo>
                    <a:pt x="224" y="123"/>
                  </a:lnTo>
                  <a:lnTo>
                    <a:pt x="216" y="161"/>
                  </a:lnTo>
                  <a:lnTo>
                    <a:pt x="205" y="197"/>
                  </a:lnTo>
                  <a:lnTo>
                    <a:pt x="194" y="231"/>
                  </a:lnTo>
                  <a:lnTo>
                    <a:pt x="180" y="264"/>
                  </a:lnTo>
                  <a:lnTo>
                    <a:pt x="166" y="292"/>
                  </a:lnTo>
                  <a:lnTo>
                    <a:pt x="148" y="319"/>
                  </a:lnTo>
                  <a:lnTo>
                    <a:pt x="129" y="344"/>
                  </a:lnTo>
                  <a:lnTo>
                    <a:pt x="109" y="364"/>
                  </a:lnTo>
                  <a:lnTo>
                    <a:pt x="89" y="381"/>
                  </a:lnTo>
                  <a:lnTo>
                    <a:pt x="68" y="394"/>
                  </a:lnTo>
                  <a:lnTo>
                    <a:pt x="46" y="405"/>
                  </a:lnTo>
                  <a:lnTo>
                    <a:pt x="24" y="410"/>
                  </a:lnTo>
                  <a:lnTo>
                    <a:pt x="0" y="413"/>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2864" name="Freeform 62"/>
            <p:cNvSpPr>
              <a:spLocks/>
            </p:cNvSpPr>
            <p:nvPr/>
          </p:nvSpPr>
          <p:spPr bwMode="auto">
            <a:xfrm>
              <a:off x="1343" y="2203"/>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2" y="42"/>
                  </a:lnTo>
                  <a:lnTo>
                    <a:pt x="5" y="86"/>
                  </a:lnTo>
                  <a:lnTo>
                    <a:pt x="11" y="125"/>
                  </a:lnTo>
                  <a:lnTo>
                    <a:pt x="19" y="163"/>
                  </a:lnTo>
                  <a:lnTo>
                    <a:pt x="30" y="202"/>
                  </a:lnTo>
                  <a:lnTo>
                    <a:pt x="41" y="236"/>
                  </a:lnTo>
                  <a:lnTo>
                    <a:pt x="56" y="269"/>
                  </a:lnTo>
                  <a:lnTo>
                    <a:pt x="72" y="299"/>
                  </a:lnTo>
                  <a:lnTo>
                    <a:pt x="90" y="326"/>
                  </a:lnTo>
                  <a:lnTo>
                    <a:pt x="108" y="351"/>
                  </a:lnTo>
                  <a:lnTo>
                    <a:pt x="127" y="373"/>
                  </a:lnTo>
                  <a:lnTo>
                    <a:pt x="149" y="390"/>
                  </a:lnTo>
                  <a:lnTo>
                    <a:pt x="172" y="406"/>
                  </a:lnTo>
                  <a:lnTo>
                    <a:pt x="195" y="416"/>
                  </a:lnTo>
                  <a:lnTo>
                    <a:pt x="220" y="422"/>
                  </a:lnTo>
                  <a:lnTo>
                    <a:pt x="245" y="424"/>
                  </a:lnTo>
                  <a:lnTo>
                    <a:pt x="245" y="413"/>
                  </a:lnTo>
                  <a:lnTo>
                    <a:pt x="222" y="410"/>
                  </a:lnTo>
                  <a:lnTo>
                    <a:pt x="200" y="405"/>
                  </a:lnTo>
                  <a:lnTo>
                    <a:pt x="179" y="394"/>
                  </a:lnTo>
                  <a:lnTo>
                    <a:pt x="156" y="381"/>
                  </a:lnTo>
                  <a:lnTo>
                    <a:pt x="136" y="364"/>
                  </a:lnTo>
                  <a:lnTo>
                    <a:pt x="118" y="344"/>
                  </a:lnTo>
                  <a:lnTo>
                    <a:pt x="99" y="319"/>
                  </a:lnTo>
                  <a:lnTo>
                    <a:pt x="81" y="292"/>
                  </a:lnTo>
                  <a:lnTo>
                    <a:pt x="67" y="264"/>
                  </a:lnTo>
                  <a:lnTo>
                    <a:pt x="53" y="231"/>
                  </a:lnTo>
                  <a:lnTo>
                    <a:pt x="41" y="197"/>
                  </a:lnTo>
                  <a:lnTo>
                    <a:pt x="31" y="161"/>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2865" name="Freeform 63"/>
            <p:cNvSpPr>
              <a:spLocks/>
            </p:cNvSpPr>
            <p:nvPr/>
          </p:nvSpPr>
          <p:spPr bwMode="auto">
            <a:xfrm>
              <a:off x="1343" y="2118"/>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1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20" y="3"/>
                  </a:lnTo>
                  <a:lnTo>
                    <a:pt x="195" y="9"/>
                  </a:lnTo>
                  <a:lnTo>
                    <a:pt x="172" y="19"/>
                  </a:lnTo>
                  <a:lnTo>
                    <a:pt x="149" y="34"/>
                  </a:lnTo>
                  <a:lnTo>
                    <a:pt x="127" y="53"/>
                  </a:lnTo>
                  <a:lnTo>
                    <a:pt x="108" y="75"/>
                  </a:lnTo>
                  <a:lnTo>
                    <a:pt x="90" y="99"/>
                  </a:lnTo>
                  <a:lnTo>
                    <a:pt x="71" y="126"/>
                  </a:lnTo>
                  <a:lnTo>
                    <a:pt x="56" y="158"/>
                  </a:lnTo>
                  <a:lnTo>
                    <a:pt x="41" y="190"/>
                  </a:lnTo>
                  <a:lnTo>
                    <a:pt x="30" y="224"/>
                  </a:lnTo>
                  <a:lnTo>
                    <a:pt x="19" y="262"/>
                  </a:lnTo>
                  <a:lnTo>
                    <a:pt x="11" y="301"/>
                  </a:lnTo>
                  <a:lnTo>
                    <a:pt x="5" y="340"/>
                  </a:lnTo>
                  <a:lnTo>
                    <a:pt x="2" y="384"/>
                  </a:lnTo>
                  <a:lnTo>
                    <a:pt x="0" y="426"/>
                  </a:lnTo>
                  <a:lnTo>
                    <a:pt x="12" y="426"/>
                  </a:lnTo>
                  <a:lnTo>
                    <a:pt x="13" y="384"/>
                  </a:lnTo>
                  <a:lnTo>
                    <a:pt x="17" y="343"/>
                  </a:lnTo>
                  <a:lnTo>
                    <a:pt x="23" y="303"/>
                  </a:lnTo>
                  <a:lnTo>
                    <a:pt x="31" y="264"/>
                  </a:lnTo>
                  <a:lnTo>
                    <a:pt x="41" y="229"/>
                  </a:lnTo>
                  <a:lnTo>
                    <a:pt x="53" y="195"/>
                  </a:lnTo>
                  <a:lnTo>
                    <a:pt x="67" y="162"/>
                  </a:lnTo>
                  <a:lnTo>
                    <a:pt x="82" y="133"/>
                  </a:lnTo>
                  <a:lnTo>
                    <a:pt x="99" y="106"/>
                  </a:lnTo>
                  <a:lnTo>
                    <a:pt x="118" y="83"/>
                  </a:lnTo>
                  <a:lnTo>
                    <a:pt x="136" y="63"/>
                  </a:lnTo>
                  <a:lnTo>
                    <a:pt x="156" y="44"/>
                  </a:lnTo>
                  <a:lnTo>
                    <a:pt x="179" y="31"/>
                  </a:lnTo>
                  <a:lnTo>
                    <a:pt x="200" y="20"/>
                  </a:lnTo>
                  <a:lnTo>
                    <a:pt x="222" y="15"/>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2866" name="Freeform 64"/>
            <p:cNvSpPr>
              <a:spLocks/>
            </p:cNvSpPr>
            <p:nvPr/>
          </p:nvSpPr>
          <p:spPr bwMode="auto">
            <a:xfrm>
              <a:off x="1384" y="1859"/>
              <a:ext cx="49" cy="84"/>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1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3" y="382"/>
                  </a:lnTo>
                  <a:lnTo>
                    <a:pt x="240" y="339"/>
                  </a:lnTo>
                  <a:lnTo>
                    <a:pt x="234" y="299"/>
                  </a:lnTo>
                  <a:lnTo>
                    <a:pt x="226" y="261"/>
                  </a:lnTo>
                  <a:lnTo>
                    <a:pt x="215" y="222"/>
                  </a:lnTo>
                  <a:lnTo>
                    <a:pt x="204" y="188"/>
                  </a:lnTo>
                  <a:lnTo>
                    <a:pt x="189" y="156"/>
                  </a:lnTo>
                  <a:lnTo>
                    <a:pt x="173" y="125"/>
                  </a:lnTo>
                  <a:lnTo>
                    <a:pt x="155" y="98"/>
                  </a:lnTo>
                  <a:lnTo>
                    <a:pt x="138" y="74"/>
                  </a:lnTo>
                  <a:lnTo>
                    <a:pt x="118" y="51"/>
                  </a:lnTo>
                  <a:lnTo>
                    <a:pt x="96" y="34"/>
                  </a:lnTo>
                  <a:lnTo>
                    <a:pt x="73" y="18"/>
                  </a:lnTo>
                  <a:lnTo>
                    <a:pt x="50" y="8"/>
                  </a:lnTo>
                  <a:lnTo>
                    <a:pt x="25" y="2"/>
                  </a:lnTo>
                  <a:lnTo>
                    <a:pt x="0" y="0"/>
                  </a:lnTo>
                  <a:lnTo>
                    <a:pt x="0" y="11"/>
                  </a:lnTo>
                  <a:lnTo>
                    <a:pt x="23" y="14"/>
                  </a:lnTo>
                  <a:lnTo>
                    <a:pt x="45" y="20"/>
                  </a:lnTo>
                  <a:lnTo>
                    <a:pt x="66" y="30"/>
                  </a:lnTo>
                  <a:lnTo>
                    <a:pt x="89" y="43"/>
                  </a:lnTo>
                  <a:lnTo>
                    <a:pt x="109" y="61"/>
                  </a:lnTo>
                  <a:lnTo>
                    <a:pt x="129" y="81"/>
                  </a:lnTo>
                  <a:lnTo>
                    <a:pt x="146" y="105"/>
                  </a:lnTo>
                  <a:lnTo>
                    <a:pt x="164" y="132"/>
                  </a:lnTo>
                  <a:lnTo>
                    <a:pt x="178" y="160"/>
                  </a:lnTo>
                  <a:lnTo>
                    <a:pt x="192" y="193"/>
                  </a:lnTo>
                  <a:lnTo>
                    <a:pt x="204" y="227"/>
                  </a:lnTo>
                  <a:lnTo>
                    <a:pt x="214" y="264"/>
                  </a:lnTo>
                  <a:lnTo>
                    <a:pt x="222" y="301"/>
                  </a:lnTo>
                  <a:lnTo>
                    <a:pt x="228"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2867" name="Freeform 65"/>
            <p:cNvSpPr>
              <a:spLocks/>
            </p:cNvSpPr>
            <p:nvPr/>
          </p:nvSpPr>
          <p:spPr bwMode="auto">
            <a:xfrm>
              <a:off x="1384" y="1943"/>
              <a:ext cx="49" cy="86"/>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5" y="423"/>
                  </a:lnTo>
                  <a:lnTo>
                    <a:pt x="50" y="418"/>
                  </a:lnTo>
                  <a:lnTo>
                    <a:pt x="73" y="407"/>
                  </a:lnTo>
                  <a:lnTo>
                    <a:pt x="96" y="392"/>
                  </a:lnTo>
                  <a:lnTo>
                    <a:pt x="118" y="374"/>
                  </a:lnTo>
                  <a:lnTo>
                    <a:pt x="138" y="352"/>
                  </a:lnTo>
                  <a:lnTo>
                    <a:pt x="155" y="327"/>
                  </a:lnTo>
                  <a:lnTo>
                    <a:pt x="174" y="300"/>
                  </a:lnTo>
                  <a:lnTo>
                    <a:pt x="189" y="269"/>
                  </a:lnTo>
                  <a:lnTo>
                    <a:pt x="204" y="237"/>
                  </a:lnTo>
                  <a:lnTo>
                    <a:pt x="215" y="202"/>
                  </a:lnTo>
                  <a:lnTo>
                    <a:pt x="226" y="164"/>
                  </a:lnTo>
                  <a:lnTo>
                    <a:pt x="234" y="126"/>
                  </a:lnTo>
                  <a:lnTo>
                    <a:pt x="240" y="86"/>
                  </a:lnTo>
                  <a:lnTo>
                    <a:pt x="243" y="42"/>
                  </a:lnTo>
                  <a:lnTo>
                    <a:pt x="245" y="0"/>
                  </a:lnTo>
                  <a:lnTo>
                    <a:pt x="233" y="0"/>
                  </a:lnTo>
                  <a:lnTo>
                    <a:pt x="232" y="42"/>
                  </a:lnTo>
                  <a:lnTo>
                    <a:pt x="228" y="83"/>
                  </a:lnTo>
                  <a:lnTo>
                    <a:pt x="222" y="123"/>
                  </a:lnTo>
                  <a:lnTo>
                    <a:pt x="214" y="162"/>
                  </a:lnTo>
                  <a:lnTo>
                    <a:pt x="204" y="197"/>
                  </a:lnTo>
                  <a:lnTo>
                    <a:pt x="192" y="232"/>
                  </a:lnTo>
                  <a:lnTo>
                    <a:pt x="178" y="264"/>
                  </a:lnTo>
                  <a:lnTo>
                    <a:pt x="163" y="293"/>
                  </a:lnTo>
                  <a:lnTo>
                    <a:pt x="146" y="320"/>
                  </a:lnTo>
                  <a:lnTo>
                    <a:pt x="129" y="345"/>
                  </a:lnTo>
                  <a:lnTo>
                    <a:pt x="109" y="365"/>
                  </a:lnTo>
                  <a:lnTo>
                    <a:pt x="89" y="382"/>
                  </a:lnTo>
                  <a:lnTo>
                    <a:pt x="66" y="395"/>
                  </a:lnTo>
                  <a:lnTo>
                    <a:pt x="45" y="406"/>
                  </a:lnTo>
                  <a:lnTo>
                    <a:pt x="23"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2868" name="Freeform 66"/>
            <p:cNvSpPr>
              <a:spLocks/>
            </p:cNvSpPr>
            <p:nvPr/>
          </p:nvSpPr>
          <p:spPr bwMode="auto">
            <a:xfrm>
              <a:off x="1335" y="1943"/>
              <a:ext cx="49" cy="86"/>
            </a:xfrm>
            <a:custGeom>
              <a:avLst/>
              <a:gdLst>
                <a:gd name="T0" fmla="*/ 0 w 246"/>
                <a:gd name="T1" fmla="*/ 0 h 426"/>
                <a:gd name="T2" fmla="*/ 0 w 246"/>
                <a:gd name="T3" fmla="*/ 0 h 426"/>
                <a:gd name="T4" fmla="*/ 0 w 246"/>
                <a:gd name="T5" fmla="*/ 0 h 426"/>
                <a:gd name="T6" fmla="*/ 0 w 246"/>
                <a:gd name="T7" fmla="*/ 1 h 426"/>
                <a:gd name="T8" fmla="*/ 0 w 246"/>
                <a:gd name="T9" fmla="*/ 1 h 426"/>
                <a:gd name="T10" fmla="*/ 0 w 246"/>
                <a:gd name="T11" fmla="*/ 1 h 426"/>
                <a:gd name="T12" fmla="*/ 0 w 246"/>
                <a:gd name="T13" fmla="*/ 2 h 426"/>
                <a:gd name="T14" fmla="*/ 0 w 246"/>
                <a:gd name="T15" fmla="*/ 2 h 426"/>
                <a:gd name="T16" fmla="*/ 0 w 246"/>
                <a:gd name="T17" fmla="*/ 2 h 426"/>
                <a:gd name="T18" fmla="*/ 1 w 246"/>
                <a:gd name="T19" fmla="*/ 2 h 426"/>
                <a:gd name="T20" fmla="*/ 1 w 246"/>
                <a:gd name="T21" fmla="*/ 3 h 426"/>
                <a:gd name="T22" fmla="*/ 1 w 246"/>
                <a:gd name="T23" fmla="*/ 3 h 426"/>
                <a:gd name="T24" fmla="*/ 1 w 246"/>
                <a:gd name="T25" fmla="*/ 3 h 426"/>
                <a:gd name="T26" fmla="*/ 1 w 246"/>
                <a:gd name="T27" fmla="*/ 3 h 426"/>
                <a:gd name="T28" fmla="*/ 1 w 246"/>
                <a:gd name="T29" fmla="*/ 3 h 426"/>
                <a:gd name="T30" fmla="*/ 2 w 246"/>
                <a:gd name="T31" fmla="*/ 3 h 426"/>
                <a:gd name="T32" fmla="*/ 2 w 246"/>
                <a:gd name="T33" fmla="*/ 3 h 426"/>
                <a:gd name="T34" fmla="*/ 2 w 246"/>
                <a:gd name="T35" fmla="*/ 3 h 426"/>
                <a:gd name="T36" fmla="*/ 2 w 246"/>
                <a:gd name="T37" fmla="*/ 3 h 426"/>
                <a:gd name="T38" fmla="*/ 2 w 246"/>
                <a:gd name="T39" fmla="*/ 3 h 426"/>
                <a:gd name="T40" fmla="*/ 2 w 246"/>
                <a:gd name="T41" fmla="*/ 3 h 426"/>
                <a:gd name="T42" fmla="*/ 1 w 246"/>
                <a:gd name="T43" fmla="*/ 3 h 426"/>
                <a:gd name="T44" fmla="*/ 1 w 246"/>
                <a:gd name="T45" fmla="*/ 3 h 426"/>
                <a:gd name="T46" fmla="*/ 1 w 246"/>
                <a:gd name="T47" fmla="*/ 3 h 426"/>
                <a:gd name="T48" fmla="*/ 1 w 246"/>
                <a:gd name="T49" fmla="*/ 3 h 426"/>
                <a:gd name="T50" fmla="*/ 1 w 246"/>
                <a:gd name="T51" fmla="*/ 3 h 426"/>
                <a:gd name="T52" fmla="*/ 1 w 246"/>
                <a:gd name="T53" fmla="*/ 2 h 426"/>
                <a:gd name="T54" fmla="*/ 1 w 246"/>
                <a:gd name="T55" fmla="*/ 2 h 426"/>
                <a:gd name="T56" fmla="*/ 0 w 246"/>
                <a:gd name="T57" fmla="*/ 2 h 426"/>
                <a:gd name="T58" fmla="*/ 0 w 246"/>
                <a:gd name="T59" fmla="*/ 2 h 426"/>
                <a:gd name="T60" fmla="*/ 0 w 246"/>
                <a:gd name="T61" fmla="*/ 1 h 426"/>
                <a:gd name="T62" fmla="*/ 0 w 246"/>
                <a:gd name="T63" fmla="*/ 1 h 426"/>
                <a:gd name="T64" fmla="*/ 0 w 246"/>
                <a:gd name="T65" fmla="*/ 1 h 426"/>
                <a:gd name="T66" fmla="*/ 0 w 246"/>
                <a:gd name="T67" fmla="*/ 0 h 426"/>
                <a:gd name="T68" fmla="*/ 0 w 246"/>
                <a:gd name="T69" fmla="*/ 0 h 426"/>
                <a:gd name="T70" fmla="*/ 0 w 246"/>
                <a:gd name="T71" fmla="*/ 0 h 426"/>
                <a:gd name="T72" fmla="*/ 0 w 246"/>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0"/>
                  </a:moveTo>
                  <a:lnTo>
                    <a:pt x="0" y="0"/>
                  </a:lnTo>
                  <a:lnTo>
                    <a:pt x="1" y="42"/>
                  </a:lnTo>
                  <a:lnTo>
                    <a:pt x="4" y="86"/>
                  </a:lnTo>
                  <a:lnTo>
                    <a:pt x="10" y="126"/>
                  </a:lnTo>
                  <a:lnTo>
                    <a:pt x="18" y="164"/>
                  </a:lnTo>
                  <a:lnTo>
                    <a:pt x="29" y="202"/>
                  </a:lnTo>
                  <a:lnTo>
                    <a:pt x="41" y="237"/>
                  </a:lnTo>
                  <a:lnTo>
                    <a:pt x="55" y="269"/>
                  </a:lnTo>
                  <a:lnTo>
                    <a:pt x="71" y="300"/>
                  </a:lnTo>
                  <a:lnTo>
                    <a:pt x="89" y="327"/>
                  </a:lnTo>
                  <a:lnTo>
                    <a:pt x="107" y="352"/>
                  </a:lnTo>
                  <a:lnTo>
                    <a:pt x="127" y="374"/>
                  </a:lnTo>
                  <a:lnTo>
                    <a:pt x="150" y="392"/>
                  </a:lnTo>
                  <a:lnTo>
                    <a:pt x="171" y="407"/>
                  </a:lnTo>
                  <a:lnTo>
                    <a:pt x="195" y="418"/>
                  </a:lnTo>
                  <a:lnTo>
                    <a:pt x="220" y="423"/>
                  </a:lnTo>
                  <a:lnTo>
                    <a:pt x="246" y="426"/>
                  </a:lnTo>
                  <a:lnTo>
                    <a:pt x="246" y="414"/>
                  </a:lnTo>
                  <a:lnTo>
                    <a:pt x="222" y="412"/>
                  </a:lnTo>
                  <a:lnTo>
                    <a:pt x="200" y="406"/>
                  </a:lnTo>
                  <a:lnTo>
                    <a:pt x="178" y="395"/>
                  </a:lnTo>
                  <a:lnTo>
                    <a:pt x="157" y="382"/>
                  </a:lnTo>
                  <a:lnTo>
                    <a:pt x="137" y="365"/>
                  </a:lnTo>
                  <a:lnTo>
                    <a:pt x="117" y="345"/>
                  </a:lnTo>
                  <a:lnTo>
                    <a:pt x="98" y="320"/>
                  </a:lnTo>
                  <a:lnTo>
                    <a:pt x="83" y="293"/>
                  </a:lnTo>
                  <a:lnTo>
                    <a:pt x="66" y="264"/>
                  </a:lnTo>
                  <a:lnTo>
                    <a:pt x="52" y="232"/>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2869" name="Freeform 67"/>
            <p:cNvSpPr>
              <a:spLocks/>
            </p:cNvSpPr>
            <p:nvPr/>
          </p:nvSpPr>
          <p:spPr bwMode="auto">
            <a:xfrm>
              <a:off x="1335" y="1859"/>
              <a:ext cx="49" cy="84"/>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1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0" y="2"/>
                  </a:lnTo>
                  <a:lnTo>
                    <a:pt x="195" y="8"/>
                  </a:lnTo>
                  <a:lnTo>
                    <a:pt x="171" y="18"/>
                  </a:lnTo>
                  <a:lnTo>
                    <a:pt x="150" y="34"/>
                  </a:lnTo>
                  <a:lnTo>
                    <a:pt x="127" y="51"/>
                  </a:lnTo>
                  <a:lnTo>
                    <a:pt x="107" y="74"/>
                  </a:lnTo>
                  <a:lnTo>
                    <a:pt x="89" y="98"/>
                  </a:lnTo>
                  <a:lnTo>
                    <a:pt x="72" y="125"/>
                  </a:lnTo>
                  <a:lnTo>
                    <a:pt x="55" y="156"/>
                  </a:lnTo>
                  <a:lnTo>
                    <a:pt x="41" y="188"/>
                  </a:lnTo>
                  <a:lnTo>
                    <a:pt x="29" y="222"/>
                  </a:lnTo>
                  <a:lnTo>
                    <a:pt x="18" y="261"/>
                  </a:lnTo>
                  <a:lnTo>
                    <a:pt x="10" y="299"/>
                  </a:lnTo>
                  <a:lnTo>
                    <a:pt x="4" y="339"/>
                  </a:lnTo>
                  <a:lnTo>
                    <a:pt x="1" y="382"/>
                  </a:lnTo>
                  <a:lnTo>
                    <a:pt x="0" y="424"/>
                  </a:lnTo>
                  <a:lnTo>
                    <a:pt x="11" y="424"/>
                  </a:lnTo>
                  <a:lnTo>
                    <a:pt x="13" y="382"/>
                  </a:lnTo>
                  <a:lnTo>
                    <a:pt x="16" y="341"/>
                  </a:lnTo>
                  <a:lnTo>
                    <a:pt x="22" y="301"/>
                  </a:lnTo>
                  <a:lnTo>
                    <a:pt x="30" y="264"/>
                  </a:lnTo>
                  <a:lnTo>
                    <a:pt x="41" y="227"/>
                  </a:lnTo>
                  <a:lnTo>
                    <a:pt x="52" y="193"/>
                  </a:lnTo>
                  <a:lnTo>
                    <a:pt x="66" y="160"/>
                  </a:lnTo>
                  <a:lnTo>
                    <a:pt x="82" y="132"/>
                  </a:lnTo>
                  <a:lnTo>
                    <a:pt x="98" y="105"/>
                  </a:lnTo>
                  <a:lnTo>
                    <a:pt x="117" y="81"/>
                  </a:lnTo>
                  <a:lnTo>
                    <a:pt x="137" y="61"/>
                  </a:lnTo>
                  <a:lnTo>
                    <a:pt x="157" y="43"/>
                  </a:lnTo>
                  <a:lnTo>
                    <a:pt x="178" y="30"/>
                  </a:lnTo>
                  <a:lnTo>
                    <a:pt x="200" y="20"/>
                  </a:lnTo>
                  <a:lnTo>
                    <a:pt x="222" y="14"/>
                  </a:lnTo>
                  <a:lnTo>
                    <a:pt x="246" y="11"/>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2870" name="Freeform 68"/>
            <p:cNvSpPr>
              <a:spLocks/>
            </p:cNvSpPr>
            <p:nvPr/>
          </p:nvSpPr>
          <p:spPr bwMode="auto">
            <a:xfrm>
              <a:off x="1552" y="1751"/>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1" y="339"/>
                  </a:lnTo>
                  <a:lnTo>
                    <a:pt x="235" y="299"/>
                  </a:lnTo>
                  <a:lnTo>
                    <a:pt x="226" y="261"/>
                  </a:lnTo>
                  <a:lnTo>
                    <a:pt x="216" y="223"/>
                  </a:lnTo>
                  <a:lnTo>
                    <a:pt x="204" y="189"/>
                  </a:lnTo>
                  <a:lnTo>
                    <a:pt x="190" y="156"/>
                  </a:lnTo>
                  <a:lnTo>
                    <a:pt x="174" y="125"/>
                  </a:lnTo>
                  <a:lnTo>
                    <a:pt x="156" y="98"/>
                  </a:lnTo>
                  <a:lnTo>
                    <a:pt x="137" y="74"/>
                  </a:lnTo>
                  <a:lnTo>
                    <a:pt x="119" y="52"/>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8" y="81"/>
                  </a:lnTo>
                  <a:lnTo>
                    <a:pt x="147" y="105"/>
                  </a:lnTo>
                  <a:lnTo>
                    <a:pt x="164" y="132"/>
                  </a:lnTo>
                  <a:lnTo>
                    <a:pt x="178" y="161"/>
                  </a:lnTo>
                  <a:lnTo>
                    <a:pt x="193" y="193"/>
                  </a:lnTo>
                  <a:lnTo>
                    <a:pt x="204" y="227"/>
                  </a:lnTo>
                  <a:lnTo>
                    <a:pt x="215" y="264"/>
                  </a:lnTo>
                  <a:lnTo>
                    <a:pt x="223" y="301"/>
                  </a:lnTo>
                  <a:lnTo>
                    <a:pt x="229" y="341"/>
                  </a:lnTo>
                  <a:lnTo>
                    <a:pt x="232" y="382"/>
                  </a:lnTo>
                  <a:lnTo>
                    <a:pt x="234"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2871" name="Freeform 69"/>
            <p:cNvSpPr>
              <a:spLocks/>
            </p:cNvSpPr>
            <p:nvPr/>
          </p:nvSpPr>
          <p:spPr bwMode="auto">
            <a:xfrm>
              <a:off x="1552" y="1836"/>
              <a:ext cx="49" cy="85"/>
            </a:xfrm>
            <a:custGeom>
              <a:avLst/>
              <a:gdLst>
                <a:gd name="T0" fmla="*/ 0 w 245"/>
                <a:gd name="T1" fmla="*/ 3 h 425"/>
                <a:gd name="T2" fmla="*/ 0 w 245"/>
                <a:gd name="T3" fmla="*/ 3 h 425"/>
                <a:gd name="T4" fmla="*/ 0 w 245"/>
                <a:gd name="T5" fmla="*/ 3 h 425"/>
                <a:gd name="T6" fmla="*/ 0 w 245"/>
                <a:gd name="T7" fmla="*/ 3 h 425"/>
                <a:gd name="T8" fmla="*/ 1 w 245"/>
                <a:gd name="T9" fmla="*/ 3 h 425"/>
                <a:gd name="T10" fmla="*/ 1 w 245"/>
                <a:gd name="T11" fmla="*/ 3 h 425"/>
                <a:gd name="T12" fmla="*/ 1 w 245"/>
                <a:gd name="T13" fmla="*/ 3 h 425"/>
                <a:gd name="T14" fmla="*/ 1 w 245"/>
                <a:gd name="T15" fmla="*/ 3 h 425"/>
                <a:gd name="T16" fmla="*/ 1 w 245"/>
                <a:gd name="T17" fmla="*/ 3 h 425"/>
                <a:gd name="T18" fmla="*/ 1 w 245"/>
                <a:gd name="T19" fmla="*/ 2 h 425"/>
                <a:gd name="T20" fmla="*/ 2 w 245"/>
                <a:gd name="T21" fmla="*/ 2 h 425"/>
                <a:gd name="T22" fmla="*/ 2 w 245"/>
                <a:gd name="T23" fmla="*/ 2 h 425"/>
                <a:gd name="T24" fmla="*/ 2 w 245"/>
                <a:gd name="T25" fmla="*/ 2 h 425"/>
                <a:gd name="T26" fmla="*/ 2 w 245"/>
                <a:gd name="T27" fmla="*/ 1 h 425"/>
                <a:gd name="T28" fmla="*/ 2 w 245"/>
                <a:gd name="T29" fmla="*/ 1 h 425"/>
                <a:gd name="T30" fmla="*/ 2 w 245"/>
                <a:gd name="T31" fmla="*/ 1 h 425"/>
                <a:gd name="T32" fmla="*/ 2 w 245"/>
                <a:gd name="T33" fmla="*/ 0 h 425"/>
                <a:gd name="T34" fmla="*/ 2 w 245"/>
                <a:gd name="T35" fmla="*/ 0 h 425"/>
                <a:gd name="T36" fmla="*/ 2 w 245"/>
                <a:gd name="T37" fmla="*/ 0 h 425"/>
                <a:gd name="T38" fmla="*/ 2 w 245"/>
                <a:gd name="T39" fmla="*/ 0 h 425"/>
                <a:gd name="T40" fmla="*/ 2 w 245"/>
                <a:gd name="T41" fmla="*/ 1 h 425"/>
                <a:gd name="T42" fmla="*/ 2 w 245"/>
                <a:gd name="T43" fmla="*/ 1 h 425"/>
                <a:gd name="T44" fmla="*/ 2 w 245"/>
                <a:gd name="T45" fmla="*/ 1 h 425"/>
                <a:gd name="T46" fmla="*/ 2 w 245"/>
                <a:gd name="T47" fmla="*/ 2 h 425"/>
                <a:gd name="T48" fmla="*/ 2 w 245"/>
                <a:gd name="T49" fmla="*/ 2 h 425"/>
                <a:gd name="T50" fmla="*/ 1 w 245"/>
                <a:gd name="T51" fmla="*/ 2 h 425"/>
                <a:gd name="T52" fmla="*/ 1 w 245"/>
                <a:gd name="T53" fmla="*/ 2 h 425"/>
                <a:gd name="T54" fmla="*/ 1 w 245"/>
                <a:gd name="T55" fmla="*/ 3 h 425"/>
                <a:gd name="T56" fmla="*/ 1 w 245"/>
                <a:gd name="T57" fmla="*/ 3 h 425"/>
                <a:gd name="T58" fmla="*/ 1 w 245"/>
                <a:gd name="T59" fmla="*/ 3 h 425"/>
                <a:gd name="T60" fmla="*/ 1 w 245"/>
                <a:gd name="T61" fmla="*/ 3 h 425"/>
                <a:gd name="T62" fmla="*/ 1 w 245"/>
                <a:gd name="T63" fmla="*/ 3 h 425"/>
                <a:gd name="T64" fmla="*/ 0 w 245"/>
                <a:gd name="T65" fmla="*/ 3 h 425"/>
                <a:gd name="T66" fmla="*/ 0 w 245"/>
                <a:gd name="T67" fmla="*/ 3 h 425"/>
                <a:gd name="T68" fmla="*/ 0 w 245"/>
                <a:gd name="T69" fmla="*/ 3 h 425"/>
                <a:gd name="T70" fmla="*/ 0 w 245"/>
                <a:gd name="T71" fmla="*/ 3 h 425"/>
                <a:gd name="T72" fmla="*/ 0 w 245"/>
                <a:gd name="T73" fmla="*/ 3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5"/>
                <a:gd name="T113" fmla="*/ 245 w 245"/>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5">
                  <a:moveTo>
                    <a:pt x="0" y="425"/>
                  </a:moveTo>
                  <a:lnTo>
                    <a:pt x="0" y="425"/>
                  </a:lnTo>
                  <a:lnTo>
                    <a:pt x="26" y="422"/>
                  </a:lnTo>
                  <a:lnTo>
                    <a:pt x="51" y="417"/>
                  </a:lnTo>
                  <a:lnTo>
                    <a:pt x="74" y="406"/>
                  </a:lnTo>
                  <a:lnTo>
                    <a:pt x="96" y="391"/>
                  </a:lnTo>
                  <a:lnTo>
                    <a:pt x="119" y="373"/>
                  </a:lnTo>
                  <a:lnTo>
                    <a:pt x="137" y="351"/>
                  </a:lnTo>
                  <a:lnTo>
                    <a:pt x="156" y="326"/>
                  </a:lnTo>
                  <a:lnTo>
                    <a:pt x="174" y="299"/>
                  </a:lnTo>
                  <a:lnTo>
                    <a:pt x="190" y="269"/>
                  </a:lnTo>
                  <a:lnTo>
                    <a:pt x="204" y="236"/>
                  </a:lnTo>
                  <a:lnTo>
                    <a:pt x="216" y="202"/>
                  </a:lnTo>
                  <a:lnTo>
                    <a:pt x="226" y="163"/>
                  </a:lnTo>
                  <a:lnTo>
                    <a:pt x="235" y="126"/>
                  </a:lnTo>
                  <a:lnTo>
                    <a:pt x="241" y="86"/>
                  </a:lnTo>
                  <a:lnTo>
                    <a:pt x="244" y="43"/>
                  </a:lnTo>
                  <a:lnTo>
                    <a:pt x="245" y="0"/>
                  </a:lnTo>
                  <a:lnTo>
                    <a:pt x="234" y="0"/>
                  </a:lnTo>
                  <a:lnTo>
                    <a:pt x="232" y="43"/>
                  </a:lnTo>
                  <a:lnTo>
                    <a:pt x="229" y="84"/>
                  </a:lnTo>
                  <a:lnTo>
                    <a:pt x="223" y="123"/>
                  </a:lnTo>
                  <a:lnTo>
                    <a:pt x="215" y="161"/>
                  </a:lnTo>
                  <a:lnTo>
                    <a:pt x="204" y="197"/>
                  </a:lnTo>
                  <a:lnTo>
                    <a:pt x="193" y="231"/>
                  </a:lnTo>
                  <a:lnTo>
                    <a:pt x="178" y="264"/>
                  </a:lnTo>
                  <a:lnTo>
                    <a:pt x="164" y="292"/>
                  </a:lnTo>
                  <a:lnTo>
                    <a:pt x="147" y="319"/>
                  </a:lnTo>
                  <a:lnTo>
                    <a:pt x="128" y="344"/>
                  </a:lnTo>
                  <a:lnTo>
                    <a:pt x="109" y="364"/>
                  </a:lnTo>
                  <a:lnTo>
                    <a:pt x="89" y="381"/>
                  </a:lnTo>
                  <a:lnTo>
                    <a:pt x="67" y="394"/>
                  </a:lnTo>
                  <a:lnTo>
                    <a:pt x="46" y="405"/>
                  </a:lnTo>
                  <a:lnTo>
                    <a:pt x="24" y="411"/>
                  </a:lnTo>
                  <a:lnTo>
                    <a:pt x="0" y="413"/>
                  </a:lnTo>
                  <a:lnTo>
                    <a:pt x="0" y="425"/>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2872" name="Freeform 70"/>
            <p:cNvSpPr>
              <a:spLocks/>
            </p:cNvSpPr>
            <p:nvPr/>
          </p:nvSpPr>
          <p:spPr bwMode="auto">
            <a:xfrm>
              <a:off x="1502" y="1836"/>
              <a:ext cx="50" cy="85"/>
            </a:xfrm>
            <a:custGeom>
              <a:avLst/>
              <a:gdLst>
                <a:gd name="T0" fmla="*/ 0 w 246"/>
                <a:gd name="T1" fmla="*/ 0 h 425"/>
                <a:gd name="T2" fmla="*/ 0 w 246"/>
                <a:gd name="T3" fmla="*/ 0 h 425"/>
                <a:gd name="T4" fmla="*/ 0 w 246"/>
                <a:gd name="T5" fmla="*/ 0 h 425"/>
                <a:gd name="T6" fmla="*/ 0 w 246"/>
                <a:gd name="T7" fmla="*/ 1 h 425"/>
                <a:gd name="T8" fmla="*/ 0 w 246"/>
                <a:gd name="T9" fmla="*/ 1 h 425"/>
                <a:gd name="T10" fmla="*/ 0 w 246"/>
                <a:gd name="T11" fmla="*/ 1 h 425"/>
                <a:gd name="T12" fmla="*/ 0 w 246"/>
                <a:gd name="T13" fmla="*/ 2 h 425"/>
                <a:gd name="T14" fmla="*/ 0 w 246"/>
                <a:gd name="T15" fmla="*/ 2 h 425"/>
                <a:gd name="T16" fmla="*/ 0 w 246"/>
                <a:gd name="T17" fmla="*/ 2 h 425"/>
                <a:gd name="T18" fmla="*/ 1 w 246"/>
                <a:gd name="T19" fmla="*/ 2 h 425"/>
                <a:gd name="T20" fmla="*/ 1 w 246"/>
                <a:gd name="T21" fmla="*/ 3 h 425"/>
                <a:gd name="T22" fmla="*/ 1 w 246"/>
                <a:gd name="T23" fmla="*/ 3 h 425"/>
                <a:gd name="T24" fmla="*/ 1 w 246"/>
                <a:gd name="T25" fmla="*/ 3 h 425"/>
                <a:gd name="T26" fmla="*/ 1 w 246"/>
                <a:gd name="T27" fmla="*/ 3 h 425"/>
                <a:gd name="T28" fmla="*/ 1 w 246"/>
                <a:gd name="T29" fmla="*/ 3 h 425"/>
                <a:gd name="T30" fmla="*/ 2 w 246"/>
                <a:gd name="T31" fmla="*/ 3 h 425"/>
                <a:gd name="T32" fmla="*/ 2 w 246"/>
                <a:gd name="T33" fmla="*/ 3 h 425"/>
                <a:gd name="T34" fmla="*/ 2 w 246"/>
                <a:gd name="T35" fmla="*/ 3 h 425"/>
                <a:gd name="T36" fmla="*/ 2 w 246"/>
                <a:gd name="T37" fmla="*/ 3 h 425"/>
                <a:gd name="T38" fmla="*/ 2 w 246"/>
                <a:gd name="T39" fmla="*/ 3 h 425"/>
                <a:gd name="T40" fmla="*/ 2 w 246"/>
                <a:gd name="T41" fmla="*/ 3 h 425"/>
                <a:gd name="T42" fmla="*/ 1 w 246"/>
                <a:gd name="T43" fmla="*/ 3 h 425"/>
                <a:gd name="T44" fmla="*/ 1 w 246"/>
                <a:gd name="T45" fmla="*/ 3 h 425"/>
                <a:gd name="T46" fmla="*/ 1 w 246"/>
                <a:gd name="T47" fmla="*/ 3 h 425"/>
                <a:gd name="T48" fmla="*/ 1 w 246"/>
                <a:gd name="T49" fmla="*/ 3 h 425"/>
                <a:gd name="T50" fmla="*/ 1 w 246"/>
                <a:gd name="T51" fmla="*/ 3 h 425"/>
                <a:gd name="T52" fmla="*/ 1 w 246"/>
                <a:gd name="T53" fmla="*/ 2 h 425"/>
                <a:gd name="T54" fmla="*/ 1 w 246"/>
                <a:gd name="T55" fmla="*/ 2 h 425"/>
                <a:gd name="T56" fmla="*/ 0 w 246"/>
                <a:gd name="T57" fmla="*/ 2 h 425"/>
                <a:gd name="T58" fmla="*/ 0 w 246"/>
                <a:gd name="T59" fmla="*/ 2 h 425"/>
                <a:gd name="T60" fmla="*/ 0 w 246"/>
                <a:gd name="T61" fmla="*/ 1 h 425"/>
                <a:gd name="T62" fmla="*/ 0 w 246"/>
                <a:gd name="T63" fmla="*/ 1 h 425"/>
                <a:gd name="T64" fmla="*/ 0 w 246"/>
                <a:gd name="T65" fmla="*/ 1 h 425"/>
                <a:gd name="T66" fmla="*/ 0 w 246"/>
                <a:gd name="T67" fmla="*/ 0 h 425"/>
                <a:gd name="T68" fmla="*/ 0 w 246"/>
                <a:gd name="T69" fmla="*/ 0 h 425"/>
                <a:gd name="T70" fmla="*/ 0 w 246"/>
                <a:gd name="T71" fmla="*/ 0 h 425"/>
                <a:gd name="T72" fmla="*/ 0 w 246"/>
                <a:gd name="T73" fmla="*/ 0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5"/>
                <a:gd name="T113" fmla="*/ 246 w 246"/>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5">
                  <a:moveTo>
                    <a:pt x="0" y="0"/>
                  </a:moveTo>
                  <a:lnTo>
                    <a:pt x="0" y="0"/>
                  </a:lnTo>
                  <a:lnTo>
                    <a:pt x="2" y="43"/>
                  </a:lnTo>
                  <a:lnTo>
                    <a:pt x="5" y="86"/>
                  </a:lnTo>
                  <a:lnTo>
                    <a:pt x="11" y="126"/>
                  </a:lnTo>
                  <a:lnTo>
                    <a:pt x="19" y="163"/>
                  </a:lnTo>
                  <a:lnTo>
                    <a:pt x="30" y="202"/>
                  </a:lnTo>
                  <a:lnTo>
                    <a:pt x="41" y="236"/>
                  </a:lnTo>
                  <a:lnTo>
                    <a:pt x="55" y="269"/>
                  </a:lnTo>
                  <a:lnTo>
                    <a:pt x="73" y="299"/>
                  </a:lnTo>
                  <a:lnTo>
                    <a:pt x="89" y="326"/>
                  </a:lnTo>
                  <a:lnTo>
                    <a:pt x="108" y="351"/>
                  </a:lnTo>
                  <a:lnTo>
                    <a:pt x="128" y="373"/>
                  </a:lnTo>
                  <a:lnTo>
                    <a:pt x="150" y="391"/>
                  </a:lnTo>
                  <a:lnTo>
                    <a:pt x="171" y="406"/>
                  </a:lnTo>
                  <a:lnTo>
                    <a:pt x="196" y="417"/>
                  </a:lnTo>
                  <a:lnTo>
                    <a:pt x="221" y="422"/>
                  </a:lnTo>
                  <a:lnTo>
                    <a:pt x="246" y="425"/>
                  </a:lnTo>
                  <a:lnTo>
                    <a:pt x="246" y="413"/>
                  </a:lnTo>
                  <a:lnTo>
                    <a:pt x="223" y="411"/>
                  </a:lnTo>
                  <a:lnTo>
                    <a:pt x="201" y="405"/>
                  </a:lnTo>
                  <a:lnTo>
                    <a:pt x="178" y="394"/>
                  </a:lnTo>
                  <a:lnTo>
                    <a:pt x="157" y="381"/>
                  </a:lnTo>
                  <a:lnTo>
                    <a:pt x="137" y="364"/>
                  </a:lnTo>
                  <a:lnTo>
                    <a:pt x="117" y="344"/>
                  </a:lnTo>
                  <a:lnTo>
                    <a:pt x="99" y="319"/>
                  </a:lnTo>
                  <a:lnTo>
                    <a:pt x="82" y="292"/>
                  </a:lnTo>
                  <a:lnTo>
                    <a:pt x="67" y="264"/>
                  </a:lnTo>
                  <a:lnTo>
                    <a:pt x="53" y="231"/>
                  </a:lnTo>
                  <a:lnTo>
                    <a:pt x="41" y="197"/>
                  </a:lnTo>
                  <a:lnTo>
                    <a:pt x="31" y="161"/>
                  </a:lnTo>
                  <a:lnTo>
                    <a:pt x="23" y="123"/>
                  </a:lnTo>
                  <a:lnTo>
                    <a:pt x="17" y="84"/>
                  </a:lnTo>
                  <a:lnTo>
                    <a:pt x="13" y="4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2873" name="Freeform 71"/>
            <p:cNvSpPr>
              <a:spLocks/>
            </p:cNvSpPr>
            <p:nvPr/>
          </p:nvSpPr>
          <p:spPr bwMode="auto">
            <a:xfrm>
              <a:off x="1502" y="1751"/>
              <a:ext cx="50" cy="85"/>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2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1" y="2"/>
                  </a:lnTo>
                  <a:lnTo>
                    <a:pt x="196" y="8"/>
                  </a:lnTo>
                  <a:lnTo>
                    <a:pt x="171" y="19"/>
                  </a:lnTo>
                  <a:lnTo>
                    <a:pt x="150" y="34"/>
                  </a:lnTo>
                  <a:lnTo>
                    <a:pt x="128" y="52"/>
                  </a:lnTo>
                  <a:lnTo>
                    <a:pt x="108" y="74"/>
                  </a:lnTo>
                  <a:lnTo>
                    <a:pt x="89" y="98"/>
                  </a:lnTo>
                  <a:lnTo>
                    <a:pt x="73" y="125"/>
                  </a:lnTo>
                  <a:lnTo>
                    <a:pt x="55" y="156"/>
                  </a:lnTo>
                  <a:lnTo>
                    <a:pt x="41" y="189"/>
                  </a:lnTo>
                  <a:lnTo>
                    <a:pt x="30" y="223"/>
                  </a:lnTo>
                  <a:lnTo>
                    <a:pt x="19" y="261"/>
                  </a:lnTo>
                  <a:lnTo>
                    <a:pt x="11" y="299"/>
                  </a:lnTo>
                  <a:lnTo>
                    <a:pt x="5" y="339"/>
                  </a:lnTo>
                  <a:lnTo>
                    <a:pt x="2" y="382"/>
                  </a:lnTo>
                  <a:lnTo>
                    <a:pt x="0" y="424"/>
                  </a:lnTo>
                  <a:lnTo>
                    <a:pt x="12" y="424"/>
                  </a:lnTo>
                  <a:lnTo>
                    <a:pt x="13" y="382"/>
                  </a:lnTo>
                  <a:lnTo>
                    <a:pt x="17" y="341"/>
                  </a:lnTo>
                  <a:lnTo>
                    <a:pt x="23" y="301"/>
                  </a:lnTo>
                  <a:lnTo>
                    <a:pt x="31" y="264"/>
                  </a:lnTo>
                  <a:lnTo>
                    <a:pt x="41" y="227"/>
                  </a:lnTo>
                  <a:lnTo>
                    <a:pt x="53" y="193"/>
                  </a:lnTo>
                  <a:lnTo>
                    <a:pt x="67" y="161"/>
                  </a:lnTo>
                  <a:lnTo>
                    <a:pt x="82" y="132"/>
                  </a:lnTo>
                  <a:lnTo>
                    <a:pt x="99" y="105"/>
                  </a:lnTo>
                  <a:lnTo>
                    <a:pt x="117" y="81"/>
                  </a:lnTo>
                  <a:lnTo>
                    <a:pt x="137" y="61"/>
                  </a:lnTo>
                  <a:lnTo>
                    <a:pt x="157" y="43"/>
                  </a:lnTo>
                  <a:lnTo>
                    <a:pt x="178" y="30"/>
                  </a:lnTo>
                  <a:lnTo>
                    <a:pt x="201" y="20"/>
                  </a:lnTo>
                  <a:lnTo>
                    <a:pt x="223" y="14"/>
                  </a:lnTo>
                  <a:lnTo>
                    <a:pt x="246" y="12"/>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2874" name="Freeform 72"/>
            <p:cNvSpPr>
              <a:spLocks/>
            </p:cNvSpPr>
            <p:nvPr/>
          </p:nvSpPr>
          <p:spPr bwMode="auto">
            <a:xfrm>
              <a:off x="1565" y="2016"/>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0" y="339"/>
                  </a:lnTo>
                  <a:lnTo>
                    <a:pt x="234" y="299"/>
                  </a:lnTo>
                  <a:lnTo>
                    <a:pt x="226" y="261"/>
                  </a:lnTo>
                  <a:lnTo>
                    <a:pt x="216" y="223"/>
                  </a:lnTo>
                  <a:lnTo>
                    <a:pt x="204" y="189"/>
                  </a:lnTo>
                  <a:lnTo>
                    <a:pt x="190" y="156"/>
                  </a:lnTo>
                  <a:lnTo>
                    <a:pt x="174" y="125"/>
                  </a:lnTo>
                  <a:lnTo>
                    <a:pt x="156" y="98"/>
                  </a:lnTo>
                  <a:lnTo>
                    <a:pt x="138" y="74"/>
                  </a:lnTo>
                  <a:lnTo>
                    <a:pt x="118" y="51"/>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9" y="81"/>
                  </a:lnTo>
                  <a:lnTo>
                    <a:pt x="147" y="105"/>
                  </a:lnTo>
                  <a:lnTo>
                    <a:pt x="164" y="132"/>
                  </a:lnTo>
                  <a:lnTo>
                    <a:pt x="178" y="160"/>
                  </a:lnTo>
                  <a:lnTo>
                    <a:pt x="192" y="193"/>
                  </a:lnTo>
                  <a:lnTo>
                    <a:pt x="204" y="227"/>
                  </a:lnTo>
                  <a:lnTo>
                    <a:pt x="215" y="264"/>
                  </a:lnTo>
                  <a:lnTo>
                    <a:pt x="223" y="301"/>
                  </a:lnTo>
                  <a:lnTo>
                    <a:pt x="229"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2875" name="Freeform 73"/>
            <p:cNvSpPr>
              <a:spLocks/>
            </p:cNvSpPr>
            <p:nvPr/>
          </p:nvSpPr>
          <p:spPr bwMode="auto">
            <a:xfrm>
              <a:off x="1565" y="2101"/>
              <a:ext cx="49" cy="85"/>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6" y="423"/>
                  </a:lnTo>
                  <a:lnTo>
                    <a:pt x="51" y="418"/>
                  </a:lnTo>
                  <a:lnTo>
                    <a:pt x="74" y="407"/>
                  </a:lnTo>
                  <a:lnTo>
                    <a:pt x="96" y="392"/>
                  </a:lnTo>
                  <a:lnTo>
                    <a:pt x="118" y="373"/>
                  </a:lnTo>
                  <a:lnTo>
                    <a:pt x="138" y="351"/>
                  </a:lnTo>
                  <a:lnTo>
                    <a:pt x="156" y="327"/>
                  </a:lnTo>
                  <a:lnTo>
                    <a:pt x="175" y="299"/>
                  </a:lnTo>
                  <a:lnTo>
                    <a:pt x="190" y="269"/>
                  </a:lnTo>
                  <a:lnTo>
                    <a:pt x="204" y="236"/>
                  </a:lnTo>
                  <a:lnTo>
                    <a:pt x="216" y="202"/>
                  </a:lnTo>
                  <a:lnTo>
                    <a:pt x="226" y="164"/>
                  </a:lnTo>
                  <a:lnTo>
                    <a:pt x="234" y="126"/>
                  </a:lnTo>
                  <a:lnTo>
                    <a:pt x="240" y="86"/>
                  </a:lnTo>
                  <a:lnTo>
                    <a:pt x="244" y="42"/>
                  </a:lnTo>
                  <a:lnTo>
                    <a:pt x="245" y="0"/>
                  </a:lnTo>
                  <a:lnTo>
                    <a:pt x="233" y="0"/>
                  </a:lnTo>
                  <a:lnTo>
                    <a:pt x="232" y="42"/>
                  </a:lnTo>
                  <a:lnTo>
                    <a:pt x="229" y="83"/>
                  </a:lnTo>
                  <a:lnTo>
                    <a:pt x="223" y="123"/>
                  </a:lnTo>
                  <a:lnTo>
                    <a:pt x="215" y="162"/>
                  </a:lnTo>
                  <a:lnTo>
                    <a:pt x="204" y="197"/>
                  </a:lnTo>
                  <a:lnTo>
                    <a:pt x="192" y="231"/>
                  </a:lnTo>
                  <a:lnTo>
                    <a:pt x="178" y="264"/>
                  </a:lnTo>
                  <a:lnTo>
                    <a:pt x="163" y="292"/>
                  </a:lnTo>
                  <a:lnTo>
                    <a:pt x="147" y="320"/>
                  </a:lnTo>
                  <a:lnTo>
                    <a:pt x="129" y="344"/>
                  </a:lnTo>
                  <a:lnTo>
                    <a:pt x="109" y="364"/>
                  </a:lnTo>
                  <a:lnTo>
                    <a:pt x="89" y="382"/>
                  </a:lnTo>
                  <a:lnTo>
                    <a:pt x="67" y="395"/>
                  </a:lnTo>
                  <a:lnTo>
                    <a:pt x="46" y="406"/>
                  </a:lnTo>
                  <a:lnTo>
                    <a:pt x="24"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2876" name="Freeform 74"/>
            <p:cNvSpPr>
              <a:spLocks/>
            </p:cNvSpPr>
            <p:nvPr/>
          </p:nvSpPr>
          <p:spPr bwMode="auto">
            <a:xfrm>
              <a:off x="1516" y="2101"/>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5" y="86"/>
                  </a:lnTo>
                  <a:lnTo>
                    <a:pt x="11" y="126"/>
                  </a:lnTo>
                  <a:lnTo>
                    <a:pt x="19" y="164"/>
                  </a:lnTo>
                  <a:lnTo>
                    <a:pt x="30" y="202"/>
                  </a:lnTo>
                  <a:lnTo>
                    <a:pt x="41" y="236"/>
                  </a:lnTo>
                  <a:lnTo>
                    <a:pt x="55" y="269"/>
                  </a:lnTo>
                  <a:lnTo>
                    <a:pt x="71" y="299"/>
                  </a:lnTo>
                  <a:lnTo>
                    <a:pt x="89" y="327"/>
                  </a:lnTo>
                  <a:lnTo>
                    <a:pt x="107" y="351"/>
                  </a:lnTo>
                  <a:lnTo>
                    <a:pt x="127" y="373"/>
                  </a:lnTo>
                  <a:lnTo>
                    <a:pt x="149" y="392"/>
                  </a:lnTo>
                  <a:lnTo>
                    <a:pt x="171" y="407"/>
                  </a:lnTo>
                  <a:lnTo>
                    <a:pt x="195" y="418"/>
                  </a:lnTo>
                  <a:lnTo>
                    <a:pt x="219" y="423"/>
                  </a:lnTo>
                  <a:lnTo>
                    <a:pt x="245" y="426"/>
                  </a:lnTo>
                  <a:lnTo>
                    <a:pt x="245" y="414"/>
                  </a:lnTo>
                  <a:lnTo>
                    <a:pt x="222" y="412"/>
                  </a:lnTo>
                  <a:lnTo>
                    <a:pt x="199" y="406"/>
                  </a:lnTo>
                  <a:lnTo>
                    <a:pt x="178" y="395"/>
                  </a:lnTo>
                  <a:lnTo>
                    <a:pt x="156" y="382"/>
                  </a:lnTo>
                  <a:lnTo>
                    <a:pt x="136" y="364"/>
                  </a:lnTo>
                  <a:lnTo>
                    <a:pt x="116" y="344"/>
                  </a:lnTo>
                  <a:lnTo>
                    <a:pt x="99" y="320"/>
                  </a:lnTo>
                  <a:lnTo>
                    <a:pt x="82" y="292"/>
                  </a:lnTo>
                  <a:lnTo>
                    <a:pt x="67" y="264"/>
                  </a:lnTo>
                  <a:lnTo>
                    <a:pt x="53" y="231"/>
                  </a:lnTo>
                  <a:lnTo>
                    <a:pt x="41" y="197"/>
                  </a:lnTo>
                  <a:lnTo>
                    <a:pt x="31" y="162"/>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2877" name="Freeform 75"/>
            <p:cNvSpPr>
              <a:spLocks/>
            </p:cNvSpPr>
            <p:nvPr/>
          </p:nvSpPr>
          <p:spPr bwMode="auto">
            <a:xfrm>
              <a:off x="1516" y="2016"/>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5" y="8"/>
                  </a:lnTo>
                  <a:lnTo>
                    <a:pt x="171" y="19"/>
                  </a:lnTo>
                  <a:lnTo>
                    <a:pt x="149" y="34"/>
                  </a:lnTo>
                  <a:lnTo>
                    <a:pt x="127" y="51"/>
                  </a:lnTo>
                  <a:lnTo>
                    <a:pt x="107" y="74"/>
                  </a:lnTo>
                  <a:lnTo>
                    <a:pt x="89" y="98"/>
                  </a:lnTo>
                  <a:lnTo>
                    <a:pt x="72" y="125"/>
                  </a:lnTo>
                  <a:lnTo>
                    <a:pt x="55" y="156"/>
                  </a:lnTo>
                  <a:lnTo>
                    <a:pt x="41" y="189"/>
                  </a:lnTo>
                  <a:lnTo>
                    <a:pt x="30" y="223"/>
                  </a:lnTo>
                  <a:lnTo>
                    <a:pt x="19" y="261"/>
                  </a:lnTo>
                  <a:lnTo>
                    <a:pt x="11" y="299"/>
                  </a:lnTo>
                  <a:lnTo>
                    <a:pt x="5" y="339"/>
                  </a:lnTo>
                  <a:lnTo>
                    <a:pt x="1" y="382"/>
                  </a:lnTo>
                  <a:lnTo>
                    <a:pt x="0" y="424"/>
                  </a:lnTo>
                  <a:lnTo>
                    <a:pt x="12" y="424"/>
                  </a:lnTo>
                  <a:lnTo>
                    <a:pt x="13" y="382"/>
                  </a:lnTo>
                  <a:lnTo>
                    <a:pt x="17" y="341"/>
                  </a:lnTo>
                  <a:lnTo>
                    <a:pt x="23" y="301"/>
                  </a:lnTo>
                  <a:lnTo>
                    <a:pt x="31" y="264"/>
                  </a:lnTo>
                  <a:lnTo>
                    <a:pt x="41" y="227"/>
                  </a:lnTo>
                  <a:lnTo>
                    <a:pt x="53" y="193"/>
                  </a:lnTo>
                  <a:lnTo>
                    <a:pt x="67" y="160"/>
                  </a:lnTo>
                  <a:lnTo>
                    <a:pt x="81" y="132"/>
                  </a:lnTo>
                  <a:lnTo>
                    <a:pt x="99" y="105"/>
                  </a:lnTo>
                  <a:lnTo>
                    <a:pt x="116" y="81"/>
                  </a:lnTo>
                  <a:lnTo>
                    <a:pt x="136" y="61"/>
                  </a:lnTo>
                  <a:lnTo>
                    <a:pt x="156" y="43"/>
                  </a:lnTo>
                  <a:lnTo>
                    <a:pt x="178" y="30"/>
                  </a:lnTo>
                  <a:lnTo>
                    <a:pt x="199" y="20"/>
                  </a:lnTo>
                  <a:lnTo>
                    <a:pt x="222"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sp>
        <p:nvSpPr>
          <p:cNvPr id="162824" name="Rectangle 77"/>
          <p:cNvSpPr>
            <a:spLocks noChangeArrowheads="1"/>
          </p:cNvSpPr>
          <p:nvPr/>
        </p:nvSpPr>
        <p:spPr bwMode="auto">
          <a:xfrm>
            <a:off x="611188" y="0"/>
            <a:ext cx="6388100" cy="6477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3000"/>
              <a:t>Sem. 3 - Mercredi</a:t>
            </a:r>
          </a:p>
        </p:txBody>
      </p:sp>
      <p:sp>
        <p:nvSpPr>
          <p:cNvPr id="162825" name="Text Box 78"/>
          <p:cNvSpPr txBox="1">
            <a:spLocks noChangeArrowheads="1"/>
          </p:cNvSpPr>
          <p:nvPr/>
        </p:nvSpPr>
        <p:spPr bwMode="auto">
          <a:xfrm>
            <a:off x="566738" y="2697163"/>
            <a:ext cx="3217862"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2. Pas de commandes</a:t>
            </a:r>
          </a:p>
        </p:txBody>
      </p:sp>
      <p:sp>
        <p:nvSpPr>
          <p:cNvPr id="162826" name="Text Box 79"/>
          <p:cNvSpPr txBox="1">
            <a:spLocks noChangeArrowheads="1"/>
          </p:cNvSpPr>
          <p:nvPr/>
        </p:nvSpPr>
        <p:spPr bwMode="auto">
          <a:xfrm>
            <a:off x="566738" y="5211763"/>
            <a:ext cx="6543675" cy="4429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eaLnBrk="1" hangingPunct="1">
              <a:spcBef>
                <a:spcPct val="0"/>
              </a:spcBef>
              <a:buFontTx/>
              <a:buNone/>
            </a:pPr>
            <a:r>
              <a:rPr lang="fr-FR" altLang="fr-FR" sz="2300"/>
              <a:t>4. Pointez la production sur votre feuille de suivi</a:t>
            </a:r>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63842" name="Group 2"/>
          <p:cNvGrpSpPr>
            <a:grpSpLocks/>
          </p:cNvGrpSpPr>
          <p:nvPr/>
        </p:nvGrpSpPr>
        <p:grpSpPr bwMode="auto">
          <a:xfrm>
            <a:off x="7073900" y="215900"/>
            <a:ext cx="1878013" cy="1250950"/>
            <a:chOff x="4456" y="136"/>
            <a:chExt cx="1183" cy="788"/>
          </a:xfrm>
        </p:grpSpPr>
        <p:grpSp>
          <p:nvGrpSpPr>
            <p:cNvPr id="163902" name="Group 3"/>
            <p:cNvGrpSpPr>
              <a:grpSpLocks/>
            </p:cNvGrpSpPr>
            <p:nvPr/>
          </p:nvGrpSpPr>
          <p:grpSpPr bwMode="auto">
            <a:xfrm>
              <a:off x="4766" y="232"/>
              <a:ext cx="873" cy="692"/>
              <a:chOff x="2185" y="310"/>
              <a:chExt cx="873" cy="692"/>
            </a:xfrm>
          </p:grpSpPr>
          <p:sp>
            <p:nvSpPr>
              <p:cNvPr id="163913" name="Freeform 4"/>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accent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3914" name="Freeform 5"/>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3915" name="Freeform 6"/>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3916" name="Freeform 7"/>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3917" name="Freeform 8"/>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3918" name="Freeform 9"/>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3919" name="Freeform 10"/>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grpSp>
          <p:nvGrpSpPr>
            <p:cNvPr id="163903" name="Group 11"/>
            <p:cNvGrpSpPr>
              <a:grpSpLocks/>
            </p:cNvGrpSpPr>
            <p:nvPr/>
          </p:nvGrpSpPr>
          <p:grpSpPr bwMode="auto">
            <a:xfrm>
              <a:off x="4949" y="336"/>
              <a:ext cx="591" cy="468"/>
              <a:chOff x="2185" y="310"/>
              <a:chExt cx="873" cy="692"/>
            </a:xfrm>
          </p:grpSpPr>
          <p:sp>
            <p:nvSpPr>
              <p:cNvPr id="163906" name="Freeform 12"/>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3907" name="Freeform 13"/>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3908" name="Freeform 14"/>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3909" name="Freeform 15"/>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3910" name="Freeform 16"/>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3911" name="Freeform 17"/>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3912" name="Freeform 18"/>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pic>
          <p:nvPicPr>
            <p:cNvPr id="163904" name="Picture 19"/>
            <p:cNvPicPr>
              <a:picLocks noChangeAspect="1" noChangeArrowheads="1"/>
            </p:cNvPicPr>
            <p:nvPr/>
          </p:nvPicPr>
          <p:blipFill>
            <a:blip r:embed="rId3" cstate="print">
              <a:extLst>
                <a:ext uri="{28A0092B-C50C-407E-A947-70E740481C1C}">
                  <a14:useLocalDpi xmlns:a14="http://schemas.microsoft.com/office/drawing/2010/main" val="0"/>
                </a:ext>
              </a:extLst>
            </a:blip>
            <a:srcRect l="-4282" t="-4369" r="-5199" b="-12012"/>
            <a:stretch>
              <a:fillRect/>
            </a:stretch>
          </p:blipFill>
          <p:spPr bwMode="auto">
            <a:xfrm>
              <a:off x="4456" y="136"/>
              <a:ext cx="480" cy="5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63905" name="Text Box 20"/>
            <p:cNvSpPr txBox="1">
              <a:spLocks noChangeArrowheads="1"/>
            </p:cNvSpPr>
            <p:nvPr/>
          </p:nvSpPr>
          <p:spPr bwMode="auto">
            <a:xfrm>
              <a:off x="4946" y="314"/>
              <a:ext cx="596" cy="49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4500" b="1">
                  <a:solidFill>
                    <a:srgbClr val="FF0000"/>
                  </a:solidFill>
                  <a:latin typeface="Arial Black" pitchFamily="34" charset="0"/>
                </a:rPr>
                <a:t>22</a:t>
              </a:r>
              <a:endParaRPr lang="fr-FR" altLang="fr-FR" sz="3200">
                <a:solidFill>
                  <a:schemeClr val="tx1"/>
                </a:solidFill>
                <a:latin typeface="Arial Black" pitchFamily="34" charset="0"/>
              </a:endParaRPr>
            </a:p>
          </p:txBody>
        </p:sp>
      </p:grpSp>
      <p:sp>
        <p:nvSpPr>
          <p:cNvPr id="163844" name="Text Box 22"/>
          <p:cNvSpPr txBox="1">
            <a:spLocks noChangeArrowheads="1"/>
          </p:cNvSpPr>
          <p:nvPr/>
        </p:nvSpPr>
        <p:spPr bwMode="auto">
          <a:xfrm>
            <a:off x="566738" y="1363663"/>
            <a:ext cx="1946275"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1. Tirez le dé</a:t>
            </a:r>
          </a:p>
        </p:txBody>
      </p:sp>
      <p:sp>
        <p:nvSpPr>
          <p:cNvPr id="163845" name="Text Box 23"/>
          <p:cNvSpPr txBox="1">
            <a:spLocks noChangeArrowheads="1"/>
          </p:cNvSpPr>
          <p:nvPr/>
        </p:nvSpPr>
        <p:spPr bwMode="auto">
          <a:xfrm>
            <a:off x="566738" y="3935413"/>
            <a:ext cx="18796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3. Produisez</a:t>
            </a:r>
          </a:p>
        </p:txBody>
      </p:sp>
      <p:grpSp>
        <p:nvGrpSpPr>
          <p:cNvPr id="163846" name="Group 24"/>
          <p:cNvGrpSpPr>
            <a:grpSpLocks/>
          </p:cNvGrpSpPr>
          <p:nvPr/>
        </p:nvGrpSpPr>
        <p:grpSpPr bwMode="auto">
          <a:xfrm>
            <a:off x="2986088" y="1306513"/>
            <a:ext cx="446087" cy="534987"/>
            <a:chOff x="868" y="1439"/>
            <a:chExt cx="811" cy="972"/>
          </a:xfrm>
        </p:grpSpPr>
        <p:sp>
          <p:nvSpPr>
            <p:cNvPr id="163851" name="Freeform 25"/>
            <p:cNvSpPr>
              <a:spLocks/>
            </p:cNvSpPr>
            <p:nvPr/>
          </p:nvSpPr>
          <p:spPr bwMode="auto">
            <a:xfrm>
              <a:off x="1548" y="2014"/>
              <a:ext cx="123" cy="100"/>
            </a:xfrm>
            <a:custGeom>
              <a:avLst/>
              <a:gdLst>
                <a:gd name="T0" fmla="*/ 5 w 618"/>
                <a:gd name="T1" fmla="*/ 0 h 502"/>
                <a:gd name="T2" fmla="*/ 5 w 618"/>
                <a:gd name="T3" fmla="*/ 0 h 502"/>
                <a:gd name="T4" fmla="*/ 0 w 618"/>
                <a:gd name="T5" fmla="*/ 4 h 502"/>
                <a:gd name="T6" fmla="*/ 0 w 618"/>
                <a:gd name="T7" fmla="*/ 4 h 502"/>
                <a:gd name="T8" fmla="*/ 5 w 618"/>
                <a:gd name="T9" fmla="*/ 0 h 502"/>
                <a:gd name="T10" fmla="*/ 5 w 618"/>
                <a:gd name="T11" fmla="*/ 0 h 502"/>
                <a:gd name="T12" fmla="*/ 5 w 618"/>
                <a:gd name="T13" fmla="*/ 0 h 502"/>
                <a:gd name="T14" fmla="*/ 5 w 618"/>
                <a:gd name="T15" fmla="*/ 0 h 502"/>
                <a:gd name="T16" fmla="*/ 5 w 618"/>
                <a:gd name="T17" fmla="*/ 0 h 502"/>
                <a:gd name="T18" fmla="*/ 5 w 618"/>
                <a:gd name="T19" fmla="*/ 0 h 502"/>
                <a:gd name="T20" fmla="*/ 5 w 618"/>
                <a:gd name="T21" fmla="*/ 0 h 502"/>
                <a:gd name="T22" fmla="*/ 5 w 618"/>
                <a:gd name="T23" fmla="*/ 0 h 502"/>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618"/>
                <a:gd name="T37" fmla="*/ 0 h 502"/>
                <a:gd name="T38" fmla="*/ 618 w 618"/>
                <a:gd name="T39" fmla="*/ 502 h 502"/>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618" h="502">
                  <a:moveTo>
                    <a:pt x="611" y="0"/>
                  </a:moveTo>
                  <a:lnTo>
                    <a:pt x="606" y="2"/>
                  </a:lnTo>
                  <a:lnTo>
                    <a:pt x="0" y="490"/>
                  </a:lnTo>
                  <a:lnTo>
                    <a:pt x="10" y="502"/>
                  </a:lnTo>
                  <a:lnTo>
                    <a:pt x="616" y="14"/>
                  </a:lnTo>
                  <a:lnTo>
                    <a:pt x="611" y="16"/>
                  </a:lnTo>
                  <a:lnTo>
                    <a:pt x="616" y="14"/>
                  </a:lnTo>
                  <a:lnTo>
                    <a:pt x="618" y="9"/>
                  </a:lnTo>
                  <a:lnTo>
                    <a:pt x="617" y="3"/>
                  </a:lnTo>
                  <a:lnTo>
                    <a:pt x="612" y="1"/>
                  </a:lnTo>
                  <a:lnTo>
                    <a:pt x="606" y="2"/>
                  </a:lnTo>
                  <a:lnTo>
                    <a:pt x="611"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3852" name="Freeform 26"/>
            <p:cNvSpPr>
              <a:spLocks/>
            </p:cNvSpPr>
            <p:nvPr/>
          </p:nvSpPr>
          <p:spPr bwMode="auto">
            <a:xfrm>
              <a:off x="876" y="1852"/>
              <a:ext cx="82" cy="373"/>
            </a:xfrm>
            <a:custGeom>
              <a:avLst/>
              <a:gdLst>
                <a:gd name="T0" fmla="*/ 3 w 413"/>
                <a:gd name="T1" fmla="*/ 15 h 1865"/>
                <a:gd name="T2" fmla="*/ 3 w 413"/>
                <a:gd name="T3" fmla="*/ 15 h 1865"/>
                <a:gd name="T4" fmla="*/ 0 w 413"/>
                <a:gd name="T5" fmla="*/ 0 h 1865"/>
                <a:gd name="T6" fmla="*/ 0 w 413"/>
                <a:gd name="T7" fmla="*/ 0 h 1865"/>
                <a:gd name="T8" fmla="*/ 3 w 413"/>
                <a:gd name="T9" fmla="*/ 15 h 1865"/>
                <a:gd name="T10" fmla="*/ 3 w 413"/>
                <a:gd name="T11" fmla="*/ 15 h 1865"/>
                <a:gd name="T12" fmla="*/ 3 w 413"/>
                <a:gd name="T13" fmla="*/ 15 h 1865"/>
                <a:gd name="T14" fmla="*/ 3 w 413"/>
                <a:gd name="T15" fmla="*/ 15 h 1865"/>
                <a:gd name="T16" fmla="*/ 3 w 413"/>
                <a:gd name="T17" fmla="*/ 15 h 1865"/>
                <a:gd name="T18" fmla="*/ 3 w 413"/>
                <a:gd name="T19" fmla="*/ 15 h 1865"/>
                <a:gd name="T20" fmla="*/ 3 w 413"/>
                <a:gd name="T21" fmla="*/ 15 h 1865"/>
                <a:gd name="T22" fmla="*/ 3 w 413"/>
                <a:gd name="T23" fmla="*/ 15 h 186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413"/>
                <a:gd name="T37" fmla="*/ 0 h 1865"/>
                <a:gd name="T38" fmla="*/ 413 w 413"/>
                <a:gd name="T39" fmla="*/ 1865 h 1865"/>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413" h="1865">
                  <a:moveTo>
                    <a:pt x="400" y="1864"/>
                  </a:moveTo>
                  <a:lnTo>
                    <a:pt x="413" y="1856"/>
                  </a:lnTo>
                  <a:lnTo>
                    <a:pt x="17" y="0"/>
                  </a:lnTo>
                  <a:lnTo>
                    <a:pt x="0" y="2"/>
                  </a:lnTo>
                  <a:lnTo>
                    <a:pt x="396" y="1858"/>
                  </a:lnTo>
                  <a:lnTo>
                    <a:pt x="409" y="1850"/>
                  </a:lnTo>
                  <a:lnTo>
                    <a:pt x="396" y="1858"/>
                  </a:lnTo>
                  <a:lnTo>
                    <a:pt x="400" y="1864"/>
                  </a:lnTo>
                  <a:lnTo>
                    <a:pt x="406" y="1865"/>
                  </a:lnTo>
                  <a:lnTo>
                    <a:pt x="410" y="1862"/>
                  </a:lnTo>
                  <a:lnTo>
                    <a:pt x="413" y="1856"/>
                  </a:lnTo>
                  <a:lnTo>
                    <a:pt x="400" y="186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3853" name="Freeform 27"/>
            <p:cNvSpPr>
              <a:spLocks/>
            </p:cNvSpPr>
            <p:nvPr/>
          </p:nvSpPr>
          <p:spPr bwMode="auto">
            <a:xfrm>
              <a:off x="1282" y="1533"/>
              <a:ext cx="35" cy="161"/>
            </a:xfrm>
            <a:custGeom>
              <a:avLst/>
              <a:gdLst>
                <a:gd name="T0" fmla="*/ 1 w 175"/>
                <a:gd name="T1" fmla="*/ 6 h 807"/>
                <a:gd name="T2" fmla="*/ 1 w 175"/>
                <a:gd name="T3" fmla="*/ 6 h 807"/>
                <a:gd name="T4" fmla="*/ 1 w 175"/>
                <a:gd name="T5" fmla="*/ 6 h 807"/>
                <a:gd name="T6" fmla="*/ 1 w 175"/>
                <a:gd name="T7" fmla="*/ 5 h 807"/>
                <a:gd name="T8" fmla="*/ 1 w 175"/>
                <a:gd name="T9" fmla="*/ 5 h 807"/>
                <a:gd name="T10" fmla="*/ 1 w 175"/>
                <a:gd name="T11" fmla="*/ 5 h 807"/>
                <a:gd name="T12" fmla="*/ 1 w 175"/>
                <a:gd name="T13" fmla="*/ 4 h 807"/>
                <a:gd name="T14" fmla="*/ 1 w 175"/>
                <a:gd name="T15" fmla="*/ 4 h 807"/>
                <a:gd name="T16" fmla="*/ 1 w 175"/>
                <a:gd name="T17" fmla="*/ 3 h 807"/>
                <a:gd name="T18" fmla="*/ 1 w 175"/>
                <a:gd name="T19" fmla="*/ 3 h 807"/>
                <a:gd name="T20" fmla="*/ 1 w 175"/>
                <a:gd name="T21" fmla="*/ 3 h 807"/>
                <a:gd name="T22" fmla="*/ 1 w 175"/>
                <a:gd name="T23" fmla="*/ 2 h 807"/>
                <a:gd name="T24" fmla="*/ 1 w 175"/>
                <a:gd name="T25" fmla="*/ 2 h 807"/>
                <a:gd name="T26" fmla="*/ 1 w 175"/>
                <a:gd name="T27" fmla="*/ 2 h 807"/>
                <a:gd name="T28" fmla="*/ 1 w 175"/>
                <a:gd name="T29" fmla="*/ 1 h 807"/>
                <a:gd name="T30" fmla="*/ 1 w 175"/>
                <a:gd name="T31" fmla="*/ 1 h 807"/>
                <a:gd name="T32" fmla="*/ 1 w 175"/>
                <a:gd name="T33" fmla="*/ 1 h 807"/>
                <a:gd name="T34" fmla="*/ 1 w 175"/>
                <a:gd name="T35" fmla="*/ 0 h 807"/>
                <a:gd name="T36" fmla="*/ 1 w 175"/>
                <a:gd name="T37" fmla="*/ 0 h 807"/>
                <a:gd name="T38" fmla="*/ 1 w 175"/>
                <a:gd name="T39" fmla="*/ 0 h 807"/>
                <a:gd name="T40" fmla="*/ 0 w 175"/>
                <a:gd name="T41" fmla="*/ 1 h 807"/>
                <a:gd name="T42" fmla="*/ 0 w 175"/>
                <a:gd name="T43" fmla="*/ 1 h 807"/>
                <a:gd name="T44" fmla="*/ 0 w 175"/>
                <a:gd name="T45" fmla="*/ 1 h 807"/>
                <a:gd name="T46" fmla="*/ 0 w 175"/>
                <a:gd name="T47" fmla="*/ 2 h 807"/>
                <a:gd name="T48" fmla="*/ 0 w 175"/>
                <a:gd name="T49" fmla="*/ 2 h 807"/>
                <a:gd name="T50" fmla="*/ 0 w 175"/>
                <a:gd name="T51" fmla="*/ 3 h 807"/>
                <a:gd name="T52" fmla="*/ 0 w 175"/>
                <a:gd name="T53" fmla="*/ 3 h 807"/>
                <a:gd name="T54" fmla="*/ 0 w 175"/>
                <a:gd name="T55" fmla="*/ 3 h 807"/>
                <a:gd name="T56" fmla="*/ 0 w 175"/>
                <a:gd name="T57" fmla="*/ 4 h 807"/>
                <a:gd name="T58" fmla="*/ 0 w 175"/>
                <a:gd name="T59" fmla="*/ 4 h 807"/>
                <a:gd name="T60" fmla="*/ 0 w 175"/>
                <a:gd name="T61" fmla="*/ 5 h 807"/>
                <a:gd name="T62" fmla="*/ 0 w 175"/>
                <a:gd name="T63" fmla="*/ 5 h 807"/>
                <a:gd name="T64" fmla="*/ 0 w 175"/>
                <a:gd name="T65" fmla="*/ 5 h 807"/>
                <a:gd name="T66" fmla="*/ 1 w 175"/>
                <a:gd name="T67" fmla="*/ 6 h 807"/>
                <a:gd name="T68" fmla="*/ 1 w 175"/>
                <a:gd name="T69" fmla="*/ 6 h 807"/>
                <a:gd name="T70" fmla="*/ 1 w 175"/>
                <a:gd name="T71" fmla="*/ 6 h 807"/>
                <a:gd name="T72" fmla="*/ 1 w 175"/>
                <a:gd name="T73" fmla="*/ 6 h 807"/>
                <a:gd name="T74" fmla="*/ 1 w 175"/>
                <a:gd name="T75" fmla="*/ 6 h 807"/>
                <a:gd name="T76" fmla="*/ 1 w 175"/>
                <a:gd name="T77" fmla="*/ 6 h 807"/>
                <a:gd name="T78" fmla="*/ 1 w 175"/>
                <a:gd name="T79" fmla="*/ 6 h 807"/>
                <a:gd name="T80" fmla="*/ 1 w 175"/>
                <a:gd name="T81" fmla="*/ 6 h 807"/>
                <a:gd name="T82" fmla="*/ 1 w 175"/>
                <a:gd name="T83" fmla="*/ 6 h 807"/>
                <a:gd name="T84" fmla="*/ 1 w 175"/>
                <a:gd name="T85" fmla="*/ 6 h 807"/>
                <a:gd name="T86" fmla="*/ 1 w 175"/>
                <a:gd name="T87" fmla="*/ 6 h 807"/>
                <a:gd name="T88" fmla="*/ 1 w 175"/>
                <a:gd name="T89" fmla="*/ 6 h 807"/>
                <a:gd name="T90" fmla="*/ 1 w 175"/>
                <a:gd name="T91" fmla="*/ 6 h 80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175"/>
                <a:gd name="T139" fmla="*/ 0 h 807"/>
                <a:gd name="T140" fmla="*/ 175 w 175"/>
                <a:gd name="T141" fmla="*/ 807 h 80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175" h="807">
                  <a:moveTo>
                    <a:pt x="169" y="740"/>
                  </a:moveTo>
                  <a:lnTo>
                    <a:pt x="169" y="739"/>
                  </a:lnTo>
                  <a:lnTo>
                    <a:pt x="149" y="698"/>
                  </a:lnTo>
                  <a:lnTo>
                    <a:pt x="133" y="656"/>
                  </a:lnTo>
                  <a:lnTo>
                    <a:pt x="120" y="611"/>
                  </a:lnTo>
                  <a:lnTo>
                    <a:pt x="108" y="565"/>
                  </a:lnTo>
                  <a:lnTo>
                    <a:pt x="100" y="520"/>
                  </a:lnTo>
                  <a:lnTo>
                    <a:pt x="96" y="472"/>
                  </a:lnTo>
                  <a:lnTo>
                    <a:pt x="93" y="425"/>
                  </a:lnTo>
                  <a:lnTo>
                    <a:pt x="93" y="377"/>
                  </a:lnTo>
                  <a:lnTo>
                    <a:pt x="96" y="330"/>
                  </a:lnTo>
                  <a:lnTo>
                    <a:pt x="100" y="283"/>
                  </a:lnTo>
                  <a:lnTo>
                    <a:pt x="106" y="238"/>
                  </a:lnTo>
                  <a:lnTo>
                    <a:pt x="115" y="195"/>
                  </a:lnTo>
                  <a:lnTo>
                    <a:pt x="126" y="153"/>
                  </a:lnTo>
                  <a:lnTo>
                    <a:pt x="139" y="114"/>
                  </a:lnTo>
                  <a:lnTo>
                    <a:pt x="153" y="77"/>
                  </a:lnTo>
                  <a:lnTo>
                    <a:pt x="169" y="43"/>
                  </a:lnTo>
                  <a:lnTo>
                    <a:pt x="87" y="0"/>
                  </a:lnTo>
                  <a:lnTo>
                    <a:pt x="69" y="39"/>
                  </a:lnTo>
                  <a:lnTo>
                    <a:pt x="52" y="81"/>
                  </a:lnTo>
                  <a:lnTo>
                    <a:pt x="37" y="127"/>
                  </a:lnTo>
                  <a:lnTo>
                    <a:pt x="24" y="174"/>
                  </a:lnTo>
                  <a:lnTo>
                    <a:pt x="15" y="222"/>
                  </a:lnTo>
                  <a:lnTo>
                    <a:pt x="7" y="271"/>
                  </a:lnTo>
                  <a:lnTo>
                    <a:pt x="2" y="323"/>
                  </a:lnTo>
                  <a:lnTo>
                    <a:pt x="0" y="374"/>
                  </a:lnTo>
                  <a:lnTo>
                    <a:pt x="0" y="427"/>
                  </a:lnTo>
                  <a:lnTo>
                    <a:pt x="2" y="479"/>
                  </a:lnTo>
                  <a:lnTo>
                    <a:pt x="9" y="531"/>
                  </a:lnTo>
                  <a:lnTo>
                    <a:pt x="17" y="584"/>
                  </a:lnTo>
                  <a:lnTo>
                    <a:pt x="29" y="635"/>
                  </a:lnTo>
                  <a:lnTo>
                    <a:pt x="44" y="686"/>
                  </a:lnTo>
                  <a:lnTo>
                    <a:pt x="65" y="736"/>
                  </a:lnTo>
                  <a:lnTo>
                    <a:pt x="87" y="784"/>
                  </a:lnTo>
                  <a:lnTo>
                    <a:pt x="87" y="782"/>
                  </a:lnTo>
                  <a:lnTo>
                    <a:pt x="87" y="784"/>
                  </a:lnTo>
                  <a:lnTo>
                    <a:pt x="100" y="799"/>
                  </a:lnTo>
                  <a:lnTo>
                    <a:pt x="117" y="807"/>
                  </a:lnTo>
                  <a:lnTo>
                    <a:pt x="134" y="807"/>
                  </a:lnTo>
                  <a:lnTo>
                    <a:pt x="151" y="801"/>
                  </a:lnTo>
                  <a:lnTo>
                    <a:pt x="164" y="791"/>
                  </a:lnTo>
                  <a:lnTo>
                    <a:pt x="173" y="777"/>
                  </a:lnTo>
                  <a:lnTo>
                    <a:pt x="175" y="759"/>
                  </a:lnTo>
                  <a:lnTo>
                    <a:pt x="169" y="739"/>
                  </a:lnTo>
                  <a:lnTo>
                    <a:pt x="169" y="74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3854" name="Freeform 28"/>
            <p:cNvSpPr>
              <a:spLocks/>
            </p:cNvSpPr>
            <p:nvPr/>
          </p:nvSpPr>
          <p:spPr bwMode="auto">
            <a:xfrm>
              <a:off x="1299" y="1681"/>
              <a:ext cx="157" cy="281"/>
            </a:xfrm>
            <a:custGeom>
              <a:avLst/>
              <a:gdLst>
                <a:gd name="T0" fmla="*/ 6 w 787"/>
                <a:gd name="T1" fmla="*/ 11 h 1404"/>
                <a:gd name="T2" fmla="*/ 6 w 787"/>
                <a:gd name="T3" fmla="*/ 11 h 1404"/>
                <a:gd name="T4" fmla="*/ 1 w 787"/>
                <a:gd name="T5" fmla="*/ 0 h 1404"/>
                <a:gd name="T6" fmla="*/ 0 w 787"/>
                <a:gd name="T7" fmla="*/ 0 h 1404"/>
                <a:gd name="T8" fmla="*/ 6 w 787"/>
                <a:gd name="T9" fmla="*/ 11 h 1404"/>
                <a:gd name="T10" fmla="*/ 6 w 787"/>
                <a:gd name="T11" fmla="*/ 11 h 1404"/>
                <a:gd name="T12" fmla="*/ 6 w 787"/>
                <a:gd name="T13" fmla="*/ 11 h 1404"/>
                <a:gd name="T14" fmla="*/ 6 w 787"/>
                <a:gd name="T15" fmla="*/ 11 h 1404"/>
                <a:gd name="T16" fmla="*/ 6 w 787"/>
                <a:gd name="T17" fmla="*/ 11 h 1404"/>
                <a:gd name="T18" fmla="*/ 6 w 787"/>
                <a:gd name="T19" fmla="*/ 11 h 1404"/>
                <a:gd name="T20" fmla="*/ 6 w 787"/>
                <a:gd name="T21" fmla="*/ 11 h 1404"/>
                <a:gd name="T22" fmla="*/ 6 w 787"/>
                <a:gd name="T23" fmla="*/ 11 h 1404"/>
                <a:gd name="T24" fmla="*/ 6 w 787"/>
                <a:gd name="T25" fmla="*/ 11 h 1404"/>
                <a:gd name="T26" fmla="*/ 6 w 787"/>
                <a:gd name="T27" fmla="*/ 11 h 1404"/>
                <a:gd name="T28" fmla="*/ 6 w 787"/>
                <a:gd name="T29" fmla="*/ 11 h 1404"/>
                <a:gd name="T30" fmla="*/ 6 w 787"/>
                <a:gd name="T31" fmla="*/ 11 h 1404"/>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787"/>
                <a:gd name="T49" fmla="*/ 0 h 1404"/>
                <a:gd name="T50" fmla="*/ 787 w 787"/>
                <a:gd name="T51" fmla="*/ 1404 h 1404"/>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787" h="1404">
                  <a:moveTo>
                    <a:pt x="781" y="1334"/>
                  </a:moveTo>
                  <a:lnTo>
                    <a:pt x="781" y="1337"/>
                  </a:lnTo>
                  <a:lnTo>
                    <a:pt x="82" y="0"/>
                  </a:lnTo>
                  <a:lnTo>
                    <a:pt x="0" y="42"/>
                  </a:lnTo>
                  <a:lnTo>
                    <a:pt x="699" y="1379"/>
                  </a:lnTo>
                  <a:lnTo>
                    <a:pt x="699" y="1381"/>
                  </a:lnTo>
                  <a:lnTo>
                    <a:pt x="699" y="1379"/>
                  </a:lnTo>
                  <a:lnTo>
                    <a:pt x="712" y="1395"/>
                  </a:lnTo>
                  <a:lnTo>
                    <a:pt x="727" y="1402"/>
                  </a:lnTo>
                  <a:lnTo>
                    <a:pt x="744" y="1404"/>
                  </a:lnTo>
                  <a:lnTo>
                    <a:pt x="761" y="1398"/>
                  </a:lnTo>
                  <a:lnTo>
                    <a:pt x="775" y="1388"/>
                  </a:lnTo>
                  <a:lnTo>
                    <a:pt x="784" y="1373"/>
                  </a:lnTo>
                  <a:lnTo>
                    <a:pt x="787" y="1357"/>
                  </a:lnTo>
                  <a:lnTo>
                    <a:pt x="781" y="1337"/>
                  </a:lnTo>
                  <a:lnTo>
                    <a:pt x="781" y="13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3855" name="Freeform 29"/>
            <p:cNvSpPr>
              <a:spLocks/>
            </p:cNvSpPr>
            <p:nvPr/>
          </p:nvSpPr>
          <p:spPr bwMode="auto">
            <a:xfrm>
              <a:off x="1439" y="1948"/>
              <a:ext cx="125" cy="76"/>
            </a:xfrm>
            <a:custGeom>
              <a:avLst/>
              <a:gdLst>
                <a:gd name="T0" fmla="*/ 5 w 628"/>
                <a:gd name="T1" fmla="*/ 2 h 383"/>
                <a:gd name="T2" fmla="*/ 5 w 628"/>
                <a:gd name="T3" fmla="*/ 2 h 383"/>
                <a:gd name="T4" fmla="*/ 4 w 628"/>
                <a:gd name="T5" fmla="*/ 2 h 383"/>
                <a:gd name="T6" fmla="*/ 4 w 628"/>
                <a:gd name="T7" fmla="*/ 2 h 383"/>
                <a:gd name="T8" fmla="*/ 4 w 628"/>
                <a:gd name="T9" fmla="*/ 2 h 383"/>
                <a:gd name="T10" fmla="*/ 3 w 628"/>
                <a:gd name="T11" fmla="*/ 2 h 383"/>
                <a:gd name="T12" fmla="*/ 3 w 628"/>
                <a:gd name="T13" fmla="*/ 2 h 383"/>
                <a:gd name="T14" fmla="*/ 3 w 628"/>
                <a:gd name="T15" fmla="*/ 2 h 383"/>
                <a:gd name="T16" fmla="*/ 3 w 628"/>
                <a:gd name="T17" fmla="*/ 2 h 383"/>
                <a:gd name="T18" fmla="*/ 2 w 628"/>
                <a:gd name="T19" fmla="*/ 2 h 383"/>
                <a:gd name="T20" fmla="*/ 2 w 628"/>
                <a:gd name="T21" fmla="*/ 2 h 383"/>
                <a:gd name="T22" fmla="*/ 2 w 628"/>
                <a:gd name="T23" fmla="*/ 1 h 383"/>
                <a:gd name="T24" fmla="*/ 2 w 628"/>
                <a:gd name="T25" fmla="*/ 1 h 383"/>
                <a:gd name="T26" fmla="*/ 1 w 628"/>
                <a:gd name="T27" fmla="*/ 1 h 383"/>
                <a:gd name="T28" fmla="*/ 1 w 628"/>
                <a:gd name="T29" fmla="*/ 1 h 383"/>
                <a:gd name="T30" fmla="*/ 1 w 628"/>
                <a:gd name="T31" fmla="*/ 1 h 383"/>
                <a:gd name="T32" fmla="*/ 1 w 628"/>
                <a:gd name="T33" fmla="*/ 0 h 383"/>
                <a:gd name="T34" fmla="*/ 1 w 628"/>
                <a:gd name="T35" fmla="*/ 0 h 383"/>
                <a:gd name="T36" fmla="*/ 0 w 628"/>
                <a:gd name="T37" fmla="*/ 0 h 383"/>
                <a:gd name="T38" fmla="*/ 0 w 628"/>
                <a:gd name="T39" fmla="*/ 1 h 383"/>
                <a:gd name="T40" fmla="*/ 0 w 628"/>
                <a:gd name="T41" fmla="*/ 1 h 383"/>
                <a:gd name="T42" fmla="*/ 1 w 628"/>
                <a:gd name="T43" fmla="*/ 1 h 383"/>
                <a:gd name="T44" fmla="*/ 1 w 628"/>
                <a:gd name="T45" fmla="*/ 1 h 383"/>
                <a:gd name="T46" fmla="*/ 1 w 628"/>
                <a:gd name="T47" fmla="*/ 2 h 383"/>
                <a:gd name="T48" fmla="*/ 1 w 628"/>
                <a:gd name="T49" fmla="*/ 2 h 383"/>
                <a:gd name="T50" fmla="*/ 2 w 628"/>
                <a:gd name="T51" fmla="*/ 2 h 383"/>
                <a:gd name="T52" fmla="*/ 2 w 628"/>
                <a:gd name="T53" fmla="*/ 2 h 383"/>
                <a:gd name="T54" fmla="*/ 2 w 628"/>
                <a:gd name="T55" fmla="*/ 2 h 383"/>
                <a:gd name="T56" fmla="*/ 3 w 628"/>
                <a:gd name="T57" fmla="*/ 3 h 383"/>
                <a:gd name="T58" fmla="*/ 3 w 628"/>
                <a:gd name="T59" fmla="*/ 3 h 383"/>
                <a:gd name="T60" fmla="*/ 3 w 628"/>
                <a:gd name="T61" fmla="*/ 3 h 383"/>
                <a:gd name="T62" fmla="*/ 4 w 628"/>
                <a:gd name="T63" fmla="*/ 3 h 383"/>
                <a:gd name="T64" fmla="*/ 4 w 628"/>
                <a:gd name="T65" fmla="*/ 3 h 383"/>
                <a:gd name="T66" fmla="*/ 4 w 628"/>
                <a:gd name="T67" fmla="*/ 3 h 383"/>
                <a:gd name="T68" fmla="*/ 5 w 628"/>
                <a:gd name="T69" fmla="*/ 3 h 383"/>
                <a:gd name="T70" fmla="*/ 5 w 628"/>
                <a:gd name="T71" fmla="*/ 3 h 383"/>
                <a:gd name="T72" fmla="*/ 5 w 628"/>
                <a:gd name="T73" fmla="*/ 3 h 383"/>
                <a:gd name="T74" fmla="*/ 5 w 628"/>
                <a:gd name="T75" fmla="*/ 3 h 383"/>
                <a:gd name="T76" fmla="*/ 5 w 628"/>
                <a:gd name="T77" fmla="*/ 3 h 383"/>
                <a:gd name="T78" fmla="*/ 5 w 628"/>
                <a:gd name="T79" fmla="*/ 3 h 383"/>
                <a:gd name="T80" fmla="*/ 5 w 628"/>
                <a:gd name="T81" fmla="*/ 3 h 383"/>
                <a:gd name="T82" fmla="*/ 5 w 628"/>
                <a:gd name="T83" fmla="*/ 3 h 383"/>
                <a:gd name="T84" fmla="*/ 5 w 628"/>
                <a:gd name="T85" fmla="*/ 2 h 383"/>
                <a:gd name="T86" fmla="*/ 5 w 628"/>
                <a:gd name="T87" fmla="*/ 2 h 383"/>
                <a:gd name="T88" fmla="*/ 5 w 628"/>
                <a:gd name="T89" fmla="*/ 2 h 383"/>
                <a:gd name="T90" fmla="*/ 5 w 628"/>
                <a:gd name="T91" fmla="*/ 2 h 38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628"/>
                <a:gd name="T139" fmla="*/ 0 h 383"/>
                <a:gd name="T140" fmla="*/ 628 w 628"/>
                <a:gd name="T141" fmla="*/ 383 h 38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628" h="383">
                  <a:moveTo>
                    <a:pt x="581" y="289"/>
                  </a:moveTo>
                  <a:lnTo>
                    <a:pt x="582" y="289"/>
                  </a:lnTo>
                  <a:lnTo>
                    <a:pt x="541" y="287"/>
                  </a:lnTo>
                  <a:lnTo>
                    <a:pt x="500" y="283"/>
                  </a:lnTo>
                  <a:lnTo>
                    <a:pt x="462" y="276"/>
                  </a:lnTo>
                  <a:lnTo>
                    <a:pt x="424" y="268"/>
                  </a:lnTo>
                  <a:lnTo>
                    <a:pt x="389" y="255"/>
                  </a:lnTo>
                  <a:lnTo>
                    <a:pt x="352" y="242"/>
                  </a:lnTo>
                  <a:lnTo>
                    <a:pt x="320" y="227"/>
                  </a:lnTo>
                  <a:lnTo>
                    <a:pt x="287" y="209"/>
                  </a:lnTo>
                  <a:lnTo>
                    <a:pt x="255" y="189"/>
                  </a:lnTo>
                  <a:lnTo>
                    <a:pt x="226" y="168"/>
                  </a:lnTo>
                  <a:lnTo>
                    <a:pt x="198" y="145"/>
                  </a:lnTo>
                  <a:lnTo>
                    <a:pt x="172" y="119"/>
                  </a:lnTo>
                  <a:lnTo>
                    <a:pt x="146" y="92"/>
                  </a:lnTo>
                  <a:lnTo>
                    <a:pt x="122" y="64"/>
                  </a:lnTo>
                  <a:lnTo>
                    <a:pt x="100" y="33"/>
                  </a:lnTo>
                  <a:lnTo>
                    <a:pt x="82" y="0"/>
                  </a:lnTo>
                  <a:lnTo>
                    <a:pt x="0" y="47"/>
                  </a:lnTo>
                  <a:lnTo>
                    <a:pt x="23" y="85"/>
                  </a:lnTo>
                  <a:lnTo>
                    <a:pt x="49" y="120"/>
                  </a:lnTo>
                  <a:lnTo>
                    <a:pt x="76" y="153"/>
                  </a:lnTo>
                  <a:lnTo>
                    <a:pt x="104" y="185"/>
                  </a:lnTo>
                  <a:lnTo>
                    <a:pt x="137" y="215"/>
                  </a:lnTo>
                  <a:lnTo>
                    <a:pt x="170" y="241"/>
                  </a:lnTo>
                  <a:lnTo>
                    <a:pt x="204" y="267"/>
                  </a:lnTo>
                  <a:lnTo>
                    <a:pt x="240" y="289"/>
                  </a:lnTo>
                  <a:lnTo>
                    <a:pt x="277" y="309"/>
                  </a:lnTo>
                  <a:lnTo>
                    <a:pt x="317" y="329"/>
                  </a:lnTo>
                  <a:lnTo>
                    <a:pt x="358" y="344"/>
                  </a:lnTo>
                  <a:lnTo>
                    <a:pt x="400" y="357"/>
                  </a:lnTo>
                  <a:lnTo>
                    <a:pt x="444" y="367"/>
                  </a:lnTo>
                  <a:lnTo>
                    <a:pt x="488" y="374"/>
                  </a:lnTo>
                  <a:lnTo>
                    <a:pt x="534" y="380"/>
                  </a:lnTo>
                  <a:lnTo>
                    <a:pt x="580" y="383"/>
                  </a:lnTo>
                  <a:lnTo>
                    <a:pt x="581" y="383"/>
                  </a:lnTo>
                  <a:lnTo>
                    <a:pt x="580" y="383"/>
                  </a:lnTo>
                  <a:lnTo>
                    <a:pt x="600" y="379"/>
                  </a:lnTo>
                  <a:lnTo>
                    <a:pt x="615" y="369"/>
                  </a:lnTo>
                  <a:lnTo>
                    <a:pt x="624" y="353"/>
                  </a:lnTo>
                  <a:lnTo>
                    <a:pt x="628" y="337"/>
                  </a:lnTo>
                  <a:lnTo>
                    <a:pt x="625" y="319"/>
                  </a:lnTo>
                  <a:lnTo>
                    <a:pt x="617" y="304"/>
                  </a:lnTo>
                  <a:lnTo>
                    <a:pt x="602" y="294"/>
                  </a:lnTo>
                  <a:lnTo>
                    <a:pt x="582" y="289"/>
                  </a:lnTo>
                  <a:lnTo>
                    <a:pt x="581" y="28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3856" name="Freeform 30"/>
            <p:cNvSpPr>
              <a:spLocks/>
            </p:cNvSpPr>
            <p:nvPr/>
          </p:nvSpPr>
          <p:spPr bwMode="auto">
            <a:xfrm>
              <a:off x="1587" y="1880"/>
              <a:ext cx="85" cy="49"/>
            </a:xfrm>
            <a:custGeom>
              <a:avLst/>
              <a:gdLst>
                <a:gd name="T0" fmla="*/ 3 w 426"/>
                <a:gd name="T1" fmla="*/ 0 h 245"/>
                <a:gd name="T2" fmla="*/ 3 w 426"/>
                <a:gd name="T3" fmla="*/ 0 h 245"/>
                <a:gd name="T4" fmla="*/ 3 w 426"/>
                <a:gd name="T5" fmla="*/ 0 h 245"/>
                <a:gd name="T6" fmla="*/ 3 w 426"/>
                <a:gd name="T7" fmla="*/ 0 h 245"/>
                <a:gd name="T8" fmla="*/ 2 w 426"/>
                <a:gd name="T9" fmla="*/ 0 h 245"/>
                <a:gd name="T10" fmla="*/ 2 w 426"/>
                <a:gd name="T11" fmla="*/ 0 h 245"/>
                <a:gd name="T12" fmla="*/ 2 w 426"/>
                <a:gd name="T13" fmla="*/ 0 h 245"/>
                <a:gd name="T14" fmla="*/ 2 w 426"/>
                <a:gd name="T15" fmla="*/ 0 h 245"/>
                <a:gd name="T16" fmla="*/ 1 w 426"/>
                <a:gd name="T17" fmla="*/ 0 h 245"/>
                <a:gd name="T18" fmla="*/ 1 w 426"/>
                <a:gd name="T19" fmla="*/ 1 h 245"/>
                <a:gd name="T20" fmla="*/ 1 w 426"/>
                <a:gd name="T21" fmla="*/ 1 h 245"/>
                <a:gd name="T22" fmla="*/ 1 w 426"/>
                <a:gd name="T23" fmla="*/ 1 h 245"/>
                <a:gd name="T24" fmla="*/ 0 w 426"/>
                <a:gd name="T25" fmla="*/ 1 h 245"/>
                <a:gd name="T26" fmla="*/ 0 w 426"/>
                <a:gd name="T27" fmla="*/ 1 h 245"/>
                <a:gd name="T28" fmla="*/ 0 w 426"/>
                <a:gd name="T29" fmla="*/ 1 h 245"/>
                <a:gd name="T30" fmla="*/ 0 w 426"/>
                <a:gd name="T31" fmla="*/ 2 h 245"/>
                <a:gd name="T32" fmla="*/ 0 w 426"/>
                <a:gd name="T33" fmla="*/ 2 h 245"/>
                <a:gd name="T34" fmla="*/ 0 w 426"/>
                <a:gd name="T35" fmla="*/ 2 h 245"/>
                <a:gd name="T36" fmla="*/ 0 w 426"/>
                <a:gd name="T37" fmla="*/ 2 h 245"/>
                <a:gd name="T38" fmla="*/ 0 w 426"/>
                <a:gd name="T39" fmla="*/ 2 h 245"/>
                <a:gd name="T40" fmla="*/ 0 w 426"/>
                <a:gd name="T41" fmla="*/ 2 h 245"/>
                <a:gd name="T42" fmla="*/ 0 w 426"/>
                <a:gd name="T43" fmla="*/ 1 h 245"/>
                <a:gd name="T44" fmla="*/ 0 w 426"/>
                <a:gd name="T45" fmla="*/ 1 h 245"/>
                <a:gd name="T46" fmla="*/ 0 w 426"/>
                <a:gd name="T47" fmla="*/ 1 h 245"/>
                <a:gd name="T48" fmla="*/ 1 w 426"/>
                <a:gd name="T49" fmla="*/ 1 h 245"/>
                <a:gd name="T50" fmla="*/ 1 w 426"/>
                <a:gd name="T51" fmla="*/ 1 h 245"/>
                <a:gd name="T52" fmla="*/ 1 w 426"/>
                <a:gd name="T53" fmla="*/ 1 h 245"/>
                <a:gd name="T54" fmla="*/ 1 w 426"/>
                <a:gd name="T55" fmla="*/ 1 h 245"/>
                <a:gd name="T56" fmla="*/ 2 w 426"/>
                <a:gd name="T57" fmla="*/ 0 h 245"/>
                <a:gd name="T58" fmla="*/ 2 w 426"/>
                <a:gd name="T59" fmla="*/ 0 h 245"/>
                <a:gd name="T60" fmla="*/ 2 w 426"/>
                <a:gd name="T61" fmla="*/ 0 h 245"/>
                <a:gd name="T62" fmla="*/ 2 w 426"/>
                <a:gd name="T63" fmla="*/ 0 h 245"/>
                <a:gd name="T64" fmla="*/ 3 w 426"/>
                <a:gd name="T65" fmla="*/ 0 h 245"/>
                <a:gd name="T66" fmla="*/ 3 w 426"/>
                <a:gd name="T67" fmla="*/ 0 h 245"/>
                <a:gd name="T68" fmla="*/ 3 w 426"/>
                <a:gd name="T69" fmla="*/ 0 h 245"/>
                <a:gd name="T70" fmla="*/ 3 w 426"/>
                <a:gd name="T71" fmla="*/ 0 h 245"/>
                <a:gd name="T72" fmla="*/ 3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426" y="0"/>
                  </a:moveTo>
                  <a:lnTo>
                    <a:pt x="426" y="0"/>
                  </a:lnTo>
                  <a:lnTo>
                    <a:pt x="384" y="1"/>
                  </a:lnTo>
                  <a:lnTo>
                    <a:pt x="340" y="4"/>
                  </a:lnTo>
                  <a:lnTo>
                    <a:pt x="300" y="10"/>
                  </a:lnTo>
                  <a:lnTo>
                    <a:pt x="262" y="18"/>
                  </a:lnTo>
                  <a:lnTo>
                    <a:pt x="224" y="29"/>
                  </a:lnTo>
                  <a:lnTo>
                    <a:pt x="189" y="41"/>
                  </a:lnTo>
                  <a:lnTo>
                    <a:pt x="157" y="55"/>
                  </a:lnTo>
                  <a:lnTo>
                    <a:pt x="126" y="70"/>
                  </a:lnTo>
                  <a:lnTo>
                    <a:pt x="99" y="89"/>
                  </a:lnTo>
                  <a:lnTo>
                    <a:pt x="74" y="106"/>
                  </a:lnTo>
                  <a:lnTo>
                    <a:pt x="52" y="126"/>
                  </a:lnTo>
                  <a:lnTo>
                    <a:pt x="34" y="148"/>
                  </a:lnTo>
                  <a:lnTo>
                    <a:pt x="19" y="171"/>
                  </a:lnTo>
                  <a:lnTo>
                    <a:pt x="9" y="194"/>
                  </a:lnTo>
                  <a:lnTo>
                    <a:pt x="3" y="219"/>
                  </a:lnTo>
                  <a:lnTo>
                    <a:pt x="0" y="245"/>
                  </a:lnTo>
                  <a:lnTo>
                    <a:pt x="12" y="245"/>
                  </a:lnTo>
                  <a:lnTo>
                    <a:pt x="15" y="221"/>
                  </a:lnTo>
                  <a:lnTo>
                    <a:pt x="20" y="199"/>
                  </a:lnTo>
                  <a:lnTo>
                    <a:pt x="31" y="178"/>
                  </a:lnTo>
                  <a:lnTo>
                    <a:pt x="44" y="156"/>
                  </a:lnTo>
                  <a:lnTo>
                    <a:pt x="61" y="136"/>
                  </a:lnTo>
                  <a:lnTo>
                    <a:pt x="81" y="116"/>
                  </a:lnTo>
                  <a:lnTo>
                    <a:pt x="106" y="98"/>
                  </a:lnTo>
                  <a:lnTo>
                    <a:pt x="133" y="82"/>
                  </a:lnTo>
                  <a:lnTo>
                    <a:pt x="162" y="66"/>
                  </a:lnTo>
                  <a:lnTo>
                    <a:pt x="194" y="52"/>
                  </a:lnTo>
                  <a:lnTo>
                    <a:pt x="229" y="41"/>
                  </a:lnTo>
                  <a:lnTo>
                    <a:pt x="264" y="30"/>
                  </a:lnTo>
                  <a:lnTo>
                    <a:pt x="303" y="22"/>
                  </a:lnTo>
                  <a:lnTo>
                    <a:pt x="343" y="16"/>
                  </a:lnTo>
                  <a:lnTo>
                    <a:pt x="384" y="12"/>
                  </a:lnTo>
                  <a:lnTo>
                    <a:pt x="426" y="11"/>
                  </a:lnTo>
                  <a:lnTo>
                    <a:pt x="42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3857" name="Freeform 31"/>
            <p:cNvSpPr>
              <a:spLocks/>
            </p:cNvSpPr>
            <p:nvPr/>
          </p:nvSpPr>
          <p:spPr bwMode="auto">
            <a:xfrm>
              <a:off x="1587" y="1929"/>
              <a:ext cx="85" cy="49"/>
            </a:xfrm>
            <a:custGeom>
              <a:avLst/>
              <a:gdLst>
                <a:gd name="T0" fmla="*/ 0 w 426"/>
                <a:gd name="T1" fmla="*/ 0 h 245"/>
                <a:gd name="T2" fmla="*/ 0 w 426"/>
                <a:gd name="T3" fmla="*/ 0 h 245"/>
                <a:gd name="T4" fmla="*/ 0 w 426"/>
                <a:gd name="T5" fmla="*/ 0 h 245"/>
                <a:gd name="T6" fmla="*/ 0 w 426"/>
                <a:gd name="T7" fmla="*/ 0 h 245"/>
                <a:gd name="T8" fmla="*/ 0 w 426"/>
                <a:gd name="T9" fmla="*/ 1 h 245"/>
                <a:gd name="T10" fmla="*/ 0 w 426"/>
                <a:gd name="T11" fmla="*/ 1 h 245"/>
                <a:gd name="T12" fmla="*/ 0 w 426"/>
                <a:gd name="T13" fmla="*/ 1 h 245"/>
                <a:gd name="T14" fmla="*/ 1 w 426"/>
                <a:gd name="T15" fmla="*/ 1 h 245"/>
                <a:gd name="T16" fmla="*/ 1 w 426"/>
                <a:gd name="T17" fmla="*/ 1 h 245"/>
                <a:gd name="T18" fmla="*/ 1 w 426"/>
                <a:gd name="T19" fmla="*/ 1 h 245"/>
                <a:gd name="T20" fmla="*/ 1 w 426"/>
                <a:gd name="T21" fmla="*/ 2 h 245"/>
                <a:gd name="T22" fmla="*/ 2 w 426"/>
                <a:gd name="T23" fmla="*/ 2 h 245"/>
                <a:gd name="T24" fmla="*/ 2 w 426"/>
                <a:gd name="T25" fmla="*/ 2 h 245"/>
                <a:gd name="T26" fmla="*/ 2 w 426"/>
                <a:gd name="T27" fmla="*/ 2 h 245"/>
                <a:gd name="T28" fmla="*/ 2 w 426"/>
                <a:gd name="T29" fmla="*/ 2 h 245"/>
                <a:gd name="T30" fmla="*/ 3 w 426"/>
                <a:gd name="T31" fmla="*/ 2 h 245"/>
                <a:gd name="T32" fmla="*/ 3 w 426"/>
                <a:gd name="T33" fmla="*/ 2 h 245"/>
                <a:gd name="T34" fmla="*/ 3 w 426"/>
                <a:gd name="T35" fmla="*/ 2 h 245"/>
                <a:gd name="T36" fmla="*/ 3 w 426"/>
                <a:gd name="T37" fmla="*/ 2 h 245"/>
                <a:gd name="T38" fmla="*/ 3 w 426"/>
                <a:gd name="T39" fmla="*/ 2 h 245"/>
                <a:gd name="T40" fmla="*/ 3 w 426"/>
                <a:gd name="T41" fmla="*/ 2 h 245"/>
                <a:gd name="T42" fmla="*/ 2 w 426"/>
                <a:gd name="T43" fmla="*/ 2 h 245"/>
                <a:gd name="T44" fmla="*/ 2 w 426"/>
                <a:gd name="T45" fmla="*/ 2 h 245"/>
                <a:gd name="T46" fmla="*/ 2 w 426"/>
                <a:gd name="T47" fmla="*/ 2 h 245"/>
                <a:gd name="T48" fmla="*/ 2 w 426"/>
                <a:gd name="T49" fmla="*/ 2 h 245"/>
                <a:gd name="T50" fmla="*/ 1 w 426"/>
                <a:gd name="T51" fmla="*/ 1 h 245"/>
                <a:gd name="T52" fmla="*/ 1 w 426"/>
                <a:gd name="T53" fmla="*/ 1 h 245"/>
                <a:gd name="T54" fmla="*/ 1 w 426"/>
                <a:gd name="T55" fmla="*/ 1 h 245"/>
                <a:gd name="T56" fmla="*/ 1 w 426"/>
                <a:gd name="T57" fmla="*/ 1 h 245"/>
                <a:gd name="T58" fmla="*/ 0 w 426"/>
                <a:gd name="T59" fmla="*/ 1 h 245"/>
                <a:gd name="T60" fmla="*/ 0 w 426"/>
                <a:gd name="T61" fmla="*/ 1 h 245"/>
                <a:gd name="T62" fmla="*/ 0 w 426"/>
                <a:gd name="T63" fmla="*/ 1 h 245"/>
                <a:gd name="T64" fmla="*/ 0 w 426"/>
                <a:gd name="T65" fmla="*/ 0 h 245"/>
                <a:gd name="T66" fmla="*/ 0 w 426"/>
                <a:gd name="T67" fmla="*/ 0 h 245"/>
                <a:gd name="T68" fmla="*/ 0 w 426"/>
                <a:gd name="T69" fmla="*/ 0 h 245"/>
                <a:gd name="T70" fmla="*/ 0 w 426"/>
                <a:gd name="T71" fmla="*/ 0 h 245"/>
                <a:gd name="T72" fmla="*/ 0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0" y="0"/>
                  </a:moveTo>
                  <a:lnTo>
                    <a:pt x="0" y="0"/>
                  </a:lnTo>
                  <a:lnTo>
                    <a:pt x="3" y="25"/>
                  </a:lnTo>
                  <a:lnTo>
                    <a:pt x="9" y="50"/>
                  </a:lnTo>
                  <a:lnTo>
                    <a:pt x="19" y="73"/>
                  </a:lnTo>
                  <a:lnTo>
                    <a:pt x="34" y="96"/>
                  </a:lnTo>
                  <a:lnTo>
                    <a:pt x="52" y="118"/>
                  </a:lnTo>
                  <a:lnTo>
                    <a:pt x="74" y="138"/>
                  </a:lnTo>
                  <a:lnTo>
                    <a:pt x="99" y="156"/>
                  </a:lnTo>
                  <a:lnTo>
                    <a:pt x="126" y="174"/>
                  </a:lnTo>
                  <a:lnTo>
                    <a:pt x="157" y="190"/>
                  </a:lnTo>
                  <a:lnTo>
                    <a:pt x="189" y="204"/>
                  </a:lnTo>
                  <a:lnTo>
                    <a:pt x="224" y="215"/>
                  </a:lnTo>
                  <a:lnTo>
                    <a:pt x="262" y="226"/>
                  </a:lnTo>
                  <a:lnTo>
                    <a:pt x="300" y="234"/>
                  </a:lnTo>
                  <a:lnTo>
                    <a:pt x="340" y="240"/>
                  </a:lnTo>
                  <a:lnTo>
                    <a:pt x="384" y="244"/>
                  </a:lnTo>
                  <a:lnTo>
                    <a:pt x="426" y="245"/>
                  </a:lnTo>
                  <a:lnTo>
                    <a:pt x="426" y="233"/>
                  </a:lnTo>
                  <a:lnTo>
                    <a:pt x="384" y="232"/>
                  </a:lnTo>
                  <a:lnTo>
                    <a:pt x="343" y="228"/>
                  </a:lnTo>
                  <a:lnTo>
                    <a:pt x="303" y="222"/>
                  </a:lnTo>
                  <a:lnTo>
                    <a:pt x="264" y="214"/>
                  </a:lnTo>
                  <a:lnTo>
                    <a:pt x="229" y="204"/>
                  </a:lnTo>
                  <a:lnTo>
                    <a:pt x="194" y="192"/>
                  </a:lnTo>
                  <a:lnTo>
                    <a:pt x="162" y="178"/>
                  </a:lnTo>
                  <a:lnTo>
                    <a:pt x="133" y="163"/>
                  </a:lnTo>
                  <a:lnTo>
                    <a:pt x="106" y="146"/>
                  </a:lnTo>
                  <a:lnTo>
                    <a:pt x="81" y="129"/>
                  </a:lnTo>
                  <a:lnTo>
                    <a:pt x="61" y="109"/>
                  </a:lnTo>
                  <a:lnTo>
                    <a:pt x="44" y="89"/>
                  </a:lnTo>
                  <a:lnTo>
                    <a:pt x="31" y="66"/>
                  </a:lnTo>
                  <a:lnTo>
                    <a:pt x="20" y="45"/>
                  </a:lnTo>
                  <a:lnTo>
                    <a:pt x="15" y="2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3858" name="Freeform 32"/>
            <p:cNvSpPr>
              <a:spLocks/>
            </p:cNvSpPr>
            <p:nvPr/>
          </p:nvSpPr>
          <p:spPr bwMode="auto">
            <a:xfrm>
              <a:off x="878" y="1448"/>
              <a:ext cx="792" cy="954"/>
            </a:xfrm>
            <a:custGeom>
              <a:avLst/>
              <a:gdLst>
                <a:gd name="T0" fmla="*/ 13 w 3960"/>
                <a:gd name="T1" fmla="*/ 38 h 4768"/>
                <a:gd name="T2" fmla="*/ 14 w 3960"/>
                <a:gd name="T3" fmla="*/ 38 h 4768"/>
                <a:gd name="T4" fmla="*/ 15 w 3960"/>
                <a:gd name="T5" fmla="*/ 38 h 4768"/>
                <a:gd name="T6" fmla="*/ 15 w 3960"/>
                <a:gd name="T7" fmla="*/ 38 h 4768"/>
                <a:gd name="T8" fmla="*/ 16 w 3960"/>
                <a:gd name="T9" fmla="*/ 38 h 4768"/>
                <a:gd name="T10" fmla="*/ 17 w 3960"/>
                <a:gd name="T11" fmla="*/ 38 h 4768"/>
                <a:gd name="T12" fmla="*/ 17 w 3960"/>
                <a:gd name="T13" fmla="*/ 38 h 4768"/>
                <a:gd name="T14" fmla="*/ 18 w 3960"/>
                <a:gd name="T15" fmla="*/ 38 h 4768"/>
                <a:gd name="T16" fmla="*/ 18 w 3960"/>
                <a:gd name="T17" fmla="*/ 38 h 4768"/>
                <a:gd name="T18" fmla="*/ 29 w 3960"/>
                <a:gd name="T19" fmla="*/ 30 h 4768"/>
                <a:gd name="T20" fmla="*/ 30 w 3960"/>
                <a:gd name="T21" fmla="*/ 30 h 4768"/>
                <a:gd name="T22" fmla="*/ 30 w 3960"/>
                <a:gd name="T23" fmla="*/ 29 h 4768"/>
                <a:gd name="T24" fmla="*/ 31 w 3960"/>
                <a:gd name="T25" fmla="*/ 28 h 4768"/>
                <a:gd name="T26" fmla="*/ 31 w 3960"/>
                <a:gd name="T27" fmla="*/ 28 h 4768"/>
                <a:gd name="T28" fmla="*/ 31 w 3960"/>
                <a:gd name="T29" fmla="*/ 27 h 4768"/>
                <a:gd name="T30" fmla="*/ 32 w 3960"/>
                <a:gd name="T31" fmla="*/ 26 h 4768"/>
                <a:gd name="T32" fmla="*/ 32 w 3960"/>
                <a:gd name="T33" fmla="*/ 25 h 4768"/>
                <a:gd name="T34" fmla="*/ 32 w 3960"/>
                <a:gd name="T35" fmla="*/ 11 h 4768"/>
                <a:gd name="T36" fmla="*/ 32 w 3960"/>
                <a:gd name="T37" fmla="*/ 10 h 4768"/>
                <a:gd name="T38" fmla="*/ 31 w 3960"/>
                <a:gd name="T39" fmla="*/ 9 h 4768"/>
                <a:gd name="T40" fmla="*/ 31 w 3960"/>
                <a:gd name="T41" fmla="*/ 9 h 4768"/>
                <a:gd name="T42" fmla="*/ 31 w 3960"/>
                <a:gd name="T43" fmla="*/ 8 h 4768"/>
                <a:gd name="T44" fmla="*/ 31 w 3960"/>
                <a:gd name="T45" fmla="*/ 8 h 4768"/>
                <a:gd name="T46" fmla="*/ 30 w 3960"/>
                <a:gd name="T47" fmla="*/ 7 h 4768"/>
                <a:gd name="T48" fmla="*/ 30 w 3960"/>
                <a:gd name="T49" fmla="*/ 7 h 4768"/>
                <a:gd name="T50" fmla="*/ 29 w 3960"/>
                <a:gd name="T51" fmla="*/ 6 h 4768"/>
                <a:gd name="T52" fmla="*/ 19 w 3960"/>
                <a:gd name="T53" fmla="*/ 1 h 4768"/>
                <a:gd name="T54" fmla="*/ 18 w 3960"/>
                <a:gd name="T55" fmla="*/ 0 h 4768"/>
                <a:gd name="T56" fmla="*/ 17 w 3960"/>
                <a:gd name="T57" fmla="*/ 0 h 4768"/>
                <a:gd name="T58" fmla="*/ 17 w 3960"/>
                <a:gd name="T59" fmla="*/ 0 h 4768"/>
                <a:gd name="T60" fmla="*/ 16 w 3960"/>
                <a:gd name="T61" fmla="*/ 0 h 4768"/>
                <a:gd name="T62" fmla="*/ 15 w 3960"/>
                <a:gd name="T63" fmla="*/ 0 h 4768"/>
                <a:gd name="T64" fmla="*/ 14 w 3960"/>
                <a:gd name="T65" fmla="*/ 0 h 4768"/>
                <a:gd name="T66" fmla="*/ 14 w 3960"/>
                <a:gd name="T67" fmla="*/ 0 h 4768"/>
                <a:gd name="T68" fmla="*/ 2 w 3960"/>
                <a:gd name="T69" fmla="*/ 6 h 4768"/>
                <a:gd name="T70" fmla="*/ 2 w 3960"/>
                <a:gd name="T71" fmla="*/ 7 h 4768"/>
                <a:gd name="T72" fmla="*/ 1 w 3960"/>
                <a:gd name="T73" fmla="*/ 7 h 4768"/>
                <a:gd name="T74" fmla="*/ 1 w 3960"/>
                <a:gd name="T75" fmla="*/ 8 h 4768"/>
                <a:gd name="T76" fmla="*/ 1 w 3960"/>
                <a:gd name="T77" fmla="*/ 8 h 4768"/>
                <a:gd name="T78" fmla="*/ 0 w 3960"/>
                <a:gd name="T79" fmla="*/ 9 h 4768"/>
                <a:gd name="T80" fmla="*/ 0 w 3960"/>
                <a:gd name="T81" fmla="*/ 9 h 4768"/>
                <a:gd name="T82" fmla="*/ 0 w 3960"/>
                <a:gd name="T83" fmla="*/ 10 h 4768"/>
                <a:gd name="T84" fmla="*/ 0 w 3960"/>
                <a:gd name="T85" fmla="*/ 11 h 4768"/>
                <a:gd name="T86" fmla="*/ 0 w 3960"/>
                <a:gd name="T87" fmla="*/ 25 h 4768"/>
                <a:gd name="T88" fmla="*/ 0 w 3960"/>
                <a:gd name="T89" fmla="*/ 26 h 4768"/>
                <a:gd name="T90" fmla="*/ 0 w 3960"/>
                <a:gd name="T91" fmla="*/ 27 h 4768"/>
                <a:gd name="T92" fmla="*/ 1 w 3960"/>
                <a:gd name="T93" fmla="*/ 28 h 4768"/>
                <a:gd name="T94" fmla="*/ 1 w 3960"/>
                <a:gd name="T95" fmla="*/ 29 h 4768"/>
                <a:gd name="T96" fmla="*/ 1 w 3960"/>
                <a:gd name="T97" fmla="*/ 29 h 4768"/>
                <a:gd name="T98" fmla="*/ 2 w 3960"/>
                <a:gd name="T99" fmla="*/ 30 h 4768"/>
                <a:gd name="T100" fmla="*/ 3 w 3960"/>
                <a:gd name="T101" fmla="*/ 31 h 4768"/>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w 3960"/>
                <a:gd name="T154" fmla="*/ 0 h 4768"/>
                <a:gd name="T155" fmla="*/ 3960 w 3960"/>
                <a:gd name="T156" fmla="*/ 4768 h 4768"/>
              </a:gdLst>
              <a:ahLst/>
              <a:cxnLst>
                <a:cxn ang="T102">
                  <a:pos x="T0" y="T1"/>
                </a:cxn>
                <a:cxn ang="T103">
                  <a:pos x="T2" y="T3"/>
                </a:cxn>
                <a:cxn ang="T104">
                  <a:pos x="T4" y="T5"/>
                </a:cxn>
                <a:cxn ang="T105">
                  <a:pos x="T6" y="T7"/>
                </a:cxn>
                <a:cxn ang="T106">
                  <a:pos x="T8" y="T9"/>
                </a:cxn>
                <a:cxn ang="T107">
                  <a:pos x="T10" y="T11"/>
                </a:cxn>
                <a:cxn ang="T108">
                  <a:pos x="T12" y="T13"/>
                </a:cxn>
                <a:cxn ang="T109">
                  <a:pos x="T14" y="T15"/>
                </a:cxn>
                <a:cxn ang="T110">
                  <a:pos x="T16" y="T17"/>
                </a:cxn>
                <a:cxn ang="T111">
                  <a:pos x="T18" y="T19"/>
                </a:cxn>
                <a:cxn ang="T112">
                  <a:pos x="T20" y="T21"/>
                </a:cxn>
                <a:cxn ang="T113">
                  <a:pos x="T22" y="T23"/>
                </a:cxn>
                <a:cxn ang="T114">
                  <a:pos x="T24" y="T25"/>
                </a:cxn>
                <a:cxn ang="T115">
                  <a:pos x="T26" y="T27"/>
                </a:cxn>
                <a:cxn ang="T116">
                  <a:pos x="T28" y="T29"/>
                </a:cxn>
                <a:cxn ang="T117">
                  <a:pos x="T30" y="T31"/>
                </a:cxn>
                <a:cxn ang="T118">
                  <a:pos x="T32" y="T33"/>
                </a:cxn>
                <a:cxn ang="T119">
                  <a:pos x="T34" y="T35"/>
                </a:cxn>
                <a:cxn ang="T120">
                  <a:pos x="T36" y="T37"/>
                </a:cxn>
                <a:cxn ang="T121">
                  <a:pos x="T38" y="T39"/>
                </a:cxn>
                <a:cxn ang="T122">
                  <a:pos x="T40" y="T41"/>
                </a:cxn>
                <a:cxn ang="T123">
                  <a:pos x="T42" y="T43"/>
                </a:cxn>
                <a:cxn ang="T124">
                  <a:pos x="T44" y="T45"/>
                </a:cxn>
                <a:cxn ang="T125">
                  <a:pos x="T46" y="T47"/>
                </a:cxn>
                <a:cxn ang="T126">
                  <a:pos x="T48" y="T49"/>
                </a:cxn>
                <a:cxn ang="T127">
                  <a:pos x="T50" y="T51"/>
                </a:cxn>
                <a:cxn ang="T128">
                  <a:pos x="T52" y="T53"/>
                </a:cxn>
                <a:cxn ang="T129">
                  <a:pos x="T54" y="T55"/>
                </a:cxn>
                <a:cxn ang="T130">
                  <a:pos x="T56" y="T57"/>
                </a:cxn>
                <a:cxn ang="T131">
                  <a:pos x="T58" y="T59"/>
                </a:cxn>
                <a:cxn ang="T132">
                  <a:pos x="T60" y="T61"/>
                </a:cxn>
                <a:cxn ang="T133">
                  <a:pos x="T62" y="T63"/>
                </a:cxn>
                <a:cxn ang="T134">
                  <a:pos x="T64" y="T65"/>
                </a:cxn>
                <a:cxn ang="T135">
                  <a:pos x="T66" y="T67"/>
                </a:cxn>
                <a:cxn ang="T136">
                  <a:pos x="T68" y="T69"/>
                </a:cxn>
                <a:cxn ang="T137">
                  <a:pos x="T70" y="T71"/>
                </a:cxn>
                <a:cxn ang="T138">
                  <a:pos x="T72" y="T73"/>
                </a:cxn>
                <a:cxn ang="T139">
                  <a:pos x="T74" y="T75"/>
                </a:cxn>
                <a:cxn ang="T140">
                  <a:pos x="T76" y="T77"/>
                </a:cxn>
                <a:cxn ang="T141">
                  <a:pos x="T78" y="T79"/>
                </a:cxn>
                <a:cxn ang="T142">
                  <a:pos x="T80" y="T81"/>
                </a:cxn>
                <a:cxn ang="T143">
                  <a:pos x="T82" y="T83"/>
                </a:cxn>
                <a:cxn ang="T144">
                  <a:pos x="T84" y="T85"/>
                </a:cxn>
                <a:cxn ang="T145">
                  <a:pos x="T86" y="T87"/>
                </a:cxn>
                <a:cxn ang="T146">
                  <a:pos x="T88" y="T89"/>
                </a:cxn>
                <a:cxn ang="T147">
                  <a:pos x="T90" y="T91"/>
                </a:cxn>
                <a:cxn ang="T148">
                  <a:pos x="T92" y="T93"/>
                </a:cxn>
                <a:cxn ang="T149">
                  <a:pos x="T94" y="T95"/>
                </a:cxn>
                <a:cxn ang="T150">
                  <a:pos x="T96" y="T97"/>
                </a:cxn>
                <a:cxn ang="T151">
                  <a:pos x="T98" y="T99"/>
                </a:cxn>
                <a:cxn ang="T152">
                  <a:pos x="T100" y="T101"/>
                </a:cxn>
              </a:cxnLst>
              <a:rect l="T153" t="T154" r="T155" b="T156"/>
              <a:pathLst>
                <a:path w="3960" h="4768">
                  <a:moveTo>
                    <a:pt x="353" y="3849"/>
                  </a:moveTo>
                  <a:lnTo>
                    <a:pt x="1661" y="4700"/>
                  </a:lnTo>
                  <a:lnTo>
                    <a:pt x="1697" y="4717"/>
                  </a:lnTo>
                  <a:lnTo>
                    <a:pt x="1736" y="4731"/>
                  </a:lnTo>
                  <a:lnTo>
                    <a:pt x="1776" y="4742"/>
                  </a:lnTo>
                  <a:lnTo>
                    <a:pt x="1818" y="4753"/>
                  </a:lnTo>
                  <a:lnTo>
                    <a:pt x="1860" y="4760"/>
                  </a:lnTo>
                  <a:lnTo>
                    <a:pt x="1902" y="4765"/>
                  </a:lnTo>
                  <a:lnTo>
                    <a:pt x="1946" y="4768"/>
                  </a:lnTo>
                  <a:lnTo>
                    <a:pt x="1988" y="4768"/>
                  </a:lnTo>
                  <a:lnTo>
                    <a:pt x="2031" y="4767"/>
                  </a:lnTo>
                  <a:lnTo>
                    <a:pt x="2073" y="4763"/>
                  </a:lnTo>
                  <a:lnTo>
                    <a:pt x="2114" y="4758"/>
                  </a:lnTo>
                  <a:lnTo>
                    <a:pt x="2154" y="4751"/>
                  </a:lnTo>
                  <a:lnTo>
                    <a:pt x="2193" y="4740"/>
                  </a:lnTo>
                  <a:lnTo>
                    <a:pt x="2230" y="4729"/>
                  </a:lnTo>
                  <a:lnTo>
                    <a:pt x="2264" y="4715"/>
                  </a:lnTo>
                  <a:lnTo>
                    <a:pt x="2297" y="4700"/>
                  </a:lnTo>
                  <a:lnTo>
                    <a:pt x="3639" y="3825"/>
                  </a:lnTo>
                  <a:lnTo>
                    <a:pt x="3673" y="3795"/>
                  </a:lnTo>
                  <a:lnTo>
                    <a:pt x="3707" y="3761"/>
                  </a:lnTo>
                  <a:lnTo>
                    <a:pt x="3738" y="3725"/>
                  </a:lnTo>
                  <a:lnTo>
                    <a:pt x="3768" y="3685"/>
                  </a:lnTo>
                  <a:lnTo>
                    <a:pt x="3796" y="3644"/>
                  </a:lnTo>
                  <a:lnTo>
                    <a:pt x="3821" y="3599"/>
                  </a:lnTo>
                  <a:lnTo>
                    <a:pt x="3846" y="3553"/>
                  </a:lnTo>
                  <a:lnTo>
                    <a:pt x="3868" y="3505"/>
                  </a:lnTo>
                  <a:lnTo>
                    <a:pt x="3888" y="3456"/>
                  </a:lnTo>
                  <a:lnTo>
                    <a:pt x="3907" y="3406"/>
                  </a:lnTo>
                  <a:lnTo>
                    <a:pt x="3922" y="3354"/>
                  </a:lnTo>
                  <a:lnTo>
                    <a:pt x="3935" y="3303"/>
                  </a:lnTo>
                  <a:lnTo>
                    <a:pt x="3946" y="3250"/>
                  </a:lnTo>
                  <a:lnTo>
                    <a:pt x="3953" y="3197"/>
                  </a:lnTo>
                  <a:lnTo>
                    <a:pt x="3957" y="3144"/>
                  </a:lnTo>
                  <a:lnTo>
                    <a:pt x="3960" y="3092"/>
                  </a:lnTo>
                  <a:lnTo>
                    <a:pt x="3959" y="1313"/>
                  </a:lnTo>
                  <a:lnTo>
                    <a:pt x="3955" y="1271"/>
                  </a:lnTo>
                  <a:lnTo>
                    <a:pt x="3949" y="1229"/>
                  </a:lnTo>
                  <a:lnTo>
                    <a:pt x="3941" y="1189"/>
                  </a:lnTo>
                  <a:lnTo>
                    <a:pt x="3930" y="1149"/>
                  </a:lnTo>
                  <a:lnTo>
                    <a:pt x="3918" y="1111"/>
                  </a:lnTo>
                  <a:lnTo>
                    <a:pt x="3902" y="1075"/>
                  </a:lnTo>
                  <a:lnTo>
                    <a:pt x="3886" y="1040"/>
                  </a:lnTo>
                  <a:lnTo>
                    <a:pt x="3867" y="1006"/>
                  </a:lnTo>
                  <a:lnTo>
                    <a:pt x="3846" y="973"/>
                  </a:lnTo>
                  <a:lnTo>
                    <a:pt x="3823" y="942"/>
                  </a:lnTo>
                  <a:lnTo>
                    <a:pt x="3798" y="913"/>
                  </a:lnTo>
                  <a:lnTo>
                    <a:pt x="3771" y="886"/>
                  </a:lnTo>
                  <a:lnTo>
                    <a:pt x="3743" y="860"/>
                  </a:lnTo>
                  <a:lnTo>
                    <a:pt x="3714" y="837"/>
                  </a:lnTo>
                  <a:lnTo>
                    <a:pt x="3682" y="816"/>
                  </a:lnTo>
                  <a:lnTo>
                    <a:pt x="3649" y="796"/>
                  </a:lnTo>
                  <a:lnTo>
                    <a:pt x="2386" y="83"/>
                  </a:lnTo>
                  <a:lnTo>
                    <a:pt x="2350" y="65"/>
                  </a:lnTo>
                  <a:lnTo>
                    <a:pt x="2310" y="50"/>
                  </a:lnTo>
                  <a:lnTo>
                    <a:pt x="2268" y="36"/>
                  </a:lnTo>
                  <a:lnTo>
                    <a:pt x="2223" y="24"/>
                  </a:lnTo>
                  <a:lnTo>
                    <a:pt x="2178" y="15"/>
                  </a:lnTo>
                  <a:lnTo>
                    <a:pt x="2131" y="8"/>
                  </a:lnTo>
                  <a:lnTo>
                    <a:pt x="2082" y="3"/>
                  </a:lnTo>
                  <a:lnTo>
                    <a:pt x="2032" y="0"/>
                  </a:lnTo>
                  <a:lnTo>
                    <a:pt x="1982" y="1"/>
                  </a:lnTo>
                  <a:lnTo>
                    <a:pt x="1933" y="3"/>
                  </a:lnTo>
                  <a:lnTo>
                    <a:pt x="1882" y="9"/>
                  </a:lnTo>
                  <a:lnTo>
                    <a:pt x="1833" y="17"/>
                  </a:lnTo>
                  <a:lnTo>
                    <a:pt x="1785" y="29"/>
                  </a:lnTo>
                  <a:lnTo>
                    <a:pt x="1737" y="43"/>
                  </a:lnTo>
                  <a:lnTo>
                    <a:pt x="1691" y="62"/>
                  </a:lnTo>
                  <a:lnTo>
                    <a:pt x="1647" y="83"/>
                  </a:lnTo>
                  <a:lnTo>
                    <a:pt x="311" y="782"/>
                  </a:lnTo>
                  <a:lnTo>
                    <a:pt x="276" y="803"/>
                  </a:lnTo>
                  <a:lnTo>
                    <a:pt x="243" y="826"/>
                  </a:lnTo>
                  <a:lnTo>
                    <a:pt x="213" y="852"/>
                  </a:lnTo>
                  <a:lnTo>
                    <a:pt x="184" y="879"/>
                  </a:lnTo>
                  <a:lnTo>
                    <a:pt x="155" y="908"/>
                  </a:lnTo>
                  <a:lnTo>
                    <a:pt x="131" y="939"/>
                  </a:lnTo>
                  <a:lnTo>
                    <a:pt x="107" y="971"/>
                  </a:lnTo>
                  <a:lnTo>
                    <a:pt x="86" y="1005"/>
                  </a:lnTo>
                  <a:lnTo>
                    <a:pt x="68" y="1040"/>
                  </a:lnTo>
                  <a:lnTo>
                    <a:pt x="50" y="1076"/>
                  </a:lnTo>
                  <a:lnTo>
                    <a:pt x="36" y="1115"/>
                  </a:lnTo>
                  <a:lnTo>
                    <a:pt x="23" y="1153"/>
                  </a:lnTo>
                  <a:lnTo>
                    <a:pt x="14" y="1195"/>
                  </a:lnTo>
                  <a:lnTo>
                    <a:pt x="7" y="1236"/>
                  </a:lnTo>
                  <a:lnTo>
                    <a:pt x="2" y="1279"/>
                  </a:lnTo>
                  <a:lnTo>
                    <a:pt x="0" y="1322"/>
                  </a:lnTo>
                  <a:lnTo>
                    <a:pt x="0" y="3093"/>
                  </a:lnTo>
                  <a:lnTo>
                    <a:pt x="2" y="3147"/>
                  </a:lnTo>
                  <a:lnTo>
                    <a:pt x="7" y="3202"/>
                  </a:lnTo>
                  <a:lnTo>
                    <a:pt x="15" y="3257"/>
                  </a:lnTo>
                  <a:lnTo>
                    <a:pt x="27" y="3312"/>
                  </a:lnTo>
                  <a:lnTo>
                    <a:pt x="42" y="3366"/>
                  </a:lnTo>
                  <a:lnTo>
                    <a:pt x="59" y="3420"/>
                  </a:lnTo>
                  <a:lnTo>
                    <a:pt x="79" y="3474"/>
                  </a:lnTo>
                  <a:lnTo>
                    <a:pt x="102" y="3525"/>
                  </a:lnTo>
                  <a:lnTo>
                    <a:pt x="127" y="3576"/>
                  </a:lnTo>
                  <a:lnTo>
                    <a:pt x="154" y="3624"/>
                  </a:lnTo>
                  <a:lnTo>
                    <a:pt x="184" y="3670"/>
                  </a:lnTo>
                  <a:lnTo>
                    <a:pt x="214" y="3712"/>
                  </a:lnTo>
                  <a:lnTo>
                    <a:pt x="247" y="3752"/>
                  </a:lnTo>
                  <a:lnTo>
                    <a:pt x="281" y="3788"/>
                  </a:lnTo>
                  <a:lnTo>
                    <a:pt x="317" y="3821"/>
                  </a:lnTo>
                  <a:lnTo>
                    <a:pt x="353" y="384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3859" name="Freeform 33"/>
            <p:cNvSpPr>
              <a:spLocks/>
            </p:cNvSpPr>
            <p:nvPr/>
          </p:nvSpPr>
          <p:spPr bwMode="auto">
            <a:xfrm>
              <a:off x="943" y="2210"/>
              <a:ext cx="276" cy="187"/>
            </a:xfrm>
            <a:custGeom>
              <a:avLst/>
              <a:gdLst>
                <a:gd name="T0" fmla="*/ 11 w 1380"/>
                <a:gd name="T1" fmla="*/ 7 h 937"/>
                <a:gd name="T2" fmla="*/ 11 w 1380"/>
                <a:gd name="T3" fmla="*/ 7 h 937"/>
                <a:gd name="T4" fmla="*/ 0 w 1380"/>
                <a:gd name="T5" fmla="*/ 0 h 937"/>
                <a:gd name="T6" fmla="*/ 0 w 1380"/>
                <a:gd name="T7" fmla="*/ 1 h 937"/>
                <a:gd name="T8" fmla="*/ 10 w 1380"/>
                <a:gd name="T9" fmla="*/ 7 h 937"/>
                <a:gd name="T10" fmla="*/ 10 w 1380"/>
                <a:gd name="T11" fmla="*/ 7 h 937"/>
                <a:gd name="T12" fmla="*/ 10 w 1380"/>
                <a:gd name="T13" fmla="*/ 7 h 937"/>
                <a:gd name="T14" fmla="*/ 11 w 1380"/>
                <a:gd name="T15" fmla="*/ 7 h 937"/>
                <a:gd name="T16" fmla="*/ 11 w 1380"/>
                <a:gd name="T17" fmla="*/ 7 h 937"/>
                <a:gd name="T18" fmla="*/ 11 w 1380"/>
                <a:gd name="T19" fmla="*/ 7 h 937"/>
                <a:gd name="T20" fmla="*/ 11 w 1380"/>
                <a:gd name="T21" fmla="*/ 7 h 937"/>
                <a:gd name="T22" fmla="*/ 11 w 1380"/>
                <a:gd name="T23" fmla="*/ 7 h 937"/>
                <a:gd name="T24" fmla="*/ 11 w 1380"/>
                <a:gd name="T25" fmla="*/ 7 h 937"/>
                <a:gd name="T26" fmla="*/ 11 w 1380"/>
                <a:gd name="T27" fmla="*/ 7 h 937"/>
                <a:gd name="T28" fmla="*/ 11 w 1380"/>
                <a:gd name="T29" fmla="*/ 7 h 937"/>
                <a:gd name="T30" fmla="*/ 11 w 1380"/>
                <a:gd name="T31" fmla="*/ 7 h 93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80"/>
                <a:gd name="T49" fmla="*/ 0 h 937"/>
                <a:gd name="T50" fmla="*/ 1380 w 1380"/>
                <a:gd name="T51" fmla="*/ 937 h 93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80" h="937">
                  <a:moveTo>
                    <a:pt x="1354" y="848"/>
                  </a:moveTo>
                  <a:lnTo>
                    <a:pt x="1359" y="851"/>
                  </a:lnTo>
                  <a:lnTo>
                    <a:pt x="51" y="0"/>
                  </a:lnTo>
                  <a:lnTo>
                    <a:pt x="0" y="78"/>
                  </a:lnTo>
                  <a:lnTo>
                    <a:pt x="1307" y="929"/>
                  </a:lnTo>
                  <a:lnTo>
                    <a:pt x="1312" y="932"/>
                  </a:lnTo>
                  <a:lnTo>
                    <a:pt x="1307" y="929"/>
                  </a:lnTo>
                  <a:lnTo>
                    <a:pt x="1326" y="937"/>
                  </a:lnTo>
                  <a:lnTo>
                    <a:pt x="1345" y="936"/>
                  </a:lnTo>
                  <a:lnTo>
                    <a:pt x="1360" y="929"/>
                  </a:lnTo>
                  <a:lnTo>
                    <a:pt x="1372" y="916"/>
                  </a:lnTo>
                  <a:lnTo>
                    <a:pt x="1379" y="899"/>
                  </a:lnTo>
                  <a:lnTo>
                    <a:pt x="1380" y="883"/>
                  </a:lnTo>
                  <a:lnTo>
                    <a:pt x="1374" y="865"/>
                  </a:lnTo>
                  <a:lnTo>
                    <a:pt x="1359" y="851"/>
                  </a:lnTo>
                  <a:lnTo>
                    <a:pt x="1354" y="84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3860" name="Freeform 34"/>
            <p:cNvSpPr>
              <a:spLocks/>
            </p:cNvSpPr>
            <p:nvPr/>
          </p:nvSpPr>
          <p:spPr bwMode="auto">
            <a:xfrm>
              <a:off x="1206" y="2379"/>
              <a:ext cx="140" cy="32"/>
            </a:xfrm>
            <a:custGeom>
              <a:avLst/>
              <a:gdLst>
                <a:gd name="T0" fmla="*/ 5 w 703"/>
                <a:gd name="T1" fmla="*/ 0 h 162"/>
                <a:gd name="T2" fmla="*/ 5 w 703"/>
                <a:gd name="T3" fmla="*/ 0 h 162"/>
                <a:gd name="T4" fmla="*/ 5 w 703"/>
                <a:gd name="T5" fmla="*/ 0 h 162"/>
                <a:gd name="T6" fmla="*/ 5 w 703"/>
                <a:gd name="T7" fmla="*/ 0 h 162"/>
                <a:gd name="T8" fmla="*/ 4 w 703"/>
                <a:gd name="T9" fmla="*/ 0 h 162"/>
                <a:gd name="T10" fmla="*/ 4 w 703"/>
                <a:gd name="T11" fmla="*/ 0 h 162"/>
                <a:gd name="T12" fmla="*/ 4 w 703"/>
                <a:gd name="T13" fmla="*/ 0 h 162"/>
                <a:gd name="T14" fmla="*/ 3 w 703"/>
                <a:gd name="T15" fmla="*/ 1 h 162"/>
                <a:gd name="T16" fmla="*/ 3 w 703"/>
                <a:gd name="T17" fmla="*/ 1 h 162"/>
                <a:gd name="T18" fmla="*/ 3 w 703"/>
                <a:gd name="T19" fmla="*/ 1 h 162"/>
                <a:gd name="T20" fmla="*/ 2 w 703"/>
                <a:gd name="T21" fmla="*/ 1 h 162"/>
                <a:gd name="T22" fmla="*/ 2 w 703"/>
                <a:gd name="T23" fmla="*/ 1 h 162"/>
                <a:gd name="T24" fmla="*/ 2 w 703"/>
                <a:gd name="T25" fmla="*/ 0 h 162"/>
                <a:gd name="T26" fmla="*/ 1 w 703"/>
                <a:gd name="T27" fmla="*/ 0 h 162"/>
                <a:gd name="T28" fmla="*/ 1 w 703"/>
                <a:gd name="T29" fmla="*/ 0 h 162"/>
                <a:gd name="T30" fmla="*/ 1 w 703"/>
                <a:gd name="T31" fmla="*/ 0 h 162"/>
                <a:gd name="T32" fmla="*/ 1 w 703"/>
                <a:gd name="T33" fmla="*/ 0 h 162"/>
                <a:gd name="T34" fmla="*/ 0 w 703"/>
                <a:gd name="T35" fmla="*/ 0 h 162"/>
                <a:gd name="T36" fmla="*/ 0 w 703"/>
                <a:gd name="T37" fmla="*/ 1 h 162"/>
                <a:gd name="T38" fmla="*/ 0 w 703"/>
                <a:gd name="T39" fmla="*/ 1 h 162"/>
                <a:gd name="T40" fmla="*/ 1 w 703"/>
                <a:gd name="T41" fmla="*/ 1 h 162"/>
                <a:gd name="T42" fmla="*/ 1 w 703"/>
                <a:gd name="T43" fmla="*/ 1 h 162"/>
                <a:gd name="T44" fmla="*/ 1 w 703"/>
                <a:gd name="T45" fmla="*/ 1 h 162"/>
                <a:gd name="T46" fmla="*/ 2 w 703"/>
                <a:gd name="T47" fmla="*/ 1 h 162"/>
                <a:gd name="T48" fmla="*/ 2 w 703"/>
                <a:gd name="T49" fmla="*/ 1 h 162"/>
                <a:gd name="T50" fmla="*/ 2 w 703"/>
                <a:gd name="T51" fmla="*/ 1 h 162"/>
                <a:gd name="T52" fmla="*/ 3 w 703"/>
                <a:gd name="T53" fmla="*/ 1 h 162"/>
                <a:gd name="T54" fmla="*/ 3 w 703"/>
                <a:gd name="T55" fmla="*/ 1 h 162"/>
                <a:gd name="T56" fmla="*/ 3 w 703"/>
                <a:gd name="T57" fmla="*/ 1 h 162"/>
                <a:gd name="T58" fmla="*/ 4 w 703"/>
                <a:gd name="T59" fmla="*/ 1 h 162"/>
                <a:gd name="T60" fmla="*/ 4 w 703"/>
                <a:gd name="T61" fmla="*/ 1 h 162"/>
                <a:gd name="T62" fmla="*/ 5 w 703"/>
                <a:gd name="T63" fmla="*/ 1 h 162"/>
                <a:gd name="T64" fmla="*/ 5 w 703"/>
                <a:gd name="T65" fmla="*/ 1 h 162"/>
                <a:gd name="T66" fmla="*/ 5 w 703"/>
                <a:gd name="T67" fmla="*/ 1 h 162"/>
                <a:gd name="T68" fmla="*/ 5 w 703"/>
                <a:gd name="T69" fmla="*/ 1 h 162"/>
                <a:gd name="T70" fmla="*/ 5 w 703"/>
                <a:gd name="T71" fmla="*/ 1 h 162"/>
                <a:gd name="T72" fmla="*/ 5 w 703"/>
                <a:gd name="T73" fmla="*/ 1 h 162"/>
                <a:gd name="T74" fmla="*/ 5 w 703"/>
                <a:gd name="T75" fmla="*/ 1 h 162"/>
                <a:gd name="T76" fmla="*/ 6 w 703"/>
                <a:gd name="T77" fmla="*/ 0 h 162"/>
                <a:gd name="T78" fmla="*/ 6 w 703"/>
                <a:gd name="T79" fmla="*/ 0 h 162"/>
                <a:gd name="T80" fmla="*/ 6 w 703"/>
                <a:gd name="T81" fmla="*/ 0 h 162"/>
                <a:gd name="T82" fmla="*/ 5 w 703"/>
                <a:gd name="T83" fmla="*/ 0 h 162"/>
                <a:gd name="T84" fmla="*/ 5 w 703"/>
                <a:gd name="T85" fmla="*/ 0 h 162"/>
                <a:gd name="T86" fmla="*/ 5 w 703"/>
                <a:gd name="T87" fmla="*/ 0 h 162"/>
                <a:gd name="T88" fmla="*/ 5 w 703"/>
                <a:gd name="T89" fmla="*/ 0 h 162"/>
                <a:gd name="T90" fmla="*/ 5 w 703"/>
                <a:gd name="T91" fmla="*/ 0 h 162"/>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703"/>
                <a:gd name="T139" fmla="*/ 0 h 162"/>
                <a:gd name="T140" fmla="*/ 703 w 703"/>
                <a:gd name="T141" fmla="*/ 162 h 162"/>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703" h="162">
                  <a:moveTo>
                    <a:pt x="631" y="8"/>
                  </a:moveTo>
                  <a:lnTo>
                    <a:pt x="636" y="6"/>
                  </a:lnTo>
                  <a:lnTo>
                    <a:pt x="606" y="20"/>
                  </a:lnTo>
                  <a:lnTo>
                    <a:pt x="575" y="32"/>
                  </a:lnTo>
                  <a:lnTo>
                    <a:pt x="540" y="42"/>
                  </a:lnTo>
                  <a:lnTo>
                    <a:pt x="504" y="52"/>
                  </a:lnTo>
                  <a:lnTo>
                    <a:pt x="467" y="59"/>
                  </a:lnTo>
                  <a:lnTo>
                    <a:pt x="428" y="64"/>
                  </a:lnTo>
                  <a:lnTo>
                    <a:pt x="389" y="67"/>
                  </a:lnTo>
                  <a:lnTo>
                    <a:pt x="348" y="68"/>
                  </a:lnTo>
                  <a:lnTo>
                    <a:pt x="308" y="68"/>
                  </a:lnTo>
                  <a:lnTo>
                    <a:pt x="267" y="65"/>
                  </a:lnTo>
                  <a:lnTo>
                    <a:pt x="226" y="61"/>
                  </a:lnTo>
                  <a:lnTo>
                    <a:pt x="187" y="54"/>
                  </a:lnTo>
                  <a:lnTo>
                    <a:pt x="148" y="44"/>
                  </a:lnTo>
                  <a:lnTo>
                    <a:pt x="110" y="33"/>
                  </a:lnTo>
                  <a:lnTo>
                    <a:pt x="75" y="20"/>
                  </a:lnTo>
                  <a:lnTo>
                    <a:pt x="42" y="5"/>
                  </a:lnTo>
                  <a:lnTo>
                    <a:pt x="0" y="89"/>
                  </a:lnTo>
                  <a:lnTo>
                    <a:pt x="40" y="107"/>
                  </a:lnTo>
                  <a:lnTo>
                    <a:pt x="82" y="122"/>
                  </a:lnTo>
                  <a:lnTo>
                    <a:pt x="124" y="135"/>
                  </a:lnTo>
                  <a:lnTo>
                    <a:pt x="169" y="146"/>
                  </a:lnTo>
                  <a:lnTo>
                    <a:pt x="214" y="153"/>
                  </a:lnTo>
                  <a:lnTo>
                    <a:pt x="258" y="158"/>
                  </a:lnTo>
                  <a:lnTo>
                    <a:pt x="303" y="162"/>
                  </a:lnTo>
                  <a:lnTo>
                    <a:pt x="348" y="162"/>
                  </a:lnTo>
                  <a:lnTo>
                    <a:pt x="394" y="161"/>
                  </a:lnTo>
                  <a:lnTo>
                    <a:pt x="439" y="157"/>
                  </a:lnTo>
                  <a:lnTo>
                    <a:pt x="481" y="150"/>
                  </a:lnTo>
                  <a:lnTo>
                    <a:pt x="525" y="143"/>
                  </a:lnTo>
                  <a:lnTo>
                    <a:pt x="566" y="132"/>
                  </a:lnTo>
                  <a:lnTo>
                    <a:pt x="606" y="121"/>
                  </a:lnTo>
                  <a:lnTo>
                    <a:pt x="643" y="105"/>
                  </a:lnTo>
                  <a:lnTo>
                    <a:pt x="678" y="88"/>
                  </a:lnTo>
                  <a:lnTo>
                    <a:pt x="683" y="86"/>
                  </a:lnTo>
                  <a:lnTo>
                    <a:pt x="678" y="88"/>
                  </a:lnTo>
                  <a:lnTo>
                    <a:pt x="695" y="75"/>
                  </a:lnTo>
                  <a:lnTo>
                    <a:pt x="702" y="60"/>
                  </a:lnTo>
                  <a:lnTo>
                    <a:pt x="703" y="42"/>
                  </a:lnTo>
                  <a:lnTo>
                    <a:pt x="698" y="26"/>
                  </a:lnTo>
                  <a:lnTo>
                    <a:pt x="688" y="12"/>
                  </a:lnTo>
                  <a:lnTo>
                    <a:pt x="674" y="3"/>
                  </a:lnTo>
                  <a:lnTo>
                    <a:pt x="656" y="0"/>
                  </a:lnTo>
                  <a:lnTo>
                    <a:pt x="636" y="6"/>
                  </a:lnTo>
                  <a:lnTo>
                    <a:pt x="631"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3861" name="Freeform 35"/>
            <p:cNvSpPr>
              <a:spLocks/>
            </p:cNvSpPr>
            <p:nvPr/>
          </p:nvSpPr>
          <p:spPr bwMode="auto">
            <a:xfrm>
              <a:off x="1332" y="2204"/>
              <a:ext cx="283" cy="192"/>
            </a:xfrm>
            <a:custGeom>
              <a:avLst/>
              <a:gdLst>
                <a:gd name="T0" fmla="*/ 11 w 1415"/>
                <a:gd name="T1" fmla="*/ 0 h 960"/>
                <a:gd name="T2" fmla="*/ 11 w 1415"/>
                <a:gd name="T3" fmla="*/ 0 h 960"/>
                <a:gd name="T4" fmla="*/ 0 w 1415"/>
                <a:gd name="T5" fmla="*/ 7 h 960"/>
                <a:gd name="T6" fmla="*/ 0 w 1415"/>
                <a:gd name="T7" fmla="*/ 8 h 960"/>
                <a:gd name="T8" fmla="*/ 11 w 1415"/>
                <a:gd name="T9" fmla="*/ 1 h 960"/>
                <a:gd name="T10" fmla="*/ 11 w 1415"/>
                <a:gd name="T11" fmla="*/ 1 h 960"/>
                <a:gd name="T12" fmla="*/ 11 w 1415"/>
                <a:gd name="T13" fmla="*/ 1 h 960"/>
                <a:gd name="T14" fmla="*/ 11 w 1415"/>
                <a:gd name="T15" fmla="*/ 1 h 960"/>
                <a:gd name="T16" fmla="*/ 11 w 1415"/>
                <a:gd name="T17" fmla="*/ 0 h 960"/>
                <a:gd name="T18" fmla="*/ 11 w 1415"/>
                <a:gd name="T19" fmla="*/ 0 h 960"/>
                <a:gd name="T20" fmla="*/ 11 w 1415"/>
                <a:gd name="T21" fmla="*/ 0 h 960"/>
                <a:gd name="T22" fmla="*/ 11 w 1415"/>
                <a:gd name="T23" fmla="*/ 0 h 960"/>
                <a:gd name="T24" fmla="*/ 11 w 1415"/>
                <a:gd name="T25" fmla="*/ 0 h 960"/>
                <a:gd name="T26" fmla="*/ 11 w 1415"/>
                <a:gd name="T27" fmla="*/ 0 h 960"/>
                <a:gd name="T28" fmla="*/ 11 w 1415"/>
                <a:gd name="T29" fmla="*/ 0 h 960"/>
                <a:gd name="T30" fmla="*/ 11 w 1415"/>
                <a:gd name="T31" fmla="*/ 0 h 96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15"/>
                <a:gd name="T49" fmla="*/ 0 h 960"/>
                <a:gd name="T50" fmla="*/ 1415 w 1415"/>
                <a:gd name="T51" fmla="*/ 960 h 96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15" h="960">
                  <a:moveTo>
                    <a:pt x="1338" y="10"/>
                  </a:moveTo>
                  <a:lnTo>
                    <a:pt x="1342" y="8"/>
                  </a:lnTo>
                  <a:lnTo>
                    <a:pt x="0" y="882"/>
                  </a:lnTo>
                  <a:lnTo>
                    <a:pt x="52" y="960"/>
                  </a:lnTo>
                  <a:lnTo>
                    <a:pt x="1393" y="85"/>
                  </a:lnTo>
                  <a:lnTo>
                    <a:pt x="1397" y="83"/>
                  </a:lnTo>
                  <a:lnTo>
                    <a:pt x="1393" y="85"/>
                  </a:lnTo>
                  <a:lnTo>
                    <a:pt x="1409" y="71"/>
                  </a:lnTo>
                  <a:lnTo>
                    <a:pt x="1415" y="53"/>
                  </a:lnTo>
                  <a:lnTo>
                    <a:pt x="1413" y="37"/>
                  </a:lnTo>
                  <a:lnTo>
                    <a:pt x="1406" y="21"/>
                  </a:lnTo>
                  <a:lnTo>
                    <a:pt x="1395" y="8"/>
                  </a:lnTo>
                  <a:lnTo>
                    <a:pt x="1379" y="1"/>
                  </a:lnTo>
                  <a:lnTo>
                    <a:pt x="1361" y="0"/>
                  </a:lnTo>
                  <a:lnTo>
                    <a:pt x="1342" y="8"/>
                  </a:lnTo>
                  <a:lnTo>
                    <a:pt x="1338" y="1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3862" name="Freeform 36"/>
            <p:cNvSpPr>
              <a:spLocks/>
            </p:cNvSpPr>
            <p:nvPr/>
          </p:nvSpPr>
          <p:spPr bwMode="auto">
            <a:xfrm>
              <a:off x="1599" y="2057"/>
              <a:ext cx="80" cy="163"/>
            </a:xfrm>
            <a:custGeom>
              <a:avLst/>
              <a:gdLst>
                <a:gd name="T0" fmla="*/ 2 w 398"/>
                <a:gd name="T1" fmla="*/ 0 h 817"/>
                <a:gd name="T2" fmla="*/ 2 w 398"/>
                <a:gd name="T3" fmla="*/ 0 h 817"/>
                <a:gd name="T4" fmla="*/ 2 w 398"/>
                <a:gd name="T5" fmla="*/ 1 h 817"/>
                <a:gd name="T6" fmla="*/ 2 w 398"/>
                <a:gd name="T7" fmla="*/ 1 h 817"/>
                <a:gd name="T8" fmla="*/ 2 w 398"/>
                <a:gd name="T9" fmla="*/ 2 h 817"/>
                <a:gd name="T10" fmla="*/ 2 w 398"/>
                <a:gd name="T11" fmla="*/ 2 h 817"/>
                <a:gd name="T12" fmla="*/ 2 w 398"/>
                <a:gd name="T13" fmla="*/ 2 h 817"/>
                <a:gd name="T14" fmla="*/ 2 w 398"/>
                <a:gd name="T15" fmla="*/ 3 h 817"/>
                <a:gd name="T16" fmla="*/ 2 w 398"/>
                <a:gd name="T17" fmla="*/ 3 h 817"/>
                <a:gd name="T18" fmla="*/ 2 w 398"/>
                <a:gd name="T19" fmla="*/ 4 h 817"/>
                <a:gd name="T20" fmla="*/ 2 w 398"/>
                <a:gd name="T21" fmla="*/ 4 h 817"/>
                <a:gd name="T22" fmla="*/ 1 w 398"/>
                <a:gd name="T23" fmla="*/ 4 h 817"/>
                <a:gd name="T24" fmla="*/ 1 w 398"/>
                <a:gd name="T25" fmla="*/ 5 h 817"/>
                <a:gd name="T26" fmla="*/ 1 w 398"/>
                <a:gd name="T27" fmla="*/ 5 h 817"/>
                <a:gd name="T28" fmla="*/ 1 w 398"/>
                <a:gd name="T29" fmla="*/ 5 h 817"/>
                <a:gd name="T30" fmla="*/ 1 w 398"/>
                <a:gd name="T31" fmla="*/ 5 h 817"/>
                <a:gd name="T32" fmla="*/ 0 w 398"/>
                <a:gd name="T33" fmla="*/ 6 h 817"/>
                <a:gd name="T34" fmla="*/ 0 w 398"/>
                <a:gd name="T35" fmla="*/ 6 h 817"/>
                <a:gd name="T36" fmla="*/ 0 w 398"/>
                <a:gd name="T37" fmla="*/ 7 h 817"/>
                <a:gd name="T38" fmla="*/ 1 w 398"/>
                <a:gd name="T39" fmla="*/ 6 h 817"/>
                <a:gd name="T40" fmla="*/ 1 w 398"/>
                <a:gd name="T41" fmla="*/ 6 h 817"/>
                <a:gd name="T42" fmla="*/ 1 w 398"/>
                <a:gd name="T43" fmla="*/ 6 h 817"/>
                <a:gd name="T44" fmla="*/ 2 w 398"/>
                <a:gd name="T45" fmla="*/ 5 h 817"/>
                <a:gd name="T46" fmla="*/ 2 w 398"/>
                <a:gd name="T47" fmla="*/ 5 h 817"/>
                <a:gd name="T48" fmla="*/ 2 w 398"/>
                <a:gd name="T49" fmla="*/ 5 h 817"/>
                <a:gd name="T50" fmla="*/ 2 w 398"/>
                <a:gd name="T51" fmla="*/ 4 h 817"/>
                <a:gd name="T52" fmla="*/ 2 w 398"/>
                <a:gd name="T53" fmla="*/ 4 h 817"/>
                <a:gd name="T54" fmla="*/ 3 w 398"/>
                <a:gd name="T55" fmla="*/ 3 h 817"/>
                <a:gd name="T56" fmla="*/ 3 w 398"/>
                <a:gd name="T57" fmla="*/ 3 h 817"/>
                <a:gd name="T58" fmla="*/ 3 w 398"/>
                <a:gd name="T59" fmla="*/ 3 h 817"/>
                <a:gd name="T60" fmla="*/ 3 w 398"/>
                <a:gd name="T61" fmla="*/ 2 h 817"/>
                <a:gd name="T62" fmla="*/ 3 w 398"/>
                <a:gd name="T63" fmla="*/ 2 h 817"/>
                <a:gd name="T64" fmla="*/ 3 w 398"/>
                <a:gd name="T65" fmla="*/ 1 h 817"/>
                <a:gd name="T66" fmla="*/ 3 w 398"/>
                <a:gd name="T67" fmla="*/ 1 h 817"/>
                <a:gd name="T68" fmla="*/ 3 w 398"/>
                <a:gd name="T69" fmla="*/ 0 h 817"/>
                <a:gd name="T70" fmla="*/ 3 w 398"/>
                <a:gd name="T71" fmla="*/ 0 h 817"/>
                <a:gd name="T72" fmla="*/ 3 w 398"/>
                <a:gd name="T73" fmla="*/ 0 h 817"/>
                <a:gd name="T74" fmla="*/ 3 w 398"/>
                <a:gd name="T75" fmla="*/ 0 h 817"/>
                <a:gd name="T76" fmla="*/ 3 w 398"/>
                <a:gd name="T77" fmla="*/ 0 h 817"/>
                <a:gd name="T78" fmla="*/ 3 w 398"/>
                <a:gd name="T79" fmla="*/ 0 h 817"/>
                <a:gd name="T80" fmla="*/ 3 w 398"/>
                <a:gd name="T81" fmla="*/ 0 h 817"/>
                <a:gd name="T82" fmla="*/ 3 w 398"/>
                <a:gd name="T83" fmla="*/ 0 h 817"/>
                <a:gd name="T84" fmla="*/ 3 w 398"/>
                <a:gd name="T85" fmla="*/ 0 h 817"/>
                <a:gd name="T86" fmla="*/ 2 w 398"/>
                <a:gd name="T87" fmla="*/ 0 h 817"/>
                <a:gd name="T88" fmla="*/ 2 w 398"/>
                <a:gd name="T89" fmla="*/ 0 h 817"/>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398"/>
                <a:gd name="T136" fmla="*/ 0 h 817"/>
                <a:gd name="T137" fmla="*/ 398 w 398"/>
                <a:gd name="T138" fmla="*/ 817 h 817"/>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398" h="817">
                  <a:moveTo>
                    <a:pt x="304" y="47"/>
                  </a:moveTo>
                  <a:lnTo>
                    <a:pt x="304" y="47"/>
                  </a:lnTo>
                  <a:lnTo>
                    <a:pt x="301" y="97"/>
                  </a:lnTo>
                  <a:lnTo>
                    <a:pt x="297" y="147"/>
                  </a:lnTo>
                  <a:lnTo>
                    <a:pt x="291" y="198"/>
                  </a:lnTo>
                  <a:lnTo>
                    <a:pt x="280" y="247"/>
                  </a:lnTo>
                  <a:lnTo>
                    <a:pt x="268" y="297"/>
                  </a:lnTo>
                  <a:lnTo>
                    <a:pt x="253" y="347"/>
                  </a:lnTo>
                  <a:lnTo>
                    <a:pt x="236" y="395"/>
                  </a:lnTo>
                  <a:lnTo>
                    <a:pt x="217" y="442"/>
                  </a:lnTo>
                  <a:lnTo>
                    <a:pt x="195" y="487"/>
                  </a:lnTo>
                  <a:lnTo>
                    <a:pt x="171" y="532"/>
                  </a:lnTo>
                  <a:lnTo>
                    <a:pt x="147" y="574"/>
                  </a:lnTo>
                  <a:lnTo>
                    <a:pt x="121" y="613"/>
                  </a:lnTo>
                  <a:lnTo>
                    <a:pt x="93" y="650"/>
                  </a:lnTo>
                  <a:lnTo>
                    <a:pt x="64" y="684"/>
                  </a:lnTo>
                  <a:lnTo>
                    <a:pt x="32" y="716"/>
                  </a:lnTo>
                  <a:lnTo>
                    <a:pt x="0" y="744"/>
                  </a:lnTo>
                  <a:lnTo>
                    <a:pt x="59" y="817"/>
                  </a:lnTo>
                  <a:lnTo>
                    <a:pt x="95" y="784"/>
                  </a:lnTo>
                  <a:lnTo>
                    <a:pt x="132" y="748"/>
                  </a:lnTo>
                  <a:lnTo>
                    <a:pt x="166" y="709"/>
                  </a:lnTo>
                  <a:lnTo>
                    <a:pt x="196" y="667"/>
                  </a:lnTo>
                  <a:lnTo>
                    <a:pt x="227" y="623"/>
                  </a:lnTo>
                  <a:lnTo>
                    <a:pt x="253" y="576"/>
                  </a:lnTo>
                  <a:lnTo>
                    <a:pt x="279" y="530"/>
                  </a:lnTo>
                  <a:lnTo>
                    <a:pt x="301" y="479"/>
                  </a:lnTo>
                  <a:lnTo>
                    <a:pt x="323" y="428"/>
                  </a:lnTo>
                  <a:lnTo>
                    <a:pt x="342" y="375"/>
                  </a:lnTo>
                  <a:lnTo>
                    <a:pt x="359" y="321"/>
                  </a:lnTo>
                  <a:lnTo>
                    <a:pt x="372" y="268"/>
                  </a:lnTo>
                  <a:lnTo>
                    <a:pt x="382" y="212"/>
                  </a:lnTo>
                  <a:lnTo>
                    <a:pt x="391" y="157"/>
                  </a:lnTo>
                  <a:lnTo>
                    <a:pt x="395" y="102"/>
                  </a:lnTo>
                  <a:lnTo>
                    <a:pt x="398" y="47"/>
                  </a:lnTo>
                  <a:lnTo>
                    <a:pt x="394" y="27"/>
                  </a:lnTo>
                  <a:lnTo>
                    <a:pt x="383" y="11"/>
                  </a:lnTo>
                  <a:lnTo>
                    <a:pt x="368" y="3"/>
                  </a:lnTo>
                  <a:lnTo>
                    <a:pt x="351" y="0"/>
                  </a:lnTo>
                  <a:lnTo>
                    <a:pt x="333" y="3"/>
                  </a:lnTo>
                  <a:lnTo>
                    <a:pt x="319" y="11"/>
                  </a:lnTo>
                  <a:lnTo>
                    <a:pt x="307" y="27"/>
                  </a:lnTo>
                  <a:lnTo>
                    <a:pt x="304" y="4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3863" name="Freeform 37"/>
            <p:cNvSpPr>
              <a:spLocks/>
            </p:cNvSpPr>
            <p:nvPr/>
          </p:nvSpPr>
          <p:spPr bwMode="auto">
            <a:xfrm>
              <a:off x="1660" y="1701"/>
              <a:ext cx="19" cy="365"/>
            </a:xfrm>
            <a:custGeom>
              <a:avLst/>
              <a:gdLst>
                <a:gd name="T0" fmla="*/ 0 w 95"/>
                <a:gd name="T1" fmla="*/ 0 h 1826"/>
                <a:gd name="T2" fmla="*/ 0 w 95"/>
                <a:gd name="T3" fmla="*/ 0 h 1826"/>
                <a:gd name="T4" fmla="*/ 0 w 95"/>
                <a:gd name="T5" fmla="*/ 15 h 1826"/>
                <a:gd name="T6" fmla="*/ 1 w 95"/>
                <a:gd name="T7" fmla="*/ 15 h 1826"/>
                <a:gd name="T8" fmla="*/ 1 w 95"/>
                <a:gd name="T9" fmla="*/ 0 h 1826"/>
                <a:gd name="T10" fmla="*/ 1 w 95"/>
                <a:gd name="T11" fmla="*/ 0 h 1826"/>
                <a:gd name="T12" fmla="*/ 1 w 95"/>
                <a:gd name="T13" fmla="*/ 0 h 1826"/>
                <a:gd name="T14" fmla="*/ 1 w 95"/>
                <a:gd name="T15" fmla="*/ 0 h 1826"/>
                <a:gd name="T16" fmla="*/ 1 w 95"/>
                <a:gd name="T17" fmla="*/ 0 h 1826"/>
                <a:gd name="T18" fmla="*/ 1 w 95"/>
                <a:gd name="T19" fmla="*/ 0 h 1826"/>
                <a:gd name="T20" fmla="*/ 0 w 95"/>
                <a:gd name="T21" fmla="*/ 0 h 1826"/>
                <a:gd name="T22" fmla="*/ 0 w 95"/>
                <a:gd name="T23" fmla="*/ 0 h 1826"/>
                <a:gd name="T24" fmla="*/ 0 w 95"/>
                <a:gd name="T25" fmla="*/ 0 h 1826"/>
                <a:gd name="T26" fmla="*/ 0 w 95"/>
                <a:gd name="T27" fmla="*/ 0 h 1826"/>
                <a:gd name="T28" fmla="*/ 0 w 95"/>
                <a:gd name="T29" fmla="*/ 0 h 1826"/>
                <a:gd name="T30" fmla="*/ 0 w 95"/>
                <a:gd name="T31" fmla="*/ 0 h 182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95"/>
                <a:gd name="T49" fmla="*/ 0 h 1826"/>
                <a:gd name="T50" fmla="*/ 95 w 95"/>
                <a:gd name="T51" fmla="*/ 1826 h 182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95" h="1826">
                  <a:moveTo>
                    <a:pt x="0" y="49"/>
                  </a:moveTo>
                  <a:lnTo>
                    <a:pt x="0" y="47"/>
                  </a:lnTo>
                  <a:lnTo>
                    <a:pt x="1" y="1826"/>
                  </a:lnTo>
                  <a:lnTo>
                    <a:pt x="95" y="1826"/>
                  </a:lnTo>
                  <a:lnTo>
                    <a:pt x="93" y="47"/>
                  </a:lnTo>
                  <a:lnTo>
                    <a:pt x="93" y="45"/>
                  </a:lnTo>
                  <a:lnTo>
                    <a:pt x="93" y="47"/>
                  </a:lnTo>
                  <a:lnTo>
                    <a:pt x="90" y="27"/>
                  </a:lnTo>
                  <a:lnTo>
                    <a:pt x="79" y="12"/>
                  </a:lnTo>
                  <a:lnTo>
                    <a:pt x="64" y="4"/>
                  </a:lnTo>
                  <a:lnTo>
                    <a:pt x="47" y="0"/>
                  </a:lnTo>
                  <a:lnTo>
                    <a:pt x="29" y="4"/>
                  </a:lnTo>
                  <a:lnTo>
                    <a:pt x="15" y="12"/>
                  </a:lnTo>
                  <a:lnTo>
                    <a:pt x="3" y="27"/>
                  </a:lnTo>
                  <a:lnTo>
                    <a:pt x="0" y="47"/>
                  </a:lnTo>
                  <a:lnTo>
                    <a:pt x="0" y="4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3864" name="Freeform 38"/>
            <p:cNvSpPr>
              <a:spLocks/>
            </p:cNvSpPr>
            <p:nvPr/>
          </p:nvSpPr>
          <p:spPr bwMode="auto">
            <a:xfrm>
              <a:off x="1598" y="1598"/>
              <a:ext cx="81" cy="113"/>
            </a:xfrm>
            <a:custGeom>
              <a:avLst/>
              <a:gdLst>
                <a:gd name="T0" fmla="*/ 0 w 401"/>
                <a:gd name="T1" fmla="*/ 1 h 566"/>
                <a:gd name="T2" fmla="*/ 0 w 401"/>
                <a:gd name="T3" fmla="*/ 1 h 566"/>
                <a:gd name="T4" fmla="*/ 0 w 401"/>
                <a:gd name="T5" fmla="*/ 1 h 566"/>
                <a:gd name="T6" fmla="*/ 1 w 401"/>
                <a:gd name="T7" fmla="*/ 1 h 566"/>
                <a:gd name="T8" fmla="*/ 1 w 401"/>
                <a:gd name="T9" fmla="*/ 1 h 566"/>
                <a:gd name="T10" fmla="*/ 1 w 401"/>
                <a:gd name="T11" fmla="*/ 1 h 566"/>
                <a:gd name="T12" fmla="*/ 1 w 401"/>
                <a:gd name="T13" fmla="*/ 2 h 566"/>
                <a:gd name="T14" fmla="*/ 1 w 401"/>
                <a:gd name="T15" fmla="*/ 2 h 566"/>
                <a:gd name="T16" fmla="*/ 2 w 401"/>
                <a:gd name="T17" fmla="*/ 2 h 566"/>
                <a:gd name="T18" fmla="*/ 2 w 401"/>
                <a:gd name="T19" fmla="*/ 2 h 566"/>
                <a:gd name="T20" fmla="*/ 2 w 401"/>
                <a:gd name="T21" fmla="*/ 2 h 566"/>
                <a:gd name="T22" fmla="*/ 2 w 401"/>
                <a:gd name="T23" fmla="*/ 3 h 566"/>
                <a:gd name="T24" fmla="*/ 2 w 401"/>
                <a:gd name="T25" fmla="*/ 3 h 566"/>
                <a:gd name="T26" fmla="*/ 2 w 401"/>
                <a:gd name="T27" fmla="*/ 3 h 566"/>
                <a:gd name="T28" fmla="*/ 2 w 401"/>
                <a:gd name="T29" fmla="*/ 4 h 566"/>
                <a:gd name="T30" fmla="*/ 2 w 401"/>
                <a:gd name="T31" fmla="*/ 4 h 566"/>
                <a:gd name="T32" fmla="*/ 2 w 401"/>
                <a:gd name="T33" fmla="*/ 4 h 566"/>
                <a:gd name="T34" fmla="*/ 3 w 401"/>
                <a:gd name="T35" fmla="*/ 5 h 566"/>
                <a:gd name="T36" fmla="*/ 3 w 401"/>
                <a:gd name="T37" fmla="*/ 4 h 566"/>
                <a:gd name="T38" fmla="*/ 3 w 401"/>
                <a:gd name="T39" fmla="*/ 4 h 566"/>
                <a:gd name="T40" fmla="*/ 3 w 401"/>
                <a:gd name="T41" fmla="*/ 4 h 566"/>
                <a:gd name="T42" fmla="*/ 3 w 401"/>
                <a:gd name="T43" fmla="*/ 3 h 566"/>
                <a:gd name="T44" fmla="*/ 3 w 401"/>
                <a:gd name="T45" fmla="*/ 3 h 566"/>
                <a:gd name="T46" fmla="*/ 3 w 401"/>
                <a:gd name="T47" fmla="*/ 3 h 566"/>
                <a:gd name="T48" fmla="*/ 3 w 401"/>
                <a:gd name="T49" fmla="*/ 2 h 566"/>
                <a:gd name="T50" fmla="*/ 3 w 401"/>
                <a:gd name="T51" fmla="*/ 2 h 566"/>
                <a:gd name="T52" fmla="*/ 2 w 401"/>
                <a:gd name="T53" fmla="*/ 2 h 566"/>
                <a:gd name="T54" fmla="*/ 2 w 401"/>
                <a:gd name="T55" fmla="*/ 2 h 566"/>
                <a:gd name="T56" fmla="*/ 2 w 401"/>
                <a:gd name="T57" fmla="*/ 1 h 566"/>
                <a:gd name="T58" fmla="*/ 2 w 401"/>
                <a:gd name="T59" fmla="*/ 1 h 566"/>
                <a:gd name="T60" fmla="*/ 2 w 401"/>
                <a:gd name="T61" fmla="*/ 1 h 566"/>
                <a:gd name="T62" fmla="*/ 1 w 401"/>
                <a:gd name="T63" fmla="*/ 1 h 566"/>
                <a:gd name="T64" fmla="*/ 1 w 401"/>
                <a:gd name="T65" fmla="*/ 0 h 566"/>
                <a:gd name="T66" fmla="*/ 1 w 401"/>
                <a:gd name="T67" fmla="*/ 0 h 566"/>
                <a:gd name="T68" fmla="*/ 1 w 401"/>
                <a:gd name="T69" fmla="*/ 0 h 566"/>
                <a:gd name="T70" fmla="*/ 1 w 401"/>
                <a:gd name="T71" fmla="*/ 0 h 566"/>
                <a:gd name="T72" fmla="*/ 1 w 401"/>
                <a:gd name="T73" fmla="*/ 0 h 566"/>
                <a:gd name="T74" fmla="*/ 0 w 401"/>
                <a:gd name="T75" fmla="*/ 0 h 566"/>
                <a:gd name="T76" fmla="*/ 0 w 401"/>
                <a:gd name="T77" fmla="*/ 0 h 566"/>
                <a:gd name="T78" fmla="*/ 0 w 401"/>
                <a:gd name="T79" fmla="*/ 0 h 566"/>
                <a:gd name="T80" fmla="*/ 0 w 401"/>
                <a:gd name="T81" fmla="*/ 0 h 566"/>
                <a:gd name="T82" fmla="*/ 0 w 401"/>
                <a:gd name="T83" fmla="*/ 0 h 566"/>
                <a:gd name="T84" fmla="*/ 0 w 401"/>
                <a:gd name="T85" fmla="*/ 0 h 566"/>
                <a:gd name="T86" fmla="*/ 0 w 401"/>
                <a:gd name="T87" fmla="*/ 1 h 566"/>
                <a:gd name="T88" fmla="*/ 0 w 401"/>
                <a:gd name="T89" fmla="*/ 1 h 56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401"/>
                <a:gd name="T136" fmla="*/ 0 h 566"/>
                <a:gd name="T137" fmla="*/ 401 w 401"/>
                <a:gd name="T138" fmla="*/ 566 h 566"/>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401" h="566">
                  <a:moveTo>
                    <a:pt x="23" y="88"/>
                  </a:moveTo>
                  <a:lnTo>
                    <a:pt x="23" y="88"/>
                  </a:lnTo>
                  <a:lnTo>
                    <a:pt x="53" y="107"/>
                  </a:lnTo>
                  <a:lnTo>
                    <a:pt x="83" y="125"/>
                  </a:lnTo>
                  <a:lnTo>
                    <a:pt x="108" y="147"/>
                  </a:lnTo>
                  <a:lnTo>
                    <a:pt x="135" y="171"/>
                  </a:lnTo>
                  <a:lnTo>
                    <a:pt x="160" y="196"/>
                  </a:lnTo>
                  <a:lnTo>
                    <a:pt x="182" y="223"/>
                  </a:lnTo>
                  <a:lnTo>
                    <a:pt x="205" y="251"/>
                  </a:lnTo>
                  <a:lnTo>
                    <a:pt x="223" y="281"/>
                  </a:lnTo>
                  <a:lnTo>
                    <a:pt x="240" y="312"/>
                  </a:lnTo>
                  <a:lnTo>
                    <a:pt x="256" y="345"/>
                  </a:lnTo>
                  <a:lnTo>
                    <a:pt x="270" y="379"/>
                  </a:lnTo>
                  <a:lnTo>
                    <a:pt x="282" y="414"/>
                  </a:lnTo>
                  <a:lnTo>
                    <a:pt x="291" y="450"/>
                  </a:lnTo>
                  <a:lnTo>
                    <a:pt x="299" y="488"/>
                  </a:lnTo>
                  <a:lnTo>
                    <a:pt x="304" y="526"/>
                  </a:lnTo>
                  <a:lnTo>
                    <a:pt x="308" y="566"/>
                  </a:lnTo>
                  <a:lnTo>
                    <a:pt x="401" y="562"/>
                  </a:lnTo>
                  <a:lnTo>
                    <a:pt x="398" y="517"/>
                  </a:lnTo>
                  <a:lnTo>
                    <a:pt x="391" y="471"/>
                  </a:lnTo>
                  <a:lnTo>
                    <a:pt x="383" y="429"/>
                  </a:lnTo>
                  <a:lnTo>
                    <a:pt x="371" y="386"/>
                  </a:lnTo>
                  <a:lnTo>
                    <a:pt x="357" y="346"/>
                  </a:lnTo>
                  <a:lnTo>
                    <a:pt x="340" y="307"/>
                  </a:lnTo>
                  <a:lnTo>
                    <a:pt x="324" y="270"/>
                  </a:lnTo>
                  <a:lnTo>
                    <a:pt x="303" y="232"/>
                  </a:lnTo>
                  <a:lnTo>
                    <a:pt x="280" y="197"/>
                  </a:lnTo>
                  <a:lnTo>
                    <a:pt x="255" y="164"/>
                  </a:lnTo>
                  <a:lnTo>
                    <a:pt x="228" y="132"/>
                  </a:lnTo>
                  <a:lnTo>
                    <a:pt x="199" y="103"/>
                  </a:lnTo>
                  <a:lnTo>
                    <a:pt x="169" y="76"/>
                  </a:lnTo>
                  <a:lnTo>
                    <a:pt x="137" y="50"/>
                  </a:lnTo>
                  <a:lnTo>
                    <a:pt x="103" y="27"/>
                  </a:lnTo>
                  <a:lnTo>
                    <a:pt x="67" y="6"/>
                  </a:lnTo>
                  <a:lnTo>
                    <a:pt x="48" y="0"/>
                  </a:lnTo>
                  <a:lnTo>
                    <a:pt x="30" y="2"/>
                  </a:lnTo>
                  <a:lnTo>
                    <a:pt x="16" y="12"/>
                  </a:lnTo>
                  <a:lnTo>
                    <a:pt x="5" y="25"/>
                  </a:lnTo>
                  <a:lnTo>
                    <a:pt x="0" y="41"/>
                  </a:lnTo>
                  <a:lnTo>
                    <a:pt x="0" y="59"/>
                  </a:lnTo>
                  <a:lnTo>
                    <a:pt x="8" y="75"/>
                  </a:lnTo>
                  <a:lnTo>
                    <a:pt x="23"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3865" name="Freeform 39"/>
            <p:cNvSpPr>
              <a:spLocks/>
            </p:cNvSpPr>
            <p:nvPr/>
          </p:nvSpPr>
          <p:spPr bwMode="auto">
            <a:xfrm>
              <a:off x="1346" y="1455"/>
              <a:ext cx="266" cy="160"/>
            </a:xfrm>
            <a:custGeom>
              <a:avLst/>
              <a:gdLst>
                <a:gd name="T0" fmla="*/ 0 w 1330"/>
                <a:gd name="T1" fmla="*/ 1 h 801"/>
                <a:gd name="T2" fmla="*/ 0 w 1330"/>
                <a:gd name="T3" fmla="*/ 1 h 801"/>
                <a:gd name="T4" fmla="*/ 10 w 1330"/>
                <a:gd name="T5" fmla="*/ 6 h 801"/>
                <a:gd name="T6" fmla="*/ 11 w 1330"/>
                <a:gd name="T7" fmla="*/ 6 h 801"/>
                <a:gd name="T8" fmla="*/ 1 w 1330"/>
                <a:gd name="T9" fmla="*/ 0 h 801"/>
                <a:gd name="T10" fmla="*/ 1 w 1330"/>
                <a:gd name="T11" fmla="*/ 0 h 801"/>
                <a:gd name="T12" fmla="*/ 1 w 1330"/>
                <a:gd name="T13" fmla="*/ 0 h 801"/>
                <a:gd name="T14" fmla="*/ 0 w 1330"/>
                <a:gd name="T15" fmla="*/ 0 h 801"/>
                <a:gd name="T16" fmla="*/ 0 w 1330"/>
                <a:gd name="T17" fmla="*/ 0 h 801"/>
                <a:gd name="T18" fmla="*/ 0 w 1330"/>
                <a:gd name="T19" fmla="*/ 0 h 801"/>
                <a:gd name="T20" fmla="*/ 0 w 1330"/>
                <a:gd name="T21" fmla="*/ 0 h 801"/>
                <a:gd name="T22" fmla="*/ 0 w 1330"/>
                <a:gd name="T23" fmla="*/ 0 h 801"/>
                <a:gd name="T24" fmla="*/ 0 w 1330"/>
                <a:gd name="T25" fmla="*/ 0 h 801"/>
                <a:gd name="T26" fmla="*/ 0 w 1330"/>
                <a:gd name="T27" fmla="*/ 1 h 801"/>
                <a:gd name="T28" fmla="*/ 0 w 1330"/>
                <a:gd name="T29" fmla="*/ 1 h 801"/>
                <a:gd name="T30" fmla="*/ 0 w 1330"/>
                <a:gd name="T31" fmla="*/ 1 h 801"/>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30"/>
                <a:gd name="T49" fmla="*/ 0 h 801"/>
                <a:gd name="T50" fmla="*/ 1330 w 1330"/>
                <a:gd name="T51" fmla="*/ 801 h 801"/>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30" h="801">
                  <a:moveTo>
                    <a:pt x="24" y="88"/>
                  </a:moveTo>
                  <a:lnTo>
                    <a:pt x="23" y="88"/>
                  </a:lnTo>
                  <a:lnTo>
                    <a:pt x="1286" y="801"/>
                  </a:lnTo>
                  <a:lnTo>
                    <a:pt x="1330" y="719"/>
                  </a:lnTo>
                  <a:lnTo>
                    <a:pt x="67" y="6"/>
                  </a:lnTo>
                  <a:lnTo>
                    <a:pt x="66" y="6"/>
                  </a:lnTo>
                  <a:lnTo>
                    <a:pt x="67" y="6"/>
                  </a:lnTo>
                  <a:lnTo>
                    <a:pt x="48" y="0"/>
                  </a:lnTo>
                  <a:lnTo>
                    <a:pt x="30" y="2"/>
                  </a:lnTo>
                  <a:lnTo>
                    <a:pt x="16" y="12"/>
                  </a:lnTo>
                  <a:lnTo>
                    <a:pt x="5" y="25"/>
                  </a:lnTo>
                  <a:lnTo>
                    <a:pt x="0" y="41"/>
                  </a:lnTo>
                  <a:lnTo>
                    <a:pt x="0" y="59"/>
                  </a:lnTo>
                  <a:lnTo>
                    <a:pt x="8" y="75"/>
                  </a:lnTo>
                  <a:lnTo>
                    <a:pt x="23" y="88"/>
                  </a:lnTo>
                  <a:lnTo>
                    <a:pt x="24"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3866" name="Freeform 40"/>
            <p:cNvSpPr>
              <a:spLocks/>
            </p:cNvSpPr>
            <p:nvPr/>
          </p:nvSpPr>
          <p:spPr bwMode="auto">
            <a:xfrm>
              <a:off x="1198" y="1439"/>
              <a:ext cx="161" cy="35"/>
            </a:xfrm>
            <a:custGeom>
              <a:avLst/>
              <a:gdLst>
                <a:gd name="T0" fmla="*/ 1 w 806"/>
                <a:gd name="T1" fmla="*/ 1 h 177"/>
                <a:gd name="T2" fmla="*/ 1 w 806"/>
                <a:gd name="T3" fmla="*/ 1 h 177"/>
                <a:gd name="T4" fmla="*/ 1 w 806"/>
                <a:gd name="T5" fmla="*/ 1 h 177"/>
                <a:gd name="T6" fmla="*/ 1 w 806"/>
                <a:gd name="T7" fmla="*/ 1 h 177"/>
                <a:gd name="T8" fmla="*/ 2 w 806"/>
                <a:gd name="T9" fmla="*/ 1 h 177"/>
                <a:gd name="T10" fmla="*/ 2 w 806"/>
                <a:gd name="T11" fmla="*/ 1 h 177"/>
                <a:gd name="T12" fmla="*/ 2 w 806"/>
                <a:gd name="T13" fmla="*/ 1 h 177"/>
                <a:gd name="T14" fmla="*/ 3 w 806"/>
                <a:gd name="T15" fmla="*/ 1 h 177"/>
                <a:gd name="T16" fmla="*/ 3 w 806"/>
                <a:gd name="T17" fmla="*/ 1 h 177"/>
                <a:gd name="T18" fmla="*/ 3 w 806"/>
                <a:gd name="T19" fmla="*/ 1 h 177"/>
                <a:gd name="T20" fmla="*/ 4 w 806"/>
                <a:gd name="T21" fmla="*/ 1 h 177"/>
                <a:gd name="T22" fmla="*/ 4 w 806"/>
                <a:gd name="T23" fmla="*/ 1 h 177"/>
                <a:gd name="T24" fmla="*/ 5 w 806"/>
                <a:gd name="T25" fmla="*/ 1 h 177"/>
                <a:gd name="T26" fmla="*/ 5 w 806"/>
                <a:gd name="T27" fmla="*/ 1 h 177"/>
                <a:gd name="T28" fmla="*/ 5 w 806"/>
                <a:gd name="T29" fmla="*/ 1 h 177"/>
                <a:gd name="T30" fmla="*/ 6 w 806"/>
                <a:gd name="T31" fmla="*/ 1 h 177"/>
                <a:gd name="T32" fmla="*/ 6 w 806"/>
                <a:gd name="T33" fmla="*/ 1 h 177"/>
                <a:gd name="T34" fmla="*/ 6 w 806"/>
                <a:gd name="T35" fmla="*/ 1 h 177"/>
                <a:gd name="T36" fmla="*/ 6 w 806"/>
                <a:gd name="T37" fmla="*/ 1 h 177"/>
                <a:gd name="T38" fmla="*/ 6 w 806"/>
                <a:gd name="T39" fmla="*/ 1 h 177"/>
                <a:gd name="T40" fmla="*/ 6 w 806"/>
                <a:gd name="T41" fmla="*/ 0 h 177"/>
                <a:gd name="T42" fmla="*/ 5 w 806"/>
                <a:gd name="T43" fmla="*/ 0 h 177"/>
                <a:gd name="T44" fmla="*/ 5 w 806"/>
                <a:gd name="T45" fmla="*/ 0 h 177"/>
                <a:gd name="T46" fmla="*/ 5 w 806"/>
                <a:gd name="T47" fmla="*/ 0 h 177"/>
                <a:gd name="T48" fmla="*/ 4 w 806"/>
                <a:gd name="T49" fmla="*/ 0 h 177"/>
                <a:gd name="T50" fmla="*/ 4 w 806"/>
                <a:gd name="T51" fmla="*/ 0 h 177"/>
                <a:gd name="T52" fmla="*/ 3 w 806"/>
                <a:gd name="T53" fmla="*/ 0 h 177"/>
                <a:gd name="T54" fmla="*/ 3 w 806"/>
                <a:gd name="T55" fmla="*/ 0 h 177"/>
                <a:gd name="T56" fmla="*/ 3 w 806"/>
                <a:gd name="T57" fmla="*/ 0 h 177"/>
                <a:gd name="T58" fmla="*/ 2 w 806"/>
                <a:gd name="T59" fmla="*/ 0 h 177"/>
                <a:gd name="T60" fmla="*/ 2 w 806"/>
                <a:gd name="T61" fmla="*/ 0 h 177"/>
                <a:gd name="T62" fmla="*/ 1 w 806"/>
                <a:gd name="T63" fmla="*/ 0 h 177"/>
                <a:gd name="T64" fmla="*/ 1 w 806"/>
                <a:gd name="T65" fmla="*/ 0 h 177"/>
                <a:gd name="T66" fmla="*/ 1 w 806"/>
                <a:gd name="T67" fmla="*/ 1 h 177"/>
                <a:gd name="T68" fmla="*/ 0 w 806"/>
                <a:gd name="T69" fmla="*/ 1 h 177"/>
                <a:gd name="T70" fmla="*/ 0 w 806"/>
                <a:gd name="T71" fmla="*/ 1 h 177"/>
                <a:gd name="T72" fmla="*/ 0 w 806"/>
                <a:gd name="T73" fmla="*/ 1 h 177"/>
                <a:gd name="T74" fmla="*/ 0 w 806"/>
                <a:gd name="T75" fmla="*/ 1 h 177"/>
                <a:gd name="T76" fmla="*/ 0 w 806"/>
                <a:gd name="T77" fmla="*/ 1 h 177"/>
                <a:gd name="T78" fmla="*/ 0 w 806"/>
                <a:gd name="T79" fmla="*/ 1 h 177"/>
                <a:gd name="T80" fmla="*/ 0 w 806"/>
                <a:gd name="T81" fmla="*/ 1 h 177"/>
                <a:gd name="T82" fmla="*/ 0 w 806"/>
                <a:gd name="T83" fmla="*/ 1 h 177"/>
                <a:gd name="T84" fmla="*/ 0 w 806"/>
                <a:gd name="T85" fmla="*/ 1 h 177"/>
                <a:gd name="T86" fmla="*/ 0 w 806"/>
                <a:gd name="T87" fmla="*/ 1 h 177"/>
                <a:gd name="T88" fmla="*/ 1 w 806"/>
                <a:gd name="T89" fmla="*/ 1 h 177"/>
                <a:gd name="T90" fmla="*/ 1 w 806"/>
                <a:gd name="T91" fmla="*/ 1 h 17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806"/>
                <a:gd name="T139" fmla="*/ 0 h 177"/>
                <a:gd name="T140" fmla="*/ 806 w 806"/>
                <a:gd name="T141" fmla="*/ 177 h 17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806" h="177">
                  <a:moveTo>
                    <a:pt x="67" y="171"/>
                  </a:moveTo>
                  <a:lnTo>
                    <a:pt x="68" y="171"/>
                  </a:lnTo>
                  <a:lnTo>
                    <a:pt x="109" y="151"/>
                  </a:lnTo>
                  <a:lnTo>
                    <a:pt x="151" y="135"/>
                  </a:lnTo>
                  <a:lnTo>
                    <a:pt x="196" y="122"/>
                  </a:lnTo>
                  <a:lnTo>
                    <a:pt x="242" y="110"/>
                  </a:lnTo>
                  <a:lnTo>
                    <a:pt x="287" y="102"/>
                  </a:lnTo>
                  <a:lnTo>
                    <a:pt x="335" y="97"/>
                  </a:lnTo>
                  <a:lnTo>
                    <a:pt x="382" y="95"/>
                  </a:lnTo>
                  <a:lnTo>
                    <a:pt x="430" y="94"/>
                  </a:lnTo>
                  <a:lnTo>
                    <a:pt x="477" y="97"/>
                  </a:lnTo>
                  <a:lnTo>
                    <a:pt x="524" y="102"/>
                  </a:lnTo>
                  <a:lnTo>
                    <a:pt x="568" y="108"/>
                  </a:lnTo>
                  <a:lnTo>
                    <a:pt x="612" y="117"/>
                  </a:lnTo>
                  <a:lnTo>
                    <a:pt x="654" y="128"/>
                  </a:lnTo>
                  <a:lnTo>
                    <a:pt x="693" y="141"/>
                  </a:lnTo>
                  <a:lnTo>
                    <a:pt x="730" y="155"/>
                  </a:lnTo>
                  <a:lnTo>
                    <a:pt x="764" y="171"/>
                  </a:lnTo>
                  <a:lnTo>
                    <a:pt x="806" y="89"/>
                  </a:lnTo>
                  <a:lnTo>
                    <a:pt x="768" y="70"/>
                  </a:lnTo>
                  <a:lnTo>
                    <a:pt x="725" y="54"/>
                  </a:lnTo>
                  <a:lnTo>
                    <a:pt x="680" y="39"/>
                  </a:lnTo>
                  <a:lnTo>
                    <a:pt x="633" y="26"/>
                  </a:lnTo>
                  <a:lnTo>
                    <a:pt x="585" y="16"/>
                  </a:lnTo>
                  <a:lnTo>
                    <a:pt x="536" y="8"/>
                  </a:lnTo>
                  <a:lnTo>
                    <a:pt x="484" y="3"/>
                  </a:lnTo>
                  <a:lnTo>
                    <a:pt x="433" y="0"/>
                  </a:lnTo>
                  <a:lnTo>
                    <a:pt x="380" y="1"/>
                  </a:lnTo>
                  <a:lnTo>
                    <a:pt x="328" y="3"/>
                  </a:lnTo>
                  <a:lnTo>
                    <a:pt x="276" y="10"/>
                  </a:lnTo>
                  <a:lnTo>
                    <a:pt x="223" y="19"/>
                  </a:lnTo>
                  <a:lnTo>
                    <a:pt x="172" y="30"/>
                  </a:lnTo>
                  <a:lnTo>
                    <a:pt x="121" y="46"/>
                  </a:lnTo>
                  <a:lnTo>
                    <a:pt x="72" y="67"/>
                  </a:lnTo>
                  <a:lnTo>
                    <a:pt x="24" y="89"/>
                  </a:lnTo>
                  <a:lnTo>
                    <a:pt x="25" y="89"/>
                  </a:lnTo>
                  <a:lnTo>
                    <a:pt x="24" y="89"/>
                  </a:lnTo>
                  <a:lnTo>
                    <a:pt x="8" y="102"/>
                  </a:lnTo>
                  <a:lnTo>
                    <a:pt x="0" y="118"/>
                  </a:lnTo>
                  <a:lnTo>
                    <a:pt x="0" y="136"/>
                  </a:lnTo>
                  <a:lnTo>
                    <a:pt x="6" y="152"/>
                  </a:lnTo>
                  <a:lnTo>
                    <a:pt x="17" y="165"/>
                  </a:lnTo>
                  <a:lnTo>
                    <a:pt x="31" y="175"/>
                  </a:lnTo>
                  <a:lnTo>
                    <a:pt x="48" y="177"/>
                  </a:lnTo>
                  <a:lnTo>
                    <a:pt x="68" y="171"/>
                  </a:lnTo>
                  <a:lnTo>
                    <a:pt x="67" y="1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3867" name="Freeform 41"/>
            <p:cNvSpPr>
              <a:spLocks/>
            </p:cNvSpPr>
            <p:nvPr/>
          </p:nvSpPr>
          <p:spPr bwMode="auto">
            <a:xfrm>
              <a:off x="931" y="1456"/>
              <a:ext cx="280" cy="158"/>
            </a:xfrm>
            <a:custGeom>
              <a:avLst/>
              <a:gdLst>
                <a:gd name="T0" fmla="*/ 1 w 1402"/>
                <a:gd name="T1" fmla="*/ 6 h 787"/>
                <a:gd name="T2" fmla="*/ 1 w 1402"/>
                <a:gd name="T3" fmla="*/ 6 h 787"/>
                <a:gd name="T4" fmla="*/ 11 w 1402"/>
                <a:gd name="T5" fmla="*/ 1 h 787"/>
                <a:gd name="T6" fmla="*/ 11 w 1402"/>
                <a:gd name="T7" fmla="*/ 0 h 787"/>
                <a:gd name="T8" fmla="*/ 0 w 1402"/>
                <a:gd name="T9" fmla="*/ 6 h 787"/>
                <a:gd name="T10" fmla="*/ 0 w 1402"/>
                <a:gd name="T11" fmla="*/ 6 h 787"/>
                <a:gd name="T12" fmla="*/ 0 w 1402"/>
                <a:gd name="T13" fmla="*/ 6 h 787"/>
                <a:gd name="T14" fmla="*/ 0 w 1402"/>
                <a:gd name="T15" fmla="*/ 6 h 787"/>
                <a:gd name="T16" fmla="*/ 0 w 1402"/>
                <a:gd name="T17" fmla="*/ 6 h 787"/>
                <a:gd name="T18" fmla="*/ 0 w 1402"/>
                <a:gd name="T19" fmla="*/ 6 h 787"/>
                <a:gd name="T20" fmla="*/ 0 w 1402"/>
                <a:gd name="T21" fmla="*/ 6 h 787"/>
                <a:gd name="T22" fmla="*/ 0 w 1402"/>
                <a:gd name="T23" fmla="*/ 6 h 787"/>
                <a:gd name="T24" fmla="*/ 0 w 1402"/>
                <a:gd name="T25" fmla="*/ 6 h 787"/>
                <a:gd name="T26" fmla="*/ 0 w 1402"/>
                <a:gd name="T27" fmla="*/ 6 h 787"/>
                <a:gd name="T28" fmla="*/ 1 w 1402"/>
                <a:gd name="T29" fmla="*/ 6 h 787"/>
                <a:gd name="T30" fmla="*/ 1 w 1402"/>
                <a:gd name="T31" fmla="*/ 6 h 78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02"/>
                <a:gd name="T49" fmla="*/ 0 h 787"/>
                <a:gd name="T50" fmla="*/ 1402 w 1402"/>
                <a:gd name="T51" fmla="*/ 787 h 78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02" h="787">
                  <a:moveTo>
                    <a:pt x="69" y="781"/>
                  </a:moveTo>
                  <a:lnTo>
                    <a:pt x="66" y="781"/>
                  </a:lnTo>
                  <a:lnTo>
                    <a:pt x="1402" y="82"/>
                  </a:lnTo>
                  <a:lnTo>
                    <a:pt x="1360" y="0"/>
                  </a:lnTo>
                  <a:lnTo>
                    <a:pt x="24" y="699"/>
                  </a:lnTo>
                  <a:lnTo>
                    <a:pt x="22" y="699"/>
                  </a:lnTo>
                  <a:lnTo>
                    <a:pt x="24" y="699"/>
                  </a:lnTo>
                  <a:lnTo>
                    <a:pt x="8" y="712"/>
                  </a:lnTo>
                  <a:lnTo>
                    <a:pt x="1" y="727"/>
                  </a:lnTo>
                  <a:lnTo>
                    <a:pt x="0" y="744"/>
                  </a:lnTo>
                  <a:lnTo>
                    <a:pt x="5" y="761"/>
                  </a:lnTo>
                  <a:lnTo>
                    <a:pt x="15" y="775"/>
                  </a:lnTo>
                  <a:lnTo>
                    <a:pt x="30" y="784"/>
                  </a:lnTo>
                  <a:lnTo>
                    <a:pt x="46" y="787"/>
                  </a:lnTo>
                  <a:lnTo>
                    <a:pt x="66" y="781"/>
                  </a:lnTo>
                  <a:lnTo>
                    <a:pt x="69" y="7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3868" name="Freeform 42"/>
            <p:cNvSpPr>
              <a:spLocks/>
            </p:cNvSpPr>
            <p:nvPr/>
          </p:nvSpPr>
          <p:spPr bwMode="auto">
            <a:xfrm>
              <a:off x="868" y="1596"/>
              <a:ext cx="77" cy="126"/>
            </a:xfrm>
            <a:custGeom>
              <a:avLst/>
              <a:gdLst>
                <a:gd name="T0" fmla="*/ 1 w 382"/>
                <a:gd name="T1" fmla="*/ 5 h 628"/>
                <a:gd name="T2" fmla="*/ 1 w 382"/>
                <a:gd name="T3" fmla="*/ 5 h 628"/>
                <a:gd name="T4" fmla="*/ 1 w 382"/>
                <a:gd name="T5" fmla="*/ 4 h 628"/>
                <a:gd name="T6" fmla="*/ 1 w 382"/>
                <a:gd name="T7" fmla="*/ 4 h 628"/>
                <a:gd name="T8" fmla="*/ 1 w 382"/>
                <a:gd name="T9" fmla="*/ 4 h 628"/>
                <a:gd name="T10" fmla="*/ 1 w 382"/>
                <a:gd name="T11" fmla="*/ 3 h 628"/>
                <a:gd name="T12" fmla="*/ 1 w 382"/>
                <a:gd name="T13" fmla="*/ 3 h 628"/>
                <a:gd name="T14" fmla="*/ 1 w 382"/>
                <a:gd name="T15" fmla="*/ 3 h 628"/>
                <a:gd name="T16" fmla="*/ 1 w 382"/>
                <a:gd name="T17" fmla="*/ 3 h 628"/>
                <a:gd name="T18" fmla="*/ 1 w 382"/>
                <a:gd name="T19" fmla="*/ 2 h 628"/>
                <a:gd name="T20" fmla="*/ 2 w 382"/>
                <a:gd name="T21" fmla="*/ 2 h 628"/>
                <a:gd name="T22" fmla="*/ 2 w 382"/>
                <a:gd name="T23" fmla="*/ 2 h 628"/>
                <a:gd name="T24" fmla="*/ 2 w 382"/>
                <a:gd name="T25" fmla="*/ 2 h 628"/>
                <a:gd name="T26" fmla="*/ 2 w 382"/>
                <a:gd name="T27" fmla="*/ 1 h 628"/>
                <a:gd name="T28" fmla="*/ 2 w 382"/>
                <a:gd name="T29" fmla="*/ 1 h 628"/>
                <a:gd name="T30" fmla="*/ 3 w 382"/>
                <a:gd name="T31" fmla="*/ 1 h 628"/>
                <a:gd name="T32" fmla="*/ 3 w 382"/>
                <a:gd name="T33" fmla="*/ 1 h 628"/>
                <a:gd name="T34" fmla="*/ 3 w 382"/>
                <a:gd name="T35" fmla="*/ 1 h 628"/>
                <a:gd name="T36" fmla="*/ 3 w 382"/>
                <a:gd name="T37" fmla="*/ 0 h 628"/>
                <a:gd name="T38" fmla="*/ 2 w 382"/>
                <a:gd name="T39" fmla="*/ 0 h 628"/>
                <a:gd name="T40" fmla="*/ 2 w 382"/>
                <a:gd name="T41" fmla="*/ 0 h 628"/>
                <a:gd name="T42" fmla="*/ 2 w 382"/>
                <a:gd name="T43" fmla="*/ 1 h 628"/>
                <a:gd name="T44" fmla="*/ 2 w 382"/>
                <a:gd name="T45" fmla="*/ 1 h 628"/>
                <a:gd name="T46" fmla="*/ 1 w 382"/>
                <a:gd name="T47" fmla="*/ 1 h 628"/>
                <a:gd name="T48" fmla="*/ 1 w 382"/>
                <a:gd name="T49" fmla="*/ 1 h 628"/>
                <a:gd name="T50" fmla="*/ 1 w 382"/>
                <a:gd name="T51" fmla="*/ 2 h 628"/>
                <a:gd name="T52" fmla="*/ 1 w 382"/>
                <a:gd name="T53" fmla="*/ 2 h 628"/>
                <a:gd name="T54" fmla="*/ 1 w 382"/>
                <a:gd name="T55" fmla="*/ 2 h 628"/>
                <a:gd name="T56" fmla="*/ 0 w 382"/>
                <a:gd name="T57" fmla="*/ 3 h 628"/>
                <a:gd name="T58" fmla="*/ 0 w 382"/>
                <a:gd name="T59" fmla="*/ 3 h 628"/>
                <a:gd name="T60" fmla="*/ 0 w 382"/>
                <a:gd name="T61" fmla="*/ 3 h 628"/>
                <a:gd name="T62" fmla="*/ 0 w 382"/>
                <a:gd name="T63" fmla="*/ 4 h 628"/>
                <a:gd name="T64" fmla="*/ 0 w 382"/>
                <a:gd name="T65" fmla="*/ 4 h 628"/>
                <a:gd name="T66" fmla="*/ 0 w 382"/>
                <a:gd name="T67" fmla="*/ 4 h 628"/>
                <a:gd name="T68" fmla="*/ 0 w 382"/>
                <a:gd name="T69" fmla="*/ 5 h 628"/>
                <a:gd name="T70" fmla="*/ 0 w 382"/>
                <a:gd name="T71" fmla="*/ 5 h 628"/>
                <a:gd name="T72" fmla="*/ 0 w 382"/>
                <a:gd name="T73" fmla="*/ 5 h 628"/>
                <a:gd name="T74" fmla="*/ 0 w 382"/>
                <a:gd name="T75" fmla="*/ 5 h 628"/>
                <a:gd name="T76" fmla="*/ 0 w 382"/>
                <a:gd name="T77" fmla="*/ 5 h 628"/>
                <a:gd name="T78" fmla="*/ 0 w 382"/>
                <a:gd name="T79" fmla="*/ 5 h 628"/>
                <a:gd name="T80" fmla="*/ 0 w 382"/>
                <a:gd name="T81" fmla="*/ 5 h 628"/>
                <a:gd name="T82" fmla="*/ 1 w 382"/>
                <a:gd name="T83" fmla="*/ 5 h 628"/>
                <a:gd name="T84" fmla="*/ 1 w 382"/>
                <a:gd name="T85" fmla="*/ 5 h 628"/>
                <a:gd name="T86" fmla="*/ 1 w 382"/>
                <a:gd name="T87" fmla="*/ 5 h 628"/>
                <a:gd name="T88" fmla="*/ 1 w 382"/>
                <a:gd name="T89" fmla="*/ 5 h 628"/>
                <a:gd name="T90" fmla="*/ 1 w 382"/>
                <a:gd name="T91" fmla="*/ 5 h 628"/>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382"/>
                <a:gd name="T139" fmla="*/ 0 h 628"/>
                <a:gd name="T140" fmla="*/ 382 w 382"/>
                <a:gd name="T141" fmla="*/ 628 h 628"/>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382" h="628">
                  <a:moveTo>
                    <a:pt x="94" y="581"/>
                  </a:moveTo>
                  <a:lnTo>
                    <a:pt x="94" y="582"/>
                  </a:lnTo>
                  <a:lnTo>
                    <a:pt x="96" y="541"/>
                  </a:lnTo>
                  <a:lnTo>
                    <a:pt x="99" y="500"/>
                  </a:lnTo>
                  <a:lnTo>
                    <a:pt x="106" y="463"/>
                  </a:lnTo>
                  <a:lnTo>
                    <a:pt x="115" y="424"/>
                  </a:lnTo>
                  <a:lnTo>
                    <a:pt x="127" y="389"/>
                  </a:lnTo>
                  <a:lnTo>
                    <a:pt x="140" y="353"/>
                  </a:lnTo>
                  <a:lnTo>
                    <a:pt x="156" y="320"/>
                  </a:lnTo>
                  <a:lnTo>
                    <a:pt x="173" y="287"/>
                  </a:lnTo>
                  <a:lnTo>
                    <a:pt x="193" y="255"/>
                  </a:lnTo>
                  <a:lnTo>
                    <a:pt x="214" y="226"/>
                  </a:lnTo>
                  <a:lnTo>
                    <a:pt x="238" y="198"/>
                  </a:lnTo>
                  <a:lnTo>
                    <a:pt x="263" y="172"/>
                  </a:lnTo>
                  <a:lnTo>
                    <a:pt x="290" y="146"/>
                  </a:lnTo>
                  <a:lnTo>
                    <a:pt x="318" y="122"/>
                  </a:lnTo>
                  <a:lnTo>
                    <a:pt x="349" y="101"/>
                  </a:lnTo>
                  <a:lnTo>
                    <a:pt x="382" y="82"/>
                  </a:lnTo>
                  <a:lnTo>
                    <a:pt x="335" y="0"/>
                  </a:lnTo>
                  <a:lnTo>
                    <a:pt x="297" y="23"/>
                  </a:lnTo>
                  <a:lnTo>
                    <a:pt x="262" y="49"/>
                  </a:lnTo>
                  <a:lnTo>
                    <a:pt x="229" y="76"/>
                  </a:lnTo>
                  <a:lnTo>
                    <a:pt x="198" y="104"/>
                  </a:lnTo>
                  <a:lnTo>
                    <a:pt x="167" y="137"/>
                  </a:lnTo>
                  <a:lnTo>
                    <a:pt x="142" y="170"/>
                  </a:lnTo>
                  <a:lnTo>
                    <a:pt x="116" y="204"/>
                  </a:lnTo>
                  <a:lnTo>
                    <a:pt x="94" y="240"/>
                  </a:lnTo>
                  <a:lnTo>
                    <a:pt x="74" y="278"/>
                  </a:lnTo>
                  <a:lnTo>
                    <a:pt x="54" y="317"/>
                  </a:lnTo>
                  <a:lnTo>
                    <a:pt x="38" y="359"/>
                  </a:lnTo>
                  <a:lnTo>
                    <a:pt x="26" y="401"/>
                  </a:lnTo>
                  <a:lnTo>
                    <a:pt x="15" y="444"/>
                  </a:lnTo>
                  <a:lnTo>
                    <a:pt x="8" y="489"/>
                  </a:lnTo>
                  <a:lnTo>
                    <a:pt x="2" y="534"/>
                  </a:lnTo>
                  <a:lnTo>
                    <a:pt x="0" y="580"/>
                  </a:lnTo>
                  <a:lnTo>
                    <a:pt x="0" y="581"/>
                  </a:lnTo>
                  <a:lnTo>
                    <a:pt x="0" y="580"/>
                  </a:lnTo>
                  <a:lnTo>
                    <a:pt x="3" y="600"/>
                  </a:lnTo>
                  <a:lnTo>
                    <a:pt x="14" y="615"/>
                  </a:lnTo>
                  <a:lnTo>
                    <a:pt x="29" y="625"/>
                  </a:lnTo>
                  <a:lnTo>
                    <a:pt x="45" y="628"/>
                  </a:lnTo>
                  <a:lnTo>
                    <a:pt x="63" y="626"/>
                  </a:lnTo>
                  <a:lnTo>
                    <a:pt x="78" y="616"/>
                  </a:lnTo>
                  <a:lnTo>
                    <a:pt x="89" y="602"/>
                  </a:lnTo>
                  <a:lnTo>
                    <a:pt x="94" y="582"/>
                  </a:lnTo>
                  <a:lnTo>
                    <a:pt x="94" y="5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3869" name="Freeform 43"/>
            <p:cNvSpPr>
              <a:spLocks/>
            </p:cNvSpPr>
            <p:nvPr/>
          </p:nvSpPr>
          <p:spPr bwMode="auto">
            <a:xfrm>
              <a:off x="868" y="1712"/>
              <a:ext cx="19" cy="364"/>
            </a:xfrm>
            <a:custGeom>
              <a:avLst/>
              <a:gdLst>
                <a:gd name="T0" fmla="*/ 1 w 94"/>
                <a:gd name="T1" fmla="*/ 14 h 1818"/>
                <a:gd name="T2" fmla="*/ 1 w 94"/>
                <a:gd name="T3" fmla="*/ 14 h 1818"/>
                <a:gd name="T4" fmla="*/ 1 w 94"/>
                <a:gd name="T5" fmla="*/ 0 h 1818"/>
                <a:gd name="T6" fmla="*/ 0 w 94"/>
                <a:gd name="T7" fmla="*/ 0 h 1818"/>
                <a:gd name="T8" fmla="*/ 0 w 94"/>
                <a:gd name="T9" fmla="*/ 14 h 1818"/>
                <a:gd name="T10" fmla="*/ 0 w 94"/>
                <a:gd name="T11" fmla="*/ 14 h 1818"/>
                <a:gd name="T12" fmla="*/ 0 w 94"/>
                <a:gd name="T13" fmla="*/ 14 h 1818"/>
                <a:gd name="T14" fmla="*/ 0 w 94"/>
                <a:gd name="T15" fmla="*/ 14 h 1818"/>
                <a:gd name="T16" fmla="*/ 0 w 94"/>
                <a:gd name="T17" fmla="*/ 14 h 1818"/>
                <a:gd name="T18" fmla="*/ 0 w 94"/>
                <a:gd name="T19" fmla="*/ 15 h 1818"/>
                <a:gd name="T20" fmla="*/ 0 w 94"/>
                <a:gd name="T21" fmla="*/ 15 h 1818"/>
                <a:gd name="T22" fmla="*/ 1 w 94"/>
                <a:gd name="T23" fmla="*/ 15 h 1818"/>
                <a:gd name="T24" fmla="*/ 1 w 94"/>
                <a:gd name="T25" fmla="*/ 14 h 1818"/>
                <a:gd name="T26" fmla="*/ 1 w 94"/>
                <a:gd name="T27" fmla="*/ 14 h 1818"/>
                <a:gd name="T28" fmla="*/ 1 w 94"/>
                <a:gd name="T29" fmla="*/ 14 h 1818"/>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94"/>
                <a:gd name="T46" fmla="*/ 0 h 1818"/>
                <a:gd name="T47" fmla="*/ 94 w 94"/>
                <a:gd name="T48" fmla="*/ 1818 h 1818"/>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94" h="1818">
                  <a:moveTo>
                    <a:pt x="94" y="1771"/>
                  </a:moveTo>
                  <a:lnTo>
                    <a:pt x="94" y="1771"/>
                  </a:lnTo>
                  <a:lnTo>
                    <a:pt x="94" y="0"/>
                  </a:lnTo>
                  <a:lnTo>
                    <a:pt x="0" y="0"/>
                  </a:lnTo>
                  <a:lnTo>
                    <a:pt x="0" y="1771"/>
                  </a:lnTo>
                  <a:lnTo>
                    <a:pt x="3" y="1791"/>
                  </a:lnTo>
                  <a:lnTo>
                    <a:pt x="15" y="1806"/>
                  </a:lnTo>
                  <a:lnTo>
                    <a:pt x="29" y="1814"/>
                  </a:lnTo>
                  <a:lnTo>
                    <a:pt x="47" y="1818"/>
                  </a:lnTo>
                  <a:lnTo>
                    <a:pt x="64" y="1814"/>
                  </a:lnTo>
                  <a:lnTo>
                    <a:pt x="79" y="1806"/>
                  </a:lnTo>
                  <a:lnTo>
                    <a:pt x="90" y="1791"/>
                  </a:lnTo>
                  <a:lnTo>
                    <a:pt x="94" y="17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3870" name="Freeform 44"/>
            <p:cNvSpPr>
              <a:spLocks/>
            </p:cNvSpPr>
            <p:nvPr/>
          </p:nvSpPr>
          <p:spPr bwMode="auto">
            <a:xfrm>
              <a:off x="868" y="2067"/>
              <a:ext cx="90" cy="160"/>
            </a:xfrm>
            <a:custGeom>
              <a:avLst/>
              <a:gdLst>
                <a:gd name="T0" fmla="*/ 3 w 449"/>
                <a:gd name="T1" fmla="*/ 6 h 803"/>
                <a:gd name="T2" fmla="*/ 3 w 449"/>
                <a:gd name="T3" fmla="*/ 6 h 803"/>
                <a:gd name="T4" fmla="*/ 3 w 449"/>
                <a:gd name="T5" fmla="*/ 5 h 803"/>
                <a:gd name="T6" fmla="*/ 3 w 449"/>
                <a:gd name="T7" fmla="*/ 5 h 803"/>
                <a:gd name="T8" fmla="*/ 3 w 449"/>
                <a:gd name="T9" fmla="*/ 5 h 803"/>
                <a:gd name="T10" fmla="*/ 2 w 449"/>
                <a:gd name="T11" fmla="*/ 5 h 803"/>
                <a:gd name="T12" fmla="*/ 2 w 449"/>
                <a:gd name="T13" fmla="*/ 4 h 803"/>
                <a:gd name="T14" fmla="*/ 2 w 449"/>
                <a:gd name="T15" fmla="*/ 4 h 803"/>
                <a:gd name="T16" fmla="*/ 2 w 449"/>
                <a:gd name="T17" fmla="*/ 4 h 803"/>
                <a:gd name="T18" fmla="*/ 2 w 449"/>
                <a:gd name="T19" fmla="*/ 3 h 803"/>
                <a:gd name="T20" fmla="*/ 1 w 449"/>
                <a:gd name="T21" fmla="*/ 3 h 803"/>
                <a:gd name="T22" fmla="*/ 1 w 449"/>
                <a:gd name="T23" fmla="*/ 2 h 803"/>
                <a:gd name="T24" fmla="*/ 1 w 449"/>
                <a:gd name="T25" fmla="*/ 2 h 803"/>
                <a:gd name="T26" fmla="*/ 1 w 449"/>
                <a:gd name="T27" fmla="*/ 2 h 803"/>
                <a:gd name="T28" fmla="*/ 1 w 449"/>
                <a:gd name="T29" fmla="*/ 1 h 803"/>
                <a:gd name="T30" fmla="*/ 1 w 449"/>
                <a:gd name="T31" fmla="*/ 1 h 803"/>
                <a:gd name="T32" fmla="*/ 1 w 449"/>
                <a:gd name="T33" fmla="*/ 0 h 803"/>
                <a:gd name="T34" fmla="*/ 1 w 449"/>
                <a:gd name="T35" fmla="*/ 0 h 803"/>
                <a:gd name="T36" fmla="*/ 0 w 449"/>
                <a:gd name="T37" fmla="*/ 0 h 803"/>
                <a:gd name="T38" fmla="*/ 0 w 449"/>
                <a:gd name="T39" fmla="*/ 0 h 803"/>
                <a:gd name="T40" fmla="*/ 0 w 449"/>
                <a:gd name="T41" fmla="*/ 1 h 803"/>
                <a:gd name="T42" fmla="*/ 0 w 449"/>
                <a:gd name="T43" fmla="*/ 1 h 803"/>
                <a:gd name="T44" fmla="*/ 0 w 449"/>
                <a:gd name="T45" fmla="*/ 2 h 803"/>
                <a:gd name="T46" fmla="*/ 0 w 449"/>
                <a:gd name="T47" fmla="*/ 2 h 803"/>
                <a:gd name="T48" fmla="*/ 0 w 449"/>
                <a:gd name="T49" fmla="*/ 3 h 803"/>
                <a:gd name="T50" fmla="*/ 1 w 449"/>
                <a:gd name="T51" fmla="*/ 3 h 803"/>
                <a:gd name="T52" fmla="*/ 1 w 449"/>
                <a:gd name="T53" fmla="*/ 4 h 803"/>
                <a:gd name="T54" fmla="*/ 1 w 449"/>
                <a:gd name="T55" fmla="*/ 4 h 803"/>
                <a:gd name="T56" fmla="*/ 1 w 449"/>
                <a:gd name="T57" fmla="*/ 4 h 803"/>
                <a:gd name="T58" fmla="*/ 2 w 449"/>
                <a:gd name="T59" fmla="*/ 5 h 803"/>
                <a:gd name="T60" fmla="*/ 2 w 449"/>
                <a:gd name="T61" fmla="*/ 5 h 803"/>
                <a:gd name="T62" fmla="*/ 2 w 449"/>
                <a:gd name="T63" fmla="*/ 5 h 803"/>
                <a:gd name="T64" fmla="*/ 2 w 449"/>
                <a:gd name="T65" fmla="*/ 6 h 803"/>
                <a:gd name="T66" fmla="*/ 3 w 449"/>
                <a:gd name="T67" fmla="*/ 6 h 803"/>
                <a:gd name="T68" fmla="*/ 3 w 449"/>
                <a:gd name="T69" fmla="*/ 6 h 803"/>
                <a:gd name="T70" fmla="*/ 3 w 449"/>
                <a:gd name="T71" fmla="*/ 6 h 803"/>
                <a:gd name="T72" fmla="*/ 3 w 449"/>
                <a:gd name="T73" fmla="*/ 6 h 803"/>
                <a:gd name="T74" fmla="*/ 3 w 449"/>
                <a:gd name="T75" fmla="*/ 6 h 803"/>
                <a:gd name="T76" fmla="*/ 3 w 449"/>
                <a:gd name="T77" fmla="*/ 6 h 803"/>
                <a:gd name="T78" fmla="*/ 3 w 449"/>
                <a:gd name="T79" fmla="*/ 6 h 803"/>
                <a:gd name="T80" fmla="*/ 4 w 449"/>
                <a:gd name="T81" fmla="*/ 6 h 803"/>
                <a:gd name="T82" fmla="*/ 4 w 449"/>
                <a:gd name="T83" fmla="*/ 6 h 803"/>
                <a:gd name="T84" fmla="*/ 4 w 449"/>
                <a:gd name="T85" fmla="*/ 6 h 803"/>
                <a:gd name="T86" fmla="*/ 4 w 449"/>
                <a:gd name="T87" fmla="*/ 6 h 803"/>
                <a:gd name="T88" fmla="*/ 3 w 449"/>
                <a:gd name="T89" fmla="*/ 6 h 803"/>
                <a:gd name="T90" fmla="*/ 3 w 449"/>
                <a:gd name="T91" fmla="*/ 6 h 80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449"/>
                <a:gd name="T139" fmla="*/ 0 h 803"/>
                <a:gd name="T140" fmla="*/ 449 w 449"/>
                <a:gd name="T141" fmla="*/ 803 h 80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449" h="803">
                  <a:moveTo>
                    <a:pt x="426" y="717"/>
                  </a:moveTo>
                  <a:lnTo>
                    <a:pt x="427" y="717"/>
                  </a:lnTo>
                  <a:lnTo>
                    <a:pt x="395" y="693"/>
                  </a:lnTo>
                  <a:lnTo>
                    <a:pt x="361" y="662"/>
                  </a:lnTo>
                  <a:lnTo>
                    <a:pt x="329" y="628"/>
                  </a:lnTo>
                  <a:lnTo>
                    <a:pt x="299" y="591"/>
                  </a:lnTo>
                  <a:lnTo>
                    <a:pt x="269" y="551"/>
                  </a:lnTo>
                  <a:lnTo>
                    <a:pt x="241" y="507"/>
                  </a:lnTo>
                  <a:lnTo>
                    <a:pt x="215" y="460"/>
                  </a:lnTo>
                  <a:lnTo>
                    <a:pt x="191" y="412"/>
                  </a:lnTo>
                  <a:lnTo>
                    <a:pt x="170" y="363"/>
                  </a:lnTo>
                  <a:lnTo>
                    <a:pt x="151" y="312"/>
                  </a:lnTo>
                  <a:lnTo>
                    <a:pt x="133" y="259"/>
                  </a:lnTo>
                  <a:lnTo>
                    <a:pt x="119" y="207"/>
                  </a:lnTo>
                  <a:lnTo>
                    <a:pt x="108" y="156"/>
                  </a:lnTo>
                  <a:lnTo>
                    <a:pt x="101" y="103"/>
                  </a:lnTo>
                  <a:lnTo>
                    <a:pt x="96" y="51"/>
                  </a:lnTo>
                  <a:lnTo>
                    <a:pt x="94" y="0"/>
                  </a:lnTo>
                  <a:lnTo>
                    <a:pt x="0" y="0"/>
                  </a:lnTo>
                  <a:lnTo>
                    <a:pt x="2" y="56"/>
                  </a:lnTo>
                  <a:lnTo>
                    <a:pt x="7" y="115"/>
                  </a:lnTo>
                  <a:lnTo>
                    <a:pt x="16" y="172"/>
                  </a:lnTo>
                  <a:lnTo>
                    <a:pt x="28" y="231"/>
                  </a:lnTo>
                  <a:lnTo>
                    <a:pt x="44" y="287"/>
                  </a:lnTo>
                  <a:lnTo>
                    <a:pt x="62" y="342"/>
                  </a:lnTo>
                  <a:lnTo>
                    <a:pt x="83" y="398"/>
                  </a:lnTo>
                  <a:lnTo>
                    <a:pt x="106" y="452"/>
                  </a:lnTo>
                  <a:lnTo>
                    <a:pt x="133" y="505"/>
                  </a:lnTo>
                  <a:lnTo>
                    <a:pt x="161" y="554"/>
                  </a:lnTo>
                  <a:lnTo>
                    <a:pt x="192" y="602"/>
                  </a:lnTo>
                  <a:lnTo>
                    <a:pt x="224" y="647"/>
                  </a:lnTo>
                  <a:lnTo>
                    <a:pt x="259" y="689"/>
                  </a:lnTo>
                  <a:lnTo>
                    <a:pt x="295" y="728"/>
                  </a:lnTo>
                  <a:lnTo>
                    <a:pt x="334" y="763"/>
                  </a:lnTo>
                  <a:lnTo>
                    <a:pt x="374" y="795"/>
                  </a:lnTo>
                  <a:lnTo>
                    <a:pt x="375" y="795"/>
                  </a:lnTo>
                  <a:lnTo>
                    <a:pt x="374" y="795"/>
                  </a:lnTo>
                  <a:lnTo>
                    <a:pt x="392" y="803"/>
                  </a:lnTo>
                  <a:lnTo>
                    <a:pt x="411" y="803"/>
                  </a:lnTo>
                  <a:lnTo>
                    <a:pt x="426" y="795"/>
                  </a:lnTo>
                  <a:lnTo>
                    <a:pt x="439" y="782"/>
                  </a:lnTo>
                  <a:lnTo>
                    <a:pt x="446" y="766"/>
                  </a:lnTo>
                  <a:lnTo>
                    <a:pt x="449" y="749"/>
                  </a:lnTo>
                  <a:lnTo>
                    <a:pt x="441" y="732"/>
                  </a:lnTo>
                  <a:lnTo>
                    <a:pt x="427" y="717"/>
                  </a:lnTo>
                  <a:lnTo>
                    <a:pt x="426" y="71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3871" name="Freeform 45"/>
            <p:cNvSpPr>
              <a:spLocks/>
            </p:cNvSpPr>
            <p:nvPr/>
          </p:nvSpPr>
          <p:spPr bwMode="auto">
            <a:xfrm>
              <a:off x="883" y="1673"/>
              <a:ext cx="379" cy="690"/>
            </a:xfrm>
            <a:custGeom>
              <a:avLst/>
              <a:gdLst>
                <a:gd name="T0" fmla="*/ 12 w 1897"/>
                <a:gd name="T1" fmla="*/ 6 h 3450"/>
                <a:gd name="T2" fmla="*/ 13 w 1897"/>
                <a:gd name="T3" fmla="*/ 7 h 3450"/>
                <a:gd name="T4" fmla="*/ 13 w 1897"/>
                <a:gd name="T5" fmla="*/ 7 h 3450"/>
                <a:gd name="T6" fmla="*/ 14 w 1897"/>
                <a:gd name="T7" fmla="*/ 8 h 3450"/>
                <a:gd name="T8" fmla="*/ 14 w 1897"/>
                <a:gd name="T9" fmla="*/ 9 h 3450"/>
                <a:gd name="T10" fmla="*/ 15 w 1897"/>
                <a:gd name="T11" fmla="*/ 10 h 3450"/>
                <a:gd name="T12" fmla="*/ 15 w 1897"/>
                <a:gd name="T13" fmla="*/ 11 h 3450"/>
                <a:gd name="T14" fmla="*/ 15 w 1897"/>
                <a:gd name="T15" fmla="*/ 11 h 3450"/>
                <a:gd name="T16" fmla="*/ 15 w 1897"/>
                <a:gd name="T17" fmla="*/ 12 h 3450"/>
                <a:gd name="T18" fmla="*/ 15 w 1897"/>
                <a:gd name="T19" fmla="*/ 26 h 3450"/>
                <a:gd name="T20" fmla="*/ 15 w 1897"/>
                <a:gd name="T21" fmla="*/ 26 h 3450"/>
                <a:gd name="T22" fmla="*/ 15 w 1897"/>
                <a:gd name="T23" fmla="*/ 27 h 3450"/>
                <a:gd name="T24" fmla="*/ 15 w 1897"/>
                <a:gd name="T25" fmla="*/ 27 h 3450"/>
                <a:gd name="T26" fmla="*/ 14 w 1897"/>
                <a:gd name="T27" fmla="*/ 27 h 3450"/>
                <a:gd name="T28" fmla="*/ 14 w 1897"/>
                <a:gd name="T29" fmla="*/ 28 h 3450"/>
                <a:gd name="T30" fmla="*/ 13 w 1897"/>
                <a:gd name="T31" fmla="*/ 28 h 3450"/>
                <a:gd name="T32" fmla="*/ 13 w 1897"/>
                <a:gd name="T33" fmla="*/ 27 h 3450"/>
                <a:gd name="T34" fmla="*/ 3 w 1897"/>
                <a:gd name="T35" fmla="*/ 21 h 3450"/>
                <a:gd name="T36" fmla="*/ 2 w 1897"/>
                <a:gd name="T37" fmla="*/ 21 h 3450"/>
                <a:gd name="T38" fmla="*/ 2 w 1897"/>
                <a:gd name="T39" fmla="*/ 20 h 3450"/>
                <a:gd name="T40" fmla="*/ 1 w 1897"/>
                <a:gd name="T41" fmla="*/ 19 h 3450"/>
                <a:gd name="T42" fmla="*/ 1 w 1897"/>
                <a:gd name="T43" fmla="*/ 19 h 3450"/>
                <a:gd name="T44" fmla="*/ 0 w 1897"/>
                <a:gd name="T45" fmla="*/ 18 h 3450"/>
                <a:gd name="T46" fmla="*/ 0 w 1897"/>
                <a:gd name="T47" fmla="*/ 17 h 3450"/>
                <a:gd name="T48" fmla="*/ 0 w 1897"/>
                <a:gd name="T49" fmla="*/ 16 h 3450"/>
                <a:gd name="T50" fmla="*/ 0 w 1897"/>
                <a:gd name="T51" fmla="*/ 15 h 3450"/>
                <a:gd name="T52" fmla="*/ 0 w 1897"/>
                <a:gd name="T53" fmla="*/ 2 h 3450"/>
                <a:gd name="T54" fmla="*/ 0 w 1897"/>
                <a:gd name="T55" fmla="*/ 1 h 3450"/>
                <a:gd name="T56" fmla="*/ 0 w 1897"/>
                <a:gd name="T57" fmla="*/ 1 h 3450"/>
                <a:gd name="T58" fmla="*/ 1 w 1897"/>
                <a:gd name="T59" fmla="*/ 0 h 3450"/>
                <a:gd name="T60" fmla="*/ 1 w 1897"/>
                <a:gd name="T61" fmla="*/ 0 h 3450"/>
                <a:gd name="T62" fmla="*/ 1 w 1897"/>
                <a:gd name="T63" fmla="*/ 0 h 3450"/>
                <a:gd name="T64" fmla="*/ 2 w 1897"/>
                <a:gd name="T65" fmla="*/ 0 h 3450"/>
                <a:gd name="T66" fmla="*/ 3 w 1897"/>
                <a:gd name="T67" fmla="*/ 0 h 3450"/>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897"/>
                <a:gd name="T103" fmla="*/ 0 h 3450"/>
                <a:gd name="T104" fmla="*/ 1897 w 1897"/>
                <a:gd name="T105" fmla="*/ 3450 h 3450"/>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897" h="3450">
                  <a:moveTo>
                    <a:pt x="357" y="49"/>
                  </a:moveTo>
                  <a:lnTo>
                    <a:pt x="1542" y="806"/>
                  </a:lnTo>
                  <a:lnTo>
                    <a:pt x="1579" y="832"/>
                  </a:lnTo>
                  <a:lnTo>
                    <a:pt x="1614" y="861"/>
                  </a:lnTo>
                  <a:lnTo>
                    <a:pt x="1648" y="895"/>
                  </a:lnTo>
                  <a:lnTo>
                    <a:pt x="1681" y="933"/>
                  </a:lnTo>
                  <a:lnTo>
                    <a:pt x="1711" y="973"/>
                  </a:lnTo>
                  <a:lnTo>
                    <a:pt x="1740" y="1016"/>
                  </a:lnTo>
                  <a:lnTo>
                    <a:pt x="1768" y="1062"/>
                  </a:lnTo>
                  <a:lnTo>
                    <a:pt x="1793" y="1109"/>
                  </a:lnTo>
                  <a:lnTo>
                    <a:pt x="1816" y="1158"/>
                  </a:lnTo>
                  <a:lnTo>
                    <a:pt x="1836" y="1208"/>
                  </a:lnTo>
                  <a:lnTo>
                    <a:pt x="1854" y="1260"/>
                  </a:lnTo>
                  <a:lnTo>
                    <a:pt x="1869" y="1313"/>
                  </a:lnTo>
                  <a:lnTo>
                    <a:pt x="1881" y="1364"/>
                  </a:lnTo>
                  <a:lnTo>
                    <a:pt x="1890" y="1417"/>
                  </a:lnTo>
                  <a:lnTo>
                    <a:pt x="1895" y="1469"/>
                  </a:lnTo>
                  <a:lnTo>
                    <a:pt x="1897" y="1519"/>
                  </a:lnTo>
                  <a:lnTo>
                    <a:pt x="1897" y="3142"/>
                  </a:lnTo>
                  <a:lnTo>
                    <a:pt x="1895" y="3190"/>
                  </a:lnTo>
                  <a:lnTo>
                    <a:pt x="1890" y="3235"/>
                  </a:lnTo>
                  <a:lnTo>
                    <a:pt x="1881" y="3276"/>
                  </a:lnTo>
                  <a:lnTo>
                    <a:pt x="1869" y="3313"/>
                  </a:lnTo>
                  <a:lnTo>
                    <a:pt x="1854" y="3346"/>
                  </a:lnTo>
                  <a:lnTo>
                    <a:pt x="1836" y="3375"/>
                  </a:lnTo>
                  <a:lnTo>
                    <a:pt x="1816" y="3398"/>
                  </a:lnTo>
                  <a:lnTo>
                    <a:pt x="1793" y="3418"/>
                  </a:lnTo>
                  <a:lnTo>
                    <a:pt x="1768" y="3434"/>
                  </a:lnTo>
                  <a:lnTo>
                    <a:pt x="1740" y="3444"/>
                  </a:lnTo>
                  <a:lnTo>
                    <a:pt x="1711" y="3450"/>
                  </a:lnTo>
                  <a:lnTo>
                    <a:pt x="1681" y="3450"/>
                  </a:lnTo>
                  <a:lnTo>
                    <a:pt x="1648" y="3445"/>
                  </a:lnTo>
                  <a:lnTo>
                    <a:pt x="1614" y="3436"/>
                  </a:lnTo>
                  <a:lnTo>
                    <a:pt x="1579" y="3421"/>
                  </a:lnTo>
                  <a:lnTo>
                    <a:pt x="1542" y="3400"/>
                  </a:lnTo>
                  <a:lnTo>
                    <a:pt x="357" y="2643"/>
                  </a:lnTo>
                  <a:lnTo>
                    <a:pt x="320" y="2618"/>
                  </a:lnTo>
                  <a:lnTo>
                    <a:pt x="285" y="2588"/>
                  </a:lnTo>
                  <a:lnTo>
                    <a:pt x="251" y="2554"/>
                  </a:lnTo>
                  <a:lnTo>
                    <a:pt x="218" y="2517"/>
                  </a:lnTo>
                  <a:lnTo>
                    <a:pt x="187" y="2477"/>
                  </a:lnTo>
                  <a:lnTo>
                    <a:pt x="157" y="2433"/>
                  </a:lnTo>
                  <a:lnTo>
                    <a:pt x="130" y="2388"/>
                  </a:lnTo>
                  <a:lnTo>
                    <a:pt x="105" y="2341"/>
                  </a:lnTo>
                  <a:lnTo>
                    <a:pt x="81" y="2292"/>
                  </a:lnTo>
                  <a:lnTo>
                    <a:pt x="61" y="2241"/>
                  </a:lnTo>
                  <a:lnTo>
                    <a:pt x="44" y="2190"/>
                  </a:lnTo>
                  <a:lnTo>
                    <a:pt x="29" y="2138"/>
                  </a:lnTo>
                  <a:lnTo>
                    <a:pt x="17" y="2085"/>
                  </a:lnTo>
                  <a:lnTo>
                    <a:pt x="7" y="2033"/>
                  </a:lnTo>
                  <a:lnTo>
                    <a:pt x="3" y="1981"/>
                  </a:lnTo>
                  <a:lnTo>
                    <a:pt x="0" y="1931"/>
                  </a:lnTo>
                  <a:lnTo>
                    <a:pt x="0" y="308"/>
                  </a:lnTo>
                  <a:lnTo>
                    <a:pt x="3" y="260"/>
                  </a:lnTo>
                  <a:lnTo>
                    <a:pt x="7" y="215"/>
                  </a:lnTo>
                  <a:lnTo>
                    <a:pt x="17" y="174"/>
                  </a:lnTo>
                  <a:lnTo>
                    <a:pt x="29" y="137"/>
                  </a:lnTo>
                  <a:lnTo>
                    <a:pt x="44" y="104"/>
                  </a:lnTo>
                  <a:lnTo>
                    <a:pt x="61" y="76"/>
                  </a:lnTo>
                  <a:lnTo>
                    <a:pt x="81" y="51"/>
                  </a:lnTo>
                  <a:lnTo>
                    <a:pt x="105" y="31"/>
                  </a:lnTo>
                  <a:lnTo>
                    <a:pt x="130" y="16"/>
                  </a:lnTo>
                  <a:lnTo>
                    <a:pt x="157" y="5"/>
                  </a:lnTo>
                  <a:lnTo>
                    <a:pt x="187" y="0"/>
                  </a:lnTo>
                  <a:lnTo>
                    <a:pt x="218" y="0"/>
                  </a:lnTo>
                  <a:lnTo>
                    <a:pt x="251" y="3"/>
                  </a:lnTo>
                  <a:lnTo>
                    <a:pt x="285" y="14"/>
                  </a:lnTo>
                  <a:lnTo>
                    <a:pt x="320" y="29"/>
                  </a:lnTo>
                  <a:lnTo>
                    <a:pt x="357" y="49"/>
                  </a:lnTo>
                  <a:close/>
                </a:path>
              </a:pathLst>
            </a:custGeom>
            <a:solidFill>
              <a:srgbClr val="BFBFB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3872" name="Freeform 46"/>
            <p:cNvSpPr>
              <a:spLocks/>
            </p:cNvSpPr>
            <p:nvPr/>
          </p:nvSpPr>
          <p:spPr bwMode="auto">
            <a:xfrm>
              <a:off x="1268" y="1663"/>
              <a:ext cx="393" cy="711"/>
            </a:xfrm>
            <a:custGeom>
              <a:avLst/>
              <a:gdLst>
                <a:gd name="T0" fmla="*/ 3 w 1962"/>
                <a:gd name="T1" fmla="*/ 7 h 3555"/>
                <a:gd name="T2" fmla="*/ 2 w 1962"/>
                <a:gd name="T3" fmla="*/ 7 h 3555"/>
                <a:gd name="T4" fmla="*/ 2 w 1962"/>
                <a:gd name="T5" fmla="*/ 8 h 3555"/>
                <a:gd name="T6" fmla="*/ 1 w 1962"/>
                <a:gd name="T7" fmla="*/ 8 h 3555"/>
                <a:gd name="T8" fmla="*/ 1 w 1962"/>
                <a:gd name="T9" fmla="*/ 9 h 3555"/>
                <a:gd name="T10" fmla="*/ 1 w 1962"/>
                <a:gd name="T11" fmla="*/ 10 h 3555"/>
                <a:gd name="T12" fmla="*/ 0 w 1962"/>
                <a:gd name="T13" fmla="*/ 11 h 3555"/>
                <a:gd name="T14" fmla="*/ 0 w 1962"/>
                <a:gd name="T15" fmla="*/ 12 h 3555"/>
                <a:gd name="T16" fmla="*/ 0 w 1962"/>
                <a:gd name="T17" fmla="*/ 13 h 3555"/>
                <a:gd name="T18" fmla="*/ 0 w 1962"/>
                <a:gd name="T19" fmla="*/ 26 h 3555"/>
                <a:gd name="T20" fmla="*/ 0 w 1962"/>
                <a:gd name="T21" fmla="*/ 27 h 3555"/>
                <a:gd name="T22" fmla="*/ 0 w 1962"/>
                <a:gd name="T23" fmla="*/ 28 h 3555"/>
                <a:gd name="T24" fmla="*/ 1 w 1962"/>
                <a:gd name="T25" fmla="*/ 28 h 3555"/>
                <a:gd name="T26" fmla="*/ 1 w 1962"/>
                <a:gd name="T27" fmla="*/ 28 h 3555"/>
                <a:gd name="T28" fmla="*/ 2 w 1962"/>
                <a:gd name="T29" fmla="*/ 28 h 3555"/>
                <a:gd name="T30" fmla="*/ 2 w 1962"/>
                <a:gd name="T31" fmla="*/ 28 h 3555"/>
                <a:gd name="T32" fmla="*/ 3 w 1962"/>
                <a:gd name="T33" fmla="*/ 28 h 3555"/>
                <a:gd name="T34" fmla="*/ 13 w 1962"/>
                <a:gd name="T35" fmla="*/ 22 h 3555"/>
                <a:gd name="T36" fmla="*/ 13 w 1962"/>
                <a:gd name="T37" fmla="*/ 21 h 3555"/>
                <a:gd name="T38" fmla="*/ 14 w 1962"/>
                <a:gd name="T39" fmla="*/ 21 h 3555"/>
                <a:gd name="T40" fmla="*/ 14 w 1962"/>
                <a:gd name="T41" fmla="*/ 20 h 3555"/>
                <a:gd name="T42" fmla="*/ 15 w 1962"/>
                <a:gd name="T43" fmla="*/ 19 h 3555"/>
                <a:gd name="T44" fmla="*/ 15 w 1962"/>
                <a:gd name="T45" fmla="*/ 18 h 3555"/>
                <a:gd name="T46" fmla="*/ 16 w 1962"/>
                <a:gd name="T47" fmla="*/ 18 h 3555"/>
                <a:gd name="T48" fmla="*/ 16 w 1962"/>
                <a:gd name="T49" fmla="*/ 17 h 3555"/>
                <a:gd name="T50" fmla="*/ 16 w 1962"/>
                <a:gd name="T51" fmla="*/ 16 h 3555"/>
                <a:gd name="T52" fmla="*/ 16 w 1962"/>
                <a:gd name="T53" fmla="*/ 2 h 3555"/>
                <a:gd name="T54" fmla="*/ 16 w 1962"/>
                <a:gd name="T55" fmla="*/ 1 h 3555"/>
                <a:gd name="T56" fmla="*/ 15 w 1962"/>
                <a:gd name="T57" fmla="*/ 1 h 3555"/>
                <a:gd name="T58" fmla="*/ 15 w 1962"/>
                <a:gd name="T59" fmla="*/ 0 h 3555"/>
                <a:gd name="T60" fmla="*/ 15 w 1962"/>
                <a:gd name="T61" fmla="*/ 0 h 3555"/>
                <a:gd name="T62" fmla="*/ 14 w 1962"/>
                <a:gd name="T63" fmla="*/ 0 h 3555"/>
                <a:gd name="T64" fmla="*/ 14 w 1962"/>
                <a:gd name="T65" fmla="*/ 0 h 3555"/>
                <a:gd name="T66" fmla="*/ 13 w 1962"/>
                <a:gd name="T67" fmla="*/ 0 h 3555"/>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962"/>
                <a:gd name="T103" fmla="*/ 0 h 3555"/>
                <a:gd name="T104" fmla="*/ 1962 w 1962"/>
                <a:gd name="T105" fmla="*/ 3555 h 3555"/>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962" h="3555">
                  <a:moveTo>
                    <a:pt x="1594" y="50"/>
                  </a:moveTo>
                  <a:lnTo>
                    <a:pt x="368" y="831"/>
                  </a:lnTo>
                  <a:lnTo>
                    <a:pt x="330" y="858"/>
                  </a:lnTo>
                  <a:lnTo>
                    <a:pt x="294" y="888"/>
                  </a:lnTo>
                  <a:lnTo>
                    <a:pt x="259" y="922"/>
                  </a:lnTo>
                  <a:lnTo>
                    <a:pt x="225" y="961"/>
                  </a:lnTo>
                  <a:lnTo>
                    <a:pt x="193" y="1003"/>
                  </a:lnTo>
                  <a:lnTo>
                    <a:pt x="163" y="1047"/>
                  </a:lnTo>
                  <a:lnTo>
                    <a:pt x="133" y="1094"/>
                  </a:lnTo>
                  <a:lnTo>
                    <a:pt x="108" y="1143"/>
                  </a:lnTo>
                  <a:lnTo>
                    <a:pt x="84" y="1193"/>
                  </a:lnTo>
                  <a:lnTo>
                    <a:pt x="63" y="1246"/>
                  </a:lnTo>
                  <a:lnTo>
                    <a:pt x="44" y="1299"/>
                  </a:lnTo>
                  <a:lnTo>
                    <a:pt x="29" y="1353"/>
                  </a:lnTo>
                  <a:lnTo>
                    <a:pt x="16" y="1405"/>
                  </a:lnTo>
                  <a:lnTo>
                    <a:pt x="7" y="1459"/>
                  </a:lnTo>
                  <a:lnTo>
                    <a:pt x="2" y="1512"/>
                  </a:lnTo>
                  <a:lnTo>
                    <a:pt x="0" y="1565"/>
                  </a:lnTo>
                  <a:lnTo>
                    <a:pt x="0" y="3237"/>
                  </a:lnTo>
                  <a:lnTo>
                    <a:pt x="2" y="3287"/>
                  </a:lnTo>
                  <a:lnTo>
                    <a:pt x="7" y="3333"/>
                  </a:lnTo>
                  <a:lnTo>
                    <a:pt x="16" y="3375"/>
                  </a:lnTo>
                  <a:lnTo>
                    <a:pt x="29" y="3413"/>
                  </a:lnTo>
                  <a:lnTo>
                    <a:pt x="44" y="3447"/>
                  </a:lnTo>
                  <a:lnTo>
                    <a:pt x="63" y="3477"/>
                  </a:lnTo>
                  <a:lnTo>
                    <a:pt x="84" y="3502"/>
                  </a:lnTo>
                  <a:lnTo>
                    <a:pt x="108" y="3522"/>
                  </a:lnTo>
                  <a:lnTo>
                    <a:pt x="133" y="3538"/>
                  </a:lnTo>
                  <a:lnTo>
                    <a:pt x="163" y="3549"/>
                  </a:lnTo>
                  <a:lnTo>
                    <a:pt x="193" y="3555"/>
                  </a:lnTo>
                  <a:lnTo>
                    <a:pt x="225" y="3555"/>
                  </a:lnTo>
                  <a:lnTo>
                    <a:pt x="259" y="3550"/>
                  </a:lnTo>
                  <a:lnTo>
                    <a:pt x="294" y="3541"/>
                  </a:lnTo>
                  <a:lnTo>
                    <a:pt x="330" y="3524"/>
                  </a:lnTo>
                  <a:lnTo>
                    <a:pt x="368" y="3503"/>
                  </a:lnTo>
                  <a:lnTo>
                    <a:pt x="1594" y="2722"/>
                  </a:lnTo>
                  <a:lnTo>
                    <a:pt x="1632" y="2696"/>
                  </a:lnTo>
                  <a:lnTo>
                    <a:pt x="1668" y="2665"/>
                  </a:lnTo>
                  <a:lnTo>
                    <a:pt x="1703" y="2631"/>
                  </a:lnTo>
                  <a:lnTo>
                    <a:pt x="1737" y="2592"/>
                  </a:lnTo>
                  <a:lnTo>
                    <a:pt x="1769" y="2551"/>
                  </a:lnTo>
                  <a:lnTo>
                    <a:pt x="1799" y="2506"/>
                  </a:lnTo>
                  <a:lnTo>
                    <a:pt x="1829" y="2460"/>
                  </a:lnTo>
                  <a:lnTo>
                    <a:pt x="1854" y="2411"/>
                  </a:lnTo>
                  <a:lnTo>
                    <a:pt x="1878" y="2361"/>
                  </a:lnTo>
                  <a:lnTo>
                    <a:pt x="1899" y="2308"/>
                  </a:lnTo>
                  <a:lnTo>
                    <a:pt x="1918" y="2256"/>
                  </a:lnTo>
                  <a:lnTo>
                    <a:pt x="1933" y="2202"/>
                  </a:lnTo>
                  <a:lnTo>
                    <a:pt x="1946" y="2149"/>
                  </a:lnTo>
                  <a:lnTo>
                    <a:pt x="1955" y="2095"/>
                  </a:lnTo>
                  <a:lnTo>
                    <a:pt x="1960" y="2042"/>
                  </a:lnTo>
                  <a:lnTo>
                    <a:pt x="1962" y="1989"/>
                  </a:lnTo>
                  <a:lnTo>
                    <a:pt x="1962" y="319"/>
                  </a:lnTo>
                  <a:lnTo>
                    <a:pt x="1960" y="269"/>
                  </a:lnTo>
                  <a:lnTo>
                    <a:pt x="1955" y="223"/>
                  </a:lnTo>
                  <a:lnTo>
                    <a:pt x="1946" y="180"/>
                  </a:lnTo>
                  <a:lnTo>
                    <a:pt x="1933" y="143"/>
                  </a:lnTo>
                  <a:lnTo>
                    <a:pt x="1918" y="109"/>
                  </a:lnTo>
                  <a:lnTo>
                    <a:pt x="1899" y="79"/>
                  </a:lnTo>
                  <a:lnTo>
                    <a:pt x="1878" y="54"/>
                  </a:lnTo>
                  <a:lnTo>
                    <a:pt x="1854" y="33"/>
                  </a:lnTo>
                  <a:lnTo>
                    <a:pt x="1829" y="17"/>
                  </a:lnTo>
                  <a:lnTo>
                    <a:pt x="1799" y="7"/>
                  </a:lnTo>
                  <a:lnTo>
                    <a:pt x="1769" y="0"/>
                  </a:lnTo>
                  <a:lnTo>
                    <a:pt x="1737" y="0"/>
                  </a:lnTo>
                  <a:lnTo>
                    <a:pt x="1703" y="4"/>
                  </a:lnTo>
                  <a:lnTo>
                    <a:pt x="1668" y="14"/>
                  </a:lnTo>
                  <a:lnTo>
                    <a:pt x="1632" y="29"/>
                  </a:lnTo>
                  <a:lnTo>
                    <a:pt x="1594" y="50"/>
                  </a:lnTo>
                  <a:close/>
                </a:path>
              </a:pathLst>
            </a:custGeom>
            <a:solidFill>
              <a:srgbClr val="E5E5E5"/>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3873" name="Freeform 47"/>
            <p:cNvSpPr>
              <a:spLocks noEditPoints="1"/>
            </p:cNvSpPr>
            <p:nvPr/>
          </p:nvSpPr>
          <p:spPr bwMode="auto">
            <a:xfrm>
              <a:off x="916" y="1589"/>
              <a:ext cx="697" cy="698"/>
            </a:xfrm>
            <a:custGeom>
              <a:avLst/>
              <a:gdLst>
                <a:gd name="T0" fmla="*/ 16 w 3485"/>
                <a:gd name="T1" fmla="*/ 0 h 3490"/>
                <a:gd name="T2" fmla="*/ 17 w 3485"/>
                <a:gd name="T3" fmla="*/ 2 h 3490"/>
                <a:gd name="T4" fmla="*/ 17 w 3485"/>
                <a:gd name="T5" fmla="*/ 3 h 3490"/>
                <a:gd name="T6" fmla="*/ 14 w 3485"/>
                <a:gd name="T7" fmla="*/ 4 h 3490"/>
                <a:gd name="T8" fmla="*/ 12 w 3485"/>
                <a:gd name="T9" fmla="*/ 4 h 3490"/>
                <a:gd name="T10" fmla="*/ 11 w 3485"/>
                <a:gd name="T11" fmla="*/ 2 h 3490"/>
                <a:gd name="T12" fmla="*/ 11 w 3485"/>
                <a:gd name="T13" fmla="*/ 1 h 3490"/>
                <a:gd name="T14" fmla="*/ 14 w 3485"/>
                <a:gd name="T15" fmla="*/ 0 h 3490"/>
                <a:gd name="T16" fmla="*/ 3 w 3485"/>
                <a:gd name="T17" fmla="*/ 7 h 3490"/>
                <a:gd name="T18" fmla="*/ 4 w 3485"/>
                <a:gd name="T19" fmla="*/ 9 h 3490"/>
                <a:gd name="T20" fmla="*/ 3 w 3485"/>
                <a:gd name="T21" fmla="*/ 12 h 3490"/>
                <a:gd name="T22" fmla="*/ 2 w 3485"/>
                <a:gd name="T23" fmla="*/ 13 h 3490"/>
                <a:gd name="T24" fmla="*/ 1 w 3485"/>
                <a:gd name="T25" fmla="*/ 12 h 3490"/>
                <a:gd name="T26" fmla="*/ 0 w 3485"/>
                <a:gd name="T27" fmla="*/ 10 h 3490"/>
                <a:gd name="T28" fmla="*/ 0 w 3485"/>
                <a:gd name="T29" fmla="*/ 8 h 3490"/>
                <a:gd name="T30" fmla="*/ 2 w 3485"/>
                <a:gd name="T31" fmla="*/ 6 h 3490"/>
                <a:gd name="T32" fmla="*/ 10 w 3485"/>
                <a:gd name="T33" fmla="*/ 20 h 3490"/>
                <a:gd name="T34" fmla="*/ 11 w 3485"/>
                <a:gd name="T35" fmla="*/ 22 h 3490"/>
                <a:gd name="T36" fmla="*/ 11 w 3485"/>
                <a:gd name="T37" fmla="*/ 25 h 3490"/>
                <a:gd name="T38" fmla="*/ 10 w 3485"/>
                <a:gd name="T39" fmla="*/ 27 h 3490"/>
                <a:gd name="T40" fmla="*/ 8 w 3485"/>
                <a:gd name="T41" fmla="*/ 26 h 3490"/>
                <a:gd name="T42" fmla="*/ 7 w 3485"/>
                <a:gd name="T43" fmla="*/ 24 h 3490"/>
                <a:gd name="T44" fmla="*/ 7 w 3485"/>
                <a:gd name="T45" fmla="*/ 22 h 3490"/>
                <a:gd name="T46" fmla="*/ 8 w 3485"/>
                <a:gd name="T47" fmla="*/ 20 h 3490"/>
                <a:gd name="T48" fmla="*/ 20 w 3485"/>
                <a:gd name="T49" fmla="*/ 21 h 3490"/>
                <a:gd name="T50" fmla="*/ 21 w 3485"/>
                <a:gd name="T51" fmla="*/ 23 h 3490"/>
                <a:gd name="T52" fmla="*/ 21 w 3485"/>
                <a:gd name="T53" fmla="*/ 26 h 3490"/>
                <a:gd name="T54" fmla="*/ 20 w 3485"/>
                <a:gd name="T55" fmla="*/ 28 h 3490"/>
                <a:gd name="T56" fmla="*/ 18 w 3485"/>
                <a:gd name="T57" fmla="*/ 28 h 3490"/>
                <a:gd name="T58" fmla="*/ 17 w 3485"/>
                <a:gd name="T59" fmla="*/ 26 h 3490"/>
                <a:gd name="T60" fmla="*/ 17 w 3485"/>
                <a:gd name="T61" fmla="*/ 23 h 3490"/>
                <a:gd name="T62" fmla="*/ 18 w 3485"/>
                <a:gd name="T63" fmla="*/ 21 h 3490"/>
                <a:gd name="T64" fmla="*/ 19 w 3485"/>
                <a:gd name="T65" fmla="*/ 11 h 3490"/>
                <a:gd name="T66" fmla="*/ 20 w 3485"/>
                <a:gd name="T67" fmla="*/ 13 h 3490"/>
                <a:gd name="T68" fmla="*/ 21 w 3485"/>
                <a:gd name="T69" fmla="*/ 15 h 3490"/>
                <a:gd name="T70" fmla="*/ 20 w 3485"/>
                <a:gd name="T71" fmla="*/ 17 h 3490"/>
                <a:gd name="T72" fmla="*/ 18 w 3485"/>
                <a:gd name="T73" fmla="*/ 17 h 3490"/>
                <a:gd name="T74" fmla="*/ 17 w 3485"/>
                <a:gd name="T75" fmla="*/ 16 h 3490"/>
                <a:gd name="T76" fmla="*/ 17 w 3485"/>
                <a:gd name="T77" fmla="*/ 13 h 3490"/>
                <a:gd name="T78" fmla="*/ 18 w 3485"/>
                <a:gd name="T79" fmla="*/ 11 h 3490"/>
                <a:gd name="T80" fmla="*/ 26 w 3485"/>
                <a:gd name="T81" fmla="*/ 7 h 3490"/>
                <a:gd name="T82" fmla="*/ 27 w 3485"/>
                <a:gd name="T83" fmla="*/ 8 h 3490"/>
                <a:gd name="T84" fmla="*/ 27 w 3485"/>
                <a:gd name="T85" fmla="*/ 11 h 3490"/>
                <a:gd name="T86" fmla="*/ 26 w 3485"/>
                <a:gd name="T87" fmla="*/ 13 h 3490"/>
                <a:gd name="T88" fmla="*/ 25 w 3485"/>
                <a:gd name="T89" fmla="*/ 13 h 3490"/>
                <a:gd name="T90" fmla="*/ 24 w 3485"/>
                <a:gd name="T91" fmla="*/ 12 h 3490"/>
                <a:gd name="T92" fmla="*/ 24 w 3485"/>
                <a:gd name="T93" fmla="*/ 9 h 3490"/>
                <a:gd name="T94" fmla="*/ 24 w 3485"/>
                <a:gd name="T95" fmla="*/ 7 h 3490"/>
                <a:gd name="T96" fmla="*/ 26 w 3485"/>
                <a:gd name="T97" fmla="*/ 17 h 3490"/>
                <a:gd name="T98" fmla="*/ 27 w 3485"/>
                <a:gd name="T99" fmla="*/ 18 h 3490"/>
                <a:gd name="T100" fmla="*/ 28 w 3485"/>
                <a:gd name="T101" fmla="*/ 21 h 3490"/>
                <a:gd name="T102" fmla="*/ 27 w 3485"/>
                <a:gd name="T103" fmla="*/ 23 h 3490"/>
                <a:gd name="T104" fmla="*/ 26 w 3485"/>
                <a:gd name="T105" fmla="*/ 24 h 3490"/>
                <a:gd name="T106" fmla="*/ 24 w 3485"/>
                <a:gd name="T107" fmla="*/ 23 h 3490"/>
                <a:gd name="T108" fmla="*/ 24 w 3485"/>
                <a:gd name="T109" fmla="*/ 20 h 3490"/>
                <a:gd name="T110" fmla="*/ 25 w 3485"/>
                <a:gd name="T111" fmla="*/ 18 h 3490"/>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w 3485"/>
                <a:gd name="T169" fmla="*/ 0 h 3490"/>
                <a:gd name="T170" fmla="*/ 3485 w 3485"/>
                <a:gd name="T171" fmla="*/ 3490 h 3490"/>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T168" t="T169" r="T170" b="T171"/>
              <a:pathLst>
                <a:path w="3485" h="3490">
                  <a:moveTo>
                    <a:pt x="1754" y="0"/>
                  </a:moveTo>
                  <a:lnTo>
                    <a:pt x="1797" y="2"/>
                  </a:lnTo>
                  <a:lnTo>
                    <a:pt x="1840" y="5"/>
                  </a:lnTo>
                  <a:lnTo>
                    <a:pt x="1881" y="12"/>
                  </a:lnTo>
                  <a:lnTo>
                    <a:pt x="1921" y="20"/>
                  </a:lnTo>
                  <a:lnTo>
                    <a:pt x="1959" y="31"/>
                  </a:lnTo>
                  <a:lnTo>
                    <a:pt x="1994" y="44"/>
                  </a:lnTo>
                  <a:lnTo>
                    <a:pt x="2028" y="59"/>
                  </a:lnTo>
                  <a:lnTo>
                    <a:pt x="2058" y="74"/>
                  </a:lnTo>
                  <a:lnTo>
                    <a:pt x="2086" y="93"/>
                  </a:lnTo>
                  <a:lnTo>
                    <a:pt x="2111" y="113"/>
                  </a:lnTo>
                  <a:lnTo>
                    <a:pt x="2132" y="133"/>
                  </a:lnTo>
                  <a:lnTo>
                    <a:pt x="2151" y="155"/>
                  </a:lnTo>
                  <a:lnTo>
                    <a:pt x="2165" y="179"/>
                  </a:lnTo>
                  <a:lnTo>
                    <a:pt x="2175" y="203"/>
                  </a:lnTo>
                  <a:lnTo>
                    <a:pt x="2182" y="229"/>
                  </a:lnTo>
                  <a:lnTo>
                    <a:pt x="2185" y="255"/>
                  </a:lnTo>
                  <a:lnTo>
                    <a:pt x="2182" y="281"/>
                  </a:lnTo>
                  <a:lnTo>
                    <a:pt x="2175" y="305"/>
                  </a:lnTo>
                  <a:lnTo>
                    <a:pt x="2165" y="330"/>
                  </a:lnTo>
                  <a:lnTo>
                    <a:pt x="2151" y="353"/>
                  </a:lnTo>
                  <a:lnTo>
                    <a:pt x="2132" y="376"/>
                  </a:lnTo>
                  <a:lnTo>
                    <a:pt x="2111" y="397"/>
                  </a:lnTo>
                  <a:lnTo>
                    <a:pt x="2086" y="417"/>
                  </a:lnTo>
                  <a:lnTo>
                    <a:pt x="2058" y="434"/>
                  </a:lnTo>
                  <a:lnTo>
                    <a:pt x="2028" y="451"/>
                  </a:lnTo>
                  <a:lnTo>
                    <a:pt x="1994" y="466"/>
                  </a:lnTo>
                  <a:lnTo>
                    <a:pt x="1959" y="479"/>
                  </a:lnTo>
                  <a:lnTo>
                    <a:pt x="1921" y="489"/>
                  </a:lnTo>
                  <a:lnTo>
                    <a:pt x="1881" y="498"/>
                  </a:lnTo>
                  <a:lnTo>
                    <a:pt x="1840" y="505"/>
                  </a:lnTo>
                  <a:lnTo>
                    <a:pt x="1797" y="508"/>
                  </a:lnTo>
                  <a:lnTo>
                    <a:pt x="1754" y="509"/>
                  </a:lnTo>
                  <a:lnTo>
                    <a:pt x="1710" y="508"/>
                  </a:lnTo>
                  <a:lnTo>
                    <a:pt x="1667" y="505"/>
                  </a:lnTo>
                  <a:lnTo>
                    <a:pt x="1626" y="498"/>
                  </a:lnTo>
                  <a:lnTo>
                    <a:pt x="1586" y="489"/>
                  </a:lnTo>
                  <a:lnTo>
                    <a:pt x="1548" y="479"/>
                  </a:lnTo>
                  <a:lnTo>
                    <a:pt x="1512" y="466"/>
                  </a:lnTo>
                  <a:lnTo>
                    <a:pt x="1479" y="451"/>
                  </a:lnTo>
                  <a:lnTo>
                    <a:pt x="1449" y="434"/>
                  </a:lnTo>
                  <a:lnTo>
                    <a:pt x="1421" y="417"/>
                  </a:lnTo>
                  <a:lnTo>
                    <a:pt x="1395" y="397"/>
                  </a:lnTo>
                  <a:lnTo>
                    <a:pt x="1374" y="376"/>
                  </a:lnTo>
                  <a:lnTo>
                    <a:pt x="1355" y="353"/>
                  </a:lnTo>
                  <a:lnTo>
                    <a:pt x="1341" y="330"/>
                  </a:lnTo>
                  <a:lnTo>
                    <a:pt x="1331" y="305"/>
                  </a:lnTo>
                  <a:lnTo>
                    <a:pt x="1324" y="281"/>
                  </a:lnTo>
                  <a:lnTo>
                    <a:pt x="1321" y="255"/>
                  </a:lnTo>
                  <a:lnTo>
                    <a:pt x="1324" y="229"/>
                  </a:lnTo>
                  <a:lnTo>
                    <a:pt x="1331" y="203"/>
                  </a:lnTo>
                  <a:lnTo>
                    <a:pt x="1341" y="179"/>
                  </a:lnTo>
                  <a:lnTo>
                    <a:pt x="1355" y="155"/>
                  </a:lnTo>
                  <a:lnTo>
                    <a:pt x="1374" y="133"/>
                  </a:lnTo>
                  <a:lnTo>
                    <a:pt x="1395" y="113"/>
                  </a:lnTo>
                  <a:lnTo>
                    <a:pt x="1421" y="93"/>
                  </a:lnTo>
                  <a:lnTo>
                    <a:pt x="1449" y="74"/>
                  </a:lnTo>
                  <a:lnTo>
                    <a:pt x="1479" y="59"/>
                  </a:lnTo>
                  <a:lnTo>
                    <a:pt x="1512" y="44"/>
                  </a:lnTo>
                  <a:lnTo>
                    <a:pt x="1548" y="31"/>
                  </a:lnTo>
                  <a:lnTo>
                    <a:pt x="1586" y="20"/>
                  </a:lnTo>
                  <a:lnTo>
                    <a:pt x="1626" y="12"/>
                  </a:lnTo>
                  <a:lnTo>
                    <a:pt x="1667" y="5"/>
                  </a:lnTo>
                  <a:lnTo>
                    <a:pt x="1710" y="2"/>
                  </a:lnTo>
                  <a:lnTo>
                    <a:pt x="1754" y="0"/>
                  </a:lnTo>
                  <a:close/>
                  <a:moveTo>
                    <a:pt x="239" y="786"/>
                  </a:moveTo>
                  <a:lnTo>
                    <a:pt x="263" y="788"/>
                  </a:lnTo>
                  <a:lnTo>
                    <a:pt x="287" y="794"/>
                  </a:lnTo>
                  <a:lnTo>
                    <a:pt x="309" y="805"/>
                  </a:lnTo>
                  <a:lnTo>
                    <a:pt x="331" y="819"/>
                  </a:lnTo>
                  <a:lnTo>
                    <a:pt x="352" y="836"/>
                  </a:lnTo>
                  <a:lnTo>
                    <a:pt x="372" y="857"/>
                  </a:lnTo>
                  <a:lnTo>
                    <a:pt x="390" y="882"/>
                  </a:lnTo>
                  <a:lnTo>
                    <a:pt x="407" y="909"/>
                  </a:lnTo>
                  <a:lnTo>
                    <a:pt x="423" y="940"/>
                  </a:lnTo>
                  <a:lnTo>
                    <a:pt x="437" y="971"/>
                  </a:lnTo>
                  <a:lnTo>
                    <a:pt x="448" y="1006"/>
                  </a:lnTo>
                  <a:lnTo>
                    <a:pt x="459" y="1043"/>
                  </a:lnTo>
                  <a:lnTo>
                    <a:pt x="467" y="1081"/>
                  </a:lnTo>
                  <a:lnTo>
                    <a:pt x="473" y="1121"/>
                  </a:lnTo>
                  <a:lnTo>
                    <a:pt x="476" y="1163"/>
                  </a:lnTo>
                  <a:lnTo>
                    <a:pt x="478" y="1206"/>
                  </a:lnTo>
                  <a:lnTo>
                    <a:pt x="476" y="1248"/>
                  </a:lnTo>
                  <a:lnTo>
                    <a:pt x="473" y="1290"/>
                  </a:lnTo>
                  <a:lnTo>
                    <a:pt x="467" y="1330"/>
                  </a:lnTo>
                  <a:lnTo>
                    <a:pt x="459" y="1367"/>
                  </a:lnTo>
                  <a:lnTo>
                    <a:pt x="448" y="1405"/>
                  </a:lnTo>
                  <a:lnTo>
                    <a:pt x="437" y="1439"/>
                  </a:lnTo>
                  <a:lnTo>
                    <a:pt x="423" y="1472"/>
                  </a:lnTo>
                  <a:lnTo>
                    <a:pt x="407" y="1501"/>
                  </a:lnTo>
                  <a:lnTo>
                    <a:pt x="390" y="1528"/>
                  </a:lnTo>
                  <a:lnTo>
                    <a:pt x="372" y="1553"/>
                  </a:lnTo>
                  <a:lnTo>
                    <a:pt x="352" y="1574"/>
                  </a:lnTo>
                  <a:lnTo>
                    <a:pt x="331" y="1591"/>
                  </a:lnTo>
                  <a:lnTo>
                    <a:pt x="309" y="1605"/>
                  </a:lnTo>
                  <a:lnTo>
                    <a:pt x="287" y="1616"/>
                  </a:lnTo>
                  <a:lnTo>
                    <a:pt x="263" y="1622"/>
                  </a:lnTo>
                  <a:lnTo>
                    <a:pt x="239" y="1624"/>
                  </a:lnTo>
                  <a:lnTo>
                    <a:pt x="214" y="1622"/>
                  </a:lnTo>
                  <a:lnTo>
                    <a:pt x="191" y="1616"/>
                  </a:lnTo>
                  <a:lnTo>
                    <a:pt x="168" y="1605"/>
                  </a:lnTo>
                  <a:lnTo>
                    <a:pt x="146" y="1591"/>
                  </a:lnTo>
                  <a:lnTo>
                    <a:pt x="125" y="1574"/>
                  </a:lnTo>
                  <a:lnTo>
                    <a:pt x="105" y="1553"/>
                  </a:lnTo>
                  <a:lnTo>
                    <a:pt x="87" y="1528"/>
                  </a:lnTo>
                  <a:lnTo>
                    <a:pt x="70" y="1501"/>
                  </a:lnTo>
                  <a:lnTo>
                    <a:pt x="55" y="1472"/>
                  </a:lnTo>
                  <a:lnTo>
                    <a:pt x="41" y="1439"/>
                  </a:lnTo>
                  <a:lnTo>
                    <a:pt x="29" y="1405"/>
                  </a:lnTo>
                  <a:lnTo>
                    <a:pt x="18" y="1367"/>
                  </a:lnTo>
                  <a:lnTo>
                    <a:pt x="10" y="1330"/>
                  </a:lnTo>
                  <a:lnTo>
                    <a:pt x="4" y="1290"/>
                  </a:lnTo>
                  <a:lnTo>
                    <a:pt x="1" y="1248"/>
                  </a:lnTo>
                  <a:lnTo>
                    <a:pt x="0" y="1206"/>
                  </a:lnTo>
                  <a:lnTo>
                    <a:pt x="1" y="1163"/>
                  </a:lnTo>
                  <a:lnTo>
                    <a:pt x="4" y="1121"/>
                  </a:lnTo>
                  <a:lnTo>
                    <a:pt x="10" y="1081"/>
                  </a:lnTo>
                  <a:lnTo>
                    <a:pt x="18" y="1043"/>
                  </a:lnTo>
                  <a:lnTo>
                    <a:pt x="29" y="1006"/>
                  </a:lnTo>
                  <a:lnTo>
                    <a:pt x="41" y="971"/>
                  </a:lnTo>
                  <a:lnTo>
                    <a:pt x="55" y="940"/>
                  </a:lnTo>
                  <a:lnTo>
                    <a:pt x="70" y="909"/>
                  </a:lnTo>
                  <a:lnTo>
                    <a:pt x="87" y="882"/>
                  </a:lnTo>
                  <a:lnTo>
                    <a:pt x="105" y="857"/>
                  </a:lnTo>
                  <a:lnTo>
                    <a:pt x="125" y="836"/>
                  </a:lnTo>
                  <a:lnTo>
                    <a:pt x="146" y="819"/>
                  </a:lnTo>
                  <a:lnTo>
                    <a:pt x="168" y="805"/>
                  </a:lnTo>
                  <a:lnTo>
                    <a:pt x="191" y="794"/>
                  </a:lnTo>
                  <a:lnTo>
                    <a:pt x="214" y="788"/>
                  </a:lnTo>
                  <a:lnTo>
                    <a:pt x="239" y="786"/>
                  </a:lnTo>
                  <a:close/>
                  <a:moveTo>
                    <a:pt x="1119" y="2495"/>
                  </a:moveTo>
                  <a:lnTo>
                    <a:pt x="1143" y="2498"/>
                  </a:lnTo>
                  <a:lnTo>
                    <a:pt x="1167" y="2504"/>
                  </a:lnTo>
                  <a:lnTo>
                    <a:pt x="1190" y="2514"/>
                  </a:lnTo>
                  <a:lnTo>
                    <a:pt x="1211" y="2528"/>
                  </a:lnTo>
                  <a:lnTo>
                    <a:pt x="1232" y="2546"/>
                  </a:lnTo>
                  <a:lnTo>
                    <a:pt x="1252" y="2567"/>
                  </a:lnTo>
                  <a:lnTo>
                    <a:pt x="1271" y="2592"/>
                  </a:lnTo>
                  <a:lnTo>
                    <a:pt x="1288" y="2618"/>
                  </a:lnTo>
                  <a:lnTo>
                    <a:pt x="1304" y="2648"/>
                  </a:lnTo>
                  <a:lnTo>
                    <a:pt x="1318" y="2681"/>
                  </a:lnTo>
                  <a:lnTo>
                    <a:pt x="1329" y="2715"/>
                  </a:lnTo>
                  <a:lnTo>
                    <a:pt x="1340" y="2752"/>
                  </a:lnTo>
                  <a:lnTo>
                    <a:pt x="1348" y="2790"/>
                  </a:lnTo>
                  <a:lnTo>
                    <a:pt x="1354" y="2830"/>
                  </a:lnTo>
                  <a:lnTo>
                    <a:pt x="1358" y="2872"/>
                  </a:lnTo>
                  <a:lnTo>
                    <a:pt x="1359" y="2914"/>
                  </a:lnTo>
                  <a:lnTo>
                    <a:pt x="1358" y="2956"/>
                  </a:lnTo>
                  <a:lnTo>
                    <a:pt x="1354" y="2998"/>
                  </a:lnTo>
                  <a:lnTo>
                    <a:pt x="1348" y="3038"/>
                  </a:lnTo>
                  <a:lnTo>
                    <a:pt x="1340" y="3077"/>
                  </a:lnTo>
                  <a:lnTo>
                    <a:pt x="1329" y="3113"/>
                  </a:lnTo>
                  <a:lnTo>
                    <a:pt x="1318" y="3147"/>
                  </a:lnTo>
                  <a:lnTo>
                    <a:pt x="1304" y="3180"/>
                  </a:lnTo>
                  <a:lnTo>
                    <a:pt x="1288" y="3209"/>
                  </a:lnTo>
                  <a:lnTo>
                    <a:pt x="1271" y="3238"/>
                  </a:lnTo>
                  <a:lnTo>
                    <a:pt x="1252" y="3261"/>
                  </a:lnTo>
                  <a:lnTo>
                    <a:pt x="1232" y="3282"/>
                  </a:lnTo>
                  <a:lnTo>
                    <a:pt x="1211" y="3301"/>
                  </a:lnTo>
                  <a:lnTo>
                    <a:pt x="1190" y="3315"/>
                  </a:lnTo>
                  <a:lnTo>
                    <a:pt x="1167" y="3325"/>
                  </a:lnTo>
                  <a:lnTo>
                    <a:pt x="1143" y="3331"/>
                  </a:lnTo>
                  <a:lnTo>
                    <a:pt x="1119" y="3334"/>
                  </a:lnTo>
                  <a:lnTo>
                    <a:pt x="1094" y="3331"/>
                  </a:lnTo>
                  <a:lnTo>
                    <a:pt x="1070" y="3325"/>
                  </a:lnTo>
                  <a:lnTo>
                    <a:pt x="1048" y="3315"/>
                  </a:lnTo>
                  <a:lnTo>
                    <a:pt x="1026" y="3301"/>
                  </a:lnTo>
                  <a:lnTo>
                    <a:pt x="1005" y="3282"/>
                  </a:lnTo>
                  <a:lnTo>
                    <a:pt x="985" y="3261"/>
                  </a:lnTo>
                  <a:lnTo>
                    <a:pt x="967" y="3238"/>
                  </a:lnTo>
                  <a:lnTo>
                    <a:pt x="950" y="3209"/>
                  </a:lnTo>
                  <a:lnTo>
                    <a:pt x="935" y="3180"/>
                  </a:lnTo>
                  <a:lnTo>
                    <a:pt x="921" y="3147"/>
                  </a:lnTo>
                  <a:lnTo>
                    <a:pt x="909" y="3113"/>
                  </a:lnTo>
                  <a:lnTo>
                    <a:pt x="898" y="3077"/>
                  </a:lnTo>
                  <a:lnTo>
                    <a:pt x="890" y="3038"/>
                  </a:lnTo>
                  <a:lnTo>
                    <a:pt x="884" y="2998"/>
                  </a:lnTo>
                  <a:lnTo>
                    <a:pt x="881" y="2956"/>
                  </a:lnTo>
                  <a:lnTo>
                    <a:pt x="880" y="2914"/>
                  </a:lnTo>
                  <a:lnTo>
                    <a:pt x="881" y="2872"/>
                  </a:lnTo>
                  <a:lnTo>
                    <a:pt x="884" y="2830"/>
                  </a:lnTo>
                  <a:lnTo>
                    <a:pt x="890" y="2790"/>
                  </a:lnTo>
                  <a:lnTo>
                    <a:pt x="898" y="2752"/>
                  </a:lnTo>
                  <a:lnTo>
                    <a:pt x="909" y="2715"/>
                  </a:lnTo>
                  <a:lnTo>
                    <a:pt x="921" y="2681"/>
                  </a:lnTo>
                  <a:lnTo>
                    <a:pt x="935" y="2648"/>
                  </a:lnTo>
                  <a:lnTo>
                    <a:pt x="950" y="2618"/>
                  </a:lnTo>
                  <a:lnTo>
                    <a:pt x="967" y="2592"/>
                  </a:lnTo>
                  <a:lnTo>
                    <a:pt x="985" y="2567"/>
                  </a:lnTo>
                  <a:lnTo>
                    <a:pt x="1005" y="2546"/>
                  </a:lnTo>
                  <a:lnTo>
                    <a:pt x="1026" y="2528"/>
                  </a:lnTo>
                  <a:lnTo>
                    <a:pt x="1048" y="2514"/>
                  </a:lnTo>
                  <a:lnTo>
                    <a:pt x="1070" y="2504"/>
                  </a:lnTo>
                  <a:lnTo>
                    <a:pt x="1094" y="2498"/>
                  </a:lnTo>
                  <a:lnTo>
                    <a:pt x="1119" y="2495"/>
                  </a:lnTo>
                  <a:close/>
                  <a:moveTo>
                    <a:pt x="2380" y="2651"/>
                  </a:moveTo>
                  <a:lnTo>
                    <a:pt x="2405" y="2654"/>
                  </a:lnTo>
                  <a:lnTo>
                    <a:pt x="2428" y="2660"/>
                  </a:lnTo>
                  <a:lnTo>
                    <a:pt x="2452" y="2670"/>
                  </a:lnTo>
                  <a:lnTo>
                    <a:pt x="2473" y="2684"/>
                  </a:lnTo>
                  <a:lnTo>
                    <a:pt x="2494" y="2703"/>
                  </a:lnTo>
                  <a:lnTo>
                    <a:pt x="2514" y="2724"/>
                  </a:lnTo>
                  <a:lnTo>
                    <a:pt x="2533" y="2747"/>
                  </a:lnTo>
                  <a:lnTo>
                    <a:pt x="2550" y="2774"/>
                  </a:lnTo>
                  <a:lnTo>
                    <a:pt x="2565" y="2805"/>
                  </a:lnTo>
                  <a:lnTo>
                    <a:pt x="2580" y="2838"/>
                  </a:lnTo>
                  <a:lnTo>
                    <a:pt x="2591" y="2872"/>
                  </a:lnTo>
                  <a:lnTo>
                    <a:pt x="2602" y="2908"/>
                  </a:lnTo>
                  <a:lnTo>
                    <a:pt x="2610" y="2947"/>
                  </a:lnTo>
                  <a:lnTo>
                    <a:pt x="2616" y="2987"/>
                  </a:lnTo>
                  <a:lnTo>
                    <a:pt x="2619" y="3029"/>
                  </a:lnTo>
                  <a:lnTo>
                    <a:pt x="2621" y="3071"/>
                  </a:lnTo>
                  <a:lnTo>
                    <a:pt x="2619" y="3113"/>
                  </a:lnTo>
                  <a:lnTo>
                    <a:pt x="2616" y="3155"/>
                  </a:lnTo>
                  <a:lnTo>
                    <a:pt x="2610" y="3195"/>
                  </a:lnTo>
                  <a:lnTo>
                    <a:pt x="2602" y="3233"/>
                  </a:lnTo>
                  <a:lnTo>
                    <a:pt x="2591" y="3270"/>
                  </a:lnTo>
                  <a:lnTo>
                    <a:pt x="2580" y="3304"/>
                  </a:lnTo>
                  <a:lnTo>
                    <a:pt x="2565" y="3337"/>
                  </a:lnTo>
                  <a:lnTo>
                    <a:pt x="2550" y="3367"/>
                  </a:lnTo>
                  <a:lnTo>
                    <a:pt x="2533" y="3393"/>
                  </a:lnTo>
                  <a:lnTo>
                    <a:pt x="2514" y="3418"/>
                  </a:lnTo>
                  <a:lnTo>
                    <a:pt x="2494" y="3439"/>
                  </a:lnTo>
                  <a:lnTo>
                    <a:pt x="2473" y="3457"/>
                  </a:lnTo>
                  <a:lnTo>
                    <a:pt x="2452" y="3471"/>
                  </a:lnTo>
                  <a:lnTo>
                    <a:pt x="2428" y="3481"/>
                  </a:lnTo>
                  <a:lnTo>
                    <a:pt x="2405" y="3487"/>
                  </a:lnTo>
                  <a:lnTo>
                    <a:pt x="2380" y="3490"/>
                  </a:lnTo>
                  <a:lnTo>
                    <a:pt x="2356" y="3487"/>
                  </a:lnTo>
                  <a:lnTo>
                    <a:pt x="2332" y="3481"/>
                  </a:lnTo>
                  <a:lnTo>
                    <a:pt x="2310" y="3471"/>
                  </a:lnTo>
                  <a:lnTo>
                    <a:pt x="2288" y="3457"/>
                  </a:lnTo>
                  <a:lnTo>
                    <a:pt x="2267" y="3439"/>
                  </a:lnTo>
                  <a:lnTo>
                    <a:pt x="2248" y="3418"/>
                  </a:lnTo>
                  <a:lnTo>
                    <a:pt x="2229" y="3393"/>
                  </a:lnTo>
                  <a:lnTo>
                    <a:pt x="2212" y="3367"/>
                  </a:lnTo>
                  <a:lnTo>
                    <a:pt x="2196" y="3337"/>
                  </a:lnTo>
                  <a:lnTo>
                    <a:pt x="2182" y="3304"/>
                  </a:lnTo>
                  <a:lnTo>
                    <a:pt x="2171" y="3270"/>
                  </a:lnTo>
                  <a:lnTo>
                    <a:pt x="2160" y="3233"/>
                  </a:lnTo>
                  <a:lnTo>
                    <a:pt x="2152" y="3195"/>
                  </a:lnTo>
                  <a:lnTo>
                    <a:pt x="2146" y="3155"/>
                  </a:lnTo>
                  <a:lnTo>
                    <a:pt x="2142" y="3113"/>
                  </a:lnTo>
                  <a:lnTo>
                    <a:pt x="2141" y="3071"/>
                  </a:lnTo>
                  <a:lnTo>
                    <a:pt x="2142" y="3029"/>
                  </a:lnTo>
                  <a:lnTo>
                    <a:pt x="2146" y="2987"/>
                  </a:lnTo>
                  <a:lnTo>
                    <a:pt x="2152" y="2947"/>
                  </a:lnTo>
                  <a:lnTo>
                    <a:pt x="2160" y="2908"/>
                  </a:lnTo>
                  <a:lnTo>
                    <a:pt x="2171" y="2872"/>
                  </a:lnTo>
                  <a:lnTo>
                    <a:pt x="2182" y="2838"/>
                  </a:lnTo>
                  <a:lnTo>
                    <a:pt x="2196" y="2805"/>
                  </a:lnTo>
                  <a:lnTo>
                    <a:pt x="2212" y="2774"/>
                  </a:lnTo>
                  <a:lnTo>
                    <a:pt x="2229" y="2747"/>
                  </a:lnTo>
                  <a:lnTo>
                    <a:pt x="2248" y="2724"/>
                  </a:lnTo>
                  <a:lnTo>
                    <a:pt x="2267" y="2703"/>
                  </a:lnTo>
                  <a:lnTo>
                    <a:pt x="2288" y="2684"/>
                  </a:lnTo>
                  <a:lnTo>
                    <a:pt x="2310" y="2670"/>
                  </a:lnTo>
                  <a:lnTo>
                    <a:pt x="2332" y="2660"/>
                  </a:lnTo>
                  <a:lnTo>
                    <a:pt x="2356" y="2654"/>
                  </a:lnTo>
                  <a:lnTo>
                    <a:pt x="2380" y="2651"/>
                  </a:lnTo>
                  <a:close/>
                  <a:moveTo>
                    <a:pt x="2342" y="1355"/>
                  </a:moveTo>
                  <a:lnTo>
                    <a:pt x="2366" y="1357"/>
                  </a:lnTo>
                  <a:lnTo>
                    <a:pt x="2390" y="1363"/>
                  </a:lnTo>
                  <a:lnTo>
                    <a:pt x="2412" y="1373"/>
                  </a:lnTo>
                  <a:lnTo>
                    <a:pt x="2434" y="1387"/>
                  </a:lnTo>
                  <a:lnTo>
                    <a:pt x="2455" y="1405"/>
                  </a:lnTo>
                  <a:lnTo>
                    <a:pt x="2475" y="1426"/>
                  </a:lnTo>
                  <a:lnTo>
                    <a:pt x="2493" y="1451"/>
                  </a:lnTo>
                  <a:lnTo>
                    <a:pt x="2510" y="1478"/>
                  </a:lnTo>
                  <a:lnTo>
                    <a:pt x="2526" y="1507"/>
                  </a:lnTo>
                  <a:lnTo>
                    <a:pt x="2540" y="1540"/>
                  </a:lnTo>
                  <a:lnTo>
                    <a:pt x="2551" y="1574"/>
                  </a:lnTo>
                  <a:lnTo>
                    <a:pt x="2562" y="1611"/>
                  </a:lnTo>
                  <a:lnTo>
                    <a:pt x="2570" y="1649"/>
                  </a:lnTo>
                  <a:lnTo>
                    <a:pt x="2576" y="1689"/>
                  </a:lnTo>
                  <a:lnTo>
                    <a:pt x="2580" y="1731"/>
                  </a:lnTo>
                  <a:lnTo>
                    <a:pt x="2581" y="1773"/>
                  </a:lnTo>
                  <a:lnTo>
                    <a:pt x="2580" y="1815"/>
                  </a:lnTo>
                  <a:lnTo>
                    <a:pt x="2576" y="1858"/>
                  </a:lnTo>
                  <a:lnTo>
                    <a:pt x="2570" y="1897"/>
                  </a:lnTo>
                  <a:lnTo>
                    <a:pt x="2562" y="1936"/>
                  </a:lnTo>
                  <a:lnTo>
                    <a:pt x="2551" y="1972"/>
                  </a:lnTo>
                  <a:lnTo>
                    <a:pt x="2540" y="2008"/>
                  </a:lnTo>
                  <a:lnTo>
                    <a:pt x="2526" y="2039"/>
                  </a:lnTo>
                  <a:lnTo>
                    <a:pt x="2510" y="2070"/>
                  </a:lnTo>
                  <a:lnTo>
                    <a:pt x="2493" y="2097"/>
                  </a:lnTo>
                  <a:lnTo>
                    <a:pt x="2475" y="2121"/>
                  </a:lnTo>
                  <a:lnTo>
                    <a:pt x="2455" y="2142"/>
                  </a:lnTo>
                  <a:lnTo>
                    <a:pt x="2434" y="2160"/>
                  </a:lnTo>
                  <a:lnTo>
                    <a:pt x="2412" y="2174"/>
                  </a:lnTo>
                  <a:lnTo>
                    <a:pt x="2390" y="2185"/>
                  </a:lnTo>
                  <a:lnTo>
                    <a:pt x="2366" y="2191"/>
                  </a:lnTo>
                  <a:lnTo>
                    <a:pt x="2342" y="2193"/>
                  </a:lnTo>
                  <a:lnTo>
                    <a:pt x="2317" y="2191"/>
                  </a:lnTo>
                  <a:lnTo>
                    <a:pt x="2294" y="2185"/>
                  </a:lnTo>
                  <a:lnTo>
                    <a:pt x="2270" y="2174"/>
                  </a:lnTo>
                  <a:lnTo>
                    <a:pt x="2249" y="2160"/>
                  </a:lnTo>
                  <a:lnTo>
                    <a:pt x="2228" y="2142"/>
                  </a:lnTo>
                  <a:lnTo>
                    <a:pt x="2208" y="2121"/>
                  </a:lnTo>
                  <a:lnTo>
                    <a:pt x="2189" y="2097"/>
                  </a:lnTo>
                  <a:lnTo>
                    <a:pt x="2173" y="2070"/>
                  </a:lnTo>
                  <a:lnTo>
                    <a:pt x="2157" y="2039"/>
                  </a:lnTo>
                  <a:lnTo>
                    <a:pt x="2142" y="2008"/>
                  </a:lnTo>
                  <a:lnTo>
                    <a:pt x="2131" y="1972"/>
                  </a:lnTo>
                  <a:lnTo>
                    <a:pt x="2120" y="1936"/>
                  </a:lnTo>
                  <a:lnTo>
                    <a:pt x="2112" y="1897"/>
                  </a:lnTo>
                  <a:lnTo>
                    <a:pt x="2106" y="1858"/>
                  </a:lnTo>
                  <a:lnTo>
                    <a:pt x="2103" y="1815"/>
                  </a:lnTo>
                  <a:lnTo>
                    <a:pt x="2101" y="1773"/>
                  </a:lnTo>
                  <a:lnTo>
                    <a:pt x="2103" y="1731"/>
                  </a:lnTo>
                  <a:lnTo>
                    <a:pt x="2106" y="1689"/>
                  </a:lnTo>
                  <a:lnTo>
                    <a:pt x="2112" y="1649"/>
                  </a:lnTo>
                  <a:lnTo>
                    <a:pt x="2120" y="1611"/>
                  </a:lnTo>
                  <a:lnTo>
                    <a:pt x="2131" y="1574"/>
                  </a:lnTo>
                  <a:lnTo>
                    <a:pt x="2142" y="1540"/>
                  </a:lnTo>
                  <a:lnTo>
                    <a:pt x="2157" y="1507"/>
                  </a:lnTo>
                  <a:lnTo>
                    <a:pt x="2173" y="1478"/>
                  </a:lnTo>
                  <a:lnTo>
                    <a:pt x="2189" y="1451"/>
                  </a:lnTo>
                  <a:lnTo>
                    <a:pt x="2208" y="1426"/>
                  </a:lnTo>
                  <a:lnTo>
                    <a:pt x="2228" y="1405"/>
                  </a:lnTo>
                  <a:lnTo>
                    <a:pt x="2249" y="1387"/>
                  </a:lnTo>
                  <a:lnTo>
                    <a:pt x="2270" y="1373"/>
                  </a:lnTo>
                  <a:lnTo>
                    <a:pt x="2294" y="1363"/>
                  </a:lnTo>
                  <a:lnTo>
                    <a:pt x="2317" y="1357"/>
                  </a:lnTo>
                  <a:lnTo>
                    <a:pt x="2342" y="1355"/>
                  </a:lnTo>
                  <a:close/>
                  <a:moveTo>
                    <a:pt x="3179" y="819"/>
                  </a:moveTo>
                  <a:lnTo>
                    <a:pt x="3204" y="821"/>
                  </a:lnTo>
                  <a:lnTo>
                    <a:pt x="3227" y="827"/>
                  </a:lnTo>
                  <a:lnTo>
                    <a:pt x="3250" y="838"/>
                  </a:lnTo>
                  <a:lnTo>
                    <a:pt x="3272" y="852"/>
                  </a:lnTo>
                  <a:lnTo>
                    <a:pt x="3293" y="869"/>
                  </a:lnTo>
                  <a:lnTo>
                    <a:pt x="3312" y="890"/>
                  </a:lnTo>
                  <a:lnTo>
                    <a:pt x="3331" y="915"/>
                  </a:lnTo>
                  <a:lnTo>
                    <a:pt x="3348" y="942"/>
                  </a:lnTo>
                  <a:lnTo>
                    <a:pt x="3363" y="971"/>
                  </a:lnTo>
                  <a:lnTo>
                    <a:pt x="3377" y="1004"/>
                  </a:lnTo>
                  <a:lnTo>
                    <a:pt x="3389" y="1038"/>
                  </a:lnTo>
                  <a:lnTo>
                    <a:pt x="3400" y="1076"/>
                  </a:lnTo>
                  <a:lnTo>
                    <a:pt x="3408" y="1113"/>
                  </a:lnTo>
                  <a:lnTo>
                    <a:pt x="3414" y="1153"/>
                  </a:lnTo>
                  <a:lnTo>
                    <a:pt x="3417" y="1195"/>
                  </a:lnTo>
                  <a:lnTo>
                    <a:pt x="3418" y="1237"/>
                  </a:lnTo>
                  <a:lnTo>
                    <a:pt x="3417" y="1280"/>
                  </a:lnTo>
                  <a:lnTo>
                    <a:pt x="3414" y="1322"/>
                  </a:lnTo>
                  <a:lnTo>
                    <a:pt x="3408" y="1362"/>
                  </a:lnTo>
                  <a:lnTo>
                    <a:pt x="3400" y="1399"/>
                  </a:lnTo>
                  <a:lnTo>
                    <a:pt x="3389" y="1437"/>
                  </a:lnTo>
                  <a:lnTo>
                    <a:pt x="3377" y="1471"/>
                  </a:lnTo>
                  <a:lnTo>
                    <a:pt x="3363" y="1503"/>
                  </a:lnTo>
                  <a:lnTo>
                    <a:pt x="3348" y="1533"/>
                  </a:lnTo>
                  <a:lnTo>
                    <a:pt x="3331" y="1560"/>
                  </a:lnTo>
                  <a:lnTo>
                    <a:pt x="3312" y="1584"/>
                  </a:lnTo>
                  <a:lnTo>
                    <a:pt x="3293" y="1605"/>
                  </a:lnTo>
                  <a:lnTo>
                    <a:pt x="3272" y="1623"/>
                  </a:lnTo>
                  <a:lnTo>
                    <a:pt x="3250" y="1637"/>
                  </a:lnTo>
                  <a:lnTo>
                    <a:pt x="3227" y="1648"/>
                  </a:lnTo>
                  <a:lnTo>
                    <a:pt x="3204" y="1654"/>
                  </a:lnTo>
                  <a:lnTo>
                    <a:pt x="3179" y="1656"/>
                  </a:lnTo>
                  <a:lnTo>
                    <a:pt x="3155" y="1654"/>
                  </a:lnTo>
                  <a:lnTo>
                    <a:pt x="3131" y="1648"/>
                  </a:lnTo>
                  <a:lnTo>
                    <a:pt x="3108" y="1637"/>
                  </a:lnTo>
                  <a:lnTo>
                    <a:pt x="3087" y="1623"/>
                  </a:lnTo>
                  <a:lnTo>
                    <a:pt x="3066" y="1605"/>
                  </a:lnTo>
                  <a:lnTo>
                    <a:pt x="3046" y="1584"/>
                  </a:lnTo>
                  <a:lnTo>
                    <a:pt x="3027" y="1560"/>
                  </a:lnTo>
                  <a:lnTo>
                    <a:pt x="3011" y="1533"/>
                  </a:lnTo>
                  <a:lnTo>
                    <a:pt x="2994" y="1503"/>
                  </a:lnTo>
                  <a:lnTo>
                    <a:pt x="2980" y="1471"/>
                  </a:lnTo>
                  <a:lnTo>
                    <a:pt x="2968" y="1437"/>
                  </a:lnTo>
                  <a:lnTo>
                    <a:pt x="2958" y="1399"/>
                  </a:lnTo>
                  <a:lnTo>
                    <a:pt x="2950" y="1362"/>
                  </a:lnTo>
                  <a:lnTo>
                    <a:pt x="2944" y="1322"/>
                  </a:lnTo>
                  <a:lnTo>
                    <a:pt x="2940" y="1280"/>
                  </a:lnTo>
                  <a:lnTo>
                    <a:pt x="2939" y="1237"/>
                  </a:lnTo>
                  <a:lnTo>
                    <a:pt x="2940" y="1195"/>
                  </a:lnTo>
                  <a:lnTo>
                    <a:pt x="2944" y="1153"/>
                  </a:lnTo>
                  <a:lnTo>
                    <a:pt x="2950" y="1113"/>
                  </a:lnTo>
                  <a:lnTo>
                    <a:pt x="2958" y="1076"/>
                  </a:lnTo>
                  <a:lnTo>
                    <a:pt x="2968" y="1038"/>
                  </a:lnTo>
                  <a:lnTo>
                    <a:pt x="2980" y="1004"/>
                  </a:lnTo>
                  <a:lnTo>
                    <a:pt x="2994" y="971"/>
                  </a:lnTo>
                  <a:lnTo>
                    <a:pt x="3011" y="942"/>
                  </a:lnTo>
                  <a:lnTo>
                    <a:pt x="3027" y="915"/>
                  </a:lnTo>
                  <a:lnTo>
                    <a:pt x="3046" y="890"/>
                  </a:lnTo>
                  <a:lnTo>
                    <a:pt x="3066" y="869"/>
                  </a:lnTo>
                  <a:lnTo>
                    <a:pt x="3087" y="852"/>
                  </a:lnTo>
                  <a:lnTo>
                    <a:pt x="3108" y="838"/>
                  </a:lnTo>
                  <a:lnTo>
                    <a:pt x="3131" y="827"/>
                  </a:lnTo>
                  <a:lnTo>
                    <a:pt x="3155" y="821"/>
                  </a:lnTo>
                  <a:lnTo>
                    <a:pt x="3179" y="819"/>
                  </a:lnTo>
                  <a:close/>
                  <a:moveTo>
                    <a:pt x="3246" y="2144"/>
                  </a:moveTo>
                  <a:lnTo>
                    <a:pt x="3271" y="2146"/>
                  </a:lnTo>
                  <a:lnTo>
                    <a:pt x="3294" y="2152"/>
                  </a:lnTo>
                  <a:lnTo>
                    <a:pt x="3316" y="2162"/>
                  </a:lnTo>
                  <a:lnTo>
                    <a:pt x="3339" y="2176"/>
                  </a:lnTo>
                  <a:lnTo>
                    <a:pt x="3360" y="2194"/>
                  </a:lnTo>
                  <a:lnTo>
                    <a:pt x="3380" y="2215"/>
                  </a:lnTo>
                  <a:lnTo>
                    <a:pt x="3397" y="2240"/>
                  </a:lnTo>
                  <a:lnTo>
                    <a:pt x="3415" y="2267"/>
                  </a:lnTo>
                  <a:lnTo>
                    <a:pt x="3430" y="2296"/>
                  </a:lnTo>
                  <a:lnTo>
                    <a:pt x="3444" y="2329"/>
                  </a:lnTo>
                  <a:lnTo>
                    <a:pt x="3456" y="2363"/>
                  </a:lnTo>
                  <a:lnTo>
                    <a:pt x="3466" y="2400"/>
                  </a:lnTo>
                  <a:lnTo>
                    <a:pt x="3475" y="2438"/>
                  </a:lnTo>
                  <a:lnTo>
                    <a:pt x="3480" y="2478"/>
                  </a:lnTo>
                  <a:lnTo>
                    <a:pt x="3484" y="2520"/>
                  </a:lnTo>
                  <a:lnTo>
                    <a:pt x="3485" y="2562"/>
                  </a:lnTo>
                  <a:lnTo>
                    <a:pt x="3484" y="2604"/>
                  </a:lnTo>
                  <a:lnTo>
                    <a:pt x="3480" y="2647"/>
                  </a:lnTo>
                  <a:lnTo>
                    <a:pt x="3475" y="2686"/>
                  </a:lnTo>
                  <a:lnTo>
                    <a:pt x="3466" y="2725"/>
                  </a:lnTo>
                  <a:lnTo>
                    <a:pt x="3456" y="2762"/>
                  </a:lnTo>
                  <a:lnTo>
                    <a:pt x="3444" y="2796"/>
                  </a:lnTo>
                  <a:lnTo>
                    <a:pt x="3430" y="2828"/>
                  </a:lnTo>
                  <a:lnTo>
                    <a:pt x="3415" y="2858"/>
                  </a:lnTo>
                  <a:lnTo>
                    <a:pt x="3397" y="2886"/>
                  </a:lnTo>
                  <a:lnTo>
                    <a:pt x="3380" y="2909"/>
                  </a:lnTo>
                  <a:lnTo>
                    <a:pt x="3360" y="2930"/>
                  </a:lnTo>
                  <a:lnTo>
                    <a:pt x="3339" y="2949"/>
                  </a:lnTo>
                  <a:lnTo>
                    <a:pt x="3316" y="2963"/>
                  </a:lnTo>
                  <a:lnTo>
                    <a:pt x="3294" y="2974"/>
                  </a:lnTo>
                  <a:lnTo>
                    <a:pt x="3271" y="2980"/>
                  </a:lnTo>
                  <a:lnTo>
                    <a:pt x="3246" y="2982"/>
                  </a:lnTo>
                  <a:lnTo>
                    <a:pt x="3222" y="2980"/>
                  </a:lnTo>
                  <a:lnTo>
                    <a:pt x="3198" y="2974"/>
                  </a:lnTo>
                  <a:lnTo>
                    <a:pt x="3176" y="2963"/>
                  </a:lnTo>
                  <a:lnTo>
                    <a:pt x="3154" y="2949"/>
                  </a:lnTo>
                  <a:lnTo>
                    <a:pt x="3133" y="2930"/>
                  </a:lnTo>
                  <a:lnTo>
                    <a:pt x="3113" y="2909"/>
                  </a:lnTo>
                  <a:lnTo>
                    <a:pt x="3095" y="2886"/>
                  </a:lnTo>
                  <a:lnTo>
                    <a:pt x="3077" y="2858"/>
                  </a:lnTo>
                  <a:lnTo>
                    <a:pt x="3062" y="2828"/>
                  </a:lnTo>
                  <a:lnTo>
                    <a:pt x="3048" y="2796"/>
                  </a:lnTo>
                  <a:lnTo>
                    <a:pt x="3036" y="2762"/>
                  </a:lnTo>
                  <a:lnTo>
                    <a:pt x="3026" y="2725"/>
                  </a:lnTo>
                  <a:lnTo>
                    <a:pt x="3018" y="2686"/>
                  </a:lnTo>
                  <a:lnTo>
                    <a:pt x="3012" y="2647"/>
                  </a:lnTo>
                  <a:lnTo>
                    <a:pt x="3008" y="2604"/>
                  </a:lnTo>
                  <a:lnTo>
                    <a:pt x="3007" y="2562"/>
                  </a:lnTo>
                  <a:lnTo>
                    <a:pt x="3008" y="2520"/>
                  </a:lnTo>
                  <a:lnTo>
                    <a:pt x="3012" y="2478"/>
                  </a:lnTo>
                  <a:lnTo>
                    <a:pt x="3018" y="2438"/>
                  </a:lnTo>
                  <a:lnTo>
                    <a:pt x="3026" y="2400"/>
                  </a:lnTo>
                  <a:lnTo>
                    <a:pt x="3036" y="2363"/>
                  </a:lnTo>
                  <a:lnTo>
                    <a:pt x="3048" y="2329"/>
                  </a:lnTo>
                  <a:lnTo>
                    <a:pt x="3062" y="2296"/>
                  </a:lnTo>
                  <a:lnTo>
                    <a:pt x="3077" y="2267"/>
                  </a:lnTo>
                  <a:lnTo>
                    <a:pt x="3095" y="2240"/>
                  </a:lnTo>
                  <a:lnTo>
                    <a:pt x="3113" y="2215"/>
                  </a:lnTo>
                  <a:lnTo>
                    <a:pt x="3133" y="2194"/>
                  </a:lnTo>
                  <a:lnTo>
                    <a:pt x="3154" y="2176"/>
                  </a:lnTo>
                  <a:lnTo>
                    <a:pt x="3176" y="2162"/>
                  </a:lnTo>
                  <a:lnTo>
                    <a:pt x="3198" y="2152"/>
                  </a:lnTo>
                  <a:lnTo>
                    <a:pt x="3222" y="2146"/>
                  </a:lnTo>
                  <a:lnTo>
                    <a:pt x="3246" y="214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3874" name="Freeform 48"/>
            <p:cNvSpPr>
              <a:spLocks/>
            </p:cNvSpPr>
            <p:nvPr/>
          </p:nvSpPr>
          <p:spPr bwMode="auto">
            <a:xfrm>
              <a:off x="1267" y="1588"/>
              <a:ext cx="87" cy="52"/>
            </a:xfrm>
            <a:custGeom>
              <a:avLst/>
              <a:gdLst>
                <a:gd name="T0" fmla="*/ 3 w 437"/>
                <a:gd name="T1" fmla="*/ 2 h 260"/>
                <a:gd name="T2" fmla="*/ 3 w 437"/>
                <a:gd name="T3" fmla="*/ 2 h 260"/>
                <a:gd name="T4" fmla="*/ 3 w 437"/>
                <a:gd name="T5" fmla="*/ 2 h 260"/>
                <a:gd name="T6" fmla="*/ 3 w 437"/>
                <a:gd name="T7" fmla="*/ 2 h 260"/>
                <a:gd name="T8" fmla="*/ 3 w 437"/>
                <a:gd name="T9" fmla="*/ 1 h 260"/>
                <a:gd name="T10" fmla="*/ 3 w 437"/>
                <a:gd name="T11" fmla="*/ 1 h 260"/>
                <a:gd name="T12" fmla="*/ 3 w 437"/>
                <a:gd name="T13" fmla="*/ 1 h 260"/>
                <a:gd name="T14" fmla="*/ 3 w 437"/>
                <a:gd name="T15" fmla="*/ 1 h 260"/>
                <a:gd name="T16" fmla="*/ 3 w 437"/>
                <a:gd name="T17" fmla="*/ 1 h 260"/>
                <a:gd name="T18" fmla="*/ 2 w 437"/>
                <a:gd name="T19" fmla="*/ 1 h 260"/>
                <a:gd name="T20" fmla="*/ 2 w 437"/>
                <a:gd name="T21" fmla="*/ 0 h 260"/>
                <a:gd name="T22" fmla="*/ 2 w 437"/>
                <a:gd name="T23" fmla="*/ 0 h 260"/>
                <a:gd name="T24" fmla="*/ 2 w 437"/>
                <a:gd name="T25" fmla="*/ 0 h 260"/>
                <a:gd name="T26" fmla="*/ 1 w 437"/>
                <a:gd name="T27" fmla="*/ 0 h 260"/>
                <a:gd name="T28" fmla="*/ 1 w 437"/>
                <a:gd name="T29" fmla="*/ 0 h 260"/>
                <a:gd name="T30" fmla="*/ 1 w 437"/>
                <a:gd name="T31" fmla="*/ 0 h 260"/>
                <a:gd name="T32" fmla="*/ 0 w 437"/>
                <a:gd name="T33" fmla="*/ 0 h 260"/>
                <a:gd name="T34" fmla="*/ 0 w 437"/>
                <a:gd name="T35" fmla="*/ 0 h 260"/>
                <a:gd name="T36" fmla="*/ 0 w 437"/>
                <a:gd name="T37" fmla="*/ 0 h 260"/>
                <a:gd name="T38" fmla="*/ 0 w 437"/>
                <a:gd name="T39" fmla="*/ 0 h 260"/>
                <a:gd name="T40" fmla="*/ 1 w 437"/>
                <a:gd name="T41" fmla="*/ 0 h 260"/>
                <a:gd name="T42" fmla="*/ 1 w 437"/>
                <a:gd name="T43" fmla="*/ 0 h 260"/>
                <a:gd name="T44" fmla="*/ 1 w 437"/>
                <a:gd name="T45" fmla="*/ 0 h 260"/>
                <a:gd name="T46" fmla="*/ 2 w 437"/>
                <a:gd name="T47" fmla="*/ 0 h 260"/>
                <a:gd name="T48" fmla="*/ 2 w 437"/>
                <a:gd name="T49" fmla="*/ 0 h 260"/>
                <a:gd name="T50" fmla="*/ 2 w 437"/>
                <a:gd name="T51" fmla="*/ 1 h 260"/>
                <a:gd name="T52" fmla="*/ 2 w 437"/>
                <a:gd name="T53" fmla="*/ 1 h 260"/>
                <a:gd name="T54" fmla="*/ 3 w 437"/>
                <a:gd name="T55" fmla="*/ 1 h 260"/>
                <a:gd name="T56" fmla="*/ 3 w 437"/>
                <a:gd name="T57" fmla="*/ 1 h 260"/>
                <a:gd name="T58" fmla="*/ 3 w 437"/>
                <a:gd name="T59" fmla="*/ 1 h 260"/>
                <a:gd name="T60" fmla="*/ 3 w 437"/>
                <a:gd name="T61" fmla="*/ 1 h 260"/>
                <a:gd name="T62" fmla="*/ 3 w 437"/>
                <a:gd name="T63" fmla="*/ 1 h 260"/>
                <a:gd name="T64" fmla="*/ 3 w 437"/>
                <a:gd name="T65" fmla="*/ 2 h 260"/>
                <a:gd name="T66" fmla="*/ 3 w 437"/>
                <a:gd name="T67" fmla="*/ 2 h 260"/>
                <a:gd name="T68" fmla="*/ 3 w 437"/>
                <a:gd name="T69" fmla="*/ 2 h 260"/>
                <a:gd name="T70" fmla="*/ 3 w 437"/>
                <a:gd name="T71" fmla="*/ 2 h 260"/>
                <a:gd name="T72" fmla="*/ 3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437" y="260"/>
                  </a:moveTo>
                  <a:lnTo>
                    <a:pt x="437" y="260"/>
                  </a:lnTo>
                  <a:lnTo>
                    <a:pt x="434" y="233"/>
                  </a:lnTo>
                  <a:lnTo>
                    <a:pt x="427" y="206"/>
                  </a:lnTo>
                  <a:lnTo>
                    <a:pt x="417" y="181"/>
                  </a:lnTo>
                  <a:lnTo>
                    <a:pt x="401" y="157"/>
                  </a:lnTo>
                  <a:lnTo>
                    <a:pt x="383" y="133"/>
                  </a:lnTo>
                  <a:lnTo>
                    <a:pt x="360" y="113"/>
                  </a:lnTo>
                  <a:lnTo>
                    <a:pt x="336" y="93"/>
                  </a:lnTo>
                  <a:lnTo>
                    <a:pt x="308" y="73"/>
                  </a:lnTo>
                  <a:lnTo>
                    <a:pt x="276" y="58"/>
                  </a:lnTo>
                  <a:lnTo>
                    <a:pt x="242" y="43"/>
                  </a:lnTo>
                  <a:lnTo>
                    <a:pt x="207" y="30"/>
                  </a:lnTo>
                  <a:lnTo>
                    <a:pt x="168" y="19"/>
                  </a:lnTo>
                  <a:lnTo>
                    <a:pt x="128" y="11"/>
                  </a:lnTo>
                  <a:lnTo>
                    <a:pt x="87" y="4"/>
                  </a:lnTo>
                  <a:lnTo>
                    <a:pt x="43" y="1"/>
                  </a:lnTo>
                  <a:lnTo>
                    <a:pt x="0" y="0"/>
                  </a:lnTo>
                  <a:lnTo>
                    <a:pt x="0" y="11"/>
                  </a:lnTo>
                  <a:lnTo>
                    <a:pt x="43" y="12"/>
                  </a:lnTo>
                  <a:lnTo>
                    <a:pt x="85" y="16"/>
                  </a:lnTo>
                  <a:lnTo>
                    <a:pt x="126" y="23"/>
                  </a:lnTo>
                  <a:lnTo>
                    <a:pt x="166" y="31"/>
                  </a:lnTo>
                  <a:lnTo>
                    <a:pt x="202" y="42"/>
                  </a:lnTo>
                  <a:lnTo>
                    <a:pt x="237" y="55"/>
                  </a:lnTo>
                  <a:lnTo>
                    <a:pt x="271" y="70"/>
                  </a:lnTo>
                  <a:lnTo>
                    <a:pt x="301" y="85"/>
                  </a:lnTo>
                  <a:lnTo>
                    <a:pt x="329" y="103"/>
                  </a:lnTo>
                  <a:lnTo>
                    <a:pt x="353" y="123"/>
                  </a:lnTo>
                  <a:lnTo>
                    <a:pt x="373" y="143"/>
                  </a:lnTo>
                  <a:lnTo>
                    <a:pt x="392" y="164"/>
                  </a:lnTo>
                  <a:lnTo>
                    <a:pt x="405" y="186"/>
                  </a:lnTo>
                  <a:lnTo>
                    <a:pt x="415" y="211"/>
                  </a:lnTo>
                  <a:lnTo>
                    <a:pt x="422" y="235"/>
                  </a:lnTo>
                  <a:lnTo>
                    <a:pt x="425" y="260"/>
                  </a:lnTo>
                  <a:lnTo>
                    <a:pt x="437"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3875" name="Freeform 49"/>
            <p:cNvSpPr>
              <a:spLocks/>
            </p:cNvSpPr>
            <p:nvPr/>
          </p:nvSpPr>
          <p:spPr bwMode="auto">
            <a:xfrm>
              <a:off x="1267" y="1640"/>
              <a:ext cx="87" cy="52"/>
            </a:xfrm>
            <a:custGeom>
              <a:avLst/>
              <a:gdLst>
                <a:gd name="T0" fmla="*/ 0 w 437"/>
                <a:gd name="T1" fmla="*/ 2 h 260"/>
                <a:gd name="T2" fmla="*/ 0 w 437"/>
                <a:gd name="T3" fmla="*/ 2 h 260"/>
                <a:gd name="T4" fmla="*/ 0 w 437"/>
                <a:gd name="T5" fmla="*/ 2 h 260"/>
                <a:gd name="T6" fmla="*/ 1 w 437"/>
                <a:gd name="T7" fmla="*/ 2 h 260"/>
                <a:gd name="T8" fmla="*/ 1 w 437"/>
                <a:gd name="T9" fmla="*/ 2 h 260"/>
                <a:gd name="T10" fmla="*/ 1 w 437"/>
                <a:gd name="T11" fmla="*/ 2 h 260"/>
                <a:gd name="T12" fmla="*/ 2 w 437"/>
                <a:gd name="T13" fmla="*/ 2 h 260"/>
                <a:gd name="T14" fmla="*/ 2 w 437"/>
                <a:gd name="T15" fmla="*/ 2 h 260"/>
                <a:gd name="T16" fmla="*/ 2 w 437"/>
                <a:gd name="T17" fmla="*/ 2 h 260"/>
                <a:gd name="T18" fmla="*/ 2 w 437"/>
                <a:gd name="T19" fmla="*/ 1 h 260"/>
                <a:gd name="T20" fmla="*/ 3 w 437"/>
                <a:gd name="T21" fmla="*/ 1 h 260"/>
                <a:gd name="T22" fmla="*/ 3 w 437"/>
                <a:gd name="T23" fmla="*/ 1 h 260"/>
                <a:gd name="T24" fmla="*/ 3 w 437"/>
                <a:gd name="T25" fmla="*/ 1 h 260"/>
                <a:gd name="T26" fmla="*/ 3 w 437"/>
                <a:gd name="T27" fmla="*/ 1 h 260"/>
                <a:gd name="T28" fmla="*/ 3 w 437"/>
                <a:gd name="T29" fmla="*/ 1 h 260"/>
                <a:gd name="T30" fmla="*/ 3 w 437"/>
                <a:gd name="T31" fmla="*/ 0 h 260"/>
                <a:gd name="T32" fmla="*/ 3 w 437"/>
                <a:gd name="T33" fmla="*/ 0 h 260"/>
                <a:gd name="T34" fmla="*/ 3 w 437"/>
                <a:gd name="T35" fmla="*/ 0 h 260"/>
                <a:gd name="T36" fmla="*/ 3 w 437"/>
                <a:gd name="T37" fmla="*/ 0 h 260"/>
                <a:gd name="T38" fmla="*/ 3 w 437"/>
                <a:gd name="T39" fmla="*/ 0 h 260"/>
                <a:gd name="T40" fmla="*/ 3 w 437"/>
                <a:gd name="T41" fmla="*/ 0 h 260"/>
                <a:gd name="T42" fmla="*/ 3 w 437"/>
                <a:gd name="T43" fmla="*/ 1 h 260"/>
                <a:gd name="T44" fmla="*/ 3 w 437"/>
                <a:gd name="T45" fmla="*/ 1 h 260"/>
                <a:gd name="T46" fmla="*/ 3 w 437"/>
                <a:gd name="T47" fmla="*/ 1 h 260"/>
                <a:gd name="T48" fmla="*/ 3 w 437"/>
                <a:gd name="T49" fmla="*/ 1 h 260"/>
                <a:gd name="T50" fmla="*/ 3 w 437"/>
                <a:gd name="T51" fmla="*/ 1 h 260"/>
                <a:gd name="T52" fmla="*/ 2 w 437"/>
                <a:gd name="T53" fmla="*/ 1 h 260"/>
                <a:gd name="T54" fmla="*/ 2 w 437"/>
                <a:gd name="T55" fmla="*/ 2 h 260"/>
                <a:gd name="T56" fmla="*/ 2 w 437"/>
                <a:gd name="T57" fmla="*/ 2 h 260"/>
                <a:gd name="T58" fmla="*/ 2 w 437"/>
                <a:gd name="T59" fmla="*/ 2 h 260"/>
                <a:gd name="T60" fmla="*/ 1 w 437"/>
                <a:gd name="T61" fmla="*/ 2 h 260"/>
                <a:gd name="T62" fmla="*/ 1 w 437"/>
                <a:gd name="T63" fmla="*/ 2 h 260"/>
                <a:gd name="T64" fmla="*/ 1 w 437"/>
                <a:gd name="T65" fmla="*/ 2 h 260"/>
                <a:gd name="T66" fmla="*/ 0 w 437"/>
                <a:gd name="T67" fmla="*/ 2 h 260"/>
                <a:gd name="T68" fmla="*/ 0 w 437"/>
                <a:gd name="T69" fmla="*/ 2 h 260"/>
                <a:gd name="T70" fmla="*/ 0 w 437"/>
                <a:gd name="T71" fmla="*/ 2 h 260"/>
                <a:gd name="T72" fmla="*/ 0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0" y="260"/>
                  </a:moveTo>
                  <a:lnTo>
                    <a:pt x="0" y="260"/>
                  </a:lnTo>
                  <a:lnTo>
                    <a:pt x="43" y="259"/>
                  </a:lnTo>
                  <a:lnTo>
                    <a:pt x="87" y="255"/>
                  </a:lnTo>
                  <a:lnTo>
                    <a:pt x="128" y="248"/>
                  </a:lnTo>
                  <a:lnTo>
                    <a:pt x="168" y="240"/>
                  </a:lnTo>
                  <a:lnTo>
                    <a:pt x="207" y="230"/>
                  </a:lnTo>
                  <a:lnTo>
                    <a:pt x="242" y="217"/>
                  </a:lnTo>
                  <a:lnTo>
                    <a:pt x="276" y="202"/>
                  </a:lnTo>
                  <a:lnTo>
                    <a:pt x="308" y="185"/>
                  </a:lnTo>
                  <a:lnTo>
                    <a:pt x="336" y="166"/>
                  </a:lnTo>
                  <a:lnTo>
                    <a:pt x="360" y="146"/>
                  </a:lnTo>
                  <a:lnTo>
                    <a:pt x="383" y="125"/>
                  </a:lnTo>
                  <a:lnTo>
                    <a:pt x="401" y="102"/>
                  </a:lnTo>
                  <a:lnTo>
                    <a:pt x="417" y="77"/>
                  </a:lnTo>
                  <a:lnTo>
                    <a:pt x="427" y="53"/>
                  </a:lnTo>
                  <a:lnTo>
                    <a:pt x="434" y="27"/>
                  </a:lnTo>
                  <a:lnTo>
                    <a:pt x="437" y="0"/>
                  </a:lnTo>
                  <a:lnTo>
                    <a:pt x="425" y="0"/>
                  </a:lnTo>
                  <a:lnTo>
                    <a:pt x="422" y="24"/>
                  </a:lnTo>
                  <a:lnTo>
                    <a:pt x="415" y="48"/>
                  </a:lnTo>
                  <a:lnTo>
                    <a:pt x="405" y="73"/>
                  </a:lnTo>
                  <a:lnTo>
                    <a:pt x="392" y="95"/>
                  </a:lnTo>
                  <a:lnTo>
                    <a:pt x="373" y="116"/>
                  </a:lnTo>
                  <a:lnTo>
                    <a:pt x="353" y="137"/>
                  </a:lnTo>
                  <a:lnTo>
                    <a:pt x="329" y="157"/>
                  </a:lnTo>
                  <a:lnTo>
                    <a:pt x="301" y="173"/>
                  </a:lnTo>
                  <a:lnTo>
                    <a:pt x="271" y="190"/>
                  </a:lnTo>
                  <a:lnTo>
                    <a:pt x="237" y="205"/>
                  </a:lnTo>
                  <a:lnTo>
                    <a:pt x="202" y="218"/>
                  </a:lnTo>
                  <a:lnTo>
                    <a:pt x="166" y="228"/>
                  </a:lnTo>
                  <a:lnTo>
                    <a:pt x="126" y="237"/>
                  </a:lnTo>
                  <a:lnTo>
                    <a:pt x="85" y="244"/>
                  </a:lnTo>
                  <a:lnTo>
                    <a:pt x="43" y="247"/>
                  </a:lnTo>
                  <a:lnTo>
                    <a:pt x="0" y="248"/>
                  </a:lnTo>
                  <a:lnTo>
                    <a:pt x="0"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3876" name="Freeform 50"/>
            <p:cNvSpPr>
              <a:spLocks/>
            </p:cNvSpPr>
            <p:nvPr/>
          </p:nvSpPr>
          <p:spPr bwMode="auto">
            <a:xfrm>
              <a:off x="1179" y="1640"/>
              <a:ext cx="88" cy="52"/>
            </a:xfrm>
            <a:custGeom>
              <a:avLst/>
              <a:gdLst>
                <a:gd name="T0" fmla="*/ 0 w 439"/>
                <a:gd name="T1" fmla="*/ 0 h 260"/>
                <a:gd name="T2" fmla="*/ 0 w 439"/>
                <a:gd name="T3" fmla="*/ 0 h 260"/>
                <a:gd name="T4" fmla="*/ 0 w 439"/>
                <a:gd name="T5" fmla="*/ 0 h 260"/>
                <a:gd name="T6" fmla="*/ 0 w 439"/>
                <a:gd name="T7" fmla="*/ 0 h 260"/>
                <a:gd name="T8" fmla="*/ 0 w 439"/>
                <a:gd name="T9" fmla="*/ 1 h 260"/>
                <a:gd name="T10" fmla="*/ 0 w 439"/>
                <a:gd name="T11" fmla="*/ 1 h 260"/>
                <a:gd name="T12" fmla="*/ 0 w 439"/>
                <a:gd name="T13" fmla="*/ 1 h 260"/>
                <a:gd name="T14" fmla="*/ 1 w 439"/>
                <a:gd name="T15" fmla="*/ 1 h 260"/>
                <a:gd name="T16" fmla="*/ 1 w 439"/>
                <a:gd name="T17" fmla="*/ 1 h 260"/>
                <a:gd name="T18" fmla="*/ 1 w 439"/>
                <a:gd name="T19" fmla="*/ 1 h 260"/>
                <a:gd name="T20" fmla="*/ 1 w 439"/>
                <a:gd name="T21" fmla="*/ 2 h 260"/>
                <a:gd name="T22" fmla="*/ 2 w 439"/>
                <a:gd name="T23" fmla="*/ 2 h 260"/>
                <a:gd name="T24" fmla="*/ 2 w 439"/>
                <a:gd name="T25" fmla="*/ 2 h 260"/>
                <a:gd name="T26" fmla="*/ 2 w 439"/>
                <a:gd name="T27" fmla="*/ 2 h 260"/>
                <a:gd name="T28" fmla="*/ 2 w 439"/>
                <a:gd name="T29" fmla="*/ 2 h 260"/>
                <a:gd name="T30" fmla="*/ 3 w 439"/>
                <a:gd name="T31" fmla="*/ 2 h 260"/>
                <a:gd name="T32" fmla="*/ 3 w 439"/>
                <a:gd name="T33" fmla="*/ 2 h 260"/>
                <a:gd name="T34" fmla="*/ 4 w 439"/>
                <a:gd name="T35" fmla="*/ 2 h 260"/>
                <a:gd name="T36" fmla="*/ 4 w 439"/>
                <a:gd name="T37" fmla="*/ 2 h 260"/>
                <a:gd name="T38" fmla="*/ 3 w 439"/>
                <a:gd name="T39" fmla="*/ 2 h 260"/>
                <a:gd name="T40" fmla="*/ 3 w 439"/>
                <a:gd name="T41" fmla="*/ 2 h 260"/>
                <a:gd name="T42" fmla="*/ 3 w 439"/>
                <a:gd name="T43" fmla="*/ 2 h 260"/>
                <a:gd name="T44" fmla="*/ 2 w 439"/>
                <a:gd name="T45" fmla="*/ 2 h 260"/>
                <a:gd name="T46" fmla="*/ 2 w 439"/>
                <a:gd name="T47" fmla="*/ 2 h 260"/>
                <a:gd name="T48" fmla="*/ 2 w 439"/>
                <a:gd name="T49" fmla="*/ 2 h 260"/>
                <a:gd name="T50" fmla="*/ 1 w 439"/>
                <a:gd name="T51" fmla="*/ 2 h 260"/>
                <a:gd name="T52" fmla="*/ 1 w 439"/>
                <a:gd name="T53" fmla="*/ 1 h 260"/>
                <a:gd name="T54" fmla="*/ 1 w 439"/>
                <a:gd name="T55" fmla="*/ 1 h 260"/>
                <a:gd name="T56" fmla="*/ 1 w 439"/>
                <a:gd name="T57" fmla="*/ 1 h 260"/>
                <a:gd name="T58" fmla="*/ 1 w 439"/>
                <a:gd name="T59" fmla="*/ 1 h 260"/>
                <a:gd name="T60" fmla="*/ 0 w 439"/>
                <a:gd name="T61" fmla="*/ 1 h 260"/>
                <a:gd name="T62" fmla="*/ 0 w 439"/>
                <a:gd name="T63" fmla="*/ 1 h 260"/>
                <a:gd name="T64" fmla="*/ 0 w 439"/>
                <a:gd name="T65" fmla="*/ 0 h 260"/>
                <a:gd name="T66" fmla="*/ 0 w 439"/>
                <a:gd name="T67" fmla="*/ 0 h 260"/>
                <a:gd name="T68" fmla="*/ 0 w 439"/>
                <a:gd name="T69" fmla="*/ 0 h 260"/>
                <a:gd name="T70" fmla="*/ 0 w 439"/>
                <a:gd name="T71" fmla="*/ 0 h 260"/>
                <a:gd name="T72" fmla="*/ 0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0" y="0"/>
                  </a:moveTo>
                  <a:lnTo>
                    <a:pt x="0" y="0"/>
                  </a:lnTo>
                  <a:lnTo>
                    <a:pt x="3" y="27"/>
                  </a:lnTo>
                  <a:lnTo>
                    <a:pt x="10" y="53"/>
                  </a:lnTo>
                  <a:lnTo>
                    <a:pt x="20" y="77"/>
                  </a:lnTo>
                  <a:lnTo>
                    <a:pt x="35" y="102"/>
                  </a:lnTo>
                  <a:lnTo>
                    <a:pt x="54" y="125"/>
                  </a:lnTo>
                  <a:lnTo>
                    <a:pt x="76" y="146"/>
                  </a:lnTo>
                  <a:lnTo>
                    <a:pt x="102" y="166"/>
                  </a:lnTo>
                  <a:lnTo>
                    <a:pt x="130" y="185"/>
                  </a:lnTo>
                  <a:lnTo>
                    <a:pt x="162" y="202"/>
                  </a:lnTo>
                  <a:lnTo>
                    <a:pt x="195" y="217"/>
                  </a:lnTo>
                  <a:lnTo>
                    <a:pt x="231" y="230"/>
                  </a:lnTo>
                  <a:lnTo>
                    <a:pt x="270" y="240"/>
                  </a:lnTo>
                  <a:lnTo>
                    <a:pt x="310" y="248"/>
                  </a:lnTo>
                  <a:lnTo>
                    <a:pt x="351" y="255"/>
                  </a:lnTo>
                  <a:lnTo>
                    <a:pt x="395" y="259"/>
                  </a:lnTo>
                  <a:lnTo>
                    <a:pt x="439" y="260"/>
                  </a:lnTo>
                  <a:lnTo>
                    <a:pt x="439" y="248"/>
                  </a:lnTo>
                  <a:lnTo>
                    <a:pt x="395" y="247"/>
                  </a:lnTo>
                  <a:lnTo>
                    <a:pt x="353" y="244"/>
                  </a:lnTo>
                  <a:lnTo>
                    <a:pt x="312" y="237"/>
                  </a:lnTo>
                  <a:lnTo>
                    <a:pt x="272" y="228"/>
                  </a:lnTo>
                  <a:lnTo>
                    <a:pt x="236" y="218"/>
                  </a:lnTo>
                  <a:lnTo>
                    <a:pt x="200" y="205"/>
                  </a:lnTo>
                  <a:lnTo>
                    <a:pt x="167" y="190"/>
                  </a:lnTo>
                  <a:lnTo>
                    <a:pt x="137" y="173"/>
                  </a:lnTo>
                  <a:lnTo>
                    <a:pt x="109" y="157"/>
                  </a:lnTo>
                  <a:lnTo>
                    <a:pt x="84" y="137"/>
                  </a:lnTo>
                  <a:lnTo>
                    <a:pt x="64" y="116"/>
                  </a:lnTo>
                  <a:lnTo>
                    <a:pt x="45" y="95"/>
                  </a:lnTo>
                  <a:lnTo>
                    <a:pt x="32" y="73"/>
                  </a:lnTo>
                  <a:lnTo>
                    <a:pt x="21" y="48"/>
                  </a:lnTo>
                  <a:lnTo>
                    <a:pt x="14" y="24"/>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3877" name="Freeform 51"/>
            <p:cNvSpPr>
              <a:spLocks/>
            </p:cNvSpPr>
            <p:nvPr/>
          </p:nvSpPr>
          <p:spPr bwMode="auto">
            <a:xfrm>
              <a:off x="1179" y="1588"/>
              <a:ext cx="88" cy="52"/>
            </a:xfrm>
            <a:custGeom>
              <a:avLst/>
              <a:gdLst>
                <a:gd name="T0" fmla="*/ 4 w 439"/>
                <a:gd name="T1" fmla="*/ 0 h 260"/>
                <a:gd name="T2" fmla="*/ 4 w 439"/>
                <a:gd name="T3" fmla="*/ 0 h 260"/>
                <a:gd name="T4" fmla="*/ 3 w 439"/>
                <a:gd name="T5" fmla="*/ 0 h 260"/>
                <a:gd name="T6" fmla="*/ 3 w 439"/>
                <a:gd name="T7" fmla="*/ 0 h 260"/>
                <a:gd name="T8" fmla="*/ 2 w 439"/>
                <a:gd name="T9" fmla="*/ 0 h 260"/>
                <a:gd name="T10" fmla="*/ 2 w 439"/>
                <a:gd name="T11" fmla="*/ 0 h 260"/>
                <a:gd name="T12" fmla="*/ 2 w 439"/>
                <a:gd name="T13" fmla="*/ 0 h 260"/>
                <a:gd name="T14" fmla="*/ 2 w 439"/>
                <a:gd name="T15" fmla="*/ 0 h 260"/>
                <a:gd name="T16" fmla="*/ 1 w 439"/>
                <a:gd name="T17" fmla="*/ 0 h 260"/>
                <a:gd name="T18" fmla="*/ 1 w 439"/>
                <a:gd name="T19" fmla="*/ 1 h 260"/>
                <a:gd name="T20" fmla="*/ 1 w 439"/>
                <a:gd name="T21" fmla="*/ 1 h 260"/>
                <a:gd name="T22" fmla="*/ 1 w 439"/>
                <a:gd name="T23" fmla="*/ 1 h 260"/>
                <a:gd name="T24" fmla="*/ 0 w 439"/>
                <a:gd name="T25" fmla="*/ 1 h 260"/>
                <a:gd name="T26" fmla="*/ 0 w 439"/>
                <a:gd name="T27" fmla="*/ 1 h 260"/>
                <a:gd name="T28" fmla="*/ 0 w 439"/>
                <a:gd name="T29" fmla="*/ 1 h 260"/>
                <a:gd name="T30" fmla="*/ 0 w 439"/>
                <a:gd name="T31" fmla="*/ 2 h 260"/>
                <a:gd name="T32" fmla="*/ 0 w 439"/>
                <a:gd name="T33" fmla="*/ 2 h 260"/>
                <a:gd name="T34" fmla="*/ 0 w 439"/>
                <a:gd name="T35" fmla="*/ 2 h 260"/>
                <a:gd name="T36" fmla="*/ 0 w 439"/>
                <a:gd name="T37" fmla="*/ 2 h 260"/>
                <a:gd name="T38" fmla="*/ 0 w 439"/>
                <a:gd name="T39" fmla="*/ 2 h 260"/>
                <a:gd name="T40" fmla="*/ 0 w 439"/>
                <a:gd name="T41" fmla="*/ 2 h 260"/>
                <a:gd name="T42" fmla="*/ 0 w 439"/>
                <a:gd name="T43" fmla="*/ 1 h 260"/>
                <a:gd name="T44" fmla="*/ 0 w 439"/>
                <a:gd name="T45" fmla="*/ 1 h 260"/>
                <a:gd name="T46" fmla="*/ 1 w 439"/>
                <a:gd name="T47" fmla="*/ 1 h 260"/>
                <a:gd name="T48" fmla="*/ 1 w 439"/>
                <a:gd name="T49" fmla="*/ 1 h 260"/>
                <a:gd name="T50" fmla="*/ 1 w 439"/>
                <a:gd name="T51" fmla="*/ 1 h 260"/>
                <a:gd name="T52" fmla="*/ 1 w 439"/>
                <a:gd name="T53" fmla="*/ 1 h 260"/>
                <a:gd name="T54" fmla="*/ 1 w 439"/>
                <a:gd name="T55" fmla="*/ 1 h 260"/>
                <a:gd name="T56" fmla="*/ 2 w 439"/>
                <a:gd name="T57" fmla="*/ 0 h 260"/>
                <a:gd name="T58" fmla="*/ 2 w 439"/>
                <a:gd name="T59" fmla="*/ 0 h 260"/>
                <a:gd name="T60" fmla="*/ 2 w 439"/>
                <a:gd name="T61" fmla="*/ 0 h 260"/>
                <a:gd name="T62" fmla="*/ 3 w 439"/>
                <a:gd name="T63" fmla="*/ 0 h 260"/>
                <a:gd name="T64" fmla="*/ 3 w 439"/>
                <a:gd name="T65" fmla="*/ 0 h 260"/>
                <a:gd name="T66" fmla="*/ 3 w 439"/>
                <a:gd name="T67" fmla="*/ 0 h 260"/>
                <a:gd name="T68" fmla="*/ 4 w 439"/>
                <a:gd name="T69" fmla="*/ 0 h 260"/>
                <a:gd name="T70" fmla="*/ 4 w 439"/>
                <a:gd name="T71" fmla="*/ 0 h 260"/>
                <a:gd name="T72" fmla="*/ 4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439" y="0"/>
                  </a:moveTo>
                  <a:lnTo>
                    <a:pt x="439" y="0"/>
                  </a:lnTo>
                  <a:lnTo>
                    <a:pt x="395" y="1"/>
                  </a:lnTo>
                  <a:lnTo>
                    <a:pt x="351" y="4"/>
                  </a:lnTo>
                  <a:lnTo>
                    <a:pt x="310" y="11"/>
                  </a:lnTo>
                  <a:lnTo>
                    <a:pt x="270" y="19"/>
                  </a:lnTo>
                  <a:lnTo>
                    <a:pt x="231" y="30"/>
                  </a:lnTo>
                  <a:lnTo>
                    <a:pt x="195" y="43"/>
                  </a:lnTo>
                  <a:lnTo>
                    <a:pt x="162" y="58"/>
                  </a:lnTo>
                  <a:lnTo>
                    <a:pt x="130" y="73"/>
                  </a:lnTo>
                  <a:lnTo>
                    <a:pt x="102" y="93"/>
                  </a:lnTo>
                  <a:lnTo>
                    <a:pt x="76" y="113"/>
                  </a:lnTo>
                  <a:lnTo>
                    <a:pt x="54" y="133"/>
                  </a:lnTo>
                  <a:lnTo>
                    <a:pt x="35" y="157"/>
                  </a:lnTo>
                  <a:lnTo>
                    <a:pt x="20" y="181"/>
                  </a:lnTo>
                  <a:lnTo>
                    <a:pt x="10" y="206"/>
                  </a:lnTo>
                  <a:lnTo>
                    <a:pt x="3" y="233"/>
                  </a:lnTo>
                  <a:lnTo>
                    <a:pt x="0" y="260"/>
                  </a:lnTo>
                  <a:lnTo>
                    <a:pt x="12" y="260"/>
                  </a:lnTo>
                  <a:lnTo>
                    <a:pt x="14" y="235"/>
                  </a:lnTo>
                  <a:lnTo>
                    <a:pt x="21" y="211"/>
                  </a:lnTo>
                  <a:lnTo>
                    <a:pt x="32" y="186"/>
                  </a:lnTo>
                  <a:lnTo>
                    <a:pt x="45" y="164"/>
                  </a:lnTo>
                  <a:lnTo>
                    <a:pt x="64" y="143"/>
                  </a:lnTo>
                  <a:lnTo>
                    <a:pt x="84" y="123"/>
                  </a:lnTo>
                  <a:lnTo>
                    <a:pt x="109" y="103"/>
                  </a:lnTo>
                  <a:lnTo>
                    <a:pt x="137" y="85"/>
                  </a:lnTo>
                  <a:lnTo>
                    <a:pt x="167" y="70"/>
                  </a:lnTo>
                  <a:lnTo>
                    <a:pt x="200" y="55"/>
                  </a:lnTo>
                  <a:lnTo>
                    <a:pt x="236" y="42"/>
                  </a:lnTo>
                  <a:lnTo>
                    <a:pt x="272" y="31"/>
                  </a:lnTo>
                  <a:lnTo>
                    <a:pt x="312" y="23"/>
                  </a:lnTo>
                  <a:lnTo>
                    <a:pt x="353" y="16"/>
                  </a:lnTo>
                  <a:lnTo>
                    <a:pt x="395" y="12"/>
                  </a:lnTo>
                  <a:lnTo>
                    <a:pt x="439" y="11"/>
                  </a:lnTo>
                  <a:lnTo>
                    <a:pt x="439"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3878" name="Freeform 52"/>
            <p:cNvSpPr>
              <a:spLocks/>
            </p:cNvSpPr>
            <p:nvPr/>
          </p:nvSpPr>
          <p:spPr bwMode="auto">
            <a:xfrm>
              <a:off x="964" y="1745"/>
              <a:ext cx="48" cy="85"/>
            </a:xfrm>
            <a:custGeom>
              <a:avLst/>
              <a:gdLst>
                <a:gd name="T0" fmla="*/ 2 w 244"/>
                <a:gd name="T1" fmla="*/ 3 h 426"/>
                <a:gd name="T2" fmla="*/ 2 w 244"/>
                <a:gd name="T3" fmla="*/ 3 h 426"/>
                <a:gd name="T4" fmla="*/ 2 w 244"/>
                <a:gd name="T5" fmla="*/ 3 h 426"/>
                <a:gd name="T6" fmla="*/ 2 w 244"/>
                <a:gd name="T7" fmla="*/ 3 h 426"/>
                <a:gd name="T8" fmla="*/ 2 w 244"/>
                <a:gd name="T9" fmla="*/ 2 h 426"/>
                <a:gd name="T10" fmla="*/ 2 w 244"/>
                <a:gd name="T11" fmla="*/ 2 h 426"/>
                <a:gd name="T12" fmla="*/ 2 w 244"/>
                <a:gd name="T13" fmla="*/ 2 h 426"/>
                <a:gd name="T14" fmla="*/ 2 w 244"/>
                <a:gd name="T15" fmla="*/ 2 h 426"/>
                <a:gd name="T16" fmla="*/ 1 w 244"/>
                <a:gd name="T17" fmla="*/ 1 h 426"/>
                <a:gd name="T18" fmla="*/ 1 w 244"/>
                <a:gd name="T19" fmla="*/ 1 h 426"/>
                <a:gd name="T20" fmla="*/ 1 w 244"/>
                <a:gd name="T21" fmla="*/ 1 h 426"/>
                <a:gd name="T22" fmla="*/ 1 w 244"/>
                <a:gd name="T23" fmla="*/ 1 h 426"/>
                <a:gd name="T24" fmla="*/ 1 w 244"/>
                <a:gd name="T25" fmla="*/ 0 h 426"/>
                <a:gd name="T26" fmla="*/ 1 w 244"/>
                <a:gd name="T27" fmla="*/ 0 h 426"/>
                <a:gd name="T28" fmla="*/ 1 w 244"/>
                <a:gd name="T29" fmla="*/ 0 h 426"/>
                <a:gd name="T30" fmla="*/ 0 w 244"/>
                <a:gd name="T31" fmla="*/ 0 h 426"/>
                <a:gd name="T32" fmla="*/ 0 w 244"/>
                <a:gd name="T33" fmla="*/ 0 h 426"/>
                <a:gd name="T34" fmla="*/ 0 w 244"/>
                <a:gd name="T35" fmla="*/ 0 h 426"/>
                <a:gd name="T36" fmla="*/ 0 w 244"/>
                <a:gd name="T37" fmla="*/ 0 h 426"/>
                <a:gd name="T38" fmla="*/ 0 w 244"/>
                <a:gd name="T39" fmla="*/ 0 h 426"/>
                <a:gd name="T40" fmla="*/ 0 w 244"/>
                <a:gd name="T41" fmla="*/ 0 h 426"/>
                <a:gd name="T42" fmla="*/ 1 w 244"/>
                <a:gd name="T43" fmla="*/ 0 h 426"/>
                <a:gd name="T44" fmla="*/ 1 w 244"/>
                <a:gd name="T45" fmla="*/ 0 h 426"/>
                <a:gd name="T46" fmla="*/ 1 w 244"/>
                <a:gd name="T47" fmla="*/ 0 h 426"/>
                <a:gd name="T48" fmla="*/ 1 w 244"/>
                <a:gd name="T49" fmla="*/ 1 h 426"/>
                <a:gd name="T50" fmla="*/ 1 w 244"/>
                <a:gd name="T51" fmla="*/ 1 h 426"/>
                <a:gd name="T52" fmla="*/ 1 w 244"/>
                <a:gd name="T53" fmla="*/ 1 h 426"/>
                <a:gd name="T54" fmla="*/ 1 w 244"/>
                <a:gd name="T55" fmla="*/ 1 h 426"/>
                <a:gd name="T56" fmla="*/ 1 w 244"/>
                <a:gd name="T57" fmla="*/ 2 h 426"/>
                <a:gd name="T58" fmla="*/ 2 w 244"/>
                <a:gd name="T59" fmla="*/ 2 h 426"/>
                <a:gd name="T60" fmla="*/ 2 w 244"/>
                <a:gd name="T61" fmla="*/ 2 h 426"/>
                <a:gd name="T62" fmla="*/ 2 w 244"/>
                <a:gd name="T63" fmla="*/ 2 h 426"/>
                <a:gd name="T64" fmla="*/ 2 w 244"/>
                <a:gd name="T65" fmla="*/ 3 h 426"/>
                <a:gd name="T66" fmla="*/ 2 w 244"/>
                <a:gd name="T67" fmla="*/ 3 h 426"/>
                <a:gd name="T68" fmla="*/ 2 w 244"/>
                <a:gd name="T69" fmla="*/ 3 h 426"/>
                <a:gd name="T70" fmla="*/ 2 w 244"/>
                <a:gd name="T71" fmla="*/ 3 h 426"/>
                <a:gd name="T72" fmla="*/ 2 w 244"/>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6"/>
                <a:gd name="T113" fmla="*/ 244 w 244"/>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6">
                  <a:moveTo>
                    <a:pt x="244" y="426"/>
                  </a:moveTo>
                  <a:lnTo>
                    <a:pt x="244" y="426"/>
                  </a:lnTo>
                  <a:lnTo>
                    <a:pt x="243" y="383"/>
                  </a:lnTo>
                  <a:lnTo>
                    <a:pt x="240" y="340"/>
                  </a:lnTo>
                  <a:lnTo>
                    <a:pt x="234" y="300"/>
                  </a:lnTo>
                  <a:lnTo>
                    <a:pt x="226" y="262"/>
                  </a:lnTo>
                  <a:lnTo>
                    <a:pt x="215" y="224"/>
                  </a:lnTo>
                  <a:lnTo>
                    <a:pt x="203" y="189"/>
                  </a:lnTo>
                  <a:lnTo>
                    <a:pt x="189" y="157"/>
                  </a:lnTo>
                  <a:lnTo>
                    <a:pt x="174" y="126"/>
                  </a:lnTo>
                  <a:lnTo>
                    <a:pt x="155" y="99"/>
                  </a:lnTo>
                  <a:lnTo>
                    <a:pt x="138" y="74"/>
                  </a:lnTo>
                  <a:lnTo>
                    <a:pt x="118" y="52"/>
                  </a:lnTo>
                  <a:lnTo>
                    <a:pt x="96" y="34"/>
                  </a:lnTo>
                  <a:lnTo>
                    <a:pt x="73" y="19"/>
                  </a:lnTo>
                  <a:lnTo>
                    <a:pt x="50" y="8"/>
                  </a:lnTo>
                  <a:lnTo>
                    <a:pt x="25" y="2"/>
                  </a:lnTo>
                  <a:lnTo>
                    <a:pt x="0" y="0"/>
                  </a:lnTo>
                  <a:lnTo>
                    <a:pt x="0" y="12"/>
                  </a:lnTo>
                  <a:lnTo>
                    <a:pt x="23" y="14"/>
                  </a:lnTo>
                  <a:lnTo>
                    <a:pt x="45" y="20"/>
                  </a:lnTo>
                  <a:lnTo>
                    <a:pt x="66" y="31"/>
                  </a:lnTo>
                  <a:lnTo>
                    <a:pt x="89" y="43"/>
                  </a:lnTo>
                  <a:lnTo>
                    <a:pt x="109" y="61"/>
                  </a:lnTo>
                  <a:lnTo>
                    <a:pt x="129" y="81"/>
                  </a:lnTo>
                  <a:lnTo>
                    <a:pt x="146" y="106"/>
                  </a:lnTo>
                  <a:lnTo>
                    <a:pt x="162" y="133"/>
                  </a:lnTo>
                  <a:lnTo>
                    <a:pt x="178" y="162"/>
                  </a:lnTo>
                  <a:lnTo>
                    <a:pt x="192" y="194"/>
                  </a:lnTo>
                  <a:lnTo>
                    <a:pt x="203" y="229"/>
                  </a:lnTo>
                  <a:lnTo>
                    <a:pt x="214" y="264"/>
                  </a:lnTo>
                  <a:lnTo>
                    <a:pt x="222" y="303"/>
                  </a:lnTo>
                  <a:lnTo>
                    <a:pt x="228" y="342"/>
                  </a:lnTo>
                  <a:lnTo>
                    <a:pt x="232" y="383"/>
                  </a:lnTo>
                  <a:lnTo>
                    <a:pt x="233" y="426"/>
                  </a:lnTo>
                  <a:lnTo>
                    <a:pt x="244"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3879" name="Freeform 53"/>
            <p:cNvSpPr>
              <a:spLocks/>
            </p:cNvSpPr>
            <p:nvPr/>
          </p:nvSpPr>
          <p:spPr bwMode="auto">
            <a:xfrm>
              <a:off x="964" y="1830"/>
              <a:ext cx="48" cy="85"/>
            </a:xfrm>
            <a:custGeom>
              <a:avLst/>
              <a:gdLst>
                <a:gd name="T0" fmla="*/ 0 w 244"/>
                <a:gd name="T1" fmla="*/ 3 h 424"/>
                <a:gd name="T2" fmla="*/ 0 w 244"/>
                <a:gd name="T3" fmla="*/ 3 h 424"/>
                <a:gd name="T4" fmla="*/ 0 w 244"/>
                <a:gd name="T5" fmla="*/ 3 h 424"/>
                <a:gd name="T6" fmla="*/ 0 w 244"/>
                <a:gd name="T7" fmla="*/ 3 h 424"/>
                <a:gd name="T8" fmla="*/ 1 w 244"/>
                <a:gd name="T9" fmla="*/ 3 h 424"/>
                <a:gd name="T10" fmla="*/ 1 w 244"/>
                <a:gd name="T11" fmla="*/ 3 h 424"/>
                <a:gd name="T12" fmla="*/ 1 w 244"/>
                <a:gd name="T13" fmla="*/ 3 h 424"/>
                <a:gd name="T14" fmla="*/ 1 w 244"/>
                <a:gd name="T15" fmla="*/ 3 h 424"/>
                <a:gd name="T16" fmla="*/ 1 w 244"/>
                <a:gd name="T17" fmla="*/ 3 h 424"/>
                <a:gd name="T18" fmla="*/ 1 w 244"/>
                <a:gd name="T19" fmla="*/ 2 h 424"/>
                <a:gd name="T20" fmla="*/ 1 w 244"/>
                <a:gd name="T21" fmla="*/ 2 h 424"/>
                <a:gd name="T22" fmla="*/ 2 w 244"/>
                <a:gd name="T23" fmla="*/ 2 h 424"/>
                <a:gd name="T24" fmla="*/ 2 w 244"/>
                <a:gd name="T25" fmla="*/ 2 h 424"/>
                <a:gd name="T26" fmla="*/ 2 w 244"/>
                <a:gd name="T27" fmla="*/ 1 h 424"/>
                <a:gd name="T28" fmla="*/ 2 w 244"/>
                <a:gd name="T29" fmla="*/ 1 h 424"/>
                <a:gd name="T30" fmla="*/ 2 w 244"/>
                <a:gd name="T31" fmla="*/ 1 h 424"/>
                <a:gd name="T32" fmla="*/ 2 w 244"/>
                <a:gd name="T33" fmla="*/ 0 h 424"/>
                <a:gd name="T34" fmla="*/ 2 w 244"/>
                <a:gd name="T35" fmla="*/ 0 h 424"/>
                <a:gd name="T36" fmla="*/ 2 w 244"/>
                <a:gd name="T37" fmla="*/ 0 h 424"/>
                <a:gd name="T38" fmla="*/ 2 w 244"/>
                <a:gd name="T39" fmla="*/ 0 h 424"/>
                <a:gd name="T40" fmla="*/ 2 w 244"/>
                <a:gd name="T41" fmla="*/ 1 h 424"/>
                <a:gd name="T42" fmla="*/ 2 w 244"/>
                <a:gd name="T43" fmla="*/ 1 h 424"/>
                <a:gd name="T44" fmla="*/ 2 w 244"/>
                <a:gd name="T45" fmla="*/ 1 h 424"/>
                <a:gd name="T46" fmla="*/ 2 w 244"/>
                <a:gd name="T47" fmla="*/ 2 h 424"/>
                <a:gd name="T48" fmla="*/ 1 w 244"/>
                <a:gd name="T49" fmla="*/ 2 h 424"/>
                <a:gd name="T50" fmla="*/ 1 w 244"/>
                <a:gd name="T51" fmla="*/ 2 h 424"/>
                <a:gd name="T52" fmla="*/ 1 w 244"/>
                <a:gd name="T53" fmla="*/ 2 h 424"/>
                <a:gd name="T54" fmla="*/ 1 w 244"/>
                <a:gd name="T55" fmla="*/ 3 h 424"/>
                <a:gd name="T56" fmla="*/ 1 w 244"/>
                <a:gd name="T57" fmla="*/ 3 h 424"/>
                <a:gd name="T58" fmla="*/ 1 w 244"/>
                <a:gd name="T59" fmla="*/ 3 h 424"/>
                <a:gd name="T60" fmla="*/ 1 w 244"/>
                <a:gd name="T61" fmla="*/ 3 h 424"/>
                <a:gd name="T62" fmla="*/ 1 w 244"/>
                <a:gd name="T63" fmla="*/ 3 h 424"/>
                <a:gd name="T64" fmla="*/ 0 w 244"/>
                <a:gd name="T65" fmla="*/ 3 h 424"/>
                <a:gd name="T66" fmla="*/ 0 w 244"/>
                <a:gd name="T67" fmla="*/ 3 h 424"/>
                <a:gd name="T68" fmla="*/ 0 w 244"/>
                <a:gd name="T69" fmla="*/ 3 h 424"/>
                <a:gd name="T70" fmla="*/ 0 w 244"/>
                <a:gd name="T71" fmla="*/ 3 h 424"/>
                <a:gd name="T72" fmla="*/ 0 w 244"/>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4"/>
                <a:gd name="T113" fmla="*/ 244 w 244"/>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4">
                  <a:moveTo>
                    <a:pt x="0" y="424"/>
                  </a:moveTo>
                  <a:lnTo>
                    <a:pt x="0" y="424"/>
                  </a:lnTo>
                  <a:lnTo>
                    <a:pt x="25" y="422"/>
                  </a:lnTo>
                  <a:lnTo>
                    <a:pt x="50" y="416"/>
                  </a:lnTo>
                  <a:lnTo>
                    <a:pt x="73" y="405"/>
                  </a:lnTo>
                  <a:lnTo>
                    <a:pt x="96" y="390"/>
                  </a:lnTo>
                  <a:lnTo>
                    <a:pt x="118" y="373"/>
                  </a:lnTo>
                  <a:lnTo>
                    <a:pt x="138" y="350"/>
                  </a:lnTo>
                  <a:lnTo>
                    <a:pt x="155" y="326"/>
                  </a:lnTo>
                  <a:lnTo>
                    <a:pt x="173" y="299"/>
                  </a:lnTo>
                  <a:lnTo>
                    <a:pt x="189" y="268"/>
                  </a:lnTo>
                  <a:lnTo>
                    <a:pt x="203" y="235"/>
                  </a:lnTo>
                  <a:lnTo>
                    <a:pt x="215" y="201"/>
                  </a:lnTo>
                  <a:lnTo>
                    <a:pt x="226" y="163"/>
                  </a:lnTo>
                  <a:lnTo>
                    <a:pt x="234" y="125"/>
                  </a:lnTo>
                  <a:lnTo>
                    <a:pt x="240" y="85"/>
                  </a:lnTo>
                  <a:lnTo>
                    <a:pt x="243" y="42"/>
                  </a:lnTo>
                  <a:lnTo>
                    <a:pt x="244" y="0"/>
                  </a:lnTo>
                  <a:lnTo>
                    <a:pt x="233" y="0"/>
                  </a:lnTo>
                  <a:lnTo>
                    <a:pt x="232" y="42"/>
                  </a:lnTo>
                  <a:lnTo>
                    <a:pt x="228" y="83"/>
                  </a:lnTo>
                  <a:lnTo>
                    <a:pt x="222" y="123"/>
                  </a:lnTo>
                  <a:lnTo>
                    <a:pt x="214" y="160"/>
                  </a:lnTo>
                  <a:lnTo>
                    <a:pt x="203" y="197"/>
                  </a:lnTo>
                  <a:lnTo>
                    <a:pt x="192" y="231"/>
                  </a:lnTo>
                  <a:lnTo>
                    <a:pt x="178" y="263"/>
                  </a:lnTo>
                  <a:lnTo>
                    <a:pt x="164" y="292"/>
                  </a:lnTo>
                  <a:lnTo>
                    <a:pt x="146" y="319"/>
                  </a:lnTo>
                  <a:lnTo>
                    <a:pt x="129" y="343"/>
                  </a:lnTo>
                  <a:lnTo>
                    <a:pt x="109" y="363"/>
                  </a:lnTo>
                  <a:lnTo>
                    <a:pt x="89" y="381"/>
                  </a:lnTo>
                  <a:lnTo>
                    <a:pt x="66" y="394"/>
                  </a:lnTo>
                  <a:lnTo>
                    <a:pt x="45" y="404"/>
                  </a:lnTo>
                  <a:lnTo>
                    <a:pt x="23" y="410"/>
                  </a:lnTo>
                  <a:lnTo>
                    <a:pt x="0" y="412"/>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3880" name="Freeform 54"/>
            <p:cNvSpPr>
              <a:spLocks/>
            </p:cNvSpPr>
            <p:nvPr/>
          </p:nvSpPr>
          <p:spPr bwMode="auto">
            <a:xfrm>
              <a:off x="915" y="1830"/>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1" y="42"/>
                  </a:lnTo>
                  <a:lnTo>
                    <a:pt x="4" y="85"/>
                  </a:lnTo>
                  <a:lnTo>
                    <a:pt x="10" y="125"/>
                  </a:lnTo>
                  <a:lnTo>
                    <a:pt x="19" y="163"/>
                  </a:lnTo>
                  <a:lnTo>
                    <a:pt x="29" y="201"/>
                  </a:lnTo>
                  <a:lnTo>
                    <a:pt x="41" y="235"/>
                  </a:lnTo>
                  <a:lnTo>
                    <a:pt x="55" y="268"/>
                  </a:lnTo>
                  <a:lnTo>
                    <a:pt x="71" y="299"/>
                  </a:lnTo>
                  <a:lnTo>
                    <a:pt x="89" y="326"/>
                  </a:lnTo>
                  <a:lnTo>
                    <a:pt x="106" y="350"/>
                  </a:lnTo>
                  <a:lnTo>
                    <a:pt x="126" y="373"/>
                  </a:lnTo>
                  <a:lnTo>
                    <a:pt x="149" y="390"/>
                  </a:lnTo>
                  <a:lnTo>
                    <a:pt x="171" y="405"/>
                  </a:lnTo>
                  <a:lnTo>
                    <a:pt x="194" y="416"/>
                  </a:lnTo>
                  <a:lnTo>
                    <a:pt x="219" y="422"/>
                  </a:lnTo>
                  <a:lnTo>
                    <a:pt x="245" y="424"/>
                  </a:lnTo>
                  <a:lnTo>
                    <a:pt x="245" y="412"/>
                  </a:lnTo>
                  <a:lnTo>
                    <a:pt x="221" y="410"/>
                  </a:lnTo>
                  <a:lnTo>
                    <a:pt x="199" y="404"/>
                  </a:lnTo>
                  <a:lnTo>
                    <a:pt x="178" y="394"/>
                  </a:lnTo>
                  <a:lnTo>
                    <a:pt x="156" y="381"/>
                  </a:lnTo>
                  <a:lnTo>
                    <a:pt x="136" y="363"/>
                  </a:lnTo>
                  <a:lnTo>
                    <a:pt x="116" y="343"/>
                  </a:lnTo>
                  <a:lnTo>
                    <a:pt x="98" y="319"/>
                  </a:lnTo>
                  <a:lnTo>
                    <a:pt x="81" y="292"/>
                  </a:lnTo>
                  <a:lnTo>
                    <a:pt x="67" y="263"/>
                  </a:lnTo>
                  <a:lnTo>
                    <a:pt x="52" y="231"/>
                  </a:lnTo>
                  <a:lnTo>
                    <a:pt x="41" y="197"/>
                  </a:lnTo>
                  <a:lnTo>
                    <a:pt x="30" y="160"/>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3881" name="Freeform 55"/>
            <p:cNvSpPr>
              <a:spLocks/>
            </p:cNvSpPr>
            <p:nvPr/>
          </p:nvSpPr>
          <p:spPr bwMode="auto">
            <a:xfrm>
              <a:off x="915" y="1745"/>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0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19" y="2"/>
                  </a:lnTo>
                  <a:lnTo>
                    <a:pt x="194" y="8"/>
                  </a:lnTo>
                  <a:lnTo>
                    <a:pt x="171" y="19"/>
                  </a:lnTo>
                  <a:lnTo>
                    <a:pt x="149" y="34"/>
                  </a:lnTo>
                  <a:lnTo>
                    <a:pt x="126" y="52"/>
                  </a:lnTo>
                  <a:lnTo>
                    <a:pt x="106" y="74"/>
                  </a:lnTo>
                  <a:lnTo>
                    <a:pt x="89" y="99"/>
                  </a:lnTo>
                  <a:lnTo>
                    <a:pt x="70" y="126"/>
                  </a:lnTo>
                  <a:lnTo>
                    <a:pt x="55" y="157"/>
                  </a:lnTo>
                  <a:lnTo>
                    <a:pt x="41" y="189"/>
                  </a:lnTo>
                  <a:lnTo>
                    <a:pt x="29" y="224"/>
                  </a:lnTo>
                  <a:lnTo>
                    <a:pt x="19" y="262"/>
                  </a:lnTo>
                  <a:lnTo>
                    <a:pt x="10" y="300"/>
                  </a:lnTo>
                  <a:lnTo>
                    <a:pt x="4" y="340"/>
                  </a:lnTo>
                  <a:lnTo>
                    <a:pt x="1" y="383"/>
                  </a:lnTo>
                  <a:lnTo>
                    <a:pt x="0" y="426"/>
                  </a:lnTo>
                  <a:lnTo>
                    <a:pt x="11" y="426"/>
                  </a:lnTo>
                  <a:lnTo>
                    <a:pt x="13" y="383"/>
                  </a:lnTo>
                  <a:lnTo>
                    <a:pt x="16" y="342"/>
                  </a:lnTo>
                  <a:lnTo>
                    <a:pt x="22" y="303"/>
                  </a:lnTo>
                  <a:lnTo>
                    <a:pt x="30" y="264"/>
                  </a:lnTo>
                  <a:lnTo>
                    <a:pt x="41" y="229"/>
                  </a:lnTo>
                  <a:lnTo>
                    <a:pt x="52" y="194"/>
                  </a:lnTo>
                  <a:lnTo>
                    <a:pt x="67" y="162"/>
                  </a:lnTo>
                  <a:lnTo>
                    <a:pt x="82" y="133"/>
                  </a:lnTo>
                  <a:lnTo>
                    <a:pt x="98" y="106"/>
                  </a:lnTo>
                  <a:lnTo>
                    <a:pt x="116" y="81"/>
                  </a:lnTo>
                  <a:lnTo>
                    <a:pt x="136" y="61"/>
                  </a:lnTo>
                  <a:lnTo>
                    <a:pt x="156" y="43"/>
                  </a:lnTo>
                  <a:lnTo>
                    <a:pt x="178" y="31"/>
                  </a:lnTo>
                  <a:lnTo>
                    <a:pt x="199" y="20"/>
                  </a:lnTo>
                  <a:lnTo>
                    <a:pt x="221"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3882" name="Freeform 56"/>
            <p:cNvSpPr>
              <a:spLocks/>
            </p:cNvSpPr>
            <p:nvPr/>
          </p:nvSpPr>
          <p:spPr bwMode="auto">
            <a:xfrm>
              <a:off x="1140" y="2087"/>
              <a:ext cx="49" cy="85"/>
            </a:xfrm>
            <a:custGeom>
              <a:avLst/>
              <a:gdLst>
                <a:gd name="T0" fmla="*/ 2 w 246"/>
                <a:gd name="T1" fmla="*/ 3 h 424"/>
                <a:gd name="T2" fmla="*/ 2 w 246"/>
                <a:gd name="T3" fmla="*/ 3 h 424"/>
                <a:gd name="T4" fmla="*/ 2 w 246"/>
                <a:gd name="T5" fmla="*/ 3 h 424"/>
                <a:gd name="T6" fmla="*/ 2 w 246"/>
                <a:gd name="T7" fmla="*/ 3 h 424"/>
                <a:gd name="T8" fmla="*/ 2 w 246"/>
                <a:gd name="T9" fmla="*/ 2 h 424"/>
                <a:gd name="T10" fmla="*/ 2 w 246"/>
                <a:gd name="T11" fmla="*/ 2 h 424"/>
                <a:gd name="T12" fmla="*/ 2 w 246"/>
                <a:gd name="T13" fmla="*/ 2 h 424"/>
                <a:gd name="T14" fmla="*/ 2 w 246"/>
                <a:gd name="T15" fmla="*/ 2 h 424"/>
                <a:gd name="T16" fmla="*/ 2 w 246"/>
                <a:gd name="T17" fmla="*/ 1 h 424"/>
                <a:gd name="T18" fmla="*/ 1 w 246"/>
                <a:gd name="T19" fmla="*/ 1 h 424"/>
                <a:gd name="T20" fmla="*/ 1 w 246"/>
                <a:gd name="T21" fmla="*/ 1 h 424"/>
                <a:gd name="T22" fmla="*/ 1 w 246"/>
                <a:gd name="T23" fmla="*/ 1 h 424"/>
                <a:gd name="T24" fmla="*/ 1 w 246"/>
                <a:gd name="T25" fmla="*/ 0 h 424"/>
                <a:gd name="T26" fmla="*/ 1 w 246"/>
                <a:gd name="T27" fmla="*/ 0 h 424"/>
                <a:gd name="T28" fmla="*/ 1 w 246"/>
                <a:gd name="T29" fmla="*/ 0 h 424"/>
                <a:gd name="T30" fmla="*/ 0 w 246"/>
                <a:gd name="T31" fmla="*/ 0 h 424"/>
                <a:gd name="T32" fmla="*/ 0 w 246"/>
                <a:gd name="T33" fmla="*/ 0 h 424"/>
                <a:gd name="T34" fmla="*/ 0 w 246"/>
                <a:gd name="T35" fmla="*/ 0 h 424"/>
                <a:gd name="T36" fmla="*/ 0 w 246"/>
                <a:gd name="T37" fmla="*/ 0 h 424"/>
                <a:gd name="T38" fmla="*/ 0 w 246"/>
                <a:gd name="T39" fmla="*/ 0 h 424"/>
                <a:gd name="T40" fmla="*/ 0 w 246"/>
                <a:gd name="T41" fmla="*/ 0 h 424"/>
                <a:gd name="T42" fmla="*/ 1 w 246"/>
                <a:gd name="T43" fmla="*/ 0 h 424"/>
                <a:gd name="T44" fmla="*/ 1 w 246"/>
                <a:gd name="T45" fmla="*/ 0 h 424"/>
                <a:gd name="T46" fmla="*/ 1 w 246"/>
                <a:gd name="T47" fmla="*/ 0 h 424"/>
                <a:gd name="T48" fmla="*/ 1 w 246"/>
                <a:gd name="T49" fmla="*/ 1 h 424"/>
                <a:gd name="T50" fmla="*/ 1 w 246"/>
                <a:gd name="T51" fmla="*/ 1 h 424"/>
                <a:gd name="T52" fmla="*/ 1 w 246"/>
                <a:gd name="T53" fmla="*/ 1 h 424"/>
                <a:gd name="T54" fmla="*/ 1 w 246"/>
                <a:gd name="T55" fmla="*/ 1 h 424"/>
                <a:gd name="T56" fmla="*/ 2 w 246"/>
                <a:gd name="T57" fmla="*/ 2 h 424"/>
                <a:gd name="T58" fmla="*/ 2 w 246"/>
                <a:gd name="T59" fmla="*/ 2 h 424"/>
                <a:gd name="T60" fmla="*/ 2 w 246"/>
                <a:gd name="T61" fmla="*/ 2 h 424"/>
                <a:gd name="T62" fmla="*/ 2 w 246"/>
                <a:gd name="T63" fmla="*/ 2 h 424"/>
                <a:gd name="T64" fmla="*/ 2 w 246"/>
                <a:gd name="T65" fmla="*/ 3 h 424"/>
                <a:gd name="T66" fmla="*/ 2 w 246"/>
                <a:gd name="T67" fmla="*/ 3 h 424"/>
                <a:gd name="T68" fmla="*/ 2 w 246"/>
                <a:gd name="T69" fmla="*/ 3 h 424"/>
                <a:gd name="T70" fmla="*/ 2 w 246"/>
                <a:gd name="T71" fmla="*/ 3 h 424"/>
                <a:gd name="T72" fmla="*/ 2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424"/>
                  </a:moveTo>
                  <a:lnTo>
                    <a:pt x="246" y="424"/>
                  </a:lnTo>
                  <a:lnTo>
                    <a:pt x="244" y="382"/>
                  </a:lnTo>
                  <a:lnTo>
                    <a:pt x="241" y="338"/>
                  </a:lnTo>
                  <a:lnTo>
                    <a:pt x="235" y="298"/>
                  </a:lnTo>
                  <a:lnTo>
                    <a:pt x="227" y="261"/>
                  </a:lnTo>
                  <a:lnTo>
                    <a:pt x="216" y="222"/>
                  </a:lnTo>
                  <a:lnTo>
                    <a:pt x="205" y="188"/>
                  </a:lnTo>
                  <a:lnTo>
                    <a:pt x="190" y="155"/>
                  </a:lnTo>
                  <a:lnTo>
                    <a:pt x="174" y="125"/>
                  </a:lnTo>
                  <a:lnTo>
                    <a:pt x="157" y="98"/>
                  </a:lnTo>
                  <a:lnTo>
                    <a:pt x="138" y="73"/>
                  </a:lnTo>
                  <a:lnTo>
                    <a:pt x="118" y="51"/>
                  </a:lnTo>
                  <a:lnTo>
                    <a:pt x="96" y="34"/>
                  </a:lnTo>
                  <a:lnTo>
                    <a:pt x="74" y="18"/>
                  </a:lnTo>
                  <a:lnTo>
                    <a:pt x="50" y="8"/>
                  </a:lnTo>
                  <a:lnTo>
                    <a:pt x="25" y="2"/>
                  </a:lnTo>
                  <a:lnTo>
                    <a:pt x="0" y="0"/>
                  </a:lnTo>
                  <a:lnTo>
                    <a:pt x="0" y="11"/>
                  </a:lnTo>
                  <a:lnTo>
                    <a:pt x="23" y="14"/>
                  </a:lnTo>
                  <a:lnTo>
                    <a:pt x="45" y="19"/>
                  </a:lnTo>
                  <a:lnTo>
                    <a:pt x="67" y="30"/>
                  </a:lnTo>
                  <a:lnTo>
                    <a:pt x="89" y="43"/>
                  </a:lnTo>
                  <a:lnTo>
                    <a:pt x="108" y="60"/>
                  </a:lnTo>
                  <a:lnTo>
                    <a:pt x="128" y="80"/>
                  </a:lnTo>
                  <a:lnTo>
                    <a:pt x="147" y="105"/>
                  </a:lnTo>
                  <a:lnTo>
                    <a:pt x="165" y="132"/>
                  </a:lnTo>
                  <a:lnTo>
                    <a:pt x="179" y="160"/>
                  </a:lnTo>
                  <a:lnTo>
                    <a:pt x="193" y="193"/>
                  </a:lnTo>
                  <a:lnTo>
                    <a:pt x="205" y="227"/>
                  </a:lnTo>
                  <a:lnTo>
                    <a:pt x="215" y="263"/>
                  </a:lnTo>
                  <a:lnTo>
                    <a:pt x="223" y="301"/>
                  </a:lnTo>
                  <a:lnTo>
                    <a:pt x="229" y="341"/>
                  </a:lnTo>
                  <a:lnTo>
                    <a:pt x="233" y="382"/>
                  </a:lnTo>
                  <a:lnTo>
                    <a:pt x="234" y="424"/>
                  </a:lnTo>
                  <a:lnTo>
                    <a:pt x="246"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3883" name="Freeform 57"/>
            <p:cNvSpPr>
              <a:spLocks/>
            </p:cNvSpPr>
            <p:nvPr/>
          </p:nvSpPr>
          <p:spPr bwMode="auto">
            <a:xfrm>
              <a:off x="1140" y="2172"/>
              <a:ext cx="49" cy="85"/>
            </a:xfrm>
            <a:custGeom>
              <a:avLst/>
              <a:gdLst>
                <a:gd name="T0" fmla="*/ 0 w 246"/>
                <a:gd name="T1" fmla="*/ 3 h 426"/>
                <a:gd name="T2" fmla="*/ 0 w 246"/>
                <a:gd name="T3" fmla="*/ 3 h 426"/>
                <a:gd name="T4" fmla="*/ 0 w 246"/>
                <a:gd name="T5" fmla="*/ 3 h 426"/>
                <a:gd name="T6" fmla="*/ 0 w 246"/>
                <a:gd name="T7" fmla="*/ 3 h 426"/>
                <a:gd name="T8" fmla="*/ 1 w 246"/>
                <a:gd name="T9" fmla="*/ 3 h 426"/>
                <a:gd name="T10" fmla="*/ 1 w 246"/>
                <a:gd name="T11" fmla="*/ 3 h 426"/>
                <a:gd name="T12" fmla="*/ 1 w 246"/>
                <a:gd name="T13" fmla="*/ 3 h 426"/>
                <a:gd name="T14" fmla="*/ 1 w 246"/>
                <a:gd name="T15" fmla="*/ 3 h 426"/>
                <a:gd name="T16" fmla="*/ 1 w 246"/>
                <a:gd name="T17" fmla="*/ 3 h 426"/>
                <a:gd name="T18" fmla="*/ 1 w 246"/>
                <a:gd name="T19" fmla="*/ 2 h 426"/>
                <a:gd name="T20" fmla="*/ 2 w 246"/>
                <a:gd name="T21" fmla="*/ 2 h 426"/>
                <a:gd name="T22" fmla="*/ 2 w 246"/>
                <a:gd name="T23" fmla="*/ 2 h 426"/>
                <a:gd name="T24" fmla="*/ 2 w 246"/>
                <a:gd name="T25" fmla="*/ 2 h 426"/>
                <a:gd name="T26" fmla="*/ 2 w 246"/>
                <a:gd name="T27" fmla="*/ 1 h 426"/>
                <a:gd name="T28" fmla="*/ 2 w 246"/>
                <a:gd name="T29" fmla="*/ 1 h 426"/>
                <a:gd name="T30" fmla="*/ 2 w 246"/>
                <a:gd name="T31" fmla="*/ 1 h 426"/>
                <a:gd name="T32" fmla="*/ 2 w 246"/>
                <a:gd name="T33" fmla="*/ 0 h 426"/>
                <a:gd name="T34" fmla="*/ 2 w 246"/>
                <a:gd name="T35" fmla="*/ 0 h 426"/>
                <a:gd name="T36" fmla="*/ 2 w 246"/>
                <a:gd name="T37" fmla="*/ 0 h 426"/>
                <a:gd name="T38" fmla="*/ 2 w 246"/>
                <a:gd name="T39" fmla="*/ 0 h 426"/>
                <a:gd name="T40" fmla="*/ 2 w 246"/>
                <a:gd name="T41" fmla="*/ 1 h 426"/>
                <a:gd name="T42" fmla="*/ 2 w 246"/>
                <a:gd name="T43" fmla="*/ 1 h 426"/>
                <a:gd name="T44" fmla="*/ 2 w 246"/>
                <a:gd name="T45" fmla="*/ 1 h 426"/>
                <a:gd name="T46" fmla="*/ 2 w 246"/>
                <a:gd name="T47" fmla="*/ 2 h 426"/>
                <a:gd name="T48" fmla="*/ 2 w 246"/>
                <a:gd name="T49" fmla="*/ 2 h 426"/>
                <a:gd name="T50" fmla="*/ 1 w 246"/>
                <a:gd name="T51" fmla="*/ 2 h 426"/>
                <a:gd name="T52" fmla="*/ 1 w 246"/>
                <a:gd name="T53" fmla="*/ 2 h 426"/>
                <a:gd name="T54" fmla="*/ 1 w 246"/>
                <a:gd name="T55" fmla="*/ 3 h 426"/>
                <a:gd name="T56" fmla="*/ 1 w 246"/>
                <a:gd name="T57" fmla="*/ 3 h 426"/>
                <a:gd name="T58" fmla="*/ 1 w 246"/>
                <a:gd name="T59" fmla="*/ 3 h 426"/>
                <a:gd name="T60" fmla="*/ 1 w 246"/>
                <a:gd name="T61" fmla="*/ 3 h 426"/>
                <a:gd name="T62" fmla="*/ 1 w 246"/>
                <a:gd name="T63" fmla="*/ 3 h 426"/>
                <a:gd name="T64" fmla="*/ 0 w 246"/>
                <a:gd name="T65" fmla="*/ 3 h 426"/>
                <a:gd name="T66" fmla="*/ 0 w 246"/>
                <a:gd name="T67" fmla="*/ 3 h 426"/>
                <a:gd name="T68" fmla="*/ 0 w 246"/>
                <a:gd name="T69" fmla="*/ 3 h 426"/>
                <a:gd name="T70" fmla="*/ 0 w 246"/>
                <a:gd name="T71" fmla="*/ 3 h 426"/>
                <a:gd name="T72" fmla="*/ 0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426"/>
                  </a:moveTo>
                  <a:lnTo>
                    <a:pt x="0" y="426"/>
                  </a:lnTo>
                  <a:lnTo>
                    <a:pt x="25" y="423"/>
                  </a:lnTo>
                  <a:lnTo>
                    <a:pt x="50" y="417"/>
                  </a:lnTo>
                  <a:lnTo>
                    <a:pt x="74" y="407"/>
                  </a:lnTo>
                  <a:lnTo>
                    <a:pt x="96" y="392"/>
                  </a:lnTo>
                  <a:lnTo>
                    <a:pt x="118" y="373"/>
                  </a:lnTo>
                  <a:lnTo>
                    <a:pt x="138" y="350"/>
                  </a:lnTo>
                  <a:lnTo>
                    <a:pt x="157" y="327"/>
                  </a:lnTo>
                  <a:lnTo>
                    <a:pt x="175" y="299"/>
                  </a:lnTo>
                  <a:lnTo>
                    <a:pt x="190" y="268"/>
                  </a:lnTo>
                  <a:lnTo>
                    <a:pt x="205" y="236"/>
                  </a:lnTo>
                  <a:lnTo>
                    <a:pt x="216" y="202"/>
                  </a:lnTo>
                  <a:lnTo>
                    <a:pt x="227" y="164"/>
                  </a:lnTo>
                  <a:lnTo>
                    <a:pt x="235" y="125"/>
                  </a:lnTo>
                  <a:lnTo>
                    <a:pt x="241" y="86"/>
                  </a:lnTo>
                  <a:lnTo>
                    <a:pt x="244" y="42"/>
                  </a:lnTo>
                  <a:lnTo>
                    <a:pt x="246" y="0"/>
                  </a:lnTo>
                  <a:lnTo>
                    <a:pt x="234" y="0"/>
                  </a:lnTo>
                  <a:lnTo>
                    <a:pt x="233" y="42"/>
                  </a:lnTo>
                  <a:lnTo>
                    <a:pt x="229" y="83"/>
                  </a:lnTo>
                  <a:lnTo>
                    <a:pt x="223" y="123"/>
                  </a:lnTo>
                  <a:lnTo>
                    <a:pt x="215" y="162"/>
                  </a:lnTo>
                  <a:lnTo>
                    <a:pt x="205" y="197"/>
                  </a:lnTo>
                  <a:lnTo>
                    <a:pt x="193" y="231"/>
                  </a:lnTo>
                  <a:lnTo>
                    <a:pt x="179" y="264"/>
                  </a:lnTo>
                  <a:lnTo>
                    <a:pt x="164" y="292"/>
                  </a:lnTo>
                  <a:lnTo>
                    <a:pt x="147" y="320"/>
                  </a:lnTo>
                  <a:lnTo>
                    <a:pt x="128" y="343"/>
                  </a:lnTo>
                  <a:lnTo>
                    <a:pt x="108" y="363"/>
                  </a:lnTo>
                  <a:lnTo>
                    <a:pt x="89" y="382"/>
                  </a:lnTo>
                  <a:lnTo>
                    <a:pt x="67" y="395"/>
                  </a:lnTo>
                  <a:lnTo>
                    <a:pt x="45" y="406"/>
                  </a:lnTo>
                  <a:lnTo>
                    <a:pt x="23" y="411"/>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3884" name="Freeform 58"/>
            <p:cNvSpPr>
              <a:spLocks/>
            </p:cNvSpPr>
            <p:nvPr/>
          </p:nvSpPr>
          <p:spPr bwMode="auto">
            <a:xfrm>
              <a:off x="1091" y="2172"/>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4" y="86"/>
                  </a:lnTo>
                  <a:lnTo>
                    <a:pt x="10" y="125"/>
                  </a:lnTo>
                  <a:lnTo>
                    <a:pt x="18" y="164"/>
                  </a:lnTo>
                  <a:lnTo>
                    <a:pt x="29" y="202"/>
                  </a:lnTo>
                  <a:lnTo>
                    <a:pt x="41" y="236"/>
                  </a:lnTo>
                  <a:lnTo>
                    <a:pt x="55" y="268"/>
                  </a:lnTo>
                  <a:lnTo>
                    <a:pt x="70" y="299"/>
                  </a:lnTo>
                  <a:lnTo>
                    <a:pt x="89" y="327"/>
                  </a:lnTo>
                  <a:lnTo>
                    <a:pt x="106" y="350"/>
                  </a:lnTo>
                  <a:lnTo>
                    <a:pt x="126" y="373"/>
                  </a:lnTo>
                  <a:lnTo>
                    <a:pt x="148" y="392"/>
                  </a:lnTo>
                  <a:lnTo>
                    <a:pt x="171" y="407"/>
                  </a:lnTo>
                  <a:lnTo>
                    <a:pt x="194" y="417"/>
                  </a:lnTo>
                  <a:lnTo>
                    <a:pt x="219" y="423"/>
                  </a:lnTo>
                  <a:lnTo>
                    <a:pt x="245" y="426"/>
                  </a:lnTo>
                  <a:lnTo>
                    <a:pt x="245" y="414"/>
                  </a:lnTo>
                  <a:lnTo>
                    <a:pt x="221" y="411"/>
                  </a:lnTo>
                  <a:lnTo>
                    <a:pt x="199" y="406"/>
                  </a:lnTo>
                  <a:lnTo>
                    <a:pt x="178" y="395"/>
                  </a:lnTo>
                  <a:lnTo>
                    <a:pt x="155" y="382"/>
                  </a:lnTo>
                  <a:lnTo>
                    <a:pt x="136" y="363"/>
                  </a:lnTo>
                  <a:lnTo>
                    <a:pt x="116" y="343"/>
                  </a:lnTo>
                  <a:lnTo>
                    <a:pt x="98" y="320"/>
                  </a:lnTo>
                  <a:lnTo>
                    <a:pt x="82" y="292"/>
                  </a:lnTo>
                  <a:lnTo>
                    <a:pt x="66" y="264"/>
                  </a:lnTo>
                  <a:lnTo>
                    <a:pt x="52" y="231"/>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3885" name="Freeform 59"/>
            <p:cNvSpPr>
              <a:spLocks/>
            </p:cNvSpPr>
            <p:nvPr/>
          </p:nvSpPr>
          <p:spPr bwMode="auto">
            <a:xfrm>
              <a:off x="1091" y="2087"/>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4" y="8"/>
                  </a:lnTo>
                  <a:lnTo>
                    <a:pt x="171" y="18"/>
                  </a:lnTo>
                  <a:lnTo>
                    <a:pt x="148" y="34"/>
                  </a:lnTo>
                  <a:lnTo>
                    <a:pt x="126" y="51"/>
                  </a:lnTo>
                  <a:lnTo>
                    <a:pt x="106" y="73"/>
                  </a:lnTo>
                  <a:lnTo>
                    <a:pt x="89" y="98"/>
                  </a:lnTo>
                  <a:lnTo>
                    <a:pt x="71" y="125"/>
                  </a:lnTo>
                  <a:lnTo>
                    <a:pt x="55" y="155"/>
                  </a:lnTo>
                  <a:lnTo>
                    <a:pt x="41" y="188"/>
                  </a:lnTo>
                  <a:lnTo>
                    <a:pt x="29" y="222"/>
                  </a:lnTo>
                  <a:lnTo>
                    <a:pt x="18" y="261"/>
                  </a:lnTo>
                  <a:lnTo>
                    <a:pt x="10" y="298"/>
                  </a:lnTo>
                  <a:lnTo>
                    <a:pt x="4" y="338"/>
                  </a:lnTo>
                  <a:lnTo>
                    <a:pt x="1" y="382"/>
                  </a:lnTo>
                  <a:lnTo>
                    <a:pt x="0" y="424"/>
                  </a:lnTo>
                  <a:lnTo>
                    <a:pt x="11" y="424"/>
                  </a:lnTo>
                  <a:lnTo>
                    <a:pt x="13" y="382"/>
                  </a:lnTo>
                  <a:lnTo>
                    <a:pt x="16" y="341"/>
                  </a:lnTo>
                  <a:lnTo>
                    <a:pt x="22" y="301"/>
                  </a:lnTo>
                  <a:lnTo>
                    <a:pt x="30" y="263"/>
                  </a:lnTo>
                  <a:lnTo>
                    <a:pt x="41" y="227"/>
                  </a:lnTo>
                  <a:lnTo>
                    <a:pt x="52" y="193"/>
                  </a:lnTo>
                  <a:lnTo>
                    <a:pt x="66" y="160"/>
                  </a:lnTo>
                  <a:lnTo>
                    <a:pt x="80" y="132"/>
                  </a:lnTo>
                  <a:lnTo>
                    <a:pt x="98" y="105"/>
                  </a:lnTo>
                  <a:lnTo>
                    <a:pt x="116" y="80"/>
                  </a:lnTo>
                  <a:lnTo>
                    <a:pt x="136" y="60"/>
                  </a:lnTo>
                  <a:lnTo>
                    <a:pt x="155" y="43"/>
                  </a:lnTo>
                  <a:lnTo>
                    <a:pt x="178" y="30"/>
                  </a:lnTo>
                  <a:lnTo>
                    <a:pt x="199" y="19"/>
                  </a:lnTo>
                  <a:lnTo>
                    <a:pt x="221" y="14"/>
                  </a:lnTo>
                  <a:lnTo>
                    <a:pt x="245" y="11"/>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3886" name="Freeform 60"/>
            <p:cNvSpPr>
              <a:spLocks/>
            </p:cNvSpPr>
            <p:nvPr/>
          </p:nvSpPr>
          <p:spPr bwMode="auto">
            <a:xfrm>
              <a:off x="1392" y="2118"/>
              <a:ext cx="49" cy="85"/>
            </a:xfrm>
            <a:custGeom>
              <a:avLst/>
              <a:gdLst>
                <a:gd name="T0" fmla="*/ 2 w 246"/>
                <a:gd name="T1" fmla="*/ 3 h 426"/>
                <a:gd name="T2" fmla="*/ 2 w 246"/>
                <a:gd name="T3" fmla="*/ 3 h 426"/>
                <a:gd name="T4" fmla="*/ 2 w 246"/>
                <a:gd name="T5" fmla="*/ 3 h 426"/>
                <a:gd name="T6" fmla="*/ 2 w 246"/>
                <a:gd name="T7" fmla="*/ 3 h 426"/>
                <a:gd name="T8" fmla="*/ 2 w 246"/>
                <a:gd name="T9" fmla="*/ 2 h 426"/>
                <a:gd name="T10" fmla="*/ 2 w 246"/>
                <a:gd name="T11" fmla="*/ 2 h 426"/>
                <a:gd name="T12" fmla="*/ 2 w 246"/>
                <a:gd name="T13" fmla="*/ 2 h 426"/>
                <a:gd name="T14" fmla="*/ 2 w 246"/>
                <a:gd name="T15" fmla="*/ 2 h 426"/>
                <a:gd name="T16" fmla="*/ 2 w 246"/>
                <a:gd name="T17" fmla="*/ 1 h 426"/>
                <a:gd name="T18" fmla="*/ 1 w 246"/>
                <a:gd name="T19" fmla="*/ 1 h 426"/>
                <a:gd name="T20" fmla="*/ 1 w 246"/>
                <a:gd name="T21" fmla="*/ 1 h 426"/>
                <a:gd name="T22" fmla="*/ 1 w 246"/>
                <a:gd name="T23" fmla="*/ 1 h 426"/>
                <a:gd name="T24" fmla="*/ 1 w 246"/>
                <a:gd name="T25" fmla="*/ 0 h 426"/>
                <a:gd name="T26" fmla="*/ 1 w 246"/>
                <a:gd name="T27" fmla="*/ 0 h 426"/>
                <a:gd name="T28" fmla="*/ 1 w 246"/>
                <a:gd name="T29" fmla="*/ 0 h 426"/>
                <a:gd name="T30" fmla="*/ 0 w 246"/>
                <a:gd name="T31" fmla="*/ 0 h 426"/>
                <a:gd name="T32" fmla="*/ 0 w 246"/>
                <a:gd name="T33" fmla="*/ 0 h 426"/>
                <a:gd name="T34" fmla="*/ 0 w 246"/>
                <a:gd name="T35" fmla="*/ 0 h 426"/>
                <a:gd name="T36" fmla="*/ 0 w 246"/>
                <a:gd name="T37" fmla="*/ 0 h 426"/>
                <a:gd name="T38" fmla="*/ 0 w 246"/>
                <a:gd name="T39" fmla="*/ 0 h 426"/>
                <a:gd name="T40" fmla="*/ 0 w 246"/>
                <a:gd name="T41" fmla="*/ 0 h 426"/>
                <a:gd name="T42" fmla="*/ 1 w 246"/>
                <a:gd name="T43" fmla="*/ 0 h 426"/>
                <a:gd name="T44" fmla="*/ 1 w 246"/>
                <a:gd name="T45" fmla="*/ 0 h 426"/>
                <a:gd name="T46" fmla="*/ 1 w 246"/>
                <a:gd name="T47" fmla="*/ 1 h 426"/>
                <a:gd name="T48" fmla="*/ 1 w 246"/>
                <a:gd name="T49" fmla="*/ 1 h 426"/>
                <a:gd name="T50" fmla="*/ 1 w 246"/>
                <a:gd name="T51" fmla="*/ 1 h 426"/>
                <a:gd name="T52" fmla="*/ 1 w 246"/>
                <a:gd name="T53" fmla="*/ 1 h 426"/>
                <a:gd name="T54" fmla="*/ 1 w 246"/>
                <a:gd name="T55" fmla="*/ 1 h 426"/>
                <a:gd name="T56" fmla="*/ 2 w 246"/>
                <a:gd name="T57" fmla="*/ 2 h 426"/>
                <a:gd name="T58" fmla="*/ 2 w 246"/>
                <a:gd name="T59" fmla="*/ 2 h 426"/>
                <a:gd name="T60" fmla="*/ 2 w 246"/>
                <a:gd name="T61" fmla="*/ 2 h 426"/>
                <a:gd name="T62" fmla="*/ 2 w 246"/>
                <a:gd name="T63" fmla="*/ 2 h 426"/>
                <a:gd name="T64" fmla="*/ 2 w 246"/>
                <a:gd name="T65" fmla="*/ 3 h 426"/>
                <a:gd name="T66" fmla="*/ 2 w 246"/>
                <a:gd name="T67" fmla="*/ 3 h 426"/>
                <a:gd name="T68" fmla="*/ 2 w 246"/>
                <a:gd name="T69" fmla="*/ 3 h 426"/>
                <a:gd name="T70" fmla="*/ 2 w 246"/>
                <a:gd name="T71" fmla="*/ 3 h 426"/>
                <a:gd name="T72" fmla="*/ 2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246" y="426"/>
                  </a:moveTo>
                  <a:lnTo>
                    <a:pt x="246" y="426"/>
                  </a:lnTo>
                  <a:lnTo>
                    <a:pt x="245" y="384"/>
                  </a:lnTo>
                  <a:lnTo>
                    <a:pt x="242" y="340"/>
                  </a:lnTo>
                  <a:lnTo>
                    <a:pt x="236" y="301"/>
                  </a:lnTo>
                  <a:lnTo>
                    <a:pt x="228" y="262"/>
                  </a:lnTo>
                  <a:lnTo>
                    <a:pt x="217" y="224"/>
                  </a:lnTo>
                  <a:lnTo>
                    <a:pt x="205" y="190"/>
                  </a:lnTo>
                  <a:lnTo>
                    <a:pt x="191" y="158"/>
                  </a:lnTo>
                  <a:lnTo>
                    <a:pt x="176" y="126"/>
                  </a:lnTo>
                  <a:lnTo>
                    <a:pt x="157" y="99"/>
                  </a:lnTo>
                  <a:lnTo>
                    <a:pt x="139" y="75"/>
                  </a:lnTo>
                  <a:lnTo>
                    <a:pt x="119" y="53"/>
                  </a:lnTo>
                  <a:lnTo>
                    <a:pt x="96" y="34"/>
                  </a:lnTo>
                  <a:lnTo>
                    <a:pt x="75" y="19"/>
                  </a:lnTo>
                  <a:lnTo>
                    <a:pt x="51" y="9"/>
                  </a:lnTo>
                  <a:lnTo>
                    <a:pt x="26" y="3"/>
                  </a:lnTo>
                  <a:lnTo>
                    <a:pt x="0" y="0"/>
                  </a:lnTo>
                  <a:lnTo>
                    <a:pt x="0" y="12"/>
                  </a:lnTo>
                  <a:lnTo>
                    <a:pt x="24" y="15"/>
                  </a:lnTo>
                  <a:lnTo>
                    <a:pt x="46" y="20"/>
                  </a:lnTo>
                  <a:lnTo>
                    <a:pt x="68" y="31"/>
                  </a:lnTo>
                  <a:lnTo>
                    <a:pt x="89" y="44"/>
                  </a:lnTo>
                  <a:lnTo>
                    <a:pt x="109" y="63"/>
                  </a:lnTo>
                  <a:lnTo>
                    <a:pt x="129" y="83"/>
                  </a:lnTo>
                  <a:lnTo>
                    <a:pt x="148" y="106"/>
                  </a:lnTo>
                  <a:lnTo>
                    <a:pt x="164" y="133"/>
                  </a:lnTo>
                  <a:lnTo>
                    <a:pt x="180" y="162"/>
                  </a:lnTo>
                  <a:lnTo>
                    <a:pt x="194" y="195"/>
                  </a:lnTo>
                  <a:lnTo>
                    <a:pt x="205" y="229"/>
                  </a:lnTo>
                  <a:lnTo>
                    <a:pt x="216" y="264"/>
                  </a:lnTo>
                  <a:lnTo>
                    <a:pt x="224" y="303"/>
                  </a:lnTo>
                  <a:lnTo>
                    <a:pt x="230" y="343"/>
                  </a:lnTo>
                  <a:lnTo>
                    <a:pt x="233" y="384"/>
                  </a:lnTo>
                  <a:lnTo>
                    <a:pt x="235" y="426"/>
                  </a:lnTo>
                  <a:lnTo>
                    <a:pt x="246"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3887" name="Freeform 61"/>
            <p:cNvSpPr>
              <a:spLocks/>
            </p:cNvSpPr>
            <p:nvPr/>
          </p:nvSpPr>
          <p:spPr bwMode="auto">
            <a:xfrm>
              <a:off x="1392" y="2203"/>
              <a:ext cx="49" cy="85"/>
            </a:xfrm>
            <a:custGeom>
              <a:avLst/>
              <a:gdLst>
                <a:gd name="T0" fmla="*/ 0 w 246"/>
                <a:gd name="T1" fmla="*/ 3 h 424"/>
                <a:gd name="T2" fmla="*/ 0 w 246"/>
                <a:gd name="T3" fmla="*/ 3 h 424"/>
                <a:gd name="T4" fmla="*/ 0 w 246"/>
                <a:gd name="T5" fmla="*/ 3 h 424"/>
                <a:gd name="T6" fmla="*/ 0 w 246"/>
                <a:gd name="T7" fmla="*/ 3 h 424"/>
                <a:gd name="T8" fmla="*/ 1 w 246"/>
                <a:gd name="T9" fmla="*/ 3 h 424"/>
                <a:gd name="T10" fmla="*/ 1 w 246"/>
                <a:gd name="T11" fmla="*/ 3 h 424"/>
                <a:gd name="T12" fmla="*/ 1 w 246"/>
                <a:gd name="T13" fmla="*/ 3 h 424"/>
                <a:gd name="T14" fmla="*/ 1 w 246"/>
                <a:gd name="T15" fmla="*/ 3 h 424"/>
                <a:gd name="T16" fmla="*/ 1 w 246"/>
                <a:gd name="T17" fmla="*/ 3 h 424"/>
                <a:gd name="T18" fmla="*/ 1 w 246"/>
                <a:gd name="T19" fmla="*/ 2 h 424"/>
                <a:gd name="T20" fmla="*/ 2 w 246"/>
                <a:gd name="T21" fmla="*/ 2 h 424"/>
                <a:gd name="T22" fmla="*/ 2 w 246"/>
                <a:gd name="T23" fmla="*/ 2 h 424"/>
                <a:gd name="T24" fmla="*/ 2 w 246"/>
                <a:gd name="T25" fmla="*/ 2 h 424"/>
                <a:gd name="T26" fmla="*/ 2 w 246"/>
                <a:gd name="T27" fmla="*/ 1 h 424"/>
                <a:gd name="T28" fmla="*/ 2 w 246"/>
                <a:gd name="T29" fmla="*/ 1 h 424"/>
                <a:gd name="T30" fmla="*/ 2 w 246"/>
                <a:gd name="T31" fmla="*/ 1 h 424"/>
                <a:gd name="T32" fmla="*/ 2 w 246"/>
                <a:gd name="T33" fmla="*/ 0 h 424"/>
                <a:gd name="T34" fmla="*/ 2 w 246"/>
                <a:gd name="T35" fmla="*/ 0 h 424"/>
                <a:gd name="T36" fmla="*/ 2 w 246"/>
                <a:gd name="T37" fmla="*/ 0 h 424"/>
                <a:gd name="T38" fmla="*/ 2 w 246"/>
                <a:gd name="T39" fmla="*/ 0 h 424"/>
                <a:gd name="T40" fmla="*/ 2 w 246"/>
                <a:gd name="T41" fmla="*/ 1 h 424"/>
                <a:gd name="T42" fmla="*/ 2 w 246"/>
                <a:gd name="T43" fmla="*/ 1 h 424"/>
                <a:gd name="T44" fmla="*/ 2 w 246"/>
                <a:gd name="T45" fmla="*/ 1 h 424"/>
                <a:gd name="T46" fmla="*/ 2 w 246"/>
                <a:gd name="T47" fmla="*/ 2 h 424"/>
                <a:gd name="T48" fmla="*/ 2 w 246"/>
                <a:gd name="T49" fmla="*/ 2 h 424"/>
                <a:gd name="T50" fmla="*/ 1 w 246"/>
                <a:gd name="T51" fmla="*/ 2 h 424"/>
                <a:gd name="T52" fmla="*/ 1 w 246"/>
                <a:gd name="T53" fmla="*/ 2 h 424"/>
                <a:gd name="T54" fmla="*/ 1 w 246"/>
                <a:gd name="T55" fmla="*/ 3 h 424"/>
                <a:gd name="T56" fmla="*/ 1 w 246"/>
                <a:gd name="T57" fmla="*/ 3 h 424"/>
                <a:gd name="T58" fmla="*/ 1 w 246"/>
                <a:gd name="T59" fmla="*/ 3 h 424"/>
                <a:gd name="T60" fmla="*/ 1 w 246"/>
                <a:gd name="T61" fmla="*/ 3 h 424"/>
                <a:gd name="T62" fmla="*/ 1 w 246"/>
                <a:gd name="T63" fmla="*/ 3 h 424"/>
                <a:gd name="T64" fmla="*/ 0 w 246"/>
                <a:gd name="T65" fmla="*/ 3 h 424"/>
                <a:gd name="T66" fmla="*/ 0 w 246"/>
                <a:gd name="T67" fmla="*/ 3 h 424"/>
                <a:gd name="T68" fmla="*/ 0 w 246"/>
                <a:gd name="T69" fmla="*/ 3 h 424"/>
                <a:gd name="T70" fmla="*/ 0 w 246"/>
                <a:gd name="T71" fmla="*/ 3 h 424"/>
                <a:gd name="T72" fmla="*/ 0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0" y="424"/>
                  </a:moveTo>
                  <a:lnTo>
                    <a:pt x="0" y="424"/>
                  </a:lnTo>
                  <a:lnTo>
                    <a:pt x="26" y="422"/>
                  </a:lnTo>
                  <a:lnTo>
                    <a:pt x="51" y="416"/>
                  </a:lnTo>
                  <a:lnTo>
                    <a:pt x="75" y="406"/>
                  </a:lnTo>
                  <a:lnTo>
                    <a:pt x="96" y="390"/>
                  </a:lnTo>
                  <a:lnTo>
                    <a:pt x="119" y="373"/>
                  </a:lnTo>
                  <a:lnTo>
                    <a:pt x="139" y="351"/>
                  </a:lnTo>
                  <a:lnTo>
                    <a:pt x="157" y="326"/>
                  </a:lnTo>
                  <a:lnTo>
                    <a:pt x="175" y="299"/>
                  </a:lnTo>
                  <a:lnTo>
                    <a:pt x="191" y="269"/>
                  </a:lnTo>
                  <a:lnTo>
                    <a:pt x="205" y="236"/>
                  </a:lnTo>
                  <a:lnTo>
                    <a:pt x="217" y="202"/>
                  </a:lnTo>
                  <a:lnTo>
                    <a:pt x="228" y="163"/>
                  </a:lnTo>
                  <a:lnTo>
                    <a:pt x="236" y="125"/>
                  </a:lnTo>
                  <a:lnTo>
                    <a:pt x="242" y="86"/>
                  </a:lnTo>
                  <a:lnTo>
                    <a:pt x="245" y="42"/>
                  </a:lnTo>
                  <a:lnTo>
                    <a:pt x="246" y="0"/>
                  </a:lnTo>
                  <a:lnTo>
                    <a:pt x="235" y="0"/>
                  </a:lnTo>
                  <a:lnTo>
                    <a:pt x="233" y="42"/>
                  </a:lnTo>
                  <a:lnTo>
                    <a:pt x="230" y="83"/>
                  </a:lnTo>
                  <a:lnTo>
                    <a:pt x="224" y="123"/>
                  </a:lnTo>
                  <a:lnTo>
                    <a:pt x="216" y="161"/>
                  </a:lnTo>
                  <a:lnTo>
                    <a:pt x="205" y="197"/>
                  </a:lnTo>
                  <a:lnTo>
                    <a:pt x="194" y="231"/>
                  </a:lnTo>
                  <a:lnTo>
                    <a:pt x="180" y="264"/>
                  </a:lnTo>
                  <a:lnTo>
                    <a:pt x="166" y="292"/>
                  </a:lnTo>
                  <a:lnTo>
                    <a:pt x="148" y="319"/>
                  </a:lnTo>
                  <a:lnTo>
                    <a:pt x="129" y="344"/>
                  </a:lnTo>
                  <a:lnTo>
                    <a:pt x="109" y="364"/>
                  </a:lnTo>
                  <a:lnTo>
                    <a:pt x="89" y="381"/>
                  </a:lnTo>
                  <a:lnTo>
                    <a:pt x="68" y="394"/>
                  </a:lnTo>
                  <a:lnTo>
                    <a:pt x="46" y="405"/>
                  </a:lnTo>
                  <a:lnTo>
                    <a:pt x="24" y="410"/>
                  </a:lnTo>
                  <a:lnTo>
                    <a:pt x="0" y="413"/>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3888" name="Freeform 62"/>
            <p:cNvSpPr>
              <a:spLocks/>
            </p:cNvSpPr>
            <p:nvPr/>
          </p:nvSpPr>
          <p:spPr bwMode="auto">
            <a:xfrm>
              <a:off x="1343" y="2203"/>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2" y="42"/>
                  </a:lnTo>
                  <a:lnTo>
                    <a:pt x="5" y="86"/>
                  </a:lnTo>
                  <a:lnTo>
                    <a:pt x="11" y="125"/>
                  </a:lnTo>
                  <a:lnTo>
                    <a:pt x="19" y="163"/>
                  </a:lnTo>
                  <a:lnTo>
                    <a:pt x="30" y="202"/>
                  </a:lnTo>
                  <a:lnTo>
                    <a:pt x="41" y="236"/>
                  </a:lnTo>
                  <a:lnTo>
                    <a:pt x="56" y="269"/>
                  </a:lnTo>
                  <a:lnTo>
                    <a:pt x="72" y="299"/>
                  </a:lnTo>
                  <a:lnTo>
                    <a:pt x="90" y="326"/>
                  </a:lnTo>
                  <a:lnTo>
                    <a:pt x="108" y="351"/>
                  </a:lnTo>
                  <a:lnTo>
                    <a:pt x="127" y="373"/>
                  </a:lnTo>
                  <a:lnTo>
                    <a:pt x="149" y="390"/>
                  </a:lnTo>
                  <a:lnTo>
                    <a:pt x="172" y="406"/>
                  </a:lnTo>
                  <a:lnTo>
                    <a:pt x="195" y="416"/>
                  </a:lnTo>
                  <a:lnTo>
                    <a:pt x="220" y="422"/>
                  </a:lnTo>
                  <a:lnTo>
                    <a:pt x="245" y="424"/>
                  </a:lnTo>
                  <a:lnTo>
                    <a:pt x="245" y="413"/>
                  </a:lnTo>
                  <a:lnTo>
                    <a:pt x="222" y="410"/>
                  </a:lnTo>
                  <a:lnTo>
                    <a:pt x="200" y="405"/>
                  </a:lnTo>
                  <a:lnTo>
                    <a:pt x="179" y="394"/>
                  </a:lnTo>
                  <a:lnTo>
                    <a:pt x="156" y="381"/>
                  </a:lnTo>
                  <a:lnTo>
                    <a:pt x="136" y="364"/>
                  </a:lnTo>
                  <a:lnTo>
                    <a:pt x="118" y="344"/>
                  </a:lnTo>
                  <a:lnTo>
                    <a:pt x="99" y="319"/>
                  </a:lnTo>
                  <a:lnTo>
                    <a:pt x="81" y="292"/>
                  </a:lnTo>
                  <a:lnTo>
                    <a:pt x="67" y="264"/>
                  </a:lnTo>
                  <a:lnTo>
                    <a:pt x="53" y="231"/>
                  </a:lnTo>
                  <a:lnTo>
                    <a:pt x="41" y="197"/>
                  </a:lnTo>
                  <a:lnTo>
                    <a:pt x="31" y="161"/>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3889" name="Freeform 63"/>
            <p:cNvSpPr>
              <a:spLocks/>
            </p:cNvSpPr>
            <p:nvPr/>
          </p:nvSpPr>
          <p:spPr bwMode="auto">
            <a:xfrm>
              <a:off x="1343" y="2118"/>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1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20" y="3"/>
                  </a:lnTo>
                  <a:lnTo>
                    <a:pt x="195" y="9"/>
                  </a:lnTo>
                  <a:lnTo>
                    <a:pt x="172" y="19"/>
                  </a:lnTo>
                  <a:lnTo>
                    <a:pt x="149" y="34"/>
                  </a:lnTo>
                  <a:lnTo>
                    <a:pt x="127" y="53"/>
                  </a:lnTo>
                  <a:lnTo>
                    <a:pt x="108" y="75"/>
                  </a:lnTo>
                  <a:lnTo>
                    <a:pt x="90" y="99"/>
                  </a:lnTo>
                  <a:lnTo>
                    <a:pt x="71" y="126"/>
                  </a:lnTo>
                  <a:lnTo>
                    <a:pt x="56" y="158"/>
                  </a:lnTo>
                  <a:lnTo>
                    <a:pt x="41" y="190"/>
                  </a:lnTo>
                  <a:lnTo>
                    <a:pt x="30" y="224"/>
                  </a:lnTo>
                  <a:lnTo>
                    <a:pt x="19" y="262"/>
                  </a:lnTo>
                  <a:lnTo>
                    <a:pt x="11" y="301"/>
                  </a:lnTo>
                  <a:lnTo>
                    <a:pt x="5" y="340"/>
                  </a:lnTo>
                  <a:lnTo>
                    <a:pt x="2" y="384"/>
                  </a:lnTo>
                  <a:lnTo>
                    <a:pt x="0" y="426"/>
                  </a:lnTo>
                  <a:lnTo>
                    <a:pt x="12" y="426"/>
                  </a:lnTo>
                  <a:lnTo>
                    <a:pt x="13" y="384"/>
                  </a:lnTo>
                  <a:lnTo>
                    <a:pt x="17" y="343"/>
                  </a:lnTo>
                  <a:lnTo>
                    <a:pt x="23" y="303"/>
                  </a:lnTo>
                  <a:lnTo>
                    <a:pt x="31" y="264"/>
                  </a:lnTo>
                  <a:lnTo>
                    <a:pt x="41" y="229"/>
                  </a:lnTo>
                  <a:lnTo>
                    <a:pt x="53" y="195"/>
                  </a:lnTo>
                  <a:lnTo>
                    <a:pt x="67" y="162"/>
                  </a:lnTo>
                  <a:lnTo>
                    <a:pt x="82" y="133"/>
                  </a:lnTo>
                  <a:lnTo>
                    <a:pt x="99" y="106"/>
                  </a:lnTo>
                  <a:lnTo>
                    <a:pt x="118" y="83"/>
                  </a:lnTo>
                  <a:lnTo>
                    <a:pt x="136" y="63"/>
                  </a:lnTo>
                  <a:lnTo>
                    <a:pt x="156" y="44"/>
                  </a:lnTo>
                  <a:lnTo>
                    <a:pt x="179" y="31"/>
                  </a:lnTo>
                  <a:lnTo>
                    <a:pt x="200" y="20"/>
                  </a:lnTo>
                  <a:lnTo>
                    <a:pt x="222" y="15"/>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3890" name="Freeform 64"/>
            <p:cNvSpPr>
              <a:spLocks/>
            </p:cNvSpPr>
            <p:nvPr/>
          </p:nvSpPr>
          <p:spPr bwMode="auto">
            <a:xfrm>
              <a:off x="1384" y="1859"/>
              <a:ext cx="49" cy="84"/>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1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3" y="382"/>
                  </a:lnTo>
                  <a:lnTo>
                    <a:pt x="240" y="339"/>
                  </a:lnTo>
                  <a:lnTo>
                    <a:pt x="234" y="299"/>
                  </a:lnTo>
                  <a:lnTo>
                    <a:pt x="226" y="261"/>
                  </a:lnTo>
                  <a:lnTo>
                    <a:pt x="215" y="222"/>
                  </a:lnTo>
                  <a:lnTo>
                    <a:pt x="204" y="188"/>
                  </a:lnTo>
                  <a:lnTo>
                    <a:pt x="189" y="156"/>
                  </a:lnTo>
                  <a:lnTo>
                    <a:pt x="173" y="125"/>
                  </a:lnTo>
                  <a:lnTo>
                    <a:pt x="155" y="98"/>
                  </a:lnTo>
                  <a:lnTo>
                    <a:pt x="138" y="74"/>
                  </a:lnTo>
                  <a:lnTo>
                    <a:pt x="118" y="51"/>
                  </a:lnTo>
                  <a:lnTo>
                    <a:pt x="96" y="34"/>
                  </a:lnTo>
                  <a:lnTo>
                    <a:pt x="73" y="18"/>
                  </a:lnTo>
                  <a:lnTo>
                    <a:pt x="50" y="8"/>
                  </a:lnTo>
                  <a:lnTo>
                    <a:pt x="25" y="2"/>
                  </a:lnTo>
                  <a:lnTo>
                    <a:pt x="0" y="0"/>
                  </a:lnTo>
                  <a:lnTo>
                    <a:pt x="0" y="11"/>
                  </a:lnTo>
                  <a:lnTo>
                    <a:pt x="23" y="14"/>
                  </a:lnTo>
                  <a:lnTo>
                    <a:pt x="45" y="20"/>
                  </a:lnTo>
                  <a:lnTo>
                    <a:pt x="66" y="30"/>
                  </a:lnTo>
                  <a:lnTo>
                    <a:pt x="89" y="43"/>
                  </a:lnTo>
                  <a:lnTo>
                    <a:pt x="109" y="61"/>
                  </a:lnTo>
                  <a:lnTo>
                    <a:pt x="129" y="81"/>
                  </a:lnTo>
                  <a:lnTo>
                    <a:pt x="146" y="105"/>
                  </a:lnTo>
                  <a:lnTo>
                    <a:pt x="164" y="132"/>
                  </a:lnTo>
                  <a:lnTo>
                    <a:pt x="178" y="160"/>
                  </a:lnTo>
                  <a:lnTo>
                    <a:pt x="192" y="193"/>
                  </a:lnTo>
                  <a:lnTo>
                    <a:pt x="204" y="227"/>
                  </a:lnTo>
                  <a:lnTo>
                    <a:pt x="214" y="264"/>
                  </a:lnTo>
                  <a:lnTo>
                    <a:pt x="222" y="301"/>
                  </a:lnTo>
                  <a:lnTo>
                    <a:pt x="228"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3891" name="Freeform 65"/>
            <p:cNvSpPr>
              <a:spLocks/>
            </p:cNvSpPr>
            <p:nvPr/>
          </p:nvSpPr>
          <p:spPr bwMode="auto">
            <a:xfrm>
              <a:off x="1384" y="1943"/>
              <a:ext cx="49" cy="86"/>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5" y="423"/>
                  </a:lnTo>
                  <a:lnTo>
                    <a:pt x="50" y="418"/>
                  </a:lnTo>
                  <a:lnTo>
                    <a:pt x="73" y="407"/>
                  </a:lnTo>
                  <a:lnTo>
                    <a:pt x="96" y="392"/>
                  </a:lnTo>
                  <a:lnTo>
                    <a:pt x="118" y="374"/>
                  </a:lnTo>
                  <a:lnTo>
                    <a:pt x="138" y="352"/>
                  </a:lnTo>
                  <a:lnTo>
                    <a:pt x="155" y="327"/>
                  </a:lnTo>
                  <a:lnTo>
                    <a:pt x="174" y="300"/>
                  </a:lnTo>
                  <a:lnTo>
                    <a:pt x="189" y="269"/>
                  </a:lnTo>
                  <a:lnTo>
                    <a:pt x="204" y="237"/>
                  </a:lnTo>
                  <a:lnTo>
                    <a:pt x="215" y="202"/>
                  </a:lnTo>
                  <a:lnTo>
                    <a:pt x="226" y="164"/>
                  </a:lnTo>
                  <a:lnTo>
                    <a:pt x="234" y="126"/>
                  </a:lnTo>
                  <a:lnTo>
                    <a:pt x="240" y="86"/>
                  </a:lnTo>
                  <a:lnTo>
                    <a:pt x="243" y="42"/>
                  </a:lnTo>
                  <a:lnTo>
                    <a:pt x="245" y="0"/>
                  </a:lnTo>
                  <a:lnTo>
                    <a:pt x="233" y="0"/>
                  </a:lnTo>
                  <a:lnTo>
                    <a:pt x="232" y="42"/>
                  </a:lnTo>
                  <a:lnTo>
                    <a:pt x="228" y="83"/>
                  </a:lnTo>
                  <a:lnTo>
                    <a:pt x="222" y="123"/>
                  </a:lnTo>
                  <a:lnTo>
                    <a:pt x="214" y="162"/>
                  </a:lnTo>
                  <a:lnTo>
                    <a:pt x="204" y="197"/>
                  </a:lnTo>
                  <a:lnTo>
                    <a:pt x="192" y="232"/>
                  </a:lnTo>
                  <a:lnTo>
                    <a:pt x="178" y="264"/>
                  </a:lnTo>
                  <a:lnTo>
                    <a:pt x="163" y="293"/>
                  </a:lnTo>
                  <a:lnTo>
                    <a:pt x="146" y="320"/>
                  </a:lnTo>
                  <a:lnTo>
                    <a:pt x="129" y="345"/>
                  </a:lnTo>
                  <a:lnTo>
                    <a:pt x="109" y="365"/>
                  </a:lnTo>
                  <a:lnTo>
                    <a:pt x="89" y="382"/>
                  </a:lnTo>
                  <a:lnTo>
                    <a:pt x="66" y="395"/>
                  </a:lnTo>
                  <a:lnTo>
                    <a:pt x="45" y="406"/>
                  </a:lnTo>
                  <a:lnTo>
                    <a:pt x="23"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3892" name="Freeform 66"/>
            <p:cNvSpPr>
              <a:spLocks/>
            </p:cNvSpPr>
            <p:nvPr/>
          </p:nvSpPr>
          <p:spPr bwMode="auto">
            <a:xfrm>
              <a:off x="1335" y="1943"/>
              <a:ext cx="49" cy="86"/>
            </a:xfrm>
            <a:custGeom>
              <a:avLst/>
              <a:gdLst>
                <a:gd name="T0" fmla="*/ 0 w 246"/>
                <a:gd name="T1" fmla="*/ 0 h 426"/>
                <a:gd name="T2" fmla="*/ 0 w 246"/>
                <a:gd name="T3" fmla="*/ 0 h 426"/>
                <a:gd name="T4" fmla="*/ 0 w 246"/>
                <a:gd name="T5" fmla="*/ 0 h 426"/>
                <a:gd name="T6" fmla="*/ 0 w 246"/>
                <a:gd name="T7" fmla="*/ 1 h 426"/>
                <a:gd name="T8" fmla="*/ 0 w 246"/>
                <a:gd name="T9" fmla="*/ 1 h 426"/>
                <a:gd name="T10" fmla="*/ 0 w 246"/>
                <a:gd name="T11" fmla="*/ 1 h 426"/>
                <a:gd name="T12" fmla="*/ 0 w 246"/>
                <a:gd name="T13" fmla="*/ 2 h 426"/>
                <a:gd name="T14" fmla="*/ 0 w 246"/>
                <a:gd name="T15" fmla="*/ 2 h 426"/>
                <a:gd name="T16" fmla="*/ 0 w 246"/>
                <a:gd name="T17" fmla="*/ 2 h 426"/>
                <a:gd name="T18" fmla="*/ 1 w 246"/>
                <a:gd name="T19" fmla="*/ 2 h 426"/>
                <a:gd name="T20" fmla="*/ 1 w 246"/>
                <a:gd name="T21" fmla="*/ 3 h 426"/>
                <a:gd name="T22" fmla="*/ 1 w 246"/>
                <a:gd name="T23" fmla="*/ 3 h 426"/>
                <a:gd name="T24" fmla="*/ 1 w 246"/>
                <a:gd name="T25" fmla="*/ 3 h 426"/>
                <a:gd name="T26" fmla="*/ 1 w 246"/>
                <a:gd name="T27" fmla="*/ 3 h 426"/>
                <a:gd name="T28" fmla="*/ 1 w 246"/>
                <a:gd name="T29" fmla="*/ 3 h 426"/>
                <a:gd name="T30" fmla="*/ 2 w 246"/>
                <a:gd name="T31" fmla="*/ 3 h 426"/>
                <a:gd name="T32" fmla="*/ 2 w 246"/>
                <a:gd name="T33" fmla="*/ 3 h 426"/>
                <a:gd name="T34" fmla="*/ 2 w 246"/>
                <a:gd name="T35" fmla="*/ 3 h 426"/>
                <a:gd name="T36" fmla="*/ 2 w 246"/>
                <a:gd name="T37" fmla="*/ 3 h 426"/>
                <a:gd name="T38" fmla="*/ 2 w 246"/>
                <a:gd name="T39" fmla="*/ 3 h 426"/>
                <a:gd name="T40" fmla="*/ 2 w 246"/>
                <a:gd name="T41" fmla="*/ 3 h 426"/>
                <a:gd name="T42" fmla="*/ 1 w 246"/>
                <a:gd name="T43" fmla="*/ 3 h 426"/>
                <a:gd name="T44" fmla="*/ 1 w 246"/>
                <a:gd name="T45" fmla="*/ 3 h 426"/>
                <a:gd name="T46" fmla="*/ 1 w 246"/>
                <a:gd name="T47" fmla="*/ 3 h 426"/>
                <a:gd name="T48" fmla="*/ 1 w 246"/>
                <a:gd name="T49" fmla="*/ 3 h 426"/>
                <a:gd name="T50" fmla="*/ 1 w 246"/>
                <a:gd name="T51" fmla="*/ 3 h 426"/>
                <a:gd name="T52" fmla="*/ 1 w 246"/>
                <a:gd name="T53" fmla="*/ 2 h 426"/>
                <a:gd name="T54" fmla="*/ 1 w 246"/>
                <a:gd name="T55" fmla="*/ 2 h 426"/>
                <a:gd name="T56" fmla="*/ 0 w 246"/>
                <a:gd name="T57" fmla="*/ 2 h 426"/>
                <a:gd name="T58" fmla="*/ 0 w 246"/>
                <a:gd name="T59" fmla="*/ 2 h 426"/>
                <a:gd name="T60" fmla="*/ 0 w 246"/>
                <a:gd name="T61" fmla="*/ 1 h 426"/>
                <a:gd name="T62" fmla="*/ 0 w 246"/>
                <a:gd name="T63" fmla="*/ 1 h 426"/>
                <a:gd name="T64" fmla="*/ 0 w 246"/>
                <a:gd name="T65" fmla="*/ 1 h 426"/>
                <a:gd name="T66" fmla="*/ 0 w 246"/>
                <a:gd name="T67" fmla="*/ 0 h 426"/>
                <a:gd name="T68" fmla="*/ 0 w 246"/>
                <a:gd name="T69" fmla="*/ 0 h 426"/>
                <a:gd name="T70" fmla="*/ 0 w 246"/>
                <a:gd name="T71" fmla="*/ 0 h 426"/>
                <a:gd name="T72" fmla="*/ 0 w 246"/>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0"/>
                  </a:moveTo>
                  <a:lnTo>
                    <a:pt x="0" y="0"/>
                  </a:lnTo>
                  <a:lnTo>
                    <a:pt x="1" y="42"/>
                  </a:lnTo>
                  <a:lnTo>
                    <a:pt x="4" y="86"/>
                  </a:lnTo>
                  <a:lnTo>
                    <a:pt x="10" y="126"/>
                  </a:lnTo>
                  <a:lnTo>
                    <a:pt x="18" y="164"/>
                  </a:lnTo>
                  <a:lnTo>
                    <a:pt x="29" y="202"/>
                  </a:lnTo>
                  <a:lnTo>
                    <a:pt x="41" y="237"/>
                  </a:lnTo>
                  <a:lnTo>
                    <a:pt x="55" y="269"/>
                  </a:lnTo>
                  <a:lnTo>
                    <a:pt x="71" y="300"/>
                  </a:lnTo>
                  <a:lnTo>
                    <a:pt x="89" y="327"/>
                  </a:lnTo>
                  <a:lnTo>
                    <a:pt x="107" y="352"/>
                  </a:lnTo>
                  <a:lnTo>
                    <a:pt x="127" y="374"/>
                  </a:lnTo>
                  <a:lnTo>
                    <a:pt x="150" y="392"/>
                  </a:lnTo>
                  <a:lnTo>
                    <a:pt x="171" y="407"/>
                  </a:lnTo>
                  <a:lnTo>
                    <a:pt x="195" y="418"/>
                  </a:lnTo>
                  <a:lnTo>
                    <a:pt x="220" y="423"/>
                  </a:lnTo>
                  <a:lnTo>
                    <a:pt x="246" y="426"/>
                  </a:lnTo>
                  <a:lnTo>
                    <a:pt x="246" y="414"/>
                  </a:lnTo>
                  <a:lnTo>
                    <a:pt x="222" y="412"/>
                  </a:lnTo>
                  <a:lnTo>
                    <a:pt x="200" y="406"/>
                  </a:lnTo>
                  <a:lnTo>
                    <a:pt x="178" y="395"/>
                  </a:lnTo>
                  <a:lnTo>
                    <a:pt x="157" y="382"/>
                  </a:lnTo>
                  <a:lnTo>
                    <a:pt x="137" y="365"/>
                  </a:lnTo>
                  <a:lnTo>
                    <a:pt x="117" y="345"/>
                  </a:lnTo>
                  <a:lnTo>
                    <a:pt x="98" y="320"/>
                  </a:lnTo>
                  <a:lnTo>
                    <a:pt x="83" y="293"/>
                  </a:lnTo>
                  <a:lnTo>
                    <a:pt x="66" y="264"/>
                  </a:lnTo>
                  <a:lnTo>
                    <a:pt x="52" y="232"/>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3893" name="Freeform 67"/>
            <p:cNvSpPr>
              <a:spLocks/>
            </p:cNvSpPr>
            <p:nvPr/>
          </p:nvSpPr>
          <p:spPr bwMode="auto">
            <a:xfrm>
              <a:off x="1335" y="1859"/>
              <a:ext cx="49" cy="84"/>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1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0" y="2"/>
                  </a:lnTo>
                  <a:lnTo>
                    <a:pt x="195" y="8"/>
                  </a:lnTo>
                  <a:lnTo>
                    <a:pt x="171" y="18"/>
                  </a:lnTo>
                  <a:lnTo>
                    <a:pt x="150" y="34"/>
                  </a:lnTo>
                  <a:lnTo>
                    <a:pt x="127" y="51"/>
                  </a:lnTo>
                  <a:lnTo>
                    <a:pt x="107" y="74"/>
                  </a:lnTo>
                  <a:lnTo>
                    <a:pt x="89" y="98"/>
                  </a:lnTo>
                  <a:lnTo>
                    <a:pt x="72" y="125"/>
                  </a:lnTo>
                  <a:lnTo>
                    <a:pt x="55" y="156"/>
                  </a:lnTo>
                  <a:lnTo>
                    <a:pt x="41" y="188"/>
                  </a:lnTo>
                  <a:lnTo>
                    <a:pt x="29" y="222"/>
                  </a:lnTo>
                  <a:lnTo>
                    <a:pt x="18" y="261"/>
                  </a:lnTo>
                  <a:lnTo>
                    <a:pt x="10" y="299"/>
                  </a:lnTo>
                  <a:lnTo>
                    <a:pt x="4" y="339"/>
                  </a:lnTo>
                  <a:lnTo>
                    <a:pt x="1" y="382"/>
                  </a:lnTo>
                  <a:lnTo>
                    <a:pt x="0" y="424"/>
                  </a:lnTo>
                  <a:lnTo>
                    <a:pt x="11" y="424"/>
                  </a:lnTo>
                  <a:lnTo>
                    <a:pt x="13" y="382"/>
                  </a:lnTo>
                  <a:lnTo>
                    <a:pt x="16" y="341"/>
                  </a:lnTo>
                  <a:lnTo>
                    <a:pt x="22" y="301"/>
                  </a:lnTo>
                  <a:lnTo>
                    <a:pt x="30" y="264"/>
                  </a:lnTo>
                  <a:lnTo>
                    <a:pt x="41" y="227"/>
                  </a:lnTo>
                  <a:lnTo>
                    <a:pt x="52" y="193"/>
                  </a:lnTo>
                  <a:lnTo>
                    <a:pt x="66" y="160"/>
                  </a:lnTo>
                  <a:lnTo>
                    <a:pt x="82" y="132"/>
                  </a:lnTo>
                  <a:lnTo>
                    <a:pt x="98" y="105"/>
                  </a:lnTo>
                  <a:lnTo>
                    <a:pt x="117" y="81"/>
                  </a:lnTo>
                  <a:lnTo>
                    <a:pt x="137" y="61"/>
                  </a:lnTo>
                  <a:lnTo>
                    <a:pt x="157" y="43"/>
                  </a:lnTo>
                  <a:lnTo>
                    <a:pt x="178" y="30"/>
                  </a:lnTo>
                  <a:lnTo>
                    <a:pt x="200" y="20"/>
                  </a:lnTo>
                  <a:lnTo>
                    <a:pt x="222" y="14"/>
                  </a:lnTo>
                  <a:lnTo>
                    <a:pt x="246" y="11"/>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3894" name="Freeform 68"/>
            <p:cNvSpPr>
              <a:spLocks/>
            </p:cNvSpPr>
            <p:nvPr/>
          </p:nvSpPr>
          <p:spPr bwMode="auto">
            <a:xfrm>
              <a:off x="1552" y="1751"/>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1" y="339"/>
                  </a:lnTo>
                  <a:lnTo>
                    <a:pt x="235" y="299"/>
                  </a:lnTo>
                  <a:lnTo>
                    <a:pt x="226" y="261"/>
                  </a:lnTo>
                  <a:lnTo>
                    <a:pt x="216" y="223"/>
                  </a:lnTo>
                  <a:lnTo>
                    <a:pt x="204" y="189"/>
                  </a:lnTo>
                  <a:lnTo>
                    <a:pt x="190" y="156"/>
                  </a:lnTo>
                  <a:lnTo>
                    <a:pt x="174" y="125"/>
                  </a:lnTo>
                  <a:lnTo>
                    <a:pt x="156" y="98"/>
                  </a:lnTo>
                  <a:lnTo>
                    <a:pt x="137" y="74"/>
                  </a:lnTo>
                  <a:lnTo>
                    <a:pt x="119" y="52"/>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8" y="81"/>
                  </a:lnTo>
                  <a:lnTo>
                    <a:pt x="147" y="105"/>
                  </a:lnTo>
                  <a:lnTo>
                    <a:pt x="164" y="132"/>
                  </a:lnTo>
                  <a:lnTo>
                    <a:pt x="178" y="161"/>
                  </a:lnTo>
                  <a:lnTo>
                    <a:pt x="193" y="193"/>
                  </a:lnTo>
                  <a:lnTo>
                    <a:pt x="204" y="227"/>
                  </a:lnTo>
                  <a:lnTo>
                    <a:pt x="215" y="264"/>
                  </a:lnTo>
                  <a:lnTo>
                    <a:pt x="223" y="301"/>
                  </a:lnTo>
                  <a:lnTo>
                    <a:pt x="229" y="341"/>
                  </a:lnTo>
                  <a:lnTo>
                    <a:pt x="232" y="382"/>
                  </a:lnTo>
                  <a:lnTo>
                    <a:pt x="234"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3895" name="Freeform 69"/>
            <p:cNvSpPr>
              <a:spLocks/>
            </p:cNvSpPr>
            <p:nvPr/>
          </p:nvSpPr>
          <p:spPr bwMode="auto">
            <a:xfrm>
              <a:off x="1552" y="1836"/>
              <a:ext cx="49" cy="85"/>
            </a:xfrm>
            <a:custGeom>
              <a:avLst/>
              <a:gdLst>
                <a:gd name="T0" fmla="*/ 0 w 245"/>
                <a:gd name="T1" fmla="*/ 3 h 425"/>
                <a:gd name="T2" fmla="*/ 0 w 245"/>
                <a:gd name="T3" fmla="*/ 3 h 425"/>
                <a:gd name="T4" fmla="*/ 0 w 245"/>
                <a:gd name="T5" fmla="*/ 3 h 425"/>
                <a:gd name="T6" fmla="*/ 0 w 245"/>
                <a:gd name="T7" fmla="*/ 3 h 425"/>
                <a:gd name="T8" fmla="*/ 1 w 245"/>
                <a:gd name="T9" fmla="*/ 3 h 425"/>
                <a:gd name="T10" fmla="*/ 1 w 245"/>
                <a:gd name="T11" fmla="*/ 3 h 425"/>
                <a:gd name="T12" fmla="*/ 1 w 245"/>
                <a:gd name="T13" fmla="*/ 3 h 425"/>
                <a:gd name="T14" fmla="*/ 1 w 245"/>
                <a:gd name="T15" fmla="*/ 3 h 425"/>
                <a:gd name="T16" fmla="*/ 1 w 245"/>
                <a:gd name="T17" fmla="*/ 3 h 425"/>
                <a:gd name="T18" fmla="*/ 1 w 245"/>
                <a:gd name="T19" fmla="*/ 2 h 425"/>
                <a:gd name="T20" fmla="*/ 2 w 245"/>
                <a:gd name="T21" fmla="*/ 2 h 425"/>
                <a:gd name="T22" fmla="*/ 2 w 245"/>
                <a:gd name="T23" fmla="*/ 2 h 425"/>
                <a:gd name="T24" fmla="*/ 2 w 245"/>
                <a:gd name="T25" fmla="*/ 2 h 425"/>
                <a:gd name="T26" fmla="*/ 2 w 245"/>
                <a:gd name="T27" fmla="*/ 1 h 425"/>
                <a:gd name="T28" fmla="*/ 2 w 245"/>
                <a:gd name="T29" fmla="*/ 1 h 425"/>
                <a:gd name="T30" fmla="*/ 2 w 245"/>
                <a:gd name="T31" fmla="*/ 1 h 425"/>
                <a:gd name="T32" fmla="*/ 2 w 245"/>
                <a:gd name="T33" fmla="*/ 0 h 425"/>
                <a:gd name="T34" fmla="*/ 2 w 245"/>
                <a:gd name="T35" fmla="*/ 0 h 425"/>
                <a:gd name="T36" fmla="*/ 2 w 245"/>
                <a:gd name="T37" fmla="*/ 0 h 425"/>
                <a:gd name="T38" fmla="*/ 2 w 245"/>
                <a:gd name="T39" fmla="*/ 0 h 425"/>
                <a:gd name="T40" fmla="*/ 2 w 245"/>
                <a:gd name="T41" fmla="*/ 1 h 425"/>
                <a:gd name="T42" fmla="*/ 2 w 245"/>
                <a:gd name="T43" fmla="*/ 1 h 425"/>
                <a:gd name="T44" fmla="*/ 2 w 245"/>
                <a:gd name="T45" fmla="*/ 1 h 425"/>
                <a:gd name="T46" fmla="*/ 2 w 245"/>
                <a:gd name="T47" fmla="*/ 2 h 425"/>
                <a:gd name="T48" fmla="*/ 2 w 245"/>
                <a:gd name="T49" fmla="*/ 2 h 425"/>
                <a:gd name="T50" fmla="*/ 1 w 245"/>
                <a:gd name="T51" fmla="*/ 2 h 425"/>
                <a:gd name="T52" fmla="*/ 1 w 245"/>
                <a:gd name="T53" fmla="*/ 2 h 425"/>
                <a:gd name="T54" fmla="*/ 1 w 245"/>
                <a:gd name="T55" fmla="*/ 3 h 425"/>
                <a:gd name="T56" fmla="*/ 1 w 245"/>
                <a:gd name="T57" fmla="*/ 3 h 425"/>
                <a:gd name="T58" fmla="*/ 1 w 245"/>
                <a:gd name="T59" fmla="*/ 3 h 425"/>
                <a:gd name="T60" fmla="*/ 1 w 245"/>
                <a:gd name="T61" fmla="*/ 3 h 425"/>
                <a:gd name="T62" fmla="*/ 1 w 245"/>
                <a:gd name="T63" fmla="*/ 3 h 425"/>
                <a:gd name="T64" fmla="*/ 0 w 245"/>
                <a:gd name="T65" fmla="*/ 3 h 425"/>
                <a:gd name="T66" fmla="*/ 0 w 245"/>
                <a:gd name="T67" fmla="*/ 3 h 425"/>
                <a:gd name="T68" fmla="*/ 0 w 245"/>
                <a:gd name="T69" fmla="*/ 3 h 425"/>
                <a:gd name="T70" fmla="*/ 0 w 245"/>
                <a:gd name="T71" fmla="*/ 3 h 425"/>
                <a:gd name="T72" fmla="*/ 0 w 245"/>
                <a:gd name="T73" fmla="*/ 3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5"/>
                <a:gd name="T113" fmla="*/ 245 w 245"/>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5">
                  <a:moveTo>
                    <a:pt x="0" y="425"/>
                  </a:moveTo>
                  <a:lnTo>
                    <a:pt x="0" y="425"/>
                  </a:lnTo>
                  <a:lnTo>
                    <a:pt x="26" y="422"/>
                  </a:lnTo>
                  <a:lnTo>
                    <a:pt x="51" y="417"/>
                  </a:lnTo>
                  <a:lnTo>
                    <a:pt x="74" y="406"/>
                  </a:lnTo>
                  <a:lnTo>
                    <a:pt x="96" y="391"/>
                  </a:lnTo>
                  <a:lnTo>
                    <a:pt x="119" y="373"/>
                  </a:lnTo>
                  <a:lnTo>
                    <a:pt x="137" y="351"/>
                  </a:lnTo>
                  <a:lnTo>
                    <a:pt x="156" y="326"/>
                  </a:lnTo>
                  <a:lnTo>
                    <a:pt x="174" y="299"/>
                  </a:lnTo>
                  <a:lnTo>
                    <a:pt x="190" y="269"/>
                  </a:lnTo>
                  <a:lnTo>
                    <a:pt x="204" y="236"/>
                  </a:lnTo>
                  <a:lnTo>
                    <a:pt x="216" y="202"/>
                  </a:lnTo>
                  <a:lnTo>
                    <a:pt x="226" y="163"/>
                  </a:lnTo>
                  <a:lnTo>
                    <a:pt x="235" y="126"/>
                  </a:lnTo>
                  <a:lnTo>
                    <a:pt x="241" y="86"/>
                  </a:lnTo>
                  <a:lnTo>
                    <a:pt x="244" y="43"/>
                  </a:lnTo>
                  <a:lnTo>
                    <a:pt x="245" y="0"/>
                  </a:lnTo>
                  <a:lnTo>
                    <a:pt x="234" y="0"/>
                  </a:lnTo>
                  <a:lnTo>
                    <a:pt x="232" y="43"/>
                  </a:lnTo>
                  <a:lnTo>
                    <a:pt x="229" y="84"/>
                  </a:lnTo>
                  <a:lnTo>
                    <a:pt x="223" y="123"/>
                  </a:lnTo>
                  <a:lnTo>
                    <a:pt x="215" y="161"/>
                  </a:lnTo>
                  <a:lnTo>
                    <a:pt x="204" y="197"/>
                  </a:lnTo>
                  <a:lnTo>
                    <a:pt x="193" y="231"/>
                  </a:lnTo>
                  <a:lnTo>
                    <a:pt x="178" y="264"/>
                  </a:lnTo>
                  <a:lnTo>
                    <a:pt x="164" y="292"/>
                  </a:lnTo>
                  <a:lnTo>
                    <a:pt x="147" y="319"/>
                  </a:lnTo>
                  <a:lnTo>
                    <a:pt x="128" y="344"/>
                  </a:lnTo>
                  <a:lnTo>
                    <a:pt x="109" y="364"/>
                  </a:lnTo>
                  <a:lnTo>
                    <a:pt x="89" y="381"/>
                  </a:lnTo>
                  <a:lnTo>
                    <a:pt x="67" y="394"/>
                  </a:lnTo>
                  <a:lnTo>
                    <a:pt x="46" y="405"/>
                  </a:lnTo>
                  <a:lnTo>
                    <a:pt x="24" y="411"/>
                  </a:lnTo>
                  <a:lnTo>
                    <a:pt x="0" y="413"/>
                  </a:lnTo>
                  <a:lnTo>
                    <a:pt x="0" y="425"/>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3896" name="Freeform 70"/>
            <p:cNvSpPr>
              <a:spLocks/>
            </p:cNvSpPr>
            <p:nvPr/>
          </p:nvSpPr>
          <p:spPr bwMode="auto">
            <a:xfrm>
              <a:off x="1502" y="1836"/>
              <a:ext cx="50" cy="85"/>
            </a:xfrm>
            <a:custGeom>
              <a:avLst/>
              <a:gdLst>
                <a:gd name="T0" fmla="*/ 0 w 246"/>
                <a:gd name="T1" fmla="*/ 0 h 425"/>
                <a:gd name="T2" fmla="*/ 0 w 246"/>
                <a:gd name="T3" fmla="*/ 0 h 425"/>
                <a:gd name="T4" fmla="*/ 0 w 246"/>
                <a:gd name="T5" fmla="*/ 0 h 425"/>
                <a:gd name="T6" fmla="*/ 0 w 246"/>
                <a:gd name="T7" fmla="*/ 1 h 425"/>
                <a:gd name="T8" fmla="*/ 0 w 246"/>
                <a:gd name="T9" fmla="*/ 1 h 425"/>
                <a:gd name="T10" fmla="*/ 0 w 246"/>
                <a:gd name="T11" fmla="*/ 1 h 425"/>
                <a:gd name="T12" fmla="*/ 0 w 246"/>
                <a:gd name="T13" fmla="*/ 2 h 425"/>
                <a:gd name="T14" fmla="*/ 0 w 246"/>
                <a:gd name="T15" fmla="*/ 2 h 425"/>
                <a:gd name="T16" fmla="*/ 0 w 246"/>
                <a:gd name="T17" fmla="*/ 2 h 425"/>
                <a:gd name="T18" fmla="*/ 1 w 246"/>
                <a:gd name="T19" fmla="*/ 2 h 425"/>
                <a:gd name="T20" fmla="*/ 1 w 246"/>
                <a:gd name="T21" fmla="*/ 3 h 425"/>
                <a:gd name="T22" fmla="*/ 1 w 246"/>
                <a:gd name="T23" fmla="*/ 3 h 425"/>
                <a:gd name="T24" fmla="*/ 1 w 246"/>
                <a:gd name="T25" fmla="*/ 3 h 425"/>
                <a:gd name="T26" fmla="*/ 1 w 246"/>
                <a:gd name="T27" fmla="*/ 3 h 425"/>
                <a:gd name="T28" fmla="*/ 1 w 246"/>
                <a:gd name="T29" fmla="*/ 3 h 425"/>
                <a:gd name="T30" fmla="*/ 2 w 246"/>
                <a:gd name="T31" fmla="*/ 3 h 425"/>
                <a:gd name="T32" fmla="*/ 2 w 246"/>
                <a:gd name="T33" fmla="*/ 3 h 425"/>
                <a:gd name="T34" fmla="*/ 2 w 246"/>
                <a:gd name="T35" fmla="*/ 3 h 425"/>
                <a:gd name="T36" fmla="*/ 2 w 246"/>
                <a:gd name="T37" fmla="*/ 3 h 425"/>
                <a:gd name="T38" fmla="*/ 2 w 246"/>
                <a:gd name="T39" fmla="*/ 3 h 425"/>
                <a:gd name="T40" fmla="*/ 2 w 246"/>
                <a:gd name="T41" fmla="*/ 3 h 425"/>
                <a:gd name="T42" fmla="*/ 1 w 246"/>
                <a:gd name="T43" fmla="*/ 3 h 425"/>
                <a:gd name="T44" fmla="*/ 1 w 246"/>
                <a:gd name="T45" fmla="*/ 3 h 425"/>
                <a:gd name="T46" fmla="*/ 1 w 246"/>
                <a:gd name="T47" fmla="*/ 3 h 425"/>
                <a:gd name="T48" fmla="*/ 1 w 246"/>
                <a:gd name="T49" fmla="*/ 3 h 425"/>
                <a:gd name="T50" fmla="*/ 1 w 246"/>
                <a:gd name="T51" fmla="*/ 3 h 425"/>
                <a:gd name="T52" fmla="*/ 1 w 246"/>
                <a:gd name="T53" fmla="*/ 2 h 425"/>
                <a:gd name="T54" fmla="*/ 1 w 246"/>
                <a:gd name="T55" fmla="*/ 2 h 425"/>
                <a:gd name="T56" fmla="*/ 0 w 246"/>
                <a:gd name="T57" fmla="*/ 2 h 425"/>
                <a:gd name="T58" fmla="*/ 0 w 246"/>
                <a:gd name="T59" fmla="*/ 2 h 425"/>
                <a:gd name="T60" fmla="*/ 0 w 246"/>
                <a:gd name="T61" fmla="*/ 1 h 425"/>
                <a:gd name="T62" fmla="*/ 0 w 246"/>
                <a:gd name="T63" fmla="*/ 1 h 425"/>
                <a:gd name="T64" fmla="*/ 0 w 246"/>
                <a:gd name="T65" fmla="*/ 1 h 425"/>
                <a:gd name="T66" fmla="*/ 0 w 246"/>
                <a:gd name="T67" fmla="*/ 0 h 425"/>
                <a:gd name="T68" fmla="*/ 0 w 246"/>
                <a:gd name="T69" fmla="*/ 0 h 425"/>
                <a:gd name="T70" fmla="*/ 0 w 246"/>
                <a:gd name="T71" fmla="*/ 0 h 425"/>
                <a:gd name="T72" fmla="*/ 0 w 246"/>
                <a:gd name="T73" fmla="*/ 0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5"/>
                <a:gd name="T113" fmla="*/ 246 w 246"/>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5">
                  <a:moveTo>
                    <a:pt x="0" y="0"/>
                  </a:moveTo>
                  <a:lnTo>
                    <a:pt x="0" y="0"/>
                  </a:lnTo>
                  <a:lnTo>
                    <a:pt x="2" y="43"/>
                  </a:lnTo>
                  <a:lnTo>
                    <a:pt x="5" y="86"/>
                  </a:lnTo>
                  <a:lnTo>
                    <a:pt x="11" y="126"/>
                  </a:lnTo>
                  <a:lnTo>
                    <a:pt x="19" y="163"/>
                  </a:lnTo>
                  <a:lnTo>
                    <a:pt x="30" y="202"/>
                  </a:lnTo>
                  <a:lnTo>
                    <a:pt x="41" y="236"/>
                  </a:lnTo>
                  <a:lnTo>
                    <a:pt x="55" y="269"/>
                  </a:lnTo>
                  <a:lnTo>
                    <a:pt x="73" y="299"/>
                  </a:lnTo>
                  <a:lnTo>
                    <a:pt x="89" y="326"/>
                  </a:lnTo>
                  <a:lnTo>
                    <a:pt x="108" y="351"/>
                  </a:lnTo>
                  <a:lnTo>
                    <a:pt x="128" y="373"/>
                  </a:lnTo>
                  <a:lnTo>
                    <a:pt x="150" y="391"/>
                  </a:lnTo>
                  <a:lnTo>
                    <a:pt x="171" y="406"/>
                  </a:lnTo>
                  <a:lnTo>
                    <a:pt x="196" y="417"/>
                  </a:lnTo>
                  <a:lnTo>
                    <a:pt x="221" y="422"/>
                  </a:lnTo>
                  <a:lnTo>
                    <a:pt x="246" y="425"/>
                  </a:lnTo>
                  <a:lnTo>
                    <a:pt x="246" y="413"/>
                  </a:lnTo>
                  <a:lnTo>
                    <a:pt x="223" y="411"/>
                  </a:lnTo>
                  <a:lnTo>
                    <a:pt x="201" y="405"/>
                  </a:lnTo>
                  <a:lnTo>
                    <a:pt x="178" y="394"/>
                  </a:lnTo>
                  <a:lnTo>
                    <a:pt x="157" y="381"/>
                  </a:lnTo>
                  <a:lnTo>
                    <a:pt x="137" y="364"/>
                  </a:lnTo>
                  <a:lnTo>
                    <a:pt x="117" y="344"/>
                  </a:lnTo>
                  <a:lnTo>
                    <a:pt x="99" y="319"/>
                  </a:lnTo>
                  <a:lnTo>
                    <a:pt x="82" y="292"/>
                  </a:lnTo>
                  <a:lnTo>
                    <a:pt x="67" y="264"/>
                  </a:lnTo>
                  <a:lnTo>
                    <a:pt x="53" y="231"/>
                  </a:lnTo>
                  <a:lnTo>
                    <a:pt x="41" y="197"/>
                  </a:lnTo>
                  <a:lnTo>
                    <a:pt x="31" y="161"/>
                  </a:lnTo>
                  <a:lnTo>
                    <a:pt x="23" y="123"/>
                  </a:lnTo>
                  <a:lnTo>
                    <a:pt x="17" y="84"/>
                  </a:lnTo>
                  <a:lnTo>
                    <a:pt x="13" y="4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3897" name="Freeform 71"/>
            <p:cNvSpPr>
              <a:spLocks/>
            </p:cNvSpPr>
            <p:nvPr/>
          </p:nvSpPr>
          <p:spPr bwMode="auto">
            <a:xfrm>
              <a:off x="1502" y="1751"/>
              <a:ext cx="50" cy="85"/>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2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1" y="2"/>
                  </a:lnTo>
                  <a:lnTo>
                    <a:pt x="196" y="8"/>
                  </a:lnTo>
                  <a:lnTo>
                    <a:pt x="171" y="19"/>
                  </a:lnTo>
                  <a:lnTo>
                    <a:pt x="150" y="34"/>
                  </a:lnTo>
                  <a:lnTo>
                    <a:pt x="128" y="52"/>
                  </a:lnTo>
                  <a:lnTo>
                    <a:pt x="108" y="74"/>
                  </a:lnTo>
                  <a:lnTo>
                    <a:pt x="89" y="98"/>
                  </a:lnTo>
                  <a:lnTo>
                    <a:pt x="73" y="125"/>
                  </a:lnTo>
                  <a:lnTo>
                    <a:pt x="55" y="156"/>
                  </a:lnTo>
                  <a:lnTo>
                    <a:pt x="41" y="189"/>
                  </a:lnTo>
                  <a:lnTo>
                    <a:pt x="30" y="223"/>
                  </a:lnTo>
                  <a:lnTo>
                    <a:pt x="19" y="261"/>
                  </a:lnTo>
                  <a:lnTo>
                    <a:pt x="11" y="299"/>
                  </a:lnTo>
                  <a:lnTo>
                    <a:pt x="5" y="339"/>
                  </a:lnTo>
                  <a:lnTo>
                    <a:pt x="2" y="382"/>
                  </a:lnTo>
                  <a:lnTo>
                    <a:pt x="0" y="424"/>
                  </a:lnTo>
                  <a:lnTo>
                    <a:pt x="12" y="424"/>
                  </a:lnTo>
                  <a:lnTo>
                    <a:pt x="13" y="382"/>
                  </a:lnTo>
                  <a:lnTo>
                    <a:pt x="17" y="341"/>
                  </a:lnTo>
                  <a:lnTo>
                    <a:pt x="23" y="301"/>
                  </a:lnTo>
                  <a:lnTo>
                    <a:pt x="31" y="264"/>
                  </a:lnTo>
                  <a:lnTo>
                    <a:pt x="41" y="227"/>
                  </a:lnTo>
                  <a:lnTo>
                    <a:pt x="53" y="193"/>
                  </a:lnTo>
                  <a:lnTo>
                    <a:pt x="67" y="161"/>
                  </a:lnTo>
                  <a:lnTo>
                    <a:pt x="82" y="132"/>
                  </a:lnTo>
                  <a:lnTo>
                    <a:pt x="99" y="105"/>
                  </a:lnTo>
                  <a:lnTo>
                    <a:pt x="117" y="81"/>
                  </a:lnTo>
                  <a:lnTo>
                    <a:pt x="137" y="61"/>
                  </a:lnTo>
                  <a:lnTo>
                    <a:pt x="157" y="43"/>
                  </a:lnTo>
                  <a:lnTo>
                    <a:pt x="178" y="30"/>
                  </a:lnTo>
                  <a:lnTo>
                    <a:pt x="201" y="20"/>
                  </a:lnTo>
                  <a:lnTo>
                    <a:pt x="223" y="14"/>
                  </a:lnTo>
                  <a:lnTo>
                    <a:pt x="246" y="12"/>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3898" name="Freeform 72"/>
            <p:cNvSpPr>
              <a:spLocks/>
            </p:cNvSpPr>
            <p:nvPr/>
          </p:nvSpPr>
          <p:spPr bwMode="auto">
            <a:xfrm>
              <a:off x="1565" y="2016"/>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0" y="339"/>
                  </a:lnTo>
                  <a:lnTo>
                    <a:pt x="234" y="299"/>
                  </a:lnTo>
                  <a:lnTo>
                    <a:pt x="226" y="261"/>
                  </a:lnTo>
                  <a:lnTo>
                    <a:pt x="216" y="223"/>
                  </a:lnTo>
                  <a:lnTo>
                    <a:pt x="204" y="189"/>
                  </a:lnTo>
                  <a:lnTo>
                    <a:pt x="190" y="156"/>
                  </a:lnTo>
                  <a:lnTo>
                    <a:pt x="174" y="125"/>
                  </a:lnTo>
                  <a:lnTo>
                    <a:pt x="156" y="98"/>
                  </a:lnTo>
                  <a:lnTo>
                    <a:pt x="138" y="74"/>
                  </a:lnTo>
                  <a:lnTo>
                    <a:pt x="118" y="51"/>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9" y="81"/>
                  </a:lnTo>
                  <a:lnTo>
                    <a:pt x="147" y="105"/>
                  </a:lnTo>
                  <a:lnTo>
                    <a:pt x="164" y="132"/>
                  </a:lnTo>
                  <a:lnTo>
                    <a:pt x="178" y="160"/>
                  </a:lnTo>
                  <a:lnTo>
                    <a:pt x="192" y="193"/>
                  </a:lnTo>
                  <a:lnTo>
                    <a:pt x="204" y="227"/>
                  </a:lnTo>
                  <a:lnTo>
                    <a:pt x="215" y="264"/>
                  </a:lnTo>
                  <a:lnTo>
                    <a:pt x="223" y="301"/>
                  </a:lnTo>
                  <a:lnTo>
                    <a:pt x="229"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3899" name="Freeform 73"/>
            <p:cNvSpPr>
              <a:spLocks/>
            </p:cNvSpPr>
            <p:nvPr/>
          </p:nvSpPr>
          <p:spPr bwMode="auto">
            <a:xfrm>
              <a:off x="1565" y="2101"/>
              <a:ext cx="49" cy="85"/>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6" y="423"/>
                  </a:lnTo>
                  <a:lnTo>
                    <a:pt x="51" y="418"/>
                  </a:lnTo>
                  <a:lnTo>
                    <a:pt x="74" y="407"/>
                  </a:lnTo>
                  <a:lnTo>
                    <a:pt x="96" y="392"/>
                  </a:lnTo>
                  <a:lnTo>
                    <a:pt x="118" y="373"/>
                  </a:lnTo>
                  <a:lnTo>
                    <a:pt x="138" y="351"/>
                  </a:lnTo>
                  <a:lnTo>
                    <a:pt x="156" y="327"/>
                  </a:lnTo>
                  <a:lnTo>
                    <a:pt x="175" y="299"/>
                  </a:lnTo>
                  <a:lnTo>
                    <a:pt x="190" y="269"/>
                  </a:lnTo>
                  <a:lnTo>
                    <a:pt x="204" y="236"/>
                  </a:lnTo>
                  <a:lnTo>
                    <a:pt x="216" y="202"/>
                  </a:lnTo>
                  <a:lnTo>
                    <a:pt x="226" y="164"/>
                  </a:lnTo>
                  <a:lnTo>
                    <a:pt x="234" y="126"/>
                  </a:lnTo>
                  <a:lnTo>
                    <a:pt x="240" y="86"/>
                  </a:lnTo>
                  <a:lnTo>
                    <a:pt x="244" y="42"/>
                  </a:lnTo>
                  <a:lnTo>
                    <a:pt x="245" y="0"/>
                  </a:lnTo>
                  <a:lnTo>
                    <a:pt x="233" y="0"/>
                  </a:lnTo>
                  <a:lnTo>
                    <a:pt x="232" y="42"/>
                  </a:lnTo>
                  <a:lnTo>
                    <a:pt x="229" y="83"/>
                  </a:lnTo>
                  <a:lnTo>
                    <a:pt x="223" y="123"/>
                  </a:lnTo>
                  <a:lnTo>
                    <a:pt x="215" y="162"/>
                  </a:lnTo>
                  <a:lnTo>
                    <a:pt x="204" y="197"/>
                  </a:lnTo>
                  <a:lnTo>
                    <a:pt x="192" y="231"/>
                  </a:lnTo>
                  <a:lnTo>
                    <a:pt x="178" y="264"/>
                  </a:lnTo>
                  <a:lnTo>
                    <a:pt x="163" y="292"/>
                  </a:lnTo>
                  <a:lnTo>
                    <a:pt x="147" y="320"/>
                  </a:lnTo>
                  <a:lnTo>
                    <a:pt x="129" y="344"/>
                  </a:lnTo>
                  <a:lnTo>
                    <a:pt x="109" y="364"/>
                  </a:lnTo>
                  <a:lnTo>
                    <a:pt x="89" y="382"/>
                  </a:lnTo>
                  <a:lnTo>
                    <a:pt x="67" y="395"/>
                  </a:lnTo>
                  <a:lnTo>
                    <a:pt x="46" y="406"/>
                  </a:lnTo>
                  <a:lnTo>
                    <a:pt x="24"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3900" name="Freeform 74"/>
            <p:cNvSpPr>
              <a:spLocks/>
            </p:cNvSpPr>
            <p:nvPr/>
          </p:nvSpPr>
          <p:spPr bwMode="auto">
            <a:xfrm>
              <a:off x="1516" y="2101"/>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5" y="86"/>
                  </a:lnTo>
                  <a:lnTo>
                    <a:pt x="11" y="126"/>
                  </a:lnTo>
                  <a:lnTo>
                    <a:pt x="19" y="164"/>
                  </a:lnTo>
                  <a:lnTo>
                    <a:pt x="30" y="202"/>
                  </a:lnTo>
                  <a:lnTo>
                    <a:pt x="41" y="236"/>
                  </a:lnTo>
                  <a:lnTo>
                    <a:pt x="55" y="269"/>
                  </a:lnTo>
                  <a:lnTo>
                    <a:pt x="71" y="299"/>
                  </a:lnTo>
                  <a:lnTo>
                    <a:pt x="89" y="327"/>
                  </a:lnTo>
                  <a:lnTo>
                    <a:pt x="107" y="351"/>
                  </a:lnTo>
                  <a:lnTo>
                    <a:pt x="127" y="373"/>
                  </a:lnTo>
                  <a:lnTo>
                    <a:pt x="149" y="392"/>
                  </a:lnTo>
                  <a:lnTo>
                    <a:pt x="171" y="407"/>
                  </a:lnTo>
                  <a:lnTo>
                    <a:pt x="195" y="418"/>
                  </a:lnTo>
                  <a:lnTo>
                    <a:pt x="219" y="423"/>
                  </a:lnTo>
                  <a:lnTo>
                    <a:pt x="245" y="426"/>
                  </a:lnTo>
                  <a:lnTo>
                    <a:pt x="245" y="414"/>
                  </a:lnTo>
                  <a:lnTo>
                    <a:pt x="222" y="412"/>
                  </a:lnTo>
                  <a:lnTo>
                    <a:pt x="199" y="406"/>
                  </a:lnTo>
                  <a:lnTo>
                    <a:pt x="178" y="395"/>
                  </a:lnTo>
                  <a:lnTo>
                    <a:pt x="156" y="382"/>
                  </a:lnTo>
                  <a:lnTo>
                    <a:pt x="136" y="364"/>
                  </a:lnTo>
                  <a:lnTo>
                    <a:pt x="116" y="344"/>
                  </a:lnTo>
                  <a:lnTo>
                    <a:pt x="99" y="320"/>
                  </a:lnTo>
                  <a:lnTo>
                    <a:pt x="82" y="292"/>
                  </a:lnTo>
                  <a:lnTo>
                    <a:pt x="67" y="264"/>
                  </a:lnTo>
                  <a:lnTo>
                    <a:pt x="53" y="231"/>
                  </a:lnTo>
                  <a:lnTo>
                    <a:pt x="41" y="197"/>
                  </a:lnTo>
                  <a:lnTo>
                    <a:pt x="31" y="162"/>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3901" name="Freeform 75"/>
            <p:cNvSpPr>
              <a:spLocks/>
            </p:cNvSpPr>
            <p:nvPr/>
          </p:nvSpPr>
          <p:spPr bwMode="auto">
            <a:xfrm>
              <a:off x="1516" y="2016"/>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5" y="8"/>
                  </a:lnTo>
                  <a:lnTo>
                    <a:pt x="171" y="19"/>
                  </a:lnTo>
                  <a:lnTo>
                    <a:pt x="149" y="34"/>
                  </a:lnTo>
                  <a:lnTo>
                    <a:pt x="127" y="51"/>
                  </a:lnTo>
                  <a:lnTo>
                    <a:pt x="107" y="74"/>
                  </a:lnTo>
                  <a:lnTo>
                    <a:pt x="89" y="98"/>
                  </a:lnTo>
                  <a:lnTo>
                    <a:pt x="72" y="125"/>
                  </a:lnTo>
                  <a:lnTo>
                    <a:pt x="55" y="156"/>
                  </a:lnTo>
                  <a:lnTo>
                    <a:pt x="41" y="189"/>
                  </a:lnTo>
                  <a:lnTo>
                    <a:pt x="30" y="223"/>
                  </a:lnTo>
                  <a:lnTo>
                    <a:pt x="19" y="261"/>
                  </a:lnTo>
                  <a:lnTo>
                    <a:pt x="11" y="299"/>
                  </a:lnTo>
                  <a:lnTo>
                    <a:pt x="5" y="339"/>
                  </a:lnTo>
                  <a:lnTo>
                    <a:pt x="1" y="382"/>
                  </a:lnTo>
                  <a:lnTo>
                    <a:pt x="0" y="424"/>
                  </a:lnTo>
                  <a:lnTo>
                    <a:pt x="12" y="424"/>
                  </a:lnTo>
                  <a:lnTo>
                    <a:pt x="13" y="382"/>
                  </a:lnTo>
                  <a:lnTo>
                    <a:pt x="17" y="341"/>
                  </a:lnTo>
                  <a:lnTo>
                    <a:pt x="23" y="301"/>
                  </a:lnTo>
                  <a:lnTo>
                    <a:pt x="31" y="264"/>
                  </a:lnTo>
                  <a:lnTo>
                    <a:pt x="41" y="227"/>
                  </a:lnTo>
                  <a:lnTo>
                    <a:pt x="53" y="193"/>
                  </a:lnTo>
                  <a:lnTo>
                    <a:pt x="67" y="160"/>
                  </a:lnTo>
                  <a:lnTo>
                    <a:pt x="81" y="132"/>
                  </a:lnTo>
                  <a:lnTo>
                    <a:pt x="99" y="105"/>
                  </a:lnTo>
                  <a:lnTo>
                    <a:pt x="116" y="81"/>
                  </a:lnTo>
                  <a:lnTo>
                    <a:pt x="136" y="61"/>
                  </a:lnTo>
                  <a:lnTo>
                    <a:pt x="156" y="43"/>
                  </a:lnTo>
                  <a:lnTo>
                    <a:pt x="178" y="30"/>
                  </a:lnTo>
                  <a:lnTo>
                    <a:pt x="199" y="20"/>
                  </a:lnTo>
                  <a:lnTo>
                    <a:pt x="222"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sp>
        <p:nvSpPr>
          <p:cNvPr id="163848" name="Rectangle 77"/>
          <p:cNvSpPr>
            <a:spLocks noChangeArrowheads="1"/>
          </p:cNvSpPr>
          <p:nvPr/>
        </p:nvSpPr>
        <p:spPr bwMode="auto">
          <a:xfrm>
            <a:off x="611188" y="0"/>
            <a:ext cx="6388100" cy="6477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3000"/>
              <a:t>Sem. 3 - Mercredi</a:t>
            </a:r>
          </a:p>
        </p:txBody>
      </p:sp>
      <p:sp>
        <p:nvSpPr>
          <p:cNvPr id="163849" name="Text Box 78"/>
          <p:cNvSpPr txBox="1">
            <a:spLocks noChangeArrowheads="1"/>
          </p:cNvSpPr>
          <p:nvPr/>
        </p:nvSpPr>
        <p:spPr bwMode="auto">
          <a:xfrm>
            <a:off x="566738" y="2697163"/>
            <a:ext cx="3217862"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2. Pas de commandes</a:t>
            </a:r>
          </a:p>
        </p:txBody>
      </p:sp>
      <p:sp>
        <p:nvSpPr>
          <p:cNvPr id="163850" name="Text Box 79"/>
          <p:cNvSpPr txBox="1">
            <a:spLocks noChangeArrowheads="1"/>
          </p:cNvSpPr>
          <p:nvPr/>
        </p:nvSpPr>
        <p:spPr bwMode="auto">
          <a:xfrm>
            <a:off x="566738" y="5211763"/>
            <a:ext cx="6543675" cy="4429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eaLnBrk="1" hangingPunct="1">
              <a:spcBef>
                <a:spcPct val="0"/>
              </a:spcBef>
              <a:buFontTx/>
              <a:buNone/>
            </a:pPr>
            <a:r>
              <a:rPr lang="fr-FR" altLang="fr-FR" sz="2300"/>
              <a:t>4. Pointez la production sur votre feuille de suivi</a:t>
            </a:r>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64866" name="Group 2"/>
          <p:cNvGrpSpPr>
            <a:grpSpLocks/>
          </p:cNvGrpSpPr>
          <p:nvPr/>
        </p:nvGrpSpPr>
        <p:grpSpPr bwMode="auto">
          <a:xfrm>
            <a:off x="7073900" y="215900"/>
            <a:ext cx="1878013" cy="1250950"/>
            <a:chOff x="4456" y="136"/>
            <a:chExt cx="1183" cy="788"/>
          </a:xfrm>
        </p:grpSpPr>
        <p:grpSp>
          <p:nvGrpSpPr>
            <p:cNvPr id="164926" name="Group 3"/>
            <p:cNvGrpSpPr>
              <a:grpSpLocks/>
            </p:cNvGrpSpPr>
            <p:nvPr/>
          </p:nvGrpSpPr>
          <p:grpSpPr bwMode="auto">
            <a:xfrm>
              <a:off x="4766" y="232"/>
              <a:ext cx="873" cy="692"/>
              <a:chOff x="2185" y="310"/>
              <a:chExt cx="873" cy="692"/>
            </a:xfrm>
          </p:grpSpPr>
          <p:sp>
            <p:nvSpPr>
              <p:cNvPr id="164937" name="Freeform 4"/>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accent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4938" name="Freeform 5"/>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4939" name="Freeform 6"/>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4940" name="Freeform 7"/>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4941" name="Freeform 8"/>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4942" name="Freeform 9"/>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4943" name="Freeform 10"/>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grpSp>
          <p:nvGrpSpPr>
            <p:cNvPr id="164927" name="Group 11"/>
            <p:cNvGrpSpPr>
              <a:grpSpLocks/>
            </p:cNvGrpSpPr>
            <p:nvPr/>
          </p:nvGrpSpPr>
          <p:grpSpPr bwMode="auto">
            <a:xfrm>
              <a:off x="4949" y="336"/>
              <a:ext cx="591" cy="468"/>
              <a:chOff x="2185" y="310"/>
              <a:chExt cx="873" cy="692"/>
            </a:xfrm>
          </p:grpSpPr>
          <p:sp>
            <p:nvSpPr>
              <p:cNvPr id="164930" name="Freeform 12"/>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4931" name="Freeform 13"/>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4932" name="Freeform 14"/>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4933" name="Freeform 15"/>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4934" name="Freeform 16"/>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4935" name="Freeform 17"/>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4936" name="Freeform 18"/>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pic>
          <p:nvPicPr>
            <p:cNvPr id="164928" name="Picture 19"/>
            <p:cNvPicPr>
              <a:picLocks noChangeAspect="1" noChangeArrowheads="1"/>
            </p:cNvPicPr>
            <p:nvPr/>
          </p:nvPicPr>
          <p:blipFill>
            <a:blip r:embed="rId3" cstate="print">
              <a:extLst>
                <a:ext uri="{28A0092B-C50C-407E-A947-70E740481C1C}">
                  <a14:useLocalDpi xmlns:a14="http://schemas.microsoft.com/office/drawing/2010/main" val="0"/>
                </a:ext>
              </a:extLst>
            </a:blip>
            <a:srcRect l="-4282" t="-4369" r="-5199" b="-12012"/>
            <a:stretch>
              <a:fillRect/>
            </a:stretch>
          </p:blipFill>
          <p:spPr bwMode="auto">
            <a:xfrm>
              <a:off x="4456" y="136"/>
              <a:ext cx="480" cy="5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64929" name="Text Box 20"/>
            <p:cNvSpPr txBox="1">
              <a:spLocks noChangeArrowheads="1"/>
            </p:cNvSpPr>
            <p:nvPr/>
          </p:nvSpPr>
          <p:spPr bwMode="auto">
            <a:xfrm>
              <a:off x="4946" y="314"/>
              <a:ext cx="596" cy="49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4500" b="1">
                  <a:solidFill>
                    <a:srgbClr val="FF0000"/>
                  </a:solidFill>
                  <a:latin typeface="Arial Black" pitchFamily="34" charset="0"/>
                </a:rPr>
                <a:t>23</a:t>
              </a:r>
              <a:endParaRPr lang="fr-FR" altLang="fr-FR" sz="3200">
                <a:solidFill>
                  <a:schemeClr val="tx1"/>
                </a:solidFill>
                <a:latin typeface="Arial Black" pitchFamily="34" charset="0"/>
              </a:endParaRPr>
            </a:p>
          </p:txBody>
        </p:sp>
      </p:grpSp>
      <p:sp>
        <p:nvSpPr>
          <p:cNvPr id="164868" name="Text Box 22"/>
          <p:cNvSpPr txBox="1">
            <a:spLocks noChangeArrowheads="1"/>
          </p:cNvSpPr>
          <p:nvPr/>
        </p:nvSpPr>
        <p:spPr bwMode="auto">
          <a:xfrm>
            <a:off x="566738" y="1363663"/>
            <a:ext cx="1946275"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1. Tirez le dé</a:t>
            </a:r>
          </a:p>
        </p:txBody>
      </p:sp>
      <p:sp>
        <p:nvSpPr>
          <p:cNvPr id="164869" name="Text Box 23"/>
          <p:cNvSpPr txBox="1">
            <a:spLocks noChangeArrowheads="1"/>
          </p:cNvSpPr>
          <p:nvPr/>
        </p:nvSpPr>
        <p:spPr bwMode="auto">
          <a:xfrm>
            <a:off x="566738" y="3935413"/>
            <a:ext cx="18796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3. Produisez</a:t>
            </a:r>
          </a:p>
        </p:txBody>
      </p:sp>
      <p:grpSp>
        <p:nvGrpSpPr>
          <p:cNvPr id="164870" name="Group 24"/>
          <p:cNvGrpSpPr>
            <a:grpSpLocks/>
          </p:cNvGrpSpPr>
          <p:nvPr/>
        </p:nvGrpSpPr>
        <p:grpSpPr bwMode="auto">
          <a:xfrm>
            <a:off x="2986088" y="1306513"/>
            <a:ext cx="446087" cy="534987"/>
            <a:chOff x="868" y="1439"/>
            <a:chExt cx="811" cy="972"/>
          </a:xfrm>
        </p:grpSpPr>
        <p:sp>
          <p:nvSpPr>
            <p:cNvPr id="164875" name="Freeform 25"/>
            <p:cNvSpPr>
              <a:spLocks/>
            </p:cNvSpPr>
            <p:nvPr/>
          </p:nvSpPr>
          <p:spPr bwMode="auto">
            <a:xfrm>
              <a:off x="1548" y="2014"/>
              <a:ext cx="123" cy="100"/>
            </a:xfrm>
            <a:custGeom>
              <a:avLst/>
              <a:gdLst>
                <a:gd name="T0" fmla="*/ 5 w 618"/>
                <a:gd name="T1" fmla="*/ 0 h 502"/>
                <a:gd name="T2" fmla="*/ 5 w 618"/>
                <a:gd name="T3" fmla="*/ 0 h 502"/>
                <a:gd name="T4" fmla="*/ 0 w 618"/>
                <a:gd name="T5" fmla="*/ 4 h 502"/>
                <a:gd name="T6" fmla="*/ 0 w 618"/>
                <a:gd name="T7" fmla="*/ 4 h 502"/>
                <a:gd name="T8" fmla="*/ 5 w 618"/>
                <a:gd name="T9" fmla="*/ 0 h 502"/>
                <a:gd name="T10" fmla="*/ 5 w 618"/>
                <a:gd name="T11" fmla="*/ 0 h 502"/>
                <a:gd name="T12" fmla="*/ 5 w 618"/>
                <a:gd name="T13" fmla="*/ 0 h 502"/>
                <a:gd name="T14" fmla="*/ 5 w 618"/>
                <a:gd name="T15" fmla="*/ 0 h 502"/>
                <a:gd name="T16" fmla="*/ 5 w 618"/>
                <a:gd name="T17" fmla="*/ 0 h 502"/>
                <a:gd name="T18" fmla="*/ 5 w 618"/>
                <a:gd name="T19" fmla="*/ 0 h 502"/>
                <a:gd name="T20" fmla="*/ 5 w 618"/>
                <a:gd name="T21" fmla="*/ 0 h 502"/>
                <a:gd name="T22" fmla="*/ 5 w 618"/>
                <a:gd name="T23" fmla="*/ 0 h 502"/>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618"/>
                <a:gd name="T37" fmla="*/ 0 h 502"/>
                <a:gd name="T38" fmla="*/ 618 w 618"/>
                <a:gd name="T39" fmla="*/ 502 h 502"/>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618" h="502">
                  <a:moveTo>
                    <a:pt x="611" y="0"/>
                  </a:moveTo>
                  <a:lnTo>
                    <a:pt x="606" y="2"/>
                  </a:lnTo>
                  <a:lnTo>
                    <a:pt x="0" y="490"/>
                  </a:lnTo>
                  <a:lnTo>
                    <a:pt x="10" y="502"/>
                  </a:lnTo>
                  <a:lnTo>
                    <a:pt x="616" y="14"/>
                  </a:lnTo>
                  <a:lnTo>
                    <a:pt x="611" y="16"/>
                  </a:lnTo>
                  <a:lnTo>
                    <a:pt x="616" y="14"/>
                  </a:lnTo>
                  <a:lnTo>
                    <a:pt x="618" y="9"/>
                  </a:lnTo>
                  <a:lnTo>
                    <a:pt x="617" y="3"/>
                  </a:lnTo>
                  <a:lnTo>
                    <a:pt x="612" y="1"/>
                  </a:lnTo>
                  <a:lnTo>
                    <a:pt x="606" y="2"/>
                  </a:lnTo>
                  <a:lnTo>
                    <a:pt x="611"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4876" name="Freeform 26"/>
            <p:cNvSpPr>
              <a:spLocks/>
            </p:cNvSpPr>
            <p:nvPr/>
          </p:nvSpPr>
          <p:spPr bwMode="auto">
            <a:xfrm>
              <a:off x="876" y="1852"/>
              <a:ext cx="82" cy="373"/>
            </a:xfrm>
            <a:custGeom>
              <a:avLst/>
              <a:gdLst>
                <a:gd name="T0" fmla="*/ 3 w 413"/>
                <a:gd name="T1" fmla="*/ 15 h 1865"/>
                <a:gd name="T2" fmla="*/ 3 w 413"/>
                <a:gd name="T3" fmla="*/ 15 h 1865"/>
                <a:gd name="T4" fmla="*/ 0 w 413"/>
                <a:gd name="T5" fmla="*/ 0 h 1865"/>
                <a:gd name="T6" fmla="*/ 0 w 413"/>
                <a:gd name="T7" fmla="*/ 0 h 1865"/>
                <a:gd name="T8" fmla="*/ 3 w 413"/>
                <a:gd name="T9" fmla="*/ 15 h 1865"/>
                <a:gd name="T10" fmla="*/ 3 w 413"/>
                <a:gd name="T11" fmla="*/ 15 h 1865"/>
                <a:gd name="T12" fmla="*/ 3 w 413"/>
                <a:gd name="T13" fmla="*/ 15 h 1865"/>
                <a:gd name="T14" fmla="*/ 3 w 413"/>
                <a:gd name="T15" fmla="*/ 15 h 1865"/>
                <a:gd name="T16" fmla="*/ 3 w 413"/>
                <a:gd name="T17" fmla="*/ 15 h 1865"/>
                <a:gd name="T18" fmla="*/ 3 w 413"/>
                <a:gd name="T19" fmla="*/ 15 h 1865"/>
                <a:gd name="T20" fmla="*/ 3 w 413"/>
                <a:gd name="T21" fmla="*/ 15 h 1865"/>
                <a:gd name="T22" fmla="*/ 3 w 413"/>
                <a:gd name="T23" fmla="*/ 15 h 186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413"/>
                <a:gd name="T37" fmla="*/ 0 h 1865"/>
                <a:gd name="T38" fmla="*/ 413 w 413"/>
                <a:gd name="T39" fmla="*/ 1865 h 1865"/>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413" h="1865">
                  <a:moveTo>
                    <a:pt x="400" y="1864"/>
                  </a:moveTo>
                  <a:lnTo>
                    <a:pt x="413" y="1856"/>
                  </a:lnTo>
                  <a:lnTo>
                    <a:pt x="17" y="0"/>
                  </a:lnTo>
                  <a:lnTo>
                    <a:pt x="0" y="2"/>
                  </a:lnTo>
                  <a:lnTo>
                    <a:pt x="396" y="1858"/>
                  </a:lnTo>
                  <a:lnTo>
                    <a:pt x="409" y="1850"/>
                  </a:lnTo>
                  <a:lnTo>
                    <a:pt x="396" y="1858"/>
                  </a:lnTo>
                  <a:lnTo>
                    <a:pt x="400" y="1864"/>
                  </a:lnTo>
                  <a:lnTo>
                    <a:pt x="406" y="1865"/>
                  </a:lnTo>
                  <a:lnTo>
                    <a:pt x="410" y="1862"/>
                  </a:lnTo>
                  <a:lnTo>
                    <a:pt x="413" y="1856"/>
                  </a:lnTo>
                  <a:lnTo>
                    <a:pt x="400" y="186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4877" name="Freeform 27"/>
            <p:cNvSpPr>
              <a:spLocks/>
            </p:cNvSpPr>
            <p:nvPr/>
          </p:nvSpPr>
          <p:spPr bwMode="auto">
            <a:xfrm>
              <a:off x="1282" y="1533"/>
              <a:ext cx="35" cy="161"/>
            </a:xfrm>
            <a:custGeom>
              <a:avLst/>
              <a:gdLst>
                <a:gd name="T0" fmla="*/ 1 w 175"/>
                <a:gd name="T1" fmla="*/ 6 h 807"/>
                <a:gd name="T2" fmla="*/ 1 w 175"/>
                <a:gd name="T3" fmla="*/ 6 h 807"/>
                <a:gd name="T4" fmla="*/ 1 w 175"/>
                <a:gd name="T5" fmla="*/ 6 h 807"/>
                <a:gd name="T6" fmla="*/ 1 w 175"/>
                <a:gd name="T7" fmla="*/ 5 h 807"/>
                <a:gd name="T8" fmla="*/ 1 w 175"/>
                <a:gd name="T9" fmla="*/ 5 h 807"/>
                <a:gd name="T10" fmla="*/ 1 w 175"/>
                <a:gd name="T11" fmla="*/ 5 h 807"/>
                <a:gd name="T12" fmla="*/ 1 w 175"/>
                <a:gd name="T13" fmla="*/ 4 h 807"/>
                <a:gd name="T14" fmla="*/ 1 w 175"/>
                <a:gd name="T15" fmla="*/ 4 h 807"/>
                <a:gd name="T16" fmla="*/ 1 w 175"/>
                <a:gd name="T17" fmla="*/ 3 h 807"/>
                <a:gd name="T18" fmla="*/ 1 w 175"/>
                <a:gd name="T19" fmla="*/ 3 h 807"/>
                <a:gd name="T20" fmla="*/ 1 w 175"/>
                <a:gd name="T21" fmla="*/ 3 h 807"/>
                <a:gd name="T22" fmla="*/ 1 w 175"/>
                <a:gd name="T23" fmla="*/ 2 h 807"/>
                <a:gd name="T24" fmla="*/ 1 w 175"/>
                <a:gd name="T25" fmla="*/ 2 h 807"/>
                <a:gd name="T26" fmla="*/ 1 w 175"/>
                <a:gd name="T27" fmla="*/ 2 h 807"/>
                <a:gd name="T28" fmla="*/ 1 w 175"/>
                <a:gd name="T29" fmla="*/ 1 h 807"/>
                <a:gd name="T30" fmla="*/ 1 w 175"/>
                <a:gd name="T31" fmla="*/ 1 h 807"/>
                <a:gd name="T32" fmla="*/ 1 w 175"/>
                <a:gd name="T33" fmla="*/ 1 h 807"/>
                <a:gd name="T34" fmla="*/ 1 w 175"/>
                <a:gd name="T35" fmla="*/ 0 h 807"/>
                <a:gd name="T36" fmla="*/ 1 w 175"/>
                <a:gd name="T37" fmla="*/ 0 h 807"/>
                <a:gd name="T38" fmla="*/ 1 w 175"/>
                <a:gd name="T39" fmla="*/ 0 h 807"/>
                <a:gd name="T40" fmla="*/ 0 w 175"/>
                <a:gd name="T41" fmla="*/ 1 h 807"/>
                <a:gd name="T42" fmla="*/ 0 w 175"/>
                <a:gd name="T43" fmla="*/ 1 h 807"/>
                <a:gd name="T44" fmla="*/ 0 w 175"/>
                <a:gd name="T45" fmla="*/ 1 h 807"/>
                <a:gd name="T46" fmla="*/ 0 w 175"/>
                <a:gd name="T47" fmla="*/ 2 h 807"/>
                <a:gd name="T48" fmla="*/ 0 w 175"/>
                <a:gd name="T49" fmla="*/ 2 h 807"/>
                <a:gd name="T50" fmla="*/ 0 w 175"/>
                <a:gd name="T51" fmla="*/ 3 h 807"/>
                <a:gd name="T52" fmla="*/ 0 w 175"/>
                <a:gd name="T53" fmla="*/ 3 h 807"/>
                <a:gd name="T54" fmla="*/ 0 w 175"/>
                <a:gd name="T55" fmla="*/ 3 h 807"/>
                <a:gd name="T56" fmla="*/ 0 w 175"/>
                <a:gd name="T57" fmla="*/ 4 h 807"/>
                <a:gd name="T58" fmla="*/ 0 w 175"/>
                <a:gd name="T59" fmla="*/ 4 h 807"/>
                <a:gd name="T60" fmla="*/ 0 w 175"/>
                <a:gd name="T61" fmla="*/ 5 h 807"/>
                <a:gd name="T62" fmla="*/ 0 w 175"/>
                <a:gd name="T63" fmla="*/ 5 h 807"/>
                <a:gd name="T64" fmla="*/ 0 w 175"/>
                <a:gd name="T65" fmla="*/ 5 h 807"/>
                <a:gd name="T66" fmla="*/ 1 w 175"/>
                <a:gd name="T67" fmla="*/ 6 h 807"/>
                <a:gd name="T68" fmla="*/ 1 w 175"/>
                <a:gd name="T69" fmla="*/ 6 h 807"/>
                <a:gd name="T70" fmla="*/ 1 w 175"/>
                <a:gd name="T71" fmla="*/ 6 h 807"/>
                <a:gd name="T72" fmla="*/ 1 w 175"/>
                <a:gd name="T73" fmla="*/ 6 h 807"/>
                <a:gd name="T74" fmla="*/ 1 w 175"/>
                <a:gd name="T75" fmla="*/ 6 h 807"/>
                <a:gd name="T76" fmla="*/ 1 w 175"/>
                <a:gd name="T77" fmla="*/ 6 h 807"/>
                <a:gd name="T78" fmla="*/ 1 w 175"/>
                <a:gd name="T79" fmla="*/ 6 h 807"/>
                <a:gd name="T80" fmla="*/ 1 w 175"/>
                <a:gd name="T81" fmla="*/ 6 h 807"/>
                <a:gd name="T82" fmla="*/ 1 w 175"/>
                <a:gd name="T83" fmla="*/ 6 h 807"/>
                <a:gd name="T84" fmla="*/ 1 w 175"/>
                <a:gd name="T85" fmla="*/ 6 h 807"/>
                <a:gd name="T86" fmla="*/ 1 w 175"/>
                <a:gd name="T87" fmla="*/ 6 h 807"/>
                <a:gd name="T88" fmla="*/ 1 w 175"/>
                <a:gd name="T89" fmla="*/ 6 h 807"/>
                <a:gd name="T90" fmla="*/ 1 w 175"/>
                <a:gd name="T91" fmla="*/ 6 h 80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175"/>
                <a:gd name="T139" fmla="*/ 0 h 807"/>
                <a:gd name="T140" fmla="*/ 175 w 175"/>
                <a:gd name="T141" fmla="*/ 807 h 80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175" h="807">
                  <a:moveTo>
                    <a:pt x="169" y="740"/>
                  </a:moveTo>
                  <a:lnTo>
                    <a:pt x="169" y="739"/>
                  </a:lnTo>
                  <a:lnTo>
                    <a:pt x="149" y="698"/>
                  </a:lnTo>
                  <a:lnTo>
                    <a:pt x="133" y="656"/>
                  </a:lnTo>
                  <a:lnTo>
                    <a:pt x="120" y="611"/>
                  </a:lnTo>
                  <a:lnTo>
                    <a:pt x="108" y="565"/>
                  </a:lnTo>
                  <a:lnTo>
                    <a:pt x="100" y="520"/>
                  </a:lnTo>
                  <a:lnTo>
                    <a:pt x="96" y="472"/>
                  </a:lnTo>
                  <a:lnTo>
                    <a:pt x="93" y="425"/>
                  </a:lnTo>
                  <a:lnTo>
                    <a:pt x="93" y="377"/>
                  </a:lnTo>
                  <a:lnTo>
                    <a:pt x="96" y="330"/>
                  </a:lnTo>
                  <a:lnTo>
                    <a:pt x="100" y="283"/>
                  </a:lnTo>
                  <a:lnTo>
                    <a:pt x="106" y="238"/>
                  </a:lnTo>
                  <a:lnTo>
                    <a:pt x="115" y="195"/>
                  </a:lnTo>
                  <a:lnTo>
                    <a:pt x="126" y="153"/>
                  </a:lnTo>
                  <a:lnTo>
                    <a:pt x="139" y="114"/>
                  </a:lnTo>
                  <a:lnTo>
                    <a:pt x="153" y="77"/>
                  </a:lnTo>
                  <a:lnTo>
                    <a:pt x="169" y="43"/>
                  </a:lnTo>
                  <a:lnTo>
                    <a:pt x="87" y="0"/>
                  </a:lnTo>
                  <a:lnTo>
                    <a:pt x="69" y="39"/>
                  </a:lnTo>
                  <a:lnTo>
                    <a:pt x="52" y="81"/>
                  </a:lnTo>
                  <a:lnTo>
                    <a:pt x="37" y="127"/>
                  </a:lnTo>
                  <a:lnTo>
                    <a:pt x="24" y="174"/>
                  </a:lnTo>
                  <a:lnTo>
                    <a:pt x="15" y="222"/>
                  </a:lnTo>
                  <a:lnTo>
                    <a:pt x="7" y="271"/>
                  </a:lnTo>
                  <a:lnTo>
                    <a:pt x="2" y="323"/>
                  </a:lnTo>
                  <a:lnTo>
                    <a:pt x="0" y="374"/>
                  </a:lnTo>
                  <a:lnTo>
                    <a:pt x="0" y="427"/>
                  </a:lnTo>
                  <a:lnTo>
                    <a:pt x="2" y="479"/>
                  </a:lnTo>
                  <a:lnTo>
                    <a:pt x="9" y="531"/>
                  </a:lnTo>
                  <a:lnTo>
                    <a:pt x="17" y="584"/>
                  </a:lnTo>
                  <a:lnTo>
                    <a:pt x="29" y="635"/>
                  </a:lnTo>
                  <a:lnTo>
                    <a:pt x="44" y="686"/>
                  </a:lnTo>
                  <a:lnTo>
                    <a:pt x="65" y="736"/>
                  </a:lnTo>
                  <a:lnTo>
                    <a:pt x="87" y="784"/>
                  </a:lnTo>
                  <a:lnTo>
                    <a:pt x="87" y="782"/>
                  </a:lnTo>
                  <a:lnTo>
                    <a:pt x="87" y="784"/>
                  </a:lnTo>
                  <a:lnTo>
                    <a:pt x="100" y="799"/>
                  </a:lnTo>
                  <a:lnTo>
                    <a:pt x="117" y="807"/>
                  </a:lnTo>
                  <a:lnTo>
                    <a:pt x="134" y="807"/>
                  </a:lnTo>
                  <a:lnTo>
                    <a:pt x="151" y="801"/>
                  </a:lnTo>
                  <a:lnTo>
                    <a:pt x="164" y="791"/>
                  </a:lnTo>
                  <a:lnTo>
                    <a:pt x="173" y="777"/>
                  </a:lnTo>
                  <a:lnTo>
                    <a:pt x="175" y="759"/>
                  </a:lnTo>
                  <a:lnTo>
                    <a:pt x="169" y="739"/>
                  </a:lnTo>
                  <a:lnTo>
                    <a:pt x="169" y="74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4878" name="Freeform 28"/>
            <p:cNvSpPr>
              <a:spLocks/>
            </p:cNvSpPr>
            <p:nvPr/>
          </p:nvSpPr>
          <p:spPr bwMode="auto">
            <a:xfrm>
              <a:off x="1299" y="1681"/>
              <a:ext cx="157" cy="281"/>
            </a:xfrm>
            <a:custGeom>
              <a:avLst/>
              <a:gdLst>
                <a:gd name="T0" fmla="*/ 6 w 787"/>
                <a:gd name="T1" fmla="*/ 11 h 1404"/>
                <a:gd name="T2" fmla="*/ 6 w 787"/>
                <a:gd name="T3" fmla="*/ 11 h 1404"/>
                <a:gd name="T4" fmla="*/ 1 w 787"/>
                <a:gd name="T5" fmla="*/ 0 h 1404"/>
                <a:gd name="T6" fmla="*/ 0 w 787"/>
                <a:gd name="T7" fmla="*/ 0 h 1404"/>
                <a:gd name="T8" fmla="*/ 6 w 787"/>
                <a:gd name="T9" fmla="*/ 11 h 1404"/>
                <a:gd name="T10" fmla="*/ 6 w 787"/>
                <a:gd name="T11" fmla="*/ 11 h 1404"/>
                <a:gd name="T12" fmla="*/ 6 w 787"/>
                <a:gd name="T13" fmla="*/ 11 h 1404"/>
                <a:gd name="T14" fmla="*/ 6 w 787"/>
                <a:gd name="T15" fmla="*/ 11 h 1404"/>
                <a:gd name="T16" fmla="*/ 6 w 787"/>
                <a:gd name="T17" fmla="*/ 11 h 1404"/>
                <a:gd name="T18" fmla="*/ 6 w 787"/>
                <a:gd name="T19" fmla="*/ 11 h 1404"/>
                <a:gd name="T20" fmla="*/ 6 w 787"/>
                <a:gd name="T21" fmla="*/ 11 h 1404"/>
                <a:gd name="T22" fmla="*/ 6 w 787"/>
                <a:gd name="T23" fmla="*/ 11 h 1404"/>
                <a:gd name="T24" fmla="*/ 6 w 787"/>
                <a:gd name="T25" fmla="*/ 11 h 1404"/>
                <a:gd name="T26" fmla="*/ 6 w 787"/>
                <a:gd name="T27" fmla="*/ 11 h 1404"/>
                <a:gd name="T28" fmla="*/ 6 w 787"/>
                <a:gd name="T29" fmla="*/ 11 h 1404"/>
                <a:gd name="T30" fmla="*/ 6 w 787"/>
                <a:gd name="T31" fmla="*/ 11 h 1404"/>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787"/>
                <a:gd name="T49" fmla="*/ 0 h 1404"/>
                <a:gd name="T50" fmla="*/ 787 w 787"/>
                <a:gd name="T51" fmla="*/ 1404 h 1404"/>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787" h="1404">
                  <a:moveTo>
                    <a:pt x="781" y="1334"/>
                  </a:moveTo>
                  <a:lnTo>
                    <a:pt x="781" y="1337"/>
                  </a:lnTo>
                  <a:lnTo>
                    <a:pt x="82" y="0"/>
                  </a:lnTo>
                  <a:lnTo>
                    <a:pt x="0" y="42"/>
                  </a:lnTo>
                  <a:lnTo>
                    <a:pt x="699" y="1379"/>
                  </a:lnTo>
                  <a:lnTo>
                    <a:pt x="699" y="1381"/>
                  </a:lnTo>
                  <a:lnTo>
                    <a:pt x="699" y="1379"/>
                  </a:lnTo>
                  <a:lnTo>
                    <a:pt x="712" y="1395"/>
                  </a:lnTo>
                  <a:lnTo>
                    <a:pt x="727" y="1402"/>
                  </a:lnTo>
                  <a:lnTo>
                    <a:pt x="744" y="1404"/>
                  </a:lnTo>
                  <a:lnTo>
                    <a:pt x="761" y="1398"/>
                  </a:lnTo>
                  <a:lnTo>
                    <a:pt x="775" y="1388"/>
                  </a:lnTo>
                  <a:lnTo>
                    <a:pt x="784" y="1373"/>
                  </a:lnTo>
                  <a:lnTo>
                    <a:pt x="787" y="1357"/>
                  </a:lnTo>
                  <a:lnTo>
                    <a:pt x="781" y="1337"/>
                  </a:lnTo>
                  <a:lnTo>
                    <a:pt x="781" y="13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4879" name="Freeform 29"/>
            <p:cNvSpPr>
              <a:spLocks/>
            </p:cNvSpPr>
            <p:nvPr/>
          </p:nvSpPr>
          <p:spPr bwMode="auto">
            <a:xfrm>
              <a:off x="1439" y="1948"/>
              <a:ext cx="125" cy="76"/>
            </a:xfrm>
            <a:custGeom>
              <a:avLst/>
              <a:gdLst>
                <a:gd name="T0" fmla="*/ 5 w 628"/>
                <a:gd name="T1" fmla="*/ 2 h 383"/>
                <a:gd name="T2" fmla="*/ 5 w 628"/>
                <a:gd name="T3" fmla="*/ 2 h 383"/>
                <a:gd name="T4" fmla="*/ 4 w 628"/>
                <a:gd name="T5" fmla="*/ 2 h 383"/>
                <a:gd name="T6" fmla="*/ 4 w 628"/>
                <a:gd name="T7" fmla="*/ 2 h 383"/>
                <a:gd name="T8" fmla="*/ 4 w 628"/>
                <a:gd name="T9" fmla="*/ 2 h 383"/>
                <a:gd name="T10" fmla="*/ 3 w 628"/>
                <a:gd name="T11" fmla="*/ 2 h 383"/>
                <a:gd name="T12" fmla="*/ 3 w 628"/>
                <a:gd name="T13" fmla="*/ 2 h 383"/>
                <a:gd name="T14" fmla="*/ 3 w 628"/>
                <a:gd name="T15" fmla="*/ 2 h 383"/>
                <a:gd name="T16" fmla="*/ 3 w 628"/>
                <a:gd name="T17" fmla="*/ 2 h 383"/>
                <a:gd name="T18" fmla="*/ 2 w 628"/>
                <a:gd name="T19" fmla="*/ 2 h 383"/>
                <a:gd name="T20" fmla="*/ 2 w 628"/>
                <a:gd name="T21" fmla="*/ 2 h 383"/>
                <a:gd name="T22" fmla="*/ 2 w 628"/>
                <a:gd name="T23" fmla="*/ 1 h 383"/>
                <a:gd name="T24" fmla="*/ 2 w 628"/>
                <a:gd name="T25" fmla="*/ 1 h 383"/>
                <a:gd name="T26" fmla="*/ 1 w 628"/>
                <a:gd name="T27" fmla="*/ 1 h 383"/>
                <a:gd name="T28" fmla="*/ 1 w 628"/>
                <a:gd name="T29" fmla="*/ 1 h 383"/>
                <a:gd name="T30" fmla="*/ 1 w 628"/>
                <a:gd name="T31" fmla="*/ 1 h 383"/>
                <a:gd name="T32" fmla="*/ 1 w 628"/>
                <a:gd name="T33" fmla="*/ 0 h 383"/>
                <a:gd name="T34" fmla="*/ 1 w 628"/>
                <a:gd name="T35" fmla="*/ 0 h 383"/>
                <a:gd name="T36" fmla="*/ 0 w 628"/>
                <a:gd name="T37" fmla="*/ 0 h 383"/>
                <a:gd name="T38" fmla="*/ 0 w 628"/>
                <a:gd name="T39" fmla="*/ 1 h 383"/>
                <a:gd name="T40" fmla="*/ 0 w 628"/>
                <a:gd name="T41" fmla="*/ 1 h 383"/>
                <a:gd name="T42" fmla="*/ 1 w 628"/>
                <a:gd name="T43" fmla="*/ 1 h 383"/>
                <a:gd name="T44" fmla="*/ 1 w 628"/>
                <a:gd name="T45" fmla="*/ 1 h 383"/>
                <a:gd name="T46" fmla="*/ 1 w 628"/>
                <a:gd name="T47" fmla="*/ 2 h 383"/>
                <a:gd name="T48" fmla="*/ 1 w 628"/>
                <a:gd name="T49" fmla="*/ 2 h 383"/>
                <a:gd name="T50" fmla="*/ 2 w 628"/>
                <a:gd name="T51" fmla="*/ 2 h 383"/>
                <a:gd name="T52" fmla="*/ 2 w 628"/>
                <a:gd name="T53" fmla="*/ 2 h 383"/>
                <a:gd name="T54" fmla="*/ 2 w 628"/>
                <a:gd name="T55" fmla="*/ 2 h 383"/>
                <a:gd name="T56" fmla="*/ 3 w 628"/>
                <a:gd name="T57" fmla="*/ 3 h 383"/>
                <a:gd name="T58" fmla="*/ 3 w 628"/>
                <a:gd name="T59" fmla="*/ 3 h 383"/>
                <a:gd name="T60" fmla="*/ 3 w 628"/>
                <a:gd name="T61" fmla="*/ 3 h 383"/>
                <a:gd name="T62" fmla="*/ 4 w 628"/>
                <a:gd name="T63" fmla="*/ 3 h 383"/>
                <a:gd name="T64" fmla="*/ 4 w 628"/>
                <a:gd name="T65" fmla="*/ 3 h 383"/>
                <a:gd name="T66" fmla="*/ 4 w 628"/>
                <a:gd name="T67" fmla="*/ 3 h 383"/>
                <a:gd name="T68" fmla="*/ 5 w 628"/>
                <a:gd name="T69" fmla="*/ 3 h 383"/>
                <a:gd name="T70" fmla="*/ 5 w 628"/>
                <a:gd name="T71" fmla="*/ 3 h 383"/>
                <a:gd name="T72" fmla="*/ 5 w 628"/>
                <a:gd name="T73" fmla="*/ 3 h 383"/>
                <a:gd name="T74" fmla="*/ 5 w 628"/>
                <a:gd name="T75" fmla="*/ 3 h 383"/>
                <a:gd name="T76" fmla="*/ 5 w 628"/>
                <a:gd name="T77" fmla="*/ 3 h 383"/>
                <a:gd name="T78" fmla="*/ 5 w 628"/>
                <a:gd name="T79" fmla="*/ 3 h 383"/>
                <a:gd name="T80" fmla="*/ 5 w 628"/>
                <a:gd name="T81" fmla="*/ 3 h 383"/>
                <a:gd name="T82" fmla="*/ 5 w 628"/>
                <a:gd name="T83" fmla="*/ 3 h 383"/>
                <a:gd name="T84" fmla="*/ 5 w 628"/>
                <a:gd name="T85" fmla="*/ 2 h 383"/>
                <a:gd name="T86" fmla="*/ 5 w 628"/>
                <a:gd name="T87" fmla="*/ 2 h 383"/>
                <a:gd name="T88" fmla="*/ 5 w 628"/>
                <a:gd name="T89" fmla="*/ 2 h 383"/>
                <a:gd name="T90" fmla="*/ 5 w 628"/>
                <a:gd name="T91" fmla="*/ 2 h 38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628"/>
                <a:gd name="T139" fmla="*/ 0 h 383"/>
                <a:gd name="T140" fmla="*/ 628 w 628"/>
                <a:gd name="T141" fmla="*/ 383 h 38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628" h="383">
                  <a:moveTo>
                    <a:pt x="581" y="289"/>
                  </a:moveTo>
                  <a:lnTo>
                    <a:pt x="582" y="289"/>
                  </a:lnTo>
                  <a:lnTo>
                    <a:pt x="541" y="287"/>
                  </a:lnTo>
                  <a:lnTo>
                    <a:pt x="500" y="283"/>
                  </a:lnTo>
                  <a:lnTo>
                    <a:pt x="462" y="276"/>
                  </a:lnTo>
                  <a:lnTo>
                    <a:pt x="424" y="268"/>
                  </a:lnTo>
                  <a:lnTo>
                    <a:pt x="389" y="255"/>
                  </a:lnTo>
                  <a:lnTo>
                    <a:pt x="352" y="242"/>
                  </a:lnTo>
                  <a:lnTo>
                    <a:pt x="320" y="227"/>
                  </a:lnTo>
                  <a:lnTo>
                    <a:pt x="287" y="209"/>
                  </a:lnTo>
                  <a:lnTo>
                    <a:pt x="255" y="189"/>
                  </a:lnTo>
                  <a:lnTo>
                    <a:pt x="226" y="168"/>
                  </a:lnTo>
                  <a:lnTo>
                    <a:pt x="198" y="145"/>
                  </a:lnTo>
                  <a:lnTo>
                    <a:pt x="172" y="119"/>
                  </a:lnTo>
                  <a:lnTo>
                    <a:pt x="146" y="92"/>
                  </a:lnTo>
                  <a:lnTo>
                    <a:pt x="122" y="64"/>
                  </a:lnTo>
                  <a:lnTo>
                    <a:pt x="100" y="33"/>
                  </a:lnTo>
                  <a:lnTo>
                    <a:pt x="82" y="0"/>
                  </a:lnTo>
                  <a:lnTo>
                    <a:pt x="0" y="47"/>
                  </a:lnTo>
                  <a:lnTo>
                    <a:pt x="23" y="85"/>
                  </a:lnTo>
                  <a:lnTo>
                    <a:pt x="49" y="120"/>
                  </a:lnTo>
                  <a:lnTo>
                    <a:pt x="76" y="153"/>
                  </a:lnTo>
                  <a:lnTo>
                    <a:pt x="104" y="185"/>
                  </a:lnTo>
                  <a:lnTo>
                    <a:pt x="137" y="215"/>
                  </a:lnTo>
                  <a:lnTo>
                    <a:pt x="170" y="241"/>
                  </a:lnTo>
                  <a:lnTo>
                    <a:pt x="204" y="267"/>
                  </a:lnTo>
                  <a:lnTo>
                    <a:pt x="240" y="289"/>
                  </a:lnTo>
                  <a:lnTo>
                    <a:pt x="277" y="309"/>
                  </a:lnTo>
                  <a:lnTo>
                    <a:pt x="317" y="329"/>
                  </a:lnTo>
                  <a:lnTo>
                    <a:pt x="358" y="344"/>
                  </a:lnTo>
                  <a:lnTo>
                    <a:pt x="400" y="357"/>
                  </a:lnTo>
                  <a:lnTo>
                    <a:pt x="444" y="367"/>
                  </a:lnTo>
                  <a:lnTo>
                    <a:pt x="488" y="374"/>
                  </a:lnTo>
                  <a:lnTo>
                    <a:pt x="534" y="380"/>
                  </a:lnTo>
                  <a:lnTo>
                    <a:pt x="580" y="383"/>
                  </a:lnTo>
                  <a:lnTo>
                    <a:pt x="581" y="383"/>
                  </a:lnTo>
                  <a:lnTo>
                    <a:pt x="580" y="383"/>
                  </a:lnTo>
                  <a:lnTo>
                    <a:pt x="600" y="379"/>
                  </a:lnTo>
                  <a:lnTo>
                    <a:pt x="615" y="369"/>
                  </a:lnTo>
                  <a:lnTo>
                    <a:pt x="624" y="353"/>
                  </a:lnTo>
                  <a:lnTo>
                    <a:pt x="628" y="337"/>
                  </a:lnTo>
                  <a:lnTo>
                    <a:pt x="625" y="319"/>
                  </a:lnTo>
                  <a:lnTo>
                    <a:pt x="617" y="304"/>
                  </a:lnTo>
                  <a:lnTo>
                    <a:pt x="602" y="294"/>
                  </a:lnTo>
                  <a:lnTo>
                    <a:pt x="582" y="289"/>
                  </a:lnTo>
                  <a:lnTo>
                    <a:pt x="581" y="28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4880" name="Freeform 30"/>
            <p:cNvSpPr>
              <a:spLocks/>
            </p:cNvSpPr>
            <p:nvPr/>
          </p:nvSpPr>
          <p:spPr bwMode="auto">
            <a:xfrm>
              <a:off x="1587" y="1880"/>
              <a:ext cx="85" cy="49"/>
            </a:xfrm>
            <a:custGeom>
              <a:avLst/>
              <a:gdLst>
                <a:gd name="T0" fmla="*/ 3 w 426"/>
                <a:gd name="T1" fmla="*/ 0 h 245"/>
                <a:gd name="T2" fmla="*/ 3 w 426"/>
                <a:gd name="T3" fmla="*/ 0 h 245"/>
                <a:gd name="T4" fmla="*/ 3 w 426"/>
                <a:gd name="T5" fmla="*/ 0 h 245"/>
                <a:gd name="T6" fmla="*/ 3 w 426"/>
                <a:gd name="T7" fmla="*/ 0 h 245"/>
                <a:gd name="T8" fmla="*/ 2 w 426"/>
                <a:gd name="T9" fmla="*/ 0 h 245"/>
                <a:gd name="T10" fmla="*/ 2 w 426"/>
                <a:gd name="T11" fmla="*/ 0 h 245"/>
                <a:gd name="T12" fmla="*/ 2 w 426"/>
                <a:gd name="T13" fmla="*/ 0 h 245"/>
                <a:gd name="T14" fmla="*/ 2 w 426"/>
                <a:gd name="T15" fmla="*/ 0 h 245"/>
                <a:gd name="T16" fmla="*/ 1 w 426"/>
                <a:gd name="T17" fmla="*/ 0 h 245"/>
                <a:gd name="T18" fmla="*/ 1 w 426"/>
                <a:gd name="T19" fmla="*/ 1 h 245"/>
                <a:gd name="T20" fmla="*/ 1 w 426"/>
                <a:gd name="T21" fmla="*/ 1 h 245"/>
                <a:gd name="T22" fmla="*/ 1 w 426"/>
                <a:gd name="T23" fmla="*/ 1 h 245"/>
                <a:gd name="T24" fmla="*/ 0 w 426"/>
                <a:gd name="T25" fmla="*/ 1 h 245"/>
                <a:gd name="T26" fmla="*/ 0 w 426"/>
                <a:gd name="T27" fmla="*/ 1 h 245"/>
                <a:gd name="T28" fmla="*/ 0 w 426"/>
                <a:gd name="T29" fmla="*/ 1 h 245"/>
                <a:gd name="T30" fmla="*/ 0 w 426"/>
                <a:gd name="T31" fmla="*/ 2 h 245"/>
                <a:gd name="T32" fmla="*/ 0 w 426"/>
                <a:gd name="T33" fmla="*/ 2 h 245"/>
                <a:gd name="T34" fmla="*/ 0 w 426"/>
                <a:gd name="T35" fmla="*/ 2 h 245"/>
                <a:gd name="T36" fmla="*/ 0 w 426"/>
                <a:gd name="T37" fmla="*/ 2 h 245"/>
                <a:gd name="T38" fmla="*/ 0 w 426"/>
                <a:gd name="T39" fmla="*/ 2 h 245"/>
                <a:gd name="T40" fmla="*/ 0 w 426"/>
                <a:gd name="T41" fmla="*/ 2 h 245"/>
                <a:gd name="T42" fmla="*/ 0 w 426"/>
                <a:gd name="T43" fmla="*/ 1 h 245"/>
                <a:gd name="T44" fmla="*/ 0 w 426"/>
                <a:gd name="T45" fmla="*/ 1 h 245"/>
                <a:gd name="T46" fmla="*/ 0 w 426"/>
                <a:gd name="T47" fmla="*/ 1 h 245"/>
                <a:gd name="T48" fmla="*/ 1 w 426"/>
                <a:gd name="T49" fmla="*/ 1 h 245"/>
                <a:gd name="T50" fmla="*/ 1 w 426"/>
                <a:gd name="T51" fmla="*/ 1 h 245"/>
                <a:gd name="T52" fmla="*/ 1 w 426"/>
                <a:gd name="T53" fmla="*/ 1 h 245"/>
                <a:gd name="T54" fmla="*/ 1 w 426"/>
                <a:gd name="T55" fmla="*/ 1 h 245"/>
                <a:gd name="T56" fmla="*/ 2 w 426"/>
                <a:gd name="T57" fmla="*/ 0 h 245"/>
                <a:gd name="T58" fmla="*/ 2 w 426"/>
                <a:gd name="T59" fmla="*/ 0 h 245"/>
                <a:gd name="T60" fmla="*/ 2 w 426"/>
                <a:gd name="T61" fmla="*/ 0 h 245"/>
                <a:gd name="T62" fmla="*/ 2 w 426"/>
                <a:gd name="T63" fmla="*/ 0 h 245"/>
                <a:gd name="T64" fmla="*/ 3 w 426"/>
                <a:gd name="T65" fmla="*/ 0 h 245"/>
                <a:gd name="T66" fmla="*/ 3 w 426"/>
                <a:gd name="T67" fmla="*/ 0 h 245"/>
                <a:gd name="T68" fmla="*/ 3 w 426"/>
                <a:gd name="T69" fmla="*/ 0 h 245"/>
                <a:gd name="T70" fmla="*/ 3 w 426"/>
                <a:gd name="T71" fmla="*/ 0 h 245"/>
                <a:gd name="T72" fmla="*/ 3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426" y="0"/>
                  </a:moveTo>
                  <a:lnTo>
                    <a:pt x="426" y="0"/>
                  </a:lnTo>
                  <a:lnTo>
                    <a:pt x="384" y="1"/>
                  </a:lnTo>
                  <a:lnTo>
                    <a:pt x="340" y="4"/>
                  </a:lnTo>
                  <a:lnTo>
                    <a:pt x="300" y="10"/>
                  </a:lnTo>
                  <a:lnTo>
                    <a:pt x="262" y="18"/>
                  </a:lnTo>
                  <a:lnTo>
                    <a:pt x="224" y="29"/>
                  </a:lnTo>
                  <a:lnTo>
                    <a:pt x="189" y="41"/>
                  </a:lnTo>
                  <a:lnTo>
                    <a:pt x="157" y="55"/>
                  </a:lnTo>
                  <a:lnTo>
                    <a:pt x="126" y="70"/>
                  </a:lnTo>
                  <a:lnTo>
                    <a:pt x="99" y="89"/>
                  </a:lnTo>
                  <a:lnTo>
                    <a:pt x="74" y="106"/>
                  </a:lnTo>
                  <a:lnTo>
                    <a:pt x="52" y="126"/>
                  </a:lnTo>
                  <a:lnTo>
                    <a:pt x="34" y="148"/>
                  </a:lnTo>
                  <a:lnTo>
                    <a:pt x="19" y="171"/>
                  </a:lnTo>
                  <a:lnTo>
                    <a:pt x="9" y="194"/>
                  </a:lnTo>
                  <a:lnTo>
                    <a:pt x="3" y="219"/>
                  </a:lnTo>
                  <a:lnTo>
                    <a:pt x="0" y="245"/>
                  </a:lnTo>
                  <a:lnTo>
                    <a:pt x="12" y="245"/>
                  </a:lnTo>
                  <a:lnTo>
                    <a:pt x="15" y="221"/>
                  </a:lnTo>
                  <a:lnTo>
                    <a:pt x="20" y="199"/>
                  </a:lnTo>
                  <a:lnTo>
                    <a:pt x="31" y="178"/>
                  </a:lnTo>
                  <a:lnTo>
                    <a:pt x="44" y="156"/>
                  </a:lnTo>
                  <a:lnTo>
                    <a:pt x="61" y="136"/>
                  </a:lnTo>
                  <a:lnTo>
                    <a:pt x="81" y="116"/>
                  </a:lnTo>
                  <a:lnTo>
                    <a:pt x="106" y="98"/>
                  </a:lnTo>
                  <a:lnTo>
                    <a:pt x="133" y="82"/>
                  </a:lnTo>
                  <a:lnTo>
                    <a:pt x="162" y="66"/>
                  </a:lnTo>
                  <a:lnTo>
                    <a:pt x="194" y="52"/>
                  </a:lnTo>
                  <a:lnTo>
                    <a:pt x="229" y="41"/>
                  </a:lnTo>
                  <a:lnTo>
                    <a:pt x="264" y="30"/>
                  </a:lnTo>
                  <a:lnTo>
                    <a:pt x="303" y="22"/>
                  </a:lnTo>
                  <a:lnTo>
                    <a:pt x="343" y="16"/>
                  </a:lnTo>
                  <a:lnTo>
                    <a:pt x="384" y="12"/>
                  </a:lnTo>
                  <a:lnTo>
                    <a:pt x="426" y="11"/>
                  </a:lnTo>
                  <a:lnTo>
                    <a:pt x="42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4881" name="Freeform 31"/>
            <p:cNvSpPr>
              <a:spLocks/>
            </p:cNvSpPr>
            <p:nvPr/>
          </p:nvSpPr>
          <p:spPr bwMode="auto">
            <a:xfrm>
              <a:off x="1587" y="1929"/>
              <a:ext cx="85" cy="49"/>
            </a:xfrm>
            <a:custGeom>
              <a:avLst/>
              <a:gdLst>
                <a:gd name="T0" fmla="*/ 0 w 426"/>
                <a:gd name="T1" fmla="*/ 0 h 245"/>
                <a:gd name="T2" fmla="*/ 0 w 426"/>
                <a:gd name="T3" fmla="*/ 0 h 245"/>
                <a:gd name="T4" fmla="*/ 0 w 426"/>
                <a:gd name="T5" fmla="*/ 0 h 245"/>
                <a:gd name="T6" fmla="*/ 0 w 426"/>
                <a:gd name="T7" fmla="*/ 0 h 245"/>
                <a:gd name="T8" fmla="*/ 0 w 426"/>
                <a:gd name="T9" fmla="*/ 1 h 245"/>
                <a:gd name="T10" fmla="*/ 0 w 426"/>
                <a:gd name="T11" fmla="*/ 1 h 245"/>
                <a:gd name="T12" fmla="*/ 0 w 426"/>
                <a:gd name="T13" fmla="*/ 1 h 245"/>
                <a:gd name="T14" fmla="*/ 1 w 426"/>
                <a:gd name="T15" fmla="*/ 1 h 245"/>
                <a:gd name="T16" fmla="*/ 1 w 426"/>
                <a:gd name="T17" fmla="*/ 1 h 245"/>
                <a:gd name="T18" fmla="*/ 1 w 426"/>
                <a:gd name="T19" fmla="*/ 1 h 245"/>
                <a:gd name="T20" fmla="*/ 1 w 426"/>
                <a:gd name="T21" fmla="*/ 2 h 245"/>
                <a:gd name="T22" fmla="*/ 2 w 426"/>
                <a:gd name="T23" fmla="*/ 2 h 245"/>
                <a:gd name="T24" fmla="*/ 2 w 426"/>
                <a:gd name="T25" fmla="*/ 2 h 245"/>
                <a:gd name="T26" fmla="*/ 2 w 426"/>
                <a:gd name="T27" fmla="*/ 2 h 245"/>
                <a:gd name="T28" fmla="*/ 2 w 426"/>
                <a:gd name="T29" fmla="*/ 2 h 245"/>
                <a:gd name="T30" fmla="*/ 3 w 426"/>
                <a:gd name="T31" fmla="*/ 2 h 245"/>
                <a:gd name="T32" fmla="*/ 3 w 426"/>
                <a:gd name="T33" fmla="*/ 2 h 245"/>
                <a:gd name="T34" fmla="*/ 3 w 426"/>
                <a:gd name="T35" fmla="*/ 2 h 245"/>
                <a:gd name="T36" fmla="*/ 3 w 426"/>
                <a:gd name="T37" fmla="*/ 2 h 245"/>
                <a:gd name="T38" fmla="*/ 3 w 426"/>
                <a:gd name="T39" fmla="*/ 2 h 245"/>
                <a:gd name="T40" fmla="*/ 3 w 426"/>
                <a:gd name="T41" fmla="*/ 2 h 245"/>
                <a:gd name="T42" fmla="*/ 2 w 426"/>
                <a:gd name="T43" fmla="*/ 2 h 245"/>
                <a:gd name="T44" fmla="*/ 2 w 426"/>
                <a:gd name="T45" fmla="*/ 2 h 245"/>
                <a:gd name="T46" fmla="*/ 2 w 426"/>
                <a:gd name="T47" fmla="*/ 2 h 245"/>
                <a:gd name="T48" fmla="*/ 2 w 426"/>
                <a:gd name="T49" fmla="*/ 2 h 245"/>
                <a:gd name="T50" fmla="*/ 1 w 426"/>
                <a:gd name="T51" fmla="*/ 1 h 245"/>
                <a:gd name="T52" fmla="*/ 1 w 426"/>
                <a:gd name="T53" fmla="*/ 1 h 245"/>
                <a:gd name="T54" fmla="*/ 1 w 426"/>
                <a:gd name="T55" fmla="*/ 1 h 245"/>
                <a:gd name="T56" fmla="*/ 1 w 426"/>
                <a:gd name="T57" fmla="*/ 1 h 245"/>
                <a:gd name="T58" fmla="*/ 0 w 426"/>
                <a:gd name="T59" fmla="*/ 1 h 245"/>
                <a:gd name="T60" fmla="*/ 0 w 426"/>
                <a:gd name="T61" fmla="*/ 1 h 245"/>
                <a:gd name="T62" fmla="*/ 0 w 426"/>
                <a:gd name="T63" fmla="*/ 1 h 245"/>
                <a:gd name="T64" fmla="*/ 0 w 426"/>
                <a:gd name="T65" fmla="*/ 0 h 245"/>
                <a:gd name="T66" fmla="*/ 0 w 426"/>
                <a:gd name="T67" fmla="*/ 0 h 245"/>
                <a:gd name="T68" fmla="*/ 0 w 426"/>
                <a:gd name="T69" fmla="*/ 0 h 245"/>
                <a:gd name="T70" fmla="*/ 0 w 426"/>
                <a:gd name="T71" fmla="*/ 0 h 245"/>
                <a:gd name="T72" fmla="*/ 0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0" y="0"/>
                  </a:moveTo>
                  <a:lnTo>
                    <a:pt x="0" y="0"/>
                  </a:lnTo>
                  <a:lnTo>
                    <a:pt x="3" y="25"/>
                  </a:lnTo>
                  <a:lnTo>
                    <a:pt x="9" y="50"/>
                  </a:lnTo>
                  <a:lnTo>
                    <a:pt x="19" y="73"/>
                  </a:lnTo>
                  <a:lnTo>
                    <a:pt x="34" y="96"/>
                  </a:lnTo>
                  <a:lnTo>
                    <a:pt x="52" y="118"/>
                  </a:lnTo>
                  <a:lnTo>
                    <a:pt x="74" y="138"/>
                  </a:lnTo>
                  <a:lnTo>
                    <a:pt x="99" y="156"/>
                  </a:lnTo>
                  <a:lnTo>
                    <a:pt x="126" y="174"/>
                  </a:lnTo>
                  <a:lnTo>
                    <a:pt x="157" y="190"/>
                  </a:lnTo>
                  <a:lnTo>
                    <a:pt x="189" y="204"/>
                  </a:lnTo>
                  <a:lnTo>
                    <a:pt x="224" y="215"/>
                  </a:lnTo>
                  <a:lnTo>
                    <a:pt x="262" y="226"/>
                  </a:lnTo>
                  <a:lnTo>
                    <a:pt x="300" y="234"/>
                  </a:lnTo>
                  <a:lnTo>
                    <a:pt x="340" y="240"/>
                  </a:lnTo>
                  <a:lnTo>
                    <a:pt x="384" y="244"/>
                  </a:lnTo>
                  <a:lnTo>
                    <a:pt x="426" y="245"/>
                  </a:lnTo>
                  <a:lnTo>
                    <a:pt x="426" y="233"/>
                  </a:lnTo>
                  <a:lnTo>
                    <a:pt x="384" y="232"/>
                  </a:lnTo>
                  <a:lnTo>
                    <a:pt x="343" y="228"/>
                  </a:lnTo>
                  <a:lnTo>
                    <a:pt x="303" y="222"/>
                  </a:lnTo>
                  <a:lnTo>
                    <a:pt x="264" y="214"/>
                  </a:lnTo>
                  <a:lnTo>
                    <a:pt x="229" y="204"/>
                  </a:lnTo>
                  <a:lnTo>
                    <a:pt x="194" y="192"/>
                  </a:lnTo>
                  <a:lnTo>
                    <a:pt x="162" y="178"/>
                  </a:lnTo>
                  <a:lnTo>
                    <a:pt x="133" y="163"/>
                  </a:lnTo>
                  <a:lnTo>
                    <a:pt x="106" y="146"/>
                  </a:lnTo>
                  <a:lnTo>
                    <a:pt x="81" y="129"/>
                  </a:lnTo>
                  <a:lnTo>
                    <a:pt x="61" y="109"/>
                  </a:lnTo>
                  <a:lnTo>
                    <a:pt x="44" y="89"/>
                  </a:lnTo>
                  <a:lnTo>
                    <a:pt x="31" y="66"/>
                  </a:lnTo>
                  <a:lnTo>
                    <a:pt x="20" y="45"/>
                  </a:lnTo>
                  <a:lnTo>
                    <a:pt x="15" y="2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4882" name="Freeform 32"/>
            <p:cNvSpPr>
              <a:spLocks/>
            </p:cNvSpPr>
            <p:nvPr/>
          </p:nvSpPr>
          <p:spPr bwMode="auto">
            <a:xfrm>
              <a:off x="878" y="1448"/>
              <a:ext cx="792" cy="954"/>
            </a:xfrm>
            <a:custGeom>
              <a:avLst/>
              <a:gdLst>
                <a:gd name="T0" fmla="*/ 13 w 3960"/>
                <a:gd name="T1" fmla="*/ 38 h 4768"/>
                <a:gd name="T2" fmla="*/ 14 w 3960"/>
                <a:gd name="T3" fmla="*/ 38 h 4768"/>
                <a:gd name="T4" fmla="*/ 15 w 3960"/>
                <a:gd name="T5" fmla="*/ 38 h 4768"/>
                <a:gd name="T6" fmla="*/ 15 w 3960"/>
                <a:gd name="T7" fmla="*/ 38 h 4768"/>
                <a:gd name="T8" fmla="*/ 16 w 3960"/>
                <a:gd name="T9" fmla="*/ 38 h 4768"/>
                <a:gd name="T10" fmla="*/ 17 w 3960"/>
                <a:gd name="T11" fmla="*/ 38 h 4768"/>
                <a:gd name="T12" fmla="*/ 17 w 3960"/>
                <a:gd name="T13" fmla="*/ 38 h 4768"/>
                <a:gd name="T14" fmla="*/ 18 w 3960"/>
                <a:gd name="T15" fmla="*/ 38 h 4768"/>
                <a:gd name="T16" fmla="*/ 18 w 3960"/>
                <a:gd name="T17" fmla="*/ 38 h 4768"/>
                <a:gd name="T18" fmla="*/ 29 w 3960"/>
                <a:gd name="T19" fmla="*/ 30 h 4768"/>
                <a:gd name="T20" fmla="*/ 30 w 3960"/>
                <a:gd name="T21" fmla="*/ 30 h 4768"/>
                <a:gd name="T22" fmla="*/ 30 w 3960"/>
                <a:gd name="T23" fmla="*/ 29 h 4768"/>
                <a:gd name="T24" fmla="*/ 31 w 3960"/>
                <a:gd name="T25" fmla="*/ 28 h 4768"/>
                <a:gd name="T26" fmla="*/ 31 w 3960"/>
                <a:gd name="T27" fmla="*/ 28 h 4768"/>
                <a:gd name="T28" fmla="*/ 31 w 3960"/>
                <a:gd name="T29" fmla="*/ 27 h 4768"/>
                <a:gd name="T30" fmla="*/ 32 w 3960"/>
                <a:gd name="T31" fmla="*/ 26 h 4768"/>
                <a:gd name="T32" fmla="*/ 32 w 3960"/>
                <a:gd name="T33" fmla="*/ 25 h 4768"/>
                <a:gd name="T34" fmla="*/ 32 w 3960"/>
                <a:gd name="T35" fmla="*/ 11 h 4768"/>
                <a:gd name="T36" fmla="*/ 32 w 3960"/>
                <a:gd name="T37" fmla="*/ 10 h 4768"/>
                <a:gd name="T38" fmla="*/ 31 w 3960"/>
                <a:gd name="T39" fmla="*/ 9 h 4768"/>
                <a:gd name="T40" fmla="*/ 31 w 3960"/>
                <a:gd name="T41" fmla="*/ 9 h 4768"/>
                <a:gd name="T42" fmla="*/ 31 w 3960"/>
                <a:gd name="T43" fmla="*/ 8 h 4768"/>
                <a:gd name="T44" fmla="*/ 31 w 3960"/>
                <a:gd name="T45" fmla="*/ 8 h 4768"/>
                <a:gd name="T46" fmla="*/ 30 w 3960"/>
                <a:gd name="T47" fmla="*/ 7 h 4768"/>
                <a:gd name="T48" fmla="*/ 30 w 3960"/>
                <a:gd name="T49" fmla="*/ 7 h 4768"/>
                <a:gd name="T50" fmla="*/ 29 w 3960"/>
                <a:gd name="T51" fmla="*/ 6 h 4768"/>
                <a:gd name="T52" fmla="*/ 19 w 3960"/>
                <a:gd name="T53" fmla="*/ 1 h 4768"/>
                <a:gd name="T54" fmla="*/ 18 w 3960"/>
                <a:gd name="T55" fmla="*/ 0 h 4768"/>
                <a:gd name="T56" fmla="*/ 17 w 3960"/>
                <a:gd name="T57" fmla="*/ 0 h 4768"/>
                <a:gd name="T58" fmla="*/ 17 w 3960"/>
                <a:gd name="T59" fmla="*/ 0 h 4768"/>
                <a:gd name="T60" fmla="*/ 16 w 3960"/>
                <a:gd name="T61" fmla="*/ 0 h 4768"/>
                <a:gd name="T62" fmla="*/ 15 w 3960"/>
                <a:gd name="T63" fmla="*/ 0 h 4768"/>
                <a:gd name="T64" fmla="*/ 14 w 3960"/>
                <a:gd name="T65" fmla="*/ 0 h 4768"/>
                <a:gd name="T66" fmla="*/ 14 w 3960"/>
                <a:gd name="T67" fmla="*/ 0 h 4768"/>
                <a:gd name="T68" fmla="*/ 2 w 3960"/>
                <a:gd name="T69" fmla="*/ 6 h 4768"/>
                <a:gd name="T70" fmla="*/ 2 w 3960"/>
                <a:gd name="T71" fmla="*/ 7 h 4768"/>
                <a:gd name="T72" fmla="*/ 1 w 3960"/>
                <a:gd name="T73" fmla="*/ 7 h 4768"/>
                <a:gd name="T74" fmla="*/ 1 w 3960"/>
                <a:gd name="T75" fmla="*/ 8 h 4768"/>
                <a:gd name="T76" fmla="*/ 1 w 3960"/>
                <a:gd name="T77" fmla="*/ 8 h 4768"/>
                <a:gd name="T78" fmla="*/ 0 w 3960"/>
                <a:gd name="T79" fmla="*/ 9 h 4768"/>
                <a:gd name="T80" fmla="*/ 0 w 3960"/>
                <a:gd name="T81" fmla="*/ 9 h 4768"/>
                <a:gd name="T82" fmla="*/ 0 w 3960"/>
                <a:gd name="T83" fmla="*/ 10 h 4768"/>
                <a:gd name="T84" fmla="*/ 0 w 3960"/>
                <a:gd name="T85" fmla="*/ 11 h 4768"/>
                <a:gd name="T86" fmla="*/ 0 w 3960"/>
                <a:gd name="T87" fmla="*/ 25 h 4768"/>
                <a:gd name="T88" fmla="*/ 0 w 3960"/>
                <a:gd name="T89" fmla="*/ 26 h 4768"/>
                <a:gd name="T90" fmla="*/ 0 w 3960"/>
                <a:gd name="T91" fmla="*/ 27 h 4768"/>
                <a:gd name="T92" fmla="*/ 1 w 3960"/>
                <a:gd name="T93" fmla="*/ 28 h 4768"/>
                <a:gd name="T94" fmla="*/ 1 w 3960"/>
                <a:gd name="T95" fmla="*/ 29 h 4768"/>
                <a:gd name="T96" fmla="*/ 1 w 3960"/>
                <a:gd name="T97" fmla="*/ 29 h 4768"/>
                <a:gd name="T98" fmla="*/ 2 w 3960"/>
                <a:gd name="T99" fmla="*/ 30 h 4768"/>
                <a:gd name="T100" fmla="*/ 3 w 3960"/>
                <a:gd name="T101" fmla="*/ 31 h 4768"/>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w 3960"/>
                <a:gd name="T154" fmla="*/ 0 h 4768"/>
                <a:gd name="T155" fmla="*/ 3960 w 3960"/>
                <a:gd name="T156" fmla="*/ 4768 h 4768"/>
              </a:gdLst>
              <a:ahLst/>
              <a:cxnLst>
                <a:cxn ang="T102">
                  <a:pos x="T0" y="T1"/>
                </a:cxn>
                <a:cxn ang="T103">
                  <a:pos x="T2" y="T3"/>
                </a:cxn>
                <a:cxn ang="T104">
                  <a:pos x="T4" y="T5"/>
                </a:cxn>
                <a:cxn ang="T105">
                  <a:pos x="T6" y="T7"/>
                </a:cxn>
                <a:cxn ang="T106">
                  <a:pos x="T8" y="T9"/>
                </a:cxn>
                <a:cxn ang="T107">
                  <a:pos x="T10" y="T11"/>
                </a:cxn>
                <a:cxn ang="T108">
                  <a:pos x="T12" y="T13"/>
                </a:cxn>
                <a:cxn ang="T109">
                  <a:pos x="T14" y="T15"/>
                </a:cxn>
                <a:cxn ang="T110">
                  <a:pos x="T16" y="T17"/>
                </a:cxn>
                <a:cxn ang="T111">
                  <a:pos x="T18" y="T19"/>
                </a:cxn>
                <a:cxn ang="T112">
                  <a:pos x="T20" y="T21"/>
                </a:cxn>
                <a:cxn ang="T113">
                  <a:pos x="T22" y="T23"/>
                </a:cxn>
                <a:cxn ang="T114">
                  <a:pos x="T24" y="T25"/>
                </a:cxn>
                <a:cxn ang="T115">
                  <a:pos x="T26" y="T27"/>
                </a:cxn>
                <a:cxn ang="T116">
                  <a:pos x="T28" y="T29"/>
                </a:cxn>
                <a:cxn ang="T117">
                  <a:pos x="T30" y="T31"/>
                </a:cxn>
                <a:cxn ang="T118">
                  <a:pos x="T32" y="T33"/>
                </a:cxn>
                <a:cxn ang="T119">
                  <a:pos x="T34" y="T35"/>
                </a:cxn>
                <a:cxn ang="T120">
                  <a:pos x="T36" y="T37"/>
                </a:cxn>
                <a:cxn ang="T121">
                  <a:pos x="T38" y="T39"/>
                </a:cxn>
                <a:cxn ang="T122">
                  <a:pos x="T40" y="T41"/>
                </a:cxn>
                <a:cxn ang="T123">
                  <a:pos x="T42" y="T43"/>
                </a:cxn>
                <a:cxn ang="T124">
                  <a:pos x="T44" y="T45"/>
                </a:cxn>
                <a:cxn ang="T125">
                  <a:pos x="T46" y="T47"/>
                </a:cxn>
                <a:cxn ang="T126">
                  <a:pos x="T48" y="T49"/>
                </a:cxn>
                <a:cxn ang="T127">
                  <a:pos x="T50" y="T51"/>
                </a:cxn>
                <a:cxn ang="T128">
                  <a:pos x="T52" y="T53"/>
                </a:cxn>
                <a:cxn ang="T129">
                  <a:pos x="T54" y="T55"/>
                </a:cxn>
                <a:cxn ang="T130">
                  <a:pos x="T56" y="T57"/>
                </a:cxn>
                <a:cxn ang="T131">
                  <a:pos x="T58" y="T59"/>
                </a:cxn>
                <a:cxn ang="T132">
                  <a:pos x="T60" y="T61"/>
                </a:cxn>
                <a:cxn ang="T133">
                  <a:pos x="T62" y="T63"/>
                </a:cxn>
                <a:cxn ang="T134">
                  <a:pos x="T64" y="T65"/>
                </a:cxn>
                <a:cxn ang="T135">
                  <a:pos x="T66" y="T67"/>
                </a:cxn>
                <a:cxn ang="T136">
                  <a:pos x="T68" y="T69"/>
                </a:cxn>
                <a:cxn ang="T137">
                  <a:pos x="T70" y="T71"/>
                </a:cxn>
                <a:cxn ang="T138">
                  <a:pos x="T72" y="T73"/>
                </a:cxn>
                <a:cxn ang="T139">
                  <a:pos x="T74" y="T75"/>
                </a:cxn>
                <a:cxn ang="T140">
                  <a:pos x="T76" y="T77"/>
                </a:cxn>
                <a:cxn ang="T141">
                  <a:pos x="T78" y="T79"/>
                </a:cxn>
                <a:cxn ang="T142">
                  <a:pos x="T80" y="T81"/>
                </a:cxn>
                <a:cxn ang="T143">
                  <a:pos x="T82" y="T83"/>
                </a:cxn>
                <a:cxn ang="T144">
                  <a:pos x="T84" y="T85"/>
                </a:cxn>
                <a:cxn ang="T145">
                  <a:pos x="T86" y="T87"/>
                </a:cxn>
                <a:cxn ang="T146">
                  <a:pos x="T88" y="T89"/>
                </a:cxn>
                <a:cxn ang="T147">
                  <a:pos x="T90" y="T91"/>
                </a:cxn>
                <a:cxn ang="T148">
                  <a:pos x="T92" y="T93"/>
                </a:cxn>
                <a:cxn ang="T149">
                  <a:pos x="T94" y="T95"/>
                </a:cxn>
                <a:cxn ang="T150">
                  <a:pos x="T96" y="T97"/>
                </a:cxn>
                <a:cxn ang="T151">
                  <a:pos x="T98" y="T99"/>
                </a:cxn>
                <a:cxn ang="T152">
                  <a:pos x="T100" y="T101"/>
                </a:cxn>
              </a:cxnLst>
              <a:rect l="T153" t="T154" r="T155" b="T156"/>
              <a:pathLst>
                <a:path w="3960" h="4768">
                  <a:moveTo>
                    <a:pt x="353" y="3849"/>
                  </a:moveTo>
                  <a:lnTo>
                    <a:pt x="1661" y="4700"/>
                  </a:lnTo>
                  <a:lnTo>
                    <a:pt x="1697" y="4717"/>
                  </a:lnTo>
                  <a:lnTo>
                    <a:pt x="1736" y="4731"/>
                  </a:lnTo>
                  <a:lnTo>
                    <a:pt x="1776" y="4742"/>
                  </a:lnTo>
                  <a:lnTo>
                    <a:pt x="1818" y="4753"/>
                  </a:lnTo>
                  <a:lnTo>
                    <a:pt x="1860" y="4760"/>
                  </a:lnTo>
                  <a:lnTo>
                    <a:pt x="1902" y="4765"/>
                  </a:lnTo>
                  <a:lnTo>
                    <a:pt x="1946" y="4768"/>
                  </a:lnTo>
                  <a:lnTo>
                    <a:pt x="1988" y="4768"/>
                  </a:lnTo>
                  <a:lnTo>
                    <a:pt x="2031" y="4767"/>
                  </a:lnTo>
                  <a:lnTo>
                    <a:pt x="2073" y="4763"/>
                  </a:lnTo>
                  <a:lnTo>
                    <a:pt x="2114" y="4758"/>
                  </a:lnTo>
                  <a:lnTo>
                    <a:pt x="2154" y="4751"/>
                  </a:lnTo>
                  <a:lnTo>
                    <a:pt x="2193" y="4740"/>
                  </a:lnTo>
                  <a:lnTo>
                    <a:pt x="2230" y="4729"/>
                  </a:lnTo>
                  <a:lnTo>
                    <a:pt x="2264" y="4715"/>
                  </a:lnTo>
                  <a:lnTo>
                    <a:pt x="2297" y="4700"/>
                  </a:lnTo>
                  <a:lnTo>
                    <a:pt x="3639" y="3825"/>
                  </a:lnTo>
                  <a:lnTo>
                    <a:pt x="3673" y="3795"/>
                  </a:lnTo>
                  <a:lnTo>
                    <a:pt x="3707" y="3761"/>
                  </a:lnTo>
                  <a:lnTo>
                    <a:pt x="3738" y="3725"/>
                  </a:lnTo>
                  <a:lnTo>
                    <a:pt x="3768" y="3685"/>
                  </a:lnTo>
                  <a:lnTo>
                    <a:pt x="3796" y="3644"/>
                  </a:lnTo>
                  <a:lnTo>
                    <a:pt x="3821" y="3599"/>
                  </a:lnTo>
                  <a:lnTo>
                    <a:pt x="3846" y="3553"/>
                  </a:lnTo>
                  <a:lnTo>
                    <a:pt x="3868" y="3505"/>
                  </a:lnTo>
                  <a:lnTo>
                    <a:pt x="3888" y="3456"/>
                  </a:lnTo>
                  <a:lnTo>
                    <a:pt x="3907" y="3406"/>
                  </a:lnTo>
                  <a:lnTo>
                    <a:pt x="3922" y="3354"/>
                  </a:lnTo>
                  <a:lnTo>
                    <a:pt x="3935" y="3303"/>
                  </a:lnTo>
                  <a:lnTo>
                    <a:pt x="3946" y="3250"/>
                  </a:lnTo>
                  <a:lnTo>
                    <a:pt x="3953" y="3197"/>
                  </a:lnTo>
                  <a:lnTo>
                    <a:pt x="3957" y="3144"/>
                  </a:lnTo>
                  <a:lnTo>
                    <a:pt x="3960" y="3092"/>
                  </a:lnTo>
                  <a:lnTo>
                    <a:pt x="3959" y="1313"/>
                  </a:lnTo>
                  <a:lnTo>
                    <a:pt x="3955" y="1271"/>
                  </a:lnTo>
                  <a:lnTo>
                    <a:pt x="3949" y="1229"/>
                  </a:lnTo>
                  <a:lnTo>
                    <a:pt x="3941" y="1189"/>
                  </a:lnTo>
                  <a:lnTo>
                    <a:pt x="3930" y="1149"/>
                  </a:lnTo>
                  <a:lnTo>
                    <a:pt x="3918" y="1111"/>
                  </a:lnTo>
                  <a:lnTo>
                    <a:pt x="3902" y="1075"/>
                  </a:lnTo>
                  <a:lnTo>
                    <a:pt x="3886" y="1040"/>
                  </a:lnTo>
                  <a:lnTo>
                    <a:pt x="3867" y="1006"/>
                  </a:lnTo>
                  <a:lnTo>
                    <a:pt x="3846" y="973"/>
                  </a:lnTo>
                  <a:lnTo>
                    <a:pt x="3823" y="942"/>
                  </a:lnTo>
                  <a:lnTo>
                    <a:pt x="3798" y="913"/>
                  </a:lnTo>
                  <a:lnTo>
                    <a:pt x="3771" y="886"/>
                  </a:lnTo>
                  <a:lnTo>
                    <a:pt x="3743" y="860"/>
                  </a:lnTo>
                  <a:lnTo>
                    <a:pt x="3714" y="837"/>
                  </a:lnTo>
                  <a:lnTo>
                    <a:pt x="3682" y="816"/>
                  </a:lnTo>
                  <a:lnTo>
                    <a:pt x="3649" y="796"/>
                  </a:lnTo>
                  <a:lnTo>
                    <a:pt x="2386" y="83"/>
                  </a:lnTo>
                  <a:lnTo>
                    <a:pt x="2350" y="65"/>
                  </a:lnTo>
                  <a:lnTo>
                    <a:pt x="2310" y="50"/>
                  </a:lnTo>
                  <a:lnTo>
                    <a:pt x="2268" y="36"/>
                  </a:lnTo>
                  <a:lnTo>
                    <a:pt x="2223" y="24"/>
                  </a:lnTo>
                  <a:lnTo>
                    <a:pt x="2178" y="15"/>
                  </a:lnTo>
                  <a:lnTo>
                    <a:pt x="2131" y="8"/>
                  </a:lnTo>
                  <a:lnTo>
                    <a:pt x="2082" y="3"/>
                  </a:lnTo>
                  <a:lnTo>
                    <a:pt x="2032" y="0"/>
                  </a:lnTo>
                  <a:lnTo>
                    <a:pt x="1982" y="1"/>
                  </a:lnTo>
                  <a:lnTo>
                    <a:pt x="1933" y="3"/>
                  </a:lnTo>
                  <a:lnTo>
                    <a:pt x="1882" y="9"/>
                  </a:lnTo>
                  <a:lnTo>
                    <a:pt x="1833" y="17"/>
                  </a:lnTo>
                  <a:lnTo>
                    <a:pt x="1785" y="29"/>
                  </a:lnTo>
                  <a:lnTo>
                    <a:pt x="1737" y="43"/>
                  </a:lnTo>
                  <a:lnTo>
                    <a:pt x="1691" y="62"/>
                  </a:lnTo>
                  <a:lnTo>
                    <a:pt x="1647" y="83"/>
                  </a:lnTo>
                  <a:lnTo>
                    <a:pt x="311" y="782"/>
                  </a:lnTo>
                  <a:lnTo>
                    <a:pt x="276" y="803"/>
                  </a:lnTo>
                  <a:lnTo>
                    <a:pt x="243" y="826"/>
                  </a:lnTo>
                  <a:lnTo>
                    <a:pt x="213" y="852"/>
                  </a:lnTo>
                  <a:lnTo>
                    <a:pt x="184" y="879"/>
                  </a:lnTo>
                  <a:lnTo>
                    <a:pt x="155" y="908"/>
                  </a:lnTo>
                  <a:lnTo>
                    <a:pt x="131" y="939"/>
                  </a:lnTo>
                  <a:lnTo>
                    <a:pt x="107" y="971"/>
                  </a:lnTo>
                  <a:lnTo>
                    <a:pt x="86" y="1005"/>
                  </a:lnTo>
                  <a:lnTo>
                    <a:pt x="68" y="1040"/>
                  </a:lnTo>
                  <a:lnTo>
                    <a:pt x="50" y="1076"/>
                  </a:lnTo>
                  <a:lnTo>
                    <a:pt x="36" y="1115"/>
                  </a:lnTo>
                  <a:lnTo>
                    <a:pt x="23" y="1153"/>
                  </a:lnTo>
                  <a:lnTo>
                    <a:pt x="14" y="1195"/>
                  </a:lnTo>
                  <a:lnTo>
                    <a:pt x="7" y="1236"/>
                  </a:lnTo>
                  <a:lnTo>
                    <a:pt x="2" y="1279"/>
                  </a:lnTo>
                  <a:lnTo>
                    <a:pt x="0" y="1322"/>
                  </a:lnTo>
                  <a:lnTo>
                    <a:pt x="0" y="3093"/>
                  </a:lnTo>
                  <a:lnTo>
                    <a:pt x="2" y="3147"/>
                  </a:lnTo>
                  <a:lnTo>
                    <a:pt x="7" y="3202"/>
                  </a:lnTo>
                  <a:lnTo>
                    <a:pt x="15" y="3257"/>
                  </a:lnTo>
                  <a:lnTo>
                    <a:pt x="27" y="3312"/>
                  </a:lnTo>
                  <a:lnTo>
                    <a:pt x="42" y="3366"/>
                  </a:lnTo>
                  <a:lnTo>
                    <a:pt x="59" y="3420"/>
                  </a:lnTo>
                  <a:lnTo>
                    <a:pt x="79" y="3474"/>
                  </a:lnTo>
                  <a:lnTo>
                    <a:pt x="102" y="3525"/>
                  </a:lnTo>
                  <a:lnTo>
                    <a:pt x="127" y="3576"/>
                  </a:lnTo>
                  <a:lnTo>
                    <a:pt x="154" y="3624"/>
                  </a:lnTo>
                  <a:lnTo>
                    <a:pt x="184" y="3670"/>
                  </a:lnTo>
                  <a:lnTo>
                    <a:pt x="214" y="3712"/>
                  </a:lnTo>
                  <a:lnTo>
                    <a:pt x="247" y="3752"/>
                  </a:lnTo>
                  <a:lnTo>
                    <a:pt x="281" y="3788"/>
                  </a:lnTo>
                  <a:lnTo>
                    <a:pt x="317" y="3821"/>
                  </a:lnTo>
                  <a:lnTo>
                    <a:pt x="353" y="384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4883" name="Freeform 33"/>
            <p:cNvSpPr>
              <a:spLocks/>
            </p:cNvSpPr>
            <p:nvPr/>
          </p:nvSpPr>
          <p:spPr bwMode="auto">
            <a:xfrm>
              <a:off x="943" y="2210"/>
              <a:ext cx="276" cy="187"/>
            </a:xfrm>
            <a:custGeom>
              <a:avLst/>
              <a:gdLst>
                <a:gd name="T0" fmla="*/ 11 w 1380"/>
                <a:gd name="T1" fmla="*/ 7 h 937"/>
                <a:gd name="T2" fmla="*/ 11 w 1380"/>
                <a:gd name="T3" fmla="*/ 7 h 937"/>
                <a:gd name="T4" fmla="*/ 0 w 1380"/>
                <a:gd name="T5" fmla="*/ 0 h 937"/>
                <a:gd name="T6" fmla="*/ 0 w 1380"/>
                <a:gd name="T7" fmla="*/ 1 h 937"/>
                <a:gd name="T8" fmla="*/ 10 w 1380"/>
                <a:gd name="T9" fmla="*/ 7 h 937"/>
                <a:gd name="T10" fmla="*/ 10 w 1380"/>
                <a:gd name="T11" fmla="*/ 7 h 937"/>
                <a:gd name="T12" fmla="*/ 10 w 1380"/>
                <a:gd name="T13" fmla="*/ 7 h 937"/>
                <a:gd name="T14" fmla="*/ 11 w 1380"/>
                <a:gd name="T15" fmla="*/ 7 h 937"/>
                <a:gd name="T16" fmla="*/ 11 w 1380"/>
                <a:gd name="T17" fmla="*/ 7 h 937"/>
                <a:gd name="T18" fmla="*/ 11 w 1380"/>
                <a:gd name="T19" fmla="*/ 7 h 937"/>
                <a:gd name="T20" fmla="*/ 11 w 1380"/>
                <a:gd name="T21" fmla="*/ 7 h 937"/>
                <a:gd name="T22" fmla="*/ 11 w 1380"/>
                <a:gd name="T23" fmla="*/ 7 h 937"/>
                <a:gd name="T24" fmla="*/ 11 w 1380"/>
                <a:gd name="T25" fmla="*/ 7 h 937"/>
                <a:gd name="T26" fmla="*/ 11 w 1380"/>
                <a:gd name="T27" fmla="*/ 7 h 937"/>
                <a:gd name="T28" fmla="*/ 11 w 1380"/>
                <a:gd name="T29" fmla="*/ 7 h 937"/>
                <a:gd name="T30" fmla="*/ 11 w 1380"/>
                <a:gd name="T31" fmla="*/ 7 h 93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80"/>
                <a:gd name="T49" fmla="*/ 0 h 937"/>
                <a:gd name="T50" fmla="*/ 1380 w 1380"/>
                <a:gd name="T51" fmla="*/ 937 h 93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80" h="937">
                  <a:moveTo>
                    <a:pt x="1354" y="848"/>
                  </a:moveTo>
                  <a:lnTo>
                    <a:pt x="1359" y="851"/>
                  </a:lnTo>
                  <a:lnTo>
                    <a:pt x="51" y="0"/>
                  </a:lnTo>
                  <a:lnTo>
                    <a:pt x="0" y="78"/>
                  </a:lnTo>
                  <a:lnTo>
                    <a:pt x="1307" y="929"/>
                  </a:lnTo>
                  <a:lnTo>
                    <a:pt x="1312" y="932"/>
                  </a:lnTo>
                  <a:lnTo>
                    <a:pt x="1307" y="929"/>
                  </a:lnTo>
                  <a:lnTo>
                    <a:pt x="1326" y="937"/>
                  </a:lnTo>
                  <a:lnTo>
                    <a:pt x="1345" y="936"/>
                  </a:lnTo>
                  <a:lnTo>
                    <a:pt x="1360" y="929"/>
                  </a:lnTo>
                  <a:lnTo>
                    <a:pt x="1372" y="916"/>
                  </a:lnTo>
                  <a:lnTo>
                    <a:pt x="1379" y="899"/>
                  </a:lnTo>
                  <a:lnTo>
                    <a:pt x="1380" y="883"/>
                  </a:lnTo>
                  <a:lnTo>
                    <a:pt x="1374" y="865"/>
                  </a:lnTo>
                  <a:lnTo>
                    <a:pt x="1359" y="851"/>
                  </a:lnTo>
                  <a:lnTo>
                    <a:pt x="1354" y="84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4884" name="Freeform 34"/>
            <p:cNvSpPr>
              <a:spLocks/>
            </p:cNvSpPr>
            <p:nvPr/>
          </p:nvSpPr>
          <p:spPr bwMode="auto">
            <a:xfrm>
              <a:off x="1206" y="2379"/>
              <a:ext cx="140" cy="32"/>
            </a:xfrm>
            <a:custGeom>
              <a:avLst/>
              <a:gdLst>
                <a:gd name="T0" fmla="*/ 5 w 703"/>
                <a:gd name="T1" fmla="*/ 0 h 162"/>
                <a:gd name="T2" fmla="*/ 5 w 703"/>
                <a:gd name="T3" fmla="*/ 0 h 162"/>
                <a:gd name="T4" fmla="*/ 5 w 703"/>
                <a:gd name="T5" fmla="*/ 0 h 162"/>
                <a:gd name="T6" fmla="*/ 5 w 703"/>
                <a:gd name="T7" fmla="*/ 0 h 162"/>
                <a:gd name="T8" fmla="*/ 4 w 703"/>
                <a:gd name="T9" fmla="*/ 0 h 162"/>
                <a:gd name="T10" fmla="*/ 4 w 703"/>
                <a:gd name="T11" fmla="*/ 0 h 162"/>
                <a:gd name="T12" fmla="*/ 4 w 703"/>
                <a:gd name="T13" fmla="*/ 0 h 162"/>
                <a:gd name="T14" fmla="*/ 3 w 703"/>
                <a:gd name="T15" fmla="*/ 1 h 162"/>
                <a:gd name="T16" fmla="*/ 3 w 703"/>
                <a:gd name="T17" fmla="*/ 1 h 162"/>
                <a:gd name="T18" fmla="*/ 3 w 703"/>
                <a:gd name="T19" fmla="*/ 1 h 162"/>
                <a:gd name="T20" fmla="*/ 2 w 703"/>
                <a:gd name="T21" fmla="*/ 1 h 162"/>
                <a:gd name="T22" fmla="*/ 2 w 703"/>
                <a:gd name="T23" fmla="*/ 1 h 162"/>
                <a:gd name="T24" fmla="*/ 2 w 703"/>
                <a:gd name="T25" fmla="*/ 0 h 162"/>
                <a:gd name="T26" fmla="*/ 1 w 703"/>
                <a:gd name="T27" fmla="*/ 0 h 162"/>
                <a:gd name="T28" fmla="*/ 1 w 703"/>
                <a:gd name="T29" fmla="*/ 0 h 162"/>
                <a:gd name="T30" fmla="*/ 1 w 703"/>
                <a:gd name="T31" fmla="*/ 0 h 162"/>
                <a:gd name="T32" fmla="*/ 1 w 703"/>
                <a:gd name="T33" fmla="*/ 0 h 162"/>
                <a:gd name="T34" fmla="*/ 0 w 703"/>
                <a:gd name="T35" fmla="*/ 0 h 162"/>
                <a:gd name="T36" fmla="*/ 0 w 703"/>
                <a:gd name="T37" fmla="*/ 1 h 162"/>
                <a:gd name="T38" fmla="*/ 0 w 703"/>
                <a:gd name="T39" fmla="*/ 1 h 162"/>
                <a:gd name="T40" fmla="*/ 1 w 703"/>
                <a:gd name="T41" fmla="*/ 1 h 162"/>
                <a:gd name="T42" fmla="*/ 1 w 703"/>
                <a:gd name="T43" fmla="*/ 1 h 162"/>
                <a:gd name="T44" fmla="*/ 1 w 703"/>
                <a:gd name="T45" fmla="*/ 1 h 162"/>
                <a:gd name="T46" fmla="*/ 2 w 703"/>
                <a:gd name="T47" fmla="*/ 1 h 162"/>
                <a:gd name="T48" fmla="*/ 2 w 703"/>
                <a:gd name="T49" fmla="*/ 1 h 162"/>
                <a:gd name="T50" fmla="*/ 2 w 703"/>
                <a:gd name="T51" fmla="*/ 1 h 162"/>
                <a:gd name="T52" fmla="*/ 3 w 703"/>
                <a:gd name="T53" fmla="*/ 1 h 162"/>
                <a:gd name="T54" fmla="*/ 3 w 703"/>
                <a:gd name="T55" fmla="*/ 1 h 162"/>
                <a:gd name="T56" fmla="*/ 3 w 703"/>
                <a:gd name="T57" fmla="*/ 1 h 162"/>
                <a:gd name="T58" fmla="*/ 4 w 703"/>
                <a:gd name="T59" fmla="*/ 1 h 162"/>
                <a:gd name="T60" fmla="*/ 4 w 703"/>
                <a:gd name="T61" fmla="*/ 1 h 162"/>
                <a:gd name="T62" fmla="*/ 5 w 703"/>
                <a:gd name="T63" fmla="*/ 1 h 162"/>
                <a:gd name="T64" fmla="*/ 5 w 703"/>
                <a:gd name="T65" fmla="*/ 1 h 162"/>
                <a:gd name="T66" fmla="*/ 5 w 703"/>
                <a:gd name="T67" fmla="*/ 1 h 162"/>
                <a:gd name="T68" fmla="*/ 5 w 703"/>
                <a:gd name="T69" fmla="*/ 1 h 162"/>
                <a:gd name="T70" fmla="*/ 5 w 703"/>
                <a:gd name="T71" fmla="*/ 1 h 162"/>
                <a:gd name="T72" fmla="*/ 5 w 703"/>
                <a:gd name="T73" fmla="*/ 1 h 162"/>
                <a:gd name="T74" fmla="*/ 5 w 703"/>
                <a:gd name="T75" fmla="*/ 1 h 162"/>
                <a:gd name="T76" fmla="*/ 6 w 703"/>
                <a:gd name="T77" fmla="*/ 0 h 162"/>
                <a:gd name="T78" fmla="*/ 6 w 703"/>
                <a:gd name="T79" fmla="*/ 0 h 162"/>
                <a:gd name="T80" fmla="*/ 6 w 703"/>
                <a:gd name="T81" fmla="*/ 0 h 162"/>
                <a:gd name="T82" fmla="*/ 5 w 703"/>
                <a:gd name="T83" fmla="*/ 0 h 162"/>
                <a:gd name="T84" fmla="*/ 5 w 703"/>
                <a:gd name="T85" fmla="*/ 0 h 162"/>
                <a:gd name="T86" fmla="*/ 5 w 703"/>
                <a:gd name="T87" fmla="*/ 0 h 162"/>
                <a:gd name="T88" fmla="*/ 5 w 703"/>
                <a:gd name="T89" fmla="*/ 0 h 162"/>
                <a:gd name="T90" fmla="*/ 5 w 703"/>
                <a:gd name="T91" fmla="*/ 0 h 162"/>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703"/>
                <a:gd name="T139" fmla="*/ 0 h 162"/>
                <a:gd name="T140" fmla="*/ 703 w 703"/>
                <a:gd name="T141" fmla="*/ 162 h 162"/>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703" h="162">
                  <a:moveTo>
                    <a:pt x="631" y="8"/>
                  </a:moveTo>
                  <a:lnTo>
                    <a:pt x="636" y="6"/>
                  </a:lnTo>
                  <a:lnTo>
                    <a:pt x="606" y="20"/>
                  </a:lnTo>
                  <a:lnTo>
                    <a:pt x="575" y="32"/>
                  </a:lnTo>
                  <a:lnTo>
                    <a:pt x="540" y="42"/>
                  </a:lnTo>
                  <a:lnTo>
                    <a:pt x="504" y="52"/>
                  </a:lnTo>
                  <a:lnTo>
                    <a:pt x="467" y="59"/>
                  </a:lnTo>
                  <a:lnTo>
                    <a:pt x="428" y="64"/>
                  </a:lnTo>
                  <a:lnTo>
                    <a:pt x="389" y="67"/>
                  </a:lnTo>
                  <a:lnTo>
                    <a:pt x="348" y="68"/>
                  </a:lnTo>
                  <a:lnTo>
                    <a:pt x="308" y="68"/>
                  </a:lnTo>
                  <a:lnTo>
                    <a:pt x="267" y="65"/>
                  </a:lnTo>
                  <a:lnTo>
                    <a:pt x="226" y="61"/>
                  </a:lnTo>
                  <a:lnTo>
                    <a:pt x="187" y="54"/>
                  </a:lnTo>
                  <a:lnTo>
                    <a:pt x="148" y="44"/>
                  </a:lnTo>
                  <a:lnTo>
                    <a:pt x="110" y="33"/>
                  </a:lnTo>
                  <a:lnTo>
                    <a:pt x="75" y="20"/>
                  </a:lnTo>
                  <a:lnTo>
                    <a:pt x="42" y="5"/>
                  </a:lnTo>
                  <a:lnTo>
                    <a:pt x="0" y="89"/>
                  </a:lnTo>
                  <a:lnTo>
                    <a:pt x="40" y="107"/>
                  </a:lnTo>
                  <a:lnTo>
                    <a:pt x="82" y="122"/>
                  </a:lnTo>
                  <a:lnTo>
                    <a:pt x="124" y="135"/>
                  </a:lnTo>
                  <a:lnTo>
                    <a:pt x="169" y="146"/>
                  </a:lnTo>
                  <a:lnTo>
                    <a:pt x="214" y="153"/>
                  </a:lnTo>
                  <a:lnTo>
                    <a:pt x="258" y="158"/>
                  </a:lnTo>
                  <a:lnTo>
                    <a:pt x="303" y="162"/>
                  </a:lnTo>
                  <a:lnTo>
                    <a:pt x="348" y="162"/>
                  </a:lnTo>
                  <a:lnTo>
                    <a:pt x="394" y="161"/>
                  </a:lnTo>
                  <a:lnTo>
                    <a:pt x="439" y="157"/>
                  </a:lnTo>
                  <a:lnTo>
                    <a:pt x="481" y="150"/>
                  </a:lnTo>
                  <a:lnTo>
                    <a:pt x="525" y="143"/>
                  </a:lnTo>
                  <a:lnTo>
                    <a:pt x="566" y="132"/>
                  </a:lnTo>
                  <a:lnTo>
                    <a:pt x="606" y="121"/>
                  </a:lnTo>
                  <a:lnTo>
                    <a:pt x="643" y="105"/>
                  </a:lnTo>
                  <a:lnTo>
                    <a:pt x="678" y="88"/>
                  </a:lnTo>
                  <a:lnTo>
                    <a:pt x="683" y="86"/>
                  </a:lnTo>
                  <a:lnTo>
                    <a:pt x="678" y="88"/>
                  </a:lnTo>
                  <a:lnTo>
                    <a:pt x="695" y="75"/>
                  </a:lnTo>
                  <a:lnTo>
                    <a:pt x="702" y="60"/>
                  </a:lnTo>
                  <a:lnTo>
                    <a:pt x="703" y="42"/>
                  </a:lnTo>
                  <a:lnTo>
                    <a:pt x="698" y="26"/>
                  </a:lnTo>
                  <a:lnTo>
                    <a:pt x="688" y="12"/>
                  </a:lnTo>
                  <a:lnTo>
                    <a:pt x="674" y="3"/>
                  </a:lnTo>
                  <a:lnTo>
                    <a:pt x="656" y="0"/>
                  </a:lnTo>
                  <a:lnTo>
                    <a:pt x="636" y="6"/>
                  </a:lnTo>
                  <a:lnTo>
                    <a:pt x="631"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4885" name="Freeform 35"/>
            <p:cNvSpPr>
              <a:spLocks/>
            </p:cNvSpPr>
            <p:nvPr/>
          </p:nvSpPr>
          <p:spPr bwMode="auto">
            <a:xfrm>
              <a:off x="1332" y="2204"/>
              <a:ext cx="283" cy="192"/>
            </a:xfrm>
            <a:custGeom>
              <a:avLst/>
              <a:gdLst>
                <a:gd name="T0" fmla="*/ 11 w 1415"/>
                <a:gd name="T1" fmla="*/ 0 h 960"/>
                <a:gd name="T2" fmla="*/ 11 w 1415"/>
                <a:gd name="T3" fmla="*/ 0 h 960"/>
                <a:gd name="T4" fmla="*/ 0 w 1415"/>
                <a:gd name="T5" fmla="*/ 7 h 960"/>
                <a:gd name="T6" fmla="*/ 0 w 1415"/>
                <a:gd name="T7" fmla="*/ 8 h 960"/>
                <a:gd name="T8" fmla="*/ 11 w 1415"/>
                <a:gd name="T9" fmla="*/ 1 h 960"/>
                <a:gd name="T10" fmla="*/ 11 w 1415"/>
                <a:gd name="T11" fmla="*/ 1 h 960"/>
                <a:gd name="T12" fmla="*/ 11 w 1415"/>
                <a:gd name="T13" fmla="*/ 1 h 960"/>
                <a:gd name="T14" fmla="*/ 11 w 1415"/>
                <a:gd name="T15" fmla="*/ 1 h 960"/>
                <a:gd name="T16" fmla="*/ 11 w 1415"/>
                <a:gd name="T17" fmla="*/ 0 h 960"/>
                <a:gd name="T18" fmla="*/ 11 w 1415"/>
                <a:gd name="T19" fmla="*/ 0 h 960"/>
                <a:gd name="T20" fmla="*/ 11 w 1415"/>
                <a:gd name="T21" fmla="*/ 0 h 960"/>
                <a:gd name="T22" fmla="*/ 11 w 1415"/>
                <a:gd name="T23" fmla="*/ 0 h 960"/>
                <a:gd name="T24" fmla="*/ 11 w 1415"/>
                <a:gd name="T25" fmla="*/ 0 h 960"/>
                <a:gd name="T26" fmla="*/ 11 w 1415"/>
                <a:gd name="T27" fmla="*/ 0 h 960"/>
                <a:gd name="T28" fmla="*/ 11 w 1415"/>
                <a:gd name="T29" fmla="*/ 0 h 960"/>
                <a:gd name="T30" fmla="*/ 11 w 1415"/>
                <a:gd name="T31" fmla="*/ 0 h 96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15"/>
                <a:gd name="T49" fmla="*/ 0 h 960"/>
                <a:gd name="T50" fmla="*/ 1415 w 1415"/>
                <a:gd name="T51" fmla="*/ 960 h 96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15" h="960">
                  <a:moveTo>
                    <a:pt x="1338" y="10"/>
                  </a:moveTo>
                  <a:lnTo>
                    <a:pt x="1342" y="8"/>
                  </a:lnTo>
                  <a:lnTo>
                    <a:pt x="0" y="882"/>
                  </a:lnTo>
                  <a:lnTo>
                    <a:pt x="52" y="960"/>
                  </a:lnTo>
                  <a:lnTo>
                    <a:pt x="1393" y="85"/>
                  </a:lnTo>
                  <a:lnTo>
                    <a:pt x="1397" y="83"/>
                  </a:lnTo>
                  <a:lnTo>
                    <a:pt x="1393" y="85"/>
                  </a:lnTo>
                  <a:lnTo>
                    <a:pt x="1409" y="71"/>
                  </a:lnTo>
                  <a:lnTo>
                    <a:pt x="1415" y="53"/>
                  </a:lnTo>
                  <a:lnTo>
                    <a:pt x="1413" y="37"/>
                  </a:lnTo>
                  <a:lnTo>
                    <a:pt x="1406" y="21"/>
                  </a:lnTo>
                  <a:lnTo>
                    <a:pt x="1395" y="8"/>
                  </a:lnTo>
                  <a:lnTo>
                    <a:pt x="1379" y="1"/>
                  </a:lnTo>
                  <a:lnTo>
                    <a:pt x="1361" y="0"/>
                  </a:lnTo>
                  <a:lnTo>
                    <a:pt x="1342" y="8"/>
                  </a:lnTo>
                  <a:lnTo>
                    <a:pt x="1338" y="1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4886" name="Freeform 36"/>
            <p:cNvSpPr>
              <a:spLocks/>
            </p:cNvSpPr>
            <p:nvPr/>
          </p:nvSpPr>
          <p:spPr bwMode="auto">
            <a:xfrm>
              <a:off x="1599" y="2057"/>
              <a:ext cx="80" cy="163"/>
            </a:xfrm>
            <a:custGeom>
              <a:avLst/>
              <a:gdLst>
                <a:gd name="T0" fmla="*/ 2 w 398"/>
                <a:gd name="T1" fmla="*/ 0 h 817"/>
                <a:gd name="T2" fmla="*/ 2 w 398"/>
                <a:gd name="T3" fmla="*/ 0 h 817"/>
                <a:gd name="T4" fmla="*/ 2 w 398"/>
                <a:gd name="T5" fmla="*/ 1 h 817"/>
                <a:gd name="T6" fmla="*/ 2 w 398"/>
                <a:gd name="T7" fmla="*/ 1 h 817"/>
                <a:gd name="T8" fmla="*/ 2 w 398"/>
                <a:gd name="T9" fmla="*/ 2 h 817"/>
                <a:gd name="T10" fmla="*/ 2 w 398"/>
                <a:gd name="T11" fmla="*/ 2 h 817"/>
                <a:gd name="T12" fmla="*/ 2 w 398"/>
                <a:gd name="T13" fmla="*/ 2 h 817"/>
                <a:gd name="T14" fmla="*/ 2 w 398"/>
                <a:gd name="T15" fmla="*/ 3 h 817"/>
                <a:gd name="T16" fmla="*/ 2 w 398"/>
                <a:gd name="T17" fmla="*/ 3 h 817"/>
                <a:gd name="T18" fmla="*/ 2 w 398"/>
                <a:gd name="T19" fmla="*/ 4 h 817"/>
                <a:gd name="T20" fmla="*/ 2 w 398"/>
                <a:gd name="T21" fmla="*/ 4 h 817"/>
                <a:gd name="T22" fmla="*/ 1 w 398"/>
                <a:gd name="T23" fmla="*/ 4 h 817"/>
                <a:gd name="T24" fmla="*/ 1 w 398"/>
                <a:gd name="T25" fmla="*/ 5 h 817"/>
                <a:gd name="T26" fmla="*/ 1 w 398"/>
                <a:gd name="T27" fmla="*/ 5 h 817"/>
                <a:gd name="T28" fmla="*/ 1 w 398"/>
                <a:gd name="T29" fmla="*/ 5 h 817"/>
                <a:gd name="T30" fmla="*/ 1 w 398"/>
                <a:gd name="T31" fmla="*/ 5 h 817"/>
                <a:gd name="T32" fmla="*/ 0 w 398"/>
                <a:gd name="T33" fmla="*/ 6 h 817"/>
                <a:gd name="T34" fmla="*/ 0 w 398"/>
                <a:gd name="T35" fmla="*/ 6 h 817"/>
                <a:gd name="T36" fmla="*/ 0 w 398"/>
                <a:gd name="T37" fmla="*/ 7 h 817"/>
                <a:gd name="T38" fmla="*/ 1 w 398"/>
                <a:gd name="T39" fmla="*/ 6 h 817"/>
                <a:gd name="T40" fmla="*/ 1 w 398"/>
                <a:gd name="T41" fmla="*/ 6 h 817"/>
                <a:gd name="T42" fmla="*/ 1 w 398"/>
                <a:gd name="T43" fmla="*/ 6 h 817"/>
                <a:gd name="T44" fmla="*/ 2 w 398"/>
                <a:gd name="T45" fmla="*/ 5 h 817"/>
                <a:gd name="T46" fmla="*/ 2 w 398"/>
                <a:gd name="T47" fmla="*/ 5 h 817"/>
                <a:gd name="T48" fmla="*/ 2 w 398"/>
                <a:gd name="T49" fmla="*/ 5 h 817"/>
                <a:gd name="T50" fmla="*/ 2 w 398"/>
                <a:gd name="T51" fmla="*/ 4 h 817"/>
                <a:gd name="T52" fmla="*/ 2 w 398"/>
                <a:gd name="T53" fmla="*/ 4 h 817"/>
                <a:gd name="T54" fmla="*/ 3 w 398"/>
                <a:gd name="T55" fmla="*/ 3 h 817"/>
                <a:gd name="T56" fmla="*/ 3 w 398"/>
                <a:gd name="T57" fmla="*/ 3 h 817"/>
                <a:gd name="T58" fmla="*/ 3 w 398"/>
                <a:gd name="T59" fmla="*/ 3 h 817"/>
                <a:gd name="T60" fmla="*/ 3 w 398"/>
                <a:gd name="T61" fmla="*/ 2 h 817"/>
                <a:gd name="T62" fmla="*/ 3 w 398"/>
                <a:gd name="T63" fmla="*/ 2 h 817"/>
                <a:gd name="T64" fmla="*/ 3 w 398"/>
                <a:gd name="T65" fmla="*/ 1 h 817"/>
                <a:gd name="T66" fmla="*/ 3 w 398"/>
                <a:gd name="T67" fmla="*/ 1 h 817"/>
                <a:gd name="T68" fmla="*/ 3 w 398"/>
                <a:gd name="T69" fmla="*/ 0 h 817"/>
                <a:gd name="T70" fmla="*/ 3 w 398"/>
                <a:gd name="T71" fmla="*/ 0 h 817"/>
                <a:gd name="T72" fmla="*/ 3 w 398"/>
                <a:gd name="T73" fmla="*/ 0 h 817"/>
                <a:gd name="T74" fmla="*/ 3 w 398"/>
                <a:gd name="T75" fmla="*/ 0 h 817"/>
                <a:gd name="T76" fmla="*/ 3 w 398"/>
                <a:gd name="T77" fmla="*/ 0 h 817"/>
                <a:gd name="T78" fmla="*/ 3 w 398"/>
                <a:gd name="T79" fmla="*/ 0 h 817"/>
                <a:gd name="T80" fmla="*/ 3 w 398"/>
                <a:gd name="T81" fmla="*/ 0 h 817"/>
                <a:gd name="T82" fmla="*/ 3 w 398"/>
                <a:gd name="T83" fmla="*/ 0 h 817"/>
                <a:gd name="T84" fmla="*/ 3 w 398"/>
                <a:gd name="T85" fmla="*/ 0 h 817"/>
                <a:gd name="T86" fmla="*/ 2 w 398"/>
                <a:gd name="T87" fmla="*/ 0 h 817"/>
                <a:gd name="T88" fmla="*/ 2 w 398"/>
                <a:gd name="T89" fmla="*/ 0 h 817"/>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398"/>
                <a:gd name="T136" fmla="*/ 0 h 817"/>
                <a:gd name="T137" fmla="*/ 398 w 398"/>
                <a:gd name="T138" fmla="*/ 817 h 817"/>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398" h="817">
                  <a:moveTo>
                    <a:pt x="304" y="47"/>
                  </a:moveTo>
                  <a:lnTo>
                    <a:pt x="304" y="47"/>
                  </a:lnTo>
                  <a:lnTo>
                    <a:pt x="301" y="97"/>
                  </a:lnTo>
                  <a:lnTo>
                    <a:pt x="297" y="147"/>
                  </a:lnTo>
                  <a:lnTo>
                    <a:pt x="291" y="198"/>
                  </a:lnTo>
                  <a:lnTo>
                    <a:pt x="280" y="247"/>
                  </a:lnTo>
                  <a:lnTo>
                    <a:pt x="268" y="297"/>
                  </a:lnTo>
                  <a:lnTo>
                    <a:pt x="253" y="347"/>
                  </a:lnTo>
                  <a:lnTo>
                    <a:pt x="236" y="395"/>
                  </a:lnTo>
                  <a:lnTo>
                    <a:pt x="217" y="442"/>
                  </a:lnTo>
                  <a:lnTo>
                    <a:pt x="195" y="487"/>
                  </a:lnTo>
                  <a:lnTo>
                    <a:pt x="171" y="532"/>
                  </a:lnTo>
                  <a:lnTo>
                    <a:pt x="147" y="574"/>
                  </a:lnTo>
                  <a:lnTo>
                    <a:pt x="121" y="613"/>
                  </a:lnTo>
                  <a:lnTo>
                    <a:pt x="93" y="650"/>
                  </a:lnTo>
                  <a:lnTo>
                    <a:pt x="64" y="684"/>
                  </a:lnTo>
                  <a:lnTo>
                    <a:pt x="32" y="716"/>
                  </a:lnTo>
                  <a:lnTo>
                    <a:pt x="0" y="744"/>
                  </a:lnTo>
                  <a:lnTo>
                    <a:pt x="59" y="817"/>
                  </a:lnTo>
                  <a:lnTo>
                    <a:pt x="95" y="784"/>
                  </a:lnTo>
                  <a:lnTo>
                    <a:pt x="132" y="748"/>
                  </a:lnTo>
                  <a:lnTo>
                    <a:pt x="166" y="709"/>
                  </a:lnTo>
                  <a:lnTo>
                    <a:pt x="196" y="667"/>
                  </a:lnTo>
                  <a:lnTo>
                    <a:pt x="227" y="623"/>
                  </a:lnTo>
                  <a:lnTo>
                    <a:pt x="253" y="576"/>
                  </a:lnTo>
                  <a:lnTo>
                    <a:pt x="279" y="530"/>
                  </a:lnTo>
                  <a:lnTo>
                    <a:pt x="301" y="479"/>
                  </a:lnTo>
                  <a:lnTo>
                    <a:pt x="323" y="428"/>
                  </a:lnTo>
                  <a:lnTo>
                    <a:pt x="342" y="375"/>
                  </a:lnTo>
                  <a:lnTo>
                    <a:pt x="359" y="321"/>
                  </a:lnTo>
                  <a:lnTo>
                    <a:pt x="372" y="268"/>
                  </a:lnTo>
                  <a:lnTo>
                    <a:pt x="382" y="212"/>
                  </a:lnTo>
                  <a:lnTo>
                    <a:pt x="391" y="157"/>
                  </a:lnTo>
                  <a:lnTo>
                    <a:pt x="395" y="102"/>
                  </a:lnTo>
                  <a:lnTo>
                    <a:pt x="398" y="47"/>
                  </a:lnTo>
                  <a:lnTo>
                    <a:pt x="394" y="27"/>
                  </a:lnTo>
                  <a:lnTo>
                    <a:pt x="383" y="11"/>
                  </a:lnTo>
                  <a:lnTo>
                    <a:pt x="368" y="3"/>
                  </a:lnTo>
                  <a:lnTo>
                    <a:pt x="351" y="0"/>
                  </a:lnTo>
                  <a:lnTo>
                    <a:pt x="333" y="3"/>
                  </a:lnTo>
                  <a:lnTo>
                    <a:pt x="319" y="11"/>
                  </a:lnTo>
                  <a:lnTo>
                    <a:pt x="307" y="27"/>
                  </a:lnTo>
                  <a:lnTo>
                    <a:pt x="304" y="4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4887" name="Freeform 37"/>
            <p:cNvSpPr>
              <a:spLocks/>
            </p:cNvSpPr>
            <p:nvPr/>
          </p:nvSpPr>
          <p:spPr bwMode="auto">
            <a:xfrm>
              <a:off x="1660" y="1701"/>
              <a:ext cx="19" cy="365"/>
            </a:xfrm>
            <a:custGeom>
              <a:avLst/>
              <a:gdLst>
                <a:gd name="T0" fmla="*/ 0 w 95"/>
                <a:gd name="T1" fmla="*/ 0 h 1826"/>
                <a:gd name="T2" fmla="*/ 0 w 95"/>
                <a:gd name="T3" fmla="*/ 0 h 1826"/>
                <a:gd name="T4" fmla="*/ 0 w 95"/>
                <a:gd name="T5" fmla="*/ 15 h 1826"/>
                <a:gd name="T6" fmla="*/ 1 w 95"/>
                <a:gd name="T7" fmla="*/ 15 h 1826"/>
                <a:gd name="T8" fmla="*/ 1 w 95"/>
                <a:gd name="T9" fmla="*/ 0 h 1826"/>
                <a:gd name="T10" fmla="*/ 1 w 95"/>
                <a:gd name="T11" fmla="*/ 0 h 1826"/>
                <a:gd name="T12" fmla="*/ 1 w 95"/>
                <a:gd name="T13" fmla="*/ 0 h 1826"/>
                <a:gd name="T14" fmla="*/ 1 w 95"/>
                <a:gd name="T15" fmla="*/ 0 h 1826"/>
                <a:gd name="T16" fmla="*/ 1 w 95"/>
                <a:gd name="T17" fmla="*/ 0 h 1826"/>
                <a:gd name="T18" fmla="*/ 1 w 95"/>
                <a:gd name="T19" fmla="*/ 0 h 1826"/>
                <a:gd name="T20" fmla="*/ 0 w 95"/>
                <a:gd name="T21" fmla="*/ 0 h 1826"/>
                <a:gd name="T22" fmla="*/ 0 w 95"/>
                <a:gd name="T23" fmla="*/ 0 h 1826"/>
                <a:gd name="T24" fmla="*/ 0 w 95"/>
                <a:gd name="T25" fmla="*/ 0 h 1826"/>
                <a:gd name="T26" fmla="*/ 0 w 95"/>
                <a:gd name="T27" fmla="*/ 0 h 1826"/>
                <a:gd name="T28" fmla="*/ 0 w 95"/>
                <a:gd name="T29" fmla="*/ 0 h 1826"/>
                <a:gd name="T30" fmla="*/ 0 w 95"/>
                <a:gd name="T31" fmla="*/ 0 h 182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95"/>
                <a:gd name="T49" fmla="*/ 0 h 1826"/>
                <a:gd name="T50" fmla="*/ 95 w 95"/>
                <a:gd name="T51" fmla="*/ 1826 h 182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95" h="1826">
                  <a:moveTo>
                    <a:pt x="0" y="49"/>
                  </a:moveTo>
                  <a:lnTo>
                    <a:pt x="0" y="47"/>
                  </a:lnTo>
                  <a:lnTo>
                    <a:pt x="1" y="1826"/>
                  </a:lnTo>
                  <a:lnTo>
                    <a:pt x="95" y="1826"/>
                  </a:lnTo>
                  <a:lnTo>
                    <a:pt x="93" y="47"/>
                  </a:lnTo>
                  <a:lnTo>
                    <a:pt x="93" y="45"/>
                  </a:lnTo>
                  <a:lnTo>
                    <a:pt x="93" y="47"/>
                  </a:lnTo>
                  <a:lnTo>
                    <a:pt x="90" y="27"/>
                  </a:lnTo>
                  <a:lnTo>
                    <a:pt x="79" y="12"/>
                  </a:lnTo>
                  <a:lnTo>
                    <a:pt x="64" y="4"/>
                  </a:lnTo>
                  <a:lnTo>
                    <a:pt x="47" y="0"/>
                  </a:lnTo>
                  <a:lnTo>
                    <a:pt x="29" y="4"/>
                  </a:lnTo>
                  <a:lnTo>
                    <a:pt x="15" y="12"/>
                  </a:lnTo>
                  <a:lnTo>
                    <a:pt x="3" y="27"/>
                  </a:lnTo>
                  <a:lnTo>
                    <a:pt x="0" y="47"/>
                  </a:lnTo>
                  <a:lnTo>
                    <a:pt x="0" y="4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4888" name="Freeform 38"/>
            <p:cNvSpPr>
              <a:spLocks/>
            </p:cNvSpPr>
            <p:nvPr/>
          </p:nvSpPr>
          <p:spPr bwMode="auto">
            <a:xfrm>
              <a:off x="1598" y="1598"/>
              <a:ext cx="81" cy="113"/>
            </a:xfrm>
            <a:custGeom>
              <a:avLst/>
              <a:gdLst>
                <a:gd name="T0" fmla="*/ 0 w 401"/>
                <a:gd name="T1" fmla="*/ 1 h 566"/>
                <a:gd name="T2" fmla="*/ 0 w 401"/>
                <a:gd name="T3" fmla="*/ 1 h 566"/>
                <a:gd name="T4" fmla="*/ 0 w 401"/>
                <a:gd name="T5" fmla="*/ 1 h 566"/>
                <a:gd name="T6" fmla="*/ 1 w 401"/>
                <a:gd name="T7" fmla="*/ 1 h 566"/>
                <a:gd name="T8" fmla="*/ 1 w 401"/>
                <a:gd name="T9" fmla="*/ 1 h 566"/>
                <a:gd name="T10" fmla="*/ 1 w 401"/>
                <a:gd name="T11" fmla="*/ 1 h 566"/>
                <a:gd name="T12" fmla="*/ 1 w 401"/>
                <a:gd name="T13" fmla="*/ 2 h 566"/>
                <a:gd name="T14" fmla="*/ 1 w 401"/>
                <a:gd name="T15" fmla="*/ 2 h 566"/>
                <a:gd name="T16" fmla="*/ 2 w 401"/>
                <a:gd name="T17" fmla="*/ 2 h 566"/>
                <a:gd name="T18" fmla="*/ 2 w 401"/>
                <a:gd name="T19" fmla="*/ 2 h 566"/>
                <a:gd name="T20" fmla="*/ 2 w 401"/>
                <a:gd name="T21" fmla="*/ 2 h 566"/>
                <a:gd name="T22" fmla="*/ 2 w 401"/>
                <a:gd name="T23" fmla="*/ 3 h 566"/>
                <a:gd name="T24" fmla="*/ 2 w 401"/>
                <a:gd name="T25" fmla="*/ 3 h 566"/>
                <a:gd name="T26" fmla="*/ 2 w 401"/>
                <a:gd name="T27" fmla="*/ 3 h 566"/>
                <a:gd name="T28" fmla="*/ 2 w 401"/>
                <a:gd name="T29" fmla="*/ 4 h 566"/>
                <a:gd name="T30" fmla="*/ 2 w 401"/>
                <a:gd name="T31" fmla="*/ 4 h 566"/>
                <a:gd name="T32" fmla="*/ 2 w 401"/>
                <a:gd name="T33" fmla="*/ 4 h 566"/>
                <a:gd name="T34" fmla="*/ 3 w 401"/>
                <a:gd name="T35" fmla="*/ 5 h 566"/>
                <a:gd name="T36" fmla="*/ 3 w 401"/>
                <a:gd name="T37" fmla="*/ 4 h 566"/>
                <a:gd name="T38" fmla="*/ 3 w 401"/>
                <a:gd name="T39" fmla="*/ 4 h 566"/>
                <a:gd name="T40" fmla="*/ 3 w 401"/>
                <a:gd name="T41" fmla="*/ 4 h 566"/>
                <a:gd name="T42" fmla="*/ 3 w 401"/>
                <a:gd name="T43" fmla="*/ 3 h 566"/>
                <a:gd name="T44" fmla="*/ 3 w 401"/>
                <a:gd name="T45" fmla="*/ 3 h 566"/>
                <a:gd name="T46" fmla="*/ 3 w 401"/>
                <a:gd name="T47" fmla="*/ 3 h 566"/>
                <a:gd name="T48" fmla="*/ 3 w 401"/>
                <a:gd name="T49" fmla="*/ 2 h 566"/>
                <a:gd name="T50" fmla="*/ 3 w 401"/>
                <a:gd name="T51" fmla="*/ 2 h 566"/>
                <a:gd name="T52" fmla="*/ 2 w 401"/>
                <a:gd name="T53" fmla="*/ 2 h 566"/>
                <a:gd name="T54" fmla="*/ 2 w 401"/>
                <a:gd name="T55" fmla="*/ 2 h 566"/>
                <a:gd name="T56" fmla="*/ 2 w 401"/>
                <a:gd name="T57" fmla="*/ 1 h 566"/>
                <a:gd name="T58" fmla="*/ 2 w 401"/>
                <a:gd name="T59" fmla="*/ 1 h 566"/>
                <a:gd name="T60" fmla="*/ 2 w 401"/>
                <a:gd name="T61" fmla="*/ 1 h 566"/>
                <a:gd name="T62" fmla="*/ 1 w 401"/>
                <a:gd name="T63" fmla="*/ 1 h 566"/>
                <a:gd name="T64" fmla="*/ 1 w 401"/>
                <a:gd name="T65" fmla="*/ 0 h 566"/>
                <a:gd name="T66" fmla="*/ 1 w 401"/>
                <a:gd name="T67" fmla="*/ 0 h 566"/>
                <a:gd name="T68" fmla="*/ 1 w 401"/>
                <a:gd name="T69" fmla="*/ 0 h 566"/>
                <a:gd name="T70" fmla="*/ 1 w 401"/>
                <a:gd name="T71" fmla="*/ 0 h 566"/>
                <a:gd name="T72" fmla="*/ 1 w 401"/>
                <a:gd name="T73" fmla="*/ 0 h 566"/>
                <a:gd name="T74" fmla="*/ 0 w 401"/>
                <a:gd name="T75" fmla="*/ 0 h 566"/>
                <a:gd name="T76" fmla="*/ 0 w 401"/>
                <a:gd name="T77" fmla="*/ 0 h 566"/>
                <a:gd name="T78" fmla="*/ 0 w 401"/>
                <a:gd name="T79" fmla="*/ 0 h 566"/>
                <a:gd name="T80" fmla="*/ 0 w 401"/>
                <a:gd name="T81" fmla="*/ 0 h 566"/>
                <a:gd name="T82" fmla="*/ 0 w 401"/>
                <a:gd name="T83" fmla="*/ 0 h 566"/>
                <a:gd name="T84" fmla="*/ 0 w 401"/>
                <a:gd name="T85" fmla="*/ 0 h 566"/>
                <a:gd name="T86" fmla="*/ 0 w 401"/>
                <a:gd name="T87" fmla="*/ 1 h 566"/>
                <a:gd name="T88" fmla="*/ 0 w 401"/>
                <a:gd name="T89" fmla="*/ 1 h 56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401"/>
                <a:gd name="T136" fmla="*/ 0 h 566"/>
                <a:gd name="T137" fmla="*/ 401 w 401"/>
                <a:gd name="T138" fmla="*/ 566 h 566"/>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401" h="566">
                  <a:moveTo>
                    <a:pt x="23" y="88"/>
                  </a:moveTo>
                  <a:lnTo>
                    <a:pt x="23" y="88"/>
                  </a:lnTo>
                  <a:lnTo>
                    <a:pt x="53" y="107"/>
                  </a:lnTo>
                  <a:lnTo>
                    <a:pt x="83" y="125"/>
                  </a:lnTo>
                  <a:lnTo>
                    <a:pt x="108" y="147"/>
                  </a:lnTo>
                  <a:lnTo>
                    <a:pt x="135" y="171"/>
                  </a:lnTo>
                  <a:lnTo>
                    <a:pt x="160" y="196"/>
                  </a:lnTo>
                  <a:lnTo>
                    <a:pt x="182" y="223"/>
                  </a:lnTo>
                  <a:lnTo>
                    <a:pt x="205" y="251"/>
                  </a:lnTo>
                  <a:lnTo>
                    <a:pt x="223" y="281"/>
                  </a:lnTo>
                  <a:lnTo>
                    <a:pt x="240" y="312"/>
                  </a:lnTo>
                  <a:lnTo>
                    <a:pt x="256" y="345"/>
                  </a:lnTo>
                  <a:lnTo>
                    <a:pt x="270" y="379"/>
                  </a:lnTo>
                  <a:lnTo>
                    <a:pt x="282" y="414"/>
                  </a:lnTo>
                  <a:lnTo>
                    <a:pt x="291" y="450"/>
                  </a:lnTo>
                  <a:lnTo>
                    <a:pt x="299" y="488"/>
                  </a:lnTo>
                  <a:lnTo>
                    <a:pt x="304" y="526"/>
                  </a:lnTo>
                  <a:lnTo>
                    <a:pt x="308" y="566"/>
                  </a:lnTo>
                  <a:lnTo>
                    <a:pt x="401" y="562"/>
                  </a:lnTo>
                  <a:lnTo>
                    <a:pt x="398" y="517"/>
                  </a:lnTo>
                  <a:lnTo>
                    <a:pt x="391" y="471"/>
                  </a:lnTo>
                  <a:lnTo>
                    <a:pt x="383" y="429"/>
                  </a:lnTo>
                  <a:lnTo>
                    <a:pt x="371" y="386"/>
                  </a:lnTo>
                  <a:lnTo>
                    <a:pt x="357" y="346"/>
                  </a:lnTo>
                  <a:lnTo>
                    <a:pt x="340" y="307"/>
                  </a:lnTo>
                  <a:lnTo>
                    <a:pt x="324" y="270"/>
                  </a:lnTo>
                  <a:lnTo>
                    <a:pt x="303" y="232"/>
                  </a:lnTo>
                  <a:lnTo>
                    <a:pt x="280" y="197"/>
                  </a:lnTo>
                  <a:lnTo>
                    <a:pt x="255" y="164"/>
                  </a:lnTo>
                  <a:lnTo>
                    <a:pt x="228" y="132"/>
                  </a:lnTo>
                  <a:lnTo>
                    <a:pt x="199" y="103"/>
                  </a:lnTo>
                  <a:lnTo>
                    <a:pt x="169" y="76"/>
                  </a:lnTo>
                  <a:lnTo>
                    <a:pt x="137" y="50"/>
                  </a:lnTo>
                  <a:lnTo>
                    <a:pt x="103" y="27"/>
                  </a:lnTo>
                  <a:lnTo>
                    <a:pt x="67" y="6"/>
                  </a:lnTo>
                  <a:lnTo>
                    <a:pt x="48" y="0"/>
                  </a:lnTo>
                  <a:lnTo>
                    <a:pt x="30" y="2"/>
                  </a:lnTo>
                  <a:lnTo>
                    <a:pt x="16" y="12"/>
                  </a:lnTo>
                  <a:lnTo>
                    <a:pt x="5" y="25"/>
                  </a:lnTo>
                  <a:lnTo>
                    <a:pt x="0" y="41"/>
                  </a:lnTo>
                  <a:lnTo>
                    <a:pt x="0" y="59"/>
                  </a:lnTo>
                  <a:lnTo>
                    <a:pt x="8" y="75"/>
                  </a:lnTo>
                  <a:lnTo>
                    <a:pt x="23"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4889" name="Freeform 39"/>
            <p:cNvSpPr>
              <a:spLocks/>
            </p:cNvSpPr>
            <p:nvPr/>
          </p:nvSpPr>
          <p:spPr bwMode="auto">
            <a:xfrm>
              <a:off x="1346" y="1455"/>
              <a:ext cx="266" cy="160"/>
            </a:xfrm>
            <a:custGeom>
              <a:avLst/>
              <a:gdLst>
                <a:gd name="T0" fmla="*/ 0 w 1330"/>
                <a:gd name="T1" fmla="*/ 1 h 801"/>
                <a:gd name="T2" fmla="*/ 0 w 1330"/>
                <a:gd name="T3" fmla="*/ 1 h 801"/>
                <a:gd name="T4" fmla="*/ 10 w 1330"/>
                <a:gd name="T5" fmla="*/ 6 h 801"/>
                <a:gd name="T6" fmla="*/ 11 w 1330"/>
                <a:gd name="T7" fmla="*/ 6 h 801"/>
                <a:gd name="T8" fmla="*/ 1 w 1330"/>
                <a:gd name="T9" fmla="*/ 0 h 801"/>
                <a:gd name="T10" fmla="*/ 1 w 1330"/>
                <a:gd name="T11" fmla="*/ 0 h 801"/>
                <a:gd name="T12" fmla="*/ 1 w 1330"/>
                <a:gd name="T13" fmla="*/ 0 h 801"/>
                <a:gd name="T14" fmla="*/ 0 w 1330"/>
                <a:gd name="T15" fmla="*/ 0 h 801"/>
                <a:gd name="T16" fmla="*/ 0 w 1330"/>
                <a:gd name="T17" fmla="*/ 0 h 801"/>
                <a:gd name="T18" fmla="*/ 0 w 1330"/>
                <a:gd name="T19" fmla="*/ 0 h 801"/>
                <a:gd name="T20" fmla="*/ 0 w 1330"/>
                <a:gd name="T21" fmla="*/ 0 h 801"/>
                <a:gd name="T22" fmla="*/ 0 w 1330"/>
                <a:gd name="T23" fmla="*/ 0 h 801"/>
                <a:gd name="T24" fmla="*/ 0 w 1330"/>
                <a:gd name="T25" fmla="*/ 0 h 801"/>
                <a:gd name="T26" fmla="*/ 0 w 1330"/>
                <a:gd name="T27" fmla="*/ 1 h 801"/>
                <a:gd name="T28" fmla="*/ 0 w 1330"/>
                <a:gd name="T29" fmla="*/ 1 h 801"/>
                <a:gd name="T30" fmla="*/ 0 w 1330"/>
                <a:gd name="T31" fmla="*/ 1 h 801"/>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30"/>
                <a:gd name="T49" fmla="*/ 0 h 801"/>
                <a:gd name="T50" fmla="*/ 1330 w 1330"/>
                <a:gd name="T51" fmla="*/ 801 h 801"/>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30" h="801">
                  <a:moveTo>
                    <a:pt x="24" y="88"/>
                  </a:moveTo>
                  <a:lnTo>
                    <a:pt x="23" y="88"/>
                  </a:lnTo>
                  <a:lnTo>
                    <a:pt x="1286" y="801"/>
                  </a:lnTo>
                  <a:lnTo>
                    <a:pt x="1330" y="719"/>
                  </a:lnTo>
                  <a:lnTo>
                    <a:pt x="67" y="6"/>
                  </a:lnTo>
                  <a:lnTo>
                    <a:pt x="66" y="6"/>
                  </a:lnTo>
                  <a:lnTo>
                    <a:pt x="67" y="6"/>
                  </a:lnTo>
                  <a:lnTo>
                    <a:pt x="48" y="0"/>
                  </a:lnTo>
                  <a:lnTo>
                    <a:pt x="30" y="2"/>
                  </a:lnTo>
                  <a:lnTo>
                    <a:pt x="16" y="12"/>
                  </a:lnTo>
                  <a:lnTo>
                    <a:pt x="5" y="25"/>
                  </a:lnTo>
                  <a:lnTo>
                    <a:pt x="0" y="41"/>
                  </a:lnTo>
                  <a:lnTo>
                    <a:pt x="0" y="59"/>
                  </a:lnTo>
                  <a:lnTo>
                    <a:pt x="8" y="75"/>
                  </a:lnTo>
                  <a:lnTo>
                    <a:pt x="23" y="88"/>
                  </a:lnTo>
                  <a:lnTo>
                    <a:pt x="24"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4890" name="Freeform 40"/>
            <p:cNvSpPr>
              <a:spLocks/>
            </p:cNvSpPr>
            <p:nvPr/>
          </p:nvSpPr>
          <p:spPr bwMode="auto">
            <a:xfrm>
              <a:off x="1198" y="1439"/>
              <a:ext cx="161" cy="35"/>
            </a:xfrm>
            <a:custGeom>
              <a:avLst/>
              <a:gdLst>
                <a:gd name="T0" fmla="*/ 1 w 806"/>
                <a:gd name="T1" fmla="*/ 1 h 177"/>
                <a:gd name="T2" fmla="*/ 1 w 806"/>
                <a:gd name="T3" fmla="*/ 1 h 177"/>
                <a:gd name="T4" fmla="*/ 1 w 806"/>
                <a:gd name="T5" fmla="*/ 1 h 177"/>
                <a:gd name="T6" fmla="*/ 1 w 806"/>
                <a:gd name="T7" fmla="*/ 1 h 177"/>
                <a:gd name="T8" fmla="*/ 2 w 806"/>
                <a:gd name="T9" fmla="*/ 1 h 177"/>
                <a:gd name="T10" fmla="*/ 2 w 806"/>
                <a:gd name="T11" fmla="*/ 1 h 177"/>
                <a:gd name="T12" fmla="*/ 2 w 806"/>
                <a:gd name="T13" fmla="*/ 1 h 177"/>
                <a:gd name="T14" fmla="*/ 3 w 806"/>
                <a:gd name="T15" fmla="*/ 1 h 177"/>
                <a:gd name="T16" fmla="*/ 3 w 806"/>
                <a:gd name="T17" fmla="*/ 1 h 177"/>
                <a:gd name="T18" fmla="*/ 3 w 806"/>
                <a:gd name="T19" fmla="*/ 1 h 177"/>
                <a:gd name="T20" fmla="*/ 4 w 806"/>
                <a:gd name="T21" fmla="*/ 1 h 177"/>
                <a:gd name="T22" fmla="*/ 4 w 806"/>
                <a:gd name="T23" fmla="*/ 1 h 177"/>
                <a:gd name="T24" fmla="*/ 5 w 806"/>
                <a:gd name="T25" fmla="*/ 1 h 177"/>
                <a:gd name="T26" fmla="*/ 5 w 806"/>
                <a:gd name="T27" fmla="*/ 1 h 177"/>
                <a:gd name="T28" fmla="*/ 5 w 806"/>
                <a:gd name="T29" fmla="*/ 1 h 177"/>
                <a:gd name="T30" fmla="*/ 6 w 806"/>
                <a:gd name="T31" fmla="*/ 1 h 177"/>
                <a:gd name="T32" fmla="*/ 6 w 806"/>
                <a:gd name="T33" fmla="*/ 1 h 177"/>
                <a:gd name="T34" fmla="*/ 6 w 806"/>
                <a:gd name="T35" fmla="*/ 1 h 177"/>
                <a:gd name="T36" fmla="*/ 6 w 806"/>
                <a:gd name="T37" fmla="*/ 1 h 177"/>
                <a:gd name="T38" fmla="*/ 6 w 806"/>
                <a:gd name="T39" fmla="*/ 1 h 177"/>
                <a:gd name="T40" fmla="*/ 6 w 806"/>
                <a:gd name="T41" fmla="*/ 0 h 177"/>
                <a:gd name="T42" fmla="*/ 5 w 806"/>
                <a:gd name="T43" fmla="*/ 0 h 177"/>
                <a:gd name="T44" fmla="*/ 5 w 806"/>
                <a:gd name="T45" fmla="*/ 0 h 177"/>
                <a:gd name="T46" fmla="*/ 5 w 806"/>
                <a:gd name="T47" fmla="*/ 0 h 177"/>
                <a:gd name="T48" fmla="*/ 4 w 806"/>
                <a:gd name="T49" fmla="*/ 0 h 177"/>
                <a:gd name="T50" fmla="*/ 4 w 806"/>
                <a:gd name="T51" fmla="*/ 0 h 177"/>
                <a:gd name="T52" fmla="*/ 3 w 806"/>
                <a:gd name="T53" fmla="*/ 0 h 177"/>
                <a:gd name="T54" fmla="*/ 3 w 806"/>
                <a:gd name="T55" fmla="*/ 0 h 177"/>
                <a:gd name="T56" fmla="*/ 3 w 806"/>
                <a:gd name="T57" fmla="*/ 0 h 177"/>
                <a:gd name="T58" fmla="*/ 2 w 806"/>
                <a:gd name="T59" fmla="*/ 0 h 177"/>
                <a:gd name="T60" fmla="*/ 2 w 806"/>
                <a:gd name="T61" fmla="*/ 0 h 177"/>
                <a:gd name="T62" fmla="*/ 1 w 806"/>
                <a:gd name="T63" fmla="*/ 0 h 177"/>
                <a:gd name="T64" fmla="*/ 1 w 806"/>
                <a:gd name="T65" fmla="*/ 0 h 177"/>
                <a:gd name="T66" fmla="*/ 1 w 806"/>
                <a:gd name="T67" fmla="*/ 1 h 177"/>
                <a:gd name="T68" fmla="*/ 0 w 806"/>
                <a:gd name="T69" fmla="*/ 1 h 177"/>
                <a:gd name="T70" fmla="*/ 0 w 806"/>
                <a:gd name="T71" fmla="*/ 1 h 177"/>
                <a:gd name="T72" fmla="*/ 0 w 806"/>
                <a:gd name="T73" fmla="*/ 1 h 177"/>
                <a:gd name="T74" fmla="*/ 0 w 806"/>
                <a:gd name="T75" fmla="*/ 1 h 177"/>
                <a:gd name="T76" fmla="*/ 0 w 806"/>
                <a:gd name="T77" fmla="*/ 1 h 177"/>
                <a:gd name="T78" fmla="*/ 0 w 806"/>
                <a:gd name="T79" fmla="*/ 1 h 177"/>
                <a:gd name="T80" fmla="*/ 0 w 806"/>
                <a:gd name="T81" fmla="*/ 1 h 177"/>
                <a:gd name="T82" fmla="*/ 0 w 806"/>
                <a:gd name="T83" fmla="*/ 1 h 177"/>
                <a:gd name="T84" fmla="*/ 0 w 806"/>
                <a:gd name="T85" fmla="*/ 1 h 177"/>
                <a:gd name="T86" fmla="*/ 0 w 806"/>
                <a:gd name="T87" fmla="*/ 1 h 177"/>
                <a:gd name="T88" fmla="*/ 1 w 806"/>
                <a:gd name="T89" fmla="*/ 1 h 177"/>
                <a:gd name="T90" fmla="*/ 1 w 806"/>
                <a:gd name="T91" fmla="*/ 1 h 17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806"/>
                <a:gd name="T139" fmla="*/ 0 h 177"/>
                <a:gd name="T140" fmla="*/ 806 w 806"/>
                <a:gd name="T141" fmla="*/ 177 h 17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806" h="177">
                  <a:moveTo>
                    <a:pt x="67" y="171"/>
                  </a:moveTo>
                  <a:lnTo>
                    <a:pt x="68" y="171"/>
                  </a:lnTo>
                  <a:lnTo>
                    <a:pt x="109" y="151"/>
                  </a:lnTo>
                  <a:lnTo>
                    <a:pt x="151" y="135"/>
                  </a:lnTo>
                  <a:lnTo>
                    <a:pt x="196" y="122"/>
                  </a:lnTo>
                  <a:lnTo>
                    <a:pt x="242" y="110"/>
                  </a:lnTo>
                  <a:lnTo>
                    <a:pt x="287" y="102"/>
                  </a:lnTo>
                  <a:lnTo>
                    <a:pt x="335" y="97"/>
                  </a:lnTo>
                  <a:lnTo>
                    <a:pt x="382" y="95"/>
                  </a:lnTo>
                  <a:lnTo>
                    <a:pt x="430" y="94"/>
                  </a:lnTo>
                  <a:lnTo>
                    <a:pt x="477" y="97"/>
                  </a:lnTo>
                  <a:lnTo>
                    <a:pt x="524" y="102"/>
                  </a:lnTo>
                  <a:lnTo>
                    <a:pt x="568" y="108"/>
                  </a:lnTo>
                  <a:lnTo>
                    <a:pt x="612" y="117"/>
                  </a:lnTo>
                  <a:lnTo>
                    <a:pt x="654" y="128"/>
                  </a:lnTo>
                  <a:lnTo>
                    <a:pt x="693" y="141"/>
                  </a:lnTo>
                  <a:lnTo>
                    <a:pt x="730" y="155"/>
                  </a:lnTo>
                  <a:lnTo>
                    <a:pt x="764" y="171"/>
                  </a:lnTo>
                  <a:lnTo>
                    <a:pt x="806" y="89"/>
                  </a:lnTo>
                  <a:lnTo>
                    <a:pt x="768" y="70"/>
                  </a:lnTo>
                  <a:lnTo>
                    <a:pt x="725" y="54"/>
                  </a:lnTo>
                  <a:lnTo>
                    <a:pt x="680" y="39"/>
                  </a:lnTo>
                  <a:lnTo>
                    <a:pt x="633" y="26"/>
                  </a:lnTo>
                  <a:lnTo>
                    <a:pt x="585" y="16"/>
                  </a:lnTo>
                  <a:lnTo>
                    <a:pt x="536" y="8"/>
                  </a:lnTo>
                  <a:lnTo>
                    <a:pt x="484" y="3"/>
                  </a:lnTo>
                  <a:lnTo>
                    <a:pt x="433" y="0"/>
                  </a:lnTo>
                  <a:lnTo>
                    <a:pt x="380" y="1"/>
                  </a:lnTo>
                  <a:lnTo>
                    <a:pt x="328" y="3"/>
                  </a:lnTo>
                  <a:lnTo>
                    <a:pt x="276" y="10"/>
                  </a:lnTo>
                  <a:lnTo>
                    <a:pt x="223" y="19"/>
                  </a:lnTo>
                  <a:lnTo>
                    <a:pt x="172" y="30"/>
                  </a:lnTo>
                  <a:lnTo>
                    <a:pt x="121" y="46"/>
                  </a:lnTo>
                  <a:lnTo>
                    <a:pt x="72" y="67"/>
                  </a:lnTo>
                  <a:lnTo>
                    <a:pt x="24" y="89"/>
                  </a:lnTo>
                  <a:lnTo>
                    <a:pt x="25" y="89"/>
                  </a:lnTo>
                  <a:lnTo>
                    <a:pt x="24" y="89"/>
                  </a:lnTo>
                  <a:lnTo>
                    <a:pt x="8" y="102"/>
                  </a:lnTo>
                  <a:lnTo>
                    <a:pt x="0" y="118"/>
                  </a:lnTo>
                  <a:lnTo>
                    <a:pt x="0" y="136"/>
                  </a:lnTo>
                  <a:lnTo>
                    <a:pt x="6" y="152"/>
                  </a:lnTo>
                  <a:lnTo>
                    <a:pt x="17" y="165"/>
                  </a:lnTo>
                  <a:lnTo>
                    <a:pt x="31" y="175"/>
                  </a:lnTo>
                  <a:lnTo>
                    <a:pt x="48" y="177"/>
                  </a:lnTo>
                  <a:lnTo>
                    <a:pt x="68" y="171"/>
                  </a:lnTo>
                  <a:lnTo>
                    <a:pt x="67" y="1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4891" name="Freeform 41"/>
            <p:cNvSpPr>
              <a:spLocks/>
            </p:cNvSpPr>
            <p:nvPr/>
          </p:nvSpPr>
          <p:spPr bwMode="auto">
            <a:xfrm>
              <a:off x="931" y="1456"/>
              <a:ext cx="280" cy="158"/>
            </a:xfrm>
            <a:custGeom>
              <a:avLst/>
              <a:gdLst>
                <a:gd name="T0" fmla="*/ 1 w 1402"/>
                <a:gd name="T1" fmla="*/ 6 h 787"/>
                <a:gd name="T2" fmla="*/ 1 w 1402"/>
                <a:gd name="T3" fmla="*/ 6 h 787"/>
                <a:gd name="T4" fmla="*/ 11 w 1402"/>
                <a:gd name="T5" fmla="*/ 1 h 787"/>
                <a:gd name="T6" fmla="*/ 11 w 1402"/>
                <a:gd name="T7" fmla="*/ 0 h 787"/>
                <a:gd name="T8" fmla="*/ 0 w 1402"/>
                <a:gd name="T9" fmla="*/ 6 h 787"/>
                <a:gd name="T10" fmla="*/ 0 w 1402"/>
                <a:gd name="T11" fmla="*/ 6 h 787"/>
                <a:gd name="T12" fmla="*/ 0 w 1402"/>
                <a:gd name="T13" fmla="*/ 6 h 787"/>
                <a:gd name="T14" fmla="*/ 0 w 1402"/>
                <a:gd name="T15" fmla="*/ 6 h 787"/>
                <a:gd name="T16" fmla="*/ 0 w 1402"/>
                <a:gd name="T17" fmla="*/ 6 h 787"/>
                <a:gd name="T18" fmla="*/ 0 w 1402"/>
                <a:gd name="T19" fmla="*/ 6 h 787"/>
                <a:gd name="T20" fmla="*/ 0 w 1402"/>
                <a:gd name="T21" fmla="*/ 6 h 787"/>
                <a:gd name="T22" fmla="*/ 0 w 1402"/>
                <a:gd name="T23" fmla="*/ 6 h 787"/>
                <a:gd name="T24" fmla="*/ 0 w 1402"/>
                <a:gd name="T25" fmla="*/ 6 h 787"/>
                <a:gd name="T26" fmla="*/ 0 w 1402"/>
                <a:gd name="T27" fmla="*/ 6 h 787"/>
                <a:gd name="T28" fmla="*/ 1 w 1402"/>
                <a:gd name="T29" fmla="*/ 6 h 787"/>
                <a:gd name="T30" fmla="*/ 1 w 1402"/>
                <a:gd name="T31" fmla="*/ 6 h 78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02"/>
                <a:gd name="T49" fmla="*/ 0 h 787"/>
                <a:gd name="T50" fmla="*/ 1402 w 1402"/>
                <a:gd name="T51" fmla="*/ 787 h 78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02" h="787">
                  <a:moveTo>
                    <a:pt x="69" y="781"/>
                  </a:moveTo>
                  <a:lnTo>
                    <a:pt x="66" y="781"/>
                  </a:lnTo>
                  <a:lnTo>
                    <a:pt x="1402" y="82"/>
                  </a:lnTo>
                  <a:lnTo>
                    <a:pt x="1360" y="0"/>
                  </a:lnTo>
                  <a:lnTo>
                    <a:pt x="24" y="699"/>
                  </a:lnTo>
                  <a:lnTo>
                    <a:pt x="22" y="699"/>
                  </a:lnTo>
                  <a:lnTo>
                    <a:pt x="24" y="699"/>
                  </a:lnTo>
                  <a:lnTo>
                    <a:pt x="8" y="712"/>
                  </a:lnTo>
                  <a:lnTo>
                    <a:pt x="1" y="727"/>
                  </a:lnTo>
                  <a:lnTo>
                    <a:pt x="0" y="744"/>
                  </a:lnTo>
                  <a:lnTo>
                    <a:pt x="5" y="761"/>
                  </a:lnTo>
                  <a:lnTo>
                    <a:pt x="15" y="775"/>
                  </a:lnTo>
                  <a:lnTo>
                    <a:pt x="30" y="784"/>
                  </a:lnTo>
                  <a:lnTo>
                    <a:pt x="46" y="787"/>
                  </a:lnTo>
                  <a:lnTo>
                    <a:pt x="66" y="781"/>
                  </a:lnTo>
                  <a:lnTo>
                    <a:pt x="69" y="7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4892" name="Freeform 42"/>
            <p:cNvSpPr>
              <a:spLocks/>
            </p:cNvSpPr>
            <p:nvPr/>
          </p:nvSpPr>
          <p:spPr bwMode="auto">
            <a:xfrm>
              <a:off x="868" y="1596"/>
              <a:ext cx="77" cy="126"/>
            </a:xfrm>
            <a:custGeom>
              <a:avLst/>
              <a:gdLst>
                <a:gd name="T0" fmla="*/ 1 w 382"/>
                <a:gd name="T1" fmla="*/ 5 h 628"/>
                <a:gd name="T2" fmla="*/ 1 w 382"/>
                <a:gd name="T3" fmla="*/ 5 h 628"/>
                <a:gd name="T4" fmla="*/ 1 w 382"/>
                <a:gd name="T5" fmla="*/ 4 h 628"/>
                <a:gd name="T6" fmla="*/ 1 w 382"/>
                <a:gd name="T7" fmla="*/ 4 h 628"/>
                <a:gd name="T8" fmla="*/ 1 w 382"/>
                <a:gd name="T9" fmla="*/ 4 h 628"/>
                <a:gd name="T10" fmla="*/ 1 w 382"/>
                <a:gd name="T11" fmla="*/ 3 h 628"/>
                <a:gd name="T12" fmla="*/ 1 w 382"/>
                <a:gd name="T13" fmla="*/ 3 h 628"/>
                <a:gd name="T14" fmla="*/ 1 w 382"/>
                <a:gd name="T15" fmla="*/ 3 h 628"/>
                <a:gd name="T16" fmla="*/ 1 w 382"/>
                <a:gd name="T17" fmla="*/ 3 h 628"/>
                <a:gd name="T18" fmla="*/ 1 w 382"/>
                <a:gd name="T19" fmla="*/ 2 h 628"/>
                <a:gd name="T20" fmla="*/ 2 w 382"/>
                <a:gd name="T21" fmla="*/ 2 h 628"/>
                <a:gd name="T22" fmla="*/ 2 w 382"/>
                <a:gd name="T23" fmla="*/ 2 h 628"/>
                <a:gd name="T24" fmla="*/ 2 w 382"/>
                <a:gd name="T25" fmla="*/ 2 h 628"/>
                <a:gd name="T26" fmla="*/ 2 w 382"/>
                <a:gd name="T27" fmla="*/ 1 h 628"/>
                <a:gd name="T28" fmla="*/ 2 w 382"/>
                <a:gd name="T29" fmla="*/ 1 h 628"/>
                <a:gd name="T30" fmla="*/ 3 w 382"/>
                <a:gd name="T31" fmla="*/ 1 h 628"/>
                <a:gd name="T32" fmla="*/ 3 w 382"/>
                <a:gd name="T33" fmla="*/ 1 h 628"/>
                <a:gd name="T34" fmla="*/ 3 w 382"/>
                <a:gd name="T35" fmla="*/ 1 h 628"/>
                <a:gd name="T36" fmla="*/ 3 w 382"/>
                <a:gd name="T37" fmla="*/ 0 h 628"/>
                <a:gd name="T38" fmla="*/ 2 w 382"/>
                <a:gd name="T39" fmla="*/ 0 h 628"/>
                <a:gd name="T40" fmla="*/ 2 w 382"/>
                <a:gd name="T41" fmla="*/ 0 h 628"/>
                <a:gd name="T42" fmla="*/ 2 w 382"/>
                <a:gd name="T43" fmla="*/ 1 h 628"/>
                <a:gd name="T44" fmla="*/ 2 w 382"/>
                <a:gd name="T45" fmla="*/ 1 h 628"/>
                <a:gd name="T46" fmla="*/ 1 w 382"/>
                <a:gd name="T47" fmla="*/ 1 h 628"/>
                <a:gd name="T48" fmla="*/ 1 w 382"/>
                <a:gd name="T49" fmla="*/ 1 h 628"/>
                <a:gd name="T50" fmla="*/ 1 w 382"/>
                <a:gd name="T51" fmla="*/ 2 h 628"/>
                <a:gd name="T52" fmla="*/ 1 w 382"/>
                <a:gd name="T53" fmla="*/ 2 h 628"/>
                <a:gd name="T54" fmla="*/ 1 w 382"/>
                <a:gd name="T55" fmla="*/ 2 h 628"/>
                <a:gd name="T56" fmla="*/ 0 w 382"/>
                <a:gd name="T57" fmla="*/ 3 h 628"/>
                <a:gd name="T58" fmla="*/ 0 w 382"/>
                <a:gd name="T59" fmla="*/ 3 h 628"/>
                <a:gd name="T60" fmla="*/ 0 w 382"/>
                <a:gd name="T61" fmla="*/ 3 h 628"/>
                <a:gd name="T62" fmla="*/ 0 w 382"/>
                <a:gd name="T63" fmla="*/ 4 h 628"/>
                <a:gd name="T64" fmla="*/ 0 w 382"/>
                <a:gd name="T65" fmla="*/ 4 h 628"/>
                <a:gd name="T66" fmla="*/ 0 w 382"/>
                <a:gd name="T67" fmla="*/ 4 h 628"/>
                <a:gd name="T68" fmla="*/ 0 w 382"/>
                <a:gd name="T69" fmla="*/ 5 h 628"/>
                <a:gd name="T70" fmla="*/ 0 w 382"/>
                <a:gd name="T71" fmla="*/ 5 h 628"/>
                <a:gd name="T72" fmla="*/ 0 w 382"/>
                <a:gd name="T73" fmla="*/ 5 h 628"/>
                <a:gd name="T74" fmla="*/ 0 w 382"/>
                <a:gd name="T75" fmla="*/ 5 h 628"/>
                <a:gd name="T76" fmla="*/ 0 w 382"/>
                <a:gd name="T77" fmla="*/ 5 h 628"/>
                <a:gd name="T78" fmla="*/ 0 w 382"/>
                <a:gd name="T79" fmla="*/ 5 h 628"/>
                <a:gd name="T80" fmla="*/ 0 w 382"/>
                <a:gd name="T81" fmla="*/ 5 h 628"/>
                <a:gd name="T82" fmla="*/ 1 w 382"/>
                <a:gd name="T83" fmla="*/ 5 h 628"/>
                <a:gd name="T84" fmla="*/ 1 w 382"/>
                <a:gd name="T85" fmla="*/ 5 h 628"/>
                <a:gd name="T86" fmla="*/ 1 w 382"/>
                <a:gd name="T87" fmla="*/ 5 h 628"/>
                <a:gd name="T88" fmla="*/ 1 w 382"/>
                <a:gd name="T89" fmla="*/ 5 h 628"/>
                <a:gd name="T90" fmla="*/ 1 w 382"/>
                <a:gd name="T91" fmla="*/ 5 h 628"/>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382"/>
                <a:gd name="T139" fmla="*/ 0 h 628"/>
                <a:gd name="T140" fmla="*/ 382 w 382"/>
                <a:gd name="T141" fmla="*/ 628 h 628"/>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382" h="628">
                  <a:moveTo>
                    <a:pt x="94" y="581"/>
                  </a:moveTo>
                  <a:lnTo>
                    <a:pt x="94" y="582"/>
                  </a:lnTo>
                  <a:lnTo>
                    <a:pt x="96" y="541"/>
                  </a:lnTo>
                  <a:lnTo>
                    <a:pt x="99" y="500"/>
                  </a:lnTo>
                  <a:lnTo>
                    <a:pt x="106" y="463"/>
                  </a:lnTo>
                  <a:lnTo>
                    <a:pt x="115" y="424"/>
                  </a:lnTo>
                  <a:lnTo>
                    <a:pt x="127" y="389"/>
                  </a:lnTo>
                  <a:lnTo>
                    <a:pt x="140" y="353"/>
                  </a:lnTo>
                  <a:lnTo>
                    <a:pt x="156" y="320"/>
                  </a:lnTo>
                  <a:lnTo>
                    <a:pt x="173" y="287"/>
                  </a:lnTo>
                  <a:lnTo>
                    <a:pt x="193" y="255"/>
                  </a:lnTo>
                  <a:lnTo>
                    <a:pt x="214" y="226"/>
                  </a:lnTo>
                  <a:lnTo>
                    <a:pt x="238" y="198"/>
                  </a:lnTo>
                  <a:lnTo>
                    <a:pt x="263" y="172"/>
                  </a:lnTo>
                  <a:lnTo>
                    <a:pt x="290" y="146"/>
                  </a:lnTo>
                  <a:lnTo>
                    <a:pt x="318" y="122"/>
                  </a:lnTo>
                  <a:lnTo>
                    <a:pt x="349" y="101"/>
                  </a:lnTo>
                  <a:lnTo>
                    <a:pt x="382" y="82"/>
                  </a:lnTo>
                  <a:lnTo>
                    <a:pt x="335" y="0"/>
                  </a:lnTo>
                  <a:lnTo>
                    <a:pt x="297" y="23"/>
                  </a:lnTo>
                  <a:lnTo>
                    <a:pt x="262" y="49"/>
                  </a:lnTo>
                  <a:lnTo>
                    <a:pt x="229" y="76"/>
                  </a:lnTo>
                  <a:lnTo>
                    <a:pt x="198" y="104"/>
                  </a:lnTo>
                  <a:lnTo>
                    <a:pt x="167" y="137"/>
                  </a:lnTo>
                  <a:lnTo>
                    <a:pt x="142" y="170"/>
                  </a:lnTo>
                  <a:lnTo>
                    <a:pt x="116" y="204"/>
                  </a:lnTo>
                  <a:lnTo>
                    <a:pt x="94" y="240"/>
                  </a:lnTo>
                  <a:lnTo>
                    <a:pt x="74" y="278"/>
                  </a:lnTo>
                  <a:lnTo>
                    <a:pt x="54" y="317"/>
                  </a:lnTo>
                  <a:lnTo>
                    <a:pt x="38" y="359"/>
                  </a:lnTo>
                  <a:lnTo>
                    <a:pt x="26" y="401"/>
                  </a:lnTo>
                  <a:lnTo>
                    <a:pt x="15" y="444"/>
                  </a:lnTo>
                  <a:lnTo>
                    <a:pt x="8" y="489"/>
                  </a:lnTo>
                  <a:lnTo>
                    <a:pt x="2" y="534"/>
                  </a:lnTo>
                  <a:lnTo>
                    <a:pt x="0" y="580"/>
                  </a:lnTo>
                  <a:lnTo>
                    <a:pt x="0" y="581"/>
                  </a:lnTo>
                  <a:lnTo>
                    <a:pt x="0" y="580"/>
                  </a:lnTo>
                  <a:lnTo>
                    <a:pt x="3" y="600"/>
                  </a:lnTo>
                  <a:lnTo>
                    <a:pt x="14" y="615"/>
                  </a:lnTo>
                  <a:lnTo>
                    <a:pt x="29" y="625"/>
                  </a:lnTo>
                  <a:lnTo>
                    <a:pt x="45" y="628"/>
                  </a:lnTo>
                  <a:lnTo>
                    <a:pt x="63" y="626"/>
                  </a:lnTo>
                  <a:lnTo>
                    <a:pt x="78" y="616"/>
                  </a:lnTo>
                  <a:lnTo>
                    <a:pt x="89" y="602"/>
                  </a:lnTo>
                  <a:lnTo>
                    <a:pt x="94" y="582"/>
                  </a:lnTo>
                  <a:lnTo>
                    <a:pt x="94" y="5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4893" name="Freeform 43"/>
            <p:cNvSpPr>
              <a:spLocks/>
            </p:cNvSpPr>
            <p:nvPr/>
          </p:nvSpPr>
          <p:spPr bwMode="auto">
            <a:xfrm>
              <a:off x="868" y="1712"/>
              <a:ext cx="19" cy="364"/>
            </a:xfrm>
            <a:custGeom>
              <a:avLst/>
              <a:gdLst>
                <a:gd name="T0" fmla="*/ 1 w 94"/>
                <a:gd name="T1" fmla="*/ 14 h 1818"/>
                <a:gd name="T2" fmla="*/ 1 w 94"/>
                <a:gd name="T3" fmla="*/ 14 h 1818"/>
                <a:gd name="T4" fmla="*/ 1 w 94"/>
                <a:gd name="T5" fmla="*/ 0 h 1818"/>
                <a:gd name="T6" fmla="*/ 0 w 94"/>
                <a:gd name="T7" fmla="*/ 0 h 1818"/>
                <a:gd name="T8" fmla="*/ 0 w 94"/>
                <a:gd name="T9" fmla="*/ 14 h 1818"/>
                <a:gd name="T10" fmla="*/ 0 w 94"/>
                <a:gd name="T11" fmla="*/ 14 h 1818"/>
                <a:gd name="T12" fmla="*/ 0 w 94"/>
                <a:gd name="T13" fmla="*/ 14 h 1818"/>
                <a:gd name="T14" fmla="*/ 0 w 94"/>
                <a:gd name="T15" fmla="*/ 14 h 1818"/>
                <a:gd name="T16" fmla="*/ 0 w 94"/>
                <a:gd name="T17" fmla="*/ 14 h 1818"/>
                <a:gd name="T18" fmla="*/ 0 w 94"/>
                <a:gd name="T19" fmla="*/ 15 h 1818"/>
                <a:gd name="T20" fmla="*/ 0 w 94"/>
                <a:gd name="T21" fmla="*/ 15 h 1818"/>
                <a:gd name="T22" fmla="*/ 1 w 94"/>
                <a:gd name="T23" fmla="*/ 15 h 1818"/>
                <a:gd name="T24" fmla="*/ 1 w 94"/>
                <a:gd name="T25" fmla="*/ 14 h 1818"/>
                <a:gd name="T26" fmla="*/ 1 w 94"/>
                <a:gd name="T27" fmla="*/ 14 h 1818"/>
                <a:gd name="T28" fmla="*/ 1 w 94"/>
                <a:gd name="T29" fmla="*/ 14 h 1818"/>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94"/>
                <a:gd name="T46" fmla="*/ 0 h 1818"/>
                <a:gd name="T47" fmla="*/ 94 w 94"/>
                <a:gd name="T48" fmla="*/ 1818 h 1818"/>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94" h="1818">
                  <a:moveTo>
                    <a:pt x="94" y="1771"/>
                  </a:moveTo>
                  <a:lnTo>
                    <a:pt x="94" y="1771"/>
                  </a:lnTo>
                  <a:lnTo>
                    <a:pt x="94" y="0"/>
                  </a:lnTo>
                  <a:lnTo>
                    <a:pt x="0" y="0"/>
                  </a:lnTo>
                  <a:lnTo>
                    <a:pt x="0" y="1771"/>
                  </a:lnTo>
                  <a:lnTo>
                    <a:pt x="3" y="1791"/>
                  </a:lnTo>
                  <a:lnTo>
                    <a:pt x="15" y="1806"/>
                  </a:lnTo>
                  <a:lnTo>
                    <a:pt x="29" y="1814"/>
                  </a:lnTo>
                  <a:lnTo>
                    <a:pt x="47" y="1818"/>
                  </a:lnTo>
                  <a:lnTo>
                    <a:pt x="64" y="1814"/>
                  </a:lnTo>
                  <a:lnTo>
                    <a:pt x="79" y="1806"/>
                  </a:lnTo>
                  <a:lnTo>
                    <a:pt x="90" y="1791"/>
                  </a:lnTo>
                  <a:lnTo>
                    <a:pt x="94" y="17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4894" name="Freeform 44"/>
            <p:cNvSpPr>
              <a:spLocks/>
            </p:cNvSpPr>
            <p:nvPr/>
          </p:nvSpPr>
          <p:spPr bwMode="auto">
            <a:xfrm>
              <a:off x="868" y="2067"/>
              <a:ext cx="90" cy="160"/>
            </a:xfrm>
            <a:custGeom>
              <a:avLst/>
              <a:gdLst>
                <a:gd name="T0" fmla="*/ 3 w 449"/>
                <a:gd name="T1" fmla="*/ 6 h 803"/>
                <a:gd name="T2" fmla="*/ 3 w 449"/>
                <a:gd name="T3" fmla="*/ 6 h 803"/>
                <a:gd name="T4" fmla="*/ 3 w 449"/>
                <a:gd name="T5" fmla="*/ 5 h 803"/>
                <a:gd name="T6" fmla="*/ 3 w 449"/>
                <a:gd name="T7" fmla="*/ 5 h 803"/>
                <a:gd name="T8" fmla="*/ 3 w 449"/>
                <a:gd name="T9" fmla="*/ 5 h 803"/>
                <a:gd name="T10" fmla="*/ 2 w 449"/>
                <a:gd name="T11" fmla="*/ 5 h 803"/>
                <a:gd name="T12" fmla="*/ 2 w 449"/>
                <a:gd name="T13" fmla="*/ 4 h 803"/>
                <a:gd name="T14" fmla="*/ 2 w 449"/>
                <a:gd name="T15" fmla="*/ 4 h 803"/>
                <a:gd name="T16" fmla="*/ 2 w 449"/>
                <a:gd name="T17" fmla="*/ 4 h 803"/>
                <a:gd name="T18" fmla="*/ 2 w 449"/>
                <a:gd name="T19" fmla="*/ 3 h 803"/>
                <a:gd name="T20" fmla="*/ 1 w 449"/>
                <a:gd name="T21" fmla="*/ 3 h 803"/>
                <a:gd name="T22" fmla="*/ 1 w 449"/>
                <a:gd name="T23" fmla="*/ 2 h 803"/>
                <a:gd name="T24" fmla="*/ 1 w 449"/>
                <a:gd name="T25" fmla="*/ 2 h 803"/>
                <a:gd name="T26" fmla="*/ 1 w 449"/>
                <a:gd name="T27" fmla="*/ 2 h 803"/>
                <a:gd name="T28" fmla="*/ 1 w 449"/>
                <a:gd name="T29" fmla="*/ 1 h 803"/>
                <a:gd name="T30" fmla="*/ 1 w 449"/>
                <a:gd name="T31" fmla="*/ 1 h 803"/>
                <a:gd name="T32" fmla="*/ 1 w 449"/>
                <a:gd name="T33" fmla="*/ 0 h 803"/>
                <a:gd name="T34" fmla="*/ 1 w 449"/>
                <a:gd name="T35" fmla="*/ 0 h 803"/>
                <a:gd name="T36" fmla="*/ 0 w 449"/>
                <a:gd name="T37" fmla="*/ 0 h 803"/>
                <a:gd name="T38" fmla="*/ 0 w 449"/>
                <a:gd name="T39" fmla="*/ 0 h 803"/>
                <a:gd name="T40" fmla="*/ 0 w 449"/>
                <a:gd name="T41" fmla="*/ 1 h 803"/>
                <a:gd name="T42" fmla="*/ 0 w 449"/>
                <a:gd name="T43" fmla="*/ 1 h 803"/>
                <a:gd name="T44" fmla="*/ 0 w 449"/>
                <a:gd name="T45" fmla="*/ 2 h 803"/>
                <a:gd name="T46" fmla="*/ 0 w 449"/>
                <a:gd name="T47" fmla="*/ 2 h 803"/>
                <a:gd name="T48" fmla="*/ 0 w 449"/>
                <a:gd name="T49" fmla="*/ 3 h 803"/>
                <a:gd name="T50" fmla="*/ 1 w 449"/>
                <a:gd name="T51" fmla="*/ 3 h 803"/>
                <a:gd name="T52" fmla="*/ 1 w 449"/>
                <a:gd name="T53" fmla="*/ 4 h 803"/>
                <a:gd name="T54" fmla="*/ 1 w 449"/>
                <a:gd name="T55" fmla="*/ 4 h 803"/>
                <a:gd name="T56" fmla="*/ 1 w 449"/>
                <a:gd name="T57" fmla="*/ 4 h 803"/>
                <a:gd name="T58" fmla="*/ 2 w 449"/>
                <a:gd name="T59" fmla="*/ 5 h 803"/>
                <a:gd name="T60" fmla="*/ 2 w 449"/>
                <a:gd name="T61" fmla="*/ 5 h 803"/>
                <a:gd name="T62" fmla="*/ 2 w 449"/>
                <a:gd name="T63" fmla="*/ 5 h 803"/>
                <a:gd name="T64" fmla="*/ 2 w 449"/>
                <a:gd name="T65" fmla="*/ 6 h 803"/>
                <a:gd name="T66" fmla="*/ 3 w 449"/>
                <a:gd name="T67" fmla="*/ 6 h 803"/>
                <a:gd name="T68" fmla="*/ 3 w 449"/>
                <a:gd name="T69" fmla="*/ 6 h 803"/>
                <a:gd name="T70" fmla="*/ 3 w 449"/>
                <a:gd name="T71" fmla="*/ 6 h 803"/>
                <a:gd name="T72" fmla="*/ 3 w 449"/>
                <a:gd name="T73" fmla="*/ 6 h 803"/>
                <a:gd name="T74" fmla="*/ 3 w 449"/>
                <a:gd name="T75" fmla="*/ 6 h 803"/>
                <a:gd name="T76" fmla="*/ 3 w 449"/>
                <a:gd name="T77" fmla="*/ 6 h 803"/>
                <a:gd name="T78" fmla="*/ 3 w 449"/>
                <a:gd name="T79" fmla="*/ 6 h 803"/>
                <a:gd name="T80" fmla="*/ 4 w 449"/>
                <a:gd name="T81" fmla="*/ 6 h 803"/>
                <a:gd name="T82" fmla="*/ 4 w 449"/>
                <a:gd name="T83" fmla="*/ 6 h 803"/>
                <a:gd name="T84" fmla="*/ 4 w 449"/>
                <a:gd name="T85" fmla="*/ 6 h 803"/>
                <a:gd name="T86" fmla="*/ 4 w 449"/>
                <a:gd name="T87" fmla="*/ 6 h 803"/>
                <a:gd name="T88" fmla="*/ 3 w 449"/>
                <a:gd name="T89" fmla="*/ 6 h 803"/>
                <a:gd name="T90" fmla="*/ 3 w 449"/>
                <a:gd name="T91" fmla="*/ 6 h 80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449"/>
                <a:gd name="T139" fmla="*/ 0 h 803"/>
                <a:gd name="T140" fmla="*/ 449 w 449"/>
                <a:gd name="T141" fmla="*/ 803 h 80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449" h="803">
                  <a:moveTo>
                    <a:pt x="426" y="717"/>
                  </a:moveTo>
                  <a:lnTo>
                    <a:pt x="427" y="717"/>
                  </a:lnTo>
                  <a:lnTo>
                    <a:pt x="395" y="693"/>
                  </a:lnTo>
                  <a:lnTo>
                    <a:pt x="361" y="662"/>
                  </a:lnTo>
                  <a:lnTo>
                    <a:pt x="329" y="628"/>
                  </a:lnTo>
                  <a:lnTo>
                    <a:pt x="299" y="591"/>
                  </a:lnTo>
                  <a:lnTo>
                    <a:pt x="269" y="551"/>
                  </a:lnTo>
                  <a:lnTo>
                    <a:pt x="241" y="507"/>
                  </a:lnTo>
                  <a:lnTo>
                    <a:pt x="215" y="460"/>
                  </a:lnTo>
                  <a:lnTo>
                    <a:pt x="191" y="412"/>
                  </a:lnTo>
                  <a:lnTo>
                    <a:pt x="170" y="363"/>
                  </a:lnTo>
                  <a:lnTo>
                    <a:pt x="151" y="312"/>
                  </a:lnTo>
                  <a:lnTo>
                    <a:pt x="133" y="259"/>
                  </a:lnTo>
                  <a:lnTo>
                    <a:pt x="119" y="207"/>
                  </a:lnTo>
                  <a:lnTo>
                    <a:pt x="108" y="156"/>
                  </a:lnTo>
                  <a:lnTo>
                    <a:pt x="101" y="103"/>
                  </a:lnTo>
                  <a:lnTo>
                    <a:pt x="96" y="51"/>
                  </a:lnTo>
                  <a:lnTo>
                    <a:pt x="94" y="0"/>
                  </a:lnTo>
                  <a:lnTo>
                    <a:pt x="0" y="0"/>
                  </a:lnTo>
                  <a:lnTo>
                    <a:pt x="2" y="56"/>
                  </a:lnTo>
                  <a:lnTo>
                    <a:pt x="7" y="115"/>
                  </a:lnTo>
                  <a:lnTo>
                    <a:pt x="16" y="172"/>
                  </a:lnTo>
                  <a:lnTo>
                    <a:pt x="28" y="231"/>
                  </a:lnTo>
                  <a:lnTo>
                    <a:pt x="44" y="287"/>
                  </a:lnTo>
                  <a:lnTo>
                    <a:pt x="62" y="342"/>
                  </a:lnTo>
                  <a:lnTo>
                    <a:pt x="83" y="398"/>
                  </a:lnTo>
                  <a:lnTo>
                    <a:pt x="106" y="452"/>
                  </a:lnTo>
                  <a:lnTo>
                    <a:pt x="133" y="505"/>
                  </a:lnTo>
                  <a:lnTo>
                    <a:pt x="161" y="554"/>
                  </a:lnTo>
                  <a:lnTo>
                    <a:pt x="192" y="602"/>
                  </a:lnTo>
                  <a:lnTo>
                    <a:pt x="224" y="647"/>
                  </a:lnTo>
                  <a:lnTo>
                    <a:pt x="259" y="689"/>
                  </a:lnTo>
                  <a:lnTo>
                    <a:pt x="295" y="728"/>
                  </a:lnTo>
                  <a:lnTo>
                    <a:pt x="334" y="763"/>
                  </a:lnTo>
                  <a:lnTo>
                    <a:pt x="374" y="795"/>
                  </a:lnTo>
                  <a:lnTo>
                    <a:pt x="375" y="795"/>
                  </a:lnTo>
                  <a:lnTo>
                    <a:pt x="374" y="795"/>
                  </a:lnTo>
                  <a:lnTo>
                    <a:pt x="392" y="803"/>
                  </a:lnTo>
                  <a:lnTo>
                    <a:pt x="411" y="803"/>
                  </a:lnTo>
                  <a:lnTo>
                    <a:pt x="426" y="795"/>
                  </a:lnTo>
                  <a:lnTo>
                    <a:pt x="439" y="782"/>
                  </a:lnTo>
                  <a:lnTo>
                    <a:pt x="446" y="766"/>
                  </a:lnTo>
                  <a:lnTo>
                    <a:pt x="449" y="749"/>
                  </a:lnTo>
                  <a:lnTo>
                    <a:pt x="441" y="732"/>
                  </a:lnTo>
                  <a:lnTo>
                    <a:pt x="427" y="717"/>
                  </a:lnTo>
                  <a:lnTo>
                    <a:pt x="426" y="71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4895" name="Freeform 45"/>
            <p:cNvSpPr>
              <a:spLocks/>
            </p:cNvSpPr>
            <p:nvPr/>
          </p:nvSpPr>
          <p:spPr bwMode="auto">
            <a:xfrm>
              <a:off x="883" y="1673"/>
              <a:ext cx="379" cy="690"/>
            </a:xfrm>
            <a:custGeom>
              <a:avLst/>
              <a:gdLst>
                <a:gd name="T0" fmla="*/ 12 w 1897"/>
                <a:gd name="T1" fmla="*/ 6 h 3450"/>
                <a:gd name="T2" fmla="*/ 13 w 1897"/>
                <a:gd name="T3" fmla="*/ 7 h 3450"/>
                <a:gd name="T4" fmla="*/ 13 w 1897"/>
                <a:gd name="T5" fmla="*/ 7 h 3450"/>
                <a:gd name="T6" fmla="*/ 14 w 1897"/>
                <a:gd name="T7" fmla="*/ 8 h 3450"/>
                <a:gd name="T8" fmla="*/ 14 w 1897"/>
                <a:gd name="T9" fmla="*/ 9 h 3450"/>
                <a:gd name="T10" fmla="*/ 15 w 1897"/>
                <a:gd name="T11" fmla="*/ 10 h 3450"/>
                <a:gd name="T12" fmla="*/ 15 w 1897"/>
                <a:gd name="T13" fmla="*/ 11 h 3450"/>
                <a:gd name="T14" fmla="*/ 15 w 1897"/>
                <a:gd name="T15" fmla="*/ 11 h 3450"/>
                <a:gd name="T16" fmla="*/ 15 w 1897"/>
                <a:gd name="T17" fmla="*/ 12 h 3450"/>
                <a:gd name="T18" fmla="*/ 15 w 1897"/>
                <a:gd name="T19" fmla="*/ 26 h 3450"/>
                <a:gd name="T20" fmla="*/ 15 w 1897"/>
                <a:gd name="T21" fmla="*/ 26 h 3450"/>
                <a:gd name="T22" fmla="*/ 15 w 1897"/>
                <a:gd name="T23" fmla="*/ 27 h 3450"/>
                <a:gd name="T24" fmla="*/ 15 w 1897"/>
                <a:gd name="T25" fmla="*/ 27 h 3450"/>
                <a:gd name="T26" fmla="*/ 14 w 1897"/>
                <a:gd name="T27" fmla="*/ 27 h 3450"/>
                <a:gd name="T28" fmla="*/ 14 w 1897"/>
                <a:gd name="T29" fmla="*/ 28 h 3450"/>
                <a:gd name="T30" fmla="*/ 13 w 1897"/>
                <a:gd name="T31" fmla="*/ 28 h 3450"/>
                <a:gd name="T32" fmla="*/ 13 w 1897"/>
                <a:gd name="T33" fmla="*/ 27 h 3450"/>
                <a:gd name="T34" fmla="*/ 3 w 1897"/>
                <a:gd name="T35" fmla="*/ 21 h 3450"/>
                <a:gd name="T36" fmla="*/ 2 w 1897"/>
                <a:gd name="T37" fmla="*/ 21 h 3450"/>
                <a:gd name="T38" fmla="*/ 2 w 1897"/>
                <a:gd name="T39" fmla="*/ 20 h 3450"/>
                <a:gd name="T40" fmla="*/ 1 w 1897"/>
                <a:gd name="T41" fmla="*/ 19 h 3450"/>
                <a:gd name="T42" fmla="*/ 1 w 1897"/>
                <a:gd name="T43" fmla="*/ 19 h 3450"/>
                <a:gd name="T44" fmla="*/ 0 w 1897"/>
                <a:gd name="T45" fmla="*/ 18 h 3450"/>
                <a:gd name="T46" fmla="*/ 0 w 1897"/>
                <a:gd name="T47" fmla="*/ 17 h 3450"/>
                <a:gd name="T48" fmla="*/ 0 w 1897"/>
                <a:gd name="T49" fmla="*/ 16 h 3450"/>
                <a:gd name="T50" fmla="*/ 0 w 1897"/>
                <a:gd name="T51" fmla="*/ 15 h 3450"/>
                <a:gd name="T52" fmla="*/ 0 w 1897"/>
                <a:gd name="T53" fmla="*/ 2 h 3450"/>
                <a:gd name="T54" fmla="*/ 0 w 1897"/>
                <a:gd name="T55" fmla="*/ 1 h 3450"/>
                <a:gd name="T56" fmla="*/ 0 w 1897"/>
                <a:gd name="T57" fmla="*/ 1 h 3450"/>
                <a:gd name="T58" fmla="*/ 1 w 1897"/>
                <a:gd name="T59" fmla="*/ 0 h 3450"/>
                <a:gd name="T60" fmla="*/ 1 w 1897"/>
                <a:gd name="T61" fmla="*/ 0 h 3450"/>
                <a:gd name="T62" fmla="*/ 1 w 1897"/>
                <a:gd name="T63" fmla="*/ 0 h 3450"/>
                <a:gd name="T64" fmla="*/ 2 w 1897"/>
                <a:gd name="T65" fmla="*/ 0 h 3450"/>
                <a:gd name="T66" fmla="*/ 3 w 1897"/>
                <a:gd name="T67" fmla="*/ 0 h 3450"/>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897"/>
                <a:gd name="T103" fmla="*/ 0 h 3450"/>
                <a:gd name="T104" fmla="*/ 1897 w 1897"/>
                <a:gd name="T105" fmla="*/ 3450 h 3450"/>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897" h="3450">
                  <a:moveTo>
                    <a:pt x="357" y="49"/>
                  </a:moveTo>
                  <a:lnTo>
                    <a:pt x="1542" y="806"/>
                  </a:lnTo>
                  <a:lnTo>
                    <a:pt x="1579" y="832"/>
                  </a:lnTo>
                  <a:lnTo>
                    <a:pt x="1614" y="861"/>
                  </a:lnTo>
                  <a:lnTo>
                    <a:pt x="1648" y="895"/>
                  </a:lnTo>
                  <a:lnTo>
                    <a:pt x="1681" y="933"/>
                  </a:lnTo>
                  <a:lnTo>
                    <a:pt x="1711" y="973"/>
                  </a:lnTo>
                  <a:lnTo>
                    <a:pt x="1740" y="1016"/>
                  </a:lnTo>
                  <a:lnTo>
                    <a:pt x="1768" y="1062"/>
                  </a:lnTo>
                  <a:lnTo>
                    <a:pt x="1793" y="1109"/>
                  </a:lnTo>
                  <a:lnTo>
                    <a:pt x="1816" y="1158"/>
                  </a:lnTo>
                  <a:lnTo>
                    <a:pt x="1836" y="1208"/>
                  </a:lnTo>
                  <a:lnTo>
                    <a:pt x="1854" y="1260"/>
                  </a:lnTo>
                  <a:lnTo>
                    <a:pt x="1869" y="1313"/>
                  </a:lnTo>
                  <a:lnTo>
                    <a:pt x="1881" y="1364"/>
                  </a:lnTo>
                  <a:lnTo>
                    <a:pt x="1890" y="1417"/>
                  </a:lnTo>
                  <a:lnTo>
                    <a:pt x="1895" y="1469"/>
                  </a:lnTo>
                  <a:lnTo>
                    <a:pt x="1897" y="1519"/>
                  </a:lnTo>
                  <a:lnTo>
                    <a:pt x="1897" y="3142"/>
                  </a:lnTo>
                  <a:lnTo>
                    <a:pt x="1895" y="3190"/>
                  </a:lnTo>
                  <a:lnTo>
                    <a:pt x="1890" y="3235"/>
                  </a:lnTo>
                  <a:lnTo>
                    <a:pt x="1881" y="3276"/>
                  </a:lnTo>
                  <a:lnTo>
                    <a:pt x="1869" y="3313"/>
                  </a:lnTo>
                  <a:lnTo>
                    <a:pt x="1854" y="3346"/>
                  </a:lnTo>
                  <a:lnTo>
                    <a:pt x="1836" y="3375"/>
                  </a:lnTo>
                  <a:lnTo>
                    <a:pt x="1816" y="3398"/>
                  </a:lnTo>
                  <a:lnTo>
                    <a:pt x="1793" y="3418"/>
                  </a:lnTo>
                  <a:lnTo>
                    <a:pt x="1768" y="3434"/>
                  </a:lnTo>
                  <a:lnTo>
                    <a:pt x="1740" y="3444"/>
                  </a:lnTo>
                  <a:lnTo>
                    <a:pt x="1711" y="3450"/>
                  </a:lnTo>
                  <a:lnTo>
                    <a:pt x="1681" y="3450"/>
                  </a:lnTo>
                  <a:lnTo>
                    <a:pt x="1648" y="3445"/>
                  </a:lnTo>
                  <a:lnTo>
                    <a:pt x="1614" y="3436"/>
                  </a:lnTo>
                  <a:lnTo>
                    <a:pt x="1579" y="3421"/>
                  </a:lnTo>
                  <a:lnTo>
                    <a:pt x="1542" y="3400"/>
                  </a:lnTo>
                  <a:lnTo>
                    <a:pt x="357" y="2643"/>
                  </a:lnTo>
                  <a:lnTo>
                    <a:pt x="320" y="2618"/>
                  </a:lnTo>
                  <a:lnTo>
                    <a:pt x="285" y="2588"/>
                  </a:lnTo>
                  <a:lnTo>
                    <a:pt x="251" y="2554"/>
                  </a:lnTo>
                  <a:lnTo>
                    <a:pt x="218" y="2517"/>
                  </a:lnTo>
                  <a:lnTo>
                    <a:pt x="187" y="2477"/>
                  </a:lnTo>
                  <a:lnTo>
                    <a:pt x="157" y="2433"/>
                  </a:lnTo>
                  <a:lnTo>
                    <a:pt x="130" y="2388"/>
                  </a:lnTo>
                  <a:lnTo>
                    <a:pt x="105" y="2341"/>
                  </a:lnTo>
                  <a:lnTo>
                    <a:pt x="81" y="2292"/>
                  </a:lnTo>
                  <a:lnTo>
                    <a:pt x="61" y="2241"/>
                  </a:lnTo>
                  <a:lnTo>
                    <a:pt x="44" y="2190"/>
                  </a:lnTo>
                  <a:lnTo>
                    <a:pt x="29" y="2138"/>
                  </a:lnTo>
                  <a:lnTo>
                    <a:pt x="17" y="2085"/>
                  </a:lnTo>
                  <a:lnTo>
                    <a:pt x="7" y="2033"/>
                  </a:lnTo>
                  <a:lnTo>
                    <a:pt x="3" y="1981"/>
                  </a:lnTo>
                  <a:lnTo>
                    <a:pt x="0" y="1931"/>
                  </a:lnTo>
                  <a:lnTo>
                    <a:pt x="0" y="308"/>
                  </a:lnTo>
                  <a:lnTo>
                    <a:pt x="3" y="260"/>
                  </a:lnTo>
                  <a:lnTo>
                    <a:pt x="7" y="215"/>
                  </a:lnTo>
                  <a:lnTo>
                    <a:pt x="17" y="174"/>
                  </a:lnTo>
                  <a:lnTo>
                    <a:pt x="29" y="137"/>
                  </a:lnTo>
                  <a:lnTo>
                    <a:pt x="44" y="104"/>
                  </a:lnTo>
                  <a:lnTo>
                    <a:pt x="61" y="76"/>
                  </a:lnTo>
                  <a:lnTo>
                    <a:pt x="81" y="51"/>
                  </a:lnTo>
                  <a:lnTo>
                    <a:pt x="105" y="31"/>
                  </a:lnTo>
                  <a:lnTo>
                    <a:pt x="130" y="16"/>
                  </a:lnTo>
                  <a:lnTo>
                    <a:pt x="157" y="5"/>
                  </a:lnTo>
                  <a:lnTo>
                    <a:pt x="187" y="0"/>
                  </a:lnTo>
                  <a:lnTo>
                    <a:pt x="218" y="0"/>
                  </a:lnTo>
                  <a:lnTo>
                    <a:pt x="251" y="3"/>
                  </a:lnTo>
                  <a:lnTo>
                    <a:pt x="285" y="14"/>
                  </a:lnTo>
                  <a:lnTo>
                    <a:pt x="320" y="29"/>
                  </a:lnTo>
                  <a:lnTo>
                    <a:pt x="357" y="49"/>
                  </a:lnTo>
                  <a:close/>
                </a:path>
              </a:pathLst>
            </a:custGeom>
            <a:solidFill>
              <a:srgbClr val="BFBFB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4896" name="Freeform 46"/>
            <p:cNvSpPr>
              <a:spLocks/>
            </p:cNvSpPr>
            <p:nvPr/>
          </p:nvSpPr>
          <p:spPr bwMode="auto">
            <a:xfrm>
              <a:off x="1268" y="1663"/>
              <a:ext cx="393" cy="711"/>
            </a:xfrm>
            <a:custGeom>
              <a:avLst/>
              <a:gdLst>
                <a:gd name="T0" fmla="*/ 3 w 1962"/>
                <a:gd name="T1" fmla="*/ 7 h 3555"/>
                <a:gd name="T2" fmla="*/ 2 w 1962"/>
                <a:gd name="T3" fmla="*/ 7 h 3555"/>
                <a:gd name="T4" fmla="*/ 2 w 1962"/>
                <a:gd name="T5" fmla="*/ 8 h 3555"/>
                <a:gd name="T6" fmla="*/ 1 w 1962"/>
                <a:gd name="T7" fmla="*/ 8 h 3555"/>
                <a:gd name="T8" fmla="*/ 1 w 1962"/>
                <a:gd name="T9" fmla="*/ 9 h 3555"/>
                <a:gd name="T10" fmla="*/ 1 w 1962"/>
                <a:gd name="T11" fmla="*/ 10 h 3555"/>
                <a:gd name="T12" fmla="*/ 0 w 1962"/>
                <a:gd name="T13" fmla="*/ 11 h 3555"/>
                <a:gd name="T14" fmla="*/ 0 w 1962"/>
                <a:gd name="T15" fmla="*/ 12 h 3555"/>
                <a:gd name="T16" fmla="*/ 0 w 1962"/>
                <a:gd name="T17" fmla="*/ 13 h 3555"/>
                <a:gd name="T18" fmla="*/ 0 w 1962"/>
                <a:gd name="T19" fmla="*/ 26 h 3555"/>
                <a:gd name="T20" fmla="*/ 0 w 1962"/>
                <a:gd name="T21" fmla="*/ 27 h 3555"/>
                <a:gd name="T22" fmla="*/ 0 w 1962"/>
                <a:gd name="T23" fmla="*/ 28 h 3555"/>
                <a:gd name="T24" fmla="*/ 1 w 1962"/>
                <a:gd name="T25" fmla="*/ 28 h 3555"/>
                <a:gd name="T26" fmla="*/ 1 w 1962"/>
                <a:gd name="T27" fmla="*/ 28 h 3555"/>
                <a:gd name="T28" fmla="*/ 2 w 1962"/>
                <a:gd name="T29" fmla="*/ 28 h 3555"/>
                <a:gd name="T30" fmla="*/ 2 w 1962"/>
                <a:gd name="T31" fmla="*/ 28 h 3555"/>
                <a:gd name="T32" fmla="*/ 3 w 1962"/>
                <a:gd name="T33" fmla="*/ 28 h 3555"/>
                <a:gd name="T34" fmla="*/ 13 w 1962"/>
                <a:gd name="T35" fmla="*/ 22 h 3555"/>
                <a:gd name="T36" fmla="*/ 13 w 1962"/>
                <a:gd name="T37" fmla="*/ 21 h 3555"/>
                <a:gd name="T38" fmla="*/ 14 w 1962"/>
                <a:gd name="T39" fmla="*/ 21 h 3555"/>
                <a:gd name="T40" fmla="*/ 14 w 1962"/>
                <a:gd name="T41" fmla="*/ 20 h 3555"/>
                <a:gd name="T42" fmla="*/ 15 w 1962"/>
                <a:gd name="T43" fmla="*/ 19 h 3555"/>
                <a:gd name="T44" fmla="*/ 15 w 1962"/>
                <a:gd name="T45" fmla="*/ 18 h 3555"/>
                <a:gd name="T46" fmla="*/ 16 w 1962"/>
                <a:gd name="T47" fmla="*/ 18 h 3555"/>
                <a:gd name="T48" fmla="*/ 16 w 1962"/>
                <a:gd name="T49" fmla="*/ 17 h 3555"/>
                <a:gd name="T50" fmla="*/ 16 w 1962"/>
                <a:gd name="T51" fmla="*/ 16 h 3555"/>
                <a:gd name="T52" fmla="*/ 16 w 1962"/>
                <a:gd name="T53" fmla="*/ 2 h 3555"/>
                <a:gd name="T54" fmla="*/ 16 w 1962"/>
                <a:gd name="T55" fmla="*/ 1 h 3555"/>
                <a:gd name="T56" fmla="*/ 15 w 1962"/>
                <a:gd name="T57" fmla="*/ 1 h 3555"/>
                <a:gd name="T58" fmla="*/ 15 w 1962"/>
                <a:gd name="T59" fmla="*/ 0 h 3555"/>
                <a:gd name="T60" fmla="*/ 15 w 1962"/>
                <a:gd name="T61" fmla="*/ 0 h 3555"/>
                <a:gd name="T62" fmla="*/ 14 w 1962"/>
                <a:gd name="T63" fmla="*/ 0 h 3555"/>
                <a:gd name="T64" fmla="*/ 14 w 1962"/>
                <a:gd name="T65" fmla="*/ 0 h 3555"/>
                <a:gd name="T66" fmla="*/ 13 w 1962"/>
                <a:gd name="T67" fmla="*/ 0 h 3555"/>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962"/>
                <a:gd name="T103" fmla="*/ 0 h 3555"/>
                <a:gd name="T104" fmla="*/ 1962 w 1962"/>
                <a:gd name="T105" fmla="*/ 3555 h 3555"/>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962" h="3555">
                  <a:moveTo>
                    <a:pt x="1594" y="50"/>
                  </a:moveTo>
                  <a:lnTo>
                    <a:pt x="368" y="831"/>
                  </a:lnTo>
                  <a:lnTo>
                    <a:pt x="330" y="858"/>
                  </a:lnTo>
                  <a:lnTo>
                    <a:pt x="294" y="888"/>
                  </a:lnTo>
                  <a:lnTo>
                    <a:pt x="259" y="922"/>
                  </a:lnTo>
                  <a:lnTo>
                    <a:pt x="225" y="961"/>
                  </a:lnTo>
                  <a:lnTo>
                    <a:pt x="193" y="1003"/>
                  </a:lnTo>
                  <a:lnTo>
                    <a:pt x="163" y="1047"/>
                  </a:lnTo>
                  <a:lnTo>
                    <a:pt x="133" y="1094"/>
                  </a:lnTo>
                  <a:lnTo>
                    <a:pt x="108" y="1143"/>
                  </a:lnTo>
                  <a:lnTo>
                    <a:pt x="84" y="1193"/>
                  </a:lnTo>
                  <a:lnTo>
                    <a:pt x="63" y="1246"/>
                  </a:lnTo>
                  <a:lnTo>
                    <a:pt x="44" y="1299"/>
                  </a:lnTo>
                  <a:lnTo>
                    <a:pt x="29" y="1353"/>
                  </a:lnTo>
                  <a:lnTo>
                    <a:pt x="16" y="1405"/>
                  </a:lnTo>
                  <a:lnTo>
                    <a:pt x="7" y="1459"/>
                  </a:lnTo>
                  <a:lnTo>
                    <a:pt x="2" y="1512"/>
                  </a:lnTo>
                  <a:lnTo>
                    <a:pt x="0" y="1565"/>
                  </a:lnTo>
                  <a:lnTo>
                    <a:pt x="0" y="3237"/>
                  </a:lnTo>
                  <a:lnTo>
                    <a:pt x="2" y="3287"/>
                  </a:lnTo>
                  <a:lnTo>
                    <a:pt x="7" y="3333"/>
                  </a:lnTo>
                  <a:lnTo>
                    <a:pt x="16" y="3375"/>
                  </a:lnTo>
                  <a:lnTo>
                    <a:pt x="29" y="3413"/>
                  </a:lnTo>
                  <a:lnTo>
                    <a:pt x="44" y="3447"/>
                  </a:lnTo>
                  <a:lnTo>
                    <a:pt x="63" y="3477"/>
                  </a:lnTo>
                  <a:lnTo>
                    <a:pt x="84" y="3502"/>
                  </a:lnTo>
                  <a:lnTo>
                    <a:pt x="108" y="3522"/>
                  </a:lnTo>
                  <a:lnTo>
                    <a:pt x="133" y="3538"/>
                  </a:lnTo>
                  <a:lnTo>
                    <a:pt x="163" y="3549"/>
                  </a:lnTo>
                  <a:lnTo>
                    <a:pt x="193" y="3555"/>
                  </a:lnTo>
                  <a:lnTo>
                    <a:pt x="225" y="3555"/>
                  </a:lnTo>
                  <a:lnTo>
                    <a:pt x="259" y="3550"/>
                  </a:lnTo>
                  <a:lnTo>
                    <a:pt x="294" y="3541"/>
                  </a:lnTo>
                  <a:lnTo>
                    <a:pt x="330" y="3524"/>
                  </a:lnTo>
                  <a:lnTo>
                    <a:pt x="368" y="3503"/>
                  </a:lnTo>
                  <a:lnTo>
                    <a:pt x="1594" y="2722"/>
                  </a:lnTo>
                  <a:lnTo>
                    <a:pt x="1632" y="2696"/>
                  </a:lnTo>
                  <a:lnTo>
                    <a:pt x="1668" y="2665"/>
                  </a:lnTo>
                  <a:lnTo>
                    <a:pt x="1703" y="2631"/>
                  </a:lnTo>
                  <a:lnTo>
                    <a:pt x="1737" y="2592"/>
                  </a:lnTo>
                  <a:lnTo>
                    <a:pt x="1769" y="2551"/>
                  </a:lnTo>
                  <a:lnTo>
                    <a:pt x="1799" y="2506"/>
                  </a:lnTo>
                  <a:lnTo>
                    <a:pt x="1829" y="2460"/>
                  </a:lnTo>
                  <a:lnTo>
                    <a:pt x="1854" y="2411"/>
                  </a:lnTo>
                  <a:lnTo>
                    <a:pt x="1878" y="2361"/>
                  </a:lnTo>
                  <a:lnTo>
                    <a:pt x="1899" y="2308"/>
                  </a:lnTo>
                  <a:lnTo>
                    <a:pt x="1918" y="2256"/>
                  </a:lnTo>
                  <a:lnTo>
                    <a:pt x="1933" y="2202"/>
                  </a:lnTo>
                  <a:lnTo>
                    <a:pt x="1946" y="2149"/>
                  </a:lnTo>
                  <a:lnTo>
                    <a:pt x="1955" y="2095"/>
                  </a:lnTo>
                  <a:lnTo>
                    <a:pt x="1960" y="2042"/>
                  </a:lnTo>
                  <a:lnTo>
                    <a:pt x="1962" y="1989"/>
                  </a:lnTo>
                  <a:lnTo>
                    <a:pt x="1962" y="319"/>
                  </a:lnTo>
                  <a:lnTo>
                    <a:pt x="1960" y="269"/>
                  </a:lnTo>
                  <a:lnTo>
                    <a:pt x="1955" y="223"/>
                  </a:lnTo>
                  <a:lnTo>
                    <a:pt x="1946" y="180"/>
                  </a:lnTo>
                  <a:lnTo>
                    <a:pt x="1933" y="143"/>
                  </a:lnTo>
                  <a:lnTo>
                    <a:pt x="1918" y="109"/>
                  </a:lnTo>
                  <a:lnTo>
                    <a:pt x="1899" y="79"/>
                  </a:lnTo>
                  <a:lnTo>
                    <a:pt x="1878" y="54"/>
                  </a:lnTo>
                  <a:lnTo>
                    <a:pt x="1854" y="33"/>
                  </a:lnTo>
                  <a:lnTo>
                    <a:pt x="1829" y="17"/>
                  </a:lnTo>
                  <a:lnTo>
                    <a:pt x="1799" y="7"/>
                  </a:lnTo>
                  <a:lnTo>
                    <a:pt x="1769" y="0"/>
                  </a:lnTo>
                  <a:lnTo>
                    <a:pt x="1737" y="0"/>
                  </a:lnTo>
                  <a:lnTo>
                    <a:pt x="1703" y="4"/>
                  </a:lnTo>
                  <a:lnTo>
                    <a:pt x="1668" y="14"/>
                  </a:lnTo>
                  <a:lnTo>
                    <a:pt x="1632" y="29"/>
                  </a:lnTo>
                  <a:lnTo>
                    <a:pt x="1594" y="50"/>
                  </a:lnTo>
                  <a:close/>
                </a:path>
              </a:pathLst>
            </a:custGeom>
            <a:solidFill>
              <a:srgbClr val="E5E5E5"/>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4897" name="Freeform 47"/>
            <p:cNvSpPr>
              <a:spLocks noEditPoints="1"/>
            </p:cNvSpPr>
            <p:nvPr/>
          </p:nvSpPr>
          <p:spPr bwMode="auto">
            <a:xfrm>
              <a:off x="916" y="1589"/>
              <a:ext cx="697" cy="698"/>
            </a:xfrm>
            <a:custGeom>
              <a:avLst/>
              <a:gdLst>
                <a:gd name="T0" fmla="*/ 16 w 3485"/>
                <a:gd name="T1" fmla="*/ 0 h 3490"/>
                <a:gd name="T2" fmla="*/ 17 w 3485"/>
                <a:gd name="T3" fmla="*/ 2 h 3490"/>
                <a:gd name="T4" fmla="*/ 17 w 3485"/>
                <a:gd name="T5" fmla="*/ 3 h 3490"/>
                <a:gd name="T6" fmla="*/ 14 w 3485"/>
                <a:gd name="T7" fmla="*/ 4 h 3490"/>
                <a:gd name="T8" fmla="*/ 12 w 3485"/>
                <a:gd name="T9" fmla="*/ 4 h 3490"/>
                <a:gd name="T10" fmla="*/ 11 w 3485"/>
                <a:gd name="T11" fmla="*/ 2 h 3490"/>
                <a:gd name="T12" fmla="*/ 11 w 3485"/>
                <a:gd name="T13" fmla="*/ 1 h 3490"/>
                <a:gd name="T14" fmla="*/ 14 w 3485"/>
                <a:gd name="T15" fmla="*/ 0 h 3490"/>
                <a:gd name="T16" fmla="*/ 3 w 3485"/>
                <a:gd name="T17" fmla="*/ 7 h 3490"/>
                <a:gd name="T18" fmla="*/ 4 w 3485"/>
                <a:gd name="T19" fmla="*/ 9 h 3490"/>
                <a:gd name="T20" fmla="*/ 3 w 3485"/>
                <a:gd name="T21" fmla="*/ 12 h 3490"/>
                <a:gd name="T22" fmla="*/ 2 w 3485"/>
                <a:gd name="T23" fmla="*/ 13 h 3490"/>
                <a:gd name="T24" fmla="*/ 1 w 3485"/>
                <a:gd name="T25" fmla="*/ 12 h 3490"/>
                <a:gd name="T26" fmla="*/ 0 w 3485"/>
                <a:gd name="T27" fmla="*/ 10 h 3490"/>
                <a:gd name="T28" fmla="*/ 0 w 3485"/>
                <a:gd name="T29" fmla="*/ 8 h 3490"/>
                <a:gd name="T30" fmla="*/ 2 w 3485"/>
                <a:gd name="T31" fmla="*/ 6 h 3490"/>
                <a:gd name="T32" fmla="*/ 10 w 3485"/>
                <a:gd name="T33" fmla="*/ 20 h 3490"/>
                <a:gd name="T34" fmla="*/ 11 w 3485"/>
                <a:gd name="T35" fmla="*/ 22 h 3490"/>
                <a:gd name="T36" fmla="*/ 11 w 3485"/>
                <a:gd name="T37" fmla="*/ 25 h 3490"/>
                <a:gd name="T38" fmla="*/ 10 w 3485"/>
                <a:gd name="T39" fmla="*/ 27 h 3490"/>
                <a:gd name="T40" fmla="*/ 8 w 3485"/>
                <a:gd name="T41" fmla="*/ 26 h 3490"/>
                <a:gd name="T42" fmla="*/ 7 w 3485"/>
                <a:gd name="T43" fmla="*/ 24 h 3490"/>
                <a:gd name="T44" fmla="*/ 7 w 3485"/>
                <a:gd name="T45" fmla="*/ 22 h 3490"/>
                <a:gd name="T46" fmla="*/ 8 w 3485"/>
                <a:gd name="T47" fmla="*/ 20 h 3490"/>
                <a:gd name="T48" fmla="*/ 20 w 3485"/>
                <a:gd name="T49" fmla="*/ 21 h 3490"/>
                <a:gd name="T50" fmla="*/ 21 w 3485"/>
                <a:gd name="T51" fmla="*/ 23 h 3490"/>
                <a:gd name="T52" fmla="*/ 21 w 3485"/>
                <a:gd name="T53" fmla="*/ 26 h 3490"/>
                <a:gd name="T54" fmla="*/ 20 w 3485"/>
                <a:gd name="T55" fmla="*/ 28 h 3490"/>
                <a:gd name="T56" fmla="*/ 18 w 3485"/>
                <a:gd name="T57" fmla="*/ 28 h 3490"/>
                <a:gd name="T58" fmla="*/ 17 w 3485"/>
                <a:gd name="T59" fmla="*/ 26 h 3490"/>
                <a:gd name="T60" fmla="*/ 17 w 3485"/>
                <a:gd name="T61" fmla="*/ 23 h 3490"/>
                <a:gd name="T62" fmla="*/ 18 w 3485"/>
                <a:gd name="T63" fmla="*/ 21 h 3490"/>
                <a:gd name="T64" fmla="*/ 19 w 3485"/>
                <a:gd name="T65" fmla="*/ 11 h 3490"/>
                <a:gd name="T66" fmla="*/ 20 w 3485"/>
                <a:gd name="T67" fmla="*/ 13 h 3490"/>
                <a:gd name="T68" fmla="*/ 21 w 3485"/>
                <a:gd name="T69" fmla="*/ 15 h 3490"/>
                <a:gd name="T70" fmla="*/ 20 w 3485"/>
                <a:gd name="T71" fmla="*/ 17 h 3490"/>
                <a:gd name="T72" fmla="*/ 18 w 3485"/>
                <a:gd name="T73" fmla="*/ 17 h 3490"/>
                <a:gd name="T74" fmla="*/ 17 w 3485"/>
                <a:gd name="T75" fmla="*/ 16 h 3490"/>
                <a:gd name="T76" fmla="*/ 17 w 3485"/>
                <a:gd name="T77" fmla="*/ 13 h 3490"/>
                <a:gd name="T78" fmla="*/ 18 w 3485"/>
                <a:gd name="T79" fmla="*/ 11 h 3490"/>
                <a:gd name="T80" fmla="*/ 26 w 3485"/>
                <a:gd name="T81" fmla="*/ 7 h 3490"/>
                <a:gd name="T82" fmla="*/ 27 w 3485"/>
                <a:gd name="T83" fmla="*/ 8 h 3490"/>
                <a:gd name="T84" fmla="*/ 27 w 3485"/>
                <a:gd name="T85" fmla="*/ 11 h 3490"/>
                <a:gd name="T86" fmla="*/ 26 w 3485"/>
                <a:gd name="T87" fmla="*/ 13 h 3490"/>
                <a:gd name="T88" fmla="*/ 25 w 3485"/>
                <a:gd name="T89" fmla="*/ 13 h 3490"/>
                <a:gd name="T90" fmla="*/ 24 w 3485"/>
                <a:gd name="T91" fmla="*/ 12 h 3490"/>
                <a:gd name="T92" fmla="*/ 24 w 3485"/>
                <a:gd name="T93" fmla="*/ 9 h 3490"/>
                <a:gd name="T94" fmla="*/ 24 w 3485"/>
                <a:gd name="T95" fmla="*/ 7 h 3490"/>
                <a:gd name="T96" fmla="*/ 26 w 3485"/>
                <a:gd name="T97" fmla="*/ 17 h 3490"/>
                <a:gd name="T98" fmla="*/ 27 w 3485"/>
                <a:gd name="T99" fmla="*/ 18 h 3490"/>
                <a:gd name="T100" fmla="*/ 28 w 3485"/>
                <a:gd name="T101" fmla="*/ 21 h 3490"/>
                <a:gd name="T102" fmla="*/ 27 w 3485"/>
                <a:gd name="T103" fmla="*/ 23 h 3490"/>
                <a:gd name="T104" fmla="*/ 26 w 3485"/>
                <a:gd name="T105" fmla="*/ 24 h 3490"/>
                <a:gd name="T106" fmla="*/ 24 w 3485"/>
                <a:gd name="T107" fmla="*/ 23 h 3490"/>
                <a:gd name="T108" fmla="*/ 24 w 3485"/>
                <a:gd name="T109" fmla="*/ 20 h 3490"/>
                <a:gd name="T110" fmla="*/ 25 w 3485"/>
                <a:gd name="T111" fmla="*/ 18 h 3490"/>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w 3485"/>
                <a:gd name="T169" fmla="*/ 0 h 3490"/>
                <a:gd name="T170" fmla="*/ 3485 w 3485"/>
                <a:gd name="T171" fmla="*/ 3490 h 3490"/>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T168" t="T169" r="T170" b="T171"/>
              <a:pathLst>
                <a:path w="3485" h="3490">
                  <a:moveTo>
                    <a:pt x="1754" y="0"/>
                  </a:moveTo>
                  <a:lnTo>
                    <a:pt x="1797" y="2"/>
                  </a:lnTo>
                  <a:lnTo>
                    <a:pt x="1840" y="5"/>
                  </a:lnTo>
                  <a:lnTo>
                    <a:pt x="1881" y="12"/>
                  </a:lnTo>
                  <a:lnTo>
                    <a:pt x="1921" y="20"/>
                  </a:lnTo>
                  <a:lnTo>
                    <a:pt x="1959" y="31"/>
                  </a:lnTo>
                  <a:lnTo>
                    <a:pt x="1994" y="44"/>
                  </a:lnTo>
                  <a:lnTo>
                    <a:pt x="2028" y="59"/>
                  </a:lnTo>
                  <a:lnTo>
                    <a:pt x="2058" y="74"/>
                  </a:lnTo>
                  <a:lnTo>
                    <a:pt x="2086" y="93"/>
                  </a:lnTo>
                  <a:lnTo>
                    <a:pt x="2111" y="113"/>
                  </a:lnTo>
                  <a:lnTo>
                    <a:pt x="2132" y="133"/>
                  </a:lnTo>
                  <a:lnTo>
                    <a:pt x="2151" y="155"/>
                  </a:lnTo>
                  <a:lnTo>
                    <a:pt x="2165" y="179"/>
                  </a:lnTo>
                  <a:lnTo>
                    <a:pt x="2175" y="203"/>
                  </a:lnTo>
                  <a:lnTo>
                    <a:pt x="2182" y="229"/>
                  </a:lnTo>
                  <a:lnTo>
                    <a:pt x="2185" y="255"/>
                  </a:lnTo>
                  <a:lnTo>
                    <a:pt x="2182" y="281"/>
                  </a:lnTo>
                  <a:lnTo>
                    <a:pt x="2175" y="305"/>
                  </a:lnTo>
                  <a:lnTo>
                    <a:pt x="2165" y="330"/>
                  </a:lnTo>
                  <a:lnTo>
                    <a:pt x="2151" y="353"/>
                  </a:lnTo>
                  <a:lnTo>
                    <a:pt x="2132" y="376"/>
                  </a:lnTo>
                  <a:lnTo>
                    <a:pt x="2111" y="397"/>
                  </a:lnTo>
                  <a:lnTo>
                    <a:pt x="2086" y="417"/>
                  </a:lnTo>
                  <a:lnTo>
                    <a:pt x="2058" y="434"/>
                  </a:lnTo>
                  <a:lnTo>
                    <a:pt x="2028" y="451"/>
                  </a:lnTo>
                  <a:lnTo>
                    <a:pt x="1994" y="466"/>
                  </a:lnTo>
                  <a:lnTo>
                    <a:pt x="1959" y="479"/>
                  </a:lnTo>
                  <a:lnTo>
                    <a:pt x="1921" y="489"/>
                  </a:lnTo>
                  <a:lnTo>
                    <a:pt x="1881" y="498"/>
                  </a:lnTo>
                  <a:lnTo>
                    <a:pt x="1840" y="505"/>
                  </a:lnTo>
                  <a:lnTo>
                    <a:pt x="1797" y="508"/>
                  </a:lnTo>
                  <a:lnTo>
                    <a:pt x="1754" y="509"/>
                  </a:lnTo>
                  <a:lnTo>
                    <a:pt x="1710" y="508"/>
                  </a:lnTo>
                  <a:lnTo>
                    <a:pt x="1667" y="505"/>
                  </a:lnTo>
                  <a:lnTo>
                    <a:pt x="1626" y="498"/>
                  </a:lnTo>
                  <a:lnTo>
                    <a:pt x="1586" y="489"/>
                  </a:lnTo>
                  <a:lnTo>
                    <a:pt x="1548" y="479"/>
                  </a:lnTo>
                  <a:lnTo>
                    <a:pt x="1512" y="466"/>
                  </a:lnTo>
                  <a:lnTo>
                    <a:pt x="1479" y="451"/>
                  </a:lnTo>
                  <a:lnTo>
                    <a:pt x="1449" y="434"/>
                  </a:lnTo>
                  <a:lnTo>
                    <a:pt x="1421" y="417"/>
                  </a:lnTo>
                  <a:lnTo>
                    <a:pt x="1395" y="397"/>
                  </a:lnTo>
                  <a:lnTo>
                    <a:pt x="1374" y="376"/>
                  </a:lnTo>
                  <a:lnTo>
                    <a:pt x="1355" y="353"/>
                  </a:lnTo>
                  <a:lnTo>
                    <a:pt x="1341" y="330"/>
                  </a:lnTo>
                  <a:lnTo>
                    <a:pt x="1331" y="305"/>
                  </a:lnTo>
                  <a:lnTo>
                    <a:pt x="1324" y="281"/>
                  </a:lnTo>
                  <a:lnTo>
                    <a:pt x="1321" y="255"/>
                  </a:lnTo>
                  <a:lnTo>
                    <a:pt x="1324" y="229"/>
                  </a:lnTo>
                  <a:lnTo>
                    <a:pt x="1331" y="203"/>
                  </a:lnTo>
                  <a:lnTo>
                    <a:pt x="1341" y="179"/>
                  </a:lnTo>
                  <a:lnTo>
                    <a:pt x="1355" y="155"/>
                  </a:lnTo>
                  <a:lnTo>
                    <a:pt x="1374" y="133"/>
                  </a:lnTo>
                  <a:lnTo>
                    <a:pt x="1395" y="113"/>
                  </a:lnTo>
                  <a:lnTo>
                    <a:pt x="1421" y="93"/>
                  </a:lnTo>
                  <a:lnTo>
                    <a:pt x="1449" y="74"/>
                  </a:lnTo>
                  <a:lnTo>
                    <a:pt x="1479" y="59"/>
                  </a:lnTo>
                  <a:lnTo>
                    <a:pt x="1512" y="44"/>
                  </a:lnTo>
                  <a:lnTo>
                    <a:pt x="1548" y="31"/>
                  </a:lnTo>
                  <a:lnTo>
                    <a:pt x="1586" y="20"/>
                  </a:lnTo>
                  <a:lnTo>
                    <a:pt x="1626" y="12"/>
                  </a:lnTo>
                  <a:lnTo>
                    <a:pt x="1667" y="5"/>
                  </a:lnTo>
                  <a:lnTo>
                    <a:pt x="1710" y="2"/>
                  </a:lnTo>
                  <a:lnTo>
                    <a:pt x="1754" y="0"/>
                  </a:lnTo>
                  <a:close/>
                  <a:moveTo>
                    <a:pt x="239" y="786"/>
                  </a:moveTo>
                  <a:lnTo>
                    <a:pt x="263" y="788"/>
                  </a:lnTo>
                  <a:lnTo>
                    <a:pt x="287" y="794"/>
                  </a:lnTo>
                  <a:lnTo>
                    <a:pt x="309" y="805"/>
                  </a:lnTo>
                  <a:lnTo>
                    <a:pt x="331" y="819"/>
                  </a:lnTo>
                  <a:lnTo>
                    <a:pt x="352" y="836"/>
                  </a:lnTo>
                  <a:lnTo>
                    <a:pt x="372" y="857"/>
                  </a:lnTo>
                  <a:lnTo>
                    <a:pt x="390" y="882"/>
                  </a:lnTo>
                  <a:lnTo>
                    <a:pt x="407" y="909"/>
                  </a:lnTo>
                  <a:lnTo>
                    <a:pt x="423" y="940"/>
                  </a:lnTo>
                  <a:lnTo>
                    <a:pt x="437" y="971"/>
                  </a:lnTo>
                  <a:lnTo>
                    <a:pt x="448" y="1006"/>
                  </a:lnTo>
                  <a:lnTo>
                    <a:pt x="459" y="1043"/>
                  </a:lnTo>
                  <a:lnTo>
                    <a:pt x="467" y="1081"/>
                  </a:lnTo>
                  <a:lnTo>
                    <a:pt x="473" y="1121"/>
                  </a:lnTo>
                  <a:lnTo>
                    <a:pt x="476" y="1163"/>
                  </a:lnTo>
                  <a:lnTo>
                    <a:pt x="478" y="1206"/>
                  </a:lnTo>
                  <a:lnTo>
                    <a:pt x="476" y="1248"/>
                  </a:lnTo>
                  <a:lnTo>
                    <a:pt x="473" y="1290"/>
                  </a:lnTo>
                  <a:lnTo>
                    <a:pt x="467" y="1330"/>
                  </a:lnTo>
                  <a:lnTo>
                    <a:pt x="459" y="1367"/>
                  </a:lnTo>
                  <a:lnTo>
                    <a:pt x="448" y="1405"/>
                  </a:lnTo>
                  <a:lnTo>
                    <a:pt x="437" y="1439"/>
                  </a:lnTo>
                  <a:lnTo>
                    <a:pt x="423" y="1472"/>
                  </a:lnTo>
                  <a:lnTo>
                    <a:pt x="407" y="1501"/>
                  </a:lnTo>
                  <a:lnTo>
                    <a:pt x="390" y="1528"/>
                  </a:lnTo>
                  <a:lnTo>
                    <a:pt x="372" y="1553"/>
                  </a:lnTo>
                  <a:lnTo>
                    <a:pt x="352" y="1574"/>
                  </a:lnTo>
                  <a:lnTo>
                    <a:pt x="331" y="1591"/>
                  </a:lnTo>
                  <a:lnTo>
                    <a:pt x="309" y="1605"/>
                  </a:lnTo>
                  <a:lnTo>
                    <a:pt x="287" y="1616"/>
                  </a:lnTo>
                  <a:lnTo>
                    <a:pt x="263" y="1622"/>
                  </a:lnTo>
                  <a:lnTo>
                    <a:pt x="239" y="1624"/>
                  </a:lnTo>
                  <a:lnTo>
                    <a:pt x="214" y="1622"/>
                  </a:lnTo>
                  <a:lnTo>
                    <a:pt x="191" y="1616"/>
                  </a:lnTo>
                  <a:lnTo>
                    <a:pt x="168" y="1605"/>
                  </a:lnTo>
                  <a:lnTo>
                    <a:pt x="146" y="1591"/>
                  </a:lnTo>
                  <a:lnTo>
                    <a:pt x="125" y="1574"/>
                  </a:lnTo>
                  <a:lnTo>
                    <a:pt x="105" y="1553"/>
                  </a:lnTo>
                  <a:lnTo>
                    <a:pt x="87" y="1528"/>
                  </a:lnTo>
                  <a:lnTo>
                    <a:pt x="70" y="1501"/>
                  </a:lnTo>
                  <a:lnTo>
                    <a:pt x="55" y="1472"/>
                  </a:lnTo>
                  <a:lnTo>
                    <a:pt x="41" y="1439"/>
                  </a:lnTo>
                  <a:lnTo>
                    <a:pt x="29" y="1405"/>
                  </a:lnTo>
                  <a:lnTo>
                    <a:pt x="18" y="1367"/>
                  </a:lnTo>
                  <a:lnTo>
                    <a:pt x="10" y="1330"/>
                  </a:lnTo>
                  <a:lnTo>
                    <a:pt x="4" y="1290"/>
                  </a:lnTo>
                  <a:lnTo>
                    <a:pt x="1" y="1248"/>
                  </a:lnTo>
                  <a:lnTo>
                    <a:pt x="0" y="1206"/>
                  </a:lnTo>
                  <a:lnTo>
                    <a:pt x="1" y="1163"/>
                  </a:lnTo>
                  <a:lnTo>
                    <a:pt x="4" y="1121"/>
                  </a:lnTo>
                  <a:lnTo>
                    <a:pt x="10" y="1081"/>
                  </a:lnTo>
                  <a:lnTo>
                    <a:pt x="18" y="1043"/>
                  </a:lnTo>
                  <a:lnTo>
                    <a:pt x="29" y="1006"/>
                  </a:lnTo>
                  <a:lnTo>
                    <a:pt x="41" y="971"/>
                  </a:lnTo>
                  <a:lnTo>
                    <a:pt x="55" y="940"/>
                  </a:lnTo>
                  <a:lnTo>
                    <a:pt x="70" y="909"/>
                  </a:lnTo>
                  <a:lnTo>
                    <a:pt x="87" y="882"/>
                  </a:lnTo>
                  <a:lnTo>
                    <a:pt x="105" y="857"/>
                  </a:lnTo>
                  <a:lnTo>
                    <a:pt x="125" y="836"/>
                  </a:lnTo>
                  <a:lnTo>
                    <a:pt x="146" y="819"/>
                  </a:lnTo>
                  <a:lnTo>
                    <a:pt x="168" y="805"/>
                  </a:lnTo>
                  <a:lnTo>
                    <a:pt x="191" y="794"/>
                  </a:lnTo>
                  <a:lnTo>
                    <a:pt x="214" y="788"/>
                  </a:lnTo>
                  <a:lnTo>
                    <a:pt x="239" y="786"/>
                  </a:lnTo>
                  <a:close/>
                  <a:moveTo>
                    <a:pt x="1119" y="2495"/>
                  </a:moveTo>
                  <a:lnTo>
                    <a:pt x="1143" y="2498"/>
                  </a:lnTo>
                  <a:lnTo>
                    <a:pt x="1167" y="2504"/>
                  </a:lnTo>
                  <a:lnTo>
                    <a:pt x="1190" y="2514"/>
                  </a:lnTo>
                  <a:lnTo>
                    <a:pt x="1211" y="2528"/>
                  </a:lnTo>
                  <a:lnTo>
                    <a:pt x="1232" y="2546"/>
                  </a:lnTo>
                  <a:lnTo>
                    <a:pt x="1252" y="2567"/>
                  </a:lnTo>
                  <a:lnTo>
                    <a:pt x="1271" y="2592"/>
                  </a:lnTo>
                  <a:lnTo>
                    <a:pt x="1288" y="2618"/>
                  </a:lnTo>
                  <a:lnTo>
                    <a:pt x="1304" y="2648"/>
                  </a:lnTo>
                  <a:lnTo>
                    <a:pt x="1318" y="2681"/>
                  </a:lnTo>
                  <a:lnTo>
                    <a:pt x="1329" y="2715"/>
                  </a:lnTo>
                  <a:lnTo>
                    <a:pt x="1340" y="2752"/>
                  </a:lnTo>
                  <a:lnTo>
                    <a:pt x="1348" y="2790"/>
                  </a:lnTo>
                  <a:lnTo>
                    <a:pt x="1354" y="2830"/>
                  </a:lnTo>
                  <a:lnTo>
                    <a:pt x="1358" y="2872"/>
                  </a:lnTo>
                  <a:lnTo>
                    <a:pt x="1359" y="2914"/>
                  </a:lnTo>
                  <a:lnTo>
                    <a:pt x="1358" y="2956"/>
                  </a:lnTo>
                  <a:lnTo>
                    <a:pt x="1354" y="2998"/>
                  </a:lnTo>
                  <a:lnTo>
                    <a:pt x="1348" y="3038"/>
                  </a:lnTo>
                  <a:lnTo>
                    <a:pt x="1340" y="3077"/>
                  </a:lnTo>
                  <a:lnTo>
                    <a:pt x="1329" y="3113"/>
                  </a:lnTo>
                  <a:lnTo>
                    <a:pt x="1318" y="3147"/>
                  </a:lnTo>
                  <a:lnTo>
                    <a:pt x="1304" y="3180"/>
                  </a:lnTo>
                  <a:lnTo>
                    <a:pt x="1288" y="3209"/>
                  </a:lnTo>
                  <a:lnTo>
                    <a:pt x="1271" y="3238"/>
                  </a:lnTo>
                  <a:lnTo>
                    <a:pt x="1252" y="3261"/>
                  </a:lnTo>
                  <a:lnTo>
                    <a:pt x="1232" y="3282"/>
                  </a:lnTo>
                  <a:lnTo>
                    <a:pt x="1211" y="3301"/>
                  </a:lnTo>
                  <a:lnTo>
                    <a:pt x="1190" y="3315"/>
                  </a:lnTo>
                  <a:lnTo>
                    <a:pt x="1167" y="3325"/>
                  </a:lnTo>
                  <a:lnTo>
                    <a:pt x="1143" y="3331"/>
                  </a:lnTo>
                  <a:lnTo>
                    <a:pt x="1119" y="3334"/>
                  </a:lnTo>
                  <a:lnTo>
                    <a:pt x="1094" y="3331"/>
                  </a:lnTo>
                  <a:lnTo>
                    <a:pt x="1070" y="3325"/>
                  </a:lnTo>
                  <a:lnTo>
                    <a:pt x="1048" y="3315"/>
                  </a:lnTo>
                  <a:lnTo>
                    <a:pt x="1026" y="3301"/>
                  </a:lnTo>
                  <a:lnTo>
                    <a:pt x="1005" y="3282"/>
                  </a:lnTo>
                  <a:lnTo>
                    <a:pt x="985" y="3261"/>
                  </a:lnTo>
                  <a:lnTo>
                    <a:pt x="967" y="3238"/>
                  </a:lnTo>
                  <a:lnTo>
                    <a:pt x="950" y="3209"/>
                  </a:lnTo>
                  <a:lnTo>
                    <a:pt x="935" y="3180"/>
                  </a:lnTo>
                  <a:lnTo>
                    <a:pt x="921" y="3147"/>
                  </a:lnTo>
                  <a:lnTo>
                    <a:pt x="909" y="3113"/>
                  </a:lnTo>
                  <a:lnTo>
                    <a:pt x="898" y="3077"/>
                  </a:lnTo>
                  <a:lnTo>
                    <a:pt x="890" y="3038"/>
                  </a:lnTo>
                  <a:lnTo>
                    <a:pt x="884" y="2998"/>
                  </a:lnTo>
                  <a:lnTo>
                    <a:pt x="881" y="2956"/>
                  </a:lnTo>
                  <a:lnTo>
                    <a:pt x="880" y="2914"/>
                  </a:lnTo>
                  <a:lnTo>
                    <a:pt x="881" y="2872"/>
                  </a:lnTo>
                  <a:lnTo>
                    <a:pt x="884" y="2830"/>
                  </a:lnTo>
                  <a:lnTo>
                    <a:pt x="890" y="2790"/>
                  </a:lnTo>
                  <a:lnTo>
                    <a:pt x="898" y="2752"/>
                  </a:lnTo>
                  <a:lnTo>
                    <a:pt x="909" y="2715"/>
                  </a:lnTo>
                  <a:lnTo>
                    <a:pt x="921" y="2681"/>
                  </a:lnTo>
                  <a:lnTo>
                    <a:pt x="935" y="2648"/>
                  </a:lnTo>
                  <a:lnTo>
                    <a:pt x="950" y="2618"/>
                  </a:lnTo>
                  <a:lnTo>
                    <a:pt x="967" y="2592"/>
                  </a:lnTo>
                  <a:lnTo>
                    <a:pt x="985" y="2567"/>
                  </a:lnTo>
                  <a:lnTo>
                    <a:pt x="1005" y="2546"/>
                  </a:lnTo>
                  <a:lnTo>
                    <a:pt x="1026" y="2528"/>
                  </a:lnTo>
                  <a:lnTo>
                    <a:pt x="1048" y="2514"/>
                  </a:lnTo>
                  <a:lnTo>
                    <a:pt x="1070" y="2504"/>
                  </a:lnTo>
                  <a:lnTo>
                    <a:pt x="1094" y="2498"/>
                  </a:lnTo>
                  <a:lnTo>
                    <a:pt x="1119" y="2495"/>
                  </a:lnTo>
                  <a:close/>
                  <a:moveTo>
                    <a:pt x="2380" y="2651"/>
                  </a:moveTo>
                  <a:lnTo>
                    <a:pt x="2405" y="2654"/>
                  </a:lnTo>
                  <a:lnTo>
                    <a:pt x="2428" y="2660"/>
                  </a:lnTo>
                  <a:lnTo>
                    <a:pt x="2452" y="2670"/>
                  </a:lnTo>
                  <a:lnTo>
                    <a:pt x="2473" y="2684"/>
                  </a:lnTo>
                  <a:lnTo>
                    <a:pt x="2494" y="2703"/>
                  </a:lnTo>
                  <a:lnTo>
                    <a:pt x="2514" y="2724"/>
                  </a:lnTo>
                  <a:lnTo>
                    <a:pt x="2533" y="2747"/>
                  </a:lnTo>
                  <a:lnTo>
                    <a:pt x="2550" y="2774"/>
                  </a:lnTo>
                  <a:lnTo>
                    <a:pt x="2565" y="2805"/>
                  </a:lnTo>
                  <a:lnTo>
                    <a:pt x="2580" y="2838"/>
                  </a:lnTo>
                  <a:lnTo>
                    <a:pt x="2591" y="2872"/>
                  </a:lnTo>
                  <a:lnTo>
                    <a:pt x="2602" y="2908"/>
                  </a:lnTo>
                  <a:lnTo>
                    <a:pt x="2610" y="2947"/>
                  </a:lnTo>
                  <a:lnTo>
                    <a:pt x="2616" y="2987"/>
                  </a:lnTo>
                  <a:lnTo>
                    <a:pt x="2619" y="3029"/>
                  </a:lnTo>
                  <a:lnTo>
                    <a:pt x="2621" y="3071"/>
                  </a:lnTo>
                  <a:lnTo>
                    <a:pt x="2619" y="3113"/>
                  </a:lnTo>
                  <a:lnTo>
                    <a:pt x="2616" y="3155"/>
                  </a:lnTo>
                  <a:lnTo>
                    <a:pt x="2610" y="3195"/>
                  </a:lnTo>
                  <a:lnTo>
                    <a:pt x="2602" y="3233"/>
                  </a:lnTo>
                  <a:lnTo>
                    <a:pt x="2591" y="3270"/>
                  </a:lnTo>
                  <a:lnTo>
                    <a:pt x="2580" y="3304"/>
                  </a:lnTo>
                  <a:lnTo>
                    <a:pt x="2565" y="3337"/>
                  </a:lnTo>
                  <a:lnTo>
                    <a:pt x="2550" y="3367"/>
                  </a:lnTo>
                  <a:lnTo>
                    <a:pt x="2533" y="3393"/>
                  </a:lnTo>
                  <a:lnTo>
                    <a:pt x="2514" y="3418"/>
                  </a:lnTo>
                  <a:lnTo>
                    <a:pt x="2494" y="3439"/>
                  </a:lnTo>
                  <a:lnTo>
                    <a:pt x="2473" y="3457"/>
                  </a:lnTo>
                  <a:lnTo>
                    <a:pt x="2452" y="3471"/>
                  </a:lnTo>
                  <a:lnTo>
                    <a:pt x="2428" y="3481"/>
                  </a:lnTo>
                  <a:lnTo>
                    <a:pt x="2405" y="3487"/>
                  </a:lnTo>
                  <a:lnTo>
                    <a:pt x="2380" y="3490"/>
                  </a:lnTo>
                  <a:lnTo>
                    <a:pt x="2356" y="3487"/>
                  </a:lnTo>
                  <a:lnTo>
                    <a:pt x="2332" y="3481"/>
                  </a:lnTo>
                  <a:lnTo>
                    <a:pt x="2310" y="3471"/>
                  </a:lnTo>
                  <a:lnTo>
                    <a:pt x="2288" y="3457"/>
                  </a:lnTo>
                  <a:lnTo>
                    <a:pt x="2267" y="3439"/>
                  </a:lnTo>
                  <a:lnTo>
                    <a:pt x="2248" y="3418"/>
                  </a:lnTo>
                  <a:lnTo>
                    <a:pt x="2229" y="3393"/>
                  </a:lnTo>
                  <a:lnTo>
                    <a:pt x="2212" y="3367"/>
                  </a:lnTo>
                  <a:lnTo>
                    <a:pt x="2196" y="3337"/>
                  </a:lnTo>
                  <a:lnTo>
                    <a:pt x="2182" y="3304"/>
                  </a:lnTo>
                  <a:lnTo>
                    <a:pt x="2171" y="3270"/>
                  </a:lnTo>
                  <a:lnTo>
                    <a:pt x="2160" y="3233"/>
                  </a:lnTo>
                  <a:lnTo>
                    <a:pt x="2152" y="3195"/>
                  </a:lnTo>
                  <a:lnTo>
                    <a:pt x="2146" y="3155"/>
                  </a:lnTo>
                  <a:lnTo>
                    <a:pt x="2142" y="3113"/>
                  </a:lnTo>
                  <a:lnTo>
                    <a:pt x="2141" y="3071"/>
                  </a:lnTo>
                  <a:lnTo>
                    <a:pt x="2142" y="3029"/>
                  </a:lnTo>
                  <a:lnTo>
                    <a:pt x="2146" y="2987"/>
                  </a:lnTo>
                  <a:lnTo>
                    <a:pt x="2152" y="2947"/>
                  </a:lnTo>
                  <a:lnTo>
                    <a:pt x="2160" y="2908"/>
                  </a:lnTo>
                  <a:lnTo>
                    <a:pt x="2171" y="2872"/>
                  </a:lnTo>
                  <a:lnTo>
                    <a:pt x="2182" y="2838"/>
                  </a:lnTo>
                  <a:lnTo>
                    <a:pt x="2196" y="2805"/>
                  </a:lnTo>
                  <a:lnTo>
                    <a:pt x="2212" y="2774"/>
                  </a:lnTo>
                  <a:lnTo>
                    <a:pt x="2229" y="2747"/>
                  </a:lnTo>
                  <a:lnTo>
                    <a:pt x="2248" y="2724"/>
                  </a:lnTo>
                  <a:lnTo>
                    <a:pt x="2267" y="2703"/>
                  </a:lnTo>
                  <a:lnTo>
                    <a:pt x="2288" y="2684"/>
                  </a:lnTo>
                  <a:lnTo>
                    <a:pt x="2310" y="2670"/>
                  </a:lnTo>
                  <a:lnTo>
                    <a:pt x="2332" y="2660"/>
                  </a:lnTo>
                  <a:lnTo>
                    <a:pt x="2356" y="2654"/>
                  </a:lnTo>
                  <a:lnTo>
                    <a:pt x="2380" y="2651"/>
                  </a:lnTo>
                  <a:close/>
                  <a:moveTo>
                    <a:pt x="2342" y="1355"/>
                  </a:moveTo>
                  <a:lnTo>
                    <a:pt x="2366" y="1357"/>
                  </a:lnTo>
                  <a:lnTo>
                    <a:pt x="2390" y="1363"/>
                  </a:lnTo>
                  <a:lnTo>
                    <a:pt x="2412" y="1373"/>
                  </a:lnTo>
                  <a:lnTo>
                    <a:pt x="2434" y="1387"/>
                  </a:lnTo>
                  <a:lnTo>
                    <a:pt x="2455" y="1405"/>
                  </a:lnTo>
                  <a:lnTo>
                    <a:pt x="2475" y="1426"/>
                  </a:lnTo>
                  <a:lnTo>
                    <a:pt x="2493" y="1451"/>
                  </a:lnTo>
                  <a:lnTo>
                    <a:pt x="2510" y="1478"/>
                  </a:lnTo>
                  <a:lnTo>
                    <a:pt x="2526" y="1507"/>
                  </a:lnTo>
                  <a:lnTo>
                    <a:pt x="2540" y="1540"/>
                  </a:lnTo>
                  <a:lnTo>
                    <a:pt x="2551" y="1574"/>
                  </a:lnTo>
                  <a:lnTo>
                    <a:pt x="2562" y="1611"/>
                  </a:lnTo>
                  <a:lnTo>
                    <a:pt x="2570" y="1649"/>
                  </a:lnTo>
                  <a:lnTo>
                    <a:pt x="2576" y="1689"/>
                  </a:lnTo>
                  <a:lnTo>
                    <a:pt x="2580" y="1731"/>
                  </a:lnTo>
                  <a:lnTo>
                    <a:pt x="2581" y="1773"/>
                  </a:lnTo>
                  <a:lnTo>
                    <a:pt x="2580" y="1815"/>
                  </a:lnTo>
                  <a:lnTo>
                    <a:pt x="2576" y="1858"/>
                  </a:lnTo>
                  <a:lnTo>
                    <a:pt x="2570" y="1897"/>
                  </a:lnTo>
                  <a:lnTo>
                    <a:pt x="2562" y="1936"/>
                  </a:lnTo>
                  <a:lnTo>
                    <a:pt x="2551" y="1972"/>
                  </a:lnTo>
                  <a:lnTo>
                    <a:pt x="2540" y="2008"/>
                  </a:lnTo>
                  <a:lnTo>
                    <a:pt x="2526" y="2039"/>
                  </a:lnTo>
                  <a:lnTo>
                    <a:pt x="2510" y="2070"/>
                  </a:lnTo>
                  <a:lnTo>
                    <a:pt x="2493" y="2097"/>
                  </a:lnTo>
                  <a:lnTo>
                    <a:pt x="2475" y="2121"/>
                  </a:lnTo>
                  <a:lnTo>
                    <a:pt x="2455" y="2142"/>
                  </a:lnTo>
                  <a:lnTo>
                    <a:pt x="2434" y="2160"/>
                  </a:lnTo>
                  <a:lnTo>
                    <a:pt x="2412" y="2174"/>
                  </a:lnTo>
                  <a:lnTo>
                    <a:pt x="2390" y="2185"/>
                  </a:lnTo>
                  <a:lnTo>
                    <a:pt x="2366" y="2191"/>
                  </a:lnTo>
                  <a:lnTo>
                    <a:pt x="2342" y="2193"/>
                  </a:lnTo>
                  <a:lnTo>
                    <a:pt x="2317" y="2191"/>
                  </a:lnTo>
                  <a:lnTo>
                    <a:pt x="2294" y="2185"/>
                  </a:lnTo>
                  <a:lnTo>
                    <a:pt x="2270" y="2174"/>
                  </a:lnTo>
                  <a:lnTo>
                    <a:pt x="2249" y="2160"/>
                  </a:lnTo>
                  <a:lnTo>
                    <a:pt x="2228" y="2142"/>
                  </a:lnTo>
                  <a:lnTo>
                    <a:pt x="2208" y="2121"/>
                  </a:lnTo>
                  <a:lnTo>
                    <a:pt x="2189" y="2097"/>
                  </a:lnTo>
                  <a:lnTo>
                    <a:pt x="2173" y="2070"/>
                  </a:lnTo>
                  <a:lnTo>
                    <a:pt x="2157" y="2039"/>
                  </a:lnTo>
                  <a:lnTo>
                    <a:pt x="2142" y="2008"/>
                  </a:lnTo>
                  <a:lnTo>
                    <a:pt x="2131" y="1972"/>
                  </a:lnTo>
                  <a:lnTo>
                    <a:pt x="2120" y="1936"/>
                  </a:lnTo>
                  <a:lnTo>
                    <a:pt x="2112" y="1897"/>
                  </a:lnTo>
                  <a:lnTo>
                    <a:pt x="2106" y="1858"/>
                  </a:lnTo>
                  <a:lnTo>
                    <a:pt x="2103" y="1815"/>
                  </a:lnTo>
                  <a:lnTo>
                    <a:pt x="2101" y="1773"/>
                  </a:lnTo>
                  <a:lnTo>
                    <a:pt x="2103" y="1731"/>
                  </a:lnTo>
                  <a:lnTo>
                    <a:pt x="2106" y="1689"/>
                  </a:lnTo>
                  <a:lnTo>
                    <a:pt x="2112" y="1649"/>
                  </a:lnTo>
                  <a:lnTo>
                    <a:pt x="2120" y="1611"/>
                  </a:lnTo>
                  <a:lnTo>
                    <a:pt x="2131" y="1574"/>
                  </a:lnTo>
                  <a:lnTo>
                    <a:pt x="2142" y="1540"/>
                  </a:lnTo>
                  <a:lnTo>
                    <a:pt x="2157" y="1507"/>
                  </a:lnTo>
                  <a:lnTo>
                    <a:pt x="2173" y="1478"/>
                  </a:lnTo>
                  <a:lnTo>
                    <a:pt x="2189" y="1451"/>
                  </a:lnTo>
                  <a:lnTo>
                    <a:pt x="2208" y="1426"/>
                  </a:lnTo>
                  <a:lnTo>
                    <a:pt x="2228" y="1405"/>
                  </a:lnTo>
                  <a:lnTo>
                    <a:pt x="2249" y="1387"/>
                  </a:lnTo>
                  <a:lnTo>
                    <a:pt x="2270" y="1373"/>
                  </a:lnTo>
                  <a:lnTo>
                    <a:pt x="2294" y="1363"/>
                  </a:lnTo>
                  <a:lnTo>
                    <a:pt x="2317" y="1357"/>
                  </a:lnTo>
                  <a:lnTo>
                    <a:pt x="2342" y="1355"/>
                  </a:lnTo>
                  <a:close/>
                  <a:moveTo>
                    <a:pt x="3179" y="819"/>
                  </a:moveTo>
                  <a:lnTo>
                    <a:pt x="3204" y="821"/>
                  </a:lnTo>
                  <a:lnTo>
                    <a:pt x="3227" y="827"/>
                  </a:lnTo>
                  <a:lnTo>
                    <a:pt x="3250" y="838"/>
                  </a:lnTo>
                  <a:lnTo>
                    <a:pt x="3272" y="852"/>
                  </a:lnTo>
                  <a:lnTo>
                    <a:pt x="3293" y="869"/>
                  </a:lnTo>
                  <a:lnTo>
                    <a:pt x="3312" y="890"/>
                  </a:lnTo>
                  <a:lnTo>
                    <a:pt x="3331" y="915"/>
                  </a:lnTo>
                  <a:lnTo>
                    <a:pt x="3348" y="942"/>
                  </a:lnTo>
                  <a:lnTo>
                    <a:pt x="3363" y="971"/>
                  </a:lnTo>
                  <a:lnTo>
                    <a:pt x="3377" y="1004"/>
                  </a:lnTo>
                  <a:lnTo>
                    <a:pt x="3389" y="1038"/>
                  </a:lnTo>
                  <a:lnTo>
                    <a:pt x="3400" y="1076"/>
                  </a:lnTo>
                  <a:lnTo>
                    <a:pt x="3408" y="1113"/>
                  </a:lnTo>
                  <a:lnTo>
                    <a:pt x="3414" y="1153"/>
                  </a:lnTo>
                  <a:lnTo>
                    <a:pt x="3417" y="1195"/>
                  </a:lnTo>
                  <a:lnTo>
                    <a:pt x="3418" y="1237"/>
                  </a:lnTo>
                  <a:lnTo>
                    <a:pt x="3417" y="1280"/>
                  </a:lnTo>
                  <a:lnTo>
                    <a:pt x="3414" y="1322"/>
                  </a:lnTo>
                  <a:lnTo>
                    <a:pt x="3408" y="1362"/>
                  </a:lnTo>
                  <a:lnTo>
                    <a:pt x="3400" y="1399"/>
                  </a:lnTo>
                  <a:lnTo>
                    <a:pt x="3389" y="1437"/>
                  </a:lnTo>
                  <a:lnTo>
                    <a:pt x="3377" y="1471"/>
                  </a:lnTo>
                  <a:lnTo>
                    <a:pt x="3363" y="1503"/>
                  </a:lnTo>
                  <a:lnTo>
                    <a:pt x="3348" y="1533"/>
                  </a:lnTo>
                  <a:lnTo>
                    <a:pt x="3331" y="1560"/>
                  </a:lnTo>
                  <a:lnTo>
                    <a:pt x="3312" y="1584"/>
                  </a:lnTo>
                  <a:lnTo>
                    <a:pt x="3293" y="1605"/>
                  </a:lnTo>
                  <a:lnTo>
                    <a:pt x="3272" y="1623"/>
                  </a:lnTo>
                  <a:lnTo>
                    <a:pt x="3250" y="1637"/>
                  </a:lnTo>
                  <a:lnTo>
                    <a:pt x="3227" y="1648"/>
                  </a:lnTo>
                  <a:lnTo>
                    <a:pt x="3204" y="1654"/>
                  </a:lnTo>
                  <a:lnTo>
                    <a:pt x="3179" y="1656"/>
                  </a:lnTo>
                  <a:lnTo>
                    <a:pt x="3155" y="1654"/>
                  </a:lnTo>
                  <a:lnTo>
                    <a:pt x="3131" y="1648"/>
                  </a:lnTo>
                  <a:lnTo>
                    <a:pt x="3108" y="1637"/>
                  </a:lnTo>
                  <a:lnTo>
                    <a:pt x="3087" y="1623"/>
                  </a:lnTo>
                  <a:lnTo>
                    <a:pt x="3066" y="1605"/>
                  </a:lnTo>
                  <a:lnTo>
                    <a:pt x="3046" y="1584"/>
                  </a:lnTo>
                  <a:lnTo>
                    <a:pt x="3027" y="1560"/>
                  </a:lnTo>
                  <a:lnTo>
                    <a:pt x="3011" y="1533"/>
                  </a:lnTo>
                  <a:lnTo>
                    <a:pt x="2994" y="1503"/>
                  </a:lnTo>
                  <a:lnTo>
                    <a:pt x="2980" y="1471"/>
                  </a:lnTo>
                  <a:lnTo>
                    <a:pt x="2968" y="1437"/>
                  </a:lnTo>
                  <a:lnTo>
                    <a:pt x="2958" y="1399"/>
                  </a:lnTo>
                  <a:lnTo>
                    <a:pt x="2950" y="1362"/>
                  </a:lnTo>
                  <a:lnTo>
                    <a:pt x="2944" y="1322"/>
                  </a:lnTo>
                  <a:lnTo>
                    <a:pt x="2940" y="1280"/>
                  </a:lnTo>
                  <a:lnTo>
                    <a:pt x="2939" y="1237"/>
                  </a:lnTo>
                  <a:lnTo>
                    <a:pt x="2940" y="1195"/>
                  </a:lnTo>
                  <a:lnTo>
                    <a:pt x="2944" y="1153"/>
                  </a:lnTo>
                  <a:lnTo>
                    <a:pt x="2950" y="1113"/>
                  </a:lnTo>
                  <a:lnTo>
                    <a:pt x="2958" y="1076"/>
                  </a:lnTo>
                  <a:lnTo>
                    <a:pt x="2968" y="1038"/>
                  </a:lnTo>
                  <a:lnTo>
                    <a:pt x="2980" y="1004"/>
                  </a:lnTo>
                  <a:lnTo>
                    <a:pt x="2994" y="971"/>
                  </a:lnTo>
                  <a:lnTo>
                    <a:pt x="3011" y="942"/>
                  </a:lnTo>
                  <a:lnTo>
                    <a:pt x="3027" y="915"/>
                  </a:lnTo>
                  <a:lnTo>
                    <a:pt x="3046" y="890"/>
                  </a:lnTo>
                  <a:lnTo>
                    <a:pt x="3066" y="869"/>
                  </a:lnTo>
                  <a:lnTo>
                    <a:pt x="3087" y="852"/>
                  </a:lnTo>
                  <a:lnTo>
                    <a:pt x="3108" y="838"/>
                  </a:lnTo>
                  <a:lnTo>
                    <a:pt x="3131" y="827"/>
                  </a:lnTo>
                  <a:lnTo>
                    <a:pt x="3155" y="821"/>
                  </a:lnTo>
                  <a:lnTo>
                    <a:pt x="3179" y="819"/>
                  </a:lnTo>
                  <a:close/>
                  <a:moveTo>
                    <a:pt x="3246" y="2144"/>
                  </a:moveTo>
                  <a:lnTo>
                    <a:pt x="3271" y="2146"/>
                  </a:lnTo>
                  <a:lnTo>
                    <a:pt x="3294" y="2152"/>
                  </a:lnTo>
                  <a:lnTo>
                    <a:pt x="3316" y="2162"/>
                  </a:lnTo>
                  <a:lnTo>
                    <a:pt x="3339" y="2176"/>
                  </a:lnTo>
                  <a:lnTo>
                    <a:pt x="3360" y="2194"/>
                  </a:lnTo>
                  <a:lnTo>
                    <a:pt x="3380" y="2215"/>
                  </a:lnTo>
                  <a:lnTo>
                    <a:pt x="3397" y="2240"/>
                  </a:lnTo>
                  <a:lnTo>
                    <a:pt x="3415" y="2267"/>
                  </a:lnTo>
                  <a:lnTo>
                    <a:pt x="3430" y="2296"/>
                  </a:lnTo>
                  <a:lnTo>
                    <a:pt x="3444" y="2329"/>
                  </a:lnTo>
                  <a:lnTo>
                    <a:pt x="3456" y="2363"/>
                  </a:lnTo>
                  <a:lnTo>
                    <a:pt x="3466" y="2400"/>
                  </a:lnTo>
                  <a:lnTo>
                    <a:pt x="3475" y="2438"/>
                  </a:lnTo>
                  <a:lnTo>
                    <a:pt x="3480" y="2478"/>
                  </a:lnTo>
                  <a:lnTo>
                    <a:pt x="3484" y="2520"/>
                  </a:lnTo>
                  <a:lnTo>
                    <a:pt x="3485" y="2562"/>
                  </a:lnTo>
                  <a:lnTo>
                    <a:pt x="3484" y="2604"/>
                  </a:lnTo>
                  <a:lnTo>
                    <a:pt x="3480" y="2647"/>
                  </a:lnTo>
                  <a:lnTo>
                    <a:pt x="3475" y="2686"/>
                  </a:lnTo>
                  <a:lnTo>
                    <a:pt x="3466" y="2725"/>
                  </a:lnTo>
                  <a:lnTo>
                    <a:pt x="3456" y="2762"/>
                  </a:lnTo>
                  <a:lnTo>
                    <a:pt x="3444" y="2796"/>
                  </a:lnTo>
                  <a:lnTo>
                    <a:pt x="3430" y="2828"/>
                  </a:lnTo>
                  <a:lnTo>
                    <a:pt x="3415" y="2858"/>
                  </a:lnTo>
                  <a:lnTo>
                    <a:pt x="3397" y="2886"/>
                  </a:lnTo>
                  <a:lnTo>
                    <a:pt x="3380" y="2909"/>
                  </a:lnTo>
                  <a:lnTo>
                    <a:pt x="3360" y="2930"/>
                  </a:lnTo>
                  <a:lnTo>
                    <a:pt x="3339" y="2949"/>
                  </a:lnTo>
                  <a:lnTo>
                    <a:pt x="3316" y="2963"/>
                  </a:lnTo>
                  <a:lnTo>
                    <a:pt x="3294" y="2974"/>
                  </a:lnTo>
                  <a:lnTo>
                    <a:pt x="3271" y="2980"/>
                  </a:lnTo>
                  <a:lnTo>
                    <a:pt x="3246" y="2982"/>
                  </a:lnTo>
                  <a:lnTo>
                    <a:pt x="3222" y="2980"/>
                  </a:lnTo>
                  <a:lnTo>
                    <a:pt x="3198" y="2974"/>
                  </a:lnTo>
                  <a:lnTo>
                    <a:pt x="3176" y="2963"/>
                  </a:lnTo>
                  <a:lnTo>
                    <a:pt x="3154" y="2949"/>
                  </a:lnTo>
                  <a:lnTo>
                    <a:pt x="3133" y="2930"/>
                  </a:lnTo>
                  <a:lnTo>
                    <a:pt x="3113" y="2909"/>
                  </a:lnTo>
                  <a:lnTo>
                    <a:pt x="3095" y="2886"/>
                  </a:lnTo>
                  <a:lnTo>
                    <a:pt x="3077" y="2858"/>
                  </a:lnTo>
                  <a:lnTo>
                    <a:pt x="3062" y="2828"/>
                  </a:lnTo>
                  <a:lnTo>
                    <a:pt x="3048" y="2796"/>
                  </a:lnTo>
                  <a:lnTo>
                    <a:pt x="3036" y="2762"/>
                  </a:lnTo>
                  <a:lnTo>
                    <a:pt x="3026" y="2725"/>
                  </a:lnTo>
                  <a:lnTo>
                    <a:pt x="3018" y="2686"/>
                  </a:lnTo>
                  <a:lnTo>
                    <a:pt x="3012" y="2647"/>
                  </a:lnTo>
                  <a:lnTo>
                    <a:pt x="3008" y="2604"/>
                  </a:lnTo>
                  <a:lnTo>
                    <a:pt x="3007" y="2562"/>
                  </a:lnTo>
                  <a:lnTo>
                    <a:pt x="3008" y="2520"/>
                  </a:lnTo>
                  <a:lnTo>
                    <a:pt x="3012" y="2478"/>
                  </a:lnTo>
                  <a:lnTo>
                    <a:pt x="3018" y="2438"/>
                  </a:lnTo>
                  <a:lnTo>
                    <a:pt x="3026" y="2400"/>
                  </a:lnTo>
                  <a:lnTo>
                    <a:pt x="3036" y="2363"/>
                  </a:lnTo>
                  <a:lnTo>
                    <a:pt x="3048" y="2329"/>
                  </a:lnTo>
                  <a:lnTo>
                    <a:pt x="3062" y="2296"/>
                  </a:lnTo>
                  <a:lnTo>
                    <a:pt x="3077" y="2267"/>
                  </a:lnTo>
                  <a:lnTo>
                    <a:pt x="3095" y="2240"/>
                  </a:lnTo>
                  <a:lnTo>
                    <a:pt x="3113" y="2215"/>
                  </a:lnTo>
                  <a:lnTo>
                    <a:pt x="3133" y="2194"/>
                  </a:lnTo>
                  <a:lnTo>
                    <a:pt x="3154" y="2176"/>
                  </a:lnTo>
                  <a:lnTo>
                    <a:pt x="3176" y="2162"/>
                  </a:lnTo>
                  <a:lnTo>
                    <a:pt x="3198" y="2152"/>
                  </a:lnTo>
                  <a:lnTo>
                    <a:pt x="3222" y="2146"/>
                  </a:lnTo>
                  <a:lnTo>
                    <a:pt x="3246" y="214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4898" name="Freeform 48"/>
            <p:cNvSpPr>
              <a:spLocks/>
            </p:cNvSpPr>
            <p:nvPr/>
          </p:nvSpPr>
          <p:spPr bwMode="auto">
            <a:xfrm>
              <a:off x="1267" y="1588"/>
              <a:ext cx="87" cy="52"/>
            </a:xfrm>
            <a:custGeom>
              <a:avLst/>
              <a:gdLst>
                <a:gd name="T0" fmla="*/ 3 w 437"/>
                <a:gd name="T1" fmla="*/ 2 h 260"/>
                <a:gd name="T2" fmla="*/ 3 w 437"/>
                <a:gd name="T3" fmla="*/ 2 h 260"/>
                <a:gd name="T4" fmla="*/ 3 w 437"/>
                <a:gd name="T5" fmla="*/ 2 h 260"/>
                <a:gd name="T6" fmla="*/ 3 w 437"/>
                <a:gd name="T7" fmla="*/ 2 h 260"/>
                <a:gd name="T8" fmla="*/ 3 w 437"/>
                <a:gd name="T9" fmla="*/ 1 h 260"/>
                <a:gd name="T10" fmla="*/ 3 w 437"/>
                <a:gd name="T11" fmla="*/ 1 h 260"/>
                <a:gd name="T12" fmla="*/ 3 w 437"/>
                <a:gd name="T13" fmla="*/ 1 h 260"/>
                <a:gd name="T14" fmla="*/ 3 w 437"/>
                <a:gd name="T15" fmla="*/ 1 h 260"/>
                <a:gd name="T16" fmla="*/ 3 w 437"/>
                <a:gd name="T17" fmla="*/ 1 h 260"/>
                <a:gd name="T18" fmla="*/ 2 w 437"/>
                <a:gd name="T19" fmla="*/ 1 h 260"/>
                <a:gd name="T20" fmla="*/ 2 w 437"/>
                <a:gd name="T21" fmla="*/ 0 h 260"/>
                <a:gd name="T22" fmla="*/ 2 w 437"/>
                <a:gd name="T23" fmla="*/ 0 h 260"/>
                <a:gd name="T24" fmla="*/ 2 w 437"/>
                <a:gd name="T25" fmla="*/ 0 h 260"/>
                <a:gd name="T26" fmla="*/ 1 w 437"/>
                <a:gd name="T27" fmla="*/ 0 h 260"/>
                <a:gd name="T28" fmla="*/ 1 w 437"/>
                <a:gd name="T29" fmla="*/ 0 h 260"/>
                <a:gd name="T30" fmla="*/ 1 w 437"/>
                <a:gd name="T31" fmla="*/ 0 h 260"/>
                <a:gd name="T32" fmla="*/ 0 w 437"/>
                <a:gd name="T33" fmla="*/ 0 h 260"/>
                <a:gd name="T34" fmla="*/ 0 w 437"/>
                <a:gd name="T35" fmla="*/ 0 h 260"/>
                <a:gd name="T36" fmla="*/ 0 w 437"/>
                <a:gd name="T37" fmla="*/ 0 h 260"/>
                <a:gd name="T38" fmla="*/ 0 w 437"/>
                <a:gd name="T39" fmla="*/ 0 h 260"/>
                <a:gd name="T40" fmla="*/ 1 w 437"/>
                <a:gd name="T41" fmla="*/ 0 h 260"/>
                <a:gd name="T42" fmla="*/ 1 w 437"/>
                <a:gd name="T43" fmla="*/ 0 h 260"/>
                <a:gd name="T44" fmla="*/ 1 w 437"/>
                <a:gd name="T45" fmla="*/ 0 h 260"/>
                <a:gd name="T46" fmla="*/ 2 w 437"/>
                <a:gd name="T47" fmla="*/ 0 h 260"/>
                <a:gd name="T48" fmla="*/ 2 w 437"/>
                <a:gd name="T49" fmla="*/ 0 h 260"/>
                <a:gd name="T50" fmla="*/ 2 w 437"/>
                <a:gd name="T51" fmla="*/ 1 h 260"/>
                <a:gd name="T52" fmla="*/ 2 w 437"/>
                <a:gd name="T53" fmla="*/ 1 h 260"/>
                <a:gd name="T54" fmla="*/ 3 w 437"/>
                <a:gd name="T55" fmla="*/ 1 h 260"/>
                <a:gd name="T56" fmla="*/ 3 w 437"/>
                <a:gd name="T57" fmla="*/ 1 h 260"/>
                <a:gd name="T58" fmla="*/ 3 w 437"/>
                <a:gd name="T59" fmla="*/ 1 h 260"/>
                <a:gd name="T60" fmla="*/ 3 w 437"/>
                <a:gd name="T61" fmla="*/ 1 h 260"/>
                <a:gd name="T62" fmla="*/ 3 w 437"/>
                <a:gd name="T63" fmla="*/ 1 h 260"/>
                <a:gd name="T64" fmla="*/ 3 w 437"/>
                <a:gd name="T65" fmla="*/ 2 h 260"/>
                <a:gd name="T66" fmla="*/ 3 w 437"/>
                <a:gd name="T67" fmla="*/ 2 h 260"/>
                <a:gd name="T68" fmla="*/ 3 w 437"/>
                <a:gd name="T69" fmla="*/ 2 h 260"/>
                <a:gd name="T70" fmla="*/ 3 w 437"/>
                <a:gd name="T71" fmla="*/ 2 h 260"/>
                <a:gd name="T72" fmla="*/ 3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437" y="260"/>
                  </a:moveTo>
                  <a:lnTo>
                    <a:pt x="437" y="260"/>
                  </a:lnTo>
                  <a:lnTo>
                    <a:pt x="434" y="233"/>
                  </a:lnTo>
                  <a:lnTo>
                    <a:pt x="427" y="206"/>
                  </a:lnTo>
                  <a:lnTo>
                    <a:pt x="417" y="181"/>
                  </a:lnTo>
                  <a:lnTo>
                    <a:pt x="401" y="157"/>
                  </a:lnTo>
                  <a:lnTo>
                    <a:pt x="383" y="133"/>
                  </a:lnTo>
                  <a:lnTo>
                    <a:pt x="360" y="113"/>
                  </a:lnTo>
                  <a:lnTo>
                    <a:pt x="336" y="93"/>
                  </a:lnTo>
                  <a:lnTo>
                    <a:pt x="308" y="73"/>
                  </a:lnTo>
                  <a:lnTo>
                    <a:pt x="276" y="58"/>
                  </a:lnTo>
                  <a:lnTo>
                    <a:pt x="242" y="43"/>
                  </a:lnTo>
                  <a:lnTo>
                    <a:pt x="207" y="30"/>
                  </a:lnTo>
                  <a:lnTo>
                    <a:pt x="168" y="19"/>
                  </a:lnTo>
                  <a:lnTo>
                    <a:pt x="128" y="11"/>
                  </a:lnTo>
                  <a:lnTo>
                    <a:pt x="87" y="4"/>
                  </a:lnTo>
                  <a:lnTo>
                    <a:pt x="43" y="1"/>
                  </a:lnTo>
                  <a:lnTo>
                    <a:pt x="0" y="0"/>
                  </a:lnTo>
                  <a:lnTo>
                    <a:pt x="0" y="11"/>
                  </a:lnTo>
                  <a:lnTo>
                    <a:pt x="43" y="12"/>
                  </a:lnTo>
                  <a:lnTo>
                    <a:pt x="85" y="16"/>
                  </a:lnTo>
                  <a:lnTo>
                    <a:pt x="126" y="23"/>
                  </a:lnTo>
                  <a:lnTo>
                    <a:pt x="166" y="31"/>
                  </a:lnTo>
                  <a:lnTo>
                    <a:pt x="202" y="42"/>
                  </a:lnTo>
                  <a:lnTo>
                    <a:pt x="237" y="55"/>
                  </a:lnTo>
                  <a:lnTo>
                    <a:pt x="271" y="70"/>
                  </a:lnTo>
                  <a:lnTo>
                    <a:pt x="301" y="85"/>
                  </a:lnTo>
                  <a:lnTo>
                    <a:pt x="329" y="103"/>
                  </a:lnTo>
                  <a:lnTo>
                    <a:pt x="353" y="123"/>
                  </a:lnTo>
                  <a:lnTo>
                    <a:pt x="373" y="143"/>
                  </a:lnTo>
                  <a:lnTo>
                    <a:pt x="392" y="164"/>
                  </a:lnTo>
                  <a:lnTo>
                    <a:pt x="405" y="186"/>
                  </a:lnTo>
                  <a:lnTo>
                    <a:pt x="415" y="211"/>
                  </a:lnTo>
                  <a:lnTo>
                    <a:pt x="422" y="235"/>
                  </a:lnTo>
                  <a:lnTo>
                    <a:pt x="425" y="260"/>
                  </a:lnTo>
                  <a:lnTo>
                    <a:pt x="437"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4899" name="Freeform 49"/>
            <p:cNvSpPr>
              <a:spLocks/>
            </p:cNvSpPr>
            <p:nvPr/>
          </p:nvSpPr>
          <p:spPr bwMode="auto">
            <a:xfrm>
              <a:off x="1267" y="1640"/>
              <a:ext cx="87" cy="52"/>
            </a:xfrm>
            <a:custGeom>
              <a:avLst/>
              <a:gdLst>
                <a:gd name="T0" fmla="*/ 0 w 437"/>
                <a:gd name="T1" fmla="*/ 2 h 260"/>
                <a:gd name="T2" fmla="*/ 0 w 437"/>
                <a:gd name="T3" fmla="*/ 2 h 260"/>
                <a:gd name="T4" fmla="*/ 0 w 437"/>
                <a:gd name="T5" fmla="*/ 2 h 260"/>
                <a:gd name="T6" fmla="*/ 1 w 437"/>
                <a:gd name="T7" fmla="*/ 2 h 260"/>
                <a:gd name="T8" fmla="*/ 1 w 437"/>
                <a:gd name="T9" fmla="*/ 2 h 260"/>
                <a:gd name="T10" fmla="*/ 1 w 437"/>
                <a:gd name="T11" fmla="*/ 2 h 260"/>
                <a:gd name="T12" fmla="*/ 2 w 437"/>
                <a:gd name="T13" fmla="*/ 2 h 260"/>
                <a:gd name="T14" fmla="*/ 2 w 437"/>
                <a:gd name="T15" fmla="*/ 2 h 260"/>
                <a:gd name="T16" fmla="*/ 2 w 437"/>
                <a:gd name="T17" fmla="*/ 2 h 260"/>
                <a:gd name="T18" fmla="*/ 2 w 437"/>
                <a:gd name="T19" fmla="*/ 1 h 260"/>
                <a:gd name="T20" fmla="*/ 3 w 437"/>
                <a:gd name="T21" fmla="*/ 1 h 260"/>
                <a:gd name="T22" fmla="*/ 3 w 437"/>
                <a:gd name="T23" fmla="*/ 1 h 260"/>
                <a:gd name="T24" fmla="*/ 3 w 437"/>
                <a:gd name="T25" fmla="*/ 1 h 260"/>
                <a:gd name="T26" fmla="*/ 3 w 437"/>
                <a:gd name="T27" fmla="*/ 1 h 260"/>
                <a:gd name="T28" fmla="*/ 3 w 437"/>
                <a:gd name="T29" fmla="*/ 1 h 260"/>
                <a:gd name="T30" fmla="*/ 3 w 437"/>
                <a:gd name="T31" fmla="*/ 0 h 260"/>
                <a:gd name="T32" fmla="*/ 3 w 437"/>
                <a:gd name="T33" fmla="*/ 0 h 260"/>
                <a:gd name="T34" fmla="*/ 3 w 437"/>
                <a:gd name="T35" fmla="*/ 0 h 260"/>
                <a:gd name="T36" fmla="*/ 3 w 437"/>
                <a:gd name="T37" fmla="*/ 0 h 260"/>
                <a:gd name="T38" fmla="*/ 3 w 437"/>
                <a:gd name="T39" fmla="*/ 0 h 260"/>
                <a:gd name="T40" fmla="*/ 3 w 437"/>
                <a:gd name="T41" fmla="*/ 0 h 260"/>
                <a:gd name="T42" fmla="*/ 3 w 437"/>
                <a:gd name="T43" fmla="*/ 1 h 260"/>
                <a:gd name="T44" fmla="*/ 3 w 437"/>
                <a:gd name="T45" fmla="*/ 1 h 260"/>
                <a:gd name="T46" fmla="*/ 3 w 437"/>
                <a:gd name="T47" fmla="*/ 1 h 260"/>
                <a:gd name="T48" fmla="*/ 3 w 437"/>
                <a:gd name="T49" fmla="*/ 1 h 260"/>
                <a:gd name="T50" fmla="*/ 3 w 437"/>
                <a:gd name="T51" fmla="*/ 1 h 260"/>
                <a:gd name="T52" fmla="*/ 2 w 437"/>
                <a:gd name="T53" fmla="*/ 1 h 260"/>
                <a:gd name="T54" fmla="*/ 2 w 437"/>
                <a:gd name="T55" fmla="*/ 2 h 260"/>
                <a:gd name="T56" fmla="*/ 2 w 437"/>
                <a:gd name="T57" fmla="*/ 2 h 260"/>
                <a:gd name="T58" fmla="*/ 2 w 437"/>
                <a:gd name="T59" fmla="*/ 2 h 260"/>
                <a:gd name="T60" fmla="*/ 1 w 437"/>
                <a:gd name="T61" fmla="*/ 2 h 260"/>
                <a:gd name="T62" fmla="*/ 1 w 437"/>
                <a:gd name="T63" fmla="*/ 2 h 260"/>
                <a:gd name="T64" fmla="*/ 1 w 437"/>
                <a:gd name="T65" fmla="*/ 2 h 260"/>
                <a:gd name="T66" fmla="*/ 0 w 437"/>
                <a:gd name="T67" fmla="*/ 2 h 260"/>
                <a:gd name="T68" fmla="*/ 0 w 437"/>
                <a:gd name="T69" fmla="*/ 2 h 260"/>
                <a:gd name="T70" fmla="*/ 0 w 437"/>
                <a:gd name="T71" fmla="*/ 2 h 260"/>
                <a:gd name="T72" fmla="*/ 0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0" y="260"/>
                  </a:moveTo>
                  <a:lnTo>
                    <a:pt x="0" y="260"/>
                  </a:lnTo>
                  <a:lnTo>
                    <a:pt x="43" y="259"/>
                  </a:lnTo>
                  <a:lnTo>
                    <a:pt x="87" y="255"/>
                  </a:lnTo>
                  <a:lnTo>
                    <a:pt x="128" y="248"/>
                  </a:lnTo>
                  <a:lnTo>
                    <a:pt x="168" y="240"/>
                  </a:lnTo>
                  <a:lnTo>
                    <a:pt x="207" y="230"/>
                  </a:lnTo>
                  <a:lnTo>
                    <a:pt x="242" y="217"/>
                  </a:lnTo>
                  <a:lnTo>
                    <a:pt x="276" y="202"/>
                  </a:lnTo>
                  <a:lnTo>
                    <a:pt x="308" y="185"/>
                  </a:lnTo>
                  <a:lnTo>
                    <a:pt x="336" y="166"/>
                  </a:lnTo>
                  <a:lnTo>
                    <a:pt x="360" y="146"/>
                  </a:lnTo>
                  <a:lnTo>
                    <a:pt x="383" y="125"/>
                  </a:lnTo>
                  <a:lnTo>
                    <a:pt x="401" y="102"/>
                  </a:lnTo>
                  <a:lnTo>
                    <a:pt x="417" y="77"/>
                  </a:lnTo>
                  <a:lnTo>
                    <a:pt x="427" y="53"/>
                  </a:lnTo>
                  <a:lnTo>
                    <a:pt x="434" y="27"/>
                  </a:lnTo>
                  <a:lnTo>
                    <a:pt x="437" y="0"/>
                  </a:lnTo>
                  <a:lnTo>
                    <a:pt x="425" y="0"/>
                  </a:lnTo>
                  <a:lnTo>
                    <a:pt x="422" y="24"/>
                  </a:lnTo>
                  <a:lnTo>
                    <a:pt x="415" y="48"/>
                  </a:lnTo>
                  <a:lnTo>
                    <a:pt x="405" y="73"/>
                  </a:lnTo>
                  <a:lnTo>
                    <a:pt x="392" y="95"/>
                  </a:lnTo>
                  <a:lnTo>
                    <a:pt x="373" y="116"/>
                  </a:lnTo>
                  <a:lnTo>
                    <a:pt x="353" y="137"/>
                  </a:lnTo>
                  <a:lnTo>
                    <a:pt x="329" y="157"/>
                  </a:lnTo>
                  <a:lnTo>
                    <a:pt x="301" y="173"/>
                  </a:lnTo>
                  <a:lnTo>
                    <a:pt x="271" y="190"/>
                  </a:lnTo>
                  <a:lnTo>
                    <a:pt x="237" y="205"/>
                  </a:lnTo>
                  <a:lnTo>
                    <a:pt x="202" y="218"/>
                  </a:lnTo>
                  <a:lnTo>
                    <a:pt x="166" y="228"/>
                  </a:lnTo>
                  <a:lnTo>
                    <a:pt x="126" y="237"/>
                  </a:lnTo>
                  <a:lnTo>
                    <a:pt x="85" y="244"/>
                  </a:lnTo>
                  <a:lnTo>
                    <a:pt x="43" y="247"/>
                  </a:lnTo>
                  <a:lnTo>
                    <a:pt x="0" y="248"/>
                  </a:lnTo>
                  <a:lnTo>
                    <a:pt x="0"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4900" name="Freeform 50"/>
            <p:cNvSpPr>
              <a:spLocks/>
            </p:cNvSpPr>
            <p:nvPr/>
          </p:nvSpPr>
          <p:spPr bwMode="auto">
            <a:xfrm>
              <a:off x="1179" y="1640"/>
              <a:ext cx="88" cy="52"/>
            </a:xfrm>
            <a:custGeom>
              <a:avLst/>
              <a:gdLst>
                <a:gd name="T0" fmla="*/ 0 w 439"/>
                <a:gd name="T1" fmla="*/ 0 h 260"/>
                <a:gd name="T2" fmla="*/ 0 w 439"/>
                <a:gd name="T3" fmla="*/ 0 h 260"/>
                <a:gd name="T4" fmla="*/ 0 w 439"/>
                <a:gd name="T5" fmla="*/ 0 h 260"/>
                <a:gd name="T6" fmla="*/ 0 w 439"/>
                <a:gd name="T7" fmla="*/ 0 h 260"/>
                <a:gd name="T8" fmla="*/ 0 w 439"/>
                <a:gd name="T9" fmla="*/ 1 h 260"/>
                <a:gd name="T10" fmla="*/ 0 w 439"/>
                <a:gd name="T11" fmla="*/ 1 h 260"/>
                <a:gd name="T12" fmla="*/ 0 w 439"/>
                <a:gd name="T13" fmla="*/ 1 h 260"/>
                <a:gd name="T14" fmla="*/ 1 w 439"/>
                <a:gd name="T15" fmla="*/ 1 h 260"/>
                <a:gd name="T16" fmla="*/ 1 w 439"/>
                <a:gd name="T17" fmla="*/ 1 h 260"/>
                <a:gd name="T18" fmla="*/ 1 w 439"/>
                <a:gd name="T19" fmla="*/ 1 h 260"/>
                <a:gd name="T20" fmla="*/ 1 w 439"/>
                <a:gd name="T21" fmla="*/ 2 h 260"/>
                <a:gd name="T22" fmla="*/ 2 w 439"/>
                <a:gd name="T23" fmla="*/ 2 h 260"/>
                <a:gd name="T24" fmla="*/ 2 w 439"/>
                <a:gd name="T25" fmla="*/ 2 h 260"/>
                <a:gd name="T26" fmla="*/ 2 w 439"/>
                <a:gd name="T27" fmla="*/ 2 h 260"/>
                <a:gd name="T28" fmla="*/ 2 w 439"/>
                <a:gd name="T29" fmla="*/ 2 h 260"/>
                <a:gd name="T30" fmla="*/ 3 w 439"/>
                <a:gd name="T31" fmla="*/ 2 h 260"/>
                <a:gd name="T32" fmla="*/ 3 w 439"/>
                <a:gd name="T33" fmla="*/ 2 h 260"/>
                <a:gd name="T34" fmla="*/ 4 w 439"/>
                <a:gd name="T35" fmla="*/ 2 h 260"/>
                <a:gd name="T36" fmla="*/ 4 w 439"/>
                <a:gd name="T37" fmla="*/ 2 h 260"/>
                <a:gd name="T38" fmla="*/ 3 w 439"/>
                <a:gd name="T39" fmla="*/ 2 h 260"/>
                <a:gd name="T40" fmla="*/ 3 w 439"/>
                <a:gd name="T41" fmla="*/ 2 h 260"/>
                <a:gd name="T42" fmla="*/ 3 w 439"/>
                <a:gd name="T43" fmla="*/ 2 h 260"/>
                <a:gd name="T44" fmla="*/ 2 w 439"/>
                <a:gd name="T45" fmla="*/ 2 h 260"/>
                <a:gd name="T46" fmla="*/ 2 w 439"/>
                <a:gd name="T47" fmla="*/ 2 h 260"/>
                <a:gd name="T48" fmla="*/ 2 w 439"/>
                <a:gd name="T49" fmla="*/ 2 h 260"/>
                <a:gd name="T50" fmla="*/ 1 w 439"/>
                <a:gd name="T51" fmla="*/ 2 h 260"/>
                <a:gd name="T52" fmla="*/ 1 w 439"/>
                <a:gd name="T53" fmla="*/ 1 h 260"/>
                <a:gd name="T54" fmla="*/ 1 w 439"/>
                <a:gd name="T55" fmla="*/ 1 h 260"/>
                <a:gd name="T56" fmla="*/ 1 w 439"/>
                <a:gd name="T57" fmla="*/ 1 h 260"/>
                <a:gd name="T58" fmla="*/ 1 w 439"/>
                <a:gd name="T59" fmla="*/ 1 h 260"/>
                <a:gd name="T60" fmla="*/ 0 w 439"/>
                <a:gd name="T61" fmla="*/ 1 h 260"/>
                <a:gd name="T62" fmla="*/ 0 w 439"/>
                <a:gd name="T63" fmla="*/ 1 h 260"/>
                <a:gd name="T64" fmla="*/ 0 w 439"/>
                <a:gd name="T65" fmla="*/ 0 h 260"/>
                <a:gd name="T66" fmla="*/ 0 w 439"/>
                <a:gd name="T67" fmla="*/ 0 h 260"/>
                <a:gd name="T68" fmla="*/ 0 w 439"/>
                <a:gd name="T69" fmla="*/ 0 h 260"/>
                <a:gd name="T70" fmla="*/ 0 w 439"/>
                <a:gd name="T71" fmla="*/ 0 h 260"/>
                <a:gd name="T72" fmla="*/ 0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0" y="0"/>
                  </a:moveTo>
                  <a:lnTo>
                    <a:pt x="0" y="0"/>
                  </a:lnTo>
                  <a:lnTo>
                    <a:pt x="3" y="27"/>
                  </a:lnTo>
                  <a:lnTo>
                    <a:pt x="10" y="53"/>
                  </a:lnTo>
                  <a:lnTo>
                    <a:pt x="20" y="77"/>
                  </a:lnTo>
                  <a:lnTo>
                    <a:pt x="35" y="102"/>
                  </a:lnTo>
                  <a:lnTo>
                    <a:pt x="54" y="125"/>
                  </a:lnTo>
                  <a:lnTo>
                    <a:pt x="76" y="146"/>
                  </a:lnTo>
                  <a:lnTo>
                    <a:pt x="102" y="166"/>
                  </a:lnTo>
                  <a:lnTo>
                    <a:pt x="130" y="185"/>
                  </a:lnTo>
                  <a:lnTo>
                    <a:pt x="162" y="202"/>
                  </a:lnTo>
                  <a:lnTo>
                    <a:pt x="195" y="217"/>
                  </a:lnTo>
                  <a:lnTo>
                    <a:pt x="231" y="230"/>
                  </a:lnTo>
                  <a:lnTo>
                    <a:pt x="270" y="240"/>
                  </a:lnTo>
                  <a:lnTo>
                    <a:pt x="310" y="248"/>
                  </a:lnTo>
                  <a:lnTo>
                    <a:pt x="351" y="255"/>
                  </a:lnTo>
                  <a:lnTo>
                    <a:pt x="395" y="259"/>
                  </a:lnTo>
                  <a:lnTo>
                    <a:pt x="439" y="260"/>
                  </a:lnTo>
                  <a:lnTo>
                    <a:pt x="439" y="248"/>
                  </a:lnTo>
                  <a:lnTo>
                    <a:pt x="395" y="247"/>
                  </a:lnTo>
                  <a:lnTo>
                    <a:pt x="353" y="244"/>
                  </a:lnTo>
                  <a:lnTo>
                    <a:pt x="312" y="237"/>
                  </a:lnTo>
                  <a:lnTo>
                    <a:pt x="272" y="228"/>
                  </a:lnTo>
                  <a:lnTo>
                    <a:pt x="236" y="218"/>
                  </a:lnTo>
                  <a:lnTo>
                    <a:pt x="200" y="205"/>
                  </a:lnTo>
                  <a:lnTo>
                    <a:pt x="167" y="190"/>
                  </a:lnTo>
                  <a:lnTo>
                    <a:pt x="137" y="173"/>
                  </a:lnTo>
                  <a:lnTo>
                    <a:pt x="109" y="157"/>
                  </a:lnTo>
                  <a:lnTo>
                    <a:pt x="84" y="137"/>
                  </a:lnTo>
                  <a:lnTo>
                    <a:pt x="64" y="116"/>
                  </a:lnTo>
                  <a:lnTo>
                    <a:pt x="45" y="95"/>
                  </a:lnTo>
                  <a:lnTo>
                    <a:pt x="32" y="73"/>
                  </a:lnTo>
                  <a:lnTo>
                    <a:pt x="21" y="48"/>
                  </a:lnTo>
                  <a:lnTo>
                    <a:pt x="14" y="24"/>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4901" name="Freeform 51"/>
            <p:cNvSpPr>
              <a:spLocks/>
            </p:cNvSpPr>
            <p:nvPr/>
          </p:nvSpPr>
          <p:spPr bwMode="auto">
            <a:xfrm>
              <a:off x="1179" y="1588"/>
              <a:ext cx="88" cy="52"/>
            </a:xfrm>
            <a:custGeom>
              <a:avLst/>
              <a:gdLst>
                <a:gd name="T0" fmla="*/ 4 w 439"/>
                <a:gd name="T1" fmla="*/ 0 h 260"/>
                <a:gd name="T2" fmla="*/ 4 w 439"/>
                <a:gd name="T3" fmla="*/ 0 h 260"/>
                <a:gd name="T4" fmla="*/ 3 w 439"/>
                <a:gd name="T5" fmla="*/ 0 h 260"/>
                <a:gd name="T6" fmla="*/ 3 w 439"/>
                <a:gd name="T7" fmla="*/ 0 h 260"/>
                <a:gd name="T8" fmla="*/ 2 w 439"/>
                <a:gd name="T9" fmla="*/ 0 h 260"/>
                <a:gd name="T10" fmla="*/ 2 w 439"/>
                <a:gd name="T11" fmla="*/ 0 h 260"/>
                <a:gd name="T12" fmla="*/ 2 w 439"/>
                <a:gd name="T13" fmla="*/ 0 h 260"/>
                <a:gd name="T14" fmla="*/ 2 w 439"/>
                <a:gd name="T15" fmla="*/ 0 h 260"/>
                <a:gd name="T16" fmla="*/ 1 w 439"/>
                <a:gd name="T17" fmla="*/ 0 h 260"/>
                <a:gd name="T18" fmla="*/ 1 w 439"/>
                <a:gd name="T19" fmla="*/ 1 h 260"/>
                <a:gd name="T20" fmla="*/ 1 w 439"/>
                <a:gd name="T21" fmla="*/ 1 h 260"/>
                <a:gd name="T22" fmla="*/ 1 w 439"/>
                <a:gd name="T23" fmla="*/ 1 h 260"/>
                <a:gd name="T24" fmla="*/ 0 w 439"/>
                <a:gd name="T25" fmla="*/ 1 h 260"/>
                <a:gd name="T26" fmla="*/ 0 w 439"/>
                <a:gd name="T27" fmla="*/ 1 h 260"/>
                <a:gd name="T28" fmla="*/ 0 w 439"/>
                <a:gd name="T29" fmla="*/ 1 h 260"/>
                <a:gd name="T30" fmla="*/ 0 w 439"/>
                <a:gd name="T31" fmla="*/ 2 h 260"/>
                <a:gd name="T32" fmla="*/ 0 w 439"/>
                <a:gd name="T33" fmla="*/ 2 h 260"/>
                <a:gd name="T34" fmla="*/ 0 w 439"/>
                <a:gd name="T35" fmla="*/ 2 h 260"/>
                <a:gd name="T36" fmla="*/ 0 w 439"/>
                <a:gd name="T37" fmla="*/ 2 h 260"/>
                <a:gd name="T38" fmla="*/ 0 w 439"/>
                <a:gd name="T39" fmla="*/ 2 h 260"/>
                <a:gd name="T40" fmla="*/ 0 w 439"/>
                <a:gd name="T41" fmla="*/ 2 h 260"/>
                <a:gd name="T42" fmla="*/ 0 w 439"/>
                <a:gd name="T43" fmla="*/ 1 h 260"/>
                <a:gd name="T44" fmla="*/ 0 w 439"/>
                <a:gd name="T45" fmla="*/ 1 h 260"/>
                <a:gd name="T46" fmla="*/ 1 w 439"/>
                <a:gd name="T47" fmla="*/ 1 h 260"/>
                <a:gd name="T48" fmla="*/ 1 w 439"/>
                <a:gd name="T49" fmla="*/ 1 h 260"/>
                <a:gd name="T50" fmla="*/ 1 w 439"/>
                <a:gd name="T51" fmla="*/ 1 h 260"/>
                <a:gd name="T52" fmla="*/ 1 w 439"/>
                <a:gd name="T53" fmla="*/ 1 h 260"/>
                <a:gd name="T54" fmla="*/ 1 w 439"/>
                <a:gd name="T55" fmla="*/ 1 h 260"/>
                <a:gd name="T56" fmla="*/ 2 w 439"/>
                <a:gd name="T57" fmla="*/ 0 h 260"/>
                <a:gd name="T58" fmla="*/ 2 w 439"/>
                <a:gd name="T59" fmla="*/ 0 h 260"/>
                <a:gd name="T60" fmla="*/ 2 w 439"/>
                <a:gd name="T61" fmla="*/ 0 h 260"/>
                <a:gd name="T62" fmla="*/ 3 w 439"/>
                <a:gd name="T63" fmla="*/ 0 h 260"/>
                <a:gd name="T64" fmla="*/ 3 w 439"/>
                <a:gd name="T65" fmla="*/ 0 h 260"/>
                <a:gd name="T66" fmla="*/ 3 w 439"/>
                <a:gd name="T67" fmla="*/ 0 h 260"/>
                <a:gd name="T68" fmla="*/ 4 w 439"/>
                <a:gd name="T69" fmla="*/ 0 h 260"/>
                <a:gd name="T70" fmla="*/ 4 w 439"/>
                <a:gd name="T71" fmla="*/ 0 h 260"/>
                <a:gd name="T72" fmla="*/ 4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439" y="0"/>
                  </a:moveTo>
                  <a:lnTo>
                    <a:pt x="439" y="0"/>
                  </a:lnTo>
                  <a:lnTo>
                    <a:pt x="395" y="1"/>
                  </a:lnTo>
                  <a:lnTo>
                    <a:pt x="351" y="4"/>
                  </a:lnTo>
                  <a:lnTo>
                    <a:pt x="310" y="11"/>
                  </a:lnTo>
                  <a:lnTo>
                    <a:pt x="270" y="19"/>
                  </a:lnTo>
                  <a:lnTo>
                    <a:pt x="231" y="30"/>
                  </a:lnTo>
                  <a:lnTo>
                    <a:pt x="195" y="43"/>
                  </a:lnTo>
                  <a:lnTo>
                    <a:pt x="162" y="58"/>
                  </a:lnTo>
                  <a:lnTo>
                    <a:pt x="130" y="73"/>
                  </a:lnTo>
                  <a:lnTo>
                    <a:pt x="102" y="93"/>
                  </a:lnTo>
                  <a:lnTo>
                    <a:pt x="76" y="113"/>
                  </a:lnTo>
                  <a:lnTo>
                    <a:pt x="54" y="133"/>
                  </a:lnTo>
                  <a:lnTo>
                    <a:pt x="35" y="157"/>
                  </a:lnTo>
                  <a:lnTo>
                    <a:pt x="20" y="181"/>
                  </a:lnTo>
                  <a:lnTo>
                    <a:pt x="10" y="206"/>
                  </a:lnTo>
                  <a:lnTo>
                    <a:pt x="3" y="233"/>
                  </a:lnTo>
                  <a:lnTo>
                    <a:pt x="0" y="260"/>
                  </a:lnTo>
                  <a:lnTo>
                    <a:pt x="12" y="260"/>
                  </a:lnTo>
                  <a:lnTo>
                    <a:pt x="14" y="235"/>
                  </a:lnTo>
                  <a:lnTo>
                    <a:pt x="21" y="211"/>
                  </a:lnTo>
                  <a:lnTo>
                    <a:pt x="32" y="186"/>
                  </a:lnTo>
                  <a:lnTo>
                    <a:pt x="45" y="164"/>
                  </a:lnTo>
                  <a:lnTo>
                    <a:pt x="64" y="143"/>
                  </a:lnTo>
                  <a:lnTo>
                    <a:pt x="84" y="123"/>
                  </a:lnTo>
                  <a:lnTo>
                    <a:pt x="109" y="103"/>
                  </a:lnTo>
                  <a:lnTo>
                    <a:pt x="137" y="85"/>
                  </a:lnTo>
                  <a:lnTo>
                    <a:pt x="167" y="70"/>
                  </a:lnTo>
                  <a:lnTo>
                    <a:pt x="200" y="55"/>
                  </a:lnTo>
                  <a:lnTo>
                    <a:pt x="236" y="42"/>
                  </a:lnTo>
                  <a:lnTo>
                    <a:pt x="272" y="31"/>
                  </a:lnTo>
                  <a:lnTo>
                    <a:pt x="312" y="23"/>
                  </a:lnTo>
                  <a:lnTo>
                    <a:pt x="353" y="16"/>
                  </a:lnTo>
                  <a:lnTo>
                    <a:pt x="395" y="12"/>
                  </a:lnTo>
                  <a:lnTo>
                    <a:pt x="439" y="11"/>
                  </a:lnTo>
                  <a:lnTo>
                    <a:pt x="439"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4902" name="Freeform 52"/>
            <p:cNvSpPr>
              <a:spLocks/>
            </p:cNvSpPr>
            <p:nvPr/>
          </p:nvSpPr>
          <p:spPr bwMode="auto">
            <a:xfrm>
              <a:off x="964" y="1745"/>
              <a:ext cx="48" cy="85"/>
            </a:xfrm>
            <a:custGeom>
              <a:avLst/>
              <a:gdLst>
                <a:gd name="T0" fmla="*/ 2 w 244"/>
                <a:gd name="T1" fmla="*/ 3 h 426"/>
                <a:gd name="T2" fmla="*/ 2 w 244"/>
                <a:gd name="T3" fmla="*/ 3 h 426"/>
                <a:gd name="T4" fmla="*/ 2 w 244"/>
                <a:gd name="T5" fmla="*/ 3 h 426"/>
                <a:gd name="T6" fmla="*/ 2 w 244"/>
                <a:gd name="T7" fmla="*/ 3 h 426"/>
                <a:gd name="T8" fmla="*/ 2 w 244"/>
                <a:gd name="T9" fmla="*/ 2 h 426"/>
                <a:gd name="T10" fmla="*/ 2 w 244"/>
                <a:gd name="T11" fmla="*/ 2 h 426"/>
                <a:gd name="T12" fmla="*/ 2 w 244"/>
                <a:gd name="T13" fmla="*/ 2 h 426"/>
                <a:gd name="T14" fmla="*/ 2 w 244"/>
                <a:gd name="T15" fmla="*/ 2 h 426"/>
                <a:gd name="T16" fmla="*/ 1 w 244"/>
                <a:gd name="T17" fmla="*/ 1 h 426"/>
                <a:gd name="T18" fmla="*/ 1 w 244"/>
                <a:gd name="T19" fmla="*/ 1 h 426"/>
                <a:gd name="T20" fmla="*/ 1 w 244"/>
                <a:gd name="T21" fmla="*/ 1 h 426"/>
                <a:gd name="T22" fmla="*/ 1 w 244"/>
                <a:gd name="T23" fmla="*/ 1 h 426"/>
                <a:gd name="T24" fmla="*/ 1 w 244"/>
                <a:gd name="T25" fmla="*/ 0 h 426"/>
                <a:gd name="T26" fmla="*/ 1 w 244"/>
                <a:gd name="T27" fmla="*/ 0 h 426"/>
                <a:gd name="T28" fmla="*/ 1 w 244"/>
                <a:gd name="T29" fmla="*/ 0 h 426"/>
                <a:gd name="T30" fmla="*/ 0 w 244"/>
                <a:gd name="T31" fmla="*/ 0 h 426"/>
                <a:gd name="T32" fmla="*/ 0 w 244"/>
                <a:gd name="T33" fmla="*/ 0 h 426"/>
                <a:gd name="T34" fmla="*/ 0 w 244"/>
                <a:gd name="T35" fmla="*/ 0 h 426"/>
                <a:gd name="T36" fmla="*/ 0 w 244"/>
                <a:gd name="T37" fmla="*/ 0 h 426"/>
                <a:gd name="T38" fmla="*/ 0 w 244"/>
                <a:gd name="T39" fmla="*/ 0 h 426"/>
                <a:gd name="T40" fmla="*/ 0 w 244"/>
                <a:gd name="T41" fmla="*/ 0 h 426"/>
                <a:gd name="T42" fmla="*/ 1 w 244"/>
                <a:gd name="T43" fmla="*/ 0 h 426"/>
                <a:gd name="T44" fmla="*/ 1 w 244"/>
                <a:gd name="T45" fmla="*/ 0 h 426"/>
                <a:gd name="T46" fmla="*/ 1 w 244"/>
                <a:gd name="T47" fmla="*/ 0 h 426"/>
                <a:gd name="T48" fmla="*/ 1 w 244"/>
                <a:gd name="T49" fmla="*/ 1 h 426"/>
                <a:gd name="T50" fmla="*/ 1 w 244"/>
                <a:gd name="T51" fmla="*/ 1 h 426"/>
                <a:gd name="T52" fmla="*/ 1 w 244"/>
                <a:gd name="T53" fmla="*/ 1 h 426"/>
                <a:gd name="T54" fmla="*/ 1 w 244"/>
                <a:gd name="T55" fmla="*/ 1 h 426"/>
                <a:gd name="T56" fmla="*/ 1 w 244"/>
                <a:gd name="T57" fmla="*/ 2 h 426"/>
                <a:gd name="T58" fmla="*/ 2 w 244"/>
                <a:gd name="T59" fmla="*/ 2 h 426"/>
                <a:gd name="T60" fmla="*/ 2 w 244"/>
                <a:gd name="T61" fmla="*/ 2 h 426"/>
                <a:gd name="T62" fmla="*/ 2 w 244"/>
                <a:gd name="T63" fmla="*/ 2 h 426"/>
                <a:gd name="T64" fmla="*/ 2 w 244"/>
                <a:gd name="T65" fmla="*/ 3 h 426"/>
                <a:gd name="T66" fmla="*/ 2 w 244"/>
                <a:gd name="T67" fmla="*/ 3 h 426"/>
                <a:gd name="T68" fmla="*/ 2 w 244"/>
                <a:gd name="T69" fmla="*/ 3 h 426"/>
                <a:gd name="T70" fmla="*/ 2 w 244"/>
                <a:gd name="T71" fmla="*/ 3 h 426"/>
                <a:gd name="T72" fmla="*/ 2 w 244"/>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6"/>
                <a:gd name="T113" fmla="*/ 244 w 244"/>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6">
                  <a:moveTo>
                    <a:pt x="244" y="426"/>
                  </a:moveTo>
                  <a:lnTo>
                    <a:pt x="244" y="426"/>
                  </a:lnTo>
                  <a:lnTo>
                    <a:pt x="243" y="383"/>
                  </a:lnTo>
                  <a:lnTo>
                    <a:pt x="240" y="340"/>
                  </a:lnTo>
                  <a:lnTo>
                    <a:pt x="234" y="300"/>
                  </a:lnTo>
                  <a:lnTo>
                    <a:pt x="226" y="262"/>
                  </a:lnTo>
                  <a:lnTo>
                    <a:pt x="215" y="224"/>
                  </a:lnTo>
                  <a:lnTo>
                    <a:pt x="203" y="189"/>
                  </a:lnTo>
                  <a:lnTo>
                    <a:pt x="189" y="157"/>
                  </a:lnTo>
                  <a:lnTo>
                    <a:pt x="174" y="126"/>
                  </a:lnTo>
                  <a:lnTo>
                    <a:pt x="155" y="99"/>
                  </a:lnTo>
                  <a:lnTo>
                    <a:pt x="138" y="74"/>
                  </a:lnTo>
                  <a:lnTo>
                    <a:pt x="118" y="52"/>
                  </a:lnTo>
                  <a:lnTo>
                    <a:pt x="96" y="34"/>
                  </a:lnTo>
                  <a:lnTo>
                    <a:pt x="73" y="19"/>
                  </a:lnTo>
                  <a:lnTo>
                    <a:pt x="50" y="8"/>
                  </a:lnTo>
                  <a:lnTo>
                    <a:pt x="25" y="2"/>
                  </a:lnTo>
                  <a:lnTo>
                    <a:pt x="0" y="0"/>
                  </a:lnTo>
                  <a:lnTo>
                    <a:pt x="0" y="12"/>
                  </a:lnTo>
                  <a:lnTo>
                    <a:pt x="23" y="14"/>
                  </a:lnTo>
                  <a:lnTo>
                    <a:pt x="45" y="20"/>
                  </a:lnTo>
                  <a:lnTo>
                    <a:pt x="66" y="31"/>
                  </a:lnTo>
                  <a:lnTo>
                    <a:pt x="89" y="43"/>
                  </a:lnTo>
                  <a:lnTo>
                    <a:pt x="109" y="61"/>
                  </a:lnTo>
                  <a:lnTo>
                    <a:pt x="129" y="81"/>
                  </a:lnTo>
                  <a:lnTo>
                    <a:pt x="146" y="106"/>
                  </a:lnTo>
                  <a:lnTo>
                    <a:pt x="162" y="133"/>
                  </a:lnTo>
                  <a:lnTo>
                    <a:pt x="178" y="162"/>
                  </a:lnTo>
                  <a:lnTo>
                    <a:pt x="192" y="194"/>
                  </a:lnTo>
                  <a:lnTo>
                    <a:pt x="203" y="229"/>
                  </a:lnTo>
                  <a:lnTo>
                    <a:pt x="214" y="264"/>
                  </a:lnTo>
                  <a:lnTo>
                    <a:pt x="222" y="303"/>
                  </a:lnTo>
                  <a:lnTo>
                    <a:pt x="228" y="342"/>
                  </a:lnTo>
                  <a:lnTo>
                    <a:pt x="232" y="383"/>
                  </a:lnTo>
                  <a:lnTo>
                    <a:pt x="233" y="426"/>
                  </a:lnTo>
                  <a:lnTo>
                    <a:pt x="244"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4903" name="Freeform 53"/>
            <p:cNvSpPr>
              <a:spLocks/>
            </p:cNvSpPr>
            <p:nvPr/>
          </p:nvSpPr>
          <p:spPr bwMode="auto">
            <a:xfrm>
              <a:off x="964" y="1830"/>
              <a:ext cx="48" cy="85"/>
            </a:xfrm>
            <a:custGeom>
              <a:avLst/>
              <a:gdLst>
                <a:gd name="T0" fmla="*/ 0 w 244"/>
                <a:gd name="T1" fmla="*/ 3 h 424"/>
                <a:gd name="T2" fmla="*/ 0 w 244"/>
                <a:gd name="T3" fmla="*/ 3 h 424"/>
                <a:gd name="T4" fmla="*/ 0 w 244"/>
                <a:gd name="T5" fmla="*/ 3 h 424"/>
                <a:gd name="T6" fmla="*/ 0 w 244"/>
                <a:gd name="T7" fmla="*/ 3 h 424"/>
                <a:gd name="T8" fmla="*/ 1 w 244"/>
                <a:gd name="T9" fmla="*/ 3 h 424"/>
                <a:gd name="T10" fmla="*/ 1 w 244"/>
                <a:gd name="T11" fmla="*/ 3 h 424"/>
                <a:gd name="T12" fmla="*/ 1 w 244"/>
                <a:gd name="T13" fmla="*/ 3 h 424"/>
                <a:gd name="T14" fmla="*/ 1 w 244"/>
                <a:gd name="T15" fmla="*/ 3 h 424"/>
                <a:gd name="T16" fmla="*/ 1 w 244"/>
                <a:gd name="T17" fmla="*/ 3 h 424"/>
                <a:gd name="T18" fmla="*/ 1 w 244"/>
                <a:gd name="T19" fmla="*/ 2 h 424"/>
                <a:gd name="T20" fmla="*/ 1 w 244"/>
                <a:gd name="T21" fmla="*/ 2 h 424"/>
                <a:gd name="T22" fmla="*/ 2 w 244"/>
                <a:gd name="T23" fmla="*/ 2 h 424"/>
                <a:gd name="T24" fmla="*/ 2 w 244"/>
                <a:gd name="T25" fmla="*/ 2 h 424"/>
                <a:gd name="T26" fmla="*/ 2 w 244"/>
                <a:gd name="T27" fmla="*/ 1 h 424"/>
                <a:gd name="T28" fmla="*/ 2 w 244"/>
                <a:gd name="T29" fmla="*/ 1 h 424"/>
                <a:gd name="T30" fmla="*/ 2 w 244"/>
                <a:gd name="T31" fmla="*/ 1 h 424"/>
                <a:gd name="T32" fmla="*/ 2 w 244"/>
                <a:gd name="T33" fmla="*/ 0 h 424"/>
                <a:gd name="T34" fmla="*/ 2 w 244"/>
                <a:gd name="T35" fmla="*/ 0 h 424"/>
                <a:gd name="T36" fmla="*/ 2 w 244"/>
                <a:gd name="T37" fmla="*/ 0 h 424"/>
                <a:gd name="T38" fmla="*/ 2 w 244"/>
                <a:gd name="T39" fmla="*/ 0 h 424"/>
                <a:gd name="T40" fmla="*/ 2 w 244"/>
                <a:gd name="T41" fmla="*/ 1 h 424"/>
                <a:gd name="T42" fmla="*/ 2 w 244"/>
                <a:gd name="T43" fmla="*/ 1 h 424"/>
                <a:gd name="T44" fmla="*/ 2 w 244"/>
                <a:gd name="T45" fmla="*/ 1 h 424"/>
                <a:gd name="T46" fmla="*/ 2 w 244"/>
                <a:gd name="T47" fmla="*/ 2 h 424"/>
                <a:gd name="T48" fmla="*/ 1 w 244"/>
                <a:gd name="T49" fmla="*/ 2 h 424"/>
                <a:gd name="T50" fmla="*/ 1 w 244"/>
                <a:gd name="T51" fmla="*/ 2 h 424"/>
                <a:gd name="T52" fmla="*/ 1 w 244"/>
                <a:gd name="T53" fmla="*/ 2 h 424"/>
                <a:gd name="T54" fmla="*/ 1 w 244"/>
                <a:gd name="T55" fmla="*/ 3 h 424"/>
                <a:gd name="T56" fmla="*/ 1 w 244"/>
                <a:gd name="T57" fmla="*/ 3 h 424"/>
                <a:gd name="T58" fmla="*/ 1 w 244"/>
                <a:gd name="T59" fmla="*/ 3 h 424"/>
                <a:gd name="T60" fmla="*/ 1 w 244"/>
                <a:gd name="T61" fmla="*/ 3 h 424"/>
                <a:gd name="T62" fmla="*/ 1 w 244"/>
                <a:gd name="T63" fmla="*/ 3 h 424"/>
                <a:gd name="T64" fmla="*/ 0 w 244"/>
                <a:gd name="T65" fmla="*/ 3 h 424"/>
                <a:gd name="T66" fmla="*/ 0 w 244"/>
                <a:gd name="T67" fmla="*/ 3 h 424"/>
                <a:gd name="T68" fmla="*/ 0 w 244"/>
                <a:gd name="T69" fmla="*/ 3 h 424"/>
                <a:gd name="T70" fmla="*/ 0 w 244"/>
                <a:gd name="T71" fmla="*/ 3 h 424"/>
                <a:gd name="T72" fmla="*/ 0 w 244"/>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4"/>
                <a:gd name="T113" fmla="*/ 244 w 244"/>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4">
                  <a:moveTo>
                    <a:pt x="0" y="424"/>
                  </a:moveTo>
                  <a:lnTo>
                    <a:pt x="0" y="424"/>
                  </a:lnTo>
                  <a:lnTo>
                    <a:pt x="25" y="422"/>
                  </a:lnTo>
                  <a:lnTo>
                    <a:pt x="50" y="416"/>
                  </a:lnTo>
                  <a:lnTo>
                    <a:pt x="73" y="405"/>
                  </a:lnTo>
                  <a:lnTo>
                    <a:pt x="96" y="390"/>
                  </a:lnTo>
                  <a:lnTo>
                    <a:pt x="118" y="373"/>
                  </a:lnTo>
                  <a:lnTo>
                    <a:pt x="138" y="350"/>
                  </a:lnTo>
                  <a:lnTo>
                    <a:pt x="155" y="326"/>
                  </a:lnTo>
                  <a:lnTo>
                    <a:pt x="173" y="299"/>
                  </a:lnTo>
                  <a:lnTo>
                    <a:pt x="189" y="268"/>
                  </a:lnTo>
                  <a:lnTo>
                    <a:pt x="203" y="235"/>
                  </a:lnTo>
                  <a:lnTo>
                    <a:pt x="215" y="201"/>
                  </a:lnTo>
                  <a:lnTo>
                    <a:pt x="226" y="163"/>
                  </a:lnTo>
                  <a:lnTo>
                    <a:pt x="234" y="125"/>
                  </a:lnTo>
                  <a:lnTo>
                    <a:pt x="240" y="85"/>
                  </a:lnTo>
                  <a:lnTo>
                    <a:pt x="243" y="42"/>
                  </a:lnTo>
                  <a:lnTo>
                    <a:pt x="244" y="0"/>
                  </a:lnTo>
                  <a:lnTo>
                    <a:pt x="233" y="0"/>
                  </a:lnTo>
                  <a:lnTo>
                    <a:pt x="232" y="42"/>
                  </a:lnTo>
                  <a:lnTo>
                    <a:pt x="228" y="83"/>
                  </a:lnTo>
                  <a:lnTo>
                    <a:pt x="222" y="123"/>
                  </a:lnTo>
                  <a:lnTo>
                    <a:pt x="214" y="160"/>
                  </a:lnTo>
                  <a:lnTo>
                    <a:pt x="203" y="197"/>
                  </a:lnTo>
                  <a:lnTo>
                    <a:pt x="192" y="231"/>
                  </a:lnTo>
                  <a:lnTo>
                    <a:pt x="178" y="263"/>
                  </a:lnTo>
                  <a:lnTo>
                    <a:pt x="164" y="292"/>
                  </a:lnTo>
                  <a:lnTo>
                    <a:pt x="146" y="319"/>
                  </a:lnTo>
                  <a:lnTo>
                    <a:pt x="129" y="343"/>
                  </a:lnTo>
                  <a:lnTo>
                    <a:pt x="109" y="363"/>
                  </a:lnTo>
                  <a:lnTo>
                    <a:pt x="89" y="381"/>
                  </a:lnTo>
                  <a:lnTo>
                    <a:pt x="66" y="394"/>
                  </a:lnTo>
                  <a:lnTo>
                    <a:pt x="45" y="404"/>
                  </a:lnTo>
                  <a:lnTo>
                    <a:pt x="23" y="410"/>
                  </a:lnTo>
                  <a:lnTo>
                    <a:pt x="0" y="412"/>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4904" name="Freeform 54"/>
            <p:cNvSpPr>
              <a:spLocks/>
            </p:cNvSpPr>
            <p:nvPr/>
          </p:nvSpPr>
          <p:spPr bwMode="auto">
            <a:xfrm>
              <a:off x="915" y="1830"/>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1" y="42"/>
                  </a:lnTo>
                  <a:lnTo>
                    <a:pt x="4" y="85"/>
                  </a:lnTo>
                  <a:lnTo>
                    <a:pt x="10" y="125"/>
                  </a:lnTo>
                  <a:lnTo>
                    <a:pt x="19" y="163"/>
                  </a:lnTo>
                  <a:lnTo>
                    <a:pt x="29" y="201"/>
                  </a:lnTo>
                  <a:lnTo>
                    <a:pt x="41" y="235"/>
                  </a:lnTo>
                  <a:lnTo>
                    <a:pt x="55" y="268"/>
                  </a:lnTo>
                  <a:lnTo>
                    <a:pt x="71" y="299"/>
                  </a:lnTo>
                  <a:lnTo>
                    <a:pt x="89" y="326"/>
                  </a:lnTo>
                  <a:lnTo>
                    <a:pt x="106" y="350"/>
                  </a:lnTo>
                  <a:lnTo>
                    <a:pt x="126" y="373"/>
                  </a:lnTo>
                  <a:lnTo>
                    <a:pt x="149" y="390"/>
                  </a:lnTo>
                  <a:lnTo>
                    <a:pt x="171" y="405"/>
                  </a:lnTo>
                  <a:lnTo>
                    <a:pt x="194" y="416"/>
                  </a:lnTo>
                  <a:lnTo>
                    <a:pt x="219" y="422"/>
                  </a:lnTo>
                  <a:lnTo>
                    <a:pt x="245" y="424"/>
                  </a:lnTo>
                  <a:lnTo>
                    <a:pt x="245" y="412"/>
                  </a:lnTo>
                  <a:lnTo>
                    <a:pt x="221" y="410"/>
                  </a:lnTo>
                  <a:lnTo>
                    <a:pt x="199" y="404"/>
                  </a:lnTo>
                  <a:lnTo>
                    <a:pt x="178" y="394"/>
                  </a:lnTo>
                  <a:lnTo>
                    <a:pt x="156" y="381"/>
                  </a:lnTo>
                  <a:lnTo>
                    <a:pt x="136" y="363"/>
                  </a:lnTo>
                  <a:lnTo>
                    <a:pt x="116" y="343"/>
                  </a:lnTo>
                  <a:lnTo>
                    <a:pt x="98" y="319"/>
                  </a:lnTo>
                  <a:lnTo>
                    <a:pt x="81" y="292"/>
                  </a:lnTo>
                  <a:lnTo>
                    <a:pt x="67" y="263"/>
                  </a:lnTo>
                  <a:lnTo>
                    <a:pt x="52" y="231"/>
                  </a:lnTo>
                  <a:lnTo>
                    <a:pt x="41" y="197"/>
                  </a:lnTo>
                  <a:lnTo>
                    <a:pt x="30" y="160"/>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4905" name="Freeform 55"/>
            <p:cNvSpPr>
              <a:spLocks/>
            </p:cNvSpPr>
            <p:nvPr/>
          </p:nvSpPr>
          <p:spPr bwMode="auto">
            <a:xfrm>
              <a:off x="915" y="1745"/>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0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19" y="2"/>
                  </a:lnTo>
                  <a:lnTo>
                    <a:pt x="194" y="8"/>
                  </a:lnTo>
                  <a:lnTo>
                    <a:pt x="171" y="19"/>
                  </a:lnTo>
                  <a:lnTo>
                    <a:pt x="149" y="34"/>
                  </a:lnTo>
                  <a:lnTo>
                    <a:pt x="126" y="52"/>
                  </a:lnTo>
                  <a:lnTo>
                    <a:pt x="106" y="74"/>
                  </a:lnTo>
                  <a:lnTo>
                    <a:pt x="89" y="99"/>
                  </a:lnTo>
                  <a:lnTo>
                    <a:pt x="70" y="126"/>
                  </a:lnTo>
                  <a:lnTo>
                    <a:pt x="55" y="157"/>
                  </a:lnTo>
                  <a:lnTo>
                    <a:pt x="41" y="189"/>
                  </a:lnTo>
                  <a:lnTo>
                    <a:pt x="29" y="224"/>
                  </a:lnTo>
                  <a:lnTo>
                    <a:pt x="19" y="262"/>
                  </a:lnTo>
                  <a:lnTo>
                    <a:pt x="10" y="300"/>
                  </a:lnTo>
                  <a:lnTo>
                    <a:pt x="4" y="340"/>
                  </a:lnTo>
                  <a:lnTo>
                    <a:pt x="1" y="383"/>
                  </a:lnTo>
                  <a:lnTo>
                    <a:pt x="0" y="426"/>
                  </a:lnTo>
                  <a:lnTo>
                    <a:pt x="11" y="426"/>
                  </a:lnTo>
                  <a:lnTo>
                    <a:pt x="13" y="383"/>
                  </a:lnTo>
                  <a:lnTo>
                    <a:pt x="16" y="342"/>
                  </a:lnTo>
                  <a:lnTo>
                    <a:pt x="22" y="303"/>
                  </a:lnTo>
                  <a:lnTo>
                    <a:pt x="30" y="264"/>
                  </a:lnTo>
                  <a:lnTo>
                    <a:pt x="41" y="229"/>
                  </a:lnTo>
                  <a:lnTo>
                    <a:pt x="52" y="194"/>
                  </a:lnTo>
                  <a:lnTo>
                    <a:pt x="67" y="162"/>
                  </a:lnTo>
                  <a:lnTo>
                    <a:pt x="82" y="133"/>
                  </a:lnTo>
                  <a:lnTo>
                    <a:pt x="98" y="106"/>
                  </a:lnTo>
                  <a:lnTo>
                    <a:pt x="116" y="81"/>
                  </a:lnTo>
                  <a:lnTo>
                    <a:pt x="136" y="61"/>
                  </a:lnTo>
                  <a:lnTo>
                    <a:pt x="156" y="43"/>
                  </a:lnTo>
                  <a:lnTo>
                    <a:pt x="178" y="31"/>
                  </a:lnTo>
                  <a:lnTo>
                    <a:pt x="199" y="20"/>
                  </a:lnTo>
                  <a:lnTo>
                    <a:pt x="221"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4906" name="Freeform 56"/>
            <p:cNvSpPr>
              <a:spLocks/>
            </p:cNvSpPr>
            <p:nvPr/>
          </p:nvSpPr>
          <p:spPr bwMode="auto">
            <a:xfrm>
              <a:off x="1140" y="2087"/>
              <a:ext cx="49" cy="85"/>
            </a:xfrm>
            <a:custGeom>
              <a:avLst/>
              <a:gdLst>
                <a:gd name="T0" fmla="*/ 2 w 246"/>
                <a:gd name="T1" fmla="*/ 3 h 424"/>
                <a:gd name="T2" fmla="*/ 2 w 246"/>
                <a:gd name="T3" fmla="*/ 3 h 424"/>
                <a:gd name="T4" fmla="*/ 2 w 246"/>
                <a:gd name="T5" fmla="*/ 3 h 424"/>
                <a:gd name="T6" fmla="*/ 2 w 246"/>
                <a:gd name="T7" fmla="*/ 3 h 424"/>
                <a:gd name="T8" fmla="*/ 2 w 246"/>
                <a:gd name="T9" fmla="*/ 2 h 424"/>
                <a:gd name="T10" fmla="*/ 2 w 246"/>
                <a:gd name="T11" fmla="*/ 2 h 424"/>
                <a:gd name="T12" fmla="*/ 2 w 246"/>
                <a:gd name="T13" fmla="*/ 2 h 424"/>
                <a:gd name="T14" fmla="*/ 2 w 246"/>
                <a:gd name="T15" fmla="*/ 2 h 424"/>
                <a:gd name="T16" fmla="*/ 2 w 246"/>
                <a:gd name="T17" fmla="*/ 1 h 424"/>
                <a:gd name="T18" fmla="*/ 1 w 246"/>
                <a:gd name="T19" fmla="*/ 1 h 424"/>
                <a:gd name="T20" fmla="*/ 1 w 246"/>
                <a:gd name="T21" fmla="*/ 1 h 424"/>
                <a:gd name="T22" fmla="*/ 1 w 246"/>
                <a:gd name="T23" fmla="*/ 1 h 424"/>
                <a:gd name="T24" fmla="*/ 1 w 246"/>
                <a:gd name="T25" fmla="*/ 0 h 424"/>
                <a:gd name="T26" fmla="*/ 1 w 246"/>
                <a:gd name="T27" fmla="*/ 0 h 424"/>
                <a:gd name="T28" fmla="*/ 1 w 246"/>
                <a:gd name="T29" fmla="*/ 0 h 424"/>
                <a:gd name="T30" fmla="*/ 0 w 246"/>
                <a:gd name="T31" fmla="*/ 0 h 424"/>
                <a:gd name="T32" fmla="*/ 0 w 246"/>
                <a:gd name="T33" fmla="*/ 0 h 424"/>
                <a:gd name="T34" fmla="*/ 0 w 246"/>
                <a:gd name="T35" fmla="*/ 0 h 424"/>
                <a:gd name="T36" fmla="*/ 0 w 246"/>
                <a:gd name="T37" fmla="*/ 0 h 424"/>
                <a:gd name="T38" fmla="*/ 0 w 246"/>
                <a:gd name="T39" fmla="*/ 0 h 424"/>
                <a:gd name="T40" fmla="*/ 0 w 246"/>
                <a:gd name="T41" fmla="*/ 0 h 424"/>
                <a:gd name="T42" fmla="*/ 1 w 246"/>
                <a:gd name="T43" fmla="*/ 0 h 424"/>
                <a:gd name="T44" fmla="*/ 1 w 246"/>
                <a:gd name="T45" fmla="*/ 0 h 424"/>
                <a:gd name="T46" fmla="*/ 1 w 246"/>
                <a:gd name="T47" fmla="*/ 0 h 424"/>
                <a:gd name="T48" fmla="*/ 1 w 246"/>
                <a:gd name="T49" fmla="*/ 1 h 424"/>
                <a:gd name="T50" fmla="*/ 1 w 246"/>
                <a:gd name="T51" fmla="*/ 1 h 424"/>
                <a:gd name="T52" fmla="*/ 1 w 246"/>
                <a:gd name="T53" fmla="*/ 1 h 424"/>
                <a:gd name="T54" fmla="*/ 1 w 246"/>
                <a:gd name="T55" fmla="*/ 1 h 424"/>
                <a:gd name="T56" fmla="*/ 2 w 246"/>
                <a:gd name="T57" fmla="*/ 2 h 424"/>
                <a:gd name="T58" fmla="*/ 2 w 246"/>
                <a:gd name="T59" fmla="*/ 2 h 424"/>
                <a:gd name="T60" fmla="*/ 2 w 246"/>
                <a:gd name="T61" fmla="*/ 2 h 424"/>
                <a:gd name="T62" fmla="*/ 2 w 246"/>
                <a:gd name="T63" fmla="*/ 2 h 424"/>
                <a:gd name="T64" fmla="*/ 2 w 246"/>
                <a:gd name="T65" fmla="*/ 3 h 424"/>
                <a:gd name="T66" fmla="*/ 2 w 246"/>
                <a:gd name="T67" fmla="*/ 3 h 424"/>
                <a:gd name="T68" fmla="*/ 2 w 246"/>
                <a:gd name="T69" fmla="*/ 3 h 424"/>
                <a:gd name="T70" fmla="*/ 2 w 246"/>
                <a:gd name="T71" fmla="*/ 3 h 424"/>
                <a:gd name="T72" fmla="*/ 2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424"/>
                  </a:moveTo>
                  <a:lnTo>
                    <a:pt x="246" y="424"/>
                  </a:lnTo>
                  <a:lnTo>
                    <a:pt x="244" y="382"/>
                  </a:lnTo>
                  <a:lnTo>
                    <a:pt x="241" y="338"/>
                  </a:lnTo>
                  <a:lnTo>
                    <a:pt x="235" y="298"/>
                  </a:lnTo>
                  <a:lnTo>
                    <a:pt x="227" y="261"/>
                  </a:lnTo>
                  <a:lnTo>
                    <a:pt x="216" y="222"/>
                  </a:lnTo>
                  <a:lnTo>
                    <a:pt x="205" y="188"/>
                  </a:lnTo>
                  <a:lnTo>
                    <a:pt x="190" y="155"/>
                  </a:lnTo>
                  <a:lnTo>
                    <a:pt x="174" y="125"/>
                  </a:lnTo>
                  <a:lnTo>
                    <a:pt x="157" y="98"/>
                  </a:lnTo>
                  <a:lnTo>
                    <a:pt x="138" y="73"/>
                  </a:lnTo>
                  <a:lnTo>
                    <a:pt x="118" y="51"/>
                  </a:lnTo>
                  <a:lnTo>
                    <a:pt x="96" y="34"/>
                  </a:lnTo>
                  <a:lnTo>
                    <a:pt x="74" y="18"/>
                  </a:lnTo>
                  <a:lnTo>
                    <a:pt x="50" y="8"/>
                  </a:lnTo>
                  <a:lnTo>
                    <a:pt x="25" y="2"/>
                  </a:lnTo>
                  <a:lnTo>
                    <a:pt x="0" y="0"/>
                  </a:lnTo>
                  <a:lnTo>
                    <a:pt x="0" y="11"/>
                  </a:lnTo>
                  <a:lnTo>
                    <a:pt x="23" y="14"/>
                  </a:lnTo>
                  <a:lnTo>
                    <a:pt x="45" y="19"/>
                  </a:lnTo>
                  <a:lnTo>
                    <a:pt x="67" y="30"/>
                  </a:lnTo>
                  <a:lnTo>
                    <a:pt x="89" y="43"/>
                  </a:lnTo>
                  <a:lnTo>
                    <a:pt x="108" y="60"/>
                  </a:lnTo>
                  <a:lnTo>
                    <a:pt x="128" y="80"/>
                  </a:lnTo>
                  <a:lnTo>
                    <a:pt x="147" y="105"/>
                  </a:lnTo>
                  <a:lnTo>
                    <a:pt x="165" y="132"/>
                  </a:lnTo>
                  <a:lnTo>
                    <a:pt x="179" y="160"/>
                  </a:lnTo>
                  <a:lnTo>
                    <a:pt x="193" y="193"/>
                  </a:lnTo>
                  <a:lnTo>
                    <a:pt x="205" y="227"/>
                  </a:lnTo>
                  <a:lnTo>
                    <a:pt x="215" y="263"/>
                  </a:lnTo>
                  <a:lnTo>
                    <a:pt x="223" y="301"/>
                  </a:lnTo>
                  <a:lnTo>
                    <a:pt x="229" y="341"/>
                  </a:lnTo>
                  <a:lnTo>
                    <a:pt x="233" y="382"/>
                  </a:lnTo>
                  <a:lnTo>
                    <a:pt x="234" y="424"/>
                  </a:lnTo>
                  <a:lnTo>
                    <a:pt x="246"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4907" name="Freeform 57"/>
            <p:cNvSpPr>
              <a:spLocks/>
            </p:cNvSpPr>
            <p:nvPr/>
          </p:nvSpPr>
          <p:spPr bwMode="auto">
            <a:xfrm>
              <a:off x="1140" y="2172"/>
              <a:ext cx="49" cy="85"/>
            </a:xfrm>
            <a:custGeom>
              <a:avLst/>
              <a:gdLst>
                <a:gd name="T0" fmla="*/ 0 w 246"/>
                <a:gd name="T1" fmla="*/ 3 h 426"/>
                <a:gd name="T2" fmla="*/ 0 w 246"/>
                <a:gd name="T3" fmla="*/ 3 h 426"/>
                <a:gd name="T4" fmla="*/ 0 w 246"/>
                <a:gd name="T5" fmla="*/ 3 h 426"/>
                <a:gd name="T6" fmla="*/ 0 w 246"/>
                <a:gd name="T7" fmla="*/ 3 h 426"/>
                <a:gd name="T8" fmla="*/ 1 w 246"/>
                <a:gd name="T9" fmla="*/ 3 h 426"/>
                <a:gd name="T10" fmla="*/ 1 w 246"/>
                <a:gd name="T11" fmla="*/ 3 h 426"/>
                <a:gd name="T12" fmla="*/ 1 w 246"/>
                <a:gd name="T13" fmla="*/ 3 h 426"/>
                <a:gd name="T14" fmla="*/ 1 w 246"/>
                <a:gd name="T15" fmla="*/ 3 h 426"/>
                <a:gd name="T16" fmla="*/ 1 w 246"/>
                <a:gd name="T17" fmla="*/ 3 h 426"/>
                <a:gd name="T18" fmla="*/ 1 w 246"/>
                <a:gd name="T19" fmla="*/ 2 h 426"/>
                <a:gd name="T20" fmla="*/ 2 w 246"/>
                <a:gd name="T21" fmla="*/ 2 h 426"/>
                <a:gd name="T22" fmla="*/ 2 w 246"/>
                <a:gd name="T23" fmla="*/ 2 h 426"/>
                <a:gd name="T24" fmla="*/ 2 w 246"/>
                <a:gd name="T25" fmla="*/ 2 h 426"/>
                <a:gd name="T26" fmla="*/ 2 w 246"/>
                <a:gd name="T27" fmla="*/ 1 h 426"/>
                <a:gd name="T28" fmla="*/ 2 w 246"/>
                <a:gd name="T29" fmla="*/ 1 h 426"/>
                <a:gd name="T30" fmla="*/ 2 w 246"/>
                <a:gd name="T31" fmla="*/ 1 h 426"/>
                <a:gd name="T32" fmla="*/ 2 w 246"/>
                <a:gd name="T33" fmla="*/ 0 h 426"/>
                <a:gd name="T34" fmla="*/ 2 w 246"/>
                <a:gd name="T35" fmla="*/ 0 h 426"/>
                <a:gd name="T36" fmla="*/ 2 w 246"/>
                <a:gd name="T37" fmla="*/ 0 h 426"/>
                <a:gd name="T38" fmla="*/ 2 w 246"/>
                <a:gd name="T39" fmla="*/ 0 h 426"/>
                <a:gd name="T40" fmla="*/ 2 w 246"/>
                <a:gd name="T41" fmla="*/ 1 h 426"/>
                <a:gd name="T42" fmla="*/ 2 w 246"/>
                <a:gd name="T43" fmla="*/ 1 h 426"/>
                <a:gd name="T44" fmla="*/ 2 w 246"/>
                <a:gd name="T45" fmla="*/ 1 h 426"/>
                <a:gd name="T46" fmla="*/ 2 w 246"/>
                <a:gd name="T47" fmla="*/ 2 h 426"/>
                <a:gd name="T48" fmla="*/ 2 w 246"/>
                <a:gd name="T49" fmla="*/ 2 h 426"/>
                <a:gd name="T50" fmla="*/ 1 w 246"/>
                <a:gd name="T51" fmla="*/ 2 h 426"/>
                <a:gd name="T52" fmla="*/ 1 w 246"/>
                <a:gd name="T53" fmla="*/ 2 h 426"/>
                <a:gd name="T54" fmla="*/ 1 w 246"/>
                <a:gd name="T55" fmla="*/ 3 h 426"/>
                <a:gd name="T56" fmla="*/ 1 w 246"/>
                <a:gd name="T57" fmla="*/ 3 h 426"/>
                <a:gd name="T58" fmla="*/ 1 w 246"/>
                <a:gd name="T59" fmla="*/ 3 h 426"/>
                <a:gd name="T60" fmla="*/ 1 w 246"/>
                <a:gd name="T61" fmla="*/ 3 h 426"/>
                <a:gd name="T62" fmla="*/ 1 w 246"/>
                <a:gd name="T63" fmla="*/ 3 h 426"/>
                <a:gd name="T64" fmla="*/ 0 w 246"/>
                <a:gd name="T65" fmla="*/ 3 h 426"/>
                <a:gd name="T66" fmla="*/ 0 w 246"/>
                <a:gd name="T67" fmla="*/ 3 h 426"/>
                <a:gd name="T68" fmla="*/ 0 w 246"/>
                <a:gd name="T69" fmla="*/ 3 h 426"/>
                <a:gd name="T70" fmla="*/ 0 w 246"/>
                <a:gd name="T71" fmla="*/ 3 h 426"/>
                <a:gd name="T72" fmla="*/ 0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426"/>
                  </a:moveTo>
                  <a:lnTo>
                    <a:pt x="0" y="426"/>
                  </a:lnTo>
                  <a:lnTo>
                    <a:pt x="25" y="423"/>
                  </a:lnTo>
                  <a:lnTo>
                    <a:pt x="50" y="417"/>
                  </a:lnTo>
                  <a:lnTo>
                    <a:pt x="74" y="407"/>
                  </a:lnTo>
                  <a:lnTo>
                    <a:pt x="96" y="392"/>
                  </a:lnTo>
                  <a:lnTo>
                    <a:pt x="118" y="373"/>
                  </a:lnTo>
                  <a:lnTo>
                    <a:pt x="138" y="350"/>
                  </a:lnTo>
                  <a:lnTo>
                    <a:pt x="157" y="327"/>
                  </a:lnTo>
                  <a:lnTo>
                    <a:pt x="175" y="299"/>
                  </a:lnTo>
                  <a:lnTo>
                    <a:pt x="190" y="268"/>
                  </a:lnTo>
                  <a:lnTo>
                    <a:pt x="205" y="236"/>
                  </a:lnTo>
                  <a:lnTo>
                    <a:pt x="216" y="202"/>
                  </a:lnTo>
                  <a:lnTo>
                    <a:pt x="227" y="164"/>
                  </a:lnTo>
                  <a:lnTo>
                    <a:pt x="235" y="125"/>
                  </a:lnTo>
                  <a:lnTo>
                    <a:pt x="241" y="86"/>
                  </a:lnTo>
                  <a:lnTo>
                    <a:pt x="244" y="42"/>
                  </a:lnTo>
                  <a:lnTo>
                    <a:pt x="246" y="0"/>
                  </a:lnTo>
                  <a:lnTo>
                    <a:pt x="234" y="0"/>
                  </a:lnTo>
                  <a:lnTo>
                    <a:pt x="233" y="42"/>
                  </a:lnTo>
                  <a:lnTo>
                    <a:pt x="229" y="83"/>
                  </a:lnTo>
                  <a:lnTo>
                    <a:pt x="223" y="123"/>
                  </a:lnTo>
                  <a:lnTo>
                    <a:pt x="215" y="162"/>
                  </a:lnTo>
                  <a:lnTo>
                    <a:pt x="205" y="197"/>
                  </a:lnTo>
                  <a:lnTo>
                    <a:pt x="193" y="231"/>
                  </a:lnTo>
                  <a:lnTo>
                    <a:pt x="179" y="264"/>
                  </a:lnTo>
                  <a:lnTo>
                    <a:pt x="164" y="292"/>
                  </a:lnTo>
                  <a:lnTo>
                    <a:pt x="147" y="320"/>
                  </a:lnTo>
                  <a:lnTo>
                    <a:pt x="128" y="343"/>
                  </a:lnTo>
                  <a:lnTo>
                    <a:pt x="108" y="363"/>
                  </a:lnTo>
                  <a:lnTo>
                    <a:pt x="89" y="382"/>
                  </a:lnTo>
                  <a:lnTo>
                    <a:pt x="67" y="395"/>
                  </a:lnTo>
                  <a:lnTo>
                    <a:pt x="45" y="406"/>
                  </a:lnTo>
                  <a:lnTo>
                    <a:pt x="23" y="411"/>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4908" name="Freeform 58"/>
            <p:cNvSpPr>
              <a:spLocks/>
            </p:cNvSpPr>
            <p:nvPr/>
          </p:nvSpPr>
          <p:spPr bwMode="auto">
            <a:xfrm>
              <a:off x="1091" y="2172"/>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4" y="86"/>
                  </a:lnTo>
                  <a:lnTo>
                    <a:pt x="10" y="125"/>
                  </a:lnTo>
                  <a:lnTo>
                    <a:pt x="18" y="164"/>
                  </a:lnTo>
                  <a:lnTo>
                    <a:pt x="29" y="202"/>
                  </a:lnTo>
                  <a:lnTo>
                    <a:pt x="41" y="236"/>
                  </a:lnTo>
                  <a:lnTo>
                    <a:pt x="55" y="268"/>
                  </a:lnTo>
                  <a:lnTo>
                    <a:pt x="70" y="299"/>
                  </a:lnTo>
                  <a:lnTo>
                    <a:pt x="89" y="327"/>
                  </a:lnTo>
                  <a:lnTo>
                    <a:pt x="106" y="350"/>
                  </a:lnTo>
                  <a:lnTo>
                    <a:pt x="126" y="373"/>
                  </a:lnTo>
                  <a:lnTo>
                    <a:pt x="148" y="392"/>
                  </a:lnTo>
                  <a:lnTo>
                    <a:pt x="171" y="407"/>
                  </a:lnTo>
                  <a:lnTo>
                    <a:pt x="194" y="417"/>
                  </a:lnTo>
                  <a:lnTo>
                    <a:pt x="219" y="423"/>
                  </a:lnTo>
                  <a:lnTo>
                    <a:pt x="245" y="426"/>
                  </a:lnTo>
                  <a:lnTo>
                    <a:pt x="245" y="414"/>
                  </a:lnTo>
                  <a:lnTo>
                    <a:pt x="221" y="411"/>
                  </a:lnTo>
                  <a:lnTo>
                    <a:pt x="199" y="406"/>
                  </a:lnTo>
                  <a:lnTo>
                    <a:pt x="178" y="395"/>
                  </a:lnTo>
                  <a:lnTo>
                    <a:pt x="155" y="382"/>
                  </a:lnTo>
                  <a:lnTo>
                    <a:pt x="136" y="363"/>
                  </a:lnTo>
                  <a:lnTo>
                    <a:pt x="116" y="343"/>
                  </a:lnTo>
                  <a:lnTo>
                    <a:pt x="98" y="320"/>
                  </a:lnTo>
                  <a:lnTo>
                    <a:pt x="82" y="292"/>
                  </a:lnTo>
                  <a:lnTo>
                    <a:pt x="66" y="264"/>
                  </a:lnTo>
                  <a:lnTo>
                    <a:pt x="52" y="231"/>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4909" name="Freeform 59"/>
            <p:cNvSpPr>
              <a:spLocks/>
            </p:cNvSpPr>
            <p:nvPr/>
          </p:nvSpPr>
          <p:spPr bwMode="auto">
            <a:xfrm>
              <a:off x="1091" y="2087"/>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4" y="8"/>
                  </a:lnTo>
                  <a:lnTo>
                    <a:pt x="171" y="18"/>
                  </a:lnTo>
                  <a:lnTo>
                    <a:pt x="148" y="34"/>
                  </a:lnTo>
                  <a:lnTo>
                    <a:pt x="126" y="51"/>
                  </a:lnTo>
                  <a:lnTo>
                    <a:pt x="106" y="73"/>
                  </a:lnTo>
                  <a:lnTo>
                    <a:pt x="89" y="98"/>
                  </a:lnTo>
                  <a:lnTo>
                    <a:pt x="71" y="125"/>
                  </a:lnTo>
                  <a:lnTo>
                    <a:pt x="55" y="155"/>
                  </a:lnTo>
                  <a:lnTo>
                    <a:pt x="41" y="188"/>
                  </a:lnTo>
                  <a:lnTo>
                    <a:pt x="29" y="222"/>
                  </a:lnTo>
                  <a:lnTo>
                    <a:pt x="18" y="261"/>
                  </a:lnTo>
                  <a:lnTo>
                    <a:pt x="10" y="298"/>
                  </a:lnTo>
                  <a:lnTo>
                    <a:pt x="4" y="338"/>
                  </a:lnTo>
                  <a:lnTo>
                    <a:pt x="1" y="382"/>
                  </a:lnTo>
                  <a:lnTo>
                    <a:pt x="0" y="424"/>
                  </a:lnTo>
                  <a:lnTo>
                    <a:pt x="11" y="424"/>
                  </a:lnTo>
                  <a:lnTo>
                    <a:pt x="13" y="382"/>
                  </a:lnTo>
                  <a:lnTo>
                    <a:pt x="16" y="341"/>
                  </a:lnTo>
                  <a:lnTo>
                    <a:pt x="22" y="301"/>
                  </a:lnTo>
                  <a:lnTo>
                    <a:pt x="30" y="263"/>
                  </a:lnTo>
                  <a:lnTo>
                    <a:pt x="41" y="227"/>
                  </a:lnTo>
                  <a:lnTo>
                    <a:pt x="52" y="193"/>
                  </a:lnTo>
                  <a:lnTo>
                    <a:pt x="66" y="160"/>
                  </a:lnTo>
                  <a:lnTo>
                    <a:pt x="80" y="132"/>
                  </a:lnTo>
                  <a:lnTo>
                    <a:pt x="98" y="105"/>
                  </a:lnTo>
                  <a:lnTo>
                    <a:pt x="116" y="80"/>
                  </a:lnTo>
                  <a:lnTo>
                    <a:pt x="136" y="60"/>
                  </a:lnTo>
                  <a:lnTo>
                    <a:pt x="155" y="43"/>
                  </a:lnTo>
                  <a:lnTo>
                    <a:pt x="178" y="30"/>
                  </a:lnTo>
                  <a:lnTo>
                    <a:pt x="199" y="19"/>
                  </a:lnTo>
                  <a:lnTo>
                    <a:pt x="221" y="14"/>
                  </a:lnTo>
                  <a:lnTo>
                    <a:pt x="245" y="11"/>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4910" name="Freeform 60"/>
            <p:cNvSpPr>
              <a:spLocks/>
            </p:cNvSpPr>
            <p:nvPr/>
          </p:nvSpPr>
          <p:spPr bwMode="auto">
            <a:xfrm>
              <a:off x="1392" y="2118"/>
              <a:ext cx="49" cy="85"/>
            </a:xfrm>
            <a:custGeom>
              <a:avLst/>
              <a:gdLst>
                <a:gd name="T0" fmla="*/ 2 w 246"/>
                <a:gd name="T1" fmla="*/ 3 h 426"/>
                <a:gd name="T2" fmla="*/ 2 w 246"/>
                <a:gd name="T3" fmla="*/ 3 h 426"/>
                <a:gd name="T4" fmla="*/ 2 w 246"/>
                <a:gd name="T5" fmla="*/ 3 h 426"/>
                <a:gd name="T6" fmla="*/ 2 w 246"/>
                <a:gd name="T7" fmla="*/ 3 h 426"/>
                <a:gd name="T8" fmla="*/ 2 w 246"/>
                <a:gd name="T9" fmla="*/ 2 h 426"/>
                <a:gd name="T10" fmla="*/ 2 w 246"/>
                <a:gd name="T11" fmla="*/ 2 h 426"/>
                <a:gd name="T12" fmla="*/ 2 w 246"/>
                <a:gd name="T13" fmla="*/ 2 h 426"/>
                <a:gd name="T14" fmla="*/ 2 w 246"/>
                <a:gd name="T15" fmla="*/ 2 h 426"/>
                <a:gd name="T16" fmla="*/ 2 w 246"/>
                <a:gd name="T17" fmla="*/ 1 h 426"/>
                <a:gd name="T18" fmla="*/ 1 w 246"/>
                <a:gd name="T19" fmla="*/ 1 h 426"/>
                <a:gd name="T20" fmla="*/ 1 w 246"/>
                <a:gd name="T21" fmla="*/ 1 h 426"/>
                <a:gd name="T22" fmla="*/ 1 w 246"/>
                <a:gd name="T23" fmla="*/ 1 h 426"/>
                <a:gd name="T24" fmla="*/ 1 w 246"/>
                <a:gd name="T25" fmla="*/ 0 h 426"/>
                <a:gd name="T26" fmla="*/ 1 w 246"/>
                <a:gd name="T27" fmla="*/ 0 h 426"/>
                <a:gd name="T28" fmla="*/ 1 w 246"/>
                <a:gd name="T29" fmla="*/ 0 h 426"/>
                <a:gd name="T30" fmla="*/ 0 w 246"/>
                <a:gd name="T31" fmla="*/ 0 h 426"/>
                <a:gd name="T32" fmla="*/ 0 w 246"/>
                <a:gd name="T33" fmla="*/ 0 h 426"/>
                <a:gd name="T34" fmla="*/ 0 w 246"/>
                <a:gd name="T35" fmla="*/ 0 h 426"/>
                <a:gd name="T36" fmla="*/ 0 w 246"/>
                <a:gd name="T37" fmla="*/ 0 h 426"/>
                <a:gd name="T38" fmla="*/ 0 w 246"/>
                <a:gd name="T39" fmla="*/ 0 h 426"/>
                <a:gd name="T40" fmla="*/ 0 w 246"/>
                <a:gd name="T41" fmla="*/ 0 h 426"/>
                <a:gd name="T42" fmla="*/ 1 w 246"/>
                <a:gd name="T43" fmla="*/ 0 h 426"/>
                <a:gd name="T44" fmla="*/ 1 w 246"/>
                <a:gd name="T45" fmla="*/ 0 h 426"/>
                <a:gd name="T46" fmla="*/ 1 w 246"/>
                <a:gd name="T47" fmla="*/ 1 h 426"/>
                <a:gd name="T48" fmla="*/ 1 w 246"/>
                <a:gd name="T49" fmla="*/ 1 h 426"/>
                <a:gd name="T50" fmla="*/ 1 w 246"/>
                <a:gd name="T51" fmla="*/ 1 h 426"/>
                <a:gd name="T52" fmla="*/ 1 w 246"/>
                <a:gd name="T53" fmla="*/ 1 h 426"/>
                <a:gd name="T54" fmla="*/ 1 w 246"/>
                <a:gd name="T55" fmla="*/ 1 h 426"/>
                <a:gd name="T56" fmla="*/ 2 w 246"/>
                <a:gd name="T57" fmla="*/ 2 h 426"/>
                <a:gd name="T58" fmla="*/ 2 w 246"/>
                <a:gd name="T59" fmla="*/ 2 h 426"/>
                <a:gd name="T60" fmla="*/ 2 w 246"/>
                <a:gd name="T61" fmla="*/ 2 h 426"/>
                <a:gd name="T62" fmla="*/ 2 w 246"/>
                <a:gd name="T63" fmla="*/ 2 h 426"/>
                <a:gd name="T64" fmla="*/ 2 w 246"/>
                <a:gd name="T65" fmla="*/ 3 h 426"/>
                <a:gd name="T66" fmla="*/ 2 w 246"/>
                <a:gd name="T67" fmla="*/ 3 h 426"/>
                <a:gd name="T68" fmla="*/ 2 w 246"/>
                <a:gd name="T69" fmla="*/ 3 h 426"/>
                <a:gd name="T70" fmla="*/ 2 w 246"/>
                <a:gd name="T71" fmla="*/ 3 h 426"/>
                <a:gd name="T72" fmla="*/ 2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246" y="426"/>
                  </a:moveTo>
                  <a:lnTo>
                    <a:pt x="246" y="426"/>
                  </a:lnTo>
                  <a:lnTo>
                    <a:pt x="245" y="384"/>
                  </a:lnTo>
                  <a:lnTo>
                    <a:pt x="242" y="340"/>
                  </a:lnTo>
                  <a:lnTo>
                    <a:pt x="236" y="301"/>
                  </a:lnTo>
                  <a:lnTo>
                    <a:pt x="228" y="262"/>
                  </a:lnTo>
                  <a:lnTo>
                    <a:pt x="217" y="224"/>
                  </a:lnTo>
                  <a:lnTo>
                    <a:pt x="205" y="190"/>
                  </a:lnTo>
                  <a:lnTo>
                    <a:pt x="191" y="158"/>
                  </a:lnTo>
                  <a:lnTo>
                    <a:pt x="176" y="126"/>
                  </a:lnTo>
                  <a:lnTo>
                    <a:pt x="157" y="99"/>
                  </a:lnTo>
                  <a:lnTo>
                    <a:pt x="139" y="75"/>
                  </a:lnTo>
                  <a:lnTo>
                    <a:pt x="119" y="53"/>
                  </a:lnTo>
                  <a:lnTo>
                    <a:pt x="96" y="34"/>
                  </a:lnTo>
                  <a:lnTo>
                    <a:pt x="75" y="19"/>
                  </a:lnTo>
                  <a:lnTo>
                    <a:pt x="51" y="9"/>
                  </a:lnTo>
                  <a:lnTo>
                    <a:pt x="26" y="3"/>
                  </a:lnTo>
                  <a:lnTo>
                    <a:pt x="0" y="0"/>
                  </a:lnTo>
                  <a:lnTo>
                    <a:pt x="0" y="12"/>
                  </a:lnTo>
                  <a:lnTo>
                    <a:pt x="24" y="15"/>
                  </a:lnTo>
                  <a:lnTo>
                    <a:pt x="46" y="20"/>
                  </a:lnTo>
                  <a:lnTo>
                    <a:pt x="68" y="31"/>
                  </a:lnTo>
                  <a:lnTo>
                    <a:pt x="89" y="44"/>
                  </a:lnTo>
                  <a:lnTo>
                    <a:pt x="109" y="63"/>
                  </a:lnTo>
                  <a:lnTo>
                    <a:pt x="129" y="83"/>
                  </a:lnTo>
                  <a:lnTo>
                    <a:pt x="148" y="106"/>
                  </a:lnTo>
                  <a:lnTo>
                    <a:pt x="164" y="133"/>
                  </a:lnTo>
                  <a:lnTo>
                    <a:pt x="180" y="162"/>
                  </a:lnTo>
                  <a:lnTo>
                    <a:pt x="194" y="195"/>
                  </a:lnTo>
                  <a:lnTo>
                    <a:pt x="205" y="229"/>
                  </a:lnTo>
                  <a:lnTo>
                    <a:pt x="216" y="264"/>
                  </a:lnTo>
                  <a:lnTo>
                    <a:pt x="224" y="303"/>
                  </a:lnTo>
                  <a:lnTo>
                    <a:pt x="230" y="343"/>
                  </a:lnTo>
                  <a:lnTo>
                    <a:pt x="233" y="384"/>
                  </a:lnTo>
                  <a:lnTo>
                    <a:pt x="235" y="426"/>
                  </a:lnTo>
                  <a:lnTo>
                    <a:pt x="246"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4911" name="Freeform 61"/>
            <p:cNvSpPr>
              <a:spLocks/>
            </p:cNvSpPr>
            <p:nvPr/>
          </p:nvSpPr>
          <p:spPr bwMode="auto">
            <a:xfrm>
              <a:off x="1392" y="2203"/>
              <a:ext cx="49" cy="85"/>
            </a:xfrm>
            <a:custGeom>
              <a:avLst/>
              <a:gdLst>
                <a:gd name="T0" fmla="*/ 0 w 246"/>
                <a:gd name="T1" fmla="*/ 3 h 424"/>
                <a:gd name="T2" fmla="*/ 0 w 246"/>
                <a:gd name="T3" fmla="*/ 3 h 424"/>
                <a:gd name="T4" fmla="*/ 0 w 246"/>
                <a:gd name="T5" fmla="*/ 3 h 424"/>
                <a:gd name="T6" fmla="*/ 0 w 246"/>
                <a:gd name="T7" fmla="*/ 3 h 424"/>
                <a:gd name="T8" fmla="*/ 1 w 246"/>
                <a:gd name="T9" fmla="*/ 3 h 424"/>
                <a:gd name="T10" fmla="*/ 1 w 246"/>
                <a:gd name="T11" fmla="*/ 3 h 424"/>
                <a:gd name="T12" fmla="*/ 1 w 246"/>
                <a:gd name="T13" fmla="*/ 3 h 424"/>
                <a:gd name="T14" fmla="*/ 1 w 246"/>
                <a:gd name="T15" fmla="*/ 3 h 424"/>
                <a:gd name="T16" fmla="*/ 1 w 246"/>
                <a:gd name="T17" fmla="*/ 3 h 424"/>
                <a:gd name="T18" fmla="*/ 1 w 246"/>
                <a:gd name="T19" fmla="*/ 2 h 424"/>
                <a:gd name="T20" fmla="*/ 2 w 246"/>
                <a:gd name="T21" fmla="*/ 2 h 424"/>
                <a:gd name="T22" fmla="*/ 2 w 246"/>
                <a:gd name="T23" fmla="*/ 2 h 424"/>
                <a:gd name="T24" fmla="*/ 2 w 246"/>
                <a:gd name="T25" fmla="*/ 2 h 424"/>
                <a:gd name="T26" fmla="*/ 2 w 246"/>
                <a:gd name="T27" fmla="*/ 1 h 424"/>
                <a:gd name="T28" fmla="*/ 2 w 246"/>
                <a:gd name="T29" fmla="*/ 1 h 424"/>
                <a:gd name="T30" fmla="*/ 2 w 246"/>
                <a:gd name="T31" fmla="*/ 1 h 424"/>
                <a:gd name="T32" fmla="*/ 2 w 246"/>
                <a:gd name="T33" fmla="*/ 0 h 424"/>
                <a:gd name="T34" fmla="*/ 2 w 246"/>
                <a:gd name="T35" fmla="*/ 0 h 424"/>
                <a:gd name="T36" fmla="*/ 2 w 246"/>
                <a:gd name="T37" fmla="*/ 0 h 424"/>
                <a:gd name="T38" fmla="*/ 2 w 246"/>
                <a:gd name="T39" fmla="*/ 0 h 424"/>
                <a:gd name="T40" fmla="*/ 2 w 246"/>
                <a:gd name="T41" fmla="*/ 1 h 424"/>
                <a:gd name="T42" fmla="*/ 2 w 246"/>
                <a:gd name="T43" fmla="*/ 1 h 424"/>
                <a:gd name="T44" fmla="*/ 2 w 246"/>
                <a:gd name="T45" fmla="*/ 1 h 424"/>
                <a:gd name="T46" fmla="*/ 2 w 246"/>
                <a:gd name="T47" fmla="*/ 2 h 424"/>
                <a:gd name="T48" fmla="*/ 2 w 246"/>
                <a:gd name="T49" fmla="*/ 2 h 424"/>
                <a:gd name="T50" fmla="*/ 1 w 246"/>
                <a:gd name="T51" fmla="*/ 2 h 424"/>
                <a:gd name="T52" fmla="*/ 1 w 246"/>
                <a:gd name="T53" fmla="*/ 2 h 424"/>
                <a:gd name="T54" fmla="*/ 1 w 246"/>
                <a:gd name="T55" fmla="*/ 3 h 424"/>
                <a:gd name="T56" fmla="*/ 1 w 246"/>
                <a:gd name="T57" fmla="*/ 3 h 424"/>
                <a:gd name="T58" fmla="*/ 1 w 246"/>
                <a:gd name="T59" fmla="*/ 3 h 424"/>
                <a:gd name="T60" fmla="*/ 1 w 246"/>
                <a:gd name="T61" fmla="*/ 3 h 424"/>
                <a:gd name="T62" fmla="*/ 1 w 246"/>
                <a:gd name="T63" fmla="*/ 3 h 424"/>
                <a:gd name="T64" fmla="*/ 0 w 246"/>
                <a:gd name="T65" fmla="*/ 3 h 424"/>
                <a:gd name="T66" fmla="*/ 0 w 246"/>
                <a:gd name="T67" fmla="*/ 3 h 424"/>
                <a:gd name="T68" fmla="*/ 0 w 246"/>
                <a:gd name="T69" fmla="*/ 3 h 424"/>
                <a:gd name="T70" fmla="*/ 0 w 246"/>
                <a:gd name="T71" fmla="*/ 3 h 424"/>
                <a:gd name="T72" fmla="*/ 0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0" y="424"/>
                  </a:moveTo>
                  <a:lnTo>
                    <a:pt x="0" y="424"/>
                  </a:lnTo>
                  <a:lnTo>
                    <a:pt x="26" y="422"/>
                  </a:lnTo>
                  <a:lnTo>
                    <a:pt x="51" y="416"/>
                  </a:lnTo>
                  <a:lnTo>
                    <a:pt x="75" y="406"/>
                  </a:lnTo>
                  <a:lnTo>
                    <a:pt x="96" y="390"/>
                  </a:lnTo>
                  <a:lnTo>
                    <a:pt x="119" y="373"/>
                  </a:lnTo>
                  <a:lnTo>
                    <a:pt x="139" y="351"/>
                  </a:lnTo>
                  <a:lnTo>
                    <a:pt x="157" y="326"/>
                  </a:lnTo>
                  <a:lnTo>
                    <a:pt x="175" y="299"/>
                  </a:lnTo>
                  <a:lnTo>
                    <a:pt x="191" y="269"/>
                  </a:lnTo>
                  <a:lnTo>
                    <a:pt x="205" y="236"/>
                  </a:lnTo>
                  <a:lnTo>
                    <a:pt x="217" y="202"/>
                  </a:lnTo>
                  <a:lnTo>
                    <a:pt x="228" y="163"/>
                  </a:lnTo>
                  <a:lnTo>
                    <a:pt x="236" y="125"/>
                  </a:lnTo>
                  <a:lnTo>
                    <a:pt x="242" y="86"/>
                  </a:lnTo>
                  <a:lnTo>
                    <a:pt x="245" y="42"/>
                  </a:lnTo>
                  <a:lnTo>
                    <a:pt x="246" y="0"/>
                  </a:lnTo>
                  <a:lnTo>
                    <a:pt x="235" y="0"/>
                  </a:lnTo>
                  <a:lnTo>
                    <a:pt x="233" y="42"/>
                  </a:lnTo>
                  <a:lnTo>
                    <a:pt x="230" y="83"/>
                  </a:lnTo>
                  <a:lnTo>
                    <a:pt x="224" y="123"/>
                  </a:lnTo>
                  <a:lnTo>
                    <a:pt x="216" y="161"/>
                  </a:lnTo>
                  <a:lnTo>
                    <a:pt x="205" y="197"/>
                  </a:lnTo>
                  <a:lnTo>
                    <a:pt x="194" y="231"/>
                  </a:lnTo>
                  <a:lnTo>
                    <a:pt x="180" y="264"/>
                  </a:lnTo>
                  <a:lnTo>
                    <a:pt x="166" y="292"/>
                  </a:lnTo>
                  <a:lnTo>
                    <a:pt x="148" y="319"/>
                  </a:lnTo>
                  <a:lnTo>
                    <a:pt x="129" y="344"/>
                  </a:lnTo>
                  <a:lnTo>
                    <a:pt x="109" y="364"/>
                  </a:lnTo>
                  <a:lnTo>
                    <a:pt x="89" y="381"/>
                  </a:lnTo>
                  <a:lnTo>
                    <a:pt x="68" y="394"/>
                  </a:lnTo>
                  <a:lnTo>
                    <a:pt x="46" y="405"/>
                  </a:lnTo>
                  <a:lnTo>
                    <a:pt x="24" y="410"/>
                  </a:lnTo>
                  <a:lnTo>
                    <a:pt x="0" y="413"/>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4912" name="Freeform 62"/>
            <p:cNvSpPr>
              <a:spLocks/>
            </p:cNvSpPr>
            <p:nvPr/>
          </p:nvSpPr>
          <p:spPr bwMode="auto">
            <a:xfrm>
              <a:off x="1343" y="2203"/>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2" y="42"/>
                  </a:lnTo>
                  <a:lnTo>
                    <a:pt x="5" y="86"/>
                  </a:lnTo>
                  <a:lnTo>
                    <a:pt x="11" y="125"/>
                  </a:lnTo>
                  <a:lnTo>
                    <a:pt x="19" y="163"/>
                  </a:lnTo>
                  <a:lnTo>
                    <a:pt x="30" y="202"/>
                  </a:lnTo>
                  <a:lnTo>
                    <a:pt x="41" y="236"/>
                  </a:lnTo>
                  <a:lnTo>
                    <a:pt x="56" y="269"/>
                  </a:lnTo>
                  <a:lnTo>
                    <a:pt x="72" y="299"/>
                  </a:lnTo>
                  <a:lnTo>
                    <a:pt x="90" y="326"/>
                  </a:lnTo>
                  <a:lnTo>
                    <a:pt x="108" y="351"/>
                  </a:lnTo>
                  <a:lnTo>
                    <a:pt x="127" y="373"/>
                  </a:lnTo>
                  <a:lnTo>
                    <a:pt x="149" y="390"/>
                  </a:lnTo>
                  <a:lnTo>
                    <a:pt x="172" y="406"/>
                  </a:lnTo>
                  <a:lnTo>
                    <a:pt x="195" y="416"/>
                  </a:lnTo>
                  <a:lnTo>
                    <a:pt x="220" y="422"/>
                  </a:lnTo>
                  <a:lnTo>
                    <a:pt x="245" y="424"/>
                  </a:lnTo>
                  <a:lnTo>
                    <a:pt x="245" y="413"/>
                  </a:lnTo>
                  <a:lnTo>
                    <a:pt x="222" y="410"/>
                  </a:lnTo>
                  <a:lnTo>
                    <a:pt x="200" y="405"/>
                  </a:lnTo>
                  <a:lnTo>
                    <a:pt x="179" y="394"/>
                  </a:lnTo>
                  <a:lnTo>
                    <a:pt x="156" y="381"/>
                  </a:lnTo>
                  <a:lnTo>
                    <a:pt x="136" y="364"/>
                  </a:lnTo>
                  <a:lnTo>
                    <a:pt x="118" y="344"/>
                  </a:lnTo>
                  <a:lnTo>
                    <a:pt x="99" y="319"/>
                  </a:lnTo>
                  <a:lnTo>
                    <a:pt x="81" y="292"/>
                  </a:lnTo>
                  <a:lnTo>
                    <a:pt x="67" y="264"/>
                  </a:lnTo>
                  <a:lnTo>
                    <a:pt x="53" y="231"/>
                  </a:lnTo>
                  <a:lnTo>
                    <a:pt x="41" y="197"/>
                  </a:lnTo>
                  <a:lnTo>
                    <a:pt x="31" y="161"/>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4913" name="Freeform 63"/>
            <p:cNvSpPr>
              <a:spLocks/>
            </p:cNvSpPr>
            <p:nvPr/>
          </p:nvSpPr>
          <p:spPr bwMode="auto">
            <a:xfrm>
              <a:off x="1343" y="2118"/>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1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20" y="3"/>
                  </a:lnTo>
                  <a:lnTo>
                    <a:pt x="195" y="9"/>
                  </a:lnTo>
                  <a:lnTo>
                    <a:pt x="172" y="19"/>
                  </a:lnTo>
                  <a:lnTo>
                    <a:pt x="149" y="34"/>
                  </a:lnTo>
                  <a:lnTo>
                    <a:pt x="127" y="53"/>
                  </a:lnTo>
                  <a:lnTo>
                    <a:pt x="108" y="75"/>
                  </a:lnTo>
                  <a:lnTo>
                    <a:pt x="90" y="99"/>
                  </a:lnTo>
                  <a:lnTo>
                    <a:pt x="71" y="126"/>
                  </a:lnTo>
                  <a:lnTo>
                    <a:pt x="56" y="158"/>
                  </a:lnTo>
                  <a:lnTo>
                    <a:pt x="41" y="190"/>
                  </a:lnTo>
                  <a:lnTo>
                    <a:pt x="30" y="224"/>
                  </a:lnTo>
                  <a:lnTo>
                    <a:pt x="19" y="262"/>
                  </a:lnTo>
                  <a:lnTo>
                    <a:pt x="11" y="301"/>
                  </a:lnTo>
                  <a:lnTo>
                    <a:pt x="5" y="340"/>
                  </a:lnTo>
                  <a:lnTo>
                    <a:pt x="2" y="384"/>
                  </a:lnTo>
                  <a:lnTo>
                    <a:pt x="0" y="426"/>
                  </a:lnTo>
                  <a:lnTo>
                    <a:pt x="12" y="426"/>
                  </a:lnTo>
                  <a:lnTo>
                    <a:pt x="13" y="384"/>
                  </a:lnTo>
                  <a:lnTo>
                    <a:pt x="17" y="343"/>
                  </a:lnTo>
                  <a:lnTo>
                    <a:pt x="23" y="303"/>
                  </a:lnTo>
                  <a:lnTo>
                    <a:pt x="31" y="264"/>
                  </a:lnTo>
                  <a:lnTo>
                    <a:pt x="41" y="229"/>
                  </a:lnTo>
                  <a:lnTo>
                    <a:pt x="53" y="195"/>
                  </a:lnTo>
                  <a:lnTo>
                    <a:pt x="67" y="162"/>
                  </a:lnTo>
                  <a:lnTo>
                    <a:pt x="82" y="133"/>
                  </a:lnTo>
                  <a:lnTo>
                    <a:pt x="99" y="106"/>
                  </a:lnTo>
                  <a:lnTo>
                    <a:pt x="118" y="83"/>
                  </a:lnTo>
                  <a:lnTo>
                    <a:pt x="136" y="63"/>
                  </a:lnTo>
                  <a:lnTo>
                    <a:pt x="156" y="44"/>
                  </a:lnTo>
                  <a:lnTo>
                    <a:pt x="179" y="31"/>
                  </a:lnTo>
                  <a:lnTo>
                    <a:pt x="200" y="20"/>
                  </a:lnTo>
                  <a:lnTo>
                    <a:pt x="222" y="15"/>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4914" name="Freeform 64"/>
            <p:cNvSpPr>
              <a:spLocks/>
            </p:cNvSpPr>
            <p:nvPr/>
          </p:nvSpPr>
          <p:spPr bwMode="auto">
            <a:xfrm>
              <a:off x="1384" y="1859"/>
              <a:ext cx="49" cy="84"/>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1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3" y="382"/>
                  </a:lnTo>
                  <a:lnTo>
                    <a:pt x="240" y="339"/>
                  </a:lnTo>
                  <a:lnTo>
                    <a:pt x="234" y="299"/>
                  </a:lnTo>
                  <a:lnTo>
                    <a:pt x="226" y="261"/>
                  </a:lnTo>
                  <a:lnTo>
                    <a:pt x="215" y="222"/>
                  </a:lnTo>
                  <a:lnTo>
                    <a:pt x="204" y="188"/>
                  </a:lnTo>
                  <a:lnTo>
                    <a:pt x="189" y="156"/>
                  </a:lnTo>
                  <a:lnTo>
                    <a:pt x="173" y="125"/>
                  </a:lnTo>
                  <a:lnTo>
                    <a:pt x="155" y="98"/>
                  </a:lnTo>
                  <a:lnTo>
                    <a:pt x="138" y="74"/>
                  </a:lnTo>
                  <a:lnTo>
                    <a:pt x="118" y="51"/>
                  </a:lnTo>
                  <a:lnTo>
                    <a:pt x="96" y="34"/>
                  </a:lnTo>
                  <a:lnTo>
                    <a:pt x="73" y="18"/>
                  </a:lnTo>
                  <a:lnTo>
                    <a:pt x="50" y="8"/>
                  </a:lnTo>
                  <a:lnTo>
                    <a:pt x="25" y="2"/>
                  </a:lnTo>
                  <a:lnTo>
                    <a:pt x="0" y="0"/>
                  </a:lnTo>
                  <a:lnTo>
                    <a:pt x="0" y="11"/>
                  </a:lnTo>
                  <a:lnTo>
                    <a:pt x="23" y="14"/>
                  </a:lnTo>
                  <a:lnTo>
                    <a:pt x="45" y="20"/>
                  </a:lnTo>
                  <a:lnTo>
                    <a:pt x="66" y="30"/>
                  </a:lnTo>
                  <a:lnTo>
                    <a:pt x="89" y="43"/>
                  </a:lnTo>
                  <a:lnTo>
                    <a:pt x="109" y="61"/>
                  </a:lnTo>
                  <a:lnTo>
                    <a:pt x="129" y="81"/>
                  </a:lnTo>
                  <a:lnTo>
                    <a:pt x="146" y="105"/>
                  </a:lnTo>
                  <a:lnTo>
                    <a:pt x="164" y="132"/>
                  </a:lnTo>
                  <a:lnTo>
                    <a:pt x="178" y="160"/>
                  </a:lnTo>
                  <a:lnTo>
                    <a:pt x="192" y="193"/>
                  </a:lnTo>
                  <a:lnTo>
                    <a:pt x="204" y="227"/>
                  </a:lnTo>
                  <a:lnTo>
                    <a:pt x="214" y="264"/>
                  </a:lnTo>
                  <a:lnTo>
                    <a:pt x="222" y="301"/>
                  </a:lnTo>
                  <a:lnTo>
                    <a:pt x="228"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4915" name="Freeform 65"/>
            <p:cNvSpPr>
              <a:spLocks/>
            </p:cNvSpPr>
            <p:nvPr/>
          </p:nvSpPr>
          <p:spPr bwMode="auto">
            <a:xfrm>
              <a:off x="1384" y="1943"/>
              <a:ext cx="49" cy="86"/>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5" y="423"/>
                  </a:lnTo>
                  <a:lnTo>
                    <a:pt x="50" y="418"/>
                  </a:lnTo>
                  <a:lnTo>
                    <a:pt x="73" y="407"/>
                  </a:lnTo>
                  <a:lnTo>
                    <a:pt x="96" y="392"/>
                  </a:lnTo>
                  <a:lnTo>
                    <a:pt x="118" y="374"/>
                  </a:lnTo>
                  <a:lnTo>
                    <a:pt x="138" y="352"/>
                  </a:lnTo>
                  <a:lnTo>
                    <a:pt x="155" y="327"/>
                  </a:lnTo>
                  <a:lnTo>
                    <a:pt x="174" y="300"/>
                  </a:lnTo>
                  <a:lnTo>
                    <a:pt x="189" y="269"/>
                  </a:lnTo>
                  <a:lnTo>
                    <a:pt x="204" y="237"/>
                  </a:lnTo>
                  <a:lnTo>
                    <a:pt x="215" y="202"/>
                  </a:lnTo>
                  <a:lnTo>
                    <a:pt x="226" y="164"/>
                  </a:lnTo>
                  <a:lnTo>
                    <a:pt x="234" y="126"/>
                  </a:lnTo>
                  <a:lnTo>
                    <a:pt x="240" y="86"/>
                  </a:lnTo>
                  <a:lnTo>
                    <a:pt x="243" y="42"/>
                  </a:lnTo>
                  <a:lnTo>
                    <a:pt x="245" y="0"/>
                  </a:lnTo>
                  <a:lnTo>
                    <a:pt x="233" y="0"/>
                  </a:lnTo>
                  <a:lnTo>
                    <a:pt x="232" y="42"/>
                  </a:lnTo>
                  <a:lnTo>
                    <a:pt x="228" y="83"/>
                  </a:lnTo>
                  <a:lnTo>
                    <a:pt x="222" y="123"/>
                  </a:lnTo>
                  <a:lnTo>
                    <a:pt x="214" y="162"/>
                  </a:lnTo>
                  <a:lnTo>
                    <a:pt x="204" y="197"/>
                  </a:lnTo>
                  <a:lnTo>
                    <a:pt x="192" y="232"/>
                  </a:lnTo>
                  <a:lnTo>
                    <a:pt x="178" y="264"/>
                  </a:lnTo>
                  <a:lnTo>
                    <a:pt x="163" y="293"/>
                  </a:lnTo>
                  <a:lnTo>
                    <a:pt x="146" y="320"/>
                  </a:lnTo>
                  <a:lnTo>
                    <a:pt x="129" y="345"/>
                  </a:lnTo>
                  <a:lnTo>
                    <a:pt x="109" y="365"/>
                  </a:lnTo>
                  <a:lnTo>
                    <a:pt x="89" y="382"/>
                  </a:lnTo>
                  <a:lnTo>
                    <a:pt x="66" y="395"/>
                  </a:lnTo>
                  <a:lnTo>
                    <a:pt x="45" y="406"/>
                  </a:lnTo>
                  <a:lnTo>
                    <a:pt x="23"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4916" name="Freeform 66"/>
            <p:cNvSpPr>
              <a:spLocks/>
            </p:cNvSpPr>
            <p:nvPr/>
          </p:nvSpPr>
          <p:spPr bwMode="auto">
            <a:xfrm>
              <a:off x="1335" y="1943"/>
              <a:ext cx="49" cy="86"/>
            </a:xfrm>
            <a:custGeom>
              <a:avLst/>
              <a:gdLst>
                <a:gd name="T0" fmla="*/ 0 w 246"/>
                <a:gd name="T1" fmla="*/ 0 h 426"/>
                <a:gd name="T2" fmla="*/ 0 w 246"/>
                <a:gd name="T3" fmla="*/ 0 h 426"/>
                <a:gd name="T4" fmla="*/ 0 w 246"/>
                <a:gd name="T5" fmla="*/ 0 h 426"/>
                <a:gd name="T6" fmla="*/ 0 w 246"/>
                <a:gd name="T7" fmla="*/ 1 h 426"/>
                <a:gd name="T8" fmla="*/ 0 w 246"/>
                <a:gd name="T9" fmla="*/ 1 h 426"/>
                <a:gd name="T10" fmla="*/ 0 w 246"/>
                <a:gd name="T11" fmla="*/ 1 h 426"/>
                <a:gd name="T12" fmla="*/ 0 w 246"/>
                <a:gd name="T13" fmla="*/ 2 h 426"/>
                <a:gd name="T14" fmla="*/ 0 w 246"/>
                <a:gd name="T15" fmla="*/ 2 h 426"/>
                <a:gd name="T16" fmla="*/ 0 w 246"/>
                <a:gd name="T17" fmla="*/ 2 h 426"/>
                <a:gd name="T18" fmla="*/ 1 w 246"/>
                <a:gd name="T19" fmla="*/ 2 h 426"/>
                <a:gd name="T20" fmla="*/ 1 w 246"/>
                <a:gd name="T21" fmla="*/ 3 h 426"/>
                <a:gd name="T22" fmla="*/ 1 w 246"/>
                <a:gd name="T23" fmla="*/ 3 h 426"/>
                <a:gd name="T24" fmla="*/ 1 w 246"/>
                <a:gd name="T25" fmla="*/ 3 h 426"/>
                <a:gd name="T26" fmla="*/ 1 w 246"/>
                <a:gd name="T27" fmla="*/ 3 h 426"/>
                <a:gd name="T28" fmla="*/ 1 w 246"/>
                <a:gd name="T29" fmla="*/ 3 h 426"/>
                <a:gd name="T30" fmla="*/ 2 w 246"/>
                <a:gd name="T31" fmla="*/ 3 h 426"/>
                <a:gd name="T32" fmla="*/ 2 w 246"/>
                <a:gd name="T33" fmla="*/ 3 h 426"/>
                <a:gd name="T34" fmla="*/ 2 w 246"/>
                <a:gd name="T35" fmla="*/ 3 h 426"/>
                <a:gd name="T36" fmla="*/ 2 w 246"/>
                <a:gd name="T37" fmla="*/ 3 h 426"/>
                <a:gd name="T38" fmla="*/ 2 w 246"/>
                <a:gd name="T39" fmla="*/ 3 h 426"/>
                <a:gd name="T40" fmla="*/ 2 w 246"/>
                <a:gd name="T41" fmla="*/ 3 h 426"/>
                <a:gd name="T42" fmla="*/ 1 w 246"/>
                <a:gd name="T43" fmla="*/ 3 h 426"/>
                <a:gd name="T44" fmla="*/ 1 w 246"/>
                <a:gd name="T45" fmla="*/ 3 h 426"/>
                <a:gd name="T46" fmla="*/ 1 w 246"/>
                <a:gd name="T47" fmla="*/ 3 h 426"/>
                <a:gd name="T48" fmla="*/ 1 w 246"/>
                <a:gd name="T49" fmla="*/ 3 h 426"/>
                <a:gd name="T50" fmla="*/ 1 w 246"/>
                <a:gd name="T51" fmla="*/ 3 h 426"/>
                <a:gd name="T52" fmla="*/ 1 w 246"/>
                <a:gd name="T53" fmla="*/ 2 h 426"/>
                <a:gd name="T54" fmla="*/ 1 w 246"/>
                <a:gd name="T55" fmla="*/ 2 h 426"/>
                <a:gd name="T56" fmla="*/ 0 w 246"/>
                <a:gd name="T57" fmla="*/ 2 h 426"/>
                <a:gd name="T58" fmla="*/ 0 w 246"/>
                <a:gd name="T59" fmla="*/ 2 h 426"/>
                <a:gd name="T60" fmla="*/ 0 w 246"/>
                <a:gd name="T61" fmla="*/ 1 h 426"/>
                <a:gd name="T62" fmla="*/ 0 w 246"/>
                <a:gd name="T63" fmla="*/ 1 h 426"/>
                <a:gd name="T64" fmla="*/ 0 w 246"/>
                <a:gd name="T65" fmla="*/ 1 h 426"/>
                <a:gd name="T66" fmla="*/ 0 w 246"/>
                <a:gd name="T67" fmla="*/ 0 h 426"/>
                <a:gd name="T68" fmla="*/ 0 w 246"/>
                <a:gd name="T69" fmla="*/ 0 h 426"/>
                <a:gd name="T70" fmla="*/ 0 w 246"/>
                <a:gd name="T71" fmla="*/ 0 h 426"/>
                <a:gd name="T72" fmla="*/ 0 w 246"/>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0"/>
                  </a:moveTo>
                  <a:lnTo>
                    <a:pt x="0" y="0"/>
                  </a:lnTo>
                  <a:lnTo>
                    <a:pt x="1" y="42"/>
                  </a:lnTo>
                  <a:lnTo>
                    <a:pt x="4" y="86"/>
                  </a:lnTo>
                  <a:lnTo>
                    <a:pt x="10" y="126"/>
                  </a:lnTo>
                  <a:lnTo>
                    <a:pt x="18" y="164"/>
                  </a:lnTo>
                  <a:lnTo>
                    <a:pt x="29" y="202"/>
                  </a:lnTo>
                  <a:lnTo>
                    <a:pt x="41" y="237"/>
                  </a:lnTo>
                  <a:lnTo>
                    <a:pt x="55" y="269"/>
                  </a:lnTo>
                  <a:lnTo>
                    <a:pt x="71" y="300"/>
                  </a:lnTo>
                  <a:lnTo>
                    <a:pt x="89" y="327"/>
                  </a:lnTo>
                  <a:lnTo>
                    <a:pt x="107" y="352"/>
                  </a:lnTo>
                  <a:lnTo>
                    <a:pt x="127" y="374"/>
                  </a:lnTo>
                  <a:lnTo>
                    <a:pt x="150" y="392"/>
                  </a:lnTo>
                  <a:lnTo>
                    <a:pt x="171" y="407"/>
                  </a:lnTo>
                  <a:lnTo>
                    <a:pt x="195" y="418"/>
                  </a:lnTo>
                  <a:lnTo>
                    <a:pt x="220" y="423"/>
                  </a:lnTo>
                  <a:lnTo>
                    <a:pt x="246" y="426"/>
                  </a:lnTo>
                  <a:lnTo>
                    <a:pt x="246" y="414"/>
                  </a:lnTo>
                  <a:lnTo>
                    <a:pt x="222" y="412"/>
                  </a:lnTo>
                  <a:lnTo>
                    <a:pt x="200" y="406"/>
                  </a:lnTo>
                  <a:lnTo>
                    <a:pt x="178" y="395"/>
                  </a:lnTo>
                  <a:lnTo>
                    <a:pt x="157" y="382"/>
                  </a:lnTo>
                  <a:lnTo>
                    <a:pt x="137" y="365"/>
                  </a:lnTo>
                  <a:lnTo>
                    <a:pt x="117" y="345"/>
                  </a:lnTo>
                  <a:lnTo>
                    <a:pt x="98" y="320"/>
                  </a:lnTo>
                  <a:lnTo>
                    <a:pt x="83" y="293"/>
                  </a:lnTo>
                  <a:lnTo>
                    <a:pt x="66" y="264"/>
                  </a:lnTo>
                  <a:lnTo>
                    <a:pt x="52" y="232"/>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4917" name="Freeform 67"/>
            <p:cNvSpPr>
              <a:spLocks/>
            </p:cNvSpPr>
            <p:nvPr/>
          </p:nvSpPr>
          <p:spPr bwMode="auto">
            <a:xfrm>
              <a:off x="1335" y="1859"/>
              <a:ext cx="49" cy="84"/>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1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0" y="2"/>
                  </a:lnTo>
                  <a:lnTo>
                    <a:pt x="195" y="8"/>
                  </a:lnTo>
                  <a:lnTo>
                    <a:pt x="171" y="18"/>
                  </a:lnTo>
                  <a:lnTo>
                    <a:pt x="150" y="34"/>
                  </a:lnTo>
                  <a:lnTo>
                    <a:pt x="127" y="51"/>
                  </a:lnTo>
                  <a:lnTo>
                    <a:pt x="107" y="74"/>
                  </a:lnTo>
                  <a:lnTo>
                    <a:pt x="89" y="98"/>
                  </a:lnTo>
                  <a:lnTo>
                    <a:pt x="72" y="125"/>
                  </a:lnTo>
                  <a:lnTo>
                    <a:pt x="55" y="156"/>
                  </a:lnTo>
                  <a:lnTo>
                    <a:pt x="41" y="188"/>
                  </a:lnTo>
                  <a:lnTo>
                    <a:pt x="29" y="222"/>
                  </a:lnTo>
                  <a:lnTo>
                    <a:pt x="18" y="261"/>
                  </a:lnTo>
                  <a:lnTo>
                    <a:pt x="10" y="299"/>
                  </a:lnTo>
                  <a:lnTo>
                    <a:pt x="4" y="339"/>
                  </a:lnTo>
                  <a:lnTo>
                    <a:pt x="1" y="382"/>
                  </a:lnTo>
                  <a:lnTo>
                    <a:pt x="0" y="424"/>
                  </a:lnTo>
                  <a:lnTo>
                    <a:pt x="11" y="424"/>
                  </a:lnTo>
                  <a:lnTo>
                    <a:pt x="13" y="382"/>
                  </a:lnTo>
                  <a:lnTo>
                    <a:pt x="16" y="341"/>
                  </a:lnTo>
                  <a:lnTo>
                    <a:pt x="22" y="301"/>
                  </a:lnTo>
                  <a:lnTo>
                    <a:pt x="30" y="264"/>
                  </a:lnTo>
                  <a:lnTo>
                    <a:pt x="41" y="227"/>
                  </a:lnTo>
                  <a:lnTo>
                    <a:pt x="52" y="193"/>
                  </a:lnTo>
                  <a:lnTo>
                    <a:pt x="66" y="160"/>
                  </a:lnTo>
                  <a:lnTo>
                    <a:pt x="82" y="132"/>
                  </a:lnTo>
                  <a:lnTo>
                    <a:pt x="98" y="105"/>
                  </a:lnTo>
                  <a:lnTo>
                    <a:pt x="117" y="81"/>
                  </a:lnTo>
                  <a:lnTo>
                    <a:pt x="137" y="61"/>
                  </a:lnTo>
                  <a:lnTo>
                    <a:pt x="157" y="43"/>
                  </a:lnTo>
                  <a:lnTo>
                    <a:pt x="178" y="30"/>
                  </a:lnTo>
                  <a:lnTo>
                    <a:pt x="200" y="20"/>
                  </a:lnTo>
                  <a:lnTo>
                    <a:pt x="222" y="14"/>
                  </a:lnTo>
                  <a:lnTo>
                    <a:pt x="246" y="11"/>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4918" name="Freeform 68"/>
            <p:cNvSpPr>
              <a:spLocks/>
            </p:cNvSpPr>
            <p:nvPr/>
          </p:nvSpPr>
          <p:spPr bwMode="auto">
            <a:xfrm>
              <a:off x="1552" y="1751"/>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1" y="339"/>
                  </a:lnTo>
                  <a:lnTo>
                    <a:pt x="235" y="299"/>
                  </a:lnTo>
                  <a:lnTo>
                    <a:pt x="226" y="261"/>
                  </a:lnTo>
                  <a:lnTo>
                    <a:pt x="216" y="223"/>
                  </a:lnTo>
                  <a:lnTo>
                    <a:pt x="204" y="189"/>
                  </a:lnTo>
                  <a:lnTo>
                    <a:pt x="190" y="156"/>
                  </a:lnTo>
                  <a:lnTo>
                    <a:pt x="174" y="125"/>
                  </a:lnTo>
                  <a:lnTo>
                    <a:pt x="156" y="98"/>
                  </a:lnTo>
                  <a:lnTo>
                    <a:pt x="137" y="74"/>
                  </a:lnTo>
                  <a:lnTo>
                    <a:pt x="119" y="52"/>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8" y="81"/>
                  </a:lnTo>
                  <a:lnTo>
                    <a:pt x="147" y="105"/>
                  </a:lnTo>
                  <a:lnTo>
                    <a:pt x="164" y="132"/>
                  </a:lnTo>
                  <a:lnTo>
                    <a:pt x="178" y="161"/>
                  </a:lnTo>
                  <a:lnTo>
                    <a:pt x="193" y="193"/>
                  </a:lnTo>
                  <a:lnTo>
                    <a:pt x="204" y="227"/>
                  </a:lnTo>
                  <a:lnTo>
                    <a:pt x="215" y="264"/>
                  </a:lnTo>
                  <a:lnTo>
                    <a:pt x="223" y="301"/>
                  </a:lnTo>
                  <a:lnTo>
                    <a:pt x="229" y="341"/>
                  </a:lnTo>
                  <a:lnTo>
                    <a:pt x="232" y="382"/>
                  </a:lnTo>
                  <a:lnTo>
                    <a:pt x="234"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4919" name="Freeform 69"/>
            <p:cNvSpPr>
              <a:spLocks/>
            </p:cNvSpPr>
            <p:nvPr/>
          </p:nvSpPr>
          <p:spPr bwMode="auto">
            <a:xfrm>
              <a:off x="1552" y="1836"/>
              <a:ext cx="49" cy="85"/>
            </a:xfrm>
            <a:custGeom>
              <a:avLst/>
              <a:gdLst>
                <a:gd name="T0" fmla="*/ 0 w 245"/>
                <a:gd name="T1" fmla="*/ 3 h 425"/>
                <a:gd name="T2" fmla="*/ 0 w 245"/>
                <a:gd name="T3" fmla="*/ 3 h 425"/>
                <a:gd name="T4" fmla="*/ 0 w 245"/>
                <a:gd name="T5" fmla="*/ 3 h 425"/>
                <a:gd name="T6" fmla="*/ 0 w 245"/>
                <a:gd name="T7" fmla="*/ 3 h 425"/>
                <a:gd name="T8" fmla="*/ 1 w 245"/>
                <a:gd name="T9" fmla="*/ 3 h 425"/>
                <a:gd name="T10" fmla="*/ 1 w 245"/>
                <a:gd name="T11" fmla="*/ 3 h 425"/>
                <a:gd name="T12" fmla="*/ 1 w 245"/>
                <a:gd name="T13" fmla="*/ 3 h 425"/>
                <a:gd name="T14" fmla="*/ 1 w 245"/>
                <a:gd name="T15" fmla="*/ 3 h 425"/>
                <a:gd name="T16" fmla="*/ 1 w 245"/>
                <a:gd name="T17" fmla="*/ 3 h 425"/>
                <a:gd name="T18" fmla="*/ 1 w 245"/>
                <a:gd name="T19" fmla="*/ 2 h 425"/>
                <a:gd name="T20" fmla="*/ 2 w 245"/>
                <a:gd name="T21" fmla="*/ 2 h 425"/>
                <a:gd name="T22" fmla="*/ 2 w 245"/>
                <a:gd name="T23" fmla="*/ 2 h 425"/>
                <a:gd name="T24" fmla="*/ 2 w 245"/>
                <a:gd name="T25" fmla="*/ 2 h 425"/>
                <a:gd name="T26" fmla="*/ 2 w 245"/>
                <a:gd name="T27" fmla="*/ 1 h 425"/>
                <a:gd name="T28" fmla="*/ 2 w 245"/>
                <a:gd name="T29" fmla="*/ 1 h 425"/>
                <a:gd name="T30" fmla="*/ 2 w 245"/>
                <a:gd name="T31" fmla="*/ 1 h 425"/>
                <a:gd name="T32" fmla="*/ 2 w 245"/>
                <a:gd name="T33" fmla="*/ 0 h 425"/>
                <a:gd name="T34" fmla="*/ 2 w 245"/>
                <a:gd name="T35" fmla="*/ 0 h 425"/>
                <a:gd name="T36" fmla="*/ 2 w 245"/>
                <a:gd name="T37" fmla="*/ 0 h 425"/>
                <a:gd name="T38" fmla="*/ 2 w 245"/>
                <a:gd name="T39" fmla="*/ 0 h 425"/>
                <a:gd name="T40" fmla="*/ 2 w 245"/>
                <a:gd name="T41" fmla="*/ 1 h 425"/>
                <a:gd name="T42" fmla="*/ 2 w 245"/>
                <a:gd name="T43" fmla="*/ 1 h 425"/>
                <a:gd name="T44" fmla="*/ 2 w 245"/>
                <a:gd name="T45" fmla="*/ 1 h 425"/>
                <a:gd name="T46" fmla="*/ 2 w 245"/>
                <a:gd name="T47" fmla="*/ 2 h 425"/>
                <a:gd name="T48" fmla="*/ 2 w 245"/>
                <a:gd name="T49" fmla="*/ 2 h 425"/>
                <a:gd name="T50" fmla="*/ 1 w 245"/>
                <a:gd name="T51" fmla="*/ 2 h 425"/>
                <a:gd name="T52" fmla="*/ 1 w 245"/>
                <a:gd name="T53" fmla="*/ 2 h 425"/>
                <a:gd name="T54" fmla="*/ 1 w 245"/>
                <a:gd name="T55" fmla="*/ 3 h 425"/>
                <a:gd name="T56" fmla="*/ 1 w 245"/>
                <a:gd name="T57" fmla="*/ 3 h 425"/>
                <a:gd name="T58" fmla="*/ 1 w 245"/>
                <a:gd name="T59" fmla="*/ 3 h 425"/>
                <a:gd name="T60" fmla="*/ 1 w 245"/>
                <a:gd name="T61" fmla="*/ 3 h 425"/>
                <a:gd name="T62" fmla="*/ 1 w 245"/>
                <a:gd name="T63" fmla="*/ 3 h 425"/>
                <a:gd name="T64" fmla="*/ 0 w 245"/>
                <a:gd name="T65" fmla="*/ 3 h 425"/>
                <a:gd name="T66" fmla="*/ 0 w 245"/>
                <a:gd name="T67" fmla="*/ 3 h 425"/>
                <a:gd name="T68" fmla="*/ 0 w 245"/>
                <a:gd name="T69" fmla="*/ 3 h 425"/>
                <a:gd name="T70" fmla="*/ 0 w 245"/>
                <a:gd name="T71" fmla="*/ 3 h 425"/>
                <a:gd name="T72" fmla="*/ 0 w 245"/>
                <a:gd name="T73" fmla="*/ 3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5"/>
                <a:gd name="T113" fmla="*/ 245 w 245"/>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5">
                  <a:moveTo>
                    <a:pt x="0" y="425"/>
                  </a:moveTo>
                  <a:lnTo>
                    <a:pt x="0" y="425"/>
                  </a:lnTo>
                  <a:lnTo>
                    <a:pt x="26" y="422"/>
                  </a:lnTo>
                  <a:lnTo>
                    <a:pt x="51" y="417"/>
                  </a:lnTo>
                  <a:lnTo>
                    <a:pt x="74" y="406"/>
                  </a:lnTo>
                  <a:lnTo>
                    <a:pt x="96" y="391"/>
                  </a:lnTo>
                  <a:lnTo>
                    <a:pt x="119" y="373"/>
                  </a:lnTo>
                  <a:lnTo>
                    <a:pt x="137" y="351"/>
                  </a:lnTo>
                  <a:lnTo>
                    <a:pt x="156" y="326"/>
                  </a:lnTo>
                  <a:lnTo>
                    <a:pt x="174" y="299"/>
                  </a:lnTo>
                  <a:lnTo>
                    <a:pt x="190" y="269"/>
                  </a:lnTo>
                  <a:lnTo>
                    <a:pt x="204" y="236"/>
                  </a:lnTo>
                  <a:lnTo>
                    <a:pt x="216" y="202"/>
                  </a:lnTo>
                  <a:lnTo>
                    <a:pt x="226" y="163"/>
                  </a:lnTo>
                  <a:lnTo>
                    <a:pt x="235" y="126"/>
                  </a:lnTo>
                  <a:lnTo>
                    <a:pt x="241" y="86"/>
                  </a:lnTo>
                  <a:lnTo>
                    <a:pt x="244" y="43"/>
                  </a:lnTo>
                  <a:lnTo>
                    <a:pt x="245" y="0"/>
                  </a:lnTo>
                  <a:lnTo>
                    <a:pt x="234" y="0"/>
                  </a:lnTo>
                  <a:lnTo>
                    <a:pt x="232" y="43"/>
                  </a:lnTo>
                  <a:lnTo>
                    <a:pt x="229" y="84"/>
                  </a:lnTo>
                  <a:lnTo>
                    <a:pt x="223" y="123"/>
                  </a:lnTo>
                  <a:lnTo>
                    <a:pt x="215" y="161"/>
                  </a:lnTo>
                  <a:lnTo>
                    <a:pt x="204" y="197"/>
                  </a:lnTo>
                  <a:lnTo>
                    <a:pt x="193" y="231"/>
                  </a:lnTo>
                  <a:lnTo>
                    <a:pt x="178" y="264"/>
                  </a:lnTo>
                  <a:lnTo>
                    <a:pt x="164" y="292"/>
                  </a:lnTo>
                  <a:lnTo>
                    <a:pt x="147" y="319"/>
                  </a:lnTo>
                  <a:lnTo>
                    <a:pt x="128" y="344"/>
                  </a:lnTo>
                  <a:lnTo>
                    <a:pt x="109" y="364"/>
                  </a:lnTo>
                  <a:lnTo>
                    <a:pt x="89" y="381"/>
                  </a:lnTo>
                  <a:lnTo>
                    <a:pt x="67" y="394"/>
                  </a:lnTo>
                  <a:lnTo>
                    <a:pt x="46" y="405"/>
                  </a:lnTo>
                  <a:lnTo>
                    <a:pt x="24" y="411"/>
                  </a:lnTo>
                  <a:lnTo>
                    <a:pt x="0" y="413"/>
                  </a:lnTo>
                  <a:lnTo>
                    <a:pt x="0" y="425"/>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4920" name="Freeform 70"/>
            <p:cNvSpPr>
              <a:spLocks/>
            </p:cNvSpPr>
            <p:nvPr/>
          </p:nvSpPr>
          <p:spPr bwMode="auto">
            <a:xfrm>
              <a:off x="1502" y="1836"/>
              <a:ext cx="50" cy="85"/>
            </a:xfrm>
            <a:custGeom>
              <a:avLst/>
              <a:gdLst>
                <a:gd name="T0" fmla="*/ 0 w 246"/>
                <a:gd name="T1" fmla="*/ 0 h 425"/>
                <a:gd name="T2" fmla="*/ 0 w 246"/>
                <a:gd name="T3" fmla="*/ 0 h 425"/>
                <a:gd name="T4" fmla="*/ 0 w 246"/>
                <a:gd name="T5" fmla="*/ 0 h 425"/>
                <a:gd name="T6" fmla="*/ 0 w 246"/>
                <a:gd name="T7" fmla="*/ 1 h 425"/>
                <a:gd name="T8" fmla="*/ 0 w 246"/>
                <a:gd name="T9" fmla="*/ 1 h 425"/>
                <a:gd name="T10" fmla="*/ 0 w 246"/>
                <a:gd name="T11" fmla="*/ 1 h 425"/>
                <a:gd name="T12" fmla="*/ 0 w 246"/>
                <a:gd name="T13" fmla="*/ 2 h 425"/>
                <a:gd name="T14" fmla="*/ 0 w 246"/>
                <a:gd name="T15" fmla="*/ 2 h 425"/>
                <a:gd name="T16" fmla="*/ 0 w 246"/>
                <a:gd name="T17" fmla="*/ 2 h 425"/>
                <a:gd name="T18" fmla="*/ 1 w 246"/>
                <a:gd name="T19" fmla="*/ 2 h 425"/>
                <a:gd name="T20" fmla="*/ 1 w 246"/>
                <a:gd name="T21" fmla="*/ 3 h 425"/>
                <a:gd name="T22" fmla="*/ 1 w 246"/>
                <a:gd name="T23" fmla="*/ 3 h 425"/>
                <a:gd name="T24" fmla="*/ 1 w 246"/>
                <a:gd name="T25" fmla="*/ 3 h 425"/>
                <a:gd name="T26" fmla="*/ 1 w 246"/>
                <a:gd name="T27" fmla="*/ 3 h 425"/>
                <a:gd name="T28" fmla="*/ 1 w 246"/>
                <a:gd name="T29" fmla="*/ 3 h 425"/>
                <a:gd name="T30" fmla="*/ 2 w 246"/>
                <a:gd name="T31" fmla="*/ 3 h 425"/>
                <a:gd name="T32" fmla="*/ 2 w 246"/>
                <a:gd name="T33" fmla="*/ 3 h 425"/>
                <a:gd name="T34" fmla="*/ 2 w 246"/>
                <a:gd name="T35" fmla="*/ 3 h 425"/>
                <a:gd name="T36" fmla="*/ 2 w 246"/>
                <a:gd name="T37" fmla="*/ 3 h 425"/>
                <a:gd name="T38" fmla="*/ 2 w 246"/>
                <a:gd name="T39" fmla="*/ 3 h 425"/>
                <a:gd name="T40" fmla="*/ 2 w 246"/>
                <a:gd name="T41" fmla="*/ 3 h 425"/>
                <a:gd name="T42" fmla="*/ 1 w 246"/>
                <a:gd name="T43" fmla="*/ 3 h 425"/>
                <a:gd name="T44" fmla="*/ 1 w 246"/>
                <a:gd name="T45" fmla="*/ 3 h 425"/>
                <a:gd name="T46" fmla="*/ 1 w 246"/>
                <a:gd name="T47" fmla="*/ 3 h 425"/>
                <a:gd name="T48" fmla="*/ 1 w 246"/>
                <a:gd name="T49" fmla="*/ 3 h 425"/>
                <a:gd name="T50" fmla="*/ 1 w 246"/>
                <a:gd name="T51" fmla="*/ 3 h 425"/>
                <a:gd name="T52" fmla="*/ 1 w 246"/>
                <a:gd name="T53" fmla="*/ 2 h 425"/>
                <a:gd name="T54" fmla="*/ 1 w 246"/>
                <a:gd name="T55" fmla="*/ 2 h 425"/>
                <a:gd name="T56" fmla="*/ 0 w 246"/>
                <a:gd name="T57" fmla="*/ 2 h 425"/>
                <a:gd name="T58" fmla="*/ 0 w 246"/>
                <a:gd name="T59" fmla="*/ 2 h 425"/>
                <a:gd name="T60" fmla="*/ 0 w 246"/>
                <a:gd name="T61" fmla="*/ 1 h 425"/>
                <a:gd name="T62" fmla="*/ 0 w 246"/>
                <a:gd name="T63" fmla="*/ 1 h 425"/>
                <a:gd name="T64" fmla="*/ 0 w 246"/>
                <a:gd name="T65" fmla="*/ 1 h 425"/>
                <a:gd name="T66" fmla="*/ 0 w 246"/>
                <a:gd name="T67" fmla="*/ 0 h 425"/>
                <a:gd name="T68" fmla="*/ 0 w 246"/>
                <a:gd name="T69" fmla="*/ 0 h 425"/>
                <a:gd name="T70" fmla="*/ 0 w 246"/>
                <a:gd name="T71" fmla="*/ 0 h 425"/>
                <a:gd name="T72" fmla="*/ 0 w 246"/>
                <a:gd name="T73" fmla="*/ 0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5"/>
                <a:gd name="T113" fmla="*/ 246 w 246"/>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5">
                  <a:moveTo>
                    <a:pt x="0" y="0"/>
                  </a:moveTo>
                  <a:lnTo>
                    <a:pt x="0" y="0"/>
                  </a:lnTo>
                  <a:lnTo>
                    <a:pt x="2" y="43"/>
                  </a:lnTo>
                  <a:lnTo>
                    <a:pt x="5" y="86"/>
                  </a:lnTo>
                  <a:lnTo>
                    <a:pt x="11" y="126"/>
                  </a:lnTo>
                  <a:lnTo>
                    <a:pt x="19" y="163"/>
                  </a:lnTo>
                  <a:lnTo>
                    <a:pt x="30" y="202"/>
                  </a:lnTo>
                  <a:lnTo>
                    <a:pt x="41" y="236"/>
                  </a:lnTo>
                  <a:lnTo>
                    <a:pt x="55" y="269"/>
                  </a:lnTo>
                  <a:lnTo>
                    <a:pt x="73" y="299"/>
                  </a:lnTo>
                  <a:lnTo>
                    <a:pt x="89" y="326"/>
                  </a:lnTo>
                  <a:lnTo>
                    <a:pt x="108" y="351"/>
                  </a:lnTo>
                  <a:lnTo>
                    <a:pt x="128" y="373"/>
                  </a:lnTo>
                  <a:lnTo>
                    <a:pt x="150" y="391"/>
                  </a:lnTo>
                  <a:lnTo>
                    <a:pt x="171" y="406"/>
                  </a:lnTo>
                  <a:lnTo>
                    <a:pt x="196" y="417"/>
                  </a:lnTo>
                  <a:lnTo>
                    <a:pt x="221" y="422"/>
                  </a:lnTo>
                  <a:lnTo>
                    <a:pt x="246" y="425"/>
                  </a:lnTo>
                  <a:lnTo>
                    <a:pt x="246" y="413"/>
                  </a:lnTo>
                  <a:lnTo>
                    <a:pt x="223" y="411"/>
                  </a:lnTo>
                  <a:lnTo>
                    <a:pt x="201" y="405"/>
                  </a:lnTo>
                  <a:lnTo>
                    <a:pt x="178" y="394"/>
                  </a:lnTo>
                  <a:lnTo>
                    <a:pt x="157" y="381"/>
                  </a:lnTo>
                  <a:lnTo>
                    <a:pt x="137" y="364"/>
                  </a:lnTo>
                  <a:lnTo>
                    <a:pt x="117" y="344"/>
                  </a:lnTo>
                  <a:lnTo>
                    <a:pt x="99" y="319"/>
                  </a:lnTo>
                  <a:lnTo>
                    <a:pt x="82" y="292"/>
                  </a:lnTo>
                  <a:lnTo>
                    <a:pt x="67" y="264"/>
                  </a:lnTo>
                  <a:lnTo>
                    <a:pt x="53" y="231"/>
                  </a:lnTo>
                  <a:lnTo>
                    <a:pt x="41" y="197"/>
                  </a:lnTo>
                  <a:lnTo>
                    <a:pt x="31" y="161"/>
                  </a:lnTo>
                  <a:lnTo>
                    <a:pt x="23" y="123"/>
                  </a:lnTo>
                  <a:lnTo>
                    <a:pt x="17" y="84"/>
                  </a:lnTo>
                  <a:lnTo>
                    <a:pt x="13" y="4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4921" name="Freeform 71"/>
            <p:cNvSpPr>
              <a:spLocks/>
            </p:cNvSpPr>
            <p:nvPr/>
          </p:nvSpPr>
          <p:spPr bwMode="auto">
            <a:xfrm>
              <a:off x="1502" y="1751"/>
              <a:ext cx="50" cy="85"/>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2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1" y="2"/>
                  </a:lnTo>
                  <a:lnTo>
                    <a:pt x="196" y="8"/>
                  </a:lnTo>
                  <a:lnTo>
                    <a:pt x="171" y="19"/>
                  </a:lnTo>
                  <a:lnTo>
                    <a:pt x="150" y="34"/>
                  </a:lnTo>
                  <a:lnTo>
                    <a:pt x="128" y="52"/>
                  </a:lnTo>
                  <a:lnTo>
                    <a:pt x="108" y="74"/>
                  </a:lnTo>
                  <a:lnTo>
                    <a:pt x="89" y="98"/>
                  </a:lnTo>
                  <a:lnTo>
                    <a:pt x="73" y="125"/>
                  </a:lnTo>
                  <a:lnTo>
                    <a:pt x="55" y="156"/>
                  </a:lnTo>
                  <a:lnTo>
                    <a:pt x="41" y="189"/>
                  </a:lnTo>
                  <a:lnTo>
                    <a:pt x="30" y="223"/>
                  </a:lnTo>
                  <a:lnTo>
                    <a:pt x="19" y="261"/>
                  </a:lnTo>
                  <a:lnTo>
                    <a:pt x="11" y="299"/>
                  </a:lnTo>
                  <a:lnTo>
                    <a:pt x="5" y="339"/>
                  </a:lnTo>
                  <a:lnTo>
                    <a:pt x="2" y="382"/>
                  </a:lnTo>
                  <a:lnTo>
                    <a:pt x="0" y="424"/>
                  </a:lnTo>
                  <a:lnTo>
                    <a:pt x="12" y="424"/>
                  </a:lnTo>
                  <a:lnTo>
                    <a:pt x="13" y="382"/>
                  </a:lnTo>
                  <a:lnTo>
                    <a:pt x="17" y="341"/>
                  </a:lnTo>
                  <a:lnTo>
                    <a:pt x="23" y="301"/>
                  </a:lnTo>
                  <a:lnTo>
                    <a:pt x="31" y="264"/>
                  </a:lnTo>
                  <a:lnTo>
                    <a:pt x="41" y="227"/>
                  </a:lnTo>
                  <a:lnTo>
                    <a:pt x="53" y="193"/>
                  </a:lnTo>
                  <a:lnTo>
                    <a:pt x="67" y="161"/>
                  </a:lnTo>
                  <a:lnTo>
                    <a:pt x="82" y="132"/>
                  </a:lnTo>
                  <a:lnTo>
                    <a:pt x="99" y="105"/>
                  </a:lnTo>
                  <a:lnTo>
                    <a:pt x="117" y="81"/>
                  </a:lnTo>
                  <a:lnTo>
                    <a:pt x="137" y="61"/>
                  </a:lnTo>
                  <a:lnTo>
                    <a:pt x="157" y="43"/>
                  </a:lnTo>
                  <a:lnTo>
                    <a:pt x="178" y="30"/>
                  </a:lnTo>
                  <a:lnTo>
                    <a:pt x="201" y="20"/>
                  </a:lnTo>
                  <a:lnTo>
                    <a:pt x="223" y="14"/>
                  </a:lnTo>
                  <a:lnTo>
                    <a:pt x="246" y="12"/>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4922" name="Freeform 72"/>
            <p:cNvSpPr>
              <a:spLocks/>
            </p:cNvSpPr>
            <p:nvPr/>
          </p:nvSpPr>
          <p:spPr bwMode="auto">
            <a:xfrm>
              <a:off x="1565" y="2016"/>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0" y="339"/>
                  </a:lnTo>
                  <a:lnTo>
                    <a:pt x="234" y="299"/>
                  </a:lnTo>
                  <a:lnTo>
                    <a:pt x="226" y="261"/>
                  </a:lnTo>
                  <a:lnTo>
                    <a:pt x="216" y="223"/>
                  </a:lnTo>
                  <a:lnTo>
                    <a:pt x="204" y="189"/>
                  </a:lnTo>
                  <a:lnTo>
                    <a:pt x="190" y="156"/>
                  </a:lnTo>
                  <a:lnTo>
                    <a:pt x="174" y="125"/>
                  </a:lnTo>
                  <a:lnTo>
                    <a:pt x="156" y="98"/>
                  </a:lnTo>
                  <a:lnTo>
                    <a:pt x="138" y="74"/>
                  </a:lnTo>
                  <a:lnTo>
                    <a:pt x="118" y="51"/>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9" y="81"/>
                  </a:lnTo>
                  <a:lnTo>
                    <a:pt x="147" y="105"/>
                  </a:lnTo>
                  <a:lnTo>
                    <a:pt x="164" y="132"/>
                  </a:lnTo>
                  <a:lnTo>
                    <a:pt x="178" y="160"/>
                  </a:lnTo>
                  <a:lnTo>
                    <a:pt x="192" y="193"/>
                  </a:lnTo>
                  <a:lnTo>
                    <a:pt x="204" y="227"/>
                  </a:lnTo>
                  <a:lnTo>
                    <a:pt x="215" y="264"/>
                  </a:lnTo>
                  <a:lnTo>
                    <a:pt x="223" y="301"/>
                  </a:lnTo>
                  <a:lnTo>
                    <a:pt x="229"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4923" name="Freeform 73"/>
            <p:cNvSpPr>
              <a:spLocks/>
            </p:cNvSpPr>
            <p:nvPr/>
          </p:nvSpPr>
          <p:spPr bwMode="auto">
            <a:xfrm>
              <a:off x="1565" y="2101"/>
              <a:ext cx="49" cy="85"/>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6" y="423"/>
                  </a:lnTo>
                  <a:lnTo>
                    <a:pt x="51" y="418"/>
                  </a:lnTo>
                  <a:lnTo>
                    <a:pt x="74" y="407"/>
                  </a:lnTo>
                  <a:lnTo>
                    <a:pt x="96" y="392"/>
                  </a:lnTo>
                  <a:lnTo>
                    <a:pt x="118" y="373"/>
                  </a:lnTo>
                  <a:lnTo>
                    <a:pt x="138" y="351"/>
                  </a:lnTo>
                  <a:lnTo>
                    <a:pt x="156" y="327"/>
                  </a:lnTo>
                  <a:lnTo>
                    <a:pt x="175" y="299"/>
                  </a:lnTo>
                  <a:lnTo>
                    <a:pt x="190" y="269"/>
                  </a:lnTo>
                  <a:lnTo>
                    <a:pt x="204" y="236"/>
                  </a:lnTo>
                  <a:lnTo>
                    <a:pt x="216" y="202"/>
                  </a:lnTo>
                  <a:lnTo>
                    <a:pt x="226" y="164"/>
                  </a:lnTo>
                  <a:lnTo>
                    <a:pt x="234" y="126"/>
                  </a:lnTo>
                  <a:lnTo>
                    <a:pt x="240" y="86"/>
                  </a:lnTo>
                  <a:lnTo>
                    <a:pt x="244" y="42"/>
                  </a:lnTo>
                  <a:lnTo>
                    <a:pt x="245" y="0"/>
                  </a:lnTo>
                  <a:lnTo>
                    <a:pt x="233" y="0"/>
                  </a:lnTo>
                  <a:lnTo>
                    <a:pt x="232" y="42"/>
                  </a:lnTo>
                  <a:lnTo>
                    <a:pt x="229" y="83"/>
                  </a:lnTo>
                  <a:lnTo>
                    <a:pt x="223" y="123"/>
                  </a:lnTo>
                  <a:lnTo>
                    <a:pt x="215" y="162"/>
                  </a:lnTo>
                  <a:lnTo>
                    <a:pt x="204" y="197"/>
                  </a:lnTo>
                  <a:lnTo>
                    <a:pt x="192" y="231"/>
                  </a:lnTo>
                  <a:lnTo>
                    <a:pt x="178" y="264"/>
                  </a:lnTo>
                  <a:lnTo>
                    <a:pt x="163" y="292"/>
                  </a:lnTo>
                  <a:lnTo>
                    <a:pt x="147" y="320"/>
                  </a:lnTo>
                  <a:lnTo>
                    <a:pt x="129" y="344"/>
                  </a:lnTo>
                  <a:lnTo>
                    <a:pt x="109" y="364"/>
                  </a:lnTo>
                  <a:lnTo>
                    <a:pt x="89" y="382"/>
                  </a:lnTo>
                  <a:lnTo>
                    <a:pt x="67" y="395"/>
                  </a:lnTo>
                  <a:lnTo>
                    <a:pt x="46" y="406"/>
                  </a:lnTo>
                  <a:lnTo>
                    <a:pt x="24"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4924" name="Freeform 74"/>
            <p:cNvSpPr>
              <a:spLocks/>
            </p:cNvSpPr>
            <p:nvPr/>
          </p:nvSpPr>
          <p:spPr bwMode="auto">
            <a:xfrm>
              <a:off x="1516" y="2101"/>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5" y="86"/>
                  </a:lnTo>
                  <a:lnTo>
                    <a:pt x="11" y="126"/>
                  </a:lnTo>
                  <a:lnTo>
                    <a:pt x="19" y="164"/>
                  </a:lnTo>
                  <a:lnTo>
                    <a:pt x="30" y="202"/>
                  </a:lnTo>
                  <a:lnTo>
                    <a:pt x="41" y="236"/>
                  </a:lnTo>
                  <a:lnTo>
                    <a:pt x="55" y="269"/>
                  </a:lnTo>
                  <a:lnTo>
                    <a:pt x="71" y="299"/>
                  </a:lnTo>
                  <a:lnTo>
                    <a:pt x="89" y="327"/>
                  </a:lnTo>
                  <a:lnTo>
                    <a:pt x="107" y="351"/>
                  </a:lnTo>
                  <a:lnTo>
                    <a:pt x="127" y="373"/>
                  </a:lnTo>
                  <a:lnTo>
                    <a:pt x="149" y="392"/>
                  </a:lnTo>
                  <a:lnTo>
                    <a:pt x="171" y="407"/>
                  </a:lnTo>
                  <a:lnTo>
                    <a:pt x="195" y="418"/>
                  </a:lnTo>
                  <a:lnTo>
                    <a:pt x="219" y="423"/>
                  </a:lnTo>
                  <a:lnTo>
                    <a:pt x="245" y="426"/>
                  </a:lnTo>
                  <a:lnTo>
                    <a:pt x="245" y="414"/>
                  </a:lnTo>
                  <a:lnTo>
                    <a:pt x="222" y="412"/>
                  </a:lnTo>
                  <a:lnTo>
                    <a:pt x="199" y="406"/>
                  </a:lnTo>
                  <a:lnTo>
                    <a:pt x="178" y="395"/>
                  </a:lnTo>
                  <a:lnTo>
                    <a:pt x="156" y="382"/>
                  </a:lnTo>
                  <a:lnTo>
                    <a:pt x="136" y="364"/>
                  </a:lnTo>
                  <a:lnTo>
                    <a:pt x="116" y="344"/>
                  </a:lnTo>
                  <a:lnTo>
                    <a:pt x="99" y="320"/>
                  </a:lnTo>
                  <a:lnTo>
                    <a:pt x="82" y="292"/>
                  </a:lnTo>
                  <a:lnTo>
                    <a:pt x="67" y="264"/>
                  </a:lnTo>
                  <a:lnTo>
                    <a:pt x="53" y="231"/>
                  </a:lnTo>
                  <a:lnTo>
                    <a:pt x="41" y="197"/>
                  </a:lnTo>
                  <a:lnTo>
                    <a:pt x="31" y="162"/>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4925" name="Freeform 75"/>
            <p:cNvSpPr>
              <a:spLocks/>
            </p:cNvSpPr>
            <p:nvPr/>
          </p:nvSpPr>
          <p:spPr bwMode="auto">
            <a:xfrm>
              <a:off x="1516" y="2016"/>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5" y="8"/>
                  </a:lnTo>
                  <a:lnTo>
                    <a:pt x="171" y="19"/>
                  </a:lnTo>
                  <a:lnTo>
                    <a:pt x="149" y="34"/>
                  </a:lnTo>
                  <a:lnTo>
                    <a:pt x="127" y="51"/>
                  </a:lnTo>
                  <a:lnTo>
                    <a:pt x="107" y="74"/>
                  </a:lnTo>
                  <a:lnTo>
                    <a:pt x="89" y="98"/>
                  </a:lnTo>
                  <a:lnTo>
                    <a:pt x="72" y="125"/>
                  </a:lnTo>
                  <a:lnTo>
                    <a:pt x="55" y="156"/>
                  </a:lnTo>
                  <a:lnTo>
                    <a:pt x="41" y="189"/>
                  </a:lnTo>
                  <a:lnTo>
                    <a:pt x="30" y="223"/>
                  </a:lnTo>
                  <a:lnTo>
                    <a:pt x="19" y="261"/>
                  </a:lnTo>
                  <a:lnTo>
                    <a:pt x="11" y="299"/>
                  </a:lnTo>
                  <a:lnTo>
                    <a:pt x="5" y="339"/>
                  </a:lnTo>
                  <a:lnTo>
                    <a:pt x="1" y="382"/>
                  </a:lnTo>
                  <a:lnTo>
                    <a:pt x="0" y="424"/>
                  </a:lnTo>
                  <a:lnTo>
                    <a:pt x="12" y="424"/>
                  </a:lnTo>
                  <a:lnTo>
                    <a:pt x="13" y="382"/>
                  </a:lnTo>
                  <a:lnTo>
                    <a:pt x="17" y="341"/>
                  </a:lnTo>
                  <a:lnTo>
                    <a:pt x="23" y="301"/>
                  </a:lnTo>
                  <a:lnTo>
                    <a:pt x="31" y="264"/>
                  </a:lnTo>
                  <a:lnTo>
                    <a:pt x="41" y="227"/>
                  </a:lnTo>
                  <a:lnTo>
                    <a:pt x="53" y="193"/>
                  </a:lnTo>
                  <a:lnTo>
                    <a:pt x="67" y="160"/>
                  </a:lnTo>
                  <a:lnTo>
                    <a:pt x="81" y="132"/>
                  </a:lnTo>
                  <a:lnTo>
                    <a:pt x="99" y="105"/>
                  </a:lnTo>
                  <a:lnTo>
                    <a:pt x="116" y="81"/>
                  </a:lnTo>
                  <a:lnTo>
                    <a:pt x="136" y="61"/>
                  </a:lnTo>
                  <a:lnTo>
                    <a:pt x="156" y="43"/>
                  </a:lnTo>
                  <a:lnTo>
                    <a:pt x="178" y="30"/>
                  </a:lnTo>
                  <a:lnTo>
                    <a:pt x="199" y="20"/>
                  </a:lnTo>
                  <a:lnTo>
                    <a:pt x="222"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sp>
        <p:nvSpPr>
          <p:cNvPr id="164872" name="Rectangle 77"/>
          <p:cNvSpPr>
            <a:spLocks noChangeArrowheads="1"/>
          </p:cNvSpPr>
          <p:nvPr/>
        </p:nvSpPr>
        <p:spPr bwMode="auto">
          <a:xfrm>
            <a:off x="611188" y="0"/>
            <a:ext cx="6388100" cy="6477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3000"/>
              <a:t>Sem. 3 - Mercredi</a:t>
            </a:r>
          </a:p>
        </p:txBody>
      </p:sp>
      <p:sp>
        <p:nvSpPr>
          <p:cNvPr id="164873" name="Text Box 78"/>
          <p:cNvSpPr txBox="1">
            <a:spLocks noChangeArrowheads="1"/>
          </p:cNvSpPr>
          <p:nvPr/>
        </p:nvSpPr>
        <p:spPr bwMode="auto">
          <a:xfrm>
            <a:off x="566738" y="2697163"/>
            <a:ext cx="3217862"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2. Pas de commandes</a:t>
            </a:r>
          </a:p>
        </p:txBody>
      </p:sp>
      <p:sp>
        <p:nvSpPr>
          <p:cNvPr id="164874" name="Text Box 79"/>
          <p:cNvSpPr txBox="1">
            <a:spLocks noChangeArrowheads="1"/>
          </p:cNvSpPr>
          <p:nvPr/>
        </p:nvSpPr>
        <p:spPr bwMode="auto">
          <a:xfrm>
            <a:off x="566738" y="5211763"/>
            <a:ext cx="6543675" cy="4429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eaLnBrk="1" hangingPunct="1">
              <a:spcBef>
                <a:spcPct val="0"/>
              </a:spcBef>
              <a:buFontTx/>
              <a:buNone/>
            </a:pPr>
            <a:r>
              <a:rPr lang="fr-FR" altLang="fr-FR" sz="2300"/>
              <a:t>4. Pointez la production sur votre feuille de suivi</a:t>
            </a:r>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65890" name="Group 2"/>
          <p:cNvGrpSpPr>
            <a:grpSpLocks/>
          </p:cNvGrpSpPr>
          <p:nvPr/>
        </p:nvGrpSpPr>
        <p:grpSpPr bwMode="auto">
          <a:xfrm>
            <a:off x="7073900" y="215900"/>
            <a:ext cx="1878013" cy="1250950"/>
            <a:chOff x="4456" y="136"/>
            <a:chExt cx="1183" cy="788"/>
          </a:xfrm>
        </p:grpSpPr>
        <p:grpSp>
          <p:nvGrpSpPr>
            <p:cNvPr id="165950" name="Group 3"/>
            <p:cNvGrpSpPr>
              <a:grpSpLocks/>
            </p:cNvGrpSpPr>
            <p:nvPr/>
          </p:nvGrpSpPr>
          <p:grpSpPr bwMode="auto">
            <a:xfrm>
              <a:off x="4766" y="232"/>
              <a:ext cx="873" cy="692"/>
              <a:chOff x="2185" y="310"/>
              <a:chExt cx="873" cy="692"/>
            </a:xfrm>
          </p:grpSpPr>
          <p:sp>
            <p:nvSpPr>
              <p:cNvPr id="165961" name="Freeform 4"/>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accent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5962" name="Freeform 5"/>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5963" name="Freeform 6"/>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5964" name="Freeform 7"/>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5965" name="Freeform 8"/>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5966" name="Freeform 9"/>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5967" name="Freeform 10"/>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grpSp>
          <p:nvGrpSpPr>
            <p:cNvPr id="165951" name="Group 11"/>
            <p:cNvGrpSpPr>
              <a:grpSpLocks/>
            </p:cNvGrpSpPr>
            <p:nvPr/>
          </p:nvGrpSpPr>
          <p:grpSpPr bwMode="auto">
            <a:xfrm>
              <a:off x="4949" y="336"/>
              <a:ext cx="591" cy="468"/>
              <a:chOff x="2185" y="310"/>
              <a:chExt cx="873" cy="692"/>
            </a:xfrm>
          </p:grpSpPr>
          <p:sp>
            <p:nvSpPr>
              <p:cNvPr id="165954" name="Freeform 12"/>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5955" name="Freeform 13"/>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5956" name="Freeform 14"/>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5957" name="Freeform 15"/>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5958" name="Freeform 16"/>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5959" name="Freeform 17"/>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5960" name="Freeform 18"/>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pic>
          <p:nvPicPr>
            <p:cNvPr id="165952" name="Picture 19"/>
            <p:cNvPicPr>
              <a:picLocks noChangeAspect="1" noChangeArrowheads="1"/>
            </p:cNvPicPr>
            <p:nvPr/>
          </p:nvPicPr>
          <p:blipFill>
            <a:blip r:embed="rId3" cstate="print">
              <a:extLst>
                <a:ext uri="{28A0092B-C50C-407E-A947-70E740481C1C}">
                  <a14:useLocalDpi xmlns:a14="http://schemas.microsoft.com/office/drawing/2010/main" val="0"/>
                </a:ext>
              </a:extLst>
            </a:blip>
            <a:srcRect l="-4282" t="-4369" r="-5199" b="-12012"/>
            <a:stretch>
              <a:fillRect/>
            </a:stretch>
          </p:blipFill>
          <p:spPr bwMode="auto">
            <a:xfrm>
              <a:off x="4456" y="136"/>
              <a:ext cx="480" cy="5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65953" name="Text Box 20"/>
            <p:cNvSpPr txBox="1">
              <a:spLocks noChangeArrowheads="1"/>
            </p:cNvSpPr>
            <p:nvPr/>
          </p:nvSpPr>
          <p:spPr bwMode="auto">
            <a:xfrm>
              <a:off x="4946" y="314"/>
              <a:ext cx="596" cy="49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4500" b="1">
                  <a:solidFill>
                    <a:srgbClr val="FF0000"/>
                  </a:solidFill>
                  <a:latin typeface="Arial Black" pitchFamily="34" charset="0"/>
                </a:rPr>
                <a:t>24</a:t>
              </a:r>
              <a:endParaRPr lang="fr-FR" altLang="fr-FR" sz="3200">
                <a:solidFill>
                  <a:schemeClr val="tx1"/>
                </a:solidFill>
                <a:latin typeface="Arial Black" pitchFamily="34" charset="0"/>
              </a:endParaRPr>
            </a:p>
          </p:txBody>
        </p:sp>
      </p:grpSp>
      <p:sp>
        <p:nvSpPr>
          <p:cNvPr id="165892" name="Text Box 22"/>
          <p:cNvSpPr txBox="1">
            <a:spLocks noChangeArrowheads="1"/>
          </p:cNvSpPr>
          <p:nvPr/>
        </p:nvSpPr>
        <p:spPr bwMode="auto">
          <a:xfrm>
            <a:off x="566738" y="1363663"/>
            <a:ext cx="1946275"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1. Tirez le dé</a:t>
            </a:r>
          </a:p>
        </p:txBody>
      </p:sp>
      <p:sp>
        <p:nvSpPr>
          <p:cNvPr id="165893" name="Text Box 23"/>
          <p:cNvSpPr txBox="1">
            <a:spLocks noChangeArrowheads="1"/>
          </p:cNvSpPr>
          <p:nvPr/>
        </p:nvSpPr>
        <p:spPr bwMode="auto">
          <a:xfrm>
            <a:off x="566738" y="3935413"/>
            <a:ext cx="18796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3. Produisez</a:t>
            </a:r>
          </a:p>
        </p:txBody>
      </p:sp>
      <p:grpSp>
        <p:nvGrpSpPr>
          <p:cNvPr id="165894" name="Group 24"/>
          <p:cNvGrpSpPr>
            <a:grpSpLocks/>
          </p:cNvGrpSpPr>
          <p:nvPr/>
        </p:nvGrpSpPr>
        <p:grpSpPr bwMode="auto">
          <a:xfrm>
            <a:off x="2986088" y="1306513"/>
            <a:ext cx="446087" cy="534987"/>
            <a:chOff x="868" y="1439"/>
            <a:chExt cx="811" cy="972"/>
          </a:xfrm>
        </p:grpSpPr>
        <p:sp>
          <p:nvSpPr>
            <p:cNvPr id="165899" name="Freeform 25"/>
            <p:cNvSpPr>
              <a:spLocks/>
            </p:cNvSpPr>
            <p:nvPr/>
          </p:nvSpPr>
          <p:spPr bwMode="auto">
            <a:xfrm>
              <a:off x="1548" y="2014"/>
              <a:ext cx="123" cy="100"/>
            </a:xfrm>
            <a:custGeom>
              <a:avLst/>
              <a:gdLst>
                <a:gd name="T0" fmla="*/ 5 w 618"/>
                <a:gd name="T1" fmla="*/ 0 h 502"/>
                <a:gd name="T2" fmla="*/ 5 w 618"/>
                <a:gd name="T3" fmla="*/ 0 h 502"/>
                <a:gd name="T4" fmla="*/ 0 w 618"/>
                <a:gd name="T5" fmla="*/ 4 h 502"/>
                <a:gd name="T6" fmla="*/ 0 w 618"/>
                <a:gd name="T7" fmla="*/ 4 h 502"/>
                <a:gd name="T8" fmla="*/ 5 w 618"/>
                <a:gd name="T9" fmla="*/ 0 h 502"/>
                <a:gd name="T10" fmla="*/ 5 w 618"/>
                <a:gd name="T11" fmla="*/ 0 h 502"/>
                <a:gd name="T12" fmla="*/ 5 w 618"/>
                <a:gd name="T13" fmla="*/ 0 h 502"/>
                <a:gd name="T14" fmla="*/ 5 w 618"/>
                <a:gd name="T15" fmla="*/ 0 h 502"/>
                <a:gd name="T16" fmla="*/ 5 w 618"/>
                <a:gd name="T17" fmla="*/ 0 h 502"/>
                <a:gd name="T18" fmla="*/ 5 w 618"/>
                <a:gd name="T19" fmla="*/ 0 h 502"/>
                <a:gd name="T20" fmla="*/ 5 w 618"/>
                <a:gd name="T21" fmla="*/ 0 h 502"/>
                <a:gd name="T22" fmla="*/ 5 w 618"/>
                <a:gd name="T23" fmla="*/ 0 h 502"/>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618"/>
                <a:gd name="T37" fmla="*/ 0 h 502"/>
                <a:gd name="T38" fmla="*/ 618 w 618"/>
                <a:gd name="T39" fmla="*/ 502 h 502"/>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618" h="502">
                  <a:moveTo>
                    <a:pt x="611" y="0"/>
                  </a:moveTo>
                  <a:lnTo>
                    <a:pt x="606" y="2"/>
                  </a:lnTo>
                  <a:lnTo>
                    <a:pt x="0" y="490"/>
                  </a:lnTo>
                  <a:lnTo>
                    <a:pt x="10" y="502"/>
                  </a:lnTo>
                  <a:lnTo>
                    <a:pt x="616" y="14"/>
                  </a:lnTo>
                  <a:lnTo>
                    <a:pt x="611" y="16"/>
                  </a:lnTo>
                  <a:lnTo>
                    <a:pt x="616" y="14"/>
                  </a:lnTo>
                  <a:lnTo>
                    <a:pt x="618" y="9"/>
                  </a:lnTo>
                  <a:lnTo>
                    <a:pt x="617" y="3"/>
                  </a:lnTo>
                  <a:lnTo>
                    <a:pt x="612" y="1"/>
                  </a:lnTo>
                  <a:lnTo>
                    <a:pt x="606" y="2"/>
                  </a:lnTo>
                  <a:lnTo>
                    <a:pt x="611"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5900" name="Freeform 26"/>
            <p:cNvSpPr>
              <a:spLocks/>
            </p:cNvSpPr>
            <p:nvPr/>
          </p:nvSpPr>
          <p:spPr bwMode="auto">
            <a:xfrm>
              <a:off x="876" y="1852"/>
              <a:ext cx="82" cy="373"/>
            </a:xfrm>
            <a:custGeom>
              <a:avLst/>
              <a:gdLst>
                <a:gd name="T0" fmla="*/ 3 w 413"/>
                <a:gd name="T1" fmla="*/ 15 h 1865"/>
                <a:gd name="T2" fmla="*/ 3 w 413"/>
                <a:gd name="T3" fmla="*/ 15 h 1865"/>
                <a:gd name="T4" fmla="*/ 0 w 413"/>
                <a:gd name="T5" fmla="*/ 0 h 1865"/>
                <a:gd name="T6" fmla="*/ 0 w 413"/>
                <a:gd name="T7" fmla="*/ 0 h 1865"/>
                <a:gd name="T8" fmla="*/ 3 w 413"/>
                <a:gd name="T9" fmla="*/ 15 h 1865"/>
                <a:gd name="T10" fmla="*/ 3 w 413"/>
                <a:gd name="T11" fmla="*/ 15 h 1865"/>
                <a:gd name="T12" fmla="*/ 3 w 413"/>
                <a:gd name="T13" fmla="*/ 15 h 1865"/>
                <a:gd name="T14" fmla="*/ 3 w 413"/>
                <a:gd name="T15" fmla="*/ 15 h 1865"/>
                <a:gd name="T16" fmla="*/ 3 w 413"/>
                <a:gd name="T17" fmla="*/ 15 h 1865"/>
                <a:gd name="T18" fmla="*/ 3 w 413"/>
                <a:gd name="T19" fmla="*/ 15 h 1865"/>
                <a:gd name="T20" fmla="*/ 3 w 413"/>
                <a:gd name="T21" fmla="*/ 15 h 1865"/>
                <a:gd name="T22" fmla="*/ 3 w 413"/>
                <a:gd name="T23" fmla="*/ 15 h 186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413"/>
                <a:gd name="T37" fmla="*/ 0 h 1865"/>
                <a:gd name="T38" fmla="*/ 413 w 413"/>
                <a:gd name="T39" fmla="*/ 1865 h 1865"/>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413" h="1865">
                  <a:moveTo>
                    <a:pt x="400" y="1864"/>
                  </a:moveTo>
                  <a:lnTo>
                    <a:pt x="413" y="1856"/>
                  </a:lnTo>
                  <a:lnTo>
                    <a:pt x="17" y="0"/>
                  </a:lnTo>
                  <a:lnTo>
                    <a:pt x="0" y="2"/>
                  </a:lnTo>
                  <a:lnTo>
                    <a:pt x="396" y="1858"/>
                  </a:lnTo>
                  <a:lnTo>
                    <a:pt x="409" y="1850"/>
                  </a:lnTo>
                  <a:lnTo>
                    <a:pt x="396" y="1858"/>
                  </a:lnTo>
                  <a:lnTo>
                    <a:pt x="400" y="1864"/>
                  </a:lnTo>
                  <a:lnTo>
                    <a:pt x="406" y="1865"/>
                  </a:lnTo>
                  <a:lnTo>
                    <a:pt x="410" y="1862"/>
                  </a:lnTo>
                  <a:lnTo>
                    <a:pt x="413" y="1856"/>
                  </a:lnTo>
                  <a:lnTo>
                    <a:pt x="400" y="186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5901" name="Freeform 27"/>
            <p:cNvSpPr>
              <a:spLocks/>
            </p:cNvSpPr>
            <p:nvPr/>
          </p:nvSpPr>
          <p:spPr bwMode="auto">
            <a:xfrm>
              <a:off x="1282" y="1533"/>
              <a:ext cx="35" cy="161"/>
            </a:xfrm>
            <a:custGeom>
              <a:avLst/>
              <a:gdLst>
                <a:gd name="T0" fmla="*/ 1 w 175"/>
                <a:gd name="T1" fmla="*/ 6 h 807"/>
                <a:gd name="T2" fmla="*/ 1 w 175"/>
                <a:gd name="T3" fmla="*/ 6 h 807"/>
                <a:gd name="T4" fmla="*/ 1 w 175"/>
                <a:gd name="T5" fmla="*/ 6 h 807"/>
                <a:gd name="T6" fmla="*/ 1 w 175"/>
                <a:gd name="T7" fmla="*/ 5 h 807"/>
                <a:gd name="T8" fmla="*/ 1 w 175"/>
                <a:gd name="T9" fmla="*/ 5 h 807"/>
                <a:gd name="T10" fmla="*/ 1 w 175"/>
                <a:gd name="T11" fmla="*/ 5 h 807"/>
                <a:gd name="T12" fmla="*/ 1 w 175"/>
                <a:gd name="T13" fmla="*/ 4 h 807"/>
                <a:gd name="T14" fmla="*/ 1 w 175"/>
                <a:gd name="T15" fmla="*/ 4 h 807"/>
                <a:gd name="T16" fmla="*/ 1 w 175"/>
                <a:gd name="T17" fmla="*/ 3 h 807"/>
                <a:gd name="T18" fmla="*/ 1 w 175"/>
                <a:gd name="T19" fmla="*/ 3 h 807"/>
                <a:gd name="T20" fmla="*/ 1 w 175"/>
                <a:gd name="T21" fmla="*/ 3 h 807"/>
                <a:gd name="T22" fmla="*/ 1 w 175"/>
                <a:gd name="T23" fmla="*/ 2 h 807"/>
                <a:gd name="T24" fmla="*/ 1 w 175"/>
                <a:gd name="T25" fmla="*/ 2 h 807"/>
                <a:gd name="T26" fmla="*/ 1 w 175"/>
                <a:gd name="T27" fmla="*/ 2 h 807"/>
                <a:gd name="T28" fmla="*/ 1 w 175"/>
                <a:gd name="T29" fmla="*/ 1 h 807"/>
                <a:gd name="T30" fmla="*/ 1 w 175"/>
                <a:gd name="T31" fmla="*/ 1 h 807"/>
                <a:gd name="T32" fmla="*/ 1 w 175"/>
                <a:gd name="T33" fmla="*/ 1 h 807"/>
                <a:gd name="T34" fmla="*/ 1 w 175"/>
                <a:gd name="T35" fmla="*/ 0 h 807"/>
                <a:gd name="T36" fmla="*/ 1 w 175"/>
                <a:gd name="T37" fmla="*/ 0 h 807"/>
                <a:gd name="T38" fmla="*/ 1 w 175"/>
                <a:gd name="T39" fmla="*/ 0 h 807"/>
                <a:gd name="T40" fmla="*/ 0 w 175"/>
                <a:gd name="T41" fmla="*/ 1 h 807"/>
                <a:gd name="T42" fmla="*/ 0 w 175"/>
                <a:gd name="T43" fmla="*/ 1 h 807"/>
                <a:gd name="T44" fmla="*/ 0 w 175"/>
                <a:gd name="T45" fmla="*/ 1 h 807"/>
                <a:gd name="T46" fmla="*/ 0 w 175"/>
                <a:gd name="T47" fmla="*/ 2 h 807"/>
                <a:gd name="T48" fmla="*/ 0 w 175"/>
                <a:gd name="T49" fmla="*/ 2 h 807"/>
                <a:gd name="T50" fmla="*/ 0 w 175"/>
                <a:gd name="T51" fmla="*/ 3 h 807"/>
                <a:gd name="T52" fmla="*/ 0 w 175"/>
                <a:gd name="T53" fmla="*/ 3 h 807"/>
                <a:gd name="T54" fmla="*/ 0 w 175"/>
                <a:gd name="T55" fmla="*/ 3 h 807"/>
                <a:gd name="T56" fmla="*/ 0 w 175"/>
                <a:gd name="T57" fmla="*/ 4 h 807"/>
                <a:gd name="T58" fmla="*/ 0 w 175"/>
                <a:gd name="T59" fmla="*/ 4 h 807"/>
                <a:gd name="T60" fmla="*/ 0 w 175"/>
                <a:gd name="T61" fmla="*/ 5 h 807"/>
                <a:gd name="T62" fmla="*/ 0 w 175"/>
                <a:gd name="T63" fmla="*/ 5 h 807"/>
                <a:gd name="T64" fmla="*/ 0 w 175"/>
                <a:gd name="T65" fmla="*/ 5 h 807"/>
                <a:gd name="T66" fmla="*/ 1 w 175"/>
                <a:gd name="T67" fmla="*/ 6 h 807"/>
                <a:gd name="T68" fmla="*/ 1 w 175"/>
                <a:gd name="T69" fmla="*/ 6 h 807"/>
                <a:gd name="T70" fmla="*/ 1 w 175"/>
                <a:gd name="T71" fmla="*/ 6 h 807"/>
                <a:gd name="T72" fmla="*/ 1 w 175"/>
                <a:gd name="T73" fmla="*/ 6 h 807"/>
                <a:gd name="T74" fmla="*/ 1 w 175"/>
                <a:gd name="T75" fmla="*/ 6 h 807"/>
                <a:gd name="T76" fmla="*/ 1 w 175"/>
                <a:gd name="T77" fmla="*/ 6 h 807"/>
                <a:gd name="T78" fmla="*/ 1 w 175"/>
                <a:gd name="T79" fmla="*/ 6 h 807"/>
                <a:gd name="T80" fmla="*/ 1 w 175"/>
                <a:gd name="T81" fmla="*/ 6 h 807"/>
                <a:gd name="T82" fmla="*/ 1 w 175"/>
                <a:gd name="T83" fmla="*/ 6 h 807"/>
                <a:gd name="T84" fmla="*/ 1 w 175"/>
                <a:gd name="T85" fmla="*/ 6 h 807"/>
                <a:gd name="T86" fmla="*/ 1 w 175"/>
                <a:gd name="T87" fmla="*/ 6 h 807"/>
                <a:gd name="T88" fmla="*/ 1 w 175"/>
                <a:gd name="T89" fmla="*/ 6 h 807"/>
                <a:gd name="T90" fmla="*/ 1 w 175"/>
                <a:gd name="T91" fmla="*/ 6 h 80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175"/>
                <a:gd name="T139" fmla="*/ 0 h 807"/>
                <a:gd name="T140" fmla="*/ 175 w 175"/>
                <a:gd name="T141" fmla="*/ 807 h 80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175" h="807">
                  <a:moveTo>
                    <a:pt x="169" y="740"/>
                  </a:moveTo>
                  <a:lnTo>
                    <a:pt x="169" y="739"/>
                  </a:lnTo>
                  <a:lnTo>
                    <a:pt x="149" y="698"/>
                  </a:lnTo>
                  <a:lnTo>
                    <a:pt x="133" y="656"/>
                  </a:lnTo>
                  <a:lnTo>
                    <a:pt x="120" y="611"/>
                  </a:lnTo>
                  <a:lnTo>
                    <a:pt x="108" y="565"/>
                  </a:lnTo>
                  <a:lnTo>
                    <a:pt x="100" y="520"/>
                  </a:lnTo>
                  <a:lnTo>
                    <a:pt x="96" y="472"/>
                  </a:lnTo>
                  <a:lnTo>
                    <a:pt x="93" y="425"/>
                  </a:lnTo>
                  <a:lnTo>
                    <a:pt x="93" y="377"/>
                  </a:lnTo>
                  <a:lnTo>
                    <a:pt x="96" y="330"/>
                  </a:lnTo>
                  <a:lnTo>
                    <a:pt x="100" y="283"/>
                  </a:lnTo>
                  <a:lnTo>
                    <a:pt x="106" y="238"/>
                  </a:lnTo>
                  <a:lnTo>
                    <a:pt x="115" y="195"/>
                  </a:lnTo>
                  <a:lnTo>
                    <a:pt x="126" y="153"/>
                  </a:lnTo>
                  <a:lnTo>
                    <a:pt x="139" y="114"/>
                  </a:lnTo>
                  <a:lnTo>
                    <a:pt x="153" y="77"/>
                  </a:lnTo>
                  <a:lnTo>
                    <a:pt x="169" y="43"/>
                  </a:lnTo>
                  <a:lnTo>
                    <a:pt x="87" y="0"/>
                  </a:lnTo>
                  <a:lnTo>
                    <a:pt x="69" y="39"/>
                  </a:lnTo>
                  <a:lnTo>
                    <a:pt x="52" y="81"/>
                  </a:lnTo>
                  <a:lnTo>
                    <a:pt x="37" y="127"/>
                  </a:lnTo>
                  <a:lnTo>
                    <a:pt x="24" y="174"/>
                  </a:lnTo>
                  <a:lnTo>
                    <a:pt x="15" y="222"/>
                  </a:lnTo>
                  <a:lnTo>
                    <a:pt x="7" y="271"/>
                  </a:lnTo>
                  <a:lnTo>
                    <a:pt x="2" y="323"/>
                  </a:lnTo>
                  <a:lnTo>
                    <a:pt x="0" y="374"/>
                  </a:lnTo>
                  <a:lnTo>
                    <a:pt x="0" y="427"/>
                  </a:lnTo>
                  <a:lnTo>
                    <a:pt x="2" y="479"/>
                  </a:lnTo>
                  <a:lnTo>
                    <a:pt x="9" y="531"/>
                  </a:lnTo>
                  <a:lnTo>
                    <a:pt x="17" y="584"/>
                  </a:lnTo>
                  <a:lnTo>
                    <a:pt x="29" y="635"/>
                  </a:lnTo>
                  <a:lnTo>
                    <a:pt x="44" y="686"/>
                  </a:lnTo>
                  <a:lnTo>
                    <a:pt x="65" y="736"/>
                  </a:lnTo>
                  <a:lnTo>
                    <a:pt x="87" y="784"/>
                  </a:lnTo>
                  <a:lnTo>
                    <a:pt x="87" y="782"/>
                  </a:lnTo>
                  <a:lnTo>
                    <a:pt x="87" y="784"/>
                  </a:lnTo>
                  <a:lnTo>
                    <a:pt x="100" y="799"/>
                  </a:lnTo>
                  <a:lnTo>
                    <a:pt x="117" y="807"/>
                  </a:lnTo>
                  <a:lnTo>
                    <a:pt x="134" y="807"/>
                  </a:lnTo>
                  <a:lnTo>
                    <a:pt x="151" y="801"/>
                  </a:lnTo>
                  <a:lnTo>
                    <a:pt x="164" y="791"/>
                  </a:lnTo>
                  <a:lnTo>
                    <a:pt x="173" y="777"/>
                  </a:lnTo>
                  <a:lnTo>
                    <a:pt x="175" y="759"/>
                  </a:lnTo>
                  <a:lnTo>
                    <a:pt x="169" y="739"/>
                  </a:lnTo>
                  <a:lnTo>
                    <a:pt x="169" y="74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5902" name="Freeform 28"/>
            <p:cNvSpPr>
              <a:spLocks/>
            </p:cNvSpPr>
            <p:nvPr/>
          </p:nvSpPr>
          <p:spPr bwMode="auto">
            <a:xfrm>
              <a:off x="1299" y="1681"/>
              <a:ext cx="157" cy="281"/>
            </a:xfrm>
            <a:custGeom>
              <a:avLst/>
              <a:gdLst>
                <a:gd name="T0" fmla="*/ 6 w 787"/>
                <a:gd name="T1" fmla="*/ 11 h 1404"/>
                <a:gd name="T2" fmla="*/ 6 w 787"/>
                <a:gd name="T3" fmla="*/ 11 h 1404"/>
                <a:gd name="T4" fmla="*/ 1 w 787"/>
                <a:gd name="T5" fmla="*/ 0 h 1404"/>
                <a:gd name="T6" fmla="*/ 0 w 787"/>
                <a:gd name="T7" fmla="*/ 0 h 1404"/>
                <a:gd name="T8" fmla="*/ 6 w 787"/>
                <a:gd name="T9" fmla="*/ 11 h 1404"/>
                <a:gd name="T10" fmla="*/ 6 w 787"/>
                <a:gd name="T11" fmla="*/ 11 h 1404"/>
                <a:gd name="T12" fmla="*/ 6 w 787"/>
                <a:gd name="T13" fmla="*/ 11 h 1404"/>
                <a:gd name="T14" fmla="*/ 6 w 787"/>
                <a:gd name="T15" fmla="*/ 11 h 1404"/>
                <a:gd name="T16" fmla="*/ 6 w 787"/>
                <a:gd name="T17" fmla="*/ 11 h 1404"/>
                <a:gd name="T18" fmla="*/ 6 w 787"/>
                <a:gd name="T19" fmla="*/ 11 h 1404"/>
                <a:gd name="T20" fmla="*/ 6 w 787"/>
                <a:gd name="T21" fmla="*/ 11 h 1404"/>
                <a:gd name="T22" fmla="*/ 6 w 787"/>
                <a:gd name="T23" fmla="*/ 11 h 1404"/>
                <a:gd name="T24" fmla="*/ 6 w 787"/>
                <a:gd name="T25" fmla="*/ 11 h 1404"/>
                <a:gd name="T26" fmla="*/ 6 w 787"/>
                <a:gd name="T27" fmla="*/ 11 h 1404"/>
                <a:gd name="T28" fmla="*/ 6 w 787"/>
                <a:gd name="T29" fmla="*/ 11 h 1404"/>
                <a:gd name="T30" fmla="*/ 6 w 787"/>
                <a:gd name="T31" fmla="*/ 11 h 1404"/>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787"/>
                <a:gd name="T49" fmla="*/ 0 h 1404"/>
                <a:gd name="T50" fmla="*/ 787 w 787"/>
                <a:gd name="T51" fmla="*/ 1404 h 1404"/>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787" h="1404">
                  <a:moveTo>
                    <a:pt x="781" y="1334"/>
                  </a:moveTo>
                  <a:lnTo>
                    <a:pt x="781" y="1337"/>
                  </a:lnTo>
                  <a:lnTo>
                    <a:pt x="82" y="0"/>
                  </a:lnTo>
                  <a:lnTo>
                    <a:pt x="0" y="42"/>
                  </a:lnTo>
                  <a:lnTo>
                    <a:pt x="699" y="1379"/>
                  </a:lnTo>
                  <a:lnTo>
                    <a:pt x="699" y="1381"/>
                  </a:lnTo>
                  <a:lnTo>
                    <a:pt x="699" y="1379"/>
                  </a:lnTo>
                  <a:lnTo>
                    <a:pt x="712" y="1395"/>
                  </a:lnTo>
                  <a:lnTo>
                    <a:pt x="727" y="1402"/>
                  </a:lnTo>
                  <a:lnTo>
                    <a:pt x="744" y="1404"/>
                  </a:lnTo>
                  <a:lnTo>
                    <a:pt x="761" y="1398"/>
                  </a:lnTo>
                  <a:lnTo>
                    <a:pt x="775" y="1388"/>
                  </a:lnTo>
                  <a:lnTo>
                    <a:pt x="784" y="1373"/>
                  </a:lnTo>
                  <a:lnTo>
                    <a:pt x="787" y="1357"/>
                  </a:lnTo>
                  <a:lnTo>
                    <a:pt x="781" y="1337"/>
                  </a:lnTo>
                  <a:lnTo>
                    <a:pt x="781" y="13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5903" name="Freeform 29"/>
            <p:cNvSpPr>
              <a:spLocks/>
            </p:cNvSpPr>
            <p:nvPr/>
          </p:nvSpPr>
          <p:spPr bwMode="auto">
            <a:xfrm>
              <a:off x="1439" y="1948"/>
              <a:ext cx="125" cy="76"/>
            </a:xfrm>
            <a:custGeom>
              <a:avLst/>
              <a:gdLst>
                <a:gd name="T0" fmla="*/ 5 w 628"/>
                <a:gd name="T1" fmla="*/ 2 h 383"/>
                <a:gd name="T2" fmla="*/ 5 w 628"/>
                <a:gd name="T3" fmla="*/ 2 h 383"/>
                <a:gd name="T4" fmla="*/ 4 w 628"/>
                <a:gd name="T5" fmla="*/ 2 h 383"/>
                <a:gd name="T6" fmla="*/ 4 w 628"/>
                <a:gd name="T7" fmla="*/ 2 h 383"/>
                <a:gd name="T8" fmla="*/ 4 w 628"/>
                <a:gd name="T9" fmla="*/ 2 h 383"/>
                <a:gd name="T10" fmla="*/ 3 w 628"/>
                <a:gd name="T11" fmla="*/ 2 h 383"/>
                <a:gd name="T12" fmla="*/ 3 w 628"/>
                <a:gd name="T13" fmla="*/ 2 h 383"/>
                <a:gd name="T14" fmla="*/ 3 w 628"/>
                <a:gd name="T15" fmla="*/ 2 h 383"/>
                <a:gd name="T16" fmla="*/ 3 w 628"/>
                <a:gd name="T17" fmla="*/ 2 h 383"/>
                <a:gd name="T18" fmla="*/ 2 w 628"/>
                <a:gd name="T19" fmla="*/ 2 h 383"/>
                <a:gd name="T20" fmla="*/ 2 w 628"/>
                <a:gd name="T21" fmla="*/ 2 h 383"/>
                <a:gd name="T22" fmla="*/ 2 w 628"/>
                <a:gd name="T23" fmla="*/ 1 h 383"/>
                <a:gd name="T24" fmla="*/ 2 w 628"/>
                <a:gd name="T25" fmla="*/ 1 h 383"/>
                <a:gd name="T26" fmla="*/ 1 w 628"/>
                <a:gd name="T27" fmla="*/ 1 h 383"/>
                <a:gd name="T28" fmla="*/ 1 w 628"/>
                <a:gd name="T29" fmla="*/ 1 h 383"/>
                <a:gd name="T30" fmla="*/ 1 w 628"/>
                <a:gd name="T31" fmla="*/ 1 h 383"/>
                <a:gd name="T32" fmla="*/ 1 w 628"/>
                <a:gd name="T33" fmla="*/ 0 h 383"/>
                <a:gd name="T34" fmla="*/ 1 w 628"/>
                <a:gd name="T35" fmla="*/ 0 h 383"/>
                <a:gd name="T36" fmla="*/ 0 w 628"/>
                <a:gd name="T37" fmla="*/ 0 h 383"/>
                <a:gd name="T38" fmla="*/ 0 w 628"/>
                <a:gd name="T39" fmla="*/ 1 h 383"/>
                <a:gd name="T40" fmla="*/ 0 w 628"/>
                <a:gd name="T41" fmla="*/ 1 h 383"/>
                <a:gd name="T42" fmla="*/ 1 w 628"/>
                <a:gd name="T43" fmla="*/ 1 h 383"/>
                <a:gd name="T44" fmla="*/ 1 w 628"/>
                <a:gd name="T45" fmla="*/ 1 h 383"/>
                <a:gd name="T46" fmla="*/ 1 w 628"/>
                <a:gd name="T47" fmla="*/ 2 h 383"/>
                <a:gd name="T48" fmla="*/ 1 w 628"/>
                <a:gd name="T49" fmla="*/ 2 h 383"/>
                <a:gd name="T50" fmla="*/ 2 w 628"/>
                <a:gd name="T51" fmla="*/ 2 h 383"/>
                <a:gd name="T52" fmla="*/ 2 w 628"/>
                <a:gd name="T53" fmla="*/ 2 h 383"/>
                <a:gd name="T54" fmla="*/ 2 w 628"/>
                <a:gd name="T55" fmla="*/ 2 h 383"/>
                <a:gd name="T56" fmla="*/ 3 w 628"/>
                <a:gd name="T57" fmla="*/ 3 h 383"/>
                <a:gd name="T58" fmla="*/ 3 w 628"/>
                <a:gd name="T59" fmla="*/ 3 h 383"/>
                <a:gd name="T60" fmla="*/ 3 w 628"/>
                <a:gd name="T61" fmla="*/ 3 h 383"/>
                <a:gd name="T62" fmla="*/ 4 w 628"/>
                <a:gd name="T63" fmla="*/ 3 h 383"/>
                <a:gd name="T64" fmla="*/ 4 w 628"/>
                <a:gd name="T65" fmla="*/ 3 h 383"/>
                <a:gd name="T66" fmla="*/ 4 w 628"/>
                <a:gd name="T67" fmla="*/ 3 h 383"/>
                <a:gd name="T68" fmla="*/ 5 w 628"/>
                <a:gd name="T69" fmla="*/ 3 h 383"/>
                <a:gd name="T70" fmla="*/ 5 w 628"/>
                <a:gd name="T71" fmla="*/ 3 h 383"/>
                <a:gd name="T72" fmla="*/ 5 w 628"/>
                <a:gd name="T73" fmla="*/ 3 h 383"/>
                <a:gd name="T74" fmla="*/ 5 w 628"/>
                <a:gd name="T75" fmla="*/ 3 h 383"/>
                <a:gd name="T76" fmla="*/ 5 w 628"/>
                <a:gd name="T77" fmla="*/ 3 h 383"/>
                <a:gd name="T78" fmla="*/ 5 w 628"/>
                <a:gd name="T79" fmla="*/ 3 h 383"/>
                <a:gd name="T80" fmla="*/ 5 w 628"/>
                <a:gd name="T81" fmla="*/ 3 h 383"/>
                <a:gd name="T82" fmla="*/ 5 w 628"/>
                <a:gd name="T83" fmla="*/ 3 h 383"/>
                <a:gd name="T84" fmla="*/ 5 w 628"/>
                <a:gd name="T85" fmla="*/ 2 h 383"/>
                <a:gd name="T86" fmla="*/ 5 w 628"/>
                <a:gd name="T87" fmla="*/ 2 h 383"/>
                <a:gd name="T88" fmla="*/ 5 w 628"/>
                <a:gd name="T89" fmla="*/ 2 h 383"/>
                <a:gd name="T90" fmla="*/ 5 w 628"/>
                <a:gd name="T91" fmla="*/ 2 h 38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628"/>
                <a:gd name="T139" fmla="*/ 0 h 383"/>
                <a:gd name="T140" fmla="*/ 628 w 628"/>
                <a:gd name="T141" fmla="*/ 383 h 38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628" h="383">
                  <a:moveTo>
                    <a:pt x="581" y="289"/>
                  </a:moveTo>
                  <a:lnTo>
                    <a:pt x="582" y="289"/>
                  </a:lnTo>
                  <a:lnTo>
                    <a:pt x="541" y="287"/>
                  </a:lnTo>
                  <a:lnTo>
                    <a:pt x="500" y="283"/>
                  </a:lnTo>
                  <a:lnTo>
                    <a:pt x="462" y="276"/>
                  </a:lnTo>
                  <a:lnTo>
                    <a:pt x="424" y="268"/>
                  </a:lnTo>
                  <a:lnTo>
                    <a:pt x="389" y="255"/>
                  </a:lnTo>
                  <a:lnTo>
                    <a:pt x="352" y="242"/>
                  </a:lnTo>
                  <a:lnTo>
                    <a:pt x="320" y="227"/>
                  </a:lnTo>
                  <a:lnTo>
                    <a:pt x="287" y="209"/>
                  </a:lnTo>
                  <a:lnTo>
                    <a:pt x="255" y="189"/>
                  </a:lnTo>
                  <a:lnTo>
                    <a:pt x="226" y="168"/>
                  </a:lnTo>
                  <a:lnTo>
                    <a:pt x="198" y="145"/>
                  </a:lnTo>
                  <a:lnTo>
                    <a:pt x="172" y="119"/>
                  </a:lnTo>
                  <a:lnTo>
                    <a:pt x="146" y="92"/>
                  </a:lnTo>
                  <a:lnTo>
                    <a:pt x="122" y="64"/>
                  </a:lnTo>
                  <a:lnTo>
                    <a:pt x="100" y="33"/>
                  </a:lnTo>
                  <a:lnTo>
                    <a:pt x="82" y="0"/>
                  </a:lnTo>
                  <a:lnTo>
                    <a:pt x="0" y="47"/>
                  </a:lnTo>
                  <a:lnTo>
                    <a:pt x="23" y="85"/>
                  </a:lnTo>
                  <a:lnTo>
                    <a:pt x="49" y="120"/>
                  </a:lnTo>
                  <a:lnTo>
                    <a:pt x="76" y="153"/>
                  </a:lnTo>
                  <a:lnTo>
                    <a:pt x="104" y="185"/>
                  </a:lnTo>
                  <a:lnTo>
                    <a:pt x="137" y="215"/>
                  </a:lnTo>
                  <a:lnTo>
                    <a:pt x="170" y="241"/>
                  </a:lnTo>
                  <a:lnTo>
                    <a:pt x="204" y="267"/>
                  </a:lnTo>
                  <a:lnTo>
                    <a:pt x="240" y="289"/>
                  </a:lnTo>
                  <a:lnTo>
                    <a:pt x="277" y="309"/>
                  </a:lnTo>
                  <a:lnTo>
                    <a:pt x="317" y="329"/>
                  </a:lnTo>
                  <a:lnTo>
                    <a:pt x="358" y="344"/>
                  </a:lnTo>
                  <a:lnTo>
                    <a:pt x="400" y="357"/>
                  </a:lnTo>
                  <a:lnTo>
                    <a:pt x="444" y="367"/>
                  </a:lnTo>
                  <a:lnTo>
                    <a:pt x="488" y="374"/>
                  </a:lnTo>
                  <a:lnTo>
                    <a:pt x="534" y="380"/>
                  </a:lnTo>
                  <a:lnTo>
                    <a:pt x="580" y="383"/>
                  </a:lnTo>
                  <a:lnTo>
                    <a:pt x="581" y="383"/>
                  </a:lnTo>
                  <a:lnTo>
                    <a:pt x="580" y="383"/>
                  </a:lnTo>
                  <a:lnTo>
                    <a:pt x="600" y="379"/>
                  </a:lnTo>
                  <a:lnTo>
                    <a:pt x="615" y="369"/>
                  </a:lnTo>
                  <a:lnTo>
                    <a:pt x="624" y="353"/>
                  </a:lnTo>
                  <a:lnTo>
                    <a:pt x="628" y="337"/>
                  </a:lnTo>
                  <a:lnTo>
                    <a:pt x="625" y="319"/>
                  </a:lnTo>
                  <a:lnTo>
                    <a:pt x="617" y="304"/>
                  </a:lnTo>
                  <a:lnTo>
                    <a:pt x="602" y="294"/>
                  </a:lnTo>
                  <a:lnTo>
                    <a:pt x="582" y="289"/>
                  </a:lnTo>
                  <a:lnTo>
                    <a:pt x="581" y="28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5904" name="Freeform 30"/>
            <p:cNvSpPr>
              <a:spLocks/>
            </p:cNvSpPr>
            <p:nvPr/>
          </p:nvSpPr>
          <p:spPr bwMode="auto">
            <a:xfrm>
              <a:off x="1587" y="1880"/>
              <a:ext cx="85" cy="49"/>
            </a:xfrm>
            <a:custGeom>
              <a:avLst/>
              <a:gdLst>
                <a:gd name="T0" fmla="*/ 3 w 426"/>
                <a:gd name="T1" fmla="*/ 0 h 245"/>
                <a:gd name="T2" fmla="*/ 3 w 426"/>
                <a:gd name="T3" fmla="*/ 0 h 245"/>
                <a:gd name="T4" fmla="*/ 3 w 426"/>
                <a:gd name="T5" fmla="*/ 0 h 245"/>
                <a:gd name="T6" fmla="*/ 3 w 426"/>
                <a:gd name="T7" fmla="*/ 0 h 245"/>
                <a:gd name="T8" fmla="*/ 2 w 426"/>
                <a:gd name="T9" fmla="*/ 0 h 245"/>
                <a:gd name="T10" fmla="*/ 2 w 426"/>
                <a:gd name="T11" fmla="*/ 0 h 245"/>
                <a:gd name="T12" fmla="*/ 2 w 426"/>
                <a:gd name="T13" fmla="*/ 0 h 245"/>
                <a:gd name="T14" fmla="*/ 2 w 426"/>
                <a:gd name="T15" fmla="*/ 0 h 245"/>
                <a:gd name="T16" fmla="*/ 1 w 426"/>
                <a:gd name="T17" fmla="*/ 0 h 245"/>
                <a:gd name="T18" fmla="*/ 1 w 426"/>
                <a:gd name="T19" fmla="*/ 1 h 245"/>
                <a:gd name="T20" fmla="*/ 1 w 426"/>
                <a:gd name="T21" fmla="*/ 1 h 245"/>
                <a:gd name="T22" fmla="*/ 1 w 426"/>
                <a:gd name="T23" fmla="*/ 1 h 245"/>
                <a:gd name="T24" fmla="*/ 0 w 426"/>
                <a:gd name="T25" fmla="*/ 1 h 245"/>
                <a:gd name="T26" fmla="*/ 0 w 426"/>
                <a:gd name="T27" fmla="*/ 1 h 245"/>
                <a:gd name="T28" fmla="*/ 0 w 426"/>
                <a:gd name="T29" fmla="*/ 1 h 245"/>
                <a:gd name="T30" fmla="*/ 0 w 426"/>
                <a:gd name="T31" fmla="*/ 2 h 245"/>
                <a:gd name="T32" fmla="*/ 0 w 426"/>
                <a:gd name="T33" fmla="*/ 2 h 245"/>
                <a:gd name="T34" fmla="*/ 0 w 426"/>
                <a:gd name="T35" fmla="*/ 2 h 245"/>
                <a:gd name="T36" fmla="*/ 0 w 426"/>
                <a:gd name="T37" fmla="*/ 2 h 245"/>
                <a:gd name="T38" fmla="*/ 0 w 426"/>
                <a:gd name="T39" fmla="*/ 2 h 245"/>
                <a:gd name="T40" fmla="*/ 0 w 426"/>
                <a:gd name="T41" fmla="*/ 2 h 245"/>
                <a:gd name="T42" fmla="*/ 0 w 426"/>
                <a:gd name="T43" fmla="*/ 1 h 245"/>
                <a:gd name="T44" fmla="*/ 0 w 426"/>
                <a:gd name="T45" fmla="*/ 1 h 245"/>
                <a:gd name="T46" fmla="*/ 0 w 426"/>
                <a:gd name="T47" fmla="*/ 1 h 245"/>
                <a:gd name="T48" fmla="*/ 1 w 426"/>
                <a:gd name="T49" fmla="*/ 1 h 245"/>
                <a:gd name="T50" fmla="*/ 1 w 426"/>
                <a:gd name="T51" fmla="*/ 1 h 245"/>
                <a:gd name="T52" fmla="*/ 1 w 426"/>
                <a:gd name="T53" fmla="*/ 1 h 245"/>
                <a:gd name="T54" fmla="*/ 1 w 426"/>
                <a:gd name="T55" fmla="*/ 1 h 245"/>
                <a:gd name="T56" fmla="*/ 2 w 426"/>
                <a:gd name="T57" fmla="*/ 0 h 245"/>
                <a:gd name="T58" fmla="*/ 2 w 426"/>
                <a:gd name="T59" fmla="*/ 0 h 245"/>
                <a:gd name="T60" fmla="*/ 2 w 426"/>
                <a:gd name="T61" fmla="*/ 0 h 245"/>
                <a:gd name="T62" fmla="*/ 2 w 426"/>
                <a:gd name="T63" fmla="*/ 0 h 245"/>
                <a:gd name="T64" fmla="*/ 3 w 426"/>
                <a:gd name="T65" fmla="*/ 0 h 245"/>
                <a:gd name="T66" fmla="*/ 3 w 426"/>
                <a:gd name="T67" fmla="*/ 0 h 245"/>
                <a:gd name="T68" fmla="*/ 3 w 426"/>
                <a:gd name="T69" fmla="*/ 0 h 245"/>
                <a:gd name="T70" fmla="*/ 3 w 426"/>
                <a:gd name="T71" fmla="*/ 0 h 245"/>
                <a:gd name="T72" fmla="*/ 3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426" y="0"/>
                  </a:moveTo>
                  <a:lnTo>
                    <a:pt x="426" y="0"/>
                  </a:lnTo>
                  <a:lnTo>
                    <a:pt x="384" y="1"/>
                  </a:lnTo>
                  <a:lnTo>
                    <a:pt x="340" y="4"/>
                  </a:lnTo>
                  <a:lnTo>
                    <a:pt x="300" y="10"/>
                  </a:lnTo>
                  <a:lnTo>
                    <a:pt x="262" y="18"/>
                  </a:lnTo>
                  <a:lnTo>
                    <a:pt x="224" y="29"/>
                  </a:lnTo>
                  <a:lnTo>
                    <a:pt x="189" y="41"/>
                  </a:lnTo>
                  <a:lnTo>
                    <a:pt x="157" y="55"/>
                  </a:lnTo>
                  <a:lnTo>
                    <a:pt x="126" y="70"/>
                  </a:lnTo>
                  <a:lnTo>
                    <a:pt x="99" y="89"/>
                  </a:lnTo>
                  <a:lnTo>
                    <a:pt x="74" y="106"/>
                  </a:lnTo>
                  <a:lnTo>
                    <a:pt x="52" y="126"/>
                  </a:lnTo>
                  <a:lnTo>
                    <a:pt x="34" y="148"/>
                  </a:lnTo>
                  <a:lnTo>
                    <a:pt x="19" y="171"/>
                  </a:lnTo>
                  <a:lnTo>
                    <a:pt x="9" y="194"/>
                  </a:lnTo>
                  <a:lnTo>
                    <a:pt x="3" y="219"/>
                  </a:lnTo>
                  <a:lnTo>
                    <a:pt x="0" y="245"/>
                  </a:lnTo>
                  <a:lnTo>
                    <a:pt x="12" y="245"/>
                  </a:lnTo>
                  <a:lnTo>
                    <a:pt x="15" y="221"/>
                  </a:lnTo>
                  <a:lnTo>
                    <a:pt x="20" y="199"/>
                  </a:lnTo>
                  <a:lnTo>
                    <a:pt x="31" y="178"/>
                  </a:lnTo>
                  <a:lnTo>
                    <a:pt x="44" y="156"/>
                  </a:lnTo>
                  <a:lnTo>
                    <a:pt x="61" y="136"/>
                  </a:lnTo>
                  <a:lnTo>
                    <a:pt x="81" y="116"/>
                  </a:lnTo>
                  <a:lnTo>
                    <a:pt x="106" y="98"/>
                  </a:lnTo>
                  <a:lnTo>
                    <a:pt x="133" y="82"/>
                  </a:lnTo>
                  <a:lnTo>
                    <a:pt x="162" y="66"/>
                  </a:lnTo>
                  <a:lnTo>
                    <a:pt x="194" y="52"/>
                  </a:lnTo>
                  <a:lnTo>
                    <a:pt x="229" y="41"/>
                  </a:lnTo>
                  <a:lnTo>
                    <a:pt x="264" y="30"/>
                  </a:lnTo>
                  <a:lnTo>
                    <a:pt x="303" y="22"/>
                  </a:lnTo>
                  <a:lnTo>
                    <a:pt x="343" y="16"/>
                  </a:lnTo>
                  <a:lnTo>
                    <a:pt x="384" y="12"/>
                  </a:lnTo>
                  <a:lnTo>
                    <a:pt x="426" y="11"/>
                  </a:lnTo>
                  <a:lnTo>
                    <a:pt x="42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5905" name="Freeform 31"/>
            <p:cNvSpPr>
              <a:spLocks/>
            </p:cNvSpPr>
            <p:nvPr/>
          </p:nvSpPr>
          <p:spPr bwMode="auto">
            <a:xfrm>
              <a:off x="1587" y="1929"/>
              <a:ext cx="85" cy="49"/>
            </a:xfrm>
            <a:custGeom>
              <a:avLst/>
              <a:gdLst>
                <a:gd name="T0" fmla="*/ 0 w 426"/>
                <a:gd name="T1" fmla="*/ 0 h 245"/>
                <a:gd name="T2" fmla="*/ 0 w 426"/>
                <a:gd name="T3" fmla="*/ 0 h 245"/>
                <a:gd name="T4" fmla="*/ 0 w 426"/>
                <a:gd name="T5" fmla="*/ 0 h 245"/>
                <a:gd name="T6" fmla="*/ 0 w 426"/>
                <a:gd name="T7" fmla="*/ 0 h 245"/>
                <a:gd name="T8" fmla="*/ 0 w 426"/>
                <a:gd name="T9" fmla="*/ 1 h 245"/>
                <a:gd name="T10" fmla="*/ 0 w 426"/>
                <a:gd name="T11" fmla="*/ 1 h 245"/>
                <a:gd name="T12" fmla="*/ 0 w 426"/>
                <a:gd name="T13" fmla="*/ 1 h 245"/>
                <a:gd name="T14" fmla="*/ 1 w 426"/>
                <a:gd name="T15" fmla="*/ 1 h 245"/>
                <a:gd name="T16" fmla="*/ 1 w 426"/>
                <a:gd name="T17" fmla="*/ 1 h 245"/>
                <a:gd name="T18" fmla="*/ 1 w 426"/>
                <a:gd name="T19" fmla="*/ 1 h 245"/>
                <a:gd name="T20" fmla="*/ 1 w 426"/>
                <a:gd name="T21" fmla="*/ 2 h 245"/>
                <a:gd name="T22" fmla="*/ 2 w 426"/>
                <a:gd name="T23" fmla="*/ 2 h 245"/>
                <a:gd name="T24" fmla="*/ 2 w 426"/>
                <a:gd name="T25" fmla="*/ 2 h 245"/>
                <a:gd name="T26" fmla="*/ 2 w 426"/>
                <a:gd name="T27" fmla="*/ 2 h 245"/>
                <a:gd name="T28" fmla="*/ 2 w 426"/>
                <a:gd name="T29" fmla="*/ 2 h 245"/>
                <a:gd name="T30" fmla="*/ 3 w 426"/>
                <a:gd name="T31" fmla="*/ 2 h 245"/>
                <a:gd name="T32" fmla="*/ 3 w 426"/>
                <a:gd name="T33" fmla="*/ 2 h 245"/>
                <a:gd name="T34" fmla="*/ 3 w 426"/>
                <a:gd name="T35" fmla="*/ 2 h 245"/>
                <a:gd name="T36" fmla="*/ 3 w 426"/>
                <a:gd name="T37" fmla="*/ 2 h 245"/>
                <a:gd name="T38" fmla="*/ 3 w 426"/>
                <a:gd name="T39" fmla="*/ 2 h 245"/>
                <a:gd name="T40" fmla="*/ 3 w 426"/>
                <a:gd name="T41" fmla="*/ 2 h 245"/>
                <a:gd name="T42" fmla="*/ 2 w 426"/>
                <a:gd name="T43" fmla="*/ 2 h 245"/>
                <a:gd name="T44" fmla="*/ 2 w 426"/>
                <a:gd name="T45" fmla="*/ 2 h 245"/>
                <a:gd name="T46" fmla="*/ 2 w 426"/>
                <a:gd name="T47" fmla="*/ 2 h 245"/>
                <a:gd name="T48" fmla="*/ 2 w 426"/>
                <a:gd name="T49" fmla="*/ 2 h 245"/>
                <a:gd name="T50" fmla="*/ 1 w 426"/>
                <a:gd name="T51" fmla="*/ 1 h 245"/>
                <a:gd name="T52" fmla="*/ 1 w 426"/>
                <a:gd name="T53" fmla="*/ 1 h 245"/>
                <a:gd name="T54" fmla="*/ 1 w 426"/>
                <a:gd name="T55" fmla="*/ 1 h 245"/>
                <a:gd name="T56" fmla="*/ 1 w 426"/>
                <a:gd name="T57" fmla="*/ 1 h 245"/>
                <a:gd name="T58" fmla="*/ 0 w 426"/>
                <a:gd name="T59" fmla="*/ 1 h 245"/>
                <a:gd name="T60" fmla="*/ 0 w 426"/>
                <a:gd name="T61" fmla="*/ 1 h 245"/>
                <a:gd name="T62" fmla="*/ 0 w 426"/>
                <a:gd name="T63" fmla="*/ 1 h 245"/>
                <a:gd name="T64" fmla="*/ 0 w 426"/>
                <a:gd name="T65" fmla="*/ 0 h 245"/>
                <a:gd name="T66" fmla="*/ 0 w 426"/>
                <a:gd name="T67" fmla="*/ 0 h 245"/>
                <a:gd name="T68" fmla="*/ 0 w 426"/>
                <a:gd name="T69" fmla="*/ 0 h 245"/>
                <a:gd name="T70" fmla="*/ 0 w 426"/>
                <a:gd name="T71" fmla="*/ 0 h 245"/>
                <a:gd name="T72" fmla="*/ 0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0" y="0"/>
                  </a:moveTo>
                  <a:lnTo>
                    <a:pt x="0" y="0"/>
                  </a:lnTo>
                  <a:lnTo>
                    <a:pt x="3" y="25"/>
                  </a:lnTo>
                  <a:lnTo>
                    <a:pt x="9" y="50"/>
                  </a:lnTo>
                  <a:lnTo>
                    <a:pt x="19" y="73"/>
                  </a:lnTo>
                  <a:lnTo>
                    <a:pt x="34" y="96"/>
                  </a:lnTo>
                  <a:lnTo>
                    <a:pt x="52" y="118"/>
                  </a:lnTo>
                  <a:lnTo>
                    <a:pt x="74" y="138"/>
                  </a:lnTo>
                  <a:lnTo>
                    <a:pt x="99" y="156"/>
                  </a:lnTo>
                  <a:lnTo>
                    <a:pt x="126" y="174"/>
                  </a:lnTo>
                  <a:lnTo>
                    <a:pt x="157" y="190"/>
                  </a:lnTo>
                  <a:lnTo>
                    <a:pt x="189" y="204"/>
                  </a:lnTo>
                  <a:lnTo>
                    <a:pt x="224" y="215"/>
                  </a:lnTo>
                  <a:lnTo>
                    <a:pt x="262" y="226"/>
                  </a:lnTo>
                  <a:lnTo>
                    <a:pt x="300" y="234"/>
                  </a:lnTo>
                  <a:lnTo>
                    <a:pt x="340" y="240"/>
                  </a:lnTo>
                  <a:lnTo>
                    <a:pt x="384" y="244"/>
                  </a:lnTo>
                  <a:lnTo>
                    <a:pt x="426" y="245"/>
                  </a:lnTo>
                  <a:lnTo>
                    <a:pt x="426" y="233"/>
                  </a:lnTo>
                  <a:lnTo>
                    <a:pt x="384" y="232"/>
                  </a:lnTo>
                  <a:lnTo>
                    <a:pt x="343" y="228"/>
                  </a:lnTo>
                  <a:lnTo>
                    <a:pt x="303" y="222"/>
                  </a:lnTo>
                  <a:lnTo>
                    <a:pt x="264" y="214"/>
                  </a:lnTo>
                  <a:lnTo>
                    <a:pt x="229" y="204"/>
                  </a:lnTo>
                  <a:lnTo>
                    <a:pt x="194" y="192"/>
                  </a:lnTo>
                  <a:lnTo>
                    <a:pt x="162" y="178"/>
                  </a:lnTo>
                  <a:lnTo>
                    <a:pt x="133" y="163"/>
                  </a:lnTo>
                  <a:lnTo>
                    <a:pt x="106" y="146"/>
                  </a:lnTo>
                  <a:lnTo>
                    <a:pt x="81" y="129"/>
                  </a:lnTo>
                  <a:lnTo>
                    <a:pt x="61" y="109"/>
                  </a:lnTo>
                  <a:lnTo>
                    <a:pt x="44" y="89"/>
                  </a:lnTo>
                  <a:lnTo>
                    <a:pt x="31" y="66"/>
                  </a:lnTo>
                  <a:lnTo>
                    <a:pt x="20" y="45"/>
                  </a:lnTo>
                  <a:lnTo>
                    <a:pt x="15" y="2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5906" name="Freeform 32"/>
            <p:cNvSpPr>
              <a:spLocks/>
            </p:cNvSpPr>
            <p:nvPr/>
          </p:nvSpPr>
          <p:spPr bwMode="auto">
            <a:xfrm>
              <a:off x="878" y="1448"/>
              <a:ext cx="792" cy="954"/>
            </a:xfrm>
            <a:custGeom>
              <a:avLst/>
              <a:gdLst>
                <a:gd name="T0" fmla="*/ 13 w 3960"/>
                <a:gd name="T1" fmla="*/ 38 h 4768"/>
                <a:gd name="T2" fmla="*/ 14 w 3960"/>
                <a:gd name="T3" fmla="*/ 38 h 4768"/>
                <a:gd name="T4" fmla="*/ 15 w 3960"/>
                <a:gd name="T5" fmla="*/ 38 h 4768"/>
                <a:gd name="T6" fmla="*/ 15 w 3960"/>
                <a:gd name="T7" fmla="*/ 38 h 4768"/>
                <a:gd name="T8" fmla="*/ 16 w 3960"/>
                <a:gd name="T9" fmla="*/ 38 h 4768"/>
                <a:gd name="T10" fmla="*/ 17 w 3960"/>
                <a:gd name="T11" fmla="*/ 38 h 4768"/>
                <a:gd name="T12" fmla="*/ 17 w 3960"/>
                <a:gd name="T13" fmla="*/ 38 h 4768"/>
                <a:gd name="T14" fmla="*/ 18 w 3960"/>
                <a:gd name="T15" fmla="*/ 38 h 4768"/>
                <a:gd name="T16" fmla="*/ 18 w 3960"/>
                <a:gd name="T17" fmla="*/ 38 h 4768"/>
                <a:gd name="T18" fmla="*/ 29 w 3960"/>
                <a:gd name="T19" fmla="*/ 30 h 4768"/>
                <a:gd name="T20" fmla="*/ 30 w 3960"/>
                <a:gd name="T21" fmla="*/ 30 h 4768"/>
                <a:gd name="T22" fmla="*/ 30 w 3960"/>
                <a:gd name="T23" fmla="*/ 29 h 4768"/>
                <a:gd name="T24" fmla="*/ 31 w 3960"/>
                <a:gd name="T25" fmla="*/ 28 h 4768"/>
                <a:gd name="T26" fmla="*/ 31 w 3960"/>
                <a:gd name="T27" fmla="*/ 28 h 4768"/>
                <a:gd name="T28" fmla="*/ 31 w 3960"/>
                <a:gd name="T29" fmla="*/ 27 h 4768"/>
                <a:gd name="T30" fmla="*/ 32 w 3960"/>
                <a:gd name="T31" fmla="*/ 26 h 4768"/>
                <a:gd name="T32" fmla="*/ 32 w 3960"/>
                <a:gd name="T33" fmla="*/ 25 h 4768"/>
                <a:gd name="T34" fmla="*/ 32 w 3960"/>
                <a:gd name="T35" fmla="*/ 11 h 4768"/>
                <a:gd name="T36" fmla="*/ 32 w 3960"/>
                <a:gd name="T37" fmla="*/ 10 h 4768"/>
                <a:gd name="T38" fmla="*/ 31 w 3960"/>
                <a:gd name="T39" fmla="*/ 9 h 4768"/>
                <a:gd name="T40" fmla="*/ 31 w 3960"/>
                <a:gd name="T41" fmla="*/ 9 h 4768"/>
                <a:gd name="T42" fmla="*/ 31 w 3960"/>
                <a:gd name="T43" fmla="*/ 8 h 4768"/>
                <a:gd name="T44" fmla="*/ 31 w 3960"/>
                <a:gd name="T45" fmla="*/ 8 h 4768"/>
                <a:gd name="T46" fmla="*/ 30 w 3960"/>
                <a:gd name="T47" fmla="*/ 7 h 4768"/>
                <a:gd name="T48" fmla="*/ 30 w 3960"/>
                <a:gd name="T49" fmla="*/ 7 h 4768"/>
                <a:gd name="T50" fmla="*/ 29 w 3960"/>
                <a:gd name="T51" fmla="*/ 6 h 4768"/>
                <a:gd name="T52" fmla="*/ 19 w 3960"/>
                <a:gd name="T53" fmla="*/ 1 h 4768"/>
                <a:gd name="T54" fmla="*/ 18 w 3960"/>
                <a:gd name="T55" fmla="*/ 0 h 4768"/>
                <a:gd name="T56" fmla="*/ 17 w 3960"/>
                <a:gd name="T57" fmla="*/ 0 h 4768"/>
                <a:gd name="T58" fmla="*/ 17 w 3960"/>
                <a:gd name="T59" fmla="*/ 0 h 4768"/>
                <a:gd name="T60" fmla="*/ 16 w 3960"/>
                <a:gd name="T61" fmla="*/ 0 h 4768"/>
                <a:gd name="T62" fmla="*/ 15 w 3960"/>
                <a:gd name="T63" fmla="*/ 0 h 4768"/>
                <a:gd name="T64" fmla="*/ 14 w 3960"/>
                <a:gd name="T65" fmla="*/ 0 h 4768"/>
                <a:gd name="T66" fmla="*/ 14 w 3960"/>
                <a:gd name="T67" fmla="*/ 0 h 4768"/>
                <a:gd name="T68" fmla="*/ 2 w 3960"/>
                <a:gd name="T69" fmla="*/ 6 h 4768"/>
                <a:gd name="T70" fmla="*/ 2 w 3960"/>
                <a:gd name="T71" fmla="*/ 7 h 4768"/>
                <a:gd name="T72" fmla="*/ 1 w 3960"/>
                <a:gd name="T73" fmla="*/ 7 h 4768"/>
                <a:gd name="T74" fmla="*/ 1 w 3960"/>
                <a:gd name="T75" fmla="*/ 8 h 4768"/>
                <a:gd name="T76" fmla="*/ 1 w 3960"/>
                <a:gd name="T77" fmla="*/ 8 h 4768"/>
                <a:gd name="T78" fmla="*/ 0 w 3960"/>
                <a:gd name="T79" fmla="*/ 9 h 4768"/>
                <a:gd name="T80" fmla="*/ 0 w 3960"/>
                <a:gd name="T81" fmla="*/ 9 h 4768"/>
                <a:gd name="T82" fmla="*/ 0 w 3960"/>
                <a:gd name="T83" fmla="*/ 10 h 4768"/>
                <a:gd name="T84" fmla="*/ 0 w 3960"/>
                <a:gd name="T85" fmla="*/ 11 h 4768"/>
                <a:gd name="T86" fmla="*/ 0 w 3960"/>
                <a:gd name="T87" fmla="*/ 25 h 4768"/>
                <a:gd name="T88" fmla="*/ 0 w 3960"/>
                <a:gd name="T89" fmla="*/ 26 h 4768"/>
                <a:gd name="T90" fmla="*/ 0 w 3960"/>
                <a:gd name="T91" fmla="*/ 27 h 4768"/>
                <a:gd name="T92" fmla="*/ 1 w 3960"/>
                <a:gd name="T93" fmla="*/ 28 h 4768"/>
                <a:gd name="T94" fmla="*/ 1 w 3960"/>
                <a:gd name="T95" fmla="*/ 29 h 4768"/>
                <a:gd name="T96" fmla="*/ 1 w 3960"/>
                <a:gd name="T97" fmla="*/ 29 h 4768"/>
                <a:gd name="T98" fmla="*/ 2 w 3960"/>
                <a:gd name="T99" fmla="*/ 30 h 4768"/>
                <a:gd name="T100" fmla="*/ 3 w 3960"/>
                <a:gd name="T101" fmla="*/ 31 h 4768"/>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w 3960"/>
                <a:gd name="T154" fmla="*/ 0 h 4768"/>
                <a:gd name="T155" fmla="*/ 3960 w 3960"/>
                <a:gd name="T156" fmla="*/ 4768 h 4768"/>
              </a:gdLst>
              <a:ahLst/>
              <a:cxnLst>
                <a:cxn ang="T102">
                  <a:pos x="T0" y="T1"/>
                </a:cxn>
                <a:cxn ang="T103">
                  <a:pos x="T2" y="T3"/>
                </a:cxn>
                <a:cxn ang="T104">
                  <a:pos x="T4" y="T5"/>
                </a:cxn>
                <a:cxn ang="T105">
                  <a:pos x="T6" y="T7"/>
                </a:cxn>
                <a:cxn ang="T106">
                  <a:pos x="T8" y="T9"/>
                </a:cxn>
                <a:cxn ang="T107">
                  <a:pos x="T10" y="T11"/>
                </a:cxn>
                <a:cxn ang="T108">
                  <a:pos x="T12" y="T13"/>
                </a:cxn>
                <a:cxn ang="T109">
                  <a:pos x="T14" y="T15"/>
                </a:cxn>
                <a:cxn ang="T110">
                  <a:pos x="T16" y="T17"/>
                </a:cxn>
                <a:cxn ang="T111">
                  <a:pos x="T18" y="T19"/>
                </a:cxn>
                <a:cxn ang="T112">
                  <a:pos x="T20" y="T21"/>
                </a:cxn>
                <a:cxn ang="T113">
                  <a:pos x="T22" y="T23"/>
                </a:cxn>
                <a:cxn ang="T114">
                  <a:pos x="T24" y="T25"/>
                </a:cxn>
                <a:cxn ang="T115">
                  <a:pos x="T26" y="T27"/>
                </a:cxn>
                <a:cxn ang="T116">
                  <a:pos x="T28" y="T29"/>
                </a:cxn>
                <a:cxn ang="T117">
                  <a:pos x="T30" y="T31"/>
                </a:cxn>
                <a:cxn ang="T118">
                  <a:pos x="T32" y="T33"/>
                </a:cxn>
                <a:cxn ang="T119">
                  <a:pos x="T34" y="T35"/>
                </a:cxn>
                <a:cxn ang="T120">
                  <a:pos x="T36" y="T37"/>
                </a:cxn>
                <a:cxn ang="T121">
                  <a:pos x="T38" y="T39"/>
                </a:cxn>
                <a:cxn ang="T122">
                  <a:pos x="T40" y="T41"/>
                </a:cxn>
                <a:cxn ang="T123">
                  <a:pos x="T42" y="T43"/>
                </a:cxn>
                <a:cxn ang="T124">
                  <a:pos x="T44" y="T45"/>
                </a:cxn>
                <a:cxn ang="T125">
                  <a:pos x="T46" y="T47"/>
                </a:cxn>
                <a:cxn ang="T126">
                  <a:pos x="T48" y="T49"/>
                </a:cxn>
                <a:cxn ang="T127">
                  <a:pos x="T50" y="T51"/>
                </a:cxn>
                <a:cxn ang="T128">
                  <a:pos x="T52" y="T53"/>
                </a:cxn>
                <a:cxn ang="T129">
                  <a:pos x="T54" y="T55"/>
                </a:cxn>
                <a:cxn ang="T130">
                  <a:pos x="T56" y="T57"/>
                </a:cxn>
                <a:cxn ang="T131">
                  <a:pos x="T58" y="T59"/>
                </a:cxn>
                <a:cxn ang="T132">
                  <a:pos x="T60" y="T61"/>
                </a:cxn>
                <a:cxn ang="T133">
                  <a:pos x="T62" y="T63"/>
                </a:cxn>
                <a:cxn ang="T134">
                  <a:pos x="T64" y="T65"/>
                </a:cxn>
                <a:cxn ang="T135">
                  <a:pos x="T66" y="T67"/>
                </a:cxn>
                <a:cxn ang="T136">
                  <a:pos x="T68" y="T69"/>
                </a:cxn>
                <a:cxn ang="T137">
                  <a:pos x="T70" y="T71"/>
                </a:cxn>
                <a:cxn ang="T138">
                  <a:pos x="T72" y="T73"/>
                </a:cxn>
                <a:cxn ang="T139">
                  <a:pos x="T74" y="T75"/>
                </a:cxn>
                <a:cxn ang="T140">
                  <a:pos x="T76" y="T77"/>
                </a:cxn>
                <a:cxn ang="T141">
                  <a:pos x="T78" y="T79"/>
                </a:cxn>
                <a:cxn ang="T142">
                  <a:pos x="T80" y="T81"/>
                </a:cxn>
                <a:cxn ang="T143">
                  <a:pos x="T82" y="T83"/>
                </a:cxn>
                <a:cxn ang="T144">
                  <a:pos x="T84" y="T85"/>
                </a:cxn>
                <a:cxn ang="T145">
                  <a:pos x="T86" y="T87"/>
                </a:cxn>
                <a:cxn ang="T146">
                  <a:pos x="T88" y="T89"/>
                </a:cxn>
                <a:cxn ang="T147">
                  <a:pos x="T90" y="T91"/>
                </a:cxn>
                <a:cxn ang="T148">
                  <a:pos x="T92" y="T93"/>
                </a:cxn>
                <a:cxn ang="T149">
                  <a:pos x="T94" y="T95"/>
                </a:cxn>
                <a:cxn ang="T150">
                  <a:pos x="T96" y="T97"/>
                </a:cxn>
                <a:cxn ang="T151">
                  <a:pos x="T98" y="T99"/>
                </a:cxn>
                <a:cxn ang="T152">
                  <a:pos x="T100" y="T101"/>
                </a:cxn>
              </a:cxnLst>
              <a:rect l="T153" t="T154" r="T155" b="T156"/>
              <a:pathLst>
                <a:path w="3960" h="4768">
                  <a:moveTo>
                    <a:pt x="353" y="3849"/>
                  </a:moveTo>
                  <a:lnTo>
                    <a:pt x="1661" y="4700"/>
                  </a:lnTo>
                  <a:lnTo>
                    <a:pt x="1697" y="4717"/>
                  </a:lnTo>
                  <a:lnTo>
                    <a:pt x="1736" y="4731"/>
                  </a:lnTo>
                  <a:lnTo>
                    <a:pt x="1776" y="4742"/>
                  </a:lnTo>
                  <a:lnTo>
                    <a:pt x="1818" y="4753"/>
                  </a:lnTo>
                  <a:lnTo>
                    <a:pt x="1860" y="4760"/>
                  </a:lnTo>
                  <a:lnTo>
                    <a:pt x="1902" y="4765"/>
                  </a:lnTo>
                  <a:lnTo>
                    <a:pt x="1946" y="4768"/>
                  </a:lnTo>
                  <a:lnTo>
                    <a:pt x="1988" y="4768"/>
                  </a:lnTo>
                  <a:lnTo>
                    <a:pt x="2031" y="4767"/>
                  </a:lnTo>
                  <a:lnTo>
                    <a:pt x="2073" y="4763"/>
                  </a:lnTo>
                  <a:lnTo>
                    <a:pt x="2114" y="4758"/>
                  </a:lnTo>
                  <a:lnTo>
                    <a:pt x="2154" y="4751"/>
                  </a:lnTo>
                  <a:lnTo>
                    <a:pt x="2193" y="4740"/>
                  </a:lnTo>
                  <a:lnTo>
                    <a:pt x="2230" y="4729"/>
                  </a:lnTo>
                  <a:lnTo>
                    <a:pt x="2264" y="4715"/>
                  </a:lnTo>
                  <a:lnTo>
                    <a:pt x="2297" y="4700"/>
                  </a:lnTo>
                  <a:lnTo>
                    <a:pt x="3639" y="3825"/>
                  </a:lnTo>
                  <a:lnTo>
                    <a:pt x="3673" y="3795"/>
                  </a:lnTo>
                  <a:lnTo>
                    <a:pt x="3707" y="3761"/>
                  </a:lnTo>
                  <a:lnTo>
                    <a:pt x="3738" y="3725"/>
                  </a:lnTo>
                  <a:lnTo>
                    <a:pt x="3768" y="3685"/>
                  </a:lnTo>
                  <a:lnTo>
                    <a:pt x="3796" y="3644"/>
                  </a:lnTo>
                  <a:lnTo>
                    <a:pt x="3821" y="3599"/>
                  </a:lnTo>
                  <a:lnTo>
                    <a:pt x="3846" y="3553"/>
                  </a:lnTo>
                  <a:lnTo>
                    <a:pt x="3868" y="3505"/>
                  </a:lnTo>
                  <a:lnTo>
                    <a:pt x="3888" y="3456"/>
                  </a:lnTo>
                  <a:lnTo>
                    <a:pt x="3907" y="3406"/>
                  </a:lnTo>
                  <a:lnTo>
                    <a:pt x="3922" y="3354"/>
                  </a:lnTo>
                  <a:lnTo>
                    <a:pt x="3935" y="3303"/>
                  </a:lnTo>
                  <a:lnTo>
                    <a:pt x="3946" y="3250"/>
                  </a:lnTo>
                  <a:lnTo>
                    <a:pt x="3953" y="3197"/>
                  </a:lnTo>
                  <a:lnTo>
                    <a:pt x="3957" y="3144"/>
                  </a:lnTo>
                  <a:lnTo>
                    <a:pt x="3960" y="3092"/>
                  </a:lnTo>
                  <a:lnTo>
                    <a:pt x="3959" y="1313"/>
                  </a:lnTo>
                  <a:lnTo>
                    <a:pt x="3955" y="1271"/>
                  </a:lnTo>
                  <a:lnTo>
                    <a:pt x="3949" y="1229"/>
                  </a:lnTo>
                  <a:lnTo>
                    <a:pt x="3941" y="1189"/>
                  </a:lnTo>
                  <a:lnTo>
                    <a:pt x="3930" y="1149"/>
                  </a:lnTo>
                  <a:lnTo>
                    <a:pt x="3918" y="1111"/>
                  </a:lnTo>
                  <a:lnTo>
                    <a:pt x="3902" y="1075"/>
                  </a:lnTo>
                  <a:lnTo>
                    <a:pt x="3886" y="1040"/>
                  </a:lnTo>
                  <a:lnTo>
                    <a:pt x="3867" y="1006"/>
                  </a:lnTo>
                  <a:lnTo>
                    <a:pt x="3846" y="973"/>
                  </a:lnTo>
                  <a:lnTo>
                    <a:pt x="3823" y="942"/>
                  </a:lnTo>
                  <a:lnTo>
                    <a:pt x="3798" y="913"/>
                  </a:lnTo>
                  <a:lnTo>
                    <a:pt x="3771" y="886"/>
                  </a:lnTo>
                  <a:lnTo>
                    <a:pt x="3743" y="860"/>
                  </a:lnTo>
                  <a:lnTo>
                    <a:pt x="3714" y="837"/>
                  </a:lnTo>
                  <a:lnTo>
                    <a:pt x="3682" y="816"/>
                  </a:lnTo>
                  <a:lnTo>
                    <a:pt x="3649" y="796"/>
                  </a:lnTo>
                  <a:lnTo>
                    <a:pt x="2386" y="83"/>
                  </a:lnTo>
                  <a:lnTo>
                    <a:pt x="2350" y="65"/>
                  </a:lnTo>
                  <a:lnTo>
                    <a:pt x="2310" y="50"/>
                  </a:lnTo>
                  <a:lnTo>
                    <a:pt x="2268" y="36"/>
                  </a:lnTo>
                  <a:lnTo>
                    <a:pt x="2223" y="24"/>
                  </a:lnTo>
                  <a:lnTo>
                    <a:pt x="2178" y="15"/>
                  </a:lnTo>
                  <a:lnTo>
                    <a:pt x="2131" y="8"/>
                  </a:lnTo>
                  <a:lnTo>
                    <a:pt x="2082" y="3"/>
                  </a:lnTo>
                  <a:lnTo>
                    <a:pt x="2032" y="0"/>
                  </a:lnTo>
                  <a:lnTo>
                    <a:pt x="1982" y="1"/>
                  </a:lnTo>
                  <a:lnTo>
                    <a:pt x="1933" y="3"/>
                  </a:lnTo>
                  <a:lnTo>
                    <a:pt x="1882" y="9"/>
                  </a:lnTo>
                  <a:lnTo>
                    <a:pt x="1833" y="17"/>
                  </a:lnTo>
                  <a:lnTo>
                    <a:pt x="1785" y="29"/>
                  </a:lnTo>
                  <a:lnTo>
                    <a:pt x="1737" y="43"/>
                  </a:lnTo>
                  <a:lnTo>
                    <a:pt x="1691" y="62"/>
                  </a:lnTo>
                  <a:lnTo>
                    <a:pt x="1647" y="83"/>
                  </a:lnTo>
                  <a:lnTo>
                    <a:pt x="311" y="782"/>
                  </a:lnTo>
                  <a:lnTo>
                    <a:pt x="276" y="803"/>
                  </a:lnTo>
                  <a:lnTo>
                    <a:pt x="243" y="826"/>
                  </a:lnTo>
                  <a:lnTo>
                    <a:pt x="213" y="852"/>
                  </a:lnTo>
                  <a:lnTo>
                    <a:pt x="184" y="879"/>
                  </a:lnTo>
                  <a:lnTo>
                    <a:pt x="155" y="908"/>
                  </a:lnTo>
                  <a:lnTo>
                    <a:pt x="131" y="939"/>
                  </a:lnTo>
                  <a:lnTo>
                    <a:pt x="107" y="971"/>
                  </a:lnTo>
                  <a:lnTo>
                    <a:pt x="86" y="1005"/>
                  </a:lnTo>
                  <a:lnTo>
                    <a:pt x="68" y="1040"/>
                  </a:lnTo>
                  <a:lnTo>
                    <a:pt x="50" y="1076"/>
                  </a:lnTo>
                  <a:lnTo>
                    <a:pt x="36" y="1115"/>
                  </a:lnTo>
                  <a:lnTo>
                    <a:pt x="23" y="1153"/>
                  </a:lnTo>
                  <a:lnTo>
                    <a:pt x="14" y="1195"/>
                  </a:lnTo>
                  <a:lnTo>
                    <a:pt x="7" y="1236"/>
                  </a:lnTo>
                  <a:lnTo>
                    <a:pt x="2" y="1279"/>
                  </a:lnTo>
                  <a:lnTo>
                    <a:pt x="0" y="1322"/>
                  </a:lnTo>
                  <a:lnTo>
                    <a:pt x="0" y="3093"/>
                  </a:lnTo>
                  <a:lnTo>
                    <a:pt x="2" y="3147"/>
                  </a:lnTo>
                  <a:lnTo>
                    <a:pt x="7" y="3202"/>
                  </a:lnTo>
                  <a:lnTo>
                    <a:pt x="15" y="3257"/>
                  </a:lnTo>
                  <a:lnTo>
                    <a:pt x="27" y="3312"/>
                  </a:lnTo>
                  <a:lnTo>
                    <a:pt x="42" y="3366"/>
                  </a:lnTo>
                  <a:lnTo>
                    <a:pt x="59" y="3420"/>
                  </a:lnTo>
                  <a:lnTo>
                    <a:pt x="79" y="3474"/>
                  </a:lnTo>
                  <a:lnTo>
                    <a:pt x="102" y="3525"/>
                  </a:lnTo>
                  <a:lnTo>
                    <a:pt x="127" y="3576"/>
                  </a:lnTo>
                  <a:lnTo>
                    <a:pt x="154" y="3624"/>
                  </a:lnTo>
                  <a:lnTo>
                    <a:pt x="184" y="3670"/>
                  </a:lnTo>
                  <a:lnTo>
                    <a:pt x="214" y="3712"/>
                  </a:lnTo>
                  <a:lnTo>
                    <a:pt x="247" y="3752"/>
                  </a:lnTo>
                  <a:lnTo>
                    <a:pt x="281" y="3788"/>
                  </a:lnTo>
                  <a:lnTo>
                    <a:pt x="317" y="3821"/>
                  </a:lnTo>
                  <a:lnTo>
                    <a:pt x="353" y="384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5907" name="Freeform 33"/>
            <p:cNvSpPr>
              <a:spLocks/>
            </p:cNvSpPr>
            <p:nvPr/>
          </p:nvSpPr>
          <p:spPr bwMode="auto">
            <a:xfrm>
              <a:off x="943" y="2210"/>
              <a:ext cx="276" cy="187"/>
            </a:xfrm>
            <a:custGeom>
              <a:avLst/>
              <a:gdLst>
                <a:gd name="T0" fmla="*/ 11 w 1380"/>
                <a:gd name="T1" fmla="*/ 7 h 937"/>
                <a:gd name="T2" fmla="*/ 11 w 1380"/>
                <a:gd name="T3" fmla="*/ 7 h 937"/>
                <a:gd name="T4" fmla="*/ 0 w 1380"/>
                <a:gd name="T5" fmla="*/ 0 h 937"/>
                <a:gd name="T6" fmla="*/ 0 w 1380"/>
                <a:gd name="T7" fmla="*/ 1 h 937"/>
                <a:gd name="T8" fmla="*/ 10 w 1380"/>
                <a:gd name="T9" fmla="*/ 7 h 937"/>
                <a:gd name="T10" fmla="*/ 10 w 1380"/>
                <a:gd name="T11" fmla="*/ 7 h 937"/>
                <a:gd name="T12" fmla="*/ 10 w 1380"/>
                <a:gd name="T13" fmla="*/ 7 h 937"/>
                <a:gd name="T14" fmla="*/ 11 w 1380"/>
                <a:gd name="T15" fmla="*/ 7 h 937"/>
                <a:gd name="T16" fmla="*/ 11 w 1380"/>
                <a:gd name="T17" fmla="*/ 7 h 937"/>
                <a:gd name="T18" fmla="*/ 11 w 1380"/>
                <a:gd name="T19" fmla="*/ 7 h 937"/>
                <a:gd name="T20" fmla="*/ 11 w 1380"/>
                <a:gd name="T21" fmla="*/ 7 h 937"/>
                <a:gd name="T22" fmla="*/ 11 w 1380"/>
                <a:gd name="T23" fmla="*/ 7 h 937"/>
                <a:gd name="T24" fmla="*/ 11 w 1380"/>
                <a:gd name="T25" fmla="*/ 7 h 937"/>
                <a:gd name="T26" fmla="*/ 11 w 1380"/>
                <a:gd name="T27" fmla="*/ 7 h 937"/>
                <a:gd name="T28" fmla="*/ 11 w 1380"/>
                <a:gd name="T29" fmla="*/ 7 h 937"/>
                <a:gd name="T30" fmla="*/ 11 w 1380"/>
                <a:gd name="T31" fmla="*/ 7 h 93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80"/>
                <a:gd name="T49" fmla="*/ 0 h 937"/>
                <a:gd name="T50" fmla="*/ 1380 w 1380"/>
                <a:gd name="T51" fmla="*/ 937 h 93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80" h="937">
                  <a:moveTo>
                    <a:pt x="1354" y="848"/>
                  </a:moveTo>
                  <a:lnTo>
                    <a:pt x="1359" y="851"/>
                  </a:lnTo>
                  <a:lnTo>
                    <a:pt x="51" y="0"/>
                  </a:lnTo>
                  <a:lnTo>
                    <a:pt x="0" y="78"/>
                  </a:lnTo>
                  <a:lnTo>
                    <a:pt x="1307" y="929"/>
                  </a:lnTo>
                  <a:lnTo>
                    <a:pt x="1312" y="932"/>
                  </a:lnTo>
                  <a:lnTo>
                    <a:pt x="1307" y="929"/>
                  </a:lnTo>
                  <a:lnTo>
                    <a:pt x="1326" y="937"/>
                  </a:lnTo>
                  <a:lnTo>
                    <a:pt x="1345" y="936"/>
                  </a:lnTo>
                  <a:lnTo>
                    <a:pt x="1360" y="929"/>
                  </a:lnTo>
                  <a:lnTo>
                    <a:pt x="1372" y="916"/>
                  </a:lnTo>
                  <a:lnTo>
                    <a:pt x="1379" y="899"/>
                  </a:lnTo>
                  <a:lnTo>
                    <a:pt x="1380" y="883"/>
                  </a:lnTo>
                  <a:lnTo>
                    <a:pt x="1374" y="865"/>
                  </a:lnTo>
                  <a:lnTo>
                    <a:pt x="1359" y="851"/>
                  </a:lnTo>
                  <a:lnTo>
                    <a:pt x="1354" y="84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5908" name="Freeform 34"/>
            <p:cNvSpPr>
              <a:spLocks/>
            </p:cNvSpPr>
            <p:nvPr/>
          </p:nvSpPr>
          <p:spPr bwMode="auto">
            <a:xfrm>
              <a:off x="1206" y="2379"/>
              <a:ext cx="140" cy="32"/>
            </a:xfrm>
            <a:custGeom>
              <a:avLst/>
              <a:gdLst>
                <a:gd name="T0" fmla="*/ 5 w 703"/>
                <a:gd name="T1" fmla="*/ 0 h 162"/>
                <a:gd name="T2" fmla="*/ 5 w 703"/>
                <a:gd name="T3" fmla="*/ 0 h 162"/>
                <a:gd name="T4" fmla="*/ 5 w 703"/>
                <a:gd name="T5" fmla="*/ 0 h 162"/>
                <a:gd name="T6" fmla="*/ 5 w 703"/>
                <a:gd name="T7" fmla="*/ 0 h 162"/>
                <a:gd name="T8" fmla="*/ 4 w 703"/>
                <a:gd name="T9" fmla="*/ 0 h 162"/>
                <a:gd name="T10" fmla="*/ 4 w 703"/>
                <a:gd name="T11" fmla="*/ 0 h 162"/>
                <a:gd name="T12" fmla="*/ 4 w 703"/>
                <a:gd name="T13" fmla="*/ 0 h 162"/>
                <a:gd name="T14" fmla="*/ 3 w 703"/>
                <a:gd name="T15" fmla="*/ 1 h 162"/>
                <a:gd name="T16" fmla="*/ 3 w 703"/>
                <a:gd name="T17" fmla="*/ 1 h 162"/>
                <a:gd name="T18" fmla="*/ 3 w 703"/>
                <a:gd name="T19" fmla="*/ 1 h 162"/>
                <a:gd name="T20" fmla="*/ 2 w 703"/>
                <a:gd name="T21" fmla="*/ 1 h 162"/>
                <a:gd name="T22" fmla="*/ 2 w 703"/>
                <a:gd name="T23" fmla="*/ 1 h 162"/>
                <a:gd name="T24" fmla="*/ 2 w 703"/>
                <a:gd name="T25" fmla="*/ 0 h 162"/>
                <a:gd name="T26" fmla="*/ 1 w 703"/>
                <a:gd name="T27" fmla="*/ 0 h 162"/>
                <a:gd name="T28" fmla="*/ 1 w 703"/>
                <a:gd name="T29" fmla="*/ 0 h 162"/>
                <a:gd name="T30" fmla="*/ 1 w 703"/>
                <a:gd name="T31" fmla="*/ 0 h 162"/>
                <a:gd name="T32" fmla="*/ 1 w 703"/>
                <a:gd name="T33" fmla="*/ 0 h 162"/>
                <a:gd name="T34" fmla="*/ 0 w 703"/>
                <a:gd name="T35" fmla="*/ 0 h 162"/>
                <a:gd name="T36" fmla="*/ 0 w 703"/>
                <a:gd name="T37" fmla="*/ 1 h 162"/>
                <a:gd name="T38" fmla="*/ 0 w 703"/>
                <a:gd name="T39" fmla="*/ 1 h 162"/>
                <a:gd name="T40" fmla="*/ 1 w 703"/>
                <a:gd name="T41" fmla="*/ 1 h 162"/>
                <a:gd name="T42" fmla="*/ 1 w 703"/>
                <a:gd name="T43" fmla="*/ 1 h 162"/>
                <a:gd name="T44" fmla="*/ 1 w 703"/>
                <a:gd name="T45" fmla="*/ 1 h 162"/>
                <a:gd name="T46" fmla="*/ 2 w 703"/>
                <a:gd name="T47" fmla="*/ 1 h 162"/>
                <a:gd name="T48" fmla="*/ 2 w 703"/>
                <a:gd name="T49" fmla="*/ 1 h 162"/>
                <a:gd name="T50" fmla="*/ 2 w 703"/>
                <a:gd name="T51" fmla="*/ 1 h 162"/>
                <a:gd name="T52" fmla="*/ 3 w 703"/>
                <a:gd name="T53" fmla="*/ 1 h 162"/>
                <a:gd name="T54" fmla="*/ 3 w 703"/>
                <a:gd name="T55" fmla="*/ 1 h 162"/>
                <a:gd name="T56" fmla="*/ 3 w 703"/>
                <a:gd name="T57" fmla="*/ 1 h 162"/>
                <a:gd name="T58" fmla="*/ 4 w 703"/>
                <a:gd name="T59" fmla="*/ 1 h 162"/>
                <a:gd name="T60" fmla="*/ 4 w 703"/>
                <a:gd name="T61" fmla="*/ 1 h 162"/>
                <a:gd name="T62" fmla="*/ 5 w 703"/>
                <a:gd name="T63" fmla="*/ 1 h 162"/>
                <a:gd name="T64" fmla="*/ 5 w 703"/>
                <a:gd name="T65" fmla="*/ 1 h 162"/>
                <a:gd name="T66" fmla="*/ 5 w 703"/>
                <a:gd name="T67" fmla="*/ 1 h 162"/>
                <a:gd name="T68" fmla="*/ 5 w 703"/>
                <a:gd name="T69" fmla="*/ 1 h 162"/>
                <a:gd name="T70" fmla="*/ 5 w 703"/>
                <a:gd name="T71" fmla="*/ 1 h 162"/>
                <a:gd name="T72" fmla="*/ 5 w 703"/>
                <a:gd name="T73" fmla="*/ 1 h 162"/>
                <a:gd name="T74" fmla="*/ 5 w 703"/>
                <a:gd name="T75" fmla="*/ 1 h 162"/>
                <a:gd name="T76" fmla="*/ 6 w 703"/>
                <a:gd name="T77" fmla="*/ 0 h 162"/>
                <a:gd name="T78" fmla="*/ 6 w 703"/>
                <a:gd name="T79" fmla="*/ 0 h 162"/>
                <a:gd name="T80" fmla="*/ 6 w 703"/>
                <a:gd name="T81" fmla="*/ 0 h 162"/>
                <a:gd name="T82" fmla="*/ 5 w 703"/>
                <a:gd name="T83" fmla="*/ 0 h 162"/>
                <a:gd name="T84" fmla="*/ 5 w 703"/>
                <a:gd name="T85" fmla="*/ 0 h 162"/>
                <a:gd name="T86" fmla="*/ 5 w 703"/>
                <a:gd name="T87" fmla="*/ 0 h 162"/>
                <a:gd name="T88" fmla="*/ 5 w 703"/>
                <a:gd name="T89" fmla="*/ 0 h 162"/>
                <a:gd name="T90" fmla="*/ 5 w 703"/>
                <a:gd name="T91" fmla="*/ 0 h 162"/>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703"/>
                <a:gd name="T139" fmla="*/ 0 h 162"/>
                <a:gd name="T140" fmla="*/ 703 w 703"/>
                <a:gd name="T141" fmla="*/ 162 h 162"/>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703" h="162">
                  <a:moveTo>
                    <a:pt x="631" y="8"/>
                  </a:moveTo>
                  <a:lnTo>
                    <a:pt x="636" y="6"/>
                  </a:lnTo>
                  <a:lnTo>
                    <a:pt x="606" y="20"/>
                  </a:lnTo>
                  <a:lnTo>
                    <a:pt x="575" y="32"/>
                  </a:lnTo>
                  <a:lnTo>
                    <a:pt x="540" y="42"/>
                  </a:lnTo>
                  <a:lnTo>
                    <a:pt x="504" y="52"/>
                  </a:lnTo>
                  <a:lnTo>
                    <a:pt x="467" y="59"/>
                  </a:lnTo>
                  <a:lnTo>
                    <a:pt x="428" y="64"/>
                  </a:lnTo>
                  <a:lnTo>
                    <a:pt x="389" y="67"/>
                  </a:lnTo>
                  <a:lnTo>
                    <a:pt x="348" y="68"/>
                  </a:lnTo>
                  <a:lnTo>
                    <a:pt x="308" y="68"/>
                  </a:lnTo>
                  <a:lnTo>
                    <a:pt x="267" y="65"/>
                  </a:lnTo>
                  <a:lnTo>
                    <a:pt x="226" y="61"/>
                  </a:lnTo>
                  <a:lnTo>
                    <a:pt x="187" y="54"/>
                  </a:lnTo>
                  <a:lnTo>
                    <a:pt x="148" y="44"/>
                  </a:lnTo>
                  <a:lnTo>
                    <a:pt x="110" y="33"/>
                  </a:lnTo>
                  <a:lnTo>
                    <a:pt x="75" y="20"/>
                  </a:lnTo>
                  <a:lnTo>
                    <a:pt x="42" y="5"/>
                  </a:lnTo>
                  <a:lnTo>
                    <a:pt x="0" y="89"/>
                  </a:lnTo>
                  <a:lnTo>
                    <a:pt x="40" y="107"/>
                  </a:lnTo>
                  <a:lnTo>
                    <a:pt x="82" y="122"/>
                  </a:lnTo>
                  <a:lnTo>
                    <a:pt x="124" y="135"/>
                  </a:lnTo>
                  <a:lnTo>
                    <a:pt x="169" y="146"/>
                  </a:lnTo>
                  <a:lnTo>
                    <a:pt x="214" y="153"/>
                  </a:lnTo>
                  <a:lnTo>
                    <a:pt x="258" y="158"/>
                  </a:lnTo>
                  <a:lnTo>
                    <a:pt x="303" y="162"/>
                  </a:lnTo>
                  <a:lnTo>
                    <a:pt x="348" y="162"/>
                  </a:lnTo>
                  <a:lnTo>
                    <a:pt x="394" y="161"/>
                  </a:lnTo>
                  <a:lnTo>
                    <a:pt x="439" y="157"/>
                  </a:lnTo>
                  <a:lnTo>
                    <a:pt x="481" y="150"/>
                  </a:lnTo>
                  <a:lnTo>
                    <a:pt x="525" y="143"/>
                  </a:lnTo>
                  <a:lnTo>
                    <a:pt x="566" y="132"/>
                  </a:lnTo>
                  <a:lnTo>
                    <a:pt x="606" y="121"/>
                  </a:lnTo>
                  <a:lnTo>
                    <a:pt x="643" y="105"/>
                  </a:lnTo>
                  <a:lnTo>
                    <a:pt x="678" y="88"/>
                  </a:lnTo>
                  <a:lnTo>
                    <a:pt x="683" y="86"/>
                  </a:lnTo>
                  <a:lnTo>
                    <a:pt x="678" y="88"/>
                  </a:lnTo>
                  <a:lnTo>
                    <a:pt x="695" y="75"/>
                  </a:lnTo>
                  <a:lnTo>
                    <a:pt x="702" y="60"/>
                  </a:lnTo>
                  <a:lnTo>
                    <a:pt x="703" y="42"/>
                  </a:lnTo>
                  <a:lnTo>
                    <a:pt x="698" y="26"/>
                  </a:lnTo>
                  <a:lnTo>
                    <a:pt x="688" y="12"/>
                  </a:lnTo>
                  <a:lnTo>
                    <a:pt x="674" y="3"/>
                  </a:lnTo>
                  <a:lnTo>
                    <a:pt x="656" y="0"/>
                  </a:lnTo>
                  <a:lnTo>
                    <a:pt x="636" y="6"/>
                  </a:lnTo>
                  <a:lnTo>
                    <a:pt x="631"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5909" name="Freeform 35"/>
            <p:cNvSpPr>
              <a:spLocks/>
            </p:cNvSpPr>
            <p:nvPr/>
          </p:nvSpPr>
          <p:spPr bwMode="auto">
            <a:xfrm>
              <a:off x="1332" y="2204"/>
              <a:ext cx="283" cy="192"/>
            </a:xfrm>
            <a:custGeom>
              <a:avLst/>
              <a:gdLst>
                <a:gd name="T0" fmla="*/ 11 w 1415"/>
                <a:gd name="T1" fmla="*/ 0 h 960"/>
                <a:gd name="T2" fmla="*/ 11 w 1415"/>
                <a:gd name="T3" fmla="*/ 0 h 960"/>
                <a:gd name="T4" fmla="*/ 0 w 1415"/>
                <a:gd name="T5" fmla="*/ 7 h 960"/>
                <a:gd name="T6" fmla="*/ 0 w 1415"/>
                <a:gd name="T7" fmla="*/ 8 h 960"/>
                <a:gd name="T8" fmla="*/ 11 w 1415"/>
                <a:gd name="T9" fmla="*/ 1 h 960"/>
                <a:gd name="T10" fmla="*/ 11 w 1415"/>
                <a:gd name="T11" fmla="*/ 1 h 960"/>
                <a:gd name="T12" fmla="*/ 11 w 1415"/>
                <a:gd name="T13" fmla="*/ 1 h 960"/>
                <a:gd name="T14" fmla="*/ 11 w 1415"/>
                <a:gd name="T15" fmla="*/ 1 h 960"/>
                <a:gd name="T16" fmla="*/ 11 w 1415"/>
                <a:gd name="T17" fmla="*/ 0 h 960"/>
                <a:gd name="T18" fmla="*/ 11 w 1415"/>
                <a:gd name="T19" fmla="*/ 0 h 960"/>
                <a:gd name="T20" fmla="*/ 11 w 1415"/>
                <a:gd name="T21" fmla="*/ 0 h 960"/>
                <a:gd name="T22" fmla="*/ 11 w 1415"/>
                <a:gd name="T23" fmla="*/ 0 h 960"/>
                <a:gd name="T24" fmla="*/ 11 w 1415"/>
                <a:gd name="T25" fmla="*/ 0 h 960"/>
                <a:gd name="T26" fmla="*/ 11 w 1415"/>
                <a:gd name="T27" fmla="*/ 0 h 960"/>
                <a:gd name="T28" fmla="*/ 11 w 1415"/>
                <a:gd name="T29" fmla="*/ 0 h 960"/>
                <a:gd name="T30" fmla="*/ 11 w 1415"/>
                <a:gd name="T31" fmla="*/ 0 h 96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15"/>
                <a:gd name="T49" fmla="*/ 0 h 960"/>
                <a:gd name="T50" fmla="*/ 1415 w 1415"/>
                <a:gd name="T51" fmla="*/ 960 h 96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15" h="960">
                  <a:moveTo>
                    <a:pt x="1338" y="10"/>
                  </a:moveTo>
                  <a:lnTo>
                    <a:pt x="1342" y="8"/>
                  </a:lnTo>
                  <a:lnTo>
                    <a:pt x="0" y="882"/>
                  </a:lnTo>
                  <a:lnTo>
                    <a:pt x="52" y="960"/>
                  </a:lnTo>
                  <a:lnTo>
                    <a:pt x="1393" y="85"/>
                  </a:lnTo>
                  <a:lnTo>
                    <a:pt x="1397" y="83"/>
                  </a:lnTo>
                  <a:lnTo>
                    <a:pt x="1393" y="85"/>
                  </a:lnTo>
                  <a:lnTo>
                    <a:pt x="1409" y="71"/>
                  </a:lnTo>
                  <a:lnTo>
                    <a:pt x="1415" y="53"/>
                  </a:lnTo>
                  <a:lnTo>
                    <a:pt x="1413" y="37"/>
                  </a:lnTo>
                  <a:lnTo>
                    <a:pt x="1406" y="21"/>
                  </a:lnTo>
                  <a:lnTo>
                    <a:pt x="1395" y="8"/>
                  </a:lnTo>
                  <a:lnTo>
                    <a:pt x="1379" y="1"/>
                  </a:lnTo>
                  <a:lnTo>
                    <a:pt x="1361" y="0"/>
                  </a:lnTo>
                  <a:lnTo>
                    <a:pt x="1342" y="8"/>
                  </a:lnTo>
                  <a:lnTo>
                    <a:pt x="1338" y="1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5910" name="Freeform 36"/>
            <p:cNvSpPr>
              <a:spLocks/>
            </p:cNvSpPr>
            <p:nvPr/>
          </p:nvSpPr>
          <p:spPr bwMode="auto">
            <a:xfrm>
              <a:off x="1599" y="2057"/>
              <a:ext cx="80" cy="163"/>
            </a:xfrm>
            <a:custGeom>
              <a:avLst/>
              <a:gdLst>
                <a:gd name="T0" fmla="*/ 2 w 398"/>
                <a:gd name="T1" fmla="*/ 0 h 817"/>
                <a:gd name="T2" fmla="*/ 2 w 398"/>
                <a:gd name="T3" fmla="*/ 0 h 817"/>
                <a:gd name="T4" fmla="*/ 2 w 398"/>
                <a:gd name="T5" fmla="*/ 1 h 817"/>
                <a:gd name="T6" fmla="*/ 2 w 398"/>
                <a:gd name="T7" fmla="*/ 1 h 817"/>
                <a:gd name="T8" fmla="*/ 2 w 398"/>
                <a:gd name="T9" fmla="*/ 2 h 817"/>
                <a:gd name="T10" fmla="*/ 2 w 398"/>
                <a:gd name="T11" fmla="*/ 2 h 817"/>
                <a:gd name="T12" fmla="*/ 2 w 398"/>
                <a:gd name="T13" fmla="*/ 2 h 817"/>
                <a:gd name="T14" fmla="*/ 2 w 398"/>
                <a:gd name="T15" fmla="*/ 3 h 817"/>
                <a:gd name="T16" fmla="*/ 2 w 398"/>
                <a:gd name="T17" fmla="*/ 3 h 817"/>
                <a:gd name="T18" fmla="*/ 2 w 398"/>
                <a:gd name="T19" fmla="*/ 4 h 817"/>
                <a:gd name="T20" fmla="*/ 2 w 398"/>
                <a:gd name="T21" fmla="*/ 4 h 817"/>
                <a:gd name="T22" fmla="*/ 1 w 398"/>
                <a:gd name="T23" fmla="*/ 4 h 817"/>
                <a:gd name="T24" fmla="*/ 1 w 398"/>
                <a:gd name="T25" fmla="*/ 5 h 817"/>
                <a:gd name="T26" fmla="*/ 1 w 398"/>
                <a:gd name="T27" fmla="*/ 5 h 817"/>
                <a:gd name="T28" fmla="*/ 1 w 398"/>
                <a:gd name="T29" fmla="*/ 5 h 817"/>
                <a:gd name="T30" fmla="*/ 1 w 398"/>
                <a:gd name="T31" fmla="*/ 5 h 817"/>
                <a:gd name="T32" fmla="*/ 0 w 398"/>
                <a:gd name="T33" fmla="*/ 6 h 817"/>
                <a:gd name="T34" fmla="*/ 0 w 398"/>
                <a:gd name="T35" fmla="*/ 6 h 817"/>
                <a:gd name="T36" fmla="*/ 0 w 398"/>
                <a:gd name="T37" fmla="*/ 7 h 817"/>
                <a:gd name="T38" fmla="*/ 1 w 398"/>
                <a:gd name="T39" fmla="*/ 6 h 817"/>
                <a:gd name="T40" fmla="*/ 1 w 398"/>
                <a:gd name="T41" fmla="*/ 6 h 817"/>
                <a:gd name="T42" fmla="*/ 1 w 398"/>
                <a:gd name="T43" fmla="*/ 6 h 817"/>
                <a:gd name="T44" fmla="*/ 2 w 398"/>
                <a:gd name="T45" fmla="*/ 5 h 817"/>
                <a:gd name="T46" fmla="*/ 2 w 398"/>
                <a:gd name="T47" fmla="*/ 5 h 817"/>
                <a:gd name="T48" fmla="*/ 2 w 398"/>
                <a:gd name="T49" fmla="*/ 5 h 817"/>
                <a:gd name="T50" fmla="*/ 2 w 398"/>
                <a:gd name="T51" fmla="*/ 4 h 817"/>
                <a:gd name="T52" fmla="*/ 2 w 398"/>
                <a:gd name="T53" fmla="*/ 4 h 817"/>
                <a:gd name="T54" fmla="*/ 3 w 398"/>
                <a:gd name="T55" fmla="*/ 3 h 817"/>
                <a:gd name="T56" fmla="*/ 3 w 398"/>
                <a:gd name="T57" fmla="*/ 3 h 817"/>
                <a:gd name="T58" fmla="*/ 3 w 398"/>
                <a:gd name="T59" fmla="*/ 3 h 817"/>
                <a:gd name="T60" fmla="*/ 3 w 398"/>
                <a:gd name="T61" fmla="*/ 2 h 817"/>
                <a:gd name="T62" fmla="*/ 3 w 398"/>
                <a:gd name="T63" fmla="*/ 2 h 817"/>
                <a:gd name="T64" fmla="*/ 3 w 398"/>
                <a:gd name="T65" fmla="*/ 1 h 817"/>
                <a:gd name="T66" fmla="*/ 3 w 398"/>
                <a:gd name="T67" fmla="*/ 1 h 817"/>
                <a:gd name="T68" fmla="*/ 3 w 398"/>
                <a:gd name="T69" fmla="*/ 0 h 817"/>
                <a:gd name="T70" fmla="*/ 3 w 398"/>
                <a:gd name="T71" fmla="*/ 0 h 817"/>
                <a:gd name="T72" fmla="*/ 3 w 398"/>
                <a:gd name="T73" fmla="*/ 0 h 817"/>
                <a:gd name="T74" fmla="*/ 3 w 398"/>
                <a:gd name="T75" fmla="*/ 0 h 817"/>
                <a:gd name="T76" fmla="*/ 3 w 398"/>
                <a:gd name="T77" fmla="*/ 0 h 817"/>
                <a:gd name="T78" fmla="*/ 3 w 398"/>
                <a:gd name="T79" fmla="*/ 0 h 817"/>
                <a:gd name="T80" fmla="*/ 3 w 398"/>
                <a:gd name="T81" fmla="*/ 0 h 817"/>
                <a:gd name="T82" fmla="*/ 3 w 398"/>
                <a:gd name="T83" fmla="*/ 0 h 817"/>
                <a:gd name="T84" fmla="*/ 3 w 398"/>
                <a:gd name="T85" fmla="*/ 0 h 817"/>
                <a:gd name="T86" fmla="*/ 2 w 398"/>
                <a:gd name="T87" fmla="*/ 0 h 817"/>
                <a:gd name="T88" fmla="*/ 2 w 398"/>
                <a:gd name="T89" fmla="*/ 0 h 817"/>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398"/>
                <a:gd name="T136" fmla="*/ 0 h 817"/>
                <a:gd name="T137" fmla="*/ 398 w 398"/>
                <a:gd name="T138" fmla="*/ 817 h 817"/>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398" h="817">
                  <a:moveTo>
                    <a:pt x="304" y="47"/>
                  </a:moveTo>
                  <a:lnTo>
                    <a:pt x="304" y="47"/>
                  </a:lnTo>
                  <a:lnTo>
                    <a:pt x="301" y="97"/>
                  </a:lnTo>
                  <a:lnTo>
                    <a:pt x="297" y="147"/>
                  </a:lnTo>
                  <a:lnTo>
                    <a:pt x="291" y="198"/>
                  </a:lnTo>
                  <a:lnTo>
                    <a:pt x="280" y="247"/>
                  </a:lnTo>
                  <a:lnTo>
                    <a:pt x="268" y="297"/>
                  </a:lnTo>
                  <a:lnTo>
                    <a:pt x="253" y="347"/>
                  </a:lnTo>
                  <a:lnTo>
                    <a:pt x="236" y="395"/>
                  </a:lnTo>
                  <a:lnTo>
                    <a:pt x="217" y="442"/>
                  </a:lnTo>
                  <a:lnTo>
                    <a:pt x="195" y="487"/>
                  </a:lnTo>
                  <a:lnTo>
                    <a:pt x="171" y="532"/>
                  </a:lnTo>
                  <a:lnTo>
                    <a:pt x="147" y="574"/>
                  </a:lnTo>
                  <a:lnTo>
                    <a:pt x="121" y="613"/>
                  </a:lnTo>
                  <a:lnTo>
                    <a:pt x="93" y="650"/>
                  </a:lnTo>
                  <a:lnTo>
                    <a:pt x="64" y="684"/>
                  </a:lnTo>
                  <a:lnTo>
                    <a:pt x="32" y="716"/>
                  </a:lnTo>
                  <a:lnTo>
                    <a:pt x="0" y="744"/>
                  </a:lnTo>
                  <a:lnTo>
                    <a:pt x="59" y="817"/>
                  </a:lnTo>
                  <a:lnTo>
                    <a:pt x="95" y="784"/>
                  </a:lnTo>
                  <a:lnTo>
                    <a:pt x="132" y="748"/>
                  </a:lnTo>
                  <a:lnTo>
                    <a:pt x="166" y="709"/>
                  </a:lnTo>
                  <a:lnTo>
                    <a:pt x="196" y="667"/>
                  </a:lnTo>
                  <a:lnTo>
                    <a:pt x="227" y="623"/>
                  </a:lnTo>
                  <a:lnTo>
                    <a:pt x="253" y="576"/>
                  </a:lnTo>
                  <a:lnTo>
                    <a:pt x="279" y="530"/>
                  </a:lnTo>
                  <a:lnTo>
                    <a:pt x="301" y="479"/>
                  </a:lnTo>
                  <a:lnTo>
                    <a:pt x="323" y="428"/>
                  </a:lnTo>
                  <a:lnTo>
                    <a:pt x="342" y="375"/>
                  </a:lnTo>
                  <a:lnTo>
                    <a:pt x="359" y="321"/>
                  </a:lnTo>
                  <a:lnTo>
                    <a:pt x="372" y="268"/>
                  </a:lnTo>
                  <a:lnTo>
                    <a:pt x="382" y="212"/>
                  </a:lnTo>
                  <a:lnTo>
                    <a:pt x="391" y="157"/>
                  </a:lnTo>
                  <a:lnTo>
                    <a:pt x="395" y="102"/>
                  </a:lnTo>
                  <a:lnTo>
                    <a:pt x="398" y="47"/>
                  </a:lnTo>
                  <a:lnTo>
                    <a:pt x="394" y="27"/>
                  </a:lnTo>
                  <a:lnTo>
                    <a:pt x="383" y="11"/>
                  </a:lnTo>
                  <a:lnTo>
                    <a:pt x="368" y="3"/>
                  </a:lnTo>
                  <a:lnTo>
                    <a:pt x="351" y="0"/>
                  </a:lnTo>
                  <a:lnTo>
                    <a:pt x="333" y="3"/>
                  </a:lnTo>
                  <a:lnTo>
                    <a:pt x="319" y="11"/>
                  </a:lnTo>
                  <a:lnTo>
                    <a:pt x="307" y="27"/>
                  </a:lnTo>
                  <a:lnTo>
                    <a:pt x="304" y="4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5911" name="Freeform 37"/>
            <p:cNvSpPr>
              <a:spLocks/>
            </p:cNvSpPr>
            <p:nvPr/>
          </p:nvSpPr>
          <p:spPr bwMode="auto">
            <a:xfrm>
              <a:off x="1660" y="1701"/>
              <a:ext cx="19" cy="365"/>
            </a:xfrm>
            <a:custGeom>
              <a:avLst/>
              <a:gdLst>
                <a:gd name="T0" fmla="*/ 0 w 95"/>
                <a:gd name="T1" fmla="*/ 0 h 1826"/>
                <a:gd name="T2" fmla="*/ 0 w 95"/>
                <a:gd name="T3" fmla="*/ 0 h 1826"/>
                <a:gd name="T4" fmla="*/ 0 w 95"/>
                <a:gd name="T5" fmla="*/ 15 h 1826"/>
                <a:gd name="T6" fmla="*/ 1 w 95"/>
                <a:gd name="T7" fmla="*/ 15 h 1826"/>
                <a:gd name="T8" fmla="*/ 1 w 95"/>
                <a:gd name="T9" fmla="*/ 0 h 1826"/>
                <a:gd name="T10" fmla="*/ 1 w 95"/>
                <a:gd name="T11" fmla="*/ 0 h 1826"/>
                <a:gd name="T12" fmla="*/ 1 w 95"/>
                <a:gd name="T13" fmla="*/ 0 h 1826"/>
                <a:gd name="T14" fmla="*/ 1 w 95"/>
                <a:gd name="T15" fmla="*/ 0 h 1826"/>
                <a:gd name="T16" fmla="*/ 1 w 95"/>
                <a:gd name="T17" fmla="*/ 0 h 1826"/>
                <a:gd name="T18" fmla="*/ 1 w 95"/>
                <a:gd name="T19" fmla="*/ 0 h 1826"/>
                <a:gd name="T20" fmla="*/ 0 w 95"/>
                <a:gd name="T21" fmla="*/ 0 h 1826"/>
                <a:gd name="T22" fmla="*/ 0 w 95"/>
                <a:gd name="T23" fmla="*/ 0 h 1826"/>
                <a:gd name="T24" fmla="*/ 0 w 95"/>
                <a:gd name="T25" fmla="*/ 0 h 1826"/>
                <a:gd name="T26" fmla="*/ 0 w 95"/>
                <a:gd name="T27" fmla="*/ 0 h 1826"/>
                <a:gd name="T28" fmla="*/ 0 w 95"/>
                <a:gd name="T29" fmla="*/ 0 h 1826"/>
                <a:gd name="T30" fmla="*/ 0 w 95"/>
                <a:gd name="T31" fmla="*/ 0 h 182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95"/>
                <a:gd name="T49" fmla="*/ 0 h 1826"/>
                <a:gd name="T50" fmla="*/ 95 w 95"/>
                <a:gd name="T51" fmla="*/ 1826 h 182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95" h="1826">
                  <a:moveTo>
                    <a:pt x="0" y="49"/>
                  </a:moveTo>
                  <a:lnTo>
                    <a:pt x="0" y="47"/>
                  </a:lnTo>
                  <a:lnTo>
                    <a:pt x="1" y="1826"/>
                  </a:lnTo>
                  <a:lnTo>
                    <a:pt x="95" y="1826"/>
                  </a:lnTo>
                  <a:lnTo>
                    <a:pt x="93" y="47"/>
                  </a:lnTo>
                  <a:lnTo>
                    <a:pt x="93" y="45"/>
                  </a:lnTo>
                  <a:lnTo>
                    <a:pt x="93" y="47"/>
                  </a:lnTo>
                  <a:lnTo>
                    <a:pt x="90" y="27"/>
                  </a:lnTo>
                  <a:lnTo>
                    <a:pt x="79" y="12"/>
                  </a:lnTo>
                  <a:lnTo>
                    <a:pt x="64" y="4"/>
                  </a:lnTo>
                  <a:lnTo>
                    <a:pt x="47" y="0"/>
                  </a:lnTo>
                  <a:lnTo>
                    <a:pt x="29" y="4"/>
                  </a:lnTo>
                  <a:lnTo>
                    <a:pt x="15" y="12"/>
                  </a:lnTo>
                  <a:lnTo>
                    <a:pt x="3" y="27"/>
                  </a:lnTo>
                  <a:lnTo>
                    <a:pt x="0" y="47"/>
                  </a:lnTo>
                  <a:lnTo>
                    <a:pt x="0" y="4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5912" name="Freeform 38"/>
            <p:cNvSpPr>
              <a:spLocks/>
            </p:cNvSpPr>
            <p:nvPr/>
          </p:nvSpPr>
          <p:spPr bwMode="auto">
            <a:xfrm>
              <a:off x="1598" y="1598"/>
              <a:ext cx="81" cy="113"/>
            </a:xfrm>
            <a:custGeom>
              <a:avLst/>
              <a:gdLst>
                <a:gd name="T0" fmla="*/ 0 w 401"/>
                <a:gd name="T1" fmla="*/ 1 h 566"/>
                <a:gd name="T2" fmla="*/ 0 w 401"/>
                <a:gd name="T3" fmla="*/ 1 h 566"/>
                <a:gd name="T4" fmla="*/ 0 w 401"/>
                <a:gd name="T5" fmla="*/ 1 h 566"/>
                <a:gd name="T6" fmla="*/ 1 w 401"/>
                <a:gd name="T7" fmla="*/ 1 h 566"/>
                <a:gd name="T8" fmla="*/ 1 w 401"/>
                <a:gd name="T9" fmla="*/ 1 h 566"/>
                <a:gd name="T10" fmla="*/ 1 w 401"/>
                <a:gd name="T11" fmla="*/ 1 h 566"/>
                <a:gd name="T12" fmla="*/ 1 w 401"/>
                <a:gd name="T13" fmla="*/ 2 h 566"/>
                <a:gd name="T14" fmla="*/ 1 w 401"/>
                <a:gd name="T15" fmla="*/ 2 h 566"/>
                <a:gd name="T16" fmla="*/ 2 w 401"/>
                <a:gd name="T17" fmla="*/ 2 h 566"/>
                <a:gd name="T18" fmla="*/ 2 w 401"/>
                <a:gd name="T19" fmla="*/ 2 h 566"/>
                <a:gd name="T20" fmla="*/ 2 w 401"/>
                <a:gd name="T21" fmla="*/ 2 h 566"/>
                <a:gd name="T22" fmla="*/ 2 w 401"/>
                <a:gd name="T23" fmla="*/ 3 h 566"/>
                <a:gd name="T24" fmla="*/ 2 w 401"/>
                <a:gd name="T25" fmla="*/ 3 h 566"/>
                <a:gd name="T26" fmla="*/ 2 w 401"/>
                <a:gd name="T27" fmla="*/ 3 h 566"/>
                <a:gd name="T28" fmla="*/ 2 w 401"/>
                <a:gd name="T29" fmla="*/ 4 h 566"/>
                <a:gd name="T30" fmla="*/ 2 w 401"/>
                <a:gd name="T31" fmla="*/ 4 h 566"/>
                <a:gd name="T32" fmla="*/ 2 w 401"/>
                <a:gd name="T33" fmla="*/ 4 h 566"/>
                <a:gd name="T34" fmla="*/ 3 w 401"/>
                <a:gd name="T35" fmla="*/ 5 h 566"/>
                <a:gd name="T36" fmla="*/ 3 w 401"/>
                <a:gd name="T37" fmla="*/ 4 h 566"/>
                <a:gd name="T38" fmla="*/ 3 w 401"/>
                <a:gd name="T39" fmla="*/ 4 h 566"/>
                <a:gd name="T40" fmla="*/ 3 w 401"/>
                <a:gd name="T41" fmla="*/ 4 h 566"/>
                <a:gd name="T42" fmla="*/ 3 w 401"/>
                <a:gd name="T43" fmla="*/ 3 h 566"/>
                <a:gd name="T44" fmla="*/ 3 w 401"/>
                <a:gd name="T45" fmla="*/ 3 h 566"/>
                <a:gd name="T46" fmla="*/ 3 w 401"/>
                <a:gd name="T47" fmla="*/ 3 h 566"/>
                <a:gd name="T48" fmla="*/ 3 w 401"/>
                <a:gd name="T49" fmla="*/ 2 h 566"/>
                <a:gd name="T50" fmla="*/ 3 w 401"/>
                <a:gd name="T51" fmla="*/ 2 h 566"/>
                <a:gd name="T52" fmla="*/ 2 w 401"/>
                <a:gd name="T53" fmla="*/ 2 h 566"/>
                <a:gd name="T54" fmla="*/ 2 w 401"/>
                <a:gd name="T55" fmla="*/ 2 h 566"/>
                <a:gd name="T56" fmla="*/ 2 w 401"/>
                <a:gd name="T57" fmla="*/ 1 h 566"/>
                <a:gd name="T58" fmla="*/ 2 w 401"/>
                <a:gd name="T59" fmla="*/ 1 h 566"/>
                <a:gd name="T60" fmla="*/ 2 w 401"/>
                <a:gd name="T61" fmla="*/ 1 h 566"/>
                <a:gd name="T62" fmla="*/ 1 w 401"/>
                <a:gd name="T63" fmla="*/ 1 h 566"/>
                <a:gd name="T64" fmla="*/ 1 w 401"/>
                <a:gd name="T65" fmla="*/ 0 h 566"/>
                <a:gd name="T66" fmla="*/ 1 w 401"/>
                <a:gd name="T67" fmla="*/ 0 h 566"/>
                <a:gd name="T68" fmla="*/ 1 w 401"/>
                <a:gd name="T69" fmla="*/ 0 h 566"/>
                <a:gd name="T70" fmla="*/ 1 w 401"/>
                <a:gd name="T71" fmla="*/ 0 h 566"/>
                <a:gd name="T72" fmla="*/ 1 w 401"/>
                <a:gd name="T73" fmla="*/ 0 h 566"/>
                <a:gd name="T74" fmla="*/ 0 w 401"/>
                <a:gd name="T75" fmla="*/ 0 h 566"/>
                <a:gd name="T76" fmla="*/ 0 w 401"/>
                <a:gd name="T77" fmla="*/ 0 h 566"/>
                <a:gd name="T78" fmla="*/ 0 w 401"/>
                <a:gd name="T79" fmla="*/ 0 h 566"/>
                <a:gd name="T80" fmla="*/ 0 w 401"/>
                <a:gd name="T81" fmla="*/ 0 h 566"/>
                <a:gd name="T82" fmla="*/ 0 w 401"/>
                <a:gd name="T83" fmla="*/ 0 h 566"/>
                <a:gd name="T84" fmla="*/ 0 w 401"/>
                <a:gd name="T85" fmla="*/ 0 h 566"/>
                <a:gd name="T86" fmla="*/ 0 w 401"/>
                <a:gd name="T87" fmla="*/ 1 h 566"/>
                <a:gd name="T88" fmla="*/ 0 w 401"/>
                <a:gd name="T89" fmla="*/ 1 h 56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401"/>
                <a:gd name="T136" fmla="*/ 0 h 566"/>
                <a:gd name="T137" fmla="*/ 401 w 401"/>
                <a:gd name="T138" fmla="*/ 566 h 566"/>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401" h="566">
                  <a:moveTo>
                    <a:pt x="23" y="88"/>
                  </a:moveTo>
                  <a:lnTo>
                    <a:pt x="23" y="88"/>
                  </a:lnTo>
                  <a:lnTo>
                    <a:pt x="53" y="107"/>
                  </a:lnTo>
                  <a:lnTo>
                    <a:pt x="83" y="125"/>
                  </a:lnTo>
                  <a:lnTo>
                    <a:pt x="108" y="147"/>
                  </a:lnTo>
                  <a:lnTo>
                    <a:pt x="135" y="171"/>
                  </a:lnTo>
                  <a:lnTo>
                    <a:pt x="160" y="196"/>
                  </a:lnTo>
                  <a:lnTo>
                    <a:pt x="182" y="223"/>
                  </a:lnTo>
                  <a:lnTo>
                    <a:pt x="205" y="251"/>
                  </a:lnTo>
                  <a:lnTo>
                    <a:pt x="223" y="281"/>
                  </a:lnTo>
                  <a:lnTo>
                    <a:pt x="240" y="312"/>
                  </a:lnTo>
                  <a:lnTo>
                    <a:pt x="256" y="345"/>
                  </a:lnTo>
                  <a:lnTo>
                    <a:pt x="270" y="379"/>
                  </a:lnTo>
                  <a:lnTo>
                    <a:pt x="282" y="414"/>
                  </a:lnTo>
                  <a:lnTo>
                    <a:pt x="291" y="450"/>
                  </a:lnTo>
                  <a:lnTo>
                    <a:pt x="299" y="488"/>
                  </a:lnTo>
                  <a:lnTo>
                    <a:pt x="304" y="526"/>
                  </a:lnTo>
                  <a:lnTo>
                    <a:pt x="308" y="566"/>
                  </a:lnTo>
                  <a:lnTo>
                    <a:pt x="401" y="562"/>
                  </a:lnTo>
                  <a:lnTo>
                    <a:pt x="398" y="517"/>
                  </a:lnTo>
                  <a:lnTo>
                    <a:pt x="391" y="471"/>
                  </a:lnTo>
                  <a:lnTo>
                    <a:pt x="383" y="429"/>
                  </a:lnTo>
                  <a:lnTo>
                    <a:pt x="371" y="386"/>
                  </a:lnTo>
                  <a:lnTo>
                    <a:pt x="357" y="346"/>
                  </a:lnTo>
                  <a:lnTo>
                    <a:pt x="340" y="307"/>
                  </a:lnTo>
                  <a:lnTo>
                    <a:pt x="324" y="270"/>
                  </a:lnTo>
                  <a:lnTo>
                    <a:pt x="303" y="232"/>
                  </a:lnTo>
                  <a:lnTo>
                    <a:pt x="280" y="197"/>
                  </a:lnTo>
                  <a:lnTo>
                    <a:pt x="255" y="164"/>
                  </a:lnTo>
                  <a:lnTo>
                    <a:pt x="228" y="132"/>
                  </a:lnTo>
                  <a:lnTo>
                    <a:pt x="199" y="103"/>
                  </a:lnTo>
                  <a:lnTo>
                    <a:pt x="169" y="76"/>
                  </a:lnTo>
                  <a:lnTo>
                    <a:pt x="137" y="50"/>
                  </a:lnTo>
                  <a:lnTo>
                    <a:pt x="103" y="27"/>
                  </a:lnTo>
                  <a:lnTo>
                    <a:pt x="67" y="6"/>
                  </a:lnTo>
                  <a:lnTo>
                    <a:pt x="48" y="0"/>
                  </a:lnTo>
                  <a:lnTo>
                    <a:pt x="30" y="2"/>
                  </a:lnTo>
                  <a:lnTo>
                    <a:pt x="16" y="12"/>
                  </a:lnTo>
                  <a:lnTo>
                    <a:pt x="5" y="25"/>
                  </a:lnTo>
                  <a:lnTo>
                    <a:pt x="0" y="41"/>
                  </a:lnTo>
                  <a:lnTo>
                    <a:pt x="0" y="59"/>
                  </a:lnTo>
                  <a:lnTo>
                    <a:pt x="8" y="75"/>
                  </a:lnTo>
                  <a:lnTo>
                    <a:pt x="23"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5913" name="Freeform 39"/>
            <p:cNvSpPr>
              <a:spLocks/>
            </p:cNvSpPr>
            <p:nvPr/>
          </p:nvSpPr>
          <p:spPr bwMode="auto">
            <a:xfrm>
              <a:off x="1346" y="1455"/>
              <a:ext cx="266" cy="160"/>
            </a:xfrm>
            <a:custGeom>
              <a:avLst/>
              <a:gdLst>
                <a:gd name="T0" fmla="*/ 0 w 1330"/>
                <a:gd name="T1" fmla="*/ 1 h 801"/>
                <a:gd name="T2" fmla="*/ 0 w 1330"/>
                <a:gd name="T3" fmla="*/ 1 h 801"/>
                <a:gd name="T4" fmla="*/ 10 w 1330"/>
                <a:gd name="T5" fmla="*/ 6 h 801"/>
                <a:gd name="T6" fmla="*/ 11 w 1330"/>
                <a:gd name="T7" fmla="*/ 6 h 801"/>
                <a:gd name="T8" fmla="*/ 1 w 1330"/>
                <a:gd name="T9" fmla="*/ 0 h 801"/>
                <a:gd name="T10" fmla="*/ 1 w 1330"/>
                <a:gd name="T11" fmla="*/ 0 h 801"/>
                <a:gd name="T12" fmla="*/ 1 w 1330"/>
                <a:gd name="T13" fmla="*/ 0 h 801"/>
                <a:gd name="T14" fmla="*/ 0 w 1330"/>
                <a:gd name="T15" fmla="*/ 0 h 801"/>
                <a:gd name="T16" fmla="*/ 0 w 1330"/>
                <a:gd name="T17" fmla="*/ 0 h 801"/>
                <a:gd name="T18" fmla="*/ 0 w 1330"/>
                <a:gd name="T19" fmla="*/ 0 h 801"/>
                <a:gd name="T20" fmla="*/ 0 w 1330"/>
                <a:gd name="T21" fmla="*/ 0 h 801"/>
                <a:gd name="T22" fmla="*/ 0 w 1330"/>
                <a:gd name="T23" fmla="*/ 0 h 801"/>
                <a:gd name="T24" fmla="*/ 0 w 1330"/>
                <a:gd name="T25" fmla="*/ 0 h 801"/>
                <a:gd name="T26" fmla="*/ 0 w 1330"/>
                <a:gd name="T27" fmla="*/ 1 h 801"/>
                <a:gd name="T28" fmla="*/ 0 w 1330"/>
                <a:gd name="T29" fmla="*/ 1 h 801"/>
                <a:gd name="T30" fmla="*/ 0 w 1330"/>
                <a:gd name="T31" fmla="*/ 1 h 801"/>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30"/>
                <a:gd name="T49" fmla="*/ 0 h 801"/>
                <a:gd name="T50" fmla="*/ 1330 w 1330"/>
                <a:gd name="T51" fmla="*/ 801 h 801"/>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30" h="801">
                  <a:moveTo>
                    <a:pt x="24" y="88"/>
                  </a:moveTo>
                  <a:lnTo>
                    <a:pt x="23" y="88"/>
                  </a:lnTo>
                  <a:lnTo>
                    <a:pt x="1286" y="801"/>
                  </a:lnTo>
                  <a:lnTo>
                    <a:pt x="1330" y="719"/>
                  </a:lnTo>
                  <a:lnTo>
                    <a:pt x="67" y="6"/>
                  </a:lnTo>
                  <a:lnTo>
                    <a:pt x="66" y="6"/>
                  </a:lnTo>
                  <a:lnTo>
                    <a:pt x="67" y="6"/>
                  </a:lnTo>
                  <a:lnTo>
                    <a:pt x="48" y="0"/>
                  </a:lnTo>
                  <a:lnTo>
                    <a:pt x="30" y="2"/>
                  </a:lnTo>
                  <a:lnTo>
                    <a:pt x="16" y="12"/>
                  </a:lnTo>
                  <a:lnTo>
                    <a:pt x="5" y="25"/>
                  </a:lnTo>
                  <a:lnTo>
                    <a:pt x="0" y="41"/>
                  </a:lnTo>
                  <a:lnTo>
                    <a:pt x="0" y="59"/>
                  </a:lnTo>
                  <a:lnTo>
                    <a:pt x="8" y="75"/>
                  </a:lnTo>
                  <a:lnTo>
                    <a:pt x="23" y="88"/>
                  </a:lnTo>
                  <a:lnTo>
                    <a:pt x="24"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5914" name="Freeform 40"/>
            <p:cNvSpPr>
              <a:spLocks/>
            </p:cNvSpPr>
            <p:nvPr/>
          </p:nvSpPr>
          <p:spPr bwMode="auto">
            <a:xfrm>
              <a:off x="1198" y="1439"/>
              <a:ext cx="161" cy="35"/>
            </a:xfrm>
            <a:custGeom>
              <a:avLst/>
              <a:gdLst>
                <a:gd name="T0" fmla="*/ 1 w 806"/>
                <a:gd name="T1" fmla="*/ 1 h 177"/>
                <a:gd name="T2" fmla="*/ 1 w 806"/>
                <a:gd name="T3" fmla="*/ 1 h 177"/>
                <a:gd name="T4" fmla="*/ 1 w 806"/>
                <a:gd name="T5" fmla="*/ 1 h 177"/>
                <a:gd name="T6" fmla="*/ 1 w 806"/>
                <a:gd name="T7" fmla="*/ 1 h 177"/>
                <a:gd name="T8" fmla="*/ 2 w 806"/>
                <a:gd name="T9" fmla="*/ 1 h 177"/>
                <a:gd name="T10" fmla="*/ 2 w 806"/>
                <a:gd name="T11" fmla="*/ 1 h 177"/>
                <a:gd name="T12" fmla="*/ 2 w 806"/>
                <a:gd name="T13" fmla="*/ 1 h 177"/>
                <a:gd name="T14" fmla="*/ 3 w 806"/>
                <a:gd name="T15" fmla="*/ 1 h 177"/>
                <a:gd name="T16" fmla="*/ 3 w 806"/>
                <a:gd name="T17" fmla="*/ 1 h 177"/>
                <a:gd name="T18" fmla="*/ 3 w 806"/>
                <a:gd name="T19" fmla="*/ 1 h 177"/>
                <a:gd name="T20" fmla="*/ 4 w 806"/>
                <a:gd name="T21" fmla="*/ 1 h 177"/>
                <a:gd name="T22" fmla="*/ 4 w 806"/>
                <a:gd name="T23" fmla="*/ 1 h 177"/>
                <a:gd name="T24" fmla="*/ 5 w 806"/>
                <a:gd name="T25" fmla="*/ 1 h 177"/>
                <a:gd name="T26" fmla="*/ 5 w 806"/>
                <a:gd name="T27" fmla="*/ 1 h 177"/>
                <a:gd name="T28" fmla="*/ 5 w 806"/>
                <a:gd name="T29" fmla="*/ 1 h 177"/>
                <a:gd name="T30" fmla="*/ 6 w 806"/>
                <a:gd name="T31" fmla="*/ 1 h 177"/>
                <a:gd name="T32" fmla="*/ 6 w 806"/>
                <a:gd name="T33" fmla="*/ 1 h 177"/>
                <a:gd name="T34" fmla="*/ 6 w 806"/>
                <a:gd name="T35" fmla="*/ 1 h 177"/>
                <a:gd name="T36" fmla="*/ 6 w 806"/>
                <a:gd name="T37" fmla="*/ 1 h 177"/>
                <a:gd name="T38" fmla="*/ 6 w 806"/>
                <a:gd name="T39" fmla="*/ 1 h 177"/>
                <a:gd name="T40" fmla="*/ 6 w 806"/>
                <a:gd name="T41" fmla="*/ 0 h 177"/>
                <a:gd name="T42" fmla="*/ 5 w 806"/>
                <a:gd name="T43" fmla="*/ 0 h 177"/>
                <a:gd name="T44" fmla="*/ 5 w 806"/>
                <a:gd name="T45" fmla="*/ 0 h 177"/>
                <a:gd name="T46" fmla="*/ 5 w 806"/>
                <a:gd name="T47" fmla="*/ 0 h 177"/>
                <a:gd name="T48" fmla="*/ 4 w 806"/>
                <a:gd name="T49" fmla="*/ 0 h 177"/>
                <a:gd name="T50" fmla="*/ 4 w 806"/>
                <a:gd name="T51" fmla="*/ 0 h 177"/>
                <a:gd name="T52" fmla="*/ 3 w 806"/>
                <a:gd name="T53" fmla="*/ 0 h 177"/>
                <a:gd name="T54" fmla="*/ 3 w 806"/>
                <a:gd name="T55" fmla="*/ 0 h 177"/>
                <a:gd name="T56" fmla="*/ 3 w 806"/>
                <a:gd name="T57" fmla="*/ 0 h 177"/>
                <a:gd name="T58" fmla="*/ 2 w 806"/>
                <a:gd name="T59" fmla="*/ 0 h 177"/>
                <a:gd name="T60" fmla="*/ 2 w 806"/>
                <a:gd name="T61" fmla="*/ 0 h 177"/>
                <a:gd name="T62" fmla="*/ 1 w 806"/>
                <a:gd name="T63" fmla="*/ 0 h 177"/>
                <a:gd name="T64" fmla="*/ 1 w 806"/>
                <a:gd name="T65" fmla="*/ 0 h 177"/>
                <a:gd name="T66" fmla="*/ 1 w 806"/>
                <a:gd name="T67" fmla="*/ 1 h 177"/>
                <a:gd name="T68" fmla="*/ 0 w 806"/>
                <a:gd name="T69" fmla="*/ 1 h 177"/>
                <a:gd name="T70" fmla="*/ 0 w 806"/>
                <a:gd name="T71" fmla="*/ 1 h 177"/>
                <a:gd name="T72" fmla="*/ 0 w 806"/>
                <a:gd name="T73" fmla="*/ 1 h 177"/>
                <a:gd name="T74" fmla="*/ 0 w 806"/>
                <a:gd name="T75" fmla="*/ 1 h 177"/>
                <a:gd name="T76" fmla="*/ 0 w 806"/>
                <a:gd name="T77" fmla="*/ 1 h 177"/>
                <a:gd name="T78" fmla="*/ 0 w 806"/>
                <a:gd name="T79" fmla="*/ 1 h 177"/>
                <a:gd name="T80" fmla="*/ 0 w 806"/>
                <a:gd name="T81" fmla="*/ 1 h 177"/>
                <a:gd name="T82" fmla="*/ 0 w 806"/>
                <a:gd name="T83" fmla="*/ 1 h 177"/>
                <a:gd name="T84" fmla="*/ 0 w 806"/>
                <a:gd name="T85" fmla="*/ 1 h 177"/>
                <a:gd name="T86" fmla="*/ 0 w 806"/>
                <a:gd name="T87" fmla="*/ 1 h 177"/>
                <a:gd name="T88" fmla="*/ 1 w 806"/>
                <a:gd name="T89" fmla="*/ 1 h 177"/>
                <a:gd name="T90" fmla="*/ 1 w 806"/>
                <a:gd name="T91" fmla="*/ 1 h 17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806"/>
                <a:gd name="T139" fmla="*/ 0 h 177"/>
                <a:gd name="T140" fmla="*/ 806 w 806"/>
                <a:gd name="T141" fmla="*/ 177 h 17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806" h="177">
                  <a:moveTo>
                    <a:pt x="67" y="171"/>
                  </a:moveTo>
                  <a:lnTo>
                    <a:pt x="68" y="171"/>
                  </a:lnTo>
                  <a:lnTo>
                    <a:pt x="109" y="151"/>
                  </a:lnTo>
                  <a:lnTo>
                    <a:pt x="151" y="135"/>
                  </a:lnTo>
                  <a:lnTo>
                    <a:pt x="196" y="122"/>
                  </a:lnTo>
                  <a:lnTo>
                    <a:pt x="242" y="110"/>
                  </a:lnTo>
                  <a:lnTo>
                    <a:pt x="287" y="102"/>
                  </a:lnTo>
                  <a:lnTo>
                    <a:pt x="335" y="97"/>
                  </a:lnTo>
                  <a:lnTo>
                    <a:pt x="382" y="95"/>
                  </a:lnTo>
                  <a:lnTo>
                    <a:pt x="430" y="94"/>
                  </a:lnTo>
                  <a:lnTo>
                    <a:pt x="477" y="97"/>
                  </a:lnTo>
                  <a:lnTo>
                    <a:pt x="524" y="102"/>
                  </a:lnTo>
                  <a:lnTo>
                    <a:pt x="568" y="108"/>
                  </a:lnTo>
                  <a:lnTo>
                    <a:pt x="612" y="117"/>
                  </a:lnTo>
                  <a:lnTo>
                    <a:pt x="654" y="128"/>
                  </a:lnTo>
                  <a:lnTo>
                    <a:pt x="693" y="141"/>
                  </a:lnTo>
                  <a:lnTo>
                    <a:pt x="730" y="155"/>
                  </a:lnTo>
                  <a:lnTo>
                    <a:pt x="764" y="171"/>
                  </a:lnTo>
                  <a:lnTo>
                    <a:pt x="806" y="89"/>
                  </a:lnTo>
                  <a:lnTo>
                    <a:pt x="768" y="70"/>
                  </a:lnTo>
                  <a:lnTo>
                    <a:pt x="725" y="54"/>
                  </a:lnTo>
                  <a:lnTo>
                    <a:pt x="680" y="39"/>
                  </a:lnTo>
                  <a:lnTo>
                    <a:pt x="633" y="26"/>
                  </a:lnTo>
                  <a:lnTo>
                    <a:pt x="585" y="16"/>
                  </a:lnTo>
                  <a:lnTo>
                    <a:pt x="536" y="8"/>
                  </a:lnTo>
                  <a:lnTo>
                    <a:pt x="484" y="3"/>
                  </a:lnTo>
                  <a:lnTo>
                    <a:pt x="433" y="0"/>
                  </a:lnTo>
                  <a:lnTo>
                    <a:pt x="380" y="1"/>
                  </a:lnTo>
                  <a:lnTo>
                    <a:pt x="328" y="3"/>
                  </a:lnTo>
                  <a:lnTo>
                    <a:pt x="276" y="10"/>
                  </a:lnTo>
                  <a:lnTo>
                    <a:pt x="223" y="19"/>
                  </a:lnTo>
                  <a:lnTo>
                    <a:pt x="172" y="30"/>
                  </a:lnTo>
                  <a:lnTo>
                    <a:pt x="121" y="46"/>
                  </a:lnTo>
                  <a:lnTo>
                    <a:pt x="72" y="67"/>
                  </a:lnTo>
                  <a:lnTo>
                    <a:pt x="24" y="89"/>
                  </a:lnTo>
                  <a:lnTo>
                    <a:pt x="25" y="89"/>
                  </a:lnTo>
                  <a:lnTo>
                    <a:pt x="24" y="89"/>
                  </a:lnTo>
                  <a:lnTo>
                    <a:pt x="8" y="102"/>
                  </a:lnTo>
                  <a:lnTo>
                    <a:pt x="0" y="118"/>
                  </a:lnTo>
                  <a:lnTo>
                    <a:pt x="0" y="136"/>
                  </a:lnTo>
                  <a:lnTo>
                    <a:pt x="6" y="152"/>
                  </a:lnTo>
                  <a:lnTo>
                    <a:pt x="17" y="165"/>
                  </a:lnTo>
                  <a:lnTo>
                    <a:pt x="31" y="175"/>
                  </a:lnTo>
                  <a:lnTo>
                    <a:pt x="48" y="177"/>
                  </a:lnTo>
                  <a:lnTo>
                    <a:pt x="68" y="171"/>
                  </a:lnTo>
                  <a:lnTo>
                    <a:pt x="67" y="1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5915" name="Freeform 41"/>
            <p:cNvSpPr>
              <a:spLocks/>
            </p:cNvSpPr>
            <p:nvPr/>
          </p:nvSpPr>
          <p:spPr bwMode="auto">
            <a:xfrm>
              <a:off x="931" y="1456"/>
              <a:ext cx="280" cy="158"/>
            </a:xfrm>
            <a:custGeom>
              <a:avLst/>
              <a:gdLst>
                <a:gd name="T0" fmla="*/ 1 w 1402"/>
                <a:gd name="T1" fmla="*/ 6 h 787"/>
                <a:gd name="T2" fmla="*/ 1 w 1402"/>
                <a:gd name="T3" fmla="*/ 6 h 787"/>
                <a:gd name="T4" fmla="*/ 11 w 1402"/>
                <a:gd name="T5" fmla="*/ 1 h 787"/>
                <a:gd name="T6" fmla="*/ 11 w 1402"/>
                <a:gd name="T7" fmla="*/ 0 h 787"/>
                <a:gd name="T8" fmla="*/ 0 w 1402"/>
                <a:gd name="T9" fmla="*/ 6 h 787"/>
                <a:gd name="T10" fmla="*/ 0 w 1402"/>
                <a:gd name="T11" fmla="*/ 6 h 787"/>
                <a:gd name="T12" fmla="*/ 0 w 1402"/>
                <a:gd name="T13" fmla="*/ 6 h 787"/>
                <a:gd name="T14" fmla="*/ 0 w 1402"/>
                <a:gd name="T15" fmla="*/ 6 h 787"/>
                <a:gd name="T16" fmla="*/ 0 w 1402"/>
                <a:gd name="T17" fmla="*/ 6 h 787"/>
                <a:gd name="T18" fmla="*/ 0 w 1402"/>
                <a:gd name="T19" fmla="*/ 6 h 787"/>
                <a:gd name="T20" fmla="*/ 0 w 1402"/>
                <a:gd name="T21" fmla="*/ 6 h 787"/>
                <a:gd name="T22" fmla="*/ 0 w 1402"/>
                <a:gd name="T23" fmla="*/ 6 h 787"/>
                <a:gd name="T24" fmla="*/ 0 w 1402"/>
                <a:gd name="T25" fmla="*/ 6 h 787"/>
                <a:gd name="T26" fmla="*/ 0 w 1402"/>
                <a:gd name="T27" fmla="*/ 6 h 787"/>
                <a:gd name="T28" fmla="*/ 1 w 1402"/>
                <a:gd name="T29" fmla="*/ 6 h 787"/>
                <a:gd name="T30" fmla="*/ 1 w 1402"/>
                <a:gd name="T31" fmla="*/ 6 h 78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02"/>
                <a:gd name="T49" fmla="*/ 0 h 787"/>
                <a:gd name="T50" fmla="*/ 1402 w 1402"/>
                <a:gd name="T51" fmla="*/ 787 h 78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02" h="787">
                  <a:moveTo>
                    <a:pt x="69" y="781"/>
                  </a:moveTo>
                  <a:lnTo>
                    <a:pt x="66" y="781"/>
                  </a:lnTo>
                  <a:lnTo>
                    <a:pt x="1402" y="82"/>
                  </a:lnTo>
                  <a:lnTo>
                    <a:pt x="1360" y="0"/>
                  </a:lnTo>
                  <a:lnTo>
                    <a:pt x="24" y="699"/>
                  </a:lnTo>
                  <a:lnTo>
                    <a:pt x="22" y="699"/>
                  </a:lnTo>
                  <a:lnTo>
                    <a:pt x="24" y="699"/>
                  </a:lnTo>
                  <a:lnTo>
                    <a:pt x="8" y="712"/>
                  </a:lnTo>
                  <a:lnTo>
                    <a:pt x="1" y="727"/>
                  </a:lnTo>
                  <a:lnTo>
                    <a:pt x="0" y="744"/>
                  </a:lnTo>
                  <a:lnTo>
                    <a:pt x="5" y="761"/>
                  </a:lnTo>
                  <a:lnTo>
                    <a:pt x="15" y="775"/>
                  </a:lnTo>
                  <a:lnTo>
                    <a:pt x="30" y="784"/>
                  </a:lnTo>
                  <a:lnTo>
                    <a:pt x="46" y="787"/>
                  </a:lnTo>
                  <a:lnTo>
                    <a:pt x="66" y="781"/>
                  </a:lnTo>
                  <a:lnTo>
                    <a:pt x="69" y="7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5916" name="Freeform 42"/>
            <p:cNvSpPr>
              <a:spLocks/>
            </p:cNvSpPr>
            <p:nvPr/>
          </p:nvSpPr>
          <p:spPr bwMode="auto">
            <a:xfrm>
              <a:off x="868" y="1596"/>
              <a:ext cx="77" cy="126"/>
            </a:xfrm>
            <a:custGeom>
              <a:avLst/>
              <a:gdLst>
                <a:gd name="T0" fmla="*/ 1 w 382"/>
                <a:gd name="T1" fmla="*/ 5 h 628"/>
                <a:gd name="T2" fmla="*/ 1 w 382"/>
                <a:gd name="T3" fmla="*/ 5 h 628"/>
                <a:gd name="T4" fmla="*/ 1 w 382"/>
                <a:gd name="T5" fmla="*/ 4 h 628"/>
                <a:gd name="T6" fmla="*/ 1 w 382"/>
                <a:gd name="T7" fmla="*/ 4 h 628"/>
                <a:gd name="T8" fmla="*/ 1 w 382"/>
                <a:gd name="T9" fmla="*/ 4 h 628"/>
                <a:gd name="T10" fmla="*/ 1 w 382"/>
                <a:gd name="T11" fmla="*/ 3 h 628"/>
                <a:gd name="T12" fmla="*/ 1 w 382"/>
                <a:gd name="T13" fmla="*/ 3 h 628"/>
                <a:gd name="T14" fmla="*/ 1 w 382"/>
                <a:gd name="T15" fmla="*/ 3 h 628"/>
                <a:gd name="T16" fmla="*/ 1 w 382"/>
                <a:gd name="T17" fmla="*/ 3 h 628"/>
                <a:gd name="T18" fmla="*/ 1 w 382"/>
                <a:gd name="T19" fmla="*/ 2 h 628"/>
                <a:gd name="T20" fmla="*/ 2 w 382"/>
                <a:gd name="T21" fmla="*/ 2 h 628"/>
                <a:gd name="T22" fmla="*/ 2 w 382"/>
                <a:gd name="T23" fmla="*/ 2 h 628"/>
                <a:gd name="T24" fmla="*/ 2 w 382"/>
                <a:gd name="T25" fmla="*/ 2 h 628"/>
                <a:gd name="T26" fmla="*/ 2 w 382"/>
                <a:gd name="T27" fmla="*/ 1 h 628"/>
                <a:gd name="T28" fmla="*/ 2 w 382"/>
                <a:gd name="T29" fmla="*/ 1 h 628"/>
                <a:gd name="T30" fmla="*/ 3 w 382"/>
                <a:gd name="T31" fmla="*/ 1 h 628"/>
                <a:gd name="T32" fmla="*/ 3 w 382"/>
                <a:gd name="T33" fmla="*/ 1 h 628"/>
                <a:gd name="T34" fmla="*/ 3 w 382"/>
                <a:gd name="T35" fmla="*/ 1 h 628"/>
                <a:gd name="T36" fmla="*/ 3 w 382"/>
                <a:gd name="T37" fmla="*/ 0 h 628"/>
                <a:gd name="T38" fmla="*/ 2 w 382"/>
                <a:gd name="T39" fmla="*/ 0 h 628"/>
                <a:gd name="T40" fmla="*/ 2 w 382"/>
                <a:gd name="T41" fmla="*/ 0 h 628"/>
                <a:gd name="T42" fmla="*/ 2 w 382"/>
                <a:gd name="T43" fmla="*/ 1 h 628"/>
                <a:gd name="T44" fmla="*/ 2 w 382"/>
                <a:gd name="T45" fmla="*/ 1 h 628"/>
                <a:gd name="T46" fmla="*/ 1 w 382"/>
                <a:gd name="T47" fmla="*/ 1 h 628"/>
                <a:gd name="T48" fmla="*/ 1 w 382"/>
                <a:gd name="T49" fmla="*/ 1 h 628"/>
                <a:gd name="T50" fmla="*/ 1 w 382"/>
                <a:gd name="T51" fmla="*/ 2 h 628"/>
                <a:gd name="T52" fmla="*/ 1 w 382"/>
                <a:gd name="T53" fmla="*/ 2 h 628"/>
                <a:gd name="T54" fmla="*/ 1 w 382"/>
                <a:gd name="T55" fmla="*/ 2 h 628"/>
                <a:gd name="T56" fmla="*/ 0 w 382"/>
                <a:gd name="T57" fmla="*/ 3 h 628"/>
                <a:gd name="T58" fmla="*/ 0 w 382"/>
                <a:gd name="T59" fmla="*/ 3 h 628"/>
                <a:gd name="T60" fmla="*/ 0 w 382"/>
                <a:gd name="T61" fmla="*/ 3 h 628"/>
                <a:gd name="T62" fmla="*/ 0 w 382"/>
                <a:gd name="T63" fmla="*/ 4 h 628"/>
                <a:gd name="T64" fmla="*/ 0 w 382"/>
                <a:gd name="T65" fmla="*/ 4 h 628"/>
                <a:gd name="T66" fmla="*/ 0 w 382"/>
                <a:gd name="T67" fmla="*/ 4 h 628"/>
                <a:gd name="T68" fmla="*/ 0 w 382"/>
                <a:gd name="T69" fmla="*/ 5 h 628"/>
                <a:gd name="T70" fmla="*/ 0 w 382"/>
                <a:gd name="T71" fmla="*/ 5 h 628"/>
                <a:gd name="T72" fmla="*/ 0 w 382"/>
                <a:gd name="T73" fmla="*/ 5 h 628"/>
                <a:gd name="T74" fmla="*/ 0 w 382"/>
                <a:gd name="T75" fmla="*/ 5 h 628"/>
                <a:gd name="T76" fmla="*/ 0 w 382"/>
                <a:gd name="T77" fmla="*/ 5 h 628"/>
                <a:gd name="T78" fmla="*/ 0 w 382"/>
                <a:gd name="T79" fmla="*/ 5 h 628"/>
                <a:gd name="T80" fmla="*/ 0 w 382"/>
                <a:gd name="T81" fmla="*/ 5 h 628"/>
                <a:gd name="T82" fmla="*/ 1 w 382"/>
                <a:gd name="T83" fmla="*/ 5 h 628"/>
                <a:gd name="T84" fmla="*/ 1 w 382"/>
                <a:gd name="T85" fmla="*/ 5 h 628"/>
                <a:gd name="T86" fmla="*/ 1 w 382"/>
                <a:gd name="T87" fmla="*/ 5 h 628"/>
                <a:gd name="T88" fmla="*/ 1 w 382"/>
                <a:gd name="T89" fmla="*/ 5 h 628"/>
                <a:gd name="T90" fmla="*/ 1 w 382"/>
                <a:gd name="T91" fmla="*/ 5 h 628"/>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382"/>
                <a:gd name="T139" fmla="*/ 0 h 628"/>
                <a:gd name="T140" fmla="*/ 382 w 382"/>
                <a:gd name="T141" fmla="*/ 628 h 628"/>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382" h="628">
                  <a:moveTo>
                    <a:pt x="94" y="581"/>
                  </a:moveTo>
                  <a:lnTo>
                    <a:pt x="94" y="582"/>
                  </a:lnTo>
                  <a:lnTo>
                    <a:pt x="96" y="541"/>
                  </a:lnTo>
                  <a:lnTo>
                    <a:pt x="99" y="500"/>
                  </a:lnTo>
                  <a:lnTo>
                    <a:pt x="106" y="463"/>
                  </a:lnTo>
                  <a:lnTo>
                    <a:pt x="115" y="424"/>
                  </a:lnTo>
                  <a:lnTo>
                    <a:pt x="127" y="389"/>
                  </a:lnTo>
                  <a:lnTo>
                    <a:pt x="140" y="353"/>
                  </a:lnTo>
                  <a:lnTo>
                    <a:pt x="156" y="320"/>
                  </a:lnTo>
                  <a:lnTo>
                    <a:pt x="173" y="287"/>
                  </a:lnTo>
                  <a:lnTo>
                    <a:pt x="193" y="255"/>
                  </a:lnTo>
                  <a:lnTo>
                    <a:pt x="214" y="226"/>
                  </a:lnTo>
                  <a:lnTo>
                    <a:pt x="238" y="198"/>
                  </a:lnTo>
                  <a:lnTo>
                    <a:pt x="263" y="172"/>
                  </a:lnTo>
                  <a:lnTo>
                    <a:pt x="290" y="146"/>
                  </a:lnTo>
                  <a:lnTo>
                    <a:pt x="318" y="122"/>
                  </a:lnTo>
                  <a:lnTo>
                    <a:pt x="349" y="101"/>
                  </a:lnTo>
                  <a:lnTo>
                    <a:pt x="382" y="82"/>
                  </a:lnTo>
                  <a:lnTo>
                    <a:pt x="335" y="0"/>
                  </a:lnTo>
                  <a:lnTo>
                    <a:pt x="297" y="23"/>
                  </a:lnTo>
                  <a:lnTo>
                    <a:pt x="262" y="49"/>
                  </a:lnTo>
                  <a:lnTo>
                    <a:pt x="229" y="76"/>
                  </a:lnTo>
                  <a:lnTo>
                    <a:pt x="198" y="104"/>
                  </a:lnTo>
                  <a:lnTo>
                    <a:pt x="167" y="137"/>
                  </a:lnTo>
                  <a:lnTo>
                    <a:pt x="142" y="170"/>
                  </a:lnTo>
                  <a:lnTo>
                    <a:pt x="116" y="204"/>
                  </a:lnTo>
                  <a:lnTo>
                    <a:pt x="94" y="240"/>
                  </a:lnTo>
                  <a:lnTo>
                    <a:pt x="74" y="278"/>
                  </a:lnTo>
                  <a:lnTo>
                    <a:pt x="54" y="317"/>
                  </a:lnTo>
                  <a:lnTo>
                    <a:pt x="38" y="359"/>
                  </a:lnTo>
                  <a:lnTo>
                    <a:pt x="26" y="401"/>
                  </a:lnTo>
                  <a:lnTo>
                    <a:pt x="15" y="444"/>
                  </a:lnTo>
                  <a:lnTo>
                    <a:pt x="8" y="489"/>
                  </a:lnTo>
                  <a:lnTo>
                    <a:pt x="2" y="534"/>
                  </a:lnTo>
                  <a:lnTo>
                    <a:pt x="0" y="580"/>
                  </a:lnTo>
                  <a:lnTo>
                    <a:pt x="0" y="581"/>
                  </a:lnTo>
                  <a:lnTo>
                    <a:pt x="0" y="580"/>
                  </a:lnTo>
                  <a:lnTo>
                    <a:pt x="3" y="600"/>
                  </a:lnTo>
                  <a:lnTo>
                    <a:pt x="14" y="615"/>
                  </a:lnTo>
                  <a:lnTo>
                    <a:pt x="29" y="625"/>
                  </a:lnTo>
                  <a:lnTo>
                    <a:pt x="45" y="628"/>
                  </a:lnTo>
                  <a:lnTo>
                    <a:pt x="63" y="626"/>
                  </a:lnTo>
                  <a:lnTo>
                    <a:pt x="78" y="616"/>
                  </a:lnTo>
                  <a:lnTo>
                    <a:pt x="89" y="602"/>
                  </a:lnTo>
                  <a:lnTo>
                    <a:pt x="94" y="582"/>
                  </a:lnTo>
                  <a:lnTo>
                    <a:pt x="94" y="5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5917" name="Freeform 43"/>
            <p:cNvSpPr>
              <a:spLocks/>
            </p:cNvSpPr>
            <p:nvPr/>
          </p:nvSpPr>
          <p:spPr bwMode="auto">
            <a:xfrm>
              <a:off x="868" y="1712"/>
              <a:ext cx="19" cy="364"/>
            </a:xfrm>
            <a:custGeom>
              <a:avLst/>
              <a:gdLst>
                <a:gd name="T0" fmla="*/ 1 w 94"/>
                <a:gd name="T1" fmla="*/ 14 h 1818"/>
                <a:gd name="T2" fmla="*/ 1 w 94"/>
                <a:gd name="T3" fmla="*/ 14 h 1818"/>
                <a:gd name="T4" fmla="*/ 1 w 94"/>
                <a:gd name="T5" fmla="*/ 0 h 1818"/>
                <a:gd name="T6" fmla="*/ 0 w 94"/>
                <a:gd name="T7" fmla="*/ 0 h 1818"/>
                <a:gd name="T8" fmla="*/ 0 w 94"/>
                <a:gd name="T9" fmla="*/ 14 h 1818"/>
                <a:gd name="T10" fmla="*/ 0 w 94"/>
                <a:gd name="T11" fmla="*/ 14 h 1818"/>
                <a:gd name="T12" fmla="*/ 0 w 94"/>
                <a:gd name="T13" fmla="*/ 14 h 1818"/>
                <a:gd name="T14" fmla="*/ 0 w 94"/>
                <a:gd name="T15" fmla="*/ 14 h 1818"/>
                <a:gd name="T16" fmla="*/ 0 w 94"/>
                <a:gd name="T17" fmla="*/ 14 h 1818"/>
                <a:gd name="T18" fmla="*/ 0 w 94"/>
                <a:gd name="T19" fmla="*/ 15 h 1818"/>
                <a:gd name="T20" fmla="*/ 0 w 94"/>
                <a:gd name="T21" fmla="*/ 15 h 1818"/>
                <a:gd name="T22" fmla="*/ 1 w 94"/>
                <a:gd name="T23" fmla="*/ 15 h 1818"/>
                <a:gd name="T24" fmla="*/ 1 w 94"/>
                <a:gd name="T25" fmla="*/ 14 h 1818"/>
                <a:gd name="T26" fmla="*/ 1 w 94"/>
                <a:gd name="T27" fmla="*/ 14 h 1818"/>
                <a:gd name="T28" fmla="*/ 1 w 94"/>
                <a:gd name="T29" fmla="*/ 14 h 1818"/>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94"/>
                <a:gd name="T46" fmla="*/ 0 h 1818"/>
                <a:gd name="T47" fmla="*/ 94 w 94"/>
                <a:gd name="T48" fmla="*/ 1818 h 1818"/>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94" h="1818">
                  <a:moveTo>
                    <a:pt x="94" y="1771"/>
                  </a:moveTo>
                  <a:lnTo>
                    <a:pt x="94" y="1771"/>
                  </a:lnTo>
                  <a:lnTo>
                    <a:pt x="94" y="0"/>
                  </a:lnTo>
                  <a:lnTo>
                    <a:pt x="0" y="0"/>
                  </a:lnTo>
                  <a:lnTo>
                    <a:pt x="0" y="1771"/>
                  </a:lnTo>
                  <a:lnTo>
                    <a:pt x="3" y="1791"/>
                  </a:lnTo>
                  <a:lnTo>
                    <a:pt x="15" y="1806"/>
                  </a:lnTo>
                  <a:lnTo>
                    <a:pt x="29" y="1814"/>
                  </a:lnTo>
                  <a:lnTo>
                    <a:pt x="47" y="1818"/>
                  </a:lnTo>
                  <a:lnTo>
                    <a:pt x="64" y="1814"/>
                  </a:lnTo>
                  <a:lnTo>
                    <a:pt x="79" y="1806"/>
                  </a:lnTo>
                  <a:lnTo>
                    <a:pt x="90" y="1791"/>
                  </a:lnTo>
                  <a:lnTo>
                    <a:pt x="94" y="17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5918" name="Freeform 44"/>
            <p:cNvSpPr>
              <a:spLocks/>
            </p:cNvSpPr>
            <p:nvPr/>
          </p:nvSpPr>
          <p:spPr bwMode="auto">
            <a:xfrm>
              <a:off x="868" y="2067"/>
              <a:ext cx="90" cy="160"/>
            </a:xfrm>
            <a:custGeom>
              <a:avLst/>
              <a:gdLst>
                <a:gd name="T0" fmla="*/ 3 w 449"/>
                <a:gd name="T1" fmla="*/ 6 h 803"/>
                <a:gd name="T2" fmla="*/ 3 w 449"/>
                <a:gd name="T3" fmla="*/ 6 h 803"/>
                <a:gd name="T4" fmla="*/ 3 w 449"/>
                <a:gd name="T5" fmla="*/ 5 h 803"/>
                <a:gd name="T6" fmla="*/ 3 w 449"/>
                <a:gd name="T7" fmla="*/ 5 h 803"/>
                <a:gd name="T8" fmla="*/ 3 w 449"/>
                <a:gd name="T9" fmla="*/ 5 h 803"/>
                <a:gd name="T10" fmla="*/ 2 w 449"/>
                <a:gd name="T11" fmla="*/ 5 h 803"/>
                <a:gd name="T12" fmla="*/ 2 w 449"/>
                <a:gd name="T13" fmla="*/ 4 h 803"/>
                <a:gd name="T14" fmla="*/ 2 w 449"/>
                <a:gd name="T15" fmla="*/ 4 h 803"/>
                <a:gd name="T16" fmla="*/ 2 w 449"/>
                <a:gd name="T17" fmla="*/ 4 h 803"/>
                <a:gd name="T18" fmla="*/ 2 w 449"/>
                <a:gd name="T19" fmla="*/ 3 h 803"/>
                <a:gd name="T20" fmla="*/ 1 w 449"/>
                <a:gd name="T21" fmla="*/ 3 h 803"/>
                <a:gd name="T22" fmla="*/ 1 w 449"/>
                <a:gd name="T23" fmla="*/ 2 h 803"/>
                <a:gd name="T24" fmla="*/ 1 w 449"/>
                <a:gd name="T25" fmla="*/ 2 h 803"/>
                <a:gd name="T26" fmla="*/ 1 w 449"/>
                <a:gd name="T27" fmla="*/ 2 h 803"/>
                <a:gd name="T28" fmla="*/ 1 w 449"/>
                <a:gd name="T29" fmla="*/ 1 h 803"/>
                <a:gd name="T30" fmla="*/ 1 w 449"/>
                <a:gd name="T31" fmla="*/ 1 h 803"/>
                <a:gd name="T32" fmla="*/ 1 w 449"/>
                <a:gd name="T33" fmla="*/ 0 h 803"/>
                <a:gd name="T34" fmla="*/ 1 w 449"/>
                <a:gd name="T35" fmla="*/ 0 h 803"/>
                <a:gd name="T36" fmla="*/ 0 w 449"/>
                <a:gd name="T37" fmla="*/ 0 h 803"/>
                <a:gd name="T38" fmla="*/ 0 w 449"/>
                <a:gd name="T39" fmla="*/ 0 h 803"/>
                <a:gd name="T40" fmla="*/ 0 w 449"/>
                <a:gd name="T41" fmla="*/ 1 h 803"/>
                <a:gd name="T42" fmla="*/ 0 w 449"/>
                <a:gd name="T43" fmla="*/ 1 h 803"/>
                <a:gd name="T44" fmla="*/ 0 w 449"/>
                <a:gd name="T45" fmla="*/ 2 h 803"/>
                <a:gd name="T46" fmla="*/ 0 w 449"/>
                <a:gd name="T47" fmla="*/ 2 h 803"/>
                <a:gd name="T48" fmla="*/ 0 w 449"/>
                <a:gd name="T49" fmla="*/ 3 h 803"/>
                <a:gd name="T50" fmla="*/ 1 w 449"/>
                <a:gd name="T51" fmla="*/ 3 h 803"/>
                <a:gd name="T52" fmla="*/ 1 w 449"/>
                <a:gd name="T53" fmla="*/ 4 h 803"/>
                <a:gd name="T54" fmla="*/ 1 w 449"/>
                <a:gd name="T55" fmla="*/ 4 h 803"/>
                <a:gd name="T56" fmla="*/ 1 w 449"/>
                <a:gd name="T57" fmla="*/ 4 h 803"/>
                <a:gd name="T58" fmla="*/ 2 w 449"/>
                <a:gd name="T59" fmla="*/ 5 h 803"/>
                <a:gd name="T60" fmla="*/ 2 w 449"/>
                <a:gd name="T61" fmla="*/ 5 h 803"/>
                <a:gd name="T62" fmla="*/ 2 w 449"/>
                <a:gd name="T63" fmla="*/ 5 h 803"/>
                <a:gd name="T64" fmla="*/ 2 w 449"/>
                <a:gd name="T65" fmla="*/ 6 h 803"/>
                <a:gd name="T66" fmla="*/ 3 w 449"/>
                <a:gd name="T67" fmla="*/ 6 h 803"/>
                <a:gd name="T68" fmla="*/ 3 w 449"/>
                <a:gd name="T69" fmla="*/ 6 h 803"/>
                <a:gd name="T70" fmla="*/ 3 w 449"/>
                <a:gd name="T71" fmla="*/ 6 h 803"/>
                <a:gd name="T72" fmla="*/ 3 w 449"/>
                <a:gd name="T73" fmla="*/ 6 h 803"/>
                <a:gd name="T74" fmla="*/ 3 w 449"/>
                <a:gd name="T75" fmla="*/ 6 h 803"/>
                <a:gd name="T76" fmla="*/ 3 w 449"/>
                <a:gd name="T77" fmla="*/ 6 h 803"/>
                <a:gd name="T78" fmla="*/ 3 w 449"/>
                <a:gd name="T79" fmla="*/ 6 h 803"/>
                <a:gd name="T80" fmla="*/ 4 w 449"/>
                <a:gd name="T81" fmla="*/ 6 h 803"/>
                <a:gd name="T82" fmla="*/ 4 w 449"/>
                <a:gd name="T83" fmla="*/ 6 h 803"/>
                <a:gd name="T84" fmla="*/ 4 w 449"/>
                <a:gd name="T85" fmla="*/ 6 h 803"/>
                <a:gd name="T86" fmla="*/ 4 w 449"/>
                <a:gd name="T87" fmla="*/ 6 h 803"/>
                <a:gd name="T88" fmla="*/ 3 w 449"/>
                <a:gd name="T89" fmla="*/ 6 h 803"/>
                <a:gd name="T90" fmla="*/ 3 w 449"/>
                <a:gd name="T91" fmla="*/ 6 h 80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449"/>
                <a:gd name="T139" fmla="*/ 0 h 803"/>
                <a:gd name="T140" fmla="*/ 449 w 449"/>
                <a:gd name="T141" fmla="*/ 803 h 80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449" h="803">
                  <a:moveTo>
                    <a:pt x="426" y="717"/>
                  </a:moveTo>
                  <a:lnTo>
                    <a:pt x="427" y="717"/>
                  </a:lnTo>
                  <a:lnTo>
                    <a:pt x="395" y="693"/>
                  </a:lnTo>
                  <a:lnTo>
                    <a:pt x="361" y="662"/>
                  </a:lnTo>
                  <a:lnTo>
                    <a:pt x="329" y="628"/>
                  </a:lnTo>
                  <a:lnTo>
                    <a:pt x="299" y="591"/>
                  </a:lnTo>
                  <a:lnTo>
                    <a:pt x="269" y="551"/>
                  </a:lnTo>
                  <a:lnTo>
                    <a:pt x="241" y="507"/>
                  </a:lnTo>
                  <a:lnTo>
                    <a:pt x="215" y="460"/>
                  </a:lnTo>
                  <a:lnTo>
                    <a:pt x="191" y="412"/>
                  </a:lnTo>
                  <a:lnTo>
                    <a:pt x="170" y="363"/>
                  </a:lnTo>
                  <a:lnTo>
                    <a:pt x="151" y="312"/>
                  </a:lnTo>
                  <a:lnTo>
                    <a:pt x="133" y="259"/>
                  </a:lnTo>
                  <a:lnTo>
                    <a:pt x="119" y="207"/>
                  </a:lnTo>
                  <a:lnTo>
                    <a:pt x="108" y="156"/>
                  </a:lnTo>
                  <a:lnTo>
                    <a:pt x="101" y="103"/>
                  </a:lnTo>
                  <a:lnTo>
                    <a:pt x="96" y="51"/>
                  </a:lnTo>
                  <a:lnTo>
                    <a:pt x="94" y="0"/>
                  </a:lnTo>
                  <a:lnTo>
                    <a:pt x="0" y="0"/>
                  </a:lnTo>
                  <a:lnTo>
                    <a:pt x="2" y="56"/>
                  </a:lnTo>
                  <a:lnTo>
                    <a:pt x="7" y="115"/>
                  </a:lnTo>
                  <a:lnTo>
                    <a:pt x="16" y="172"/>
                  </a:lnTo>
                  <a:lnTo>
                    <a:pt x="28" y="231"/>
                  </a:lnTo>
                  <a:lnTo>
                    <a:pt x="44" y="287"/>
                  </a:lnTo>
                  <a:lnTo>
                    <a:pt x="62" y="342"/>
                  </a:lnTo>
                  <a:lnTo>
                    <a:pt x="83" y="398"/>
                  </a:lnTo>
                  <a:lnTo>
                    <a:pt x="106" y="452"/>
                  </a:lnTo>
                  <a:lnTo>
                    <a:pt x="133" y="505"/>
                  </a:lnTo>
                  <a:lnTo>
                    <a:pt x="161" y="554"/>
                  </a:lnTo>
                  <a:lnTo>
                    <a:pt x="192" y="602"/>
                  </a:lnTo>
                  <a:lnTo>
                    <a:pt x="224" y="647"/>
                  </a:lnTo>
                  <a:lnTo>
                    <a:pt x="259" y="689"/>
                  </a:lnTo>
                  <a:lnTo>
                    <a:pt x="295" y="728"/>
                  </a:lnTo>
                  <a:lnTo>
                    <a:pt x="334" y="763"/>
                  </a:lnTo>
                  <a:lnTo>
                    <a:pt x="374" y="795"/>
                  </a:lnTo>
                  <a:lnTo>
                    <a:pt x="375" y="795"/>
                  </a:lnTo>
                  <a:lnTo>
                    <a:pt x="374" y="795"/>
                  </a:lnTo>
                  <a:lnTo>
                    <a:pt x="392" y="803"/>
                  </a:lnTo>
                  <a:lnTo>
                    <a:pt x="411" y="803"/>
                  </a:lnTo>
                  <a:lnTo>
                    <a:pt x="426" y="795"/>
                  </a:lnTo>
                  <a:lnTo>
                    <a:pt x="439" y="782"/>
                  </a:lnTo>
                  <a:lnTo>
                    <a:pt x="446" y="766"/>
                  </a:lnTo>
                  <a:lnTo>
                    <a:pt x="449" y="749"/>
                  </a:lnTo>
                  <a:lnTo>
                    <a:pt x="441" y="732"/>
                  </a:lnTo>
                  <a:lnTo>
                    <a:pt x="427" y="717"/>
                  </a:lnTo>
                  <a:lnTo>
                    <a:pt x="426" y="71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5919" name="Freeform 45"/>
            <p:cNvSpPr>
              <a:spLocks/>
            </p:cNvSpPr>
            <p:nvPr/>
          </p:nvSpPr>
          <p:spPr bwMode="auto">
            <a:xfrm>
              <a:off x="883" y="1673"/>
              <a:ext cx="379" cy="690"/>
            </a:xfrm>
            <a:custGeom>
              <a:avLst/>
              <a:gdLst>
                <a:gd name="T0" fmla="*/ 12 w 1897"/>
                <a:gd name="T1" fmla="*/ 6 h 3450"/>
                <a:gd name="T2" fmla="*/ 13 w 1897"/>
                <a:gd name="T3" fmla="*/ 7 h 3450"/>
                <a:gd name="T4" fmla="*/ 13 w 1897"/>
                <a:gd name="T5" fmla="*/ 7 h 3450"/>
                <a:gd name="T6" fmla="*/ 14 w 1897"/>
                <a:gd name="T7" fmla="*/ 8 h 3450"/>
                <a:gd name="T8" fmla="*/ 14 w 1897"/>
                <a:gd name="T9" fmla="*/ 9 h 3450"/>
                <a:gd name="T10" fmla="*/ 15 w 1897"/>
                <a:gd name="T11" fmla="*/ 10 h 3450"/>
                <a:gd name="T12" fmla="*/ 15 w 1897"/>
                <a:gd name="T13" fmla="*/ 11 h 3450"/>
                <a:gd name="T14" fmla="*/ 15 w 1897"/>
                <a:gd name="T15" fmla="*/ 11 h 3450"/>
                <a:gd name="T16" fmla="*/ 15 w 1897"/>
                <a:gd name="T17" fmla="*/ 12 h 3450"/>
                <a:gd name="T18" fmla="*/ 15 w 1897"/>
                <a:gd name="T19" fmla="*/ 26 h 3450"/>
                <a:gd name="T20" fmla="*/ 15 w 1897"/>
                <a:gd name="T21" fmla="*/ 26 h 3450"/>
                <a:gd name="T22" fmla="*/ 15 w 1897"/>
                <a:gd name="T23" fmla="*/ 27 h 3450"/>
                <a:gd name="T24" fmla="*/ 15 w 1897"/>
                <a:gd name="T25" fmla="*/ 27 h 3450"/>
                <a:gd name="T26" fmla="*/ 14 w 1897"/>
                <a:gd name="T27" fmla="*/ 27 h 3450"/>
                <a:gd name="T28" fmla="*/ 14 w 1897"/>
                <a:gd name="T29" fmla="*/ 28 h 3450"/>
                <a:gd name="T30" fmla="*/ 13 w 1897"/>
                <a:gd name="T31" fmla="*/ 28 h 3450"/>
                <a:gd name="T32" fmla="*/ 13 w 1897"/>
                <a:gd name="T33" fmla="*/ 27 h 3450"/>
                <a:gd name="T34" fmla="*/ 3 w 1897"/>
                <a:gd name="T35" fmla="*/ 21 h 3450"/>
                <a:gd name="T36" fmla="*/ 2 w 1897"/>
                <a:gd name="T37" fmla="*/ 21 h 3450"/>
                <a:gd name="T38" fmla="*/ 2 w 1897"/>
                <a:gd name="T39" fmla="*/ 20 h 3450"/>
                <a:gd name="T40" fmla="*/ 1 w 1897"/>
                <a:gd name="T41" fmla="*/ 19 h 3450"/>
                <a:gd name="T42" fmla="*/ 1 w 1897"/>
                <a:gd name="T43" fmla="*/ 19 h 3450"/>
                <a:gd name="T44" fmla="*/ 0 w 1897"/>
                <a:gd name="T45" fmla="*/ 18 h 3450"/>
                <a:gd name="T46" fmla="*/ 0 w 1897"/>
                <a:gd name="T47" fmla="*/ 17 h 3450"/>
                <a:gd name="T48" fmla="*/ 0 w 1897"/>
                <a:gd name="T49" fmla="*/ 16 h 3450"/>
                <a:gd name="T50" fmla="*/ 0 w 1897"/>
                <a:gd name="T51" fmla="*/ 15 h 3450"/>
                <a:gd name="T52" fmla="*/ 0 w 1897"/>
                <a:gd name="T53" fmla="*/ 2 h 3450"/>
                <a:gd name="T54" fmla="*/ 0 w 1897"/>
                <a:gd name="T55" fmla="*/ 1 h 3450"/>
                <a:gd name="T56" fmla="*/ 0 w 1897"/>
                <a:gd name="T57" fmla="*/ 1 h 3450"/>
                <a:gd name="T58" fmla="*/ 1 w 1897"/>
                <a:gd name="T59" fmla="*/ 0 h 3450"/>
                <a:gd name="T60" fmla="*/ 1 w 1897"/>
                <a:gd name="T61" fmla="*/ 0 h 3450"/>
                <a:gd name="T62" fmla="*/ 1 w 1897"/>
                <a:gd name="T63" fmla="*/ 0 h 3450"/>
                <a:gd name="T64" fmla="*/ 2 w 1897"/>
                <a:gd name="T65" fmla="*/ 0 h 3450"/>
                <a:gd name="T66" fmla="*/ 3 w 1897"/>
                <a:gd name="T67" fmla="*/ 0 h 3450"/>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897"/>
                <a:gd name="T103" fmla="*/ 0 h 3450"/>
                <a:gd name="T104" fmla="*/ 1897 w 1897"/>
                <a:gd name="T105" fmla="*/ 3450 h 3450"/>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897" h="3450">
                  <a:moveTo>
                    <a:pt x="357" y="49"/>
                  </a:moveTo>
                  <a:lnTo>
                    <a:pt x="1542" y="806"/>
                  </a:lnTo>
                  <a:lnTo>
                    <a:pt x="1579" y="832"/>
                  </a:lnTo>
                  <a:lnTo>
                    <a:pt x="1614" y="861"/>
                  </a:lnTo>
                  <a:lnTo>
                    <a:pt x="1648" y="895"/>
                  </a:lnTo>
                  <a:lnTo>
                    <a:pt x="1681" y="933"/>
                  </a:lnTo>
                  <a:lnTo>
                    <a:pt x="1711" y="973"/>
                  </a:lnTo>
                  <a:lnTo>
                    <a:pt x="1740" y="1016"/>
                  </a:lnTo>
                  <a:lnTo>
                    <a:pt x="1768" y="1062"/>
                  </a:lnTo>
                  <a:lnTo>
                    <a:pt x="1793" y="1109"/>
                  </a:lnTo>
                  <a:lnTo>
                    <a:pt x="1816" y="1158"/>
                  </a:lnTo>
                  <a:lnTo>
                    <a:pt x="1836" y="1208"/>
                  </a:lnTo>
                  <a:lnTo>
                    <a:pt x="1854" y="1260"/>
                  </a:lnTo>
                  <a:lnTo>
                    <a:pt x="1869" y="1313"/>
                  </a:lnTo>
                  <a:lnTo>
                    <a:pt x="1881" y="1364"/>
                  </a:lnTo>
                  <a:lnTo>
                    <a:pt x="1890" y="1417"/>
                  </a:lnTo>
                  <a:lnTo>
                    <a:pt x="1895" y="1469"/>
                  </a:lnTo>
                  <a:lnTo>
                    <a:pt x="1897" y="1519"/>
                  </a:lnTo>
                  <a:lnTo>
                    <a:pt x="1897" y="3142"/>
                  </a:lnTo>
                  <a:lnTo>
                    <a:pt x="1895" y="3190"/>
                  </a:lnTo>
                  <a:lnTo>
                    <a:pt x="1890" y="3235"/>
                  </a:lnTo>
                  <a:lnTo>
                    <a:pt x="1881" y="3276"/>
                  </a:lnTo>
                  <a:lnTo>
                    <a:pt x="1869" y="3313"/>
                  </a:lnTo>
                  <a:lnTo>
                    <a:pt x="1854" y="3346"/>
                  </a:lnTo>
                  <a:lnTo>
                    <a:pt x="1836" y="3375"/>
                  </a:lnTo>
                  <a:lnTo>
                    <a:pt x="1816" y="3398"/>
                  </a:lnTo>
                  <a:lnTo>
                    <a:pt x="1793" y="3418"/>
                  </a:lnTo>
                  <a:lnTo>
                    <a:pt x="1768" y="3434"/>
                  </a:lnTo>
                  <a:lnTo>
                    <a:pt x="1740" y="3444"/>
                  </a:lnTo>
                  <a:lnTo>
                    <a:pt x="1711" y="3450"/>
                  </a:lnTo>
                  <a:lnTo>
                    <a:pt x="1681" y="3450"/>
                  </a:lnTo>
                  <a:lnTo>
                    <a:pt x="1648" y="3445"/>
                  </a:lnTo>
                  <a:lnTo>
                    <a:pt x="1614" y="3436"/>
                  </a:lnTo>
                  <a:lnTo>
                    <a:pt x="1579" y="3421"/>
                  </a:lnTo>
                  <a:lnTo>
                    <a:pt x="1542" y="3400"/>
                  </a:lnTo>
                  <a:lnTo>
                    <a:pt x="357" y="2643"/>
                  </a:lnTo>
                  <a:lnTo>
                    <a:pt x="320" y="2618"/>
                  </a:lnTo>
                  <a:lnTo>
                    <a:pt x="285" y="2588"/>
                  </a:lnTo>
                  <a:lnTo>
                    <a:pt x="251" y="2554"/>
                  </a:lnTo>
                  <a:lnTo>
                    <a:pt x="218" y="2517"/>
                  </a:lnTo>
                  <a:lnTo>
                    <a:pt x="187" y="2477"/>
                  </a:lnTo>
                  <a:lnTo>
                    <a:pt x="157" y="2433"/>
                  </a:lnTo>
                  <a:lnTo>
                    <a:pt x="130" y="2388"/>
                  </a:lnTo>
                  <a:lnTo>
                    <a:pt x="105" y="2341"/>
                  </a:lnTo>
                  <a:lnTo>
                    <a:pt x="81" y="2292"/>
                  </a:lnTo>
                  <a:lnTo>
                    <a:pt x="61" y="2241"/>
                  </a:lnTo>
                  <a:lnTo>
                    <a:pt x="44" y="2190"/>
                  </a:lnTo>
                  <a:lnTo>
                    <a:pt x="29" y="2138"/>
                  </a:lnTo>
                  <a:lnTo>
                    <a:pt x="17" y="2085"/>
                  </a:lnTo>
                  <a:lnTo>
                    <a:pt x="7" y="2033"/>
                  </a:lnTo>
                  <a:lnTo>
                    <a:pt x="3" y="1981"/>
                  </a:lnTo>
                  <a:lnTo>
                    <a:pt x="0" y="1931"/>
                  </a:lnTo>
                  <a:lnTo>
                    <a:pt x="0" y="308"/>
                  </a:lnTo>
                  <a:lnTo>
                    <a:pt x="3" y="260"/>
                  </a:lnTo>
                  <a:lnTo>
                    <a:pt x="7" y="215"/>
                  </a:lnTo>
                  <a:lnTo>
                    <a:pt x="17" y="174"/>
                  </a:lnTo>
                  <a:lnTo>
                    <a:pt x="29" y="137"/>
                  </a:lnTo>
                  <a:lnTo>
                    <a:pt x="44" y="104"/>
                  </a:lnTo>
                  <a:lnTo>
                    <a:pt x="61" y="76"/>
                  </a:lnTo>
                  <a:lnTo>
                    <a:pt x="81" y="51"/>
                  </a:lnTo>
                  <a:lnTo>
                    <a:pt x="105" y="31"/>
                  </a:lnTo>
                  <a:lnTo>
                    <a:pt x="130" y="16"/>
                  </a:lnTo>
                  <a:lnTo>
                    <a:pt x="157" y="5"/>
                  </a:lnTo>
                  <a:lnTo>
                    <a:pt x="187" y="0"/>
                  </a:lnTo>
                  <a:lnTo>
                    <a:pt x="218" y="0"/>
                  </a:lnTo>
                  <a:lnTo>
                    <a:pt x="251" y="3"/>
                  </a:lnTo>
                  <a:lnTo>
                    <a:pt x="285" y="14"/>
                  </a:lnTo>
                  <a:lnTo>
                    <a:pt x="320" y="29"/>
                  </a:lnTo>
                  <a:lnTo>
                    <a:pt x="357" y="49"/>
                  </a:lnTo>
                  <a:close/>
                </a:path>
              </a:pathLst>
            </a:custGeom>
            <a:solidFill>
              <a:srgbClr val="BFBFB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5920" name="Freeform 46"/>
            <p:cNvSpPr>
              <a:spLocks/>
            </p:cNvSpPr>
            <p:nvPr/>
          </p:nvSpPr>
          <p:spPr bwMode="auto">
            <a:xfrm>
              <a:off x="1268" y="1663"/>
              <a:ext cx="393" cy="711"/>
            </a:xfrm>
            <a:custGeom>
              <a:avLst/>
              <a:gdLst>
                <a:gd name="T0" fmla="*/ 3 w 1962"/>
                <a:gd name="T1" fmla="*/ 7 h 3555"/>
                <a:gd name="T2" fmla="*/ 2 w 1962"/>
                <a:gd name="T3" fmla="*/ 7 h 3555"/>
                <a:gd name="T4" fmla="*/ 2 w 1962"/>
                <a:gd name="T5" fmla="*/ 8 h 3555"/>
                <a:gd name="T6" fmla="*/ 1 w 1962"/>
                <a:gd name="T7" fmla="*/ 8 h 3555"/>
                <a:gd name="T8" fmla="*/ 1 w 1962"/>
                <a:gd name="T9" fmla="*/ 9 h 3555"/>
                <a:gd name="T10" fmla="*/ 1 w 1962"/>
                <a:gd name="T11" fmla="*/ 10 h 3555"/>
                <a:gd name="T12" fmla="*/ 0 w 1962"/>
                <a:gd name="T13" fmla="*/ 11 h 3555"/>
                <a:gd name="T14" fmla="*/ 0 w 1962"/>
                <a:gd name="T15" fmla="*/ 12 h 3555"/>
                <a:gd name="T16" fmla="*/ 0 w 1962"/>
                <a:gd name="T17" fmla="*/ 13 h 3555"/>
                <a:gd name="T18" fmla="*/ 0 w 1962"/>
                <a:gd name="T19" fmla="*/ 26 h 3555"/>
                <a:gd name="T20" fmla="*/ 0 w 1962"/>
                <a:gd name="T21" fmla="*/ 27 h 3555"/>
                <a:gd name="T22" fmla="*/ 0 w 1962"/>
                <a:gd name="T23" fmla="*/ 28 h 3555"/>
                <a:gd name="T24" fmla="*/ 1 w 1962"/>
                <a:gd name="T25" fmla="*/ 28 h 3555"/>
                <a:gd name="T26" fmla="*/ 1 w 1962"/>
                <a:gd name="T27" fmla="*/ 28 h 3555"/>
                <a:gd name="T28" fmla="*/ 2 w 1962"/>
                <a:gd name="T29" fmla="*/ 28 h 3555"/>
                <a:gd name="T30" fmla="*/ 2 w 1962"/>
                <a:gd name="T31" fmla="*/ 28 h 3555"/>
                <a:gd name="T32" fmla="*/ 3 w 1962"/>
                <a:gd name="T33" fmla="*/ 28 h 3555"/>
                <a:gd name="T34" fmla="*/ 13 w 1962"/>
                <a:gd name="T35" fmla="*/ 22 h 3555"/>
                <a:gd name="T36" fmla="*/ 13 w 1962"/>
                <a:gd name="T37" fmla="*/ 21 h 3555"/>
                <a:gd name="T38" fmla="*/ 14 w 1962"/>
                <a:gd name="T39" fmla="*/ 21 h 3555"/>
                <a:gd name="T40" fmla="*/ 14 w 1962"/>
                <a:gd name="T41" fmla="*/ 20 h 3555"/>
                <a:gd name="T42" fmla="*/ 15 w 1962"/>
                <a:gd name="T43" fmla="*/ 19 h 3555"/>
                <a:gd name="T44" fmla="*/ 15 w 1962"/>
                <a:gd name="T45" fmla="*/ 18 h 3555"/>
                <a:gd name="T46" fmla="*/ 16 w 1962"/>
                <a:gd name="T47" fmla="*/ 18 h 3555"/>
                <a:gd name="T48" fmla="*/ 16 w 1962"/>
                <a:gd name="T49" fmla="*/ 17 h 3555"/>
                <a:gd name="T50" fmla="*/ 16 w 1962"/>
                <a:gd name="T51" fmla="*/ 16 h 3555"/>
                <a:gd name="T52" fmla="*/ 16 w 1962"/>
                <a:gd name="T53" fmla="*/ 2 h 3555"/>
                <a:gd name="T54" fmla="*/ 16 w 1962"/>
                <a:gd name="T55" fmla="*/ 1 h 3555"/>
                <a:gd name="T56" fmla="*/ 15 w 1962"/>
                <a:gd name="T57" fmla="*/ 1 h 3555"/>
                <a:gd name="T58" fmla="*/ 15 w 1962"/>
                <a:gd name="T59" fmla="*/ 0 h 3555"/>
                <a:gd name="T60" fmla="*/ 15 w 1962"/>
                <a:gd name="T61" fmla="*/ 0 h 3555"/>
                <a:gd name="T62" fmla="*/ 14 w 1962"/>
                <a:gd name="T63" fmla="*/ 0 h 3555"/>
                <a:gd name="T64" fmla="*/ 14 w 1962"/>
                <a:gd name="T65" fmla="*/ 0 h 3555"/>
                <a:gd name="T66" fmla="*/ 13 w 1962"/>
                <a:gd name="T67" fmla="*/ 0 h 3555"/>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962"/>
                <a:gd name="T103" fmla="*/ 0 h 3555"/>
                <a:gd name="T104" fmla="*/ 1962 w 1962"/>
                <a:gd name="T105" fmla="*/ 3555 h 3555"/>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962" h="3555">
                  <a:moveTo>
                    <a:pt x="1594" y="50"/>
                  </a:moveTo>
                  <a:lnTo>
                    <a:pt x="368" y="831"/>
                  </a:lnTo>
                  <a:lnTo>
                    <a:pt x="330" y="858"/>
                  </a:lnTo>
                  <a:lnTo>
                    <a:pt x="294" y="888"/>
                  </a:lnTo>
                  <a:lnTo>
                    <a:pt x="259" y="922"/>
                  </a:lnTo>
                  <a:lnTo>
                    <a:pt x="225" y="961"/>
                  </a:lnTo>
                  <a:lnTo>
                    <a:pt x="193" y="1003"/>
                  </a:lnTo>
                  <a:lnTo>
                    <a:pt x="163" y="1047"/>
                  </a:lnTo>
                  <a:lnTo>
                    <a:pt x="133" y="1094"/>
                  </a:lnTo>
                  <a:lnTo>
                    <a:pt x="108" y="1143"/>
                  </a:lnTo>
                  <a:lnTo>
                    <a:pt x="84" y="1193"/>
                  </a:lnTo>
                  <a:lnTo>
                    <a:pt x="63" y="1246"/>
                  </a:lnTo>
                  <a:lnTo>
                    <a:pt x="44" y="1299"/>
                  </a:lnTo>
                  <a:lnTo>
                    <a:pt x="29" y="1353"/>
                  </a:lnTo>
                  <a:lnTo>
                    <a:pt x="16" y="1405"/>
                  </a:lnTo>
                  <a:lnTo>
                    <a:pt x="7" y="1459"/>
                  </a:lnTo>
                  <a:lnTo>
                    <a:pt x="2" y="1512"/>
                  </a:lnTo>
                  <a:lnTo>
                    <a:pt x="0" y="1565"/>
                  </a:lnTo>
                  <a:lnTo>
                    <a:pt x="0" y="3237"/>
                  </a:lnTo>
                  <a:lnTo>
                    <a:pt x="2" y="3287"/>
                  </a:lnTo>
                  <a:lnTo>
                    <a:pt x="7" y="3333"/>
                  </a:lnTo>
                  <a:lnTo>
                    <a:pt x="16" y="3375"/>
                  </a:lnTo>
                  <a:lnTo>
                    <a:pt x="29" y="3413"/>
                  </a:lnTo>
                  <a:lnTo>
                    <a:pt x="44" y="3447"/>
                  </a:lnTo>
                  <a:lnTo>
                    <a:pt x="63" y="3477"/>
                  </a:lnTo>
                  <a:lnTo>
                    <a:pt x="84" y="3502"/>
                  </a:lnTo>
                  <a:lnTo>
                    <a:pt x="108" y="3522"/>
                  </a:lnTo>
                  <a:lnTo>
                    <a:pt x="133" y="3538"/>
                  </a:lnTo>
                  <a:lnTo>
                    <a:pt x="163" y="3549"/>
                  </a:lnTo>
                  <a:lnTo>
                    <a:pt x="193" y="3555"/>
                  </a:lnTo>
                  <a:lnTo>
                    <a:pt x="225" y="3555"/>
                  </a:lnTo>
                  <a:lnTo>
                    <a:pt x="259" y="3550"/>
                  </a:lnTo>
                  <a:lnTo>
                    <a:pt x="294" y="3541"/>
                  </a:lnTo>
                  <a:lnTo>
                    <a:pt x="330" y="3524"/>
                  </a:lnTo>
                  <a:lnTo>
                    <a:pt x="368" y="3503"/>
                  </a:lnTo>
                  <a:lnTo>
                    <a:pt x="1594" y="2722"/>
                  </a:lnTo>
                  <a:lnTo>
                    <a:pt x="1632" y="2696"/>
                  </a:lnTo>
                  <a:lnTo>
                    <a:pt x="1668" y="2665"/>
                  </a:lnTo>
                  <a:lnTo>
                    <a:pt x="1703" y="2631"/>
                  </a:lnTo>
                  <a:lnTo>
                    <a:pt x="1737" y="2592"/>
                  </a:lnTo>
                  <a:lnTo>
                    <a:pt x="1769" y="2551"/>
                  </a:lnTo>
                  <a:lnTo>
                    <a:pt x="1799" y="2506"/>
                  </a:lnTo>
                  <a:lnTo>
                    <a:pt x="1829" y="2460"/>
                  </a:lnTo>
                  <a:lnTo>
                    <a:pt x="1854" y="2411"/>
                  </a:lnTo>
                  <a:lnTo>
                    <a:pt x="1878" y="2361"/>
                  </a:lnTo>
                  <a:lnTo>
                    <a:pt x="1899" y="2308"/>
                  </a:lnTo>
                  <a:lnTo>
                    <a:pt x="1918" y="2256"/>
                  </a:lnTo>
                  <a:lnTo>
                    <a:pt x="1933" y="2202"/>
                  </a:lnTo>
                  <a:lnTo>
                    <a:pt x="1946" y="2149"/>
                  </a:lnTo>
                  <a:lnTo>
                    <a:pt x="1955" y="2095"/>
                  </a:lnTo>
                  <a:lnTo>
                    <a:pt x="1960" y="2042"/>
                  </a:lnTo>
                  <a:lnTo>
                    <a:pt x="1962" y="1989"/>
                  </a:lnTo>
                  <a:lnTo>
                    <a:pt x="1962" y="319"/>
                  </a:lnTo>
                  <a:lnTo>
                    <a:pt x="1960" y="269"/>
                  </a:lnTo>
                  <a:lnTo>
                    <a:pt x="1955" y="223"/>
                  </a:lnTo>
                  <a:lnTo>
                    <a:pt x="1946" y="180"/>
                  </a:lnTo>
                  <a:lnTo>
                    <a:pt x="1933" y="143"/>
                  </a:lnTo>
                  <a:lnTo>
                    <a:pt x="1918" y="109"/>
                  </a:lnTo>
                  <a:lnTo>
                    <a:pt x="1899" y="79"/>
                  </a:lnTo>
                  <a:lnTo>
                    <a:pt x="1878" y="54"/>
                  </a:lnTo>
                  <a:lnTo>
                    <a:pt x="1854" y="33"/>
                  </a:lnTo>
                  <a:lnTo>
                    <a:pt x="1829" y="17"/>
                  </a:lnTo>
                  <a:lnTo>
                    <a:pt x="1799" y="7"/>
                  </a:lnTo>
                  <a:lnTo>
                    <a:pt x="1769" y="0"/>
                  </a:lnTo>
                  <a:lnTo>
                    <a:pt x="1737" y="0"/>
                  </a:lnTo>
                  <a:lnTo>
                    <a:pt x="1703" y="4"/>
                  </a:lnTo>
                  <a:lnTo>
                    <a:pt x="1668" y="14"/>
                  </a:lnTo>
                  <a:lnTo>
                    <a:pt x="1632" y="29"/>
                  </a:lnTo>
                  <a:lnTo>
                    <a:pt x="1594" y="50"/>
                  </a:lnTo>
                  <a:close/>
                </a:path>
              </a:pathLst>
            </a:custGeom>
            <a:solidFill>
              <a:srgbClr val="E5E5E5"/>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5921" name="Freeform 47"/>
            <p:cNvSpPr>
              <a:spLocks noEditPoints="1"/>
            </p:cNvSpPr>
            <p:nvPr/>
          </p:nvSpPr>
          <p:spPr bwMode="auto">
            <a:xfrm>
              <a:off x="916" y="1589"/>
              <a:ext cx="697" cy="698"/>
            </a:xfrm>
            <a:custGeom>
              <a:avLst/>
              <a:gdLst>
                <a:gd name="T0" fmla="*/ 16 w 3485"/>
                <a:gd name="T1" fmla="*/ 0 h 3490"/>
                <a:gd name="T2" fmla="*/ 17 w 3485"/>
                <a:gd name="T3" fmla="*/ 2 h 3490"/>
                <a:gd name="T4" fmla="*/ 17 w 3485"/>
                <a:gd name="T5" fmla="*/ 3 h 3490"/>
                <a:gd name="T6" fmla="*/ 14 w 3485"/>
                <a:gd name="T7" fmla="*/ 4 h 3490"/>
                <a:gd name="T8" fmla="*/ 12 w 3485"/>
                <a:gd name="T9" fmla="*/ 4 h 3490"/>
                <a:gd name="T10" fmla="*/ 11 w 3485"/>
                <a:gd name="T11" fmla="*/ 2 h 3490"/>
                <a:gd name="T12" fmla="*/ 11 w 3485"/>
                <a:gd name="T13" fmla="*/ 1 h 3490"/>
                <a:gd name="T14" fmla="*/ 14 w 3485"/>
                <a:gd name="T15" fmla="*/ 0 h 3490"/>
                <a:gd name="T16" fmla="*/ 3 w 3485"/>
                <a:gd name="T17" fmla="*/ 7 h 3490"/>
                <a:gd name="T18" fmla="*/ 4 w 3485"/>
                <a:gd name="T19" fmla="*/ 9 h 3490"/>
                <a:gd name="T20" fmla="*/ 3 w 3485"/>
                <a:gd name="T21" fmla="*/ 12 h 3490"/>
                <a:gd name="T22" fmla="*/ 2 w 3485"/>
                <a:gd name="T23" fmla="*/ 13 h 3490"/>
                <a:gd name="T24" fmla="*/ 1 w 3485"/>
                <a:gd name="T25" fmla="*/ 12 h 3490"/>
                <a:gd name="T26" fmla="*/ 0 w 3485"/>
                <a:gd name="T27" fmla="*/ 10 h 3490"/>
                <a:gd name="T28" fmla="*/ 0 w 3485"/>
                <a:gd name="T29" fmla="*/ 8 h 3490"/>
                <a:gd name="T30" fmla="*/ 2 w 3485"/>
                <a:gd name="T31" fmla="*/ 6 h 3490"/>
                <a:gd name="T32" fmla="*/ 10 w 3485"/>
                <a:gd name="T33" fmla="*/ 20 h 3490"/>
                <a:gd name="T34" fmla="*/ 11 w 3485"/>
                <a:gd name="T35" fmla="*/ 22 h 3490"/>
                <a:gd name="T36" fmla="*/ 11 w 3485"/>
                <a:gd name="T37" fmla="*/ 25 h 3490"/>
                <a:gd name="T38" fmla="*/ 10 w 3485"/>
                <a:gd name="T39" fmla="*/ 27 h 3490"/>
                <a:gd name="T40" fmla="*/ 8 w 3485"/>
                <a:gd name="T41" fmla="*/ 26 h 3490"/>
                <a:gd name="T42" fmla="*/ 7 w 3485"/>
                <a:gd name="T43" fmla="*/ 24 h 3490"/>
                <a:gd name="T44" fmla="*/ 7 w 3485"/>
                <a:gd name="T45" fmla="*/ 22 h 3490"/>
                <a:gd name="T46" fmla="*/ 8 w 3485"/>
                <a:gd name="T47" fmla="*/ 20 h 3490"/>
                <a:gd name="T48" fmla="*/ 20 w 3485"/>
                <a:gd name="T49" fmla="*/ 21 h 3490"/>
                <a:gd name="T50" fmla="*/ 21 w 3485"/>
                <a:gd name="T51" fmla="*/ 23 h 3490"/>
                <a:gd name="T52" fmla="*/ 21 w 3485"/>
                <a:gd name="T53" fmla="*/ 26 h 3490"/>
                <a:gd name="T54" fmla="*/ 20 w 3485"/>
                <a:gd name="T55" fmla="*/ 28 h 3490"/>
                <a:gd name="T56" fmla="*/ 18 w 3485"/>
                <a:gd name="T57" fmla="*/ 28 h 3490"/>
                <a:gd name="T58" fmla="*/ 17 w 3485"/>
                <a:gd name="T59" fmla="*/ 26 h 3490"/>
                <a:gd name="T60" fmla="*/ 17 w 3485"/>
                <a:gd name="T61" fmla="*/ 23 h 3490"/>
                <a:gd name="T62" fmla="*/ 18 w 3485"/>
                <a:gd name="T63" fmla="*/ 21 h 3490"/>
                <a:gd name="T64" fmla="*/ 19 w 3485"/>
                <a:gd name="T65" fmla="*/ 11 h 3490"/>
                <a:gd name="T66" fmla="*/ 20 w 3485"/>
                <a:gd name="T67" fmla="*/ 13 h 3490"/>
                <a:gd name="T68" fmla="*/ 21 w 3485"/>
                <a:gd name="T69" fmla="*/ 15 h 3490"/>
                <a:gd name="T70" fmla="*/ 20 w 3485"/>
                <a:gd name="T71" fmla="*/ 17 h 3490"/>
                <a:gd name="T72" fmla="*/ 18 w 3485"/>
                <a:gd name="T73" fmla="*/ 17 h 3490"/>
                <a:gd name="T74" fmla="*/ 17 w 3485"/>
                <a:gd name="T75" fmla="*/ 16 h 3490"/>
                <a:gd name="T76" fmla="*/ 17 w 3485"/>
                <a:gd name="T77" fmla="*/ 13 h 3490"/>
                <a:gd name="T78" fmla="*/ 18 w 3485"/>
                <a:gd name="T79" fmla="*/ 11 h 3490"/>
                <a:gd name="T80" fmla="*/ 26 w 3485"/>
                <a:gd name="T81" fmla="*/ 7 h 3490"/>
                <a:gd name="T82" fmla="*/ 27 w 3485"/>
                <a:gd name="T83" fmla="*/ 8 h 3490"/>
                <a:gd name="T84" fmla="*/ 27 w 3485"/>
                <a:gd name="T85" fmla="*/ 11 h 3490"/>
                <a:gd name="T86" fmla="*/ 26 w 3485"/>
                <a:gd name="T87" fmla="*/ 13 h 3490"/>
                <a:gd name="T88" fmla="*/ 25 w 3485"/>
                <a:gd name="T89" fmla="*/ 13 h 3490"/>
                <a:gd name="T90" fmla="*/ 24 w 3485"/>
                <a:gd name="T91" fmla="*/ 12 h 3490"/>
                <a:gd name="T92" fmla="*/ 24 w 3485"/>
                <a:gd name="T93" fmla="*/ 9 h 3490"/>
                <a:gd name="T94" fmla="*/ 24 w 3485"/>
                <a:gd name="T95" fmla="*/ 7 h 3490"/>
                <a:gd name="T96" fmla="*/ 26 w 3485"/>
                <a:gd name="T97" fmla="*/ 17 h 3490"/>
                <a:gd name="T98" fmla="*/ 27 w 3485"/>
                <a:gd name="T99" fmla="*/ 18 h 3490"/>
                <a:gd name="T100" fmla="*/ 28 w 3485"/>
                <a:gd name="T101" fmla="*/ 21 h 3490"/>
                <a:gd name="T102" fmla="*/ 27 w 3485"/>
                <a:gd name="T103" fmla="*/ 23 h 3490"/>
                <a:gd name="T104" fmla="*/ 26 w 3485"/>
                <a:gd name="T105" fmla="*/ 24 h 3490"/>
                <a:gd name="T106" fmla="*/ 24 w 3485"/>
                <a:gd name="T107" fmla="*/ 23 h 3490"/>
                <a:gd name="T108" fmla="*/ 24 w 3485"/>
                <a:gd name="T109" fmla="*/ 20 h 3490"/>
                <a:gd name="T110" fmla="*/ 25 w 3485"/>
                <a:gd name="T111" fmla="*/ 18 h 3490"/>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w 3485"/>
                <a:gd name="T169" fmla="*/ 0 h 3490"/>
                <a:gd name="T170" fmla="*/ 3485 w 3485"/>
                <a:gd name="T171" fmla="*/ 3490 h 3490"/>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T168" t="T169" r="T170" b="T171"/>
              <a:pathLst>
                <a:path w="3485" h="3490">
                  <a:moveTo>
                    <a:pt x="1754" y="0"/>
                  </a:moveTo>
                  <a:lnTo>
                    <a:pt x="1797" y="2"/>
                  </a:lnTo>
                  <a:lnTo>
                    <a:pt x="1840" y="5"/>
                  </a:lnTo>
                  <a:lnTo>
                    <a:pt x="1881" y="12"/>
                  </a:lnTo>
                  <a:lnTo>
                    <a:pt x="1921" y="20"/>
                  </a:lnTo>
                  <a:lnTo>
                    <a:pt x="1959" y="31"/>
                  </a:lnTo>
                  <a:lnTo>
                    <a:pt x="1994" y="44"/>
                  </a:lnTo>
                  <a:lnTo>
                    <a:pt x="2028" y="59"/>
                  </a:lnTo>
                  <a:lnTo>
                    <a:pt x="2058" y="74"/>
                  </a:lnTo>
                  <a:lnTo>
                    <a:pt x="2086" y="93"/>
                  </a:lnTo>
                  <a:lnTo>
                    <a:pt x="2111" y="113"/>
                  </a:lnTo>
                  <a:lnTo>
                    <a:pt x="2132" y="133"/>
                  </a:lnTo>
                  <a:lnTo>
                    <a:pt x="2151" y="155"/>
                  </a:lnTo>
                  <a:lnTo>
                    <a:pt x="2165" y="179"/>
                  </a:lnTo>
                  <a:lnTo>
                    <a:pt x="2175" y="203"/>
                  </a:lnTo>
                  <a:lnTo>
                    <a:pt x="2182" y="229"/>
                  </a:lnTo>
                  <a:lnTo>
                    <a:pt x="2185" y="255"/>
                  </a:lnTo>
                  <a:lnTo>
                    <a:pt x="2182" y="281"/>
                  </a:lnTo>
                  <a:lnTo>
                    <a:pt x="2175" y="305"/>
                  </a:lnTo>
                  <a:lnTo>
                    <a:pt x="2165" y="330"/>
                  </a:lnTo>
                  <a:lnTo>
                    <a:pt x="2151" y="353"/>
                  </a:lnTo>
                  <a:lnTo>
                    <a:pt x="2132" y="376"/>
                  </a:lnTo>
                  <a:lnTo>
                    <a:pt x="2111" y="397"/>
                  </a:lnTo>
                  <a:lnTo>
                    <a:pt x="2086" y="417"/>
                  </a:lnTo>
                  <a:lnTo>
                    <a:pt x="2058" y="434"/>
                  </a:lnTo>
                  <a:lnTo>
                    <a:pt x="2028" y="451"/>
                  </a:lnTo>
                  <a:lnTo>
                    <a:pt x="1994" y="466"/>
                  </a:lnTo>
                  <a:lnTo>
                    <a:pt x="1959" y="479"/>
                  </a:lnTo>
                  <a:lnTo>
                    <a:pt x="1921" y="489"/>
                  </a:lnTo>
                  <a:lnTo>
                    <a:pt x="1881" y="498"/>
                  </a:lnTo>
                  <a:lnTo>
                    <a:pt x="1840" y="505"/>
                  </a:lnTo>
                  <a:lnTo>
                    <a:pt x="1797" y="508"/>
                  </a:lnTo>
                  <a:lnTo>
                    <a:pt x="1754" y="509"/>
                  </a:lnTo>
                  <a:lnTo>
                    <a:pt x="1710" y="508"/>
                  </a:lnTo>
                  <a:lnTo>
                    <a:pt x="1667" y="505"/>
                  </a:lnTo>
                  <a:lnTo>
                    <a:pt x="1626" y="498"/>
                  </a:lnTo>
                  <a:lnTo>
                    <a:pt x="1586" y="489"/>
                  </a:lnTo>
                  <a:lnTo>
                    <a:pt x="1548" y="479"/>
                  </a:lnTo>
                  <a:lnTo>
                    <a:pt x="1512" y="466"/>
                  </a:lnTo>
                  <a:lnTo>
                    <a:pt x="1479" y="451"/>
                  </a:lnTo>
                  <a:lnTo>
                    <a:pt x="1449" y="434"/>
                  </a:lnTo>
                  <a:lnTo>
                    <a:pt x="1421" y="417"/>
                  </a:lnTo>
                  <a:lnTo>
                    <a:pt x="1395" y="397"/>
                  </a:lnTo>
                  <a:lnTo>
                    <a:pt x="1374" y="376"/>
                  </a:lnTo>
                  <a:lnTo>
                    <a:pt x="1355" y="353"/>
                  </a:lnTo>
                  <a:lnTo>
                    <a:pt x="1341" y="330"/>
                  </a:lnTo>
                  <a:lnTo>
                    <a:pt x="1331" y="305"/>
                  </a:lnTo>
                  <a:lnTo>
                    <a:pt x="1324" y="281"/>
                  </a:lnTo>
                  <a:lnTo>
                    <a:pt x="1321" y="255"/>
                  </a:lnTo>
                  <a:lnTo>
                    <a:pt x="1324" y="229"/>
                  </a:lnTo>
                  <a:lnTo>
                    <a:pt x="1331" y="203"/>
                  </a:lnTo>
                  <a:lnTo>
                    <a:pt x="1341" y="179"/>
                  </a:lnTo>
                  <a:lnTo>
                    <a:pt x="1355" y="155"/>
                  </a:lnTo>
                  <a:lnTo>
                    <a:pt x="1374" y="133"/>
                  </a:lnTo>
                  <a:lnTo>
                    <a:pt x="1395" y="113"/>
                  </a:lnTo>
                  <a:lnTo>
                    <a:pt x="1421" y="93"/>
                  </a:lnTo>
                  <a:lnTo>
                    <a:pt x="1449" y="74"/>
                  </a:lnTo>
                  <a:lnTo>
                    <a:pt x="1479" y="59"/>
                  </a:lnTo>
                  <a:lnTo>
                    <a:pt x="1512" y="44"/>
                  </a:lnTo>
                  <a:lnTo>
                    <a:pt x="1548" y="31"/>
                  </a:lnTo>
                  <a:lnTo>
                    <a:pt x="1586" y="20"/>
                  </a:lnTo>
                  <a:lnTo>
                    <a:pt x="1626" y="12"/>
                  </a:lnTo>
                  <a:lnTo>
                    <a:pt x="1667" y="5"/>
                  </a:lnTo>
                  <a:lnTo>
                    <a:pt x="1710" y="2"/>
                  </a:lnTo>
                  <a:lnTo>
                    <a:pt x="1754" y="0"/>
                  </a:lnTo>
                  <a:close/>
                  <a:moveTo>
                    <a:pt x="239" y="786"/>
                  </a:moveTo>
                  <a:lnTo>
                    <a:pt x="263" y="788"/>
                  </a:lnTo>
                  <a:lnTo>
                    <a:pt x="287" y="794"/>
                  </a:lnTo>
                  <a:lnTo>
                    <a:pt x="309" y="805"/>
                  </a:lnTo>
                  <a:lnTo>
                    <a:pt x="331" y="819"/>
                  </a:lnTo>
                  <a:lnTo>
                    <a:pt x="352" y="836"/>
                  </a:lnTo>
                  <a:lnTo>
                    <a:pt x="372" y="857"/>
                  </a:lnTo>
                  <a:lnTo>
                    <a:pt x="390" y="882"/>
                  </a:lnTo>
                  <a:lnTo>
                    <a:pt x="407" y="909"/>
                  </a:lnTo>
                  <a:lnTo>
                    <a:pt x="423" y="940"/>
                  </a:lnTo>
                  <a:lnTo>
                    <a:pt x="437" y="971"/>
                  </a:lnTo>
                  <a:lnTo>
                    <a:pt x="448" y="1006"/>
                  </a:lnTo>
                  <a:lnTo>
                    <a:pt x="459" y="1043"/>
                  </a:lnTo>
                  <a:lnTo>
                    <a:pt x="467" y="1081"/>
                  </a:lnTo>
                  <a:lnTo>
                    <a:pt x="473" y="1121"/>
                  </a:lnTo>
                  <a:lnTo>
                    <a:pt x="476" y="1163"/>
                  </a:lnTo>
                  <a:lnTo>
                    <a:pt x="478" y="1206"/>
                  </a:lnTo>
                  <a:lnTo>
                    <a:pt x="476" y="1248"/>
                  </a:lnTo>
                  <a:lnTo>
                    <a:pt x="473" y="1290"/>
                  </a:lnTo>
                  <a:lnTo>
                    <a:pt x="467" y="1330"/>
                  </a:lnTo>
                  <a:lnTo>
                    <a:pt x="459" y="1367"/>
                  </a:lnTo>
                  <a:lnTo>
                    <a:pt x="448" y="1405"/>
                  </a:lnTo>
                  <a:lnTo>
                    <a:pt x="437" y="1439"/>
                  </a:lnTo>
                  <a:lnTo>
                    <a:pt x="423" y="1472"/>
                  </a:lnTo>
                  <a:lnTo>
                    <a:pt x="407" y="1501"/>
                  </a:lnTo>
                  <a:lnTo>
                    <a:pt x="390" y="1528"/>
                  </a:lnTo>
                  <a:lnTo>
                    <a:pt x="372" y="1553"/>
                  </a:lnTo>
                  <a:lnTo>
                    <a:pt x="352" y="1574"/>
                  </a:lnTo>
                  <a:lnTo>
                    <a:pt x="331" y="1591"/>
                  </a:lnTo>
                  <a:lnTo>
                    <a:pt x="309" y="1605"/>
                  </a:lnTo>
                  <a:lnTo>
                    <a:pt x="287" y="1616"/>
                  </a:lnTo>
                  <a:lnTo>
                    <a:pt x="263" y="1622"/>
                  </a:lnTo>
                  <a:lnTo>
                    <a:pt x="239" y="1624"/>
                  </a:lnTo>
                  <a:lnTo>
                    <a:pt x="214" y="1622"/>
                  </a:lnTo>
                  <a:lnTo>
                    <a:pt x="191" y="1616"/>
                  </a:lnTo>
                  <a:lnTo>
                    <a:pt x="168" y="1605"/>
                  </a:lnTo>
                  <a:lnTo>
                    <a:pt x="146" y="1591"/>
                  </a:lnTo>
                  <a:lnTo>
                    <a:pt x="125" y="1574"/>
                  </a:lnTo>
                  <a:lnTo>
                    <a:pt x="105" y="1553"/>
                  </a:lnTo>
                  <a:lnTo>
                    <a:pt x="87" y="1528"/>
                  </a:lnTo>
                  <a:lnTo>
                    <a:pt x="70" y="1501"/>
                  </a:lnTo>
                  <a:lnTo>
                    <a:pt x="55" y="1472"/>
                  </a:lnTo>
                  <a:lnTo>
                    <a:pt x="41" y="1439"/>
                  </a:lnTo>
                  <a:lnTo>
                    <a:pt x="29" y="1405"/>
                  </a:lnTo>
                  <a:lnTo>
                    <a:pt x="18" y="1367"/>
                  </a:lnTo>
                  <a:lnTo>
                    <a:pt x="10" y="1330"/>
                  </a:lnTo>
                  <a:lnTo>
                    <a:pt x="4" y="1290"/>
                  </a:lnTo>
                  <a:lnTo>
                    <a:pt x="1" y="1248"/>
                  </a:lnTo>
                  <a:lnTo>
                    <a:pt x="0" y="1206"/>
                  </a:lnTo>
                  <a:lnTo>
                    <a:pt x="1" y="1163"/>
                  </a:lnTo>
                  <a:lnTo>
                    <a:pt x="4" y="1121"/>
                  </a:lnTo>
                  <a:lnTo>
                    <a:pt x="10" y="1081"/>
                  </a:lnTo>
                  <a:lnTo>
                    <a:pt x="18" y="1043"/>
                  </a:lnTo>
                  <a:lnTo>
                    <a:pt x="29" y="1006"/>
                  </a:lnTo>
                  <a:lnTo>
                    <a:pt x="41" y="971"/>
                  </a:lnTo>
                  <a:lnTo>
                    <a:pt x="55" y="940"/>
                  </a:lnTo>
                  <a:lnTo>
                    <a:pt x="70" y="909"/>
                  </a:lnTo>
                  <a:lnTo>
                    <a:pt x="87" y="882"/>
                  </a:lnTo>
                  <a:lnTo>
                    <a:pt x="105" y="857"/>
                  </a:lnTo>
                  <a:lnTo>
                    <a:pt x="125" y="836"/>
                  </a:lnTo>
                  <a:lnTo>
                    <a:pt x="146" y="819"/>
                  </a:lnTo>
                  <a:lnTo>
                    <a:pt x="168" y="805"/>
                  </a:lnTo>
                  <a:lnTo>
                    <a:pt x="191" y="794"/>
                  </a:lnTo>
                  <a:lnTo>
                    <a:pt x="214" y="788"/>
                  </a:lnTo>
                  <a:lnTo>
                    <a:pt x="239" y="786"/>
                  </a:lnTo>
                  <a:close/>
                  <a:moveTo>
                    <a:pt x="1119" y="2495"/>
                  </a:moveTo>
                  <a:lnTo>
                    <a:pt x="1143" y="2498"/>
                  </a:lnTo>
                  <a:lnTo>
                    <a:pt x="1167" y="2504"/>
                  </a:lnTo>
                  <a:lnTo>
                    <a:pt x="1190" y="2514"/>
                  </a:lnTo>
                  <a:lnTo>
                    <a:pt x="1211" y="2528"/>
                  </a:lnTo>
                  <a:lnTo>
                    <a:pt x="1232" y="2546"/>
                  </a:lnTo>
                  <a:lnTo>
                    <a:pt x="1252" y="2567"/>
                  </a:lnTo>
                  <a:lnTo>
                    <a:pt x="1271" y="2592"/>
                  </a:lnTo>
                  <a:lnTo>
                    <a:pt x="1288" y="2618"/>
                  </a:lnTo>
                  <a:lnTo>
                    <a:pt x="1304" y="2648"/>
                  </a:lnTo>
                  <a:lnTo>
                    <a:pt x="1318" y="2681"/>
                  </a:lnTo>
                  <a:lnTo>
                    <a:pt x="1329" y="2715"/>
                  </a:lnTo>
                  <a:lnTo>
                    <a:pt x="1340" y="2752"/>
                  </a:lnTo>
                  <a:lnTo>
                    <a:pt x="1348" y="2790"/>
                  </a:lnTo>
                  <a:lnTo>
                    <a:pt x="1354" y="2830"/>
                  </a:lnTo>
                  <a:lnTo>
                    <a:pt x="1358" y="2872"/>
                  </a:lnTo>
                  <a:lnTo>
                    <a:pt x="1359" y="2914"/>
                  </a:lnTo>
                  <a:lnTo>
                    <a:pt x="1358" y="2956"/>
                  </a:lnTo>
                  <a:lnTo>
                    <a:pt x="1354" y="2998"/>
                  </a:lnTo>
                  <a:lnTo>
                    <a:pt x="1348" y="3038"/>
                  </a:lnTo>
                  <a:lnTo>
                    <a:pt x="1340" y="3077"/>
                  </a:lnTo>
                  <a:lnTo>
                    <a:pt x="1329" y="3113"/>
                  </a:lnTo>
                  <a:lnTo>
                    <a:pt x="1318" y="3147"/>
                  </a:lnTo>
                  <a:lnTo>
                    <a:pt x="1304" y="3180"/>
                  </a:lnTo>
                  <a:lnTo>
                    <a:pt x="1288" y="3209"/>
                  </a:lnTo>
                  <a:lnTo>
                    <a:pt x="1271" y="3238"/>
                  </a:lnTo>
                  <a:lnTo>
                    <a:pt x="1252" y="3261"/>
                  </a:lnTo>
                  <a:lnTo>
                    <a:pt x="1232" y="3282"/>
                  </a:lnTo>
                  <a:lnTo>
                    <a:pt x="1211" y="3301"/>
                  </a:lnTo>
                  <a:lnTo>
                    <a:pt x="1190" y="3315"/>
                  </a:lnTo>
                  <a:lnTo>
                    <a:pt x="1167" y="3325"/>
                  </a:lnTo>
                  <a:lnTo>
                    <a:pt x="1143" y="3331"/>
                  </a:lnTo>
                  <a:lnTo>
                    <a:pt x="1119" y="3334"/>
                  </a:lnTo>
                  <a:lnTo>
                    <a:pt x="1094" y="3331"/>
                  </a:lnTo>
                  <a:lnTo>
                    <a:pt x="1070" y="3325"/>
                  </a:lnTo>
                  <a:lnTo>
                    <a:pt x="1048" y="3315"/>
                  </a:lnTo>
                  <a:lnTo>
                    <a:pt x="1026" y="3301"/>
                  </a:lnTo>
                  <a:lnTo>
                    <a:pt x="1005" y="3282"/>
                  </a:lnTo>
                  <a:lnTo>
                    <a:pt x="985" y="3261"/>
                  </a:lnTo>
                  <a:lnTo>
                    <a:pt x="967" y="3238"/>
                  </a:lnTo>
                  <a:lnTo>
                    <a:pt x="950" y="3209"/>
                  </a:lnTo>
                  <a:lnTo>
                    <a:pt x="935" y="3180"/>
                  </a:lnTo>
                  <a:lnTo>
                    <a:pt x="921" y="3147"/>
                  </a:lnTo>
                  <a:lnTo>
                    <a:pt x="909" y="3113"/>
                  </a:lnTo>
                  <a:lnTo>
                    <a:pt x="898" y="3077"/>
                  </a:lnTo>
                  <a:lnTo>
                    <a:pt x="890" y="3038"/>
                  </a:lnTo>
                  <a:lnTo>
                    <a:pt x="884" y="2998"/>
                  </a:lnTo>
                  <a:lnTo>
                    <a:pt x="881" y="2956"/>
                  </a:lnTo>
                  <a:lnTo>
                    <a:pt x="880" y="2914"/>
                  </a:lnTo>
                  <a:lnTo>
                    <a:pt x="881" y="2872"/>
                  </a:lnTo>
                  <a:lnTo>
                    <a:pt x="884" y="2830"/>
                  </a:lnTo>
                  <a:lnTo>
                    <a:pt x="890" y="2790"/>
                  </a:lnTo>
                  <a:lnTo>
                    <a:pt x="898" y="2752"/>
                  </a:lnTo>
                  <a:lnTo>
                    <a:pt x="909" y="2715"/>
                  </a:lnTo>
                  <a:lnTo>
                    <a:pt x="921" y="2681"/>
                  </a:lnTo>
                  <a:lnTo>
                    <a:pt x="935" y="2648"/>
                  </a:lnTo>
                  <a:lnTo>
                    <a:pt x="950" y="2618"/>
                  </a:lnTo>
                  <a:lnTo>
                    <a:pt x="967" y="2592"/>
                  </a:lnTo>
                  <a:lnTo>
                    <a:pt x="985" y="2567"/>
                  </a:lnTo>
                  <a:lnTo>
                    <a:pt x="1005" y="2546"/>
                  </a:lnTo>
                  <a:lnTo>
                    <a:pt x="1026" y="2528"/>
                  </a:lnTo>
                  <a:lnTo>
                    <a:pt x="1048" y="2514"/>
                  </a:lnTo>
                  <a:lnTo>
                    <a:pt x="1070" y="2504"/>
                  </a:lnTo>
                  <a:lnTo>
                    <a:pt x="1094" y="2498"/>
                  </a:lnTo>
                  <a:lnTo>
                    <a:pt x="1119" y="2495"/>
                  </a:lnTo>
                  <a:close/>
                  <a:moveTo>
                    <a:pt x="2380" y="2651"/>
                  </a:moveTo>
                  <a:lnTo>
                    <a:pt x="2405" y="2654"/>
                  </a:lnTo>
                  <a:lnTo>
                    <a:pt x="2428" y="2660"/>
                  </a:lnTo>
                  <a:lnTo>
                    <a:pt x="2452" y="2670"/>
                  </a:lnTo>
                  <a:lnTo>
                    <a:pt x="2473" y="2684"/>
                  </a:lnTo>
                  <a:lnTo>
                    <a:pt x="2494" y="2703"/>
                  </a:lnTo>
                  <a:lnTo>
                    <a:pt x="2514" y="2724"/>
                  </a:lnTo>
                  <a:lnTo>
                    <a:pt x="2533" y="2747"/>
                  </a:lnTo>
                  <a:lnTo>
                    <a:pt x="2550" y="2774"/>
                  </a:lnTo>
                  <a:lnTo>
                    <a:pt x="2565" y="2805"/>
                  </a:lnTo>
                  <a:lnTo>
                    <a:pt x="2580" y="2838"/>
                  </a:lnTo>
                  <a:lnTo>
                    <a:pt x="2591" y="2872"/>
                  </a:lnTo>
                  <a:lnTo>
                    <a:pt x="2602" y="2908"/>
                  </a:lnTo>
                  <a:lnTo>
                    <a:pt x="2610" y="2947"/>
                  </a:lnTo>
                  <a:lnTo>
                    <a:pt x="2616" y="2987"/>
                  </a:lnTo>
                  <a:lnTo>
                    <a:pt x="2619" y="3029"/>
                  </a:lnTo>
                  <a:lnTo>
                    <a:pt x="2621" y="3071"/>
                  </a:lnTo>
                  <a:lnTo>
                    <a:pt x="2619" y="3113"/>
                  </a:lnTo>
                  <a:lnTo>
                    <a:pt x="2616" y="3155"/>
                  </a:lnTo>
                  <a:lnTo>
                    <a:pt x="2610" y="3195"/>
                  </a:lnTo>
                  <a:lnTo>
                    <a:pt x="2602" y="3233"/>
                  </a:lnTo>
                  <a:lnTo>
                    <a:pt x="2591" y="3270"/>
                  </a:lnTo>
                  <a:lnTo>
                    <a:pt x="2580" y="3304"/>
                  </a:lnTo>
                  <a:lnTo>
                    <a:pt x="2565" y="3337"/>
                  </a:lnTo>
                  <a:lnTo>
                    <a:pt x="2550" y="3367"/>
                  </a:lnTo>
                  <a:lnTo>
                    <a:pt x="2533" y="3393"/>
                  </a:lnTo>
                  <a:lnTo>
                    <a:pt x="2514" y="3418"/>
                  </a:lnTo>
                  <a:lnTo>
                    <a:pt x="2494" y="3439"/>
                  </a:lnTo>
                  <a:lnTo>
                    <a:pt x="2473" y="3457"/>
                  </a:lnTo>
                  <a:lnTo>
                    <a:pt x="2452" y="3471"/>
                  </a:lnTo>
                  <a:lnTo>
                    <a:pt x="2428" y="3481"/>
                  </a:lnTo>
                  <a:lnTo>
                    <a:pt x="2405" y="3487"/>
                  </a:lnTo>
                  <a:lnTo>
                    <a:pt x="2380" y="3490"/>
                  </a:lnTo>
                  <a:lnTo>
                    <a:pt x="2356" y="3487"/>
                  </a:lnTo>
                  <a:lnTo>
                    <a:pt x="2332" y="3481"/>
                  </a:lnTo>
                  <a:lnTo>
                    <a:pt x="2310" y="3471"/>
                  </a:lnTo>
                  <a:lnTo>
                    <a:pt x="2288" y="3457"/>
                  </a:lnTo>
                  <a:lnTo>
                    <a:pt x="2267" y="3439"/>
                  </a:lnTo>
                  <a:lnTo>
                    <a:pt x="2248" y="3418"/>
                  </a:lnTo>
                  <a:lnTo>
                    <a:pt x="2229" y="3393"/>
                  </a:lnTo>
                  <a:lnTo>
                    <a:pt x="2212" y="3367"/>
                  </a:lnTo>
                  <a:lnTo>
                    <a:pt x="2196" y="3337"/>
                  </a:lnTo>
                  <a:lnTo>
                    <a:pt x="2182" y="3304"/>
                  </a:lnTo>
                  <a:lnTo>
                    <a:pt x="2171" y="3270"/>
                  </a:lnTo>
                  <a:lnTo>
                    <a:pt x="2160" y="3233"/>
                  </a:lnTo>
                  <a:lnTo>
                    <a:pt x="2152" y="3195"/>
                  </a:lnTo>
                  <a:lnTo>
                    <a:pt x="2146" y="3155"/>
                  </a:lnTo>
                  <a:lnTo>
                    <a:pt x="2142" y="3113"/>
                  </a:lnTo>
                  <a:lnTo>
                    <a:pt x="2141" y="3071"/>
                  </a:lnTo>
                  <a:lnTo>
                    <a:pt x="2142" y="3029"/>
                  </a:lnTo>
                  <a:lnTo>
                    <a:pt x="2146" y="2987"/>
                  </a:lnTo>
                  <a:lnTo>
                    <a:pt x="2152" y="2947"/>
                  </a:lnTo>
                  <a:lnTo>
                    <a:pt x="2160" y="2908"/>
                  </a:lnTo>
                  <a:lnTo>
                    <a:pt x="2171" y="2872"/>
                  </a:lnTo>
                  <a:lnTo>
                    <a:pt x="2182" y="2838"/>
                  </a:lnTo>
                  <a:lnTo>
                    <a:pt x="2196" y="2805"/>
                  </a:lnTo>
                  <a:lnTo>
                    <a:pt x="2212" y="2774"/>
                  </a:lnTo>
                  <a:lnTo>
                    <a:pt x="2229" y="2747"/>
                  </a:lnTo>
                  <a:lnTo>
                    <a:pt x="2248" y="2724"/>
                  </a:lnTo>
                  <a:lnTo>
                    <a:pt x="2267" y="2703"/>
                  </a:lnTo>
                  <a:lnTo>
                    <a:pt x="2288" y="2684"/>
                  </a:lnTo>
                  <a:lnTo>
                    <a:pt x="2310" y="2670"/>
                  </a:lnTo>
                  <a:lnTo>
                    <a:pt x="2332" y="2660"/>
                  </a:lnTo>
                  <a:lnTo>
                    <a:pt x="2356" y="2654"/>
                  </a:lnTo>
                  <a:lnTo>
                    <a:pt x="2380" y="2651"/>
                  </a:lnTo>
                  <a:close/>
                  <a:moveTo>
                    <a:pt x="2342" y="1355"/>
                  </a:moveTo>
                  <a:lnTo>
                    <a:pt x="2366" y="1357"/>
                  </a:lnTo>
                  <a:lnTo>
                    <a:pt x="2390" y="1363"/>
                  </a:lnTo>
                  <a:lnTo>
                    <a:pt x="2412" y="1373"/>
                  </a:lnTo>
                  <a:lnTo>
                    <a:pt x="2434" y="1387"/>
                  </a:lnTo>
                  <a:lnTo>
                    <a:pt x="2455" y="1405"/>
                  </a:lnTo>
                  <a:lnTo>
                    <a:pt x="2475" y="1426"/>
                  </a:lnTo>
                  <a:lnTo>
                    <a:pt x="2493" y="1451"/>
                  </a:lnTo>
                  <a:lnTo>
                    <a:pt x="2510" y="1478"/>
                  </a:lnTo>
                  <a:lnTo>
                    <a:pt x="2526" y="1507"/>
                  </a:lnTo>
                  <a:lnTo>
                    <a:pt x="2540" y="1540"/>
                  </a:lnTo>
                  <a:lnTo>
                    <a:pt x="2551" y="1574"/>
                  </a:lnTo>
                  <a:lnTo>
                    <a:pt x="2562" y="1611"/>
                  </a:lnTo>
                  <a:lnTo>
                    <a:pt x="2570" y="1649"/>
                  </a:lnTo>
                  <a:lnTo>
                    <a:pt x="2576" y="1689"/>
                  </a:lnTo>
                  <a:lnTo>
                    <a:pt x="2580" y="1731"/>
                  </a:lnTo>
                  <a:lnTo>
                    <a:pt x="2581" y="1773"/>
                  </a:lnTo>
                  <a:lnTo>
                    <a:pt x="2580" y="1815"/>
                  </a:lnTo>
                  <a:lnTo>
                    <a:pt x="2576" y="1858"/>
                  </a:lnTo>
                  <a:lnTo>
                    <a:pt x="2570" y="1897"/>
                  </a:lnTo>
                  <a:lnTo>
                    <a:pt x="2562" y="1936"/>
                  </a:lnTo>
                  <a:lnTo>
                    <a:pt x="2551" y="1972"/>
                  </a:lnTo>
                  <a:lnTo>
                    <a:pt x="2540" y="2008"/>
                  </a:lnTo>
                  <a:lnTo>
                    <a:pt x="2526" y="2039"/>
                  </a:lnTo>
                  <a:lnTo>
                    <a:pt x="2510" y="2070"/>
                  </a:lnTo>
                  <a:lnTo>
                    <a:pt x="2493" y="2097"/>
                  </a:lnTo>
                  <a:lnTo>
                    <a:pt x="2475" y="2121"/>
                  </a:lnTo>
                  <a:lnTo>
                    <a:pt x="2455" y="2142"/>
                  </a:lnTo>
                  <a:lnTo>
                    <a:pt x="2434" y="2160"/>
                  </a:lnTo>
                  <a:lnTo>
                    <a:pt x="2412" y="2174"/>
                  </a:lnTo>
                  <a:lnTo>
                    <a:pt x="2390" y="2185"/>
                  </a:lnTo>
                  <a:lnTo>
                    <a:pt x="2366" y="2191"/>
                  </a:lnTo>
                  <a:lnTo>
                    <a:pt x="2342" y="2193"/>
                  </a:lnTo>
                  <a:lnTo>
                    <a:pt x="2317" y="2191"/>
                  </a:lnTo>
                  <a:lnTo>
                    <a:pt x="2294" y="2185"/>
                  </a:lnTo>
                  <a:lnTo>
                    <a:pt x="2270" y="2174"/>
                  </a:lnTo>
                  <a:lnTo>
                    <a:pt x="2249" y="2160"/>
                  </a:lnTo>
                  <a:lnTo>
                    <a:pt x="2228" y="2142"/>
                  </a:lnTo>
                  <a:lnTo>
                    <a:pt x="2208" y="2121"/>
                  </a:lnTo>
                  <a:lnTo>
                    <a:pt x="2189" y="2097"/>
                  </a:lnTo>
                  <a:lnTo>
                    <a:pt x="2173" y="2070"/>
                  </a:lnTo>
                  <a:lnTo>
                    <a:pt x="2157" y="2039"/>
                  </a:lnTo>
                  <a:lnTo>
                    <a:pt x="2142" y="2008"/>
                  </a:lnTo>
                  <a:lnTo>
                    <a:pt x="2131" y="1972"/>
                  </a:lnTo>
                  <a:lnTo>
                    <a:pt x="2120" y="1936"/>
                  </a:lnTo>
                  <a:lnTo>
                    <a:pt x="2112" y="1897"/>
                  </a:lnTo>
                  <a:lnTo>
                    <a:pt x="2106" y="1858"/>
                  </a:lnTo>
                  <a:lnTo>
                    <a:pt x="2103" y="1815"/>
                  </a:lnTo>
                  <a:lnTo>
                    <a:pt x="2101" y="1773"/>
                  </a:lnTo>
                  <a:lnTo>
                    <a:pt x="2103" y="1731"/>
                  </a:lnTo>
                  <a:lnTo>
                    <a:pt x="2106" y="1689"/>
                  </a:lnTo>
                  <a:lnTo>
                    <a:pt x="2112" y="1649"/>
                  </a:lnTo>
                  <a:lnTo>
                    <a:pt x="2120" y="1611"/>
                  </a:lnTo>
                  <a:lnTo>
                    <a:pt x="2131" y="1574"/>
                  </a:lnTo>
                  <a:lnTo>
                    <a:pt x="2142" y="1540"/>
                  </a:lnTo>
                  <a:lnTo>
                    <a:pt x="2157" y="1507"/>
                  </a:lnTo>
                  <a:lnTo>
                    <a:pt x="2173" y="1478"/>
                  </a:lnTo>
                  <a:lnTo>
                    <a:pt x="2189" y="1451"/>
                  </a:lnTo>
                  <a:lnTo>
                    <a:pt x="2208" y="1426"/>
                  </a:lnTo>
                  <a:lnTo>
                    <a:pt x="2228" y="1405"/>
                  </a:lnTo>
                  <a:lnTo>
                    <a:pt x="2249" y="1387"/>
                  </a:lnTo>
                  <a:lnTo>
                    <a:pt x="2270" y="1373"/>
                  </a:lnTo>
                  <a:lnTo>
                    <a:pt x="2294" y="1363"/>
                  </a:lnTo>
                  <a:lnTo>
                    <a:pt x="2317" y="1357"/>
                  </a:lnTo>
                  <a:lnTo>
                    <a:pt x="2342" y="1355"/>
                  </a:lnTo>
                  <a:close/>
                  <a:moveTo>
                    <a:pt x="3179" y="819"/>
                  </a:moveTo>
                  <a:lnTo>
                    <a:pt x="3204" y="821"/>
                  </a:lnTo>
                  <a:lnTo>
                    <a:pt x="3227" y="827"/>
                  </a:lnTo>
                  <a:lnTo>
                    <a:pt x="3250" y="838"/>
                  </a:lnTo>
                  <a:lnTo>
                    <a:pt x="3272" y="852"/>
                  </a:lnTo>
                  <a:lnTo>
                    <a:pt x="3293" y="869"/>
                  </a:lnTo>
                  <a:lnTo>
                    <a:pt x="3312" y="890"/>
                  </a:lnTo>
                  <a:lnTo>
                    <a:pt x="3331" y="915"/>
                  </a:lnTo>
                  <a:lnTo>
                    <a:pt x="3348" y="942"/>
                  </a:lnTo>
                  <a:lnTo>
                    <a:pt x="3363" y="971"/>
                  </a:lnTo>
                  <a:lnTo>
                    <a:pt x="3377" y="1004"/>
                  </a:lnTo>
                  <a:lnTo>
                    <a:pt x="3389" y="1038"/>
                  </a:lnTo>
                  <a:lnTo>
                    <a:pt x="3400" y="1076"/>
                  </a:lnTo>
                  <a:lnTo>
                    <a:pt x="3408" y="1113"/>
                  </a:lnTo>
                  <a:lnTo>
                    <a:pt x="3414" y="1153"/>
                  </a:lnTo>
                  <a:lnTo>
                    <a:pt x="3417" y="1195"/>
                  </a:lnTo>
                  <a:lnTo>
                    <a:pt x="3418" y="1237"/>
                  </a:lnTo>
                  <a:lnTo>
                    <a:pt x="3417" y="1280"/>
                  </a:lnTo>
                  <a:lnTo>
                    <a:pt x="3414" y="1322"/>
                  </a:lnTo>
                  <a:lnTo>
                    <a:pt x="3408" y="1362"/>
                  </a:lnTo>
                  <a:lnTo>
                    <a:pt x="3400" y="1399"/>
                  </a:lnTo>
                  <a:lnTo>
                    <a:pt x="3389" y="1437"/>
                  </a:lnTo>
                  <a:lnTo>
                    <a:pt x="3377" y="1471"/>
                  </a:lnTo>
                  <a:lnTo>
                    <a:pt x="3363" y="1503"/>
                  </a:lnTo>
                  <a:lnTo>
                    <a:pt x="3348" y="1533"/>
                  </a:lnTo>
                  <a:lnTo>
                    <a:pt x="3331" y="1560"/>
                  </a:lnTo>
                  <a:lnTo>
                    <a:pt x="3312" y="1584"/>
                  </a:lnTo>
                  <a:lnTo>
                    <a:pt x="3293" y="1605"/>
                  </a:lnTo>
                  <a:lnTo>
                    <a:pt x="3272" y="1623"/>
                  </a:lnTo>
                  <a:lnTo>
                    <a:pt x="3250" y="1637"/>
                  </a:lnTo>
                  <a:lnTo>
                    <a:pt x="3227" y="1648"/>
                  </a:lnTo>
                  <a:lnTo>
                    <a:pt x="3204" y="1654"/>
                  </a:lnTo>
                  <a:lnTo>
                    <a:pt x="3179" y="1656"/>
                  </a:lnTo>
                  <a:lnTo>
                    <a:pt x="3155" y="1654"/>
                  </a:lnTo>
                  <a:lnTo>
                    <a:pt x="3131" y="1648"/>
                  </a:lnTo>
                  <a:lnTo>
                    <a:pt x="3108" y="1637"/>
                  </a:lnTo>
                  <a:lnTo>
                    <a:pt x="3087" y="1623"/>
                  </a:lnTo>
                  <a:lnTo>
                    <a:pt x="3066" y="1605"/>
                  </a:lnTo>
                  <a:lnTo>
                    <a:pt x="3046" y="1584"/>
                  </a:lnTo>
                  <a:lnTo>
                    <a:pt x="3027" y="1560"/>
                  </a:lnTo>
                  <a:lnTo>
                    <a:pt x="3011" y="1533"/>
                  </a:lnTo>
                  <a:lnTo>
                    <a:pt x="2994" y="1503"/>
                  </a:lnTo>
                  <a:lnTo>
                    <a:pt x="2980" y="1471"/>
                  </a:lnTo>
                  <a:lnTo>
                    <a:pt x="2968" y="1437"/>
                  </a:lnTo>
                  <a:lnTo>
                    <a:pt x="2958" y="1399"/>
                  </a:lnTo>
                  <a:lnTo>
                    <a:pt x="2950" y="1362"/>
                  </a:lnTo>
                  <a:lnTo>
                    <a:pt x="2944" y="1322"/>
                  </a:lnTo>
                  <a:lnTo>
                    <a:pt x="2940" y="1280"/>
                  </a:lnTo>
                  <a:lnTo>
                    <a:pt x="2939" y="1237"/>
                  </a:lnTo>
                  <a:lnTo>
                    <a:pt x="2940" y="1195"/>
                  </a:lnTo>
                  <a:lnTo>
                    <a:pt x="2944" y="1153"/>
                  </a:lnTo>
                  <a:lnTo>
                    <a:pt x="2950" y="1113"/>
                  </a:lnTo>
                  <a:lnTo>
                    <a:pt x="2958" y="1076"/>
                  </a:lnTo>
                  <a:lnTo>
                    <a:pt x="2968" y="1038"/>
                  </a:lnTo>
                  <a:lnTo>
                    <a:pt x="2980" y="1004"/>
                  </a:lnTo>
                  <a:lnTo>
                    <a:pt x="2994" y="971"/>
                  </a:lnTo>
                  <a:lnTo>
                    <a:pt x="3011" y="942"/>
                  </a:lnTo>
                  <a:lnTo>
                    <a:pt x="3027" y="915"/>
                  </a:lnTo>
                  <a:lnTo>
                    <a:pt x="3046" y="890"/>
                  </a:lnTo>
                  <a:lnTo>
                    <a:pt x="3066" y="869"/>
                  </a:lnTo>
                  <a:lnTo>
                    <a:pt x="3087" y="852"/>
                  </a:lnTo>
                  <a:lnTo>
                    <a:pt x="3108" y="838"/>
                  </a:lnTo>
                  <a:lnTo>
                    <a:pt x="3131" y="827"/>
                  </a:lnTo>
                  <a:lnTo>
                    <a:pt x="3155" y="821"/>
                  </a:lnTo>
                  <a:lnTo>
                    <a:pt x="3179" y="819"/>
                  </a:lnTo>
                  <a:close/>
                  <a:moveTo>
                    <a:pt x="3246" y="2144"/>
                  </a:moveTo>
                  <a:lnTo>
                    <a:pt x="3271" y="2146"/>
                  </a:lnTo>
                  <a:lnTo>
                    <a:pt x="3294" y="2152"/>
                  </a:lnTo>
                  <a:lnTo>
                    <a:pt x="3316" y="2162"/>
                  </a:lnTo>
                  <a:lnTo>
                    <a:pt x="3339" y="2176"/>
                  </a:lnTo>
                  <a:lnTo>
                    <a:pt x="3360" y="2194"/>
                  </a:lnTo>
                  <a:lnTo>
                    <a:pt x="3380" y="2215"/>
                  </a:lnTo>
                  <a:lnTo>
                    <a:pt x="3397" y="2240"/>
                  </a:lnTo>
                  <a:lnTo>
                    <a:pt x="3415" y="2267"/>
                  </a:lnTo>
                  <a:lnTo>
                    <a:pt x="3430" y="2296"/>
                  </a:lnTo>
                  <a:lnTo>
                    <a:pt x="3444" y="2329"/>
                  </a:lnTo>
                  <a:lnTo>
                    <a:pt x="3456" y="2363"/>
                  </a:lnTo>
                  <a:lnTo>
                    <a:pt x="3466" y="2400"/>
                  </a:lnTo>
                  <a:lnTo>
                    <a:pt x="3475" y="2438"/>
                  </a:lnTo>
                  <a:lnTo>
                    <a:pt x="3480" y="2478"/>
                  </a:lnTo>
                  <a:lnTo>
                    <a:pt x="3484" y="2520"/>
                  </a:lnTo>
                  <a:lnTo>
                    <a:pt x="3485" y="2562"/>
                  </a:lnTo>
                  <a:lnTo>
                    <a:pt x="3484" y="2604"/>
                  </a:lnTo>
                  <a:lnTo>
                    <a:pt x="3480" y="2647"/>
                  </a:lnTo>
                  <a:lnTo>
                    <a:pt x="3475" y="2686"/>
                  </a:lnTo>
                  <a:lnTo>
                    <a:pt x="3466" y="2725"/>
                  </a:lnTo>
                  <a:lnTo>
                    <a:pt x="3456" y="2762"/>
                  </a:lnTo>
                  <a:lnTo>
                    <a:pt x="3444" y="2796"/>
                  </a:lnTo>
                  <a:lnTo>
                    <a:pt x="3430" y="2828"/>
                  </a:lnTo>
                  <a:lnTo>
                    <a:pt x="3415" y="2858"/>
                  </a:lnTo>
                  <a:lnTo>
                    <a:pt x="3397" y="2886"/>
                  </a:lnTo>
                  <a:lnTo>
                    <a:pt x="3380" y="2909"/>
                  </a:lnTo>
                  <a:lnTo>
                    <a:pt x="3360" y="2930"/>
                  </a:lnTo>
                  <a:lnTo>
                    <a:pt x="3339" y="2949"/>
                  </a:lnTo>
                  <a:lnTo>
                    <a:pt x="3316" y="2963"/>
                  </a:lnTo>
                  <a:lnTo>
                    <a:pt x="3294" y="2974"/>
                  </a:lnTo>
                  <a:lnTo>
                    <a:pt x="3271" y="2980"/>
                  </a:lnTo>
                  <a:lnTo>
                    <a:pt x="3246" y="2982"/>
                  </a:lnTo>
                  <a:lnTo>
                    <a:pt x="3222" y="2980"/>
                  </a:lnTo>
                  <a:lnTo>
                    <a:pt x="3198" y="2974"/>
                  </a:lnTo>
                  <a:lnTo>
                    <a:pt x="3176" y="2963"/>
                  </a:lnTo>
                  <a:lnTo>
                    <a:pt x="3154" y="2949"/>
                  </a:lnTo>
                  <a:lnTo>
                    <a:pt x="3133" y="2930"/>
                  </a:lnTo>
                  <a:lnTo>
                    <a:pt x="3113" y="2909"/>
                  </a:lnTo>
                  <a:lnTo>
                    <a:pt x="3095" y="2886"/>
                  </a:lnTo>
                  <a:lnTo>
                    <a:pt x="3077" y="2858"/>
                  </a:lnTo>
                  <a:lnTo>
                    <a:pt x="3062" y="2828"/>
                  </a:lnTo>
                  <a:lnTo>
                    <a:pt x="3048" y="2796"/>
                  </a:lnTo>
                  <a:lnTo>
                    <a:pt x="3036" y="2762"/>
                  </a:lnTo>
                  <a:lnTo>
                    <a:pt x="3026" y="2725"/>
                  </a:lnTo>
                  <a:lnTo>
                    <a:pt x="3018" y="2686"/>
                  </a:lnTo>
                  <a:lnTo>
                    <a:pt x="3012" y="2647"/>
                  </a:lnTo>
                  <a:lnTo>
                    <a:pt x="3008" y="2604"/>
                  </a:lnTo>
                  <a:lnTo>
                    <a:pt x="3007" y="2562"/>
                  </a:lnTo>
                  <a:lnTo>
                    <a:pt x="3008" y="2520"/>
                  </a:lnTo>
                  <a:lnTo>
                    <a:pt x="3012" y="2478"/>
                  </a:lnTo>
                  <a:lnTo>
                    <a:pt x="3018" y="2438"/>
                  </a:lnTo>
                  <a:lnTo>
                    <a:pt x="3026" y="2400"/>
                  </a:lnTo>
                  <a:lnTo>
                    <a:pt x="3036" y="2363"/>
                  </a:lnTo>
                  <a:lnTo>
                    <a:pt x="3048" y="2329"/>
                  </a:lnTo>
                  <a:lnTo>
                    <a:pt x="3062" y="2296"/>
                  </a:lnTo>
                  <a:lnTo>
                    <a:pt x="3077" y="2267"/>
                  </a:lnTo>
                  <a:lnTo>
                    <a:pt x="3095" y="2240"/>
                  </a:lnTo>
                  <a:lnTo>
                    <a:pt x="3113" y="2215"/>
                  </a:lnTo>
                  <a:lnTo>
                    <a:pt x="3133" y="2194"/>
                  </a:lnTo>
                  <a:lnTo>
                    <a:pt x="3154" y="2176"/>
                  </a:lnTo>
                  <a:lnTo>
                    <a:pt x="3176" y="2162"/>
                  </a:lnTo>
                  <a:lnTo>
                    <a:pt x="3198" y="2152"/>
                  </a:lnTo>
                  <a:lnTo>
                    <a:pt x="3222" y="2146"/>
                  </a:lnTo>
                  <a:lnTo>
                    <a:pt x="3246" y="214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5922" name="Freeform 48"/>
            <p:cNvSpPr>
              <a:spLocks/>
            </p:cNvSpPr>
            <p:nvPr/>
          </p:nvSpPr>
          <p:spPr bwMode="auto">
            <a:xfrm>
              <a:off x="1267" y="1588"/>
              <a:ext cx="87" cy="52"/>
            </a:xfrm>
            <a:custGeom>
              <a:avLst/>
              <a:gdLst>
                <a:gd name="T0" fmla="*/ 3 w 437"/>
                <a:gd name="T1" fmla="*/ 2 h 260"/>
                <a:gd name="T2" fmla="*/ 3 w 437"/>
                <a:gd name="T3" fmla="*/ 2 h 260"/>
                <a:gd name="T4" fmla="*/ 3 w 437"/>
                <a:gd name="T5" fmla="*/ 2 h 260"/>
                <a:gd name="T6" fmla="*/ 3 w 437"/>
                <a:gd name="T7" fmla="*/ 2 h 260"/>
                <a:gd name="T8" fmla="*/ 3 w 437"/>
                <a:gd name="T9" fmla="*/ 1 h 260"/>
                <a:gd name="T10" fmla="*/ 3 w 437"/>
                <a:gd name="T11" fmla="*/ 1 h 260"/>
                <a:gd name="T12" fmla="*/ 3 w 437"/>
                <a:gd name="T13" fmla="*/ 1 h 260"/>
                <a:gd name="T14" fmla="*/ 3 w 437"/>
                <a:gd name="T15" fmla="*/ 1 h 260"/>
                <a:gd name="T16" fmla="*/ 3 w 437"/>
                <a:gd name="T17" fmla="*/ 1 h 260"/>
                <a:gd name="T18" fmla="*/ 2 w 437"/>
                <a:gd name="T19" fmla="*/ 1 h 260"/>
                <a:gd name="T20" fmla="*/ 2 w 437"/>
                <a:gd name="T21" fmla="*/ 0 h 260"/>
                <a:gd name="T22" fmla="*/ 2 w 437"/>
                <a:gd name="T23" fmla="*/ 0 h 260"/>
                <a:gd name="T24" fmla="*/ 2 w 437"/>
                <a:gd name="T25" fmla="*/ 0 h 260"/>
                <a:gd name="T26" fmla="*/ 1 w 437"/>
                <a:gd name="T27" fmla="*/ 0 h 260"/>
                <a:gd name="T28" fmla="*/ 1 w 437"/>
                <a:gd name="T29" fmla="*/ 0 h 260"/>
                <a:gd name="T30" fmla="*/ 1 w 437"/>
                <a:gd name="T31" fmla="*/ 0 h 260"/>
                <a:gd name="T32" fmla="*/ 0 w 437"/>
                <a:gd name="T33" fmla="*/ 0 h 260"/>
                <a:gd name="T34" fmla="*/ 0 w 437"/>
                <a:gd name="T35" fmla="*/ 0 h 260"/>
                <a:gd name="T36" fmla="*/ 0 w 437"/>
                <a:gd name="T37" fmla="*/ 0 h 260"/>
                <a:gd name="T38" fmla="*/ 0 w 437"/>
                <a:gd name="T39" fmla="*/ 0 h 260"/>
                <a:gd name="T40" fmla="*/ 1 w 437"/>
                <a:gd name="T41" fmla="*/ 0 h 260"/>
                <a:gd name="T42" fmla="*/ 1 w 437"/>
                <a:gd name="T43" fmla="*/ 0 h 260"/>
                <a:gd name="T44" fmla="*/ 1 w 437"/>
                <a:gd name="T45" fmla="*/ 0 h 260"/>
                <a:gd name="T46" fmla="*/ 2 w 437"/>
                <a:gd name="T47" fmla="*/ 0 h 260"/>
                <a:gd name="T48" fmla="*/ 2 w 437"/>
                <a:gd name="T49" fmla="*/ 0 h 260"/>
                <a:gd name="T50" fmla="*/ 2 w 437"/>
                <a:gd name="T51" fmla="*/ 1 h 260"/>
                <a:gd name="T52" fmla="*/ 2 w 437"/>
                <a:gd name="T53" fmla="*/ 1 h 260"/>
                <a:gd name="T54" fmla="*/ 3 w 437"/>
                <a:gd name="T55" fmla="*/ 1 h 260"/>
                <a:gd name="T56" fmla="*/ 3 w 437"/>
                <a:gd name="T57" fmla="*/ 1 h 260"/>
                <a:gd name="T58" fmla="*/ 3 w 437"/>
                <a:gd name="T59" fmla="*/ 1 h 260"/>
                <a:gd name="T60" fmla="*/ 3 w 437"/>
                <a:gd name="T61" fmla="*/ 1 h 260"/>
                <a:gd name="T62" fmla="*/ 3 w 437"/>
                <a:gd name="T63" fmla="*/ 1 h 260"/>
                <a:gd name="T64" fmla="*/ 3 w 437"/>
                <a:gd name="T65" fmla="*/ 2 h 260"/>
                <a:gd name="T66" fmla="*/ 3 w 437"/>
                <a:gd name="T67" fmla="*/ 2 h 260"/>
                <a:gd name="T68" fmla="*/ 3 w 437"/>
                <a:gd name="T69" fmla="*/ 2 h 260"/>
                <a:gd name="T70" fmla="*/ 3 w 437"/>
                <a:gd name="T71" fmla="*/ 2 h 260"/>
                <a:gd name="T72" fmla="*/ 3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437" y="260"/>
                  </a:moveTo>
                  <a:lnTo>
                    <a:pt x="437" y="260"/>
                  </a:lnTo>
                  <a:lnTo>
                    <a:pt x="434" y="233"/>
                  </a:lnTo>
                  <a:lnTo>
                    <a:pt x="427" y="206"/>
                  </a:lnTo>
                  <a:lnTo>
                    <a:pt x="417" y="181"/>
                  </a:lnTo>
                  <a:lnTo>
                    <a:pt x="401" y="157"/>
                  </a:lnTo>
                  <a:lnTo>
                    <a:pt x="383" y="133"/>
                  </a:lnTo>
                  <a:lnTo>
                    <a:pt x="360" y="113"/>
                  </a:lnTo>
                  <a:lnTo>
                    <a:pt x="336" y="93"/>
                  </a:lnTo>
                  <a:lnTo>
                    <a:pt x="308" y="73"/>
                  </a:lnTo>
                  <a:lnTo>
                    <a:pt x="276" y="58"/>
                  </a:lnTo>
                  <a:lnTo>
                    <a:pt x="242" y="43"/>
                  </a:lnTo>
                  <a:lnTo>
                    <a:pt x="207" y="30"/>
                  </a:lnTo>
                  <a:lnTo>
                    <a:pt x="168" y="19"/>
                  </a:lnTo>
                  <a:lnTo>
                    <a:pt x="128" y="11"/>
                  </a:lnTo>
                  <a:lnTo>
                    <a:pt x="87" y="4"/>
                  </a:lnTo>
                  <a:lnTo>
                    <a:pt x="43" y="1"/>
                  </a:lnTo>
                  <a:lnTo>
                    <a:pt x="0" y="0"/>
                  </a:lnTo>
                  <a:lnTo>
                    <a:pt x="0" y="11"/>
                  </a:lnTo>
                  <a:lnTo>
                    <a:pt x="43" y="12"/>
                  </a:lnTo>
                  <a:lnTo>
                    <a:pt x="85" y="16"/>
                  </a:lnTo>
                  <a:lnTo>
                    <a:pt x="126" y="23"/>
                  </a:lnTo>
                  <a:lnTo>
                    <a:pt x="166" y="31"/>
                  </a:lnTo>
                  <a:lnTo>
                    <a:pt x="202" y="42"/>
                  </a:lnTo>
                  <a:lnTo>
                    <a:pt x="237" y="55"/>
                  </a:lnTo>
                  <a:lnTo>
                    <a:pt x="271" y="70"/>
                  </a:lnTo>
                  <a:lnTo>
                    <a:pt x="301" y="85"/>
                  </a:lnTo>
                  <a:lnTo>
                    <a:pt x="329" y="103"/>
                  </a:lnTo>
                  <a:lnTo>
                    <a:pt x="353" y="123"/>
                  </a:lnTo>
                  <a:lnTo>
                    <a:pt x="373" y="143"/>
                  </a:lnTo>
                  <a:lnTo>
                    <a:pt x="392" y="164"/>
                  </a:lnTo>
                  <a:lnTo>
                    <a:pt x="405" y="186"/>
                  </a:lnTo>
                  <a:lnTo>
                    <a:pt x="415" y="211"/>
                  </a:lnTo>
                  <a:lnTo>
                    <a:pt x="422" y="235"/>
                  </a:lnTo>
                  <a:lnTo>
                    <a:pt x="425" y="260"/>
                  </a:lnTo>
                  <a:lnTo>
                    <a:pt x="437"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5923" name="Freeform 49"/>
            <p:cNvSpPr>
              <a:spLocks/>
            </p:cNvSpPr>
            <p:nvPr/>
          </p:nvSpPr>
          <p:spPr bwMode="auto">
            <a:xfrm>
              <a:off x="1267" y="1640"/>
              <a:ext cx="87" cy="52"/>
            </a:xfrm>
            <a:custGeom>
              <a:avLst/>
              <a:gdLst>
                <a:gd name="T0" fmla="*/ 0 w 437"/>
                <a:gd name="T1" fmla="*/ 2 h 260"/>
                <a:gd name="T2" fmla="*/ 0 w 437"/>
                <a:gd name="T3" fmla="*/ 2 h 260"/>
                <a:gd name="T4" fmla="*/ 0 w 437"/>
                <a:gd name="T5" fmla="*/ 2 h 260"/>
                <a:gd name="T6" fmla="*/ 1 w 437"/>
                <a:gd name="T7" fmla="*/ 2 h 260"/>
                <a:gd name="T8" fmla="*/ 1 w 437"/>
                <a:gd name="T9" fmla="*/ 2 h 260"/>
                <a:gd name="T10" fmla="*/ 1 w 437"/>
                <a:gd name="T11" fmla="*/ 2 h 260"/>
                <a:gd name="T12" fmla="*/ 2 w 437"/>
                <a:gd name="T13" fmla="*/ 2 h 260"/>
                <a:gd name="T14" fmla="*/ 2 w 437"/>
                <a:gd name="T15" fmla="*/ 2 h 260"/>
                <a:gd name="T16" fmla="*/ 2 w 437"/>
                <a:gd name="T17" fmla="*/ 2 h 260"/>
                <a:gd name="T18" fmla="*/ 2 w 437"/>
                <a:gd name="T19" fmla="*/ 1 h 260"/>
                <a:gd name="T20" fmla="*/ 3 w 437"/>
                <a:gd name="T21" fmla="*/ 1 h 260"/>
                <a:gd name="T22" fmla="*/ 3 w 437"/>
                <a:gd name="T23" fmla="*/ 1 h 260"/>
                <a:gd name="T24" fmla="*/ 3 w 437"/>
                <a:gd name="T25" fmla="*/ 1 h 260"/>
                <a:gd name="T26" fmla="*/ 3 w 437"/>
                <a:gd name="T27" fmla="*/ 1 h 260"/>
                <a:gd name="T28" fmla="*/ 3 w 437"/>
                <a:gd name="T29" fmla="*/ 1 h 260"/>
                <a:gd name="T30" fmla="*/ 3 w 437"/>
                <a:gd name="T31" fmla="*/ 0 h 260"/>
                <a:gd name="T32" fmla="*/ 3 w 437"/>
                <a:gd name="T33" fmla="*/ 0 h 260"/>
                <a:gd name="T34" fmla="*/ 3 w 437"/>
                <a:gd name="T35" fmla="*/ 0 h 260"/>
                <a:gd name="T36" fmla="*/ 3 w 437"/>
                <a:gd name="T37" fmla="*/ 0 h 260"/>
                <a:gd name="T38" fmla="*/ 3 w 437"/>
                <a:gd name="T39" fmla="*/ 0 h 260"/>
                <a:gd name="T40" fmla="*/ 3 w 437"/>
                <a:gd name="T41" fmla="*/ 0 h 260"/>
                <a:gd name="T42" fmla="*/ 3 w 437"/>
                <a:gd name="T43" fmla="*/ 1 h 260"/>
                <a:gd name="T44" fmla="*/ 3 w 437"/>
                <a:gd name="T45" fmla="*/ 1 h 260"/>
                <a:gd name="T46" fmla="*/ 3 w 437"/>
                <a:gd name="T47" fmla="*/ 1 h 260"/>
                <a:gd name="T48" fmla="*/ 3 w 437"/>
                <a:gd name="T49" fmla="*/ 1 h 260"/>
                <a:gd name="T50" fmla="*/ 3 w 437"/>
                <a:gd name="T51" fmla="*/ 1 h 260"/>
                <a:gd name="T52" fmla="*/ 2 w 437"/>
                <a:gd name="T53" fmla="*/ 1 h 260"/>
                <a:gd name="T54" fmla="*/ 2 w 437"/>
                <a:gd name="T55" fmla="*/ 2 h 260"/>
                <a:gd name="T56" fmla="*/ 2 w 437"/>
                <a:gd name="T57" fmla="*/ 2 h 260"/>
                <a:gd name="T58" fmla="*/ 2 w 437"/>
                <a:gd name="T59" fmla="*/ 2 h 260"/>
                <a:gd name="T60" fmla="*/ 1 w 437"/>
                <a:gd name="T61" fmla="*/ 2 h 260"/>
                <a:gd name="T62" fmla="*/ 1 w 437"/>
                <a:gd name="T63" fmla="*/ 2 h 260"/>
                <a:gd name="T64" fmla="*/ 1 w 437"/>
                <a:gd name="T65" fmla="*/ 2 h 260"/>
                <a:gd name="T66" fmla="*/ 0 w 437"/>
                <a:gd name="T67" fmla="*/ 2 h 260"/>
                <a:gd name="T68" fmla="*/ 0 w 437"/>
                <a:gd name="T69" fmla="*/ 2 h 260"/>
                <a:gd name="T70" fmla="*/ 0 w 437"/>
                <a:gd name="T71" fmla="*/ 2 h 260"/>
                <a:gd name="T72" fmla="*/ 0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0" y="260"/>
                  </a:moveTo>
                  <a:lnTo>
                    <a:pt x="0" y="260"/>
                  </a:lnTo>
                  <a:lnTo>
                    <a:pt x="43" y="259"/>
                  </a:lnTo>
                  <a:lnTo>
                    <a:pt x="87" y="255"/>
                  </a:lnTo>
                  <a:lnTo>
                    <a:pt x="128" y="248"/>
                  </a:lnTo>
                  <a:lnTo>
                    <a:pt x="168" y="240"/>
                  </a:lnTo>
                  <a:lnTo>
                    <a:pt x="207" y="230"/>
                  </a:lnTo>
                  <a:lnTo>
                    <a:pt x="242" y="217"/>
                  </a:lnTo>
                  <a:lnTo>
                    <a:pt x="276" y="202"/>
                  </a:lnTo>
                  <a:lnTo>
                    <a:pt x="308" y="185"/>
                  </a:lnTo>
                  <a:lnTo>
                    <a:pt x="336" y="166"/>
                  </a:lnTo>
                  <a:lnTo>
                    <a:pt x="360" y="146"/>
                  </a:lnTo>
                  <a:lnTo>
                    <a:pt x="383" y="125"/>
                  </a:lnTo>
                  <a:lnTo>
                    <a:pt x="401" y="102"/>
                  </a:lnTo>
                  <a:lnTo>
                    <a:pt x="417" y="77"/>
                  </a:lnTo>
                  <a:lnTo>
                    <a:pt x="427" y="53"/>
                  </a:lnTo>
                  <a:lnTo>
                    <a:pt x="434" y="27"/>
                  </a:lnTo>
                  <a:lnTo>
                    <a:pt x="437" y="0"/>
                  </a:lnTo>
                  <a:lnTo>
                    <a:pt x="425" y="0"/>
                  </a:lnTo>
                  <a:lnTo>
                    <a:pt x="422" y="24"/>
                  </a:lnTo>
                  <a:lnTo>
                    <a:pt x="415" y="48"/>
                  </a:lnTo>
                  <a:lnTo>
                    <a:pt x="405" y="73"/>
                  </a:lnTo>
                  <a:lnTo>
                    <a:pt x="392" y="95"/>
                  </a:lnTo>
                  <a:lnTo>
                    <a:pt x="373" y="116"/>
                  </a:lnTo>
                  <a:lnTo>
                    <a:pt x="353" y="137"/>
                  </a:lnTo>
                  <a:lnTo>
                    <a:pt x="329" y="157"/>
                  </a:lnTo>
                  <a:lnTo>
                    <a:pt x="301" y="173"/>
                  </a:lnTo>
                  <a:lnTo>
                    <a:pt x="271" y="190"/>
                  </a:lnTo>
                  <a:lnTo>
                    <a:pt x="237" y="205"/>
                  </a:lnTo>
                  <a:lnTo>
                    <a:pt x="202" y="218"/>
                  </a:lnTo>
                  <a:lnTo>
                    <a:pt x="166" y="228"/>
                  </a:lnTo>
                  <a:lnTo>
                    <a:pt x="126" y="237"/>
                  </a:lnTo>
                  <a:lnTo>
                    <a:pt x="85" y="244"/>
                  </a:lnTo>
                  <a:lnTo>
                    <a:pt x="43" y="247"/>
                  </a:lnTo>
                  <a:lnTo>
                    <a:pt x="0" y="248"/>
                  </a:lnTo>
                  <a:lnTo>
                    <a:pt x="0"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5924" name="Freeform 50"/>
            <p:cNvSpPr>
              <a:spLocks/>
            </p:cNvSpPr>
            <p:nvPr/>
          </p:nvSpPr>
          <p:spPr bwMode="auto">
            <a:xfrm>
              <a:off x="1179" y="1640"/>
              <a:ext cx="88" cy="52"/>
            </a:xfrm>
            <a:custGeom>
              <a:avLst/>
              <a:gdLst>
                <a:gd name="T0" fmla="*/ 0 w 439"/>
                <a:gd name="T1" fmla="*/ 0 h 260"/>
                <a:gd name="T2" fmla="*/ 0 w 439"/>
                <a:gd name="T3" fmla="*/ 0 h 260"/>
                <a:gd name="T4" fmla="*/ 0 w 439"/>
                <a:gd name="T5" fmla="*/ 0 h 260"/>
                <a:gd name="T6" fmla="*/ 0 w 439"/>
                <a:gd name="T7" fmla="*/ 0 h 260"/>
                <a:gd name="T8" fmla="*/ 0 w 439"/>
                <a:gd name="T9" fmla="*/ 1 h 260"/>
                <a:gd name="T10" fmla="*/ 0 w 439"/>
                <a:gd name="T11" fmla="*/ 1 h 260"/>
                <a:gd name="T12" fmla="*/ 0 w 439"/>
                <a:gd name="T13" fmla="*/ 1 h 260"/>
                <a:gd name="T14" fmla="*/ 1 w 439"/>
                <a:gd name="T15" fmla="*/ 1 h 260"/>
                <a:gd name="T16" fmla="*/ 1 w 439"/>
                <a:gd name="T17" fmla="*/ 1 h 260"/>
                <a:gd name="T18" fmla="*/ 1 w 439"/>
                <a:gd name="T19" fmla="*/ 1 h 260"/>
                <a:gd name="T20" fmla="*/ 1 w 439"/>
                <a:gd name="T21" fmla="*/ 2 h 260"/>
                <a:gd name="T22" fmla="*/ 2 w 439"/>
                <a:gd name="T23" fmla="*/ 2 h 260"/>
                <a:gd name="T24" fmla="*/ 2 w 439"/>
                <a:gd name="T25" fmla="*/ 2 h 260"/>
                <a:gd name="T26" fmla="*/ 2 w 439"/>
                <a:gd name="T27" fmla="*/ 2 h 260"/>
                <a:gd name="T28" fmla="*/ 2 w 439"/>
                <a:gd name="T29" fmla="*/ 2 h 260"/>
                <a:gd name="T30" fmla="*/ 3 w 439"/>
                <a:gd name="T31" fmla="*/ 2 h 260"/>
                <a:gd name="T32" fmla="*/ 3 w 439"/>
                <a:gd name="T33" fmla="*/ 2 h 260"/>
                <a:gd name="T34" fmla="*/ 4 w 439"/>
                <a:gd name="T35" fmla="*/ 2 h 260"/>
                <a:gd name="T36" fmla="*/ 4 w 439"/>
                <a:gd name="T37" fmla="*/ 2 h 260"/>
                <a:gd name="T38" fmla="*/ 3 w 439"/>
                <a:gd name="T39" fmla="*/ 2 h 260"/>
                <a:gd name="T40" fmla="*/ 3 w 439"/>
                <a:gd name="T41" fmla="*/ 2 h 260"/>
                <a:gd name="T42" fmla="*/ 3 w 439"/>
                <a:gd name="T43" fmla="*/ 2 h 260"/>
                <a:gd name="T44" fmla="*/ 2 w 439"/>
                <a:gd name="T45" fmla="*/ 2 h 260"/>
                <a:gd name="T46" fmla="*/ 2 w 439"/>
                <a:gd name="T47" fmla="*/ 2 h 260"/>
                <a:gd name="T48" fmla="*/ 2 w 439"/>
                <a:gd name="T49" fmla="*/ 2 h 260"/>
                <a:gd name="T50" fmla="*/ 1 w 439"/>
                <a:gd name="T51" fmla="*/ 2 h 260"/>
                <a:gd name="T52" fmla="*/ 1 w 439"/>
                <a:gd name="T53" fmla="*/ 1 h 260"/>
                <a:gd name="T54" fmla="*/ 1 w 439"/>
                <a:gd name="T55" fmla="*/ 1 h 260"/>
                <a:gd name="T56" fmla="*/ 1 w 439"/>
                <a:gd name="T57" fmla="*/ 1 h 260"/>
                <a:gd name="T58" fmla="*/ 1 w 439"/>
                <a:gd name="T59" fmla="*/ 1 h 260"/>
                <a:gd name="T60" fmla="*/ 0 w 439"/>
                <a:gd name="T61" fmla="*/ 1 h 260"/>
                <a:gd name="T62" fmla="*/ 0 w 439"/>
                <a:gd name="T63" fmla="*/ 1 h 260"/>
                <a:gd name="T64" fmla="*/ 0 w 439"/>
                <a:gd name="T65" fmla="*/ 0 h 260"/>
                <a:gd name="T66" fmla="*/ 0 w 439"/>
                <a:gd name="T67" fmla="*/ 0 h 260"/>
                <a:gd name="T68" fmla="*/ 0 w 439"/>
                <a:gd name="T69" fmla="*/ 0 h 260"/>
                <a:gd name="T70" fmla="*/ 0 w 439"/>
                <a:gd name="T71" fmla="*/ 0 h 260"/>
                <a:gd name="T72" fmla="*/ 0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0" y="0"/>
                  </a:moveTo>
                  <a:lnTo>
                    <a:pt x="0" y="0"/>
                  </a:lnTo>
                  <a:lnTo>
                    <a:pt x="3" y="27"/>
                  </a:lnTo>
                  <a:lnTo>
                    <a:pt x="10" y="53"/>
                  </a:lnTo>
                  <a:lnTo>
                    <a:pt x="20" y="77"/>
                  </a:lnTo>
                  <a:lnTo>
                    <a:pt x="35" y="102"/>
                  </a:lnTo>
                  <a:lnTo>
                    <a:pt x="54" y="125"/>
                  </a:lnTo>
                  <a:lnTo>
                    <a:pt x="76" y="146"/>
                  </a:lnTo>
                  <a:lnTo>
                    <a:pt x="102" y="166"/>
                  </a:lnTo>
                  <a:lnTo>
                    <a:pt x="130" y="185"/>
                  </a:lnTo>
                  <a:lnTo>
                    <a:pt x="162" y="202"/>
                  </a:lnTo>
                  <a:lnTo>
                    <a:pt x="195" y="217"/>
                  </a:lnTo>
                  <a:lnTo>
                    <a:pt x="231" y="230"/>
                  </a:lnTo>
                  <a:lnTo>
                    <a:pt x="270" y="240"/>
                  </a:lnTo>
                  <a:lnTo>
                    <a:pt x="310" y="248"/>
                  </a:lnTo>
                  <a:lnTo>
                    <a:pt x="351" y="255"/>
                  </a:lnTo>
                  <a:lnTo>
                    <a:pt x="395" y="259"/>
                  </a:lnTo>
                  <a:lnTo>
                    <a:pt x="439" y="260"/>
                  </a:lnTo>
                  <a:lnTo>
                    <a:pt x="439" y="248"/>
                  </a:lnTo>
                  <a:lnTo>
                    <a:pt x="395" y="247"/>
                  </a:lnTo>
                  <a:lnTo>
                    <a:pt x="353" y="244"/>
                  </a:lnTo>
                  <a:lnTo>
                    <a:pt x="312" y="237"/>
                  </a:lnTo>
                  <a:lnTo>
                    <a:pt x="272" y="228"/>
                  </a:lnTo>
                  <a:lnTo>
                    <a:pt x="236" y="218"/>
                  </a:lnTo>
                  <a:lnTo>
                    <a:pt x="200" y="205"/>
                  </a:lnTo>
                  <a:lnTo>
                    <a:pt x="167" y="190"/>
                  </a:lnTo>
                  <a:lnTo>
                    <a:pt x="137" y="173"/>
                  </a:lnTo>
                  <a:lnTo>
                    <a:pt x="109" y="157"/>
                  </a:lnTo>
                  <a:lnTo>
                    <a:pt x="84" y="137"/>
                  </a:lnTo>
                  <a:lnTo>
                    <a:pt x="64" y="116"/>
                  </a:lnTo>
                  <a:lnTo>
                    <a:pt x="45" y="95"/>
                  </a:lnTo>
                  <a:lnTo>
                    <a:pt x="32" y="73"/>
                  </a:lnTo>
                  <a:lnTo>
                    <a:pt x="21" y="48"/>
                  </a:lnTo>
                  <a:lnTo>
                    <a:pt x="14" y="24"/>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5925" name="Freeform 51"/>
            <p:cNvSpPr>
              <a:spLocks/>
            </p:cNvSpPr>
            <p:nvPr/>
          </p:nvSpPr>
          <p:spPr bwMode="auto">
            <a:xfrm>
              <a:off x="1179" y="1588"/>
              <a:ext cx="88" cy="52"/>
            </a:xfrm>
            <a:custGeom>
              <a:avLst/>
              <a:gdLst>
                <a:gd name="T0" fmla="*/ 4 w 439"/>
                <a:gd name="T1" fmla="*/ 0 h 260"/>
                <a:gd name="T2" fmla="*/ 4 w 439"/>
                <a:gd name="T3" fmla="*/ 0 h 260"/>
                <a:gd name="T4" fmla="*/ 3 w 439"/>
                <a:gd name="T5" fmla="*/ 0 h 260"/>
                <a:gd name="T6" fmla="*/ 3 w 439"/>
                <a:gd name="T7" fmla="*/ 0 h 260"/>
                <a:gd name="T8" fmla="*/ 2 w 439"/>
                <a:gd name="T9" fmla="*/ 0 h 260"/>
                <a:gd name="T10" fmla="*/ 2 w 439"/>
                <a:gd name="T11" fmla="*/ 0 h 260"/>
                <a:gd name="T12" fmla="*/ 2 w 439"/>
                <a:gd name="T13" fmla="*/ 0 h 260"/>
                <a:gd name="T14" fmla="*/ 2 w 439"/>
                <a:gd name="T15" fmla="*/ 0 h 260"/>
                <a:gd name="T16" fmla="*/ 1 w 439"/>
                <a:gd name="T17" fmla="*/ 0 h 260"/>
                <a:gd name="T18" fmla="*/ 1 w 439"/>
                <a:gd name="T19" fmla="*/ 1 h 260"/>
                <a:gd name="T20" fmla="*/ 1 w 439"/>
                <a:gd name="T21" fmla="*/ 1 h 260"/>
                <a:gd name="T22" fmla="*/ 1 w 439"/>
                <a:gd name="T23" fmla="*/ 1 h 260"/>
                <a:gd name="T24" fmla="*/ 0 w 439"/>
                <a:gd name="T25" fmla="*/ 1 h 260"/>
                <a:gd name="T26" fmla="*/ 0 w 439"/>
                <a:gd name="T27" fmla="*/ 1 h 260"/>
                <a:gd name="T28" fmla="*/ 0 w 439"/>
                <a:gd name="T29" fmla="*/ 1 h 260"/>
                <a:gd name="T30" fmla="*/ 0 w 439"/>
                <a:gd name="T31" fmla="*/ 2 h 260"/>
                <a:gd name="T32" fmla="*/ 0 w 439"/>
                <a:gd name="T33" fmla="*/ 2 h 260"/>
                <a:gd name="T34" fmla="*/ 0 w 439"/>
                <a:gd name="T35" fmla="*/ 2 h 260"/>
                <a:gd name="T36" fmla="*/ 0 w 439"/>
                <a:gd name="T37" fmla="*/ 2 h 260"/>
                <a:gd name="T38" fmla="*/ 0 w 439"/>
                <a:gd name="T39" fmla="*/ 2 h 260"/>
                <a:gd name="T40" fmla="*/ 0 w 439"/>
                <a:gd name="T41" fmla="*/ 2 h 260"/>
                <a:gd name="T42" fmla="*/ 0 w 439"/>
                <a:gd name="T43" fmla="*/ 1 h 260"/>
                <a:gd name="T44" fmla="*/ 0 w 439"/>
                <a:gd name="T45" fmla="*/ 1 h 260"/>
                <a:gd name="T46" fmla="*/ 1 w 439"/>
                <a:gd name="T47" fmla="*/ 1 h 260"/>
                <a:gd name="T48" fmla="*/ 1 w 439"/>
                <a:gd name="T49" fmla="*/ 1 h 260"/>
                <a:gd name="T50" fmla="*/ 1 w 439"/>
                <a:gd name="T51" fmla="*/ 1 h 260"/>
                <a:gd name="T52" fmla="*/ 1 w 439"/>
                <a:gd name="T53" fmla="*/ 1 h 260"/>
                <a:gd name="T54" fmla="*/ 1 w 439"/>
                <a:gd name="T55" fmla="*/ 1 h 260"/>
                <a:gd name="T56" fmla="*/ 2 w 439"/>
                <a:gd name="T57" fmla="*/ 0 h 260"/>
                <a:gd name="T58" fmla="*/ 2 w 439"/>
                <a:gd name="T59" fmla="*/ 0 h 260"/>
                <a:gd name="T60" fmla="*/ 2 w 439"/>
                <a:gd name="T61" fmla="*/ 0 h 260"/>
                <a:gd name="T62" fmla="*/ 3 w 439"/>
                <a:gd name="T63" fmla="*/ 0 h 260"/>
                <a:gd name="T64" fmla="*/ 3 w 439"/>
                <a:gd name="T65" fmla="*/ 0 h 260"/>
                <a:gd name="T66" fmla="*/ 3 w 439"/>
                <a:gd name="T67" fmla="*/ 0 h 260"/>
                <a:gd name="T68" fmla="*/ 4 w 439"/>
                <a:gd name="T69" fmla="*/ 0 h 260"/>
                <a:gd name="T70" fmla="*/ 4 w 439"/>
                <a:gd name="T71" fmla="*/ 0 h 260"/>
                <a:gd name="T72" fmla="*/ 4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439" y="0"/>
                  </a:moveTo>
                  <a:lnTo>
                    <a:pt x="439" y="0"/>
                  </a:lnTo>
                  <a:lnTo>
                    <a:pt x="395" y="1"/>
                  </a:lnTo>
                  <a:lnTo>
                    <a:pt x="351" y="4"/>
                  </a:lnTo>
                  <a:lnTo>
                    <a:pt x="310" y="11"/>
                  </a:lnTo>
                  <a:lnTo>
                    <a:pt x="270" y="19"/>
                  </a:lnTo>
                  <a:lnTo>
                    <a:pt x="231" y="30"/>
                  </a:lnTo>
                  <a:lnTo>
                    <a:pt x="195" y="43"/>
                  </a:lnTo>
                  <a:lnTo>
                    <a:pt x="162" y="58"/>
                  </a:lnTo>
                  <a:lnTo>
                    <a:pt x="130" y="73"/>
                  </a:lnTo>
                  <a:lnTo>
                    <a:pt x="102" y="93"/>
                  </a:lnTo>
                  <a:lnTo>
                    <a:pt x="76" y="113"/>
                  </a:lnTo>
                  <a:lnTo>
                    <a:pt x="54" y="133"/>
                  </a:lnTo>
                  <a:lnTo>
                    <a:pt x="35" y="157"/>
                  </a:lnTo>
                  <a:lnTo>
                    <a:pt x="20" y="181"/>
                  </a:lnTo>
                  <a:lnTo>
                    <a:pt x="10" y="206"/>
                  </a:lnTo>
                  <a:lnTo>
                    <a:pt x="3" y="233"/>
                  </a:lnTo>
                  <a:lnTo>
                    <a:pt x="0" y="260"/>
                  </a:lnTo>
                  <a:lnTo>
                    <a:pt x="12" y="260"/>
                  </a:lnTo>
                  <a:lnTo>
                    <a:pt x="14" y="235"/>
                  </a:lnTo>
                  <a:lnTo>
                    <a:pt x="21" y="211"/>
                  </a:lnTo>
                  <a:lnTo>
                    <a:pt x="32" y="186"/>
                  </a:lnTo>
                  <a:lnTo>
                    <a:pt x="45" y="164"/>
                  </a:lnTo>
                  <a:lnTo>
                    <a:pt x="64" y="143"/>
                  </a:lnTo>
                  <a:lnTo>
                    <a:pt x="84" y="123"/>
                  </a:lnTo>
                  <a:lnTo>
                    <a:pt x="109" y="103"/>
                  </a:lnTo>
                  <a:lnTo>
                    <a:pt x="137" y="85"/>
                  </a:lnTo>
                  <a:lnTo>
                    <a:pt x="167" y="70"/>
                  </a:lnTo>
                  <a:lnTo>
                    <a:pt x="200" y="55"/>
                  </a:lnTo>
                  <a:lnTo>
                    <a:pt x="236" y="42"/>
                  </a:lnTo>
                  <a:lnTo>
                    <a:pt x="272" y="31"/>
                  </a:lnTo>
                  <a:lnTo>
                    <a:pt x="312" y="23"/>
                  </a:lnTo>
                  <a:lnTo>
                    <a:pt x="353" y="16"/>
                  </a:lnTo>
                  <a:lnTo>
                    <a:pt x="395" y="12"/>
                  </a:lnTo>
                  <a:lnTo>
                    <a:pt x="439" y="11"/>
                  </a:lnTo>
                  <a:lnTo>
                    <a:pt x="439"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5926" name="Freeform 52"/>
            <p:cNvSpPr>
              <a:spLocks/>
            </p:cNvSpPr>
            <p:nvPr/>
          </p:nvSpPr>
          <p:spPr bwMode="auto">
            <a:xfrm>
              <a:off x="964" y="1745"/>
              <a:ext cx="48" cy="85"/>
            </a:xfrm>
            <a:custGeom>
              <a:avLst/>
              <a:gdLst>
                <a:gd name="T0" fmla="*/ 2 w 244"/>
                <a:gd name="T1" fmla="*/ 3 h 426"/>
                <a:gd name="T2" fmla="*/ 2 w 244"/>
                <a:gd name="T3" fmla="*/ 3 h 426"/>
                <a:gd name="T4" fmla="*/ 2 w 244"/>
                <a:gd name="T5" fmla="*/ 3 h 426"/>
                <a:gd name="T6" fmla="*/ 2 w 244"/>
                <a:gd name="T7" fmla="*/ 3 h 426"/>
                <a:gd name="T8" fmla="*/ 2 w 244"/>
                <a:gd name="T9" fmla="*/ 2 h 426"/>
                <a:gd name="T10" fmla="*/ 2 w 244"/>
                <a:gd name="T11" fmla="*/ 2 h 426"/>
                <a:gd name="T12" fmla="*/ 2 w 244"/>
                <a:gd name="T13" fmla="*/ 2 h 426"/>
                <a:gd name="T14" fmla="*/ 2 w 244"/>
                <a:gd name="T15" fmla="*/ 2 h 426"/>
                <a:gd name="T16" fmla="*/ 1 w 244"/>
                <a:gd name="T17" fmla="*/ 1 h 426"/>
                <a:gd name="T18" fmla="*/ 1 w 244"/>
                <a:gd name="T19" fmla="*/ 1 h 426"/>
                <a:gd name="T20" fmla="*/ 1 w 244"/>
                <a:gd name="T21" fmla="*/ 1 h 426"/>
                <a:gd name="T22" fmla="*/ 1 w 244"/>
                <a:gd name="T23" fmla="*/ 1 h 426"/>
                <a:gd name="T24" fmla="*/ 1 w 244"/>
                <a:gd name="T25" fmla="*/ 0 h 426"/>
                <a:gd name="T26" fmla="*/ 1 w 244"/>
                <a:gd name="T27" fmla="*/ 0 h 426"/>
                <a:gd name="T28" fmla="*/ 1 w 244"/>
                <a:gd name="T29" fmla="*/ 0 h 426"/>
                <a:gd name="T30" fmla="*/ 0 w 244"/>
                <a:gd name="T31" fmla="*/ 0 h 426"/>
                <a:gd name="T32" fmla="*/ 0 w 244"/>
                <a:gd name="T33" fmla="*/ 0 h 426"/>
                <a:gd name="T34" fmla="*/ 0 w 244"/>
                <a:gd name="T35" fmla="*/ 0 h 426"/>
                <a:gd name="T36" fmla="*/ 0 w 244"/>
                <a:gd name="T37" fmla="*/ 0 h 426"/>
                <a:gd name="T38" fmla="*/ 0 w 244"/>
                <a:gd name="T39" fmla="*/ 0 h 426"/>
                <a:gd name="T40" fmla="*/ 0 w 244"/>
                <a:gd name="T41" fmla="*/ 0 h 426"/>
                <a:gd name="T42" fmla="*/ 1 w 244"/>
                <a:gd name="T43" fmla="*/ 0 h 426"/>
                <a:gd name="T44" fmla="*/ 1 w 244"/>
                <a:gd name="T45" fmla="*/ 0 h 426"/>
                <a:gd name="T46" fmla="*/ 1 w 244"/>
                <a:gd name="T47" fmla="*/ 0 h 426"/>
                <a:gd name="T48" fmla="*/ 1 w 244"/>
                <a:gd name="T49" fmla="*/ 1 h 426"/>
                <a:gd name="T50" fmla="*/ 1 w 244"/>
                <a:gd name="T51" fmla="*/ 1 h 426"/>
                <a:gd name="T52" fmla="*/ 1 w 244"/>
                <a:gd name="T53" fmla="*/ 1 h 426"/>
                <a:gd name="T54" fmla="*/ 1 w 244"/>
                <a:gd name="T55" fmla="*/ 1 h 426"/>
                <a:gd name="T56" fmla="*/ 1 w 244"/>
                <a:gd name="T57" fmla="*/ 2 h 426"/>
                <a:gd name="T58" fmla="*/ 2 w 244"/>
                <a:gd name="T59" fmla="*/ 2 h 426"/>
                <a:gd name="T60" fmla="*/ 2 w 244"/>
                <a:gd name="T61" fmla="*/ 2 h 426"/>
                <a:gd name="T62" fmla="*/ 2 w 244"/>
                <a:gd name="T63" fmla="*/ 2 h 426"/>
                <a:gd name="T64" fmla="*/ 2 w 244"/>
                <a:gd name="T65" fmla="*/ 3 h 426"/>
                <a:gd name="T66" fmla="*/ 2 w 244"/>
                <a:gd name="T67" fmla="*/ 3 h 426"/>
                <a:gd name="T68" fmla="*/ 2 w 244"/>
                <a:gd name="T69" fmla="*/ 3 h 426"/>
                <a:gd name="T70" fmla="*/ 2 w 244"/>
                <a:gd name="T71" fmla="*/ 3 h 426"/>
                <a:gd name="T72" fmla="*/ 2 w 244"/>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6"/>
                <a:gd name="T113" fmla="*/ 244 w 244"/>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6">
                  <a:moveTo>
                    <a:pt x="244" y="426"/>
                  </a:moveTo>
                  <a:lnTo>
                    <a:pt x="244" y="426"/>
                  </a:lnTo>
                  <a:lnTo>
                    <a:pt x="243" y="383"/>
                  </a:lnTo>
                  <a:lnTo>
                    <a:pt x="240" y="340"/>
                  </a:lnTo>
                  <a:lnTo>
                    <a:pt x="234" y="300"/>
                  </a:lnTo>
                  <a:lnTo>
                    <a:pt x="226" y="262"/>
                  </a:lnTo>
                  <a:lnTo>
                    <a:pt x="215" y="224"/>
                  </a:lnTo>
                  <a:lnTo>
                    <a:pt x="203" y="189"/>
                  </a:lnTo>
                  <a:lnTo>
                    <a:pt x="189" y="157"/>
                  </a:lnTo>
                  <a:lnTo>
                    <a:pt x="174" y="126"/>
                  </a:lnTo>
                  <a:lnTo>
                    <a:pt x="155" y="99"/>
                  </a:lnTo>
                  <a:lnTo>
                    <a:pt x="138" y="74"/>
                  </a:lnTo>
                  <a:lnTo>
                    <a:pt x="118" y="52"/>
                  </a:lnTo>
                  <a:lnTo>
                    <a:pt x="96" y="34"/>
                  </a:lnTo>
                  <a:lnTo>
                    <a:pt x="73" y="19"/>
                  </a:lnTo>
                  <a:lnTo>
                    <a:pt x="50" y="8"/>
                  </a:lnTo>
                  <a:lnTo>
                    <a:pt x="25" y="2"/>
                  </a:lnTo>
                  <a:lnTo>
                    <a:pt x="0" y="0"/>
                  </a:lnTo>
                  <a:lnTo>
                    <a:pt x="0" y="12"/>
                  </a:lnTo>
                  <a:lnTo>
                    <a:pt x="23" y="14"/>
                  </a:lnTo>
                  <a:lnTo>
                    <a:pt x="45" y="20"/>
                  </a:lnTo>
                  <a:lnTo>
                    <a:pt x="66" y="31"/>
                  </a:lnTo>
                  <a:lnTo>
                    <a:pt x="89" y="43"/>
                  </a:lnTo>
                  <a:lnTo>
                    <a:pt x="109" y="61"/>
                  </a:lnTo>
                  <a:lnTo>
                    <a:pt x="129" y="81"/>
                  </a:lnTo>
                  <a:lnTo>
                    <a:pt x="146" y="106"/>
                  </a:lnTo>
                  <a:lnTo>
                    <a:pt x="162" y="133"/>
                  </a:lnTo>
                  <a:lnTo>
                    <a:pt x="178" y="162"/>
                  </a:lnTo>
                  <a:lnTo>
                    <a:pt x="192" y="194"/>
                  </a:lnTo>
                  <a:lnTo>
                    <a:pt x="203" y="229"/>
                  </a:lnTo>
                  <a:lnTo>
                    <a:pt x="214" y="264"/>
                  </a:lnTo>
                  <a:lnTo>
                    <a:pt x="222" y="303"/>
                  </a:lnTo>
                  <a:lnTo>
                    <a:pt x="228" y="342"/>
                  </a:lnTo>
                  <a:lnTo>
                    <a:pt x="232" y="383"/>
                  </a:lnTo>
                  <a:lnTo>
                    <a:pt x="233" y="426"/>
                  </a:lnTo>
                  <a:lnTo>
                    <a:pt x="244"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5927" name="Freeform 53"/>
            <p:cNvSpPr>
              <a:spLocks/>
            </p:cNvSpPr>
            <p:nvPr/>
          </p:nvSpPr>
          <p:spPr bwMode="auto">
            <a:xfrm>
              <a:off x="964" y="1830"/>
              <a:ext cx="48" cy="85"/>
            </a:xfrm>
            <a:custGeom>
              <a:avLst/>
              <a:gdLst>
                <a:gd name="T0" fmla="*/ 0 w 244"/>
                <a:gd name="T1" fmla="*/ 3 h 424"/>
                <a:gd name="T2" fmla="*/ 0 w 244"/>
                <a:gd name="T3" fmla="*/ 3 h 424"/>
                <a:gd name="T4" fmla="*/ 0 w 244"/>
                <a:gd name="T5" fmla="*/ 3 h 424"/>
                <a:gd name="T6" fmla="*/ 0 w 244"/>
                <a:gd name="T7" fmla="*/ 3 h 424"/>
                <a:gd name="T8" fmla="*/ 1 w 244"/>
                <a:gd name="T9" fmla="*/ 3 h 424"/>
                <a:gd name="T10" fmla="*/ 1 w 244"/>
                <a:gd name="T11" fmla="*/ 3 h 424"/>
                <a:gd name="T12" fmla="*/ 1 w 244"/>
                <a:gd name="T13" fmla="*/ 3 h 424"/>
                <a:gd name="T14" fmla="*/ 1 w 244"/>
                <a:gd name="T15" fmla="*/ 3 h 424"/>
                <a:gd name="T16" fmla="*/ 1 w 244"/>
                <a:gd name="T17" fmla="*/ 3 h 424"/>
                <a:gd name="T18" fmla="*/ 1 w 244"/>
                <a:gd name="T19" fmla="*/ 2 h 424"/>
                <a:gd name="T20" fmla="*/ 1 w 244"/>
                <a:gd name="T21" fmla="*/ 2 h 424"/>
                <a:gd name="T22" fmla="*/ 2 w 244"/>
                <a:gd name="T23" fmla="*/ 2 h 424"/>
                <a:gd name="T24" fmla="*/ 2 w 244"/>
                <a:gd name="T25" fmla="*/ 2 h 424"/>
                <a:gd name="T26" fmla="*/ 2 w 244"/>
                <a:gd name="T27" fmla="*/ 1 h 424"/>
                <a:gd name="T28" fmla="*/ 2 w 244"/>
                <a:gd name="T29" fmla="*/ 1 h 424"/>
                <a:gd name="T30" fmla="*/ 2 w 244"/>
                <a:gd name="T31" fmla="*/ 1 h 424"/>
                <a:gd name="T32" fmla="*/ 2 w 244"/>
                <a:gd name="T33" fmla="*/ 0 h 424"/>
                <a:gd name="T34" fmla="*/ 2 w 244"/>
                <a:gd name="T35" fmla="*/ 0 h 424"/>
                <a:gd name="T36" fmla="*/ 2 w 244"/>
                <a:gd name="T37" fmla="*/ 0 h 424"/>
                <a:gd name="T38" fmla="*/ 2 w 244"/>
                <a:gd name="T39" fmla="*/ 0 h 424"/>
                <a:gd name="T40" fmla="*/ 2 w 244"/>
                <a:gd name="T41" fmla="*/ 1 h 424"/>
                <a:gd name="T42" fmla="*/ 2 w 244"/>
                <a:gd name="T43" fmla="*/ 1 h 424"/>
                <a:gd name="T44" fmla="*/ 2 w 244"/>
                <a:gd name="T45" fmla="*/ 1 h 424"/>
                <a:gd name="T46" fmla="*/ 2 w 244"/>
                <a:gd name="T47" fmla="*/ 2 h 424"/>
                <a:gd name="T48" fmla="*/ 1 w 244"/>
                <a:gd name="T49" fmla="*/ 2 h 424"/>
                <a:gd name="T50" fmla="*/ 1 w 244"/>
                <a:gd name="T51" fmla="*/ 2 h 424"/>
                <a:gd name="T52" fmla="*/ 1 w 244"/>
                <a:gd name="T53" fmla="*/ 2 h 424"/>
                <a:gd name="T54" fmla="*/ 1 w 244"/>
                <a:gd name="T55" fmla="*/ 3 h 424"/>
                <a:gd name="T56" fmla="*/ 1 w 244"/>
                <a:gd name="T57" fmla="*/ 3 h 424"/>
                <a:gd name="T58" fmla="*/ 1 w 244"/>
                <a:gd name="T59" fmla="*/ 3 h 424"/>
                <a:gd name="T60" fmla="*/ 1 w 244"/>
                <a:gd name="T61" fmla="*/ 3 h 424"/>
                <a:gd name="T62" fmla="*/ 1 w 244"/>
                <a:gd name="T63" fmla="*/ 3 h 424"/>
                <a:gd name="T64" fmla="*/ 0 w 244"/>
                <a:gd name="T65" fmla="*/ 3 h 424"/>
                <a:gd name="T66" fmla="*/ 0 w 244"/>
                <a:gd name="T67" fmla="*/ 3 h 424"/>
                <a:gd name="T68" fmla="*/ 0 w 244"/>
                <a:gd name="T69" fmla="*/ 3 h 424"/>
                <a:gd name="T70" fmla="*/ 0 w 244"/>
                <a:gd name="T71" fmla="*/ 3 h 424"/>
                <a:gd name="T72" fmla="*/ 0 w 244"/>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4"/>
                <a:gd name="T113" fmla="*/ 244 w 244"/>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4">
                  <a:moveTo>
                    <a:pt x="0" y="424"/>
                  </a:moveTo>
                  <a:lnTo>
                    <a:pt x="0" y="424"/>
                  </a:lnTo>
                  <a:lnTo>
                    <a:pt x="25" y="422"/>
                  </a:lnTo>
                  <a:lnTo>
                    <a:pt x="50" y="416"/>
                  </a:lnTo>
                  <a:lnTo>
                    <a:pt x="73" y="405"/>
                  </a:lnTo>
                  <a:lnTo>
                    <a:pt x="96" y="390"/>
                  </a:lnTo>
                  <a:lnTo>
                    <a:pt x="118" y="373"/>
                  </a:lnTo>
                  <a:lnTo>
                    <a:pt x="138" y="350"/>
                  </a:lnTo>
                  <a:lnTo>
                    <a:pt x="155" y="326"/>
                  </a:lnTo>
                  <a:lnTo>
                    <a:pt x="173" y="299"/>
                  </a:lnTo>
                  <a:lnTo>
                    <a:pt x="189" y="268"/>
                  </a:lnTo>
                  <a:lnTo>
                    <a:pt x="203" y="235"/>
                  </a:lnTo>
                  <a:lnTo>
                    <a:pt x="215" y="201"/>
                  </a:lnTo>
                  <a:lnTo>
                    <a:pt x="226" y="163"/>
                  </a:lnTo>
                  <a:lnTo>
                    <a:pt x="234" y="125"/>
                  </a:lnTo>
                  <a:lnTo>
                    <a:pt x="240" y="85"/>
                  </a:lnTo>
                  <a:lnTo>
                    <a:pt x="243" y="42"/>
                  </a:lnTo>
                  <a:lnTo>
                    <a:pt x="244" y="0"/>
                  </a:lnTo>
                  <a:lnTo>
                    <a:pt x="233" y="0"/>
                  </a:lnTo>
                  <a:lnTo>
                    <a:pt x="232" y="42"/>
                  </a:lnTo>
                  <a:lnTo>
                    <a:pt x="228" y="83"/>
                  </a:lnTo>
                  <a:lnTo>
                    <a:pt x="222" y="123"/>
                  </a:lnTo>
                  <a:lnTo>
                    <a:pt x="214" y="160"/>
                  </a:lnTo>
                  <a:lnTo>
                    <a:pt x="203" y="197"/>
                  </a:lnTo>
                  <a:lnTo>
                    <a:pt x="192" y="231"/>
                  </a:lnTo>
                  <a:lnTo>
                    <a:pt x="178" y="263"/>
                  </a:lnTo>
                  <a:lnTo>
                    <a:pt x="164" y="292"/>
                  </a:lnTo>
                  <a:lnTo>
                    <a:pt x="146" y="319"/>
                  </a:lnTo>
                  <a:lnTo>
                    <a:pt x="129" y="343"/>
                  </a:lnTo>
                  <a:lnTo>
                    <a:pt x="109" y="363"/>
                  </a:lnTo>
                  <a:lnTo>
                    <a:pt x="89" y="381"/>
                  </a:lnTo>
                  <a:lnTo>
                    <a:pt x="66" y="394"/>
                  </a:lnTo>
                  <a:lnTo>
                    <a:pt x="45" y="404"/>
                  </a:lnTo>
                  <a:lnTo>
                    <a:pt x="23" y="410"/>
                  </a:lnTo>
                  <a:lnTo>
                    <a:pt x="0" y="412"/>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5928" name="Freeform 54"/>
            <p:cNvSpPr>
              <a:spLocks/>
            </p:cNvSpPr>
            <p:nvPr/>
          </p:nvSpPr>
          <p:spPr bwMode="auto">
            <a:xfrm>
              <a:off x="915" y="1830"/>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1" y="42"/>
                  </a:lnTo>
                  <a:lnTo>
                    <a:pt x="4" y="85"/>
                  </a:lnTo>
                  <a:lnTo>
                    <a:pt x="10" y="125"/>
                  </a:lnTo>
                  <a:lnTo>
                    <a:pt x="19" y="163"/>
                  </a:lnTo>
                  <a:lnTo>
                    <a:pt x="29" y="201"/>
                  </a:lnTo>
                  <a:lnTo>
                    <a:pt x="41" y="235"/>
                  </a:lnTo>
                  <a:lnTo>
                    <a:pt x="55" y="268"/>
                  </a:lnTo>
                  <a:lnTo>
                    <a:pt x="71" y="299"/>
                  </a:lnTo>
                  <a:lnTo>
                    <a:pt x="89" y="326"/>
                  </a:lnTo>
                  <a:lnTo>
                    <a:pt x="106" y="350"/>
                  </a:lnTo>
                  <a:lnTo>
                    <a:pt x="126" y="373"/>
                  </a:lnTo>
                  <a:lnTo>
                    <a:pt x="149" y="390"/>
                  </a:lnTo>
                  <a:lnTo>
                    <a:pt x="171" y="405"/>
                  </a:lnTo>
                  <a:lnTo>
                    <a:pt x="194" y="416"/>
                  </a:lnTo>
                  <a:lnTo>
                    <a:pt x="219" y="422"/>
                  </a:lnTo>
                  <a:lnTo>
                    <a:pt x="245" y="424"/>
                  </a:lnTo>
                  <a:lnTo>
                    <a:pt x="245" y="412"/>
                  </a:lnTo>
                  <a:lnTo>
                    <a:pt x="221" y="410"/>
                  </a:lnTo>
                  <a:lnTo>
                    <a:pt x="199" y="404"/>
                  </a:lnTo>
                  <a:lnTo>
                    <a:pt x="178" y="394"/>
                  </a:lnTo>
                  <a:lnTo>
                    <a:pt x="156" y="381"/>
                  </a:lnTo>
                  <a:lnTo>
                    <a:pt x="136" y="363"/>
                  </a:lnTo>
                  <a:lnTo>
                    <a:pt x="116" y="343"/>
                  </a:lnTo>
                  <a:lnTo>
                    <a:pt x="98" y="319"/>
                  </a:lnTo>
                  <a:lnTo>
                    <a:pt x="81" y="292"/>
                  </a:lnTo>
                  <a:lnTo>
                    <a:pt x="67" y="263"/>
                  </a:lnTo>
                  <a:lnTo>
                    <a:pt x="52" y="231"/>
                  </a:lnTo>
                  <a:lnTo>
                    <a:pt x="41" y="197"/>
                  </a:lnTo>
                  <a:lnTo>
                    <a:pt x="30" y="160"/>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5929" name="Freeform 55"/>
            <p:cNvSpPr>
              <a:spLocks/>
            </p:cNvSpPr>
            <p:nvPr/>
          </p:nvSpPr>
          <p:spPr bwMode="auto">
            <a:xfrm>
              <a:off x="915" y="1745"/>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0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19" y="2"/>
                  </a:lnTo>
                  <a:lnTo>
                    <a:pt x="194" y="8"/>
                  </a:lnTo>
                  <a:lnTo>
                    <a:pt x="171" y="19"/>
                  </a:lnTo>
                  <a:lnTo>
                    <a:pt x="149" y="34"/>
                  </a:lnTo>
                  <a:lnTo>
                    <a:pt x="126" y="52"/>
                  </a:lnTo>
                  <a:lnTo>
                    <a:pt x="106" y="74"/>
                  </a:lnTo>
                  <a:lnTo>
                    <a:pt x="89" y="99"/>
                  </a:lnTo>
                  <a:lnTo>
                    <a:pt x="70" y="126"/>
                  </a:lnTo>
                  <a:lnTo>
                    <a:pt x="55" y="157"/>
                  </a:lnTo>
                  <a:lnTo>
                    <a:pt x="41" y="189"/>
                  </a:lnTo>
                  <a:lnTo>
                    <a:pt x="29" y="224"/>
                  </a:lnTo>
                  <a:lnTo>
                    <a:pt x="19" y="262"/>
                  </a:lnTo>
                  <a:lnTo>
                    <a:pt x="10" y="300"/>
                  </a:lnTo>
                  <a:lnTo>
                    <a:pt x="4" y="340"/>
                  </a:lnTo>
                  <a:lnTo>
                    <a:pt x="1" y="383"/>
                  </a:lnTo>
                  <a:lnTo>
                    <a:pt x="0" y="426"/>
                  </a:lnTo>
                  <a:lnTo>
                    <a:pt x="11" y="426"/>
                  </a:lnTo>
                  <a:lnTo>
                    <a:pt x="13" y="383"/>
                  </a:lnTo>
                  <a:lnTo>
                    <a:pt x="16" y="342"/>
                  </a:lnTo>
                  <a:lnTo>
                    <a:pt x="22" y="303"/>
                  </a:lnTo>
                  <a:lnTo>
                    <a:pt x="30" y="264"/>
                  </a:lnTo>
                  <a:lnTo>
                    <a:pt x="41" y="229"/>
                  </a:lnTo>
                  <a:lnTo>
                    <a:pt x="52" y="194"/>
                  </a:lnTo>
                  <a:lnTo>
                    <a:pt x="67" y="162"/>
                  </a:lnTo>
                  <a:lnTo>
                    <a:pt x="82" y="133"/>
                  </a:lnTo>
                  <a:lnTo>
                    <a:pt x="98" y="106"/>
                  </a:lnTo>
                  <a:lnTo>
                    <a:pt x="116" y="81"/>
                  </a:lnTo>
                  <a:lnTo>
                    <a:pt x="136" y="61"/>
                  </a:lnTo>
                  <a:lnTo>
                    <a:pt x="156" y="43"/>
                  </a:lnTo>
                  <a:lnTo>
                    <a:pt x="178" y="31"/>
                  </a:lnTo>
                  <a:lnTo>
                    <a:pt x="199" y="20"/>
                  </a:lnTo>
                  <a:lnTo>
                    <a:pt x="221"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5930" name="Freeform 56"/>
            <p:cNvSpPr>
              <a:spLocks/>
            </p:cNvSpPr>
            <p:nvPr/>
          </p:nvSpPr>
          <p:spPr bwMode="auto">
            <a:xfrm>
              <a:off x="1140" y="2087"/>
              <a:ext cx="49" cy="85"/>
            </a:xfrm>
            <a:custGeom>
              <a:avLst/>
              <a:gdLst>
                <a:gd name="T0" fmla="*/ 2 w 246"/>
                <a:gd name="T1" fmla="*/ 3 h 424"/>
                <a:gd name="T2" fmla="*/ 2 w 246"/>
                <a:gd name="T3" fmla="*/ 3 h 424"/>
                <a:gd name="T4" fmla="*/ 2 w 246"/>
                <a:gd name="T5" fmla="*/ 3 h 424"/>
                <a:gd name="T6" fmla="*/ 2 w 246"/>
                <a:gd name="T7" fmla="*/ 3 h 424"/>
                <a:gd name="T8" fmla="*/ 2 w 246"/>
                <a:gd name="T9" fmla="*/ 2 h 424"/>
                <a:gd name="T10" fmla="*/ 2 w 246"/>
                <a:gd name="T11" fmla="*/ 2 h 424"/>
                <a:gd name="T12" fmla="*/ 2 w 246"/>
                <a:gd name="T13" fmla="*/ 2 h 424"/>
                <a:gd name="T14" fmla="*/ 2 w 246"/>
                <a:gd name="T15" fmla="*/ 2 h 424"/>
                <a:gd name="T16" fmla="*/ 2 w 246"/>
                <a:gd name="T17" fmla="*/ 1 h 424"/>
                <a:gd name="T18" fmla="*/ 1 w 246"/>
                <a:gd name="T19" fmla="*/ 1 h 424"/>
                <a:gd name="T20" fmla="*/ 1 w 246"/>
                <a:gd name="T21" fmla="*/ 1 h 424"/>
                <a:gd name="T22" fmla="*/ 1 w 246"/>
                <a:gd name="T23" fmla="*/ 1 h 424"/>
                <a:gd name="T24" fmla="*/ 1 w 246"/>
                <a:gd name="T25" fmla="*/ 0 h 424"/>
                <a:gd name="T26" fmla="*/ 1 w 246"/>
                <a:gd name="T27" fmla="*/ 0 h 424"/>
                <a:gd name="T28" fmla="*/ 1 w 246"/>
                <a:gd name="T29" fmla="*/ 0 h 424"/>
                <a:gd name="T30" fmla="*/ 0 w 246"/>
                <a:gd name="T31" fmla="*/ 0 h 424"/>
                <a:gd name="T32" fmla="*/ 0 w 246"/>
                <a:gd name="T33" fmla="*/ 0 h 424"/>
                <a:gd name="T34" fmla="*/ 0 w 246"/>
                <a:gd name="T35" fmla="*/ 0 h 424"/>
                <a:gd name="T36" fmla="*/ 0 w 246"/>
                <a:gd name="T37" fmla="*/ 0 h 424"/>
                <a:gd name="T38" fmla="*/ 0 w 246"/>
                <a:gd name="T39" fmla="*/ 0 h 424"/>
                <a:gd name="T40" fmla="*/ 0 w 246"/>
                <a:gd name="T41" fmla="*/ 0 h 424"/>
                <a:gd name="T42" fmla="*/ 1 w 246"/>
                <a:gd name="T43" fmla="*/ 0 h 424"/>
                <a:gd name="T44" fmla="*/ 1 w 246"/>
                <a:gd name="T45" fmla="*/ 0 h 424"/>
                <a:gd name="T46" fmla="*/ 1 w 246"/>
                <a:gd name="T47" fmla="*/ 0 h 424"/>
                <a:gd name="T48" fmla="*/ 1 w 246"/>
                <a:gd name="T49" fmla="*/ 1 h 424"/>
                <a:gd name="T50" fmla="*/ 1 w 246"/>
                <a:gd name="T51" fmla="*/ 1 h 424"/>
                <a:gd name="T52" fmla="*/ 1 w 246"/>
                <a:gd name="T53" fmla="*/ 1 h 424"/>
                <a:gd name="T54" fmla="*/ 1 w 246"/>
                <a:gd name="T55" fmla="*/ 1 h 424"/>
                <a:gd name="T56" fmla="*/ 2 w 246"/>
                <a:gd name="T57" fmla="*/ 2 h 424"/>
                <a:gd name="T58" fmla="*/ 2 w 246"/>
                <a:gd name="T59" fmla="*/ 2 h 424"/>
                <a:gd name="T60" fmla="*/ 2 w 246"/>
                <a:gd name="T61" fmla="*/ 2 h 424"/>
                <a:gd name="T62" fmla="*/ 2 w 246"/>
                <a:gd name="T63" fmla="*/ 2 h 424"/>
                <a:gd name="T64" fmla="*/ 2 w 246"/>
                <a:gd name="T65" fmla="*/ 3 h 424"/>
                <a:gd name="T66" fmla="*/ 2 w 246"/>
                <a:gd name="T67" fmla="*/ 3 h 424"/>
                <a:gd name="T68" fmla="*/ 2 w 246"/>
                <a:gd name="T69" fmla="*/ 3 h 424"/>
                <a:gd name="T70" fmla="*/ 2 w 246"/>
                <a:gd name="T71" fmla="*/ 3 h 424"/>
                <a:gd name="T72" fmla="*/ 2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424"/>
                  </a:moveTo>
                  <a:lnTo>
                    <a:pt x="246" y="424"/>
                  </a:lnTo>
                  <a:lnTo>
                    <a:pt x="244" y="382"/>
                  </a:lnTo>
                  <a:lnTo>
                    <a:pt x="241" y="338"/>
                  </a:lnTo>
                  <a:lnTo>
                    <a:pt x="235" y="298"/>
                  </a:lnTo>
                  <a:lnTo>
                    <a:pt x="227" y="261"/>
                  </a:lnTo>
                  <a:lnTo>
                    <a:pt x="216" y="222"/>
                  </a:lnTo>
                  <a:lnTo>
                    <a:pt x="205" y="188"/>
                  </a:lnTo>
                  <a:lnTo>
                    <a:pt x="190" y="155"/>
                  </a:lnTo>
                  <a:lnTo>
                    <a:pt x="174" y="125"/>
                  </a:lnTo>
                  <a:lnTo>
                    <a:pt x="157" y="98"/>
                  </a:lnTo>
                  <a:lnTo>
                    <a:pt x="138" y="73"/>
                  </a:lnTo>
                  <a:lnTo>
                    <a:pt x="118" y="51"/>
                  </a:lnTo>
                  <a:lnTo>
                    <a:pt x="96" y="34"/>
                  </a:lnTo>
                  <a:lnTo>
                    <a:pt x="74" y="18"/>
                  </a:lnTo>
                  <a:lnTo>
                    <a:pt x="50" y="8"/>
                  </a:lnTo>
                  <a:lnTo>
                    <a:pt x="25" y="2"/>
                  </a:lnTo>
                  <a:lnTo>
                    <a:pt x="0" y="0"/>
                  </a:lnTo>
                  <a:lnTo>
                    <a:pt x="0" y="11"/>
                  </a:lnTo>
                  <a:lnTo>
                    <a:pt x="23" y="14"/>
                  </a:lnTo>
                  <a:lnTo>
                    <a:pt x="45" y="19"/>
                  </a:lnTo>
                  <a:lnTo>
                    <a:pt x="67" y="30"/>
                  </a:lnTo>
                  <a:lnTo>
                    <a:pt x="89" y="43"/>
                  </a:lnTo>
                  <a:lnTo>
                    <a:pt x="108" y="60"/>
                  </a:lnTo>
                  <a:lnTo>
                    <a:pt x="128" y="80"/>
                  </a:lnTo>
                  <a:lnTo>
                    <a:pt x="147" y="105"/>
                  </a:lnTo>
                  <a:lnTo>
                    <a:pt x="165" y="132"/>
                  </a:lnTo>
                  <a:lnTo>
                    <a:pt x="179" y="160"/>
                  </a:lnTo>
                  <a:lnTo>
                    <a:pt x="193" y="193"/>
                  </a:lnTo>
                  <a:lnTo>
                    <a:pt x="205" y="227"/>
                  </a:lnTo>
                  <a:lnTo>
                    <a:pt x="215" y="263"/>
                  </a:lnTo>
                  <a:lnTo>
                    <a:pt x="223" y="301"/>
                  </a:lnTo>
                  <a:lnTo>
                    <a:pt x="229" y="341"/>
                  </a:lnTo>
                  <a:lnTo>
                    <a:pt x="233" y="382"/>
                  </a:lnTo>
                  <a:lnTo>
                    <a:pt x="234" y="424"/>
                  </a:lnTo>
                  <a:lnTo>
                    <a:pt x="246"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5931" name="Freeform 57"/>
            <p:cNvSpPr>
              <a:spLocks/>
            </p:cNvSpPr>
            <p:nvPr/>
          </p:nvSpPr>
          <p:spPr bwMode="auto">
            <a:xfrm>
              <a:off x="1140" y="2172"/>
              <a:ext cx="49" cy="85"/>
            </a:xfrm>
            <a:custGeom>
              <a:avLst/>
              <a:gdLst>
                <a:gd name="T0" fmla="*/ 0 w 246"/>
                <a:gd name="T1" fmla="*/ 3 h 426"/>
                <a:gd name="T2" fmla="*/ 0 w 246"/>
                <a:gd name="T3" fmla="*/ 3 h 426"/>
                <a:gd name="T4" fmla="*/ 0 w 246"/>
                <a:gd name="T5" fmla="*/ 3 h 426"/>
                <a:gd name="T6" fmla="*/ 0 w 246"/>
                <a:gd name="T7" fmla="*/ 3 h 426"/>
                <a:gd name="T8" fmla="*/ 1 w 246"/>
                <a:gd name="T9" fmla="*/ 3 h 426"/>
                <a:gd name="T10" fmla="*/ 1 w 246"/>
                <a:gd name="T11" fmla="*/ 3 h 426"/>
                <a:gd name="T12" fmla="*/ 1 w 246"/>
                <a:gd name="T13" fmla="*/ 3 h 426"/>
                <a:gd name="T14" fmla="*/ 1 w 246"/>
                <a:gd name="T15" fmla="*/ 3 h 426"/>
                <a:gd name="T16" fmla="*/ 1 w 246"/>
                <a:gd name="T17" fmla="*/ 3 h 426"/>
                <a:gd name="T18" fmla="*/ 1 w 246"/>
                <a:gd name="T19" fmla="*/ 2 h 426"/>
                <a:gd name="T20" fmla="*/ 2 w 246"/>
                <a:gd name="T21" fmla="*/ 2 h 426"/>
                <a:gd name="T22" fmla="*/ 2 w 246"/>
                <a:gd name="T23" fmla="*/ 2 h 426"/>
                <a:gd name="T24" fmla="*/ 2 w 246"/>
                <a:gd name="T25" fmla="*/ 2 h 426"/>
                <a:gd name="T26" fmla="*/ 2 w 246"/>
                <a:gd name="T27" fmla="*/ 1 h 426"/>
                <a:gd name="T28" fmla="*/ 2 w 246"/>
                <a:gd name="T29" fmla="*/ 1 h 426"/>
                <a:gd name="T30" fmla="*/ 2 w 246"/>
                <a:gd name="T31" fmla="*/ 1 h 426"/>
                <a:gd name="T32" fmla="*/ 2 w 246"/>
                <a:gd name="T33" fmla="*/ 0 h 426"/>
                <a:gd name="T34" fmla="*/ 2 w 246"/>
                <a:gd name="T35" fmla="*/ 0 h 426"/>
                <a:gd name="T36" fmla="*/ 2 w 246"/>
                <a:gd name="T37" fmla="*/ 0 h 426"/>
                <a:gd name="T38" fmla="*/ 2 w 246"/>
                <a:gd name="T39" fmla="*/ 0 h 426"/>
                <a:gd name="T40" fmla="*/ 2 w 246"/>
                <a:gd name="T41" fmla="*/ 1 h 426"/>
                <a:gd name="T42" fmla="*/ 2 w 246"/>
                <a:gd name="T43" fmla="*/ 1 h 426"/>
                <a:gd name="T44" fmla="*/ 2 w 246"/>
                <a:gd name="T45" fmla="*/ 1 h 426"/>
                <a:gd name="T46" fmla="*/ 2 w 246"/>
                <a:gd name="T47" fmla="*/ 2 h 426"/>
                <a:gd name="T48" fmla="*/ 2 w 246"/>
                <a:gd name="T49" fmla="*/ 2 h 426"/>
                <a:gd name="T50" fmla="*/ 1 w 246"/>
                <a:gd name="T51" fmla="*/ 2 h 426"/>
                <a:gd name="T52" fmla="*/ 1 w 246"/>
                <a:gd name="T53" fmla="*/ 2 h 426"/>
                <a:gd name="T54" fmla="*/ 1 w 246"/>
                <a:gd name="T55" fmla="*/ 3 h 426"/>
                <a:gd name="T56" fmla="*/ 1 w 246"/>
                <a:gd name="T57" fmla="*/ 3 h 426"/>
                <a:gd name="T58" fmla="*/ 1 w 246"/>
                <a:gd name="T59" fmla="*/ 3 h 426"/>
                <a:gd name="T60" fmla="*/ 1 w 246"/>
                <a:gd name="T61" fmla="*/ 3 h 426"/>
                <a:gd name="T62" fmla="*/ 1 w 246"/>
                <a:gd name="T63" fmla="*/ 3 h 426"/>
                <a:gd name="T64" fmla="*/ 0 w 246"/>
                <a:gd name="T65" fmla="*/ 3 h 426"/>
                <a:gd name="T66" fmla="*/ 0 w 246"/>
                <a:gd name="T67" fmla="*/ 3 h 426"/>
                <a:gd name="T68" fmla="*/ 0 w 246"/>
                <a:gd name="T69" fmla="*/ 3 h 426"/>
                <a:gd name="T70" fmla="*/ 0 w 246"/>
                <a:gd name="T71" fmla="*/ 3 h 426"/>
                <a:gd name="T72" fmla="*/ 0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426"/>
                  </a:moveTo>
                  <a:lnTo>
                    <a:pt x="0" y="426"/>
                  </a:lnTo>
                  <a:lnTo>
                    <a:pt x="25" y="423"/>
                  </a:lnTo>
                  <a:lnTo>
                    <a:pt x="50" y="417"/>
                  </a:lnTo>
                  <a:lnTo>
                    <a:pt x="74" y="407"/>
                  </a:lnTo>
                  <a:lnTo>
                    <a:pt x="96" y="392"/>
                  </a:lnTo>
                  <a:lnTo>
                    <a:pt x="118" y="373"/>
                  </a:lnTo>
                  <a:lnTo>
                    <a:pt x="138" y="350"/>
                  </a:lnTo>
                  <a:lnTo>
                    <a:pt x="157" y="327"/>
                  </a:lnTo>
                  <a:lnTo>
                    <a:pt x="175" y="299"/>
                  </a:lnTo>
                  <a:lnTo>
                    <a:pt x="190" y="268"/>
                  </a:lnTo>
                  <a:lnTo>
                    <a:pt x="205" y="236"/>
                  </a:lnTo>
                  <a:lnTo>
                    <a:pt x="216" y="202"/>
                  </a:lnTo>
                  <a:lnTo>
                    <a:pt x="227" y="164"/>
                  </a:lnTo>
                  <a:lnTo>
                    <a:pt x="235" y="125"/>
                  </a:lnTo>
                  <a:lnTo>
                    <a:pt x="241" y="86"/>
                  </a:lnTo>
                  <a:lnTo>
                    <a:pt x="244" y="42"/>
                  </a:lnTo>
                  <a:lnTo>
                    <a:pt x="246" y="0"/>
                  </a:lnTo>
                  <a:lnTo>
                    <a:pt x="234" y="0"/>
                  </a:lnTo>
                  <a:lnTo>
                    <a:pt x="233" y="42"/>
                  </a:lnTo>
                  <a:lnTo>
                    <a:pt x="229" y="83"/>
                  </a:lnTo>
                  <a:lnTo>
                    <a:pt x="223" y="123"/>
                  </a:lnTo>
                  <a:lnTo>
                    <a:pt x="215" y="162"/>
                  </a:lnTo>
                  <a:lnTo>
                    <a:pt x="205" y="197"/>
                  </a:lnTo>
                  <a:lnTo>
                    <a:pt x="193" y="231"/>
                  </a:lnTo>
                  <a:lnTo>
                    <a:pt x="179" y="264"/>
                  </a:lnTo>
                  <a:lnTo>
                    <a:pt x="164" y="292"/>
                  </a:lnTo>
                  <a:lnTo>
                    <a:pt x="147" y="320"/>
                  </a:lnTo>
                  <a:lnTo>
                    <a:pt x="128" y="343"/>
                  </a:lnTo>
                  <a:lnTo>
                    <a:pt x="108" y="363"/>
                  </a:lnTo>
                  <a:lnTo>
                    <a:pt x="89" y="382"/>
                  </a:lnTo>
                  <a:lnTo>
                    <a:pt x="67" y="395"/>
                  </a:lnTo>
                  <a:lnTo>
                    <a:pt x="45" y="406"/>
                  </a:lnTo>
                  <a:lnTo>
                    <a:pt x="23" y="411"/>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5932" name="Freeform 58"/>
            <p:cNvSpPr>
              <a:spLocks/>
            </p:cNvSpPr>
            <p:nvPr/>
          </p:nvSpPr>
          <p:spPr bwMode="auto">
            <a:xfrm>
              <a:off x="1091" y="2172"/>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4" y="86"/>
                  </a:lnTo>
                  <a:lnTo>
                    <a:pt x="10" y="125"/>
                  </a:lnTo>
                  <a:lnTo>
                    <a:pt x="18" y="164"/>
                  </a:lnTo>
                  <a:lnTo>
                    <a:pt x="29" y="202"/>
                  </a:lnTo>
                  <a:lnTo>
                    <a:pt x="41" y="236"/>
                  </a:lnTo>
                  <a:lnTo>
                    <a:pt x="55" y="268"/>
                  </a:lnTo>
                  <a:lnTo>
                    <a:pt x="70" y="299"/>
                  </a:lnTo>
                  <a:lnTo>
                    <a:pt x="89" y="327"/>
                  </a:lnTo>
                  <a:lnTo>
                    <a:pt x="106" y="350"/>
                  </a:lnTo>
                  <a:lnTo>
                    <a:pt x="126" y="373"/>
                  </a:lnTo>
                  <a:lnTo>
                    <a:pt x="148" y="392"/>
                  </a:lnTo>
                  <a:lnTo>
                    <a:pt x="171" y="407"/>
                  </a:lnTo>
                  <a:lnTo>
                    <a:pt x="194" y="417"/>
                  </a:lnTo>
                  <a:lnTo>
                    <a:pt x="219" y="423"/>
                  </a:lnTo>
                  <a:lnTo>
                    <a:pt x="245" y="426"/>
                  </a:lnTo>
                  <a:lnTo>
                    <a:pt x="245" y="414"/>
                  </a:lnTo>
                  <a:lnTo>
                    <a:pt x="221" y="411"/>
                  </a:lnTo>
                  <a:lnTo>
                    <a:pt x="199" y="406"/>
                  </a:lnTo>
                  <a:lnTo>
                    <a:pt x="178" y="395"/>
                  </a:lnTo>
                  <a:lnTo>
                    <a:pt x="155" y="382"/>
                  </a:lnTo>
                  <a:lnTo>
                    <a:pt x="136" y="363"/>
                  </a:lnTo>
                  <a:lnTo>
                    <a:pt x="116" y="343"/>
                  </a:lnTo>
                  <a:lnTo>
                    <a:pt x="98" y="320"/>
                  </a:lnTo>
                  <a:lnTo>
                    <a:pt x="82" y="292"/>
                  </a:lnTo>
                  <a:lnTo>
                    <a:pt x="66" y="264"/>
                  </a:lnTo>
                  <a:lnTo>
                    <a:pt x="52" y="231"/>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5933" name="Freeform 59"/>
            <p:cNvSpPr>
              <a:spLocks/>
            </p:cNvSpPr>
            <p:nvPr/>
          </p:nvSpPr>
          <p:spPr bwMode="auto">
            <a:xfrm>
              <a:off x="1091" y="2087"/>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4" y="8"/>
                  </a:lnTo>
                  <a:lnTo>
                    <a:pt x="171" y="18"/>
                  </a:lnTo>
                  <a:lnTo>
                    <a:pt x="148" y="34"/>
                  </a:lnTo>
                  <a:lnTo>
                    <a:pt x="126" y="51"/>
                  </a:lnTo>
                  <a:lnTo>
                    <a:pt x="106" y="73"/>
                  </a:lnTo>
                  <a:lnTo>
                    <a:pt x="89" y="98"/>
                  </a:lnTo>
                  <a:lnTo>
                    <a:pt x="71" y="125"/>
                  </a:lnTo>
                  <a:lnTo>
                    <a:pt x="55" y="155"/>
                  </a:lnTo>
                  <a:lnTo>
                    <a:pt x="41" y="188"/>
                  </a:lnTo>
                  <a:lnTo>
                    <a:pt x="29" y="222"/>
                  </a:lnTo>
                  <a:lnTo>
                    <a:pt x="18" y="261"/>
                  </a:lnTo>
                  <a:lnTo>
                    <a:pt x="10" y="298"/>
                  </a:lnTo>
                  <a:lnTo>
                    <a:pt x="4" y="338"/>
                  </a:lnTo>
                  <a:lnTo>
                    <a:pt x="1" y="382"/>
                  </a:lnTo>
                  <a:lnTo>
                    <a:pt x="0" y="424"/>
                  </a:lnTo>
                  <a:lnTo>
                    <a:pt x="11" y="424"/>
                  </a:lnTo>
                  <a:lnTo>
                    <a:pt x="13" y="382"/>
                  </a:lnTo>
                  <a:lnTo>
                    <a:pt x="16" y="341"/>
                  </a:lnTo>
                  <a:lnTo>
                    <a:pt x="22" y="301"/>
                  </a:lnTo>
                  <a:lnTo>
                    <a:pt x="30" y="263"/>
                  </a:lnTo>
                  <a:lnTo>
                    <a:pt x="41" y="227"/>
                  </a:lnTo>
                  <a:lnTo>
                    <a:pt x="52" y="193"/>
                  </a:lnTo>
                  <a:lnTo>
                    <a:pt x="66" y="160"/>
                  </a:lnTo>
                  <a:lnTo>
                    <a:pt x="80" y="132"/>
                  </a:lnTo>
                  <a:lnTo>
                    <a:pt x="98" y="105"/>
                  </a:lnTo>
                  <a:lnTo>
                    <a:pt x="116" y="80"/>
                  </a:lnTo>
                  <a:lnTo>
                    <a:pt x="136" y="60"/>
                  </a:lnTo>
                  <a:lnTo>
                    <a:pt x="155" y="43"/>
                  </a:lnTo>
                  <a:lnTo>
                    <a:pt x="178" y="30"/>
                  </a:lnTo>
                  <a:lnTo>
                    <a:pt x="199" y="19"/>
                  </a:lnTo>
                  <a:lnTo>
                    <a:pt x="221" y="14"/>
                  </a:lnTo>
                  <a:lnTo>
                    <a:pt x="245" y="11"/>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5934" name="Freeform 60"/>
            <p:cNvSpPr>
              <a:spLocks/>
            </p:cNvSpPr>
            <p:nvPr/>
          </p:nvSpPr>
          <p:spPr bwMode="auto">
            <a:xfrm>
              <a:off x="1392" y="2118"/>
              <a:ext cx="49" cy="85"/>
            </a:xfrm>
            <a:custGeom>
              <a:avLst/>
              <a:gdLst>
                <a:gd name="T0" fmla="*/ 2 w 246"/>
                <a:gd name="T1" fmla="*/ 3 h 426"/>
                <a:gd name="T2" fmla="*/ 2 w 246"/>
                <a:gd name="T3" fmla="*/ 3 h 426"/>
                <a:gd name="T4" fmla="*/ 2 w 246"/>
                <a:gd name="T5" fmla="*/ 3 h 426"/>
                <a:gd name="T6" fmla="*/ 2 w 246"/>
                <a:gd name="T7" fmla="*/ 3 h 426"/>
                <a:gd name="T8" fmla="*/ 2 w 246"/>
                <a:gd name="T9" fmla="*/ 2 h 426"/>
                <a:gd name="T10" fmla="*/ 2 w 246"/>
                <a:gd name="T11" fmla="*/ 2 h 426"/>
                <a:gd name="T12" fmla="*/ 2 w 246"/>
                <a:gd name="T13" fmla="*/ 2 h 426"/>
                <a:gd name="T14" fmla="*/ 2 w 246"/>
                <a:gd name="T15" fmla="*/ 2 h 426"/>
                <a:gd name="T16" fmla="*/ 2 w 246"/>
                <a:gd name="T17" fmla="*/ 1 h 426"/>
                <a:gd name="T18" fmla="*/ 1 w 246"/>
                <a:gd name="T19" fmla="*/ 1 h 426"/>
                <a:gd name="T20" fmla="*/ 1 w 246"/>
                <a:gd name="T21" fmla="*/ 1 h 426"/>
                <a:gd name="T22" fmla="*/ 1 w 246"/>
                <a:gd name="T23" fmla="*/ 1 h 426"/>
                <a:gd name="T24" fmla="*/ 1 w 246"/>
                <a:gd name="T25" fmla="*/ 0 h 426"/>
                <a:gd name="T26" fmla="*/ 1 w 246"/>
                <a:gd name="T27" fmla="*/ 0 h 426"/>
                <a:gd name="T28" fmla="*/ 1 w 246"/>
                <a:gd name="T29" fmla="*/ 0 h 426"/>
                <a:gd name="T30" fmla="*/ 0 w 246"/>
                <a:gd name="T31" fmla="*/ 0 h 426"/>
                <a:gd name="T32" fmla="*/ 0 w 246"/>
                <a:gd name="T33" fmla="*/ 0 h 426"/>
                <a:gd name="T34" fmla="*/ 0 w 246"/>
                <a:gd name="T35" fmla="*/ 0 h 426"/>
                <a:gd name="T36" fmla="*/ 0 w 246"/>
                <a:gd name="T37" fmla="*/ 0 h 426"/>
                <a:gd name="T38" fmla="*/ 0 w 246"/>
                <a:gd name="T39" fmla="*/ 0 h 426"/>
                <a:gd name="T40" fmla="*/ 0 w 246"/>
                <a:gd name="T41" fmla="*/ 0 h 426"/>
                <a:gd name="T42" fmla="*/ 1 w 246"/>
                <a:gd name="T43" fmla="*/ 0 h 426"/>
                <a:gd name="T44" fmla="*/ 1 w 246"/>
                <a:gd name="T45" fmla="*/ 0 h 426"/>
                <a:gd name="T46" fmla="*/ 1 w 246"/>
                <a:gd name="T47" fmla="*/ 1 h 426"/>
                <a:gd name="T48" fmla="*/ 1 w 246"/>
                <a:gd name="T49" fmla="*/ 1 h 426"/>
                <a:gd name="T50" fmla="*/ 1 w 246"/>
                <a:gd name="T51" fmla="*/ 1 h 426"/>
                <a:gd name="T52" fmla="*/ 1 w 246"/>
                <a:gd name="T53" fmla="*/ 1 h 426"/>
                <a:gd name="T54" fmla="*/ 1 w 246"/>
                <a:gd name="T55" fmla="*/ 1 h 426"/>
                <a:gd name="T56" fmla="*/ 2 w 246"/>
                <a:gd name="T57" fmla="*/ 2 h 426"/>
                <a:gd name="T58" fmla="*/ 2 w 246"/>
                <a:gd name="T59" fmla="*/ 2 h 426"/>
                <a:gd name="T60" fmla="*/ 2 w 246"/>
                <a:gd name="T61" fmla="*/ 2 h 426"/>
                <a:gd name="T62" fmla="*/ 2 w 246"/>
                <a:gd name="T63" fmla="*/ 2 h 426"/>
                <a:gd name="T64" fmla="*/ 2 w 246"/>
                <a:gd name="T65" fmla="*/ 3 h 426"/>
                <a:gd name="T66" fmla="*/ 2 w 246"/>
                <a:gd name="T67" fmla="*/ 3 h 426"/>
                <a:gd name="T68" fmla="*/ 2 w 246"/>
                <a:gd name="T69" fmla="*/ 3 h 426"/>
                <a:gd name="T70" fmla="*/ 2 w 246"/>
                <a:gd name="T71" fmla="*/ 3 h 426"/>
                <a:gd name="T72" fmla="*/ 2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246" y="426"/>
                  </a:moveTo>
                  <a:lnTo>
                    <a:pt x="246" y="426"/>
                  </a:lnTo>
                  <a:lnTo>
                    <a:pt x="245" y="384"/>
                  </a:lnTo>
                  <a:lnTo>
                    <a:pt x="242" y="340"/>
                  </a:lnTo>
                  <a:lnTo>
                    <a:pt x="236" y="301"/>
                  </a:lnTo>
                  <a:lnTo>
                    <a:pt x="228" y="262"/>
                  </a:lnTo>
                  <a:lnTo>
                    <a:pt x="217" y="224"/>
                  </a:lnTo>
                  <a:lnTo>
                    <a:pt x="205" y="190"/>
                  </a:lnTo>
                  <a:lnTo>
                    <a:pt x="191" y="158"/>
                  </a:lnTo>
                  <a:lnTo>
                    <a:pt x="176" y="126"/>
                  </a:lnTo>
                  <a:lnTo>
                    <a:pt x="157" y="99"/>
                  </a:lnTo>
                  <a:lnTo>
                    <a:pt x="139" y="75"/>
                  </a:lnTo>
                  <a:lnTo>
                    <a:pt x="119" y="53"/>
                  </a:lnTo>
                  <a:lnTo>
                    <a:pt x="96" y="34"/>
                  </a:lnTo>
                  <a:lnTo>
                    <a:pt x="75" y="19"/>
                  </a:lnTo>
                  <a:lnTo>
                    <a:pt x="51" y="9"/>
                  </a:lnTo>
                  <a:lnTo>
                    <a:pt x="26" y="3"/>
                  </a:lnTo>
                  <a:lnTo>
                    <a:pt x="0" y="0"/>
                  </a:lnTo>
                  <a:lnTo>
                    <a:pt x="0" y="12"/>
                  </a:lnTo>
                  <a:lnTo>
                    <a:pt x="24" y="15"/>
                  </a:lnTo>
                  <a:lnTo>
                    <a:pt x="46" y="20"/>
                  </a:lnTo>
                  <a:lnTo>
                    <a:pt x="68" y="31"/>
                  </a:lnTo>
                  <a:lnTo>
                    <a:pt x="89" y="44"/>
                  </a:lnTo>
                  <a:lnTo>
                    <a:pt x="109" y="63"/>
                  </a:lnTo>
                  <a:lnTo>
                    <a:pt x="129" y="83"/>
                  </a:lnTo>
                  <a:lnTo>
                    <a:pt x="148" y="106"/>
                  </a:lnTo>
                  <a:lnTo>
                    <a:pt x="164" y="133"/>
                  </a:lnTo>
                  <a:lnTo>
                    <a:pt x="180" y="162"/>
                  </a:lnTo>
                  <a:lnTo>
                    <a:pt x="194" y="195"/>
                  </a:lnTo>
                  <a:lnTo>
                    <a:pt x="205" y="229"/>
                  </a:lnTo>
                  <a:lnTo>
                    <a:pt x="216" y="264"/>
                  </a:lnTo>
                  <a:lnTo>
                    <a:pt x="224" y="303"/>
                  </a:lnTo>
                  <a:lnTo>
                    <a:pt x="230" y="343"/>
                  </a:lnTo>
                  <a:lnTo>
                    <a:pt x="233" y="384"/>
                  </a:lnTo>
                  <a:lnTo>
                    <a:pt x="235" y="426"/>
                  </a:lnTo>
                  <a:lnTo>
                    <a:pt x="246"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5935" name="Freeform 61"/>
            <p:cNvSpPr>
              <a:spLocks/>
            </p:cNvSpPr>
            <p:nvPr/>
          </p:nvSpPr>
          <p:spPr bwMode="auto">
            <a:xfrm>
              <a:off x="1392" y="2203"/>
              <a:ext cx="49" cy="85"/>
            </a:xfrm>
            <a:custGeom>
              <a:avLst/>
              <a:gdLst>
                <a:gd name="T0" fmla="*/ 0 w 246"/>
                <a:gd name="T1" fmla="*/ 3 h 424"/>
                <a:gd name="T2" fmla="*/ 0 w 246"/>
                <a:gd name="T3" fmla="*/ 3 h 424"/>
                <a:gd name="T4" fmla="*/ 0 w 246"/>
                <a:gd name="T5" fmla="*/ 3 h 424"/>
                <a:gd name="T6" fmla="*/ 0 w 246"/>
                <a:gd name="T7" fmla="*/ 3 h 424"/>
                <a:gd name="T8" fmla="*/ 1 w 246"/>
                <a:gd name="T9" fmla="*/ 3 h 424"/>
                <a:gd name="T10" fmla="*/ 1 w 246"/>
                <a:gd name="T11" fmla="*/ 3 h 424"/>
                <a:gd name="T12" fmla="*/ 1 w 246"/>
                <a:gd name="T13" fmla="*/ 3 h 424"/>
                <a:gd name="T14" fmla="*/ 1 w 246"/>
                <a:gd name="T15" fmla="*/ 3 h 424"/>
                <a:gd name="T16" fmla="*/ 1 w 246"/>
                <a:gd name="T17" fmla="*/ 3 h 424"/>
                <a:gd name="T18" fmla="*/ 1 w 246"/>
                <a:gd name="T19" fmla="*/ 2 h 424"/>
                <a:gd name="T20" fmla="*/ 2 w 246"/>
                <a:gd name="T21" fmla="*/ 2 h 424"/>
                <a:gd name="T22" fmla="*/ 2 w 246"/>
                <a:gd name="T23" fmla="*/ 2 h 424"/>
                <a:gd name="T24" fmla="*/ 2 w 246"/>
                <a:gd name="T25" fmla="*/ 2 h 424"/>
                <a:gd name="T26" fmla="*/ 2 w 246"/>
                <a:gd name="T27" fmla="*/ 1 h 424"/>
                <a:gd name="T28" fmla="*/ 2 w 246"/>
                <a:gd name="T29" fmla="*/ 1 h 424"/>
                <a:gd name="T30" fmla="*/ 2 w 246"/>
                <a:gd name="T31" fmla="*/ 1 h 424"/>
                <a:gd name="T32" fmla="*/ 2 w 246"/>
                <a:gd name="T33" fmla="*/ 0 h 424"/>
                <a:gd name="T34" fmla="*/ 2 w 246"/>
                <a:gd name="T35" fmla="*/ 0 h 424"/>
                <a:gd name="T36" fmla="*/ 2 w 246"/>
                <a:gd name="T37" fmla="*/ 0 h 424"/>
                <a:gd name="T38" fmla="*/ 2 w 246"/>
                <a:gd name="T39" fmla="*/ 0 h 424"/>
                <a:gd name="T40" fmla="*/ 2 w 246"/>
                <a:gd name="T41" fmla="*/ 1 h 424"/>
                <a:gd name="T42" fmla="*/ 2 w 246"/>
                <a:gd name="T43" fmla="*/ 1 h 424"/>
                <a:gd name="T44" fmla="*/ 2 w 246"/>
                <a:gd name="T45" fmla="*/ 1 h 424"/>
                <a:gd name="T46" fmla="*/ 2 w 246"/>
                <a:gd name="T47" fmla="*/ 2 h 424"/>
                <a:gd name="T48" fmla="*/ 2 w 246"/>
                <a:gd name="T49" fmla="*/ 2 h 424"/>
                <a:gd name="T50" fmla="*/ 1 w 246"/>
                <a:gd name="T51" fmla="*/ 2 h 424"/>
                <a:gd name="T52" fmla="*/ 1 w 246"/>
                <a:gd name="T53" fmla="*/ 2 h 424"/>
                <a:gd name="T54" fmla="*/ 1 w 246"/>
                <a:gd name="T55" fmla="*/ 3 h 424"/>
                <a:gd name="T56" fmla="*/ 1 w 246"/>
                <a:gd name="T57" fmla="*/ 3 h 424"/>
                <a:gd name="T58" fmla="*/ 1 w 246"/>
                <a:gd name="T59" fmla="*/ 3 h 424"/>
                <a:gd name="T60" fmla="*/ 1 w 246"/>
                <a:gd name="T61" fmla="*/ 3 h 424"/>
                <a:gd name="T62" fmla="*/ 1 w 246"/>
                <a:gd name="T63" fmla="*/ 3 h 424"/>
                <a:gd name="T64" fmla="*/ 0 w 246"/>
                <a:gd name="T65" fmla="*/ 3 h 424"/>
                <a:gd name="T66" fmla="*/ 0 w 246"/>
                <a:gd name="T67" fmla="*/ 3 h 424"/>
                <a:gd name="T68" fmla="*/ 0 w 246"/>
                <a:gd name="T69" fmla="*/ 3 h 424"/>
                <a:gd name="T70" fmla="*/ 0 w 246"/>
                <a:gd name="T71" fmla="*/ 3 h 424"/>
                <a:gd name="T72" fmla="*/ 0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0" y="424"/>
                  </a:moveTo>
                  <a:lnTo>
                    <a:pt x="0" y="424"/>
                  </a:lnTo>
                  <a:lnTo>
                    <a:pt x="26" y="422"/>
                  </a:lnTo>
                  <a:lnTo>
                    <a:pt x="51" y="416"/>
                  </a:lnTo>
                  <a:lnTo>
                    <a:pt x="75" y="406"/>
                  </a:lnTo>
                  <a:lnTo>
                    <a:pt x="96" y="390"/>
                  </a:lnTo>
                  <a:lnTo>
                    <a:pt x="119" y="373"/>
                  </a:lnTo>
                  <a:lnTo>
                    <a:pt x="139" y="351"/>
                  </a:lnTo>
                  <a:lnTo>
                    <a:pt x="157" y="326"/>
                  </a:lnTo>
                  <a:lnTo>
                    <a:pt x="175" y="299"/>
                  </a:lnTo>
                  <a:lnTo>
                    <a:pt x="191" y="269"/>
                  </a:lnTo>
                  <a:lnTo>
                    <a:pt x="205" y="236"/>
                  </a:lnTo>
                  <a:lnTo>
                    <a:pt x="217" y="202"/>
                  </a:lnTo>
                  <a:lnTo>
                    <a:pt x="228" y="163"/>
                  </a:lnTo>
                  <a:lnTo>
                    <a:pt x="236" y="125"/>
                  </a:lnTo>
                  <a:lnTo>
                    <a:pt x="242" y="86"/>
                  </a:lnTo>
                  <a:lnTo>
                    <a:pt x="245" y="42"/>
                  </a:lnTo>
                  <a:lnTo>
                    <a:pt x="246" y="0"/>
                  </a:lnTo>
                  <a:lnTo>
                    <a:pt x="235" y="0"/>
                  </a:lnTo>
                  <a:lnTo>
                    <a:pt x="233" y="42"/>
                  </a:lnTo>
                  <a:lnTo>
                    <a:pt x="230" y="83"/>
                  </a:lnTo>
                  <a:lnTo>
                    <a:pt x="224" y="123"/>
                  </a:lnTo>
                  <a:lnTo>
                    <a:pt x="216" y="161"/>
                  </a:lnTo>
                  <a:lnTo>
                    <a:pt x="205" y="197"/>
                  </a:lnTo>
                  <a:lnTo>
                    <a:pt x="194" y="231"/>
                  </a:lnTo>
                  <a:lnTo>
                    <a:pt x="180" y="264"/>
                  </a:lnTo>
                  <a:lnTo>
                    <a:pt x="166" y="292"/>
                  </a:lnTo>
                  <a:lnTo>
                    <a:pt x="148" y="319"/>
                  </a:lnTo>
                  <a:lnTo>
                    <a:pt x="129" y="344"/>
                  </a:lnTo>
                  <a:lnTo>
                    <a:pt x="109" y="364"/>
                  </a:lnTo>
                  <a:lnTo>
                    <a:pt x="89" y="381"/>
                  </a:lnTo>
                  <a:lnTo>
                    <a:pt x="68" y="394"/>
                  </a:lnTo>
                  <a:lnTo>
                    <a:pt x="46" y="405"/>
                  </a:lnTo>
                  <a:lnTo>
                    <a:pt x="24" y="410"/>
                  </a:lnTo>
                  <a:lnTo>
                    <a:pt x="0" y="413"/>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5936" name="Freeform 62"/>
            <p:cNvSpPr>
              <a:spLocks/>
            </p:cNvSpPr>
            <p:nvPr/>
          </p:nvSpPr>
          <p:spPr bwMode="auto">
            <a:xfrm>
              <a:off x="1343" y="2203"/>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2" y="42"/>
                  </a:lnTo>
                  <a:lnTo>
                    <a:pt x="5" y="86"/>
                  </a:lnTo>
                  <a:lnTo>
                    <a:pt x="11" y="125"/>
                  </a:lnTo>
                  <a:lnTo>
                    <a:pt x="19" y="163"/>
                  </a:lnTo>
                  <a:lnTo>
                    <a:pt x="30" y="202"/>
                  </a:lnTo>
                  <a:lnTo>
                    <a:pt x="41" y="236"/>
                  </a:lnTo>
                  <a:lnTo>
                    <a:pt x="56" y="269"/>
                  </a:lnTo>
                  <a:lnTo>
                    <a:pt x="72" y="299"/>
                  </a:lnTo>
                  <a:lnTo>
                    <a:pt x="90" y="326"/>
                  </a:lnTo>
                  <a:lnTo>
                    <a:pt x="108" y="351"/>
                  </a:lnTo>
                  <a:lnTo>
                    <a:pt x="127" y="373"/>
                  </a:lnTo>
                  <a:lnTo>
                    <a:pt x="149" y="390"/>
                  </a:lnTo>
                  <a:lnTo>
                    <a:pt x="172" y="406"/>
                  </a:lnTo>
                  <a:lnTo>
                    <a:pt x="195" y="416"/>
                  </a:lnTo>
                  <a:lnTo>
                    <a:pt x="220" y="422"/>
                  </a:lnTo>
                  <a:lnTo>
                    <a:pt x="245" y="424"/>
                  </a:lnTo>
                  <a:lnTo>
                    <a:pt x="245" y="413"/>
                  </a:lnTo>
                  <a:lnTo>
                    <a:pt x="222" y="410"/>
                  </a:lnTo>
                  <a:lnTo>
                    <a:pt x="200" y="405"/>
                  </a:lnTo>
                  <a:lnTo>
                    <a:pt x="179" y="394"/>
                  </a:lnTo>
                  <a:lnTo>
                    <a:pt x="156" y="381"/>
                  </a:lnTo>
                  <a:lnTo>
                    <a:pt x="136" y="364"/>
                  </a:lnTo>
                  <a:lnTo>
                    <a:pt x="118" y="344"/>
                  </a:lnTo>
                  <a:lnTo>
                    <a:pt x="99" y="319"/>
                  </a:lnTo>
                  <a:lnTo>
                    <a:pt x="81" y="292"/>
                  </a:lnTo>
                  <a:lnTo>
                    <a:pt x="67" y="264"/>
                  </a:lnTo>
                  <a:lnTo>
                    <a:pt x="53" y="231"/>
                  </a:lnTo>
                  <a:lnTo>
                    <a:pt x="41" y="197"/>
                  </a:lnTo>
                  <a:lnTo>
                    <a:pt x="31" y="161"/>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5937" name="Freeform 63"/>
            <p:cNvSpPr>
              <a:spLocks/>
            </p:cNvSpPr>
            <p:nvPr/>
          </p:nvSpPr>
          <p:spPr bwMode="auto">
            <a:xfrm>
              <a:off x="1343" y="2118"/>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1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20" y="3"/>
                  </a:lnTo>
                  <a:lnTo>
                    <a:pt x="195" y="9"/>
                  </a:lnTo>
                  <a:lnTo>
                    <a:pt x="172" y="19"/>
                  </a:lnTo>
                  <a:lnTo>
                    <a:pt x="149" y="34"/>
                  </a:lnTo>
                  <a:lnTo>
                    <a:pt x="127" y="53"/>
                  </a:lnTo>
                  <a:lnTo>
                    <a:pt x="108" y="75"/>
                  </a:lnTo>
                  <a:lnTo>
                    <a:pt x="90" y="99"/>
                  </a:lnTo>
                  <a:lnTo>
                    <a:pt x="71" y="126"/>
                  </a:lnTo>
                  <a:lnTo>
                    <a:pt x="56" y="158"/>
                  </a:lnTo>
                  <a:lnTo>
                    <a:pt x="41" y="190"/>
                  </a:lnTo>
                  <a:lnTo>
                    <a:pt x="30" y="224"/>
                  </a:lnTo>
                  <a:lnTo>
                    <a:pt x="19" y="262"/>
                  </a:lnTo>
                  <a:lnTo>
                    <a:pt x="11" y="301"/>
                  </a:lnTo>
                  <a:lnTo>
                    <a:pt x="5" y="340"/>
                  </a:lnTo>
                  <a:lnTo>
                    <a:pt x="2" y="384"/>
                  </a:lnTo>
                  <a:lnTo>
                    <a:pt x="0" y="426"/>
                  </a:lnTo>
                  <a:lnTo>
                    <a:pt x="12" y="426"/>
                  </a:lnTo>
                  <a:lnTo>
                    <a:pt x="13" y="384"/>
                  </a:lnTo>
                  <a:lnTo>
                    <a:pt x="17" y="343"/>
                  </a:lnTo>
                  <a:lnTo>
                    <a:pt x="23" y="303"/>
                  </a:lnTo>
                  <a:lnTo>
                    <a:pt x="31" y="264"/>
                  </a:lnTo>
                  <a:lnTo>
                    <a:pt x="41" y="229"/>
                  </a:lnTo>
                  <a:lnTo>
                    <a:pt x="53" y="195"/>
                  </a:lnTo>
                  <a:lnTo>
                    <a:pt x="67" y="162"/>
                  </a:lnTo>
                  <a:lnTo>
                    <a:pt x="82" y="133"/>
                  </a:lnTo>
                  <a:lnTo>
                    <a:pt x="99" y="106"/>
                  </a:lnTo>
                  <a:lnTo>
                    <a:pt x="118" y="83"/>
                  </a:lnTo>
                  <a:lnTo>
                    <a:pt x="136" y="63"/>
                  </a:lnTo>
                  <a:lnTo>
                    <a:pt x="156" y="44"/>
                  </a:lnTo>
                  <a:lnTo>
                    <a:pt x="179" y="31"/>
                  </a:lnTo>
                  <a:lnTo>
                    <a:pt x="200" y="20"/>
                  </a:lnTo>
                  <a:lnTo>
                    <a:pt x="222" y="15"/>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5938" name="Freeform 64"/>
            <p:cNvSpPr>
              <a:spLocks/>
            </p:cNvSpPr>
            <p:nvPr/>
          </p:nvSpPr>
          <p:spPr bwMode="auto">
            <a:xfrm>
              <a:off x="1384" y="1859"/>
              <a:ext cx="49" cy="84"/>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1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3" y="382"/>
                  </a:lnTo>
                  <a:lnTo>
                    <a:pt x="240" y="339"/>
                  </a:lnTo>
                  <a:lnTo>
                    <a:pt x="234" y="299"/>
                  </a:lnTo>
                  <a:lnTo>
                    <a:pt x="226" y="261"/>
                  </a:lnTo>
                  <a:lnTo>
                    <a:pt x="215" y="222"/>
                  </a:lnTo>
                  <a:lnTo>
                    <a:pt x="204" y="188"/>
                  </a:lnTo>
                  <a:lnTo>
                    <a:pt x="189" y="156"/>
                  </a:lnTo>
                  <a:lnTo>
                    <a:pt x="173" y="125"/>
                  </a:lnTo>
                  <a:lnTo>
                    <a:pt x="155" y="98"/>
                  </a:lnTo>
                  <a:lnTo>
                    <a:pt x="138" y="74"/>
                  </a:lnTo>
                  <a:lnTo>
                    <a:pt x="118" y="51"/>
                  </a:lnTo>
                  <a:lnTo>
                    <a:pt x="96" y="34"/>
                  </a:lnTo>
                  <a:lnTo>
                    <a:pt x="73" y="18"/>
                  </a:lnTo>
                  <a:lnTo>
                    <a:pt x="50" y="8"/>
                  </a:lnTo>
                  <a:lnTo>
                    <a:pt x="25" y="2"/>
                  </a:lnTo>
                  <a:lnTo>
                    <a:pt x="0" y="0"/>
                  </a:lnTo>
                  <a:lnTo>
                    <a:pt x="0" y="11"/>
                  </a:lnTo>
                  <a:lnTo>
                    <a:pt x="23" y="14"/>
                  </a:lnTo>
                  <a:lnTo>
                    <a:pt x="45" y="20"/>
                  </a:lnTo>
                  <a:lnTo>
                    <a:pt x="66" y="30"/>
                  </a:lnTo>
                  <a:lnTo>
                    <a:pt x="89" y="43"/>
                  </a:lnTo>
                  <a:lnTo>
                    <a:pt x="109" y="61"/>
                  </a:lnTo>
                  <a:lnTo>
                    <a:pt x="129" y="81"/>
                  </a:lnTo>
                  <a:lnTo>
                    <a:pt x="146" y="105"/>
                  </a:lnTo>
                  <a:lnTo>
                    <a:pt x="164" y="132"/>
                  </a:lnTo>
                  <a:lnTo>
                    <a:pt x="178" y="160"/>
                  </a:lnTo>
                  <a:lnTo>
                    <a:pt x="192" y="193"/>
                  </a:lnTo>
                  <a:lnTo>
                    <a:pt x="204" y="227"/>
                  </a:lnTo>
                  <a:lnTo>
                    <a:pt x="214" y="264"/>
                  </a:lnTo>
                  <a:lnTo>
                    <a:pt x="222" y="301"/>
                  </a:lnTo>
                  <a:lnTo>
                    <a:pt x="228"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5939" name="Freeform 65"/>
            <p:cNvSpPr>
              <a:spLocks/>
            </p:cNvSpPr>
            <p:nvPr/>
          </p:nvSpPr>
          <p:spPr bwMode="auto">
            <a:xfrm>
              <a:off x="1384" y="1943"/>
              <a:ext cx="49" cy="86"/>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5" y="423"/>
                  </a:lnTo>
                  <a:lnTo>
                    <a:pt x="50" y="418"/>
                  </a:lnTo>
                  <a:lnTo>
                    <a:pt x="73" y="407"/>
                  </a:lnTo>
                  <a:lnTo>
                    <a:pt x="96" y="392"/>
                  </a:lnTo>
                  <a:lnTo>
                    <a:pt x="118" y="374"/>
                  </a:lnTo>
                  <a:lnTo>
                    <a:pt x="138" y="352"/>
                  </a:lnTo>
                  <a:lnTo>
                    <a:pt x="155" y="327"/>
                  </a:lnTo>
                  <a:lnTo>
                    <a:pt x="174" y="300"/>
                  </a:lnTo>
                  <a:lnTo>
                    <a:pt x="189" y="269"/>
                  </a:lnTo>
                  <a:lnTo>
                    <a:pt x="204" y="237"/>
                  </a:lnTo>
                  <a:lnTo>
                    <a:pt x="215" y="202"/>
                  </a:lnTo>
                  <a:lnTo>
                    <a:pt x="226" y="164"/>
                  </a:lnTo>
                  <a:lnTo>
                    <a:pt x="234" y="126"/>
                  </a:lnTo>
                  <a:lnTo>
                    <a:pt x="240" y="86"/>
                  </a:lnTo>
                  <a:lnTo>
                    <a:pt x="243" y="42"/>
                  </a:lnTo>
                  <a:lnTo>
                    <a:pt x="245" y="0"/>
                  </a:lnTo>
                  <a:lnTo>
                    <a:pt x="233" y="0"/>
                  </a:lnTo>
                  <a:lnTo>
                    <a:pt x="232" y="42"/>
                  </a:lnTo>
                  <a:lnTo>
                    <a:pt x="228" y="83"/>
                  </a:lnTo>
                  <a:lnTo>
                    <a:pt x="222" y="123"/>
                  </a:lnTo>
                  <a:lnTo>
                    <a:pt x="214" y="162"/>
                  </a:lnTo>
                  <a:lnTo>
                    <a:pt x="204" y="197"/>
                  </a:lnTo>
                  <a:lnTo>
                    <a:pt x="192" y="232"/>
                  </a:lnTo>
                  <a:lnTo>
                    <a:pt x="178" y="264"/>
                  </a:lnTo>
                  <a:lnTo>
                    <a:pt x="163" y="293"/>
                  </a:lnTo>
                  <a:lnTo>
                    <a:pt x="146" y="320"/>
                  </a:lnTo>
                  <a:lnTo>
                    <a:pt x="129" y="345"/>
                  </a:lnTo>
                  <a:lnTo>
                    <a:pt x="109" y="365"/>
                  </a:lnTo>
                  <a:lnTo>
                    <a:pt x="89" y="382"/>
                  </a:lnTo>
                  <a:lnTo>
                    <a:pt x="66" y="395"/>
                  </a:lnTo>
                  <a:lnTo>
                    <a:pt x="45" y="406"/>
                  </a:lnTo>
                  <a:lnTo>
                    <a:pt x="23"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5940" name="Freeform 66"/>
            <p:cNvSpPr>
              <a:spLocks/>
            </p:cNvSpPr>
            <p:nvPr/>
          </p:nvSpPr>
          <p:spPr bwMode="auto">
            <a:xfrm>
              <a:off x="1335" y="1943"/>
              <a:ext cx="49" cy="86"/>
            </a:xfrm>
            <a:custGeom>
              <a:avLst/>
              <a:gdLst>
                <a:gd name="T0" fmla="*/ 0 w 246"/>
                <a:gd name="T1" fmla="*/ 0 h 426"/>
                <a:gd name="T2" fmla="*/ 0 w 246"/>
                <a:gd name="T3" fmla="*/ 0 h 426"/>
                <a:gd name="T4" fmla="*/ 0 w 246"/>
                <a:gd name="T5" fmla="*/ 0 h 426"/>
                <a:gd name="T6" fmla="*/ 0 w 246"/>
                <a:gd name="T7" fmla="*/ 1 h 426"/>
                <a:gd name="T8" fmla="*/ 0 w 246"/>
                <a:gd name="T9" fmla="*/ 1 h 426"/>
                <a:gd name="T10" fmla="*/ 0 w 246"/>
                <a:gd name="T11" fmla="*/ 1 h 426"/>
                <a:gd name="T12" fmla="*/ 0 w 246"/>
                <a:gd name="T13" fmla="*/ 2 h 426"/>
                <a:gd name="T14" fmla="*/ 0 w 246"/>
                <a:gd name="T15" fmla="*/ 2 h 426"/>
                <a:gd name="T16" fmla="*/ 0 w 246"/>
                <a:gd name="T17" fmla="*/ 2 h 426"/>
                <a:gd name="T18" fmla="*/ 1 w 246"/>
                <a:gd name="T19" fmla="*/ 2 h 426"/>
                <a:gd name="T20" fmla="*/ 1 w 246"/>
                <a:gd name="T21" fmla="*/ 3 h 426"/>
                <a:gd name="T22" fmla="*/ 1 w 246"/>
                <a:gd name="T23" fmla="*/ 3 h 426"/>
                <a:gd name="T24" fmla="*/ 1 w 246"/>
                <a:gd name="T25" fmla="*/ 3 h 426"/>
                <a:gd name="T26" fmla="*/ 1 w 246"/>
                <a:gd name="T27" fmla="*/ 3 h 426"/>
                <a:gd name="T28" fmla="*/ 1 w 246"/>
                <a:gd name="T29" fmla="*/ 3 h 426"/>
                <a:gd name="T30" fmla="*/ 2 w 246"/>
                <a:gd name="T31" fmla="*/ 3 h 426"/>
                <a:gd name="T32" fmla="*/ 2 w 246"/>
                <a:gd name="T33" fmla="*/ 3 h 426"/>
                <a:gd name="T34" fmla="*/ 2 w 246"/>
                <a:gd name="T35" fmla="*/ 3 h 426"/>
                <a:gd name="T36" fmla="*/ 2 w 246"/>
                <a:gd name="T37" fmla="*/ 3 h 426"/>
                <a:gd name="T38" fmla="*/ 2 w 246"/>
                <a:gd name="T39" fmla="*/ 3 h 426"/>
                <a:gd name="T40" fmla="*/ 2 w 246"/>
                <a:gd name="T41" fmla="*/ 3 h 426"/>
                <a:gd name="T42" fmla="*/ 1 w 246"/>
                <a:gd name="T43" fmla="*/ 3 h 426"/>
                <a:gd name="T44" fmla="*/ 1 w 246"/>
                <a:gd name="T45" fmla="*/ 3 h 426"/>
                <a:gd name="T46" fmla="*/ 1 w 246"/>
                <a:gd name="T47" fmla="*/ 3 h 426"/>
                <a:gd name="T48" fmla="*/ 1 w 246"/>
                <a:gd name="T49" fmla="*/ 3 h 426"/>
                <a:gd name="T50" fmla="*/ 1 w 246"/>
                <a:gd name="T51" fmla="*/ 3 h 426"/>
                <a:gd name="T52" fmla="*/ 1 w 246"/>
                <a:gd name="T53" fmla="*/ 2 h 426"/>
                <a:gd name="T54" fmla="*/ 1 w 246"/>
                <a:gd name="T55" fmla="*/ 2 h 426"/>
                <a:gd name="T56" fmla="*/ 0 w 246"/>
                <a:gd name="T57" fmla="*/ 2 h 426"/>
                <a:gd name="T58" fmla="*/ 0 w 246"/>
                <a:gd name="T59" fmla="*/ 2 h 426"/>
                <a:gd name="T60" fmla="*/ 0 w 246"/>
                <a:gd name="T61" fmla="*/ 1 h 426"/>
                <a:gd name="T62" fmla="*/ 0 w 246"/>
                <a:gd name="T63" fmla="*/ 1 h 426"/>
                <a:gd name="T64" fmla="*/ 0 w 246"/>
                <a:gd name="T65" fmla="*/ 1 h 426"/>
                <a:gd name="T66" fmla="*/ 0 w 246"/>
                <a:gd name="T67" fmla="*/ 0 h 426"/>
                <a:gd name="T68" fmla="*/ 0 w 246"/>
                <a:gd name="T69" fmla="*/ 0 h 426"/>
                <a:gd name="T70" fmla="*/ 0 w 246"/>
                <a:gd name="T71" fmla="*/ 0 h 426"/>
                <a:gd name="T72" fmla="*/ 0 w 246"/>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0"/>
                  </a:moveTo>
                  <a:lnTo>
                    <a:pt x="0" y="0"/>
                  </a:lnTo>
                  <a:lnTo>
                    <a:pt x="1" y="42"/>
                  </a:lnTo>
                  <a:lnTo>
                    <a:pt x="4" y="86"/>
                  </a:lnTo>
                  <a:lnTo>
                    <a:pt x="10" y="126"/>
                  </a:lnTo>
                  <a:lnTo>
                    <a:pt x="18" y="164"/>
                  </a:lnTo>
                  <a:lnTo>
                    <a:pt x="29" y="202"/>
                  </a:lnTo>
                  <a:lnTo>
                    <a:pt x="41" y="237"/>
                  </a:lnTo>
                  <a:lnTo>
                    <a:pt x="55" y="269"/>
                  </a:lnTo>
                  <a:lnTo>
                    <a:pt x="71" y="300"/>
                  </a:lnTo>
                  <a:lnTo>
                    <a:pt x="89" y="327"/>
                  </a:lnTo>
                  <a:lnTo>
                    <a:pt x="107" y="352"/>
                  </a:lnTo>
                  <a:lnTo>
                    <a:pt x="127" y="374"/>
                  </a:lnTo>
                  <a:lnTo>
                    <a:pt x="150" y="392"/>
                  </a:lnTo>
                  <a:lnTo>
                    <a:pt x="171" y="407"/>
                  </a:lnTo>
                  <a:lnTo>
                    <a:pt x="195" y="418"/>
                  </a:lnTo>
                  <a:lnTo>
                    <a:pt x="220" y="423"/>
                  </a:lnTo>
                  <a:lnTo>
                    <a:pt x="246" y="426"/>
                  </a:lnTo>
                  <a:lnTo>
                    <a:pt x="246" y="414"/>
                  </a:lnTo>
                  <a:lnTo>
                    <a:pt x="222" y="412"/>
                  </a:lnTo>
                  <a:lnTo>
                    <a:pt x="200" y="406"/>
                  </a:lnTo>
                  <a:lnTo>
                    <a:pt x="178" y="395"/>
                  </a:lnTo>
                  <a:lnTo>
                    <a:pt x="157" y="382"/>
                  </a:lnTo>
                  <a:lnTo>
                    <a:pt x="137" y="365"/>
                  </a:lnTo>
                  <a:lnTo>
                    <a:pt x="117" y="345"/>
                  </a:lnTo>
                  <a:lnTo>
                    <a:pt x="98" y="320"/>
                  </a:lnTo>
                  <a:lnTo>
                    <a:pt x="83" y="293"/>
                  </a:lnTo>
                  <a:lnTo>
                    <a:pt x="66" y="264"/>
                  </a:lnTo>
                  <a:lnTo>
                    <a:pt x="52" y="232"/>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5941" name="Freeform 67"/>
            <p:cNvSpPr>
              <a:spLocks/>
            </p:cNvSpPr>
            <p:nvPr/>
          </p:nvSpPr>
          <p:spPr bwMode="auto">
            <a:xfrm>
              <a:off x="1335" y="1859"/>
              <a:ext cx="49" cy="84"/>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1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0" y="2"/>
                  </a:lnTo>
                  <a:lnTo>
                    <a:pt x="195" y="8"/>
                  </a:lnTo>
                  <a:lnTo>
                    <a:pt x="171" y="18"/>
                  </a:lnTo>
                  <a:lnTo>
                    <a:pt x="150" y="34"/>
                  </a:lnTo>
                  <a:lnTo>
                    <a:pt x="127" y="51"/>
                  </a:lnTo>
                  <a:lnTo>
                    <a:pt x="107" y="74"/>
                  </a:lnTo>
                  <a:lnTo>
                    <a:pt x="89" y="98"/>
                  </a:lnTo>
                  <a:lnTo>
                    <a:pt x="72" y="125"/>
                  </a:lnTo>
                  <a:lnTo>
                    <a:pt x="55" y="156"/>
                  </a:lnTo>
                  <a:lnTo>
                    <a:pt x="41" y="188"/>
                  </a:lnTo>
                  <a:lnTo>
                    <a:pt x="29" y="222"/>
                  </a:lnTo>
                  <a:lnTo>
                    <a:pt x="18" y="261"/>
                  </a:lnTo>
                  <a:lnTo>
                    <a:pt x="10" y="299"/>
                  </a:lnTo>
                  <a:lnTo>
                    <a:pt x="4" y="339"/>
                  </a:lnTo>
                  <a:lnTo>
                    <a:pt x="1" y="382"/>
                  </a:lnTo>
                  <a:lnTo>
                    <a:pt x="0" y="424"/>
                  </a:lnTo>
                  <a:lnTo>
                    <a:pt x="11" y="424"/>
                  </a:lnTo>
                  <a:lnTo>
                    <a:pt x="13" y="382"/>
                  </a:lnTo>
                  <a:lnTo>
                    <a:pt x="16" y="341"/>
                  </a:lnTo>
                  <a:lnTo>
                    <a:pt x="22" y="301"/>
                  </a:lnTo>
                  <a:lnTo>
                    <a:pt x="30" y="264"/>
                  </a:lnTo>
                  <a:lnTo>
                    <a:pt x="41" y="227"/>
                  </a:lnTo>
                  <a:lnTo>
                    <a:pt x="52" y="193"/>
                  </a:lnTo>
                  <a:lnTo>
                    <a:pt x="66" y="160"/>
                  </a:lnTo>
                  <a:lnTo>
                    <a:pt x="82" y="132"/>
                  </a:lnTo>
                  <a:lnTo>
                    <a:pt x="98" y="105"/>
                  </a:lnTo>
                  <a:lnTo>
                    <a:pt x="117" y="81"/>
                  </a:lnTo>
                  <a:lnTo>
                    <a:pt x="137" y="61"/>
                  </a:lnTo>
                  <a:lnTo>
                    <a:pt x="157" y="43"/>
                  </a:lnTo>
                  <a:lnTo>
                    <a:pt x="178" y="30"/>
                  </a:lnTo>
                  <a:lnTo>
                    <a:pt x="200" y="20"/>
                  </a:lnTo>
                  <a:lnTo>
                    <a:pt x="222" y="14"/>
                  </a:lnTo>
                  <a:lnTo>
                    <a:pt x="246" y="11"/>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5942" name="Freeform 68"/>
            <p:cNvSpPr>
              <a:spLocks/>
            </p:cNvSpPr>
            <p:nvPr/>
          </p:nvSpPr>
          <p:spPr bwMode="auto">
            <a:xfrm>
              <a:off x="1552" y="1751"/>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1" y="339"/>
                  </a:lnTo>
                  <a:lnTo>
                    <a:pt x="235" y="299"/>
                  </a:lnTo>
                  <a:lnTo>
                    <a:pt x="226" y="261"/>
                  </a:lnTo>
                  <a:lnTo>
                    <a:pt x="216" y="223"/>
                  </a:lnTo>
                  <a:lnTo>
                    <a:pt x="204" y="189"/>
                  </a:lnTo>
                  <a:lnTo>
                    <a:pt x="190" y="156"/>
                  </a:lnTo>
                  <a:lnTo>
                    <a:pt x="174" y="125"/>
                  </a:lnTo>
                  <a:lnTo>
                    <a:pt x="156" y="98"/>
                  </a:lnTo>
                  <a:lnTo>
                    <a:pt x="137" y="74"/>
                  </a:lnTo>
                  <a:lnTo>
                    <a:pt x="119" y="52"/>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8" y="81"/>
                  </a:lnTo>
                  <a:lnTo>
                    <a:pt x="147" y="105"/>
                  </a:lnTo>
                  <a:lnTo>
                    <a:pt x="164" y="132"/>
                  </a:lnTo>
                  <a:lnTo>
                    <a:pt x="178" y="161"/>
                  </a:lnTo>
                  <a:lnTo>
                    <a:pt x="193" y="193"/>
                  </a:lnTo>
                  <a:lnTo>
                    <a:pt x="204" y="227"/>
                  </a:lnTo>
                  <a:lnTo>
                    <a:pt x="215" y="264"/>
                  </a:lnTo>
                  <a:lnTo>
                    <a:pt x="223" y="301"/>
                  </a:lnTo>
                  <a:lnTo>
                    <a:pt x="229" y="341"/>
                  </a:lnTo>
                  <a:lnTo>
                    <a:pt x="232" y="382"/>
                  </a:lnTo>
                  <a:lnTo>
                    <a:pt x="234"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5943" name="Freeform 69"/>
            <p:cNvSpPr>
              <a:spLocks/>
            </p:cNvSpPr>
            <p:nvPr/>
          </p:nvSpPr>
          <p:spPr bwMode="auto">
            <a:xfrm>
              <a:off x="1552" y="1836"/>
              <a:ext cx="49" cy="85"/>
            </a:xfrm>
            <a:custGeom>
              <a:avLst/>
              <a:gdLst>
                <a:gd name="T0" fmla="*/ 0 w 245"/>
                <a:gd name="T1" fmla="*/ 3 h 425"/>
                <a:gd name="T2" fmla="*/ 0 w 245"/>
                <a:gd name="T3" fmla="*/ 3 h 425"/>
                <a:gd name="T4" fmla="*/ 0 w 245"/>
                <a:gd name="T5" fmla="*/ 3 h 425"/>
                <a:gd name="T6" fmla="*/ 0 w 245"/>
                <a:gd name="T7" fmla="*/ 3 h 425"/>
                <a:gd name="T8" fmla="*/ 1 w 245"/>
                <a:gd name="T9" fmla="*/ 3 h 425"/>
                <a:gd name="T10" fmla="*/ 1 w 245"/>
                <a:gd name="T11" fmla="*/ 3 h 425"/>
                <a:gd name="T12" fmla="*/ 1 w 245"/>
                <a:gd name="T13" fmla="*/ 3 h 425"/>
                <a:gd name="T14" fmla="*/ 1 w 245"/>
                <a:gd name="T15" fmla="*/ 3 h 425"/>
                <a:gd name="T16" fmla="*/ 1 w 245"/>
                <a:gd name="T17" fmla="*/ 3 h 425"/>
                <a:gd name="T18" fmla="*/ 1 w 245"/>
                <a:gd name="T19" fmla="*/ 2 h 425"/>
                <a:gd name="T20" fmla="*/ 2 w 245"/>
                <a:gd name="T21" fmla="*/ 2 h 425"/>
                <a:gd name="T22" fmla="*/ 2 w 245"/>
                <a:gd name="T23" fmla="*/ 2 h 425"/>
                <a:gd name="T24" fmla="*/ 2 w 245"/>
                <a:gd name="T25" fmla="*/ 2 h 425"/>
                <a:gd name="T26" fmla="*/ 2 w 245"/>
                <a:gd name="T27" fmla="*/ 1 h 425"/>
                <a:gd name="T28" fmla="*/ 2 w 245"/>
                <a:gd name="T29" fmla="*/ 1 h 425"/>
                <a:gd name="T30" fmla="*/ 2 w 245"/>
                <a:gd name="T31" fmla="*/ 1 h 425"/>
                <a:gd name="T32" fmla="*/ 2 w 245"/>
                <a:gd name="T33" fmla="*/ 0 h 425"/>
                <a:gd name="T34" fmla="*/ 2 w 245"/>
                <a:gd name="T35" fmla="*/ 0 h 425"/>
                <a:gd name="T36" fmla="*/ 2 w 245"/>
                <a:gd name="T37" fmla="*/ 0 h 425"/>
                <a:gd name="T38" fmla="*/ 2 w 245"/>
                <a:gd name="T39" fmla="*/ 0 h 425"/>
                <a:gd name="T40" fmla="*/ 2 w 245"/>
                <a:gd name="T41" fmla="*/ 1 h 425"/>
                <a:gd name="T42" fmla="*/ 2 w 245"/>
                <a:gd name="T43" fmla="*/ 1 h 425"/>
                <a:gd name="T44" fmla="*/ 2 w 245"/>
                <a:gd name="T45" fmla="*/ 1 h 425"/>
                <a:gd name="T46" fmla="*/ 2 w 245"/>
                <a:gd name="T47" fmla="*/ 2 h 425"/>
                <a:gd name="T48" fmla="*/ 2 w 245"/>
                <a:gd name="T49" fmla="*/ 2 h 425"/>
                <a:gd name="T50" fmla="*/ 1 w 245"/>
                <a:gd name="T51" fmla="*/ 2 h 425"/>
                <a:gd name="T52" fmla="*/ 1 w 245"/>
                <a:gd name="T53" fmla="*/ 2 h 425"/>
                <a:gd name="T54" fmla="*/ 1 w 245"/>
                <a:gd name="T55" fmla="*/ 3 h 425"/>
                <a:gd name="T56" fmla="*/ 1 w 245"/>
                <a:gd name="T57" fmla="*/ 3 h 425"/>
                <a:gd name="T58" fmla="*/ 1 w 245"/>
                <a:gd name="T59" fmla="*/ 3 h 425"/>
                <a:gd name="T60" fmla="*/ 1 w 245"/>
                <a:gd name="T61" fmla="*/ 3 h 425"/>
                <a:gd name="T62" fmla="*/ 1 w 245"/>
                <a:gd name="T63" fmla="*/ 3 h 425"/>
                <a:gd name="T64" fmla="*/ 0 w 245"/>
                <a:gd name="T65" fmla="*/ 3 h 425"/>
                <a:gd name="T66" fmla="*/ 0 w 245"/>
                <a:gd name="T67" fmla="*/ 3 h 425"/>
                <a:gd name="T68" fmla="*/ 0 w 245"/>
                <a:gd name="T69" fmla="*/ 3 h 425"/>
                <a:gd name="T70" fmla="*/ 0 w 245"/>
                <a:gd name="T71" fmla="*/ 3 h 425"/>
                <a:gd name="T72" fmla="*/ 0 w 245"/>
                <a:gd name="T73" fmla="*/ 3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5"/>
                <a:gd name="T113" fmla="*/ 245 w 245"/>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5">
                  <a:moveTo>
                    <a:pt x="0" y="425"/>
                  </a:moveTo>
                  <a:lnTo>
                    <a:pt x="0" y="425"/>
                  </a:lnTo>
                  <a:lnTo>
                    <a:pt x="26" y="422"/>
                  </a:lnTo>
                  <a:lnTo>
                    <a:pt x="51" y="417"/>
                  </a:lnTo>
                  <a:lnTo>
                    <a:pt x="74" y="406"/>
                  </a:lnTo>
                  <a:lnTo>
                    <a:pt x="96" y="391"/>
                  </a:lnTo>
                  <a:lnTo>
                    <a:pt x="119" y="373"/>
                  </a:lnTo>
                  <a:lnTo>
                    <a:pt x="137" y="351"/>
                  </a:lnTo>
                  <a:lnTo>
                    <a:pt x="156" y="326"/>
                  </a:lnTo>
                  <a:lnTo>
                    <a:pt x="174" y="299"/>
                  </a:lnTo>
                  <a:lnTo>
                    <a:pt x="190" y="269"/>
                  </a:lnTo>
                  <a:lnTo>
                    <a:pt x="204" y="236"/>
                  </a:lnTo>
                  <a:lnTo>
                    <a:pt x="216" y="202"/>
                  </a:lnTo>
                  <a:lnTo>
                    <a:pt x="226" y="163"/>
                  </a:lnTo>
                  <a:lnTo>
                    <a:pt x="235" y="126"/>
                  </a:lnTo>
                  <a:lnTo>
                    <a:pt x="241" y="86"/>
                  </a:lnTo>
                  <a:lnTo>
                    <a:pt x="244" y="43"/>
                  </a:lnTo>
                  <a:lnTo>
                    <a:pt x="245" y="0"/>
                  </a:lnTo>
                  <a:lnTo>
                    <a:pt x="234" y="0"/>
                  </a:lnTo>
                  <a:lnTo>
                    <a:pt x="232" y="43"/>
                  </a:lnTo>
                  <a:lnTo>
                    <a:pt x="229" y="84"/>
                  </a:lnTo>
                  <a:lnTo>
                    <a:pt x="223" y="123"/>
                  </a:lnTo>
                  <a:lnTo>
                    <a:pt x="215" y="161"/>
                  </a:lnTo>
                  <a:lnTo>
                    <a:pt x="204" y="197"/>
                  </a:lnTo>
                  <a:lnTo>
                    <a:pt x="193" y="231"/>
                  </a:lnTo>
                  <a:lnTo>
                    <a:pt x="178" y="264"/>
                  </a:lnTo>
                  <a:lnTo>
                    <a:pt x="164" y="292"/>
                  </a:lnTo>
                  <a:lnTo>
                    <a:pt x="147" y="319"/>
                  </a:lnTo>
                  <a:lnTo>
                    <a:pt x="128" y="344"/>
                  </a:lnTo>
                  <a:lnTo>
                    <a:pt x="109" y="364"/>
                  </a:lnTo>
                  <a:lnTo>
                    <a:pt x="89" y="381"/>
                  </a:lnTo>
                  <a:lnTo>
                    <a:pt x="67" y="394"/>
                  </a:lnTo>
                  <a:lnTo>
                    <a:pt x="46" y="405"/>
                  </a:lnTo>
                  <a:lnTo>
                    <a:pt x="24" y="411"/>
                  </a:lnTo>
                  <a:lnTo>
                    <a:pt x="0" y="413"/>
                  </a:lnTo>
                  <a:lnTo>
                    <a:pt x="0" y="425"/>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5944" name="Freeform 70"/>
            <p:cNvSpPr>
              <a:spLocks/>
            </p:cNvSpPr>
            <p:nvPr/>
          </p:nvSpPr>
          <p:spPr bwMode="auto">
            <a:xfrm>
              <a:off x="1502" y="1836"/>
              <a:ext cx="50" cy="85"/>
            </a:xfrm>
            <a:custGeom>
              <a:avLst/>
              <a:gdLst>
                <a:gd name="T0" fmla="*/ 0 w 246"/>
                <a:gd name="T1" fmla="*/ 0 h 425"/>
                <a:gd name="T2" fmla="*/ 0 w 246"/>
                <a:gd name="T3" fmla="*/ 0 h 425"/>
                <a:gd name="T4" fmla="*/ 0 w 246"/>
                <a:gd name="T5" fmla="*/ 0 h 425"/>
                <a:gd name="T6" fmla="*/ 0 w 246"/>
                <a:gd name="T7" fmla="*/ 1 h 425"/>
                <a:gd name="T8" fmla="*/ 0 w 246"/>
                <a:gd name="T9" fmla="*/ 1 h 425"/>
                <a:gd name="T10" fmla="*/ 0 w 246"/>
                <a:gd name="T11" fmla="*/ 1 h 425"/>
                <a:gd name="T12" fmla="*/ 0 w 246"/>
                <a:gd name="T13" fmla="*/ 2 h 425"/>
                <a:gd name="T14" fmla="*/ 0 w 246"/>
                <a:gd name="T15" fmla="*/ 2 h 425"/>
                <a:gd name="T16" fmla="*/ 0 w 246"/>
                <a:gd name="T17" fmla="*/ 2 h 425"/>
                <a:gd name="T18" fmla="*/ 1 w 246"/>
                <a:gd name="T19" fmla="*/ 2 h 425"/>
                <a:gd name="T20" fmla="*/ 1 w 246"/>
                <a:gd name="T21" fmla="*/ 3 h 425"/>
                <a:gd name="T22" fmla="*/ 1 w 246"/>
                <a:gd name="T23" fmla="*/ 3 h 425"/>
                <a:gd name="T24" fmla="*/ 1 w 246"/>
                <a:gd name="T25" fmla="*/ 3 h 425"/>
                <a:gd name="T26" fmla="*/ 1 w 246"/>
                <a:gd name="T27" fmla="*/ 3 h 425"/>
                <a:gd name="T28" fmla="*/ 1 w 246"/>
                <a:gd name="T29" fmla="*/ 3 h 425"/>
                <a:gd name="T30" fmla="*/ 2 w 246"/>
                <a:gd name="T31" fmla="*/ 3 h 425"/>
                <a:gd name="T32" fmla="*/ 2 w 246"/>
                <a:gd name="T33" fmla="*/ 3 h 425"/>
                <a:gd name="T34" fmla="*/ 2 w 246"/>
                <a:gd name="T35" fmla="*/ 3 h 425"/>
                <a:gd name="T36" fmla="*/ 2 w 246"/>
                <a:gd name="T37" fmla="*/ 3 h 425"/>
                <a:gd name="T38" fmla="*/ 2 w 246"/>
                <a:gd name="T39" fmla="*/ 3 h 425"/>
                <a:gd name="T40" fmla="*/ 2 w 246"/>
                <a:gd name="T41" fmla="*/ 3 h 425"/>
                <a:gd name="T42" fmla="*/ 1 w 246"/>
                <a:gd name="T43" fmla="*/ 3 h 425"/>
                <a:gd name="T44" fmla="*/ 1 w 246"/>
                <a:gd name="T45" fmla="*/ 3 h 425"/>
                <a:gd name="T46" fmla="*/ 1 w 246"/>
                <a:gd name="T47" fmla="*/ 3 h 425"/>
                <a:gd name="T48" fmla="*/ 1 w 246"/>
                <a:gd name="T49" fmla="*/ 3 h 425"/>
                <a:gd name="T50" fmla="*/ 1 w 246"/>
                <a:gd name="T51" fmla="*/ 3 h 425"/>
                <a:gd name="T52" fmla="*/ 1 w 246"/>
                <a:gd name="T53" fmla="*/ 2 h 425"/>
                <a:gd name="T54" fmla="*/ 1 w 246"/>
                <a:gd name="T55" fmla="*/ 2 h 425"/>
                <a:gd name="T56" fmla="*/ 0 w 246"/>
                <a:gd name="T57" fmla="*/ 2 h 425"/>
                <a:gd name="T58" fmla="*/ 0 w 246"/>
                <a:gd name="T59" fmla="*/ 2 h 425"/>
                <a:gd name="T60" fmla="*/ 0 w 246"/>
                <a:gd name="T61" fmla="*/ 1 h 425"/>
                <a:gd name="T62" fmla="*/ 0 w 246"/>
                <a:gd name="T63" fmla="*/ 1 h 425"/>
                <a:gd name="T64" fmla="*/ 0 w 246"/>
                <a:gd name="T65" fmla="*/ 1 h 425"/>
                <a:gd name="T66" fmla="*/ 0 w 246"/>
                <a:gd name="T67" fmla="*/ 0 h 425"/>
                <a:gd name="T68" fmla="*/ 0 w 246"/>
                <a:gd name="T69" fmla="*/ 0 h 425"/>
                <a:gd name="T70" fmla="*/ 0 w 246"/>
                <a:gd name="T71" fmla="*/ 0 h 425"/>
                <a:gd name="T72" fmla="*/ 0 w 246"/>
                <a:gd name="T73" fmla="*/ 0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5"/>
                <a:gd name="T113" fmla="*/ 246 w 246"/>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5">
                  <a:moveTo>
                    <a:pt x="0" y="0"/>
                  </a:moveTo>
                  <a:lnTo>
                    <a:pt x="0" y="0"/>
                  </a:lnTo>
                  <a:lnTo>
                    <a:pt x="2" y="43"/>
                  </a:lnTo>
                  <a:lnTo>
                    <a:pt x="5" y="86"/>
                  </a:lnTo>
                  <a:lnTo>
                    <a:pt x="11" y="126"/>
                  </a:lnTo>
                  <a:lnTo>
                    <a:pt x="19" y="163"/>
                  </a:lnTo>
                  <a:lnTo>
                    <a:pt x="30" y="202"/>
                  </a:lnTo>
                  <a:lnTo>
                    <a:pt x="41" y="236"/>
                  </a:lnTo>
                  <a:lnTo>
                    <a:pt x="55" y="269"/>
                  </a:lnTo>
                  <a:lnTo>
                    <a:pt x="73" y="299"/>
                  </a:lnTo>
                  <a:lnTo>
                    <a:pt x="89" y="326"/>
                  </a:lnTo>
                  <a:lnTo>
                    <a:pt x="108" y="351"/>
                  </a:lnTo>
                  <a:lnTo>
                    <a:pt x="128" y="373"/>
                  </a:lnTo>
                  <a:lnTo>
                    <a:pt x="150" y="391"/>
                  </a:lnTo>
                  <a:lnTo>
                    <a:pt x="171" y="406"/>
                  </a:lnTo>
                  <a:lnTo>
                    <a:pt x="196" y="417"/>
                  </a:lnTo>
                  <a:lnTo>
                    <a:pt x="221" y="422"/>
                  </a:lnTo>
                  <a:lnTo>
                    <a:pt x="246" y="425"/>
                  </a:lnTo>
                  <a:lnTo>
                    <a:pt x="246" y="413"/>
                  </a:lnTo>
                  <a:lnTo>
                    <a:pt x="223" y="411"/>
                  </a:lnTo>
                  <a:lnTo>
                    <a:pt x="201" y="405"/>
                  </a:lnTo>
                  <a:lnTo>
                    <a:pt x="178" y="394"/>
                  </a:lnTo>
                  <a:lnTo>
                    <a:pt x="157" y="381"/>
                  </a:lnTo>
                  <a:lnTo>
                    <a:pt x="137" y="364"/>
                  </a:lnTo>
                  <a:lnTo>
                    <a:pt x="117" y="344"/>
                  </a:lnTo>
                  <a:lnTo>
                    <a:pt x="99" y="319"/>
                  </a:lnTo>
                  <a:lnTo>
                    <a:pt x="82" y="292"/>
                  </a:lnTo>
                  <a:lnTo>
                    <a:pt x="67" y="264"/>
                  </a:lnTo>
                  <a:lnTo>
                    <a:pt x="53" y="231"/>
                  </a:lnTo>
                  <a:lnTo>
                    <a:pt x="41" y="197"/>
                  </a:lnTo>
                  <a:lnTo>
                    <a:pt x="31" y="161"/>
                  </a:lnTo>
                  <a:lnTo>
                    <a:pt x="23" y="123"/>
                  </a:lnTo>
                  <a:lnTo>
                    <a:pt x="17" y="84"/>
                  </a:lnTo>
                  <a:lnTo>
                    <a:pt x="13" y="4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5945" name="Freeform 71"/>
            <p:cNvSpPr>
              <a:spLocks/>
            </p:cNvSpPr>
            <p:nvPr/>
          </p:nvSpPr>
          <p:spPr bwMode="auto">
            <a:xfrm>
              <a:off x="1502" y="1751"/>
              <a:ext cx="50" cy="85"/>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2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1" y="2"/>
                  </a:lnTo>
                  <a:lnTo>
                    <a:pt x="196" y="8"/>
                  </a:lnTo>
                  <a:lnTo>
                    <a:pt x="171" y="19"/>
                  </a:lnTo>
                  <a:lnTo>
                    <a:pt x="150" y="34"/>
                  </a:lnTo>
                  <a:lnTo>
                    <a:pt x="128" y="52"/>
                  </a:lnTo>
                  <a:lnTo>
                    <a:pt x="108" y="74"/>
                  </a:lnTo>
                  <a:lnTo>
                    <a:pt x="89" y="98"/>
                  </a:lnTo>
                  <a:lnTo>
                    <a:pt x="73" y="125"/>
                  </a:lnTo>
                  <a:lnTo>
                    <a:pt x="55" y="156"/>
                  </a:lnTo>
                  <a:lnTo>
                    <a:pt x="41" y="189"/>
                  </a:lnTo>
                  <a:lnTo>
                    <a:pt x="30" y="223"/>
                  </a:lnTo>
                  <a:lnTo>
                    <a:pt x="19" y="261"/>
                  </a:lnTo>
                  <a:lnTo>
                    <a:pt x="11" y="299"/>
                  </a:lnTo>
                  <a:lnTo>
                    <a:pt x="5" y="339"/>
                  </a:lnTo>
                  <a:lnTo>
                    <a:pt x="2" y="382"/>
                  </a:lnTo>
                  <a:lnTo>
                    <a:pt x="0" y="424"/>
                  </a:lnTo>
                  <a:lnTo>
                    <a:pt x="12" y="424"/>
                  </a:lnTo>
                  <a:lnTo>
                    <a:pt x="13" y="382"/>
                  </a:lnTo>
                  <a:lnTo>
                    <a:pt x="17" y="341"/>
                  </a:lnTo>
                  <a:lnTo>
                    <a:pt x="23" y="301"/>
                  </a:lnTo>
                  <a:lnTo>
                    <a:pt x="31" y="264"/>
                  </a:lnTo>
                  <a:lnTo>
                    <a:pt x="41" y="227"/>
                  </a:lnTo>
                  <a:lnTo>
                    <a:pt x="53" y="193"/>
                  </a:lnTo>
                  <a:lnTo>
                    <a:pt x="67" y="161"/>
                  </a:lnTo>
                  <a:lnTo>
                    <a:pt x="82" y="132"/>
                  </a:lnTo>
                  <a:lnTo>
                    <a:pt x="99" y="105"/>
                  </a:lnTo>
                  <a:lnTo>
                    <a:pt x="117" y="81"/>
                  </a:lnTo>
                  <a:lnTo>
                    <a:pt x="137" y="61"/>
                  </a:lnTo>
                  <a:lnTo>
                    <a:pt x="157" y="43"/>
                  </a:lnTo>
                  <a:lnTo>
                    <a:pt x="178" y="30"/>
                  </a:lnTo>
                  <a:lnTo>
                    <a:pt x="201" y="20"/>
                  </a:lnTo>
                  <a:lnTo>
                    <a:pt x="223" y="14"/>
                  </a:lnTo>
                  <a:lnTo>
                    <a:pt x="246" y="12"/>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5946" name="Freeform 72"/>
            <p:cNvSpPr>
              <a:spLocks/>
            </p:cNvSpPr>
            <p:nvPr/>
          </p:nvSpPr>
          <p:spPr bwMode="auto">
            <a:xfrm>
              <a:off x="1565" y="2016"/>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0" y="339"/>
                  </a:lnTo>
                  <a:lnTo>
                    <a:pt x="234" y="299"/>
                  </a:lnTo>
                  <a:lnTo>
                    <a:pt x="226" y="261"/>
                  </a:lnTo>
                  <a:lnTo>
                    <a:pt x="216" y="223"/>
                  </a:lnTo>
                  <a:lnTo>
                    <a:pt x="204" y="189"/>
                  </a:lnTo>
                  <a:lnTo>
                    <a:pt x="190" y="156"/>
                  </a:lnTo>
                  <a:lnTo>
                    <a:pt x="174" y="125"/>
                  </a:lnTo>
                  <a:lnTo>
                    <a:pt x="156" y="98"/>
                  </a:lnTo>
                  <a:lnTo>
                    <a:pt x="138" y="74"/>
                  </a:lnTo>
                  <a:lnTo>
                    <a:pt x="118" y="51"/>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9" y="81"/>
                  </a:lnTo>
                  <a:lnTo>
                    <a:pt x="147" y="105"/>
                  </a:lnTo>
                  <a:lnTo>
                    <a:pt x="164" y="132"/>
                  </a:lnTo>
                  <a:lnTo>
                    <a:pt x="178" y="160"/>
                  </a:lnTo>
                  <a:lnTo>
                    <a:pt x="192" y="193"/>
                  </a:lnTo>
                  <a:lnTo>
                    <a:pt x="204" y="227"/>
                  </a:lnTo>
                  <a:lnTo>
                    <a:pt x="215" y="264"/>
                  </a:lnTo>
                  <a:lnTo>
                    <a:pt x="223" y="301"/>
                  </a:lnTo>
                  <a:lnTo>
                    <a:pt x="229"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5947" name="Freeform 73"/>
            <p:cNvSpPr>
              <a:spLocks/>
            </p:cNvSpPr>
            <p:nvPr/>
          </p:nvSpPr>
          <p:spPr bwMode="auto">
            <a:xfrm>
              <a:off x="1565" y="2101"/>
              <a:ext cx="49" cy="85"/>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6" y="423"/>
                  </a:lnTo>
                  <a:lnTo>
                    <a:pt x="51" y="418"/>
                  </a:lnTo>
                  <a:lnTo>
                    <a:pt x="74" y="407"/>
                  </a:lnTo>
                  <a:lnTo>
                    <a:pt x="96" y="392"/>
                  </a:lnTo>
                  <a:lnTo>
                    <a:pt x="118" y="373"/>
                  </a:lnTo>
                  <a:lnTo>
                    <a:pt x="138" y="351"/>
                  </a:lnTo>
                  <a:lnTo>
                    <a:pt x="156" y="327"/>
                  </a:lnTo>
                  <a:lnTo>
                    <a:pt x="175" y="299"/>
                  </a:lnTo>
                  <a:lnTo>
                    <a:pt x="190" y="269"/>
                  </a:lnTo>
                  <a:lnTo>
                    <a:pt x="204" y="236"/>
                  </a:lnTo>
                  <a:lnTo>
                    <a:pt x="216" y="202"/>
                  </a:lnTo>
                  <a:lnTo>
                    <a:pt x="226" y="164"/>
                  </a:lnTo>
                  <a:lnTo>
                    <a:pt x="234" y="126"/>
                  </a:lnTo>
                  <a:lnTo>
                    <a:pt x="240" y="86"/>
                  </a:lnTo>
                  <a:lnTo>
                    <a:pt x="244" y="42"/>
                  </a:lnTo>
                  <a:lnTo>
                    <a:pt x="245" y="0"/>
                  </a:lnTo>
                  <a:lnTo>
                    <a:pt x="233" y="0"/>
                  </a:lnTo>
                  <a:lnTo>
                    <a:pt x="232" y="42"/>
                  </a:lnTo>
                  <a:lnTo>
                    <a:pt x="229" y="83"/>
                  </a:lnTo>
                  <a:lnTo>
                    <a:pt x="223" y="123"/>
                  </a:lnTo>
                  <a:lnTo>
                    <a:pt x="215" y="162"/>
                  </a:lnTo>
                  <a:lnTo>
                    <a:pt x="204" y="197"/>
                  </a:lnTo>
                  <a:lnTo>
                    <a:pt x="192" y="231"/>
                  </a:lnTo>
                  <a:lnTo>
                    <a:pt x="178" y="264"/>
                  </a:lnTo>
                  <a:lnTo>
                    <a:pt x="163" y="292"/>
                  </a:lnTo>
                  <a:lnTo>
                    <a:pt x="147" y="320"/>
                  </a:lnTo>
                  <a:lnTo>
                    <a:pt x="129" y="344"/>
                  </a:lnTo>
                  <a:lnTo>
                    <a:pt x="109" y="364"/>
                  </a:lnTo>
                  <a:lnTo>
                    <a:pt x="89" y="382"/>
                  </a:lnTo>
                  <a:lnTo>
                    <a:pt x="67" y="395"/>
                  </a:lnTo>
                  <a:lnTo>
                    <a:pt x="46" y="406"/>
                  </a:lnTo>
                  <a:lnTo>
                    <a:pt x="24"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5948" name="Freeform 74"/>
            <p:cNvSpPr>
              <a:spLocks/>
            </p:cNvSpPr>
            <p:nvPr/>
          </p:nvSpPr>
          <p:spPr bwMode="auto">
            <a:xfrm>
              <a:off x="1516" y="2101"/>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5" y="86"/>
                  </a:lnTo>
                  <a:lnTo>
                    <a:pt x="11" y="126"/>
                  </a:lnTo>
                  <a:lnTo>
                    <a:pt x="19" y="164"/>
                  </a:lnTo>
                  <a:lnTo>
                    <a:pt x="30" y="202"/>
                  </a:lnTo>
                  <a:lnTo>
                    <a:pt x="41" y="236"/>
                  </a:lnTo>
                  <a:lnTo>
                    <a:pt x="55" y="269"/>
                  </a:lnTo>
                  <a:lnTo>
                    <a:pt x="71" y="299"/>
                  </a:lnTo>
                  <a:lnTo>
                    <a:pt x="89" y="327"/>
                  </a:lnTo>
                  <a:lnTo>
                    <a:pt x="107" y="351"/>
                  </a:lnTo>
                  <a:lnTo>
                    <a:pt x="127" y="373"/>
                  </a:lnTo>
                  <a:lnTo>
                    <a:pt x="149" y="392"/>
                  </a:lnTo>
                  <a:lnTo>
                    <a:pt x="171" y="407"/>
                  </a:lnTo>
                  <a:lnTo>
                    <a:pt x="195" y="418"/>
                  </a:lnTo>
                  <a:lnTo>
                    <a:pt x="219" y="423"/>
                  </a:lnTo>
                  <a:lnTo>
                    <a:pt x="245" y="426"/>
                  </a:lnTo>
                  <a:lnTo>
                    <a:pt x="245" y="414"/>
                  </a:lnTo>
                  <a:lnTo>
                    <a:pt x="222" y="412"/>
                  </a:lnTo>
                  <a:lnTo>
                    <a:pt x="199" y="406"/>
                  </a:lnTo>
                  <a:lnTo>
                    <a:pt x="178" y="395"/>
                  </a:lnTo>
                  <a:lnTo>
                    <a:pt x="156" y="382"/>
                  </a:lnTo>
                  <a:lnTo>
                    <a:pt x="136" y="364"/>
                  </a:lnTo>
                  <a:lnTo>
                    <a:pt x="116" y="344"/>
                  </a:lnTo>
                  <a:lnTo>
                    <a:pt x="99" y="320"/>
                  </a:lnTo>
                  <a:lnTo>
                    <a:pt x="82" y="292"/>
                  </a:lnTo>
                  <a:lnTo>
                    <a:pt x="67" y="264"/>
                  </a:lnTo>
                  <a:lnTo>
                    <a:pt x="53" y="231"/>
                  </a:lnTo>
                  <a:lnTo>
                    <a:pt x="41" y="197"/>
                  </a:lnTo>
                  <a:lnTo>
                    <a:pt x="31" y="162"/>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5949" name="Freeform 75"/>
            <p:cNvSpPr>
              <a:spLocks/>
            </p:cNvSpPr>
            <p:nvPr/>
          </p:nvSpPr>
          <p:spPr bwMode="auto">
            <a:xfrm>
              <a:off x="1516" y="2016"/>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5" y="8"/>
                  </a:lnTo>
                  <a:lnTo>
                    <a:pt x="171" y="19"/>
                  </a:lnTo>
                  <a:lnTo>
                    <a:pt x="149" y="34"/>
                  </a:lnTo>
                  <a:lnTo>
                    <a:pt x="127" y="51"/>
                  </a:lnTo>
                  <a:lnTo>
                    <a:pt x="107" y="74"/>
                  </a:lnTo>
                  <a:lnTo>
                    <a:pt x="89" y="98"/>
                  </a:lnTo>
                  <a:lnTo>
                    <a:pt x="72" y="125"/>
                  </a:lnTo>
                  <a:lnTo>
                    <a:pt x="55" y="156"/>
                  </a:lnTo>
                  <a:lnTo>
                    <a:pt x="41" y="189"/>
                  </a:lnTo>
                  <a:lnTo>
                    <a:pt x="30" y="223"/>
                  </a:lnTo>
                  <a:lnTo>
                    <a:pt x="19" y="261"/>
                  </a:lnTo>
                  <a:lnTo>
                    <a:pt x="11" y="299"/>
                  </a:lnTo>
                  <a:lnTo>
                    <a:pt x="5" y="339"/>
                  </a:lnTo>
                  <a:lnTo>
                    <a:pt x="1" y="382"/>
                  </a:lnTo>
                  <a:lnTo>
                    <a:pt x="0" y="424"/>
                  </a:lnTo>
                  <a:lnTo>
                    <a:pt x="12" y="424"/>
                  </a:lnTo>
                  <a:lnTo>
                    <a:pt x="13" y="382"/>
                  </a:lnTo>
                  <a:lnTo>
                    <a:pt x="17" y="341"/>
                  </a:lnTo>
                  <a:lnTo>
                    <a:pt x="23" y="301"/>
                  </a:lnTo>
                  <a:lnTo>
                    <a:pt x="31" y="264"/>
                  </a:lnTo>
                  <a:lnTo>
                    <a:pt x="41" y="227"/>
                  </a:lnTo>
                  <a:lnTo>
                    <a:pt x="53" y="193"/>
                  </a:lnTo>
                  <a:lnTo>
                    <a:pt x="67" y="160"/>
                  </a:lnTo>
                  <a:lnTo>
                    <a:pt x="81" y="132"/>
                  </a:lnTo>
                  <a:lnTo>
                    <a:pt x="99" y="105"/>
                  </a:lnTo>
                  <a:lnTo>
                    <a:pt x="116" y="81"/>
                  </a:lnTo>
                  <a:lnTo>
                    <a:pt x="136" y="61"/>
                  </a:lnTo>
                  <a:lnTo>
                    <a:pt x="156" y="43"/>
                  </a:lnTo>
                  <a:lnTo>
                    <a:pt x="178" y="30"/>
                  </a:lnTo>
                  <a:lnTo>
                    <a:pt x="199" y="20"/>
                  </a:lnTo>
                  <a:lnTo>
                    <a:pt x="222"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sp>
        <p:nvSpPr>
          <p:cNvPr id="165896" name="Rectangle 77"/>
          <p:cNvSpPr>
            <a:spLocks noChangeArrowheads="1"/>
          </p:cNvSpPr>
          <p:nvPr/>
        </p:nvSpPr>
        <p:spPr bwMode="auto">
          <a:xfrm>
            <a:off x="611188" y="0"/>
            <a:ext cx="6388100" cy="6477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3000"/>
              <a:t>Sem. 3 - Mercredi</a:t>
            </a:r>
          </a:p>
        </p:txBody>
      </p:sp>
      <p:sp>
        <p:nvSpPr>
          <p:cNvPr id="165897" name="Text Box 78"/>
          <p:cNvSpPr txBox="1">
            <a:spLocks noChangeArrowheads="1"/>
          </p:cNvSpPr>
          <p:nvPr/>
        </p:nvSpPr>
        <p:spPr bwMode="auto">
          <a:xfrm>
            <a:off x="566738" y="2697163"/>
            <a:ext cx="3217862"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2. Pas de commandes</a:t>
            </a:r>
          </a:p>
        </p:txBody>
      </p:sp>
      <p:sp>
        <p:nvSpPr>
          <p:cNvPr id="165898" name="Text Box 79"/>
          <p:cNvSpPr txBox="1">
            <a:spLocks noChangeArrowheads="1"/>
          </p:cNvSpPr>
          <p:nvPr/>
        </p:nvSpPr>
        <p:spPr bwMode="auto">
          <a:xfrm>
            <a:off x="566738" y="5211763"/>
            <a:ext cx="6543675" cy="4429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eaLnBrk="1" hangingPunct="1">
              <a:spcBef>
                <a:spcPct val="0"/>
              </a:spcBef>
              <a:buFontTx/>
              <a:buNone/>
            </a:pPr>
            <a:r>
              <a:rPr lang="fr-FR" altLang="fr-FR" sz="2300"/>
              <a:t>4. Pointez la production sur votre feuille de suivi</a:t>
            </a:r>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66915" name="Group 3"/>
          <p:cNvGrpSpPr>
            <a:grpSpLocks/>
          </p:cNvGrpSpPr>
          <p:nvPr/>
        </p:nvGrpSpPr>
        <p:grpSpPr bwMode="auto">
          <a:xfrm>
            <a:off x="7073900" y="215900"/>
            <a:ext cx="1878013" cy="1250950"/>
            <a:chOff x="4456" y="136"/>
            <a:chExt cx="1183" cy="788"/>
          </a:xfrm>
        </p:grpSpPr>
        <p:grpSp>
          <p:nvGrpSpPr>
            <p:cNvPr id="167031" name="Group 4"/>
            <p:cNvGrpSpPr>
              <a:grpSpLocks/>
            </p:cNvGrpSpPr>
            <p:nvPr/>
          </p:nvGrpSpPr>
          <p:grpSpPr bwMode="auto">
            <a:xfrm>
              <a:off x="4766" y="232"/>
              <a:ext cx="873" cy="692"/>
              <a:chOff x="2185" y="310"/>
              <a:chExt cx="873" cy="692"/>
            </a:xfrm>
          </p:grpSpPr>
          <p:sp>
            <p:nvSpPr>
              <p:cNvPr id="167042" name="Freeform 5"/>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accent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7043" name="Freeform 6"/>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7044" name="Freeform 7"/>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7045" name="Freeform 8"/>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7046" name="Freeform 9"/>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7047" name="Freeform 10"/>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7048" name="Freeform 11"/>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grpSp>
          <p:nvGrpSpPr>
            <p:cNvPr id="167032" name="Group 12"/>
            <p:cNvGrpSpPr>
              <a:grpSpLocks/>
            </p:cNvGrpSpPr>
            <p:nvPr/>
          </p:nvGrpSpPr>
          <p:grpSpPr bwMode="auto">
            <a:xfrm>
              <a:off x="4949" y="336"/>
              <a:ext cx="591" cy="468"/>
              <a:chOff x="2185" y="310"/>
              <a:chExt cx="873" cy="692"/>
            </a:xfrm>
          </p:grpSpPr>
          <p:sp>
            <p:nvSpPr>
              <p:cNvPr id="167035" name="Freeform 13"/>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7036" name="Freeform 14"/>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7037" name="Freeform 15"/>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7038" name="Freeform 16"/>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7039" name="Freeform 17"/>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7040" name="Freeform 18"/>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7041" name="Freeform 19"/>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pic>
          <p:nvPicPr>
            <p:cNvPr id="167033" name="Picture 20"/>
            <p:cNvPicPr>
              <a:picLocks noChangeAspect="1" noChangeArrowheads="1"/>
            </p:cNvPicPr>
            <p:nvPr/>
          </p:nvPicPr>
          <p:blipFill>
            <a:blip r:embed="rId3" cstate="print">
              <a:extLst>
                <a:ext uri="{28A0092B-C50C-407E-A947-70E740481C1C}">
                  <a14:useLocalDpi xmlns:a14="http://schemas.microsoft.com/office/drawing/2010/main" val="0"/>
                </a:ext>
              </a:extLst>
            </a:blip>
            <a:srcRect l="-4282" t="-4369" r="-5199" b="-12012"/>
            <a:stretch>
              <a:fillRect/>
            </a:stretch>
          </p:blipFill>
          <p:spPr bwMode="auto">
            <a:xfrm>
              <a:off x="4456" y="136"/>
              <a:ext cx="480" cy="5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67034" name="Text Box 21"/>
            <p:cNvSpPr txBox="1">
              <a:spLocks noChangeArrowheads="1"/>
            </p:cNvSpPr>
            <p:nvPr/>
          </p:nvSpPr>
          <p:spPr bwMode="auto">
            <a:xfrm>
              <a:off x="4946" y="314"/>
              <a:ext cx="596" cy="49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4500" b="1">
                  <a:solidFill>
                    <a:srgbClr val="FF0000"/>
                  </a:solidFill>
                  <a:latin typeface="Arial Black" pitchFamily="34" charset="0"/>
                </a:rPr>
                <a:t>25</a:t>
              </a:r>
              <a:endParaRPr lang="fr-FR" altLang="fr-FR" sz="3200">
                <a:solidFill>
                  <a:schemeClr val="tx1"/>
                </a:solidFill>
                <a:latin typeface="Arial Black" pitchFamily="34" charset="0"/>
              </a:endParaRPr>
            </a:p>
          </p:txBody>
        </p:sp>
      </p:grpSp>
      <p:sp>
        <p:nvSpPr>
          <p:cNvPr id="166916" name="Text Box 22"/>
          <p:cNvSpPr txBox="1">
            <a:spLocks noChangeArrowheads="1"/>
          </p:cNvSpPr>
          <p:nvPr/>
        </p:nvSpPr>
        <p:spPr bwMode="auto">
          <a:xfrm>
            <a:off x="611188" y="3638550"/>
            <a:ext cx="828675"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a:spcBef>
                <a:spcPct val="0"/>
              </a:spcBef>
              <a:buFontTx/>
              <a:buNone/>
            </a:pPr>
            <a:r>
              <a:rPr lang="fr-FR" altLang="fr-FR" sz="2400">
                <a:solidFill>
                  <a:srgbClr val="FC2C1C"/>
                </a:solidFill>
              </a:rPr>
              <a:t>2 R1</a:t>
            </a:r>
          </a:p>
        </p:txBody>
      </p:sp>
      <p:sp>
        <p:nvSpPr>
          <p:cNvPr id="166917" name="Text Box 23"/>
          <p:cNvSpPr txBox="1">
            <a:spLocks noChangeArrowheads="1"/>
          </p:cNvSpPr>
          <p:nvPr/>
        </p:nvSpPr>
        <p:spPr bwMode="auto">
          <a:xfrm>
            <a:off x="1997075" y="3638550"/>
            <a:ext cx="828675"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a:spcBef>
                <a:spcPct val="0"/>
              </a:spcBef>
              <a:buFontTx/>
              <a:buNone/>
            </a:pPr>
            <a:r>
              <a:rPr lang="fr-FR" altLang="fr-FR" sz="2400">
                <a:solidFill>
                  <a:srgbClr val="FC2C1C"/>
                </a:solidFill>
              </a:rPr>
              <a:t>1 R3</a:t>
            </a:r>
          </a:p>
        </p:txBody>
      </p:sp>
      <p:sp>
        <p:nvSpPr>
          <p:cNvPr id="166918" name="Text Box 24"/>
          <p:cNvSpPr txBox="1">
            <a:spLocks noChangeArrowheads="1"/>
          </p:cNvSpPr>
          <p:nvPr/>
        </p:nvSpPr>
        <p:spPr bwMode="auto">
          <a:xfrm>
            <a:off x="4602163" y="3638550"/>
            <a:ext cx="828675"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a:spcBef>
                <a:spcPct val="0"/>
              </a:spcBef>
              <a:buFontTx/>
              <a:buNone/>
            </a:pPr>
            <a:r>
              <a:rPr lang="fr-FR" altLang="fr-FR" sz="2400">
                <a:solidFill>
                  <a:srgbClr val="FC2C1C"/>
                </a:solidFill>
              </a:rPr>
              <a:t>1 R5</a:t>
            </a:r>
          </a:p>
        </p:txBody>
      </p:sp>
      <p:sp>
        <p:nvSpPr>
          <p:cNvPr id="166919" name="Rectangle 25"/>
          <p:cNvSpPr>
            <a:spLocks noGrp="1" noChangeArrowheads="1"/>
          </p:cNvSpPr>
          <p:nvPr>
            <p:ph type="title"/>
          </p:nvPr>
        </p:nvSpPr>
        <p:spPr>
          <a:xfrm>
            <a:off x="1381125" y="0"/>
            <a:ext cx="5516563" cy="647700"/>
          </a:xfrm>
        </p:spPr>
        <p:txBody>
          <a:bodyPr/>
          <a:lstStyle/>
          <a:p>
            <a:pPr eaLnBrk="1" hangingPunct="1"/>
            <a:r>
              <a:rPr lang="fr-FR" altLang="fr-FR"/>
              <a:t>Sem. 3 - Jeudi (St Clément)</a:t>
            </a:r>
          </a:p>
        </p:txBody>
      </p:sp>
      <p:sp>
        <p:nvSpPr>
          <p:cNvPr id="166920" name="Text Box 26"/>
          <p:cNvSpPr txBox="1">
            <a:spLocks noChangeArrowheads="1"/>
          </p:cNvSpPr>
          <p:nvPr/>
        </p:nvSpPr>
        <p:spPr bwMode="auto">
          <a:xfrm>
            <a:off x="574675" y="2030413"/>
            <a:ext cx="3557588"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2. Livrez les commandes</a:t>
            </a:r>
          </a:p>
        </p:txBody>
      </p:sp>
      <p:sp>
        <p:nvSpPr>
          <p:cNvPr id="166921" name="Text Box 27"/>
          <p:cNvSpPr txBox="1">
            <a:spLocks noChangeArrowheads="1"/>
          </p:cNvSpPr>
          <p:nvPr/>
        </p:nvSpPr>
        <p:spPr bwMode="auto">
          <a:xfrm>
            <a:off x="566738" y="1154113"/>
            <a:ext cx="1946275"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1. Tirez le dé</a:t>
            </a:r>
          </a:p>
        </p:txBody>
      </p:sp>
      <p:sp>
        <p:nvSpPr>
          <p:cNvPr id="166922" name="Text Box 28"/>
          <p:cNvSpPr txBox="1">
            <a:spLocks noChangeArrowheads="1"/>
          </p:cNvSpPr>
          <p:nvPr/>
        </p:nvSpPr>
        <p:spPr bwMode="auto">
          <a:xfrm>
            <a:off x="579438" y="4316413"/>
            <a:ext cx="18796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3. Produisez</a:t>
            </a:r>
          </a:p>
        </p:txBody>
      </p:sp>
      <p:grpSp>
        <p:nvGrpSpPr>
          <p:cNvPr id="166923" name="Group 29"/>
          <p:cNvGrpSpPr>
            <a:grpSpLocks/>
          </p:cNvGrpSpPr>
          <p:nvPr/>
        </p:nvGrpSpPr>
        <p:grpSpPr bwMode="auto">
          <a:xfrm>
            <a:off x="2843213" y="1106488"/>
            <a:ext cx="446087" cy="534987"/>
            <a:chOff x="868" y="1439"/>
            <a:chExt cx="811" cy="972"/>
          </a:xfrm>
        </p:grpSpPr>
        <p:sp>
          <p:nvSpPr>
            <p:cNvPr id="166980" name="Freeform 30"/>
            <p:cNvSpPr>
              <a:spLocks/>
            </p:cNvSpPr>
            <p:nvPr/>
          </p:nvSpPr>
          <p:spPr bwMode="auto">
            <a:xfrm>
              <a:off x="1548" y="2014"/>
              <a:ext cx="123" cy="100"/>
            </a:xfrm>
            <a:custGeom>
              <a:avLst/>
              <a:gdLst>
                <a:gd name="T0" fmla="*/ 5 w 618"/>
                <a:gd name="T1" fmla="*/ 0 h 502"/>
                <a:gd name="T2" fmla="*/ 5 w 618"/>
                <a:gd name="T3" fmla="*/ 0 h 502"/>
                <a:gd name="T4" fmla="*/ 0 w 618"/>
                <a:gd name="T5" fmla="*/ 4 h 502"/>
                <a:gd name="T6" fmla="*/ 0 w 618"/>
                <a:gd name="T7" fmla="*/ 4 h 502"/>
                <a:gd name="T8" fmla="*/ 5 w 618"/>
                <a:gd name="T9" fmla="*/ 0 h 502"/>
                <a:gd name="T10" fmla="*/ 5 w 618"/>
                <a:gd name="T11" fmla="*/ 0 h 502"/>
                <a:gd name="T12" fmla="*/ 5 w 618"/>
                <a:gd name="T13" fmla="*/ 0 h 502"/>
                <a:gd name="T14" fmla="*/ 5 w 618"/>
                <a:gd name="T15" fmla="*/ 0 h 502"/>
                <a:gd name="T16" fmla="*/ 5 w 618"/>
                <a:gd name="T17" fmla="*/ 0 h 502"/>
                <a:gd name="T18" fmla="*/ 5 w 618"/>
                <a:gd name="T19" fmla="*/ 0 h 502"/>
                <a:gd name="T20" fmla="*/ 5 w 618"/>
                <a:gd name="T21" fmla="*/ 0 h 502"/>
                <a:gd name="T22" fmla="*/ 5 w 618"/>
                <a:gd name="T23" fmla="*/ 0 h 502"/>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618"/>
                <a:gd name="T37" fmla="*/ 0 h 502"/>
                <a:gd name="T38" fmla="*/ 618 w 618"/>
                <a:gd name="T39" fmla="*/ 502 h 502"/>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618" h="502">
                  <a:moveTo>
                    <a:pt x="611" y="0"/>
                  </a:moveTo>
                  <a:lnTo>
                    <a:pt x="606" y="2"/>
                  </a:lnTo>
                  <a:lnTo>
                    <a:pt x="0" y="490"/>
                  </a:lnTo>
                  <a:lnTo>
                    <a:pt x="10" y="502"/>
                  </a:lnTo>
                  <a:lnTo>
                    <a:pt x="616" y="14"/>
                  </a:lnTo>
                  <a:lnTo>
                    <a:pt x="611" y="16"/>
                  </a:lnTo>
                  <a:lnTo>
                    <a:pt x="616" y="14"/>
                  </a:lnTo>
                  <a:lnTo>
                    <a:pt x="618" y="9"/>
                  </a:lnTo>
                  <a:lnTo>
                    <a:pt x="617" y="3"/>
                  </a:lnTo>
                  <a:lnTo>
                    <a:pt x="612" y="1"/>
                  </a:lnTo>
                  <a:lnTo>
                    <a:pt x="606" y="2"/>
                  </a:lnTo>
                  <a:lnTo>
                    <a:pt x="611"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6981" name="Freeform 31"/>
            <p:cNvSpPr>
              <a:spLocks/>
            </p:cNvSpPr>
            <p:nvPr/>
          </p:nvSpPr>
          <p:spPr bwMode="auto">
            <a:xfrm>
              <a:off x="876" y="1852"/>
              <a:ext cx="82" cy="373"/>
            </a:xfrm>
            <a:custGeom>
              <a:avLst/>
              <a:gdLst>
                <a:gd name="T0" fmla="*/ 3 w 413"/>
                <a:gd name="T1" fmla="*/ 15 h 1865"/>
                <a:gd name="T2" fmla="*/ 3 w 413"/>
                <a:gd name="T3" fmla="*/ 15 h 1865"/>
                <a:gd name="T4" fmla="*/ 0 w 413"/>
                <a:gd name="T5" fmla="*/ 0 h 1865"/>
                <a:gd name="T6" fmla="*/ 0 w 413"/>
                <a:gd name="T7" fmla="*/ 0 h 1865"/>
                <a:gd name="T8" fmla="*/ 3 w 413"/>
                <a:gd name="T9" fmla="*/ 15 h 1865"/>
                <a:gd name="T10" fmla="*/ 3 w 413"/>
                <a:gd name="T11" fmla="*/ 15 h 1865"/>
                <a:gd name="T12" fmla="*/ 3 w 413"/>
                <a:gd name="T13" fmla="*/ 15 h 1865"/>
                <a:gd name="T14" fmla="*/ 3 w 413"/>
                <a:gd name="T15" fmla="*/ 15 h 1865"/>
                <a:gd name="T16" fmla="*/ 3 w 413"/>
                <a:gd name="T17" fmla="*/ 15 h 1865"/>
                <a:gd name="T18" fmla="*/ 3 w 413"/>
                <a:gd name="T19" fmla="*/ 15 h 1865"/>
                <a:gd name="T20" fmla="*/ 3 w 413"/>
                <a:gd name="T21" fmla="*/ 15 h 1865"/>
                <a:gd name="T22" fmla="*/ 3 w 413"/>
                <a:gd name="T23" fmla="*/ 15 h 186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413"/>
                <a:gd name="T37" fmla="*/ 0 h 1865"/>
                <a:gd name="T38" fmla="*/ 413 w 413"/>
                <a:gd name="T39" fmla="*/ 1865 h 1865"/>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413" h="1865">
                  <a:moveTo>
                    <a:pt x="400" y="1864"/>
                  </a:moveTo>
                  <a:lnTo>
                    <a:pt x="413" y="1856"/>
                  </a:lnTo>
                  <a:lnTo>
                    <a:pt x="17" y="0"/>
                  </a:lnTo>
                  <a:lnTo>
                    <a:pt x="0" y="2"/>
                  </a:lnTo>
                  <a:lnTo>
                    <a:pt x="396" y="1858"/>
                  </a:lnTo>
                  <a:lnTo>
                    <a:pt x="409" y="1850"/>
                  </a:lnTo>
                  <a:lnTo>
                    <a:pt x="396" y="1858"/>
                  </a:lnTo>
                  <a:lnTo>
                    <a:pt x="400" y="1864"/>
                  </a:lnTo>
                  <a:lnTo>
                    <a:pt x="406" y="1865"/>
                  </a:lnTo>
                  <a:lnTo>
                    <a:pt x="410" y="1862"/>
                  </a:lnTo>
                  <a:lnTo>
                    <a:pt x="413" y="1856"/>
                  </a:lnTo>
                  <a:lnTo>
                    <a:pt x="400" y="186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6982" name="Freeform 32"/>
            <p:cNvSpPr>
              <a:spLocks/>
            </p:cNvSpPr>
            <p:nvPr/>
          </p:nvSpPr>
          <p:spPr bwMode="auto">
            <a:xfrm>
              <a:off x="1282" y="1533"/>
              <a:ext cx="35" cy="161"/>
            </a:xfrm>
            <a:custGeom>
              <a:avLst/>
              <a:gdLst>
                <a:gd name="T0" fmla="*/ 1 w 175"/>
                <a:gd name="T1" fmla="*/ 6 h 807"/>
                <a:gd name="T2" fmla="*/ 1 w 175"/>
                <a:gd name="T3" fmla="*/ 6 h 807"/>
                <a:gd name="T4" fmla="*/ 1 w 175"/>
                <a:gd name="T5" fmla="*/ 6 h 807"/>
                <a:gd name="T6" fmla="*/ 1 w 175"/>
                <a:gd name="T7" fmla="*/ 5 h 807"/>
                <a:gd name="T8" fmla="*/ 1 w 175"/>
                <a:gd name="T9" fmla="*/ 5 h 807"/>
                <a:gd name="T10" fmla="*/ 1 w 175"/>
                <a:gd name="T11" fmla="*/ 5 h 807"/>
                <a:gd name="T12" fmla="*/ 1 w 175"/>
                <a:gd name="T13" fmla="*/ 4 h 807"/>
                <a:gd name="T14" fmla="*/ 1 w 175"/>
                <a:gd name="T15" fmla="*/ 4 h 807"/>
                <a:gd name="T16" fmla="*/ 1 w 175"/>
                <a:gd name="T17" fmla="*/ 3 h 807"/>
                <a:gd name="T18" fmla="*/ 1 w 175"/>
                <a:gd name="T19" fmla="*/ 3 h 807"/>
                <a:gd name="T20" fmla="*/ 1 w 175"/>
                <a:gd name="T21" fmla="*/ 3 h 807"/>
                <a:gd name="T22" fmla="*/ 1 w 175"/>
                <a:gd name="T23" fmla="*/ 2 h 807"/>
                <a:gd name="T24" fmla="*/ 1 w 175"/>
                <a:gd name="T25" fmla="*/ 2 h 807"/>
                <a:gd name="T26" fmla="*/ 1 w 175"/>
                <a:gd name="T27" fmla="*/ 2 h 807"/>
                <a:gd name="T28" fmla="*/ 1 w 175"/>
                <a:gd name="T29" fmla="*/ 1 h 807"/>
                <a:gd name="T30" fmla="*/ 1 w 175"/>
                <a:gd name="T31" fmla="*/ 1 h 807"/>
                <a:gd name="T32" fmla="*/ 1 w 175"/>
                <a:gd name="T33" fmla="*/ 1 h 807"/>
                <a:gd name="T34" fmla="*/ 1 w 175"/>
                <a:gd name="T35" fmla="*/ 0 h 807"/>
                <a:gd name="T36" fmla="*/ 1 w 175"/>
                <a:gd name="T37" fmla="*/ 0 h 807"/>
                <a:gd name="T38" fmla="*/ 1 w 175"/>
                <a:gd name="T39" fmla="*/ 0 h 807"/>
                <a:gd name="T40" fmla="*/ 0 w 175"/>
                <a:gd name="T41" fmla="*/ 1 h 807"/>
                <a:gd name="T42" fmla="*/ 0 w 175"/>
                <a:gd name="T43" fmla="*/ 1 h 807"/>
                <a:gd name="T44" fmla="*/ 0 w 175"/>
                <a:gd name="T45" fmla="*/ 1 h 807"/>
                <a:gd name="T46" fmla="*/ 0 w 175"/>
                <a:gd name="T47" fmla="*/ 2 h 807"/>
                <a:gd name="T48" fmla="*/ 0 w 175"/>
                <a:gd name="T49" fmla="*/ 2 h 807"/>
                <a:gd name="T50" fmla="*/ 0 w 175"/>
                <a:gd name="T51" fmla="*/ 3 h 807"/>
                <a:gd name="T52" fmla="*/ 0 w 175"/>
                <a:gd name="T53" fmla="*/ 3 h 807"/>
                <a:gd name="T54" fmla="*/ 0 w 175"/>
                <a:gd name="T55" fmla="*/ 3 h 807"/>
                <a:gd name="T56" fmla="*/ 0 w 175"/>
                <a:gd name="T57" fmla="*/ 4 h 807"/>
                <a:gd name="T58" fmla="*/ 0 w 175"/>
                <a:gd name="T59" fmla="*/ 4 h 807"/>
                <a:gd name="T60" fmla="*/ 0 w 175"/>
                <a:gd name="T61" fmla="*/ 5 h 807"/>
                <a:gd name="T62" fmla="*/ 0 w 175"/>
                <a:gd name="T63" fmla="*/ 5 h 807"/>
                <a:gd name="T64" fmla="*/ 0 w 175"/>
                <a:gd name="T65" fmla="*/ 5 h 807"/>
                <a:gd name="T66" fmla="*/ 1 w 175"/>
                <a:gd name="T67" fmla="*/ 6 h 807"/>
                <a:gd name="T68" fmla="*/ 1 w 175"/>
                <a:gd name="T69" fmla="*/ 6 h 807"/>
                <a:gd name="T70" fmla="*/ 1 w 175"/>
                <a:gd name="T71" fmla="*/ 6 h 807"/>
                <a:gd name="T72" fmla="*/ 1 w 175"/>
                <a:gd name="T73" fmla="*/ 6 h 807"/>
                <a:gd name="T74" fmla="*/ 1 w 175"/>
                <a:gd name="T75" fmla="*/ 6 h 807"/>
                <a:gd name="T76" fmla="*/ 1 w 175"/>
                <a:gd name="T77" fmla="*/ 6 h 807"/>
                <a:gd name="T78" fmla="*/ 1 w 175"/>
                <a:gd name="T79" fmla="*/ 6 h 807"/>
                <a:gd name="T80" fmla="*/ 1 w 175"/>
                <a:gd name="T81" fmla="*/ 6 h 807"/>
                <a:gd name="T82" fmla="*/ 1 w 175"/>
                <a:gd name="T83" fmla="*/ 6 h 807"/>
                <a:gd name="T84" fmla="*/ 1 w 175"/>
                <a:gd name="T85" fmla="*/ 6 h 807"/>
                <a:gd name="T86" fmla="*/ 1 w 175"/>
                <a:gd name="T87" fmla="*/ 6 h 807"/>
                <a:gd name="T88" fmla="*/ 1 w 175"/>
                <a:gd name="T89" fmla="*/ 6 h 807"/>
                <a:gd name="T90" fmla="*/ 1 w 175"/>
                <a:gd name="T91" fmla="*/ 6 h 80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175"/>
                <a:gd name="T139" fmla="*/ 0 h 807"/>
                <a:gd name="T140" fmla="*/ 175 w 175"/>
                <a:gd name="T141" fmla="*/ 807 h 80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175" h="807">
                  <a:moveTo>
                    <a:pt x="169" y="740"/>
                  </a:moveTo>
                  <a:lnTo>
                    <a:pt x="169" y="739"/>
                  </a:lnTo>
                  <a:lnTo>
                    <a:pt x="149" y="698"/>
                  </a:lnTo>
                  <a:lnTo>
                    <a:pt x="133" y="656"/>
                  </a:lnTo>
                  <a:lnTo>
                    <a:pt x="120" y="611"/>
                  </a:lnTo>
                  <a:lnTo>
                    <a:pt x="108" y="565"/>
                  </a:lnTo>
                  <a:lnTo>
                    <a:pt x="100" y="520"/>
                  </a:lnTo>
                  <a:lnTo>
                    <a:pt x="96" y="472"/>
                  </a:lnTo>
                  <a:lnTo>
                    <a:pt x="93" y="425"/>
                  </a:lnTo>
                  <a:lnTo>
                    <a:pt x="93" y="377"/>
                  </a:lnTo>
                  <a:lnTo>
                    <a:pt x="96" y="330"/>
                  </a:lnTo>
                  <a:lnTo>
                    <a:pt x="100" y="283"/>
                  </a:lnTo>
                  <a:lnTo>
                    <a:pt x="106" y="238"/>
                  </a:lnTo>
                  <a:lnTo>
                    <a:pt x="115" y="195"/>
                  </a:lnTo>
                  <a:lnTo>
                    <a:pt x="126" y="153"/>
                  </a:lnTo>
                  <a:lnTo>
                    <a:pt x="139" y="114"/>
                  </a:lnTo>
                  <a:lnTo>
                    <a:pt x="153" y="77"/>
                  </a:lnTo>
                  <a:lnTo>
                    <a:pt x="169" y="43"/>
                  </a:lnTo>
                  <a:lnTo>
                    <a:pt x="87" y="0"/>
                  </a:lnTo>
                  <a:lnTo>
                    <a:pt x="69" y="39"/>
                  </a:lnTo>
                  <a:lnTo>
                    <a:pt x="52" y="81"/>
                  </a:lnTo>
                  <a:lnTo>
                    <a:pt x="37" y="127"/>
                  </a:lnTo>
                  <a:lnTo>
                    <a:pt x="24" y="174"/>
                  </a:lnTo>
                  <a:lnTo>
                    <a:pt x="15" y="222"/>
                  </a:lnTo>
                  <a:lnTo>
                    <a:pt x="7" y="271"/>
                  </a:lnTo>
                  <a:lnTo>
                    <a:pt x="2" y="323"/>
                  </a:lnTo>
                  <a:lnTo>
                    <a:pt x="0" y="374"/>
                  </a:lnTo>
                  <a:lnTo>
                    <a:pt x="0" y="427"/>
                  </a:lnTo>
                  <a:lnTo>
                    <a:pt x="2" y="479"/>
                  </a:lnTo>
                  <a:lnTo>
                    <a:pt x="9" y="531"/>
                  </a:lnTo>
                  <a:lnTo>
                    <a:pt x="17" y="584"/>
                  </a:lnTo>
                  <a:lnTo>
                    <a:pt x="29" y="635"/>
                  </a:lnTo>
                  <a:lnTo>
                    <a:pt x="44" y="686"/>
                  </a:lnTo>
                  <a:lnTo>
                    <a:pt x="65" y="736"/>
                  </a:lnTo>
                  <a:lnTo>
                    <a:pt x="87" y="784"/>
                  </a:lnTo>
                  <a:lnTo>
                    <a:pt x="87" y="782"/>
                  </a:lnTo>
                  <a:lnTo>
                    <a:pt x="87" y="784"/>
                  </a:lnTo>
                  <a:lnTo>
                    <a:pt x="100" y="799"/>
                  </a:lnTo>
                  <a:lnTo>
                    <a:pt x="117" y="807"/>
                  </a:lnTo>
                  <a:lnTo>
                    <a:pt x="134" y="807"/>
                  </a:lnTo>
                  <a:lnTo>
                    <a:pt x="151" y="801"/>
                  </a:lnTo>
                  <a:lnTo>
                    <a:pt x="164" y="791"/>
                  </a:lnTo>
                  <a:lnTo>
                    <a:pt x="173" y="777"/>
                  </a:lnTo>
                  <a:lnTo>
                    <a:pt x="175" y="759"/>
                  </a:lnTo>
                  <a:lnTo>
                    <a:pt x="169" y="739"/>
                  </a:lnTo>
                  <a:lnTo>
                    <a:pt x="169" y="74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6983" name="Freeform 33"/>
            <p:cNvSpPr>
              <a:spLocks/>
            </p:cNvSpPr>
            <p:nvPr/>
          </p:nvSpPr>
          <p:spPr bwMode="auto">
            <a:xfrm>
              <a:off x="1299" y="1681"/>
              <a:ext cx="157" cy="281"/>
            </a:xfrm>
            <a:custGeom>
              <a:avLst/>
              <a:gdLst>
                <a:gd name="T0" fmla="*/ 6 w 787"/>
                <a:gd name="T1" fmla="*/ 11 h 1404"/>
                <a:gd name="T2" fmla="*/ 6 w 787"/>
                <a:gd name="T3" fmla="*/ 11 h 1404"/>
                <a:gd name="T4" fmla="*/ 1 w 787"/>
                <a:gd name="T5" fmla="*/ 0 h 1404"/>
                <a:gd name="T6" fmla="*/ 0 w 787"/>
                <a:gd name="T7" fmla="*/ 0 h 1404"/>
                <a:gd name="T8" fmla="*/ 6 w 787"/>
                <a:gd name="T9" fmla="*/ 11 h 1404"/>
                <a:gd name="T10" fmla="*/ 6 w 787"/>
                <a:gd name="T11" fmla="*/ 11 h 1404"/>
                <a:gd name="T12" fmla="*/ 6 w 787"/>
                <a:gd name="T13" fmla="*/ 11 h 1404"/>
                <a:gd name="T14" fmla="*/ 6 w 787"/>
                <a:gd name="T15" fmla="*/ 11 h 1404"/>
                <a:gd name="T16" fmla="*/ 6 w 787"/>
                <a:gd name="T17" fmla="*/ 11 h 1404"/>
                <a:gd name="T18" fmla="*/ 6 w 787"/>
                <a:gd name="T19" fmla="*/ 11 h 1404"/>
                <a:gd name="T20" fmla="*/ 6 w 787"/>
                <a:gd name="T21" fmla="*/ 11 h 1404"/>
                <a:gd name="T22" fmla="*/ 6 w 787"/>
                <a:gd name="T23" fmla="*/ 11 h 1404"/>
                <a:gd name="T24" fmla="*/ 6 w 787"/>
                <a:gd name="T25" fmla="*/ 11 h 1404"/>
                <a:gd name="T26" fmla="*/ 6 w 787"/>
                <a:gd name="T27" fmla="*/ 11 h 1404"/>
                <a:gd name="T28" fmla="*/ 6 w 787"/>
                <a:gd name="T29" fmla="*/ 11 h 1404"/>
                <a:gd name="T30" fmla="*/ 6 w 787"/>
                <a:gd name="T31" fmla="*/ 11 h 1404"/>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787"/>
                <a:gd name="T49" fmla="*/ 0 h 1404"/>
                <a:gd name="T50" fmla="*/ 787 w 787"/>
                <a:gd name="T51" fmla="*/ 1404 h 1404"/>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787" h="1404">
                  <a:moveTo>
                    <a:pt x="781" y="1334"/>
                  </a:moveTo>
                  <a:lnTo>
                    <a:pt x="781" y="1337"/>
                  </a:lnTo>
                  <a:lnTo>
                    <a:pt x="82" y="0"/>
                  </a:lnTo>
                  <a:lnTo>
                    <a:pt x="0" y="42"/>
                  </a:lnTo>
                  <a:lnTo>
                    <a:pt x="699" y="1379"/>
                  </a:lnTo>
                  <a:lnTo>
                    <a:pt x="699" y="1381"/>
                  </a:lnTo>
                  <a:lnTo>
                    <a:pt x="699" y="1379"/>
                  </a:lnTo>
                  <a:lnTo>
                    <a:pt x="712" y="1395"/>
                  </a:lnTo>
                  <a:lnTo>
                    <a:pt x="727" y="1402"/>
                  </a:lnTo>
                  <a:lnTo>
                    <a:pt x="744" y="1404"/>
                  </a:lnTo>
                  <a:lnTo>
                    <a:pt x="761" y="1398"/>
                  </a:lnTo>
                  <a:lnTo>
                    <a:pt x="775" y="1388"/>
                  </a:lnTo>
                  <a:lnTo>
                    <a:pt x="784" y="1373"/>
                  </a:lnTo>
                  <a:lnTo>
                    <a:pt x="787" y="1357"/>
                  </a:lnTo>
                  <a:lnTo>
                    <a:pt x="781" y="1337"/>
                  </a:lnTo>
                  <a:lnTo>
                    <a:pt x="781" y="13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6984" name="Freeform 34"/>
            <p:cNvSpPr>
              <a:spLocks/>
            </p:cNvSpPr>
            <p:nvPr/>
          </p:nvSpPr>
          <p:spPr bwMode="auto">
            <a:xfrm>
              <a:off x="1439" y="1948"/>
              <a:ext cx="125" cy="76"/>
            </a:xfrm>
            <a:custGeom>
              <a:avLst/>
              <a:gdLst>
                <a:gd name="T0" fmla="*/ 5 w 628"/>
                <a:gd name="T1" fmla="*/ 2 h 383"/>
                <a:gd name="T2" fmla="*/ 5 w 628"/>
                <a:gd name="T3" fmla="*/ 2 h 383"/>
                <a:gd name="T4" fmla="*/ 4 w 628"/>
                <a:gd name="T5" fmla="*/ 2 h 383"/>
                <a:gd name="T6" fmla="*/ 4 w 628"/>
                <a:gd name="T7" fmla="*/ 2 h 383"/>
                <a:gd name="T8" fmla="*/ 4 w 628"/>
                <a:gd name="T9" fmla="*/ 2 h 383"/>
                <a:gd name="T10" fmla="*/ 3 w 628"/>
                <a:gd name="T11" fmla="*/ 2 h 383"/>
                <a:gd name="T12" fmla="*/ 3 w 628"/>
                <a:gd name="T13" fmla="*/ 2 h 383"/>
                <a:gd name="T14" fmla="*/ 3 w 628"/>
                <a:gd name="T15" fmla="*/ 2 h 383"/>
                <a:gd name="T16" fmla="*/ 3 w 628"/>
                <a:gd name="T17" fmla="*/ 2 h 383"/>
                <a:gd name="T18" fmla="*/ 2 w 628"/>
                <a:gd name="T19" fmla="*/ 2 h 383"/>
                <a:gd name="T20" fmla="*/ 2 w 628"/>
                <a:gd name="T21" fmla="*/ 2 h 383"/>
                <a:gd name="T22" fmla="*/ 2 w 628"/>
                <a:gd name="T23" fmla="*/ 1 h 383"/>
                <a:gd name="T24" fmla="*/ 2 w 628"/>
                <a:gd name="T25" fmla="*/ 1 h 383"/>
                <a:gd name="T26" fmla="*/ 1 w 628"/>
                <a:gd name="T27" fmla="*/ 1 h 383"/>
                <a:gd name="T28" fmla="*/ 1 w 628"/>
                <a:gd name="T29" fmla="*/ 1 h 383"/>
                <a:gd name="T30" fmla="*/ 1 w 628"/>
                <a:gd name="T31" fmla="*/ 1 h 383"/>
                <a:gd name="T32" fmla="*/ 1 w 628"/>
                <a:gd name="T33" fmla="*/ 0 h 383"/>
                <a:gd name="T34" fmla="*/ 1 w 628"/>
                <a:gd name="T35" fmla="*/ 0 h 383"/>
                <a:gd name="T36" fmla="*/ 0 w 628"/>
                <a:gd name="T37" fmla="*/ 0 h 383"/>
                <a:gd name="T38" fmla="*/ 0 w 628"/>
                <a:gd name="T39" fmla="*/ 1 h 383"/>
                <a:gd name="T40" fmla="*/ 0 w 628"/>
                <a:gd name="T41" fmla="*/ 1 h 383"/>
                <a:gd name="T42" fmla="*/ 1 w 628"/>
                <a:gd name="T43" fmla="*/ 1 h 383"/>
                <a:gd name="T44" fmla="*/ 1 w 628"/>
                <a:gd name="T45" fmla="*/ 1 h 383"/>
                <a:gd name="T46" fmla="*/ 1 w 628"/>
                <a:gd name="T47" fmla="*/ 2 h 383"/>
                <a:gd name="T48" fmla="*/ 1 w 628"/>
                <a:gd name="T49" fmla="*/ 2 h 383"/>
                <a:gd name="T50" fmla="*/ 2 w 628"/>
                <a:gd name="T51" fmla="*/ 2 h 383"/>
                <a:gd name="T52" fmla="*/ 2 w 628"/>
                <a:gd name="T53" fmla="*/ 2 h 383"/>
                <a:gd name="T54" fmla="*/ 2 w 628"/>
                <a:gd name="T55" fmla="*/ 2 h 383"/>
                <a:gd name="T56" fmla="*/ 3 w 628"/>
                <a:gd name="T57" fmla="*/ 3 h 383"/>
                <a:gd name="T58" fmla="*/ 3 w 628"/>
                <a:gd name="T59" fmla="*/ 3 h 383"/>
                <a:gd name="T60" fmla="*/ 3 w 628"/>
                <a:gd name="T61" fmla="*/ 3 h 383"/>
                <a:gd name="T62" fmla="*/ 4 w 628"/>
                <a:gd name="T63" fmla="*/ 3 h 383"/>
                <a:gd name="T64" fmla="*/ 4 w 628"/>
                <a:gd name="T65" fmla="*/ 3 h 383"/>
                <a:gd name="T66" fmla="*/ 4 w 628"/>
                <a:gd name="T67" fmla="*/ 3 h 383"/>
                <a:gd name="T68" fmla="*/ 5 w 628"/>
                <a:gd name="T69" fmla="*/ 3 h 383"/>
                <a:gd name="T70" fmla="*/ 5 w 628"/>
                <a:gd name="T71" fmla="*/ 3 h 383"/>
                <a:gd name="T72" fmla="*/ 5 w 628"/>
                <a:gd name="T73" fmla="*/ 3 h 383"/>
                <a:gd name="T74" fmla="*/ 5 w 628"/>
                <a:gd name="T75" fmla="*/ 3 h 383"/>
                <a:gd name="T76" fmla="*/ 5 w 628"/>
                <a:gd name="T77" fmla="*/ 3 h 383"/>
                <a:gd name="T78" fmla="*/ 5 w 628"/>
                <a:gd name="T79" fmla="*/ 3 h 383"/>
                <a:gd name="T80" fmla="*/ 5 w 628"/>
                <a:gd name="T81" fmla="*/ 3 h 383"/>
                <a:gd name="T82" fmla="*/ 5 w 628"/>
                <a:gd name="T83" fmla="*/ 3 h 383"/>
                <a:gd name="T84" fmla="*/ 5 w 628"/>
                <a:gd name="T85" fmla="*/ 2 h 383"/>
                <a:gd name="T86" fmla="*/ 5 w 628"/>
                <a:gd name="T87" fmla="*/ 2 h 383"/>
                <a:gd name="T88" fmla="*/ 5 w 628"/>
                <a:gd name="T89" fmla="*/ 2 h 383"/>
                <a:gd name="T90" fmla="*/ 5 w 628"/>
                <a:gd name="T91" fmla="*/ 2 h 38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628"/>
                <a:gd name="T139" fmla="*/ 0 h 383"/>
                <a:gd name="T140" fmla="*/ 628 w 628"/>
                <a:gd name="T141" fmla="*/ 383 h 38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628" h="383">
                  <a:moveTo>
                    <a:pt x="581" y="289"/>
                  </a:moveTo>
                  <a:lnTo>
                    <a:pt x="582" y="289"/>
                  </a:lnTo>
                  <a:lnTo>
                    <a:pt x="541" y="287"/>
                  </a:lnTo>
                  <a:lnTo>
                    <a:pt x="500" y="283"/>
                  </a:lnTo>
                  <a:lnTo>
                    <a:pt x="462" y="276"/>
                  </a:lnTo>
                  <a:lnTo>
                    <a:pt x="424" y="268"/>
                  </a:lnTo>
                  <a:lnTo>
                    <a:pt x="389" y="255"/>
                  </a:lnTo>
                  <a:lnTo>
                    <a:pt x="352" y="242"/>
                  </a:lnTo>
                  <a:lnTo>
                    <a:pt x="320" y="227"/>
                  </a:lnTo>
                  <a:lnTo>
                    <a:pt x="287" y="209"/>
                  </a:lnTo>
                  <a:lnTo>
                    <a:pt x="255" y="189"/>
                  </a:lnTo>
                  <a:lnTo>
                    <a:pt x="226" y="168"/>
                  </a:lnTo>
                  <a:lnTo>
                    <a:pt x="198" y="145"/>
                  </a:lnTo>
                  <a:lnTo>
                    <a:pt x="172" y="119"/>
                  </a:lnTo>
                  <a:lnTo>
                    <a:pt x="146" y="92"/>
                  </a:lnTo>
                  <a:lnTo>
                    <a:pt x="122" y="64"/>
                  </a:lnTo>
                  <a:lnTo>
                    <a:pt x="100" y="33"/>
                  </a:lnTo>
                  <a:lnTo>
                    <a:pt x="82" y="0"/>
                  </a:lnTo>
                  <a:lnTo>
                    <a:pt x="0" y="47"/>
                  </a:lnTo>
                  <a:lnTo>
                    <a:pt x="23" y="85"/>
                  </a:lnTo>
                  <a:lnTo>
                    <a:pt x="49" y="120"/>
                  </a:lnTo>
                  <a:lnTo>
                    <a:pt x="76" y="153"/>
                  </a:lnTo>
                  <a:lnTo>
                    <a:pt x="104" y="185"/>
                  </a:lnTo>
                  <a:lnTo>
                    <a:pt x="137" y="215"/>
                  </a:lnTo>
                  <a:lnTo>
                    <a:pt x="170" y="241"/>
                  </a:lnTo>
                  <a:lnTo>
                    <a:pt x="204" y="267"/>
                  </a:lnTo>
                  <a:lnTo>
                    <a:pt x="240" y="289"/>
                  </a:lnTo>
                  <a:lnTo>
                    <a:pt x="277" y="309"/>
                  </a:lnTo>
                  <a:lnTo>
                    <a:pt x="317" y="329"/>
                  </a:lnTo>
                  <a:lnTo>
                    <a:pt x="358" y="344"/>
                  </a:lnTo>
                  <a:lnTo>
                    <a:pt x="400" y="357"/>
                  </a:lnTo>
                  <a:lnTo>
                    <a:pt x="444" y="367"/>
                  </a:lnTo>
                  <a:lnTo>
                    <a:pt x="488" y="374"/>
                  </a:lnTo>
                  <a:lnTo>
                    <a:pt x="534" y="380"/>
                  </a:lnTo>
                  <a:lnTo>
                    <a:pt x="580" y="383"/>
                  </a:lnTo>
                  <a:lnTo>
                    <a:pt x="581" y="383"/>
                  </a:lnTo>
                  <a:lnTo>
                    <a:pt x="580" y="383"/>
                  </a:lnTo>
                  <a:lnTo>
                    <a:pt x="600" y="379"/>
                  </a:lnTo>
                  <a:lnTo>
                    <a:pt x="615" y="369"/>
                  </a:lnTo>
                  <a:lnTo>
                    <a:pt x="624" y="353"/>
                  </a:lnTo>
                  <a:lnTo>
                    <a:pt x="628" y="337"/>
                  </a:lnTo>
                  <a:lnTo>
                    <a:pt x="625" y="319"/>
                  </a:lnTo>
                  <a:lnTo>
                    <a:pt x="617" y="304"/>
                  </a:lnTo>
                  <a:lnTo>
                    <a:pt x="602" y="294"/>
                  </a:lnTo>
                  <a:lnTo>
                    <a:pt x="582" y="289"/>
                  </a:lnTo>
                  <a:lnTo>
                    <a:pt x="581" y="28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6985" name="Freeform 35"/>
            <p:cNvSpPr>
              <a:spLocks/>
            </p:cNvSpPr>
            <p:nvPr/>
          </p:nvSpPr>
          <p:spPr bwMode="auto">
            <a:xfrm>
              <a:off x="1587" y="1880"/>
              <a:ext cx="85" cy="49"/>
            </a:xfrm>
            <a:custGeom>
              <a:avLst/>
              <a:gdLst>
                <a:gd name="T0" fmla="*/ 3 w 426"/>
                <a:gd name="T1" fmla="*/ 0 h 245"/>
                <a:gd name="T2" fmla="*/ 3 w 426"/>
                <a:gd name="T3" fmla="*/ 0 h 245"/>
                <a:gd name="T4" fmla="*/ 3 w 426"/>
                <a:gd name="T5" fmla="*/ 0 h 245"/>
                <a:gd name="T6" fmla="*/ 3 w 426"/>
                <a:gd name="T7" fmla="*/ 0 h 245"/>
                <a:gd name="T8" fmla="*/ 2 w 426"/>
                <a:gd name="T9" fmla="*/ 0 h 245"/>
                <a:gd name="T10" fmla="*/ 2 w 426"/>
                <a:gd name="T11" fmla="*/ 0 h 245"/>
                <a:gd name="T12" fmla="*/ 2 w 426"/>
                <a:gd name="T13" fmla="*/ 0 h 245"/>
                <a:gd name="T14" fmla="*/ 2 w 426"/>
                <a:gd name="T15" fmla="*/ 0 h 245"/>
                <a:gd name="T16" fmla="*/ 1 w 426"/>
                <a:gd name="T17" fmla="*/ 0 h 245"/>
                <a:gd name="T18" fmla="*/ 1 w 426"/>
                <a:gd name="T19" fmla="*/ 1 h 245"/>
                <a:gd name="T20" fmla="*/ 1 w 426"/>
                <a:gd name="T21" fmla="*/ 1 h 245"/>
                <a:gd name="T22" fmla="*/ 1 w 426"/>
                <a:gd name="T23" fmla="*/ 1 h 245"/>
                <a:gd name="T24" fmla="*/ 0 w 426"/>
                <a:gd name="T25" fmla="*/ 1 h 245"/>
                <a:gd name="T26" fmla="*/ 0 w 426"/>
                <a:gd name="T27" fmla="*/ 1 h 245"/>
                <a:gd name="T28" fmla="*/ 0 w 426"/>
                <a:gd name="T29" fmla="*/ 1 h 245"/>
                <a:gd name="T30" fmla="*/ 0 w 426"/>
                <a:gd name="T31" fmla="*/ 2 h 245"/>
                <a:gd name="T32" fmla="*/ 0 w 426"/>
                <a:gd name="T33" fmla="*/ 2 h 245"/>
                <a:gd name="T34" fmla="*/ 0 w 426"/>
                <a:gd name="T35" fmla="*/ 2 h 245"/>
                <a:gd name="T36" fmla="*/ 0 w 426"/>
                <a:gd name="T37" fmla="*/ 2 h 245"/>
                <a:gd name="T38" fmla="*/ 0 w 426"/>
                <a:gd name="T39" fmla="*/ 2 h 245"/>
                <a:gd name="T40" fmla="*/ 0 w 426"/>
                <a:gd name="T41" fmla="*/ 2 h 245"/>
                <a:gd name="T42" fmla="*/ 0 w 426"/>
                <a:gd name="T43" fmla="*/ 1 h 245"/>
                <a:gd name="T44" fmla="*/ 0 w 426"/>
                <a:gd name="T45" fmla="*/ 1 h 245"/>
                <a:gd name="T46" fmla="*/ 0 w 426"/>
                <a:gd name="T47" fmla="*/ 1 h 245"/>
                <a:gd name="T48" fmla="*/ 1 w 426"/>
                <a:gd name="T49" fmla="*/ 1 h 245"/>
                <a:gd name="T50" fmla="*/ 1 w 426"/>
                <a:gd name="T51" fmla="*/ 1 h 245"/>
                <a:gd name="T52" fmla="*/ 1 w 426"/>
                <a:gd name="T53" fmla="*/ 1 h 245"/>
                <a:gd name="T54" fmla="*/ 1 w 426"/>
                <a:gd name="T55" fmla="*/ 1 h 245"/>
                <a:gd name="T56" fmla="*/ 2 w 426"/>
                <a:gd name="T57" fmla="*/ 0 h 245"/>
                <a:gd name="T58" fmla="*/ 2 w 426"/>
                <a:gd name="T59" fmla="*/ 0 h 245"/>
                <a:gd name="T60" fmla="*/ 2 w 426"/>
                <a:gd name="T61" fmla="*/ 0 h 245"/>
                <a:gd name="T62" fmla="*/ 2 w 426"/>
                <a:gd name="T63" fmla="*/ 0 h 245"/>
                <a:gd name="T64" fmla="*/ 3 w 426"/>
                <a:gd name="T65" fmla="*/ 0 h 245"/>
                <a:gd name="T66" fmla="*/ 3 w 426"/>
                <a:gd name="T67" fmla="*/ 0 h 245"/>
                <a:gd name="T68" fmla="*/ 3 w 426"/>
                <a:gd name="T69" fmla="*/ 0 h 245"/>
                <a:gd name="T70" fmla="*/ 3 w 426"/>
                <a:gd name="T71" fmla="*/ 0 h 245"/>
                <a:gd name="T72" fmla="*/ 3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426" y="0"/>
                  </a:moveTo>
                  <a:lnTo>
                    <a:pt x="426" y="0"/>
                  </a:lnTo>
                  <a:lnTo>
                    <a:pt x="384" y="1"/>
                  </a:lnTo>
                  <a:lnTo>
                    <a:pt x="340" y="4"/>
                  </a:lnTo>
                  <a:lnTo>
                    <a:pt x="300" y="10"/>
                  </a:lnTo>
                  <a:lnTo>
                    <a:pt x="262" y="18"/>
                  </a:lnTo>
                  <a:lnTo>
                    <a:pt x="224" y="29"/>
                  </a:lnTo>
                  <a:lnTo>
                    <a:pt x="189" y="41"/>
                  </a:lnTo>
                  <a:lnTo>
                    <a:pt x="157" y="55"/>
                  </a:lnTo>
                  <a:lnTo>
                    <a:pt x="126" y="70"/>
                  </a:lnTo>
                  <a:lnTo>
                    <a:pt x="99" y="89"/>
                  </a:lnTo>
                  <a:lnTo>
                    <a:pt x="74" y="106"/>
                  </a:lnTo>
                  <a:lnTo>
                    <a:pt x="52" y="126"/>
                  </a:lnTo>
                  <a:lnTo>
                    <a:pt x="34" y="148"/>
                  </a:lnTo>
                  <a:lnTo>
                    <a:pt x="19" y="171"/>
                  </a:lnTo>
                  <a:lnTo>
                    <a:pt x="9" y="194"/>
                  </a:lnTo>
                  <a:lnTo>
                    <a:pt x="3" y="219"/>
                  </a:lnTo>
                  <a:lnTo>
                    <a:pt x="0" y="245"/>
                  </a:lnTo>
                  <a:lnTo>
                    <a:pt x="12" y="245"/>
                  </a:lnTo>
                  <a:lnTo>
                    <a:pt x="15" y="221"/>
                  </a:lnTo>
                  <a:lnTo>
                    <a:pt x="20" y="199"/>
                  </a:lnTo>
                  <a:lnTo>
                    <a:pt x="31" y="178"/>
                  </a:lnTo>
                  <a:lnTo>
                    <a:pt x="44" y="156"/>
                  </a:lnTo>
                  <a:lnTo>
                    <a:pt x="61" y="136"/>
                  </a:lnTo>
                  <a:lnTo>
                    <a:pt x="81" y="116"/>
                  </a:lnTo>
                  <a:lnTo>
                    <a:pt x="106" y="98"/>
                  </a:lnTo>
                  <a:lnTo>
                    <a:pt x="133" y="82"/>
                  </a:lnTo>
                  <a:lnTo>
                    <a:pt x="162" y="66"/>
                  </a:lnTo>
                  <a:lnTo>
                    <a:pt x="194" y="52"/>
                  </a:lnTo>
                  <a:lnTo>
                    <a:pt x="229" y="41"/>
                  </a:lnTo>
                  <a:lnTo>
                    <a:pt x="264" y="30"/>
                  </a:lnTo>
                  <a:lnTo>
                    <a:pt x="303" y="22"/>
                  </a:lnTo>
                  <a:lnTo>
                    <a:pt x="343" y="16"/>
                  </a:lnTo>
                  <a:lnTo>
                    <a:pt x="384" y="12"/>
                  </a:lnTo>
                  <a:lnTo>
                    <a:pt x="426" y="11"/>
                  </a:lnTo>
                  <a:lnTo>
                    <a:pt x="42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6986" name="Freeform 36"/>
            <p:cNvSpPr>
              <a:spLocks/>
            </p:cNvSpPr>
            <p:nvPr/>
          </p:nvSpPr>
          <p:spPr bwMode="auto">
            <a:xfrm>
              <a:off x="1587" y="1929"/>
              <a:ext cx="85" cy="49"/>
            </a:xfrm>
            <a:custGeom>
              <a:avLst/>
              <a:gdLst>
                <a:gd name="T0" fmla="*/ 0 w 426"/>
                <a:gd name="T1" fmla="*/ 0 h 245"/>
                <a:gd name="T2" fmla="*/ 0 w 426"/>
                <a:gd name="T3" fmla="*/ 0 h 245"/>
                <a:gd name="T4" fmla="*/ 0 w 426"/>
                <a:gd name="T5" fmla="*/ 0 h 245"/>
                <a:gd name="T6" fmla="*/ 0 w 426"/>
                <a:gd name="T7" fmla="*/ 0 h 245"/>
                <a:gd name="T8" fmla="*/ 0 w 426"/>
                <a:gd name="T9" fmla="*/ 1 h 245"/>
                <a:gd name="T10" fmla="*/ 0 w 426"/>
                <a:gd name="T11" fmla="*/ 1 h 245"/>
                <a:gd name="T12" fmla="*/ 0 w 426"/>
                <a:gd name="T13" fmla="*/ 1 h 245"/>
                <a:gd name="T14" fmla="*/ 1 w 426"/>
                <a:gd name="T15" fmla="*/ 1 h 245"/>
                <a:gd name="T16" fmla="*/ 1 w 426"/>
                <a:gd name="T17" fmla="*/ 1 h 245"/>
                <a:gd name="T18" fmla="*/ 1 w 426"/>
                <a:gd name="T19" fmla="*/ 1 h 245"/>
                <a:gd name="T20" fmla="*/ 1 w 426"/>
                <a:gd name="T21" fmla="*/ 2 h 245"/>
                <a:gd name="T22" fmla="*/ 2 w 426"/>
                <a:gd name="T23" fmla="*/ 2 h 245"/>
                <a:gd name="T24" fmla="*/ 2 w 426"/>
                <a:gd name="T25" fmla="*/ 2 h 245"/>
                <a:gd name="T26" fmla="*/ 2 w 426"/>
                <a:gd name="T27" fmla="*/ 2 h 245"/>
                <a:gd name="T28" fmla="*/ 2 w 426"/>
                <a:gd name="T29" fmla="*/ 2 h 245"/>
                <a:gd name="T30" fmla="*/ 3 w 426"/>
                <a:gd name="T31" fmla="*/ 2 h 245"/>
                <a:gd name="T32" fmla="*/ 3 w 426"/>
                <a:gd name="T33" fmla="*/ 2 h 245"/>
                <a:gd name="T34" fmla="*/ 3 w 426"/>
                <a:gd name="T35" fmla="*/ 2 h 245"/>
                <a:gd name="T36" fmla="*/ 3 w 426"/>
                <a:gd name="T37" fmla="*/ 2 h 245"/>
                <a:gd name="T38" fmla="*/ 3 w 426"/>
                <a:gd name="T39" fmla="*/ 2 h 245"/>
                <a:gd name="T40" fmla="*/ 3 w 426"/>
                <a:gd name="T41" fmla="*/ 2 h 245"/>
                <a:gd name="T42" fmla="*/ 2 w 426"/>
                <a:gd name="T43" fmla="*/ 2 h 245"/>
                <a:gd name="T44" fmla="*/ 2 w 426"/>
                <a:gd name="T45" fmla="*/ 2 h 245"/>
                <a:gd name="T46" fmla="*/ 2 w 426"/>
                <a:gd name="T47" fmla="*/ 2 h 245"/>
                <a:gd name="T48" fmla="*/ 2 w 426"/>
                <a:gd name="T49" fmla="*/ 2 h 245"/>
                <a:gd name="T50" fmla="*/ 1 w 426"/>
                <a:gd name="T51" fmla="*/ 1 h 245"/>
                <a:gd name="T52" fmla="*/ 1 w 426"/>
                <a:gd name="T53" fmla="*/ 1 h 245"/>
                <a:gd name="T54" fmla="*/ 1 w 426"/>
                <a:gd name="T55" fmla="*/ 1 h 245"/>
                <a:gd name="T56" fmla="*/ 1 w 426"/>
                <a:gd name="T57" fmla="*/ 1 h 245"/>
                <a:gd name="T58" fmla="*/ 0 w 426"/>
                <a:gd name="T59" fmla="*/ 1 h 245"/>
                <a:gd name="T60" fmla="*/ 0 w 426"/>
                <a:gd name="T61" fmla="*/ 1 h 245"/>
                <a:gd name="T62" fmla="*/ 0 w 426"/>
                <a:gd name="T63" fmla="*/ 1 h 245"/>
                <a:gd name="T64" fmla="*/ 0 w 426"/>
                <a:gd name="T65" fmla="*/ 0 h 245"/>
                <a:gd name="T66" fmla="*/ 0 w 426"/>
                <a:gd name="T67" fmla="*/ 0 h 245"/>
                <a:gd name="T68" fmla="*/ 0 w 426"/>
                <a:gd name="T69" fmla="*/ 0 h 245"/>
                <a:gd name="T70" fmla="*/ 0 w 426"/>
                <a:gd name="T71" fmla="*/ 0 h 245"/>
                <a:gd name="T72" fmla="*/ 0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0" y="0"/>
                  </a:moveTo>
                  <a:lnTo>
                    <a:pt x="0" y="0"/>
                  </a:lnTo>
                  <a:lnTo>
                    <a:pt x="3" y="25"/>
                  </a:lnTo>
                  <a:lnTo>
                    <a:pt x="9" y="50"/>
                  </a:lnTo>
                  <a:lnTo>
                    <a:pt x="19" y="73"/>
                  </a:lnTo>
                  <a:lnTo>
                    <a:pt x="34" y="96"/>
                  </a:lnTo>
                  <a:lnTo>
                    <a:pt x="52" y="118"/>
                  </a:lnTo>
                  <a:lnTo>
                    <a:pt x="74" y="138"/>
                  </a:lnTo>
                  <a:lnTo>
                    <a:pt x="99" y="156"/>
                  </a:lnTo>
                  <a:lnTo>
                    <a:pt x="126" y="174"/>
                  </a:lnTo>
                  <a:lnTo>
                    <a:pt x="157" y="190"/>
                  </a:lnTo>
                  <a:lnTo>
                    <a:pt x="189" y="204"/>
                  </a:lnTo>
                  <a:lnTo>
                    <a:pt x="224" y="215"/>
                  </a:lnTo>
                  <a:lnTo>
                    <a:pt x="262" y="226"/>
                  </a:lnTo>
                  <a:lnTo>
                    <a:pt x="300" y="234"/>
                  </a:lnTo>
                  <a:lnTo>
                    <a:pt x="340" y="240"/>
                  </a:lnTo>
                  <a:lnTo>
                    <a:pt x="384" y="244"/>
                  </a:lnTo>
                  <a:lnTo>
                    <a:pt x="426" y="245"/>
                  </a:lnTo>
                  <a:lnTo>
                    <a:pt x="426" y="233"/>
                  </a:lnTo>
                  <a:lnTo>
                    <a:pt x="384" y="232"/>
                  </a:lnTo>
                  <a:lnTo>
                    <a:pt x="343" y="228"/>
                  </a:lnTo>
                  <a:lnTo>
                    <a:pt x="303" y="222"/>
                  </a:lnTo>
                  <a:lnTo>
                    <a:pt x="264" y="214"/>
                  </a:lnTo>
                  <a:lnTo>
                    <a:pt x="229" y="204"/>
                  </a:lnTo>
                  <a:lnTo>
                    <a:pt x="194" y="192"/>
                  </a:lnTo>
                  <a:lnTo>
                    <a:pt x="162" y="178"/>
                  </a:lnTo>
                  <a:lnTo>
                    <a:pt x="133" y="163"/>
                  </a:lnTo>
                  <a:lnTo>
                    <a:pt x="106" y="146"/>
                  </a:lnTo>
                  <a:lnTo>
                    <a:pt x="81" y="129"/>
                  </a:lnTo>
                  <a:lnTo>
                    <a:pt x="61" y="109"/>
                  </a:lnTo>
                  <a:lnTo>
                    <a:pt x="44" y="89"/>
                  </a:lnTo>
                  <a:lnTo>
                    <a:pt x="31" y="66"/>
                  </a:lnTo>
                  <a:lnTo>
                    <a:pt x="20" y="45"/>
                  </a:lnTo>
                  <a:lnTo>
                    <a:pt x="15" y="2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6987" name="Freeform 37"/>
            <p:cNvSpPr>
              <a:spLocks/>
            </p:cNvSpPr>
            <p:nvPr/>
          </p:nvSpPr>
          <p:spPr bwMode="auto">
            <a:xfrm>
              <a:off x="878" y="1448"/>
              <a:ext cx="792" cy="954"/>
            </a:xfrm>
            <a:custGeom>
              <a:avLst/>
              <a:gdLst>
                <a:gd name="T0" fmla="*/ 13 w 3960"/>
                <a:gd name="T1" fmla="*/ 38 h 4768"/>
                <a:gd name="T2" fmla="*/ 14 w 3960"/>
                <a:gd name="T3" fmla="*/ 38 h 4768"/>
                <a:gd name="T4" fmla="*/ 15 w 3960"/>
                <a:gd name="T5" fmla="*/ 38 h 4768"/>
                <a:gd name="T6" fmla="*/ 15 w 3960"/>
                <a:gd name="T7" fmla="*/ 38 h 4768"/>
                <a:gd name="T8" fmla="*/ 16 w 3960"/>
                <a:gd name="T9" fmla="*/ 38 h 4768"/>
                <a:gd name="T10" fmla="*/ 17 w 3960"/>
                <a:gd name="T11" fmla="*/ 38 h 4768"/>
                <a:gd name="T12" fmla="*/ 17 w 3960"/>
                <a:gd name="T13" fmla="*/ 38 h 4768"/>
                <a:gd name="T14" fmla="*/ 18 w 3960"/>
                <a:gd name="T15" fmla="*/ 38 h 4768"/>
                <a:gd name="T16" fmla="*/ 18 w 3960"/>
                <a:gd name="T17" fmla="*/ 38 h 4768"/>
                <a:gd name="T18" fmla="*/ 29 w 3960"/>
                <a:gd name="T19" fmla="*/ 30 h 4768"/>
                <a:gd name="T20" fmla="*/ 30 w 3960"/>
                <a:gd name="T21" fmla="*/ 30 h 4768"/>
                <a:gd name="T22" fmla="*/ 30 w 3960"/>
                <a:gd name="T23" fmla="*/ 29 h 4768"/>
                <a:gd name="T24" fmla="*/ 31 w 3960"/>
                <a:gd name="T25" fmla="*/ 28 h 4768"/>
                <a:gd name="T26" fmla="*/ 31 w 3960"/>
                <a:gd name="T27" fmla="*/ 28 h 4768"/>
                <a:gd name="T28" fmla="*/ 31 w 3960"/>
                <a:gd name="T29" fmla="*/ 27 h 4768"/>
                <a:gd name="T30" fmla="*/ 32 w 3960"/>
                <a:gd name="T31" fmla="*/ 26 h 4768"/>
                <a:gd name="T32" fmla="*/ 32 w 3960"/>
                <a:gd name="T33" fmla="*/ 25 h 4768"/>
                <a:gd name="T34" fmla="*/ 32 w 3960"/>
                <a:gd name="T35" fmla="*/ 11 h 4768"/>
                <a:gd name="T36" fmla="*/ 32 w 3960"/>
                <a:gd name="T37" fmla="*/ 10 h 4768"/>
                <a:gd name="T38" fmla="*/ 31 w 3960"/>
                <a:gd name="T39" fmla="*/ 9 h 4768"/>
                <a:gd name="T40" fmla="*/ 31 w 3960"/>
                <a:gd name="T41" fmla="*/ 9 h 4768"/>
                <a:gd name="T42" fmla="*/ 31 w 3960"/>
                <a:gd name="T43" fmla="*/ 8 h 4768"/>
                <a:gd name="T44" fmla="*/ 31 w 3960"/>
                <a:gd name="T45" fmla="*/ 8 h 4768"/>
                <a:gd name="T46" fmla="*/ 30 w 3960"/>
                <a:gd name="T47" fmla="*/ 7 h 4768"/>
                <a:gd name="T48" fmla="*/ 30 w 3960"/>
                <a:gd name="T49" fmla="*/ 7 h 4768"/>
                <a:gd name="T50" fmla="*/ 29 w 3960"/>
                <a:gd name="T51" fmla="*/ 6 h 4768"/>
                <a:gd name="T52" fmla="*/ 19 w 3960"/>
                <a:gd name="T53" fmla="*/ 1 h 4768"/>
                <a:gd name="T54" fmla="*/ 18 w 3960"/>
                <a:gd name="T55" fmla="*/ 0 h 4768"/>
                <a:gd name="T56" fmla="*/ 17 w 3960"/>
                <a:gd name="T57" fmla="*/ 0 h 4768"/>
                <a:gd name="T58" fmla="*/ 17 w 3960"/>
                <a:gd name="T59" fmla="*/ 0 h 4768"/>
                <a:gd name="T60" fmla="*/ 16 w 3960"/>
                <a:gd name="T61" fmla="*/ 0 h 4768"/>
                <a:gd name="T62" fmla="*/ 15 w 3960"/>
                <a:gd name="T63" fmla="*/ 0 h 4768"/>
                <a:gd name="T64" fmla="*/ 14 w 3960"/>
                <a:gd name="T65" fmla="*/ 0 h 4768"/>
                <a:gd name="T66" fmla="*/ 14 w 3960"/>
                <a:gd name="T67" fmla="*/ 0 h 4768"/>
                <a:gd name="T68" fmla="*/ 2 w 3960"/>
                <a:gd name="T69" fmla="*/ 6 h 4768"/>
                <a:gd name="T70" fmla="*/ 2 w 3960"/>
                <a:gd name="T71" fmla="*/ 7 h 4768"/>
                <a:gd name="T72" fmla="*/ 1 w 3960"/>
                <a:gd name="T73" fmla="*/ 7 h 4768"/>
                <a:gd name="T74" fmla="*/ 1 w 3960"/>
                <a:gd name="T75" fmla="*/ 8 h 4768"/>
                <a:gd name="T76" fmla="*/ 1 w 3960"/>
                <a:gd name="T77" fmla="*/ 8 h 4768"/>
                <a:gd name="T78" fmla="*/ 0 w 3960"/>
                <a:gd name="T79" fmla="*/ 9 h 4768"/>
                <a:gd name="T80" fmla="*/ 0 w 3960"/>
                <a:gd name="T81" fmla="*/ 9 h 4768"/>
                <a:gd name="T82" fmla="*/ 0 w 3960"/>
                <a:gd name="T83" fmla="*/ 10 h 4768"/>
                <a:gd name="T84" fmla="*/ 0 w 3960"/>
                <a:gd name="T85" fmla="*/ 11 h 4768"/>
                <a:gd name="T86" fmla="*/ 0 w 3960"/>
                <a:gd name="T87" fmla="*/ 25 h 4768"/>
                <a:gd name="T88" fmla="*/ 0 w 3960"/>
                <a:gd name="T89" fmla="*/ 26 h 4768"/>
                <a:gd name="T90" fmla="*/ 0 w 3960"/>
                <a:gd name="T91" fmla="*/ 27 h 4768"/>
                <a:gd name="T92" fmla="*/ 1 w 3960"/>
                <a:gd name="T93" fmla="*/ 28 h 4768"/>
                <a:gd name="T94" fmla="*/ 1 w 3960"/>
                <a:gd name="T95" fmla="*/ 29 h 4768"/>
                <a:gd name="T96" fmla="*/ 1 w 3960"/>
                <a:gd name="T97" fmla="*/ 29 h 4768"/>
                <a:gd name="T98" fmla="*/ 2 w 3960"/>
                <a:gd name="T99" fmla="*/ 30 h 4768"/>
                <a:gd name="T100" fmla="*/ 3 w 3960"/>
                <a:gd name="T101" fmla="*/ 31 h 4768"/>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w 3960"/>
                <a:gd name="T154" fmla="*/ 0 h 4768"/>
                <a:gd name="T155" fmla="*/ 3960 w 3960"/>
                <a:gd name="T156" fmla="*/ 4768 h 4768"/>
              </a:gdLst>
              <a:ahLst/>
              <a:cxnLst>
                <a:cxn ang="T102">
                  <a:pos x="T0" y="T1"/>
                </a:cxn>
                <a:cxn ang="T103">
                  <a:pos x="T2" y="T3"/>
                </a:cxn>
                <a:cxn ang="T104">
                  <a:pos x="T4" y="T5"/>
                </a:cxn>
                <a:cxn ang="T105">
                  <a:pos x="T6" y="T7"/>
                </a:cxn>
                <a:cxn ang="T106">
                  <a:pos x="T8" y="T9"/>
                </a:cxn>
                <a:cxn ang="T107">
                  <a:pos x="T10" y="T11"/>
                </a:cxn>
                <a:cxn ang="T108">
                  <a:pos x="T12" y="T13"/>
                </a:cxn>
                <a:cxn ang="T109">
                  <a:pos x="T14" y="T15"/>
                </a:cxn>
                <a:cxn ang="T110">
                  <a:pos x="T16" y="T17"/>
                </a:cxn>
                <a:cxn ang="T111">
                  <a:pos x="T18" y="T19"/>
                </a:cxn>
                <a:cxn ang="T112">
                  <a:pos x="T20" y="T21"/>
                </a:cxn>
                <a:cxn ang="T113">
                  <a:pos x="T22" y="T23"/>
                </a:cxn>
                <a:cxn ang="T114">
                  <a:pos x="T24" y="T25"/>
                </a:cxn>
                <a:cxn ang="T115">
                  <a:pos x="T26" y="T27"/>
                </a:cxn>
                <a:cxn ang="T116">
                  <a:pos x="T28" y="T29"/>
                </a:cxn>
                <a:cxn ang="T117">
                  <a:pos x="T30" y="T31"/>
                </a:cxn>
                <a:cxn ang="T118">
                  <a:pos x="T32" y="T33"/>
                </a:cxn>
                <a:cxn ang="T119">
                  <a:pos x="T34" y="T35"/>
                </a:cxn>
                <a:cxn ang="T120">
                  <a:pos x="T36" y="T37"/>
                </a:cxn>
                <a:cxn ang="T121">
                  <a:pos x="T38" y="T39"/>
                </a:cxn>
                <a:cxn ang="T122">
                  <a:pos x="T40" y="T41"/>
                </a:cxn>
                <a:cxn ang="T123">
                  <a:pos x="T42" y="T43"/>
                </a:cxn>
                <a:cxn ang="T124">
                  <a:pos x="T44" y="T45"/>
                </a:cxn>
                <a:cxn ang="T125">
                  <a:pos x="T46" y="T47"/>
                </a:cxn>
                <a:cxn ang="T126">
                  <a:pos x="T48" y="T49"/>
                </a:cxn>
                <a:cxn ang="T127">
                  <a:pos x="T50" y="T51"/>
                </a:cxn>
                <a:cxn ang="T128">
                  <a:pos x="T52" y="T53"/>
                </a:cxn>
                <a:cxn ang="T129">
                  <a:pos x="T54" y="T55"/>
                </a:cxn>
                <a:cxn ang="T130">
                  <a:pos x="T56" y="T57"/>
                </a:cxn>
                <a:cxn ang="T131">
                  <a:pos x="T58" y="T59"/>
                </a:cxn>
                <a:cxn ang="T132">
                  <a:pos x="T60" y="T61"/>
                </a:cxn>
                <a:cxn ang="T133">
                  <a:pos x="T62" y="T63"/>
                </a:cxn>
                <a:cxn ang="T134">
                  <a:pos x="T64" y="T65"/>
                </a:cxn>
                <a:cxn ang="T135">
                  <a:pos x="T66" y="T67"/>
                </a:cxn>
                <a:cxn ang="T136">
                  <a:pos x="T68" y="T69"/>
                </a:cxn>
                <a:cxn ang="T137">
                  <a:pos x="T70" y="T71"/>
                </a:cxn>
                <a:cxn ang="T138">
                  <a:pos x="T72" y="T73"/>
                </a:cxn>
                <a:cxn ang="T139">
                  <a:pos x="T74" y="T75"/>
                </a:cxn>
                <a:cxn ang="T140">
                  <a:pos x="T76" y="T77"/>
                </a:cxn>
                <a:cxn ang="T141">
                  <a:pos x="T78" y="T79"/>
                </a:cxn>
                <a:cxn ang="T142">
                  <a:pos x="T80" y="T81"/>
                </a:cxn>
                <a:cxn ang="T143">
                  <a:pos x="T82" y="T83"/>
                </a:cxn>
                <a:cxn ang="T144">
                  <a:pos x="T84" y="T85"/>
                </a:cxn>
                <a:cxn ang="T145">
                  <a:pos x="T86" y="T87"/>
                </a:cxn>
                <a:cxn ang="T146">
                  <a:pos x="T88" y="T89"/>
                </a:cxn>
                <a:cxn ang="T147">
                  <a:pos x="T90" y="T91"/>
                </a:cxn>
                <a:cxn ang="T148">
                  <a:pos x="T92" y="T93"/>
                </a:cxn>
                <a:cxn ang="T149">
                  <a:pos x="T94" y="T95"/>
                </a:cxn>
                <a:cxn ang="T150">
                  <a:pos x="T96" y="T97"/>
                </a:cxn>
                <a:cxn ang="T151">
                  <a:pos x="T98" y="T99"/>
                </a:cxn>
                <a:cxn ang="T152">
                  <a:pos x="T100" y="T101"/>
                </a:cxn>
              </a:cxnLst>
              <a:rect l="T153" t="T154" r="T155" b="T156"/>
              <a:pathLst>
                <a:path w="3960" h="4768">
                  <a:moveTo>
                    <a:pt x="353" y="3849"/>
                  </a:moveTo>
                  <a:lnTo>
                    <a:pt x="1661" y="4700"/>
                  </a:lnTo>
                  <a:lnTo>
                    <a:pt x="1697" y="4717"/>
                  </a:lnTo>
                  <a:lnTo>
                    <a:pt x="1736" y="4731"/>
                  </a:lnTo>
                  <a:lnTo>
                    <a:pt x="1776" y="4742"/>
                  </a:lnTo>
                  <a:lnTo>
                    <a:pt x="1818" y="4753"/>
                  </a:lnTo>
                  <a:lnTo>
                    <a:pt x="1860" y="4760"/>
                  </a:lnTo>
                  <a:lnTo>
                    <a:pt x="1902" y="4765"/>
                  </a:lnTo>
                  <a:lnTo>
                    <a:pt x="1946" y="4768"/>
                  </a:lnTo>
                  <a:lnTo>
                    <a:pt x="1988" y="4768"/>
                  </a:lnTo>
                  <a:lnTo>
                    <a:pt x="2031" y="4767"/>
                  </a:lnTo>
                  <a:lnTo>
                    <a:pt x="2073" y="4763"/>
                  </a:lnTo>
                  <a:lnTo>
                    <a:pt x="2114" y="4758"/>
                  </a:lnTo>
                  <a:lnTo>
                    <a:pt x="2154" y="4751"/>
                  </a:lnTo>
                  <a:lnTo>
                    <a:pt x="2193" y="4740"/>
                  </a:lnTo>
                  <a:lnTo>
                    <a:pt x="2230" y="4729"/>
                  </a:lnTo>
                  <a:lnTo>
                    <a:pt x="2264" y="4715"/>
                  </a:lnTo>
                  <a:lnTo>
                    <a:pt x="2297" y="4700"/>
                  </a:lnTo>
                  <a:lnTo>
                    <a:pt x="3639" y="3825"/>
                  </a:lnTo>
                  <a:lnTo>
                    <a:pt x="3673" y="3795"/>
                  </a:lnTo>
                  <a:lnTo>
                    <a:pt x="3707" y="3761"/>
                  </a:lnTo>
                  <a:lnTo>
                    <a:pt x="3738" y="3725"/>
                  </a:lnTo>
                  <a:lnTo>
                    <a:pt x="3768" y="3685"/>
                  </a:lnTo>
                  <a:lnTo>
                    <a:pt x="3796" y="3644"/>
                  </a:lnTo>
                  <a:lnTo>
                    <a:pt x="3821" y="3599"/>
                  </a:lnTo>
                  <a:lnTo>
                    <a:pt x="3846" y="3553"/>
                  </a:lnTo>
                  <a:lnTo>
                    <a:pt x="3868" y="3505"/>
                  </a:lnTo>
                  <a:lnTo>
                    <a:pt x="3888" y="3456"/>
                  </a:lnTo>
                  <a:lnTo>
                    <a:pt x="3907" y="3406"/>
                  </a:lnTo>
                  <a:lnTo>
                    <a:pt x="3922" y="3354"/>
                  </a:lnTo>
                  <a:lnTo>
                    <a:pt x="3935" y="3303"/>
                  </a:lnTo>
                  <a:lnTo>
                    <a:pt x="3946" y="3250"/>
                  </a:lnTo>
                  <a:lnTo>
                    <a:pt x="3953" y="3197"/>
                  </a:lnTo>
                  <a:lnTo>
                    <a:pt x="3957" y="3144"/>
                  </a:lnTo>
                  <a:lnTo>
                    <a:pt x="3960" y="3092"/>
                  </a:lnTo>
                  <a:lnTo>
                    <a:pt x="3959" y="1313"/>
                  </a:lnTo>
                  <a:lnTo>
                    <a:pt x="3955" y="1271"/>
                  </a:lnTo>
                  <a:lnTo>
                    <a:pt x="3949" y="1229"/>
                  </a:lnTo>
                  <a:lnTo>
                    <a:pt x="3941" y="1189"/>
                  </a:lnTo>
                  <a:lnTo>
                    <a:pt x="3930" y="1149"/>
                  </a:lnTo>
                  <a:lnTo>
                    <a:pt x="3918" y="1111"/>
                  </a:lnTo>
                  <a:lnTo>
                    <a:pt x="3902" y="1075"/>
                  </a:lnTo>
                  <a:lnTo>
                    <a:pt x="3886" y="1040"/>
                  </a:lnTo>
                  <a:lnTo>
                    <a:pt x="3867" y="1006"/>
                  </a:lnTo>
                  <a:lnTo>
                    <a:pt x="3846" y="973"/>
                  </a:lnTo>
                  <a:lnTo>
                    <a:pt x="3823" y="942"/>
                  </a:lnTo>
                  <a:lnTo>
                    <a:pt x="3798" y="913"/>
                  </a:lnTo>
                  <a:lnTo>
                    <a:pt x="3771" y="886"/>
                  </a:lnTo>
                  <a:lnTo>
                    <a:pt x="3743" y="860"/>
                  </a:lnTo>
                  <a:lnTo>
                    <a:pt x="3714" y="837"/>
                  </a:lnTo>
                  <a:lnTo>
                    <a:pt x="3682" y="816"/>
                  </a:lnTo>
                  <a:lnTo>
                    <a:pt x="3649" y="796"/>
                  </a:lnTo>
                  <a:lnTo>
                    <a:pt x="2386" y="83"/>
                  </a:lnTo>
                  <a:lnTo>
                    <a:pt x="2350" y="65"/>
                  </a:lnTo>
                  <a:lnTo>
                    <a:pt x="2310" y="50"/>
                  </a:lnTo>
                  <a:lnTo>
                    <a:pt x="2268" y="36"/>
                  </a:lnTo>
                  <a:lnTo>
                    <a:pt x="2223" y="24"/>
                  </a:lnTo>
                  <a:lnTo>
                    <a:pt x="2178" y="15"/>
                  </a:lnTo>
                  <a:lnTo>
                    <a:pt x="2131" y="8"/>
                  </a:lnTo>
                  <a:lnTo>
                    <a:pt x="2082" y="3"/>
                  </a:lnTo>
                  <a:lnTo>
                    <a:pt x="2032" y="0"/>
                  </a:lnTo>
                  <a:lnTo>
                    <a:pt x="1982" y="1"/>
                  </a:lnTo>
                  <a:lnTo>
                    <a:pt x="1933" y="3"/>
                  </a:lnTo>
                  <a:lnTo>
                    <a:pt x="1882" y="9"/>
                  </a:lnTo>
                  <a:lnTo>
                    <a:pt x="1833" y="17"/>
                  </a:lnTo>
                  <a:lnTo>
                    <a:pt x="1785" y="29"/>
                  </a:lnTo>
                  <a:lnTo>
                    <a:pt x="1737" y="43"/>
                  </a:lnTo>
                  <a:lnTo>
                    <a:pt x="1691" y="62"/>
                  </a:lnTo>
                  <a:lnTo>
                    <a:pt x="1647" y="83"/>
                  </a:lnTo>
                  <a:lnTo>
                    <a:pt x="311" y="782"/>
                  </a:lnTo>
                  <a:lnTo>
                    <a:pt x="276" y="803"/>
                  </a:lnTo>
                  <a:lnTo>
                    <a:pt x="243" y="826"/>
                  </a:lnTo>
                  <a:lnTo>
                    <a:pt x="213" y="852"/>
                  </a:lnTo>
                  <a:lnTo>
                    <a:pt x="184" y="879"/>
                  </a:lnTo>
                  <a:lnTo>
                    <a:pt x="155" y="908"/>
                  </a:lnTo>
                  <a:lnTo>
                    <a:pt x="131" y="939"/>
                  </a:lnTo>
                  <a:lnTo>
                    <a:pt x="107" y="971"/>
                  </a:lnTo>
                  <a:lnTo>
                    <a:pt x="86" y="1005"/>
                  </a:lnTo>
                  <a:lnTo>
                    <a:pt x="68" y="1040"/>
                  </a:lnTo>
                  <a:lnTo>
                    <a:pt x="50" y="1076"/>
                  </a:lnTo>
                  <a:lnTo>
                    <a:pt x="36" y="1115"/>
                  </a:lnTo>
                  <a:lnTo>
                    <a:pt x="23" y="1153"/>
                  </a:lnTo>
                  <a:lnTo>
                    <a:pt x="14" y="1195"/>
                  </a:lnTo>
                  <a:lnTo>
                    <a:pt x="7" y="1236"/>
                  </a:lnTo>
                  <a:lnTo>
                    <a:pt x="2" y="1279"/>
                  </a:lnTo>
                  <a:lnTo>
                    <a:pt x="0" y="1322"/>
                  </a:lnTo>
                  <a:lnTo>
                    <a:pt x="0" y="3093"/>
                  </a:lnTo>
                  <a:lnTo>
                    <a:pt x="2" y="3147"/>
                  </a:lnTo>
                  <a:lnTo>
                    <a:pt x="7" y="3202"/>
                  </a:lnTo>
                  <a:lnTo>
                    <a:pt x="15" y="3257"/>
                  </a:lnTo>
                  <a:lnTo>
                    <a:pt x="27" y="3312"/>
                  </a:lnTo>
                  <a:lnTo>
                    <a:pt x="42" y="3366"/>
                  </a:lnTo>
                  <a:lnTo>
                    <a:pt x="59" y="3420"/>
                  </a:lnTo>
                  <a:lnTo>
                    <a:pt x="79" y="3474"/>
                  </a:lnTo>
                  <a:lnTo>
                    <a:pt x="102" y="3525"/>
                  </a:lnTo>
                  <a:lnTo>
                    <a:pt x="127" y="3576"/>
                  </a:lnTo>
                  <a:lnTo>
                    <a:pt x="154" y="3624"/>
                  </a:lnTo>
                  <a:lnTo>
                    <a:pt x="184" y="3670"/>
                  </a:lnTo>
                  <a:lnTo>
                    <a:pt x="214" y="3712"/>
                  </a:lnTo>
                  <a:lnTo>
                    <a:pt x="247" y="3752"/>
                  </a:lnTo>
                  <a:lnTo>
                    <a:pt x="281" y="3788"/>
                  </a:lnTo>
                  <a:lnTo>
                    <a:pt x="317" y="3821"/>
                  </a:lnTo>
                  <a:lnTo>
                    <a:pt x="353" y="384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6988" name="Freeform 38"/>
            <p:cNvSpPr>
              <a:spLocks/>
            </p:cNvSpPr>
            <p:nvPr/>
          </p:nvSpPr>
          <p:spPr bwMode="auto">
            <a:xfrm>
              <a:off x="943" y="2210"/>
              <a:ext cx="276" cy="187"/>
            </a:xfrm>
            <a:custGeom>
              <a:avLst/>
              <a:gdLst>
                <a:gd name="T0" fmla="*/ 11 w 1380"/>
                <a:gd name="T1" fmla="*/ 7 h 937"/>
                <a:gd name="T2" fmla="*/ 11 w 1380"/>
                <a:gd name="T3" fmla="*/ 7 h 937"/>
                <a:gd name="T4" fmla="*/ 0 w 1380"/>
                <a:gd name="T5" fmla="*/ 0 h 937"/>
                <a:gd name="T6" fmla="*/ 0 w 1380"/>
                <a:gd name="T7" fmla="*/ 1 h 937"/>
                <a:gd name="T8" fmla="*/ 10 w 1380"/>
                <a:gd name="T9" fmla="*/ 7 h 937"/>
                <a:gd name="T10" fmla="*/ 10 w 1380"/>
                <a:gd name="T11" fmla="*/ 7 h 937"/>
                <a:gd name="T12" fmla="*/ 10 w 1380"/>
                <a:gd name="T13" fmla="*/ 7 h 937"/>
                <a:gd name="T14" fmla="*/ 11 w 1380"/>
                <a:gd name="T15" fmla="*/ 7 h 937"/>
                <a:gd name="T16" fmla="*/ 11 w 1380"/>
                <a:gd name="T17" fmla="*/ 7 h 937"/>
                <a:gd name="T18" fmla="*/ 11 w 1380"/>
                <a:gd name="T19" fmla="*/ 7 h 937"/>
                <a:gd name="T20" fmla="*/ 11 w 1380"/>
                <a:gd name="T21" fmla="*/ 7 h 937"/>
                <a:gd name="T22" fmla="*/ 11 w 1380"/>
                <a:gd name="T23" fmla="*/ 7 h 937"/>
                <a:gd name="T24" fmla="*/ 11 w 1380"/>
                <a:gd name="T25" fmla="*/ 7 h 937"/>
                <a:gd name="T26" fmla="*/ 11 w 1380"/>
                <a:gd name="T27" fmla="*/ 7 h 937"/>
                <a:gd name="T28" fmla="*/ 11 w 1380"/>
                <a:gd name="T29" fmla="*/ 7 h 937"/>
                <a:gd name="T30" fmla="*/ 11 w 1380"/>
                <a:gd name="T31" fmla="*/ 7 h 93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80"/>
                <a:gd name="T49" fmla="*/ 0 h 937"/>
                <a:gd name="T50" fmla="*/ 1380 w 1380"/>
                <a:gd name="T51" fmla="*/ 937 h 93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80" h="937">
                  <a:moveTo>
                    <a:pt x="1354" y="848"/>
                  </a:moveTo>
                  <a:lnTo>
                    <a:pt x="1359" y="851"/>
                  </a:lnTo>
                  <a:lnTo>
                    <a:pt x="51" y="0"/>
                  </a:lnTo>
                  <a:lnTo>
                    <a:pt x="0" y="78"/>
                  </a:lnTo>
                  <a:lnTo>
                    <a:pt x="1307" y="929"/>
                  </a:lnTo>
                  <a:lnTo>
                    <a:pt x="1312" y="932"/>
                  </a:lnTo>
                  <a:lnTo>
                    <a:pt x="1307" y="929"/>
                  </a:lnTo>
                  <a:lnTo>
                    <a:pt x="1326" y="937"/>
                  </a:lnTo>
                  <a:lnTo>
                    <a:pt x="1345" y="936"/>
                  </a:lnTo>
                  <a:lnTo>
                    <a:pt x="1360" y="929"/>
                  </a:lnTo>
                  <a:lnTo>
                    <a:pt x="1372" y="916"/>
                  </a:lnTo>
                  <a:lnTo>
                    <a:pt x="1379" y="899"/>
                  </a:lnTo>
                  <a:lnTo>
                    <a:pt x="1380" y="883"/>
                  </a:lnTo>
                  <a:lnTo>
                    <a:pt x="1374" y="865"/>
                  </a:lnTo>
                  <a:lnTo>
                    <a:pt x="1359" y="851"/>
                  </a:lnTo>
                  <a:lnTo>
                    <a:pt x="1354" y="84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6989" name="Freeform 39"/>
            <p:cNvSpPr>
              <a:spLocks/>
            </p:cNvSpPr>
            <p:nvPr/>
          </p:nvSpPr>
          <p:spPr bwMode="auto">
            <a:xfrm>
              <a:off x="1206" y="2379"/>
              <a:ext cx="140" cy="32"/>
            </a:xfrm>
            <a:custGeom>
              <a:avLst/>
              <a:gdLst>
                <a:gd name="T0" fmla="*/ 5 w 703"/>
                <a:gd name="T1" fmla="*/ 0 h 162"/>
                <a:gd name="T2" fmla="*/ 5 w 703"/>
                <a:gd name="T3" fmla="*/ 0 h 162"/>
                <a:gd name="T4" fmla="*/ 5 w 703"/>
                <a:gd name="T5" fmla="*/ 0 h 162"/>
                <a:gd name="T6" fmla="*/ 5 w 703"/>
                <a:gd name="T7" fmla="*/ 0 h 162"/>
                <a:gd name="T8" fmla="*/ 4 w 703"/>
                <a:gd name="T9" fmla="*/ 0 h 162"/>
                <a:gd name="T10" fmla="*/ 4 w 703"/>
                <a:gd name="T11" fmla="*/ 0 h 162"/>
                <a:gd name="T12" fmla="*/ 4 w 703"/>
                <a:gd name="T13" fmla="*/ 0 h 162"/>
                <a:gd name="T14" fmla="*/ 3 w 703"/>
                <a:gd name="T15" fmla="*/ 1 h 162"/>
                <a:gd name="T16" fmla="*/ 3 w 703"/>
                <a:gd name="T17" fmla="*/ 1 h 162"/>
                <a:gd name="T18" fmla="*/ 3 w 703"/>
                <a:gd name="T19" fmla="*/ 1 h 162"/>
                <a:gd name="T20" fmla="*/ 2 w 703"/>
                <a:gd name="T21" fmla="*/ 1 h 162"/>
                <a:gd name="T22" fmla="*/ 2 w 703"/>
                <a:gd name="T23" fmla="*/ 1 h 162"/>
                <a:gd name="T24" fmla="*/ 2 w 703"/>
                <a:gd name="T25" fmla="*/ 0 h 162"/>
                <a:gd name="T26" fmla="*/ 1 w 703"/>
                <a:gd name="T27" fmla="*/ 0 h 162"/>
                <a:gd name="T28" fmla="*/ 1 w 703"/>
                <a:gd name="T29" fmla="*/ 0 h 162"/>
                <a:gd name="T30" fmla="*/ 1 w 703"/>
                <a:gd name="T31" fmla="*/ 0 h 162"/>
                <a:gd name="T32" fmla="*/ 1 w 703"/>
                <a:gd name="T33" fmla="*/ 0 h 162"/>
                <a:gd name="T34" fmla="*/ 0 w 703"/>
                <a:gd name="T35" fmla="*/ 0 h 162"/>
                <a:gd name="T36" fmla="*/ 0 w 703"/>
                <a:gd name="T37" fmla="*/ 1 h 162"/>
                <a:gd name="T38" fmla="*/ 0 w 703"/>
                <a:gd name="T39" fmla="*/ 1 h 162"/>
                <a:gd name="T40" fmla="*/ 1 w 703"/>
                <a:gd name="T41" fmla="*/ 1 h 162"/>
                <a:gd name="T42" fmla="*/ 1 w 703"/>
                <a:gd name="T43" fmla="*/ 1 h 162"/>
                <a:gd name="T44" fmla="*/ 1 w 703"/>
                <a:gd name="T45" fmla="*/ 1 h 162"/>
                <a:gd name="T46" fmla="*/ 2 w 703"/>
                <a:gd name="T47" fmla="*/ 1 h 162"/>
                <a:gd name="T48" fmla="*/ 2 w 703"/>
                <a:gd name="T49" fmla="*/ 1 h 162"/>
                <a:gd name="T50" fmla="*/ 2 w 703"/>
                <a:gd name="T51" fmla="*/ 1 h 162"/>
                <a:gd name="T52" fmla="*/ 3 w 703"/>
                <a:gd name="T53" fmla="*/ 1 h 162"/>
                <a:gd name="T54" fmla="*/ 3 w 703"/>
                <a:gd name="T55" fmla="*/ 1 h 162"/>
                <a:gd name="T56" fmla="*/ 3 w 703"/>
                <a:gd name="T57" fmla="*/ 1 h 162"/>
                <a:gd name="T58" fmla="*/ 4 w 703"/>
                <a:gd name="T59" fmla="*/ 1 h 162"/>
                <a:gd name="T60" fmla="*/ 4 w 703"/>
                <a:gd name="T61" fmla="*/ 1 h 162"/>
                <a:gd name="T62" fmla="*/ 5 w 703"/>
                <a:gd name="T63" fmla="*/ 1 h 162"/>
                <a:gd name="T64" fmla="*/ 5 w 703"/>
                <a:gd name="T65" fmla="*/ 1 h 162"/>
                <a:gd name="T66" fmla="*/ 5 w 703"/>
                <a:gd name="T67" fmla="*/ 1 h 162"/>
                <a:gd name="T68" fmla="*/ 5 w 703"/>
                <a:gd name="T69" fmla="*/ 1 h 162"/>
                <a:gd name="T70" fmla="*/ 5 w 703"/>
                <a:gd name="T71" fmla="*/ 1 h 162"/>
                <a:gd name="T72" fmla="*/ 5 w 703"/>
                <a:gd name="T73" fmla="*/ 1 h 162"/>
                <a:gd name="T74" fmla="*/ 5 w 703"/>
                <a:gd name="T75" fmla="*/ 1 h 162"/>
                <a:gd name="T76" fmla="*/ 6 w 703"/>
                <a:gd name="T77" fmla="*/ 0 h 162"/>
                <a:gd name="T78" fmla="*/ 6 w 703"/>
                <a:gd name="T79" fmla="*/ 0 h 162"/>
                <a:gd name="T80" fmla="*/ 6 w 703"/>
                <a:gd name="T81" fmla="*/ 0 h 162"/>
                <a:gd name="T82" fmla="*/ 5 w 703"/>
                <a:gd name="T83" fmla="*/ 0 h 162"/>
                <a:gd name="T84" fmla="*/ 5 w 703"/>
                <a:gd name="T85" fmla="*/ 0 h 162"/>
                <a:gd name="T86" fmla="*/ 5 w 703"/>
                <a:gd name="T87" fmla="*/ 0 h 162"/>
                <a:gd name="T88" fmla="*/ 5 w 703"/>
                <a:gd name="T89" fmla="*/ 0 h 162"/>
                <a:gd name="T90" fmla="*/ 5 w 703"/>
                <a:gd name="T91" fmla="*/ 0 h 162"/>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703"/>
                <a:gd name="T139" fmla="*/ 0 h 162"/>
                <a:gd name="T140" fmla="*/ 703 w 703"/>
                <a:gd name="T141" fmla="*/ 162 h 162"/>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703" h="162">
                  <a:moveTo>
                    <a:pt x="631" y="8"/>
                  </a:moveTo>
                  <a:lnTo>
                    <a:pt x="636" y="6"/>
                  </a:lnTo>
                  <a:lnTo>
                    <a:pt x="606" y="20"/>
                  </a:lnTo>
                  <a:lnTo>
                    <a:pt x="575" y="32"/>
                  </a:lnTo>
                  <a:lnTo>
                    <a:pt x="540" y="42"/>
                  </a:lnTo>
                  <a:lnTo>
                    <a:pt x="504" y="52"/>
                  </a:lnTo>
                  <a:lnTo>
                    <a:pt x="467" y="59"/>
                  </a:lnTo>
                  <a:lnTo>
                    <a:pt x="428" y="64"/>
                  </a:lnTo>
                  <a:lnTo>
                    <a:pt x="389" y="67"/>
                  </a:lnTo>
                  <a:lnTo>
                    <a:pt x="348" y="68"/>
                  </a:lnTo>
                  <a:lnTo>
                    <a:pt x="308" y="68"/>
                  </a:lnTo>
                  <a:lnTo>
                    <a:pt x="267" y="65"/>
                  </a:lnTo>
                  <a:lnTo>
                    <a:pt x="226" y="61"/>
                  </a:lnTo>
                  <a:lnTo>
                    <a:pt x="187" y="54"/>
                  </a:lnTo>
                  <a:lnTo>
                    <a:pt x="148" y="44"/>
                  </a:lnTo>
                  <a:lnTo>
                    <a:pt x="110" y="33"/>
                  </a:lnTo>
                  <a:lnTo>
                    <a:pt x="75" y="20"/>
                  </a:lnTo>
                  <a:lnTo>
                    <a:pt x="42" y="5"/>
                  </a:lnTo>
                  <a:lnTo>
                    <a:pt x="0" y="89"/>
                  </a:lnTo>
                  <a:lnTo>
                    <a:pt x="40" y="107"/>
                  </a:lnTo>
                  <a:lnTo>
                    <a:pt x="82" y="122"/>
                  </a:lnTo>
                  <a:lnTo>
                    <a:pt x="124" y="135"/>
                  </a:lnTo>
                  <a:lnTo>
                    <a:pt x="169" y="146"/>
                  </a:lnTo>
                  <a:lnTo>
                    <a:pt x="214" y="153"/>
                  </a:lnTo>
                  <a:lnTo>
                    <a:pt x="258" y="158"/>
                  </a:lnTo>
                  <a:lnTo>
                    <a:pt x="303" y="162"/>
                  </a:lnTo>
                  <a:lnTo>
                    <a:pt x="348" y="162"/>
                  </a:lnTo>
                  <a:lnTo>
                    <a:pt x="394" y="161"/>
                  </a:lnTo>
                  <a:lnTo>
                    <a:pt x="439" y="157"/>
                  </a:lnTo>
                  <a:lnTo>
                    <a:pt x="481" y="150"/>
                  </a:lnTo>
                  <a:lnTo>
                    <a:pt x="525" y="143"/>
                  </a:lnTo>
                  <a:lnTo>
                    <a:pt x="566" y="132"/>
                  </a:lnTo>
                  <a:lnTo>
                    <a:pt x="606" y="121"/>
                  </a:lnTo>
                  <a:lnTo>
                    <a:pt x="643" y="105"/>
                  </a:lnTo>
                  <a:lnTo>
                    <a:pt x="678" y="88"/>
                  </a:lnTo>
                  <a:lnTo>
                    <a:pt x="683" y="86"/>
                  </a:lnTo>
                  <a:lnTo>
                    <a:pt x="678" y="88"/>
                  </a:lnTo>
                  <a:lnTo>
                    <a:pt x="695" y="75"/>
                  </a:lnTo>
                  <a:lnTo>
                    <a:pt x="702" y="60"/>
                  </a:lnTo>
                  <a:lnTo>
                    <a:pt x="703" y="42"/>
                  </a:lnTo>
                  <a:lnTo>
                    <a:pt x="698" y="26"/>
                  </a:lnTo>
                  <a:lnTo>
                    <a:pt x="688" y="12"/>
                  </a:lnTo>
                  <a:lnTo>
                    <a:pt x="674" y="3"/>
                  </a:lnTo>
                  <a:lnTo>
                    <a:pt x="656" y="0"/>
                  </a:lnTo>
                  <a:lnTo>
                    <a:pt x="636" y="6"/>
                  </a:lnTo>
                  <a:lnTo>
                    <a:pt x="631"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6990" name="Freeform 40"/>
            <p:cNvSpPr>
              <a:spLocks/>
            </p:cNvSpPr>
            <p:nvPr/>
          </p:nvSpPr>
          <p:spPr bwMode="auto">
            <a:xfrm>
              <a:off x="1332" y="2204"/>
              <a:ext cx="283" cy="192"/>
            </a:xfrm>
            <a:custGeom>
              <a:avLst/>
              <a:gdLst>
                <a:gd name="T0" fmla="*/ 11 w 1415"/>
                <a:gd name="T1" fmla="*/ 0 h 960"/>
                <a:gd name="T2" fmla="*/ 11 w 1415"/>
                <a:gd name="T3" fmla="*/ 0 h 960"/>
                <a:gd name="T4" fmla="*/ 0 w 1415"/>
                <a:gd name="T5" fmla="*/ 7 h 960"/>
                <a:gd name="T6" fmla="*/ 0 w 1415"/>
                <a:gd name="T7" fmla="*/ 8 h 960"/>
                <a:gd name="T8" fmla="*/ 11 w 1415"/>
                <a:gd name="T9" fmla="*/ 1 h 960"/>
                <a:gd name="T10" fmla="*/ 11 w 1415"/>
                <a:gd name="T11" fmla="*/ 1 h 960"/>
                <a:gd name="T12" fmla="*/ 11 w 1415"/>
                <a:gd name="T13" fmla="*/ 1 h 960"/>
                <a:gd name="T14" fmla="*/ 11 w 1415"/>
                <a:gd name="T15" fmla="*/ 1 h 960"/>
                <a:gd name="T16" fmla="*/ 11 w 1415"/>
                <a:gd name="T17" fmla="*/ 0 h 960"/>
                <a:gd name="T18" fmla="*/ 11 w 1415"/>
                <a:gd name="T19" fmla="*/ 0 h 960"/>
                <a:gd name="T20" fmla="*/ 11 w 1415"/>
                <a:gd name="T21" fmla="*/ 0 h 960"/>
                <a:gd name="T22" fmla="*/ 11 w 1415"/>
                <a:gd name="T23" fmla="*/ 0 h 960"/>
                <a:gd name="T24" fmla="*/ 11 w 1415"/>
                <a:gd name="T25" fmla="*/ 0 h 960"/>
                <a:gd name="T26" fmla="*/ 11 w 1415"/>
                <a:gd name="T27" fmla="*/ 0 h 960"/>
                <a:gd name="T28" fmla="*/ 11 w 1415"/>
                <a:gd name="T29" fmla="*/ 0 h 960"/>
                <a:gd name="T30" fmla="*/ 11 w 1415"/>
                <a:gd name="T31" fmla="*/ 0 h 96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15"/>
                <a:gd name="T49" fmla="*/ 0 h 960"/>
                <a:gd name="T50" fmla="*/ 1415 w 1415"/>
                <a:gd name="T51" fmla="*/ 960 h 96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15" h="960">
                  <a:moveTo>
                    <a:pt x="1338" y="10"/>
                  </a:moveTo>
                  <a:lnTo>
                    <a:pt x="1342" y="8"/>
                  </a:lnTo>
                  <a:lnTo>
                    <a:pt x="0" y="882"/>
                  </a:lnTo>
                  <a:lnTo>
                    <a:pt x="52" y="960"/>
                  </a:lnTo>
                  <a:lnTo>
                    <a:pt x="1393" y="85"/>
                  </a:lnTo>
                  <a:lnTo>
                    <a:pt x="1397" y="83"/>
                  </a:lnTo>
                  <a:lnTo>
                    <a:pt x="1393" y="85"/>
                  </a:lnTo>
                  <a:lnTo>
                    <a:pt x="1409" y="71"/>
                  </a:lnTo>
                  <a:lnTo>
                    <a:pt x="1415" y="53"/>
                  </a:lnTo>
                  <a:lnTo>
                    <a:pt x="1413" y="37"/>
                  </a:lnTo>
                  <a:lnTo>
                    <a:pt x="1406" y="21"/>
                  </a:lnTo>
                  <a:lnTo>
                    <a:pt x="1395" y="8"/>
                  </a:lnTo>
                  <a:lnTo>
                    <a:pt x="1379" y="1"/>
                  </a:lnTo>
                  <a:lnTo>
                    <a:pt x="1361" y="0"/>
                  </a:lnTo>
                  <a:lnTo>
                    <a:pt x="1342" y="8"/>
                  </a:lnTo>
                  <a:lnTo>
                    <a:pt x="1338" y="1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6991" name="Freeform 41"/>
            <p:cNvSpPr>
              <a:spLocks/>
            </p:cNvSpPr>
            <p:nvPr/>
          </p:nvSpPr>
          <p:spPr bwMode="auto">
            <a:xfrm>
              <a:off x="1599" y="2057"/>
              <a:ext cx="80" cy="163"/>
            </a:xfrm>
            <a:custGeom>
              <a:avLst/>
              <a:gdLst>
                <a:gd name="T0" fmla="*/ 2 w 398"/>
                <a:gd name="T1" fmla="*/ 0 h 817"/>
                <a:gd name="T2" fmla="*/ 2 w 398"/>
                <a:gd name="T3" fmla="*/ 0 h 817"/>
                <a:gd name="T4" fmla="*/ 2 w 398"/>
                <a:gd name="T5" fmla="*/ 1 h 817"/>
                <a:gd name="T6" fmla="*/ 2 w 398"/>
                <a:gd name="T7" fmla="*/ 1 h 817"/>
                <a:gd name="T8" fmla="*/ 2 w 398"/>
                <a:gd name="T9" fmla="*/ 2 h 817"/>
                <a:gd name="T10" fmla="*/ 2 w 398"/>
                <a:gd name="T11" fmla="*/ 2 h 817"/>
                <a:gd name="T12" fmla="*/ 2 w 398"/>
                <a:gd name="T13" fmla="*/ 2 h 817"/>
                <a:gd name="T14" fmla="*/ 2 w 398"/>
                <a:gd name="T15" fmla="*/ 3 h 817"/>
                <a:gd name="T16" fmla="*/ 2 w 398"/>
                <a:gd name="T17" fmla="*/ 3 h 817"/>
                <a:gd name="T18" fmla="*/ 2 w 398"/>
                <a:gd name="T19" fmla="*/ 4 h 817"/>
                <a:gd name="T20" fmla="*/ 2 w 398"/>
                <a:gd name="T21" fmla="*/ 4 h 817"/>
                <a:gd name="T22" fmla="*/ 1 w 398"/>
                <a:gd name="T23" fmla="*/ 4 h 817"/>
                <a:gd name="T24" fmla="*/ 1 w 398"/>
                <a:gd name="T25" fmla="*/ 5 h 817"/>
                <a:gd name="T26" fmla="*/ 1 w 398"/>
                <a:gd name="T27" fmla="*/ 5 h 817"/>
                <a:gd name="T28" fmla="*/ 1 w 398"/>
                <a:gd name="T29" fmla="*/ 5 h 817"/>
                <a:gd name="T30" fmla="*/ 1 w 398"/>
                <a:gd name="T31" fmla="*/ 5 h 817"/>
                <a:gd name="T32" fmla="*/ 0 w 398"/>
                <a:gd name="T33" fmla="*/ 6 h 817"/>
                <a:gd name="T34" fmla="*/ 0 w 398"/>
                <a:gd name="T35" fmla="*/ 6 h 817"/>
                <a:gd name="T36" fmla="*/ 0 w 398"/>
                <a:gd name="T37" fmla="*/ 7 h 817"/>
                <a:gd name="T38" fmla="*/ 1 w 398"/>
                <a:gd name="T39" fmla="*/ 6 h 817"/>
                <a:gd name="T40" fmla="*/ 1 w 398"/>
                <a:gd name="T41" fmla="*/ 6 h 817"/>
                <a:gd name="T42" fmla="*/ 1 w 398"/>
                <a:gd name="T43" fmla="*/ 6 h 817"/>
                <a:gd name="T44" fmla="*/ 2 w 398"/>
                <a:gd name="T45" fmla="*/ 5 h 817"/>
                <a:gd name="T46" fmla="*/ 2 w 398"/>
                <a:gd name="T47" fmla="*/ 5 h 817"/>
                <a:gd name="T48" fmla="*/ 2 w 398"/>
                <a:gd name="T49" fmla="*/ 5 h 817"/>
                <a:gd name="T50" fmla="*/ 2 w 398"/>
                <a:gd name="T51" fmla="*/ 4 h 817"/>
                <a:gd name="T52" fmla="*/ 2 w 398"/>
                <a:gd name="T53" fmla="*/ 4 h 817"/>
                <a:gd name="T54" fmla="*/ 3 w 398"/>
                <a:gd name="T55" fmla="*/ 3 h 817"/>
                <a:gd name="T56" fmla="*/ 3 w 398"/>
                <a:gd name="T57" fmla="*/ 3 h 817"/>
                <a:gd name="T58" fmla="*/ 3 w 398"/>
                <a:gd name="T59" fmla="*/ 3 h 817"/>
                <a:gd name="T60" fmla="*/ 3 w 398"/>
                <a:gd name="T61" fmla="*/ 2 h 817"/>
                <a:gd name="T62" fmla="*/ 3 w 398"/>
                <a:gd name="T63" fmla="*/ 2 h 817"/>
                <a:gd name="T64" fmla="*/ 3 w 398"/>
                <a:gd name="T65" fmla="*/ 1 h 817"/>
                <a:gd name="T66" fmla="*/ 3 w 398"/>
                <a:gd name="T67" fmla="*/ 1 h 817"/>
                <a:gd name="T68" fmla="*/ 3 w 398"/>
                <a:gd name="T69" fmla="*/ 0 h 817"/>
                <a:gd name="T70" fmla="*/ 3 w 398"/>
                <a:gd name="T71" fmla="*/ 0 h 817"/>
                <a:gd name="T72" fmla="*/ 3 w 398"/>
                <a:gd name="T73" fmla="*/ 0 h 817"/>
                <a:gd name="T74" fmla="*/ 3 w 398"/>
                <a:gd name="T75" fmla="*/ 0 h 817"/>
                <a:gd name="T76" fmla="*/ 3 w 398"/>
                <a:gd name="T77" fmla="*/ 0 h 817"/>
                <a:gd name="T78" fmla="*/ 3 w 398"/>
                <a:gd name="T79" fmla="*/ 0 h 817"/>
                <a:gd name="T80" fmla="*/ 3 w 398"/>
                <a:gd name="T81" fmla="*/ 0 h 817"/>
                <a:gd name="T82" fmla="*/ 3 w 398"/>
                <a:gd name="T83" fmla="*/ 0 h 817"/>
                <a:gd name="T84" fmla="*/ 3 w 398"/>
                <a:gd name="T85" fmla="*/ 0 h 817"/>
                <a:gd name="T86" fmla="*/ 2 w 398"/>
                <a:gd name="T87" fmla="*/ 0 h 817"/>
                <a:gd name="T88" fmla="*/ 2 w 398"/>
                <a:gd name="T89" fmla="*/ 0 h 817"/>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398"/>
                <a:gd name="T136" fmla="*/ 0 h 817"/>
                <a:gd name="T137" fmla="*/ 398 w 398"/>
                <a:gd name="T138" fmla="*/ 817 h 817"/>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398" h="817">
                  <a:moveTo>
                    <a:pt x="304" y="47"/>
                  </a:moveTo>
                  <a:lnTo>
                    <a:pt x="304" y="47"/>
                  </a:lnTo>
                  <a:lnTo>
                    <a:pt x="301" y="97"/>
                  </a:lnTo>
                  <a:lnTo>
                    <a:pt x="297" y="147"/>
                  </a:lnTo>
                  <a:lnTo>
                    <a:pt x="291" y="198"/>
                  </a:lnTo>
                  <a:lnTo>
                    <a:pt x="280" y="247"/>
                  </a:lnTo>
                  <a:lnTo>
                    <a:pt x="268" y="297"/>
                  </a:lnTo>
                  <a:lnTo>
                    <a:pt x="253" y="347"/>
                  </a:lnTo>
                  <a:lnTo>
                    <a:pt x="236" y="395"/>
                  </a:lnTo>
                  <a:lnTo>
                    <a:pt x="217" y="442"/>
                  </a:lnTo>
                  <a:lnTo>
                    <a:pt x="195" y="487"/>
                  </a:lnTo>
                  <a:lnTo>
                    <a:pt x="171" y="532"/>
                  </a:lnTo>
                  <a:lnTo>
                    <a:pt x="147" y="574"/>
                  </a:lnTo>
                  <a:lnTo>
                    <a:pt x="121" y="613"/>
                  </a:lnTo>
                  <a:lnTo>
                    <a:pt x="93" y="650"/>
                  </a:lnTo>
                  <a:lnTo>
                    <a:pt x="64" y="684"/>
                  </a:lnTo>
                  <a:lnTo>
                    <a:pt x="32" y="716"/>
                  </a:lnTo>
                  <a:lnTo>
                    <a:pt x="0" y="744"/>
                  </a:lnTo>
                  <a:lnTo>
                    <a:pt x="59" y="817"/>
                  </a:lnTo>
                  <a:lnTo>
                    <a:pt x="95" y="784"/>
                  </a:lnTo>
                  <a:lnTo>
                    <a:pt x="132" y="748"/>
                  </a:lnTo>
                  <a:lnTo>
                    <a:pt x="166" y="709"/>
                  </a:lnTo>
                  <a:lnTo>
                    <a:pt x="196" y="667"/>
                  </a:lnTo>
                  <a:lnTo>
                    <a:pt x="227" y="623"/>
                  </a:lnTo>
                  <a:lnTo>
                    <a:pt x="253" y="576"/>
                  </a:lnTo>
                  <a:lnTo>
                    <a:pt x="279" y="530"/>
                  </a:lnTo>
                  <a:lnTo>
                    <a:pt x="301" y="479"/>
                  </a:lnTo>
                  <a:lnTo>
                    <a:pt x="323" y="428"/>
                  </a:lnTo>
                  <a:lnTo>
                    <a:pt x="342" y="375"/>
                  </a:lnTo>
                  <a:lnTo>
                    <a:pt x="359" y="321"/>
                  </a:lnTo>
                  <a:lnTo>
                    <a:pt x="372" y="268"/>
                  </a:lnTo>
                  <a:lnTo>
                    <a:pt x="382" y="212"/>
                  </a:lnTo>
                  <a:lnTo>
                    <a:pt x="391" y="157"/>
                  </a:lnTo>
                  <a:lnTo>
                    <a:pt x="395" y="102"/>
                  </a:lnTo>
                  <a:lnTo>
                    <a:pt x="398" y="47"/>
                  </a:lnTo>
                  <a:lnTo>
                    <a:pt x="394" y="27"/>
                  </a:lnTo>
                  <a:lnTo>
                    <a:pt x="383" y="11"/>
                  </a:lnTo>
                  <a:lnTo>
                    <a:pt x="368" y="3"/>
                  </a:lnTo>
                  <a:lnTo>
                    <a:pt x="351" y="0"/>
                  </a:lnTo>
                  <a:lnTo>
                    <a:pt x="333" y="3"/>
                  </a:lnTo>
                  <a:lnTo>
                    <a:pt x="319" y="11"/>
                  </a:lnTo>
                  <a:lnTo>
                    <a:pt x="307" y="27"/>
                  </a:lnTo>
                  <a:lnTo>
                    <a:pt x="304" y="4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6992" name="Freeform 42"/>
            <p:cNvSpPr>
              <a:spLocks/>
            </p:cNvSpPr>
            <p:nvPr/>
          </p:nvSpPr>
          <p:spPr bwMode="auto">
            <a:xfrm>
              <a:off x="1660" y="1701"/>
              <a:ext cx="19" cy="365"/>
            </a:xfrm>
            <a:custGeom>
              <a:avLst/>
              <a:gdLst>
                <a:gd name="T0" fmla="*/ 0 w 95"/>
                <a:gd name="T1" fmla="*/ 0 h 1826"/>
                <a:gd name="T2" fmla="*/ 0 w 95"/>
                <a:gd name="T3" fmla="*/ 0 h 1826"/>
                <a:gd name="T4" fmla="*/ 0 w 95"/>
                <a:gd name="T5" fmla="*/ 15 h 1826"/>
                <a:gd name="T6" fmla="*/ 1 w 95"/>
                <a:gd name="T7" fmla="*/ 15 h 1826"/>
                <a:gd name="T8" fmla="*/ 1 w 95"/>
                <a:gd name="T9" fmla="*/ 0 h 1826"/>
                <a:gd name="T10" fmla="*/ 1 w 95"/>
                <a:gd name="T11" fmla="*/ 0 h 1826"/>
                <a:gd name="T12" fmla="*/ 1 w 95"/>
                <a:gd name="T13" fmla="*/ 0 h 1826"/>
                <a:gd name="T14" fmla="*/ 1 w 95"/>
                <a:gd name="T15" fmla="*/ 0 h 1826"/>
                <a:gd name="T16" fmla="*/ 1 w 95"/>
                <a:gd name="T17" fmla="*/ 0 h 1826"/>
                <a:gd name="T18" fmla="*/ 1 w 95"/>
                <a:gd name="T19" fmla="*/ 0 h 1826"/>
                <a:gd name="T20" fmla="*/ 0 w 95"/>
                <a:gd name="T21" fmla="*/ 0 h 1826"/>
                <a:gd name="T22" fmla="*/ 0 w 95"/>
                <a:gd name="T23" fmla="*/ 0 h 1826"/>
                <a:gd name="T24" fmla="*/ 0 w 95"/>
                <a:gd name="T25" fmla="*/ 0 h 1826"/>
                <a:gd name="T26" fmla="*/ 0 w 95"/>
                <a:gd name="T27" fmla="*/ 0 h 1826"/>
                <a:gd name="T28" fmla="*/ 0 w 95"/>
                <a:gd name="T29" fmla="*/ 0 h 1826"/>
                <a:gd name="T30" fmla="*/ 0 w 95"/>
                <a:gd name="T31" fmla="*/ 0 h 182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95"/>
                <a:gd name="T49" fmla="*/ 0 h 1826"/>
                <a:gd name="T50" fmla="*/ 95 w 95"/>
                <a:gd name="T51" fmla="*/ 1826 h 182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95" h="1826">
                  <a:moveTo>
                    <a:pt x="0" y="49"/>
                  </a:moveTo>
                  <a:lnTo>
                    <a:pt x="0" y="47"/>
                  </a:lnTo>
                  <a:lnTo>
                    <a:pt x="1" y="1826"/>
                  </a:lnTo>
                  <a:lnTo>
                    <a:pt x="95" y="1826"/>
                  </a:lnTo>
                  <a:lnTo>
                    <a:pt x="93" y="47"/>
                  </a:lnTo>
                  <a:lnTo>
                    <a:pt x="93" y="45"/>
                  </a:lnTo>
                  <a:lnTo>
                    <a:pt x="93" y="47"/>
                  </a:lnTo>
                  <a:lnTo>
                    <a:pt x="90" y="27"/>
                  </a:lnTo>
                  <a:lnTo>
                    <a:pt x="79" y="12"/>
                  </a:lnTo>
                  <a:lnTo>
                    <a:pt x="64" y="4"/>
                  </a:lnTo>
                  <a:lnTo>
                    <a:pt x="47" y="0"/>
                  </a:lnTo>
                  <a:lnTo>
                    <a:pt x="29" y="4"/>
                  </a:lnTo>
                  <a:lnTo>
                    <a:pt x="15" y="12"/>
                  </a:lnTo>
                  <a:lnTo>
                    <a:pt x="3" y="27"/>
                  </a:lnTo>
                  <a:lnTo>
                    <a:pt x="0" y="47"/>
                  </a:lnTo>
                  <a:lnTo>
                    <a:pt x="0" y="4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6993" name="Freeform 43"/>
            <p:cNvSpPr>
              <a:spLocks/>
            </p:cNvSpPr>
            <p:nvPr/>
          </p:nvSpPr>
          <p:spPr bwMode="auto">
            <a:xfrm>
              <a:off x="1598" y="1598"/>
              <a:ext cx="81" cy="113"/>
            </a:xfrm>
            <a:custGeom>
              <a:avLst/>
              <a:gdLst>
                <a:gd name="T0" fmla="*/ 0 w 401"/>
                <a:gd name="T1" fmla="*/ 1 h 566"/>
                <a:gd name="T2" fmla="*/ 0 w 401"/>
                <a:gd name="T3" fmla="*/ 1 h 566"/>
                <a:gd name="T4" fmla="*/ 0 w 401"/>
                <a:gd name="T5" fmla="*/ 1 h 566"/>
                <a:gd name="T6" fmla="*/ 1 w 401"/>
                <a:gd name="T7" fmla="*/ 1 h 566"/>
                <a:gd name="T8" fmla="*/ 1 w 401"/>
                <a:gd name="T9" fmla="*/ 1 h 566"/>
                <a:gd name="T10" fmla="*/ 1 w 401"/>
                <a:gd name="T11" fmla="*/ 1 h 566"/>
                <a:gd name="T12" fmla="*/ 1 w 401"/>
                <a:gd name="T13" fmla="*/ 2 h 566"/>
                <a:gd name="T14" fmla="*/ 1 w 401"/>
                <a:gd name="T15" fmla="*/ 2 h 566"/>
                <a:gd name="T16" fmla="*/ 2 w 401"/>
                <a:gd name="T17" fmla="*/ 2 h 566"/>
                <a:gd name="T18" fmla="*/ 2 w 401"/>
                <a:gd name="T19" fmla="*/ 2 h 566"/>
                <a:gd name="T20" fmla="*/ 2 w 401"/>
                <a:gd name="T21" fmla="*/ 2 h 566"/>
                <a:gd name="T22" fmla="*/ 2 w 401"/>
                <a:gd name="T23" fmla="*/ 3 h 566"/>
                <a:gd name="T24" fmla="*/ 2 w 401"/>
                <a:gd name="T25" fmla="*/ 3 h 566"/>
                <a:gd name="T26" fmla="*/ 2 w 401"/>
                <a:gd name="T27" fmla="*/ 3 h 566"/>
                <a:gd name="T28" fmla="*/ 2 w 401"/>
                <a:gd name="T29" fmla="*/ 4 h 566"/>
                <a:gd name="T30" fmla="*/ 2 w 401"/>
                <a:gd name="T31" fmla="*/ 4 h 566"/>
                <a:gd name="T32" fmla="*/ 2 w 401"/>
                <a:gd name="T33" fmla="*/ 4 h 566"/>
                <a:gd name="T34" fmla="*/ 3 w 401"/>
                <a:gd name="T35" fmla="*/ 5 h 566"/>
                <a:gd name="T36" fmla="*/ 3 w 401"/>
                <a:gd name="T37" fmla="*/ 4 h 566"/>
                <a:gd name="T38" fmla="*/ 3 w 401"/>
                <a:gd name="T39" fmla="*/ 4 h 566"/>
                <a:gd name="T40" fmla="*/ 3 w 401"/>
                <a:gd name="T41" fmla="*/ 4 h 566"/>
                <a:gd name="T42" fmla="*/ 3 w 401"/>
                <a:gd name="T43" fmla="*/ 3 h 566"/>
                <a:gd name="T44" fmla="*/ 3 w 401"/>
                <a:gd name="T45" fmla="*/ 3 h 566"/>
                <a:gd name="T46" fmla="*/ 3 w 401"/>
                <a:gd name="T47" fmla="*/ 3 h 566"/>
                <a:gd name="T48" fmla="*/ 3 w 401"/>
                <a:gd name="T49" fmla="*/ 2 h 566"/>
                <a:gd name="T50" fmla="*/ 3 w 401"/>
                <a:gd name="T51" fmla="*/ 2 h 566"/>
                <a:gd name="T52" fmla="*/ 2 w 401"/>
                <a:gd name="T53" fmla="*/ 2 h 566"/>
                <a:gd name="T54" fmla="*/ 2 w 401"/>
                <a:gd name="T55" fmla="*/ 2 h 566"/>
                <a:gd name="T56" fmla="*/ 2 w 401"/>
                <a:gd name="T57" fmla="*/ 1 h 566"/>
                <a:gd name="T58" fmla="*/ 2 w 401"/>
                <a:gd name="T59" fmla="*/ 1 h 566"/>
                <a:gd name="T60" fmla="*/ 2 w 401"/>
                <a:gd name="T61" fmla="*/ 1 h 566"/>
                <a:gd name="T62" fmla="*/ 1 w 401"/>
                <a:gd name="T63" fmla="*/ 1 h 566"/>
                <a:gd name="T64" fmla="*/ 1 w 401"/>
                <a:gd name="T65" fmla="*/ 0 h 566"/>
                <a:gd name="T66" fmla="*/ 1 w 401"/>
                <a:gd name="T67" fmla="*/ 0 h 566"/>
                <a:gd name="T68" fmla="*/ 1 w 401"/>
                <a:gd name="T69" fmla="*/ 0 h 566"/>
                <a:gd name="T70" fmla="*/ 1 w 401"/>
                <a:gd name="T71" fmla="*/ 0 h 566"/>
                <a:gd name="T72" fmla="*/ 1 w 401"/>
                <a:gd name="T73" fmla="*/ 0 h 566"/>
                <a:gd name="T74" fmla="*/ 0 w 401"/>
                <a:gd name="T75" fmla="*/ 0 h 566"/>
                <a:gd name="T76" fmla="*/ 0 w 401"/>
                <a:gd name="T77" fmla="*/ 0 h 566"/>
                <a:gd name="T78" fmla="*/ 0 w 401"/>
                <a:gd name="T79" fmla="*/ 0 h 566"/>
                <a:gd name="T80" fmla="*/ 0 w 401"/>
                <a:gd name="T81" fmla="*/ 0 h 566"/>
                <a:gd name="T82" fmla="*/ 0 w 401"/>
                <a:gd name="T83" fmla="*/ 0 h 566"/>
                <a:gd name="T84" fmla="*/ 0 w 401"/>
                <a:gd name="T85" fmla="*/ 0 h 566"/>
                <a:gd name="T86" fmla="*/ 0 w 401"/>
                <a:gd name="T87" fmla="*/ 1 h 566"/>
                <a:gd name="T88" fmla="*/ 0 w 401"/>
                <a:gd name="T89" fmla="*/ 1 h 56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401"/>
                <a:gd name="T136" fmla="*/ 0 h 566"/>
                <a:gd name="T137" fmla="*/ 401 w 401"/>
                <a:gd name="T138" fmla="*/ 566 h 566"/>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401" h="566">
                  <a:moveTo>
                    <a:pt x="23" y="88"/>
                  </a:moveTo>
                  <a:lnTo>
                    <a:pt x="23" y="88"/>
                  </a:lnTo>
                  <a:lnTo>
                    <a:pt x="53" y="107"/>
                  </a:lnTo>
                  <a:lnTo>
                    <a:pt x="83" y="125"/>
                  </a:lnTo>
                  <a:lnTo>
                    <a:pt x="108" y="147"/>
                  </a:lnTo>
                  <a:lnTo>
                    <a:pt x="135" y="171"/>
                  </a:lnTo>
                  <a:lnTo>
                    <a:pt x="160" y="196"/>
                  </a:lnTo>
                  <a:lnTo>
                    <a:pt x="182" y="223"/>
                  </a:lnTo>
                  <a:lnTo>
                    <a:pt x="205" y="251"/>
                  </a:lnTo>
                  <a:lnTo>
                    <a:pt x="223" y="281"/>
                  </a:lnTo>
                  <a:lnTo>
                    <a:pt x="240" y="312"/>
                  </a:lnTo>
                  <a:lnTo>
                    <a:pt x="256" y="345"/>
                  </a:lnTo>
                  <a:lnTo>
                    <a:pt x="270" y="379"/>
                  </a:lnTo>
                  <a:lnTo>
                    <a:pt x="282" y="414"/>
                  </a:lnTo>
                  <a:lnTo>
                    <a:pt x="291" y="450"/>
                  </a:lnTo>
                  <a:lnTo>
                    <a:pt x="299" y="488"/>
                  </a:lnTo>
                  <a:lnTo>
                    <a:pt x="304" y="526"/>
                  </a:lnTo>
                  <a:lnTo>
                    <a:pt x="308" y="566"/>
                  </a:lnTo>
                  <a:lnTo>
                    <a:pt x="401" y="562"/>
                  </a:lnTo>
                  <a:lnTo>
                    <a:pt x="398" y="517"/>
                  </a:lnTo>
                  <a:lnTo>
                    <a:pt x="391" y="471"/>
                  </a:lnTo>
                  <a:lnTo>
                    <a:pt x="383" y="429"/>
                  </a:lnTo>
                  <a:lnTo>
                    <a:pt x="371" y="386"/>
                  </a:lnTo>
                  <a:lnTo>
                    <a:pt x="357" y="346"/>
                  </a:lnTo>
                  <a:lnTo>
                    <a:pt x="340" y="307"/>
                  </a:lnTo>
                  <a:lnTo>
                    <a:pt x="324" y="270"/>
                  </a:lnTo>
                  <a:lnTo>
                    <a:pt x="303" y="232"/>
                  </a:lnTo>
                  <a:lnTo>
                    <a:pt x="280" y="197"/>
                  </a:lnTo>
                  <a:lnTo>
                    <a:pt x="255" y="164"/>
                  </a:lnTo>
                  <a:lnTo>
                    <a:pt x="228" y="132"/>
                  </a:lnTo>
                  <a:lnTo>
                    <a:pt x="199" y="103"/>
                  </a:lnTo>
                  <a:lnTo>
                    <a:pt x="169" y="76"/>
                  </a:lnTo>
                  <a:lnTo>
                    <a:pt x="137" y="50"/>
                  </a:lnTo>
                  <a:lnTo>
                    <a:pt x="103" y="27"/>
                  </a:lnTo>
                  <a:lnTo>
                    <a:pt x="67" y="6"/>
                  </a:lnTo>
                  <a:lnTo>
                    <a:pt x="48" y="0"/>
                  </a:lnTo>
                  <a:lnTo>
                    <a:pt x="30" y="2"/>
                  </a:lnTo>
                  <a:lnTo>
                    <a:pt x="16" y="12"/>
                  </a:lnTo>
                  <a:lnTo>
                    <a:pt x="5" y="25"/>
                  </a:lnTo>
                  <a:lnTo>
                    <a:pt x="0" y="41"/>
                  </a:lnTo>
                  <a:lnTo>
                    <a:pt x="0" y="59"/>
                  </a:lnTo>
                  <a:lnTo>
                    <a:pt x="8" y="75"/>
                  </a:lnTo>
                  <a:lnTo>
                    <a:pt x="23"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6994" name="Freeform 44"/>
            <p:cNvSpPr>
              <a:spLocks/>
            </p:cNvSpPr>
            <p:nvPr/>
          </p:nvSpPr>
          <p:spPr bwMode="auto">
            <a:xfrm>
              <a:off x="1346" y="1455"/>
              <a:ext cx="266" cy="160"/>
            </a:xfrm>
            <a:custGeom>
              <a:avLst/>
              <a:gdLst>
                <a:gd name="T0" fmla="*/ 0 w 1330"/>
                <a:gd name="T1" fmla="*/ 1 h 801"/>
                <a:gd name="T2" fmla="*/ 0 w 1330"/>
                <a:gd name="T3" fmla="*/ 1 h 801"/>
                <a:gd name="T4" fmla="*/ 10 w 1330"/>
                <a:gd name="T5" fmla="*/ 6 h 801"/>
                <a:gd name="T6" fmla="*/ 11 w 1330"/>
                <a:gd name="T7" fmla="*/ 6 h 801"/>
                <a:gd name="T8" fmla="*/ 1 w 1330"/>
                <a:gd name="T9" fmla="*/ 0 h 801"/>
                <a:gd name="T10" fmla="*/ 1 w 1330"/>
                <a:gd name="T11" fmla="*/ 0 h 801"/>
                <a:gd name="T12" fmla="*/ 1 w 1330"/>
                <a:gd name="T13" fmla="*/ 0 h 801"/>
                <a:gd name="T14" fmla="*/ 0 w 1330"/>
                <a:gd name="T15" fmla="*/ 0 h 801"/>
                <a:gd name="T16" fmla="*/ 0 w 1330"/>
                <a:gd name="T17" fmla="*/ 0 h 801"/>
                <a:gd name="T18" fmla="*/ 0 w 1330"/>
                <a:gd name="T19" fmla="*/ 0 h 801"/>
                <a:gd name="T20" fmla="*/ 0 w 1330"/>
                <a:gd name="T21" fmla="*/ 0 h 801"/>
                <a:gd name="T22" fmla="*/ 0 w 1330"/>
                <a:gd name="T23" fmla="*/ 0 h 801"/>
                <a:gd name="T24" fmla="*/ 0 w 1330"/>
                <a:gd name="T25" fmla="*/ 0 h 801"/>
                <a:gd name="T26" fmla="*/ 0 w 1330"/>
                <a:gd name="T27" fmla="*/ 1 h 801"/>
                <a:gd name="T28" fmla="*/ 0 w 1330"/>
                <a:gd name="T29" fmla="*/ 1 h 801"/>
                <a:gd name="T30" fmla="*/ 0 w 1330"/>
                <a:gd name="T31" fmla="*/ 1 h 801"/>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30"/>
                <a:gd name="T49" fmla="*/ 0 h 801"/>
                <a:gd name="T50" fmla="*/ 1330 w 1330"/>
                <a:gd name="T51" fmla="*/ 801 h 801"/>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30" h="801">
                  <a:moveTo>
                    <a:pt x="24" y="88"/>
                  </a:moveTo>
                  <a:lnTo>
                    <a:pt x="23" y="88"/>
                  </a:lnTo>
                  <a:lnTo>
                    <a:pt x="1286" y="801"/>
                  </a:lnTo>
                  <a:lnTo>
                    <a:pt x="1330" y="719"/>
                  </a:lnTo>
                  <a:lnTo>
                    <a:pt x="67" y="6"/>
                  </a:lnTo>
                  <a:lnTo>
                    <a:pt x="66" y="6"/>
                  </a:lnTo>
                  <a:lnTo>
                    <a:pt x="67" y="6"/>
                  </a:lnTo>
                  <a:lnTo>
                    <a:pt x="48" y="0"/>
                  </a:lnTo>
                  <a:lnTo>
                    <a:pt x="30" y="2"/>
                  </a:lnTo>
                  <a:lnTo>
                    <a:pt x="16" y="12"/>
                  </a:lnTo>
                  <a:lnTo>
                    <a:pt x="5" y="25"/>
                  </a:lnTo>
                  <a:lnTo>
                    <a:pt x="0" y="41"/>
                  </a:lnTo>
                  <a:lnTo>
                    <a:pt x="0" y="59"/>
                  </a:lnTo>
                  <a:lnTo>
                    <a:pt x="8" y="75"/>
                  </a:lnTo>
                  <a:lnTo>
                    <a:pt x="23" y="88"/>
                  </a:lnTo>
                  <a:lnTo>
                    <a:pt x="24"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6995" name="Freeform 45"/>
            <p:cNvSpPr>
              <a:spLocks/>
            </p:cNvSpPr>
            <p:nvPr/>
          </p:nvSpPr>
          <p:spPr bwMode="auto">
            <a:xfrm>
              <a:off x="1198" y="1439"/>
              <a:ext cx="161" cy="35"/>
            </a:xfrm>
            <a:custGeom>
              <a:avLst/>
              <a:gdLst>
                <a:gd name="T0" fmla="*/ 1 w 806"/>
                <a:gd name="T1" fmla="*/ 1 h 177"/>
                <a:gd name="T2" fmla="*/ 1 w 806"/>
                <a:gd name="T3" fmla="*/ 1 h 177"/>
                <a:gd name="T4" fmla="*/ 1 w 806"/>
                <a:gd name="T5" fmla="*/ 1 h 177"/>
                <a:gd name="T6" fmla="*/ 1 w 806"/>
                <a:gd name="T7" fmla="*/ 1 h 177"/>
                <a:gd name="T8" fmla="*/ 2 w 806"/>
                <a:gd name="T9" fmla="*/ 1 h 177"/>
                <a:gd name="T10" fmla="*/ 2 w 806"/>
                <a:gd name="T11" fmla="*/ 1 h 177"/>
                <a:gd name="T12" fmla="*/ 2 w 806"/>
                <a:gd name="T13" fmla="*/ 1 h 177"/>
                <a:gd name="T14" fmla="*/ 3 w 806"/>
                <a:gd name="T15" fmla="*/ 1 h 177"/>
                <a:gd name="T16" fmla="*/ 3 w 806"/>
                <a:gd name="T17" fmla="*/ 1 h 177"/>
                <a:gd name="T18" fmla="*/ 3 w 806"/>
                <a:gd name="T19" fmla="*/ 1 h 177"/>
                <a:gd name="T20" fmla="*/ 4 w 806"/>
                <a:gd name="T21" fmla="*/ 1 h 177"/>
                <a:gd name="T22" fmla="*/ 4 w 806"/>
                <a:gd name="T23" fmla="*/ 1 h 177"/>
                <a:gd name="T24" fmla="*/ 5 w 806"/>
                <a:gd name="T25" fmla="*/ 1 h 177"/>
                <a:gd name="T26" fmla="*/ 5 w 806"/>
                <a:gd name="T27" fmla="*/ 1 h 177"/>
                <a:gd name="T28" fmla="*/ 5 w 806"/>
                <a:gd name="T29" fmla="*/ 1 h 177"/>
                <a:gd name="T30" fmla="*/ 6 w 806"/>
                <a:gd name="T31" fmla="*/ 1 h 177"/>
                <a:gd name="T32" fmla="*/ 6 w 806"/>
                <a:gd name="T33" fmla="*/ 1 h 177"/>
                <a:gd name="T34" fmla="*/ 6 w 806"/>
                <a:gd name="T35" fmla="*/ 1 h 177"/>
                <a:gd name="T36" fmla="*/ 6 w 806"/>
                <a:gd name="T37" fmla="*/ 1 h 177"/>
                <a:gd name="T38" fmla="*/ 6 w 806"/>
                <a:gd name="T39" fmla="*/ 1 h 177"/>
                <a:gd name="T40" fmla="*/ 6 w 806"/>
                <a:gd name="T41" fmla="*/ 0 h 177"/>
                <a:gd name="T42" fmla="*/ 5 w 806"/>
                <a:gd name="T43" fmla="*/ 0 h 177"/>
                <a:gd name="T44" fmla="*/ 5 w 806"/>
                <a:gd name="T45" fmla="*/ 0 h 177"/>
                <a:gd name="T46" fmla="*/ 5 w 806"/>
                <a:gd name="T47" fmla="*/ 0 h 177"/>
                <a:gd name="T48" fmla="*/ 4 w 806"/>
                <a:gd name="T49" fmla="*/ 0 h 177"/>
                <a:gd name="T50" fmla="*/ 4 w 806"/>
                <a:gd name="T51" fmla="*/ 0 h 177"/>
                <a:gd name="T52" fmla="*/ 3 w 806"/>
                <a:gd name="T53" fmla="*/ 0 h 177"/>
                <a:gd name="T54" fmla="*/ 3 w 806"/>
                <a:gd name="T55" fmla="*/ 0 h 177"/>
                <a:gd name="T56" fmla="*/ 3 w 806"/>
                <a:gd name="T57" fmla="*/ 0 h 177"/>
                <a:gd name="T58" fmla="*/ 2 w 806"/>
                <a:gd name="T59" fmla="*/ 0 h 177"/>
                <a:gd name="T60" fmla="*/ 2 w 806"/>
                <a:gd name="T61" fmla="*/ 0 h 177"/>
                <a:gd name="T62" fmla="*/ 1 w 806"/>
                <a:gd name="T63" fmla="*/ 0 h 177"/>
                <a:gd name="T64" fmla="*/ 1 w 806"/>
                <a:gd name="T65" fmla="*/ 0 h 177"/>
                <a:gd name="T66" fmla="*/ 1 w 806"/>
                <a:gd name="T67" fmla="*/ 1 h 177"/>
                <a:gd name="T68" fmla="*/ 0 w 806"/>
                <a:gd name="T69" fmla="*/ 1 h 177"/>
                <a:gd name="T70" fmla="*/ 0 w 806"/>
                <a:gd name="T71" fmla="*/ 1 h 177"/>
                <a:gd name="T72" fmla="*/ 0 w 806"/>
                <a:gd name="T73" fmla="*/ 1 h 177"/>
                <a:gd name="T74" fmla="*/ 0 w 806"/>
                <a:gd name="T75" fmla="*/ 1 h 177"/>
                <a:gd name="T76" fmla="*/ 0 w 806"/>
                <a:gd name="T77" fmla="*/ 1 h 177"/>
                <a:gd name="T78" fmla="*/ 0 w 806"/>
                <a:gd name="T79" fmla="*/ 1 h 177"/>
                <a:gd name="T80" fmla="*/ 0 w 806"/>
                <a:gd name="T81" fmla="*/ 1 h 177"/>
                <a:gd name="T82" fmla="*/ 0 w 806"/>
                <a:gd name="T83" fmla="*/ 1 h 177"/>
                <a:gd name="T84" fmla="*/ 0 w 806"/>
                <a:gd name="T85" fmla="*/ 1 h 177"/>
                <a:gd name="T86" fmla="*/ 0 w 806"/>
                <a:gd name="T87" fmla="*/ 1 h 177"/>
                <a:gd name="T88" fmla="*/ 1 w 806"/>
                <a:gd name="T89" fmla="*/ 1 h 177"/>
                <a:gd name="T90" fmla="*/ 1 w 806"/>
                <a:gd name="T91" fmla="*/ 1 h 17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806"/>
                <a:gd name="T139" fmla="*/ 0 h 177"/>
                <a:gd name="T140" fmla="*/ 806 w 806"/>
                <a:gd name="T141" fmla="*/ 177 h 17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806" h="177">
                  <a:moveTo>
                    <a:pt x="67" y="171"/>
                  </a:moveTo>
                  <a:lnTo>
                    <a:pt x="68" y="171"/>
                  </a:lnTo>
                  <a:lnTo>
                    <a:pt x="109" y="151"/>
                  </a:lnTo>
                  <a:lnTo>
                    <a:pt x="151" y="135"/>
                  </a:lnTo>
                  <a:lnTo>
                    <a:pt x="196" y="122"/>
                  </a:lnTo>
                  <a:lnTo>
                    <a:pt x="242" y="110"/>
                  </a:lnTo>
                  <a:lnTo>
                    <a:pt x="287" y="102"/>
                  </a:lnTo>
                  <a:lnTo>
                    <a:pt x="335" y="97"/>
                  </a:lnTo>
                  <a:lnTo>
                    <a:pt x="382" y="95"/>
                  </a:lnTo>
                  <a:lnTo>
                    <a:pt x="430" y="94"/>
                  </a:lnTo>
                  <a:lnTo>
                    <a:pt x="477" y="97"/>
                  </a:lnTo>
                  <a:lnTo>
                    <a:pt x="524" y="102"/>
                  </a:lnTo>
                  <a:lnTo>
                    <a:pt x="568" y="108"/>
                  </a:lnTo>
                  <a:lnTo>
                    <a:pt x="612" y="117"/>
                  </a:lnTo>
                  <a:lnTo>
                    <a:pt x="654" y="128"/>
                  </a:lnTo>
                  <a:lnTo>
                    <a:pt x="693" y="141"/>
                  </a:lnTo>
                  <a:lnTo>
                    <a:pt x="730" y="155"/>
                  </a:lnTo>
                  <a:lnTo>
                    <a:pt x="764" y="171"/>
                  </a:lnTo>
                  <a:lnTo>
                    <a:pt x="806" y="89"/>
                  </a:lnTo>
                  <a:lnTo>
                    <a:pt x="768" y="70"/>
                  </a:lnTo>
                  <a:lnTo>
                    <a:pt x="725" y="54"/>
                  </a:lnTo>
                  <a:lnTo>
                    <a:pt x="680" y="39"/>
                  </a:lnTo>
                  <a:lnTo>
                    <a:pt x="633" y="26"/>
                  </a:lnTo>
                  <a:lnTo>
                    <a:pt x="585" y="16"/>
                  </a:lnTo>
                  <a:lnTo>
                    <a:pt x="536" y="8"/>
                  </a:lnTo>
                  <a:lnTo>
                    <a:pt x="484" y="3"/>
                  </a:lnTo>
                  <a:lnTo>
                    <a:pt x="433" y="0"/>
                  </a:lnTo>
                  <a:lnTo>
                    <a:pt x="380" y="1"/>
                  </a:lnTo>
                  <a:lnTo>
                    <a:pt x="328" y="3"/>
                  </a:lnTo>
                  <a:lnTo>
                    <a:pt x="276" y="10"/>
                  </a:lnTo>
                  <a:lnTo>
                    <a:pt x="223" y="19"/>
                  </a:lnTo>
                  <a:lnTo>
                    <a:pt x="172" y="30"/>
                  </a:lnTo>
                  <a:lnTo>
                    <a:pt x="121" y="46"/>
                  </a:lnTo>
                  <a:lnTo>
                    <a:pt x="72" y="67"/>
                  </a:lnTo>
                  <a:lnTo>
                    <a:pt x="24" y="89"/>
                  </a:lnTo>
                  <a:lnTo>
                    <a:pt x="25" y="89"/>
                  </a:lnTo>
                  <a:lnTo>
                    <a:pt x="24" y="89"/>
                  </a:lnTo>
                  <a:lnTo>
                    <a:pt x="8" y="102"/>
                  </a:lnTo>
                  <a:lnTo>
                    <a:pt x="0" y="118"/>
                  </a:lnTo>
                  <a:lnTo>
                    <a:pt x="0" y="136"/>
                  </a:lnTo>
                  <a:lnTo>
                    <a:pt x="6" y="152"/>
                  </a:lnTo>
                  <a:lnTo>
                    <a:pt x="17" y="165"/>
                  </a:lnTo>
                  <a:lnTo>
                    <a:pt x="31" y="175"/>
                  </a:lnTo>
                  <a:lnTo>
                    <a:pt x="48" y="177"/>
                  </a:lnTo>
                  <a:lnTo>
                    <a:pt x="68" y="171"/>
                  </a:lnTo>
                  <a:lnTo>
                    <a:pt x="67" y="1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6996" name="Freeform 46"/>
            <p:cNvSpPr>
              <a:spLocks/>
            </p:cNvSpPr>
            <p:nvPr/>
          </p:nvSpPr>
          <p:spPr bwMode="auto">
            <a:xfrm>
              <a:off x="931" y="1456"/>
              <a:ext cx="280" cy="158"/>
            </a:xfrm>
            <a:custGeom>
              <a:avLst/>
              <a:gdLst>
                <a:gd name="T0" fmla="*/ 1 w 1402"/>
                <a:gd name="T1" fmla="*/ 6 h 787"/>
                <a:gd name="T2" fmla="*/ 1 w 1402"/>
                <a:gd name="T3" fmla="*/ 6 h 787"/>
                <a:gd name="T4" fmla="*/ 11 w 1402"/>
                <a:gd name="T5" fmla="*/ 1 h 787"/>
                <a:gd name="T6" fmla="*/ 11 w 1402"/>
                <a:gd name="T7" fmla="*/ 0 h 787"/>
                <a:gd name="T8" fmla="*/ 0 w 1402"/>
                <a:gd name="T9" fmla="*/ 6 h 787"/>
                <a:gd name="T10" fmla="*/ 0 w 1402"/>
                <a:gd name="T11" fmla="*/ 6 h 787"/>
                <a:gd name="T12" fmla="*/ 0 w 1402"/>
                <a:gd name="T13" fmla="*/ 6 h 787"/>
                <a:gd name="T14" fmla="*/ 0 w 1402"/>
                <a:gd name="T15" fmla="*/ 6 h 787"/>
                <a:gd name="T16" fmla="*/ 0 w 1402"/>
                <a:gd name="T17" fmla="*/ 6 h 787"/>
                <a:gd name="T18" fmla="*/ 0 w 1402"/>
                <a:gd name="T19" fmla="*/ 6 h 787"/>
                <a:gd name="T20" fmla="*/ 0 w 1402"/>
                <a:gd name="T21" fmla="*/ 6 h 787"/>
                <a:gd name="T22" fmla="*/ 0 w 1402"/>
                <a:gd name="T23" fmla="*/ 6 h 787"/>
                <a:gd name="T24" fmla="*/ 0 w 1402"/>
                <a:gd name="T25" fmla="*/ 6 h 787"/>
                <a:gd name="T26" fmla="*/ 0 w 1402"/>
                <a:gd name="T27" fmla="*/ 6 h 787"/>
                <a:gd name="T28" fmla="*/ 1 w 1402"/>
                <a:gd name="T29" fmla="*/ 6 h 787"/>
                <a:gd name="T30" fmla="*/ 1 w 1402"/>
                <a:gd name="T31" fmla="*/ 6 h 78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02"/>
                <a:gd name="T49" fmla="*/ 0 h 787"/>
                <a:gd name="T50" fmla="*/ 1402 w 1402"/>
                <a:gd name="T51" fmla="*/ 787 h 78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02" h="787">
                  <a:moveTo>
                    <a:pt x="69" y="781"/>
                  </a:moveTo>
                  <a:lnTo>
                    <a:pt x="66" y="781"/>
                  </a:lnTo>
                  <a:lnTo>
                    <a:pt x="1402" y="82"/>
                  </a:lnTo>
                  <a:lnTo>
                    <a:pt x="1360" y="0"/>
                  </a:lnTo>
                  <a:lnTo>
                    <a:pt x="24" y="699"/>
                  </a:lnTo>
                  <a:lnTo>
                    <a:pt x="22" y="699"/>
                  </a:lnTo>
                  <a:lnTo>
                    <a:pt x="24" y="699"/>
                  </a:lnTo>
                  <a:lnTo>
                    <a:pt x="8" y="712"/>
                  </a:lnTo>
                  <a:lnTo>
                    <a:pt x="1" y="727"/>
                  </a:lnTo>
                  <a:lnTo>
                    <a:pt x="0" y="744"/>
                  </a:lnTo>
                  <a:lnTo>
                    <a:pt x="5" y="761"/>
                  </a:lnTo>
                  <a:lnTo>
                    <a:pt x="15" y="775"/>
                  </a:lnTo>
                  <a:lnTo>
                    <a:pt x="30" y="784"/>
                  </a:lnTo>
                  <a:lnTo>
                    <a:pt x="46" y="787"/>
                  </a:lnTo>
                  <a:lnTo>
                    <a:pt x="66" y="781"/>
                  </a:lnTo>
                  <a:lnTo>
                    <a:pt x="69" y="7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6997" name="Freeform 47"/>
            <p:cNvSpPr>
              <a:spLocks/>
            </p:cNvSpPr>
            <p:nvPr/>
          </p:nvSpPr>
          <p:spPr bwMode="auto">
            <a:xfrm>
              <a:off x="868" y="1596"/>
              <a:ext cx="77" cy="126"/>
            </a:xfrm>
            <a:custGeom>
              <a:avLst/>
              <a:gdLst>
                <a:gd name="T0" fmla="*/ 1 w 382"/>
                <a:gd name="T1" fmla="*/ 5 h 628"/>
                <a:gd name="T2" fmla="*/ 1 w 382"/>
                <a:gd name="T3" fmla="*/ 5 h 628"/>
                <a:gd name="T4" fmla="*/ 1 w 382"/>
                <a:gd name="T5" fmla="*/ 4 h 628"/>
                <a:gd name="T6" fmla="*/ 1 w 382"/>
                <a:gd name="T7" fmla="*/ 4 h 628"/>
                <a:gd name="T8" fmla="*/ 1 w 382"/>
                <a:gd name="T9" fmla="*/ 4 h 628"/>
                <a:gd name="T10" fmla="*/ 1 w 382"/>
                <a:gd name="T11" fmla="*/ 3 h 628"/>
                <a:gd name="T12" fmla="*/ 1 w 382"/>
                <a:gd name="T13" fmla="*/ 3 h 628"/>
                <a:gd name="T14" fmla="*/ 1 w 382"/>
                <a:gd name="T15" fmla="*/ 3 h 628"/>
                <a:gd name="T16" fmla="*/ 1 w 382"/>
                <a:gd name="T17" fmla="*/ 3 h 628"/>
                <a:gd name="T18" fmla="*/ 1 w 382"/>
                <a:gd name="T19" fmla="*/ 2 h 628"/>
                <a:gd name="T20" fmla="*/ 2 w 382"/>
                <a:gd name="T21" fmla="*/ 2 h 628"/>
                <a:gd name="T22" fmla="*/ 2 w 382"/>
                <a:gd name="T23" fmla="*/ 2 h 628"/>
                <a:gd name="T24" fmla="*/ 2 w 382"/>
                <a:gd name="T25" fmla="*/ 2 h 628"/>
                <a:gd name="T26" fmla="*/ 2 w 382"/>
                <a:gd name="T27" fmla="*/ 1 h 628"/>
                <a:gd name="T28" fmla="*/ 2 w 382"/>
                <a:gd name="T29" fmla="*/ 1 h 628"/>
                <a:gd name="T30" fmla="*/ 3 w 382"/>
                <a:gd name="T31" fmla="*/ 1 h 628"/>
                <a:gd name="T32" fmla="*/ 3 w 382"/>
                <a:gd name="T33" fmla="*/ 1 h 628"/>
                <a:gd name="T34" fmla="*/ 3 w 382"/>
                <a:gd name="T35" fmla="*/ 1 h 628"/>
                <a:gd name="T36" fmla="*/ 3 w 382"/>
                <a:gd name="T37" fmla="*/ 0 h 628"/>
                <a:gd name="T38" fmla="*/ 2 w 382"/>
                <a:gd name="T39" fmla="*/ 0 h 628"/>
                <a:gd name="T40" fmla="*/ 2 w 382"/>
                <a:gd name="T41" fmla="*/ 0 h 628"/>
                <a:gd name="T42" fmla="*/ 2 w 382"/>
                <a:gd name="T43" fmla="*/ 1 h 628"/>
                <a:gd name="T44" fmla="*/ 2 w 382"/>
                <a:gd name="T45" fmla="*/ 1 h 628"/>
                <a:gd name="T46" fmla="*/ 1 w 382"/>
                <a:gd name="T47" fmla="*/ 1 h 628"/>
                <a:gd name="T48" fmla="*/ 1 w 382"/>
                <a:gd name="T49" fmla="*/ 1 h 628"/>
                <a:gd name="T50" fmla="*/ 1 w 382"/>
                <a:gd name="T51" fmla="*/ 2 h 628"/>
                <a:gd name="T52" fmla="*/ 1 w 382"/>
                <a:gd name="T53" fmla="*/ 2 h 628"/>
                <a:gd name="T54" fmla="*/ 1 w 382"/>
                <a:gd name="T55" fmla="*/ 2 h 628"/>
                <a:gd name="T56" fmla="*/ 0 w 382"/>
                <a:gd name="T57" fmla="*/ 3 h 628"/>
                <a:gd name="T58" fmla="*/ 0 w 382"/>
                <a:gd name="T59" fmla="*/ 3 h 628"/>
                <a:gd name="T60" fmla="*/ 0 w 382"/>
                <a:gd name="T61" fmla="*/ 3 h 628"/>
                <a:gd name="T62" fmla="*/ 0 w 382"/>
                <a:gd name="T63" fmla="*/ 4 h 628"/>
                <a:gd name="T64" fmla="*/ 0 w 382"/>
                <a:gd name="T65" fmla="*/ 4 h 628"/>
                <a:gd name="T66" fmla="*/ 0 w 382"/>
                <a:gd name="T67" fmla="*/ 4 h 628"/>
                <a:gd name="T68" fmla="*/ 0 w 382"/>
                <a:gd name="T69" fmla="*/ 5 h 628"/>
                <a:gd name="T70" fmla="*/ 0 w 382"/>
                <a:gd name="T71" fmla="*/ 5 h 628"/>
                <a:gd name="T72" fmla="*/ 0 w 382"/>
                <a:gd name="T73" fmla="*/ 5 h 628"/>
                <a:gd name="T74" fmla="*/ 0 w 382"/>
                <a:gd name="T75" fmla="*/ 5 h 628"/>
                <a:gd name="T76" fmla="*/ 0 w 382"/>
                <a:gd name="T77" fmla="*/ 5 h 628"/>
                <a:gd name="T78" fmla="*/ 0 w 382"/>
                <a:gd name="T79" fmla="*/ 5 h 628"/>
                <a:gd name="T80" fmla="*/ 0 w 382"/>
                <a:gd name="T81" fmla="*/ 5 h 628"/>
                <a:gd name="T82" fmla="*/ 1 w 382"/>
                <a:gd name="T83" fmla="*/ 5 h 628"/>
                <a:gd name="T84" fmla="*/ 1 w 382"/>
                <a:gd name="T85" fmla="*/ 5 h 628"/>
                <a:gd name="T86" fmla="*/ 1 w 382"/>
                <a:gd name="T87" fmla="*/ 5 h 628"/>
                <a:gd name="T88" fmla="*/ 1 w 382"/>
                <a:gd name="T89" fmla="*/ 5 h 628"/>
                <a:gd name="T90" fmla="*/ 1 w 382"/>
                <a:gd name="T91" fmla="*/ 5 h 628"/>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382"/>
                <a:gd name="T139" fmla="*/ 0 h 628"/>
                <a:gd name="T140" fmla="*/ 382 w 382"/>
                <a:gd name="T141" fmla="*/ 628 h 628"/>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382" h="628">
                  <a:moveTo>
                    <a:pt x="94" y="581"/>
                  </a:moveTo>
                  <a:lnTo>
                    <a:pt x="94" y="582"/>
                  </a:lnTo>
                  <a:lnTo>
                    <a:pt x="96" y="541"/>
                  </a:lnTo>
                  <a:lnTo>
                    <a:pt x="99" y="500"/>
                  </a:lnTo>
                  <a:lnTo>
                    <a:pt x="106" y="463"/>
                  </a:lnTo>
                  <a:lnTo>
                    <a:pt x="115" y="424"/>
                  </a:lnTo>
                  <a:lnTo>
                    <a:pt x="127" y="389"/>
                  </a:lnTo>
                  <a:lnTo>
                    <a:pt x="140" y="353"/>
                  </a:lnTo>
                  <a:lnTo>
                    <a:pt x="156" y="320"/>
                  </a:lnTo>
                  <a:lnTo>
                    <a:pt x="173" y="287"/>
                  </a:lnTo>
                  <a:lnTo>
                    <a:pt x="193" y="255"/>
                  </a:lnTo>
                  <a:lnTo>
                    <a:pt x="214" y="226"/>
                  </a:lnTo>
                  <a:lnTo>
                    <a:pt x="238" y="198"/>
                  </a:lnTo>
                  <a:lnTo>
                    <a:pt x="263" y="172"/>
                  </a:lnTo>
                  <a:lnTo>
                    <a:pt x="290" y="146"/>
                  </a:lnTo>
                  <a:lnTo>
                    <a:pt x="318" y="122"/>
                  </a:lnTo>
                  <a:lnTo>
                    <a:pt x="349" y="101"/>
                  </a:lnTo>
                  <a:lnTo>
                    <a:pt x="382" y="82"/>
                  </a:lnTo>
                  <a:lnTo>
                    <a:pt x="335" y="0"/>
                  </a:lnTo>
                  <a:lnTo>
                    <a:pt x="297" y="23"/>
                  </a:lnTo>
                  <a:lnTo>
                    <a:pt x="262" y="49"/>
                  </a:lnTo>
                  <a:lnTo>
                    <a:pt x="229" y="76"/>
                  </a:lnTo>
                  <a:lnTo>
                    <a:pt x="198" y="104"/>
                  </a:lnTo>
                  <a:lnTo>
                    <a:pt x="167" y="137"/>
                  </a:lnTo>
                  <a:lnTo>
                    <a:pt x="142" y="170"/>
                  </a:lnTo>
                  <a:lnTo>
                    <a:pt x="116" y="204"/>
                  </a:lnTo>
                  <a:lnTo>
                    <a:pt x="94" y="240"/>
                  </a:lnTo>
                  <a:lnTo>
                    <a:pt x="74" y="278"/>
                  </a:lnTo>
                  <a:lnTo>
                    <a:pt x="54" y="317"/>
                  </a:lnTo>
                  <a:lnTo>
                    <a:pt x="38" y="359"/>
                  </a:lnTo>
                  <a:lnTo>
                    <a:pt x="26" y="401"/>
                  </a:lnTo>
                  <a:lnTo>
                    <a:pt x="15" y="444"/>
                  </a:lnTo>
                  <a:lnTo>
                    <a:pt x="8" y="489"/>
                  </a:lnTo>
                  <a:lnTo>
                    <a:pt x="2" y="534"/>
                  </a:lnTo>
                  <a:lnTo>
                    <a:pt x="0" y="580"/>
                  </a:lnTo>
                  <a:lnTo>
                    <a:pt x="0" y="581"/>
                  </a:lnTo>
                  <a:lnTo>
                    <a:pt x="0" y="580"/>
                  </a:lnTo>
                  <a:lnTo>
                    <a:pt x="3" y="600"/>
                  </a:lnTo>
                  <a:lnTo>
                    <a:pt x="14" y="615"/>
                  </a:lnTo>
                  <a:lnTo>
                    <a:pt x="29" y="625"/>
                  </a:lnTo>
                  <a:lnTo>
                    <a:pt x="45" y="628"/>
                  </a:lnTo>
                  <a:lnTo>
                    <a:pt x="63" y="626"/>
                  </a:lnTo>
                  <a:lnTo>
                    <a:pt x="78" y="616"/>
                  </a:lnTo>
                  <a:lnTo>
                    <a:pt x="89" y="602"/>
                  </a:lnTo>
                  <a:lnTo>
                    <a:pt x="94" y="582"/>
                  </a:lnTo>
                  <a:lnTo>
                    <a:pt x="94" y="5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6998" name="Freeform 48"/>
            <p:cNvSpPr>
              <a:spLocks/>
            </p:cNvSpPr>
            <p:nvPr/>
          </p:nvSpPr>
          <p:spPr bwMode="auto">
            <a:xfrm>
              <a:off x="868" y="1712"/>
              <a:ext cx="19" cy="364"/>
            </a:xfrm>
            <a:custGeom>
              <a:avLst/>
              <a:gdLst>
                <a:gd name="T0" fmla="*/ 1 w 94"/>
                <a:gd name="T1" fmla="*/ 14 h 1818"/>
                <a:gd name="T2" fmla="*/ 1 w 94"/>
                <a:gd name="T3" fmla="*/ 14 h 1818"/>
                <a:gd name="T4" fmla="*/ 1 w 94"/>
                <a:gd name="T5" fmla="*/ 0 h 1818"/>
                <a:gd name="T6" fmla="*/ 0 w 94"/>
                <a:gd name="T7" fmla="*/ 0 h 1818"/>
                <a:gd name="T8" fmla="*/ 0 w 94"/>
                <a:gd name="T9" fmla="*/ 14 h 1818"/>
                <a:gd name="T10" fmla="*/ 0 w 94"/>
                <a:gd name="T11" fmla="*/ 14 h 1818"/>
                <a:gd name="T12" fmla="*/ 0 w 94"/>
                <a:gd name="T13" fmla="*/ 14 h 1818"/>
                <a:gd name="T14" fmla="*/ 0 w 94"/>
                <a:gd name="T15" fmla="*/ 14 h 1818"/>
                <a:gd name="T16" fmla="*/ 0 w 94"/>
                <a:gd name="T17" fmla="*/ 14 h 1818"/>
                <a:gd name="T18" fmla="*/ 0 w 94"/>
                <a:gd name="T19" fmla="*/ 15 h 1818"/>
                <a:gd name="T20" fmla="*/ 0 w 94"/>
                <a:gd name="T21" fmla="*/ 15 h 1818"/>
                <a:gd name="T22" fmla="*/ 1 w 94"/>
                <a:gd name="T23" fmla="*/ 15 h 1818"/>
                <a:gd name="T24" fmla="*/ 1 w 94"/>
                <a:gd name="T25" fmla="*/ 14 h 1818"/>
                <a:gd name="T26" fmla="*/ 1 w 94"/>
                <a:gd name="T27" fmla="*/ 14 h 1818"/>
                <a:gd name="T28" fmla="*/ 1 w 94"/>
                <a:gd name="T29" fmla="*/ 14 h 1818"/>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94"/>
                <a:gd name="T46" fmla="*/ 0 h 1818"/>
                <a:gd name="T47" fmla="*/ 94 w 94"/>
                <a:gd name="T48" fmla="*/ 1818 h 1818"/>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94" h="1818">
                  <a:moveTo>
                    <a:pt x="94" y="1771"/>
                  </a:moveTo>
                  <a:lnTo>
                    <a:pt x="94" y="1771"/>
                  </a:lnTo>
                  <a:lnTo>
                    <a:pt x="94" y="0"/>
                  </a:lnTo>
                  <a:lnTo>
                    <a:pt x="0" y="0"/>
                  </a:lnTo>
                  <a:lnTo>
                    <a:pt x="0" y="1771"/>
                  </a:lnTo>
                  <a:lnTo>
                    <a:pt x="3" y="1791"/>
                  </a:lnTo>
                  <a:lnTo>
                    <a:pt x="15" y="1806"/>
                  </a:lnTo>
                  <a:lnTo>
                    <a:pt x="29" y="1814"/>
                  </a:lnTo>
                  <a:lnTo>
                    <a:pt x="47" y="1818"/>
                  </a:lnTo>
                  <a:lnTo>
                    <a:pt x="64" y="1814"/>
                  </a:lnTo>
                  <a:lnTo>
                    <a:pt x="79" y="1806"/>
                  </a:lnTo>
                  <a:lnTo>
                    <a:pt x="90" y="1791"/>
                  </a:lnTo>
                  <a:lnTo>
                    <a:pt x="94" y="17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6999" name="Freeform 49"/>
            <p:cNvSpPr>
              <a:spLocks/>
            </p:cNvSpPr>
            <p:nvPr/>
          </p:nvSpPr>
          <p:spPr bwMode="auto">
            <a:xfrm>
              <a:off x="868" y="2067"/>
              <a:ext cx="90" cy="160"/>
            </a:xfrm>
            <a:custGeom>
              <a:avLst/>
              <a:gdLst>
                <a:gd name="T0" fmla="*/ 3 w 449"/>
                <a:gd name="T1" fmla="*/ 6 h 803"/>
                <a:gd name="T2" fmla="*/ 3 w 449"/>
                <a:gd name="T3" fmla="*/ 6 h 803"/>
                <a:gd name="T4" fmla="*/ 3 w 449"/>
                <a:gd name="T5" fmla="*/ 5 h 803"/>
                <a:gd name="T6" fmla="*/ 3 w 449"/>
                <a:gd name="T7" fmla="*/ 5 h 803"/>
                <a:gd name="T8" fmla="*/ 3 w 449"/>
                <a:gd name="T9" fmla="*/ 5 h 803"/>
                <a:gd name="T10" fmla="*/ 2 w 449"/>
                <a:gd name="T11" fmla="*/ 5 h 803"/>
                <a:gd name="T12" fmla="*/ 2 w 449"/>
                <a:gd name="T13" fmla="*/ 4 h 803"/>
                <a:gd name="T14" fmla="*/ 2 w 449"/>
                <a:gd name="T15" fmla="*/ 4 h 803"/>
                <a:gd name="T16" fmla="*/ 2 w 449"/>
                <a:gd name="T17" fmla="*/ 4 h 803"/>
                <a:gd name="T18" fmla="*/ 2 w 449"/>
                <a:gd name="T19" fmla="*/ 3 h 803"/>
                <a:gd name="T20" fmla="*/ 1 w 449"/>
                <a:gd name="T21" fmla="*/ 3 h 803"/>
                <a:gd name="T22" fmla="*/ 1 w 449"/>
                <a:gd name="T23" fmla="*/ 2 h 803"/>
                <a:gd name="T24" fmla="*/ 1 w 449"/>
                <a:gd name="T25" fmla="*/ 2 h 803"/>
                <a:gd name="T26" fmla="*/ 1 w 449"/>
                <a:gd name="T27" fmla="*/ 2 h 803"/>
                <a:gd name="T28" fmla="*/ 1 w 449"/>
                <a:gd name="T29" fmla="*/ 1 h 803"/>
                <a:gd name="T30" fmla="*/ 1 w 449"/>
                <a:gd name="T31" fmla="*/ 1 h 803"/>
                <a:gd name="T32" fmla="*/ 1 w 449"/>
                <a:gd name="T33" fmla="*/ 0 h 803"/>
                <a:gd name="T34" fmla="*/ 1 w 449"/>
                <a:gd name="T35" fmla="*/ 0 h 803"/>
                <a:gd name="T36" fmla="*/ 0 w 449"/>
                <a:gd name="T37" fmla="*/ 0 h 803"/>
                <a:gd name="T38" fmla="*/ 0 w 449"/>
                <a:gd name="T39" fmla="*/ 0 h 803"/>
                <a:gd name="T40" fmla="*/ 0 w 449"/>
                <a:gd name="T41" fmla="*/ 1 h 803"/>
                <a:gd name="T42" fmla="*/ 0 w 449"/>
                <a:gd name="T43" fmla="*/ 1 h 803"/>
                <a:gd name="T44" fmla="*/ 0 w 449"/>
                <a:gd name="T45" fmla="*/ 2 h 803"/>
                <a:gd name="T46" fmla="*/ 0 w 449"/>
                <a:gd name="T47" fmla="*/ 2 h 803"/>
                <a:gd name="T48" fmla="*/ 0 w 449"/>
                <a:gd name="T49" fmla="*/ 3 h 803"/>
                <a:gd name="T50" fmla="*/ 1 w 449"/>
                <a:gd name="T51" fmla="*/ 3 h 803"/>
                <a:gd name="T52" fmla="*/ 1 w 449"/>
                <a:gd name="T53" fmla="*/ 4 h 803"/>
                <a:gd name="T54" fmla="*/ 1 w 449"/>
                <a:gd name="T55" fmla="*/ 4 h 803"/>
                <a:gd name="T56" fmla="*/ 1 w 449"/>
                <a:gd name="T57" fmla="*/ 4 h 803"/>
                <a:gd name="T58" fmla="*/ 2 w 449"/>
                <a:gd name="T59" fmla="*/ 5 h 803"/>
                <a:gd name="T60" fmla="*/ 2 w 449"/>
                <a:gd name="T61" fmla="*/ 5 h 803"/>
                <a:gd name="T62" fmla="*/ 2 w 449"/>
                <a:gd name="T63" fmla="*/ 5 h 803"/>
                <a:gd name="T64" fmla="*/ 2 w 449"/>
                <a:gd name="T65" fmla="*/ 6 h 803"/>
                <a:gd name="T66" fmla="*/ 3 w 449"/>
                <a:gd name="T67" fmla="*/ 6 h 803"/>
                <a:gd name="T68" fmla="*/ 3 w 449"/>
                <a:gd name="T69" fmla="*/ 6 h 803"/>
                <a:gd name="T70" fmla="*/ 3 w 449"/>
                <a:gd name="T71" fmla="*/ 6 h 803"/>
                <a:gd name="T72" fmla="*/ 3 w 449"/>
                <a:gd name="T73" fmla="*/ 6 h 803"/>
                <a:gd name="T74" fmla="*/ 3 w 449"/>
                <a:gd name="T75" fmla="*/ 6 h 803"/>
                <a:gd name="T76" fmla="*/ 3 w 449"/>
                <a:gd name="T77" fmla="*/ 6 h 803"/>
                <a:gd name="T78" fmla="*/ 3 w 449"/>
                <a:gd name="T79" fmla="*/ 6 h 803"/>
                <a:gd name="T80" fmla="*/ 4 w 449"/>
                <a:gd name="T81" fmla="*/ 6 h 803"/>
                <a:gd name="T82" fmla="*/ 4 w 449"/>
                <a:gd name="T83" fmla="*/ 6 h 803"/>
                <a:gd name="T84" fmla="*/ 4 w 449"/>
                <a:gd name="T85" fmla="*/ 6 h 803"/>
                <a:gd name="T86" fmla="*/ 4 w 449"/>
                <a:gd name="T87" fmla="*/ 6 h 803"/>
                <a:gd name="T88" fmla="*/ 3 w 449"/>
                <a:gd name="T89" fmla="*/ 6 h 803"/>
                <a:gd name="T90" fmla="*/ 3 w 449"/>
                <a:gd name="T91" fmla="*/ 6 h 80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449"/>
                <a:gd name="T139" fmla="*/ 0 h 803"/>
                <a:gd name="T140" fmla="*/ 449 w 449"/>
                <a:gd name="T141" fmla="*/ 803 h 80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449" h="803">
                  <a:moveTo>
                    <a:pt x="426" y="717"/>
                  </a:moveTo>
                  <a:lnTo>
                    <a:pt x="427" y="717"/>
                  </a:lnTo>
                  <a:lnTo>
                    <a:pt x="395" y="693"/>
                  </a:lnTo>
                  <a:lnTo>
                    <a:pt x="361" y="662"/>
                  </a:lnTo>
                  <a:lnTo>
                    <a:pt x="329" y="628"/>
                  </a:lnTo>
                  <a:lnTo>
                    <a:pt x="299" y="591"/>
                  </a:lnTo>
                  <a:lnTo>
                    <a:pt x="269" y="551"/>
                  </a:lnTo>
                  <a:lnTo>
                    <a:pt x="241" y="507"/>
                  </a:lnTo>
                  <a:lnTo>
                    <a:pt x="215" y="460"/>
                  </a:lnTo>
                  <a:lnTo>
                    <a:pt x="191" y="412"/>
                  </a:lnTo>
                  <a:lnTo>
                    <a:pt x="170" y="363"/>
                  </a:lnTo>
                  <a:lnTo>
                    <a:pt x="151" y="312"/>
                  </a:lnTo>
                  <a:lnTo>
                    <a:pt x="133" y="259"/>
                  </a:lnTo>
                  <a:lnTo>
                    <a:pt x="119" y="207"/>
                  </a:lnTo>
                  <a:lnTo>
                    <a:pt x="108" y="156"/>
                  </a:lnTo>
                  <a:lnTo>
                    <a:pt x="101" y="103"/>
                  </a:lnTo>
                  <a:lnTo>
                    <a:pt x="96" y="51"/>
                  </a:lnTo>
                  <a:lnTo>
                    <a:pt x="94" y="0"/>
                  </a:lnTo>
                  <a:lnTo>
                    <a:pt x="0" y="0"/>
                  </a:lnTo>
                  <a:lnTo>
                    <a:pt x="2" y="56"/>
                  </a:lnTo>
                  <a:lnTo>
                    <a:pt x="7" y="115"/>
                  </a:lnTo>
                  <a:lnTo>
                    <a:pt x="16" y="172"/>
                  </a:lnTo>
                  <a:lnTo>
                    <a:pt x="28" y="231"/>
                  </a:lnTo>
                  <a:lnTo>
                    <a:pt x="44" y="287"/>
                  </a:lnTo>
                  <a:lnTo>
                    <a:pt x="62" y="342"/>
                  </a:lnTo>
                  <a:lnTo>
                    <a:pt x="83" y="398"/>
                  </a:lnTo>
                  <a:lnTo>
                    <a:pt x="106" y="452"/>
                  </a:lnTo>
                  <a:lnTo>
                    <a:pt x="133" y="505"/>
                  </a:lnTo>
                  <a:lnTo>
                    <a:pt x="161" y="554"/>
                  </a:lnTo>
                  <a:lnTo>
                    <a:pt x="192" y="602"/>
                  </a:lnTo>
                  <a:lnTo>
                    <a:pt x="224" y="647"/>
                  </a:lnTo>
                  <a:lnTo>
                    <a:pt x="259" y="689"/>
                  </a:lnTo>
                  <a:lnTo>
                    <a:pt x="295" y="728"/>
                  </a:lnTo>
                  <a:lnTo>
                    <a:pt x="334" y="763"/>
                  </a:lnTo>
                  <a:lnTo>
                    <a:pt x="374" y="795"/>
                  </a:lnTo>
                  <a:lnTo>
                    <a:pt x="375" y="795"/>
                  </a:lnTo>
                  <a:lnTo>
                    <a:pt x="374" y="795"/>
                  </a:lnTo>
                  <a:lnTo>
                    <a:pt x="392" y="803"/>
                  </a:lnTo>
                  <a:lnTo>
                    <a:pt x="411" y="803"/>
                  </a:lnTo>
                  <a:lnTo>
                    <a:pt x="426" y="795"/>
                  </a:lnTo>
                  <a:lnTo>
                    <a:pt x="439" y="782"/>
                  </a:lnTo>
                  <a:lnTo>
                    <a:pt x="446" y="766"/>
                  </a:lnTo>
                  <a:lnTo>
                    <a:pt x="449" y="749"/>
                  </a:lnTo>
                  <a:lnTo>
                    <a:pt x="441" y="732"/>
                  </a:lnTo>
                  <a:lnTo>
                    <a:pt x="427" y="717"/>
                  </a:lnTo>
                  <a:lnTo>
                    <a:pt x="426" y="71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7000" name="Freeform 50"/>
            <p:cNvSpPr>
              <a:spLocks/>
            </p:cNvSpPr>
            <p:nvPr/>
          </p:nvSpPr>
          <p:spPr bwMode="auto">
            <a:xfrm>
              <a:off x="883" y="1673"/>
              <a:ext cx="379" cy="690"/>
            </a:xfrm>
            <a:custGeom>
              <a:avLst/>
              <a:gdLst>
                <a:gd name="T0" fmla="*/ 12 w 1897"/>
                <a:gd name="T1" fmla="*/ 6 h 3450"/>
                <a:gd name="T2" fmla="*/ 13 w 1897"/>
                <a:gd name="T3" fmla="*/ 7 h 3450"/>
                <a:gd name="T4" fmla="*/ 13 w 1897"/>
                <a:gd name="T5" fmla="*/ 7 h 3450"/>
                <a:gd name="T6" fmla="*/ 14 w 1897"/>
                <a:gd name="T7" fmla="*/ 8 h 3450"/>
                <a:gd name="T8" fmla="*/ 14 w 1897"/>
                <a:gd name="T9" fmla="*/ 9 h 3450"/>
                <a:gd name="T10" fmla="*/ 15 w 1897"/>
                <a:gd name="T11" fmla="*/ 10 h 3450"/>
                <a:gd name="T12" fmla="*/ 15 w 1897"/>
                <a:gd name="T13" fmla="*/ 11 h 3450"/>
                <a:gd name="T14" fmla="*/ 15 w 1897"/>
                <a:gd name="T15" fmla="*/ 11 h 3450"/>
                <a:gd name="T16" fmla="*/ 15 w 1897"/>
                <a:gd name="T17" fmla="*/ 12 h 3450"/>
                <a:gd name="T18" fmla="*/ 15 w 1897"/>
                <a:gd name="T19" fmla="*/ 26 h 3450"/>
                <a:gd name="T20" fmla="*/ 15 w 1897"/>
                <a:gd name="T21" fmla="*/ 26 h 3450"/>
                <a:gd name="T22" fmla="*/ 15 w 1897"/>
                <a:gd name="T23" fmla="*/ 27 h 3450"/>
                <a:gd name="T24" fmla="*/ 15 w 1897"/>
                <a:gd name="T25" fmla="*/ 27 h 3450"/>
                <a:gd name="T26" fmla="*/ 14 w 1897"/>
                <a:gd name="T27" fmla="*/ 27 h 3450"/>
                <a:gd name="T28" fmla="*/ 14 w 1897"/>
                <a:gd name="T29" fmla="*/ 28 h 3450"/>
                <a:gd name="T30" fmla="*/ 13 w 1897"/>
                <a:gd name="T31" fmla="*/ 28 h 3450"/>
                <a:gd name="T32" fmla="*/ 13 w 1897"/>
                <a:gd name="T33" fmla="*/ 27 h 3450"/>
                <a:gd name="T34" fmla="*/ 3 w 1897"/>
                <a:gd name="T35" fmla="*/ 21 h 3450"/>
                <a:gd name="T36" fmla="*/ 2 w 1897"/>
                <a:gd name="T37" fmla="*/ 21 h 3450"/>
                <a:gd name="T38" fmla="*/ 2 w 1897"/>
                <a:gd name="T39" fmla="*/ 20 h 3450"/>
                <a:gd name="T40" fmla="*/ 1 w 1897"/>
                <a:gd name="T41" fmla="*/ 19 h 3450"/>
                <a:gd name="T42" fmla="*/ 1 w 1897"/>
                <a:gd name="T43" fmla="*/ 19 h 3450"/>
                <a:gd name="T44" fmla="*/ 0 w 1897"/>
                <a:gd name="T45" fmla="*/ 18 h 3450"/>
                <a:gd name="T46" fmla="*/ 0 w 1897"/>
                <a:gd name="T47" fmla="*/ 17 h 3450"/>
                <a:gd name="T48" fmla="*/ 0 w 1897"/>
                <a:gd name="T49" fmla="*/ 16 h 3450"/>
                <a:gd name="T50" fmla="*/ 0 w 1897"/>
                <a:gd name="T51" fmla="*/ 15 h 3450"/>
                <a:gd name="T52" fmla="*/ 0 w 1897"/>
                <a:gd name="T53" fmla="*/ 2 h 3450"/>
                <a:gd name="T54" fmla="*/ 0 w 1897"/>
                <a:gd name="T55" fmla="*/ 1 h 3450"/>
                <a:gd name="T56" fmla="*/ 0 w 1897"/>
                <a:gd name="T57" fmla="*/ 1 h 3450"/>
                <a:gd name="T58" fmla="*/ 1 w 1897"/>
                <a:gd name="T59" fmla="*/ 0 h 3450"/>
                <a:gd name="T60" fmla="*/ 1 w 1897"/>
                <a:gd name="T61" fmla="*/ 0 h 3450"/>
                <a:gd name="T62" fmla="*/ 1 w 1897"/>
                <a:gd name="T63" fmla="*/ 0 h 3450"/>
                <a:gd name="T64" fmla="*/ 2 w 1897"/>
                <a:gd name="T65" fmla="*/ 0 h 3450"/>
                <a:gd name="T66" fmla="*/ 3 w 1897"/>
                <a:gd name="T67" fmla="*/ 0 h 3450"/>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897"/>
                <a:gd name="T103" fmla="*/ 0 h 3450"/>
                <a:gd name="T104" fmla="*/ 1897 w 1897"/>
                <a:gd name="T105" fmla="*/ 3450 h 3450"/>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897" h="3450">
                  <a:moveTo>
                    <a:pt x="357" y="49"/>
                  </a:moveTo>
                  <a:lnTo>
                    <a:pt x="1542" y="806"/>
                  </a:lnTo>
                  <a:lnTo>
                    <a:pt x="1579" y="832"/>
                  </a:lnTo>
                  <a:lnTo>
                    <a:pt x="1614" y="861"/>
                  </a:lnTo>
                  <a:lnTo>
                    <a:pt x="1648" y="895"/>
                  </a:lnTo>
                  <a:lnTo>
                    <a:pt x="1681" y="933"/>
                  </a:lnTo>
                  <a:lnTo>
                    <a:pt x="1711" y="973"/>
                  </a:lnTo>
                  <a:lnTo>
                    <a:pt x="1740" y="1016"/>
                  </a:lnTo>
                  <a:lnTo>
                    <a:pt x="1768" y="1062"/>
                  </a:lnTo>
                  <a:lnTo>
                    <a:pt x="1793" y="1109"/>
                  </a:lnTo>
                  <a:lnTo>
                    <a:pt x="1816" y="1158"/>
                  </a:lnTo>
                  <a:lnTo>
                    <a:pt x="1836" y="1208"/>
                  </a:lnTo>
                  <a:lnTo>
                    <a:pt x="1854" y="1260"/>
                  </a:lnTo>
                  <a:lnTo>
                    <a:pt x="1869" y="1313"/>
                  </a:lnTo>
                  <a:lnTo>
                    <a:pt x="1881" y="1364"/>
                  </a:lnTo>
                  <a:lnTo>
                    <a:pt x="1890" y="1417"/>
                  </a:lnTo>
                  <a:lnTo>
                    <a:pt x="1895" y="1469"/>
                  </a:lnTo>
                  <a:lnTo>
                    <a:pt x="1897" y="1519"/>
                  </a:lnTo>
                  <a:lnTo>
                    <a:pt x="1897" y="3142"/>
                  </a:lnTo>
                  <a:lnTo>
                    <a:pt x="1895" y="3190"/>
                  </a:lnTo>
                  <a:lnTo>
                    <a:pt x="1890" y="3235"/>
                  </a:lnTo>
                  <a:lnTo>
                    <a:pt x="1881" y="3276"/>
                  </a:lnTo>
                  <a:lnTo>
                    <a:pt x="1869" y="3313"/>
                  </a:lnTo>
                  <a:lnTo>
                    <a:pt x="1854" y="3346"/>
                  </a:lnTo>
                  <a:lnTo>
                    <a:pt x="1836" y="3375"/>
                  </a:lnTo>
                  <a:lnTo>
                    <a:pt x="1816" y="3398"/>
                  </a:lnTo>
                  <a:lnTo>
                    <a:pt x="1793" y="3418"/>
                  </a:lnTo>
                  <a:lnTo>
                    <a:pt x="1768" y="3434"/>
                  </a:lnTo>
                  <a:lnTo>
                    <a:pt x="1740" y="3444"/>
                  </a:lnTo>
                  <a:lnTo>
                    <a:pt x="1711" y="3450"/>
                  </a:lnTo>
                  <a:lnTo>
                    <a:pt x="1681" y="3450"/>
                  </a:lnTo>
                  <a:lnTo>
                    <a:pt x="1648" y="3445"/>
                  </a:lnTo>
                  <a:lnTo>
                    <a:pt x="1614" y="3436"/>
                  </a:lnTo>
                  <a:lnTo>
                    <a:pt x="1579" y="3421"/>
                  </a:lnTo>
                  <a:lnTo>
                    <a:pt x="1542" y="3400"/>
                  </a:lnTo>
                  <a:lnTo>
                    <a:pt x="357" y="2643"/>
                  </a:lnTo>
                  <a:lnTo>
                    <a:pt x="320" y="2618"/>
                  </a:lnTo>
                  <a:lnTo>
                    <a:pt x="285" y="2588"/>
                  </a:lnTo>
                  <a:lnTo>
                    <a:pt x="251" y="2554"/>
                  </a:lnTo>
                  <a:lnTo>
                    <a:pt x="218" y="2517"/>
                  </a:lnTo>
                  <a:lnTo>
                    <a:pt x="187" y="2477"/>
                  </a:lnTo>
                  <a:lnTo>
                    <a:pt x="157" y="2433"/>
                  </a:lnTo>
                  <a:lnTo>
                    <a:pt x="130" y="2388"/>
                  </a:lnTo>
                  <a:lnTo>
                    <a:pt x="105" y="2341"/>
                  </a:lnTo>
                  <a:lnTo>
                    <a:pt x="81" y="2292"/>
                  </a:lnTo>
                  <a:lnTo>
                    <a:pt x="61" y="2241"/>
                  </a:lnTo>
                  <a:lnTo>
                    <a:pt x="44" y="2190"/>
                  </a:lnTo>
                  <a:lnTo>
                    <a:pt x="29" y="2138"/>
                  </a:lnTo>
                  <a:lnTo>
                    <a:pt x="17" y="2085"/>
                  </a:lnTo>
                  <a:lnTo>
                    <a:pt x="7" y="2033"/>
                  </a:lnTo>
                  <a:lnTo>
                    <a:pt x="3" y="1981"/>
                  </a:lnTo>
                  <a:lnTo>
                    <a:pt x="0" y="1931"/>
                  </a:lnTo>
                  <a:lnTo>
                    <a:pt x="0" y="308"/>
                  </a:lnTo>
                  <a:lnTo>
                    <a:pt x="3" y="260"/>
                  </a:lnTo>
                  <a:lnTo>
                    <a:pt x="7" y="215"/>
                  </a:lnTo>
                  <a:lnTo>
                    <a:pt x="17" y="174"/>
                  </a:lnTo>
                  <a:lnTo>
                    <a:pt x="29" y="137"/>
                  </a:lnTo>
                  <a:lnTo>
                    <a:pt x="44" y="104"/>
                  </a:lnTo>
                  <a:lnTo>
                    <a:pt x="61" y="76"/>
                  </a:lnTo>
                  <a:lnTo>
                    <a:pt x="81" y="51"/>
                  </a:lnTo>
                  <a:lnTo>
                    <a:pt x="105" y="31"/>
                  </a:lnTo>
                  <a:lnTo>
                    <a:pt x="130" y="16"/>
                  </a:lnTo>
                  <a:lnTo>
                    <a:pt x="157" y="5"/>
                  </a:lnTo>
                  <a:lnTo>
                    <a:pt x="187" y="0"/>
                  </a:lnTo>
                  <a:lnTo>
                    <a:pt x="218" y="0"/>
                  </a:lnTo>
                  <a:lnTo>
                    <a:pt x="251" y="3"/>
                  </a:lnTo>
                  <a:lnTo>
                    <a:pt x="285" y="14"/>
                  </a:lnTo>
                  <a:lnTo>
                    <a:pt x="320" y="29"/>
                  </a:lnTo>
                  <a:lnTo>
                    <a:pt x="357" y="49"/>
                  </a:lnTo>
                  <a:close/>
                </a:path>
              </a:pathLst>
            </a:custGeom>
            <a:solidFill>
              <a:srgbClr val="BFBFB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7001" name="Freeform 51"/>
            <p:cNvSpPr>
              <a:spLocks/>
            </p:cNvSpPr>
            <p:nvPr/>
          </p:nvSpPr>
          <p:spPr bwMode="auto">
            <a:xfrm>
              <a:off x="1268" y="1663"/>
              <a:ext cx="393" cy="711"/>
            </a:xfrm>
            <a:custGeom>
              <a:avLst/>
              <a:gdLst>
                <a:gd name="T0" fmla="*/ 3 w 1962"/>
                <a:gd name="T1" fmla="*/ 7 h 3555"/>
                <a:gd name="T2" fmla="*/ 2 w 1962"/>
                <a:gd name="T3" fmla="*/ 7 h 3555"/>
                <a:gd name="T4" fmla="*/ 2 w 1962"/>
                <a:gd name="T5" fmla="*/ 8 h 3555"/>
                <a:gd name="T6" fmla="*/ 1 w 1962"/>
                <a:gd name="T7" fmla="*/ 8 h 3555"/>
                <a:gd name="T8" fmla="*/ 1 w 1962"/>
                <a:gd name="T9" fmla="*/ 9 h 3555"/>
                <a:gd name="T10" fmla="*/ 1 w 1962"/>
                <a:gd name="T11" fmla="*/ 10 h 3555"/>
                <a:gd name="T12" fmla="*/ 0 w 1962"/>
                <a:gd name="T13" fmla="*/ 11 h 3555"/>
                <a:gd name="T14" fmla="*/ 0 w 1962"/>
                <a:gd name="T15" fmla="*/ 12 h 3555"/>
                <a:gd name="T16" fmla="*/ 0 w 1962"/>
                <a:gd name="T17" fmla="*/ 13 h 3555"/>
                <a:gd name="T18" fmla="*/ 0 w 1962"/>
                <a:gd name="T19" fmla="*/ 26 h 3555"/>
                <a:gd name="T20" fmla="*/ 0 w 1962"/>
                <a:gd name="T21" fmla="*/ 27 h 3555"/>
                <a:gd name="T22" fmla="*/ 0 w 1962"/>
                <a:gd name="T23" fmla="*/ 28 h 3555"/>
                <a:gd name="T24" fmla="*/ 1 w 1962"/>
                <a:gd name="T25" fmla="*/ 28 h 3555"/>
                <a:gd name="T26" fmla="*/ 1 w 1962"/>
                <a:gd name="T27" fmla="*/ 28 h 3555"/>
                <a:gd name="T28" fmla="*/ 2 w 1962"/>
                <a:gd name="T29" fmla="*/ 28 h 3555"/>
                <a:gd name="T30" fmla="*/ 2 w 1962"/>
                <a:gd name="T31" fmla="*/ 28 h 3555"/>
                <a:gd name="T32" fmla="*/ 3 w 1962"/>
                <a:gd name="T33" fmla="*/ 28 h 3555"/>
                <a:gd name="T34" fmla="*/ 13 w 1962"/>
                <a:gd name="T35" fmla="*/ 22 h 3555"/>
                <a:gd name="T36" fmla="*/ 13 w 1962"/>
                <a:gd name="T37" fmla="*/ 21 h 3555"/>
                <a:gd name="T38" fmla="*/ 14 w 1962"/>
                <a:gd name="T39" fmla="*/ 21 h 3555"/>
                <a:gd name="T40" fmla="*/ 14 w 1962"/>
                <a:gd name="T41" fmla="*/ 20 h 3555"/>
                <a:gd name="T42" fmla="*/ 15 w 1962"/>
                <a:gd name="T43" fmla="*/ 19 h 3555"/>
                <a:gd name="T44" fmla="*/ 15 w 1962"/>
                <a:gd name="T45" fmla="*/ 18 h 3555"/>
                <a:gd name="T46" fmla="*/ 16 w 1962"/>
                <a:gd name="T47" fmla="*/ 18 h 3555"/>
                <a:gd name="T48" fmla="*/ 16 w 1962"/>
                <a:gd name="T49" fmla="*/ 17 h 3555"/>
                <a:gd name="T50" fmla="*/ 16 w 1962"/>
                <a:gd name="T51" fmla="*/ 16 h 3555"/>
                <a:gd name="T52" fmla="*/ 16 w 1962"/>
                <a:gd name="T53" fmla="*/ 2 h 3555"/>
                <a:gd name="T54" fmla="*/ 16 w 1962"/>
                <a:gd name="T55" fmla="*/ 1 h 3555"/>
                <a:gd name="T56" fmla="*/ 15 w 1962"/>
                <a:gd name="T57" fmla="*/ 1 h 3555"/>
                <a:gd name="T58" fmla="*/ 15 w 1962"/>
                <a:gd name="T59" fmla="*/ 0 h 3555"/>
                <a:gd name="T60" fmla="*/ 15 w 1962"/>
                <a:gd name="T61" fmla="*/ 0 h 3555"/>
                <a:gd name="T62" fmla="*/ 14 w 1962"/>
                <a:gd name="T63" fmla="*/ 0 h 3555"/>
                <a:gd name="T64" fmla="*/ 14 w 1962"/>
                <a:gd name="T65" fmla="*/ 0 h 3555"/>
                <a:gd name="T66" fmla="*/ 13 w 1962"/>
                <a:gd name="T67" fmla="*/ 0 h 3555"/>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962"/>
                <a:gd name="T103" fmla="*/ 0 h 3555"/>
                <a:gd name="T104" fmla="*/ 1962 w 1962"/>
                <a:gd name="T105" fmla="*/ 3555 h 3555"/>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962" h="3555">
                  <a:moveTo>
                    <a:pt x="1594" y="50"/>
                  </a:moveTo>
                  <a:lnTo>
                    <a:pt x="368" y="831"/>
                  </a:lnTo>
                  <a:lnTo>
                    <a:pt x="330" y="858"/>
                  </a:lnTo>
                  <a:lnTo>
                    <a:pt x="294" y="888"/>
                  </a:lnTo>
                  <a:lnTo>
                    <a:pt x="259" y="922"/>
                  </a:lnTo>
                  <a:lnTo>
                    <a:pt x="225" y="961"/>
                  </a:lnTo>
                  <a:lnTo>
                    <a:pt x="193" y="1003"/>
                  </a:lnTo>
                  <a:lnTo>
                    <a:pt x="163" y="1047"/>
                  </a:lnTo>
                  <a:lnTo>
                    <a:pt x="133" y="1094"/>
                  </a:lnTo>
                  <a:lnTo>
                    <a:pt x="108" y="1143"/>
                  </a:lnTo>
                  <a:lnTo>
                    <a:pt x="84" y="1193"/>
                  </a:lnTo>
                  <a:lnTo>
                    <a:pt x="63" y="1246"/>
                  </a:lnTo>
                  <a:lnTo>
                    <a:pt x="44" y="1299"/>
                  </a:lnTo>
                  <a:lnTo>
                    <a:pt x="29" y="1353"/>
                  </a:lnTo>
                  <a:lnTo>
                    <a:pt x="16" y="1405"/>
                  </a:lnTo>
                  <a:lnTo>
                    <a:pt x="7" y="1459"/>
                  </a:lnTo>
                  <a:lnTo>
                    <a:pt x="2" y="1512"/>
                  </a:lnTo>
                  <a:lnTo>
                    <a:pt x="0" y="1565"/>
                  </a:lnTo>
                  <a:lnTo>
                    <a:pt x="0" y="3237"/>
                  </a:lnTo>
                  <a:lnTo>
                    <a:pt x="2" y="3287"/>
                  </a:lnTo>
                  <a:lnTo>
                    <a:pt x="7" y="3333"/>
                  </a:lnTo>
                  <a:lnTo>
                    <a:pt x="16" y="3375"/>
                  </a:lnTo>
                  <a:lnTo>
                    <a:pt x="29" y="3413"/>
                  </a:lnTo>
                  <a:lnTo>
                    <a:pt x="44" y="3447"/>
                  </a:lnTo>
                  <a:lnTo>
                    <a:pt x="63" y="3477"/>
                  </a:lnTo>
                  <a:lnTo>
                    <a:pt x="84" y="3502"/>
                  </a:lnTo>
                  <a:lnTo>
                    <a:pt x="108" y="3522"/>
                  </a:lnTo>
                  <a:lnTo>
                    <a:pt x="133" y="3538"/>
                  </a:lnTo>
                  <a:lnTo>
                    <a:pt x="163" y="3549"/>
                  </a:lnTo>
                  <a:lnTo>
                    <a:pt x="193" y="3555"/>
                  </a:lnTo>
                  <a:lnTo>
                    <a:pt x="225" y="3555"/>
                  </a:lnTo>
                  <a:lnTo>
                    <a:pt x="259" y="3550"/>
                  </a:lnTo>
                  <a:lnTo>
                    <a:pt x="294" y="3541"/>
                  </a:lnTo>
                  <a:lnTo>
                    <a:pt x="330" y="3524"/>
                  </a:lnTo>
                  <a:lnTo>
                    <a:pt x="368" y="3503"/>
                  </a:lnTo>
                  <a:lnTo>
                    <a:pt x="1594" y="2722"/>
                  </a:lnTo>
                  <a:lnTo>
                    <a:pt x="1632" y="2696"/>
                  </a:lnTo>
                  <a:lnTo>
                    <a:pt x="1668" y="2665"/>
                  </a:lnTo>
                  <a:lnTo>
                    <a:pt x="1703" y="2631"/>
                  </a:lnTo>
                  <a:lnTo>
                    <a:pt x="1737" y="2592"/>
                  </a:lnTo>
                  <a:lnTo>
                    <a:pt x="1769" y="2551"/>
                  </a:lnTo>
                  <a:lnTo>
                    <a:pt x="1799" y="2506"/>
                  </a:lnTo>
                  <a:lnTo>
                    <a:pt x="1829" y="2460"/>
                  </a:lnTo>
                  <a:lnTo>
                    <a:pt x="1854" y="2411"/>
                  </a:lnTo>
                  <a:lnTo>
                    <a:pt x="1878" y="2361"/>
                  </a:lnTo>
                  <a:lnTo>
                    <a:pt x="1899" y="2308"/>
                  </a:lnTo>
                  <a:lnTo>
                    <a:pt x="1918" y="2256"/>
                  </a:lnTo>
                  <a:lnTo>
                    <a:pt x="1933" y="2202"/>
                  </a:lnTo>
                  <a:lnTo>
                    <a:pt x="1946" y="2149"/>
                  </a:lnTo>
                  <a:lnTo>
                    <a:pt x="1955" y="2095"/>
                  </a:lnTo>
                  <a:lnTo>
                    <a:pt x="1960" y="2042"/>
                  </a:lnTo>
                  <a:lnTo>
                    <a:pt x="1962" y="1989"/>
                  </a:lnTo>
                  <a:lnTo>
                    <a:pt x="1962" y="319"/>
                  </a:lnTo>
                  <a:lnTo>
                    <a:pt x="1960" y="269"/>
                  </a:lnTo>
                  <a:lnTo>
                    <a:pt x="1955" y="223"/>
                  </a:lnTo>
                  <a:lnTo>
                    <a:pt x="1946" y="180"/>
                  </a:lnTo>
                  <a:lnTo>
                    <a:pt x="1933" y="143"/>
                  </a:lnTo>
                  <a:lnTo>
                    <a:pt x="1918" y="109"/>
                  </a:lnTo>
                  <a:lnTo>
                    <a:pt x="1899" y="79"/>
                  </a:lnTo>
                  <a:lnTo>
                    <a:pt x="1878" y="54"/>
                  </a:lnTo>
                  <a:lnTo>
                    <a:pt x="1854" y="33"/>
                  </a:lnTo>
                  <a:lnTo>
                    <a:pt x="1829" y="17"/>
                  </a:lnTo>
                  <a:lnTo>
                    <a:pt x="1799" y="7"/>
                  </a:lnTo>
                  <a:lnTo>
                    <a:pt x="1769" y="0"/>
                  </a:lnTo>
                  <a:lnTo>
                    <a:pt x="1737" y="0"/>
                  </a:lnTo>
                  <a:lnTo>
                    <a:pt x="1703" y="4"/>
                  </a:lnTo>
                  <a:lnTo>
                    <a:pt x="1668" y="14"/>
                  </a:lnTo>
                  <a:lnTo>
                    <a:pt x="1632" y="29"/>
                  </a:lnTo>
                  <a:lnTo>
                    <a:pt x="1594" y="50"/>
                  </a:lnTo>
                  <a:close/>
                </a:path>
              </a:pathLst>
            </a:custGeom>
            <a:solidFill>
              <a:srgbClr val="E5E5E5"/>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7002" name="Freeform 52"/>
            <p:cNvSpPr>
              <a:spLocks noEditPoints="1"/>
            </p:cNvSpPr>
            <p:nvPr/>
          </p:nvSpPr>
          <p:spPr bwMode="auto">
            <a:xfrm>
              <a:off x="916" y="1589"/>
              <a:ext cx="697" cy="698"/>
            </a:xfrm>
            <a:custGeom>
              <a:avLst/>
              <a:gdLst>
                <a:gd name="T0" fmla="*/ 16 w 3485"/>
                <a:gd name="T1" fmla="*/ 0 h 3490"/>
                <a:gd name="T2" fmla="*/ 17 w 3485"/>
                <a:gd name="T3" fmla="*/ 2 h 3490"/>
                <a:gd name="T4" fmla="*/ 17 w 3485"/>
                <a:gd name="T5" fmla="*/ 3 h 3490"/>
                <a:gd name="T6" fmla="*/ 14 w 3485"/>
                <a:gd name="T7" fmla="*/ 4 h 3490"/>
                <a:gd name="T8" fmla="*/ 12 w 3485"/>
                <a:gd name="T9" fmla="*/ 4 h 3490"/>
                <a:gd name="T10" fmla="*/ 11 w 3485"/>
                <a:gd name="T11" fmla="*/ 2 h 3490"/>
                <a:gd name="T12" fmla="*/ 11 w 3485"/>
                <a:gd name="T13" fmla="*/ 1 h 3490"/>
                <a:gd name="T14" fmla="*/ 14 w 3485"/>
                <a:gd name="T15" fmla="*/ 0 h 3490"/>
                <a:gd name="T16" fmla="*/ 3 w 3485"/>
                <a:gd name="T17" fmla="*/ 7 h 3490"/>
                <a:gd name="T18" fmla="*/ 4 w 3485"/>
                <a:gd name="T19" fmla="*/ 9 h 3490"/>
                <a:gd name="T20" fmla="*/ 3 w 3485"/>
                <a:gd name="T21" fmla="*/ 12 h 3490"/>
                <a:gd name="T22" fmla="*/ 2 w 3485"/>
                <a:gd name="T23" fmla="*/ 13 h 3490"/>
                <a:gd name="T24" fmla="*/ 1 w 3485"/>
                <a:gd name="T25" fmla="*/ 12 h 3490"/>
                <a:gd name="T26" fmla="*/ 0 w 3485"/>
                <a:gd name="T27" fmla="*/ 10 h 3490"/>
                <a:gd name="T28" fmla="*/ 0 w 3485"/>
                <a:gd name="T29" fmla="*/ 8 h 3490"/>
                <a:gd name="T30" fmla="*/ 2 w 3485"/>
                <a:gd name="T31" fmla="*/ 6 h 3490"/>
                <a:gd name="T32" fmla="*/ 10 w 3485"/>
                <a:gd name="T33" fmla="*/ 20 h 3490"/>
                <a:gd name="T34" fmla="*/ 11 w 3485"/>
                <a:gd name="T35" fmla="*/ 22 h 3490"/>
                <a:gd name="T36" fmla="*/ 11 w 3485"/>
                <a:gd name="T37" fmla="*/ 25 h 3490"/>
                <a:gd name="T38" fmla="*/ 10 w 3485"/>
                <a:gd name="T39" fmla="*/ 27 h 3490"/>
                <a:gd name="T40" fmla="*/ 8 w 3485"/>
                <a:gd name="T41" fmla="*/ 26 h 3490"/>
                <a:gd name="T42" fmla="*/ 7 w 3485"/>
                <a:gd name="T43" fmla="*/ 24 h 3490"/>
                <a:gd name="T44" fmla="*/ 7 w 3485"/>
                <a:gd name="T45" fmla="*/ 22 h 3490"/>
                <a:gd name="T46" fmla="*/ 8 w 3485"/>
                <a:gd name="T47" fmla="*/ 20 h 3490"/>
                <a:gd name="T48" fmla="*/ 20 w 3485"/>
                <a:gd name="T49" fmla="*/ 21 h 3490"/>
                <a:gd name="T50" fmla="*/ 21 w 3485"/>
                <a:gd name="T51" fmla="*/ 23 h 3490"/>
                <a:gd name="T52" fmla="*/ 21 w 3485"/>
                <a:gd name="T53" fmla="*/ 26 h 3490"/>
                <a:gd name="T54" fmla="*/ 20 w 3485"/>
                <a:gd name="T55" fmla="*/ 28 h 3490"/>
                <a:gd name="T56" fmla="*/ 18 w 3485"/>
                <a:gd name="T57" fmla="*/ 28 h 3490"/>
                <a:gd name="T58" fmla="*/ 17 w 3485"/>
                <a:gd name="T59" fmla="*/ 26 h 3490"/>
                <a:gd name="T60" fmla="*/ 17 w 3485"/>
                <a:gd name="T61" fmla="*/ 23 h 3490"/>
                <a:gd name="T62" fmla="*/ 18 w 3485"/>
                <a:gd name="T63" fmla="*/ 21 h 3490"/>
                <a:gd name="T64" fmla="*/ 19 w 3485"/>
                <a:gd name="T65" fmla="*/ 11 h 3490"/>
                <a:gd name="T66" fmla="*/ 20 w 3485"/>
                <a:gd name="T67" fmla="*/ 13 h 3490"/>
                <a:gd name="T68" fmla="*/ 21 w 3485"/>
                <a:gd name="T69" fmla="*/ 15 h 3490"/>
                <a:gd name="T70" fmla="*/ 20 w 3485"/>
                <a:gd name="T71" fmla="*/ 17 h 3490"/>
                <a:gd name="T72" fmla="*/ 18 w 3485"/>
                <a:gd name="T73" fmla="*/ 17 h 3490"/>
                <a:gd name="T74" fmla="*/ 17 w 3485"/>
                <a:gd name="T75" fmla="*/ 16 h 3490"/>
                <a:gd name="T76" fmla="*/ 17 w 3485"/>
                <a:gd name="T77" fmla="*/ 13 h 3490"/>
                <a:gd name="T78" fmla="*/ 18 w 3485"/>
                <a:gd name="T79" fmla="*/ 11 h 3490"/>
                <a:gd name="T80" fmla="*/ 26 w 3485"/>
                <a:gd name="T81" fmla="*/ 7 h 3490"/>
                <a:gd name="T82" fmla="*/ 27 w 3485"/>
                <a:gd name="T83" fmla="*/ 8 h 3490"/>
                <a:gd name="T84" fmla="*/ 27 w 3485"/>
                <a:gd name="T85" fmla="*/ 11 h 3490"/>
                <a:gd name="T86" fmla="*/ 26 w 3485"/>
                <a:gd name="T87" fmla="*/ 13 h 3490"/>
                <a:gd name="T88" fmla="*/ 25 w 3485"/>
                <a:gd name="T89" fmla="*/ 13 h 3490"/>
                <a:gd name="T90" fmla="*/ 24 w 3485"/>
                <a:gd name="T91" fmla="*/ 12 h 3490"/>
                <a:gd name="T92" fmla="*/ 24 w 3485"/>
                <a:gd name="T93" fmla="*/ 9 h 3490"/>
                <a:gd name="T94" fmla="*/ 24 w 3485"/>
                <a:gd name="T95" fmla="*/ 7 h 3490"/>
                <a:gd name="T96" fmla="*/ 26 w 3485"/>
                <a:gd name="T97" fmla="*/ 17 h 3490"/>
                <a:gd name="T98" fmla="*/ 27 w 3485"/>
                <a:gd name="T99" fmla="*/ 18 h 3490"/>
                <a:gd name="T100" fmla="*/ 28 w 3485"/>
                <a:gd name="T101" fmla="*/ 21 h 3490"/>
                <a:gd name="T102" fmla="*/ 27 w 3485"/>
                <a:gd name="T103" fmla="*/ 23 h 3490"/>
                <a:gd name="T104" fmla="*/ 26 w 3485"/>
                <a:gd name="T105" fmla="*/ 24 h 3490"/>
                <a:gd name="T106" fmla="*/ 24 w 3485"/>
                <a:gd name="T107" fmla="*/ 23 h 3490"/>
                <a:gd name="T108" fmla="*/ 24 w 3485"/>
                <a:gd name="T109" fmla="*/ 20 h 3490"/>
                <a:gd name="T110" fmla="*/ 25 w 3485"/>
                <a:gd name="T111" fmla="*/ 18 h 3490"/>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w 3485"/>
                <a:gd name="T169" fmla="*/ 0 h 3490"/>
                <a:gd name="T170" fmla="*/ 3485 w 3485"/>
                <a:gd name="T171" fmla="*/ 3490 h 3490"/>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T168" t="T169" r="T170" b="T171"/>
              <a:pathLst>
                <a:path w="3485" h="3490">
                  <a:moveTo>
                    <a:pt x="1754" y="0"/>
                  </a:moveTo>
                  <a:lnTo>
                    <a:pt x="1797" y="2"/>
                  </a:lnTo>
                  <a:lnTo>
                    <a:pt x="1840" y="5"/>
                  </a:lnTo>
                  <a:lnTo>
                    <a:pt x="1881" y="12"/>
                  </a:lnTo>
                  <a:lnTo>
                    <a:pt x="1921" y="20"/>
                  </a:lnTo>
                  <a:lnTo>
                    <a:pt x="1959" y="31"/>
                  </a:lnTo>
                  <a:lnTo>
                    <a:pt x="1994" y="44"/>
                  </a:lnTo>
                  <a:lnTo>
                    <a:pt x="2028" y="59"/>
                  </a:lnTo>
                  <a:lnTo>
                    <a:pt x="2058" y="74"/>
                  </a:lnTo>
                  <a:lnTo>
                    <a:pt x="2086" y="93"/>
                  </a:lnTo>
                  <a:lnTo>
                    <a:pt x="2111" y="113"/>
                  </a:lnTo>
                  <a:lnTo>
                    <a:pt x="2132" y="133"/>
                  </a:lnTo>
                  <a:lnTo>
                    <a:pt x="2151" y="155"/>
                  </a:lnTo>
                  <a:lnTo>
                    <a:pt x="2165" y="179"/>
                  </a:lnTo>
                  <a:lnTo>
                    <a:pt x="2175" y="203"/>
                  </a:lnTo>
                  <a:lnTo>
                    <a:pt x="2182" y="229"/>
                  </a:lnTo>
                  <a:lnTo>
                    <a:pt x="2185" y="255"/>
                  </a:lnTo>
                  <a:lnTo>
                    <a:pt x="2182" y="281"/>
                  </a:lnTo>
                  <a:lnTo>
                    <a:pt x="2175" y="305"/>
                  </a:lnTo>
                  <a:lnTo>
                    <a:pt x="2165" y="330"/>
                  </a:lnTo>
                  <a:lnTo>
                    <a:pt x="2151" y="353"/>
                  </a:lnTo>
                  <a:lnTo>
                    <a:pt x="2132" y="376"/>
                  </a:lnTo>
                  <a:lnTo>
                    <a:pt x="2111" y="397"/>
                  </a:lnTo>
                  <a:lnTo>
                    <a:pt x="2086" y="417"/>
                  </a:lnTo>
                  <a:lnTo>
                    <a:pt x="2058" y="434"/>
                  </a:lnTo>
                  <a:lnTo>
                    <a:pt x="2028" y="451"/>
                  </a:lnTo>
                  <a:lnTo>
                    <a:pt x="1994" y="466"/>
                  </a:lnTo>
                  <a:lnTo>
                    <a:pt x="1959" y="479"/>
                  </a:lnTo>
                  <a:lnTo>
                    <a:pt x="1921" y="489"/>
                  </a:lnTo>
                  <a:lnTo>
                    <a:pt x="1881" y="498"/>
                  </a:lnTo>
                  <a:lnTo>
                    <a:pt x="1840" y="505"/>
                  </a:lnTo>
                  <a:lnTo>
                    <a:pt x="1797" y="508"/>
                  </a:lnTo>
                  <a:lnTo>
                    <a:pt x="1754" y="509"/>
                  </a:lnTo>
                  <a:lnTo>
                    <a:pt x="1710" y="508"/>
                  </a:lnTo>
                  <a:lnTo>
                    <a:pt x="1667" y="505"/>
                  </a:lnTo>
                  <a:lnTo>
                    <a:pt x="1626" y="498"/>
                  </a:lnTo>
                  <a:lnTo>
                    <a:pt x="1586" y="489"/>
                  </a:lnTo>
                  <a:lnTo>
                    <a:pt x="1548" y="479"/>
                  </a:lnTo>
                  <a:lnTo>
                    <a:pt x="1512" y="466"/>
                  </a:lnTo>
                  <a:lnTo>
                    <a:pt x="1479" y="451"/>
                  </a:lnTo>
                  <a:lnTo>
                    <a:pt x="1449" y="434"/>
                  </a:lnTo>
                  <a:lnTo>
                    <a:pt x="1421" y="417"/>
                  </a:lnTo>
                  <a:lnTo>
                    <a:pt x="1395" y="397"/>
                  </a:lnTo>
                  <a:lnTo>
                    <a:pt x="1374" y="376"/>
                  </a:lnTo>
                  <a:lnTo>
                    <a:pt x="1355" y="353"/>
                  </a:lnTo>
                  <a:lnTo>
                    <a:pt x="1341" y="330"/>
                  </a:lnTo>
                  <a:lnTo>
                    <a:pt x="1331" y="305"/>
                  </a:lnTo>
                  <a:lnTo>
                    <a:pt x="1324" y="281"/>
                  </a:lnTo>
                  <a:lnTo>
                    <a:pt x="1321" y="255"/>
                  </a:lnTo>
                  <a:lnTo>
                    <a:pt x="1324" y="229"/>
                  </a:lnTo>
                  <a:lnTo>
                    <a:pt x="1331" y="203"/>
                  </a:lnTo>
                  <a:lnTo>
                    <a:pt x="1341" y="179"/>
                  </a:lnTo>
                  <a:lnTo>
                    <a:pt x="1355" y="155"/>
                  </a:lnTo>
                  <a:lnTo>
                    <a:pt x="1374" y="133"/>
                  </a:lnTo>
                  <a:lnTo>
                    <a:pt x="1395" y="113"/>
                  </a:lnTo>
                  <a:lnTo>
                    <a:pt x="1421" y="93"/>
                  </a:lnTo>
                  <a:lnTo>
                    <a:pt x="1449" y="74"/>
                  </a:lnTo>
                  <a:lnTo>
                    <a:pt x="1479" y="59"/>
                  </a:lnTo>
                  <a:lnTo>
                    <a:pt x="1512" y="44"/>
                  </a:lnTo>
                  <a:lnTo>
                    <a:pt x="1548" y="31"/>
                  </a:lnTo>
                  <a:lnTo>
                    <a:pt x="1586" y="20"/>
                  </a:lnTo>
                  <a:lnTo>
                    <a:pt x="1626" y="12"/>
                  </a:lnTo>
                  <a:lnTo>
                    <a:pt x="1667" y="5"/>
                  </a:lnTo>
                  <a:lnTo>
                    <a:pt x="1710" y="2"/>
                  </a:lnTo>
                  <a:lnTo>
                    <a:pt x="1754" y="0"/>
                  </a:lnTo>
                  <a:close/>
                  <a:moveTo>
                    <a:pt x="239" y="786"/>
                  </a:moveTo>
                  <a:lnTo>
                    <a:pt x="263" y="788"/>
                  </a:lnTo>
                  <a:lnTo>
                    <a:pt x="287" y="794"/>
                  </a:lnTo>
                  <a:lnTo>
                    <a:pt x="309" y="805"/>
                  </a:lnTo>
                  <a:lnTo>
                    <a:pt x="331" y="819"/>
                  </a:lnTo>
                  <a:lnTo>
                    <a:pt x="352" y="836"/>
                  </a:lnTo>
                  <a:lnTo>
                    <a:pt x="372" y="857"/>
                  </a:lnTo>
                  <a:lnTo>
                    <a:pt x="390" y="882"/>
                  </a:lnTo>
                  <a:lnTo>
                    <a:pt x="407" y="909"/>
                  </a:lnTo>
                  <a:lnTo>
                    <a:pt x="423" y="940"/>
                  </a:lnTo>
                  <a:lnTo>
                    <a:pt x="437" y="971"/>
                  </a:lnTo>
                  <a:lnTo>
                    <a:pt x="448" y="1006"/>
                  </a:lnTo>
                  <a:lnTo>
                    <a:pt x="459" y="1043"/>
                  </a:lnTo>
                  <a:lnTo>
                    <a:pt x="467" y="1081"/>
                  </a:lnTo>
                  <a:lnTo>
                    <a:pt x="473" y="1121"/>
                  </a:lnTo>
                  <a:lnTo>
                    <a:pt x="476" y="1163"/>
                  </a:lnTo>
                  <a:lnTo>
                    <a:pt x="478" y="1206"/>
                  </a:lnTo>
                  <a:lnTo>
                    <a:pt x="476" y="1248"/>
                  </a:lnTo>
                  <a:lnTo>
                    <a:pt x="473" y="1290"/>
                  </a:lnTo>
                  <a:lnTo>
                    <a:pt x="467" y="1330"/>
                  </a:lnTo>
                  <a:lnTo>
                    <a:pt x="459" y="1367"/>
                  </a:lnTo>
                  <a:lnTo>
                    <a:pt x="448" y="1405"/>
                  </a:lnTo>
                  <a:lnTo>
                    <a:pt x="437" y="1439"/>
                  </a:lnTo>
                  <a:lnTo>
                    <a:pt x="423" y="1472"/>
                  </a:lnTo>
                  <a:lnTo>
                    <a:pt x="407" y="1501"/>
                  </a:lnTo>
                  <a:lnTo>
                    <a:pt x="390" y="1528"/>
                  </a:lnTo>
                  <a:lnTo>
                    <a:pt x="372" y="1553"/>
                  </a:lnTo>
                  <a:lnTo>
                    <a:pt x="352" y="1574"/>
                  </a:lnTo>
                  <a:lnTo>
                    <a:pt x="331" y="1591"/>
                  </a:lnTo>
                  <a:lnTo>
                    <a:pt x="309" y="1605"/>
                  </a:lnTo>
                  <a:lnTo>
                    <a:pt x="287" y="1616"/>
                  </a:lnTo>
                  <a:lnTo>
                    <a:pt x="263" y="1622"/>
                  </a:lnTo>
                  <a:lnTo>
                    <a:pt x="239" y="1624"/>
                  </a:lnTo>
                  <a:lnTo>
                    <a:pt x="214" y="1622"/>
                  </a:lnTo>
                  <a:lnTo>
                    <a:pt x="191" y="1616"/>
                  </a:lnTo>
                  <a:lnTo>
                    <a:pt x="168" y="1605"/>
                  </a:lnTo>
                  <a:lnTo>
                    <a:pt x="146" y="1591"/>
                  </a:lnTo>
                  <a:lnTo>
                    <a:pt x="125" y="1574"/>
                  </a:lnTo>
                  <a:lnTo>
                    <a:pt x="105" y="1553"/>
                  </a:lnTo>
                  <a:lnTo>
                    <a:pt x="87" y="1528"/>
                  </a:lnTo>
                  <a:lnTo>
                    <a:pt x="70" y="1501"/>
                  </a:lnTo>
                  <a:lnTo>
                    <a:pt x="55" y="1472"/>
                  </a:lnTo>
                  <a:lnTo>
                    <a:pt x="41" y="1439"/>
                  </a:lnTo>
                  <a:lnTo>
                    <a:pt x="29" y="1405"/>
                  </a:lnTo>
                  <a:lnTo>
                    <a:pt x="18" y="1367"/>
                  </a:lnTo>
                  <a:lnTo>
                    <a:pt x="10" y="1330"/>
                  </a:lnTo>
                  <a:lnTo>
                    <a:pt x="4" y="1290"/>
                  </a:lnTo>
                  <a:lnTo>
                    <a:pt x="1" y="1248"/>
                  </a:lnTo>
                  <a:lnTo>
                    <a:pt x="0" y="1206"/>
                  </a:lnTo>
                  <a:lnTo>
                    <a:pt x="1" y="1163"/>
                  </a:lnTo>
                  <a:lnTo>
                    <a:pt x="4" y="1121"/>
                  </a:lnTo>
                  <a:lnTo>
                    <a:pt x="10" y="1081"/>
                  </a:lnTo>
                  <a:lnTo>
                    <a:pt x="18" y="1043"/>
                  </a:lnTo>
                  <a:lnTo>
                    <a:pt x="29" y="1006"/>
                  </a:lnTo>
                  <a:lnTo>
                    <a:pt x="41" y="971"/>
                  </a:lnTo>
                  <a:lnTo>
                    <a:pt x="55" y="940"/>
                  </a:lnTo>
                  <a:lnTo>
                    <a:pt x="70" y="909"/>
                  </a:lnTo>
                  <a:lnTo>
                    <a:pt x="87" y="882"/>
                  </a:lnTo>
                  <a:lnTo>
                    <a:pt x="105" y="857"/>
                  </a:lnTo>
                  <a:lnTo>
                    <a:pt x="125" y="836"/>
                  </a:lnTo>
                  <a:lnTo>
                    <a:pt x="146" y="819"/>
                  </a:lnTo>
                  <a:lnTo>
                    <a:pt x="168" y="805"/>
                  </a:lnTo>
                  <a:lnTo>
                    <a:pt x="191" y="794"/>
                  </a:lnTo>
                  <a:lnTo>
                    <a:pt x="214" y="788"/>
                  </a:lnTo>
                  <a:lnTo>
                    <a:pt x="239" y="786"/>
                  </a:lnTo>
                  <a:close/>
                  <a:moveTo>
                    <a:pt x="1119" y="2495"/>
                  </a:moveTo>
                  <a:lnTo>
                    <a:pt x="1143" y="2498"/>
                  </a:lnTo>
                  <a:lnTo>
                    <a:pt x="1167" y="2504"/>
                  </a:lnTo>
                  <a:lnTo>
                    <a:pt x="1190" y="2514"/>
                  </a:lnTo>
                  <a:lnTo>
                    <a:pt x="1211" y="2528"/>
                  </a:lnTo>
                  <a:lnTo>
                    <a:pt x="1232" y="2546"/>
                  </a:lnTo>
                  <a:lnTo>
                    <a:pt x="1252" y="2567"/>
                  </a:lnTo>
                  <a:lnTo>
                    <a:pt x="1271" y="2592"/>
                  </a:lnTo>
                  <a:lnTo>
                    <a:pt x="1288" y="2618"/>
                  </a:lnTo>
                  <a:lnTo>
                    <a:pt x="1304" y="2648"/>
                  </a:lnTo>
                  <a:lnTo>
                    <a:pt x="1318" y="2681"/>
                  </a:lnTo>
                  <a:lnTo>
                    <a:pt x="1329" y="2715"/>
                  </a:lnTo>
                  <a:lnTo>
                    <a:pt x="1340" y="2752"/>
                  </a:lnTo>
                  <a:lnTo>
                    <a:pt x="1348" y="2790"/>
                  </a:lnTo>
                  <a:lnTo>
                    <a:pt x="1354" y="2830"/>
                  </a:lnTo>
                  <a:lnTo>
                    <a:pt x="1358" y="2872"/>
                  </a:lnTo>
                  <a:lnTo>
                    <a:pt x="1359" y="2914"/>
                  </a:lnTo>
                  <a:lnTo>
                    <a:pt x="1358" y="2956"/>
                  </a:lnTo>
                  <a:lnTo>
                    <a:pt x="1354" y="2998"/>
                  </a:lnTo>
                  <a:lnTo>
                    <a:pt x="1348" y="3038"/>
                  </a:lnTo>
                  <a:lnTo>
                    <a:pt x="1340" y="3077"/>
                  </a:lnTo>
                  <a:lnTo>
                    <a:pt x="1329" y="3113"/>
                  </a:lnTo>
                  <a:lnTo>
                    <a:pt x="1318" y="3147"/>
                  </a:lnTo>
                  <a:lnTo>
                    <a:pt x="1304" y="3180"/>
                  </a:lnTo>
                  <a:lnTo>
                    <a:pt x="1288" y="3209"/>
                  </a:lnTo>
                  <a:lnTo>
                    <a:pt x="1271" y="3238"/>
                  </a:lnTo>
                  <a:lnTo>
                    <a:pt x="1252" y="3261"/>
                  </a:lnTo>
                  <a:lnTo>
                    <a:pt x="1232" y="3282"/>
                  </a:lnTo>
                  <a:lnTo>
                    <a:pt x="1211" y="3301"/>
                  </a:lnTo>
                  <a:lnTo>
                    <a:pt x="1190" y="3315"/>
                  </a:lnTo>
                  <a:lnTo>
                    <a:pt x="1167" y="3325"/>
                  </a:lnTo>
                  <a:lnTo>
                    <a:pt x="1143" y="3331"/>
                  </a:lnTo>
                  <a:lnTo>
                    <a:pt x="1119" y="3334"/>
                  </a:lnTo>
                  <a:lnTo>
                    <a:pt x="1094" y="3331"/>
                  </a:lnTo>
                  <a:lnTo>
                    <a:pt x="1070" y="3325"/>
                  </a:lnTo>
                  <a:lnTo>
                    <a:pt x="1048" y="3315"/>
                  </a:lnTo>
                  <a:lnTo>
                    <a:pt x="1026" y="3301"/>
                  </a:lnTo>
                  <a:lnTo>
                    <a:pt x="1005" y="3282"/>
                  </a:lnTo>
                  <a:lnTo>
                    <a:pt x="985" y="3261"/>
                  </a:lnTo>
                  <a:lnTo>
                    <a:pt x="967" y="3238"/>
                  </a:lnTo>
                  <a:lnTo>
                    <a:pt x="950" y="3209"/>
                  </a:lnTo>
                  <a:lnTo>
                    <a:pt x="935" y="3180"/>
                  </a:lnTo>
                  <a:lnTo>
                    <a:pt x="921" y="3147"/>
                  </a:lnTo>
                  <a:lnTo>
                    <a:pt x="909" y="3113"/>
                  </a:lnTo>
                  <a:lnTo>
                    <a:pt x="898" y="3077"/>
                  </a:lnTo>
                  <a:lnTo>
                    <a:pt x="890" y="3038"/>
                  </a:lnTo>
                  <a:lnTo>
                    <a:pt x="884" y="2998"/>
                  </a:lnTo>
                  <a:lnTo>
                    <a:pt x="881" y="2956"/>
                  </a:lnTo>
                  <a:lnTo>
                    <a:pt x="880" y="2914"/>
                  </a:lnTo>
                  <a:lnTo>
                    <a:pt x="881" y="2872"/>
                  </a:lnTo>
                  <a:lnTo>
                    <a:pt x="884" y="2830"/>
                  </a:lnTo>
                  <a:lnTo>
                    <a:pt x="890" y="2790"/>
                  </a:lnTo>
                  <a:lnTo>
                    <a:pt x="898" y="2752"/>
                  </a:lnTo>
                  <a:lnTo>
                    <a:pt x="909" y="2715"/>
                  </a:lnTo>
                  <a:lnTo>
                    <a:pt x="921" y="2681"/>
                  </a:lnTo>
                  <a:lnTo>
                    <a:pt x="935" y="2648"/>
                  </a:lnTo>
                  <a:lnTo>
                    <a:pt x="950" y="2618"/>
                  </a:lnTo>
                  <a:lnTo>
                    <a:pt x="967" y="2592"/>
                  </a:lnTo>
                  <a:lnTo>
                    <a:pt x="985" y="2567"/>
                  </a:lnTo>
                  <a:lnTo>
                    <a:pt x="1005" y="2546"/>
                  </a:lnTo>
                  <a:lnTo>
                    <a:pt x="1026" y="2528"/>
                  </a:lnTo>
                  <a:lnTo>
                    <a:pt x="1048" y="2514"/>
                  </a:lnTo>
                  <a:lnTo>
                    <a:pt x="1070" y="2504"/>
                  </a:lnTo>
                  <a:lnTo>
                    <a:pt x="1094" y="2498"/>
                  </a:lnTo>
                  <a:lnTo>
                    <a:pt x="1119" y="2495"/>
                  </a:lnTo>
                  <a:close/>
                  <a:moveTo>
                    <a:pt x="2380" y="2651"/>
                  </a:moveTo>
                  <a:lnTo>
                    <a:pt x="2405" y="2654"/>
                  </a:lnTo>
                  <a:lnTo>
                    <a:pt x="2428" y="2660"/>
                  </a:lnTo>
                  <a:lnTo>
                    <a:pt x="2452" y="2670"/>
                  </a:lnTo>
                  <a:lnTo>
                    <a:pt x="2473" y="2684"/>
                  </a:lnTo>
                  <a:lnTo>
                    <a:pt x="2494" y="2703"/>
                  </a:lnTo>
                  <a:lnTo>
                    <a:pt x="2514" y="2724"/>
                  </a:lnTo>
                  <a:lnTo>
                    <a:pt x="2533" y="2747"/>
                  </a:lnTo>
                  <a:lnTo>
                    <a:pt x="2550" y="2774"/>
                  </a:lnTo>
                  <a:lnTo>
                    <a:pt x="2565" y="2805"/>
                  </a:lnTo>
                  <a:lnTo>
                    <a:pt x="2580" y="2838"/>
                  </a:lnTo>
                  <a:lnTo>
                    <a:pt x="2591" y="2872"/>
                  </a:lnTo>
                  <a:lnTo>
                    <a:pt x="2602" y="2908"/>
                  </a:lnTo>
                  <a:lnTo>
                    <a:pt x="2610" y="2947"/>
                  </a:lnTo>
                  <a:lnTo>
                    <a:pt x="2616" y="2987"/>
                  </a:lnTo>
                  <a:lnTo>
                    <a:pt x="2619" y="3029"/>
                  </a:lnTo>
                  <a:lnTo>
                    <a:pt x="2621" y="3071"/>
                  </a:lnTo>
                  <a:lnTo>
                    <a:pt x="2619" y="3113"/>
                  </a:lnTo>
                  <a:lnTo>
                    <a:pt x="2616" y="3155"/>
                  </a:lnTo>
                  <a:lnTo>
                    <a:pt x="2610" y="3195"/>
                  </a:lnTo>
                  <a:lnTo>
                    <a:pt x="2602" y="3233"/>
                  </a:lnTo>
                  <a:lnTo>
                    <a:pt x="2591" y="3270"/>
                  </a:lnTo>
                  <a:lnTo>
                    <a:pt x="2580" y="3304"/>
                  </a:lnTo>
                  <a:lnTo>
                    <a:pt x="2565" y="3337"/>
                  </a:lnTo>
                  <a:lnTo>
                    <a:pt x="2550" y="3367"/>
                  </a:lnTo>
                  <a:lnTo>
                    <a:pt x="2533" y="3393"/>
                  </a:lnTo>
                  <a:lnTo>
                    <a:pt x="2514" y="3418"/>
                  </a:lnTo>
                  <a:lnTo>
                    <a:pt x="2494" y="3439"/>
                  </a:lnTo>
                  <a:lnTo>
                    <a:pt x="2473" y="3457"/>
                  </a:lnTo>
                  <a:lnTo>
                    <a:pt x="2452" y="3471"/>
                  </a:lnTo>
                  <a:lnTo>
                    <a:pt x="2428" y="3481"/>
                  </a:lnTo>
                  <a:lnTo>
                    <a:pt x="2405" y="3487"/>
                  </a:lnTo>
                  <a:lnTo>
                    <a:pt x="2380" y="3490"/>
                  </a:lnTo>
                  <a:lnTo>
                    <a:pt x="2356" y="3487"/>
                  </a:lnTo>
                  <a:lnTo>
                    <a:pt x="2332" y="3481"/>
                  </a:lnTo>
                  <a:lnTo>
                    <a:pt x="2310" y="3471"/>
                  </a:lnTo>
                  <a:lnTo>
                    <a:pt x="2288" y="3457"/>
                  </a:lnTo>
                  <a:lnTo>
                    <a:pt x="2267" y="3439"/>
                  </a:lnTo>
                  <a:lnTo>
                    <a:pt x="2248" y="3418"/>
                  </a:lnTo>
                  <a:lnTo>
                    <a:pt x="2229" y="3393"/>
                  </a:lnTo>
                  <a:lnTo>
                    <a:pt x="2212" y="3367"/>
                  </a:lnTo>
                  <a:lnTo>
                    <a:pt x="2196" y="3337"/>
                  </a:lnTo>
                  <a:lnTo>
                    <a:pt x="2182" y="3304"/>
                  </a:lnTo>
                  <a:lnTo>
                    <a:pt x="2171" y="3270"/>
                  </a:lnTo>
                  <a:lnTo>
                    <a:pt x="2160" y="3233"/>
                  </a:lnTo>
                  <a:lnTo>
                    <a:pt x="2152" y="3195"/>
                  </a:lnTo>
                  <a:lnTo>
                    <a:pt x="2146" y="3155"/>
                  </a:lnTo>
                  <a:lnTo>
                    <a:pt x="2142" y="3113"/>
                  </a:lnTo>
                  <a:lnTo>
                    <a:pt x="2141" y="3071"/>
                  </a:lnTo>
                  <a:lnTo>
                    <a:pt x="2142" y="3029"/>
                  </a:lnTo>
                  <a:lnTo>
                    <a:pt x="2146" y="2987"/>
                  </a:lnTo>
                  <a:lnTo>
                    <a:pt x="2152" y="2947"/>
                  </a:lnTo>
                  <a:lnTo>
                    <a:pt x="2160" y="2908"/>
                  </a:lnTo>
                  <a:lnTo>
                    <a:pt x="2171" y="2872"/>
                  </a:lnTo>
                  <a:lnTo>
                    <a:pt x="2182" y="2838"/>
                  </a:lnTo>
                  <a:lnTo>
                    <a:pt x="2196" y="2805"/>
                  </a:lnTo>
                  <a:lnTo>
                    <a:pt x="2212" y="2774"/>
                  </a:lnTo>
                  <a:lnTo>
                    <a:pt x="2229" y="2747"/>
                  </a:lnTo>
                  <a:lnTo>
                    <a:pt x="2248" y="2724"/>
                  </a:lnTo>
                  <a:lnTo>
                    <a:pt x="2267" y="2703"/>
                  </a:lnTo>
                  <a:lnTo>
                    <a:pt x="2288" y="2684"/>
                  </a:lnTo>
                  <a:lnTo>
                    <a:pt x="2310" y="2670"/>
                  </a:lnTo>
                  <a:lnTo>
                    <a:pt x="2332" y="2660"/>
                  </a:lnTo>
                  <a:lnTo>
                    <a:pt x="2356" y="2654"/>
                  </a:lnTo>
                  <a:lnTo>
                    <a:pt x="2380" y="2651"/>
                  </a:lnTo>
                  <a:close/>
                  <a:moveTo>
                    <a:pt x="2342" y="1355"/>
                  </a:moveTo>
                  <a:lnTo>
                    <a:pt x="2366" y="1357"/>
                  </a:lnTo>
                  <a:lnTo>
                    <a:pt x="2390" y="1363"/>
                  </a:lnTo>
                  <a:lnTo>
                    <a:pt x="2412" y="1373"/>
                  </a:lnTo>
                  <a:lnTo>
                    <a:pt x="2434" y="1387"/>
                  </a:lnTo>
                  <a:lnTo>
                    <a:pt x="2455" y="1405"/>
                  </a:lnTo>
                  <a:lnTo>
                    <a:pt x="2475" y="1426"/>
                  </a:lnTo>
                  <a:lnTo>
                    <a:pt x="2493" y="1451"/>
                  </a:lnTo>
                  <a:lnTo>
                    <a:pt x="2510" y="1478"/>
                  </a:lnTo>
                  <a:lnTo>
                    <a:pt x="2526" y="1507"/>
                  </a:lnTo>
                  <a:lnTo>
                    <a:pt x="2540" y="1540"/>
                  </a:lnTo>
                  <a:lnTo>
                    <a:pt x="2551" y="1574"/>
                  </a:lnTo>
                  <a:lnTo>
                    <a:pt x="2562" y="1611"/>
                  </a:lnTo>
                  <a:lnTo>
                    <a:pt x="2570" y="1649"/>
                  </a:lnTo>
                  <a:lnTo>
                    <a:pt x="2576" y="1689"/>
                  </a:lnTo>
                  <a:lnTo>
                    <a:pt x="2580" y="1731"/>
                  </a:lnTo>
                  <a:lnTo>
                    <a:pt x="2581" y="1773"/>
                  </a:lnTo>
                  <a:lnTo>
                    <a:pt x="2580" y="1815"/>
                  </a:lnTo>
                  <a:lnTo>
                    <a:pt x="2576" y="1858"/>
                  </a:lnTo>
                  <a:lnTo>
                    <a:pt x="2570" y="1897"/>
                  </a:lnTo>
                  <a:lnTo>
                    <a:pt x="2562" y="1936"/>
                  </a:lnTo>
                  <a:lnTo>
                    <a:pt x="2551" y="1972"/>
                  </a:lnTo>
                  <a:lnTo>
                    <a:pt x="2540" y="2008"/>
                  </a:lnTo>
                  <a:lnTo>
                    <a:pt x="2526" y="2039"/>
                  </a:lnTo>
                  <a:lnTo>
                    <a:pt x="2510" y="2070"/>
                  </a:lnTo>
                  <a:lnTo>
                    <a:pt x="2493" y="2097"/>
                  </a:lnTo>
                  <a:lnTo>
                    <a:pt x="2475" y="2121"/>
                  </a:lnTo>
                  <a:lnTo>
                    <a:pt x="2455" y="2142"/>
                  </a:lnTo>
                  <a:lnTo>
                    <a:pt x="2434" y="2160"/>
                  </a:lnTo>
                  <a:lnTo>
                    <a:pt x="2412" y="2174"/>
                  </a:lnTo>
                  <a:lnTo>
                    <a:pt x="2390" y="2185"/>
                  </a:lnTo>
                  <a:lnTo>
                    <a:pt x="2366" y="2191"/>
                  </a:lnTo>
                  <a:lnTo>
                    <a:pt x="2342" y="2193"/>
                  </a:lnTo>
                  <a:lnTo>
                    <a:pt x="2317" y="2191"/>
                  </a:lnTo>
                  <a:lnTo>
                    <a:pt x="2294" y="2185"/>
                  </a:lnTo>
                  <a:lnTo>
                    <a:pt x="2270" y="2174"/>
                  </a:lnTo>
                  <a:lnTo>
                    <a:pt x="2249" y="2160"/>
                  </a:lnTo>
                  <a:lnTo>
                    <a:pt x="2228" y="2142"/>
                  </a:lnTo>
                  <a:lnTo>
                    <a:pt x="2208" y="2121"/>
                  </a:lnTo>
                  <a:lnTo>
                    <a:pt x="2189" y="2097"/>
                  </a:lnTo>
                  <a:lnTo>
                    <a:pt x="2173" y="2070"/>
                  </a:lnTo>
                  <a:lnTo>
                    <a:pt x="2157" y="2039"/>
                  </a:lnTo>
                  <a:lnTo>
                    <a:pt x="2142" y="2008"/>
                  </a:lnTo>
                  <a:lnTo>
                    <a:pt x="2131" y="1972"/>
                  </a:lnTo>
                  <a:lnTo>
                    <a:pt x="2120" y="1936"/>
                  </a:lnTo>
                  <a:lnTo>
                    <a:pt x="2112" y="1897"/>
                  </a:lnTo>
                  <a:lnTo>
                    <a:pt x="2106" y="1858"/>
                  </a:lnTo>
                  <a:lnTo>
                    <a:pt x="2103" y="1815"/>
                  </a:lnTo>
                  <a:lnTo>
                    <a:pt x="2101" y="1773"/>
                  </a:lnTo>
                  <a:lnTo>
                    <a:pt x="2103" y="1731"/>
                  </a:lnTo>
                  <a:lnTo>
                    <a:pt x="2106" y="1689"/>
                  </a:lnTo>
                  <a:lnTo>
                    <a:pt x="2112" y="1649"/>
                  </a:lnTo>
                  <a:lnTo>
                    <a:pt x="2120" y="1611"/>
                  </a:lnTo>
                  <a:lnTo>
                    <a:pt x="2131" y="1574"/>
                  </a:lnTo>
                  <a:lnTo>
                    <a:pt x="2142" y="1540"/>
                  </a:lnTo>
                  <a:lnTo>
                    <a:pt x="2157" y="1507"/>
                  </a:lnTo>
                  <a:lnTo>
                    <a:pt x="2173" y="1478"/>
                  </a:lnTo>
                  <a:lnTo>
                    <a:pt x="2189" y="1451"/>
                  </a:lnTo>
                  <a:lnTo>
                    <a:pt x="2208" y="1426"/>
                  </a:lnTo>
                  <a:lnTo>
                    <a:pt x="2228" y="1405"/>
                  </a:lnTo>
                  <a:lnTo>
                    <a:pt x="2249" y="1387"/>
                  </a:lnTo>
                  <a:lnTo>
                    <a:pt x="2270" y="1373"/>
                  </a:lnTo>
                  <a:lnTo>
                    <a:pt x="2294" y="1363"/>
                  </a:lnTo>
                  <a:lnTo>
                    <a:pt x="2317" y="1357"/>
                  </a:lnTo>
                  <a:lnTo>
                    <a:pt x="2342" y="1355"/>
                  </a:lnTo>
                  <a:close/>
                  <a:moveTo>
                    <a:pt x="3179" y="819"/>
                  </a:moveTo>
                  <a:lnTo>
                    <a:pt x="3204" y="821"/>
                  </a:lnTo>
                  <a:lnTo>
                    <a:pt x="3227" y="827"/>
                  </a:lnTo>
                  <a:lnTo>
                    <a:pt x="3250" y="838"/>
                  </a:lnTo>
                  <a:lnTo>
                    <a:pt x="3272" y="852"/>
                  </a:lnTo>
                  <a:lnTo>
                    <a:pt x="3293" y="869"/>
                  </a:lnTo>
                  <a:lnTo>
                    <a:pt x="3312" y="890"/>
                  </a:lnTo>
                  <a:lnTo>
                    <a:pt x="3331" y="915"/>
                  </a:lnTo>
                  <a:lnTo>
                    <a:pt x="3348" y="942"/>
                  </a:lnTo>
                  <a:lnTo>
                    <a:pt x="3363" y="971"/>
                  </a:lnTo>
                  <a:lnTo>
                    <a:pt x="3377" y="1004"/>
                  </a:lnTo>
                  <a:lnTo>
                    <a:pt x="3389" y="1038"/>
                  </a:lnTo>
                  <a:lnTo>
                    <a:pt x="3400" y="1076"/>
                  </a:lnTo>
                  <a:lnTo>
                    <a:pt x="3408" y="1113"/>
                  </a:lnTo>
                  <a:lnTo>
                    <a:pt x="3414" y="1153"/>
                  </a:lnTo>
                  <a:lnTo>
                    <a:pt x="3417" y="1195"/>
                  </a:lnTo>
                  <a:lnTo>
                    <a:pt x="3418" y="1237"/>
                  </a:lnTo>
                  <a:lnTo>
                    <a:pt x="3417" y="1280"/>
                  </a:lnTo>
                  <a:lnTo>
                    <a:pt x="3414" y="1322"/>
                  </a:lnTo>
                  <a:lnTo>
                    <a:pt x="3408" y="1362"/>
                  </a:lnTo>
                  <a:lnTo>
                    <a:pt x="3400" y="1399"/>
                  </a:lnTo>
                  <a:lnTo>
                    <a:pt x="3389" y="1437"/>
                  </a:lnTo>
                  <a:lnTo>
                    <a:pt x="3377" y="1471"/>
                  </a:lnTo>
                  <a:lnTo>
                    <a:pt x="3363" y="1503"/>
                  </a:lnTo>
                  <a:lnTo>
                    <a:pt x="3348" y="1533"/>
                  </a:lnTo>
                  <a:lnTo>
                    <a:pt x="3331" y="1560"/>
                  </a:lnTo>
                  <a:lnTo>
                    <a:pt x="3312" y="1584"/>
                  </a:lnTo>
                  <a:lnTo>
                    <a:pt x="3293" y="1605"/>
                  </a:lnTo>
                  <a:lnTo>
                    <a:pt x="3272" y="1623"/>
                  </a:lnTo>
                  <a:lnTo>
                    <a:pt x="3250" y="1637"/>
                  </a:lnTo>
                  <a:lnTo>
                    <a:pt x="3227" y="1648"/>
                  </a:lnTo>
                  <a:lnTo>
                    <a:pt x="3204" y="1654"/>
                  </a:lnTo>
                  <a:lnTo>
                    <a:pt x="3179" y="1656"/>
                  </a:lnTo>
                  <a:lnTo>
                    <a:pt x="3155" y="1654"/>
                  </a:lnTo>
                  <a:lnTo>
                    <a:pt x="3131" y="1648"/>
                  </a:lnTo>
                  <a:lnTo>
                    <a:pt x="3108" y="1637"/>
                  </a:lnTo>
                  <a:lnTo>
                    <a:pt x="3087" y="1623"/>
                  </a:lnTo>
                  <a:lnTo>
                    <a:pt x="3066" y="1605"/>
                  </a:lnTo>
                  <a:lnTo>
                    <a:pt x="3046" y="1584"/>
                  </a:lnTo>
                  <a:lnTo>
                    <a:pt x="3027" y="1560"/>
                  </a:lnTo>
                  <a:lnTo>
                    <a:pt x="3011" y="1533"/>
                  </a:lnTo>
                  <a:lnTo>
                    <a:pt x="2994" y="1503"/>
                  </a:lnTo>
                  <a:lnTo>
                    <a:pt x="2980" y="1471"/>
                  </a:lnTo>
                  <a:lnTo>
                    <a:pt x="2968" y="1437"/>
                  </a:lnTo>
                  <a:lnTo>
                    <a:pt x="2958" y="1399"/>
                  </a:lnTo>
                  <a:lnTo>
                    <a:pt x="2950" y="1362"/>
                  </a:lnTo>
                  <a:lnTo>
                    <a:pt x="2944" y="1322"/>
                  </a:lnTo>
                  <a:lnTo>
                    <a:pt x="2940" y="1280"/>
                  </a:lnTo>
                  <a:lnTo>
                    <a:pt x="2939" y="1237"/>
                  </a:lnTo>
                  <a:lnTo>
                    <a:pt x="2940" y="1195"/>
                  </a:lnTo>
                  <a:lnTo>
                    <a:pt x="2944" y="1153"/>
                  </a:lnTo>
                  <a:lnTo>
                    <a:pt x="2950" y="1113"/>
                  </a:lnTo>
                  <a:lnTo>
                    <a:pt x="2958" y="1076"/>
                  </a:lnTo>
                  <a:lnTo>
                    <a:pt x="2968" y="1038"/>
                  </a:lnTo>
                  <a:lnTo>
                    <a:pt x="2980" y="1004"/>
                  </a:lnTo>
                  <a:lnTo>
                    <a:pt x="2994" y="971"/>
                  </a:lnTo>
                  <a:lnTo>
                    <a:pt x="3011" y="942"/>
                  </a:lnTo>
                  <a:lnTo>
                    <a:pt x="3027" y="915"/>
                  </a:lnTo>
                  <a:lnTo>
                    <a:pt x="3046" y="890"/>
                  </a:lnTo>
                  <a:lnTo>
                    <a:pt x="3066" y="869"/>
                  </a:lnTo>
                  <a:lnTo>
                    <a:pt x="3087" y="852"/>
                  </a:lnTo>
                  <a:lnTo>
                    <a:pt x="3108" y="838"/>
                  </a:lnTo>
                  <a:lnTo>
                    <a:pt x="3131" y="827"/>
                  </a:lnTo>
                  <a:lnTo>
                    <a:pt x="3155" y="821"/>
                  </a:lnTo>
                  <a:lnTo>
                    <a:pt x="3179" y="819"/>
                  </a:lnTo>
                  <a:close/>
                  <a:moveTo>
                    <a:pt x="3246" y="2144"/>
                  </a:moveTo>
                  <a:lnTo>
                    <a:pt x="3271" y="2146"/>
                  </a:lnTo>
                  <a:lnTo>
                    <a:pt x="3294" y="2152"/>
                  </a:lnTo>
                  <a:lnTo>
                    <a:pt x="3316" y="2162"/>
                  </a:lnTo>
                  <a:lnTo>
                    <a:pt x="3339" y="2176"/>
                  </a:lnTo>
                  <a:lnTo>
                    <a:pt x="3360" y="2194"/>
                  </a:lnTo>
                  <a:lnTo>
                    <a:pt x="3380" y="2215"/>
                  </a:lnTo>
                  <a:lnTo>
                    <a:pt x="3397" y="2240"/>
                  </a:lnTo>
                  <a:lnTo>
                    <a:pt x="3415" y="2267"/>
                  </a:lnTo>
                  <a:lnTo>
                    <a:pt x="3430" y="2296"/>
                  </a:lnTo>
                  <a:lnTo>
                    <a:pt x="3444" y="2329"/>
                  </a:lnTo>
                  <a:lnTo>
                    <a:pt x="3456" y="2363"/>
                  </a:lnTo>
                  <a:lnTo>
                    <a:pt x="3466" y="2400"/>
                  </a:lnTo>
                  <a:lnTo>
                    <a:pt x="3475" y="2438"/>
                  </a:lnTo>
                  <a:lnTo>
                    <a:pt x="3480" y="2478"/>
                  </a:lnTo>
                  <a:lnTo>
                    <a:pt x="3484" y="2520"/>
                  </a:lnTo>
                  <a:lnTo>
                    <a:pt x="3485" y="2562"/>
                  </a:lnTo>
                  <a:lnTo>
                    <a:pt x="3484" y="2604"/>
                  </a:lnTo>
                  <a:lnTo>
                    <a:pt x="3480" y="2647"/>
                  </a:lnTo>
                  <a:lnTo>
                    <a:pt x="3475" y="2686"/>
                  </a:lnTo>
                  <a:lnTo>
                    <a:pt x="3466" y="2725"/>
                  </a:lnTo>
                  <a:lnTo>
                    <a:pt x="3456" y="2762"/>
                  </a:lnTo>
                  <a:lnTo>
                    <a:pt x="3444" y="2796"/>
                  </a:lnTo>
                  <a:lnTo>
                    <a:pt x="3430" y="2828"/>
                  </a:lnTo>
                  <a:lnTo>
                    <a:pt x="3415" y="2858"/>
                  </a:lnTo>
                  <a:lnTo>
                    <a:pt x="3397" y="2886"/>
                  </a:lnTo>
                  <a:lnTo>
                    <a:pt x="3380" y="2909"/>
                  </a:lnTo>
                  <a:lnTo>
                    <a:pt x="3360" y="2930"/>
                  </a:lnTo>
                  <a:lnTo>
                    <a:pt x="3339" y="2949"/>
                  </a:lnTo>
                  <a:lnTo>
                    <a:pt x="3316" y="2963"/>
                  </a:lnTo>
                  <a:lnTo>
                    <a:pt x="3294" y="2974"/>
                  </a:lnTo>
                  <a:lnTo>
                    <a:pt x="3271" y="2980"/>
                  </a:lnTo>
                  <a:lnTo>
                    <a:pt x="3246" y="2982"/>
                  </a:lnTo>
                  <a:lnTo>
                    <a:pt x="3222" y="2980"/>
                  </a:lnTo>
                  <a:lnTo>
                    <a:pt x="3198" y="2974"/>
                  </a:lnTo>
                  <a:lnTo>
                    <a:pt x="3176" y="2963"/>
                  </a:lnTo>
                  <a:lnTo>
                    <a:pt x="3154" y="2949"/>
                  </a:lnTo>
                  <a:lnTo>
                    <a:pt x="3133" y="2930"/>
                  </a:lnTo>
                  <a:lnTo>
                    <a:pt x="3113" y="2909"/>
                  </a:lnTo>
                  <a:lnTo>
                    <a:pt x="3095" y="2886"/>
                  </a:lnTo>
                  <a:lnTo>
                    <a:pt x="3077" y="2858"/>
                  </a:lnTo>
                  <a:lnTo>
                    <a:pt x="3062" y="2828"/>
                  </a:lnTo>
                  <a:lnTo>
                    <a:pt x="3048" y="2796"/>
                  </a:lnTo>
                  <a:lnTo>
                    <a:pt x="3036" y="2762"/>
                  </a:lnTo>
                  <a:lnTo>
                    <a:pt x="3026" y="2725"/>
                  </a:lnTo>
                  <a:lnTo>
                    <a:pt x="3018" y="2686"/>
                  </a:lnTo>
                  <a:lnTo>
                    <a:pt x="3012" y="2647"/>
                  </a:lnTo>
                  <a:lnTo>
                    <a:pt x="3008" y="2604"/>
                  </a:lnTo>
                  <a:lnTo>
                    <a:pt x="3007" y="2562"/>
                  </a:lnTo>
                  <a:lnTo>
                    <a:pt x="3008" y="2520"/>
                  </a:lnTo>
                  <a:lnTo>
                    <a:pt x="3012" y="2478"/>
                  </a:lnTo>
                  <a:lnTo>
                    <a:pt x="3018" y="2438"/>
                  </a:lnTo>
                  <a:lnTo>
                    <a:pt x="3026" y="2400"/>
                  </a:lnTo>
                  <a:lnTo>
                    <a:pt x="3036" y="2363"/>
                  </a:lnTo>
                  <a:lnTo>
                    <a:pt x="3048" y="2329"/>
                  </a:lnTo>
                  <a:lnTo>
                    <a:pt x="3062" y="2296"/>
                  </a:lnTo>
                  <a:lnTo>
                    <a:pt x="3077" y="2267"/>
                  </a:lnTo>
                  <a:lnTo>
                    <a:pt x="3095" y="2240"/>
                  </a:lnTo>
                  <a:lnTo>
                    <a:pt x="3113" y="2215"/>
                  </a:lnTo>
                  <a:lnTo>
                    <a:pt x="3133" y="2194"/>
                  </a:lnTo>
                  <a:lnTo>
                    <a:pt x="3154" y="2176"/>
                  </a:lnTo>
                  <a:lnTo>
                    <a:pt x="3176" y="2162"/>
                  </a:lnTo>
                  <a:lnTo>
                    <a:pt x="3198" y="2152"/>
                  </a:lnTo>
                  <a:lnTo>
                    <a:pt x="3222" y="2146"/>
                  </a:lnTo>
                  <a:lnTo>
                    <a:pt x="3246" y="214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7003" name="Freeform 53"/>
            <p:cNvSpPr>
              <a:spLocks/>
            </p:cNvSpPr>
            <p:nvPr/>
          </p:nvSpPr>
          <p:spPr bwMode="auto">
            <a:xfrm>
              <a:off x="1267" y="1588"/>
              <a:ext cx="87" cy="52"/>
            </a:xfrm>
            <a:custGeom>
              <a:avLst/>
              <a:gdLst>
                <a:gd name="T0" fmla="*/ 3 w 437"/>
                <a:gd name="T1" fmla="*/ 2 h 260"/>
                <a:gd name="T2" fmla="*/ 3 w 437"/>
                <a:gd name="T3" fmla="*/ 2 h 260"/>
                <a:gd name="T4" fmla="*/ 3 w 437"/>
                <a:gd name="T5" fmla="*/ 2 h 260"/>
                <a:gd name="T6" fmla="*/ 3 w 437"/>
                <a:gd name="T7" fmla="*/ 2 h 260"/>
                <a:gd name="T8" fmla="*/ 3 w 437"/>
                <a:gd name="T9" fmla="*/ 1 h 260"/>
                <a:gd name="T10" fmla="*/ 3 w 437"/>
                <a:gd name="T11" fmla="*/ 1 h 260"/>
                <a:gd name="T12" fmla="*/ 3 w 437"/>
                <a:gd name="T13" fmla="*/ 1 h 260"/>
                <a:gd name="T14" fmla="*/ 3 w 437"/>
                <a:gd name="T15" fmla="*/ 1 h 260"/>
                <a:gd name="T16" fmla="*/ 3 w 437"/>
                <a:gd name="T17" fmla="*/ 1 h 260"/>
                <a:gd name="T18" fmla="*/ 2 w 437"/>
                <a:gd name="T19" fmla="*/ 1 h 260"/>
                <a:gd name="T20" fmla="*/ 2 w 437"/>
                <a:gd name="T21" fmla="*/ 0 h 260"/>
                <a:gd name="T22" fmla="*/ 2 w 437"/>
                <a:gd name="T23" fmla="*/ 0 h 260"/>
                <a:gd name="T24" fmla="*/ 2 w 437"/>
                <a:gd name="T25" fmla="*/ 0 h 260"/>
                <a:gd name="T26" fmla="*/ 1 w 437"/>
                <a:gd name="T27" fmla="*/ 0 h 260"/>
                <a:gd name="T28" fmla="*/ 1 w 437"/>
                <a:gd name="T29" fmla="*/ 0 h 260"/>
                <a:gd name="T30" fmla="*/ 1 w 437"/>
                <a:gd name="T31" fmla="*/ 0 h 260"/>
                <a:gd name="T32" fmla="*/ 0 w 437"/>
                <a:gd name="T33" fmla="*/ 0 h 260"/>
                <a:gd name="T34" fmla="*/ 0 w 437"/>
                <a:gd name="T35" fmla="*/ 0 h 260"/>
                <a:gd name="T36" fmla="*/ 0 w 437"/>
                <a:gd name="T37" fmla="*/ 0 h 260"/>
                <a:gd name="T38" fmla="*/ 0 w 437"/>
                <a:gd name="T39" fmla="*/ 0 h 260"/>
                <a:gd name="T40" fmla="*/ 1 w 437"/>
                <a:gd name="T41" fmla="*/ 0 h 260"/>
                <a:gd name="T42" fmla="*/ 1 w 437"/>
                <a:gd name="T43" fmla="*/ 0 h 260"/>
                <a:gd name="T44" fmla="*/ 1 w 437"/>
                <a:gd name="T45" fmla="*/ 0 h 260"/>
                <a:gd name="T46" fmla="*/ 2 w 437"/>
                <a:gd name="T47" fmla="*/ 0 h 260"/>
                <a:gd name="T48" fmla="*/ 2 w 437"/>
                <a:gd name="T49" fmla="*/ 0 h 260"/>
                <a:gd name="T50" fmla="*/ 2 w 437"/>
                <a:gd name="T51" fmla="*/ 1 h 260"/>
                <a:gd name="T52" fmla="*/ 2 w 437"/>
                <a:gd name="T53" fmla="*/ 1 h 260"/>
                <a:gd name="T54" fmla="*/ 3 w 437"/>
                <a:gd name="T55" fmla="*/ 1 h 260"/>
                <a:gd name="T56" fmla="*/ 3 w 437"/>
                <a:gd name="T57" fmla="*/ 1 h 260"/>
                <a:gd name="T58" fmla="*/ 3 w 437"/>
                <a:gd name="T59" fmla="*/ 1 h 260"/>
                <a:gd name="T60" fmla="*/ 3 w 437"/>
                <a:gd name="T61" fmla="*/ 1 h 260"/>
                <a:gd name="T62" fmla="*/ 3 w 437"/>
                <a:gd name="T63" fmla="*/ 1 h 260"/>
                <a:gd name="T64" fmla="*/ 3 w 437"/>
                <a:gd name="T65" fmla="*/ 2 h 260"/>
                <a:gd name="T66" fmla="*/ 3 w 437"/>
                <a:gd name="T67" fmla="*/ 2 h 260"/>
                <a:gd name="T68" fmla="*/ 3 w 437"/>
                <a:gd name="T69" fmla="*/ 2 h 260"/>
                <a:gd name="T70" fmla="*/ 3 w 437"/>
                <a:gd name="T71" fmla="*/ 2 h 260"/>
                <a:gd name="T72" fmla="*/ 3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437" y="260"/>
                  </a:moveTo>
                  <a:lnTo>
                    <a:pt x="437" y="260"/>
                  </a:lnTo>
                  <a:lnTo>
                    <a:pt x="434" y="233"/>
                  </a:lnTo>
                  <a:lnTo>
                    <a:pt x="427" y="206"/>
                  </a:lnTo>
                  <a:lnTo>
                    <a:pt x="417" y="181"/>
                  </a:lnTo>
                  <a:lnTo>
                    <a:pt x="401" y="157"/>
                  </a:lnTo>
                  <a:lnTo>
                    <a:pt x="383" y="133"/>
                  </a:lnTo>
                  <a:lnTo>
                    <a:pt x="360" y="113"/>
                  </a:lnTo>
                  <a:lnTo>
                    <a:pt x="336" y="93"/>
                  </a:lnTo>
                  <a:lnTo>
                    <a:pt x="308" y="73"/>
                  </a:lnTo>
                  <a:lnTo>
                    <a:pt x="276" y="58"/>
                  </a:lnTo>
                  <a:lnTo>
                    <a:pt x="242" y="43"/>
                  </a:lnTo>
                  <a:lnTo>
                    <a:pt x="207" y="30"/>
                  </a:lnTo>
                  <a:lnTo>
                    <a:pt x="168" y="19"/>
                  </a:lnTo>
                  <a:lnTo>
                    <a:pt x="128" y="11"/>
                  </a:lnTo>
                  <a:lnTo>
                    <a:pt x="87" y="4"/>
                  </a:lnTo>
                  <a:lnTo>
                    <a:pt x="43" y="1"/>
                  </a:lnTo>
                  <a:lnTo>
                    <a:pt x="0" y="0"/>
                  </a:lnTo>
                  <a:lnTo>
                    <a:pt x="0" y="11"/>
                  </a:lnTo>
                  <a:lnTo>
                    <a:pt x="43" y="12"/>
                  </a:lnTo>
                  <a:lnTo>
                    <a:pt x="85" y="16"/>
                  </a:lnTo>
                  <a:lnTo>
                    <a:pt x="126" y="23"/>
                  </a:lnTo>
                  <a:lnTo>
                    <a:pt x="166" y="31"/>
                  </a:lnTo>
                  <a:lnTo>
                    <a:pt x="202" y="42"/>
                  </a:lnTo>
                  <a:lnTo>
                    <a:pt x="237" y="55"/>
                  </a:lnTo>
                  <a:lnTo>
                    <a:pt x="271" y="70"/>
                  </a:lnTo>
                  <a:lnTo>
                    <a:pt x="301" y="85"/>
                  </a:lnTo>
                  <a:lnTo>
                    <a:pt x="329" y="103"/>
                  </a:lnTo>
                  <a:lnTo>
                    <a:pt x="353" y="123"/>
                  </a:lnTo>
                  <a:lnTo>
                    <a:pt x="373" y="143"/>
                  </a:lnTo>
                  <a:lnTo>
                    <a:pt x="392" y="164"/>
                  </a:lnTo>
                  <a:lnTo>
                    <a:pt x="405" y="186"/>
                  </a:lnTo>
                  <a:lnTo>
                    <a:pt x="415" y="211"/>
                  </a:lnTo>
                  <a:lnTo>
                    <a:pt x="422" y="235"/>
                  </a:lnTo>
                  <a:lnTo>
                    <a:pt x="425" y="260"/>
                  </a:lnTo>
                  <a:lnTo>
                    <a:pt x="437"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7004" name="Freeform 54"/>
            <p:cNvSpPr>
              <a:spLocks/>
            </p:cNvSpPr>
            <p:nvPr/>
          </p:nvSpPr>
          <p:spPr bwMode="auto">
            <a:xfrm>
              <a:off x="1267" y="1640"/>
              <a:ext cx="87" cy="52"/>
            </a:xfrm>
            <a:custGeom>
              <a:avLst/>
              <a:gdLst>
                <a:gd name="T0" fmla="*/ 0 w 437"/>
                <a:gd name="T1" fmla="*/ 2 h 260"/>
                <a:gd name="T2" fmla="*/ 0 w 437"/>
                <a:gd name="T3" fmla="*/ 2 h 260"/>
                <a:gd name="T4" fmla="*/ 0 w 437"/>
                <a:gd name="T5" fmla="*/ 2 h 260"/>
                <a:gd name="T6" fmla="*/ 1 w 437"/>
                <a:gd name="T7" fmla="*/ 2 h 260"/>
                <a:gd name="T8" fmla="*/ 1 w 437"/>
                <a:gd name="T9" fmla="*/ 2 h 260"/>
                <a:gd name="T10" fmla="*/ 1 w 437"/>
                <a:gd name="T11" fmla="*/ 2 h 260"/>
                <a:gd name="T12" fmla="*/ 2 w 437"/>
                <a:gd name="T13" fmla="*/ 2 h 260"/>
                <a:gd name="T14" fmla="*/ 2 w 437"/>
                <a:gd name="T15" fmla="*/ 2 h 260"/>
                <a:gd name="T16" fmla="*/ 2 w 437"/>
                <a:gd name="T17" fmla="*/ 2 h 260"/>
                <a:gd name="T18" fmla="*/ 2 w 437"/>
                <a:gd name="T19" fmla="*/ 1 h 260"/>
                <a:gd name="T20" fmla="*/ 3 w 437"/>
                <a:gd name="T21" fmla="*/ 1 h 260"/>
                <a:gd name="T22" fmla="*/ 3 w 437"/>
                <a:gd name="T23" fmla="*/ 1 h 260"/>
                <a:gd name="T24" fmla="*/ 3 w 437"/>
                <a:gd name="T25" fmla="*/ 1 h 260"/>
                <a:gd name="T26" fmla="*/ 3 w 437"/>
                <a:gd name="T27" fmla="*/ 1 h 260"/>
                <a:gd name="T28" fmla="*/ 3 w 437"/>
                <a:gd name="T29" fmla="*/ 1 h 260"/>
                <a:gd name="T30" fmla="*/ 3 w 437"/>
                <a:gd name="T31" fmla="*/ 0 h 260"/>
                <a:gd name="T32" fmla="*/ 3 w 437"/>
                <a:gd name="T33" fmla="*/ 0 h 260"/>
                <a:gd name="T34" fmla="*/ 3 w 437"/>
                <a:gd name="T35" fmla="*/ 0 h 260"/>
                <a:gd name="T36" fmla="*/ 3 w 437"/>
                <a:gd name="T37" fmla="*/ 0 h 260"/>
                <a:gd name="T38" fmla="*/ 3 w 437"/>
                <a:gd name="T39" fmla="*/ 0 h 260"/>
                <a:gd name="T40" fmla="*/ 3 w 437"/>
                <a:gd name="T41" fmla="*/ 0 h 260"/>
                <a:gd name="T42" fmla="*/ 3 w 437"/>
                <a:gd name="T43" fmla="*/ 1 h 260"/>
                <a:gd name="T44" fmla="*/ 3 w 437"/>
                <a:gd name="T45" fmla="*/ 1 h 260"/>
                <a:gd name="T46" fmla="*/ 3 w 437"/>
                <a:gd name="T47" fmla="*/ 1 h 260"/>
                <a:gd name="T48" fmla="*/ 3 w 437"/>
                <a:gd name="T49" fmla="*/ 1 h 260"/>
                <a:gd name="T50" fmla="*/ 3 w 437"/>
                <a:gd name="T51" fmla="*/ 1 h 260"/>
                <a:gd name="T52" fmla="*/ 2 w 437"/>
                <a:gd name="T53" fmla="*/ 1 h 260"/>
                <a:gd name="T54" fmla="*/ 2 w 437"/>
                <a:gd name="T55" fmla="*/ 2 h 260"/>
                <a:gd name="T56" fmla="*/ 2 w 437"/>
                <a:gd name="T57" fmla="*/ 2 h 260"/>
                <a:gd name="T58" fmla="*/ 2 w 437"/>
                <a:gd name="T59" fmla="*/ 2 h 260"/>
                <a:gd name="T60" fmla="*/ 1 w 437"/>
                <a:gd name="T61" fmla="*/ 2 h 260"/>
                <a:gd name="T62" fmla="*/ 1 w 437"/>
                <a:gd name="T63" fmla="*/ 2 h 260"/>
                <a:gd name="T64" fmla="*/ 1 w 437"/>
                <a:gd name="T65" fmla="*/ 2 h 260"/>
                <a:gd name="T66" fmla="*/ 0 w 437"/>
                <a:gd name="T67" fmla="*/ 2 h 260"/>
                <a:gd name="T68" fmla="*/ 0 w 437"/>
                <a:gd name="T69" fmla="*/ 2 h 260"/>
                <a:gd name="T70" fmla="*/ 0 w 437"/>
                <a:gd name="T71" fmla="*/ 2 h 260"/>
                <a:gd name="T72" fmla="*/ 0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0" y="260"/>
                  </a:moveTo>
                  <a:lnTo>
                    <a:pt x="0" y="260"/>
                  </a:lnTo>
                  <a:lnTo>
                    <a:pt x="43" y="259"/>
                  </a:lnTo>
                  <a:lnTo>
                    <a:pt x="87" y="255"/>
                  </a:lnTo>
                  <a:lnTo>
                    <a:pt x="128" y="248"/>
                  </a:lnTo>
                  <a:lnTo>
                    <a:pt x="168" y="240"/>
                  </a:lnTo>
                  <a:lnTo>
                    <a:pt x="207" y="230"/>
                  </a:lnTo>
                  <a:lnTo>
                    <a:pt x="242" y="217"/>
                  </a:lnTo>
                  <a:lnTo>
                    <a:pt x="276" y="202"/>
                  </a:lnTo>
                  <a:lnTo>
                    <a:pt x="308" y="185"/>
                  </a:lnTo>
                  <a:lnTo>
                    <a:pt x="336" y="166"/>
                  </a:lnTo>
                  <a:lnTo>
                    <a:pt x="360" y="146"/>
                  </a:lnTo>
                  <a:lnTo>
                    <a:pt x="383" y="125"/>
                  </a:lnTo>
                  <a:lnTo>
                    <a:pt x="401" y="102"/>
                  </a:lnTo>
                  <a:lnTo>
                    <a:pt x="417" y="77"/>
                  </a:lnTo>
                  <a:lnTo>
                    <a:pt x="427" y="53"/>
                  </a:lnTo>
                  <a:lnTo>
                    <a:pt x="434" y="27"/>
                  </a:lnTo>
                  <a:lnTo>
                    <a:pt x="437" y="0"/>
                  </a:lnTo>
                  <a:lnTo>
                    <a:pt x="425" y="0"/>
                  </a:lnTo>
                  <a:lnTo>
                    <a:pt x="422" y="24"/>
                  </a:lnTo>
                  <a:lnTo>
                    <a:pt x="415" y="48"/>
                  </a:lnTo>
                  <a:lnTo>
                    <a:pt x="405" y="73"/>
                  </a:lnTo>
                  <a:lnTo>
                    <a:pt x="392" y="95"/>
                  </a:lnTo>
                  <a:lnTo>
                    <a:pt x="373" y="116"/>
                  </a:lnTo>
                  <a:lnTo>
                    <a:pt x="353" y="137"/>
                  </a:lnTo>
                  <a:lnTo>
                    <a:pt x="329" y="157"/>
                  </a:lnTo>
                  <a:lnTo>
                    <a:pt x="301" y="173"/>
                  </a:lnTo>
                  <a:lnTo>
                    <a:pt x="271" y="190"/>
                  </a:lnTo>
                  <a:lnTo>
                    <a:pt x="237" y="205"/>
                  </a:lnTo>
                  <a:lnTo>
                    <a:pt x="202" y="218"/>
                  </a:lnTo>
                  <a:lnTo>
                    <a:pt x="166" y="228"/>
                  </a:lnTo>
                  <a:lnTo>
                    <a:pt x="126" y="237"/>
                  </a:lnTo>
                  <a:lnTo>
                    <a:pt x="85" y="244"/>
                  </a:lnTo>
                  <a:lnTo>
                    <a:pt x="43" y="247"/>
                  </a:lnTo>
                  <a:lnTo>
                    <a:pt x="0" y="248"/>
                  </a:lnTo>
                  <a:lnTo>
                    <a:pt x="0"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7005" name="Freeform 55"/>
            <p:cNvSpPr>
              <a:spLocks/>
            </p:cNvSpPr>
            <p:nvPr/>
          </p:nvSpPr>
          <p:spPr bwMode="auto">
            <a:xfrm>
              <a:off x="1179" y="1640"/>
              <a:ext cx="88" cy="52"/>
            </a:xfrm>
            <a:custGeom>
              <a:avLst/>
              <a:gdLst>
                <a:gd name="T0" fmla="*/ 0 w 439"/>
                <a:gd name="T1" fmla="*/ 0 h 260"/>
                <a:gd name="T2" fmla="*/ 0 w 439"/>
                <a:gd name="T3" fmla="*/ 0 h 260"/>
                <a:gd name="T4" fmla="*/ 0 w 439"/>
                <a:gd name="T5" fmla="*/ 0 h 260"/>
                <a:gd name="T6" fmla="*/ 0 w 439"/>
                <a:gd name="T7" fmla="*/ 0 h 260"/>
                <a:gd name="T8" fmla="*/ 0 w 439"/>
                <a:gd name="T9" fmla="*/ 1 h 260"/>
                <a:gd name="T10" fmla="*/ 0 w 439"/>
                <a:gd name="T11" fmla="*/ 1 h 260"/>
                <a:gd name="T12" fmla="*/ 0 w 439"/>
                <a:gd name="T13" fmla="*/ 1 h 260"/>
                <a:gd name="T14" fmla="*/ 1 w 439"/>
                <a:gd name="T15" fmla="*/ 1 h 260"/>
                <a:gd name="T16" fmla="*/ 1 w 439"/>
                <a:gd name="T17" fmla="*/ 1 h 260"/>
                <a:gd name="T18" fmla="*/ 1 w 439"/>
                <a:gd name="T19" fmla="*/ 1 h 260"/>
                <a:gd name="T20" fmla="*/ 1 w 439"/>
                <a:gd name="T21" fmla="*/ 2 h 260"/>
                <a:gd name="T22" fmla="*/ 2 w 439"/>
                <a:gd name="T23" fmla="*/ 2 h 260"/>
                <a:gd name="T24" fmla="*/ 2 w 439"/>
                <a:gd name="T25" fmla="*/ 2 h 260"/>
                <a:gd name="T26" fmla="*/ 2 w 439"/>
                <a:gd name="T27" fmla="*/ 2 h 260"/>
                <a:gd name="T28" fmla="*/ 2 w 439"/>
                <a:gd name="T29" fmla="*/ 2 h 260"/>
                <a:gd name="T30" fmla="*/ 3 w 439"/>
                <a:gd name="T31" fmla="*/ 2 h 260"/>
                <a:gd name="T32" fmla="*/ 3 w 439"/>
                <a:gd name="T33" fmla="*/ 2 h 260"/>
                <a:gd name="T34" fmla="*/ 4 w 439"/>
                <a:gd name="T35" fmla="*/ 2 h 260"/>
                <a:gd name="T36" fmla="*/ 4 w 439"/>
                <a:gd name="T37" fmla="*/ 2 h 260"/>
                <a:gd name="T38" fmla="*/ 3 w 439"/>
                <a:gd name="T39" fmla="*/ 2 h 260"/>
                <a:gd name="T40" fmla="*/ 3 w 439"/>
                <a:gd name="T41" fmla="*/ 2 h 260"/>
                <a:gd name="T42" fmla="*/ 3 w 439"/>
                <a:gd name="T43" fmla="*/ 2 h 260"/>
                <a:gd name="T44" fmla="*/ 2 w 439"/>
                <a:gd name="T45" fmla="*/ 2 h 260"/>
                <a:gd name="T46" fmla="*/ 2 w 439"/>
                <a:gd name="T47" fmla="*/ 2 h 260"/>
                <a:gd name="T48" fmla="*/ 2 w 439"/>
                <a:gd name="T49" fmla="*/ 2 h 260"/>
                <a:gd name="T50" fmla="*/ 1 w 439"/>
                <a:gd name="T51" fmla="*/ 2 h 260"/>
                <a:gd name="T52" fmla="*/ 1 w 439"/>
                <a:gd name="T53" fmla="*/ 1 h 260"/>
                <a:gd name="T54" fmla="*/ 1 w 439"/>
                <a:gd name="T55" fmla="*/ 1 h 260"/>
                <a:gd name="T56" fmla="*/ 1 w 439"/>
                <a:gd name="T57" fmla="*/ 1 h 260"/>
                <a:gd name="T58" fmla="*/ 1 w 439"/>
                <a:gd name="T59" fmla="*/ 1 h 260"/>
                <a:gd name="T60" fmla="*/ 0 w 439"/>
                <a:gd name="T61" fmla="*/ 1 h 260"/>
                <a:gd name="T62" fmla="*/ 0 w 439"/>
                <a:gd name="T63" fmla="*/ 1 h 260"/>
                <a:gd name="T64" fmla="*/ 0 w 439"/>
                <a:gd name="T65" fmla="*/ 0 h 260"/>
                <a:gd name="T66" fmla="*/ 0 w 439"/>
                <a:gd name="T67" fmla="*/ 0 h 260"/>
                <a:gd name="T68" fmla="*/ 0 w 439"/>
                <a:gd name="T69" fmla="*/ 0 h 260"/>
                <a:gd name="T70" fmla="*/ 0 w 439"/>
                <a:gd name="T71" fmla="*/ 0 h 260"/>
                <a:gd name="T72" fmla="*/ 0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0" y="0"/>
                  </a:moveTo>
                  <a:lnTo>
                    <a:pt x="0" y="0"/>
                  </a:lnTo>
                  <a:lnTo>
                    <a:pt x="3" y="27"/>
                  </a:lnTo>
                  <a:lnTo>
                    <a:pt x="10" y="53"/>
                  </a:lnTo>
                  <a:lnTo>
                    <a:pt x="20" y="77"/>
                  </a:lnTo>
                  <a:lnTo>
                    <a:pt x="35" y="102"/>
                  </a:lnTo>
                  <a:lnTo>
                    <a:pt x="54" y="125"/>
                  </a:lnTo>
                  <a:lnTo>
                    <a:pt x="76" y="146"/>
                  </a:lnTo>
                  <a:lnTo>
                    <a:pt x="102" y="166"/>
                  </a:lnTo>
                  <a:lnTo>
                    <a:pt x="130" y="185"/>
                  </a:lnTo>
                  <a:lnTo>
                    <a:pt x="162" y="202"/>
                  </a:lnTo>
                  <a:lnTo>
                    <a:pt x="195" y="217"/>
                  </a:lnTo>
                  <a:lnTo>
                    <a:pt x="231" y="230"/>
                  </a:lnTo>
                  <a:lnTo>
                    <a:pt x="270" y="240"/>
                  </a:lnTo>
                  <a:lnTo>
                    <a:pt x="310" y="248"/>
                  </a:lnTo>
                  <a:lnTo>
                    <a:pt x="351" y="255"/>
                  </a:lnTo>
                  <a:lnTo>
                    <a:pt x="395" y="259"/>
                  </a:lnTo>
                  <a:lnTo>
                    <a:pt x="439" y="260"/>
                  </a:lnTo>
                  <a:lnTo>
                    <a:pt x="439" y="248"/>
                  </a:lnTo>
                  <a:lnTo>
                    <a:pt x="395" y="247"/>
                  </a:lnTo>
                  <a:lnTo>
                    <a:pt x="353" y="244"/>
                  </a:lnTo>
                  <a:lnTo>
                    <a:pt x="312" y="237"/>
                  </a:lnTo>
                  <a:lnTo>
                    <a:pt x="272" y="228"/>
                  </a:lnTo>
                  <a:lnTo>
                    <a:pt x="236" y="218"/>
                  </a:lnTo>
                  <a:lnTo>
                    <a:pt x="200" y="205"/>
                  </a:lnTo>
                  <a:lnTo>
                    <a:pt x="167" y="190"/>
                  </a:lnTo>
                  <a:lnTo>
                    <a:pt x="137" y="173"/>
                  </a:lnTo>
                  <a:lnTo>
                    <a:pt x="109" y="157"/>
                  </a:lnTo>
                  <a:lnTo>
                    <a:pt x="84" y="137"/>
                  </a:lnTo>
                  <a:lnTo>
                    <a:pt x="64" y="116"/>
                  </a:lnTo>
                  <a:lnTo>
                    <a:pt x="45" y="95"/>
                  </a:lnTo>
                  <a:lnTo>
                    <a:pt x="32" y="73"/>
                  </a:lnTo>
                  <a:lnTo>
                    <a:pt x="21" y="48"/>
                  </a:lnTo>
                  <a:lnTo>
                    <a:pt x="14" y="24"/>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7006" name="Freeform 56"/>
            <p:cNvSpPr>
              <a:spLocks/>
            </p:cNvSpPr>
            <p:nvPr/>
          </p:nvSpPr>
          <p:spPr bwMode="auto">
            <a:xfrm>
              <a:off x="1179" y="1588"/>
              <a:ext cx="88" cy="52"/>
            </a:xfrm>
            <a:custGeom>
              <a:avLst/>
              <a:gdLst>
                <a:gd name="T0" fmla="*/ 4 w 439"/>
                <a:gd name="T1" fmla="*/ 0 h 260"/>
                <a:gd name="T2" fmla="*/ 4 w 439"/>
                <a:gd name="T3" fmla="*/ 0 h 260"/>
                <a:gd name="T4" fmla="*/ 3 w 439"/>
                <a:gd name="T5" fmla="*/ 0 h 260"/>
                <a:gd name="T6" fmla="*/ 3 w 439"/>
                <a:gd name="T7" fmla="*/ 0 h 260"/>
                <a:gd name="T8" fmla="*/ 2 w 439"/>
                <a:gd name="T9" fmla="*/ 0 h 260"/>
                <a:gd name="T10" fmla="*/ 2 w 439"/>
                <a:gd name="T11" fmla="*/ 0 h 260"/>
                <a:gd name="T12" fmla="*/ 2 w 439"/>
                <a:gd name="T13" fmla="*/ 0 h 260"/>
                <a:gd name="T14" fmla="*/ 2 w 439"/>
                <a:gd name="T15" fmla="*/ 0 h 260"/>
                <a:gd name="T16" fmla="*/ 1 w 439"/>
                <a:gd name="T17" fmla="*/ 0 h 260"/>
                <a:gd name="T18" fmla="*/ 1 w 439"/>
                <a:gd name="T19" fmla="*/ 1 h 260"/>
                <a:gd name="T20" fmla="*/ 1 w 439"/>
                <a:gd name="T21" fmla="*/ 1 h 260"/>
                <a:gd name="T22" fmla="*/ 1 w 439"/>
                <a:gd name="T23" fmla="*/ 1 h 260"/>
                <a:gd name="T24" fmla="*/ 0 w 439"/>
                <a:gd name="T25" fmla="*/ 1 h 260"/>
                <a:gd name="T26" fmla="*/ 0 w 439"/>
                <a:gd name="T27" fmla="*/ 1 h 260"/>
                <a:gd name="T28" fmla="*/ 0 w 439"/>
                <a:gd name="T29" fmla="*/ 1 h 260"/>
                <a:gd name="T30" fmla="*/ 0 w 439"/>
                <a:gd name="T31" fmla="*/ 2 h 260"/>
                <a:gd name="T32" fmla="*/ 0 w 439"/>
                <a:gd name="T33" fmla="*/ 2 h 260"/>
                <a:gd name="T34" fmla="*/ 0 w 439"/>
                <a:gd name="T35" fmla="*/ 2 h 260"/>
                <a:gd name="T36" fmla="*/ 0 w 439"/>
                <a:gd name="T37" fmla="*/ 2 h 260"/>
                <a:gd name="T38" fmla="*/ 0 w 439"/>
                <a:gd name="T39" fmla="*/ 2 h 260"/>
                <a:gd name="T40" fmla="*/ 0 w 439"/>
                <a:gd name="T41" fmla="*/ 2 h 260"/>
                <a:gd name="T42" fmla="*/ 0 w 439"/>
                <a:gd name="T43" fmla="*/ 1 h 260"/>
                <a:gd name="T44" fmla="*/ 0 w 439"/>
                <a:gd name="T45" fmla="*/ 1 h 260"/>
                <a:gd name="T46" fmla="*/ 1 w 439"/>
                <a:gd name="T47" fmla="*/ 1 h 260"/>
                <a:gd name="T48" fmla="*/ 1 w 439"/>
                <a:gd name="T49" fmla="*/ 1 h 260"/>
                <a:gd name="T50" fmla="*/ 1 w 439"/>
                <a:gd name="T51" fmla="*/ 1 h 260"/>
                <a:gd name="T52" fmla="*/ 1 w 439"/>
                <a:gd name="T53" fmla="*/ 1 h 260"/>
                <a:gd name="T54" fmla="*/ 1 w 439"/>
                <a:gd name="T55" fmla="*/ 1 h 260"/>
                <a:gd name="T56" fmla="*/ 2 w 439"/>
                <a:gd name="T57" fmla="*/ 0 h 260"/>
                <a:gd name="T58" fmla="*/ 2 w 439"/>
                <a:gd name="T59" fmla="*/ 0 h 260"/>
                <a:gd name="T60" fmla="*/ 2 w 439"/>
                <a:gd name="T61" fmla="*/ 0 h 260"/>
                <a:gd name="T62" fmla="*/ 3 w 439"/>
                <a:gd name="T63" fmla="*/ 0 h 260"/>
                <a:gd name="T64" fmla="*/ 3 w 439"/>
                <a:gd name="T65" fmla="*/ 0 h 260"/>
                <a:gd name="T66" fmla="*/ 3 w 439"/>
                <a:gd name="T67" fmla="*/ 0 h 260"/>
                <a:gd name="T68" fmla="*/ 4 w 439"/>
                <a:gd name="T69" fmla="*/ 0 h 260"/>
                <a:gd name="T70" fmla="*/ 4 w 439"/>
                <a:gd name="T71" fmla="*/ 0 h 260"/>
                <a:gd name="T72" fmla="*/ 4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439" y="0"/>
                  </a:moveTo>
                  <a:lnTo>
                    <a:pt x="439" y="0"/>
                  </a:lnTo>
                  <a:lnTo>
                    <a:pt x="395" y="1"/>
                  </a:lnTo>
                  <a:lnTo>
                    <a:pt x="351" y="4"/>
                  </a:lnTo>
                  <a:lnTo>
                    <a:pt x="310" y="11"/>
                  </a:lnTo>
                  <a:lnTo>
                    <a:pt x="270" y="19"/>
                  </a:lnTo>
                  <a:lnTo>
                    <a:pt x="231" y="30"/>
                  </a:lnTo>
                  <a:lnTo>
                    <a:pt x="195" y="43"/>
                  </a:lnTo>
                  <a:lnTo>
                    <a:pt x="162" y="58"/>
                  </a:lnTo>
                  <a:lnTo>
                    <a:pt x="130" y="73"/>
                  </a:lnTo>
                  <a:lnTo>
                    <a:pt x="102" y="93"/>
                  </a:lnTo>
                  <a:lnTo>
                    <a:pt x="76" y="113"/>
                  </a:lnTo>
                  <a:lnTo>
                    <a:pt x="54" y="133"/>
                  </a:lnTo>
                  <a:lnTo>
                    <a:pt x="35" y="157"/>
                  </a:lnTo>
                  <a:lnTo>
                    <a:pt x="20" y="181"/>
                  </a:lnTo>
                  <a:lnTo>
                    <a:pt x="10" y="206"/>
                  </a:lnTo>
                  <a:lnTo>
                    <a:pt x="3" y="233"/>
                  </a:lnTo>
                  <a:lnTo>
                    <a:pt x="0" y="260"/>
                  </a:lnTo>
                  <a:lnTo>
                    <a:pt x="12" y="260"/>
                  </a:lnTo>
                  <a:lnTo>
                    <a:pt x="14" y="235"/>
                  </a:lnTo>
                  <a:lnTo>
                    <a:pt x="21" y="211"/>
                  </a:lnTo>
                  <a:lnTo>
                    <a:pt x="32" y="186"/>
                  </a:lnTo>
                  <a:lnTo>
                    <a:pt x="45" y="164"/>
                  </a:lnTo>
                  <a:lnTo>
                    <a:pt x="64" y="143"/>
                  </a:lnTo>
                  <a:lnTo>
                    <a:pt x="84" y="123"/>
                  </a:lnTo>
                  <a:lnTo>
                    <a:pt x="109" y="103"/>
                  </a:lnTo>
                  <a:lnTo>
                    <a:pt x="137" y="85"/>
                  </a:lnTo>
                  <a:lnTo>
                    <a:pt x="167" y="70"/>
                  </a:lnTo>
                  <a:lnTo>
                    <a:pt x="200" y="55"/>
                  </a:lnTo>
                  <a:lnTo>
                    <a:pt x="236" y="42"/>
                  </a:lnTo>
                  <a:lnTo>
                    <a:pt x="272" y="31"/>
                  </a:lnTo>
                  <a:lnTo>
                    <a:pt x="312" y="23"/>
                  </a:lnTo>
                  <a:lnTo>
                    <a:pt x="353" y="16"/>
                  </a:lnTo>
                  <a:lnTo>
                    <a:pt x="395" y="12"/>
                  </a:lnTo>
                  <a:lnTo>
                    <a:pt x="439" y="11"/>
                  </a:lnTo>
                  <a:lnTo>
                    <a:pt x="439"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7007" name="Freeform 57"/>
            <p:cNvSpPr>
              <a:spLocks/>
            </p:cNvSpPr>
            <p:nvPr/>
          </p:nvSpPr>
          <p:spPr bwMode="auto">
            <a:xfrm>
              <a:off x="964" y="1745"/>
              <a:ext cx="48" cy="85"/>
            </a:xfrm>
            <a:custGeom>
              <a:avLst/>
              <a:gdLst>
                <a:gd name="T0" fmla="*/ 2 w 244"/>
                <a:gd name="T1" fmla="*/ 3 h 426"/>
                <a:gd name="T2" fmla="*/ 2 w 244"/>
                <a:gd name="T3" fmla="*/ 3 h 426"/>
                <a:gd name="T4" fmla="*/ 2 w 244"/>
                <a:gd name="T5" fmla="*/ 3 h 426"/>
                <a:gd name="T6" fmla="*/ 2 w 244"/>
                <a:gd name="T7" fmla="*/ 3 h 426"/>
                <a:gd name="T8" fmla="*/ 2 w 244"/>
                <a:gd name="T9" fmla="*/ 2 h 426"/>
                <a:gd name="T10" fmla="*/ 2 w 244"/>
                <a:gd name="T11" fmla="*/ 2 h 426"/>
                <a:gd name="T12" fmla="*/ 2 w 244"/>
                <a:gd name="T13" fmla="*/ 2 h 426"/>
                <a:gd name="T14" fmla="*/ 2 w 244"/>
                <a:gd name="T15" fmla="*/ 2 h 426"/>
                <a:gd name="T16" fmla="*/ 1 w 244"/>
                <a:gd name="T17" fmla="*/ 1 h 426"/>
                <a:gd name="T18" fmla="*/ 1 w 244"/>
                <a:gd name="T19" fmla="*/ 1 h 426"/>
                <a:gd name="T20" fmla="*/ 1 w 244"/>
                <a:gd name="T21" fmla="*/ 1 h 426"/>
                <a:gd name="T22" fmla="*/ 1 w 244"/>
                <a:gd name="T23" fmla="*/ 1 h 426"/>
                <a:gd name="T24" fmla="*/ 1 w 244"/>
                <a:gd name="T25" fmla="*/ 0 h 426"/>
                <a:gd name="T26" fmla="*/ 1 w 244"/>
                <a:gd name="T27" fmla="*/ 0 h 426"/>
                <a:gd name="T28" fmla="*/ 1 w 244"/>
                <a:gd name="T29" fmla="*/ 0 h 426"/>
                <a:gd name="T30" fmla="*/ 0 w 244"/>
                <a:gd name="T31" fmla="*/ 0 h 426"/>
                <a:gd name="T32" fmla="*/ 0 w 244"/>
                <a:gd name="T33" fmla="*/ 0 h 426"/>
                <a:gd name="T34" fmla="*/ 0 w 244"/>
                <a:gd name="T35" fmla="*/ 0 h 426"/>
                <a:gd name="T36" fmla="*/ 0 w 244"/>
                <a:gd name="T37" fmla="*/ 0 h 426"/>
                <a:gd name="T38" fmla="*/ 0 w 244"/>
                <a:gd name="T39" fmla="*/ 0 h 426"/>
                <a:gd name="T40" fmla="*/ 0 w 244"/>
                <a:gd name="T41" fmla="*/ 0 h 426"/>
                <a:gd name="T42" fmla="*/ 1 w 244"/>
                <a:gd name="T43" fmla="*/ 0 h 426"/>
                <a:gd name="T44" fmla="*/ 1 w 244"/>
                <a:gd name="T45" fmla="*/ 0 h 426"/>
                <a:gd name="T46" fmla="*/ 1 w 244"/>
                <a:gd name="T47" fmla="*/ 0 h 426"/>
                <a:gd name="T48" fmla="*/ 1 w 244"/>
                <a:gd name="T49" fmla="*/ 1 h 426"/>
                <a:gd name="T50" fmla="*/ 1 w 244"/>
                <a:gd name="T51" fmla="*/ 1 h 426"/>
                <a:gd name="T52" fmla="*/ 1 w 244"/>
                <a:gd name="T53" fmla="*/ 1 h 426"/>
                <a:gd name="T54" fmla="*/ 1 w 244"/>
                <a:gd name="T55" fmla="*/ 1 h 426"/>
                <a:gd name="T56" fmla="*/ 1 w 244"/>
                <a:gd name="T57" fmla="*/ 2 h 426"/>
                <a:gd name="T58" fmla="*/ 2 w 244"/>
                <a:gd name="T59" fmla="*/ 2 h 426"/>
                <a:gd name="T60" fmla="*/ 2 w 244"/>
                <a:gd name="T61" fmla="*/ 2 h 426"/>
                <a:gd name="T62" fmla="*/ 2 w 244"/>
                <a:gd name="T63" fmla="*/ 2 h 426"/>
                <a:gd name="T64" fmla="*/ 2 w 244"/>
                <a:gd name="T65" fmla="*/ 3 h 426"/>
                <a:gd name="T66" fmla="*/ 2 w 244"/>
                <a:gd name="T67" fmla="*/ 3 h 426"/>
                <a:gd name="T68" fmla="*/ 2 w 244"/>
                <a:gd name="T69" fmla="*/ 3 h 426"/>
                <a:gd name="T70" fmla="*/ 2 w 244"/>
                <a:gd name="T71" fmla="*/ 3 h 426"/>
                <a:gd name="T72" fmla="*/ 2 w 244"/>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6"/>
                <a:gd name="T113" fmla="*/ 244 w 244"/>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6">
                  <a:moveTo>
                    <a:pt x="244" y="426"/>
                  </a:moveTo>
                  <a:lnTo>
                    <a:pt x="244" y="426"/>
                  </a:lnTo>
                  <a:lnTo>
                    <a:pt x="243" y="383"/>
                  </a:lnTo>
                  <a:lnTo>
                    <a:pt x="240" y="340"/>
                  </a:lnTo>
                  <a:lnTo>
                    <a:pt x="234" y="300"/>
                  </a:lnTo>
                  <a:lnTo>
                    <a:pt x="226" y="262"/>
                  </a:lnTo>
                  <a:lnTo>
                    <a:pt x="215" y="224"/>
                  </a:lnTo>
                  <a:lnTo>
                    <a:pt x="203" y="189"/>
                  </a:lnTo>
                  <a:lnTo>
                    <a:pt x="189" y="157"/>
                  </a:lnTo>
                  <a:lnTo>
                    <a:pt x="174" y="126"/>
                  </a:lnTo>
                  <a:lnTo>
                    <a:pt x="155" y="99"/>
                  </a:lnTo>
                  <a:lnTo>
                    <a:pt x="138" y="74"/>
                  </a:lnTo>
                  <a:lnTo>
                    <a:pt x="118" y="52"/>
                  </a:lnTo>
                  <a:lnTo>
                    <a:pt x="96" y="34"/>
                  </a:lnTo>
                  <a:lnTo>
                    <a:pt x="73" y="19"/>
                  </a:lnTo>
                  <a:lnTo>
                    <a:pt x="50" y="8"/>
                  </a:lnTo>
                  <a:lnTo>
                    <a:pt x="25" y="2"/>
                  </a:lnTo>
                  <a:lnTo>
                    <a:pt x="0" y="0"/>
                  </a:lnTo>
                  <a:lnTo>
                    <a:pt x="0" y="12"/>
                  </a:lnTo>
                  <a:lnTo>
                    <a:pt x="23" y="14"/>
                  </a:lnTo>
                  <a:lnTo>
                    <a:pt x="45" y="20"/>
                  </a:lnTo>
                  <a:lnTo>
                    <a:pt x="66" y="31"/>
                  </a:lnTo>
                  <a:lnTo>
                    <a:pt x="89" y="43"/>
                  </a:lnTo>
                  <a:lnTo>
                    <a:pt x="109" y="61"/>
                  </a:lnTo>
                  <a:lnTo>
                    <a:pt x="129" y="81"/>
                  </a:lnTo>
                  <a:lnTo>
                    <a:pt x="146" y="106"/>
                  </a:lnTo>
                  <a:lnTo>
                    <a:pt x="162" y="133"/>
                  </a:lnTo>
                  <a:lnTo>
                    <a:pt x="178" y="162"/>
                  </a:lnTo>
                  <a:lnTo>
                    <a:pt x="192" y="194"/>
                  </a:lnTo>
                  <a:lnTo>
                    <a:pt x="203" y="229"/>
                  </a:lnTo>
                  <a:lnTo>
                    <a:pt x="214" y="264"/>
                  </a:lnTo>
                  <a:lnTo>
                    <a:pt x="222" y="303"/>
                  </a:lnTo>
                  <a:lnTo>
                    <a:pt x="228" y="342"/>
                  </a:lnTo>
                  <a:lnTo>
                    <a:pt x="232" y="383"/>
                  </a:lnTo>
                  <a:lnTo>
                    <a:pt x="233" y="426"/>
                  </a:lnTo>
                  <a:lnTo>
                    <a:pt x="244"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7008" name="Freeform 58"/>
            <p:cNvSpPr>
              <a:spLocks/>
            </p:cNvSpPr>
            <p:nvPr/>
          </p:nvSpPr>
          <p:spPr bwMode="auto">
            <a:xfrm>
              <a:off x="964" y="1830"/>
              <a:ext cx="48" cy="85"/>
            </a:xfrm>
            <a:custGeom>
              <a:avLst/>
              <a:gdLst>
                <a:gd name="T0" fmla="*/ 0 w 244"/>
                <a:gd name="T1" fmla="*/ 3 h 424"/>
                <a:gd name="T2" fmla="*/ 0 w 244"/>
                <a:gd name="T3" fmla="*/ 3 h 424"/>
                <a:gd name="T4" fmla="*/ 0 w 244"/>
                <a:gd name="T5" fmla="*/ 3 h 424"/>
                <a:gd name="T6" fmla="*/ 0 w 244"/>
                <a:gd name="T7" fmla="*/ 3 h 424"/>
                <a:gd name="T8" fmla="*/ 1 w 244"/>
                <a:gd name="T9" fmla="*/ 3 h 424"/>
                <a:gd name="T10" fmla="*/ 1 w 244"/>
                <a:gd name="T11" fmla="*/ 3 h 424"/>
                <a:gd name="T12" fmla="*/ 1 w 244"/>
                <a:gd name="T13" fmla="*/ 3 h 424"/>
                <a:gd name="T14" fmla="*/ 1 w 244"/>
                <a:gd name="T15" fmla="*/ 3 h 424"/>
                <a:gd name="T16" fmla="*/ 1 w 244"/>
                <a:gd name="T17" fmla="*/ 3 h 424"/>
                <a:gd name="T18" fmla="*/ 1 w 244"/>
                <a:gd name="T19" fmla="*/ 2 h 424"/>
                <a:gd name="T20" fmla="*/ 1 w 244"/>
                <a:gd name="T21" fmla="*/ 2 h 424"/>
                <a:gd name="T22" fmla="*/ 2 w 244"/>
                <a:gd name="T23" fmla="*/ 2 h 424"/>
                <a:gd name="T24" fmla="*/ 2 w 244"/>
                <a:gd name="T25" fmla="*/ 2 h 424"/>
                <a:gd name="T26" fmla="*/ 2 w 244"/>
                <a:gd name="T27" fmla="*/ 1 h 424"/>
                <a:gd name="T28" fmla="*/ 2 w 244"/>
                <a:gd name="T29" fmla="*/ 1 h 424"/>
                <a:gd name="T30" fmla="*/ 2 w 244"/>
                <a:gd name="T31" fmla="*/ 1 h 424"/>
                <a:gd name="T32" fmla="*/ 2 w 244"/>
                <a:gd name="T33" fmla="*/ 0 h 424"/>
                <a:gd name="T34" fmla="*/ 2 w 244"/>
                <a:gd name="T35" fmla="*/ 0 h 424"/>
                <a:gd name="T36" fmla="*/ 2 w 244"/>
                <a:gd name="T37" fmla="*/ 0 h 424"/>
                <a:gd name="T38" fmla="*/ 2 w 244"/>
                <a:gd name="T39" fmla="*/ 0 h 424"/>
                <a:gd name="T40" fmla="*/ 2 w 244"/>
                <a:gd name="T41" fmla="*/ 1 h 424"/>
                <a:gd name="T42" fmla="*/ 2 w 244"/>
                <a:gd name="T43" fmla="*/ 1 h 424"/>
                <a:gd name="T44" fmla="*/ 2 w 244"/>
                <a:gd name="T45" fmla="*/ 1 h 424"/>
                <a:gd name="T46" fmla="*/ 2 w 244"/>
                <a:gd name="T47" fmla="*/ 2 h 424"/>
                <a:gd name="T48" fmla="*/ 1 w 244"/>
                <a:gd name="T49" fmla="*/ 2 h 424"/>
                <a:gd name="T50" fmla="*/ 1 w 244"/>
                <a:gd name="T51" fmla="*/ 2 h 424"/>
                <a:gd name="T52" fmla="*/ 1 w 244"/>
                <a:gd name="T53" fmla="*/ 2 h 424"/>
                <a:gd name="T54" fmla="*/ 1 w 244"/>
                <a:gd name="T55" fmla="*/ 3 h 424"/>
                <a:gd name="T56" fmla="*/ 1 w 244"/>
                <a:gd name="T57" fmla="*/ 3 h 424"/>
                <a:gd name="T58" fmla="*/ 1 w 244"/>
                <a:gd name="T59" fmla="*/ 3 h 424"/>
                <a:gd name="T60" fmla="*/ 1 w 244"/>
                <a:gd name="T61" fmla="*/ 3 h 424"/>
                <a:gd name="T62" fmla="*/ 1 w 244"/>
                <a:gd name="T63" fmla="*/ 3 h 424"/>
                <a:gd name="T64" fmla="*/ 0 w 244"/>
                <a:gd name="T65" fmla="*/ 3 h 424"/>
                <a:gd name="T66" fmla="*/ 0 w 244"/>
                <a:gd name="T67" fmla="*/ 3 h 424"/>
                <a:gd name="T68" fmla="*/ 0 w 244"/>
                <a:gd name="T69" fmla="*/ 3 h 424"/>
                <a:gd name="T70" fmla="*/ 0 w 244"/>
                <a:gd name="T71" fmla="*/ 3 h 424"/>
                <a:gd name="T72" fmla="*/ 0 w 244"/>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4"/>
                <a:gd name="T113" fmla="*/ 244 w 244"/>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4">
                  <a:moveTo>
                    <a:pt x="0" y="424"/>
                  </a:moveTo>
                  <a:lnTo>
                    <a:pt x="0" y="424"/>
                  </a:lnTo>
                  <a:lnTo>
                    <a:pt x="25" y="422"/>
                  </a:lnTo>
                  <a:lnTo>
                    <a:pt x="50" y="416"/>
                  </a:lnTo>
                  <a:lnTo>
                    <a:pt x="73" y="405"/>
                  </a:lnTo>
                  <a:lnTo>
                    <a:pt x="96" y="390"/>
                  </a:lnTo>
                  <a:lnTo>
                    <a:pt x="118" y="373"/>
                  </a:lnTo>
                  <a:lnTo>
                    <a:pt x="138" y="350"/>
                  </a:lnTo>
                  <a:lnTo>
                    <a:pt x="155" y="326"/>
                  </a:lnTo>
                  <a:lnTo>
                    <a:pt x="173" y="299"/>
                  </a:lnTo>
                  <a:lnTo>
                    <a:pt x="189" y="268"/>
                  </a:lnTo>
                  <a:lnTo>
                    <a:pt x="203" y="235"/>
                  </a:lnTo>
                  <a:lnTo>
                    <a:pt x="215" y="201"/>
                  </a:lnTo>
                  <a:lnTo>
                    <a:pt x="226" y="163"/>
                  </a:lnTo>
                  <a:lnTo>
                    <a:pt x="234" y="125"/>
                  </a:lnTo>
                  <a:lnTo>
                    <a:pt x="240" y="85"/>
                  </a:lnTo>
                  <a:lnTo>
                    <a:pt x="243" y="42"/>
                  </a:lnTo>
                  <a:lnTo>
                    <a:pt x="244" y="0"/>
                  </a:lnTo>
                  <a:lnTo>
                    <a:pt x="233" y="0"/>
                  </a:lnTo>
                  <a:lnTo>
                    <a:pt x="232" y="42"/>
                  </a:lnTo>
                  <a:lnTo>
                    <a:pt x="228" y="83"/>
                  </a:lnTo>
                  <a:lnTo>
                    <a:pt x="222" y="123"/>
                  </a:lnTo>
                  <a:lnTo>
                    <a:pt x="214" y="160"/>
                  </a:lnTo>
                  <a:lnTo>
                    <a:pt x="203" y="197"/>
                  </a:lnTo>
                  <a:lnTo>
                    <a:pt x="192" y="231"/>
                  </a:lnTo>
                  <a:lnTo>
                    <a:pt x="178" y="263"/>
                  </a:lnTo>
                  <a:lnTo>
                    <a:pt x="164" y="292"/>
                  </a:lnTo>
                  <a:lnTo>
                    <a:pt x="146" y="319"/>
                  </a:lnTo>
                  <a:lnTo>
                    <a:pt x="129" y="343"/>
                  </a:lnTo>
                  <a:lnTo>
                    <a:pt x="109" y="363"/>
                  </a:lnTo>
                  <a:lnTo>
                    <a:pt x="89" y="381"/>
                  </a:lnTo>
                  <a:lnTo>
                    <a:pt x="66" y="394"/>
                  </a:lnTo>
                  <a:lnTo>
                    <a:pt x="45" y="404"/>
                  </a:lnTo>
                  <a:lnTo>
                    <a:pt x="23" y="410"/>
                  </a:lnTo>
                  <a:lnTo>
                    <a:pt x="0" y="412"/>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7009" name="Freeform 59"/>
            <p:cNvSpPr>
              <a:spLocks/>
            </p:cNvSpPr>
            <p:nvPr/>
          </p:nvSpPr>
          <p:spPr bwMode="auto">
            <a:xfrm>
              <a:off x="915" y="1830"/>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1" y="42"/>
                  </a:lnTo>
                  <a:lnTo>
                    <a:pt x="4" y="85"/>
                  </a:lnTo>
                  <a:lnTo>
                    <a:pt x="10" y="125"/>
                  </a:lnTo>
                  <a:lnTo>
                    <a:pt x="19" y="163"/>
                  </a:lnTo>
                  <a:lnTo>
                    <a:pt x="29" y="201"/>
                  </a:lnTo>
                  <a:lnTo>
                    <a:pt x="41" y="235"/>
                  </a:lnTo>
                  <a:lnTo>
                    <a:pt x="55" y="268"/>
                  </a:lnTo>
                  <a:lnTo>
                    <a:pt x="71" y="299"/>
                  </a:lnTo>
                  <a:lnTo>
                    <a:pt x="89" y="326"/>
                  </a:lnTo>
                  <a:lnTo>
                    <a:pt x="106" y="350"/>
                  </a:lnTo>
                  <a:lnTo>
                    <a:pt x="126" y="373"/>
                  </a:lnTo>
                  <a:lnTo>
                    <a:pt x="149" y="390"/>
                  </a:lnTo>
                  <a:lnTo>
                    <a:pt x="171" y="405"/>
                  </a:lnTo>
                  <a:lnTo>
                    <a:pt x="194" y="416"/>
                  </a:lnTo>
                  <a:lnTo>
                    <a:pt x="219" y="422"/>
                  </a:lnTo>
                  <a:lnTo>
                    <a:pt x="245" y="424"/>
                  </a:lnTo>
                  <a:lnTo>
                    <a:pt x="245" y="412"/>
                  </a:lnTo>
                  <a:lnTo>
                    <a:pt x="221" y="410"/>
                  </a:lnTo>
                  <a:lnTo>
                    <a:pt x="199" y="404"/>
                  </a:lnTo>
                  <a:lnTo>
                    <a:pt x="178" y="394"/>
                  </a:lnTo>
                  <a:lnTo>
                    <a:pt x="156" y="381"/>
                  </a:lnTo>
                  <a:lnTo>
                    <a:pt x="136" y="363"/>
                  </a:lnTo>
                  <a:lnTo>
                    <a:pt x="116" y="343"/>
                  </a:lnTo>
                  <a:lnTo>
                    <a:pt x="98" y="319"/>
                  </a:lnTo>
                  <a:lnTo>
                    <a:pt x="81" y="292"/>
                  </a:lnTo>
                  <a:lnTo>
                    <a:pt x="67" y="263"/>
                  </a:lnTo>
                  <a:lnTo>
                    <a:pt x="52" y="231"/>
                  </a:lnTo>
                  <a:lnTo>
                    <a:pt x="41" y="197"/>
                  </a:lnTo>
                  <a:lnTo>
                    <a:pt x="30" y="160"/>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7010" name="Freeform 60"/>
            <p:cNvSpPr>
              <a:spLocks/>
            </p:cNvSpPr>
            <p:nvPr/>
          </p:nvSpPr>
          <p:spPr bwMode="auto">
            <a:xfrm>
              <a:off x="915" y="1745"/>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0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19" y="2"/>
                  </a:lnTo>
                  <a:lnTo>
                    <a:pt x="194" y="8"/>
                  </a:lnTo>
                  <a:lnTo>
                    <a:pt x="171" y="19"/>
                  </a:lnTo>
                  <a:lnTo>
                    <a:pt x="149" y="34"/>
                  </a:lnTo>
                  <a:lnTo>
                    <a:pt x="126" y="52"/>
                  </a:lnTo>
                  <a:lnTo>
                    <a:pt x="106" y="74"/>
                  </a:lnTo>
                  <a:lnTo>
                    <a:pt x="89" y="99"/>
                  </a:lnTo>
                  <a:lnTo>
                    <a:pt x="70" y="126"/>
                  </a:lnTo>
                  <a:lnTo>
                    <a:pt x="55" y="157"/>
                  </a:lnTo>
                  <a:lnTo>
                    <a:pt x="41" y="189"/>
                  </a:lnTo>
                  <a:lnTo>
                    <a:pt x="29" y="224"/>
                  </a:lnTo>
                  <a:lnTo>
                    <a:pt x="19" y="262"/>
                  </a:lnTo>
                  <a:lnTo>
                    <a:pt x="10" y="300"/>
                  </a:lnTo>
                  <a:lnTo>
                    <a:pt x="4" y="340"/>
                  </a:lnTo>
                  <a:lnTo>
                    <a:pt x="1" y="383"/>
                  </a:lnTo>
                  <a:lnTo>
                    <a:pt x="0" y="426"/>
                  </a:lnTo>
                  <a:lnTo>
                    <a:pt x="11" y="426"/>
                  </a:lnTo>
                  <a:lnTo>
                    <a:pt x="13" y="383"/>
                  </a:lnTo>
                  <a:lnTo>
                    <a:pt x="16" y="342"/>
                  </a:lnTo>
                  <a:lnTo>
                    <a:pt x="22" y="303"/>
                  </a:lnTo>
                  <a:lnTo>
                    <a:pt x="30" y="264"/>
                  </a:lnTo>
                  <a:lnTo>
                    <a:pt x="41" y="229"/>
                  </a:lnTo>
                  <a:lnTo>
                    <a:pt x="52" y="194"/>
                  </a:lnTo>
                  <a:lnTo>
                    <a:pt x="67" y="162"/>
                  </a:lnTo>
                  <a:lnTo>
                    <a:pt x="82" y="133"/>
                  </a:lnTo>
                  <a:lnTo>
                    <a:pt x="98" y="106"/>
                  </a:lnTo>
                  <a:lnTo>
                    <a:pt x="116" y="81"/>
                  </a:lnTo>
                  <a:lnTo>
                    <a:pt x="136" y="61"/>
                  </a:lnTo>
                  <a:lnTo>
                    <a:pt x="156" y="43"/>
                  </a:lnTo>
                  <a:lnTo>
                    <a:pt x="178" y="31"/>
                  </a:lnTo>
                  <a:lnTo>
                    <a:pt x="199" y="20"/>
                  </a:lnTo>
                  <a:lnTo>
                    <a:pt x="221"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7011" name="Freeform 61"/>
            <p:cNvSpPr>
              <a:spLocks/>
            </p:cNvSpPr>
            <p:nvPr/>
          </p:nvSpPr>
          <p:spPr bwMode="auto">
            <a:xfrm>
              <a:off x="1140" y="2087"/>
              <a:ext cx="49" cy="85"/>
            </a:xfrm>
            <a:custGeom>
              <a:avLst/>
              <a:gdLst>
                <a:gd name="T0" fmla="*/ 2 w 246"/>
                <a:gd name="T1" fmla="*/ 3 h 424"/>
                <a:gd name="T2" fmla="*/ 2 w 246"/>
                <a:gd name="T3" fmla="*/ 3 h 424"/>
                <a:gd name="T4" fmla="*/ 2 w 246"/>
                <a:gd name="T5" fmla="*/ 3 h 424"/>
                <a:gd name="T6" fmla="*/ 2 w 246"/>
                <a:gd name="T7" fmla="*/ 3 h 424"/>
                <a:gd name="T8" fmla="*/ 2 w 246"/>
                <a:gd name="T9" fmla="*/ 2 h 424"/>
                <a:gd name="T10" fmla="*/ 2 w 246"/>
                <a:gd name="T11" fmla="*/ 2 h 424"/>
                <a:gd name="T12" fmla="*/ 2 w 246"/>
                <a:gd name="T13" fmla="*/ 2 h 424"/>
                <a:gd name="T14" fmla="*/ 2 w 246"/>
                <a:gd name="T15" fmla="*/ 2 h 424"/>
                <a:gd name="T16" fmla="*/ 2 w 246"/>
                <a:gd name="T17" fmla="*/ 1 h 424"/>
                <a:gd name="T18" fmla="*/ 1 w 246"/>
                <a:gd name="T19" fmla="*/ 1 h 424"/>
                <a:gd name="T20" fmla="*/ 1 w 246"/>
                <a:gd name="T21" fmla="*/ 1 h 424"/>
                <a:gd name="T22" fmla="*/ 1 w 246"/>
                <a:gd name="T23" fmla="*/ 1 h 424"/>
                <a:gd name="T24" fmla="*/ 1 w 246"/>
                <a:gd name="T25" fmla="*/ 0 h 424"/>
                <a:gd name="T26" fmla="*/ 1 w 246"/>
                <a:gd name="T27" fmla="*/ 0 h 424"/>
                <a:gd name="T28" fmla="*/ 1 w 246"/>
                <a:gd name="T29" fmla="*/ 0 h 424"/>
                <a:gd name="T30" fmla="*/ 0 w 246"/>
                <a:gd name="T31" fmla="*/ 0 h 424"/>
                <a:gd name="T32" fmla="*/ 0 w 246"/>
                <a:gd name="T33" fmla="*/ 0 h 424"/>
                <a:gd name="T34" fmla="*/ 0 w 246"/>
                <a:gd name="T35" fmla="*/ 0 h 424"/>
                <a:gd name="T36" fmla="*/ 0 w 246"/>
                <a:gd name="T37" fmla="*/ 0 h 424"/>
                <a:gd name="T38" fmla="*/ 0 w 246"/>
                <a:gd name="T39" fmla="*/ 0 h 424"/>
                <a:gd name="T40" fmla="*/ 0 w 246"/>
                <a:gd name="T41" fmla="*/ 0 h 424"/>
                <a:gd name="T42" fmla="*/ 1 w 246"/>
                <a:gd name="T43" fmla="*/ 0 h 424"/>
                <a:gd name="T44" fmla="*/ 1 w 246"/>
                <a:gd name="T45" fmla="*/ 0 h 424"/>
                <a:gd name="T46" fmla="*/ 1 w 246"/>
                <a:gd name="T47" fmla="*/ 0 h 424"/>
                <a:gd name="T48" fmla="*/ 1 w 246"/>
                <a:gd name="T49" fmla="*/ 1 h 424"/>
                <a:gd name="T50" fmla="*/ 1 w 246"/>
                <a:gd name="T51" fmla="*/ 1 h 424"/>
                <a:gd name="T52" fmla="*/ 1 w 246"/>
                <a:gd name="T53" fmla="*/ 1 h 424"/>
                <a:gd name="T54" fmla="*/ 1 w 246"/>
                <a:gd name="T55" fmla="*/ 1 h 424"/>
                <a:gd name="T56" fmla="*/ 2 w 246"/>
                <a:gd name="T57" fmla="*/ 2 h 424"/>
                <a:gd name="T58" fmla="*/ 2 w 246"/>
                <a:gd name="T59" fmla="*/ 2 h 424"/>
                <a:gd name="T60" fmla="*/ 2 w 246"/>
                <a:gd name="T61" fmla="*/ 2 h 424"/>
                <a:gd name="T62" fmla="*/ 2 w 246"/>
                <a:gd name="T63" fmla="*/ 2 h 424"/>
                <a:gd name="T64" fmla="*/ 2 w 246"/>
                <a:gd name="T65" fmla="*/ 3 h 424"/>
                <a:gd name="T66" fmla="*/ 2 w 246"/>
                <a:gd name="T67" fmla="*/ 3 h 424"/>
                <a:gd name="T68" fmla="*/ 2 w 246"/>
                <a:gd name="T69" fmla="*/ 3 h 424"/>
                <a:gd name="T70" fmla="*/ 2 w 246"/>
                <a:gd name="T71" fmla="*/ 3 h 424"/>
                <a:gd name="T72" fmla="*/ 2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424"/>
                  </a:moveTo>
                  <a:lnTo>
                    <a:pt x="246" y="424"/>
                  </a:lnTo>
                  <a:lnTo>
                    <a:pt x="244" y="382"/>
                  </a:lnTo>
                  <a:lnTo>
                    <a:pt x="241" y="338"/>
                  </a:lnTo>
                  <a:lnTo>
                    <a:pt x="235" y="298"/>
                  </a:lnTo>
                  <a:lnTo>
                    <a:pt x="227" y="261"/>
                  </a:lnTo>
                  <a:lnTo>
                    <a:pt x="216" y="222"/>
                  </a:lnTo>
                  <a:lnTo>
                    <a:pt x="205" y="188"/>
                  </a:lnTo>
                  <a:lnTo>
                    <a:pt x="190" y="155"/>
                  </a:lnTo>
                  <a:lnTo>
                    <a:pt x="174" y="125"/>
                  </a:lnTo>
                  <a:lnTo>
                    <a:pt x="157" y="98"/>
                  </a:lnTo>
                  <a:lnTo>
                    <a:pt x="138" y="73"/>
                  </a:lnTo>
                  <a:lnTo>
                    <a:pt x="118" y="51"/>
                  </a:lnTo>
                  <a:lnTo>
                    <a:pt x="96" y="34"/>
                  </a:lnTo>
                  <a:lnTo>
                    <a:pt x="74" y="18"/>
                  </a:lnTo>
                  <a:lnTo>
                    <a:pt x="50" y="8"/>
                  </a:lnTo>
                  <a:lnTo>
                    <a:pt x="25" y="2"/>
                  </a:lnTo>
                  <a:lnTo>
                    <a:pt x="0" y="0"/>
                  </a:lnTo>
                  <a:lnTo>
                    <a:pt x="0" y="11"/>
                  </a:lnTo>
                  <a:lnTo>
                    <a:pt x="23" y="14"/>
                  </a:lnTo>
                  <a:lnTo>
                    <a:pt x="45" y="19"/>
                  </a:lnTo>
                  <a:lnTo>
                    <a:pt x="67" y="30"/>
                  </a:lnTo>
                  <a:lnTo>
                    <a:pt x="89" y="43"/>
                  </a:lnTo>
                  <a:lnTo>
                    <a:pt x="108" y="60"/>
                  </a:lnTo>
                  <a:lnTo>
                    <a:pt x="128" y="80"/>
                  </a:lnTo>
                  <a:lnTo>
                    <a:pt x="147" y="105"/>
                  </a:lnTo>
                  <a:lnTo>
                    <a:pt x="165" y="132"/>
                  </a:lnTo>
                  <a:lnTo>
                    <a:pt x="179" y="160"/>
                  </a:lnTo>
                  <a:lnTo>
                    <a:pt x="193" y="193"/>
                  </a:lnTo>
                  <a:lnTo>
                    <a:pt x="205" y="227"/>
                  </a:lnTo>
                  <a:lnTo>
                    <a:pt x="215" y="263"/>
                  </a:lnTo>
                  <a:lnTo>
                    <a:pt x="223" y="301"/>
                  </a:lnTo>
                  <a:lnTo>
                    <a:pt x="229" y="341"/>
                  </a:lnTo>
                  <a:lnTo>
                    <a:pt x="233" y="382"/>
                  </a:lnTo>
                  <a:lnTo>
                    <a:pt x="234" y="424"/>
                  </a:lnTo>
                  <a:lnTo>
                    <a:pt x="246"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7012" name="Freeform 62"/>
            <p:cNvSpPr>
              <a:spLocks/>
            </p:cNvSpPr>
            <p:nvPr/>
          </p:nvSpPr>
          <p:spPr bwMode="auto">
            <a:xfrm>
              <a:off x="1140" y="2172"/>
              <a:ext cx="49" cy="85"/>
            </a:xfrm>
            <a:custGeom>
              <a:avLst/>
              <a:gdLst>
                <a:gd name="T0" fmla="*/ 0 w 246"/>
                <a:gd name="T1" fmla="*/ 3 h 426"/>
                <a:gd name="T2" fmla="*/ 0 w 246"/>
                <a:gd name="T3" fmla="*/ 3 h 426"/>
                <a:gd name="T4" fmla="*/ 0 w 246"/>
                <a:gd name="T5" fmla="*/ 3 h 426"/>
                <a:gd name="T6" fmla="*/ 0 w 246"/>
                <a:gd name="T7" fmla="*/ 3 h 426"/>
                <a:gd name="T8" fmla="*/ 1 w 246"/>
                <a:gd name="T9" fmla="*/ 3 h 426"/>
                <a:gd name="T10" fmla="*/ 1 w 246"/>
                <a:gd name="T11" fmla="*/ 3 h 426"/>
                <a:gd name="T12" fmla="*/ 1 w 246"/>
                <a:gd name="T13" fmla="*/ 3 h 426"/>
                <a:gd name="T14" fmla="*/ 1 w 246"/>
                <a:gd name="T15" fmla="*/ 3 h 426"/>
                <a:gd name="T16" fmla="*/ 1 w 246"/>
                <a:gd name="T17" fmla="*/ 3 h 426"/>
                <a:gd name="T18" fmla="*/ 1 w 246"/>
                <a:gd name="T19" fmla="*/ 2 h 426"/>
                <a:gd name="T20" fmla="*/ 2 w 246"/>
                <a:gd name="T21" fmla="*/ 2 h 426"/>
                <a:gd name="T22" fmla="*/ 2 w 246"/>
                <a:gd name="T23" fmla="*/ 2 h 426"/>
                <a:gd name="T24" fmla="*/ 2 w 246"/>
                <a:gd name="T25" fmla="*/ 2 h 426"/>
                <a:gd name="T26" fmla="*/ 2 w 246"/>
                <a:gd name="T27" fmla="*/ 1 h 426"/>
                <a:gd name="T28" fmla="*/ 2 w 246"/>
                <a:gd name="T29" fmla="*/ 1 h 426"/>
                <a:gd name="T30" fmla="*/ 2 w 246"/>
                <a:gd name="T31" fmla="*/ 1 h 426"/>
                <a:gd name="T32" fmla="*/ 2 w 246"/>
                <a:gd name="T33" fmla="*/ 0 h 426"/>
                <a:gd name="T34" fmla="*/ 2 w 246"/>
                <a:gd name="T35" fmla="*/ 0 h 426"/>
                <a:gd name="T36" fmla="*/ 2 w 246"/>
                <a:gd name="T37" fmla="*/ 0 h 426"/>
                <a:gd name="T38" fmla="*/ 2 w 246"/>
                <a:gd name="T39" fmla="*/ 0 h 426"/>
                <a:gd name="T40" fmla="*/ 2 w 246"/>
                <a:gd name="T41" fmla="*/ 1 h 426"/>
                <a:gd name="T42" fmla="*/ 2 w 246"/>
                <a:gd name="T43" fmla="*/ 1 h 426"/>
                <a:gd name="T44" fmla="*/ 2 w 246"/>
                <a:gd name="T45" fmla="*/ 1 h 426"/>
                <a:gd name="T46" fmla="*/ 2 w 246"/>
                <a:gd name="T47" fmla="*/ 2 h 426"/>
                <a:gd name="T48" fmla="*/ 2 w 246"/>
                <a:gd name="T49" fmla="*/ 2 h 426"/>
                <a:gd name="T50" fmla="*/ 1 w 246"/>
                <a:gd name="T51" fmla="*/ 2 h 426"/>
                <a:gd name="T52" fmla="*/ 1 w 246"/>
                <a:gd name="T53" fmla="*/ 2 h 426"/>
                <a:gd name="T54" fmla="*/ 1 w 246"/>
                <a:gd name="T55" fmla="*/ 3 h 426"/>
                <a:gd name="T56" fmla="*/ 1 w 246"/>
                <a:gd name="T57" fmla="*/ 3 h 426"/>
                <a:gd name="T58" fmla="*/ 1 w 246"/>
                <a:gd name="T59" fmla="*/ 3 h 426"/>
                <a:gd name="T60" fmla="*/ 1 w 246"/>
                <a:gd name="T61" fmla="*/ 3 h 426"/>
                <a:gd name="T62" fmla="*/ 1 w 246"/>
                <a:gd name="T63" fmla="*/ 3 h 426"/>
                <a:gd name="T64" fmla="*/ 0 w 246"/>
                <a:gd name="T65" fmla="*/ 3 h 426"/>
                <a:gd name="T66" fmla="*/ 0 w 246"/>
                <a:gd name="T67" fmla="*/ 3 h 426"/>
                <a:gd name="T68" fmla="*/ 0 w 246"/>
                <a:gd name="T69" fmla="*/ 3 h 426"/>
                <a:gd name="T70" fmla="*/ 0 w 246"/>
                <a:gd name="T71" fmla="*/ 3 h 426"/>
                <a:gd name="T72" fmla="*/ 0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426"/>
                  </a:moveTo>
                  <a:lnTo>
                    <a:pt x="0" y="426"/>
                  </a:lnTo>
                  <a:lnTo>
                    <a:pt x="25" y="423"/>
                  </a:lnTo>
                  <a:lnTo>
                    <a:pt x="50" y="417"/>
                  </a:lnTo>
                  <a:lnTo>
                    <a:pt x="74" y="407"/>
                  </a:lnTo>
                  <a:lnTo>
                    <a:pt x="96" y="392"/>
                  </a:lnTo>
                  <a:lnTo>
                    <a:pt x="118" y="373"/>
                  </a:lnTo>
                  <a:lnTo>
                    <a:pt x="138" y="350"/>
                  </a:lnTo>
                  <a:lnTo>
                    <a:pt x="157" y="327"/>
                  </a:lnTo>
                  <a:lnTo>
                    <a:pt x="175" y="299"/>
                  </a:lnTo>
                  <a:lnTo>
                    <a:pt x="190" y="268"/>
                  </a:lnTo>
                  <a:lnTo>
                    <a:pt x="205" y="236"/>
                  </a:lnTo>
                  <a:lnTo>
                    <a:pt x="216" y="202"/>
                  </a:lnTo>
                  <a:lnTo>
                    <a:pt x="227" y="164"/>
                  </a:lnTo>
                  <a:lnTo>
                    <a:pt x="235" y="125"/>
                  </a:lnTo>
                  <a:lnTo>
                    <a:pt x="241" y="86"/>
                  </a:lnTo>
                  <a:lnTo>
                    <a:pt x="244" y="42"/>
                  </a:lnTo>
                  <a:lnTo>
                    <a:pt x="246" y="0"/>
                  </a:lnTo>
                  <a:lnTo>
                    <a:pt x="234" y="0"/>
                  </a:lnTo>
                  <a:lnTo>
                    <a:pt x="233" y="42"/>
                  </a:lnTo>
                  <a:lnTo>
                    <a:pt x="229" y="83"/>
                  </a:lnTo>
                  <a:lnTo>
                    <a:pt x="223" y="123"/>
                  </a:lnTo>
                  <a:lnTo>
                    <a:pt x="215" y="162"/>
                  </a:lnTo>
                  <a:lnTo>
                    <a:pt x="205" y="197"/>
                  </a:lnTo>
                  <a:lnTo>
                    <a:pt x="193" y="231"/>
                  </a:lnTo>
                  <a:lnTo>
                    <a:pt x="179" y="264"/>
                  </a:lnTo>
                  <a:lnTo>
                    <a:pt x="164" y="292"/>
                  </a:lnTo>
                  <a:lnTo>
                    <a:pt x="147" y="320"/>
                  </a:lnTo>
                  <a:lnTo>
                    <a:pt x="128" y="343"/>
                  </a:lnTo>
                  <a:lnTo>
                    <a:pt x="108" y="363"/>
                  </a:lnTo>
                  <a:lnTo>
                    <a:pt x="89" y="382"/>
                  </a:lnTo>
                  <a:lnTo>
                    <a:pt x="67" y="395"/>
                  </a:lnTo>
                  <a:lnTo>
                    <a:pt x="45" y="406"/>
                  </a:lnTo>
                  <a:lnTo>
                    <a:pt x="23" y="411"/>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7013" name="Freeform 63"/>
            <p:cNvSpPr>
              <a:spLocks/>
            </p:cNvSpPr>
            <p:nvPr/>
          </p:nvSpPr>
          <p:spPr bwMode="auto">
            <a:xfrm>
              <a:off x="1091" y="2172"/>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4" y="86"/>
                  </a:lnTo>
                  <a:lnTo>
                    <a:pt x="10" y="125"/>
                  </a:lnTo>
                  <a:lnTo>
                    <a:pt x="18" y="164"/>
                  </a:lnTo>
                  <a:lnTo>
                    <a:pt x="29" y="202"/>
                  </a:lnTo>
                  <a:lnTo>
                    <a:pt x="41" y="236"/>
                  </a:lnTo>
                  <a:lnTo>
                    <a:pt x="55" y="268"/>
                  </a:lnTo>
                  <a:lnTo>
                    <a:pt x="70" y="299"/>
                  </a:lnTo>
                  <a:lnTo>
                    <a:pt x="89" y="327"/>
                  </a:lnTo>
                  <a:lnTo>
                    <a:pt x="106" y="350"/>
                  </a:lnTo>
                  <a:lnTo>
                    <a:pt x="126" y="373"/>
                  </a:lnTo>
                  <a:lnTo>
                    <a:pt x="148" y="392"/>
                  </a:lnTo>
                  <a:lnTo>
                    <a:pt x="171" y="407"/>
                  </a:lnTo>
                  <a:lnTo>
                    <a:pt x="194" y="417"/>
                  </a:lnTo>
                  <a:lnTo>
                    <a:pt x="219" y="423"/>
                  </a:lnTo>
                  <a:lnTo>
                    <a:pt x="245" y="426"/>
                  </a:lnTo>
                  <a:lnTo>
                    <a:pt x="245" y="414"/>
                  </a:lnTo>
                  <a:lnTo>
                    <a:pt x="221" y="411"/>
                  </a:lnTo>
                  <a:lnTo>
                    <a:pt x="199" y="406"/>
                  </a:lnTo>
                  <a:lnTo>
                    <a:pt x="178" y="395"/>
                  </a:lnTo>
                  <a:lnTo>
                    <a:pt x="155" y="382"/>
                  </a:lnTo>
                  <a:lnTo>
                    <a:pt x="136" y="363"/>
                  </a:lnTo>
                  <a:lnTo>
                    <a:pt x="116" y="343"/>
                  </a:lnTo>
                  <a:lnTo>
                    <a:pt x="98" y="320"/>
                  </a:lnTo>
                  <a:lnTo>
                    <a:pt x="82" y="292"/>
                  </a:lnTo>
                  <a:lnTo>
                    <a:pt x="66" y="264"/>
                  </a:lnTo>
                  <a:lnTo>
                    <a:pt x="52" y="231"/>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7014" name="Freeform 64"/>
            <p:cNvSpPr>
              <a:spLocks/>
            </p:cNvSpPr>
            <p:nvPr/>
          </p:nvSpPr>
          <p:spPr bwMode="auto">
            <a:xfrm>
              <a:off x="1091" y="2087"/>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4" y="8"/>
                  </a:lnTo>
                  <a:lnTo>
                    <a:pt x="171" y="18"/>
                  </a:lnTo>
                  <a:lnTo>
                    <a:pt x="148" y="34"/>
                  </a:lnTo>
                  <a:lnTo>
                    <a:pt x="126" y="51"/>
                  </a:lnTo>
                  <a:lnTo>
                    <a:pt x="106" y="73"/>
                  </a:lnTo>
                  <a:lnTo>
                    <a:pt x="89" y="98"/>
                  </a:lnTo>
                  <a:lnTo>
                    <a:pt x="71" y="125"/>
                  </a:lnTo>
                  <a:lnTo>
                    <a:pt x="55" y="155"/>
                  </a:lnTo>
                  <a:lnTo>
                    <a:pt x="41" y="188"/>
                  </a:lnTo>
                  <a:lnTo>
                    <a:pt x="29" y="222"/>
                  </a:lnTo>
                  <a:lnTo>
                    <a:pt x="18" y="261"/>
                  </a:lnTo>
                  <a:lnTo>
                    <a:pt x="10" y="298"/>
                  </a:lnTo>
                  <a:lnTo>
                    <a:pt x="4" y="338"/>
                  </a:lnTo>
                  <a:lnTo>
                    <a:pt x="1" y="382"/>
                  </a:lnTo>
                  <a:lnTo>
                    <a:pt x="0" y="424"/>
                  </a:lnTo>
                  <a:lnTo>
                    <a:pt x="11" y="424"/>
                  </a:lnTo>
                  <a:lnTo>
                    <a:pt x="13" y="382"/>
                  </a:lnTo>
                  <a:lnTo>
                    <a:pt x="16" y="341"/>
                  </a:lnTo>
                  <a:lnTo>
                    <a:pt x="22" y="301"/>
                  </a:lnTo>
                  <a:lnTo>
                    <a:pt x="30" y="263"/>
                  </a:lnTo>
                  <a:lnTo>
                    <a:pt x="41" y="227"/>
                  </a:lnTo>
                  <a:lnTo>
                    <a:pt x="52" y="193"/>
                  </a:lnTo>
                  <a:lnTo>
                    <a:pt x="66" y="160"/>
                  </a:lnTo>
                  <a:lnTo>
                    <a:pt x="80" y="132"/>
                  </a:lnTo>
                  <a:lnTo>
                    <a:pt x="98" y="105"/>
                  </a:lnTo>
                  <a:lnTo>
                    <a:pt x="116" y="80"/>
                  </a:lnTo>
                  <a:lnTo>
                    <a:pt x="136" y="60"/>
                  </a:lnTo>
                  <a:lnTo>
                    <a:pt x="155" y="43"/>
                  </a:lnTo>
                  <a:lnTo>
                    <a:pt x="178" y="30"/>
                  </a:lnTo>
                  <a:lnTo>
                    <a:pt x="199" y="19"/>
                  </a:lnTo>
                  <a:lnTo>
                    <a:pt x="221" y="14"/>
                  </a:lnTo>
                  <a:lnTo>
                    <a:pt x="245" y="11"/>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7015" name="Freeform 65"/>
            <p:cNvSpPr>
              <a:spLocks/>
            </p:cNvSpPr>
            <p:nvPr/>
          </p:nvSpPr>
          <p:spPr bwMode="auto">
            <a:xfrm>
              <a:off x="1392" y="2118"/>
              <a:ext cx="49" cy="85"/>
            </a:xfrm>
            <a:custGeom>
              <a:avLst/>
              <a:gdLst>
                <a:gd name="T0" fmla="*/ 2 w 246"/>
                <a:gd name="T1" fmla="*/ 3 h 426"/>
                <a:gd name="T2" fmla="*/ 2 w 246"/>
                <a:gd name="T3" fmla="*/ 3 h 426"/>
                <a:gd name="T4" fmla="*/ 2 w 246"/>
                <a:gd name="T5" fmla="*/ 3 h 426"/>
                <a:gd name="T6" fmla="*/ 2 w 246"/>
                <a:gd name="T7" fmla="*/ 3 h 426"/>
                <a:gd name="T8" fmla="*/ 2 w 246"/>
                <a:gd name="T9" fmla="*/ 2 h 426"/>
                <a:gd name="T10" fmla="*/ 2 w 246"/>
                <a:gd name="T11" fmla="*/ 2 h 426"/>
                <a:gd name="T12" fmla="*/ 2 w 246"/>
                <a:gd name="T13" fmla="*/ 2 h 426"/>
                <a:gd name="T14" fmla="*/ 2 w 246"/>
                <a:gd name="T15" fmla="*/ 2 h 426"/>
                <a:gd name="T16" fmla="*/ 2 w 246"/>
                <a:gd name="T17" fmla="*/ 1 h 426"/>
                <a:gd name="T18" fmla="*/ 1 w 246"/>
                <a:gd name="T19" fmla="*/ 1 h 426"/>
                <a:gd name="T20" fmla="*/ 1 w 246"/>
                <a:gd name="T21" fmla="*/ 1 h 426"/>
                <a:gd name="T22" fmla="*/ 1 w 246"/>
                <a:gd name="T23" fmla="*/ 1 h 426"/>
                <a:gd name="T24" fmla="*/ 1 w 246"/>
                <a:gd name="T25" fmla="*/ 0 h 426"/>
                <a:gd name="T26" fmla="*/ 1 w 246"/>
                <a:gd name="T27" fmla="*/ 0 h 426"/>
                <a:gd name="T28" fmla="*/ 1 w 246"/>
                <a:gd name="T29" fmla="*/ 0 h 426"/>
                <a:gd name="T30" fmla="*/ 0 w 246"/>
                <a:gd name="T31" fmla="*/ 0 h 426"/>
                <a:gd name="T32" fmla="*/ 0 w 246"/>
                <a:gd name="T33" fmla="*/ 0 h 426"/>
                <a:gd name="T34" fmla="*/ 0 w 246"/>
                <a:gd name="T35" fmla="*/ 0 h 426"/>
                <a:gd name="T36" fmla="*/ 0 w 246"/>
                <a:gd name="T37" fmla="*/ 0 h 426"/>
                <a:gd name="T38" fmla="*/ 0 w 246"/>
                <a:gd name="T39" fmla="*/ 0 h 426"/>
                <a:gd name="T40" fmla="*/ 0 w 246"/>
                <a:gd name="T41" fmla="*/ 0 h 426"/>
                <a:gd name="T42" fmla="*/ 1 w 246"/>
                <a:gd name="T43" fmla="*/ 0 h 426"/>
                <a:gd name="T44" fmla="*/ 1 w 246"/>
                <a:gd name="T45" fmla="*/ 0 h 426"/>
                <a:gd name="T46" fmla="*/ 1 w 246"/>
                <a:gd name="T47" fmla="*/ 1 h 426"/>
                <a:gd name="T48" fmla="*/ 1 w 246"/>
                <a:gd name="T49" fmla="*/ 1 h 426"/>
                <a:gd name="T50" fmla="*/ 1 w 246"/>
                <a:gd name="T51" fmla="*/ 1 h 426"/>
                <a:gd name="T52" fmla="*/ 1 w 246"/>
                <a:gd name="T53" fmla="*/ 1 h 426"/>
                <a:gd name="T54" fmla="*/ 1 w 246"/>
                <a:gd name="T55" fmla="*/ 1 h 426"/>
                <a:gd name="T56" fmla="*/ 2 w 246"/>
                <a:gd name="T57" fmla="*/ 2 h 426"/>
                <a:gd name="T58" fmla="*/ 2 w 246"/>
                <a:gd name="T59" fmla="*/ 2 h 426"/>
                <a:gd name="T60" fmla="*/ 2 w 246"/>
                <a:gd name="T61" fmla="*/ 2 h 426"/>
                <a:gd name="T62" fmla="*/ 2 w 246"/>
                <a:gd name="T63" fmla="*/ 2 h 426"/>
                <a:gd name="T64" fmla="*/ 2 w 246"/>
                <a:gd name="T65" fmla="*/ 3 h 426"/>
                <a:gd name="T66" fmla="*/ 2 w 246"/>
                <a:gd name="T67" fmla="*/ 3 h 426"/>
                <a:gd name="T68" fmla="*/ 2 w 246"/>
                <a:gd name="T69" fmla="*/ 3 h 426"/>
                <a:gd name="T70" fmla="*/ 2 w 246"/>
                <a:gd name="T71" fmla="*/ 3 h 426"/>
                <a:gd name="T72" fmla="*/ 2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246" y="426"/>
                  </a:moveTo>
                  <a:lnTo>
                    <a:pt x="246" y="426"/>
                  </a:lnTo>
                  <a:lnTo>
                    <a:pt x="245" y="384"/>
                  </a:lnTo>
                  <a:lnTo>
                    <a:pt x="242" y="340"/>
                  </a:lnTo>
                  <a:lnTo>
                    <a:pt x="236" y="301"/>
                  </a:lnTo>
                  <a:lnTo>
                    <a:pt x="228" y="262"/>
                  </a:lnTo>
                  <a:lnTo>
                    <a:pt x="217" y="224"/>
                  </a:lnTo>
                  <a:lnTo>
                    <a:pt x="205" y="190"/>
                  </a:lnTo>
                  <a:lnTo>
                    <a:pt x="191" y="158"/>
                  </a:lnTo>
                  <a:lnTo>
                    <a:pt x="176" y="126"/>
                  </a:lnTo>
                  <a:lnTo>
                    <a:pt x="157" y="99"/>
                  </a:lnTo>
                  <a:lnTo>
                    <a:pt x="139" y="75"/>
                  </a:lnTo>
                  <a:lnTo>
                    <a:pt x="119" y="53"/>
                  </a:lnTo>
                  <a:lnTo>
                    <a:pt x="96" y="34"/>
                  </a:lnTo>
                  <a:lnTo>
                    <a:pt x="75" y="19"/>
                  </a:lnTo>
                  <a:lnTo>
                    <a:pt x="51" y="9"/>
                  </a:lnTo>
                  <a:lnTo>
                    <a:pt x="26" y="3"/>
                  </a:lnTo>
                  <a:lnTo>
                    <a:pt x="0" y="0"/>
                  </a:lnTo>
                  <a:lnTo>
                    <a:pt x="0" y="12"/>
                  </a:lnTo>
                  <a:lnTo>
                    <a:pt x="24" y="15"/>
                  </a:lnTo>
                  <a:lnTo>
                    <a:pt x="46" y="20"/>
                  </a:lnTo>
                  <a:lnTo>
                    <a:pt x="68" y="31"/>
                  </a:lnTo>
                  <a:lnTo>
                    <a:pt x="89" y="44"/>
                  </a:lnTo>
                  <a:lnTo>
                    <a:pt x="109" y="63"/>
                  </a:lnTo>
                  <a:lnTo>
                    <a:pt x="129" y="83"/>
                  </a:lnTo>
                  <a:lnTo>
                    <a:pt x="148" y="106"/>
                  </a:lnTo>
                  <a:lnTo>
                    <a:pt x="164" y="133"/>
                  </a:lnTo>
                  <a:lnTo>
                    <a:pt x="180" y="162"/>
                  </a:lnTo>
                  <a:lnTo>
                    <a:pt x="194" y="195"/>
                  </a:lnTo>
                  <a:lnTo>
                    <a:pt x="205" y="229"/>
                  </a:lnTo>
                  <a:lnTo>
                    <a:pt x="216" y="264"/>
                  </a:lnTo>
                  <a:lnTo>
                    <a:pt x="224" y="303"/>
                  </a:lnTo>
                  <a:lnTo>
                    <a:pt x="230" y="343"/>
                  </a:lnTo>
                  <a:lnTo>
                    <a:pt x="233" y="384"/>
                  </a:lnTo>
                  <a:lnTo>
                    <a:pt x="235" y="426"/>
                  </a:lnTo>
                  <a:lnTo>
                    <a:pt x="246"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7016" name="Freeform 66"/>
            <p:cNvSpPr>
              <a:spLocks/>
            </p:cNvSpPr>
            <p:nvPr/>
          </p:nvSpPr>
          <p:spPr bwMode="auto">
            <a:xfrm>
              <a:off x="1392" y="2203"/>
              <a:ext cx="49" cy="85"/>
            </a:xfrm>
            <a:custGeom>
              <a:avLst/>
              <a:gdLst>
                <a:gd name="T0" fmla="*/ 0 w 246"/>
                <a:gd name="T1" fmla="*/ 3 h 424"/>
                <a:gd name="T2" fmla="*/ 0 w 246"/>
                <a:gd name="T3" fmla="*/ 3 h 424"/>
                <a:gd name="T4" fmla="*/ 0 w 246"/>
                <a:gd name="T5" fmla="*/ 3 h 424"/>
                <a:gd name="T6" fmla="*/ 0 w 246"/>
                <a:gd name="T7" fmla="*/ 3 h 424"/>
                <a:gd name="T8" fmla="*/ 1 w 246"/>
                <a:gd name="T9" fmla="*/ 3 h 424"/>
                <a:gd name="T10" fmla="*/ 1 w 246"/>
                <a:gd name="T11" fmla="*/ 3 h 424"/>
                <a:gd name="T12" fmla="*/ 1 w 246"/>
                <a:gd name="T13" fmla="*/ 3 h 424"/>
                <a:gd name="T14" fmla="*/ 1 w 246"/>
                <a:gd name="T15" fmla="*/ 3 h 424"/>
                <a:gd name="T16" fmla="*/ 1 w 246"/>
                <a:gd name="T17" fmla="*/ 3 h 424"/>
                <a:gd name="T18" fmla="*/ 1 w 246"/>
                <a:gd name="T19" fmla="*/ 2 h 424"/>
                <a:gd name="T20" fmla="*/ 2 w 246"/>
                <a:gd name="T21" fmla="*/ 2 h 424"/>
                <a:gd name="T22" fmla="*/ 2 w 246"/>
                <a:gd name="T23" fmla="*/ 2 h 424"/>
                <a:gd name="T24" fmla="*/ 2 w 246"/>
                <a:gd name="T25" fmla="*/ 2 h 424"/>
                <a:gd name="T26" fmla="*/ 2 w 246"/>
                <a:gd name="T27" fmla="*/ 1 h 424"/>
                <a:gd name="T28" fmla="*/ 2 w 246"/>
                <a:gd name="T29" fmla="*/ 1 h 424"/>
                <a:gd name="T30" fmla="*/ 2 w 246"/>
                <a:gd name="T31" fmla="*/ 1 h 424"/>
                <a:gd name="T32" fmla="*/ 2 w 246"/>
                <a:gd name="T33" fmla="*/ 0 h 424"/>
                <a:gd name="T34" fmla="*/ 2 w 246"/>
                <a:gd name="T35" fmla="*/ 0 h 424"/>
                <a:gd name="T36" fmla="*/ 2 w 246"/>
                <a:gd name="T37" fmla="*/ 0 h 424"/>
                <a:gd name="T38" fmla="*/ 2 w 246"/>
                <a:gd name="T39" fmla="*/ 0 h 424"/>
                <a:gd name="T40" fmla="*/ 2 w 246"/>
                <a:gd name="T41" fmla="*/ 1 h 424"/>
                <a:gd name="T42" fmla="*/ 2 w 246"/>
                <a:gd name="T43" fmla="*/ 1 h 424"/>
                <a:gd name="T44" fmla="*/ 2 w 246"/>
                <a:gd name="T45" fmla="*/ 1 h 424"/>
                <a:gd name="T46" fmla="*/ 2 w 246"/>
                <a:gd name="T47" fmla="*/ 2 h 424"/>
                <a:gd name="T48" fmla="*/ 2 w 246"/>
                <a:gd name="T49" fmla="*/ 2 h 424"/>
                <a:gd name="T50" fmla="*/ 1 w 246"/>
                <a:gd name="T51" fmla="*/ 2 h 424"/>
                <a:gd name="T52" fmla="*/ 1 w 246"/>
                <a:gd name="T53" fmla="*/ 2 h 424"/>
                <a:gd name="T54" fmla="*/ 1 w 246"/>
                <a:gd name="T55" fmla="*/ 3 h 424"/>
                <a:gd name="T56" fmla="*/ 1 w 246"/>
                <a:gd name="T57" fmla="*/ 3 h 424"/>
                <a:gd name="T58" fmla="*/ 1 w 246"/>
                <a:gd name="T59" fmla="*/ 3 h 424"/>
                <a:gd name="T60" fmla="*/ 1 w 246"/>
                <a:gd name="T61" fmla="*/ 3 h 424"/>
                <a:gd name="T62" fmla="*/ 1 w 246"/>
                <a:gd name="T63" fmla="*/ 3 h 424"/>
                <a:gd name="T64" fmla="*/ 0 w 246"/>
                <a:gd name="T65" fmla="*/ 3 h 424"/>
                <a:gd name="T66" fmla="*/ 0 w 246"/>
                <a:gd name="T67" fmla="*/ 3 h 424"/>
                <a:gd name="T68" fmla="*/ 0 w 246"/>
                <a:gd name="T69" fmla="*/ 3 h 424"/>
                <a:gd name="T70" fmla="*/ 0 w 246"/>
                <a:gd name="T71" fmla="*/ 3 h 424"/>
                <a:gd name="T72" fmla="*/ 0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0" y="424"/>
                  </a:moveTo>
                  <a:lnTo>
                    <a:pt x="0" y="424"/>
                  </a:lnTo>
                  <a:lnTo>
                    <a:pt x="26" y="422"/>
                  </a:lnTo>
                  <a:lnTo>
                    <a:pt x="51" y="416"/>
                  </a:lnTo>
                  <a:lnTo>
                    <a:pt x="75" y="406"/>
                  </a:lnTo>
                  <a:lnTo>
                    <a:pt x="96" y="390"/>
                  </a:lnTo>
                  <a:lnTo>
                    <a:pt x="119" y="373"/>
                  </a:lnTo>
                  <a:lnTo>
                    <a:pt x="139" y="351"/>
                  </a:lnTo>
                  <a:lnTo>
                    <a:pt x="157" y="326"/>
                  </a:lnTo>
                  <a:lnTo>
                    <a:pt x="175" y="299"/>
                  </a:lnTo>
                  <a:lnTo>
                    <a:pt x="191" y="269"/>
                  </a:lnTo>
                  <a:lnTo>
                    <a:pt x="205" y="236"/>
                  </a:lnTo>
                  <a:lnTo>
                    <a:pt x="217" y="202"/>
                  </a:lnTo>
                  <a:lnTo>
                    <a:pt x="228" y="163"/>
                  </a:lnTo>
                  <a:lnTo>
                    <a:pt x="236" y="125"/>
                  </a:lnTo>
                  <a:lnTo>
                    <a:pt x="242" y="86"/>
                  </a:lnTo>
                  <a:lnTo>
                    <a:pt x="245" y="42"/>
                  </a:lnTo>
                  <a:lnTo>
                    <a:pt x="246" y="0"/>
                  </a:lnTo>
                  <a:lnTo>
                    <a:pt x="235" y="0"/>
                  </a:lnTo>
                  <a:lnTo>
                    <a:pt x="233" y="42"/>
                  </a:lnTo>
                  <a:lnTo>
                    <a:pt x="230" y="83"/>
                  </a:lnTo>
                  <a:lnTo>
                    <a:pt x="224" y="123"/>
                  </a:lnTo>
                  <a:lnTo>
                    <a:pt x="216" y="161"/>
                  </a:lnTo>
                  <a:lnTo>
                    <a:pt x="205" y="197"/>
                  </a:lnTo>
                  <a:lnTo>
                    <a:pt x="194" y="231"/>
                  </a:lnTo>
                  <a:lnTo>
                    <a:pt x="180" y="264"/>
                  </a:lnTo>
                  <a:lnTo>
                    <a:pt x="166" y="292"/>
                  </a:lnTo>
                  <a:lnTo>
                    <a:pt x="148" y="319"/>
                  </a:lnTo>
                  <a:lnTo>
                    <a:pt x="129" y="344"/>
                  </a:lnTo>
                  <a:lnTo>
                    <a:pt x="109" y="364"/>
                  </a:lnTo>
                  <a:lnTo>
                    <a:pt x="89" y="381"/>
                  </a:lnTo>
                  <a:lnTo>
                    <a:pt x="68" y="394"/>
                  </a:lnTo>
                  <a:lnTo>
                    <a:pt x="46" y="405"/>
                  </a:lnTo>
                  <a:lnTo>
                    <a:pt x="24" y="410"/>
                  </a:lnTo>
                  <a:lnTo>
                    <a:pt x="0" y="413"/>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7017" name="Freeform 67"/>
            <p:cNvSpPr>
              <a:spLocks/>
            </p:cNvSpPr>
            <p:nvPr/>
          </p:nvSpPr>
          <p:spPr bwMode="auto">
            <a:xfrm>
              <a:off x="1343" y="2203"/>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2" y="42"/>
                  </a:lnTo>
                  <a:lnTo>
                    <a:pt x="5" y="86"/>
                  </a:lnTo>
                  <a:lnTo>
                    <a:pt x="11" y="125"/>
                  </a:lnTo>
                  <a:lnTo>
                    <a:pt x="19" y="163"/>
                  </a:lnTo>
                  <a:lnTo>
                    <a:pt x="30" y="202"/>
                  </a:lnTo>
                  <a:lnTo>
                    <a:pt x="41" y="236"/>
                  </a:lnTo>
                  <a:lnTo>
                    <a:pt x="56" y="269"/>
                  </a:lnTo>
                  <a:lnTo>
                    <a:pt x="72" y="299"/>
                  </a:lnTo>
                  <a:lnTo>
                    <a:pt x="90" y="326"/>
                  </a:lnTo>
                  <a:lnTo>
                    <a:pt x="108" y="351"/>
                  </a:lnTo>
                  <a:lnTo>
                    <a:pt x="127" y="373"/>
                  </a:lnTo>
                  <a:lnTo>
                    <a:pt x="149" y="390"/>
                  </a:lnTo>
                  <a:lnTo>
                    <a:pt x="172" y="406"/>
                  </a:lnTo>
                  <a:lnTo>
                    <a:pt x="195" y="416"/>
                  </a:lnTo>
                  <a:lnTo>
                    <a:pt x="220" y="422"/>
                  </a:lnTo>
                  <a:lnTo>
                    <a:pt x="245" y="424"/>
                  </a:lnTo>
                  <a:lnTo>
                    <a:pt x="245" y="413"/>
                  </a:lnTo>
                  <a:lnTo>
                    <a:pt x="222" y="410"/>
                  </a:lnTo>
                  <a:lnTo>
                    <a:pt x="200" y="405"/>
                  </a:lnTo>
                  <a:lnTo>
                    <a:pt x="179" y="394"/>
                  </a:lnTo>
                  <a:lnTo>
                    <a:pt x="156" y="381"/>
                  </a:lnTo>
                  <a:lnTo>
                    <a:pt x="136" y="364"/>
                  </a:lnTo>
                  <a:lnTo>
                    <a:pt x="118" y="344"/>
                  </a:lnTo>
                  <a:lnTo>
                    <a:pt x="99" y="319"/>
                  </a:lnTo>
                  <a:lnTo>
                    <a:pt x="81" y="292"/>
                  </a:lnTo>
                  <a:lnTo>
                    <a:pt x="67" y="264"/>
                  </a:lnTo>
                  <a:lnTo>
                    <a:pt x="53" y="231"/>
                  </a:lnTo>
                  <a:lnTo>
                    <a:pt x="41" y="197"/>
                  </a:lnTo>
                  <a:lnTo>
                    <a:pt x="31" y="161"/>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7018" name="Freeform 68"/>
            <p:cNvSpPr>
              <a:spLocks/>
            </p:cNvSpPr>
            <p:nvPr/>
          </p:nvSpPr>
          <p:spPr bwMode="auto">
            <a:xfrm>
              <a:off x="1343" y="2118"/>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1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20" y="3"/>
                  </a:lnTo>
                  <a:lnTo>
                    <a:pt x="195" y="9"/>
                  </a:lnTo>
                  <a:lnTo>
                    <a:pt x="172" y="19"/>
                  </a:lnTo>
                  <a:lnTo>
                    <a:pt x="149" y="34"/>
                  </a:lnTo>
                  <a:lnTo>
                    <a:pt x="127" y="53"/>
                  </a:lnTo>
                  <a:lnTo>
                    <a:pt x="108" y="75"/>
                  </a:lnTo>
                  <a:lnTo>
                    <a:pt x="90" y="99"/>
                  </a:lnTo>
                  <a:lnTo>
                    <a:pt x="71" y="126"/>
                  </a:lnTo>
                  <a:lnTo>
                    <a:pt x="56" y="158"/>
                  </a:lnTo>
                  <a:lnTo>
                    <a:pt x="41" y="190"/>
                  </a:lnTo>
                  <a:lnTo>
                    <a:pt x="30" y="224"/>
                  </a:lnTo>
                  <a:lnTo>
                    <a:pt x="19" y="262"/>
                  </a:lnTo>
                  <a:lnTo>
                    <a:pt x="11" y="301"/>
                  </a:lnTo>
                  <a:lnTo>
                    <a:pt x="5" y="340"/>
                  </a:lnTo>
                  <a:lnTo>
                    <a:pt x="2" y="384"/>
                  </a:lnTo>
                  <a:lnTo>
                    <a:pt x="0" y="426"/>
                  </a:lnTo>
                  <a:lnTo>
                    <a:pt x="12" y="426"/>
                  </a:lnTo>
                  <a:lnTo>
                    <a:pt x="13" y="384"/>
                  </a:lnTo>
                  <a:lnTo>
                    <a:pt x="17" y="343"/>
                  </a:lnTo>
                  <a:lnTo>
                    <a:pt x="23" y="303"/>
                  </a:lnTo>
                  <a:lnTo>
                    <a:pt x="31" y="264"/>
                  </a:lnTo>
                  <a:lnTo>
                    <a:pt x="41" y="229"/>
                  </a:lnTo>
                  <a:lnTo>
                    <a:pt x="53" y="195"/>
                  </a:lnTo>
                  <a:lnTo>
                    <a:pt x="67" y="162"/>
                  </a:lnTo>
                  <a:lnTo>
                    <a:pt x="82" y="133"/>
                  </a:lnTo>
                  <a:lnTo>
                    <a:pt x="99" y="106"/>
                  </a:lnTo>
                  <a:lnTo>
                    <a:pt x="118" y="83"/>
                  </a:lnTo>
                  <a:lnTo>
                    <a:pt x="136" y="63"/>
                  </a:lnTo>
                  <a:lnTo>
                    <a:pt x="156" y="44"/>
                  </a:lnTo>
                  <a:lnTo>
                    <a:pt x="179" y="31"/>
                  </a:lnTo>
                  <a:lnTo>
                    <a:pt x="200" y="20"/>
                  </a:lnTo>
                  <a:lnTo>
                    <a:pt x="222" y="15"/>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7019" name="Freeform 69"/>
            <p:cNvSpPr>
              <a:spLocks/>
            </p:cNvSpPr>
            <p:nvPr/>
          </p:nvSpPr>
          <p:spPr bwMode="auto">
            <a:xfrm>
              <a:off x="1384" y="1859"/>
              <a:ext cx="49" cy="84"/>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1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3" y="382"/>
                  </a:lnTo>
                  <a:lnTo>
                    <a:pt x="240" y="339"/>
                  </a:lnTo>
                  <a:lnTo>
                    <a:pt x="234" y="299"/>
                  </a:lnTo>
                  <a:lnTo>
                    <a:pt x="226" y="261"/>
                  </a:lnTo>
                  <a:lnTo>
                    <a:pt x="215" y="222"/>
                  </a:lnTo>
                  <a:lnTo>
                    <a:pt x="204" y="188"/>
                  </a:lnTo>
                  <a:lnTo>
                    <a:pt x="189" y="156"/>
                  </a:lnTo>
                  <a:lnTo>
                    <a:pt x="173" y="125"/>
                  </a:lnTo>
                  <a:lnTo>
                    <a:pt x="155" y="98"/>
                  </a:lnTo>
                  <a:lnTo>
                    <a:pt x="138" y="74"/>
                  </a:lnTo>
                  <a:lnTo>
                    <a:pt x="118" y="51"/>
                  </a:lnTo>
                  <a:lnTo>
                    <a:pt x="96" y="34"/>
                  </a:lnTo>
                  <a:lnTo>
                    <a:pt x="73" y="18"/>
                  </a:lnTo>
                  <a:lnTo>
                    <a:pt x="50" y="8"/>
                  </a:lnTo>
                  <a:lnTo>
                    <a:pt x="25" y="2"/>
                  </a:lnTo>
                  <a:lnTo>
                    <a:pt x="0" y="0"/>
                  </a:lnTo>
                  <a:lnTo>
                    <a:pt x="0" y="11"/>
                  </a:lnTo>
                  <a:lnTo>
                    <a:pt x="23" y="14"/>
                  </a:lnTo>
                  <a:lnTo>
                    <a:pt x="45" y="20"/>
                  </a:lnTo>
                  <a:lnTo>
                    <a:pt x="66" y="30"/>
                  </a:lnTo>
                  <a:lnTo>
                    <a:pt x="89" y="43"/>
                  </a:lnTo>
                  <a:lnTo>
                    <a:pt x="109" y="61"/>
                  </a:lnTo>
                  <a:lnTo>
                    <a:pt x="129" y="81"/>
                  </a:lnTo>
                  <a:lnTo>
                    <a:pt x="146" y="105"/>
                  </a:lnTo>
                  <a:lnTo>
                    <a:pt x="164" y="132"/>
                  </a:lnTo>
                  <a:lnTo>
                    <a:pt x="178" y="160"/>
                  </a:lnTo>
                  <a:lnTo>
                    <a:pt x="192" y="193"/>
                  </a:lnTo>
                  <a:lnTo>
                    <a:pt x="204" y="227"/>
                  </a:lnTo>
                  <a:lnTo>
                    <a:pt x="214" y="264"/>
                  </a:lnTo>
                  <a:lnTo>
                    <a:pt x="222" y="301"/>
                  </a:lnTo>
                  <a:lnTo>
                    <a:pt x="228"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7020" name="Freeform 70"/>
            <p:cNvSpPr>
              <a:spLocks/>
            </p:cNvSpPr>
            <p:nvPr/>
          </p:nvSpPr>
          <p:spPr bwMode="auto">
            <a:xfrm>
              <a:off x="1384" y="1943"/>
              <a:ext cx="49" cy="86"/>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5" y="423"/>
                  </a:lnTo>
                  <a:lnTo>
                    <a:pt x="50" y="418"/>
                  </a:lnTo>
                  <a:lnTo>
                    <a:pt x="73" y="407"/>
                  </a:lnTo>
                  <a:lnTo>
                    <a:pt x="96" y="392"/>
                  </a:lnTo>
                  <a:lnTo>
                    <a:pt x="118" y="374"/>
                  </a:lnTo>
                  <a:lnTo>
                    <a:pt x="138" y="352"/>
                  </a:lnTo>
                  <a:lnTo>
                    <a:pt x="155" y="327"/>
                  </a:lnTo>
                  <a:lnTo>
                    <a:pt x="174" y="300"/>
                  </a:lnTo>
                  <a:lnTo>
                    <a:pt x="189" y="269"/>
                  </a:lnTo>
                  <a:lnTo>
                    <a:pt x="204" y="237"/>
                  </a:lnTo>
                  <a:lnTo>
                    <a:pt x="215" y="202"/>
                  </a:lnTo>
                  <a:lnTo>
                    <a:pt x="226" y="164"/>
                  </a:lnTo>
                  <a:lnTo>
                    <a:pt x="234" y="126"/>
                  </a:lnTo>
                  <a:lnTo>
                    <a:pt x="240" y="86"/>
                  </a:lnTo>
                  <a:lnTo>
                    <a:pt x="243" y="42"/>
                  </a:lnTo>
                  <a:lnTo>
                    <a:pt x="245" y="0"/>
                  </a:lnTo>
                  <a:lnTo>
                    <a:pt x="233" y="0"/>
                  </a:lnTo>
                  <a:lnTo>
                    <a:pt x="232" y="42"/>
                  </a:lnTo>
                  <a:lnTo>
                    <a:pt x="228" y="83"/>
                  </a:lnTo>
                  <a:lnTo>
                    <a:pt x="222" y="123"/>
                  </a:lnTo>
                  <a:lnTo>
                    <a:pt x="214" y="162"/>
                  </a:lnTo>
                  <a:lnTo>
                    <a:pt x="204" y="197"/>
                  </a:lnTo>
                  <a:lnTo>
                    <a:pt x="192" y="232"/>
                  </a:lnTo>
                  <a:lnTo>
                    <a:pt x="178" y="264"/>
                  </a:lnTo>
                  <a:lnTo>
                    <a:pt x="163" y="293"/>
                  </a:lnTo>
                  <a:lnTo>
                    <a:pt x="146" y="320"/>
                  </a:lnTo>
                  <a:lnTo>
                    <a:pt x="129" y="345"/>
                  </a:lnTo>
                  <a:lnTo>
                    <a:pt x="109" y="365"/>
                  </a:lnTo>
                  <a:lnTo>
                    <a:pt x="89" y="382"/>
                  </a:lnTo>
                  <a:lnTo>
                    <a:pt x="66" y="395"/>
                  </a:lnTo>
                  <a:lnTo>
                    <a:pt x="45" y="406"/>
                  </a:lnTo>
                  <a:lnTo>
                    <a:pt x="23"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7021" name="Freeform 71"/>
            <p:cNvSpPr>
              <a:spLocks/>
            </p:cNvSpPr>
            <p:nvPr/>
          </p:nvSpPr>
          <p:spPr bwMode="auto">
            <a:xfrm>
              <a:off x="1335" y="1943"/>
              <a:ext cx="49" cy="86"/>
            </a:xfrm>
            <a:custGeom>
              <a:avLst/>
              <a:gdLst>
                <a:gd name="T0" fmla="*/ 0 w 246"/>
                <a:gd name="T1" fmla="*/ 0 h 426"/>
                <a:gd name="T2" fmla="*/ 0 w 246"/>
                <a:gd name="T3" fmla="*/ 0 h 426"/>
                <a:gd name="T4" fmla="*/ 0 w 246"/>
                <a:gd name="T5" fmla="*/ 0 h 426"/>
                <a:gd name="T6" fmla="*/ 0 w 246"/>
                <a:gd name="T7" fmla="*/ 1 h 426"/>
                <a:gd name="T8" fmla="*/ 0 w 246"/>
                <a:gd name="T9" fmla="*/ 1 h 426"/>
                <a:gd name="T10" fmla="*/ 0 w 246"/>
                <a:gd name="T11" fmla="*/ 1 h 426"/>
                <a:gd name="T12" fmla="*/ 0 w 246"/>
                <a:gd name="T13" fmla="*/ 2 h 426"/>
                <a:gd name="T14" fmla="*/ 0 w 246"/>
                <a:gd name="T15" fmla="*/ 2 h 426"/>
                <a:gd name="T16" fmla="*/ 0 w 246"/>
                <a:gd name="T17" fmla="*/ 2 h 426"/>
                <a:gd name="T18" fmla="*/ 1 w 246"/>
                <a:gd name="T19" fmla="*/ 2 h 426"/>
                <a:gd name="T20" fmla="*/ 1 w 246"/>
                <a:gd name="T21" fmla="*/ 3 h 426"/>
                <a:gd name="T22" fmla="*/ 1 w 246"/>
                <a:gd name="T23" fmla="*/ 3 h 426"/>
                <a:gd name="T24" fmla="*/ 1 w 246"/>
                <a:gd name="T25" fmla="*/ 3 h 426"/>
                <a:gd name="T26" fmla="*/ 1 w 246"/>
                <a:gd name="T27" fmla="*/ 3 h 426"/>
                <a:gd name="T28" fmla="*/ 1 w 246"/>
                <a:gd name="T29" fmla="*/ 3 h 426"/>
                <a:gd name="T30" fmla="*/ 2 w 246"/>
                <a:gd name="T31" fmla="*/ 3 h 426"/>
                <a:gd name="T32" fmla="*/ 2 w 246"/>
                <a:gd name="T33" fmla="*/ 3 h 426"/>
                <a:gd name="T34" fmla="*/ 2 w 246"/>
                <a:gd name="T35" fmla="*/ 3 h 426"/>
                <a:gd name="T36" fmla="*/ 2 w 246"/>
                <a:gd name="T37" fmla="*/ 3 h 426"/>
                <a:gd name="T38" fmla="*/ 2 w 246"/>
                <a:gd name="T39" fmla="*/ 3 h 426"/>
                <a:gd name="T40" fmla="*/ 2 w 246"/>
                <a:gd name="T41" fmla="*/ 3 h 426"/>
                <a:gd name="T42" fmla="*/ 1 w 246"/>
                <a:gd name="T43" fmla="*/ 3 h 426"/>
                <a:gd name="T44" fmla="*/ 1 w 246"/>
                <a:gd name="T45" fmla="*/ 3 h 426"/>
                <a:gd name="T46" fmla="*/ 1 w 246"/>
                <a:gd name="T47" fmla="*/ 3 h 426"/>
                <a:gd name="T48" fmla="*/ 1 w 246"/>
                <a:gd name="T49" fmla="*/ 3 h 426"/>
                <a:gd name="T50" fmla="*/ 1 w 246"/>
                <a:gd name="T51" fmla="*/ 3 h 426"/>
                <a:gd name="T52" fmla="*/ 1 w 246"/>
                <a:gd name="T53" fmla="*/ 2 h 426"/>
                <a:gd name="T54" fmla="*/ 1 w 246"/>
                <a:gd name="T55" fmla="*/ 2 h 426"/>
                <a:gd name="T56" fmla="*/ 0 w 246"/>
                <a:gd name="T57" fmla="*/ 2 h 426"/>
                <a:gd name="T58" fmla="*/ 0 w 246"/>
                <a:gd name="T59" fmla="*/ 2 h 426"/>
                <a:gd name="T60" fmla="*/ 0 w 246"/>
                <a:gd name="T61" fmla="*/ 1 h 426"/>
                <a:gd name="T62" fmla="*/ 0 w 246"/>
                <a:gd name="T63" fmla="*/ 1 h 426"/>
                <a:gd name="T64" fmla="*/ 0 w 246"/>
                <a:gd name="T65" fmla="*/ 1 h 426"/>
                <a:gd name="T66" fmla="*/ 0 w 246"/>
                <a:gd name="T67" fmla="*/ 0 h 426"/>
                <a:gd name="T68" fmla="*/ 0 w 246"/>
                <a:gd name="T69" fmla="*/ 0 h 426"/>
                <a:gd name="T70" fmla="*/ 0 w 246"/>
                <a:gd name="T71" fmla="*/ 0 h 426"/>
                <a:gd name="T72" fmla="*/ 0 w 246"/>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0"/>
                  </a:moveTo>
                  <a:lnTo>
                    <a:pt x="0" y="0"/>
                  </a:lnTo>
                  <a:lnTo>
                    <a:pt x="1" y="42"/>
                  </a:lnTo>
                  <a:lnTo>
                    <a:pt x="4" y="86"/>
                  </a:lnTo>
                  <a:lnTo>
                    <a:pt x="10" y="126"/>
                  </a:lnTo>
                  <a:lnTo>
                    <a:pt x="18" y="164"/>
                  </a:lnTo>
                  <a:lnTo>
                    <a:pt x="29" y="202"/>
                  </a:lnTo>
                  <a:lnTo>
                    <a:pt x="41" y="237"/>
                  </a:lnTo>
                  <a:lnTo>
                    <a:pt x="55" y="269"/>
                  </a:lnTo>
                  <a:lnTo>
                    <a:pt x="71" y="300"/>
                  </a:lnTo>
                  <a:lnTo>
                    <a:pt x="89" y="327"/>
                  </a:lnTo>
                  <a:lnTo>
                    <a:pt x="107" y="352"/>
                  </a:lnTo>
                  <a:lnTo>
                    <a:pt x="127" y="374"/>
                  </a:lnTo>
                  <a:lnTo>
                    <a:pt x="150" y="392"/>
                  </a:lnTo>
                  <a:lnTo>
                    <a:pt x="171" y="407"/>
                  </a:lnTo>
                  <a:lnTo>
                    <a:pt x="195" y="418"/>
                  </a:lnTo>
                  <a:lnTo>
                    <a:pt x="220" y="423"/>
                  </a:lnTo>
                  <a:lnTo>
                    <a:pt x="246" y="426"/>
                  </a:lnTo>
                  <a:lnTo>
                    <a:pt x="246" y="414"/>
                  </a:lnTo>
                  <a:lnTo>
                    <a:pt x="222" y="412"/>
                  </a:lnTo>
                  <a:lnTo>
                    <a:pt x="200" y="406"/>
                  </a:lnTo>
                  <a:lnTo>
                    <a:pt x="178" y="395"/>
                  </a:lnTo>
                  <a:lnTo>
                    <a:pt x="157" y="382"/>
                  </a:lnTo>
                  <a:lnTo>
                    <a:pt x="137" y="365"/>
                  </a:lnTo>
                  <a:lnTo>
                    <a:pt x="117" y="345"/>
                  </a:lnTo>
                  <a:lnTo>
                    <a:pt x="98" y="320"/>
                  </a:lnTo>
                  <a:lnTo>
                    <a:pt x="83" y="293"/>
                  </a:lnTo>
                  <a:lnTo>
                    <a:pt x="66" y="264"/>
                  </a:lnTo>
                  <a:lnTo>
                    <a:pt x="52" y="232"/>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7022" name="Freeform 72"/>
            <p:cNvSpPr>
              <a:spLocks/>
            </p:cNvSpPr>
            <p:nvPr/>
          </p:nvSpPr>
          <p:spPr bwMode="auto">
            <a:xfrm>
              <a:off x="1335" y="1859"/>
              <a:ext cx="49" cy="84"/>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1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0" y="2"/>
                  </a:lnTo>
                  <a:lnTo>
                    <a:pt x="195" y="8"/>
                  </a:lnTo>
                  <a:lnTo>
                    <a:pt x="171" y="18"/>
                  </a:lnTo>
                  <a:lnTo>
                    <a:pt x="150" y="34"/>
                  </a:lnTo>
                  <a:lnTo>
                    <a:pt x="127" y="51"/>
                  </a:lnTo>
                  <a:lnTo>
                    <a:pt x="107" y="74"/>
                  </a:lnTo>
                  <a:lnTo>
                    <a:pt x="89" y="98"/>
                  </a:lnTo>
                  <a:lnTo>
                    <a:pt x="72" y="125"/>
                  </a:lnTo>
                  <a:lnTo>
                    <a:pt x="55" y="156"/>
                  </a:lnTo>
                  <a:lnTo>
                    <a:pt x="41" y="188"/>
                  </a:lnTo>
                  <a:lnTo>
                    <a:pt x="29" y="222"/>
                  </a:lnTo>
                  <a:lnTo>
                    <a:pt x="18" y="261"/>
                  </a:lnTo>
                  <a:lnTo>
                    <a:pt x="10" y="299"/>
                  </a:lnTo>
                  <a:lnTo>
                    <a:pt x="4" y="339"/>
                  </a:lnTo>
                  <a:lnTo>
                    <a:pt x="1" y="382"/>
                  </a:lnTo>
                  <a:lnTo>
                    <a:pt x="0" y="424"/>
                  </a:lnTo>
                  <a:lnTo>
                    <a:pt x="11" y="424"/>
                  </a:lnTo>
                  <a:lnTo>
                    <a:pt x="13" y="382"/>
                  </a:lnTo>
                  <a:lnTo>
                    <a:pt x="16" y="341"/>
                  </a:lnTo>
                  <a:lnTo>
                    <a:pt x="22" y="301"/>
                  </a:lnTo>
                  <a:lnTo>
                    <a:pt x="30" y="264"/>
                  </a:lnTo>
                  <a:lnTo>
                    <a:pt x="41" y="227"/>
                  </a:lnTo>
                  <a:lnTo>
                    <a:pt x="52" y="193"/>
                  </a:lnTo>
                  <a:lnTo>
                    <a:pt x="66" y="160"/>
                  </a:lnTo>
                  <a:lnTo>
                    <a:pt x="82" y="132"/>
                  </a:lnTo>
                  <a:lnTo>
                    <a:pt x="98" y="105"/>
                  </a:lnTo>
                  <a:lnTo>
                    <a:pt x="117" y="81"/>
                  </a:lnTo>
                  <a:lnTo>
                    <a:pt x="137" y="61"/>
                  </a:lnTo>
                  <a:lnTo>
                    <a:pt x="157" y="43"/>
                  </a:lnTo>
                  <a:lnTo>
                    <a:pt x="178" y="30"/>
                  </a:lnTo>
                  <a:lnTo>
                    <a:pt x="200" y="20"/>
                  </a:lnTo>
                  <a:lnTo>
                    <a:pt x="222" y="14"/>
                  </a:lnTo>
                  <a:lnTo>
                    <a:pt x="246" y="11"/>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7023" name="Freeform 73"/>
            <p:cNvSpPr>
              <a:spLocks/>
            </p:cNvSpPr>
            <p:nvPr/>
          </p:nvSpPr>
          <p:spPr bwMode="auto">
            <a:xfrm>
              <a:off x="1552" y="1751"/>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1" y="339"/>
                  </a:lnTo>
                  <a:lnTo>
                    <a:pt x="235" y="299"/>
                  </a:lnTo>
                  <a:lnTo>
                    <a:pt x="226" y="261"/>
                  </a:lnTo>
                  <a:lnTo>
                    <a:pt x="216" y="223"/>
                  </a:lnTo>
                  <a:lnTo>
                    <a:pt x="204" y="189"/>
                  </a:lnTo>
                  <a:lnTo>
                    <a:pt x="190" y="156"/>
                  </a:lnTo>
                  <a:lnTo>
                    <a:pt x="174" y="125"/>
                  </a:lnTo>
                  <a:lnTo>
                    <a:pt x="156" y="98"/>
                  </a:lnTo>
                  <a:lnTo>
                    <a:pt x="137" y="74"/>
                  </a:lnTo>
                  <a:lnTo>
                    <a:pt x="119" y="52"/>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8" y="81"/>
                  </a:lnTo>
                  <a:lnTo>
                    <a:pt x="147" y="105"/>
                  </a:lnTo>
                  <a:lnTo>
                    <a:pt x="164" y="132"/>
                  </a:lnTo>
                  <a:lnTo>
                    <a:pt x="178" y="161"/>
                  </a:lnTo>
                  <a:lnTo>
                    <a:pt x="193" y="193"/>
                  </a:lnTo>
                  <a:lnTo>
                    <a:pt x="204" y="227"/>
                  </a:lnTo>
                  <a:lnTo>
                    <a:pt x="215" y="264"/>
                  </a:lnTo>
                  <a:lnTo>
                    <a:pt x="223" y="301"/>
                  </a:lnTo>
                  <a:lnTo>
                    <a:pt x="229" y="341"/>
                  </a:lnTo>
                  <a:lnTo>
                    <a:pt x="232" y="382"/>
                  </a:lnTo>
                  <a:lnTo>
                    <a:pt x="234"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7024" name="Freeform 74"/>
            <p:cNvSpPr>
              <a:spLocks/>
            </p:cNvSpPr>
            <p:nvPr/>
          </p:nvSpPr>
          <p:spPr bwMode="auto">
            <a:xfrm>
              <a:off x="1552" y="1836"/>
              <a:ext cx="49" cy="85"/>
            </a:xfrm>
            <a:custGeom>
              <a:avLst/>
              <a:gdLst>
                <a:gd name="T0" fmla="*/ 0 w 245"/>
                <a:gd name="T1" fmla="*/ 3 h 425"/>
                <a:gd name="T2" fmla="*/ 0 w 245"/>
                <a:gd name="T3" fmla="*/ 3 h 425"/>
                <a:gd name="T4" fmla="*/ 0 w 245"/>
                <a:gd name="T5" fmla="*/ 3 h 425"/>
                <a:gd name="T6" fmla="*/ 0 w 245"/>
                <a:gd name="T7" fmla="*/ 3 h 425"/>
                <a:gd name="T8" fmla="*/ 1 w 245"/>
                <a:gd name="T9" fmla="*/ 3 h 425"/>
                <a:gd name="T10" fmla="*/ 1 w 245"/>
                <a:gd name="T11" fmla="*/ 3 h 425"/>
                <a:gd name="T12" fmla="*/ 1 w 245"/>
                <a:gd name="T13" fmla="*/ 3 h 425"/>
                <a:gd name="T14" fmla="*/ 1 w 245"/>
                <a:gd name="T15" fmla="*/ 3 h 425"/>
                <a:gd name="T16" fmla="*/ 1 w 245"/>
                <a:gd name="T17" fmla="*/ 3 h 425"/>
                <a:gd name="T18" fmla="*/ 1 w 245"/>
                <a:gd name="T19" fmla="*/ 2 h 425"/>
                <a:gd name="T20" fmla="*/ 2 w 245"/>
                <a:gd name="T21" fmla="*/ 2 h 425"/>
                <a:gd name="T22" fmla="*/ 2 w 245"/>
                <a:gd name="T23" fmla="*/ 2 h 425"/>
                <a:gd name="T24" fmla="*/ 2 w 245"/>
                <a:gd name="T25" fmla="*/ 2 h 425"/>
                <a:gd name="T26" fmla="*/ 2 w 245"/>
                <a:gd name="T27" fmla="*/ 1 h 425"/>
                <a:gd name="T28" fmla="*/ 2 w 245"/>
                <a:gd name="T29" fmla="*/ 1 h 425"/>
                <a:gd name="T30" fmla="*/ 2 w 245"/>
                <a:gd name="T31" fmla="*/ 1 h 425"/>
                <a:gd name="T32" fmla="*/ 2 w 245"/>
                <a:gd name="T33" fmla="*/ 0 h 425"/>
                <a:gd name="T34" fmla="*/ 2 w 245"/>
                <a:gd name="T35" fmla="*/ 0 h 425"/>
                <a:gd name="T36" fmla="*/ 2 w 245"/>
                <a:gd name="T37" fmla="*/ 0 h 425"/>
                <a:gd name="T38" fmla="*/ 2 w 245"/>
                <a:gd name="T39" fmla="*/ 0 h 425"/>
                <a:gd name="T40" fmla="*/ 2 w 245"/>
                <a:gd name="T41" fmla="*/ 1 h 425"/>
                <a:gd name="T42" fmla="*/ 2 w 245"/>
                <a:gd name="T43" fmla="*/ 1 h 425"/>
                <a:gd name="T44" fmla="*/ 2 w 245"/>
                <a:gd name="T45" fmla="*/ 1 h 425"/>
                <a:gd name="T46" fmla="*/ 2 w 245"/>
                <a:gd name="T47" fmla="*/ 2 h 425"/>
                <a:gd name="T48" fmla="*/ 2 w 245"/>
                <a:gd name="T49" fmla="*/ 2 h 425"/>
                <a:gd name="T50" fmla="*/ 1 w 245"/>
                <a:gd name="T51" fmla="*/ 2 h 425"/>
                <a:gd name="T52" fmla="*/ 1 w 245"/>
                <a:gd name="T53" fmla="*/ 2 h 425"/>
                <a:gd name="T54" fmla="*/ 1 w 245"/>
                <a:gd name="T55" fmla="*/ 3 h 425"/>
                <a:gd name="T56" fmla="*/ 1 w 245"/>
                <a:gd name="T57" fmla="*/ 3 h 425"/>
                <a:gd name="T58" fmla="*/ 1 w 245"/>
                <a:gd name="T59" fmla="*/ 3 h 425"/>
                <a:gd name="T60" fmla="*/ 1 w 245"/>
                <a:gd name="T61" fmla="*/ 3 h 425"/>
                <a:gd name="T62" fmla="*/ 1 w 245"/>
                <a:gd name="T63" fmla="*/ 3 h 425"/>
                <a:gd name="T64" fmla="*/ 0 w 245"/>
                <a:gd name="T65" fmla="*/ 3 h 425"/>
                <a:gd name="T66" fmla="*/ 0 w 245"/>
                <a:gd name="T67" fmla="*/ 3 h 425"/>
                <a:gd name="T68" fmla="*/ 0 w 245"/>
                <a:gd name="T69" fmla="*/ 3 h 425"/>
                <a:gd name="T70" fmla="*/ 0 w 245"/>
                <a:gd name="T71" fmla="*/ 3 h 425"/>
                <a:gd name="T72" fmla="*/ 0 w 245"/>
                <a:gd name="T73" fmla="*/ 3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5"/>
                <a:gd name="T113" fmla="*/ 245 w 245"/>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5">
                  <a:moveTo>
                    <a:pt x="0" y="425"/>
                  </a:moveTo>
                  <a:lnTo>
                    <a:pt x="0" y="425"/>
                  </a:lnTo>
                  <a:lnTo>
                    <a:pt x="26" y="422"/>
                  </a:lnTo>
                  <a:lnTo>
                    <a:pt x="51" y="417"/>
                  </a:lnTo>
                  <a:lnTo>
                    <a:pt x="74" y="406"/>
                  </a:lnTo>
                  <a:lnTo>
                    <a:pt x="96" y="391"/>
                  </a:lnTo>
                  <a:lnTo>
                    <a:pt x="119" y="373"/>
                  </a:lnTo>
                  <a:lnTo>
                    <a:pt x="137" y="351"/>
                  </a:lnTo>
                  <a:lnTo>
                    <a:pt x="156" y="326"/>
                  </a:lnTo>
                  <a:lnTo>
                    <a:pt x="174" y="299"/>
                  </a:lnTo>
                  <a:lnTo>
                    <a:pt x="190" y="269"/>
                  </a:lnTo>
                  <a:lnTo>
                    <a:pt x="204" y="236"/>
                  </a:lnTo>
                  <a:lnTo>
                    <a:pt x="216" y="202"/>
                  </a:lnTo>
                  <a:lnTo>
                    <a:pt x="226" y="163"/>
                  </a:lnTo>
                  <a:lnTo>
                    <a:pt x="235" y="126"/>
                  </a:lnTo>
                  <a:lnTo>
                    <a:pt x="241" y="86"/>
                  </a:lnTo>
                  <a:lnTo>
                    <a:pt x="244" y="43"/>
                  </a:lnTo>
                  <a:lnTo>
                    <a:pt x="245" y="0"/>
                  </a:lnTo>
                  <a:lnTo>
                    <a:pt x="234" y="0"/>
                  </a:lnTo>
                  <a:lnTo>
                    <a:pt x="232" y="43"/>
                  </a:lnTo>
                  <a:lnTo>
                    <a:pt x="229" y="84"/>
                  </a:lnTo>
                  <a:lnTo>
                    <a:pt x="223" y="123"/>
                  </a:lnTo>
                  <a:lnTo>
                    <a:pt x="215" y="161"/>
                  </a:lnTo>
                  <a:lnTo>
                    <a:pt x="204" y="197"/>
                  </a:lnTo>
                  <a:lnTo>
                    <a:pt x="193" y="231"/>
                  </a:lnTo>
                  <a:lnTo>
                    <a:pt x="178" y="264"/>
                  </a:lnTo>
                  <a:lnTo>
                    <a:pt x="164" y="292"/>
                  </a:lnTo>
                  <a:lnTo>
                    <a:pt x="147" y="319"/>
                  </a:lnTo>
                  <a:lnTo>
                    <a:pt x="128" y="344"/>
                  </a:lnTo>
                  <a:lnTo>
                    <a:pt x="109" y="364"/>
                  </a:lnTo>
                  <a:lnTo>
                    <a:pt x="89" y="381"/>
                  </a:lnTo>
                  <a:lnTo>
                    <a:pt x="67" y="394"/>
                  </a:lnTo>
                  <a:lnTo>
                    <a:pt x="46" y="405"/>
                  </a:lnTo>
                  <a:lnTo>
                    <a:pt x="24" y="411"/>
                  </a:lnTo>
                  <a:lnTo>
                    <a:pt x="0" y="413"/>
                  </a:lnTo>
                  <a:lnTo>
                    <a:pt x="0" y="425"/>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7025" name="Freeform 75"/>
            <p:cNvSpPr>
              <a:spLocks/>
            </p:cNvSpPr>
            <p:nvPr/>
          </p:nvSpPr>
          <p:spPr bwMode="auto">
            <a:xfrm>
              <a:off x="1502" y="1836"/>
              <a:ext cx="50" cy="85"/>
            </a:xfrm>
            <a:custGeom>
              <a:avLst/>
              <a:gdLst>
                <a:gd name="T0" fmla="*/ 0 w 246"/>
                <a:gd name="T1" fmla="*/ 0 h 425"/>
                <a:gd name="T2" fmla="*/ 0 w 246"/>
                <a:gd name="T3" fmla="*/ 0 h 425"/>
                <a:gd name="T4" fmla="*/ 0 w 246"/>
                <a:gd name="T5" fmla="*/ 0 h 425"/>
                <a:gd name="T6" fmla="*/ 0 w 246"/>
                <a:gd name="T7" fmla="*/ 1 h 425"/>
                <a:gd name="T8" fmla="*/ 0 w 246"/>
                <a:gd name="T9" fmla="*/ 1 h 425"/>
                <a:gd name="T10" fmla="*/ 0 w 246"/>
                <a:gd name="T11" fmla="*/ 1 h 425"/>
                <a:gd name="T12" fmla="*/ 0 w 246"/>
                <a:gd name="T13" fmla="*/ 2 h 425"/>
                <a:gd name="T14" fmla="*/ 0 w 246"/>
                <a:gd name="T15" fmla="*/ 2 h 425"/>
                <a:gd name="T16" fmla="*/ 0 w 246"/>
                <a:gd name="T17" fmla="*/ 2 h 425"/>
                <a:gd name="T18" fmla="*/ 1 w 246"/>
                <a:gd name="T19" fmla="*/ 2 h 425"/>
                <a:gd name="T20" fmla="*/ 1 w 246"/>
                <a:gd name="T21" fmla="*/ 3 h 425"/>
                <a:gd name="T22" fmla="*/ 1 w 246"/>
                <a:gd name="T23" fmla="*/ 3 h 425"/>
                <a:gd name="T24" fmla="*/ 1 w 246"/>
                <a:gd name="T25" fmla="*/ 3 h 425"/>
                <a:gd name="T26" fmla="*/ 1 w 246"/>
                <a:gd name="T27" fmla="*/ 3 h 425"/>
                <a:gd name="T28" fmla="*/ 1 w 246"/>
                <a:gd name="T29" fmla="*/ 3 h 425"/>
                <a:gd name="T30" fmla="*/ 2 w 246"/>
                <a:gd name="T31" fmla="*/ 3 h 425"/>
                <a:gd name="T32" fmla="*/ 2 w 246"/>
                <a:gd name="T33" fmla="*/ 3 h 425"/>
                <a:gd name="T34" fmla="*/ 2 w 246"/>
                <a:gd name="T35" fmla="*/ 3 h 425"/>
                <a:gd name="T36" fmla="*/ 2 w 246"/>
                <a:gd name="T37" fmla="*/ 3 h 425"/>
                <a:gd name="T38" fmla="*/ 2 w 246"/>
                <a:gd name="T39" fmla="*/ 3 h 425"/>
                <a:gd name="T40" fmla="*/ 2 w 246"/>
                <a:gd name="T41" fmla="*/ 3 h 425"/>
                <a:gd name="T42" fmla="*/ 1 w 246"/>
                <a:gd name="T43" fmla="*/ 3 h 425"/>
                <a:gd name="T44" fmla="*/ 1 w 246"/>
                <a:gd name="T45" fmla="*/ 3 h 425"/>
                <a:gd name="T46" fmla="*/ 1 w 246"/>
                <a:gd name="T47" fmla="*/ 3 h 425"/>
                <a:gd name="T48" fmla="*/ 1 w 246"/>
                <a:gd name="T49" fmla="*/ 3 h 425"/>
                <a:gd name="T50" fmla="*/ 1 w 246"/>
                <a:gd name="T51" fmla="*/ 3 h 425"/>
                <a:gd name="T52" fmla="*/ 1 w 246"/>
                <a:gd name="T53" fmla="*/ 2 h 425"/>
                <a:gd name="T54" fmla="*/ 1 w 246"/>
                <a:gd name="T55" fmla="*/ 2 h 425"/>
                <a:gd name="T56" fmla="*/ 0 w 246"/>
                <a:gd name="T57" fmla="*/ 2 h 425"/>
                <a:gd name="T58" fmla="*/ 0 w 246"/>
                <a:gd name="T59" fmla="*/ 2 h 425"/>
                <a:gd name="T60" fmla="*/ 0 w 246"/>
                <a:gd name="T61" fmla="*/ 1 h 425"/>
                <a:gd name="T62" fmla="*/ 0 w 246"/>
                <a:gd name="T63" fmla="*/ 1 h 425"/>
                <a:gd name="T64" fmla="*/ 0 w 246"/>
                <a:gd name="T65" fmla="*/ 1 h 425"/>
                <a:gd name="T66" fmla="*/ 0 w 246"/>
                <a:gd name="T67" fmla="*/ 0 h 425"/>
                <a:gd name="T68" fmla="*/ 0 w 246"/>
                <a:gd name="T69" fmla="*/ 0 h 425"/>
                <a:gd name="T70" fmla="*/ 0 w 246"/>
                <a:gd name="T71" fmla="*/ 0 h 425"/>
                <a:gd name="T72" fmla="*/ 0 w 246"/>
                <a:gd name="T73" fmla="*/ 0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5"/>
                <a:gd name="T113" fmla="*/ 246 w 246"/>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5">
                  <a:moveTo>
                    <a:pt x="0" y="0"/>
                  </a:moveTo>
                  <a:lnTo>
                    <a:pt x="0" y="0"/>
                  </a:lnTo>
                  <a:lnTo>
                    <a:pt x="2" y="43"/>
                  </a:lnTo>
                  <a:lnTo>
                    <a:pt x="5" y="86"/>
                  </a:lnTo>
                  <a:lnTo>
                    <a:pt x="11" y="126"/>
                  </a:lnTo>
                  <a:lnTo>
                    <a:pt x="19" y="163"/>
                  </a:lnTo>
                  <a:lnTo>
                    <a:pt x="30" y="202"/>
                  </a:lnTo>
                  <a:lnTo>
                    <a:pt x="41" y="236"/>
                  </a:lnTo>
                  <a:lnTo>
                    <a:pt x="55" y="269"/>
                  </a:lnTo>
                  <a:lnTo>
                    <a:pt x="73" y="299"/>
                  </a:lnTo>
                  <a:lnTo>
                    <a:pt x="89" y="326"/>
                  </a:lnTo>
                  <a:lnTo>
                    <a:pt x="108" y="351"/>
                  </a:lnTo>
                  <a:lnTo>
                    <a:pt x="128" y="373"/>
                  </a:lnTo>
                  <a:lnTo>
                    <a:pt x="150" y="391"/>
                  </a:lnTo>
                  <a:lnTo>
                    <a:pt x="171" y="406"/>
                  </a:lnTo>
                  <a:lnTo>
                    <a:pt x="196" y="417"/>
                  </a:lnTo>
                  <a:lnTo>
                    <a:pt x="221" y="422"/>
                  </a:lnTo>
                  <a:lnTo>
                    <a:pt x="246" y="425"/>
                  </a:lnTo>
                  <a:lnTo>
                    <a:pt x="246" y="413"/>
                  </a:lnTo>
                  <a:lnTo>
                    <a:pt x="223" y="411"/>
                  </a:lnTo>
                  <a:lnTo>
                    <a:pt x="201" y="405"/>
                  </a:lnTo>
                  <a:lnTo>
                    <a:pt x="178" y="394"/>
                  </a:lnTo>
                  <a:lnTo>
                    <a:pt x="157" y="381"/>
                  </a:lnTo>
                  <a:lnTo>
                    <a:pt x="137" y="364"/>
                  </a:lnTo>
                  <a:lnTo>
                    <a:pt x="117" y="344"/>
                  </a:lnTo>
                  <a:lnTo>
                    <a:pt x="99" y="319"/>
                  </a:lnTo>
                  <a:lnTo>
                    <a:pt x="82" y="292"/>
                  </a:lnTo>
                  <a:lnTo>
                    <a:pt x="67" y="264"/>
                  </a:lnTo>
                  <a:lnTo>
                    <a:pt x="53" y="231"/>
                  </a:lnTo>
                  <a:lnTo>
                    <a:pt x="41" y="197"/>
                  </a:lnTo>
                  <a:lnTo>
                    <a:pt x="31" y="161"/>
                  </a:lnTo>
                  <a:lnTo>
                    <a:pt x="23" y="123"/>
                  </a:lnTo>
                  <a:lnTo>
                    <a:pt x="17" y="84"/>
                  </a:lnTo>
                  <a:lnTo>
                    <a:pt x="13" y="4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7026" name="Freeform 76"/>
            <p:cNvSpPr>
              <a:spLocks/>
            </p:cNvSpPr>
            <p:nvPr/>
          </p:nvSpPr>
          <p:spPr bwMode="auto">
            <a:xfrm>
              <a:off x="1502" y="1751"/>
              <a:ext cx="50" cy="85"/>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2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1" y="2"/>
                  </a:lnTo>
                  <a:lnTo>
                    <a:pt x="196" y="8"/>
                  </a:lnTo>
                  <a:lnTo>
                    <a:pt x="171" y="19"/>
                  </a:lnTo>
                  <a:lnTo>
                    <a:pt x="150" y="34"/>
                  </a:lnTo>
                  <a:lnTo>
                    <a:pt x="128" y="52"/>
                  </a:lnTo>
                  <a:lnTo>
                    <a:pt x="108" y="74"/>
                  </a:lnTo>
                  <a:lnTo>
                    <a:pt x="89" y="98"/>
                  </a:lnTo>
                  <a:lnTo>
                    <a:pt x="73" y="125"/>
                  </a:lnTo>
                  <a:lnTo>
                    <a:pt x="55" y="156"/>
                  </a:lnTo>
                  <a:lnTo>
                    <a:pt x="41" y="189"/>
                  </a:lnTo>
                  <a:lnTo>
                    <a:pt x="30" y="223"/>
                  </a:lnTo>
                  <a:lnTo>
                    <a:pt x="19" y="261"/>
                  </a:lnTo>
                  <a:lnTo>
                    <a:pt x="11" y="299"/>
                  </a:lnTo>
                  <a:lnTo>
                    <a:pt x="5" y="339"/>
                  </a:lnTo>
                  <a:lnTo>
                    <a:pt x="2" y="382"/>
                  </a:lnTo>
                  <a:lnTo>
                    <a:pt x="0" y="424"/>
                  </a:lnTo>
                  <a:lnTo>
                    <a:pt x="12" y="424"/>
                  </a:lnTo>
                  <a:lnTo>
                    <a:pt x="13" y="382"/>
                  </a:lnTo>
                  <a:lnTo>
                    <a:pt x="17" y="341"/>
                  </a:lnTo>
                  <a:lnTo>
                    <a:pt x="23" y="301"/>
                  </a:lnTo>
                  <a:lnTo>
                    <a:pt x="31" y="264"/>
                  </a:lnTo>
                  <a:lnTo>
                    <a:pt x="41" y="227"/>
                  </a:lnTo>
                  <a:lnTo>
                    <a:pt x="53" y="193"/>
                  </a:lnTo>
                  <a:lnTo>
                    <a:pt x="67" y="161"/>
                  </a:lnTo>
                  <a:lnTo>
                    <a:pt x="82" y="132"/>
                  </a:lnTo>
                  <a:lnTo>
                    <a:pt x="99" y="105"/>
                  </a:lnTo>
                  <a:lnTo>
                    <a:pt x="117" y="81"/>
                  </a:lnTo>
                  <a:lnTo>
                    <a:pt x="137" y="61"/>
                  </a:lnTo>
                  <a:lnTo>
                    <a:pt x="157" y="43"/>
                  </a:lnTo>
                  <a:lnTo>
                    <a:pt x="178" y="30"/>
                  </a:lnTo>
                  <a:lnTo>
                    <a:pt x="201" y="20"/>
                  </a:lnTo>
                  <a:lnTo>
                    <a:pt x="223" y="14"/>
                  </a:lnTo>
                  <a:lnTo>
                    <a:pt x="246" y="12"/>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7027" name="Freeform 77"/>
            <p:cNvSpPr>
              <a:spLocks/>
            </p:cNvSpPr>
            <p:nvPr/>
          </p:nvSpPr>
          <p:spPr bwMode="auto">
            <a:xfrm>
              <a:off x="1565" y="2016"/>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0" y="339"/>
                  </a:lnTo>
                  <a:lnTo>
                    <a:pt x="234" y="299"/>
                  </a:lnTo>
                  <a:lnTo>
                    <a:pt x="226" y="261"/>
                  </a:lnTo>
                  <a:lnTo>
                    <a:pt x="216" y="223"/>
                  </a:lnTo>
                  <a:lnTo>
                    <a:pt x="204" y="189"/>
                  </a:lnTo>
                  <a:lnTo>
                    <a:pt x="190" y="156"/>
                  </a:lnTo>
                  <a:lnTo>
                    <a:pt x="174" y="125"/>
                  </a:lnTo>
                  <a:lnTo>
                    <a:pt x="156" y="98"/>
                  </a:lnTo>
                  <a:lnTo>
                    <a:pt x="138" y="74"/>
                  </a:lnTo>
                  <a:lnTo>
                    <a:pt x="118" y="51"/>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9" y="81"/>
                  </a:lnTo>
                  <a:lnTo>
                    <a:pt x="147" y="105"/>
                  </a:lnTo>
                  <a:lnTo>
                    <a:pt x="164" y="132"/>
                  </a:lnTo>
                  <a:lnTo>
                    <a:pt x="178" y="160"/>
                  </a:lnTo>
                  <a:lnTo>
                    <a:pt x="192" y="193"/>
                  </a:lnTo>
                  <a:lnTo>
                    <a:pt x="204" y="227"/>
                  </a:lnTo>
                  <a:lnTo>
                    <a:pt x="215" y="264"/>
                  </a:lnTo>
                  <a:lnTo>
                    <a:pt x="223" y="301"/>
                  </a:lnTo>
                  <a:lnTo>
                    <a:pt x="229"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7028" name="Freeform 78"/>
            <p:cNvSpPr>
              <a:spLocks/>
            </p:cNvSpPr>
            <p:nvPr/>
          </p:nvSpPr>
          <p:spPr bwMode="auto">
            <a:xfrm>
              <a:off x="1565" y="2101"/>
              <a:ext cx="49" cy="85"/>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6" y="423"/>
                  </a:lnTo>
                  <a:lnTo>
                    <a:pt x="51" y="418"/>
                  </a:lnTo>
                  <a:lnTo>
                    <a:pt x="74" y="407"/>
                  </a:lnTo>
                  <a:lnTo>
                    <a:pt x="96" y="392"/>
                  </a:lnTo>
                  <a:lnTo>
                    <a:pt x="118" y="373"/>
                  </a:lnTo>
                  <a:lnTo>
                    <a:pt x="138" y="351"/>
                  </a:lnTo>
                  <a:lnTo>
                    <a:pt x="156" y="327"/>
                  </a:lnTo>
                  <a:lnTo>
                    <a:pt x="175" y="299"/>
                  </a:lnTo>
                  <a:lnTo>
                    <a:pt x="190" y="269"/>
                  </a:lnTo>
                  <a:lnTo>
                    <a:pt x="204" y="236"/>
                  </a:lnTo>
                  <a:lnTo>
                    <a:pt x="216" y="202"/>
                  </a:lnTo>
                  <a:lnTo>
                    <a:pt x="226" y="164"/>
                  </a:lnTo>
                  <a:lnTo>
                    <a:pt x="234" y="126"/>
                  </a:lnTo>
                  <a:lnTo>
                    <a:pt x="240" y="86"/>
                  </a:lnTo>
                  <a:lnTo>
                    <a:pt x="244" y="42"/>
                  </a:lnTo>
                  <a:lnTo>
                    <a:pt x="245" y="0"/>
                  </a:lnTo>
                  <a:lnTo>
                    <a:pt x="233" y="0"/>
                  </a:lnTo>
                  <a:lnTo>
                    <a:pt x="232" y="42"/>
                  </a:lnTo>
                  <a:lnTo>
                    <a:pt x="229" y="83"/>
                  </a:lnTo>
                  <a:lnTo>
                    <a:pt x="223" y="123"/>
                  </a:lnTo>
                  <a:lnTo>
                    <a:pt x="215" y="162"/>
                  </a:lnTo>
                  <a:lnTo>
                    <a:pt x="204" y="197"/>
                  </a:lnTo>
                  <a:lnTo>
                    <a:pt x="192" y="231"/>
                  </a:lnTo>
                  <a:lnTo>
                    <a:pt x="178" y="264"/>
                  </a:lnTo>
                  <a:lnTo>
                    <a:pt x="163" y="292"/>
                  </a:lnTo>
                  <a:lnTo>
                    <a:pt x="147" y="320"/>
                  </a:lnTo>
                  <a:lnTo>
                    <a:pt x="129" y="344"/>
                  </a:lnTo>
                  <a:lnTo>
                    <a:pt x="109" y="364"/>
                  </a:lnTo>
                  <a:lnTo>
                    <a:pt x="89" y="382"/>
                  </a:lnTo>
                  <a:lnTo>
                    <a:pt x="67" y="395"/>
                  </a:lnTo>
                  <a:lnTo>
                    <a:pt x="46" y="406"/>
                  </a:lnTo>
                  <a:lnTo>
                    <a:pt x="24"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7029" name="Freeform 79"/>
            <p:cNvSpPr>
              <a:spLocks/>
            </p:cNvSpPr>
            <p:nvPr/>
          </p:nvSpPr>
          <p:spPr bwMode="auto">
            <a:xfrm>
              <a:off x="1516" y="2101"/>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5" y="86"/>
                  </a:lnTo>
                  <a:lnTo>
                    <a:pt x="11" y="126"/>
                  </a:lnTo>
                  <a:lnTo>
                    <a:pt x="19" y="164"/>
                  </a:lnTo>
                  <a:lnTo>
                    <a:pt x="30" y="202"/>
                  </a:lnTo>
                  <a:lnTo>
                    <a:pt x="41" y="236"/>
                  </a:lnTo>
                  <a:lnTo>
                    <a:pt x="55" y="269"/>
                  </a:lnTo>
                  <a:lnTo>
                    <a:pt x="71" y="299"/>
                  </a:lnTo>
                  <a:lnTo>
                    <a:pt x="89" y="327"/>
                  </a:lnTo>
                  <a:lnTo>
                    <a:pt x="107" y="351"/>
                  </a:lnTo>
                  <a:lnTo>
                    <a:pt x="127" y="373"/>
                  </a:lnTo>
                  <a:lnTo>
                    <a:pt x="149" y="392"/>
                  </a:lnTo>
                  <a:lnTo>
                    <a:pt x="171" y="407"/>
                  </a:lnTo>
                  <a:lnTo>
                    <a:pt x="195" y="418"/>
                  </a:lnTo>
                  <a:lnTo>
                    <a:pt x="219" y="423"/>
                  </a:lnTo>
                  <a:lnTo>
                    <a:pt x="245" y="426"/>
                  </a:lnTo>
                  <a:lnTo>
                    <a:pt x="245" y="414"/>
                  </a:lnTo>
                  <a:lnTo>
                    <a:pt x="222" y="412"/>
                  </a:lnTo>
                  <a:lnTo>
                    <a:pt x="199" y="406"/>
                  </a:lnTo>
                  <a:lnTo>
                    <a:pt x="178" y="395"/>
                  </a:lnTo>
                  <a:lnTo>
                    <a:pt x="156" y="382"/>
                  </a:lnTo>
                  <a:lnTo>
                    <a:pt x="136" y="364"/>
                  </a:lnTo>
                  <a:lnTo>
                    <a:pt x="116" y="344"/>
                  </a:lnTo>
                  <a:lnTo>
                    <a:pt x="99" y="320"/>
                  </a:lnTo>
                  <a:lnTo>
                    <a:pt x="82" y="292"/>
                  </a:lnTo>
                  <a:lnTo>
                    <a:pt x="67" y="264"/>
                  </a:lnTo>
                  <a:lnTo>
                    <a:pt x="53" y="231"/>
                  </a:lnTo>
                  <a:lnTo>
                    <a:pt x="41" y="197"/>
                  </a:lnTo>
                  <a:lnTo>
                    <a:pt x="31" y="162"/>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7030" name="Freeform 80"/>
            <p:cNvSpPr>
              <a:spLocks/>
            </p:cNvSpPr>
            <p:nvPr/>
          </p:nvSpPr>
          <p:spPr bwMode="auto">
            <a:xfrm>
              <a:off x="1516" y="2016"/>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5" y="8"/>
                  </a:lnTo>
                  <a:lnTo>
                    <a:pt x="171" y="19"/>
                  </a:lnTo>
                  <a:lnTo>
                    <a:pt x="149" y="34"/>
                  </a:lnTo>
                  <a:lnTo>
                    <a:pt x="127" y="51"/>
                  </a:lnTo>
                  <a:lnTo>
                    <a:pt x="107" y="74"/>
                  </a:lnTo>
                  <a:lnTo>
                    <a:pt x="89" y="98"/>
                  </a:lnTo>
                  <a:lnTo>
                    <a:pt x="72" y="125"/>
                  </a:lnTo>
                  <a:lnTo>
                    <a:pt x="55" y="156"/>
                  </a:lnTo>
                  <a:lnTo>
                    <a:pt x="41" y="189"/>
                  </a:lnTo>
                  <a:lnTo>
                    <a:pt x="30" y="223"/>
                  </a:lnTo>
                  <a:lnTo>
                    <a:pt x="19" y="261"/>
                  </a:lnTo>
                  <a:lnTo>
                    <a:pt x="11" y="299"/>
                  </a:lnTo>
                  <a:lnTo>
                    <a:pt x="5" y="339"/>
                  </a:lnTo>
                  <a:lnTo>
                    <a:pt x="1" y="382"/>
                  </a:lnTo>
                  <a:lnTo>
                    <a:pt x="0" y="424"/>
                  </a:lnTo>
                  <a:lnTo>
                    <a:pt x="12" y="424"/>
                  </a:lnTo>
                  <a:lnTo>
                    <a:pt x="13" y="382"/>
                  </a:lnTo>
                  <a:lnTo>
                    <a:pt x="17" y="341"/>
                  </a:lnTo>
                  <a:lnTo>
                    <a:pt x="23" y="301"/>
                  </a:lnTo>
                  <a:lnTo>
                    <a:pt x="31" y="264"/>
                  </a:lnTo>
                  <a:lnTo>
                    <a:pt x="41" y="227"/>
                  </a:lnTo>
                  <a:lnTo>
                    <a:pt x="53" y="193"/>
                  </a:lnTo>
                  <a:lnTo>
                    <a:pt x="67" y="160"/>
                  </a:lnTo>
                  <a:lnTo>
                    <a:pt x="81" y="132"/>
                  </a:lnTo>
                  <a:lnTo>
                    <a:pt x="99" y="105"/>
                  </a:lnTo>
                  <a:lnTo>
                    <a:pt x="116" y="81"/>
                  </a:lnTo>
                  <a:lnTo>
                    <a:pt x="136" y="61"/>
                  </a:lnTo>
                  <a:lnTo>
                    <a:pt x="156" y="43"/>
                  </a:lnTo>
                  <a:lnTo>
                    <a:pt x="178" y="30"/>
                  </a:lnTo>
                  <a:lnTo>
                    <a:pt x="199" y="20"/>
                  </a:lnTo>
                  <a:lnTo>
                    <a:pt x="222"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grpSp>
        <p:nvGrpSpPr>
          <p:cNvPr id="166924" name="Group 81"/>
          <p:cNvGrpSpPr>
            <a:grpSpLocks/>
          </p:cNvGrpSpPr>
          <p:nvPr/>
        </p:nvGrpSpPr>
        <p:grpSpPr bwMode="auto">
          <a:xfrm rot="-223274">
            <a:off x="744538" y="2820988"/>
            <a:ext cx="744537" cy="733425"/>
            <a:chOff x="2757" y="1666"/>
            <a:chExt cx="812" cy="800"/>
          </a:xfrm>
        </p:grpSpPr>
        <p:sp>
          <p:nvSpPr>
            <p:cNvPr id="166974" name="Freeform 82"/>
            <p:cNvSpPr>
              <a:spLocks/>
            </p:cNvSpPr>
            <p:nvPr/>
          </p:nvSpPr>
          <p:spPr bwMode="auto">
            <a:xfrm>
              <a:off x="2762" y="1667"/>
              <a:ext cx="807" cy="584"/>
            </a:xfrm>
            <a:custGeom>
              <a:avLst/>
              <a:gdLst>
                <a:gd name="T0" fmla="*/ 497 w 807"/>
                <a:gd name="T1" fmla="*/ 583 h 584"/>
                <a:gd name="T2" fmla="*/ 0 w 807"/>
                <a:gd name="T3" fmla="*/ 452 h 584"/>
                <a:gd name="T4" fmla="*/ 337 w 807"/>
                <a:gd name="T5" fmla="*/ 0 h 584"/>
                <a:gd name="T6" fmla="*/ 806 w 807"/>
                <a:gd name="T7" fmla="*/ 98 h 584"/>
                <a:gd name="T8" fmla="*/ 497 w 807"/>
                <a:gd name="T9" fmla="*/ 583 h 584"/>
                <a:gd name="T10" fmla="*/ 0 60000 65536"/>
                <a:gd name="T11" fmla="*/ 0 60000 65536"/>
                <a:gd name="T12" fmla="*/ 0 60000 65536"/>
                <a:gd name="T13" fmla="*/ 0 60000 65536"/>
                <a:gd name="T14" fmla="*/ 0 60000 65536"/>
                <a:gd name="T15" fmla="*/ 0 w 807"/>
                <a:gd name="T16" fmla="*/ 0 h 584"/>
                <a:gd name="T17" fmla="*/ 807 w 807"/>
                <a:gd name="T18" fmla="*/ 584 h 584"/>
              </a:gdLst>
              <a:ahLst/>
              <a:cxnLst>
                <a:cxn ang="T10">
                  <a:pos x="T0" y="T1"/>
                </a:cxn>
                <a:cxn ang="T11">
                  <a:pos x="T2" y="T3"/>
                </a:cxn>
                <a:cxn ang="T12">
                  <a:pos x="T4" y="T5"/>
                </a:cxn>
                <a:cxn ang="T13">
                  <a:pos x="T6" y="T7"/>
                </a:cxn>
                <a:cxn ang="T14">
                  <a:pos x="T8" y="T9"/>
                </a:cxn>
              </a:cxnLst>
              <a:rect l="T15" t="T16" r="T17" b="T18"/>
              <a:pathLst>
                <a:path w="807" h="584">
                  <a:moveTo>
                    <a:pt x="497" y="583"/>
                  </a:moveTo>
                  <a:lnTo>
                    <a:pt x="0" y="452"/>
                  </a:lnTo>
                  <a:lnTo>
                    <a:pt x="337" y="0"/>
                  </a:lnTo>
                  <a:lnTo>
                    <a:pt x="806" y="98"/>
                  </a:lnTo>
                  <a:lnTo>
                    <a:pt x="497" y="583"/>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166975" name="Freeform 83"/>
            <p:cNvSpPr>
              <a:spLocks/>
            </p:cNvSpPr>
            <p:nvPr/>
          </p:nvSpPr>
          <p:spPr bwMode="auto">
            <a:xfrm>
              <a:off x="2882" y="1861"/>
              <a:ext cx="578" cy="384"/>
            </a:xfrm>
            <a:custGeom>
              <a:avLst/>
              <a:gdLst>
                <a:gd name="T0" fmla="*/ 377 w 578"/>
                <a:gd name="T1" fmla="*/ 383 h 384"/>
                <a:gd name="T2" fmla="*/ 0 w 578"/>
                <a:gd name="T3" fmla="*/ 291 h 384"/>
                <a:gd name="T4" fmla="*/ 217 w 578"/>
                <a:gd name="T5" fmla="*/ 0 h 384"/>
                <a:gd name="T6" fmla="*/ 577 w 578"/>
                <a:gd name="T7" fmla="*/ 74 h 384"/>
                <a:gd name="T8" fmla="*/ 377 w 578"/>
                <a:gd name="T9" fmla="*/ 383 h 384"/>
                <a:gd name="T10" fmla="*/ 0 60000 65536"/>
                <a:gd name="T11" fmla="*/ 0 60000 65536"/>
                <a:gd name="T12" fmla="*/ 0 60000 65536"/>
                <a:gd name="T13" fmla="*/ 0 60000 65536"/>
                <a:gd name="T14" fmla="*/ 0 60000 65536"/>
                <a:gd name="T15" fmla="*/ 0 w 578"/>
                <a:gd name="T16" fmla="*/ 0 h 384"/>
                <a:gd name="T17" fmla="*/ 578 w 578"/>
                <a:gd name="T18" fmla="*/ 384 h 384"/>
              </a:gdLst>
              <a:ahLst/>
              <a:cxnLst>
                <a:cxn ang="T10">
                  <a:pos x="T0" y="T1"/>
                </a:cxn>
                <a:cxn ang="T11">
                  <a:pos x="T2" y="T3"/>
                </a:cxn>
                <a:cxn ang="T12">
                  <a:pos x="T4" y="T5"/>
                </a:cxn>
                <a:cxn ang="T13">
                  <a:pos x="T6" y="T7"/>
                </a:cxn>
                <a:cxn ang="T14">
                  <a:pos x="T8" y="T9"/>
                </a:cxn>
              </a:cxnLst>
              <a:rect l="T15" t="T16" r="T17" b="T18"/>
              <a:pathLst>
                <a:path w="578" h="384">
                  <a:moveTo>
                    <a:pt x="377" y="383"/>
                  </a:moveTo>
                  <a:lnTo>
                    <a:pt x="0" y="291"/>
                  </a:lnTo>
                  <a:lnTo>
                    <a:pt x="217" y="0"/>
                  </a:lnTo>
                  <a:lnTo>
                    <a:pt x="577" y="74"/>
                  </a:lnTo>
                  <a:lnTo>
                    <a:pt x="377" y="383"/>
                  </a:lnTo>
                </a:path>
              </a:pathLst>
            </a:custGeom>
            <a:solidFill>
              <a:srgbClr val="E22B00"/>
            </a:solidFill>
            <a:ln>
              <a:noFill/>
            </a:ln>
            <a:extLst>
              <a:ext uri="{91240B29-F687-4F45-9708-019B960494DF}">
                <a14:hiddenLine xmlns:a14="http://schemas.microsoft.com/office/drawing/2010/main" w="12700" cap="rnd" cmpd="sng">
                  <a:solidFill>
                    <a:srgbClr val="000000"/>
                  </a:solidFill>
                  <a:prstDash val="solid"/>
                  <a:round/>
                  <a:headEnd type="none" w="med" len="med"/>
                  <a:tailEnd type="none" w="med" len="med"/>
                </a14:hiddenLine>
              </a:ext>
            </a:extLst>
          </p:spPr>
          <p:txBody>
            <a:bodyPr/>
            <a:lstStyle/>
            <a:p>
              <a:endParaRPr lang="fr-FR"/>
            </a:p>
          </p:txBody>
        </p:sp>
        <p:sp>
          <p:nvSpPr>
            <p:cNvPr id="166976" name="Line 84"/>
            <p:cNvSpPr>
              <a:spLocks noChangeShapeType="1"/>
            </p:cNvSpPr>
            <p:nvPr/>
          </p:nvSpPr>
          <p:spPr bwMode="auto">
            <a:xfrm>
              <a:off x="3102" y="1862"/>
              <a:ext cx="352" cy="7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fr-FR"/>
            </a:p>
          </p:txBody>
        </p:sp>
        <p:sp>
          <p:nvSpPr>
            <p:cNvPr id="166977" name="Freeform 85"/>
            <p:cNvSpPr>
              <a:spLocks/>
            </p:cNvSpPr>
            <p:nvPr/>
          </p:nvSpPr>
          <p:spPr bwMode="auto">
            <a:xfrm>
              <a:off x="2762" y="1666"/>
              <a:ext cx="337" cy="485"/>
            </a:xfrm>
            <a:custGeom>
              <a:avLst/>
              <a:gdLst>
                <a:gd name="T0" fmla="*/ 336 w 337"/>
                <a:gd name="T1" fmla="*/ 194 h 485"/>
                <a:gd name="T2" fmla="*/ 118 w 337"/>
                <a:gd name="T3" fmla="*/ 484 h 485"/>
                <a:gd name="T4" fmla="*/ 0 w 337"/>
                <a:gd name="T5" fmla="*/ 452 h 485"/>
                <a:gd name="T6" fmla="*/ 336 w 337"/>
                <a:gd name="T7" fmla="*/ 0 h 485"/>
                <a:gd name="T8" fmla="*/ 336 w 337"/>
                <a:gd name="T9" fmla="*/ 152 h 485"/>
                <a:gd name="T10" fmla="*/ 336 w 337"/>
                <a:gd name="T11" fmla="*/ 194 h 485"/>
                <a:gd name="T12" fmla="*/ 0 60000 65536"/>
                <a:gd name="T13" fmla="*/ 0 60000 65536"/>
                <a:gd name="T14" fmla="*/ 0 60000 65536"/>
                <a:gd name="T15" fmla="*/ 0 60000 65536"/>
                <a:gd name="T16" fmla="*/ 0 60000 65536"/>
                <a:gd name="T17" fmla="*/ 0 60000 65536"/>
                <a:gd name="T18" fmla="*/ 0 w 337"/>
                <a:gd name="T19" fmla="*/ 0 h 485"/>
                <a:gd name="T20" fmla="*/ 337 w 337"/>
                <a:gd name="T21" fmla="*/ 485 h 485"/>
              </a:gdLst>
              <a:ahLst/>
              <a:cxnLst>
                <a:cxn ang="T12">
                  <a:pos x="T0" y="T1"/>
                </a:cxn>
                <a:cxn ang="T13">
                  <a:pos x="T2" y="T3"/>
                </a:cxn>
                <a:cxn ang="T14">
                  <a:pos x="T4" y="T5"/>
                </a:cxn>
                <a:cxn ang="T15">
                  <a:pos x="T6" y="T7"/>
                </a:cxn>
                <a:cxn ang="T16">
                  <a:pos x="T8" y="T9"/>
                </a:cxn>
                <a:cxn ang="T17">
                  <a:pos x="T10" y="T11"/>
                </a:cxn>
              </a:cxnLst>
              <a:rect l="T18" t="T19" r="T20" b="T21"/>
              <a:pathLst>
                <a:path w="337" h="485">
                  <a:moveTo>
                    <a:pt x="336" y="194"/>
                  </a:moveTo>
                  <a:lnTo>
                    <a:pt x="118" y="484"/>
                  </a:lnTo>
                  <a:lnTo>
                    <a:pt x="0" y="452"/>
                  </a:lnTo>
                  <a:lnTo>
                    <a:pt x="336" y="0"/>
                  </a:lnTo>
                  <a:lnTo>
                    <a:pt x="336" y="152"/>
                  </a:lnTo>
                  <a:lnTo>
                    <a:pt x="336" y="194"/>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166978" name="Freeform 86"/>
            <p:cNvSpPr>
              <a:spLocks/>
            </p:cNvSpPr>
            <p:nvPr/>
          </p:nvSpPr>
          <p:spPr bwMode="auto">
            <a:xfrm>
              <a:off x="2757" y="2124"/>
              <a:ext cx="509" cy="339"/>
            </a:xfrm>
            <a:custGeom>
              <a:avLst/>
              <a:gdLst>
                <a:gd name="T0" fmla="*/ 0 w 506"/>
                <a:gd name="T1" fmla="*/ 0 h 345"/>
                <a:gd name="T2" fmla="*/ 1 w 506"/>
                <a:gd name="T3" fmla="*/ 198 h 345"/>
                <a:gd name="T4" fmla="*/ 514 w 506"/>
                <a:gd name="T5" fmla="*/ 326 h 345"/>
                <a:gd name="T6" fmla="*/ 513 w 506"/>
                <a:gd name="T7" fmla="*/ 124 h 345"/>
                <a:gd name="T8" fmla="*/ 0 60000 65536"/>
                <a:gd name="T9" fmla="*/ 0 60000 65536"/>
                <a:gd name="T10" fmla="*/ 0 60000 65536"/>
                <a:gd name="T11" fmla="*/ 0 60000 65536"/>
                <a:gd name="T12" fmla="*/ 0 w 506"/>
                <a:gd name="T13" fmla="*/ 0 h 345"/>
                <a:gd name="T14" fmla="*/ 506 w 506"/>
                <a:gd name="T15" fmla="*/ 345 h 345"/>
              </a:gdLst>
              <a:ahLst/>
              <a:cxnLst>
                <a:cxn ang="T8">
                  <a:pos x="T0" y="T1"/>
                </a:cxn>
                <a:cxn ang="T9">
                  <a:pos x="T2" y="T3"/>
                </a:cxn>
                <a:cxn ang="T10">
                  <a:pos x="T4" y="T5"/>
                </a:cxn>
                <a:cxn ang="T11">
                  <a:pos x="T6" y="T7"/>
                </a:cxn>
              </a:cxnLst>
              <a:rect l="T12" t="T13" r="T14" b="T15"/>
              <a:pathLst>
                <a:path w="506" h="345">
                  <a:moveTo>
                    <a:pt x="0" y="0"/>
                  </a:moveTo>
                  <a:lnTo>
                    <a:pt x="1" y="209"/>
                  </a:lnTo>
                  <a:lnTo>
                    <a:pt x="505" y="344"/>
                  </a:lnTo>
                  <a:lnTo>
                    <a:pt x="504" y="130"/>
                  </a:lnTo>
                </a:path>
              </a:pathLst>
            </a:custGeom>
            <a:solidFill>
              <a:srgbClr val="FC2C1C"/>
            </a:solidFill>
            <a:ln w="12700" cap="rnd" cmpd="sng">
              <a:solidFill>
                <a:schemeClr val="bg2"/>
              </a:solidFill>
              <a:prstDash val="solid"/>
              <a:round/>
              <a:headEnd type="none" w="med" len="med"/>
              <a:tailEnd type="none" w="med" len="med"/>
            </a:ln>
          </p:spPr>
          <p:txBody>
            <a:bodyPr/>
            <a:lstStyle/>
            <a:p>
              <a:endParaRPr lang="fr-FR"/>
            </a:p>
          </p:txBody>
        </p:sp>
        <p:sp>
          <p:nvSpPr>
            <p:cNvPr id="166979" name="AutoShape 87"/>
            <p:cNvSpPr>
              <a:spLocks noChangeArrowheads="1"/>
            </p:cNvSpPr>
            <p:nvPr/>
          </p:nvSpPr>
          <p:spPr bwMode="auto">
            <a:xfrm rot="16200000" flipH="1">
              <a:off x="3067" y="1967"/>
              <a:ext cx="693" cy="306"/>
            </a:xfrm>
            <a:prstGeom prst="parallelogram">
              <a:avLst>
                <a:gd name="adj" fmla="val 156202"/>
              </a:avLst>
            </a:prstGeom>
            <a:solidFill>
              <a:srgbClr val="FC2C1C"/>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grpSp>
        <p:nvGrpSpPr>
          <p:cNvPr id="166925" name="Group 88"/>
          <p:cNvGrpSpPr>
            <a:grpSpLocks/>
          </p:cNvGrpSpPr>
          <p:nvPr/>
        </p:nvGrpSpPr>
        <p:grpSpPr bwMode="auto">
          <a:xfrm rot="-223274">
            <a:off x="2073275" y="2838450"/>
            <a:ext cx="744538" cy="733425"/>
            <a:chOff x="2757" y="1666"/>
            <a:chExt cx="812" cy="800"/>
          </a:xfrm>
        </p:grpSpPr>
        <p:sp>
          <p:nvSpPr>
            <p:cNvPr id="166968" name="Freeform 89"/>
            <p:cNvSpPr>
              <a:spLocks/>
            </p:cNvSpPr>
            <p:nvPr/>
          </p:nvSpPr>
          <p:spPr bwMode="auto">
            <a:xfrm>
              <a:off x="2762" y="1667"/>
              <a:ext cx="807" cy="584"/>
            </a:xfrm>
            <a:custGeom>
              <a:avLst/>
              <a:gdLst>
                <a:gd name="T0" fmla="*/ 497 w 807"/>
                <a:gd name="T1" fmla="*/ 583 h 584"/>
                <a:gd name="T2" fmla="*/ 0 w 807"/>
                <a:gd name="T3" fmla="*/ 452 h 584"/>
                <a:gd name="T4" fmla="*/ 337 w 807"/>
                <a:gd name="T5" fmla="*/ 0 h 584"/>
                <a:gd name="T6" fmla="*/ 806 w 807"/>
                <a:gd name="T7" fmla="*/ 98 h 584"/>
                <a:gd name="T8" fmla="*/ 497 w 807"/>
                <a:gd name="T9" fmla="*/ 583 h 584"/>
                <a:gd name="T10" fmla="*/ 0 60000 65536"/>
                <a:gd name="T11" fmla="*/ 0 60000 65536"/>
                <a:gd name="T12" fmla="*/ 0 60000 65536"/>
                <a:gd name="T13" fmla="*/ 0 60000 65536"/>
                <a:gd name="T14" fmla="*/ 0 60000 65536"/>
                <a:gd name="T15" fmla="*/ 0 w 807"/>
                <a:gd name="T16" fmla="*/ 0 h 584"/>
                <a:gd name="T17" fmla="*/ 807 w 807"/>
                <a:gd name="T18" fmla="*/ 584 h 584"/>
              </a:gdLst>
              <a:ahLst/>
              <a:cxnLst>
                <a:cxn ang="T10">
                  <a:pos x="T0" y="T1"/>
                </a:cxn>
                <a:cxn ang="T11">
                  <a:pos x="T2" y="T3"/>
                </a:cxn>
                <a:cxn ang="T12">
                  <a:pos x="T4" y="T5"/>
                </a:cxn>
                <a:cxn ang="T13">
                  <a:pos x="T6" y="T7"/>
                </a:cxn>
                <a:cxn ang="T14">
                  <a:pos x="T8" y="T9"/>
                </a:cxn>
              </a:cxnLst>
              <a:rect l="T15" t="T16" r="T17" b="T18"/>
              <a:pathLst>
                <a:path w="807" h="584">
                  <a:moveTo>
                    <a:pt x="497" y="583"/>
                  </a:moveTo>
                  <a:lnTo>
                    <a:pt x="0" y="452"/>
                  </a:lnTo>
                  <a:lnTo>
                    <a:pt x="337" y="0"/>
                  </a:lnTo>
                  <a:lnTo>
                    <a:pt x="806" y="98"/>
                  </a:lnTo>
                  <a:lnTo>
                    <a:pt x="497" y="583"/>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166969" name="Freeform 90"/>
            <p:cNvSpPr>
              <a:spLocks/>
            </p:cNvSpPr>
            <p:nvPr/>
          </p:nvSpPr>
          <p:spPr bwMode="auto">
            <a:xfrm>
              <a:off x="2882" y="1861"/>
              <a:ext cx="578" cy="384"/>
            </a:xfrm>
            <a:custGeom>
              <a:avLst/>
              <a:gdLst>
                <a:gd name="T0" fmla="*/ 377 w 578"/>
                <a:gd name="T1" fmla="*/ 383 h 384"/>
                <a:gd name="T2" fmla="*/ 0 w 578"/>
                <a:gd name="T3" fmla="*/ 291 h 384"/>
                <a:gd name="T4" fmla="*/ 217 w 578"/>
                <a:gd name="T5" fmla="*/ 0 h 384"/>
                <a:gd name="T6" fmla="*/ 577 w 578"/>
                <a:gd name="T7" fmla="*/ 74 h 384"/>
                <a:gd name="T8" fmla="*/ 377 w 578"/>
                <a:gd name="T9" fmla="*/ 383 h 384"/>
                <a:gd name="T10" fmla="*/ 0 60000 65536"/>
                <a:gd name="T11" fmla="*/ 0 60000 65536"/>
                <a:gd name="T12" fmla="*/ 0 60000 65536"/>
                <a:gd name="T13" fmla="*/ 0 60000 65536"/>
                <a:gd name="T14" fmla="*/ 0 60000 65536"/>
                <a:gd name="T15" fmla="*/ 0 w 578"/>
                <a:gd name="T16" fmla="*/ 0 h 384"/>
                <a:gd name="T17" fmla="*/ 578 w 578"/>
                <a:gd name="T18" fmla="*/ 384 h 384"/>
              </a:gdLst>
              <a:ahLst/>
              <a:cxnLst>
                <a:cxn ang="T10">
                  <a:pos x="T0" y="T1"/>
                </a:cxn>
                <a:cxn ang="T11">
                  <a:pos x="T2" y="T3"/>
                </a:cxn>
                <a:cxn ang="T12">
                  <a:pos x="T4" y="T5"/>
                </a:cxn>
                <a:cxn ang="T13">
                  <a:pos x="T6" y="T7"/>
                </a:cxn>
                <a:cxn ang="T14">
                  <a:pos x="T8" y="T9"/>
                </a:cxn>
              </a:cxnLst>
              <a:rect l="T15" t="T16" r="T17" b="T18"/>
              <a:pathLst>
                <a:path w="578" h="384">
                  <a:moveTo>
                    <a:pt x="377" y="383"/>
                  </a:moveTo>
                  <a:lnTo>
                    <a:pt x="0" y="291"/>
                  </a:lnTo>
                  <a:lnTo>
                    <a:pt x="217" y="0"/>
                  </a:lnTo>
                  <a:lnTo>
                    <a:pt x="577" y="74"/>
                  </a:lnTo>
                  <a:lnTo>
                    <a:pt x="377" y="383"/>
                  </a:lnTo>
                </a:path>
              </a:pathLst>
            </a:custGeom>
            <a:solidFill>
              <a:srgbClr val="E22B00"/>
            </a:solidFill>
            <a:ln>
              <a:noFill/>
            </a:ln>
            <a:extLst>
              <a:ext uri="{91240B29-F687-4F45-9708-019B960494DF}">
                <a14:hiddenLine xmlns:a14="http://schemas.microsoft.com/office/drawing/2010/main" w="12700" cap="rnd" cmpd="sng">
                  <a:solidFill>
                    <a:srgbClr val="000000"/>
                  </a:solidFill>
                  <a:prstDash val="solid"/>
                  <a:round/>
                  <a:headEnd type="none" w="med" len="med"/>
                  <a:tailEnd type="none" w="med" len="med"/>
                </a14:hiddenLine>
              </a:ext>
            </a:extLst>
          </p:spPr>
          <p:txBody>
            <a:bodyPr/>
            <a:lstStyle/>
            <a:p>
              <a:endParaRPr lang="fr-FR"/>
            </a:p>
          </p:txBody>
        </p:sp>
        <p:sp>
          <p:nvSpPr>
            <p:cNvPr id="166970" name="Line 91"/>
            <p:cNvSpPr>
              <a:spLocks noChangeShapeType="1"/>
            </p:cNvSpPr>
            <p:nvPr/>
          </p:nvSpPr>
          <p:spPr bwMode="auto">
            <a:xfrm>
              <a:off x="3102" y="1862"/>
              <a:ext cx="352" cy="7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fr-FR"/>
            </a:p>
          </p:txBody>
        </p:sp>
        <p:sp>
          <p:nvSpPr>
            <p:cNvPr id="166971" name="Freeform 92"/>
            <p:cNvSpPr>
              <a:spLocks/>
            </p:cNvSpPr>
            <p:nvPr/>
          </p:nvSpPr>
          <p:spPr bwMode="auto">
            <a:xfrm>
              <a:off x="2762" y="1666"/>
              <a:ext cx="337" cy="485"/>
            </a:xfrm>
            <a:custGeom>
              <a:avLst/>
              <a:gdLst>
                <a:gd name="T0" fmla="*/ 336 w 337"/>
                <a:gd name="T1" fmla="*/ 194 h 485"/>
                <a:gd name="T2" fmla="*/ 118 w 337"/>
                <a:gd name="T3" fmla="*/ 484 h 485"/>
                <a:gd name="T4" fmla="*/ 0 w 337"/>
                <a:gd name="T5" fmla="*/ 452 h 485"/>
                <a:gd name="T6" fmla="*/ 336 w 337"/>
                <a:gd name="T7" fmla="*/ 0 h 485"/>
                <a:gd name="T8" fmla="*/ 336 w 337"/>
                <a:gd name="T9" fmla="*/ 152 h 485"/>
                <a:gd name="T10" fmla="*/ 336 w 337"/>
                <a:gd name="T11" fmla="*/ 194 h 485"/>
                <a:gd name="T12" fmla="*/ 0 60000 65536"/>
                <a:gd name="T13" fmla="*/ 0 60000 65536"/>
                <a:gd name="T14" fmla="*/ 0 60000 65536"/>
                <a:gd name="T15" fmla="*/ 0 60000 65536"/>
                <a:gd name="T16" fmla="*/ 0 60000 65536"/>
                <a:gd name="T17" fmla="*/ 0 60000 65536"/>
                <a:gd name="T18" fmla="*/ 0 w 337"/>
                <a:gd name="T19" fmla="*/ 0 h 485"/>
                <a:gd name="T20" fmla="*/ 337 w 337"/>
                <a:gd name="T21" fmla="*/ 485 h 485"/>
              </a:gdLst>
              <a:ahLst/>
              <a:cxnLst>
                <a:cxn ang="T12">
                  <a:pos x="T0" y="T1"/>
                </a:cxn>
                <a:cxn ang="T13">
                  <a:pos x="T2" y="T3"/>
                </a:cxn>
                <a:cxn ang="T14">
                  <a:pos x="T4" y="T5"/>
                </a:cxn>
                <a:cxn ang="T15">
                  <a:pos x="T6" y="T7"/>
                </a:cxn>
                <a:cxn ang="T16">
                  <a:pos x="T8" y="T9"/>
                </a:cxn>
                <a:cxn ang="T17">
                  <a:pos x="T10" y="T11"/>
                </a:cxn>
              </a:cxnLst>
              <a:rect l="T18" t="T19" r="T20" b="T21"/>
              <a:pathLst>
                <a:path w="337" h="485">
                  <a:moveTo>
                    <a:pt x="336" y="194"/>
                  </a:moveTo>
                  <a:lnTo>
                    <a:pt x="118" y="484"/>
                  </a:lnTo>
                  <a:lnTo>
                    <a:pt x="0" y="452"/>
                  </a:lnTo>
                  <a:lnTo>
                    <a:pt x="336" y="0"/>
                  </a:lnTo>
                  <a:lnTo>
                    <a:pt x="336" y="152"/>
                  </a:lnTo>
                  <a:lnTo>
                    <a:pt x="336" y="194"/>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166972" name="Freeform 93"/>
            <p:cNvSpPr>
              <a:spLocks/>
            </p:cNvSpPr>
            <p:nvPr/>
          </p:nvSpPr>
          <p:spPr bwMode="auto">
            <a:xfrm>
              <a:off x="2757" y="2124"/>
              <a:ext cx="509" cy="339"/>
            </a:xfrm>
            <a:custGeom>
              <a:avLst/>
              <a:gdLst>
                <a:gd name="T0" fmla="*/ 0 w 506"/>
                <a:gd name="T1" fmla="*/ 0 h 345"/>
                <a:gd name="T2" fmla="*/ 1 w 506"/>
                <a:gd name="T3" fmla="*/ 198 h 345"/>
                <a:gd name="T4" fmla="*/ 514 w 506"/>
                <a:gd name="T5" fmla="*/ 326 h 345"/>
                <a:gd name="T6" fmla="*/ 513 w 506"/>
                <a:gd name="T7" fmla="*/ 124 h 345"/>
                <a:gd name="T8" fmla="*/ 0 60000 65536"/>
                <a:gd name="T9" fmla="*/ 0 60000 65536"/>
                <a:gd name="T10" fmla="*/ 0 60000 65536"/>
                <a:gd name="T11" fmla="*/ 0 60000 65536"/>
                <a:gd name="T12" fmla="*/ 0 w 506"/>
                <a:gd name="T13" fmla="*/ 0 h 345"/>
                <a:gd name="T14" fmla="*/ 506 w 506"/>
                <a:gd name="T15" fmla="*/ 345 h 345"/>
              </a:gdLst>
              <a:ahLst/>
              <a:cxnLst>
                <a:cxn ang="T8">
                  <a:pos x="T0" y="T1"/>
                </a:cxn>
                <a:cxn ang="T9">
                  <a:pos x="T2" y="T3"/>
                </a:cxn>
                <a:cxn ang="T10">
                  <a:pos x="T4" y="T5"/>
                </a:cxn>
                <a:cxn ang="T11">
                  <a:pos x="T6" y="T7"/>
                </a:cxn>
              </a:cxnLst>
              <a:rect l="T12" t="T13" r="T14" b="T15"/>
              <a:pathLst>
                <a:path w="506" h="345">
                  <a:moveTo>
                    <a:pt x="0" y="0"/>
                  </a:moveTo>
                  <a:lnTo>
                    <a:pt x="1" y="209"/>
                  </a:lnTo>
                  <a:lnTo>
                    <a:pt x="505" y="344"/>
                  </a:lnTo>
                  <a:lnTo>
                    <a:pt x="504" y="130"/>
                  </a:lnTo>
                </a:path>
              </a:pathLst>
            </a:custGeom>
            <a:solidFill>
              <a:srgbClr val="FC2C1C"/>
            </a:solidFill>
            <a:ln w="12700" cap="rnd" cmpd="sng">
              <a:solidFill>
                <a:schemeClr val="bg2"/>
              </a:solidFill>
              <a:prstDash val="solid"/>
              <a:round/>
              <a:headEnd type="none" w="med" len="med"/>
              <a:tailEnd type="none" w="med" len="med"/>
            </a:ln>
          </p:spPr>
          <p:txBody>
            <a:bodyPr/>
            <a:lstStyle/>
            <a:p>
              <a:endParaRPr lang="fr-FR"/>
            </a:p>
          </p:txBody>
        </p:sp>
        <p:sp>
          <p:nvSpPr>
            <p:cNvPr id="166973" name="AutoShape 94"/>
            <p:cNvSpPr>
              <a:spLocks noChangeArrowheads="1"/>
            </p:cNvSpPr>
            <p:nvPr/>
          </p:nvSpPr>
          <p:spPr bwMode="auto">
            <a:xfrm rot="16200000" flipH="1">
              <a:off x="3067" y="1967"/>
              <a:ext cx="693" cy="306"/>
            </a:xfrm>
            <a:prstGeom prst="parallelogram">
              <a:avLst>
                <a:gd name="adj" fmla="val 156202"/>
              </a:avLst>
            </a:prstGeom>
            <a:solidFill>
              <a:srgbClr val="FC2C1C"/>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grpSp>
        <p:nvGrpSpPr>
          <p:cNvPr id="166926" name="Group 95"/>
          <p:cNvGrpSpPr>
            <a:grpSpLocks/>
          </p:cNvGrpSpPr>
          <p:nvPr/>
        </p:nvGrpSpPr>
        <p:grpSpPr bwMode="auto">
          <a:xfrm rot="-223274">
            <a:off x="4703763" y="2806700"/>
            <a:ext cx="744537" cy="733425"/>
            <a:chOff x="2757" y="1666"/>
            <a:chExt cx="812" cy="800"/>
          </a:xfrm>
        </p:grpSpPr>
        <p:sp>
          <p:nvSpPr>
            <p:cNvPr id="166962" name="Freeform 96"/>
            <p:cNvSpPr>
              <a:spLocks/>
            </p:cNvSpPr>
            <p:nvPr/>
          </p:nvSpPr>
          <p:spPr bwMode="auto">
            <a:xfrm>
              <a:off x="2762" y="1667"/>
              <a:ext cx="807" cy="584"/>
            </a:xfrm>
            <a:custGeom>
              <a:avLst/>
              <a:gdLst>
                <a:gd name="T0" fmla="*/ 497 w 807"/>
                <a:gd name="T1" fmla="*/ 583 h 584"/>
                <a:gd name="T2" fmla="*/ 0 w 807"/>
                <a:gd name="T3" fmla="*/ 452 h 584"/>
                <a:gd name="T4" fmla="*/ 337 w 807"/>
                <a:gd name="T5" fmla="*/ 0 h 584"/>
                <a:gd name="T6" fmla="*/ 806 w 807"/>
                <a:gd name="T7" fmla="*/ 98 h 584"/>
                <a:gd name="T8" fmla="*/ 497 w 807"/>
                <a:gd name="T9" fmla="*/ 583 h 584"/>
                <a:gd name="T10" fmla="*/ 0 60000 65536"/>
                <a:gd name="T11" fmla="*/ 0 60000 65536"/>
                <a:gd name="T12" fmla="*/ 0 60000 65536"/>
                <a:gd name="T13" fmla="*/ 0 60000 65536"/>
                <a:gd name="T14" fmla="*/ 0 60000 65536"/>
                <a:gd name="T15" fmla="*/ 0 w 807"/>
                <a:gd name="T16" fmla="*/ 0 h 584"/>
                <a:gd name="T17" fmla="*/ 807 w 807"/>
                <a:gd name="T18" fmla="*/ 584 h 584"/>
              </a:gdLst>
              <a:ahLst/>
              <a:cxnLst>
                <a:cxn ang="T10">
                  <a:pos x="T0" y="T1"/>
                </a:cxn>
                <a:cxn ang="T11">
                  <a:pos x="T2" y="T3"/>
                </a:cxn>
                <a:cxn ang="T12">
                  <a:pos x="T4" y="T5"/>
                </a:cxn>
                <a:cxn ang="T13">
                  <a:pos x="T6" y="T7"/>
                </a:cxn>
                <a:cxn ang="T14">
                  <a:pos x="T8" y="T9"/>
                </a:cxn>
              </a:cxnLst>
              <a:rect l="T15" t="T16" r="T17" b="T18"/>
              <a:pathLst>
                <a:path w="807" h="584">
                  <a:moveTo>
                    <a:pt x="497" y="583"/>
                  </a:moveTo>
                  <a:lnTo>
                    <a:pt x="0" y="452"/>
                  </a:lnTo>
                  <a:lnTo>
                    <a:pt x="337" y="0"/>
                  </a:lnTo>
                  <a:lnTo>
                    <a:pt x="806" y="98"/>
                  </a:lnTo>
                  <a:lnTo>
                    <a:pt x="497" y="583"/>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166963" name="Freeform 97"/>
            <p:cNvSpPr>
              <a:spLocks/>
            </p:cNvSpPr>
            <p:nvPr/>
          </p:nvSpPr>
          <p:spPr bwMode="auto">
            <a:xfrm>
              <a:off x="2882" y="1861"/>
              <a:ext cx="578" cy="384"/>
            </a:xfrm>
            <a:custGeom>
              <a:avLst/>
              <a:gdLst>
                <a:gd name="T0" fmla="*/ 377 w 578"/>
                <a:gd name="T1" fmla="*/ 383 h 384"/>
                <a:gd name="T2" fmla="*/ 0 w 578"/>
                <a:gd name="T3" fmla="*/ 291 h 384"/>
                <a:gd name="T4" fmla="*/ 217 w 578"/>
                <a:gd name="T5" fmla="*/ 0 h 384"/>
                <a:gd name="T6" fmla="*/ 577 w 578"/>
                <a:gd name="T7" fmla="*/ 74 h 384"/>
                <a:gd name="T8" fmla="*/ 377 w 578"/>
                <a:gd name="T9" fmla="*/ 383 h 384"/>
                <a:gd name="T10" fmla="*/ 0 60000 65536"/>
                <a:gd name="T11" fmla="*/ 0 60000 65536"/>
                <a:gd name="T12" fmla="*/ 0 60000 65536"/>
                <a:gd name="T13" fmla="*/ 0 60000 65536"/>
                <a:gd name="T14" fmla="*/ 0 60000 65536"/>
                <a:gd name="T15" fmla="*/ 0 w 578"/>
                <a:gd name="T16" fmla="*/ 0 h 384"/>
                <a:gd name="T17" fmla="*/ 578 w 578"/>
                <a:gd name="T18" fmla="*/ 384 h 384"/>
              </a:gdLst>
              <a:ahLst/>
              <a:cxnLst>
                <a:cxn ang="T10">
                  <a:pos x="T0" y="T1"/>
                </a:cxn>
                <a:cxn ang="T11">
                  <a:pos x="T2" y="T3"/>
                </a:cxn>
                <a:cxn ang="T12">
                  <a:pos x="T4" y="T5"/>
                </a:cxn>
                <a:cxn ang="T13">
                  <a:pos x="T6" y="T7"/>
                </a:cxn>
                <a:cxn ang="T14">
                  <a:pos x="T8" y="T9"/>
                </a:cxn>
              </a:cxnLst>
              <a:rect l="T15" t="T16" r="T17" b="T18"/>
              <a:pathLst>
                <a:path w="578" h="384">
                  <a:moveTo>
                    <a:pt x="377" y="383"/>
                  </a:moveTo>
                  <a:lnTo>
                    <a:pt x="0" y="291"/>
                  </a:lnTo>
                  <a:lnTo>
                    <a:pt x="217" y="0"/>
                  </a:lnTo>
                  <a:lnTo>
                    <a:pt x="577" y="74"/>
                  </a:lnTo>
                  <a:lnTo>
                    <a:pt x="377" y="383"/>
                  </a:lnTo>
                </a:path>
              </a:pathLst>
            </a:custGeom>
            <a:solidFill>
              <a:srgbClr val="E22B00"/>
            </a:solidFill>
            <a:ln>
              <a:noFill/>
            </a:ln>
            <a:extLst>
              <a:ext uri="{91240B29-F687-4F45-9708-019B960494DF}">
                <a14:hiddenLine xmlns:a14="http://schemas.microsoft.com/office/drawing/2010/main" w="12700" cap="rnd" cmpd="sng">
                  <a:solidFill>
                    <a:srgbClr val="000000"/>
                  </a:solidFill>
                  <a:prstDash val="solid"/>
                  <a:round/>
                  <a:headEnd type="none" w="med" len="med"/>
                  <a:tailEnd type="none" w="med" len="med"/>
                </a14:hiddenLine>
              </a:ext>
            </a:extLst>
          </p:spPr>
          <p:txBody>
            <a:bodyPr/>
            <a:lstStyle/>
            <a:p>
              <a:endParaRPr lang="fr-FR"/>
            </a:p>
          </p:txBody>
        </p:sp>
        <p:sp>
          <p:nvSpPr>
            <p:cNvPr id="166964" name="Line 98"/>
            <p:cNvSpPr>
              <a:spLocks noChangeShapeType="1"/>
            </p:cNvSpPr>
            <p:nvPr/>
          </p:nvSpPr>
          <p:spPr bwMode="auto">
            <a:xfrm>
              <a:off x="3102" y="1862"/>
              <a:ext cx="352" cy="7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fr-FR"/>
            </a:p>
          </p:txBody>
        </p:sp>
        <p:sp>
          <p:nvSpPr>
            <p:cNvPr id="166965" name="Freeform 99"/>
            <p:cNvSpPr>
              <a:spLocks/>
            </p:cNvSpPr>
            <p:nvPr/>
          </p:nvSpPr>
          <p:spPr bwMode="auto">
            <a:xfrm>
              <a:off x="2762" y="1666"/>
              <a:ext cx="337" cy="485"/>
            </a:xfrm>
            <a:custGeom>
              <a:avLst/>
              <a:gdLst>
                <a:gd name="T0" fmla="*/ 336 w 337"/>
                <a:gd name="T1" fmla="*/ 194 h 485"/>
                <a:gd name="T2" fmla="*/ 118 w 337"/>
                <a:gd name="T3" fmla="*/ 484 h 485"/>
                <a:gd name="T4" fmla="*/ 0 w 337"/>
                <a:gd name="T5" fmla="*/ 452 h 485"/>
                <a:gd name="T6" fmla="*/ 336 w 337"/>
                <a:gd name="T7" fmla="*/ 0 h 485"/>
                <a:gd name="T8" fmla="*/ 336 w 337"/>
                <a:gd name="T9" fmla="*/ 152 h 485"/>
                <a:gd name="T10" fmla="*/ 336 w 337"/>
                <a:gd name="T11" fmla="*/ 194 h 485"/>
                <a:gd name="T12" fmla="*/ 0 60000 65536"/>
                <a:gd name="T13" fmla="*/ 0 60000 65536"/>
                <a:gd name="T14" fmla="*/ 0 60000 65536"/>
                <a:gd name="T15" fmla="*/ 0 60000 65536"/>
                <a:gd name="T16" fmla="*/ 0 60000 65536"/>
                <a:gd name="T17" fmla="*/ 0 60000 65536"/>
                <a:gd name="T18" fmla="*/ 0 w 337"/>
                <a:gd name="T19" fmla="*/ 0 h 485"/>
                <a:gd name="T20" fmla="*/ 337 w 337"/>
                <a:gd name="T21" fmla="*/ 485 h 485"/>
              </a:gdLst>
              <a:ahLst/>
              <a:cxnLst>
                <a:cxn ang="T12">
                  <a:pos x="T0" y="T1"/>
                </a:cxn>
                <a:cxn ang="T13">
                  <a:pos x="T2" y="T3"/>
                </a:cxn>
                <a:cxn ang="T14">
                  <a:pos x="T4" y="T5"/>
                </a:cxn>
                <a:cxn ang="T15">
                  <a:pos x="T6" y="T7"/>
                </a:cxn>
                <a:cxn ang="T16">
                  <a:pos x="T8" y="T9"/>
                </a:cxn>
                <a:cxn ang="T17">
                  <a:pos x="T10" y="T11"/>
                </a:cxn>
              </a:cxnLst>
              <a:rect l="T18" t="T19" r="T20" b="T21"/>
              <a:pathLst>
                <a:path w="337" h="485">
                  <a:moveTo>
                    <a:pt x="336" y="194"/>
                  </a:moveTo>
                  <a:lnTo>
                    <a:pt x="118" y="484"/>
                  </a:lnTo>
                  <a:lnTo>
                    <a:pt x="0" y="452"/>
                  </a:lnTo>
                  <a:lnTo>
                    <a:pt x="336" y="0"/>
                  </a:lnTo>
                  <a:lnTo>
                    <a:pt x="336" y="152"/>
                  </a:lnTo>
                  <a:lnTo>
                    <a:pt x="336" y="194"/>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166966" name="Freeform 100"/>
            <p:cNvSpPr>
              <a:spLocks/>
            </p:cNvSpPr>
            <p:nvPr/>
          </p:nvSpPr>
          <p:spPr bwMode="auto">
            <a:xfrm>
              <a:off x="2757" y="2124"/>
              <a:ext cx="509" cy="339"/>
            </a:xfrm>
            <a:custGeom>
              <a:avLst/>
              <a:gdLst>
                <a:gd name="T0" fmla="*/ 0 w 506"/>
                <a:gd name="T1" fmla="*/ 0 h 345"/>
                <a:gd name="T2" fmla="*/ 1 w 506"/>
                <a:gd name="T3" fmla="*/ 198 h 345"/>
                <a:gd name="T4" fmla="*/ 514 w 506"/>
                <a:gd name="T5" fmla="*/ 326 h 345"/>
                <a:gd name="T6" fmla="*/ 513 w 506"/>
                <a:gd name="T7" fmla="*/ 124 h 345"/>
                <a:gd name="T8" fmla="*/ 0 60000 65536"/>
                <a:gd name="T9" fmla="*/ 0 60000 65536"/>
                <a:gd name="T10" fmla="*/ 0 60000 65536"/>
                <a:gd name="T11" fmla="*/ 0 60000 65536"/>
                <a:gd name="T12" fmla="*/ 0 w 506"/>
                <a:gd name="T13" fmla="*/ 0 h 345"/>
                <a:gd name="T14" fmla="*/ 506 w 506"/>
                <a:gd name="T15" fmla="*/ 345 h 345"/>
              </a:gdLst>
              <a:ahLst/>
              <a:cxnLst>
                <a:cxn ang="T8">
                  <a:pos x="T0" y="T1"/>
                </a:cxn>
                <a:cxn ang="T9">
                  <a:pos x="T2" y="T3"/>
                </a:cxn>
                <a:cxn ang="T10">
                  <a:pos x="T4" y="T5"/>
                </a:cxn>
                <a:cxn ang="T11">
                  <a:pos x="T6" y="T7"/>
                </a:cxn>
              </a:cxnLst>
              <a:rect l="T12" t="T13" r="T14" b="T15"/>
              <a:pathLst>
                <a:path w="506" h="345">
                  <a:moveTo>
                    <a:pt x="0" y="0"/>
                  </a:moveTo>
                  <a:lnTo>
                    <a:pt x="1" y="209"/>
                  </a:lnTo>
                  <a:lnTo>
                    <a:pt x="505" y="344"/>
                  </a:lnTo>
                  <a:lnTo>
                    <a:pt x="504" y="130"/>
                  </a:lnTo>
                </a:path>
              </a:pathLst>
            </a:custGeom>
            <a:solidFill>
              <a:srgbClr val="FC2C1C"/>
            </a:solidFill>
            <a:ln w="12700" cap="rnd" cmpd="sng">
              <a:solidFill>
                <a:schemeClr val="bg2"/>
              </a:solidFill>
              <a:prstDash val="solid"/>
              <a:round/>
              <a:headEnd type="none" w="med" len="med"/>
              <a:tailEnd type="none" w="med" len="med"/>
            </a:ln>
          </p:spPr>
          <p:txBody>
            <a:bodyPr/>
            <a:lstStyle/>
            <a:p>
              <a:endParaRPr lang="fr-FR"/>
            </a:p>
          </p:txBody>
        </p:sp>
        <p:sp>
          <p:nvSpPr>
            <p:cNvPr id="166967" name="AutoShape 101"/>
            <p:cNvSpPr>
              <a:spLocks noChangeArrowheads="1"/>
            </p:cNvSpPr>
            <p:nvPr/>
          </p:nvSpPr>
          <p:spPr bwMode="auto">
            <a:xfrm rot="16200000" flipH="1">
              <a:off x="3067" y="1967"/>
              <a:ext cx="693" cy="306"/>
            </a:xfrm>
            <a:prstGeom prst="parallelogram">
              <a:avLst>
                <a:gd name="adj" fmla="val 156202"/>
              </a:avLst>
            </a:prstGeom>
            <a:solidFill>
              <a:srgbClr val="FC2C1C"/>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grpSp>
        <p:nvGrpSpPr>
          <p:cNvPr id="166927" name="Group 109"/>
          <p:cNvGrpSpPr>
            <a:grpSpLocks/>
          </p:cNvGrpSpPr>
          <p:nvPr/>
        </p:nvGrpSpPr>
        <p:grpSpPr bwMode="auto">
          <a:xfrm rot="-223274">
            <a:off x="5919788" y="2849563"/>
            <a:ext cx="744537" cy="733425"/>
            <a:chOff x="2757" y="1666"/>
            <a:chExt cx="812" cy="800"/>
          </a:xfrm>
        </p:grpSpPr>
        <p:sp>
          <p:nvSpPr>
            <p:cNvPr id="166956" name="Freeform 110"/>
            <p:cNvSpPr>
              <a:spLocks/>
            </p:cNvSpPr>
            <p:nvPr/>
          </p:nvSpPr>
          <p:spPr bwMode="auto">
            <a:xfrm>
              <a:off x="2762" y="1667"/>
              <a:ext cx="807" cy="584"/>
            </a:xfrm>
            <a:custGeom>
              <a:avLst/>
              <a:gdLst>
                <a:gd name="T0" fmla="*/ 497 w 807"/>
                <a:gd name="T1" fmla="*/ 583 h 584"/>
                <a:gd name="T2" fmla="*/ 0 w 807"/>
                <a:gd name="T3" fmla="*/ 452 h 584"/>
                <a:gd name="T4" fmla="*/ 337 w 807"/>
                <a:gd name="T5" fmla="*/ 0 h 584"/>
                <a:gd name="T6" fmla="*/ 806 w 807"/>
                <a:gd name="T7" fmla="*/ 98 h 584"/>
                <a:gd name="T8" fmla="*/ 497 w 807"/>
                <a:gd name="T9" fmla="*/ 583 h 584"/>
                <a:gd name="T10" fmla="*/ 0 60000 65536"/>
                <a:gd name="T11" fmla="*/ 0 60000 65536"/>
                <a:gd name="T12" fmla="*/ 0 60000 65536"/>
                <a:gd name="T13" fmla="*/ 0 60000 65536"/>
                <a:gd name="T14" fmla="*/ 0 60000 65536"/>
                <a:gd name="T15" fmla="*/ 0 w 807"/>
                <a:gd name="T16" fmla="*/ 0 h 584"/>
                <a:gd name="T17" fmla="*/ 807 w 807"/>
                <a:gd name="T18" fmla="*/ 584 h 584"/>
              </a:gdLst>
              <a:ahLst/>
              <a:cxnLst>
                <a:cxn ang="T10">
                  <a:pos x="T0" y="T1"/>
                </a:cxn>
                <a:cxn ang="T11">
                  <a:pos x="T2" y="T3"/>
                </a:cxn>
                <a:cxn ang="T12">
                  <a:pos x="T4" y="T5"/>
                </a:cxn>
                <a:cxn ang="T13">
                  <a:pos x="T6" y="T7"/>
                </a:cxn>
                <a:cxn ang="T14">
                  <a:pos x="T8" y="T9"/>
                </a:cxn>
              </a:cxnLst>
              <a:rect l="T15" t="T16" r="T17" b="T18"/>
              <a:pathLst>
                <a:path w="807" h="584">
                  <a:moveTo>
                    <a:pt x="497" y="583"/>
                  </a:moveTo>
                  <a:lnTo>
                    <a:pt x="0" y="452"/>
                  </a:lnTo>
                  <a:lnTo>
                    <a:pt x="337" y="0"/>
                  </a:lnTo>
                  <a:lnTo>
                    <a:pt x="806" y="98"/>
                  </a:lnTo>
                  <a:lnTo>
                    <a:pt x="497" y="583"/>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166957" name="Freeform 111"/>
            <p:cNvSpPr>
              <a:spLocks/>
            </p:cNvSpPr>
            <p:nvPr/>
          </p:nvSpPr>
          <p:spPr bwMode="auto">
            <a:xfrm>
              <a:off x="2882" y="1861"/>
              <a:ext cx="578" cy="384"/>
            </a:xfrm>
            <a:custGeom>
              <a:avLst/>
              <a:gdLst>
                <a:gd name="T0" fmla="*/ 377 w 578"/>
                <a:gd name="T1" fmla="*/ 383 h 384"/>
                <a:gd name="T2" fmla="*/ 0 w 578"/>
                <a:gd name="T3" fmla="*/ 291 h 384"/>
                <a:gd name="T4" fmla="*/ 217 w 578"/>
                <a:gd name="T5" fmla="*/ 0 h 384"/>
                <a:gd name="T6" fmla="*/ 577 w 578"/>
                <a:gd name="T7" fmla="*/ 74 h 384"/>
                <a:gd name="T8" fmla="*/ 377 w 578"/>
                <a:gd name="T9" fmla="*/ 383 h 384"/>
                <a:gd name="T10" fmla="*/ 0 60000 65536"/>
                <a:gd name="T11" fmla="*/ 0 60000 65536"/>
                <a:gd name="T12" fmla="*/ 0 60000 65536"/>
                <a:gd name="T13" fmla="*/ 0 60000 65536"/>
                <a:gd name="T14" fmla="*/ 0 60000 65536"/>
                <a:gd name="T15" fmla="*/ 0 w 578"/>
                <a:gd name="T16" fmla="*/ 0 h 384"/>
                <a:gd name="T17" fmla="*/ 578 w 578"/>
                <a:gd name="T18" fmla="*/ 384 h 384"/>
              </a:gdLst>
              <a:ahLst/>
              <a:cxnLst>
                <a:cxn ang="T10">
                  <a:pos x="T0" y="T1"/>
                </a:cxn>
                <a:cxn ang="T11">
                  <a:pos x="T2" y="T3"/>
                </a:cxn>
                <a:cxn ang="T12">
                  <a:pos x="T4" y="T5"/>
                </a:cxn>
                <a:cxn ang="T13">
                  <a:pos x="T6" y="T7"/>
                </a:cxn>
                <a:cxn ang="T14">
                  <a:pos x="T8" y="T9"/>
                </a:cxn>
              </a:cxnLst>
              <a:rect l="T15" t="T16" r="T17" b="T18"/>
              <a:pathLst>
                <a:path w="578" h="384">
                  <a:moveTo>
                    <a:pt x="377" y="383"/>
                  </a:moveTo>
                  <a:lnTo>
                    <a:pt x="0" y="291"/>
                  </a:lnTo>
                  <a:lnTo>
                    <a:pt x="217" y="0"/>
                  </a:lnTo>
                  <a:lnTo>
                    <a:pt x="577" y="74"/>
                  </a:lnTo>
                  <a:lnTo>
                    <a:pt x="377" y="383"/>
                  </a:lnTo>
                </a:path>
              </a:pathLst>
            </a:custGeom>
            <a:solidFill>
              <a:srgbClr val="E22B00"/>
            </a:solidFill>
            <a:ln>
              <a:noFill/>
            </a:ln>
            <a:extLst>
              <a:ext uri="{91240B29-F687-4F45-9708-019B960494DF}">
                <a14:hiddenLine xmlns:a14="http://schemas.microsoft.com/office/drawing/2010/main" w="12700" cap="rnd" cmpd="sng">
                  <a:solidFill>
                    <a:srgbClr val="000000"/>
                  </a:solidFill>
                  <a:prstDash val="solid"/>
                  <a:round/>
                  <a:headEnd type="none" w="med" len="med"/>
                  <a:tailEnd type="none" w="med" len="med"/>
                </a14:hiddenLine>
              </a:ext>
            </a:extLst>
          </p:spPr>
          <p:txBody>
            <a:bodyPr/>
            <a:lstStyle/>
            <a:p>
              <a:endParaRPr lang="fr-FR"/>
            </a:p>
          </p:txBody>
        </p:sp>
        <p:sp>
          <p:nvSpPr>
            <p:cNvPr id="166958" name="Line 112"/>
            <p:cNvSpPr>
              <a:spLocks noChangeShapeType="1"/>
            </p:cNvSpPr>
            <p:nvPr/>
          </p:nvSpPr>
          <p:spPr bwMode="auto">
            <a:xfrm>
              <a:off x="3102" y="1862"/>
              <a:ext cx="352" cy="7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fr-FR"/>
            </a:p>
          </p:txBody>
        </p:sp>
        <p:sp>
          <p:nvSpPr>
            <p:cNvPr id="166959" name="Freeform 113"/>
            <p:cNvSpPr>
              <a:spLocks/>
            </p:cNvSpPr>
            <p:nvPr/>
          </p:nvSpPr>
          <p:spPr bwMode="auto">
            <a:xfrm>
              <a:off x="2762" y="1666"/>
              <a:ext cx="337" cy="485"/>
            </a:xfrm>
            <a:custGeom>
              <a:avLst/>
              <a:gdLst>
                <a:gd name="T0" fmla="*/ 336 w 337"/>
                <a:gd name="T1" fmla="*/ 194 h 485"/>
                <a:gd name="T2" fmla="*/ 118 w 337"/>
                <a:gd name="T3" fmla="*/ 484 h 485"/>
                <a:gd name="T4" fmla="*/ 0 w 337"/>
                <a:gd name="T5" fmla="*/ 452 h 485"/>
                <a:gd name="T6" fmla="*/ 336 w 337"/>
                <a:gd name="T7" fmla="*/ 0 h 485"/>
                <a:gd name="T8" fmla="*/ 336 w 337"/>
                <a:gd name="T9" fmla="*/ 152 h 485"/>
                <a:gd name="T10" fmla="*/ 336 w 337"/>
                <a:gd name="T11" fmla="*/ 194 h 485"/>
                <a:gd name="T12" fmla="*/ 0 60000 65536"/>
                <a:gd name="T13" fmla="*/ 0 60000 65536"/>
                <a:gd name="T14" fmla="*/ 0 60000 65536"/>
                <a:gd name="T15" fmla="*/ 0 60000 65536"/>
                <a:gd name="T16" fmla="*/ 0 60000 65536"/>
                <a:gd name="T17" fmla="*/ 0 60000 65536"/>
                <a:gd name="T18" fmla="*/ 0 w 337"/>
                <a:gd name="T19" fmla="*/ 0 h 485"/>
                <a:gd name="T20" fmla="*/ 337 w 337"/>
                <a:gd name="T21" fmla="*/ 485 h 485"/>
              </a:gdLst>
              <a:ahLst/>
              <a:cxnLst>
                <a:cxn ang="T12">
                  <a:pos x="T0" y="T1"/>
                </a:cxn>
                <a:cxn ang="T13">
                  <a:pos x="T2" y="T3"/>
                </a:cxn>
                <a:cxn ang="T14">
                  <a:pos x="T4" y="T5"/>
                </a:cxn>
                <a:cxn ang="T15">
                  <a:pos x="T6" y="T7"/>
                </a:cxn>
                <a:cxn ang="T16">
                  <a:pos x="T8" y="T9"/>
                </a:cxn>
                <a:cxn ang="T17">
                  <a:pos x="T10" y="T11"/>
                </a:cxn>
              </a:cxnLst>
              <a:rect l="T18" t="T19" r="T20" b="T21"/>
              <a:pathLst>
                <a:path w="337" h="485">
                  <a:moveTo>
                    <a:pt x="336" y="194"/>
                  </a:moveTo>
                  <a:lnTo>
                    <a:pt x="118" y="484"/>
                  </a:lnTo>
                  <a:lnTo>
                    <a:pt x="0" y="452"/>
                  </a:lnTo>
                  <a:lnTo>
                    <a:pt x="336" y="0"/>
                  </a:lnTo>
                  <a:lnTo>
                    <a:pt x="336" y="152"/>
                  </a:lnTo>
                  <a:lnTo>
                    <a:pt x="336" y="194"/>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166960" name="Freeform 114"/>
            <p:cNvSpPr>
              <a:spLocks/>
            </p:cNvSpPr>
            <p:nvPr/>
          </p:nvSpPr>
          <p:spPr bwMode="auto">
            <a:xfrm>
              <a:off x="2757" y="2124"/>
              <a:ext cx="509" cy="339"/>
            </a:xfrm>
            <a:custGeom>
              <a:avLst/>
              <a:gdLst>
                <a:gd name="T0" fmla="*/ 0 w 506"/>
                <a:gd name="T1" fmla="*/ 0 h 345"/>
                <a:gd name="T2" fmla="*/ 1 w 506"/>
                <a:gd name="T3" fmla="*/ 198 h 345"/>
                <a:gd name="T4" fmla="*/ 514 w 506"/>
                <a:gd name="T5" fmla="*/ 326 h 345"/>
                <a:gd name="T6" fmla="*/ 513 w 506"/>
                <a:gd name="T7" fmla="*/ 124 h 345"/>
                <a:gd name="T8" fmla="*/ 0 60000 65536"/>
                <a:gd name="T9" fmla="*/ 0 60000 65536"/>
                <a:gd name="T10" fmla="*/ 0 60000 65536"/>
                <a:gd name="T11" fmla="*/ 0 60000 65536"/>
                <a:gd name="T12" fmla="*/ 0 w 506"/>
                <a:gd name="T13" fmla="*/ 0 h 345"/>
                <a:gd name="T14" fmla="*/ 506 w 506"/>
                <a:gd name="T15" fmla="*/ 345 h 345"/>
              </a:gdLst>
              <a:ahLst/>
              <a:cxnLst>
                <a:cxn ang="T8">
                  <a:pos x="T0" y="T1"/>
                </a:cxn>
                <a:cxn ang="T9">
                  <a:pos x="T2" y="T3"/>
                </a:cxn>
                <a:cxn ang="T10">
                  <a:pos x="T4" y="T5"/>
                </a:cxn>
                <a:cxn ang="T11">
                  <a:pos x="T6" y="T7"/>
                </a:cxn>
              </a:cxnLst>
              <a:rect l="T12" t="T13" r="T14" b="T15"/>
              <a:pathLst>
                <a:path w="506" h="345">
                  <a:moveTo>
                    <a:pt x="0" y="0"/>
                  </a:moveTo>
                  <a:lnTo>
                    <a:pt x="1" y="209"/>
                  </a:lnTo>
                  <a:lnTo>
                    <a:pt x="505" y="344"/>
                  </a:lnTo>
                  <a:lnTo>
                    <a:pt x="504" y="130"/>
                  </a:lnTo>
                </a:path>
              </a:pathLst>
            </a:custGeom>
            <a:solidFill>
              <a:srgbClr val="FC2C1C"/>
            </a:solidFill>
            <a:ln w="12700" cap="rnd" cmpd="sng">
              <a:solidFill>
                <a:schemeClr val="bg2"/>
              </a:solidFill>
              <a:prstDash val="solid"/>
              <a:round/>
              <a:headEnd type="none" w="med" len="med"/>
              <a:tailEnd type="none" w="med" len="med"/>
            </a:ln>
          </p:spPr>
          <p:txBody>
            <a:bodyPr/>
            <a:lstStyle/>
            <a:p>
              <a:endParaRPr lang="fr-FR"/>
            </a:p>
          </p:txBody>
        </p:sp>
        <p:sp>
          <p:nvSpPr>
            <p:cNvPr id="166961" name="AutoShape 115"/>
            <p:cNvSpPr>
              <a:spLocks noChangeArrowheads="1"/>
            </p:cNvSpPr>
            <p:nvPr/>
          </p:nvSpPr>
          <p:spPr bwMode="auto">
            <a:xfrm rot="16200000" flipH="1">
              <a:off x="3067" y="1967"/>
              <a:ext cx="693" cy="306"/>
            </a:xfrm>
            <a:prstGeom prst="parallelogram">
              <a:avLst>
                <a:gd name="adj" fmla="val 156202"/>
              </a:avLst>
            </a:prstGeom>
            <a:solidFill>
              <a:srgbClr val="FC2C1C"/>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sp>
        <p:nvSpPr>
          <p:cNvPr id="166928" name="Text Box 116"/>
          <p:cNvSpPr txBox="1">
            <a:spLocks noChangeArrowheads="1"/>
          </p:cNvSpPr>
          <p:nvPr/>
        </p:nvSpPr>
        <p:spPr bwMode="auto">
          <a:xfrm>
            <a:off x="5761038" y="3638550"/>
            <a:ext cx="828675"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a:spcBef>
                <a:spcPct val="0"/>
              </a:spcBef>
              <a:buFontTx/>
              <a:buNone/>
            </a:pPr>
            <a:r>
              <a:rPr lang="fr-FR" altLang="fr-FR" sz="2400">
                <a:solidFill>
                  <a:srgbClr val="FC2C1C"/>
                </a:solidFill>
              </a:rPr>
              <a:t>1 R6</a:t>
            </a:r>
          </a:p>
        </p:txBody>
      </p:sp>
      <p:sp>
        <p:nvSpPr>
          <p:cNvPr id="166929" name="Text Box 117"/>
          <p:cNvSpPr txBox="1">
            <a:spLocks noChangeArrowheads="1"/>
          </p:cNvSpPr>
          <p:nvPr/>
        </p:nvSpPr>
        <p:spPr bwMode="auto">
          <a:xfrm>
            <a:off x="604838" y="5364163"/>
            <a:ext cx="6543675" cy="4429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eaLnBrk="1" hangingPunct="1">
              <a:spcBef>
                <a:spcPct val="0"/>
              </a:spcBef>
              <a:buFontTx/>
              <a:buNone/>
            </a:pPr>
            <a:r>
              <a:rPr lang="fr-FR" altLang="fr-FR" sz="2300"/>
              <a:t>4. Pointez la production sur votre feuille de suivi</a:t>
            </a:r>
          </a:p>
        </p:txBody>
      </p:sp>
      <p:grpSp>
        <p:nvGrpSpPr>
          <p:cNvPr id="166930" name="Group 118"/>
          <p:cNvGrpSpPr>
            <a:grpSpLocks/>
          </p:cNvGrpSpPr>
          <p:nvPr/>
        </p:nvGrpSpPr>
        <p:grpSpPr bwMode="auto">
          <a:xfrm rot="-223274">
            <a:off x="744538" y="2592388"/>
            <a:ext cx="744537" cy="733425"/>
            <a:chOff x="2757" y="1666"/>
            <a:chExt cx="812" cy="800"/>
          </a:xfrm>
        </p:grpSpPr>
        <p:sp>
          <p:nvSpPr>
            <p:cNvPr id="166950" name="Freeform 119"/>
            <p:cNvSpPr>
              <a:spLocks/>
            </p:cNvSpPr>
            <p:nvPr/>
          </p:nvSpPr>
          <p:spPr bwMode="auto">
            <a:xfrm>
              <a:off x="2762" y="1667"/>
              <a:ext cx="807" cy="584"/>
            </a:xfrm>
            <a:custGeom>
              <a:avLst/>
              <a:gdLst>
                <a:gd name="T0" fmla="*/ 497 w 807"/>
                <a:gd name="T1" fmla="*/ 583 h 584"/>
                <a:gd name="T2" fmla="*/ 0 w 807"/>
                <a:gd name="T3" fmla="*/ 452 h 584"/>
                <a:gd name="T4" fmla="*/ 337 w 807"/>
                <a:gd name="T5" fmla="*/ 0 h 584"/>
                <a:gd name="T6" fmla="*/ 806 w 807"/>
                <a:gd name="T7" fmla="*/ 98 h 584"/>
                <a:gd name="T8" fmla="*/ 497 w 807"/>
                <a:gd name="T9" fmla="*/ 583 h 584"/>
                <a:gd name="T10" fmla="*/ 0 60000 65536"/>
                <a:gd name="T11" fmla="*/ 0 60000 65536"/>
                <a:gd name="T12" fmla="*/ 0 60000 65536"/>
                <a:gd name="T13" fmla="*/ 0 60000 65536"/>
                <a:gd name="T14" fmla="*/ 0 60000 65536"/>
                <a:gd name="T15" fmla="*/ 0 w 807"/>
                <a:gd name="T16" fmla="*/ 0 h 584"/>
                <a:gd name="T17" fmla="*/ 807 w 807"/>
                <a:gd name="T18" fmla="*/ 584 h 584"/>
              </a:gdLst>
              <a:ahLst/>
              <a:cxnLst>
                <a:cxn ang="T10">
                  <a:pos x="T0" y="T1"/>
                </a:cxn>
                <a:cxn ang="T11">
                  <a:pos x="T2" y="T3"/>
                </a:cxn>
                <a:cxn ang="T12">
                  <a:pos x="T4" y="T5"/>
                </a:cxn>
                <a:cxn ang="T13">
                  <a:pos x="T6" y="T7"/>
                </a:cxn>
                <a:cxn ang="T14">
                  <a:pos x="T8" y="T9"/>
                </a:cxn>
              </a:cxnLst>
              <a:rect l="T15" t="T16" r="T17" b="T18"/>
              <a:pathLst>
                <a:path w="807" h="584">
                  <a:moveTo>
                    <a:pt x="497" y="583"/>
                  </a:moveTo>
                  <a:lnTo>
                    <a:pt x="0" y="452"/>
                  </a:lnTo>
                  <a:lnTo>
                    <a:pt x="337" y="0"/>
                  </a:lnTo>
                  <a:lnTo>
                    <a:pt x="806" y="98"/>
                  </a:lnTo>
                  <a:lnTo>
                    <a:pt x="497" y="583"/>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166951" name="Freeform 120"/>
            <p:cNvSpPr>
              <a:spLocks/>
            </p:cNvSpPr>
            <p:nvPr/>
          </p:nvSpPr>
          <p:spPr bwMode="auto">
            <a:xfrm>
              <a:off x="2882" y="1861"/>
              <a:ext cx="578" cy="384"/>
            </a:xfrm>
            <a:custGeom>
              <a:avLst/>
              <a:gdLst>
                <a:gd name="T0" fmla="*/ 377 w 578"/>
                <a:gd name="T1" fmla="*/ 383 h 384"/>
                <a:gd name="T2" fmla="*/ 0 w 578"/>
                <a:gd name="T3" fmla="*/ 291 h 384"/>
                <a:gd name="T4" fmla="*/ 217 w 578"/>
                <a:gd name="T5" fmla="*/ 0 h 384"/>
                <a:gd name="T6" fmla="*/ 577 w 578"/>
                <a:gd name="T7" fmla="*/ 74 h 384"/>
                <a:gd name="T8" fmla="*/ 377 w 578"/>
                <a:gd name="T9" fmla="*/ 383 h 384"/>
                <a:gd name="T10" fmla="*/ 0 60000 65536"/>
                <a:gd name="T11" fmla="*/ 0 60000 65536"/>
                <a:gd name="T12" fmla="*/ 0 60000 65536"/>
                <a:gd name="T13" fmla="*/ 0 60000 65536"/>
                <a:gd name="T14" fmla="*/ 0 60000 65536"/>
                <a:gd name="T15" fmla="*/ 0 w 578"/>
                <a:gd name="T16" fmla="*/ 0 h 384"/>
                <a:gd name="T17" fmla="*/ 578 w 578"/>
                <a:gd name="T18" fmla="*/ 384 h 384"/>
              </a:gdLst>
              <a:ahLst/>
              <a:cxnLst>
                <a:cxn ang="T10">
                  <a:pos x="T0" y="T1"/>
                </a:cxn>
                <a:cxn ang="T11">
                  <a:pos x="T2" y="T3"/>
                </a:cxn>
                <a:cxn ang="T12">
                  <a:pos x="T4" y="T5"/>
                </a:cxn>
                <a:cxn ang="T13">
                  <a:pos x="T6" y="T7"/>
                </a:cxn>
                <a:cxn ang="T14">
                  <a:pos x="T8" y="T9"/>
                </a:cxn>
              </a:cxnLst>
              <a:rect l="T15" t="T16" r="T17" b="T18"/>
              <a:pathLst>
                <a:path w="578" h="384">
                  <a:moveTo>
                    <a:pt x="377" y="383"/>
                  </a:moveTo>
                  <a:lnTo>
                    <a:pt x="0" y="291"/>
                  </a:lnTo>
                  <a:lnTo>
                    <a:pt x="217" y="0"/>
                  </a:lnTo>
                  <a:lnTo>
                    <a:pt x="577" y="74"/>
                  </a:lnTo>
                  <a:lnTo>
                    <a:pt x="377" y="383"/>
                  </a:lnTo>
                </a:path>
              </a:pathLst>
            </a:custGeom>
            <a:solidFill>
              <a:srgbClr val="E22B00"/>
            </a:solidFill>
            <a:ln>
              <a:noFill/>
            </a:ln>
            <a:extLst>
              <a:ext uri="{91240B29-F687-4F45-9708-019B960494DF}">
                <a14:hiddenLine xmlns:a14="http://schemas.microsoft.com/office/drawing/2010/main" w="12700" cap="rnd" cmpd="sng">
                  <a:solidFill>
                    <a:srgbClr val="000000"/>
                  </a:solidFill>
                  <a:prstDash val="solid"/>
                  <a:round/>
                  <a:headEnd type="none" w="med" len="med"/>
                  <a:tailEnd type="none" w="med" len="med"/>
                </a14:hiddenLine>
              </a:ext>
            </a:extLst>
          </p:spPr>
          <p:txBody>
            <a:bodyPr/>
            <a:lstStyle/>
            <a:p>
              <a:endParaRPr lang="fr-FR"/>
            </a:p>
          </p:txBody>
        </p:sp>
        <p:sp>
          <p:nvSpPr>
            <p:cNvPr id="166952" name="Line 121"/>
            <p:cNvSpPr>
              <a:spLocks noChangeShapeType="1"/>
            </p:cNvSpPr>
            <p:nvPr/>
          </p:nvSpPr>
          <p:spPr bwMode="auto">
            <a:xfrm>
              <a:off x="3102" y="1862"/>
              <a:ext cx="352" cy="7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fr-FR"/>
            </a:p>
          </p:txBody>
        </p:sp>
        <p:sp>
          <p:nvSpPr>
            <p:cNvPr id="166953" name="Freeform 122"/>
            <p:cNvSpPr>
              <a:spLocks/>
            </p:cNvSpPr>
            <p:nvPr/>
          </p:nvSpPr>
          <p:spPr bwMode="auto">
            <a:xfrm>
              <a:off x="2762" y="1666"/>
              <a:ext cx="337" cy="485"/>
            </a:xfrm>
            <a:custGeom>
              <a:avLst/>
              <a:gdLst>
                <a:gd name="T0" fmla="*/ 336 w 337"/>
                <a:gd name="T1" fmla="*/ 194 h 485"/>
                <a:gd name="T2" fmla="*/ 118 w 337"/>
                <a:gd name="T3" fmla="*/ 484 h 485"/>
                <a:gd name="T4" fmla="*/ 0 w 337"/>
                <a:gd name="T5" fmla="*/ 452 h 485"/>
                <a:gd name="T6" fmla="*/ 336 w 337"/>
                <a:gd name="T7" fmla="*/ 0 h 485"/>
                <a:gd name="T8" fmla="*/ 336 w 337"/>
                <a:gd name="T9" fmla="*/ 152 h 485"/>
                <a:gd name="T10" fmla="*/ 336 w 337"/>
                <a:gd name="T11" fmla="*/ 194 h 485"/>
                <a:gd name="T12" fmla="*/ 0 60000 65536"/>
                <a:gd name="T13" fmla="*/ 0 60000 65536"/>
                <a:gd name="T14" fmla="*/ 0 60000 65536"/>
                <a:gd name="T15" fmla="*/ 0 60000 65536"/>
                <a:gd name="T16" fmla="*/ 0 60000 65536"/>
                <a:gd name="T17" fmla="*/ 0 60000 65536"/>
                <a:gd name="T18" fmla="*/ 0 w 337"/>
                <a:gd name="T19" fmla="*/ 0 h 485"/>
                <a:gd name="T20" fmla="*/ 337 w 337"/>
                <a:gd name="T21" fmla="*/ 485 h 485"/>
              </a:gdLst>
              <a:ahLst/>
              <a:cxnLst>
                <a:cxn ang="T12">
                  <a:pos x="T0" y="T1"/>
                </a:cxn>
                <a:cxn ang="T13">
                  <a:pos x="T2" y="T3"/>
                </a:cxn>
                <a:cxn ang="T14">
                  <a:pos x="T4" y="T5"/>
                </a:cxn>
                <a:cxn ang="T15">
                  <a:pos x="T6" y="T7"/>
                </a:cxn>
                <a:cxn ang="T16">
                  <a:pos x="T8" y="T9"/>
                </a:cxn>
                <a:cxn ang="T17">
                  <a:pos x="T10" y="T11"/>
                </a:cxn>
              </a:cxnLst>
              <a:rect l="T18" t="T19" r="T20" b="T21"/>
              <a:pathLst>
                <a:path w="337" h="485">
                  <a:moveTo>
                    <a:pt x="336" y="194"/>
                  </a:moveTo>
                  <a:lnTo>
                    <a:pt x="118" y="484"/>
                  </a:lnTo>
                  <a:lnTo>
                    <a:pt x="0" y="452"/>
                  </a:lnTo>
                  <a:lnTo>
                    <a:pt x="336" y="0"/>
                  </a:lnTo>
                  <a:lnTo>
                    <a:pt x="336" y="152"/>
                  </a:lnTo>
                  <a:lnTo>
                    <a:pt x="336" y="194"/>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166954" name="Freeform 123"/>
            <p:cNvSpPr>
              <a:spLocks/>
            </p:cNvSpPr>
            <p:nvPr/>
          </p:nvSpPr>
          <p:spPr bwMode="auto">
            <a:xfrm>
              <a:off x="2757" y="2124"/>
              <a:ext cx="509" cy="339"/>
            </a:xfrm>
            <a:custGeom>
              <a:avLst/>
              <a:gdLst>
                <a:gd name="T0" fmla="*/ 0 w 506"/>
                <a:gd name="T1" fmla="*/ 0 h 345"/>
                <a:gd name="T2" fmla="*/ 1 w 506"/>
                <a:gd name="T3" fmla="*/ 198 h 345"/>
                <a:gd name="T4" fmla="*/ 514 w 506"/>
                <a:gd name="T5" fmla="*/ 326 h 345"/>
                <a:gd name="T6" fmla="*/ 513 w 506"/>
                <a:gd name="T7" fmla="*/ 124 h 345"/>
                <a:gd name="T8" fmla="*/ 0 60000 65536"/>
                <a:gd name="T9" fmla="*/ 0 60000 65536"/>
                <a:gd name="T10" fmla="*/ 0 60000 65536"/>
                <a:gd name="T11" fmla="*/ 0 60000 65536"/>
                <a:gd name="T12" fmla="*/ 0 w 506"/>
                <a:gd name="T13" fmla="*/ 0 h 345"/>
                <a:gd name="T14" fmla="*/ 506 w 506"/>
                <a:gd name="T15" fmla="*/ 345 h 345"/>
              </a:gdLst>
              <a:ahLst/>
              <a:cxnLst>
                <a:cxn ang="T8">
                  <a:pos x="T0" y="T1"/>
                </a:cxn>
                <a:cxn ang="T9">
                  <a:pos x="T2" y="T3"/>
                </a:cxn>
                <a:cxn ang="T10">
                  <a:pos x="T4" y="T5"/>
                </a:cxn>
                <a:cxn ang="T11">
                  <a:pos x="T6" y="T7"/>
                </a:cxn>
              </a:cxnLst>
              <a:rect l="T12" t="T13" r="T14" b="T15"/>
              <a:pathLst>
                <a:path w="506" h="345">
                  <a:moveTo>
                    <a:pt x="0" y="0"/>
                  </a:moveTo>
                  <a:lnTo>
                    <a:pt x="1" y="209"/>
                  </a:lnTo>
                  <a:lnTo>
                    <a:pt x="505" y="344"/>
                  </a:lnTo>
                  <a:lnTo>
                    <a:pt x="504" y="130"/>
                  </a:lnTo>
                </a:path>
              </a:pathLst>
            </a:custGeom>
            <a:solidFill>
              <a:srgbClr val="FC2C1C"/>
            </a:solidFill>
            <a:ln w="12700" cap="rnd" cmpd="sng">
              <a:solidFill>
                <a:schemeClr val="bg2"/>
              </a:solidFill>
              <a:prstDash val="solid"/>
              <a:round/>
              <a:headEnd type="none" w="med" len="med"/>
              <a:tailEnd type="none" w="med" len="med"/>
            </a:ln>
          </p:spPr>
          <p:txBody>
            <a:bodyPr/>
            <a:lstStyle/>
            <a:p>
              <a:endParaRPr lang="fr-FR"/>
            </a:p>
          </p:txBody>
        </p:sp>
        <p:sp>
          <p:nvSpPr>
            <p:cNvPr id="166955" name="AutoShape 124"/>
            <p:cNvSpPr>
              <a:spLocks noChangeArrowheads="1"/>
            </p:cNvSpPr>
            <p:nvPr/>
          </p:nvSpPr>
          <p:spPr bwMode="auto">
            <a:xfrm rot="16200000" flipH="1">
              <a:off x="3067" y="1967"/>
              <a:ext cx="693" cy="306"/>
            </a:xfrm>
            <a:prstGeom prst="parallelogram">
              <a:avLst>
                <a:gd name="adj" fmla="val 156202"/>
              </a:avLst>
            </a:prstGeom>
            <a:solidFill>
              <a:srgbClr val="FC2C1C"/>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sp>
        <p:nvSpPr>
          <p:cNvPr id="166931" name="Text Box 125"/>
          <p:cNvSpPr txBox="1">
            <a:spLocks noChangeArrowheads="1"/>
          </p:cNvSpPr>
          <p:nvPr/>
        </p:nvSpPr>
        <p:spPr bwMode="auto">
          <a:xfrm>
            <a:off x="3330575" y="3657600"/>
            <a:ext cx="828675"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a:spcBef>
                <a:spcPct val="0"/>
              </a:spcBef>
              <a:buFontTx/>
              <a:buNone/>
            </a:pPr>
            <a:r>
              <a:rPr lang="fr-FR" altLang="fr-FR" sz="2400">
                <a:solidFill>
                  <a:srgbClr val="FC2C1C"/>
                </a:solidFill>
              </a:rPr>
              <a:t>2 R4</a:t>
            </a:r>
          </a:p>
        </p:txBody>
      </p:sp>
      <p:grpSp>
        <p:nvGrpSpPr>
          <p:cNvPr id="166932" name="Group 126"/>
          <p:cNvGrpSpPr>
            <a:grpSpLocks/>
          </p:cNvGrpSpPr>
          <p:nvPr/>
        </p:nvGrpSpPr>
        <p:grpSpPr bwMode="auto">
          <a:xfrm rot="-223274">
            <a:off x="3406775" y="2857500"/>
            <a:ext cx="744538" cy="733425"/>
            <a:chOff x="2757" y="1666"/>
            <a:chExt cx="812" cy="800"/>
          </a:xfrm>
        </p:grpSpPr>
        <p:sp>
          <p:nvSpPr>
            <p:cNvPr id="166944" name="Freeform 127"/>
            <p:cNvSpPr>
              <a:spLocks/>
            </p:cNvSpPr>
            <p:nvPr/>
          </p:nvSpPr>
          <p:spPr bwMode="auto">
            <a:xfrm>
              <a:off x="2762" y="1667"/>
              <a:ext cx="807" cy="584"/>
            </a:xfrm>
            <a:custGeom>
              <a:avLst/>
              <a:gdLst>
                <a:gd name="T0" fmla="*/ 497 w 807"/>
                <a:gd name="T1" fmla="*/ 583 h 584"/>
                <a:gd name="T2" fmla="*/ 0 w 807"/>
                <a:gd name="T3" fmla="*/ 452 h 584"/>
                <a:gd name="T4" fmla="*/ 337 w 807"/>
                <a:gd name="T5" fmla="*/ 0 h 584"/>
                <a:gd name="T6" fmla="*/ 806 w 807"/>
                <a:gd name="T7" fmla="*/ 98 h 584"/>
                <a:gd name="T8" fmla="*/ 497 w 807"/>
                <a:gd name="T9" fmla="*/ 583 h 584"/>
                <a:gd name="T10" fmla="*/ 0 60000 65536"/>
                <a:gd name="T11" fmla="*/ 0 60000 65536"/>
                <a:gd name="T12" fmla="*/ 0 60000 65536"/>
                <a:gd name="T13" fmla="*/ 0 60000 65536"/>
                <a:gd name="T14" fmla="*/ 0 60000 65536"/>
                <a:gd name="T15" fmla="*/ 0 w 807"/>
                <a:gd name="T16" fmla="*/ 0 h 584"/>
                <a:gd name="T17" fmla="*/ 807 w 807"/>
                <a:gd name="T18" fmla="*/ 584 h 584"/>
              </a:gdLst>
              <a:ahLst/>
              <a:cxnLst>
                <a:cxn ang="T10">
                  <a:pos x="T0" y="T1"/>
                </a:cxn>
                <a:cxn ang="T11">
                  <a:pos x="T2" y="T3"/>
                </a:cxn>
                <a:cxn ang="T12">
                  <a:pos x="T4" y="T5"/>
                </a:cxn>
                <a:cxn ang="T13">
                  <a:pos x="T6" y="T7"/>
                </a:cxn>
                <a:cxn ang="T14">
                  <a:pos x="T8" y="T9"/>
                </a:cxn>
              </a:cxnLst>
              <a:rect l="T15" t="T16" r="T17" b="T18"/>
              <a:pathLst>
                <a:path w="807" h="584">
                  <a:moveTo>
                    <a:pt x="497" y="583"/>
                  </a:moveTo>
                  <a:lnTo>
                    <a:pt x="0" y="452"/>
                  </a:lnTo>
                  <a:lnTo>
                    <a:pt x="337" y="0"/>
                  </a:lnTo>
                  <a:lnTo>
                    <a:pt x="806" y="98"/>
                  </a:lnTo>
                  <a:lnTo>
                    <a:pt x="497" y="583"/>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166945" name="Freeform 128"/>
            <p:cNvSpPr>
              <a:spLocks/>
            </p:cNvSpPr>
            <p:nvPr/>
          </p:nvSpPr>
          <p:spPr bwMode="auto">
            <a:xfrm>
              <a:off x="2882" y="1861"/>
              <a:ext cx="578" cy="384"/>
            </a:xfrm>
            <a:custGeom>
              <a:avLst/>
              <a:gdLst>
                <a:gd name="T0" fmla="*/ 377 w 578"/>
                <a:gd name="T1" fmla="*/ 383 h 384"/>
                <a:gd name="T2" fmla="*/ 0 w 578"/>
                <a:gd name="T3" fmla="*/ 291 h 384"/>
                <a:gd name="T4" fmla="*/ 217 w 578"/>
                <a:gd name="T5" fmla="*/ 0 h 384"/>
                <a:gd name="T6" fmla="*/ 577 w 578"/>
                <a:gd name="T7" fmla="*/ 74 h 384"/>
                <a:gd name="T8" fmla="*/ 377 w 578"/>
                <a:gd name="T9" fmla="*/ 383 h 384"/>
                <a:gd name="T10" fmla="*/ 0 60000 65536"/>
                <a:gd name="T11" fmla="*/ 0 60000 65536"/>
                <a:gd name="T12" fmla="*/ 0 60000 65536"/>
                <a:gd name="T13" fmla="*/ 0 60000 65536"/>
                <a:gd name="T14" fmla="*/ 0 60000 65536"/>
                <a:gd name="T15" fmla="*/ 0 w 578"/>
                <a:gd name="T16" fmla="*/ 0 h 384"/>
                <a:gd name="T17" fmla="*/ 578 w 578"/>
                <a:gd name="T18" fmla="*/ 384 h 384"/>
              </a:gdLst>
              <a:ahLst/>
              <a:cxnLst>
                <a:cxn ang="T10">
                  <a:pos x="T0" y="T1"/>
                </a:cxn>
                <a:cxn ang="T11">
                  <a:pos x="T2" y="T3"/>
                </a:cxn>
                <a:cxn ang="T12">
                  <a:pos x="T4" y="T5"/>
                </a:cxn>
                <a:cxn ang="T13">
                  <a:pos x="T6" y="T7"/>
                </a:cxn>
                <a:cxn ang="T14">
                  <a:pos x="T8" y="T9"/>
                </a:cxn>
              </a:cxnLst>
              <a:rect l="T15" t="T16" r="T17" b="T18"/>
              <a:pathLst>
                <a:path w="578" h="384">
                  <a:moveTo>
                    <a:pt x="377" y="383"/>
                  </a:moveTo>
                  <a:lnTo>
                    <a:pt x="0" y="291"/>
                  </a:lnTo>
                  <a:lnTo>
                    <a:pt x="217" y="0"/>
                  </a:lnTo>
                  <a:lnTo>
                    <a:pt x="577" y="74"/>
                  </a:lnTo>
                  <a:lnTo>
                    <a:pt x="377" y="383"/>
                  </a:lnTo>
                </a:path>
              </a:pathLst>
            </a:custGeom>
            <a:solidFill>
              <a:srgbClr val="E22B00"/>
            </a:solidFill>
            <a:ln>
              <a:noFill/>
            </a:ln>
            <a:extLst>
              <a:ext uri="{91240B29-F687-4F45-9708-019B960494DF}">
                <a14:hiddenLine xmlns:a14="http://schemas.microsoft.com/office/drawing/2010/main" w="12700" cap="rnd" cmpd="sng">
                  <a:solidFill>
                    <a:srgbClr val="000000"/>
                  </a:solidFill>
                  <a:prstDash val="solid"/>
                  <a:round/>
                  <a:headEnd type="none" w="med" len="med"/>
                  <a:tailEnd type="none" w="med" len="med"/>
                </a14:hiddenLine>
              </a:ext>
            </a:extLst>
          </p:spPr>
          <p:txBody>
            <a:bodyPr/>
            <a:lstStyle/>
            <a:p>
              <a:endParaRPr lang="fr-FR"/>
            </a:p>
          </p:txBody>
        </p:sp>
        <p:sp>
          <p:nvSpPr>
            <p:cNvPr id="166946" name="Line 129"/>
            <p:cNvSpPr>
              <a:spLocks noChangeShapeType="1"/>
            </p:cNvSpPr>
            <p:nvPr/>
          </p:nvSpPr>
          <p:spPr bwMode="auto">
            <a:xfrm>
              <a:off x="3102" y="1862"/>
              <a:ext cx="352" cy="7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fr-FR"/>
            </a:p>
          </p:txBody>
        </p:sp>
        <p:sp>
          <p:nvSpPr>
            <p:cNvPr id="166947" name="Freeform 130"/>
            <p:cNvSpPr>
              <a:spLocks/>
            </p:cNvSpPr>
            <p:nvPr/>
          </p:nvSpPr>
          <p:spPr bwMode="auto">
            <a:xfrm>
              <a:off x="2762" y="1666"/>
              <a:ext cx="337" cy="485"/>
            </a:xfrm>
            <a:custGeom>
              <a:avLst/>
              <a:gdLst>
                <a:gd name="T0" fmla="*/ 336 w 337"/>
                <a:gd name="T1" fmla="*/ 194 h 485"/>
                <a:gd name="T2" fmla="*/ 118 w 337"/>
                <a:gd name="T3" fmla="*/ 484 h 485"/>
                <a:gd name="T4" fmla="*/ 0 w 337"/>
                <a:gd name="T5" fmla="*/ 452 h 485"/>
                <a:gd name="T6" fmla="*/ 336 w 337"/>
                <a:gd name="T7" fmla="*/ 0 h 485"/>
                <a:gd name="T8" fmla="*/ 336 w 337"/>
                <a:gd name="T9" fmla="*/ 152 h 485"/>
                <a:gd name="T10" fmla="*/ 336 w 337"/>
                <a:gd name="T11" fmla="*/ 194 h 485"/>
                <a:gd name="T12" fmla="*/ 0 60000 65536"/>
                <a:gd name="T13" fmla="*/ 0 60000 65536"/>
                <a:gd name="T14" fmla="*/ 0 60000 65536"/>
                <a:gd name="T15" fmla="*/ 0 60000 65536"/>
                <a:gd name="T16" fmla="*/ 0 60000 65536"/>
                <a:gd name="T17" fmla="*/ 0 60000 65536"/>
                <a:gd name="T18" fmla="*/ 0 w 337"/>
                <a:gd name="T19" fmla="*/ 0 h 485"/>
                <a:gd name="T20" fmla="*/ 337 w 337"/>
                <a:gd name="T21" fmla="*/ 485 h 485"/>
              </a:gdLst>
              <a:ahLst/>
              <a:cxnLst>
                <a:cxn ang="T12">
                  <a:pos x="T0" y="T1"/>
                </a:cxn>
                <a:cxn ang="T13">
                  <a:pos x="T2" y="T3"/>
                </a:cxn>
                <a:cxn ang="T14">
                  <a:pos x="T4" y="T5"/>
                </a:cxn>
                <a:cxn ang="T15">
                  <a:pos x="T6" y="T7"/>
                </a:cxn>
                <a:cxn ang="T16">
                  <a:pos x="T8" y="T9"/>
                </a:cxn>
                <a:cxn ang="T17">
                  <a:pos x="T10" y="T11"/>
                </a:cxn>
              </a:cxnLst>
              <a:rect l="T18" t="T19" r="T20" b="T21"/>
              <a:pathLst>
                <a:path w="337" h="485">
                  <a:moveTo>
                    <a:pt x="336" y="194"/>
                  </a:moveTo>
                  <a:lnTo>
                    <a:pt x="118" y="484"/>
                  </a:lnTo>
                  <a:lnTo>
                    <a:pt x="0" y="452"/>
                  </a:lnTo>
                  <a:lnTo>
                    <a:pt x="336" y="0"/>
                  </a:lnTo>
                  <a:lnTo>
                    <a:pt x="336" y="152"/>
                  </a:lnTo>
                  <a:lnTo>
                    <a:pt x="336" y="194"/>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166948" name="Freeform 131"/>
            <p:cNvSpPr>
              <a:spLocks/>
            </p:cNvSpPr>
            <p:nvPr/>
          </p:nvSpPr>
          <p:spPr bwMode="auto">
            <a:xfrm>
              <a:off x="2757" y="2124"/>
              <a:ext cx="509" cy="339"/>
            </a:xfrm>
            <a:custGeom>
              <a:avLst/>
              <a:gdLst>
                <a:gd name="T0" fmla="*/ 0 w 506"/>
                <a:gd name="T1" fmla="*/ 0 h 345"/>
                <a:gd name="T2" fmla="*/ 1 w 506"/>
                <a:gd name="T3" fmla="*/ 198 h 345"/>
                <a:gd name="T4" fmla="*/ 514 w 506"/>
                <a:gd name="T5" fmla="*/ 326 h 345"/>
                <a:gd name="T6" fmla="*/ 513 w 506"/>
                <a:gd name="T7" fmla="*/ 124 h 345"/>
                <a:gd name="T8" fmla="*/ 0 60000 65536"/>
                <a:gd name="T9" fmla="*/ 0 60000 65536"/>
                <a:gd name="T10" fmla="*/ 0 60000 65536"/>
                <a:gd name="T11" fmla="*/ 0 60000 65536"/>
                <a:gd name="T12" fmla="*/ 0 w 506"/>
                <a:gd name="T13" fmla="*/ 0 h 345"/>
                <a:gd name="T14" fmla="*/ 506 w 506"/>
                <a:gd name="T15" fmla="*/ 345 h 345"/>
              </a:gdLst>
              <a:ahLst/>
              <a:cxnLst>
                <a:cxn ang="T8">
                  <a:pos x="T0" y="T1"/>
                </a:cxn>
                <a:cxn ang="T9">
                  <a:pos x="T2" y="T3"/>
                </a:cxn>
                <a:cxn ang="T10">
                  <a:pos x="T4" y="T5"/>
                </a:cxn>
                <a:cxn ang="T11">
                  <a:pos x="T6" y="T7"/>
                </a:cxn>
              </a:cxnLst>
              <a:rect l="T12" t="T13" r="T14" b="T15"/>
              <a:pathLst>
                <a:path w="506" h="345">
                  <a:moveTo>
                    <a:pt x="0" y="0"/>
                  </a:moveTo>
                  <a:lnTo>
                    <a:pt x="1" y="209"/>
                  </a:lnTo>
                  <a:lnTo>
                    <a:pt x="505" y="344"/>
                  </a:lnTo>
                  <a:lnTo>
                    <a:pt x="504" y="130"/>
                  </a:lnTo>
                </a:path>
              </a:pathLst>
            </a:custGeom>
            <a:solidFill>
              <a:srgbClr val="FC2C1C"/>
            </a:solidFill>
            <a:ln w="12700" cap="rnd" cmpd="sng">
              <a:solidFill>
                <a:schemeClr val="bg2"/>
              </a:solidFill>
              <a:prstDash val="solid"/>
              <a:round/>
              <a:headEnd type="none" w="med" len="med"/>
              <a:tailEnd type="none" w="med" len="med"/>
            </a:ln>
          </p:spPr>
          <p:txBody>
            <a:bodyPr/>
            <a:lstStyle/>
            <a:p>
              <a:endParaRPr lang="fr-FR"/>
            </a:p>
          </p:txBody>
        </p:sp>
        <p:sp>
          <p:nvSpPr>
            <p:cNvPr id="166949" name="AutoShape 132"/>
            <p:cNvSpPr>
              <a:spLocks noChangeArrowheads="1"/>
            </p:cNvSpPr>
            <p:nvPr/>
          </p:nvSpPr>
          <p:spPr bwMode="auto">
            <a:xfrm rot="16200000" flipH="1">
              <a:off x="3067" y="1967"/>
              <a:ext cx="693" cy="306"/>
            </a:xfrm>
            <a:prstGeom prst="parallelogram">
              <a:avLst>
                <a:gd name="adj" fmla="val 156202"/>
              </a:avLst>
            </a:prstGeom>
            <a:solidFill>
              <a:srgbClr val="FC2C1C"/>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grpSp>
        <p:nvGrpSpPr>
          <p:cNvPr id="166933" name="Group 133"/>
          <p:cNvGrpSpPr>
            <a:grpSpLocks/>
          </p:cNvGrpSpPr>
          <p:nvPr/>
        </p:nvGrpSpPr>
        <p:grpSpPr bwMode="auto">
          <a:xfrm rot="-223274">
            <a:off x="3392488" y="2606675"/>
            <a:ext cx="744537" cy="733425"/>
            <a:chOff x="2757" y="1666"/>
            <a:chExt cx="812" cy="800"/>
          </a:xfrm>
        </p:grpSpPr>
        <p:sp>
          <p:nvSpPr>
            <p:cNvPr id="166938" name="Freeform 134"/>
            <p:cNvSpPr>
              <a:spLocks/>
            </p:cNvSpPr>
            <p:nvPr/>
          </p:nvSpPr>
          <p:spPr bwMode="auto">
            <a:xfrm>
              <a:off x="2762" y="1667"/>
              <a:ext cx="807" cy="584"/>
            </a:xfrm>
            <a:custGeom>
              <a:avLst/>
              <a:gdLst>
                <a:gd name="T0" fmla="*/ 497 w 807"/>
                <a:gd name="T1" fmla="*/ 583 h 584"/>
                <a:gd name="T2" fmla="*/ 0 w 807"/>
                <a:gd name="T3" fmla="*/ 452 h 584"/>
                <a:gd name="T4" fmla="*/ 337 w 807"/>
                <a:gd name="T5" fmla="*/ 0 h 584"/>
                <a:gd name="T6" fmla="*/ 806 w 807"/>
                <a:gd name="T7" fmla="*/ 98 h 584"/>
                <a:gd name="T8" fmla="*/ 497 w 807"/>
                <a:gd name="T9" fmla="*/ 583 h 584"/>
                <a:gd name="T10" fmla="*/ 0 60000 65536"/>
                <a:gd name="T11" fmla="*/ 0 60000 65536"/>
                <a:gd name="T12" fmla="*/ 0 60000 65536"/>
                <a:gd name="T13" fmla="*/ 0 60000 65536"/>
                <a:gd name="T14" fmla="*/ 0 60000 65536"/>
                <a:gd name="T15" fmla="*/ 0 w 807"/>
                <a:gd name="T16" fmla="*/ 0 h 584"/>
                <a:gd name="T17" fmla="*/ 807 w 807"/>
                <a:gd name="T18" fmla="*/ 584 h 584"/>
              </a:gdLst>
              <a:ahLst/>
              <a:cxnLst>
                <a:cxn ang="T10">
                  <a:pos x="T0" y="T1"/>
                </a:cxn>
                <a:cxn ang="T11">
                  <a:pos x="T2" y="T3"/>
                </a:cxn>
                <a:cxn ang="T12">
                  <a:pos x="T4" y="T5"/>
                </a:cxn>
                <a:cxn ang="T13">
                  <a:pos x="T6" y="T7"/>
                </a:cxn>
                <a:cxn ang="T14">
                  <a:pos x="T8" y="T9"/>
                </a:cxn>
              </a:cxnLst>
              <a:rect l="T15" t="T16" r="T17" b="T18"/>
              <a:pathLst>
                <a:path w="807" h="584">
                  <a:moveTo>
                    <a:pt x="497" y="583"/>
                  </a:moveTo>
                  <a:lnTo>
                    <a:pt x="0" y="452"/>
                  </a:lnTo>
                  <a:lnTo>
                    <a:pt x="337" y="0"/>
                  </a:lnTo>
                  <a:lnTo>
                    <a:pt x="806" y="98"/>
                  </a:lnTo>
                  <a:lnTo>
                    <a:pt x="497" y="583"/>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166939" name="Freeform 135"/>
            <p:cNvSpPr>
              <a:spLocks/>
            </p:cNvSpPr>
            <p:nvPr/>
          </p:nvSpPr>
          <p:spPr bwMode="auto">
            <a:xfrm>
              <a:off x="2882" y="1861"/>
              <a:ext cx="578" cy="384"/>
            </a:xfrm>
            <a:custGeom>
              <a:avLst/>
              <a:gdLst>
                <a:gd name="T0" fmla="*/ 377 w 578"/>
                <a:gd name="T1" fmla="*/ 383 h 384"/>
                <a:gd name="T2" fmla="*/ 0 w 578"/>
                <a:gd name="T3" fmla="*/ 291 h 384"/>
                <a:gd name="T4" fmla="*/ 217 w 578"/>
                <a:gd name="T5" fmla="*/ 0 h 384"/>
                <a:gd name="T6" fmla="*/ 577 w 578"/>
                <a:gd name="T7" fmla="*/ 74 h 384"/>
                <a:gd name="T8" fmla="*/ 377 w 578"/>
                <a:gd name="T9" fmla="*/ 383 h 384"/>
                <a:gd name="T10" fmla="*/ 0 60000 65536"/>
                <a:gd name="T11" fmla="*/ 0 60000 65536"/>
                <a:gd name="T12" fmla="*/ 0 60000 65536"/>
                <a:gd name="T13" fmla="*/ 0 60000 65536"/>
                <a:gd name="T14" fmla="*/ 0 60000 65536"/>
                <a:gd name="T15" fmla="*/ 0 w 578"/>
                <a:gd name="T16" fmla="*/ 0 h 384"/>
                <a:gd name="T17" fmla="*/ 578 w 578"/>
                <a:gd name="T18" fmla="*/ 384 h 384"/>
              </a:gdLst>
              <a:ahLst/>
              <a:cxnLst>
                <a:cxn ang="T10">
                  <a:pos x="T0" y="T1"/>
                </a:cxn>
                <a:cxn ang="T11">
                  <a:pos x="T2" y="T3"/>
                </a:cxn>
                <a:cxn ang="T12">
                  <a:pos x="T4" y="T5"/>
                </a:cxn>
                <a:cxn ang="T13">
                  <a:pos x="T6" y="T7"/>
                </a:cxn>
                <a:cxn ang="T14">
                  <a:pos x="T8" y="T9"/>
                </a:cxn>
              </a:cxnLst>
              <a:rect l="T15" t="T16" r="T17" b="T18"/>
              <a:pathLst>
                <a:path w="578" h="384">
                  <a:moveTo>
                    <a:pt x="377" y="383"/>
                  </a:moveTo>
                  <a:lnTo>
                    <a:pt x="0" y="291"/>
                  </a:lnTo>
                  <a:lnTo>
                    <a:pt x="217" y="0"/>
                  </a:lnTo>
                  <a:lnTo>
                    <a:pt x="577" y="74"/>
                  </a:lnTo>
                  <a:lnTo>
                    <a:pt x="377" y="383"/>
                  </a:lnTo>
                </a:path>
              </a:pathLst>
            </a:custGeom>
            <a:solidFill>
              <a:srgbClr val="E22B00"/>
            </a:solidFill>
            <a:ln>
              <a:noFill/>
            </a:ln>
            <a:extLst>
              <a:ext uri="{91240B29-F687-4F45-9708-019B960494DF}">
                <a14:hiddenLine xmlns:a14="http://schemas.microsoft.com/office/drawing/2010/main" w="12700" cap="rnd" cmpd="sng">
                  <a:solidFill>
                    <a:srgbClr val="000000"/>
                  </a:solidFill>
                  <a:prstDash val="solid"/>
                  <a:round/>
                  <a:headEnd type="none" w="med" len="med"/>
                  <a:tailEnd type="none" w="med" len="med"/>
                </a14:hiddenLine>
              </a:ext>
            </a:extLst>
          </p:spPr>
          <p:txBody>
            <a:bodyPr/>
            <a:lstStyle/>
            <a:p>
              <a:endParaRPr lang="fr-FR"/>
            </a:p>
          </p:txBody>
        </p:sp>
        <p:sp>
          <p:nvSpPr>
            <p:cNvPr id="166940" name="Line 136"/>
            <p:cNvSpPr>
              <a:spLocks noChangeShapeType="1"/>
            </p:cNvSpPr>
            <p:nvPr/>
          </p:nvSpPr>
          <p:spPr bwMode="auto">
            <a:xfrm>
              <a:off x="3102" y="1862"/>
              <a:ext cx="352" cy="7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fr-FR"/>
            </a:p>
          </p:txBody>
        </p:sp>
        <p:sp>
          <p:nvSpPr>
            <p:cNvPr id="166941" name="Freeform 137"/>
            <p:cNvSpPr>
              <a:spLocks/>
            </p:cNvSpPr>
            <p:nvPr/>
          </p:nvSpPr>
          <p:spPr bwMode="auto">
            <a:xfrm>
              <a:off x="2762" y="1666"/>
              <a:ext cx="337" cy="485"/>
            </a:xfrm>
            <a:custGeom>
              <a:avLst/>
              <a:gdLst>
                <a:gd name="T0" fmla="*/ 336 w 337"/>
                <a:gd name="T1" fmla="*/ 194 h 485"/>
                <a:gd name="T2" fmla="*/ 118 w 337"/>
                <a:gd name="T3" fmla="*/ 484 h 485"/>
                <a:gd name="T4" fmla="*/ 0 w 337"/>
                <a:gd name="T5" fmla="*/ 452 h 485"/>
                <a:gd name="T6" fmla="*/ 336 w 337"/>
                <a:gd name="T7" fmla="*/ 0 h 485"/>
                <a:gd name="T8" fmla="*/ 336 w 337"/>
                <a:gd name="T9" fmla="*/ 152 h 485"/>
                <a:gd name="T10" fmla="*/ 336 w 337"/>
                <a:gd name="T11" fmla="*/ 194 h 485"/>
                <a:gd name="T12" fmla="*/ 0 60000 65536"/>
                <a:gd name="T13" fmla="*/ 0 60000 65536"/>
                <a:gd name="T14" fmla="*/ 0 60000 65536"/>
                <a:gd name="T15" fmla="*/ 0 60000 65536"/>
                <a:gd name="T16" fmla="*/ 0 60000 65536"/>
                <a:gd name="T17" fmla="*/ 0 60000 65536"/>
                <a:gd name="T18" fmla="*/ 0 w 337"/>
                <a:gd name="T19" fmla="*/ 0 h 485"/>
                <a:gd name="T20" fmla="*/ 337 w 337"/>
                <a:gd name="T21" fmla="*/ 485 h 485"/>
              </a:gdLst>
              <a:ahLst/>
              <a:cxnLst>
                <a:cxn ang="T12">
                  <a:pos x="T0" y="T1"/>
                </a:cxn>
                <a:cxn ang="T13">
                  <a:pos x="T2" y="T3"/>
                </a:cxn>
                <a:cxn ang="T14">
                  <a:pos x="T4" y="T5"/>
                </a:cxn>
                <a:cxn ang="T15">
                  <a:pos x="T6" y="T7"/>
                </a:cxn>
                <a:cxn ang="T16">
                  <a:pos x="T8" y="T9"/>
                </a:cxn>
                <a:cxn ang="T17">
                  <a:pos x="T10" y="T11"/>
                </a:cxn>
              </a:cxnLst>
              <a:rect l="T18" t="T19" r="T20" b="T21"/>
              <a:pathLst>
                <a:path w="337" h="485">
                  <a:moveTo>
                    <a:pt x="336" y="194"/>
                  </a:moveTo>
                  <a:lnTo>
                    <a:pt x="118" y="484"/>
                  </a:lnTo>
                  <a:lnTo>
                    <a:pt x="0" y="452"/>
                  </a:lnTo>
                  <a:lnTo>
                    <a:pt x="336" y="0"/>
                  </a:lnTo>
                  <a:lnTo>
                    <a:pt x="336" y="152"/>
                  </a:lnTo>
                  <a:lnTo>
                    <a:pt x="336" y="194"/>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166942" name="Freeform 138"/>
            <p:cNvSpPr>
              <a:spLocks/>
            </p:cNvSpPr>
            <p:nvPr/>
          </p:nvSpPr>
          <p:spPr bwMode="auto">
            <a:xfrm>
              <a:off x="2757" y="2124"/>
              <a:ext cx="509" cy="339"/>
            </a:xfrm>
            <a:custGeom>
              <a:avLst/>
              <a:gdLst>
                <a:gd name="T0" fmla="*/ 0 w 506"/>
                <a:gd name="T1" fmla="*/ 0 h 345"/>
                <a:gd name="T2" fmla="*/ 1 w 506"/>
                <a:gd name="T3" fmla="*/ 198 h 345"/>
                <a:gd name="T4" fmla="*/ 514 w 506"/>
                <a:gd name="T5" fmla="*/ 326 h 345"/>
                <a:gd name="T6" fmla="*/ 513 w 506"/>
                <a:gd name="T7" fmla="*/ 124 h 345"/>
                <a:gd name="T8" fmla="*/ 0 60000 65536"/>
                <a:gd name="T9" fmla="*/ 0 60000 65536"/>
                <a:gd name="T10" fmla="*/ 0 60000 65536"/>
                <a:gd name="T11" fmla="*/ 0 60000 65536"/>
                <a:gd name="T12" fmla="*/ 0 w 506"/>
                <a:gd name="T13" fmla="*/ 0 h 345"/>
                <a:gd name="T14" fmla="*/ 506 w 506"/>
                <a:gd name="T15" fmla="*/ 345 h 345"/>
              </a:gdLst>
              <a:ahLst/>
              <a:cxnLst>
                <a:cxn ang="T8">
                  <a:pos x="T0" y="T1"/>
                </a:cxn>
                <a:cxn ang="T9">
                  <a:pos x="T2" y="T3"/>
                </a:cxn>
                <a:cxn ang="T10">
                  <a:pos x="T4" y="T5"/>
                </a:cxn>
                <a:cxn ang="T11">
                  <a:pos x="T6" y="T7"/>
                </a:cxn>
              </a:cxnLst>
              <a:rect l="T12" t="T13" r="T14" b="T15"/>
              <a:pathLst>
                <a:path w="506" h="345">
                  <a:moveTo>
                    <a:pt x="0" y="0"/>
                  </a:moveTo>
                  <a:lnTo>
                    <a:pt x="1" y="209"/>
                  </a:lnTo>
                  <a:lnTo>
                    <a:pt x="505" y="344"/>
                  </a:lnTo>
                  <a:lnTo>
                    <a:pt x="504" y="130"/>
                  </a:lnTo>
                </a:path>
              </a:pathLst>
            </a:custGeom>
            <a:solidFill>
              <a:srgbClr val="FC2C1C"/>
            </a:solidFill>
            <a:ln w="12700" cap="rnd" cmpd="sng">
              <a:solidFill>
                <a:schemeClr val="bg2"/>
              </a:solidFill>
              <a:prstDash val="solid"/>
              <a:round/>
              <a:headEnd type="none" w="med" len="med"/>
              <a:tailEnd type="none" w="med" len="med"/>
            </a:ln>
          </p:spPr>
          <p:txBody>
            <a:bodyPr/>
            <a:lstStyle/>
            <a:p>
              <a:endParaRPr lang="fr-FR"/>
            </a:p>
          </p:txBody>
        </p:sp>
        <p:sp>
          <p:nvSpPr>
            <p:cNvPr id="166943" name="AutoShape 139"/>
            <p:cNvSpPr>
              <a:spLocks noChangeArrowheads="1"/>
            </p:cNvSpPr>
            <p:nvPr/>
          </p:nvSpPr>
          <p:spPr bwMode="auto">
            <a:xfrm rot="16200000" flipH="1">
              <a:off x="3067" y="1967"/>
              <a:ext cx="693" cy="306"/>
            </a:xfrm>
            <a:prstGeom prst="parallelogram">
              <a:avLst>
                <a:gd name="adj" fmla="val 156202"/>
              </a:avLst>
            </a:prstGeom>
            <a:solidFill>
              <a:srgbClr val="FC2C1C"/>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sp>
        <p:nvSpPr>
          <p:cNvPr id="166934" name="Oval 140"/>
          <p:cNvSpPr>
            <a:spLocks noChangeArrowheads="1"/>
          </p:cNvSpPr>
          <p:nvPr/>
        </p:nvSpPr>
        <p:spPr bwMode="auto">
          <a:xfrm rot="-5400000">
            <a:off x="7322344" y="3037681"/>
            <a:ext cx="336550" cy="312738"/>
          </a:xfrm>
          <a:prstGeom prst="ellipse">
            <a:avLst/>
          </a:prstGeom>
          <a:solidFill>
            <a:schemeClr val="bg1"/>
          </a:solidFill>
          <a:ln w="9525">
            <a:solidFill>
              <a:schemeClr val="tx1"/>
            </a:solidFill>
            <a:round/>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166935" name="Text Box 141"/>
          <p:cNvSpPr txBox="1">
            <a:spLocks noChangeArrowheads="1"/>
          </p:cNvSpPr>
          <p:nvPr/>
        </p:nvSpPr>
        <p:spPr bwMode="auto">
          <a:xfrm>
            <a:off x="6854825" y="3643313"/>
            <a:ext cx="2208213"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a:spcBef>
                <a:spcPct val="0"/>
              </a:spcBef>
              <a:buFontTx/>
              <a:buNone/>
            </a:pPr>
            <a:r>
              <a:rPr lang="fr-FR" altLang="fr-FR" sz="2400">
                <a:solidFill>
                  <a:srgbClr val="FC2C1C"/>
                </a:solidFill>
              </a:rPr>
              <a:t>3 Couronnes</a:t>
            </a:r>
          </a:p>
        </p:txBody>
      </p:sp>
      <p:sp>
        <p:nvSpPr>
          <p:cNvPr id="166936" name="Oval 142"/>
          <p:cNvSpPr>
            <a:spLocks noChangeArrowheads="1"/>
          </p:cNvSpPr>
          <p:nvPr/>
        </p:nvSpPr>
        <p:spPr bwMode="auto">
          <a:xfrm rot="-5400000">
            <a:off x="7684294" y="3037681"/>
            <a:ext cx="336550" cy="312738"/>
          </a:xfrm>
          <a:prstGeom prst="ellipse">
            <a:avLst/>
          </a:prstGeom>
          <a:solidFill>
            <a:schemeClr val="bg1"/>
          </a:solidFill>
          <a:ln w="9525">
            <a:solidFill>
              <a:schemeClr val="tx1"/>
            </a:solidFill>
            <a:round/>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166937" name="Oval 143"/>
          <p:cNvSpPr>
            <a:spLocks noChangeArrowheads="1"/>
          </p:cNvSpPr>
          <p:nvPr/>
        </p:nvSpPr>
        <p:spPr bwMode="auto">
          <a:xfrm rot="-5400000">
            <a:off x="8047832" y="3037681"/>
            <a:ext cx="336550" cy="312737"/>
          </a:xfrm>
          <a:prstGeom prst="ellipse">
            <a:avLst/>
          </a:prstGeom>
          <a:solidFill>
            <a:schemeClr val="bg1"/>
          </a:solidFill>
          <a:ln w="9525">
            <a:solidFill>
              <a:schemeClr val="tx1"/>
            </a:solidFill>
            <a:round/>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67938" name="Group 2"/>
          <p:cNvGrpSpPr>
            <a:grpSpLocks/>
          </p:cNvGrpSpPr>
          <p:nvPr/>
        </p:nvGrpSpPr>
        <p:grpSpPr bwMode="auto">
          <a:xfrm>
            <a:off x="7073900" y="215900"/>
            <a:ext cx="1878013" cy="1250950"/>
            <a:chOff x="4456" y="136"/>
            <a:chExt cx="1183" cy="788"/>
          </a:xfrm>
        </p:grpSpPr>
        <p:grpSp>
          <p:nvGrpSpPr>
            <p:cNvPr id="167998" name="Group 3"/>
            <p:cNvGrpSpPr>
              <a:grpSpLocks/>
            </p:cNvGrpSpPr>
            <p:nvPr/>
          </p:nvGrpSpPr>
          <p:grpSpPr bwMode="auto">
            <a:xfrm>
              <a:off x="4766" y="232"/>
              <a:ext cx="873" cy="692"/>
              <a:chOff x="2185" y="310"/>
              <a:chExt cx="873" cy="692"/>
            </a:xfrm>
          </p:grpSpPr>
          <p:sp>
            <p:nvSpPr>
              <p:cNvPr id="168009" name="Freeform 4"/>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accent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8010" name="Freeform 5"/>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8011" name="Freeform 6"/>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8012" name="Freeform 7"/>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8013" name="Freeform 8"/>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8014" name="Freeform 9"/>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8015" name="Freeform 10"/>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grpSp>
          <p:nvGrpSpPr>
            <p:cNvPr id="167999" name="Group 11"/>
            <p:cNvGrpSpPr>
              <a:grpSpLocks/>
            </p:cNvGrpSpPr>
            <p:nvPr/>
          </p:nvGrpSpPr>
          <p:grpSpPr bwMode="auto">
            <a:xfrm>
              <a:off x="4949" y="336"/>
              <a:ext cx="591" cy="468"/>
              <a:chOff x="2185" y="310"/>
              <a:chExt cx="873" cy="692"/>
            </a:xfrm>
          </p:grpSpPr>
          <p:sp>
            <p:nvSpPr>
              <p:cNvPr id="168002" name="Freeform 12"/>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8003" name="Freeform 13"/>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8004" name="Freeform 14"/>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8005" name="Freeform 15"/>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8006" name="Freeform 16"/>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8007" name="Freeform 17"/>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8008" name="Freeform 18"/>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pic>
          <p:nvPicPr>
            <p:cNvPr id="168000" name="Picture 19"/>
            <p:cNvPicPr>
              <a:picLocks noChangeAspect="1" noChangeArrowheads="1"/>
            </p:cNvPicPr>
            <p:nvPr/>
          </p:nvPicPr>
          <p:blipFill>
            <a:blip r:embed="rId3" cstate="print">
              <a:extLst>
                <a:ext uri="{28A0092B-C50C-407E-A947-70E740481C1C}">
                  <a14:useLocalDpi xmlns:a14="http://schemas.microsoft.com/office/drawing/2010/main" val="0"/>
                </a:ext>
              </a:extLst>
            </a:blip>
            <a:srcRect l="-4282" t="-4369" r="-5199" b="-12012"/>
            <a:stretch>
              <a:fillRect/>
            </a:stretch>
          </p:blipFill>
          <p:spPr bwMode="auto">
            <a:xfrm>
              <a:off x="4456" y="136"/>
              <a:ext cx="480" cy="5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68001" name="Text Box 20"/>
            <p:cNvSpPr txBox="1">
              <a:spLocks noChangeArrowheads="1"/>
            </p:cNvSpPr>
            <p:nvPr/>
          </p:nvSpPr>
          <p:spPr bwMode="auto">
            <a:xfrm>
              <a:off x="4946" y="314"/>
              <a:ext cx="596" cy="49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4500" b="1">
                  <a:solidFill>
                    <a:srgbClr val="FF0000"/>
                  </a:solidFill>
                  <a:latin typeface="Arial Black" pitchFamily="34" charset="0"/>
                </a:rPr>
                <a:t>26</a:t>
              </a:r>
              <a:endParaRPr lang="fr-FR" altLang="fr-FR" sz="3200">
                <a:solidFill>
                  <a:schemeClr val="tx1"/>
                </a:solidFill>
                <a:latin typeface="Arial Black" pitchFamily="34" charset="0"/>
              </a:endParaRPr>
            </a:p>
          </p:txBody>
        </p:sp>
      </p:grpSp>
      <p:sp>
        <p:nvSpPr>
          <p:cNvPr id="167940" name="Text Box 22"/>
          <p:cNvSpPr txBox="1">
            <a:spLocks noChangeArrowheads="1"/>
          </p:cNvSpPr>
          <p:nvPr/>
        </p:nvSpPr>
        <p:spPr bwMode="auto">
          <a:xfrm>
            <a:off x="566738" y="1363663"/>
            <a:ext cx="1946275"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1. Tirez le dé</a:t>
            </a:r>
          </a:p>
        </p:txBody>
      </p:sp>
      <p:sp>
        <p:nvSpPr>
          <p:cNvPr id="167941" name="Text Box 23"/>
          <p:cNvSpPr txBox="1">
            <a:spLocks noChangeArrowheads="1"/>
          </p:cNvSpPr>
          <p:nvPr/>
        </p:nvSpPr>
        <p:spPr bwMode="auto">
          <a:xfrm>
            <a:off x="566738" y="3935413"/>
            <a:ext cx="18796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3. Produisez</a:t>
            </a:r>
          </a:p>
        </p:txBody>
      </p:sp>
      <p:grpSp>
        <p:nvGrpSpPr>
          <p:cNvPr id="167942" name="Group 24"/>
          <p:cNvGrpSpPr>
            <a:grpSpLocks/>
          </p:cNvGrpSpPr>
          <p:nvPr/>
        </p:nvGrpSpPr>
        <p:grpSpPr bwMode="auto">
          <a:xfrm>
            <a:off x="2986088" y="1306513"/>
            <a:ext cx="446087" cy="534987"/>
            <a:chOff x="868" y="1439"/>
            <a:chExt cx="811" cy="972"/>
          </a:xfrm>
        </p:grpSpPr>
        <p:sp>
          <p:nvSpPr>
            <p:cNvPr id="167947" name="Freeform 25"/>
            <p:cNvSpPr>
              <a:spLocks/>
            </p:cNvSpPr>
            <p:nvPr/>
          </p:nvSpPr>
          <p:spPr bwMode="auto">
            <a:xfrm>
              <a:off x="1548" y="2014"/>
              <a:ext cx="123" cy="100"/>
            </a:xfrm>
            <a:custGeom>
              <a:avLst/>
              <a:gdLst>
                <a:gd name="T0" fmla="*/ 5 w 618"/>
                <a:gd name="T1" fmla="*/ 0 h 502"/>
                <a:gd name="T2" fmla="*/ 5 w 618"/>
                <a:gd name="T3" fmla="*/ 0 h 502"/>
                <a:gd name="T4" fmla="*/ 0 w 618"/>
                <a:gd name="T5" fmla="*/ 4 h 502"/>
                <a:gd name="T6" fmla="*/ 0 w 618"/>
                <a:gd name="T7" fmla="*/ 4 h 502"/>
                <a:gd name="T8" fmla="*/ 5 w 618"/>
                <a:gd name="T9" fmla="*/ 0 h 502"/>
                <a:gd name="T10" fmla="*/ 5 w 618"/>
                <a:gd name="T11" fmla="*/ 0 h 502"/>
                <a:gd name="T12" fmla="*/ 5 w 618"/>
                <a:gd name="T13" fmla="*/ 0 h 502"/>
                <a:gd name="T14" fmla="*/ 5 w 618"/>
                <a:gd name="T15" fmla="*/ 0 h 502"/>
                <a:gd name="T16" fmla="*/ 5 w 618"/>
                <a:gd name="T17" fmla="*/ 0 h 502"/>
                <a:gd name="T18" fmla="*/ 5 w 618"/>
                <a:gd name="T19" fmla="*/ 0 h 502"/>
                <a:gd name="T20" fmla="*/ 5 w 618"/>
                <a:gd name="T21" fmla="*/ 0 h 502"/>
                <a:gd name="T22" fmla="*/ 5 w 618"/>
                <a:gd name="T23" fmla="*/ 0 h 502"/>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618"/>
                <a:gd name="T37" fmla="*/ 0 h 502"/>
                <a:gd name="T38" fmla="*/ 618 w 618"/>
                <a:gd name="T39" fmla="*/ 502 h 502"/>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618" h="502">
                  <a:moveTo>
                    <a:pt x="611" y="0"/>
                  </a:moveTo>
                  <a:lnTo>
                    <a:pt x="606" y="2"/>
                  </a:lnTo>
                  <a:lnTo>
                    <a:pt x="0" y="490"/>
                  </a:lnTo>
                  <a:lnTo>
                    <a:pt x="10" y="502"/>
                  </a:lnTo>
                  <a:lnTo>
                    <a:pt x="616" y="14"/>
                  </a:lnTo>
                  <a:lnTo>
                    <a:pt x="611" y="16"/>
                  </a:lnTo>
                  <a:lnTo>
                    <a:pt x="616" y="14"/>
                  </a:lnTo>
                  <a:lnTo>
                    <a:pt x="618" y="9"/>
                  </a:lnTo>
                  <a:lnTo>
                    <a:pt x="617" y="3"/>
                  </a:lnTo>
                  <a:lnTo>
                    <a:pt x="612" y="1"/>
                  </a:lnTo>
                  <a:lnTo>
                    <a:pt x="606" y="2"/>
                  </a:lnTo>
                  <a:lnTo>
                    <a:pt x="611"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7948" name="Freeform 26"/>
            <p:cNvSpPr>
              <a:spLocks/>
            </p:cNvSpPr>
            <p:nvPr/>
          </p:nvSpPr>
          <p:spPr bwMode="auto">
            <a:xfrm>
              <a:off x="876" y="1852"/>
              <a:ext cx="82" cy="373"/>
            </a:xfrm>
            <a:custGeom>
              <a:avLst/>
              <a:gdLst>
                <a:gd name="T0" fmla="*/ 3 w 413"/>
                <a:gd name="T1" fmla="*/ 15 h 1865"/>
                <a:gd name="T2" fmla="*/ 3 w 413"/>
                <a:gd name="T3" fmla="*/ 15 h 1865"/>
                <a:gd name="T4" fmla="*/ 0 w 413"/>
                <a:gd name="T5" fmla="*/ 0 h 1865"/>
                <a:gd name="T6" fmla="*/ 0 w 413"/>
                <a:gd name="T7" fmla="*/ 0 h 1865"/>
                <a:gd name="T8" fmla="*/ 3 w 413"/>
                <a:gd name="T9" fmla="*/ 15 h 1865"/>
                <a:gd name="T10" fmla="*/ 3 w 413"/>
                <a:gd name="T11" fmla="*/ 15 h 1865"/>
                <a:gd name="T12" fmla="*/ 3 w 413"/>
                <a:gd name="T13" fmla="*/ 15 h 1865"/>
                <a:gd name="T14" fmla="*/ 3 w 413"/>
                <a:gd name="T15" fmla="*/ 15 h 1865"/>
                <a:gd name="T16" fmla="*/ 3 w 413"/>
                <a:gd name="T17" fmla="*/ 15 h 1865"/>
                <a:gd name="T18" fmla="*/ 3 w 413"/>
                <a:gd name="T19" fmla="*/ 15 h 1865"/>
                <a:gd name="T20" fmla="*/ 3 w 413"/>
                <a:gd name="T21" fmla="*/ 15 h 1865"/>
                <a:gd name="T22" fmla="*/ 3 w 413"/>
                <a:gd name="T23" fmla="*/ 15 h 186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413"/>
                <a:gd name="T37" fmla="*/ 0 h 1865"/>
                <a:gd name="T38" fmla="*/ 413 w 413"/>
                <a:gd name="T39" fmla="*/ 1865 h 1865"/>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413" h="1865">
                  <a:moveTo>
                    <a:pt x="400" y="1864"/>
                  </a:moveTo>
                  <a:lnTo>
                    <a:pt x="413" y="1856"/>
                  </a:lnTo>
                  <a:lnTo>
                    <a:pt x="17" y="0"/>
                  </a:lnTo>
                  <a:lnTo>
                    <a:pt x="0" y="2"/>
                  </a:lnTo>
                  <a:lnTo>
                    <a:pt x="396" y="1858"/>
                  </a:lnTo>
                  <a:lnTo>
                    <a:pt x="409" y="1850"/>
                  </a:lnTo>
                  <a:lnTo>
                    <a:pt x="396" y="1858"/>
                  </a:lnTo>
                  <a:lnTo>
                    <a:pt x="400" y="1864"/>
                  </a:lnTo>
                  <a:lnTo>
                    <a:pt x="406" y="1865"/>
                  </a:lnTo>
                  <a:lnTo>
                    <a:pt x="410" y="1862"/>
                  </a:lnTo>
                  <a:lnTo>
                    <a:pt x="413" y="1856"/>
                  </a:lnTo>
                  <a:lnTo>
                    <a:pt x="400" y="186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7949" name="Freeform 27"/>
            <p:cNvSpPr>
              <a:spLocks/>
            </p:cNvSpPr>
            <p:nvPr/>
          </p:nvSpPr>
          <p:spPr bwMode="auto">
            <a:xfrm>
              <a:off x="1282" y="1533"/>
              <a:ext cx="35" cy="161"/>
            </a:xfrm>
            <a:custGeom>
              <a:avLst/>
              <a:gdLst>
                <a:gd name="T0" fmla="*/ 1 w 175"/>
                <a:gd name="T1" fmla="*/ 6 h 807"/>
                <a:gd name="T2" fmla="*/ 1 w 175"/>
                <a:gd name="T3" fmla="*/ 6 h 807"/>
                <a:gd name="T4" fmla="*/ 1 w 175"/>
                <a:gd name="T5" fmla="*/ 6 h 807"/>
                <a:gd name="T6" fmla="*/ 1 w 175"/>
                <a:gd name="T7" fmla="*/ 5 h 807"/>
                <a:gd name="T8" fmla="*/ 1 w 175"/>
                <a:gd name="T9" fmla="*/ 5 h 807"/>
                <a:gd name="T10" fmla="*/ 1 w 175"/>
                <a:gd name="T11" fmla="*/ 5 h 807"/>
                <a:gd name="T12" fmla="*/ 1 w 175"/>
                <a:gd name="T13" fmla="*/ 4 h 807"/>
                <a:gd name="T14" fmla="*/ 1 w 175"/>
                <a:gd name="T15" fmla="*/ 4 h 807"/>
                <a:gd name="T16" fmla="*/ 1 w 175"/>
                <a:gd name="T17" fmla="*/ 3 h 807"/>
                <a:gd name="T18" fmla="*/ 1 w 175"/>
                <a:gd name="T19" fmla="*/ 3 h 807"/>
                <a:gd name="T20" fmla="*/ 1 w 175"/>
                <a:gd name="T21" fmla="*/ 3 h 807"/>
                <a:gd name="T22" fmla="*/ 1 w 175"/>
                <a:gd name="T23" fmla="*/ 2 h 807"/>
                <a:gd name="T24" fmla="*/ 1 w 175"/>
                <a:gd name="T25" fmla="*/ 2 h 807"/>
                <a:gd name="T26" fmla="*/ 1 w 175"/>
                <a:gd name="T27" fmla="*/ 2 h 807"/>
                <a:gd name="T28" fmla="*/ 1 w 175"/>
                <a:gd name="T29" fmla="*/ 1 h 807"/>
                <a:gd name="T30" fmla="*/ 1 w 175"/>
                <a:gd name="T31" fmla="*/ 1 h 807"/>
                <a:gd name="T32" fmla="*/ 1 w 175"/>
                <a:gd name="T33" fmla="*/ 1 h 807"/>
                <a:gd name="T34" fmla="*/ 1 w 175"/>
                <a:gd name="T35" fmla="*/ 0 h 807"/>
                <a:gd name="T36" fmla="*/ 1 w 175"/>
                <a:gd name="T37" fmla="*/ 0 h 807"/>
                <a:gd name="T38" fmla="*/ 1 w 175"/>
                <a:gd name="T39" fmla="*/ 0 h 807"/>
                <a:gd name="T40" fmla="*/ 0 w 175"/>
                <a:gd name="T41" fmla="*/ 1 h 807"/>
                <a:gd name="T42" fmla="*/ 0 w 175"/>
                <a:gd name="T43" fmla="*/ 1 h 807"/>
                <a:gd name="T44" fmla="*/ 0 w 175"/>
                <a:gd name="T45" fmla="*/ 1 h 807"/>
                <a:gd name="T46" fmla="*/ 0 w 175"/>
                <a:gd name="T47" fmla="*/ 2 h 807"/>
                <a:gd name="T48" fmla="*/ 0 w 175"/>
                <a:gd name="T49" fmla="*/ 2 h 807"/>
                <a:gd name="T50" fmla="*/ 0 w 175"/>
                <a:gd name="T51" fmla="*/ 3 h 807"/>
                <a:gd name="T52" fmla="*/ 0 w 175"/>
                <a:gd name="T53" fmla="*/ 3 h 807"/>
                <a:gd name="T54" fmla="*/ 0 w 175"/>
                <a:gd name="T55" fmla="*/ 3 h 807"/>
                <a:gd name="T56" fmla="*/ 0 w 175"/>
                <a:gd name="T57" fmla="*/ 4 h 807"/>
                <a:gd name="T58" fmla="*/ 0 w 175"/>
                <a:gd name="T59" fmla="*/ 4 h 807"/>
                <a:gd name="T60" fmla="*/ 0 w 175"/>
                <a:gd name="T61" fmla="*/ 5 h 807"/>
                <a:gd name="T62" fmla="*/ 0 w 175"/>
                <a:gd name="T63" fmla="*/ 5 h 807"/>
                <a:gd name="T64" fmla="*/ 0 w 175"/>
                <a:gd name="T65" fmla="*/ 5 h 807"/>
                <a:gd name="T66" fmla="*/ 1 w 175"/>
                <a:gd name="T67" fmla="*/ 6 h 807"/>
                <a:gd name="T68" fmla="*/ 1 w 175"/>
                <a:gd name="T69" fmla="*/ 6 h 807"/>
                <a:gd name="T70" fmla="*/ 1 w 175"/>
                <a:gd name="T71" fmla="*/ 6 h 807"/>
                <a:gd name="T72" fmla="*/ 1 w 175"/>
                <a:gd name="T73" fmla="*/ 6 h 807"/>
                <a:gd name="T74" fmla="*/ 1 w 175"/>
                <a:gd name="T75" fmla="*/ 6 h 807"/>
                <a:gd name="T76" fmla="*/ 1 w 175"/>
                <a:gd name="T77" fmla="*/ 6 h 807"/>
                <a:gd name="T78" fmla="*/ 1 w 175"/>
                <a:gd name="T79" fmla="*/ 6 h 807"/>
                <a:gd name="T80" fmla="*/ 1 w 175"/>
                <a:gd name="T81" fmla="*/ 6 h 807"/>
                <a:gd name="T82" fmla="*/ 1 w 175"/>
                <a:gd name="T83" fmla="*/ 6 h 807"/>
                <a:gd name="T84" fmla="*/ 1 w 175"/>
                <a:gd name="T85" fmla="*/ 6 h 807"/>
                <a:gd name="T86" fmla="*/ 1 w 175"/>
                <a:gd name="T87" fmla="*/ 6 h 807"/>
                <a:gd name="T88" fmla="*/ 1 w 175"/>
                <a:gd name="T89" fmla="*/ 6 h 807"/>
                <a:gd name="T90" fmla="*/ 1 w 175"/>
                <a:gd name="T91" fmla="*/ 6 h 80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175"/>
                <a:gd name="T139" fmla="*/ 0 h 807"/>
                <a:gd name="T140" fmla="*/ 175 w 175"/>
                <a:gd name="T141" fmla="*/ 807 h 80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175" h="807">
                  <a:moveTo>
                    <a:pt x="169" y="740"/>
                  </a:moveTo>
                  <a:lnTo>
                    <a:pt x="169" y="739"/>
                  </a:lnTo>
                  <a:lnTo>
                    <a:pt x="149" y="698"/>
                  </a:lnTo>
                  <a:lnTo>
                    <a:pt x="133" y="656"/>
                  </a:lnTo>
                  <a:lnTo>
                    <a:pt x="120" y="611"/>
                  </a:lnTo>
                  <a:lnTo>
                    <a:pt x="108" y="565"/>
                  </a:lnTo>
                  <a:lnTo>
                    <a:pt x="100" y="520"/>
                  </a:lnTo>
                  <a:lnTo>
                    <a:pt x="96" y="472"/>
                  </a:lnTo>
                  <a:lnTo>
                    <a:pt x="93" y="425"/>
                  </a:lnTo>
                  <a:lnTo>
                    <a:pt x="93" y="377"/>
                  </a:lnTo>
                  <a:lnTo>
                    <a:pt x="96" y="330"/>
                  </a:lnTo>
                  <a:lnTo>
                    <a:pt x="100" y="283"/>
                  </a:lnTo>
                  <a:lnTo>
                    <a:pt x="106" y="238"/>
                  </a:lnTo>
                  <a:lnTo>
                    <a:pt x="115" y="195"/>
                  </a:lnTo>
                  <a:lnTo>
                    <a:pt x="126" y="153"/>
                  </a:lnTo>
                  <a:lnTo>
                    <a:pt x="139" y="114"/>
                  </a:lnTo>
                  <a:lnTo>
                    <a:pt x="153" y="77"/>
                  </a:lnTo>
                  <a:lnTo>
                    <a:pt x="169" y="43"/>
                  </a:lnTo>
                  <a:lnTo>
                    <a:pt x="87" y="0"/>
                  </a:lnTo>
                  <a:lnTo>
                    <a:pt x="69" y="39"/>
                  </a:lnTo>
                  <a:lnTo>
                    <a:pt x="52" y="81"/>
                  </a:lnTo>
                  <a:lnTo>
                    <a:pt x="37" y="127"/>
                  </a:lnTo>
                  <a:lnTo>
                    <a:pt x="24" y="174"/>
                  </a:lnTo>
                  <a:lnTo>
                    <a:pt x="15" y="222"/>
                  </a:lnTo>
                  <a:lnTo>
                    <a:pt x="7" y="271"/>
                  </a:lnTo>
                  <a:lnTo>
                    <a:pt x="2" y="323"/>
                  </a:lnTo>
                  <a:lnTo>
                    <a:pt x="0" y="374"/>
                  </a:lnTo>
                  <a:lnTo>
                    <a:pt x="0" y="427"/>
                  </a:lnTo>
                  <a:lnTo>
                    <a:pt x="2" y="479"/>
                  </a:lnTo>
                  <a:lnTo>
                    <a:pt x="9" y="531"/>
                  </a:lnTo>
                  <a:lnTo>
                    <a:pt x="17" y="584"/>
                  </a:lnTo>
                  <a:lnTo>
                    <a:pt x="29" y="635"/>
                  </a:lnTo>
                  <a:lnTo>
                    <a:pt x="44" y="686"/>
                  </a:lnTo>
                  <a:lnTo>
                    <a:pt x="65" y="736"/>
                  </a:lnTo>
                  <a:lnTo>
                    <a:pt x="87" y="784"/>
                  </a:lnTo>
                  <a:lnTo>
                    <a:pt x="87" y="782"/>
                  </a:lnTo>
                  <a:lnTo>
                    <a:pt x="87" y="784"/>
                  </a:lnTo>
                  <a:lnTo>
                    <a:pt x="100" y="799"/>
                  </a:lnTo>
                  <a:lnTo>
                    <a:pt x="117" y="807"/>
                  </a:lnTo>
                  <a:lnTo>
                    <a:pt x="134" y="807"/>
                  </a:lnTo>
                  <a:lnTo>
                    <a:pt x="151" y="801"/>
                  </a:lnTo>
                  <a:lnTo>
                    <a:pt x="164" y="791"/>
                  </a:lnTo>
                  <a:lnTo>
                    <a:pt x="173" y="777"/>
                  </a:lnTo>
                  <a:lnTo>
                    <a:pt x="175" y="759"/>
                  </a:lnTo>
                  <a:lnTo>
                    <a:pt x="169" y="739"/>
                  </a:lnTo>
                  <a:lnTo>
                    <a:pt x="169" y="74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7950" name="Freeform 28"/>
            <p:cNvSpPr>
              <a:spLocks/>
            </p:cNvSpPr>
            <p:nvPr/>
          </p:nvSpPr>
          <p:spPr bwMode="auto">
            <a:xfrm>
              <a:off x="1299" y="1681"/>
              <a:ext cx="157" cy="281"/>
            </a:xfrm>
            <a:custGeom>
              <a:avLst/>
              <a:gdLst>
                <a:gd name="T0" fmla="*/ 6 w 787"/>
                <a:gd name="T1" fmla="*/ 11 h 1404"/>
                <a:gd name="T2" fmla="*/ 6 w 787"/>
                <a:gd name="T3" fmla="*/ 11 h 1404"/>
                <a:gd name="T4" fmla="*/ 1 w 787"/>
                <a:gd name="T5" fmla="*/ 0 h 1404"/>
                <a:gd name="T6" fmla="*/ 0 w 787"/>
                <a:gd name="T7" fmla="*/ 0 h 1404"/>
                <a:gd name="T8" fmla="*/ 6 w 787"/>
                <a:gd name="T9" fmla="*/ 11 h 1404"/>
                <a:gd name="T10" fmla="*/ 6 w 787"/>
                <a:gd name="T11" fmla="*/ 11 h 1404"/>
                <a:gd name="T12" fmla="*/ 6 w 787"/>
                <a:gd name="T13" fmla="*/ 11 h 1404"/>
                <a:gd name="T14" fmla="*/ 6 w 787"/>
                <a:gd name="T15" fmla="*/ 11 h 1404"/>
                <a:gd name="T16" fmla="*/ 6 w 787"/>
                <a:gd name="T17" fmla="*/ 11 h 1404"/>
                <a:gd name="T18" fmla="*/ 6 w 787"/>
                <a:gd name="T19" fmla="*/ 11 h 1404"/>
                <a:gd name="T20" fmla="*/ 6 w 787"/>
                <a:gd name="T21" fmla="*/ 11 h 1404"/>
                <a:gd name="T22" fmla="*/ 6 w 787"/>
                <a:gd name="T23" fmla="*/ 11 h 1404"/>
                <a:gd name="T24" fmla="*/ 6 w 787"/>
                <a:gd name="T25" fmla="*/ 11 h 1404"/>
                <a:gd name="T26" fmla="*/ 6 w 787"/>
                <a:gd name="T27" fmla="*/ 11 h 1404"/>
                <a:gd name="T28" fmla="*/ 6 w 787"/>
                <a:gd name="T29" fmla="*/ 11 h 1404"/>
                <a:gd name="T30" fmla="*/ 6 w 787"/>
                <a:gd name="T31" fmla="*/ 11 h 1404"/>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787"/>
                <a:gd name="T49" fmla="*/ 0 h 1404"/>
                <a:gd name="T50" fmla="*/ 787 w 787"/>
                <a:gd name="T51" fmla="*/ 1404 h 1404"/>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787" h="1404">
                  <a:moveTo>
                    <a:pt x="781" y="1334"/>
                  </a:moveTo>
                  <a:lnTo>
                    <a:pt x="781" y="1337"/>
                  </a:lnTo>
                  <a:lnTo>
                    <a:pt x="82" y="0"/>
                  </a:lnTo>
                  <a:lnTo>
                    <a:pt x="0" y="42"/>
                  </a:lnTo>
                  <a:lnTo>
                    <a:pt x="699" y="1379"/>
                  </a:lnTo>
                  <a:lnTo>
                    <a:pt x="699" y="1381"/>
                  </a:lnTo>
                  <a:lnTo>
                    <a:pt x="699" y="1379"/>
                  </a:lnTo>
                  <a:lnTo>
                    <a:pt x="712" y="1395"/>
                  </a:lnTo>
                  <a:lnTo>
                    <a:pt x="727" y="1402"/>
                  </a:lnTo>
                  <a:lnTo>
                    <a:pt x="744" y="1404"/>
                  </a:lnTo>
                  <a:lnTo>
                    <a:pt x="761" y="1398"/>
                  </a:lnTo>
                  <a:lnTo>
                    <a:pt x="775" y="1388"/>
                  </a:lnTo>
                  <a:lnTo>
                    <a:pt x="784" y="1373"/>
                  </a:lnTo>
                  <a:lnTo>
                    <a:pt x="787" y="1357"/>
                  </a:lnTo>
                  <a:lnTo>
                    <a:pt x="781" y="1337"/>
                  </a:lnTo>
                  <a:lnTo>
                    <a:pt x="781" y="13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7951" name="Freeform 29"/>
            <p:cNvSpPr>
              <a:spLocks/>
            </p:cNvSpPr>
            <p:nvPr/>
          </p:nvSpPr>
          <p:spPr bwMode="auto">
            <a:xfrm>
              <a:off x="1439" y="1948"/>
              <a:ext cx="125" cy="76"/>
            </a:xfrm>
            <a:custGeom>
              <a:avLst/>
              <a:gdLst>
                <a:gd name="T0" fmla="*/ 5 w 628"/>
                <a:gd name="T1" fmla="*/ 2 h 383"/>
                <a:gd name="T2" fmla="*/ 5 w 628"/>
                <a:gd name="T3" fmla="*/ 2 h 383"/>
                <a:gd name="T4" fmla="*/ 4 w 628"/>
                <a:gd name="T5" fmla="*/ 2 h 383"/>
                <a:gd name="T6" fmla="*/ 4 w 628"/>
                <a:gd name="T7" fmla="*/ 2 h 383"/>
                <a:gd name="T8" fmla="*/ 4 w 628"/>
                <a:gd name="T9" fmla="*/ 2 h 383"/>
                <a:gd name="T10" fmla="*/ 3 w 628"/>
                <a:gd name="T11" fmla="*/ 2 h 383"/>
                <a:gd name="T12" fmla="*/ 3 w 628"/>
                <a:gd name="T13" fmla="*/ 2 h 383"/>
                <a:gd name="T14" fmla="*/ 3 w 628"/>
                <a:gd name="T15" fmla="*/ 2 h 383"/>
                <a:gd name="T16" fmla="*/ 3 w 628"/>
                <a:gd name="T17" fmla="*/ 2 h 383"/>
                <a:gd name="T18" fmla="*/ 2 w 628"/>
                <a:gd name="T19" fmla="*/ 2 h 383"/>
                <a:gd name="T20" fmla="*/ 2 w 628"/>
                <a:gd name="T21" fmla="*/ 2 h 383"/>
                <a:gd name="T22" fmla="*/ 2 w 628"/>
                <a:gd name="T23" fmla="*/ 1 h 383"/>
                <a:gd name="T24" fmla="*/ 2 w 628"/>
                <a:gd name="T25" fmla="*/ 1 h 383"/>
                <a:gd name="T26" fmla="*/ 1 w 628"/>
                <a:gd name="T27" fmla="*/ 1 h 383"/>
                <a:gd name="T28" fmla="*/ 1 w 628"/>
                <a:gd name="T29" fmla="*/ 1 h 383"/>
                <a:gd name="T30" fmla="*/ 1 w 628"/>
                <a:gd name="T31" fmla="*/ 1 h 383"/>
                <a:gd name="T32" fmla="*/ 1 w 628"/>
                <a:gd name="T33" fmla="*/ 0 h 383"/>
                <a:gd name="T34" fmla="*/ 1 w 628"/>
                <a:gd name="T35" fmla="*/ 0 h 383"/>
                <a:gd name="T36" fmla="*/ 0 w 628"/>
                <a:gd name="T37" fmla="*/ 0 h 383"/>
                <a:gd name="T38" fmla="*/ 0 w 628"/>
                <a:gd name="T39" fmla="*/ 1 h 383"/>
                <a:gd name="T40" fmla="*/ 0 w 628"/>
                <a:gd name="T41" fmla="*/ 1 h 383"/>
                <a:gd name="T42" fmla="*/ 1 w 628"/>
                <a:gd name="T43" fmla="*/ 1 h 383"/>
                <a:gd name="T44" fmla="*/ 1 w 628"/>
                <a:gd name="T45" fmla="*/ 1 h 383"/>
                <a:gd name="T46" fmla="*/ 1 w 628"/>
                <a:gd name="T47" fmla="*/ 2 h 383"/>
                <a:gd name="T48" fmla="*/ 1 w 628"/>
                <a:gd name="T49" fmla="*/ 2 h 383"/>
                <a:gd name="T50" fmla="*/ 2 w 628"/>
                <a:gd name="T51" fmla="*/ 2 h 383"/>
                <a:gd name="T52" fmla="*/ 2 w 628"/>
                <a:gd name="T53" fmla="*/ 2 h 383"/>
                <a:gd name="T54" fmla="*/ 2 w 628"/>
                <a:gd name="T55" fmla="*/ 2 h 383"/>
                <a:gd name="T56" fmla="*/ 3 w 628"/>
                <a:gd name="T57" fmla="*/ 3 h 383"/>
                <a:gd name="T58" fmla="*/ 3 w 628"/>
                <a:gd name="T59" fmla="*/ 3 h 383"/>
                <a:gd name="T60" fmla="*/ 3 w 628"/>
                <a:gd name="T61" fmla="*/ 3 h 383"/>
                <a:gd name="T62" fmla="*/ 4 w 628"/>
                <a:gd name="T63" fmla="*/ 3 h 383"/>
                <a:gd name="T64" fmla="*/ 4 w 628"/>
                <a:gd name="T65" fmla="*/ 3 h 383"/>
                <a:gd name="T66" fmla="*/ 4 w 628"/>
                <a:gd name="T67" fmla="*/ 3 h 383"/>
                <a:gd name="T68" fmla="*/ 5 w 628"/>
                <a:gd name="T69" fmla="*/ 3 h 383"/>
                <a:gd name="T70" fmla="*/ 5 w 628"/>
                <a:gd name="T71" fmla="*/ 3 h 383"/>
                <a:gd name="T72" fmla="*/ 5 w 628"/>
                <a:gd name="T73" fmla="*/ 3 h 383"/>
                <a:gd name="T74" fmla="*/ 5 w 628"/>
                <a:gd name="T75" fmla="*/ 3 h 383"/>
                <a:gd name="T76" fmla="*/ 5 w 628"/>
                <a:gd name="T77" fmla="*/ 3 h 383"/>
                <a:gd name="T78" fmla="*/ 5 w 628"/>
                <a:gd name="T79" fmla="*/ 3 h 383"/>
                <a:gd name="T80" fmla="*/ 5 w 628"/>
                <a:gd name="T81" fmla="*/ 3 h 383"/>
                <a:gd name="T82" fmla="*/ 5 w 628"/>
                <a:gd name="T83" fmla="*/ 3 h 383"/>
                <a:gd name="T84" fmla="*/ 5 w 628"/>
                <a:gd name="T85" fmla="*/ 2 h 383"/>
                <a:gd name="T86" fmla="*/ 5 w 628"/>
                <a:gd name="T87" fmla="*/ 2 h 383"/>
                <a:gd name="T88" fmla="*/ 5 w 628"/>
                <a:gd name="T89" fmla="*/ 2 h 383"/>
                <a:gd name="T90" fmla="*/ 5 w 628"/>
                <a:gd name="T91" fmla="*/ 2 h 38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628"/>
                <a:gd name="T139" fmla="*/ 0 h 383"/>
                <a:gd name="T140" fmla="*/ 628 w 628"/>
                <a:gd name="T141" fmla="*/ 383 h 38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628" h="383">
                  <a:moveTo>
                    <a:pt x="581" y="289"/>
                  </a:moveTo>
                  <a:lnTo>
                    <a:pt x="582" y="289"/>
                  </a:lnTo>
                  <a:lnTo>
                    <a:pt x="541" y="287"/>
                  </a:lnTo>
                  <a:lnTo>
                    <a:pt x="500" y="283"/>
                  </a:lnTo>
                  <a:lnTo>
                    <a:pt x="462" y="276"/>
                  </a:lnTo>
                  <a:lnTo>
                    <a:pt x="424" y="268"/>
                  </a:lnTo>
                  <a:lnTo>
                    <a:pt x="389" y="255"/>
                  </a:lnTo>
                  <a:lnTo>
                    <a:pt x="352" y="242"/>
                  </a:lnTo>
                  <a:lnTo>
                    <a:pt x="320" y="227"/>
                  </a:lnTo>
                  <a:lnTo>
                    <a:pt x="287" y="209"/>
                  </a:lnTo>
                  <a:lnTo>
                    <a:pt x="255" y="189"/>
                  </a:lnTo>
                  <a:lnTo>
                    <a:pt x="226" y="168"/>
                  </a:lnTo>
                  <a:lnTo>
                    <a:pt x="198" y="145"/>
                  </a:lnTo>
                  <a:lnTo>
                    <a:pt x="172" y="119"/>
                  </a:lnTo>
                  <a:lnTo>
                    <a:pt x="146" y="92"/>
                  </a:lnTo>
                  <a:lnTo>
                    <a:pt x="122" y="64"/>
                  </a:lnTo>
                  <a:lnTo>
                    <a:pt x="100" y="33"/>
                  </a:lnTo>
                  <a:lnTo>
                    <a:pt x="82" y="0"/>
                  </a:lnTo>
                  <a:lnTo>
                    <a:pt x="0" y="47"/>
                  </a:lnTo>
                  <a:lnTo>
                    <a:pt x="23" y="85"/>
                  </a:lnTo>
                  <a:lnTo>
                    <a:pt x="49" y="120"/>
                  </a:lnTo>
                  <a:lnTo>
                    <a:pt x="76" y="153"/>
                  </a:lnTo>
                  <a:lnTo>
                    <a:pt x="104" y="185"/>
                  </a:lnTo>
                  <a:lnTo>
                    <a:pt x="137" y="215"/>
                  </a:lnTo>
                  <a:lnTo>
                    <a:pt x="170" y="241"/>
                  </a:lnTo>
                  <a:lnTo>
                    <a:pt x="204" y="267"/>
                  </a:lnTo>
                  <a:lnTo>
                    <a:pt x="240" y="289"/>
                  </a:lnTo>
                  <a:lnTo>
                    <a:pt x="277" y="309"/>
                  </a:lnTo>
                  <a:lnTo>
                    <a:pt x="317" y="329"/>
                  </a:lnTo>
                  <a:lnTo>
                    <a:pt x="358" y="344"/>
                  </a:lnTo>
                  <a:lnTo>
                    <a:pt x="400" y="357"/>
                  </a:lnTo>
                  <a:lnTo>
                    <a:pt x="444" y="367"/>
                  </a:lnTo>
                  <a:lnTo>
                    <a:pt x="488" y="374"/>
                  </a:lnTo>
                  <a:lnTo>
                    <a:pt x="534" y="380"/>
                  </a:lnTo>
                  <a:lnTo>
                    <a:pt x="580" y="383"/>
                  </a:lnTo>
                  <a:lnTo>
                    <a:pt x="581" y="383"/>
                  </a:lnTo>
                  <a:lnTo>
                    <a:pt x="580" y="383"/>
                  </a:lnTo>
                  <a:lnTo>
                    <a:pt x="600" y="379"/>
                  </a:lnTo>
                  <a:lnTo>
                    <a:pt x="615" y="369"/>
                  </a:lnTo>
                  <a:lnTo>
                    <a:pt x="624" y="353"/>
                  </a:lnTo>
                  <a:lnTo>
                    <a:pt x="628" y="337"/>
                  </a:lnTo>
                  <a:lnTo>
                    <a:pt x="625" y="319"/>
                  </a:lnTo>
                  <a:lnTo>
                    <a:pt x="617" y="304"/>
                  </a:lnTo>
                  <a:lnTo>
                    <a:pt x="602" y="294"/>
                  </a:lnTo>
                  <a:lnTo>
                    <a:pt x="582" y="289"/>
                  </a:lnTo>
                  <a:lnTo>
                    <a:pt x="581" y="28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7952" name="Freeform 30"/>
            <p:cNvSpPr>
              <a:spLocks/>
            </p:cNvSpPr>
            <p:nvPr/>
          </p:nvSpPr>
          <p:spPr bwMode="auto">
            <a:xfrm>
              <a:off x="1587" y="1880"/>
              <a:ext cx="85" cy="49"/>
            </a:xfrm>
            <a:custGeom>
              <a:avLst/>
              <a:gdLst>
                <a:gd name="T0" fmla="*/ 3 w 426"/>
                <a:gd name="T1" fmla="*/ 0 h 245"/>
                <a:gd name="T2" fmla="*/ 3 w 426"/>
                <a:gd name="T3" fmla="*/ 0 h 245"/>
                <a:gd name="T4" fmla="*/ 3 w 426"/>
                <a:gd name="T5" fmla="*/ 0 h 245"/>
                <a:gd name="T6" fmla="*/ 3 w 426"/>
                <a:gd name="T7" fmla="*/ 0 h 245"/>
                <a:gd name="T8" fmla="*/ 2 w 426"/>
                <a:gd name="T9" fmla="*/ 0 h 245"/>
                <a:gd name="T10" fmla="*/ 2 w 426"/>
                <a:gd name="T11" fmla="*/ 0 h 245"/>
                <a:gd name="T12" fmla="*/ 2 w 426"/>
                <a:gd name="T13" fmla="*/ 0 h 245"/>
                <a:gd name="T14" fmla="*/ 2 w 426"/>
                <a:gd name="T15" fmla="*/ 0 h 245"/>
                <a:gd name="T16" fmla="*/ 1 w 426"/>
                <a:gd name="T17" fmla="*/ 0 h 245"/>
                <a:gd name="T18" fmla="*/ 1 w 426"/>
                <a:gd name="T19" fmla="*/ 1 h 245"/>
                <a:gd name="T20" fmla="*/ 1 w 426"/>
                <a:gd name="T21" fmla="*/ 1 h 245"/>
                <a:gd name="T22" fmla="*/ 1 w 426"/>
                <a:gd name="T23" fmla="*/ 1 h 245"/>
                <a:gd name="T24" fmla="*/ 0 w 426"/>
                <a:gd name="T25" fmla="*/ 1 h 245"/>
                <a:gd name="T26" fmla="*/ 0 w 426"/>
                <a:gd name="T27" fmla="*/ 1 h 245"/>
                <a:gd name="T28" fmla="*/ 0 w 426"/>
                <a:gd name="T29" fmla="*/ 1 h 245"/>
                <a:gd name="T30" fmla="*/ 0 w 426"/>
                <a:gd name="T31" fmla="*/ 2 h 245"/>
                <a:gd name="T32" fmla="*/ 0 w 426"/>
                <a:gd name="T33" fmla="*/ 2 h 245"/>
                <a:gd name="T34" fmla="*/ 0 w 426"/>
                <a:gd name="T35" fmla="*/ 2 h 245"/>
                <a:gd name="T36" fmla="*/ 0 w 426"/>
                <a:gd name="T37" fmla="*/ 2 h 245"/>
                <a:gd name="T38" fmla="*/ 0 w 426"/>
                <a:gd name="T39" fmla="*/ 2 h 245"/>
                <a:gd name="T40" fmla="*/ 0 w 426"/>
                <a:gd name="T41" fmla="*/ 2 h 245"/>
                <a:gd name="T42" fmla="*/ 0 w 426"/>
                <a:gd name="T43" fmla="*/ 1 h 245"/>
                <a:gd name="T44" fmla="*/ 0 w 426"/>
                <a:gd name="T45" fmla="*/ 1 h 245"/>
                <a:gd name="T46" fmla="*/ 0 w 426"/>
                <a:gd name="T47" fmla="*/ 1 h 245"/>
                <a:gd name="T48" fmla="*/ 1 w 426"/>
                <a:gd name="T49" fmla="*/ 1 h 245"/>
                <a:gd name="T50" fmla="*/ 1 w 426"/>
                <a:gd name="T51" fmla="*/ 1 h 245"/>
                <a:gd name="T52" fmla="*/ 1 w 426"/>
                <a:gd name="T53" fmla="*/ 1 h 245"/>
                <a:gd name="T54" fmla="*/ 1 w 426"/>
                <a:gd name="T55" fmla="*/ 1 h 245"/>
                <a:gd name="T56" fmla="*/ 2 w 426"/>
                <a:gd name="T57" fmla="*/ 0 h 245"/>
                <a:gd name="T58" fmla="*/ 2 w 426"/>
                <a:gd name="T59" fmla="*/ 0 h 245"/>
                <a:gd name="T60" fmla="*/ 2 w 426"/>
                <a:gd name="T61" fmla="*/ 0 h 245"/>
                <a:gd name="T62" fmla="*/ 2 w 426"/>
                <a:gd name="T63" fmla="*/ 0 h 245"/>
                <a:gd name="T64" fmla="*/ 3 w 426"/>
                <a:gd name="T65" fmla="*/ 0 h 245"/>
                <a:gd name="T66" fmla="*/ 3 w 426"/>
                <a:gd name="T67" fmla="*/ 0 h 245"/>
                <a:gd name="T68" fmla="*/ 3 w 426"/>
                <a:gd name="T69" fmla="*/ 0 h 245"/>
                <a:gd name="T70" fmla="*/ 3 w 426"/>
                <a:gd name="T71" fmla="*/ 0 h 245"/>
                <a:gd name="T72" fmla="*/ 3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426" y="0"/>
                  </a:moveTo>
                  <a:lnTo>
                    <a:pt x="426" y="0"/>
                  </a:lnTo>
                  <a:lnTo>
                    <a:pt x="384" y="1"/>
                  </a:lnTo>
                  <a:lnTo>
                    <a:pt x="340" y="4"/>
                  </a:lnTo>
                  <a:lnTo>
                    <a:pt x="300" y="10"/>
                  </a:lnTo>
                  <a:lnTo>
                    <a:pt x="262" y="18"/>
                  </a:lnTo>
                  <a:lnTo>
                    <a:pt x="224" y="29"/>
                  </a:lnTo>
                  <a:lnTo>
                    <a:pt x="189" y="41"/>
                  </a:lnTo>
                  <a:lnTo>
                    <a:pt x="157" y="55"/>
                  </a:lnTo>
                  <a:lnTo>
                    <a:pt x="126" y="70"/>
                  </a:lnTo>
                  <a:lnTo>
                    <a:pt x="99" y="89"/>
                  </a:lnTo>
                  <a:lnTo>
                    <a:pt x="74" y="106"/>
                  </a:lnTo>
                  <a:lnTo>
                    <a:pt x="52" y="126"/>
                  </a:lnTo>
                  <a:lnTo>
                    <a:pt x="34" y="148"/>
                  </a:lnTo>
                  <a:lnTo>
                    <a:pt x="19" y="171"/>
                  </a:lnTo>
                  <a:lnTo>
                    <a:pt x="9" y="194"/>
                  </a:lnTo>
                  <a:lnTo>
                    <a:pt x="3" y="219"/>
                  </a:lnTo>
                  <a:lnTo>
                    <a:pt x="0" y="245"/>
                  </a:lnTo>
                  <a:lnTo>
                    <a:pt x="12" y="245"/>
                  </a:lnTo>
                  <a:lnTo>
                    <a:pt x="15" y="221"/>
                  </a:lnTo>
                  <a:lnTo>
                    <a:pt x="20" y="199"/>
                  </a:lnTo>
                  <a:lnTo>
                    <a:pt x="31" y="178"/>
                  </a:lnTo>
                  <a:lnTo>
                    <a:pt x="44" y="156"/>
                  </a:lnTo>
                  <a:lnTo>
                    <a:pt x="61" y="136"/>
                  </a:lnTo>
                  <a:lnTo>
                    <a:pt x="81" y="116"/>
                  </a:lnTo>
                  <a:lnTo>
                    <a:pt x="106" y="98"/>
                  </a:lnTo>
                  <a:lnTo>
                    <a:pt x="133" y="82"/>
                  </a:lnTo>
                  <a:lnTo>
                    <a:pt x="162" y="66"/>
                  </a:lnTo>
                  <a:lnTo>
                    <a:pt x="194" y="52"/>
                  </a:lnTo>
                  <a:lnTo>
                    <a:pt x="229" y="41"/>
                  </a:lnTo>
                  <a:lnTo>
                    <a:pt x="264" y="30"/>
                  </a:lnTo>
                  <a:lnTo>
                    <a:pt x="303" y="22"/>
                  </a:lnTo>
                  <a:lnTo>
                    <a:pt x="343" y="16"/>
                  </a:lnTo>
                  <a:lnTo>
                    <a:pt x="384" y="12"/>
                  </a:lnTo>
                  <a:lnTo>
                    <a:pt x="426" y="11"/>
                  </a:lnTo>
                  <a:lnTo>
                    <a:pt x="42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7953" name="Freeform 31"/>
            <p:cNvSpPr>
              <a:spLocks/>
            </p:cNvSpPr>
            <p:nvPr/>
          </p:nvSpPr>
          <p:spPr bwMode="auto">
            <a:xfrm>
              <a:off x="1587" y="1929"/>
              <a:ext cx="85" cy="49"/>
            </a:xfrm>
            <a:custGeom>
              <a:avLst/>
              <a:gdLst>
                <a:gd name="T0" fmla="*/ 0 w 426"/>
                <a:gd name="T1" fmla="*/ 0 h 245"/>
                <a:gd name="T2" fmla="*/ 0 w 426"/>
                <a:gd name="T3" fmla="*/ 0 h 245"/>
                <a:gd name="T4" fmla="*/ 0 w 426"/>
                <a:gd name="T5" fmla="*/ 0 h 245"/>
                <a:gd name="T6" fmla="*/ 0 w 426"/>
                <a:gd name="T7" fmla="*/ 0 h 245"/>
                <a:gd name="T8" fmla="*/ 0 w 426"/>
                <a:gd name="T9" fmla="*/ 1 h 245"/>
                <a:gd name="T10" fmla="*/ 0 w 426"/>
                <a:gd name="T11" fmla="*/ 1 h 245"/>
                <a:gd name="T12" fmla="*/ 0 w 426"/>
                <a:gd name="T13" fmla="*/ 1 h 245"/>
                <a:gd name="T14" fmla="*/ 1 w 426"/>
                <a:gd name="T15" fmla="*/ 1 h 245"/>
                <a:gd name="T16" fmla="*/ 1 w 426"/>
                <a:gd name="T17" fmla="*/ 1 h 245"/>
                <a:gd name="T18" fmla="*/ 1 w 426"/>
                <a:gd name="T19" fmla="*/ 1 h 245"/>
                <a:gd name="T20" fmla="*/ 1 w 426"/>
                <a:gd name="T21" fmla="*/ 2 h 245"/>
                <a:gd name="T22" fmla="*/ 2 w 426"/>
                <a:gd name="T23" fmla="*/ 2 h 245"/>
                <a:gd name="T24" fmla="*/ 2 w 426"/>
                <a:gd name="T25" fmla="*/ 2 h 245"/>
                <a:gd name="T26" fmla="*/ 2 w 426"/>
                <a:gd name="T27" fmla="*/ 2 h 245"/>
                <a:gd name="T28" fmla="*/ 2 w 426"/>
                <a:gd name="T29" fmla="*/ 2 h 245"/>
                <a:gd name="T30" fmla="*/ 3 w 426"/>
                <a:gd name="T31" fmla="*/ 2 h 245"/>
                <a:gd name="T32" fmla="*/ 3 w 426"/>
                <a:gd name="T33" fmla="*/ 2 h 245"/>
                <a:gd name="T34" fmla="*/ 3 w 426"/>
                <a:gd name="T35" fmla="*/ 2 h 245"/>
                <a:gd name="T36" fmla="*/ 3 w 426"/>
                <a:gd name="T37" fmla="*/ 2 h 245"/>
                <a:gd name="T38" fmla="*/ 3 w 426"/>
                <a:gd name="T39" fmla="*/ 2 h 245"/>
                <a:gd name="T40" fmla="*/ 3 w 426"/>
                <a:gd name="T41" fmla="*/ 2 h 245"/>
                <a:gd name="T42" fmla="*/ 2 w 426"/>
                <a:gd name="T43" fmla="*/ 2 h 245"/>
                <a:gd name="T44" fmla="*/ 2 w 426"/>
                <a:gd name="T45" fmla="*/ 2 h 245"/>
                <a:gd name="T46" fmla="*/ 2 w 426"/>
                <a:gd name="T47" fmla="*/ 2 h 245"/>
                <a:gd name="T48" fmla="*/ 2 w 426"/>
                <a:gd name="T49" fmla="*/ 2 h 245"/>
                <a:gd name="T50" fmla="*/ 1 w 426"/>
                <a:gd name="T51" fmla="*/ 1 h 245"/>
                <a:gd name="T52" fmla="*/ 1 w 426"/>
                <a:gd name="T53" fmla="*/ 1 h 245"/>
                <a:gd name="T54" fmla="*/ 1 w 426"/>
                <a:gd name="T55" fmla="*/ 1 h 245"/>
                <a:gd name="T56" fmla="*/ 1 w 426"/>
                <a:gd name="T57" fmla="*/ 1 h 245"/>
                <a:gd name="T58" fmla="*/ 0 w 426"/>
                <a:gd name="T59" fmla="*/ 1 h 245"/>
                <a:gd name="T60" fmla="*/ 0 w 426"/>
                <a:gd name="T61" fmla="*/ 1 h 245"/>
                <a:gd name="T62" fmla="*/ 0 w 426"/>
                <a:gd name="T63" fmla="*/ 1 h 245"/>
                <a:gd name="T64" fmla="*/ 0 w 426"/>
                <a:gd name="T65" fmla="*/ 0 h 245"/>
                <a:gd name="T66" fmla="*/ 0 w 426"/>
                <a:gd name="T67" fmla="*/ 0 h 245"/>
                <a:gd name="T68" fmla="*/ 0 w 426"/>
                <a:gd name="T69" fmla="*/ 0 h 245"/>
                <a:gd name="T70" fmla="*/ 0 w 426"/>
                <a:gd name="T71" fmla="*/ 0 h 245"/>
                <a:gd name="T72" fmla="*/ 0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0" y="0"/>
                  </a:moveTo>
                  <a:lnTo>
                    <a:pt x="0" y="0"/>
                  </a:lnTo>
                  <a:lnTo>
                    <a:pt x="3" y="25"/>
                  </a:lnTo>
                  <a:lnTo>
                    <a:pt x="9" y="50"/>
                  </a:lnTo>
                  <a:lnTo>
                    <a:pt x="19" y="73"/>
                  </a:lnTo>
                  <a:lnTo>
                    <a:pt x="34" y="96"/>
                  </a:lnTo>
                  <a:lnTo>
                    <a:pt x="52" y="118"/>
                  </a:lnTo>
                  <a:lnTo>
                    <a:pt x="74" y="138"/>
                  </a:lnTo>
                  <a:lnTo>
                    <a:pt x="99" y="156"/>
                  </a:lnTo>
                  <a:lnTo>
                    <a:pt x="126" y="174"/>
                  </a:lnTo>
                  <a:lnTo>
                    <a:pt x="157" y="190"/>
                  </a:lnTo>
                  <a:lnTo>
                    <a:pt x="189" y="204"/>
                  </a:lnTo>
                  <a:lnTo>
                    <a:pt x="224" y="215"/>
                  </a:lnTo>
                  <a:lnTo>
                    <a:pt x="262" y="226"/>
                  </a:lnTo>
                  <a:lnTo>
                    <a:pt x="300" y="234"/>
                  </a:lnTo>
                  <a:lnTo>
                    <a:pt x="340" y="240"/>
                  </a:lnTo>
                  <a:lnTo>
                    <a:pt x="384" y="244"/>
                  </a:lnTo>
                  <a:lnTo>
                    <a:pt x="426" y="245"/>
                  </a:lnTo>
                  <a:lnTo>
                    <a:pt x="426" y="233"/>
                  </a:lnTo>
                  <a:lnTo>
                    <a:pt x="384" y="232"/>
                  </a:lnTo>
                  <a:lnTo>
                    <a:pt x="343" y="228"/>
                  </a:lnTo>
                  <a:lnTo>
                    <a:pt x="303" y="222"/>
                  </a:lnTo>
                  <a:lnTo>
                    <a:pt x="264" y="214"/>
                  </a:lnTo>
                  <a:lnTo>
                    <a:pt x="229" y="204"/>
                  </a:lnTo>
                  <a:lnTo>
                    <a:pt x="194" y="192"/>
                  </a:lnTo>
                  <a:lnTo>
                    <a:pt x="162" y="178"/>
                  </a:lnTo>
                  <a:lnTo>
                    <a:pt x="133" y="163"/>
                  </a:lnTo>
                  <a:lnTo>
                    <a:pt x="106" y="146"/>
                  </a:lnTo>
                  <a:lnTo>
                    <a:pt x="81" y="129"/>
                  </a:lnTo>
                  <a:lnTo>
                    <a:pt x="61" y="109"/>
                  </a:lnTo>
                  <a:lnTo>
                    <a:pt x="44" y="89"/>
                  </a:lnTo>
                  <a:lnTo>
                    <a:pt x="31" y="66"/>
                  </a:lnTo>
                  <a:lnTo>
                    <a:pt x="20" y="45"/>
                  </a:lnTo>
                  <a:lnTo>
                    <a:pt x="15" y="2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7954" name="Freeform 32"/>
            <p:cNvSpPr>
              <a:spLocks/>
            </p:cNvSpPr>
            <p:nvPr/>
          </p:nvSpPr>
          <p:spPr bwMode="auto">
            <a:xfrm>
              <a:off x="878" y="1448"/>
              <a:ext cx="792" cy="954"/>
            </a:xfrm>
            <a:custGeom>
              <a:avLst/>
              <a:gdLst>
                <a:gd name="T0" fmla="*/ 13 w 3960"/>
                <a:gd name="T1" fmla="*/ 38 h 4768"/>
                <a:gd name="T2" fmla="*/ 14 w 3960"/>
                <a:gd name="T3" fmla="*/ 38 h 4768"/>
                <a:gd name="T4" fmla="*/ 15 w 3960"/>
                <a:gd name="T5" fmla="*/ 38 h 4768"/>
                <a:gd name="T6" fmla="*/ 15 w 3960"/>
                <a:gd name="T7" fmla="*/ 38 h 4768"/>
                <a:gd name="T8" fmla="*/ 16 w 3960"/>
                <a:gd name="T9" fmla="*/ 38 h 4768"/>
                <a:gd name="T10" fmla="*/ 17 w 3960"/>
                <a:gd name="T11" fmla="*/ 38 h 4768"/>
                <a:gd name="T12" fmla="*/ 17 w 3960"/>
                <a:gd name="T13" fmla="*/ 38 h 4768"/>
                <a:gd name="T14" fmla="*/ 18 w 3960"/>
                <a:gd name="T15" fmla="*/ 38 h 4768"/>
                <a:gd name="T16" fmla="*/ 18 w 3960"/>
                <a:gd name="T17" fmla="*/ 38 h 4768"/>
                <a:gd name="T18" fmla="*/ 29 w 3960"/>
                <a:gd name="T19" fmla="*/ 30 h 4768"/>
                <a:gd name="T20" fmla="*/ 30 w 3960"/>
                <a:gd name="T21" fmla="*/ 30 h 4768"/>
                <a:gd name="T22" fmla="*/ 30 w 3960"/>
                <a:gd name="T23" fmla="*/ 29 h 4768"/>
                <a:gd name="T24" fmla="*/ 31 w 3960"/>
                <a:gd name="T25" fmla="*/ 28 h 4768"/>
                <a:gd name="T26" fmla="*/ 31 w 3960"/>
                <a:gd name="T27" fmla="*/ 28 h 4768"/>
                <a:gd name="T28" fmla="*/ 31 w 3960"/>
                <a:gd name="T29" fmla="*/ 27 h 4768"/>
                <a:gd name="T30" fmla="*/ 32 w 3960"/>
                <a:gd name="T31" fmla="*/ 26 h 4768"/>
                <a:gd name="T32" fmla="*/ 32 w 3960"/>
                <a:gd name="T33" fmla="*/ 25 h 4768"/>
                <a:gd name="T34" fmla="*/ 32 w 3960"/>
                <a:gd name="T35" fmla="*/ 11 h 4768"/>
                <a:gd name="T36" fmla="*/ 32 w 3960"/>
                <a:gd name="T37" fmla="*/ 10 h 4768"/>
                <a:gd name="T38" fmla="*/ 31 w 3960"/>
                <a:gd name="T39" fmla="*/ 9 h 4768"/>
                <a:gd name="T40" fmla="*/ 31 w 3960"/>
                <a:gd name="T41" fmla="*/ 9 h 4768"/>
                <a:gd name="T42" fmla="*/ 31 w 3960"/>
                <a:gd name="T43" fmla="*/ 8 h 4768"/>
                <a:gd name="T44" fmla="*/ 31 w 3960"/>
                <a:gd name="T45" fmla="*/ 8 h 4768"/>
                <a:gd name="T46" fmla="*/ 30 w 3960"/>
                <a:gd name="T47" fmla="*/ 7 h 4768"/>
                <a:gd name="T48" fmla="*/ 30 w 3960"/>
                <a:gd name="T49" fmla="*/ 7 h 4768"/>
                <a:gd name="T50" fmla="*/ 29 w 3960"/>
                <a:gd name="T51" fmla="*/ 6 h 4768"/>
                <a:gd name="T52" fmla="*/ 19 w 3960"/>
                <a:gd name="T53" fmla="*/ 1 h 4768"/>
                <a:gd name="T54" fmla="*/ 18 w 3960"/>
                <a:gd name="T55" fmla="*/ 0 h 4768"/>
                <a:gd name="T56" fmla="*/ 17 w 3960"/>
                <a:gd name="T57" fmla="*/ 0 h 4768"/>
                <a:gd name="T58" fmla="*/ 17 w 3960"/>
                <a:gd name="T59" fmla="*/ 0 h 4768"/>
                <a:gd name="T60" fmla="*/ 16 w 3960"/>
                <a:gd name="T61" fmla="*/ 0 h 4768"/>
                <a:gd name="T62" fmla="*/ 15 w 3960"/>
                <a:gd name="T63" fmla="*/ 0 h 4768"/>
                <a:gd name="T64" fmla="*/ 14 w 3960"/>
                <a:gd name="T65" fmla="*/ 0 h 4768"/>
                <a:gd name="T66" fmla="*/ 14 w 3960"/>
                <a:gd name="T67" fmla="*/ 0 h 4768"/>
                <a:gd name="T68" fmla="*/ 2 w 3960"/>
                <a:gd name="T69" fmla="*/ 6 h 4768"/>
                <a:gd name="T70" fmla="*/ 2 w 3960"/>
                <a:gd name="T71" fmla="*/ 7 h 4768"/>
                <a:gd name="T72" fmla="*/ 1 w 3960"/>
                <a:gd name="T73" fmla="*/ 7 h 4768"/>
                <a:gd name="T74" fmla="*/ 1 w 3960"/>
                <a:gd name="T75" fmla="*/ 8 h 4768"/>
                <a:gd name="T76" fmla="*/ 1 w 3960"/>
                <a:gd name="T77" fmla="*/ 8 h 4768"/>
                <a:gd name="T78" fmla="*/ 0 w 3960"/>
                <a:gd name="T79" fmla="*/ 9 h 4768"/>
                <a:gd name="T80" fmla="*/ 0 w 3960"/>
                <a:gd name="T81" fmla="*/ 9 h 4768"/>
                <a:gd name="T82" fmla="*/ 0 w 3960"/>
                <a:gd name="T83" fmla="*/ 10 h 4768"/>
                <a:gd name="T84" fmla="*/ 0 w 3960"/>
                <a:gd name="T85" fmla="*/ 11 h 4768"/>
                <a:gd name="T86" fmla="*/ 0 w 3960"/>
                <a:gd name="T87" fmla="*/ 25 h 4768"/>
                <a:gd name="T88" fmla="*/ 0 w 3960"/>
                <a:gd name="T89" fmla="*/ 26 h 4768"/>
                <a:gd name="T90" fmla="*/ 0 w 3960"/>
                <a:gd name="T91" fmla="*/ 27 h 4768"/>
                <a:gd name="T92" fmla="*/ 1 w 3960"/>
                <a:gd name="T93" fmla="*/ 28 h 4768"/>
                <a:gd name="T94" fmla="*/ 1 w 3960"/>
                <a:gd name="T95" fmla="*/ 29 h 4768"/>
                <a:gd name="T96" fmla="*/ 1 w 3960"/>
                <a:gd name="T97" fmla="*/ 29 h 4768"/>
                <a:gd name="T98" fmla="*/ 2 w 3960"/>
                <a:gd name="T99" fmla="*/ 30 h 4768"/>
                <a:gd name="T100" fmla="*/ 3 w 3960"/>
                <a:gd name="T101" fmla="*/ 31 h 4768"/>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w 3960"/>
                <a:gd name="T154" fmla="*/ 0 h 4768"/>
                <a:gd name="T155" fmla="*/ 3960 w 3960"/>
                <a:gd name="T156" fmla="*/ 4768 h 4768"/>
              </a:gdLst>
              <a:ahLst/>
              <a:cxnLst>
                <a:cxn ang="T102">
                  <a:pos x="T0" y="T1"/>
                </a:cxn>
                <a:cxn ang="T103">
                  <a:pos x="T2" y="T3"/>
                </a:cxn>
                <a:cxn ang="T104">
                  <a:pos x="T4" y="T5"/>
                </a:cxn>
                <a:cxn ang="T105">
                  <a:pos x="T6" y="T7"/>
                </a:cxn>
                <a:cxn ang="T106">
                  <a:pos x="T8" y="T9"/>
                </a:cxn>
                <a:cxn ang="T107">
                  <a:pos x="T10" y="T11"/>
                </a:cxn>
                <a:cxn ang="T108">
                  <a:pos x="T12" y="T13"/>
                </a:cxn>
                <a:cxn ang="T109">
                  <a:pos x="T14" y="T15"/>
                </a:cxn>
                <a:cxn ang="T110">
                  <a:pos x="T16" y="T17"/>
                </a:cxn>
                <a:cxn ang="T111">
                  <a:pos x="T18" y="T19"/>
                </a:cxn>
                <a:cxn ang="T112">
                  <a:pos x="T20" y="T21"/>
                </a:cxn>
                <a:cxn ang="T113">
                  <a:pos x="T22" y="T23"/>
                </a:cxn>
                <a:cxn ang="T114">
                  <a:pos x="T24" y="T25"/>
                </a:cxn>
                <a:cxn ang="T115">
                  <a:pos x="T26" y="T27"/>
                </a:cxn>
                <a:cxn ang="T116">
                  <a:pos x="T28" y="T29"/>
                </a:cxn>
                <a:cxn ang="T117">
                  <a:pos x="T30" y="T31"/>
                </a:cxn>
                <a:cxn ang="T118">
                  <a:pos x="T32" y="T33"/>
                </a:cxn>
                <a:cxn ang="T119">
                  <a:pos x="T34" y="T35"/>
                </a:cxn>
                <a:cxn ang="T120">
                  <a:pos x="T36" y="T37"/>
                </a:cxn>
                <a:cxn ang="T121">
                  <a:pos x="T38" y="T39"/>
                </a:cxn>
                <a:cxn ang="T122">
                  <a:pos x="T40" y="T41"/>
                </a:cxn>
                <a:cxn ang="T123">
                  <a:pos x="T42" y="T43"/>
                </a:cxn>
                <a:cxn ang="T124">
                  <a:pos x="T44" y="T45"/>
                </a:cxn>
                <a:cxn ang="T125">
                  <a:pos x="T46" y="T47"/>
                </a:cxn>
                <a:cxn ang="T126">
                  <a:pos x="T48" y="T49"/>
                </a:cxn>
                <a:cxn ang="T127">
                  <a:pos x="T50" y="T51"/>
                </a:cxn>
                <a:cxn ang="T128">
                  <a:pos x="T52" y="T53"/>
                </a:cxn>
                <a:cxn ang="T129">
                  <a:pos x="T54" y="T55"/>
                </a:cxn>
                <a:cxn ang="T130">
                  <a:pos x="T56" y="T57"/>
                </a:cxn>
                <a:cxn ang="T131">
                  <a:pos x="T58" y="T59"/>
                </a:cxn>
                <a:cxn ang="T132">
                  <a:pos x="T60" y="T61"/>
                </a:cxn>
                <a:cxn ang="T133">
                  <a:pos x="T62" y="T63"/>
                </a:cxn>
                <a:cxn ang="T134">
                  <a:pos x="T64" y="T65"/>
                </a:cxn>
                <a:cxn ang="T135">
                  <a:pos x="T66" y="T67"/>
                </a:cxn>
                <a:cxn ang="T136">
                  <a:pos x="T68" y="T69"/>
                </a:cxn>
                <a:cxn ang="T137">
                  <a:pos x="T70" y="T71"/>
                </a:cxn>
                <a:cxn ang="T138">
                  <a:pos x="T72" y="T73"/>
                </a:cxn>
                <a:cxn ang="T139">
                  <a:pos x="T74" y="T75"/>
                </a:cxn>
                <a:cxn ang="T140">
                  <a:pos x="T76" y="T77"/>
                </a:cxn>
                <a:cxn ang="T141">
                  <a:pos x="T78" y="T79"/>
                </a:cxn>
                <a:cxn ang="T142">
                  <a:pos x="T80" y="T81"/>
                </a:cxn>
                <a:cxn ang="T143">
                  <a:pos x="T82" y="T83"/>
                </a:cxn>
                <a:cxn ang="T144">
                  <a:pos x="T84" y="T85"/>
                </a:cxn>
                <a:cxn ang="T145">
                  <a:pos x="T86" y="T87"/>
                </a:cxn>
                <a:cxn ang="T146">
                  <a:pos x="T88" y="T89"/>
                </a:cxn>
                <a:cxn ang="T147">
                  <a:pos x="T90" y="T91"/>
                </a:cxn>
                <a:cxn ang="T148">
                  <a:pos x="T92" y="T93"/>
                </a:cxn>
                <a:cxn ang="T149">
                  <a:pos x="T94" y="T95"/>
                </a:cxn>
                <a:cxn ang="T150">
                  <a:pos x="T96" y="T97"/>
                </a:cxn>
                <a:cxn ang="T151">
                  <a:pos x="T98" y="T99"/>
                </a:cxn>
                <a:cxn ang="T152">
                  <a:pos x="T100" y="T101"/>
                </a:cxn>
              </a:cxnLst>
              <a:rect l="T153" t="T154" r="T155" b="T156"/>
              <a:pathLst>
                <a:path w="3960" h="4768">
                  <a:moveTo>
                    <a:pt x="353" y="3849"/>
                  </a:moveTo>
                  <a:lnTo>
                    <a:pt x="1661" y="4700"/>
                  </a:lnTo>
                  <a:lnTo>
                    <a:pt x="1697" y="4717"/>
                  </a:lnTo>
                  <a:lnTo>
                    <a:pt x="1736" y="4731"/>
                  </a:lnTo>
                  <a:lnTo>
                    <a:pt x="1776" y="4742"/>
                  </a:lnTo>
                  <a:lnTo>
                    <a:pt x="1818" y="4753"/>
                  </a:lnTo>
                  <a:lnTo>
                    <a:pt x="1860" y="4760"/>
                  </a:lnTo>
                  <a:lnTo>
                    <a:pt x="1902" y="4765"/>
                  </a:lnTo>
                  <a:lnTo>
                    <a:pt x="1946" y="4768"/>
                  </a:lnTo>
                  <a:lnTo>
                    <a:pt x="1988" y="4768"/>
                  </a:lnTo>
                  <a:lnTo>
                    <a:pt x="2031" y="4767"/>
                  </a:lnTo>
                  <a:lnTo>
                    <a:pt x="2073" y="4763"/>
                  </a:lnTo>
                  <a:lnTo>
                    <a:pt x="2114" y="4758"/>
                  </a:lnTo>
                  <a:lnTo>
                    <a:pt x="2154" y="4751"/>
                  </a:lnTo>
                  <a:lnTo>
                    <a:pt x="2193" y="4740"/>
                  </a:lnTo>
                  <a:lnTo>
                    <a:pt x="2230" y="4729"/>
                  </a:lnTo>
                  <a:lnTo>
                    <a:pt x="2264" y="4715"/>
                  </a:lnTo>
                  <a:lnTo>
                    <a:pt x="2297" y="4700"/>
                  </a:lnTo>
                  <a:lnTo>
                    <a:pt x="3639" y="3825"/>
                  </a:lnTo>
                  <a:lnTo>
                    <a:pt x="3673" y="3795"/>
                  </a:lnTo>
                  <a:lnTo>
                    <a:pt x="3707" y="3761"/>
                  </a:lnTo>
                  <a:lnTo>
                    <a:pt x="3738" y="3725"/>
                  </a:lnTo>
                  <a:lnTo>
                    <a:pt x="3768" y="3685"/>
                  </a:lnTo>
                  <a:lnTo>
                    <a:pt x="3796" y="3644"/>
                  </a:lnTo>
                  <a:lnTo>
                    <a:pt x="3821" y="3599"/>
                  </a:lnTo>
                  <a:lnTo>
                    <a:pt x="3846" y="3553"/>
                  </a:lnTo>
                  <a:lnTo>
                    <a:pt x="3868" y="3505"/>
                  </a:lnTo>
                  <a:lnTo>
                    <a:pt x="3888" y="3456"/>
                  </a:lnTo>
                  <a:lnTo>
                    <a:pt x="3907" y="3406"/>
                  </a:lnTo>
                  <a:lnTo>
                    <a:pt x="3922" y="3354"/>
                  </a:lnTo>
                  <a:lnTo>
                    <a:pt x="3935" y="3303"/>
                  </a:lnTo>
                  <a:lnTo>
                    <a:pt x="3946" y="3250"/>
                  </a:lnTo>
                  <a:lnTo>
                    <a:pt x="3953" y="3197"/>
                  </a:lnTo>
                  <a:lnTo>
                    <a:pt x="3957" y="3144"/>
                  </a:lnTo>
                  <a:lnTo>
                    <a:pt x="3960" y="3092"/>
                  </a:lnTo>
                  <a:lnTo>
                    <a:pt x="3959" y="1313"/>
                  </a:lnTo>
                  <a:lnTo>
                    <a:pt x="3955" y="1271"/>
                  </a:lnTo>
                  <a:lnTo>
                    <a:pt x="3949" y="1229"/>
                  </a:lnTo>
                  <a:lnTo>
                    <a:pt x="3941" y="1189"/>
                  </a:lnTo>
                  <a:lnTo>
                    <a:pt x="3930" y="1149"/>
                  </a:lnTo>
                  <a:lnTo>
                    <a:pt x="3918" y="1111"/>
                  </a:lnTo>
                  <a:lnTo>
                    <a:pt x="3902" y="1075"/>
                  </a:lnTo>
                  <a:lnTo>
                    <a:pt x="3886" y="1040"/>
                  </a:lnTo>
                  <a:lnTo>
                    <a:pt x="3867" y="1006"/>
                  </a:lnTo>
                  <a:lnTo>
                    <a:pt x="3846" y="973"/>
                  </a:lnTo>
                  <a:lnTo>
                    <a:pt x="3823" y="942"/>
                  </a:lnTo>
                  <a:lnTo>
                    <a:pt x="3798" y="913"/>
                  </a:lnTo>
                  <a:lnTo>
                    <a:pt x="3771" y="886"/>
                  </a:lnTo>
                  <a:lnTo>
                    <a:pt x="3743" y="860"/>
                  </a:lnTo>
                  <a:lnTo>
                    <a:pt x="3714" y="837"/>
                  </a:lnTo>
                  <a:lnTo>
                    <a:pt x="3682" y="816"/>
                  </a:lnTo>
                  <a:lnTo>
                    <a:pt x="3649" y="796"/>
                  </a:lnTo>
                  <a:lnTo>
                    <a:pt x="2386" y="83"/>
                  </a:lnTo>
                  <a:lnTo>
                    <a:pt x="2350" y="65"/>
                  </a:lnTo>
                  <a:lnTo>
                    <a:pt x="2310" y="50"/>
                  </a:lnTo>
                  <a:lnTo>
                    <a:pt x="2268" y="36"/>
                  </a:lnTo>
                  <a:lnTo>
                    <a:pt x="2223" y="24"/>
                  </a:lnTo>
                  <a:lnTo>
                    <a:pt x="2178" y="15"/>
                  </a:lnTo>
                  <a:lnTo>
                    <a:pt x="2131" y="8"/>
                  </a:lnTo>
                  <a:lnTo>
                    <a:pt x="2082" y="3"/>
                  </a:lnTo>
                  <a:lnTo>
                    <a:pt x="2032" y="0"/>
                  </a:lnTo>
                  <a:lnTo>
                    <a:pt x="1982" y="1"/>
                  </a:lnTo>
                  <a:lnTo>
                    <a:pt x="1933" y="3"/>
                  </a:lnTo>
                  <a:lnTo>
                    <a:pt x="1882" y="9"/>
                  </a:lnTo>
                  <a:lnTo>
                    <a:pt x="1833" y="17"/>
                  </a:lnTo>
                  <a:lnTo>
                    <a:pt x="1785" y="29"/>
                  </a:lnTo>
                  <a:lnTo>
                    <a:pt x="1737" y="43"/>
                  </a:lnTo>
                  <a:lnTo>
                    <a:pt x="1691" y="62"/>
                  </a:lnTo>
                  <a:lnTo>
                    <a:pt x="1647" y="83"/>
                  </a:lnTo>
                  <a:lnTo>
                    <a:pt x="311" y="782"/>
                  </a:lnTo>
                  <a:lnTo>
                    <a:pt x="276" y="803"/>
                  </a:lnTo>
                  <a:lnTo>
                    <a:pt x="243" y="826"/>
                  </a:lnTo>
                  <a:lnTo>
                    <a:pt x="213" y="852"/>
                  </a:lnTo>
                  <a:lnTo>
                    <a:pt x="184" y="879"/>
                  </a:lnTo>
                  <a:lnTo>
                    <a:pt x="155" y="908"/>
                  </a:lnTo>
                  <a:lnTo>
                    <a:pt x="131" y="939"/>
                  </a:lnTo>
                  <a:lnTo>
                    <a:pt x="107" y="971"/>
                  </a:lnTo>
                  <a:lnTo>
                    <a:pt x="86" y="1005"/>
                  </a:lnTo>
                  <a:lnTo>
                    <a:pt x="68" y="1040"/>
                  </a:lnTo>
                  <a:lnTo>
                    <a:pt x="50" y="1076"/>
                  </a:lnTo>
                  <a:lnTo>
                    <a:pt x="36" y="1115"/>
                  </a:lnTo>
                  <a:lnTo>
                    <a:pt x="23" y="1153"/>
                  </a:lnTo>
                  <a:lnTo>
                    <a:pt x="14" y="1195"/>
                  </a:lnTo>
                  <a:lnTo>
                    <a:pt x="7" y="1236"/>
                  </a:lnTo>
                  <a:lnTo>
                    <a:pt x="2" y="1279"/>
                  </a:lnTo>
                  <a:lnTo>
                    <a:pt x="0" y="1322"/>
                  </a:lnTo>
                  <a:lnTo>
                    <a:pt x="0" y="3093"/>
                  </a:lnTo>
                  <a:lnTo>
                    <a:pt x="2" y="3147"/>
                  </a:lnTo>
                  <a:lnTo>
                    <a:pt x="7" y="3202"/>
                  </a:lnTo>
                  <a:lnTo>
                    <a:pt x="15" y="3257"/>
                  </a:lnTo>
                  <a:lnTo>
                    <a:pt x="27" y="3312"/>
                  </a:lnTo>
                  <a:lnTo>
                    <a:pt x="42" y="3366"/>
                  </a:lnTo>
                  <a:lnTo>
                    <a:pt x="59" y="3420"/>
                  </a:lnTo>
                  <a:lnTo>
                    <a:pt x="79" y="3474"/>
                  </a:lnTo>
                  <a:lnTo>
                    <a:pt x="102" y="3525"/>
                  </a:lnTo>
                  <a:lnTo>
                    <a:pt x="127" y="3576"/>
                  </a:lnTo>
                  <a:lnTo>
                    <a:pt x="154" y="3624"/>
                  </a:lnTo>
                  <a:lnTo>
                    <a:pt x="184" y="3670"/>
                  </a:lnTo>
                  <a:lnTo>
                    <a:pt x="214" y="3712"/>
                  </a:lnTo>
                  <a:lnTo>
                    <a:pt x="247" y="3752"/>
                  </a:lnTo>
                  <a:lnTo>
                    <a:pt x="281" y="3788"/>
                  </a:lnTo>
                  <a:lnTo>
                    <a:pt x="317" y="3821"/>
                  </a:lnTo>
                  <a:lnTo>
                    <a:pt x="353" y="384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7955" name="Freeform 33"/>
            <p:cNvSpPr>
              <a:spLocks/>
            </p:cNvSpPr>
            <p:nvPr/>
          </p:nvSpPr>
          <p:spPr bwMode="auto">
            <a:xfrm>
              <a:off x="943" y="2210"/>
              <a:ext cx="276" cy="187"/>
            </a:xfrm>
            <a:custGeom>
              <a:avLst/>
              <a:gdLst>
                <a:gd name="T0" fmla="*/ 11 w 1380"/>
                <a:gd name="T1" fmla="*/ 7 h 937"/>
                <a:gd name="T2" fmla="*/ 11 w 1380"/>
                <a:gd name="T3" fmla="*/ 7 h 937"/>
                <a:gd name="T4" fmla="*/ 0 w 1380"/>
                <a:gd name="T5" fmla="*/ 0 h 937"/>
                <a:gd name="T6" fmla="*/ 0 w 1380"/>
                <a:gd name="T7" fmla="*/ 1 h 937"/>
                <a:gd name="T8" fmla="*/ 10 w 1380"/>
                <a:gd name="T9" fmla="*/ 7 h 937"/>
                <a:gd name="T10" fmla="*/ 10 w 1380"/>
                <a:gd name="T11" fmla="*/ 7 h 937"/>
                <a:gd name="T12" fmla="*/ 10 w 1380"/>
                <a:gd name="T13" fmla="*/ 7 h 937"/>
                <a:gd name="T14" fmla="*/ 11 w 1380"/>
                <a:gd name="T15" fmla="*/ 7 h 937"/>
                <a:gd name="T16" fmla="*/ 11 w 1380"/>
                <a:gd name="T17" fmla="*/ 7 h 937"/>
                <a:gd name="T18" fmla="*/ 11 w 1380"/>
                <a:gd name="T19" fmla="*/ 7 h 937"/>
                <a:gd name="T20" fmla="*/ 11 w 1380"/>
                <a:gd name="T21" fmla="*/ 7 h 937"/>
                <a:gd name="T22" fmla="*/ 11 w 1380"/>
                <a:gd name="T23" fmla="*/ 7 h 937"/>
                <a:gd name="T24" fmla="*/ 11 w 1380"/>
                <a:gd name="T25" fmla="*/ 7 h 937"/>
                <a:gd name="T26" fmla="*/ 11 w 1380"/>
                <a:gd name="T27" fmla="*/ 7 h 937"/>
                <a:gd name="T28" fmla="*/ 11 w 1380"/>
                <a:gd name="T29" fmla="*/ 7 h 937"/>
                <a:gd name="T30" fmla="*/ 11 w 1380"/>
                <a:gd name="T31" fmla="*/ 7 h 93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80"/>
                <a:gd name="T49" fmla="*/ 0 h 937"/>
                <a:gd name="T50" fmla="*/ 1380 w 1380"/>
                <a:gd name="T51" fmla="*/ 937 h 93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80" h="937">
                  <a:moveTo>
                    <a:pt x="1354" y="848"/>
                  </a:moveTo>
                  <a:lnTo>
                    <a:pt x="1359" y="851"/>
                  </a:lnTo>
                  <a:lnTo>
                    <a:pt x="51" y="0"/>
                  </a:lnTo>
                  <a:lnTo>
                    <a:pt x="0" y="78"/>
                  </a:lnTo>
                  <a:lnTo>
                    <a:pt x="1307" y="929"/>
                  </a:lnTo>
                  <a:lnTo>
                    <a:pt x="1312" y="932"/>
                  </a:lnTo>
                  <a:lnTo>
                    <a:pt x="1307" y="929"/>
                  </a:lnTo>
                  <a:lnTo>
                    <a:pt x="1326" y="937"/>
                  </a:lnTo>
                  <a:lnTo>
                    <a:pt x="1345" y="936"/>
                  </a:lnTo>
                  <a:lnTo>
                    <a:pt x="1360" y="929"/>
                  </a:lnTo>
                  <a:lnTo>
                    <a:pt x="1372" y="916"/>
                  </a:lnTo>
                  <a:lnTo>
                    <a:pt x="1379" y="899"/>
                  </a:lnTo>
                  <a:lnTo>
                    <a:pt x="1380" y="883"/>
                  </a:lnTo>
                  <a:lnTo>
                    <a:pt x="1374" y="865"/>
                  </a:lnTo>
                  <a:lnTo>
                    <a:pt x="1359" y="851"/>
                  </a:lnTo>
                  <a:lnTo>
                    <a:pt x="1354" y="84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7956" name="Freeform 34"/>
            <p:cNvSpPr>
              <a:spLocks/>
            </p:cNvSpPr>
            <p:nvPr/>
          </p:nvSpPr>
          <p:spPr bwMode="auto">
            <a:xfrm>
              <a:off x="1206" y="2379"/>
              <a:ext cx="140" cy="32"/>
            </a:xfrm>
            <a:custGeom>
              <a:avLst/>
              <a:gdLst>
                <a:gd name="T0" fmla="*/ 5 w 703"/>
                <a:gd name="T1" fmla="*/ 0 h 162"/>
                <a:gd name="T2" fmla="*/ 5 w 703"/>
                <a:gd name="T3" fmla="*/ 0 h 162"/>
                <a:gd name="T4" fmla="*/ 5 w 703"/>
                <a:gd name="T5" fmla="*/ 0 h 162"/>
                <a:gd name="T6" fmla="*/ 5 w 703"/>
                <a:gd name="T7" fmla="*/ 0 h 162"/>
                <a:gd name="T8" fmla="*/ 4 w 703"/>
                <a:gd name="T9" fmla="*/ 0 h 162"/>
                <a:gd name="T10" fmla="*/ 4 w 703"/>
                <a:gd name="T11" fmla="*/ 0 h 162"/>
                <a:gd name="T12" fmla="*/ 4 w 703"/>
                <a:gd name="T13" fmla="*/ 0 h 162"/>
                <a:gd name="T14" fmla="*/ 3 w 703"/>
                <a:gd name="T15" fmla="*/ 1 h 162"/>
                <a:gd name="T16" fmla="*/ 3 w 703"/>
                <a:gd name="T17" fmla="*/ 1 h 162"/>
                <a:gd name="T18" fmla="*/ 3 w 703"/>
                <a:gd name="T19" fmla="*/ 1 h 162"/>
                <a:gd name="T20" fmla="*/ 2 w 703"/>
                <a:gd name="T21" fmla="*/ 1 h 162"/>
                <a:gd name="T22" fmla="*/ 2 w 703"/>
                <a:gd name="T23" fmla="*/ 1 h 162"/>
                <a:gd name="T24" fmla="*/ 2 w 703"/>
                <a:gd name="T25" fmla="*/ 0 h 162"/>
                <a:gd name="T26" fmla="*/ 1 w 703"/>
                <a:gd name="T27" fmla="*/ 0 h 162"/>
                <a:gd name="T28" fmla="*/ 1 w 703"/>
                <a:gd name="T29" fmla="*/ 0 h 162"/>
                <a:gd name="T30" fmla="*/ 1 w 703"/>
                <a:gd name="T31" fmla="*/ 0 h 162"/>
                <a:gd name="T32" fmla="*/ 1 w 703"/>
                <a:gd name="T33" fmla="*/ 0 h 162"/>
                <a:gd name="T34" fmla="*/ 0 w 703"/>
                <a:gd name="T35" fmla="*/ 0 h 162"/>
                <a:gd name="T36" fmla="*/ 0 w 703"/>
                <a:gd name="T37" fmla="*/ 1 h 162"/>
                <a:gd name="T38" fmla="*/ 0 w 703"/>
                <a:gd name="T39" fmla="*/ 1 h 162"/>
                <a:gd name="T40" fmla="*/ 1 w 703"/>
                <a:gd name="T41" fmla="*/ 1 h 162"/>
                <a:gd name="T42" fmla="*/ 1 w 703"/>
                <a:gd name="T43" fmla="*/ 1 h 162"/>
                <a:gd name="T44" fmla="*/ 1 w 703"/>
                <a:gd name="T45" fmla="*/ 1 h 162"/>
                <a:gd name="T46" fmla="*/ 2 w 703"/>
                <a:gd name="T47" fmla="*/ 1 h 162"/>
                <a:gd name="T48" fmla="*/ 2 w 703"/>
                <a:gd name="T49" fmla="*/ 1 h 162"/>
                <a:gd name="T50" fmla="*/ 2 w 703"/>
                <a:gd name="T51" fmla="*/ 1 h 162"/>
                <a:gd name="T52" fmla="*/ 3 w 703"/>
                <a:gd name="T53" fmla="*/ 1 h 162"/>
                <a:gd name="T54" fmla="*/ 3 w 703"/>
                <a:gd name="T55" fmla="*/ 1 h 162"/>
                <a:gd name="T56" fmla="*/ 3 w 703"/>
                <a:gd name="T57" fmla="*/ 1 h 162"/>
                <a:gd name="T58" fmla="*/ 4 w 703"/>
                <a:gd name="T59" fmla="*/ 1 h 162"/>
                <a:gd name="T60" fmla="*/ 4 w 703"/>
                <a:gd name="T61" fmla="*/ 1 h 162"/>
                <a:gd name="T62" fmla="*/ 5 w 703"/>
                <a:gd name="T63" fmla="*/ 1 h 162"/>
                <a:gd name="T64" fmla="*/ 5 w 703"/>
                <a:gd name="T65" fmla="*/ 1 h 162"/>
                <a:gd name="T66" fmla="*/ 5 w 703"/>
                <a:gd name="T67" fmla="*/ 1 h 162"/>
                <a:gd name="T68" fmla="*/ 5 w 703"/>
                <a:gd name="T69" fmla="*/ 1 h 162"/>
                <a:gd name="T70" fmla="*/ 5 w 703"/>
                <a:gd name="T71" fmla="*/ 1 h 162"/>
                <a:gd name="T72" fmla="*/ 5 w 703"/>
                <a:gd name="T73" fmla="*/ 1 h 162"/>
                <a:gd name="T74" fmla="*/ 5 w 703"/>
                <a:gd name="T75" fmla="*/ 1 h 162"/>
                <a:gd name="T76" fmla="*/ 6 w 703"/>
                <a:gd name="T77" fmla="*/ 0 h 162"/>
                <a:gd name="T78" fmla="*/ 6 w 703"/>
                <a:gd name="T79" fmla="*/ 0 h 162"/>
                <a:gd name="T80" fmla="*/ 6 w 703"/>
                <a:gd name="T81" fmla="*/ 0 h 162"/>
                <a:gd name="T82" fmla="*/ 5 w 703"/>
                <a:gd name="T83" fmla="*/ 0 h 162"/>
                <a:gd name="T84" fmla="*/ 5 w 703"/>
                <a:gd name="T85" fmla="*/ 0 h 162"/>
                <a:gd name="T86" fmla="*/ 5 w 703"/>
                <a:gd name="T87" fmla="*/ 0 h 162"/>
                <a:gd name="T88" fmla="*/ 5 w 703"/>
                <a:gd name="T89" fmla="*/ 0 h 162"/>
                <a:gd name="T90" fmla="*/ 5 w 703"/>
                <a:gd name="T91" fmla="*/ 0 h 162"/>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703"/>
                <a:gd name="T139" fmla="*/ 0 h 162"/>
                <a:gd name="T140" fmla="*/ 703 w 703"/>
                <a:gd name="T141" fmla="*/ 162 h 162"/>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703" h="162">
                  <a:moveTo>
                    <a:pt x="631" y="8"/>
                  </a:moveTo>
                  <a:lnTo>
                    <a:pt x="636" y="6"/>
                  </a:lnTo>
                  <a:lnTo>
                    <a:pt x="606" y="20"/>
                  </a:lnTo>
                  <a:lnTo>
                    <a:pt x="575" y="32"/>
                  </a:lnTo>
                  <a:lnTo>
                    <a:pt x="540" y="42"/>
                  </a:lnTo>
                  <a:lnTo>
                    <a:pt x="504" y="52"/>
                  </a:lnTo>
                  <a:lnTo>
                    <a:pt x="467" y="59"/>
                  </a:lnTo>
                  <a:lnTo>
                    <a:pt x="428" y="64"/>
                  </a:lnTo>
                  <a:lnTo>
                    <a:pt x="389" y="67"/>
                  </a:lnTo>
                  <a:lnTo>
                    <a:pt x="348" y="68"/>
                  </a:lnTo>
                  <a:lnTo>
                    <a:pt x="308" y="68"/>
                  </a:lnTo>
                  <a:lnTo>
                    <a:pt x="267" y="65"/>
                  </a:lnTo>
                  <a:lnTo>
                    <a:pt x="226" y="61"/>
                  </a:lnTo>
                  <a:lnTo>
                    <a:pt x="187" y="54"/>
                  </a:lnTo>
                  <a:lnTo>
                    <a:pt x="148" y="44"/>
                  </a:lnTo>
                  <a:lnTo>
                    <a:pt x="110" y="33"/>
                  </a:lnTo>
                  <a:lnTo>
                    <a:pt x="75" y="20"/>
                  </a:lnTo>
                  <a:lnTo>
                    <a:pt x="42" y="5"/>
                  </a:lnTo>
                  <a:lnTo>
                    <a:pt x="0" y="89"/>
                  </a:lnTo>
                  <a:lnTo>
                    <a:pt x="40" y="107"/>
                  </a:lnTo>
                  <a:lnTo>
                    <a:pt x="82" y="122"/>
                  </a:lnTo>
                  <a:lnTo>
                    <a:pt x="124" y="135"/>
                  </a:lnTo>
                  <a:lnTo>
                    <a:pt x="169" y="146"/>
                  </a:lnTo>
                  <a:lnTo>
                    <a:pt x="214" y="153"/>
                  </a:lnTo>
                  <a:lnTo>
                    <a:pt x="258" y="158"/>
                  </a:lnTo>
                  <a:lnTo>
                    <a:pt x="303" y="162"/>
                  </a:lnTo>
                  <a:lnTo>
                    <a:pt x="348" y="162"/>
                  </a:lnTo>
                  <a:lnTo>
                    <a:pt x="394" y="161"/>
                  </a:lnTo>
                  <a:lnTo>
                    <a:pt x="439" y="157"/>
                  </a:lnTo>
                  <a:lnTo>
                    <a:pt x="481" y="150"/>
                  </a:lnTo>
                  <a:lnTo>
                    <a:pt x="525" y="143"/>
                  </a:lnTo>
                  <a:lnTo>
                    <a:pt x="566" y="132"/>
                  </a:lnTo>
                  <a:lnTo>
                    <a:pt x="606" y="121"/>
                  </a:lnTo>
                  <a:lnTo>
                    <a:pt x="643" y="105"/>
                  </a:lnTo>
                  <a:lnTo>
                    <a:pt x="678" y="88"/>
                  </a:lnTo>
                  <a:lnTo>
                    <a:pt x="683" y="86"/>
                  </a:lnTo>
                  <a:lnTo>
                    <a:pt x="678" y="88"/>
                  </a:lnTo>
                  <a:lnTo>
                    <a:pt x="695" y="75"/>
                  </a:lnTo>
                  <a:lnTo>
                    <a:pt x="702" y="60"/>
                  </a:lnTo>
                  <a:lnTo>
                    <a:pt x="703" y="42"/>
                  </a:lnTo>
                  <a:lnTo>
                    <a:pt x="698" y="26"/>
                  </a:lnTo>
                  <a:lnTo>
                    <a:pt x="688" y="12"/>
                  </a:lnTo>
                  <a:lnTo>
                    <a:pt x="674" y="3"/>
                  </a:lnTo>
                  <a:lnTo>
                    <a:pt x="656" y="0"/>
                  </a:lnTo>
                  <a:lnTo>
                    <a:pt x="636" y="6"/>
                  </a:lnTo>
                  <a:lnTo>
                    <a:pt x="631"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7957" name="Freeform 35"/>
            <p:cNvSpPr>
              <a:spLocks/>
            </p:cNvSpPr>
            <p:nvPr/>
          </p:nvSpPr>
          <p:spPr bwMode="auto">
            <a:xfrm>
              <a:off x="1332" y="2204"/>
              <a:ext cx="283" cy="192"/>
            </a:xfrm>
            <a:custGeom>
              <a:avLst/>
              <a:gdLst>
                <a:gd name="T0" fmla="*/ 11 w 1415"/>
                <a:gd name="T1" fmla="*/ 0 h 960"/>
                <a:gd name="T2" fmla="*/ 11 w 1415"/>
                <a:gd name="T3" fmla="*/ 0 h 960"/>
                <a:gd name="T4" fmla="*/ 0 w 1415"/>
                <a:gd name="T5" fmla="*/ 7 h 960"/>
                <a:gd name="T6" fmla="*/ 0 w 1415"/>
                <a:gd name="T7" fmla="*/ 8 h 960"/>
                <a:gd name="T8" fmla="*/ 11 w 1415"/>
                <a:gd name="T9" fmla="*/ 1 h 960"/>
                <a:gd name="T10" fmla="*/ 11 w 1415"/>
                <a:gd name="T11" fmla="*/ 1 h 960"/>
                <a:gd name="T12" fmla="*/ 11 w 1415"/>
                <a:gd name="T13" fmla="*/ 1 h 960"/>
                <a:gd name="T14" fmla="*/ 11 w 1415"/>
                <a:gd name="T15" fmla="*/ 1 h 960"/>
                <a:gd name="T16" fmla="*/ 11 w 1415"/>
                <a:gd name="T17" fmla="*/ 0 h 960"/>
                <a:gd name="T18" fmla="*/ 11 w 1415"/>
                <a:gd name="T19" fmla="*/ 0 h 960"/>
                <a:gd name="T20" fmla="*/ 11 w 1415"/>
                <a:gd name="T21" fmla="*/ 0 h 960"/>
                <a:gd name="T22" fmla="*/ 11 w 1415"/>
                <a:gd name="T23" fmla="*/ 0 h 960"/>
                <a:gd name="T24" fmla="*/ 11 w 1415"/>
                <a:gd name="T25" fmla="*/ 0 h 960"/>
                <a:gd name="T26" fmla="*/ 11 w 1415"/>
                <a:gd name="T27" fmla="*/ 0 h 960"/>
                <a:gd name="T28" fmla="*/ 11 w 1415"/>
                <a:gd name="T29" fmla="*/ 0 h 960"/>
                <a:gd name="T30" fmla="*/ 11 w 1415"/>
                <a:gd name="T31" fmla="*/ 0 h 96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15"/>
                <a:gd name="T49" fmla="*/ 0 h 960"/>
                <a:gd name="T50" fmla="*/ 1415 w 1415"/>
                <a:gd name="T51" fmla="*/ 960 h 96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15" h="960">
                  <a:moveTo>
                    <a:pt x="1338" y="10"/>
                  </a:moveTo>
                  <a:lnTo>
                    <a:pt x="1342" y="8"/>
                  </a:lnTo>
                  <a:lnTo>
                    <a:pt x="0" y="882"/>
                  </a:lnTo>
                  <a:lnTo>
                    <a:pt x="52" y="960"/>
                  </a:lnTo>
                  <a:lnTo>
                    <a:pt x="1393" y="85"/>
                  </a:lnTo>
                  <a:lnTo>
                    <a:pt x="1397" y="83"/>
                  </a:lnTo>
                  <a:lnTo>
                    <a:pt x="1393" y="85"/>
                  </a:lnTo>
                  <a:lnTo>
                    <a:pt x="1409" y="71"/>
                  </a:lnTo>
                  <a:lnTo>
                    <a:pt x="1415" y="53"/>
                  </a:lnTo>
                  <a:lnTo>
                    <a:pt x="1413" y="37"/>
                  </a:lnTo>
                  <a:lnTo>
                    <a:pt x="1406" y="21"/>
                  </a:lnTo>
                  <a:lnTo>
                    <a:pt x="1395" y="8"/>
                  </a:lnTo>
                  <a:lnTo>
                    <a:pt x="1379" y="1"/>
                  </a:lnTo>
                  <a:lnTo>
                    <a:pt x="1361" y="0"/>
                  </a:lnTo>
                  <a:lnTo>
                    <a:pt x="1342" y="8"/>
                  </a:lnTo>
                  <a:lnTo>
                    <a:pt x="1338" y="1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7958" name="Freeform 36"/>
            <p:cNvSpPr>
              <a:spLocks/>
            </p:cNvSpPr>
            <p:nvPr/>
          </p:nvSpPr>
          <p:spPr bwMode="auto">
            <a:xfrm>
              <a:off x="1599" y="2057"/>
              <a:ext cx="80" cy="163"/>
            </a:xfrm>
            <a:custGeom>
              <a:avLst/>
              <a:gdLst>
                <a:gd name="T0" fmla="*/ 2 w 398"/>
                <a:gd name="T1" fmla="*/ 0 h 817"/>
                <a:gd name="T2" fmla="*/ 2 w 398"/>
                <a:gd name="T3" fmla="*/ 0 h 817"/>
                <a:gd name="T4" fmla="*/ 2 w 398"/>
                <a:gd name="T5" fmla="*/ 1 h 817"/>
                <a:gd name="T6" fmla="*/ 2 w 398"/>
                <a:gd name="T7" fmla="*/ 1 h 817"/>
                <a:gd name="T8" fmla="*/ 2 w 398"/>
                <a:gd name="T9" fmla="*/ 2 h 817"/>
                <a:gd name="T10" fmla="*/ 2 w 398"/>
                <a:gd name="T11" fmla="*/ 2 h 817"/>
                <a:gd name="T12" fmla="*/ 2 w 398"/>
                <a:gd name="T13" fmla="*/ 2 h 817"/>
                <a:gd name="T14" fmla="*/ 2 w 398"/>
                <a:gd name="T15" fmla="*/ 3 h 817"/>
                <a:gd name="T16" fmla="*/ 2 w 398"/>
                <a:gd name="T17" fmla="*/ 3 h 817"/>
                <a:gd name="T18" fmla="*/ 2 w 398"/>
                <a:gd name="T19" fmla="*/ 4 h 817"/>
                <a:gd name="T20" fmla="*/ 2 w 398"/>
                <a:gd name="T21" fmla="*/ 4 h 817"/>
                <a:gd name="T22" fmla="*/ 1 w 398"/>
                <a:gd name="T23" fmla="*/ 4 h 817"/>
                <a:gd name="T24" fmla="*/ 1 w 398"/>
                <a:gd name="T25" fmla="*/ 5 h 817"/>
                <a:gd name="T26" fmla="*/ 1 w 398"/>
                <a:gd name="T27" fmla="*/ 5 h 817"/>
                <a:gd name="T28" fmla="*/ 1 w 398"/>
                <a:gd name="T29" fmla="*/ 5 h 817"/>
                <a:gd name="T30" fmla="*/ 1 w 398"/>
                <a:gd name="T31" fmla="*/ 5 h 817"/>
                <a:gd name="T32" fmla="*/ 0 w 398"/>
                <a:gd name="T33" fmla="*/ 6 h 817"/>
                <a:gd name="T34" fmla="*/ 0 w 398"/>
                <a:gd name="T35" fmla="*/ 6 h 817"/>
                <a:gd name="T36" fmla="*/ 0 w 398"/>
                <a:gd name="T37" fmla="*/ 7 h 817"/>
                <a:gd name="T38" fmla="*/ 1 w 398"/>
                <a:gd name="T39" fmla="*/ 6 h 817"/>
                <a:gd name="T40" fmla="*/ 1 w 398"/>
                <a:gd name="T41" fmla="*/ 6 h 817"/>
                <a:gd name="T42" fmla="*/ 1 w 398"/>
                <a:gd name="T43" fmla="*/ 6 h 817"/>
                <a:gd name="T44" fmla="*/ 2 w 398"/>
                <a:gd name="T45" fmla="*/ 5 h 817"/>
                <a:gd name="T46" fmla="*/ 2 w 398"/>
                <a:gd name="T47" fmla="*/ 5 h 817"/>
                <a:gd name="T48" fmla="*/ 2 w 398"/>
                <a:gd name="T49" fmla="*/ 5 h 817"/>
                <a:gd name="T50" fmla="*/ 2 w 398"/>
                <a:gd name="T51" fmla="*/ 4 h 817"/>
                <a:gd name="T52" fmla="*/ 2 w 398"/>
                <a:gd name="T53" fmla="*/ 4 h 817"/>
                <a:gd name="T54" fmla="*/ 3 w 398"/>
                <a:gd name="T55" fmla="*/ 3 h 817"/>
                <a:gd name="T56" fmla="*/ 3 w 398"/>
                <a:gd name="T57" fmla="*/ 3 h 817"/>
                <a:gd name="T58" fmla="*/ 3 w 398"/>
                <a:gd name="T59" fmla="*/ 3 h 817"/>
                <a:gd name="T60" fmla="*/ 3 w 398"/>
                <a:gd name="T61" fmla="*/ 2 h 817"/>
                <a:gd name="T62" fmla="*/ 3 w 398"/>
                <a:gd name="T63" fmla="*/ 2 h 817"/>
                <a:gd name="T64" fmla="*/ 3 w 398"/>
                <a:gd name="T65" fmla="*/ 1 h 817"/>
                <a:gd name="T66" fmla="*/ 3 w 398"/>
                <a:gd name="T67" fmla="*/ 1 h 817"/>
                <a:gd name="T68" fmla="*/ 3 w 398"/>
                <a:gd name="T69" fmla="*/ 0 h 817"/>
                <a:gd name="T70" fmla="*/ 3 w 398"/>
                <a:gd name="T71" fmla="*/ 0 h 817"/>
                <a:gd name="T72" fmla="*/ 3 w 398"/>
                <a:gd name="T73" fmla="*/ 0 h 817"/>
                <a:gd name="T74" fmla="*/ 3 w 398"/>
                <a:gd name="T75" fmla="*/ 0 h 817"/>
                <a:gd name="T76" fmla="*/ 3 w 398"/>
                <a:gd name="T77" fmla="*/ 0 h 817"/>
                <a:gd name="T78" fmla="*/ 3 w 398"/>
                <a:gd name="T79" fmla="*/ 0 h 817"/>
                <a:gd name="T80" fmla="*/ 3 w 398"/>
                <a:gd name="T81" fmla="*/ 0 h 817"/>
                <a:gd name="T82" fmla="*/ 3 w 398"/>
                <a:gd name="T83" fmla="*/ 0 h 817"/>
                <a:gd name="T84" fmla="*/ 3 w 398"/>
                <a:gd name="T85" fmla="*/ 0 h 817"/>
                <a:gd name="T86" fmla="*/ 2 w 398"/>
                <a:gd name="T87" fmla="*/ 0 h 817"/>
                <a:gd name="T88" fmla="*/ 2 w 398"/>
                <a:gd name="T89" fmla="*/ 0 h 817"/>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398"/>
                <a:gd name="T136" fmla="*/ 0 h 817"/>
                <a:gd name="T137" fmla="*/ 398 w 398"/>
                <a:gd name="T138" fmla="*/ 817 h 817"/>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398" h="817">
                  <a:moveTo>
                    <a:pt x="304" y="47"/>
                  </a:moveTo>
                  <a:lnTo>
                    <a:pt x="304" y="47"/>
                  </a:lnTo>
                  <a:lnTo>
                    <a:pt x="301" y="97"/>
                  </a:lnTo>
                  <a:lnTo>
                    <a:pt x="297" y="147"/>
                  </a:lnTo>
                  <a:lnTo>
                    <a:pt x="291" y="198"/>
                  </a:lnTo>
                  <a:lnTo>
                    <a:pt x="280" y="247"/>
                  </a:lnTo>
                  <a:lnTo>
                    <a:pt x="268" y="297"/>
                  </a:lnTo>
                  <a:lnTo>
                    <a:pt x="253" y="347"/>
                  </a:lnTo>
                  <a:lnTo>
                    <a:pt x="236" y="395"/>
                  </a:lnTo>
                  <a:lnTo>
                    <a:pt x="217" y="442"/>
                  </a:lnTo>
                  <a:lnTo>
                    <a:pt x="195" y="487"/>
                  </a:lnTo>
                  <a:lnTo>
                    <a:pt x="171" y="532"/>
                  </a:lnTo>
                  <a:lnTo>
                    <a:pt x="147" y="574"/>
                  </a:lnTo>
                  <a:lnTo>
                    <a:pt x="121" y="613"/>
                  </a:lnTo>
                  <a:lnTo>
                    <a:pt x="93" y="650"/>
                  </a:lnTo>
                  <a:lnTo>
                    <a:pt x="64" y="684"/>
                  </a:lnTo>
                  <a:lnTo>
                    <a:pt x="32" y="716"/>
                  </a:lnTo>
                  <a:lnTo>
                    <a:pt x="0" y="744"/>
                  </a:lnTo>
                  <a:lnTo>
                    <a:pt x="59" y="817"/>
                  </a:lnTo>
                  <a:lnTo>
                    <a:pt x="95" y="784"/>
                  </a:lnTo>
                  <a:lnTo>
                    <a:pt x="132" y="748"/>
                  </a:lnTo>
                  <a:lnTo>
                    <a:pt x="166" y="709"/>
                  </a:lnTo>
                  <a:lnTo>
                    <a:pt x="196" y="667"/>
                  </a:lnTo>
                  <a:lnTo>
                    <a:pt x="227" y="623"/>
                  </a:lnTo>
                  <a:lnTo>
                    <a:pt x="253" y="576"/>
                  </a:lnTo>
                  <a:lnTo>
                    <a:pt x="279" y="530"/>
                  </a:lnTo>
                  <a:lnTo>
                    <a:pt x="301" y="479"/>
                  </a:lnTo>
                  <a:lnTo>
                    <a:pt x="323" y="428"/>
                  </a:lnTo>
                  <a:lnTo>
                    <a:pt x="342" y="375"/>
                  </a:lnTo>
                  <a:lnTo>
                    <a:pt x="359" y="321"/>
                  </a:lnTo>
                  <a:lnTo>
                    <a:pt x="372" y="268"/>
                  </a:lnTo>
                  <a:lnTo>
                    <a:pt x="382" y="212"/>
                  </a:lnTo>
                  <a:lnTo>
                    <a:pt x="391" y="157"/>
                  </a:lnTo>
                  <a:lnTo>
                    <a:pt x="395" y="102"/>
                  </a:lnTo>
                  <a:lnTo>
                    <a:pt x="398" y="47"/>
                  </a:lnTo>
                  <a:lnTo>
                    <a:pt x="394" y="27"/>
                  </a:lnTo>
                  <a:lnTo>
                    <a:pt x="383" y="11"/>
                  </a:lnTo>
                  <a:lnTo>
                    <a:pt x="368" y="3"/>
                  </a:lnTo>
                  <a:lnTo>
                    <a:pt x="351" y="0"/>
                  </a:lnTo>
                  <a:lnTo>
                    <a:pt x="333" y="3"/>
                  </a:lnTo>
                  <a:lnTo>
                    <a:pt x="319" y="11"/>
                  </a:lnTo>
                  <a:lnTo>
                    <a:pt x="307" y="27"/>
                  </a:lnTo>
                  <a:lnTo>
                    <a:pt x="304" y="4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7959" name="Freeform 37"/>
            <p:cNvSpPr>
              <a:spLocks/>
            </p:cNvSpPr>
            <p:nvPr/>
          </p:nvSpPr>
          <p:spPr bwMode="auto">
            <a:xfrm>
              <a:off x="1660" y="1701"/>
              <a:ext cx="19" cy="365"/>
            </a:xfrm>
            <a:custGeom>
              <a:avLst/>
              <a:gdLst>
                <a:gd name="T0" fmla="*/ 0 w 95"/>
                <a:gd name="T1" fmla="*/ 0 h 1826"/>
                <a:gd name="T2" fmla="*/ 0 w 95"/>
                <a:gd name="T3" fmla="*/ 0 h 1826"/>
                <a:gd name="T4" fmla="*/ 0 w 95"/>
                <a:gd name="T5" fmla="*/ 15 h 1826"/>
                <a:gd name="T6" fmla="*/ 1 w 95"/>
                <a:gd name="T7" fmla="*/ 15 h 1826"/>
                <a:gd name="T8" fmla="*/ 1 w 95"/>
                <a:gd name="T9" fmla="*/ 0 h 1826"/>
                <a:gd name="T10" fmla="*/ 1 w 95"/>
                <a:gd name="T11" fmla="*/ 0 h 1826"/>
                <a:gd name="T12" fmla="*/ 1 w 95"/>
                <a:gd name="T13" fmla="*/ 0 h 1826"/>
                <a:gd name="T14" fmla="*/ 1 w 95"/>
                <a:gd name="T15" fmla="*/ 0 h 1826"/>
                <a:gd name="T16" fmla="*/ 1 w 95"/>
                <a:gd name="T17" fmla="*/ 0 h 1826"/>
                <a:gd name="T18" fmla="*/ 1 w 95"/>
                <a:gd name="T19" fmla="*/ 0 h 1826"/>
                <a:gd name="T20" fmla="*/ 0 w 95"/>
                <a:gd name="T21" fmla="*/ 0 h 1826"/>
                <a:gd name="T22" fmla="*/ 0 w 95"/>
                <a:gd name="T23" fmla="*/ 0 h 1826"/>
                <a:gd name="T24" fmla="*/ 0 w 95"/>
                <a:gd name="T25" fmla="*/ 0 h 1826"/>
                <a:gd name="T26" fmla="*/ 0 w 95"/>
                <a:gd name="T27" fmla="*/ 0 h 1826"/>
                <a:gd name="T28" fmla="*/ 0 w 95"/>
                <a:gd name="T29" fmla="*/ 0 h 1826"/>
                <a:gd name="T30" fmla="*/ 0 w 95"/>
                <a:gd name="T31" fmla="*/ 0 h 182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95"/>
                <a:gd name="T49" fmla="*/ 0 h 1826"/>
                <a:gd name="T50" fmla="*/ 95 w 95"/>
                <a:gd name="T51" fmla="*/ 1826 h 182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95" h="1826">
                  <a:moveTo>
                    <a:pt x="0" y="49"/>
                  </a:moveTo>
                  <a:lnTo>
                    <a:pt x="0" y="47"/>
                  </a:lnTo>
                  <a:lnTo>
                    <a:pt x="1" y="1826"/>
                  </a:lnTo>
                  <a:lnTo>
                    <a:pt x="95" y="1826"/>
                  </a:lnTo>
                  <a:lnTo>
                    <a:pt x="93" y="47"/>
                  </a:lnTo>
                  <a:lnTo>
                    <a:pt x="93" y="45"/>
                  </a:lnTo>
                  <a:lnTo>
                    <a:pt x="93" y="47"/>
                  </a:lnTo>
                  <a:lnTo>
                    <a:pt x="90" y="27"/>
                  </a:lnTo>
                  <a:lnTo>
                    <a:pt x="79" y="12"/>
                  </a:lnTo>
                  <a:lnTo>
                    <a:pt x="64" y="4"/>
                  </a:lnTo>
                  <a:lnTo>
                    <a:pt x="47" y="0"/>
                  </a:lnTo>
                  <a:lnTo>
                    <a:pt x="29" y="4"/>
                  </a:lnTo>
                  <a:lnTo>
                    <a:pt x="15" y="12"/>
                  </a:lnTo>
                  <a:lnTo>
                    <a:pt x="3" y="27"/>
                  </a:lnTo>
                  <a:lnTo>
                    <a:pt x="0" y="47"/>
                  </a:lnTo>
                  <a:lnTo>
                    <a:pt x="0" y="4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7960" name="Freeform 38"/>
            <p:cNvSpPr>
              <a:spLocks/>
            </p:cNvSpPr>
            <p:nvPr/>
          </p:nvSpPr>
          <p:spPr bwMode="auto">
            <a:xfrm>
              <a:off x="1598" y="1598"/>
              <a:ext cx="81" cy="113"/>
            </a:xfrm>
            <a:custGeom>
              <a:avLst/>
              <a:gdLst>
                <a:gd name="T0" fmla="*/ 0 w 401"/>
                <a:gd name="T1" fmla="*/ 1 h 566"/>
                <a:gd name="T2" fmla="*/ 0 w 401"/>
                <a:gd name="T3" fmla="*/ 1 h 566"/>
                <a:gd name="T4" fmla="*/ 0 w 401"/>
                <a:gd name="T5" fmla="*/ 1 h 566"/>
                <a:gd name="T6" fmla="*/ 1 w 401"/>
                <a:gd name="T7" fmla="*/ 1 h 566"/>
                <a:gd name="T8" fmla="*/ 1 w 401"/>
                <a:gd name="T9" fmla="*/ 1 h 566"/>
                <a:gd name="T10" fmla="*/ 1 w 401"/>
                <a:gd name="T11" fmla="*/ 1 h 566"/>
                <a:gd name="T12" fmla="*/ 1 w 401"/>
                <a:gd name="T13" fmla="*/ 2 h 566"/>
                <a:gd name="T14" fmla="*/ 1 w 401"/>
                <a:gd name="T15" fmla="*/ 2 h 566"/>
                <a:gd name="T16" fmla="*/ 2 w 401"/>
                <a:gd name="T17" fmla="*/ 2 h 566"/>
                <a:gd name="T18" fmla="*/ 2 w 401"/>
                <a:gd name="T19" fmla="*/ 2 h 566"/>
                <a:gd name="T20" fmla="*/ 2 w 401"/>
                <a:gd name="T21" fmla="*/ 2 h 566"/>
                <a:gd name="T22" fmla="*/ 2 w 401"/>
                <a:gd name="T23" fmla="*/ 3 h 566"/>
                <a:gd name="T24" fmla="*/ 2 w 401"/>
                <a:gd name="T25" fmla="*/ 3 h 566"/>
                <a:gd name="T26" fmla="*/ 2 w 401"/>
                <a:gd name="T27" fmla="*/ 3 h 566"/>
                <a:gd name="T28" fmla="*/ 2 w 401"/>
                <a:gd name="T29" fmla="*/ 4 h 566"/>
                <a:gd name="T30" fmla="*/ 2 w 401"/>
                <a:gd name="T31" fmla="*/ 4 h 566"/>
                <a:gd name="T32" fmla="*/ 2 w 401"/>
                <a:gd name="T33" fmla="*/ 4 h 566"/>
                <a:gd name="T34" fmla="*/ 3 w 401"/>
                <a:gd name="T35" fmla="*/ 5 h 566"/>
                <a:gd name="T36" fmla="*/ 3 w 401"/>
                <a:gd name="T37" fmla="*/ 4 h 566"/>
                <a:gd name="T38" fmla="*/ 3 w 401"/>
                <a:gd name="T39" fmla="*/ 4 h 566"/>
                <a:gd name="T40" fmla="*/ 3 w 401"/>
                <a:gd name="T41" fmla="*/ 4 h 566"/>
                <a:gd name="T42" fmla="*/ 3 w 401"/>
                <a:gd name="T43" fmla="*/ 3 h 566"/>
                <a:gd name="T44" fmla="*/ 3 w 401"/>
                <a:gd name="T45" fmla="*/ 3 h 566"/>
                <a:gd name="T46" fmla="*/ 3 w 401"/>
                <a:gd name="T47" fmla="*/ 3 h 566"/>
                <a:gd name="T48" fmla="*/ 3 w 401"/>
                <a:gd name="T49" fmla="*/ 2 h 566"/>
                <a:gd name="T50" fmla="*/ 3 w 401"/>
                <a:gd name="T51" fmla="*/ 2 h 566"/>
                <a:gd name="T52" fmla="*/ 2 w 401"/>
                <a:gd name="T53" fmla="*/ 2 h 566"/>
                <a:gd name="T54" fmla="*/ 2 w 401"/>
                <a:gd name="T55" fmla="*/ 2 h 566"/>
                <a:gd name="T56" fmla="*/ 2 w 401"/>
                <a:gd name="T57" fmla="*/ 1 h 566"/>
                <a:gd name="T58" fmla="*/ 2 w 401"/>
                <a:gd name="T59" fmla="*/ 1 h 566"/>
                <a:gd name="T60" fmla="*/ 2 w 401"/>
                <a:gd name="T61" fmla="*/ 1 h 566"/>
                <a:gd name="T62" fmla="*/ 1 w 401"/>
                <a:gd name="T63" fmla="*/ 1 h 566"/>
                <a:gd name="T64" fmla="*/ 1 w 401"/>
                <a:gd name="T65" fmla="*/ 0 h 566"/>
                <a:gd name="T66" fmla="*/ 1 w 401"/>
                <a:gd name="T67" fmla="*/ 0 h 566"/>
                <a:gd name="T68" fmla="*/ 1 w 401"/>
                <a:gd name="T69" fmla="*/ 0 h 566"/>
                <a:gd name="T70" fmla="*/ 1 w 401"/>
                <a:gd name="T71" fmla="*/ 0 h 566"/>
                <a:gd name="T72" fmla="*/ 1 w 401"/>
                <a:gd name="T73" fmla="*/ 0 h 566"/>
                <a:gd name="T74" fmla="*/ 0 w 401"/>
                <a:gd name="T75" fmla="*/ 0 h 566"/>
                <a:gd name="T76" fmla="*/ 0 w 401"/>
                <a:gd name="T77" fmla="*/ 0 h 566"/>
                <a:gd name="T78" fmla="*/ 0 w 401"/>
                <a:gd name="T79" fmla="*/ 0 h 566"/>
                <a:gd name="T80" fmla="*/ 0 w 401"/>
                <a:gd name="T81" fmla="*/ 0 h 566"/>
                <a:gd name="T82" fmla="*/ 0 w 401"/>
                <a:gd name="T83" fmla="*/ 0 h 566"/>
                <a:gd name="T84" fmla="*/ 0 w 401"/>
                <a:gd name="T85" fmla="*/ 0 h 566"/>
                <a:gd name="T86" fmla="*/ 0 w 401"/>
                <a:gd name="T87" fmla="*/ 1 h 566"/>
                <a:gd name="T88" fmla="*/ 0 w 401"/>
                <a:gd name="T89" fmla="*/ 1 h 56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401"/>
                <a:gd name="T136" fmla="*/ 0 h 566"/>
                <a:gd name="T137" fmla="*/ 401 w 401"/>
                <a:gd name="T138" fmla="*/ 566 h 566"/>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401" h="566">
                  <a:moveTo>
                    <a:pt x="23" y="88"/>
                  </a:moveTo>
                  <a:lnTo>
                    <a:pt x="23" y="88"/>
                  </a:lnTo>
                  <a:lnTo>
                    <a:pt x="53" y="107"/>
                  </a:lnTo>
                  <a:lnTo>
                    <a:pt x="83" y="125"/>
                  </a:lnTo>
                  <a:lnTo>
                    <a:pt x="108" y="147"/>
                  </a:lnTo>
                  <a:lnTo>
                    <a:pt x="135" y="171"/>
                  </a:lnTo>
                  <a:lnTo>
                    <a:pt x="160" y="196"/>
                  </a:lnTo>
                  <a:lnTo>
                    <a:pt x="182" y="223"/>
                  </a:lnTo>
                  <a:lnTo>
                    <a:pt x="205" y="251"/>
                  </a:lnTo>
                  <a:lnTo>
                    <a:pt x="223" y="281"/>
                  </a:lnTo>
                  <a:lnTo>
                    <a:pt x="240" y="312"/>
                  </a:lnTo>
                  <a:lnTo>
                    <a:pt x="256" y="345"/>
                  </a:lnTo>
                  <a:lnTo>
                    <a:pt x="270" y="379"/>
                  </a:lnTo>
                  <a:lnTo>
                    <a:pt x="282" y="414"/>
                  </a:lnTo>
                  <a:lnTo>
                    <a:pt x="291" y="450"/>
                  </a:lnTo>
                  <a:lnTo>
                    <a:pt x="299" y="488"/>
                  </a:lnTo>
                  <a:lnTo>
                    <a:pt x="304" y="526"/>
                  </a:lnTo>
                  <a:lnTo>
                    <a:pt x="308" y="566"/>
                  </a:lnTo>
                  <a:lnTo>
                    <a:pt x="401" y="562"/>
                  </a:lnTo>
                  <a:lnTo>
                    <a:pt x="398" y="517"/>
                  </a:lnTo>
                  <a:lnTo>
                    <a:pt x="391" y="471"/>
                  </a:lnTo>
                  <a:lnTo>
                    <a:pt x="383" y="429"/>
                  </a:lnTo>
                  <a:lnTo>
                    <a:pt x="371" y="386"/>
                  </a:lnTo>
                  <a:lnTo>
                    <a:pt x="357" y="346"/>
                  </a:lnTo>
                  <a:lnTo>
                    <a:pt x="340" y="307"/>
                  </a:lnTo>
                  <a:lnTo>
                    <a:pt x="324" y="270"/>
                  </a:lnTo>
                  <a:lnTo>
                    <a:pt x="303" y="232"/>
                  </a:lnTo>
                  <a:lnTo>
                    <a:pt x="280" y="197"/>
                  </a:lnTo>
                  <a:lnTo>
                    <a:pt x="255" y="164"/>
                  </a:lnTo>
                  <a:lnTo>
                    <a:pt x="228" y="132"/>
                  </a:lnTo>
                  <a:lnTo>
                    <a:pt x="199" y="103"/>
                  </a:lnTo>
                  <a:lnTo>
                    <a:pt x="169" y="76"/>
                  </a:lnTo>
                  <a:lnTo>
                    <a:pt x="137" y="50"/>
                  </a:lnTo>
                  <a:lnTo>
                    <a:pt x="103" y="27"/>
                  </a:lnTo>
                  <a:lnTo>
                    <a:pt x="67" y="6"/>
                  </a:lnTo>
                  <a:lnTo>
                    <a:pt x="48" y="0"/>
                  </a:lnTo>
                  <a:lnTo>
                    <a:pt x="30" y="2"/>
                  </a:lnTo>
                  <a:lnTo>
                    <a:pt x="16" y="12"/>
                  </a:lnTo>
                  <a:lnTo>
                    <a:pt x="5" y="25"/>
                  </a:lnTo>
                  <a:lnTo>
                    <a:pt x="0" y="41"/>
                  </a:lnTo>
                  <a:lnTo>
                    <a:pt x="0" y="59"/>
                  </a:lnTo>
                  <a:lnTo>
                    <a:pt x="8" y="75"/>
                  </a:lnTo>
                  <a:lnTo>
                    <a:pt x="23"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7961" name="Freeform 39"/>
            <p:cNvSpPr>
              <a:spLocks/>
            </p:cNvSpPr>
            <p:nvPr/>
          </p:nvSpPr>
          <p:spPr bwMode="auto">
            <a:xfrm>
              <a:off x="1346" y="1455"/>
              <a:ext cx="266" cy="160"/>
            </a:xfrm>
            <a:custGeom>
              <a:avLst/>
              <a:gdLst>
                <a:gd name="T0" fmla="*/ 0 w 1330"/>
                <a:gd name="T1" fmla="*/ 1 h 801"/>
                <a:gd name="T2" fmla="*/ 0 w 1330"/>
                <a:gd name="T3" fmla="*/ 1 h 801"/>
                <a:gd name="T4" fmla="*/ 10 w 1330"/>
                <a:gd name="T5" fmla="*/ 6 h 801"/>
                <a:gd name="T6" fmla="*/ 11 w 1330"/>
                <a:gd name="T7" fmla="*/ 6 h 801"/>
                <a:gd name="T8" fmla="*/ 1 w 1330"/>
                <a:gd name="T9" fmla="*/ 0 h 801"/>
                <a:gd name="T10" fmla="*/ 1 w 1330"/>
                <a:gd name="T11" fmla="*/ 0 h 801"/>
                <a:gd name="T12" fmla="*/ 1 w 1330"/>
                <a:gd name="T13" fmla="*/ 0 h 801"/>
                <a:gd name="T14" fmla="*/ 0 w 1330"/>
                <a:gd name="T15" fmla="*/ 0 h 801"/>
                <a:gd name="T16" fmla="*/ 0 w 1330"/>
                <a:gd name="T17" fmla="*/ 0 h 801"/>
                <a:gd name="T18" fmla="*/ 0 w 1330"/>
                <a:gd name="T19" fmla="*/ 0 h 801"/>
                <a:gd name="T20" fmla="*/ 0 w 1330"/>
                <a:gd name="T21" fmla="*/ 0 h 801"/>
                <a:gd name="T22" fmla="*/ 0 w 1330"/>
                <a:gd name="T23" fmla="*/ 0 h 801"/>
                <a:gd name="T24" fmla="*/ 0 w 1330"/>
                <a:gd name="T25" fmla="*/ 0 h 801"/>
                <a:gd name="T26" fmla="*/ 0 w 1330"/>
                <a:gd name="T27" fmla="*/ 1 h 801"/>
                <a:gd name="T28" fmla="*/ 0 w 1330"/>
                <a:gd name="T29" fmla="*/ 1 h 801"/>
                <a:gd name="T30" fmla="*/ 0 w 1330"/>
                <a:gd name="T31" fmla="*/ 1 h 801"/>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30"/>
                <a:gd name="T49" fmla="*/ 0 h 801"/>
                <a:gd name="T50" fmla="*/ 1330 w 1330"/>
                <a:gd name="T51" fmla="*/ 801 h 801"/>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30" h="801">
                  <a:moveTo>
                    <a:pt x="24" y="88"/>
                  </a:moveTo>
                  <a:lnTo>
                    <a:pt x="23" y="88"/>
                  </a:lnTo>
                  <a:lnTo>
                    <a:pt x="1286" y="801"/>
                  </a:lnTo>
                  <a:lnTo>
                    <a:pt x="1330" y="719"/>
                  </a:lnTo>
                  <a:lnTo>
                    <a:pt x="67" y="6"/>
                  </a:lnTo>
                  <a:lnTo>
                    <a:pt x="66" y="6"/>
                  </a:lnTo>
                  <a:lnTo>
                    <a:pt x="67" y="6"/>
                  </a:lnTo>
                  <a:lnTo>
                    <a:pt x="48" y="0"/>
                  </a:lnTo>
                  <a:lnTo>
                    <a:pt x="30" y="2"/>
                  </a:lnTo>
                  <a:lnTo>
                    <a:pt x="16" y="12"/>
                  </a:lnTo>
                  <a:lnTo>
                    <a:pt x="5" y="25"/>
                  </a:lnTo>
                  <a:lnTo>
                    <a:pt x="0" y="41"/>
                  </a:lnTo>
                  <a:lnTo>
                    <a:pt x="0" y="59"/>
                  </a:lnTo>
                  <a:lnTo>
                    <a:pt x="8" y="75"/>
                  </a:lnTo>
                  <a:lnTo>
                    <a:pt x="23" y="88"/>
                  </a:lnTo>
                  <a:lnTo>
                    <a:pt x="24"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7962" name="Freeform 40"/>
            <p:cNvSpPr>
              <a:spLocks/>
            </p:cNvSpPr>
            <p:nvPr/>
          </p:nvSpPr>
          <p:spPr bwMode="auto">
            <a:xfrm>
              <a:off x="1198" y="1439"/>
              <a:ext cx="161" cy="35"/>
            </a:xfrm>
            <a:custGeom>
              <a:avLst/>
              <a:gdLst>
                <a:gd name="T0" fmla="*/ 1 w 806"/>
                <a:gd name="T1" fmla="*/ 1 h 177"/>
                <a:gd name="T2" fmla="*/ 1 w 806"/>
                <a:gd name="T3" fmla="*/ 1 h 177"/>
                <a:gd name="T4" fmla="*/ 1 w 806"/>
                <a:gd name="T5" fmla="*/ 1 h 177"/>
                <a:gd name="T6" fmla="*/ 1 w 806"/>
                <a:gd name="T7" fmla="*/ 1 h 177"/>
                <a:gd name="T8" fmla="*/ 2 w 806"/>
                <a:gd name="T9" fmla="*/ 1 h 177"/>
                <a:gd name="T10" fmla="*/ 2 w 806"/>
                <a:gd name="T11" fmla="*/ 1 h 177"/>
                <a:gd name="T12" fmla="*/ 2 w 806"/>
                <a:gd name="T13" fmla="*/ 1 h 177"/>
                <a:gd name="T14" fmla="*/ 3 w 806"/>
                <a:gd name="T15" fmla="*/ 1 h 177"/>
                <a:gd name="T16" fmla="*/ 3 w 806"/>
                <a:gd name="T17" fmla="*/ 1 h 177"/>
                <a:gd name="T18" fmla="*/ 3 w 806"/>
                <a:gd name="T19" fmla="*/ 1 h 177"/>
                <a:gd name="T20" fmla="*/ 4 w 806"/>
                <a:gd name="T21" fmla="*/ 1 h 177"/>
                <a:gd name="T22" fmla="*/ 4 w 806"/>
                <a:gd name="T23" fmla="*/ 1 h 177"/>
                <a:gd name="T24" fmla="*/ 5 w 806"/>
                <a:gd name="T25" fmla="*/ 1 h 177"/>
                <a:gd name="T26" fmla="*/ 5 w 806"/>
                <a:gd name="T27" fmla="*/ 1 h 177"/>
                <a:gd name="T28" fmla="*/ 5 w 806"/>
                <a:gd name="T29" fmla="*/ 1 h 177"/>
                <a:gd name="T30" fmla="*/ 6 w 806"/>
                <a:gd name="T31" fmla="*/ 1 h 177"/>
                <a:gd name="T32" fmla="*/ 6 w 806"/>
                <a:gd name="T33" fmla="*/ 1 h 177"/>
                <a:gd name="T34" fmla="*/ 6 w 806"/>
                <a:gd name="T35" fmla="*/ 1 h 177"/>
                <a:gd name="T36" fmla="*/ 6 w 806"/>
                <a:gd name="T37" fmla="*/ 1 h 177"/>
                <a:gd name="T38" fmla="*/ 6 w 806"/>
                <a:gd name="T39" fmla="*/ 1 h 177"/>
                <a:gd name="T40" fmla="*/ 6 w 806"/>
                <a:gd name="T41" fmla="*/ 0 h 177"/>
                <a:gd name="T42" fmla="*/ 5 w 806"/>
                <a:gd name="T43" fmla="*/ 0 h 177"/>
                <a:gd name="T44" fmla="*/ 5 w 806"/>
                <a:gd name="T45" fmla="*/ 0 h 177"/>
                <a:gd name="T46" fmla="*/ 5 w 806"/>
                <a:gd name="T47" fmla="*/ 0 h 177"/>
                <a:gd name="T48" fmla="*/ 4 w 806"/>
                <a:gd name="T49" fmla="*/ 0 h 177"/>
                <a:gd name="T50" fmla="*/ 4 w 806"/>
                <a:gd name="T51" fmla="*/ 0 h 177"/>
                <a:gd name="T52" fmla="*/ 3 w 806"/>
                <a:gd name="T53" fmla="*/ 0 h 177"/>
                <a:gd name="T54" fmla="*/ 3 w 806"/>
                <a:gd name="T55" fmla="*/ 0 h 177"/>
                <a:gd name="T56" fmla="*/ 3 w 806"/>
                <a:gd name="T57" fmla="*/ 0 h 177"/>
                <a:gd name="T58" fmla="*/ 2 w 806"/>
                <a:gd name="T59" fmla="*/ 0 h 177"/>
                <a:gd name="T60" fmla="*/ 2 w 806"/>
                <a:gd name="T61" fmla="*/ 0 h 177"/>
                <a:gd name="T62" fmla="*/ 1 w 806"/>
                <a:gd name="T63" fmla="*/ 0 h 177"/>
                <a:gd name="T64" fmla="*/ 1 w 806"/>
                <a:gd name="T65" fmla="*/ 0 h 177"/>
                <a:gd name="T66" fmla="*/ 1 w 806"/>
                <a:gd name="T67" fmla="*/ 1 h 177"/>
                <a:gd name="T68" fmla="*/ 0 w 806"/>
                <a:gd name="T69" fmla="*/ 1 h 177"/>
                <a:gd name="T70" fmla="*/ 0 w 806"/>
                <a:gd name="T71" fmla="*/ 1 h 177"/>
                <a:gd name="T72" fmla="*/ 0 w 806"/>
                <a:gd name="T73" fmla="*/ 1 h 177"/>
                <a:gd name="T74" fmla="*/ 0 w 806"/>
                <a:gd name="T75" fmla="*/ 1 h 177"/>
                <a:gd name="T76" fmla="*/ 0 w 806"/>
                <a:gd name="T77" fmla="*/ 1 h 177"/>
                <a:gd name="T78" fmla="*/ 0 w 806"/>
                <a:gd name="T79" fmla="*/ 1 h 177"/>
                <a:gd name="T80" fmla="*/ 0 w 806"/>
                <a:gd name="T81" fmla="*/ 1 h 177"/>
                <a:gd name="T82" fmla="*/ 0 w 806"/>
                <a:gd name="T83" fmla="*/ 1 h 177"/>
                <a:gd name="T84" fmla="*/ 0 w 806"/>
                <a:gd name="T85" fmla="*/ 1 h 177"/>
                <a:gd name="T86" fmla="*/ 0 w 806"/>
                <a:gd name="T87" fmla="*/ 1 h 177"/>
                <a:gd name="T88" fmla="*/ 1 w 806"/>
                <a:gd name="T89" fmla="*/ 1 h 177"/>
                <a:gd name="T90" fmla="*/ 1 w 806"/>
                <a:gd name="T91" fmla="*/ 1 h 17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806"/>
                <a:gd name="T139" fmla="*/ 0 h 177"/>
                <a:gd name="T140" fmla="*/ 806 w 806"/>
                <a:gd name="T141" fmla="*/ 177 h 17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806" h="177">
                  <a:moveTo>
                    <a:pt x="67" y="171"/>
                  </a:moveTo>
                  <a:lnTo>
                    <a:pt x="68" y="171"/>
                  </a:lnTo>
                  <a:lnTo>
                    <a:pt x="109" y="151"/>
                  </a:lnTo>
                  <a:lnTo>
                    <a:pt x="151" y="135"/>
                  </a:lnTo>
                  <a:lnTo>
                    <a:pt x="196" y="122"/>
                  </a:lnTo>
                  <a:lnTo>
                    <a:pt x="242" y="110"/>
                  </a:lnTo>
                  <a:lnTo>
                    <a:pt x="287" y="102"/>
                  </a:lnTo>
                  <a:lnTo>
                    <a:pt x="335" y="97"/>
                  </a:lnTo>
                  <a:lnTo>
                    <a:pt x="382" y="95"/>
                  </a:lnTo>
                  <a:lnTo>
                    <a:pt x="430" y="94"/>
                  </a:lnTo>
                  <a:lnTo>
                    <a:pt x="477" y="97"/>
                  </a:lnTo>
                  <a:lnTo>
                    <a:pt x="524" y="102"/>
                  </a:lnTo>
                  <a:lnTo>
                    <a:pt x="568" y="108"/>
                  </a:lnTo>
                  <a:lnTo>
                    <a:pt x="612" y="117"/>
                  </a:lnTo>
                  <a:lnTo>
                    <a:pt x="654" y="128"/>
                  </a:lnTo>
                  <a:lnTo>
                    <a:pt x="693" y="141"/>
                  </a:lnTo>
                  <a:lnTo>
                    <a:pt x="730" y="155"/>
                  </a:lnTo>
                  <a:lnTo>
                    <a:pt x="764" y="171"/>
                  </a:lnTo>
                  <a:lnTo>
                    <a:pt x="806" y="89"/>
                  </a:lnTo>
                  <a:lnTo>
                    <a:pt x="768" y="70"/>
                  </a:lnTo>
                  <a:lnTo>
                    <a:pt x="725" y="54"/>
                  </a:lnTo>
                  <a:lnTo>
                    <a:pt x="680" y="39"/>
                  </a:lnTo>
                  <a:lnTo>
                    <a:pt x="633" y="26"/>
                  </a:lnTo>
                  <a:lnTo>
                    <a:pt x="585" y="16"/>
                  </a:lnTo>
                  <a:lnTo>
                    <a:pt x="536" y="8"/>
                  </a:lnTo>
                  <a:lnTo>
                    <a:pt x="484" y="3"/>
                  </a:lnTo>
                  <a:lnTo>
                    <a:pt x="433" y="0"/>
                  </a:lnTo>
                  <a:lnTo>
                    <a:pt x="380" y="1"/>
                  </a:lnTo>
                  <a:lnTo>
                    <a:pt x="328" y="3"/>
                  </a:lnTo>
                  <a:lnTo>
                    <a:pt x="276" y="10"/>
                  </a:lnTo>
                  <a:lnTo>
                    <a:pt x="223" y="19"/>
                  </a:lnTo>
                  <a:lnTo>
                    <a:pt x="172" y="30"/>
                  </a:lnTo>
                  <a:lnTo>
                    <a:pt x="121" y="46"/>
                  </a:lnTo>
                  <a:lnTo>
                    <a:pt x="72" y="67"/>
                  </a:lnTo>
                  <a:lnTo>
                    <a:pt x="24" y="89"/>
                  </a:lnTo>
                  <a:lnTo>
                    <a:pt x="25" y="89"/>
                  </a:lnTo>
                  <a:lnTo>
                    <a:pt x="24" y="89"/>
                  </a:lnTo>
                  <a:lnTo>
                    <a:pt x="8" y="102"/>
                  </a:lnTo>
                  <a:lnTo>
                    <a:pt x="0" y="118"/>
                  </a:lnTo>
                  <a:lnTo>
                    <a:pt x="0" y="136"/>
                  </a:lnTo>
                  <a:lnTo>
                    <a:pt x="6" y="152"/>
                  </a:lnTo>
                  <a:lnTo>
                    <a:pt x="17" y="165"/>
                  </a:lnTo>
                  <a:lnTo>
                    <a:pt x="31" y="175"/>
                  </a:lnTo>
                  <a:lnTo>
                    <a:pt x="48" y="177"/>
                  </a:lnTo>
                  <a:lnTo>
                    <a:pt x="68" y="171"/>
                  </a:lnTo>
                  <a:lnTo>
                    <a:pt x="67" y="1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7963" name="Freeform 41"/>
            <p:cNvSpPr>
              <a:spLocks/>
            </p:cNvSpPr>
            <p:nvPr/>
          </p:nvSpPr>
          <p:spPr bwMode="auto">
            <a:xfrm>
              <a:off x="931" y="1456"/>
              <a:ext cx="280" cy="158"/>
            </a:xfrm>
            <a:custGeom>
              <a:avLst/>
              <a:gdLst>
                <a:gd name="T0" fmla="*/ 1 w 1402"/>
                <a:gd name="T1" fmla="*/ 6 h 787"/>
                <a:gd name="T2" fmla="*/ 1 w 1402"/>
                <a:gd name="T3" fmla="*/ 6 h 787"/>
                <a:gd name="T4" fmla="*/ 11 w 1402"/>
                <a:gd name="T5" fmla="*/ 1 h 787"/>
                <a:gd name="T6" fmla="*/ 11 w 1402"/>
                <a:gd name="T7" fmla="*/ 0 h 787"/>
                <a:gd name="T8" fmla="*/ 0 w 1402"/>
                <a:gd name="T9" fmla="*/ 6 h 787"/>
                <a:gd name="T10" fmla="*/ 0 w 1402"/>
                <a:gd name="T11" fmla="*/ 6 h 787"/>
                <a:gd name="T12" fmla="*/ 0 w 1402"/>
                <a:gd name="T13" fmla="*/ 6 h 787"/>
                <a:gd name="T14" fmla="*/ 0 w 1402"/>
                <a:gd name="T15" fmla="*/ 6 h 787"/>
                <a:gd name="T16" fmla="*/ 0 w 1402"/>
                <a:gd name="T17" fmla="*/ 6 h 787"/>
                <a:gd name="T18" fmla="*/ 0 w 1402"/>
                <a:gd name="T19" fmla="*/ 6 h 787"/>
                <a:gd name="T20" fmla="*/ 0 w 1402"/>
                <a:gd name="T21" fmla="*/ 6 h 787"/>
                <a:gd name="T22" fmla="*/ 0 w 1402"/>
                <a:gd name="T23" fmla="*/ 6 h 787"/>
                <a:gd name="T24" fmla="*/ 0 w 1402"/>
                <a:gd name="T25" fmla="*/ 6 h 787"/>
                <a:gd name="T26" fmla="*/ 0 w 1402"/>
                <a:gd name="T27" fmla="*/ 6 h 787"/>
                <a:gd name="T28" fmla="*/ 1 w 1402"/>
                <a:gd name="T29" fmla="*/ 6 h 787"/>
                <a:gd name="T30" fmla="*/ 1 w 1402"/>
                <a:gd name="T31" fmla="*/ 6 h 78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02"/>
                <a:gd name="T49" fmla="*/ 0 h 787"/>
                <a:gd name="T50" fmla="*/ 1402 w 1402"/>
                <a:gd name="T51" fmla="*/ 787 h 78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02" h="787">
                  <a:moveTo>
                    <a:pt x="69" y="781"/>
                  </a:moveTo>
                  <a:lnTo>
                    <a:pt x="66" y="781"/>
                  </a:lnTo>
                  <a:lnTo>
                    <a:pt x="1402" y="82"/>
                  </a:lnTo>
                  <a:lnTo>
                    <a:pt x="1360" y="0"/>
                  </a:lnTo>
                  <a:lnTo>
                    <a:pt x="24" y="699"/>
                  </a:lnTo>
                  <a:lnTo>
                    <a:pt x="22" y="699"/>
                  </a:lnTo>
                  <a:lnTo>
                    <a:pt x="24" y="699"/>
                  </a:lnTo>
                  <a:lnTo>
                    <a:pt x="8" y="712"/>
                  </a:lnTo>
                  <a:lnTo>
                    <a:pt x="1" y="727"/>
                  </a:lnTo>
                  <a:lnTo>
                    <a:pt x="0" y="744"/>
                  </a:lnTo>
                  <a:lnTo>
                    <a:pt x="5" y="761"/>
                  </a:lnTo>
                  <a:lnTo>
                    <a:pt x="15" y="775"/>
                  </a:lnTo>
                  <a:lnTo>
                    <a:pt x="30" y="784"/>
                  </a:lnTo>
                  <a:lnTo>
                    <a:pt x="46" y="787"/>
                  </a:lnTo>
                  <a:lnTo>
                    <a:pt x="66" y="781"/>
                  </a:lnTo>
                  <a:lnTo>
                    <a:pt x="69" y="7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7964" name="Freeform 42"/>
            <p:cNvSpPr>
              <a:spLocks/>
            </p:cNvSpPr>
            <p:nvPr/>
          </p:nvSpPr>
          <p:spPr bwMode="auto">
            <a:xfrm>
              <a:off x="868" y="1596"/>
              <a:ext cx="77" cy="126"/>
            </a:xfrm>
            <a:custGeom>
              <a:avLst/>
              <a:gdLst>
                <a:gd name="T0" fmla="*/ 1 w 382"/>
                <a:gd name="T1" fmla="*/ 5 h 628"/>
                <a:gd name="T2" fmla="*/ 1 w 382"/>
                <a:gd name="T3" fmla="*/ 5 h 628"/>
                <a:gd name="T4" fmla="*/ 1 w 382"/>
                <a:gd name="T5" fmla="*/ 4 h 628"/>
                <a:gd name="T6" fmla="*/ 1 w 382"/>
                <a:gd name="T7" fmla="*/ 4 h 628"/>
                <a:gd name="T8" fmla="*/ 1 w 382"/>
                <a:gd name="T9" fmla="*/ 4 h 628"/>
                <a:gd name="T10" fmla="*/ 1 w 382"/>
                <a:gd name="T11" fmla="*/ 3 h 628"/>
                <a:gd name="T12" fmla="*/ 1 w 382"/>
                <a:gd name="T13" fmla="*/ 3 h 628"/>
                <a:gd name="T14" fmla="*/ 1 w 382"/>
                <a:gd name="T15" fmla="*/ 3 h 628"/>
                <a:gd name="T16" fmla="*/ 1 w 382"/>
                <a:gd name="T17" fmla="*/ 3 h 628"/>
                <a:gd name="T18" fmla="*/ 1 w 382"/>
                <a:gd name="T19" fmla="*/ 2 h 628"/>
                <a:gd name="T20" fmla="*/ 2 w 382"/>
                <a:gd name="T21" fmla="*/ 2 h 628"/>
                <a:gd name="T22" fmla="*/ 2 w 382"/>
                <a:gd name="T23" fmla="*/ 2 h 628"/>
                <a:gd name="T24" fmla="*/ 2 w 382"/>
                <a:gd name="T25" fmla="*/ 2 h 628"/>
                <a:gd name="T26" fmla="*/ 2 w 382"/>
                <a:gd name="T27" fmla="*/ 1 h 628"/>
                <a:gd name="T28" fmla="*/ 2 w 382"/>
                <a:gd name="T29" fmla="*/ 1 h 628"/>
                <a:gd name="T30" fmla="*/ 3 w 382"/>
                <a:gd name="T31" fmla="*/ 1 h 628"/>
                <a:gd name="T32" fmla="*/ 3 w 382"/>
                <a:gd name="T33" fmla="*/ 1 h 628"/>
                <a:gd name="T34" fmla="*/ 3 w 382"/>
                <a:gd name="T35" fmla="*/ 1 h 628"/>
                <a:gd name="T36" fmla="*/ 3 w 382"/>
                <a:gd name="T37" fmla="*/ 0 h 628"/>
                <a:gd name="T38" fmla="*/ 2 w 382"/>
                <a:gd name="T39" fmla="*/ 0 h 628"/>
                <a:gd name="T40" fmla="*/ 2 w 382"/>
                <a:gd name="T41" fmla="*/ 0 h 628"/>
                <a:gd name="T42" fmla="*/ 2 w 382"/>
                <a:gd name="T43" fmla="*/ 1 h 628"/>
                <a:gd name="T44" fmla="*/ 2 w 382"/>
                <a:gd name="T45" fmla="*/ 1 h 628"/>
                <a:gd name="T46" fmla="*/ 1 w 382"/>
                <a:gd name="T47" fmla="*/ 1 h 628"/>
                <a:gd name="T48" fmla="*/ 1 w 382"/>
                <a:gd name="T49" fmla="*/ 1 h 628"/>
                <a:gd name="T50" fmla="*/ 1 w 382"/>
                <a:gd name="T51" fmla="*/ 2 h 628"/>
                <a:gd name="T52" fmla="*/ 1 w 382"/>
                <a:gd name="T53" fmla="*/ 2 h 628"/>
                <a:gd name="T54" fmla="*/ 1 w 382"/>
                <a:gd name="T55" fmla="*/ 2 h 628"/>
                <a:gd name="T56" fmla="*/ 0 w 382"/>
                <a:gd name="T57" fmla="*/ 3 h 628"/>
                <a:gd name="T58" fmla="*/ 0 w 382"/>
                <a:gd name="T59" fmla="*/ 3 h 628"/>
                <a:gd name="T60" fmla="*/ 0 w 382"/>
                <a:gd name="T61" fmla="*/ 3 h 628"/>
                <a:gd name="T62" fmla="*/ 0 w 382"/>
                <a:gd name="T63" fmla="*/ 4 h 628"/>
                <a:gd name="T64" fmla="*/ 0 w 382"/>
                <a:gd name="T65" fmla="*/ 4 h 628"/>
                <a:gd name="T66" fmla="*/ 0 w 382"/>
                <a:gd name="T67" fmla="*/ 4 h 628"/>
                <a:gd name="T68" fmla="*/ 0 w 382"/>
                <a:gd name="T69" fmla="*/ 5 h 628"/>
                <a:gd name="T70" fmla="*/ 0 w 382"/>
                <a:gd name="T71" fmla="*/ 5 h 628"/>
                <a:gd name="T72" fmla="*/ 0 w 382"/>
                <a:gd name="T73" fmla="*/ 5 h 628"/>
                <a:gd name="T74" fmla="*/ 0 w 382"/>
                <a:gd name="T75" fmla="*/ 5 h 628"/>
                <a:gd name="T76" fmla="*/ 0 w 382"/>
                <a:gd name="T77" fmla="*/ 5 h 628"/>
                <a:gd name="T78" fmla="*/ 0 w 382"/>
                <a:gd name="T79" fmla="*/ 5 h 628"/>
                <a:gd name="T80" fmla="*/ 0 w 382"/>
                <a:gd name="T81" fmla="*/ 5 h 628"/>
                <a:gd name="T82" fmla="*/ 1 w 382"/>
                <a:gd name="T83" fmla="*/ 5 h 628"/>
                <a:gd name="T84" fmla="*/ 1 w 382"/>
                <a:gd name="T85" fmla="*/ 5 h 628"/>
                <a:gd name="T86" fmla="*/ 1 w 382"/>
                <a:gd name="T87" fmla="*/ 5 h 628"/>
                <a:gd name="T88" fmla="*/ 1 w 382"/>
                <a:gd name="T89" fmla="*/ 5 h 628"/>
                <a:gd name="T90" fmla="*/ 1 w 382"/>
                <a:gd name="T91" fmla="*/ 5 h 628"/>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382"/>
                <a:gd name="T139" fmla="*/ 0 h 628"/>
                <a:gd name="T140" fmla="*/ 382 w 382"/>
                <a:gd name="T141" fmla="*/ 628 h 628"/>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382" h="628">
                  <a:moveTo>
                    <a:pt x="94" y="581"/>
                  </a:moveTo>
                  <a:lnTo>
                    <a:pt x="94" y="582"/>
                  </a:lnTo>
                  <a:lnTo>
                    <a:pt x="96" y="541"/>
                  </a:lnTo>
                  <a:lnTo>
                    <a:pt x="99" y="500"/>
                  </a:lnTo>
                  <a:lnTo>
                    <a:pt x="106" y="463"/>
                  </a:lnTo>
                  <a:lnTo>
                    <a:pt x="115" y="424"/>
                  </a:lnTo>
                  <a:lnTo>
                    <a:pt x="127" y="389"/>
                  </a:lnTo>
                  <a:lnTo>
                    <a:pt x="140" y="353"/>
                  </a:lnTo>
                  <a:lnTo>
                    <a:pt x="156" y="320"/>
                  </a:lnTo>
                  <a:lnTo>
                    <a:pt x="173" y="287"/>
                  </a:lnTo>
                  <a:lnTo>
                    <a:pt x="193" y="255"/>
                  </a:lnTo>
                  <a:lnTo>
                    <a:pt x="214" y="226"/>
                  </a:lnTo>
                  <a:lnTo>
                    <a:pt x="238" y="198"/>
                  </a:lnTo>
                  <a:lnTo>
                    <a:pt x="263" y="172"/>
                  </a:lnTo>
                  <a:lnTo>
                    <a:pt x="290" y="146"/>
                  </a:lnTo>
                  <a:lnTo>
                    <a:pt x="318" y="122"/>
                  </a:lnTo>
                  <a:lnTo>
                    <a:pt x="349" y="101"/>
                  </a:lnTo>
                  <a:lnTo>
                    <a:pt x="382" y="82"/>
                  </a:lnTo>
                  <a:lnTo>
                    <a:pt x="335" y="0"/>
                  </a:lnTo>
                  <a:lnTo>
                    <a:pt x="297" y="23"/>
                  </a:lnTo>
                  <a:lnTo>
                    <a:pt x="262" y="49"/>
                  </a:lnTo>
                  <a:lnTo>
                    <a:pt x="229" y="76"/>
                  </a:lnTo>
                  <a:lnTo>
                    <a:pt x="198" y="104"/>
                  </a:lnTo>
                  <a:lnTo>
                    <a:pt x="167" y="137"/>
                  </a:lnTo>
                  <a:lnTo>
                    <a:pt x="142" y="170"/>
                  </a:lnTo>
                  <a:lnTo>
                    <a:pt x="116" y="204"/>
                  </a:lnTo>
                  <a:lnTo>
                    <a:pt x="94" y="240"/>
                  </a:lnTo>
                  <a:lnTo>
                    <a:pt x="74" y="278"/>
                  </a:lnTo>
                  <a:lnTo>
                    <a:pt x="54" y="317"/>
                  </a:lnTo>
                  <a:lnTo>
                    <a:pt x="38" y="359"/>
                  </a:lnTo>
                  <a:lnTo>
                    <a:pt x="26" y="401"/>
                  </a:lnTo>
                  <a:lnTo>
                    <a:pt x="15" y="444"/>
                  </a:lnTo>
                  <a:lnTo>
                    <a:pt x="8" y="489"/>
                  </a:lnTo>
                  <a:lnTo>
                    <a:pt x="2" y="534"/>
                  </a:lnTo>
                  <a:lnTo>
                    <a:pt x="0" y="580"/>
                  </a:lnTo>
                  <a:lnTo>
                    <a:pt x="0" y="581"/>
                  </a:lnTo>
                  <a:lnTo>
                    <a:pt x="0" y="580"/>
                  </a:lnTo>
                  <a:lnTo>
                    <a:pt x="3" y="600"/>
                  </a:lnTo>
                  <a:lnTo>
                    <a:pt x="14" y="615"/>
                  </a:lnTo>
                  <a:lnTo>
                    <a:pt x="29" y="625"/>
                  </a:lnTo>
                  <a:lnTo>
                    <a:pt x="45" y="628"/>
                  </a:lnTo>
                  <a:lnTo>
                    <a:pt x="63" y="626"/>
                  </a:lnTo>
                  <a:lnTo>
                    <a:pt x="78" y="616"/>
                  </a:lnTo>
                  <a:lnTo>
                    <a:pt x="89" y="602"/>
                  </a:lnTo>
                  <a:lnTo>
                    <a:pt x="94" y="582"/>
                  </a:lnTo>
                  <a:lnTo>
                    <a:pt x="94" y="5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7965" name="Freeform 43"/>
            <p:cNvSpPr>
              <a:spLocks/>
            </p:cNvSpPr>
            <p:nvPr/>
          </p:nvSpPr>
          <p:spPr bwMode="auto">
            <a:xfrm>
              <a:off x="868" y="1712"/>
              <a:ext cx="19" cy="364"/>
            </a:xfrm>
            <a:custGeom>
              <a:avLst/>
              <a:gdLst>
                <a:gd name="T0" fmla="*/ 1 w 94"/>
                <a:gd name="T1" fmla="*/ 14 h 1818"/>
                <a:gd name="T2" fmla="*/ 1 w 94"/>
                <a:gd name="T3" fmla="*/ 14 h 1818"/>
                <a:gd name="T4" fmla="*/ 1 w 94"/>
                <a:gd name="T5" fmla="*/ 0 h 1818"/>
                <a:gd name="T6" fmla="*/ 0 w 94"/>
                <a:gd name="T7" fmla="*/ 0 h 1818"/>
                <a:gd name="T8" fmla="*/ 0 w 94"/>
                <a:gd name="T9" fmla="*/ 14 h 1818"/>
                <a:gd name="T10" fmla="*/ 0 w 94"/>
                <a:gd name="T11" fmla="*/ 14 h 1818"/>
                <a:gd name="T12" fmla="*/ 0 w 94"/>
                <a:gd name="T13" fmla="*/ 14 h 1818"/>
                <a:gd name="T14" fmla="*/ 0 w 94"/>
                <a:gd name="T15" fmla="*/ 14 h 1818"/>
                <a:gd name="T16" fmla="*/ 0 w 94"/>
                <a:gd name="T17" fmla="*/ 14 h 1818"/>
                <a:gd name="T18" fmla="*/ 0 w 94"/>
                <a:gd name="T19" fmla="*/ 15 h 1818"/>
                <a:gd name="T20" fmla="*/ 0 w 94"/>
                <a:gd name="T21" fmla="*/ 15 h 1818"/>
                <a:gd name="T22" fmla="*/ 1 w 94"/>
                <a:gd name="T23" fmla="*/ 15 h 1818"/>
                <a:gd name="T24" fmla="*/ 1 w 94"/>
                <a:gd name="T25" fmla="*/ 14 h 1818"/>
                <a:gd name="T26" fmla="*/ 1 w 94"/>
                <a:gd name="T27" fmla="*/ 14 h 1818"/>
                <a:gd name="T28" fmla="*/ 1 w 94"/>
                <a:gd name="T29" fmla="*/ 14 h 1818"/>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94"/>
                <a:gd name="T46" fmla="*/ 0 h 1818"/>
                <a:gd name="T47" fmla="*/ 94 w 94"/>
                <a:gd name="T48" fmla="*/ 1818 h 1818"/>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94" h="1818">
                  <a:moveTo>
                    <a:pt x="94" y="1771"/>
                  </a:moveTo>
                  <a:lnTo>
                    <a:pt x="94" y="1771"/>
                  </a:lnTo>
                  <a:lnTo>
                    <a:pt x="94" y="0"/>
                  </a:lnTo>
                  <a:lnTo>
                    <a:pt x="0" y="0"/>
                  </a:lnTo>
                  <a:lnTo>
                    <a:pt x="0" y="1771"/>
                  </a:lnTo>
                  <a:lnTo>
                    <a:pt x="3" y="1791"/>
                  </a:lnTo>
                  <a:lnTo>
                    <a:pt x="15" y="1806"/>
                  </a:lnTo>
                  <a:lnTo>
                    <a:pt x="29" y="1814"/>
                  </a:lnTo>
                  <a:lnTo>
                    <a:pt x="47" y="1818"/>
                  </a:lnTo>
                  <a:lnTo>
                    <a:pt x="64" y="1814"/>
                  </a:lnTo>
                  <a:lnTo>
                    <a:pt x="79" y="1806"/>
                  </a:lnTo>
                  <a:lnTo>
                    <a:pt x="90" y="1791"/>
                  </a:lnTo>
                  <a:lnTo>
                    <a:pt x="94" y="17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7966" name="Freeform 44"/>
            <p:cNvSpPr>
              <a:spLocks/>
            </p:cNvSpPr>
            <p:nvPr/>
          </p:nvSpPr>
          <p:spPr bwMode="auto">
            <a:xfrm>
              <a:off x="868" y="2067"/>
              <a:ext cx="90" cy="160"/>
            </a:xfrm>
            <a:custGeom>
              <a:avLst/>
              <a:gdLst>
                <a:gd name="T0" fmla="*/ 3 w 449"/>
                <a:gd name="T1" fmla="*/ 6 h 803"/>
                <a:gd name="T2" fmla="*/ 3 w 449"/>
                <a:gd name="T3" fmla="*/ 6 h 803"/>
                <a:gd name="T4" fmla="*/ 3 w 449"/>
                <a:gd name="T5" fmla="*/ 5 h 803"/>
                <a:gd name="T6" fmla="*/ 3 w 449"/>
                <a:gd name="T7" fmla="*/ 5 h 803"/>
                <a:gd name="T8" fmla="*/ 3 w 449"/>
                <a:gd name="T9" fmla="*/ 5 h 803"/>
                <a:gd name="T10" fmla="*/ 2 w 449"/>
                <a:gd name="T11" fmla="*/ 5 h 803"/>
                <a:gd name="T12" fmla="*/ 2 w 449"/>
                <a:gd name="T13" fmla="*/ 4 h 803"/>
                <a:gd name="T14" fmla="*/ 2 w 449"/>
                <a:gd name="T15" fmla="*/ 4 h 803"/>
                <a:gd name="T16" fmla="*/ 2 w 449"/>
                <a:gd name="T17" fmla="*/ 4 h 803"/>
                <a:gd name="T18" fmla="*/ 2 w 449"/>
                <a:gd name="T19" fmla="*/ 3 h 803"/>
                <a:gd name="T20" fmla="*/ 1 w 449"/>
                <a:gd name="T21" fmla="*/ 3 h 803"/>
                <a:gd name="T22" fmla="*/ 1 w 449"/>
                <a:gd name="T23" fmla="*/ 2 h 803"/>
                <a:gd name="T24" fmla="*/ 1 w 449"/>
                <a:gd name="T25" fmla="*/ 2 h 803"/>
                <a:gd name="T26" fmla="*/ 1 w 449"/>
                <a:gd name="T27" fmla="*/ 2 h 803"/>
                <a:gd name="T28" fmla="*/ 1 w 449"/>
                <a:gd name="T29" fmla="*/ 1 h 803"/>
                <a:gd name="T30" fmla="*/ 1 w 449"/>
                <a:gd name="T31" fmla="*/ 1 h 803"/>
                <a:gd name="T32" fmla="*/ 1 w 449"/>
                <a:gd name="T33" fmla="*/ 0 h 803"/>
                <a:gd name="T34" fmla="*/ 1 w 449"/>
                <a:gd name="T35" fmla="*/ 0 h 803"/>
                <a:gd name="T36" fmla="*/ 0 w 449"/>
                <a:gd name="T37" fmla="*/ 0 h 803"/>
                <a:gd name="T38" fmla="*/ 0 w 449"/>
                <a:gd name="T39" fmla="*/ 0 h 803"/>
                <a:gd name="T40" fmla="*/ 0 w 449"/>
                <a:gd name="T41" fmla="*/ 1 h 803"/>
                <a:gd name="T42" fmla="*/ 0 w 449"/>
                <a:gd name="T43" fmla="*/ 1 h 803"/>
                <a:gd name="T44" fmla="*/ 0 w 449"/>
                <a:gd name="T45" fmla="*/ 2 h 803"/>
                <a:gd name="T46" fmla="*/ 0 w 449"/>
                <a:gd name="T47" fmla="*/ 2 h 803"/>
                <a:gd name="T48" fmla="*/ 0 w 449"/>
                <a:gd name="T49" fmla="*/ 3 h 803"/>
                <a:gd name="T50" fmla="*/ 1 w 449"/>
                <a:gd name="T51" fmla="*/ 3 h 803"/>
                <a:gd name="T52" fmla="*/ 1 w 449"/>
                <a:gd name="T53" fmla="*/ 4 h 803"/>
                <a:gd name="T54" fmla="*/ 1 w 449"/>
                <a:gd name="T55" fmla="*/ 4 h 803"/>
                <a:gd name="T56" fmla="*/ 1 w 449"/>
                <a:gd name="T57" fmla="*/ 4 h 803"/>
                <a:gd name="T58" fmla="*/ 2 w 449"/>
                <a:gd name="T59" fmla="*/ 5 h 803"/>
                <a:gd name="T60" fmla="*/ 2 w 449"/>
                <a:gd name="T61" fmla="*/ 5 h 803"/>
                <a:gd name="T62" fmla="*/ 2 w 449"/>
                <a:gd name="T63" fmla="*/ 5 h 803"/>
                <a:gd name="T64" fmla="*/ 2 w 449"/>
                <a:gd name="T65" fmla="*/ 6 h 803"/>
                <a:gd name="T66" fmla="*/ 3 w 449"/>
                <a:gd name="T67" fmla="*/ 6 h 803"/>
                <a:gd name="T68" fmla="*/ 3 w 449"/>
                <a:gd name="T69" fmla="*/ 6 h 803"/>
                <a:gd name="T70" fmla="*/ 3 w 449"/>
                <a:gd name="T71" fmla="*/ 6 h 803"/>
                <a:gd name="T72" fmla="*/ 3 w 449"/>
                <a:gd name="T73" fmla="*/ 6 h 803"/>
                <a:gd name="T74" fmla="*/ 3 w 449"/>
                <a:gd name="T75" fmla="*/ 6 h 803"/>
                <a:gd name="T76" fmla="*/ 3 w 449"/>
                <a:gd name="T77" fmla="*/ 6 h 803"/>
                <a:gd name="T78" fmla="*/ 3 w 449"/>
                <a:gd name="T79" fmla="*/ 6 h 803"/>
                <a:gd name="T80" fmla="*/ 4 w 449"/>
                <a:gd name="T81" fmla="*/ 6 h 803"/>
                <a:gd name="T82" fmla="*/ 4 w 449"/>
                <a:gd name="T83" fmla="*/ 6 h 803"/>
                <a:gd name="T84" fmla="*/ 4 w 449"/>
                <a:gd name="T85" fmla="*/ 6 h 803"/>
                <a:gd name="T86" fmla="*/ 4 w 449"/>
                <a:gd name="T87" fmla="*/ 6 h 803"/>
                <a:gd name="T88" fmla="*/ 3 w 449"/>
                <a:gd name="T89" fmla="*/ 6 h 803"/>
                <a:gd name="T90" fmla="*/ 3 w 449"/>
                <a:gd name="T91" fmla="*/ 6 h 80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449"/>
                <a:gd name="T139" fmla="*/ 0 h 803"/>
                <a:gd name="T140" fmla="*/ 449 w 449"/>
                <a:gd name="T141" fmla="*/ 803 h 80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449" h="803">
                  <a:moveTo>
                    <a:pt x="426" y="717"/>
                  </a:moveTo>
                  <a:lnTo>
                    <a:pt x="427" y="717"/>
                  </a:lnTo>
                  <a:lnTo>
                    <a:pt x="395" y="693"/>
                  </a:lnTo>
                  <a:lnTo>
                    <a:pt x="361" y="662"/>
                  </a:lnTo>
                  <a:lnTo>
                    <a:pt x="329" y="628"/>
                  </a:lnTo>
                  <a:lnTo>
                    <a:pt x="299" y="591"/>
                  </a:lnTo>
                  <a:lnTo>
                    <a:pt x="269" y="551"/>
                  </a:lnTo>
                  <a:lnTo>
                    <a:pt x="241" y="507"/>
                  </a:lnTo>
                  <a:lnTo>
                    <a:pt x="215" y="460"/>
                  </a:lnTo>
                  <a:lnTo>
                    <a:pt x="191" y="412"/>
                  </a:lnTo>
                  <a:lnTo>
                    <a:pt x="170" y="363"/>
                  </a:lnTo>
                  <a:lnTo>
                    <a:pt x="151" y="312"/>
                  </a:lnTo>
                  <a:lnTo>
                    <a:pt x="133" y="259"/>
                  </a:lnTo>
                  <a:lnTo>
                    <a:pt x="119" y="207"/>
                  </a:lnTo>
                  <a:lnTo>
                    <a:pt x="108" y="156"/>
                  </a:lnTo>
                  <a:lnTo>
                    <a:pt x="101" y="103"/>
                  </a:lnTo>
                  <a:lnTo>
                    <a:pt x="96" y="51"/>
                  </a:lnTo>
                  <a:lnTo>
                    <a:pt x="94" y="0"/>
                  </a:lnTo>
                  <a:lnTo>
                    <a:pt x="0" y="0"/>
                  </a:lnTo>
                  <a:lnTo>
                    <a:pt x="2" y="56"/>
                  </a:lnTo>
                  <a:lnTo>
                    <a:pt x="7" y="115"/>
                  </a:lnTo>
                  <a:lnTo>
                    <a:pt x="16" y="172"/>
                  </a:lnTo>
                  <a:lnTo>
                    <a:pt x="28" y="231"/>
                  </a:lnTo>
                  <a:lnTo>
                    <a:pt x="44" y="287"/>
                  </a:lnTo>
                  <a:lnTo>
                    <a:pt x="62" y="342"/>
                  </a:lnTo>
                  <a:lnTo>
                    <a:pt x="83" y="398"/>
                  </a:lnTo>
                  <a:lnTo>
                    <a:pt x="106" y="452"/>
                  </a:lnTo>
                  <a:lnTo>
                    <a:pt x="133" y="505"/>
                  </a:lnTo>
                  <a:lnTo>
                    <a:pt x="161" y="554"/>
                  </a:lnTo>
                  <a:lnTo>
                    <a:pt x="192" y="602"/>
                  </a:lnTo>
                  <a:lnTo>
                    <a:pt x="224" y="647"/>
                  </a:lnTo>
                  <a:lnTo>
                    <a:pt x="259" y="689"/>
                  </a:lnTo>
                  <a:lnTo>
                    <a:pt x="295" y="728"/>
                  </a:lnTo>
                  <a:lnTo>
                    <a:pt x="334" y="763"/>
                  </a:lnTo>
                  <a:lnTo>
                    <a:pt x="374" y="795"/>
                  </a:lnTo>
                  <a:lnTo>
                    <a:pt x="375" y="795"/>
                  </a:lnTo>
                  <a:lnTo>
                    <a:pt x="374" y="795"/>
                  </a:lnTo>
                  <a:lnTo>
                    <a:pt x="392" y="803"/>
                  </a:lnTo>
                  <a:lnTo>
                    <a:pt x="411" y="803"/>
                  </a:lnTo>
                  <a:lnTo>
                    <a:pt x="426" y="795"/>
                  </a:lnTo>
                  <a:lnTo>
                    <a:pt x="439" y="782"/>
                  </a:lnTo>
                  <a:lnTo>
                    <a:pt x="446" y="766"/>
                  </a:lnTo>
                  <a:lnTo>
                    <a:pt x="449" y="749"/>
                  </a:lnTo>
                  <a:lnTo>
                    <a:pt x="441" y="732"/>
                  </a:lnTo>
                  <a:lnTo>
                    <a:pt x="427" y="717"/>
                  </a:lnTo>
                  <a:lnTo>
                    <a:pt x="426" y="71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7967" name="Freeform 45"/>
            <p:cNvSpPr>
              <a:spLocks/>
            </p:cNvSpPr>
            <p:nvPr/>
          </p:nvSpPr>
          <p:spPr bwMode="auto">
            <a:xfrm>
              <a:off x="883" y="1673"/>
              <a:ext cx="379" cy="690"/>
            </a:xfrm>
            <a:custGeom>
              <a:avLst/>
              <a:gdLst>
                <a:gd name="T0" fmla="*/ 12 w 1897"/>
                <a:gd name="T1" fmla="*/ 6 h 3450"/>
                <a:gd name="T2" fmla="*/ 13 w 1897"/>
                <a:gd name="T3" fmla="*/ 7 h 3450"/>
                <a:gd name="T4" fmla="*/ 13 w 1897"/>
                <a:gd name="T5" fmla="*/ 7 h 3450"/>
                <a:gd name="T6" fmla="*/ 14 w 1897"/>
                <a:gd name="T7" fmla="*/ 8 h 3450"/>
                <a:gd name="T8" fmla="*/ 14 w 1897"/>
                <a:gd name="T9" fmla="*/ 9 h 3450"/>
                <a:gd name="T10" fmla="*/ 15 w 1897"/>
                <a:gd name="T11" fmla="*/ 10 h 3450"/>
                <a:gd name="T12" fmla="*/ 15 w 1897"/>
                <a:gd name="T13" fmla="*/ 11 h 3450"/>
                <a:gd name="T14" fmla="*/ 15 w 1897"/>
                <a:gd name="T15" fmla="*/ 11 h 3450"/>
                <a:gd name="T16" fmla="*/ 15 w 1897"/>
                <a:gd name="T17" fmla="*/ 12 h 3450"/>
                <a:gd name="T18" fmla="*/ 15 w 1897"/>
                <a:gd name="T19" fmla="*/ 26 h 3450"/>
                <a:gd name="T20" fmla="*/ 15 w 1897"/>
                <a:gd name="T21" fmla="*/ 26 h 3450"/>
                <a:gd name="T22" fmla="*/ 15 w 1897"/>
                <a:gd name="T23" fmla="*/ 27 h 3450"/>
                <a:gd name="T24" fmla="*/ 15 w 1897"/>
                <a:gd name="T25" fmla="*/ 27 h 3450"/>
                <a:gd name="T26" fmla="*/ 14 w 1897"/>
                <a:gd name="T27" fmla="*/ 27 h 3450"/>
                <a:gd name="T28" fmla="*/ 14 w 1897"/>
                <a:gd name="T29" fmla="*/ 28 h 3450"/>
                <a:gd name="T30" fmla="*/ 13 w 1897"/>
                <a:gd name="T31" fmla="*/ 28 h 3450"/>
                <a:gd name="T32" fmla="*/ 13 w 1897"/>
                <a:gd name="T33" fmla="*/ 27 h 3450"/>
                <a:gd name="T34" fmla="*/ 3 w 1897"/>
                <a:gd name="T35" fmla="*/ 21 h 3450"/>
                <a:gd name="T36" fmla="*/ 2 w 1897"/>
                <a:gd name="T37" fmla="*/ 21 h 3450"/>
                <a:gd name="T38" fmla="*/ 2 w 1897"/>
                <a:gd name="T39" fmla="*/ 20 h 3450"/>
                <a:gd name="T40" fmla="*/ 1 w 1897"/>
                <a:gd name="T41" fmla="*/ 19 h 3450"/>
                <a:gd name="T42" fmla="*/ 1 w 1897"/>
                <a:gd name="T43" fmla="*/ 19 h 3450"/>
                <a:gd name="T44" fmla="*/ 0 w 1897"/>
                <a:gd name="T45" fmla="*/ 18 h 3450"/>
                <a:gd name="T46" fmla="*/ 0 w 1897"/>
                <a:gd name="T47" fmla="*/ 17 h 3450"/>
                <a:gd name="T48" fmla="*/ 0 w 1897"/>
                <a:gd name="T49" fmla="*/ 16 h 3450"/>
                <a:gd name="T50" fmla="*/ 0 w 1897"/>
                <a:gd name="T51" fmla="*/ 15 h 3450"/>
                <a:gd name="T52" fmla="*/ 0 w 1897"/>
                <a:gd name="T53" fmla="*/ 2 h 3450"/>
                <a:gd name="T54" fmla="*/ 0 w 1897"/>
                <a:gd name="T55" fmla="*/ 1 h 3450"/>
                <a:gd name="T56" fmla="*/ 0 w 1897"/>
                <a:gd name="T57" fmla="*/ 1 h 3450"/>
                <a:gd name="T58" fmla="*/ 1 w 1897"/>
                <a:gd name="T59" fmla="*/ 0 h 3450"/>
                <a:gd name="T60" fmla="*/ 1 w 1897"/>
                <a:gd name="T61" fmla="*/ 0 h 3450"/>
                <a:gd name="T62" fmla="*/ 1 w 1897"/>
                <a:gd name="T63" fmla="*/ 0 h 3450"/>
                <a:gd name="T64" fmla="*/ 2 w 1897"/>
                <a:gd name="T65" fmla="*/ 0 h 3450"/>
                <a:gd name="T66" fmla="*/ 3 w 1897"/>
                <a:gd name="T67" fmla="*/ 0 h 3450"/>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897"/>
                <a:gd name="T103" fmla="*/ 0 h 3450"/>
                <a:gd name="T104" fmla="*/ 1897 w 1897"/>
                <a:gd name="T105" fmla="*/ 3450 h 3450"/>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897" h="3450">
                  <a:moveTo>
                    <a:pt x="357" y="49"/>
                  </a:moveTo>
                  <a:lnTo>
                    <a:pt x="1542" y="806"/>
                  </a:lnTo>
                  <a:lnTo>
                    <a:pt x="1579" y="832"/>
                  </a:lnTo>
                  <a:lnTo>
                    <a:pt x="1614" y="861"/>
                  </a:lnTo>
                  <a:lnTo>
                    <a:pt x="1648" y="895"/>
                  </a:lnTo>
                  <a:lnTo>
                    <a:pt x="1681" y="933"/>
                  </a:lnTo>
                  <a:lnTo>
                    <a:pt x="1711" y="973"/>
                  </a:lnTo>
                  <a:lnTo>
                    <a:pt x="1740" y="1016"/>
                  </a:lnTo>
                  <a:lnTo>
                    <a:pt x="1768" y="1062"/>
                  </a:lnTo>
                  <a:lnTo>
                    <a:pt x="1793" y="1109"/>
                  </a:lnTo>
                  <a:lnTo>
                    <a:pt x="1816" y="1158"/>
                  </a:lnTo>
                  <a:lnTo>
                    <a:pt x="1836" y="1208"/>
                  </a:lnTo>
                  <a:lnTo>
                    <a:pt x="1854" y="1260"/>
                  </a:lnTo>
                  <a:lnTo>
                    <a:pt x="1869" y="1313"/>
                  </a:lnTo>
                  <a:lnTo>
                    <a:pt x="1881" y="1364"/>
                  </a:lnTo>
                  <a:lnTo>
                    <a:pt x="1890" y="1417"/>
                  </a:lnTo>
                  <a:lnTo>
                    <a:pt x="1895" y="1469"/>
                  </a:lnTo>
                  <a:lnTo>
                    <a:pt x="1897" y="1519"/>
                  </a:lnTo>
                  <a:lnTo>
                    <a:pt x="1897" y="3142"/>
                  </a:lnTo>
                  <a:lnTo>
                    <a:pt x="1895" y="3190"/>
                  </a:lnTo>
                  <a:lnTo>
                    <a:pt x="1890" y="3235"/>
                  </a:lnTo>
                  <a:lnTo>
                    <a:pt x="1881" y="3276"/>
                  </a:lnTo>
                  <a:lnTo>
                    <a:pt x="1869" y="3313"/>
                  </a:lnTo>
                  <a:lnTo>
                    <a:pt x="1854" y="3346"/>
                  </a:lnTo>
                  <a:lnTo>
                    <a:pt x="1836" y="3375"/>
                  </a:lnTo>
                  <a:lnTo>
                    <a:pt x="1816" y="3398"/>
                  </a:lnTo>
                  <a:lnTo>
                    <a:pt x="1793" y="3418"/>
                  </a:lnTo>
                  <a:lnTo>
                    <a:pt x="1768" y="3434"/>
                  </a:lnTo>
                  <a:lnTo>
                    <a:pt x="1740" y="3444"/>
                  </a:lnTo>
                  <a:lnTo>
                    <a:pt x="1711" y="3450"/>
                  </a:lnTo>
                  <a:lnTo>
                    <a:pt x="1681" y="3450"/>
                  </a:lnTo>
                  <a:lnTo>
                    <a:pt x="1648" y="3445"/>
                  </a:lnTo>
                  <a:lnTo>
                    <a:pt x="1614" y="3436"/>
                  </a:lnTo>
                  <a:lnTo>
                    <a:pt x="1579" y="3421"/>
                  </a:lnTo>
                  <a:lnTo>
                    <a:pt x="1542" y="3400"/>
                  </a:lnTo>
                  <a:lnTo>
                    <a:pt x="357" y="2643"/>
                  </a:lnTo>
                  <a:lnTo>
                    <a:pt x="320" y="2618"/>
                  </a:lnTo>
                  <a:lnTo>
                    <a:pt x="285" y="2588"/>
                  </a:lnTo>
                  <a:lnTo>
                    <a:pt x="251" y="2554"/>
                  </a:lnTo>
                  <a:lnTo>
                    <a:pt x="218" y="2517"/>
                  </a:lnTo>
                  <a:lnTo>
                    <a:pt x="187" y="2477"/>
                  </a:lnTo>
                  <a:lnTo>
                    <a:pt x="157" y="2433"/>
                  </a:lnTo>
                  <a:lnTo>
                    <a:pt x="130" y="2388"/>
                  </a:lnTo>
                  <a:lnTo>
                    <a:pt x="105" y="2341"/>
                  </a:lnTo>
                  <a:lnTo>
                    <a:pt x="81" y="2292"/>
                  </a:lnTo>
                  <a:lnTo>
                    <a:pt x="61" y="2241"/>
                  </a:lnTo>
                  <a:lnTo>
                    <a:pt x="44" y="2190"/>
                  </a:lnTo>
                  <a:lnTo>
                    <a:pt x="29" y="2138"/>
                  </a:lnTo>
                  <a:lnTo>
                    <a:pt x="17" y="2085"/>
                  </a:lnTo>
                  <a:lnTo>
                    <a:pt x="7" y="2033"/>
                  </a:lnTo>
                  <a:lnTo>
                    <a:pt x="3" y="1981"/>
                  </a:lnTo>
                  <a:lnTo>
                    <a:pt x="0" y="1931"/>
                  </a:lnTo>
                  <a:lnTo>
                    <a:pt x="0" y="308"/>
                  </a:lnTo>
                  <a:lnTo>
                    <a:pt x="3" y="260"/>
                  </a:lnTo>
                  <a:lnTo>
                    <a:pt x="7" y="215"/>
                  </a:lnTo>
                  <a:lnTo>
                    <a:pt x="17" y="174"/>
                  </a:lnTo>
                  <a:lnTo>
                    <a:pt x="29" y="137"/>
                  </a:lnTo>
                  <a:lnTo>
                    <a:pt x="44" y="104"/>
                  </a:lnTo>
                  <a:lnTo>
                    <a:pt x="61" y="76"/>
                  </a:lnTo>
                  <a:lnTo>
                    <a:pt x="81" y="51"/>
                  </a:lnTo>
                  <a:lnTo>
                    <a:pt x="105" y="31"/>
                  </a:lnTo>
                  <a:lnTo>
                    <a:pt x="130" y="16"/>
                  </a:lnTo>
                  <a:lnTo>
                    <a:pt x="157" y="5"/>
                  </a:lnTo>
                  <a:lnTo>
                    <a:pt x="187" y="0"/>
                  </a:lnTo>
                  <a:lnTo>
                    <a:pt x="218" y="0"/>
                  </a:lnTo>
                  <a:lnTo>
                    <a:pt x="251" y="3"/>
                  </a:lnTo>
                  <a:lnTo>
                    <a:pt x="285" y="14"/>
                  </a:lnTo>
                  <a:lnTo>
                    <a:pt x="320" y="29"/>
                  </a:lnTo>
                  <a:lnTo>
                    <a:pt x="357" y="49"/>
                  </a:lnTo>
                  <a:close/>
                </a:path>
              </a:pathLst>
            </a:custGeom>
            <a:solidFill>
              <a:srgbClr val="BFBFB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7968" name="Freeform 46"/>
            <p:cNvSpPr>
              <a:spLocks/>
            </p:cNvSpPr>
            <p:nvPr/>
          </p:nvSpPr>
          <p:spPr bwMode="auto">
            <a:xfrm>
              <a:off x="1268" y="1663"/>
              <a:ext cx="393" cy="711"/>
            </a:xfrm>
            <a:custGeom>
              <a:avLst/>
              <a:gdLst>
                <a:gd name="T0" fmla="*/ 3 w 1962"/>
                <a:gd name="T1" fmla="*/ 7 h 3555"/>
                <a:gd name="T2" fmla="*/ 2 w 1962"/>
                <a:gd name="T3" fmla="*/ 7 h 3555"/>
                <a:gd name="T4" fmla="*/ 2 w 1962"/>
                <a:gd name="T5" fmla="*/ 8 h 3555"/>
                <a:gd name="T6" fmla="*/ 1 w 1962"/>
                <a:gd name="T7" fmla="*/ 8 h 3555"/>
                <a:gd name="T8" fmla="*/ 1 w 1962"/>
                <a:gd name="T9" fmla="*/ 9 h 3555"/>
                <a:gd name="T10" fmla="*/ 1 w 1962"/>
                <a:gd name="T11" fmla="*/ 10 h 3555"/>
                <a:gd name="T12" fmla="*/ 0 w 1962"/>
                <a:gd name="T13" fmla="*/ 11 h 3555"/>
                <a:gd name="T14" fmla="*/ 0 w 1962"/>
                <a:gd name="T15" fmla="*/ 12 h 3555"/>
                <a:gd name="T16" fmla="*/ 0 w 1962"/>
                <a:gd name="T17" fmla="*/ 13 h 3555"/>
                <a:gd name="T18" fmla="*/ 0 w 1962"/>
                <a:gd name="T19" fmla="*/ 26 h 3555"/>
                <a:gd name="T20" fmla="*/ 0 w 1962"/>
                <a:gd name="T21" fmla="*/ 27 h 3555"/>
                <a:gd name="T22" fmla="*/ 0 w 1962"/>
                <a:gd name="T23" fmla="*/ 28 h 3555"/>
                <a:gd name="T24" fmla="*/ 1 w 1962"/>
                <a:gd name="T25" fmla="*/ 28 h 3555"/>
                <a:gd name="T26" fmla="*/ 1 w 1962"/>
                <a:gd name="T27" fmla="*/ 28 h 3555"/>
                <a:gd name="T28" fmla="*/ 2 w 1962"/>
                <a:gd name="T29" fmla="*/ 28 h 3555"/>
                <a:gd name="T30" fmla="*/ 2 w 1962"/>
                <a:gd name="T31" fmla="*/ 28 h 3555"/>
                <a:gd name="T32" fmla="*/ 3 w 1962"/>
                <a:gd name="T33" fmla="*/ 28 h 3555"/>
                <a:gd name="T34" fmla="*/ 13 w 1962"/>
                <a:gd name="T35" fmla="*/ 22 h 3555"/>
                <a:gd name="T36" fmla="*/ 13 w 1962"/>
                <a:gd name="T37" fmla="*/ 21 h 3555"/>
                <a:gd name="T38" fmla="*/ 14 w 1962"/>
                <a:gd name="T39" fmla="*/ 21 h 3555"/>
                <a:gd name="T40" fmla="*/ 14 w 1962"/>
                <a:gd name="T41" fmla="*/ 20 h 3555"/>
                <a:gd name="T42" fmla="*/ 15 w 1962"/>
                <a:gd name="T43" fmla="*/ 19 h 3555"/>
                <a:gd name="T44" fmla="*/ 15 w 1962"/>
                <a:gd name="T45" fmla="*/ 18 h 3555"/>
                <a:gd name="T46" fmla="*/ 16 w 1962"/>
                <a:gd name="T47" fmla="*/ 18 h 3555"/>
                <a:gd name="T48" fmla="*/ 16 w 1962"/>
                <a:gd name="T49" fmla="*/ 17 h 3555"/>
                <a:gd name="T50" fmla="*/ 16 w 1962"/>
                <a:gd name="T51" fmla="*/ 16 h 3555"/>
                <a:gd name="T52" fmla="*/ 16 w 1962"/>
                <a:gd name="T53" fmla="*/ 2 h 3555"/>
                <a:gd name="T54" fmla="*/ 16 w 1962"/>
                <a:gd name="T55" fmla="*/ 1 h 3555"/>
                <a:gd name="T56" fmla="*/ 15 w 1962"/>
                <a:gd name="T57" fmla="*/ 1 h 3555"/>
                <a:gd name="T58" fmla="*/ 15 w 1962"/>
                <a:gd name="T59" fmla="*/ 0 h 3555"/>
                <a:gd name="T60" fmla="*/ 15 w 1962"/>
                <a:gd name="T61" fmla="*/ 0 h 3555"/>
                <a:gd name="T62" fmla="*/ 14 w 1962"/>
                <a:gd name="T63" fmla="*/ 0 h 3555"/>
                <a:gd name="T64" fmla="*/ 14 w 1962"/>
                <a:gd name="T65" fmla="*/ 0 h 3555"/>
                <a:gd name="T66" fmla="*/ 13 w 1962"/>
                <a:gd name="T67" fmla="*/ 0 h 3555"/>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962"/>
                <a:gd name="T103" fmla="*/ 0 h 3555"/>
                <a:gd name="T104" fmla="*/ 1962 w 1962"/>
                <a:gd name="T105" fmla="*/ 3555 h 3555"/>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962" h="3555">
                  <a:moveTo>
                    <a:pt x="1594" y="50"/>
                  </a:moveTo>
                  <a:lnTo>
                    <a:pt x="368" y="831"/>
                  </a:lnTo>
                  <a:lnTo>
                    <a:pt x="330" y="858"/>
                  </a:lnTo>
                  <a:lnTo>
                    <a:pt x="294" y="888"/>
                  </a:lnTo>
                  <a:lnTo>
                    <a:pt x="259" y="922"/>
                  </a:lnTo>
                  <a:lnTo>
                    <a:pt x="225" y="961"/>
                  </a:lnTo>
                  <a:lnTo>
                    <a:pt x="193" y="1003"/>
                  </a:lnTo>
                  <a:lnTo>
                    <a:pt x="163" y="1047"/>
                  </a:lnTo>
                  <a:lnTo>
                    <a:pt x="133" y="1094"/>
                  </a:lnTo>
                  <a:lnTo>
                    <a:pt x="108" y="1143"/>
                  </a:lnTo>
                  <a:lnTo>
                    <a:pt x="84" y="1193"/>
                  </a:lnTo>
                  <a:lnTo>
                    <a:pt x="63" y="1246"/>
                  </a:lnTo>
                  <a:lnTo>
                    <a:pt x="44" y="1299"/>
                  </a:lnTo>
                  <a:lnTo>
                    <a:pt x="29" y="1353"/>
                  </a:lnTo>
                  <a:lnTo>
                    <a:pt x="16" y="1405"/>
                  </a:lnTo>
                  <a:lnTo>
                    <a:pt x="7" y="1459"/>
                  </a:lnTo>
                  <a:lnTo>
                    <a:pt x="2" y="1512"/>
                  </a:lnTo>
                  <a:lnTo>
                    <a:pt x="0" y="1565"/>
                  </a:lnTo>
                  <a:lnTo>
                    <a:pt x="0" y="3237"/>
                  </a:lnTo>
                  <a:lnTo>
                    <a:pt x="2" y="3287"/>
                  </a:lnTo>
                  <a:lnTo>
                    <a:pt x="7" y="3333"/>
                  </a:lnTo>
                  <a:lnTo>
                    <a:pt x="16" y="3375"/>
                  </a:lnTo>
                  <a:lnTo>
                    <a:pt x="29" y="3413"/>
                  </a:lnTo>
                  <a:lnTo>
                    <a:pt x="44" y="3447"/>
                  </a:lnTo>
                  <a:lnTo>
                    <a:pt x="63" y="3477"/>
                  </a:lnTo>
                  <a:lnTo>
                    <a:pt x="84" y="3502"/>
                  </a:lnTo>
                  <a:lnTo>
                    <a:pt x="108" y="3522"/>
                  </a:lnTo>
                  <a:lnTo>
                    <a:pt x="133" y="3538"/>
                  </a:lnTo>
                  <a:lnTo>
                    <a:pt x="163" y="3549"/>
                  </a:lnTo>
                  <a:lnTo>
                    <a:pt x="193" y="3555"/>
                  </a:lnTo>
                  <a:lnTo>
                    <a:pt x="225" y="3555"/>
                  </a:lnTo>
                  <a:lnTo>
                    <a:pt x="259" y="3550"/>
                  </a:lnTo>
                  <a:lnTo>
                    <a:pt x="294" y="3541"/>
                  </a:lnTo>
                  <a:lnTo>
                    <a:pt x="330" y="3524"/>
                  </a:lnTo>
                  <a:lnTo>
                    <a:pt x="368" y="3503"/>
                  </a:lnTo>
                  <a:lnTo>
                    <a:pt x="1594" y="2722"/>
                  </a:lnTo>
                  <a:lnTo>
                    <a:pt x="1632" y="2696"/>
                  </a:lnTo>
                  <a:lnTo>
                    <a:pt x="1668" y="2665"/>
                  </a:lnTo>
                  <a:lnTo>
                    <a:pt x="1703" y="2631"/>
                  </a:lnTo>
                  <a:lnTo>
                    <a:pt x="1737" y="2592"/>
                  </a:lnTo>
                  <a:lnTo>
                    <a:pt x="1769" y="2551"/>
                  </a:lnTo>
                  <a:lnTo>
                    <a:pt x="1799" y="2506"/>
                  </a:lnTo>
                  <a:lnTo>
                    <a:pt x="1829" y="2460"/>
                  </a:lnTo>
                  <a:lnTo>
                    <a:pt x="1854" y="2411"/>
                  </a:lnTo>
                  <a:lnTo>
                    <a:pt x="1878" y="2361"/>
                  </a:lnTo>
                  <a:lnTo>
                    <a:pt x="1899" y="2308"/>
                  </a:lnTo>
                  <a:lnTo>
                    <a:pt x="1918" y="2256"/>
                  </a:lnTo>
                  <a:lnTo>
                    <a:pt x="1933" y="2202"/>
                  </a:lnTo>
                  <a:lnTo>
                    <a:pt x="1946" y="2149"/>
                  </a:lnTo>
                  <a:lnTo>
                    <a:pt x="1955" y="2095"/>
                  </a:lnTo>
                  <a:lnTo>
                    <a:pt x="1960" y="2042"/>
                  </a:lnTo>
                  <a:lnTo>
                    <a:pt x="1962" y="1989"/>
                  </a:lnTo>
                  <a:lnTo>
                    <a:pt x="1962" y="319"/>
                  </a:lnTo>
                  <a:lnTo>
                    <a:pt x="1960" y="269"/>
                  </a:lnTo>
                  <a:lnTo>
                    <a:pt x="1955" y="223"/>
                  </a:lnTo>
                  <a:lnTo>
                    <a:pt x="1946" y="180"/>
                  </a:lnTo>
                  <a:lnTo>
                    <a:pt x="1933" y="143"/>
                  </a:lnTo>
                  <a:lnTo>
                    <a:pt x="1918" y="109"/>
                  </a:lnTo>
                  <a:lnTo>
                    <a:pt x="1899" y="79"/>
                  </a:lnTo>
                  <a:lnTo>
                    <a:pt x="1878" y="54"/>
                  </a:lnTo>
                  <a:lnTo>
                    <a:pt x="1854" y="33"/>
                  </a:lnTo>
                  <a:lnTo>
                    <a:pt x="1829" y="17"/>
                  </a:lnTo>
                  <a:lnTo>
                    <a:pt x="1799" y="7"/>
                  </a:lnTo>
                  <a:lnTo>
                    <a:pt x="1769" y="0"/>
                  </a:lnTo>
                  <a:lnTo>
                    <a:pt x="1737" y="0"/>
                  </a:lnTo>
                  <a:lnTo>
                    <a:pt x="1703" y="4"/>
                  </a:lnTo>
                  <a:lnTo>
                    <a:pt x="1668" y="14"/>
                  </a:lnTo>
                  <a:lnTo>
                    <a:pt x="1632" y="29"/>
                  </a:lnTo>
                  <a:lnTo>
                    <a:pt x="1594" y="50"/>
                  </a:lnTo>
                  <a:close/>
                </a:path>
              </a:pathLst>
            </a:custGeom>
            <a:solidFill>
              <a:srgbClr val="E5E5E5"/>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7969" name="Freeform 47"/>
            <p:cNvSpPr>
              <a:spLocks noEditPoints="1"/>
            </p:cNvSpPr>
            <p:nvPr/>
          </p:nvSpPr>
          <p:spPr bwMode="auto">
            <a:xfrm>
              <a:off x="916" y="1589"/>
              <a:ext cx="697" cy="698"/>
            </a:xfrm>
            <a:custGeom>
              <a:avLst/>
              <a:gdLst>
                <a:gd name="T0" fmla="*/ 16 w 3485"/>
                <a:gd name="T1" fmla="*/ 0 h 3490"/>
                <a:gd name="T2" fmla="*/ 17 w 3485"/>
                <a:gd name="T3" fmla="*/ 2 h 3490"/>
                <a:gd name="T4" fmla="*/ 17 w 3485"/>
                <a:gd name="T5" fmla="*/ 3 h 3490"/>
                <a:gd name="T6" fmla="*/ 14 w 3485"/>
                <a:gd name="T7" fmla="*/ 4 h 3490"/>
                <a:gd name="T8" fmla="*/ 12 w 3485"/>
                <a:gd name="T9" fmla="*/ 4 h 3490"/>
                <a:gd name="T10" fmla="*/ 11 w 3485"/>
                <a:gd name="T11" fmla="*/ 2 h 3490"/>
                <a:gd name="T12" fmla="*/ 11 w 3485"/>
                <a:gd name="T13" fmla="*/ 1 h 3490"/>
                <a:gd name="T14" fmla="*/ 14 w 3485"/>
                <a:gd name="T15" fmla="*/ 0 h 3490"/>
                <a:gd name="T16" fmla="*/ 3 w 3485"/>
                <a:gd name="T17" fmla="*/ 7 h 3490"/>
                <a:gd name="T18" fmla="*/ 4 w 3485"/>
                <a:gd name="T19" fmla="*/ 9 h 3490"/>
                <a:gd name="T20" fmla="*/ 3 w 3485"/>
                <a:gd name="T21" fmla="*/ 12 h 3490"/>
                <a:gd name="T22" fmla="*/ 2 w 3485"/>
                <a:gd name="T23" fmla="*/ 13 h 3490"/>
                <a:gd name="T24" fmla="*/ 1 w 3485"/>
                <a:gd name="T25" fmla="*/ 12 h 3490"/>
                <a:gd name="T26" fmla="*/ 0 w 3485"/>
                <a:gd name="T27" fmla="*/ 10 h 3490"/>
                <a:gd name="T28" fmla="*/ 0 w 3485"/>
                <a:gd name="T29" fmla="*/ 8 h 3490"/>
                <a:gd name="T30" fmla="*/ 2 w 3485"/>
                <a:gd name="T31" fmla="*/ 6 h 3490"/>
                <a:gd name="T32" fmla="*/ 10 w 3485"/>
                <a:gd name="T33" fmla="*/ 20 h 3490"/>
                <a:gd name="T34" fmla="*/ 11 w 3485"/>
                <a:gd name="T35" fmla="*/ 22 h 3490"/>
                <a:gd name="T36" fmla="*/ 11 w 3485"/>
                <a:gd name="T37" fmla="*/ 25 h 3490"/>
                <a:gd name="T38" fmla="*/ 10 w 3485"/>
                <a:gd name="T39" fmla="*/ 27 h 3490"/>
                <a:gd name="T40" fmla="*/ 8 w 3485"/>
                <a:gd name="T41" fmla="*/ 26 h 3490"/>
                <a:gd name="T42" fmla="*/ 7 w 3485"/>
                <a:gd name="T43" fmla="*/ 24 h 3490"/>
                <a:gd name="T44" fmla="*/ 7 w 3485"/>
                <a:gd name="T45" fmla="*/ 22 h 3490"/>
                <a:gd name="T46" fmla="*/ 8 w 3485"/>
                <a:gd name="T47" fmla="*/ 20 h 3490"/>
                <a:gd name="T48" fmla="*/ 20 w 3485"/>
                <a:gd name="T49" fmla="*/ 21 h 3490"/>
                <a:gd name="T50" fmla="*/ 21 w 3485"/>
                <a:gd name="T51" fmla="*/ 23 h 3490"/>
                <a:gd name="T52" fmla="*/ 21 w 3485"/>
                <a:gd name="T53" fmla="*/ 26 h 3490"/>
                <a:gd name="T54" fmla="*/ 20 w 3485"/>
                <a:gd name="T55" fmla="*/ 28 h 3490"/>
                <a:gd name="T56" fmla="*/ 18 w 3485"/>
                <a:gd name="T57" fmla="*/ 28 h 3490"/>
                <a:gd name="T58" fmla="*/ 17 w 3485"/>
                <a:gd name="T59" fmla="*/ 26 h 3490"/>
                <a:gd name="T60" fmla="*/ 17 w 3485"/>
                <a:gd name="T61" fmla="*/ 23 h 3490"/>
                <a:gd name="T62" fmla="*/ 18 w 3485"/>
                <a:gd name="T63" fmla="*/ 21 h 3490"/>
                <a:gd name="T64" fmla="*/ 19 w 3485"/>
                <a:gd name="T65" fmla="*/ 11 h 3490"/>
                <a:gd name="T66" fmla="*/ 20 w 3485"/>
                <a:gd name="T67" fmla="*/ 13 h 3490"/>
                <a:gd name="T68" fmla="*/ 21 w 3485"/>
                <a:gd name="T69" fmla="*/ 15 h 3490"/>
                <a:gd name="T70" fmla="*/ 20 w 3485"/>
                <a:gd name="T71" fmla="*/ 17 h 3490"/>
                <a:gd name="T72" fmla="*/ 18 w 3485"/>
                <a:gd name="T73" fmla="*/ 17 h 3490"/>
                <a:gd name="T74" fmla="*/ 17 w 3485"/>
                <a:gd name="T75" fmla="*/ 16 h 3490"/>
                <a:gd name="T76" fmla="*/ 17 w 3485"/>
                <a:gd name="T77" fmla="*/ 13 h 3490"/>
                <a:gd name="T78" fmla="*/ 18 w 3485"/>
                <a:gd name="T79" fmla="*/ 11 h 3490"/>
                <a:gd name="T80" fmla="*/ 26 w 3485"/>
                <a:gd name="T81" fmla="*/ 7 h 3490"/>
                <a:gd name="T82" fmla="*/ 27 w 3485"/>
                <a:gd name="T83" fmla="*/ 8 h 3490"/>
                <a:gd name="T84" fmla="*/ 27 w 3485"/>
                <a:gd name="T85" fmla="*/ 11 h 3490"/>
                <a:gd name="T86" fmla="*/ 26 w 3485"/>
                <a:gd name="T87" fmla="*/ 13 h 3490"/>
                <a:gd name="T88" fmla="*/ 25 w 3485"/>
                <a:gd name="T89" fmla="*/ 13 h 3490"/>
                <a:gd name="T90" fmla="*/ 24 w 3485"/>
                <a:gd name="T91" fmla="*/ 12 h 3490"/>
                <a:gd name="T92" fmla="*/ 24 w 3485"/>
                <a:gd name="T93" fmla="*/ 9 h 3490"/>
                <a:gd name="T94" fmla="*/ 24 w 3485"/>
                <a:gd name="T95" fmla="*/ 7 h 3490"/>
                <a:gd name="T96" fmla="*/ 26 w 3485"/>
                <a:gd name="T97" fmla="*/ 17 h 3490"/>
                <a:gd name="T98" fmla="*/ 27 w 3485"/>
                <a:gd name="T99" fmla="*/ 18 h 3490"/>
                <a:gd name="T100" fmla="*/ 28 w 3485"/>
                <a:gd name="T101" fmla="*/ 21 h 3490"/>
                <a:gd name="T102" fmla="*/ 27 w 3485"/>
                <a:gd name="T103" fmla="*/ 23 h 3490"/>
                <a:gd name="T104" fmla="*/ 26 w 3485"/>
                <a:gd name="T105" fmla="*/ 24 h 3490"/>
                <a:gd name="T106" fmla="*/ 24 w 3485"/>
                <a:gd name="T107" fmla="*/ 23 h 3490"/>
                <a:gd name="T108" fmla="*/ 24 w 3485"/>
                <a:gd name="T109" fmla="*/ 20 h 3490"/>
                <a:gd name="T110" fmla="*/ 25 w 3485"/>
                <a:gd name="T111" fmla="*/ 18 h 3490"/>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w 3485"/>
                <a:gd name="T169" fmla="*/ 0 h 3490"/>
                <a:gd name="T170" fmla="*/ 3485 w 3485"/>
                <a:gd name="T171" fmla="*/ 3490 h 3490"/>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T168" t="T169" r="T170" b="T171"/>
              <a:pathLst>
                <a:path w="3485" h="3490">
                  <a:moveTo>
                    <a:pt x="1754" y="0"/>
                  </a:moveTo>
                  <a:lnTo>
                    <a:pt x="1797" y="2"/>
                  </a:lnTo>
                  <a:lnTo>
                    <a:pt x="1840" y="5"/>
                  </a:lnTo>
                  <a:lnTo>
                    <a:pt x="1881" y="12"/>
                  </a:lnTo>
                  <a:lnTo>
                    <a:pt x="1921" y="20"/>
                  </a:lnTo>
                  <a:lnTo>
                    <a:pt x="1959" y="31"/>
                  </a:lnTo>
                  <a:lnTo>
                    <a:pt x="1994" y="44"/>
                  </a:lnTo>
                  <a:lnTo>
                    <a:pt x="2028" y="59"/>
                  </a:lnTo>
                  <a:lnTo>
                    <a:pt x="2058" y="74"/>
                  </a:lnTo>
                  <a:lnTo>
                    <a:pt x="2086" y="93"/>
                  </a:lnTo>
                  <a:lnTo>
                    <a:pt x="2111" y="113"/>
                  </a:lnTo>
                  <a:lnTo>
                    <a:pt x="2132" y="133"/>
                  </a:lnTo>
                  <a:lnTo>
                    <a:pt x="2151" y="155"/>
                  </a:lnTo>
                  <a:lnTo>
                    <a:pt x="2165" y="179"/>
                  </a:lnTo>
                  <a:lnTo>
                    <a:pt x="2175" y="203"/>
                  </a:lnTo>
                  <a:lnTo>
                    <a:pt x="2182" y="229"/>
                  </a:lnTo>
                  <a:lnTo>
                    <a:pt x="2185" y="255"/>
                  </a:lnTo>
                  <a:lnTo>
                    <a:pt x="2182" y="281"/>
                  </a:lnTo>
                  <a:lnTo>
                    <a:pt x="2175" y="305"/>
                  </a:lnTo>
                  <a:lnTo>
                    <a:pt x="2165" y="330"/>
                  </a:lnTo>
                  <a:lnTo>
                    <a:pt x="2151" y="353"/>
                  </a:lnTo>
                  <a:lnTo>
                    <a:pt x="2132" y="376"/>
                  </a:lnTo>
                  <a:lnTo>
                    <a:pt x="2111" y="397"/>
                  </a:lnTo>
                  <a:lnTo>
                    <a:pt x="2086" y="417"/>
                  </a:lnTo>
                  <a:lnTo>
                    <a:pt x="2058" y="434"/>
                  </a:lnTo>
                  <a:lnTo>
                    <a:pt x="2028" y="451"/>
                  </a:lnTo>
                  <a:lnTo>
                    <a:pt x="1994" y="466"/>
                  </a:lnTo>
                  <a:lnTo>
                    <a:pt x="1959" y="479"/>
                  </a:lnTo>
                  <a:lnTo>
                    <a:pt x="1921" y="489"/>
                  </a:lnTo>
                  <a:lnTo>
                    <a:pt x="1881" y="498"/>
                  </a:lnTo>
                  <a:lnTo>
                    <a:pt x="1840" y="505"/>
                  </a:lnTo>
                  <a:lnTo>
                    <a:pt x="1797" y="508"/>
                  </a:lnTo>
                  <a:lnTo>
                    <a:pt x="1754" y="509"/>
                  </a:lnTo>
                  <a:lnTo>
                    <a:pt x="1710" y="508"/>
                  </a:lnTo>
                  <a:lnTo>
                    <a:pt x="1667" y="505"/>
                  </a:lnTo>
                  <a:lnTo>
                    <a:pt x="1626" y="498"/>
                  </a:lnTo>
                  <a:lnTo>
                    <a:pt x="1586" y="489"/>
                  </a:lnTo>
                  <a:lnTo>
                    <a:pt x="1548" y="479"/>
                  </a:lnTo>
                  <a:lnTo>
                    <a:pt x="1512" y="466"/>
                  </a:lnTo>
                  <a:lnTo>
                    <a:pt x="1479" y="451"/>
                  </a:lnTo>
                  <a:lnTo>
                    <a:pt x="1449" y="434"/>
                  </a:lnTo>
                  <a:lnTo>
                    <a:pt x="1421" y="417"/>
                  </a:lnTo>
                  <a:lnTo>
                    <a:pt x="1395" y="397"/>
                  </a:lnTo>
                  <a:lnTo>
                    <a:pt x="1374" y="376"/>
                  </a:lnTo>
                  <a:lnTo>
                    <a:pt x="1355" y="353"/>
                  </a:lnTo>
                  <a:lnTo>
                    <a:pt x="1341" y="330"/>
                  </a:lnTo>
                  <a:lnTo>
                    <a:pt x="1331" y="305"/>
                  </a:lnTo>
                  <a:lnTo>
                    <a:pt x="1324" y="281"/>
                  </a:lnTo>
                  <a:lnTo>
                    <a:pt x="1321" y="255"/>
                  </a:lnTo>
                  <a:lnTo>
                    <a:pt x="1324" y="229"/>
                  </a:lnTo>
                  <a:lnTo>
                    <a:pt x="1331" y="203"/>
                  </a:lnTo>
                  <a:lnTo>
                    <a:pt x="1341" y="179"/>
                  </a:lnTo>
                  <a:lnTo>
                    <a:pt x="1355" y="155"/>
                  </a:lnTo>
                  <a:lnTo>
                    <a:pt x="1374" y="133"/>
                  </a:lnTo>
                  <a:lnTo>
                    <a:pt x="1395" y="113"/>
                  </a:lnTo>
                  <a:lnTo>
                    <a:pt x="1421" y="93"/>
                  </a:lnTo>
                  <a:lnTo>
                    <a:pt x="1449" y="74"/>
                  </a:lnTo>
                  <a:lnTo>
                    <a:pt x="1479" y="59"/>
                  </a:lnTo>
                  <a:lnTo>
                    <a:pt x="1512" y="44"/>
                  </a:lnTo>
                  <a:lnTo>
                    <a:pt x="1548" y="31"/>
                  </a:lnTo>
                  <a:lnTo>
                    <a:pt x="1586" y="20"/>
                  </a:lnTo>
                  <a:lnTo>
                    <a:pt x="1626" y="12"/>
                  </a:lnTo>
                  <a:lnTo>
                    <a:pt x="1667" y="5"/>
                  </a:lnTo>
                  <a:lnTo>
                    <a:pt x="1710" y="2"/>
                  </a:lnTo>
                  <a:lnTo>
                    <a:pt x="1754" y="0"/>
                  </a:lnTo>
                  <a:close/>
                  <a:moveTo>
                    <a:pt x="239" y="786"/>
                  </a:moveTo>
                  <a:lnTo>
                    <a:pt x="263" y="788"/>
                  </a:lnTo>
                  <a:lnTo>
                    <a:pt x="287" y="794"/>
                  </a:lnTo>
                  <a:lnTo>
                    <a:pt x="309" y="805"/>
                  </a:lnTo>
                  <a:lnTo>
                    <a:pt x="331" y="819"/>
                  </a:lnTo>
                  <a:lnTo>
                    <a:pt x="352" y="836"/>
                  </a:lnTo>
                  <a:lnTo>
                    <a:pt x="372" y="857"/>
                  </a:lnTo>
                  <a:lnTo>
                    <a:pt x="390" y="882"/>
                  </a:lnTo>
                  <a:lnTo>
                    <a:pt x="407" y="909"/>
                  </a:lnTo>
                  <a:lnTo>
                    <a:pt x="423" y="940"/>
                  </a:lnTo>
                  <a:lnTo>
                    <a:pt x="437" y="971"/>
                  </a:lnTo>
                  <a:lnTo>
                    <a:pt x="448" y="1006"/>
                  </a:lnTo>
                  <a:lnTo>
                    <a:pt x="459" y="1043"/>
                  </a:lnTo>
                  <a:lnTo>
                    <a:pt x="467" y="1081"/>
                  </a:lnTo>
                  <a:lnTo>
                    <a:pt x="473" y="1121"/>
                  </a:lnTo>
                  <a:lnTo>
                    <a:pt x="476" y="1163"/>
                  </a:lnTo>
                  <a:lnTo>
                    <a:pt x="478" y="1206"/>
                  </a:lnTo>
                  <a:lnTo>
                    <a:pt x="476" y="1248"/>
                  </a:lnTo>
                  <a:lnTo>
                    <a:pt x="473" y="1290"/>
                  </a:lnTo>
                  <a:lnTo>
                    <a:pt x="467" y="1330"/>
                  </a:lnTo>
                  <a:lnTo>
                    <a:pt x="459" y="1367"/>
                  </a:lnTo>
                  <a:lnTo>
                    <a:pt x="448" y="1405"/>
                  </a:lnTo>
                  <a:lnTo>
                    <a:pt x="437" y="1439"/>
                  </a:lnTo>
                  <a:lnTo>
                    <a:pt x="423" y="1472"/>
                  </a:lnTo>
                  <a:lnTo>
                    <a:pt x="407" y="1501"/>
                  </a:lnTo>
                  <a:lnTo>
                    <a:pt x="390" y="1528"/>
                  </a:lnTo>
                  <a:lnTo>
                    <a:pt x="372" y="1553"/>
                  </a:lnTo>
                  <a:lnTo>
                    <a:pt x="352" y="1574"/>
                  </a:lnTo>
                  <a:lnTo>
                    <a:pt x="331" y="1591"/>
                  </a:lnTo>
                  <a:lnTo>
                    <a:pt x="309" y="1605"/>
                  </a:lnTo>
                  <a:lnTo>
                    <a:pt x="287" y="1616"/>
                  </a:lnTo>
                  <a:lnTo>
                    <a:pt x="263" y="1622"/>
                  </a:lnTo>
                  <a:lnTo>
                    <a:pt x="239" y="1624"/>
                  </a:lnTo>
                  <a:lnTo>
                    <a:pt x="214" y="1622"/>
                  </a:lnTo>
                  <a:lnTo>
                    <a:pt x="191" y="1616"/>
                  </a:lnTo>
                  <a:lnTo>
                    <a:pt x="168" y="1605"/>
                  </a:lnTo>
                  <a:lnTo>
                    <a:pt x="146" y="1591"/>
                  </a:lnTo>
                  <a:lnTo>
                    <a:pt x="125" y="1574"/>
                  </a:lnTo>
                  <a:lnTo>
                    <a:pt x="105" y="1553"/>
                  </a:lnTo>
                  <a:lnTo>
                    <a:pt x="87" y="1528"/>
                  </a:lnTo>
                  <a:lnTo>
                    <a:pt x="70" y="1501"/>
                  </a:lnTo>
                  <a:lnTo>
                    <a:pt x="55" y="1472"/>
                  </a:lnTo>
                  <a:lnTo>
                    <a:pt x="41" y="1439"/>
                  </a:lnTo>
                  <a:lnTo>
                    <a:pt x="29" y="1405"/>
                  </a:lnTo>
                  <a:lnTo>
                    <a:pt x="18" y="1367"/>
                  </a:lnTo>
                  <a:lnTo>
                    <a:pt x="10" y="1330"/>
                  </a:lnTo>
                  <a:lnTo>
                    <a:pt x="4" y="1290"/>
                  </a:lnTo>
                  <a:lnTo>
                    <a:pt x="1" y="1248"/>
                  </a:lnTo>
                  <a:lnTo>
                    <a:pt x="0" y="1206"/>
                  </a:lnTo>
                  <a:lnTo>
                    <a:pt x="1" y="1163"/>
                  </a:lnTo>
                  <a:lnTo>
                    <a:pt x="4" y="1121"/>
                  </a:lnTo>
                  <a:lnTo>
                    <a:pt x="10" y="1081"/>
                  </a:lnTo>
                  <a:lnTo>
                    <a:pt x="18" y="1043"/>
                  </a:lnTo>
                  <a:lnTo>
                    <a:pt x="29" y="1006"/>
                  </a:lnTo>
                  <a:lnTo>
                    <a:pt x="41" y="971"/>
                  </a:lnTo>
                  <a:lnTo>
                    <a:pt x="55" y="940"/>
                  </a:lnTo>
                  <a:lnTo>
                    <a:pt x="70" y="909"/>
                  </a:lnTo>
                  <a:lnTo>
                    <a:pt x="87" y="882"/>
                  </a:lnTo>
                  <a:lnTo>
                    <a:pt x="105" y="857"/>
                  </a:lnTo>
                  <a:lnTo>
                    <a:pt x="125" y="836"/>
                  </a:lnTo>
                  <a:lnTo>
                    <a:pt x="146" y="819"/>
                  </a:lnTo>
                  <a:lnTo>
                    <a:pt x="168" y="805"/>
                  </a:lnTo>
                  <a:lnTo>
                    <a:pt x="191" y="794"/>
                  </a:lnTo>
                  <a:lnTo>
                    <a:pt x="214" y="788"/>
                  </a:lnTo>
                  <a:lnTo>
                    <a:pt x="239" y="786"/>
                  </a:lnTo>
                  <a:close/>
                  <a:moveTo>
                    <a:pt x="1119" y="2495"/>
                  </a:moveTo>
                  <a:lnTo>
                    <a:pt x="1143" y="2498"/>
                  </a:lnTo>
                  <a:lnTo>
                    <a:pt x="1167" y="2504"/>
                  </a:lnTo>
                  <a:lnTo>
                    <a:pt x="1190" y="2514"/>
                  </a:lnTo>
                  <a:lnTo>
                    <a:pt x="1211" y="2528"/>
                  </a:lnTo>
                  <a:lnTo>
                    <a:pt x="1232" y="2546"/>
                  </a:lnTo>
                  <a:lnTo>
                    <a:pt x="1252" y="2567"/>
                  </a:lnTo>
                  <a:lnTo>
                    <a:pt x="1271" y="2592"/>
                  </a:lnTo>
                  <a:lnTo>
                    <a:pt x="1288" y="2618"/>
                  </a:lnTo>
                  <a:lnTo>
                    <a:pt x="1304" y="2648"/>
                  </a:lnTo>
                  <a:lnTo>
                    <a:pt x="1318" y="2681"/>
                  </a:lnTo>
                  <a:lnTo>
                    <a:pt x="1329" y="2715"/>
                  </a:lnTo>
                  <a:lnTo>
                    <a:pt x="1340" y="2752"/>
                  </a:lnTo>
                  <a:lnTo>
                    <a:pt x="1348" y="2790"/>
                  </a:lnTo>
                  <a:lnTo>
                    <a:pt x="1354" y="2830"/>
                  </a:lnTo>
                  <a:lnTo>
                    <a:pt x="1358" y="2872"/>
                  </a:lnTo>
                  <a:lnTo>
                    <a:pt x="1359" y="2914"/>
                  </a:lnTo>
                  <a:lnTo>
                    <a:pt x="1358" y="2956"/>
                  </a:lnTo>
                  <a:lnTo>
                    <a:pt x="1354" y="2998"/>
                  </a:lnTo>
                  <a:lnTo>
                    <a:pt x="1348" y="3038"/>
                  </a:lnTo>
                  <a:lnTo>
                    <a:pt x="1340" y="3077"/>
                  </a:lnTo>
                  <a:lnTo>
                    <a:pt x="1329" y="3113"/>
                  </a:lnTo>
                  <a:lnTo>
                    <a:pt x="1318" y="3147"/>
                  </a:lnTo>
                  <a:lnTo>
                    <a:pt x="1304" y="3180"/>
                  </a:lnTo>
                  <a:lnTo>
                    <a:pt x="1288" y="3209"/>
                  </a:lnTo>
                  <a:lnTo>
                    <a:pt x="1271" y="3238"/>
                  </a:lnTo>
                  <a:lnTo>
                    <a:pt x="1252" y="3261"/>
                  </a:lnTo>
                  <a:lnTo>
                    <a:pt x="1232" y="3282"/>
                  </a:lnTo>
                  <a:lnTo>
                    <a:pt x="1211" y="3301"/>
                  </a:lnTo>
                  <a:lnTo>
                    <a:pt x="1190" y="3315"/>
                  </a:lnTo>
                  <a:lnTo>
                    <a:pt x="1167" y="3325"/>
                  </a:lnTo>
                  <a:lnTo>
                    <a:pt x="1143" y="3331"/>
                  </a:lnTo>
                  <a:lnTo>
                    <a:pt x="1119" y="3334"/>
                  </a:lnTo>
                  <a:lnTo>
                    <a:pt x="1094" y="3331"/>
                  </a:lnTo>
                  <a:lnTo>
                    <a:pt x="1070" y="3325"/>
                  </a:lnTo>
                  <a:lnTo>
                    <a:pt x="1048" y="3315"/>
                  </a:lnTo>
                  <a:lnTo>
                    <a:pt x="1026" y="3301"/>
                  </a:lnTo>
                  <a:lnTo>
                    <a:pt x="1005" y="3282"/>
                  </a:lnTo>
                  <a:lnTo>
                    <a:pt x="985" y="3261"/>
                  </a:lnTo>
                  <a:lnTo>
                    <a:pt x="967" y="3238"/>
                  </a:lnTo>
                  <a:lnTo>
                    <a:pt x="950" y="3209"/>
                  </a:lnTo>
                  <a:lnTo>
                    <a:pt x="935" y="3180"/>
                  </a:lnTo>
                  <a:lnTo>
                    <a:pt x="921" y="3147"/>
                  </a:lnTo>
                  <a:lnTo>
                    <a:pt x="909" y="3113"/>
                  </a:lnTo>
                  <a:lnTo>
                    <a:pt x="898" y="3077"/>
                  </a:lnTo>
                  <a:lnTo>
                    <a:pt x="890" y="3038"/>
                  </a:lnTo>
                  <a:lnTo>
                    <a:pt x="884" y="2998"/>
                  </a:lnTo>
                  <a:lnTo>
                    <a:pt x="881" y="2956"/>
                  </a:lnTo>
                  <a:lnTo>
                    <a:pt x="880" y="2914"/>
                  </a:lnTo>
                  <a:lnTo>
                    <a:pt x="881" y="2872"/>
                  </a:lnTo>
                  <a:lnTo>
                    <a:pt x="884" y="2830"/>
                  </a:lnTo>
                  <a:lnTo>
                    <a:pt x="890" y="2790"/>
                  </a:lnTo>
                  <a:lnTo>
                    <a:pt x="898" y="2752"/>
                  </a:lnTo>
                  <a:lnTo>
                    <a:pt x="909" y="2715"/>
                  </a:lnTo>
                  <a:lnTo>
                    <a:pt x="921" y="2681"/>
                  </a:lnTo>
                  <a:lnTo>
                    <a:pt x="935" y="2648"/>
                  </a:lnTo>
                  <a:lnTo>
                    <a:pt x="950" y="2618"/>
                  </a:lnTo>
                  <a:lnTo>
                    <a:pt x="967" y="2592"/>
                  </a:lnTo>
                  <a:lnTo>
                    <a:pt x="985" y="2567"/>
                  </a:lnTo>
                  <a:lnTo>
                    <a:pt x="1005" y="2546"/>
                  </a:lnTo>
                  <a:lnTo>
                    <a:pt x="1026" y="2528"/>
                  </a:lnTo>
                  <a:lnTo>
                    <a:pt x="1048" y="2514"/>
                  </a:lnTo>
                  <a:lnTo>
                    <a:pt x="1070" y="2504"/>
                  </a:lnTo>
                  <a:lnTo>
                    <a:pt x="1094" y="2498"/>
                  </a:lnTo>
                  <a:lnTo>
                    <a:pt x="1119" y="2495"/>
                  </a:lnTo>
                  <a:close/>
                  <a:moveTo>
                    <a:pt x="2380" y="2651"/>
                  </a:moveTo>
                  <a:lnTo>
                    <a:pt x="2405" y="2654"/>
                  </a:lnTo>
                  <a:lnTo>
                    <a:pt x="2428" y="2660"/>
                  </a:lnTo>
                  <a:lnTo>
                    <a:pt x="2452" y="2670"/>
                  </a:lnTo>
                  <a:lnTo>
                    <a:pt x="2473" y="2684"/>
                  </a:lnTo>
                  <a:lnTo>
                    <a:pt x="2494" y="2703"/>
                  </a:lnTo>
                  <a:lnTo>
                    <a:pt x="2514" y="2724"/>
                  </a:lnTo>
                  <a:lnTo>
                    <a:pt x="2533" y="2747"/>
                  </a:lnTo>
                  <a:lnTo>
                    <a:pt x="2550" y="2774"/>
                  </a:lnTo>
                  <a:lnTo>
                    <a:pt x="2565" y="2805"/>
                  </a:lnTo>
                  <a:lnTo>
                    <a:pt x="2580" y="2838"/>
                  </a:lnTo>
                  <a:lnTo>
                    <a:pt x="2591" y="2872"/>
                  </a:lnTo>
                  <a:lnTo>
                    <a:pt x="2602" y="2908"/>
                  </a:lnTo>
                  <a:lnTo>
                    <a:pt x="2610" y="2947"/>
                  </a:lnTo>
                  <a:lnTo>
                    <a:pt x="2616" y="2987"/>
                  </a:lnTo>
                  <a:lnTo>
                    <a:pt x="2619" y="3029"/>
                  </a:lnTo>
                  <a:lnTo>
                    <a:pt x="2621" y="3071"/>
                  </a:lnTo>
                  <a:lnTo>
                    <a:pt x="2619" y="3113"/>
                  </a:lnTo>
                  <a:lnTo>
                    <a:pt x="2616" y="3155"/>
                  </a:lnTo>
                  <a:lnTo>
                    <a:pt x="2610" y="3195"/>
                  </a:lnTo>
                  <a:lnTo>
                    <a:pt x="2602" y="3233"/>
                  </a:lnTo>
                  <a:lnTo>
                    <a:pt x="2591" y="3270"/>
                  </a:lnTo>
                  <a:lnTo>
                    <a:pt x="2580" y="3304"/>
                  </a:lnTo>
                  <a:lnTo>
                    <a:pt x="2565" y="3337"/>
                  </a:lnTo>
                  <a:lnTo>
                    <a:pt x="2550" y="3367"/>
                  </a:lnTo>
                  <a:lnTo>
                    <a:pt x="2533" y="3393"/>
                  </a:lnTo>
                  <a:lnTo>
                    <a:pt x="2514" y="3418"/>
                  </a:lnTo>
                  <a:lnTo>
                    <a:pt x="2494" y="3439"/>
                  </a:lnTo>
                  <a:lnTo>
                    <a:pt x="2473" y="3457"/>
                  </a:lnTo>
                  <a:lnTo>
                    <a:pt x="2452" y="3471"/>
                  </a:lnTo>
                  <a:lnTo>
                    <a:pt x="2428" y="3481"/>
                  </a:lnTo>
                  <a:lnTo>
                    <a:pt x="2405" y="3487"/>
                  </a:lnTo>
                  <a:lnTo>
                    <a:pt x="2380" y="3490"/>
                  </a:lnTo>
                  <a:lnTo>
                    <a:pt x="2356" y="3487"/>
                  </a:lnTo>
                  <a:lnTo>
                    <a:pt x="2332" y="3481"/>
                  </a:lnTo>
                  <a:lnTo>
                    <a:pt x="2310" y="3471"/>
                  </a:lnTo>
                  <a:lnTo>
                    <a:pt x="2288" y="3457"/>
                  </a:lnTo>
                  <a:lnTo>
                    <a:pt x="2267" y="3439"/>
                  </a:lnTo>
                  <a:lnTo>
                    <a:pt x="2248" y="3418"/>
                  </a:lnTo>
                  <a:lnTo>
                    <a:pt x="2229" y="3393"/>
                  </a:lnTo>
                  <a:lnTo>
                    <a:pt x="2212" y="3367"/>
                  </a:lnTo>
                  <a:lnTo>
                    <a:pt x="2196" y="3337"/>
                  </a:lnTo>
                  <a:lnTo>
                    <a:pt x="2182" y="3304"/>
                  </a:lnTo>
                  <a:lnTo>
                    <a:pt x="2171" y="3270"/>
                  </a:lnTo>
                  <a:lnTo>
                    <a:pt x="2160" y="3233"/>
                  </a:lnTo>
                  <a:lnTo>
                    <a:pt x="2152" y="3195"/>
                  </a:lnTo>
                  <a:lnTo>
                    <a:pt x="2146" y="3155"/>
                  </a:lnTo>
                  <a:lnTo>
                    <a:pt x="2142" y="3113"/>
                  </a:lnTo>
                  <a:lnTo>
                    <a:pt x="2141" y="3071"/>
                  </a:lnTo>
                  <a:lnTo>
                    <a:pt x="2142" y="3029"/>
                  </a:lnTo>
                  <a:lnTo>
                    <a:pt x="2146" y="2987"/>
                  </a:lnTo>
                  <a:lnTo>
                    <a:pt x="2152" y="2947"/>
                  </a:lnTo>
                  <a:lnTo>
                    <a:pt x="2160" y="2908"/>
                  </a:lnTo>
                  <a:lnTo>
                    <a:pt x="2171" y="2872"/>
                  </a:lnTo>
                  <a:lnTo>
                    <a:pt x="2182" y="2838"/>
                  </a:lnTo>
                  <a:lnTo>
                    <a:pt x="2196" y="2805"/>
                  </a:lnTo>
                  <a:lnTo>
                    <a:pt x="2212" y="2774"/>
                  </a:lnTo>
                  <a:lnTo>
                    <a:pt x="2229" y="2747"/>
                  </a:lnTo>
                  <a:lnTo>
                    <a:pt x="2248" y="2724"/>
                  </a:lnTo>
                  <a:lnTo>
                    <a:pt x="2267" y="2703"/>
                  </a:lnTo>
                  <a:lnTo>
                    <a:pt x="2288" y="2684"/>
                  </a:lnTo>
                  <a:lnTo>
                    <a:pt x="2310" y="2670"/>
                  </a:lnTo>
                  <a:lnTo>
                    <a:pt x="2332" y="2660"/>
                  </a:lnTo>
                  <a:lnTo>
                    <a:pt x="2356" y="2654"/>
                  </a:lnTo>
                  <a:lnTo>
                    <a:pt x="2380" y="2651"/>
                  </a:lnTo>
                  <a:close/>
                  <a:moveTo>
                    <a:pt x="2342" y="1355"/>
                  </a:moveTo>
                  <a:lnTo>
                    <a:pt x="2366" y="1357"/>
                  </a:lnTo>
                  <a:lnTo>
                    <a:pt x="2390" y="1363"/>
                  </a:lnTo>
                  <a:lnTo>
                    <a:pt x="2412" y="1373"/>
                  </a:lnTo>
                  <a:lnTo>
                    <a:pt x="2434" y="1387"/>
                  </a:lnTo>
                  <a:lnTo>
                    <a:pt x="2455" y="1405"/>
                  </a:lnTo>
                  <a:lnTo>
                    <a:pt x="2475" y="1426"/>
                  </a:lnTo>
                  <a:lnTo>
                    <a:pt x="2493" y="1451"/>
                  </a:lnTo>
                  <a:lnTo>
                    <a:pt x="2510" y="1478"/>
                  </a:lnTo>
                  <a:lnTo>
                    <a:pt x="2526" y="1507"/>
                  </a:lnTo>
                  <a:lnTo>
                    <a:pt x="2540" y="1540"/>
                  </a:lnTo>
                  <a:lnTo>
                    <a:pt x="2551" y="1574"/>
                  </a:lnTo>
                  <a:lnTo>
                    <a:pt x="2562" y="1611"/>
                  </a:lnTo>
                  <a:lnTo>
                    <a:pt x="2570" y="1649"/>
                  </a:lnTo>
                  <a:lnTo>
                    <a:pt x="2576" y="1689"/>
                  </a:lnTo>
                  <a:lnTo>
                    <a:pt x="2580" y="1731"/>
                  </a:lnTo>
                  <a:lnTo>
                    <a:pt x="2581" y="1773"/>
                  </a:lnTo>
                  <a:lnTo>
                    <a:pt x="2580" y="1815"/>
                  </a:lnTo>
                  <a:lnTo>
                    <a:pt x="2576" y="1858"/>
                  </a:lnTo>
                  <a:lnTo>
                    <a:pt x="2570" y="1897"/>
                  </a:lnTo>
                  <a:lnTo>
                    <a:pt x="2562" y="1936"/>
                  </a:lnTo>
                  <a:lnTo>
                    <a:pt x="2551" y="1972"/>
                  </a:lnTo>
                  <a:lnTo>
                    <a:pt x="2540" y="2008"/>
                  </a:lnTo>
                  <a:lnTo>
                    <a:pt x="2526" y="2039"/>
                  </a:lnTo>
                  <a:lnTo>
                    <a:pt x="2510" y="2070"/>
                  </a:lnTo>
                  <a:lnTo>
                    <a:pt x="2493" y="2097"/>
                  </a:lnTo>
                  <a:lnTo>
                    <a:pt x="2475" y="2121"/>
                  </a:lnTo>
                  <a:lnTo>
                    <a:pt x="2455" y="2142"/>
                  </a:lnTo>
                  <a:lnTo>
                    <a:pt x="2434" y="2160"/>
                  </a:lnTo>
                  <a:lnTo>
                    <a:pt x="2412" y="2174"/>
                  </a:lnTo>
                  <a:lnTo>
                    <a:pt x="2390" y="2185"/>
                  </a:lnTo>
                  <a:lnTo>
                    <a:pt x="2366" y="2191"/>
                  </a:lnTo>
                  <a:lnTo>
                    <a:pt x="2342" y="2193"/>
                  </a:lnTo>
                  <a:lnTo>
                    <a:pt x="2317" y="2191"/>
                  </a:lnTo>
                  <a:lnTo>
                    <a:pt x="2294" y="2185"/>
                  </a:lnTo>
                  <a:lnTo>
                    <a:pt x="2270" y="2174"/>
                  </a:lnTo>
                  <a:lnTo>
                    <a:pt x="2249" y="2160"/>
                  </a:lnTo>
                  <a:lnTo>
                    <a:pt x="2228" y="2142"/>
                  </a:lnTo>
                  <a:lnTo>
                    <a:pt x="2208" y="2121"/>
                  </a:lnTo>
                  <a:lnTo>
                    <a:pt x="2189" y="2097"/>
                  </a:lnTo>
                  <a:lnTo>
                    <a:pt x="2173" y="2070"/>
                  </a:lnTo>
                  <a:lnTo>
                    <a:pt x="2157" y="2039"/>
                  </a:lnTo>
                  <a:lnTo>
                    <a:pt x="2142" y="2008"/>
                  </a:lnTo>
                  <a:lnTo>
                    <a:pt x="2131" y="1972"/>
                  </a:lnTo>
                  <a:lnTo>
                    <a:pt x="2120" y="1936"/>
                  </a:lnTo>
                  <a:lnTo>
                    <a:pt x="2112" y="1897"/>
                  </a:lnTo>
                  <a:lnTo>
                    <a:pt x="2106" y="1858"/>
                  </a:lnTo>
                  <a:lnTo>
                    <a:pt x="2103" y="1815"/>
                  </a:lnTo>
                  <a:lnTo>
                    <a:pt x="2101" y="1773"/>
                  </a:lnTo>
                  <a:lnTo>
                    <a:pt x="2103" y="1731"/>
                  </a:lnTo>
                  <a:lnTo>
                    <a:pt x="2106" y="1689"/>
                  </a:lnTo>
                  <a:lnTo>
                    <a:pt x="2112" y="1649"/>
                  </a:lnTo>
                  <a:lnTo>
                    <a:pt x="2120" y="1611"/>
                  </a:lnTo>
                  <a:lnTo>
                    <a:pt x="2131" y="1574"/>
                  </a:lnTo>
                  <a:lnTo>
                    <a:pt x="2142" y="1540"/>
                  </a:lnTo>
                  <a:lnTo>
                    <a:pt x="2157" y="1507"/>
                  </a:lnTo>
                  <a:lnTo>
                    <a:pt x="2173" y="1478"/>
                  </a:lnTo>
                  <a:lnTo>
                    <a:pt x="2189" y="1451"/>
                  </a:lnTo>
                  <a:lnTo>
                    <a:pt x="2208" y="1426"/>
                  </a:lnTo>
                  <a:lnTo>
                    <a:pt x="2228" y="1405"/>
                  </a:lnTo>
                  <a:lnTo>
                    <a:pt x="2249" y="1387"/>
                  </a:lnTo>
                  <a:lnTo>
                    <a:pt x="2270" y="1373"/>
                  </a:lnTo>
                  <a:lnTo>
                    <a:pt x="2294" y="1363"/>
                  </a:lnTo>
                  <a:lnTo>
                    <a:pt x="2317" y="1357"/>
                  </a:lnTo>
                  <a:lnTo>
                    <a:pt x="2342" y="1355"/>
                  </a:lnTo>
                  <a:close/>
                  <a:moveTo>
                    <a:pt x="3179" y="819"/>
                  </a:moveTo>
                  <a:lnTo>
                    <a:pt x="3204" y="821"/>
                  </a:lnTo>
                  <a:lnTo>
                    <a:pt x="3227" y="827"/>
                  </a:lnTo>
                  <a:lnTo>
                    <a:pt x="3250" y="838"/>
                  </a:lnTo>
                  <a:lnTo>
                    <a:pt x="3272" y="852"/>
                  </a:lnTo>
                  <a:lnTo>
                    <a:pt x="3293" y="869"/>
                  </a:lnTo>
                  <a:lnTo>
                    <a:pt x="3312" y="890"/>
                  </a:lnTo>
                  <a:lnTo>
                    <a:pt x="3331" y="915"/>
                  </a:lnTo>
                  <a:lnTo>
                    <a:pt x="3348" y="942"/>
                  </a:lnTo>
                  <a:lnTo>
                    <a:pt x="3363" y="971"/>
                  </a:lnTo>
                  <a:lnTo>
                    <a:pt x="3377" y="1004"/>
                  </a:lnTo>
                  <a:lnTo>
                    <a:pt x="3389" y="1038"/>
                  </a:lnTo>
                  <a:lnTo>
                    <a:pt x="3400" y="1076"/>
                  </a:lnTo>
                  <a:lnTo>
                    <a:pt x="3408" y="1113"/>
                  </a:lnTo>
                  <a:lnTo>
                    <a:pt x="3414" y="1153"/>
                  </a:lnTo>
                  <a:lnTo>
                    <a:pt x="3417" y="1195"/>
                  </a:lnTo>
                  <a:lnTo>
                    <a:pt x="3418" y="1237"/>
                  </a:lnTo>
                  <a:lnTo>
                    <a:pt x="3417" y="1280"/>
                  </a:lnTo>
                  <a:lnTo>
                    <a:pt x="3414" y="1322"/>
                  </a:lnTo>
                  <a:lnTo>
                    <a:pt x="3408" y="1362"/>
                  </a:lnTo>
                  <a:lnTo>
                    <a:pt x="3400" y="1399"/>
                  </a:lnTo>
                  <a:lnTo>
                    <a:pt x="3389" y="1437"/>
                  </a:lnTo>
                  <a:lnTo>
                    <a:pt x="3377" y="1471"/>
                  </a:lnTo>
                  <a:lnTo>
                    <a:pt x="3363" y="1503"/>
                  </a:lnTo>
                  <a:lnTo>
                    <a:pt x="3348" y="1533"/>
                  </a:lnTo>
                  <a:lnTo>
                    <a:pt x="3331" y="1560"/>
                  </a:lnTo>
                  <a:lnTo>
                    <a:pt x="3312" y="1584"/>
                  </a:lnTo>
                  <a:lnTo>
                    <a:pt x="3293" y="1605"/>
                  </a:lnTo>
                  <a:lnTo>
                    <a:pt x="3272" y="1623"/>
                  </a:lnTo>
                  <a:lnTo>
                    <a:pt x="3250" y="1637"/>
                  </a:lnTo>
                  <a:lnTo>
                    <a:pt x="3227" y="1648"/>
                  </a:lnTo>
                  <a:lnTo>
                    <a:pt x="3204" y="1654"/>
                  </a:lnTo>
                  <a:lnTo>
                    <a:pt x="3179" y="1656"/>
                  </a:lnTo>
                  <a:lnTo>
                    <a:pt x="3155" y="1654"/>
                  </a:lnTo>
                  <a:lnTo>
                    <a:pt x="3131" y="1648"/>
                  </a:lnTo>
                  <a:lnTo>
                    <a:pt x="3108" y="1637"/>
                  </a:lnTo>
                  <a:lnTo>
                    <a:pt x="3087" y="1623"/>
                  </a:lnTo>
                  <a:lnTo>
                    <a:pt x="3066" y="1605"/>
                  </a:lnTo>
                  <a:lnTo>
                    <a:pt x="3046" y="1584"/>
                  </a:lnTo>
                  <a:lnTo>
                    <a:pt x="3027" y="1560"/>
                  </a:lnTo>
                  <a:lnTo>
                    <a:pt x="3011" y="1533"/>
                  </a:lnTo>
                  <a:lnTo>
                    <a:pt x="2994" y="1503"/>
                  </a:lnTo>
                  <a:lnTo>
                    <a:pt x="2980" y="1471"/>
                  </a:lnTo>
                  <a:lnTo>
                    <a:pt x="2968" y="1437"/>
                  </a:lnTo>
                  <a:lnTo>
                    <a:pt x="2958" y="1399"/>
                  </a:lnTo>
                  <a:lnTo>
                    <a:pt x="2950" y="1362"/>
                  </a:lnTo>
                  <a:lnTo>
                    <a:pt x="2944" y="1322"/>
                  </a:lnTo>
                  <a:lnTo>
                    <a:pt x="2940" y="1280"/>
                  </a:lnTo>
                  <a:lnTo>
                    <a:pt x="2939" y="1237"/>
                  </a:lnTo>
                  <a:lnTo>
                    <a:pt x="2940" y="1195"/>
                  </a:lnTo>
                  <a:lnTo>
                    <a:pt x="2944" y="1153"/>
                  </a:lnTo>
                  <a:lnTo>
                    <a:pt x="2950" y="1113"/>
                  </a:lnTo>
                  <a:lnTo>
                    <a:pt x="2958" y="1076"/>
                  </a:lnTo>
                  <a:lnTo>
                    <a:pt x="2968" y="1038"/>
                  </a:lnTo>
                  <a:lnTo>
                    <a:pt x="2980" y="1004"/>
                  </a:lnTo>
                  <a:lnTo>
                    <a:pt x="2994" y="971"/>
                  </a:lnTo>
                  <a:lnTo>
                    <a:pt x="3011" y="942"/>
                  </a:lnTo>
                  <a:lnTo>
                    <a:pt x="3027" y="915"/>
                  </a:lnTo>
                  <a:lnTo>
                    <a:pt x="3046" y="890"/>
                  </a:lnTo>
                  <a:lnTo>
                    <a:pt x="3066" y="869"/>
                  </a:lnTo>
                  <a:lnTo>
                    <a:pt x="3087" y="852"/>
                  </a:lnTo>
                  <a:lnTo>
                    <a:pt x="3108" y="838"/>
                  </a:lnTo>
                  <a:lnTo>
                    <a:pt x="3131" y="827"/>
                  </a:lnTo>
                  <a:lnTo>
                    <a:pt x="3155" y="821"/>
                  </a:lnTo>
                  <a:lnTo>
                    <a:pt x="3179" y="819"/>
                  </a:lnTo>
                  <a:close/>
                  <a:moveTo>
                    <a:pt x="3246" y="2144"/>
                  </a:moveTo>
                  <a:lnTo>
                    <a:pt x="3271" y="2146"/>
                  </a:lnTo>
                  <a:lnTo>
                    <a:pt x="3294" y="2152"/>
                  </a:lnTo>
                  <a:lnTo>
                    <a:pt x="3316" y="2162"/>
                  </a:lnTo>
                  <a:lnTo>
                    <a:pt x="3339" y="2176"/>
                  </a:lnTo>
                  <a:lnTo>
                    <a:pt x="3360" y="2194"/>
                  </a:lnTo>
                  <a:lnTo>
                    <a:pt x="3380" y="2215"/>
                  </a:lnTo>
                  <a:lnTo>
                    <a:pt x="3397" y="2240"/>
                  </a:lnTo>
                  <a:lnTo>
                    <a:pt x="3415" y="2267"/>
                  </a:lnTo>
                  <a:lnTo>
                    <a:pt x="3430" y="2296"/>
                  </a:lnTo>
                  <a:lnTo>
                    <a:pt x="3444" y="2329"/>
                  </a:lnTo>
                  <a:lnTo>
                    <a:pt x="3456" y="2363"/>
                  </a:lnTo>
                  <a:lnTo>
                    <a:pt x="3466" y="2400"/>
                  </a:lnTo>
                  <a:lnTo>
                    <a:pt x="3475" y="2438"/>
                  </a:lnTo>
                  <a:lnTo>
                    <a:pt x="3480" y="2478"/>
                  </a:lnTo>
                  <a:lnTo>
                    <a:pt x="3484" y="2520"/>
                  </a:lnTo>
                  <a:lnTo>
                    <a:pt x="3485" y="2562"/>
                  </a:lnTo>
                  <a:lnTo>
                    <a:pt x="3484" y="2604"/>
                  </a:lnTo>
                  <a:lnTo>
                    <a:pt x="3480" y="2647"/>
                  </a:lnTo>
                  <a:lnTo>
                    <a:pt x="3475" y="2686"/>
                  </a:lnTo>
                  <a:lnTo>
                    <a:pt x="3466" y="2725"/>
                  </a:lnTo>
                  <a:lnTo>
                    <a:pt x="3456" y="2762"/>
                  </a:lnTo>
                  <a:lnTo>
                    <a:pt x="3444" y="2796"/>
                  </a:lnTo>
                  <a:lnTo>
                    <a:pt x="3430" y="2828"/>
                  </a:lnTo>
                  <a:lnTo>
                    <a:pt x="3415" y="2858"/>
                  </a:lnTo>
                  <a:lnTo>
                    <a:pt x="3397" y="2886"/>
                  </a:lnTo>
                  <a:lnTo>
                    <a:pt x="3380" y="2909"/>
                  </a:lnTo>
                  <a:lnTo>
                    <a:pt x="3360" y="2930"/>
                  </a:lnTo>
                  <a:lnTo>
                    <a:pt x="3339" y="2949"/>
                  </a:lnTo>
                  <a:lnTo>
                    <a:pt x="3316" y="2963"/>
                  </a:lnTo>
                  <a:lnTo>
                    <a:pt x="3294" y="2974"/>
                  </a:lnTo>
                  <a:lnTo>
                    <a:pt x="3271" y="2980"/>
                  </a:lnTo>
                  <a:lnTo>
                    <a:pt x="3246" y="2982"/>
                  </a:lnTo>
                  <a:lnTo>
                    <a:pt x="3222" y="2980"/>
                  </a:lnTo>
                  <a:lnTo>
                    <a:pt x="3198" y="2974"/>
                  </a:lnTo>
                  <a:lnTo>
                    <a:pt x="3176" y="2963"/>
                  </a:lnTo>
                  <a:lnTo>
                    <a:pt x="3154" y="2949"/>
                  </a:lnTo>
                  <a:lnTo>
                    <a:pt x="3133" y="2930"/>
                  </a:lnTo>
                  <a:lnTo>
                    <a:pt x="3113" y="2909"/>
                  </a:lnTo>
                  <a:lnTo>
                    <a:pt x="3095" y="2886"/>
                  </a:lnTo>
                  <a:lnTo>
                    <a:pt x="3077" y="2858"/>
                  </a:lnTo>
                  <a:lnTo>
                    <a:pt x="3062" y="2828"/>
                  </a:lnTo>
                  <a:lnTo>
                    <a:pt x="3048" y="2796"/>
                  </a:lnTo>
                  <a:lnTo>
                    <a:pt x="3036" y="2762"/>
                  </a:lnTo>
                  <a:lnTo>
                    <a:pt x="3026" y="2725"/>
                  </a:lnTo>
                  <a:lnTo>
                    <a:pt x="3018" y="2686"/>
                  </a:lnTo>
                  <a:lnTo>
                    <a:pt x="3012" y="2647"/>
                  </a:lnTo>
                  <a:lnTo>
                    <a:pt x="3008" y="2604"/>
                  </a:lnTo>
                  <a:lnTo>
                    <a:pt x="3007" y="2562"/>
                  </a:lnTo>
                  <a:lnTo>
                    <a:pt x="3008" y="2520"/>
                  </a:lnTo>
                  <a:lnTo>
                    <a:pt x="3012" y="2478"/>
                  </a:lnTo>
                  <a:lnTo>
                    <a:pt x="3018" y="2438"/>
                  </a:lnTo>
                  <a:lnTo>
                    <a:pt x="3026" y="2400"/>
                  </a:lnTo>
                  <a:lnTo>
                    <a:pt x="3036" y="2363"/>
                  </a:lnTo>
                  <a:lnTo>
                    <a:pt x="3048" y="2329"/>
                  </a:lnTo>
                  <a:lnTo>
                    <a:pt x="3062" y="2296"/>
                  </a:lnTo>
                  <a:lnTo>
                    <a:pt x="3077" y="2267"/>
                  </a:lnTo>
                  <a:lnTo>
                    <a:pt x="3095" y="2240"/>
                  </a:lnTo>
                  <a:lnTo>
                    <a:pt x="3113" y="2215"/>
                  </a:lnTo>
                  <a:lnTo>
                    <a:pt x="3133" y="2194"/>
                  </a:lnTo>
                  <a:lnTo>
                    <a:pt x="3154" y="2176"/>
                  </a:lnTo>
                  <a:lnTo>
                    <a:pt x="3176" y="2162"/>
                  </a:lnTo>
                  <a:lnTo>
                    <a:pt x="3198" y="2152"/>
                  </a:lnTo>
                  <a:lnTo>
                    <a:pt x="3222" y="2146"/>
                  </a:lnTo>
                  <a:lnTo>
                    <a:pt x="3246" y="214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7970" name="Freeform 48"/>
            <p:cNvSpPr>
              <a:spLocks/>
            </p:cNvSpPr>
            <p:nvPr/>
          </p:nvSpPr>
          <p:spPr bwMode="auto">
            <a:xfrm>
              <a:off x="1267" y="1588"/>
              <a:ext cx="87" cy="52"/>
            </a:xfrm>
            <a:custGeom>
              <a:avLst/>
              <a:gdLst>
                <a:gd name="T0" fmla="*/ 3 w 437"/>
                <a:gd name="T1" fmla="*/ 2 h 260"/>
                <a:gd name="T2" fmla="*/ 3 w 437"/>
                <a:gd name="T3" fmla="*/ 2 h 260"/>
                <a:gd name="T4" fmla="*/ 3 w 437"/>
                <a:gd name="T5" fmla="*/ 2 h 260"/>
                <a:gd name="T6" fmla="*/ 3 w 437"/>
                <a:gd name="T7" fmla="*/ 2 h 260"/>
                <a:gd name="T8" fmla="*/ 3 w 437"/>
                <a:gd name="T9" fmla="*/ 1 h 260"/>
                <a:gd name="T10" fmla="*/ 3 w 437"/>
                <a:gd name="T11" fmla="*/ 1 h 260"/>
                <a:gd name="T12" fmla="*/ 3 w 437"/>
                <a:gd name="T13" fmla="*/ 1 h 260"/>
                <a:gd name="T14" fmla="*/ 3 w 437"/>
                <a:gd name="T15" fmla="*/ 1 h 260"/>
                <a:gd name="T16" fmla="*/ 3 w 437"/>
                <a:gd name="T17" fmla="*/ 1 h 260"/>
                <a:gd name="T18" fmla="*/ 2 w 437"/>
                <a:gd name="T19" fmla="*/ 1 h 260"/>
                <a:gd name="T20" fmla="*/ 2 w 437"/>
                <a:gd name="T21" fmla="*/ 0 h 260"/>
                <a:gd name="T22" fmla="*/ 2 w 437"/>
                <a:gd name="T23" fmla="*/ 0 h 260"/>
                <a:gd name="T24" fmla="*/ 2 w 437"/>
                <a:gd name="T25" fmla="*/ 0 h 260"/>
                <a:gd name="T26" fmla="*/ 1 w 437"/>
                <a:gd name="T27" fmla="*/ 0 h 260"/>
                <a:gd name="T28" fmla="*/ 1 w 437"/>
                <a:gd name="T29" fmla="*/ 0 h 260"/>
                <a:gd name="T30" fmla="*/ 1 w 437"/>
                <a:gd name="T31" fmla="*/ 0 h 260"/>
                <a:gd name="T32" fmla="*/ 0 w 437"/>
                <a:gd name="T33" fmla="*/ 0 h 260"/>
                <a:gd name="T34" fmla="*/ 0 w 437"/>
                <a:gd name="T35" fmla="*/ 0 h 260"/>
                <a:gd name="T36" fmla="*/ 0 w 437"/>
                <a:gd name="T37" fmla="*/ 0 h 260"/>
                <a:gd name="T38" fmla="*/ 0 w 437"/>
                <a:gd name="T39" fmla="*/ 0 h 260"/>
                <a:gd name="T40" fmla="*/ 1 w 437"/>
                <a:gd name="T41" fmla="*/ 0 h 260"/>
                <a:gd name="T42" fmla="*/ 1 w 437"/>
                <a:gd name="T43" fmla="*/ 0 h 260"/>
                <a:gd name="T44" fmla="*/ 1 w 437"/>
                <a:gd name="T45" fmla="*/ 0 h 260"/>
                <a:gd name="T46" fmla="*/ 2 w 437"/>
                <a:gd name="T47" fmla="*/ 0 h 260"/>
                <a:gd name="T48" fmla="*/ 2 w 437"/>
                <a:gd name="T49" fmla="*/ 0 h 260"/>
                <a:gd name="T50" fmla="*/ 2 w 437"/>
                <a:gd name="T51" fmla="*/ 1 h 260"/>
                <a:gd name="T52" fmla="*/ 2 w 437"/>
                <a:gd name="T53" fmla="*/ 1 h 260"/>
                <a:gd name="T54" fmla="*/ 3 w 437"/>
                <a:gd name="T55" fmla="*/ 1 h 260"/>
                <a:gd name="T56" fmla="*/ 3 w 437"/>
                <a:gd name="T57" fmla="*/ 1 h 260"/>
                <a:gd name="T58" fmla="*/ 3 w 437"/>
                <a:gd name="T59" fmla="*/ 1 h 260"/>
                <a:gd name="T60" fmla="*/ 3 w 437"/>
                <a:gd name="T61" fmla="*/ 1 h 260"/>
                <a:gd name="T62" fmla="*/ 3 w 437"/>
                <a:gd name="T63" fmla="*/ 1 h 260"/>
                <a:gd name="T64" fmla="*/ 3 w 437"/>
                <a:gd name="T65" fmla="*/ 2 h 260"/>
                <a:gd name="T66" fmla="*/ 3 w 437"/>
                <a:gd name="T67" fmla="*/ 2 h 260"/>
                <a:gd name="T68" fmla="*/ 3 w 437"/>
                <a:gd name="T69" fmla="*/ 2 h 260"/>
                <a:gd name="T70" fmla="*/ 3 w 437"/>
                <a:gd name="T71" fmla="*/ 2 h 260"/>
                <a:gd name="T72" fmla="*/ 3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437" y="260"/>
                  </a:moveTo>
                  <a:lnTo>
                    <a:pt x="437" y="260"/>
                  </a:lnTo>
                  <a:lnTo>
                    <a:pt x="434" y="233"/>
                  </a:lnTo>
                  <a:lnTo>
                    <a:pt x="427" y="206"/>
                  </a:lnTo>
                  <a:lnTo>
                    <a:pt x="417" y="181"/>
                  </a:lnTo>
                  <a:lnTo>
                    <a:pt x="401" y="157"/>
                  </a:lnTo>
                  <a:lnTo>
                    <a:pt x="383" y="133"/>
                  </a:lnTo>
                  <a:lnTo>
                    <a:pt x="360" y="113"/>
                  </a:lnTo>
                  <a:lnTo>
                    <a:pt x="336" y="93"/>
                  </a:lnTo>
                  <a:lnTo>
                    <a:pt x="308" y="73"/>
                  </a:lnTo>
                  <a:lnTo>
                    <a:pt x="276" y="58"/>
                  </a:lnTo>
                  <a:lnTo>
                    <a:pt x="242" y="43"/>
                  </a:lnTo>
                  <a:lnTo>
                    <a:pt x="207" y="30"/>
                  </a:lnTo>
                  <a:lnTo>
                    <a:pt x="168" y="19"/>
                  </a:lnTo>
                  <a:lnTo>
                    <a:pt x="128" y="11"/>
                  </a:lnTo>
                  <a:lnTo>
                    <a:pt x="87" y="4"/>
                  </a:lnTo>
                  <a:lnTo>
                    <a:pt x="43" y="1"/>
                  </a:lnTo>
                  <a:lnTo>
                    <a:pt x="0" y="0"/>
                  </a:lnTo>
                  <a:lnTo>
                    <a:pt x="0" y="11"/>
                  </a:lnTo>
                  <a:lnTo>
                    <a:pt x="43" y="12"/>
                  </a:lnTo>
                  <a:lnTo>
                    <a:pt x="85" y="16"/>
                  </a:lnTo>
                  <a:lnTo>
                    <a:pt x="126" y="23"/>
                  </a:lnTo>
                  <a:lnTo>
                    <a:pt x="166" y="31"/>
                  </a:lnTo>
                  <a:lnTo>
                    <a:pt x="202" y="42"/>
                  </a:lnTo>
                  <a:lnTo>
                    <a:pt x="237" y="55"/>
                  </a:lnTo>
                  <a:lnTo>
                    <a:pt x="271" y="70"/>
                  </a:lnTo>
                  <a:lnTo>
                    <a:pt x="301" y="85"/>
                  </a:lnTo>
                  <a:lnTo>
                    <a:pt x="329" y="103"/>
                  </a:lnTo>
                  <a:lnTo>
                    <a:pt x="353" y="123"/>
                  </a:lnTo>
                  <a:lnTo>
                    <a:pt x="373" y="143"/>
                  </a:lnTo>
                  <a:lnTo>
                    <a:pt x="392" y="164"/>
                  </a:lnTo>
                  <a:lnTo>
                    <a:pt x="405" y="186"/>
                  </a:lnTo>
                  <a:lnTo>
                    <a:pt x="415" y="211"/>
                  </a:lnTo>
                  <a:lnTo>
                    <a:pt x="422" y="235"/>
                  </a:lnTo>
                  <a:lnTo>
                    <a:pt x="425" y="260"/>
                  </a:lnTo>
                  <a:lnTo>
                    <a:pt x="437"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7971" name="Freeform 49"/>
            <p:cNvSpPr>
              <a:spLocks/>
            </p:cNvSpPr>
            <p:nvPr/>
          </p:nvSpPr>
          <p:spPr bwMode="auto">
            <a:xfrm>
              <a:off x="1267" y="1640"/>
              <a:ext cx="87" cy="52"/>
            </a:xfrm>
            <a:custGeom>
              <a:avLst/>
              <a:gdLst>
                <a:gd name="T0" fmla="*/ 0 w 437"/>
                <a:gd name="T1" fmla="*/ 2 h 260"/>
                <a:gd name="T2" fmla="*/ 0 w 437"/>
                <a:gd name="T3" fmla="*/ 2 h 260"/>
                <a:gd name="T4" fmla="*/ 0 w 437"/>
                <a:gd name="T5" fmla="*/ 2 h 260"/>
                <a:gd name="T6" fmla="*/ 1 w 437"/>
                <a:gd name="T7" fmla="*/ 2 h 260"/>
                <a:gd name="T8" fmla="*/ 1 w 437"/>
                <a:gd name="T9" fmla="*/ 2 h 260"/>
                <a:gd name="T10" fmla="*/ 1 w 437"/>
                <a:gd name="T11" fmla="*/ 2 h 260"/>
                <a:gd name="T12" fmla="*/ 2 w 437"/>
                <a:gd name="T13" fmla="*/ 2 h 260"/>
                <a:gd name="T14" fmla="*/ 2 w 437"/>
                <a:gd name="T15" fmla="*/ 2 h 260"/>
                <a:gd name="T16" fmla="*/ 2 w 437"/>
                <a:gd name="T17" fmla="*/ 2 h 260"/>
                <a:gd name="T18" fmla="*/ 2 w 437"/>
                <a:gd name="T19" fmla="*/ 1 h 260"/>
                <a:gd name="T20" fmla="*/ 3 w 437"/>
                <a:gd name="T21" fmla="*/ 1 h 260"/>
                <a:gd name="T22" fmla="*/ 3 w 437"/>
                <a:gd name="T23" fmla="*/ 1 h 260"/>
                <a:gd name="T24" fmla="*/ 3 w 437"/>
                <a:gd name="T25" fmla="*/ 1 h 260"/>
                <a:gd name="T26" fmla="*/ 3 w 437"/>
                <a:gd name="T27" fmla="*/ 1 h 260"/>
                <a:gd name="T28" fmla="*/ 3 w 437"/>
                <a:gd name="T29" fmla="*/ 1 h 260"/>
                <a:gd name="T30" fmla="*/ 3 w 437"/>
                <a:gd name="T31" fmla="*/ 0 h 260"/>
                <a:gd name="T32" fmla="*/ 3 w 437"/>
                <a:gd name="T33" fmla="*/ 0 h 260"/>
                <a:gd name="T34" fmla="*/ 3 w 437"/>
                <a:gd name="T35" fmla="*/ 0 h 260"/>
                <a:gd name="T36" fmla="*/ 3 w 437"/>
                <a:gd name="T37" fmla="*/ 0 h 260"/>
                <a:gd name="T38" fmla="*/ 3 w 437"/>
                <a:gd name="T39" fmla="*/ 0 h 260"/>
                <a:gd name="T40" fmla="*/ 3 w 437"/>
                <a:gd name="T41" fmla="*/ 0 h 260"/>
                <a:gd name="T42" fmla="*/ 3 w 437"/>
                <a:gd name="T43" fmla="*/ 1 h 260"/>
                <a:gd name="T44" fmla="*/ 3 w 437"/>
                <a:gd name="T45" fmla="*/ 1 h 260"/>
                <a:gd name="T46" fmla="*/ 3 w 437"/>
                <a:gd name="T47" fmla="*/ 1 h 260"/>
                <a:gd name="T48" fmla="*/ 3 w 437"/>
                <a:gd name="T49" fmla="*/ 1 h 260"/>
                <a:gd name="T50" fmla="*/ 3 w 437"/>
                <a:gd name="T51" fmla="*/ 1 h 260"/>
                <a:gd name="T52" fmla="*/ 2 w 437"/>
                <a:gd name="T53" fmla="*/ 1 h 260"/>
                <a:gd name="T54" fmla="*/ 2 w 437"/>
                <a:gd name="T55" fmla="*/ 2 h 260"/>
                <a:gd name="T56" fmla="*/ 2 w 437"/>
                <a:gd name="T57" fmla="*/ 2 h 260"/>
                <a:gd name="T58" fmla="*/ 2 w 437"/>
                <a:gd name="T59" fmla="*/ 2 h 260"/>
                <a:gd name="T60" fmla="*/ 1 w 437"/>
                <a:gd name="T61" fmla="*/ 2 h 260"/>
                <a:gd name="T62" fmla="*/ 1 w 437"/>
                <a:gd name="T63" fmla="*/ 2 h 260"/>
                <a:gd name="T64" fmla="*/ 1 w 437"/>
                <a:gd name="T65" fmla="*/ 2 h 260"/>
                <a:gd name="T66" fmla="*/ 0 w 437"/>
                <a:gd name="T67" fmla="*/ 2 h 260"/>
                <a:gd name="T68" fmla="*/ 0 w 437"/>
                <a:gd name="T69" fmla="*/ 2 h 260"/>
                <a:gd name="T70" fmla="*/ 0 w 437"/>
                <a:gd name="T71" fmla="*/ 2 h 260"/>
                <a:gd name="T72" fmla="*/ 0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0" y="260"/>
                  </a:moveTo>
                  <a:lnTo>
                    <a:pt x="0" y="260"/>
                  </a:lnTo>
                  <a:lnTo>
                    <a:pt x="43" y="259"/>
                  </a:lnTo>
                  <a:lnTo>
                    <a:pt x="87" y="255"/>
                  </a:lnTo>
                  <a:lnTo>
                    <a:pt x="128" y="248"/>
                  </a:lnTo>
                  <a:lnTo>
                    <a:pt x="168" y="240"/>
                  </a:lnTo>
                  <a:lnTo>
                    <a:pt x="207" y="230"/>
                  </a:lnTo>
                  <a:lnTo>
                    <a:pt x="242" y="217"/>
                  </a:lnTo>
                  <a:lnTo>
                    <a:pt x="276" y="202"/>
                  </a:lnTo>
                  <a:lnTo>
                    <a:pt x="308" y="185"/>
                  </a:lnTo>
                  <a:lnTo>
                    <a:pt x="336" y="166"/>
                  </a:lnTo>
                  <a:lnTo>
                    <a:pt x="360" y="146"/>
                  </a:lnTo>
                  <a:lnTo>
                    <a:pt x="383" y="125"/>
                  </a:lnTo>
                  <a:lnTo>
                    <a:pt x="401" y="102"/>
                  </a:lnTo>
                  <a:lnTo>
                    <a:pt x="417" y="77"/>
                  </a:lnTo>
                  <a:lnTo>
                    <a:pt x="427" y="53"/>
                  </a:lnTo>
                  <a:lnTo>
                    <a:pt x="434" y="27"/>
                  </a:lnTo>
                  <a:lnTo>
                    <a:pt x="437" y="0"/>
                  </a:lnTo>
                  <a:lnTo>
                    <a:pt x="425" y="0"/>
                  </a:lnTo>
                  <a:lnTo>
                    <a:pt x="422" y="24"/>
                  </a:lnTo>
                  <a:lnTo>
                    <a:pt x="415" y="48"/>
                  </a:lnTo>
                  <a:lnTo>
                    <a:pt x="405" y="73"/>
                  </a:lnTo>
                  <a:lnTo>
                    <a:pt x="392" y="95"/>
                  </a:lnTo>
                  <a:lnTo>
                    <a:pt x="373" y="116"/>
                  </a:lnTo>
                  <a:lnTo>
                    <a:pt x="353" y="137"/>
                  </a:lnTo>
                  <a:lnTo>
                    <a:pt x="329" y="157"/>
                  </a:lnTo>
                  <a:lnTo>
                    <a:pt x="301" y="173"/>
                  </a:lnTo>
                  <a:lnTo>
                    <a:pt x="271" y="190"/>
                  </a:lnTo>
                  <a:lnTo>
                    <a:pt x="237" y="205"/>
                  </a:lnTo>
                  <a:lnTo>
                    <a:pt x="202" y="218"/>
                  </a:lnTo>
                  <a:lnTo>
                    <a:pt x="166" y="228"/>
                  </a:lnTo>
                  <a:lnTo>
                    <a:pt x="126" y="237"/>
                  </a:lnTo>
                  <a:lnTo>
                    <a:pt x="85" y="244"/>
                  </a:lnTo>
                  <a:lnTo>
                    <a:pt x="43" y="247"/>
                  </a:lnTo>
                  <a:lnTo>
                    <a:pt x="0" y="248"/>
                  </a:lnTo>
                  <a:lnTo>
                    <a:pt x="0"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7972" name="Freeform 50"/>
            <p:cNvSpPr>
              <a:spLocks/>
            </p:cNvSpPr>
            <p:nvPr/>
          </p:nvSpPr>
          <p:spPr bwMode="auto">
            <a:xfrm>
              <a:off x="1179" y="1640"/>
              <a:ext cx="88" cy="52"/>
            </a:xfrm>
            <a:custGeom>
              <a:avLst/>
              <a:gdLst>
                <a:gd name="T0" fmla="*/ 0 w 439"/>
                <a:gd name="T1" fmla="*/ 0 h 260"/>
                <a:gd name="T2" fmla="*/ 0 w 439"/>
                <a:gd name="T3" fmla="*/ 0 h 260"/>
                <a:gd name="T4" fmla="*/ 0 w 439"/>
                <a:gd name="T5" fmla="*/ 0 h 260"/>
                <a:gd name="T6" fmla="*/ 0 w 439"/>
                <a:gd name="T7" fmla="*/ 0 h 260"/>
                <a:gd name="T8" fmla="*/ 0 w 439"/>
                <a:gd name="T9" fmla="*/ 1 h 260"/>
                <a:gd name="T10" fmla="*/ 0 w 439"/>
                <a:gd name="T11" fmla="*/ 1 h 260"/>
                <a:gd name="T12" fmla="*/ 0 w 439"/>
                <a:gd name="T13" fmla="*/ 1 h 260"/>
                <a:gd name="T14" fmla="*/ 1 w 439"/>
                <a:gd name="T15" fmla="*/ 1 h 260"/>
                <a:gd name="T16" fmla="*/ 1 w 439"/>
                <a:gd name="T17" fmla="*/ 1 h 260"/>
                <a:gd name="T18" fmla="*/ 1 w 439"/>
                <a:gd name="T19" fmla="*/ 1 h 260"/>
                <a:gd name="T20" fmla="*/ 1 w 439"/>
                <a:gd name="T21" fmla="*/ 2 h 260"/>
                <a:gd name="T22" fmla="*/ 2 w 439"/>
                <a:gd name="T23" fmla="*/ 2 h 260"/>
                <a:gd name="T24" fmla="*/ 2 w 439"/>
                <a:gd name="T25" fmla="*/ 2 h 260"/>
                <a:gd name="T26" fmla="*/ 2 w 439"/>
                <a:gd name="T27" fmla="*/ 2 h 260"/>
                <a:gd name="T28" fmla="*/ 2 w 439"/>
                <a:gd name="T29" fmla="*/ 2 h 260"/>
                <a:gd name="T30" fmla="*/ 3 w 439"/>
                <a:gd name="T31" fmla="*/ 2 h 260"/>
                <a:gd name="T32" fmla="*/ 3 w 439"/>
                <a:gd name="T33" fmla="*/ 2 h 260"/>
                <a:gd name="T34" fmla="*/ 4 w 439"/>
                <a:gd name="T35" fmla="*/ 2 h 260"/>
                <a:gd name="T36" fmla="*/ 4 w 439"/>
                <a:gd name="T37" fmla="*/ 2 h 260"/>
                <a:gd name="T38" fmla="*/ 3 w 439"/>
                <a:gd name="T39" fmla="*/ 2 h 260"/>
                <a:gd name="T40" fmla="*/ 3 w 439"/>
                <a:gd name="T41" fmla="*/ 2 h 260"/>
                <a:gd name="T42" fmla="*/ 3 w 439"/>
                <a:gd name="T43" fmla="*/ 2 h 260"/>
                <a:gd name="T44" fmla="*/ 2 w 439"/>
                <a:gd name="T45" fmla="*/ 2 h 260"/>
                <a:gd name="T46" fmla="*/ 2 w 439"/>
                <a:gd name="T47" fmla="*/ 2 h 260"/>
                <a:gd name="T48" fmla="*/ 2 w 439"/>
                <a:gd name="T49" fmla="*/ 2 h 260"/>
                <a:gd name="T50" fmla="*/ 1 w 439"/>
                <a:gd name="T51" fmla="*/ 2 h 260"/>
                <a:gd name="T52" fmla="*/ 1 w 439"/>
                <a:gd name="T53" fmla="*/ 1 h 260"/>
                <a:gd name="T54" fmla="*/ 1 w 439"/>
                <a:gd name="T55" fmla="*/ 1 h 260"/>
                <a:gd name="T56" fmla="*/ 1 w 439"/>
                <a:gd name="T57" fmla="*/ 1 h 260"/>
                <a:gd name="T58" fmla="*/ 1 w 439"/>
                <a:gd name="T59" fmla="*/ 1 h 260"/>
                <a:gd name="T60" fmla="*/ 0 w 439"/>
                <a:gd name="T61" fmla="*/ 1 h 260"/>
                <a:gd name="T62" fmla="*/ 0 w 439"/>
                <a:gd name="T63" fmla="*/ 1 h 260"/>
                <a:gd name="T64" fmla="*/ 0 w 439"/>
                <a:gd name="T65" fmla="*/ 0 h 260"/>
                <a:gd name="T66" fmla="*/ 0 w 439"/>
                <a:gd name="T67" fmla="*/ 0 h 260"/>
                <a:gd name="T68" fmla="*/ 0 w 439"/>
                <a:gd name="T69" fmla="*/ 0 h 260"/>
                <a:gd name="T70" fmla="*/ 0 w 439"/>
                <a:gd name="T71" fmla="*/ 0 h 260"/>
                <a:gd name="T72" fmla="*/ 0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0" y="0"/>
                  </a:moveTo>
                  <a:lnTo>
                    <a:pt x="0" y="0"/>
                  </a:lnTo>
                  <a:lnTo>
                    <a:pt x="3" y="27"/>
                  </a:lnTo>
                  <a:lnTo>
                    <a:pt x="10" y="53"/>
                  </a:lnTo>
                  <a:lnTo>
                    <a:pt x="20" y="77"/>
                  </a:lnTo>
                  <a:lnTo>
                    <a:pt x="35" y="102"/>
                  </a:lnTo>
                  <a:lnTo>
                    <a:pt x="54" y="125"/>
                  </a:lnTo>
                  <a:lnTo>
                    <a:pt x="76" y="146"/>
                  </a:lnTo>
                  <a:lnTo>
                    <a:pt x="102" y="166"/>
                  </a:lnTo>
                  <a:lnTo>
                    <a:pt x="130" y="185"/>
                  </a:lnTo>
                  <a:lnTo>
                    <a:pt x="162" y="202"/>
                  </a:lnTo>
                  <a:lnTo>
                    <a:pt x="195" y="217"/>
                  </a:lnTo>
                  <a:lnTo>
                    <a:pt x="231" y="230"/>
                  </a:lnTo>
                  <a:lnTo>
                    <a:pt x="270" y="240"/>
                  </a:lnTo>
                  <a:lnTo>
                    <a:pt x="310" y="248"/>
                  </a:lnTo>
                  <a:lnTo>
                    <a:pt x="351" y="255"/>
                  </a:lnTo>
                  <a:lnTo>
                    <a:pt x="395" y="259"/>
                  </a:lnTo>
                  <a:lnTo>
                    <a:pt x="439" y="260"/>
                  </a:lnTo>
                  <a:lnTo>
                    <a:pt x="439" y="248"/>
                  </a:lnTo>
                  <a:lnTo>
                    <a:pt x="395" y="247"/>
                  </a:lnTo>
                  <a:lnTo>
                    <a:pt x="353" y="244"/>
                  </a:lnTo>
                  <a:lnTo>
                    <a:pt x="312" y="237"/>
                  </a:lnTo>
                  <a:lnTo>
                    <a:pt x="272" y="228"/>
                  </a:lnTo>
                  <a:lnTo>
                    <a:pt x="236" y="218"/>
                  </a:lnTo>
                  <a:lnTo>
                    <a:pt x="200" y="205"/>
                  </a:lnTo>
                  <a:lnTo>
                    <a:pt x="167" y="190"/>
                  </a:lnTo>
                  <a:lnTo>
                    <a:pt x="137" y="173"/>
                  </a:lnTo>
                  <a:lnTo>
                    <a:pt x="109" y="157"/>
                  </a:lnTo>
                  <a:lnTo>
                    <a:pt x="84" y="137"/>
                  </a:lnTo>
                  <a:lnTo>
                    <a:pt x="64" y="116"/>
                  </a:lnTo>
                  <a:lnTo>
                    <a:pt x="45" y="95"/>
                  </a:lnTo>
                  <a:lnTo>
                    <a:pt x="32" y="73"/>
                  </a:lnTo>
                  <a:lnTo>
                    <a:pt x="21" y="48"/>
                  </a:lnTo>
                  <a:lnTo>
                    <a:pt x="14" y="24"/>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7973" name="Freeform 51"/>
            <p:cNvSpPr>
              <a:spLocks/>
            </p:cNvSpPr>
            <p:nvPr/>
          </p:nvSpPr>
          <p:spPr bwMode="auto">
            <a:xfrm>
              <a:off x="1179" y="1588"/>
              <a:ext cx="88" cy="52"/>
            </a:xfrm>
            <a:custGeom>
              <a:avLst/>
              <a:gdLst>
                <a:gd name="T0" fmla="*/ 4 w 439"/>
                <a:gd name="T1" fmla="*/ 0 h 260"/>
                <a:gd name="T2" fmla="*/ 4 w 439"/>
                <a:gd name="T3" fmla="*/ 0 h 260"/>
                <a:gd name="T4" fmla="*/ 3 w 439"/>
                <a:gd name="T5" fmla="*/ 0 h 260"/>
                <a:gd name="T6" fmla="*/ 3 w 439"/>
                <a:gd name="T7" fmla="*/ 0 h 260"/>
                <a:gd name="T8" fmla="*/ 2 w 439"/>
                <a:gd name="T9" fmla="*/ 0 h 260"/>
                <a:gd name="T10" fmla="*/ 2 w 439"/>
                <a:gd name="T11" fmla="*/ 0 h 260"/>
                <a:gd name="T12" fmla="*/ 2 w 439"/>
                <a:gd name="T13" fmla="*/ 0 h 260"/>
                <a:gd name="T14" fmla="*/ 2 w 439"/>
                <a:gd name="T15" fmla="*/ 0 h 260"/>
                <a:gd name="T16" fmla="*/ 1 w 439"/>
                <a:gd name="T17" fmla="*/ 0 h 260"/>
                <a:gd name="T18" fmla="*/ 1 w 439"/>
                <a:gd name="T19" fmla="*/ 1 h 260"/>
                <a:gd name="T20" fmla="*/ 1 w 439"/>
                <a:gd name="T21" fmla="*/ 1 h 260"/>
                <a:gd name="T22" fmla="*/ 1 w 439"/>
                <a:gd name="T23" fmla="*/ 1 h 260"/>
                <a:gd name="T24" fmla="*/ 0 w 439"/>
                <a:gd name="T25" fmla="*/ 1 h 260"/>
                <a:gd name="T26" fmla="*/ 0 w 439"/>
                <a:gd name="T27" fmla="*/ 1 h 260"/>
                <a:gd name="T28" fmla="*/ 0 w 439"/>
                <a:gd name="T29" fmla="*/ 1 h 260"/>
                <a:gd name="T30" fmla="*/ 0 w 439"/>
                <a:gd name="T31" fmla="*/ 2 h 260"/>
                <a:gd name="T32" fmla="*/ 0 w 439"/>
                <a:gd name="T33" fmla="*/ 2 h 260"/>
                <a:gd name="T34" fmla="*/ 0 w 439"/>
                <a:gd name="T35" fmla="*/ 2 h 260"/>
                <a:gd name="T36" fmla="*/ 0 w 439"/>
                <a:gd name="T37" fmla="*/ 2 h 260"/>
                <a:gd name="T38" fmla="*/ 0 w 439"/>
                <a:gd name="T39" fmla="*/ 2 h 260"/>
                <a:gd name="T40" fmla="*/ 0 w 439"/>
                <a:gd name="T41" fmla="*/ 2 h 260"/>
                <a:gd name="T42" fmla="*/ 0 w 439"/>
                <a:gd name="T43" fmla="*/ 1 h 260"/>
                <a:gd name="T44" fmla="*/ 0 w 439"/>
                <a:gd name="T45" fmla="*/ 1 h 260"/>
                <a:gd name="T46" fmla="*/ 1 w 439"/>
                <a:gd name="T47" fmla="*/ 1 h 260"/>
                <a:gd name="T48" fmla="*/ 1 w 439"/>
                <a:gd name="T49" fmla="*/ 1 h 260"/>
                <a:gd name="T50" fmla="*/ 1 w 439"/>
                <a:gd name="T51" fmla="*/ 1 h 260"/>
                <a:gd name="T52" fmla="*/ 1 w 439"/>
                <a:gd name="T53" fmla="*/ 1 h 260"/>
                <a:gd name="T54" fmla="*/ 1 w 439"/>
                <a:gd name="T55" fmla="*/ 1 h 260"/>
                <a:gd name="T56" fmla="*/ 2 w 439"/>
                <a:gd name="T57" fmla="*/ 0 h 260"/>
                <a:gd name="T58" fmla="*/ 2 w 439"/>
                <a:gd name="T59" fmla="*/ 0 h 260"/>
                <a:gd name="T60" fmla="*/ 2 w 439"/>
                <a:gd name="T61" fmla="*/ 0 h 260"/>
                <a:gd name="T62" fmla="*/ 3 w 439"/>
                <a:gd name="T63" fmla="*/ 0 h 260"/>
                <a:gd name="T64" fmla="*/ 3 w 439"/>
                <a:gd name="T65" fmla="*/ 0 h 260"/>
                <a:gd name="T66" fmla="*/ 3 w 439"/>
                <a:gd name="T67" fmla="*/ 0 h 260"/>
                <a:gd name="T68" fmla="*/ 4 w 439"/>
                <a:gd name="T69" fmla="*/ 0 h 260"/>
                <a:gd name="T70" fmla="*/ 4 w 439"/>
                <a:gd name="T71" fmla="*/ 0 h 260"/>
                <a:gd name="T72" fmla="*/ 4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439" y="0"/>
                  </a:moveTo>
                  <a:lnTo>
                    <a:pt x="439" y="0"/>
                  </a:lnTo>
                  <a:lnTo>
                    <a:pt x="395" y="1"/>
                  </a:lnTo>
                  <a:lnTo>
                    <a:pt x="351" y="4"/>
                  </a:lnTo>
                  <a:lnTo>
                    <a:pt x="310" y="11"/>
                  </a:lnTo>
                  <a:lnTo>
                    <a:pt x="270" y="19"/>
                  </a:lnTo>
                  <a:lnTo>
                    <a:pt x="231" y="30"/>
                  </a:lnTo>
                  <a:lnTo>
                    <a:pt x="195" y="43"/>
                  </a:lnTo>
                  <a:lnTo>
                    <a:pt x="162" y="58"/>
                  </a:lnTo>
                  <a:lnTo>
                    <a:pt x="130" y="73"/>
                  </a:lnTo>
                  <a:lnTo>
                    <a:pt x="102" y="93"/>
                  </a:lnTo>
                  <a:lnTo>
                    <a:pt x="76" y="113"/>
                  </a:lnTo>
                  <a:lnTo>
                    <a:pt x="54" y="133"/>
                  </a:lnTo>
                  <a:lnTo>
                    <a:pt x="35" y="157"/>
                  </a:lnTo>
                  <a:lnTo>
                    <a:pt x="20" y="181"/>
                  </a:lnTo>
                  <a:lnTo>
                    <a:pt x="10" y="206"/>
                  </a:lnTo>
                  <a:lnTo>
                    <a:pt x="3" y="233"/>
                  </a:lnTo>
                  <a:lnTo>
                    <a:pt x="0" y="260"/>
                  </a:lnTo>
                  <a:lnTo>
                    <a:pt x="12" y="260"/>
                  </a:lnTo>
                  <a:lnTo>
                    <a:pt x="14" y="235"/>
                  </a:lnTo>
                  <a:lnTo>
                    <a:pt x="21" y="211"/>
                  </a:lnTo>
                  <a:lnTo>
                    <a:pt x="32" y="186"/>
                  </a:lnTo>
                  <a:lnTo>
                    <a:pt x="45" y="164"/>
                  </a:lnTo>
                  <a:lnTo>
                    <a:pt x="64" y="143"/>
                  </a:lnTo>
                  <a:lnTo>
                    <a:pt x="84" y="123"/>
                  </a:lnTo>
                  <a:lnTo>
                    <a:pt x="109" y="103"/>
                  </a:lnTo>
                  <a:lnTo>
                    <a:pt x="137" y="85"/>
                  </a:lnTo>
                  <a:lnTo>
                    <a:pt x="167" y="70"/>
                  </a:lnTo>
                  <a:lnTo>
                    <a:pt x="200" y="55"/>
                  </a:lnTo>
                  <a:lnTo>
                    <a:pt x="236" y="42"/>
                  </a:lnTo>
                  <a:lnTo>
                    <a:pt x="272" y="31"/>
                  </a:lnTo>
                  <a:lnTo>
                    <a:pt x="312" y="23"/>
                  </a:lnTo>
                  <a:lnTo>
                    <a:pt x="353" y="16"/>
                  </a:lnTo>
                  <a:lnTo>
                    <a:pt x="395" y="12"/>
                  </a:lnTo>
                  <a:lnTo>
                    <a:pt x="439" y="11"/>
                  </a:lnTo>
                  <a:lnTo>
                    <a:pt x="439"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7974" name="Freeform 52"/>
            <p:cNvSpPr>
              <a:spLocks/>
            </p:cNvSpPr>
            <p:nvPr/>
          </p:nvSpPr>
          <p:spPr bwMode="auto">
            <a:xfrm>
              <a:off x="964" y="1745"/>
              <a:ext cx="48" cy="85"/>
            </a:xfrm>
            <a:custGeom>
              <a:avLst/>
              <a:gdLst>
                <a:gd name="T0" fmla="*/ 2 w 244"/>
                <a:gd name="T1" fmla="*/ 3 h 426"/>
                <a:gd name="T2" fmla="*/ 2 w 244"/>
                <a:gd name="T3" fmla="*/ 3 h 426"/>
                <a:gd name="T4" fmla="*/ 2 w 244"/>
                <a:gd name="T5" fmla="*/ 3 h 426"/>
                <a:gd name="T6" fmla="*/ 2 w 244"/>
                <a:gd name="T7" fmla="*/ 3 h 426"/>
                <a:gd name="T8" fmla="*/ 2 w 244"/>
                <a:gd name="T9" fmla="*/ 2 h 426"/>
                <a:gd name="T10" fmla="*/ 2 w 244"/>
                <a:gd name="T11" fmla="*/ 2 h 426"/>
                <a:gd name="T12" fmla="*/ 2 w 244"/>
                <a:gd name="T13" fmla="*/ 2 h 426"/>
                <a:gd name="T14" fmla="*/ 2 w 244"/>
                <a:gd name="T15" fmla="*/ 2 h 426"/>
                <a:gd name="T16" fmla="*/ 1 w 244"/>
                <a:gd name="T17" fmla="*/ 1 h 426"/>
                <a:gd name="T18" fmla="*/ 1 w 244"/>
                <a:gd name="T19" fmla="*/ 1 h 426"/>
                <a:gd name="T20" fmla="*/ 1 w 244"/>
                <a:gd name="T21" fmla="*/ 1 h 426"/>
                <a:gd name="T22" fmla="*/ 1 w 244"/>
                <a:gd name="T23" fmla="*/ 1 h 426"/>
                <a:gd name="T24" fmla="*/ 1 w 244"/>
                <a:gd name="T25" fmla="*/ 0 h 426"/>
                <a:gd name="T26" fmla="*/ 1 w 244"/>
                <a:gd name="T27" fmla="*/ 0 h 426"/>
                <a:gd name="T28" fmla="*/ 1 w 244"/>
                <a:gd name="T29" fmla="*/ 0 h 426"/>
                <a:gd name="T30" fmla="*/ 0 w 244"/>
                <a:gd name="T31" fmla="*/ 0 h 426"/>
                <a:gd name="T32" fmla="*/ 0 w 244"/>
                <a:gd name="T33" fmla="*/ 0 h 426"/>
                <a:gd name="T34" fmla="*/ 0 w 244"/>
                <a:gd name="T35" fmla="*/ 0 h 426"/>
                <a:gd name="T36" fmla="*/ 0 w 244"/>
                <a:gd name="T37" fmla="*/ 0 h 426"/>
                <a:gd name="T38" fmla="*/ 0 w 244"/>
                <a:gd name="T39" fmla="*/ 0 h 426"/>
                <a:gd name="T40" fmla="*/ 0 w 244"/>
                <a:gd name="T41" fmla="*/ 0 h 426"/>
                <a:gd name="T42" fmla="*/ 1 w 244"/>
                <a:gd name="T43" fmla="*/ 0 h 426"/>
                <a:gd name="T44" fmla="*/ 1 w 244"/>
                <a:gd name="T45" fmla="*/ 0 h 426"/>
                <a:gd name="T46" fmla="*/ 1 w 244"/>
                <a:gd name="T47" fmla="*/ 0 h 426"/>
                <a:gd name="T48" fmla="*/ 1 w 244"/>
                <a:gd name="T49" fmla="*/ 1 h 426"/>
                <a:gd name="T50" fmla="*/ 1 w 244"/>
                <a:gd name="T51" fmla="*/ 1 h 426"/>
                <a:gd name="T52" fmla="*/ 1 w 244"/>
                <a:gd name="T53" fmla="*/ 1 h 426"/>
                <a:gd name="T54" fmla="*/ 1 w 244"/>
                <a:gd name="T55" fmla="*/ 1 h 426"/>
                <a:gd name="T56" fmla="*/ 1 w 244"/>
                <a:gd name="T57" fmla="*/ 2 h 426"/>
                <a:gd name="T58" fmla="*/ 2 w 244"/>
                <a:gd name="T59" fmla="*/ 2 h 426"/>
                <a:gd name="T60" fmla="*/ 2 w 244"/>
                <a:gd name="T61" fmla="*/ 2 h 426"/>
                <a:gd name="T62" fmla="*/ 2 w 244"/>
                <a:gd name="T63" fmla="*/ 2 h 426"/>
                <a:gd name="T64" fmla="*/ 2 w 244"/>
                <a:gd name="T65" fmla="*/ 3 h 426"/>
                <a:gd name="T66" fmla="*/ 2 w 244"/>
                <a:gd name="T67" fmla="*/ 3 h 426"/>
                <a:gd name="T68" fmla="*/ 2 w 244"/>
                <a:gd name="T69" fmla="*/ 3 h 426"/>
                <a:gd name="T70" fmla="*/ 2 w 244"/>
                <a:gd name="T71" fmla="*/ 3 h 426"/>
                <a:gd name="T72" fmla="*/ 2 w 244"/>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6"/>
                <a:gd name="T113" fmla="*/ 244 w 244"/>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6">
                  <a:moveTo>
                    <a:pt x="244" y="426"/>
                  </a:moveTo>
                  <a:lnTo>
                    <a:pt x="244" y="426"/>
                  </a:lnTo>
                  <a:lnTo>
                    <a:pt x="243" y="383"/>
                  </a:lnTo>
                  <a:lnTo>
                    <a:pt x="240" y="340"/>
                  </a:lnTo>
                  <a:lnTo>
                    <a:pt x="234" y="300"/>
                  </a:lnTo>
                  <a:lnTo>
                    <a:pt x="226" y="262"/>
                  </a:lnTo>
                  <a:lnTo>
                    <a:pt x="215" y="224"/>
                  </a:lnTo>
                  <a:lnTo>
                    <a:pt x="203" y="189"/>
                  </a:lnTo>
                  <a:lnTo>
                    <a:pt x="189" y="157"/>
                  </a:lnTo>
                  <a:lnTo>
                    <a:pt x="174" y="126"/>
                  </a:lnTo>
                  <a:lnTo>
                    <a:pt x="155" y="99"/>
                  </a:lnTo>
                  <a:lnTo>
                    <a:pt x="138" y="74"/>
                  </a:lnTo>
                  <a:lnTo>
                    <a:pt x="118" y="52"/>
                  </a:lnTo>
                  <a:lnTo>
                    <a:pt x="96" y="34"/>
                  </a:lnTo>
                  <a:lnTo>
                    <a:pt x="73" y="19"/>
                  </a:lnTo>
                  <a:lnTo>
                    <a:pt x="50" y="8"/>
                  </a:lnTo>
                  <a:lnTo>
                    <a:pt x="25" y="2"/>
                  </a:lnTo>
                  <a:lnTo>
                    <a:pt x="0" y="0"/>
                  </a:lnTo>
                  <a:lnTo>
                    <a:pt x="0" y="12"/>
                  </a:lnTo>
                  <a:lnTo>
                    <a:pt x="23" y="14"/>
                  </a:lnTo>
                  <a:lnTo>
                    <a:pt x="45" y="20"/>
                  </a:lnTo>
                  <a:lnTo>
                    <a:pt x="66" y="31"/>
                  </a:lnTo>
                  <a:lnTo>
                    <a:pt x="89" y="43"/>
                  </a:lnTo>
                  <a:lnTo>
                    <a:pt x="109" y="61"/>
                  </a:lnTo>
                  <a:lnTo>
                    <a:pt x="129" y="81"/>
                  </a:lnTo>
                  <a:lnTo>
                    <a:pt x="146" y="106"/>
                  </a:lnTo>
                  <a:lnTo>
                    <a:pt x="162" y="133"/>
                  </a:lnTo>
                  <a:lnTo>
                    <a:pt x="178" y="162"/>
                  </a:lnTo>
                  <a:lnTo>
                    <a:pt x="192" y="194"/>
                  </a:lnTo>
                  <a:lnTo>
                    <a:pt x="203" y="229"/>
                  </a:lnTo>
                  <a:lnTo>
                    <a:pt x="214" y="264"/>
                  </a:lnTo>
                  <a:lnTo>
                    <a:pt x="222" y="303"/>
                  </a:lnTo>
                  <a:lnTo>
                    <a:pt x="228" y="342"/>
                  </a:lnTo>
                  <a:lnTo>
                    <a:pt x="232" y="383"/>
                  </a:lnTo>
                  <a:lnTo>
                    <a:pt x="233" y="426"/>
                  </a:lnTo>
                  <a:lnTo>
                    <a:pt x="244"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7975" name="Freeform 53"/>
            <p:cNvSpPr>
              <a:spLocks/>
            </p:cNvSpPr>
            <p:nvPr/>
          </p:nvSpPr>
          <p:spPr bwMode="auto">
            <a:xfrm>
              <a:off x="964" y="1830"/>
              <a:ext cx="48" cy="85"/>
            </a:xfrm>
            <a:custGeom>
              <a:avLst/>
              <a:gdLst>
                <a:gd name="T0" fmla="*/ 0 w 244"/>
                <a:gd name="T1" fmla="*/ 3 h 424"/>
                <a:gd name="T2" fmla="*/ 0 w 244"/>
                <a:gd name="T3" fmla="*/ 3 h 424"/>
                <a:gd name="T4" fmla="*/ 0 w 244"/>
                <a:gd name="T5" fmla="*/ 3 h 424"/>
                <a:gd name="T6" fmla="*/ 0 w 244"/>
                <a:gd name="T7" fmla="*/ 3 h 424"/>
                <a:gd name="T8" fmla="*/ 1 w 244"/>
                <a:gd name="T9" fmla="*/ 3 h 424"/>
                <a:gd name="T10" fmla="*/ 1 w 244"/>
                <a:gd name="T11" fmla="*/ 3 h 424"/>
                <a:gd name="T12" fmla="*/ 1 w 244"/>
                <a:gd name="T13" fmla="*/ 3 h 424"/>
                <a:gd name="T14" fmla="*/ 1 w 244"/>
                <a:gd name="T15" fmla="*/ 3 h 424"/>
                <a:gd name="T16" fmla="*/ 1 w 244"/>
                <a:gd name="T17" fmla="*/ 3 h 424"/>
                <a:gd name="T18" fmla="*/ 1 w 244"/>
                <a:gd name="T19" fmla="*/ 2 h 424"/>
                <a:gd name="T20" fmla="*/ 1 w 244"/>
                <a:gd name="T21" fmla="*/ 2 h 424"/>
                <a:gd name="T22" fmla="*/ 2 w 244"/>
                <a:gd name="T23" fmla="*/ 2 h 424"/>
                <a:gd name="T24" fmla="*/ 2 w 244"/>
                <a:gd name="T25" fmla="*/ 2 h 424"/>
                <a:gd name="T26" fmla="*/ 2 w 244"/>
                <a:gd name="T27" fmla="*/ 1 h 424"/>
                <a:gd name="T28" fmla="*/ 2 w 244"/>
                <a:gd name="T29" fmla="*/ 1 h 424"/>
                <a:gd name="T30" fmla="*/ 2 w 244"/>
                <a:gd name="T31" fmla="*/ 1 h 424"/>
                <a:gd name="T32" fmla="*/ 2 w 244"/>
                <a:gd name="T33" fmla="*/ 0 h 424"/>
                <a:gd name="T34" fmla="*/ 2 w 244"/>
                <a:gd name="T35" fmla="*/ 0 h 424"/>
                <a:gd name="T36" fmla="*/ 2 w 244"/>
                <a:gd name="T37" fmla="*/ 0 h 424"/>
                <a:gd name="T38" fmla="*/ 2 w 244"/>
                <a:gd name="T39" fmla="*/ 0 h 424"/>
                <a:gd name="T40" fmla="*/ 2 w 244"/>
                <a:gd name="T41" fmla="*/ 1 h 424"/>
                <a:gd name="T42" fmla="*/ 2 w 244"/>
                <a:gd name="T43" fmla="*/ 1 h 424"/>
                <a:gd name="T44" fmla="*/ 2 w 244"/>
                <a:gd name="T45" fmla="*/ 1 h 424"/>
                <a:gd name="T46" fmla="*/ 2 w 244"/>
                <a:gd name="T47" fmla="*/ 2 h 424"/>
                <a:gd name="T48" fmla="*/ 1 w 244"/>
                <a:gd name="T49" fmla="*/ 2 h 424"/>
                <a:gd name="T50" fmla="*/ 1 w 244"/>
                <a:gd name="T51" fmla="*/ 2 h 424"/>
                <a:gd name="T52" fmla="*/ 1 w 244"/>
                <a:gd name="T53" fmla="*/ 2 h 424"/>
                <a:gd name="T54" fmla="*/ 1 w 244"/>
                <a:gd name="T55" fmla="*/ 3 h 424"/>
                <a:gd name="T56" fmla="*/ 1 w 244"/>
                <a:gd name="T57" fmla="*/ 3 h 424"/>
                <a:gd name="T58" fmla="*/ 1 w 244"/>
                <a:gd name="T59" fmla="*/ 3 h 424"/>
                <a:gd name="T60" fmla="*/ 1 w 244"/>
                <a:gd name="T61" fmla="*/ 3 h 424"/>
                <a:gd name="T62" fmla="*/ 1 w 244"/>
                <a:gd name="T63" fmla="*/ 3 h 424"/>
                <a:gd name="T64" fmla="*/ 0 w 244"/>
                <a:gd name="T65" fmla="*/ 3 h 424"/>
                <a:gd name="T66" fmla="*/ 0 w 244"/>
                <a:gd name="T67" fmla="*/ 3 h 424"/>
                <a:gd name="T68" fmla="*/ 0 w 244"/>
                <a:gd name="T69" fmla="*/ 3 h 424"/>
                <a:gd name="T70" fmla="*/ 0 w 244"/>
                <a:gd name="T71" fmla="*/ 3 h 424"/>
                <a:gd name="T72" fmla="*/ 0 w 244"/>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4"/>
                <a:gd name="T113" fmla="*/ 244 w 244"/>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4">
                  <a:moveTo>
                    <a:pt x="0" y="424"/>
                  </a:moveTo>
                  <a:lnTo>
                    <a:pt x="0" y="424"/>
                  </a:lnTo>
                  <a:lnTo>
                    <a:pt x="25" y="422"/>
                  </a:lnTo>
                  <a:lnTo>
                    <a:pt x="50" y="416"/>
                  </a:lnTo>
                  <a:lnTo>
                    <a:pt x="73" y="405"/>
                  </a:lnTo>
                  <a:lnTo>
                    <a:pt x="96" y="390"/>
                  </a:lnTo>
                  <a:lnTo>
                    <a:pt x="118" y="373"/>
                  </a:lnTo>
                  <a:lnTo>
                    <a:pt x="138" y="350"/>
                  </a:lnTo>
                  <a:lnTo>
                    <a:pt x="155" y="326"/>
                  </a:lnTo>
                  <a:lnTo>
                    <a:pt x="173" y="299"/>
                  </a:lnTo>
                  <a:lnTo>
                    <a:pt x="189" y="268"/>
                  </a:lnTo>
                  <a:lnTo>
                    <a:pt x="203" y="235"/>
                  </a:lnTo>
                  <a:lnTo>
                    <a:pt x="215" y="201"/>
                  </a:lnTo>
                  <a:lnTo>
                    <a:pt x="226" y="163"/>
                  </a:lnTo>
                  <a:lnTo>
                    <a:pt x="234" y="125"/>
                  </a:lnTo>
                  <a:lnTo>
                    <a:pt x="240" y="85"/>
                  </a:lnTo>
                  <a:lnTo>
                    <a:pt x="243" y="42"/>
                  </a:lnTo>
                  <a:lnTo>
                    <a:pt x="244" y="0"/>
                  </a:lnTo>
                  <a:lnTo>
                    <a:pt x="233" y="0"/>
                  </a:lnTo>
                  <a:lnTo>
                    <a:pt x="232" y="42"/>
                  </a:lnTo>
                  <a:lnTo>
                    <a:pt x="228" y="83"/>
                  </a:lnTo>
                  <a:lnTo>
                    <a:pt x="222" y="123"/>
                  </a:lnTo>
                  <a:lnTo>
                    <a:pt x="214" y="160"/>
                  </a:lnTo>
                  <a:lnTo>
                    <a:pt x="203" y="197"/>
                  </a:lnTo>
                  <a:lnTo>
                    <a:pt x="192" y="231"/>
                  </a:lnTo>
                  <a:lnTo>
                    <a:pt x="178" y="263"/>
                  </a:lnTo>
                  <a:lnTo>
                    <a:pt x="164" y="292"/>
                  </a:lnTo>
                  <a:lnTo>
                    <a:pt x="146" y="319"/>
                  </a:lnTo>
                  <a:lnTo>
                    <a:pt x="129" y="343"/>
                  </a:lnTo>
                  <a:lnTo>
                    <a:pt x="109" y="363"/>
                  </a:lnTo>
                  <a:lnTo>
                    <a:pt x="89" y="381"/>
                  </a:lnTo>
                  <a:lnTo>
                    <a:pt x="66" y="394"/>
                  </a:lnTo>
                  <a:lnTo>
                    <a:pt x="45" y="404"/>
                  </a:lnTo>
                  <a:lnTo>
                    <a:pt x="23" y="410"/>
                  </a:lnTo>
                  <a:lnTo>
                    <a:pt x="0" y="412"/>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7976" name="Freeform 54"/>
            <p:cNvSpPr>
              <a:spLocks/>
            </p:cNvSpPr>
            <p:nvPr/>
          </p:nvSpPr>
          <p:spPr bwMode="auto">
            <a:xfrm>
              <a:off x="915" y="1830"/>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1" y="42"/>
                  </a:lnTo>
                  <a:lnTo>
                    <a:pt x="4" y="85"/>
                  </a:lnTo>
                  <a:lnTo>
                    <a:pt x="10" y="125"/>
                  </a:lnTo>
                  <a:lnTo>
                    <a:pt x="19" y="163"/>
                  </a:lnTo>
                  <a:lnTo>
                    <a:pt x="29" y="201"/>
                  </a:lnTo>
                  <a:lnTo>
                    <a:pt x="41" y="235"/>
                  </a:lnTo>
                  <a:lnTo>
                    <a:pt x="55" y="268"/>
                  </a:lnTo>
                  <a:lnTo>
                    <a:pt x="71" y="299"/>
                  </a:lnTo>
                  <a:lnTo>
                    <a:pt x="89" y="326"/>
                  </a:lnTo>
                  <a:lnTo>
                    <a:pt x="106" y="350"/>
                  </a:lnTo>
                  <a:lnTo>
                    <a:pt x="126" y="373"/>
                  </a:lnTo>
                  <a:lnTo>
                    <a:pt x="149" y="390"/>
                  </a:lnTo>
                  <a:lnTo>
                    <a:pt x="171" y="405"/>
                  </a:lnTo>
                  <a:lnTo>
                    <a:pt x="194" y="416"/>
                  </a:lnTo>
                  <a:lnTo>
                    <a:pt x="219" y="422"/>
                  </a:lnTo>
                  <a:lnTo>
                    <a:pt x="245" y="424"/>
                  </a:lnTo>
                  <a:lnTo>
                    <a:pt x="245" y="412"/>
                  </a:lnTo>
                  <a:lnTo>
                    <a:pt x="221" y="410"/>
                  </a:lnTo>
                  <a:lnTo>
                    <a:pt x="199" y="404"/>
                  </a:lnTo>
                  <a:lnTo>
                    <a:pt x="178" y="394"/>
                  </a:lnTo>
                  <a:lnTo>
                    <a:pt x="156" y="381"/>
                  </a:lnTo>
                  <a:lnTo>
                    <a:pt x="136" y="363"/>
                  </a:lnTo>
                  <a:lnTo>
                    <a:pt x="116" y="343"/>
                  </a:lnTo>
                  <a:lnTo>
                    <a:pt x="98" y="319"/>
                  </a:lnTo>
                  <a:lnTo>
                    <a:pt x="81" y="292"/>
                  </a:lnTo>
                  <a:lnTo>
                    <a:pt x="67" y="263"/>
                  </a:lnTo>
                  <a:lnTo>
                    <a:pt x="52" y="231"/>
                  </a:lnTo>
                  <a:lnTo>
                    <a:pt x="41" y="197"/>
                  </a:lnTo>
                  <a:lnTo>
                    <a:pt x="30" y="160"/>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7977" name="Freeform 55"/>
            <p:cNvSpPr>
              <a:spLocks/>
            </p:cNvSpPr>
            <p:nvPr/>
          </p:nvSpPr>
          <p:spPr bwMode="auto">
            <a:xfrm>
              <a:off x="915" y="1745"/>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0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19" y="2"/>
                  </a:lnTo>
                  <a:lnTo>
                    <a:pt x="194" y="8"/>
                  </a:lnTo>
                  <a:lnTo>
                    <a:pt x="171" y="19"/>
                  </a:lnTo>
                  <a:lnTo>
                    <a:pt x="149" y="34"/>
                  </a:lnTo>
                  <a:lnTo>
                    <a:pt x="126" y="52"/>
                  </a:lnTo>
                  <a:lnTo>
                    <a:pt x="106" y="74"/>
                  </a:lnTo>
                  <a:lnTo>
                    <a:pt x="89" y="99"/>
                  </a:lnTo>
                  <a:lnTo>
                    <a:pt x="70" y="126"/>
                  </a:lnTo>
                  <a:lnTo>
                    <a:pt x="55" y="157"/>
                  </a:lnTo>
                  <a:lnTo>
                    <a:pt x="41" y="189"/>
                  </a:lnTo>
                  <a:lnTo>
                    <a:pt x="29" y="224"/>
                  </a:lnTo>
                  <a:lnTo>
                    <a:pt x="19" y="262"/>
                  </a:lnTo>
                  <a:lnTo>
                    <a:pt x="10" y="300"/>
                  </a:lnTo>
                  <a:lnTo>
                    <a:pt x="4" y="340"/>
                  </a:lnTo>
                  <a:lnTo>
                    <a:pt x="1" y="383"/>
                  </a:lnTo>
                  <a:lnTo>
                    <a:pt x="0" y="426"/>
                  </a:lnTo>
                  <a:lnTo>
                    <a:pt x="11" y="426"/>
                  </a:lnTo>
                  <a:lnTo>
                    <a:pt x="13" y="383"/>
                  </a:lnTo>
                  <a:lnTo>
                    <a:pt x="16" y="342"/>
                  </a:lnTo>
                  <a:lnTo>
                    <a:pt x="22" y="303"/>
                  </a:lnTo>
                  <a:lnTo>
                    <a:pt x="30" y="264"/>
                  </a:lnTo>
                  <a:lnTo>
                    <a:pt x="41" y="229"/>
                  </a:lnTo>
                  <a:lnTo>
                    <a:pt x="52" y="194"/>
                  </a:lnTo>
                  <a:lnTo>
                    <a:pt x="67" y="162"/>
                  </a:lnTo>
                  <a:lnTo>
                    <a:pt x="82" y="133"/>
                  </a:lnTo>
                  <a:lnTo>
                    <a:pt x="98" y="106"/>
                  </a:lnTo>
                  <a:lnTo>
                    <a:pt x="116" y="81"/>
                  </a:lnTo>
                  <a:lnTo>
                    <a:pt x="136" y="61"/>
                  </a:lnTo>
                  <a:lnTo>
                    <a:pt x="156" y="43"/>
                  </a:lnTo>
                  <a:lnTo>
                    <a:pt x="178" y="31"/>
                  </a:lnTo>
                  <a:lnTo>
                    <a:pt x="199" y="20"/>
                  </a:lnTo>
                  <a:lnTo>
                    <a:pt x="221"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7978" name="Freeform 56"/>
            <p:cNvSpPr>
              <a:spLocks/>
            </p:cNvSpPr>
            <p:nvPr/>
          </p:nvSpPr>
          <p:spPr bwMode="auto">
            <a:xfrm>
              <a:off x="1140" y="2087"/>
              <a:ext cx="49" cy="85"/>
            </a:xfrm>
            <a:custGeom>
              <a:avLst/>
              <a:gdLst>
                <a:gd name="T0" fmla="*/ 2 w 246"/>
                <a:gd name="T1" fmla="*/ 3 h 424"/>
                <a:gd name="T2" fmla="*/ 2 w 246"/>
                <a:gd name="T3" fmla="*/ 3 h 424"/>
                <a:gd name="T4" fmla="*/ 2 w 246"/>
                <a:gd name="T5" fmla="*/ 3 h 424"/>
                <a:gd name="T6" fmla="*/ 2 w 246"/>
                <a:gd name="T7" fmla="*/ 3 h 424"/>
                <a:gd name="T8" fmla="*/ 2 w 246"/>
                <a:gd name="T9" fmla="*/ 2 h 424"/>
                <a:gd name="T10" fmla="*/ 2 w 246"/>
                <a:gd name="T11" fmla="*/ 2 h 424"/>
                <a:gd name="T12" fmla="*/ 2 w 246"/>
                <a:gd name="T13" fmla="*/ 2 h 424"/>
                <a:gd name="T14" fmla="*/ 2 w 246"/>
                <a:gd name="T15" fmla="*/ 2 h 424"/>
                <a:gd name="T16" fmla="*/ 2 w 246"/>
                <a:gd name="T17" fmla="*/ 1 h 424"/>
                <a:gd name="T18" fmla="*/ 1 w 246"/>
                <a:gd name="T19" fmla="*/ 1 h 424"/>
                <a:gd name="T20" fmla="*/ 1 w 246"/>
                <a:gd name="T21" fmla="*/ 1 h 424"/>
                <a:gd name="T22" fmla="*/ 1 w 246"/>
                <a:gd name="T23" fmla="*/ 1 h 424"/>
                <a:gd name="T24" fmla="*/ 1 w 246"/>
                <a:gd name="T25" fmla="*/ 0 h 424"/>
                <a:gd name="T26" fmla="*/ 1 w 246"/>
                <a:gd name="T27" fmla="*/ 0 h 424"/>
                <a:gd name="T28" fmla="*/ 1 w 246"/>
                <a:gd name="T29" fmla="*/ 0 h 424"/>
                <a:gd name="T30" fmla="*/ 0 w 246"/>
                <a:gd name="T31" fmla="*/ 0 h 424"/>
                <a:gd name="T32" fmla="*/ 0 w 246"/>
                <a:gd name="T33" fmla="*/ 0 h 424"/>
                <a:gd name="T34" fmla="*/ 0 w 246"/>
                <a:gd name="T35" fmla="*/ 0 h 424"/>
                <a:gd name="T36" fmla="*/ 0 w 246"/>
                <a:gd name="T37" fmla="*/ 0 h 424"/>
                <a:gd name="T38" fmla="*/ 0 w 246"/>
                <a:gd name="T39" fmla="*/ 0 h 424"/>
                <a:gd name="T40" fmla="*/ 0 w 246"/>
                <a:gd name="T41" fmla="*/ 0 h 424"/>
                <a:gd name="T42" fmla="*/ 1 w 246"/>
                <a:gd name="T43" fmla="*/ 0 h 424"/>
                <a:gd name="T44" fmla="*/ 1 w 246"/>
                <a:gd name="T45" fmla="*/ 0 h 424"/>
                <a:gd name="T46" fmla="*/ 1 w 246"/>
                <a:gd name="T47" fmla="*/ 0 h 424"/>
                <a:gd name="T48" fmla="*/ 1 w 246"/>
                <a:gd name="T49" fmla="*/ 1 h 424"/>
                <a:gd name="T50" fmla="*/ 1 w 246"/>
                <a:gd name="T51" fmla="*/ 1 h 424"/>
                <a:gd name="T52" fmla="*/ 1 w 246"/>
                <a:gd name="T53" fmla="*/ 1 h 424"/>
                <a:gd name="T54" fmla="*/ 1 w 246"/>
                <a:gd name="T55" fmla="*/ 1 h 424"/>
                <a:gd name="T56" fmla="*/ 2 w 246"/>
                <a:gd name="T57" fmla="*/ 2 h 424"/>
                <a:gd name="T58" fmla="*/ 2 w 246"/>
                <a:gd name="T59" fmla="*/ 2 h 424"/>
                <a:gd name="T60" fmla="*/ 2 w 246"/>
                <a:gd name="T61" fmla="*/ 2 h 424"/>
                <a:gd name="T62" fmla="*/ 2 w 246"/>
                <a:gd name="T63" fmla="*/ 2 h 424"/>
                <a:gd name="T64" fmla="*/ 2 w 246"/>
                <a:gd name="T65" fmla="*/ 3 h 424"/>
                <a:gd name="T66" fmla="*/ 2 w 246"/>
                <a:gd name="T67" fmla="*/ 3 h 424"/>
                <a:gd name="T68" fmla="*/ 2 w 246"/>
                <a:gd name="T69" fmla="*/ 3 h 424"/>
                <a:gd name="T70" fmla="*/ 2 w 246"/>
                <a:gd name="T71" fmla="*/ 3 h 424"/>
                <a:gd name="T72" fmla="*/ 2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424"/>
                  </a:moveTo>
                  <a:lnTo>
                    <a:pt x="246" y="424"/>
                  </a:lnTo>
                  <a:lnTo>
                    <a:pt x="244" y="382"/>
                  </a:lnTo>
                  <a:lnTo>
                    <a:pt x="241" y="338"/>
                  </a:lnTo>
                  <a:lnTo>
                    <a:pt x="235" y="298"/>
                  </a:lnTo>
                  <a:lnTo>
                    <a:pt x="227" y="261"/>
                  </a:lnTo>
                  <a:lnTo>
                    <a:pt x="216" y="222"/>
                  </a:lnTo>
                  <a:lnTo>
                    <a:pt x="205" y="188"/>
                  </a:lnTo>
                  <a:lnTo>
                    <a:pt x="190" y="155"/>
                  </a:lnTo>
                  <a:lnTo>
                    <a:pt x="174" y="125"/>
                  </a:lnTo>
                  <a:lnTo>
                    <a:pt x="157" y="98"/>
                  </a:lnTo>
                  <a:lnTo>
                    <a:pt x="138" y="73"/>
                  </a:lnTo>
                  <a:lnTo>
                    <a:pt x="118" y="51"/>
                  </a:lnTo>
                  <a:lnTo>
                    <a:pt x="96" y="34"/>
                  </a:lnTo>
                  <a:lnTo>
                    <a:pt x="74" y="18"/>
                  </a:lnTo>
                  <a:lnTo>
                    <a:pt x="50" y="8"/>
                  </a:lnTo>
                  <a:lnTo>
                    <a:pt x="25" y="2"/>
                  </a:lnTo>
                  <a:lnTo>
                    <a:pt x="0" y="0"/>
                  </a:lnTo>
                  <a:lnTo>
                    <a:pt x="0" y="11"/>
                  </a:lnTo>
                  <a:lnTo>
                    <a:pt x="23" y="14"/>
                  </a:lnTo>
                  <a:lnTo>
                    <a:pt x="45" y="19"/>
                  </a:lnTo>
                  <a:lnTo>
                    <a:pt x="67" y="30"/>
                  </a:lnTo>
                  <a:lnTo>
                    <a:pt x="89" y="43"/>
                  </a:lnTo>
                  <a:lnTo>
                    <a:pt x="108" y="60"/>
                  </a:lnTo>
                  <a:lnTo>
                    <a:pt x="128" y="80"/>
                  </a:lnTo>
                  <a:lnTo>
                    <a:pt x="147" y="105"/>
                  </a:lnTo>
                  <a:lnTo>
                    <a:pt x="165" y="132"/>
                  </a:lnTo>
                  <a:lnTo>
                    <a:pt x="179" y="160"/>
                  </a:lnTo>
                  <a:lnTo>
                    <a:pt x="193" y="193"/>
                  </a:lnTo>
                  <a:lnTo>
                    <a:pt x="205" y="227"/>
                  </a:lnTo>
                  <a:lnTo>
                    <a:pt x="215" y="263"/>
                  </a:lnTo>
                  <a:lnTo>
                    <a:pt x="223" y="301"/>
                  </a:lnTo>
                  <a:lnTo>
                    <a:pt x="229" y="341"/>
                  </a:lnTo>
                  <a:lnTo>
                    <a:pt x="233" y="382"/>
                  </a:lnTo>
                  <a:lnTo>
                    <a:pt x="234" y="424"/>
                  </a:lnTo>
                  <a:lnTo>
                    <a:pt x="246"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7979" name="Freeform 57"/>
            <p:cNvSpPr>
              <a:spLocks/>
            </p:cNvSpPr>
            <p:nvPr/>
          </p:nvSpPr>
          <p:spPr bwMode="auto">
            <a:xfrm>
              <a:off x="1140" y="2172"/>
              <a:ext cx="49" cy="85"/>
            </a:xfrm>
            <a:custGeom>
              <a:avLst/>
              <a:gdLst>
                <a:gd name="T0" fmla="*/ 0 w 246"/>
                <a:gd name="T1" fmla="*/ 3 h 426"/>
                <a:gd name="T2" fmla="*/ 0 w 246"/>
                <a:gd name="T3" fmla="*/ 3 h 426"/>
                <a:gd name="T4" fmla="*/ 0 w 246"/>
                <a:gd name="T5" fmla="*/ 3 h 426"/>
                <a:gd name="T6" fmla="*/ 0 w 246"/>
                <a:gd name="T7" fmla="*/ 3 h 426"/>
                <a:gd name="T8" fmla="*/ 1 w 246"/>
                <a:gd name="T9" fmla="*/ 3 h 426"/>
                <a:gd name="T10" fmla="*/ 1 w 246"/>
                <a:gd name="T11" fmla="*/ 3 h 426"/>
                <a:gd name="T12" fmla="*/ 1 w 246"/>
                <a:gd name="T13" fmla="*/ 3 h 426"/>
                <a:gd name="T14" fmla="*/ 1 w 246"/>
                <a:gd name="T15" fmla="*/ 3 h 426"/>
                <a:gd name="T16" fmla="*/ 1 w 246"/>
                <a:gd name="T17" fmla="*/ 3 h 426"/>
                <a:gd name="T18" fmla="*/ 1 w 246"/>
                <a:gd name="T19" fmla="*/ 2 h 426"/>
                <a:gd name="T20" fmla="*/ 2 w 246"/>
                <a:gd name="T21" fmla="*/ 2 h 426"/>
                <a:gd name="T22" fmla="*/ 2 w 246"/>
                <a:gd name="T23" fmla="*/ 2 h 426"/>
                <a:gd name="T24" fmla="*/ 2 w 246"/>
                <a:gd name="T25" fmla="*/ 2 h 426"/>
                <a:gd name="T26" fmla="*/ 2 w 246"/>
                <a:gd name="T27" fmla="*/ 1 h 426"/>
                <a:gd name="T28" fmla="*/ 2 w 246"/>
                <a:gd name="T29" fmla="*/ 1 h 426"/>
                <a:gd name="T30" fmla="*/ 2 w 246"/>
                <a:gd name="T31" fmla="*/ 1 h 426"/>
                <a:gd name="T32" fmla="*/ 2 w 246"/>
                <a:gd name="T33" fmla="*/ 0 h 426"/>
                <a:gd name="T34" fmla="*/ 2 w 246"/>
                <a:gd name="T35" fmla="*/ 0 h 426"/>
                <a:gd name="T36" fmla="*/ 2 w 246"/>
                <a:gd name="T37" fmla="*/ 0 h 426"/>
                <a:gd name="T38" fmla="*/ 2 w 246"/>
                <a:gd name="T39" fmla="*/ 0 h 426"/>
                <a:gd name="T40" fmla="*/ 2 w 246"/>
                <a:gd name="T41" fmla="*/ 1 h 426"/>
                <a:gd name="T42" fmla="*/ 2 w 246"/>
                <a:gd name="T43" fmla="*/ 1 h 426"/>
                <a:gd name="T44" fmla="*/ 2 w 246"/>
                <a:gd name="T45" fmla="*/ 1 h 426"/>
                <a:gd name="T46" fmla="*/ 2 w 246"/>
                <a:gd name="T47" fmla="*/ 2 h 426"/>
                <a:gd name="T48" fmla="*/ 2 w 246"/>
                <a:gd name="T49" fmla="*/ 2 h 426"/>
                <a:gd name="T50" fmla="*/ 1 w 246"/>
                <a:gd name="T51" fmla="*/ 2 h 426"/>
                <a:gd name="T52" fmla="*/ 1 w 246"/>
                <a:gd name="T53" fmla="*/ 2 h 426"/>
                <a:gd name="T54" fmla="*/ 1 w 246"/>
                <a:gd name="T55" fmla="*/ 3 h 426"/>
                <a:gd name="T56" fmla="*/ 1 w 246"/>
                <a:gd name="T57" fmla="*/ 3 h 426"/>
                <a:gd name="T58" fmla="*/ 1 w 246"/>
                <a:gd name="T59" fmla="*/ 3 h 426"/>
                <a:gd name="T60" fmla="*/ 1 w 246"/>
                <a:gd name="T61" fmla="*/ 3 h 426"/>
                <a:gd name="T62" fmla="*/ 1 w 246"/>
                <a:gd name="T63" fmla="*/ 3 h 426"/>
                <a:gd name="T64" fmla="*/ 0 w 246"/>
                <a:gd name="T65" fmla="*/ 3 h 426"/>
                <a:gd name="T66" fmla="*/ 0 w 246"/>
                <a:gd name="T67" fmla="*/ 3 h 426"/>
                <a:gd name="T68" fmla="*/ 0 w 246"/>
                <a:gd name="T69" fmla="*/ 3 h 426"/>
                <a:gd name="T70" fmla="*/ 0 w 246"/>
                <a:gd name="T71" fmla="*/ 3 h 426"/>
                <a:gd name="T72" fmla="*/ 0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426"/>
                  </a:moveTo>
                  <a:lnTo>
                    <a:pt x="0" y="426"/>
                  </a:lnTo>
                  <a:lnTo>
                    <a:pt x="25" y="423"/>
                  </a:lnTo>
                  <a:lnTo>
                    <a:pt x="50" y="417"/>
                  </a:lnTo>
                  <a:lnTo>
                    <a:pt x="74" y="407"/>
                  </a:lnTo>
                  <a:lnTo>
                    <a:pt x="96" y="392"/>
                  </a:lnTo>
                  <a:lnTo>
                    <a:pt x="118" y="373"/>
                  </a:lnTo>
                  <a:lnTo>
                    <a:pt x="138" y="350"/>
                  </a:lnTo>
                  <a:lnTo>
                    <a:pt x="157" y="327"/>
                  </a:lnTo>
                  <a:lnTo>
                    <a:pt x="175" y="299"/>
                  </a:lnTo>
                  <a:lnTo>
                    <a:pt x="190" y="268"/>
                  </a:lnTo>
                  <a:lnTo>
                    <a:pt x="205" y="236"/>
                  </a:lnTo>
                  <a:lnTo>
                    <a:pt x="216" y="202"/>
                  </a:lnTo>
                  <a:lnTo>
                    <a:pt x="227" y="164"/>
                  </a:lnTo>
                  <a:lnTo>
                    <a:pt x="235" y="125"/>
                  </a:lnTo>
                  <a:lnTo>
                    <a:pt x="241" y="86"/>
                  </a:lnTo>
                  <a:lnTo>
                    <a:pt x="244" y="42"/>
                  </a:lnTo>
                  <a:lnTo>
                    <a:pt x="246" y="0"/>
                  </a:lnTo>
                  <a:lnTo>
                    <a:pt x="234" y="0"/>
                  </a:lnTo>
                  <a:lnTo>
                    <a:pt x="233" y="42"/>
                  </a:lnTo>
                  <a:lnTo>
                    <a:pt x="229" y="83"/>
                  </a:lnTo>
                  <a:lnTo>
                    <a:pt x="223" y="123"/>
                  </a:lnTo>
                  <a:lnTo>
                    <a:pt x="215" y="162"/>
                  </a:lnTo>
                  <a:lnTo>
                    <a:pt x="205" y="197"/>
                  </a:lnTo>
                  <a:lnTo>
                    <a:pt x="193" y="231"/>
                  </a:lnTo>
                  <a:lnTo>
                    <a:pt x="179" y="264"/>
                  </a:lnTo>
                  <a:lnTo>
                    <a:pt x="164" y="292"/>
                  </a:lnTo>
                  <a:lnTo>
                    <a:pt x="147" y="320"/>
                  </a:lnTo>
                  <a:lnTo>
                    <a:pt x="128" y="343"/>
                  </a:lnTo>
                  <a:lnTo>
                    <a:pt x="108" y="363"/>
                  </a:lnTo>
                  <a:lnTo>
                    <a:pt x="89" y="382"/>
                  </a:lnTo>
                  <a:lnTo>
                    <a:pt x="67" y="395"/>
                  </a:lnTo>
                  <a:lnTo>
                    <a:pt x="45" y="406"/>
                  </a:lnTo>
                  <a:lnTo>
                    <a:pt x="23" y="411"/>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7980" name="Freeform 58"/>
            <p:cNvSpPr>
              <a:spLocks/>
            </p:cNvSpPr>
            <p:nvPr/>
          </p:nvSpPr>
          <p:spPr bwMode="auto">
            <a:xfrm>
              <a:off x="1091" y="2172"/>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4" y="86"/>
                  </a:lnTo>
                  <a:lnTo>
                    <a:pt x="10" y="125"/>
                  </a:lnTo>
                  <a:lnTo>
                    <a:pt x="18" y="164"/>
                  </a:lnTo>
                  <a:lnTo>
                    <a:pt x="29" y="202"/>
                  </a:lnTo>
                  <a:lnTo>
                    <a:pt x="41" y="236"/>
                  </a:lnTo>
                  <a:lnTo>
                    <a:pt x="55" y="268"/>
                  </a:lnTo>
                  <a:lnTo>
                    <a:pt x="70" y="299"/>
                  </a:lnTo>
                  <a:lnTo>
                    <a:pt x="89" y="327"/>
                  </a:lnTo>
                  <a:lnTo>
                    <a:pt x="106" y="350"/>
                  </a:lnTo>
                  <a:lnTo>
                    <a:pt x="126" y="373"/>
                  </a:lnTo>
                  <a:lnTo>
                    <a:pt x="148" y="392"/>
                  </a:lnTo>
                  <a:lnTo>
                    <a:pt x="171" y="407"/>
                  </a:lnTo>
                  <a:lnTo>
                    <a:pt x="194" y="417"/>
                  </a:lnTo>
                  <a:lnTo>
                    <a:pt x="219" y="423"/>
                  </a:lnTo>
                  <a:lnTo>
                    <a:pt x="245" y="426"/>
                  </a:lnTo>
                  <a:lnTo>
                    <a:pt x="245" y="414"/>
                  </a:lnTo>
                  <a:lnTo>
                    <a:pt x="221" y="411"/>
                  </a:lnTo>
                  <a:lnTo>
                    <a:pt x="199" y="406"/>
                  </a:lnTo>
                  <a:lnTo>
                    <a:pt x="178" y="395"/>
                  </a:lnTo>
                  <a:lnTo>
                    <a:pt x="155" y="382"/>
                  </a:lnTo>
                  <a:lnTo>
                    <a:pt x="136" y="363"/>
                  </a:lnTo>
                  <a:lnTo>
                    <a:pt x="116" y="343"/>
                  </a:lnTo>
                  <a:lnTo>
                    <a:pt x="98" y="320"/>
                  </a:lnTo>
                  <a:lnTo>
                    <a:pt x="82" y="292"/>
                  </a:lnTo>
                  <a:lnTo>
                    <a:pt x="66" y="264"/>
                  </a:lnTo>
                  <a:lnTo>
                    <a:pt x="52" y="231"/>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7981" name="Freeform 59"/>
            <p:cNvSpPr>
              <a:spLocks/>
            </p:cNvSpPr>
            <p:nvPr/>
          </p:nvSpPr>
          <p:spPr bwMode="auto">
            <a:xfrm>
              <a:off x="1091" y="2087"/>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4" y="8"/>
                  </a:lnTo>
                  <a:lnTo>
                    <a:pt x="171" y="18"/>
                  </a:lnTo>
                  <a:lnTo>
                    <a:pt x="148" y="34"/>
                  </a:lnTo>
                  <a:lnTo>
                    <a:pt x="126" y="51"/>
                  </a:lnTo>
                  <a:lnTo>
                    <a:pt x="106" y="73"/>
                  </a:lnTo>
                  <a:lnTo>
                    <a:pt x="89" y="98"/>
                  </a:lnTo>
                  <a:lnTo>
                    <a:pt x="71" y="125"/>
                  </a:lnTo>
                  <a:lnTo>
                    <a:pt x="55" y="155"/>
                  </a:lnTo>
                  <a:lnTo>
                    <a:pt x="41" y="188"/>
                  </a:lnTo>
                  <a:lnTo>
                    <a:pt x="29" y="222"/>
                  </a:lnTo>
                  <a:lnTo>
                    <a:pt x="18" y="261"/>
                  </a:lnTo>
                  <a:lnTo>
                    <a:pt x="10" y="298"/>
                  </a:lnTo>
                  <a:lnTo>
                    <a:pt x="4" y="338"/>
                  </a:lnTo>
                  <a:lnTo>
                    <a:pt x="1" y="382"/>
                  </a:lnTo>
                  <a:lnTo>
                    <a:pt x="0" y="424"/>
                  </a:lnTo>
                  <a:lnTo>
                    <a:pt x="11" y="424"/>
                  </a:lnTo>
                  <a:lnTo>
                    <a:pt x="13" y="382"/>
                  </a:lnTo>
                  <a:lnTo>
                    <a:pt x="16" y="341"/>
                  </a:lnTo>
                  <a:lnTo>
                    <a:pt x="22" y="301"/>
                  </a:lnTo>
                  <a:lnTo>
                    <a:pt x="30" y="263"/>
                  </a:lnTo>
                  <a:lnTo>
                    <a:pt x="41" y="227"/>
                  </a:lnTo>
                  <a:lnTo>
                    <a:pt x="52" y="193"/>
                  </a:lnTo>
                  <a:lnTo>
                    <a:pt x="66" y="160"/>
                  </a:lnTo>
                  <a:lnTo>
                    <a:pt x="80" y="132"/>
                  </a:lnTo>
                  <a:lnTo>
                    <a:pt x="98" y="105"/>
                  </a:lnTo>
                  <a:lnTo>
                    <a:pt x="116" y="80"/>
                  </a:lnTo>
                  <a:lnTo>
                    <a:pt x="136" y="60"/>
                  </a:lnTo>
                  <a:lnTo>
                    <a:pt x="155" y="43"/>
                  </a:lnTo>
                  <a:lnTo>
                    <a:pt x="178" y="30"/>
                  </a:lnTo>
                  <a:lnTo>
                    <a:pt x="199" y="19"/>
                  </a:lnTo>
                  <a:lnTo>
                    <a:pt x="221" y="14"/>
                  </a:lnTo>
                  <a:lnTo>
                    <a:pt x="245" y="11"/>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7982" name="Freeform 60"/>
            <p:cNvSpPr>
              <a:spLocks/>
            </p:cNvSpPr>
            <p:nvPr/>
          </p:nvSpPr>
          <p:spPr bwMode="auto">
            <a:xfrm>
              <a:off x="1392" y="2118"/>
              <a:ext cx="49" cy="85"/>
            </a:xfrm>
            <a:custGeom>
              <a:avLst/>
              <a:gdLst>
                <a:gd name="T0" fmla="*/ 2 w 246"/>
                <a:gd name="T1" fmla="*/ 3 h 426"/>
                <a:gd name="T2" fmla="*/ 2 w 246"/>
                <a:gd name="T3" fmla="*/ 3 h 426"/>
                <a:gd name="T4" fmla="*/ 2 w 246"/>
                <a:gd name="T5" fmla="*/ 3 h 426"/>
                <a:gd name="T6" fmla="*/ 2 w 246"/>
                <a:gd name="T7" fmla="*/ 3 h 426"/>
                <a:gd name="T8" fmla="*/ 2 w 246"/>
                <a:gd name="T9" fmla="*/ 2 h 426"/>
                <a:gd name="T10" fmla="*/ 2 w 246"/>
                <a:gd name="T11" fmla="*/ 2 h 426"/>
                <a:gd name="T12" fmla="*/ 2 w 246"/>
                <a:gd name="T13" fmla="*/ 2 h 426"/>
                <a:gd name="T14" fmla="*/ 2 w 246"/>
                <a:gd name="T15" fmla="*/ 2 h 426"/>
                <a:gd name="T16" fmla="*/ 2 w 246"/>
                <a:gd name="T17" fmla="*/ 1 h 426"/>
                <a:gd name="T18" fmla="*/ 1 w 246"/>
                <a:gd name="T19" fmla="*/ 1 h 426"/>
                <a:gd name="T20" fmla="*/ 1 w 246"/>
                <a:gd name="T21" fmla="*/ 1 h 426"/>
                <a:gd name="T22" fmla="*/ 1 w 246"/>
                <a:gd name="T23" fmla="*/ 1 h 426"/>
                <a:gd name="T24" fmla="*/ 1 w 246"/>
                <a:gd name="T25" fmla="*/ 0 h 426"/>
                <a:gd name="T26" fmla="*/ 1 w 246"/>
                <a:gd name="T27" fmla="*/ 0 h 426"/>
                <a:gd name="T28" fmla="*/ 1 w 246"/>
                <a:gd name="T29" fmla="*/ 0 h 426"/>
                <a:gd name="T30" fmla="*/ 0 w 246"/>
                <a:gd name="T31" fmla="*/ 0 h 426"/>
                <a:gd name="T32" fmla="*/ 0 w 246"/>
                <a:gd name="T33" fmla="*/ 0 h 426"/>
                <a:gd name="T34" fmla="*/ 0 w 246"/>
                <a:gd name="T35" fmla="*/ 0 h 426"/>
                <a:gd name="T36" fmla="*/ 0 w 246"/>
                <a:gd name="T37" fmla="*/ 0 h 426"/>
                <a:gd name="T38" fmla="*/ 0 w 246"/>
                <a:gd name="T39" fmla="*/ 0 h 426"/>
                <a:gd name="T40" fmla="*/ 0 w 246"/>
                <a:gd name="T41" fmla="*/ 0 h 426"/>
                <a:gd name="T42" fmla="*/ 1 w 246"/>
                <a:gd name="T43" fmla="*/ 0 h 426"/>
                <a:gd name="T44" fmla="*/ 1 w 246"/>
                <a:gd name="T45" fmla="*/ 0 h 426"/>
                <a:gd name="T46" fmla="*/ 1 w 246"/>
                <a:gd name="T47" fmla="*/ 1 h 426"/>
                <a:gd name="T48" fmla="*/ 1 w 246"/>
                <a:gd name="T49" fmla="*/ 1 h 426"/>
                <a:gd name="T50" fmla="*/ 1 w 246"/>
                <a:gd name="T51" fmla="*/ 1 h 426"/>
                <a:gd name="T52" fmla="*/ 1 w 246"/>
                <a:gd name="T53" fmla="*/ 1 h 426"/>
                <a:gd name="T54" fmla="*/ 1 w 246"/>
                <a:gd name="T55" fmla="*/ 1 h 426"/>
                <a:gd name="T56" fmla="*/ 2 w 246"/>
                <a:gd name="T57" fmla="*/ 2 h 426"/>
                <a:gd name="T58" fmla="*/ 2 w 246"/>
                <a:gd name="T59" fmla="*/ 2 h 426"/>
                <a:gd name="T60" fmla="*/ 2 w 246"/>
                <a:gd name="T61" fmla="*/ 2 h 426"/>
                <a:gd name="T62" fmla="*/ 2 w 246"/>
                <a:gd name="T63" fmla="*/ 2 h 426"/>
                <a:gd name="T64" fmla="*/ 2 w 246"/>
                <a:gd name="T65" fmla="*/ 3 h 426"/>
                <a:gd name="T66" fmla="*/ 2 w 246"/>
                <a:gd name="T67" fmla="*/ 3 h 426"/>
                <a:gd name="T68" fmla="*/ 2 w 246"/>
                <a:gd name="T69" fmla="*/ 3 h 426"/>
                <a:gd name="T70" fmla="*/ 2 w 246"/>
                <a:gd name="T71" fmla="*/ 3 h 426"/>
                <a:gd name="T72" fmla="*/ 2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246" y="426"/>
                  </a:moveTo>
                  <a:lnTo>
                    <a:pt x="246" y="426"/>
                  </a:lnTo>
                  <a:lnTo>
                    <a:pt x="245" y="384"/>
                  </a:lnTo>
                  <a:lnTo>
                    <a:pt x="242" y="340"/>
                  </a:lnTo>
                  <a:lnTo>
                    <a:pt x="236" y="301"/>
                  </a:lnTo>
                  <a:lnTo>
                    <a:pt x="228" y="262"/>
                  </a:lnTo>
                  <a:lnTo>
                    <a:pt x="217" y="224"/>
                  </a:lnTo>
                  <a:lnTo>
                    <a:pt x="205" y="190"/>
                  </a:lnTo>
                  <a:lnTo>
                    <a:pt x="191" y="158"/>
                  </a:lnTo>
                  <a:lnTo>
                    <a:pt x="176" y="126"/>
                  </a:lnTo>
                  <a:lnTo>
                    <a:pt x="157" y="99"/>
                  </a:lnTo>
                  <a:lnTo>
                    <a:pt x="139" y="75"/>
                  </a:lnTo>
                  <a:lnTo>
                    <a:pt x="119" y="53"/>
                  </a:lnTo>
                  <a:lnTo>
                    <a:pt x="96" y="34"/>
                  </a:lnTo>
                  <a:lnTo>
                    <a:pt x="75" y="19"/>
                  </a:lnTo>
                  <a:lnTo>
                    <a:pt x="51" y="9"/>
                  </a:lnTo>
                  <a:lnTo>
                    <a:pt x="26" y="3"/>
                  </a:lnTo>
                  <a:lnTo>
                    <a:pt x="0" y="0"/>
                  </a:lnTo>
                  <a:lnTo>
                    <a:pt x="0" y="12"/>
                  </a:lnTo>
                  <a:lnTo>
                    <a:pt x="24" y="15"/>
                  </a:lnTo>
                  <a:lnTo>
                    <a:pt x="46" y="20"/>
                  </a:lnTo>
                  <a:lnTo>
                    <a:pt x="68" y="31"/>
                  </a:lnTo>
                  <a:lnTo>
                    <a:pt x="89" y="44"/>
                  </a:lnTo>
                  <a:lnTo>
                    <a:pt x="109" y="63"/>
                  </a:lnTo>
                  <a:lnTo>
                    <a:pt x="129" y="83"/>
                  </a:lnTo>
                  <a:lnTo>
                    <a:pt x="148" y="106"/>
                  </a:lnTo>
                  <a:lnTo>
                    <a:pt x="164" y="133"/>
                  </a:lnTo>
                  <a:lnTo>
                    <a:pt x="180" y="162"/>
                  </a:lnTo>
                  <a:lnTo>
                    <a:pt x="194" y="195"/>
                  </a:lnTo>
                  <a:lnTo>
                    <a:pt x="205" y="229"/>
                  </a:lnTo>
                  <a:lnTo>
                    <a:pt x="216" y="264"/>
                  </a:lnTo>
                  <a:lnTo>
                    <a:pt x="224" y="303"/>
                  </a:lnTo>
                  <a:lnTo>
                    <a:pt x="230" y="343"/>
                  </a:lnTo>
                  <a:lnTo>
                    <a:pt x="233" y="384"/>
                  </a:lnTo>
                  <a:lnTo>
                    <a:pt x="235" y="426"/>
                  </a:lnTo>
                  <a:lnTo>
                    <a:pt x="246"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7983" name="Freeform 61"/>
            <p:cNvSpPr>
              <a:spLocks/>
            </p:cNvSpPr>
            <p:nvPr/>
          </p:nvSpPr>
          <p:spPr bwMode="auto">
            <a:xfrm>
              <a:off x="1392" y="2203"/>
              <a:ext cx="49" cy="85"/>
            </a:xfrm>
            <a:custGeom>
              <a:avLst/>
              <a:gdLst>
                <a:gd name="T0" fmla="*/ 0 w 246"/>
                <a:gd name="T1" fmla="*/ 3 h 424"/>
                <a:gd name="T2" fmla="*/ 0 w 246"/>
                <a:gd name="T3" fmla="*/ 3 h 424"/>
                <a:gd name="T4" fmla="*/ 0 w 246"/>
                <a:gd name="T5" fmla="*/ 3 h 424"/>
                <a:gd name="T6" fmla="*/ 0 w 246"/>
                <a:gd name="T7" fmla="*/ 3 h 424"/>
                <a:gd name="T8" fmla="*/ 1 w 246"/>
                <a:gd name="T9" fmla="*/ 3 h 424"/>
                <a:gd name="T10" fmla="*/ 1 w 246"/>
                <a:gd name="T11" fmla="*/ 3 h 424"/>
                <a:gd name="T12" fmla="*/ 1 w 246"/>
                <a:gd name="T13" fmla="*/ 3 h 424"/>
                <a:gd name="T14" fmla="*/ 1 w 246"/>
                <a:gd name="T15" fmla="*/ 3 h 424"/>
                <a:gd name="T16" fmla="*/ 1 w 246"/>
                <a:gd name="T17" fmla="*/ 3 h 424"/>
                <a:gd name="T18" fmla="*/ 1 w 246"/>
                <a:gd name="T19" fmla="*/ 2 h 424"/>
                <a:gd name="T20" fmla="*/ 2 w 246"/>
                <a:gd name="T21" fmla="*/ 2 h 424"/>
                <a:gd name="T22" fmla="*/ 2 w 246"/>
                <a:gd name="T23" fmla="*/ 2 h 424"/>
                <a:gd name="T24" fmla="*/ 2 w 246"/>
                <a:gd name="T25" fmla="*/ 2 h 424"/>
                <a:gd name="T26" fmla="*/ 2 w 246"/>
                <a:gd name="T27" fmla="*/ 1 h 424"/>
                <a:gd name="T28" fmla="*/ 2 w 246"/>
                <a:gd name="T29" fmla="*/ 1 h 424"/>
                <a:gd name="T30" fmla="*/ 2 w 246"/>
                <a:gd name="T31" fmla="*/ 1 h 424"/>
                <a:gd name="T32" fmla="*/ 2 w 246"/>
                <a:gd name="T33" fmla="*/ 0 h 424"/>
                <a:gd name="T34" fmla="*/ 2 w 246"/>
                <a:gd name="T35" fmla="*/ 0 h 424"/>
                <a:gd name="T36" fmla="*/ 2 w 246"/>
                <a:gd name="T37" fmla="*/ 0 h 424"/>
                <a:gd name="T38" fmla="*/ 2 w 246"/>
                <a:gd name="T39" fmla="*/ 0 h 424"/>
                <a:gd name="T40" fmla="*/ 2 w 246"/>
                <a:gd name="T41" fmla="*/ 1 h 424"/>
                <a:gd name="T42" fmla="*/ 2 w 246"/>
                <a:gd name="T43" fmla="*/ 1 h 424"/>
                <a:gd name="T44" fmla="*/ 2 w 246"/>
                <a:gd name="T45" fmla="*/ 1 h 424"/>
                <a:gd name="T46" fmla="*/ 2 w 246"/>
                <a:gd name="T47" fmla="*/ 2 h 424"/>
                <a:gd name="T48" fmla="*/ 2 w 246"/>
                <a:gd name="T49" fmla="*/ 2 h 424"/>
                <a:gd name="T50" fmla="*/ 1 w 246"/>
                <a:gd name="T51" fmla="*/ 2 h 424"/>
                <a:gd name="T52" fmla="*/ 1 w 246"/>
                <a:gd name="T53" fmla="*/ 2 h 424"/>
                <a:gd name="T54" fmla="*/ 1 w 246"/>
                <a:gd name="T55" fmla="*/ 3 h 424"/>
                <a:gd name="T56" fmla="*/ 1 w 246"/>
                <a:gd name="T57" fmla="*/ 3 h 424"/>
                <a:gd name="T58" fmla="*/ 1 w 246"/>
                <a:gd name="T59" fmla="*/ 3 h 424"/>
                <a:gd name="T60" fmla="*/ 1 w 246"/>
                <a:gd name="T61" fmla="*/ 3 h 424"/>
                <a:gd name="T62" fmla="*/ 1 w 246"/>
                <a:gd name="T63" fmla="*/ 3 h 424"/>
                <a:gd name="T64" fmla="*/ 0 w 246"/>
                <a:gd name="T65" fmla="*/ 3 h 424"/>
                <a:gd name="T66" fmla="*/ 0 w 246"/>
                <a:gd name="T67" fmla="*/ 3 h 424"/>
                <a:gd name="T68" fmla="*/ 0 w 246"/>
                <a:gd name="T69" fmla="*/ 3 h 424"/>
                <a:gd name="T70" fmla="*/ 0 w 246"/>
                <a:gd name="T71" fmla="*/ 3 h 424"/>
                <a:gd name="T72" fmla="*/ 0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0" y="424"/>
                  </a:moveTo>
                  <a:lnTo>
                    <a:pt x="0" y="424"/>
                  </a:lnTo>
                  <a:lnTo>
                    <a:pt x="26" y="422"/>
                  </a:lnTo>
                  <a:lnTo>
                    <a:pt x="51" y="416"/>
                  </a:lnTo>
                  <a:lnTo>
                    <a:pt x="75" y="406"/>
                  </a:lnTo>
                  <a:lnTo>
                    <a:pt x="96" y="390"/>
                  </a:lnTo>
                  <a:lnTo>
                    <a:pt x="119" y="373"/>
                  </a:lnTo>
                  <a:lnTo>
                    <a:pt x="139" y="351"/>
                  </a:lnTo>
                  <a:lnTo>
                    <a:pt x="157" y="326"/>
                  </a:lnTo>
                  <a:lnTo>
                    <a:pt x="175" y="299"/>
                  </a:lnTo>
                  <a:lnTo>
                    <a:pt x="191" y="269"/>
                  </a:lnTo>
                  <a:lnTo>
                    <a:pt x="205" y="236"/>
                  </a:lnTo>
                  <a:lnTo>
                    <a:pt x="217" y="202"/>
                  </a:lnTo>
                  <a:lnTo>
                    <a:pt x="228" y="163"/>
                  </a:lnTo>
                  <a:lnTo>
                    <a:pt x="236" y="125"/>
                  </a:lnTo>
                  <a:lnTo>
                    <a:pt x="242" y="86"/>
                  </a:lnTo>
                  <a:lnTo>
                    <a:pt x="245" y="42"/>
                  </a:lnTo>
                  <a:lnTo>
                    <a:pt x="246" y="0"/>
                  </a:lnTo>
                  <a:lnTo>
                    <a:pt x="235" y="0"/>
                  </a:lnTo>
                  <a:lnTo>
                    <a:pt x="233" y="42"/>
                  </a:lnTo>
                  <a:lnTo>
                    <a:pt x="230" y="83"/>
                  </a:lnTo>
                  <a:lnTo>
                    <a:pt x="224" y="123"/>
                  </a:lnTo>
                  <a:lnTo>
                    <a:pt x="216" y="161"/>
                  </a:lnTo>
                  <a:lnTo>
                    <a:pt x="205" y="197"/>
                  </a:lnTo>
                  <a:lnTo>
                    <a:pt x="194" y="231"/>
                  </a:lnTo>
                  <a:lnTo>
                    <a:pt x="180" y="264"/>
                  </a:lnTo>
                  <a:lnTo>
                    <a:pt x="166" y="292"/>
                  </a:lnTo>
                  <a:lnTo>
                    <a:pt x="148" y="319"/>
                  </a:lnTo>
                  <a:lnTo>
                    <a:pt x="129" y="344"/>
                  </a:lnTo>
                  <a:lnTo>
                    <a:pt x="109" y="364"/>
                  </a:lnTo>
                  <a:lnTo>
                    <a:pt x="89" y="381"/>
                  </a:lnTo>
                  <a:lnTo>
                    <a:pt x="68" y="394"/>
                  </a:lnTo>
                  <a:lnTo>
                    <a:pt x="46" y="405"/>
                  </a:lnTo>
                  <a:lnTo>
                    <a:pt x="24" y="410"/>
                  </a:lnTo>
                  <a:lnTo>
                    <a:pt x="0" y="413"/>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7984" name="Freeform 62"/>
            <p:cNvSpPr>
              <a:spLocks/>
            </p:cNvSpPr>
            <p:nvPr/>
          </p:nvSpPr>
          <p:spPr bwMode="auto">
            <a:xfrm>
              <a:off x="1343" y="2203"/>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2" y="42"/>
                  </a:lnTo>
                  <a:lnTo>
                    <a:pt x="5" y="86"/>
                  </a:lnTo>
                  <a:lnTo>
                    <a:pt x="11" y="125"/>
                  </a:lnTo>
                  <a:lnTo>
                    <a:pt x="19" y="163"/>
                  </a:lnTo>
                  <a:lnTo>
                    <a:pt x="30" y="202"/>
                  </a:lnTo>
                  <a:lnTo>
                    <a:pt x="41" y="236"/>
                  </a:lnTo>
                  <a:lnTo>
                    <a:pt x="56" y="269"/>
                  </a:lnTo>
                  <a:lnTo>
                    <a:pt x="72" y="299"/>
                  </a:lnTo>
                  <a:lnTo>
                    <a:pt x="90" y="326"/>
                  </a:lnTo>
                  <a:lnTo>
                    <a:pt x="108" y="351"/>
                  </a:lnTo>
                  <a:lnTo>
                    <a:pt x="127" y="373"/>
                  </a:lnTo>
                  <a:lnTo>
                    <a:pt x="149" y="390"/>
                  </a:lnTo>
                  <a:lnTo>
                    <a:pt x="172" y="406"/>
                  </a:lnTo>
                  <a:lnTo>
                    <a:pt x="195" y="416"/>
                  </a:lnTo>
                  <a:lnTo>
                    <a:pt x="220" y="422"/>
                  </a:lnTo>
                  <a:lnTo>
                    <a:pt x="245" y="424"/>
                  </a:lnTo>
                  <a:lnTo>
                    <a:pt x="245" y="413"/>
                  </a:lnTo>
                  <a:lnTo>
                    <a:pt x="222" y="410"/>
                  </a:lnTo>
                  <a:lnTo>
                    <a:pt x="200" y="405"/>
                  </a:lnTo>
                  <a:lnTo>
                    <a:pt x="179" y="394"/>
                  </a:lnTo>
                  <a:lnTo>
                    <a:pt x="156" y="381"/>
                  </a:lnTo>
                  <a:lnTo>
                    <a:pt x="136" y="364"/>
                  </a:lnTo>
                  <a:lnTo>
                    <a:pt x="118" y="344"/>
                  </a:lnTo>
                  <a:lnTo>
                    <a:pt x="99" y="319"/>
                  </a:lnTo>
                  <a:lnTo>
                    <a:pt x="81" y="292"/>
                  </a:lnTo>
                  <a:lnTo>
                    <a:pt x="67" y="264"/>
                  </a:lnTo>
                  <a:lnTo>
                    <a:pt x="53" y="231"/>
                  </a:lnTo>
                  <a:lnTo>
                    <a:pt x="41" y="197"/>
                  </a:lnTo>
                  <a:lnTo>
                    <a:pt x="31" y="161"/>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7985" name="Freeform 63"/>
            <p:cNvSpPr>
              <a:spLocks/>
            </p:cNvSpPr>
            <p:nvPr/>
          </p:nvSpPr>
          <p:spPr bwMode="auto">
            <a:xfrm>
              <a:off x="1343" y="2118"/>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1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20" y="3"/>
                  </a:lnTo>
                  <a:lnTo>
                    <a:pt x="195" y="9"/>
                  </a:lnTo>
                  <a:lnTo>
                    <a:pt x="172" y="19"/>
                  </a:lnTo>
                  <a:lnTo>
                    <a:pt x="149" y="34"/>
                  </a:lnTo>
                  <a:lnTo>
                    <a:pt x="127" y="53"/>
                  </a:lnTo>
                  <a:lnTo>
                    <a:pt x="108" y="75"/>
                  </a:lnTo>
                  <a:lnTo>
                    <a:pt x="90" y="99"/>
                  </a:lnTo>
                  <a:lnTo>
                    <a:pt x="71" y="126"/>
                  </a:lnTo>
                  <a:lnTo>
                    <a:pt x="56" y="158"/>
                  </a:lnTo>
                  <a:lnTo>
                    <a:pt x="41" y="190"/>
                  </a:lnTo>
                  <a:lnTo>
                    <a:pt x="30" y="224"/>
                  </a:lnTo>
                  <a:lnTo>
                    <a:pt x="19" y="262"/>
                  </a:lnTo>
                  <a:lnTo>
                    <a:pt x="11" y="301"/>
                  </a:lnTo>
                  <a:lnTo>
                    <a:pt x="5" y="340"/>
                  </a:lnTo>
                  <a:lnTo>
                    <a:pt x="2" y="384"/>
                  </a:lnTo>
                  <a:lnTo>
                    <a:pt x="0" y="426"/>
                  </a:lnTo>
                  <a:lnTo>
                    <a:pt x="12" y="426"/>
                  </a:lnTo>
                  <a:lnTo>
                    <a:pt x="13" y="384"/>
                  </a:lnTo>
                  <a:lnTo>
                    <a:pt x="17" y="343"/>
                  </a:lnTo>
                  <a:lnTo>
                    <a:pt x="23" y="303"/>
                  </a:lnTo>
                  <a:lnTo>
                    <a:pt x="31" y="264"/>
                  </a:lnTo>
                  <a:lnTo>
                    <a:pt x="41" y="229"/>
                  </a:lnTo>
                  <a:lnTo>
                    <a:pt x="53" y="195"/>
                  </a:lnTo>
                  <a:lnTo>
                    <a:pt x="67" y="162"/>
                  </a:lnTo>
                  <a:lnTo>
                    <a:pt x="82" y="133"/>
                  </a:lnTo>
                  <a:lnTo>
                    <a:pt x="99" y="106"/>
                  </a:lnTo>
                  <a:lnTo>
                    <a:pt x="118" y="83"/>
                  </a:lnTo>
                  <a:lnTo>
                    <a:pt x="136" y="63"/>
                  </a:lnTo>
                  <a:lnTo>
                    <a:pt x="156" y="44"/>
                  </a:lnTo>
                  <a:lnTo>
                    <a:pt x="179" y="31"/>
                  </a:lnTo>
                  <a:lnTo>
                    <a:pt x="200" y="20"/>
                  </a:lnTo>
                  <a:lnTo>
                    <a:pt x="222" y="15"/>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7986" name="Freeform 64"/>
            <p:cNvSpPr>
              <a:spLocks/>
            </p:cNvSpPr>
            <p:nvPr/>
          </p:nvSpPr>
          <p:spPr bwMode="auto">
            <a:xfrm>
              <a:off x="1384" y="1859"/>
              <a:ext cx="49" cy="84"/>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1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3" y="382"/>
                  </a:lnTo>
                  <a:lnTo>
                    <a:pt x="240" y="339"/>
                  </a:lnTo>
                  <a:lnTo>
                    <a:pt x="234" y="299"/>
                  </a:lnTo>
                  <a:lnTo>
                    <a:pt x="226" y="261"/>
                  </a:lnTo>
                  <a:lnTo>
                    <a:pt x="215" y="222"/>
                  </a:lnTo>
                  <a:lnTo>
                    <a:pt x="204" y="188"/>
                  </a:lnTo>
                  <a:lnTo>
                    <a:pt x="189" y="156"/>
                  </a:lnTo>
                  <a:lnTo>
                    <a:pt x="173" y="125"/>
                  </a:lnTo>
                  <a:lnTo>
                    <a:pt x="155" y="98"/>
                  </a:lnTo>
                  <a:lnTo>
                    <a:pt x="138" y="74"/>
                  </a:lnTo>
                  <a:lnTo>
                    <a:pt x="118" y="51"/>
                  </a:lnTo>
                  <a:lnTo>
                    <a:pt x="96" y="34"/>
                  </a:lnTo>
                  <a:lnTo>
                    <a:pt x="73" y="18"/>
                  </a:lnTo>
                  <a:lnTo>
                    <a:pt x="50" y="8"/>
                  </a:lnTo>
                  <a:lnTo>
                    <a:pt x="25" y="2"/>
                  </a:lnTo>
                  <a:lnTo>
                    <a:pt x="0" y="0"/>
                  </a:lnTo>
                  <a:lnTo>
                    <a:pt x="0" y="11"/>
                  </a:lnTo>
                  <a:lnTo>
                    <a:pt x="23" y="14"/>
                  </a:lnTo>
                  <a:lnTo>
                    <a:pt x="45" y="20"/>
                  </a:lnTo>
                  <a:lnTo>
                    <a:pt x="66" y="30"/>
                  </a:lnTo>
                  <a:lnTo>
                    <a:pt x="89" y="43"/>
                  </a:lnTo>
                  <a:lnTo>
                    <a:pt x="109" y="61"/>
                  </a:lnTo>
                  <a:lnTo>
                    <a:pt x="129" y="81"/>
                  </a:lnTo>
                  <a:lnTo>
                    <a:pt x="146" y="105"/>
                  </a:lnTo>
                  <a:lnTo>
                    <a:pt x="164" y="132"/>
                  </a:lnTo>
                  <a:lnTo>
                    <a:pt x="178" y="160"/>
                  </a:lnTo>
                  <a:lnTo>
                    <a:pt x="192" y="193"/>
                  </a:lnTo>
                  <a:lnTo>
                    <a:pt x="204" y="227"/>
                  </a:lnTo>
                  <a:lnTo>
                    <a:pt x="214" y="264"/>
                  </a:lnTo>
                  <a:lnTo>
                    <a:pt x="222" y="301"/>
                  </a:lnTo>
                  <a:lnTo>
                    <a:pt x="228"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7987" name="Freeform 65"/>
            <p:cNvSpPr>
              <a:spLocks/>
            </p:cNvSpPr>
            <p:nvPr/>
          </p:nvSpPr>
          <p:spPr bwMode="auto">
            <a:xfrm>
              <a:off x="1384" y="1943"/>
              <a:ext cx="49" cy="86"/>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5" y="423"/>
                  </a:lnTo>
                  <a:lnTo>
                    <a:pt x="50" y="418"/>
                  </a:lnTo>
                  <a:lnTo>
                    <a:pt x="73" y="407"/>
                  </a:lnTo>
                  <a:lnTo>
                    <a:pt x="96" y="392"/>
                  </a:lnTo>
                  <a:lnTo>
                    <a:pt x="118" y="374"/>
                  </a:lnTo>
                  <a:lnTo>
                    <a:pt x="138" y="352"/>
                  </a:lnTo>
                  <a:lnTo>
                    <a:pt x="155" y="327"/>
                  </a:lnTo>
                  <a:lnTo>
                    <a:pt x="174" y="300"/>
                  </a:lnTo>
                  <a:lnTo>
                    <a:pt x="189" y="269"/>
                  </a:lnTo>
                  <a:lnTo>
                    <a:pt x="204" y="237"/>
                  </a:lnTo>
                  <a:lnTo>
                    <a:pt x="215" y="202"/>
                  </a:lnTo>
                  <a:lnTo>
                    <a:pt x="226" y="164"/>
                  </a:lnTo>
                  <a:lnTo>
                    <a:pt x="234" y="126"/>
                  </a:lnTo>
                  <a:lnTo>
                    <a:pt x="240" y="86"/>
                  </a:lnTo>
                  <a:lnTo>
                    <a:pt x="243" y="42"/>
                  </a:lnTo>
                  <a:lnTo>
                    <a:pt x="245" y="0"/>
                  </a:lnTo>
                  <a:lnTo>
                    <a:pt x="233" y="0"/>
                  </a:lnTo>
                  <a:lnTo>
                    <a:pt x="232" y="42"/>
                  </a:lnTo>
                  <a:lnTo>
                    <a:pt x="228" y="83"/>
                  </a:lnTo>
                  <a:lnTo>
                    <a:pt x="222" y="123"/>
                  </a:lnTo>
                  <a:lnTo>
                    <a:pt x="214" y="162"/>
                  </a:lnTo>
                  <a:lnTo>
                    <a:pt x="204" y="197"/>
                  </a:lnTo>
                  <a:lnTo>
                    <a:pt x="192" y="232"/>
                  </a:lnTo>
                  <a:lnTo>
                    <a:pt x="178" y="264"/>
                  </a:lnTo>
                  <a:lnTo>
                    <a:pt x="163" y="293"/>
                  </a:lnTo>
                  <a:lnTo>
                    <a:pt x="146" y="320"/>
                  </a:lnTo>
                  <a:lnTo>
                    <a:pt x="129" y="345"/>
                  </a:lnTo>
                  <a:lnTo>
                    <a:pt x="109" y="365"/>
                  </a:lnTo>
                  <a:lnTo>
                    <a:pt x="89" y="382"/>
                  </a:lnTo>
                  <a:lnTo>
                    <a:pt x="66" y="395"/>
                  </a:lnTo>
                  <a:lnTo>
                    <a:pt x="45" y="406"/>
                  </a:lnTo>
                  <a:lnTo>
                    <a:pt x="23"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7988" name="Freeform 66"/>
            <p:cNvSpPr>
              <a:spLocks/>
            </p:cNvSpPr>
            <p:nvPr/>
          </p:nvSpPr>
          <p:spPr bwMode="auto">
            <a:xfrm>
              <a:off x="1335" y="1943"/>
              <a:ext cx="49" cy="86"/>
            </a:xfrm>
            <a:custGeom>
              <a:avLst/>
              <a:gdLst>
                <a:gd name="T0" fmla="*/ 0 w 246"/>
                <a:gd name="T1" fmla="*/ 0 h 426"/>
                <a:gd name="T2" fmla="*/ 0 w 246"/>
                <a:gd name="T3" fmla="*/ 0 h 426"/>
                <a:gd name="T4" fmla="*/ 0 w 246"/>
                <a:gd name="T5" fmla="*/ 0 h 426"/>
                <a:gd name="T6" fmla="*/ 0 w 246"/>
                <a:gd name="T7" fmla="*/ 1 h 426"/>
                <a:gd name="T8" fmla="*/ 0 w 246"/>
                <a:gd name="T9" fmla="*/ 1 h 426"/>
                <a:gd name="T10" fmla="*/ 0 w 246"/>
                <a:gd name="T11" fmla="*/ 1 h 426"/>
                <a:gd name="T12" fmla="*/ 0 w 246"/>
                <a:gd name="T13" fmla="*/ 2 h 426"/>
                <a:gd name="T14" fmla="*/ 0 w 246"/>
                <a:gd name="T15" fmla="*/ 2 h 426"/>
                <a:gd name="T16" fmla="*/ 0 w 246"/>
                <a:gd name="T17" fmla="*/ 2 h 426"/>
                <a:gd name="T18" fmla="*/ 1 w 246"/>
                <a:gd name="T19" fmla="*/ 2 h 426"/>
                <a:gd name="T20" fmla="*/ 1 w 246"/>
                <a:gd name="T21" fmla="*/ 3 h 426"/>
                <a:gd name="T22" fmla="*/ 1 w 246"/>
                <a:gd name="T23" fmla="*/ 3 h 426"/>
                <a:gd name="T24" fmla="*/ 1 w 246"/>
                <a:gd name="T25" fmla="*/ 3 h 426"/>
                <a:gd name="T26" fmla="*/ 1 w 246"/>
                <a:gd name="T27" fmla="*/ 3 h 426"/>
                <a:gd name="T28" fmla="*/ 1 w 246"/>
                <a:gd name="T29" fmla="*/ 3 h 426"/>
                <a:gd name="T30" fmla="*/ 2 w 246"/>
                <a:gd name="T31" fmla="*/ 3 h 426"/>
                <a:gd name="T32" fmla="*/ 2 w 246"/>
                <a:gd name="T33" fmla="*/ 3 h 426"/>
                <a:gd name="T34" fmla="*/ 2 w 246"/>
                <a:gd name="T35" fmla="*/ 3 h 426"/>
                <a:gd name="T36" fmla="*/ 2 w 246"/>
                <a:gd name="T37" fmla="*/ 3 h 426"/>
                <a:gd name="T38" fmla="*/ 2 w 246"/>
                <a:gd name="T39" fmla="*/ 3 h 426"/>
                <a:gd name="T40" fmla="*/ 2 w 246"/>
                <a:gd name="T41" fmla="*/ 3 h 426"/>
                <a:gd name="T42" fmla="*/ 1 w 246"/>
                <a:gd name="T43" fmla="*/ 3 h 426"/>
                <a:gd name="T44" fmla="*/ 1 w 246"/>
                <a:gd name="T45" fmla="*/ 3 h 426"/>
                <a:gd name="T46" fmla="*/ 1 w 246"/>
                <a:gd name="T47" fmla="*/ 3 h 426"/>
                <a:gd name="T48" fmla="*/ 1 w 246"/>
                <a:gd name="T49" fmla="*/ 3 h 426"/>
                <a:gd name="T50" fmla="*/ 1 w 246"/>
                <a:gd name="T51" fmla="*/ 3 h 426"/>
                <a:gd name="T52" fmla="*/ 1 w 246"/>
                <a:gd name="T53" fmla="*/ 2 h 426"/>
                <a:gd name="T54" fmla="*/ 1 w 246"/>
                <a:gd name="T55" fmla="*/ 2 h 426"/>
                <a:gd name="T56" fmla="*/ 0 w 246"/>
                <a:gd name="T57" fmla="*/ 2 h 426"/>
                <a:gd name="T58" fmla="*/ 0 w 246"/>
                <a:gd name="T59" fmla="*/ 2 h 426"/>
                <a:gd name="T60" fmla="*/ 0 w 246"/>
                <a:gd name="T61" fmla="*/ 1 h 426"/>
                <a:gd name="T62" fmla="*/ 0 w 246"/>
                <a:gd name="T63" fmla="*/ 1 h 426"/>
                <a:gd name="T64" fmla="*/ 0 w 246"/>
                <a:gd name="T65" fmla="*/ 1 h 426"/>
                <a:gd name="T66" fmla="*/ 0 w 246"/>
                <a:gd name="T67" fmla="*/ 0 h 426"/>
                <a:gd name="T68" fmla="*/ 0 w 246"/>
                <a:gd name="T69" fmla="*/ 0 h 426"/>
                <a:gd name="T70" fmla="*/ 0 w 246"/>
                <a:gd name="T71" fmla="*/ 0 h 426"/>
                <a:gd name="T72" fmla="*/ 0 w 246"/>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0"/>
                  </a:moveTo>
                  <a:lnTo>
                    <a:pt x="0" y="0"/>
                  </a:lnTo>
                  <a:lnTo>
                    <a:pt x="1" y="42"/>
                  </a:lnTo>
                  <a:lnTo>
                    <a:pt x="4" y="86"/>
                  </a:lnTo>
                  <a:lnTo>
                    <a:pt x="10" y="126"/>
                  </a:lnTo>
                  <a:lnTo>
                    <a:pt x="18" y="164"/>
                  </a:lnTo>
                  <a:lnTo>
                    <a:pt x="29" y="202"/>
                  </a:lnTo>
                  <a:lnTo>
                    <a:pt x="41" y="237"/>
                  </a:lnTo>
                  <a:lnTo>
                    <a:pt x="55" y="269"/>
                  </a:lnTo>
                  <a:lnTo>
                    <a:pt x="71" y="300"/>
                  </a:lnTo>
                  <a:lnTo>
                    <a:pt x="89" y="327"/>
                  </a:lnTo>
                  <a:lnTo>
                    <a:pt x="107" y="352"/>
                  </a:lnTo>
                  <a:lnTo>
                    <a:pt x="127" y="374"/>
                  </a:lnTo>
                  <a:lnTo>
                    <a:pt x="150" y="392"/>
                  </a:lnTo>
                  <a:lnTo>
                    <a:pt x="171" y="407"/>
                  </a:lnTo>
                  <a:lnTo>
                    <a:pt x="195" y="418"/>
                  </a:lnTo>
                  <a:lnTo>
                    <a:pt x="220" y="423"/>
                  </a:lnTo>
                  <a:lnTo>
                    <a:pt x="246" y="426"/>
                  </a:lnTo>
                  <a:lnTo>
                    <a:pt x="246" y="414"/>
                  </a:lnTo>
                  <a:lnTo>
                    <a:pt x="222" y="412"/>
                  </a:lnTo>
                  <a:lnTo>
                    <a:pt x="200" y="406"/>
                  </a:lnTo>
                  <a:lnTo>
                    <a:pt x="178" y="395"/>
                  </a:lnTo>
                  <a:lnTo>
                    <a:pt x="157" y="382"/>
                  </a:lnTo>
                  <a:lnTo>
                    <a:pt x="137" y="365"/>
                  </a:lnTo>
                  <a:lnTo>
                    <a:pt x="117" y="345"/>
                  </a:lnTo>
                  <a:lnTo>
                    <a:pt x="98" y="320"/>
                  </a:lnTo>
                  <a:lnTo>
                    <a:pt x="83" y="293"/>
                  </a:lnTo>
                  <a:lnTo>
                    <a:pt x="66" y="264"/>
                  </a:lnTo>
                  <a:lnTo>
                    <a:pt x="52" y="232"/>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7989" name="Freeform 67"/>
            <p:cNvSpPr>
              <a:spLocks/>
            </p:cNvSpPr>
            <p:nvPr/>
          </p:nvSpPr>
          <p:spPr bwMode="auto">
            <a:xfrm>
              <a:off x="1335" y="1859"/>
              <a:ext cx="49" cy="84"/>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1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0" y="2"/>
                  </a:lnTo>
                  <a:lnTo>
                    <a:pt x="195" y="8"/>
                  </a:lnTo>
                  <a:lnTo>
                    <a:pt x="171" y="18"/>
                  </a:lnTo>
                  <a:lnTo>
                    <a:pt x="150" y="34"/>
                  </a:lnTo>
                  <a:lnTo>
                    <a:pt x="127" y="51"/>
                  </a:lnTo>
                  <a:lnTo>
                    <a:pt x="107" y="74"/>
                  </a:lnTo>
                  <a:lnTo>
                    <a:pt x="89" y="98"/>
                  </a:lnTo>
                  <a:lnTo>
                    <a:pt x="72" y="125"/>
                  </a:lnTo>
                  <a:lnTo>
                    <a:pt x="55" y="156"/>
                  </a:lnTo>
                  <a:lnTo>
                    <a:pt x="41" y="188"/>
                  </a:lnTo>
                  <a:lnTo>
                    <a:pt x="29" y="222"/>
                  </a:lnTo>
                  <a:lnTo>
                    <a:pt x="18" y="261"/>
                  </a:lnTo>
                  <a:lnTo>
                    <a:pt x="10" y="299"/>
                  </a:lnTo>
                  <a:lnTo>
                    <a:pt x="4" y="339"/>
                  </a:lnTo>
                  <a:lnTo>
                    <a:pt x="1" y="382"/>
                  </a:lnTo>
                  <a:lnTo>
                    <a:pt x="0" y="424"/>
                  </a:lnTo>
                  <a:lnTo>
                    <a:pt x="11" y="424"/>
                  </a:lnTo>
                  <a:lnTo>
                    <a:pt x="13" y="382"/>
                  </a:lnTo>
                  <a:lnTo>
                    <a:pt x="16" y="341"/>
                  </a:lnTo>
                  <a:lnTo>
                    <a:pt x="22" y="301"/>
                  </a:lnTo>
                  <a:lnTo>
                    <a:pt x="30" y="264"/>
                  </a:lnTo>
                  <a:lnTo>
                    <a:pt x="41" y="227"/>
                  </a:lnTo>
                  <a:lnTo>
                    <a:pt x="52" y="193"/>
                  </a:lnTo>
                  <a:lnTo>
                    <a:pt x="66" y="160"/>
                  </a:lnTo>
                  <a:lnTo>
                    <a:pt x="82" y="132"/>
                  </a:lnTo>
                  <a:lnTo>
                    <a:pt x="98" y="105"/>
                  </a:lnTo>
                  <a:lnTo>
                    <a:pt x="117" y="81"/>
                  </a:lnTo>
                  <a:lnTo>
                    <a:pt x="137" y="61"/>
                  </a:lnTo>
                  <a:lnTo>
                    <a:pt x="157" y="43"/>
                  </a:lnTo>
                  <a:lnTo>
                    <a:pt x="178" y="30"/>
                  </a:lnTo>
                  <a:lnTo>
                    <a:pt x="200" y="20"/>
                  </a:lnTo>
                  <a:lnTo>
                    <a:pt x="222" y="14"/>
                  </a:lnTo>
                  <a:lnTo>
                    <a:pt x="246" y="11"/>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7990" name="Freeform 68"/>
            <p:cNvSpPr>
              <a:spLocks/>
            </p:cNvSpPr>
            <p:nvPr/>
          </p:nvSpPr>
          <p:spPr bwMode="auto">
            <a:xfrm>
              <a:off x="1552" y="1751"/>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1" y="339"/>
                  </a:lnTo>
                  <a:lnTo>
                    <a:pt x="235" y="299"/>
                  </a:lnTo>
                  <a:lnTo>
                    <a:pt x="226" y="261"/>
                  </a:lnTo>
                  <a:lnTo>
                    <a:pt x="216" y="223"/>
                  </a:lnTo>
                  <a:lnTo>
                    <a:pt x="204" y="189"/>
                  </a:lnTo>
                  <a:lnTo>
                    <a:pt x="190" y="156"/>
                  </a:lnTo>
                  <a:lnTo>
                    <a:pt x="174" y="125"/>
                  </a:lnTo>
                  <a:lnTo>
                    <a:pt x="156" y="98"/>
                  </a:lnTo>
                  <a:lnTo>
                    <a:pt x="137" y="74"/>
                  </a:lnTo>
                  <a:lnTo>
                    <a:pt x="119" y="52"/>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8" y="81"/>
                  </a:lnTo>
                  <a:lnTo>
                    <a:pt x="147" y="105"/>
                  </a:lnTo>
                  <a:lnTo>
                    <a:pt x="164" y="132"/>
                  </a:lnTo>
                  <a:lnTo>
                    <a:pt x="178" y="161"/>
                  </a:lnTo>
                  <a:lnTo>
                    <a:pt x="193" y="193"/>
                  </a:lnTo>
                  <a:lnTo>
                    <a:pt x="204" y="227"/>
                  </a:lnTo>
                  <a:lnTo>
                    <a:pt x="215" y="264"/>
                  </a:lnTo>
                  <a:lnTo>
                    <a:pt x="223" y="301"/>
                  </a:lnTo>
                  <a:lnTo>
                    <a:pt x="229" y="341"/>
                  </a:lnTo>
                  <a:lnTo>
                    <a:pt x="232" y="382"/>
                  </a:lnTo>
                  <a:lnTo>
                    <a:pt x="234"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7991" name="Freeform 69"/>
            <p:cNvSpPr>
              <a:spLocks/>
            </p:cNvSpPr>
            <p:nvPr/>
          </p:nvSpPr>
          <p:spPr bwMode="auto">
            <a:xfrm>
              <a:off x="1552" y="1836"/>
              <a:ext cx="49" cy="85"/>
            </a:xfrm>
            <a:custGeom>
              <a:avLst/>
              <a:gdLst>
                <a:gd name="T0" fmla="*/ 0 w 245"/>
                <a:gd name="T1" fmla="*/ 3 h 425"/>
                <a:gd name="T2" fmla="*/ 0 w 245"/>
                <a:gd name="T3" fmla="*/ 3 h 425"/>
                <a:gd name="T4" fmla="*/ 0 w 245"/>
                <a:gd name="T5" fmla="*/ 3 h 425"/>
                <a:gd name="T6" fmla="*/ 0 w 245"/>
                <a:gd name="T7" fmla="*/ 3 h 425"/>
                <a:gd name="T8" fmla="*/ 1 w 245"/>
                <a:gd name="T9" fmla="*/ 3 h 425"/>
                <a:gd name="T10" fmla="*/ 1 w 245"/>
                <a:gd name="T11" fmla="*/ 3 h 425"/>
                <a:gd name="T12" fmla="*/ 1 w 245"/>
                <a:gd name="T13" fmla="*/ 3 h 425"/>
                <a:gd name="T14" fmla="*/ 1 w 245"/>
                <a:gd name="T15" fmla="*/ 3 h 425"/>
                <a:gd name="T16" fmla="*/ 1 w 245"/>
                <a:gd name="T17" fmla="*/ 3 h 425"/>
                <a:gd name="T18" fmla="*/ 1 w 245"/>
                <a:gd name="T19" fmla="*/ 2 h 425"/>
                <a:gd name="T20" fmla="*/ 2 w 245"/>
                <a:gd name="T21" fmla="*/ 2 h 425"/>
                <a:gd name="T22" fmla="*/ 2 w 245"/>
                <a:gd name="T23" fmla="*/ 2 h 425"/>
                <a:gd name="T24" fmla="*/ 2 w 245"/>
                <a:gd name="T25" fmla="*/ 2 h 425"/>
                <a:gd name="T26" fmla="*/ 2 w 245"/>
                <a:gd name="T27" fmla="*/ 1 h 425"/>
                <a:gd name="T28" fmla="*/ 2 w 245"/>
                <a:gd name="T29" fmla="*/ 1 h 425"/>
                <a:gd name="T30" fmla="*/ 2 w 245"/>
                <a:gd name="T31" fmla="*/ 1 h 425"/>
                <a:gd name="T32" fmla="*/ 2 w 245"/>
                <a:gd name="T33" fmla="*/ 0 h 425"/>
                <a:gd name="T34" fmla="*/ 2 w 245"/>
                <a:gd name="T35" fmla="*/ 0 h 425"/>
                <a:gd name="T36" fmla="*/ 2 w 245"/>
                <a:gd name="T37" fmla="*/ 0 h 425"/>
                <a:gd name="T38" fmla="*/ 2 w 245"/>
                <a:gd name="T39" fmla="*/ 0 h 425"/>
                <a:gd name="T40" fmla="*/ 2 w 245"/>
                <a:gd name="T41" fmla="*/ 1 h 425"/>
                <a:gd name="T42" fmla="*/ 2 w 245"/>
                <a:gd name="T43" fmla="*/ 1 h 425"/>
                <a:gd name="T44" fmla="*/ 2 w 245"/>
                <a:gd name="T45" fmla="*/ 1 h 425"/>
                <a:gd name="T46" fmla="*/ 2 w 245"/>
                <a:gd name="T47" fmla="*/ 2 h 425"/>
                <a:gd name="T48" fmla="*/ 2 w 245"/>
                <a:gd name="T49" fmla="*/ 2 h 425"/>
                <a:gd name="T50" fmla="*/ 1 w 245"/>
                <a:gd name="T51" fmla="*/ 2 h 425"/>
                <a:gd name="T52" fmla="*/ 1 w 245"/>
                <a:gd name="T53" fmla="*/ 2 h 425"/>
                <a:gd name="T54" fmla="*/ 1 w 245"/>
                <a:gd name="T55" fmla="*/ 3 h 425"/>
                <a:gd name="T56" fmla="*/ 1 w 245"/>
                <a:gd name="T57" fmla="*/ 3 h 425"/>
                <a:gd name="T58" fmla="*/ 1 w 245"/>
                <a:gd name="T59" fmla="*/ 3 h 425"/>
                <a:gd name="T60" fmla="*/ 1 w 245"/>
                <a:gd name="T61" fmla="*/ 3 h 425"/>
                <a:gd name="T62" fmla="*/ 1 w 245"/>
                <a:gd name="T63" fmla="*/ 3 h 425"/>
                <a:gd name="T64" fmla="*/ 0 w 245"/>
                <a:gd name="T65" fmla="*/ 3 h 425"/>
                <a:gd name="T66" fmla="*/ 0 w 245"/>
                <a:gd name="T67" fmla="*/ 3 h 425"/>
                <a:gd name="T68" fmla="*/ 0 w 245"/>
                <a:gd name="T69" fmla="*/ 3 h 425"/>
                <a:gd name="T70" fmla="*/ 0 w 245"/>
                <a:gd name="T71" fmla="*/ 3 h 425"/>
                <a:gd name="T72" fmla="*/ 0 w 245"/>
                <a:gd name="T73" fmla="*/ 3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5"/>
                <a:gd name="T113" fmla="*/ 245 w 245"/>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5">
                  <a:moveTo>
                    <a:pt x="0" y="425"/>
                  </a:moveTo>
                  <a:lnTo>
                    <a:pt x="0" y="425"/>
                  </a:lnTo>
                  <a:lnTo>
                    <a:pt x="26" y="422"/>
                  </a:lnTo>
                  <a:lnTo>
                    <a:pt x="51" y="417"/>
                  </a:lnTo>
                  <a:lnTo>
                    <a:pt x="74" y="406"/>
                  </a:lnTo>
                  <a:lnTo>
                    <a:pt x="96" y="391"/>
                  </a:lnTo>
                  <a:lnTo>
                    <a:pt x="119" y="373"/>
                  </a:lnTo>
                  <a:lnTo>
                    <a:pt x="137" y="351"/>
                  </a:lnTo>
                  <a:lnTo>
                    <a:pt x="156" y="326"/>
                  </a:lnTo>
                  <a:lnTo>
                    <a:pt x="174" y="299"/>
                  </a:lnTo>
                  <a:lnTo>
                    <a:pt x="190" y="269"/>
                  </a:lnTo>
                  <a:lnTo>
                    <a:pt x="204" y="236"/>
                  </a:lnTo>
                  <a:lnTo>
                    <a:pt x="216" y="202"/>
                  </a:lnTo>
                  <a:lnTo>
                    <a:pt x="226" y="163"/>
                  </a:lnTo>
                  <a:lnTo>
                    <a:pt x="235" y="126"/>
                  </a:lnTo>
                  <a:lnTo>
                    <a:pt x="241" y="86"/>
                  </a:lnTo>
                  <a:lnTo>
                    <a:pt x="244" y="43"/>
                  </a:lnTo>
                  <a:lnTo>
                    <a:pt x="245" y="0"/>
                  </a:lnTo>
                  <a:lnTo>
                    <a:pt x="234" y="0"/>
                  </a:lnTo>
                  <a:lnTo>
                    <a:pt x="232" y="43"/>
                  </a:lnTo>
                  <a:lnTo>
                    <a:pt x="229" y="84"/>
                  </a:lnTo>
                  <a:lnTo>
                    <a:pt x="223" y="123"/>
                  </a:lnTo>
                  <a:lnTo>
                    <a:pt x="215" y="161"/>
                  </a:lnTo>
                  <a:lnTo>
                    <a:pt x="204" y="197"/>
                  </a:lnTo>
                  <a:lnTo>
                    <a:pt x="193" y="231"/>
                  </a:lnTo>
                  <a:lnTo>
                    <a:pt x="178" y="264"/>
                  </a:lnTo>
                  <a:lnTo>
                    <a:pt x="164" y="292"/>
                  </a:lnTo>
                  <a:lnTo>
                    <a:pt x="147" y="319"/>
                  </a:lnTo>
                  <a:lnTo>
                    <a:pt x="128" y="344"/>
                  </a:lnTo>
                  <a:lnTo>
                    <a:pt x="109" y="364"/>
                  </a:lnTo>
                  <a:lnTo>
                    <a:pt x="89" y="381"/>
                  </a:lnTo>
                  <a:lnTo>
                    <a:pt x="67" y="394"/>
                  </a:lnTo>
                  <a:lnTo>
                    <a:pt x="46" y="405"/>
                  </a:lnTo>
                  <a:lnTo>
                    <a:pt x="24" y="411"/>
                  </a:lnTo>
                  <a:lnTo>
                    <a:pt x="0" y="413"/>
                  </a:lnTo>
                  <a:lnTo>
                    <a:pt x="0" y="425"/>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7992" name="Freeform 70"/>
            <p:cNvSpPr>
              <a:spLocks/>
            </p:cNvSpPr>
            <p:nvPr/>
          </p:nvSpPr>
          <p:spPr bwMode="auto">
            <a:xfrm>
              <a:off x="1502" y="1836"/>
              <a:ext cx="50" cy="85"/>
            </a:xfrm>
            <a:custGeom>
              <a:avLst/>
              <a:gdLst>
                <a:gd name="T0" fmla="*/ 0 w 246"/>
                <a:gd name="T1" fmla="*/ 0 h 425"/>
                <a:gd name="T2" fmla="*/ 0 w 246"/>
                <a:gd name="T3" fmla="*/ 0 h 425"/>
                <a:gd name="T4" fmla="*/ 0 w 246"/>
                <a:gd name="T5" fmla="*/ 0 h 425"/>
                <a:gd name="T6" fmla="*/ 0 w 246"/>
                <a:gd name="T7" fmla="*/ 1 h 425"/>
                <a:gd name="T8" fmla="*/ 0 w 246"/>
                <a:gd name="T9" fmla="*/ 1 h 425"/>
                <a:gd name="T10" fmla="*/ 0 w 246"/>
                <a:gd name="T11" fmla="*/ 1 h 425"/>
                <a:gd name="T12" fmla="*/ 0 w 246"/>
                <a:gd name="T13" fmla="*/ 2 h 425"/>
                <a:gd name="T14" fmla="*/ 0 w 246"/>
                <a:gd name="T15" fmla="*/ 2 h 425"/>
                <a:gd name="T16" fmla="*/ 0 w 246"/>
                <a:gd name="T17" fmla="*/ 2 h 425"/>
                <a:gd name="T18" fmla="*/ 1 w 246"/>
                <a:gd name="T19" fmla="*/ 2 h 425"/>
                <a:gd name="T20" fmla="*/ 1 w 246"/>
                <a:gd name="T21" fmla="*/ 3 h 425"/>
                <a:gd name="T22" fmla="*/ 1 w 246"/>
                <a:gd name="T23" fmla="*/ 3 h 425"/>
                <a:gd name="T24" fmla="*/ 1 w 246"/>
                <a:gd name="T25" fmla="*/ 3 h 425"/>
                <a:gd name="T26" fmla="*/ 1 w 246"/>
                <a:gd name="T27" fmla="*/ 3 h 425"/>
                <a:gd name="T28" fmla="*/ 1 w 246"/>
                <a:gd name="T29" fmla="*/ 3 h 425"/>
                <a:gd name="T30" fmla="*/ 2 w 246"/>
                <a:gd name="T31" fmla="*/ 3 h 425"/>
                <a:gd name="T32" fmla="*/ 2 w 246"/>
                <a:gd name="T33" fmla="*/ 3 h 425"/>
                <a:gd name="T34" fmla="*/ 2 w 246"/>
                <a:gd name="T35" fmla="*/ 3 h 425"/>
                <a:gd name="T36" fmla="*/ 2 w 246"/>
                <a:gd name="T37" fmla="*/ 3 h 425"/>
                <a:gd name="T38" fmla="*/ 2 w 246"/>
                <a:gd name="T39" fmla="*/ 3 h 425"/>
                <a:gd name="T40" fmla="*/ 2 w 246"/>
                <a:gd name="T41" fmla="*/ 3 h 425"/>
                <a:gd name="T42" fmla="*/ 1 w 246"/>
                <a:gd name="T43" fmla="*/ 3 h 425"/>
                <a:gd name="T44" fmla="*/ 1 w 246"/>
                <a:gd name="T45" fmla="*/ 3 h 425"/>
                <a:gd name="T46" fmla="*/ 1 w 246"/>
                <a:gd name="T47" fmla="*/ 3 h 425"/>
                <a:gd name="T48" fmla="*/ 1 w 246"/>
                <a:gd name="T49" fmla="*/ 3 h 425"/>
                <a:gd name="T50" fmla="*/ 1 w 246"/>
                <a:gd name="T51" fmla="*/ 3 h 425"/>
                <a:gd name="T52" fmla="*/ 1 w 246"/>
                <a:gd name="T53" fmla="*/ 2 h 425"/>
                <a:gd name="T54" fmla="*/ 1 w 246"/>
                <a:gd name="T55" fmla="*/ 2 h 425"/>
                <a:gd name="T56" fmla="*/ 0 w 246"/>
                <a:gd name="T57" fmla="*/ 2 h 425"/>
                <a:gd name="T58" fmla="*/ 0 w 246"/>
                <a:gd name="T59" fmla="*/ 2 h 425"/>
                <a:gd name="T60" fmla="*/ 0 w 246"/>
                <a:gd name="T61" fmla="*/ 1 h 425"/>
                <a:gd name="T62" fmla="*/ 0 w 246"/>
                <a:gd name="T63" fmla="*/ 1 h 425"/>
                <a:gd name="T64" fmla="*/ 0 w 246"/>
                <a:gd name="T65" fmla="*/ 1 h 425"/>
                <a:gd name="T66" fmla="*/ 0 w 246"/>
                <a:gd name="T67" fmla="*/ 0 h 425"/>
                <a:gd name="T68" fmla="*/ 0 w 246"/>
                <a:gd name="T69" fmla="*/ 0 h 425"/>
                <a:gd name="T70" fmla="*/ 0 w 246"/>
                <a:gd name="T71" fmla="*/ 0 h 425"/>
                <a:gd name="T72" fmla="*/ 0 w 246"/>
                <a:gd name="T73" fmla="*/ 0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5"/>
                <a:gd name="T113" fmla="*/ 246 w 246"/>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5">
                  <a:moveTo>
                    <a:pt x="0" y="0"/>
                  </a:moveTo>
                  <a:lnTo>
                    <a:pt x="0" y="0"/>
                  </a:lnTo>
                  <a:lnTo>
                    <a:pt x="2" y="43"/>
                  </a:lnTo>
                  <a:lnTo>
                    <a:pt x="5" y="86"/>
                  </a:lnTo>
                  <a:lnTo>
                    <a:pt x="11" y="126"/>
                  </a:lnTo>
                  <a:lnTo>
                    <a:pt x="19" y="163"/>
                  </a:lnTo>
                  <a:lnTo>
                    <a:pt x="30" y="202"/>
                  </a:lnTo>
                  <a:lnTo>
                    <a:pt x="41" y="236"/>
                  </a:lnTo>
                  <a:lnTo>
                    <a:pt x="55" y="269"/>
                  </a:lnTo>
                  <a:lnTo>
                    <a:pt x="73" y="299"/>
                  </a:lnTo>
                  <a:lnTo>
                    <a:pt x="89" y="326"/>
                  </a:lnTo>
                  <a:lnTo>
                    <a:pt x="108" y="351"/>
                  </a:lnTo>
                  <a:lnTo>
                    <a:pt x="128" y="373"/>
                  </a:lnTo>
                  <a:lnTo>
                    <a:pt x="150" y="391"/>
                  </a:lnTo>
                  <a:lnTo>
                    <a:pt x="171" y="406"/>
                  </a:lnTo>
                  <a:lnTo>
                    <a:pt x="196" y="417"/>
                  </a:lnTo>
                  <a:lnTo>
                    <a:pt x="221" y="422"/>
                  </a:lnTo>
                  <a:lnTo>
                    <a:pt x="246" y="425"/>
                  </a:lnTo>
                  <a:lnTo>
                    <a:pt x="246" y="413"/>
                  </a:lnTo>
                  <a:lnTo>
                    <a:pt x="223" y="411"/>
                  </a:lnTo>
                  <a:lnTo>
                    <a:pt x="201" y="405"/>
                  </a:lnTo>
                  <a:lnTo>
                    <a:pt x="178" y="394"/>
                  </a:lnTo>
                  <a:lnTo>
                    <a:pt x="157" y="381"/>
                  </a:lnTo>
                  <a:lnTo>
                    <a:pt x="137" y="364"/>
                  </a:lnTo>
                  <a:lnTo>
                    <a:pt x="117" y="344"/>
                  </a:lnTo>
                  <a:lnTo>
                    <a:pt x="99" y="319"/>
                  </a:lnTo>
                  <a:lnTo>
                    <a:pt x="82" y="292"/>
                  </a:lnTo>
                  <a:lnTo>
                    <a:pt x="67" y="264"/>
                  </a:lnTo>
                  <a:lnTo>
                    <a:pt x="53" y="231"/>
                  </a:lnTo>
                  <a:lnTo>
                    <a:pt x="41" y="197"/>
                  </a:lnTo>
                  <a:lnTo>
                    <a:pt x="31" y="161"/>
                  </a:lnTo>
                  <a:lnTo>
                    <a:pt x="23" y="123"/>
                  </a:lnTo>
                  <a:lnTo>
                    <a:pt x="17" y="84"/>
                  </a:lnTo>
                  <a:lnTo>
                    <a:pt x="13" y="4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7993" name="Freeform 71"/>
            <p:cNvSpPr>
              <a:spLocks/>
            </p:cNvSpPr>
            <p:nvPr/>
          </p:nvSpPr>
          <p:spPr bwMode="auto">
            <a:xfrm>
              <a:off x="1502" y="1751"/>
              <a:ext cx="50" cy="85"/>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2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1" y="2"/>
                  </a:lnTo>
                  <a:lnTo>
                    <a:pt x="196" y="8"/>
                  </a:lnTo>
                  <a:lnTo>
                    <a:pt x="171" y="19"/>
                  </a:lnTo>
                  <a:lnTo>
                    <a:pt x="150" y="34"/>
                  </a:lnTo>
                  <a:lnTo>
                    <a:pt x="128" y="52"/>
                  </a:lnTo>
                  <a:lnTo>
                    <a:pt x="108" y="74"/>
                  </a:lnTo>
                  <a:lnTo>
                    <a:pt x="89" y="98"/>
                  </a:lnTo>
                  <a:lnTo>
                    <a:pt x="73" y="125"/>
                  </a:lnTo>
                  <a:lnTo>
                    <a:pt x="55" y="156"/>
                  </a:lnTo>
                  <a:lnTo>
                    <a:pt x="41" y="189"/>
                  </a:lnTo>
                  <a:lnTo>
                    <a:pt x="30" y="223"/>
                  </a:lnTo>
                  <a:lnTo>
                    <a:pt x="19" y="261"/>
                  </a:lnTo>
                  <a:lnTo>
                    <a:pt x="11" y="299"/>
                  </a:lnTo>
                  <a:lnTo>
                    <a:pt x="5" y="339"/>
                  </a:lnTo>
                  <a:lnTo>
                    <a:pt x="2" y="382"/>
                  </a:lnTo>
                  <a:lnTo>
                    <a:pt x="0" y="424"/>
                  </a:lnTo>
                  <a:lnTo>
                    <a:pt x="12" y="424"/>
                  </a:lnTo>
                  <a:lnTo>
                    <a:pt x="13" y="382"/>
                  </a:lnTo>
                  <a:lnTo>
                    <a:pt x="17" y="341"/>
                  </a:lnTo>
                  <a:lnTo>
                    <a:pt x="23" y="301"/>
                  </a:lnTo>
                  <a:lnTo>
                    <a:pt x="31" y="264"/>
                  </a:lnTo>
                  <a:lnTo>
                    <a:pt x="41" y="227"/>
                  </a:lnTo>
                  <a:lnTo>
                    <a:pt x="53" y="193"/>
                  </a:lnTo>
                  <a:lnTo>
                    <a:pt x="67" y="161"/>
                  </a:lnTo>
                  <a:lnTo>
                    <a:pt x="82" y="132"/>
                  </a:lnTo>
                  <a:lnTo>
                    <a:pt x="99" y="105"/>
                  </a:lnTo>
                  <a:lnTo>
                    <a:pt x="117" y="81"/>
                  </a:lnTo>
                  <a:lnTo>
                    <a:pt x="137" y="61"/>
                  </a:lnTo>
                  <a:lnTo>
                    <a:pt x="157" y="43"/>
                  </a:lnTo>
                  <a:lnTo>
                    <a:pt x="178" y="30"/>
                  </a:lnTo>
                  <a:lnTo>
                    <a:pt x="201" y="20"/>
                  </a:lnTo>
                  <a:lnTo>
                    <a:pt x="223" y="14"/>
                  </a:lnTo>
                  <a:lnTo>
                    <a:pt x="246" y="12"/>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7994" name="Freeform 72"/>
            <p:cNvSpPr>
              <a:spLocks/>
            </p:cNvSpPr>
            <p:nvPr/>
          </p:nvSpPr>
          <p:spPr bwMode="auto">
            <a:xfrm>
              <a:off x="1565" y="2016"/>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0" y="339"/>
                  </a:lnTo>
                  <a:lnTo>
                    <a:pt x="234" y="299"/>
                  </a:lnTo>
                  <a:lnTo>
                    <a:pt x="226" y="261"/>
                  </a:lnTo>
                  <a:lnTo>
                    <a:pt x="216" y="223"/>
                  </a:lnTo>
                  <a:lnTo>
                    <a:pt x="204" y="189"/>
                  </a:lnTo>
                  <a:lnTo>
                    <a:pt x="190" y="156"/>
                  </a:lnTo>
                  <a:lnTo>
                    <a:pt x="174" y="125"/>
                  </a:lnTo>
                  <a:lnTo>
                    <a:pt x="156" y="98"/>
                  </a:lnTo>
                  <a:lnTo>
                    <a:pt x="138" y="74"/>
                  </a:lnTo>
                  <a:lnTo>
                    <a:pt x="118" y="51"/>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9" y="81"/>
                  </a:lnTo>
                  <a:lnTo>
                    <a:pt x="147" y="105"/>
                  </a:lnTo>
                  <a:lnTo>
                    <a:pt x="164" y="132"/>
                  </a:lnTo>
                  <a:lnTo>
                    <a:pt x="178" y="160"/>
                  </a:lnTo>
                  <a:lnTo>
                    <a:pt x="192" y="193"/>
                  </a:lnTo>
                  <a:lnTo>
                    <a:pt x="204" y="227"/>
                  </a:lnTo>
                  <a:lnTo>
                    <a:pt x="215" y="264"/>
                  </a:lnTo>
                  <a:lnTo>
                    <a:pt x="223" y="301"/>
                  </a:lnTo>
                  <a:lnTo>
                    <a:pt x="229"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7995" name="Freeform 73"/>
            <p:cNvSpPr>
              <a:spLocks/>
            </p:cNvSpPr>
            <p:nvPr/>
          </p:nvSpPr>
          <p:spPr bwMode="auto">
            <a:xfrm>
              <a:off x="1565" y="2101"/>
              <a:ext cx="49" cy="85"/>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6" y="423"/>
                  </a:lnTo>
                  <a:lnTo>
                    <a:pt x="51" y="418"/>
                  </a:lnTo>
                  <a:lnTo>
                    <a:pt x="74" y="407"/>
                  </a:lnTo>
                  <a:lnTo>
                    <a:pt x="96" y="392"/>
                  </a:lnTo>
                  <a:lnTo>
                    <a:pt x="118" y="373"/>
                  </a:lnTo>
                  <a:lnTo>
                    <a:pt x="138" y="351"/>
                  </a:lnTo>
                  <a:lnTo>
                    <a:pt x="156" y="327"/>
                  </a:lnTo>
                  <a:lnTo>
                    <a:pt x="175" y="299"/>
                  </a:lnTo>
                  <a:lnTo>
                    <a:pt x="190" y="269"/>
                  </a:lnTo>
                  <a:lnTo>
                    <a:pt x="204" y="236"/>
                  </a:lnTo>
                  <a:lnTo>
                    <a:pt x="216" y="202"/>
                  </a:lnTo>
                  <a:lnTo>
                    <a:pt x="226" y="164"/>
                  </a:lnTo>
                  <a:lnTo>
                    <a:pt x="234" y="126"/>
                  </a:lnTo>
                  <a:lnTo>
                    <a:pt x="240" y="86"/>
                  </a:lnTo>
                  <a:lnTo>
                    <a:pt x="244" y="42"/>
                  </a:lnTo>
                  <a:lnTo>
                    <a:pt x="245" y="0"/>
                  </a:lnTo>
                  <a:lnTo>
                    <a:pt x="233" y="0"/>
                  </a:lnTo>
                  <a:lnTo>
                    <a:pt x="232" y="42"/>
                  </a:lnTo>
                  <a:lnTo>
                    <a:pt x="229" y="83"/>
                  </a:lnTo>
                  <a:lnTo>
                    <a:pt x="223" y="123"/>
                  </a:lnTo>
                  <a:lnTo>
                    <a:pt x="215" y="162"/>
                  </a:lnTo>
                  <a:lnTo>
                    <a:pt x="204" y="197"/>
                  </a:lnTo>
                  <a:lnTo>
                    <a:pt x="192" y="231"/>
                  </a:lnTo>
                  <a:lnTo>
                    <a:pt x="178" y="264"/>
                  </a:lnTo>
                  <a:lnTo>
                    <a:pt x="163" y="292"/>
                  </a:lnTo>
                  <a:lnTo>
                    <a:pt x="147" y="320"/>
                  </a:lnTo>
                  <a:lnTo>
                    <a:pt x="129" y="344"/>
                  </a:lnTo>
                  <a:lnTo>
                    <a:pt x="109" y="364"/>
                  </a:lnTo>
                  <a:lnTo>
                    <a:pt x="89" y="382"/>
                  </a:lnTo>
                  <a:lnTo>
                    <a:pt x="67" y="395"/>
                  </a:lnTo>
                  <a:lnTo>
                    <a:pt x="46" y="406"/>
                  </a:lnTo>
                  <a:lnTo>
                    <a:pt x="24"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7996" name="Freeform 74"/>
            <p:cNvSpPr>
              <a:spLocks/>
            </p:cNvSpPr>
            <p:nvPr/>
          </p:nvSpPr>
          <p:spPr bwMode="auto">
            <a:xfrm>
              <a:off x="1516" y="2101"/>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5" y="86"/>
                  </a:lnTo>
                  <a:lnTo>
                    <a:pt x="11" y="126"/>
                  </a:lnTo>
                  <a:lnTo>
                    <a:pt x="19" y="164"/>
                  </a:lnTo>
                  <a:lnTo>
                    <a:pt x="30" y="202"/>
                  </a:lnTo>
                  <a:lnTo>
                    <a:pt x="41" y="236"/>
                  </a:lnTo>
                  <a:lnTo>
                    <a:pt x="55" y="269"/>
                  </a:lnTo>
                  <a:lnTo>
                    <a:pt x="71" y="299"/>
                  </a:lnTo>
                  <a:lnTo>
                    <a:pt x="89" y="327"/>
                  </a:lnTo>
                  <a:lnTo>
                    <a:pt x="107" y="351"/>
                  </a:lnTo>
                  <a:lnTo>
                    <a:pt x="127" y="373"/>
                  </a:lnTo>
                  <a:lnTo>
                    <a:pt x="149" y="392"/>
                  </a:lnTo>
                  <a:lnTo>
                    <a:pt x="171" y="407"/>
                  </a:lnTo>
                  <a:lnTo>
                    <a:pt x="195" y="418"/>
                  </a:lnTo>
                  <a:lnTo>
                    <a:pt x="219" y="423"/>
                  </a:lnTo>
                  <a:lnTo>
                    <a:pt x="245" y="426"/>
                  </a:lnTo>
                  <a:lnTo>
                    <a:pt x="245" y="414"/>
                  </a:lnTo>
                  <a:lnTo>
                    <a:pt x="222" y="412"/>
                  </a:lnTo>
                  <a:lnTo>
                    <a:pt x="199" y="406"/>
                  </a:lnTo>
                  <a:lnTo>
                    <a:pt x="178" y="395"/>
                  </a:lnTo>
                  <a:lnTo>
                    <a:pt x="156" y="382"/>
                  </a:lnTo>
                  <a:lnTo>
                    <a:pt x="136" y="364"/>
                  </a:lnTo>
                  <a:lnTo>
                    <a:pt x="116" y="344"/>
                  </a:lnTo>
                  <a:lnTo>
                    <a:pt x="99" y="320"/>
                  </a:lnTo>
                  <a:lnTo>
                    <a:pt x="82" y="292"/>
                  </a:lnTo>
                  <a:lnTo>
                    <a:pt x="67" y="264"/>
                  </a:lnTo>
                  <a:lnTo>
                    <a:pt x="53" y="231"/>
                  </a:lnTo>
                  <a:lnTo>
                    <a:pt x="41" y="197"/>
                  </a:lnTo>
                  <a:lnTo>
                    <a:pt x="31" y="162"/>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7997" name="Freeform 75"/>
            <p:cNvSpPr>
              <a:spLocks/>
            </p:cNvSpPr>
            <p:nvPr/>
          </p:nvSpPr>
          <p:spPr bwMode="auto">
            <a:xfrm>
              <a:off x="1516" y="2016"/>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5" y="8"/>
                  </a:lnTo>
                  <a:lnTo>
                    <a:pt x="171" y="19"/>
                  </a:lnTo>
                  <a:lnTo>
                    <a:pt x="149" y="34"/>
                  </a:lnTo>
                  <a:lnTo>
                    <a:pt x="127" y="51"/>
                  </a:lnTo>
                  <a:lnTo>
                    <a:pt x="107" y="74"/>
                  </a:lnTo>
                  <a:lnTo>
                    <a:pt x="89" y="98"/>
                  </a:lnTo>
                  <a:lnTo>
                    <a:pt x="72" y="125"/>
                  </a:lnTo>
                  <a:lnTo>
                    <a:pt x="55" y="156"/>
                  </a:lnTo>
                  <a:lnTo>
                    <a:pt x="41" y="189"/>
                  </a:lnTo>
                  <a:lnTo>
                    <a:pt x="30" y="223"/>
                  </a:lnTo>
                  <a:lnTo>
                    <a:pt x="19" y="261"/>
                  </a:lnTo>
                  <a:lnTo>
                    <a:pt x="11" y="299"/>
                  </a:lnTo>
                  <a:lnTo>
                    <a:pt x="5" y="339"/>
                  </a:lnTo>
                  <a:lnTo>
                    <a:pt x="1" y="382"/>
                  </a:lnTo>
                  <a:lnTo>
                    <a:pt x="0" y="424"/>
                  </a:lnTo>
                  <a:lnTo>
                    <a:pt x="12" y="424"/>
                  </a:lnTo>
                  <a:lnTo>
                    <a:pt x="13" y="382"/>
                  </a:lnTo>
                  <a:lnTo>
                    <a:pt x="17" y="341"/>
                  </a:lnTo>
                  <a:lnTo>
                    <a:pt x="23" y="301"/>
                  </a:lnTo>
                  <a:lnTo>
                    <a:pt x="31" y="264"/>
                  </a:lnTo>
                  <a:lnTo>
                    <a:pt x="41" y="227"/>
                  </a:lnTo>
                  <a:lnTo>
                    <a:pt x="53" y="193"/>
                  </a:lnTo>
                  <a:lnTo>
                    <a:pt x="67" y="160"/>
                  </a:lnTo>
                  <a:lnTo>
                    <a:pt x="81" y="132"/>
                  </a:lnTo>
                  <a:lnTo>
                    <a:pt x="99" y="105"/>
                  </a:lnTo>
                  <a:lnTo>
                    <a:pt x="116" y="81"/>
                  </a:lnTo>
                  <a:lnTo>
                    <a:pt x="136" y="61"/>
                  </a:lnTo>
                  <a:lnTo>
                    <a:pt x="156" y="43"/>
                  </a:lnTo>
                  <a:lnTo>
                    <a:pt x="178" y="30"/>
                  </a:lnTo>
                  <a:lnTo>
                    <a:pt x="199" y="20"/>
                  </a:lnTo>
                  <a:lnTo>
                    <a:pt x="222"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sp>
        <p:nvSpPr>
          <p:cNvPr id="167944" name="Rectangle 77"/>
          <p:cNvSpPr>
            <a:spLocks noChangeArrowheads="1"/>
          </p:cNvSpPr>
          <p:nvPr/>
        </p:nvSpPr>
        <p:spPr bwMode="auto">
          <a:xfrm>
            <a:off x="611188" y="0"/>
            <a:ext cx="6388100" cy="6477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3000"/>
              <a:t>Sem. 3 - Jeudi</a:t>
            </a:r>
          </a:p>
        </p:txBody>
      </p:sp>
      <p:sp>
        <p:nvSpPr>
          <p:cNvPr id="167945" name="Text Box 78"/>
          <p:cNvSpPr txBox="1">
            <a:spLocks noChangeArrowheads="1"/>
          </p:cNvSpPr>
          <p:nvPr/>
        </p:nvSpPr>
        <p:spPr bwMode="auto">
          <a:xfrm>
            <a:off x="566738" y="2697163"/>
            <a:ext cx="3217862"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2. Pas de commandes</a:t>
            </a:r>
          </a:p>
        </p:txBody>
      </p:sp>
      <p:sp>
        <p:nvSpPr>
          <p:cNvPr id="167946" name="Text Box 79"/>
          <p:cNvSpPr txBox="1">
            <a:spLocks noChangeArrowheads="1"/>
          </p:cNvSpPr>
          <p:nvPr/>
        </p:nvSpPr>
        <p:spPr bwMode="auto">
          <a:xfrm>
            <a:off x="566738" y="5211763"/>
            <a:ext cx="6543675" cy="4429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eaLnBrk="1" hangingPunct="1">
              <a:spcBef>
                <a:spcPct val="0"/>
              </a:spcBef>
              <a:buFontTx/>
              <a:buNone/>
            </a:pPr>
            <a:r>
              <a:rPr lang="fr-FR" altLang="fr-FR" sz="2300"/>
              <a:t>4. Pointez la production sur votre feuille de suivi</a:t>
            </a:r>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68962" name="Group 2"/>
          <p:cNvGrpSpPr>
            <a:grpSpLocks/>
          </p:cNvGrpSpPr>
          <p:nvPr/>
        </p:nvGrpSpPr>
        <p:grpSpPr bwMode="auto">
          <a:xfrm>
            <a:off x="7073900" y="215900"/>
            <a:ext cx="1878013" cy="1250950"/>
            <a:chOff x="4456" y="136"/>
            <a:chExt cx="1183" cy="788"/>
          </a:xfrm>
        </p:grpSpPr>
        <p:grpSp>
          <p:nvGrpSpPr>
            <p:cNvPr id="169022" name="Group 3"/>
            <p:cNvGrpSpPr>
              <a:grpSpLocks/>
            </p:cNvGrpSpPr>
            <p:nvPr/>
          </p:nvGrpSpPr>
          <p:grpSpPr bwMode="auto">
            <a:xfrm>
              <a:off x="4766" y="232"/>
              <a:ext cx="873" cy="692"/>
              <a:chOff x="2185" y="310"/>
              <a:chExt cx="873" cy="692"/>
            </a:xfrm>
          </p:grpSpPr>
          <p:sp>
            <p:nvSpPr>
              <p:cNvPr id="169033" name="Freeform 4"/>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accent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9034" name="Freeform 5"/>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9035" name="Freeform 6"/>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9036" name="Freeform 7"/>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9037" name="Freeform 8"/>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9038" name="Freeform 9"/>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9039" name="Freeform 10"/>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grpSp>
          <p:nvGrpSpPr>
            <p:cNvPr id="169023" name="Group 11"/>
            <p:cNvGrpSpPr>
              <a:grpSpLocks/>
            </p:cNvGrpSpPr>
            <p:nvPr/>
          </p:nvGrpSpPr>
          <p:grpSpPr bwMode="auto">
            <a:xfrm>
              <a:off x="4949" y="336"/>
              <a:ext cx="591" cy="468"/>
              <a:chOff x="2185" y="310"/>
              <a:chExt cx="873" cy="692"/>
            </a:xfrm>
          </p:grpSpPr>
          <p:sp>
            <p:nvSpPr>
              <p:cNvPr id="169026" name="Freeform 12"/>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9027" name="Freeform 13"/>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9028" name="Freeform 14"/>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9029" name="Freeform 15"/>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9030" name="Freeform 16"/>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9031" name="Freeform 17"/>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9032" name="Freeform 18"/>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pic>
          <p:nvPicPr>
            <p:cNvPr id="169024" name="Picture 19"/>
            <p:cNvPicPr>
              <a:picLocks noChangeAspect="1" noChangeArrowheads="1"/>
            </p:cNvPicPr>
            <p:nvPr/>
          </p:nvPicPr>
          <p:blipFill>
            <a:blip r:embed="rId3" cstate="print">
              <a:extLst>
                <a:ext uri="{28A0092B-C50C-407E-A947-70E740481C1C}">
                  <a14:useLocalDpi xmlns:a14="http://schemas.microsoft.com/office/drawing/2010/main" val="0"/>
                </a:ext>
              </a:extLst>
            </a:blip>
            <a:srcRect l="-4282" t="-4369" r="-5199" b="-12012"/>
            <a:stretch>
              <a:fillRect/>
            </a:stretch>
          </p:blipFill>
          <p:spPr bwMode="auto">
            <a:xfrm>
              <a:off x="4456" y="136"/>
              <a:ext cx="480" cy="5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69025" name="Text Box 20"/>
            <p:cNvSpPr txBox="1">
              <a:spLocks noChangeArrowheads="1"/>
            </p:cNvSpPr>
            <p:nvPr/>
          </p:nvSpPr>
          <p:spPr bwMode="auto">
            <a:xfrm>
              <a:off x="4946" y="314"/>
              <a:ext cx="596" cy="49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4500" b="1">
                  <a:solidFill>
                    <a:srgbClr val="FF0000"/>
                  </a:solidFill>
                  <a:latin typeface="Arial Black" pitchFamily="34" charset="0"/>
                </a:rPr>
                <a:t>27</a:t>
              </a:r>
              <a:endParaRPr lang="fr-FR" altLang="fr-FR" sz="3200">
                <a:solidFill>
                  <a:schemeClr val="tx1"/>
                </a:solidFill>
                <a:latin typeface="Arial Black" pitchFamily="34" charset="0"/>
              </a:endParaRPr>
            </a:p>
          </p:txBody>
        </p:sp>
      </p:grpSp>
      <p:sp>
        <p:nvSpPr>
          <p:cNvPr id="168964" name="Text Box 22"/>
          <p:cNvSpPr txBox="1">
            <a:spLocks noChangeArrowheads="1"/>
          </p:cNvSpPr>
          <p:nvPr/>
        </p:nvSpPr>
        <p:spPr bwMode="auto">
          <a:xfrm>
            <a:off x="566738" y="1363663"/>
            <a:ext cx="1946275"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1. Tirez le dé</a:t>
            </a:r>
          </a:p>
        </p:txBody>
      </p:sp>
      <p:sp>
        <p:nvSpPr>
          <p:cNvPr id="168965" name="Text Box 23"/>
          <p:cNvSpPr txBox="1">
            <a:spLocks noChangeArrowheads="1"/>
          </p:cNvSpPr>
          <p:nvPr/>
        </p:nvSpPr>
        <p:spPr bwMode="auto">
          <a:xfrm>
            <a:off x="566738" y="3935413"/>
            <a:ext cx="18796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3. Produisez</a:t>
            </a:r>
          </a:p>
        </p:txBody>
      </p:sp>
      <p:grpSp>
        <p:nvGrpSpPr>
          <p:cNvPr id="168966" name="Group 24"/>
          <p:cNvGrpSpPr>
            <a:grpSpLocks/>
          </p:cNvGrpSpPr>
          <p:nvPr/>
        </p:nvGrpSpPr>
        <p:grpSpPr bwMode="auto">
          <a:xfrm>
            <a:off x="2986088" y="1306513"/>
            <a:ext cx="446087" cy="534987"/>
            <a:chOff x="868" y="1439"/>
            <a:chExt cx="811" cy="972"/>
          </a:xfrm>
        </p:grpSpPr>
        <p:sp>
          <p:nvSpPr>
            <p:cNvPr id="168971" name="Freeform 25"/>
            <p:cNvSpPr>
              <a:spLocks/>
            </p:cNvSpPr>
            <p:nvPr/>
          </p:nvSpPr>
          <p:spPr bwMode="auto">
            <a:xfrm>
              <a:off x="1548" y="2014"/>
              <a:ext cx="123" cy="100"/>
            </a:xfrm>
            <a:custGeom>
              <a:avLst/>
              <a:gdLst>
                <a:gd name="T0" fmla="*/ 5 w 618"/>
                <a:gd name="T1" fmla="*/ 0 h 502"/>
                <a:gd name="T2" fmla="*/ 5 w 618"/>
                <a:gd name="T3" fmla="*/ 0 h 502"/>
                <a:gd name="T4" fmla="*/ 0 w 618"/>
                <a:gd name="T5" fmla="*/ 4 h 502"/>
                <a:gd name="T6" fmla="*/ 0 w 618"/>
                <a:gd name="T7" fmla="*/ 4 h 502"/>
                <a:gd name="T8" fmla="*/ 5 w 618"/>
                <a:gd name="T9" fmla="*/ 0 h 502"/>
                <a:gd name="T10" fmla="*/ 5 w 618"/>
                <a:gd name="T11" fmla="*/ 0 h 502"/>
                <a:gd name="T12" fmla="*/ 5 w 618"/>
                <a:gd name="T13" fmla="*/ 0 h 502"/>
                <a:gd name="T14" fmla="*/ 5 w 618"/>
                <a:gd name="T15" fmla="*/ 0 h 502"/>
                <a:gd name="T16" fmla="*/ 5 w 618"/>
                <a:gd name="T17" fmla="*/ 0 h 502"/>
                <a:gd name="T18" fmla="*/ 5 w 618"/>
                <a:gd name="T19" fmla="*/ 0 h 502"/>
                <a:gd name="T20" fmla="*/ 5 w 618"/>
                <a:gd name="T21" fmla="*/ 0 h 502"/>
                <a:gd name="T22" fmla="*/ 5 w 618"/>
                <a:gd name="T23" fmla="*/ 0 h 502"/>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618"/>
                <a:gd name="T37" fmla="*/ 0 h 502"/>
                <a:gd name="T38" fmla="*/ 618 w 618"/>
                <a:gd name="T39" fmla="*/ 502 h 502"/>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618" h="502">
                  <a:moveTo>
                    <a:pt x="611" y="0"/>
                  </a:moveTo>
                  <a:lnTo>
                    <a:pt x="606" y="2"/>
                  </a:lnTo>
                  <a:lnTo>
                    <a:pt x="0" y="490"/>
                  </a:lnTo>
                  <a:lnTo>
                    <a:pt x="10" y="502"/>
                  </a:lnTo>
                  <a:lnTo>
                    <a:pt x="616" y="14"/>
                  </a:lnTo>
                  <a:lnTo>
                    <a:pt x="611" y="16"/>
                  </a:lnTo>
                  <a:lnTo>
                    <a:pt x="616" y="14"/>
                  </a:lnTo>
                  <a:lnTo>
                    <a:pt x="618" y="9"/>
                  </a:lnTo>
                  <a:lnTo>
                    <a:pt x="617" y="3"/>
                  </a:lnTo>
                  <a:lnTo>
                    <a:pt x="612" y="1"/>
                  </a:lnTo>
                  <a:lnTo>
                    <a:pt x="606" y="2"/>
                  </a:lnTo>
                  <a:lnTo>
                    <a:pt x="611"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8972" name="Freeform 26"/>
            <p:cNvSpPr>
              <a:spLocks/>
            </p:cNvSpPr>
            <p:nvPr/>
          </p:nvSpPr>
          <p:spPr bwMode="auto">
            <a:xfrm>
              <a:off x="876" y="1852"/>
              <a:ext cx="82" cy="373"/>
            </a:xfrm>
            <a:custGeom>
              <a:avLst/>
              <a:gdLst>
                <a:gd name="T0" fmla="*/ 3 w 413"/>
                <a:gd name="T1" fmla="*/ 15 h 1865"/>
                <a:gd name="T2" fmla="*/ 3 w 413"/>
                <a:gd name="T3" fmla="*/ 15 h 1865"/>
                <a:gd name="T4" fmla="*/ 0 w 413"/>
                <a:gd name="T5" fmla="*/ 0 h 1865"/>
                <a:gd name="T6" fmla="*/ 0 w 413"/>
                <a:gd name="T7" fmla="*/ 0 h 1865"/>
                <a:gd name="T8" fmla="*/ 3 w 413"/>
                <a:gd name="T9" fmla="*/ 15 h 1865"/>
                <a:gd name="T10" fmla="*/ 3 w 413"/>
                <a:gd name="T11" fmla="*/ 15 h 1865"/>
                <a:gd name="T12" fmla="*/ 3 w 413"/>
                <a:gd name="T13" fmla="*/ 15 h 1865"/>
                <a:gd name="T14" fmla="*/ 3 w 413"/>
                <a:gd name="T15" fmla="*/ 15 h 1865"/>
                <a:gd name="T16" fmla="*/ 3 w 413"/>
                <a:gd name="T17" fmla="*/ 15 h 1865"/>
                <a:gd name="T18" fmla="*/ 3 w 413"/>
                <a:gd name="T19" fmla="*/ 15 h 1865"/>
                <a:gd name="T20" fmla="*/ 3 w 413"/>
                <a:gd name="T21" fmla="*/ 15 h 1865"/>
                <a:gd name="T22" fmla="*/ 3 w 413"/>
                <a:gd name="T23" fmla="*/ 15 h 186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413"/>
                <a:gd name="T37" fmla="*/ 0 h 1865"/>
                <a:gd name="T38" fmla="*/ 413 w 413"/>
                <a:gd name="T39" fmla="*/ 1865 h 1865"/>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413" h="1865">
                  <a:moveTo>
                    <a:pt x="400" y="1864"/>
                  </a:moveTo>
                  <a:lnTo>
                    <a:pt x="413" y="1856"/>
                  </a:lnTo>
                  <a:lnTo>
                    <a:pt x="17" y="0"/>
                  </a:lnTo>
                  <a:lnTo>
                    <a:pt x="0" y="2"/>
                  </a:lnTo>
                  <a:lnTo>
                    <a:pt x="396" y="1858"/>
                  </a:lnTo>
                  <a:lnTo>
                    <a:pt x="409" y="1850"/>
                  </a:lnTo>
                  <a:lnTo>
                    <a:pt x="396" y="1858"/>
                  </a:lnTo>
                  <a:lnTo>
                    <a:pt x="400" y="1864"/>
                  </a:lnTo>
                  <a:lnTo>
                    <a:pt x="406" y="1865"/>
                  </a:lnTo>
                  <a:lnTo>
                    <a:pt x="410" y="1862"/>
                  </a:lnTo>
                  <a:lnTo>
                    <a:pt x="413" y="1856"/>
                  </a:lnTo>
                  <a:lnTo>
                    <a:pt x="400" y="186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8973" name="Freeform 27"/>
            <p:cNvSpPr>
              <a:spLocks/>
            </p:cNvSpPr>
            <p:nvPr/>
          </p:nvSpPr>
          <p:spPr bwMode="auto">
            <a:xfrm>
              <a:off x="1282" y="1533"/>
              <a:ext cx="35" cy="161"/>
            </a:xfrm>
            <a:custGeom>
              <a:avLst/>
              <a:gdLst>
                <a:gd name="T0" fmla="*/ 1 w 175"/>
                <a:gd name="T1" fmla="*/ 6 h 807"/>
                <a:gd name="T2" fmla="*/ 1 w 175"/>
                <a:gd name="T3" fmla="*/ 6 h 807"/>
                <a:gd name="T4" fmla="*/ 1 w 175"/>
                <a:gd name="T5" fmla="*/ 6 h 807"/>
                <a:gd name="T6" fmla="*/ 1 w 175"/>
                <a:gd name="T7" fmla="*/ 5 h 807"/>
                <a:gd name="T8" fmla="*/ 1 w 175"/>
                <a:gd name="T9" fmla="*/ 5 h 807"/>
                <a:gd name="T10" fmla="*/ 1 w 175"/>
                <a:gd name="T11" fmla="*/ 5 h 807"/>
                <a:gd name="T12" fmla="*/ 1 w 175"/>
                <a:gd name="T13" fmla="*/ 4 h 807"/>
                <a:gd name="T14" fmla="*/ 1 w 175"/>
                <a:gd name="T15" fmla="*/ 4 h 807"/>
                <a:gd name="T16" fmla="*/ 1 w 175"/>
                <a:gd name="T17" fmla="*/ 3 h 807"/>
                <a:gd name="T18" fmla="*/ 1 w 175"/>
                <a:gd name="T19" fmla="*/ 3 h 807"/>
                <a:gd name="T20" fmla="*/ 1 w 175"/>
                <a:gd name="T21" fmla="*/ 3 h 807"/>
                <a:gd name="T22" fmla="*/ 1 w 175"/>
                <a:gd name="T23" fmla="*/ 2 h 807"/>
                <a:gd name="T24" fmla="*/ 1 w 175"/>
                <a:gd name="T25" fmla="*/ 2 h 807"/>
                <a:gd name="T26" fmla="*/ 1 w 175"/>
                <a:gd name="T27" fmla="*/ 2 h 807"/>
                <a:gd name="T28" fmla="*/ 1 w 175"/>
                <a:gd name="T29" fmla="*/ 1 h 807"/>
                <a:gd name="T30" fmla="*/ 1 w 175"/>
                <a:gd name="T31" fmla="*/ 1 h 807"/>
                <a:gd name="T32" fmla="*/ 1 w 175"/>
                <a:gd name="T33" fmla="*/ 1 h 807"/>
                <a:gd name="T34" fmla="*/ 1 w 175"/>
                <a:gd name="T35" fmla="*/ 0 h 807"/>
                <a:gd name="T36" fmla="*/ 1 w 175"/>
                <a:gd name="T37" fmla="*/ 0 h 807"/>
                <a:gd name="T38" fmla="*/ 1 w 175"/>
                <a:gd name="T39" fmla="*/ 0 h 807"/>
                <a:gd name="T40" fmla="*/ 0 w 175"/>
                <a:gd name="T41" fmla="*/ 1 h 807"/>
                <a:gd name="T42" fmla="*/ 0 w 175"/>
                <a:gd name="T43" fmla="*/ 1 h 807"/>
                <a:gd name="T44" fmla="*/ 0 w 175"/>
                <a:gd name="T45" fmla="*/ 1 h 807"/>
                <a:gd name="T46" fmla="*/ 0 w 175"/>
                <a:gd name="T47" fmla="*/ 2 h 807"/>
                <a:gd name="T48" fmla="*/ 0 w 175"/>
                <a:gd name="T49" fmla="*/ 2 h 807"/>
                <a:gd name="T50" fmla="*/ 0 w 175"/>
                <a:gd name="T51" fmla="*/ 3 h 807"/>
                <a:gd name="T52" fmla="*/ 0 w 175"/>
                <a:gd name="T53" fmla="*/ 3 h 807"/>
                <a:gd name="T54" fmla="*/ 0 w 175"/>
                <a:gd name="T55" fmla="*/ 3 h 807"/>
                <a:gd name="T56" fmla="*/ 0 w 175"/>
                <a:gd name="T57" fmla="*/ 4 h 807"/>
                <a:gd name="T58" fmla="*/ 0 w 175"/>
                <a:gd name="T59" fmla="*/ 4 h 807"/>
                <a:gd name="T60" fmla="*/ 0 w 175"/>
                <a:gd name="T61" fmla="*/ 5 h 807"/>
                <a:gd name="T62" fmla="*/ 0 w 175"/>
                <a:gd name="T63" fmla="*/ 5 h 807"/>
                <a:gd name="T64" fmla="*/ 0 w 175"/>
                <a:gd name="T65" fmla="*/ 5 h 807"/>
                <a:gd name="T66" fmla="*/ 1 w 175"/>
                <a:gd name="T67" fmla="*/ 6 h 807"/>
                <a:gd name="T68" fmla="*/ 1 w 175"/>
                <a:gd name="T69" fmla="*/ 6 h 807"/>
                <a:gd name="T70" fmla="*/ 1 w 175"/>
                <a:gd name="T71" fmla="*/ 6 h 807"/>
                <a:gd name="T72" fmla="*/ 1 w 175"/>
                <a:gd name="T73" fmla="*/ 6 h 807"/>
                <a:gd name="T74" fmla="*/ 1 w 175"/>
                <a:gd name="T75" fmla="*/ 6 h 807"/>
                <a:gd name="T76" fmla="*/ 1 w 175"/>
                <a:gd name="T77" fmla="*/ 6 h 807"/>
                <a:gd name="T78" fmla="*/ 1 w 175"/>
                <a:gd name="T79" fmla="*/ 6 h 807"/>
                <a:gd name="T80" fmla="*/ 1 w 175"/>
                <a:gd name="T81" fmla="*/ 6 h 807"/>
                <a:gd name="T82" fmla="*/ 1 w 175"/>
                <a:gd name="T83" fmla="*/ 6 h 807"/>
                <a:gd name="T84" fmla="*/ 1 w 175"/>
                <a:gd name="T85" fmla="*/ 6 h 807"/>
                <a:gd name="T86" fmla="*/ 1 w 175"/>
                <a:gd name="T87" fmla="*/ 6 h 807"/>
                <a:gd name="T88" fmla="*/ 1 w 175"/>
                <a:gd name="T89" fmla="*/ 6 h 807"/>
                <a:gd name="T90" fmla="*/ 1 w 175"/>
                <a:gd name="T91" fmla="*/ 6 h 80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175"/>
                <a:gd name="T139" fmla="*/ 0 h 807"/>
                <a:gd name="T140" fmla="*/ 175 w 175"/>
                <a:gd name="T141" fmla="*/ 807 h 80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175" h="807">
                  <a:moveTo>
                    <a:pt x="169" y="740"/>
                  </a:moveTo>
                  <a:lnTo>
                    <a:pt x="169" y="739"/>
                  </a:lnTo>
                  <a:lnTo>
                    <a:pt x="149" y="698"/>
                  </a:lnTo>
                  <a:lnTo>
                    <a:pt x="133" y="656"/>
                  </a:lnTo>
                  <a:lnTo>
                    <a:pt x="120" y="611"/>
                  </a:lnTo>
                  <a:lnTo>
                    <a:pt x="108" y="565"/>
                  </a:lnTo>
                  <a:lnTo>
                    <a:pt x="100" y="520"/>
                  </a:lnTo>
                  <a:lnTo>
                    <a:pt x="96" y="472"/>
                  </a:lnTo>
                  <a:lnTo>
                    <a:pt x="93" y="425"/>
                  </a:lnTo>
                  <a:lnTo>
                    <a:pt x="93" y="377"/>
                  </a:lnTo>
                  <a:lnTo>
                    <a:pt x="96" y="330"/>
                  </a:lnTo>
                  <a:lnTo>
                    <a:pt x="100" y="283"/>
                  </a:lnTo>
                  <a:lnTo>
                    <a:pt x="106" y="238"/>
                  </a:lnTo>
                  <a:lnTo>
                    <a:pt x="115" y="195"/>
                  </a:lnTo>
                  <a:lnTo>
                    <a:pt x="126" y="153"/>
                  </a:lnTo>
                  <a:lnTo>
                    <a:pt x="139" y="114"/>
                  </a:lnTo>
                  <a:lnTo>
                    <a:pt x="153" y="77"/>
                  </a:lnTo>
                  <a:lnTo>
                    <a:pt x="169" y="43"/>
                  </a:lnTo>
                  <a:lnTo>
                    <a:pt x="87" y="0"/>
                  </a:lnTo>
                  <a:lnTo>
                    <a:pt x="69" y="39"/>
                  </a:lnTo>
                  <a:lnTo>
                    <a:pt x="52" y="81"/>
                  </a:lnTo>
                  <a:lnTo>
                    <a:pt x="37" y="127"/>
                  </a:lnTo>
                  <a:lnTo>
                    <a:pt x="24" y="174"/>
                  </a:lnTo>
                  <a:lnTo>
                    <a:pt x="15" y="222"/>
                  </a:lnTo>
                  <a:lnTo>
                    <a:pt x="7" y="271"/>
                  </a:lnTo>
                  <a:lnTo>
                    <a:pt x="2" y="323"/>
                  </a:lnTo>
                  <a:lnTo>
                    <a:pt x="0" y="374"/>
                  </a:lnTo>
                  <a:lnTo>
                    <a:pt x="0" y="427"/>
                  </a:lnTo>
                  <a:lnTo>
                    <a:pt x="2" y="479"/>
                  </a:lnTo>
                  <a:lnTo>
                    <a:pt x="9" y="531"/>
                  </a:lnTo>
                  <a:lnTo>
                    <a:pt x="17" y="584"/>
                  </a:lnTo>
                  <a:lnTo>
                    <a:pt x="29" y="635"/>
                  </a:lnTo>
                  <a:lnTo>
                    <a:pt x="44" y="686"/>
                  </a:lnTo>
                  <a:lnTo>
                    <a:pt x="65" y="736"/>
                  </a:lnTo>
                  <a:lnTo>
                    <a:pt x="87" y="784"/>
                  </a:lnTo>
                  <a:lnTo>
                    <a:pt x="87" y="782"/>
                  </a:lnTo>
                  <a:lnTo>
                    <a:pt x="87" y="784"/>
                  </a:lnTo>
                  <a:lnTo>
                    <a:pt x="100" y="799"/>
                  </a:lnTo>
                  <a:lnTo>
                    <a:pt x="117" y="807"/>
                  </a:lnTo>
                  <a:lnTo>
                    <a:pt x="134" y="807"/>
                  </a:lnTo>
                  <a:lnTo>
                    <a:pt x="151" y="801"/>
                  </a:lnTo>
                  <a:lnTo>
                    <a:pt x="164" y="791"/>
                  </a:lnTo>
                  <a:lnTo>
                    <a:pt x="173" y="777"/>
                  </a:lnTo>
                  <a:lnTo>
                    <a:pt x="175" y="759"/>
                  </a:lnTo>
                  <a:lnTo>
                    <a:pt x="169" y="739"/>
                  </a:lnTo>
                  <a:lnTo>
                    <a:pt x="169" y="74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8974" name="Freeform 28"/>
            <p:cNvSpPr>
              <a:spLocks/>
            </p:cNvSpPr>
            <p:nvPr/>
          </p:nvSpPr>
          <p:spPr bwMode="auto">
            <a:xfrm>
              <a:off x="1299" y="1681"/>
              <a:ext cx="157" cy="281"/>
            </a:xfrm>
            <a:custGeom>
              <a:avLst/>
              <a:gdLst>
                <a:gd name="T0" fmla="*/ 6 w 787"/>
                <a:gd name="T1" fmla="*/ 11 h 1404"/>
                <a:gd name="T2" fmla="*/ 6 w 787"/>
                <a:gd name="T3" fmla="*/ 11 h 1404"/>
                <a:gd name="T4" fmla="*/ 1 w 787"/>
                <a:gd name="T5" fmla="*/ 0 h 1404"/>
                <a:gd name="T6" fmla="*/ 0 w 787"/>
                <a:gd name="T7" fmla="*/ 0 h 1404"/>
                <a:gd name="T8" fmla="*/ 6 w 787"/>
                <a:gd name="T9" fmla="*/ 11 h 1404"/>
                <a:gd name="T10" fmla="*/ 6 w 787"/>
                <a:gd name="T11" fmla="*/ 11 h 1404"/>
                <a:gd name="T12" fmla="*/ 6 w 787"/>
                <a:gd name="T13" fmla="*/ 11 h 1404"/>
                <a:gd name="T14" fmla="*/ 6 w 787"/>
                <a:gd name="T15" fmla="*/ 11 h 1404"/>
                <a:gd name="T16" fmla="*/ 6 w 787"/>
                <a:gd name="T17" fmla="*/ 11 h 1404"/>
                <a:gd name="T18" fmla="*/ 6 w 787"/>
                <a:gd name="T19" fmla="*/ 11 h 1404"/>
                <a:gd name="T20" fmla="*/ 6 w 787"/>
                <a:gd name="T21" fmla="*/ 11 h 1404"/>
                <a:gd name="T22" fmla="*/ 6 w 787"/>
                <a:gd name="T23" fmla="*/ 11 h 1404"/>
                <a:gd name="T24" fmla="*/ 6 w 787"/>
                <a:gd name="T25" fmla="*/ 11 h 1404"/>
                <a:gd name="T26" fmla="*/ 6 w 787"/>
                <a:gd name="T27" fmla="*/ 11 h 1404"/>
                <a:gd name="T28" fmla="*/ 6 w 787"/>
                <a:gd name="T29" fmla="*/ 11 h 1404"/>
                <a:gd name="T30" fmla="*/ 6 w 787"/>
                <a:gd name="T31" fmla="*/ 11 h 1404"/>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787"/>
                <a:gd name="T49" fmla="*/ 0 h 1404"/>
                <a:gd name="T50" fmla="*/ 787 w 787"/>
                <a:gd name="T51" fmla="*/ 1404 h 1404"/>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787" h="1404">
                  <a:moveTo>
                    <a:pt x="781" y="1334"/>
                  </a:moveTo>
                  <a:lnTo>
                    <a:pt x="781" y="1337"/>
                  </a:lnTo>
                  <a:lnTo>
                    <a:pt x="82" y="0"/>
                  </a:lnTo>
                  <a:lnTo>
                    <a:pt x="0" y="42"/>
                  </a:lnTo>
                  <a:lnTo>
                    <a:pt x="699" y="1379"/>
                  </a:lnTo>
                  <a:lnTo>
                    <a:pt x="699" y="1381"/>
                  </a:lnTo>
                  <a:lnTo>
                    <a:pt x="699" y="1379"/>
                  </a:lnTo>
                  <a:lnTo>
                    <a:pt x="712" y="1395"/>
                  </a:lnTo>
                  <a:lnTo>
                    <a:pt x="727" y="1402"/>
                  </a:lnTo>
                  <a:lnTo>
                    <a:pt x="744" y="1404"/>
                  </a:lnTo>
                  <a:lnTo>
                    <a:pt x="761" y="1398"/>
                  </a:lnTo>
                  <a:lnTo>
                    <a:pt x="775" y="1388"/>
                  </a:lnTo>
                  <a:lnTo>
                    <a:pt x="784" y="1373"/>
                  </a:lnTo>
                  <a:lnTo>
                    <a:pt x="787" y="1357"/>
                  </a:lnTo>
                  <a:lnTo>
                    <a:pt x="781" y="1337"/>
                  </a:lnTo>
                  <a:lnTo>
                    <a:pt x="781" y="13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8975" name="Freeform 29"/>
            <p:cNvSpPr>
              <a:spLocks/>
            </p:cNvSpPr>
            <p:nvPr/>
          </p:nvSpPr>
          <p:spPr bwMode="auto">
            <a:xfrm>
              <a:off x="1439" y="1948"/>
              <a:ext cx="125" cy="76"/>
            </a:xfrm>
            <a:custGeom>
              <a:avLst/>
              <a:gdLst>
                <a:gd name="T0" fmla="*/ 5 w 628"/>
                <a:gd name="T1" fmla="*/ 2 h 383"/>
                <a:gd name="T2" fmla="*/ 5 w 628"/>
                <a:gd name="T3" fmla="*/ 2 h 383"/>
                <a:gd name="T4" fmla="*/ 4 w 628"/>
                <a:gd name="T5" fmla="*/ 2 h 383"/>
                <a:gd name="T6" fmla="*/ 4 w 628"/>
                <a:gd name="T7" fmla="*/ 2 h 383"/>
                <a:gd name="T8" fmla="*/ 4 w 628"/>
                <a:gd name="T9" fmla="*/ 2 h 383"/>
                <a:gd name="T10" fmla="*/ 3 w 628"/>
                <a:gd name="T11" fmla="*/ 2 h 383"/>
                <a:gd name="T12" fmla="*/ 3 w 628"/>
                <a:gd name="T13" fmla="*/ 2 h 383"/>
                <a:gd name="T14" fmla="*/ 3 w 628"/>
                <a:gd name="T15" fmla="*/ 2 h 383"/>
                <a:gd name="T16" fmla="*/ 3 w 628"/>
                <a:gd name="T17" fmla="*/ 2 h 383"/>
                <a:gd name="T18" fmla="*/ 2 w 628"/>
                <a:gd name="T19" fmla="*/ 2 h 383"/>
                <a:gd name="T20" fmla="*/ 2 w 628"/>
                <a:gd name="T21" fmla="*/ 2 h 383"/>
                <a:gd name="T22" fmla="*/ 2 w 628"/>
                <a:gd name="T23" fmla="*/ 1 h 383"/>
                <a:gd name="T24" fmla="*/ 2 w 628"/>
                <a:gd name="T25" fmla="*/ 1 h 383"/>
                <a:gd name="T26" fmla="*/ 1 w 628"/>
                <a:gd name="T27" fmla="*/ 1 h 383"/>
                <a:gd name="T28" fmla="*/ 1 w 628"/>
                <a:gd name="T29" fmla="*/ 1 h 383"/>
                <a:gd name="T30" fmla="*/ 1 w 628"/>
                <a:gd name="T31" fmla="*/ 1 h 383"/>
                <a:gd name="T32" fmla="*/ 1 w 628"/>
                <a:gd name="T33" fmla="*/ 0 h 383"/>
                <a:gd name="T34" fmla="*/ 1 w 628"/>
                <a:gd name="T35" fmla="*/ 0 h 383"/>
                <a:gd name="T36" fmla="*/ 0 w 628"/>
                <a:gd name="T37" fmla="*/ 0 h 383"/>
                <a:gd name="T38" fmla="*/ 0 w 628"/>
                <a:gd name="T39" fmla="*/ 1 h 383"/>
                <a:gd name="T40" fmla="*/ 0 w 628"/>
                <a:gd name="T41" fmla="*/ 1 h 383"/>
                <a:gd name="T42" fmla="*/ 1 w 628"/>
                <a:gd name="T43" fmla="*/ 1 h 383"/>
                <a:gd name="T44" fmla="*/ 1 w 628"/>
                <a:gd name="T45" fmla="*/ 1 h 383"/>
                <a:gd name="T46" fmla="*/ 1 w 628"/>
                <a:gd name="T47" fmla="*/ 2 h 383"/>
                <a:gd name="T48" fmla="*/ 1 w 628"/>
                <a:gd name="T49" fmla="*/ 2 h 383"/>
                <a:gd name="T50" fmla="*/ 2 w 628"/>
                <a:gd name="T51" fmla="*/ 2 h 383"/>
                <a:gd name="T52" fmla="*/ 2 w 628"/>
                <a:gd name="T53" fmla="*/ 2 h 383"/>
                <a:gd name="T54" fmla="*/ 2 w 628"/>
                <a:gd name="T55" fmla="*/ 2 h 383"/>
                <a:gd name="T56" fmla="*/ 3 w 628"/>
                <a:gd name="T57" fmla="*/ 3 h 383"/>
                <a:gd name="T58" fmla="*/ 3 w 628"/>
                <a:gd name="T59" fmla="*/ 3 h 383"/>
                <a:gd name="T60" fmla="*/ 3 w 628"/>
                <a:gd name="T61" fmla="*/ 3 h 383"/>
                <a:gd name="T62" fmla="*/ 4 w 628"/>
                <a:gd name="T63" fmla="*/ 3 h 383"/>
                <a:gd name="T64" fmla="*/ 4 w 628"/>
                <a:gd name="T65" fmla="*/ 3 h 383"/>
                <a:gd name="T66" fmla="*/ 4 w 628"/>
                <a:gd name="T67" fmla="*/ 3 h 383"/>
                <a:gd name="T68" fmla="*/ 5 w 628"/>
                <a:gd name="T69" fmla="*/ 3 h 383"/>
                <a:gd name="T70" fmla="*/ 5 w 628"/>
                <a:gd name="T71" fmla="*/ 3 h 383"/>
                <a:gd name="T72" fmla="*/ 5 w 628"/>
                <a:gd name="T73" fmla="*/ 3 h 383"/>
                <a:gd name="T74" fmla="*/ 5 w 628"/>
                <a:gd name="T75" fmla="*/ 3 h 383"/>
                <a:gd name="T76" fmla="*/ 5 w 628"/>
                <a:gd name="T77" fmla="*/ 3 h 383"/>
                <a:gd name="T78" fmla="*/ 5 w 628"/>
                <a:gd name="T79" fmla="*/ 3 h 383"/>
                <a:gd name="T80" fmla="*/ 5 w 628"/>
                <a:gd name="T81" fmla="*/ 3 h 383"/>
                <a:gd name="T82" fmla="*/ 5 w 628"/>
                <a:gd name="T83" fmla="*/ 3 h 383"/>
                <a:gd name="T84" fmla="*/ 5 w 628"/>
                <a:gd name="T85" fmla="*/ 2 h 383"/>
                <a:gd name="T86" fmla="*/ 5 w 628"/>
                <a:gd name="T87" fmla="*/ 2 h 383"/>
                <a:gd name="T88" fmla="*/ 5 w 628"/>
                <a:gd name="T89" fmla="*/ 2 h 383"/>
                <a:gd name="T90" fmla="*/ 5 w 628"/>
                <a:gd name="T91" fmla="*/ 2 h 38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628"/>
                <a:gd name="T139" fmla="*/ 0 h 383"/>
                <a:gd name="T140" fmla="*/ 628 w 628"/>
                <a:gd name="T141" fmla="*/ 383 h 38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628" h="383">
                  <a:moveTo>
                    <a:pt x="581" y="289"/>
                  </a:moveTo>
                  <a:lnTo>
                    <a:pt x="582" y="289"/>
                  </a:lnTo>
                  <a:lnTo>
                    <a:pt x="541" y="287"/>
                  </a:lnTo>
                  <a:lnTo>
                    <a:pt x="500" y="283"/>
                  </a:lnTo>
                  <a:lnTo>
                    <a:pt x="462" y="276"/>
                  </a:lnTo>
                  <a:lnTo>
                    <a:pt x="424" y="268"/>
                  </a:lnTo>
                  <a:lnTo>
                    <a:pt x="389" y="255"/>
                  </a:lnTo>
                  <a:lnTo>
                    <a:pt x="352" y="242"/>
                  </a:lnTo>
                  <a:lnTo>
                    <a:pt x="320" y="227"/>
                  </a:lnTo>
                  <a:lnTo>
                    <a:pt x="287" y="209"/>
                  </a:lnTo>
                  <a:lnTo>
                    <a:pt x="255" y="189"/>
                  </a:lnTo>
                  <a:lnTo>
                    <a:pt x="226" y="168"/>
                  </a:lnTo>
                  <a:lnTo>
                    <a:pt x="198" y="145"/>
                  </a:lnTo>
                  <a:lnTo>
                    <a:pt x="172" y="119"/>
                  </a:lnTo>
                  <a:lnTo>
                    <a:pt x="146" y="92"/>
                  </a:lnTo>
                  <a:lnTo>
                    <a:pt x="122" y="64"/>
                  </a:lnTo>
                  <a:lnTo>
                    <a:pt x="100" y="33"/>
                  </a:lnTo>
                  <a:lnTo>
                    <a:pt x="82" y="0"/>
                  </a:lnTo>
                  <a:lnTo>
                    <a:pt x="0" y="47"/>
                  </a:lnTo>
                  <a:lnTo>
                    <a:pt x="23" y="85"/>
                  </a:lnTo>
                  <a:lnTo>
                    <a:pt x="49" y="120"/>
                  </a:lnTo>
                  <a:lnTo>
                    <a:pt x="76" y="153"/>
                  </a:lnTo>
                  <a:lnTo>
                    <a:pt x="104" y="185"/>
                  </a:lnTo>
                  <a:lnTo>
                    <a:pt x="137" y="215"/>
                  </a:lnTo>
                  <a:lnTo>
                    <a:pt x="170" y="241"/>
                  </a:lnTo>
                  <a:lnTo>
                    <a:pt x="204" y="267"/>
                  </a:lnTo>
                  <a:lnTo>
                    <a:pt x="240" y="289"/>
                  </a:lnTo>
                  <a:lnTo>
                    <a:pt x="277" y="309"/>
                  </a:lnTo>
                  <a:lnTo>
                    <a:pt x="317" y="329"/>
                  </a:lnTo>
                  <a:lnTo>
                    <a:pt x="358" y="344"/>
                  </a:lnTo>
                  <a:lnTo>
                    <a:pt x="400" y="357"/>
                  </a:lnTo>
                  <a:lnTo>
                    <a:pt x="444" y="367"/>
                  </a:lnTo>
                  <a:lnTo>
                    <a:pt x="488" y="374"/>
                  </a:lnTo>
                  <a:lnTo>
                    <a:pt x="534" y="380"/>
                  </a:lnTo>
                  <a:lnTo>
                    <a:pt x="580" y="383"/>
                  </a:lnTo>
                  <a:lnTo>
                    <a:pt x="581" y="383"/>
                  </a:lnTo>
                  <a:lnTo>
                    <a:pt x="580" y="383"/>
                  </a:lnTo>
                  <a:lnTo>
                    <a:pt x="600" y="379"/>
                  </a:lnTo>
                  <a:lnTo>
                    <a:pt x="615" y="369"/>
                  </a:lnTo>
                  <a:lnTo>
                    <a:pt x="624" y="353"/>
                  </a:lnTo>
                  <a:lnTo>
                    <a:pt x="628" y="337"/>
                  </a:lnTo>
                  <a:lnTo>
                    <a:pt x="625" y="319"/>
                  </a:lnTo>
                  <a:lnTo>
                    <a:pt x="617" y="304"/>
                  </a:lnTo>
                  <a:lnTo>
                    <a:pt x="602" y="294"/>
                  </a:lnTo>
                  <a:lnTo>
                    <a:pt x="582" y="289"/>
                  </a:lnTo>
                  <a:lnTo>
                    <a:pt x="581" y="28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8976" name="Freeform 30"/>
            <p:cNvSpPr>
              <a:spLocks/>
            </p:cNvSpPr>
            <p:nvPr/>
          </p:nvSpPr>
          <p:spPr bwMode="auto">
            <a:xfrm>
              <a:off x="1587" y="1880"/>
              <a:ext cx="85" cy="49"/>
            </a:xfrm>
            <a:custGeom>
              <a:avLst/>
              <a:gdLst>
                <a:gd name="T0" fmla="*/ 3 w 426"/>
                <a:gd name="T1" fmla="*/ 0 h 245"/>
                <a:gd name="T2" fmla="*/ 3 w 426"/>
                <a:gd name="T3" fmla="*/ 0 h 245"/>
                <a:gd name="T4" fmla="*/ 3 w 426"/>
                <a:gd name="T5" fmla="*/ 0 h 245"/>
                <a:gd name="T6" fmla="*/ 3 w 426"/>
                <a:gd name="T7" fmla="*/ 0 h 245"/>
                <a:gd name="T8" fmla="*/ 2 w 426"/>
                <a:gd name="T9" fmla="*/ 0 h 245"/>
                <a:gd name="T10" fmla="*/ 2 w 426"/>
                <a:gd name="T11" fmla="*/ 0 h 245"/>
                <a:gd name="T12" fmla="*/ 2 w 426"/>
                <a:gd name="T13" fmla="*/ 0 h 245"/>
                <a:gd name="T14" fmla="*/ 2 w 426"/>
                <a:gd name="T15" fmla="*/ 0 h 245"/>
                <a:gd name="T16" fmla="*/ 1 w 426"/>
                <a:gd name="T17" fmla="*/ 0 h 245"/>
                <a:gd name="T18" fmla="*/ 1 w 426"/>
                <a:gd name="T19" fmla="*/ 1 h 245"/>
                <a:gd name="T20" fmla="*/ 1 w 426"/>
                <a:gd name="T21" fmla="*/ 1 h 245"/>
                <a:gd name="T22" fmla="*/ 1 w 426"/>
                <a:gd name="T23" fmla="*/ 1 h 245"/>
                <a:gd name="T24" fmla="*/ 0 w 426"/>
                <a:gd name="T25" fmla="*/ 1 h 245"/>
                <a:gd name="T26" fmla="*/ 0 w 426"/>
                <a:gd name="T27" fmla="*/ 1 h 245"/>
                <a:gd name="T28" fmla="*/ 0 w 426"/>
                <a:gd name="T29" fmla="*/ 1 h 245"/>
                <a:gd name="T30" fmla="*/ 0 w 426"/>
                <a:gd name="T31" fmla="*/ 2 h 245"/>
                <a:gd name="T32" fmla="*/ 0 w 426"/>
                <a:gd name="T33" fmla="*/ 2 h 245"/>
                <a:gd name="T34" fmla="*/ 0 w 426"/>
                <a:gd name="T35" fmla="*/ 2 h 245"/>
                <a:gd name="T36" fmla="*/ 0 w 426"/>
                <a:gd name="T37" fmla="*/ 2 h 245"/>
                <a:gd name="T38" fmla="*/ 0 w 426"/>
                <a:gd name="T39" fmla="*/ 2 h 245"/>
                <a:gd name="T40" fmla="*/ 0 w 426"/>
                <a:gd name="T41" fmla="*/ 2 h 245"/>
                <a:gd name="T42" fmla="*/ 0 w 426"/>
                <a:gd name="T43" fmla="*/ 1 h 245"/>
                <a:gd name="T44" fmla="*/ 0 w 426"/>
                <a:gd name="T45" fmla="*/ 1 h 245"/>
                <a:gd name="T46" fmla="*/ 0 w 426"/>
                <a:gd name="T47" fmla="*/ 1 h 245"/>
                <a:gd name="T48" fmla="*/ 1 w 426"/>
                <a:gd name="T49" fmla="*/ 1 h 245"/>
                <a:gd name="T50" fmla="*/ 1 w 426"/>
                <a:gd name="T51" fmla="*/ 1 h 245"/>
                <a:gd name="T52" fmla="*/ 1 w 426"/>
                <a:gd name="T53" fmla="*/ 1 h 245"/>
                <a:gd name="T54" fmla="*/ 1 w 426"/>
                <a:gd name="T55" fmla="*/ 1 h 245"/>
                <a:gd name="T56" fmla="*/ 2 w 426"/>
                <a:gd name="T57" fmla="*/ 0 h 245"/>
                <a:gd name="T58" fmla="*/ 2 w 426"/>
                <a:gd name="T59" fmla="*/ 0 h 245"/>
                <a:gd name="T60" fmla="*/ 2 w 426"/>
                <a:gd name="T61" fmla="*/ 0 h 245"/>
                <a:gd name="T62" fmla="*/ 2 w 426"/>
                <a:gd name="T63" fmla="*/ 0 h 245"/>
                <a:gd name="T64" fmla="*/ 3 w 426"/>
                <a:gd name="T65" fmla="*/ 0 h 245"/>
                <a:gd name="T66" fmla="*/ 3 w 426"/>
                <a:gd name="T67" fmla="*/ 0 h 245"/>
                <a:gd name="T68" fmla="*/ 3 w 426"/>
                <a:gd name="T69" fmla="*/ 0 h 245"/>
                <a:gd name="T70" fmla="*/ 3 w 426"/>
                <a:gd name="T71" fmla="*/ 0 h 245"/>
                <a:gd name="T72" fmla="*/ 3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426" y="0"/>
                  </a:moveTo>
                  <a:lnTo>
                    <a:pt x="426" y="0"/>
                  </a:lnTo>
                  <a:lnTo>
                    <a:pt x="384" y="1"/>
                  </a:lnTo>
                  <a:lnTo>
                    <a:pt x="340" y="4"/>
                  </a:lnTo>
                  <a:lnTo>
                    <a:pt x="300" y="10"/>
                  </a:lnTo>
                  <a:lnTo>
                    <a:pt x="262" y="18"/>
                  </a:lnTo>
                  <a:lnTo>
                    <a:pt x="224" y="29"/>
                  </a:lnTo>
                  <a:lnTo>
                    <a:pt x="189" y="41"/>
                  </a:lnTo>
                  <a:lnTo>
                    <a:pt x="157" y="55"/>
                  </a:lnTo>
                  <a:lnTo>
                    <a:pt x="126" y="70"/>
                  </a:lnTo>
                  <a:lnTo>
                    <a:pt x="99" y="89"/>
                  </a:lnTo>
                  <a:lnTo>
                    <a:pt x="74" y="106"/>
                  </a:lnTo>
                  <a:lnTo>
                    <a:pt x="52" y="126"/>
                  </a:lnTo>
                  <a:lnTo>
                    <a:pt x="34" y="148"/>
                  </a:lnTo>
                  <a:lnTo>
                    <a:pt x="19" y="171"/>
                  </a:lnTo>
                  <a:lnTo>
                    <a:pt x="9" y="194"/>
                  </a:lnTo>
                  <a:lnTo>
                    <a:pt x="3" y="219"/>
                  </a:lnTo>
                  <a:lnTo>
                    <a:pt x="0" y="245"/>
                  </a:lnTo>
                  <a:lnTo>
                    <a:pt x="12" y="245"/>
                  </a:lnTo>
                  <a:lnTo>
                    <a:pt x="15" y="221"/>
                  </a:lnTo>
                  <a:lnTo>
                    <a:pt x="20" y="199"/>
                  </a:lnTo>
                  <a:lnTo>
                    <a:pt x="31" y="178"/>
                  </a:lnTo>
                  <a:lnTo>
                    <a:pt x="44" y="156"/>
                  </a:lnTo>
                  <a:lnTo>
                    <a:pt x="61" y="136"/>
                  </a:lnTo>
                  <a:lnTo>
                    <a:pt x="81" y="116"/>
                  </a:lnTo>
                  <a:lnTo>
                    <a:pt x="106" y="98"/>
                  </a:lnTo>
                  <a:lnTo>
                    <a:pt x="133" y="82"/>
                  </a:lnTo>
                  <a:lnTo>
                    <a:pt x="162" y="66"/>
                  </a:lnTo>
                  <a:lnTo>
                    <a:pt x="194" y="52"/>
                  </a:lnTo>
                  <a:lnTo>
                    <a:pt x="229" y="41"/>
                  </a:lnTo>
                  <a:lnTo>
                    <a:pt x="264" y="30"/>
                  </a:lnTo>
                  <a:lnTo>
                    <a:pt x="303" y="22"/>
                  </a:lnTo>
                  <a:lnTo>
                    <a:pt x="343" y="16"/>
                  </a:lnTo>
                  <a:lnTo>
                    <a:pt x="384" y="12"/>
                  </a:lnTo>
                  <a:lnTo>
                    <a:pt x="426" y="11"/>
                  </a:lnTo>
                  <a:lnTo>
                    <a:pt x="42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8977" name="Freeform 31"/>
            <p:cNvSpPr>
              <a:spLocks/>
            </p:cNvSpPr>
            <p:nvPr/>
          </p:nvSpPr>
          <p:spPr bwMode="auto">
            <a:xfrm>
              <a:off x="1587" y="1929"/>
              <a:ext cx="85" cy="49"/>
            </a:xfrm>
            <a:custGeom>
              <a:avLst/>
              <a:gdLst>
                <a:gd name="T0" fmla="*/ 0 w 426"/>
                <a:gd name="T1" fmla="*/ 0 h 245"/>
                <a:gd name="T2" fmla="*/ 0 w 426"/>
                <a:gd name="T3" fmla="*/ 0 h 245"/>
                <a:gd name="T4" fmla="*/ 0 w 426"/>
                <a:gd name="T5" fmla="*/ 0 h 245"/>
                <a:gd name="T6" fmla="*/ 0 w 426"/>
                <a:gd name="T7" fmla="*/ 0 h 245"/>
                <a:gd name="T8" fmla="*/ 0 w 426"/>
                <a:gd name="T9" fmla="*/ 1 h 245"/>
                <a:gd name="T10" fmla="*/ 0 w 426"/>
                <a:gd name="T11" fmla="*/ 1 h 245"/>
                <a:gd name="T12" fmla="*/ 0 w 426"/>
                <a:gd name="T13" fmla="*/ 1 h 245"/>
                <a:gd name="T14" fmla="*/ 1 w 426"/>
                <a:gd name="T15" fmla="*/ 1 h 245"/>
                <a:gd name="T16" fmla="*/ 1 w 426"/>
                <a:gd name="T17" fmla="*/ 1 h 245"/>
                <a:gd name="T18" fmla="*/ 1 w 426"/>
                <a:gd name="T19" fmla="*/ 1 h 245"/>
                <a:gd name="T20" fmla="*/ 1 w 426"/>
                <a:gd name="T21" fmla="*/ 2 h 245"/>
                <a:gd name="T22" fmla="*/ 2 w 426"/>
                <a:gd name="T23" fmla="*/ 2 h 245"/>
                <a:gd name="T24" fmla="*/ 2 w 426"/>
                <a:gd name="T25" fmla="*/ 2 h 245"/>
                <a:gd name="T26" fmla="*/ 2 w 426"/>
                <a:gd name="T27" fmla="*/ 2 h 245"/>
                <a:gd name="T28" fmla="*/ 2 w 426"/>
                <a:gd name="T29" fmla="*/ 2 h 245"/>
                <a:gd name="T30" fmla="*/ 3 w 426"/>
                <a:gd name="T31" fmla="*/ 2 h 245"/>
                <a:gd name="T32" fmla="*/ 3 w 426"/>
                <a:gd name="T33" fmla="*/ 2 h 245"/>
                <a:gd name="T34" fmla="*/ 3 w 426"/>
                <a:gd name="T35" fmla="*/ 2 h 245"/>
                <a:gd name="T36" fmla="*/ 3 w 426"/>
                <a:gd name="T37" fmla="*/ 2 h 245"/>
                <a:gd name="T38" fmla="*/ 3 w 426"/>
                <a:gd name="T39" fmla="*/ 2 h 245"/>
                <a:gd name="T40" fmla="*/ 3 w 426"/>
                <a:gd name="T41" fmla="*/ 2 h 245"/>
                <a:gd name="T42" fmla="*/ 2 w 426"/>
                <a:gd name="T43" fmla="*/ 2 h 245"/>
                <a:gd name="T44" fmla="*/ 2 w 426"/>
                <a:gd name="T45" fmla="*/ 2 h 245"/>
                <a:gd name="T46" fmla="*/ 2 w 426"/>
                <a:gd name="T47" fmla="*/ 2 h 245"/>
                <a:gd name="T48" fmla="*/ 2 w 426"/>
                <a:gd name="T49" fmla="*/ 2 h 245"/>
                <a:gd name="T50" fmla="*/ 1 w 426"/>
                <a:gd name="T51" fmla="*/ 1 h 245"/>
                <a:gd name="T52" fmla="*/ 1 w 426"/>
                <a:gd name="T53" fmla="*/ 1 h 245"/>
                <a:gd name="T54" fmla="*/ 1 w 426"/>
                <a:gd name="T55" fmla="*/ 1 h 245"/>
                <a:gd name="T56" fmla="*/ 1 w 426"/>
                <a:gd name="T57" fmla="*/ 1 h 245"/>
                <a:gd name="T58" fmla="*/ 0 w 426"/>
                <a:gd name="T59" fmla="*/ 1 h 245"/>
                <a:gd name="T60" fmla="*/ 0 w 426"/>
                <a:gd name="T61" fmla="*/ 1 h 245"/>
                <a:gd name="T62" fmla="*/ 0 w 426"/>
                <a:gd name="T63" fmla="*/ 1 h 245"/>
                <a:gd name="T64" fmla="*/ 0 w 426"/>
                <a:gd name="T65" fmla="*/ 0 h 245"/>
                <a:gd name="T66" fmla="*/ 0 w 426"/>
                <a:gd name="T67" fmla="*/ 0 h 245"/>
                <a:gd name="T68" fmla="*/ 0 w 426"/>
                <a:gd name="T69" fmla="*/ 0 h 245"/>
                <a:gd name="T70" fmla="*/ 0 w 426"/>
                <a:gd name="T71" fmla="*/ 0 h 245"/>
                <a:gd name="T72" fmla="*/ 0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0" y="0"/>
                  </a:moveTo>
                  <a:lnTo>
                    <a:pt x="0" y="0"/>
                  </a:lnTo>
                  <a:lnTo>
                    <a:pt x="3" y="25"/>
                  </a:lnTo>
                  <a:lnTo>
                    <a:pt x="9" y="50"/>
                  </a:lnTo>
                  <a:lnTo>
                    <a:pt x="19" y="73"/>
                  </a:lnTo>
                  <a:lnTo>
                    <a:pt x="34" y="96"/>
                  </a:lnTo>
                  <a:lnTo>
                    <a:pt x="52" y="118"/>
                  </a:lnTo>
                  <a:lnTo>
                    <a:pt x="74" y="138"/>
                  </a:lnTo>
                  <a:lnTo>
                    <a:pt x="99" y="156"/>
                  </a:lnTo>
                  <a:lnTo>
                    <a:pt x="126" y="174"/>
                  </a:lnTo>
                  <a:lnTo>
                    <a:pt x="157" y="190"/>
                  </a:lnTo>
                  <a:lnTo>
                    <a:pt x="189" y="204"/>
                  </a:lnTo>
                  <a:lnTo>
                    <a:pt x="224" y="215"/>
                  </a:lnTo>
                  <a:lnTo>
                    <a:pt x="262" y="226"/>
                  </a:lnTo>
                  <a:lnTo>
                    <a:pt x="300" y="234"/>
                  </a:lnTo>
                  <a:lnTo>
                    <a:pt x="340" y="240"/>
                  </a:lnTo>
                  <a:lnTo>
                    <a:pt x="384" y="244"/>
                  </a:lnTo>
                  <a:lnTo>
                    <a:pt x="426" y="245"/>
                  </a:lnTo>
                  <a:lnTo>
                    <a:pt x="426" y="233"/>
                  </a:lnTo>
                  <a:lnTo>
                    <a:pt x="384" y="232"/>
                  </a:lnTo>
                  <a:lnTo>
                    <a:pt x="343" y="228"/>
                  </a:lnTo>
                  <a:lnTo>
                    <a:pt x="303" y="222"/>
                  </a:lnTo>
                  <a:lnTo>
                    <a:pt x="264" y="214"/>
                  </a:lnTo>
                  <a:lnTo>
                    <a:pt x="229" y="204"/>
                  </a:lnTo>
                  <a:lnTo>
                    <a:pt x="194" y="192"/>
                  </a:lnTo>
                  <a:lnTo>
                    <a:pt x="162" y="178"/>
                  </a:lnTo>
                  <a:lnTo>
                    <a:pt x="133" y="163"/>
                  </a:lnTo>
                  <a:lnTo>
                    <a:pt x="106" y="146"/>
                  </a:lnTo>
                  <a:lnTo>
                    <a:pt x="81" y="129"/>
                  </a:lnTo>
                  <a:lnTo>
                    <a:pt x="61" y="109"/>
                  </a:lnTo>
                  <a:lnTo>
                    <a:pt x="44" y="89"/>
                  </a:lnTo>
                  <a:lnTo>
                    <a:pt x="31" y="66"/>
                  </a:lnTo>
                  <a:lnTo>
                    <a:pt x="20" y="45"/>
                  </a:lnTo>
                  <a:lnTo>
                    <a:pt x="15" y="2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8978" name="Freeform 32"/>
            <p:cNvSpPr>
              <a:spLocks/>
            </p:cNvSpPr>
            <p:nvPr/>
          </p:nvSpPr>
          <p:spPr bwMode="auto">
            <a:xfrm>
              <a:off x="878" y="1448"/>
              <a:ext cx="792" cy="954"/>
            </a:xfrm>
            <a:custGeom>
              <a:avLst/>
              <a:gdLst>
                <a:gd name="T0" fmla="*/ 13 w 3960"/>
                <a:gd name="T1" fmla="*/ 38 h 4768"/>
                <a:gd name="T2" fmla="*/ 14 w 3960"/>
                <a:gd name="T3" fmla="*/ 38 h 4768"/>
                <a:gd name="T4" fmla="*/ 15 w 3960"/>
                <a:gd name="T5" fmla="*/ 38 h 4768"/>
                <a:gd name="T6" fmla="*/ 15 w 3960"/>
                <a:gd name="T7" fmla="*/ 38 h 4768"/>
                <a:gd name="T8" fmla="*/ 16 w 3960"/>
                <a:gd name="T9" fmla="*/ 38 h 4768"/>
                <a:gd name="T10" fmla="*/ 17 w 3960"/>
                <a:gd name="T11" fmla="*/ 38 h 4768"/>
                <a:gd name="T12" fmla="*/ 17 w 3960"/>
                <a:gd name="T13" fmla="*/ 38 h 4768"/>
                <a:gd name="T14" fmla="*/ 18 w 3960"/>
                <a:gd name="T15" fmla="*/ 38 h 4768"/>
                <a:gd name="T16" fmla="*/ 18 w 3960"/>
                <a:gd name="T17" fmla="*/ 38 h 4768"/>
                <a:gd name="T18" fmla="*/ 29 w 3960"/>
                <a:gd name="T19" fmla="*/ 30 h 4768"/>
                <a:gd name="T20" fmla="*/ 30 w 3960"/>
                <a:gd name="T21" fmla="*/ 30 h 4768"/>
                <a:gd name="T22" fmla="*/ 30 w 3960"/>
                <a:gd name="T23" fmla="*/ 29 h 4768"/>
                <a:gd name="T24" fmla="*/ 31 w 3960"/>
                <a:gd name="T25" fmla="*/ 28 h 4768"/>
                <a:gd name="T26" fmla="*/ 31 w 3960"/>
                <a:gd name="T27" fmla="*/ 28 h 4768"/>
                <a:gd name="T28" fmla="*/ 31 w 3960"/>
                <a:gd name="T29" fmla="*/ 27 h 4768"/>
                <a:gd name="T30" fmla="*/ 32 w 3960"/>
                <a:gd name="T31" fmla="*/ 26 h 4768"/>
                <a:gd name="T32" fmla="*/ 32 w 3960"/>
                <a:gd name="T33" fmla="*/ 25 h 4768"/>
                <a:gd name="T34" fmla="*/ 32 w 3960"/>
                <a:gd name="T35" fmla="*/ 11 h 4768"/>
                <a:gd name="T36" fmla="*/ 32 w 3960"/>
                <a:gd name="T37" fmla="*/ 10 h 4768"/>
                <a:gd name="T38" fmla="*/ 31 w 3960"/>
                <a:gd name="T39" fmla="*/ 9 h 4768"/>
                <a:gd name="T40" fmla="*/ 31 w 3960"/>
                <a:gd name="T41" fmla="*/ 9 h 4768"/>
                <a:gd name="T42" fmla="*/ 31 w 3960"/>
                <a:gd name="T43" fmla="*/ 8 h 4768"/>
                <a:gd name="T44" fmla="*/ 31 w 3960"/>
                <a:gd name="T45" fmla="*/ 8 h 4768"/>
                <a:gd name="T46" fmla="*/ 30 w 3960"/>
                <a:gd name="T47" fmla="*/ 7 h 4768"/>
                <a:gd name="T48" fmla="*/ 30 w 3960"/>
                <a:gd name="T49" fmla="*/ 7 h 4768"/>
                <a:gd name="T50" fmla="*/ 29 w 3960"/>
                <a:gd name="T51" fmla="*/ 6 h 4768"/>
                <a:gd name="T52" fmla="*/ 19 w 3960"/>
                <a:gd name="T53" fmla="*/ 1 h 4768"/>
                <a:gd name="T54" fmla="*/ 18 w 3960"/>
                <a:gd name="T55" fmla="*/ 0 h 4768"/>
                <a:gd name="T56" fmla="*/ 17 w 3960"/>
                <a:gd name="T57" fmla="*/ 0 h 4768"/>
                <a:gd name="T58" fmla="*/ 17 w 3960"/>
                <a:gd name="T59" fmla="*/ 0 h 4768"/>
                <a:gd name="T60" fmla="*/ 16 w 3960"/>
                <a:gd name="T61" fmla="*/ 0 h 4768"/>
                <a:gd name="T62" fmla="*/ 15 w 3960"/>
                <a:gd name="T63" fmla="*/ 0 h 4768"/>
                <a:gd name="T64" fmla="*/ 14 w 3960"/>
                <a:gd name="T65" fmla="*/ 0 h 4768"/>
                <a:gd name="T66" fmla="*/ 14 w 3960"/>
                <a:gd name="T67" fmla="*/ 0 h 4768"/>
                <a:gd name="T68" fmla="*/ 2 w 3960"/>
                <a:gd name="T69" fmla="*/ 6 h 4768"/>
                <a:gd name="T70" fmla="*/ 2 w 3960"/>
                <a:gd name="T71" fmla="*/ 7 h 4768"/>
                <a:gd name="T72" fmla="*/ 1 w 3960"/>
                <a:gd name="T73" fmla="*/ 7 h 4768"/>
                <a:gd name="T74" fmla="*/ 1 w 3960"/>
                <a:gd name="T75" fmla="*/ 8 h 4768"/>
                <a:gd name="T76" fmla="*/ 1 w 3960"/>
                <a:gd name="T77" fmla="*/ 8 h 4768"/>
                <a:gd name="T78" fmla="*/ 0 w 3960"/>
                <a:gd name="T79" fmla="*/ 9 h 4768"/>
                <a:gd name="T80" fmla="*/ 0 w 3960"/>
                <a:gd name="T81" fmla="*/ 9 h 4768"/>
                <a:gd name="T82" fmla="*/ 0 w 3960"/>
                <a:gd name="T83" fmla="*/ 10 h 4768"/>
                <a:gd name="T84" fmla="*/ 0 w 3960"/>
                <a:gd name="T85" fmla="*/ 11 h 4768"/>
                <a:gd name="T86" fmla="*/ 0 w 3960"/>
                <a:gd name="T87" fmla="*/ 25 h 4768"/>
                <a:gd name="T88" fmla="*/ 0 w 3960"/>
                <a:gd name="T89" fmla="*/ 26 h 4768"/>
                <a:gd name="T90" fmla="*/ 0 w 3960"/>
                <a:gd name="T91" fmla="*/ 27 h 4768"/>
                <a:gd name="T92" fmla="*/ 1 w 3960"/>
                <a:gd name="T93" fmla="*/ 28 h 4768"/>
                <a:gd name="T94" fmla="*/ 1 w 3960"/>
                <a:gd name="T95" fmla="*/ 29 h 4768"/>
                <a:gd name="T96" fmla="*/ 1 w 3960"/>
                <a:gd name="T97" fmla="*/ 29 h 4768"/>
                <a:gd name="T98" fmla="*/ 2 w 3960"/>
                <a:gd name="T99" fmla="*/ 30 h 4768"/>
                <a:gd name="T100" fmla="*/ 3 w 3960"/>
                <a:gd name="T101" fmla="*/ 31 h 4768"/>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w 3960"/>
                <a:gd name="T154" fmla="*/ 0 h 4768"/>
                <a:gd name="T155" fmla="*/ 3960 w 3960"/>
                <a:gd name="T156" fmla="*/ 4768 h 4768"/>
              </a:gdLst>
              <a:ahLst/>
              <a:cxnLst>
                <a:cxn ang="T102">
                  <a:pos x="T0" y="T1"/>
                </a:cxn>
                <a:cxn ang="T103">
                  <a:pos x="T2" y="T3"/>
                </a:cxn>
                <a:cxn ang="T104">
                  <a:pos x="T4" y="T5"/>
                </a:cxn>
                <a:cxn ang="T105">
                  <a:pos x="T6" y="T7"/>
                </a:cxn>
                <a:cxn ang="T106">
                  <a:pos x="T8" y="T9"/>
                </a:cxn>
                <a:cxn ang="T107">
                  <a:pos x="T10" y="T11"/>
                </a:cxn>
                <a:cxn ang="T108">
                  <a:pos x="T12" y="T13"/>
                </a:cxn>
                <a:cxn ang="T109">
                  <a:pos x="T14" y="T15"/>
                </a:cxn>
                <a:cxn ang="T110">
                  <a:pos x="T16" y="T17"/>
                </a:cxn>
                <a:cxn ang="T111">
                  <a:pos x="T18" y="T19"/>
                </a:cxn>
                <a:cxn ang="T112">
                  <a:pos x="T20" y="T21"/>
                </a:cxn>
                <a:cxn ang="T113">
                  <a:pos x="T22" y="T23"/>
                </a:cxn>
                <a:cxn ang="T114">
                  <a:pos x="T24" y="T25"/>
                </a:cxn>
                <a:cxn ang="T115">
                  <a:pos x="T26" y="T27"/>
                </a:cxn>
                <a:cxn ang="T116">
                  <a:pos x="T28" y="T29"/>
                </a:cxn>
                <a:cxn ang="T117">
                  <a:pos x="T30" y="T31"/>
                </a:cxn>
                <a:cxn ang="T118">
                  <a:pos x="T32" y="T33"/>
                </a:cxn>
                <a:cxn ang="T119">
                  <a:pos x="T34" y="T35"/>
                </a:cxn>
                <a:cxn ang="T120">
                  <a:pos x="T36" y="T37"/>
                </a:cxn>
                <a:cxn ang="T121">
                  <a:pos x="T38" y="T39"/>
                </a:cxn>
                <a:cxn ang="T122">
                  <a:pos x="T40" y="T41"/>
                </a:cxn>
                <a:cxn ang="T123">
                  <a:pos x="T42" y="T43"/>
                </a:cxn>
                <a:cxn ang="T124">
                  <a:pos x="T44" y="T45"/>
                </a:cxn>
                <a:cxn ang="T125">
                  <a:pos x="T46" y="T47"/>
                </a:cxn>
                <a:cxn ang="T126">
                  <a:pos x="T48" y="T49"/>
                </a:cxn>
                <a:cxn ang="T127">
                  <a:pos x="T50" y="T51"/>
                </a:cxn>
                <a:cxn ang="T128">
                  <a:pos x="T52" y="T53"/>
                </a:cxn>
                <a:cxn ang="T129">
                  <a:pos x="T54" y="T55"/>
                </a:cxn>
                <a:cxn ang="T130">
                  <a:pos x="T56" y="T57"/>
                </a:cxn>
                <a:cxn ang="T131">
                  <a:pos x="T58" y="T59"/>
                </a:cxn>
                <a:cxn ang="T132">
                  <a:pos x="T60" y="T61"/>
                </a:cxn>
                <a:cxn ang="T133">
                  <a:pos x="T62" y="T63"/>
                </a:cxn>
                <a:cxn ang="T134">
                  <a:pos x="T64" y="T65"/>
                </a:cxn>
                <a:cxn ang="T135">
                  <a:pos x="T66" y="T67"/>
                </a:cxn>
                <a:cxn ang="T136">
                  <a:pos x="T68" y="T69"/>
                </a:cxn>
                <a:cxn ang="T137">
                  <a:pos x="T70" y="T71"/>
                </a:cxn>
                <a:cxn ang="T138">
                  <a:pos x="T72" y="T73"/>
                </a:cxn>
                <a:cxn ang="T139">
                  <a:pos x="T74" y="T75"/>
                </a:cxn>
                <a:cxn ang="T140">
                  <a:pos x="T76" y="T77"/>
                </a:cxn>
                <a:cxn ang="T141">
                  <a:pos x="T78" y="T79"/>
                </a:cxn>
                <a:cxn ang="T142">
                  <a:pos x="T80" y="T81"/>
                </a:cxn>
                <a:cxn ang="T143">
                  <a:pos x="T82" y="T83"/>
                </a:cxn>
                <a:cxn ang="T144">
                  <a:pos x="T84" y="T85"/>
                </a:cxn>
                <a:cxn ang="T145">
                  <a:pos x="T86" y="T87"/>
                </a:cxn>
                <a:cxn ang="T146">
                  <a:pos x="T88" y="T89"/>
                </a:cxn>
                <a:cxn ang="T147">
                  <a:pos x="T90" y="T91"/>
                </a:cxn>
                <a:cxn ang="T148">
                  <a:pos x="T92" y="T93"/>
                </a:cxn>
                <a:cxn ang="T149">
                  <a:pos x="T94" y="T95"/>
                </a:cxn>
                <a:cxn ang="T150">
                  <a:pos x="T96" y="T97"/>
                </a:cxn>
                <a:cxn ang="T151">
                  <a:pos x="T98" y="T99"/>
                </a:cxn>
                <a:cxn ang="T152">
                  <a:pos x="T100" y="T101"/>
                </a:cxn>
              </a:cxnLst>
              <a:rect l="T153" t="T154" r="T155" b="T156"/>
              <a:pathLst>
                <a:path w="3960" h="4768">
                  <a:moveTo>
                    <a:pt x="353" y="3849"/>
                  </a:moveTo>
                  <a:lnTo>
                    <a:pt x="1661" y="4700"/>
                  </a:lnTo>
                  <a:lnTo>
                    <a:pt x="1697" y="4717"/>
                  </a:lnTo>
                  <a:lnTo>
                    <a:pt x="1736" y="4731"/>
                  </a:lnTo>
                  <a:lnTo>
                    <a:pt x="1776" y="4742"/>
                  </a:lnTo>
                  <a:lnTo>
                    <a:pt x="1818" y="4753"/>
                  </a:lnTo>
                  <a:lnTo>
                    <a:pt x="1860" y="4760"/>
                  </a:lnTo>
                  <a:lnTo>
                    <a:pt x="1902" y="4765"/>
                  </a:lnTo>
                  <a:lnTo>
                    <a:pt x="1946" y="4768"/>
                  </a:lnTo>
                  <a:lnTo>
                    <a:pt x="1988" y="4768"/>
                  </a:lnTo>
                  <a:lnTo>
                    <a:pt x="2031" y="4767"/>
                  </a:lnTo>
                  <a:lnTo>
                    <a:pt x="2073" y="4763"/>
                  </a:lnTo>
                  <a:lnTo>
                    <a:pt x="2114" y="4758"/>
                  </a:lnTo>
                  <a:lnTo>
                    <a:pt x="2154" y="4751"/>
                  </a:lnTo>
                  <a:lnTo>
                    <a:pt x="2193" y="4740"/>
                  </a:lnTo>
                  <a:lnTo>
                    <a:pt x="2230" y="4729"/>
                  </a:lnTo>
                  <a:lnTo>
                    <a:pt x="2264" y="4715"/>
                  </a:lnTo>
                  <a:lnTo>
                    <a:pt x="2297" y="4700"/>
                  </a:lnTo>
                  <a:lnTo>
                    <a:pt x="3639" y="3825"/>
                  </a:lnTo>
                  <a:lnTo>
                    <a:pt x="3673" y="3795"/>
                  </a:lnTo>
                  <a:lnTo>
                    <a:pt x="3707" y="3761"/>
                  </a:lnTo>
                  <a:lnTo>
                    <a:pt x="3738" y="3725"/>
                  </a:lnTo>
                  <a:lnTo>
                    <a:pt x="3768" y="3685"/>
                  </a:lnTo>
                  <a:lnTo>
                    <a:pt x="3796" y="3644"/>
                  </a:lnTo>
                  <a:lnTo>
                    <a:pt x="3821" y="3599"/>
                  </a:lnTo>
                  <a:lnTo>
                    <a:pt x="3846" y="3553"/>
                  </a:lnTo>
                  <a:lnTo>
                    <a:pt x="3868" y="3505"/>
                  </a:lnTo>
                  <a:lnTo>
                    <a:pt x="3888" y="3456"/>
                  </a:lnTo>
                  <a:lnTo>
                    <a:pt x="3907" y="3406"/>
                  </a:lnTo>
                  <a:lnTo>
                    <a:pt x="3922" y="3354"/>
                  </a:lnTo>
                  <a:lnTo>
                    <a:pt x="3935" y="3303"/>
                  </a:lnTo>
                  <a:lnTo>
                    <a:pt x="3946" y="3250"/>
                  </a:lnTo>
                  <a:lnTo>
                    <a:pt x="3953" y="3197"/>
                  </a:lnTo>
                  <a:lnTo>
                    <a:pt x="3957" y="3144"/>
                  </a:lnTo>
                  <a:lnTo>
                    <a:pt x="3960" y="3092"/>
                  </a:lnTo>
                  <a:lnTo>
                    <a:pt x="3959" y="1313"/>
                  </a:lnTo>
                  <a:lnTo>
                    <a:pt x="3955" y="1271"/>
                  </a:lnTo>
                  <a:lnTo>
                    <a:pt x="3949" y="1229"/>
                  </a:lnTo>
                  <a:lnTo>
                    <a:pt x="3941" y="1189"/>
                  </a:lnTo>
                  <a:lnTo>
                    <a:pt x="3930" y="1149"/>
                  </a:lnTo>
                  <a:lnTo>
                    <a:pt x="3918" y="1111"/>
                  </a:lnTo>
                  <a:lnTo>
                    <a:pt x="3902" y="1075"/>
                  </a:lnTo>
                  <a:lnTo>
                    <a:pt x="3886" y="1040"/>
                  </a:lnTo>
                  <a:lnTo>
                    <a:pt x="3867" y="1006"/>
                  </a:lnTo>
                  <a:lnTo>
                    <a:pt x="3846" y="973"/>
                  </a:lnTo>
                  <a:lnTo>
                    <a:pt x="3823" y="942"/>
                  </a:lnTo>
                  <a:lnTo>
                    <a:pt x="3798" y="913"/>
                  </a:lnTo>
                  <a:lnTo>
                    <a:pt x="3771" y="886"/>
                  </a:lnTo>
                  <a:lnTo>
                    <a:pt x="3743" y="860"/>
                  </a:lnTo>
                  <a:lnTo>
                    <a:pt x="3714" y="837"/>
                  </a:lnTo>
                  <a:lnTo>
                    <a:pt x="3682" y="816"/>
                  </a:lnTo>
                  <a:lnTo>
                    <a:pt x="3649" y="796"/>
                  </a:lnTo>
                  <a:lnTo>
                    <a:pt x="2386" y="83"/>
                  </a:lnTo>
                  <a:lnTo>
                    <a:pt x="2350" y="65"/>
                  </a:lnTo>
                  <a:lnTo>
                    <a:pt x="2310" y="50"/>
                  </a:lnTo>
                  <a:lnTo>
                    <a:pt x="2268" y="36"/>
                  </a:lnTo>
                  <a:lnTo>
                    <a:pt x="2223" y="24"/>
                  </a:lnTo>
                  <a:lnTo>
                    <a:pt x="2178" y="15"/>
                  </a:lnTo>
                  <a:lnTo>
                    <a:pt x="2131" y="8"/>
                  </a:lnTo>
                  <a:lnTo>
                    <a:pt x="2082" y="3"/>
                  </a:lnTo>
                  <a:lnTo>
                    <a:pt x="2032" y="0"/>
                  </a:lnTo>
                  <a:lnTo>
                    <a:pt x="1982" y="1"/>
                  </a:lnTo>
                  <a:lnTo>
                    <a:pt x="1933" y="3"/>
                  </a:lnTo>
                  <a:lnTo>
                    <a:pt x="1882" y="9"/>
                  </a:lnTo>
                  <a:lnTo>
                    <a:pt x="1833" y="17"/>
                  </a:lnTo>
                  <a:lnTo>
                    <a:pt x="1785" y="29"/>
                  </a:lnTo>
                  <a:lnTo>
                    <a:pt x="1737" y="43"/>
                  </a:lnTo>
                  <a:lnTo>
                    <a:pt x="1691" y="62"/>
                  </a:lnTo>
                  <a:lnTo>
                    <a:pt x="1647" y="83"/>
                  </a:lnTo>
                  <a:lnTo>
                    <a:pt x="311" y="782"/>
                  </a:lnTo>
                  <a:lnTo>
                    <a:pt x="276" y="803"/>
                  </a:lnTo>
                  <a:lnTo>
                    <a:pt x="243" y="826"/>
                  </a:lnTo>
                  <a:lnTo>
                    <a:pt x="213" y="852"/>
                  </a:lnTo>
                  <a:lnTo>
                    <a:pt x="184" y="879"/>
                  </a:lnTo>
                  <a:lnTo>
                    <a:pt x="155" y="908"/>
                  </a:lnTo>
                  <a:lnTo>
                    <a:pt x="131" y="939"/>
                  </a:lnTo>
                  <a:lnTo>
                    <a:pt x="107" y="971"/>
                  </a:lnTo>
                  <a:lnTo>
                    <a:pt x="86" y="1005"/>
                  </a:lnTo>
                  <a:lnTo>
                    <a:pt x="68" y="1040"/>
                  </a:lnTo>
                  <a:lnTo>
                    <a:pt x="50" y="1076"/>
                  </a:lnTo>
                  <a:lnTo>
                    <a:pt x="36" y="1115"/>
                  </a:lnTo>
                  <a:lnTo>
                    <a:pt x="23" y="1153"/>
                  </a:lnTo>
                  <a:lnTo>
                    <a:pt x="14" y="1195"/>
                  </a:lnTo>
                  <a:lnTo>
                    <a:pt x="7" y="1236"/>
                  </a:lnTo>
                  <a:lnTo>
                    <a:pt x="2" y="1279"/>
                  </a:lnTo>
                  <a:lnTo>
                    <a:pt x="0" y="1322"/>
                  </a:lnTo>
                  <a:lnTo>
                    <a:pt x="0" y="3093"/>
                  </a:lnTo>
                  <a:lnTo>
                    <a:pt x="2" y="3147"/>
                  </a:lnTo>
                  <a:lnTo>
                    <a:pt x="7" y="3202"/>
                  </a:lnTo>
                  <a:lnTo>
                    <a:pt x="15" y="3257"/>
                  </a:lnTo>
                  <a:lnTo>
                    <a:pt x="27" y="3312"/>
                  </a:lnTo>
                  <a:lnTo>
                    <a:pt x="42" y="3366"/>
                  </a:lnTo>
                  <a:lnTo>
                    <a:pt x="59" y="3420"/>
                  </a:lnTo>
                  <a:lnTo>
                    <a:pt x="79" y="3474"/>
                  </a:lnTo>
                  <a:lnTo>
                    <a:pt x="102" y="3525"/>
                  </a:lnTo>
                  <a:lnTo>
                    <a:pt x="127" y="3576"/>
                  </a:lnTo>
                  <a:lnTo>
                    <a:pt x="154" y="3624"/>
                  </a:lnTo>
                  <a:lnTo>
                    <a:pt x="184" y="3670"/>
                  </a:lnTo>
                  <a:lnTo>
                    <a:pt x="214" y="3712"/>
                  </a:lnTo>
                  <a:lnTo>
                    <a:pt x="247" y="3752"/>
                  </a:lnTo>
                  <a:lnTo>
                    <a:pt x="281" y="3788"/>
                  </a:lnTo>
                  <a:lnTo>
                    <a:pt x="317" y="3821"/>
                  </a:lnTo>
                  <a:lnTo>
                    <a:pt x="353" y="384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8979" name="Freeform 33"/>
            <p:cNvSpPr>
              <a:spLocks/>
            </p:cNvSpPr>
            <p:nvPr/>
          </p:nvSpPr>
          <p:spPr bwMode="auto">
            <a:xfrm>
              <a:off x="943" y="2210"/>
              <a:ext cx="276" cy="187"/>
            </a:xfrm>
            <a:custGeom>
              <a:avLst/>
              <a:gdLst>
                <a:gd name="T0" fmla="*/ 11 w 1380"/>
                <a:gd name="T1" fmla="*/ 7 h 937"/>
                <a:gd name="T2" fmla="*/ 11 w 1380"/>
                <a:gd name="T3" fmla="*/ 7 h 937"/>
                <a:gd name="T4" fmla="*/ 0 w 1380"/>
                <a:gd name="T5" fmla="*/ 0 h 937"/>
                <a:gd name="T6" fmla="*/ 0 w 1380"/>
                <a:gd name="T7" fmla="*/ 1 h 937"/>
                <a:gd name="T8" fmla="*/ 10 w 1380"/>
                <a:gd name="T9" fmla="*/ 7 h 937"/>
                <a:gd name="T10" fmla="*/ 10 w 1380"/>
                <a:gd name="T11" fmla="*/ 7 h 937"/>
                <a:gd name="T12" fmla="*/ 10 w 1380"/>
                <a:gd name="T13" fmla="*/ 7 h 937"/>
                <a:gd name="T14" fmla="*/ 11 w 1380"/>
                <a:gd name="T15" fmla="*/ 7 h 937"/>
                <a:gd name="T16" fmla="*/ 11 w 1380"/>
                <a:gd name="T17" fmla="*/ 7 h 937"/>
                <a:gd name="T18" fmla="*/ 11 w 1380"/>
                <a:gd name="T19" fmla="*/ 7 h 937"/>
                <a:gd name="T20" fmla="*/ 11 w 1380"/>
                <a:gd name="T21" fmla="*/ 7 h 937"/>
                <a:gd name="T22" fmla="*/ 11 w 1380"/>
                <a:gd name="T23" fmla="*/ 7 h 937"/>
                <a:gd name="T24" fmla="*/ 11 w 1380"/>
                <a:gd name="T25" fmla="*/ 7 h 937"/>
                <a:gd name="T26" fmla="*/ 11 w 1380"/>
                <a:gd name="T27" fmla="*/ 7 h 937"/>
                <a:gd name="T28" fmla="*/ 11 w 1380"/>
                <a:gd name="T29" fmla="*/ 7 h 937"/>
                <a:gd name="T30" fmla="*/ 11 w 1380"/>
                <a:gd name="T31" fmla="*/ 7 h 93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80"/>
                <a:gd name="T49" fmla="*/ 0 h 937"/>
                <a:gd name="T50" fmla="*/ 1380 w 1380"/>
                <a:gd name="T51" fmla="*/ 937 h 93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80" h="937">
                  <a:moveTo>
                    <a:pt x="1354" y="848"/>
                  </a:moveTo>
                  <a:lnTo>
                    <a:pt x="1359" y="851"/>
                  </a:lnTo>
                  <a:lnTo>
                    <a:pt x="51" y="0"/>
                  </a:lnTo>
                  <a:lnTo>
                    <a:pt x="0" y="78"/>
                  </a:lnTo>
                  <a:lnTo>
                    <a:pt x="1307" y="929"/>
                  </a:lnTo>
                  <a:lnTo>
                    <a:pt x="1312" y="932"/>
                  </a:lnTo>
                  <a:lnTo>
                    <a:pt x="1307" y="929"/>
                  </a:lnTo>
                  <a:lnTo>
                    <a:pt x="1326" y="937"/>
                  </a:lnTo>
                  <a:lnTo>
                    <a:pt x="1345" y="936"/>
                  </a:lnTo>
                  <a:lnTo>
                    <a:pt x="1360" y="929"/>
                  </a:lnTo>
                  <a:lnTo>
                    <a:pt x="1372" y="916"/>
                  </a:lnTo>
                  <a:lnTo>
                    <a:pt x="1379" y="899"/>
                  </a:lnTo>
                  <a:lnTo>
                    <a:pt x="1380" y="883"/>
                  </a:lnTo>
                  <a:lnTo>
                    <a:pt x="1374" y="865"/>
                  </a:lnTo>
                  <a:lnTo>
                    <a:pt x="1359" y="851"/>
                  </a:lnTo>
                  <a:lnTo>
                    <a:pt x="1354" y="84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8980" name="Freeform 34"/>
            <p:cNvSpPr>
              <a:spLocks/>
            </p:cNvSpPr>
            <p:nvPr/>
          </p:nvSpPr>
          <p:spPr bwMode="auto">
            <a:xfrm>
              <a:off x="1206" y="2379"/>
              <a:ext cx="140" cy="32"/>
            </a:xfrm>
            <a:custGeom>
              <a:avLst/>
              <a:gdLst>
                <a:gd name="T0" fmla="*/ 5 w 703"/>
                <a:gd name="T1" fmla="*/ 0 h 162"/>
                <a:gd name="T2" fmla="*/ 5 w 703"/>
                <a:gd name="T3" fmla="*/ 0 h 162"/>
                <a:gd name="T4" fmla="*/ 5 w 703"/>
                <a:gd name="T5" fmla="*/ 0 h 162"/>
                <a:gd name="T6" fmla="*/ 5 w 703"/>
                <a:gd name="T7" fmla="*/ 0 h 162"/>
                <a:gd name="T8" fmla="*/ 4 w 703"/>
                <a:gd name="T9" fmla="*/ 0 h 162"/>
                <a:gd name="T10" fmla="*/ 4 w 703"/>
                <a:gd name="T11" fmla="*/ 0 h 162"/>
                <a:gd name="T12" fmla="*/ 4 w 703"/>
                <a:gd name="T13" fmla="*/ 0 h 162"/>
                <a:gd name="T14" fmla="*/ 3 w 703"/>
                <a:gd name="T15" fmla="*/ 1 h 162"/>
                <a:gd name="T16" fmla="*/ 3 w 703"/>
                <a:gd name="T17" fmla="*/ 1 h 162"/>
                <a:gd name="T18" fmla="*/ 3 w 703"/>
                <a:gd name="T19" fmla="*/ 1 h 162"/>
                <a:gd name="T20" fmla="*/ 2 w 703"/>
                <a:gd name="T21" fmla="*/ 1 h 162"/>
                <a:gd name="T22" fmla="*/ 2 w 703"/>
                <a:gd name="T23" fmla="*/ 1 h 162"/>
                <a:gd name="T24" fmla="*/ 2 w 703"/>
                <a:gd name="T25" fmla="*/ 0 h 162"/>
                <a:gd name="T26" fmla="*/ 1 w 703"/>
                <a:gd name="T27" fmla="*/ 0 h 162"/>
                <a:gd name="T28" fmla="*/ 1 w 703"/>
                <a:gd name="T29" fmla="*/ 0 h 162"/>
                <a:gd name="T30" fmla="*/ 1 w 703"/>
                <a:gd name="T31" fmla="*/ 0 h 162"/>
                <a:gd name="T32" fmla="*/ 1 w 703"/>
                <a:gd name="T33" fmla="*/ 0 h 162"/>
                <a:gd name="T34" fmla="*/ 0 w 703"/>
                <a:gd name="T35" fmla="*/ 0 h 162"/>
                <a:gd name="T36" fmla="*/ 0 w 703"/>
                <a:gd name="T37" fmla="*/ 1 h 162"/>
                <a:gd name="T38" fmla="*/ 0 w 703"/>
                <a:gd name="T39" fmla="*/ 1 h 162"/>
                <a:gd name="T40" fmla="*/ 1 w 703"/>
                <a:gd name="T41" fmla="*/ 1 h 162"/>
                <a:gd name="T42" fmla="*/ 1 w 703"/>
                <a:gd name="T43" fmla="*/ 1 h 162"/>
                <a:gd name="T44" fmla="*/ 1 w 703"/>
                <a:gd name="T45" fmla="*/ 1 h 162"/>
                <a:gd name="T46" fmla="*/ 2 w 703"/>
                <a:gd name="T47" fmla="*/ 1 h 162"/>
                <a:gd name="T48" fmla="*/ 2 w 703"/>
                <a:gd name="T49" fmla="*/ 1 h 162"/>
                <a:gd name="T50" fmla="*/ 2 w 703"/>
                <a:gd name="T51" fmla="*/ 1 h 162"/>
                <a:gd name="T52" fmla="*/ 3 w 703"/>
                <a:gd name="T53" fmla="*/ 1 h 162"/>
                <a:gd name="T54" fmla="*/ 3 w 703"/>
                <a:gd name="T55" fmla="*/ 1 h 162"/>
                <a:gd name="T56" fmla="*/ 3 w 703"/>
                <a:gd name="T57" fmla="*/ 1 h 162"/>
                <a:gd name="T58" fmla="*/ 4 w 703"/>
                <a:gd name="T59" fmla="*/ 1 h 162"/>
                <a:gd name="T60" fmla="*/ 4 w 703"/>
                <a:gd name="T61" fmla="*/ 1 h 162"/>
                <a:gd name="T62" fmla="*/ 5 w 703"/>
                <a:gd name="T63" fmla="*/ 1 h 162"/>
                <a:gd name="T64" fmla="*/ 5 w 703"/>
                <a:gd name="T65" fmla="*/ 1 h 162"/>
                <a:gd name="T66" fmla="*/ 5 w 703"/>
                <a:gd name="T67" fmla="*/ 1 h 162"/>
                <a:gd name="T68" fmla="*/ 5 w 703"/>
                <a:gd name="T69" fmla="*/ 1 h 162"/>
                <a:gd name="T70" fmla="*/ 5 w 703"/>
                <a:gd name="T71" fmla="*/ 1 h 162"/>
                <a:gd name="T72" fmla="*/ 5 w 703"/>
                <a:gd name="T73" fmla="*/ 1 h 162"/>
                <a:gd name="T74" fmla="*/ 5 w 703"/>
                <a:gd name="T75" fmla="*/ 1 h 162"/>
                <a:gd name="T76" fmla="*/ 6 w 703"/>
                <a:gd name="T77" fmla="*/ 0 h 162"/>
                <a:gd name="T78" fmla="*/ 6 w 703"/>
                <a:gd name="T79" fmla="*/ 0 h 162"/>
                <a:gd name="T80" fmla="*/ 6 w 703"/>
                <a:gd name="T81" fmla="*/ 0 h 162"/>
                <a:gd name="T82" fmla="*/ 5 w 703"/>
                <a:gd name="T83" fmla="*/ 0 h 162"/>
                <a:gd name="T84" fmla="*/ 5 w 703"/>
                <a:gd name="T85" fmla="*/ 0 h 162"/>
                <a:gd name="T86" fmla="*/ 5 w 703"/>
                <a:gd name="T87" fmla="*/ 0 h 162"/>
                <a:gd name="T88" fmla="*/ 5 w 703"/>
                <a:gd name="T89" fmla="*/ 0 h 162"/>
                <a:gd name="T90" fmla="*/ 5 w 703"/>
                <a:gd name="T91" fmla="*/ 0 h 162"/>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703"/>
                <a:gd name="T139" fmla="*/ 0 h 162"/>
                <a:gd name="T140" fmla="*/ 703 w 703"/>
                <a:gd name="T141" fmla="*/ 162 h 162"/>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703" h="162">
                  <a:moveTo>
                    <a:pt x="631" y="8"/>
                  </a:moveTo>
                  <a:lnTo>
                    <a:pt x="636" y="6"/>
                  </a:lnTo>
                  <a:lnTo>
                    <a:pt x="606" y="20"/>
                  </a:lnTo>
                  <a:lnTo>
                    <a:pt x="575" y="32"/>
                  </a:lnTo>
                  <a:lnTo>
                    <a:pt x="540" y="42"/>
                  </a:lnTo>
                  <a:lnTo>
                    <a:pt x="504" y="52"/>
                  </a:lnTo>
                  <a:lnTo>
                    <a:pt x="467" y="59"/>
                  </a:lnTo>
                  <a:lnTo>
                    <a:pt x="428" y="64"/>
                  </a:lnTo>
                  <a:lnTo>
                    <a:pt x="389" y="67"/>
                  </a:lnTo>
                  <a:lnTo>
                    <a:pt x="348" y="68"/>
                  </a:lnTo>
                  <a:lnTo>
                    <a:pt x="308" y="68"/>
                  </a:lnTo>
                  <a:lnTo>
                    <a:pt x="267" y="65"/>
                  </a:lnTo>
                  <a:lnTo>
                    <a:pt x="226" y="61"/>
                  </a:lnTo>
                  <a:lnTo>
                    <a:pt x="187" y="54"/>
                  </a:lnTo>
                  <a:lnTo>
                    <a:pt x="148" y="44"/>
                  </a:lnTo>
                  <a:lnTo>
                    <a:pt x="110" y="33"/>
                  </a:lnTo>
                  <a:lnTo>
                    <a:pt x="75" y="20"/>
                  </a:lnTo>
                  <a:lnTo>
                    <a:pt x="42" y="5"/>
                  </a:lnTo>
                  <a:lnTo>
                    <a:pt x="0" y="89"/>
                  </a:lnTo>
                  <a:lnTo>
                    <a:pt x="40" y="107"/>
                  </a:lnTo>
                  <a:lnTo>
                    <a:pt x="82" y="122"/>
                  </a:lnTo>
                  <a:lnTo>
                    <a:pt x="124" y="135"/>
                  </a:lnTo>
                  <a:lnTo>
                    <a:pt x="169" y="146"/>
                  </a:lnTo>
                  <a:lnTo>
                    <a:pt x="214" y="153"/>
                  </a:lnTo>
                  <a:lnTo>
                    <a:pt x="258" y="158"/>
                  </a:lnTo>
                  <a:lnTo>
                    <a:pt x="303" y="162"/>
                  </a:lnTo>
                  <a:lnTo>
                    <a:pt x="348" y="162"/>
                  </a:lnTo>
                  <a:lnTo>
                    <a:pt x="394" y="161"/>
                  </a:lnTo>
                  <a:lnTo>
                    <a:pt x="439" y="157"/>
                  </a:lnTo>
                  <a:lnTo>
                    <a:pt x="481" y="150"/>
                  </a:lnTo>
                  <a:lnTo>
                    <a:pt x="525" y="143"/>
                  </a:lnTo>
                  <a:lnTo>
                    <a:pt x="566" y="132"/>
                  </a:lnTo>
                  <a:lnTo>
                    <a:pt x="606" y="121"/>
                  </a:lnTo>
                  <a:lnTo>
                    <a:pt x="643" y="105"/>
                  </a:lnTo>
                  <a:lnTo>
                    <a:pt x="678" y="88"/>
                  </a:lnTo>
                  <a:lnTo>
                    <a:pt x="683" y="86"/>
                  </a:lnTo>
                  <a:lnTo>
                    <a:pt x="678" y="88"/>
                  </a:lnTo>
                  <a:lnTo>
                    <a:pt x="695" y="75"/>
                  </a:lnTo>
                  <a:lnTo>
                    <a:pt x="702" y="60"/>
                  </a:lnTo>
                  <a:lnTo>
                    <a:pt x="703" y="42"/>
                  </a:lnTo>
                  <a:lnTo>
                    <a:pt x="698" y="26"/>
                  </a:lnTo>
                  <a:lnTo>
                    <a:pt x="688" y="12"/>
                  </a:lnTo>
                  <a:lnTo>
                    <a:pt x="674" y="3"/>
                  </a:lnTo>
                  <a:lnTo>
                    <a:pt x="656" y="0"/>
                  </a:lnTo>
                  <a:lnTo>
                    <a:pt x="636" y="6"/>
                  </a:lnTo>
                  <a:lnTo>
                    <a:pt x="631"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8981" name="Freeform 35"/>
            <p:cNvSpPr>
              <a:spLocks/>
            </p:cNvSpPr>
            <p:nvPr/>
          </p:nvSpPr>
          <p:spPr bwMode="auto">
            <a:xfrm>
              <a:off x="1332" y="2204"/>
              <a:ext cx="283" cy="192"/>
            </a:xfrm>
            <a:custGeom>
              <a:avLst/>
              <a:gdLst>
                <a:gd name="T0" fmla="*/ 11 w 1415"/>
                <a:gd name="T1" fmla="*/ 0 h 960"/>
                <a:gd name="T2" fmla="*/ 11 w 1415"/>
                <a:gd name="T3" fmla="*/ 0 h 960"/>
                <a:gd name="T4" fmla="*/ 0 w 1415"/>
                <a:gd name="T5" fmla="*/ 7 h 960"/>
                <a:gd name="T6" fmla="*/ 0 w 1415"/>
                <a:gd name="T7" fmla="*/ 8 h 960"/>
                <a:gd name="T8" fmla="*/ 11 w 1415"/>
                <a:gd name="T9" fmla="*/ 1 h 960"/>
                <a:gd name="T10" fmla="*/ 11 w 1415"/>
                <a:gd name="T11" fmla="*/ 1 h 960"/>
                <a:gd name="T12" fmla="*/ 11 w 1415"/>
                <a:gd name="T13" fmla="*/ 1 h 960"/>
                <a:gd name="T14" fmla="*/ 11 w 1415"/>
                <a:gd name="T15" fmla="*/ 1 h 960"/>
                <a:gd name="T16" fmla="*/ 11 w 1415"/>
                <a:gd name="T17" fmla="*/ 0 h 960"/>
                <a:gd name="T18" fmla="*/ 11 w 1415"/>
                <a:gd name="T19" fmla="*/ 0 h 960"/>
                <a:gd name="T20" fmla="*/ 11 w 1415"/>
                <a:gd name="T21" fmla="*/ 0 h 960"/>
                <a:gd name="T22" fmla="*/ 11 w 1415"/>
                <a:gd name="T23" fmla="*/ 0 h 960"/>
                <a:gd name="T24" fmla="*/ 11 w 1415"/>
                <a:gd name="T25" fmla="*/ 0 h 960"/>
                <a:gd name="T26" fmla="*/ 11 w 1415"/>
                <a:gd name="T27" fmla="*/ 0 h 960"/>
                <a:gd name="T28" fmla="*/ 11 w 1415"/>
                <a:gd name="T29" fmla="*/ 0 h 960"/>
                <a:gd name="T30" fmla="*/ 11 w 1415"/>
                <a:gd name="T31" fmla="*/ 0 h 96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15"/>
                <a:gd name="T49" fmla="*/ 0 h 960"/>
                <a:gd name="T50" fmla="*/ 1415 w 1415"/>
                <a:gd name="T51" fmla="*/ 960 h 96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15" h="960">
                  <a:moveTo>
                    <a:pt x="1338" y="10"/>
                  </a:moveTo>
                  <a:lnTo>
                    <a:pt x="1342" y="8"/>
                  </a:lnTo>
                  <a:lnTo>
                    <a:pt x="0" y="882"/>
                  </a:lnTo>
                  <a:lnTo>
                    <a:pt x="52" y="960"/>
                  </a:lnTo>
                  <a:lnTo>
                    <a:pt x="1393" y="85"/>
                  </a:lnTo>
                  <a:lnTo>
                    <a:pt x="1397" y="83"/>
                  </a:lnTo>
                  <a:lnTo>
                    <a:pt x="1393" y="85"/>
                  </a:lnTo>
                  <a:lnTo>
                    <a:pt x="1409" y="71"/>
                  </a:lnTo>
                  <a:lnTo>
                    <a:pt x="1415" y="53"/>
                  </a:lnTo>
                  <a:lnTo>
                    <a:pt x="1413" y="37"/>
                  </a:lnTo>
                  <a:lnTo>
                    <a:pt x="1406" y="21"/>
                  </a:lnTo>
                  <a:lnTo>
                    <a:pt x="1395" y="8"/>
                  </a:lnTo>
                  <a:lnTo>
                    <a:pt x="1379" y="1"/>
                  </a:lnTo>
                  <a:lnTo>
                    <a:pt x="1361" y="0"/>
                  </a:lnTo>
                  <a:lnTo>
                    <a:pt x="1342" y="8"/>
                  </a:lnTo>
                  <a:lnTo>
                    <a:pt x="1338" y="1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8982" name="Freeform 36"/>
            <p:cNvSpPr>
              <a:spLocks/>
            </p:cNvSpPr>
            <p:nvPr/>
          </p:nvSpPr>
          <p:spPr bwMode="auto">
            <a:xfrm>
              <a:off x="1599" y="2057"/>
              <a:ext cx="80" cy="163"/>
            </a:xfrm>
            <a:custGeom>
              <a:avLst/>
              <a:gdLst>
                <a:gd name="T0" fmla="*/ 2 w 398"/>
                <a:gd name="T1" fmla="*/ 0 h 817"/>
                <a:gd name="T2" fmla="*/ 2 w 398"/>
                <a:gd name="T3" fmla="*/ 0 h 817"/>
                <a:gd name="T4" fmla="*/ 2 w 398"/>
                <a:gd name="T5" fmla="*/ 1 h 817"/>
                <a:gd name="T6" fmla="*/ 2 w 398"/>
                <a:gd name="T7" fmla="*/ 1 h 817"/>
                <a:gd name="T8" fmla="*/ 2 w 398"/>
                <a:gd name="T9" fmla="*/ 2 h 817"/>
                <a:gd name="T10" fmla="*/ 2 w 398"/>
                <a:gd name="T11" fmla="*/ 2 h 817"/>
                <a:gd name="T12" fmla="*/ 2 w 398"/>
                <a:gd name="T13" fmla="*/ 2 h 817"/>
                <a:gd name="T14" fmla="*/ 2 w 398"/>
                <a:gd name="T15" fmla="*/ 3 h 817"/>
                <a:gd name="T16" fmla="*/ 2 w 398"/>
                <a:gd name="T17" fmla="*/ 3 h 817"/>
                <a:gd name="T18" fmla="*/ 2 w 398"/>
                <a:gd name="T19" fmla="*/ 4 h 817"/>
                <a:gd name="T20" fmla="*/ 2 w 398"/>
                <a:gd name="T21" fmla="*/ 4 h 817"/>
                <a:gd name="T22" fmla="*/ 1 w 398"/>
                <a:gd name="T23" fmla="*/ 4 h 817"/>
                <a:gd name="T24" fmla="*/ 1 w 398"/>
                <a:gd name="T25" fmla="*/ 5 h 817"/>
                <a:gd name="T26" fmla="*/ 1 w 398"/>
                <a:gd name="T27" fmla="*/ 5 h 817"/>
                <a:gd name="T28" fmla="*/ 1 w 398"/>
                <a:gd name="T29" fmla="*/ 5 h 817"/>
                <a:gd name="T30" fmla="*/ 1 w 398"/>
                <a:gd name="T31" fmla="*/ 5 h 817"/>
                <a:gd name="T32" fmla="*/ 0 w 398"/>
                <a:gd name="T33" fmla="*/ 6 h 817"/>
                <a:gd name="T34" fmla="*/ 0 w 398"/>
                <a:gd name="T35" fmla="*/ 6 h 817"/>
                <a:gd name="T36" fmla="*/ 0 w 398"/>
                <a:gd name="T37" fmla="*/ 7 h 817"/>
                <a:gd name="T38" fmla="*/ 1 w 398"/>
                <a:gd name="T39" fmla="*/ 6 h 817"/>
                <a:gd name="T40" fmla="*/ 1 w 398"/>
                <a:gd name="T41" fmla="*/ 6 h 817"/>
                <a:gd name="T42" fmla="*/ 1 w 398"/>
                <a:gd name="T43" fmla="*/ 6 h 817"/>
                <a:gd name="T44" fmla="*/ 2 w 398"/>
                <a:gd name="T45" fmla="*/ 5 h 817"/>
                <a:gd name="T46" fmla="*/ 2 w 398"/>
                <a:gd name="T47" fmla="*/ 5 h 817"/>
                <a:gd name="T48" fmla="*/ 2 w 398"/>
                <a:gd name="T49" fmla="*/ 5 h 817"/>
                <a:gd name="T50" fmla="*/ 2 w 398"/>
                <a:gd name="T51" fmla="*/ 4 h 817"/>
                <a:gd name="T52" fmla="*/ 2 w 398"/>
                <a:gd name="T53" fmla="*/ 4 h 817"/>
                <a:gd name="T54" fmla="*/ 3 w 398"/>
                <a:gd name="T55" fmla="*/ 3 h 817"/>
                <a:gd name="T56" fmla="*/ 3 w 398"/>
                <a:gd name="T57" fmla="*/ 3 h 817"/>
                <a:gd name="T58" fmla="*/ 3 w 398"/>
                <a:gd name="T59" fmla="*/ 3 h 817"/>
                <a:gd name="T60" fmla="*/ 3 w 398"/>
                <a:gd name="T61" fmla="*/ 2 h 817"/>
                <a:gd name="T62" fmla="*/ 3 w 398"/>
                <a:gd name="T63" fmla="*/ 2 h 817"/>
                <a:gd name="T64" fmla="*/ 3 w 398"/>
                <a:gd name="T65" fmla="*/ 1 h 817"/>
                <a:gd name="T66" fmla="*/ 3 w 398"/>
                <a:gd name="T67" fmla="*/ 1 h 817"/>
                <a:gd name="T68" fmla="*/ 3 w 398"/>
                <a:gd name="T69" fmla="*/ 0 h 817"/>
                <a:gd name="T70" fmla="*/ 3 w 398"/>
                <a:gd name="T71" fmla="*/ 0 h 817"/>
                <a:gd name="T72" fmla="*/ 3 w 398"/>
                <a:gd name="T73" fmla="*/ 0 h 817"/>
                <a:gd name="T74" fmla="*/ 3 w 398"/>
                <a:gd name="T75" fmla="*/ 0 h 817"/>
                <a:gd name="T76" fmla="*/ 3 w 398"/>
                <a:gd name="T77" fmla="*/ 0 h 817"/>
                <a:gd name="T78" fmla="*/ 3 w 398"/>
                <a:gd name="T79" fmla="*/ 0 h 817"/>
                <a:gd name="T80" fmla="*/ 3 w 398"/>
                <a:gd name="T81" fmla="*/ 0 h 817"/>
                <a:gd name="T82" fmla="*/ 3 w 398"/>
                <a:gd name="T83" fmla="*/ 0 h 817"/>
                <a:gd name="T84" fmla="*/ 3 w 398"/>
                <a:gd name="T85" fmla="*/ 0 h 817"/>
                <a:gd name="T86" fmla="*/ 2 w 398"/>
                <a:gd name="T87" fmla="*/ 0 h 817"/>
                <a:gd name="T88" fmla="*/ 2 w 398"/>
                <a:gd name="T89" fmla="*/ 0 h 817"/>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398"/>
                <a:gd name="T136" fmla="*/ 0 h 817"/>
                <a:gd name="T137" fmla="*/ 398 w 398"/>
                <a:gd name="T138" fmla="*/ 817 h 817"/>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398" h="817">
                  <a:moveTo>
                    <a:pt x="304" y="47"/>
                  </a:moveTo>
                  <a:lnTo>
                    <a:pt x="304" y="47"/>
                  </a:lnTo>
                  <a:lnTo>
                    <a:pt x="301" y="97"/>
                  </a:lnTo>
                  <a:lnTo>
                    <a:pt x="297" y="147"/>
                  </a:lnTo>
                  <a:lnTo>
                    <a:pt x="291" y="198"/>
                  </a:lnTo>
                  <a:lnTo>
                    <a:pt x="280" y="247"/>
                  </a:lnTo>
                  <a:lnTo>
                    <a:pt x="268" y="297"/>
                  </a:lnTo>
                  <a:lnTo>
                    <a:pt x="253" y="347"/>
                  </a:lnTo>
                  <a:lnTo>
                    <a:pt x="236" y="395"/>
                  </a:lnTo>
                  <a:lnTo>
                    <a:pt x="217" y="442"/>
                  </a:lnTo>
                  <a:lnTo>
                    <a:pt x="195" y="487"/>
                  </a:lnTo>
                  <a:lnTo>
                    <a:pt x="171" y="532"/>
                  </a:lnTo>
                  <a:lnTo>
                    <a:pt x="147" y="574"/>
                  </a:lnTo>
                  <a:lnTo>
                    <a:pt x="121" y="613"/>
                  </a:lnTo>
                  <a:lnTo>
                    <a:pt x="93" y="650"/>
                  </a:lnTo>
                  <a:lnTo>
                    <a:pt x="64" y="684"/>
                  </a:lnTo>
                  <a:lnTo>
                    <a:pt x="32" y="716"/>
                  </a:lnTo>
                  <a:lnTo>
                    <a:pt x="0" y="744"/>
                  </a:lnTo>
                  <a:lnTo>
                    <a:pt x="59" y="817"/>
                  </a:lnTo>
                  <a:lnTo>
                    <a:pt x="95" y="784"/>
                  </a:lnTo>
                  <a:lnTo>
                    <a:pt x="132" y="748"/>
                  </a:lnTo>
                  <a:lnTo>
                    <a:pt x="166" y="709"/>
                  </a:lnTo>
                  <a:lnTo>
                    <a:pt x="196" y="667"/>
                  </a:lnTo>
                  <a:lnTo>
                    <a:pt x="227" y="623"/>
                  </a:lnTo>
                  <a:lnTo>
                    <a:pt x="253" y="576"/>
                  </a:lnTo>
                  <a:lnTo>
                    <a:pt x="279" y="530"/>
                  </a:lnTo>
                  <a:lnTo>
                    <a:pt x="301" y="479"/>
                  </a:lnTo>
                  <a:lnTo>
                    <a:pt x="323" y="428"/>
                  </a:lnTo>
                  <a:lnTo>
                    <a:pt x="342" y="375"/>
                  </a:lnTo>
                  <a:lnTo>
                    <a:pt x="359" y="321"/>
                  </a:lnTo>
                  <a:lnTo>
                    <a:pt x="372" y="268"/>
                  </a:lnTo>
                  <a:lnTo>
                    <a:pt x="382" y="212"/>
                  </a:lnTo>
                  <a:lnTo>
                    <a:pt x="391" y="157"/>
                  </a:lnTo>
                  <a:lnTo>
                    <a:pt x="395" y="102"/>
                  </a:lnTo>
                  <a:lnTo>
                    <a:pt x="398" y="47"/>
                  </a:lnTo>
                  <a:lnTo>
                    <a:pt x="394" y="27"/>
                  </a:lnTo>
                  <a:lnTo>
                    <a:pt x="383" y="11"/>
                  </a:lnTo>
                  <a:lnTo>
                    <a:pt x="368" y="3"/>
                  </a:lnTo>
                  <a:lnTo>
                    <a:pt x="351" y="0"/>
                  </a:lnTo>
                  <a:lnTo>
                    <a:pt x="333" y="3"/>
                  </a:lnTo>
                  <a:lnTo>
                    <a:pt x="319" y="11"/>
                  </a:lnTo>
                  <a:lnTo>
                    <a:pt x="307" y="27"/>
                  </a:lnTo>
                  <a:lnTo>
                    <a:pt x="304" y="4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8983" name="Freeform 37"/>
            <p:cNvSpPr>
              <a:spLocks/>
            </p:cNvSpPr>
            <p:nvPr/>
          </p:nvSpPr>
          <p:spPr bwMode="auto">
            <a:xfrm>
              <a:off x="1660" y="1701"/>
              <a:ext cx="19" cy="365"/>
            </a:xfrm>
            <a:custGeom>
              <a:avLst/>
              <a:gdLst>
                <a:gd name="T0" fmla="*/ 0 w 95"/>
                <a:gd name="T1" fmla="*/ 0 h 1826"/>
                <a:gd name="T2" fmla="*/ 0 w 95"/>
                <a:gd name="T3" fmla="*/ 0 h 1826"/>
                <a:gd name="T4" fmla="*/ 0 w 95"/>
                <a:gd name="T5" fmla="*/ 15 h 1826"/>
                <a:gd name="T6" fmla="*/ 1 w 95"/>
                <a:gd name="T7" fmla="*/ 15 h 1826"/>
                <a:gd name="T8" fmla="*/ 1 w 95"/>
                <a:gd name="T9" fmla="*/ 0 h 1826"/>
                <a:gd name="T10" fmla="*/ 1 w 95"/>
                <a:gd name="T11" fmla="*/ 0 h 1826"/>
                <a:gd name="T12" fmla="*/ 1 w 95"/>
                <a:gd name="T13" fmla="*/ 0 h 1826"/>
                <a:gd name="T14" fmla="*/ 1 w 95"/>
                <a:gd name="T15" fmla="*/ 0 h 1826"/>
                <a:gd name="T16" fmla="*/ 1 w 95"/>
                <a:gd name="T17" fmla="*/ 0 h 1826"/>
                <a:gd name="T18" fmla="*/ 1 w 95"/>
                <a:gd name="T19" fmla="*/ 0 h 1826"/>
                <a:gd name="T20" fmla="*/ 0 w 95"/>
                <a:gd name="T21" fmla="*/ 0 h 1826"/>
                <a:gd name="T22" fmla="*/ 0 w 95"/>
                <a:gd name="T23" fmla="*/ 0 h 1826"/>
                <a:gd name="T24" fmla="*/ 0 w 95"/>
                <a:gd name="T25" fmla="*/ 0 h 1826"/>
                <a:gd name="T26" fmla="*/ 0 w 95"/>
                <a:gd name="T27" fmla="*/ 0 h 1826"/>
                <a:gd name="T28" fmla="*/ 0 w 95"/>
                <a:gd name="T29" fmla="*/ 0 h 1826"/>
                <a:gd name="T30" fmla="*/ 0 w 95"/>
                <a:gd name="T31" fmla="*/ 0 h 182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95"/>
                <a:gd name="T49" fmla="*/ 0 h 1826"/>
                <a:gd name="T50" fmla="*/ 95 w 95"/>
                <a:gd name="T51" fmla="*/ 1826 h 182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95" h="1826">
                  <a:moveTo>
                    <a:pt x="0" y="49"/>
                  </a:moveTo>
                  <a:lnTo>
                    <a:pt x="0" y="47"/>
                  </a:lnTo>
                  <a:lnTo>
                    <a:pt x="1" y="1826"/>
                  </a:lnTo>
                  <a:lnTo>
                    <a:pt x="95" y="1826"/>
                  </a:lnTo>
                  <a:lnTo>
                    <a:pt x="93" y="47"/>
                  </a:lnTo>
                  <a:lnTo>
                    <a:pt x="93" y="45"/>
                  </a:lnTo>
                  <a:lnTo>
                    <a:pt x="93" y="47"/>
                  </a:lnTo>
                  <a:lnTo>
                    <a:pt x="90" y="27"/>
                  </a:lnTo>
                  <a:lnTo>
                    <a:pt x="79" y="12"/>
                  </a:lnTo>
                  <a:lnTo>
                    <a:pt x="64" y="4"/>
                  </a:lnTo>
                  <a:lnTo>
                    <a:pt x="47" y="0"/>
                  </a:lnTo>
                  <a:lnTo>
                    <a:pt x="29" y="4"/>
                  </a:lnTo>
                  <a:lnTo>
                    <a:pt x="15" y="12"/>
                  </a:lnTo>
                  <a:lnTo>
                    <a:pt x="3" y="27"/>
                  </a:lnTo>
                  <a:lnTo>
                    <a:pt x="0" y="47"/>
                  </a:lnTo>
                  <a:lnTo>
                    <a:pt x="0" y="4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8984" name="Freeform 38"/>
            <p:cNvSpPr>
              <a:spLocks/>
            </p:cNvSpPr>
            <p:nvPr/>
          </p:nvSpPr>
          <p:spPr bwMode="auto">
            <a:xfrm>
              <a:off x="1598" y="1598"/>
              <a:ext cx="81" cy="113"/>
            </a:xfrm>
            <a:custGeom>
              <a:avLst/>
              <a:gdLst>
                <a:gd name="T0" fmla="*/ 0 w 401"/>
                <a:gd name="T1" fmla="*/ 1 h 566"/>
                <a:gd name="T2" fmla="*/ 0 w 401"/>
                <a:gd name="T3" fmla="*/ 1 h 566"/>
                <a:gd name="T4" fmla="*/ 0 w 401"/>
                <a:gd name="T5" fmla="*/ 1 h 566"/>
                <a:gd name="T6" fmla="*/ 1 w 401"/>
                <a:gd name="T7" fmla="*/ 1 h 566"/>
                <a:gd name="T8" fmla="*/ 1 w 401"/>
                <a:gd name="T9" fmla="*/ 1 h 566"/>
                <a:gd name="T10" fmla="*/ 1 w 401"/>
                <a:gd name="T11" fmla="*/ 1 h 566"/>
                <a:gd name="T12" fmla="*/ 1 w 401"/>
                <a:gd name="T13" fmla="*/ 2 h 566"/>
                <a:gd name="T14" fmla="*/ 1 w 401"/>
                <a:gd name="T15" fmla="*/ 2 h 566"/>
                <a:gd name="T16" fmla="*/ 2 w 401"/>
                <a:gd name="T17" fmla="*/ 2 h 566"/>
                <a:gd name="T18" fmla="*/ 2 w 401"/>
                <a:gd name="T19" fmla="*/ 2 h 566"/>
                <a:gd name="T20" fmla="*/ 2 w 401"/>
                <a:gd name="T21" fmla="*/ 2 h 566"/>
                <a:gd name="T22" fmla="*/ 2 w 401"/>
                <a:gd name="T23" fmla="*/ 3 h 566"/>
                <a:gd name="T24" fmla="*/ 2 w 401"/>
                <a:gd name="T25" fmla="*/ 3 h 566"/>
                <a:gd name="T26" fmla="*/ 2 w 401"/>
                <a:gd name="T27" fmla="*/ 3 h 566"/>
                <a:gd name="T28" fmla="*/ 2 w 401"/>
                <a:gd name="T29" fmla="*/ 4 h 566"/>
                <a:gd name="T30" fmla="*/ 2 w 401"/>
                <a:gd name="T31" fmla="*/ 4 h 566"/>
                <a:gd name="T32" fmla="*/ 2 w 401"/>
                <a:gd name="T33" fmla="*/ 4 h 566"/>
                <a:gd name="T34" fmla="*/ 3 w 401"/>
                <a:gd name="T35" fmla="*/ 5 h 566"/>
                <a:gd name="T36" fmla="*/ 3 w 401"/>
                <a:gd name="T37" fmla="*/ 4 h 566"/>
                <a:gd name="T38" fmla="*/ 3 w 401"/>
                <a:gd name="T39" fmla="*/ 4 h 566"/>
                <a:gd name="T40" fmla="*/ 3 w 401"/>
                <a:gd name="T41" fmla="*/ 4 h 566"/>
                <a:gd name="T42" fmla="*/ 3 w 401"/>
                <a:gd name="T43" fmla="*/ 3 h 566"/>
                <a:gd name="T44" fmla="*/ 3 w 401"/>
                <a:gd name="T45" fmla="*/ 3 h 566"/>
                <a:gd name="T46" fmla="*/ 3 w 401"/>
                <a:gd name="T47" fmla="*/ 3 h 566"/>
                <a:gd name="T48" fmla="*/ 3 w 401"/>
                <a:gd name="T49" fmla="*/ 2 h 566"/>
                <a:gd name="T50" fmla="*/ 3 w 401"/>
                <a:gd name="T51" fmla="*/ 2 h 566"/>
                <a:gd name="T52" fmla="*/ 2 w 401"/>
                <a:gd name="T53" fmla="*/ 2 h 566"/>
                <a:gd name="T54" fmla="*/ 2 w 401"/>
                <a:gd name="T55" fmla="*/ 2 h 566"/>
                <a:gd name="T56" fmla="*/ 2 w 401"/>
                <a:gd name="T57" fmla="*/ 1 h 566"/>
                <a:gd name="T58" fmla="*/ 2 w 401"/>
                <a:gd name="T59" fmla="*/ 1 h 566"/>
                <a:gd name="T60" fmla="*/ 2 w 401"/>
                <a:gd name="T61" fmla="*/ 1 h 566"/>
                <a:gd name="T62" fmla="*/ 1 w 401"/>
                <a:gd name="T63" fmla="*/ 1 h 566"/>
                <a:gd name="T64" fmla="*/ 1 w 401"/>
                <a:gd name="T65" fmla="*/ 0 h 566"/>
                <a:gd name="T66" fmla="*/ 1 w 401"/>
                <a:gd name="T67" fmla="*/ 0 h 566"/>
                <a:gd name="T68" fmla="*/ 1 w 401"/>
                <a:gd name="T69" fmla="*/ 0 h 566"/>
                <a:gd name="T70" fmla="*/ 1 w 401"/>
                <a:gd name="T71" fmla="*/ 0 h 566"/>
                <a:gd name="T72" fmla="*/ 1 w 401"/>
                <a:gd name="T73" fmla="*/ 0 h 566"/>
                <a:gd name="T74" fmla="*/ 0 w 401"/>
                <a:gd name="T75" fmla="*/ 0 h 566"/>
                <a:gd name="T76" fmla="*/ 0 w 401"/>
                <a:gd name="T77" fmla="*/ 0 h 566"/>
                <a:gd name="T78" fmla="*/ 0 w 401"/>
                <a:gd name="T79" fmla="*/ 0 h 566"/>
                <a:gd name="T80" fmla="*/ 0 w 401"/>
                <a:gd name="T81" fmla="*/ 0 h 566"/>
                <a:gd name="T82" fmla="*/ 0 w 401"/>
                <a:gd name="T83" fmla="*/ 0 h 566"/>
                <a:gd name="T84" fmla="*/ 0 w 401"/>
                <a:gd name="T85" fmla="*/ 0 h 566"/>
                <a:gd name="T86" fmla="*/ 0 w 401"/>
                <a:gd name="T87" fmla="*/ 1 h 566"/>
                <a:gd name="T88" fmla="*/ 0 w 401"/>
                <a:gd name="T89" fmla="*/ 1 h 56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401"/>
                <a:gd name="T136" fmla="*/ 0 h 566"/>
                <a:gd name="T137" fmla="*/ 401 w 401"/>
                <a:gd name="T138" fmla="*/ 566 h 566"/>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401" h="566">
                  <a:moveTo>
                    <a:pt x="23" y="88"/>
                  </a:moveTo>
                  <a:lnTo>
                    <a:pt x="23" y="88"/>
                  </a:lnTo>
                  <a:lnTo>
                    <a:pt x="53" y="107"/>
                  </a:lnTo>
                  <a:lnTo>
                    <a:pt x="83" y="125"/>
                  </a:lnTo>
                  <a:lnTo>
                    <a:pt x="108" y="147"/>
                  </a:lnTo>
                  <a:lnTo>
                    <a:pt x="135" y="171"/>
                  </a:lnTo>
                  <a:lnTo>
                    <a:pt x="160" y="196"/>
                  </a:lnTo>
                  <a:lnTo>
                    <a:pt x="182" y="223"/>
                  </a:lnTo>
                  <a:lnTo>
                    <a:pt x="205" y="251"/>
                  </a:lnTo>
                  <a:lnTo>
                    <a:pt x="223" y="281"/>
                  </a:lnTo>
                  <a:lnTo>
                    <a:pt x="240" y="312"/>
                  </a:lnTo>
                  <a:lnTo>
                    <a:pt x="256" y="345"/>
                  </a:lnTo>
                  <a:lnTo>
                    <a:pt x="270" y="379"/>
                  </a:lnTo>
                  <a:lnTo>
                    <a:pt x="282" y="414"/>
                  </a:lnTo>
                  <a:lnTo>
                    <a:pt x="291" y="450"/>
                  </a:lnTo>
                  <a:lnTo>
                    <a:pt x="299" y="488"/>
                  </a:lnTo>
                  <a:lnTo>
                    <a:pt x="304" y="526"/>
                  </a:lnTo>
                  <a:lnTo>
                    <a:pt x="308" y="566"/>
                  </a:lnTo>
                  <a:lnTo>
                    <a:pt x="401" y="562"/>
                  </a:lnTo>
                  <a:lnTo>
                    <a:pt x="398" y="517"/>
                  </a:lnTo>
                  <a:lnTo>
                    <a:pt x="391" y="471"/>
                  </a:lnTo>
                  <a:lnTo>
                    <a:pt x="383" y="429"/>
                  </a:lnTo>
                  <a:lnTo>
                    <a:pt x="371" y="386"/>
                  </a:lnTo>
                  <a:lnTo>
                    <a:pt x="357" y="346"/>
                  </a:lnTo>
                  <a:lnTo>
                    <a:pt x="340" y="307"/>
                  </a:lnTo>
                  <a:lnTo>
                    <a:pt x="324" y="270"/>
                  </a:lnTo>
                  <a:lnTo>
                    <a:pt x="303" y="232"/>
                  </a:lnTo>
                  <a:lnTo>
                    <a:pt x="280" y="197"/>
                  </a:lnTo>
                  <a:lnTo>
                    <a:pt x="255" y="164"/>
                  </a:lnTo>
                  <a:lnTo>
                    <a:pt x="228" y="132"/>
                  </a:lnTo>
                  <a:lnTo>
                    <a:pt x="199" y="103"/>
                  </a:lnTo>
                  <a:lnTo>
                    <a:pt x="169" y="76"/>
                  </a:lnTo>
                  <a:lnTo>
                    <a:pt x="137" y="50"/>
                  </a:lnTo>
                  <a:lnTo>
                    <a:pt x="103" y="27"/>
                  </a:lnTo>
                  <a:lnTo>
                    <a:pt x="67" y="6"/>
                  </a:lnTo>
                  <a:lnTo>
                    <a:pt x="48" y="0"/>
                  </a:lnTo>
                  <a:lnTo>
                    <a:pt x="30" y="2"/>
                  </a:lnTo>
                  <a:lnTo>
                    <a:pt x="16" y="12"/>
                  </a:lnTo>
                  <a:lnTo>
                    <a:pt x="5" y="25"/>
                  </a:lnTo>
                  <a:lnTo>
                    <a:pt x="0" y="41"/>
                  </a:lnTo>
                  <a:lnTo>
                    <a:pt x="0" y="59"/>
                  </a:lnTo>
                  <a:lnTo>
                    <a:pt x="8" y="75"/>
                  </a:lnTo>
                  <a:lnTo>
                    <a:pt x="23"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8985" name="Freeform 39"/>
            <p:cNvSpPr>
              <a:spLocks/>
            </p:cNvSpPr>
            <p:nvPr/>
          </p:nvSpPr>
          <p:spPr bwMode="auto">
            <a:xfrm>
              <a:off x="1346" y="1455"/>
              <a:ext cx="266" cy="160"/>
            </a:xfrm>
            <a:custGeom>
              <a:avLst/>
              <a:gdLst>
                <a:gd name="T0" fmla="*/ 0 w 1330"/>
                <a:gd name="T1" fmla="*/ 1 h 801"/>
                <a:gd name="T2" fmla="*/ 0 w 1330"/>
                <a:gd name="T3" fmla="*/ 1 h 801"/>
                <a:gd name="T4" fmla="*/ 10 w 1330"/>
                <a:gd name="T5" fmla="*/ 6 h 801"/>
                <a:gd name="T6" fmla="*/ 11 w 1330"/>
                <a:gd name="T7" fmla="*/ 6 h 801"/>
                <a:gd name="T8" fmla="*/ 1 w 1330"/>
                <a:gd name="T9" fmla="*/ 0 h 801"/>
                <a:gd name="T10" fmla="*/ 1 w 1330"/>
                <a:gd name="T11" fmla="*/ 0 h 801"/>
                <a:gd name="T12" fmla="*/ 1 w 1330"/>
                <a:gd name="T13" fmla="*/ 0 h 801"/>
                <a:gd name="T14" fmla="*/ 0 w 1330"/>
                <a:gd name="T15" fmla="*/ 0 h 801"/>
                <a:gd name="T16" fmla="*/ 0 w 1330"/>
                <a:gd name="T17" fmla="*/ 0 h 801"/>
                <a:gd name="T18" fmla="*/ 0 w 1330"/>
                <a:gd name="T19" fmla="*/ 0 h 801"/>
                <a:gd name="T20" fmla="*/ 0 w 1330"/>
                <a:gd name="T21" fmla="*/ 0 h 801"/>
                <a:gd name="T22" fmla="*/ 0 w 1330"/>
                <a:gd name="T23" fmla="*/ 0 h 801"/>
                <a:gd name="T24" fmla="*/ 0 w 1330"/>
                <a:gd name="T25" fmla="*/ 0 h 801"/>
                <a:gd name="T26" fmla="*/ 0 w 1330"/>
                <a:gd name="T27" fmla="*/ 1 h 801"/>
                <a:gd name="T28" fmla="*/ 0 w 1330"/>
                <a:gd name="T29" fmla="*/ 1 h 801"/>
                <a:gd name="T30" fmla="*/ 0 w 1330"/>
                <a:gd name="T31" fmla="*/ 1 h 801"/>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30"/>
                <a:gd name="T49" fmla="*/ 0 h 801"/>
                <a:gd name="T50" fmla="*/ 1330 w 1330"/>
                <a:gd name="T51" fmla="*/ 801 h 801"/>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30" h="801">
                  <a:moveTo>
                    <a:pt x="24" y="88"/>
                  </a:moveTo>
                  <a:lnTo>
                    <a:pt x="23" y="88"/>
                  </a:lnTo>
                  <a:lnTo>
                    <a:pt x="1286" y="801"/>
                  </a:lnTo>
                  <a:lnTo>
                    <a:pt x="1330" y="719"/>
                  </a:lnTo>
                  <a:lnTo>
                    <a:pt x="67" y="6"/>
                  </a:lnTo>
                  <a:lnTo>
                    <a:pt x="66" y="6"/>
                  </a:lnTo>
                  <a:lnTo>
                    <a:pt x="67" y="6"/>
                  </a:lnTo>
                  <a:lnTo>
                    <a:pt x="48" y="0"/>
                  </a:lnTo>
                  <a:lnTo>
                    <a:pt x="30" y="2"/>
                  </a:lnTo>
                  <a:lnTo>
                    <a:pt x="16" y="12"/>
                  </a:lnTo>
                  <a:lnTo>
                    <a:pt x="5" y="25"/>
                  </a:lnTo>
                  <a:lnTo>
                    <a:pt x="0" y="41"/>
                  </a:lnTo>
                  <a:lnTo>
                    <a:pt x="0" y="59"/>
                  </a:lnTo>
                  <a:lnTo>
                    <a:pt x="8" y="75"/>
                  </a:lnTo>
                  <a:lnTo>
                    <a:pt x="23" y="88"/>
                  </a:lnTo>
                  <a:lnTo>
                    <a:pt x="24"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8986" name="Freeform 40"/>
            <p:cNvSpPr>
              <a:spLocks/>
            </p:cNvSpPr>
            <p:nvPr/>
          </p:nvSpPr>
          <p:spPr bwMode="auto">
            <a:xfrm>
              <a:off x="1198" y="1439"/>
              <a:ext cx="161" cy="35"/>
            </a:xfrm>
            <a:custGeom>
              <a:avLst/>
              <a:gdLst>
                <a:gd name="T0" fmla="*/ 1 w 806"/>
                <a:gd name="T1" fmla="*/ 1 h 177"/>
                <a:gd name="T2" fmla="*/ 1 w 806"/>
                <a:gd name="T3" fmla="*/ 1 h 177"/>
                <a:gd name="T4" fmla="*/ 1 w 806"/>
                <a:gd name="T5" fmla="*/ 1 h 177"/>
                <a:gd name="T6" fmla="*/ 1 w 806"/>
                <a:gd name="T7" fmla="*/ 1 h 177"/>
                <a:gd name="T8" fmla="*/ 2 w 806"/>
                <a:gd name="T9" fmla="*/ 1 h 177"/>
                <a:gd name="T10" fmla="*/ 2 w 806"/>
                <a:gd name="T11" fmla="*/ 1 h 177"/>
                <a:gd name="T12" fmla="*/ 2 w 806"/>
                <a:gd name="T13" fmla="*/ 1 h 177"/>
                <a:gd name="T14" fmla="*/ 3 w 806"/>
                <a:gd name="T15" fmla="*/ 1 h 177"/>
                <a:gd name="T16" fmla="*/ 3 w 806"/>
                <a:gd name="T17" fmla="*/ 1 h 177"/>
                <a:gd name="T18" fmla="*/ 3 w 806"/>
                <a:gd name="T19" fmla="*/ 1 h 177"/>
                <a:gd name="T20" fmla="*/ 4 w 806"/>
                <a:gd name="T21" fmla="*/ 1 h 177"/>
                <a:gd name="T22" fmla="*/ 4 w 806"/>
                <a:gd name="T23" fmla="*/ 1 h 177"/>
                <a:gd name="T24" fmla="*/ 5 w 806"/>
                <a:gd name="T25" fmla="*/ 1 h 177"/>
                <a:gd name="T26" fmla="*/ 5 w 806"/>
                <a:gd name="T27" fmla="*/ 1 h 177"/>
                <a:gd name="T28" fmla="*/ 5 w 806"/>
                <a:gd name="T29" fmla="*/ 1 h 177"/>
                <a:gd name="T30" fmla="*/ 6 w 806"/>
                <a:gd name="T31" fmla="*/ 1 h 177"/>
                <a:gd name="T32" fmla="*/ 6 w 806"/>
                <a:gd name="T33" fmla="*/ 1 h 177"/>
                <a:gd name="T34" fmla="*/ 6 w 806"/>
                <a:gd name="T35" fmla="*/ 1 h 177"/>
                <a:gd name="T36" fmla="*/ 6 w 806"/>
                <a:gd name="T37" fmla="*/ 1 h 177"/>
                <a:gd name="T38" fmla="*/ 6 w 806"/>
                <a:gd name="T39" fmla="*/ 1 h 177"/>
                <a:gd name="T40" fmla="*/ 6 w 806"/>
                <a:gd name="T41" fmla="*/ 0 h 177"/>
                <a:gd name="T42" fmla="*/ 5 w 806"/>
                <a:gd name="T43" fmla="*/ 0 h 177"/>
                <a:gd name="T44" fmla="*/ 5 w 806"/>
                <a:gd name="T45" fmla="*/ 0 h 177"/>
                <a:gd name="T46" fmla="*/ 5 w 806"/>
                <a:gd name="T47" fmla="*/ 0 h 177"/>
                <a:gd name="T48" fmla="*/ 4 w 806"/>
                <a:gd name="T49" fmla="*/ 0 h 177"/>
                <a:gd name="T50" fmla="*/ 4 w 806"/>
                <a:gd name="T51" fmla="*/ 0 h 177"/>
                <a:gd name="T52" fmla="*/ 3 w 806"/>
                <a:gd name="T53" fmla="*/ 0 h 177"/>
                <a:gd name="T54" fmla="*/ 3 w 806"/>
                <a:gd name="T55" fmla="*/ 0 h 177"/>
                <a:gd name="T56" fmla="*/ 3 w 806"/>
                <a:gd name="T57" fmla="*/ 0 h 177"/>
                <a:gd name="T58" fmla="*/ 2 w 806"/>
                <a:gd name="T59" fmla="*/ 0 h 177"/>
                <a:gd name="T60" fmla="*/ 2 w 806"/>
                <a:gd name="T61" fmla="*/ 0 h 177"/>
                <a:gd name="T62" fmla="*/ 1 w 806"/>
                <a:gd name="T63" fmla="*/ 0 h 177"/>
                <a:gd name="T64" fmla="*/ 1 w 806"/>
                <a:gd name="T65" fmla="*/ 0 h 177"/>
                <a:gd name="T66" fmla="*/ 1 w 806"/>
                <a:gd name="T67" fmla="*/ 1 h 177"/>
                <a:gd name="T68" fmla="*/ 0 w 806"/>
                <a:gd name="T69" fmla="*/ 1 h 177"/>
                <a:gd name="T70" fmla="*/ 0 w 806"/>
                <a:gd name="T71" fmla="*/ 1 h 177"/>
                <a:gd name="T72" fmla="*/ 0 w 806"/>
                <a:gd name="T73" fmla="*/ 1 h 177"/>
                <a:gd name="T74" fmla="*/ 0 w 806"/>
                <a:gd name="T75" fmla="*/ 1 h 177"/>
                <a:gd name="T76" fmla="*/ 0 w 806"/>
                <a:gd name="T77" fmla="*/ 1 h 177"/>
                <a:gd name="T78" fmla="*/ 0 w 806"/>
                <a:gd name="T79" fmla="*/ 1 h 177"/>
                <a:gd name="T80" fmla="*/ 0 w 806"/>
                <a:gd name="T81" fmla="*/ 1 h 177"/>
                <a:gd name="T82" fmla="*/ 0 w 806"/>
                <a:gd name="T83" fmla="*/ 1 h 177"/>
                <a:gd name="T84" fmla="*/ 0 w 806"/>
                <a:gd name="T85" fmla="*/ 1 h 177"/>
                <a:gd name="T86" fmla="*/ 0 w 806"/>
                <a:gd name="T87" fmla="*/ 1 h 177"/>
                <a:gd name="T88" fmla="*/ 1 w 806"/>
                <a:gd name="T89" fmla="*/ 1 h 177"/>
                <a:gd name="T90" fmla="*/ 1 w 806"/>
                <a:gd name="T91" fmla="*/ 1 h 17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806"/>
                <a:gd name="T139" fmla="*/ 0 h 177"/>
                <a:gd name="T140" fmla="*/ 806 w 806"/>
                <a:gd name="T141" fmla="*/ 177 h 17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806" h="177">
                  <a:moveTo>
                    <a:pt x="67" y="171"/>
                  </a:moveTo>
                  <a:lnTo>
                    <a:pt x="68" y="171"/>
                  </a:lnTo>
                  <a:lnTo>
                    <a:pt x="109" y="151"/>
                  </a:lnTo>
                  <a:lnTo>
                    <a:pt x="151" y="135"/>
                  </a:lnTo>
                  <a:lnTo>
                    <a:pt x="196" y="122"/>
                  </a:lnTo>
                  <a:lnTo>
                    <a:pt x="242" y="110"/>
                  </a:lnTo>
                  <a:lnTo>
                    <a:pt x="287" y="102"/>
                  </a:lnTo>
                  <a:lnTo>
                    <a:pt x="335" y="97"/>
                  </a:lnTo>
                  <a:lnTo>
                    <a:pt x="382" y="95"/>
                  </a:lnTo>
                  <a:lnTo>
                    <a:pt x="430" y="94"/>
                  </a:lnTo>
                  <a:lnTo>
                    <a:pt x="477" y="97"/>
                  </a:lnTo>
                  <a:lnTo>
                    <a:pt x="524" y="102"/>
                  </a:lnTo>
                  <a:lnTo>
                    <a:pt x="568" y="108"/>
                  </a:lnTo>
                  <a:lnTo>
                    <a:pt x="612" y="117"/>
                  </a:lnTo>
                  <a:lnTo>
                    <a:pt x="654" y="128"/>
                  </a:lnTo>
                  <a:lnTo>
                    <a:pt x="693" y="141"/>
                  </a:lnTo>
                  <a:lnTo>
                    <a:pt x="730" y="155"/>
                  </a:lnTo>
                  <a:lnTo>
                    <a:pt x="764" y="171"/>
                  </a:lnTo>
                  <a:lnTo>
                    <a:pt x="806" y="89"/>
                  </a:lnTo>
                  <a:lnTo>
                    <a:pt x="768" y="70"/>
                  </a:lnTo>
                  <a:lnTo>
                    <a:pt x="725" y="54"/>
                  </a:lnTo>
                  <a:lnTo>
                    <a:pt x="680" y="39"/>
                  </a:lnTo>
                  <a:lnTo>
                    <a:pt x="633" y="26"/>
                  </a:lnTo>
                  <a:lnTo>
                    <a:pt x="585" y="16"/>
                  </a:lnTo>
                  <a:lnTo>
                    <a:pt x="536" y="8"/>
                  </a:lnTo>
                  <a:lnTo>
                    <a:pt x="484" y="3"/>
                  </a:lnTo>
                  <a:lnTo>
                    <a:pt x="433" y="0"/>
                  </a:lnTo>
                  <a:lnTo>
                    <a:pt x="380" y="1"/>
                  </a:lnTo>
                  <a:lnTo>
                    <a:pt x="328" y="3"/>
                  </a:lnTo>
                  <a:lnTo>
                    <a:pt x="276" y="10"/>
                  </a:lnTo>
                  <a:lnTo>
                    <a:pt x="223" y="19"/>
                  </a:lnTo>
                  <a:lnTo>
                    <a:pt x="172" y="30"/>
                  </a:lnTo>
                  <a:lnTo>
                    <a:pt x="121" y="46"/>
                  </a:lnTo>
                  <a:lnTo>
                    <a:pt x="72" y="67"/>
                  </a:lnTo>
                  <a:lnTo>
                    <a:pt x="24" y="89"/>
                  </a:lnTo>
                  <a:lnTo>
                    <a:pt x="25" y="89"/>
                  </a:lnTo>
                  <a:lnTo>
                    <a:pt x="24" y="89"/>
                  </a:lnTo>
                  <a:lnTo>
                    <a:pt x="8" y="102"/>
                  </a:lnTo>
                  <a:lnTo>
                    <a:pt x="0" y="118"/>
                  </a:lnTo>
                  <a:lnTo>
                    <a:pt x="0" y="136"/>
                  </a:lnTo>
                  <a:lnTo>
                    <a:pt x="6" y="152"/>
                  </a:lnTo>
                  <a:lnTo>
                    <a:pt x="17" y="165"/>
                  </a:lnTo>
                  <a:lnTo>
                    <a:pt x="31" y="175"/>
                  </a:lnTo>
                  <a:lnTo>
                    <a:pt x="48" y="177"/>
                  </a:lnTo>
                  <a:lnTo>
                    <a:pt x="68" y="171"/>
                  </a:lnTo>
                  <a:lnTo>
                    <a:pt x="67" y="1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8987" name="Freeform 41"/>
            <p:cNvSpPr>
              <a:spLocks/>
            </p:cNvSpPr>
            <p:nvPr/>
          </p:nvSpPr>
          <p:spPr bwMode="auto">
            <a:xfrm>
              <a:off x="931" y="1456"/>
              <a:ext cx="280" cy="158"/>
            </a:xfrm>
            <a:custGeom>
              <a:avLst/>
              <a:gdLst>
                <a:gd name="T0" fmla="*/ 1 w 1402"/>
                <a:gd name="T1" fmla="*/ 6 h 787"/>
                <a:gd name="T2" fmla="*/ 1 w 1402"/>
                <a:gd name="T3" fmla="*/ 6 h 787"/>
                <a:gd name="T4" fmla="*/ 11 w 1402"/>
                <a:gd name="T5" fmla="*/ 1 h 787"/>
                <a:gd name="T6" fmla="*/ 11 w 1402"/>
                <a:gd name="T7" fmla="*/ 0 h 787"/>
                <a:gd name="T8" fmla="*/ 0 w 1402"/>
                <a:gd name="T9" fmla="*/ 6 h 787"/>
                <a:gd name="T10" fmla="*/ 0 w 1402"/>
                <a:gd name="T11" fmla="*/ 6 h 787"/>
                <a:gd name="T12" fmla="*/ 0 w 1402"/>
                <a:gd name="T13" fmla="*/ 6 h 787"/>
                <a:gd name="T14" fmla="*/ 0 w 1402"/>
                <a:gd name="T15" fmla="*/ 6 h 787"/>
                <a:gd name="T16" fmla="*/ 0 w 1402"/>
                <a:gd name="T17" fmla="*/ 6 h 787"/>
                <a:gd name="T18" fmla="*/ 0 w 1402"/>
                <a:gd name="T19" fmla="*/ 6 h 787"/>
                <a:gd name="T20" fmla="*/ 0 w 1402"/>
                <a:gd name="T21" fmla="*/ 6 h 787"/>
                <a:gd name="T22" fmla="*/ 0 w 1402"/>
                <a:gd name="T23" fmla="*/ 6 h 787"/>
                <a:gd name="T24" fmla="*/ 0 w 1402"/>
                <a:gd name="T25" fmla="*/ 6 h 787"/>
                <a:gd name="T26" fmla="*/ 0 w 1402"/>
                <a:gd name="T27" fmla="*/ 6 h 787"/>
                <a:gd name="T28" fmla="*/ 1 w 1402"/>
                <a:gd name="T29" fmla="*/ 6 h 787"/>
                <a:gd name="T30" fmla="*/ 1 w 1402"/>
                <a:gd name="T31" fmla="*/ 6 h 78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02"/>
                <a:gd name="T49" fmla="*/ 0 h 787"/>
                <a:gd name="T50" fmla="*/ 1402 w 1402"/>
                <a:gd name="T51" fmla="*/ 787 h 78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02" h="787">
                  <a:moveTo>
                    <a:pt x="69" y="781"/>
                  </a:moveTo>
                  <a:lnTo>
                    <a:pt x="66" y="781"/>
                  </a:lnTo>
                  <a:lnTo>
                    <a:pt x="1402" y="82"/>
                  </a:lnTo>
                  <a:lnTo>
                    <a:pt x="1360" y="0"/>
                  </a:lnTo>
                  <a:lnTo>
                    <a:pt x="24" y="699"/>
                  </a:lnTo>
                  <a:lnTo>
                    <a:pt x="22" y="699"/>
                  </a:lnTo>
                  <a:lnTo>
                    <a:pt x="24" y="699"/>
                  </a:lnTo>
                  <a:lnTo>
                    <a:pt x="8" y="712"/>
                  </a:lnTo>
                  <a:lnTo>
                    <a:pt x="1" y="727"/>
                  </a:lnTo>
                  <a:lnTo>
                    <a:pt x="0" y="744"/>
                  </a:lnTo>
                  <a:lnTo>
                    <a:pt x="5" y="761"/>
                  </a:lnTo>
                  <a:lnTo>
                    <a:pt x="15" y="775"/>
                  </a:lnTo>
                  <a:lnTo>
                    <a:pt x="30" y="784"/>
                  </a:lnTo>
                  <a:lnTo>
                    <a:pt x="46" y="787"/>
                  </a:lnTo>
                  <a:lnTo>
                    <a:pt x="66" y="781"/>
                  </a:lnTo>
                  <a:lnTo>
                    <a:pt x="69" y="7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8988" name="Freeform 42"/>
            <p:cNvSpPr>
              <a:spLocks/>
            </p:cNvSpPr>
            <p:nvPr/>
          </p:nvSpPr>
          <p:spPr bwMode="auto">
            <a:xfrm>
              <a:off x="868" y="1596"/>
              <a:ext cx="77" cy="126"/>
            </a:xfrm>
            <a:custGeom>
              <a:avLst/>
              <a:gdLst>
                <a:gd name="T0" fmla="*/ 1 w 382"/>
                <a:gd name="T1" fmla="*/ 5 h 628"/>
                <a:gd name="T2" fmla="*/ 1 w 382"/>
                <a:gd name="T3" fmla="*/ 5 h 628"/>
                <a:gd name="T4" fmla="*/ 1 w 382"/>
                <a:gd name="T5" fmla="*/ 4 h 628"/>
                <a:gd name="T6" fmla="*/ 1 w 382"/>
                <a:gd name="T7" fmla="*/ 4 h 628"/>
                <a:gd name="T8" fmla="*/ 1 w 382"/>
                <a:gd name="T9" fmla="*/ 4 h 628"/>
                <a:gd name="T10" fmla="*/ 1 w 382"/>
                <a:gd name="T11" fmla="*/ 3 h 628"/>
                <a:gd name="T12" fmla="*/ 1 w 382"/>
                <a:gd name="T13" fmla="*/ 3 h 628"/>
                <a:gd name="T14" fmla="*/ 1 w 382"/>
                <a:gd name="T15" fmla="*/ 3 h 628"/>
                <a:gd name="T16" fmla="*/ 1 w 382"/>
                <a:gd name="T17" fmla="*/ 3 h 628"/>
                <a:gd name="T18" fmla="*/ 1 w 382"/>
                <a:gd name="T19" fmla="*/ 2 h 628"/>
                <a:gd name="T20" fmla="*/ 2 w 382"/>
                <a:gd name="T21" fmla="*/ 2 h 628"/>
                <a:gd name="T22" fmla="*/ 2 w 382"/>
                <a:gd name="T23" fmla="*/ 2 h 628"/>
                <a:gd name="T24" fmla="*/ 2 w 382"/>
                <a:gd name="T25" fmla="*/ 2 h 628"/>
                <a:gd name="T26" fmla="*/ 2 w 382"/>
                <a:gd name="T27" fmla="*/ 1 h 628"/>
                <a:gd name="T28" fmla="*/ 2 w 382"/>
                <a:gd name="T29" fmla="*/ 1 h 628"/>
                <a:gd name="T30" fmla="*/ 3 w 382"/>
                <a:gd name="T31" fmla="*/ 1 h 628"/>
                <a:gd name="T32" fmla="*/ 3 w 382"/>
                <a:gd name="T33" fmla="*/ 1 h 628"/>
                <a:gd name="T34" fmla="*/ 3 w 382"/>
                <a:gd name="T35" fmla="*/ 1 h 628"/>
                <a:gd name="T36" fmla="*/ 3 w 382"/>
                <a:gd name="T37" fmla="*/ 0 h 628"/>
                <a:gd name="T38" fmla="*/ 2 w 382"/>
                <a:gd name="T39" fmla="*/ 0 h 628"/>
                <a:gd name="T40" fmla="*/ 2 w 382"/>
                <a:gd name="T41" fmla="*/ 0 h 628"/>
                <a:gd name="T42" fmla="*/ 2 w 382"/>
                <a:gd name="T43" fmla="*/ 1 h 628"/>
                <a:gd name="T44" fmla="*/ 2 w 382"/>
                <a:gd name="T45" fmla="*/ 1 h 628"/>
                <a:gd name="T46" fmla="*/ 1 w 382"/>
                <a:gd name="T47" fmla="*/ 1 h 628"/>
                <a:gd name="T48" fmla="*/ 1 w 382"/>
                <a:gd name="T49" fmla="*/ 1 h 628"/>
                <a:gd name="T50" fmla="*/ 1 w 382"/>
                <a:gd name="T51" fmla="*/ 2 h 628"/>
                <a:gd name="T52" fmla="*/ 1 w 382"/>
                <a:gd name="T53" fmla="*/ 2 h 628"/>
                <a:gd name="T54" fmla="*/ 1 w 382"/>
                <a:gd name="T55" fmla="*/ 2 h 628"/>
                <a:gd name="T56" fmla="*/ 0 w 382"/>
                <a:gd name="T57" fmla="*/ 3 h 628"/>
                <a:gd name="T58" fmla="*/ 0 w 382"/>
                <a:gd name="T59" fmla="*/ 3 h 628"/>
                <a:gd name="T60" fmla="*/ 0 w 382"/>
                <a:gd name="T61" fmla="*/ 3 h 628"/>
                <a:gd name="T62" fmla="*/ 0 w 382"/>
                <a:gd name="T63" fmla="*/ 4 h 628"/>
                <a:gd name="T64" fmla="*/ 0 w 382"/>
                <a:gd name="T65" fmla="*/ 4 h 628"/>
                <a:gd name="T66" fmla="*/ 0 w 382"/>
                <a:gd name="T67" fmla="*/ 4 h 628"/>
                <a:gd name="T68" fmla="*/ 0 w 382"/>
                <a:gd name="T69" fmla="*/ 5 h 628"/>
                <a:gd name="T70" fmla="*/ 0 w 382"/>
                <a:gd name="T71" fmla="*/ 5 h 628"/>
                <a:gd name="T72" fmla="*/ 0 w 382"/>
                <a:gd name="T73" fmla="*/ 5 h 628"/>
                <a:gd name="T74" fmla="*/ 0 w 382"/>
                <a:gd name="T75" fmla="*/ 5 h 628"/>
                <a:gd name="T76" fmla="*/ 0 w 382"/>
                <a:gd name="T77" fmla="*/ 5 h 628"/>
                <a:gd name="T78" fmla="*/ 0 w 382"/>
                <a:gd name="T79" fmla="*/ 5 h 628"/>
                <a:gd name="T80" fmla="*/ 0 w 382"/>
                <a:gd name="T81" fmla="*/ 5 h 628"/>
                <a:gd name="T82" fmla="*/ 1 w 382"/>
                <a:gd name="T83" fmla="*/ 5 h 628"/>
                <a:gd name="T84" fmla="*/ 1 w 382"/>
                <a:gd name="T85" fmla="*/ 5 h 628"/>
                <a:gd name="T86" fmla="*/ 1 w 382"/>
                <a:gd name="T87" fmla="*/ 5 h 628"/>
                <a:gd name="T88" fmla="*/ 1 w 382"/>
                <a:gd name="T89" fmla="*/ 5 h 628"/>
                <a:gd name="T90" fmla="*/ 1 w 382"/>
                <a:gd name="T91" fmla="*/ 5 h 628"/>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382"/>
                <a:gd name="T139" fmla="*/ 0 h 628"/>
                <a:gd name="T140" fmla="*/ 382 w 382"/>
                <a:gd name="T141" fmla="*/ 628 h 628"/>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382" h="628">
                  <a:moveTo>
                    <a:pt x="94" y="581"/>
                  </a:moveTo>
                  <a:lnTo>
                    <a:pt x="94" y="582"/>
                  </a:lnTo>
                  <a:lnTo>
                    <a:pt x="96" y="541"/>
                  </a:lnTo>
                  <a:lnTo>
                    <a:pt x="99" y="500"/>
                  </a:lnTo>
                  <a:lnTo>
                    <a:pt x="106" y="463"/>
                  </a:lnTo>
                  <a:lnTo>
                    <a:pt x="115" y="424"/>
                  </a:lnTo>
                  <a:lnTo>
                    <a:pt x="127" y="389"/>
                  </a:lnTo>
                  <a:lnTo>
                    <a:pt x="140" y="353"/>
                  </a:lnTo>
                  <a:lnTo>
                    <a:pt x="156" y="320"/>
                  </a:lnTo>
                  <a:lnTo>
                    <a:pt x="173" y="287"/>
                  </a:lnTo>
                  <a:lnTo>
                    <a:pt x="193" y="255"/>
                  </a:lnTo>
                  <a:lnTo>
                    <a:pt x="214" y="226"/>
                  </a:lnTo>
                  <a:lnTo>
                    <a:pt x="238" y="198"/>
                  </a:lnTo>
                  <a:lnTo>
                    <a:pt x="263" y="172"/>
                  </a:lnTo>
                  <a:lnTo>
                    <a:pt x="290" y="146"/>
                  </a:lnTo>
                  <a:lnTo>
                    <a:pt x="318" y="122"/>
                  </a:lnTo>
                  <a:lnTo>
                    <a:pt x="349" y="101"/>
                  </a:lnTo>
                  <a:lnTo>
                    <a:pt x="382" y="82"/>
                  </a:lnTo>
                  <a:lnTo>
                    <a:pt x="335" y="0"/>
                  </a:lnTo>
                  <a:lnTo>
                    <a:pt x="297" y="23"/>
                  </a:lnTo>
                  <a:lnTo>
                    <a:pt x="262" y="49"/>
                  </a:lnTo>
                  <a:lnTo>
                    <a:pt x="229" y="76"/>
                  </a:lnTo>
                  <a:lnTo>
                    <a:pt x="198" y="104"/>
                  </a:lnTo>
                  <a:lnTo>
                    <a:pt x="167" y="137"/>
                  </a:lnTo>
                  <a:lnTo>
                    <a:pt x="142" y="170"/>
                  </a:lnTo>
                  <a:lnTo>
                    <a:pt x="116" y="204"/>
                  </a:lnTo>
                  <a:lnTo>
                    <a:pt x="94" y="240"/>
                  </a:lnTo>
                  <a:lnTo>
                    <a:pt x="74" y="278"/>
                  </a:lnTo>
                  <a:lnTo>
                    <a:pt x="54" y="317"/>
                  </a:lnTo>
                  <a:lnTo>
                    <a:pt x="38" y="359"/>
                  </a:lnTo>
                  <a:lnTo>
                    <a:pt x="26" y="401"/>
                  </a:lnTo>
                  <a:lnTo>
                    <a:pt x="15" y="444"/>
                  </a:lnTo>
                  <a:lnTo>
                    <a:pt x="8" y="489"/>
                  </a:lnTo>
                  <a:lnTo>
                    <a:pt x="2" y="534"/>
                  </a:lnTo>
                  <a:lnTo>
                    <a:pt x="0" y="580"/>
                  </a:lnTo>
                  <a:lnTo>
                    <a:pt x="0" y="581"/>
                  </a:lnTo>
                  <a:lnTo>
                    <a:pt x="0" y="580"/>
                  </a:lnTo>
                  <a:lnTo>
                    <a:pt x="3" y="600"/>
                  </a:lnTo>
                  <a:lnTo>
                    <a:pt x="14" y="615"/>
                  </a:lnTo>
                  <a:lnTo>
                    <a:pt x="29" y="625"/>
                  </a:lnTo>
                  <a:lnTo>
                    <a:pt x="45" y="628"/>
                  </a:lnTo>
                  <a:lnTo>
                    <a:pt x="63" y="626"/>
                  </a:lnTo>
                  <a:lnTo>
                    <a:pt x="78" y="616"/>
                  </a:lnTo>
                  <a:lnTo>
                    <a:pt x="89" y="602"/>
                  </a:lnTo>
                  <a:lnTo>
                    <a:pt x="94" y="582"/>
                  </a:lnTo>
                  <a:lnTo>
                    <a:pt x="94" y="5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8989" name="Freeform 43"/>
            <p:cNvSpPr>
              <a:spLocks/>
            </p:cNvSpPr>
            <p:nvPr/>
          </p:nvSpPr>
          <p:spPr bwMode="auto">
            <a:xfrm>
              <a:off x="868" y="1712"/>
              <a:ext cx="19" cy="364"/>
            </a:xfrm>
            <a:custGeom>
              <a:avLst/>
              <a:gdLst>
                <a:gd name="T0" fmla="*/ 1 w 94"/>
                <a:gd name="T1" fmla="*/ 14 h 1818"/>
                <a:gd name="T2" fmla="*/ 1 w 94"/>
                <a:gd name="T3" fmla="*/ 14 h 1818"/>
                <a:gd name="T4" fmla="*/ 1 w 94"/>
                <a:gd name="T5" fmla="*/ 0 h 1818"/>
                <a:gd name="T6" fmla="*/ 0 w 94"/>
                <a:gd name="T7" fmla="*/ 0 h 1818"/>
                <a:gd name="T8" fmla="*/ 0 w 94"/>
                <a:gd name="T9" fmla="*/ 14 h 1818"/>
                <a:gd name="T10" fmla="*/ 0 w 94"/>
                <a:gd name="T11" fmla="*/ 14 h 1818"/>
                <a:gd name="T12" fmla="*/ 0 w 94"/>
                <a:gd name="T13" fmla="*/ 14 h 1818"/>
                <a:gd name="T14" fmla="*/ 0 w 94"/>
                <a:gd name="T15" fmla="*/ 14 h 1818"/>
                <a:gd name="T16" fmla="*/ 0 w 94"/>
                <a:gd name="T17" fmla="*/ 14 h 1818"/>
                <a:gd name="T18" fmla="*/ 0 w 94"/>
                <a:gd name="T19" fmla="*/ 15 h 1818"/>
                <a:gd name="T20" fmla="*/ 0 w 94"/>
                <a:gd name="T21" fmla="*/ 15 h 1818"/>
                <a:gd name="T22" fmla="*/ 1 w 94"/>
                <a:gd name="T23" fmla="*/ 15 h 1818"/>
                <a:gd name="T24" fmla="*/ 1 w 94"/>
                <a:gd name="T25" fmla="*/ 14 h 1818"/>
                <a:gd name="T26" fmla="*/ 1 w 94"/>
                <a:gd name="T27" fmla="*/ 14 h 1818"/>
                <a:gd name="T28" fmla="*/ 1 w 94"/>
                <a:gd name="T29" fmla="*/ 14 h 1818"/>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94"/>
                <a:gd name="T46" fmla="*/ 0 h 1818"/>
                <a:gd name="T47" fmla="*/ 94 w 94"/>
                <a:gd name="T48" fmla="*/ 1818 h 1818"/>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94" h="1818">
                  <a:moveTo>
                    <a:pt x="94" y="1771"/>
                  </a:moveTo>
                  <a:lnTo>
                    <a:pt x="94" y="1771"/>
                  </a:lnTo>
                  <a:lnTo>
                    <a:pt x="94" y="0"/>
                  </a:lnTo>
                  <a:lnTo>
                    <a:pt x="0" y="0"/>
                  </a:lnTo>
                  <a:lnTo>
                    <a:pt x="0" y="1771"/>
                  </a:lnTo>
                  <a:lnTo>
                    <a:pt x="3" y="1791"/>
                  </a:lnTo>
                  <a:lnTo>
                    <a:pt x="15" y="1806"/>
                  </a:lnTo>
                  <a:lnTo>
                    <a:pt x="29" y="1814"/>
                  </a:lnTo>
                  <a:lnTo>
                    <a:pt x="47" y="1818"/>
                  </a:lnTo>
                  <a:lnTo>
                    <a:pt x="64" y="1814"/>
                  </a:lnTo>
                  <a:lnTo>
                    <a:pt x="79" y="1806"/>
                  </a:lnTo>
                  <a:lnTo>
                    <a:pt x="90" y="1791"/>
                  </a:lnTo>
                  <a:lnTo>
                    <a:pt x="94" y="17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8990" name="Freeform 44"/>
            <p:cNvSpPr>
              <a:spLocks/>
            </p:cNvSpPr>
            <p:nvPr/>
          </p:nvSpPr>
          <p:spPr bwMode="auto">
            <a:xfrm>
              <a:off x="868" y="2067"/>
              <a:ext cx="90" cy="160"/>
            </a:xfrm>
            <a:custGeom>
              <a:avLst/>
              <a:gdLst>
                <a:gd name="T0" fmla="*/ 3 w 449"/>
                <a:gd name="T1" fmla="*/ 6 h 803"/>
                <a:gd name="T2" fmla="*/ 3 w 449"/>
                <a:gd name="T3" fmla="*/ 6 h 803"/>
                <a:gd name="T4" fmla="*/ 3 w 449"/>
                <a:gd name="T5" fmla="*/ 5 h 803"/>
                <a:gd name="T6" fmla="*/ 3 w 449"/>
                <a:gd name="T7" fmla="*/ 5 h 803"/>
                <a:gd name="T8" fmla="*/ 3 w 449"/>
                <a:gd name="T9" fmla="*/ 5 h 803"/>
                <a:gd name="T10" fmla="*/ 2 w 449"/>
                <a:gd name="T11" fmla="*/ 5 h 803"/>
                <a:gd name="T12" fmla="*/ 2 w 449"/>
                <a:gd name="T13" fmla="*/ 4 h 803"/>
                <a:gd name="T14" fmla="*/ 2 w 449"/>
                <a:gd name="T15" fmla="*/ 4 h 803"/>
                <a:gd name="T16" fmla="*/ 2 w 449"/>
                <a:gd name="T17" fmla="*/ 4 h 803"/>
                <a:gd name="T18" fmla="*/ 2 w 449"/>
                <a:gd name="T19" fmla="*/ 3 h 803"/>
                <a:gd name="T20" fmla="*/ 1 w 449"/>
                <a:gd name="T21" fmla="*/ 3 h 803"/>
                <a:gd name="T22" fmla="*/ 1 w 449"/>
                <a:gd name="T23" fmla="*/ 2 h 803"/>
                <a:gd name="T24" fmla="*/ 1 w 449"/>
                <a:gd name="T25" fmla="*/ 2 h 803"/>
                <a:gd name="T26" fmla="*/ 1 w 449"/>
                <a:gd name="T27" fmla="*/ 2 h 803"/>
                <a:gd name="T28" fmla="*/ 1 w 449"/>
                <a:gd name="T29" fmla="*/ 1 h 803"/>
                <a:gd name="T30" fmla="*/ 1 w 449"/>
                <a:gd name="T31" fmla="*/ 1 h 803"/>
                <a:gd name="T32" fmla="*/ 1 w 449"/>
                <a:gd name="T33" fmla="*/ 0 h 803"/>
                <a:gd name="T34" fmla="*/ 1 w 449"/>
                <a:gd name="T35" fmla="*/ 0 h 803"/>
                <a:gd name="T36" fmla="*/ 0 w 449"/>
                <a:gd name="T37" fmla="*/ 0 h 803"/>
                <a:gd name="T38" fmla="*/ 0 w 449"/>
                <a:gd name="T39" fmla="*/ 0 h 803"/>
                <a:gd name="T40" fmla="*/ 0 w 449"/>
                <a:gd name="T41" fmla="*/ 1 h 803"/>
                <a:gd name="T42" fmla="*/ 0 w 449"/>
                <a:gd name="T43" fmla="*/ 1 h 803"/>
                <a:gd name="T44" fmla="*/ 0 w 449"/>
                <a:gd name="T45" fmla="*/ 2 h 803"/>
                <a:gd name="T46" fmla="*/ 0 w 449"/>
                <a:gd name="T47" fmla="*/ 2 h 803"/>
                <a:gd name="T48" fmla="*/ 0 w 449"/>
                <a:gd name="T49" fmla="*/ 3 h 803"/>
                <a:gd name="T50" fmla="*/ 1 w 449"/>
                <a:gd name="T51" fmla="*/ 3 h 803"/>
                <a:gd name="T52" fmla="*/ 1 w 449"/>
                <a:gd name="T53" fmla="*/ 4 h 803"/>
                <a:gd name="T54" fmla="*/ 1 w 449"/>
                <a:gd name="T55" fmla="*/ 4 h 803"/>
                <a:gd name="T56" fmla="*/ 1 w 449"/>
                <a:gd name="T57" fmla="*/ 4 h 803"/>
                <a:gd name="T58" fmla="*/ 2 w 449"/>
                <a:gd name="T59" fmla="*/ 5 h 803"/>
                <a:gd name="T60" fmla="*/ 2 w 449"/>
                <a:gd name="T61" fmla="*/ 5 h 803"/>
                <a:gd name="T62" fmla="*/ 2 w 449"/>
                <a:gd name="T63" fmla="*/ 5 h 803"/>
                <a:gd name="T64" fmla="*/ 2 w 449"/>
                <a:gd name="T65" fmla="*/ 6 h 803"/>
                <a:gd name="T66" fmla="*/ 3 w 449"/>
                <a:gd name="T67" fmla="*/ 6 h 803"/>
                <a:gd name="T68" fmla="*/ 3 w 449"/>
                <a:gd name="T69" fmla="*/ 6 h 803"/>
                <a:gd name="T70" fmla="*/ 3 w 449"/>
                <a:gd name="T71" fmla="*/ 6 h 803"/>
                <a:gd name="T72" fmla="*/ 3 w 449"/>
                <a:gd name="T73" fmla="*/ 6 h 803"/>
                <a:gd name="T74" fmla="*/ 3 w 449"/>
                <a:gd name="T75" fmla="*/ 6 h 803"/>
                <a:gd name="T76" fmla="*/ 3 w 449"/>
                <a:gd name="T77" fmla="*/ 6 h 803"/>
                <a:gd name="T78" fmla="*/ 3 w 449"/>
                <a:gd name="T79" fmla="*/ 6 h 803"/>
                <a:gd name="T80" fmla="*/ 4 w 449"/>
                <a:gd name="T81" fmla="*/ 6 h 803"/>
                <a:gd name="T82" fmla="*/ 4 w 449"/>
                <a:gd name="T83" fmla="*/ 6 h 803"/>
                <a:gd name="T84" fmla="*/ 4 w 449"/>
                <a:gd name="T85" fmla="*/ 6 h 803"/>
                <a:gd name="T86" fmla="*/ 4 w 449"/>
                <a:gd name="T87" fmla="*/ 6 h 803"/>
                <a:gd name="T88" fmla="*/ 3 w 449"/>
                <a:gd name="T89" fmla="*/ 6 h 803"/>
                <a:gd name="T90" fmla="*/ 3 w 449"/>
                <a:gd name="T91" fmla="*/ 6 h 80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449"/>
                <a:gd name="T139" fmla="*/ 0 h 803"/>
                <a:gd name="T140" fmla="*/ 449 w 449"/>
                <a:gd name="T141" fmla="*/ 803 h 80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449" h="803">
                  <a:moveTo>
                    <a:pt x="426" y="717"/>
                  </a:moveTo>
                  <a:lnTo>
                    <a:pt x="427" y="717"/>
                  </a:lnTo>
                  <a:lnTo>
                    <a:pt x="395" y="693"/>
                  </a:lnTo>
                  <a:lnTo>
                    <a:pt x="361" y="662"/>
                  </a:lnTo>
                  <a:lnTo>
                    <a:pt x="329" y="628"/>
                  </a:lnTo>
                  <a:lnTo>
                    <a:pt x="299" y="591"/>
                  </a:lnTo>
                  <a:lnTo>
                    <a:pt x="269" y="551"/>
                  </a:lnTo>
                  <a:lnTo>
                    <a:pt x="241" y="507"/>
                  </a:lnTo>
                  <a:lnTo>
                    <a:pt x="215" y="460"/>
                  </a:lnTo>
                  <a:lnTo>
                    <a:pt x="191" y="412"/>
                  </a:lnTo>
                  <a:lnTo>
                    <a:pt x="170" y="363"/>
                  </a:lnTo>
                  <a:lnTo>
                    <a:pt x="151" y="312"/>
                  </a:lnTo>
                  <a:lnTo>
                    <a:pt x="133" y="259"/>
                  </a:lnTo>
                  <a:lnTo>
                    <a:pt x="119" y="207"/>
                  </a:lnTo>
                  <a:lnTo>
                    <a:pt x="108" y="156"/>
                  </a:lnTo>
                  <a:lnTo>
                    <a:pt x="101" y="103"/>
                  </a:lnTo>
                  <a:lnTo>
                    <a:pt x="96" y="51"/>
                  </a:lnTo>
                  <a:lnTo>
                    <a:pt x="94" y="0"/>
                  </a:lnTo>
                  <a:lnTo>
                    <a:pt x="0" y="0"/>
                  </a:lnTo>
                  <a:lnTo>
                    <a:pt x="2" y="56"/>
                  </a:lnTo>
                  <a:lnTo>
                    <a:pt x="7" y="115"/>
                  </a:lnTo>
                  <a:lnTo>
                    <a:pt x="16" y="172"/>
                  </a:lnTo>
                  <a:lnTo>
                    <a:pt x="28" y="231"/>
                  </a:lnTo>
                  <a:lnTo>
                    <a:pt x="44" y="287"/>
                  </a:lnTo>
                  <a:lnTo>
                    <a:pt x="62" y="342"/>
                  </a:lnTo>
                  <a:lnTo>
                    <a:pt x="83" y="398"/>
                  </a:lnTo>
                  <a:lnTo>
                    <a:pt x="106" y="452"/>
                  </a:lnTo>
                  <a:lnTo>
                    <a:pt x="133" y="505"/>
                  </a:lnTo>
                  <a:lnTo>
                    <a:pt x="161" y="554"/>
                  </a:lnTo>
                  <a:lnTo>
                    <a:pt x="192" y="602"/>
                  </a:lnTo>
                  <a:lnTo>
                    <a:pt x="224" y="647"/>
                  </a:lnTo>
                  <a:lnTo>
                    <a:pt x="259" y="689"/>
                  </a:lnTo>
                  <a:lnTo>
                    <a:pt x="295" y="728"/>
                  </a:lnTo>
                  <a:lnTo>
                    <a:pt x="334" y="763"/>
                  </a:lnTo>
                  <a:lnTo>
                    <a:pt x="374" y="795"/>
                  </a:lnTo>
                  <a:lnTo>
                    <a:pt x="375" y="795"/>
                  </a:lnTo>
                  <a:lnTo>
                    <a:pt x="374" y="795"/>
                  </a:lnTo>
                  <a:lnTo>
                    <a:pt x="392" y="803"/>
                  </a:lnTo>
                  <a:lnTo>
                    <a:pt x="411" y="803"/>
                  </a:lnTo>
                  <a:lnTo>
                    <a:pt x="426" y="795"/>
                  </a:lnTo>
                  <a:lnTo>
                    <a:pt x="439" y="782"/>
                  </a:lnTo>
                  <a:lnTo>
                    <a:pt x="446" y="766"/>
                  </a:lnTo>
                  <a:lnTo>
                    <a:pt x="449" y="749"/>
                  </a:lnTo>
                  <a:lnTo>
                    <a:pt x="441" y="732"/>
                  </a:lnTo>
                  <a:lnTo>
                    <a:pt x="427" y="717"/>
                  </a:lnTo>
                  <a:lnTo>
                    <a:pt x="426" y="71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8991" name="Freeform 45"/>
            <p:cNvSpPr>
              <a:spLocks/>
            </p:cNvSpPr>
            <p:nvPr/>
          </p:nvSpPr>
          <p:spPr bwMode="auto">
            <a:xfrm>
              <a:off x="883" y="1673"/>
              <a:ext cx="379" cy="690"/>
            </a:xfrm>
            <a:custGeom>
              <a:avLst/>
              <a:gdLst>
                <a:gd name="T0" fmla="*/ 12 w 1897"/>
                <a:gd name="T1" fmla="*/ 6 h 3450"/>
                <a:gd name="T2" fmla="*/ 13 w 1897"/>
                <a:gd name="T3" fmla="*/ 7 h 3450"/>
                <a:gd name="T4" fmla="*/ 13 w 1897"/>
                <a:gd name="T5" fmla="*/ 7 h 3450"/>
                <a:gd name="T6" fmla="*/ 14 w 1897"/>
                <a:gd name="T7" fmla="*/ 8 h 3450"/>
                <a:gd name="T8" fmla="*/ 14 w 1897"/>
                <a:gd name="T9" fmla="*/ 9 h 3450"/>
                <a:gd name="T10" fmla="*/ 15 w 1897"/>
                <a:gd name="T11" fmla="*/ 10 h 3450"/>
                <a:gd name="T12" fmla="*/ 15 w 1897"/>
                <a:gd name="T13" fmla="*/ 11 h 3450"/>
                <a:gd name="T14" fmla="*/ 15 w 1897"/>
                <a:gd name="T15" fmla="*/ 11 h 3450"/>
                <a:gd name="T16" fmla="*/ 15 w 1897"/>
                <a:gd name="T17" fmla="*/ 12 h 3450"/>
                <a:gd name="T18" fmla="*/ 15 w 1897"/>
                <a:gd name="T19" fmla="*/ 26 h 3450"/>
                <a:gd name="T20" fmla="*/ 15 w 1897"/>
                <a:gd name="T21" fmla="*/ 26 h 3450"/>
                <a:gd name="T22" fmla="*/ 15 w 1897"/>
                <a:gd name="T23" fmla="*/ 27 h 3450"/>
                <a:gd name="T24" fmla="*/ 15 w 1897"/>
                <a:gd name="T25" fmla="*/ 27 h 3450"/>
                <a:gd name="T26" fmla="*/ 14 w 1897"/>
                <a:gd name="T27" fmla="*/ 27 h 3450"/>
                <a:gd name="T28" fmla="*/ 14 w 1897"/>
                <a:gd name="T29" fmla="*/ 28 h 3450"/>
                <a:gd name="T30" fmla="*/ 13 w 1897"/>
                <a:gd name="T31" fmla="*/ 28 h 3450"/>
                <a:gd name="T32" fmla="*/ 13 w 1897"/>
                <a:gd name="T33" fmla="*/ 27 h 3450"/>
                <a:gd name="T34" fmla="*/ 3 w 1897"/>
                <a:gd name="T35" fmla="*/ 21 h 3450"/>
                <a:gd name="T36" fmla="*/ 2 w 1897"/>
                <a:gd name="T37" fmla="*/ 21 h 3450"/>
                <a:gd name="T38" fmla="*/ 2 w 1897"/>
                <a:gd name="T39" fmla="*/ 20 h 3450"/>
                <a:gd name="T40" fmla="*/ 1 w 1897"/>
                <a:gd name="T41" fmla="*/ 19 h 3450"/>
                <a:gd name="T42" fmla="*/ 1 w 1897"/>
                <a:gd name="T43" fmla="*/ 19 h 3450"/>
                <a:gd name="T44" fmla="*/ 0 w 1897"/>
                <a:gd name="T45" fmla="*/ 18 h 3450"/>
                <a:gd name="T46" fmla="*/ 0 w 1897"/>
                <a:gd name="T47" fmla="*/ 17 h 3450"/>
                <a:gd name="T48" fmla="*/ 0 w 1897"/>
                <a:gd name="T49" fmla="*/ 16 h 3450"/>
                <a:gd name="T50" fmla="*/ 0 w 1897"/>
                <a:gd name="T51" fmla="*/ 15 h 3450"/>
                <a:gd name="T52" fmla="*/ 0 w 1897"/>
                <a:gd name="T53" fmla="*/ 2 h 3450"/>
                <a:gd name="T54" fmla="*/ 0 w 1897"/>
                <a:gd name="T55" fmla="*/ 1 h 3450"/>
                <a:gd name="T56" fmla="*/ 0 w 1897"/>
                <a:gd name="T57" fmla="*/ 1 h 3450"/>
                <a:gd name="T58" fmla="*/ 1 w 1897"/>
                <a:gd name="T59" fmla="*/ 0 h 3450"/>
                <a:gd name="T60" fmla="*/ 1 w 1897"/>
                <a:gd name="T61" fmla="*/ 0 h 3450"/>
                <a:gd name="T62" fmla="*/ 1 w 1897"/>
                <a:gd name="T63" fmla="*/ 0 h 3450"/>
                <a:gd name="T64" fmla="*/ 2 w 1897"/>
                <a:gd name="T65" fmla="*/ 0 h 3450"/>
                <a:gd name="T66" fmla="*/ 3 w 1897"/>
                <a:gd name="T67" fmla="*/ 0 h 3450"/>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897"/>
                <a:gd name="T103" fmla="*/ 0 h 3450"/>
                <a:gd name="T104" fmla="*/ 1897 w 1897"/>
                <a:gd name="T105" fmla="*/ 3450 h 3450"/>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897" h="3450">
                  <a:moveTo>
                    <a:pt x="357" y="49"/>
                  </a:moveTo>
                  <a:lnTo>
                    <a:pt x="1542" y="806"/>
                  </a:lnTo>
                  <a:lnTo>
                    <a:pt x="1579" y="832"/>
                  </a:lnTo>
                  <a:lnTo>
                    <a:pt x="1614" y="861"/>
                  </a:lnTo>
                  <a:lnTo>
                    <a:pt x="1648" y="895"/>
                  </a:lnTo>
                  <a:lnTo>
                    <a:pt x="1681" y="933"/>
                  </a:lnTo>
                  <a:lnTo>
                    <a:pt x="1711" y="973"/>
                  </a:lnTo>
                  <a:lnTo>
                    <a:pt x="1740" y="1016"/>
                  </a:lnTo>
                  <a:lnTo>
                    <a:pt x="1768" y="1062"/>
                  </a:lnTo>
                  <a:lnTo>
                    <a:pt x="1793" y="1109"/>
                  </a:lnTo>
                  <a:lnTo>
                    <a:pt x="1816" y="1158"/>
                  </a:lnTo>
                  <a:lnTo>
                    <a:pt x="1836" y="1208"/>
                  </a:lnTo>
                  <a:lnTo>
                    <a:pt x="1854" y="1260"/>
                  </a:lnTo>
                  <a:lnTo>
                    <a:pt x="1869" y="1313"/>
                  </a:lnTo>
                  <a:lnTo>
                    <a:pt x="1881" y="1364"/>
                  </a:lnTo>
                  <a:lnTo>
                    <a:pt x="1890" y="1417"/>
                  </a:lnTo>
                  <a:lnTo>
                    <a:pt x="1895" y="1469"/>
                  </a:lnTo>
                  <a:lnTo>
                    <a:pt x="1897" y="1519"/>
                  </a:lnTo>
                  <a:lnTo>
                    <a:pt x="1897" y="3142"/>
                  </a:lnTo>
                  <a:lnTo>
                    <a:pt x="1895" y="3190"/>
                  </a:lnTo>
                  <a:lnTo>
                    <a:pt x="1890" y="3235"/>
                  </a:lnTo>
                  <a:lnTo>
                    <a:pt x="1881" y="3276"/>
                  </a:lnTo>
                  <a:lnTo>
                    <a:pt x="1869" y="3313"/>
                  </a:lnTo>
                  <a:lnTo>
                    <a:pt x="1854" y="3346"/>
                  </a:lnTo>
                  <a:lnTo>
                    <a:pt x="1836" y="3375"/>
                  </a:lnTo>
                  <a:lnTo>
                    <a:pt x="1816" y="3398"/>
                  </a:lnTo>
                  <a:lnTo>
                    <a:pt x="1793" y="3418"/>
                  </a:lnTo>
                  <a:lnTo>
                    <a:pt x="1768" y="3434"/>
                  </a:lnTo>
                  <a:lnTo>
                    <a:pt x="1740" y="3444"/>
                  </a:lnTo>
                  <a:lnTo>
                    <a:pt x="1711" y="3450"/>
                  </a:lnTo>
                  <a:lnTo>
                    <a:pt x="1681" y="3450"/>
                  </a:lnTo>
                  <a:lnTo>
                    <a:pt x="1648" y="3445"/>
                  </a:lnTo>
                  <a:lnTo>
                    <a:pt x="1614" y="3436"/>
                  </a:lnTo>
                  <a:lnTo>
                    <a:pt x="1579" y="3421"/>
                  </a:lnTo>
                  <a:lnTo>
                    <a:pt x="1542" y="3400"/>
                  </a:lnTo>
                  <a:lnTo>
                    <a:pt x="357" y="2643"/>
                  </a:lnTo>
                  <a:lnTo>
                    <a:pt x="320" y="2618"/>
                  </a:lnTo>
                  <a:lnTo>
                    <a:pt x="285" y="2588"/>
                  </a:lnTo>
                  <a:lnTo>
                    <a:pt x="251" y="2554"/>
                  </a:lnTo>
                  <a:lnTo>
                    <a:pt x="218" y="2517"/>
                  </a:lnTo>
                  <a:lnTo>
                    <a:pt x="187" y="2477"/>
                  </a:lnTo>
                  <a:lnTo>
                    <a:pt x="157" y="2433"/>
                  </a:lnTo>
                  <a:lnTo>
                    <a:pt x="130" y="2388"/>
                  </a:lnTo>
                  <a:lnTo>
                    <a:pt x="105" y="2341"/>
                  </a:lnTo>
                  <a:lnTo>
                    <a:pt x="81" y="2292"/>
                  </a:lnTo>
                  <a:lnTo>
                    <a:pt x="61" y="2241"/>
                  </a:lnTo>
                  <a:lnTo>
                    <a:pt x="44" y="2190"/>
                  </a:lnTo>
                  <a:lnTo>
                    <a:pt x="29" y="2138"/>
                  </a:lnTo>
                  <a:lnTo>
                    <a:pt x="17" y="2085"/>
                  </a:lnTo>
                  <a:lnTo>
                    <a:pt x="7" y="2033"/>
                  </a:lnTo>
                  <a:lnTo>
                    <a:pt x="3" y="1981"/>
                  </a:lnTo>
                  <a:lnTo>
                    <a:pt x="0" y="1931"/>
                  </a:lnTo>
                  <a:lnTo>
                    <a:pt x="0" y="308"/>
                  </a:lnTo>
                  <a:lnTo>
                    <a:pt x="3" y="260"/>
                  </a:lnTo>
                  <a:lnTo>
                    <a:pt x="7" y="215"/>
                  </a:lnTo>
                  <a:lnTo>
                    <a:pt x="17" y="174"/>
                  </a:lnTo>
                  <a:lnTo>
                    <a:pt x="29" y="137"/>
                  </a:lnTo>
                  <a:lnTo>
                    <a:pt x="44" y="104"/>
                  </a:lnTo>
                  <a:lnTo>
                    <a:pt x="61" y="76"/>
                  </a:lnTo>
                  <a:lnTo>
                    <a:pt x="81" y="51"/>
                  </a:lnTo>
                  <a:lnTo>
                    <a:pt x="105" y="31"/>
                  </a:lnTo>
                  <a:lnTo>
                    <a:pt x="130" y="16"/>
                  </a:lnTo>
                  <a:lnTo>
                    <a:pt x="157" y="5"/>
                  </a:lnTo>
                  <a:lnTo>
                    <a:pt x="187" y="0"/>
                  </a:lnTo>
                  <a:lnTo>
                    <a:pt x="218" y="0"/>
                  </a:lnTo>
                  <a:lnTo>
                    <a:pt x="251" y="3"/>
                  </a:lnTo>
                  <a:lnTo>
                    <a:pt x="285" y="14"/>
                  </a:lnTo>
                  <a:lnTo>
                    <a:pt x="320" y="29"/>
                  </a:lnTo>
                  <a:lnTo>
                    <a:pt x="357" y="49"/>
                  </a:lnTo>
                  <a:close/>
                </a:path>
              </a:pathLst>
            </a:custGeom>
            <a:solidFill>
              <a:srgbClr val="BFBFB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8992" name="Freeform 46"/>
            <p:cNvSpPr>
              <a:spLocks/>
            </p:cNvSpPr>
            <p:nvPr/>
          </p:nvSpPr>
          <p:spPr bwMode="auto">
            <a:xfrm>
              <a:off x="1268" y="1663"/>
              <a:ext cx="393" cy="711"/>
            </a:xfrm>
            <a:custGeom>
              <a:avLst/>
              <a:gdLst>
                <a:gd name="T0" fmla="*/ 3 w 1962"/>
                <a:gd name="T1" fmla="*/ 7 h 3555"/>
                <a:gd name="T2" fmla="*/ 2 w 1962"/>
                <a:gd name="T3" fmla="*/ 7 h 3555"/>
                <a:gd name="T4" fmla="*/ 2 w 1962"/>
                <a:gd name="T5" fmla="*/ 8 h 3555"/>
                <a:gd name="T6" fmla="*/ 1 w 1962"/>
                <a:gd name="T7" fmla="*/ 8 h 3555"/>
                <a:gd name="T8" fmla="*/ 1 w 1962"/>
                <a:gd name="T9" fmla="*/ 9 h 3555"/>
                <a:gd name="T10" fmla="*/ 1 w 1962"/>
                <a:gd name="T11" fmla="*/ 10 h 3555"/>
                <a:gd name="T12" fmla="*/ 0 w 1962"/>
                <a:gd name="T13" fmla="*/ 11 h 3555"/>
                <a:gd name="T14" fmla="*/ 0 w 1962"/>
                <a:gd name="T15" fmla="*/ 12 h 3555"/>
                <a:gd name="T16" fmla="*/ 0 w 1962"/>
                <a:gd name="T17" fmla="*/ 13 h 3555"/>
                <a:gd name="T18" fmla="*/ 0 w 1962"/>
                <a:gd name="T19" fmla="*/ 26 h 3555"/>
                <a:gd name="T20" fmla="*/ 0 w 1962"/>
                <a:gd name="T21" fmla="*/ 27 h 3555"/>
                <a:gd name="T22" fmla="*/ 0 w 1962"/>
                <a:gd name="T23" fmla="*/ 28 h 3555"/>
                <a:gd name="T24" fmla="*/ 1 w 1962"/>
                <a:gd name="T25" fmla="*/ 28 h 3555"/>
                <a:gd name="T26" fmla="*/ 1 w 1962"/>
                <a:gd name="T27" fmla="*/ 28 h 3555"/>
                <a:gd name="T28" fmla="*/ 2 w 1962"/>
                <a:gd name="T29" fmla="*/ 28 h 3555"/>
                <a:gd name="T30" fmla="*/ 2 w 1962"/>
                <a:gd name="T31" fmla="*/ 28 h 3555"/>
                <a:gd name="T32" fmla="*/ 3 w 1962"/>
                <a:gd name="T33" fmla="*/ 28 h 3555"/>
                <a:gd name="T34" fmla="*/ 13 w 1962"/>
                <a:gd name="T35" fmla="*/ 22 h 3555"/>
                <a:gd name="T36" fmla="*/ 13 w 1962"/>
                <a:gd name="T37" fmla="*/ 21 h 3555"/>
                <a:gd name="T38" fmla="*/ 14 w 1962"/>
                <a:gd name="T39" fmla="*/ 21 h 3555"/>
                <a:gd name="T40" fmla="*/ 14 w 1962"/>
                <a:gd name="T41" fmla="*/ 20 h 3555"/>
                <a:gd name="T42" fmla="*/ 15 w 1962"/>
                <a:gd name="T43" fmla="*/ 19 h 3555"/>
                <a:gd name="T44" fmla="*/ 15 w 1962"/>
                <a:gd name="T45" fmla="*/ 18 h 3555"/>
                <a:gd name="T46" fmla="*/ 16 w 1962"/>
                <a:gd name="T47" fmla="*/ 18 h 3555"/>
                <a:gd name="T48" fmla="*/ 16 w 1962"/>
                <a:gd name="T49" fmla="*/ 17 h 3555"/>
                <a:gd name="T50" fmla="*/ 16 w 1962"/>
                <a:gd name="T51" fmla="*/ 16 h 3555"/>
                <a:gd name="T52" fmla="*/ 16 w 1962"/>
                <a:gd name="T53" fmla="*/ 2 h 3555"/>
                <a:gd name="T54" fmla="*/ 16 w 1962"/>
                <a:gd name="T55" fmla="*/ 1 h 3555"/>
                <a:gd name="T56" fmla="*/ 15 w 1962"/>
                <a:gd name="T57" fmla="*/ 1 h 3555"/>
                <a:gd name="T58" fmla="*/ 15 w 1962"/>
                <a:gd name="T59" fmla="*/ 0 h 3555"/>
                <a:gd name="T60" fmla="*/ 15 w 1962"/>
                <a:gd name="T61" fmla="*/ 0 h 3555"/>
                <a:gd name="T62" fmla="*/ 14 w 1962"/>
                <a:gd name="T63" fmla="*/ 0 h 3555"/>
                <a:gd name="T64" fmla="*/ 14 w 1962"/>
                <a:gd name="T65" fmla="*/ 0 h 3555"/>
                <a:gd name="T66" fmla="*/ 13 w 1962"/>
                <a:gd name="T67" fmla="*/ 0 h 3555"/>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962"/>
                <a:gd name="T103" fmla="*/ 0 h 3555"/>
                <a:gd name="T104" fmla="*/ 1962 w 1962"/>
                <a:gd name="T105" fmla="*/ 3555 h 3555"/>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962" h="3555">
                  <a:moveTo>
                    <a:pt x="1594" y="50"/>
                  </a:moveTo>
                  <a:lnTo>
                    <a:pt x="368" y="831"/>
                  </a:lnTo>
                  <a:lnTo>
                    <a:pt x="330" y="858"/>
                  </a:lnTo>
                  <a:lnTo>
                    <a:pt x="294" y="888"/>
                  </a:lnTo>
                  <a:lnTo>
                    <a:pt x="259" y="922"/>
                  </a:lnTo>
                  <a:lnTo>
                    <a:pt x="225" y="961"/>
                  </a:lnTo>
                  <a:lnTo>
                    <a:pt x="193" y="1003"/>
                  </a:lnTo>
                  <a:lnTo>
                    <a:pt x="163" y="1047"/>
                  </a:lnTo>
                  <a:lnTo>
                    <a:pt x="133" y="1094"/>
                  </a:lnTo>
                  <a:lnTo>
                    <a:pt x="108" y="1143"/>
                  </a:lnTo>
                  <a:lnTo>
                    <a:pt x="84" y="1193"/>
                  </a:lnTo>
                  <a:lnTo>
                    <a:pt x="63" y="1246"/>
                  </a:lnTo>
                  <a:lnTo>
                    <a:pt x="44" y="1299"/>
                  </a:lnTo>
                  <a:lnTo>
                    <a:pt x="29" y="1353"/>
                  </a:lnTo>
                  <a:lnTo>
                    <a:pt x="16" y="1405"/>
                  </a:lnTo>
                  <a:lnTo>
                    <a:pt x="7" y="1459"/>
                  </a:lnTo>
                  <a:lnTo>
                    <a:pt x="2" y="1512"/>
                  </a:lnTo>
                  <a:lnTo>
                    <a:pt x="0" y="1565"/>
                  </a:lnTo>
                  <a:lnTo>
                    <a:pt x="0" y="3237"/>
                  </a:lnTo>
                  <a:lnTo>
                    <a:pt x="2" y="3287"/>
                  </a:lnTo>
                  <a:lnTo>
                    <a:pt x="7" y="3333"/>
                  </a:lnTo>
                  <a:lnTo>
                    <a:pt x="16" y="3375"/>
                  </a:lnTo>
                  <a:lnTo>
                    <a:pt x="29" y="3413"/>
                  </a:lnTo>
                  <a:lnTo>
                    <a:pt x="44" y="3447"/>
                  </a:lnTo>
                  <a:lnTo>
                    <a:pt x="63" y="3477"/>
                  </a:lnTo>
                  <a:lnTo>
                    <a:pt x="84" y="3502"/>
                  </a:lnTo>
                  <a:lnTo>
                    <a:pt x="108" y="3522"/>
                  </a:lnTo>
                  <a:lnTo>
                    <a:pt x="133" y="3538"/>
                  </a:lnTo>
                  <a:lnTo>
                    <a:pt x="163" y="3549"/>
                  </a:lnTo>
                  <a:lnTo>
                    <a:pt x="193" y="3555"/>
                  </a:lnTo>
                  <a:lnTo>
                    <a:pt x="225" y="3555"/>
                  </a:lnTo>
                  <a:lnTo>
                    <a:pt x="259" y="3550"/>
                  </a:lnTo>
                  <a:lnTo>
                    <a:pt x="294" y="3541"/>
                  </a:lnTo>
                  <a:lnTo>
                    <a:pt x="330" y="3524"/>
                  </a:lnTo>
                  <a:lnTo>
                    <a:pt x="368" y="3503"/>
                  </a:lnTo>
                  <a:lnTo>
                    <a:pt x="1594" y="2722"/>
                  </a:lnTo>
                  <a:lnTo>
                    <a:pt x="1632" y="2696"/>
                  </a:lnTo>
                  <a:lnTo>
                    <a:pt x="1668" y="2665"/>
                  </a:lnTo>
                  <a:lnTo>
                    <a:pt x="1703" y="2631"/>
                  </a:lnTo>
                  <a:lnTo>
                    <a:pt x="1737" y="2592"/>
                  </a:lnTo>
                  <a:lnTo>
                    <a:pt x="1769" y="2551"/>
                  </a:lnTo>
                  <a:lnTo>
                    <a:pt x="1799" y="2506"/>
                  </a:lnTo>
                  <a:lnTo>
                    <a:pt x="1829" y="2460"/>
                  </a:lnTo>
                  <a:lnTo>
                    <a:pt x="1854" y="2411"/>
                  </a:lnTo>
                  <a:lnTo>
                    <a:pt x="1878" y="2361"/>
                  </a:lnTo>
                  <a:lnTo>
                    <a:pt x="1899" y="2308"/>
                  </a:lnTo>
                  <a:lnTo>
                    <a:pt x="1918" y="2256"/>
                  </a:lnTo>
                  <a:lnTo>
                    <a:pt x="1933" y="2202"/>
                  </a:lnTo>
                  <a:lnTo>
                    <a:pt x="1946" y="2149"/>
                  </a:lnTo>
                  <a:lnTo>
                    <a:pt x="1955" y="2095"/>
                  </a:lnTo>
                  <a:lnTo>
                    <a:pt x="1960" y="2042"/>
                  </a:lnTo>
                  <a:lnTo>
                    <a:pt x="1962" y="1989"/>
                  </a:lnTo>
                  <a:lnTo>
                    <a:pt x="1962" y="319"/>
                  </a:lnTo>
                  <a:lnTo>
                    <a:pt x="1960" y="269"/>
                  </a:lnTo>
                  <a:lnTo>
                    <a:pt x="1955" y="223"/>
                  </a:lnTo>
                  <a:lnTo>
                    <a:pt x="1946" y="180"/>
                  </a:lnTo>
                  <a:lnTo>
                    <a:pt x="1933" y="143"/>
                  </a:lnTo>
                  <a:lnTo>
                    <a:pt x="1918" y="109"/>
                  </a:lnTo>
                  <a:lnTo>
                    <a:pt x="1899" y="79"/>
                  </a:lnTo>
                  <a:lnTo>
                    <a:pt x="1878" y="54"/>
                  </a:lnTo>
                  <a:lnTo>
                    <a:pt x="1854" y="33"/>
                  </a:lnTo>
                  <a:lnTo>
                    <a:pt x="1829" y="17"/>
                  </a:lnTo>
                  <a:lnTo>
                    <a:pt x="1799" y="7"/>
                  </a:lnTo>
                  <a:lnTo>
                    <a:pt x="1769" y="0"/>
                  </a:lnTo>
                  <a:lnTo>
                    <a:pt x="1737" y="0"/>
                  </a:lnTo>
                  <a:lnTo>
                    <a:pt x="1703" y="4"/>
                  </a:lnTo>
                  <a:lnTo>
                    <a:pt x="1668" y="14"/>
                  </a:lnTo>
                  <a:lnTo>
                    <a:pt x="1632" y="29"/>
                  </a:lnTo>
                  <a:lnTo>
                    <a:pt x="1594" y="50"/>
                  </a:lnTo>
                  <a:close/>
                </a:path>
              </a:pathLst>
            </a:custGeom>
            <a:solidFill>
              <a:srgbClr val="E5E5E5"/>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8993" name="Freeform 47"/>
            <p:cNvSpPr>
              <a:spLocks noEditPoints="1"/>
            </p:cNvSpPr>
            <p:nvPr/>
          </p:nvSpPr>
          <p:spPr bwMode="auto">
            <a:xfrm>
              <a:off x="916" y="1589"/>
              <a:ext cx="697" cy="698"/>
            </a:xfrm>
            <a:custGeom>
              <a:avLst/>
              <a:gdLst>
                <a:gd name="T0" fmla="*/ 16 w 3485"/>
                <a:gd name="T1" fmla="*/ 0 h 3490"/>
                <a:gd name="T2" fmla="*/ 17 w 3485"/>
                <a:gd name="T3" fmla="*/ 2 h 3490"/>
                <a:gd name="T4" fmla="*/ 17 w 3485"/>
                <a:gd name="T5" fmla="*/ 3 h 3490"/>
                <a:gd name="T6" fmla="*/ 14 w 3485"/>
                <a:gd name="T7" fmla="*/ 4 h 3490"/>
                <a:gd name="T8" fmla="*/ 12 w 3485"/>
                <a:gd name="T9" fmla="*/ 4 h 3490"/>
                <a:gd name="T10" fmla="*/ 11 w 3485"/>
                <a:gd name="T11" fmla="*/ 2 h 3490"/>
                <a:gd name="T12" fmla="*/ 11 w 3485"/>
                <a:gd name="T13" fmla="*/ 1 h 3490"/>
                <a:gd name="T14" fmla="*/ 14 w 3485"/>
                <a:gd name="T15" fmla="*/ 0 h 3490"/>
                <a:gd name="T16" fmla="*/ 3 w 3485"/>
                <a:gd name="T17" fmla="*/ 7 h 3490"/>
                <a:gd name="T18" fmla="*/ 4 w 3485"/>
                <a:gd name="T19" fmla="*/ 9 h 3490"/>
                <a:gd name="T20" fmla="*/ 3 w 3485"/>
                <a:gd name="T21" fmla="*/ 12 h 3490"/>
                <a:gd name="T22" fmla="*/ 2 w 3485"/>
                <a:gd name="T23" fmla="*/ 13 h 3490"/>
                <a:gd name="T24" fmla="*/ 1 w 3485"/>
                <a:gd name="T25" fmla="*/ 12 h 3490"/>
                <a:gd name="T26" fmla="*/ 0 w 3485"/>
                <a:gd name="T27" fmla="*/ 10 h 3490"/>
                <a:gd name="T28" fmla="*/ 0 w 3485"/>
                <a:gd name="T29" fmla="*/ 8 h 3490"/>
                <a:gd name="T30" fmla="*/ 2 w 3485"/>
                <a:gd name="T31" fmla="*/ 6 h 3490"/>
                <a:gd name="T32" fmla="*/ 10 w 3485"/>
                <a:gd name="T33" fmla="*/ 20 h 3490"/>
                <a:gd name="T34" fmla="*/ 11 w 3485"/>
                <a:gd name="T35" fmla="*/ 22 h 3490"/>
                <a:gd name="T36" fmla="*/ 11 w 3485"/>
                <a:gd name="T37" fmla="*/ 25 h 3490"/>
                <a:gd name="T38" fmla="*/ 10 w 3485"/>
                <a:gd name="T39" fmla="*/ 27 h 3490"/>
                <a:gd name="T40" fmla="*/ 8 w 3485"/>
                <a:gd name="T41" fmla="*/ 26 h 3490"/>
                <a:gd name="T42" fmla="*/ 7 w 3485"/>
                <a:gd name="T43" fmla="*/ 24 h 3490"/>
                <a:gd name="T44" fmla="*/ 7 w 3485"/>
                <a:gd name="T45" fmla="*/ 22 h 3490"/>
                <a:gd name="T46" fmla="*/ 8 w 3485"/>
                <a:gd name="T47" fmla="*/ 20 h 3490"/>
                <a:gd name="T48" fmla="*/ 20 w 3485"/>
                <a:gd name="T49" fmla="*/ 21 h 3490"/>
                <a:gd name="T50" fmla="*/ 21 w 3485"/>
                <a:gd name="T51" fmla="*/ 23 h 3490"/>
                <a:gd name="T52" fmla="*/ 21 w 3485"/>
                <a:gd name="T53" fmla="*/ 26 h 3490"/>
                <a:gd name="T54" fmla="*/ 20 w 3485"/>
                <a:gd name="T55" fmla="*/ 28 h 3490"/>
                <a:gd name="T56" fmla="*/ 18 w 3485"/>
                <a:gd name="T57" fmla="*/ 28 h 3490"/>
                <a:gd name="T58" fmla="*/ 17 w 3485"/>
                <a:gd name="T59" fmla="*/ 26 h 3490"/>
                <a:gd name="T60" fmla="*/ 17 w 3485"/>
                <a:gd name="T61" fmla="*/ 23 h 3490"/>
                <a:gd name="T62" fmla="*/ 18 w 3485"/>
                <a:gd name="T63" fmla="*/ 21 h 3490"/>
                <a:gd name="T64" fmla="*/ 19 w 3485"/>
                <a:gd name="T65" fmla="*/ 11 h 3490"/>
                <a:gd name="T66" fmla="*/ 20 w 3485"/>
                <a:gd name="T67" fmla="*/ 13 h 3490"/>
                <a:gd name="T68" fmla="*/ 21 w 3485"/>
                <a:gd name="T69" fmla="*/ 15 h 3490"/>
                <a:gd name="T70" fmla="*/ 20 w 3485"/>
                <a:gd name="T71" fmla="*/ 17 h 3490"/>
                <a:gd name="T72" fmla="*/ 18 w 3485"/>
                <a:gd name="T73" fmla="*/ 17 h 3490"/>
                <a:gd name="T74" fmla="*/ 17 w 3485"/>
                <a:gd name="T75" fmla="*/ 16 h 3490"/>
                <a:gd name="T76" fmla="*/ 17 w 3485"/>
                <a:gd name="T77" fmla="*/ 13 h 3490"/>
                <a:gd name="T78" fmla="*/ 18 w 3485"/>
                <a:gd name="T79" fmla="*/ 11 h 3490"/>
                <a:gd name="T80" fmla="*/ 26 w 3485"/>
                <a:gd name="T81" fmla="*/ 7 h 3490"/>
                <a:gd name="T82" fmla="*/ 27 w 3485"/>
                <a:gd name="T83" fmla="*/ 8 h 3490"/>
                <a:gd name="T84" fmla="*/ 27 w 3485"/>
                <a:gd name="T85" fmla="*/ 11 h 3490"/>
                <a:gd name="T86" fmla="*/ 26 w 3485"/>
                <a:gd name="T87" fmla="*/ 13 h 3490"/>
                <a:gd name="T88" fmla="*/ 25 w 3485"/>
                <a:gd name="T89" fmla="*/ 13 h 3490"/>
                <a:gd name="T90" fmla="*/ 24 w 3485"/>
                <a:gd name="T91" fmla="*/ 12 h 3490"/>
                <a:gd name="T92" fmla="*/ 24 w 3485"/>
                <a:gd name="T93" fmla="*/ 9 h 3490"/>
                <a:gd name="T94" fmla="*/ 24 w 3485"/>
                <a:gd name="T95" fmla="*/ 7 h 3490"/>
                <a:gd name="T96" fmla="*/ 26 w 3485"/>
                <a:gd name="T97" fmla="*/ 17 h 3490"/>
                <a:gd name="T98" fmla="*/ 27 w 3485"/>
                <a:gd name="T99" fmla="*/ 18 h 3490"/>
                <a:gd name="T100" fmla="*/ 28 w 3485"/>
                <a:gd name="T101" fmla="*/ 21 h 3490"/>
                <a:gd name="T102" fmla="*/ 27 w 3485"/>
                <a:gd name="T103" fmla="*/ 23 h 3490"/>
                <a:gd name="T104" fmla="*/ 26 w 3485"/>
                <a:gd name="T105" fmla="*/ 24 h 3490"/>
                <a:gd name="T106" fmla="*/ 24 w 3485"/>
                <a:gd name="T107" fmla="*/ 23 h 3490"/>
                <a:gd name="T108" fmla="*/ 24 w 3485"/>
                <a:gd name="T109" fmla="*/ 20 h 3490"/>
                <a:gd name="T110" fmla="*/ 25 w 3485"/>
                <a:gd name="T111" fmla="*/ 18 h 3490"/>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w 3485"/>
                <a:gd name="T169" fmla="*/ 0 h 3490"/>
                <a:gd name="T170" fmla="*/ 3485 w 3485"/>
                <a:gd name="T171" fmla="*/ 3490 h 3490"/>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T168" t="T169" r="T170" b="T171"/>
              <a:pathLst>
                <a:path w="3485" h="3490">
                  <a:moveTo>
                    <a:pt x="1754" y="0"/>
                  </a:moveTo>
                  <a:lnTo>
                    <a:pt x="1797" y="2"/>
                  </a:lnTo>
                  <a:lnTo>
                    <a:pt x="1840" y="5"/>
                  </a:lnTo>
                  <a:lnTo>
                    <a:pt x="1881" y="12"/>
                  </a:lnTo>
                  <a:lnTo>
                    <a:pt x="1921" y="20"/>
                  </a:lnTo>
                  <a:lnTo>
                    <a:pt x="1959" y="31"/>
                  </a:lnTo>
                  <a:lnTo>
                    <a:pt x="1994" y="44"/>
                  </a:lnTo>
                  <a:lnTo>
                    <a:pt x="2028" y="59"/>
                  </a:lnTo>
                  <a:lnTo>
                    <a:pt x="2058" y="74"/>
                  </a:lnTo>
                  <a:lnTo>
                    <a:pt x="2086" y="93"/>
                  </a:lnTo>
                  <a:lnTo>
                    <a:pt x="2111" y="113"/>
                  </a:lnTo>
                  <a:lnTo>
                    <a:pt x="2132" y="133"/>
                  </a:lnTo>
                  <a:lnTo>
                    <a:pt x="2151" y="155"/>
                  </a:lnTo>
                  <a:lnTo>
                    <a:pt x="2165" y="179"/>
                  </a:lnTo>
                  <a:lnTo>
                    <a:pt x="2175" y="203"/>
                  </a:lnTo>
                  <a:lnTo>
                    <a:pt x="2182" y="229"/>
                  </a:lnTo>
                  <a:lnTo>
                    <a:pt x="2185" y="255"/>
                  </a:lnTo>
                  <a:lnTo>
                    <a:pt x="2182" y="281"/>
                  </a:lnTo>
                  <a:lnTo>
                    <a:pt x="2175" y="305"/>
                  </a:lnTo>
                  <a:lnTo>
                    <a:pt x="2165" y="330"/>
                  </a:lnTo>
                  <a:lnTo>
                    <a:pt x="2151" y="353"/>
                  </a:lnTo>
                  <a:lnTo>
                    <a:pt x="2132" y="376"/>
                  </a:lnTo>
                  <a:lnTo>
                    <a:pt x="2111" y="397"/>
                  </a:lnTo>
                  <a:lnTo>
                    <a:pt x="2086" y="417"/>
                  </a:lnTo>
                  <a:lnTo>
                    <a:pt x="2058" y="434"/>
                  </a:lnTo>
                  <a:lnTo>
                    <a:pt x="2028" y="451"/>
                  </a:lnTo>
                  <a:lnTo>
                    <a:pt x="1994" y="466"/>
                  </a:lnTo>
                  <a:lnTo>
                    <a:pt x="1959" y="479"/>
                  </a:lnTo>
                  <a:lnTo>
                    <a:pt x="1921" y="489"/>
                  </a:lnTo>
                  <a:lnTo>
                    <a:pt x="1881" y="498"/>
                  </a:lnTo>
                  <a:lnTo>
                    <a:pt x="1840" y="505"/>
                  </a:lnTo>
                  <a:lnTo>
                    <a:pt x="1797" y="508"/>
                  </a:lnTo>
                  <a:lnTo>
                    <a:pt x="1754" y="509"/>
                  </a:lnTo>
                  <a:lnTo>
                    <a:pt x="1710" y="508"/>
                  </a:lnTo>
                  <a:lnTo>
                    <a:pt x="1667" y="505"/>
                  </a:lnTo>
                  <a:lnTo>
                    <a:pt x="1626" y="498"/>
                  </a:lnTo>
                  <a:lnTo>
                    <a:pt x="1586" y="489"/>
                  </a:lnTo>
                  <a:lnTo>
                    <a:pt x="1548" y="479"/>
                  </a:lnTo>
                  <a:lnTo>
                    <a:pt x="1512" y="466"/>
                  </a:lnTo>
                  <a:lnTo>
                    <a:pt x="1479" y="451"/>
                  </a:lnTo>
                  <a:lnTo>
                    <a:pt x="1449" y="434"/>
                  </a:lnTo>
                  <a:lnTo>
                    <a:pt x="1421" y="417"/>
                  </a:lnTo>
                  <a:lnTo>
                    <a:pt x="1395" y="397"/>
                  </a:lnTo>
                  <a:lnTo>
                    <a:pt x="1374" y="376"/>
                  </a:lnTo>
                  <a:lnTo>
                    <a:pt x="1355" y="353"/>
                  </a:lnTo>
                  <a:lnTo>
                    <a:pt x="1341" y="330"/>
                  </a:lnTo>
                  <a:lnTo>
                    <a:pt x="1331" y="305"/>
                  </a:lnTo>
                  <a:lnTo>
                    <a:pt x="1324" y="281"/>
                  </a:lnTo>
                  <a:lnTo>
                    <a:pt x="1321" y="255"/>
                  </a:lnTo>
                  <a:lnTo>
                    <a:pt x="1324" y="229"/>
                  </a:lnTo>
                  <a:lnTo>
                    <a:pt x="1331" y="203"/>
                  </a:lnTo>
                  <a:lnTo>
                    <a:pt x="1341" y="179"/>
                  </a:lnTo>
                  <a:lnTo>
                    <a:pt x="1355" y="155"/>
                  </a:lnTo>
                  <a:lnTo>
                    <a:pt x="1374" y="133"/>
                  </a:lnTo>
                  <a:lnTo>
                    <a:pt x="1395" y="113"/>
                  </a:lnTo>
                  <a:lnTo>
                    <a:pt x="1421" y="93"/>
                  </a:lnTo>
                  <a:lnTo>
                    <a:pt x="1449" y="74"/>
                  </a:lnTo>
                  <a:lnTo>
                    <a:pt x="1479" y="59"/>
                  </a:lnTo>
                  <a:lnTo>
                    <a:pt x="1512" y="44"/>
                  </a:lnTo>
                  <a:lnTo>
                    <a:pt x="1548" y="31"/>
                  </a:lnTo>
                  <a:lnTo>
                    <a:pt x="1586" y="20"/>
                  </a:lnTo>
                  <a:lnTo>
                    <a:pt x="1626" y="12"/>
                  </a:lnTo>
                  <a:lnTo>
                    <a:pt x="1667" y="5"/>
                  </a:lnTo>
                  <a:lnTo>
                    <a:pt x="1710" y="2"/>
                  </a:lnTo>
                  <a:lnTo>
                    <a:pt x="1754" y="0"/>
                  </a:lnTo>
                  <a:close/>
                  <a:moveTo>
                    <a:pt x="239" y="786"/>
                  </a:moveTo>
                  <a:lnTo>
                    <a:pt x="263" y="788"/>
                  </a:lnTo>
                  <a:lnTo>
                    <a:pt x="287" y="794"/>
                  </a:lnTo>
                  <a:lnTo>
                    <a:pt x="309" y="805"/>
                  </a:lnTo>
                  <a:lnTo>
                    <a:pt x="331" y="819"/>
                  </a:lnTo>
                  <a:lnTo>
                    <a:pt x="352" y="836"/>
                  </a:lnTo>
                  <a:lnTo>
                    <a:pt x="372" y="857"/>
                  </a:lnTo>
                  <a:lnTo>
                    <a:pt x="390" y="882"/>
                  </a:lnTo>
                  <a:lnTo>
                    <a:pt x="407" y="909"/>
                  </a:lnTo>
                  <a:lnTo>
                    <a:pt x="423" y="940"/>
                  </a:lnTo>
                  <a:lnTo>
                    <a:pt x="437" y="971"/>
                  </a:lnTo>
                  <a:lnTo>
                    <a:pt x="448" y="1006"/>
                  </a:lnTo>
                  <a:lnTo>
                    <a:pt x="459" y="1043"/>
                  </a:lnTo>
                  <a:lnTo>
                    <a:pt x="467" y="1081"/>
                  </a:lnTo>
                  <a:lnTo>
                    <a:pt x="473" y="1121"/>
                  </a:lnTo>
                  <a:lnTo>
                    <a:pt x="476" y="1163"/>
                  </a:lnTo>
                  <a:lnTo>
                    <a:pt x="478" y="1206"/>
                  </a:lnTo>
                  <a:lnTo>
                    <a:pt x="476" y="1248"/>
                  </a:lnTo>
                  <a:lnTo>
                    <a:pt x="473" y="1290"/>
                  </a:lnTo>
                  <a:lnTo>
                    <a:pt x="467" y="1330"/>
                  </a:lnTo>
                  <a:lnTo>
                    <a:pt x="459" y="1367"/>
                  </a:lnTo>
                  <a:lnTo>
                    <a:pt x="448" y="1405"/>
                  </a:lnTo>
                  <a:lnTo>
                    <a:pt x="437" y="1439"/>
                  </a:lnTo>
                  <a:lnTo>
                    <a:pt x="423" y="1472"/>
                  </a:lnTo>
                  <a:lnTo>
                    <a:pt x="407" y="1501"/>
                  </a:lnTo>
                  <a:lnTo>
                    <a:pt x="390" y="1528"/>
                  </a:lnTo>
                  <a:lnTo>
                    <a:pt x="372" y="1553"/>
                  </a:lnTo>
                  <a:lnTo>
                    <a:pt x="352" y="1574"/>
                  </a:lnTo>
                  <a:lnTo>
                    <a:pt x="331" y="1591"/>
                  </a:lnTo>
                  <a:lnTo>
                    <a:pt x="309" y="1605"/>
                  </a:lnTo>
                  <a:lnTo>
                    <a:pt x="287" y="1616"/>
                  </a:lnTo>
                  <a:lnTo>
                    <a:pt x="263" y="1622"/>
                  </a:lnTo>
                  <a:lnTo>
                    <a:pt x="239" y="1624"/>
                  </a:lnTo>
                  <a:lnTo>
                    <a:pt x="214" y="1622"/>
                  </a:lnTo>
                  <a:lnTo>
                    <a:pt x="191" y="1616"/>
                  </a:lnTo>
                  <a:lnTo>
                    <a:pt x="168" y="1605"/>
                  </a:lnTo>
                  <a:lnTo>
                    <a:pt x="146" y="1591"/>
                  </a:lnTo>
                  <a:lnTo>
                    <a:pt x="125" y="1574"/>
                  </a:lnTo>
                  <a:lnTo>
                    <a:pt x="105" y="1553"/>
                  </a:lnTo>
                  <a:lnTo>
                    <a:pt x="87" y="1528"/>
                  </a:lnTo>
                  <a:lnTo>
                    <a:pt x="70" y="1501"/>
                  </a:lnTo>
                  <a:lnTo>
                    <a:pt x="55" y="1472"/>
                  </a:lnTo>
                  <a:lnTo>
                    <a:pt x="41" y="1439"/>
                  </a:lnTo>
                  <a:lnTo>
                    <a:pt x="29" y="1405"/>
                  </a:lnTo>
                  <a:lnTo>
                    <a:pt x="18" y="1367"/>
                  </a:lnTo>
                  <a:lnTo>
                    <a:pt x="10" y="1330"/>
                  </a:lnTo>
                  <a:lnTo>
                    <a:pt x="4" y="1290"/>
                  </a:lnTo>
                  <a:lnTo>
                    <a:pt x="1" y="1248"/>
                  </a:lnTo>
                  <a:lnTo>
                    <a:pt x="0" y="1206"/>
                  </a:lnTo>
                  <a:lnTo>
                    <a:pt x="1" y="1163"/>
                  </a:lnTo>
                  <a:lnTo>
                    <a:pt x="4" y="1121"/>
                  </a:lnTo>
                  <a:lnTo>
                    <a:pt x="10" y="1081"/>
                  </a:lnTo>
                  <a:lnTo>
                    <a:pt x="18" y="1043"/>
                  </a:lnTo>
                  <a:lnTo>
                    <a:pt x="29" y="1006"/>
                  </a:lnTo>
                  <a:lnTo>
                    <a:pt x="41" y="971"/>
                  </a:lnTo>
                  <a:lnTo>
                    <a:pt x="55" y="940"/>
                  </a:lnTo>
                  <a:lnTo>
                    <a:pt x="70" y="909"/>
                  </a:lnTo>
                  <a:lnTo>
                    <a:pt x="87" y="882"/>
                  </a:lnTo>
                  <a:lnTo>
                    <a:pt x="105" y="857"/>
                  </a:lnTo>
                  <a:lnTo>
                    <a:pt x="125" y="836"/>
                  </a:lnTo>
                  <a:lnTo>
                    <a:pt x="146" y="819"/>
                  </a:lnTo>
                  <a:lnTo>
                    <a:pt x="168" y="805"/>
                  </a:lnTo>
                  <a:lnTo>
                    <a:pt x="191" y="794"/>
                  </a:lnTo>
                  <a:lnTo>
                    <a:pt x="214" y="788"/>
                  </a:lnTo>
                  <a:lnTo>
                    <a:pt x="239" y="786"/>
                  </a:lnTo>
                  <a:close/>
                  <a:moveTo>
                    <a:pt x="1119" y="2495"/>
                  </a:moveTo>
                  <a:lnTo>
                    <a:pt x="1143" y="2498"/>
                  </a:lnTo>
                  <a:lnTo>
                    <a:pt x="1167" y="2504"/>
                  </a:lnTo>
                  <a:lnTo>
                    <a:pt x="1190" y="2514"/>
                  </a:lnTo>
                  <a:lnTo>
                    <a:pt x="1211" y="2528"/>
                  </a:lnTo>
                  <a:lnTo>
                    <a:pt x="1232" y="2546"/>
                  </a:lnTo>
                  <a:lnTo>
                    <a:pt x="1252" y="2567"/>
                  </a:lnTo>
                  <a:lnTo>
                    <a:pt x="1271" y="2592"/>
                  </a:lnTo>
                  <a:lnTo>
                    <a:pt x="1288" y="2618"/>
                  </a:lnTo>
                  <a:lnTo>
                    <a:pt x="1304" y="2648"/>
                  </a:lnTo>
                  <a:lnTo>
                    <a:pt x="1318" y="2681"/>
                  </a:lnTo>
                  <a:lnTo>
                    <a:pt x="1329" y="2715"/>
                  </a:lnTo>
                  <a:lnTo>
                    <a:pt x="1340" y="2752"/>
                  </a:lnTo>
                  <a:lnTo>
                    <a:pt x="1348" y="2790"/>
                  </a:lnTo>
                  <a:lnTo>
                    <a:pt x="1354" y="2830"/>
                  </a:lnTo>
                  <a:lnTo>
                    <a:pt x="1358" y="2872"/>
                  </a:lnTo>
                  <a:lnTo>
                    <a:pt x="1359" y="2914"/>
                  </a:lnTo>
                  <a:lnTo>
                    <a:pt x="1358" y="2956"/>
                  </a:lnTo>
                  <a:lnTo>
                    <a:pt x="1354" y="2998"/>
                  </a:lnTo>
                  <a:lnTo>
                    <a:pt x="1348" y="3038"/>
                  </a:lnTo>
                  <a:lnTo>
                    <a:pt x="1340" y="3077"/>
                  </a:lnTo>
                  <a:lnTo>
                    <a:pt x="1329" y="3113"/>
                  </a:lnTo>
                  <a:lnTo>
                    <a:pt x="1318" y="3147"/>
                  </a:lnTo>
                  <a:lnTo>
                    <a:pt x="1304" y="3180"/>
                  </a:lnTo>
                  <a:lnTo>
                    <a:pt x="1288" y="3209"/>
                  </a:lnTo>
                  <a:lnTo>
                    <a:pt x="1271" y="3238"/>
                  </a:lnTo>
                  <a:lnTo>
                    <a:pt x="1252" y="3261"/>
                  </a:lnTo>
                  <a:lnTo>
                    <a:pt x="1232" y="3282"/>
                  </a:lnTo>
                  <a:lnTo>
                    <a:pt x="1211" y="3301"/>
                  </a:lnTo>
                  <a:lnTo>
                    <a:pt x="1190" y="3315"/>
                  </a:lnTo>
                  <a:lnTo>
                    <a:pt x="1167" y="3325"/>
                  </a:lnTo>
                  <a:lnTo>
                    <a:pt x="1143" y="3331"/>
                  </a:lnTo>
                  <a:lnTo>
                    <a:pt x="1119" y="3334"/>
                  </a:lnTo>
                  <a:lnTo>
                    <a:pt x="1094" y="3331"/>
                  </a:lnTo>
                  <a:lnTo>
                    <a:pt x="1070" y="3325"/>
                  </a:lnTo>
                  <a:lnTo>
                    <a:pt x="1048" y="3315"/>
                  </a:lnTo>
                  <a:lnTo>
                    <a:pt x="1026" y="3301"/>
                  </a:lnTo>
                  <a:lnTo>
                    <a:pt x="1005" y="3282"/>
                  </a:lnTo>
                  <a:lnTo>
                    <a:pt x="985" y="3261"/>
                  </a:lnTo>
                  <a:lnTo>
                    <a:pt x="967" y="3238"/>
                  </a:lnTo>
                  <a:lnTo>
                    <a:pt x="950" y="3209"/>
                  </a:lnTo>
                  <a:lnTo>
                    <a:pt x="935" y="3180"/>
                  </a:lnTo>
                  <a:lnTo>
                    <a:pt x="921" y="3147"/>
                  </a:lnTo>
                  <a:lnTo>
                    <a:pt x="909" y="3113"/>
                  </a:lnTo>
                  <a:lnTo>
                    <a:pt x="898" y="3077"/>
                  </a:lnTo>
                  <a:lnTo>
                    <a:pt x="890" y="3038"/>
                  </a:lnTo>
                  <a:lnTo>
                    <a:pt x="884" y="2998"/>
                  </a:lnTo>
                  <a:lnTo>
                    <a:pt x="881" y="2956"/>
                  </a:lnTo>
                  <a:lnTo>
                    <a:pt x="880" y="2914"/>
                  </a:lnTo>
                  <a:lnTo>
                    <a:pt x="881" y="2872"/>
                  </a:lnTo>
                  <a:lnTo>
                    <a:pt x="884" y="2830"/>
                  </a:lnTo>
                  <a:lnTo>
                    <a:pt x="890" y="2790"/>
                  </a:lnTo>
                  <a:lnTo>
                    <a:pt x="898" y="2752"/>
                  </a:lnTo>
                  <a:lnTo>
                    <a:pt x="909" y="2715"/>
                  </a:lnTo>
                  <a:lnTo>
                    <a:pt x="921" y="2681"/>
                  </a:lnTo>
                  <a:lnTo>
                    <a:pt x="935" y="2648"/>
                  </a:lnTo>
                  <a:lnTo>
                    <a:pt x="950" y="2618"/>
                  </a:lnTo>
                  <a:lnTo>
                    <a:pt x="967" y="2592"/>
                  </a:lnTo>
                  <a:lnTo>
                    <a:pt x="985" y="2567"/>
                  </a:lnTo>
                  <a:lnTo>
                    <a:pt x="1005" y="2546"/>
                  </a:lnTo>
                  <a:lnTo>
                    <a:pt x="1026" y="2528"/>
                  </a:lnTo>
                  <a:lnTo>
                    <a:pt x="1048" y="2514"/>
                  </a:lnTo>
                  <a:lnTo>
                    <a:pt x="1070" y="2504"/>
                  </a:lnTo>
                  <a:lnTo>
                    <a:pt x="1094" y="2498"/>
                  </a:lnTo>
                  <a:lnTo>
                    <a:pt x="1119" y="2495"/>
                  </a:lnTo>
                  <a:close/>
                  <a:moveTo>
                    <a:pt x="2380" y="2651"/>
                  </a:moveTo>
                  <a:lnTo>
                    <a:pt x="2405" y="2654"/>
                  </a:lnTo>
                  <a:lnTo>
                    <a:pt x="2428" y="2660"/>
                  </a:lnTo>
                  <a:lnTo>
                    <a:pt x="2452" y="2670"/>
                  </a:lnTo>
                  <a:lnTo>
                    <a:pt x="2473" y="2684"/>
                  </a:lnTo>
                  <a:lnTo>
                    <a:pt x="2494" y="2703"/>
                  </a:lnTo>
                  <a:lnTo>
                    <a:pt x="2514" y="2724"/>
                  </a:lnTo>
                  <a:lnTo>
                    <a:pt x="2533" y="2747"/>
                  </a:lnTo>
                  <a:lnTo>
                    <a:pt x="2550" y="2774"/>
                  </a:lnTo>
                  <a:lnTo>
                    <a:pt x="2565" y="2805"/>
                  </a:lnTo>
                  <a:lnTo>
                    <a:pt x="2580" y="2838"/>
                  </a:lnTo>
                  <a:lnTo>
                    <a:pt x="2591" y="2872"/>
                  </a:lnTo>
                  <a:lnTo>
                    <a:pt x="2602" y="2908"/>
                  </a:lnTo>
                  <a:lnTo>
                    <a:pt x="2610" y="2947"/>
                  </a:lnTo>
                  <a:lnTo>
                    <a:pt x="2616" y="2987"/>
                  </a:lnTo>
                  <a:lnTo>
                    <a:pt x="2619" y="3029"/>
                  </a:lnTo>
                  <a:lnTo>
                    <a:pt x="2621" y="3071"/>
                  </a:lnTo>
                  <a:lnTo>
                    <a:pt x="2619" y="3113"/>
                  </a:lnTo>
                  <a:lnTo>
                    <a:pt x="2616" y="3155"/>
                  </a:lnTo>
                  <a:lnTo>
                    <a:pt x="2610" y="3195"/>
                  </a:lnTo>
                  <a:lnTo>
                    <a:pt x="2602" y="3233"/>
                  </a:lnTo>
                  <a:lnTo>
                    <a:pt x="2591" y="3270"/>
                  </a:lnTo>
                  <a:lnTo>
                    <a:pt x="2580" y="3304"/>
                  </a:lnTo>
                  <a:lnTo>
                    <a:pt x="2565" y="3337"/>
                  </a:lnTo>
                  <a:lnTo>
                    <a:pt x="2550" y="3367"/>
                  </a:lnTo>
                  <a:lnTo>
                    <a:pt x="2533" y="3393"/>
                  </a:lnTo>
                  <a:lnTo>
                    <a:pt x="2514" y="3418"/>
                  </a:lnTo>
                  <a:lnTo>
                    <a:pt x="2494" y="3439"/>
                  </a:lnTo>
                  <a:lnTo>
                    <a:pt x="2473" y="3457"/>
                  </a:lnTo>
                  <a:lnTo>
                    <a:pt x="2452" y="3471"/>
                  </a:lnTo>
                  <a:lnTo>
                    <a:pt x="2428" y="3481"/>
                  </a:lnTo>
                  <a:lnTo>
                    <a:pt x="2405" y="3487"/>
                  </a:lnTo>
                  <a:lnTo>
                    <a:pt x="2380" y="3490"/>
                  </a:lnTo>
                  <a:lnTo>
                    <a:pt x="2356" y="3487"/>
                  </a:lnTo>
                  <a:lnTo>
                    <a:pt x="2332" y="3481"/>
                  </a:lnTo>
                  <a:lnTo>
                    <a:pt x="2310" y="3471"/>
                  </a:lnTo>
                  <a:lnTo>
                    <a:pt x="2288" y="3457"/>
                  </a:lnTo>
                  <a:lnTo>
                    <a:pt x="2267" y="3439"/>
                  </a:lnTo>
                  <a:lnTo>
                    <a:pt x="2248" y="3418"/>
                  </a:lnTo>
                  <a:lnTo>
                    <a:pt x="2229" y="3393"/>
                  </a:lnTo>
                  <a:lnTo>
                    <a:pt x="2212" y="3367"/>
                  </a:lnTo>
                  <a:lnTo>
                    <a:pt x="2196" y="3337"/>
                  </a:lnTo>
                  <a:lnTo>
                    <a:pt x="2182" y="3304"/>
                  </a:lnTo>
                  <a:lnTo>
                    <a:pt x="2171" y="3270"/>
                  </a:lnTo>
                  <a:lnTo>
                    <a:pt x="2160" y="3233"/>
                  </a:lnTo>
                  <a:lnTo>
                    <a:pt x="2152" y="3195"/>
                  </a:lnTo>
                  <a:lnTo>
                    <a:pt x="2146" y="3155"/>
                  </a:lnTo>
                  <a:lnTo>
                    <a:pt x="2142" y="3113"/>
                  </a:lnTo>
                  <a:lnTo>
                    <a:pt x="2141" y="3071"/>
                  </a:lnTo>
                  <a:lnTo>
                    <a:pt x="2142" y="3029"/>
                  </a:lnTo>
                  <a:lnTo>
                    <a:pt x="2146" y="2987"/>
                  </a:lnTo>
                  <a:lnTo>
                    <a:pt x="2152" y="2947"/>
                  </a:lnTo>
                  <a:lnTo>
                    <a:pt x="2160" y="2908"/>
                  </a:lnTo>
                  <a:lnTo>
                    <a:pt x="2171" y="2872"/>
                  </a:lnTo>
                  <a:lnTo>
                    <a:pt x="2182" y="2838"/>
                  </a:lnTo>
                  <a:lnTo>
                    <a:pt x="2196" y="2805"/>
                  </a:lnTo>
                  <a:lnTo>
                    <a:pt x="2212" y="2774"/>
                  </a:lnTo>
                  <a:lnTo>
                    <a:pt x="2229" y="2747"/>
                  </a:lnTo>
                  <a:lnTo>
                    <a:pt x="2248" y="2724"/>
                  </a:lnTo>
                  <a:lnTo>
                    <a:pt x="2267" y="2703"/>
                  </a:lnTo>
                  <a:lnTo>
                    <a:pt x="2288" y="2684"/>
                  </a:lnTo>
                  <a:lnTo>
                    <a:pt x="2310" y="2670"/>
                  </a:lnTo>
                  <a:lnTo>
                    <a:pt x="2332" y="2660"/>
                  </a:lnTo>
                  <a:lnTo>
                    <a:pt x="2356" y="2654"/>
                  </a:lnTo>
                  <a:lnTo>
                    <a:pt x="2380" y="2651"/>
                  </a:lnTo>
                  <a:close/>
                  <a:moveTo>
                    <a:pt x="2342" y="1355"/>
                  </a:moveTo>
                  <a:lnTo>
                    <a:pt x="2366" y="1357"/>
                  </a:lnTo>
                  <a:lnTo>
                    <a:pt x="2390" y="1363"/>
                  </a:lnTo>
                  <a:lnTo>
                    <a:pt x="2412" y="1373"/>
                  </a:lnTo>
                  <a:lnTo>
                    <a:pt x="2434" y="1387"/>
                  </a:lnTo>
                  <a:lnTo>
                    <a:pt x="2455" y="1405"/>
                  </a:lnTo>
                  <a:lnTo>
                    <a:pt x="2475" y="1426"/>
                  </a:lnTo>
                  <a:lnTo>
                    <a:pt x="2493" y="1451"/>
                  </a:lnTo>
                  <a:lnTo>
                    <a:pt x="2510" y="1478"/>
                  </a:lnTo>
                  <a:lnTo>
                    <a:pt x="2526" y="1507"/>
                  </a:lnTo>
                  <a:lnTo>
                    <a:pt x="2540" y="1540"/>
                  </a:lnTo>
                  <a:lnTo>
                    <a:pt x="2551" y="1574"/>
                  </a:lnTo>
                  <a:lnTo>
                    <a:pt x="2562" y="1611"/>
                  </a:lnTo>
                  <a:lnTo>
                    <a:pt x="2570" y="1649"/>
                  </a:lnTo>
                  <a:lnTo>
                    <a:pt x="2576" y="1689"/>
                  </a:lnTo>
                  <a:lnTo>
                    <a:pt x="2580" y="1731"/>
                  </a:lnTo>
                  <a:lnTo>
                    <a:pt x="2581" y="1773"/>
                  </a:lnTo>
                  <a:lnTo>
                    <a:pt x="2580" y="1815"/>
                  </a:lnTo>
                  <a:lnTo>
                    <a:pt x="2576" y="1858"/>
                  </a:lnTo>
                  <a:lnTo>
                    <a:pt x="2570" y="1897"/>
                  </a:lnTo>
                  <a:lnTo>
                    <a:pt x="2562" y="1936"/>
                  </a:lnTo>
                  <a:lnTo>
                    <a:pt x="2551" y="1972"/>
                  </a:lnTo>
                  <a:lnTo>
                    <a:pt x="2540" y="2008"/>
                  </a:lnTo>
                  <a:lnTo>
                    <a:pt x="2526" y="2039"/>
                  </a:lnTo>
                  <a:lnTo>
                    <a:pt x="2510" y="2070"/>
                  </a:lnTo>
                  <a:lnTo>
                    <a:pt x="2493" y="2097"/>
                  </a:lnTo>
                  <a:lnTo>
                    <a:pt x="2475" y="2121"/>
                  </a:lnTo>
                  <a:lnTo>
                    <a:pt x="2455" y="2142"/>
                  </a:lnTo>
                  <a:lnTo>
                    <a:pt x="2434" y="2160"/>
                  </a:lnTo>
                  <a:lnTo>
                    <a:pt x="2412" y="2174"/>
                  </a:lnTo>
                  <a:lnTo>
                    <a:pt x="2390" y="2185"/>
                  </a:lnTo>
                  <a:lnTo>
                    <a:pt x="2366" y="2191"/>
                  </a:lnTo>
                  <a:lnTo>
                    <a:pt x="2342" y="2193"/>
                  </a:lnTo>
                  <a:lnTo>
                    <a:pt x="2317" y="2191"/>
                  </a:lnTo>
                  <a:lnTo>
                    <a:pt x="2294" y="2185"/>
                  </a:lnTo>
                  <a:lnTo>
                    <a:pt x="2270" y="2174"/>
                  </a:lnTo>
                  <a:lnTo>
                    <a:pt x="2249" y="2160"/>
                  </a:lnTo>
                  <a:lnTo>
                    <a:pt x="2228" y="2142"/>
                  </a:lnTo>
                  <a:lnTo>
                    <a:pt x="2208" y="2121"/>
                  </a:lnTo>
                  <a:lnTo>
                    <a:pt x="2189" y="2097"/>
                  </a:lnTo>
                  <a:lnTo>
                    <a:pt x="2173" y="2070"/>
                  </a:lnTo>
                  <a:lnTo>
                    <a:pt x="2157" y="2039"/>
                  </a:lnTo>
                  <a:lnTo>
                    <a:pt x="2142" y="2008"/>
                  </a:lnTo>
                  <a:lnTo>
                    <a:pt x="2131" y="1972"/>
                  </a:lnTo>
                  <a:lnTo>
                    <a:pt x="2120" y="1936"/>
                  </a:lnTo>
                  <a:lnTo>
                    <a:pt x="2112" y="1897"/>
                  </a:lnTo>
                  <a:lnTo>
                    <a:pt x="2106" y="1858"/>
                  </a:lnTo>
                  <a:lnTo>
                    <a:pt x="2103" y="1815"/>
                  </a:lnTo>
                  <a:lnTo>
                    <a:pt x="2101" y="1773"/>
                  </a:lnTo>
                  <a:lnTo>
                    <a:pt x="2103" y="1731"/>
                  </a:lnTo>
                  <a:lnTo>
                    <a:pt x="2106" y="1689"/>
                  </a:lnTo>
                  <a:lnTo>
                    <a:pt x="2112" y="1649"/>
                  </a:lnTo>
                  <a:lnTo>
                    <a:pt x="2120" y="1611"/>
                  </a:lnTo>
                  <a:lnTo>
                    <a:pt x="2131" y="1574"/>
                  </a:lnTo>
                  <a:lnTo>
                    <a:pt x="2142" y="1540"/>
                  </a:lnTo>
                  <a:lnTo>
                    <a:pt x="2157" y="1507"/>
                  </a:lnTo>
                  <a:lnTo>
                    <a:pt x="2173" y="1478"/>
                  </a:lnTo>
                  <a:lnTo>
                    <a:pt x="2189" y="1451"/>
                  </a:lnTo>
                  <a:lnTo>
                    <a:pt x="2208" y="1426"/>
                  </a:lnTo>
                  <a:lnTo>
                    <a:pt x="2228" y="1405"/>
                  </a:lnTo>
                  <a:lnTo>
                    <a:pt x="2249" y="1387"/>
                  </a:lnTo>
                  <a:lnTo>
                    <a:pt x="2270" y="1373"/>
                  </a:lnTo>
                  <a:lnTo>
                    <a:pt x="2294" y="1363"/>
                  </a:lnTo>
                  <a:lnTo>
                    <a:pt x="2317" y="1357"/>
                  </a:lnTo>
                  <a:lnTo>
                    <a:pt x="2342" y="1355"/>
                  </a:lnTo>
                  <a:close/>
                  <a:moveTo>
                    <a:pt x="3179" y="819"/>
                  </a:moveTo>
                  <a:lnTo>
                    <a:pt x="3204" y="821"/>
                  </a:lnTo>
                  <a:lnTo>
                    <a:pt x="3227" y="827"/>
                  </a:lnTo>
                  <a:lnTo>
                    <a:pt x="3250" y="838"/>
                  </a:lnTo>
                  <a:lnTo>
                    <a:pt x="3272" y="852"/>
                  </a:lnTo>
                  <a:lnTo>
                    <a:pt x="3293" y="869"/>
                  </a:lnTo>
                  <a:lnTo>
                    <a:pt x="3312" y="890"/>
                  </a:lnTo>
                  <a:lnTo>
                    <a:pt x="3331" y="915"/>
                  </a:lnTo>
                  <a:lnTo>
                    <a:pt x="3348" y="942"/>
                  </a:lnTo>
                  <a:lnTo>
                    <a:pt x="3363" y="971"/>
                  </a:lnTo>
                  <a:lnTo>
                    <a:pt x="3377" y="1004"/>
                  </a:lnTo>
                  <a:lnTo>
                    <a:pt x="3389" y="1038"/>
                  </a:lnTo>
                  <a:lnTo>
                    <a:pt x="3400" y="1076"/>
                  </a:lnTo>
                  <a:lnTo>
                    <a:pt x="3408" y="1113"/>
                  </a:lnTo>
                  <a:lnTo>
                    <a:pt x="3414" y="1153"/>
                  </a:lnTo>
                  <a:lnTo>
                    <a:pt x="3417" y="1195"/>
                  </a:lnTo>
                  <a:lnTo>
                    <a:pt x="3418" y="1237"/>
                  </a:lnTo>
                  <a:lnTo>
                    <a:pt x="3417" y="1280"/>
                  </a:lnTo>
                  <a:lnTo>
                    <a:pt x="3414" y="1322"/>
                  </a:lnTo>
                  <a:lnTo>
                    <a:pt x="3408" y="1362"/>
                  </a:lnTo>
                  <a:lnTo>
                    <a:pt x="3400" y="1399"/>
                  </a:lnTo>
                  <a:lnTo>
                    <a:pt x="3389" y="1437"/>
                  </a:lnTo>
                  <a:lnTo>
                    <a:pt x="3377" y="1471"/>
                  </a:lnTo>
                  <a:lnTo>
                    <a:pt x="3363" y="1503"/>
                  </a:lnTo>
                  <a:lnTo>
                    <a:pt x="3348" y="1533"/>
                  </a:lnTo>
                  <a:lnTo>
                    <a:pt x="3331" y="1560"/>
                  </a:lnTo>
                  <a:lnTo>
                    <a:pt x="3312" y="1584"/>
                  </a:lnTo>
                  <a:lnTo>
                    <a:pt x="3293" y="1605"/>
                  </a:lnTo>
                  <a:lnTo>
                    <a:pt x="3272" y="1623"/>
                  </a:lnTo>
                  <a:lnTo>
                    <a:pt x="3250" y="1637"/>
                  </a:lnTo>
                  <a:lnTo>
                    <a:pt x="3227" y="1648"/>
                  </a:lnTo>
                  <a:lnTo>
                    <a:pt x="3204" y="1654"/>
                  </a:lnTo>
                  <a:lnTo>
                    <a:pt x="3179" y="1656"/>
                  </a:lnTo>
                  <a:lnTo>
                    <a:pt x="3155" y="1654"/>
                  </a:lnTo>
                  <a:lnTo>
                    <a:pt x="3131" y="1648"/>
                  </a:lnTo>
                  <a:lnTo>
                    <a:pt x="3108" y="1637"/>
                  </a:lnTo>
                  <a:lnTo>
                    <a:pt x="3087" y="1623"/>
                  </a:lnTo>
                  <a:lnTo>
                    <a:pt x="3066" y="1605"/>
                  </a:lnTo>
                  <a:lnTo>
                    <a:pt x="3046" y="1584"/>
                  </a:lnTo>
                  <a:lnTo>
                    <a:pt x="3027" y="1560"/>
                  </a:lnTo>
                  <a:lnTo>
                    <a:pt x="3011" y="1533"/>
                  </a:lnTo>
                  <a:lnTo>
                    <a:pt x="2994" y="1503"/>
                  </a:lnTo>
                  <a:lnTo>
                    <a:pt x="2980" y="1471"/>
                  </a:lnTo>
                  <a:lnTo>
                    <a:pt x="2968" y="1437"/>
                  </a:lnTo>
                  <a:lnTo>
                    <a:pt x="2958" y="1399"/>
                  </a:lnTo>
                  <a:lnTo>
                    <a:pt x="2950" y="1362"/>
                  </a:lnTo>
                  <a:lnTo>
                    <a:pt x="2944" y="1322"/>
                  </a:lnTo>
                  <a:lnTo>
                    <a:pt x="2940" y="1280"/>
                  </a:lnTo>
                  <a:lnTo>
                    <a:pt x="2939" y="1237"/>
                  </a:lnTo>
                  <a:lnTo>
                    <a:pt x="2940" y="1195"/>
                  </a:lnTo>
                  <a:lnTo>
                    <a:pt x="2944" y="1153"/>
                  </a:lnTo>
                  <a:lnTo>
                    <a:pt x="2950" y="1113"/>
                  </a:lnTo>
                  <a:lnTo>
                    <a:pt x="2958" y="1076"/>
                  </a:lnTo>
                  <a:lnTo>
                    <a:pt x="2968" y="1038"/>
                  </a:lnTo>
                  <a:lnTo>
                    <a:pt x="2980" y="1004"/>
                  </a:lnTo>
                  <a:lnTo>
                    <a:pt x="2994" y="971"/>
                  </a:lnTo>
                  <a:lnTo>
                    <a:pt x="3011" y="942"/>
                  </a:lnTo>
                  <a:lnTo>
                    <a:pt x="3027" y="915"/>
                  </a:lnTo>
                  <a:lnTo>
                    <a:pt x="3046" y="890"/>
                  </a:lnTo>
                  <a:lnTo>
                    <a:pt x="3066" y="869"/>
                  </a:lnTo>
                  <a:lnTo>
                    <a:pt x="3087" y="852"/>
                  </a:lnTo>
                  <a:lnTo>
                    <a:pt x="3108" y="838"/>
                  </a:lnTo>
                  <a:lnTo>
                    <a:pt x="3131" y="827"/>
                  </a:lnTo>
                  <a:lnTo>
                    <a:pt x="3155" y="821"/>
                  </a:lnTo>
                  <a:lnTo>
                    <a:pt x="3179" y="819"/>
                  </a:lnTo>
                  <a:close/>
                  <a:moveTo>
                    <a:pt x="3246" y="2144"/>
                  </a:moveTo>
                  <a:lnTo>
                    <a:pt x="3271" y="2146"/>
                  </a:lnTo>
                  <a:lnTo>
                    <a:pt x="3294" y="2152"/>
                  </a:lnTo>
                  <a:lnTo>
                    <a:pt x="3316" y="2162"/>
                  </a:lnTo>
                  <a:lnTo>
                    <a:pt x="3339" y="2176"/>
                  </a:lnTo>
                  <a:lnTo>
                    <a:pt x="3360" y="2194"/>
                  </a:lnTo>
                  <a:lnTo>
                    <a:pt x="3380" y="2215"/>
                  </a:lnTo>
                  <a:lnTo>
                    <a:pt x="3397" y="2240"/>
                  </a:lnTo>
                  <a:lnTo>
                    <a:pt x="3415" y="2267"/>
                  </a:lnTo>
                  <a:lnTo>
                    <a:pt x="3430" y="2296"/>
                  </a:lnTo>
                  <a:lnTo>
                    <a:pt x="3444" y="2329"/>
                  </a:lnTo>
                  <a:lnTo>
                    <a:pt x="3456" y="2363"/>
                  </a:lnTo>
                  <a:lnTo>
                    <a:pt x="3466" y="2400"/>
                  </a:lnTo>
                  <a:lnTo>
                    <a:pt x="3475" y="2438"/>
                  </a:lnTo>
                  <a:lnTo>
                    <a:pt x="3480" y="2478"/>
                  </a:lnTo>
                  <a:lnTo>
                    <a:pt x="3484" y="2520"/>
                  </a:lnTo>
                  <a:lnTo>
                    <a:pt x="3485" y="2562"/>
                  </a:lnTo>
                  <a:lnTo>
                    <a:pt x="3484" y="2604"/>
                  </a:lnTo>
                  <a:lnTo>
                    <a:pt x="3480" y="2647"/>
                  </a:lnTo>
                  <a:lnTo>
                    <a:pt x="3475" y="2686"/>
                  </a:lnTo>
                  <a:lnTo>
                    <a:pt x="3466" y="2725"/>
                  </a:lnTo>
                  <a:lnTo>
                    <a:pt x="3456" y="2762"/>
                  </a:lnTo>
                  <a:lnTo>
                    <a:pt x="3444" y="2796"/>
                  </a:lnTo>
                  <a:lnTo>
                    <a:pt x="3430" y="2828"/>
                  </a:lnTo>
                  <a:lnTo>
                    <a:pt x="3415" y="2858"/>
                  </a:lnTo>
                  <a:lnTo>
                    <a:pt x="3397" y="2886"/>
                  </a:lnTo>
                  <a:lnTo>
                    <a:pt x="3380" y="2909"/>
                  </a:lnTo>
                  <a:lnTo>
                    <a:pt x="3360" y="2930"/>
                  </a:lnTo>
                  <a:lnTo>
                    <a:pt x="3339" y="2949"/>
                  </a:lnTo>
                  <a:lnTo>
                    <a:pt x="3316" y="2963"/>
                  </a:lnTo>
                  <a:lnTo>
                    <a:pt x="3294" y="2974"/>
                  </a:lnTo>
                  <a:lnTo>
                    <a:pt x="3271" y="2980"/>
                  </a:lnTo>
                  <a:lnTo>
                    <a:pt x="3246" y="2982"/>
                  </a:lnTo>
                  <a:lnTo>
                    <a:pt x="3222" y="2980"/>
                  </a:lnTo>
                  <a:lnTo>
                    <a:pt x="3198" y="2974"/>
                  </a:lnTo>
                  <a:lnTo>
                    <a:pt x="3176" y="2963"/>
                  </a:lnTo>
                  <a:lnTo>
                    <a:pt x="3154" y="2949"/>
                  </a:lnTo>
                  <a:lnTo>
                    <a:pt x="3133" y="2930"/>
                  </a:lnTo>
                  <a:lnTo>
                    <a:pt x="3113" y="2909"/>
                  </a:lnTo>
                  <a:lnTo>
                    <a:pt x="3095" y="2886"/>
                  </a:lnTo>
                  <a:lnTo>
                    <a:pt x="3077" y="2858"/>
                  </a:lnTo>
                  <a:lnTo>
                    <a:pt x="3062" y="2828"/>
                  </a:lnTo>
                  <a:lnTo>
                    <a:pt x="3048" y="2796"/>
                  </a:lnTo>
                  <a:lnTo>
                    <a:pt x="3036" y="2762"/>
                  </a:lnTo>
                  <a:lnTo>
                    <a:pt x="3026" y="2725"/>
                  </a:lnTo>
                  <a:lnTo>
                    <a:pt x="3018" y="2686"/>
                  </a:lnTo>
                  <a:lnTo>
                    <a:pt x="3012" y="2647"/>
                  </a:lnTo>
                  <a:lnTo>
                    <a:pt x="3008" y="2604"/>
                  </a:lnTo>
                  <a:lnTo>
                    <a:pt x="3007" y="2562"/>
                  </a:lnTo>
                  <a:lnTo>
                    <a:pt x="3008" y="2520"/>
                  </a:lnTo>
                  <a:lnTo>
                    <a:pt x="3012" y="2478"/>
                  </a:lnTo>
                  <a:lnTo>
                    <a:pt x="3018" y="2438"/>
                  </a:lnTo>
                  <a:lnTo>
                    <a:pt x="3026" y="2400"/>
                  </a:lnTo>
                  <a:lnTo>
                    <a:pt x="3036" y="2363"/>
                  </a:lnTo>
                  <a:lnTo>
                    <a:pt x="3048" y="2329"/>
                  </a:lnTo>
                  <a:lnTo>
                    <a:pt x="3062" y="2296"/>
                  </a:lnTo>
                  <a:lnTo>
                    <a:pt x="3077" y="2267"/>
                  </a:lnTo>
                  <a:lnTo>
                    <a:pt x="3095" y="2240"/>
                  </a:lnTo>
                  <a:lnTo>
                    <a:pt x="3113" y="2215"/>
                  </a:lnTo>
                  <a:lnTo>
                    <a:pt x="3133" y="2194"/>
                  </a:lnTo>
                  <a:lnTo>
                    <a:pt x="3154" y="2176"/>
                  </a:lnTo>
                  <a:lnTo>
                    <a:pt x="3176" y="2162"/>
                  </a:lnTo>
                  <a:lnTo>
                    <a:pt x="3198" y="2152"/>
                  </a:lnTo>
                  <a:lnTo>
                    <a:pt x="3222" y="2146"/>
                  </a:lnTo>
                  <a:lnTo>
                    <a:pt x="3246" y="214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8994" name="Freeform 48"/>
            <p:cNvSpPr>
              <a:spLocks/>
            </p:cNvSpPr>
            <p:nvPr/>
          </p:nvSpPr>
          <p:spPr bwMode="auto">
            <a:xfrm>
              <a:off x="1267" y="1588"/>
              <a:ext cx="87" cy="52"/>
            </a:xfrm>
            <a:custGeom>
              <a:avLst/>
              <a:gdLst>
                <a:gd name="T0" fmla="*/ 3 w 437"/>
                <a:gd name="T1" fmla="*/ 2 h 260"/>
                <a:gd name="T2" fmla="*/ 3 w 437"/>
                <a:gd name="T3" fmla="*/ 2 h 260"/>
                <a:gd name="T4" fmla="*/ 3 w 437"/>
                <a:gd name="T5" fmla="*/ 2 h 260"/>
                <a:gd name="T6" fmla="*/ 3 w 437"/>
                <a:gd name="T7" fmla="*/ 2 h 260"/>
                <a:gd name="T8" fmla="*/ 3 w 437"/>
                <a:gd name="T9" fmla="*/ 1 h 260"/>
                <a:gd name="T10" fmla="*/ 3 w 437"/>
                <a:gd name="T11" fmla="*/ 1 h 260"/>
                <a:gd name="T12" fmla="*/ 3 w 437"/>
                <a:gd name="T13" fmla="*/ 1 h 260"/>
                <a:gd name="T14" fmla="*/ 3 w 437"/>
                <a:gd name="T15" fmla="*/ 1 h 260"/>
                <a:gd name="T16" fmla="*/ 3 w 437"/>
                <a:gd name="T17" fmla="*/ 1 h 260"/>
                <a:gd name="T18" fmla="*/ 2 w 437"/>
                <a:gd name="T19" fmla="*/ 1 h 260"/>
                <a:gd name="T20" fmla="*/ 2 w 437"/>
                <a:gd name="T21" fmla="*/ 0 h 260"/>
                <a:gd name="T22" fmla="*/ 2 w 437"/>
                <a:gd name="T23" fmla="*/ 0 h 260"/>
                <a:gd name="T24" fmla="*/ 2 w 437"/>
                <a:gd name="T25" fmla="*/ 0 h 260"/>
                <a:gd name="T26" fmla="*/ 1 w 437"/>
                <a:gd name="T27" fmla="*/ 0 h 260"/>
                <a:gd name="T28" fmla="*/ 1 w 437"/>
                <a:gd name="T29" fmla="*/ 0 h 260"/>
                <a:gd name="T30" fmla="*/ 1 w 437"/>
                <a:gd name="T31" fmla="*/ 0 h 260"/>
                <a:gd name="T32" fmla="*/ 0 w 437"/>
                <a:gd name="T33" fmla="*/ 0 h 260"/>
                <a:gd name="T34" fmla="*/ 0 w 437"/>
                <a:gd name="T35" fmla="*/ 0 h 260"/>
                <a:gd name="T36" fmla="*/ 0 w 437"/>
                <a:gd name="T37" fmla="*/ 0 h 260"/>
                <a:gd name="T38" fmla="*/ 0 w 437"/>
                <a:gd name="T39" fmla="*/ 0 h 260"/>
                <a:gd name="T40" fmla="*/ 1 w 437"/>
                <a:gd name="T41" fmla="*/ 0 h 260"/>
                <a:gd name="T42" fmla="*/ 1 w 437"/>
                <a:gd name="T43" fmla="*/ 0 h 260"/>
                <a:gd name="T44" fmla="*/ 1 w 437"/>
                <a:gd name="T45" fmla="*/ 0 h 260"/>
                <a:gd name="T46" fmla="*/ 2 w 437"/>
                <a:gd name="T47" fmla="*/ 0 h 260"/>
                <a:gd name="T48" fmla="*/ 2 w 437"/>
                <a:gd name="T49" fmla="*/ 0 h 260"/>
                <a:gd name="T50" fmla="*/ 2 w 437"/>
                <a:gd name="T51" fmla="*/ 1 h 260"/>
                <a:gd name="T52" fmla="*/ 2 w 437"/>
                <a:gd name="T53" fmla="*/ 1 h 260"/>
                <a:gd name="T54" fmla="*/ 3 w 437"/>
                <a:gd name="T55" fmla="*/ 1 h 260"/>
                <a:gd name="T56" fmla="*/ 3 w 437"/>
                <a:gd name="T57" fmla="*/ 1 h 260"/>
                <a:gd name="T58" fmla="*/ 3 w 437"/>
                <a:gd name="T59" fmla="*/ 1 h 260"/>
                <a:gd name="T60" fmla="*/ 3 w 437"/>
                <a:gd name="T61" fmla="*/ 1 h 260"/>
                <a:gd name="T62" fmla="*/ 3 w 437"/>
                <a:gd name="T63" fmla="*/ 1 h 260"/>
                <a:gd name="T64" fmla="*/ 3 w 437"/>
                <a:gd name="T65" fmla="*/ 2 h 260"/>
                <a:gd name="T66" fmla="*/ 3 w 437"/>
                <a:gd name="T67" fmla="*/ 2 h 260"/>
                <a:gd name="T68" fmla="*/ 3 w 437"/>
                <a:gd name="T69" fmla="*/ 2 h 260"/>
                <a:gd name="T70" fmla="*/ 3 w 437"/>
                <a:gd name="T71" fmla="*/ 2 h 260"/>
                <a:gd name="T72" fmla="*/ 3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437" y="260"/>
                  </a:moveTo>
                  <a:lnTo>
                    <a:pt x="437" y="260"/>
                  </a:lnTo>
                  <a:lnTo>
                    <a:pt x="434" y="233"/>
                  </a:lnTo>
                  <a:lnTo>
                    <a:pt x="427" y="206"/>
                  </a:lnTo>
                  <a:lnTo>
                    <a:pt x="417" y="181"/>
                  </a:lnTo>
                  <a:lnTo>
                    <a:pt x="401" y="157"/>
                  </a:lnTo>
                  <a:lnTo>
                    <a:pt x="383" y="133"/>
                  </a:lnTo>
                  <a:lnTo>
                    <a:pt x="360" y="113"/>
                  </a:lnTo>
                  <a:lnTo>
                    <a:pt x="336" y="93"/>
                  </a:lnTo>
                  <a:lnTo>
                    <a:pt x="308" y="73"/>
                  </a:lnTo>
                  <a:lnTo>
                    <a:pt x="276" y="58"/>
                  </a:lnTo>
                  <a:lnTo>
                    <a:pt x="242" y="43"/>
                  </a:lnTo>
                  <a:lnTo>
                    <a:pt x="207" y="30"/>
                  </a:lnTo>
                  <a:lnTo>
                    <a:pt x="168" y="19"/>
                  </a:lnTo>
                  <a:lnTo>
                    <a:pt x="128" y="11"/>
                  </a:lnTo>
                  <a:lnTo>
                    <a:pt x="87" y="4"/>
                  </a:lnTo>
                  <a:lnTo>
                    <a:pt x="43" y="1"/>
                  </a:lnTo>
                  <a:lnTo>
                    <a:pt x="0" y="0"/>
                  </a:lnTo>
                  <a:lnTo>
                    <a:pt x="0" y="11"/>
                  </a:lnTo>
                  <a:lnTo>
                    <a:pt x="43" y="12"/>
                  </a:lnTo>
                  <a:lnTo>
                    <a:pt x="85" y="16"/>
                  </a:lnTo>
                  <a:lnTo>
                    <a:pt x="126" y="23"/>
                  </a:lnTo>
                  <a:lnTo>
                    <a:pt x="166" y="31"/>
                  </a:lnTo>
                  <a:lnTo>
                    <a:pt x="202" y="42"/>
                  </a:lnTo>
                  <a:lnTo>
                    <a:pt x="237" y="55"/>
                  </a:lnTo>
                  <a:lnTo>
                    <a:pt x="271" y="70"/>
                  </a:lnTo>
                  <a:lnTo>
                    <a:pt x="301" y="85"/>
                  </a:lnTo>
                  <a:lnTo>
                    <a:pt x="329" y="103"/>
                  </a:lnTo>
                  <a:lnTo>
                    <a:pt x="353" y="123"/>
                  </a:lnTo>
                  <a:lnTo>
                    <a:pt x="373" y="143"/>
                  </a:lnTo>
                  <a:lnTo>
                    <a:pt x="392" y="164"/>
                  </a:lnTo>
                  <a:lnTo>
                    <a:pt x="405" y="186"/>
                  </a:lnTo>
                  <a:lnTo>
                    <a:pt x="415" y="211"/>
                  </a:lnTo>
                  <a:lnTo>
                    <a:pt x="422" y="235"/>
                  </a:lnTo>
                  <a:lnTo>
                    <a:pt x="425" y="260"/>
                  </a:lnTo>
                  <a:lnTo>
                    <a:pt x="437"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8995" name="Freeform 49"/>
            <p:cNvSpPr>
              <a:spLocks/>
            </p:cNvSpPr>
            <p:nvPr/>
          </p:nvSpPr>
          <p:spPr bwMode="auto">
            <a:xfrm>
              <a:off x="1267" y="1640"/>
              <a:ext cx="87" cy="52"/>
            </a:xfrm>
            <a:custGeom>
              <a:avLst/>
              <a:gdLst>
                <a:gd name="T0" fmla="*/ 0 w 437"/>
                <a:gd name="T1" fmla="*/ 2 h 260"/>
                <a:gd name="T2" fmla="*/ 0 w 437"/>
                <a:gd name="T3" fmla="*/ 2 h 260"/>
                <a:gd name="T4" fmla="*/ 0 w 437"/>
                <a:gd name="T5" fmla="*/ 2 h 260"/>
                <a:gd name="T6" fmla="*/ 1 w 437"/>
                <a:gd name="T7" fmla="*/ 2 h 260"/>
                <a:gd name="T8" fmla="*/ 1 w 437"/>
                <a:gd name="T9" fmla="*/ 2 h 260"/>
                <a:gd name="T10" fmla="*/ 1 w 437"/>
                <a:gd name="T11" fmla="*/ 2 h 260"/>
                <a:gd name="T12" fmla="*/ 2 w 437"/>
                <a:gd name="T13" fmla="*/ 2 h 260"/>
                <a:gd name="T14" fmla="*/ 2 w 437"/>
                <a:gd name="T15" fmla="*/ 2 h 260"/>
                <a:gd name="T16" fmla="*/ 2 w 437"/>
                <a:gd name="T17" fmla="*/ 2 h 260"/>
                <a:gd name="T18" fmla="*/ 2 w 437"/>
                <a:gd name="T19" fmla="*/ 1 h 260"/>
                <a:gd name="T20" fmla="*/ 3 w 437"/>
                <a:gd name="T21" fmla="*/ 1 h 260"/>
                <a:gd name="T22" fmla="*/ 3 w 437"/>
                <a:gd name="T23" fmla="*/ 1 h 260"/>
                <a:gd name="T24" fmla="*/ 3 w 437"/>
                <a:gd name="T25" fmla="*/ 1 h 260"/>
                <a:gd name="T26" fmla="*/ 3 w 437"/>
                <a:gd name="T27" fmla="*/ 1 h 260"/>
                <a:gd name="T28" fmla="*/ 3 w 437"/>
                <a:gd name="T29" fmla="*/ 1 h 260"/>
                <a:gd name="T30" fmla="*/ 3 w 437"/>
                <a:gd name="T31" fmla="*/ 0 h 260"/>
                <a:gd name="T32" fmla="*/ 3 w 437"/>
                <a:gd name="T33" fmla="*/ 0 h 260"/>
                <a:gd name="T34" fmla="*/ 3 w 437"/>
                <a:gd name="T35" fmla="*/ 0 h 260"/>
                <a:gd name="T36" fmla="*/ 3 w 437"/>
                <a:gd name="T37" fmla="*/ 0 h 260"/>
                <a:gd name="T38" fmla="*/ 3 w 437"/>
                <a:gd name="T39" fmla="*/ 0 h 260"/>
                <a:gd name="T40" fmla="*/ 3 w 437"/>
                <a:gd name="T41" fmla="*/ 0 h 260"/>
                <a:gd name="T42" fmla="*/ 3 w 437"/>
                <a:gd name="T43" fmla="*/ 1 h 260"/>
                <a:gd name="T44" fmla="*/ 3 w 437"/>
                <a:gd name="T45" fmla="*/ 1 h 260"/>
                <a:gd name="T46" fmla="*/ 3 w 437"/>
                <a:gd name="T47" fmla="*/ 1 h 260"/>
                <a:gd name="T48" fmla="*/ 3 w 437"/>
                <a:gd name="T49" fmla="*/ 1 h 260"/>
                <a:gd name="T50" fmla="*/ 3 w 437"/>
                <a:gd name="T51" fmla="*/ 1 h 260"/>
                <a:gd name="T52" fmla="*/ 2 w 437"/>
                <a:gd name="T53" fmla="*/ 1 h 260"/>
                <a:gd name="T54" fmla="*/ 2 w 437"/>
                <a:gd name="T55" fmla="*/ 2 h 260"/>
                <a:gd name="T56" fmla="*/ 2 w 437"/>
                <a:gd name="T57" fmla="*/ 2 h 260"/>
                <a:gd name="T58" fmla="*/ 2 w 437"/>
                <a:gd name="T59" fmla="*/ 2 h 260"/>
                <a:gd name="T60" fmla="*/ 1 w 437"/>
                <a:gd name="T61" fmla="*/ 2 h 260"/>
                <a:gd name="T62" fmla="*/ 1 w 437"/>
                <a:gd name="T63" fmla="*/ 2 h 260"/>
                <a:gd name="T64" fmla="*/ 1 w 437"/>
                <a:gd name="T65" fmla="*/ 2 h 260"/>
                <a:gd name="T66" fmla="*/ 0 w 437"/>
                <a:gd name="T67" fmla="*/ 2 h 260"/>
                <a:gd name="T68" fmla="*/ 0 w 437"/>
                <a:gd name="T69" fmla="*/ 2 h 260"/>
                <a:gd name="T70" fmla="*/ 0 w 437"/>
                <a:gd name="T71" fmla="*/ 2 h 260"/>
                <a:gd name="T72" fmla="*/ 0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0" y="260"/>
                  </a:moveTo>
                  <a:lnTo>
                    <a:pt x="0" y="260"/>
                  </a:lnTo>
                  <a:lnTo>
                    <a:pt x="43" y="259"/>
                  </a:lnTo>
                  <a:lnTo>
                    <a:pt x="87" y="255"/>
                  </a:lnTo>
                  <a:lnTo>
                    <a:pt x="128" y="248"/>
                  </a:lnTo>
                  <a:lnTo>
                    <a:pt x="168" y="240"/>
                  </a:lnTo>
                  <a:lnTo>
                    <a:pt x="207" y="230"/>
                  </a:lnTo>
                  <a:lnTo>
                    <a:pt x="242" y="217"/>
                  </a:lnTo>
                  <a:lnTo>
                    <a:pt x="276" y="202"/>
                  </a:lnTo>
                  <a:lnTo>
                    <a:pt x="308" y="185"/>
                  </a:lnTo>
                  <a:lnTo>
                    <a:pt x="336" y="166"/>
                  </a:lnTo>
                  <a:lnTo>
                    <a:pt x="360" y="146"/>
                  </a:lnTo>
                  <a:lnTo>
                    <a:pt x="383" y="125"/>
                  </a:lnTo>
                  <a:lnTo>
                    <a:pt x="401" y="102"/>
                  </a:lnTo>
                  <a:lnTo>
                    <a:pt x="417" y="77"/>
                  </a:lnTo>
                  <a:lnTo>
                    <a:pt x="427" y="53"/>
                  </a:lnTo>
                  <a:lnTo>
                    <a:pt x="434" y="27"/>
                  </a:lnTo>
                  <a:lnTo>
                    <a:pt x="437" y="0"/>
                  </a:lnTo>
                  <a:lnTo>
                    <a:pt x="425" y="0"/>
                  </a:lnTo>
                  <a:lnTo>
                    <a:pt x="422" y="24"/>
                  </a:lnTo>
                  <a:lnTo>
                    <a:pt x="415" y="48"/>
                  </a:lnTo>
                  <a:lnTo>
                    <a:pt x="405" y="73"/>
                  </a:lnTo>
                  <a:lnTo>
                    <a:pt x="392" y="95"/>
                  </a:lnTo>
                  <a:lnTo>
                    <a:pt x="373" y="116"/>
                  </a:lnTo>
                  <a:lnTo>
                    <a:pt x="353" y="137"/>
                  </a:lnTo>
                  <a:lnTo>
                    <a:pt x="329" y="157"/>
                  </a:lnTo>
                  <a:lnTo>
                    <a:pt x="301" y="173"/>
                  </a:lnTo>
                  <a:lnTo>
                    <a:pt x="271" y="190"/>
                  </a:lnTo>
                  <a:lnTo>
                    <a:pt x="237" y="205"/>
                  </a:lnTo>
                  <a:lnTo>
                    <a:pt x="202" y="218"/>
                  </a:lnTo>
                  <a:lnTo>
                    <a:pt x="166" y="228"/>
                  </a:lnTo>
                  <a:lnTo>
                    <a:pt x="126" y="237"/>
                  </a:lnTo>
                  <a:lnTo>
                    <a:pt x="85" y="244"/>
                  </a:lnTo>
                  <a:lnTo>
                    <a:pt x="43" y="247"/>
                  </a:lnTo>
                  <a:lnTo>
                    <a:pt x="0" y="248"/>
                  </a:lnTo>
                  <a:lnTo>
                    <a:pt x="0"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8996" name="Freeform 50"/>
            <p:cNvSpPr>
              <a:spLocks/>
            </p:cNvSpPr>
            <p:nvPr/>
          </p:nvSpPr>
          <p:spPr bwMode="auto">
            <a:xfrm>
              <a:off x="1179" y="1640"/>
              <a:ext cx="88" cy="52"/>
            </a:xfrm>
            <a:custGeom>
              <a:avLst/>
              <a:gdLst>
                <a:gd name="T0" fmla="*/ 0 w 439"/>
                <a:gd name="T1" fmla="*/ 0 h 260"/>
                <a:gd name="T2" fmla="*/ 0 w 439"/>
                <a:gd name="T3" fmla="*/ 0 h 260"/>
                <a:gd name="T4" fmla="*/ 0 w 439"/>
                <a:gd name="T5" fmla="*/ 0 h 260"/>
                <a:gd name="T6" fmla="*/ 0 w 439"/>
                <a:gd name="T7" fmla="*/ 0 h 260"/>
                <a:gd name="T8" fmla="*/ 0 w 439"/>
                <a:gd name="T9" fmla="*/ 1 h 260"/>
                <a:gd name="T10" fmla="*/ 0 w 439"/>
                <a:gd name="T11" fmla="*/ 1 h 260"/>
                <a:gd name="T12" fmla="*/ 0 w 439"/>
                <a:gd name="T13" fmla="*/ 1 h 260"/>
                <a:gd name="T14" fmla="*/ 1 w 439"/>
                <a:gd name="T15" fmla="*/ 1 h 260"/>
                <a:gd name="T16" fmla="*/ 1 w 439"/>
                <a:gd name="T17" fmla="*/ 1 h 260"/>
                <a:gd name="T18" fmla="*/ 1 w 439"/>
                <a:gd name="T19" fmla="*/ 1 h 260"/>
                <a:gd name="T20" fmla="*/ 1 w 439"/>
                <a:gd name="T21" fmla="*/ 2 h 260"/>
                <a:gd name="T22" fmla="*/ 2 w 439"/>
                <a:gd name="T23" fmla="*/ 2 h 260"/>
                <a:gd name="T24" fmla="*/ 2 w 439"/>
                <a:gd name="T25" fmla="*/ 2 h 260"/>
                <a:gd name="T26" fmla="*/ 2 w 439"/>
                <a:gd name="T27" fmla="*/ 2 h 260"/>
                <a:gd name="T28" fmla="*/ 2 w 439"/>
                <a:gd name="T29" fmla="*/ 2 h 260"/>
                <a:gd name="T30" fmla="*/ 3 w 439"/>
                <a:gd name="T31" fmla="*/ 2 h 260"/>
                <a:gd name="T32" fmla="*/ 3 w 439"/>
                <a:gd name="T33" fmla="*/ 2 h 260"/>
                <a:gd name="T34" fmla="*/ 4 w 439"/>
                <a:gd name="T35" fmla="*/ 2 h 260"/>
                <a:gd name="T36" fmla="*/ 4 w 439"/>
                <a:gd name="T37" fmla="*/ 2 h 260"/>
                <a:gd name="T38" fmla="*/ 3 w 439"/>
                <a:gd name="T39" fmla="*/ 2 h 260"/>
                <a:gd name="T40" fmla="*/ 3 w 439"/>
                <a:gd name="T41" fmla="*/ 2 h 260"/>
                <a:gd name="T42" fmla="*/ 3 w 439"/>
                <a:gd name="T43" fmla="*/ 2 h 260"/>
                <a:gd name="T44" fmla="*/ 2 w 439"/>
                <a:gd name="T45" fmla="*/ 2 h 260"/>
                <a:gd name="T46" fmla="*/ 2 w 439"/>
                <a:gd name="T47" fmla="*/ 2 h 260"/>
                <a:gd name="T48" fmla="*/ 2 w 439"/>
                <a:gd name="T49" fmla="*/ 2 h 260"/>
                <a:gd name="T50" fmla="*/ 1 w 439"/>
                <a:gd name="T51" fmla="*/ 2 h 260"/>
                <a:gd name="T52" fmla="*/ 1 w 439"/>
                <a:gd name="T53" fmla="*/ 1 h 260"/>
                <a:gd name="T54" fmla="*/ 1 w 439"/>
                <a:gd name="T55" fmla="*/ 1 h 260"/>
                <a:gd name="T56" fmla="*/ 1 w 439"/>
                <a:gd name="T57" fmla="*/ 1 h 260"/>
                <a:gd name="T58" fmla="*/ 1 w 439"/>
                <a:gd name="T59" fmla="*/ 1 h 260"/>
                <a:gd name="T60" fmla="*/ 0 w 439"/>
                <a:gd name="T61" fmla="*/ 1 h 260"/>
                <a:gd name="T62" fmla="*/ 0 w 439"/>
                <a:gd name="T63" fmla="*/ 1 h 260"/>
                <a:gd name="T64" fmla="*/ 0 w 439"/>
                <a:gd name="T65" fmla="*/ 0 h 260"/>
                <a:gd name="T66" fmla="*/ 0 w 439"/>
                <a:gd name="T67" fmla="*/ 0 h 260"/>
                <a:gd name="T68" fmla="*/ 0 w 439"/>
                <a:gd name="T69" fmla="*/ 0 h 260"/>
                <a:gd name="T70" fmla="*/ 0 w 439"/>
                <a:gd name="T71" fmla="*/ 0 h 260"/>
                <a:gd name="T72" fmla="*/ 0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0" y="0"/>
                  </a:moveTo>
                  <a:lnTo>
                    <a:pt x="0" y="0"/>
                  </a:lnTo>
                  <a:lnTo>
                    <a:pt x="3" y="27"/>
                  </a:lnTo>
                  <a:lnTo>
                    <a:pt x="10" y="53"/>
                  </a:lnTo>
                  <a:lnTo>
                    <a:pt x="20" y="77"/>
                  </a:lnTo>
                  <a:lnTo>
                    <a:pt x="35" y="102"/>
                  </a:lnTo>
                  <a:lnTo>
                    <a:pt x="54" y="125"/>
                  </a:lnTo>
                  <a:lnTo>
                    <a:pt x="76" y="146"/>
                  </a:lnTo>
                  <a:lnTo>
                    <a:pt x="102" y="166"/>
                  </a:lnTo>
                  <a:lnTo>
                    <a:pt x="130" y="185"/>
                  </a:lnTo>
                  <a:lnTo>
                    <a:pt x="162" y="202"/>
                  </a:lnTo>
                  <a:lnTo>
                    <a:pt x="195" y="217"/>
                  </a:lnTo>
                  <a:lnTo>
                    <a:pt x="231" y="230"/>
                  </a:lnTo>
                  <a:lnTo>
                    <a:pt x="270" y="240"/>
                  </a:lnTo>
                  <a:lnTo>
                    <a:pt x="310" y="248"/>
                  </a:lnTo>
                  <a:lnTo>
                    <a:pt x="351" y="255"/>
                  </a:lnTo>
                  <a:lnTo>
                    <a:pt x="395" y="259"/>
                  </a:lnTo>
                  <a:lnTo>
                    <a:pt x="439" y="260"/>
                  </a:lnTo>
                  <a:lnTo>
                    <a:pt x="439" y="248"/>
                  </a:lnTo>
                  <a:lnTo>
                    <a:pt x="395" y="247"/>
                  </a:lnTo>
                  <a:lnTo>
                    <a:pt x="353" y="244"/>
                  </a:lnTo>
                  <a:lnTo>
                    <a:pt x="312" y="237"/>
                  </a:lnTo>
                  <a:lnTo>
                    <a:pt x="272" y="228"/>
                  </a:lnTo>
                  <a:lnTo>
                    <a:pt x="236" y="218"/>
                  </a:lnTo>
                  <a:lnTo>
                    <a:pt x="200" y="205"/>
                  </a:lnTo>
                  <a:lnTo>
                    <a:pt x="167" y="190"/>
                  </a:lnTo>
                  <a:lnTo>
                    <a:pt x="137" y="173"/>
                  </a:lnTo>
                  <a:lnTo>
                    <a:pt x="109" y="157"/>
                  </a:lnTo>
                  <a:lnTo>
                    <a:pt x="84" y="137"/>
                  </a:lnTo>
                  <a:lnTo>
                    <a:pt x="64" y="116"/>
                  </a:lnTo>
                  <a:lnTo>
                    <a:pt x="45" y="95"/>
                  </a:lnTo>
                  <a:lnTo>
                    <a:pt x="32" y="73"/>
                  </a:lnTo>
                  <a:lnTo>
                    <a:pt x="21" y="48"/>
                  </a:lnTo>
                  <a:lnTo>
                    <a:pt x="14" y="24"/>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8997" name="Freeform 51"/>
            <p:cNvSpPr>
              <a:spLocks/>
            </p:cNvSpPr>
            <p:nvPr/>
          </p:nvSpPr>
          <p:spPr bwMode="auto">
            <a:xfrm>
              <a:off x="1179" y="1588"/>
              <a:ext cx="88" cy="52"/>
            </a:xfrm>
            <a:custGeom>
              <a:avLst/>
              <a:gdLst>
                <a:gd name="T0" fmla="*/ 4 w 439"/>
                <a:gd name="T1" fmla="*/ 0 h 260"/>
                <a:gd name="T2" fmla="*/ 4 w 439"/>
                <a:gd name="T3" fmla="*/ 0 h 260"/>
                <a:gd name="T4" fmla="*/ 3 w 439"/>
                <a:gd name="T5" fmla="*/ 0 h 260"/>
                <a:gd name="T6" fmla="*/ 3 w 439"/>
                <a:gd name="T7" fmla="*/ 0 h 260"/>
                <a:gd name="T8" fmla="*/ 2 w 439"/>
                <a:gd name="T9" fmla="*/ 0 h 260"/>
                <a:gd name="T10" fmla="*/ 2 w 439"/>
                <a:gd name="T11" fmla="*/ 0 h 260"/>
                <a:gd name="T12" fmla="*/ 2 w 439"/>
                <a:gd name="T13" fmla="*/ 0 h 260"/>
                <a:gd name="T14" fmla="*/ 2 w 439"/>
                <a:gd name="T15" fmla="*/ 0 h 260"/>
                <a:gd name="T16" fmla="*/ 1 w 439"/>
                <a:gd name="T17" fmla="*/ 0 h 260"/>
                <a:gd name="T18" fmla="*/ 1 w 439"/>
                <a:gd name="T19" fmla="*/ 1 h 260"/>
                <a:gd name="T20" fmla="*/ 1 w 439"/>
                <a:gd name="T21" fmla="*/ 1 h 260"/>
                <a:gd name="T22" fmla="*/ 1 w 439"/>
                <a:gd name="T23" fmla="*/ 1 h 260"/>
                <a:gd name="T24" fmla="*/ 0 w 439"/>
                <a:gd name="T25" fmla="*/ 1 h 260"/>
                <a:gd name="T26" fmla="*/ 0 w 439"/>
                <a:gd name="T27" fmla="*/ 1 h 260"/>
                <a:gd name="T28" fmla="*/ 0 w 439"/>
                <a:gd name="T29" fmla="*/ 1 h 260"/>
                <a:gd name="T30" fmla="*/ 0 w 439"/>
                <a:gd name="T31" fmla="*/ 2 h 260"/>
                <a:gd name="T32" fmla="*/ 0 w 439"/>
                <a:gd name="T33" fmla="*/ 2 h 260"/>
                <a:gd name="T34" fmla="*/ 0 w 439"/>
                <a:gd name="T35" fmla="*/ 2 h 260"/>
                <a:gd name="T36" fmla="*/ 0 w 439"/>
                <a:gd name="T37" fmla="*/ 2 h 260"/>
                <a:gd name="T38" fmla="*/ 0 w 439"/>
                <a:gd name="T39" fmla="*/ 2 h 260"/>
                <a:gd name="T40" fmla="*/ 0 w 439"/>
                <a:gd name="T41" fmla="*/ 2 h 260"/>
                <a:gd name="T42" fmla="*/ 0 w 439"/>
                <a:gd name="T43" fmla="*/ 1 h 260"/>
                <a:gd name="T44" fmla="*/ 0 w 439"/>
                <a:gd name="T45" fmla="*/ 1 h 260"/>
                <a:gd name="T46" fmla="*/ 1 w 439"/>
                <a:gd name="T47" fmla="*/ 1 h 260"/>
                <a:gd name="T48" fmla="*/ 1 w 439"/>
                <a:gd name="T49" fmla="*/ 1 h 260"/>
                <a:gd name="T50" fmla="*/ 1 w 439"/>
                <a:gd name="T51" fmla="*/ 1 h 260"/>
                <a:gd name="T52" fmla="*/ 1 w 439"/>
                <a:gd name="T53" fmla="*/ 1 h 260"/>
                <a:gd name="T54" fmla="*/ 1 w 439"/>
                <a:gd name="T55" fmla="*/ 1 h 260"/>
                <a:gd name="T56" fmla="*/ 2 w 439"/>
                <a:gd name="T57" fmla="*/ 0 h 260"/>
                <a:gd name="T58" fmla="*/ 2 w 439"/>
                <a:gd name="T59" fmla="*/ 0 h 260"/>
                <a:gd name="T60" fmla="*/ 2 w 439"/>
                <a:gd name="T61" fmla="*/ 0 h 260"/>
                <a:gd name="T62" fmla="*/ 3 w 439"/>
                <a:gd name="T63" fmla="*/ 0 h 260"/>
                <a:gd name="T64" fmla="*/ 3 w 439"/>
                <a:gd name="T65" fmla="*/ 0 h 260"/>
                <a:gd name="T66" fmla="*/ 3 w 439"/>
                <a:gd name="T67" fmla="*/ 0 h 260"/>
                <a:gd name="T68" fmla="*/ 4 w 439"/>
                <a:gd name="T69" fmla="*/ 0 h 260"/>
                <a:gd name="T70" fmla="*/ 4 w 439"/>
                <a:gd name="T71" fmla="*/ 0 h 260"/>
                <a:gd name="T72" fmla="*/ 4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439" y="0"/>
                  </a:moveTo>
                  <a:lnTo>
                    <a:pt x="439" y="0"/>
                  </a:lnTo>
                  <a:lnTo>
                    <a:pt x="395" y="1"/>
                  </a:lnTo>
                  <a:lnTo>
                    <a:pt x="351" y="4"/>
                  </a:lnTo>
                  <a:lnTo>
                    <a:pt x="310" y="11"/>
                  </a:lnTo>
                  <a:lnTo>
                    <a:pt x="270" y="19"/>
                  </a:lnTo>
                  <a:lnTo>
                    <a:pt x="231" y="30"/>
                  </a:lnTo>
                  <a:lnTo>
                    <a:pt x="195" y="43"/>
                  </a:lnTo>
                  <a:lnTo>
                    <a:pt x="162" y="58"/>
                  </a:lnTo>
                  <a:lnTo>
                    <a:pt x="130" y="73"/>
                  </a:lnTo>
                  <a:lnTo>
                    <a:pt x="102" y="93"/>
                  </a:lnTo>
                  <a:lnTo>
                    <a:pt x="76" y="113"/>
                  </a:lnTo>
                  <a:lnTo>
                    <a:pt x="54" y="133"/>
                  </a:lnTo>
                  <a:lnTo>
                    <a:pt x="35" y="157"/>
                  </a:lnTo>
                  <a:lnTo>
                    <a:pt x="20" y="181"/>
                  </a:lnTo>
                  <a:lnTo>
                    <a:pt x="10" y="206"/>
                  </a:lnTo>
                  <a:lnTo>
                    <a:pt x="3" y="233"/>
                  </a:lnTo>
                  <a:lnTo>
                    <a:pt x="0" y="260"/>
                  </a:lnTo>
                  <a:lnTo>
                    <a:pt x="12" y="260"/>
                  </a:lnTo>
                  <a:lnTo>
                    <a:pt x="14" y="235"/>
                  </a:lnTo>
                  <a:lnTo>
                    <a:pt x="21" y="211"/>
                  </a:lnTo>
                  <a:lnTo>
                    <a:pt x="32" y="186"/>
                  </a:lnTo>
                  <a:lnTo>
                    <a:pt x="45" y="164"/>
                  </a:lnTo>
                  <a:lnTo>
                    <a:pt x="64" y="143"/>
                  </a:lnTo>
                  <a:lnTo>
                    <a:pt x="84" y="123"/>
                  </a:lnTo>
                  <a:lnTo>
                    <a:pt x="109" y="103"/>
                  </a:lnTo>
                  <a:lnTo>
                    <a:pt x="137" y="85"/>
                  </a:lnTo>
                  <a:lnTo>
                    <a:pt x="167" y="70"/>
                  </a:lnTo>
                  <a:lnTo>
                    <a:pt x="200" y="55"/>
                  </a:lnTo>
                  <a:lnTo>
                    <a:pt x="236" y="42"/>
                  </a:lnTo>
                  <a:lnTo>
                    <a:pt x="272" y="31"/>
                  </a:lnTo>
                  <a:lnTo>
                    <a:pt x="312" y="23"/>
                  </a:lnTo>
                  <a:lnTo>
                    <a:pt x="353" y="16"/>
                  </a:lnTo>
                  <a:lnTo>
                    <a:pt x="395" y="12"/>
                  </a:lnTo>
                  <a:lnTo>
                    <a:pt x="439" y="11"/>
                  </a:lnTo>
                  <a:lnTo>
                    <a:pt x="439"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8998" name="Freeform 52"/>
            <p:cNvSpPr>
              <a:spLocks/>
            </p:cNvSpPr>
            <p:nvPr/>
          </p:nvSpPr>
          <p:spPr bwMode="auto">
            <a:xfrm>
              <a:off x="964" y="1745"/>
              <a:ext cx="48" cy="85"/>
            </a:xfrm>
            <a:custGeom>
              <a:avLst/>
              <a:gdLst>
                <a:gd name="T0" fmla="*/ 2 w 244"/>
                <a:gd name="T1" fmla="*/ 3 h 426"/>
                <a:gd name="T2" fmla="*/ 2 w 244"/>
                <a:gd name="T3" fmla="*/ 3 h 426"/>
                <a:gd name="T4" fmla="*/ 2 w 244"/>
                <a:gd name="T5" fmla="*/ 3 h 426"/>
                <a:gd name="T6" fmla="*/ 2 w 244"/>
                <a:gd name="T7" fmla="*/ 3 h 426"/>
                <a:gd name="T8" fmla="*/ 2 w 244"/>
                <a:gd name="T9" fmla="*/ 2 h 426"/>
                <a:gd name="T10" fmla="*/ 2 w 244"/>
                <a:gd name="T11" fmla="*/ 2 h 426"/>
                <a:gd name="T12" fmla="*/ 2 w 244"/>
                <a:gd name="T13" fmla="*/ 2 h 426"/>
                <a:gd name="T14" fmla="*/ 2 w 244"/>
                <a:gd name="T15" fmla="*/ 2 h 426"/>
                <a:gd name="T16" fmla="*/ 1 w 244"/>
                <a:gd name="T17" fmla="*/ 1 h 426"/>
                <a:gd name="T18" fmla="*/ 1 w 244"/>
                <a:gd name="T19" fmla="*/ 1 h 426"/>
                <a:gd name="T20" fmla="*/ 1 w 244"/>
                <a:gd name="T21" fmla="*/ 1 h 426"/>
                <a:gd name="T22" fmla="*/ 1 w 244"/>
                <a:gd name="T23" fmla="*/ 1 h 426"/>
                <a:gd name="T24" fmla="*/ 1 w 244"/>
                <a:gd name="T25" fmla="*/ 0 h 426"/>
                <a:gd name="T26" fmla="*/ 1 w 244"/>
                <a:gd name="T27" fmla="*/ 0 h 426"/>
                <a:gd name="T28" fmla="*/ 1 w 244"/>
                <a:gd name="T29" fmla="*/ 0 h 426"/>
                <a:gd name="T30" fmla="*/ 0 w 244"/>
                <a:gd name="T31" fmla="*/ 0 h 426"/>
                <a:gd name="T32" fmla="*/ 0 w 244"/>
                <a:gd name="T33" fmla="*/ 0 h 426"/>
                <a:gd name="T34" fmla="*/ 0 w 244"/>
                <a:gd name="T35" fmla="*/ 0 h 426"/>
                <a:gd name="T36" fmla="*/ 0 w 244"/>
                <a:gd name="T37" fmla="*/ 0 h 426"/>
                <a:gd name="T38" fmla="*/ 0 w 244"/>
                <a:gd name="T39" fmla="*/ 0 h 426"/>
                <a:gd name="T40" fmla="*/ 0 w 244"/>
                <a:gd name="T41" fmla="*/ 0 h 426"/>
                <a:gd name="T42" fmla="*/ 1 w 244"/>
                <a:gd name="T43" fmla="*/ 0 h 426"/>
                <a:gd name="T44" fmla="*/ 1 w 244"/>
                <a:gd name="T45" fmla="*/ 0 h 426"/>
                <a:gd name="T46" fmla="*/ 1 w 244"/>
                <a:gd name="T47" fmla="*/ 0 h 426"/>
                <a:gd name="T48" fmla="*/ 1 w 244"/>
                <a:gd name="T49" fmla="*/ 1 h 426"/>
                <a:gd name="T50" fmla="*/ 1 w 244"/>
                <a:gd name="T51" fmla="*/ 1 h 426"/>
                <a:gd name="T52" fmla="*/ 1 w 244"/>
                <a:gd name="T53" fmla="*/ 1 h 426"/>
                <a:gd name="T54" fmla="*/ 1 w 244"/>
                <a:gd name="T55" fmla="*/ 1 h 426"/>
                <a:gd name="T56" fmla="*/ 1 w 244"/>
                <a:gd name="T57" fmla="*/ 2 h 426"/>
                <a:gd name="T58" fmla="*/ 2 w 244"/>
                <a:gd name="T59" fmla="*/ 2 h 426"/>
                <a:gd name="T60" fmla="*/ 2 w 244"/>
                <a:gd name="T61" fmla="*/ 2 h 426"/>
                <a:gd name="T62" fmla="*/ 2 w 244"/>
                <a:gd name="T63" fmla="*/ 2 h 426"/>
                <a:gd name="T64" fmla="*/ 2 w 244"/>
                <a:gd name="T65" fmla="*/ 3 h 426"/>
                <a:gd name="T66" fmla="*/ 2 w 244"/>
                <a:gd name="T67" fmla="*/ 3 h 426"/>
                <a:gd name="T68" fmla="*/ 2 w 244"/>
                <a:gd name="T69" fmla="*/ 3 h 426"/>
                <a:gd name="T70" fmla="*/ 2 w 244"/>
                <a:gd name="T71" fmla="*/ 3 h 426"/>
                <a:gd name="T72" fmla="*/ 2 w 244"/>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6"/>
                <a:gd name="T113" fmla="*/ 244 w 244"/>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6">
                  <a:moveTo>
                    <a:pt x="244" y="426"/>
                  </a:moveTo>
                  <a:lnTo>
                    <a:pt x="244" y="426"/>
                  </a:lnTo>
                  <a:lnTo>
                    <a:pt x="243" y="383"/>
                  </a:lnTo>
                  <a:lnTo>
                    <a:pt x="240" y="340"/>
                  </a:lnTo>
                  <a:lnTo>
                    <a:pt x="234" y="300"/>
                  </a:lnTo>
                  <a:lnTo>
                    <a:pt x="226" y="262"/>
                  </a:lnTo>
                  <a:lnTo>
                    <a:pt x="215" y="224"/>
                  </a:lnTo>
                  <a:lnTo>
                    <a:pt x="203" y="189"/>
                  </a:lnTo>
                  <a:lnTo>
                    <a:pt x="189" y="157"/>
                  </a:lnTo>
                  <a:lnTo>
                    <a:pt x="174" y="126"/>
                  </a:lnTo>
                  <a:lnTo>
                    <a:pt x="155" y="99"/>
                  </a:lnTo>
                  <a:lnTo>
                    <a:pt x="138" y="74"/>
                  </a:lnTo>
                  <a:lnTo>
                    <a:pt x="118" y="52"/>
                  </a:lnTo>
                  <a:lnTo>
                    <a:pt x="96" y="34"/>
                  </a:lnTo>
                  <a:lnTo>
                    <a:pt x="73" y="19"/>
                  </a:lnTo>
                  <a:lnTo>
                    <a:pt x="50" y="8"/>
                  </a:lnTo>
                  <a:lnTo>
                    <a:pt x="25" y="2"/>
                  </a:lnTo>
                  <a:lnTo>
                    <a:pt x="0" y="0"/>
                  </a:lnTo>
                  <a:lnTo>
                    <a:pt x="0" y="12"/>
                  </a:lnTo>
                  <a:lnTo>
                    <a:pt x="23" y="14"/>
                  </a:lnTo>
                  <a:lnTo>
                    <a:pt x="45" y="20"/>
                  </a:lnTo>
                  <a:lnTo>
                    <a:pt x="66" y="31"/>
                  </a:lnTo>
                  <a:lnTo>
                    <a:pt x="89" y="43"/>
                  </a:lnTo>
                  <a:lnTo>
                    <a:pt x="109" y="61"/>
                  </a:lnTo>
                  <a:lnTo>
                    <a:pt x="129" y="81"/>
                  </a:lnTo>
                  <a:lnTo>
                    <a:pt x="146" y="106"/>
                  </a:lnTo>
                  <a:lnTo>
                    <a:pt x="162" y="133"/>
                  </a:lnTo>
                  <a:lnTo>
                    <a:pt x="178" y="162"/>
                  </a:lnTo>
                  <a:lnTo>
                    <a:pt x="192" y="194"/>
                  </a:lnTo>
                  <a:lnTo>
                    <a:pt x="203" y="229"/>
                  </a:lnTo>
                  <a:lnTo>
                    <a:pt x="214" y="264"/>
                  </a:lnTo>
                  <a:lnTo>
                    <a:pt x="222" y="303"/>
                  </a:lnTo>
                  <a:lnTo>
                    <a:pt x="228" y="342"/>
                  </a:lnTo>
                  <a:lnTo>
                    <a:pt x="232" y="383"/>
                  </a:lnTo>
                  <a:lnTo>
                    <a:pt x="233" y="426"/>
                  </a:lnTo>
                  <a:lnTo>
                    <a:pt x="244"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8999" name="Freeform 53"/>
            <p:cNvSpPr>
              <a:spLocks/>
            </p:cNvSpPr>
            <p:nvPr/>
          </p:nvSpPr>
          <p:spPr bwMode="auto">
            <a:xfrm>
              <a:off x="964" y="1830"/>
              <a:ext cx="48" cy="85"/>
            </a:xfrm>
            <a:custGeom>
              <a:avLst/>
              <a:gdLst>
                <a:gd name="T0" fmla="*/ 0 w 244"/>
                <a:gd name="T1" fmla="*/ 3 h 424"/>
                <a:gd name="T2" fmla="*/ 0 w 244"/>
                <a:gd name="T3" fmla="*/ 3 h 424"/>
                <a:gd name="T4" fmla="*/ 0 w 244"/>
                <a:gd name="T5" fmla="*/ 3 h 424"/>
                <a:gd name="T6" fmla="*/ 0 w 244"/>
                <a:gd name="T7" fmla="*/ 3 h 424"/>
                <a:gd name="T8" fmla="*/ 1 w 244"/>
                <a:gd name="T9" fmla="*/ 3 h 424"/>
                <a:gd name="T10" fmla="*/ 1 w 244"/>
                <a:gd name="T11" fmla="*/ 3 h 424"/>
                <a:gd name="T12" fmla="*/ 1 w 244"/>
                <a:gd name="T13" fmla="*/ 3 h 424"/>
                <a:gd name="T14" fmla="*/ 1 w 244"/>
                <a:gd name="T15" fmla="*/ 3 h 424"/>
                <a:gd name="T16" fmla="*/ 1 w 244"/>
                <a:gd name="T17" fmla="*/ 3 h 424"/>
                <a:gd name="T18" fmla="*/ 1 w 244"/>
                <a:gd name="T19" fmla="*/ 2 h 424"/>
                <a:gd name="T20" fmla="*/ 1 w 244"/>
                <a:gd name="T21" fmla="*/ 2 h 424"/>
                <a:gd name="T22" fmla="*/ 2 w 244"/>
                <a:gd name="T23" fmla="*/ 2 h 424"/>
                <a:gd name="T24" fmla="*/ 2 w 244"/>
                <a:gd name="T25" fmla="*/ 2 h 424"/>
                <a:gd name="T26" fmla="*/ 2 w 244"/>
                <a:gd name="T27" fmla="*/ 1 h 424"/>
                <a:gd name="T28" fmla="*/ 2 w 244"/>
                <a:gd name="T29" fmla="*/ 1 h 424"/>
                <a:gd name="T30" fmla="*/ 2 w 244"/>
                <a:gd name="T31" fmla="*/ 1 h 424"/>
                <a:gd name="T32" fmla="*/ 2 w 244"/>
                <a:gd name="T33" fmla="*/ 0 h 424"/>
                <a:gd name="T34" fmla="*/ 2 w 244"/>
                <a:gd name="T35" fmla="*/ 0 h 424"/>
                <a:gd name="T36" fmla="*/ 2 w 244"/>
                <a:gd name="T37" fmla="*/ 0 h 424"/>
                <a:gd name="T38" fmla="*/ 2 w 244"/>
                <a:gd name="T39" fmla="*/ 0 h 424"/>
                <a:gd name="T40" fmla="*/ 2 w 244"/>
                <a:gd name="T41" fmla="*/ 1 h 424"/>
                <a:gd name="T42" fmla="*/ 2 w 244"/>
                <a:gd name="T43" fmla="*/ 1 h 424"/>
                <a:gd name="T44" fmla="*/ 2 w 244"/>
                <a:gd name="T45" fmla="*/ 1 h 424"/>
                <a:gd name="T46" fmla="*/ 2 w 244"/>
                <a:gd name="T47" fmla="*/ 2 h 424"/>
                <a:gd name="T48" fmla="*/ 1 w 244"/>
                <a:gd name="T49" fmla="*/ 2 h 424"/>
                <a:gd name="T50" fmla="*/ 1 w 244"/>
                <a:gd name="T51" fmla="*/ 2 h 424"/>
                <a:gd name="T52" fmla="*/ 1 w 244"/>
                <a:gd name="T53" fmla="*/ 2 h 424"/>
                <a:gd name="T54" fmla="*/ 1 w 244"/>
                <a:gd name="T55" fmla="*/ 3 h 424"/>
                <a:gd name="T56" fmla="*/ 1 w 244"/>
                <a:gd name="T57" fmla="*/ 3 h 424"/>
                <a:gd name="T58" fmla="*/ 1 w 244"/>
                <a:gd name="T59" fmla="*/ 3 h 424"/>
                <a:gd name="T60" fmla="*/ 1 w 244"/>
                <a:gd name="T61" fmla="*/ 3 h 424"/>
                <a:gd name="T62" fmla="*/ 1 w 244"/>
                <a:gd name="T63" fmla="*/ 3 h 424"/>
                <a:gd name="T64" fmla="*/ 0 w 244"/>
                <a:gd name="T65" fmla="*/ 3 h 424"/>
                <a:gd name="T66" fmla="*/ 0 w 244"/>
                <a:gd name="T67" fmla="*/ 3 h 424"/>
                <a:gd name="T68" fmla="*/ 0 w 244"/>
                <a:gd name="T69" fmla="*/ 3 h 424"/>
                <a:gd name="T70" fmla="*/ 0 w 244"/>
                <a:gd name="T71" fmla="*/ 3 h 424"/>
                <a:gd name="T72" fmla="*/ 0 w 244"/>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4"/>
                <a:gd name="T113" fmla="*/ 244 w 244"/>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4">
                  <a:moveTo>
                    <a:pt x="0" y="424"/>
                  </a:moveTo>
                  <a:lnTo>
                    <a:pt x="0" y="424"/>
                  </a:lnTo>
                  <a:lnTo>
                    <a:pt x="25" y="422"/>
                  </a:lnTo>
                  <a:lnTo>
                    <a:pt x="50" y="416"/>
                  </a:lnTo>
                  <a:lnTo>
                    <a:pt x="73" y="405"/>
                  </a:lnTo>
                  <a:lnTo>
                    <a:pt x="96" y="390"/>
                  </a:lnTo>
                  <a:lnTo>
                    <a:pt x="118" y="373"/>
                  </a:lnTo>
                  <a:lnTo>
                    <a:pt x="138" y="350"/>
                  </a:lnTo>
                  <a:lnTo>
                    <a:pt x="155" y="326"/>
                  </a:lnTo>
                  <a:lnTo>
                    <a:pt x="173" y="299"/>
                  </a:lnTo>
                  <a:lnTo>
                    <a:pt x="189" y="268"/>
                  </a:lnTo>
                  <a:lnTo>
                    <a:pt x="203" y="235"/>
                  </a:lnTo>
                  <a:lnTo>
                    <a:pt x="215" y="201"/>
                  </a:lnTo>
                  <a:lnTo>
                    <a:pt x="226" y="163"/>
                  </a:lnTo>
                  <a:lnTo>
                    <a:pt x="234" y="125"/>
                  </a:lnTo>
                  <a:lnTo>
                    <a:pt x="240" y="85"/>
                  </a:lnTo>
                  <a:lnTo>
                    <a:pt x="243" y="42"/>
                  </a:lnTo>
                  <a:lnTo>
                    <a:pt x="244" y="0"/>
                  </a:lnTo>
                  <a:lnTo>
                    <a:pt x="233" y="0"/>
                  </a:lnTo>
                  <a:lnTo>
                    <a:pt x="232" y="42"/>
                  </a:lnTo>
                  <a:lnTo>
                    <a:pt x="228" y="83"/>
                  </a:lnTo>
                  <a:lnTo>
                    <a:pt x="222" y="123"/>
                  </a:lnTo>
                  <a:lnTo>
                    <a:pt x="214" y="160"/>
                  </a:lnTo>
                  <a:lnTo>
                    <a:pt x="203" y="197"/>
                  </a:lnTo>
                  <a:lnTo>
                    <a:pt x="192" y="231"/>
                  </a:lnTo>
                  <a:lnTo>
                    <a:pt x="178" y="263"/>
                  </a:lnTo>
                  <a:lnTo>
                    <a:pt x="164" y="292"/>
                  </a:lnTo>
                  <a:lnTo>
                    <a:pt x="146" y="319"/>
                  </a:lnTo>
                  <a:lnTo>
                    <a:pt x="129" y="343"/>
                  </a:lnTo>
                  <a:lnTo>
                    <a:pt x="109" y="363"/>
                  </a:lnTo>
                  <a:lnTo>
                    <a:pt x="89" y="381"/>
                  </a:lnTo>
                  <a:lnTo>
                    <a:pt x="66" y="394"/>
                  </a:lnTo>
                  <a:lnTo>
                    <a:pt x="45" y="404"/>
                  </a:lnTo>
                  <a:lnTo>
                    <a:pt x="23" y="410"/>
                  </a:lnTo>
                  <a:lnTo>
                    <a:pt x="0" y="412"/>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9000" name="Freeform 54"/>
            <p:cNvSpPr>
              <a:spLocks/>
            </p:cNvSpPr>
            <p:nvPr/>
          </p:nvSpPr>
          <p:spPr bwMode="auto">
            <a:xfrm>
              <a:off x="915" y="1830"/>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1" y="42"/>
                  </a:lnTo>
                  <a:lnTo>
                    <a:pt x="4" y="85"/>
                  </a:lnTo>
                  <a:lnTo>
                    <a:pt x="10" y="125"/>
                  </a:lnTo>
                  <a:lnTo>
                    <a:pt x="19" y="163"/>
                  </a:lnTo>
                  <a:lnTo>
                    <a:pt x="29" y="201"/>
                  </a:lnTo>
                  <a:lnTo>
                    <a:pt x="41" y="235"/>
                  </a:lnTo>
                  <a:lnTo>
                    <a:pt x="55" y="268"/>
                  </a:lnTo>
                  <a:lnTo>
                    <a:pt x="71" y="299"/>
                  </a:lnTo>
                  <a:lnTo>
                    <a:pt x="89" y="326"/>
                  </a:lnTo>
                  <a:lnTo>
                    <a:pt x="106" y="350"/>
                  </a:lnTo>
                  <a:lnTo>
                    <a:pt x="126" y="373"/>
                  </a:lnTo>
                  <a:lnTo>
                    <a:pt x="149" y="390"/>
                  </a:lnTo>
                  <a:lnTo>
                    <a:pt x="171" y="405"/>
                  </a:lnTo>
                  <a:lnTo>
                    <a:pt x="194" y="416"/>
                  </a:lnTo>
                  <a:lnTo>
                    <a:pt x="219" y="422"/>
                  </a:lnTo>
                  <a:lnTo>
                    <a:pt x="245" y="424"/>
                  </a:lnTo>
                  <a:lnTo>
                    <a:pt x="245" y="412"/>
                  </a:lnTo>
                  <a:lnTo>
                    <a:pt x="221" y="410"/>
                  </a:lnTo>
                  <a:lnTo>
                    <a:pt x="199" y="404"/>
                  </a:lnTo>
                  <a:lnTo>
                    <a:pt x="178" y="394"/>
                  </a:lnTo>
                  <a:lnTo>
                    <a:pt x="156" y="381"/>
                  </a:lnTo>
                  <a:lnTo>
                    <a:pt x="136" y="363"/>
                  </a:lnTo>
                  <a:lnTo>
                    <a:pt x="116" y="343"/>
                  </a:lnTo>
                  <a:lnTo>
                    <a:pt x="98" y="319"/>
                  </a:lnTo>
                  <a:lnTo>
                    <a:pt x="81" y="292"/>
                  </a:lnTo>
                  <a:lnTo>
                    <a:pt x="67" y="263"/>
                  </a:lnTo>
                  <a:lnTo>
                    <a:pt x="52" y="231"/>
                  </a:lnTo>
                  <a:lnTo>
                    <a:pt x="41" y="197"/>
                  </a:lnTo>
                  <a:lnTo>
                    <a:pt x="30" y="160"/>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9001" name="Freeform 55"/>
            <p:cNvSpPr>
              <a:spLocks/>
            </p:cNvSpPr>
            <p:nvPr/>
          </p:nvSpPr>
          <p:spPr bwMode="auto">
            <a:xfrm>
              <a:off x="915" y="1745"/>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0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19" y="2"/>
                  </a:lnTo>
                  <a:lnTo>
                    <a:pt x="194" y="8"/>
                  </a:lnTo>
                  <a:lnTo>
                    <a:pt x="171" y="19"/>
                  </a:lnTo>
                  <a:lnTo>
                    <a:pt x="149" y="34"/>
                  </a:lnTo>
                  <a:lnTo>
                    <a:pt x="126" y="52"/>
                  </a:lnTo>
                  <a:lnTo>
                    <a:pt x="106" y="74"/>
                  </a:lnTo>
                  <a:lnTo>
                    <a:pt x="89" y="99"/>
                  </a:lnTo>
                  <a:lnTo>
                    <a:pt x="70" y="126"/>
                  </a:lnTo>
                  <a:lnTo>
                    <a:pt x="55" y="157"/>
                  </a:lnTo>
                  <a:lnTo>
                    <a:pt x="41" y="189"/>
                  </a:lnTo>
                  <a:lnTo>
                    <a:pt x="29" y="224"/>
                  </a:lnTo>
                  <a:lnTo>
                    <a:pt x="19" y="262"/>
                  </a:lnTo>
                  <a:lnTo>
                    <a:pt x="10" y="300"/>
                  </a:lnTo>
                  <a:lnTo>
                    <a:pt x="4" y="340"/>
                  </a:lnTo>
                  <a:lnTo>
                    <a:pt x="1" y="383"/>
                  </a:lnTo>
                  <a:lnTo>
                    <a:pt x="0" y="426"/>
                  </a:lnTo>
                  <a:lnTo>
                    <a:pt x="11" y="426"/>
                  </a:lnTo>
                  <a:lnTo>
                    <a:pt x="13" y="383"/>
                  </a:lnTo>
                  <a:lnTo>
                    <a:pt x="16" y="342"/>
                  </a:lnTo>
                  <a:lnTo>
                    <a:pt x="22" y="303"/>
                  </a:lnTo>
                  <a:lnTo>
                    <a:pt x="30" y="264"/>
                  </a:lnTo>
                  <a:lnTo>
                    <a:pt x="41" y="229"/>
                  </a:lnTo>
                  <a:lnTo>
                    <a:pt x="52" y="194"/>
                  </a:lnTo>
                  <a:lnTo>
                    <a:pt x="67" y="162"/>
                  </a:lnTo>
                  <a:lnTo>
                    <a:pt x="82" y="133"/>
                  </a:lnTo>
                  <a:lnTo>
                    <a:pt x="98" y="106"/>
                  </a:lnTo>
                  <a:lnTo>
                    <a:pt x="116" y="81"/>
                  </a:lnTo>
                  <a:lnTo>
                    <a:pt x="136" y="61"/>
                  </a:lnTo>
                  <a:lnTo>
                    <a:pt x="156" y="43"/>
                  </a:lnTo>
                  <a:lnTo>
                    <a:pt x="178" y="31"/>
                  </a:lnTo>
                  <a:lnTo>
                    <a:pt x="199" y="20"/>
                  </a:lnTo>
                  <a:lnTo>
                    <a:pt x="221"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9002" name="Freeform 56"/>
            <p:cNvSpPr>
              <a:spLocks/>
            </p:cNvSpPr>
            <p:nvPr/>
          </p:nvSpPr>
          <p:spPr bwMode="auto">
            <a:xfrm>
              <a:off x="1140" y="2087"/>
              <a:ext cx="49" cy="85"/>
            </a:xfrm>
            <a:custGeom>
              <a:avLst/>
              <a:gdLst>
                <a:gd name="T0" fmla="*/ 2 w 246"/>
                <a:gd name="T1" fmla="*/ 3 h 424"/>
                <a:gd name="T2" fmla="*/ 2 w 246"/>
                <a:gd name="T3" fmla="*/ 3 h 424"/>
                <a:gd name="T4" fmla="*/ 2 w 246"/>
                <a:gd name="T5" fmla="*/ 3 h 424"/>
                <a:gd name="T6" fmla="*/ 2 w 246"/>
                <a:gd name="T7" fmla="*/ 3 h 424"/>
                <a:gd name="T8" fmla="*/ 2 w 246"/>
                <a:gd name="T9" fmla="*/ 2 h 424"/>
                <a:gd name="T10" fmla="*/ 2 w 246"/>
                <a:gd name="T11" fmla="*/ 2 h 424"/>
                <a:gd name="T12" fmla="*/ 2 w 246"/>
                <a:gd name="T13" fmla="*/ 2 h 424"/>
                <a:gd name="T14" fmla="*/ 2 w 246"/>
                <a:gd name="T15" fmla="*/ 2 h 424"/>
                <a:gd name="T16" fmla="*/ 2 w 246"/>
                <a:gd name="T17" fmla="*/ 1 h 424"/>
                <a:gd name="T18" fmla="*/ 1 w 246"/>
                <a:gd name="T19" fmla="*/ 1 h 424"/>
                <a:gd name="T20" fmla="*/ 1 w 246"/>
                <a:gd name="T21" fmla="*/ 1 h 424"/>
                <a:gd name="T22" fmla="*/ 1 w 246"/>
                <a:gd name="T23" fmla="*/ 1 h 424"/>
                <a:gd name="T24" fmla="*/ 1 w 246"/>
                <a:gd name="T25" fmla="*/ 0 h 424"/>
                <a:gd name="T26" fmla="*/ 1 w 246"/>
                <a:gd name="T27" fmla="*/ 0 h 424"/>
                <a:gd name="T28" fmla="*/ 1 w 246"/>
                <a:gd name="T29" fmla="*/ 0 h 424"/>
                <a:gd name="T30" fmla="*/ 0 w 246"/>
                <a:gd name="T31" fmla="*/ 0 h 424"/>
                <a:gd name="T32" fmla="*/ 0 w 246"/>
                <a:gd name="T33" fmla="*/ 0 h 424"/>
                <a:gd name="T34" fmla="*/ 0 w 246"/>
                <a:gd name="T35" fmla="*/ 0 h 424"/>
                <a:gd name="T36" fmla="*/ 0 w 246"/>
                <a:gd name="T37" fmla="*/ 0 h 424"/>
                <a:gd name="T38" fmla="*/ 0 w 246"/>
                <a:gd name="T39" fmla="*/ 0 h 424"/>
                <a:gd name="T40" fmla="*/ 0 w 246"/>
                <a:gd name="T41" fmla="*/ 0 h 424"/>
                <a:gd name="T42" fmla="*/ 1 w 246"/>
                <a:gd name="T43" fmla="*/ 0 h 424"/>
                <a:gd name="T44" fmla="*/ 1 w 246"/>
                <a:gd name="T45" fmla="*/ 0 h 424"/>
                <a:gd name="T46" fmla="*/ 1 w 246"/>
                <a:gd name="T47" fmla="*/ 0 h 424"/>
                <a:gd name="T48" fmla="*/ 1 w 246"/>
                <a:gd name="T49" fmla="*/ 1 h 424"/>
                <a:gd name="T50" fmla="*/ 1 w 246"/>
                <a:gd name="T51" fmla="*/ 1 h 424"/>
                <a:gd name="T52" fmla="*/ 1 w 246"/>
                <a:gd name="T53" fmla="*/ 1 h 424"/>
                <a:gd name="T54" fmla="*/ 1 w 246"/>
                <a:gd name="T55" fmla="*/ 1 h 424"/>
                <a:gd name="T56" fmla="*/ 2 w 246"/>
                <a:gd name="T57" fmla="*/ 2 h 424"/>
                <a:gd name="T58" fmla="*/ 2 w 246"/>
                <a:gd name="T59" fmla="*/ 2 h 424"/>
                <a:gd name="T60" fmla="*/ 2 w 246"/>
                <a:gd name="T61" fmla="*/ 2 h 424"/>
                <a:gd name="T62" fmla="*/ 2 w 246"/>
                <a:gd name="T63" fmla="*/ 2 h 424"/>
                <a:gd name="T64" fmla="*/ 2 w 246"/>
                <a:gd name="T65" fmla="*/ 3 h 424"/>
                <a:gd name="T66" fmla="*/ 2 w 246"/>
                <a:gd name="T67" fmla="*/ 3 h 424"/>
                <a:gd name="T68" fmla="*/ 2 w 246"/>
                <a:gd name="T69" fmla="*/ 3 h 424"/>
                <a:gd name="T70" fmla="*/ 2 w 246"/>
                <a:gd name="T71" fmla="*/ 3 h 424"/>
                <a:gd name="T72" fmla="*/ 2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424"/>
                  </a:moveTo>
                  <a:lnTo>
                    <a:pt x="246" y="424"/>
                  </a:lnTo>
                  <a:lnTo>
                    <a:pt x="244" y="382"/>
                  </a:lnTo>
                  <a:lnTo>
                    <a:pt x="241" y="338"/>
                  </a:lnTo>
                  <a:lnTo>
                    <a:pt x="235" y="298"/>
                  </a:lnTo>
                  <a:lnTo>
                    <a:pt x="227" y="261"/>
                  </a:lnTo>
                  <a:lnTo>
                    <a:pt x="216" y="222"/>
                  </a:lnTo>
                  <a:lnTo>
                    <a:pt x="205" y="188"/>
                  </a:lnTo>
                  <a:lnTo>
                    <a:pt x="190" y="155"/>
                  </a:lnTo>
                  <a:lnTo>
                    <a:pt x="174" y="125"/>
                  </a:lnTo>
                  <a:lnTo>
                    <a:pt x="157" y="98"/>
                  </a:lnTo>
                  <a:lnTo>
                    <a:pt x="138" y="73"/>
                  </a:lnTo>
                  <a:lnTo>
                    <a:pt x="118" y="51"/>
                  </a:lnTo>
                  <a:lnTo>
                    <a:pt x="96" y="34"/>
                  </a:lnTo>
                  <a:lnTo>
                    <a:pt x="74" y="18"/>
                  </a:lnTo>
                  <a:lnTo>
                    <a:pt x="50" y="8"/>
                  </a:lnTo>
                  <a:lnTo>
                    <a:pt x="25" y="2"/>
                  </a:lnTo>
                  <a:lnTo>
                    <a:pt x="0" y="0"/>
                  </a:lnTo>
                  <a:lnTo>
                    <a:pt x="0" y="11"/>
                  </a:lnTo>
                  <a:lnTo>
                    <a:pt x="23" y="14"/>
                  </a:lnTo>
                  <a:lnTo>
                    <a:pt x="45" y="19"/>
                  </a:lnTo>
                  <a:lnTo>
                    <a:pt x="67" y="30"/>
                  </a:lnTo>
                  <a:lnTo>
                    <a:pt x="89" y="43"/>
                  </a:lnTo>
                  <a:lnTo>
                    <a:pt x="108" y="60"/>
                  </a:lnTo>
                  <a:lnTo>
                    <a:pt x="128" y="80"/>
                  </a:lnTo>
                  <a:lnTo>
                    <a:pt x="147" y="105"/>
                  </a:lnTo>
                  <a:lnTo>
                    <a:pt x="165" y="132"/>
                  </a:lnTo>
                  <a:lnTo>
                    <a:pt x="179" y="160"/>
                  </a:lnTo>
                  <a:lnTo>
                    <a:pt x="193" y="193"/>
                  </a:lnTo>
                  <a:lnTo>
                    <a:pt x="205" y="227"/>
                  </a:lnTo>
                  <a:lnTo>
                    <a:pt x="215" y="263"/>
                  </a:lnTo>
                  <a:lnTo>
                    <a:pt x="223" y="301"/>
                  </a:lnTo>
                  <a:lnTo>
                    <a:pt x="229" y="341"/>
                  </a:lnTo>
                  <a:lnTo>
                    <a:pt x="233" y="382"/>
                  </a:lnTo>
                  <a:lnTo>
                    <a:pt x="234" y="424"/>
                  </a:lnTo>
                  <a:lnTo>
                    <a:pt x="246"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9003" name="Freeform 57"/>
            <p:cNvSpPr>
              <a:spLocks/>
            </p:cNvSpPr>
            <p:nvPr/>
          </p:nvSpPr>
          <p:spPr bwMode="auto">
            <a:xfrm>
              <a:off x="1140" y="2172"/>
              <a:ext cx="49" cy="85"/>
            </a:xfrm>
            <a:custGeom>
              <a:avLst/>
              <a:gdLst>
                <a:gd name="T0" fmla="*/ 0 w 246"/>
                <a:gd name="T1" fmla="*/ 3 h 426"/>
                <a:gd name="T2" fmla="*/ 0 w 246"/>
                <a:gd name="T3" fmla="*/ 3 h 426"/>
                <a:gd name="T4" fmla="*/ 0 w 246"/>
                <a:gd name="T5" fmla="*/ 3 h 426"/>
                <a:gd name="T6" fmla="*/ 0 w 246"/>
                <a:gd name="T7" fmla="*/ 3 h 426"/>
                <a:gd name="T8" fmla="*/ 1 w 246"/>
                <a:gd name="T9" fmla="*/ 3 h 426"/>
                <a:gd name="T10" fmla="*/ 1 w 246"/>
                <a:gd name="T11" fmla="*/ 3 h 426"/>
                <a:gd name="T12" fmla="*/ 1 w 246"/>
                <a:gd name="T13" fmla="*/ 3 h 426"/>
                <a:gd name="T14" fmla="*/ 1 w 246"/>
                <a:gd name="T15" fmla="*/ 3 h 426"/>
                <a:gd name="T16" fmla="*/ 1 w 246"/>
                <a:gd name="T17" fmla="*/ 3 h 426"/>
                <a:gd name="T18" fmla="*/ 1 w 246"/>
                <a:gd name="T19" fmla="*/ 2 h 426"/>
                <a:gd name="T20" fmla="*/ 2 w 246"/>
                <a:gd name="T21" fmla="*/ 2 h 426"/>
                <a:gd name="T22" fmla="*/ 2 w 246"/>
                <a:gd name="T23" fmla="*/ 2 h 426"/>
                <a:gd name="T24" fmla="*/ 2 w 246"/>
                <a:gd name="T25" fmla="*/ 2 h 426"/>
                <a:gd name="T26" fmla="*/ 2 w 246"/>
                <a:gd name="T27" fmla="*/ 1 h 426"/>
                <a:gd name="T28" fmla="*/ 2 w 246"/>
                <a:gd name="T29" fmla="*/ 1 h 426"/>
                <a:gd name="T30" fmla="*/ 2 w 246"/>
                <a:gd name="T31" fmla="*/ 1 h 426"/>
                <a:gd name="T32" fmla="*/ 2 w 246"/>
                <a:gd name="T33" fmla="*/ 0 h 426"/>
                <a:gd name="T34" fmla="*/ 2 w 246"/>
                <a:gd name="T35" fmla="*/ 0 h 426"/>
                <a:gd name="T36" fmla="*/ 2 w 246"/>
                <a:gd name="T37" fmla="*/ 0 h 426"/>
                <a:gd name="T38" fmla="*/ 2 w 246"/>
                <a:gd name="T39" fmla="*/ 0 h 426"/>
                <a:gd name="T40" fmla="*/ 2 w 246"/>
                <a:gd name="T41" fmla="*/ 1 h 426"/>
                <a:gd name="T42" fmla="*/ 2 w 246"/>
                <a:gd name="T43" fmla="*/ 1 h 426"/>
                <a:gd name="T44" fmla="*/ 2 w 246"/>
                <a:gd name="T45" fmla="*/ 1 h 426"/>
                <a:gd name="T46" fmla="*/ 2 w 246"/>
                <a:gd name="T47" fmla="*/ 2 h 426"/>
                <a:gd name="T48" fmla="*/ 2 w 246"/>
                <a:gd name="T49" fmla="*/ 2 h 426"/>
                <a:gd name="T50" fmla="*/ 1 w 246"/>
                <a:gd name="T51" fmla="*/ 2 h 426"/>
                <a:gd name="T52" fmla="*/ 1 w 246"/>
                <a:gd name="T53" fmla="*/ 2 h 426"/>
                <a:gd name="T54" fmla="*/ 1 w 246"/>
                <a:gd name="T55" fmla="*/ 3 h 426"/>
                <a:gd name="T56" fmla="*/ 1 w 246"/>
                <a:gd name="T57" fmla="*/ 3 h 426"/>
                <a:gd name="T58" fmla="*/ 1 w 246"/>
                <a:gd name="T59" fmla="*/ 3 h 426"/>
                <a:gd name="T60" fmla="*/ 1 w 246"/>
                <a:gd name="T61" fmla="*/ 3 h 426"/>
                <a:gd name="T62" fmla="*/ 1 w 246"/>
                <a:gd name="T63" fmla="*/ 3 h 426"/>
                <a:gd name="T64" fmla="*/ 0 w 246"/>
                <a:gd name="T65" fmla="*/ 3 h 426"/>
                <a:gd name="T66" fmla="*/ 0 w 246"/>
                <a:gd name="T67" fmla="*/ 3 h 426"/>
                <a:gd name="T68" fmla="*/ 0 w 246"/>
                <a:gd name="T69" fmla="*/ 3 h 426"/>
                <a:gd name="T70" fmla="*/ 0 w 246"/>
                <a:gd name="T71" fmla="*/ 3 h 426"/>
                <a:gd name="T72" fmla="*/ 0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426"/>
                  </a:moveTo>
                  <a:lnTo>
                    <a:pt x="0" y="426"/>
                  </a:lnTo>
                  <a:lnTo>
                    <a:pt x="25" y="423"/>
                  </a:lnTo>
                  <a:lnTo>
                    <a:pt x="50" y="417"/>
                  </a:lnTo>
                  <a:lnTo>
                    <a:pt x="74" y="407"/>
                  </a:lnTo>
                  <a:lnTo>
                    <a:pt x="96" y="392"/>
                  </a:lnTo>
                  <a:lnTo>
                    <a:pt x="118" y="373"/>
                  </a:lnTo>
                  <a:lnTo>
                    <a:pt x="138" y="350"/>
                  </a:lnTo>
                  <a:lnTo>
                    <a:pt x="157" y="327"/>
                  </a:lnTo>
                  <a:lnTo>
                    <a:pt x="175" y="299"/>
                  </a:lnTo>
                  <a:lnTo>
                    <a:pt x="190" y="268"/>
                  </a:lnTo>
                  <a:lnTo>
                    <a:pt x="205" y="236"/>
                  </a:lnTo>
                  <a:lnTo>
                    <a:pt x="216" y="202"/>
                  </a:lnTo>
                  <a:lnTo>
                    <a:pt x="227" y="164"/>
                  </a:lnTo>
                  <a:lnTo>
                    <a:pt x="235" y="125"/>
                  </a:lnTo>
                  <a:lnTo>
                    <a:pt x="241" y="86"/>
                  </a:lnTo>
                  <a:lnTo>
                    <a:pt x="244" y="42"/>
                  </a:lnTo>
                  <a:lnTo>
                    <a:pt x="246" y="0"/>
                  </a:lnTo>
                  <a:lnTo>
                    <a:pt x="234" y="0"/>
                  </a:lnTo>
                  <a:lnTo>
                    <a:pt x="233" y="42"/>
                  </a:lnTo>
                  <a:lnTo>
                    <a:pt x="229" y="83"/>
                  </a:lnTo>
                  <a:lnTo>
                    <a:pt x="223" y="123"/>
                  </a:lnTo>
                  <a:lnTo>
                    <a:pt x="215" y="162"/>
                  </a:lnTo>
                  <a:lnTo>
                    <a:pt x="205" y="197"/>
                  </a:lnTo>
                  <a:lnTo>
                    <a:pt x="193" y="231"/>
                  </a:lnTo>
                  <a:lnTo>
                    <a:pt x="179" y="264"/>
                  </a:lnTo>
                  <a:lnTo>
                    <a:pt x="164" y="292"/>
                  </a:lnTo>
                  <a:lnTo>
                    <a:pt x="147" y="320"/>
                  </a:lnTo>
                  <a:lnTo>
                    <a:pt x="128" y="343"/>
                  </a:lnTo>
                  <a:lnTo>
                    <a:pt x="108" y="363"/>
                  </a:lnTo>
                  <a:lnTo>
                    <a:pt x="89" y="382"/>
                  </a:lnTo>
                  <a:lnTo>
                    <a:pt x="67" y="395"/>
                  </a:lnTo>
                  <a:lnTo>
                    <a:pt x="45" y="406"/>
                  </a:lnTo>
                  <a:lnTo>
                    <a:pt x="23" y="411"/>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9004" name="Freeform 58"/>
            <p:cNvSpPr>
              <a:spLocks/>
            </p:cNvSpPr>
            <p:nvPr/>
          </p:nvSpPr>
          <p:spPr bwMode="auto">
            <a:xfrm>
              <a:off x="1091" y="2172"/>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4" y="86"/>
                  </a:lnTo>
                  <a:lnTo>
                    <a:pt x="10" y="125"/>
                  </a:lnTo>
                  <a:lnTo>
                    <a:pt x="18" y="164"/>
                  </a:lnTo>
                  <a:lnTo>
                    <a:pt x="29" y="202"/>
                  </a:lnTo>
                  <a:lnTo>
                    <a:pt x="41" y="236"/>
                  </a:lnTo>
                  <a:lnTo>
                    <a:pt x="55" y="268"/>
                  </a:lnTo>
                  <a:lnTo>
                    <a:pt x="70" y="299"/>
                  </a:lnTo>
                  <a:lnTo>
                    <a:pt x="89" y="327"/>
                  </a:lnTo>
                  <a:lnTo>
                    <a:pt x="106" y="350"/>
                  </a:lnTo>
                  <a:lnTo>
                    <a:pt x="126" y="373"/>
                  </a:lnTo>
                  <a:lnTo>
                    <a:pt x="148" y="392"/>
                  </a:lnTo>
                  <a:lnTo>
                    <a:pt x="171" y="407"/>
                  </a:lnTo>
                  <a:lnTo>
                    <a:pt x="194" y="417"/>
                  </a:lnTo>
                  <a:lnTo>
                    <a:pt x="219" y="423"/>
                  </a:lnTo>
                  <a:lnTo>
                    <a:pt x="245" y="426"/>
                  </a:lnTo>
                  <a:lnTo>
                    <a:pt x="245" y="414"/>
                  </a:lnTo>
                  <a:lnTo>
                    <a:pt x="221" y="411"/>
                  </a:lnTo>
                  <a:lnTo>
                    <a:pt x="199" y="406"/>
                  </a:lnTo>
                  <a:lnTo>
                    <a:pt x="178" y="395"/>
                  </a:lnTo>
                  <a:lnTo>
                    <a:pt x="155" y="382"/>
                  </a:lnTo>
                  <a:lnTo>
                    <a:pt x="136" y="363"/>
                  </a:lnTo>
                  <a:lnTo>
                    <a:pt x="116" y="343"/>
                  </a:lnTo>
                  <a:lnTo>
                    <a:pt x="98" y="320"/>
                  </a:lnTo>
                  <a:lnTo>
                    <a:pt x="82" y="292"/>
                  </a:lnTo>
                  <a:lnTo>
                    <a:pt x="66" y="264"/>
                  </a:lnTo>
                  <a:lnTo>
                    <a:pt x="52" y="231"/>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9005" name="Freeform 59"/>
            <p:cNvSpPr>
              <a:spLocks/>
            </p:cNvSpPr>
            <p:nvPr/>
          </p:nvSpPr>
          <p:spPr bwMode="auto">
            <a:xfrm>
              <a:off x="1091" y="2087"/>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4" y="8"/>
                  </a:lnTo>
                  <a:lnTo>
                    <a:pt x="171" y="18"/>
                  </a:lnTo>
                  <a:lnTo>
                    <a:pt x="148" y="34"/>
                  </a:lnTo>
                  <a:lnTo>
                    <a:pt x="126" y="51"/>
                  </a:lnTo>
                  <a:lnTo>
                    <a:pt x="106" y="73"/>
                  </a:lnTo>
                  <a:lnTo>
                    <a:pt x="89" y="98"/>
                  </a:lnTo>
                  <a:lnTo>
                    <a:pt x="71" y="125"/>
                  </a:lnTo>
                  <a:lnTo>
                    <a:pt x="55" y="155"/>
                  </a:lnTo>
                  <a:lnTo>
                    <a:pt x="41" y="188"/>
                  </a:lnTo>
                  <a:lnTo>
                    <a:pt x="29" y="222"/>
                  </a:lnTo>
                  <a:lnTo>
                    <a:pt x="18" y="261"/>
                  </a:lnTo>
                  <a:lnTo>
                    <a:pt x="10" y="298"/>
                  </a:lnTo>
                  <a:lnTo>
                    <a:pt x="4" y="338"/>
                  </a:lnTo>
                  <a:lnTo>
                    <a:pt x="1" y="382"/>
                  </a:lnTo>
                  <a:lnTo>
                    <a:pt x="0" y="424"/>
                  </a:lnTo>
                  <a:lnTo>
                    <a:pt x="11" y="424"/>
                  </a:lnTo>
                  <a:lnTo>
                    <a:pt x="13" y="382"/>
                  </a:lnTo>
                  <a:lnTo>
                    <a:pt x="16" y="341"/>
                  </a:lnTo>
                  <a:lnTo>
                    <a:pt x="22" y="301"/>
                  </a:lnTo>
                  <a:lnTo>
                    <a:pt x="30" y="263"/>
                  </a:lnTo>
                  <a:lnTo>
                    <a:pt x="41" y="227"/>
                  </a:lnTo>
                  <a:lnTo>
                    <a:pt x="52" y="193"/>
                  </a:lnTo>
                  <a:lnTo>
                    <a:pt x="66" y="160"/>
                  </a:lnTo>
                  <a:lnTo>
                    <a:pt x="80" y="132"/>
                  </a:lnTo>
                  <a:lnTo>
                    <a:pt x="98" y="105"/>
                  </a:lnTo>
                  <a:lnTo>
                    <a:pt x="116" y="80"/>
                  </a:lnTo>
                  <a:lnTo>
                    <a:pt x="136" y="60"/>
                  </a:lnTo>
                  <a:lnTo>
                    <a:pt x="155" y="43"/>
                  </a:lnTo>
                  <a:lnTo>
                    <a:pt x="178" y="30"/>
                  </a:lnTo>
                  <a:lnTo>
                    <a:pt x="199" y="19"/>
                  </a:lnTo>
                  <a:lnTo>
                    <a:pt x="221" y="14"/>
                  </a:lnTo>
                  <a:lnTo>
                    <a:pt x="245" y="11"/>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9006" name="Freeform 60"/>
            <p:cNvSpPr>
              <a:spLocks/>
            </p:cNvSpPr>
            <p:nvPr/>
          </p:nvSpPr>
          <p:spPr bwMode="auto">
            <a:xfrm>
              <a:off x="1392" y="2118"/>
              <a:ext cx="49" cy="85"/>
            </a:xfrm>
            <a:custGeom>
              <a:avLst/>
              <a:gdLst>
                <a:gd name="T0" fmla="*/ 2 w 246"/>
                <a:gd name="T1" fmla="*/ 3 h 426"/>
                <a:gd name="T2" fmla="*/ 2 w 246"/>
                <a:gd name="T3" fmla="*/ 3 h 426"/>
                <a:gd name="T4" fmla="*/ 2 w 246"/>
                <a:gd name="T5" fmla="*/ 3 h 426"/>
                <a:gd name="T6" fmla="*/ 2 w 246"/>
                <a:gd name="T7" fmla="*/ 3 h 426"/>
                <a:gd name="T8" fmla="*/ 2 w 246"/>
                <a:gd name="T9" fmla="*/ 2 h 426"/>
                <a:gd name="T10" fmla="*/ 2 w 246"/>
                <a:gd name="T11" fmla="*/ 2 h 426"/>
                <a:gd name="T12" fmla="*/ 2 w 246"/>
                <a:gd name="T13" fmla="*/ 2 h 426"/>
                <a:gd name="T14" fmla="*/ 2 w 246"/>
                <a:gd name="T15" fmla="*/ 2 h 426"/>
                <a:gd name="T16" fmla="*/ 2 w 246"/>
                <a:gd name="T17" fmla="*/ 1 h 426"/>
                <a:gd name="T18" fmla="*/ 1 w 246"/>
                <a:gd name="T19" fmla="*/ 1 h 426"/>
                <a:gd name="T20" fmla="*/ 1 w 246"/>
                <a:gd name="T21" fmla="*/ 1 h 426"/>
                <a:gd name="T22" fmla="*/ 1 w 246"/>
                <a:gd name="T23" fmla="*/ 1 h 426"/>
                <a:gd name="T24" fmla="*/ 1 w 246"/>
                <a:gd name="T25" fmla="*/ 0 h 426"/>
                <a:gd name="T26" fmla="*/ 1 w 246"/>
                <a:gd name="T27" fmla="*/ 0 h 426"/>
                <a:gd name="T28" fmla="*/ 1 w 246"/>
                <a:gd name="T29" fmla="*/ 0 h 426"/>
                <a:gd name="T30" fmla="*/ 0 w 246"/>
                <a:gd name="T31" fmla="*/ 0 h 426"/>
                <a:gd name="T32" fmla="*/ 0 w 246"/>
                <a:gd name="T33" fmla="*/ 0 h 426"/>
                <a:gd name="T34" fmla="*/ 0 w 246"/>
                <a:gd name="T35" fmla="*/ 0 h 426"/>
                <a:gd name="T36" fmla="*/ 0 w 246"/>
                <a:gd name="T37" fmla="*/ 0 h 426"/>
                <a:gd name="T38" fmla="*/ 0 w 246"/>
                <a:gd name="T39" fmla="*/ 0 h 426"/>
                <a:gd name="T40" fmla="*/ 0 w 246"/>
                <a:gd name="T41" fmla="*/ 0 h 426"/>
                <a:gd name="T42" fmla="*/ 1 w 246"/>
                <a:gd name="T43" fmla="*/ 0 h 426"/>
                <a:gd name="T44" fmla="*/ 1 w 246"/>
                <a:gd name="T45" fmla="*/ 0 h 426"/>
                <a:gd name="T46" fmla="*/ 1 w 246"/>
                <a:gd name="T47" fmla="*/ 1 h 426"/>
                <a:gd name="T48" fmla="*/ 1 w 246"/>
                <a:gd name="T49" fmla="*/ 1 h 426"/>
                <a:gd name="T50" fmla="*/ 1 w 246"/>
                <a:gd name="T51" fmla="*/ 1 h 426"/>
                <a:gd name="T52" fmla="*/ 1 w 246"/>
                <a:gd name="T53" fmla="*/ 1 h 426"/>
                <a:gd name="T54" fmla="*/ 1 w 246"/>
                <a:gd name="T55" fmla="*/ 1 h 426"/>
                <a:gd name="T56" fmla="*/ 2 w 246"/>
                <a:gd name="T57" fmla="*/ 2 h 426"/>
                <a:gd name="T58" fmla="*/ 2 w 246"/>
                <a:gd name="T59" fmla="*/ 2 h 426"/>
                <a:gd name="T60" fmla="*/ 2 w 246"/>
                <a:gd name="T61" fmla="*/ 2 h 426"/>
                <a:gd name="T62" fmla="*/ 2 w 246"/>
                <a:gd name="T63" fmla="*/ 2 h 426"/>
                <a:gd name="T64" fmla="*/ 2 w 246"/>
                <a:gd name="T65" fmla="*/ 3 h 426"/>
                <a:gd name="T66" fmla="*/ 2 w 246"/>
                <a:gd name="T67" fmla="*/ 3 h 426"/>
                <a:gd name="T68" fmla="*/ 2 w 246"/>
                <a:gd name="T69" fmla="*/ 3 h 426"/>
                <a:gd name="T70" fmla="*/ 2 w 246"/>
                <a:gd name="T71" fmla="*/ 3 h 426"/>
                <a:gd name="T72" fmla="*/ 2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246" y="426"/>
                  </a:moveTo>
                  <a:lnTo>
                    <a:pt x="246" y="426"/>
                  </a:lnTo>
                  <a:lnTo>
                    <a:pt x="245" y="384"/>
                  </a:lnTo>
                  <a:lnTo>
                    <a:pt x="242" y="340"/>
                  </a:lnTo>
                  <a:lnTo>
                    <a:pt x="236" y="301"/>
                  </a:lnTo>
                  <a:lnTo>
                    <a:pt x="228" y="262"/>
                  </a:lnTo>
                  <a:lnTo>
                    <a:pt x="217" y="224"/>
                  </a:lnTo>
                  <a:lnTo>
                    <a:pt x="205" y="190"/>
                  </a:lnTo>
                  <a:lnTo>
                    <a:pt x="191" y="158"/>
                  </a:lnTo>
                  <a:lnTo>
                    <a:pt x="176" y="126"/>
                  </a:lnTo>
                  <a:lnTo>
                    <a:pt x="157" y="99"/>
                  </a:lnTo>
                  <a:lnTo>
                    <a:pt x="139" y="75"/>
                  </a:lnTo>
                  <a:lnTo>
                    <a:pt x="119" y="53"/>
                  </a:lnTo>
                  <a:lnTo>
                    <a:pt x="96" y="34"/>
                  </a:lnTo>
                  <a:lnTo>
                    <a:pt x="75" y="19"/>
                  </a:lnTo>
                  <a:lnTo>
                    <a:pt x="51" y="9"/>
                  </a:lnTo>
                  <a:lnTo>
                    <a:pt x="26" y="3"/>
                  </a:lnTo>
                  <a:lnTo>
                    <a:pt x="0" y="0"/>
                  </a:lnTo>
                  <a:lnTo>
                    <a:pt x="0" y="12"/>
                  </a:lnTo>
                  <a:lnTo>
                    <a:pt x="24" y="15"/>
                  </a:lnTo>
                  <a:lnTo>
                    <a:pt x="46" y="20"/>
                  </a:lnTo>
                  <a:lnTo>
                    <a:pt x="68" y="31"/>
                  </a:lnTo>
                  <a:lnTo>
                    <a:pt x="89" y="44"/>
                  </a:lnTo>
                  <a:lnTo>
                    <a:pt x="109" y="63"/>
                  </a:lnTo>
                  <a:lnTo>
                    <a:pt x="129" y="83"/>
                  </a:lnTo>
                  <a:lnTo>
                    <a:pt x="148" y="106"/>
                  </a:lnTo>
                  <a:lnTo>
                    <a:pt x="164" y="133"/>
                  </a:lnTo>
                  <a:lnTo>
                    <a:pt x="180" y="162"/>
                  </a:lnTo>
                  <a:lnTo>
                    <a:pt x="194" y="195"/>
                  </a:lnTo>
                  <a:lnTo>
                    <a:pt x="205" y="229"/>
                  </a:lnTo>
                  <a:lnTo>
                    <a:pt x="216" y="264"/>
                  </a:lnTo>
                  <a:lnTo>
                    <a:pt x="224" y="303"/>
                  </a:lnTo>
                  <a:lnTo>
                    <a:pt x="230" y="343"/>
                  </a:lnTo>
                  <a:lnTo>
                    <a:pt x="233" y="384"/>
                  </a:lnTo>
                  <a:lnTo>
                    <a:pt x="235" y="426"/>
                  </a:lnTo>
                  <a:lnTo>
                    <a:pt x="246"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9007" name="Freeform 61"/>
            <p:cNvSpPr>
              <a:spLocks/>
            </p:cNvSpPr>
            <p:nvPr/>
          </p:nvSpPr>
          <p:spPr bwMode="auto">
            <a:xfrm>
              <a:off x="1392" y="2203"/>
              <a:ext cx="49" cy="85"/>
            </a:xfrm>
            <a:custGeom>
              <a:avLst/>
              <a:gdLst>
                <a:gd name="T0" fmla="*/ 0 w 246"/>
                <a:gd name="T1" fmla="*/ 3 h 424"/>
                <a:gd name="T2" fmla="*/ 0 w 246"/>
                <a:gd name="T3" fmla="*/ 3 h 424"/>
                <a:gd name="T4" fmla="*/ 0 w 246"/>
                <a:gd name="T5" fmla="*/ 3 h 424"/>
                <a:gd name="T6" fmla="*/ 0 w 246"/>
                <a:gd name="T7" fmla="*/ 3 h 424"/>
                <a:gd name="T8" fmla="*/ 1 w 246"/>
                <a:gd name="T9" fmla="*/ 3 h 424"/>
                <a:gd name="T10" fmla="*/ 1 w 246"/>
                <a:gd name="T11" fmla="*/ 3 h 424"/>
                <a:gd name="T12" fmla="*/ 1 w 246"/>
                <a:gd name="T13" fmla="*/ 3 h 424"/>
                <a:gd name="T14" fmla="*/ 1 w 246"/>
                <a:gd name="T15" fmla="*/ 3 h 424"/>
                <a:gd name="T16" fmla="*/ 1 w 246"/>
                <a:gd name="T17" fmla="*/ 3 h 424"/>
                <a:gd name="T18" fmla="*/ 1 w 246"/>
                <a:gd name="T19" fmla="*/ 2 h 424"/>
                <a:gd name="T20" fmla="*/ 2 w 246"/>
                <a:gd name="T21" fmla="*/ 2 h 424"/>
                <a:gd name="T22" fmla="*/ 2 w 246"/>
                <a:gd name="T23" fmla="*/ 2 h 424"/>
                <a:gd name="T24" fmla="*/ 2 w 246"/>
                <a:gd name="T25" fmla="*/ 2 h 424"/>
                <a:gd name="T26" fmla="*/ 2 w 246"/>
                <a:gd name="T27" fmla="*/ 1 h 424"/>
                <a:gd name="T28" fmla="*/ 2 w 246"/>
                <a:gd name="T29" fmla="*/ 1 h 424"/>
                <a:gd name="T30" fmla="*/ 2 w 246"/>
                <a:gd name="T31" fmla="*/ 1 h 424"/>
                <a:gd name="T32" fmla="*/ 2 w 246"/>
                <a:gd name="T33" fmla="*/ 0 h 424"/>
                <a:gd name="T34" fmla="*/ 2 w 246"/>
                <a:gd name="T35" fmla="*/ 0 h 424"/>
                <a:gd name="T36" fmla="*/ 2 w 246"/>
                <a:gd name="T37" fmla="*/ 0 h 424"/>
                <a:gd name="T38" fmla="*/ 2 w 246"/>
                <a:gd name="T39" fmla="*/ 0 h 424"/>
                <a:gd name="T40" fmla="*/ 2 w 246"/>
                <a:gd name="T41" fmla="*/ 1 h 424"/>
                <a:gd name="T42" fmla="*/ 2 w 246"/>
                <a:gd name="T43" fmla="*/ 1 h 424"/>
                <a:gd name="T44" fmla="*/ 2 w 246"/>
                <a:gd name="T45" fmla="*/ 1 h 424"/>
                <a:gd name="T46" fmla="*/ 2 w 246"/>
                <a:gd name="T47" fmla="*/ 2 h 424"/>
                <a:gd name="T48" fmla="*/ 2 w 246"/>
                <a:gd name="T49" fmla="*/ 2 h 424"/>
                <a:gd name="T50" fmla="*/ 1 w 246"/>
                <a:gd name="T51" fmla="*/ 2 h 424"/>
                <a:gd name="T52" fmla="*/ 1 w 246"/>
                <a:gd name="T53" fmla="*/ 2 h 424"/>
                <a:gd name="T54" fmla="*/ 1 w 246"/>
                <a:gd name="T55" fmla="*/ 3 h 424"/>
                <a:gd name="T56" fmla="*/ 1 w 246"/>
                <a:gd name="T57" fmla="*/ 3 h 424"/>
                <a:gd name="T58" fmla="*/ 1 w 246"/>
                <a:gd name="T59" fmla="*/ 3 h 424"/>
                <a:gd name="T60" fmla="*/ 1 w 246"/>
                <a:gd name="T61" fmla="*/ 3 h 424"/>
                <a:gd name="T62" fmla="*/ 1 w 246"/>
                <a:gd name="T63" fmla="*/ 3 h 424"/>
                <a:gd name="T64" fmla="*/ 0 w 246"/>
                <a:gd name="T65" fmla="*/ 3 h 424"/>
                <a:gd name="T66" fmla="*/ 0 w 246"/>
                <a:gd name="T67" fmla="*/ 3 h 424"/>
                <a:gd name="T68" fmla="*/ 0 w 246"/>
                <a:gd name="T69" fmla="*/ 3 h 424"/>
                <a:gd name="T70" fmla="*/ 0 w 246"/>
                <a:gd name="T71" fmla="*/ 3 h 424"/>
                <a:gd name="T72" fmla="*/ 0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0" y="424"/>
                  </a:moveTo>
                  <a:lnTo>
                    <a:pt x="0" y="424"/>
                  </a:lnTo>
                  <a:lnTo>
                    <a:pt x="26" y="422"/>
                  </a:lnTo>
                  <a:lnTo>
                    <a:pt x="51" y="416"/>
                  </a:lnTo>
                  <a:lnTo>
                    <a:pt x="75" y="406"/>
                  </a:lnTo>
                  <a:lnTo>
                    <a:pt x="96" y="390"/>
                  </a:lnTo>
                  <a:lnTo>
                    <a:pt x="119" y="373"/>
                  </a:lnTo>
                  <a:lnTo>
                    <a:pt x="139" y="351"/>
                  </a:lnTo>
                  <a:lnTo>
                    <a:pt x="157" y="326"/>
                  </a:lnTo>
                  <a:lnTo>
                    <a:pt x="175" y="299"/>
                  </a:lnTo>
                  <a:lnTo>
                    <a:pt x="191" y="269"/>
                  </a:lnTo>
                  <a:lnTo>
                    <a:pt x="205" y="236"/>
                  </a:lnTo>
                  <a:lnTo>
                    <a:pt x="217" y="202"/>
                  </a:lnTo>
                  <a:lnTo>
                    <a:pt x="228" y="163"/>
                  </a:lnTo>
                  <a:lnTo>
                    <a:pt x="236" y="125"/>
                  </a:lnTo>
                  <a:lnTo>
                    <a:pt x="242" y="86"/>
                  </a:lnTo>
                  <a:lnTo>
                    <a:pt x="245" y="42"/>
                  </a:lnTo>
                  <a:lnTo>
                    <a:pt x="246" y="0"/>
                  </a:lnTo>
                  <a:lnTo>
                    <a:pt x="235" y="0"/>
                  </a:lnTo>
                  <a:lnTo>
                    <a:pt x="233" y="42"/>
                  </a:lnTo>
                  <a:lnTo>
                    <a:pt x="230" y="83"/>
                  </a:lnTo>
                  <a:lnTo>
                    <a:pt x="224" y="123"/>
                  </a:lnTo>
                  <a:lnTo>
                    <a:pt x="216" y="161"/>
                  </a:lnTo>
                  <a:lnTo>
                    <a:pt x="205" y="197"/>
                  </a:lnTo>
                  <a:lnTo>
                    <a:pt x="194" y="231"/>
                  </a:lnTo>
                  <a:lnTo>
                    <a:pt x="180" y="264"/>
                  </a:lnTo>
                  <a:lnTo>
                    <a:pt x="166" y="292"/>
                  </a:lnTo>
                  <a:lnTo>
                    <a:pt x="148" y="319"/>
                  </a:lnTo>
                  <a:lnTo>
                    <a:pt x="129" y="344"/>
                  </a:lnTo>
                  <a:lnTo>
                    <a:pt x="109" y="364"/>
                  </a:lnTo>
                  <a:lnTo>
                    <a:pt x="89" y="381"/>
                  </a:lnTo>
                  <a:lnTo>
                    <a:pt x="68" y="394"/>
                  </a:lnTo>
                  <a:lnTo>
                    <a:pt x="46" y="405"/>
                  </a:lnTo>
                  <a:lnTo>
                    <a:pt x="24" y="410"/>
                  </a:lnTo>
                  <a:lnTo>
                    <a:pt x="0" y="413"/>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9008" name="Freeform 62"/>
            <p:cNvSpPr>
              <a:spLocks/>
            </p:cNvSpPr>
            <p:nvPr/>
          </p:nvSpPr>
          <p:spPr bwMode="auto">
            <a:xfrm>
              <a:off x="1343" y="2203"/>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2" y="42"/>
                  </a:lnTo>
                  <a:lnTo>
                    <a:pt x="5" y="86"/>
                  </a:lnTo>
                  <a:lnTo>
                    <a:pt x="11" y="125"/>
                  </a:lnTo>
                  <a:lnTo>
                    <a:pt x="19" y="163"/>
                  </a:lnTo>
                  <a:lnTo>
                    <a:pt x="30" y="202"/>
                  </a:lnTo>
                  <a:lnTo>
                    <a:pt x="41" y="236"/>
                  </a:lnTo>
                  <a:lnTo>
                    <a:pt x="56" y="269"/>
                  </a:lnTo>
                  <a:lnTo>
                    <a:pt x="72" y="299"/>
                  </a:lnTo>
                  <a:lnTo>
                    <a:pt x="90" y="326"/>
                  </a:lnTo>
                  <a:lnTo>
                    <a:pt x="108" y="351"/>
                  </a:lnTo>
                  <a:lnTo>
                    <a:pt x="127" y="373"/>
                  </a:lnTo>
                  <a:lnTo>
                    <a:pt x="149" y="390"/>
                  </a:lnTo>
                  <a:lnTo>
                    <a:pt x="172" y="406"/>
                  </a:lnTo>
                  <a:lnTo>
                    <a:pt x="195" y="416"/>
                  </a:lnTo>
                  <a:lnTo>
                    <a:pt x="220" y="422"/>
                  </a:lnTo>
                  <a:lnTo>
                    <a:pt x="245" y="424"/>
                  </a:lnTo>
                  <a:lnTo>
                    <a:pt x="245" y="413"/>
                  </a:lnTo>
                  <a:lnTo>
                    <a:pt x="222" y="410"/>
                  </a:lnTo>
                  <a:lnTo>
                    <a:pt x="200" y="405"/>
                  </a:lnTo>
                  <a:lnTo>
                    <a:pt x="179" y="394"/>
                  </a:lnTo>
                  <a:lnTo>
                    <a:pt x="156" y="381"/>
                  </a:lnTo>
                  <a:lnTo>
                    <a:pt x="136" y="364"/>
                  </a:lnTo>
                  <a:lnTo>
                    <a:pt x="118" y="344"/>
                  </a:lnTo>
                  <a:lnTo>
                    <a:pt x="99" y="319"/>
                  </a:lnTo>
                  <a:lnTo>
                    <a:pt x="81" y="292"/>
                  </a:lnTo>
                  <a:lnTo>
                    <a:pt x="67" y="264"/>
                  </a:lnTo>
                  <a:lnTo>
                    <a:pt x="53" y="231"/>
                  </a:lnTo>
                  <a:lnTo>
                    <a:pt x="41" y="197"/>
                  </a:lnTo>
                  <a:lnTo>
                    <a:pt x="31" y="161"/>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9009" name="Freeform 63"/>
            <p:cNvSpPr>
              <a:spLocks/>
            </p:cNvSpPr>
            <p:nvPr/>
          </p:nvSpPr>
          <p:spPr bwMode="auto">
            <a:xfrm>
              <a:off x="1343" y="2118"/>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1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20" y="3"/>
                  </a:lnTo>
                  <a:lnTo>
                    <a:pt x="195" y="9"/>
                  </a:lnTo>
                  <a:lnTo>
                    <a:pt x="172" y="19"/>
                  </a:lnTo>
                  <a:lnTo>
                    <a:pt x="149" y="34"/>
                  </a:lnTo>
                  <a:lnTo>
                    <a:pt x="127" y="53"/>
                  </a:lnTo>
                  <a:lnTo>
                    <a:pt x="108" y="75"/>
                  </a:lnTo>
                  <a:lnTo>
                    <a:pt x="90" y="99"/>
                  </a:lnTo>
                  <a:lnTo>
                    <a:pt x="71" y="126"/>
                  </a:lnTo>
                  <a:lnTo>
                    <a:pt x="56" y="158"/>
                  </a:lnTo>
                  <a:lnTo>
                    <a:pt x="41" y="190"/>
                  </a:lnTo>
                  <a:lnTo>
                    <a:pt x="30" y="224"/>
                  </a:lnTo>
                  <a:lnTo>
                    <a:pt x="19" y="262"/>
                  </a:lnTo>
                  <a:lnTo>
                    <a:pt x="11" y="301"/>
                  </a:lnTo>
                  <a:lnTo>
                    <a:pt x="5" y="340"/>
                  </a:lnTo>
                  <a:lnTo>
                    <a:pt x="2" y="384"/>
                  </a:lnTo>
                  <a:lnTo>
                    <a:pt x="0" y="426"/>
                  </a:lnTo>
                  <a:lnTo>
                    <a:pt x="12" y="426"/>
                  </a:lnTo>
                  <a:lnTo>
                    <a:pt x="13" y="384"/>
                  </a:lnTo>
                  <a:lnTo>
                    <a:pt x="17" y="343"/>
                  </a:lnTo>
                  <a:lnTo>
                    <a:pt x="23" y="303"/>
                  </a:lnTo>
                  <a:lnTo>
                    <a:pt x="31" y="264"/>
                  </a:lnTo>
                  <a:lnTo>
                    <a:pt x="41" y="229"/>
                  </a:lnTo>
                  <a:lnTo>
                    <a:pt x="53" y="195"/>
                  </a:lnTo>
                  <a:lnTo>
                    <a:pt x="67" y="162"/>
                  </a:lnTo>
                  <a:lnTo>
                    <a:pt x="82" y="133"/>
                  </a:lnTo>
                  <a:lnTo>
                    <a:pt x="99" y="106"/>
                  </a:lnTo>
                  <a:lnTo>
                    <a:pt x="118" y="83"/>
                  </a:lnTo>
                  <a:lnTo>
                    <a:pt x="136" y="63"/>
                  </a:lnTo>
                  <a:lnTo>
                    <a:pt x="156" y="44"/>
                  </a:lnTo>
                  <a:lnTo>
                    <a:pt x="179" y="31"/>
                  </a:lnTo>
                  <a:lnTo>
                    <a:pt x="200" y="20"/>
                  </a:lnTo>
                  <a:lnTo>
                    <a:pt x="222" y="15"/>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9010" name="Freeform 64"/>
            <p:cNvSpPr>
              <a:spLocks/>
            </p:cNvSpPr>
            <p:nvPr/>
          </p:nvSpPr>
          <p:spPr bwMode="auto">
            <a:xfrm>
              <a:off x="1384" y="1859"/>
              <a:ext cx="49" cy="84"/>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1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3" y="382"/>
                  </a:lnTo>
                  <a:lnTo>
                    <a:pt x="240" y="339"/>
                  </a:lnTo>
                  <a:lnTo>
                    <a:pt x="234" y="299"/>
                  </a:lnTo>
                  <a:lnTo>
                    <a:pt x="226" y="261"/>
                  </a:lnTo>
                  <a:lnTo>
                    <a:pt x="215" y="222"/>
                  </a:lnTo>
                  <a:lnTo>
                    <a:pt x="204" y="188"/>
                  </a:lnTo>
                  <a:lnTo>
                    <a:pt x="189" y="156"/>
                  </a:lnTo>
                  <a:lnTo>
                    <a:pt x="173" y="125"/>
                  </a:lnTo>
                  <a:lnTo>
                    <a:pt x="155" y="98"/>
                  </a:lnTo>
                  <a:lnTo>
                    <a:pt x="138" y="74"/>
                  </a:lnTo>
                  <a:lnTo>
                    <a:pt x="118" y="51"/>
                  </a:lnTo>
                  <a:lnTo>
                    <a:pt x="96" y="34"/>
                  </a:lnTo>
                  <a:lnTo>
                    <a:pt x="73" y="18"/>
                  </a:lnTo>
                  <a:lnTo>
                    <a:pt x="50" y="8"/>
                  </a:lnTo>
                  <a:lnTo>
                    <a:pt x="25" y="2"/>
                  </a:lnTo>
                  <a:lnTo>
                    <a:pt x="0" y="0"/>
                  </a:lnTo>
                  <a:lnTo>
                    <a:pt x="0" y="11"/>
                  </a:lnTo>
                  <a:lnTo>
                    <a:pt x="23" y="14"/>
                  </a:lnTo>
                  <a:lnTo>
                    <a:pt x="45" y="20"/>
                  </a:lnTo>
                  <a:lnTo>
                    <a:pt x="66" y="30"/>
                  </a:lnTo>
                  <a:lnTo>
                    <a:pt x="89" y="43"/>
                  </a:lnTo>
                  <a:lnTo>
                    <a:pt x="109" y="61"/>
                  </a:lnTo>
                  <a:lnTo>
                    <a:pt x="129" y="81"/>
                  </a:lnTo>
                  <a:lnTo>
                    <a:pt x="146" y="105"/>
                  </a:lnTo>
                  <a:lnTo>
                    <a:pt x="164" y="132"/>
                  </a:lnTo>
                  <a:lnTo>
                    <a:pt x="178" y="160"/>
                  </a:lnTo>
                  <a:lnTo>
                    <a:pt x="192" y="193"/>
                  </a:lnTo>
                  <a:lnTo>
                    <a:pt x="204" y="227"/>
                  </a:lnTo>
                  <a:lnTo>
                    <a:pt x="214" y="264"/>
                  </a:lnTo>
                  <a:lnTo>
                    <a:pt x="222" y="301"/>
                  </a:lnTo>
                  <a:lnTo>
                    <a:pt x="228"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9011" name="Freeform 65"/>
            <p:cNvSpPr>
              <a:spLocks/>
            </p:cNvSpPr>
            <p:nvPr/>
          </p:nvSpPr>
          <p:spPr bwMode="auto">
            <a:xfrm>
              <a:off x="1384" y="1943"/>
              <a:ext cx="49" cy="86"/>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5" y="423"/>
                  </a:lnTo>
                  <a:lnTo>
                    <a:pt x="50" y="418"/>
                  </a:lnTo>
                  <a:lnTo>
                    <a:pt x="73" y="407"/>
                  </a:lnTo>
                  <a:lnTo>
                    <a:pt x="96" y="392"/>
                  </a:lnTo>
                  <a:lnTo>
                    <a:pt x="118" y="374"/>
                  </a:lnTo>
                  <a:lnTo>
                    <a:pt x="138" y="352"/>
                  </a:lnTo>
                  <a:lnTo>
                    <a:pt x="155" y="327"/>
                  </a:lnTo>
                  <a:lnTo>
                    <a:pt x="174" y="300"/>
                  </a:lnTo>
                  <a:lnTo>
                    <a:pt x="189" y="269"/>
                  </a:lnTo>
                  <a:lnTo>
                    <a:pt x="204" y="237"/>
                  </a:lnTo>
                  <a:lnTo>
                    <a:pt x="215" y="202"/>
                  </a:lnTo>
                  <a:lnTo>
                    <a:pt x="226" y="164"/>
                  </a:lnTo>
                  <a:lnTo>
                    <a:pt x="234" y="126"/>
                  </a:lnTo>
                  <a:lnTo>
                    <a:pt x="240" y="86"/>
                  </a:lnTo>
                  <a:lnTo>
                    <a:pt x="243" y="42"/>
                  </a:lnTo>
                  <a:lnTo>
                    <a:pt x="245" y="0"/>
                  </a:lnTo>
                  <a:lnTo>
                    <a:pt x="233" y="0"/>
                  </a:lnTo>
                  <a:lnTo>
                    <a:pt x="232" y="42"/>
                  </a:lnTo>
                  <a:lnTo>
                    <a:pt x="228" y="83"/>
                  </a:lnTo>
                  <a:lnTo>
                    <a:pt x="222" y="123"/>
                  </a:lnTo>
                  <a:lnTo>
                    <a:pt x="214" y="162"/>
                  </a:lnTo>
                  <a:lnTo>
                    <a:pt x="204" y="197"/>
                  </a:lnTo>
                  <a:lnTo>
                    <a:pt x="192" y="232"/>
                  </a:lnTo>
                  <a:lnTo>
                    <a:pt x="178" y="264"/>
                  </a:lnTo>
                  <a:lnTo>
                    <a:pt x="163" y="293"/>
                  </a:lnTo>
                  <a:lnTo>
                    <a:pt x="146" y="320"/>
                  </a:lnTo>
                  <a:lnTo>
                    <a:pt x="129" y="345"/>
                  </a:lnTo>
                  <a:lnTo>
                    <a:pt x="109" y="365"/>
                  </a:lnTo>
                  <a:lnTo>
                    <a:pt x="89" y="382"/>
                  </a:lnTo>
                  <a:lnTo>
                    <a:pt x="66" y="395"/>
                  </a:lnTo>
                  <a:lnTo>
                    <a:pt x="45" y="406"/>
                  </a:lnTo>
                  <a:lnTo>
                    <a:pt x="23"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9012" name="Freeform 66"/>
            <p:cNvSpPr>
              <a:spLocks/>
            </p:cNvSpPr>
            <p:nvPr/>
          </p:nvSpPr>
          <p:spPr bwMode="auto">
            <a:xfrm>
              <a:off x="1335" y="1943"/>
              <a:ext cx="49" cy="86"/>
            </a:xfrm>
            <a:custGeom>
              <a:avLst/>
              <a:gdLst>
                <a:gd name="T0" fmla="*/ 0 w 246"/>
                <a:gd name="T1" fmla="*/ 0 h 426"/>
                <a:gd name="T2" fmla="*/ 0 w 246"/>
                <a:gd name="T3" fmla="*/ 0 h 426"/>
                <a:gd name="T4" fmla="*/ 0 w 246"/>
                <a:gd name="T5" fmla="*/ 0 h 426"/>
                <a:gd name="T6" fmla="*/ 0 w 246"/>
                <a:gd name="T7" fmla="*/ 1 h 426"/>
                <a:gd name="T8" fmla="*/ 0 w 246"/>
                <a:gd name="T9" fmla="*/ 1 h 426"/>
                <a:gd name="T10" fmla="*/ 0 w 246"/>
                <a:gd name="T11" fmla="*/ 1 h 426"/>
                <a:gd name="T12" fmla="*/ 0 w 246"/>
                <a:gd name="T13" fmla="*/ 2 h 426"/>
                <a:gd name="T14" fmla="*/ 0 w 246"/>
                <a:gd name="T15" fmla="*/ 2 h 426"/>
                <a:gd name="T16" fmla="*/ 0 w 246"/>
                <a:gd name="T17" fmla="*/ 2 h 426"/>
                <a:gd name="T18" fmla="*/ 1 w 246"/>
                <a:gd name="T19" fmla="*/ 2 h 426"/>
                <a:gd name="T20" fmla="*/ 1 w 246"/>
                <a:gd name="T21" fmla="*/ 3 h 426"/>
                <a:gd name="T22" fmla="*/ 1 w 246"/>
                <a:gd name="T23" fmla="*/ 3 h 426"/>
                <a:gd name="T24" fmla="*/ 1 w 246"/>
                <a:gd name="T25" fmla="*/ 3 h 426"/>
                <a:gd name="T26" fmla="*/ 1 w 246"/>
                <a:gd name="T27" fmla="*/ 3 h 426"/>
                <a:gd name="T28" fmla="*/ 1 w 246"/>
                <a:gd name="T29" fmla="*/ 3 h 426"/>
                <a:gd name="T30" fmla="*/ 2 w 246"/>
                <a:gd name="T31" fmla="*/ 3 h 426"/>
                <a:gd name="T32" fmla="*/ 2 w 246"/>
                <a:gd name="T33" fmla="*/ 3 h 426"/>
                <a:gd name="T34" fmla="*/ 2 w 246"/>
                <a:gd name="T35" fmla="*/ 3 h 426"/>
                <a:gd name="T36" fmla="*/ 2 w 246"/>
                <a:gd name="T37" fmla="*/ 3 h 426"/>
                <a:gd name="T38" fmla="*/ 2 w 246"/>
                <a:gd name="T39" fmla="*/ 3 h 426"/>
                <a:gd name="T40" fmla="*/ 2 w 246"/>
                <a:gd name="T41" fmla="*/ 3 h 426"/>
                <a:gd name="T42" fmla="*/ 1 w 246"/>
                <a:gd name="T43" fmla="*/ 3 h 426"/>
                <a:gd name="T44" fmla="*/ 1 w 246"/>
                <a:gd name="T45" fmla="*/ 3 h 426"/>
                <a:gd name="T46" fmla="*/ 1 w 246"/>
                <a:gd name="T47" fmla="*/ 3 h 426"/>
                <a:gd name="T48" fmla="*/ 1 w 246"/>
                <a:gd name="T49" fmla="*/ 3 h 426"/>
                <a:gd name="T50" fmla="*/ 1 w 246"/>
                <a:gd name="T51" fmla="*/ 3 h 426"/>
                <a:gd name="T52" fmla="*/ 1 w 246"/>
                <a:gd name="T53" fmla="*/ 2 h 426"/>
                <a:gd name="T54" fmla="*/ 1 w 246"/>
                <a:gd name="T55" fmla="*/ 2 h 426"/>
                <a:gd name="T56" fmla="*/ 0 w 246"/>
                <a:gd name="T57" fmla="*/ 2 h 426"/>
                <a:gd name="T58" fmla="*/ 0 w 246"/>
                <a:gd name="T59" fmla="*/ 2 h 426"/>
                <a:gd name="T60" fmla="*/ 0 w 246"/>
                <a:gd name="T61" fmla="*/ 1 h 426"/>
                <a:gd name="T62" fmla="*/ 0 w 246"/>
                <a:gd name="T63" fmla="*/ 1 h 426"/>
                <a:gd name="T64" fmla="*/ 0 w 246"/>
                <a:gd name="T65" fmla="*/ 1 h 426"/>
                <a:gd name="T66" fmla="*/ 0 w 246"/>
                <a:gd name="T67" fmla="*/ 0 h 426"/>
                <a:gd name="T68" fmla="*/ 0 w 246"/>
                <a:gd name="T69" fmla="*/ 0 h 426"/>
                <a:gd name="T70" fmla="*/ 0 w 246"/>
                <a:gd name="T71" fmla="*/ 0 h 426"/>
                <a:gd name="T72" fmla="*/ 0 w 246"/>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0"/>
                  </a:moveTo>
                  <a:lnTo>
                    <a:pt x="0" y="0"/>
                  </a:lnTo>
                  <a:lnTo>
                    <a:pt x="1" y="42"/>
                  </a:lnTo>
                  <a:lnTo>
                    <a:pt x="4" y="86"/>
                  </a:lnTo>
                  <a:lnTo>
                    <a:pt x="10" y="126"/>
                  </a:lnTo>
                  <a:lnTo>
                    <a:pt x="18" y="164"/>
                  </a:lnTo>
                  <a:lnTo>
                    <a:pt x="29" y="202"/>
                  </a:lnTo>
                  <a:lnTo>
                    <a:pt x="41" y="237"/>
                  </a:lnTo>
                  <a:lnTo>
                    <a:pt x="55" y="269"/>
                  </a:lnTo>
                  <a:lnTo>
                    <a:pt x="71" y="300"/>
                  </a:lnTo>
                  <a:lnTo>
                    <a:pt x="89" y="327"/>
                  </a:lnTo>
                  <a:lnTo>
                    <a:pt x="107" y="352"/>
                  </a:lnTo>
                  <a:lnTo>
                    <a:pt x="127" y="374"/>
                  </a:lnTo>
                  <a:lnTo>
                    <a:pt x="150" y="392"/>
                  </a:lnTo>
                  <a:lnTo>
                    <a:pt x="171" y="407"/>
                  </a:lnTo>
                  <a:lnTo>
                    <a:pt x="195" y="418"/>
                  </a:lnTo>
                  <a:lnTo>
                    <a:pt x="220" y="423"/>
                  </a:lnTo>
                  <a:lnTo>
                    <a:pt x="246" y="426"/>
                  </a:lnTo>
                  <a:lnTo>
                    <a:pt x="246" y="414"/>
                  </a:lnTo>
                  <a:lnTo>
                    <a:pt x="222" y="412"/>
                  </a:lnTo>
                  <a:lnTo>
                    <a:pt x="200" y="406"/>
                  </a:lnTo>
                  <a:lnTo>
                    <a:pt x="178" y="395"/>
                  </a:lnTo>
                  <a:lnTo>
                    <a:pt x="157" y="382"/>
                  </a:lnTo>
                  <a:lnTo>
                    <a:pt x="137" y="365"/>
                  </a:lnTo>
                  <a:lnTo>
                    <a:pt x="117" y="345"/>
                  </a:lnTo>
                  <a:lnTo>
                    <a:pt x="98" y="320"/>
                  </a:lnTo>
                  <a:lnTo>
                    <a:pt x="83" y="293"/>
                  </a:lnTo>
                  <a:lnTo>
                    <a:pt x="66" y="264"/>
                  </a:lnTo>
                  <a:lnTo>
                    <a:pt x="52" y="232"/>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9013" name="Freeform 67"/>
            <p:cNvSpPr>
              <a:spLocks/>
            </p:cNvSpPr>
            <p:nvPr/>
          </p:nvSpPr>
          <p:spPr bwMode="auto">
            <a:xfrm>
              <a:off x="1335" y="1859"/>
              <a:ext cx="49" cy="84"/>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1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0" y="2"/>
                  </a:lnTo>
                  <a:lnTo>
                    <a:pt x="195" y="8"/>
                  </a:lnTo>
                  <a:lnTo>
                    <a:pt x="171" y="18"/>
                  </a:lnTo>
                  <a:lnTo>
                    <a:pt x="150" y="34"/>
                  </a:lnTo>
                  <a:lnTo>
                    <a:pt x="127" y="51"/>
                  </a:lnTo>
                  <a:lnTo>
                    <a:pt x="107" y="74"/>
                  </a:lnTo>
                  <a:lnTo>
                    <a:pt x="89" y="98"/>
                  </a:lnTo>
                  <a:lnTo>
                    <a:pt x="72" y="125"/>
                  </a:lnTo>
                  <a:lnTo>
                    <a:pt x="55" y="156"/>
                  </a:lnTo>
                  <a:lnTo>
                    <a:pt x="41" y="188"/>
                  </a:lnTo>
                  <a:lnTo>
                    <a:pt x="29" y="222"/>
                  </a:lnTo>
                  <a:lnTo>
                    <a:pt x="18" y="261"/>
                  </a:lnTo>
                  <a:lnTo>
                    <a:pt x="10" y="299"/>
                  </a:lnTo>
                  <a:lnTo>
                    <a:pt x="4" y="339"/>
                  </a:lnTo>
                  <a:lnTo>
                    <a:pt x="1" y="382"/>
                  </a:lnTo>
                  <a:lnTo>
                    <a:pt x="0" y="424"/>
                  </a:lnTo>
                  <a:lnTo>
                    <a:pt x="11" y="424"/>
                  </a:lnTo>
                  <a:lnTo>
                    <a:pt x="13" y="382"/>
                  </a:lnTo>
                  <a:lnTo>
                    <a:pt x="16" y="341"/>
                  </a:lnTo>
                  <a:lnTo>
                    <a:pt x="22" y="301"/>
                  </a:lnTo>
                  <a:lnTo>
                    <a:pt x="30" y="264"/>
                  </a:lnTo>
                  <a:lnTo>
                    <a:pt x="41" y="227"/>
                  </a:lnTo>
                  <a:lnTo>
                    <a:pt x="52" y="193"/>
                  </a:lnTo>
                  <a:lnTo>
                    <a:pt x="66" y="160"/>
                  </a:lnTo>
                  <a:lnTo>
                    <a:pt x="82" y="132"/>
                  </a:lnTo>
                  <a:lnTo>
                    <a:pt x="98" y="105"/>
                  </a:lnTo>
                  <a:lnTo>
                    <a:pt x="117" y="81"/>
                  </a:lnTo>
                  <a:lnTo>
                    <a:pt x="137" y="61"/>
                  </a:lnTo>
                  <a:lnTo>
                    <a:pt x="157" y="43"/>
                  </a:lnTo>
                  <a:lnTo>
                    <a:pt x="178" y="30"/>
                  </a:lnTo>
                  <a:lnTo>
                    <a:pt x="200" y="20"/>
                  </a:lnTo>
                  <a:lnTo>
                    <a:pt x="222" y="14"/>
                  </a:lnTo>
                  <a:lnTo>
                    <a:pt x="246" y="11"/>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9014" name="Freeform 68"/>
            <p:cNvSpPr>
              <a:spLocks/>
            </p:cNvSpPr>
            <p:nvPr/>
          </p:nvSpPr>
          <p:spPr bwMode="auto">
            <a:xfrm>
              <a:off x="1552" y="1751"/>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1" y="339"/>
                  </a:lnTo>
                  <a:lnTo>
                    <a:pt x="235" y="299"/>
                  </a:lnTo>
                  <a:lnTo>
                    <a:pt x="226" y="261"/>
                  </a:lnTo>
                  <a:lnTo>
                    <a:pt x="216" y="223"/>
                  </a:lnTo>
                  <a:lnTo>
                    <a:pt x="204" y="189"/>
                  </a:lnTo>
                  <a:lnTo>
                    <a:pt x="190" y="156"/>
                  </a:lnTo>
                  <a:lnTo>
                    <a:pt x="174" y="125"/>
                  </a:lnTo>
                  <a:lnTo>
                    <a:pt x="156" y="98"/>
                  </a:lnTo>
                  <a:lnTo>
                    <a:pt x="137" y="74"/>
                  </a:lnTo>
                  <a:lnTo>
                    <a:pt x="119" y="52"/>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8" y="81"/>
                  </a:lnTo>
                  <a:lnTo>
                    <a:pt x="147" y="105"/>
                  </a:lnTo>
                  <a:lnTo>
                    <a:pt x="164" y="132"/>
                  </a:lnTo>
                  <a:lnTo>
                    <a:pt x="178" y="161"/>
                  </a:lnTo>
                  <a:lnTo>
                    <a:pt x="193" y="193"/>
                  </a:lnTo>
                  <a:lnTo>
                    <a:pt x="204" y="227"/>
                  </a:lnTo>
                  <a:lnTo>
                    <a:pt x="215" y="264"/>
                  </a:lnTo>
                  <a:lnTo>
                    <a:pt x="223" y="301"/>
                  </a:lnTo>
                  <a:lnTo>
                    <a:pt x="229" y="341"/>
                  </a:lnTo>
                  <a:lnTo>
                    <a:pt x="232" y="382"/>
                  </a:lnTo>
                  <a:lnTo>
                    <a:pt x="234"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9015" name="Freeform 69"/>
            <p:cNvSpPr>
              <a:spLocks/>
            </p:cNvSpPr>
            <p:nvPr/>
          </p:nvSpPr>
          <p:spPr bwMode="auto">
            <a:xfrm>
              <a:off x="1552" y="1836"/>
              <a:ext cx="49" cy="85"/>
            </a:xfrm>
            <a:custGeom>
              <a:avLst/>
              <a:gdLst>
                <a:gd name="T0" fmla="*/ 0 w 245"/>
                <a:gd name="T1" fmla="*/ 3 h 425"/>
                <a:gd name="T2" fmla="*/ 0 w 245"/>
                <a:gd name="T3" fmla="*/ 3 h 425"/>
                <a:gd name="T4" fmla="*/ 0 w 245"/>
                <a:gd name="T5" fmla="*/ 3 h 425"/>
                <a:gd name="T6" fmla="*/ 0 w 245"/>
                <a:gd name="T7" fmla="*/ 3 h 425"/>
                <a:gd name="T8" fmla="*/ 1 w 245"/>
                <a:gd name="T9" fmla="*/ 3 h 425"/>
                <a:gd name="T10" fmla="*/ 1 w 245"/>
                <a:gd name="T11" fmla="*/ 3 h 425"/>
                <a:gd name="T12" fmla="*/ 1 w 245"/>
                <a:gd name="T13" fmla="*/ 3 h 425"/>
                <a:gd name="T14" fmla="*/ 1 w 245"/>
                <a:gd name="T15" fmla="*/ 3 h 425"/>
                <a:gd name="T16" fmla="*/ 1 w 245"/>
                <a:gd name="T17" fmla="*/ 3 h 425"/>
                <a:gd name="T18" fmla="*/ 1 w 245"/>
                <a:gd name="T19" fmla="*/ 2 h 425"/>
                <a:gd name="T20" fmla="*/ 2 w 245"/>
                <a:gd name="T21" fmla="*/ 2 h 425"/>
                <a:gd name="T22" fmla="*/ 2 w 245"/>
                <a:gd name="T23" fmla="*/ 2 h 425"/>
                <a:gd name="T24" fmla="*/ 2 w 245"/>
                <a:gd name="T25" fmla="*/ 2 h 425"/>
                <a:gd name="T26" fmla="*/ 2 w 245"/>
                <a:gd name="T27" fmla="*/ 1 h 425"/>
                <a:gd name="T28" fmla="*/ 2 w 245"/>
                <a:gd name="T29" fmla="*/ 1 h 425"/>
                <a:gd name="T30" fmla="*/ 2 w 245"/>
                <a:gd name="T31" fmla="*/ 1 h 425"/>
                <a:gd name="T32" fmla="*/ 2 w 245"/>
                <a:gd name="T33" fmla="*/ 0 h 425"/>
                <a:gd name="T34" fmla="*/ 2 w 245"/>
                <a:gd name="T35" fmla="*/ 0 h 425"/>
                <a:gd name="T36" fmla="*/ 2 w 245"/>
                <a:gd name="T37" fmla="*/ 0 h 425"/>
                <a:gd name="T38" fmla="*/ 2 w 245"/>
                <a:gd name="T39" fmla="*/ 0 h 425"/>
                <a:gd name="T40" fmla="*/ 2 w 245"/>
                <a:gd name="T41" fmla="*/ 1 h 425"/>
                <a:gd name="T42" fmla="*/ 2 w 245"/>
                <a:gd name="T43" fmla="*/ 1 h 425"/>
                <a:gd name="T44" fmla="*/ 2 w 245"/>
                <a:gd name="T45" fmla="*/ 1 h 425"/>
                <a:gd name="T46" fmla="*/ 2 w 245"/>
                <a:gd name="T47" fmla="*/ 2 h 425"/>
                <a:gd name="T48" fmla="*/ 2 w 245"/>
                <a:gd name="T49" fmla="*/ 2 h 425"/>
                <a:gd name="T50" fmla="*/ 1 w 245"/>
                <a:gd name="T51" fmla="*/ 2 h 425"/>
                <a:gd name="T52" fmla="*/ 1 w 245"/>
                <a:gd name="T53" fmla="*/ 2 h 425"/>
                <a:gd name="T54" fmla="*/ 1 w 245"/>
                <a:gd name="T55" fmla="*/ 3 h 425"/>
                <a:gd name="T56" fmla="*/ 1 w 245"/>
                <a:gd name="T57" fmla="*/ 3 h 425"/>
                <a:gd name="T58" fmla="*/ 1 w 245"/>
                <a:gd name="T59" fmla="*/ 3 h 425"/>
                <a:gd name="T60" fmla="*/ 1 w 245"/>
                <a:gd name="T61" fmla="*/ 3 h 425"/>
                <a:gd name="T62" fmla="*/ 1 w 245"/>
                <a:gd name="T63" fmla="*/ 3 h 425"/>
                <a:gd name="T64" fmla="*/ 0 w 245"/>
                <a:gd name="T65" fmla="*/ 3 h 425"/>
                <a:gd name="T66" fmla="*/ 0 w 245"/>
                <a:gd name="T67" fmla="*/ 3 h 425"/>
                <a:gd name="T68" fmla="*/ 0 w 245"/>
                <a:gd name="T69" fmla="*/ 3 h 425"/>
                <a:gd name="T70" fmla="*/ 0 w 245"/>
                <a:gd name="T71" fmla="*/ 3 h 425"/>
                <a:gd name="T72" fmla="*/ 0 w 245"/>
                <a:gd name="T73" fmla="*/ 3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5"/>
                <a:gd name="T113" fmla="*/ 245 w 245"/>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5">
                  <a:moveTo>
                    <a:pt x="0" y="425"/>
                  </a:moveTo>
                  <a:lnTo>
                    <a:pt x="0" y="425"/>
                  </a:lnTo>
                  <a:lnTo>
                    <a:pt x="26" y="422"/>
                  </a:lnTo>
                  <a:lnTo>
                    <a:pt x="51" y="417"/>
                  </a:lnTo>
                  <a:lnTo>
                    <a:pt x="74" y="406"/>
                  </a:lnTo>
                  <a:lnTo>
                    <a:pt x="96" y="391"/>
                  </a:lnTo>
                  <a:lnTo>
                    <a:pt x="119" y="373"/>
                  </a:lnTo>
                  <a:lnTo>
                    <a:pt x="137" y="351"/>
                  </a:lnTo>
                  <a:lnTo>
                    <a:pt x="156" y="326"/>
                  </a:lnTo>
                  <a:lnTo>
                    <a:pt x="174" y="299"/>
                  </a:lnTo>
                  <a:lnTo>
                    <a:pt x="190" y="269"/>
                  </a:lnTo>
                  <a:lnTo>
                    <a:pt x="204" y="236"/>
                  </a:lnTo>
                  <a:lnTo>
                    <a:pt x="216" y="202"/>
                  </a:lnTo>
                  <a:lnTo>
                    <a:pt x="226" y="163"/>
                  </a:lnTo>
                  <a:lnTo>
                    <a:pt x="235" y="126"/>
                  </a:lnTo>
                  <a:lnTo>
                    <a:pt x="241" y="86"/>
                  </a:lnTo>
                  <a:lnTo>
                    <a:pt x="244" y="43"/>
                  </a:lnTo>
                  <a:lnTo>
                    <a:pt x="245" y="0"/>
                  </a:lnTo>
                  <a:lnTo>
                    <a:pt x="234" y="0"/>
                  </a:lnTo>
                  <a:lnTo>
                    <a:pt x="232" y="43"/>
                  </a:lnTo>
                  <a:lnTo>
                    <a:pt x="229" y="84"/>
                  </a:lnTo>
                  <a:lnTo>
                    <a:pt x="223" y="123"/>
                  </a:lnTo>
                  <a:lnTo>
                    <a:pt x="215" y="161"/>
                  </a:lnTo>
                  <a:lnTo>
                    <a:pt x="204" y="197"/>
                  </a:lnTo>
                  <a:lnTo>
                    <a:pt x="193" y="231"/>
                  </a:lnTo>
                  <a:lnTo>
                    <a:pt x="178" y="264"/>
                  </a:lnTo>
                  <a:lnTo>
                    <a:pt x="164" y="292"/>
                  </a:lnTo>
                  <a:lnTo>
                    <a:pt x="147" y="319"/>
                  </a:lnTo>
                  <a:lnTo>
                    <a:pt x="128" y="344"/>
                  </a:lnTo>
                  <a:lnTo>
                    <a:pt x="109" y="364"/>
                  </a:lnTo>
                  <a:lnTo>
                    <a:pt x="89" y="381"/>
                  </a:lnTo>
                  <a:lnTo>
                    <a:pt x="67" y="394"/>
                  </a:lnTo>
                  <a:lnTo>
                    <a:pt x="46" y="405"/>
                  </a:lnTo>
                  <a:lnTo>
                    <a:pt x="24" y="411"/>
                  </a:lnTo>
                  <a:lnTo>
                    <a:pt x="0" y="413"/>
                  </a:lnTo>
                  <a:lnTo>
                    <a:pt x="0" y="425"/>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9016" name="Freeform 70"/>
            <p:cNvSpPr>
              <a:spLocks/>
            </p:cNvSpPr>
            <p:nvPr/>
          </p:nvSpPr>
          <p:spPr bwMode="auto">
            <a:xfrm>
              <a:off x="1502" y="1836"/>
              <a:ext cx="50" cy="85"/>
            </a:xfrm>
            <a:custGeom>
              <a:avLst/>
              <a:gdLst>
                <a:gd name="T0" fmla="*/ 0 w 246"/>
                <a:gd name="T1" fmla="*/ 0 h 425"/>
                <a:gd name="T2" fmla="*/ 0 w 246"/>
                <a:gd name="T3" fmla="*/ 0 h 425"/>
                <a:gd name="T4" fmla="*/ 0 w 246"/>
                <a:gd name="T5" fmla="*/ 0 h 425"/>
                <a:gd name="T6" fmla="*/ 0 w 246"/>
                <a:gd name="T7" fmla="*/ 1 h 425"/>
                <a:gd name="T8" fmla="*/ 0 w 246"/>
                <a:gd name="T9" fmla="*/ 1 h 425"/>
                <a:gd name="T10" fmla="*/ 0 w 246"/>
                <a:gd name="T11" fmla="*/ 1 h 425"/>
                <a:gd name="T12" fmla="*/ 0 w 246"/>
                <a:gd name="T13" fmla="*/ 2 h 425"/>
                <a:gd name="T14" fmla="*/ 0 w 246"/>
                <a:gd name="T15" fmla="*/ 2 h 425"/>
                <a:gd name="T16" fmla="*/ 0 w 246"/>
                <a:gd name="T17" fmla="*/ 2 h 425"/>
                <a:gd name="T18" fmla="*/ 1 w 246"/>
                <a:gd name="T19" fmla="*/ 2 h 425"/>
                <a:gd name="T20" fmla="*/ 1 w 246"/>
                <a:gd name="T21" fmla="*/ 3 h 425"/>
                <a:gd name="T22" fmla="*/ 1 w 246"/>
                <a:gd name="T23" fmla="*/ 3 h 425"/>
                <a:gd name="T24" fmla="*/ 1 w 246"/>
                <a:gd name="T25" fmla="*/ 3 h 425"/>
                <a:gd name="T26" fmla="*/ 1 w 246"/>
                <a:gd name="T27" fmla="*/ 3 h 425"/>
                <a:gd name="T28" fmla="*/ 1 w 246"/>
                <a:gd name="T29" fmla="*/ 3 h 425"/>
                <a:gd name="T30" fmla="*/ 2 w 246"/>
                <a:gd name="T31" fmla="*/ 3 h 425"/>
                <a:gd name="T32" fmla="*/ 2 w 246"/>
                <a:gd name="T33" fmla="*/ 3 h 425"/>
                <a:gd name="T34" fmla="*/ 2 w 246"/>
                <a:gd name="T35" fmla="*/ 3 h 425"/>
                <a:gd name="T36" fmla="*/ 2 w 246"/>
                <a:gd name="T37" fmla="*/ 3 h 425"/>
                <a:gd name="T38" fmla="*/ 2 w 246"/>
                <a:gd name="T39" fmla="*/ 3 h 425"/>
                <a:gd name="T40" fmla="*/ 2 w 246"/>
                <a:gd name="T41" fmla="*/ 3 h 425"/>
                <a:gd name="T42" fmla="*/ 1 w 246"/>
                <a:gd name="T43" fmla="*/ 3 h 425"/>
                <a:gd name="T44" fmla="*/ 1 w 246"/>
                <a:gd name="T45" fmla="*/ 3 h 425"/>
                <a:gd name="T46" fmla="*/ 1 w 246"/>
                <a:gd name="T47" fmla="*/ 3 h 425"/>
                <a:gd name="T48" fmla="*/ 1 w 246"/>
                <a:gd name="T49" fmla="*/ 3 h 425"/>
                <a:gd name="T50" fmla="*/ 1 w 246"/>
                <a:gd name="T51" fmla="*/ 3 h 425"/>
                <a:gd name="T52" fmla="*/ 1 w 246"/>
                <a:gd name="T53" fmla="*/ 2 h 425"/>
                <a:gd name="T54" fmla="*/ 1 w 246"/>
                <a:gd name="T55" fmla="*/ 2 h 425"/>
                <a:gd name="T56" fmla="*/ 0 w 246"/>
                <a:gd name="T57" fmla="*/ 2 h 425"/>
                <a:gd name="T58" fmla="*/ 0 w 246"/>
                <a:gd name="T59" fmla="*/ 2 h 425"/>
                <a:gd name="T60" fmla="*/ 0 w 246"/>
                <a:gd name="T61" fmla="*/ 1 h 425"/>
                <a:gd name="T62" fmla="*/ 0 w 246"/>
                <a:gd name="T63" fmla="*/ 1 h 425"/>
                <a:gd name="T64" fmla="*/ 0 w 246"/>
                <a:gd name="T65" fmla="*/ 1 h 425"/>
                <a:gd name="T66" fmla="*/ 0 w 246"/>
                <a:gd name="T67" fmla="*/ 0 h 425"/>
                <a:gd name="T68" fmla="*/ 0 w 246"/>
                <a:gd name="T69" fmla="*/ 0 h 425"/>
                <a:gd name="T70" fmla="*/ 0 w 246"/>
                <a:gd name="T71" fmla="*/ 0 h 425"/>
                <a:gd name="T72" fmla="*/ 0 w 246"/>
                <a:gd name="T73" fmla="*/ 0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5"/>
                <a:gd name="T113" fmla="*/ 246 w 246"/>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5">
                  <a:moveTo>
                    <a:pt x="0" y="0"/>
                  </a:moveTo>
                  <a:lnTo>
                    <a:pt x="0" y="0"/>
                  </a:lnTo>
                  <a:lnTo>
                    <a:pt x="2" y="43"/>
                  </a:lnTo>
                  <a:lnTo>
                    <a:pt x="5" y="86"/>
                  </a:lnTo>
                  <a:lnTo>
                    <a:pt x="11" y="126"/>
                  </a:lnTo>
                  <a:lnTo>
                    <a:pt x="19" y="163"/>
                  </a:lnTo>
                  <a:lnTo>
                    <a:pt x="30" y="202"/>
                  </a:lnTo>
                  <a:lnTo>
                    <a:pt x="41" y="236"/>
                  </a:lnTo>
                  <a:lnTo>
                    <a:pt x="55" y="269"/>
                  </a:lnTo>
                  <a:lnTo>
                    <a:pt x="73" y="299"/>
                  </a:lnTo>
                  <a:lnTo>
                    <a:pt x="89" y="326"/>
                  </a:lnTo>
                  <a:lnTo>
                    <a:pt x="108" y="351"/>
                  </a:lnTo>
                  <a:lnTo>
                    <a:pt x="128" y="373"/>
                  </a:lnTo>
                  <a:lnTo>
                    <a:pt x="150" y="391"/>
                  </a:lnTo>
                  <a:lnTo>
                    <a:pt x="171" y="406"/>
                  </a:lnTo>
                  <a:lnTo>
                    <a:pt x="196" y="417"/>
                  </a:lnTo>
                  <a:lnTo>
                    <a:pt x="221" y="422"/>
                  </a:lnTo>
                  <a:lnTo>
                    <a:pt x="246" y="425"/>
                  </a:lnTo>
                  <a:lnTo>
                    <a:pt x="246" y="413"/>
                  </a:lnTo>
                  <a:lnTo>
                    <a:pt x="223" y="411"/>
                  </a:lnTo>
                  <a:lnTo>
                    <a:pt x="201" y="405"/>
                  </a:lnTo>
                  <a:lnTo>
                    <a:pt x="178" y="394"/>
                  </a:lnTo>
                  <a:lnTo>
                    <a:pt x="157" y="381"/>
                  </a:lnTo>
                  <a:lnTo>
                    <a:pt x="137" y="364"/>
                  </a:lnTo>
                  <a:lnTo>
                    <a:pt x="117" y="344"/>
                  </a:lnTo>
                  <a:lnTo>
                    <a:pt x="99" y="319"/>
                  </a:lnTo>
                  <a:lnTo>
                    <a:pt x="82" y="292"/>
                  </a:lnTo>
                  <a:lnTo>
                    <a:pt x="67" y="264"/>
                  </a:lnTo>
                  <a:lnTo>
                    <a:pt x="53" y="231"/>
                  </a:lnTo>
                  <a:lnTo>
                    <a:pt x="41" y="197"/>
                  </a:lnTo>
                  <a:lnTo>
                    <a:pt x="31" y="161"/>
                  </a:lnTo>
                  <a:lnTo>
                    <a:pt x="23" y="123"/>
                  </a:lnTo>
                  <a:lnTo>
                    <a:pt x="17" y="84"/>
                  </a:lnTo>
                  <a:lnTo>
                    <a:pt x="13" y="4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9017" name="Freeform 71"/>
            <p:cNvSpPr>
              <a:spLocks/>
            </p:cNvSpPr>
            <p:nvPr/>
          </p:nvSpPr>
          <p:spPr bwMode="auto">
            <a:xfrm>
              <a:off x="1502" y="1751"/>
              <a:ext cx="50" cy="85"/>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2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1" y="2"/>
                  </a:lnTo>
                  <a:lnTo>
                    <a:pt x="196" y="8"/>
                  </a:lnTo>
                  <a:lnTo>
                    <a:pt x="171" y="19"/>
                  </a:lnTo>
                  <a:lnTo>
                    <a:pt x="150" y="34"/>
                  </a:lnTo>
                  <a:lnTo>
                    <a:pt x="128" y="52"/>
                  </a:lnTo>
                  <a:lnTo>
                    <a:pt x="108" y="74"/>
                  </a:lnTo>
                  <a:lnTo>
                    <a:pt x="89" y="98"/>
                  </a:lnTo>
                  <a:lnTo>
                    <a:pt x="73" y="125"/>
                  </a:lnTo>
                  <a:lnTo>
                    <a:pt x="55" y="156"/>
                  </a:lnTo>
                  <a:lnTo>
                    <a:pt x="41" y="189"/>
                  </a:lnTo>
                  <a:lnTo>
                    <a:pt x="30" y="223"/>
                  </a:lnTo>
                  <a:lnTo>
                    <a:pt x="19" y="261"/>
                  </a:lnTo>
                  <a:lnTo>
                    <a:pt x="11" y="299"/>
                  </a:lnTo>
                  <a:lnTo>
                    <a:pt x="5" y="339"/>
                  </a:lnTo>
                  <a:lnTo>
                    <a:pt x="2" y="382"/>
                  </a:lnTo>
                  <a:lnTo>
                    <a:pt x="0" y="424"/>
                  </a:lnTo>
                  <a:lnTo>
                    <a:pt x="12" y="424"/>
                  </a:lnTo>
                  <a:lnTo>
                    <a:pt x="13" y="382"/>
                  </a:lnTo>
                  <a:lnTo>
                    <a:pt x="17" y="341"/>
                  </a:lnTo>
                  <a:lnTo>
                    <a:pt x="23" y="301"/>
                  </a:lnTo>
                  <a:lnTo>
                    <a:pt x="31" y="264"/>
                  </a:lnTo>
                  <a:lnTo>
                    <a:pt x="41" y="227"/>
                  </a:lnTo>
                  <a:lnTo>
                    <a:pt x="53" y="193"/>
                  </a:lnTo>
                  <a:lnTo>
                    <a:pt x="67" y="161"/>
                  </a:lnTo>
                  <a:lnTo>
                    <a:pt x="82" y="132"/>
                  </a:lnTo>
                  <a:lnTo>
                    <a:pt x="99" y="105"/>
                  </a:lnTo>
                  <a:lnTo>
                    <a:pt x="117" y="81"/>
                  </a:lnTo>
                  <a:lnTo>
                    <a:pt x="137" y="61"/>
                  </a:lnTo>
                  <a:lnTo>
                    <a:pt x="157" y="43"/>
                  </a:lnTo>
                  <a:lnTo>
                    <a:pt x="178" y="30"/>
                  </a:lnTo>
                  <a:lnTo>
                    <a:pt x="201" y="20"/>
                  </a:lnTo>
                  <a:lnTo>
                    <a:pt x="223" y="14"/>
                  </a:lnTo>
                  <a:lnTo>
                    <a:pt x="246" y="12"/>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9018" name="Freeform 72"/>
            <p:cNvSpPr>
              <a:spLocks/>
            </p:cNvSpPr>
            <p:nvPr/>
          </p:nvSpPr>
          <p:spPr bwMode="auto">
            <a:xfrm>
              <a:off x="1565" y="2016"/>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0" y="339"/>
                  </a:lnTo>
                  <a:lnTo>
                    <a:pt x="234" y="299"/>
                  </a:lnTo>
                  <a:lnTo>
                    <a:pt x="226" y="261"/>
                  </a:lnTo>
                  <a:lnTo>
                    <a:pt x="216" y="223"/>
                  </a:lnTo>
                  <a:lnTo>
                    <a:pt x="204" y="189"/>
                  </a:lnTo>
                  <a:lnTo>
                    <a:pt x="190" y="156"/>
                  </a:lnTo>
                  <a:lnTo>
                    <a:pt x="174" y="125"/>
                  </a:lnTo>
                  <a:lnTo>
                    <a:pt x="156" y="98"/>
                  </a:lnTo>
                  <a:lnTo>
                    <a:pt x="138" y="74"/>
                  </a:lnTo>
                  <a:lnTo>
                    <a:pt x="118" y="51"/>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9" y="81"/>
                  </a:lnTo>
                  <a:lnTo>
                    <a:pt x="147" y="105"/>
                  </a:lnTo>
                  <a:lnTo>
                    <a:pt x="164" y="132"/>
                  </a:lnTo>
                  <a:lnTo>
                    <a:pt x="178" y="160"/>
                  </a:lnTo>
                  <a:lnTo>
                    <a:pt x="192" y="193"/>
                  </a:lnTo>
                  <a:lnTo>
                    <a:pt x="204" y="227"/>
                  </a:lnTo>
                  <a:lnTo>
                    <a:pt x="215" y="264"/>
                  </a:lnTo>
                  <a:lnTo>
                    <a:pt x="223" y="301"/>
                  </a:lnTo>
                  <a:lnTo>
                    <a:pt x="229"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9019" name="Freeform 73"/>
            <p:cNvSpPr>
              <a:spLocks/>
            </p:cNvSpPr>
            <p:nvPr/>
          </p:nvSpPr>
          <p:spPr bwMode="auto">
            <a:xfrm>
              <a:off x="1565" y="2101"/>
              <a:ext cx="49" cy="85"/>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6" y="423"/>
                  </a:lnTo>
                  <a:lnTo>
                    <a:pt x="51" y="418"/>
                  </a:lnTo>
                  <a:lnTo>
                    <a:pt x="74" y="407"/>
                  </a:lnTo>
                  <a:lnTo>
                    <a:pt x="96" y="392"/>
                  </a:lnTo>
                  <a:lnTo>
                    <a:pt x="118" y="373"/>
                  </a:lnTo>
                  <a:lnTo>
                    <a:pt x="138" y="351"/>
                  </a:lnTo>
                  <a:lnTo>
                    <a:pt x="156" y="327"/>
                  </a:lnTo>
                  <a:lnTo>
                    <a:pt x="175" y="299"/>
                  </a:lnTo>
                  <a:lnTo>
                    <a:pt x="190" y="269"/>
                  </a:lnTo>
                  <a:lnTo>
                    <a:pt x="204" y="236"/>
                  </a:lnTo>
                  <a:lnTo>
                    <a:pt x="216" y="202"/>
                  </a:lnTo>
                  <a:lnTo>
                    <a:pt x="226" y="164"/>
                  </a:lnTo>
                  <a:lnTo>
                    <a:pt x="234" y="126"/>
                  </a:lnTo>
                  <a:lnTo>
                    <a:pt x="240" y="86"/>
                  </a:lnTo>
                  <a:lnTo>
                    <a:pt x="244" y="42"/>
                  </a:lnTo>
                  <a:lnTo>
                    <a:pt x="245" y="0"/>
                  </a:lnTo>
                  <a:lnTo>
                    <a:pt x="233" y="0"/>
                  </a:lnTo>
                  <a:lnTo>
                    <a:pt x="232" y="42"/>
                  </a:lnTo>
                  <a:lnTo>
                    <a:pt x="229" y="83"/>
                  </a:lnTo>
                  <a:lnTo>
                    <a:pt x="223" y="123"/>
                  </a:lnTo>
                  <a:lnTo>
                    <a:pt x="215" y="162"/>
                  </a:lnTo>
                  <a:lnTo>
                    <a:pt x="204" y="197"/>
                  </a:lnTo>
                  <a:lnTo>
                    <a:pt x="192" y="231"/>
                  </a:lnTo>
                  <a:lnTo>
                    <a:pt x="178" y="264"/>
                  </a:lnTo>
                  <a:lnTo>
                    <a:pt x="163" y="292"/>
                  </a:lnTo>
                  <a:lnTo>
                    <a:pt x="147" y="320"/>
                  </a:lnTo>
                  <a:lnTo>
                    <a:pt x="129" y="344"/>
                  </a:lnTo>
                  <a:lnTo>
                    <a:pt x="109" y="364"/>
                  </a:lnTo>
                  <a:lnTo>
                    <a:pt x="89" y="382"/>
                  </a:lnTo>
                  <a:lnTo>
                    <a:pt x="67" y="395"/>
                  </a:lnTo>
                  <a:lnTo>
                    <a:pt x="46" y="406"/>
                  </a:lnTo>
                  <a:lnTo>
                    <a:pt x="24"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9020" name="Freeform 74"/>
            <p:cNvSpPr>
              <a:spLocks/>
            </p:cNvSpPr>
            <p:nvPr/>
          </p:nvSpPr>
          <p:spPr bwMode="auto">
            <a:xfrm>
              <a:off x="1516" y="2101"/>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5" y="86"/>
                  </a:lnTo>
                  <a:lnTo>
                    <a:pt x="11" y="126"/>
                  </a:lnTo>
                  <a:lnTo>
                    <a:pt x="19" y="164"/>
                  </a:lnTo>
                  <a:lnTo>
                    <a:pt x="30" y="202"/>
                  </a:lnTo>
                  <a:lnTo>
                    <a:pt x="41" y="236"/>
                  </a:lnTo>
                  <a:lnTo>
                    <a:pt x="55" y="269"/>
                  </a:lnTo>
                  <a:lnTo>
                    <a:pt x="71" y="299"/>
                  </a:lnTo>
                  <a:lnTo>
                    <a:pt x="89" y="327"/>
                  </a:lnTo>
                  <a:lnTo>
                    <a:pt x="107" y="351"/>
                  </a:lnTo>
                  <a:lnTo>
                    <a:pt x="127" y="373"/>
                  </a:lnTo>
                  <a:lnTo>
                    <a:pt x="149" y="392"/>
                  </a:lnTo>
                  <a:lnTo>
                    <a:pt x="171" y="407"/>
                  </a:lnTo>
                  <a:lnTo>
                    <a:pt x="195" y="418"/>
                  </a:lnTo>
                  <a:lnTo>
                    <a:pt x="219" y="423"/>
                  </a:lnTo>
                  <a:lnTo>
                    <a:pt x="245" y="426"/>
                  </a:lnTo>
                  <a:lnTo>
                    <a:pt x="245" y="414"/>
                  </a:lnTo>
                  <a:lnTo>
                    <a:pt x="222" y="412"/>
                  </a:lnTo>
                  <a:lnTo>
                    <a:pt x="199" y="406"/>
                  </a:lnTo>
                  <a:lnTo>
                    <a:pt x="178" y="395"/>
                  </a:lnTo>
                  <a:lnTo>
                    <a:pt x="156" y="382"/>
                  </a:lnTo>
                  <a:lnTo>
                    <a:pt x="136" y="364"/>
                  </a:lnTo>
                  <a:lnTo>
                    <a:pt x="116" y="344"/>
                  </a:lnTo>
                  <a:lnTo>
                    <a:pt x="99" y="320"/>
                  </a:lnTo>
                  <a:lnTo>
                    <a:pt x="82" y="292"/>
                  </a:lnTo>
                  <a:lnTo>
                    <a:pt x="67" y="264"/>
                  </a:lnTo>
                  <a:lnTo>
                    <a:pt x="53" y="231"/>
                  </a:lnTo>
                  <a:lnTo>
                    <a:pt x="41" y="197"/>
                  </a:lnTo>
                  <a:lnTo>
                    <a:pt x="31" y="162"/>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9021" name="Freeform 75"/>
            <p:cNvSpPr>
              <a:spLocks/>
            </p:cNvSpPr>
            <p:nvPr/>
          </p:nvSpPr>
          <p:spPr bwMode="auto">
            <a:xfrm>
              <a:off x="1516" y="2016"/>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5" y="8"/>
                  </a:lnTo>
                  <a:lnTo>
                    <a:pt x="171" y="19"/>
                  </a:lnTo>
                  <a:lnTo>
                    <a:pt x="149" y="34"/>
                  </a:lnTo>
                  <a:lnTo>
                    <a:pt x="127" y="51"/>
                  </a:lnTo>
                  <a:lnTo>
                    <a:pt x="107" y="74"/>
                  </a:lnTo>
                  <a:lnTo>
                    <a:pt x="89" y="98"/>
                  </a:lnTo>
                  <a:lnTo>
                    <a:pt x="72" y="125"/>
                  </a:lnTo>
                  <a:lnTo>
                    <a:pt x="55" y="156"/>
                  </a:lnTo>
                  <a:lnTo>
                    <a:pt x="41" y="189"/>
                  </a:lnTo>
                  <a:lnTo>
                    <a:pt x="30" y="223"/>
                  </a:lnTo>
                  <a:lnTo>
                    <a:pt x="19" y="261"/>
                  </a:lnTo>
                  <a:lnTo>
                    <a:pt x="11" y="299"/>
                  </a:lnTo>
                  <a:lnTo>
                    <a:pt x="5" y="339"/>
                  </a:lnTo>
                  <a:lnTo>
                    <a:pt x="1" y="382"/>
                  </a:lnTo>
                  <a:lnTo>
                    <a:pt x="0" y="424"/>
                  </a:lnTo>
                  <a:lnTo>
                    <a:pt x="12" y="424"/>
                  </a:lnTo>
                  <a:lnTo>
                    <a:pt x="13" y="382"/>
                  </a:lnTo>
                  <a:lnTo>
                    <a:pt x="17" y="341"/>
                  </a:lnTo>
                  <a:lnTo>
                    <a:pt x="23" y="301"/>
                  </a:lnTo>
                  <a:lnTo>
                    <a:pt x="31" y="264"/>
                  </a:lnTo>
                  <a:lnTo>
                    <a:pt x="41" y="227"/>
                  </a:lnTo>
                  <a:lnTo>
                    <a:pt x="53" y="193"/>
                  </a:lnTo>
                  <a:lnTo>
                    <a:pt x="67" y="160"/>
                  </a:lnTo>
                  <a:lnTo>
                    <a:pt x="81" y="132"/>
                  </a:lnTo>
                  <a:lnTo>
                    <a:pt x="99" y="105"/>
                  </a:lnTo>
                  <a:lnTo>
                    <a:pt x="116" y="81"/>
                  </a:lnTo>
                  <a:lnTo>
                    <a:pt x="136" y="61"/>
                  </a:lnTo>
                  <a:lnTo>
                    <a:pt x="156" y="43"/>
                  </a:lnTo>
                  <a:lnTo>
                    <a:pt x="178" y="30"/>
                  </a:lnTo>
                  <a:lnTo>
                    <a:pt x="199" y="20"/>
                  </a:lnTo>
                  <a:lnTo>
                    <a:pt x="222"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sp>
        <p:nvSpPr>
          <p:cNvPr id="168968" name="Rectangle 77"/>
          <p:cNvSpPr>
            <a:spLocks noChangeArrowheads="1"/>
          </p:cNvSpPr>
          <p:nvPr/>
        </p:nvSpPr>
        <p:spPr bwMode="auto">
          <a:xfrm>
            <a:off x="611188" y="0"/>
            <a:ext cx="6388100" cy="6477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3000"/>
              <a:t>Sem. 3 - Jeudi</a:t>
            </a:r>
          </a:p>
        </p:txBody>
      </p:sp>
      <p:sp>
        <p:nvSpPr>
          <p:cNvPr id="168969" name="Text Box 78"/>
          <p:cNvSpPr txBox="1">
            <a:spLocks noChangeArrowheads="1"/>
          </p:cNvSpPr>
          <p:nvPr/>
        </p:nvSpPr>
        <p:spPr bwMode="auto">
          <a:xfrm>
            <a:off x="566738" y="2697163"/>
            <a:ext cx="3217862"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2. Pas de commandes</a:t>
            </a:r>
          </a:p>
        </p:txBody>
      </p:sp>
      <p:sp>
        <p:nvSpPr>
          <p:cNvPr id="168970" name="Text Box 79"/>
          <p:cNvSpPr txBox="1">
            <a:spLocks noChangeArrowheads="1"/>
          </p:cNvSpPr>
          <p:nvPr/>
        </p:nvSpPr>
        <p:spPr bwMode="auto">
          <a:xfrm>
            <a:off x="566738" y="5211763"/>
            <a:ext cx="6543675" cy="4429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eaLnBrk="1" hangingPunct="1">
              <a:spcBef>
                <a:spcPct val="0"/>
              </a:spcBef>
              <a:buFontTx/>
              <a:buNone/>
            </a:pPr>
            <a:r>
              <a:rPr lang="fr-FR" altLang="fr-FR" sz="2300"/>
              <a:t>4. Pointez la production sur votre feuille de suivi</a:t>
            </a:r>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69986" name="Group 2"/>
          <p:cNvGrpSpPr>
            <a:grpSpLocks/>
          </p:cNvGrpSpPr>
          <p:nvPr/>
        </p:nvGrpSpPr>
        <p:grpSpPr bwMode="auto">
          <a:xfrm>
            <a:off x="7073900" y="215900"/>
            <a:ext cx="1878013" cy="1250950"/>
            <a:chOff x="4456" y="136"/>
            <a:chExt cx="1183" cy="788"/>
          </a:xfrm>
        </p:grpSpPr>
        <p:grpSp>
          <p:nvGrpSpPr>
            <p:cNvPr id="170046" name="Group 3"/>
            <p:cNvGrpSpPr>
              <a:grpSpLocks/>
            </p:cNvGrpSpPr>
            <p:nvPr/>
          </p:nvGrpSpPr>
          <p:grpSpPr bwMode="auto">
            <a:xfrm>
              <a:off x="4766" y="232"/>
              <a:ext cx="873" cy="692"/>
              <a:chOff x="2185" y="310"/>
              <a:chExt cx="873" cy="692"/>
            </a:xfrm>
          </p:grpSpPr>
          <p:sp>
            <p:nvSpPr>
              <p:cNvPr id="170057" name="Freeform 4"/>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accent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0058" name="Freeform 5"/>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0059" name="Freeform 6"/>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0060" name="Freeform 7"/>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0061" name="Freeform 8"/>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0062" name="Freeform 9"/>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0063" name="Freeform 10"/>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grpSp>
          <p:nvGrpSpPr>
            <p:cNvPr id="170047" name="Group 11"/>
            <p:cNvGrpSpPr>
              <a:grpSpLocks/>
            </p:cNvGrpSpPr>
            <p:nvPr/>
          </p:nvGrpSpPr>
          <p:grpSpPr bwMode="auto">
            <a:xfrm>
              <a:off x="4949" y="336"/>
              <a:ext cx="591" cy="468"/>
              <a:chOff x="2185" y="310"/>
              <a:chExt cx="873" cy="692"/>
            </a:xfrm>
          </p:grpSpPr>
          <p:sp>
            <p:nvSpPr>
              <p:cNvPr id="170050" name="Freeform 12"/>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0051" name="Freeform 13"/>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0052" name="Freeform 14"/>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0053" name="Freeform 15"/>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0054" name="Freeform 16"/>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0055" name="Freeform 17"/>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0056" name="Freeform 18"/>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pic>
          <p:nvPicPr>
            <p:cNvPr id="170048" name="Picture 19"/>
            <p:cNvPicPr>
              <a:picLocks noChangeAspect="1" noChangeArrowheads="1"/>
            </p:cNvPicPr>
            <p:nvPr/>
          </p:nvPicPr>
          <p:blipFill>
            <a:blip r:embed="rId3" cstate="print">
              <a:extLst>
                <a:ext uri="{28A0092B-C50C-407E-A947-70E740481C1C}">
                  <a14:useLocalDpi xmlns:a14="http://schemas.microsoft.com/office/drawing/2010/main" val="0"/>
                </a:ext>
              </a:extLst>
            </a:blip>
            <a:srcRect l="-4282" t="-4369" r="-5199" b="-12012"/>
            <a:stretch>
              <a:fillRect/>
            </a:stretch>
          </p:blipFill>
          <p:spPr bwMode="auto">
            <a:xfrm>
              <a:off x="4456" y="136"/>
              <a:ext cx="480" cy="5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70049" name="Text Box 20"/>
            <p:cNvSpPr txBox="1">
              <a:spLocks noChangeArrowheads="1"/>
            </p:cNvSpPr>
            <p:nvPr/>
          </p:nvSpPr>
          <p:spPr bwMode="auto">
            <a:xfrm>
              <a:off x="4946" y="314"/>
              <a:ext cx="596" cy="49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4500" b="1">
                  <a:solidFill>
                    <a:srgbClr val="FF0000"/>
                  </a:solidFill>
                  <a:latin typeface="Arial Black" pitchFamily="34" charset="0"/>
                </a:rPr>
                <a:t>28</a:t>
              </a:r>
              <a:endParaRPr lang="fr-FR" altLang="fr-FR" sz="3200">
                <a:solidFill>
                  <a:schemeClr val="tx1"/>
                </a:solidFill>
                <a:latin typeface="Arial Black" pitchFamily="34" charset="0"/>
              </a:endParaRPr>
            </a:p>
          </p:txBody>
        </p:sp>
      </p:grpSp>
      <p:sp>
        <p:nvSpPr>
          <p:cNvPr id="169988" name="Text Box 22"/>
          <p:cNvSpPr txBox="1">
            <a:spLocks noChangeArrowheads="1"/>
          </p:cNvSpPr>
          <p:nvPr/>
        </p:nvSpPr>
        <p:spPr bwMode="auto">
          <a:xfrm>
            <a:off x="566738" y="1363663"/>
            <a:ext cx="1946275"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1. Tirez le dé</a:t>
            </a:r>
          </a:p>
        </p:txBody>
      </p:sp>
      <p:sp>
        <p:nvSpPr>
          <p:cNvPr id="169989" name="Text Box 23"/>
          <p:cNvSpPr txBox="1">
            <a:spLocks noChangeArrowheads="1"/>
          </p:cNvSpPr>
          <p:nvPr/>
        </p:nvSpPr>
        <p:spPr bwMode="auto">
          <a:xfrm>
            <a:off x="566738" y="3935413"/>
            <a:ext cx="18796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3. Produisez</a:t>
            </a:r>
          </a:p>
        </p:txBody>
      </p:sp>
      <p:grpSp>
        <p:nvGrpSpPr>
          <p:cNvPr id="169990" name="Group 24"/>
          <p:cNvGrpSpPr>
            <a:grpSpLocks/>
          </p:cNvGrpSpPr>
          <p:nvPr/>
        </p:nvGrpSpPr>
        <p:grpSpPr bwMode="auto">
          <a:xfrm>
            <a:off x="2986088" y="1306513"/>
            <a:ext cx="446087" cy="534987"/>
            <a:chOff x="868" y="1439"/>
            <a:chExt cx="811" cy="972"/>
          </a:xfrm>
        </p:grpSpPr>
        <p:sp>
          <p:nvSpPr>
            <p:cNvPr id="169995" name="Freeform 25"/>
            <p:cNvSpPr>
              <a:spLocks/>
            </p:cNvSpPr>
            <p:nvPr/>
          </p:nvSpPr>
          <p:spPr bwMode="auto">
            <a:xfrm>
              <a:off x="1548" y="2014"/>
              <a:ext cx="123" cy="100"/>
            </a:xfrm>
            <a:custGeom>
              <a:avLst/>
              <a:gdLst>
                <a:gd name="T0" fmla="*/ 5 w 618"/>
                <a:gd name="T1" fmla="*/ 0 h 502"/>
                <a:gd name="T2" fmla="*/ 5 w 618"/>
                <a:gd name="T3" fmla="*/ 0 h 502"/>
                <a:gd name="T4" fmla="*/ 0 w 618"/>
                <a:gd name="T5" fmla="*/ 4 h 502"/>
                <a:gd name="T6" fmla="*/ 0 w 618"/>
                <a:gd name="T7" fmla="*/ 4 h 502"/>
                <a:gd name="T8" fmla="*/ 5 w 618"/>
                <a:gd name="T9" fmla="*/ 0 h 502"/>
                <a:gd name="T10" fmla="*/ 5 w 618"/>
                <a:gd name="T11" fmla="*/ 0 h 502"/>
                <a:gd name="T12" fmla="*/ 5 w 618"/>
                <a:gd name="T13" fmla="*/ 0 h 502"/>
                <a:gd name="T14" fmla="*/ 5 w 618"/>
                <a:gd name="T15" fmla="*/ 0 h 502"/>
                <a:gd name="T16" fmla="*/ 5 w 618"/>
                <a:gd name="T17" fmla="*/ 0 h 502"/>
                <a:gd name="T18" fmla="*/ 5 w 618"/>
                <a:gd name="T19" fmla="*/ 0 h 502"/>
                <a:gd name="T20" fmla="*/ 5 w 618"/>
                <a:gd name="T21" fmla="*/ 0 h 502"/>
                <a:gd name="T22" fmla="*/ 5 w 618"/>
                <a:gd name="T23" fmla="*/ 0 h 502"/>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618"/>
                <a:gd name="T37" fmla="*/ 0 h 502"/>
                <a:gd name="T38" fmla="*/ 618 w 618"/>
                <a:gd name="T39" fmla="*/ 502 h 502"/>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618" h="502">
                  <a:moveTo>
                    <a:pt x="611" y="0"/>
                  </a:moveTo>
                  <a:lnTo>
                    <a:pt x="606" y="2"/>
                  </a:lnTo>
                  <a:lnTo>
                    <a:pt x="0" y="490"/>
                  </a:lnTo>
                  <a:lnTo>
                    <a:pt x="10" y="502"/>
                  </a:lnTo>
                  <a:lnTo>
                    <a:pt x="616" y="14"/>
                  </a:lnTo>
                  <a:lnTo>
                    <a:pt x="611" y="16"/>
                  </a:lnTo>
                  <a:lnTo>
                    <a:pt x="616" y="14"/>
                  </a:lnTo>
                  <a:lnTo>
                    <a:pt x="618" y="9"/>
                  </a:lnTo>
                  <a:lnTo>
                    <a:pt x="617" y="3"/>
                  </a:lnTo>
                  <a:lnTo>
                    <a:pt x="612" y="1"/>
                  </a:lnTo>
                  <a:lnTo>
                    <a:pt x="606" y="2"/>
                  </a:lnTo>
                  <a:lnTo>
                    <a:pt x="611"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9996" name="Freeform 26"/>
            <p:cNvSpPr>
              <a:spLocks/>
            </p:cNvSpPr>
            <p:nvPr/>
          </p:nvSpPr>
          <p:spPr bwMode="auto">
            <a:xfrm>
              <a:off x="876" y="1852"/>
              <a:ext cx="82" cy="373"/>
            </a:xfrm>
            <a:custGeom>
              <a:avLst/>
              <a:gdLst>
                <a:gd name="T0" fmla="*/ 3 w 413"/>
                <a:gd name="T1" fmla="*/ 15 h 1865"/>
                <a:gd name="T2" fmla="*/ 3 w 413"/>
                <a:gd name="T3" fmla="*/ 15 h 1865"/>
                <a:gd name="T4" fmla="*/ 0 w 413"/>
                <a:gd name="T5" fmla="*/ 0 h 1865"/>
                <a:gd name="T6" fmla="*/ 0 w 413"/>
                <a:gd name="T7" fmla="*/ 0 h 1865"/>
                <a:gd name="T8" fmla="*/ 3 w 413"/>
                <a:gd name="T9" fmla="*/ 15 h 1865"/>
                <a:gd name="T10" fmla="*/ 3 w 413"/>
                <a:gd name="T11" fmla="*/ 15 h 1865"/>
                <a:gd name="T12" fmla="*/ 3 w 413"/>
                <a:gd name="T13" fmla="*/ 15 h 1865"/>
                <a:gd name="T14" fmla="*/ 3 w 413"/>
                <a:gd name="T15" fmla="*/ 15 h 1865"/>
                <a:gd name="T16" fmla="*/ 3 w 413"/>
                <a:gd name="T17" fmla="*/ 15 h 1865"/>
                <a:gd name="T18" fmla="*/ 3 w 413"/>
                <a:gd name="T19" fmla="*/ 15 h 1865"/>
                <a:gd name="T20" fmla="*/ 3 w 413"/>
                <a:gd name="T21" fmla="*/ 15 h 1865"/>
                <a:gd name="T22" fmla="*/ 3 w 413"/>
                <a:gd name="T23" fmla="*/ 15 h 186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413"/>
                <a:gd name="T37" fmla="*/ 0 h 1865"/>
                <a:gd name="T38" fmla="*/ 413 w 413"/>
                <a:gd name="T39" fmla="*/ 1865 h 1865"/>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413" h="1865">
                  <a:moveTo>
                    <a:pt x="400" y="1864"/>
                  </a:moveTo>
                  <a:lnTo>
                    <a:pt x="413" y="1856"/>
                  </a:lnTo>
                  <a:lnTo>
                    <a:pt x="17" y="0"/>
                  </a:lnTo>
                  <a:lnTo>
                    <a:pt x="0" y="2"/>
                  </a:lnTo>
                  <a:lnTo>
                    <a:pt x="396" y="1858"/>
                  </a:lnTo>
                  <a:lnTo>
                    <a:pt x="409" y="1850"/>
                  </a:lnTo>
                  <a:lnTo>
                    <a:pt x="396" y="1858"/>
                  </a:lnTo>
                  <a:lnTo>
                    <a:pt x="400" y="1864"/>
                  </a:lnTo>
                  <a:lnTo>
                    <a:pt x="406" y="1865"/>
                  </a:lnTo>
                  <a:lnTo>
                    <a:pt x="410" y="1862"/>
                  </a:lnTo>
                  <a:lnTo>
                    <a:pt x="413" y="1856"/>
                  </a:lnTo>
                  <a:lnTo>
                    <a:pt x="400" y="186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9997" name="Freeform 27"/>
            <p:cNvSpPr>
              <a:spLocks/>
            </p:cNvSpPr>
            <p:nvPr/>
          </p:nvSpPr>
          <p:spPr bwMode="auto">
            <a:xfrm>
              <a:off x="1282" y="1533"/>
              <a:ext cx="35" cy="161"/>
            </a:xfrm>
            <a:custGeom>
              <a:avLst/>
              <a:gdLst>
                <a:gd name="T0" fmla="*/ 1 w 175"/>
                <a:gd name="T1" fmla="*/ 6 h 807"/>
                <a:gd name="T2" fmla="*/ 1 w 175"/>
                <a:gd name="T3" fmla="*/ 6 h 807"/>
                <a:gd name="T4" fmla="*/ 1 w 175"/>
                <a:gd name="T5" fmla="*/ 6 h 807"/>
                <a:gd name="T6" fmla="*/ 1 w 175"/>
                <a:gd name="T7" fmla="*/ 5 h 807"/>
                <a:gd name="T8" fmla="*/ 1 w 175"/>
                <a:gd name="T9" fmla="*/ 5 h 807"/>
                <a:gd name="T10" fmla="*/ 1 w 175"/>
                <a:gd name="T11" fmla="*/ 5 h 807"/>
                <a:gd name="T12" fmla="*/ 1 w 175"/>
                <a:gd name="T13" fmla="*/ 4 h 807"/>
                <a:gd name="T14" fmla="*/ 1 w 175"/>
                <a:gd name="T15" fmla="*/ 4 h 807"/>
                <a:gd name="T16" fmla="*/ 1 w 175"/>
                <a:gd name="T17" fmla="*/ 3 h 807"/>
                <a:gd name="T18" fmla="*/ 1 w 175"/>
                <a:gd name="T19" fmla="*/ 3 h 807"/>
                <a:gd name="T20" fmla="*/ 1 w 175"/>
                <a:gd name="T21" fmla="*/ 3 h 807"/>
                <a:gd name="T22" fmla="*/ 1 w 175"/>
                <a:gd name="T23" fmla="*/ 2 h 807"/>
                <a:gd name="T24" fmla="*/ 1 w 175"/>
                <a:gd name="T25" fmla="*/ 2 h 807"/>
                <a:gd name="T26" fmla="*/ 1 w 175"/>
                <a:gd name="T27" fmla="*/ 2 h 807"/>
                <a:gd name="T28" fmla="*/ 1 w 175"/>
                <a:gd name="T29" fmla="*/ 1 h 807"/>
                <a:gd name="T30" fmla="*/ 1 w 175"/>
                <a:gd name="T31" fmla="*/ 1 h 807"/>
                <a:gd name="T32" fmla="*/ 1 w 175"/>
                <a:gd name="T33" fmla="*/ 1 h 807"/>
                <a:gd name="T34" fmla="*/ 1 w 175"/>
                <a:gd name="T35" fmla="*/ 0 h 807"/>
                <a:gd name="T36" fmla="*/ 1 w 175"/>
                <a:gd name="T37" fmla="*/ 0 h 807"/>
                <a:gd name="T38" fmla="*/ 1 w 175"/>
                <a:gd name="T39" fmla="*/ 0 h 807"/>
                <a:gd name="T40" fmla="*/ 0 w 175"/>
                <a:gd name="T41" fmla="*/ 1 h 807"/>
                <a:gd name="T42" fmla="*/ 0 w 175"/>
                <a:gd name="T43" fmla="*/ 1 h 807"/>
                <a:gd name="T44" fmla="*/ 0 w 175"/>
                <a:gd name="T45" fmla="*/ 1 h 807"/>
                <a:gd name="T46" fmla="*/ 0 w 175"/>
                <a:gd name="T47" fmla="*/ 2 h 807"/>
                <a:gd name="T48" fmla="*/ 0 w 175"/>
                <a:gd name="T49" fmla="*/ 2 h 807"/>
                <a:gd name="T50" fmla="*/ 0 w 175"/>
                <a:gd name="T51" fmla="*/ 3 h 807"/>
                <a:gd name="T52" fmla="*/ 0 w 175"/>
                <a:gd name="T53" fmla="*/ 3 h 807"/>
                <a:gd name="T54" fmla="*/ 0 w 175"/>
                <a:gd name="T55" fmla="*/ 3 h 807"/>
                <a:gd name="T56" fmla="*/ 0 w 175"/>
                <a:gd name="T57" fmla="*/ 4 h 807"/>
                <a:gd name="T58" fmla="*/ 0 w 175"/>
                <a:gd name="T59" fmla="*/ 4 h 807"/>
                <a:gd name="T60" fmla="*/ 0 w 175"/>
                <a:gd name="T61" fmla="*/ 5 h 807"/>
                <a:gd name="T62" fmla="*/ 0 w 175"/>
                <a:gd name="T63" fmla="*/ 5 h 807"/>
                <a:gd name="T64" fmla="*/ 0 w 175"/>
                <a:gd name="T65" fmla="*/ 5 h 807"/>
                <a:gd name="T66" fmla="*/ 1 w 175"/>
                <a:gd name="T67" fmla="*/ 6 h 807"/>
                <a:gd name="T68" fmla="*/ 1 w 175"/>
                <a:gd name="T69" fmla="*/ 6 h 807"/>
                <a:gd name="T70" fmla="*/ 1 w 175"/>
                <a:gd name="T71" fmla="*/ 6 h 807"/>
                <a:gd name="T72" fmla="*/ 1 w 175"/>
                <a:gd name="T73" fmla="*/ 6 h 807"/>
                <a:gd name="T74" fmla="*/ 1 w 175"/>
                <a:gd name="T75" fmla="*/ 6 h 807"/>
                <a:gd name="T76" fmla="*/ 1 w 175"/>
                <a:gd name="T77" fmla="*/ 6 h 807"/>
                <a:gd name="T78" fmla="*/ 1 w 175"/>
                <a:gd name="T79" fmla="*/ 6 h 807"/>
                <a:gd name="T80" fmla="*/ 1 w 175"/>
                <a:gd name="T81" fmla="*/ 6 h 807"/>
                <a:gd name="T82" fmla="*/ 1 w 175"/>
                <a:gd name="T83" fmla="*/ 6 h 807"/>
                <a:gd name="T84" fmla="*/ 1 w 175"/>
                <a:gd name="T85" fmla="*/ 6 h 807"/>
                <a:gd name="T86" fmla="*/ 1 w 175"/>
                <a:gd name="T87" fmla="*/ 6 h 807"/>
                <a:gd name="T88" fmla="*/ 1 w 175"/>
                <a:gd name="T89" fmla="*/ 6 h 807"/>
                <a:gd name="T90" fmla="*/ 1 w 175"/>
                <a:gd name="T91" fmla="*/ 6 h 80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175"/>
                <a:gd name="T139" fmla="*/ 0 h 807"/>
                <a:gd name="T140" fmla="*/ 175 w 175"/>
                <a:gd name="T141" fmla="*/ 807 h 80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175" h="807">
                  <a:moveTo>
                    <a:pt x="169" y="740"/>
                  </a:moveTo>
                  <a:lnTo>
                    <a:pt x="169" y="739"/>
                  </a:lnTo>
                  <a:lnTo>
                    <a:pt x="149" y="698"/>
                  </a:lnTo>
                  <a:lnTo>
                    <a:pt x="133" y="656"/>
                  </a:lnTo>
                  <a:lnTo>
                    <a:pt x="120" y="611"/>
                  </a:lnTo>
                  <a:lnTo>
                    <a:pt x="108" y="565"/>
                  </a:lnTo>
                  <a:lnTo>
                    <a:pt x="100" y="520"/>
                  </a:lnTo>
                  <a:lnTo>
                    <a:pt x="96" y="472"/>
                  </a:lnTo>
                  <a:lnTo>
                    <a:pt x="93" y="425"/>
                  </a:lnTo>
                  <a:lnTo>
                    <a:pt x="93" y="377"/>
                  </a:lnTo>
                  <a:lnTo>
                    <a:pt x="96" y="330"/>
                  </a:lnTo>
                  <a:lnTo>
                    <a:pt x="100" y="283"/>
                  </a:lnTo>
                  <a:lnTo>
                    <a:pt x="106" y="238"/>
                  </a:lnTo>
                  <a:lnTo>
                    <a:pt x="115" y="195"/>
                  </a:lnTo>
                  <a:lnTo>
                    <a:pt x="126" y="153"/>
                  </a:lnTo>
                  <a:lnTo>
                    <a:pt x="139" y="114"/>
                  </a:lnTo>
                  <a:lnTo>
                    <a:pt x="153" y="77"/>
                  </a:lnTo>
                  <a:lnTo>
                    <a:pt x="169" y="43"/>
                  </a:lnTo>
                  <a:lnTo>
                    <a:pt x="87" y="0"/>
                  </a:lnTo>
                  <a:lnTo>
                    <a:pt x="69" y="39"/>
                  </a:lnTo>
                  <a:lnTo>
                    <a:pt x="52" y="81"/>
                  </a:lnTo>
                  <a:lnTo>
                    <a:pt x="37" y="127"/>
                  </a:lnTo>
                  <a:lnTo>
                    <a:pt x="24" y="174"/>
                  </a:lnTo>
                  <a:lnTo>
                    <a:pt x="15" y="222"/>
                  </a:lnTo>
                  <a:lnTo>
                    <a:pt x="7" y="271"/>
                  </a:lnTo>
                  <a:lnTo>
                    <a:pt x="2" y="323"/>
                  </a:lnTo>
                  <a:lnTo>
                    <a:pt x="0" y="374"/>
                  </a:lnTo>
                  <a:lnTo>
                    <a:pt x="0" y="427"/>
                  </a:lnTo>
                  <a:lnTo>
                    <a:pt x="2" y="479"/>
                  </a:lnTo>
                  <a:lnTo>
                    <a:pt x="9" y="531"/>
                  </a:lnTo>
                  <a:lnTo>
                    <a:pt x="17" y="584"/>
                  </a:lnTo>
                  <a:lnTo>
                    <a:pt x="29" y="635"/>
                  </a:lnTo>
                  <a:lnTo>
                    <a:pt x="44" y="686"/>
                  </a:lnTo>
                  <a:lnTo>
                    <a:pt x="65" y="736"/>
                  </a:lnTo>
                  <a:lnTo>
                    <a:pt x="87" y="784"/>
                  </a:lnTo>
                  <a:lnTo>
                    <a:pt x="87" y="782"/>
                  </a:lnTo>
                  <a:lnTo>
                    <a:pt x="87" y="784"/>
                  </a:lnTo>
                  <a:lnTo>
                    <a:pt x="100" y="799"/>
                  </a:lnTo>
                  <a:lnTo>
                    <a:pt x="117" y="807"/>
                  </a:lnTo>
                  <a:lnTo>
                    <a:pt x="134" y="807"/>
                  </a:lnTo>
                  <a:lnTo>
                    <a:pt x="151" y="801"/>
                  </a:lnTo>
                  <a:lnTo>
                    <a:pt x="164" y="791"/>
                  </a:lnTo>
                  <a:lnTo>
                    <a:pt x="173" y="777"/>
                  </a:lnTo>
                  <a:lnTo>
                    <a:pt x="175" y="759"/>
                  </a:lnTo>
                  <a:lnTo>
                    <a:pt x="169" y="739"/>
                  </a:lnTo>
                  <a:lnTo>
                    <a:pt x="169" y="74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9998" name="Freeform 28"/>
            <p:cNvSpPr>
              <a:spLocks/>
            </p:cNvSpPr>
            <p:nvPr/>
          </p:nvSpPr>
          <p:spPr bwMode="auto">
            <a:xfrm>
              <a:off x="1299" y="1681"/>
              <a:ext cx="157" cy="281"/>
            </a:xfrm>
            <a:custGeom>
              <a:avLst/>
              <a:gdLst>
                <a:gd name="T0" fmla="*/ 6 w 787"/>
                <a:gd name="T1" fmla="*/ 11 h 1404"/>
                <a:gd name="T2" fmla="*/ 6 w 787"/>
                <a:gd name="T3" fmla="*/ 11 h 1404"/>
                <a:gd name="T4" fmla="*/ 1 w 787"/>
                <a:gd name="T5" fmla="*/ 0 h 1404"/>
                <a:gd name="T6" fmla="*/ 0 w 787"/>
                <a:gd name="T7" fmla="*/ 0 h 1404"/>
                <a:gd name="T8" fmla="*/ 6 w 787"/>
                <a:gd name="T9" fmla="*/ 11 h 1404"/>
                <a:gd name="T10" fmla="*/ 6 w 787"/>
                <a:gd name="T11" fmla="*/ 11 h 1404"/>
                <a:gd name="T12" fmla="*/ 6 w 787"/>
                <a:gd name="T13" fmla="*/ 11 h 1404"/>
                <a:gd name="T14" fmla="*/ 6 w 787"/>
                <a:gd name="T15" fmla="*/ 11 h 1404"/>
                <a:gd name="T16" fmla="*/ 6 w 787"/>
                <a:gd name="T17" fmla="*/ 11 h 1404"/>
                <a:gd name="T18" fmla="*/ 6 w 787"/>
                <a:gd name="T19" fmla="*/ 11 h 1404"/>
                <a:gd name="T20" fmla="*/ 6 w 787"/>
                <a:gd name="T21" fmla="*/ 11 h 1404"/>
                <a:gd name="T22" fmla="*/ 6 w 787"/>
                <a:gd name="T23" fmla="*/ 11 h 1404"/>
                <a:gd name="T24" fmla="*/ 6 w 787"/>
                <a:gd name="T25" fmla="*/ 11 h 1404"/>
                <a:gd name="T26" fmla="*/ 6 w 787"/>
                <a:gd name="T27" fmla="*/ 11 h 1404"/>
                <a:gd name="T28" fmla="*/ 6 w 787"/>
                <a:gd name="T29" fmla="*/ 11 h 1404"/>
                <a:gd name="T30" fmla="*/ 6 w 787"/>
                <a:gd name="T31" fmla="*/ 11 h 1404"/>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787"/>
                <a:gd name="T49" fmla="*/ 0 h 1404"/>
                <a:gd name="T50" fmla="*/ 787 w 787"/>
                <a:gd name="T51" fmla="*/ 1404 h 1404"/>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787" h="1404">
                  <a:moveTo>
                    <a:pt x="781" y="1334"/>
                  </a:moveTo>
                  <a:lnTo>
                    <a:pt x="781" y="1337"/>
                  </a:lnTo>
                  <a:lnTo>
                    <a:pt x="82" y="0"/>
                  </a:lnTo>
                  <a:lnTo>
                    <a:pt x="0" y="42"/>
                  </a:lnTo>
                  <a:lnTo>
                    <a:pt x="699" y="1379"/>
                  </a:lnTo>
                  <a:lnTo>
                    <a:pt x="699" y="1381"/>
                  </a:lnTo>
                  <a:lnTo>
                    <a:pt x="699" y="1379"/>
                  </a:lnTo>
                  <a:lnTo>
                    <a:pt x="712" y="1395"/>
                  </a:lnTo>
                  <a:lnTo>
                    <a:pt x="727" y="1402"/>
                  </a:lnTo>
                  <a:lnTo>
                    <a:pt x="744" y="1404"/>
                  </a:lnTo>
                  <a:lnTo>
                    <a:pt x="761" y="1398"/>
                  </a:lnTo>
                  <a:lnTo>
                    <a:pt x="775" y="1388"/>
                  </a:lnTo>
                  <a:lnTo>
                    <a:pt x="784" y="1373"/>
                  </a:lnTo>
                  <a:lnTo>
                    <a:pt x="787" y="1357"/>
                  </a:lnTo>
                  <a:lnTo>
                    <a:pt x="781" y="1337"/>
                  </a:lnTo>
                  <a:lnTo>
                    <a:pt x="781" y="13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69999" name="Freeform 29"/>
            <p:cNvSpPr>
              <a:spLocks/>
            </p:cNvSpPr>
            <p:nvPr/>
          </p:nvSpPr>
          <p:spPr bwMode="auto">
            <a:xfrm>
              <a:off x="1439" y="1948"/>
              <a:ext cx="125" cy="76"/>
            </a:xfrm>
            <a:custGeom>
              <a:avLst/>
              <a:gdLst>
                <a:gd name="T0" fmla="*/ 5 w 628"/>
                <a:gd name="T1" fmla="*/ 2 h 383"/>
                <a:gd name="T2" fmla="*/ 5 w 628"/>
                <a:gd name="T3" fmla="*/ 2 h 383"/>
                <a:gd name="T4" fmla="*/ 4 w 628"/>
                <a:gd name="T5" fmla="*/ 2 h 383"/>
                <a:gd name="T6" fmla="*/ 4 w 628"/>
                <a:gd name="T7" fmla="*/ 2 h 383"/>
                <a:gd name="T8" fmla="*/ 4 w 628"/>
                <a:gd name="T9" fmla="*/ 2 h 383"/>
                <a:gd name="T10" fmla="*/ 3 w 628"/>
                <a:gd name="T11" fmla="*/ 2 h 383"/>
                <a:gd name="T12" fmla="*/ 3 w 628"/>
                <a:gd name="T13" fmla="*/ 2 h 383"/>
                <a:gd name="T14" fmla="*/ 3 w 628"/>
                <a:gd name="T15" fmla="*/ 2 h 383"/>
                <a:gd name="T16" fmla="*/ 3 w 628"/>
                <a:gd name="T17" fmla="*/ 2 h 383"/>
                <a:gd name="T18" fmla="*/ 2 w 628"/>
                <a:gd name="T19" fmla="*/ 2 h 383"/>
                <a:gd name="T20" fmla="*/ 2 w 628"/>
                <a:gd name="T21" fmla="*/ 2 h 383"/>
                <a:gd name="T22" fmla="*/ 2 w 628"/>
                <a:gd name="T23" fmla="*/ 1 h 383"/>
                <a:gd name="T24" fmla="*/ 2 w 628"/>
                <a:gd name="T25" fmla="*/ 1 h 383"/>
                <a:gd name="T26" fmla="*/ 1 w 628"/>
                <a:gd name="T27" fmla="*/ 1 h 383"/>
                <a:gd name="T28" fmla="*/ 1 w 628"/>
                <a:gd name="T29" fmla="*/ 1 h 383"/>
                <a:gd name="T30" fmla="*/ 1 w 628"/>
                <a:gd name="T31" fmla="*/ 1 h 383"/>
                <a:gd name="T32" fmla="*/ 1 w 628"/>
                <a:gd name="T33" fmla="*/ 0 h 383"/>
                <a:gd name="T34" fmla="*/ 1 w 628"/>
                <a:gd name="T35" fmla="*/ 0 h 383"/>
                <a:gd name="T36" fmla="*/ 0 w 628"/>
                <a:gd name="T37" fmla="*/ 0 h 383"/>
                <a:gd name="T38" fmla="*/ 0 w 628"/>
                <a:gd name="T39" fmla="*/ 1 h 383"/>
                <a:gd name="T40" fmla="*/ 0 w 628"/>
                <a:gd name="T41" fmla="*/ 1 h 383"/>
                <a:gd name="T42" fmla="*/ 1 w 628"/>
                <a:gd name="T43" fmla="*/ 1 h 383"/>
                <a:gd name="T44" fmla="*/ 1 w 628"/>
                <a:gd name="T45" fmla="*/ 1 h 383"/>
                <a:gd name="T46" fmla="*/ 1 w 628"/>
                <a:gd name="T47" fmla="*/ 2 h 383"/>
                <a:gd name="T48" fmla="*/ 1 w 628"/>
                <a:gd name="T49" fmla="*/ 2 h 383"/>
                <a:gd name="T50" fmla="*/ 2 w 628"/>
                <a:gd name="T51" fmla="*/ 2 h 383"/>
                <a:gd name="T52" fmla="*/ 2 w 628"/>
                <a:gd name="T53" fmla="*/ 2 h 383"/>
                <a:gd name="T54" fmla="*/ 2 w 628"/>
                <a:gd name="T55" fmla="*/ 2 h 383"/>
                <a:gd name="T56" fmla="*/ 3 w 628"/>
                <a:gd name="T57" fmla="*/ 3 h 383"/>
                <a:gd name="T58" fmla="*/ 3 w 628"/>
                <a:gd name="T59" fmla="*/ 3 h 383"/>
                <a:gd name="T60" fmla="*/ 3 w 628"/>
                <a:gd name="T61" fmla="*/ 3 h 383"/>
                <a:gd name="T62" fmla="*/ 4 w 628"/>
                <a:gd name="T63" fmla="*/ 3 h 383"/>
                <a:gd name="T64" fmla="*/ 4 w 628"/>
                <a:gd name="T65" fmla="*/ 3 h 383"/>
                <a:gd name="T66" fmla="*/ 4 w 628"/>
                <a:gd name="T67" fmla="*/ 3 h 383"/>
                <a:gd name="T68" fmla="*/ 5 w 628"/>
                <a:gd name="T69" fmla="*/ 3 h 383"/>
                <a:gd name="T70" fmla="*/ 5 w 628"/>
                <a:gd name="T71" fmla="*/ 3 h 383"/>
                <a:gd name="T72" fmla="*/ 5 w 628"/>
                <a:gd name="T73" fmla="*/ 3 h 383"/>
                <a:gd name="T74" fmla="*/ 5 w 628"/>
                <a:gd name="T75" fmla="*/ 3 h 383"/>
                <a:gd name="T76" fmla="*/ 5 w 628"/>
                <a:gd name="T77" fmla="*/ 3 h 383"/>
                <a:gd name="T78" fmla="*/ 5 w 628"/>
                <a:gd name="T79" fmla="*/ 3 h 383"/>
                <a:gd name="T80" fmla="*/ 5 w 628"/>
                <a:gd name="T81" fmla="*/ 3 h 383"/>
                <a:gd name="T82" fmla="*/ 5 w 628"/>
                <a:gd name="T83" fmla="*/ 3 h 383"/>
                <a:gd name="T84" fmla="*/ 5 w 628"/>
                <a:gd name="T85" fmla="*/ 2 h 383"/>
                <a:gd name="T86" fmla="*/ 5 w 628"/>
                <a:gd name="T87" fmla="*/ 2 h 383"/>
                <a:gd name="T88" fmla="*/ 5 w 628"/>
                <a:gd name="T89" fmla="*/ 2 h 383"/>
                <a:gd name="T90" fmla="*/ 5 w 628"/>
                <a:gd name="T91" fmla="*/ 2 h 38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628"/>
                <a:gd name="T139" fmla="*/ 0 h 383"/>
                <a:gd name="T140" fmla="*/ 628 w 628"/>
                <a:gd name="T141" fmla="*/ 383 h 38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628" h="383">
                  <a:moveTo>
                    <a:pt x="581" y="289"/>
                  </a:moveTo>
                  <a:lnTo>
                    <a:pt x="582" y="289"/>
                  </a:lnTo>
                  <a:lnTo>
                    <a:pt x="541" y="287"/>
                  </a:lnTo>
                  <a:lnTo>
                    <a:pt x="500" y="283"/>
                  </a:lnTo>
                  <a:lnTo>
                    <a:pt x="462" y="276"/>
                  </a:lnTo>
                  <a:lnTo>
                    <a:pt x="424" y="268"/>
                  </a:lnTo>
                  <a:lnTo>
                    <a:pt x="389" y="255"/>
                  </a:lnTo>
                  <a:lnTo>
                    <a:pt x="352" y="242"/>
                  </a:lnTo>
                  <a:lnTo>
                    <a:pt x="320" y="227"/>
                  </a:lnTo>
                  <a:lnTo>
                    <a:pt x="287" y="209"/>
                  </a:lnTo>
                  <a:lnTo>
                    <a:pt x="255" y="189"/>
                  </a:lnTo>
                  <a:lnTo>
                    <a:pt x="226" y="168"/>
                  </a:lnTo>
                  <a:lnTo>
                    <a:pt x="198" y="145"/>
                  </a:lnTo>
                  <a:lnTo>
                    <a:pt x="172" y="119"/>
                  </a:lnTo>
                  <a:lnTo>
                    <a:pt x="146" y="92"/>
                  </a:lnTo>
                  <a:lnTo>
                    <a:pt x="122" y="64"/>
                  </a:lnTo>
                  <a:lnTo>
                    <a:pt x="100" y="33"/>
                  </a:lnTo>
                  <a:lnTo>
                    <a:pt x="82" y="0"/>
                  </a:lnTo>
                  <a:lnTo>
                    <a:pt x="0" y="47"/>
                  </a:lnTo>
                  <a:lnTo>
                    <a:pt x="23" y="85"/>
                  </a:lnTo>
                  <a:lnTo>
                    <a:pt x="49" y="120"/>
                  </a:lnTo>
                  <a:lnTo>
                    <a:pt x="76" y="153"/>
                  </a:lnTo>
                  <a:lnTo>
                    <a:pt x="104" y="185"/>
                  </a:lnTo>
                  <a:lnTo>
                    <a:pt x="137" y="215"/>
                  </a:lnTo>
                  <a:lnTo>
                    <a:pt x="170" y="241"/>
                  </a:lnTo>
                  <a:lnTo>
                    <a:pt x="204" y="267"/>
                  </a:lnTo>
                  <a:lnTo>
                    <a:pt x="240" y="289"/>
                  </a:lnTo>
                  <a:lnTo>
                    <a:pt x="277" y="309"/>
                  </a:lnTo>
                  <a:lnTo>
                    <a:pt x="317" y="329"/>
                  </a:lnTo>
                  <a:lnTo>
                    <a:pt x="358" y="344"/>
                  </a:lnTo>
                  <a:lnTo>
                    <a:pt x="400" y="357"/>
                  </a:lnTo>
                  <a:lnTo>
                    <a:pt x="444" y="367"/>
                  </a:lnTo>
                  <a:lnTo>
                    <a:pt x="488" y="374"/>
                  </a:lnTo>
                  <a:lnTo>
                    <a:pt x="534" y="380"/>
                  </a:lnTo>
                  <a:lnTo>
                    <a:pt x="580" y="383"/>
                  </a:lnTo>
                  <a:lnTo>
                    <a:pt x="581" y="383"/>
                  </a:lnTo>
                  <a:lnTo>
                    <a:pt x="580" y="383"/>
                  </a:lnTo>
                  <a:lnTo>
                    <a:pt x="600" y="379"/>
                  </a:lnTo>
                  <a:lnTo>
                    <a:pt x="615" y="369"/>
                  </a:lnTo>
                  <a:lnTo>
                    <a:pt x="624" y="353"/>
                  </a:lnTo>
                  <a:lnTo>
                    <a:pt x="628" y="337"/>
                  </a:lnTo>
                  <a:lnTo>
                    <a:pt x="625" y="319"/>
                  </a:lnTo>
                  <a:lnTo>
                    <a:pt x="617" y="304"/>
                  </a:lnTo>
                  <a:lnTo>
                    <a:pt x="602" y="294"/>
                  </a:lnTo>
                  <a:lnTo>
                    <a:pt x="582" y="289"/>
                  </a:lnTo>
                  <a:lnTo>
                    <a:pt x="581" y="28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0000" name="Freeform 30"/>
            <p:cNvSpPr>
              <a:spLocks/>
            </p:cNvSpPr>
            <p:nvPr/>
          </p:nvSpPr>
          <p:spPr bwMode="auto">
            <a:xfrm>
              <a:off x="1587" y="1880"/>
              <a:ext cx="85" cy="49"/>
            </a:xfrm>
            <a:custGeom>
              <a:avLst/>
              <a:gdLst>
                <a:gd name="T0" fmla="*/ 3 w 426"/>
                <a:gd name="T1" fmla="*/ 0 h 245"/>
                <a:gd name="T2" fmla="*/ 3 w 426"/>
                <a:gd name="T3" fmla="*/ 0 h 245"/>
                <a:gd name="T4" fmla="*/ 3 w 426"/>
                <a:gd name="T5" fmla="*/ 0 h 245"/>
                <a:gd name="T6" fmla="*/ 3 w 426"/>
                <a:gd name="T7" fmla="*/ 0 h 245"/>
                <a:gd name="T8" fmla="*/ 2 w 426"/>
                <a:gd name="T9" fmla="*/ 0 h 245"/>
                <a:gd name="T10" fmla="*/ 2 w 426"/>
                <a:gd name="T11" fmla="*/ 0 h 245"/>
                <a:gd name="T12" fmla="*/ 2 w 426"/>
                <a:gd name="T13" fmla="*/ 0 h 245"/>
                <a:gd name="T14" fmla="*/ 2 w 426"/>
                <a:gd name="T15" fmla="*/ 0 h 245"/>
                <a:gd name="T16" fmla="*/ 1 w 426"/>
                <a:gd name="T17" fmla="*/ 0 h 245"/>
                <a:gd name="T18" fmla="*/ 1 w 426"/>
                <a:gd name="T19" fmla="*/ 1 h 245"/>
                <a:gd name="T20" fmla="*/ 1 w 426"/>
                <a:gd name="T21" fmla="*/ 1 h 245"/>
                <a:gd name="T22" fmla="*/ 1 w 426"/>
                <a:gd name="T23" fmla="*/ 1 h 245"/>
                <a:gd name="T24" fmla="*/ 0 w 426"/>
                <a:gd name="T25" fmla="*/ 1 h 245"/>
                <a:gd name="T26" fmla="*/ 0 w 426"/>
                <a:gd name="T27" fmla="*/ 1 h 245"/>
                <a:gd name="T28" fmla="*/ 0 w 426"/>
                <a:gd name="T29" fmla="*/ 1 h 245"/>
                <a:gd name="T30" fmla="*/ 0 w 426"/>
                <a:gd name="T31" fmla="*/ 2 h 245"/>
                <a:gd name="T32" fmla="*/ 0 w 426"/>
                <a:gd name="T33" fmla="*/ 2 h 245"/>
                <a:gd name="T34" fmla="*/ 0 w 426"/>
                <a:gd name="T35" fmla="*/ 2 h 245"/>
                <a:gd name="T36" fmla="*/ 0 w 426"/>
                <a:gd name="T37" fmla="*/ 2 h 245"/>
                <a:gd name="T38" fmla="*/ 0 w 426"/>
                <a:gd name="T39" fmla="*/ 2 h 245"/>
                <a:gd name="T40" fmla="*/ 0 w 426"/>
                <a:gd name="T41" fmla="*/ 2 h 245"/>
                <a:gd name="T42" fmla="*/ 0 w 426"/>
                <a:gd name="T43" fmla="*/ 1 h 245"/>
                <a:gd name="T44" fmla="*/ 0 w 426"/>
                <a:gd name="T45" fmla="*/ 1 h 245"/>
                <a:gd name="T46" fmla="*/ 0 w 426"/>
                <a:gd name="T47" fmla="*/ 1 h 245"/>
                <a:gd name="T48" fmla="*/ 1 w 426"/>
                <a:gd name="T49" fmla="*/ 1 h 245"/>
                <a:gd name="T50" fmla="*/ 1 w 426"/>
                <a:gd name="T51" fmla="*/ 1 h 245"/>
                <a:gd name="T52" fmla="*/ 1 w 426"/>
                <a:gd name="T53" fmla="*/ 1 h 245"/>
                <a:gd name="T54" fmla="*/ 1 w 426"/>
                <a:gd name="T55" fmla="*/ 1 h 245"/>
                <a:gd name="T56" fmla="*/ 2 w 426"/>
                <a:gd name="T57" fmla="*/ 0 h 245"/>
                <a:gd name="T58" fmla="*/ 2 w 426"/>
                <a:gd name="T59" fmla="*/ 0 h 245"/>
                <a:gd name="T60" fmla="*/ 2 w 426"/>
                <a:gd name="T61" fmla="*/ 0 h 245"/>
                <a:gd name="T62" fmla="*/ 2 w 426"/>
                <a:gd name="T63" fmla="*/ 0 h 245"/>
                <a:gd name="T64" fmla="*/ 3 w 426"/>
                <a:gd name="T65" fmla="*/ 0 h 245"/>
                <a:gd name="T66" fmla="*/ 3 w 426"/>
                <a:gd name="T67" fmla="*/ 0 h 245"/>
                <a:gd name="T68" fmla="*/ 3 w 426"/>
                <a:gd name="T69" fmla="*/ 0 h 245"/>
                <a:gd name="T70" fmla="*/ 3 w 426"/>
                <a:gd name="T71" fmla="*/ 0 h 245"/>
                <a:gd name="T72" fmla="*/ 3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426" y="0"/>
                  </a:moveTo>
                  <a:lnTo>
                    <a:pt x="426" y="0"/>
                  </a:lnTo>
                  <a:lnTo>
                    <a:pt x="384" y="1"/>
                  </a:lnTo>
                  <a:lnTo>
                    <a:pt x="340" y="4"/>
                  </a:lnTo>
                  <a:lnTo>
                    <a:pt x="300" y="10"/>
                  </a:lnTo>
                  <a:lnTo>
                    <a:pt x="262" y="18"/>
                  </a:lnTo>
                  <a:lnTo>
                    <a:pt x="224" y="29"/>
                  </a:lnTo>
                  <a:lnTo>
                    <a:pt x="189" y="41"/>
                  </a:lnTo>
                  <a:lnTo>
                    <a:pt x="157" y="55"/>
                  </a:lnTo>
                  <a:lnTo>
                    <a:pt x="126" y="70"/>
                  </a:lnTo>
                  <a:lnTo>
                    <a:pt x="99" y="89"/>
                  </a:lnTo>
                  <a:lnTo>
                    <a:pt x="74" y="106"/>
                  </a:lnTo>
                  <a:lnTo>
                    <a:pt x="52" y="126"/>
                  </a:lnTo>
                  <a:lnTo>
                    <a:pt x="34" y="148"/>
                  </a:lnTo>
                  <a:lnTo>
                    <a:pt x="19" y="171"/>
                  </a:lnTo>
                  <a:lnTo>
                    <a:pt x="9" y="194"/>
                  </a:lnTo>
                  <a:lnTo>
                    <a:pt x="3" y="219"/>
                  </a:lnTo>
                  <a:lnTo>
                    <a:pt x="0" y="245"/>
                  </a:lnTo>
                  <a:lnTo>
                    <a:pt x="12" y="245"/>
                  </a:lnTo>
                  <a:lnTo>
                    <a:pt x="15" y="221"/>
                  </a:lnTo>
                  <a:lnTo>
                    <a:pt x="20" y="199"/>
                  </a:lnTo>
                  <a:lnTo>
                    <a:pt x="31" y="178"/>
                  </a:lnTo>
                  <a:lnTo>
                    <a:pt x="44" y="156"/>
                  </a:lnTo>
                  <a:lnTo>
                    <a:pt x="61" y="136"/>
                  </a:lnTo>
                  <a:lnTo>
                    <a:pt x="81" y="116"/>
                  </a:lnTo>
                  <a:lnTo>
                    <a:pt x="106" y="98"/>
                  </a:lnTo>
                  <a:lnTo>
                    <a:pt x="133" y="82"/>
                  </a:lnTo>
                  <a:lnTo>
                    <a:pt x="162" y="66"/>
                  </a:lnTo>
                  <a:lnTo>
                    <a:pt x="194" y="52"/>
                  </a:lnTo>
                  <a:lnTo>
                    <a:pt x="229" y="41"/>
                  </a:lnTo>
                  <a:lnTo>
                    <a:pt x="264" y="30"/>
                  </a:lnTo>
                  <a:lnTo>
                    <a:pt x="303" y="22"/>
                  </a:lnTo>
                  <a:lnTo>
                    <a:pt x="343" y="16"/>
                  </a:lnTo>
                  <a:lnTo>
                    <a:pt x="384" y="12"/>
                  </a:lnTo>
                  <a:lnTo>
                    <a:pt x="426" y="11"/>
                  </a:lnTo>
                  <a:lnTo>
                    <a:pt x="42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0001" name="Freeform 31"/>
            <p:cNvSpPr>
              <a:spLocks/>
            </p:cNvSpPr>
            <p:nvPr/>
          </p:nvSpPr>
          <p:spPr bwMode="auto">
            <a:xfrm>
              <a:off x="1587" y="1929"/>
              <a:ext cx="85" cy="49"/>
            </a:xfrm>
            <a:custGeom>
              <a:avLst/>
              <a:gdLst>
                <a:gd name="T0" fmla="*/ 0 w 426"/>
                <a:gd name="T1" fmla="*/ 0 h 245"/>
                <a:gd name="T2" fmla="*/ 0 w 426"/>
                <a:gd name="T3" fmla="*/ 0 h 245"/>
                <a:gd name="T4" fmla="*/ 0 w 426"/>
                <a:gd name="T5" fmla="*/ 0 h 245"/>
                <a:gd name="T6" fmla="*/ 0 w 426"/>
                <a:gd name="T7" fmla="*/ 0 h 245"/>
                <a:gd name="T8" fmla="*/ 0 w 426"/>
                <a:gd name="T9" fmla="*/ 1 h 245"/>
                <a:gd name="T10" fmla="*/ 0 w 426"/>
                <a:gd name="T11" fmla="*/ 1 h 245"/>
                <a:gd name="T12" fmla="*/ 0 w 426"/>
                <a:gd name="T13" fmla="*/ 1 h 245"/>
                <a:gd name="T14" fmla="*/ 1 w 426"/>
                <a:gd name="T15" fmla="*/ 1 h 245"/>
                <a:gd name="T16" fmla="*/ 1 w 426"/>
                <a:gd name="T17" fmla="*/ 1 h 245"/>
                <a:gd name="T18" fmla="*/ 1 w 426"/>
                <a:gd name="T19" fmla="*/ 1 h 245"/>
                <a:gd name="T20" fmla="*/ 1 w 426"/>
                <a:gd name="T21" fmla="*/ 2 h 245"/>
                <a:gd name="T22" fmla="*/ 2 w 426"/>
                <a:gd name="T23" fmla="*/ 2 h 245"/>
                <a:gd name="T24" fmla="*/ 2 w 426"/>
                <a:gd name="T25" fmla="*/ 2 h 245"/>
                <a:gd name="T26" fmla="*/ 2 w 426"/>
                <a:gd name="T27" fmla="*/ 2 h 245"/>
                <a:gd name="T28" fmla="*/ 2 w 426"/>
                <a:gd name="T29" fmla="*/ 2 h 245"/>
                <a:gd name="T30" fmla="*/ 3 w 426"/>
                <a:gd name="T31" fmla="*/ 2 h 245"/>
                <a:gd name="T32" fmla="*/ 3 w 426"/>
                <a:gd name="T33" fmla="*/ 2 h 245"/>
                <a:gd name="T34" fmla="*/ 3 w 426"/>
                <a:gd name="T35" fmla="*/ 2 h 245"/>
                <a:gd name="T36" fmla="*/ 3 w 426"/>
                <a:gd name="T37" fmla="*/ 2 h 245"/>
                <a:gd name="T38" fmla="*/ 3 w 426"/>
                <a:gd name="T39" fmla="*/ 2 h 245"/>
                <a:gd name="T40" fmla="*/ 3 w 426"/>
                <a:gd name="T41" fmla="*/ 2 h 245"/>
                <a:gd name="T42" fmla="*/ 2 w 426"/>
                <a:gd name="T43" fmla="*/ 2 h 245"/>
                <a:gd name="T44" fmla="*/ 2 w 426"/>
                <a:gd name="T45" fmla="*/ 2 h 245"/>
                <a:gd name="T46" fmla="*/ 2 w 426"/>
                <a:gd name="T47" fmla="*/ 2 h 245"/>
                <a:gd name="T48" fmla="*/ 2 w 426"/>
                <a:gd name="T49" fmla="*/ 2 h 245"/>
                <a:gd name="T50" fmla="*/ 1 w 426"/>
                <a:gd name="T51" fmla="*/ 1 h 245"/>
                <a:gd name="T52" fmla="*/ 1 w 426"/>
                <a:gd name="T53" fmla="*/ 1 h 245"/>
                <a:gd name="T54" fmla="*/ 1 w 426"/>
                <a:gd name="T55" fmla="*/ 1 h 245"/>
                <a:gd name="T56" fmla="*/ 1 w 426"/>
                <a:gd name="T57" fmla="*/ 1 h 245"/>
                <a:gd name="T58" fmla="*/ 0 w 426"/>
                <a:gd name="T59" fmla="*/ 1 h 245"/>
                <a:gd name="T60" fmla="*/ 0 w 426"/>
                <a:gd name="T61" fmla="*/ 1 h 245"/>
                <a:gd name="T62" fmla="*/ 0 w 426"/>
                <a:gd name="T63" fmla="*/ 1 h 245"/>
                <a:gd name="T64" fmla="*/ 0 w 426"/>
                <a:gd name="T65" fmla="*/ 0 h 245"/>
                <a:gd name="T66" fmla="*/ 0 w 426"/>
                <a:gd name="T67" fmla="*/ 0 h 245"/>
                <a:gd name="T68" fmla="*/ 0 w 426"/>
                <a:gd name="T69" fmla="*/ 0 h 245"/>
                <a:gd name="T70" fmla="*/ 0 w 426"/>
                <a:gd name="T71" fmla="*/ 0 h 245"/>
                <a:gd name="T72" fmla="*/ 0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0" y="0"/>
                  </a:moveTo>
                  <a:lnTo>
                    <a:pt x="0" y="0"/>
                  </a:lnTo>
                  <a:lnTo>
                    <a:pt x="3" y="25"/>
                  </a:lnTo>
                  <a:lnTo>
                    <a:pt x="9" y="50"/>
                  </a:lnTo>
                  <a:lnTo>
                    <a:pt x="19" y="73"/>
                  </a:lnTo>
                  <a:lnTo>
                    <a:pt x="34" y="96"/>
                  </a:lnTo>
                  <a:lnTo>
                    <a:pt x="52" y="118"/>
                  </a:lnTo>
                  <a:lnTo>
                    <a:pt x="74" y="138"/>
                  </a:lnTo>
                  <a:lnTo>
                    <a:pt x="99" y="156"/>
                  </a:lnTo>
                  <a:lnTo>
                    <a:pt x="126" y="174"/>
                  </a:lnTo>
                  <a:lnTo>
                    <a:pt x="157" y="190"/>
                  </a:lnTo>
                  <a:lnTo>
                    <a:pt x="189" y="204"/>
                  </a:lnTo>
                  <a:lnTo>
                    <a:pt x="224" y="215"/>
                  </a:lnTo>
                  <a:lnTo>
                    <a:pt x="262" y="226"/>
                  </a:lnTo>
                  <a:lnTo>
                    <a:pt x="300" y="234"/>
                  </a:lnTo>
                  <a:lnTo>
                    <a:pt x="340" y="240"/>
                  </a:lnTo>
                  <a:lnTo>
                    <a:pt x="384" y="244"/>
                  </a:lnTo>
                  <a:lnTo>
                    <a:pt x="426" y="245"/>
                  </a:lnTo>
                  <a:lnTo>
                    <a:pt x="426" y="233"/>
                  </a:lnTo>
                  <a:lnTo>
                    <a:pt x="384" y="232"/>
                  </a:lnTo>
                  <a:lnTo>
                    <a:pt x="343" y="228"/>
                  </a:lnTo>
                  <a:lnTo>
                    <a:pt x="303" y="222"/>
                  </a:lnTo>
                  <a:lnTo>
                    <a:pt x="264" y="214"/>
                  </a:lnTo>
                  <a:lnTo>
                    <a:pt x="229" y="204"/>
                  </a:lnTo>
                  <a:lnTo>
                    <a:pt x="194" y="192"/>
                  </a:lnTo>
                  <a:lnTo>
                    <a:pt x="162" y="178"/>
                  </a:lnTo>
                  <a:lnTo>
                    <a:pt x="133" y="163"/>
                  </a:lnTo>
                  <a:lnTo>
                    <a:pt x="106" y="146"/>
                  </a:lnTo>
                  <a:lnTo>
                    <a:pt x="81" y="129"/>
                  </a:lnTo>
                  <a:lnTo>
                    <a:pt x="61" y="109"/>
                  </a:lnTo>
                  <a:lnTo>
                    <a:pt x="44" y="89"/>
                  </a:lnTo>
                  <a:lnTo>
                    <a:pt x="31" y="66"/>
                  </a:lnTo>
                  <a:lnTo>
                    <a:pt x="20" y="45"/>
                  </a:lnTo>
                  <a:lnTo>
                    <a:pt x="15" y="2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0002" name="Freeform 32"/>
            <p:cNvSpPr>
              <a:spLocks/>
            </p:cNvSpPr>
            <p:nvPr/>
          </p:nvSpPr>
          <p:spPr bwMode="auto">
            <a:xfrm>
              <a:off x="878" y="1448"/>
              <a:ext cx="792" cy="954"/>
            </a:xfrm>
            <a:custGeom>
              <a:avLst/>
              <a:gdLst>
                <a:gd name="T0" fmla="*/ 13 w 3960"/>
                <a:gd name="T1" fmla="*/ 38 h 4768"/>
                <a:gd name="T2" fmla="*/ 14 w 3960"/>
                <a:gd name="T3" fmla="*/ 38 h 4768"/>
                <a:gd name="T4" fmla="*/ 15 w 3960"/>
                <a:gd name="T5" fmla="*/ 38 h 4768"/>
                <a:gd name="T6" fmla="*/ 15 w 3960"/>
                <a:gd name="T7" fmla="*/ 38 h 4768"/>
                <a:gd name="T8" fmla="*/ 16 w 3960"/>
                <a:gd name="T9" fmla="*/ 38 h 4768"/>
                <a:gd name="T10" fmla="*/ 17 w 3960"/>
                <a:gd name="T11" fmla="*/ 38 h 4768"/>
                <a:gd name="T12" fmla="*/ 17 w 3960"/>
                <a:gd name="T13" fmla="*/ 38 h 4768"/>
                <a:gd name="T14" fmla="*/ 18 w 3960"/>
                <a:gd name="T15" fmla="*/ 38 h 4768"/>
                <a:gd name="T16" fmla="*/ 18 w 3960"/>
                <a:gd name="T17" fmla="*/ 38 h 4768"/>
                <a:gd name="T18" fmla="*/ 29 w 3960"/>
                <a:gd name="T19" fmla="*/ 30 h 4768"/>
                <a:gd name="T20" fmla="*/ 30 w 3960"/>
                <a:gd name="T21" fmla="*/ 30 h 4768"/>
                <a:gd name="T22" fmla="*/ 30 w 3960"/>
                <a:gd name="T23" fmla="*/ 29 h 4768"/>
                <a:gd name="T24" fmla="*/ 31 w 3960"/>
                <a:gd name="T25" fmla="*/ 28 h 4768"/>
                <a:gd name="T26" fmla="*/ 31 w 3960"/>
                <a:gd name="T27" fmla="*/ 28 h 4768"/>
                <a:gd name="T28" fmla="*/ 31 w 3960"/>
                <a:gd name="T29" fmla="*/ 27 h 4768"/>
                <a:gd name="T30" fmla="*/ 32 w 3960"/>
                <a:gd name="T31" fmla="*/ 26 h 4768"/>
                <a:gd name="T32" fmla="*/ 32 w 3960"/>
                <a:gd name="T33" fmla="*/ 25 h 4768"/>
                <a:gd name="T34" fmla="*/ 32 w 3960"/>
                <a:gd name="T35" fmla="*/ 11 h 4768"/>
                <a:gd name="T36" fmla="*/ 32 w 3960"/>
                <a:gd name="T37" fmla="*/ 10 h 4768"/>
                <a:gd name="T38" fmla="*/ 31 w 3960"/>
                <a:gd name="T39" fmla="*/ 9 h 4768"/>
                <a:gd name="T40" fmla="*/ 31 w 3960"/>
                <a:gd name="T41" fmla="*/ 9 h 4768"/>
                <a:gd name="T42" fmla="*/ 31 w 3960"/>
                <a:gd name="T43" fmla="*/ 8 h 4768"/>
                <a:gd name="T44" fmla="*/ 31 w 3960"/>
                <a:gd name="T45" fmla="*/ 8 h 4768"/>
                <a:gd name="T46" fmla="*/ 30 w 3960"/>
                <a:gd name="T47" fmla="*/ 7 h 4768"/>
                <a:gd name="T48" fmla="*/ 30 w 3960"/>
                <a:gd name="T49" fmla="*/ 7 h 4768"/>
                <a:gd name="T50" fmla="*/ 29 w 3960"/>
                <a:gd name="T51" fmla="*/ 6 h 4768"/>
                <a:gd name="T52" fmla="*/ 19 w 3960"/>
                <a:gd name="T53" fmla="*/ 1 h 4768"/>
                <a:gd name="T54" fmla="*/ 18 w 3960"/>
                <a:gd name="T55" fmla="*/ 0 h 4768"/>
                <a:gd name="T56" fmla="*/ 17 w 3960"/>
                <a:gd name="T57" fmla="*/ 0 h 4768"/>
                <a:gd name="T58" fmla="*/ 17 w 3960"/>
                <a:gd name="T59" fmla="*/ 0 h 4768"/>
                <a:gd name="T60" fmla="*/ 16 w 3960"/>
                <a:gd name="T61" fmla="*/ 0 h 4768"/>
                <a:gd name="T62" fmla="*/ 15 w 3960"/>
                <a:gd name="T63" fmla="*/ 0 h 4768"/>
                <a:gd name="T64" fmla="*/ 14 w 3960"/>
                <a:gd name="T65" fmla="*/ 0 h 4768"/>
                <a:gd name="T66" fmla="*/ 14 w 3960"/>
                <a:gd name="T67" fmla="*/ 0 h 4768"/>
                <a:gd name="T68" fmla="*/ 2 w 3960"/>
                <a:gd name="T69" fmla="*/ 6 h 4768"/>
                <a:gd name="T70" fmla="*/ 2 w 3960"/>
                <a:gd name="T71" fmla="*/ 7 h 4768"/>
                <a:gd name="T72" fmla="*/ 1 w 3960"/>
                <a:gd name="T73" fmla="*/ 7 h 4768"/>
                <a:gd name="T74" fmla="*/ 1 w 3960"/>
                <a:gd name="T75" fmla="*/ 8 h 4768"/>
                <a:gd name="T76" fmla="*/ 1 w 3960"/>
                <a:gd name="T77" fmla="*/ 8 h 4768"/>
                <a:gd name="T78" fmla="*/ 0 w 3960"/>
                <a:gd name="T79" fmla="*/ 9 h 4768"/>
                <a:gd name="T80" fmla="*/ 0 w 3960"/>
                <a:gd name="T81" fmla="*/ 9 h 4768"/>
                <a:gd name="T82" fmla="*/ 0 w 3960"/>
                <a:gd name="T83" fmla="*/ 10 h 4768"/>
                <a:gd name="T84" fmla="*/ 0 w 3960"/>
                <a:gd name="T85" fmla="*/ 11 h 4768"/>
                <a:gd name="T86" fmla="*/ 0 w 3960"/>
                <a:gd name="T87" fmla="*/ 25 h 4768"/>
                <a:gd name="T88" fmla="*/ 0 w 3960"/>
                <a:gd name="T89" fmla="*/ 26 h 4768"/>
                <a:gd name="T90" fmla="*/ 0 w 3960"/>
                <a:gd name="T91" fmla="*/ 27 h 4768"/>
                <a:gd name="T92" fmla="*/ 1 w 3960"/>
                <a:gd name="T93" fmla="*/ 28 h 4768"/>
                <a:gd name="T94" fmla="*/ 1 w 3960"/>
                <a:gd name="T95" fmla="*/ 29 h 4768"/>
                <a:gd name="T96" fmla="*/ 1 w 3960"/>
                <a:gd name="T97" fmla="*/ 29 h 4768"/>
                <a:gd name="T98" fmla="*/ 2 w 3960"/>
                <a:gd name="T99" fmla="*/ 30 h 4768"/>
                <a:gd name="T100" fmla="*/ 3 w 3960"/>
                <a:gd name="T101" fmla="*/ 31 h 4768"/>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w 3960"/>
                <a:gd name="T154" fmla="*/ 0 h 4768"/>
                <a:gd name="T155" fmla="*/ 3960 w 3960"/>
                <a:gd name="T156" fmla="*/ 4768 h 4768"/>
              </a:gdLst>
              <a:ahLst/>
              <a:cxnLst>
                <a:cxn ang="T102">
                  <a:pos x="T0" y="T1"/>
                </a:cxn>
                <a:cxn ang="T103">
                  <a:pos x="T2" y="T3"/>
                </a:cxn>
                <a:cxn ang="T104">
                  <a:pos x="T4" y="T5"/>
                </a:cxn>
                <a:cxn ang="T105">
                  <a:pos x="T6" y="T7"/>
                </a:cxn>
                <a:cxn ang="T106">
                  <a:pos x="T8" y="T9"/>
                </a:cxn>
                <a:cxn ang="T107">
                  <a:pos x="T10" y="T11"/>
                </a:cxn>
                <a:cxn ang="T108">
                  <a:pos x="T12" y="T13"/>
                </a:cxn>
                <a:cxn ang="T109">
                  <a:pos x="T14" y="T15"/>
                </a:cxn>
                <a:cxn ang="T110">
                  <a:pos x="T16" y="T17"/>
                </a:cxn>
                <a:cxn ang="T111">
                  <a:pos x="T18" y="T19"/>
                </a:cxn>
                <a:cxn ang="T112">
                  <a:pos x="T20" y="T21"/>
                </a:cxn>
                <a:cxn ang="T113">
                  <a:pos x="T22" y="T23"/>
                </a:cxn>
                <a:cxn ang="T114">
                  <a:pos x="T24" y="T25"/>
                </a:cxn>
                <a:cxn ang="T115">
                  <a:pos x="T26" y="T27"/>
                </a:cxn>
                <a:cxn ang="T116">
                  <a:pos x="T28" y="T29"/>
                </a:cxn>
                <a:cxn ang="T117">
                  <a:pos x="T30" y="T31"/>
                </a:cxn>
                <a:cxn ang="T118">
                  <a:pos x="T32" y="T33"/>
                </a:cxn>
                <a:cxn ang="T119">
                  <a:pos x="T34" y="T35"/>
                </a:cxn>
                <a:cxn ang="T120">
                  <a:pos x="T36" y="T37"/>
                </a:cxn>
                <a:cxn ang="T121">
                  <a:pos x="T38" y="T39"/>
                </a:cxn>
                <a:cxn ang="T122">
                  <a:pos x="T40" y="T41"/>
                </a:cxn>
                <a:cxn ang="T123">
                  <a:pos x="T42" y="T43"/>
                </a:cxn>
                <a:cxn ang="T124">
                  <a:pos x="T44" y="T45"/>
                </a:cxn>
                <a:cxn ang="T125">
                  <a:pos x="T46" y="T47"/>
                </a:cxn>
                <a:cxn ang="T126">
                  <a:pos x="T48" y="T49"/>
                </a:cxn>
                <a:cxn ang="T127">
                  <a:pos x="T50" y="T51"/>
                </a:cxn>
                <a:cxn ang="T128">
                  <a:pos x="T52" y="T53"/>
                </a:cxn>
                <a:cxn ang="T129">
                  <a:pos x="T54" y="T55"/>
                </a:cxn>
                <a:cxn ang="T130">
                  <a:pos x="T56" y="T57"/>
                </a:cxn>
                <a:cxn ang="T131">
                  <a:pos x="T58" y="T59"/>
                </a:cxn>
                <a:cxn ang="T132">
                  <a:pos x="T60" y="T61"/>
                </a:cxn>
                <a:cxn ang="T133">
                  <a:pos x="T62" y="T63"/>
                </a:cxn>
                <a:cxn ang="T134">
                  <a:pos x="T64" y="T65"/>
                </a:cxn>
                <a:cxn ang="T135">
                  <a:pos x="T66" y="T67"/>
                </a:cxn>
                <a:cxn ang="T136">
                  <a:pos x="T68" y="T69"/>
                </a:cxn>
                <a:cxn ang="T137">
                  <a:pos x="T70" y="T71"/>
                </a:cxn>
                <a:cxn ang="T138">
                  <a:pos x="T72" y="T73"/>
                </a:cxn>
                <a:cxn ang="T139">
                  <a:pos x="T74" y="T75"/>
                </a:cxn>
                <a:cxn ang="T140">
                  <a:pos x="T76" y="T77"/>
                </a:cxn>
                <a:cxn ang="T141">
                  <a:pos x="T78" y="T79"/>
                </a:cxn>
                <a:cxn ang="T142">
                  <a:pos x="T80" y="T81"/>
                </a:cxn>
                <a:cxn ang="T143">
                  <a:pos x="T82" y="T83"/>
                </a:cxn>
                <a:cxn ang="T144">
                  <a:pos x="T84" y="T85"/>
                </a:cxn>
                <a:cxn ang="T145">
                  <a:pos x="T86" y="T87"/>
                </a:cxn>
                <a:cxn ang="T146">
                  <a:pos x="T88" y="T89"/>
                </a:cxn>
                <a:cxn ang="T147">
                  <a:pos x="T90" y="T91"/>
                </a:cxn>
                <a:cxn ang="T148">
                  <a:pos x="T92" y="T93"/>
                </a:cxn>
                <a:cxn ang="T149">
                  <a:pos x="T94" y="T95"/>
                </a:cxn>
                <a:cxn ang="T150">
                  <a:pos x="T96" y="T97"/>
                </a:cxn>
                <a:cxn ang="T151">
                  <a:pos x="T98" y="T99"/>
                </a:cxn>
                <a:cxn ang="T152">
                  <a:pos x="T100" y="T101"/>
                </a:cxn>
              </a:cxnLst>
              <a:rect l="T153" t="T154" r="T155" b="T156"/>
              <a:pathLst>
                <a:path w="3960" h="4768">
                  <a:moveTo>
                    <a:pt x="353" y="3849"/>
                  </a:moveTo>
                  <a:lnTo>
                    <a:pt x="1661" y="4700"/>
                  </a:lnTo>
                  <a:lnTo>
                    <a:pt x="1697" y="4717"/>
                  </a:lnTo>
                  <a:lnTo>
                    <a:pt x="1736" y="4731"/>
                  </a:lnTo>
                  <a:lnTo>
                    <a:pt x="1776" y="4742"/>
                  </a:lnTo>
                  <a:lnTo>
                    <a:pt x="1818" y="4753"/>
                  </a:lnTo>
                  <a:lnTo>
                    <a:pt x="1860" y="4760"/>
                  </a:lnTo>
                  <a:lnTo>
                    <a:pt x="1902" y="4765"/>
                  </a:lnTo>
                  <a:lnTo>
                    <a:pt x="1946" y="4768"/>
                  </a:lnTo>
                  <a:lnTo>
                    <a:pt x="1988" y="4768"/>
                  </a:lnTo>
                  <a:lnTo>
                    <a:pt x="2031" y="4767"/>
                  </a:lnTo>
                  <a:lnTo>
                    <a:pt x="2073" y="4763"/>
                  </a:lnTo>
                  <a:lnTo>
                    <a:pt x="2114" y="4758"/>
                  </a:lnTo>
                  <a:lnTo>
                    <a:pt x="2154" y="4751"/>
                  </a:lnTo>
                  <a:lnTo>
                    <a:pt x="2193" y="4740"/>
                  </a:lnTo>
                  <a:lnTo>
                    <a:pt x="2230" y="4729"/>
                  </a:lnTo>
                  <a:lnTo>
                    <a:pt x="2264" y="4715"/>
                  </a:lnTo>
                  <a:lnTo>
                    <a:pt x="2297" y="4700"/>
                  </a:lnTo>
                  <a:lnTo>
                    <a:pt x="3639" y="3825"/>
                  </a:lnTo>
                  <a:lnTo>
                    <a:pt x="3673" y="3795"/>
                  </a:lnTo>
                  <a:lnTo>
                    <a:pt x="3707" y="3761"/>
                  </a:lnTo>
                  <a:lnTo>
                    <a:pt x="3738" y="3725"/>
                  </a:lnTo>
                  <a:lnTo>
                    <a:pt x="3768" y="3685"/>
                  </a:lnTo>
                  <a:lnTo>
                    <a:pt x="3796" y="3644"/>
                  </a:lnTo>
                  <a:lnTo>
                    <a:pt x="3821" y="3599"/>
                  </a:lnTo>
                  <a:lnTo>
                    <a:pt x="3846" y="3553"/>
                  </a:lnTo>
                  <a:lnTo>
                    <a:pt x="3868" y="3505"/>
                  </a:lnTo>
                  <a:lnTo>
                    <a:pt x="3888" y="3456"/>
                  </a:lnTo>
                  <a:lnTo>
                    <a:pt x="3907" y="3406"/>
                  </a:lnTo>
                  <a:lnTo>
                    <a:pt x="3922" y="3354"/>
                  </a:lnTo>
                  <a:lnTo>
                    <a:pt x="3935" y="3303"/>
                  </a:lnTo>
                  <a:lnTo>
                    <a:pt x="3946" y="3250"/>
                  </a:lnTo>
                  <a:lnTo>
                    <a:pt x="3953" y="3197"/>
                  </a:lnTo>
                  <a:lnTo>
                    <a:pt x="3957" y="3144"/>
                  </a:lnTo>
                  <a:lnTo>
                    <a:pt x="3960" y="3092"/>
                  </a:lnTo>
                  <a:lnTo>
                    <a:pt x="3959" y="1313"/>
                  </a:lnTo>
                  <a:lnTo>
                    <a:pt x="3955" y="1271"/>
                  </a:lnTo>
                  <a:lnTo>
                    <a:pt x="3949" y="1229"/>
                  </a:lnTo>
                  <a:lnTo>
                    <a:pt x="3941" y="1189"/>
                  </a:lnTo>
                  <a:lnTo>
                    <a:pt x="3930" y="1149"/>
                  </a:lnTo>
                  <a:lnTo>
                    <a:pt x="3918" y="1111"/>
                  </a:lnTo>
                  <a:lnTo>
                    <a:pt x="3902" y="1075"/>
                  </a:lnTo>
                  <a:lnTo>
                    <a:pt x="3886" y="1040"/>
                  </a:lnTo>
                  <a:lnTo>
                    <a:pt x="3867" y="1006"/>
                  </a:lnTo>
                  <a:lnTo>
                    <a:pt x="3846" y="973"/>
                  </a:lnTo>
                  <a:lnTo>
                    <a:pt x="3823" y="942"/>
                  </a:lnTo>
                  <a:lnTo>
                    <a:pt x="3798" y="913"/>
                  </a:lnTo>
                  <a:lnTo>
                    <a:pt x="3771" y="886"/>
                  </a:lnTo>
                  <a:lnTo>
                    <a:pt x="3743" y="860"/>
                  </a:lnTo>
                  <a:lnTo>
                    <a:pt x="3714" y="837"/>
                  </a:lnTo>
                  <a:lnTo>
                    <a:pt x="3682" y="816"/>
                  </a:lnTo>
                  <a:lnTo>
                    <a:pt x="3649" y="796"/>
                  </a:lnTo>
                  <a:lnTo>
                    <a:pt x="2386" y="83"/>
                  </a:lnTo>
                  <a:lnTo>
                    <a:pt x="2350" y="65"/>
                  </a:lnTo>
                  <a:lnTo>
                    <a:pt x="2310" y="50"/>
                  </a:lnTo>
                  <a:lnTo>
                    <a:pt x="2268" y="36"/>
                  </a:lnTo>
                  <a:lnTo>
                    <a:pt x="2223" y="24"/>
                  </a:lnTo>
                  <a:lnTo>
                    <a:pt x="2178" y="15"/>
                  </a:lnTo>
                  <a:lnTo>
                    <a:pt x="2131" y="8"/>
                  </a:lnTo>
                  <a:lnTo>
                    <a:pt x="2082" y="3"/>
                  </a:lnTo>
                  <a:lnTo>
                    <a:pt x="2032" y="0"/>
                  </a:lnTo>
                  <a:lnTo>
                    <a:pt x="1982" y="1"/>
                  </a:lnTo>
                  <a:lnTo>
                    <a:pt x="1933" y="3"/>
                  </a:lnTo>
                  <a:lnTo>
                    <a:pt x="1882" y="9"/>
                  </a:lnTo>
                  <a:lnTo>
                    <a:pt x="1833" y="17"/>
                  </a:lnTo>
                  <a:lnTo>
                    <a:pt x="1785" y="29"/>
                  </a:lnTo>
                  <a:lnTo>
                    <a:pt x="1737" y="43"/>
                  </a:lnTo>
                  <a:lnTo>
                    <a:pt x="1691" y="62"/>
                  </a:lnTo>
                  <a:lnTo>
                    <a:pt x="1647" y="83"/>
                  </a:lnTo>
                  <a:lnTo>
                    <a:pt x="311" y="782"/>
                  </a:lnTo>
                  <a:lnTo>
                    <a:pt x="276" y="803"/>
                  </a:lnTo>
                  <a:lnTo>
                    <a:pt x="243" y="826"/>
                  </a:lnTo>
                  <a:lnTo>
                    <a:pt x="213" y="852"/>
                  </a:lnTo>
                  <a:lnTo>
                    <a:pt x="184" y="879"/>
                  </a:lnTo>
                  <a:lnTo>
                    <a:pt x="155" y="908"/>
                  </a:lnTo>
                  <a:lnTo>
                    <a:pt x="131" y="939"/>
                  </a:lnTo>
                  <a:lnTo>
                    <a:pt x="107" y="971"/>
                  </a:lnTo>
                  <a:lnTo>
                    <a:pt x="86" y="1005"/>
                  </a:lnTo>
                  <a:lnTo>
                    <a:pt x="68" y="1040"/>
                  </a:lnTo>
                  <a:lnTo>
                    <a:pt x="50" y="1076"/>
                  </a:lnTo>
                  <a:lnTo>
                    <a:pt x="36" y="1115"/>
                  </a:lnTo>
                  <a:lnTo>
                    <a:pt x="23" y="1153"/>
                  </a:lnTo>
                  <a:lnTo>
                    <a:pt x="14" y="1195"/>
                  </a:lnTo>
                  <a:lnTo>
                    <a:pt x="7" y="1236"/>
                  </a:lnTo>
                  <a:lnTo>
                    <a:pt x="2" y="1279"/>
                  </a:lnTo>
                  <a:lnTo>
                    <a:pt x="0" y="1322"/>
                  </a:lnTo>
                  <a:lnTo>
                    <a:pt x="0" y="3093"/>
                  </a:lnTo>
                  <a:lnTo>
                    <a:pt x="2" y="3147"/>
                  </a:lnTo>
                  <a:lnTo>
                    <a:pt x="7" y="3202"/>
                  </a:lnTo>
                  <a:lnTo>
                    <a:pt x="15" y="3257"/>
                  </a:lnTo>
                  <a:lnTo>
                    <a:pt x="27" y="3312"/>
                  </a:lnTo>
                  <a:lnTo>
                    <a:pt x="42" y="3366"/>
                  </a:lnTo>
                  <a:lnTo>
                    <a:pt x="59" y="3420"/>
                  </a:lnTo>
                  <a:lnTo>
                    <a:pt x="79" y="3474"/>
                  </a:lnTo>
                  <a:lnTo>
                    <a:pt x="102" y="3525"/>
                  </a:lnTo>
                  <a:lnTo>
                    <a:pt x="127" y="3576"/>
                  </a:lnTo>
                  <a:lnTo>
                    <a:pt x="154" y="3624"/>
                  </a:lnTo>
                  <a:lnTo>
                    <a:pt x="184" y="3670"/>
                  </a:lnTo>
                  <a:lnTo>
                    <a:pt x="214" y="3712"/>
                  </a:lnTo>
                  <a:lnTo>
                    <a:pt x="247" y="3752"/>
                  </a:lnTo>
                  <a:lnTo>
                    <a:pt x="281" y="3788"/>
                  </a:lnTo>
                  <a:lnTo>
                    <a:pt x="317" y="3821"/>
                  </a:lnTo>
                  <a:lnTo>
                    <a:pt x="353" y="384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0003" name="Freeform 33"/>
            <p:cNvSpPr>
              <a:spLocks/>
            </p:cNvSpPr>
            <p:nvPr/>
          </p:nvSpPr>
          <p:spPr bwMode="auto">
            <a:xfrm>
              <a:off x="943" y="2210"/>
              <a:ext cx="276" cy="187"/>
            </a:xfrm>
            <a:custGeom>
              <a:avLst/>
              <a:gdLst>
                <a:gd name="T0" fmla="*/ 11 w 1380"/>
                <a:gd name="T1" fmla="*/ 7 h 937"/>
                <a:gd name="T2" fmla="*/ 11 w 1380"/>
                <a:gd name="T3" fmla="*/ 7 h 937"/>
                <a:gd name="T4" fmla="*/ 0 w 1380"/>
                <a:gd name="T5" fmla="*/ 0 h 937"/>
                <a:gd name="T6" fmla="*/ 0 w 1380"/>
                <a:gd name="T7" fmla="*/ 1 h 937"/>
                <a:gd name="T8" fmla="*/ 10 w 1380"/>
                <a:gd name="T9" fmla="*/ 7 h 937"/>
                <a:gd name="T10" fmla="*/ 10 w 1380"/>
                <a:gd name="T11" fmla="*/ 7 h 937"/>
                <a:gd name="T12" fmla="*/ 10 w 1380"/>
                <a:gd name="T13" fmla="*/ 7 h 937"/>
                <a:gd name="T14" fmla="*/ 11 w 1380"/>
                <a:gd name="T15" fmla="*/ 7 h 937"/>
                <a:gd name="T16" fmla="*/ 11 w 1380"/>
                <a:gd name="T17" fmla="*/ 7 h 937"/>
                <a:gd name="T18" fmla="*/ 11 w 1380"/>
                <a:gd name="T19" fmla="*/ 7 h 937"/>
                <a:gd name="T20" fmla="*/ 11 w 1380"/>
                <a:gd name="T21" fmla="*/ 7 h 937"/>
                <a:gd name="T22" fmla="*/ 11 w 1380"/>
                <a:gd name="T23" fmla="*/ 7 h 937"/>
                <a:gd name="T24" fmla="*/ 11 w 1380"/>
                <a:gd name="T25" fmla="*/ 7 h 937"/>
                <a:gd name="T26" fmla="*/ 11 w 1380"/>
                <a:gd name="T27" fmla="*/ 7 h 937"/>
                <a:gd name="T28" fmla="*/ 11 w 1380"/>
                <a:gd name="T29" fmla="*/ 7 h 937"/>
                <a:gd name="T30" fmla="*/ 11 w 1380"/>
                <a:gd name="T31" fmla="*/ 7 h 93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80"/>
                <a:gd name="T49" fmla="*/ 0 h 937"/>
                <a:gd name="T50" fmla="*/ 1380 w 1380"/>
                <a:gd name="T51" fmla="*/ 937 h 93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80" h="937">
                  <a:moveTo>
                    <a:pt x="1354" y="848"/>
                  </a:moveTo>
                  <a:lnTo>
                    <a:pt x="1359" y="851"/>
                  </a:lnTo>
                  <a:lnTo>
                    <a:pt x="51" y="0"/>
                  </a:lnTo>
                  <a:lnTo>
                    <a:pt x="0" y="78"/>
                  </a:lnTo>
                  <a:lnTo>
                    <a:pt x="1307" y="929"/>
                  </a:lnTo>
                  <a:lnTo>
                    <a:pt x="1312" y="932"/>
                  </a:lnTo>
                  <a:lnTo>
                    <a:pt x="1307" y="929"/>
                  </a:lnTo>
                  <a:lnTo>
                    <a:pt x="1326" y="937"/>
                  </a:lnTo>
                  <a:lnTo>
                    <a:pt x="1345" y="936"/>
                  </a:lnTo>
                  <a:lnTo>
                    <a:pt x="1360" y="929"/>
                  </a:lnTo>
                  <a:lnTo>
                    <a:pt x="1372" y="916"/>
                  </a:lnTo>
                  <a:lnTo>
                    <a:pt x="1379" y="899"/>
                  </a:lnTo>
                  <a:lnTo>
                    <a:pt x="1380" y="883"/>
                  </a:lnTo>
                  <a:lnTo>
                    <a:pt x="1374" y="865"/>
                  </a:lnTo>
                  <a:lnTo>
                    <a:pt x="1359" y="851"/>
                  </a:lnTo>
                  <a:lnTo>
                    <a:pt x="1354" y="84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0004" name="Freeform 34"/>
            <p:cNvSpPr>
              <a:spLocks/>
            </p:cNvSpPr>
            <p:nvPr/>
          </p:nvSpPr>
          <p:spPr bwMode="auto">
            <a:xfrm>
              <a:off x="1206" y="2379"/>
              <a:ext cx="140" cy="32"/>
            </a:xfrm>
            <a:custGeom>
              <a:avLst/>
              <a:gdLst>
                <a:gd name="T0" fmla="*/ 5 w 703"/>
                <a:gd name="T1" fmla="*/ 0 h 162"/>
                <a:gd name="T2" fmla="*/ 5 w 703"/>
                <a:gd name="T3" fmla="*/ 0 h 162"/>
                <a:gd name="T4" fmla="*/ 5 w 703"/>
                <a:gd name="T5" fmla="*/ 0 h 162"/>
                <a:gd name="T6" fmla="*/ 5 w 703"/>
                <a:gd name="T7" fmla="*/ 0 h 162"/>
                <a:gd name="T8" fmla="*/ 4 w 703"/>
                <a:gd name="T9" fmla="*/ 0 h 162"/>
                <a:gd name="T10" fmla="*/ 4 w 703"/>
                <a:gd name="T11" fmla="*/ 0 h 162"/>
                <a:gd name="T12" fmla="*/ 4 w 703"/>
                <a:gd name="T13" fmla="*/ 0 h 162"/>
                <a:gd name="T14" fmla="*/ 3 w 703"/>
                <a:gd name="T15" fmla="*/ 1 h 162"/>
                <a:gd name="T16" fmla="*/ 3 w 703"/>
                <a:gd name="T17" fmla="*/ 1 h 162"/>
                <a:gd name="T18" fmla="*/ 3 w 703"/>
                <a:gd name="T19" fmla="*/ 1 h 162"/>
                <a:gd name="T20" fmla="*/ 2 w 703"/>
                <a:gd name="T21" fmla="*/ 1 h 162"/>
                <a:gd name="T22" fmla="*/ 2 w 703"/>
                <a:gd name="T23" fmla="*/ 1 h 162"/>
                <a:gd name="T24" fmla="*/ 2 w 703"/>
                <a:gd name="T25" fmla="*/ 0 h 162"/>
                <a:gd name="T26" fmla="*/ 1 w 703"/>
                <a:gd name="T27" fmla="*/ 0 h 162"/>
                <a:gd name="T28" fmla="*/ 1 w 703"/>
                <a:gd name="T29" fmla="*/ 0 h 162"/>
                <a:gd name="T30" fmla="*/ 1 w 703"/>
                <a:gd name="T31" fmla="*/ 0 h 162"/>
                <a:gd name="T32" fmla="*/ 1 w 703"/>
                <a:gd name="T33" fmla="*/ 0 h 162"/>
                <a:gd name="T34" fmla="*/ 0 w 703"/>
                <a:gd name="T35" fmla="*/ 0 h 162"/>
                <a:gd name="T36" fmla="*/ 0 w 703"/>
                <a:gd name="T37" fmla="*/ 1 h 162"/>
                <a:gd name="T38" fmla="*/ 0 w 703"/>
                <a:gd name="T39" fmla="*/ 1 h 162"/>
                <a:gd name="T40" fmla="*/ 1 w 703"/>
                <a:gd name="T41" fmla="*/ 1 h 162"/>
                <a:gd name="T42" fmla="*/ 1 w 703"/>
                <a:gd name="T43" fmla="*/ 1 h 162"/>
                <a:gd name="T44" fmla="*/ 1 w 703"/>
                <a:gd name="T45" fmla="*/ 1 h 162"/>
                <a:gd name="T46" fmla="*/ 2 w 703"/>
                <a:gd name="T47" fmla="*/ 1 h 162"/>
                <a:gd name="T48" fmla="*/ 2 w 703"/>
                <a:gd name="T49" fmla="*/ 1 h 162"/>
                <a:gd name="T50" fmla="*/ 2 w 703"/>
                <a:gd name="T51" fmla="*/ 1 h 162"/>
                <a:gd name="T52" fmla="*/ 3 w 703"/>
                <a:gd name="T53" fmla="*/ 1 h 162"/>
                <a:gd name="T54" fmla="*/ 3 w 703"/>
                <a:gd name="T55" fmla="*/ 1 h 162"/>
                <a:gd name="T56" fmla="*/ 3 w 703"/>
                <a:gd name="T57" fmla="*/ 1 h 162"/>
                <a:gd name="T58" fmla="*/ 4 w 703"/>
                <a:gd name="T59" fmla="*/ 1 h 162"/>
                <a:gd name="T60" fmla="*/ 4 w 703"/>
                <a:gd name="T61" fmla="*/ 1 h 162"/>
                <a:gd name="T62" fmla="*/ 5 w 703"/>
                <a:gd name="T63" fmla="*/ 1 h 162"/>
                <a:gd name="T64" fmla="*/ 5 w 703"/>
                <a:gd name="T65" fmla="*/ 1 h 162"/>
                <a:gd name="T66" fmla="*/ 5 w 703"/>
                <a:gd name="T67" fmla="*/ 1 h 162"/>
                <a:gd name="T68" fmla="*/ 5 w 703"/>
                <a:gd name="T69" fmla="*/ 1 h 162"/>
                <a:gd name="T70" fmla="*/ 5 w 703"/>
                <a:gd name="T71" fmla="*/ 1 h 162"/>
                <a:gd name="T72" fmla="*/ 5 w 703"/>
                <a:gd name="T73" fmla="*/ 1 h 162"/>
                <a:gd name="T74" fmla="*/ 5 w 703"/>
                <a:gd name="T75" fmla="*/ 1 h 162"/>
                <a:gd name="T76" fmla="*/ 6 w 703"/>
                <a:gd name="T77" fmla="*/ 0 h 162"/>
                <a:gd name="T78" fmla="*/ 6 w 703"/>
                <a:gd name="T79" fmla="*/ 0 h 162"/>
                <a:gd name="T80" fmla="*/ 6 w 703"/>
                <a:gd name="T81" fmla="*/ 0 h 162"/>
                <a:gd name="T82" fmla="*/ 5 w 703"/>
                <a:gd name="T83" fmla="*/ 0 h 162"/>
                <a:gd name="T84" fmla="*/ 5 w 703"/>
                <a:gd name="T85" fmla="*/ 0 h 162"/>
                <a:gd name="T86" fmla="*/ 5 w 703"/>
                <a:gd name="T87" fmla="*/ 0 h 162"/>
                <a:gd name="T88" fmla="*/ 5 w 703"/>
                <a:gd name="T89" fmla="*/ 0 h 162"/>
                <a:gd name="T90" fmla="*/ 5 w 703"/>
                <a:gd name="T91" fmla="*/ 0 h 162"/>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703"/>
                <a:gd name="T139" fmla="*/ 0 h 162"/>
                <a:gd name="T140" fmla="*/ 703 w 703"/>
                <a:gd name="T141" fmla="*/ 162 h 162"/>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703" h="162">
                  <a:moveTo>
                    <a:pt x="631" y="8"/>
                  </a:moveTo>
                  <a:lnTo>
                    <a:pt x="636" y="6"/>
                  </a:lnTo>
                  <a:lnTo>
                    <a:pt x="606" y="20"/>
                  </a:lnTo>
                  <a:lnTo>
                    <a:pt x="575" y="32"/>
                  </a:lnTo>
                  <a:lnTo>
                    <a:pt x="540" y="42"/>
                  </a:lnTo>
                  <a:lnTo>
                    <a:pt x="504" y="52"/>
                  </a:lnTo>
                  <a:lnTo>
                    <a:pt x="467" y="59"/>
                  </a:lnTo>
                  <a:lnTo>
                    <a:pt x="428" y="64"/>
                  </a:lnTo>
                  <a:lnTo>
                    <a:pt x="389" y="67"/>
                  </a:lnTo>
                  <a:lnTo>
                    <a:pt x="348" y="68"/>
                  </a:lnTo>
                  <a:lnTo>
                    <a:pt x="308" y="68"/>
                  </a:lnTo>
                  <a:lnTo>
                    <a:pt x="267" y="65"/>
                  </a:lnTo>
                  <a:lnTo>
                    <a:pt x="226" y="61"/>
                  </a:lnTo>
                  <a:lnTo>
                    <a:pt x="187" y="54"/>
                  </a:lnTo>
                  <a:lnTo>
                    <a:pt x="148" y="44"/>
                  </a:lnTo>
                  <a:lnTo>
                    <a:pt x="110" y="33"/>
                  </a:lnTo>
                  <a:lnTo>
                    <a:pt x="75" y="20"/>
                  </a:lnTo>
                  <a:lnTo>
                    <a:pt x="42" y="5"/>
                  </a:lnTo>
                  <a:lnTo>
                    <a:pt x="0" y="89"/>
                  </a:lnTo>
                  <a:lnTo>
                    <a:pt x="40" y="107"/>
                  </a:lnTo>
                  <a:lnTo>
                    <a:pt x="82" y="122"/>
                  </a:lnTo>
                  <a:lnTo>
                    <a:pt x="124" y="135"/>
                  </a:lnTo>
                  <a:lnTo>
                    <a:pt x="169" y="146"/>
                  </a:lnTo>
                  <a:lnTo>
                    <a:pt x="214" y="153"/>
                  </a:lnTo>
                  <a:lnTo>
                    <a:pt x="258" y="158"/>
                  </a:lnTo>
                  <a:lnTo>
                    <a:pt x="303" y="162"/>
                  </a:lnTo>
                  <a:lnTo>
                    <a:pt x="348" y="162"/>
                  </a:lnTo>
                  <a:lnTo>
                    <a:pt x="394" y="161"/>
                  </a:lnTo>
                  <a:lnTo>
                    <a:pt x="439" y="157"/>
                  </a:lnTo>
                  <a:lnTo>
                    <a:pt x="481" y="150"/>
                  </a:lnTo>
                  <a:lnTo>
                    <a:pt x="525" y="143"/>
                  </a:lnTo>
                  <a:lnTo>
                    <a:pt x="566" y="132"/>
                  </a:lnTo>
                  <a:lnTo>
                    <a:pt x="606" y="121"/>
                  </a:lnTo>
                  <a:lnTo>
                    <a:pt x="643" y="105"/>
                  </a:lnTo>
                  <a:lnTo>
                    <a:pt x="678" y="88"/>
                  </a:lnTo>
                  <a:lnTo>
                    <a:pt x="683" y="86"/>
                  </a:lnTo>
                  <a:lnTo>
                    <a:pt x="678" y="88"/>
                  </a:lnTo>
                  <a:lnTo>
                    <a:pt x="695" y="75"/>
                  </a:lnTo>
                  <a:lnTo>
                    <a:pt x="702" y="60"/>
                  </a:lnTo>
                  <a:lnTo>
                    <a:pt x="703" y="42"/>
                  </a:lnTo>
                  <a:lnTo>
                    <a:pt x="698" y="26"/>
                  </a:lnTo>
                  <a:lnTo>
                    <a:pt x="688" y="12"/>
                  </a:lnTo>
                  <a:lnTo>
                    <a:pt x="674" y="3"/>
                  </a:lnTo>
                  <a:lnTo>
                    <a:pt x="656" y="0"/>
                  </a:lnTo>
                  <a:lnTo>
                    <a:pt x="636" y="6"/>
                  </a:lnTo>
                  <a:lnTo>
                    <a:pt x="631"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0005" name="Freeform 35"/>
            <p:cNvSpPr>
              <a:spLocks/>
            </p:cNvSpPr>
            <p:nvPr/>
          </p:nvSpPr>
          <p:spPr bwMode="auto">
            <a:xfrm>
              <a:off x="1332" y="2204"/>
              <a:ext cx="283" cy="192"/>
            </a:xfrm>
            <a:custGeom>
              <a:avLst/>
              <a:gdLst>
                <a:gd name="T0" fmla="*/ 11 w 1415"/>
                <a:gd name="T1" fmla="*/ 0 h 960"/>
                <a:gd name="T2" fmla="*/ 11 w 1415"/>
                <a:gd name="T3" fmla="*/ 0 h 960"/>
                <a:gd name="T4" fmla="*/ 0 w 1415"/>
                <a:gd name="T5" fmla="*/ 7 h 960"/>
                <a:gd name="T6" fmla="*/ 0 w 1415"/>
                <a:gd name="T7" fmla="*/ 8 h 960"/>
                <a:gd name="T8" fmla="*/ 11 w 1415"/>
                <a:gd name="T9" fmla="*/ 1 h 960"/>
                <a:gd name="T10" fmla="*/ 11 w 1415"/>
                <a:gd name="T11" fmla="*/ 1 h 960"/>
                <a:gd name="T12" fmla="*/ 11 w 1415"/>
                <a:gd name="T13" fmla="*/ 1 h 960"/>
                <a:gd name="T14" fmla="*/ 11 w 1415"/>
                <a:gd name="T15" fmla="*/ 1 h 960"/>
                <a:gd name="T16" fmla="*/ 11 w 1415"/>
                <a:gd name="T17" fmla="*/ 0 h 960"/>
                <a:gd name="T18" fmla="*/ 11 w 1415"/>
                <a:gd name="T19" fmla="*/ 0 h 960"/>
                <a:gd name="T20" fmla="*/ 11 w 1415"/>
                <a:gd name="T21" fmla="*/ 0 h 960"/>
                <a:gd name="T22" fmla="*/ 11 w 1415"/>
                <a:gd name="T23" fmla="*/ 0 h 960"/>
                <a:gd name="T24" fmla="*/ 11 w 1415"/>
                <a:gd name="T25" fmla="*/ 0 h 960"/>
                <a:gd name="T26" fmla="*/ 11 w 1415"/>
                <a:gd name="T27" fmla="*/ 0 h 960"/>
                <a:gd name="T28" fmla="*/ 11 w 1415"/>
                <a:gd name="T29" fmla="*/ 0 h 960"/>
                <a:gd name="T30" fmla="*/ 11 w 1415"/>
                <a:gd name="T31" fmla="*/ 0 h 96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15"/>
                <a:gd name="T49" fmla="*/ 0 h 960"/>
                <a:gd name="T50" fmla="*/ 1415 w 1415"/>
                <a:gd name="T51" fmla="*/ 960 h 96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15" h="960">
                  <a:moveTo>
                    <a:pt x="1338" y="10"/>
                  </a:moveTo>
                  <a:lnTo>
                    <a:pt x="1342" y="8"/>
                  </a:lnTo>
                  <a:lnTo>
                    <a:pt x="0" y="882"/>
                  </a:lnTo>
                  <a:lnTo>
                    <a:pt x="52" y="960"/>
                  </a:lnTo>
                  <a:lnTo>
                    <a:pt x="1393" y="85"/>
                  </a:lnTo>
                  <a:lnTo>
                    <a:pt x="1397" y="83"/>
                  </a:lnTo>
                  <a:lnTo>
                    <a:pt x="1393" y="85"/>
                  </a:lnTo>
                  <a:lnTo>
                    <a:pt x="1409" y="71"/>
                  </a:lnTo>
                  <a:lnTo>
                    <a:pt x="1415" y="53"/>
                  </a:lnTo>
                  <a:lnTo>
                    <a:pt x="1413" y="37"/>
                  </a:lnTo>
                  <a:lnTo>
                    <a:pt x="1406" y="21"/>
                  </a:lnTo>
                  <a:lnTo>
                    <a:pt x="1395" y="8"/>
                  </a:lnTo>
                  <a:lnTo>
                    <a:pt x="1379" y="1"/>
                  </a:lnTo>
                  <a:lnTo>
                    <a:pt x="1361" y="0"/>
                  </a:lnTo>
                  <a:lnTo>
                    <a:pt x="1342" y="8"/>
                  </a:lnTo>
                  <a:lnTo>
                    <a:pt x="1338" y="1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0006" name="Freeform 36"/>
            <p:cNvSpPr>
              <a:spLocks/>
            </p:cNvSpPr>
            <p:nvPr/>
          </p:nvSpPr>
          <p:spPr bwMode="auto">
            <a:xfrm>
              <a:off x="1599" y="2057"/>
              <a:ext cx="80" cy="163"/>
            </a:xfrm>
            <a:custGeom>
              <a:avLst/>
              <a:gdLst>
                <a:gd name="T0" fmla="*/ 2 w 398"/>
                <a:gd name="T1" fmla="*/ 0 h 817"/>
                <a:gd name="T2" fmla="*/ 2 w 398"/>
                <a:gd name="T3" fmla="*/ 0 h 817"/>
                <a:gd name="T4" fmla="*/ 2 w 398"/>
                <a:gd name="T5" fmla="*/ 1 h 817"/>
                <a:gd name="T6" fmla="*/ 2 w 398"/>
                <a:gd name="T7" fmla="*/ 1 h 817"/>
                <a:gd name="T8" fmla="*/ 2 w 398"/>
                <a:gd name="T9" fmla="*/ 2 h 817"/>
                <a:gd name="T10" fmla="*/ 2 w 398"/>
                <a:gd name="T11" fmla="*/ 2 h 817"/>
                <a:gd name="T12" fmla="*/ 2 w 398"/>
                <a:gd name="T13" fmla="*/ 2 h 817"/>
                <a:gd name="T14" fmla="*/ 2 w 398"/>
                <a:gd name="T15" fmla="*/ 3 h 817"/>
                <a:gd name="T16" fmla="*/ 2 w 398"/>
                <a:gd name="T17" fmla="*/ 3 h 817"/>
                <a:gd name="T18" fmla="*/ 2 w 398"/>
                <a:gd name="T19" fmla="*/ 4 h 817"/>
                <a:gd name="T20" fmla="*/ 2 w 398"/>
                <a:gd name="T21" fmla="*/ 4 h 817"/>
                <a:gd name="T22" fmla="*/ 1 w 398"/>
                <a:gd name="T23" fmla="*/ 4 h 817"/>
                <a:gd name="T24" fmla="*/ 1 w 398"/>
                <a:gd name="T25" fmla="*/ 5 h 817"/>
                <a:gd name="T26" fmla="*/ 1 w 398"/>
                <a:gd name="T27" fmla="*/ 5 h 817"/>
                <a:gd name="T28" fmla="*/ 1 w 398"/>
                <a:gd name="T29" fmla="*/ 5 h 817"/>
                <a:gd name="T30" fmla="*/ 1 w 398"/>
                <a:gd name="T31" fmla="*/ 5 h 817"/>
                <a:gd name="T32" fmla="*/ 0 w 398"/>
                <a:gd name="T33" fmla="*/ 6 h 817"/>
                <a:gd name="T34" fmla="*/ 0 w 398"/>
                <a:gd name="T35" fmla="*/ 6 h 817"/>
                <a:gd name="T36" fmla="*/ 0 w 398"/>
                <a:gd name="T37" fmla="*/ 7 h 817"/>
                <a:gd name="T38" fmla="*/ 1 w 398"/>
                <a:gd name="T39" fmla="*/ 6 h 817"/>
                <a:gd name="T40" fmla="*/ 1 w 398"/>
                <a:gd name="T41" fmla="*/ 6 h 817"/>
                <a:gd name="T42" fmla="*/ 1 w 398"/>
                <a:gd name="T43" fmla="*/ 6 h 817"/>
                <a:gd name="T44" fmla="*/ 2 w 398"/>
                <a:gd name="T45" fmla="*/ 5 h 817"/>
                <a:gd name="T46" fmla="*/ 2 w 398"/>
                <a:gd name="T47" fmla="*/ 5 h 817"/>
                <a:gd name="T48" fmla="*/ 2 w 398"/>
                <a:gd name="T49" fmla="*/ 5 h 817"/>
                <a:gd name="T50" fmla="*/ 2 w 398"/>
                <a:gd name="T51" fmla="*/ 4 h 817"/>
                <a:gd name="T52" fmla="*/ 2 w 398"/>
                <a:gd name="T53" fmla="*/ 4 h 817"/>
                <a:gd name="T54" fmla="*/ 3 w 398"/>
                <a:gd name="T55" fmla="*/ 3 h 817"/>
                <a:gd name="T56" fmla="*/ 3 w 398"/>
                <a:gd name="T57" fmla="*/ 3 h 817"/>
                <a:gd name="T58" fmla="*/ 3 w 398"/>
                <a:gd name="T59" fmla="*/ 3 h 817"/>
                <a:gd name="T60" fmla="*/ 3 w 398"/>
                <a:gd name="T61" fmla="*/ 2 h 817"/>
                <a:gd name="T62" fmla="*/ 3 w 398"/>
                <a:gd name="T63" fmla="*/ 2 h 817"/>
                <a:gd name="T64" fmla="*/ 3 w 398"/>
                <a:gd name="T65" fmla="*/ 1 h 817"/>
                <a:gd name="T66" fmla="*/ 3 w 398"/>
                <a:gd name="T67" fmla="*/ 1 h 817"/>
                <a:gd name="T68" fmla="*/ 3 w 398"/>
                <a:gd name="T69" fmla="*/ 0 h 817"/>
                <a:gd name="T70" fmla="*/ 3 w 398"/>
                <a:gd name="T71" fmla="*/ 0 h 817"/>
                <a:gd name="T72" fmla="*/ 3 w 398"/>
                <a:gd name="T73" fmla="*/ 0 h 817"/>
                <a:gd name="T74" fmla="*/ 3 w 398"/>
                <a:gd name="T75" fmla="*/ 0 h 817"/>
                <a:gd name="T76" fmla="*/ 3 w 398"/>
                <a:gd name="T77" fmla="*/ 0 h 817"/>
                <a:gd name="T78" fmla="*/ 3 w 398"/>
                <a:gd name="T79" fmla="*/ 0 h 817"/>
                <a:gd name="T80" fmla="*/ 3 w 398"/>
                <a:gd name="T81" fmla="*/ 0 h 817"/>
                <a:gd name="T82" fmla="*/ 3 w 398"/>
                <a:gd name="T83" fmla="*/ 0 h 817"/>
                <a:gd name="T84" fmla="*/ 3 w 398"/>
                <a:gd name="T85" fmla="*/ 0 h 817"/>
                <a:gd name="T86" fmla="*/ 2 w 398"/>
                <a:gd name="T87" fmla="*/ 0 h 817"/>
                <a:gd name="T88" fmla="*/ 2 w 398"/>
                <a:gd name="T89" fmla="*/ 0 h 817"/>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398"/>
                <a:gd name="T136" fmla="*/ 0 h 817"/>
                <a:gd name="T137" fmla="*/ 398 w 398"/>
                <a:gd name="T138" fmla="*/ 817 h 817"/>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398" h="817">
                  <a:moveTo>
                    <a:pt x="304" y="47"/>
                  </a:moveTo>
                  <a:lnTo>
                    <a:pt x="304" y="47"/>
                  </a:lnTo>
                  <a:lnTo>
                    <a:pt x="301" y="97"/>
                  </a:lnTo>
                  <a:lnTo>
                    <a:pt x="297" y="147"/>
                  </a:lnTo>
                  <a:lnTo>
                    <a:pt x="291" y="198"/>
                  </a:lnTo>
                  <a:lnTo>
                    <a:pt x="280" y="247"/>
                  </a:lnTo>
                  <a:lnTo>
                    <a:pt x="268" y="297"/>
                  </a:lnTo>
                  <a:lnTo>
                    <a:pt x="253" y="347"/>
                  </a:lnTo>
                  <a:lnTo>
                    <a:pt x="236" y="395"/>
                  </a:lnTo>
                  <a:lnTo>
                    <a:pt x="217" y="442"/>
                  </a:lnTo>
                  <a:lnTo>
                    <a:pt x="195" y="487"/>
                  </a:lnTo>
                  <a:lnTo>
                    <a:pt x="171" y="532"/>
                  </a:lnTo>
                  <a:lnTo>
                    <a:pt x="147" y="574"/>
                  </a:lnTo>
                  <a:lnTo>
                    <a:pt x="121" y="613"/>
                  </a:lnTo>
                  <a:lnTo>
                    <a:pt x="93" y="650"/>
                  </a:lnTo>
                  <a:lnTo>
                    <a:pt x="64" y="684"/>
                  </a:lnTo>
                  <a:lnTo>
                    <a:pt x="32" y="716"/>
                  </a:lnTo>
                  <a:lnTo>
                    <a:pt x="0" y="744"/>
                  </a:lnTo>
                  <a:lnTo>
                    <a:pt x="59" y="817"/>
                  </a:lnTo>
                  <a:lnTo>
                    <a:pt x="95" y="784"/>
                  </a:lnTo>
                  <a:lnTo>
                    <a:pt x="132" y="748"/>
                  </a:lnTo>
                  <a:lnTo>
                    <a:pt x="166" y="709"/>
                  </a:lnTo>
                  <a:lnTo>
                    <a:pt x="196" y="667"/>
                  </a:lnTo>
                  <a:lnTo>
                    <a:pt x="227" y="623"/>
                  </a:lnTo>
                  <a:lnTo>
                    <a:pt x="253" y="576"/>
                  </a:lnTo>
                  <a:lnTo>
                    <a:pt x="279" y="530"/>
                  </a:lnTo>
                  <a:lnTo>
                    <a:pt x="301" y="479"/>
                  </a:lnTo>
                  <a:lnTo>
                    <a:pt x="323" y="428"/>
                  </a:lnTo>
                  <a:lnTo>
                    <a:pt x="342" y="375"/>
                  </a:lnTo>
                  <a:lnTo>
                    <a:pt x="359" y="321"/>
                  </a:lnTo>
                  <a:lnTo>
                    <a:pt x="372" y="268"/>
                  </a:lnTo>
                  <a:lnTo>
                    <a:pt x="382" y="212"/>
                  </a:lnTo>
                  <a:lnTo>
                    <a:pt x="391" y="157"/>
                  </a:lnTo>
                  <a:lnTo>
                    <a:pt x="395" y="102"/>
                  </a:lnTo>
                  <a:lnTo>
                    <a:pt x="398" y="47"/>
                  </a:lnTo>
                  <a:lnTo>
                    <a:pt x="394" y="27"/>
                  </a:lnTo>
                  <a:lnTo>
                    <a:pt x="383" y="11"/>
                  </a:lnTo>
                  <a:lnTo>
                    <a:pt x="368" y="3"/>
                  </a:lnTo>
                  <a:lnTo>
                    <a:pt x="351" y="0"/>
                  </a:lnTo>
                  <a:lnTo>
                    <a:pt x="333" y="3"/>
                  </a:lnTo>
                  <a:lnTo>
                    <a:pt x="319" y="11"/>
                  </a:lnTo>
                  <a:lnTo>
                    <a:pt x="307" y="27"/>
                  </a:lnTo>
                  <a:lnTo>
                    <a:pt x="304" y="4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0007" name="Freeform 37"/>
            <p:cNvSpPr>
              <a:spLocks/>
            </p:cNvSpPr>
            <p:nvPr/>
          </p:nvSpPr>
          <p:spPr bwMode="auto">
            <a:xfrm>
              <a:off x="1660" y="1701"/>
              <a:ext cx="19" cy="365"/>
            </a:xfrm>
            <a:custGeom>
              <a:avLst/>
              <a:gdLst>
                <a:gd name="T0" fmla="*/ 0 w 95"/>
                <a:gd name="T1" fmla="*/ 0 h 1826"/>
                <a:gd name="T2" fmla="*/ 0 w 95"/>
                <a:gd name="T3" fmla="*/ 0 h 1826"/>
                <a:gd name="T4" fmla="*/ 0 w 95"/>
                <a:gd name="T5" fmla="*/ 15 h 1826"/>
                <a:gd name="T6" fmla="*/ 1 w 95"/>
                <a:gd name="T7" fmla="*/ 15 h 1826"/>
                <a:gd name="T8" fmla="*/ 1 w 95"/>
                <a:gd name="T9" fmla="*/ 0 h 1826"/>
                <a:gd name="T10" fmla="*/ 1 w 95"/>
                <a:gd name="T11" fmla="*/ 0 h 1826"/>
                <a:gd name="T12" fmla="*/ 1 w 95"/>
                <a:gd name="T13" fmla="*/ 0 h 1826"/>
                <a:gd name="T14" fmla="*/ 1 w 95"/>
                <a:gd name="T15" fmla="*/ 0 h 1826"/>
                <a:gd name="T16" fmla="*/ 1 w 95"/>
                <a:gd name="T17" fmla="*/ 0 h 1826"/>
                <a:gd name="T18" fmla="*/ 1 w 95"/>
                <a:gd name="T19" fmla="*/ 0 h 1826"/>
                <a:gd name="T20" fmla="*/ 0 w 95"/>
                <a:gd name="T21" fmla="*/ 0 h 1826"/>
                <a:gd name="T22" fmla="*/ 0 w 95"/>
                <a:gd name="T23" fmla="*/ 0 h 1826"/>
                <a:gd name="T24" fmla="*/ 0 w 95"/>
                <a:gd name="T25" fmla="*/ 0 h 1826"/>
                <a:gd name="T26" fmla="*/ 0 w 95"/>
                <a:gd name="T27" fmla="*/ 0 h 1826"/>
                <a:gd name="T28" fmla="*/ 0 w 95"/>
                <a:gd name="T29" fmla="*/ 0 h 1826"/>
                <a:gd name="T30" fmla="*/ 0 w 95"/>
                <a:gd name="T31" fmla="*/ 0 h 182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95"/>
                <a:gd name="T49" fmla="*/ 0 h 1826"/>
                <a:gd name="T50" fmla="*/ 95 w 95"/>
                <a:gd name="T51" fmla="*/ 1826 h 182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95" h="1826">
                  <a:moveTo>
                    <a:pt x="0" y="49"/>
                  </a:moveTo>
                  <a:lnTo>
                    <a:pt x="0" y="47"/>
                  </a:lnTo>
                  <a:lnTo>
                    <a:pt x="1" y="1826"/>
                  </a:lnTo>
                  <a:lnTo>
                    <a:pt x="95" y="1826"/>
                  </a:lnTo>
                  <a:lnTo>
                    <a:pt x="93" y="47"/>
                  </a:lnTo>
                  <a:lnTo>
                    <a:pt x="93" y="45"/>
                  </a:lnTo>
                  <a:lnTo>
                    <a:pt x="93" y="47"/>
                  </a:lnTo>
                  <a:lnTo>
                    <a:pt x="90" y="27"/>
                  </a:lnTo>
                  <a:lnTo>
                    <a:pt x="79" y="12"/>
                  </a:lnTo>
                  <a:lnTo>
                    <a:pt x="64" y="4"/>
                  </a:lnTo>
                  <a:lnTo>
                    <a:pt x="47" y="0"/>
                  </a:lnTo>
                  <a:lnTo>
                    <a:pt x="29" y="4"/>
                  </a:lnTo>
                  <a:lnTo>
                    <a:pt x="15" y="12"/>
                  </a:lnTo>
                  <a:lnTo>
                    <a:pt x="3" y="27"/>
                  </a:lnTo>
                  <a:lnTo>
                    <a:pt x="0" y="47"/>
                  </a:lnTo>
                  <a:lnTo>
                    <a:pt x="0" y="4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0008" name="Freeform 38"/>
            <p:cNvSpPr>
              <a:spLocks/>
            </p:cNvSpPr>
            <p:nvPr/>
          </p:nvSpPr>
          <p:spPr bwMode="auto">
            <a:xfrm>
              <a:off x="1598" y="1598"/>
              <a:ext cx="81" cy="113"/>
            </a:xfrm>
            <a:custGeom>
              <a:avLst/>
              <a:gdLst>
                <a:gd name="T0" fmla="*/ 0 w 401"/>
                <a:gd name="T1" fmla="*/ 1 h 566"/>
                <a:gd name="T2" fmla="*/ 0 w 401"/>
                <a:gd name="T3" fmla="*/ 1 h 566"/>
                <a:gd name="T4" fmla="*/ 0 w 401"/>
                <a:gd name="T5" fmla="*/ 1 h 566"/>
                <a:gd name="T6" fmla="*/ 1 w 401"/>
                <a:gd name="T7" fmla="*/ 1 h 566"/>
                <a:gd name="T8" fmla="*/ 1 w 401"/>
                <a:gd name="T9" fmla="*/ 1 h 566"/>
                <a:gd name="T10" fmla="*/ 1 w 401"/>
                <a:gd name="T11" fmla="*/ 1 h 566"/>
                <a:gd name="T12" fmla="*/ 1 w 401"/>
                <a:gd name="T13" fmla="*/ 2 h 566"/>
                <a:gd name="T14" fmla="*/ 1 w 401"/>
                <a:gd name="T15" fmla="*/ 2 h 566"/>
                <a:gd name="T16" fmla="*/ 2 w 401"/>
                <a:gd name="T17" fmla="*/ 2 h 566"/>
                <a:gd name="T18" fmla="*/ 2 w 401"/>
                <a:gd name="T19" fmla="*/ 2 h 566"/>
                <a:gd name="T20" fmla="*/ 2 w 401"/>
                <a:gd name="T21" fmla="*/ 2 h 566"/>
                <a:gd name="T22" fmla="*/ 2 w 401"/>
                <a:gd name="T23" fmla="*/ 3 h 566"/>
                <a:gd name="T24" fmla="*/ 2 w 401"/>
                <a:gd name="T25" fmla="*/ 3 h 566"/>
                <a:gd name="T26" fmla="*/ 2 w 401"/>
                <a:gd name="T27" fmla="*/ 3 h 566"/>
                <a:gd name="T28" fmla="*/ 2 w 401"/>
                <a:gd name="T29" fmla="*/ 4 h 566"/>
                <a:gd name="T30" fmla="*/ 2 w 401"/>
                <a:gd name="T31" fmla="*/ 4 h 566"/>
                <a:gd name="T32" fmla="*/ 2 w 401"/>
                <a:gd name="T33" fmla="*/ 4 h 566"/>
                <a:gd name="T34" fmla="*/ 3 w 401"/>
                <a:gd name="T35" fmla="*/ 5 h 566"/>
                <a:gd name="T36" fmla="*/ 3 w 401"/>
                <a:gd name="T37" fmla="*/ 4 h 566"/>
                <a:gd name="T38" fmla="*/ 3 w 401"/>
                <a:gd name="T39" fmla="*/ 4 h 566"/>
                <a:gd name="T40" fmla="*/ 3 w 401"/>
                <a:gd name="T41" fmla="*/ 4 h 566"/>
                <a:gd name="T42" fmla="*/ 3 w 401"/>
                <a:gd name="T43" fmla="*/ 3 h 566"/>
                <a:gd name="T44" fmla="*/ 3 w 401"/>
                <a:gd name="T45" fmla="*/ 3 h 566"/>
                <a:gd name="T46" fmla="*/ 3 w 401"/>
                <a:gd name="T47" fmla="*/ 3 h 566"/>
                <a:gd name="T48" fmla="*/ 3 w 401"/>
                <a:gd name="T49" fmla="*/ 2 h 566"/>
                <a:gd name="T50" fmla="*/ 3 w 401"/>
                <a:gd name="T51" fmla="*/ 2 h 566"/>
                <a:gd name="T52" fmla="*/ 2 w 401"/>
                <a:gd name="T53" fmla="*/ 2 h 566"/>
                <a:gd name="T54" fmla="*/ 2 w 401"/>
                <a:gd name="T55" fmla="*/ 2 h 566"/>
                <a:gd name="T56" fmla="*/ 2 w 401"/>
                <a:gd name="T57" fmla="*/ 1 h 566"/>
                <a:gd name="T58" fmla="*/ 2 w 401"/>
                <a:gd name="T59" fmla="*/ 1 h 566"/>
                <a:gd name="T60" fmla="*/ 2 w 401"/>
                <a:gd name="T61" fmla="*/ 1 h 566"/>
                <a:gd name="T62" fmla="*/ 1 w 401"/>
                <a:gd name="T63" fmla="*/ 1 h 566"/>
                <a:gd name="T64" fmla="*/ 1 w 401"/>
                <a:gd name="T65" fmla="*/ 0 h 566"/>
                <a:gd name="T66" fmla="*/ 1 w 401"/>
                <a:gd name="T67" fmla="*/ 0 h 566"/>
                <a:gd name="T68" fmla="*/ 1 w 401"/>
                <a:gd name="T69" fmla="*/ 0 h 566"/>
                <a:gd name="T70" fmla="*/ 1 w 401"/>
                <a:gd name="T71" fmla="*/ 0 h 566"/>
                <a:gd name="T72" fmla="*/ 1 w 401"/>
                <a:gd name="T73" fmla="*/ 0 h 566"/>
                <a:gd name="T74" fmla="*/ 0 w 401"/>
                <a:gd name="T75" fmla="*/ 0 h 566"/>
                <a:gd name="T76" fmla="*/ 0 w 401"/>
                <a:gd name="T77" fmla="*/ 0 h 566"/>
                <a:gd name="T78" fmla="*/ 0 w 401"/>
                <a:gd name="T79" fmla="*/ 0 h 566"/>
                <a:gd name="T80" fmla="*/ 0 w 401"/>
                <a:gd name="T81" fmla="*/ 0 h 566"/>
                <a:gd name="T82" fmla="*/ 0 w 401"/>
                <a:gd name="T83" fmla="*/ 0 h 566"/>
                <a:gd name="T84" fmla="*/ 0 w 401"/>
                <a:gd name="T85" fmla="*/ 0 h 566"/>
                <a:gd name="T86" fmla="*/ 0 w 401"/>
                <a:gd name="T87" fmla="*/ 1 h 566"/>
                <a:gd name="T88" fmla="*/ 0 w 401"/>
                <a:gd name="T89" fmla="*/ 1 h 56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401"/>
                <a:gd name="T136" fmla="*/ 0 h 566"/>
                <a:gd name="T137" fmla="*/ 401 w 401"/>
                <a:gd name="T138" fmla="*/ 566 h 566"/>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401" h="566">
                  <a:moveTo>
                    <a:pt x="23" y="88"/>
                  </a:moveTo>
                  <a:lnTo>
                    <a:pt x="23" y="88"/>
                  </a:lnTo>
                  <a:lnTo>
                    <a:pt x="53" y="107"/>
                  </a:lnTo>
                  <a:lnTo>
                    <a:pt x="83" y="125"/>
                  </a:lnTo>
                  <a:lnTo>
                    <a:pt x="108" y="147"/>
                  </a:lnTo>
                  <a:lnTo>
                    <a:pt x="135" y="171"/>
                  </a:lnTo>
                  <a:lnTo>
                    <a:pt x="160" y="196"/>
                  </a:lnTo>
                  <a:lnTo>
                    <a:pt x="182" y="223"/>
                  </a:lnTo>
                  <a:lnTo>
                    <a:pt x="205" y="251"/>
                  </a:lnTo>
                  <a:lnTo>
                    <a:pt x="223" y="281"/>
                  </a:lnTo>
                  <a:lnTo>
                    <a:pt x="240" y="312"/>
                  </a:lnTo>
                  <a:lnTo>
                    <a:pt x="256" y="345"/>
                  </a:lnTo>
                  <a:lnTo>
                    <a:pt x="270" y="379"/>
                  </a:lnTo>
                  <a:lnTo>
                    <a:pt x="282" y="414"/>
                  </a:lnTo>
                  <a:lnTo>
                    <a:pt x="291" y="450"/>
                  </a:lnTo>
                  <a:lnTo>
                    <a:pt x="299" y="488"/>
                  </a:lnTo>
                  <a:lnTo>
                    <a:pt x="304" y="526"/>
                  </a:lnTo>
                  <a:lnTo>
                    <a:pt x="308" y="566"/>
                  </a:lnTo>
                  <a:lnTo>
                    <a:pt x="401" y="562"/>
                  </a:lnTo>
                  <a:lnTo>
                    <a:pt x="398" y="517"/>
                  </a:lnTo>
                  <a:lnTo>
                    <a:pt x="391" y="471"/>
                  </a:lnTo>
                  <a:lnTo>
                    <a:pt x="383" y="429"/>
                  </a:lnTo>
                  <a:lnTo>
                    <a:pt x="371" y="386"/>
                  </a:lnTo>
                  <a:lnTo>
                    <a:pt x="357" y="346"/>
                  </a:lnTo>
                  <a:lnTo>
                    <a:pt x="340" y="307"/>
                  </a:lnTo>
                  <a:lnTo>
                    <a:pt x="324" y="270"/>
                  </a:lnTo>
                  <a:lnTo>
                    <a:pt x="303" y="232"/>
                  </a:lnTo>
                  <a:lnTo>
                    <a:pt x="280" y="197"/>
                  </a:lnTo>
                  <a:lnTo>
                    <a:pt x="255" y="164"/>
                  </a:lnTo>
                  <a:lnTo>
                    <a:pt x="228" y="132"/>
                  </a:lnTo>
                  <a:lnTo>
                    <a:pt x="199" y="103"/>
                  </a:lnTo>
                  <a:lnTo>
                    <a:pt x="169" y="76"/>
                  </a:lnTo>
                  <a:lnTo>
                    <a:pt x="137" y="50"/>
                  </a:lnTo>
                  <a:lnTo>
                    <a:pt x="103" y="27"/>
                  </a:lnTo>
                  <a:lnTo>
                    <a:pt x="67" y="6"/>
                  </a:lnTo>
                  <a:lnTo>
                    <a:pt x="48" y="0"/>
                  </a:lnTo>
                  <a:lnTo>
                    <a:pt x="30" y="2"/>
                  </a:lnTo>
                  <a:lnTo>
                    <a:pt x="16" y="12"/>
                  </a:lnTo>
                  <a:lnTo>
                    <a:pt x="5" y="25"/>
                  </a:lnTo>
                  <a:lnTo>
                    <a:pt x="0" y="41"/>
                  </a:lnTo>
                  <a:lnTo>
                    <a:pt x="0" y="59"/>
                  </a:lnTo>
                  <a:lnTo>
                    <a:pt x="8" y="75"/>
                  </a:lnTo>
                  <a:lnTo>
                    <a:pt x="23"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0009" name="Freeform 39"/>
            <p:cNvSpPr>
              <a:spLocks/>
            </p:cNvSpPr>
            <p:nvPr/>
          </p:nvSpPr>
          <p:spPr bwMode="auto">
            <a:xfrm>
              <a:off x="1346" y="1455"/>
              <a:ext cx="266" cy="160"/>
            </a:xfrm>
            <a:custGeom>
              <a:avLst/>
              <a:gdLst>
                <a:gd name="T0" fmla="*/ 0 w 1330"/>
                <a:gd name="T1" fmla="*/ 1 h 801"/>
                <a:gd name="T2" fmla="*/ 0 w 1330"/>
                <a:gd name="T3" fmla="*/ 1 h 801"/>
                <a:gd name="T4" fmla="*/ 10 w 1330"/>
                <a:gd name="T5" fmla="*/ 6 h 801"/>
                <a:gd name="T6" fmla="*/ 11 w 1330"/>
                <a:gd name="T7" fmla="*/ 6 h 801"/>
                <a:gd name="T8" fmla="*/ 1 w 1330"/>
                <a:gd name="T9" fmla="*/ 0 h 801"/>
                <a:gd name="T10" fmla="*/ 1 w 1330"/>
                <a:gd name="T11" fmla="*/ 0 h 801"/>
                <a:gd name="T12" fmla="*/ 1 w 1330"/>
                <a:gd name="T13" fmla="*/ 0 h 801"/>
                <a:gd name="T14" fmla="*/ 0 w 1330"/>
                <a:gd name="T15" fmla="*/ 0 h 801"/>
                <a:gd name="T16" fmla="*/ 0 w 1330"/>
                <a:gd name="T17" fmla="*/ 0 h 801"/>
                <a:gd name="T18" fmla="*/ 0 w 1330"/>
                <a:gd name="T19" fmla="*/ 0 h 801"/>
                <a:gd name="T20" fmla="*/ 0 w 1330"/>
                <a:gd name="T21" fmla="*/ 0 h 801"/>
                <a:gd name="T22" fmla="*/ 0 w 1330"/>
                <a:gd name="T23" fmla="*/ 0 h 801"/>
                <a:gd name="T24" fmla="*/ 0 w 1330"/>
                <a:gd name="T25" fmla="*/ 0 h 801"/>
                <a:gd name="T26" fmla="*/ 0 w 1330"/>
                <a:gd name="T27" fmla="*/ 1 h 801"/>
                <a:gd name="T28" fmla="*/ 0 w 1330"/>
                <a:gd name="T29" fmla="*/ 1 h 801"/>
                <a:gd name="T30" fmla="*/ 0 w 1330"/>
                <a:gd name="T31" fmla="*/ 1 h 801"/>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30"/>
                <a:gd name="T49" fmla="*/ 0 h 801"/>
                <a:gd name="T50" fmla="*/ 1330 w 1330"/>
                <a:gd name="T51" fmla="*/ 801 h 801"/>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30" h="801">
                  <a:moveTo>
                    <a:pt x="24" y="88"/>
                  </a:moveTo>
                  <a:lnTo>
                    <a:pt x="23" y="88"/>
                  </a:lnTo>
                  <a:lnTo>
                    <a:pt x="1286" y="801"/>
                  </a:lnTo>
                  <a:lnTo>
                    <a:pt x="1330" y="719"/>
                  </a:lnTo>
                  <a:lnTo>
                    <a:pt x="67" y="6"/>
                  </a:lnTo>
                  <a:lnTo>
                    <a:pt x="66" y="6"/>
                  </a:lnTo>
                  <a:lnTo>
                    <a:pt x="67" y="6"/>
                  </a:lnTo>
                  <a:lnTo>
                    <a:pt x="48" y="0"/>
                  </a:lnTo>
                  <a:lnTo>
                    <a:pt x="30" y="2"/>
                  </a:lnTo>
                  <a:lnTo>
                    <a:pt x="16" y="12"/>
                  </a:lnTo>
                  <a:lnTo>
                    <a:pt x="5" y="25"/>
                  </a:lnTo>
                  <a:lnTo>
                    <a:pt x="0" y="41"/>
                  </a:lnTo>
                  <a:lnTo>
                    <a:pt x="0" y="59"/>
                  </a:lnTo>
                  <a:lnTo>
                    <a:pt x="8" y="75"/>
                  </a:lnTo>
                  <a:lnTo>
                    <a:pt x="23" y="88"/>
                  </a:lnTo>
                  <a:lnTo>
                    <a:pt x="24"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0010" name="Freeform 40"/>
            <p:cNvSpPr>
              <a:spLocks/>
            </p:cNvSpPr>
            <p:nvPr/>
          </p:nvSpPr>
          <p:spPr bwMode="auto">
            <a:xfrm>
              <a:off x="1198" y="1439"/>
              <a:ext cx="161" cy="35"/>
            </a:xfrm>
            <a:custGeom>
              <a:avLst/>
              <a:gdLst>
                <a:gd name="T0" fmla="*/ 1 w 806"/>
                <a:gd name="T1" fmla="*/ 1 h 177"/>
                <a:gd name="T2" fmla="*/ 1 w 806"/>
                <a:gd name="T3" fmla="*/ 1 h 177"/>
                <a:gd name="T4" fmla="*/ 1 w 806"/>
                <a:gd name="T5" fmla="*/ 1 h 177"/>
                <a:gd name="T6" fmla="*/ 1 w 806"/>
                <a:gd name="T7" fmla="*/ 1 h 177"/>
                <a:gd name="T8" fmla="*/ 2 w 806"/>
                <a:gd name="T9" fmla="*/ 1 h 177"/>
                <a:gd name="T10" fmla="*/ 2 w 806"/>
                <a:gd name="T11" fmla="*/ 1 h 177"/>
                <a:gd name="T12" fmla="*/ 2 w 806"/>
                <a:gd name="T13" fmla="*/ 1 h 177"/>
                <a:gd name="T14" fmla="*/ 3 w 806"/>
                <a:gd name="T15" fmla="*/ 1 h 177"/>
                <a:gd name="T16" fmla="*/ 3 w 806"/>
                <a:gd name="T17" fmla="*/ 1 h 177"/>
                <a:gd name="T18" fmla="*/ 3 w 806"/>
                <a:gd name="T19" fmla="*/ 1 h 177"/>
                <a:gd name="T20" fmla="*/ 4 w 806"/>
                <a:gd name="T21" fmla="*/ 1 h 177"/>
                <a:gd name="T22" fmla="*/ 4 w 806"/>
                <a:gd name="T23" fmla="*/ 1 h 177"/>
                <a:gd name="T24" fmla="*/ 5 w 806"/>
                <a:gd name="T25" fmla="*/ 1 h 177"/>
                <a:gd name="T26" fmla="*/ 5 w 806"/>
                <a:gd name="T27" fmla="*/ 1 h 177"/>
                <a:gd name="T28" fmla="*/ 5 w 806"/>
                <a:gd name="T29" fmla="*/ 1 h 177"/>
                <a:gd name="T30" fmla="*/ 6 w 806"/>
                <a:gd name="T31" fmla="*/ 1 h 177"/>
                <a:gd name="T32" fmla="*/ 6 w 806"/>
                <a:gd name="T33" fmla="*/ 1 h 177"/>
                <a:gd name="T34" fmla="*/ 6 w 806"/>
                <a:gd name="T35" fmla="*/ 1 h 177"/>
                <a:gd name="T36" fmla="*/ 6 w 806"/>
                <a:gd name="T37" fmla="*/ 1 h 177"/>
                <a:gd name="T38" fmla="*/ 6 w 806"/>
                <a:gd name="T39" fmla="*/ 1 h 177"/>
                <a:gd name="T40" fmla="*/ 6 w 806"/>
                <a:gd name="T41" fmla="*/ 0 h 177"/>
                <a:gd name="T42" fmla="*/ 5 w 806"/>
                <a:gd name="T43" fmla="*/ 0 h 177"/>
                <a:gd name="T44" fmla="*/ 5 w 806"/>
                <a:gd name="T45" fmla="*/ 0 h 177"/>
                <a:gd name="T46" fmla="*/ 5 w 806"/>
                <a:gd name="T47" fmla="*/ 0 h 177"/>
                <a:gd name="T48" fmla="*/ 4 w 806"/>
                <a:gd name="T49" fmla="*/ 0 h 177"/>
                <a:gd name="T50" fmla="*/ 4 w 806"/>
                <a:gd name="T51" fmla="*/ 0 h 177"/>
                <a:gd name="T52" fmla="*/ 3 w 806"/>
                <a:gd name="T53" fmla="*/ 0 h 177"/>
                <a:gd name="T54" fmla="*/ 3 w 806"/>
                <a:gd name="T55" fmla="*/ 0 h 177"/>
                <a:gd name="T56" fmla="*/ 3 w 806"/>
                <a:gd name="T57" fmla="*/ 0 h 177"/>
                <a:gd name="T58" fmla="*/ 2 w 806"/>
                <a:gd name="T59" fmla="*/ 0 h 177"/>
                <a:gd name="T60" fmla="*/ 2 w 806"/>
                <a:gd name="T61" fmla="*/ 0 h 177"/>
                <a:gd name="T62" fmla="*/ 1 w 806"/>
                <a:gd name="T63" fmla="*/ 0 h 177"/>
                <a:gd name="T64" fmla="*/ 1 w 806"/>
                <a:gd name="T65" fmla="*/ 0 h 177"/>
                <a:gd name="T66" fmla="*/ 1 w 806"/>
                <a:gd name="T67" fmla="*/ 1 h 177"/>
                <a:gd name="T68" fmla="*/ 0 w 806"/>
                <a:gd name="T69" fmla="*/ 1 h 177"/>
                <a:gd name="T70" fmla="*/ 0 w 806"/>
                <a:gd name="T71" fmla="*/ 1 h 177"/>
                <a:gd name="T72" fmla="*/ 0 w 806"/>
                <a:gd name="T73" fmla="*/ 1 h 177"/>
                <a:gd name="T74" fmla="*/ 0 w 806"/>
                <a:gd name="T75" fmla="*/ 1 h 177"/>
                <a:gd name="T76" fmla="*/ 0 w 806"/>
                <a:gd name="T77" fmla="*/ 1 h 177"/>
                <a:gd name="T78" fmla="*/ 0 w 806"/>
                <a:gd name="T79" fmla="*/ 1 h 177"/>
                <a:gd name="T80" fmla="*/ 0 w 806"/>
                <a:gd name="T81" fmla="*/ 1 h 177"/>
                <a:gd name="T82" fmla="*/ 0 w 806"/>
                <a:gd name="T83" fmla="*/ 1 h 177"/>
                <a:gd name="T84" fmla="*/ 0 w 806"/>
                <a:gd name="T85" fmla="*/ 1 h 177"/>
                <a:gd name="T86" fmla="*/ 0 w 806"/>
                <a:gd name="T87" fmla="*/ 1 h 177"/>
                <a:gd name="T88" fmla="*/ 1 w 806"/>
                <a:gd name="T89" fmla="*/ 1 h 177"/>
                <a:gd name="T90" fmla="*/ 1 w 806"/>
                <a:gd name="T91" fmla="*/ 1 h 17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806"/>
                <a:gd name="T139" fmla="*/ 0 h 177"/>
                <a:gd name="T140" fmla="*/ 806 w 806"/>
                <a:gd name="T141" fmla="*/ 177 h 17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806" h="177">
                  <a:moveTo>
                    <a:pt x="67" y="171"/>
                  </a:moveTo>
                  <a:lnTo>
                    <a:pt x="68" y="171"/>
                  </a:lnTo>
                  <a:lnTo>
                    <a:pt x="109" y="151"/>
                  </a:lnTo>
                  <a:lnTo>
                    <a:pt x="151" y="135"/>
                  </a:lnTo>
                  <a:lnTo>
                    <a:pt x="196" y="122"/>
                  </a:lnTo>
                  <a:lnTo>
                    <a:pt x="242" y="110"/>
                  </a:lnTo>
                  <a:lnTo>
                    <a:pt x="287" y="102"/>
                  </a:lnTo>
                  <a:lnTo>
                    <a:pt x="335" y="97"/>
                  </a:lnTo>
                  <a:lnTo>
                    <a:pt x="382" y="95"/>
                  </a:lnTo>
                  <a:lnTo>
                    <a:pt x="430" y="94"/>
                  </a:lnTo>
                  <a:lnTo>
                    <a:pt x="477" y="97"/>
                  </a:lnTo>
                  <a:lnTo>
                    <a:pt x="524" y="102"/>
                  </a:lnTo>
                  <a:lnTo>
                    <a:pt x="568" y="108"/>
                  </a:lnTo>
                  <a:lnTo>
                    <a:pt x="612" y="117"/>
                  </a:lnTo>
                  <a:lnTo>
                    <a:pt x="654" y="128"/>
                  </a:lnTo>
                  <a:lnTo>
                    <a:pt x="693" y="141"/>
                  </a:lnTo>
                  <a:lnTo>
                    <a:pt x="730" y="155"/>
                  </a:lnTo>
                  <a:lnTo>
                    <a:pt x="764" y="171"/>
                  </a:lnTo>
                  <a:lnTo>
                    <a:pt x="806" y="89"/>
                  </a:lnTo>
                  <a:lnTo>
                    <a:pt x="768" y="70"/>
                  </a:lnTo>
                  <a:lnTo>
                    <a:pt x="725" y="54"/>
                  </a:lnTo>
                  <a:lnTo>
                    <a:pt x="680" y="39"/>
                  </a:lnTo>
                  <a:lnTo>
                    <a:pt x="633" y="26"/>
                  </a:lnTo>
                  <a:lnTo>
                    <a:pt x="585" y="16"/>
                  </a:lnTo>
                  <a:lnTo>
                    <a:pt x="536" y="8"/>
                  </a:lnTo>
                  <a:lnTo>
                    <a:pt x="484" y="3"/>
                  </a:lnTo>
                  <a:lnTo>
                    <a:pt x="433" y="0"/>
                  </a:lnTo>
                  <a:lnTo>
                    <a:pt x="380" y="1"/>
                  </a:lnTo>
                  <a:lnTo>
                    <a:pt x="328" y="3"/>
                  </a:lnTo>
                  <a:lnTo>
                    <a:pt x="276" y="10"/>
                  </a:lnTo>
                  <a:lnTo>
                    <a:pt x="223" y="19"/>
                  </a:lnTo>
                  <a:lnTo>
                    <a:pt x="172" y="30"/>
                  </a:lnTo>
                  <a:lnTo>
                    <a:pt x="121" y="46"/>
                  </a:lnTo>
                  <a:lnTo>
                    <a:pt x="72" y="67"/>
                  </a:lnTo>
                  <a:lnTo>
                    <a:pt x="24" y="89"/>
                  </a:lnTo>
                  <a:lnTo>
                    <a:pt x="25" y="89"/>
                  </a:lnTo>
                  <a:lnTo>
                    <a:pt x="24" y="89"/>
                  </a:lnTo>
                  <a:lnTo>
                    <a:pt x="8" y="102"/>
                  </a:lnTo>
                  <a:lnTo>
                    <a:pt x="0" y="118"/>
                  </a:lnTo>
                  <a:lnTo>
                    <a:pt x="0" y="136"/>
                  </a:lnTo>
                  <a:lnTo>
                    <a:pt x="6" y="152"/>
                  </a:lnTo>
                  <a:lnTo>
                    <a:pt x="17" y="165"/>
                  </a:lnTo>
                  <a:lnTo>
                    <a:pt x="31" y="175"/>
                  </a:lnTo>
                  <a:lnTo>
                    <a:pt x="48" y="177"/>
                  </a:lnTo>
                  <a:lnTo>
                    <a:pt x="68" y="171"/>
                  </a:lnTo>
                  <a:lnTo>
                    <a:pt x="67" y="1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0011" name="Freeform 41"/>
            <p:cNvSpPr>
              <a:spLocks/>
            </p:cNvSpPr>
            <p:nvPr/>
          </p:nvSpPr>
          <p:spPr bwMode="auto">
            <a:xfrm>
              <a:off x="931" y="1456"/>
              <a:ext cx="280" cy="158"/>
            </a:xfrm>
            <a:custGeom>
              <a:avLst/>
              <a:gdLst>
                <a:gd name="T0" fmla="*/ 1 w 1402"/>
                <a:gd name="T1" fmla="*/ 6 h 787"/>
                <a:gd name="T2" fmla="*/ 1 w 1402"/>
                <a:gd name="T3" fmla="*/ 6 h 787"/>
                <a:gd name="T4" fmla="*/ 11 w 1402"/>
                <a:gd name="T5" fmla="*/ 1 h 787"/>
                <a:gd name="T6" fmla="*/ 11 w 1402"/>
                <a:gd name="T7" fmla="*/ 0 h 787"/>
                <a:gd name="T8" fmla="*/ 0 w 1402"/>
                <a:gd name="T9" fmla="*/ 6 h 787"/>
                <a:gd name="T10" fmla="*/ 0 w 1402"/>
                <a:gd name="T11" fmla="*/ 6 h 787"/>
                <a:gd name="T12" fmla="*/ 0 w 1402"/>
                <a:gd name="T13" fmla="*/ 6 h 787"/>
                <a:gd name="T14" fmla="*/ 0 w 1402"/>
                <a:gd name="T15" fmla="*/ 6 h 787"/>
                <a:gd name="T16" fmla="*/ 0 w 1402"/>
                <a:gd name="T17" fmla="*/ 6 h 787"/>
                <a:gd name="T18" fmla="*/ 0 w 1402"/>
                <a:gd name="T19" fmla="*/ 6 h 787"/>
                <a:gd name="T20" fmla="*/ 0 w 1402"/>
                <a:gd name="T21" fmla="*/ 6 h 787"/>
                <a:gd name="T22" fmla="*/ 0 w 1402"/>
                <a:gd name="T23" fmla="*/ 6 h 787"/>
                <a:gd name="T24" fmla="*/ 0 w 1402"/>
                <a:gd name="T25" fmla="*/ 6 h 787"/>
                <a:gd name="T26" fmla="*/ 0 w 1402"/>
                <a:gd name="T27" fmla="*/ 6 h 787"/>
                <a:gd name="T28" fmla="*/ 1 w 1402"/>
                <a:gd name="T29" fmla="*/ 6 h 787"/>
                <a:gd name="T30" fmla="*/ 1 w 1402"/>
                <a:gd name="T31" fmla="*/ 6 h 78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02"/>
                <a:gd name="T49" fmla="*/ 0 h 787"/>
                <a:gd name="T50" fmla="*/ 1402 w 1402"/>
                <a:gd name="T51" fmla="*/ 787 h 78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02" h="787">
                  <a:moveTo>
                    <a:pt x="69" y="781"/>
                  </a:moveTo>
                  <a:lnTo>
                    <a:pt x="66" y="781"/>
                  </a:lnTo>
                  <a:lnTo>
                    <a:pt x="1402" y="82"/>
                  </a:lnTo>
                  <a:lnTo>
                    <a:pt x="1360" y="0"/>
                  </a:lnTo>
                  <a:lnTo>
                    <a:pt x="24" y="699"/>
                  </a:lnTo>
                  <a:lnTo>
                    <a:pt x="22" y="699"/>
                  </a:lnTo>
                  <a:lnTo>
                    <a:pt x="24" y="699"/>
                  </a:lnTo>
                  <a:lnTo>
                    <a:pt x="8" y="712"/>
                  </a:lnTo>
                  <a:lnTo>
                    <a:pt x="1" y="727"/>
                  </a:lnTo>
                  <a:lnTo>
                    <a:pt x="0" y="744"/>
                  </a:lnTo>
                  <a:lnTo>
                    <a:pt x="5" y="761"/>
                  </a:lnTo>
                  <a:lnTo>
                    <a:pt x="15" y="775"/>
                  </a:lnTo>
                  <a:lnTo>
                    <a:pt x="30" y="784"/>
                  </a:lnTo>
                  <a:lnTo>
                    <a:pt x="46" y="787"/>
                  </a:lnTo>
                  <a:lnTo>
                    <a:pt x="66" y="781"/>
                  </a:lnTo>
                  <a:lnTo>
                    <a:pt x="69" y="7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0012" name="Freeform 42"/>
            <p:cNvSpPr>
              <a:spLocks/>
            </p:cNvSpPr>
            <p:nvPr/>
          </p:nvSpPr>
          <p:spPr bwMode="auto">
            <a:xfrm>
              <a:off x="868" y="1596"/>
              <a:ext cx="77" cy="126"/>
            </a:xfrm>
            <a:custGeom>
              <a:avLst/>
              <a:gdLst>
                <a:gd name="T0" fmla="*/ 1 w 382"/>
                <a:gd name="T1" fmla="*/ 5 h 628"/>
                <a:gd name="T2" fmla="*/ 1 w 382"/>
                <a:gd name="T3" fmla="*/ 5 h 628"/>
                <a:gd name="T4" fmla="*/ 1 w 382"/>
                <a:gd name="T5" fmla="*/ 4 h 628"/>
                <a:gd name="T6" fmla="*/ 1 w 382"/>
                <a:gd name="T7" fmla="*/ 4 h 628"/>
                <a:gd name="T8" fmla="*/ 1 w 382"/>
                <a:gd name="T9" fmla="*/ 4 h 628"/>
                <a:gd name="T10" fmla="*/ 1 w 382"/>
                <a:gd name="T11" fmla="*/ 3 h 628"/>
                <a:gd name="T12" fmla="*/ 1 w 382"/>
                <a:gd name="T13" fmla="*/ 3 h 628"/>
                <a:gd name="T14" fmla="*/ 1 w 382"/>
                <a:gd name="T15" fmla="*/ 3 h 628"/>
                <a:gd name="T16" fmla="*/ 1 w 382"/>
                <a:gd name="T17" fmla="*/ 3 h 628"/>
                <a:gd name="T18" fmla="*/ 1 w 382"/>
                <a:gd name="T19" fmla="*/ 2 h 628"/>
                <a:gd name="T20" fmla="*/ 2 w 382"/>
                <a:gd name="T21" fmla="*/ 2 h 628"/>
                <a:gd name="T22" fmla="*/ 2 w 382"/>
                <a:gd name="T23" fmla="*/ 2 h 628"/>
                <a:gd name="T24" fmla="*/ 2 w 382"/>
                <a:gd name="T25" fmla="*/ 2 h 628"/>
                <a:gd name="T26" fmla="*/ 2 w 382"/>
                <a:gd name="T27" fmla="*/ 1 h 628"/>
                <a:gd name="T28" fmla="*/ 2 w 382"/>
                <a:gd name="T29" fmla="*/ 1 h 628"/>
                <a:gd name="T30" fmla="*/ 3 w 382"/>
                <a:gd name="T31" fmla="*/ 1 h 628"/>
                <a:gd name="T32" fmla="*/ 3 w 382"/>
                <a:gd name="T33" fmla="*/ 1 h 628"/>
                <a:gd name="T34" fmla="*/ 3 w 382"/>
                <a:gd name="T35" fmla="*/ 1 h 628"/>
                <a:gd name="T36" fmla="*/ 3 w 382"/>
                <a:gd name="T37" fmla="*/ 0 h 628"/>
                <a:gd name="T38" fmla="*/ 2 w 382"/>
                <a:gd name="T39" fmla="*/ 0 h 628"/>
                <a:gd name="T40" fmla="*/ 2 w 382"/>
                <a:gd name="T41" fmla="*/ 0 h 628"/>
                <a:gd name="T42" fmla="*/ 2 w 382"/>
                <a:gd name="T43" fmla="*/ 1 h 628"/>
                <a:gd name="T44" fmla="*/ 2 w 382"/>
                <a:gd name="T45" fmla="*/ 1 h 628"/>
                <a:gd name="T46" fmla="*/ 1 w 382"/>
                <a:gd name="T47" fmla="*/ 1 h 628"/>
                <a:gd name="T48" fmla="*/ 1 w 382"/>
                <a:gd name="T49" fmla="*/ 1 h 628"/>
                <a:gd name="T50" fmla="*/ 1 w 382"/>
                <a:gd name="T51" fmla="*/ 2 h 628"/>
                <a:gd name="T52" fmla="*/ 1 w 382"/>
                <a:gd name="T53" fmla="*/ 2 h 628"/>
                <a:gd name="T54" fmla="*/ 1 w 382"/>
                <a:gd name="T55" fmla="*/ 2 h 628"/>
                <a:gd name="T56" fmla="*/ 0 w 382"/>
                <a:gd name="T57" fmla="*/ 3 h 628"/>
                <a:gd name="T58" fmla="*/ 0 w 382"/>
                <a:gd name="T59" fmla="*/ 3 h 628"/>
                <a:gd name="T60" fmla="*/ 0 w 382"/>
                <a:gd name="T61" fmla="*/ 3 h 628"/>
                <a:gd name="T62" fmla="*/ 0 w 382"/>
                <a:gd name="T63" fmla="*/ 4 h 628"/>
                <a:gd name="T64" fmla="*/ 0 w 382"/>
                <a:gd name="T65" fmla="*/ 4 h 628"/>
                <a:gd name="T66" fmla="*/ 0 w 382"/>
                <a:gd name="T67" fmla="*/ 4 h 628"/>
                <a:gd name="T68" fmla="*/ 0 w 382"/>
                <a:gd name="T69" fmla="*/ 5 h 628"/>
                <a:gd name="T70" fmla="*/ 0 w 382"/>
                <a:gd name="T71" fmla="*/ 5 h 628"/>
                <a:gd name="T72" fmla="*/ 0 w 382"/>
                <a:gd name="T73" fmla="*/ 5 h 628"/>
                <a:gd name="T74" fmla="*/ 0 w 382"/>
                <a:gd name="T75" fmla="*/ 5 h 628"/>
                <a:gd name="T76" fmla="*/ 0 w 382"/>
                <a:gd name="T77" fmla="*/ 5 h 628"/>
                <a:gd name="T78" fmla="*/ 0 w 382"/>
                <a:gd name="T79" fmla="*/ 5 h 628"/>
                <a:gd name="T80" fmla="*/ 0 w 382"/>
                <a:gd name="T81" fmla="*/ 5 h 628"/>
                <a:gd name="T82" fmla="*/ 1 w 382"/>
                <a:gd name="T83" fmla="*/ 5 h 628"/>
                <a:gd name="T84" fmla="*/ 1 w 382"/>
                <a:gd name="T85" fmla="*/ 5 h 628"/>
                <a:gd name="T86" fmla="*/ 1 w 382"/>
                <a:gd name="T87" fmla="*/ 5 h 628"/>
                <a:gd name="T88" fmla="*/ 1 w 382"/>
                <a:gd name="T89" fmla="*/ 5 h 628"/>
                <a:gd name="T90" fmla="*/ 1 w 382"/>
                <a:gd name="T91" fmla="*/ 5 h 628"/>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382"/>
                <a:gd name="T139" fmla="*/ 0 h 628"/>
                <a:gd name="T140" fmla="*/ 382 w 382"/>
                <a:gd name="T141" fmla="*/ 628 h 628"/>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382" h="628">
                  <a:moveTo>
                    <a:pt x="94" y="581"/>
                  </a:moveTo>
                  <a:lnTo>
                    <a:pt x="94" y="582"/>
                  </a:lnTo>
                  <a:lnTo>
                    <a:pt x="96" y="541"/>
                  </a:lnTo>
                  <a:lnTo>
                    <a:pt x="99" y="500"/>
                  </a:lnTo>
                  <a:lnTo>
                    <a:pt x="106" y="463"/>
                  </a:lnTo>
                  <a:lnTo>
                    <a:pt x="115" y="424"/>
                  </a:lnTo>
                  <a:lnTo>
                    <a:pt x="127" y="389"/>
                  </a:lnTo>
                  <a:lnTo>
                    <a:pt x="140" y="353"/>
                  </a:lnTo>
                  <a:lnTo>
                    <a:pt x="156" y="320"/>
                  </a:lnTo>
                  <a:lnTo>
                    <a:pt x="173" y="287"/>
                  </a:lnTo>
                  <a:lnTo>
                    <a:pt x="193" y="255"/>
                  </a:lnTo>
                  <a:lnTo>
                    <a:pt x="214" y="226"/>
                  </a:lnTo>
                  <a:lnTo>
                    <a:pt x="238" y="198"/>
                  </a:lnTo>
                  <a:lnTo>
                    <a:pt x="263" y="172"/>
                  </a:lnTo>
                  <a:lnTo>
                    <a:pt x="290" y="146"/>
                  </a:lnTo>
                  <a:lnTo>
                    <a:pt x="318" y="122"/>
                  </a:lnTo>
                  <a:lnTo>
                    <a:pt x="349" y="101"/>
                  </a:lnTo>
                  <a:lnTo>
                    <a:pt x="382" y="82"/>
                  </a:lnTo>
                  <a:lnTo>
                    <a:pt x="335" y="0"/>
                  </a:lnTo>
                  <a:lnTo>
                    <a:pt x="297" y="23"/>
                  </a:lnTo>
                  <a:lnTo>
                    <a:pt x="262" y="49"/>
                  </a:lnTo>
                  <a:lnTo>
                    <a:pt x="229" y="76"/>
                  </a:lnTo>
                  <a:lnTo>
                    <a:pt x="198" y="104"/>
                  </a:lnTo>
                  <a:lnTo>
                    <a:pt x="167" y="137"/>
                  </a:lnTo>
                  <a:lnTo>
                    <a:pt x="142" y="170"/>
                  </a:lnTo>
                  <a:lnTo>
                    <a:pt x="116" y="204"/>
                  </a:lnTo>
                  <a:lnTo>
                    <a:pt x="94" y="240"/>
                  </a:lnTo>
                  <a:lnTo>
                    <a:pt x="74" y="278"/>
                  </a:lnTo>
                  <a:lnTo>
                    <a:pt x="54" y="317"/>
                  </a:lnTo>
                  <a:lnTo>
                    <a:pt x="38" y="359"/>
                  </a:lnTo>
                  <a:lnTo>
                    <a:pt x="26" y="401"/>
                  </a:lnTo>
                  <a:lnTo>
                    <a:pt x="15" y="444"/>
                  </a:lnTo>
                  <a:lnTo>
                    <a:pt x="8" y="489"/>
                  </a:lnTo>
                  <a:lnTo>
                    <a:pt x="2" y="534"/>
                  </a:lnTo>
                  <a:lnTo>
                    <a:pt x="0" y="580"/>
                  </a:lnTo>
                  <a:lnTo>
                    <a:pt x="0" y="581"/>
                  </a:lnTo>
                  <a:lnTo>
                    <a:pt x="0" y="580"/>
                  </a:lnTo>
                  <a:lnTo>
                    <a:pt x="3" y="600"/>
                  </a:lnTo>
                  <a:lnTo>
                    <a:pt x="14" y="615"/>
                  </a:lnTo>
                  <a:lnTo>
                    <a:pt x="29" y="625"/>
                  </a:lnTo>
                  <a:lnTo>
                    <a:pt x="45" y="628"/>
                  </a:lnTo>
                  <a:lnTo>
                    <a:pt x="63" y="626"/>
                  </a:lnTo>
                  <a:lnTo>
                    <a:pt x="78" y="616"/>
                  </a:lnTo>
                  <a:lnTo>
                    <a:pt x="89" y="602"/>
                  </a:lnTo>
                  <a:lnTo>
                    <a:pt x="94" y="582"/>
                  </a:lnTo>
                  <a:lnTo>
                    <a:pt x="94" y="5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0013" name="Freeform 43"/>
            <p:cNvSpPr>
              <a:spLocks/>
            </p:cNvSpPr>
            <p:nvPr/>
          </p:nvSpPr>
          <p:spPr bwMode="auto">
            <a:xfrm>
              <a:off x="868" y="1712"/>
              <a:ext cx="19" cy="364"/>
            </a:xfrm>
            <a:custGeom>
              <a:avLst/>
              <a:gdLst>
                <a:gd name="T0" fmla="*/ 1 w 94"/>
                <a:gd name="T1" fmla="*/ 14 h 1818"/>
                <a:gd name="T2" fmla="*/ 1 w 94"/>
                <a:gd name="T3" fmla="*/ 14 h 1818"/>
                <a:gd name="T4" fmla="*/ 1 w 94"/>
                <a:gd name="T5" fmla="*/ 0 h 1818"/>
                <a:gd name="T6" fmla="*/ 0 w 94"/>
                <a:gd name="T7" fmla="*/ 0 h 1818"/>
                <a:gd name="T8" fmla="*/ 0 w 94"/>
                <a:gd name="T9" fmla="*/ 14 h 1818"/>
                <a:gd name="T10" fmla="*/ 0 w 94"/>
                <a:gd name="T11" fmla="*/ 14 h 1818"/>
                <a:gd name="T12" fmla="*/ 0 w 94"/>
                <a:gd name="T13" fmla="*/ 14 h 1818"/>
                <a:gd name="T14" fmla="*/ 0 w 94"/>
                <a:gd name="T15" fmla="*/ 14 h 1818"/>
                <a:gd name="T16" fmla="*/ 0 w 94"/>
                <a:gd name="T17" fmla="*/ 14 h 1818"/>
                <a:gd name="T18" fmla="*/ 0 w 94"/>
                <a:gd name="T19" fmla="*/ 15 h 1818"/>
                <a:gd name="T20" fmla="*/ 0 w 94"/>
                <a:gd name="T21" fmla="*/ 15 h 1818"/>
                <a:gd name="T22" fmla="*/ 1 w 94"/>
                <a:gd name="T23" fmla="*/ 15 h 1818"/>
                <a:gd name="T24" fmla="*/ 1 w 94"/>
                <a:gd name="T25" fmla="*/ 14 h 1818"/>
                <a:gd name="T26" fmla="*/ 1 w 94"/>
                <a:gd name="T27" fmla="*/ 14 h 1818"/>
                <a:gd name="T28" fmla="*/ 1 w 94"/>
                <a:gd name="T29" fmla="*/ 14 h 1818"/>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94"/>
                <a:gd name="T46" fmla="*/ 0 h 1818"/>
                <a:gd name="T47" fmla="*/ 94 w 94"/>
                <a:gd name="T48" fmla="*/ 1818 h 1818"/>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94" h="1818">
                  <a:moveTo>
                    <a:pt x="94" y="1771"/>
                  </a:moveTo>
                  <a:lnTo>
                    <a:pt x="94" y="1771"/>
                  </a:lnTo>
                  <a:lnTo>
                    <a:pt x="94" y="0"/>
                  </a:lnTo>
                  <a:lnTo>
                    <a:pt x="0" y="0"/>
                  </a:lnTo>
                  <a:lnTo>
                    <a:pt x="0" y="1771"/>
                  </a:lnTo>
                  <a:lnTo>
                    <a:pt x="3" y="1791"/>
                  </a:lnTo>
                  <a:lnTo>
                    <a:pt x="15" y="1806"/>
                  </a:lnTo>
                  <a:lnTo>
                    <a:pt x="29" y="1814"/>
                  </a:lnTo>
                  <a:lnTo>
                    <a:pt x="47" y="1818"/>
                  </a:lnTo>
                  <a:lnTo>
                    <a:pt x="64" y="1814"/>
                  </a:lnTo>
                  <a:lnTo>
                    <a:pt x="79" y="1806"/>
                  </a:lnTo>
                  <a:lnTo>
                    <a:pt x="90" y="1791"/>
                  </a:lnTo>
                  <a:lnTo>
                    <a:pt x="94" y="17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0014" name="Freeform 44"/>
            <p:cNvSpPr>
              <a:spLocks/>
            </p:cNvSpPr>
            <p:nvPr/>
          </p:nvSpPr>
          <p:spPr bwMode="auto">
            <a:xfrm>
              <a:off x="868" y="2067"/>
              <a:ext cx="90" cy="160"/>
            </a:xfrm>
            <a:custGeom>
              <a:avLst/>
              <a:gdLst>
                <a:gd name="T0" fmla="*/ 3 w 449"/>
                <a:gd name="T1" fmla="*/ 6 h 803"/>
                <a:gd name="T2" fmla="*/ 3 w 449"/>
                <a:gd name="T3" fmla="*/ 6 h 803"/>
                <a:gd name="T4" fmla="*/ 3 w 449"/>
                <a:gd name="T5" fmla="*/ 5 h 803"/>
                <a:gd name="T6" fmla="*/ 3 w 449"/>
                <a:gd name="T7" fmla="*/ 5 h 803"/>
                <a:gd name="T8" fmla="*/ 3 w 449"/>
                <a:gd name="T9" fmla="*/ 5 h 803"/>
                <a:gd name="T10" fmla="*/ 2 w 449"/>
                <a:gd name="T11" fmla="*/ 5 h 803"/>
                <a:gd name="T12" fmla="*/ 2 w 449"/>
                <a:gd name="T13" fmla="*/ 4 h 803"/>
                <a:gd name="T14" fmla="*/ 2 w 449"/>
                <a:gd name="T15" fmla="*/ 4 h 803"/>
                <a:gd name="T16" fmla="*/ 2 w 449"/>
                <a:gd name="T17" fmla="*/ 4 h 803"/>
                <a:gd name="T18" fmla="*/ 2 w 449"/>
                <a:gd name="T19" fmla="*/ 3 h 803"/>
                <a:gd name="T20" fmla="*/ 1 w 449"/>
                <a:gd name="T21" fmla="*/ 3 h 803"/>
                <a:gd name="T22" fmla="*/ 1 w 449"/>
                <a:gd name="T23" fmla="*/ 2 h 803"/>
                <a:gd name="T24" fmla="*/ 1 w 449"/>
                <a:gd name="T25" fmla="*/ 2 h 803"/>
                <a:gd name="T26" fmla="*/ 1 w 449"/>
                <a:gd name="T27" fmla="*/ 2 h 803"/>
                <a:gd name="T28" fmla="*/ 1 w 449"/>
                <a:gd name="T29" fmla="*/ 1 h 803"/>
                <a:gd name="T30" fmla="*/ 1 w 449"/>
                <a:gd name="T31" fmla="*/ 1 h 803"/>
                <a:gd name="T32" fmla="*/ 1 w 449"/>
                <a:gd name="T33" fmla="*/ 0 h 803"/>
                <a:gd name="T34" fmla="*/ 1 w 449"/>
                <a:gd name="T35" fmla="*/ 0 h 803"/>
                <a:gd name="T36" fmla="*/ 0 w 449"/>
                <a:gd name="T37" fmla="*/ 0 h 803"/>
                <a:gd name="T38" fmla="*/ 0 w 449"/>
                <a:gd name="T39" fmla="*/ 0 h 803"/>
                <a:gd name="T40" fmla="*/ 0 w 449"/>
                <a:gd name="T41" fmla="*/ 1 h 803"/>
                <a:gd name="T42" fmla="*/ 0 w 449"/>
                <a:gd name="T43" fmla="*/ 1 h 803"/>
                <a:gd name="T44" fmla="*/ 0 w 449"/>
                <a:gd name="T45" fmla="*/ 2 h 803"/>
                <a:gd name="T46" fmla="*/ 0 w 449"/>
                <a:gd name="T47" fmla="*/ 2 h 803"/>
                <a:gd name="T48" fmla="*/ 0 w 449"/>
                <a:gd name="T49" fmla="*/ 3 h 803"/>
                <a:gd name="T50" fmla="*/ 1 w 449"/>
                <a:gd name="T51" fmla="*/ 3 h 803"/>
                <a:gd name="T52" fmla="*/ 1 w 449"/>
                <a:gd name="T53" fmla="*/ 4 h 803"/>
                <a:gd name="T54" fmla="*/ 1 w 449"/>
                <a:gd name="T55" fmla="*/ 4 h 803"/>
                <a:gd name="T56" fmla="*/ 1 w 449"/>
                <a:gd name="T57" fmla="*/ 4 h 803"/>
                <a:gd name="T58" fmla="*/ 2 w 449"/>
                <a:gd name="T59" fmla="*/ 5 h 803"/>
                <a:gd name="T60" fmla="*/ 2 w 449"/>
                <a:gd name="T61" fmla="*/ 5 h 803"/>
                <a:gd name="T62" fmla="*/ 2 w 449"/>
                <a:gd name="T63" fmla="*/ 5 h 803"/>
                <a:gd name="T64" fmla="*/ 2 w 449"/>
                <a:gd name="T65" fmla="*/ 6 h 803"/>
                <a:gd name="T66" fmla="*/ 3 w 449"/>
                <a:gd name="T67" fmla="*/ 6 h 803"/>
                <a:gd name="T68" fmla="*/ 3 w 449"/>
                <a:gd name="T69" fmla="*/ 6 h 803"/>
                <a:gd name="T70" fmla="*/ 3 w 449"/>
                <a:gd name="T71" fmla="*/ 6 h 803"/>
                <a:gd name="T72" fmla="*/ 3 w 449"/>
                <a:gd name="T73" fmla="*/ 6 h 803"/>
                <a:gd name="T74" fmla="*/ 3 w 449"/>
                <a:gd name="T75" fmla="*/ 6 h 803"/>
                <a:gd name="T76" fmla="*/ 3 w 449"/>
                <a:gd name="T77" fmla="*/ 6 h 803"/>
                <a:gd name="T78" fmla="*/ 3 w 449"/>
                <a:gd name="T79" fmla="*/ 6 h 803"/>
                <a:gd name="T80" fmla="*/ 4 w 449"/>
                <a:gd name="T81" fmla="*/ 6 h 803"/>
                <a:gd name="T82" fmla="*/ 4 w 449"/>
                <a:gd name="T83" fmla="*/ 6 h 803"/>
                <a:gd name="T84" fmla="*/ 4 w 449"/>
                <a:gd name="T85" fmla="*/ 6 h 803"/>
                <a:gd name="T86" fmla="*/ 4 w 449"/>
                <a:gd name="T87" fmla="*/ 6 h 803"/>
                <a:gd name="T88" fmla="*/ 3 w 449"/>
                <a:gd name="T89" fmla="*/ 6 h 803"/>
                <a:gd name="T90" fmla="*/ 3 w 449"/>
                <a:gd name="T91" fmla="*/ 6 h 80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449"/>
                <a:gd name="T139" fmla="*/ 0 h 803"/>
                <a:gd name="T140" fmla="*/ 449 w 449"/>
                <a:gd name="T141" fmla="*/ 803 h 80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449" h="803">
                  <a:moveTo>
                    <a:pt x="426" y="717"/>
                  </a:moveTo>
                  <a:lnTo>
                    <a:pt x="427" y="717"/>
                  </a:lnTo>
                  <a:lnTo>
                    <a:pt x="395" y="693"/>
                  </a:lnTo>
                  <a:lnTo>
                    <a:pt x="361" y="662"/>
                  </a:lnTo>
                  <a:lnTo>
                    <a:pt x="329" y="628"/>
                  </a:lnTo>
                  <a:lnTo>
                    <a:pt x="299" y="591"/>
                  </a:lnTo>
                  <a:lnTo>
                    <a:pt x="269" y="551"/>
                  </a:lnTo>
                  <a:lnTo>
                    <a:pt x="241" y="507"/>
                  </a:lnTo>
                  <a:lnTo>
                    <a:pt x="215" y="460"/>
                  </a:lnTo>
                  <a:lnTo>
                    <a:pt x="191" y="412"/>
                  </a:lnTo>
                  <a:lnTo>
                    <a:pt x="170" y="363"/>
                  </a:lnTo>
                  <a:lnTo>
                    <a:pt x="151" y="312"/>
                  </a:lnTo>
                  <a:lnTo>
                    <a:pt x="133" y="259"/>
                  </a:lnTo>
                  <a:lnTo>
                    <a:pt x="119" y="207"/>
                  </a:lnTo>
                  <a:lnTo>
                    <a:pt x="108" y="156"/>
                  </a:lnTo>
                  <a:lnTo>
                    <a:pt x="101" y="103"/>
                  </a:lnTo>
                  <a:lnTo>
                    <a:pt x="96" y="51"/>
                  </a:lnTo>
                  <a:lnTo>
                    <a:pt x="94" y="0"/>
                  </a:lnTo>
                  <a:lnTo>
                    <a:pt x="0" y="0"/>
                  </a:lnTo>
                  <a:lnTo>
                    <a:pt x="2" y="56"/>
                  </a:lnTo>
                  <a:lnTo>
                    <a:pt x="7" y="115"/>
                  </a:lnTo>
                  <a:lnTo>
                    <a:pt x="16" y="172"/>
                  </a:lnTo>
                  <a:lnTo>
                    <a:pt x="28" y="231"/>
                  </a:lnTo>
                  <a:lnTo>
                    <a:pt x="44" y="287"/>
                  </a:lnTo>
                  <a:lnTo>
                    <a:pt x="62" y="342"/>
                  </a:lnTo>
                  <a:lnTo>
                    <a:pt x="83" y="398"/>
                  </a:lnTo>
                  <a:lnTo>
                    <a:pt x="106" y="452"/>
                  </a:lnTo>
                  <a:lnTo>
                    <a:pt x="133" y="505"/>
                  </a:lnTo>
                  <a:lnTo>
                    <a:pt x="161" y="554"/>
                  </a:lnTo>
                  <a:lnTo>
                    <a:pt x="192" y="602"/>
                  </a:lnTo>
                  <a:lnTo>
                    <a:pt x="224" y="647"/>
                  </a:lnTo>
                  <a:lnTo>
                    <a:pt x="259" y="689"/>
                  </a:lnTo>
                  <a:lnTo>
                    <a:pt x="295" y="728"/>
                  </a:lnTo>
                  <a:lnTo>
                    <a:pt x="334" y="763"/>
                  </a:lnTo>
                  <a:lnTo>
                    <a:pt x="374" y="795"/>
                  </a:lnTo>
                  <a:lnTo>
                    <a:pt x="375" y="795"/>
                  </a:lnTo>
                  <a:lnTo>
                    <a:pt x="374" y="795"/>
                  </a:lnTo>
                  <a:lnTo>
                    <a:pt x="392" y="803"/>
                  </a:lnTo>
                  <a:lnTo>
                    <a:pt x="411" y="803"/>
                  </a:lnTo>
                  <a:lnTo>
                    <a:pt x="426" y="795"/>
                  </a:lnTo>
                  <a:lnTo>
                    <a:pt x="439" y="782"/>
                  </a:lnTo>
                  <a:lnTo>
                    <a:pt x="446" y="766"/>
                  </a:lnTo>
                  <a:lnTo>
                    <a:pt x="449" y="749"/>
                  </a:lnTo>
                  <a:lnTo>
                    <a:pt x="441" y="732"/>
                  </a:lnTo>
                  <a:lnTo>
                    <a:pt x="427" y="717"/>
                  </a:lnTo>
                  <a:lnTo>
                    <a:pt x="426" y="71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0015" name="Freeform 45"/>
            <p:cNvSpPr>
              <a:spLocks/>
            </p:cNvSpPr>
            <p:nvPr/>
          </p:nvSpPr>
          <p:spPr bwMode="auto">
            <a:xfrm>
              <a:off x="883" y="1673"/>
              <a:ext cx="379" cy="690"/>
            </a:xfrm>
            <a:custGeom>
              <a:avLst/>
              <a:gdLst>
                <a:gd name="T0" fmla="*/ 12 w 1897"/>
                <a:gd name="T1" fmla="*/ 6 h 3450"/>
                <a:gd name="T2" fmla="*/ 13 w 1897"/>
                <a:gd name="T3" fmla="*/ 7 h 3450"/>
                <a:gd name="T4" fmla="*/ 13 w 1897"/>
                <a:gd name="T5" fmla="*/ 7 h 3450"/>
                <a:gd name="T6" fmla="*/ 14 w 1897"/>
                <a:gd name="T7" fmla="*/ 8 h 3450"/>
                <a:gd name="T8" fmla="*/ 14 w 1897"/>
                <a:gd name="T9" fmla="*/ 9 h 3450"/>
                <a:gd name="T10" fmla="*/ 15 w 1897"/>
                <a:gd name="T11" fmla="*/ 10 h 3450"/>
                <a:gd name="T12" fmla="*/ 15 w 1897"/>
                <a:gd name="T13" fmla="*/ 11 h 3450"/>
                <a:gd name="T14" fmla="*/ 15 w 1897"/>
                <a:gd name="T15" fmla="*/ 11 h 3450"/>
                <a:gd name="T16" fmla="*/ 15 w 1897"/>
                <a:gd name="T17" fmla="*/ 12 h 3450"/>
                <a:gd name="T18" fmla="*/ 15 w 1897"/>
                <a:gd name="T19" fmla="*/ 26 h 3450"/>
                <a:gd name="T20" fmla="*/ 15 w 1897"/>
                <a:gd name="T21" fmla="*/ 26 h 3450"/>
                <a:gd name="T22" fmla="*/ 15 w 1897"/>
                <a:gd name="T23" fmla="*/ 27 h 3450"/>
                <a:gd name="T24" fmla="*/ 15 w 1897"/>
                <a:gd name="T25" fmla="*/ 27 h 3450"/>
                <a:gd name="T26" fmla="*/ 14 w 1897"/>
                <a:gd name="T27" fmla="*/ 27 h 3450"/>
                <a:gd name="T28" fmla="*/ 14 w 1897"/>
                <a:gd name="T29" fmla="*/ 28 h 3450"/>
                <a:gd name="T30" fmla="*/ 13 w 1897"/>
                <a:gd name="T31" fmla="*/ 28 h 3450"/>
                <a:gd name="T32" fmla="*/ 13 w 1897"/>
                <a:gd name="T33" fmla="*/ 27 h 3450"/>
                <a:gd name="T34" fmla="*/ 3 w 1897"/>
                <a:gd name="T35" fmla="*/ 21 h 3450"/>
                <a:gd name="T36" fmla="*/ 2 w 1897"/>
                <a:gd name="T37" fmla="*/ 21 h 3450"/>
                <a:gd name="T38" fmla="*/ 2 w 1897"/>
                <a:gd name="T39" fmla="*/ 20 h 3450"/>
                <a:gd name="T40" fmla="*/ 1 w 1897"/>
                <a:gd name="T41" fmla="*/ 19 h 3450"/>
                <a:gd name="T42" fmla="*/ 1 w 1897"/>
                <a:gd name="T43" fmla="*/ 19 h 3450"/>
                <a:gd name="T44" fmla="*/ 0 w 1897"/>
                <a:gd name="T45" fmla="*/ 18 h 3450"/>
                <a:gd name="T46" fmla="*/ 0 w 1897"/>
                <a:gd name="T47" fmla="*/ 17 h 3450"/>
                <a:gd name="T48" fmla="*/ 0 w 1897"/>
                <a:gd name="T49" fmla="*/ 16 h 3450"/>
                <a:gd name="T50" fmla="*/ 0 w 1897"/>
                <a:gd name="T51" fmla="*/ 15 h 3450"/>
                <a:gd name="T52" fmla="*/ 0 w 1897"/>
                <a:gd name="T53" fmla="*/ 2 h 3450"/>
                <a:gd name="T54" fmla="*/ 0 w 1897"/>
                <a:gd name="T55" fmla="*/ 1 h 3450"/>
                <a:gd name="T56" fmla="*/ 0 w 1897"/>
                <a:gd name="T57" fmla="*/ 1 h 3450"/>
                <a:gd name="T58" fmla="*/ 1 w 1897"/>
                <a:gd name="T59" fmla="*/ 0 h 3450"/>
                <a:gd name="T60" fmla="*/ 1 w 1897"/>
                <a:gd name="T61" fmla="*/ 0 h 3450"/>
                <a:gd name="T62" fmla="*/ 1 w 1897"/>
                <a:gd name="T63" fmla="*/ 0 h 3450"/>
                <a:gd name="T64" fmla="*/ 2 w 1897"/>
                <a:gd name="T65" fmla="*/ 0 h 3450"/>
                <a:gd name="T66" fmla="*/ 3 w 1897"/>
                <a:gd name="T67" fmla="*/ 0 h 3450"/>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897"/>
                <a:gd name="T103" fmla="*/ 0 h 3450"/>
                <a:gd name="T104" fmla="*/ 1897 w 1897"/>
                <a:gd name="T105" fmla="*/ 3450 h 3450"/>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897" h="3450">
                  <a:moveTo>
                    <a:pt x="357" y="49"/>
                  </a:moveTo>
                  <a:lnTo>
                    <a:pt x="1542" y="806"/>
                  </a:lnTo>
                  <a:lnTo>
                    <a:pt x="1579" y="832"/>
                  </a:lnTo>
                  <a:lnTo>
                    <a:pt x="1614" y="861"/>
                  </a:lnTo>
                  <a:lnTo>
                    <a:pt x="1648" y="895"/>
                  </a:lnTo>
                  <a:lnTo>
                    <a:pt x="1681" y="933"/>
                  </a:lnTo>
                  <a:lnTo>
                    <a:pt x="1711" y="973"/>
                  </a:lnTo>
                  <a:lnTo>
                    <a:pt x="1740" y="1016"/>
                  </a:lnTo>
                  <a:lnTo>
                    <a:pt x="1768" y="1062"/>
                  </a:lnTo>
                  <a:lnTo>
                    <a:pt x="1793" y="1109"/>
                  </a:lnTo>
                  <a:lnTo>
                    <a:pt x="1816" y="1158"/>
                  </a:lnTo>
                  <a:lnTo>
                    <a:pt x="1836" y="1208"/>
                  </a:lnTo>
                  <a:lnTo>
                    <a:pt x="1854" y="1260"/>
                  </a:lnTo>
                  <a:lnTo>
                    <a:pt x="1869" y="1313"/>
                  </a:lnTo>
                  <a:lnTo>
                    <a:pt x="1881" y="1364"/>
                  </a:lnTo>
                  <a:lnTo>
                    <a:pt x="1890" y="1417"/>
                  </a:lnTo>
                  <a:lnTo>
                    <a:pt x="1895" y="1469"/>
                  </a:lnTo>
                  <a:lnTo>
                    <a:pt x="1897" y="1519"/>
                  </a:lnTo>
                  <a:lnTo>
                    <a:pt x="1897" y="3142"/>
                  </a:lnTo>
                  <a:lnTo>
                    <a:pt x="1895" y="3190"/>
                  </a:lnTo>
                  <a:lnTo>
                    <a:pt x="1890" y="3235"/>
                  </a:lnTo>
                  <a:lnTo>
                    <a:pt x="1881" y="3276"/>
                  </a:lnTo>
                  <a:lnTo>
                    <a:pt x="1869" y="3313"/>
                  </a:lnTo>
                  <a:lnTo>
                    <a:pt x="1854" y="3346"/>
                  </a:lnTo>
                  <a:lnTo>
                    <a:pt x="1836" y="3375"/>
                  </a:lnTo>
                  <a:lnTo>
                    <a:pt x="1816" y="3398"/>
                  </a:lnTo>
                  <a:lnTo>
                    <a:pt x="1793" y="3418"/>
                  </a:lnTo>
                  <a:lnTo>
                    <a:pt x="1768" y="3434"/>
                  </a:lnTo>
                  <a:lnTo>
                    <a:pt x="1740" y="3444"/>
                  </a:lnTo>
                  <a:lnTo>
                    <a:pt x="1711" y="3450"/>
                  </a:lnTo>
                  <a:lnTo>
                    <a:pt x="1681" y="3450"/>
                  </a:lnTo>
                  <a:lnTo>
                    <a:pt x="1648" y="3445"/>
                  </a:lnTo>
                  <a:lnTo>
                    <a:pt x="1614" y="3436"/>
                  </a:lnTo>
                  <a:lnTo>
                    <a:pt x="1579" y="3421"/>
                  </a:lnTo>
                  <a:lnTo>
                    <a:pt x="1542" y="3400"/>
                  </a:lnTo>
                  <a:lnTo>
                    <a:pt x="357" y="2643"/>
                  </a:lnTo>
                  <a:lnTo>
                    <a:pt x="320" y="2618"/>
                  </a:lnTo>
                  <a:lnTo>
                    <a:pt x="285" y="2588"/>
                  </a:lnTo>
                  <a:lnTo>
                    <a:pt x="251" y="2554"/>
                  </a:lnTo>
                  <a:lnTo>
                    <a:pt x="218" y="2517"/>
                  </a:lnTo>
                  <a:lnTo>
                    <a:pt x="187" y="2477"/>
                  </a:lnTo>
                  <a:lnTo>
                    <a:pt x="157" y="2433"/>
                  </a:lnTo>
                  <a:lnTo>
                    <a:pt x="130" y="2388"/>
                  </a:lnTo>
                  <a:lnTo>
                    <a:pt x="105" y="2341"/>
                  </a:lnTo>
                  <a:lnTo>
                    <a:pt x="81" y="2292"/>
                  </a:lnTo>
                  <a:lnTo>
                    <a:pt x="61" y="2241"/>
                  </a:lnTo>
                  <a:lnTo>
                    <a:pt x="44" y="2190"/>
                  </a:lnTo>
                  <a:lnTo>
                    <a:pt x="29" y="2138"/>
                  </a:lnTo>
                  <a:lnTo>
                    <a:pt x="17" y="2085"/>
                  </a:lnTo>
                  <a:lnTo>
                    <a:pt x="7" y="2033"/>
                  </a:lnTo>
                  <a:lnTo>
                    <a:pt x="3" y="1981"/>
                  </a:lnTo>
                  <a:lnTo>
                    <a:pt x="0" y="1931"/>
                  </a:lnTo>
                  <a:lnTo>
                    <a:pt x="0" y="308"/>
                  </a:lnTo>
                  <a:lnTo>
                    <a:pt x="3" y="260"/>
                  </a:lnTo>
                  <a:lnTo>
                    <a:pt x="7" y="215"/>
                  </a:lnTo>
                  <a:lnTo>
                    <a:pt x="17" y="174"/>
                  </a:lnTo>
                  <a:lnTo>
                    <a:pt x="29" y="137"/>
                  </a:lnTo>
                  <a:lnTo>
                    <a:pt x="44" y="104"/>
                  </a:lnTo>
                  <a:lnTo>
                    <a:pt x="61" y="76"/>
                  </a:lnTo>
                  <a:lnTo>
                    <a:pt x="81" y="51"/>
                  </a:lnTo>
                  <a:lnTo>
                    <a:pt x="105" y="31"/>
                  </a:lnTo>
                  <a:lnTo>
                    <a:pt x="130" y="16"/>
                  </a:lnTo>
                  <a:lnTo>
                    <a:pt x="157" y="5"/>
                  </a:lnTo>
                  <a:lnTo>
                    <a:pt x="187" y="0"/>
                  </a:lnTo>
                  <a:lnTo>
                    <a:pt x="218" y="0"/>
                  </a:lnTo>
                  <a:lnTo>
                    <a:pt x="251" y="3"/>
                  </a:lnTo>
                  <a:lnTo>
                    <a:pt x="285" y="14"/>
                  </a:lnTo>
                  <a:lnTo>
                    <a:pt x="320" y="29"/>
                  </a:lnTo>
                  <a:lnTo>
                    <a:pt x="357" y="49"/>
                  </a:lnTo>
                  <a:close/>
                </a:path>
              </a:pathLst>
            </a:custGeom>
            <a:solidFill>
              <a:srgbClr val="BFBFB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0016" name="Freeform 46"/>
            <p:cNvSpPr>
              <a:spLocks/>
            </p:cNvSpPr>
            <p:nvPr/>
          </p:nvSpPr>
          <p:spPr bwMode="auto">
            <a:xfrm>
              <a:off x="1268" y="1663"/>
              <a:ext cx="393" cy="711"/>
            </a:xfrm>
            <a:custGeom>
              <a:avLst/>
              <a:gdLst>
                <a:gd name="T0" fmla="*/ 3 w 1962"/>
                <a:gd name="T1" fmla="*/ 7 h 3555"/>
                <a:gd name="T2" fmla="*/ 2 w 1962"/>
                <a:gd name="T3" fmla="*/ 7 h 3555"/>
                <a:gd name="T4" fmla="*/ 2 w 1962"/>
                <a:gd name="T5" fmla="*/ 8 h 3555"/>
                <a:gd name="T6" fmla="*/ 1 w 1962"/>
                <a:gd name="T7" fmla="*/ 8 h 3555"/>
                <a:gd name="T8" fmla="*/ 1 w 1962"/>
                <a:gd name="T9" fmla="*/ 9 h 3555"/>
                <a:gd name="T10" fmla="*/ 1 w 1962"/>
                <a:gd name="T11" fmla="*/ 10 h 3555"/>
                <a:gd name="T12" fmla="*/ 0 w 1962"/>
                <a:gd name="T13" fmla="*/ 11 h 3555"/>
                <a:gd name="T14" fmla="*/ 0 w 1962"/>
                <a:gd name="T15" fmla="*/ 12 h 3555"/>
                <a:gd name="T16" fmla="*/ 0 w 1962"/>
                <a:gd name="T17" fmla="*/ 13 h 3555"/>
                <a:gd name="T18" fmla="*/ 0 w 1962"/>
                <a:gd name="T19" fmla="*/ 26 h 3555"/>
                <a:gd name="T20" fmla="*/ 0 w 1962"/>
                <a:gd name="T21" fmla="*/ 27 h 3555"/>
                <a:gd name="T22" fmla="*/ 0 w 1962"/>
                <a:gd name="T23" fmla="*/ 28 h 3555"/>
                <a:gd name="T24" fmla="*/ 1 w 1962"/>
                <a:gd name="T25" fmla="*/ 28 h 3555"/>
                <a:gd name="T26" fmla="*/ 1 w 1962"/>
                <a:gd name="T27" fmla="*/ 28 h 3555"/>
                <a:gd name="T28" fmla="*/ 2 w 1962"/>
                <a:gd name="T29" fmla="*/ 28 h 3555"/>
                <a:gd name="T30" fmla="*/ 2 w 1962"/>
                <a:gd name="T31" fmla="*/ 28 h 3555"/>
                <a:gd name="T32" fmla="*/ 3 w 1962"/>
                <a:gd name="T33" fmla="*/ 28 h 3555"/>
                <a:gd name="T34" fmla="*/ 13 w 1962"/>
                <a:gd name="T35" fmla="*/ 22 h 3555"/>
                <a:gd name="T36" fmla="*/ 13 w 1962"/>
                <a:gd name="T37" fmla="*/ 21 h 3555"/>
                <a:gd name="T38" fmla="*/ 14 w 1962"/>
                <a:gd name="T39" fmla="*/ 21 h 3555"/>
                <a:gd name="T40" fmla="*/ 14 w 1962"/>
                <a:gd name="T41" fmla="*/ 20 h 3555"/>
                <a:gd name="T42" fmla="*/ 15 w 1962"/>
                <a:gd name="T43" fmla="*/ 19 h 3555"/>
                <a:gd name="T44" fmla="*/ 15 w 1962"/>
                <a:gd name="T45" fmla="*/ 18 h 3555"/>
                <a:gd name="T46" fmla="*/ 16 w 1962"/>
                <a:gd name="T47" fmla="*/ 18 h 3555"/>
                <a:gd name="T48" fmla="*/ 16 w 1962"/>
                <a:gd name="T49" fmla="*/ 17 h 3555"/>
                <a:gd name="T50" fmla="*/ 16 w 1962"/>
                <a:gd name="T51" fmla="*/ 16 h 3555"/>
                <a:gd name="T52" fmla="*/ 16 w 1962"/>
                <a:gd name="T53" fmla="*/ 2 h 3555"/>
                <a:gd name="T54" fmla="*/ 16 w 1962"/>
                <a:gd name="T55" fmla="*/ 1 h 3555"/>
                <a:gd name="T56" fmla="*/ 15 w 1962"/>
                <a:gd name="T57" fmla="*/ 1 h 3555"/>
                <a:gd name="T58" fmla="*/ 15 w 1962"/>
                <a:gd name="T59" fmla="*/ 0 h 3555"/>
                <a:gd name="T60" fmla="*/ 15 w 1962"/>
                <a:gd name="T61" fmla="*/ 0 h 3555"/>
                <a:gd name="T62" fmla="*/ 14 w 1962"/>
                <a:gd name="T63" fmla="*/ 0 h 3555"/>
                <a:gd name="T64" fmla="*/ 14 w 1962"/>
                <a:gd name="T65" fmla="*/ 0 h 3555"/>
                <a:gd name="T66" fmla="*/ 13 w 1962"/>
                <a:gd name="T67" fmla="*/ 0 h 3555"/>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962"/>
                <a:gd name="T103" fmla="*/ 0 h 3555"/>
                <a:gd name="T104" fmla="*/ 1962 w 1962"/>
                <a:gd name="T105" fmla="*/ 3555 h 3555"/>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962" h="3555">
                  <a:moveTo>
                    <a:pt x="1594" y="50"/>
                  </a:moveTo>
                  <a:lnTo>
                    <a:pt x="368" y="831"/>
                  </a:lnTo>
                  <a:lnTo>
                    <a:pt x="330" y="858"/>
                  </a:lnTo>
                  <a:lnTo>
                    <a:pt x="294" y="888"/>
                  </a:lnTo>
                  <a:lnTo>
                    <a:pt x="259" y="922"/>
                  </a:lnTo>
                  <a:lnTo>
                    <a:pt x="225" y="961"/>
                  </a:lnTo>
                  <a:lnTo>
                    <a:pt x="193" y="1003"/>
                  </a:lnTo>
                  <a:lnTo>
                    <a:pt x="163" y="1047"/>
                  </a:lnTo>
                  <a:lnTo>
                    <a:pt x="133" y="1094"/>
                  </a:lnTo>
                  <a:lnTo>
                    <a:pt x="108" y="1143"/>
                  </a:lnTo>
                  <a:lnTo>
                    <a:pt x="84" y="1193"/>
                  </a:lnTo>
                  <a:lnTo>
                    <a:pt x="63" y="1246"/>
                  </a:lnTo>
                  <a:lnTo>
                    <a:pt x="44" y="1299"/>
                  </a:lnTo>
                  <a:lnTo>
                    <a:pt x="29" y="1353"/>
                  </a:lnTo>
                  <a:lnTo>
                    <a:pt x="16" y="1405"/>
                  </a:lnTo>
                  <a:lnTo>
                    <a:pt x="7" y="1459"/>
                  </a:lnTo>
                  <a:lnTo>
                    <a:pt x="2" y="1512"/>
                  </a:lnTo>
                  <a:lnTo>
                    <a:pt x="0" y="1565"/>
                  </a:lnTo>
                  <a:lnTo>
                    <a:pt x="0" y="3237"/>
                  </a:lnTo>
                  <a:lnTo>
                    <a:pt x="2" y="3287"/>
                  </a:lnTo>
                  <a:lnTo>
                    <a:pt x="7" y="3333"/>
                  </a:lnTo>
                  <a:lnTo>
                    <a:pt x="16" y="3375"/>
                  </a:lnTo>
                  <a:lnTo>
                    <a:pt x="29" y="3413"/>
                  </a:lnTo>
                  <a:lnTo>
                    <a:pt x="44" y="3447"/>
                  </a:lnTo>
                  <a:lnTo>
                    <a:pt x="63" y="3477"/>
                  </a:lnTo>
                  <a:lnTo>
                    <a:pt x="84" y="3502"/>
                  </a:lnTo>
                  <a:lnTo>
                    <a:pt x="108" y="3522"/>
                  </a:lnTo>
                  <a:lnTo>
                    <a:pt x="133" y="3538"/>
                  </a:lnTo>
                  <a:lnTo>
                    <a:pt x="163" y="3549"/>
                  </a:lnTo>
                  <a:lnTo>
                    <a:pt x="193" y="3555"/>
                  </a:lnTo>
                  <a:lnTo>
                    <a:pt x="225" y="3555"/>
                  </a:lnTo>
                  <a:lnTo>
                    <a:pt x="259" y="3550"/>
                  </a:lnTo>
                  <a:lnTo>
                    <a:pt x="294" y="3541"/>
                  </a:lnTo>
                  <a:lnTo>
                    <a:pt x="330" y="3524"/>
                  </a:lnTo>
                  <a:lnTo>
                    <a:pt x="368" y="3503"/>
                  </a:lnTo>
                  <a:lnTo>
                    <a:pt x="1594" y="2722"/>
                  </a:lnTo>
                  <a:lnTo>
                    <a:pt x="1632" y="2696"/>
                  </a:lnTo>
                  <a:lnTo>
                    <a:pt x="1668" y="2665"/>
                  </a:lnTo>
                  <a:lnTo>
                    <a:pt x="1703" y="2631"/>
                  </a:lnTo>
                  <a:lnTo>
                    <a:pt x="1737" y="2592"/>
                  </a:lnTo>
                  <a:lnTo>
                    <a:pt x="1769" y="2551"/>
                  </a:lnTo>
                  <a:lnTo>
                    <a:pt x="1799" y="2506"/>
                  </a:lnTo>
                  <a:lnTo>
                    <a:pt x="1829" y="2460"/>
                  </a:lnTo>
                  <a:lnTo>
                    <a:pt x="1854" y="2411"/>
                  </a:lnTo>
                  <a:lnTo>
                    <a:pt x="1878" y="2361"/>
                  </a:lnTo>
                  <a:lnTo>
                    <a:pt x="1899" y="2308"/>
                  </a:lnTo>
                  <a:lnTo>
                    <a:pt x="1918" y="2256"/>
                  </a:lnTo>
                  <a:lnTo>
                    <a:pt x="1933" y="2202"/>
                  </a:lnTo>
                  <a:lnTo>
                    <a:pt x="1946" y="2149"/>
                  </a:lnTo>
                  <a:lnTo>
                    <a:pt x="1955" y="2095"/>
                  </a:lnTo>
                  <a:lnTo>
                    <a:pt x="1960" y="2042"/>
                  </a:lnTo>
                  <a:lnTo>
                    <a:pt x="1962" y="1989"/>
                  </a:lnTo>
                  <a:lnTo>
                    <a:pt x="1962" y="319"/>
                  </a:lnTo>
                  <a:lnTo>
                    <a:pt x="1960" y="269"/>
                  </a:lnTo>
                  <a:lnTo>
                    <a:pt x="1955" y="223"/>
                  </a:lnTo>
                  <a:lnTo>
                    <a:pt x="1946" y="180"/>
                  </a:lnTo>
                  <a:lnTo>
                    <a:pt x="1933" y="143"/>
                  </a:lnTo>
                  <a:lnTo>
                    <a:pt x="1918" y="109"/>
                  </a:lnTo>
                  <a:lnTo>
                    <a:pt x="1899" y="79"/>
                  </a:lnTo>
                  <a:lnTo>
                    <a:pt x="1878" y="54"/>
                  </a:lnTo>
                  <a:lnTo>
                    <a:pt x="1854" y="33"/>
                  </a:lnTo>
                  <a:lnTo>
                    <a:pt x="1829" y="17"/>
                  </a:lnTo>
                  <a:lnTo>
                    <a:pt x="1799" y="7"/>
                  </a:lnTo>
                  <a:lnTo>
                    <a:pt x="1769" y="0"/>
                  </a:lnTo>
                  <a:lnTo>
                    <a:pt x="1737" y="0"/>
                  </a:lnTo>
                  <a:lnTo>
                    <a:pt x="1703" y="4"/>
                  </a:lnTo>
                  <a:lnTo>
                    <a:pt x="1668" y="14"/>
                  </a:lnTo>
                  <a:lnTo>
                    <a:pt x="1632" y="29"/>
                  </a:lnTo>
                  <a:lnTo>
                    <a:pt x="1594" y="50"/>
                  </a:lnTo>
                  <a:close/>
                </a:path>
              </a:pathLst>
            </a:custGeom>
            <a:solidFill>
              <a:srgbClr val="E5E5E5"/>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0017" name="Freeform 47"/>
            <p:cNvSpPr>
              <a:spLocks noEditPoints="1"/>
            </p:cNvSpPr>
            <p:nvPr/>
          </p:nvSpPr>
          <p:spPr bwMode="auto">
            <a:xfrm>
              <a:off x="916" y="1589"/>
              <a:ext cx="697" cy="698"/>
            </a:xfrm>
            <a:custGeom>
              <a:avLst/>
              <a:gdLst>
                <a:gd name="T0" fmla="*/ 16 w 3485"/>
                <a:gd name="T1" fmla="*/ 0 h 3490"/>
                <a:gd name="T2" fmla="*/ 17 w 3485"/>
                <a:gd name="T3" fmla="*/ 2 h 3490"/>
                <a:gd name="T4" fmla="*/ 17 w 3485"/>
                <a:gd name="T5" fmla="*/ 3 h 3490"/>
                <a:gd name="T6" fmla="*/ 14 w 3485"/>
                <a:gd name="T7" fmla="*/ 4 h 3490"/>
                <a:gd name="T8" fmla="*/ 12 w 3485"/>
                <a:gd name="T9" fmla="*/ 4 h 3490"/>
                <a:gd name="T10" fmla="*/ 11 w 3485"/>
                <a:gd name="T11" fmla="*/ 2 h 3490"/>
                <a:gd name="T12" fmla="*/ 11 w 3485"/>
                <a:gd name="T13" fmla="*/ 1 h 3490"/>
                <a:gd name="T14" fmla="*/ 14 w 3485"/>
                <a:gd name="T15" fmla="*/ 0 h 3490"/>
                <a:gd name="T16" fmla="*/ 3 w 3485"/>
                <a:gd name="T17" fmla="*/ 7 h 3490"/>
                <a:gd name="T18" fmla="*/ 4 w 3485"/>
                <a:gd name="T19" fmla="*/ 9 h 3490"/>
                <a:gd name="T20" fmla="*/ 3 w 3485"/>
                <a:gd name="T21" fmla="*/ 12 h 3490"/>
                <a:gd name="T22" fmla="*/ 2 w 3485"/>
                <a:gd name="T23" fmla="*/ 13 h 3490"/>
                <a:gd name="T24" fmla="*/ 1 w 3485"/>
                <a:gd name="T25" fmla="*/ 12 h 3490"/>
                <a:gd name="T26" fmla="*/ 0 w 3485"/>
                <a:gd name="T27" fmla="*/ 10 h 3490"/>
                <a:gd name="T28" fmla="*/ 0 w 3485"/>
                <a:gd name="T29" fmla="*/ 8 h 3490"/>
                <a:gd name="T30" fmla="*/ 2 w 3485"/>
                <a:gd name="T31" fmla="*/ 6 h 3490"/>
                <a:gd name="T32" fmla="*/ 10 w 3485"/>
                <a:gd name="T33" fmla="*/ 20 h 3490"/>
                <a:gd name="T34" fmla="*/ 11 w 3485"/>
                <a:gd name="T35" fmla="*/ 22 h 3490"/>
                <a:gd name="T36" fmla="*/ 11 w 3485"/>
                <a:gd name="T37" fmla="*/ 25 h 3490"/>
                <a:gd name="T38" fmla="*/ 10 w 3485"/>
                <a:gd name="T39" fmla="*/ 27 h 3490"/>
                <a:gd name="T40" fmla="*/ 8 w 3485"/>
                <a:gd name="T41" fmla="*/ 26 h 3490"/>
                <a:gd name="T42" fmla="*/ 7 w 3485"/>
                <a:gd name="T43" fmla="*/ 24 h 3490"/>
                <a:gd name="T44" fmla="*/ 7 w 3485"/>
                <a:gd name="T45" fmla="*/ 22 h 3490"/>
                <a:gd name="T46" fmla="*/ 8 w 3485"/>
                <a:gd name="T47" fmla="*/ 20 h 3490"/>
                <a:gd name="T48" fmla="*/ 20 w 3485"/>
                <a:gd name="T49" fmla="*/ 21 h 3490"/>
                <a:gd name="T50" fmla="*/ 21 w 3485"/>
                <a:gd name="T51" fmla="*/ 23 h 3490"/>
                <a:gd name="T52" fmla="*/ 21 w 3485"/>
                <a:gd name="T53" fmla="*/ 26 h 3490"/>
                <a:gd name="T54" fmla="*/ 20 w 3485"/>
                <a:gd name="T55" fmla="*/ 28 h 3490"/>
                <a:gd name="T56" fmla="*/ 18 w 3485"/>
                <a:gd name="T57" fmla="*/ 28 h 3490"/>
                <a:gd name="T58" fmla="*/ 17 w 3485"/>
                <a:gd name="T59" fmla="*/ 26 h 3490"/>
                <a:gd name="T60" fmla="*/ 17 w 3485"/>
                <a:gd name="T61" fmla="*/ 23 h 3490"/>
                <a:gd name="T62" fmla="*/ 18 w 3485"/>
                <a:gd name="T63" fmla="*/ 21 h 3490"/>
                <a:gd name="T64" fmla="*/ 19 w 3485"/>
                <a:gd name="T65" fmla="*/ 11 h 3490"/>
                <a:gd name="T66" fmla="*/ 20 w 3485"/>
                <a:gd name="T67" fmla="*/ 13 h 3490"/>
                <a:gd name="T68" fmla="*/ 21 w 3485"/>
                <a:gd name="T69" fmla="*/ 15 h 3490"/>
                <a:gd name="T70" fmla="*/ 20 w 3485"/>
                <a:gd name="T71" fmla="*/ 17 h 3490"/>
                <a:gd name="T72" fmla="*/ 18 w 3485"/>
                <a:gd name="T73" fmla="*/ 17 h 3490"/>
                <a:gd name="T74" fmla="*/ 17 w 3485"/>
                <a:gd name="T75" fmla="*/ 16 h 3490"/>
                <a:gd name="T76" fmla="*/ 17 w 3485"/>
                <a:gd name="T77" fmla="*/ 13 h 3490"/>
                <a:gd name="T78" fmla="*/ 18 w 3485"/>
                <a:gd name="T79" fmla="*/ 11 h 3490"/>
                <a:gd name="T80" fmla="*/ 26 w 3485"/>
                <a:gd name="T81" fmla="*/ 7 h 3490"/>
                <a:gd name="T82" fmla="*/ 27 w 3485"/>
                <a:gd name="T83" fmla="*/ 8 h 3490"/>
                <a:gd name="T84" fmla="*/ 27 w 3485"/>
                <a:gd name="T85" fmla="*/ 11 h 3490"/>
                <a:gd name="T86" fmla="*/ 26 w 3485"/>
                <a:gd name="T87" fmla="*/ 13 h 3490"/>
                <a:gd name="T88" fmla="*/ 25 w 3485"/>
                <a:gd name="T89" fmla="*/ 13 h 3490"/>
                <a:gd name="T90" fmla="*/ 24 w 3485"/>
                <a:gd name="T91" fmla="*/ 12 h 3490"/>
                <a:gd name="T92" fmla="*/ 24 w 3485"/>
                <a:gd name="T93" fmla="*/ 9 h 3490"/>
                <a:gd name="T94" fmla="*/ 24 w 3485"/>
                <a:gd name="T95" fmla="*/ 7 h 3490"/>
                <a:gd name="T96" fmla="*/ 26 w 3485"/>
                <a:gd name="T97" fmla="*/ 17 h 3490"/>
                <a:gd name="T98" fmla="*/ 27 w 3485"/>
                <a:gd name="T99" fmla="*/ 18 h 3490"/>
                <a:gd name="T100" fmla="*/ 28 w 3485"/>
                <a:gd name="T101" fmla="*/ 21 h 3490"/>
                <a:gd name="T102" fmla="*/ 27 w 3485"/>
                <a:gd name="T103" fmla="*/ 23 h 3490"/>
                <a:gd name="T104" fmla="*/ 26 w 3485"/>
                <a:gd name="T105" fmla="*/ 24 h 3490"/>
                <a:gd name="T106" fmla="*/ 24 w 3485"/>
                <a:gd name="T107" fmla="*/ 23 h 3490"/>
                <a:gd name="T108" fmla="*/ 24 w 3485"/>
                <a:gd name="T109" fmla="*/ 20 h 3490"/>
                <a:gd name="T110" fmla="*/ 25 w 3485"/>
                <a:gd name="T111" fmla="*/ 18 h 3490"/>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w 3485"/>
                <a:gd name="T169" fmla="*/ 0 h 3490"/>
                <a:gd name="T170" fmla="*/ 3485 w 3485"/>
                <a:gd name="T171" fmla="*/ 3490 h 3490"/>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T168" t="T169" r="T170" b="T171"/>
              <a:pathLst>
                <a:path w="3485" h="3490">
                  <a:moveTo>
                    <a:pt x="1754" y="0"/>
                  </a:moveTo>
                  <a:lnTo>
                    <a:pt x="1797" y="2"/>
                  </a:lnTo>
                  <a:lnTo>
                    <a:pt x="1840" y="5"/>
                  </a:lnTo>
                  <a:lnTo>
                    <a:pt x="1881" y="12"/>
                  </a:lnTo>
                  <a:lnTo>
                    <a:pt x="1921" y="20"/>
                  </a:lnTo>
                  <a:lnTo>
                    <a:pt x="1959" y="31"/>
                  </a:lnTo>
                  <a:lnTo>
                    <a:pt x="1994" y="44"/>
                  </a:lnTo>
                  <a:lnTo>
                    <a:pt x="2028" y="59"/>
                  </a:lnTo>
                  <a:lnTo>
                    <a:pt x="2058" y="74"/>
                  </a:lnTo>
                  <a:lnTo>
                    <a:pt x="2086" y="93"/>
                  </a:lnTo>
                  <a:lnTo>
                    <a:pt x="2111" y="113"/>
                  </a:lnTo>
                  <a:lnTo>
                    <a:pt x="2132" y="133"/>
                  </a:lnTo>
                  <a:lnTo>
                    <a:pt x="2151" y="155"/>
                  </a:lnTo>
                  <a:lnTo>
                    <a:pt x="2165" y="179"/>
                  </a:lnTo>
                  <a:lnTo>
                    <a:pt x="2175" y="203"/>
                  </a:lnTo>
                  <a:lnTo>
                    <a:pt x="2182" y="229"/>
                  </a:lnTo>
                  <a:lnTo>
                    <a:pt x="2185" y="255"/>
                  </a:lnTo>
                  <a:lnTo>
                    <a:pt x="2182" y="281"/>
                  </a:lnTo>
                  <a:lnTo>
                    <a:pt x="2175" y="305"/>
                  </a:lnTo>
                  <a:lnTo>
                    <a:pt x="2165" y="330"/>
                  </a:lnTo>
                  <a:lnTo>
                    <a:pt x="2151" y="353"/>
                  </a:lnTo>
                  <a:lnTo>
                    <a:pt x="2132" y="376"/>
                  </a:lnTo>
                  <a:lnTo>
                    <a:pt x="2111" y="397"/>
                  </a:lnTo>
                  <a:lnTo>
                    <a:pt x="2086" y="417"/>
                  </a:lnTo>
                  <a:lnTo>
                    <a:pt x="2058" y="434"/>
                  </a:lnTo>
                  <a:lnTo>
                    <a:pt x="2028" y="451"/>
                  </a:lnTo>
                  <a:lnTo>
                    <a:pt x="1994" y="466"/>
                  </a:lnTo>
                  <a:lnTo>
                    <a:pt x="1959" y="479"/>
                  </a:lnTo>
                  <a:lnTo>
                    <a:pt x="1921" y="489"/>
                  </a:lnTo>
                  <a:lnTo>
                    <a:pt x="1881" y="498"/>
                  </a:lnTo>
                  <a:lnTo>
                    <a:pt x="1840" y="505"/>
                  </a:lnTo>
                  <a:lnTo>
                    <a:pt x="1797" y="508"/>
                  </a:lnTo>
                  <a:lnTo>
                    <a:pt x="1754" y="509"/>
                  </a:lnTo>
                  <a:lnTo>
                    <a:pt x="1710" y="508"/>
                  </a:lnTo>
                  <a:lnTo>
                    <a:pt x="1667" y="505"/>
                  </a:lnTo>
                  <a:lnTo>
                    <a:pt x="1626" y="498"/>
                  </a:lnTo>
                  <a:lnTo>
                    <a:pt x="1586" y="489"/>
                  </a:lnTo>
                  <a:lnTo>
                    <a:pt x="1548" y="479"/>
                  </a:lnTo>
                  <a:lnTo>
                    <a:pt x="1512" y="466"/>
                  </a:lnTo>
                  <a:lnTo>
                    <a:pt x="1479" y="451"/>
                  </a:lnTo>
                  <a:lnTo>
                    <a:pt x="1449" y="434"/>
                  </a:lnTo>
                  <a:lnTo>
                    <a:pt x="1421" y="417"/>
                  </a:lnTo>
                  <a:lnTo>
                    <a:pt x="1395" y="397"/>
                  </a:lnTo>
                  <a:lnTo>
                    <a:pt x="1374" y="376"/>
                  </a:lnTo>
                  <a:lnTo>
                    <a:pt x="1355" y="353"/>
                  </a:lnTo>
                  <a:lnTo>
                    <a:pt x="1341" y="330"/>
                  </a:lnTo>
                  <a:lnTo>
                    <a:pt x="1331" y="305"/>
                  </a:lnTo>
                  <a:lnTo>
                    <a:pt x="1324" y="281"/>
                  </a:lnTo>
                  <a:lnTo>
                    <a:pt x="1321" y="255"/>
                  </a:lnTo>
                  <a:lnTo>
                    <a:pt x="1324" y="229"/>
                  </a:lnTo>
                  <a:lnTo>
                    <a:pt x="1331" y="203"/>
                  </a:lnTo>
                  <a:lnTo>
                    <a:pt x="1341" y="179"/>
                  </a:lnTo>
                  <a:lnTo>
                    <a:pt x="1355" y="155"/>
                  </a:lnTo>
                  <a:lnTo>
                    <a:pt x="1374" y="133"/>
                  </a:lnTo>
                  <a:lnTo>
                    <a:pt x="1395" y="113"/>
                  </a:lnTo>
                  <a:lnTo>
                    <a:pt x="1421" y="93"/>
                  </a:lnTo>
                  <a:lnTo>
                    <a:pt x="1449" y="74"/>
                  </a:lnTo>
                  <a:lnTo>
                    <a:pt x="1479" y="59"/>
                  </a:lnTo>
                  <a:lnTo>
                    <a:pt x="1512" y="44"/>
                  </a:lnTo>
                  <a:lnTo>
                    <a:pt x="1548" y="31"/>
                  </a:lnTo>
                  <a:lnTo>
                    <a:pt x="1586" y="20"/>
                  </a:lnTo>
                  <a:lnTo>
                    <a:pt x="1626" y="12"/>
                  </a:lnTo>
                  <a:lnTo>
                    <a:pt x="1667" y="5"/>
                  </a:lnTo>
                  <a:lnTo>
                    <a:pt x="1710" y="2"/>
                  </a:lnTo>
                  <a:lnTo>
                    <a:pt x="1754" y="0"/>
                  </a:lnTo>
                  <a:close/>
                  <a:moveTo>
                    <a:pt x="239" y="786"/>
                  </a:moveTo>
                  <a:lnTo>
                    <a:pt x="263" y="788"/>
                  </a:lnTo>
                  <a:lnTo>
                    <a:pt x="287" y="794"/>
                  </a:lnTo>
                  <a:lnTo>
                    <a:pt x="309" y="805"/>
                  </a:lnTo>
                  <a:lnTo>
                    <a:pt x="331" y="819"/>
                  </a:lnTo>
                  <a:lnTo>
                    <a:pt x="352" y="836"/>
                  </a:lnTo>
                  <a:lnTo>
                    <a:pt x="372" y="857"/>
                  </a:lnTo>
                  <a:lnTo>
                    <a:pt x="390" y="882"/>
                  </a:lnTo>
                  <a:lnTo>
                    <a:pt x="407" y="909"/>
                  </a:lnTo>
                  <a:lnTo>
                    <a:pt x="423" y="940"/>
                  </a:lnTo>
                  <a:lnTo>
                    <a:pt x="437" y="971"/>
                  </a:lnTo>
                  <a:lnTo>
                    <a:pt x="448" y="1006"/>
                  </a:lnTo>
                  <a:lnTo>
                    <a:pt x="459" y="1043"/>
                  </a:lnTo>
                  <a:lnTo>
                    <a:pt x="467" y="1081"/>
                  </a:lnTo>
                  <a:lnTo>
                    <a:pt x="473" y="1121"/>
                  </a:lnTo>
                  <a:lnTo>
                    <a:pt x="476" y="1163"/>
                  </a:lnTo>
                  <a:lnTo>
                    <a:pt x="478" y="1206"/>
                  </a:lnTo>
                  <a:lnTo>
                    <a:pt x="476" y="1248"/>
                  </a:lnTo>
                  <a:lnTo>
                    <a:pt x="473" y="1290"/>
                  </a:lnTo>
                  <a:lnTo>
                    <a:pt x="467" y="1330"/>
                  </a:lnTo>
                  <a:lnTo>
                    <a:pt x="459" y="1367"/>
                  </a:lnTo>
                  <a:lnTo>
                    <a:pt x="448" y="1405"/>
                  </a:lnTo>
                  <a:lnTo>
                    <a:pt x="437" y="1439"/>
                  </a:lnTo>
                  <a:lnTo>
                    <a:pt x="423" y="1472"/>
                  </a:lnTo>
                  <a:lnTo>
                    <a:pt x="407" y="1501"/>
                  </a:lnTo>
                  <a:lnTo>
                    <a:pt x="390" y="1528"/>
                  </a:lnTo>
                  <a:lnTo>
                    <a:pt x="372" y="1553"/>
                  </a:lnTo>
                  <a:lnTo>
                    <a:pt x="352" y="1574"/>
                  </a:lnTo>
                  <a:lnTo>
                    <a:pt x="331" y="1591"/>
                  </a:lnTo>
                  <a:lnTo>
                    <a:pt x="309" y="1605"/>
                  </a:lnTo>
                  <a:lnTo>
                    <a:pt x="287" y="1616"/>
                  </a:lnTo>
                  <a:lnTo>
                    <a:pt x="263" y="1622"/>
                  </a:lnTo>
                  <a:lnTo>
                    <a:pt x="239" y="1624"/>
                  </a:lnTo>
                  <a:lnTo>
                    <a:pt x="214" y="1622"/>
                  </a:lnTo>
                  <a:lnTo>
                    <a:pt x="191" y="1616"/>
                  </a:lnTo>
                  <a:lnTo>
                    <a:pt x="168" y="1605"/>
                  </a:lnTo>
                  <a:lnTo>
                    <a:pt x="146" y="1591"/>
                  </a:lnTo>
                  <a:lnTo>
                    <a:pt x="125" y="1574"/>
                  </a:lnTo>
                  <a:lnTo>
                    <a:pt x="105" y="1553"/>
                  </a:lnTo>
                  <a:lnTo>
                    <a:pt x="87" y="1528"/>
                  </a:lnTo>
                  <a:lnTo>
                    <a:pt x="70" y="1501"/>
                  </a:lnTo>
                  <a:lnTo>
                    <a:pt x="55" y="1472"/>
                  </a:lnTo>
                  <a:lnTo>
                    <a:pt x="41" y="1439"/>
                  </a:lnTo>
                  <a:lnTo>
                    <a:pt x="29" y="1405"/>
                  </a:lnTo>
                  <a:lnTo>
                    <a:pt x="18" y="1367"/>
                  </a:lnTo>
                  <a:lnTo>
                    <a:pt x="10" y="1330"/>
                  </a:lnTo>
                  <a:lnTo>
                    <a:pt x="4" y="1290"/>
                  </a:lnTo>
                  <a:lnTo>
                    <a:pt x="1" y="1248"/>
                  </a:lnTo>
                  <a:lnTo>
                    <a:pt x="0" y="1206"/>
                  </a:lnTo>
                  <a:lnTo>
                    <a:pt x="1" y="1163"/>
                  </a:lnTo>
                  <a:lnTo>
                    <a:pt x="4" y="1121"/>
                  </a:lnTo>
                  <a:lnTo>
                    <a:pt x="10" y="1081"/>
                  </a:lnTo>
                  <a:lnTo>
                    <a:pt x="18" y="1043"/>
                  </a:lnTo>
                  <a:lnTo>
                    <a:pt x="29" y="1006"/>
                  </a:lnTo>
                  <a:lnTo>
                    <a:pt x="41" y="971"/>
                  </a:lnTo>
                  <a:lnTo>
                    <a:pt x="55" y="940"/>
                  </a:lnTo>
                  <a:lnTo>
                    <a:pt x="70" y="909"/>
                  </a:lnTo>
                  <a:lnTo>
                    <a:pt x="87" y="882"/>
                  </a:lnTo>
                  <a:lnTo>
                    <a:pt x="105" y="857"/>
                  </a:lnTo>
                  <a:lnTo>
                    <a:pt x="125" y="836"/>
                  </a:lnTo>
                  <a:lnTo>
                    <a:pt x="146" y="819"/>
                  </a:lnTo>
                  <a:lnTo>
                    <a:pt x="168" y="805"/>
                  </a:lnTo>
                  <a:lnTo>
                    <a:pt x="191" y="794"/>
                  </a:lnTo>
                  <a:lnTo>
                    <a:pt x="214" y="788"/>
                  </a:lnTo>
                  <a:lnTo>
                    <a:pt x="239" y="786"/>
                  </a:lnTo>
                  <a:close/>
                  <a:moveTo>
                    <a:pt x="1119" y="2495"/>
                  </a:moveTo>
                  <a:lnTo>
                    <a:pt x="1143" y="2498"/>
                  </a:lnTo>
                  <a:lnTo>
                    <a:pt x="1167" y="2504"/>
                  </a:lnTo>
                  <a:lnTo>
                    <a:pt x="1190" y="2514"/>
                  </a:lnTo>
                  <a:lnTo>
                    <a:pt x="1211" y="2528"/>
                  </a:lnTo>
                  <a:lnTo>
                    <a:pt x="1232" y="2546"/>
                  </a:lnTo>
                  <a:lnTo>
                    <a:pt x="1252" y="2567"/>
                  </a:lnTo>
                  <a:lnTo>
                    <a:pt x="1271" y="2592"/>
                  </a:lnTo>
                  <a:lnTo>
                    <a:pt x="1288" y="2618"/>
                  </a:lnTo>
                  <a:lnTo>
                    <a:pt x="1304" y="2648"/>
                  </a:lnTo>
                  <a:lnTo>
                    <a:pt x="1318" y="2681"/>
                  </a:lnTo>
                  <a:lnTo>
                    <a:pt x="1329" y="2715"/>
                  </a:lnTo>
                  <a:lnTo>
                    <a:pt x="1340" y="2752"/>
                  </a:lnTo>
                  <a:lnTo>
                    <a:pt x="1348" y="2790"/>
                  </a:lnTo>
                  <a:lnTo>
                    <a:pt x="1354" y="2830"/>
                  </a:lnTo>
                  <a:lnTo>
                    <a:pt x="1358" y="2872"/>
                  </a:lnTo>
                  <a:lnTo>
                    <a:pt x="1359" y="2914"/>
                  </a:lnTo>
                  <a:lnTo>
                    <a:pt x="1358" y="2956"/>
                  </a:lnTo>
                  <a:lnTo>
                    <a:pt x="1354" y="2998"/>
                  </a:lnTo>
                  <a:lnTo>
                    <a:pt x="1348" y="3038"/>
                  </a:lnTo>
                  <a:lnTo>
                    <a:pt x="1340" y="3077"/>
                  </a:lnTo>
                  <a:lnTo>
                    <a:pt x="1329" y="3113"/>
                  </a:lnTo>
                  <a:lnTo>
                    <a:pt x="1318" y="3147"/>
                  </a:lnTo>
                  <a:lnTo>
                    <a:pt x="1304" y="3180"/>
                  </a:lnTo>
                  <a:lnTo>
                    <a:pt x="1288" y="3209"/>
                  </a:lnTo>
                  <a:lnTo>
                    <a:pt x="1271" y="3238"/>
                  </a:lnTo>
                  <a:lnTo>
                    <a:pt x="1252" y="3261"/>
                  </a:lnTo>
                  <a:lnTo>
                    <a:pt x="1232" y="3282"/>
                  </a:lnTo>
                  <a:lnTo>
                    <a:pt x="1211" y="3301"/>
                  </a:lnTo>
                  <a:lnTo>
                    <a:pt x="1190" y="3315"/>
                  </a:lnTo>
                  <a:lnTo>
                    <a:pt x="1167" y="3325"/>
                  </a:lnTo>
                  <a:lnTo>
                    <a:pt x="1143" y="3331"/>
                  </a:lnTo>
                  <a:lnTo>
                    <a:pt x="1119" y="3334"/>
                  </a:lnTo>
                  <a:lnTo>
                    <a:pt x="1094" y="3331"/>
                  </a:lnTo>
                  <a:lnTo>
                    <a:pt x="1070" y="3325"/>
                  </a:lnTo>
                  <a:lnTo>
                    <a:pt x="1048" y="3315"/>
                  </a:lnTo>
                  <a:lnTo>
                    <a:pt x="1026" y="3301"/>
                  </a:lnTo>
                  <a:lnTo>
                    <a:pt x="1005" y="3282"/>
                  </a:lnTo>
                  <a:lnTo>
                    <a:pt x="985" y="3261"/>
                  </a:lnTo>
                  <a:lnTo>
                    <a:pt x="967" y="3238"/>
                  </a:lnTo>
                  <a:lnTo>
                    <a:pt x="950" y="3209"/>
                  </a:lnTo>
                  <a:lnTo>
                    <a:pt x="935" y="3180"/>
                  </a:lnTo>
                  <a:lnTo>
                    <a:pt x="921" y="3147"/>
                  </a:lnTo>
                  <a:lnTo>
                    <a:pt x="909" y="3113"/>
                  </a:lnTo>
                  <a:lnTo>
                    <a:pt x="898" y="3077"/>
                  </a:lnTo>
                  <a:lnTo>
                    <a:pt x="890" y="3038"/>
                  </a:lnTo>
                  <a:lnTo>
                    <a:pt x="884" y="2998"/>
                  </a:lnTo>
                  <a:lnTo>
                    <a:pt x="881" y="2956"/>
                  </a:lnTo>
                  <a:lnTo>
                    <a:pt x="880" y="2914"/>
                  </a:lnTo>
                  <a:lnTo>
                    <a:pt x="881" y="2872"/>
                  </a:lnTo>
                  <a:lnTo>
                    <a:pt x="884" y="2830"/>
                  </a:lnTo>
                  <a:lnTo>
                    <a:pt x="890" y="2790"/>
                  </a:lnTo>
                  <a:lnTo>
                    <a:pt x="898" y="2752"/>
                  </a:lnTo>
                  <a:lnTo>
                    <a:pt x="909" y="2715"/>
                  </a:lnTo>
                  <a:lnTo>
                    <a:pt x="921" y="2681"/>
                  </a:lnTo>
                  <a:lnTo>
                    <a:pt x="935" y="2648"/>
                  </a:lnTo>
                  <a:lnTo>
                    <a:pt x="950" y="2618"/>
                  </a:lnTo>
                  <a:lnTo>
                    <a:pt x="967" y="2592"/>
                  </a:lnTo>
                  <a:lnTo>
                    <a:pt x="985" y="2567"/>
                  </a:lnTo>
                  <a:lnTo>
                    <a:pt x="1005" y="2546"/>
                  </a:lnTo>
                  <a:lnTo>
                    <a:pt x="1026" y="2528"/>
                  </a:lnTo>
                  <a:lnTo>
                    <a:pt x="1048" y="2514"/>
                  </a:lnTo>
                  <a:lnTo>
                    <a:pt x="1070" y="2504"/>
                  </a:lnTo>
                  <a:lnTo>
                    <a:pt x="1094" y="2498"/>
                  </a:lnTo>
                  <a:lnTo>
                    <a:pt x="1119" y="2495"/>
                  </a:lnTo>
                  <a:close/>
                  <a:moveTo>
                    <a:pt x="2380" y="2651"/>
                  </a:moveTo>
                  <a:lnTo>
                    <a:pt x="2405" y="2654"/>
                  </a:lnTo>
                  <a:lnTo>
                    <a:pt x="2428" y="2660"/>
                  </a:lnTo>
                  <a:lnTo>
                    <a:pt x="2452" y="2670"/>
                  </a:lnTo>
                  <a:lnTo>
                    <a:pt x="2473" y="2684"/>
                  </a:lnTo>
                  <a:lnTo>
                    <a:pt x="2494" y="2703"/>
                  </a:lnTo>
                  <a:lnTo>
                    <a:pt x="2514" y="2724"/>
                  </a:lnTo>
                  <a:lnTo>
                    <a:pt x="2533" y="2747"/>
                  </a:lnTo>
                  <a:lnTo>
                    <a:pt x="2550" y="2774"/>
                  </a:lnTo>
                  <a:lnTo>
                    <a:pt x="2565" y="2805"/>
                  </a:lnTo>
                  <a:lnTo>
                    <a:pt x="2580" y="2838"/>
                  </a:lnTo>
                  <a:lnTo>
                    <a:pt x="2591" y="2872"/>
                  </a:lnTo>
                  <a:lnTo>
                    <a:pt x="2602" y="2908"/>
                  </a:lnTo>
                  <a:lnTo>
                    <a:pt x="2610" y="2947"/>
                  </a:lnTo>
                  <a:lnTo>
                    <a:pt x="2616" y="2987"/>
                  </a:lnTo>
                  <a:lnTo>
                    <a:pt x="2619" y="3029"/>
                  </a:lnTo>
                  <a:lnTo>
                    <a:pt x="2621" y="3071"/>
                  </a:lnTo>
                  <a:lnTo>
                    <a:pt x="2619" y="3113"/>
                  </a:lnTo>
                  <a:lnTo>
                    <a:pt x="2616" y="3155"/>
                  </a:lnTo>
                  <a:lnTo>
                    <a:pt x="2610" y="3195"/>
                  </a:lnTo>
                  <a:lnTo>
                    <a:pt x="2602" y="3233"/>
                  </a:lnTo>
                  <a:lnTo>
                    <a:pt x="2591" y="3270"/>
                  </a:lnTo>
                  <a:lnTo>
                    <a:pt x="2580" y="3304"/>
                  </a:lnTo>
                  <a:lnTo>
                    <a:pt x="2565" y="3337"/>
                  </a:lnTo>
                  <a:lnTo>
                    <a:pt x="2550" y="3367"/>
                  </a:lnTo>
                  <a:lnTo>
                    <a:pt x="2533" y="3393"/>
                  </a:lnTo>
                  <a:lnTo>
                    <a:pt x="2514" y="3418"/>
                  </a:lnTo>
                  <a:lnTo>
                    <a:pt x="2494" y="3439"/>
                  </a:lnTo>
                  <a:lnTo>
                    <a:pt x="2473" y="3457"/>
                  </a:lnTo>
                  <a:lnTo>
                    <a:pt x="2452" y="3471"/>
                  </a:lnTo>
                  <a:lnTo>
                    <a:pt x="2428" y="3481"/>
                  </a:lnTo>
                  <a:lnTo>
                    <a:pt x="2405" y="3487"/>
                  </a:lnTo>
                  <a:lnTo>
                    <a:pt x="2380" y="3490"/>
                  </a:lnTo>
                  <a:lnTo>
                    <a:pt x="2356" y="3487"/>
                  </a:lnTo>
                  <a:lnTo>
                    <a:pt x="2332" y="3481"/>
                  </a:lnTo>
                  <a:lnTo>
                    <a:pt x="2310" y="3471"/>
                  </a:lnTo>
                  <a:lnTo>
                    <a:pt x="2288" y="3457"/>
                  </a:lnTo>
                  <a:lnTo>
                    <a:pt x="2267" y="3439"/>
                  </a:lnTo>
                  <a:lnTo>
                    <a:pt x="2248" y="3418"/>
                  </a:lnTo>
                  <a:lnTo>
                    <a:pt x="2229" y="3393"/>
                  </a:lnTo>
                  <a:lnTo>
                    <a:pt x="2212" y="3367"/>
                  </a:lnTo>
                  <a:lnTo>
                    <a:pt x="2196" y="3337"/>
                  </a:lnTo>
                  <a:lnTo>
                    <a:pt x="2182" y="3304"/>
                  </a:lnTo>
                  <a:lnTo>
                    <a:pt x="2171" y="3270"/>
                  </a:lnTo>
                  <a:lnTo>
                    <a:pt x="2160" y="3233"/>
                  </a:lnTo>
                  <a:lnTo>
                    <a:pt x="2152" y="3195"/>
                  </a:lnTo>
                  <a:lnTo>
                    <a:pt x="2146" y="3155"/>
                  </a:lnTo>
                  <a:lnTo>
                    <a:pt x="2142" y="3113"/>
                  </a:lnTo>
                  <a:lnTo>
                    <a:pt x="2141" y="3071"/>
                  </a:lnTo>
                  <a:lnTo>
                    <a:pt x="2142" y="3029"/>
                  </a:lnTo>
                  <a:lnTo>
                    <a:pt x="2146" y="2987"/>
                  </a:lnTo>
                  <a:lnTo>
                    <a:pt x="2152" y="2947"/>
                  </a:lnTo>
                  <a:lnTo>
                    <a:pt x="2160" y="2908"/>
                  </a:lnTo>
                  <a:lnTo>
                    <a:pt x="2171" y="2872"/>
                  </a:lnTo>
                  <a:lnTo>
                    <a:pt x="2182" y="2838"/>
                  </a:lnTo>
                  <a:lnTo>
                    <a:pt x="2196" y="2805"/>
                  </a:lnTo>
                  <a:lnTo>
                    <a:pt x="2212" y="2774"/>
                  </a:lnTo>
                  <a:lnTo>
                    <a:pt x="2229" y="2747"/>
                  </a:lnTo>
                  <a:lnTo>
                    <a:pt x="2248" y="2724"/>
                  </a:lnTo>
                  <a:lnTo>
                    <a:pt x="2267" y="2703"/>
                  </a:lnTo>
                  <a:lnTo>
                    <a:pt x="2288" y="2684"/>
                  </a:lnTo>
                  <a:lnTo>
                    <a:pt x="2310" y="2670"/>
                  </a:lnTo>
                  <a:lnTo>
                    <a:pt x="2332" y="2660"/>
                  </a:lnTo>
                  <a:lnTo>
                    <a:pt x="2356" y="2654"/>
                  </a:lnTo>
                  <a:lnTo>
                    <a:pt x="2380" y="2651"/>
                  </a:lnTo>
                  <a:close/>
                  <a:moveTo>
                    <a:pt x="2342" y="1355"/>
                  </a:moveTo>
                  <a:lnTo>
                    <a:pt x="2366" y="1357"/>
                  </a:lnTo>
                  <a:lnTo>
                    <a:pt x="2390" y="1363"/>
                  </a:lnTo>
                  <a:lnTo>
                    <a:pt x="2412" y="1373"/>
                  </a:lnTo>
                  <a:lnTo>
                    <a:pt x="2434" y="1387"/>
                  </a:lnTo>
                  <a:lnTo>
                    <a:pt x="2455" y="1405"/>
                  </a:lnTo>
                  <a:lnTo>
                    <a:pt x="2475" y="1426"/>
                  </a:lnTo>
                  <a:lnTo>
                    <a:pt x="2493" y="1451"/>
                  </a:lnTo>
                  <a:lnTo>
                    <a:pt x="2510" y="1478"/>
                  </a:lnTo>
                  <a:lnTo>
                    <a:pt x="2526" y="1507"/>
                  </a:lnTo>
                  <a:lnTo>
                    <a:pt x="2540" y="1540"/>
                  </a:lnTo>
                  <a:lnTo>
                    <a:pt x="2551" y="1574"/>
                  </a:lnTo>
                  <a:lnTo>
                    <a:pt x="2562" y="1611"/>
                  </a:lnTo>
                  <a:lnTo>
                    <a:pt x="2570" y="1649"/>
                  </a:lnTo>
                  <a:lnTo>
                    <a:pt x="2576" y="1689"/>
                  </a:lnTo>
                  <a:lnTo>
                    <a:pt x="2580" y="1731"/>
                  </a:lnTo>
                  <a:lnTo>
                    <a:pt x="2581" y="1773"/>
                  </a:lnTo>
                  <a:lnTo>
                    <a:pt x="2580" y="1815"/>
                  </a:lnTo>
                  <a:lnTo>
                    <a:pt x="2576" y="1858"/>
                  </a:lnTo>
                  <a:lnTo>
                    <a:pt x="2570" y="1897"/>
                  </a:lnTo>
                  <a:lnTo>
                    <a:pt x="2562" y="1936"/>
                  </a:lnTo>
                  <a:lnTo>
                    <a:pt x="2551" y="1972"/>
                  </a:lnTo>
                  <a:lnTo>
                    <a:pt x="2540" y="2008"/>
                  </a:lnTo>
                  <a:lnTo>
                    <a:pt x="2526" y="2039"/>
                  </a:lnTo>
                  <a:lnTo>
                    <a:pt x="2510" y="2070"/>
                  </a:lnTo>
                  <a:lnTo>
                    <a:pt x="2493" y="2097"/>
                  </a:lnTo>
                  <a:lnTo>
                    <a:pt x="2475" y="2121"/>
                  </a:lnTo>
                  <a:lnTo>
                    <a:pt x="2455" y="2142"/>
                  </a:lnTo>
                  <a:lnTo>
                    <a:pt x="2434" y="2160"/>
                  </a:lnTo>
                  <a:lnTo>
                    <a:pt x="2412" y="2174"/>
                  </a:lnTo>
                  <a:lnTo>
                    <a:pt x="2390" y="2185"/>
                  </a:lnTo>
                  <a:lnTo>
                    <a:pt x="2366" y="2191"/>
                  </a:lnTo>
                  <a:lnTo>
                    <a:pt x="2342" y="2193"/>
                  </a:lnTo>
                  <a:lnTo>
                    <a:pt x="2317" y="2191"/>
                  </a:lnTo>
                  <a:lnTo>
                    <a:pt x="2294" y="2185"/>
                  </a:lnTo>
                  <a:lnTo>
                    <a:pt x="2270" y="2174"/>
                  </a:lnTo>
                  <a:lnTo>
                    <a:pt x="2249" y="2160"/>
                  </a:lnTo>
                  <a:lnTo>
                    <a:pt x="2228" y="2142"/>
                  </a:lnTo>
                  <a:lnTo>
                    <a:pt x="2208" y="2121"/>
                  </a:lnTo>
                  <a:lnTo>
                    <a:pt x="2189" y="2097"/>
                  </a:lnTo>
                  <a:lnTo>
                    <a:pt x="2173" y="2070"/>
                  </a:lnTo>
                  <a:lnTo>
                    <a:pt x="2157" y="2039"/>
                  </a:lnTo>
                  <a:lnTo>
                    <a:pt x="2142" y="2008"/>
                  </a:lnTo>
                  <a:lnTo>
                    <a:pt x="2131" y="1972"/>
                  </a:lnTo>
                  <a:lnTo>
                    <a:pt x="2120" y="1936"/>
                  </a:lnTo>
                  <a:lnTo>
                    <a:pt x="2112" y="1897"/>
                  </a:lnTo>
                  <a:lnTo>
                    <a:pt x="2106" y="1858"/>
                  </a:lnTo>
                  <a:lnTo>
                    <a:pt x="2103" y="1815"/>
                  </a:lnTo>
                  <a:lnTo>
                    <a:pt x="2101" y="1773"/>
                  </a:lnTo>
                  <a:lnTo>
                    <a:pt x="2103" y="1731"/>
                  </a:lnTo>
                  <a:lnTo>
                    <a:pt x="2106" y="1689"/>
                  </a:lnTo>
                  <a:lnTo>
                    <a:pt x="2112" y="1649"/>
                  </a:lnTo>
                  <a:lnTo>
                    <a:pt x="2120" y="1611"/>
                  </a:lnTo>
                  <a:lnTo>
                    <a:pt x="2131" y="1574"/>
                  </a:lnTo>
                  <a:lnTo>
                    <a:pt x="2142" y="1540"/>
                  </a:lnTo>
                  <a:lnTo>
                    <a:pt x="2157" y="1507"/>
                  </a:lnTo>
                  <a:lnTo>
                    <a:pt x="2173" y="1478"/>
                  </a:lnTo>
                  <a:lnTo>
                    <a:pt x="2189" y="1451"/>
                  </a:lnTo>
                  <a:lnTo>
                    <a:pt x="2208" y="1426"/>
                  </a:lnTo>
                  <a:lnTo>
                    <a:pt x="2228" y="1405"/>
                  </a:lnTo>
                  <a:lnTo>
                    <a:pt x="2249" y="1387"/>
                  </a:lnTo>
                  <a:lnTo>
                    <a:pt x="2270" y="1373"/>
                  </a:lnTo>
                  <a:lnTo>
                    <a:pt x="2294" y="1363"/>
                  </a:lnTo>
                  <a:lnTo>
                    <a:pt x="2317" y="1357"/>
                  </a:lnTo>
                  <a:lnTo>
                    <a:pt x="2342" y="1355"/>
                  </a:lnTo>
                  <a:close/>
                  <a:moveTo>
                    <a:pt x="3179" y="819"/>
                  </a:moveTo>
                  <a:lnTo>
                    <a:pt x="3204" y="821"/>
                  </a:lnTo>
                  <a:lnTo>
                    <a:pt x="3227" y="827"/>
                  </a:lnTo>
                  <a:lnTo>
                    <a:pt x="3250" y="838"/>
                  </a:lnTo>
                  <a:lnTo>
                    <a:pt x="3272" y="852"/>
                  </a:lnTo>
                  <a:lnTo>
                    <a:pt x="3293" y="869"/>
                  </a:lnTo>
                  <a:lnTo>
                    <a:pt x="3312" y="890"/>
                  </a:lnTo>
                  <a:lnTo>
                    <a:pt x="3331" y="915"/>
                  </a:lnTo>
                  <a:lnTo>
                    <a:pt x="3348" y="942"/>
                  </a:lnTo>
                  <a:lnTo>
                    <a:pt x="3363" y="971"/>
                  </a:lnTo>
                  <a:lnTo>
                    <a:pt x="3377" y="1004"/>
                  </a:lnTo>
                  <a:lnTo>
                    <a:pt x="3389" y="1038"/>
                  </a:lnTo>
                  <a:lnTo>
                    <a:pt x="3400" y="1076"/>
                  </a:lnTo>
                  <a:lnTo>
                    <a:pt x="3408" y="1113"/>
                  </a:lnTo>
                  <a:lnTo>
                    <a:pt x="3414" y="1153"/>
                  </a:lnTo>
                  <a:lnTo>
                    <a:pt x="3417" y="1195"/>
                  </a:lnTo>
                  <a:lnTo>
                    <a:pt x="3418" y="1237"/>
                  </a:lnTo>
                  <a:lnTo>
                    <a:pt x="3417" y="1280"/>
                  </a:lnTo>
                  <a:lnTo>
                    <a:pt x="3414" y="1322"/>
                  </a:lnTo>
                  <a:lnTo>
                    <a:pt x="3408" y="1362"/>
                  </a:lnTo>
                  <a:lnTo>
                    <a:pt x="3400" y="1399"/>
                  </a:lnTo>
                  <a:lnTo>
                    <a:pt x="3389" y="1437"/>
                  </a:lnTo>
                  <a:lnTo>
                    <a:pt x="3377" y="1471"/>
                  </a:lnTo>
                  <a:lnTo>
                    <a:pt x="3363" y="1503"/>
                  </a:lnTo>
                  <a:lnTo>
                    <a:pt x="3348" y="1533"/>
                  </a:lnTo>
                  <a:lnTo>
                    <a:pt x="3331" y="1560"/>
                  </a:lnTo>
                  <a:lnTo>
                    <a:pt x="3312" y="1584"/>
                  </a:lnTo>
                  <a:lnTo>
                    <a:pt x="3293" y="1605"/>
                  </a:lnTo>
                  <a:lnTo>
                    <a:pt x="3272" y="1623"/>
                  </a:lnTo>
                  <a:lnTo>
                    <a:pt x="3250" y="1637"/>
                  </a:lnTo>
                  <a:lnTo>
                    <a:pt x="3227" y="1648"/>
                  </a:lnTo>
                  <a:lnTo>
                    <a:pt x="3204" y="1654"/>
                  </a:lnTo>
                  <a:lnTo>
                    <a:pt x="3179" y="1656"/>
                  </a:lnTo>
                  <a:lnTo>
                    <a:pt x="3155" y="1654"/>
                  </a:lnTo>
                  <a:lnTo>
                    <a:pt x="3131" y="1648"/>
                  </a:lnTo>
                  <a:lnTo>
                    <a:pt x="3108" y="1637"/>
                  </a:lnTo>
                  <a:lnTo>
                    <a:pt x="3087" y="1623"/>
                  </a:lnTo>
                  <a:lnTo>
                    <a:pt x="3066" y="1605"/>
                  </a:lnTo>
                  <a:lnTo>
                    <a:pt x="3046" y="1584"/>
                  </a:lnTo>
                  <a:lnTo>
                    <a:pt x="3027" y="1560"/>
                  </a:lnTo>
                  <a:lnTo>
                    <a:pt x="3011" y="1533"/>
                  </a:lnTo>
                  <a:lnTo>
                    <a:pt x="2994" y="1503"/>
                  </a:lnTo>
                  <a:lnTo>
                    <a:pt x="2980" y="1471"/>
                  </a:lnTo>
                  <a:lnTo>
                    <a:pt x="2968" y="1437"/>
                  </a:lnTo>
                  <a:lnTo>
                    <a:pt x="2958" y="1399"/>
                  </a:lnTo>
                  <a:lnTo>
                    <a:pt x="2950" y="1362"/>
                  </a:lnTo>
                  <a:lnTo>
                    <a:pt x="2944" y="1322"/>
                  </a:lnTo>
                  <a:lnTo>
                    <a:pt x="2940" y="1280"/>
                  </a:lnTo>
                  <a:lnTo>
                    <a:pt x="2939" y="1237"/>
                  </a:lnTo>
                  <a:lnTo>
                    <a:pt x="2940" y="1195"/>
                  </a:lnTo>
                  <a:lnTo>
                    <a:pt x="2944" y="1153"/>
                  </a:lnTo>
                  <a:lnTo>
                    <a:pt x="2950" y="1113"/>
                  </a:lnTo>
                  <a:lnTo>
                    <a:pt x="2958" y="1076"/>
                  </a:lnTo>
                  <a:lnTo>
                    <a:pt x="2968" y="1038"/>
                  </a:lnTo>
                  <a:lnTo>
                    <a:pt x="2980" y="1004"/>
                  </a:lnTo>
                  <a:lnTo>
                    <a:pt x="2994" y="971"/>
                  </a:lnTo>
                  <a:lnTo>
                    <a:pt x="3011" y="942"/>
                  </a:lnTo>
                  <a:lnTo>
                    <a:pt x="3027" y="915"/>
                  </a:lnTo>
                  <a:lnTo>
                    <a:pt x="3046" y="890"/>
                  </a:lnTo>
                  <a:lnTo>
                    <a:pt x="3066" y="869"/>
                  </a:lnTo>
                  <a:lnTo>
                    <a:pt x="3087" y="852"/>
                  </a:lnTo>
                  <a:lnTo>
                    <a:pt x="3108" y="838"/>
                  </a:lnTo>
                  <a:lnTo>
                    <a:pt x="3131" y="827"/>
                  </a:lnTo>
                  <a:lnTo>
                    <a:pt x="3155" y="821"/>
                  </a:lnTo>
                  <a:lnTo>
                    <a:pt x="3179" y="819"/>
                  </a:lnTo>
                  <a:close/>
                  <a:moveTo>
                    <a:pt x="3246" y="2144"/>
                  </a:moveTo>
                  <a:lnTo>
                    <a:pt x="3271" y="2146"/>
                  </a:lnTo>
                  <a:lnTo>
                    <a:pt x="3294" y="2152"/>
                  </a:lnTo>
                  <a:lnTo>
                    <a:pt x="3316" y="2162"/>
                  </a:lnTo>
                  <a:lnTo>
                    <a:pt x="3339" y="2176"/>
                  </a:lnTo>
                  <a:lnTo>
                    <a:pt x="3360" y="2194"/>
                  </a:lnTo>
                  <a:lnTo>
                    <a:pt x="3380" y="2215"/>
                  </a:lnTo>
                  <a:lnTo>
                    <a:pt x="3397" y="2240"/>
                  </a:lnTo>
                  <a:lnTo>
                    <a:pt x="3415" y="2267"/>
                  </a:lnTo>
                  <a:lnTo>
                    <a:pt x="3430" y="2296"/>
                  </a:lnTo>
                  <a:lnTo>
                    <a:pt x="3444" y="2329"/>
                  </a:lnTo>
                  <a:lnTo>
                    <a:pt x="3456" y="2363"/>
                  </a:lnTo>
                  <a:lnTo>
                    <a:pt x="3466" y="2400"/>
                  </a:lnTo>
                  <a:lnTo>
                    <a:pt x="3475" y="2438"/>
                  </a:lnTo>
                  <a:lnTo>
                    <a:pt x="3480" y="2478"/>
                  </a:lnTo>
                  <a:lnTo>
                    <a:pt x="3484" y="2520"/>
                  </a:lnTo>
                  <a:lnTo>
                    <a:pt x="3485" y="2562"/>
                  </a:lnTo>
                  <a:lnTo>
                    <a:pt x="3484" y="2604"/>
                  </a:lnTo>
                  <a:lnTo>
                    <a:pt x="3480" y="2647"/>
                  </a:lnTo>
                  <a:lnTo>
                    <a:pt x="3475" y="2686"/>
                  </a:lnTo>
                  <a:lnTo>
                    <a:pt x="3466" y="2725"/>
                  </a:lnTo>
                  <a:lnTo>
                    <a:pt x="3456" y="2762"/>
                  </a:lnTo>
                  <a:lnTo>
                    <a:pt x="3444" y="2796"/>
                  </a:lnTo>
                  <a:lnTo>
                    <a:pt x="3430" y="2828"/>
                  </a:lnTo>
                  <a:lnTo>
                    <a:pt x="3415" y="2858"/>
                  </a:lnTo>
                  <a:lnTo>
                    <a:pt x="3397" y="2886"/>
                  </a:lnTo>
                  <a:lnTo>
                    <a:pt x="3380" y="2909"/>
                  </a:lnTo>
                  <a:lnTo>
                    <a:pt x="3360" y="2930"/>
                  </a:lnTo>
                  <a:lnTo>
                    <a:pt x="3339" y="2949"/>
                  </a:lnTo>
                  <a:lnTo>
                    <a:pt x="3316" y="2963"/>
                  </a:lnTo>
                  <a:lnTo>
                    <a:pt x="3294" y="2974"/>
                  </a:lnTo>
                  <a:lnTo>
                    <a:pt x="3271" y="2980"/>
                  </a:lnTo>
                  <a:lnTo>
                    <a:pt x="3246" y="2982"/>
                  </a:lnTo>
                  <a:lnTo>
                    <a:pt x="3222" y="2980"/>
                  </a:lnTo>
                  <a:lnTo>
                    <a:pt x="3198" y="2974"/>
                  </a:lnTo>
                  <a:lnTo>
                    <a:pt x="3176" y="2963"/>
                  </a:lnTo>
                  <a:lnTo>
                    <a:pt x="3154" y="2949"/>
                  </a:lnTo>
                  <a:lnTo>
                    <a:pt x="3133" y="2930"/>
                  </a:lnTo>
                  <a:lnTo>
                    <a:pt x="3113" y="2909"/>
                  </a:lnTo>
                  <a:lnTo>
                    <a:pt x="3095" y="2886"/>
                  </a:lnTo>
                  <a:lnTo>
                    <a:pt x="3077" y="2858"/>
                  </a:lnTo>
                  <a:lnTo>
                    <a:pt x="3062" y="2828"/>
                  </a:lnTo>
                  <a:lnTo>
                    <a:pt x="3048" y="2796"/>
                  </a:lnTo>
                  <a:lnTo>
                    <a:pt x="3036" y="2762"/>
                  </a:lnTo>
                  <a:lnTo>
                    <a:pt x="3026" y="2725"/>
                  </a:lnTo>
                  <a:lnTo>
                    <a:pt x="3018" y="2686"/>
                  </a:lnTo>
                  <a:lnTo>
                    <a:pt x="3012" y="2647"/>
                  </a:lnTo>
                  <a:lnTo>
                    <a:pt x="3008" y="2604"/>
                  </a:lnTo>
                  <a:lnTo>
                    <a:pt x="3007" y="2562"/>
                  </a:lnTo>
                  <a:lnTo>
                    <a:pt x="3008" y="2520"/>
                  </a:lnTo>
                  <a:lnTo>
                    <a:pt x="3012" y="2478"/>
                  </a:lnTo>
                  <a:lnTo>
                    <a:pt x="3018" y="2438"/>
                  </a:lnTo>
                  <a:lnTo>
                    <a:pt x="3026" y="2400"/>
                  </a:lnTo>
                  <a:lnTo>
                    <a:pt x="3036" y="2363"/>
                  </a:lnTo>
                  <a:lnTo>
                    <a:pt x="3048" y="2329"/>
                  </a:lnTo>
                  <a:lnTo>
                    <a:pt x="3062" y="2296"/>
                  </a:lnTo>
                  <a:lnTo>
                    <a:pt x="3077" y="2267"/>
                  </a:lnTo>
                  <a:lnTo>
                    <a:pt x="3095" y="2240"/>
                  </a:lnTo>
                  <a:lnTo>
                    <a:pt x="3113" y="2215"/>
                  </a:lnTo>
                  <a:lnTo>
                    <a:pt x="3133" y="2194"/>
                  </a:lnTo>
                  <a:lnTo>
                    <a:pt x="3154" y="2176"/>
                  </a:lnTo>
                  <a:lnTo>
                    <a:pt x="3176" y="2162"/>
                  </a:lnTo>
                  <a:lnTo>
                    <a:pt x="3198" y="2152"/>
                  </a:lnTo>
                  <a:lnTo>
                    <a:pt x="3222" y="2146"/>
                  </a:lnTo>
                  <a:lnTo>
                    <a:pt x="3246" y="214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0018" name="Freeform 48"/>
            <p:cNvSpPr>
              <a:spLocks/>
            </p:cNvSpPr>
            <p:nvPr/>
          </p:nvSpPr>
          <p:spPr bwMode="auto">
            <a:xfrm>
              <a:off x="1267" y="1588"/>
              <a:ext cx="87" cy="52"/>
            </a:xfrm>
            <a:custGeom>
              <a:avLst/>
              <a:gdLst>
                <a:gd name="T0" fmla="*/ 3 w 437"/>
                <a:gd name="T1" fmla="*/ 2 h 260"/>
                <a:gd name="T2" fmla="*/ 3 w 437"/>
                <a:gd name="T3" fmla="*/ 2 h 260"/>
                <a:gd name="T4" fmla="*/ 3 w 437"/>
                <a:gd name="T5" fmla="*/ 2 h 260"/>
                <a:gd name="T6" fmla="*/ 3 w 437"/>
                <a:gd name="T7" fmla="*/ 2 h 260"/>
                <a:gd name="T8" fmla="*/ 3 w 437"/>
                <a:gd name="T9" fmla="*/ 1 h 260"/>
                <a:gd name="T10" fmla="*/ 3 w 437"/>
                <a:gd name="T11" fmla="*/ 1 h 260"/>
                <a:gd name="T12" fmla="*/ 3 w 437"/>
                <a:gd name="T13" fmla="*/ 1 h 260"/>
                <a:gd name="T14" fmla="*/ 3 w 437"/>
                <a:gd name="T15" fmla="*/ 1 h 260"/>
                <a:gd name="T16" fmla="*/ 3 w 437"/>
                <a:gd name="T17" fmla="*/ 1 h 260"/>
                <a:gd name="T18" fmla="*/ 2 w 437"/>
                <a:gd name="T19" fmla="*/ 1 h 260"/>
                <a:gd name="T20" fmla="*/ 2 w 437"/>
                <a:gd name="T21" fmla="*/ 0 h 260"/>
                <a:gd name="T22" fmla="*/ 2 w 437"/>
                <a:gd name="T23" fmla="*/ 0 h 260"/>
                <a:gd name="T24" fmla="*/ 2 w 437"/>
                <a:gd name="T25" fmla="*/ 0 h 260"/>
                <a:gd name="T26" fmla="*/ 1 w 437"/>
                <a:gd name="T27" fmla="*/ 0 h 260"/>
                <a:gd name="T28" fmla="*/ 1 w 437"/>
                <a:gd name="T29" fmla="*/ 0 h 260"/>
                <a:gd name="T30" fmla="*/ 1 w 437"/>
                <a:gd name="T31" fmla="*/ 0 h 260"/>
                <a:gd name="T32" fmla="*/ 0 w 437"/>
                <a:gd name="T33" fmla="*/ 0 h 260"/>
                <a:gd name="T34" fmla="*/ 0 w 437"/>
                <a:gd name="T35" fmla="*/ 0 h 260"/>
                <a:gd name="T36" fmla="*/ 0 w 437"/>
                <a:gd name="T37" fmla="*/ 0 h 260"/>
                <a:gd name="T38" fmla="*/ 0 w 437"/>
                <a:gd name="T39" fmla="*/ 0 h 260"/>
                <a:gd name="T40" fmla="*/ 1 w 437"/>
                <a:gd name="T41" fmla="*/ 0 h 260"/>
                <a:gd name="T42" fmla="*/ 1 w 437"/>
                <a:gd name="T43" fmla="*/ 0 h 260"/>
                <a:gd name="T44" fmla="*/ 1 w 437"/>
                <a:gd name="T45" fmla="*/ 0 h 260"/>
                <a:gd name="T46" fmla="*/ 2 w 437"/>
                <a:gd name="T47" fmla="*/ 0 h 260"/>
                <a:gd name="T48" fmla="*/ 2 w 437"/>
                <a:gd name="T49" fmla="*/ 0 h 260"/>
                <a:gd name="T50" fmla="*/ 2 w 437"/>
                <a:gd name="T51" fmla="*/ 1 h 260"/>
                <a:gd name="T52" fmla="*/ 2 w 437"/>
                <a:gd name="T53" fmla="*/ 1 h 260"/>
                <a:gd name="T54" fmla="*/ 3 w 437"/>
                <a:gd name="T55" fmla="*/ 1 h 260"/>
                <a:gd name="T56" fmla="*/ 3 w 437"/>
                <a:gd name="T57" fmla="*/ 1 h 260"/>
                <a:gd name="T58" fmla="*/ 3 w 437"/>
                <a:gd name="T59" fmla="*/ 1 h 260"/>
                <a:gd name="T60" fmla="*/ 3 w 437"/>
                <a:gd name="T61" fmla="*/ 1 h 260"/>
                <a:gd name="T62" fmla="*/ 3 w 437"/>
                <a:gd name="T63" fmla="*/ 1 h 260"/>
                <a:gd name="T64" fmla="*/ 3 w 437"/>
                <a:gd name="T65" fmla="*/ 2 h 260"/>
                <a:gd name="T66" fmla="*/ 3 w 437"/>
                <a:gd name="T67" fmla="*/ 2 h 260"/>
                <a:gd name="T68" fmla="*/ 3 w 437"/>
                <a:gd name="T69" fmla="*/ 2 h 260"/>
                <a:gd name="T70" fmla="*/ 3 w 437"/>
                <a:gd name="T71" fmla="*/ 2 h 260"/>
                <a:gd name="T72" fmla="*/ 3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437" y="260"/>
                  </a:moveTo>
                  <a:lnTo>
                    <a:pt x="437" y="260"/>
                  </a:lnTo>
                  <a:lnTo>
                    <a:pt x="434" y="233"/>
                  </a:lnTo>
                  <a:lnTo>
                    <a:pt x="427" y="206"/>
                  </a:lnTo>
                  <a:lnTo>
                    <a:pt x="417" y="181"/>
                  </a:lnTo>
                  <a:lnTo>
                    <a:pt x="401" y="157"/>
                  </a:lnTo>
                  <a:lnTo>
                    <a:pt x="383" y="133"/>
                  </a:lnTo>
                  <a:lnTo>
                    <a:pt x="360" y="113"/>
                  </a:lnTo>
                  <a:lnTo>
                    <a:pt x="336" y="93"/>
                  </a:lnTo>
                  <a:lnTo>
                    <a:pt x="308" y="73"/>
                  </a:lnTo>
                  <a:lnTo>
                    <a:pt x="276" y="58"/>
                  </a:lnTo>
                  <a:lnTo>
                    <a:pt x="242" y="43"/>
                  </a:lnTo>
                  <a:lnTo>
                    <a:pt x="207" y="30"/>
                  </a:lnTo>
                  <a:lnTo>
                    <a:pt x="168" y="19"/>
                  </a:lnTo>
                  <a:lnTo>
                    <a:pt x="128" y="11"/>
                  </a:lnTo>
                  <a:lnTo>
                    <a:pt x="87" y="4"/>
                  </a:lnTo>
                  <a:lnTo>
                    <a:pt x="43" y="1"/>
                  </a:lnTo>
                  <a:lnTo>
                    <a:pt x="0" y="0"/>
                  </a:lnTo>
                  <a:lnTo>
                    <a:pt x="0" y="11"/>
                  </a:lnTo>
                  <a:lnTo>
                    <a:pt x="43" y="12"/>
                  </a:lnTo>
                  <a:lnTo>
                    <a:pt x="85" y="16"/>
                  </a:lnTo>
                  <a:lnTo>
                    <a:pt x="126" y="23"/>
                  </a:lnTo>
                  <a:lnTo>
                    <a:pt x="166" y="31"/>
                  </a:lnTo>
                  <a:lnTo>
                    <a:pt x="202" y="42"/>
                  </a:lnTo>
                  <a:lnTo>
                    <a:pt x="237" y="55"/>
                  </a:lnTo>
                  <a:lnTo>
                    <a:pt x="271" y="70"/>
                  </a:lnTo>
                  <a:lnTo>
                    <a:pt x="301" y="85"/>
                  </a:lnTo>
                  <a:lnTo>
                    <a:pt x="329" y="103"/>
                  </a:lnTo>
                  <a:lnTo>
                    <a:pt x="353" y="123"/>
                  </a:lnTo>
                  <a:lnTo>
                    <a:pt x="373" y="143"/>
                  </a:lnTo>
                  <a:lnTo>
                    <a:pt x="392" y="164"/>
                  </a:lnTo>
                  <a:lnTo>
                    <a:pt x="405" y="186"/>
                  </a:lnTo>
                  <a:lnTo>
                    <a:pt x="415" y="211"/>
                  </a:lnTo>
                  <a:lnTo>
                    <a:pt x="422" y="235"/>
                  </a:lnTo>
                  <a:lnTo>
                    <a:pt x="425" y="260"/>
                  </a:lnTo>
                  <a:lnTo>
                    <a:pt x="437"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0019" name="Freeform 49"/>
            <p:cNvSpPr>
              <a:spLocks/>
            </p:cNvSpPr>
            <p:nvPr/>
          </p:nvSpPr>
          <p:spPr bwMode="auto">
            <a:xfrm>
              <a:off x="1267" y="1640"/>
              <a:ext cx="87" cy="52"/>
            </a:xfrm>
            <a:custGeom>
              <a:avLst/>
              <a:gdLst>
                <a:gd name="T0" fmla="*/ 0 w 437"/>
                <a:gd name="T1" fmla="*/ 2 h 260"/>
                <a:gd name="T2" fmla="*/ 0 w 437"/>
                <a:gd name="T3" fmla="*/ 2 h 260"/>
                <a:gd name="T4" fmla="*/ 0 w 437"/>
                <a:gd name="T5" fmla="*/ 2 h 260"/>
                <a:gd name="T6" fmla="*/ 1 w 437"/>
                <a:gd name="T7" fmla="*/ 2 h 260"/>
                <a:gd name="T8" fmla="*/ 1 w 437"/>
                <a:gd name="T9" fmla="*/ 2 h 260"/>
                <a:gd name="T10" fmla="*/ 1 w 437"/>
                <a:gd name="T11" fmla="*/ 2 h 260"/>
                <a:gd name="T12" fmla="*/ 2 w 437"/>
                <a:gd name="T13" fmla="*/ 2 h 260"/>
                <a:gd name="T14" fmla="*/ 2 w 437"/>
                <a:gd name="T15" fmla="*/ 2 h 260"/>
                <a:gd name="T16" fmla="*/ 2 w 437"/>
                <a:gd name="T17" fmla="*/ 2 h 260"/>
                <a:gd name="T18" fmla="*/ 2 w 437"/>
                <a:gd name="T19" fmla="*/ 1 h 260"/>
                <a:gd name="T20" fmla="*/ 3 w 437"/>
                <a:gd name="T21" fmla="*/ 1 h 260"/>
                <a:gd name="T22" fmla="*/ 3 w 437"/>
                <a:gd name="T23" fmla="*/ 1 h 260"/>
                <a:gd name="T24" fmla="*/ 3 w 437"/>
                <a:gd name="T25" fmla="*/ 1 h 260"/>
                <a:gd name="T26" fmla="*/ 3 w 437"/>
                <a:gd name="T27" fmla="*/ 1 h 260"/>
                <a:gd name="T28" fmla="*/ 3 w 437"/>
                <a:gd name="T29" fmla="*/ 1 h 260"/>
                <a:gd name="T30" fmla="*/ 3 w 437"/>
                <a:gd name="T31" fmla="*/ 0 h 260"/>
                <a:gd name="T32" fmla="*/ 3 w 437"/>
                <a:gd name="T33" fmla="*/ 0 h 260"/>
                <a:gd name="T34" fmla="*/ 3 w 437"/>
                <a:gd name="T35" fmla="*/ 0 h 260"/>
                <a:gd name="T36" fmla="*/ 3 w 437"/>
                <a:gd name="T37" fmla="*/ 0 h 260"/>
                <a:gd name="T38" fmla="*/ 3 w 437"/>
                <a:gd name="T39" fmla="*/ 0 h 260"/>
                <a:gd name="T40" fmla="*/ 3 w 437"/>
                <a:gd name="T41" fmla="*/ 0 h 260"/>
                <a:gd name="T42" fmla="*/ 3 w 437"/>
                <a:gd name="T43" fmla="*/ 1 h 260"/>
                <a:gd name="T44" fmla="*/ 3 w 437"/>
                <a:gd name="T45" fmla="*/ 1 h 260"/>
                <a:gd name="T46" fmla="*/ 3 w 437"/>
                <a:gd name="T47" fmla="*/ 1 h 260"/>
                <a:gd name="T48" fmla="*/ 3 w 437"/>
                <a:gd name="T49" fmla="*/ 1 h 260"/>
                <a:gd name="T50" fmla="*/ 3 w 437"/>
                <a:gd name="T51" fmla="*/ 1 h 260"/>
                <a:gd name="T52" fmla="*/ 2 w 437"/>
                <a:gd name="T53" fmla="*/ 1 h 260"/>
                <a:gd name="T54" fmla="*/ 2 w 437"/>
                <a:gd name="T55" fmla="*/ 2 h 260"/>
                <a:gd name="T56" fmla="*/ 2 w 437"/>
                <a:gd name="T57" fmla="*/ 2 h 260"/>
                <a:gd name="T58" fmla="*/ 2 w 437"/>
                <a:gd name="T59" fmla="*/ 2 h 260"/>
                <a:gd name="T60" fmla="*/ 1 w 437"/>
                <a:gd name="T61" fmla="*/ 2 h 260"/>
                <a:gd name="T62" fmla="*/ 1 w 437"/>
                <a:gd name="T63" fmla="*/ 2 h 260"/>
                <a:gd name="T64" fmla="*/ 1 w 437"/>
                <a:gd name="T65" fmla="*/ 2 h 260"/>
                <a:gd name="T66" fmla="*/ 0 w 437"/>
                <a:gd name="T67" fmla="*/ 2 h 260"/>
                <a:gd name="T68" fmla="*/ 0 w 437"/>
                <a:gd name="T69" fmla="*/ 2 h 260"/>
                <a:gd name="T70" fmla="*/ 0 w 437"/>
                <a:gd name="T71" fmla="*/ 2 h 260"/>
                <a:gd name="T72" fmla="*/ 0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0" y="260"/>
                  </a:moveTo>
                  <a:lnTo>
                    <a:pt x="0" y="260"/>
                  </a:lnTo>
                  <a:lnTo>
                    <a:pt x="43" y="259"/>
                  </a:lnTo>
                  <a:lnTo>
                    <a:pt x="87" y="255"/>
                  </a:lnTo>
                  <a:lnTo>
                    <a:pt x="128" y="248"/>
                  </a:lnTo>
                  <a:lnTo>
                    <a:pt x="168" y="240"/>
                  </a:lnTo>
                  <a:lnTo>
                    <a:pt x="207" y="230"/>
                  </a:lnTo>
                  <a:lnTo>
                    <a:pt x="242" y="217"/>
                  </a:lnTo>
                  <a:lnTo>
                    <a:pt x="276" y="202"/>
                  </a:lnTo>
                  <a:lnTo>
                    <a:pt x="308" y="185"/>
                  </a:lnTo>
                  <a:lnTo>
                    <a:pt x="336" y="166"/>
                  </a:lnTo>
                  <a:lnTo>
                    <a:pt x="360" y="146"/>
                  </a:lnTo>
                  <a:lnTo>
                    <a:pt x="383" y="125"/>
                  </a:lnTo>
                  <a:lnTo>
                    <a:pt x="401" y="102"/>
                  </a:lnTo>
                  <a:lnTo>
                    <a:pt x="417" y="77"/>
                  </a:lnTo>
                  <a:lnTo>
                    <a:pt x="427" y="53"/>
                  </a:lnTo>
                  <a:lnTo>
                    <a:pt x="434" y="27"/>
                  </a:lnTo>
                  <a:lnTo>
                    <a:pt x="437" y="0"/>
                  </a:lnTo>
                  <a:lnTo>
                    <a:pt x="425" y="0"/>
                  </a:lnTo>
                  <a:lnTo>
                    <a:pt x="422" y="24"/>
                  </a:lnTo>
                  <a:lnTo>
                    <a:pt x="415" y="48"/>
                  </a:lnTo>
                  <a:lnTo>
                    <a:pt x="405" y="73"/>
                  </a:lnTo>
                  <a:lnTo>
                    <a:pt x="392" y="95"/>
                  </a:lnTo>
                  <a:lnTo>
                    <a:pt x="373" y="116"/>
                  </a:lnTo>
                  <a:lnTo>
                    <a:pt x="353" y="137"/>
                  </a:lnTo>
                  <a:lnTo>
                    <a:pt x="329" y="157"/>
                  </a:lnTo>
                  <a:lnTo>
                    <a:pt x="301" y="173"/>
                  </a:lnTo>
                  <a:lnTo>
                    <a:pt x="271" y="190"/>
                  </a:lnTo>
                  <a:lnTo>
                    <a:pt x="237" y="205"/>
                  </a:lnTo>
                  <a:lnTo>
                    <a:pt x="202" y="218"/>
                  </a:lnTo>
                  <a:lnTo>
                    <a:pt x="166" y="228"/>
                  </a:lnTo>
                  <a:lnTo>
                    <a:pt x="126" y="237"/>
                  </a:lnTo>
                  <a:lnTo>
                    <a:pt x="85" y="244"/>
                  </a:lnTo>
                  <a:lnTo>
                    <a:pt x="43" y="247"/>
                  </a:lnTo>
                  <a:lnTo>
                    <a:pt x="0" y="248"/>
                  </a:lnTo>
                  <a:lnTo>
                    <a:pt x="0"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0020" name="Freeform 50"/>
            <p:cNvSpPr>
              <a:spLocks/>
            </p:cNvSpPr>
            <p:nvPr/>
          </p:nvSpPr>
          <p:spPr bwMode="auto">
            <a:xfrm>
              <a:off x="1179" y="1640"/>
              <a:ext cx="88" cy="52"/>
            </a:xfrm>
            <a:custGeom>
              <a:avLst/>
              <a:gdLst>
                <a:gd name="T0" fmla="*/ 0 w 439"/>
                <a:gd name="T1" fmla="*/ 0 h 260"/>
                <a:gd name="T2" fmla="*/ 0 w 439"/>
                <a:gd name="T3" fmla="*/ 0 h 260"/>
                <a:gd name="T4" fmla="*/ 0 w 439"/>
                <a:gd name="T5" fmla="*/ 0 h 260"/>
                <a:gd name="T6" fmla="*/ 0 w 439"/>
                <a:gd name="T7" fmla="*/ 0 h 260"/>
                <a:gd name="T8" fmla="*/ 0 w 439"/>
                <a:gd name="T9" fmla="*/ 1 h 260"/>
                <a:gd name="T10" fmla="*/ 0 w 439"/>
                <a:gd name="T11" fmla="*/ 1 h 260"/>
                <a:gd name="T12" fmla="*/ 0 w 439"/>
                <a:gd name="T13" fmla="*/ 1 h 260"/>
                <a:gd name="T14" fmla="*/ 1 w 439"/>
                <a:gd name="T15" fmla="*/ 1 h 260"/>
                <a:gd name="T16" fmla="*/ 1 w 439"/>
                <a:gd name="T17" fmla="*/ 1 h 260"/>
                <a:gd name="T18" fmla="*/ 1 w 439"/>
                <a:gd name="T19" fmla="*/ 1 h 260"/>
                <a:gd name="T20" fmla="*/ 1 w 439"/>
                <a:gd name="T21" fmla="*/ 2 h 260"/>
                <a:gd name="T22" fmla="*/ 2 w 439"/>
                <a:gd name="T23" fmla="*/ 2 h 260"/>
                <a:gd name="T24" fmla="*/ 2 w 439"/>
                <a:gd name="T25" fmla="*/ 2 h 260"/>
                <a:gd name="T26" fmla="*/ 2 w 439"/>
                <a:gd name="T27" fmla="*/ 2 h 260"/>
                <a:gd name="T28" fmla="*/ 2 w 439"/>
                <a:gd name="T29" fmla="*/ 2 h 260"/>
                <a:gd name="T30" fmla="*/ 3 w 439"/>
                <a:gd name="T31" fmla="*/ 2 h 260"/>
                <a:gd name="T32" fmla="*/ 3 w 439"/>
                <a:gd name="T33" fmla="*/ 2 h 260"/>
                <a:gd name="T34" fmla="*/ 4 w 439"/>
                <a:gd name="T35" fmla="*/ 2 h 260"/>
                <a:gd name="T36" fmla="*/ 4 w 439"/>
                <a:gd name="T37" fmla="*/ 2 h 260"/>
                <a:gd name="T38" fmla="*/ 3 w 439"/>
                <a:gd name="T39" fmla="*/ 2 h 260"/>
                <a:gd name="T40" fmla="*/ 3 w 439"/>
                <a:gd name="T41" fmla="*/ 2 h 260"/>
                <a:gd name="T42" fmla="*/ 3 w 439"/>
                <a:gd name="T43" fmla="*/ 2 h 260"/>
                <a:gd name="T44" fmla="*/ 2 w 439"/>
                <a:gd name="T45" fmla="*/ 2 h 260"/>
                <a:gd name="T46" fmla="*/ 2 w 439"/>
                <a:gd name="T47" fmla="*/ 2 h 260"/>
                <a:gd name="T48" fmla="*/ 2 w 439"/>
                <a:gd name="T49" fmla="*/ 2 h 260"/>
                <a:gd name="T50" fmla="*/ 1 w 439"/>
                <a:gd name="T51" fmla="*/ 2 h 260"/>
                <a:gd name="T52" fmla="*/ 1 w 439"/>
                <a:gd name="T53" fmla="*/ 1 h 260"/>
                <a:gd name="T54" fmla="*/ 1 w 439"/>
                <a:gd name="T55" fmla="*/ 1 h 260"/>
                <a:gd name="T56" fmla="*/ 1 w 439"/>
                <a:gd name="T57" fmla="*/ 1 h 260"/>
                <a:gd name="T58" fmla="*/ 1 w 439"/>
                <a:gd name="T59" fmla="*/ 1 h 260"/>
                <a:gd name="T60" fmla="*/ 0 w 439"/>
                <a:gd name="T61" fmla="*/ 1 h 260"/>
                <a:gd name="T62" fmla="*/ 0 w 439"/>
                <a:gd name="T63" fmla="*/ 1 h 260"/>
                <a:gd name="T64" fmla="*/ 0 w 439"/>
                <a:gd name="T65" fmla="*/ 0 h 260"/>
                <a:gd name="T66" fmla="*/ 0 w 439"/>
                <a:gd name="T67" fmla="*/ 0 h 260"/>
                <a:gd name="T68" fmla="*/ 0 w 439"/>
                <a:gd name="T69" fmla="*/ 0 h 260"/>
                <a:gd name="T70" fmla="*/ 0 w 439"/>
                <a:gd name="T71" fmla="*/ 0 h 260"/>
                <a:gd name="T72" fmla="*/ 0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0" y="0"/>
                  </a:moveTo>
                  <a:lnTo>
                    <a:pt x="0" y="0"/>
                  </a:lnTo>
                  <a:lnTo>
                    <a:pt x="3" y="27"/>
                  </a:lnTo>
                  <a:lnTo>
                    <a:pt x="10" y="53"/>
                  </a:lnTo>
                  <a:lnTo>
                    <a:pt x="20" y="77"/>
                  </a:lnTo>
                  <a:lnTo>
                    <a:pt x="35" y="102"/>
                  </a:lnTo>
                  <a:lnTo>
                    <a:pt x="54" y="125"/>
                  </a:lnTo>
                  <a:lnTo>
                    <a:pt x="76" y="146"/>
                  </a:lnTo>
                  <a:lnTo>
                    <a:pt x="102" y="166"/>
                  </a:lnTo>
                  <a:lnTo>
                    <a:pt x="130" y="185"/>
                  </a:lnTo>
                  <a:lnTo>
                    <a:pt x="162" y="202"/>
                  </a:lnTo>
                  <a:lnTo>
                    <a:pt x="195" y="217"/>
                  </a:lnTo>
                  <a:lnTo>
                    <a:pt x="231" y="230"/>
                  </a:lnTo>
                  <a:lnTo>
                    <a:pt x="270" y="240"/>
                  </a:lnTo>
                  <a:lnTo>
                    <a:pt x="310" y="248"/>
                  </a:lnTo>
                  <a:lnTo>
                    <a:pt x="351" y="255"/>
                  </a:lnTo>
                  <a:lnTo>
                    <a:pt x="395" y="259"/>
                  </a:lnTo>
                  <a:lnTo>
                    <a:pt x="439" y="260"/>
                  </a:lnTo>
                  <a:lnTo>
                    <a:pt x="439" y="248"/>
                  </a:lnTo>
                  <a:lnTo>
                    <a:pt x="395" y="247"/>
                  </a:lnTo>
                  <a:lnTo>
                    <a:pt x="353" y="244"/>
                  </a:lnTo>
                  <a:lnTo>
                    <a:pt x="312" y="237"/>
                  </a:lnTo>
                  <a:lnTo>
                    <a:pt x="272" y="228"/>
                  </a:lnTo>
                  <a:lnTo>
                    <a:pt x="236" y="218"/>
                  </a:lnTo>
                  <a:lnTo>
                    <a:pt x="200" y="205"/>
                  </a:lnTo>
                  <a:lnTo>
                    <a:pt x="167" y="190"/>
                  </a:lnTo>
                  <a:lnTo>
                    <a:pt x="137" y="173"/>
                  </a:lnTo>
                  <a:lnTo>
                    <a:pt x="109" y="157"/>
                  </a:lnTo>
                  <a:lnTo>
                    <a:pt x="84" y="137"/>
                  </a:lnTo>
                  <a:lnTo>
                    <a:pt x="64" y="116"/>
                  </a:lnTo>
                  <a:lnTo>
                    <a:pt x="45" y="95"/>
                  </a:lnTo>
                  <a:lnTo>
                    <a:pt x="32" y="73"/>
                  </a:lnTo>
                  <a:lnTo>
                    <a:pt x="21" y="48"/>
                  </a:lnTo>
                  <a:lnTo>
                    <a:pt x="14" y="24"/>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0021" name="Freeform 51"/>
            <p:cNvSpPr>
              <a:spLocks/>
            </p:cNvSpPr>
            <p:nvPr/>
          </p:nvSpPr>
          <p:spPr bwMode="auto">
            <a:xfrm>
              <a:off x="1179" y="1588"/>
              <a:ext cx="88" cy="52"/>
            </a:xfrm>
            <a:custGeom>
              <a:avLst/>
              <a:gdLst>
                <a:gd name="T0" fmla="*/ 4 w 439"/>
                <a:gd name="T1" fmla="*/ 0 h 260"/>
                <a:gd name="T2" fmla="*/ 4 w 439"/>
                <a:gd name="T3" fmla="*/ 0 h 260"/>
                <a:gd name="T4" fmla="*/ 3 w 439"/>
                <a:gd name="T5" fmla="*/ 0 h 260"/>
                <a:gd name="T6" fmla="*/ 3 w 439"/>
                <a:gd name="T7" fmla="*/ 0 h 260"/>
                <a:gd name="T8" fmla="*/ 2 w 439"/>
                <a:gd name="T9" fmla="*/ 0 h 260"/>
                <a:gd name="T10" fmla="*/ 2 w 439"/>
                <a:gd name="T11" fmla="*/ 0 h 260"/>
                <a:gd name="T12" fmla="*/ 2 w 439"/>
                <a:gd name="T13" fmla="*/ 0 h 260"/>
                <a:gd name="T14" fmla="*/ 2 w 439"/>
                <a:gd name="T15" fmla="*/ 0 h 260"/>
                <a:gd name="T16" fmla="*/ 1 w 439"/>
                <a:gd name="T17" fmla="*/ 0 h 260"/>
                <a:gd name="T18" fmla="*/ 1 w 439"/>
                <a:gd name="T19" fmla="*/ 1 h 260"/>
                <a:gd name="T20" fmla="*/ 1 w 439"/>
                <a:gd name="T21" fmla="*/ 1 h 260"/>
                <a:gd name="T22" fmla="*/ 1 w 439"/>
                <a:gd name="T23" fmla="*/ 1 h 260"/>
                <a:gd name="T24" fmla="*/ 0 w 439"/>
                <a:gd name="T25" fmla="*/ 1 h 260"/>
                <a:gd name="T26" fmla="*/ 0 w 439"/>
                <a:gd name="T27" fmla="*/ 1 h 260"/>
                <a:gd name="T28" fmla="*/ 0 w 439"/>
                <a:gd name="T29" fmla="*/ 1 h 260"/>
                <a:gd name="T30" fmla="*/ 0 w 439"/>
                <a:gd name="T31" fmla="*/ 2 h 260"/>
                <a:gd name="T32" fmla="*/ 0 w 439"/>
                <a:gd name="T33" fmla="*/ 2 h 260"/>
                <a:gd name="T34" fmla="*/ 0 w 439"/>
                <a:gd name="T35" fmla="*/ 2 h 260"/>
                <a:gd name="T36" fmla="*/ 0 w 439"/>
                <a:gd name="T37" fmla="*/ 2 h 260"/>
                <a:gd name="T38" fmla="*/ 0 w 439"/>
                <a:gd name="T39" fmla="*/ 2 h 260"/>
                <a:gd name="T40" fmla="*/ 0 w 439"/>
                <a:gd name="T41" fmla="*/ 2 h 260"/>
                <a:gd name="T42" fmla="*/ 0 w 439"/>
                <a:gd name="T43" fmla="*/ 1 h 260"/>
                <a:gd name="T44" fmla="*/ 0 w 439"/>
                <a:gd name="T45" fmla="*/ 1 h 260"/>
                <a:gd name="T46" fmla="*/ 1 w 439"/>
                <a:gd name="T47" fmla="*/ 1 h 260"/>
                <a:gd name="T48" fmla="*/ 1 w 439"/>
                <a:gd name="T49" fmla="*/ 1 h 260"/>
                <a:gd name="T50" fmla="*/ 1 w 439"/>
                <a:gd name="T51" fmla="*/ 1 h 260"/>
                <a:gd name="T52" fmla="*/ 1 w 439"/>
                <a:gd name="T53" fmla="*/ 1 h 260"/>
                <a:gd name="T54" fmla="*/ 1 w 439"/>
                <a:gd name="T55" fmla="*/ 1 h 260"/>
                <a:gd name="T56" fmla="*/ 2 w 439"/>
                <a:gd name="T57" fmla="*/ 0 h 260"/>
                <a:gd name="T58" fmla="*/ 2 w 439"/>
                <a:gd name="T59" fmla="*/ 0 h 260"/>
                <a:gd name="T60" fmla="*/ 2 w 439"/>
                <a:gd name="T61" fmla="*/ 0 h 260"/>
                <a:gd name="T62" fmla="*/ 3 w 439"/>
                <a:gd name="T63" fmla="*/ 0 h 260"/>
                <a:gd name="T64" fmla="*/ 3 w 439"/>
                <a:gd name="T65" fmla="*/ 0 h 260"/>
                <a:gd name="T66" fmla="*/ 3 w 439"/>
                <a:gd name="T67" fmla="*/ 0 h 260"/>
                <a:gd name="T68" fmla="*/ 4 w 439"/>
                <a:gd name="T69" fmla="*/ 0 h 260"/>
                <a:gd name="T70" fmla="*/ 4 w 439"/>
                <a:gd name="T71" fmla="*/ 0 h 260"/>
                <a:gd name="T72" fmla="*/ 4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439" y="0"/>
                  </a:moveTo>
                  <a:lnTo>
                    <a:pt x="439" y="0"/>
                  </a:lnTo>
                  <a:lnTo>
                    <a:pt x="395" y="1"/>
                  </a:lnTo>
                  <a:lnTo>
                    <a:pt x="351" y="4"/>
                  </a:lnTo>
                  <a:lnTo>
                    <a:pt x="310" y="11"/>
                  </a:lnTo>
                  <a:lnTo>
                    <a:pt x="270" y="19"/>
                  </a:lnTo>
                  <a:lnTo>
                    <a:pt x="231" y="30"/>
                  </a:lnTo>
                  <a:lnTo>
                    <a:pt x="195" y="43"/>
                  </a:lnTo>
                  <a:lnTo>
                    <a:pt x="162" y="58"/>
                  </a:lnTo>
                  <a:lnTo>
                    <a:pt x="130" y="73"/>
                  </a:lnTo>
                  <a:lnTo>
                    <a:pt x="102" y="93"/>
                  </a:lnTo>
                  <a:lnTo>
                    <a:pt x="76" y="113"/>
                  </a:lnTo>
                  <a:lnTo>
                    <a:pt x="54" y="133"/>
                  </a:lnTo>
                  <a:lnTo>
                    <a:pt x="35" y="157"/>
                  </a:lnTo>
                  <a:lnTo>
                    <a:pt x="20" y="181"/>
                  </a:lnTo>
                  <a:lnTo>
                    <a:pt x="10" y="206"/>
                  </a:lnTo>
                  <a:lnTo>
                    <a:pt x="3" y="233"/>
                  </a:lnTo>
                  <a:lnTo>
                    <a:pt x="0" y="260"/>
                  </a:lnTo>
                  <a:lnTo>
                    <a:pt x="12" y="260"/>
                  </a:lnTo>
                  <a:lnTo>
                    <a:pt x="14" y="235"/>
                  </a:lnTo>
                  <a:lnTo>
                    <a:pt x="21" y="211"/>
                  </a:lnTo>
                  <a:lnTo>
                    <a:pt x="32" y="186"/>
                  </a:lnTo>
                  <a:lnTo>
                    <a:pt x="45" y="164"/>
                  </a:lnTo>
                  <a:lnTo>
                    <a:pt x="64" y="143"/>
                  </a:lnTo>
                  <a:lnTo>
                    <a:pt x="84" y="123"/>
                  </a:lnTo>
                  <a:lnTo>
                    <a:pt x="109" y="103"/>
                  </a:lnTo>
                  <a:lnTo>
                    <a:pt x="137" y="85"/>
                  </a:lnTo>
                  <a:lnTo>
                    <a:pt x="167" y="70"/>
                  </a:lnTo>
                  <a:lnTo>
                    <a:pt x="200" y="55"/>
                  </a:lnTo>
                  <a:lnTo>
                    <a:pt x="236" y="42"/>
                  </a:lnTo>
                  <a:lnTo>
                    <a:pt x="272" y="31"/>
                  </a:lnTo>
                  <a:lnTo>
                    <a:pt x="312" y="23"/>
                  </a:lnTo>
                  <a:lnTo>
                    <a:pt x="353" y="16"/>
                  </a:lnTo>
                  <a:lnTo>
                    <a:pt x="395" y="12"/>
                  </a:lnTo>
                  <a:lnTo>
                    <a:pt x="439" y="11"/>
                  </a:lnTo>
                  <a:lnTo>
                    <a:pt x="439"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0022" name="Freeform 52"/>
            <p:cNvSpPr>
              <a:spLocks/>
            </p:cNvSpPr>
            <p:nvPr/>
          </p:nvSpPr>
          <p:spPr bwMode="auto">
            <a:xfrm>
              <a:off x="964" y="1745"/>
              <a:ext cx="48" cy="85"/>
            </a:xfrm>
            <a:custGeom>
              <a:avLst/>
              <a:gdLst>
                <a:gd name="T0" fmla="*/ 2 w 244"/>
                <a:gd name="T1" fmla="*/ 3 h 426"/>
                <a:gd name="T2" fmla="*/ 2 w 244"/>
                <a:gd name="T3" fmla="*/ 3 h 426"/>
                <a:gd name="T4" fmla="*/ 2 w 244"/>
                <a:gd name="T5" fmla="*/ 3 h 426"/>
                <a:gd name="T6" fmla="*/ 2 w 244"/>
                <a:gd name="T7" fmla="*/ 3 h 426"/>
                <a:gd name="T8" fmla="*/ 2 w 244"/>
                <a:gd name="T9" fmla="*/ 2 h 426"/>
                <a:gd name="T10" fmla="*/ 2 w 244"/>
                <a:gd name="T11" fmla="*/ 2 h 426"/>
                <a:gd name="T12" fmla="*/ 2 w 244"/>
                <a:gd name="T13" fmla="*/ 2 h 426"/>
                <a:gd name="T14" fmla="*/ 2 w 244"/>
                <a:gd name="T15" fmla="*/ 2 h 426"/>
                <a:gd name="T16" fmla="*/ 1 w 244"/>
                <a:gd name="T17" fmla="*/ 1 h 426"/>
                <a:gd name="T18" fmla="*/ 1 w 244"/>
                <a:gd name="T19" fmla="*/ 1 h 426"/>
                <a:gd name="T20" fmla="*/ 1 w 244"/>
                <a:gd name="T21" fmla="*/ 1 h 426"/>
                <a:gd name="T22" fmla="*/ 1 w 244"/>
                <a:gd name="T23" fmla="*/ 1 h 426"/>
                <a:gd name="T24" fmla="*/ 1 w 244"/>
                <a:gd name="T25" fmla="*/ 0 h 426"/>
                <a:gd name="T26" fmla="*/ 1 w 244"/>
                <a:gd name="T27" fmla="*/ 0 h 426"/>
                <a:gd name="T28" fmla="*/ 1 w 244"/>
                <a:gd name="T29" fmla="*/ 0 h 426"/>
                <a:gd name="T30" fmla="*/ 0 w 244"/>
                <a:gd name="T31" fmla="*/ 0 h 426"/>
                <a:gd name="T32" fmla="*/ 0 w 244"/>
                <a:gd name="T33" fmla="*/ 0 h 426"/>
                <a:gd name="T34" fmla="*/ 0 w 244"/>
                <a:gd name="T35" fmla="*/ 0 h 426"/>
                <a:gd name="T36" fmla="*/ 0 w 244"/>
                <a:gd name="T37" fmla="*/ 0 h 426"/>
                <a:gd name="T38" fmla="*/ 0 w 244"/>
                <a:gd name="T39" fmla="*/ 0 h 426"/>
                <a:gd name="T40" fmla="*/ 0 w 244"/>
                <a:gd name="T41" fmla="*/ 0 h 426"/>
                <a:gd name="T42" fmla="*/ 1 w 244"/>
                <a:gd name="T43" fmla="*/ 0 h 426"/>
                <a:gd name="T44" fmla="*/ 1 w 244"/>
                <a:gd name="T45" fmla="*/ 0 h 426"/>
                <a:gd name="T46" fmla="*/ 1 w 244"/>
                <a:gd name="T47" fmla="*/ 0 h 426"/>
                <a:gd name="T48" fmla="*/ 1 w 244"/>
                <a:gd name="T49" fmla="*/ 1 h 426"/>
                <a:gd name="T50" fmla="*/ 1 w 244"/>
                <a:gd name="T51" fmla="*/ 1 h 426"/>
                <a:gd name="T52" fmla="*/ 1 w 244"/>
                <a:gd name="T53" fmla="*/ 1 h 426"/>
                <a:gd name="T54" fmla="*/ 1 w 244"/>
                <a:gd name="T55" fmla="*/ 1 h 426"/>
                <a:gd name="T56" fmla="*/ 1 w 244"/>
                <a:gd name="T57" fmla="*/ 2 h 426"/>
                <a:gd name="T58" fmla="*/ 2 w 244"/>
                <a:gd name="T59" fmla="*/ 2 h 426"/>
                <a:gd name="T60" fmla="*/ 2 w 244"/>
                <a:gd name="T61" fmla="*/ 2 h 426"/>
                <a:gd name="T62" fmla="*/ 2 w 244"/>
                <a:gd name="T63" fmla="*/ 2 h 426"/>
                <a:gd name="T64" fmla="*/ 2 w 244"/>
                <a:gd name="T65" fmla="*/ 3 h 426"/>
                <a:gd name="T66" fmla="*/ 2 w 244"/>
                <a:gd name="T67" fmla="*/ 3 h 426"/>
                <a:gd name="T68" fmla="*/ 2 w 244"/>
                <a:gd name="T69" fmla="*/ 3 h 426"/>
                <a:gd name="T70" fmla="*/ 2 w 244"/>
                <a:gd name="T71" fmla="*/ 3 h 426"/>
                <a:gd name="T72" fmla="*/ 2 w 244"/>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6"/>
                <a:gd name="T113" fmla="*/ 244 w 244"/>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6">
                  <a:moveTo>
                    <a:pt x="244" y="426"/>
                  </a:moveTo>
                  <a:lnTo>
                    <a:pt x="244" y="426"/>
                  </a:lnTo>
                  <a:lnTo>
                    <a:pt x="243" y="383"/>
                  </a:lnTo>
                  <a:lnTo>
                    <a:pt x="240" y="340"/>
                  </a:lnTo>
                  <a:lnTo>
                    <a:pt x="234" y="300"/>
                  </a:lnTo>
                  <a:lnTo>
                    <a:pt x="226" y="262"/>
                  </a:lnTo>
                  <a:lnTo>
                    <a:pt x="215" y="224"/>
                  </a:lnTo>
                  <a:lnTo>
                    <a:pt x="203" y="189"/>
                  </a:lnTo>
                  <a:lnTo>
                    <a:pt x="189" y="157"/>
                  </a:lnTo>
                  <a:lnTo>
                    <a:pt x="174" y="126"/>
                  </a:lnTo>
                  <a:lnTo>
                    <a:pt x="155" y="99"/>
                  </a:lnTo>
                  <a:lnTo>
                    <a:pt x="138" y="74"/>
                  </a:lnTo>
                  <a:lnTo>
                    <a:pt x="118" y="52"/>
                  </a:lnTo>
                  <a:lnTo>
                    <a:pt x="96" y="34"/>
                  </a:lnTo>
                  <a:lnTo>
                    <a:pt x="73" y="19"/>
                  </a:lnTo>
                  <a:lnTo>
                    <a:pt x="50" y="8"/>
                  </a:lnTo>
                  <a:lnTo>
                    <a:pt x="25" y="2"/>
                  </a:lnTo>
                  <a:lnTo>
                    <a:pt x="0" y="0"/>
                  </a:lnTo>
                  <a:lnTo>
                    <a:pt x="0" y="12"/>
                  </a:lnTo>
                  <a:lnTo>
                    <a:pt x="23" y="14"/>
                  </a:lnTo>
                  <a:lnTo>
                    <a:pt x="45" y="20"/>
                  </a:lnTo>
                  <a:lnTo>
                    <a:pt x="66" y="31"/>
                  </a:lnTo>
                  <a:lnTo>
                    <a:pt x="89" y="43"/>
                  </a:lnTo>
                  <a:lnTo>
                    <a:pt x="109" y="61"/>
                  </a:lnTo>
                  <a:lnTo>
                    <a:pt x="129" y="81"/>
                  </a:lnTo>
                  <a:lnTo>
                    <a:pt x="146" y="106"/>
                  </a:lnTo>
                  <a:lnTo>
                    <a:pt x="162" y="133"/>
                  </a:lnTo>
                  <a:lnTo>
                    <a:pt x="178" y="162"/>
                  </a:lnTo>
                  <a:lnTo>
                    <a:pt x="192" y="194"/>
                  </a:lnTo>
                  <a:lnTo>
                    <a:pt x="203" y="229"/>
                  </a:lnTo>
                  <a:lnTo>
                    <a:pt x="214" y="264"/>
                  </a:lnTo>
                  <a:lnTo>
                    <a:pt x="222" y="303"/>
                  </a:lnTo>
                  <a:lnTo>
                    <a:pt x="228" y="342"/>
                  </a:lnTo>
                  <a:lnTo>
                    <a:pt x="232" y="383"/>
                  </a:lnTo>
                  <a:lnTo>
                    <a:pt x="233" y="426"/>
                  </a:lnTo>
                  <a:lnTo>
                    <a:pt x="244"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0023" name="Freeform 53"/>
            <p:cNvSpPr>
              <a:spLocks/>
            </p:cNvSpPr>
            <p:nvPr/>
          </p:nvSpPr>
          <p:spPr bwMode="auto">
            <a:xfrm>
              <a:off x="964" y="1830"/>
              <a:ext cx="48" cy="85"/>
            </a:xfrm>
            <a:custGeom>
              <a:avLst/>
              <a:gdLst>
                <a:gd name="T0" fmla="*/ 0 w 244"/>
                <a:gd name="T1" fmla="*/ 3 h 424"/>
                <a:gd name="T2" fmla="*/ 0 w 244"/>
                <a:gd name="T3" fmla="*/ 3 h 424"/>
                <a:gd name="T4" fmla="*/ 0 w 244"/>
                <a:gd name="T5" fmla="*/ 3 h 424"/>
                <a:gd name="T6" fmla="*/ 0 w 244"/>
                <a:gd name="T7" fmla="*/ 3 h 424"/>
                <a:gd name="T8" fmla="*/ 1 w 244"/>
                <a:gd name="T9" fmla="*/ 3 h 424"/>
                <a:gd name="T10" fmla="*/ 1 w 244"/>
                <a:gd name="T11" fmla="*/ 3 h 424"/>
                <a:gd name="T12" fmla="*/ 1 w 244"/>
                <a:gd name="T13" fmla="*/ 3 h 424"/>
                <a:gd name="T14" fmla="*/ 1 w 244"/>
                <a:gd name="T15" fmla="*/ 3 h 424"/>
                <a:gd name="T16" fmla="*/ 1 w 244"/>
                <a:gd name="T17" fmla="*/ 3 h 424"/>
                <a:gd name="T18" fmla="*/ 1 w 244"/>
                <a:gd name="T19" fmla="*/ 2 h 424"/>
                <a:gd name="T20" fmla="*/ 1 w 244"/>
                <a:gd name="T21" fmla="*/ 2 h 424"/>
                <a:gd name="T22" fmla="*/ 2 w 244"/>
                <a:gd name="T23" fmla="*/ 2 h 424"/>
                <a:gd name="T24" fmla="*/ 2 w 244"/>
                <a:gd name="T25" fmla="*/ 2 h 424"/>
                <a:gd name="T26" fmla="*/ 2 w 244"/>
                <a:gd name="T27" fmla="*/ 1 h 424"/>
                <a:gd name="T28" fmla="*/ 2 w 244"/>
                <a:gd name="T29" fmla="*/ 1 h 424"/>
                <a:gd name="T30" fmla="*/ 2 w 244"/>
                <a:gd name="T31" fmla="*/ 1 h 424"/>
                <a:gd name="T32" fmla="*/ 2 w 244"/>
                <a:gd name="T33" fmla="*/ 0 h 424"/>
                <a:gd name="T34" fmla="*/ 2 w 244"/>
                <a:gd name="T35" fmla="*/ 0 h 424"/>
                <a:gd name="T36" fmla="*/ 2 w 244"/>
                <a:gd name="T37" fmla="*/ 0 h 424"/>
                <a:gd name="T38" fmla="*/ 2 w 244"/>
                <a:gd name="T39" fmla="*/ 0 h 424"/>
                <a:gd name="T40" fmla="*/ 2 w 244"/>
                <a:gd name="T41" fmla="*/ 1 h 424"/>
                <a:gd name="T42" fmla="*/ 2 w 244"/>
                <a:gd name="T43" fmla="*/ 1 h 424"/>
                <a:gd name="T44" fmla="*/ 2 w 244"/>
                <a:gd name="T45" fmla="*/ 1 h 424"/>
                <a:gd name="T46" fmla="*/ 2 w 244"/>
                <a:gd name="T47" fmla="*/ 2 h 424"/>
                <a:gd name="T48" fmla="*/ 1 w 244"/>
                <a:gd name="T49" fmla="*/ 2 h 424"/>
                <a:gd name="T50" fmla="*/ 1 w 244"/>
                <a:gd name="T51" fmla="*/ 2 h 424"/>
                <a:gd name="T52" fmla="*/ 1 w 244"/>
                <a:gd name="T53" fmla="*/ 2 h 424"/>
                <a:gd name="T54" fmla="*/ 1 w 244"/>
                <a:gd name="T55" fmla="*/ 3 h 424"/>
                <a:gd name="T56" fmla="*/ 1 w 244"/>
                <a:gd name="T57" fmla="*/ 3 h 424"/>
                <a:gd name="T58" fmla="*/ 1 w 244"/>
                <a:gd name="T59" fmla="*/ 3 h 424"/>
                <a:gd name="T60" fmla="*/ 1 w 244"/>
                <a:gd name="T61" fmla="*/ 3 h 424"/>
                <a:gd name="T62" fmla="*/ 1 w 244"/>
                <a:gd name="T63" fmla="*/ 3 h 424"/>
                <a:gd name="T64" fmla="*/ 0 w 244"/>
                <a:gd name="T65" fmla="*/ 3 h 424"/>
                <a:gd name="T66" fmla="*/ 0 w 244"/>
                <a:gd name="T67" fmla="*/ 3 h 424"/>
                <a:gd name="T68" fmla="*/ 0 w 244"/>
                <a:gd name="T69" fmla="*/ 3 h 424"/>
                <a:gd name="T70" fmla="*/ 0 w 244"/>
                <a:gd name="T71" fmla="*/ 3 h 424"/>
                <a:gd name="T72" fmla="*/ 0 w 244"/>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4"/>
                <a:gd name="T113" fmla="*/ 244 w 244"/>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4">
                  <a:moveTo>
                    <a:pt x="0" y="424"/>
                  </a:moveTo>
                  <a:lnTo>
                    <a:pt x="0" y="424"/>
                  </a:lnTo>
                  <a:lnTo>
                    <a:pt x="25" y="422"/>
                  </a:lnTo>
                  <a:lnTo>
                    <a:pt x="50" y="416"/>
                  </a:lnTo>
                  <a:lnTo>
                    <a:pt x="73" y="405"/>
                  </a:lnTo>
                  <a:lnTo>
                    <a:pt x="96" y="390"/>
                  </a:lnTo>
                  <a:lnTo>
                    <a:pt x="118" y="373"/>
                  </a:lnTo>
                  <a:lnTo>
                    <a:pt x="138" y="350"/>
                  </a:lnTo>
                  <a:lnTo>
                    <a:pt x="155" y="326"/>
                  </a:lnTo>
                  <a:lnTo>
                    <a:pt x="173" y="299"/>
                  </a:lnTo>
                  <a:lnTo>
                    <a:pt x="189" y="268"/>
                  </a:lnTo>
                  <a:lnTo>
                    <a:pt x="203" y="235"/>
                  </a:lnTo>
                  <a:lnTo>
                    <a:pt x="215" y="201"/>
                  </a:lnTo>
                  <a:lnTo>
                    <a:pt x="226" y="163"/>
                  </a:lnTo>
                  <a:lnTo>
                    <a:pt x="234" y="125"/>
                  </a:lnTo>
                  <a:lnTo>
                    <a:pt x="240" y="85"/>
                  </a:lnTo>
                  <a:lnTo>
                    <a:pt x="243" y="42"/>
                  </a:lnTo>
                  <a:lnTo>
                    <a:pt x="244" y="0"/>
                  </a:lnTo>
                  <a:lnTo>
                    <a:pt x="233" y="0"/>
                  </a:lnTo>
                  <a:lnTo>
                    <a:pt x="232" y="42"/>
                  </a:lnTo>
                  <a:lnTo>
                    <a:pt x="228" y="83"/>
                  </a:lnTo>
                  <a:lnTo>
                    <a:pt x="222" y="123"/>
                  </a:lnTo>
                  <a:lnTo>
                    <a:pt x="214" y="160"/>
                  </a:lnTo>
                  <a:lnTo>
                    <a:pt x="203" y="197"/>
                  </a:lnTo>
                  <a:lnTo>
                    <a:pt x="192" y="231"/>
                  </a:lnTo>
                  <a:lnTo>
                    <a:pt x="178" y="263"/>
                  </a:lnTo>
                  <a:lnTo>
                    <a:pt x="164" y="292"/>
                  </a:lnTo>
                  <a:lnTo>
                    <a:pt x="146" y="319"/>
                  </a:lnTo>
                  <a:lnTo>
                    <a:pt x="129" y="343"/>
                  </a:lnTo>
                  <a:lnTo>
                    <a:pt x="109" y="363"/>
                  </a:lnTo>
                  <a:lnTo>
                    <a:pt x="89" y="381"/>
                  </a:lnTo>
                  <a:lnTo>
                    <a:pt x="66" y="394"/>
                  </a:lnTo>
                  <a:lnTo>
                    <a:pt x="45" y="404"/>
                  </a:lnTo>
                  <a:lnTo>
                    <a:pt x="23" y="410"/>
                  </a:lnTo>
                  <a:lnTo>
                    <a:pt x="0" y="412"/>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0024" name="Freeform 54"/>
            <p:cNvSpPr>
              <a:spLocks/>
            </p:cNvSpPr>
            <p:nvPr/>
          </p:nvSpPr>
          <p:spPr bwMode="auto">
            <a:xfrm>
              <a:off x="915" y="1830"/>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1" y="42"/>
                  </a:lnTo>
                  <a:lnTo>
                    <a:pt x="4" y="85"/>
                  </a:lnTo>
                  <a:lnTo>
                    <a:pt x="10" y="125"/>
                  </a:lnTo>
                  <a:lnTo>
                    <a:pt x="19" y="163"/>
                  </a:lnTo>
                  <a:lnTo>
                    <a:pt x="29" y="201"/>
                  </a:lnTo>
                  <a:lnTo>
                    <a:pt x="41" y="235"/>
                  </a:lnTo>
                  <a:lnTo>
                    <a:pt x="55" y="268"/>
                  </a:lnTo>
                  <a:lnTo>
                    <a:pt x="71" y="299"/>
                  </a:lnTo>
                  <a:lnTo>
                    <a:pt x="89" y="326"/>
                  </a:lnTo>
                  <a:lnTo>
                    <a:pt x="106" y="350"/>
                  </a:lnTo>
                  <a:lnTo>
                    <a:pt x="126" y="373"/>
                  </a:lnTo>
                  <a:lnTo>
                    <a:pt x="149" y="390"/>
                  </a:lnTo>
                  <a:lnTo>
                    <a:pt x="171" y="405"/>
                  </a:lnTo>
                  <a:lnTo>
                    <a:pt x="194" y="416"/>
                  </a:lnTo>
                  <a:lnTo>
                    <a:pt x="219" y="422"/>
                  </a:lnTo>
                  <a:lnTo>
                    <a:pt x="245" y="424"/>
                  </a:lnTo>
                  <a:lnTo>
                    <a:pt x="245" y="412"/>
                  </a:lnTo>
                  <a:lnTo>
                    <a:pt x="221" y="410"/>
                  </a:lnTo>
                  <a:lnTo>
                    <a:pt x="199" y="404"/>
                  </a:lnTo>
                  <a:lnTo>
                    <a:pt x="178" y="394"/>
                  </a:lnTo>
                  <a:lnTo>
                    <a:pt x="156" y="381"/>
                  </a:lnTo>
                  <a:lnTo>
                    <a:pt x="136" y="363"/>
                  </a:lnTo>
                  <a:lnTo>
                    <a:pt x="116" y="343"/>
                  </a:lnTo>
                  <a:lnTo>
                    <a:pt x="98" y="319"/>
                  </a:lnTo>
                  <a:lnTo>
                    <a:pt x="81" y="292"/>
                  </a:lnTo>
                  <a:lnTo>
                    <a:pt x="67" y="263"/>
                  </a:lnTo>
                  <a:lnTo>
                    <a:pt x="52" y="231"/>
                  </a:lnTo>
                  <a:lnTo>
                    <a:pt x="41" y="197"/>
                  </a:lnTo>
                  <a:lnTo>
                    <a:pt x="30" y="160"/>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0025" name="Freeform 55"/>
            <p:cNvSpPr>
              <a:spLocks/>
            </p:cNvSpPr>
            <p:nvPr/>
          </p:nvSpPr>
          <p:spPr bwMode="auto">
            <a:xfrm>
              <a:off x="915" y="1745"/>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0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19" y="2"/>
                  </a:lnTo>
                  <a:lnTo>
                    <a:pt x="194" y="8"/>
                  </a:lnTo>
                  <a:lnTo>
                    <a:pt x="171" y="19"/>
                  </a:lnTo>
                  <a:lnTo>
                    <a:pt x="149" y="34"/>
                  </a:lnTo>
                  <a:lnTo>
                    <a:pt x="126" y="52"/>
                  </a:lnTo>
                  <a:lnTo>
                    <a:pt x="106" y="74"/>
                  </a:lnTo>
                  <a:lnTo>
                    <a:pt x="89" y="99"/>
                  </a:lnTo>
                  <a:lnTo>
                    <a:pt x="70" y="126"/>
                  </a:lnTo>
                  <a:lnTo>
                    <a:pt x="55" y="157"/>
                  </a:lnTo>
                  <a:lnTo>
                    <a:pt x="41" y="189"/>
                  </a:lnTo>
                  <a:lnTo>
                    <a:pt x="29" y="224"/>
                  </a:lnTo>
                  <a:lnTo>
                    <a:pt x="19" y="262"/>
                  </a:lnTo>
                  <a:lnTo>
                    <a:pt x="10" y="300"/>
                  </a:lnTo>
                  <a:lnTo>
                    <a:pt x="4" y="340"/>
                  </a:lnTo>
                  <a:lnTo>
                    <a:pt x="1" y="383"/>
                  </a:lnTo>
                  <a:lnTo>
                    <a:pt x="0" y="426"/>
                  </a:lnTo>
                  <a:lnTo>
                    <a:pt x="11" y="426"/>
                  </a:lnTo>
                  <a:lnTo>
                    <a:pt x="13" y="383"/>
                  </a:lnTo>
                  <a:lnTo>
                    <a:pt x="16" y="342"/>
                  </a:lnTo>
                  <a:lnTo>
                    <a:pt x="22" y="303"/>
                  </a:lnTo>
                  <a:lnTo>
                    <a:pt x="30" y="264"/>
                  </a:lnTo>
                  <a:lnTo>
                    <a:pt x="41" y="229"/>
                  </a:lnTo>
                  <a:lnTo>
                    <a:pt x="52" y="194"/>
                  </a:lnTo>
                  <a:lnTo>
                    <a:pt x="67" y="162"/>
                  </a:lnTo>
                  <a:lnTo>
                    <a:pt x="82" y="133"/>
                  </a:lnTo>
                  <a:lnTo>
                    <a:pt x="98" y="106"/>
                  </a:lnTo>
                  <a:lnTo>
                    <a:pt x="116" y="81"/>
                  </a:lnTo>
                  <a:lnTo>
                    <a:pt x="136" y="61"/>
                  </a:lnTo>
                  <a:lnTo>
                    <a:pt x="156" y="43"/>
                  </a:lnTo>
                  <a:lnTo>
                    <a:pt x="178" y="31"/>
                  </a:lnTo>
                  <a:lnTo>
                    <a:pt x="199" y="20"/>
                  </a:lnTo>
                  <a:lnTo>
                    <a:pt x="221"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0026" name="Freeform 56"/>
            <p:cNvSpPr>
              <a:spLocks/>
            </p:cNvSpPr>
            <p:nvPr/>
          </p:nvSpPr>
          <p:spPr bwMode="auto">
            <a:xfrm>
              <a:off x="1140" y="2087"/>
              <a:ext cx="49" cy="85"/>
            </a:xfrm>
            <a:custGeom>
              <a:avLst/>
              <a:gdLst>
                <a:gd name="T0" fmla="*/ 2 w 246"/>
                <a:gd name="T1" fmla="*/ 3 h 424"/>
                <a:gd name="T2" fmla="*/ 2 w 246"/>
                <a:gd name="T3" fmla="*/ 3 h 424"/>
                <a:gd name="T4" fmla="*/ 2 w 246"/>
                <a:gd name="T5" fmla="*/ 3 h 424"/>
                <a:gd name="T6" fmla="*/ 2 w 246"/>
                <a:gd name="T7" fmla="*/ 3 h 424"/>
                <a:gd name="T8" fmla="*/ 2 w 246"/>
                <a:gd name="T9" fmla="*/ 2 h 424"/>
                <a:gd name="T10" fmla="*/ 2 w 246"/>
                <a:gd name="T11" fmla="*/ 2 h 424"/>
                <a:gd name="T12" fmla="*/ 2 w 246"/>
                <a:gd name="T13" fmla="*/ 2 h 424"/>
                <a:gd name="T14" fmla="*/ 2 w 246"/>
                <a:gd name="T15" fmla="*/ 2 h 424"/>
                <a:gd name="T16" fmla="*/ 2 w 246"/>
                <a:gd name="T17" fmla="*/ 1 h 424"/>
                <a:gd name="T18" fmla="*/ 1 w 246"/>
                <a:gd name="T19" fmla="*/ 1 h 424"/>
                <a:gd name="T20" fmla="*/ 1 w 246"/>
                <a:gd name="T21" fmla="*/ 1 h 424"/>
                <a:gd name="T22" fmla="*/ 1 w 246"/>
                <a:gd name="T23" fmla="*/ 1 h 424"/>
                <a:gd name="T24" fmla="*/ 1 w 246"/>
                <a:gd name="T25" fmla="*/ 0 h 424"/>
                <a:gd name="T26" fmla="*/ 1 w 246"/>
                <a:gd name="T27" fmla="*/ 0 h 424"/>
                <a:gd name="T28" fmla="*/ 1 w 246"/>
                <a:gd name="T29" fmla="*/ 0 h 424"/>
                <a:gd name="T30" fmla="*/ 0 w 246"/>
                <a:gd name="T31" fmla="*/ 0 h 424"/>
                <a:gd name="T32" fmla="*/ 0 w 246"/>
                <a:gd name="T33" fmla="*/ 0 h 424"/>
                <a:gd name="T34" fmla="*/ 0 w 246"/>
                <a:gd name="T35" fmla="*/ 0 h 424"/>
                <a:gd name="T36" fmla="*/ 0 w 246"/>
                <a:gd name="T37" fmla="*/ 0 h 424"/>
                <a:gd name="T38" fmla="*/ 0 w 246"/>
                <a:gd name="T39" fmla="*/ 0 h 424"/>
                <a:gd name="T40" fmla="*/ 0 w 246"/>
                <a:gd name="T41" fmla="*/ 0 h 424"/>
                <a:gd name="T42" fmla="*/ 1 w 246"/>
                <a:gd name="T43" fmla="*/ 0 h 424"/>
                <a:gd name="T44" fmla="*/ 1 w 246"/>
                <a:gd name="T45" fmla="*/ 0 h 424"/>
                <a:gd name="T46" fmla="*/ 1 w 246"/>
                <a:gd name="T47" fmla="*/ 0 h 424"/>
                <a:gd name="T48" fmla="*/ 1 w 246"/>
                <a:gd name="T49" fmla="*/ 1 h 424"/>
                <a:gd name="T50" fmla="*/ 1 w 246"/>
                <a:gd name="T51" fmla="*/ 1 h 424"/>
                <a:gd name="T52" fmla="*/ 1 w 246"/>
                <a:gd name="T53" fmla="*/ 1 h 424"/>
                <a:gd name="T54" fmla="*/ 1 w 246"/>
                <a:gd name="T55" fmla="*/ 1 h 424"/>
                <a:gd name="T56" fmla="*/ 2 w 246"/>
                <a:gd name="T57" fmla="*/ 2 h 424"/>
                <a:gd name="T58" fmla="*/ 2 w 246"/>
                <a:gd name="T59" fmla="*/ 2 h 424"/>
                <a:gd name="T60" fmla="*/ 2 w 246"/>
                <a:gd name="T61" fmla="*/ 2 h 424"/>
                <a:gd name="T62" fmla="*/ 2 w 246"/>
                <a:gd name="T63" fmla="*/ 2 h 424"/>
                <a:gd name="T64" fmla="*/ 2 w 246"/>
                <a:gd name="T65" fmla="*/ 3 h 424"/>
                <a:gd name="T66" fmla="*/ 2 w 246"/>
                <a:gd name="T67" fmla="*/ 3 h 424"/>
                <a:gd name="T68" fmla="*/ 2 w 246"/>
                <a:gd name="T69" fmla="*/ 3 h 424"/>
                <a:gd name="T70" fmla="*/ 2 w 246"/>
                <a:gd name="T71" fmla="*/ 3 h 424"/>
                <a:gd name="T72" fmla="*/ 2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424"/>
                  </a:moveTo>
                  <a:lnTo>
                    <a:pt x="246" y="424"/>
                  </a:lnTo>
                  <a:lnTo>
                    <a:pt x="244" y="382"/>
                  </a:lnTo>
                  <a:lnTo>
                    <a:pt x="241" y="338"/>
                  </a:lnTo>
                  <a:lnTo>
                    <a:pt x="235" y="298"/>
                  </a:lnTo>
                  <a:lnTo>
                    <a:pt x="227" y="261"/>
                  </a:lnTo>
                  <a:lnTo>
                    <a:pt x="216" y="222"/>
                  </a:lnTo>
                  <a:lnTo>
                    <a:pt x="205" y="188"/>
                  </a:lnTo>
                  <a:lnTo>
                    <a:pt x="190" y="155"/>
                  </a:lnTo>
                  <a:lnTo>
                    <a:pt x="174" y="125"/>
                  </a:lnTo>
                  <a:lnTo>
                    <a:pt x="157" y="98"/>
                  </a:lnTo>
                  <a:lnTo>
                    <a:pt x="138" y="73"/>
                  </a:lnTo>
                  <a:lnTo>
                    <a:pt x="118" y="51"/>
                  </a:lnTo>
                  <a:lnTo>
                    <a:pt x="96" y="34"/>
                  </a:lnTo>
                  <a:lnTo>
                    <a:pt x="74" y="18"/>
                  </a:lnTo>
                  <a:lnTo>
                    <a:pt x="50" y="8"/>
                  </a:lnTo>
                  <a:lnTo>
                    <a:pt x="25" y="2"/>
                  </a:lnTo>
                  <a:lnTo>
                    <a:pt x="0" y="0"/>
                  </a:lnTo>
                  <a:lnTo>
                    <a:pt x="0" y="11"/>
                  </a:lnTo>
                  <a:lnTo>
                    <a:pt x="23" y="14"/>
                  </a:lnTo>
                  <a:lnTo>
                    <a:pt x="45" y="19"/>
                  </a:lnTo>
                  <a:lnTo>
                    <a:pt x="67" y="30"/>
                  </a:lnTo>
                  <a:lnTo>
                    <a:pt x="89" y="43"/>
                  </a:lnTo>
                  <a:lnTo>
                    <a:pt x="108" y="60"/>
                  </a:lnTo>
                  <a:lnTo>
                    <a:pt x="128" y="80"/>
                  </a:lnTo>
                  <a:lnTo>
                    <a:pt x="147" y="105"/>
                  </a:lnTo>
                  <a:lnTo>
                    <a:pt x="165" y="132"/>
                  </a:lnTo>
                  <a:lnTo>
                    <a:pt x="179" y="160"/>
                  </a:lnTo>
                  <a:lnTo>
                    <a:pt x="193" y="193"/>
                  </a:lnTo>
                  <a:lnTo>
                    <a:pt x="205" y="227"/>
                  </a:lnTo>
                  <a:lnTo>
                    <a:pt x="215" y="263"/>
                  </a:lnTo>
                  <a:lnTo>
                    <a:pt x="223" y="301"/>
                  </a:lnTo>
                  <a:lnTo>
                    <a:pt x="229" y="341"/>
                  </a:lnTo>
                  <a:lnTo>
                    <a:pt x="233" y="382"/>
                  </a:lnTo>
                  <a:lnTo>
                    <a:pt x="234" y="424"/>
                  </a:lnTo>
                  <a:lnTo>
                    <a:pt x="246"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0027" name="Freeform 57"/>
            <p:cNvSpPr>
              <a:spLocks/>
            </p:cNvSpPr>
            <p:nvPr/>
          </p:nvSpPr>
          <p:spPr bwMode="auto">
            <a:xfrm>
              <a:off x="1140" y="2172"/>
              <a:ext cx="49" cy="85"/>
            </a:xfrm>
            <a:custGeom>
              <a:avLst/>
              <a:gdLst>
                <a:gd name="T0" fmla="*/ 0 w 246"/>
                <a:gd name="T1" fmla="*/ 3 h 426"/>
                <a:gd name="T2" fmla="*/ 0 w 246"/>
                <a:gd name="T3" fmla="*/ 3 h 426"/>
                <a:gd name="T4" fmla="*/ 0 w 246"/>
                <a:gd name="T5" fmla="*/ 3 h 426"/>
                <a:gd name="T6" fmla="*/ 0 w 246"/>
                <a:gd name="T7" fmla="*/ 3 h 426"/>
                <a:gd name="T8" fmla="*/ 1 w 246"/>
                <a:gd name="T9" fmla="*/ 3 h 426"/>
                <a:gd name="T10" fmla="*/ 1 w 246"/>
                <a:gd name="T11" fmla="*/ 3 h 426"/>
                <a:gd name="T12" fmla="*/ 1 w 246"/>
                <a:gd name="T13" fmla="*/ 3 h 426"/>
                <a:gd name="T14" fmla="*/ 1 w 246"/>
                <a:gd name="T15" fmla="*/ 3 h 426"/>
                <a:gd name="T16" fmla="*/ 1 w 246"/>
                <a:gd name="T17" fmla="*/ 3 h 426"/>
                <a:gd name="T18" fmla="*/ 1 w 246"/>
                <a:gd name="T19" fmla="*/ 2 h 426"/>
                <a:gd name="T20" fmla="*/ 2 w 246"/>
                <a:gd name="T21" fmla="*/ 2 h 426"/>
                <a:gd name="T22" fmla="*/ 2 w 246"/>
                <a:gd name="T23" fmla="*/ 2 h 426"/>
                <a:gd name="T24" fmla="*/ 2 w 246"/>
                <a:gd name="T25" fmla="*/ 2 h 426"/>
                <a:gd name="T26" fmla="*/ 2 w 246"/>
                <a:gd name="T27" fmla="*/ 1 h 426"/>
                <a:gd name="T28" fmla="*/ 2 w 246"/>
                <a:gd name="T29" fmla="*/ 1 h 426"/>
                <a:gd name="T30" fmla="*/ 2 w 246"/>
                <a:gd name="T31" fmla="*/ 1 h 426"/>
                <a:gd name="T32" fmla="*/ 2 w 246"/>
                <a:gd name="T33" fmla="*/ 0 h 426"/>
                <a:gd name="T34" fmla="*/ 2 w 246"/>
                <a:gd name="T35" fmla="*/ 0 h 426"/>
                <a:gd name="T36" fmla="*/ 2 w 246"/>
                <a:gd name="T37" fmla="*/ 0 h 426"/>
                <a:gd name="T38" fmla="*/ 2 w 246"/>
                <a:gd name="T39" fmla="*/ 0 h 426"/>
                <a:gd name="T40" fmla="*/ 2 w 246"/>
                <a:gd name="T41" fmla="*/ 1 h 426"/>
                <a:gd name="T42" fmla="*/ 2 w 246"/>
                <a:gd name="T43" fmla="*/ 1 h 426"/>
                <a:gd name="T44" fmla="*/ 2 w 246"/>
                <a:gd name="T45" fmla="*/ 1 h 426"/>
                <a:gd name="T46" fmla="*/ 2 w 246"/>
                <a:gd name="T47" fmla="*/ 2 h 426"/>
                <a:gd name="T48" fmla="*/ 2 w 246"/>
                <a:gd name="T49" fmla="*/ 2 h 426"/>
                <a:gd name="T50" fmla="*/ 1 w 246"/>
                <a:gd name="T51" fmla="*/ 2 h 426"/>
                <a:gd name="T52" fmla="*/ 1 w 246"/>
                <a:gd name="T53" fmla="*/ 2 h 426"/>
                <a:gd name="T54" fmla="*/ 1 w 246"/>
                <a:gd name="T55" fmla="*/ 3 h 426"/>
                <a:gd name="T56" fmla="*/ 1 w 246"/>
                <a:gd name="T57" fmla="*/ 3 h 426"/>
                <a:gd name="T58" fmla="*/ 1 w 246"/>
                <a:gd name="T59" fmla="*/ 3 h 426"/>
                <a:gd name="T60" fmla="*/ 1 w 246"/>
                <a:gd name="T61" fmla="*/ 3 h 426"/>
                <a:gd name="T62" fmla="*/ 1 w 246"/>
                <a:gd name="T63" fmla="*/ 3 h 426"/>
                <a:gd name="T64" fmla="*/ 0 w 246"/>
                <a:gd name="T65" fmla="*/ 3 h 426"/>
                <a:gd name="T66" fmla="*/ 0 w 246"/>
                <a:gd name="T67" fmla="*/ 3 h 426"/>
                <a:gd name="T68" fmla="*/ 0 w 246"/>
                <a:gd name="T69" fmla="*/ 3 h 426"/>
                <a:gd name="T70" fmla="*/ 0 w 246"/>
                <a:gd name="T71" fmla="*/ 3 h 426"/>
                <a:gd name="T72" fmla="*/ 0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426"/>
                  </a:moveTo>
                  <a:lnTo>
                    <a:pt x="0" y="426"/>
                  </a:lnTo>
                  <a:lnTo>
                    <a:pt x="25" y="423"/>
                  </a:lnTo>
                  <a:lnTo>
                    <a:pt x="50" y="417"/>
                  </a:lnTo>
                  <a:lnTo>
                    <a:pt x="74" y="407"/>
                  </a:lnTo>
                  <a:lnTo>
                    <a:pt x="96" y="392"/>
                  </a:lnTo>
                  <a:lnTo>
                    <a:pt x="118" y="373"/>
                  </a:lnTo>
                  <a:lnTo>
                    <a:pt x="138" y="350"/>
                  </a:lnTo>
                  <a:lnTo>
                    <a:pt x="157" y="327"/>
                  </a:lnTo>
                  <a:lnTo>
                    <a:pt x="175" y="299"/>
                  </a:lnTo>
                  <a:lnTo>
                    <a:pt x="190" y="268"/>
                  </a:lnTo>
                  <a:lnTo>
                    <a:pt x="205" y="236"/>
                  </a:lnTo>
                  <a:lnTo>
                    <a:pt x="216" y="202"/>
                  </a:lnTo>
                  <a:lnTo>
                    <a:pt x="227" y="164"/>
                  </a:lnTo>
                  <a:lnTo>
                    <a:pt x="235" y="125"/>
                  </a:lnTo>
                  <a:lnTo>
                    <a:pt x="241" y="86"/>
                  </a:lnTo>
                  <a:lnTo>
                    <a:pt x="244" y="42"/>
                  </a:lnTo>
                  <a:lnTo>
                    <a:pt x="246" y="0"/>
                  </a:lnTo>
                  <a:lnTo>
                    <a:pt x="234" y="0"/>
                  </a:lnTo>
                  <a:lnTo>
                    <a:pt x="233" y="42"/>
                  </a:lnTo>
                  <a:lnTo>
                    <a:pt x="229" y="83"/>
                  </a:lnTo>
                  <a:lnTo>
                    <a:pt x="223" y="123"/>
                  </a:lnTo>
                  <a:lnTo>
                    <a:pt x="215" y="162"/>
                  </a:lnTo>
                  <a:lnTo>
                    <a:pt x="205" y="197"/>
                  </a:lnTo>
                  <a:lnTo>
                    <a:pt x="193" y="231"/>
                  </a:lnTo>
                  <a:lnTo>
                    <a:pt x="179" y="264"/>
                  </a:lnTo>
                  <a:lnTo>
                    <a:pt x="164" y="292"/>
                  </a:lnTo>
                  <a:lnTo>
                    <a:pt x="147" y="320"/>
                  </a:lnTo>
                  <a:lnTo>
                    <a:pt x="128" y="343"/>
                  </a:lnTo>
                  <a:lnTo>
                    <a:pt x="108" y="363"/>
                  </a:lnTo>
                  <a:lnTo>
                    <a:pt x="89" y="382"/>
                  </a:lnTo>
                  <a:lnTo>
                    <a:pt x="67" y="395"/>
                  </a:lnTo>
                  <a:lnTo>
                    <a:pt x="45" y="406"/>
                  </a:lnTo>
                  <a:lnTo>
                    <a:pt x="23" y="411"/>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0028" name="Freeform 58"/>
            <p:cNvSpPr>
              <a:spLocks/>
            </p:cNvSpPr>
            <p:nvPr/>
          </p:nvSpPr>
          <p:spPr bwMode="auto">
            <a:xfrm>
              <a:off x="1091" y="2172"/>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4" y="86"/>
                  </a:lnTo>
                  <a:lnTo>
                    <a:pt x="10" y="125"/>
                  </a:lnTo>
                  <a:lnTo>
                    <a:pt x="18" y="164"/>
                  </a:lnTo>
                  <a:lnTo>
                    <a:pt x="29" y="202"/>
                  </a:lnTo>
                  <a:lnTo>
                    <a:pt x="41" y="236"/>
                  </a:lnTo>
                  <a:lnTo>
                    <a:pt x="55" y="268"/>
                  </a:lnTo>
                  <a:lnTo>
                    <a:pt x="70" y="299"/>
                  </a:lnTo>
                  <a:lnTo>
                    <a:pt x="89" y="327"/>
                  </a:lnTo>
                  <a:lnTo>
                    <a:pt x="106" y="350"/>
                  </a:lnTo>
                  <a:lnTo>
                    <a:pt x="126" y="373"/>
                  </a:lnTo>
                  <a:lnTo>
                    <a:pt x="148" y="392"/>
                  </a:lnTo>
                  <a:lnTo>
                    <a:pt x="171" y="407"/>
                  </a:lnTo>
                  <a:lnTo>
                    <a:pt x="194" y="417"/>
                  </a:lnTo>
                  <a:lnTo>
                    <a:pt x="219" y="423"/>
                  </a:lnTo>
                  <a:lnTo>
                    <a:pt x="245" y="426"/>
                  </a:lnTo>
                  <a:lnTo>
                    <a:pt x="245" y="414"/>
                  </a:lnTo>
                  <a:lnTo>
                    <a:pt x="221" y="411"/>
                  </a:lnTo>
                  <a:lnTo>
                    <a:pt x="199" y="406"/>
                  </a:lnTo>
                  <a:lnTo>
                    <a:pt x="178" y="395"/>
                  </a:lnTo>
                  <a:lnTo>
                    <a:pt x="155" y="382"/>
                  </a:lnTo>
                  <a:lnTo>
                    <a:pt x="136" y="363"/>
                  </a:lnTo>
                  <a:lnTo>
                    <a:pt x="116" y="343"/>
                  </a:lnTo>
                  <a:lnTo>
                    <a:pt x="98" y="320"/>
                  </a:lnTo>
                  <a:lnTo>
                    <a:pt x="82" y="292"/>
                  </a:lnTo>
                  <a:lnTo>
                    <a:pt x="66" y="264"/>
                  </a:lnTo>
                  <a:lnTo>
                    <a:pt x="52" y="231"/>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0029" name="Freeform 59"/>
            <p:cNvSpPr>
              <a:spLocks/>
            </p:cNvSpPr>
            <p:nvPr/>
          </p:nvSpPr>
          <p:spPr bwMode="auto">
            <a:xfrm>
              <a:off x="1091" y="2087"/>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4" y="8"/>
                  </a:lnTo>
                  <a:lnTo>
                    <a:pt x="171" y="18"/>
                  </a:lnTo>
                  <a:lnTo>
                    <a:pt x="148" y="34"/>
                  </a:lnTo>
                  <a:lnTo>
                    <a:pt x="126" y="51"/>
                  </a:lnTo>
                  <a:lnTo>
                    <a:pt x="106" y="73"/>
                  </a:lnTo>
                  <a:lnTo>
                    <a:pt x="89" y="98"/>
                  </a:lnTo>
                  <a:lnTo>
                    <a:pt x="71" y="125"/>
                  </a:lnTo>
                  <a:lnTo>
                    <a:pt x="55" y="155"/>
                  </a:lnTo>
                  <a:lnTo>
                    <a:pt x="41" y="188"/>
                  </a:lnTo>
                  <a:lnTo>
                    <a:pt x="29" y="222"/>
                  </a:lnTo>
                  <a:lnTo>
                    <a:pt x="18" y="261"/>
                  </a:lnTo>
                  <a:lnTo>
                    <a:pt x="10" y="298"/>
                  </a:lnTo>
                  <a:lnTo>
                    <a:pt x="4" y="338"/>
                  </a:lnTo>
                  <a:lnTo>
                    <a:pt x="1" y="382"/>
                  </a:lnTo>
                  <a:lnTo>
                    <a:pt x="0" y="424"/>
                  </a:lnTo>
                  <a:lnTo>
                    <a:pt x="11" y="424"/>
                  </a:lnTo>
                  <a:lnTo>
                    <a:pt x="13" y="382"/>
                  </a:lnTo>
                  <a:lnTo>
                    <a:pt x="16" y="341"/>
                  </a:lnTo>
                  <a:lnTo>
                    <a:pt x="22" y="301"/>
                  </a:lnTo>
                  <a:lnTo>
                    <a:pt x="30" y="263"/>
                  </a:lnTo>
                  <a:lnTo>
                    <a:pt x="41" y="227"/>
                  </a:lnTo>
                  <a:lnTo>
                    <a:pt x="52" y="193"/>
                  </a:lnTo>
                  <a:lnTo>
                    <a:pt x="66" y="160"/>
                  </a:lnTo>
                  <a:lnTo>
                    <a:pt x="80" y="132"/>
                  </a:lnTo>
                  <a:lnTo>
                    <a:pt x="98" y="105"/>
                  </a:lnTo>
                  <a:lnTo>
                    <a:pt x="116" y="80"/>
                  </a:lnTo>
                  <a:lnTo>
                    <a:pt x="136" y="60"/>
                  </a:lnTo>
                  <a:lnTo>
                    <a:pt x="155" y="43"/>
                  </a:lnTo>
                  <a:lnTo>
                    <a:pt x="178" y="30"/>
                  </a:lnTo>
                  <a:lnTo>
                    <a:pt x="199" y="19"/>
                  </a:lnTo>
                  <a:lnTo>
                    <a:pt x="221" y="14"/>
                  </a:lnTo>
                  <a:lnTo>
                    <a:pt x="245" y="11"/>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0030" name="Freeform 60"/>
            <p:cNvSpPr>
              <a:spLocks/>
            </p:cNvSpPr>
            <p:nvPr/>
          </p:nvSpPr>
          <p:spPr bwMode="auto">
            <a:xfrm>
              <a:off x="1392" y="2118"/>
              <a:ext cx="49" cy="85"/>
            </a:xfrm>
            <a:custGeom>
              <a:avLst/>
              <a:gdLst>
                <a:gd name="T0" fmla="*/ 2 w 246"/>
                <a:gd name="T1" fmla="*/ 3 h 426"/>
                <a:gd name="T2" fmla="*/ 2 w 246"/>
                <a:gd name="T3" fmla="*/ 3 h 426"/>
                <a:gd name="T4" fmla="*/ 2 w 246"/>
                <a:gd name="T5" fmla="*/ 3 h 426"/>
                <a:gd name="T6" fmla="*/ 2 w 246"/>
                <a:gd name="T7" fmla="*/ 3 h 426"/>
                <a:gd name="T8" fmla="*/ 2 w 246"/>
                <a:gd name="T9" fmla="*/ 2 h 426"/>
                <a:gd name="T10" fmla="*/ 2 w 246"/>
                <a:gd name="T11" fmla="*/ 2 h 426"/>
                <a:gd name="T12" fmla="*/ 2 w 246"/>
                <a:gd name="T13" fmla="*/ 2 h 426"/>
                <a:gd name="T14" fmla="*/ 2 w 246"/>
                <a:gd name="T15" fmla="*/ 2 h 426"/>
                <a:gd name="T16" fmla="*/ 2 w 246"/>
                <a:gd name="T17" fmla="*/ 1 h 426"/>
                <a:gd name="T18" fmla="*/ 1 w 246"/>
                <a:gd name="T19" fmla="*/ 1 h 426"/>
                <a:gd name="T20" fmla="*/ 1 w 246"/>
                <a:gd name="T21" fmla="*/ 1 h 426"/>
                <a:gd name="T22" fmla="*/ 1 w 246"/>
                <a:gd name="T23" fmla="*/ 1 h 426"/>
                <a:gd name="T24" fmla="*/ 1 w 246"/>
                <a:gd name="T25" fmla="*/ 0 h 426"/>
                <a:gd name="T26" fmla="*/ 1 w 246"/>
                <a:gd name="T27" fmla="*/ 0 h 426"/>
                <a:gd name="T28" fmla="*/ 1 w 246"/>
                <a:gd name="T29" fmla="*/ 0 h 426"/>
                <a:gd name="T30" fmla="*/ 0 w 246"/>
                <a:gd name="T31" fmla="*/ 0 h 426"/>
                <a:gd name="T32" fmla="*/ 0 w 246"/>
                <a:gd name="T33" fmla="*/ 0 h 426"/>
                <a:gd name="T34" fmla="*/ 0 w 246"/>
                <a:gd name="T35" fmla="*/ 0 h 426"/>
                <a:gd name="T36" fmla="*/ 0 w 246"/>
                <a:gd name="T37" fmla="*/ 0 h 426"/>
                <a:gd name="T38" fmla="*/ 0 w 246"/>
                <a:gd name="T39" fmla="*/ 0 h 426"/>
                <a:gd name="T40" fmla="*/ 0 w 246"/>
                <a:gd name="T41" fmla="*/ 0 h 426"/>
                <a:gd name="T42" fmla="*/ 1 w 246"/>
                <a:gd name="T43" fmla="*/ 0 h 426"/>
                <a:gd name="T44" fmla="*/ 1 w 246"/>
                <a:gd name="T45" fmla="*/ 0 h 426"/>
                <a:gd name="T46" fmla="*/ 1 w 246"/>
                <a:gd name="T47" fmla="*/ 1 h 426"/>
                <a:gd name="T48" fmla="*/ 1 w 246"/>
                <a:gd name="T49" fmla="*/ 1 h 426"/>
                <a:gd name="T50" fmla="*/ 1 w 246"/>
                <a:gd name="T51" fmla="*/ 1 h 426"/>
                <a:gd name="T52" fmla="*/ 1 w 246"/>
                <a:gd name="T53" fmla="*/ 1 h 426"/>
                <a:gd name="T54" fmla="*/ 1 w 246"/>
                <a:gd name="T55" fmla="*/ 1 h 426"/>
                <a:gd name="T56" fmla="*/ 2 w 246"/>
                <a:gd name="T57" fmla="*/ 2 h 426"/>
                <a:gd name="T58" fmla="*/ 2 w 246"/>
                <a:gd name="T59" fmla="*/ 2 h 426"/>
                <a:gd name="T60" fmla="*/ 2 w 246"/>
                <a:gd name="T61" fmla="*/ 2 h 426"/>
                <a:gd name="T62" fmla="*/ 2 w 246"/>
                <a:gd name="T63" fmla="*/ 2 h 426"/>
                <a:gd name="T64" fmla="*/ 2 w 246"/>
                <a:gd name="T65" fmla="*/ 3 h 426"/>
                <a:gd name="T66" fmla="*/ 2 w 246"/>
                <a:gd name="T67" fmla="*/ 3 h 426"/>
                <a:gd name="T68" fmla="*/ 2 w 246"/>
                <a:gd name="T69" fmla="*/ 3 h 426"/>
                <a:gd name="T70" fmla="*/ 2 w 246"/>
                <a:gd name="T71" fmla="*/ 3 h 426"/>
                <a:gd name="T72" fmla="*/ 2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246" y="426"/>
                  </a:moveTo>
                  <a:lnTo>
                    <a:pt x="246" y="426"/>
                  </a:lnTo>
                  <a:lnTo>
                    <a:pt x="245" y="384"/>
                  </a:lnTo>
                  <a:lnTo>
                    <a:pt x="242" y="340"/>
                  </a:lnTo>
                  <a:lnTo>
                    <a:pt x="236" y="301"/>
                  </a:lnTo>
                  <a:lnTo>
                    <a:pt x="228" y="262"/>
                  </a:lnTo>
                  <a:lnTo>
                    <a:pt x="217" y="224"/>
                  </a:lnTo>
                  <a:lnTo>
                    <a:pt x="205" y="190"/>
                  </a:lnTo>
                  <a:lnTo>
                    <a:pt x="191" y="158"/>
                  </a:lnTo>
                  <a:lnTo>
                    <a:pt x="176" y="126"/>
                  </a:lnTo>
                  <a:lnTo>
                    <a:pt x="157" y="99"/>
                  </a:lnTo>
                  <a:lnTo>
                    <a:pt x="139" y="75"/>
                  </a:lnTo>
                  <a:lnTo>
                    <a:pt x="119" y="53"/>
                  </a:lnTo>
                  <a:lnTo>
                    <a:pt x="96" y="34"/>
                  </a:lnTo>
                  <a:lnTo>
                    <a:pt x="75" y="19"/>
                  </a:lnTo>
                  <a:lnTo>
                    <a:pt x="51" y="9"/>
                  </a:lnTo>
                  <a:lnTo>
                    <a:pt x="26" y="3"/>
                  </a:lnTo>
                  <a:lnTo>
                    <a:pt x="0" y="0"/>
                  </a:lnTo>
                  <a:lnTo>
                    <a:pt x="0" y="12"/>
                  </a:lnTo>
                  <a:lnTo>
                    <a:pt x="24" y="15"/>
                  </a:lnTo>
                  <a:lnTo>
                    <a:pt x="46" y="20"/>
                  </a:lnTo>
                  <a:lnTo>
                    <a:pt x="68" y="31"/>
                  </a:lnTo>
                  <a:lnTo>
                    <a:pt x="89" y="44"/>
                  </a:lnTo>
                  <a:lnTo>
                    <a:pt x="109" y="63"/>
                  </a:lnTo>
                  <a:lnTo>
                    <a:pt x="129" y="83"/>
                  </a:lnTo>
                  <a:lnTo>
                    <a:pt x="148" y="106"/>
                  </a:lnTo>
                  <a:lnTo>
                    <a:pt x="164" y="133"/>
                  </a:lnTo>
                  <a:lnTo>
                    <a:pt x="180" y="162"/>
                  </a:lnTo>
                  <a:lnTo>
                    <a:pt x="194" y="195"/>
                  </a:lnTo>
                  <a:lnTo>
                    <a:pt x="205" y="229"/>
                  </a:lnTo>
                  <a:lnTo>
                    <a:pt x="216" y="264"/>
                  </a:lnTo>
                  <a:lnTo>
                    <a:pt x="224" y="303"/>
                  </a:lnTo>
                  <a:lnTo>
                    <a:pt x="230" y="343"/>
                  </a:lnTo>
                  <a:lnTo>
                    <a:pt x="233" y="384"/>
                  </a:lnTo>
                  <a:lnTo>
                    <a:pt x="235" y="426"/>
                  </a:lnTo>
                  <a:lnTo>
                    <a:pt x="246"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0031" name="Freeform 61"/>
            <p:cNvSpPr>
              <a:spLocks/>
            </p:cNvSpPr>
            <p:nvPr/>
          </p:nvSpPr>
          <p:spPr bwMode="auto">
            <a:xfrm>
              <a:off x="1392" y="2203"/>
              <a:ext cx="49" cy="85"/>
            </a:xfrm>
            <a:custGeom>
              <a:avLst/>
              <a:gdLst>
                <a:gd name="T0" fmla="*/ 0 w 246"/>
                <a:gd name="T1" fmla="*/ 3 h 424"/>
                <a:gd name="T2" fmla="*/ 0 w 246"/>
                <a:gd name="T3" fmla="*/ 3 h 424"/>
                <a:gd name="T4" fmla="*/ 0 w 246"/>
                <a:gd name="T5" fmla="*/ 3 h 424"/>
                <a:gd name="T6" fmla="*/ 0 w 246"/>
                <a:gd name="T7" fmla="*/ 3 h 424"/>
                <a:gd name="T8" fmla="*/ 1 w 246"/>
                <a:gd name="T9" fmla="*/ 3 h 424"/>
                <a:gd name="T10" fmla="*/ 1 w 246"/>
                <a:gd name="T11" fmla="*/ 3 h 424"/>
                <a:gd name="T12" fmla="*/ 1 w 246"/>
                <a:gd name="T13" fmla="*/ 3 h 424"/>
                <a:gd name="T14" fmla="*/ 1 w 246"/>
                <a:gd name="T15" fmla="*/ 3 h 424"/>
                <a:gd name="T16" fmla="*/ 1 w 246"/>
                <a:gd name="T17" fmla="*/ 3 h 424"/>
                <a:gd name="T18" fmla="*/ 1 w 246"/>
                <a:gd name="T19" fmla="*/ 2 h 424"/>
                <a:gd name="T20" fmla="*/ 2 w 246"/>
                <a:gd name="T21" fmla="*/ 2 h 424"/>
                <a:gd name="T22" fmla="*/ 2 w 246"/>
                <a:gd name="T23" fmla="*/ 2 h 424"/>
                <a:gd name="T24" fmla="*/ 2 w 246"/>
                <a:gd name="T25" fmla="*/ 2 h 424"/>
                <a:gd name="T26" fmla="*/ 2 w 246"/>
                <a:gd name="T27" fmla="*/ 1 h 424"/>
                <a:gd name="T28" fmla="*/ 2 w 246"/>
                <a:gd name="T29" fmla="*/ 1 h 424"/>
                <a:gd name="T30" fmla="*/ 2 w 246"/>
                <a:gd name="T31" fmla="*/ 1 h 424"/>
                <a:gd name="T32" fmla="*/ 2 w 246"/>
                <a:gd name="T33" fmla="*/ 0 h 424"/>
                <a:gd name="T34" fmla="*/ 2 w 246"/>
                <a:gd name="T35" fmla="*/ 0 h 424"/>
                <a:gd name="T36" fmla="*/ 2 w 246"/>
                <a:gd name="T37" fmla="*/ 0 h 424"/>
                <a:gd name="T38" fmla="*/ 2 w 246"/>
                <a:gd name="T39" fmla="*/ 0 h 424"/>
                <a:gd name="T40" fmla="*/ 2 w 246"/>
                <a:gd name="T41" fmla="*/ 1 h 424"/>
                <a:gd name="T42" fmla="*/ 2 w 246"/>
                <a:gd name="T43" fmla="*/ 1 h 424"/>
                <a:gd name="T44" fmla="*/ 2 w 246"/>
                <a:gd name="T45" fmla="*/ 1 h 424"/>
                <a:gd name="T46" fmla="*/ 2 w 246"/>
                <a:gd name="T47" fmla="*/ 2 h 424"/>
                <a:gd name="T48" fmla="*/ 2 w 246"/>
                <a:gd name="T49" fmla="*/ 2 h 424"/>
                <a:gd name="T50" fmla="*/ 1 w 246"/>
                <a:gd name="T51" fmla="*/ 2 h 424"/>
                <a:gd name="T52" fmla="*/ 1 w 246"/>
                <a:gd name="T53" fmla="*/ 2 h 424"/>
                <a:gd name="T54" fmla="*/ 1 w 246"/>
                <a:gd name="T55" fmla="*/ 3 h 424"/>
                <a:gd name="T56" fmla="*/ 1 w 246"/>
                <a:gd name="T57" fmla="*/ 3 h 424"/>
                <a:gd name="T58" fmla="*/ 1 w 246"/>
                <a:gd name="T59" fmla="*/ 3 h 424"/>
                <a:gd name="T60" fmla="*/ 1 w 246"/>
                <a:gd name="T61" fmla="*/ 3 h 424"/>
                <a:gd name="T62" fmla="*/ 1 w 246"/>
                <a:gd name="T63" fmla="*/ 3 h 424"/>
                <a:gd name="T64" fmla="*/ 0 w 246"/>
                <a:gd name="T65" fmla="*/ 3 h 424"/>
                <a:gd name="T66" fmla="*/ 0 w 246"/>
                <a:gd name="T67" fmla="*/ 3 h 424"/>
                <a:gd name="T68" fmla="*/ 0 w 246"/>
                <a:gd name="T69" fmla="*/ 3 h 424"/>
                <a:gd name="T70" fmla="*/ 0 w 246"/>
                <a:gd name="T71" fmla="*/ 3 h 424"/>
                <a:gd name="T72" fmla="*/ 0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0" y="424"/>
                  </a:moveTo>
                  <a:lnTo>
                    <a:pt x="0" y="424"/>
                  </a:lnTo>
                  <a:lnTo>
                    <a:pt x="26" y="422"/>
                  </a:lnTo>
                  <a:lnTo>
                    <a:pt x="51" y="416"/>
                  </a:lnTo>
                  <a:lnTo>
                    <a:pt x="75" y="406"/>
                  </a:lnTo>
                  <a:lnTo>
                    <a:pt x="96" y="390"/>
                  </a:lnTo>
                  <a:lnTo>
                    <a:pt x="119" y="373"/>
                  </a:lnTo>
                  <a:lnTo>
                    <a:pt x="139" y="351"/>
                  </a:lnTo>
                  <a:lnTo>
                    <a:pt x="157" y="326"/>
                  </a:lnTo>
                  <a:lnTo>
                    <a:pt x="175" y="299"/>
                  </a:lnTo>
                  <a:lnTo>
                    <a:pt x="191" y="269"/>
                  </a:lnTo>
                  <a:lnTo>
                    <a:pt x="205" y="236"/>
                  </a:lnTo>
                  <a:lnTo>
                    <a:pt x="217" y="202"/>
                  </a:lnTo>
                  <a:lnTo>
                    <a:pt x="228" y="163"/>
                  </a:lnTo>
                  <a:lnTo>
                    <a:pt x="236" y="125"/>
                  </a:lnTo>
                  <a:lnTo>
                    <a:pt x="242" y="86"/>
                  </a:lnTo>
                  <a:lnTo>
                    <a:pt x="245" y="42"/>
                  </a:lnTo>
                  <a:lnTo>
                    <a:pt x="246" y="0"/>
                  </a:lnTo>
                  <a:lnTo>
                    <a:pt x="235" y="0"/>
                  </a:lnTo>
                  <a:lnTo>
                    <a:pt x="233" y="42"/>
                  </a:lnTo>
                  <a:lnTo>
                    <a:pt x="230" y="83"/>
                  </a:lnTo>
                  <a:lnTo>
                    <a:pt x="224" y="123"/>
                  </a:lnTo>
                  <a:lnTo>
                    <a:pt x="216" y="161"/>
                  </a:lnTo>
                  <a:lnTo>
                    <a:pt x="205" y="197"/>
                  </a:lnTo>
                  <a:lnTo>
                    <a:pt x="194" y="231"/>
                  </a:lnTo>
                  <a:lnTo>
                    <a:pt x="180" y="264"/>
                  </a:lnTo>
                  <a:lnTo>
                    <a:pt x="166" y="292"/>
                  </a:lnTo>
                  <a:lnTo>
                    <a:pt x="148" y="319"/>
                  </a:lnTo>
                  <a:lnTo>
                    <a:pt x="129" y="344"/>
                  </a:lnTo>
                  <a:lnTo>
                    <a:pt x="109" y="364"/>
                  </a:lnTo>
                  <a:lnTo>
                    <a:pt x="89" y="381"/>
                  </a:lnTo>
                  <a:lnTo>
                    <a:pt x="68" y="394"/>
                  </a:lnTo>
                  <a:lnTo>
                    <a:pt x="46" y="405"/>
                  </a:lnTo>
                  <a:lnTo>
                    <a:pt x="24" y="410"/>
                  </a:lnTo>
                  <a:lnTo>
                    <a:pt x="0" y="413"/>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0032" name="Freeform 62"/>
            <p:cNvSpPr>
              <a:spLocks/>
            </p:cNvSpPr>
            <p:nvPr/>
          </p:nvSpPr>
          <p:spPr bwMode="auto">
            <a:xfrm>
              <a:off x="1343" y="2203"/>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2" y="42"/>
                  </a:lnTo>
                  <a:lnTo>
                    <a:pt x="5" y="86"/>
                  </a:lnTo>
                  <a:lnTo>
                    <a:pt x="11" y="125"/>
                  </a:lnTo>
                  <a:lnTo>
                    <a:pt x="19" y="163"/>
                  </a:lnTo>
                  <a:lnTo>
                    <a:pt x="30" y="202"/>
                  </a:lnTo>
                  <a:lnTo>
                    <a:pt x="41" y="236"/>
                  </a:lnTo>
                  <a:lnTo>
                    <a:pt x="56" y="269"/>
                  </a:lnTo>
                  <a:lnTo>
                    <a:pt x="72" y="299"/>
                  </a:lnTo>
                  <a:lnTo>
                    <a:pt x="90" y="326"/>
                  </a:lnTo>
                  <a:lnTo>
                    <a:pt x="108" y="351"/>
                  </a:lnTo>
                  <a:lnTo>
                    <a:pt x="127" y="373"/>
                  </a:lnTo>
                  <a:lnTo>
                    <a:pt x="149" y="390"/>
                  </a:lnTo>
                  <a:lnTo>
                    <a:pt x="172" y="406"/>
                  </a:lnTo>
                  <a:lnTo>
                    <a:pt x="195" y="416"/>
                  </a:lnTo>
                  <a:lnTo>
                    <a:pt x="220" y="422"/>
                  </a:lnTo>
                  <a:lnTo>
                    <a:pt x="245" y="424"/>
                  </a:lnTo>
                  <a:lnTo>
                    <a:pt x="245" y="413"/>
                  </a:lnTo>
                  <a:lnTo>
                    <a:pt x="222" y="410"/>
                  </a:lnTo>
                  <a:lnTo>
                    <a:pt x="200" y="405"/>
                  </a:lnTo>
                  <a:lnTo>
                    <a:pt x="179" y="394"/>
                  </a:lnTo>
                  <a:lnTo>
                    <a:pt x="156" y="381"/>
                  </a:lnTo>
                  <a:lnTo>
                    <a:pt x="136" y="364"/>
                  </a:lnTo>
                  <a:lnTo>
                    <a:pt x="118" y="344"/>
                  </a:lnTo>
                  <a:lnTo>
                    <a:pt x="99" y="319"/>
                  </a:lnTo>
                  <a:lnTo>
                    <a:pt x="81" y="292"/>
                  </a:lnTo>
                  <a:lnTo>
                    <a:pt x="67" y="264"/>
                  </a:lnTo>
                  <a:lnTo>
                    <a:pt x="53" y="231"/>
                  </a:lnTo>
                  <a:lnTo>
                    <a:pt x="41" y="197"/>
                  </a:lnTo>
                  <a:lnTo>
                    <a:pt x="31" y="161"/>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0033" name="Freeform 63"/>
            <p:cNvSpPr>
              <a:spLocks/>
            </p:cNvSpPr>
            <p:nvPr/>
          </p:nvSpPr>
          <p:spPr bwMode="auto">
            <a:xfrm>
              <a:off x="1343" y="2118"/>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1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20" y="3"/>
                  </a:lnTo>
                  <a:lnTo>
                    <a:pt x="195" y="9"/>
                  </a:lnTo>
                  <a:lnTo>
                    <a:pt x="172" y="19"/>
                  </a:lnTo>
                  <a:lnTo>
                    <a:pt x="149" y="34"/>
                  </a:lnTo>
                  <a:lnTo>
                    <a:pt x="127" y="53"/>
                  </a:lnTo>
                  <a:lnTo>
                    <a:pt x="108" y="75"/>
                  </a:lnTo>
                  <a:lnTo>
                    <a:pt x="90" y="99"/>
                  </a:lnTo>
                  <a:lnTo>
                    <a:pt x="71" y="126"/>
                  </a:lnTo>
                  <a:lnTo>
                    <a:pt x="56" y="158"/>
                  </a:lnTo>
                  <a:lnTo>
                    <a:pt x="41" y="190"/>
                  </a:lnTo>
                  <a:lnTo>
                    <a:pt x="30" y="224"/>
                  </a:lnTo>
                  <a:lnTo>
                    <a:pt x="19" y="262"/>
                  </a:lnTo>
                  <a:lnTo>
                    <a:pt x="11" y="301"/>
                  </a:lnTo>
                  <a:lnTo>
                    <a:pt x="5" y="340"/>
                  </a:lnTo>
                  <a:lnTo>
                    <a:pt x="2" y="384"/>
                  </a:lnTo>
                  <a:lnTo>
                    <a:pt x="0" y="426"/>
                  </a:lnTo>
                  <a:lnTo>
                    <a:pt x="12" y="426"/>
                  </a:lnTo>
                  <a:lnTo>
                    <a:pt x="13" y="384"/>
                  </a:lnTo>
                  <a:lnTo>
                    <a:pt x="17" y="343"/>
                  </a:lnTo>
                  <a:lnTo>
                    <a:pt x="23" y="303"/>
                  </a:lnTo>
                  <a:lnTo>
                    <a:pt x="31" y="264"/>
                  </a:lnTo>
                  <a:lnTo>
                    <a:pt x="41" y="229"/>
                  </a:lnTo>
                  <a:lnTo>
                    <a:pt x="53" y="195"/>
                  </a:lnTo>
                  <a:lnTo>
                    <a:pt x="67" y="162"/>
                  </a:lnTo>
                  <a:lnTo>
                    <a:pt x="82" y="133"/>
                  </a:lnTo>
                  <a:lnTo>
                    <a:pt x="99" y="106"/>
                  </a:lnTo>
                  <a:lnTo>
                    <a:pt x="118" y="83"/>
                  </a:lnTo>
                  <a:lnTo>
                    <a:pt x="136" y="63"/>
                  </a:lnTo>
                  <a:lnTo>
                    <a:pt x="156" y="44"/>
                  </a:lnTo>
                  <a:lnTo>
                    <a:pt x="179" y="31"/>
                  </a:lnTo>
                  <a:lnTo>
                    <a:pt x="200" y="20"/>
                  </a:lnTo>
                  <a:lnTo>
                    <a:pt x="222" y="15"/>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0034" name="Freeform 64"/>
            <p:cNvSpPr>
              <a:spLocks/>
            </p:cNvSpPr>
            <p:nvPr/>
          </p:nvSpPr>
          <p:spPr bwMode="auto">
            <a:xfrm>
              <a:off x="1384" y="1859"/>
              <a:ext cx="49" cy="84"/>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1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3" y="382"/>
                  </a:lnTo>
                  <a:lnTo>
                    <a:pt x="240" y="339"/>
                  </a:lnTo>
                  <a:lnTo>
                    <a:pt x="234" y="299"/>
                  </a:lnTo>
                  <a:lnTo>
                    <a:pt x="226" y="261"/>
                  </a:lnTo>
                  <a:lnTo>
                    <a:pt x="215" y="222"/>
                  </a:lnTo>
                  <a:lnTo>
                    <a:pt x="204" y="188"/>
                  </a:lnTo>
                  <a:lnTo>
                    <a:pt x="189" y="156"/>
                  </a:lnTo>
                  <a:lnTo>
                    <a:pt x="173" y="125"/>
                  </a:lnTo>
                  <a:lnTo>
                    <a:pt x="155" y="98"/>
                  </a:lnTo>
                  <a:lnTo>
                    <a:pt x="138" y="74"/>
                  </a:lnTo>
                  <a:lnTo>
                    <a:pt x="118" y="51"/>
                  </a:lnTo>
                  <a:lnTo>
                    <a:pt x="96" y="34"/>
                  </a:lnTo>
                  <a:lnTo>
                    <a:pt x="73" y="18"/>
                  </a:lnTo>
                  <a:lnTo>
                    <a:pt x="50" y="8"/>
                  </a:lnTo>
                  <a:lnTo>
                    <a:pt x="25" y="2"/>
                  </a:lnTo>
                  <a:lnTo>
                    <a:pt x="0" y="0"/>
                  </a:lnTo>
                  <a:lnTo>
                    <a:pt x="0" y="11"/>
                  </a:lnTo>
                  <a:lnTo>
                    <a:pt x="23" y="14"/>
                  </a:lnTo>
                  <a:lnTo>
                    <a:pt x="45" y="20"/>
                  </a:lnTo>
                  <a:lnTo>
                    <a:pt x="66" y="30"/>
                  </a:lnTo>
                  <a:lnTo>
                    <a:pt x="89" y="43"/>
                  </a:lnTo>
                  <a:lnTo>
                    <a:pt x="109" y="61"/>
                  </a:lnTo>
                  <a:lnTo>
                    <a:pt x="129" y="81"/>
                  </a:lnTo>
                  <a:lnTo>
                    <a:pt x="146" y="105"/>
                  </a:lnTo>
                  <a:lnTo>
                    <a:pt x="164" y="132"/>
                  </a:lnTo>
                  <a:lnTo>
                    <a:pt x="178" y="160"/>
                  </a:lnTo>
                  <a:lnTo>
                    <a:pt x="192" y="193"/>
                  </a:lnTo>
                  <a:lnTo>
                    <a:pt x="204" y="227"/>
                  </a:lnTo>
                  <a:lnTo>
                    <a:pt x="214" y="264"/>
                  </a:lnTo>
                  <a:lnTo>
                    <a:pt x="222" y="301"/>
                  </a:lnTo>
                  <a:lnTo>
                    <a:pt x="228"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0035" name="Freeform 65"/>
            <p:cNvSpPr>
              <a:spLocks/>
            </p:cNvSpPr>
            <p:nvPr/>
          </p:nvSpPr>
          <p:spPr bwMode="auto">
            <a:xfrm>
              <a:off x="1384" y="1943"/>
              <a:ext cx="49" cy="86"/>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5" y="423"/>
                  </a:lnTo>
                  <a:lnTo>
                    <a:pt x="50" y="418"/>
                  </a:lnTo>
                  <a:lnTo>
                    <a:pt x="73" y="407"/>
                  </a:lnTo>
                  <a:lnTo>
                    <a:pt x="96" y="392"/>
                  </a:lnTo>
                  <a:lnTo>
                    <a:pt x="118" y="374"/>
                  </a:lnTo>
                  <a:lnTo>
                    <a:pt x="138" y="352"/>
                  </a:lnTo>
                  <a:lnTo>
                    <a:pt x="155" y="327"/>
                  </a:lnTo>
                  <a:lnTo>
                    <a:pt x="174" y="300"/>
                  </a:lnTo>
                  <a:lnTo>
                    <a:pt x="189" y="269"/>
                  </a:lnTo>
                  <a:lnTo>
                    <a:pt x="204" y="237"/>
                  </a:lnTo>
                  <a:lnTo>
                    <a:pt x="215" y="202"/>
                  </a:lnTo>
                  <a:lnTo>
                    <a:pt x="226" y="164"/>
                  </a:lnTo>
                  <a:lnTo>
                    <a:pt x="234" y="126"/>
                  </a:lnTo>
                  <a:lnTo>
                    <a:pt x="240" y="86"/>
                  </a:lnTo>
                  <a:lnTo>
                    <a:pt x="243" y="42"/>
                  </a:lnTo>
                  <a:lnTo>
                    <a:pt x="245" y="0"/>
                  </a:lnTo>
                  <a:lnTo>
                    <a:pt x="233" y="0"/>
                  </a:lnTo>
                  <a:lnTo>
                    <a:pt x="232" y="42"/>
                  </a:lnTo>
                  <a:lnTo>
                    <a:pt x="228" y="83"/>
                  </a:lnTo>
                  <a:lnTo>
                    <a:pt x="222" y="123"/>
                  </a:lnTo>
                  <a:lnTo>
                    <a:pt x="214" y="162"/>
                  </a:lnTo>
                  <a:lnTo>
                    <a:pt x="204" y="197"/>
                  </a:lnTo>
                  <a:lnTo>
                    <a:pt x="192" y="232"/>
                  </a:lnTo>
                  <a:lnTo>
                    <a:pt x="178" y="264"/>
                  </a:lnTo>
                  <a:lnTo>
                    <a:pt x="163" y="293"/>
                  </a:lnTo>
                  <a:lnTo>
                    <a:pt x="146" y="320"/>
                  </a:lnTo>
                  <a:lnTo>
                    <a:pt x="129" y="345"/>
                  </a:lnTo>
                  <a:lnTo>
                    <a:pt x="109" y="365"/>
                  </a:lnTo>
                  <a:lnTo>
                    <a:pt x="89" y="382"/>
                  </a:lnTo>
                  <a:lnTo>
                    <a:pt x="66" y="395"/>
                  </a:lnTo>
                  <a:lnTo>
                    <a:pt x="45" y="406"/>
                  </a:lnTo>
                  <a:lnTo>
                    <a:pt x="23"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0036" name="Freeform 66"/>
            <p:cNvSpPr>
              <a:spLocks/>
            </p:cNvSpPr>
            <p:nvPr/>
          </p:nvSpPr>
          <p:spPr bwMode="auto">
            <a:xfrm>
              <a:off x="1335" y="1943"/>
              <a:ext cx="49" cy="86"/>
            </a:xfrm>
            <a:custGeom>
              <a:avLst/>
              <a:gdLst>
                <a:gd name="T0" fmla="*/ 0 w 246"/>
                <a:gd name="T1" fmla="*/ 0 h 426"/>
                <a:gd name="T2" fmla="*/ 0 w 246"/>
                <a:gd name="T3" fmla="*/ 0 h 426"/>
                <a:gd name="T4" fmla="*/ 0 w 246"/>
                <a:gd name="T5" fmla="*/ 0 h 426"/>
                <a:gd name="T6" fmla="*/ 0 w 246"/>
                <a:gd name="T7" fmla="*/ 1 h 426"/>
                <a:gd name="T8" fmla="*/ 0 w 246"/>
                <a:gd name="T9" fmla="*/ 1 h 426"/>
                <a:gd name="T10" fmla="*/ 0 w 246"/>
                <a:gd name="T11" fmla="*/ 1 h 426"/>
                <a:gd name="T12" fmla="*/ 0 w 246"/>
                <a:gd name="T13" fmla="*/ 2 h 426"/>
                <a:gd name="T14" fmla="*/ 0 w 246"/>
                <a:gd name="T15" fmla="*/ 2 h 426"/>
                <a:gd name="T16" fmla="*/ 0 w 246"/>
                <a:gd name="T17" fmla="*/ 2 h 426"/>
                <a:gd name="T18" fmla="*/ 1 w 246"/>
                <a:gd name="T19" fmla="*/ 2 h 426"/>
                <a:gd name="T20" fmla="*/ 1 w 246"/>
                <a:gd name="T21" fmla="*/ 3 h 426"/>
                <a:gd name="T22" fmla="*/ 1 w 246"/>
                <a:gd name="T23" fmla="*/ 3 h 426"/>
                <a:gd name="T24" fmla="*/ 1 w 246"/>
                <a:gd name="T25" fmla="*/ 3 h 426"/>
                <a:gd name="T26" fmla="*/ 1 w 246"/>
                <a:gd name="T27" fmla="*/ 3 h 426"/>
                <a:gd name="T28" fmla="*/ 1 w 246"/>
                <a:gd name="T29" fmla="*/ 3 h 426"/>
                <a:gd name="T30" fmla="*/ 2 w 246"/>
                <a:gd name="T31" fmla="*/ 3 h 426"/>
                <a:gd name="T32" fmla="*/ 2 w 246"/>
                <a:gd name="T33" fmla="*/ 3 h 426"/>
                <a:gd name="T34" fmla="*/ 2 w 246"/>
                <a:gd name="T35" fmla="*/ 3 h 426"/>
                <a:gd name="T36" fmla="*/ 2 w 246"/>
                <a:gd name="T37" fmla="*/ 3 h 426"/>
                <a:gd name="T38" fmla="*/ 2 w 246"/>
                <a:gd name="T39" fmla="*/ 3 h 426"/>
                <a:gd name="T40" fmla="*/ 2 w 246"/>
                <a:gd name="T41" fmla="*/ 3 h 426"/>
                <a:gd name="T42" fmla="*/ 1 w 246"/>
                <a:gd name="T43" fmla="*/ 3 h 426"/>
                <a:gd name="T44" fmla="*/ 1 w 246"/>
                <a:gd name="T45" fmla="*/ 3 h 426"/>
                <a:gd name="T46" fmla="*/ 1 w 246"/>
                <a:gd name="T47" fmla="*/ 3 h 426"/>
                <a:gd name="T48" fmla="*/ 1 w 246"/>
                <a:gd name="T49" fmla="*/ 3 h 426"/>
                <a:gd name="T50" fmla="*/ 1 w 246"/>
                <a:gd name="T51" fmla="*/ 3 h 426"/>
                <a:gd name="T52" fmla="*/ 1 w 246"/>
                <a:gd name="T53" fmla="*/ 2 h 426"/>
                <a:gd name="T54" fmla="*/ 1 w 246"/>
                <a:gd name="T55" fmla="*/ 2 h 426"/>
                <a:gd name="T56" fmla="*/ 0 w 246"/>
                <a:gd name="T57" fmla="*/ 2 h 426"/>
                <a:gd name="T58" fmla="*/ 0 w 246"/>
                <a:gd name="T59" fmla="*/ 2 h 426"/>
                <a:gd name="T60" fmla="*/ 0 w 246"/>
                <a:gd name="T61" fmla="*/ 1 h 426"/>
                <a:gd name="T62" fmla="*/ 0 w 246"/>
                <a:gd name="T63" fmla="*/ 1 h 426"/>
                <a:gd name="T64" fmla="*/ 0 w 246"/>
                <a:gd name="T65" fmla="*/ 1 h 426"/>
                <a:gd name="T66" fmla="*/ 0 w 246"/>
                <a:gd name="T67" fmla="*/ 0 h 426"/>
                <a:gd name="T68" fmla="*/ 0 w 246"/>
                <a:gd name="T69" fmla="*/ 0 h 426"/>
                <a:gd name="T70" fmla="*/ 0 w 246"/>
                <a:gd name="T71" fmla="*/ 0 h 426"/>
                <a:gd name="T72" fmla="*/ 0 w 246"/>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0"/>
                  </a:moveTo>
                  <a:lnTo>
                    <a:pt x="0" y="0"/>
                  </a:lnTo>
                  <a:lnTo>
                    <a:pt x="1" y="42"/>
                  </a:lnTo>
                  <a:lnTo>
                    <a:pt x="4" y="86"/>
                  </a:lnTo>
                  <a:lnTo>
                    <a:pt x="10" y="126"/>
                  </a:lnTo>
                  <a:lnTo>
                    <a:pt x="18" y="164"/>
                  </a:lnTo>
                  <a:lnTo>
                    <a:pt x="29" y="202"/>
                  </a:lnTo>
                  <a:lnTo>
                    <a:pt x="41" y="237"/>
                  </a:lnTo>
                  <a:lnTo>
                    <a:pt x="55" y="269"/>
                  </a:lnTo>
                  <a:lnTo>
                    <a:pt x="71" y="300"/>
                  </a:lnTo>
                  <a:lnTo>
                    <a:pt x="89" y="327"/>
                  </a:lnTo>
                  <a:lnTo>
                    <a:pt x="107" y="352"/>
                  </a:lnTo>
                  <a:lnTo>
                    <a:pt x="127" y="374"/>
                  </a:lnTo>
                  <a:lnTo>
                    <a:pt x="150" y="392"/>
                  </a:lnTo>
                  <a:lnTo>
                    <a:pt x="171" y="407"/>
                  </a:lnTo>
                  <a:lnTo>
                    <a:pt x="195" y="418"/>
                  </a:lnTo>
                  <a:lnTo>
                    <a:pt x="220" y="423"/>
                  </a:lnTo>
                  <a:lnTo>
                    <a:pt x="246" y="426"/>
                  </a:lnTo>
                  <a:lnTo>
                    <a:pt x="246" y="414"/>
                  </a:lnTo>
                  <a:lnTo>
                    <a:pt x="222" y="412"/>
                  </a:lnTo>
                  <a:lnTo>
                    <a:pt x="200" y="406"/>
                  </a:lnTo>
                  <a:lnTo>
                    <a:pt x="178" y="395"/>
                  </a:lnTo>
                  <a:lnTo>
                    <a:pt x="157" y="382"/>
                  </a:lnTo>
                  <a:lnTo>
                    <a:pt x="137" y="365"/>
                  </a:lnTo>
                  <a:lnTo>
                    <a:pt x="117" y="345"/>
                  </a:lnTo>
                  <a:lnTo>
                    <a:pt x="98" y="320"/>
                  </a:lnTo>
                  <a:lnTo>
                    <a:pt x="83" y="293"/>
                  </a:lnTo>
                  <a:lnTo>
                    <a:pt x="66" y="264"/>
                  </a:lnTo>
                  <a:lnTo>
                    <a:pt x="52" y="232"/>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0037" name="Freeform 67"/>
            <p:cNvSpPr>
              <a:spLocks/>
            </p:cNvSpPr>
            <p:nvPr/>
          </p:nvSpPr>
          <p:spPr bwMode="auto">
            <a:xfrm>
              <a:off x="1335" y="1859"/>
              <a:ext cx="49" cy="84"/>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1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0" y="2"/>
                  </a:lnTo>
                  <a:lnTo>
                    <a:pt x="195" y="8"/>
                  </a:lnTo>
                  <a:lnTo>
                    <a:pt x="171" y="18"/>
                  </a:lnTo>
                  <a:lnTo>
                    <a:pt x="150" y="34"/>
                  </a:lnTo>
                  <a:lnTo>
                    <a:pt x="127" y="51"/>
                  </a:lnTo>
                  <a:lnTo>
                    <a:pt x="107" y="74"/>
                  </a:lnTo>
                  <a:lnTo>
                    <a:pt x="89" y="98"/>
                  </a:lnTo>
                  <a:lnTo>
                    <a:pt x="72" y="125"/>
                  </a:lnTo>
                  <a:lnTo>
                    <a:pt x="55" y="156"/>
                  </a:lnTo>
                  <a:lnTo>
                    <a:pt x="41" y="188"/>
                  </a:lnTo>
                  <a:lnTo>
                    <a:pt x="29" y="222"/>
                  </a:lnTo>
                  <a:lnTo>
                    <a:pt x="18" y="261"/>
                  </a:lnTo>
                  <a:lnTo>
                    <a:pt x="10" y="299"/>
                  </a:lnTo>
                  <a:lnTo>
                    <a:pt x="4" y="339"/>
                  </a:lnTo>
                  <a:lnTo>
                    <a:pt x="1" y="382"/>
                  </a:lnTo>
                  <a:lnTo>
                    <a:pt x="0" y="424"/>
                  </a:lnTo>
                  <a:lnTo>
                    <a:pt x="11" y="424"/>
                  </a:lnTo>
                  <a:lnTo>
                    <a:pt x="13" y="382"/>
                  </a:lnTo>
                  <a:lnTo>
                    <a:pt x="16" y="341"/>
                  </a:lnTo>
                  <a:lnTo>
                    <a:pt x="22" y="301"/>
                  </a:lnTo>
                  <a:lnTo>
                    <a:pt x="30" y="264"/>
                  </a:lnTo>
                  <a:lnTo>
                    <a:pt x="41" y="227"/>
                  </a:lnTo>
                  <a:lnTo>
                    <a:pt x="52" y="193"/>
                  </a:lnTo>
                  <a:lnTo>
                    <a:pt x="66" y="160"/>
                  </a:lnTo>
                  <a:lnTo>
                    <a:pt x="82" y="132"/>
                  </a:lnTo>
                  <a:lnTo>
                    <a:pt x="98" y="105"/>
                  </a:lnTo>
                  <a:lnTo>
                    <a:pt x="117" y="81"/>
                  </a:lnTo>
                  <a:lnTo>
                    <a:pt x="137" y="61"/>
                  </a:lnTo>
                  <a:lnTo>
                    <a:pt x="157" y="43"/>
                  </a:lnTo>
                  <a:lnTo>
                    <a:pt x="178" y="30"/>
                  </a:lnTo>
                  <a:lnTo>
                    <a:pt x="200" y="20"/>
                  </a:lnTo>
                  <a:lnTo>
                    <a:pt x="222" y="14"/>
                  </a:lnTo>
                  <a:lnTo>
                    <a:pt x="246" y="11"/>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0038" name="Freeform 68"/>
            <p:cNvSpPr>
              <a:spLocks/>
            </p:cNvSpPr>
            <p:nvPr/>
          </p:nvSpPr>
          <p:spPr bwMode="auto">
            <a:xfrm>
              <a:off x="1552" y="1751"/>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1" y="339"/>
                  </a:lnTo>
                  <a:lnTo>
                    <a:pt x="235" y="299"/>
                  </a:lnTo>
                  <a:lnTo>
                    <a:pt x="226" y="261"/>
                  </a:lnTo>
                  <a:lnTo>
                    <a:pt x="216" y="223"/>
                  </a:lnTo>
                  <a:lnTo>
                    <a:pt x="204" y="189"/>
                  </a:lnTo>
                  <a:lnTo>
                    <a:pt x="190" y="156"/>
                  </a:lnTo>
                  <a:lnTo>
                    <a:pt x="174" y="125"/>
                  </a:lnTo>
                  <a:lnTo>
                    <a:pt x="156" y="98"/>
                  </a:lnTo>
                  <a:lnTo>
                    <a:pt x="137" y="74"/>
                  </a:lnTo>
                  <a:lnTo>
                    <a:pt x="119" y="52"/>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8" y="81"/>
                  </a:lnTo>
                  <a:lnTo>
                    <a:pt x="147" y="105"/>
                  </a:lnTo>
                  <a:lnTo>
                    <a:pt x="164" y="132"/>
                  </a:lnTo>
                  <a:lnTo>
                    <a:pt x="178" y="161"/>
                  </a:lnTo>
                  <a:lnTo>
                    <a:pt x="193" y="193"/>
                  </a:lnTo>
                  <a:lnTo>
                    <a:pt x="204" y="227"/>
                  </a:lnTo>
                  <a:lnTo>
                    <a:pt x="215" y="264"/>
                  </a:lnTo>
                  <a:lnTo>
                    <a:pt x="223" y="301"/>
                  </a:lnTo>
                  <a:lnTo>
                    <a:pt x="229" y="341"/>
                  </a:lnTo>
                  <a:lnTo>
                    <a:pt x="232" y="382"/>
                  </a:lnTo>
                  <a:lnTo>
                    <a:pt x="234"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0039" name="Freeform 69"/>
            <p:cNvSpPr>
              <a:spLocks/>
            </p:cNvSpPr>
            <p:nvPr/>
          </p:nvSpPr>
          <p:spPr bwMode="auto">
            <a:xfrm>
              <a:off x="1552" y="1836"/>
              <a:ext cx="49" cy="85"/>
            </a:xfrm>
            <a:custGeom>
              <a:avLst/>
              <a:gdLst>
                <a:gd name="T0" fmla="*/ 0 w 245"/>
                <a:gd name="T1" fmla="*/ 3 h 425"/>
                <a:gd name="T2" fmla="*/ 0 w 245"/>
                <a:gd name="T3" fmla="*/ 3 h 425"/>
                <a:gd name="T4" fmla="*/ 0 w 245"/>
                <a:gd name="T5" fmla="*/ 3 h 425"/>
                <a:gd name="T6" fmla="*/ 0 w 245"/>
                <a:gd name="T7" fmla="*/ 3 h 425"/>
                <a:gd name="T8" fmla="*/ 1 w 245"/>
                <a:gd name="T9" fmla="*/ 3 h 425"/>
                <a:gd name="T10" fmla="*/ 1 w 245"/>
                <a:gd name="T11" fmla="*/ 3 h 425"/>
                <a:gd name="T12" fmla="*/ 1 w 245"/>
                <a:gd name="T13" fmla="*/ 3 h 425"/>
                <a:gd name="T14" fmla="*/ 1 w 245"/>
                <a:gd name="T15" fmla="*/ 3 h 425"/>
                <a:gd name="T16" fmla="*/ 1 w 245"/>
                <a:gd name="T17" fmla="*/ 3 h 425"/>
                <a:gd name="T18" fmla="*/ 1 w 245"/>
                <a:gd name="T19" fmla="*/ 2 h 425"/>
                <a:gd name="T20" fmla="*/ 2 w 245"/>
                <a:gd name="T21" fmla="*/ 2 h 425"/>
                <a:gd name="T22" fmla="*/ 2 w 245"/>
                <a:gd name="T23" fmla="*/ 2 h 425"/>
                <a:gd name="T24" fmla="*/ 2 w 245"/>
                <a:gd name="T25" fmla="*/ 2 h 425"/>
                <a:gd name="T26" fmla="*/ 2 w 245"/>
                <a:gd name="T27" fmla="*/ 1 h 425"/>
                <a:gd name="T28" fmla="*/ 2 w 245"/>
                <a:gd name="T29" fmla="*/ 1 h 425"/>
                <a:gd name="T30" fmla="*/ 2 w 245"/>
                <a:gd name="T31" fmla="*/ 1 h 425"/>
                <a:gd name="T32" fmla="*/ 2 w 245"/>
                <a:gd name="T33" fmla="*/ 0 h 425"/>
                <a:gd name="T34" fmla="*/ 2 w 245"/>
                <a:gd name="T35" fmla="*/ 0 h 425"/>
                <a:gd name="T36" fmla="*/ 2 w 245"/>
                <a:gd name="T37" fmla="*/ 0 h 425"/>
                <a:gd name="T38" fmla="*/ 2 w 245"/>
                <a:gd name="T39" fmla="*/ 0 h 425"/>
                <a:gd name="T40" fmla="*/ 2 w 245"/>
                <a:gd name="T41" fmla="*/ 1 h 425"/>
                <a:gd name="T42" fmla="*/ 2 w 245"/>
                <a:gd name="T43" fmla="*/ 1 h 425"/>
                <a:gd name="T44" fmla="*/ 2 w 245"/>
                <a:gd name="T45" fmla="*/ 1 h 425"/>
                <a:gd name="T46" fmla="*/ 2 w 245"/>
                <a:gd name="T47" fmla="*/ 2 h 425"/>
                <a:gd name="T48" fmla="*/ 2 w 245"/>
                <a:gd name="T49" fmla="*/ 2 h 425"/>
                <a:gd name="T50" fmla="*/ 1 w 245"/>
                <a:gd name="T51" fmla="*/ 2 h 425"/>
                <a:gd name="T52" fmla="*/ 1 w 245"/>
                <a:gd name="T53" fmla="*/ 2 h 425"/>
                <a:gd name="T54" fmla="*/ 1 w 245"/>
                <a:gd name="T55" fmla="*/ 3 h 425"/>
                <a:gd name="T56" fmla="*/ 1 w 245"/>
                <a:gd name="T57" fmla="*/ 3 h 425"/>
                <a:gd name="T58" fmla="*/ 1 w 245"/>
                <a:gd name="T59" fmla="*/ 3 h 425"/>
                <a:gd name="T60" fmla="*/ 1 w 245"/>
                <a:gd name="T61" fmla="*/ 3 h 425"/>
                <a:gd name="T62" fmla="*/ 1 w 245"/>
                <a:gd name="T63" fmla="*/ 3 h 425"/>
                <a:gd name="T64" fmla="*/ 0 w 245"/>
                <a:gd name="T65" fmla="*/ 3 h 425"/>
                <a:gd name="T66" fmla="*/ 0 w 245"/>
                <a:gd name="T67" fmla="*/ 3 h 425"/>
                <a:gd name="T68" fmla="*/ 0 w 245"/>
                <a:gd name="T69" fmla="*/ 3 h 425"/>
                <a:gd name="T70" fmla="*/ 0 w 245"/>
                <a:gd name="T71" fmla="*/ 3 h 425"/>
                <a:gd name="T72" fmla="*/ 0 w 245"/>
                <a:gd name="T73" fmla="*/ 3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5"/>
                <a:gd name="T113" fmla="*/ 245 w 245"/>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5">
                  <a:moveTo>
                    <a:pt x="0" y="425"/>
                  </a:moveTo>
                  <a:lnTo>
                    <a:pt x="0" y="425"/>
                  </a:lnTo>
                  <a:lnTo>
                    <a:pt x="26" y="422"/>
                  </a:lnTo>
                  <a:lnTo>
                    <a:pt x="51" y="417"/>
                  </a:lnTo>
                  <a:lnTo>
                    <a:pt x="74" y="406"/>
                  </a:lnTo>
                  <a:lnTo>
                    <a:pt x="96" y="391"/>
                  </a:lnTo>
                  <a:lnTo>
                    <a:pt x="119" y="373"/>
                  </a:lnTo>
                  <a:lnTo>
                    <a:pt x="137" y="351"/>
                  </a:lnTo>
                  <a:lnTo>
                    <a:pt x="156" y="326"/>
                  </a:lnTo>
                  <a:lnTo>
                    <a:pt x="174" y="299"/>
                  </a:lnTo>
                  <a:lnTo>
                    <a:pt x="190" y="269"/>
                  </a:lnTo>
                  <a:lnTo>
                    <a:pt x="204" y="236"/>
                  </a:lnTo>
                  <a:lnTo>
                    <a:pt x="216" y="202"/>
                  </a:lnTo>
                  <a:lnTo>
                    <a:pt x="226" y="163"/>
                  </a:lnTo>
                  <a:lnTo>
                    <a:pt x="235" y="126"/>
                  </a:lnTo>
                  <a:lnTo>
                    <a:pt x="241" y="86"/>
                  </a:lnTo>
                  <a:lnTo>
                    <a:pt x="244" y="43"/>
                  </a:lnTo>
                  <a:lnTo>
                    <a:pt x="245" y="0"/>
                  </a:lnTo>
                  <a:lnTo>
                    <a:pt x="234" y="0"/>
                  </a:lnTo>
                  <a:lnTo>
                    <a:pt x="232" y="43"/>
                  </a:lnTo>
                  <a:lnTo>
                    <a:pt x="229" y="84"/>
                  </a:lnTo>
                  <a:lnTo>
                    <a:pt x="223" y="123"/>
                  </a:lnTo>
                  <a:lnTo>
                    <a:pt x="215" y="161"/>
                  </a:lnTo>
                  <a:lnTo>
                    <a:pt x="204" y="197"/>
                  </a:lnTo>
                  <a:lnTo>
                    <a:pt x="193" y="231"/>
                  </a:lnTo>
                  <a:lnTo>
                    <a:pt x="178" y="264"/>
                  </a:lnTo>
                  <a:lnTo>
                    <a:pt x="164" y="292"/>
                  </a:lnTo>
                  <a:lnTo>
                    <a:pt x="147" y="319"/>
                  </a:lnTo>
                  <a:lnTo>
                    <a:pt x="128" y="344"/>
                  </a:lnTo>
                  <a:lnTo>
                    <a:pt x="109" y="364"/>
                  </a:lnTo>
                  <a:lnTo>
                    <a:pt x="89" y="381"/>
                  </a:lnTo>
                  <a:lnTo>
                    <a:pt x="67" y="394"/>
                  </a:lnTo>
                  <a:lnTo>
                    <a:pt x="46" y="405"/>
                  </a:lnTo>
                  <a:lnTo>
                    <a:pt x="24" y="411"/>
                  </a:lnTo>
                  <a:lnTo>
                    <a:pt x="0" y="413"/>
                  </a:lnTo>
                  <a:lnTo>
                    <a:pt x="0" y="425"/>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0040" name="Freeform 70"/>
            <p:cNvSpPr>
              <a:spLocks/>
            </p:cNvSpPr>
            <p:nvPr/>
          </p:nvSpPr>
          <p:spPr bwMode="auto">
            <a:xfrm>
              <a:off x="1502" y="1836"/>
              <a:ext cx="50" cy="85"/>
            </a:xfrm>
            <a:custGeom>
              <a:avLst/>
              <a:gdLst>
                <a:gd name="T0" fmla="*/ 0 w 246"/>
                <a:gd name="T1" fmla="*/ 0 h 425"/>
                <a:gd name="T2" fmla="*/ 0 w 246"/>
                <a:gd name="T3" fmla="*/ 0 h 425"/>
                <a:gd name="T4" fmla="*/ 0 w 246"/>
                <a:gd name="T5" fmla="*/ 0 h 425"/>
                <a:gd name="T6" fmla="*/ 0 w 246"/>
                <a:gd name="T7" fmla="*/ 1 h 425"/>
                <a:gd name="T8" fmla="*/ 0 w 246"/>
                <a:gd name="T9" fmla="*/ 1 h 425"/>
                <a:gd name="T10" fmla="*/ 0 w 246"/>
                <a:gd name="T11" fmla="*/ 1 h 425"/>
                <a:gd name="T12" fmla="*/ 0 w 246"/>
                <a:gd name="T13" fmla="*/ 2 h 425"/>
                <a:gd name="T14" fmla="*/ 0 w 246"/>
                <a:gd name="T15" fmla="*/ 2 h 425"/>
                <a:gd name="T16" fmla="*/ 0 w 246"/>
                <a:gd name="T17" fmla="*/ 2 h 425"/>
                <a:gd name="T18" fmla="*/ 1 w 246"/>
                <a:gd name="T19" fmla="*/ 2 h 425"/>
                <a:gd name="T20" fmla="*/ 1 w 246"/>
                <a:gd name="T21" fmla="*/ 3 h 425"/>
                <a:gd name="T22" fmla="*/ 1 w 246"/>
                <a:gd name="T23" fmla="*/ 3 h 425"/>
                <a:gd name="T24" fmla="*/ 1 w 246"/>
                <a:gd name="T25" fmla="*/ 3 h 425"/>
                <a:gd name="T26" fmla="*/ 1 w 246"/>
                <a:gd name="T27" fmla="*/ 3 h 425"/>
                <a:gd name="T28" fmla="*/ 1 w 246"/>
                <a:gd name="T29" fmla="*/ 3 h 425"/>
                <a:gd name="T30" fmla="*/ 2 w 246"/>
                <a:gd name="T31" fmla="*/ 3 h 425"/>
                <a:gd name="T32" fmla="*/ 2 w 246"/>
                <a:gd name="T33" fmla="*/ 3 h 425"/>
                <a:gd name="T34" fmla="*/ 2 w 246"/>
                <a:gd name="T35" fmla="*/ 3 h 425"/>
                <a:gd name="T36" fmla="*/ 2 w 246"/>
                <a:gd name="T37" fmla="*/ 3 h 425"/>
                <a:gd name="T38" fmla="*/ 2 w 246"/>
                <a:gd name="T39" fmla="*/ 3 h 425"/>
                <a:gd name="T40" fmla="*/ 2 w 246"/>
                <a:gd name="T41" fmla="*/ 3 h 425"/>
                <a:gd name="T42" fmla="*/ 1 w 246"/>
                <a:gd name="T43" fmla="*/ 3 h 425"/>
                <a:gd name="T44" fmla="*/ 1 w 246"/>
                <a:gd name="T45" fmla="*/ 3 h 425"/>
                <a:gd name="T46" fmla="*/ 1 w 246"/>
                <a:gd name="T47" fmla="*/ 3 h 425"/>
                <a:gd name="T48" fmla="*/ 1 w 246"/>
                <a:gd name="T49" fmla="*/ 3 h 425"/>
                <a:gd name="T50" fmla="*/ 1 w 246"/>
                <a:gd name="T51" fmla="*/ 3 h 425"/>
                <a:gd name="T52" fmla="*/ 1 w 246"/>
                <a:gd name="T53" fmla="*/ 2 h 425"/>
                <a:gd name="T54" fmla="*/ 1 w 246"/>
                <a:gd name="T55" fmla="*/ 2 h 425"/>
                <a:gd name="T56" fmla="*/ 0 w 246"/>
                <a:gd name="T57" fmla="*/ 2 h 425"/>
                <a:gd name="T58" fmla="*/ 0 w 246"/>
                <a:gd name="T59" fmla="*/ 2 h 425"/>
                <a:gd name="T60" fmla="*/ 0 w 246"/>
                <a:gd name="T61" fmla="*/ 1 h 425"/>
                <a:gd name="T62" fmla="*/ 0 w 246"/>
                <a:gd name="T63" fmla="*/ 1 h 425"/>
                <a:gd name="T64" fmla="*/ 0 w 246"/>
                <a:gd name="T65" fmla="*/ 1 h 425"/>
                <a:gd name="T66" fmla="*/ 0 w 246"/>
                <a:gd name="T67" fmla="*/ 0 h 425"/>
                <a:gd name="T68" fmla="*/ 0 w 246"/>
                <a:gd name="T69" fmla="*/ 0 h 425"/>
                <a:gd name="T70" fmla="*/ 0 w 246"/>
                <a:gd name="T71" fmla="*/ 0 h 425"/>
                <a:gd name="T72" fmla="*/ 0 w 246"/>
                <a:gd name="T73" fmla="*/ 0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5"/>
                <a:gd name="T113" fmla="*/ 246 w 246"/>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5">
                  <a:moveTo>
                    <a:pt x="0" y="0"/>
                  </a:moveTo>
                  <a:lnTo>
                    <a:pt x="0" y="0"/>
                  </a:lnTo>
                  <a:lnTo>
                    <a:pt x="2" y="43"/>
                  </a:lnTo>
                  <a:lnTo>
                    <a:pt x="5" y="86"/>
                  </a:lnTo>
                  <a:lnTo>
                    <a:pt x="11" y="126"/>
                  </a:lnTo>
                  <a:lnTo>
                    <a:pt x="19" y="163"/>
                  </a:lnTo>
                  <a:lnTo>
                    <a:pt x="30" y="202"/>
                  </a:lnTo>
                  <a:lnTo>
                    <a:pt x="41" y="236"/>
                  </a:lnTo>
                  <a:lnTo>
                    <a:pt x="55" y="269"/>
                  </a:lnTo>
                  <a:lnTo>
                    <a:pt x="73" y="299"/>
                  </a:lnTo>
                  <a:lnTo>
                    <a:pt x="89" y="326"/>
                  </a:lnTo>
                  <a:lnTo>
                    <a:pt x="108" y="351"/>
                  </a:lnTo>
                  <a:lnTo>
                    <a:pt x="128" y="373"/>
                  </a:lnTo>
                  <a:lnTo>
                    <a:pt x="150" y="391"/>
                  </a:lnTo>
                  <a:lnTo>
                    <a:pt x="171" y="406"/>
                  </a:lnTo>
                  <a:lnTo>
                    <a:pt x="196" y="417"/>
                  </a:lnTo>
                  <a:lnTo>
                    <a:pt x="221" y="422"/>
                  </a:lnTo>
                  <a:lnTo>
                    <a:pt x="246" y="425"/>
                  </a:lnTo>
                  <a:lnTo>
                    <a:pt x="246" y="413"/>
                  </a:lnTo>
                  <a:lnTo>
                    <a:pt x="223" y="411"/>
                  </a:lnTo>
                  <a:lnTo>
                    <a:pt x="201" y="405"/>
                  </a:lnTo>
                  <a:lnTo>
                    <a:pt x="178" y="394"/>
                  </a:lnTo>
                  <a:lnTo>
                    <a:pt x="157" y="381"/>
                  </a:lnTo>
                  <a:lnTo>
                    <a:pt x="137" y="364"/>
                  </a:lnTo>
                  <a:lnTo>
                    <a:pt x="117" y="344"/>
                  </a:lnTo>
                  <a:lnTo>
                    <a:pt x="99" y="319"/>
                  </a:lnTo>
                  <a:lnTo>
                    <a:pt x="82" y="292"/>
                  </a:lnTo>
                  <a:lnTo>
                    <a:pt x="67" y="264"/>
                  </a:lnTo>
                  <a:lnTo>
                    <a:pt x="53" y="231"/>
                  </a:lnTo>
                  <a:lnTo>
                    <a:pt x="41" y="197"/>
                  </a:lnTo>
                  <a:lnTo>
                    <a:pt x="31" y="161"/>
                  </a:lnTo>
                  <a:lnTo>
                    <a:pt x="23" y="123"/>
                  </a:lnTo>
                  <a:lnTo>
                    <a:pt x="17" y="84"/>
                  </a:lnTo>
                  <a:lnTo>
                    <a:pt x="13" y="4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0041" name="Freeform 71"/>
            <p:cNvSpPr>
              <a:spLocks/>
            </p:cNvSpPr>
            <p:nvPr/>
          </p:nvSpPr>
          <p:spPr bwMode="auto">
            <a:xfrm>
              <a:off x="1502" y="1751"/>
              <a:ext cx="50" cy="85"/>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2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1" y="2"/>
                  </a:lnTo>
                  <a:lnTo>
                    <a:pt x="196" y="8"/>
                  </a:lnTo>
                  <a:lnTo>
                    <a:pt x="171" y="19"/>
                  </a:lnTo>
                  <a:lnTo>
                    <a:pt x="150" y="34"/>
                  </a:lnTo>
                  <a:lnTo>
                    <a:pt x="128" y="52"/>
                  </a:lnTo>
                  <a:lnTo>
                    <a:pt x="108" y="74"/>
                  </a:lnTo>
                  <a:lnTo>
                    <a:pt x="89" y="98"/>
                  </a:lnTo>
                  <a:lnTo>
                    <a:pt x="73" y="125"/>
                  </a:lnTo>
                  <a:lnTo>
                    <a:pt x="55" y="156"/>
                  </a:lnTo>
                  <a:lnTo>
                    <a:pt x="41" y="189"/>
                  </a:lnTo>
                  <a:lnTo>
                    <a:pt x="30" y="223"/>
                  </a:lnTo>
                  <a:lnTo>
                    <a:pt x="19" y="261"/>
                  </a:lnTo>
                  <a:lnTo>
                    <a:pt x="11" y="299"/>
                  </a:lnTo>
                  <a:lnTo>
                    <a:pt x="5" y="339"/>
                  </a:lnTo>
                  <a:lnTo>
                    <a:pt x="2" y="382"/>
                  </a:lnTo>
                  <a:lnTo>
                    <a:pt x="0" y="424"/>
                  </a:lnTo>
                  <a:lnTo>
                    <a:pt x="12" y="424"/>
                  </a:lnTo>
                  <a:lnTo>
                    <a:pt x="13" y="382"/>
                  </a:lnTo>
                  <a:lnTo>
                    <a:pt x="17" y="341"/>
                  </a:lnTo>
                  <a:lnTo>
                    <a:pt x="23" y="301"/>
                  </a:lnTo>
                  <a:lnTo>
                    <a:pt x="31" y="264"/>
                  </a:lnTo>
                  <a:lnTo>
                    <a:pt x="41" y="227"/>
                  </a:lnTo>
                  <a:lnTo>
                    <a:pt x="53" y="193"/>
                  </a:lnTo>
                  <a:lnTo>
                    <a:pt x="67" y="161"/>
                  </a:lnTo>
                  <a:lnTo>
                    <a:pt x="82" y="132"/>
                  </a:lnTo>
                  <a:lnTo>
                    <a:pt x="99" y="105"/>
                  </a:lnTo>
                  <a:lnTo>
                    <a:pt x="117" y="81"/>
                  </a:lnTo>
                  <a:lnTo>
                    <a:pt x="137" y="61"/>
                  </a:lnTo>
                  <a:lnTo>
                    <a:pt x="157" y="43"/>
                  </a:lnTo>
                  <a:lnTo>
                    <a:pt x="178" y="30"/>
                  </a:lnTo>
                  <a:lnTo>
                    <a:pt x="201" y="20"/>
                  </a:lnTo>
                  <a:lnTo>
                    <a:pt x="223" y="14"/>
                  </a:lnTo>
                  <a:lnTo>
                    <a:pt x="246" y="12"/>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0042" name="Freeform 72"/>
            <p:cNvSpPr>
              <a:spLocks/>
            </p:cNvSpPr>
            <p:nvPr/>
          </p:nvSpPr>
          <p:spPr bwMode="auto">
            <a:xfrm>
              <a:off x="1565" y="2016"/>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0" y="339"/>
                  </a:lnTo>
                  <a:lnTo>
                    <a:pt x="234" y="299"/>
                  </a:lnTo>
                  <a:lnTo>
                    <a:pt x="226" y="261"/>
                  </a:lnTo>
                  <a:lnTo>
                    <a:pt x="216" y="223"/>
                  </a:lnTo>
                  <a:lnTo>
                    <a:pt x="204" y="189"/>
                  </a:lnTo>
                  <a:lnTo>
                    <a:pt x="190" y="156"/>
                  </a:lnTo>
                  <a:lnTo>
                    <a:pt x="174" y="125"/>
                  </a:lnTo>
                  <a:lnTo>
                    <a:pt x="156" y="98"/>
                  </a:lnTo>
                  <a:lnTo>
                    <a:pt x="138" y="74"/>
                  </a:lnTo>
                  <a:lnTo>
                    <a:pt x="118" y="51"/>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9" y="81"/>
                  </a:lnTo>
                  <a:lnTo>
                    <a:pt x="147" y="105"/>
                  </a:lnTo>
                  <a:lnTo>
                    <a:pt x="164" y="132"/>
                  </a:lnTo>
                  <a:lnTo>
                    <a:pt x="178" y="160"/>
                  </a:lnTo>
                  <a:lnTo>
                    <a:pt x="192" y="193"/>
                  </a:lnTo>
                  <a:lnTo>
                    <a:pt x="204" y="227"/>
                  </a:lnTo>
                  <a:lnTo>
                    <a:pt x="215" y="264"/>
                  </a:lnTo>
                  <a:lnTo>
                    <a:pt x="223" y="301"/>
                  </a:lnTo>
                  <a:lnTo>
                    <a:pt x="229"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0043" name="Freeform 73"/>
            <p:cNvSpPr>
              <a:spLocks/>
            </p:cNvSpPr>
            <p:nvPr/>
          </p:nvSpPr>
          <p:spPr bwMode="auto">
            <a:xfrm>
              <a:off x="1565" y="2101"/>
              <a:ext cx="49" cy="85"/>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6" y="423"/>
                  </a:lnTo>
                  <a:lnTo>
                    <a:pt x="51" y="418"/>
                  </a:lnTo>
                  <a:lnTo>
                    <a:pt x="74" y="407"/>
                  </a:lnTo>
                  <a:lnTo>
                    <a:pt x="96" y="392"/>
                  </a:lnTo>
                  <a:lnTo>
                    <a:pt x="118" y="373"/>
                  </a:lnTo>
                  <a:lnTo>
                    <a:pt x="138" y="351"/>
                  </a:lnTo>
                  <a:lnTo>
                    <a:pt x="156" y="327"/>
                  </a:lnTo>
                  <a:lnTo>
                    <a:pt x="175" y="299"/>
                  </a:lnTo>
                  <a:lnTo>
                    <a:pt x="190" y="269"/>
                  </a:lnTo>
                  <a:lnTo>
                    <a:pt x="204" y="236"/>
                  </a:lnTo>
                  <a:lnTo>
                    <a:pt x="216" y="202"/>
                  </a:lnTo>
                  <a:lnTo>
                    <a:pt x="226" y="164"/>
                  </a:lnTo>
                  <a:lnTo>
                    <a:pt x="234" y="126"/>
                  </a:lnTo>
                  <a:lnTo>
                    <a:pt x="240" y="86"/>
                  </a:lnTo>
                  <a:lnTo>
                    <a:pt x="244" y="42"/>
                  </a:lnTo>
                  <a:lnTo>
                    <a:pt x="245" y="0"/>
                  </a:lnTo>
                  <a:lnTo>
                    <a:pt x="233" y="0"/>
                  </a:lnTo>
                  <a:lnTo>
                    <a:pt x="232" y="42"/>
                  </a:lnTo>
                  <a:lnTo>
                    <a:pt x="229" y="83"/>
                  </a:lnTo>
                  <a:lnTo>
                    <a:pt x="223" y="123"/>
                  </a:lnTo>
                  <a:lnTo>
                    <a:pt x="215" y="162"/>
                  </a:lnTo>
                  <a:lnTo>
                    <a:pt x="204" y="197"/>
                  </a:lnTo>
                  <a:lnTo>
                    <a:pt x="192" y="231"/>
                  </a:lnTo>
                  <a:lnTo>
                    <a:pt x="178" y="264"/>
                  </a:lnTo>
                  <a:lnTo>
                    <a:pt x="163" y="292"/>
                  </a:lnTo>
                  <a:lnTo>
                    <a:pt x="147" y="320"/>
                  </a:lnTo>
                  <a:lnTo>
                    <a:pt x="129" y="344"/>
                  </a:lnTo>
                  <a:lnTo>
                    <a:pt x="109" y="364"/>
                  </a:lnTo>
                  <a:lnTo>
                    <a:pt x="89" y="382"/>
                  </a:lnTo>
                  <a:lnTo>
                    <a:pt x="67" y="395"/>
                  </a:lnTo>
                  <a:lnTo>
                    <a:pt x="46" y="406"/>
                  </a:lnTo>
                  <a:lnTo>
                    <a:pt x="24"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0044" name="Freeform 74"/>
            <p:cNvSpPr>
              <a:spLocks/>
            </p:cNvSpPr>
            <p:nvPr/>
          </p:nvSpPr>
          <p:spPr bwMode="auto">
            <a:xfrm>
              <a:off x="1516" y="2101"/>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5" y="86"/>
                  </a:lnTo>
                  <a:lnTo>
                    <a:pt x="11" y="126"/>
                  </a:lnTo>
                  <a:lnTo>
                    <a:pt x="19" y="164"/>
                  </a:lnTo>
                  <a:lnTo>
                    <a:pt x="30" y="202"/>
                  </a:lnTo>
                  <a:lnTo>
                    <a:pt x="41" y="236"/>
                  </a:lnTo>
                  <a:lnTo>
                    <a:pt x="55" y="269"/>
                  </a:lnTo>
                  <a:lnTo>
                    <a:pt x="71" y="299"/>
                  </a:lnTo>
                  <a:lnTo>
                    <a:pt x="89" y="327"/>
                  </a:lnTo>
                  <a:lnTo>
                    <a:pt x="107" y="351"/>
                  </a:lnTo>
                  <a:lnTo>
                    <a:pt x="127" y="373"/>
                  </a:lnTo>
                  <a:lnTo>
                    <a:pt x="149" y="392"/>
                  </a:lnTo>
                  <a:lnTo>
                    <a:pt x="171" y="407"/>
                  </a:lnTo>
                  <a:lnTo>
                    <a:pt x="195" y="418"/>
                  </a:lnTo>
                  <a:lnTo>
                    <a:pt x="219" y="423"/>
                  </a:lnTo>
                  <a:lnTo>
                    <a:pt x="245" y="426"/>
                  </a:lnTo>
                  <a:lnTo>
                    <a:pt x="245" y="414"/>
                  </a:lnTo>
                  <a:lnTo>
                    <a:pt x="222" y="412"/>
                  </a:lnTo>
                  <a:lnTo>
                    <a:pt x="199" y="406"/>
                  </a:lnTo>
                  <a:lnTo>
                    <a:pt x="178" y="395"/>
                  </a:lnTo>
                  <a:lnTo>
                    <a:pt x="156" y="382"/>
                  </a:lnTo>
                  <a:lnTo>
                    <a:pt x="136" y="364"/>
                  </a:lnTo>
                  <a:lnTo>
                    <a:pt x="116" y="344"/>
                  </a:lnTo>
                  <a:lnTo>
                    <a:pt x="99" y="320"/>
                  </a:lnTo>
                  <a:lnTo>
                    <a:pt x="82" y="292"/>
                  </a:lnTo>
                  <a:lnTo>
                    <a:pt x="67" y="264"/>
                  </a:lnTo>
                  <a:lnTo>
                    <a:pt x="53" y="231"/>
                  </a:lnTo>
                  <a:lnTo>
                    <a:pt x="41" y="197"/>
                  </a:lnTo>
                  <a:lnTo>
                    <a:pt x="31" y="162"/>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0045" name="Freeform 75"/>
            <p:cNvSpPr>
              <a:spLocks/>
            </p:cNvSpPr>
            <p:nvPr/>
          </p:nvSpPr>
          <p:spPr bwMode="auto">
            <a:xfrm>
              <a:off x="1516" y="2016"/>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5" y="8"/>
                  </a:lnTo>
                  <a:lnTo>
                    <a:pt x="171" y="19"/>
                  </a:lnTo>
                  <a:lnTo>
                    <a:pt x="149" y="34"/>
                  </a:lnTo>
                  <a:lnTo>
                    <a:pt x="127" y="51"/>
                  </a:lnTo>
                  <a:lnTo>
                    <a:pt x="107" y="74"/>
                  </a:lnTo>
                  <a:lnTo>
                    <a:pt x="89" y="98"/>
                  </a:lnTo>
                  <a:lnTo>
                    <a:pt x="72" y="125"/>
                  </a:lnTo>
                  <a:lnTo>
                    <a:pt x="55" y="156"/>
                  </a:lnTo>
                  <a:lnTo>
                    <a:pt x="41" y="189"/>
                  </a:lnTo>
                  <a:lnTo>
                    <a:pt x="30" y="223"/>
                  </a:lnTo>
                  <a:lnTo>
                    <a:pt x="19" y="261"/>
                  </a:lnTo>
                  <a:lnTo>
                    <a:pt x="11" y="299"/>
                  </a:lnTo>
                  <a:lnTo>
                    <a:pt x="5" y="339"/>
                  </a:lnTo>
                  <a:lnTo>
                    <a:pt x="1" y="382"/>
                  </a:lnTo>
                  <a:lnTo>
                    <a:pt x="0" y="424"/>
                  </a:lnTo>
                  <a:lnTo>
                    <a:pt x="12" y="424"/>
                  </a:lnTo>
                  <a:lnTo>
                    <a:pt x="13" y="382"/>
                  </a:lnTo>
                  <a:lnTo>
                    <a:pt x="17" y="341"/>
                  </a:lnTo>
                  <a:lnTo>
                    <a:pt x="23" y="301"/>
                  </a:lnTo>
                  <a:lnTo>
                    <a:pt x="31" y="264"/>
                  </a:lnTo>
                  <a:lnTo>
                    <a:pt x="41" y="227"/>
                  </a:lnTo>
                  <a:lnTo>
                    <a:pt x="53" y="193"/>
                  </a:lnTo>
                  <a:lnTo>
                    <a:pt x="67" y="160"/>
                  </a:lnTo>
                  <a:lnTo>
                    <a:pt x="81" y="132"/>
                  </a:lnTo>
                  <a:lnTo>
                    <a:pt x="99" y="105"/>
                  </a:lnTo>
                  <a:lnTo>
                    <a:pt x="116" y="81"/>
                  </a:lnTo>
                  <a:lnTo>
                    <a:pt x="136" y="61"/>
                  </a:lnTo>
                  <a:lnTo>
                    <a:pt x="156" y="43"/>
                  </a:lnTo>
                  <a:lnTo>
                    <a:pt x="178" y="30"/>
                  </a:lnTo>
                  <a:lnTo>
                    <a:pt x="199" y="20"/>
                  </a:lnTo>
                  <a:lnTo>
                    <a:pt x="222"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sp>
        <p:nvSpPr>
          <p:cNvPr id="169992" name="Rectangle 77"/>
          <p:cNvSpPr>
            <a:spLocks noChangeArrowheads="1"/>
          </p:cNvSpPr>
          <p:nvPr/>
        </p:nvSpPr>
        <p:spPr bwMode="auto">
          <a:xfrm>
            <a:off x="611188" y="0"/>
            <a:ext cx="6388100" cy="6477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3000"/>
              <a:t>Sem. 3 - Jeudi</a:t>
            </a:r>
          </a:p>
        </p:txBody>
      </p:sp>
      <p:sp>
        <p:nvSpPr>
          <p:cNvPr id="169993" name="Text Box 78"/>
          <p:cNvSpPr txBox="1">
            <a:spLocks noChangeArrowheads="1"/>
          </p:cNvSpPr>
          <p:nvPr/>
        </p:nvSpPr>
        <p:spPr bwMode="auto">
          <a:xfrm>
            <a:off x="566738" y="2697163"/>
            <a:ext cx="3217862"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2. Pas de commandes</a:t>
            </a:r>
          </a:p>
        </p:txBody>
      </p:sp>
      <p:sp>
        <p:nvSpPr>
          <p:cNvPr id="169994" name="Text Box 79"/>
          <p:cNvSpPr txBox="1">
            <a:spLocks noChangeArrowheads="1"/>
          </p:cNvSpPr>
          <p:nvPr/>
        </p:nvSpPr>
        <p:spPr bwMode="auto">
          <a:xfrm>
            <a:off x="566738" y="5211763"/>
            <a:ext cx="6543675" cy="4429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eaLnBrk="1" hangingPunct="1">
              <a:spcBef>
                <a:spcPct val="0"/>
              </a:spcBef>
              <a:buFontTx/>
              <a:buNone/>
            </a:pPr>
            <a:r>
              <a:rPr lang="fr-FR" altLang="fr-FR" sz="2300"/>
              <a:t>4. Pointez la production sur votre feuille de suivi</a:t>
            </a:r>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71010" name="Group 2"/>
          <p:cNvGrpSpPr>
            <a:grpSpLocks/>
          </p:cNvGrpSpPr>
          <p:nvPr/>
        </p:nvGrpSpPr>
        <p:grpSpPr bwMode="auto">
          <a:xfrm>
            <a:off x="7073900" y="215900"/>
            <a:ext cx="1878013" cy="1250950"/>
            <a:chOff x="4456" y="136"/>
            <a:chExt cx="1183" cy="788"/>
          </a:xfrm>
        </p:grpSpPr>
        <p:grpSp>
          <p:nvGrpSpPr>
            <p:cNvPr id="171070" name="Group 3"/>
            <p:cNvGrpSpPr>
              <a:grpSpLocks/>
            </p:cNvGrpSpPr>
            <p:nvPr/>
          </p:nvGrpSpPr>
          <p:grpSpPr bwMode="auto">
            <a:xfrm>
              <a:off x="4766" y="232"/>
              <a:ext cx="873" cy="692"/>
              <a:chOff x="2185" y="310"/>
              <a:chExt cx="873" cy="692"/>
            </a:xfrm>
          </p:grpSpPr>
          <p:sp>
            <p:nvSpPr>
              <p:cNvPr id="171081" name="Freeform 4"/>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accent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1082" name="Freeform 5"/>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1083" name="Freeform 6"/>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1084" name="Freeform 7"/>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1085" name="Freeform 8"/>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1086" name="Freeform 9"/>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1087" name="Freeform 10"/>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grpSp>
          <p:nvGrpSpPr>
            <p:cNvPr id="171071" name="Group 11"/>
            <p:cNvGrpSpPr>
              <a:grpSpLocks/>
            </p:cNvGrpSpPr>
            <p:nvPr/>
          </p:nvGrpSpPr>
          <p:grpSpPr bwMode="auto">
            <a:xfrm>
              <a:off x="4949" y="336"/>
              <a:ext cx="591" cy="468"/>
              <a:chOff x="2185" y="310"/>
              <a:chExt cx="873" cy="692"/>
            </a:xfrm>
          </p:grpSpPr>
          <p:sp>
            <p:nvSpPr>
              <p:cNvPr id="171074" name="Freeform 12"/>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1075" name="Freeform 13"/>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1076" name="Freeform 14"/>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1077" name="Freeform 15"/>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1078" name="Freeform 16"/>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1079" name="Freeform 17"/>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1080" name="Freeform 18"/>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pic>
          <p:nvPicPr>
            <p:cNvPr id="171072" name="Picture 19"/>
            <p:cNvPicPr>
              <a:picLocks noChangeAspect="1" noChangeArrowheads="1"/>
            </p:cNvPicPr>
            <p:nvPr/>
          </p:nvPicPr>
          <p:blipFill>
            <a:blip r:embed="rId3" cstate="print">
              <a:extLst>
                <a:ext uri="{28A0092B-C50C-407E-A947-70E740481C1C}">
                  <a14:useLocalDpi xmlns:a14="http://schemas.microsoft.com/office/drawing/2010/main" val="0"/>
                </a:ext>
              </a:extLst>
            </a:blip>
            <a:srcRect l="-4282" t="-4369" r="-5199" b="-12012"/>
            <a:stretch>
              <a:fillRect/>
            </a:stretch>
          </p:blipFill>
          <p:spPr bwMode="auto">
            <a:xfrm>
              <a:off x="4456" y="136"/>
              <a:ext cx="480" cy="5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71073" name="Text Box 20"/>
            <p:cNvSpPr txBox="1">
              <a:spLocks noChangeArrowheads="1"/>
            </p:cNvSpPr>
            <p:nvPr/>
          </p:nvSpPr>
          <p:spPr bwMode="auto">
            <a:xfrm>
              <a:off x="4946" y="314"/>
              <a:ext cx="596" cy="49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4500" b="1">
                  <a:solidFill>
                    <a:srgbClr val="FF0000"/>
                  </a:solidFill>
                  <a:latin typeface="Arial Black" pitchFamily="34" charset="0"/>
                </a:rPr>
                <a:t>29</a:t>
              </a:r>
              <a:endParaRPr lang="fr-FR" altLang="fr-FR" sz="3200">
                <a:solidFill>
                  <a:schemeClr val="tx1"/>
                </a:solidFill>
                <a:latin typeface="Arial Black" pitchFamily="34" charset="0"/>
              </a:endParaRPr>
            </a:p>
          </p:txBody>
        </p:sp>
      </p:grpSp>
      <p:sp>
        <p:nvSpPr>
          <p:cNvPr id="171012" name="Text Box 22"/>
          <p:cNvSpPr txBox="1">
            <a:spLocks noChangeArrowheads="1"/>
          </p:cNvSpPr>
          <p:nvPr/>
        </p:nvSpPr>
        <p:spPr bwMode="auto">
          <a:xfrm>
            <a:off x="566738" y="1363663"/>
            <a:ext cx="1946275"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1. Tirez le dé</a:t>
            </a:r>
          </a:p>
        </p:txBody>
      </p:sp>
      <p:sp>
        <p:nvSpPr>
          <p:cNvPr id="171013" name="Text Box 23"/>
          <p:cNvSpPr txBox="1">
            <a:spLocks noChangeArrowheads="1"/>
          </p:cNvSpPr>
          <p:nvPr/>
        </p:nvSpPr>
        <p:spPr bwMode="auto">
          <a:xfrm>
            <a:off x="566738" y="3935413"/>
            <a:ext cx="18796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3. Produisez</a:t>
            </a:r>
          </a:p>
        </p:txBody>
      </p:sp>
      <p:grpSp>
        <p:nvGrpSpPr>
          <p:cNvPr id="171014" name="Group 24"/>
          <p:cNvGrpSpPr>
            <a:grpSpLocks/>
          </p:cNvGrpSpPr>
          <p:nvPr/>
        </p:nvGrpSpPr>
        <p:grpSpPr bwMode="auto">
          <a:xfrm>
            <a:off x="2986088" y="1306513"/>
            <a:ext cx="446087" cy="534987"/>
            <a:chOff x="868" y="1439"/>
            <a:chExt cx="811" cy="972"/>
          </a:xfrm>
        </p:grpSpPr>
        <p:sp>
          <p:nvSpPr>
            <p:cNvPr id="171019" name="Freeform 25"/>
            <p:cNvSpPr>
              <a:spLocks/>
            </p:cNvSpPr>
            <p:nvPr/>
          </p:nvSpPr>
          <p:spPr bwMode="auto">
            <a:xfrm>
              <a:off x="1548" y="2014"/>
              <a:ext cx="123" cy="100"/>
            </a:xfrm>
            <a:custGeom>
              <a:avLst/>
              <a:gdLst>
                <a:gd name="T0" fmla="*/ 5 w 618"/>
                <a:gd name="T1" fmla="*/ 0 h 502"/>
                <a:gd name="T2" fmla="*/ 5 w 618"/>
                <a:gd name="T3" fmla="*/ 0 h 502"/>
                <a:gd name="T4" fmla="*/ 0 w 618"/>
                <a:gd name="T5" fmla="*/ 4 h 502"/>
                <a:gd name="T6" fmla="*/ 0 w 618"/>
                <a:gd name="T7" fmla="*/ 4 h 502"/>
                <a:gd name="T8" fmla="*/ 5 w 618"/>
                <a:gd name="T9" fmla="*/ 0 h 502"/>
                <a:gd name="T10" fmla="*/ 5 w 618"/>
                <a:gd name="T11" fmla="*/ 0 h 502"/>
                <a:gd name="T12" fmla="*/ 5 w 618"/>
                <a:gd name="T13" fmla="*/ 0 h 502"/>
                <a:gd name="T14" fmla="*/ 5 w 618"/>
                <a:gd name="T15" fmla="*/ 0 h 502"/>
                <a:gd name="T16" fmla="*/ 5 w 618"/>
                <a:gd name="T17" fmla="*/ 0 h 502"/>
                <a:gd name="T18" fmla="*/ 5 w 618"/>
                <a:gd name="T19" fmla="*/ 0 h 502"/>
                <a:gd name="T20" fmla="*/ 5 w 618"/>
                <a:gd name="T21" fmla="*/ 0 h 502"/>
                <a:gd name="T22" fmla="*/ 5 w 618"/>
                <a:gd name="T23" fmla="*/ 0 h 502"/>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618"/>
                <a:gd name="T37" fmla="*/ 0 h 502"/>
                <a:gd name="T38" fmla="*/ 618 w 618"/>
                <a:gd name="T39" fmla="*/ 502 h 502"/>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618" h="502">
                  <a:moveTo>
                    <a:pt x="611" y="0"/>
                  </a:moveTo>
                  <a:lnTo>
                    <a:pt x="606" y="2"/>
                  </a:lnTo>
                  <a:lnTo>
                    <a:pt x="0" y="490"/>
                  </a:lnTo>
                  <a:lnTo>
                    <a:pt x="10" y="502"/>
                  </a:lnTo>
                  <a:lnTo>
                    <a:pt x="616" y="14"/>
                  </a:lnTo>
                  <a:lnTo>
                    <a:pt x="611" y="16"/>
                  </a:lnTo>
                  <a:lnTo>
                    <a:pt x="616" y="14"/>
                  </a:lnTo>
                  <a:lnTo>
                    <a:pt x="618" y="9"/>
                  </a:lnTo>
                  <a:lnTo>
                    <a:pt x="617" y="3"/>
                  </a:lnTo>
                  <a:lnTo>
                    <a:pt x="612" y="1"/>
                  </a:lnTo>
                  <a:lnTo>
                    <a:pt x="606" y="2"/>
                  </a:lnTo>
                  <a:lnTo>
                    <a:pt x="611"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1020" name="Freeform 26"/>
            <p:cNvSpPr>
              <a:spLocks/>
            </p:cNvSpPr>
            <p:nvPr/>
          </p:nvSpPr>
          <p:spPr bwMode="auto">
            <a:xfrm>
              <a:off x="876" y="1852"/>
              <a:ext cx="82" cy="373"/>
            </a:xfrm>
            <a:custGeom>
              <a:avLst/>
              <a:gdLst>
                <a:gd name="T0" fmla="*/ 3 w 413"/>
                <a:gd name="T1" fmla="*/ 15 h 1865"/>
                <a:gd name="T2" fmla="*/ 3 w 413"/>
                <a:gd name="T3" fmla="*/ 15 h 1865"/>
                <a:gd name="T4" fmla="*/ 0 w 413"/>
                <a:gd name="T5" fmla="*/ 0 h 1865"/>
                <a:gd name="T6" fmla="*/ 0 w 413"/>
                <a:gd name="T7" fmla="*/ 0 h 1865"/>
                <a:gd name="T8" fmla="*/ 3 w 413"/>
                <a:gd name="T9" fmla="*/ 15 h 1865"/>
                <a:gd name="T10" fmla="*/ 3 w 413"/>
                <a:gd name="T11" fmla="*/ 15 h 1865"/>
                <a:gd name="T12" fmla="*/ 3 w 413"/>
                <a:gd name="T13" fmla="*/ 15 h 1865"/>
                <a:gd name="T14" fmla="*/ 3 w 413"/>
                <a:gd name="T15" fmla="*/ 15 h 1865"/>
                <a:gd name="T16" fmla="*/ 3 w 413"/>
                <a:gd name="T17" fmla="*/ 15 h 1865"/>
                <a:gd name="T18" fmla="*/ 3 w 413"/>
                <a:gd name="T19" fmla="*/ 15 h 1865"/>
                <a:gd name="T20" fmla="*/ 3 w 413"/>
                <a:gd name="T21" fmla="*/ 15 h 1865"/>
                <a:gd name="T22" fmla="*/ 3 w 413"/>
                <a:gd name="T23" fmla="*/ 15 h 186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413"/>
                <a:gd name="T37" fmla="*/ 0 h 1865"/>
                <a:gd name="T38" fmla="*/ 413 w 413"/>
                <a:gd name="T39" fmla="*/ 1865 h 1865"/>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413" h="1865">
                  <a:moveTo>
                    <a:pt x="400" y="1864"/>
                  </a:moveTo>
                  <a:lnTo>
                    <a:pt x="413" y="1856"/>
                  </a:lnTo>
                  <a:lnTo>
                    <a:pt x="17" y="0"/>
                  </a:lnTo>
                  <a:lnTo>
                    <a:pt x="0" y="2"/>
                  </a:lnTo>
                  <a:lnTo>
                    <a:pt x="396" y="1858"/>
                  </a:lnTo>
                  <a:lnTo>
                    <a:pt x="409" y="1850"/>
                  </a:lnTo>
                  <a:lnTo>
                    <a:pt x="396" y="1858"/>
                  </a:lnTo>
                  <a:lnTo>
                    <a:pt x="400" y="1864"/>
                  </a:lnTo>
                  <a:lnTo>
                    <a:pt x="406" y="1865"/>
                  </a:lnTo>
                  <a:lnTo>
                    <a:pt x="410" y="1862"/>
                  </a:lnTo>
                  <a:lnTo>
                    <a:pt x="413" y="1856"/>
                  </a:lnTo>
                  <a:lnTo>
                    <a:pt x="400" y="186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1021" name="Freeform 27"/>
            <p:cNvSpPr>
              <a:spLocks/>
            </p:cNvSpPr>
            <p:nvPr/>
          </p:nvSpPr>
          <p:spPr bwMode="auto">
            <a:xfrm>
              <a:off x="1282" y="1533"/>
              <a:ext cx="35" cy="161"/>
            </a:xfrm>
            <a:custGeom>
              <a:avLst/>
              <a:gdLst>
                <a:gd name="T0" fmla="*/ 1 w 175"/>
                <a:gd name="T1" fmla="*/ 6 h 807"/>
                <a:gd name="T2" fmla="*/ 1 w 175"/>
                <a:gd name="T3" fmla="*/ 6 h 807"/>
                <a:gd name="T4" fmla="*/ 1 w 175"/>
                <a:gd name="T5" fmla="*/ 6 h 807"/>
                <a:gd name="T6" fmla="*/ 1 w 175"/>
                <a:gd name="T7" fmla="*/ 5 h 807"/>
                <a:gd name="T8" fmla="*/ 1 w 175"/>
                <a:gd name="T9" fmla="*/ 5 h 807"/>
                <a:gd name="T10" fmla="*/ 1 w 175"/>
                <a:gd name="T11" fmla="*/ 5 h 807"/>
                <a:gd name="T12" fmla="*/ 1 w 175"/>
                <a:gd name="T13" fmla="*/ 4 h 807"/>
                <a:gd name="T14" fmla="*/ 1 w 175"/>
                <a:gd name="T15" fmla="*/ 4 h 807"/>
                <a:gd name="T16" fmla="*/ 1 w 175"/>
                <a:gd name="T17" fmla="*/ 3 h 807"/>
                <a:gd name="T18" fmla="*/ 1 w 175"/>
                <a:gd name="T19" fmla="*/ 3 h 807"/>
                <a:gd name="T20" fmla="*/ 1 w 175"/>
                <a:gd name="T21" fmla="*/ 3 h 807"/>
                <a:gd name="T22" fmla="*/ 1 w 175"/>
                <a:gd name="T23" fmla="*/ 2 h 807"/>
                <a:gd name="T24" fmla="*/ 1 w 175"/>
                <a:gd name="T25" fmla="*/ 2 h 807"/>
                <a:gd name="T26" fmla="*/ 1 w 175"/>
                <a:gd name="T27" fmla="*/ 2 h 807"/>
                <a:gd name="T28" fmla="*/ 1 w 175"/>
                <a:gd name="T29" fmla="*/ 1 h 807"/>
                <a:gd name="T30" fmla="*/ 1 w 175"/>
                <a:gd name="T31" fmla="*/ 1 h 807"/>
                <a:gd name="T32" fmla="*/ 1 w 175"/>
                <a:gd name="T33" fmla="*/ 1 h 807"/>
                <a:gd name="T34" fmla="*/ 1 w 175"/>
                <a:gd name="T35" fmla="*/ 0 h 807"/>
                <a:gd name="T36" fmla="*/ 1 w 175"/>
                <a:gd name="T37" fmla="*/ 0 h 807"/>
                <a:gd name="T38" fmla="*/ 1 w 175"/>
                <a:gd name="T39" fmla="*/ 0 h 807"/>
                <a:gd name="T40" fmla="*/ 0 w 175"/>
                <a:gd name="T41" fmla="*/ 1 h 807"/>
                <a:gd name="T42" fmla="*/ 0 w 175"/>
                <a:gd name="T43" fmla="*/ 1 h 807"/>
                <a:gd name="T44" fmla="*/ 0 w 175"/>
                <a:gd name="T45" fmla="*/ 1 h 807"/>
                <a:gd name="T46" fmla="*/ 0 w 175"/>
                <a:gd name="T47" fmla="*/ 2 h 807"/>
                <a:gd name="T48" fmla="*/ 0 w 175"/>
                <a:gd name="T49" fmla="*/ 2 h 807"/>
                <a:gd name="T50" fmla="*/ 0 w 175"/>
                <a:gd name="T51" fmla="*/ 3 h 807"/>
                <a:gd name="T52" fmla="*/ 0 w 175"/>
                <a:gd name="T53" fmla="*/ 3 h 807"/>
                <a:gd name="T54" fmla="*/ 0 w 175"/>
                <a:gd name="T55" fmla="*/ 3 h 807"/>
                <a:gd name="T56" fmla="*/ 0 w 175"/>
                <a:gd name="T57" fmla="*/ 4 h 807"/>
                <a:gd name="T58" fmla="*/ 0 w 175"/>
                <a:gd name="T59" fmla="*/ 4 h 807"/>
                <a:gd name="T60" fmla="*/ 0 w 175"/>
                <a:gd name="T61" fmla="*/ 5 h 807"/>
                <a:gd name="T62" fmla="*/ 0 w 175"/>
                <a:gd name="T63" fmla="*/ 5 h 807"/>
                <a:gd name="T64" fmla="*/ 0 w 175"/>
                <a:gd name="T65" fmla="*/ 5 h 807"/>
                <a:gd name="T66" fmla="*/ 1 w 175"/>
                <a:gd name="T67" fmla="*/ 6 h 807"/>
                <a:gd name="T68" fmla="*/ 1 w 175"/>
                <a:gd name="T69" fmla="*/ 6 h 807"/>
                <a:gd name="T70" fmla="*/ 1 w 175"/>
                <a:gd name="T71" fmla="*/ 6 h 807"/>
                <a:gd name="T72" fmla="*/ 1 w 175"/>
                <a:gd name="T73" fmla="*/ 6 h 807"/>
                <a:gd name="T74" fmla="*/ 1 w 175"/>
                <a:gd name="T75" fmla="*/ 6 h 807"/>
                <a:gd name="T76" fmla="*/ 1 w 175"/>
                <a:gd name="T77" fmla="*/ 6 h 807"/>
                <a:gd name="T78" fmla="*/ 1 w 175"/>
                <a:gd name="T79" fmla="*/ 6 h 807"/>
                <a:gd name="T80" fmla="*/ 1 w 175"/>
                <a:gd name="T81" fmla="*/ 6 h 807"/>
                <a:gd name="T82" fmla="*/ 1 w 175"/>
                <a:gd name="T83" fmla="*/ 6 h 807"/>
                <a:gd name="T84" fmla="*/ 1 w 175"/>
                <a:gd name="T85" fmla="*/ 6 h 807"/>
                <a:gd name="T86" fmla="*/ 1 w 175"/>
                <a:gd name="T87" fmla="*/ 6 h 807"/>
                <a:gd name="T88" fmla="*/ 1 w 175"/>
                <a:gd name="T89" fmla="*/ 6 h 807"/>
                <a:gd name="T90" fmla="*/ 1 w 175"/>
                <a:gd name="T91" fmla="*/ 6 h 80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175"/>
                <a:gd name="T139" fmla="*/ 0 h 807"/>
                <a:gd name="T140" fmla="*/ 175 w 175"/>
                <a:gd name="T141" fmla="*/ 807 h 80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175" h="807">
                  <a:moveTo>
                    <a:pt x="169" y="740"/>
                  </a:moveTo>
                  <a:lnTo>
                    <a:pt x="169" y="739"/>
                  </a:lnTo>
                  <a:lnTo>
                    <a:pt x="149" y="698"/>
                  </a:lnTo>
                  <a:lnTo>
                    <a:pt x="133" y="656"/>
                  </a:lnTo>
                  <a:lnTo>
                    <a:pt x="120" y="611"/>
                  </a:lnTo>
                  <a:lnTo>
                    <a:pt x="108" y="565"/>
                  </a:lnTo>
                  <a:lnTo>
                    <a:pt x="100" y="520"/>
                  </a:lnTo>
                  <a:lnTo>
                    <a:pt x="96" y="472"/>
                  </a:lnTo>
                  <a:lnTo>
                    <a:pt x="93" y="425"/>
                  </a:lnTo>
                  <a:lnTo>
                    <a:pt x="93" y="377"/>
                  </a:lnTo>
                  <a:lnTo>
                    <a:pt x="96" y="330"/>
                  </a:lnTo>
                  <a:lnTo>
                    <a:pt x="100" y="283"/>
                  </a:lnTo>
                  <a:lnTo>
                    <a:pt x="106" y="238"/>
                  </a:lnTo>
                  <a:lnTo>
                    <a:pt x="115" y="195"/>
                  </a:lnTo>
                  <a:lnTo>
                    <a:pt x="126" y="153"/>
                  </a:lnTo>
                  <a:lnTo>
                    <a:pt x="139" y="114"/>
                  </a:lnTo>
                  <a:lnTo>
                    <a:pt x="153" y="77"/>
                  </a:lnTo>
                  <a:lnTo>
                    <a:pt x="169" y="43"/>
                  </a:lnTo>
                  <a:lnTo>
                    <a:pt x="87" y="0"/>
                  </a:lnTo>
                  <a:lnTo>
                    <a:pt x="69" y="39"/>
                  </a:lnTo>
                  <a:lnTo>
                    <a:pt x="52" y="81"/>
                  </a:lnTo>
                  <a:lnTo>
                    <a:pt x="37" y="127"/>
                  </a:lnTo>
                  <a:lnTo>
                    <a:pt x="24" y="174"/>
                  </a:lnTo>
                  <a:lnTo>
                    <a:pt x="15" y="222"/>
                  </a:lnTo>
                  <a:lnTo>
                    <a:pt x="7" y="271"/>
                  </a:lnTo>
                  <a:lnTo>
                    <a:pt x="2" y="323"/>
                  </a:lnTo>
                  <a:lnTo>
                    <a:pt x="0" y="374"/>
                  </a:lnTo>
                  <a:lnTo>
                    <a:pt x="0" y="427"/>
                  </a:lnTo>
                  <a:lnTo>
                    <a:pt x="2" y="479"/>
                  </a:lnTo>
                  <a:lnTo>
                    <a:pt x="9" y="531"/>
                  </a:lnTo>
                  <a:lnTo>
                    <a:pt x="17" y="584"/>
                  </a:lnTo>
                  <a:lnTo>
                    <a:pt x="29" y="635"/>
                  </a:lnTo>
                  <a:lnTo>
                    <a:pt x="44" y="686"/>
                  </a:lnTo>
                  <a:lnTo>
                    <a:pt x="65" y="736"/>
                  </a:lnTo>
                  <a:lnTo>
                    <a:pt x="87" y="784"/>
                  </a:lnTo>
                  <a:lnTo>
                    <a:pt x="87" y="782"/>
                  </a:lnTo>
                  <a:lnTo>
                    <a:pt x="87" y="784"/>
                  </a:lnTo>
                  <a:lnTo>
                    <a:pt x="100" y="799"/>
                  </a:lnTo>
                  <a:lnTo>
                    <a:pt x="117" y="807"/>
                  </a:lnTo>
                  <a:lnTo>
                    <a:pt x="134" y="807"/>
                  </a:lnTo>
                  <a:lnTo>
                    <a:pt x="151" y="801"/>
                  </a:lnTo>
                  <a:lnTo>
                    <a:pt x="164" y="791"/>
                  </a:lnTo>
                  <a:lnTo>
                    <a:pt x="173" y="777"/>
                  </a:lnTo>
                  <a:lnTo>
                    <a:pt x="175" y="759"/>
                  </a:lnTo>
                  <a:lnTo>
                    <a:pt x="169" y="739"/>
                  </a:lnTo>
                  <a:lnTo>
                    <a:pt x="169" y="74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1022" name="Freeform 28"/>
            <p:cNvSpPr>
              <a:spLocks/>
            </p:cNvSpPr>
            <p:nvPr/>
          </p:nvSpPr>
          <p:spPr bwMode="auto">
            <a:xfrm>
              <a:off x="1299" y="1681"/>
              <a:ext cx="157" cy="281"/>
            </a:xfrm>
            <a:custGeom>
              <a:avLst/>
              <a:gdLst>
                <a:gd name="T0" fmla="*/ 6 w 787"/>
                <a:gd name="T1" fmla="*/ 11 h 1404"/>
                <a:gd name="T2" fmla="*/ 6 w 787"/>
                <a:gd name="T3" fmla="*/ 11 h 1404"/>
                <a:gd name="T4" fmla="*/ 1 w 787"/>
                <a:gd name="T5" fmla="*/ 0 h 1404"/>
                <a:gd name="T6" fmla="*/ 0 w 787"/>
                <a:gd name="T7" fmla="*/ 0 h 1404"/>
                <a:gd name="T8" fmla="*/ 6 w 787"/>
                <a:gd name="T9" fmla="*/ 11 h 1404"/>
                <a:gd name="T10" fmla="*/ 6 w 787"/>
                <a:gd name="T11" fmla="*/ 11 h 1404"/>
                <a:gd name="T12" fmla="*/ 6 w 787"/>
                <a:gd name="T13" fmla="*/ 11 h 1404"/>
                <a:gd name="T14" fmla="*/ 6 w 787"/>
                <a:gd name="T15" fmla="*/ 11 h 1404"/>
                <a:gd name="T16" fmla="*/ 6 w 787"/>
                <a:gd name="T17" fmla="*/ 11 h 1404"/>
                <a:gd name="T18" fmla="*/ 6 w 787"/>
                <a:gd name="T19" fmla="*/ 11 h 1404"/>
                <a:gd name="T20" fmla="*/ 6 w 787"/>
                <a:gd name="T21" fmla="*/ 11 h 1404"/>
                <a:gd name="T22" fmla="*/ 6 w 787"/>
                <a:gd name="T23" fmla="*/ 11 h 1404"/>
                <a:gd name="T24" fmla="*/ 6 w 787"/>
                <a:gd name="T25" fmla="*/ 11 h 1404"/>
                <a:gd name="T26" fmla="*/ 6 w 787"/>
                <a:gd name="T27" fmla="*/ 11 h 1404"/>
                <a:gd name="T28" fmla="*/ 6 w 787"/>
                <a:gd name="T29" fmla="*/ 11 h 1404"/>
                <a:gd name="T30" fmla="*/ 6 w 787"/>
                <a:gd name="T31" fmla="*/ 11 h 1404"/>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787"/>
                <a:gd name="T49" fmla="*/ 0 h 1404"/>
                <a:gd name="T50" fmla="*/ 787 w 787"/>
                <a:gd name="T51" fmla="*/ 1404 h 1404"/>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787" h="1404">
                  <a:moveTo>
                    <a:pt x="781" y="1334"/>
                  </a:moveTo>
                  <a:lnTo>
                    <a:pt x="781" y="1337"/>
                  </a:lnTo>
                  <a:lnTo>
                    <a:pt x="82" y="0"/>
                  </a:lnTo>
                  <a:lnTo>
                    <a:pt x="0" y="42"/>
                  </a:lnTo>
                  <a:lnTo>
                    <a:pt x="699" y="1379"/>
                  </a:lnTo>
                  <a:lnTo>
                    <a:pt x="699" y="1381"/>
                  </a:lnTo>
                  <a:lnTo>
                    <a:pt x="699" y="1379"/>
                  </a:lnTo>
                  <a:lnTo>
                    <a:pt x="712" y="1395"/>
                  </a:lnTo>
                  <a:lnTo>
                    <a:pt x="727" y="1402"/>
                  </a:lnTo>
                  <a:lnTo>
                    <a:pt x="744" y="1404"/>
                  </a:lnTo>
                  <a:lnTo>
                    <a:pt x="761" y="1398"/>
                  </a:lnTo>
                  <a:lnTo>
                    <a:pt x="775" y="1388"/>
                  </a:lnTo>
                  <a:lnTo>
                    <a:pt x="784" y="1373"/>
                  </a:lnTo>
                  <a:lnTo>
                    <a:pt x="787" y="1357"/>
                  </a:lnTo>
                  <a:lnTo>
                    <a:pt x="781" y="1337"/>
                  </a:lnTo>
                  <a:lnTo>
                    <a:pt x="781" y="13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1023" name="Freeform 29"/>
            <p:cNvSpPr>
              <a:spLocks/>
            </p:cNvSpPr>
            <p:nvPr/>
          </p:nvSpPr>
          <p:spPr bwMode="auto">
            <a:xfrm>
              <a:off x="1439" y="1948"/>
              <a:ext cx="125" cy="76"/>
            </a:xfrm>
            <a:custGeom>
              <a:avLst/>
              <a:gdLst>
                <a:gd name="T0" fmla="*/ 5 w 628"/>
                <a:gd name="T1" fmla="*/ 2 h 383"/>
                <a:gd name="T2" fmla="*/ 5 w 628"/>
                <a:gd name="T3" fmla="*/ 2 h 383"/>
                <a:gd name="T4" fmla="*/ 4 w 628"/>
                <a:gd name="T5" fmla="*/ 2 h 383"/>
                <a:gd name="T6" fmla="*/ 4 w 628"/>
                <a:gd name="T7" fmla="*/ 2 h 383"/>
                <a:gd name="T8" fmla="*/ 4 w 628"/>
                <a:gd name="T9" fmla="*/ 2 h 383"/>
                <a:gd name="T10" fmla="*/ 3 w 628"/>
                <a:gd name="T11" fmla="*/ 2 h 383"/>
                <a:gd name="T12" fmla="*/ 3 w 628"/>
                <a:gd name="T13" fmla="*/ 2 h 383"/>
                <a:gd name="T14" fmla="*/ 3 w 628"/>
                <a:gd name="T15" fmla="*/ 2 h 383"/>
                <a:gd name="T16" fmla="*/ 3 w 628"/>
                <a:gd name="T17" fmla="*/ 2 h 383"/>
                <a:gd name="T18" fmla="*/ 2 w 628"/>
                <a:gd name="T19" fmla="*/ 2 h 383"/>
                <a:gd name="T20" fmla="*/ 2 w 628"/>
                <a:gd name="T21" fmla="*/ 2 h 383"/>
                <a:gd name="T22" fmla="*/ 2 w 628"/>
                <a:gd name="T23" fmla="*/ 1 h 383"/>
                <a:gd name="T24" fmla="*/ 2 w 628"/>
                <a:gd name="T25" fmla="*/ 1 h 383"/>
                <a:gd name="T26" fmla="*/ 1 w 628"/>
                <a:gd name="T27" fmla="*/ 1 h 383"/>
                <a:gd name="T28" fmla="*/ 1 w 628"/>
                <a:gd name="T29" fmla="*/ 1 h 383"/>
                <a:gd name="T30" fmla="*/ 1 w 628"/>
                <a:gd name="T31" fmla="*/ 1 h 383"/>
                <a:gd name="T32" fmla="*/ 1 w 628"/>
                <a:gd name="T33" fmla="*/ 0 h 383"/>
                <a:gd name="T34" fmla="*/ 1 w 628"/>
                <a:gd name="T35" fmla="*/ 0 h 383"/>
                <a:gd name="T36" fmla="*/ 0 w 628"/>
                <a:gd name="T37" fmla="*/ 0 h 383"/>
                <a:gd name="T38" fmla="*/ 0 w 628"/>
                <a:gd name="T39" fmla="*/ 1 h 383"/>
                <a:gd name="T40" fmla="*/ 0 w 628"/>
                <a:gd name="T41" fmla="*/ 1 h 383"/>
                <a:gd name="T42" fmla="*/ 1 w 628"/>
                <a:gd name="T43" fmla="*/ 1 h 383"/>
                <a:gd name="T44" fmla="*/ 1 w 628"/>
                <a:gd name="T45" fmla="*/ 1 h 383"/>
                <a:gd name="T46" fmla="*/ 1 w 628"/>
                <a:gd name="T47" fmla="*/ 2 h 383"/>
                <a:gd name="T48" fmla="*/ 1 w 628"/>
                <a:gd name="T49" fmla="*/ 2 h 383"/>
                <a:gd name="T50" fmla="*/ 2 w 628"/>
                <a:gd name="T51" fmla="*/ 2 h 383"/>
                <a:gd name="T52" fmla="*/ 2 w 628"/>
                <a:gd name="T53" fmla="*/ 2 h 383"/>
                <a:gd name="T54" fmla="*/ 2 w 628"/>
                <a:gd name="T55" fmla="*/ 2 h 383"/>
                <a:gd name="T56" fmla="*/ 3 w 628"/>
                <a:gd name="T57" fmla="*/ 3 h 383"/>
                <a:gd name="T58" fmla="*/ 3 w 628"/>
                <a:gd name="T59" fmla="*/ 3 h 383"/>
                <a:gd name="T60" fmla="*/ 3 w 628"/>
                <a:gd name="T61" fmla="*/ 3 h 383"/>
                <a:gd name="T62" fmla="*/ 4 w 628"/>
                <a:gd name="T63" fmla="*/ 3 h 383"/>
                <a:gd name="T64" fmla="*/ 4 w 628"/>
                <a:gd name="T65" fmla="*/ 3 h 383"/>
                <a:gd name="T66" fmla="*/ 4 w 628"/>
                <a:gd name="T67" fmla="*/ 3 h 383"/>
                <a:gd name="T68" fmla="*/ 5 w 628"/>
                <a:gd name="T69" fmla="*/ 3 h 383"/>
                <a:gd name="T70" fmla="*/ 5 w 628"/>
                <a:gd name="T71" fmla="*/ 3 h 383"/>
                <a:gd name="T72" fmla="*/ 5 w 628"/>
                <a:gd name="T73" fmla="*/ 3 h 383"/>
                <a:gd name="T74" fmla="*/ 5 w 628"/>
                <a:gd name="T75" fmla="*/ 3 h 383"/>
                <a:gd name="T76" fmla="*/ 5 w 628"/>
                <a:gd name="T77" fmla="*/ 3 h 383"/>
                <a:gd name="T78" fmla="*/ 5 w 628"/>
                <a:gd name="T79" fmla="*/ 3 h 383"/>
                <a:gd name="T80" fmla="*/ 5 w 628"/>
                <a:gd name="T81" fmla="*/ 3 h 383"/>
                <a:gd name="T82" fmla="*/ 5 w 628"/>
                <a:gd name="T83" fmla="*/ 3 h 383"/>
                <a:gd name="T84" fmla="*/ 5 w 628"/>
                <a:gd name="T85" fmla="*/ 2 h 383"/>
                <a:gd name="T86" fmla="*/ 5 w 628"/>
                <a:gd name="T87" fmla="*/ 2 h 383"/>
                <a:gd name="T88" fmla="*/ 5 w 628"/>
                <a:gd name="T89" fmla="*/ 2 h 383"/>
                <a:gd name="T90" fmla="*/ 5 w 628"/>
                <a:gd name="T91" fmla="*/ 2 h 38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628"/>
                <a:gd name="T139" fmla="*/ 0 h 383"/>
                <a:gd name="T140" fmla="*/ 628 w 628"/>
                <a:gd name="T141" fmla="*/ 383 h 38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628" h="383">
                  <a:moveTo>
                    <a:pt x="581" y="289"/>
                  </a:moveTo>
                  <a:lnTo>
                    <a:pt x="582" y="289"/>
                  </a:lnTo>
                  <a:lnTo>
                    <a:pt x="541" y="287"/>
                  </a:lnTo>
                  <a:lnTo>
                    <a:pt x="500" y="283"/>
                  </a:lnTo>
                  <a:lnTo>
                    <a:pt x="462" y="276"/>
                  </a:lnTo>
                  <a:lnTo>
                    <a:pt x="424" y="268"/>
                  </a:lnTo>
                  <a:lnTo>
                    <a:pt x="389" y="255"/>
                  </a:lnTo>
                  <a:lnTo>
                    <a:pt x="352" y="242"/>
                  </a:lnTo>
                  <a:lnTo>
                    <a:pt x="320" y="227"/>
                  </a:lnTo>
                  <a:lnTo>
                    <a:pt x="287" y="209"/>
                  </a:lnTo>
                  <a:lnTo>
                    <a:pt x="255" y="189"/>
                  </a:lnTo>
                  <a:lnTo>
                    <a:pt x="226" y="168"/>
                  </a:lnTo>
                  <a:lnTo>
                    <a:pt x="198" y="145"/>
                  </a:lnTo>
                  <a:lnTo>
                    <a:pt x="172" y="119"/>
                  </a:lnTo>
                  <a:lnTo>
                    <a:pt x="146" y="92"/>
                  </a:lnTo>
                  <a:lnTo>
                    <a:pt x="122" y="64"/>
                  </a:lnTo>
                  <a:lnTo>
                    <a:pt x="100" y="33"/>
                  </a:lnTo>
                  <a:lnTo>
                    <a:pt x="82" y="0"/>
                  </a:lnTo>
                  <a:lnTo>
                    <a:pt x="0" y="47"/>
                  </a:lnTo>
                  <a:lnTo>
                    <a:pt x="23" y="85"/>
                  </a:lnTo>
                  <a:lnTo>
                    <a:pt x="49" y="120"/>
                  </a:lnTo>
                  <a:lnTo>
                    <a:pt x="76" y="153"/>
                  </a:lnTo>
                  <a:lnTo>
                    <a:pt x="104" y="185"/>
                  </a:lnTo>
                  <a:lnTo>
                    <a:pt x="137" y="215"/>
                  </a:lnTo>
                  <a:lnTo>
                    <a:pt x="170" y="241"/>
                  </a:lnTo>
                  <a:lnTo>
                    <a:pt x="204" y="267"/>
                  </a:lnTo>
                  <a:lnTo>
                    <a:pt x="240" y="289"/>
                  </a:lnTo>
                  <a:lnTo>
                    <a:pt x="277" y="309"/>
                  </a:lnTo>
                  <a:lnTo>
                    <a:pt x="317" y="329"/>
                  </a:lnTo>
                  <a:lnTo>
                    <a:pt x="358" y="344"/>
                  </a:lnTo>
                  <a:lnTo>
                    <a:pt x="400" y="357"/>
                  </a:lnTo>
                  <a:lnTo>
                    <a:pt x="444" y="367"/>
                  </a:lnTo>
                  <a:lnTo>
                    <a:pt x="488" y="374"/>
                  </a:lnTo>
                  <a:lnTo>
                    <a:pt x="534" y="380"/>
                  </a:lnTo>
                  <a:lnTo>
                    <a:pt x="580" y="383"/>
                  </a:lnTo>
                  <a:lnTo>
                    <a:pt x="581" y="383"/>
                  </a:lnTo>
                  <a:lnTo>
                    <a:pt x="580" y="383"/>
                  </a:lnTo>
                  <a:lnTo>
                    <a:pt x="600" y="379"/>
                  </a:lnTo>
                  <a:lnTo>
                    <a:pt x="615" y="369"/>
                  </a:lnTo>
                  <a:lnTo>
                    <a:pt x="624" y="353"/>
                  </a:lnTo>
                  <a:lnTo>
                    <a:pt x="628" y="337"/>
                  </a:lnTo>
                  <a:lnTo>
                    <a:pt x="625" y="319"/>
                  </a:lnTo>
                  <a:lnTo>
                    <a:pt x="617" y="304"/>
                  </a:lnTo>
                  <a:lnTo>
                    <a:pt x="602" y="294"/>
                  </a:lnTo>
                  <a:lnTo>
                    <a:pt x="582" y="289"/>
                  </a:lnTo>
                  <a:lnTo>
                    <a:pt x="581" y="28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1024" name="Freeform 30"/>
            <p:cNvSpPr>
              <a:spLocks/>
            </p:cNvSpPr>
            <p:nvPr/>
          </p:nvSpPr>
          <p:spPr bwMode="auto">
            <a:xfrm>
              <a:off x="1587" y="1880"/>
              <a:ext cx="85" cy="49"/>
            </a:xfrm>
            <a:custGeom>
              <a:avLst/>
              <a:gdLst>
                <a:gd name="T0" fmla="*/ 3 w 426"/>
                <a:gd name="T1" fmla="*/ 0 h 245"/>
                <a:gd name="T2" fmla="*/ 3 w 426"/>
                <a:gd name="T3" fmla="*/ 0 h 245"/>
                <a:gd name="T4" fmla="*/ 3 w 426"/>
                <a:gd name="T5" fmla="*/ 0 h 245"/>
                <a:gd name="T6" fmla="*/ 3 w 426"/>
                <a:gd name="T7" fmla="*/ 0 h 245"/>
                <a:gd name="T8" fmla="*/ 2 w 426"/>
                <a:gd name="T9" fmla="*/ 0 h 245"/>
                <a:gd name="T10" fmla="*/ 2 w 426"/>
                <a:gd name="T11" fmla="*/ 0 h 245"/>
                <a:gd name="T12" fmla="*/ 2 w 426"/>
                <a:gd name="T13" fmla="*/ 0 h 245"/>
                <a:gd name="T14" fmla="*/ 2 w 426"/>
                <a:gd name="T15" fmla="*/ 0 h 245"/>
                <a:gd name="T16" fmla="*/ 1 w 426"/>
                <a:gd name="T17" fmla="*/ 0 h 245"/>
                <a:gd name="T18" fmla="*/ 1 w 426"/>
                <a:gd name="T19" fmla="*/ 1 h 245"/>
                <a:gd name="T20" fmla="*/ 1 w 426"/>
                <a:gd name="T21" fmla="*/ 1 h 245"/>
                <a:gd name="T22" fmla="*/ 1 w 426"/>
                <a:gd name="T23" fmla="*/ 1 h 245"/>
                <a:gd name="T24" fmla="*/ 0 w 426"/>
                <a:gd name="T25" fmla="*/ 1 h 245"/>
                <a:gd name="T26" fmla="*/ 0 w 426"/>
                <a:gd name="T27" fmla="*/ 1 h 245"/>
                <a:gd name="T28" fmla="*/ 0 w 426"/>
                <a:gd name="T29" fmla="*/ 1 h 245"/>
                <a:gd name="T30" fmla="*/ 0 w 426"/>
                <a:gd name="T31" fmla="*/ 2 h 245"/>
                <a:gd name="T32" fmla="*/ 0 w 426"/>
                <a:gd name="T33" fmla="*/ 2 h 245"/>
                <a:gd name="T34" fmla="*/ 0 w 426"/>
                <a:gd name="T35" fmla="*/ 2 h 245"/>
                <a:gd name="T36" fmla="*/ 0 w 426"/>
                <a:gd name="T37" fmla="*/ 2 h 245"/>
                <a:gd name="T38" fmla="*/ 0 w 426"/>
                <a:gd name="T39" fmla="*/ 2 h 245"/>
                <a:gd name="T40" fmla="*/ 0 w 426"/>
                <a:gd name="T41" fmla="*/ 2 h 245"/>
                <a:gd name="T42" fmla="*/ 0 w 426"/>
                <a:gd name="T43" fmla="*/ 1 h 245"/>
                <a:gd name="T44" fmla="*/ 0 w 426"/>
                <a:gd name="T45" fmla="*/ 1 h 245"/>
                <a:gd name="T46" fmla="*/ 0 w 426"/>
                <a:gd name="T47" fmla="*/ 1 h 245"/>
                <a:gd name="T48" fmla="*/ 1 w 426"/>
                <a:gd name="T49" fmla="*/ 1 h 245"/>
                <a:gd name="T50" fmla="*/ 1 w 426"/>
                <a:gd name="T51" fmla="*/ 1 h 245"/>
                <a:gd name="T52" fmla="*/ 1 w 426"/>
                <a:gd name="T53" fmla="*/ 1 h 245"/>
                <a:gd name="T54" fmla="*/ 1 w 426"/>
                <a:gd name="T55" fmla="*/ 1 h 245"/>
                <a:gd name="T56" fmla="*/ 2 w 426"/>
                <a:gd name="T57" fmla="*/ 0 h 245"/>
                <a:gd name="T58" fmla="*/ 2 w 426"/>
                <a:gd name="T59" fmla="*/ 0 h 245"/>
                <a:gd name="T60" fmla="*/ 2 w 426"/>
                <a:gd name="T61" fmla="*/ 0 h 245"/>
                <a:gd name="T62" fmla="*/ 2 w 426"/>
                <a:gd name="T63" fmla="*/ 0 h 245"/>
                <a:gd name="T64" fmla="*/ 3 w 426"/>
                <a:gd name="T65" fmla="*/ 0 h 245"/>
                <a:gd name="T66" fmla="*/ 3 w 426"/>
                <a:gd name="T67" fmla="*/ 0 h 245"/>
                <a:gd name="T68" fmla="*/ 3 w 426"/>
                <a:gd name="T69" fmla="*/ 0 h 245"/>
                <a:gd name="T70" fmla="*/ 3 w 426"/>
                <a:gd name="T71" fmla="*/ 0 h 245"/>
                <a:gd name="T72" fmla="*/ 3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426" y="0"/>
                  </a:moveTo>
                  <a:lnTo>
                    <a:pt x="426" y="0"/>
                  </a:lnTo>
                  <a:lnTo>
                    <a:pt x="384" y="1"/>
                  </a:lnTo>
                  <a:lnTo>
                    <a:pt x="340" y="4"/>
                  </a:lnTo>
                  <a:lnTo>
                    <a:pt x="300" y="10"/>
                  </a:lnTo>
                  <a:lnTo>
                    <a:pt x="262" y="18"/>
                  </a:lnTo>
                  <a:lnTo>
                    <a:pt x="224" y="29"/>
                  </a:lnTo>
                  <a:lnTo>
                    <a:pt x="189" y="41"/>
                  </a:lnTo>
                  <a:lnTo>
                    <a:pt x="157" y="55"/>
                  </a:lnTo>
                  <a:lnTo>
                    <a:pt x="126" y="70"/>
                  </a:lnTo>
                  <a:lnTo>
                    <a:pt x="99" y="89"/>
                  </a:lnTo>
                  <a:lnTo>
                    <a:pt x="74" y="106"/>
                  </a:lnTo>
                  <a:lnTo>
                    <a:pt x="52" y="126"/>
                  </a:lnTo>
                  <a:lnTo>
                    <a:pt x="34" y="148"/>
                  </a:lnTo>
                  <a:lnTo>
                    <a:pt x="19" y="171"/>
                  </a:lnTo>
                  <a:lnTo>
                    <a:pt x="9" y="194"/>
                  </a:lnTo>
                  <a:lnTo>
                    <a:pt x="3" y="219"/>
                  </a:lnTo>
                  <a:lnTo>
                    <a:pt x="0" y="245"/>
                  </a:lnTo>
                  <a:lnTo>
                    <a:pt x="12" y="245"/>
                  </a:lnTo>
                  <a:lnTo>
                    <a:pt x="15" y="221"/>
                  </a:lnTo>
                  <a:lnTo>
                    <a:pt x="20" y="199"/>
                  </a:lnTo>
                  <a:lnTo>
                    <a:pt x="31" y="178"/>
                  </a:lnTo>
                  <a:lnTo>
                    <a:pt x="44" y="156"/>
                  </a:lnTo>
                  <a:lnTo>
                    <a:pt x="61" y="136"/>
                  </a:lnTo>
                  <a:lnTo>
                    <a:pt x="81" y="116"/>
                  </a:lnTo>
                  <a:lnTo>
                    <a:pt x="106" y="98"/>
                  </a:lnTo>
                  <a:lnTo>
                    <a:pt x="133" y="82"/>
                  </a:lnTo>
                  <a:lnTo>
                    <a:pt x="162" y="66"/>
                  </a:lnTo>
                  <a:lnTo>
                    <a:pt x="194" y="52"/>
                  </a:lnTo>
                  <a:lnTo>
                    <a:pt x="229" y="41"/>
                  </a:lnTo>
                  <a:lnTo>
                    <a:pt x="264" y="30"/>
                  </a:lnTo>
                  <a:lnTo>
                    <a:pt x="303" y="22"/>
                  </a:lnTo>
                  <a:lnTo>
                    <a:pt x="343" y="16"/>
                  </a:lnTo>
                  <a:lnTo>
                    <a:pt x="384" y="12"/>
                  </a:lnTo>
                  <a:lnTo>
                    <a:pt x="426" y="11"/>
                  </a:lnTo>
                  <a:lnTo>
                    <a:pt x="42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1025" name="Freeform 31"/>
            <p:cNvSpPr>
              <a:spLocks/>
            </p:cNvSpPr>
            <p:nvPr/>
          </p:nvSpPr>
          <p:spPr bwMode="auto">
            <a:xfrm>
              <a:off x="1587" y="1929"/>
              <a:ext cx="85" cy="49"/>
            </a:xfrm>
            <a:custGeom>
              <a:avLst/>
              <a:gdLst>
                <a:gd name="T0" fmla="*/ 0 w 426"/>
                <a:gd name="T1" fmla="*/ 0 h 245"/>
                <a:gd name="T2" fmla="*/ 0 w 426"/>
                <a:gd name="T3" fmla="*/ 0 h 245"/>
                <a:gd name="T4" fmla="*/ 0 w 426"/>
                <a:gd name="T5" fmla="*/ 0 h 245"/>
                <a:gd name="T6" fmla="*/ 0 w 426"/>
                <a:gd name="T7" fmla="*/ 0 h 245"/>
                <a:gd name="T8" fmla="*/ 0 w 426"/>
                <a:gd name="T9" fmla="*/ 1 h 245"/>
                <a:gd name="T10" fmla="*/ 0 w 426"/>
                <a:gd name="T11" fmla="*/ 1 h 245"/>
                <a:gd name="T12" fmla="*/ 0 w 426"/>
                <a:gd name="T13" fmla="*/ 1 h 245"/>
                <a:gd name="T14" fmla="*/ 1 w 426"/>
                <a:gd name="T15" fmla="*/ 1 h 245"/>
                <a:gd name="T16" fmla="*/ 1 w 426"/>
                <a:gd name="T17" fmla="*/ 1 h 245"/>
                <a:gd name="T18" fmla="*/ 1 w 426"/>
                <a:gd name="T19" fmla="*/ 1 h 245"/>
                <a:gd name="T20" fmla="*/ 1 w 426"/>
                <a:gd name="T21" fmla="*/ 2 h 245"/>
                <a:gd name="T22" fmla="*/ 2 w 426"/>
                <a:gd name="T23" fmla="*/ 2 h 245"/>
                <a:gd name="T24" fmla="*/ 2 w 426"/>
                <a:gd name="T25" fmla="*/ 2 h 245"/>
                <a:gd name="T26" fmla="*/ 2 w 426"/>
                <a:gd name="T27" fmla="*/ 2 h 245"/>
                <a:gd name="T28" fmla="*/ 2 w 426"/>
                <a:gd name="T29" fmla="*/ 2 h 245"/>
                <a:gd name="T30" fmla="*/ 3 w 426"/>
                <a:gd name="T31" fmla="*/ 2 h 245"/>
                <a:gd name="T32" fmla="*/ 3 w 426"/>
                <a:gd name="T33" fmla="*/ 2 h 245"/>
                <a:gd name="T34" fmla="*/ 3 w 426"/>
                <a:gd name="T35" fmla="*/ 2 h 245"/>
                <a:gd name="T36" fmla="*/ 3 w 426"/>
                <a:gd name="T37" fmla="*/ 2 h 245"/>
                <a:gd name="T38" fmla="*/ 3 w 426"/>
                <a:gd name="T39" fmla="*/ 2 h 245"/>
                <a:gd name="T40" fmla="*/ 3 w 426"/>
                <a:gd name="T41" fmla="*/ 2 h 245"/>
                <a:gd name="T42" fmla="*/ 2 w 426"/>
                <a:gd name="T43" fmla="*/ 2 h 245"/>
                <a:gd name="T44" fmla="*/ 2 w 426"/>
                <a:gd name="T45" fmla="*/ 2 h 245"/>
                <a:gd name="T46" fmla="*/ 2 w 426"/>
                <a:gd name="T47" fmla="*/ 2 h 245"/>
                <a:gd name="T48" fmla="*/ 2 w 426"/>
                <a:gd name="T49" fmla="*/ 2 h 245"/>
                <a:gd name="T50" fmla="*/ 1 w 426"/>
                <a:gd name="T51" fmla="*/ 1 h 245"/>
                <a:gd name="T52" fmla="*/ 1 w 426"/>
                <a:gd name="T53" fmla="*/ 1 h 245"/>
                <a:gd name="T54" fmla="*/ 1 w 426"/>
                <a:gd name="T55" fmla="*/ 1 h 245"/>
                <a:gd name="T56" fmla="*/ 1 w 426"/>
                <a:gd name="T57" fmla="*/ 1 h 245"/>
                <a:gd name="T58" fmla="*/ 0 w 426"/>
                <a:gd name="T59" fmla="*/ 1 h 245"/>
                <a:gd name="T60" fmla="*/ 0 w 426"/>
                <a:gd name="T61" fmla="*/ 1 h 245"/>
                <a:gd name="T62" fmla="*/ 0 w 426"/>
                <a:gd name="T63" fmla="*/ 1 h 245"/>
                <a:gd name="T64" fmla="*/ 0 w 426"/>
                <a:gd name="T65" fmla="*/ 0 h 245"/>
                <a:gd name="T66" fmla="*/ 0 w 426"/>
                <a:gd name="T67" fmla="*/ 0 h 245"/>
                <a:gd name="T68" fmla="*/ 0 w 426"/>
                <a:gd name="T69" fmla="*/ 0 h 245"/>
                <a:gd name="T70" fmla="*/ 0 w 426"/>
                <a:gd name="T71" fmla="*/ 0 h 245"/>
                <a:gd name="T72" fmla="*/ 0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0" y="0"/>
                  </a:moveTo>
                  <a:lnTo>
                    <a:pt x="0" y="0"/>
                  </a:lnTo>
                  <a:lnTo>
                    <a:pt x="3" y="25"/>
                  </a:lnTo>
                  <a:lnTo>
                    <a:pt x="9" y="50"/>
                  </a:lnTo>
                  <a:lnTo>
                    <a:pt x="19" y="73"/>
                  </a:lnTo>
                  <a:lnTo>
                    <a:pt x="34" y="96"/>
                  </a:lnTo>
                  <a:lnTo>
                    <a:pt x="52" y="118"/>
                  </a:lnTo>
                  <a:lnTo>
                    <a:pt x="74" y="138"/>
                  </a:lnTo>
                  <a:lnTo>
                    <a:pt x="99" y="156"/>
                  </a:lnTo>
                  <a:lnTo>
                    <a:pt x="126" y="174"/>
                  </a:lnTo>
                  <a:lnTo>
                    <a:pt x="157" y="190"/>
                  </a:lnTo>
                  <a:lnTo>
                    <a:pt x="189" y="204"/>
                  </a:lnTo>
                  <a:lnTo>
                    <a:pt x="224" y="215"/>
                  </a:lnTo>
                  <a:lnTo>
                    <a:pt x="262" y="226"/>
                  </a:lnTo>
                  <a:lnTo>
                    <a:pt x="300" y="234"/>
                  </a:lnTo>
                  <a:lnTo>
                    <a:pt x="340" y="240"/>
                  </a:lnTo>
                  <a:lnTo>
                    <a:pt x="384" y="244"/>
                  </a:lnTo>
                  <a:lnTo>
                    <a:pt x="426" y="245"/>
                  </a:lnTo>
                  <a:lnTo>
                    <a:pt x="426" y="233"/>
                  </a:lnTo>
                  <a:lnTo>
                    <a:pt x="384" y="232"/>
                  </a:lnTo>
                  <a:lnTo>
                    <a:pt x="343" y="228"/>
                  </a:lnTo>
                  <a:lnTo>
                    <a:pt x="303" y="222"/>
                  </a:lnTo>
                  <a:lnTo>
                    <a:pt x="264" y="214"/>
                  </a:lnTo>
                  <a:lnTo>
                    <a:pt x="229" y="204"/>
                  </a:lnTo>
                  <a:lnTo>
                    <a:pt x="194" y="192"/>
                  </a:lnTo>
                  <a:lnTo>
                    <a:pt x="162" y="178"/>
                  </a:lnTo>
                  <a:lnTo>
                    <a:pt x="133" y="163"/>
                  </a:lnTo>
                  <a:lnTo>
                    <a:pt x="106" y="146"/>
                  </a:lnTo>
                  <a:lnTo>
                    <a:pt x="81" y="129"/>
                  </a:lnTo>
                  <a:lnTo>
                    <a:pt x="61" y="109"/>
                  </a:lnTo>
                  <a:lnTo>
                    <a:pt x="44" y="89"/>
                  </a:lnTo>
                  <a:lnTo>
                    <a:pt x="31" y="66"/>
                  </a:lnTo>
                  <a:lnTo>
                    <a:pt x="20" y="45"/>
                  </a:lnTo>
                  <a:lnTo>
                    <a:pt x="15" y="2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1026" name="Freeform 32"/>
            <p:cNvSpPr>
              <a:spLocks/>
            </p:cNvSpPr>
            <p:nvPr/>
          </p:nvSpPr>
          <p:spPr bwMode="auto">
            <a:xfrm>
              <a:off x="878" y="1448"/>
              <a:ext cx="792" cy="954"/>
            </a:xfrm>
            <a:custGeom>
              <a:avLst/>
              <a:gdLst>
                <a:gd name="T0" fmla="*/ 13 w 3960"/>
                <a:gd name="T1" fmla="*/ 38 h 4768"/>
                <a:gd name="T2" fmla="*/ 14 w 3960"/>
                <a:gd name="T3" fmla="*/ 38 h 4768"/>
                <a:gd name="T4" fmla="*/ 15 w 3960"/>
                <a:gd name="T5" fmla="*/ 38 h 4768"/>
                <a:gd name="T6" fmla="*/ 15 w 3960"/>
                <a:gd name="T7" fmla="*/ 38 h 4768"/>
                <a:gd name="T8" fmla="*/ 16 w 3960"/>
                <a:gd name="T9" fmla="*/ 38 h 4768"/>
                <a:gd name="T10" fmla="*/ 17 w 3960"/>
                <a:gd name="T11" fmla="*/ 38 h 4768"/>
                <a:gd name="T12" fmla="*/ 17 w 3960"/>
                <a:gd name="T13" fmla="*/ 38 h 4768"/>
                <a:gd name="T14" fmla="*/ 18 w 3960"/>
                <a:gd name="T15" fmla="*/ 38 h 4768"/>
                <a:gd name="T16" fmla="*/ 18 w 3960"/>
                <a:gd name="T17" fmla="*/ 38 h 4768"/>
                <a:gd name="T18" fmla="*/ 29 w 3960"/>
                <a:gd name="T19" fmla="*/ 30 h 4768"/>
                <a:gd name="T20" fmla="*/ 30 w 3960"/>
                <a:gd name="T21" fmla="*/ 30 h 4768"/>
                <a:gd name="T22" fmla="*/ 30 w 3960"/>
                <a:gd name="T23" fmla="*/ 29 h 4768"/>
                <a:gd name="T24" fmla="*/ 31 w 3960"/>
                <a:gd name="T25" fmla="*/ 28 h 4768"/>
                <a:gd name="T26" fmla="*/ 31 w 3960"/>
                <a:gd name="T27" fmla="*/ 28 h 4768"/>
                <a:gd name="T28" fmla="*/ 31 w 3960"/>
                <a:gd name="T29" fmla="*/ 27 h 4768"/>
                <a:gd name="T30" fmla="*/ 32 w 3960"/>
                <a:gd name="T31" fmla="*/ 26 h 4768"/>
                <a:gd name="T32" fmla="*/ 32 w 3960"/>
                <a:gd name="T33" fmla="*/ 25 h 4768"/>
                <a:gd name="T34" fmla="*/ 32 w 3960"/>
                <a:gd name="T35" fmla="*/ 11 h 4768"/>
                <a:gd name="T36" fmla="*/ 32 w 3960"/>
                <a:gd name="T37" fmla="*/ 10 h 4768"/>
                <a:gd name="T38" fmla="*/ 31 w 3960"/>
                <a:gd name="T39" fmla="*/ 9 h 4768"/>
                <a:gd name="T40" fmla="*/ 31 w 3960"/>
                <a:gd name="T41" fmla="*/ 9 h 4768"/>
                <a:gd name="T42" fmla="*/ 31 w 3960"/>
                <a:gd name="T43" fmla="*/ 8 h 4768"/>
                <a:gd name="T44" fmla="*/ 31 w 3960"/>
                <a:gd name="T45" fmla="*/ 8 h 4768"/>
                <a:gd name="T46" fmla="*/ 30 w 3960"/>
                <a:gd name="T47" fmla="*/ 7 h 4768"/>
                <a:gd name="T48" fmla="*/ 30 w 3960"/>
                <a:gd name="T49" fmla="*/ 7 h 4768"/>
                <a:gd name="T50" fmla="*/ 29 w 3960"/>
                <a:gd name="T51" fmla="*/ 6 h 4768"/>
                <a:gd name="T52" fmla="*/ 19 w 3960"/>
                <a:gd name="T53" fmla="*/ 1 h 4768"/>
                <a:gd name="T54" fmla="*/ 18 w 3960"/>
                <a:gd name="T55" fmla="*/ 0 h 4768"/>
                <a:gd name="T56" fmla="*/ 17 w 3960"/>
                <a:gd name="T57" fmla="*/ 0 h 4768"/>
                <a:gd name="T58" fmla="*/ 17 w 3960"/>
                <a:gd name="T59" fmla="*/ 0 h 4768"/>
                <a:gd name="T60" fmla="*/ 16 w 3960"/>
                <a:gd name="T61" fmla="*/ 0 h 4768"/>
                <a:gd name="T62" fmla="*/ 15 w 3960"/>
                <a:gd name="T63" fmla="*/ 0 h 4768"/>
                <a:gd name="T64" fmla="*/ 14 w 3960"/>
                <a:gd name="T65" fmla="*/ 0 h 4768"/>
                <a:gd name="T66" fmla="*/ 14 w 3960"/>
                <a:gd name="T67" fmla="*/ 0 h 4768"/>
                <a:gd name="T68" fmla="*/ 2 w 3960"/>
                <a:gd name="T69" fmla="*/ 6 h 4768"/>
                <a:gd name="T70" fmla="*/ 2 w 3960"/>
                <a:gd name="T71" fmla="*/ 7 h 4768"/>
                <a:gd name="T72" fmla="*/ 1 w 3960"/>
                <a:gd name="T73" fmla="*/ 7 h 4768"/>
                <a:gd name="T74" fmla="*/ 1 w 3960"/>
                <a:gd name="T75" fmla="*/ 8 h 4768"/>
                <a:gd name="T76" fmla="*/ 1 w 3960"/>
                <a:gd name="T77" fmla="*/ 8 h 4768"/>
                <a:gd name="T78" fmla="*/ 0 w 3960"/>
                <a:gd name="T79" fmla="*/ 9 h 4768"/>
                <a:gd name="T80" fmla="*/ 0 w 3960"/>
                <a:gd name="T81" fmla="*/ 9 h 4768"/>
                <a:gd name="T82" fmla="*/ 0 w 3960"/>
                <a:gd name="T83" fmla="*/ 10 h 4768"/>
                <a:gd name="T84" fmla="*/ 0 w 3960"/>
                <a:gd name="T85" fmla="*/ 11 h 4768"/>
                <a:gd name="T86" fmla="*/ 0 w 3960"/>
                <a:gd name="T87" fmla="*/ 25 h 4768"/>
                <a:gd name="T88" fmla="*/ 0 w 3960"/>
                <a:gd name="T89" fmla="*/ 26 h 4768"/>
                <a:gd name="T90" fmla="*/ 0 w 3960"/>
                <a:gd name="T91" fmla="*/ 27 h 4768"/>
                <a:gd name="T92" fmla="*/ 1 w 3960"/>
                <a:gd name="T93" fmla="*/ 28 h 4768"/>
                <a:gd name="T94" fmla="*/ 1 w 3960"/>
                <a:gd name="T95" fmla="*/ 29 h 4768"/>
                <a:gd name="T96" fmla="*/ 1 w 3960"/>
                <a:gd name="T97" fmla="*/ 29 h 4768"/>
                <a:gd name="T98" fmla="*/ 2 w 3960"/>
                <a:gd name="T99" fmla="*/ 30 h 4768"/>
                <a:gd name="T100" fmla="*/ 3 w 3960"/>
                <a:gd name="T101" fmla="*/ 31 h 4768"/>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w 3960"/>
                <a:gd name="T154" fmla="*/ 0 h 4768"/>
                <a:gd name="T155" fmla="*/ 3960 w 3960"/>
                <a:gd name="T156" fmla="*/ 4768 h 4768"/>
              </a:gdLst>
              <a:ahLst/>
              <a:cxnLst>
                <a:cxn ang="T102">
                  <a:pos x="T0" y="T1"/>
                </a:cxn>
                <a:cxn ang="T103">
                  <a:pos x="T2" y="T3"/>
                </a:cxn>
                <a:cxn ang="T104">
                  <a:pos x="T4" y="T5"/>
                </a:cxn>
                <a:cxn ang="T105">
                  <a:pos x="T6" y="T7"/>
                </a:cxn>
                <a:cxn ang="T106">
                  <a:pos x="T8" y="T9"/>
                </a:cxn>
                <a:cxn ang="T107">
                  <a:pos x="T10" y="T11"/>
                </a:cxn>
                <a:cxn ang="T108">
                  <a:pos x="T12" y="T13"/>
                </a:cxn>
                <a:cxn ang="T109">
                  <a:pos x="T14" y="T15"/>
                </a:cxn>
                <a:cxn ang="T110">
                  <a:pos x="T16" y="T17"/>
                </a:cxn>
                <a:cxn ang="T111">
                  <a:pos x="T18" y="T19"/>
                </a:cxn>
                <a:cxn ang="T112">
                  <a:pos x="T20" y="T21"/>
                </a:cxn>
                <a:cxn ang="T113">
                  <a:pos x="T22" y="T23"/>
                </a:cxn>
                <a:cxn ang="T114">
                  <a:pos x="T24" y="T25"/>
                </a:cxn>
                <a:cxn ang="T115">
                  <a:pos x="T26" y="T27"/>
                </a:cxn>
                <a:cxn ang="T116">
                  <a:pos x="T28" y="T29"/>
                </a:cxn>
                <a:cxn ang="T117">
                  <a:pos x="T30" y="T31"/>
                </a:cxn>
                <a:cxn ang="T118">
                  <a:pos x="T32" y="T33"/>
                </a:cxn>
                <a:cxn ang="T119">
                  <a:pos x="T34" y="T35"/>
                </a:cxn>
                <a:cxn ang="T120">
                  <a:pos x="T36" y="T37"/>
                </a:cxn>
                <a:cxn ang="T121">
                  <a:pos x="T38" y="T39"/>
                </a:cxn>
                <a:cxn ang="T122">
                  <a:pos x="T40" y="T41"/>
                </a:cxn>
                <a:cxn ang="T123">
                  <a:pos x="T42" y="T43"/>
                </a:cxn>
                <a:cxn ang="T124">
                  <a:pos x="T44" y="T45"/>
                </a:cxn>
                <a:cxn ang="T125">
                  <a:pos x="T46" y="T47"/>
                </a:cxn>
                <a:cxn ang="T126">
                  <a:pos x="T48" y="T49"/>
                </a:cxn>
                <a:cxn ang="T127">
                  <a:pos x="T50" y="T51"/>
                </a:cxn>
                <a:cxn ang="T128">
                  <a:pos x="T52" y="T53"/>
                </a:cxn>
                <a:cxn ang="T129">
                  <a:pos x="T54" y="T55"/>
                </a:cxn>
                <a:cxn ang="T130">
                  <a:pos x="T56" y="T57"/>
                </a:cxn>
                <a:cxn ang="T131">
                  <a:pos x="T58" y="T59"/>
                </a:cxn>
                <a:cxn ang="T132">
                  <a:pos x="T60" y="T61"/>
                </a:cxn>
                <a:cxn ang="T133">
                  <a:pos x="T62" y="T63"/>
                </a:cxn>
                <a:cxn ang="T134">
                  <a:pos x="T64" y="T65"/>
                </a:cxn>
                <a:cxn ang="T135">
                  <a:pos x="T66" y="T67"/>
                </a:cxn>
                <a:cxn ang="T136">
                  <a:pos x="T68" y="T69"/>
                </a:cxn>
                <a:cxn ang="T137">
                  <a:pos x="T70" y="T71"/>
                </a:cxn>
                <a:cxn ang="T138">
                  <a:pos x="T72" y="T73"/>
                </a:cxn>
                <a:cxn ang="T139">
                  <a:pos x="T74" y="T75"/>
                </a:cxn>
                <a:cxn ang="T140">
                  <a:pos x="T76" y="T77"/>
                </a:cxn>
                <a:cxn ang="T141">
                  <a:pos x="T78" y="T79"/>
                </a:cxn>
                <a:cxn ang="T142">
                  <a:pos x="T80" y="T81"/>
                </a:cxn>
                <a:cxn ang="T143">
                  <a:pos x="T82" y="T83"/>
                </a:cxn>
                <a:cxn ang="T144">
                  <a:pos x="T84" y="T85"/>
                </a:cxn>
                <a:cxn ang="T145">
                  <a:pos x="T86" y="T87"/>
                </a:cxn>
                <a:cxn ang="T146">
                  <a:pos x="T88" y="T89"/>
                </a:cxn>
                <a:cxn ang="T147">
                  <a:pos x="T90" y="T91"/>
                </a:cxn>
                <a:cxn ang="T148">
                  <a:pos x="T92" y="T93"/>
                </a:cxn>
                <a:cxn ang="T149">
                  <a:pos x="T94" y="T95"/>
                </a:cxn>
                <a:cxn ang="T150">
                  <a:pos x="T96" y="T97"/>
                </a:cxn>
                <a:cxn ang="T151">
                  <a:pos x="T98" y="T99"/>
                </a:cxn>
                <a:cxn ang="T152">
                  <a:pos x="T100" y="T101"/>
                </a:cxn>
              </a:cxnLst>
              <a:rect l="T153" t="T154" r="T155" b="T156"/>
              <a:pathLst>
                <a:path w="3960" h="4768">
                  <a:moveTo>
                    <a:pt x="353" y="3849"/>
                  </a:moveTo>
                  <a:lnTo>
                    <a:pt x="1661" y="4700"/>
                  </a:lnTo>
                  <a:lnTo>
                    <a:pt x="1697" y="4717"/>
                  </a:lnTo>
                  <a:lnTo>
                    <a:pt x="1736" y="4731"/>
                  </a:lnTo>
                  <a:lnTo>
                    <a:pt x="1776" y="4742"/>
                  </a:lnTo>
                  <a:lnTo>
                    <a:pt x="1818" y="4753"/>
                  </a:lnTo>
                  <a:lnTo>
                    <a:pt x="1860" y="4760"/>
                  </a:lnTo>
                  <a:lnTo>
                    <a:pt x="1902" y="4765"/>
                  </a:lnTo>
                  <a:lnTo>
                    <a:pt x="1946" y="4768"/>
                  </a:lnTo>
                  <a:lnTo>
                    <a:pt x="1988" y="4768"/>
                  </a:lnTo>
                  <a:lnTo>
                    <a:pt x="2031" y="4767"/>
                  </a:lnTo>
                  <a:lnTo>
                    <a:pt x="2073" y="4763"/>
                  </a:lnTo>
                  <a:lnTo>
                    <a:pt x="2114" y="4758"/>
                  </a:lnTo>
                  <a:lnTo>
                    <a:pt x="2154" y="4751"/>
                  </a:lnTo>
                  <a:lnTo>
                    <a:pt x="2193" y="4740"/>
                  </a:lnTo>
                  <a:lnTo>
                    <a:pt x="2230" y="4729"/>
                  </a:lnTo>
                  <a:lnTo>
                    <a:pt x="2264" y="4715"/>
                  </a:lnTo>
                  <a:lnTo>
                    <a:pt x="2297" y="4700"/>
                  </a:lnTo>
                  <a:lnTo>
                    <a:pt x="3639" y="3825"/>
                  </a:lnTo>
                  <a:lnTo>
                    <a:pt x="3673" y="3795"/>
                  </a:lnTo>
                  <a:lnTo>
                    <a:pt x="3707" y="3761"/>
                  </a:lnTo>
                  <a:lnTo>
                    <a:pt x="3738" y="3725"/>
                  </a:lnTo>
                  <a:lnTo>
                    <a:pt x="3768" y="3685"/>
                  </a:lnTo>
                  <a:lnTo>
                    <a:pt x="3796" y="3644"/>
                  </a:lnTo>
                  <a:lnTo>
                    <a:pt x="3821" y="3599"/>
                  </a:lnTo>
                  <a:lnTo>
                    <a:pt x="3846" y="3553"/>
                  </a:lnTo>
                  <a:lnTo>
                    <a:pt x="3868" y="3505"/>
                  </a:lnTo>
                  <a:lnTo>
                    <a:pt x="3888" y="3456"/>
                  </a:lnTo>
                  <a:lnTo>
                    <a:pt x="3907" y="3406"/>
                  </a:lnTo>
                  <a:lnTo>
                    <a:pt x="3922" y="3354"/>
                  </a:lnTo>
                  <a:lnTo>
                    <a:pt x="3935" y="3303"/>
                  </a:lnTo>
                  <a:lnTo>
                    <a:pt x="3946" y="3250"/>
                  </a:lnTo>
                  <a:lnTo>
                    <a:pt x="3953" y="3197"/>
                  </a:lnTo>
                  <a:lnTo>
                    <a:pt x="3957" y="3144"/>
                  </a:lnTo>
                  <a:lnTo>
                    <a:pt x="3960" y="3092"/>
                  </a:lnTo>
                  <a:lnTo>
                    <a:pt x="3959" y="1313"/>
                  </a:lnTo>
                  <a:lnTo>
                    <a:pt x="3955" y="1271"/>
                  </a:lnTo>
                  <a:lnTo>
                    <a:pt x="3949" y="1229"/>
                  </a:lnTo>
                  <a:lnTo>
                    <a:pt x="3941" y="1189"/>
                  </a:lnTo>
                  <a:lnTo>
                    <a:pt x="3930" y="1149"/>
                  </a:lnTo>
                  <a:lnTo>
                    <a:pt x="3918" y="1111"/>
                  </a:lnTo>
                  <a:lnTo>
                    <a:pt x="3902" y="1075"/>
                  </a:lnTo>
                  <a:lnTo>
                    <a:pt x="3886" y="1040"/>
                  </a:lnTo>
                  <a:lnTo>
                    <a:pt x="3867" y="1006"/>
                  </a:lnTo>
                  <a:lnTo>
                    <a:pt x="3846" y="973"/>
                  </a:lnTo>
                  <a:lnTo>
                    <a:pt x="3823" y="942"/>
                  </a:lnTo>
                  <a:lnTo>
                    <a:pt x="3798" y="913"/>
                  </a:lnTo>
                  <a:lnTo>
                    <a:pt x="3771" y="886"/>
                  </a:lnTo>
                  <a:lnTo>
                    <a:pt x="3743" y="860"/>
                  </a:lnTo>
                  <a:lnTo>
                    <a:pt x="3714" y="837"/>
                  </a:lnTo>
                  <a:lnTo>
                    <a:pt x="3682" y="816"/>
                  </a:lnTo>
                  <a:lnTo>
                    <a:pt x="3649" y="796"/>
                  </a:lnTo>
                  <a:lnTo>
                    <a:pt x="2386" y="83"/>
                  </a:lnTo>
                  <a:lnTo>
                    <a:pt x="2350" y="65"/>
                  </a:lnTo>
                  <a:lnTo>
                    <a:pt x="2310" y="50"/>
                  </a:lnTo>
                  <a:lnTo>
                    <a:pt x="2268" y="36"/>
                  </a:lnTo>
                  <a:lnTo>
                    <a:pt x="2223" y="24"/>
                  </a:lnTo>
                  <a:lnTo>
                    <a:pt x="2178" y="15"/>
                  </a:lnTo>
                  <a:lnTo>
                    <a:pt x="2131" y="8"/>
                  </a:lnTo>
                  <a:lnTo>
                    <a:pt x="2082" y="3"/>
                  </a:lnTo>
                  <a:lnTo>
                    <a:pt x="2032" y="0"/>
                  </a:lnTo>
                  <a:lnTo>
                    <a:pt x="1982" y="1"/>
                  </a:lnTo>
                  <a:lnTo>
                    <a:pt x="1933" y="3"/>
                  </a:lnTo>
                  <a:lnTo>
                    <a:pt x="1882" y="9"/>
                  </a:lnTo>
                  <a:lnTo>
                    <a:pt x="1833" y="17"/>
                  </a:lnTo>
                  <a:lnTo>
                    <a:pt x="1785" y="29"/>
                  </a:lnTo>
                  <a:lnTo>
                    <a:pt x="1737" y="43"/>
                  </a:lnTo>
                  <a:lnTo>
                    <a:pt x="1691" y="62"/>
                  </a:lnTo>
                  <a:lnTo>
                    <a:pt x="1647" y="83"/>
                  </a:lnTo>
                  <a:lnTo>
                    <a:pt x="311" y="782"/>
                  </a:lnTo>
                  <a:lnTo>
                    <a:pt x="276" y="803"/>
                  </a:lnTo>
                  <a:lnTo>
                    <a:pt x="243" y="826"/>
                  </a:lnTo>
                  <a:lnTo>
                    <a:pt x="213" y="852"/>
                  </a:lnTo>
                  <a:lnTo>
                    <a:pt x="184" y="879"/>
                  </a:lnTo>
                  <a:lnTo>
                    <a:pt x="155" y="908"/>
                  </a:lnTo>
                  <a:lnTo>
                    <a:pt x="131" y="939"/>
                  </a:lnTo>
                  <a:lnTo>
                    <a:pt x="107" y="971"/>
                  </a:lnTo>
                  <a:lnTo>
                    <a:pt x="86" y="1005"/>
                  </a:lnTo>
                  <a:lnTo>
                    <a:pt x="68" y="1040"/>
                  </a:lnTo>
                  <a:lnTo>
                    <a:pt x="50" y="1076"/>
                  </a:lnTo>
                  <a:lnTo>
                    <a:pt x="36" y="1115"/>
                  </a:lnTo>
                  <a:lnTo>
                    <a:pt x="23" y="1153"/>
                  </a:lnTo>
                  <a:lnTo>
                    <a:pt x="14" y="1195"/>
                  </a:lnTo>
                  <a:lnTo>
                    <a:pt x="7" y="1236"/>
                  </a:lnTo>
                  <a:lnTo>
                    <a:pt x="2" y="1279"/>
                  </a:lnTo>
                  <a:lnTo>
                    <a:pt x="0" y="1322"/>
                  </a:lnTo>
                  <a:lnTo>
                    <a:pt x="0" y="3093"/>
                  </a:lnTo>
                  <a:lnTo>
                    <a:pt x="2" y="3147"/>
                  </a:lnTo>
                  <a:lnTo>
                    <a:pt x="7" y="3202"/>
                  </a:lnTo>
                  <a:lnTo>
                    <a:pt x="15" y="3257"/>
                  </a:lnTo>
                  <a:lnTo>
                    <a:pt x="27" y="3312"/>
                  </a:lnTo>
                  <a:lnTo>
                    <a:pt x="42" y="3366"/>
                  </a:lnTo>
                  <a:lnTo>
                    <a:pt x="59" y="3420"/>
                  </a:lnTo>
                  <a:lnTo>
                    <a:pt x="79" y="3474"/>
                  </a:lnTo>
                  <a:lnTo>
                    <a:pt x="102" y="3525"/>
                  </a:lnTo>
                  <a:lnTo>
                    <a:pt x="127" y="3576"/>
                  </a:lnTo>
                  <a:lnTo>
                    <a:pt x="154" y="3624"/>
                  </a:lnTo>
                  <a:lnTo>
                    <a:pt x="184" y="3670"/>
                  </a:lnTo>
                  <a:lnTo>
                    <a:pt x="214" y="3712"/>
                  </a:lnTo>
                  <a:lnTo>
                    <a:pt x="247" y="3752"/>
                  </a:lnTo>
                  <a:lnTo>
                    <a:pt x="281" y="3788"/>
                  </a:lnTo>
                  <a:lnTo>
                    <a:pt x="317" y="3821"/>
                  </a:lnTo>
                  <a:lnTo>
                    <a:pt x="353" y="384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1027" name="Freeform 33"/>
            <p:cNvSpPr>
              <a:spLocks/>
            </p:cNvSpPr>
            <p:nvPr/>
          </p:nvSpPr>
          <p:spPr bwMode="auto">
            <a:xfrm>
              <a:off x="943" y="2210"/>
              <a:ext cx="276" cy="187"/>
            </a:xfrm>
            <a:custGeom>
              <a:avLst/>
              <a:gdLst>
                <a:gd name="T0" fmla="*/ 11 w 1380"/>
                <a:gd name="T1" fmla="*/ 7 h 937"/>
                <a:gd name="T2" fmla="*/ 11 w 1380"/>
                <a:gd name="T3" fmla="*/ 7 h 937"/>
                <a:gd name="T4" fmla="*/ 0 w 1380"/>
                <a:gd name="T5" fmla="*/ 0 h 937"/>
                <a:gd name="T6" fmla="*/ 0 w 1380"/>
                <a:gd name="T7" fmla="*/ 1 h 937"/>
                <a:gd name="T8" fmla="*/ 10 w 1380"/>
                <a:gd name="T9" fmla="*/ 7 h 937"/>
                <a:gd name="T10" fmla="*/ 10 w 1380"/>
                <a:gd name="T11" fmla="*/ 7 h 937"/>
                <a:gd name="T12" fmla="*/ 10 w 1380"/>
                <a:gd name="T13" fmla="*/ 7 h 937"/>
                <a:gd name="T14" fmla="*/ 11 w 1380"/>
                <a:gd name="T15" fmla="*/ 7 h 937"/>
                <a:gd name="T16" fmla="*/ 11 w 1380"/>
                <a:gd name="T17" fmla="*/ 7 h 937"/>
                <a:gd name="T18" fmla="*/ 11 w 1380"/>
                <a:gd name="T19" fmla="*/ 7 h 937"/>
                <a:gd name="T20" fmla="*/ 11 w 1380"/>
                <a:gd name="T21" fmla="*/ 7 h 937"/>
                <a:gd name="T22" fmla="*/ 11 w 1380"/>
                <a:gd name="T23" fmla="*/ 7 h 937"/>
                <a:gd name="T24" fmla="*/ 11 w 1380"/>
                <a:gd name="T25" fmla="*/ 7 h 937"/>
                <a:gd name="T26" fmla="*/ 11 w 1380"/>
                <a:gd name="T27" fmla="*/ 7 h 937"/>
                <a:gd name="T28" fmla="*/ 11 w 1380"/>
                <a:gd name="T29" fmla="*/ 7 h 937"/>
                <a:gd name="T30" fmla="*/ 11 w 1380"/>
                <a:gd name="T31" fmla="*/ 7 h 93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80"/>
                <a:gd name="T49" fmla="*/ 0 h 937"/>
                <a:gd name="T50" fmla="*/ 1380 w 1380"/>
                <a:gd name="T51" fmla="*/ 937 h 93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80" h="937">
                  <a:moveTo>
                    <a:pt x="1354" y="848"/>
                  </a:moveTo>
                  <a:lnTo>
                    <a:pt x="1359" y="851"/>
                  </a:lnTo>
                  <a:lnTo>
                    <a:pt x="51" y="0"/>
                  </a:lnTo>
                  <a:lnTo>
                    <a:pt x="0" y="78"/>
                  </a:lnTo>
                  <a:lnTo>
                    <a:pt x="1307" y="929"/>
                  </a:lnTo>
                  <a:lnTo>
                    <a:pt x="1312" y="932"/>
                  </a:lnTo>
                  <a:lnTo>
                    <a:pt x="1307" y="929"/>
                  </a:lnTo>
                  <a:lnTo>
                    <a:pt x="1326" y="937"/>
                  </a:lnTo>
                  <a:lnTo>
                    <a:pt x="1345" y="936"/>
                  </a:lnTo>
                  <a:lnTo>
                    <a:pt x="1360" y="929"/>
                  </a:lnTo>
                  <a:lnTo>
                    <a:pt x="1372" y="916"/>
                  </a:lnTo>
                  <a:lnTo>
                    <a:pt x="1379" y="899"/>
                  </a:lnTo>
                  <a:lnTo>
                    <a:pt x="1380" y="883"/>
                  </a:lnTo>
                  <a:lnTo>
                    <a:pt x="1374" y="865"/>
                  </a:lnTo>
                  <a:lnTo>
                    <a:pt x="1359" y="851"/>
                  </a:lnTo>
                  <a:lnTo>
                    <a:pt x="1354" y="84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1028" name="Freeform 34"/>
            <p:cNvSpPr>
              <a:spLocks/>
            </p:cNvSpPr>
            <p:nvPr/>
          </p:nvSpPr>
          <p:spPr bwMode="auto">
            <a:xfrm>
              <a:off x="1206" y="2379"/>
              <a:ext cx="140" cy="32"/>
            </a:xfrm>
            <a:custGeom>
              <a:avLst/>
              <a:gdLst>
                <a:gd name="T0" fmla="*/ 5 w 703"/>
                <a:gd name="T1" fmla="*/ 0 h 162"/>
                <a:gd name="T2" fmla="*/ 5 w 703"/>
                <a:gd name="T3" fmla="*/ 0 h 162"/>
                <a:gd name="T4" fmla="*/ 5 w 703"/>
                <a:gd name="T5" fmla="*/ 0 h 162"/>
                <a:gd name="T6" fmla="*/ 5 w 703"/>
                <a:gd name="T7" fmla="*/ 0 h 162"/>
                <a:gd name="T8" fmla="*/ 4 w 703"/>
                <a:gd name="T9" fmla="*/ 0 h 162"/>
                <a:gd name="T10" fmla="*/ 4 w 703"/>
                <a:gd name="T11" fmla="*/ 0 h 162"/>
                <a:gd name="T12" fmla="*/ 4 w 703"/>
                <a:gd name="T13" fmla="*/ 0 h 162"/>
                <a:gd name="T14" fmla="*/ 3 w 703"/>
                <a:gd name="T15" fmla="*/ 1 h 162"/>
                <a:gd name="T16" fmla="*/ 3 w 703"/>
                <a:gd name="T17" fmla="*/ 1 h 162"/>
                <a:gd name="T18" fmla="*/ 3 w 703"/>
                <a:gd name="T19" fmla="*/ 1 h 162"/>
                <a:gd name="T20" fmla="*/ 2 w 703"/>
                <a:gd name="T21" fmla="*/ 1 h 162"/>
                <a:gd name="T22" fmla="*/ 2 w 703"/>
                <a:gd name="T23" fmla="*/ 1 h 162"/>
                <a:gd name="T24" fmla="*/ 2 w 703"/>
                <a:gd name="T25" fmla="*/ 0 h 162"/>
                <a:gd name="T26" fmla="*/ 1 w 703"/>
                <a:gd name="T27" fmla="*/ 0 h 162"/>
                <a:gd name="T28" fmla="*/ 1 w 703"/>
                <a:gd name="T29" fmla="*/ 0 h 162"/>
                <a:gd name="T30" fmla="*/ 1 w 703"/>
                <a:gd name="T31" fmla="*/ 0 h 162"/>
                <a:gd name="T32" fmla="*/ 1 w 703"/>
                <a:gd name="T33" fmla="*/ 0 h 162"/>
                <a:gd name="T34" fmla="*/ 0 w 703"/>
                <a:gd name="T35" fmla="*/ 0 h 162"/>
                <a:gd name="T36" fmla="*/ 0 w 703"/>
                <a:gd name="T37" fmla="*/ 1 h 162"/>
                <a:gd name="T38" fmla="*/ 0 w 703"/>
                <a:gd name="T39" fmla="*/ 1 h 162"/>
                <a:gd name="T40" fmla="*/ 1 w 703"/>
                <a:gd name="T41" fmla="*/ 1 h 162"/>
                <a:gd name="T42" fmla="*/ 1 w 703"/>
                <a:gd name="T43" fmla="*/ 1 h 162"/>
                <a:gd name="T44" fmla="*/ 1 w 703"/>
                <a:gd name="T45" fmla="*/ 1 h 162"/>
                <a:gd name="T46" fmla="*/ 2 w 703"/>
                <a:gd name="T47" fmla="*/ 1 h 162"/>
                <a:gd name="T48" fmla="*/ 2 w 703"/>
                <a:gd name="T49" fmla="*/ 1 h 162"/>
                <a:gd name="T50" fmla="*/ 2 w 703"/>
                <a:gd name="T51" fmla="*/ 1 h 162"/>
                <a:gd name="T52" fmla="*/ 3 w 703"/>
                <a:gd name="T53" fmla="*/ 1 h 162"/>
                <a:gd name="T54" fmla="*/ 3 w 703"/>
                <a:gd name="T55" fmla="*/ 1 h 162"/>
                <a:gd name="T56" fmla="*/ 3 w 703"/>
                <a:gd name="T57" fmla="*/ 1 h 162"/>
                <a:gd name="T58" fmla="*/ 4 w 703"/>
                <a:gd name="T59" fmla="*/ 1 h 162"/>
                <a:gd name="T60" fmla="*/ 4 w 703"/>
                <a:gd name="T61" fmla="*/ 1 h 162"/>
                <a:gd name="T62" fmla="*/ 5 w 703"/>
                <a:gd name="T63" fmla="*/ 1 h 162"/>
                <a:gd name="T64" fmla="*/ 5 w 703"/>
                <a:gd name="T65" fmla="*/ 1 h 162"/>
                <a:gd name="T66" fmla="*/ 5 w 703"/>
                <a:gd name="T67" fmla="*/ 1 h 162"/>
                <a:gd name="T68" fmla="*/ 5 w 703"/>
                <a:gd name="T69" fmla="*/ 1 h 162"/>
                <a:gd name="T70" fmla="*/ 5 w 703"/>
                <a:gd name="T71" fmla="*/ 1 h 162"/>
                <a:gd name="T72" fmla="*/ 5 w 703"/>
                <a:gd name="T73" fmla="*/ 1 h 162"/>
                <a:gd name="T74" fmla="*/ 5 w 703"/>
                <a:gd name="T75" fmla="*/ 1 h 162"/>
                <a:gd name="T76" fmla="*/ 6 w 703"/>
                <a:gd name="T77" fmla="*/ 0 h 162"/>
                <a:gd name="T78" fmla="*/ 6 w 703"/>
                <a:gd name="T79" fmla="*/ 0 h 162"/>
                <a:gd name="T80" fmla="*/ 6 w 703"/>
                <a:gd name="T81" fmla="*/ 0 h 162"/>
                <a:gd name="T82" fmla="*/ 5 w 703"/>
                <a:gd name="T83" fmla="*/ 0 h 162"/>
                <a:gd name="T84" fmla="*/ 5 w 703"/>
                <a:gd name="T85" fmla="*/ 0 h 162"/>
                <a:gd name="T86" fmla="*/ 5 w 703"/>
                <a:gd name="T87" fmla="*/ 0 h 162"/>
                <a:gd name="T88" fmla="*/ 5 w 703"/>
                <a:gd name="T89" fmla="*/ 0 h 162"/>
                <a:gd name="T90" fmla="*/ 5 w 703"/>
                <a:gd name="T91" fmla="*/ 0 h 162"/>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703"/>
                <a:gd name="T139" fmla="*/ 0 h 162"/>
                <a:gd name="T140" fmla="*/ 703 w 703"/>
                <a:gd name="T141" fmla="*/ 162 h 162"/>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703" h="162">
                  <a:moveTo>
                    <a:pt x="631" y="8"/>
                  </a:moveTo>
                  <a:lnTo>
                    <a:pt x="636" y="6"/>
                  </a:lnTo>
                  <a:lnTo>
                    <a:pt x="606" y="20"/>
                  </a:lnTo>
                  <a:lnTo>
                    <a:pt x="575" y="32"/>
                  </a:lnTo>
                  <a:lnTo>
                    <a:pt x="540" y="42"/>
                  </a:lnTo>
                  <a:lnTo>
                    <a:pt x="504" y="52"/>
                  </a:lnTo>
                  <a:lnTo>
                    <a:pt x="467" y="59"/>
                  </a:lnTo>
                  <a:lnTo>
                    <a:pt x="428" y="64"/>
                  </a:lnTo>
                  <a:lnTo>
                    <a:pt x="389" y="67"/>
                  </a:lnTo>
                  <a:lnTo>
                    <a:pt x="348" y="68"/>
                  </a:lnTo>
                  <a:lnTo>
                    <a:pt x="308" y="68"/>
                  </a:lnTo>
                  <a:lnTo>
                    <a:pt x="267" y="65"/>
                  </a:lnTo>
                  <a:lnTo>
                    <a:pt x="226" y="61"/>
                  </a:lnTo>
                  <a:lnTo>
                    <a:pt x="187" y="54"/>
                  </a:lnTo>
                  <a:lnTo>
                    <a:pt x="148" y="44"/>
                  </a:lnTo>
                  <a:lnTo>
                    <a:pt x="110" y="33"/>
                  </a:lnTo>
                  <a:lnTo>
                    <a:pt x="75" y="20"/>
                  </a:lnTo>
                  <a:lnTo>
                    <a:pt x="42" y="5"/>
                  </a:lnTo>
                  <a:lnTo>
                    <a:pt x="0" y="89"/>
                  </a:lnTo>
                  <a:lnTo>
                    <a:pt x="40" y="107"/>
                  </a:lnTo>
                  <a:lnTo>
                    <a:pt x="82" y="122"/>
                  </a:lnTo>
                  <a:lnTo>
                    <a:pt x="124" y="135"/>
                  </a:lnTo>
                  <a:lnTo>
                    <a:pt x="169" y="146"/>
                  </a:lnTo>
                  <a:lnTo>
                    <a:pt x="214" y="153"/>
                  </a:lnTo>
                  <a:lnTo>
                    <a:pt x="258" y="158"/>
                  </a:lnTo>
                  <a:lnTo>
                    <a:pt x="303" y="162"/>
                  </a:lnTo>
                  <a:lnTo>
                    <a:pt x="348" y="162"/>
                  </a:lnTo>
                  <a:lnTo>
                    <a:pt x="394" y="161"/>
                  </a:lnTo>
                  <a:lnTo>
                    <a:pt x="439" y="157"/>
                  </a:lnTo>
                  <a:lnTo>
                    <a:pt x="481" y="150"/>
                  </a:lnTo>
                  <a:lnTo>
                    <a:pt x="525" y="143"/>
                  </a:lnTo>
                  <a:lnTo>
                    <a:pt x="566" y="132"/>
                  </a:lnTo>
                  <a:lnTo>
                    <a:pt x="606" y="121"/>
                  </a:lnTo>
                  <a:lnTo>
                    <a:pt x="643" y="105"/>
                  </a:lnTo>
                  <a:lnTo>
                    <a:pt x="678" y="88"/>
                  </a:lnTo>
                  <a:lnTo>
                    <a:pt x="683" y="86"/>
                  </a:lnTo>
                  <a:lnTo>
                    <a:pt x="678" y="88"/>
                  </a:lnTo>
                  <a:lnTo>
                    <a:pt x="695" y="75"/>
                  </a:lnTo>
                  <a:lnTo>
                    <a:pt x="702" y="60"/>
                  </a:lnTo>
                  <a:lnTo>
                    <a:pt x="703" y="42"/>
                  </a:lnTo>
                  <a:lnTo>
                    <a:pt x="698" y="26"/>
                  </a:lnTo>
                  <a:lnTo>
                    <a:pt x="688" y="12"/>
                  </a:lnTo>
                  <a:lnTo>
                    <a:pt x="674" y="3"/>
                  </a:lnTo>
                  <a:lnTo>
                    <a:pt x="656" y="0"/>
                  </a:lnTo>
                  <a:lnTo>
                    <a:pt x="636" y="6"/>
                  </a:lnTo>
                  <a:lnTo>
                    <a:pt x="631"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1029" name="Freeform 35"/>
            <p:cNvSpPr>
              <a:spLocks/>
            </p:cNvSpPr>
            <p:nvPr/>
          </p:nvSpPr>
          <p:spPr bwMode="auto">
            <a:xfrm>
              <a:off x="1332" y="2204"/>
              <a:ext cx="283" cy="192"/>
            </a:xfrm>
            <a:custGeom>
              <a:avLst/>
              <a:gdLst>
                <a:gd name="T0" fmla="*/ 11 w 1415"/>
                <a:gd name="T1" fmla="*/ 0 h 960"/>
                <a:gd name="T2" fmla="*/ 11 w 1415"/>
                <a:gd name="T3" fmla="*/ 0 h 960"/>
                <a:gd name="T4" fmla="*/ 0 w 1415"/>
                <a:gd name="T5" fmla="*/ 7 h 960"/>
                <a:gd name="T6" fmla="*/ 0 w 1415"/>
                <a:gd name="T7" fmla="*/ 8 h 960"/>
                <a:gd name="T8" fmla="*/ 11 w 1415"/>
                <a:gd name="T9" fmla="*/ 1 h 960"/>
                <a:gd name="T10" fmla="*/ 11 w 1415"/>
                <a:gd name="T11" fmla="*/ 1 h 960"/>
                <a:gd name="T12" fmla="*/ 11 w 1415"/>
                <a:gd name="T13" fmla="*/ 1 h 960"/>
                <a:gd name="T14" fmla="*/ 11 w 1415"/>
                <a:gd name="T15" fmla="*/ 1 h 960"/>
                <a:gd name="T16" fmla="*/ 11 w 1415"/>
                <a:gd name="T17" fmla="*/ 0 h 960"/>
                <a:gd name="T18" fmla="*/ 11 w 1415"/>
                <a:gd name="T19" fmla="*/ 0 h 960"/>
                <a:gd name="T20" fmla="*/ 11 w 1415"/>
                <a:gd name="T21" fmla="*/ 0 h 960"/>
                <a:gd name="T22" fmla="*/ 11 w 1415"/>
                <a:gd name="T23" fmla="*/ 0 h 960"/>
                <a:gd name="T24" fmla="*/ 11 w 1415"/>
                <a:gd name="T25" fmla="*/ 0 h 960"/>
                <a:gd name="T26" fmla="*/ 11 w 1415"/>
                <a:gd name="T27" fmla="*/ 0 h 960"/>
                <a:gd name="T28" fmla="*/ 11 w 1415"/>
                <a:gd name="T29" fmla="*/ 0 h 960"/>
                <a:gd name="T30" fmla="*/ 11 w 1415"/>
                <a:gd name="T31" fmla="*/ 0 h 96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15"/>
                <a:gd name="T49" fmla="*/ 0 h 960"/>
                <a:gd name="T50" fmla="*/ 1415 w 1415"/>
                <a:gd name="T51" fmla="*/ 960 h 96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15" h="960">
                  <a:moveTo>
                    <a:pt x="1338" y="10"/>
                  </a:moveTo>
                  <a:lnTo>
                    <a:pt x="1342" y="8"/>
                  </a:lnTo>
                  <a:lnTo>
                    <a:pt x="0" y="882"/>
                  </a:lnTo>
                  <a:lnTo>
                    <a:pt x="52" y="960"/>
                  </a:lnTo>
                  <a:lnTo>
                    <a:pt x="1393" y="85"/>
                  </a:lnTo>
                  <a:lnTo>
                    <a:pt x="1397" y="83"/>
                  </a:lnTo>
                  <a:lnTo>
                    <a:pt x="1393" y="85"/>
                  </a:lnTo>
                  <a:lnTo>
                    <a:pt x="1409" y="71"/>
                  </a:lnTo>
                  <a:lnTo>
                    <a:pt x="1415" y="53"/>
                  </a:lnTo>
                  <a:lnTo>
                    <a:pt x="1413" y="37"/>
                  </a:lnTo>
                  <a:lnTo>
                    <a:pt x="1406" y="21"/>
                  </a:lnTo>
                  <a:lnTo>
                    <a:pt x="1395" y="8"/>
                  </a:lnTo>
                  <a:lnTo>
                    <a:pt x="1379" y="1"/>
                  </a:lnTo>
                  <a:lnTo>
                    <a:pt x="1361" y="0"/>
                  </a:lnTo>
                  <a:lnTo>
                    <a:pt x="1342" y="8"/>
                  </a:lnTo>
                  <a:lnTo>
                    <a:pt x="1338" y="1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1030" name="Freeform 36"/>
            <p:cNvSpPr>
              <a:spLocks/>
            </p:cNvSpPr>
            <p:nvPr/>
          </p:nvSpPr>
          <p:spPr bwMode="auto">
            <a:xfrm>
              <a:off x="1599" y="2057"/>
              <a:ext cx="80" cy="163"/>
            </a:xfrm>
            <a:custGeom>
              <a:avLst/>
              <a:gdLst>
                <a:gd name="T0" fmla="*/ 2 w 398"/>
                <a:gd name="T1" fmla="*/ 0 h 817"/>
                <a:gd name="T2" fmla="*/ 2 w 398"/>
                <a:gd name="T3" fmla="*/ 0 h 817"/>
                <a:gd name="T4" fmla="*/ 2 w 398"/>
                <a:gd name="T5" fmla="*/ 1 h 817"/>
                <a:gd name="T6" fmla="*/ 2 w 398"/>
                <a:gd name="T7" fmla="*/ 1 h 817"/>
                <a:gd name="T8" fmla="*/ 2 w 398"/>
                <a:gd name="T9" fmla="*/ 2 h 817"/>
                <a:gd name="T10" fmla="*/ 2 w 398"/>
                <a:gd name="T11" fmla="*/ 2 h 817"/>
                <a:gd name="T12" fmla="*/ 2 w 398"/>
                <a:gd name="T13" fmla="*/ 2 h 817"/>
                <a:gd name="T14" fmla="*/ 2 w 398"/>
                <a:gd name="T15" fmla="*/ 3 h 817"/>
                <a:gd name="T16" fmla="*/ 2 w 398"/>
                <a:gd name="T17" fmla="*/ 3 h 817"/>
                <a:gd name="T18" fmla="*/ 2 w 398"/>
                <a:gd name="T19" fmla="*/ 4 h 817"/>
                <a:gd name="T20" fmla="*/ 2 w 398"/>
                <a:gd name="T21" fmla="*/ 4 h 817"/>
                <a:gd name="T22" fmla="*/ 1 w 398"/>
                <a:gd name="T23" fmla="*/ 4 h 817"/>
                <a:gd name="T24" fmla="*/ 1 w 398"/>
                <a:gd name="T25" fmla="*/ 5 h 817"/>
                <a:gd name="T26" fmla="*/ 1 w 398"/>
                <a:gd name="T27" fmla="*/ 5 h 817"/>
                <a:gd name="T28" fmla="*/ 1 w 398"/>
                <a:gd name="T29" fmla="*/ 5 h 817"/>
                <a:gd name="T30" fmla="*/ 1 w 398"/>
                <a:gd name="T31" fmla="*/ 5 h 817"/>
                <a:gd name="T32" fmla="*/ 0 w 398"/>
                <a:gd name="T33" fmla="*/ 6 h 817"/>
                <a:gd name="T34" fmla="*/ 0 w 398"/>
                <a:gd name="T35" fmla="*/ 6 h 817"/>
                <a:gd name="T36" fmla="*/ 0 w 398"/>
                <a:gd name="T37" fmla="*/ 7 h 817"/>
                <a:gd name="T38" fmla="*/ 1 w 398"/>
                <a:gd name="T39" fmla="*/ 6 h 817"/>
                <a:gd name="T40" fmla="*/ 1 w 398"/>
                <a:gd name="T41" fmla="*/ 6 h 817"/>
                <a:gd name="T42" fmla="*/ 1 w 398"/>
                <a:gd name="T43" fmla="*/ 6 h 817"/>
                <a:gd name="T44" fmla="*/ 2 w 398"/>
                <a:gd name="T45" fmla="*/ 5 h 817"/>
                <a:gd name="T46" fmla="*/ 2 w 398"/>
                <a:gd name="T47" fmla="*/ 5 h 817"/>
                <a:gd name="T48" fmla="*/ 2 w 398"/>
                <a:gd name="T49" fmla="*/ 5 h 817"/>
                <a:gd name="T50" fmla="*/ 2 w 398"/>
                <a:gd name="T51" fmla="*/ 4 h 817"/>
                <a:gd name="T52" fmla="*/ 2 w 398"/>
                <a:gd name="T53" fmla="*/ 4 h 817"/>
                <a:gd name="T54" fmla="*/ 3 w 398"/>
                <a:gd name="T55" fmla="*/ 3 h 817"/>
                <a:gd name="T56" fmla="*/ 3 w 398"/>
                <a:gd name="T57" fmla="*/ 3 h 817"/>
                <a:gd name="T58" fmla="*/ 3 w 398"/>
                <a:gd name="T59" fmla="*/ 3 h 817"/>
                <a:gd name="T60" fmla="*/ 3 w 398"/>
                <a:gd name="T61" fmla="*/ 2 h 817"/>
                <a:gd name="T62" fmla="*/ 3 w 398"/>
                <a:gd name="T63" fmla="*/ 2 h 817"/>
                <a:gd name="T64" fmla="*/ 3 w 398"/>
                <a:gd name="T65" fmla="*/ 1 h 817"/>
                <a:gd name="T66" fmla="*/ 3 w 398"/>
                <a:gd name="T67" fmla="*/ 1 h 817"/>
                <a:gd name="T68" fmla="*/ 3 w 398"/>
                <a:gd name="T69" fmla="*/ 0 h 817"/>
                <a:gd name="T70" fmla="*/ 3 w 398"/>
                <a:gd name="T71" fmla="*/ 0 h 817"/>
                <a:gd name="T72" fmla="*/ 3 w 398"/>
                <a:gd name="T73" fmla="*/ 0 h 817"/>
                <a:gd name="T74" fmla="*/ 3 w 398"/>
                <a:gd name="T75" fmla="*/ 0 h 817"/>
                <a:gd name="T76" fmla="*/ 3 w 398"/>
                <a:gd name="T77" fmla="*/ 0 h 817"/>
                <a:gd name="T78" fmla="*/ 3 w 398"/>
                <a:gd name="T79" fmla="*/ 0 h 817"/>
                <a:gd name="T80" fmla="*/ 3 w 398"/>
                <a:gd name="T81" fmla="*/ 0 h 817"/>
                <a:gd name="T82" fmla="*/ 3 w 398"/>
                <a:gd name="T83" fmla="*/ 0 h 817"/>
                <a:gd name="T84" fmla="*/ 3 w 398"/>
                <a:gd name="T85" fmla="*/ 0 h 817"/>
                <a:gd name="T86" fmla="*/ 2 w 398"/>
                <a:gd name="T87" fmla="*/ 0 h 817"/>
                <a:gd name="T88" fmla="*/ 2 w 398"/>
                <a:gd name="T89" fmla="*/ 0 h 817"/>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398"/>
                <a:gd name="T136" fmla="*/ 0 h 817"/>
                <a:gd name="T137" fmla="*/ 398 w 398"/>
                <a:gd name="T138" fmla="*/ 817 h 817"/>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398" h="817">
                  <a:moveTo>
                    <a:pt x="304" y="47"/>
                  </a:moveTo>
                  <a:lnTo>
                    <a:pt x="304" y="47"/>
                  </a:lnTo>
                  <a:lnTo>
                    <a:pt x="301" y="97"/>
                  </a:lnTo>
                  <a:lnTo>
                    <a:pt x="297" y="147"/>
                  </a:lnTo>
                  <a:lnTo>
                    <a:pt x="291" y="198"/>
                  </a:lnTo>
                  <a:lnTo>
                    <a:pt x="280" y="247"/>
                  </a:lnTo>
                  <a:lnTo>
                    <a:pt x="268" y="297"/>
                  </a:lnTo>
                  <a:lnTo>
                    <a:pt x="253" y="347"/>
                  </a:lnTo>
                  <a:lnTo>
                    <a:pt x="236" y="395"/>
                  </a:lnTo>
                  <a:lnTo>
                    <a:pt x="217" y="442"/>
                  </a:lnTo>
                  <a:lnTo>
                    <a:pt x="195" y="487"/>
                  </a:lnTo>
                  <a:lnTo>
                    <a:pt x="171" y="532"/>
                  </a:lnTo>
                  <a:lnTo>
                    <a:pt x="147" y="574"/>
                  </a:lnTo>
                  <a:lnTo>
                    <a:pt x="121" y="613"/>
                  </a:lnTo>
                  <a:lnTo>
                    <a:pt x="93" y="650"/>
                  </a:lnTo>
                  <a:lnTo>
                    <a:pt x="64" y="684"/>
                  </a:lnTo>
                  <a:lnTo>
                    <a:pt x="32" y="716"/>
                  </a:lnTo>
                  <a:lnTo>
                    <a:pt x="0" y="744"/>
                  </a:lnTo>
                  <a:lnTo>
                    <a:pt x="59" y="817"/>
                  </a:lnTo>
                  <a:lnTo>
                    <a:pt x="95" y="784"/>
                  </a:lnTo>
                  <a:lnTo>
                    <a:pt x="132" y="748"/>
                  </a:lnTo>
                  <a:lnTo>
                    <a:pt x="166" y="709"/>
                  </a:lnTo>
                  <a:lnTo>
                    <a:pt x="196" y="667"/>
                  </a:lnTo>
                  <a:lnTo>
                    <a:pt x="227" y="623"/>
                  </a:lnTo>
                  <a:lnTo>
                    <a:pt x="253" y="576"/>
                  </a:lnTo>
                  <a:lnTo>
                    <a:pt x="279" y="530"/>
                  </a:lnTo>
                  <a:lnTo>
                    <a:pt x="301" y="479"/>
                  </a:lnTo>
                  <a:lnTo>
                    <a:pt x="323" y="428"/>
                  </a:lnTo>
                  <a:lnTo>
                    <a:pt x="342" y="375"/>
                  </a:lnTo>
                  <a:lnTo>
                    <a:pt x="359" y="321"/>
                  </a:lnTo>
                  <a:lnTo>
                    <a:pt x="372" y="268"/>
                  </a:lnTo>
                  <a:lnTo>
                    <a:pt x="382" y="212"/>
                  </a:lnTo>
                  <a:lnTo>
                    <a:pt x="391" y="157"/>
                  </a:lnTo>
                  <a:lnTo>
                    <a:pt x="395" y="102"/>
                  </a:lnTo>
                  <a:lnTo>
                    <a:pt x="398" y="47"/>
                  </a:lnTo>
                  <a:lnTo>
                    <a:pt x="394" y="27"/>
                  </a:lnTo>
                  <a:lnTo>
                    <a:pt x="383" y="11"/>
                  </a:lnTo>
                  <a:lnTo>
                    <a:pt x="368" y="3"/>
                  </a:lnTo>
                  <a:lnTo>
                    <a:pt x="351" y="0"/>
                  </a:lnTo>
                  <a:lnTo>
                    <a:pt x="333" y="3"/>
                  </a:lnTo>
                  <a:lnTo>
                    <a:pt x="319" y="11"/>
                  </a:lnTo>
                  <a:lnTo>
                    <a:pt x="307" y="27"/>
                  </a:lnTo>
                  <a:lnTo>
                    <a:pt x="304" y="4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1031" name="Freeform 37"/>
            <p:cNvSpPr>
              <a:spLocks/>
            </p:cNvSpPr>
            <p:nvPr/>
          </p:nvSpPr>
          <p:spPr bwMode="auto">
            <a:xfrm>
              <a:off x="1660" y="1701"/>
              <a:ext cx="19" cy="365"/>
            </a:xfrm>
            <a:custGeom>
              <a:avLst/>
              <a:gdLst>
                <a:gd name="T0" fmla="*/ 0 w 95"/>
                <a:gd name="T1" fmla="*/ 0 h 1826"/>
                <a:gd name="T2" fmla="*/ 0 w 95"/>
                <a:gd name="T3" fmla="*/ 0 h 1826"/>
                <a:gd name="T4" fmla="*/ 0 w 95"/>
                <a:gd name="T5" fmla="*/ 15 h 1826"/>
                <a:gd name="T6" fmla="*/ 1 w 95"/>
                <a:gd name="T7" fmla="*/ 15 h 1826"/>
                <a:gd name="T8" fmla="*/ 1 w 95"/>
                <a:gd name="T9" fmla="*/ 0 h 1826"/>
                <a:gd name="T10" fmla="*/ 1 w 95"/>
                <a:gd name="T11" fmla="*/ 0 h 1826"/>
                <a:gd name="T12" fmla="*/ 1 w 95"/>
                <a:gd name="T13" fmla="*/ 0 h 1826"/>
                <a:gd name="T14" fmla="*/ 1 w 95"/>
                <a:gd name="T15" fmla="*/ 0 h 1826"/>
                <a:gd name="T16" fmla="*/ 1 w 95"/>
                <a:gd name="T17" fmla="*/ 0 h 1826"/>
                <a:gd name="T18" fmla="*/ 1 w 95"/>
                <a:gd name="T19" fmla="*/ 0 h 1826"/>
                <a:gd name="T20" fmla="*/ 0 w 95"/>
                <a:gd name="T21" fmla="*/ 0 h 1826"/>
                <a:gd name="T22" fmla="*/ 0 w 95"/>
                <a:gd name="T23" fmla="*/ 0 h 1826"/>
                <a:gd name="T24" fmla="*/ 0 w 95"/>
                <a:gd name="T25" fmla="*/ 0 h 1826"/>
                <a:gd name="T26" fmla="*/ 0 w 95"/>
                <a:gd name="T27" fmla="*/ 0 h 1826"/>
                <a:gd name="T28" fmla="*/ 0 w 95"/>
                <a:gd name="T29" fmla="*/ 0 h 1826"/>
                <a:gd name="T30" fmla="*/ 0 w 95"/>
                <a:gd name="T31" fmla="*/ 0 h 182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95"/>
                <a:gd name="T49" fmla="*/ 0 h 1826"/>
                <a:gd name="T50" fmla="*/ 95 w 95"/>
                <a:gd name="T51" fmla="*/ 1826 h 182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95" h="1826">
                  <a:moveTo>
                    <a:pt x="0" y="49"/>
                  </a:moveTo>
                  <a:lnTo>
                    <a:pt x="0" y="47"/>
                  </a:lnTo>
                  <a:lnTo>
                    <a:pt x="1" y="1826"/>
                  </a:lnTo>
                  <a:lnTo>
                    <a:pt x="95" y="1826"/>
                  </a:lnTo>
                  <a:lnTo>
                    <a:pt x="93" y="47"/>
                  </a:lnTo>
                  <a:lnTo>
                    <a:pt x="93" y="45"/>
                  </a:lnTo>
                  <a:lnTo>
                    <a:pt x="93" y="47"/>
                  </a:lnTo>
                  <a:lnTo>
                    <a:pt x="90" y="27"/>
                  </a:lnTo>
                  <a:lnTo>
                    <a:pt x="79" y="12"/>
                  </a:lnTo>
                  <a:lnTo>
                    <a:pt x="64" y="4"/>
                  </a:lnTo>
                  <a:lnTo>
                    <a:pt x="47" y="0"/>
                  </a:lnTo>
                  <a:lnTo>
                    <a:pt x="29" y="4"/>
                  </a:lnTo>
                  <a:lnTo>
                    <a:pt x="15" y="12"/>
                  </a:lnTo>
                  <a:lnTo>
                    <a:pt x="3" y="27"/>
                  </a:lnTo>
                  <a:lnTo>
                    <a:pt x="0" y="47"/>
                  </a:lnTo>
                  <a:lnTo>
                    <a:pt x="0" y="4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1032" name="Freeform 38"/>
            <p:cNvSpPr>
              <a:spLocks/>
            </p:cNvSpPr>
            <p:nvPr/>
          </p:nvSpPr>
          <p:spPr bwMode="auto">
            <a:xfrm>
              <a:off x="1598" y="1598"/>
              <a:ext cx="81" cy="113"/>
            </a:xfrm>
            <a:custGeom>
              <a:avLst/>
              <a:gdLst>
                <a:gd name="T0" fmla="*/ 0 w 401"/>
                <a:gd name="T1" fmla="*/ 1 h 566"/>
                <a:gd name="T2" fmla="*/ 0 w 401"/>
                <a:gd name="T3" fmla="*/ 1 h 566"/>
                <a:gd name="T4" fmla="*/ 0 w 401"/>
                <a:gd name="T5" fmla="*/ 1 h 566"/>
                <a:gd name="T6" fmla="*/ 1 w 401"/>
                <a:gd name="T7" fmla="*/ 1 h 566"/>
                <a:gd name="T8" fmla="*/ 1 w 401"/>
                <a:gd name="T9" fmla="*/ 1 h 566"/>
                <a:gd name="T10" fmla="*/ 1 w 401"/>
                <a:gd name="T11" fmla="*/ 1 h 566"/>
                <a:gd name="T12" fmla="*/ 1 w 401"/>
                <a:gd name="T13" fmla="*/ 2 h 566"/>
                <a:gd name="T14" fmla="*/ 1 w 401"/>
                <a:gd name="T15" fmla="*/ 2 h 566"/>
                <a:gd name="T16" fmla="*/ 2 w 401"/>
                <a:gd name="T17" fmla="*/ 2 h 566"/>
                <a:gd name="T18" fmla="*/ 2 w 401"/>
                <a:gd name="T19" fmla="*/ 2 h 566"/>
                <a:gd name="T20" fmla="*/ 2 w 401"/>
                <a:gd name="T21" fmla="*/ 2 h 566"/>
                <a:gd name="T22" fmla="*/ 2 w 401"/>
                <a:gd name="T23" fmla="*/ 3 h 566"/>
                <a:gd name="T24" fmla="*/ 2 w 401"/>
                <a:gd name="T25" fmla="*/ 3 h 566"/>
                <a:gd name="T26" fmla="*/ 2 w 401"/>
                <a:gd name="T27" fmla="*/ 3 h 566"/>
                <a:gd name="T28" fmla="*/ 2 w 401"/>
                <a:gd name="T29" fmla="*/ 4 h 566"/>
                <a:gd name="T30" fmla="*/ 2 w 401"/>
                <a:gd name="T31" fmla="*/ 4 h 566"/>
                <a:gd name="T32" fmla="*/ 2 w 401"/>
                <a:gd name="T33" fmla="*/ 4 h 566"/>
                <a:gd name="T34" fmla="*/ 3 w 401"/>
                <a:gd name="T35" fmla="*/ 5 h 566"/>
                <a:gd name="T36" fmla="*/ 3 w 401"/>
                <a:gd name="T37" fmla="*/ 4 h 566"/>
                <a:gd name="T38" fmla="*/ 3 w 401"/>
                <a:gd name="T39" fmla="*/ 4 h 566"/>
                <a:gd name="T40" fmla="*/ 3 w 401"/>
                <a:gd name="T41" fmla="*/ 4 h 566"/>
                <a:gd name="T42" fmla="*/ 3 w 401"/>
                <a:gd name="T43" fmla="*/ 3 h 566"/>
                <a:gd name="T44" fmla="*/ 3 w 401"/>
                <a:gd name="T45" fmla="*/ 3 h 566"/>
                <a:gd name="T46" fmla="*/ 3 w 401"/>
                <a:gd name="T47" fmla="*/ 3 h 566"/>
                <a:gd name="T48" fmla="*/ 3 w 401"/>
                <a:gd name="T49" fmla="*/ 2 h 566"/>
                <a:gd name="T50" fmla="*/ 3 w 401"/>
                <a:gd name="T51" fmla="*/ 2 h 566"/>
                <a:gd name="T52" fmla="*/ 2 w 401"/>
                <a:gd name="T53" fmla="*/ 2 h 566"/>
                <a:gd name="T54" fmla="*/ 2 w 401"/>
                <a:gd name="T55" fmla="*/ 2 h 566"/>
                <a:gd name="T56" fmla="*/ 2 w 401"/>
                <a:gd name="T57" fmla="*/ 1 h 566"/>
                <a:gd name="T58" fmla="*/ 2 w 401"/>
                <a:gd name="T59" fmla="*/ 1 h 566"/>
                <a:gd name="T60" fmla="*/ 2 w 401"/>
                <a:gd name="T61" fmla="*/ 1 h 566"/>
                <a:gd name="T62" fmla="*/ 1 w 401"/>
                <a:gd name="T63" fmla="*/ 1 h 566"/>
                <a:gd name="T64" fmla="*/ 1 w 401"/>
                <a:gd name="T65" fmla="*/ 0 h 566"/>
                <a:gd name="T66" fmla="*/ 1 w 401"/>
                <a:gd name="T67" fmla="*/ 0 h 566"/>
                <a:gd name="T68" fmla="*/ 1 w 401"/>
                <a:gd name="T69" fmla="*/ 0 h 566"/>
                <a:gd name="T70" fmla="*/ 1 w 401"/>
                <a:gd name="T71" fmla="*/ 0 h 566"/>
                <a:gd name="T72" fmla="*/ 1 w 401"/>
                <a:gd name="T73" fmla="*/ 0 h 566"/>
                <a:gd name="T74" fmla="*/ 0 w 401"/>
                <a:gd name="T75" fmla="*/ 0 h 566"/>
                <a:gd name="T76" fmla="*/ 0 w 401"/>
                <a:gd name="T77" fmla="*/ 0 h 566"/>
                <a:gd name="T78" fmla="*/ 0 w 401"/>
                <a:gd name="T79" fmla="*/ 0 h 566"/>
                <a:gd name="T80" fmla="*/ 0 w 401"/>
                <a:gd name="T81" fmla="*/ 0 h 566"/>
                <a:gd name="T82" fmla="*/ 0 w 401"/>
                <a:gd name="T83" fmla="*/ 0 h 566"/>
                <a:gd name="T84" fmla="*/ 0 w 401"/>
                <a:gd name="T85" fmla="*/ 0 h 566"/>
                <a:gd name="T86" fmla="*/ 0 w 401"/>
                <a:gd name="T87" fmla="*/ 1 h 566"/>
                <a:gd name="T88" fmla="*/ 0 w 401"/>
                <a:gd name="T89" fmla="*/ 1 h 56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401"/>
                <a:gd name="T136" fmla="*/ 0 h 566"/>
                <a:gd name="T137" fmla="*/ 401 w 401"/>
                <a:gd name="T138" fmla="*/ 566 h 566"/>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401" h="566">
                  <a:moveTo>
                    <a:pt x="23" y="88"/>
                  </a:moveTo>
                  <a:lnTo>
                    <a:pt x="23" y="88"/>
                  </a:lnTo>
                  <a:lnTo>
                    <a:pt x="53" y="107"/>
                  </a:lnTo>
                  <a:lnTo>
                    <a:pt x="83" y="125"/>
                  </a:lnTo>
                  <a:lnTo>
                    <a:pt x="108" y="147"/>
                  </a:lnTo>
                  <a:lnTo>
                    <a:pt x="135" y="171"/>
                  </a:lnTo>
                  <a:lnTo>
                    <a:pt x="160" y="196"/>
                  </a:lnTo>
                  <a:lnTo>
                    <a:pt x="182" y="223"/>
                  </a:lnTo>
                  <a:lnTo>
                    <a:pt x="205" y="251"/>
                  </a:lnTo>
                  <a:lnTo>
                    <a:pt x="223" y="281"/>
                  </a:lnTo>
                  <a:lnTo>
                    <a:pt x="240" y="312"/>
                  </a:lnTo>
                  <a:lnTo>
                    <a:pt x="256" y="345"/>
                  </a:lnTo>
                  <a:lnTo>
                    <a:pt x="270" y="379"/>
                  </a:lnTo>
                  <a:lnTo>
                    <a:pt x="282" y="414"/>
                  </a:lnTo>
                  <a:lnTo>
                    <a:pt x="291" y="450"/>
                  </a:lnTo>
                  <a:lnTo>
                    <a:pt x="299" y="488"/>
                  </a:lnTo>
                  <a:lnTo>
                    <a:pt x="304" y="526"/>
                  </a:lnTo>
                  <a:lnTo>
                    <a:pt x="308" y="566"/>
                  </a:lnTo>
                  <a:lnTo>
                    <a:pt x="401" y="562"/>
                  </a:lnTo>
                  <a:lnTo>
                    <a:pt x="398" y="517"/>
                  </a:lnTo>
                  <a:lnTo>
                    <a:pt x="391" y="471"/>
                  </a:lnTo>
                  <a:lnTo>
                    <a:pt x="383" y="429"/>
                  </a:lnTo>
                  <a:lnTo>
                    <a:pt x="371" y="386"/>
                  </a:lnTo>
                  <a:lnTo>
                    <a:pt x="357" y="346"/>
                  </a:lnTo>
                  <a:lnTo>
                    <a:pt x="340" y="307"/>
                  </a:lnTo>
                  <a:lnTo>
                    <a:pt x="324" y="270"/>
                  </a:lnTo>
                  <a:lnTo>
                    <a:pt x="303" y="232"/>
                  </a:lnTo>
                  <a:lnTo>
                    <a:pt x="280" y="197"/>
                  </a:lnTo>
                  <a:lnTo>
                    <a:pt x="255" y="164"/>
                  </a:lnTo>
                  <a:lnTo>
                    <a:pt x="228" y="132"/>
                  </a:lnTo>
                  <a:lnTo>
                    <a:pt x="199" y="103"/>
                  </a:lnTo>
                  <a:lnTo>
                    <a:pt x="169" y="76"/>
                  </a:lnTo>
                  <a:lnTo>
                    <a:pt x="137" y="50"/>
                  </a:lnTo>
                  <a:lnTo>
                    <a:pt x="103" y="27"/>
                  </a:lnTo>
                  <a:lnTo>
                    <a:pt x="67" y="6"/>
                  </a:lnTo>
                  <a:lnTo>
                    <a:pt x="48" y="0"/>
                  </a:lnTo>
                  <a:lnTo>
                    <a:pt x="30" y="2"/>
                  </a:lnTo>
                  <a:lnTo>
                    <a:pt x="16" y="12"/>
                  </a:lnTo>
                  <a:lnTo>
                    <a:pt x="5" y="25"/>
                  </a:lnTo>
                  <a:lnTo>
                    <a:pt x="0" y="41"/>
                  </a:lnTo>
                  <a:lnTo>
                    <a:pt x="0" y="59"/>
                  </a:lnTo>
                  <a:lnTo>
                    <a:pt x="8" y="75"/>
                  </a:lnTo>
                  <a:lnTo>
                    <a:pt x="23"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1033" name="Freeform 39"/>
            <p:cNvSpPr>
              <a:spLocks/>
            </p:cNvSpPr>
            <p:nvPr/>
          </p:nvSpPr>
          <p:spPr bwMode="auto">
            <a:xfrm>
              <a:off x="1346" y="1455"/>
              <a:ext cx="266" cy="160"/>
            </a:xfrm>
            <a:custGeom>
              <a:avLst/>
              <a:gdLst>
                <a:gd name="T0" fmla="*/ 0 w 1330"/>
                <a:gd name="T1" fmla="*/ 1 h 801"/>
                <a:gd name="T2" fmla="*/ 0 w 1330"/>
                <a:gd name="T3" fmla="*/ 1 h 801"/>
                <a:gd name="T4" fmla="*/ 10 w 1330"/>
                <a:gd name="T5" fmla="*/ 6 h 801"/>
                <a:gd name="T6" fmla="*/ 11 w 1330"/>
                <a:gd name="T7" fmla="*/ 6 h 801"/>
                <a:gd name="T8" fmla="*/ 1 w 1330"/>
                <a:gd name="T9" fmla="*/ 0 h 801"/>
                <a:gd name="T10" fmla="*/ 1 w 1330"/>
                <a:gd name="T11" fmla="*/ 0 h 801"/>
                <a:gd name="T12" fmla="*/ 1 w 1330"/>
                <a:gd name="T13" fmla="*/ 0 h 801"/>
                <a:gd name="T14" fmla="*/ 0 w 1330"/>
                <a:gd name="T15" fmla="*/ 0 h 801"/>
                <a:gd name="T16" fmla="*/ 0 w 1330"/>
                <a:gd name="T17" fmla="*/ 0 h 801"/>
                <a:gd name="T18" fmla="*/ 0 w 1330"/>
                <a:gd name="T19" fmla="*/ 0 h 801"/>
                <a:gd name="T20" fmla="*/ 0 w 1330"/>
                <a:gd name="T21" fmla="*/ 0 h 801"/>
                <a:gd name="T22" fmla="*/ 0 w 1330"/>
                <a:gd name="T23" fmla="*/ 0 h 801"/>
                <a:gd name="T24" fmla="*/ 0 w 1330"/>
                <a:gd name="T25" fmla="*/ 0 h 801"/>
                <a:gd name="T26" fmla="*/ 0 w 1330"/>
                <a:gd name="T27" fmla="*/ 1 h 801"/>
                <a:gd name="T28" fmla="*/ 0 w 1330"/>
                <a:gd name="T29" fmla="*/ 1 h 801"/>
                <a:gd name="T30" fmla="*/ 0 w 1330"/>
                <a:gd name="T31" fmla="*/ 1 h 801"/>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30"/>
                <a:gd name="T49" fmla="*/ 0 h 801"/>
                <a:gd name="T50" fmla="*/ 1330 w 1330"/>
                <a:gd name="T51" fmla="*/ 801 h 801"/>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30" h="801">
                  <a:moveTo>
                    <a:pt x="24" y="88"/>
                  </a:moveTo>
                  <a:lnTo>
                    <a:pt x="23" y="88"/>
                  </a:lnTo>
                  <a:lnTo>
                    <a:pt x="1286" y="801"/>
                  </a:lnTo>
                  <a:lnTo>
                    <a:pt x="1330" y="719"/>
                  </a:lnTo>
                  <a:lnTo>
                    <a:pt x="67" y="6"/>
                  </a:lnTo>
                  <a:lnTo>
                    <a:pt x="66" y="6"/>
                  </a:lnTo>
                  <a:lnTo>
                    <a:pt x="67" y="6"/>
                  </a:lnTo>
                  <a:lnTo>
                    <a:pt x="48" y="0"/>
                  </a:lnTo>
                  <a:lnTo>
                    <a:pt x="30" y="2"/>
                  </a:lnTo>
                  <a:lnTo>
                    <a:pt x="16" y="12"/>
                  </a:lnTo>
                  <a:lnTo>
                    <a:pt x="5" y="25"/>
                  </a:lnTo>
                  <a:lnTo>
                    <a:pt x="0" y="41"/>
                  </a:lnTo>
                  <a:lnTo>
                    <a:pt x="0" y="59"/>
                  </a:lnTo>
                  <a:lnTo>
                    <a:pt x="8" y="75"/>
                  </a:lnTo>
                  <a:lnTo>
                    <a:pt x="23" y="88"/>
                  </a:lnTo>
                  <a:lnTo>
                    <a:pt x="24"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1034" name="Freeform 40"/>
            <p:cNvSpPr>
              <a:spLocks/>
            </p:cNvSpPr>
            <p:nvPr/>
          </p:nvSpPr>
          <p:spPr bwMode="auto">
            <a:xfrm>
              <a:off x="1198" y="1439"/>
              <a:ext cx="161" cy="35"/>
            </a:xfrm>
            <a:custGeom>
              <a:avLst/>
              <a:gdLst>
                <a:gd name="T0" fmla="*/ 1 w 806"/>
                <a:gd name="T1" fmla="*/ 1 h 177"/>
                <a:gd name="T2" fmla="*/ 1 w 806"/>
                <a:gd name="T3" fmla="*/ 1 h 177"/>
                <a:gd name="T4" fmla="*/ 1 w 806"/>
                <a:gd name="T5" fmla="*/ 1 h 177"/>
                <a:gd name="T6" fmla="*/ 1 w 806"/>
                <a:gd name="T7" fmla="*/ 1 h 177"/>
                <a:gd name="T8" fmla="*/ 2 w 806"/>
                <a:gd name="T9" fmla="*/ 1 h 177"/>
                <a:gd name="T10" fmla="*/ 2 w 806"/>
                <a:gd name="T11" fmla="*/ 1 h 177"/>
                <a:gd name="T12" fmla="*/ 2 w 806"/>
                <a:gd name="T13" fmla="*/ 1 h 177"/>
                <a:gd name="T14" fmla="*/ 3 w 806"/>
                <a:gd name="T15" fmla="*/ 1 h 177"/>
                <a:gd name="T16" fmla="*/ 3 w 806"/>
                <a:gd name="T17" fmla="*/ 1 h 177"/>
                <a:gd name="T18" fmla="*/ 3 w 806"/>
                <a:gd name="T19" fmla="*/ 1 h 177"/>
                <a:gd name="T20" fmla="*/ 4 w 806"/>
                <a:gd name="T21" fmla="*/ 1 h 177"/>
                <a:gd name="T22" fmla="*/ 4 w 806"/>
                <a:gd name="T23" fmla="*/ 1 h 177"/>
                <a:gd name="T24" fmla="*/ 5 w 806"/>
                <a:gd name="T25" fmla="*/ 1 h 177"/>
                <a:gd name="T26" fmla="*/ 5 w 806"/>
                <a:gd name="T27" fmla="*/ 1 h 177"/>
                <a:gd name="T28" fmla="*/ 5 w 806"/>
                <a:gd name="T29" fmla="*/ 1 h 177"/>
                <a:gd name="T30" fmla="*/ 6 w 806"/>
                <a:gd name="T31" fmla="*/ 1 h 177"/>
                <a:gd name="T32" fmla="*/ 6 w 806"/>
                <a:gd name="T33" fmla="*/ 1 h 177"/>
                <a:gd name="T34" fmla="*/ 6 w 806"/>
                <a:gd name="T35" fmla="*/ 1 h 177"/>
                <a:gd name="T36" fmla="*/ 6 w 806"/>
                <a:gd name="T37" fmla="*/ 1 h 177"/>
                <a:gd name="T38" fmla="*/ 6 w 806"/>
                <a:gd name="T39" fmla="*/ 1 h 177"/>
                <a:gd name="T40" fmla="*/ 6 w 806"/>
                <a:gd name="T41" fmla="*/ 0 h 177"/>
                <a:gd name="T42" fmla="*/ 5 w 806"/>
                <a:gd name="T43" fmla="*/ 0 h 177"/>
                <a:gd name="T44" fmla="*/ 5 w 806"/>
                <a:gd name="T45" fmla="*/ 0 h 177"/>
                <a:gd name="T46" fmla="*/ 5 w 806"/>
                <a:gd name="T47" fmla="*/ 0 h 177"/>
                <a:gd name="T48" fmla="*/ 4 w 806"/>
                <a:gd name="T49" fmla="*/ 0 h 177"/>
                <a:gd name="T50" fmla="*/ 4 w 806"/>
                <a:gd name="T51" fmla="*/ 0 h 177"/>
                <a:gd name="T52" fmla="*/ 3 w 806"/>
                <a:gd name="T53" fmla="*/ 0 h 177"/>
                <a:gd name="T54" fmla="*/ 3 w 806"/>
                <a:gd name="T55" fmla="*/ 0 h 177"/>
                <a:gd name="T56" fmla="*/ 3 w 806"/>
                <a:gd name="T57" fmla="*/ 0 h 177"/>
                <a:gd name="T58" fmla="*/ 2 w 806"/>
                <a:gd name="T59" fmla="*/ 0 h 177"/>
                <a:gd name="T60" fmla="*/ 2 w 806"/>
                <a:gd name="T61" fmla="*/ 0 h 177"/>
                <a:gd name="T62" fmla="*/ 1 w 806"/>
                <a:gd name="T63" fmla="*/ 0 h 177"/>
                <a:gd name="T64" fmla="*/ 1 w 806"/>
                <a:gd name="T65" fmla="*/ 0 h 177"/>
                <a:gd name="T66" fmla="*/ 1 w 806"/>
                <a:gd name="T67" fmla="*/ 1 h 177"/>
                <a:gd name="T68" fmla="*/ 0 w 806"/>
                <a:gd name="T69" fmla="*/ 1 h 177"/>
                <a:gd name="T70" fmla="*/ 0 w 806"/>
                <a:gd name="T71" fmla="*/ 1 h 177"/>
                <a:gd name="T72" fmla="*/ 0 w 806"/>
                <a:gd name="T73" fmla="*/ 1 h 177"/>
                <a:gd name="T74" fmla="*/ 0 w 806"/>
                <a:gd name="T75" fmla="*/ 1 h 177"/>
                <a:gd name="T76" fmla="*/ 0 w 806"/>
                <a:gd name="T77" fmla="*/ 1 h 177"/>
                <a:gd name="T78" fmla="*/ 0 w 806"/>
                <a:gd name="T79" fmla="*/ 1 h 177"/>
                <a:gd name="T80" fmla="*/ 0 w 806"/>
                <a:gd name="T81" fmla="*/ 1 h 177"/>
                <a:gd name="T82" fmla="*/ 0 w 806"/>
                <a:gd name="T83" fmla="*/ 1 h 177"/>
                <a:gd name="T84" fmla="*/ 0 w 806"/>
                <a:gd name="T85" fmla="*/ 1 h 177"/>
                <a:gd name="T86" fmla="*/ 0 w 806"/>
                <a:gd name="T87" fmla="*/ 1 h 177"/>
                <a:gd name="T88" fmla="*/ 1 w 806"/>
                <a:gd name="T89" fmla="*/ 1 h 177"/>
                <a:gd name="T90" fmla="*/ 1 w 806"/>
                <a:gd name="T91" fmla="*/ 1 h 17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806"/>
                <a:gd name="T139" fmla="*/ 0 h 177"/>
                <a:gd name="T140" fmla="*/ 806 w 806"/>
                <a:gd name="T141" fmla="*/ 177 h 17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806" h="177">
                  <a:moveTo>
                    <a:pt x="67" y="171"/>
                  </a:moveTo>
                  <a:lnTo>
                    <a:pt x="68" y="171"/>
                  </a:lnTo>
                  <a:lnTo>
                    <a:pt x="109" y="151"/>
                  </a:lnTo>
                  <a:lnTo>
                    <a:pt x="151" y="135"/>
                  </a:lnTo>
                  <a:lnTo>
                    <a:pt x="196" y="122"/>
                  </a:lnTo>
                  <a:lnTo>
                    <a:pt x="242" y="110"/>
                  </a:lnTo>
                  <a:lnTo>
                    <a:pt x="287" y="102"/>
                  </a:lnTo>
                  <a:lnTo>
                    <a:pt x="335" y="97"/>
                  </a:lnTo>
                  <a:lnTo>
                    <a:pt x="382" y="95"/>
                  </a:lnTo>
                  <a:lnTo>
                    <a:pt x="430" y="94"/>
                  </a:lnTo>
                  <a:lnTo>
                    <a:pt x="477" y="97"/>
                  </a:lnTo>
                  <a:lnTo>
                    <a:pt x="524" y="102"/>
                  </a:lnTo>
                  <a:lnTo>
                    <a:pt x="568" y="108"/>
                  </a:lnTo>
                  <a:lnTo>
                    <a:pt x="612" y="117"/>
                  </a:lnTo>
                  <a:lnTo>
                    <a:pt x="654" y="128"/>
                  </a:lnTo>
                  <a:lnTo>
                    <a:pt x="693" y="141"/>
                  </a:lnTo>
                  <a:lnTo>
                    <a:pt x="730" y="155"/>
                  </a:lnTo>
                  <a:lnTo>
                    <a:pt x="764" y="171"/>
                  </a:lnTo>
                  <a:lnTo>
                    <a:pt x="806" y="89"/>
                  </a:lnTo>
                  <a:lnTo>
                    <a:pt x="768" y="70"/>
                  </a:lnTo>
                  <a:lnTo>
                    <a:pt x="725" y="54"/>
                  </a:lnTo>
                  <a:lnTo>
                    <a:pt x="680" y="39"/>
                  </a:lnTo>
                  <a:lnTo>
                    <a:pt x="633" y="26"/>
                  </a:lnTo>
                  <a:lnTo>
                    <a:pt x="585" y="16"/>
                  </a:lnTo>
                  <a:lnTo>
                    <a:pt x="536" y="8"/>
                  </a:lnTo>
                  <a:lnTo>
                    <a:pt x="484" y="3"/>
                  </a:lnTo>
                  <a:lnTo>
                    <a:pt x="433" y="0"/>
                  </a:lnTo>
                  <a:lnTo>
                    <a:pt x="380" y="1"/>
                  </a:lnTo>
                  <a:lnTo>
                    <a:pt x="328" y="3"/>
                  </a:lnTo>
                  <a:lnTo>
                    <a:pt x="276" y="10"/>
                  </a:lnTo>
                  <a:lnTo>
                    <a:pt x="223" y="19"/>
                  </a:lnTo>
                  <a:lnTo>
                    <a:pt x="172" y="30"/>
                  </a:lnTo>
                  <a:lnTo>
                    <a:pt x="121" y="46"/>
                  </a:lnTo>
                  <a:lnTo>
                    <a:pt x="72" y="67"/>
                  </a:lnTo>
                  <a:lnTo>
                    <a:pt x="24" y="89"/>
                  </a:lnTo>
                  <a:lnTo>
                    <a:pt x="25" y="89"/>
                  </a:lnTo>
                  <a:lnTo>
                    <a:pt x="24" y="89"/>
                  </a:lnTo>
                  <a:lnTo>
                    <a:pt x="8" y="102"/>
                  </a:lnTo>
                  <a:lnTo>
                    <a:pt x="0" y="118"/>
                  </a:lnTo>
                  <a:lnTo>
                    <a:pt x="0" y="136"/>
                  </a:lnTo>
                  <a:lnTo>
                    <a:pt x="6" y="152"/>
                  </a:lnTo>
                  <a:lnTo>
                    <a:pt x="17" y="165"/>
                  </a:lnTo>
                  <a:lnTo>
                    <a:pt x="31" y="175"/>
                  </a:lnTo>
                  <a:lnTo>
                    <a:pt x="48" y="177"/>
                  </a:lnTo>
                  <a:lnTo>
                    <a:pt x="68" y="171"/>
                  </a:lnTo>
                  <a:lnTo>
                    <a:pt x="67" y="1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1035" name="Freeform 41"/>
            <p:cNvSpPr>
              <a:spLocks/>
            </p:cNvSpPr>
            <p:nvPr/>
          </p:nvSpPr>
          <p:spPr bwMode="auto">
            <a:xfrm>
              <a:off x="931" y="1456"/>
              <a:ext cx="280" cy="158"/>
            </a:xfrm>
            <a:custGeom>
              <a:avLst/>
              <a:gdLst>
                <a:gd name="T0" fmla="*/ 1 w 1402"/>
                <a:gd name="T1" fmla="*/ 6 h 787"/>
                <a:gd name="T2" fmla="*/ 1 w 1402"/>
                <a:gd name="T3" fmla="*/ 6 h 787"/>
                <a:gd name="T4" fmla="*/ 11 w 1402"/>
                <a:gd name="T5" fmla="*/ 1 h 787"/>
                <a:gd name="T6" fmla="*/ 11 w 1402"/>
                <a:gd name="T7" fmla="*/ 0 h 787"/>
                <a:gd name="T8" fmla="*/ 0 w 1402"/>
                <a:gd name="T9" fmla="*/ 6 h 787"/>
                <a:gd name="T10" fmla="*/ 0 w 1402"/>
                <a:gd name="T11" fmla="*/ 6 h 787"/>
                <a:gd name="T12" fmla="*/ 0 w 1402"/>
                <a:gd name="T13" fmla="*/ 6 h 787"/>
                <a:gd name="T14" fmla="*/ 0 w 1402"/>
                <a:gd name="T15" fmla="*/ 6 h 787"/>
                <a:gd name="T16" fmla="*/ 0 w 1402"/>
                <a:gd name="T17" fmla="*/ 6 h 787"/>
                <a:gd name="T18" fmla="*/ 0 w 1402"/>
                <a:gd name="T19" fmla="*/ 6 h 787"/>
                <a:gd name="T20" fmla="*/ 0 w 1402"/>
                <a:gd name="T21" fmla="*/ 6 h 787"/>
                <a:gd name="T22" fmla="*/ 0 w 1402"/>
                <a:gd name="T23" fmla="*/ 6 h 787"/>
                <a:gd name="T24" fmla="*/ 0 w 1402"/>
                <a:gd name="T25" fmla="*/ 6 h 787"/>
                <a:gd name="T26" fmla="*/ 0 w 1402"/>
                <a:gd name="T27" fmla="*/ 6 h 787"/>
                <a:gd name="T28" fmla="*/ 1 w 1402"/>
                <a:gd name="T29" fmla="*/ 6 h 787"/>
                <a:gd name="T30" fmla="*/ 1 w 1402"/>
                <a:gd name="T31" fmla="*/ 6 h 78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02"/>
                <a:gd name="T49" fmla="*/ 0 h 787"/>
                <a:gd name="T50" fmla="*/ 1402 w 1402"/>
                <a:gd name="T51" fmla="*/ 787 h 78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02" h="787">
                  <a:moveTo>
                    <a:pt x="69" y="781"/>
                  </a:moveTo>
                  <a:lnTo>
                    <a:pt x="66" y="781"/>
                  </a:lnTo>
                  <a:lnTo>
                    <a:pt x="1402" y="82"/>
                  </a:lnTo>
                  <a:lnTo>
                    <a:pt x="1360" y="0"/>
                  </a:lnTo>
                  <a:lnTo>
                    <a:pt x="24" y="699"/>
                  </a:lnTo>
                  <a:lnTo>
                    <a:pt x="22" y="699"/>
                  </a:lnTo>
                  <a:lnTo>
                    <a:pt x="24" y="699"/>
                  </a:lnTo>
                  <a:lnTo>
                    <a:pt x="8" y="712"/>
                  </a:lnTo>
                  <a:lnTo>
                    <a:pt x="1" y="727"/>
                  </a:lnTo>
                  <a:lnTo>
                    <a:pt x="0" y="744"/>
                  </a:lnTo>
                  <a:lnTo>
                    <a:pt x="5" y="761"/>
                  </a:lnTo>
                  <a:lnTo>
                    <a:pt x="15" y="775"/>
                  </a:lnTo>
                  <a:lnTo>
                    <a:pt x="30" y="784"/>
                  </a:lnTo>
                  <a:lnTo>
                    <a:pt x="46" y="787"/>
                  </a:lnTo>
                  <a:lnTo>
                    <a:pt x="66" y="781"/>
                  </a:lnTo>
                  <a:lnTo>
                    <a:pt x="69" y="7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1036" name="Freeform 42"/>
            <p:cNvSpPr>
              <a:spLocks/>
            </p:cNvSpPr>
            <p:nvPr/>
          </p:nvSpPr>
          <p:spPr bwMode="auto">
            <a:xfrm>
              <a:off x="868" y="1596"/>
              <a:ext cx="77" cy="126"/>
            </a:xfrm>
            <a:custGeom>
              <a:avLst/>
              <a:gdLst>
                <a:gd name="T0" fmla="*/ 1 w 382"/>
                <a:gd name="T1" fmla="*/ 5 h 628"/>
                <a:gd name="T2" fmla="*/ 1 w 382"/>
                <a:gd name="T3" fmla="*/ 5 h 628"/>
                <a:gd name="T4" fmla="*/ 1 w 382"/>
                <a:gd name="T5" fmla="*/ 4 h 628"/>
                <a:gd name="T6" fmla="*/ 1 w 382"/>
                <a:gd name="T7" fmla="*/ 4 h 628"/>
                <a:gd name="T8" fmla="*/ 1 w 382"/>
                <a:gd name="T9" fmla="*/ 4 h 628"/>
                <a:gd name="T10" fmla="*/ 1 w 382"/>
                <a:gd name="T11" fmla="*/ 3 h 628"/>
                <a:gd name="T12" fmla="*/ 1 w 382"/>
                <a:gd name="T13" fmla="*/ 3 h 628"/>
                <a:gd name="T14" fmla="*/ 1 w 382"/>
                <a:gd name="T15" fmla="*/ 3 h 628"/>
                <a:gd name="T16" fmla="*/ 1 w 382"/>
                <a:gd name="T17" fmla="*/ 3 h 628"/>
                <a:gd name="T18" fmla="*/ 1 w 382"/>
                <a:gd name="T19" fmla="*/ 2 h 628"/>
                <a:gd name="T20" fmla="*/ 2 w 382"/>
                <a:gd name="T21" fmla="*/ 2 h 628"/>
                <a:gd name="T22" fmla="*/ 2 w 382"/>
                <a:gd name="T23" fmla="*/ 2 h 628"/>
                <a:gd name="T24" fmla="*/ 2 w 382"/>
                <a:gd name="T25" fmla="*/ 2 h 628"/>
                <a:gd name="T26" fmla="*/ 2 w 382"/>
                <a:gd name="T27" fmla="*/ 1 h 628"/>
                <a:gd name="T28" fmla="*/ 2 w 382"/>
                <a:gd name="T29" fmla="*/ 1 h 628"/>
                <a:gd name="T30" fmla="*/ 3 w 382"/>
                <a:gd name="T31" fmla="*/ 1 h 628"/>
                <a:gd name="T32" fmla="*/ 3 w 382"/>
                <a:gd name="T33" fmla="*/ 1 h 628"/>
                <a:gd name="T34" fmla="*/ 3 w 382"/>
                <a:gd name="T35" fmla="*/ 1 h 628"/>
                <a:gd name="T36" fmla="*/ 3 w 382"/>
                <a:gd name="T37" fmla="*/ 0 h 628"/>
                <a:gd name="T38" fmla="*/ 2 w 382"/>
                <a:gd name="T39" fmla="*/ 0 h 628"/>
                <a:gd name="T40" fmla="*/ 2 w 382"/>
                <a:gd name="T41" fmla="*/ 0 h 628"/>
                <a:gd name="T42" fmla="*/ 2 w 382"/>
                <a:gd name="T43" fmla="*/ 1 h 628"/>
                <a:gd name="T44" fmla="*/ 2 w 382"/>
                <a:gd name="T45" fmla="*/ 1 h 628"/>
                <a:gd name="T46" fmla="*/ 1 w 382"/>
                <a:gd name="T47" fmla="*/ 1 h 628"/>
                <a:gd name="T48" fmla="*/ 1 w 382"/>
                <a:gd name="T49" fmla="*/ 1 h 628"/>
                <a:gd name="T50" fmla="*/ 1 w 382"/>
                <a:gd name="T51" fmla="*/ 2 h 628"/>
                <a:gd name="T52" fmla="*/ 1 w 382"/>
                <a:gd name="T53" fmla="*/ 2 h 628"/>
                <a:gd name="T54" fmla="*/ 1 w 382"/>
                <a:gd name="T55" fmla="*/ 2 h 628"/>
                <a:gd name="T56" fmla="*/ 0 w 382"/>
                <a:gd name="T57" fmla="*/ 3 h 628"/>
                <a:gd name="T58" fmla="*/ 0 w 382"/>
                <a:gd name="T59" fmla="*/ 3 h 628"/>
                <a:gd name="T60" fmla="*/ 0 w 382"/>
                <a:gd name="T61" fmla="*/ 3 h 628"/>
                <a:gd name="T62" fmla="*/ 0 w 382"/>
                <a:gd name="T63" fmla="*/ 4 h 628"/>
                <a:gd name="T64" fmla="*/ 0 w 382"/>
                <a:gd name="T65" fmla="*/ 4 h 628"/>
                <a:gd name="T66" fmla="*/ 0 w 382"/>
                <a:gd name="T67" fmla="*/ 4 h 628"/>
                <a:gd name="T68" fmla="*/ 0 w 382"/>
                <a:gd name="T69" fmla="*/ 5 h 628"/>
                <a:gd name="T70" fmla="*/ 0 w 382"/>
                <a:gd name="T71" fmla="*/ 5 h 628"/>
                <a:gd name="T72" fmla="*/ 0 w 382"/>
                <a:gd name="T73" fmla="*/ 5 h 628"/>
                <a:gd name="T74" fmla="*/ 0 w 382"/>
                <a:gd name="T75" fmla="*/ 5 h 628"/>
                <a:gd name="T76" fmla="*/ 0 w 382"/>
                <a:gd name="T77" fmla="*/ 5 h 628"/>
                <a:gd name="T78" fmla="*/ 0 w 382"/>
                <a:gd name="T79" fmla="*/ 5 h 628"/>
                <a:gd name="T80" fmla="*/ 0 w 382"/>
                <a:gd name="T81" fmla="*/ 5 h 628"/>
                <a:gd name="T82" fmla="*/ 1 w 382"/>
                <a:gd name="T83" fmla="*/ 5 h 628"/>
                <a:gd name="T84" fmla="*/ 1 w 382"/>
                <a:gd name="T85" fmla="*/ 5 h 628"/>
                <a:gd name="T86" fmla="*/ 1 w 382"/>
                <a:gd name="T87" fmla="*/ 5 h 628"/>
                <a:gd name="T88" fmla="*/ 1 w 382"/>
                <a:gd name="T89" fmla="*/ 5 h 628"/>
                <a:gd name="T90" fmla="*/ 1 w 382"/>
                <a:gd name="T91" fmla="*/ 5 h 628"/>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382"/>
                <a:gd name="T139" fmla="*/ 0 h 628"/>
                <a:gd name="T140" fmla="*/ 382 w 382"/>
                <a:gd name="T141" fmla="*/ 628 h 628"/>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382" h="628">
                  <a:moveTo>
                    <a:pt x="94" y="581"/>
                  </a:moveTo>
                  <a:lnTo>
                    <a:pt x="94" y="582"/>
                  </a:lnTo>
                  <a:lnTo>
                    <a:pt x="96" y="541"/>
                  </a:lnTo>
                  <a:lnTo>
                    <a:pt x="99" y="500"/>
                  </a:lnTo>
                  <a:lnTo>
                    <a:pt x="106" y="463"/>
                  </a:lnTo>
                  <a:lnTo>
                    <a:pt x="115" y="424"/>
                  </a:lnTo>
                  <a:lnTo>
                    <a:pt x="127" y="389"/>
                  </a:lnTo>
                  <a:lnTo>
                    <a:pt x="140" y="353"/>
                  </a:lnTo>
                  <a:lnTo>
                    <a:pt x="156" y="320"/>
                  </a:lnTo>
                  <a:lnTo>
                    <a:pt x="173" y="287"/>
                  </a:lnTo>
                  <a:lnTo>
                    <a:pt x="193" y="255"/>
                  </a:lnTo>
                  <a:lnTo>
                    <a:pt x="214" y="226"/>
                  </a:lnTo>
                  <a:lnTo>
                    <a:pt x="238" y="198"/>
                  </a:lnTo>
                  <a:lnTo>
                    <a:pt x="263" y="172"/>
                  </a:lnTo>
                  <a:lnTo>
                    <a:pt x="290" y="146"/>
                  </a:lnTo>
                  <a:lnTo>
                    <a:pt x="318" y="122"/>
                  </a:lnTo>
                  <a:lnTo>
                    <a:pt x="349" y="101"/>
                  </a:lnTo>
                  <a:lnTo>
                    <a:pt x="382" y="82"/>
                  </a:lnTo>
                  <a:lnTo>
                    <a:pt x="335" y="0"/>
                  </a:lnTo>
                  <a:lnTo>
                    <a:pt x="297" y="23"/>
                  </a:lnTo>
                  <a:lnTo>
                    <a:pt x="262" y="49"/>
                  </a:lnTo>
                  <a:lnTo>
                    <a:pt x="229" y="76"/>
                  </a:lnTo>
                  <a:lnTo>
                    <a:pt x="198" y="104"/>
                  </a:lnTo>
                  <a:lnTo>
                    <a:pt x="167" y="137"/>
                  </a:lnTo>
                  <a:lnTo>
                    <a:pt x="142" y="170"/>
                  </a:lnTo>
                  <a:lnTo>
                    <a:pt x="116" y="204"/>
                  </a:lnTo>
                  <a:lnTo>
                    <a:pt x="94" y="240"/>
                  </a:lnTo>
                  <a:lnTo>
                    <a:pt x="74" y="278"/>
                  </a:lnTo>
                  <a:lnTo>
                    <a:pt x="54" y="317"/>
                  </a:lnTo>
                  <a:lnTo>
                    <a:pt x="38" y="359"/>
                  </a:lnTo>
                  <a:lnTo>
                    <a:pt x="26" y="401"/>
                  </a:lnTo>
                  <a:lnTo>
                    <a:pt x="15" y="444"/>
                  </a:lnTo>
                  <a:lnTo>
                    <a:pt x="8" y="489"/>
                  </a:lnTo>
                  <a:lnTo>
                    <a:pt x="2" y="534"/>
                  </a:lnTo>
                  <a:lnTo>
                    <a:pt x="0" y="580"/>
                  </a:lnTo>
                  <a:lnTo>
                    <a:pt x="0" y="581"/>
                  </a:lnTo>
                  <a:lnTo>
                    <a:pt x="0" y="580"/>
                  </a:lnTo>
                  <a:lnTo>
                    <a:pt x="3" y="600"/>
                  </a:lnTo>
                  <a:lnTo>
                    <a:pt x="14" y="615"/>
                  </a:lnTo>
                  <a:lnTo>
                    <a:pt x="29" y="625"/>
                  </a:lnTo>
                  <a:lnTo>
                    <a:pt x="45" y="628"/>
                  </a:lnTo>
                  <a:lnTo>
                    <a:pt x="63" y="626"/>
                  </a:lnTo>
                  <a:lnTo>
                    <a:pt x="78" y="616"/>
                  </a:lnTo>
                  <a:lnTo>
                    <a:pt x="89" y="602"/>
                  </a:lnTo>
                  <a:lnTo>
                    <a:pt x="94" y="582"/>
                  </a:lnTo>
                  <a:lnTo>
                    <a:pt x="94" y="5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1037" name="Freeform 43"/>
            <p:cNvSpPr>
              <a:spLocks/>
            </p:cNvSpPr>
            <p:nvPr/>
          </p:nvSpPr>
          <p:spPr bwMode="auto">
            <a:xfrm>
              <a:off x="868" y="1712"/>
              <a:ext cx="19" cy="364"/>
            </a:xfrm>
            <a:custGeom>
              <a:avLst/>
              <a:gdLst>
                <a:gd name="T0" fmla="*/ 1 w 94"/>
                <a:gd name="T1" fmla="*/ 14 h 1818"/>
                <a:gd name="T2" fmla="*/ 1 w 94"/>
                <a:gd name="T3" fmla="*/ 14 h 1818"/>
                <a:gd name="T4" fmla="*/ 1 w 94"/>
                <a:gd name="T5" fmla="*/ 0 h 1818"/>
                <a:gd name="T6" fmla="*/ 0 w 94"/>
                <a:gd name="T7" fmla="*/ 0 h 1818"/>
                <a:gd name="T8" fmla="*/ 0 w 94"/>
                <a:gd name="T9" fmla="*/ 14 h 1818"/>
                <a:gd name="T10" fmla="*/ 0 w 94"/>
                <a:gd name="T11" fmla="*/ 14 h 1818"/>
                <a:gd name="T12" fmla="*/ 0 w 94"/>
                <a:gd name="T13" fmla="*/ 14 h 1818"/>
                <a:gd name="T14" fmla="*/ 0 w 94"/>
                <a:gd name="T15" fmla="*/ 14 h 1818"/>
                <a:gd name="T16" fmla="*/ 0 w 94"/>
                <a:gd name="T17" fmla="*/ 14 h 1818"/>
                <a:gd name="T18" fmla="*/ 0 w 94"/>
                <a:gd name="T19" fmla="*/ 15 h 1818"/>
                <a:gd name="T20" fmla="*/ 0 w 94"/>
                <a:gd name="T21" fmla="*/ 15 h 1818"/>
                <a:gd name="T22" fmla="*/ 1 w 94"/>
                <a:gd name="T23" fmla="*/ 15 h 1818"/>
                <a:gd name="T24" fmla="*/ 1 w 94"/>
                <a:gd name="T25" fmla="*/ 14 h 1818"/>
                <a:gd name="T26" fmla="*/ 1 w 94"/>
                <a:gd name="T27" fmla="*/ 14 h 1818"/>
                <a:gd name="T28" fmla="*/ 1 w 94"/>
                <a:gd name="T29" fmla="*/ 14 h 1818"/>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94"/>
                <a:gd name="T46" fmla="*/ 0 h 1818"/>
                <a:gd name="T47" fmla="*/ 94 w 94"/>
                <a:gd name="T48" fmla="*/ 1818 h 1818"/>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94" h="1818">
                  <a:moveTo>
                    <a:pt x="94" y="1771"/>
                  </a:moveTo>
                  <a:lnTo>
                    <a:pt x="94" y="1771"/>
                  </a:lnTo>
                  <a:lnTo>
                    <a:pt x="94" y="0"/>
                  </a:lnTo>
                  <a:lnTo>
                    <a:pt x="0" y="0"/>
                  </a:lnTo>
                  <a:lnTo>
                    <a:pt x="0" y="1771"/>
                  </a:lnTo>
                  <a:lnTo>
                    <a:pt x="3" y="1791"/>
                  </a:lnTo>
                  <a:lnTo>
                    <a:pt x="15" y="1806"/>
                  </a:lnTo>
                  <a:lnTo>
                    <a:pt x="29" y="1814"/>
                  </a:lnTo>
                  <a:lnTo>
                    <a:pt x="47" y="1818"/>
                  </a:lnTo>
                  <a:lnTo>
                    <a:pt x="64" y="1814"/>
                  </a:lnTo>
                  <a:lnTo>
                    <a:pt x="79" y="1806"/>
                  </a:lnTo>
                  <a:lnTo>
                    <a:pt x="90" y="1791"/>
                  </a:lnTo>
                  <a:lnTo>
                    <a:pt x="94" y="17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1038" name="Freeform 44"/>
            <p:cNvSpPr>
              <a:spLocks/>
            </p:cNvSpPr>
            <p:nvPr/>
          </p:nvSpPr>
          <p:spPr bwMode="auto">
            <a:xfrm>
              <a:off x="868" y="2067"/>
              <a:ext cx="90" cy="160"/>
            </a:xfrm>
            <a:custGeom>
              <a:avLst/>
              <a:gdLst>
                <a:gd name="T0" fmla="*/ 3 w 449"/>
                <a:gd name="T1" fmla="*/ 6 h 803"/>
                <a:gd name="T2" fmla="*/ 3 w 449"/>
                <a:gd name="T3" fmla="*/ 6 h 803"/>
                <a:gd name="T4" fmla="*/ 3 w 449"/>
                <a:gd name="T5" fmla="*/ 5 h 803"/>
                <a:gd name="T6" fmla="*/ 3 w 449"/>
                <a:gd name="T7" fmla="*/ 5 h 803"/>
                <a:gd name="T8" fmla="*/ 3 w 449"/>
                <a:gd name="T9" fmla="*/ 5 h 803"/>
                <a:gd name="T10" fmla="*/ 2 w 449"/>
                <a:gd name="T11" fmla="*/ 5 h 803"/>
                <a:gd name="T12" fmla="*/ 2 w 449"/>
                <a:gd name="T13" fmla="*/ 4 h 803"/>
                <a:gd name="T14" fmla="*/ 2 w 449"/>
                <a:gd name="T15" fmla="*/ 4 h 803"/>
                <a:gd name="T16" fmla="*/ 2 w 449"/>
                <a:gd name="T17" fmla="*/ 4 h 803"/>
                <a:gd name="T18" fmla="*/ 2 w 449"/>
                <a:gd name="T19" fmla="*/ 3 h 803"/>
                <a:gd name="T20" fmla="*/ 1 w 449"/>
                <a:gd name="T21" fmla="*/ 3 h 803"/>
                <a:gd name="T22" fmla="*/ 1 w 449"/>
                <a:gd name="T23" fmla="*/ 2 h 803"/>
                <a:gd name="T24" fmla="*/ 1 w 449"/>
                <a:gd name="T25" fmla="*/ 2 h 803"/>
                <a:gd name="T26" fmla="*/ 1 w 449"/>
                <a:gd name="T27" fmla="*/ 2 h 803"/>
                <a:gd name="T28" fmla="*/ 1 w 449"/>
                <a:gd name="T29" fmla="*/ 1 h 803"/>
                <a:gd name="T30" fmla="*/ 1 w 449"/>
                <a:gd name="T31" fmla="*/ 1 h 803"/>
                <a:gd name="T32" fmla="*/ 1 w 449"/>
                <a:gd name="T33" fmla="*/ 0 h 803"/>
                <a:gd name="T34" fmla="*/ 1 w 449"/>
                <a:gd name="T35" fmla="*/ 0 h 803"/>
                <a:gd name="T36" fmla="*/ 0 w 449"/>
                <a:gd name="T37" fmla="*/ 0 h 803"/>
                <a:gd name="T38" fmla="*/ 0 w 449"/>
                <a:gd name="T39" fmla="*/ 0 h 803"/>
                <a:gd name="T40" fmla="*/ 0 w 449"/>
                <a:gd name="T41" fmla="*/ 1 h 803"/>
                <a:gd name="T42" fmla="*/ 0 w 449"/>
                <a:gd name="T43" fmla="*/ 1 h 803"/>
                <a:gd name="T44" fmla="*/ 0 w 449"/>
                <a:gd name="T45" fmla="*/ 2 h 803"/>
                <a:gd name="T46" fmla="*/ 0 w 449"/>
                <a:gd name="T47" fmla="*/ 2 h 803"/>
                <a:gd name="T48" fmla="*/ 0 w 449"/>
                <a:gd name="T49" fmla="*/ 3 h 803"/>
                <a:gd name="T50" fmla="*/ 1 w 449"/>
                <a:gd name="T51" fmla="*/ 3 h 803"/>
                <a:gd name="T52" fmla="*/ 1 w 449"/>
                <a:gd name="T53" fmla="*/ 4 h 803"/>
                <a:gd name="T54" fmla="*/ 1 w 449"/>
                <a:gd name="T55" fmla="*/ 4 h 803"/>
                <a:gd name="T56" fmla="*/ 1 w 449"/>
                <a:gd name="T57" fmla="*/ 4 h 803"/>
                <a:gd name="T58" fmla="*/ 2 w 449"/>
                <a:gd name="T59" fmla="*/ 5 h 803"/>
                <a:gd name="T60" fmla="*/ 2 w 449"/>
                <a:gd name="T61" fmla="*/ 5 h 803"/>
                <a:gd name="T62" fmla="*/ 2 w 449"/>
                <a:gd name="T63" fmla="*/ 5 h 803"/>
                <a:gd name="T64" fmla="*/ 2 w 449"/>
                <a:gd name="T65" fmla="*/ 6 h 803"/>
                <a:gd name="T66" fmla="*/ 3 w 449"/>
                <a:gd name="T67" fmla="*/ 6 h 803"/>
                <a:gd name="T68" fmla="*/ 3 w 449"/>
                <a:gd name="T69" fmla="*/ 6 h 803"/>
                <a:gd name="T70" fmla="*/ 3 w 449"/>
                <a:gd name="T71" fmla="*/ 6 h 803"/>
                <a:gd name="T72" fmla="*/ 3 w 449"/>
                <a:gd name="T73" fmla="*/ 6 h 803"/>
                <a:gd name="T74" fmla="*/ 3 w 449"/>
                <a:gd name="T75" fmla="*/ 6 h 803"/>
                <a:gd name="T76" fmla="*/ 3 w 449"/>
                <a:gd name="T77" fmla="*/ 6 h 803"/>
                <a:gd name="T78" fmla="*/ 3 w 449"/>
                <a:gd name="T79" fmla="*/ 6 h 803"/>
                <a:gd name="T80" fmla="*/ 4 w 449"/>
                <a:gd name="T81" fmla="*/ 6 h 803"/>
                <a:gd name="T82" fmla="*/ 4 w 449"/>
                <a:gd name="T83" fmla="*/ 6 h 803"/>
                <a:gd name="T84" fmla="*/ 4 w 449"/>
                <a:gd name="T85" fmla="*/ 6 h 803"/>
                <a:gd name="T86" fmla="*/ 4 w 449"/>
                <a:gd name="T87" fmla="*/ 6 h 803"/>
                <a:gd name="T88" fmla="*/ 3 w 449"/>
                <a:gd name="T89" fmla="*/ 6 h 803"/>
                <a:gd name="T90" fmla="*/ 3 w 449"/>
                <a:gd name="T91" fmla="*/ 6 h 80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449"/>
                <a:gd name="T139" fmla="*/ 0 h 803"/>
                <a:gd name="T140" fmla="*/ 449 w 449"/>
                <a:gd name="T141" fmla="*/ 803 h 80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449" h="803">
                  <a:moveTo>
                    <a:pt x="426" y="717"/>
                  </a:moveTo>
                  <a:lnTo>
                    <a:pt x="427" y="717"/>
                  </a:lnTo>
                  <a:lnTo>
                    <a:pt x="395" y="693"/>
                  </a:lnTo>
                  <a:lnTo>
                    <a:pt x="361" y="662"/>
                  </a:lnTo>
                  <a:lnTo>
                    <a:pt x="329" y="628"/>
                  </a:lnTo>
                  <a:lnTo>
                    <a:pt x="299" y="591"/>
                  </a:lnTo>
                  <a:lnTo>
                    <a:pt x="269" y="551"/>
                  </a:lnTo>
                  <a:lnTo>
                    <a:pt x="241" y="507"/>
                  </a:lnTo>
                  <a:lnTo>
                    <a:pt x="215" y="460"/>
                  </a:lnTo>
                  <a:lnTo>
                    <a:pt x="191" y="412"/>
                  </a:lnTo>
                  <a:lnTo>
                    <a:pt x="170" y="363"/>
                  </a:lnTo>
                  <a:lnTo>
                    <a:pt x="151" y="312"/>
                  </a:lnTo>
                  <a:lnTo>
                    <a:pt x="133" y="259"/>
                  </a:lnTo>
                  <a:lnTo>
                    <a:pt x="119" y="207"/>
                  </a:lnTo>
                  <a:lnTo>
                    <a:pt x="108" y="156"/>
                  </a:lnTo>
                  <a:lnTo>
                    <a:pt x="101" y="103"/>
                  </a:lnTo>
                  <a:lnTo>
                    <a:pt x="96" y="51"/>
                  </a:lnTo>
                  <a:lnTo>
                    <a:pt x="94" y="0"/>
                  </a:lnTo>
                  <a:lnTo>
                    <a:pt x="0" y="0"/>
                  </a:lnTo>
                  <a:lnTo>
                    <a:pt x="2" y="56"/>
                  </a:lnTo>
                  <a:lnTo>
                    <a:pt x="7" y="115"/>
                  </a:lnTo>
                  <a:lnTo>
                    <a:pt x="16" y="172"/>
                  </a:lnTo>
                  <a:lnTo>
                    <a:pt x="28" y="231"/>
                  </a:lnTo>
                  <a:lnTo>
                    <a:pt x="44" y="287"/>
                  </a:lnTo>
                  <a:lnTo>
                    <a:pt x="62" y="342"/>
                  </a:lnTo>
                  <a:lnTo>
                    <a:pt x="83" y="398"/>
                  </a:lnTo>
                  <a:lnTo>
                    <a:pt x="106" y="452"/>
                  </a:lnTo>
                  <a:lnTo>
                    <a:pt x="133" y="505"/>
                  </a:lnTo>
                  <a:lnTo>
                    <a:pt x="161" y="554"/>
                  </a:lnTo>
                  <a:lnTo>
                    <a:pt x="192" y="602"/>
                  </a:lnTo>
                  <a:lnTo>
                    <a:pt x="224" y="647"/>
                  </a:lnTo>
                  <a:lnTo>
                    <a:pt x="259" y="689"/>
                  </a:lnTo>
                  <a:lnTo>
                    <a:pt x="295" y="728"/>
                  </a:lnTo>
                  <a:lnTo>
                    <a:pt x="334" y="763"/>
                  </a:lnTo>
                  <a:lnTo>
                    <a:pt x="374" y="795"/>
                  </a:lnTo>
                  <a:lnTo>
                    <a:pt x="375" y="795"/>
                  </a:lnTo>
                  <a:lnTo>
                    <a:pt x="374" y="795"/>
                  </a:lnTo>
                  <a:lnTo>
                    <a:pt x="392" y="803"/>
                  </a:lnTo>
                  <a:lnTo>
                    <a:pt x="411" y="803"/>
                  </a:lnTo>
                  <a:lnTo>
                    <a:pt x="426" y="795"/>
                  </a:lnTo>
                  <a:lnTo>
                    <a:pt x="439" y="782"/>
                  </a:lnTo>
                  <a:lnTo>
                    <a:pt x="446" y="766"/>
                  </a:lnTo>
                  <a:lnTo>
                    <a:pt x="449" y="749"/>
                  </a:lnTo>
                  <a:lnTo>
                    <a:pt x="441" y="732"/>
                  </a:lnTo>
                  <a:lnTo>
                    <a:pt x="427" y="717"/>
                  </a:lnTo>
                  <a:lnTo>
                    <a:pt x="426" y="71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1039" name="Freeform 45"/>
            <p:cNvSpPr>
              <a:spLocks/>
            </p:cNvSpPr>
            <p:nvPr/>
          </p:nvSpPr>
          <p:spPr bwMode="auto">
            <a:xfrm>
              <a:off x="883" y="1673"/>
              <a:ext cx="379" cy="690"/>
            </a:xfrm>
            <a:custGeom>
              <a:avLst/>
              <a:gdLst>
                <a:gd name="T0" fmla="*/ 12 w 1897"/>
                <a:gd name="T1" fmla="*/ 6 h 3450"/>
                <a:gd name="T2" fmla="*/ 13 w 1897"/>
                <a:gd name="T3" fmla="*/ 7 h 3450"/>
                <a:gd name="T4" fmla="*/ 13 w 1897"/>
                <a:gd name="T5" fmla="*/ 7 h 3450"/>
                <a:gd name="T6" fmla="*/ 14 w 1897"/>
                <a:gd name="T7" fmla="*/ 8 h 3450"/>
                <a:gd name="T8" fmla="*/ 14 w 1897"/>
                <a:gd name="T9" fmla="*/ 9 h 3450"/>
                <a:gd name="T10" fmla="*/ 15 w 1897"/>
                <a:gd name="T11" fmla="*/ 10 h 3450"/>
                <a:gd name="T12" fmla="*/ 15 w 1897"/>
                <a:gd name="T13" fmla="*/ 11 h 3450"/>
                <a:gd name="T14" fmla="*/ 15 w 1897"/>
                <a:gd name="T15" fmla="*/ 11 h 3450"/>
                <a:gd name="T16" fmla="*/ 15 w 1897"/>
                <a:gd name="T17" fmla="*/ 12 h 3450"/>
                <a:gd name="T18" fmla="*/ 15 w 1897"/>
                <a:gd name="T19" fmla="*/ 26 h 3450"/>
                <a:gd name="T20" fmla="*/ 15 w 1897"/>
                <a:gd name="T21" fmla="*/ 26 h 3450"/>
                <a:gd name="T22" fmla="*/ 15 w 1897"/>
                <a:gd name="T23" fmla="*/ 27 h 3450"/>
                <a:gd name="T24" fmla="*/ 15 w 1897"/>
                <a:gd name="T25" fmla="*/ 27 h 3450"/>
                <a:gd name="T26" fmla="*/ 14 w 1897"/>
                <a:gd name="T27" fmla="*/ 27 h 3450"/>
                <a:gd name="T28" fmla="*/ 14 w 1897"/>
                <a:gd name="T29" fmla="*/ 28 h 3450"/>
                <a:gd name="T30" fmla="*/ 13 w 1897"/>
                <a:gd name="T31" fmla="*/ 28 h 3450"/>
                <a:gd name="T32" fmla="*/ 13 w 1897"/>
                <a:gd name="T33" fmla="*/ 27 h 3450"/>
                <a:gd name="T34" fmla="*/ 3 w 1897"/>
                <a:gd name="T35" fmla="*/ 21 h 3450"/>
                <a:gd name="T36" fmla="*/ 2 w 1897"/>
                <a:gd name="T37" fmla="*/ 21 h 3450"/>
                <a:gd name="T38" fmla="*/ 2 w 1897"/>
                <a:gd name="T39" fmla="*/ 20 h 3450"/>
                <a:gd name="T40" fmla="*/ 1 w 1897"/>
                <a:gd name="T41" fmla="*/ 19 h 3450"/>
                <a:gd name="T42" fmla="*/ 1 w 1897"/>
                <a:gd name="T43" fmla="*/ 19 h 3450"/>
                <a:gd name="T44" fmla="*/ 0 w 1897"/>
                <a:gd name="T45" fmla="*/ 18 h 3450"/>
                <a:gd name="T46" fmla="*/ 0 w 1897"/>
                <a:gd name="T47" fmla="*/ 17 h 3450"/>
                <a:gd name="T48" fmla="*/ 0 w 1897"/>
                <a:gd name="T49" fmla="*/ 16 h 3450"/>
                <a:gd name="T50" fmla="*/ 0 w 1897"/>
                <a:gd name="T51" fmla="*/ 15 h 3450"/>
                <a:gd name="T52" fmla="*/ 0 w 1897"/>
                <a:gd name="T53" fmla="*/ 2 h 3450"/>
                <a:gd name="T54" fmla="*/ 0 w 1897"/>
                <a:gd name="T55" fmla="*/ 1 h 3450"/>
                <a:gd name="T56" fmla="*/ 0 w 1897"/>
                <a:gd name="T57" fmla="*/ 1 h 3450"/>
                <a:gd name="T58" fmla="*/ 1 w 1897"/>
                <a:gd name="T59" fmla="*/ 0 h 3450"/>
                <a:gd name="T60" fmla="*/ 1 w 1897"/>
                <a:gd name="T61" fmla="*/ 0 h 3450"/>
                <a:gd name="T62" fmla="*/ 1 w 1897"/>
                <a:gd name="T63" fmla="*/ 0 h 3450"/>
                <a:gd name="T64" fmla="*/ 2 w 1897"/>
                <a:gd name="T65" fmla="*/ 0 h 3450"/>
                <a:gd name="T66" fmla="*/ 3 w 1897"/>
                <a:gd name="T67" fmla="*/ 0 h 3450"/>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897"/>
                <a:gd name="T103" fmla="*/ 0 h 3450"/>
                <a:gd name="T104" fmla="*/ 1897 w 1897"/>
                <a:gd name="T105" fmla="*/ 3450 h 3450"/>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897" h="3450">
                  <a:moveTo>
                    <a:pt x="357" y="49"/>
                  </a:moveTo>
                  <a:lnTo>
                    <a:pt x="1542" y="806"/>
                  </a:lnTo>
                  <a:lnTo>
                    <a:pt x="1579" y="832"/>
                  </a:lnTo>
                  <a:lnTo>
                    <a:pt x="1614" y="861"/>
                  </a:lnTo>
                  <a:lnTo>
                    <a:pt x="1648" y="895"/>
                  </a:lnTo>
                  <a:lnTo>
                    <a:pt x="1681" y="933"/>
                  </a:lnTo>
                  <a:lnTo>
                    <a:pt x="1711" y="973"/>
                  </a:lnTo>
                  <a:lnTo>
                    <a:pt x="1740" y="1016"/>
                  </a:lnTo>
                  <a:lnTo>
                    <a:pt x="1768" y="1062"/>
                  </a:lnTo>
                  <a:lnTo>
                    <a:pt x="1793" y="1109"/>
                  </a:lnTo>
                  <a:lnTo>
                    <a:pt x="1816" y="1158"/>
                  </a:lnTo>
                  <a:lnTo>
                    <a:pt x="1836" y="1208"/>
                  </a:lnTo>
                  <a:lnTo>
                    <a:pt x="1854" y="1260"/>
                  </a:lnTo>
                  <a:lnTo>
                    <a:pt x="1869" y="1313"/>
                  </a:lnTo>
                  <a:lnTo>
                    <a:pt x="1881" y="1364"/>
                  </a:lnTo>
                  <a:lnTo>
                    <a:pt x="1890" y="1417"/>
                  </a:lnTo>
                  <a:lnTo>
                    <a:pt x="1895" y="1469"/>
                  </a:lnTo>
                  <a:lnTo>
                    <a:pt x="1897" y="1519"/>
                  </a:lnTo>
                  <a:lnTo>
                    <a:pt x="1897" y="3142"/>
                  </a:lnTo>
                  <a:lnTo>
                    <a:pt x="1895" y="3190"/>
                  </a:lnTo>
                  <a:lnTo>
                    <a:pt x="1890" y="3235"/>
                  </a:lnTo>
                  <a:lnTo>
                    <a:pt x="1881" y="3276"/>
                  </a:lnTo>
                  <a:lnTo>
                    <a:pt x="1869" y="3313"/>
                  </a:lnTo>
                  <a:lnTo>
                    <a:pt x="1854" y="3346"/>
                  </a:lnTo>
                  <a:lnTo>
                    <a:pt x="1836" y="3375"/>
                  </a:lnTo>
                  <a:lnTo>
                    <a:pt x="1816" y="3398"/>
                  </a:lnTo>
                  <a:lnTo>
                    <a:pt x="1793" y="3418"/>
                  </a:lnTo>
                  <a:lnTo>
                    <a:pt x="1768" y="3434"/>
                  </a:lnTo>
                  <a:lnTo>
                    <a:pt x="1740" y="3444"/>
                  </a:lnTo>
                  <a:lnTo>
                    <a:pt x="1711" y="3450"/>
                  </a:lnTo>
                  <a:lnTo>
                    <a:pt x="1681" y="3450"/>
                  </a:lnTo>
                  <a:lnTo>
                    <a:pt x="1648" y="3445"/>
                  </a:lnTo>
                  <a:lnTo>
                    <a:pt x="1614" y="3436"/>
                  </a:lnTo>
                  <a:lnTo>
                    <a:pt x="1579" y="3421"/>
                  </a:lnTo>
                  <a:lnTo>
                    <a:pt x="1542" y="3400"/>
                  </a:lnTo>
                  <a:lnTo>
                    <a:pt x="357" y="2643"/>
                  </a:lnTo>
                  <a:lnTo>
                    <a:pt x="320" y="2618"/>
                  </a:lnTo>
                  <a:lnTo>
                    <a:pt x="285" y="2588"/>
                  </a:lnTo>
                  <a:lnTo>
                    <a:pt x="251" y="2554"/>
                  </a:lnTo>
                  <a:lnTo>
                    <a:pt x="218" y="2517"/>
                  </a:lnTo>
                  <a:lnTo>
                    <a:pt x="187" y="2477"/>
                  </a:lnTo>
                  <a:lnTo>
                    <a:pt x="157" y="2433"/>
                  </a:lnTo>
                  <a:lnTo>
                    <a:pt x="130" y="2388"/>
                  </a:lnTo>
                  <a:lnTo>
                    <a:pt x="105" y="2341"/>
                  </a:lnTo>
                  <a:lnTo>
                    <a:pt x="81" y="2292"/>
                  </a:lnTo>
                  <a:lnTo>
                    <a:pt x="61" y="2241"/>
                  </a:lnTo>
                  <a:lnTo>
                    <a:pt x="44" y="2190"/>
                  </a:lnTo>
                  <a:lnTo>
                    <a:pt x="29" y="2138"/>
                  </a:lnTo>
                  <a:lnTo>
                    <a:pt x="17" y="2085"/>
                  </a:lnTo>
                  <a:lnTo>
                    <a:pt x="7" y="2033"/>
                  </a:lnTo>
                  <a:lnTo>
                    <a:pt x="3" y="1981"/>
                  </a:lnTo>
                  <a:lnTo>
                    <a:pt x="0" y="1931"/>
                  </a:lnTo>
                  <a:lnTo>
                    <a:pt x="0" y="308"/>
                  </a:lnTo>
                  <a:lnTo>
                    <a:pt x="3" y="260"/>
                  </a:lnTo>
                  <a:lnTo>
                    <a:pt x="7" y="215"/>
                  </a:lnTo>
                  <a:lnTo>
                    <a:pt x="17" y="174"/>
                  </a:lnTo>
                  <a:lnTo>
                    <a:pt x="29" y="137"/>
                  </a:lnTo>
                  <a:lnTo>
                    <a:pt x="44" y="104"/>
                  </a:lnTo>
                  <a:lnTo>
                    <a:pt x="61" y="76"/>
                  </a:lnTo>
                  <a:lnTo>
                    <a:pt x="81" y="51"/>
                  </a:lnTo>
                  <a:lnTo>
                    <a:pt x="105" y="31"/>
                  </a:lnTo>
                  <a:lnTo>
                    <a:pt x="130" y="16"/>
                  </a:lnTo>
                  <a:lnTo>
                    <a:pt x="157" y="5"/>
                  </a:lnTo>
                  <a:lnTo>
                    <a:pt x="187" y="0"/>
                  </a:lnTo>
                  <a:lnTo>
                    <a:pt x="218" y="0"/>
                  </a:lnTo>
                  <a:lnTo>
                    <a:pt x="251" y="3"/>
                  </a:lnTo>
                  <a:lnTo>
                    <a:pt x="285" y="14"/>
                  </a:lnTo>
                  <a:lnTo>
                    <a:pt x="320" y="29"/>
                  </a:lnTo>
                  <a:lnTo>
                    <a:pt x="357" y="49"/>
                  </a:lnTo>
                  <a:close/>
                </a:path>
              </a:pathLst>
            </a:custGeom>
            <a:solidFill>
              <a:srgbClr val="BFBFB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1040" name="Freeform 46"/>
            <p:cNvSpPr>
              <a:spLocks/>
            </p:cNvSpPr>
            <p:nvPr/>
          </p:nvSpPr>
          <p:spPr bwMode="auto">
            <a:xfrm>
              <a:off x="1268" y="1663"/>
              <a:ext cx="393" cy="711"/>
            </a:xfrm>
            <a:custGeom>
              <a:avLst/>
              <a:gdLst>
                <a:gd name="T0" fmla="*/ 3 w 1962"/>
                <a:gd name="T1" fmla="*/ 7 h 3555"/>
                <a:gd name="T2" fmla="*/ 2 w 1962"/>
                <a:gd name="T3" fmla="*/ 7 h 3555"/>
                <a:gd name="T4" fmla="*/ 2 w 1962"/>
                <a:gd name="T5" fmla="*/ 8 h 3555"/>
                <a:gd name="T6" fmla="*/ 1 w 1962"/>
                <a:gd name="T7" fmla="*/ 8 h 3555"/>
                <a:gd name="T8" fmla="*/ 1 w 1962"/>
                <a:gd name="T9" fmla="*/ 9 h 3555"/>
                <a:gd name="T10" fmla="*/ 1 w 1962"/>
                <a:gd name="T11" fmla="*/ 10 h 3555"/>
                <a:gd name="T12" fmla="*/ 0 w 1962"/>
                <a:gd name="T13" fmla="*/ 11 h 3555"/>
                <a:gd name="T14" fmla="*/ 0 w 1962"/>
                <a:gd name="T15" fmla="*/ 12 h 3555"/>
                <a:gd name="T16" fmla="*/ 0 w 1962"/>
                <a:gd name="T17" fmla="*/ 13 h 3555"/>
                <a:gd name="T18" fmla="*/ 0 w 1962"/>
                <a:gd name="T19" fmla="*/ 26 h 3555"/>
                <a:gd name="T20" fmla="*/ 0 w 1962"/>
                <a:gd name="T21" fmla="*/ 27 h 3555"/>
                <a:gd name="T22" fmla="*/ 0 w 1962"/>
                <a:gd name="T23" fmla="*/ 28 h 3555"/>
                <a:gd name="T24" fmla="*/ 1 w 1962"/>
                <a:gd name="T25" fmla="*/ 28 h 3555"/>
                <a:gd name="T26" fmla="*/ 1 w 1962"/>
                <a:gd name="T27" fmla="*/ 28 h 3555"/>
                <a:gd name="T28" fmla="*/ 2 w 1962"/>
                <a:gd name="T29" fmla="*/ 28 h 3555"/>
                <a:gd name="T30" fmla="*/ 2 w 1962"/>
                <a:gd name="T31" fmla="*/ 28 h 3555"/>
                <a:gd name="T32" fmla="*/ 3 w 1962"/>
                <a:gd name="T33" fmla="*/ 28 h 3555"/>
                <a:gd name="T34" fmla="*/ 13 w 1962"/>
                <a:gd name="T35" fmla="*/ 22 h 3555"/>
                <a:gd name="T36" fmla="*/ 13 w 1962"/>
                <a:gd name="T37" fmla="*/ 21 h 3555"/>
                <a:gd name="T38" fmla="*/ 14 w 1962"/>
                <a:gd name="T39" fmla="*/ 21 h 3555"/>
                <a:gd name="T40" fmla="*/ 14 w 1962"/>
                <a:gd name="T41" fmla="*/ 20 h 3555"/>
                <a:gd name="T42" fmla="*/ 15 w 1962"/>
                <a:gd name="T43" fmla="*/ 19 h 3555"/>
                <a:gd name="T44" fmla="*/ 15 w 1962"/>
                <a:gd name="T45" fmla="*/ 18 h 3555"/>
                <a:gd name="T46" fmla="*/ 16 w 1962"/>
                <a:gd name="T47" fmla="*/ 18 h 3555"/>
                <a:gd name="T48" fmla="*/ 16 w 1962"/>
                <a:gd name="T49" fmla="*/ 17 h 3555"/>
                <a:gd name="T50" fmla="*/ 16 w 1962"/>
                <a:gd name="T51" fmla="*/ 16 h 3555"/>
                <a:gd name="T52" fmla="*/ 16 w 1962"/>
                <a:gd name="T53" fmla="*/ 2 h 3555"/>
                <a:gd name="T54" fmla="*/ 16 w 1962"/>
                <a:gd name="T55" fmla="*/ 1 h 3555"/>
                <a:gd name="T56" fmla="*/ 15 w 1962"/>
                <a:gd name="T57" fmla="*/ 1 h 3555"/>
                <a:gd name="T58" fmla="*/ 15 w 1962"/>
                <a:gd name="T59" fmla="*/ 0 h 3555"/>
                <a:gd name="T60" fmla="*/ 15 w 1962"/>
                <a:gd name="T61" fmla="*/ 0 h 3555"/>
                <a:gd name="T62" fmla="*/ 14 w 1962"/>
                <a:gd name="T63" fmla="*/ 0 h 3555"/>
                <a:gd name="T64" fmla="*/ 14 w 1962"/>
                <a:gd name="T65" fmla="*/ 0 h 3555"/>
                <a:gd name="T66" fmla="*/ 13 w 1962"/>
                <a:gd name="T67" fmla="*/ 0 h 3555"/>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962"/>
                <a:gd name="T103" fmla="*/ 0 h 3555"/>
                <a:gd name="T104" fmla="*/ 1962 w 1962"/>
                <a:gd name="T105" fmla="*/ 3555 h 3555"/>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962" h="3555">
                  <a:moveTo>
                    <a:pt x="1594" y="50"/>
                  </a:moveTo>
                  <a:lnTo>
                    <a:pt x="368" y="831"/>
                  </a:lnTo>
                  <a:lnTo>
                    <a:pt x="330" y="858"/>
                  </a:lnTo>
                  <a:lnTo>
                    <a:pt x="294" y="888"/>
                  </a:lnTo>
                  <a:lnTo>
                    <a:pt x="259" y="922"/>
                  </a:lnTo>
                  <a:lnTo>
                    <a:pt x="225" y="961"/>
                  </a:lnTo>
                  <a:lnTo>
                    <a:pt x="193" y="1003"/>
                  </a:lnTo>
                  <a:lnTo>
                    <a:pt x="163" y="1047"/>
                  </a:lnTo>
                  <a:lnTo>
                    <a:pt x="133" y="1094"/>
                  </a:lnTo>
                  <a:lnTo>
                    <a:pt x="108" y="1143"/>
                  </a:lnTo>
                  <a:lnTo>
                    <a:pt x="84" y="1193"/>
                  </a:lnTo>
                  <a:lnTo>
                    <a:pt x="63" y="1246"/>
                  </a:lnTo>
                  <a:lnTo>
                    <a:pt x="44" y="1299"/>
                  </a:lnTo>
                  <a:lnTo>
                    <a:pt x="29" y="1353"/>
                  </a:lnTo>
                  <a:lnTo>
                    <a:pt x="16" y="1405"/>
                  </a:lnTo>
                  <a:lnTo>
                    <a:pt x="7" y="1459"/>
                  </a:lnTo>
                  <a:lnTo>
                    <a:pt x="2" y="1512"/>
                  </a:lnTo>
                  <a:lnTo>
                    <a:pt x="0" y="1565"/>
                  </a:lnTo>
                  <a:lnTo>
                    <a:pt x="0" y="3237"/>
                  </a:lnTo>
                  <a:lnTo>
                    <a:pt x="2" y="3287"/>
                  </a:lnTo>
                  <a:lnTo>
                    <a:pt x="7" y="3333"/>
                  </a:lnTo>
                  <a:lnTo>
                    <a:pt x="16" y="3375"/>
                  </a:lnTo>
                  <a:lnTo>
                    <a:pt x="29" y="3413"/>
                  </a:lnTo>
                  <a:lnTo>
                    <a:pt x="44" y="3447"/>
                  </a:lnTo>
                  <a:lnTo>
                    <a:pt x="63" y="3477"/>
                  </a:lnTo>
                  <a:lnTo>
                    <a:pt x="84" y="3502"/>
                  </a:lnTo>
                  <a:lnTo>
                    <a:pt x="108" y="3522"/>
                  </a:lnTo>
                  <a:lnTo>
                    <a:pt x="133" y="3538"/>
                  </a:lnTo>
                  <a:lnTo>
                    <a:pt x="163" y="3549"/>
                  </a:lnTo>
                  <a:lnTo>
                    <a:pt x="193" y="3555"/>
                  </a:lnTo>
                  <a:lnTo>
                    <a:pt x="225" y="3555"/>
                  </a:lnTo>
                  <a:lnTo>
                    <a:pt x="259" y="3550"/>
                  </a:lnTo>
                  <a:lnTo>
                    <a:pt x="294" y="3541"/>
                  </a:lnTo>
                  <a:lnTo>
                    <a:pt x="330" y="3524"/>
                  </a:lnTo>
                  <a:lnTo>
                    <a:pt x="368" y="3503"/>
                  </a:lnTo>
                  <a:lnTo>
                    <a:pt x="1594" y="2722"/>
                  </a:lnTo>
                  <a:lnTo>
                    <a:pt x="1632" y="2696"/>
                  </a:lnTo>
                  <a:lnTo>
                    <a:pt x="1668" y="2665"/>
                  </a:lnTo>
                  <a:lnTo>
                    <a:pt x="1703" y="2631"/>
                  </a:lnTo>
                  <a:lnTo>
                    <a:pt x="1737" y="2592"/>
                  </a:lnTo>
                  <a:lnTo>
                    <a:pt x="1769" y="2551"/>
                  </a:lnTo>
                  <a:lnTo>
                    <a:pt x="1799" y="2506"/>
                  </a:lnTo>
                  <a:lnTo>
                    <a:pt x="1829" y="2460"/>
                  </a:lnTo>
                  <a:lnTo>
                    <a:pt x="1854" y="2411"/>
                  </a:lnTo>
                  <a:lnTo>
                    <a:pt x="1878" y="2361"/>
                  </a:lnTo>
                  <a:lnTo>
                    <a:pt x="1899" y="2308"/>
                  </a:lnTo>
                  <a:lnTo>
                    <a:pt x="1918" y="2256"/>
                  </a:lnTo>
                  <a:lnTo>
                    <a:pt x="1933" y="2202"/>
                  </a:lnTo>
                  <a:lnTo>
                    <a:pt x="1946" y="2149"/>
                  </a:lnTo>
                  <a:lnTo>
                    <a:pt x="1955" y="2095"/>
                  </a:lnTo>
                  <a:lnTo>
                    <a:pt x="1960" y="2042"/>
                  </a:lnTo>
                  <a:lnTo>
                    <a:pt x="1962" y="1989"/>
                  </a:lnTo>
                  <a:lnTo>
                    <a:pt x="1962" y="319"/>
                  </a:lnTo>
                  <a:lnTo>
                    <a:pt x="1960" y="269"/>
                  </a:lnTo>
                  <a:lnTo>
                    <a:pt x="1955" y="223"/>
                  </a:lnTo>
                  <a:lnTo>
                    <a:pt x="1946" y="180"/>
                  </a:lnTo>
                  <a:lnTo>
                    <a:pt x="1933" y="143"/>
                  </a:lnTo>
                  <a:lnTo>
                    <a:pt x="1918" y="109"/>
                  </a:lnTo>
                  <a:lnTo>
                    <a:pt x="1899" y="79"/>
                  </a:lnTo>
                  <a:lnTo>
                    <a:pt x="1878" y="54"/>
                  </a:lnTo>
                  <a:lnTo>
                    <a:pt x="1854" y="33"/>
                  </a:lnTo>
                  <a:lnTo>
                    <a:pt x="1829" y="17"/>
                  </a:lnTo>
                  <a:lnTo>
                    <a:pt x="1799" y="7"/>
                  </a:lnTo>
                  <a:lnTo>
                    <a:pt x="1769" y="0"/>
                  </a:lnTo>
                  <a:lnTo>
                    <a:pt x="1737" y="0"/>
                  </a:lnTo>
                  <a:lnTo>
                    <a:pt x="1703" y="4"/>
                  </a:lnTo>
                  <a:lnTo>
                    <a:pt x="1668" y="14"/>
                  </a:lnTo>
                  <a:lnTo>
                    <a:pt x="1632" y="29"/>
                  </a:lnTo>
                  <a:lnTo>
                    <a:pt x="1594" y="50"/>
                  </a:lnTo>
                  <a:close/>
                </a:path>
              </a:pathLst>
            </a:custGeom>
            <a:solidFill>
              <a:srgbClr val="E5E5E5"/>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1041" name="Freeform 47"/>
            <p:cNvSpPr>
              <a:spLocks noEditPoints="1"/>
            </p:cNvSpPr>
            <p:nvPr/>
          </p:nvSpPr>
          <p:spPr bwMode="auto">
            <a:xfrm>
              <a:off x="916" y="1589"/>
              <a:ext cx="697" cy="698"/>
            </a:xfrm>
            <a:custGeom>
              <a:avLst/>
              <a:gdLst>
                <a:gd name="T0" fmla="*/ 16 w 3485"/>
                <a:gd name="T1" fmla="*/ 0 h 3490"/>
                <a:gd name="T2" fmla="*/ 17 w 3485"/>
                <a:gd name="T3" fmla="*/ 2 h 3490"/>
                <a:gd name="T4" fmla="*/ 17 w 3485"/>
                <a:gd name="T5" fmla="*/ 3 h 3490"/>
                <a:gd name="T6" fmla="*/ 14 w 3485"/>
                <a:gd name="T7" fmla="*/ 4 h 3490"/>
                <a:gd name="T8" fmla="*/ 12 w 3485"/>
                <a:gd name="T9" fmla="*/ 4 h 3490"/>
                <a:gd name="T10" fmla="*/ 11 w 3485"/>
                <a:gd name="T11" fmla="*/ 2 h 3490"/>
                <a:gd name="T12" fmla="*/ 11 w 3485"/>
                <a:gd name="T13" fmla="*/ 1 h 3490"/>
                <a:gd name="T14" fmla="*/ 14 w 3485"/>
                <a:gd name="T15" fmla="*/ 0 h 3490"/>
                <a:gd name="T16" fmla="*/ 3 w 3485"/>
                <a:gd name="T17" fmla="*/ 7 h 3490"/>
                <a:gd name="T18" fmla="*/ 4 w 3485"/>
                <a:gd name="T19" fmla="*/ 9 h 3490"/>
                <a:gd name="T20" fmla="*/ 3 w 3485"/>
                <a:gd name="T21" fmla="*/ 12 h 3490"/>
                <a:gd name="T22" fmla="*/ 2 w 3485"/>
                <a:gd name="T23" fmla="*/ 13 h 3490"/>
                <a:gd name="T24" fmla="*/ 1 w 3485"/>
                <a:gd name="T25" fmla="*/ 12 h 3490"/>
                <a:gd name="T26" fmla="*/ 0 w 3485"/>
                <a:gd name="T27" fmla="*/ 10 h 3490"/>
                <a:gd name="T28" fmla="*/ 0 w 3485"/>
                <a:gd name="T29" fmla="*/ 8 h 3490"/>
                <a:gd name="T30" fmla="*/ 2 w 3485"/>
                <a:gd name="T31" fmla="*/ 6 h 3490"/>
                <a:gd name="T32" fmla="*/ 10 w 3485"/>
                <a:gd name="T33" fmla="*/ 20 h 3490"/>
                <a:gd name="T34" fmla="*/ 11 w 3485"/>
                <a:gd name="T35" fmla="*/ 22 h 3490"/>
                <a:gd name="T36" fmla="*/ 11 w 3485"/>
                <a:gd name="T37" fmla="*/ 25 h 3490"/>
                <a:gd name="T38" fmla="*/ 10 w 3485"/>
                <a:gd name="T39" fmla="*/ 27 h 3490"/>
                <a:gd name="T40" fmla="*/ 8 w 3485"/>
                <a:gd name="T41" fmla="*/ 26 h 3490"/>
                <a:gd name="T42" fmla="*/ 7 w 3485"/>
                <a:gd name="T43" fmla="*/ 24 h 3490"/>
                <a:gd name="T44" fmla="*/ 7 w 3485"/>
                <a:gd name="T45" fmla="*/ 22 h 3490"/>
                <a:gd name="T46" fmla="*/ 8 w 3485"/>
                <a:gd name="T47" fmla="*/ 20 h 3490"/>
                <a:gd name="T48" fmla="*/ 20 w 3485"/>
                <a:gd name="T49" fmla="*/ 21 h 3490"/>
                <a:gd name="T50" fmla="*/ 21 w 3485"/>
                <a:gd name="T51" fmla="*/ 23 h 3490"/>
                <a:gd name="T52" fmla="*/ 21 w 3485"/>
                <a:gd name="T53" fmla="*/ 26 h 3490"/>
                <a:gd name="T54" fmla="*/ 20 w 3485"/>
                <a:gd name="T55" fmla="*/ 28 h 3490"/>
                <a:gd name="T56" fmla="*/ 18 w 3485"/>
                <a:gd name="T57" fmla="*/ 28 h 3490"/>
                <a:gd name="T58" fmla="*/ 17 w 3485"/>
                <a:gd name="T59" fmla="*/ 26 h 3490"/>
                <a:gd name="T60" fmla="*/ 17 w 3485"/>
                <a:gd name="T61" fmla="*/ 23 h 3490"/>
                <a:gd name="T62" fmla="*/ 18 w 3485"/>
                <a:gd name="T63" fmla="*/ 21 h 3490"/>
                <a:gd name="T64" fmla="*/ 19 w 3485"/>
                <a:gd name="T65" fmla="*/ 11 h 3490"/>
                <a:gd name="T66" fmla="*/ 20 w 3485"/>
                <a:gd name="T67" fmla="*/ 13 h 3490"/>
                <a:gd name="T68" fmla="*/ 21 w 3485"/>
                <a:gd name="T69" fmla="*/ 15 h 3490"/>
                <a:gd name="T70" fmla="*/ 20 w 3485"/>
                <a:gd name="T71" fmla="*/ 17 h 3490"/>
                <a:gd name="T72" fmla="*/ 18 w 3485"/>
                <a:gd name="T73" fmla="*/ 17 h 3490"/>
                <a:gd name="T74" fmla="*/ 17 w 3485"/>
                <a:gd name="T75" fmla="*/ 16 h 3490"/>
                <a:gd name="T76" fmla="*/ 17 w 3485"/>
                <a:gd name="T77" fmla="*/ 13 h 3490"/>
                <a:gd name="T78" fmla="*/ 18 w 3485"/>
                <a:gd name="T79" fmla="*/ 11 h 3490"/>
                <a:gd name="T80" fmla="*/ 26 w 3485"/>
                <a:gd name="T81" fmla="*/ 7 h 3490"/>
                <a:gd name="T82" fmla="*/ 27 w 3485"/>
                <a:gd name="T83" fmla="*/ 8 h 3490"/>
                <a:gd name="T84" fmla="*/ 27 w 3485"/>
                <a:gd name="T85" fmla="*/ 11 h 3490"/>
                <a:gd name="T86" fmla="*/ 26 w 3485"/>
                <a:gd name="T87" fmla="*/ 13 h 3490"/>
                <a:gd name="T88" fmla="*/ 25 w 3485"/>
                <a:gd name="T89" fmla="*/ 13 h 3490"/>
                <a:gd name="T90" fmla="*/ 24 w 3485"/>
                <a:gd name="T91" fmla="*/ 12 h 3490"/>
                <a:gd name="T92" fmla="*/ 24 w 3485"/>
                <a:gd name="T93" fmla="*/ 9 h 3490"/>
                <a:gd name="T94" fmla="*/ 24 w 3485"/>
                <a:gd name="T95" fmla="*/ 7 h 3490"/>
                <a:gd name="T96" fmla="*/ 26 w 3485"/>
                <a:gd name="T97" fmla="*/ 17 h 3490"/>
                <a:gd name="T98" fmla="*/ 27 w 3485"/>
                <a:gd name="T99" fmla="*/ 18 h 3490"/>
                <a:gd name="T100" fmla="*/ 28 w 3485"/>
                <a:gd name="T101" fmla="*/ 21 h 3490"/>
                <a:gd name="T102" fmla="*/ 27 w 3485"/>
                <a:gd name="T103" fmla="*/ 23 h 3490"/>
                <a:gd name="T104" fmla="*/ 26 w 3485"/>
                <a:gd name="T105" fmla="*/ 24 h 3490"/>
                <a:gd name="T106" fmla="*/ 24 w 3485"/>
                <a:gd name="T107" fmla="*/ 23 h 3490"/>
                <a:gd name="T108" fmla="*/ 24 w 3485"/>
                <a:gd name="T109" fmla="*/ 20 h 3490"/>
                <a:gd name="T110" fmla="*/ 25 w 3485"/>
                <a:gd name="T111" fmla="*/ 18 h 3490"/>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w 3485"/>
                <a:gd name="T169" fmla="*/ 0 h 3490"/>
                <a:gd name="T170" fmla="*/ 3485 w 3485"/>
                <a:gd name="T171" fmla="*/ 3490 h 3490"/>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T168" t="T169" r="T170" b="T171"/>
              <a:pathLst>
                <a:path w="3485" h="3490">
                  <a:moveTo>
                    <a:pt x="1754" y="0"/>
                  </a:moveTo>
                  <a:lnTo>
                    <a:pt x="1797" y="2"/>
                  </a:lnTo>
                  <a:lnTo>
                    <a:pt x="1840" y="5"/>
                  </a:lnTo>
                  <a:lnTo>
                    <a:pt x="1881" y="12"/>
                  </a:lnTo>
                  <a:lnTo>
                    <a:pt x="1921" y="20"/>
                  </a:lnTo>
                  <a:lnTo>
                    <a:pt x="1959" y="31"/>
                  </a:lnTo>
                  <a:lnTo>
                    <a:pt x="1994" y="44"/>
                  </a:lnTo>
                  <a:lnTo>
                    <a:pt x="2028" y="59"/>
                  </a:lnTo>
                  <a:lnTo>
                    <a:pt x="2058" y="74"/>
                  </a:lnTo>
                  <a:lnTo>
                    <a:pt x="2086" y="93"/>
                  </a:lnTo>
                  <a:lnTo>
                    <a:pt x="2111" y="113"/>
                  </a:lnTo>
                  <a:lnTo>
                    <a:pt x="2132" y="133"/>
                  </a:lnTo>
                  <a:lnTo>
                    <a:pt x="2151" y="155"/>
                  </a:lnTo>
                  <a:lnTo>
                    <a:pt x="2165" y="179"/>
                  </a:lnTo>
                  <a:lnTo>
                    <a:pt x="2175" y="203"/>
                  </a:lnTo>
                  <a:lnTo>
                    <a:pt x="2182" y="229"/>
                  </a:lnTo>
                  <a:lnTo>
                    <a:pt x="2185" y="255"/>
                  </a:lnTo>
                  <a:lnTo>
                    <a:pt x="2182" y="281"/>
                  </a:lnTo>
                  <a:lnTo>
                    <a:pt x="2175" y="305"/>
                  </a:lnTo>
                  <a:lnTo>
                    <a:pt x="2165" y="330"/>
                  </a:lnTo>
                  <a:lnTo>
                    <a:pt x="2151" y="353"/>
                  </a:lnTo>
                  <a:lnTo>
                    <a:pt x="2132" y="376"/>
                  </a:lnTo>
                  <a:lnTo>
                    <a:pt x="2111" y="397"/>
                  </a:lnTo>
                  <a:lnTo>
                    <a:pt x="2086" y="417"/>
                  </a:lnTo>
                  <a:lnTo>
                    <a:pt x="2058" y="434"/>
                  </a:lnTo>
                  <a:lnTo>
                    <a:pt x="2028" y="451"/>
                  </a:lnTo>
                  <a:lnTo>
                    <a:pt x="1994" y="466"/>
                  </a:lnTo>
                  <a:lnTo>
                    <a:pt x="1959" y="479"/>
                  </a:lnTo>
                  <a:lnTo>
                    <a:pt x="1921" y="489"/>
                  </a:lnTo>
                  <a:lnTo>
                    <a:pt x="1881" y="498"/>
                  </a:lnTo>
                  <a:lnTo>
                    <a:pt x="1840" y="505"/>
                  </a:lnTo>
                  <a:lnTo>
                    <a:pt x="1797" y="508"/>
                  </a:lnTo>
                  <a:lnTo>
                    <a:pt x="1754" y="509"/>
                  </a:lnTo>
                  <a:lnTo>
                    <a:pt x="1710" y="508"/>
                  </a:lnTo>
                  <a:lnTo>
                    <a:pt x="1667" y="505"/>
                  </a:lnTo>
                  <a:lnTo>
                    <a:pt x="1626" y="498"/>
                  </a:lnTo>
                  <a:lnTo>
                    <a:pt x="1586" y="489"/>
                  </a:lnTo>
                  <a:lnTo>
                    <a:pt x="1548" y="479"/>
                  </a:lnTo>
                  <a:lnTo>
                    <a:pt x="1512" y="466"/>
                  </a:lnTo>
                  <a:lnTo>
                    <a:pt x="1479" y="451"/>
                  </a:lnTo>
                  <a:lnTo>
                    <a:pt x="1449" y="434"/>
                  </a:lnTo>
                  <a:lnTo>
                    <a:pt x="1421" y="417"/>
                  </a:lnTo>
                  <a:lnTo>
                    <a:pt x="1395" y="397"/>
                  </a:lnTo>
                  <a:lnTo>
                    <a:pt x="1374" y="376"/>
                  </a:lnTo>
                  <a:lnTo>
                    <a:pt x="1355" y="353"/>
                  </a:lnTo>
                  <a:lnTo>
                    <a:pt x="1341" y="330"/>
                  </a:lnTo>
                  <a:lnTo>
                    <a:pt x="1331" y="305"/>
                  </a:lnTo>
                  <a:lnTo>
                    <a:pt x="1324" y="281"/>
                  </a:lnTo>
                  <a:lnTo>
                    <a:pt x="1321" y="255"/>
                  </a:lnTo>
                  <a:lnTo>
                    <a:pt x="1324" y="229"/>
                  </a:lnTo>
                  <a:lnTo>
                    <a:pt x="1331" y="203"/>
                  </a:lnTo>
                  <a:lnTo>
                    <a:pt x="1341" y="179"/>
                  </a:lnTo>
                  <a:lnTo>
                    <a:pt x="1355" y="155"/>
                  </a:lnTo>
                  <a:lnTo>
                    <a:pt x="1374" y="133"/>
                  </a:lnTo>
                  <a:lnTo>
                    <a:pt x="1395" y="113"/>
                  </a:lnTo>
                  <a:lnTo>
                    <a:pt x="1421" y="93"/>
                  </a:lnTo>
                  <a:lnTo>
                    <a:pt x="1449" y="74"/>
                  </a:lnTo>
                  <a:lnTo>
                    <a:pt x="1479" y="59"/>
                  </a:lnTo>
                  <a:lnTo>
                    <a:pt x="1512" y="44"/>
                  </a:lnTo>
                  <a:lnTo>
                    <a:pt x="1548" y="31"/>
                  </a:lnTo>
                  <a:lnTo>
                    <a:pt x="1586" y="20"/>
                  </a:lnTo>
                  <a:lnTo>
                    <a:pt x="1626" y="12"/>
                  </a:lnTo>
                  <a:lnTo>
                    <a:pt x="1667" y="5"/>
                  </a:lnTo>
                  <a:lnTo>
                    <a:pt x="1710" y="2"/>
                  </a:lnTo>
                  <a:lnTo>
                    <a:pt x="1754" y="0"/>
                  </a:lnTo>
                  <a:close/>
                  <a:moveTo>
                    <a:pt x="239" y="786"/>
                  </a:moveTo>
                  <a:lnTo>
                    <a:pt x="263" y="788"/>
                  </a:lnTo>
                  <a:lnTo>
                    <a:pt x="287" y="794"/>
                  </a:lnTo>
                  <a:lnTo>
                    <a:pt x="309" y="805"/>
                  </a:lnTo>
                  <a:lnTo>
                    <a:pt x="331" y="819"/>
                  </a:lnTo>
                  <a:lnTo>
                    <a:pt x="352" y="836"/>
                  </a:lnTo>
                  <a:lnTo>
                    <a:pt x="372" y="857"/>
                  </a:lnTo>
                  <a:lnTo>
                    <a:pt x="390" y="882"/>
                  </a:lnTo>
                  <a:lnTo>
                    <a:pt x="407" y="909"/>
                  </a:lnTo>
                  <a:lnTo>
                    <a:pt x="423" y="940"/>
                  </a:lnTo>
                  <a:lnTo>
                    <a:pt x="437" y="971"/>
                  </a:lnTo>
                  <a:lnTo>
                    <a:pt x="448" y="1006"/>
                  </a:lnTo>
                  <a:lnTo>
                    <a:pt x="459" y="1043"/>
                  </a:lnTo>
                  <a:lnTo>
                    <a:pt x="467" y="1081"/>
                  </a:lnTo>
                  <a:lnTo>
                    <a:pt x="473" y="1121"/>
                  </a:lnTo>
                  <a:lnTo>
                    <a:pt x="476" y="1163"/>
                  </a:lnTo>
                  <a:lnTo>
                    <a:pt x="478" y="1206"/>
                  </a:lnTo>
                  <a:lnTo>
                    <a:pt x="476" y="1248"/>
                  </a:lnTo>
                  <a:lnTo>
                    <a:pt x="473" y="1290"/>
                  </a:lnTo>
                  <a:lnTo>
                    <a:pt x="467" y="1330"/>
                  </a:lnTo>
                  <a:lnTo>
                    <a:pt x="459" y="1367"/>
                  </a:lnTo>
                  <a:lnTo>
                    <a:pt x="448" y="1405"/>
                  </a:lnTo>
                  <a:lnTo>
                    <a:pt x="437" y="1439"/>
                  </a:lnTo>
                  <a:lnTo>
                    <a:pt x="423" y="1472"/>
                  </a:lnTo>
                  <a:lnTo>
                    <a:pt x="407" y="1501"/>
                  </a:lnTo>
                  <a:lnTo>
                    <a:pt x="390" y="1528"/>
                  </a:lnTo>
                  <a:lnTo>
                    <a:pt x="372" y="1553"/>
                  </a:lnTo>
                  <a:lnTo>
                    <a:pt x="352" y="1574"/>
                  </a:lnTo>
                  <a:lnTo>
                    <a:pt x="331" y="1591"/>
                  </a:lnTo>
                  <a:lnTo>
                    <a:pt x="309" y="1605"/>
                  </a:lnTo>
                  <a:lnTo>
                    <a:pt x="287" y="1616"/>
                  </a:lnTo>
                  <a:lnTo>
                    <a:pt x="263" y="1622"/>
                  </a:lnTo>
                  <a:lnTo>
                    <a:pt x="239" y="1624"/>
                  </a:lnTo>
                  <a:lnTo>
                    <a:pt x="214" y="1622"/>
                  </a:lnTo>
                  <a:lnTo>
                    <a:pt x="191" y="1616"/>
                  </a:lnTo>
                  <a:lnTo>
                    <a:pt x="168" y="1605"/>
                  </a:lnTo>
                  <a:lnTo>
                    <a:pt x="146" y="1591"/>
                  </a:lnTo>
                  <a:lnTo>
                    <a:pt x="125" y="1574"/>
                  </a:lnTo>
                  <a:lnTo>
                    <a:pt x="105" y="1553"/>
                  </a:lnTo>
                  <a:lnTo>
                    <a:pt x="87" y="1528"/>
                  </a:lnTo>
                  <a:lnTo>
                    <a:pt x="70" y="1501"/>
                  </a:lnTo>
                  <a:lnTo>
                    <a:pt x="55" y="1472"/>
                  </a:lnTo>
                  <a:lnTo>
                    <a:pt x="41" y="1439"/>
                  </a:lnTo>
                  <a:lnTo>
                    <a:pt x="29" y="1405"/>
                  </a:lnTo>
                  <a:lnTo>
                    <a:pt x="18" y="1367"/>
                  </a:lnTo>
                  <a:lnTo>
                    <a:pt x="10" y="1330"/>
                  </a:lnTo>
                  <a:lnTo>
                    <a:pt x="4" y="1290"/>
                  </a:lnTo>
                  <a:lnTo>
                    <a:pt x="1" y="1248"/>
                  </a:lnTo>
                  <a:lnTo>
                    <a:pt x="0" y="1206"/>
                  </a:lnTo>
                  <a:lnTo>
                    <a:pt x="1" y="1163"/>
                  </a:lnTo>
                  <a:lnTo>
                    <a:pt x="4" y="1121"/>
                  </a:lnTo>
                  <a:lnTo>
                    <a:pt x="10" y="1081"/>
                  </a:lnTo>
                  <a:lnTo>
                    <a:pt x="18" y="1043"/>
                  </a:lnTo>
                  <a:lnTo>
                    <a:pt x="29" y="1006"/>
                  </a:lnTo>
                  <a:lnTo>
                    <a:pt x="41" y="971"/>
                  </a:lnTo>
                  <a:lnTo>
                    <a:pt x="55" y="940"/>
                  </a:lnTo>
                  <a:lnTo>
                    <a:pt x="70" y="909"/>
                  </a:lnTo>
                  <a:lnTo>
                    <a:pt x="87" y="882"/>
                  </a:lnTo>
                  <a:lnTo>
                    <a:pt x="105" y="857"/>
                  </a:lnTo>
                  <a:lnTo>
                    <a:pt x="125" y="836"/>
                  </a:lnTo>
                  <a:lnTo>
                    <a:pt x="146" y="819"/>
                  </a:lnTo>
                  <a:lnTo>
                    <a:pt x="168" y="805"/>
                  </a:lnTo>
                  <a:lnTo>
                    <a:pt x="191" y="794"/>
                  </a:lnTo>
                  <a:lnTo>
                    <a:pt x="214" y="788"/>
                  </a:lnTo>
                  <a:lnTo>
                    <a:pt x="239" y="786"/>
                  </a:lnTo>
                  <a:close/>
                  <a:moveTo>
                    <a:pt x="1119" y="2495"/>
                  </a:moveTo>
                  <a:lnTo>
                    <a:pt x="1143" y="2498"/>
                  </a:lnTo>
                  <a:lnTo>
                    <a:pt x="1167" y="2504"/>
                  </a:lnTo>
                  <a:lnTo>
                    <a:pt x="1190" y="2514"/>
                  </a:lnTo>
                  <a:lnTo>
                    <a:pt x="1211" y="2528"/>
                  </a:lnTo>
                  <a:lnTo>
                    <a:pt x="1232" y="2546"/>
                  </a:lnTo>
                  <a:lnTo>
                    <a:pt x="1252" y="2567"/>
                  </a:lnTo>
                  <a:lnTo>
                    <a:pt x="1271" y="2592"/>
                  </a:lnTo>
                  <a:lnTo>
                    <a:pt x="1288" y="2618"/>
                  </a:lnTo>
                  <a:lnTo>
                    <a:pt x="1304" y="2648"/>
                  </a:lnTo>
                  <a:lnTo>
                    <a:pt x="1318" y="2681"/>
                  </a:lnTo>
                  <a:lnTo>
                    <a:pt x="1329" y="2715"/>
                  </a:lnTo>
                  <a:lnTo>
                    <a:pt x="1340" y="2752"/>
                  </a:lnTo>
                  <a:lnTo>
                    <a:pt x="1348" y="2790"/>
                  </a:lnTo>
                  <a:lnTo>
                    <a:pt x="1354" y="2830"/>
                  </a:lnTo>
                  <a:lnTo>
                    <a:pt x="1358" y="2872"/>
                  </a:lnTo>
                  <a:lnTo>
                    <a:pt x="1359" y="2914"/>
                  </a:lnTo>
                  <a:lnTo>
                    <a:pt x="1358" y="2956"/>
                  </a:lnTo>
                  <a:lnTo>
                    <a:pt x="1354" y="2998"/>
                  </a:lnTo>
                  <a:lnTo>
                    <a:pt x="1348" y="3038"/>
                  </a:lnTo>
                  <a:lnTo>
                    <a:pt x="1340" y="3077"/>
                  </a:lnTo>
                  <a:lnTo>
                    <a:pt x="1329" y="3113"/>
                  </a:lnTo>
                  <a:lnTo>
                    <a:pt x="1318" y="3147"/>
                  </a:lnTo>
                  <a:lnTo>
                    <a:pt x="1304" y="3180"/>
                  </a:lnTo>
                  <a:lnTo>
                    <a:pt x="1288" y="3209"/>
                  </a:lnTo>
                  <a:lnTo>
                    <a:pt x="1271" y="3238"/>
                  </a:lnTo>
                  <a:lnTo>
                    <a:pt x="1252" y="3261"/>
                  </a:lnTo>
                  <a:lnTo>
                    <a:pt x="1232" y="3282"/>
                  </a:lnTo>
                  <a:lnTo>
                    <a:pt x="1211" y="3301"/>
                  </a:lnTo>
                  <a:lnTo>
                    <a:pt x="1190" y="3315"/>
                  </a:lnTo>
                  <a:lnTo>
                    <a:pt x="1167" y="3325"/>
                  </a:lnTo>
                  <a:lnTo>
                    <a:pt x="1143" y="3331"/>
                  </a:lnTo>
                  <a:lnTo>
                    <a:pt x="1119" y="3334"/>
                  </a:lnTo>
                  <a:lnTo>
                    <a:pt x="1094" y="3331"/>
                  </a:lnTo>
                  <a:lnTo>
                    <a:pt x="1070" y="3325"/>
                  </a:lnTo>
                  <a:lnTo>
                    <a:pt x="1048" y="3315"/>
                  </a:lnTo>
                  <a:lnTo>
                    <a:pt x="1026" y="3301"/>
                  </a:lnTo>
                  <a:lnTo>
                    <a:pt x="1005" y="3282"/>
                  </a:lnTo>
                  <a:lnTo>
                    <a:pt x="985" y="3261"/>
                  </a:lnTo>
                  <a:lnTo>
                    <a:pt x="967" y="3238"/>
                  </a:lnTo>
                  <a:lnTo>
                    <a:pt x="950" y="3209"/>
                  </a:lnTo>
                  <a:lnTo>
                    <a:pt x="935" y="3180"/>
                  </a:lnTo>
                  <a:lnTo>
                    <a:pt x="921" y="3147"/>
                  </a:lnTo>
                  <a:lnTo>
                    <a:pt x="909" y="3113"/>
                  </a:lnTo>
                  <a:lnTo>
                    <a:pt x="898" y="3077"/>
                  </a:lnTo>
                  <a:lnTo>
                    <a:pt x="890" y="3038"/>
                  </a:lnTo>
                  <a:lnTo>
                    <a:pt x="884" y="2998"/>
                  </a:lnTo>
                  <a:lnTo>
                    <a:pt x="881" y="2956"/>
                  </a:lnTo>
                  <a:lnTo>
                    <a:pt x="880" y="2914"/>
                  </a:lnTo>
                  <a:lnTo>
                    <a:pt x="881" y="2872"/>
                  </a:lnTo>
                  <a:lnTo>
                    <a:pt x="884" y="2830"/>
                  </a:lnTo>
                  <a:lnTo>
                    <a:pt x="890" y="2790"/>
                  </a:lnTo>
                  <a:lnTo>
                    <a:pt x="898" y="2752"/>
                  </a:lnTo>
                  <a:lnTo>
                    <a:pt x="909" y="2715"/>
                  </a:lnTo>
                  <a:lnTo>
                    <a:pt x="921" y="2681"/>
                  </a:lnTo>
                  <a:lnTo>
                    <a:pt x="935" y="2648"/>
                  </a:lnTo>
                  <a:lnTo>
                    <a:pt x="950" y="2618"/>
                  </a:lnTo>
                  <a:lnTo>
                    <a:pt x="967" y="2592"/>
                  </a:lnTo>
                  <a:lnTo>
                    <a:pt x="985" y="2567"/>
                  </a:lnTo>
                  <a:lnTo>
                    <a:pt x="1005" y="2546"/>
                  </a:lnTo>
                  <a:lnTo>
                    <a:pt x="1026" y="2528"/>
                  </a:lnTo>
                  <a:lnTo>
                    <a:pt x="1048" y="2514"/>
                  </a:lnTo>
                  <a:lnTo>
                    <a:pt x="1070" y="2504"/>
                  </a:lnTo>
                  <a:lnTo>
                    <a:pt x="1094" y="2498"/>
                  </a:lnTo>
                  <a:lnTo>
                    <a:pt x="1119" y="2495"/>
                  </a:lnTo>
                  <a:close/>
                  <a:moveTo>
                    <a:pt x="2380" y="2651"/>
                  </a:moveTo>
                  <a:lnTo>
                    <a:pt x="2405" y="2654"/>
                  </a:lnTo>
                  <a:lnTo>
                    <a:pt x="2428" y="2660"/>
                  </a:lnTo>
                  <a:lnTo>
                    <a:pt x="2452" y="2670"/>
                  </a:lnTo>
                  <a:lnTo>
                    <a:pt x="2473" y="2684"/>
                  </a:lnTo>
                  <a:lnTo>
                    <a:pt x="2494" y="2703"/>
                  </a:lnTo>
                  <a:lnTo>
                    <a:pt x="2514" y="2724"/>
                  </a:lnTo>
                  <a:lnTo>
                    <a:pt x="2533" y="2747"/>
                  </a:lnTo>
                  <a:lnTo>
                    <a:pt x="2550" y="2774"/>
                  </a:lnTo>
                  <a:lnTo>
                    <a:pt x="2565" y="2805"/>
                  </a:lnTo>
                  <a:lnTo>
                    <a:pt x="2580" y="2838"/>
                  </a:lnTo>
                  <a:lnTo>
                    <a:pt x="2591" y="2872"/>
                  </a:lnTo>
                  <a:lnTo>
                    <a:pt x="2602" y="2908"/>
                  </a:lnTo>
                  <a:lnTo>
                    <a:pt x="2610" y="2947"/>
                  </a:lnTo>
                  <a:lnTo>
                    <a:pt x="2616" y="2987"/>
                  </a:lnTo>
                  <a:lnTo>
                    <a:pt x="2619" y="3029"/>
                  </a:lnTo>
                  <a:lnTo>
                    <a:pt x="2621" y="3071"/>
                  </a:lnTo>
                  <a:lnTo>
                    <a:pt x="2619" y="3113"/>
                  </a:lnTo>
                  <a:lnTo>
                    <a:pt x="2616" y="3155"/>
                  </a:lnTo>
                  <a:lnTo>
                    <a:pt x="2610" y="3195"/>
                  </a:lnTo>
                  <a:lnTo>
                    <a:pt x="2602" y="3233"/>
                  </a:lnTo>
                  <a:lnTo>
                    <a:pt x="2591" y="3270"/>
                  </a:lnTo>
                  <a:lnTo>
                    <a:pt x="2580" y="3304"/>
                  </a:lnTo>
                  <a:lnTo>
                    <a:pt x="2565" y="3337"/>
                  </a:lnTo>
                  <a:lnTo>
                    <a:pt x="2550" y="3367"/>
                  </a:lnTo>
                  <a:lnTo>
                    <a:pt x="2533" y="3393"/>
                  </a:lnTo>
                  <a:lnTo>
                    <a:pt x="2514" y="3418"/>
                  </a:lnTo>
                  <a:lnTo>
                    <a:pt x="2494" y="3439"/>
                  </a:lnTo>
                  <a:lnTo>
                    <a:pt x="2473" y="3457"/>
                  </a:lnTo>
                  <a:lnTo>
                    <a:pt x="2452" y="3471"/>
                  </a:lnTo>
                  <a:lnTo>
                    <a:pt x="2428" y="3481"/>
                  </a:lnTo>
                  <a:lnTo>
                    <a:pt x="2405" y="3487"/>
                  </a:lnTo>
                  <a:lnTo>
                    <a:pt x="2380" y="3490"/>
                  </a:lnTo>
                  <a:lnTo>
                    <a:pt x="2356" y="3487"/>
                  </a:lnTo>
                  <a:lnTo>
                    <a:pt x="2332" y="3481"/>
                  </a:lnTo>
                  <a:lnTo>
                    <a:pt x="2310" y="3471"/>
                  </a:lnTo>
                  <a:lnTo>
                    <a:pt x="2288" y="3457"/>
                  </a:lnTo>
                  <a:lnTo>
                    <a:pt x="2267" y="3439"/>
                  </a:lnTo>
                  <a:lnTo>
                    <a:pt x="2248" y="3418"/>
                  </a:lnTo>
                  <a:lnTo>
                    <a:pt x="2229" y="3393"/>
                  </a:lnTo>
                  <a:lnTo>
                    <a:pt x="2212" y="3367"/>
                  </a:lnTo>
                  <a:lnTo>
                    <a:pt x="2196" y="3337"/>
                  </a:lnTo>
                  <a:lnTo>
                    <a:pt x="2182" y="3304"/>
                  </a:lnTo>
                  <a:lnTo>
                    <a:pt x="2171" y="3270"/>
                  </a:lnTo>
                  <a:lnTo>
                    <a:pt x="2160" y="3233"/>
                  </a:lnTo>
                  <a:lnTo>
                    <a:pt x="2152" y="3195"/>
                  </a:lnTo>
                  <a:lnTo>
                    <a:pt x="2146" y="3155"/>
                  </a:lnTo>
                  <a:lnTo>
                    <a:pt x="2142" y="3113"/>
                  </a:lnTo>
                  <a:lnTo>
                    <a:pt x="2141" y="3071"/>
                  </a:lnTo>
                  <a:lnTo>
                    <a:pt x="2142" y="3029"/>
                  </a:lnTo>
                  <a:lnTo>
                    <a:pt x="2146" y="2987"/>
                  </a:lnTo>
                  <a:lnTo>
                    <a:pt x="2152" y="2947"/>
                  </a:lnTo>
                  <a:lnTo>
                    <a:pt x="2160" y="2908"/>
                  </a:lnTo>
                  <a:lnTo>
                    <a:pt x="2171" y="2872"/>
                  </a:lnTo>
                  <a:lnTo>
                    <a:pt x="2182" y="2838"/>
                  </a:lnTo>
                  <a:lnTo>
                    <a:pt x="2196" y="2805"/>
                  </a:lnTo>
                  <a:lnTo>
                    <a:pt x="2212" y="2774"/>
                  </a:lnTo>
                  <a:lnTo>
                    <a:pt x="2229" y="2747"/>
                  </a:lnTo>
                  <a:lnTo>
                    <a:pt x="2248" y="2724"/>
                  </a:lnTo>
                  <a:lnTo>
                    <a:pt x="2267" y="2703"/>
                  </a:lnTo>
                  <a:lnTo>
                    <a:pt x="2288" y="2684"/>
                  </a:lnTo>
                  <a:lnTo>
                    <a:pt x="2310" y="2670"/>
                  </a:lnTo>
                  <a:lnTo>
                    <a:pt x="2332" y="2660"/>
                  </a:lnTo>
                  <a:lnTo>
                    <a:pt x="2356" y="2654"/>
                  </a:lnTo>
                  <a:lnTo>
                    <a:pt x="2380" y="2651"/>
                  </a:lnTo>
                  <a:close/>
                  <a:moveTo>
                    <a:pt x="2342" y="1355"/>
                  </a:moveTo>
                  <a:lnTo>
                    <a:pt x="2366" y="1357"/>
                  </a:lnTo>
                  <a:lnTo>
                    <a:pt x="2390" y="1363"/>
                  </a:lnTo>
                  <a:lnTo>
                    <a:pt x="2412" y="1373"/>
                  </a:lnTo>
                  <a:lnTo>
                    <a:pt x="2434" y="1387"/>
                  </a:lnTo>
                  <a:lnTo>
                    <a:pt x="2455" y="1405"/>
                  </a:lnTo>
                  <a:lnTo>
                    <a:pt x="2475" y="1426"/>
                  </a:lnTo>
                  <a:lnTo>
                    <a:pt x="2493" y="1451"/>
                  </a:lnTo>
                  <a:lnTo>
                    <a:pt x="2510" y="1478"/>
                  </a:lnTo>
                  <a:lnTo>
                    <a:pt x="2526" y="1507"/>
                  </a:lnTo>
                  <a:lnTo>
                    <a:pt x="2540" y="1540"/>
                  </a:lnTo>
                  <a:lnTo>
                    <a:pt x="2551" y="1574"/>
                  </a:lnTo>
                  <a:lnTo>
                    <a:pt x="2562" y="1611"/>
                  </a:lnTo>
                  <a:lnTo>
                    <a:pt x="2570" y="1649"/>
                  </a:lnTo>
                  <a:lnTo>
                    <a:pt x="2576" y="1689"/>
                  </a:lnTo>
                  <a:lnTo>
                    <a:pt x="2580" y="1731"/>
                  </a:lnTo>
                  <a:lnTo>
                    <a:pt x="2581" y="1773"/>
                  </a:lnTo>
                  <a:lnTo>
                    <a:pt x="2580" y="1815"/>
                  </a:lnTo>
                  <a:lnTo>
                    <a:pt x="2576" y="1858"/>
                  </a:lnTo>
                  <a:lnTo>
                    <a:pt x="2570" y="1897"/>
                  </a:lnTo>
                  <a:lnTo>
                    <a:pt x="2562" y="1936"/>
                  </a:lnTo>
                  <a:lnTo>
                    <a:pt x="2551" y="1972"/>
                  </a:lnTo>
                  <a:lnTo>
                    <a:pt x="2540" y="2008"/>
                  </a:lnTo>
                  <a:lnTo>
                    <a:pt x="2526" y="2039"/>
                  </a:lnTo>
                  <a:lnTo>
                    <a:pt x="2510" y="2070"/>
                  </a:lnTo>
                  <a:lnTo>
                    <a:pt x="2493" y="2097"/>
                  </a:lnTo>
                  <a:lnTo>
                    <a:pt x="2475" y="2121"/>
                  </a:lnTo>
                  <a:lnTo>
                    <a:pt x="2455" y="2142"/>
                  </a:lnTo>
                  <a:lnTo>
                    <a:pt x="2434" y="2160"/>
                  </a:lnTo>
                  <a:lnTo>
                    <a:pt x="2412" y="2174"/>
                  </a:lnTo>
                  <a:lnTo>
                    <a:pt x="2390" y="2185"/>
                  </a:lnTo>
                  <a:lnTo>
                    <a:pt x="2366" y="2191"/>
                  </a:lnTo>
                  <a:lnTo>
                    <a:pt x="2342" y="2193"/>
                  </a:lnTo>
                  <a:lnTo>
                    <a:pt x="2317" y="2191"/>
                  </a:lnTo>
                  <a:lnTo>
                    <a:pt x="2294" y="2185"/>
                  </a:lnTo>
                  <a:lnTo>
                    <a:pt x="2270" y="2174"/>
                  </a:lnTo>
                  <a:lnTo>
                    <a:pt x="2249" y="2160"/>
                  </a:lnTo>
                  <a:lnTo>
                    <a:pt x="2228" y="2142"/>
                  </a:lnTo>
                  <a:lnTo>
                    <a:pt x="2208" y="2121"/>
                  </a:lnTo>
                  <a:lnTo>
                    <a:pt x="2189" y="2097"/>
                  </a:lnTo>
                  <a:lnTo>
                    <a:pt x="2173" y="2070"/>
                  </a:lnTo>
                  <a:lnTo>
                    <a:pt x="2157" y="2039"/>
                  </a:lnTo>
                  <a:lnTo>
                    <a:pt x="2142" y="2008"/>
                  </a:lnTo>
                  <a:lnTo>
                    <a:pt x="2131" y="1972"/>
                  </a:lnTo>
                  <a:lnTo>
                    <a:pt x="2120" y="1936"/>
                  </a:lnTo>
                  <a:lnTo>
                    <a:pt x="2112" y="1897"/>
                  </a:lnTo>
                  <a:lnTo>
                    <a:pt x="2106" y="1858"/>
                  </a:lnTo>
                  <a:lnTo>
                    <a:pt x="2103" y="1815"/>
                  </a:lnTo>
                  <a:lnTo>
                    <a:pt x="2101" y="1773"/>
                  </a:lnTo>
                  <a:lnTo>
                    <a:pt x="2103" y="1731"/>
                  </a:lnTo>
                  <a:lnTo>
                    <a:pt x="2106" y="1689"/>
                  </a:lnTo>
                  <a:lnTo>
                    <a:pt x="2112" y="1649"/>
                  </a:lnTo>
                  <a:lnTo>
                    <a:pt x="2120" y="1611"/>
                  </a:lnTo>
                  <a:lnTo>
                    <a:pt x="2131" y="1574"/>
                  </a:lnTo>
                  <a:lnTo>
                    <a:pt x="2142" y="1540"/>
                  </a:lnTo>
                  <a:lnTo>
                    <a:pt x="2157" y="1507"/>
                  </a:lnTo>
                  <a:lnTo>
                    <a:pt x="2173" y="1478"/>
                  </a:lnTo>
                  <a:lnTo>
                    <a:pt x="2189" y="1451"/>
                  </a:lnTo>
                  <a:lnTo>
                    <a:pt x="2208" y="1426"/>
                  </a:lnTo>
                  <a:lnTo>
                    <a:pt x="2228" y="1405"/>
                  </a:lnTo>
                  <a:lnTo>
                    <a:pt x="2249" y="1387"/>
                  </a:lnTo>
                  <a:lnTo>
                    <a:pt x="2270" y="1373"/>
                  </a:lnTo>
                  <a:lnTo>
                    <a:pt x="2294" y="1363"/>
                  </a:lnTo>
                  <a:lnTo>
                    <a:pt x="2317" y="1357"/>
                  </a:lnTo>
                  <a:lnTo>
                    <a:pt x="2342" y="1355"/>
                  </a:lnTo>
                  <a:close/>
                  <a:moveTo>
                    <a:pt x="3179" y="819"/>
                  </a:moveTo>
                  <a:lnTo>
                    <a:pt x="3204" y="821"/>
                  </a:lnTo>
                  <a:lnTo>
                    <a:pt x="3227" y="827"/>
                  </a:lnTo>
                  <a:lnTo>
                    <a:pt x="3250" y="838"/>
                  </a:lnTo>
                  <a:lnTo>
                    <a:pt x="3272" y="852"/>
                  </a:lnTo>
                  <a:lnTo>
                    <a:pt x="3293" y="869"/>
                  </a:lnTo>
                  <a:lnTo>
                    <a:pt x="3312" y="890"/>
                  </a:lnTo>
                  <a:lnTo>
                    <a:pt x="3331" y="915"/>
                  </a:lnTo>
                  <a:lnTo>
                    <a:pt x="3348" y="942"/>
                  </a:lnTo>
                  <a:lnTo>
                    <a:pt x="3363" y="971"/>
                  </a:lnTo>
                  <a:lnTo>
                    <a:pt x="3377" y="1004"/>
                  </a:lnTo>
                  <a:lnTo>
                    <a:pt x="3389" y="1038"/>
                  </a:lnTo>
                  <a:lnTo>
                    <a:pt x="3400" y="1076"/>
                  </a:lnTo>
                  <a:lnTo>
                    <a:pt x="3408" y="1113"/>
                  </a:lnTo>
                  <a:lnTo>
                    <a:pt x="3414" y="1153"/>
                  </a:lnTo>
                  <a:lnTo>
                    <a:pt x="3417" y="1195"/>
                  </a:lnTo>
                  <a:lnTo>
                    <a:pt x="3418" y="1237"/>
                  </a:lnTo>
                  <a:lnTo>
                    <a:pt x="3417" y="1280"/>
                  </a:lnTo>
                  <a:lnTo>
                    <a:pt x="3414" y="1322"/>
                  </a:lnTo>
                  <a:lnTo>
                    <a:pt x="3408" y="1362"/>
                  </a:lnTo>
                  <a:lnTo>
                    <a:pt x="3400" y="1399"/>
                  </a:lnTo>
                  <a:lnTo>
                    <a:pt x="3389" y="1437"/>
                  </a:lnTo>
                  <a:lnTo>
                    <a:pt x="3377" y="1471"/>
                  </a:lnTo>
                  <a:lnTo>
                    <a:pt x="3363" y="1503"/>
                  </a:lnTo>
                  <a:lnTo>
                    <a:pt x="3348" y="1533"/>
                  </a:lnTo>
                  <a:lnTo>
                    <a:pt x="3331" y="1560"/>
                  </a:lnTo>
                  <a:lnTo>
                    <a:pt x="3312" y="1584"/>
                  </a:lnTo>
                  <a:lnTo>
                    <a:pt x="3293" y="1605"/>
                  </a:lnTo>
                  <a:lnTo>
                    <a:pt x="3272" y="1623"/>
                  </a:lnTo>
                  <a:lnTo>
                    <a:pt x="3250" y="1637"/>
                  </a:lnTo>
                  <a:lnTo>
                    <a:pt x="3227" y="1648"/>
                  </a:lnTo>
                  <a:lnTo>
                    <a:pt x="3204" y="1654"/>
                  </a:lnTo>
                  <a:lnTo>
                    <a:pt x="3179" y="1656"/>
                  </a:lnTo>
                  <a:lnTo>
                    <a:pt x="3155" y="1654"/>
                  </a:lnTo>
                  <a:lnTo>
                    <a:pt x="3131" y="1648"/>
                  </a:lnTo>
                  <a:lnTo>
                    <a:pt x="3108" y="1637"/>
                  </a:lnTo>
                  <a:lnTo>
                    <a:pt x="3087" y="1623"/>
                  </a:lnTo>
                  <a:lnTo>
                    <a:pt x="3066" y="1605"/>
                  </a:lnTo>
                  <a:lnTo>
                    <a:pt x="3046" y="1584"/>
                  </a:lnTo>
                  <a:lnTo>
                    <a:pt x="3027" y="1560"/>
                  </a:lnTo>
                  <a:lnTo>
                    <a:pt x="3011" y="1533"/>
                  </a:lnTo>
                  <a:lnTo>
                    <a:pt x="2994" y="1503"/>
                  </a:lnTo>
                  <a:lnTo>
                    <a:pt x="2980" y="1471"/>
                  </a:lnTo>
                  <a:lnTo>
                    <a:pt x="2968" y="1437"/>
                  </a:lnTo>
                  <a:lnTo>
                    <a:pt x="2958" y="1399"/>
                  </a:lnTo>
                  <a:lnTo>
                    <a:pt x="2950" y="1362"/>
                  </a:lnTo>
                  <a:lnTo>
                    <a:pt x="2944" y="1322"/>
                  </a:lnTo>
                  <a:lnTo>
                    <a:pt x="2940" y="1280"/>
                  </a:lnTo>
                  <a:lnTo>
                    <a:pt x="2939" y="1237"/>
                  </a:lnTo>
                  <a:lnTo>
                    <a:pt x="2940" y="1195"/>
                  </a:lnTo>
                  <a:lnTo>
                    <a:pt x="2944" y="1153"/>
                  </a:lnTo>
                  <a:lnTo>
                    <a:pt x="2950" y="1113"/>
                  </a:lnTo>
                  <a:lnTo>
                    <a:pt x="2958" y="1076"/>
                  </a:lnTo>
                  <a:lnTo>
                    <a:pt x="2968" y="1038"/>
                  </a:lnTo>
                  <a:lnTo>
                    <a:pt x="2980" y="1004"/>
                  </a:lnTo>
                  <a:lnTo>
                    <a:pt x="2994" y="971"/>
                  </a:lnTo>
                  <a:lnTo>
                    <a:pt x="3011" y="942"/>
                  </a:lnTo>
                  <a:lnTo>
                    <a:pt x="3027" y="915"/>
                  </a:lnTo>
                  <a:lnTo>
                    <a:pt x="3046" y="890"/>
                  </a:lnTo>
                  <a:lnTo>
                    <a:pt x="3066" y="869"/>
                  </a:lnTo>
                  <a:lnTo>
                    <a:pt x="3087" y="852"/>
                  </a:lnTo>
                  <a:lnTo>
                    <a:pt x="3108" y="838"/>
                  </a:lnTo>
                  <a:lnTo>
                    <a:pt x="3131" y="827"/>
                  </a:lnTo>
                  <a:lnTo>
                    <a:pt x="3155" y="821"/>
                  </a:lnTo>
                  <a:lnTo>
                    <a:pt x="3179" y="819"/>
                  </a:lnTo>
                  <a:close/>
                  <a:moveTo>
                    <a:pt x="3246" y="2144"/>
                  </a:moveTo>
                  <a:lnTo>
                    <a:pt x="3271" y="2146"/>
                  </a:lnTo>
                  <a:lnTo>
                    <a:pt x="3294" y="2152"/>
                  </a:lnTo>
                  <a:lnTo>
                    <a:pt x="3316" y="2162"/>
                  </a:lnTo>
                  <a:lnTo>
                    <a:pt x="3339" y="2176"/>
                  </a:lnTo>
                  <a:lnTo>
                    <a:pt x="3360" y="2194"/>
                  </a:lnTo>
                  <a:lnTo>
                    <a:pt x="3380" y="2215"/>
                  </a:lnTo>
                  <a:lnTo>
                    <a:pt x="3397" y="2240"/>
                  </a:lnTo>
                  <a:lnTo>
                    <a:pt x="3415" y="2267"/>
                  </a:lnTo>
                  <a:lnTo>
                    <a:pt x="3430" y="2296"/>
                  </a:lnTo>
                  <a:lnTo>
                    <a:pt x="3444" y="2329"/>
                  </a:lnTo>
                  <a:lnTo>
                    <a:pt x="3456" y="2363"/>
                  </a:lnTo>
                  <a:lnTo>
                    <a:pt x="3466" y="2400"/>
                  </a:lnTo>
                  <a:lnTo>
                    <a:pt x="3475" y="2438"/>
                  </a:lnTo>
                  <a:lnTo>
                    <a:pt x="3480" y="2478"/>
                  </a:lnTo>
                  <a:lnTo>
                    <a:pt x="3484" y="2520"/>
                  </a:lnTo>
                  <a:lnTo>
                    <a:pt x="3485" y="2562"/>
                  </a:lnTo>
                  <a:lnTo>
                    <a:pt x="3484" y="2604"/>
                  </a:lnTo>
                  <a:lnTo>
                    <a:pt x="3480" y="2647"/>
                  </a:lnTo>
                  <a:lnTo>
                    <a:pt x="3475" y="2686"/>
                  </a:lnTo>
                  <a:lnTo>
                    <a:pt x="3466" y="2725"/>
                  </a:lnTo>
                  <a:lnTo>
                    <a:pt x="3456" y="2762"/>
                  </a:lnTo>
                  <a:lnTo>
                    <a:pt x="3444" y="2796"/>
                  </a:lnTo>
                  <a:lnTo>
                    <a:pt x="3430" y="2828"/>
                  </a:lnTo>
                  <a:lnTo>
                    <a:pt x="3415" y="2858"/>
                  </a:lnTo>
                  <a:lnTo>
                    <a:pt x="3397" y="2886"/>
                  </a:lnTo>
                  <a:lnTo>
                    <a:pt x="3380" y="2909"/>
                  </a:lnTo>
                  <a:lnTo>
                    <a:pt x="3360" y="2930"/>
                  </a:lnTo>
                  <a:lnTo>
                    <a:pt x="3339" y="2949"/>
                  </a:lnTo>
                  <a:lnTo>
                    <a:pt x="3316" y="2963"/>
                  </a:lnTo>
                  <a:lnTo>
                    <a:pt x="3294" y="2974"/>
                  </a:lnTo>
                  <a:lnTo>
                    <a:pt x="3271" y="2980"/>
                  </a:lnTo>
                  <a:lnTo>
                    <a:pt x="3246" y="2982"/>
                  </a:lnTo>
                  <a:lnTo>
                    <a:pt x="3222" y="2980"/>
                  </a:lnTo>
                  <a:lnTo>
                    <a:pt x="3198" y="2974"/>
                  </a:lnTo>
                  <a:lnTo>
                    <a:pt x="3176" y="2963"/>
                  </a:lnTo>
                  <a:lnTo>
                    <a:pt x="3154" y="2949"/>
                  </a:lnTo>
                  <a:lnTo>
                    <a:pt x="3133" y="2930"/>
                  </a:lnTo>
                  <a:lnTo>
                    <a:pt x="3113" y="2909"/>
                  </a:lnTo>
                  <a:lnTo>
                    <a:pt x="3095" y="2886"/>
                  </a:lnTo>
                  <a:lnTo>
                    <a:pt x="3077" y="2858"/>
                  </a:lnTo>
                  <a:lnTo>
                    <a:pt x="3062" y="2828"/>
                  </a:lnTo>
                  <a:lnTo>
                    <a:pt x="3048" y="2796"/>
                  </a:lnTo>
                  <a:lnTo>
                    <a:pt x="3036" y="2762"/>
                  </a:lnTo>
                  <a:lnTo>
                    <a:pt x="3026" y="2725"/>
                  </a:lnTo>
                  <a:lnTo>
                    <a:pt x="3018" y="2686"/>
                  </a:lnTo>
                  <a:lnTo>
                    <a:pt x="3012" y="2647"/>
                  </a:lnTo>
                  <a:lnTo>
                    <a:pt x="3008" y="2604"/>
                  </a:lnTo>
                  <a:lnTo>
                    <a:pt x="3007" y="2562"/>
                  </a:lnTo>
                  <a:lnTo>
                    <a:pt x="3008" y="2520"/>
                  </a:lnTo>
                  <a:lnTo>
                    <a:pt x="3012" y="2478"/>
                  </a:lnTo>
                  <a:lnTo>
                    <a:pt x="3018" y="2438"/>
                  </a:lnTo>
                  <a:lnTo>
                    <a:pt x="3026" y="2400"/>
                  </a:lnTo>
                  <a:lnTo>
                    <a:pt x="3036" y="2363"/>
                  </a:lnTo>
                  <a:lnTo>
                    <a:pt x="3048" y="2329"/>
                  </a:lnTo>
                  <a:lnTo>
                    <a:pt x="3062" y="2296"/>
                  </a:lnTo>
                  <a:lnTo>
                    <a:pt x="3077" y="2267"/>
                  </a:lnTo>
                  <a:lnTo>
                    <a:pt x="3095" y="2240"/>
                  </a:lnTo>
                  <a:lnTo>
                    <a:pt x="3113" y="2215"/>
                  </a:lnTo>
                  <a:lnTo>
                    <a:pt x="3133" y="2194"/>
                  </a:lnTo>
                  <a:lnTo>
                    <a:pt x="3154" y="2176"/>
                  </a:lnTo>
                  <a:lnTo>
                    <a:pt x="3176" y="2162"/>
                  </a:lnTo>
                  <a:lnTo>
                    <a:pt x="3198" y="2152"/>
                  </a:lnTo>
                  <a:lnTo>
                    <a:pt x="3222" y="2146"/>
                  </a:lnTo>
                  <a:lnTo>
                    <a:pt x="3246" y="214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1042" name="Freeform 48"/>
            <p:cNvSpPr>
              <a:spLocks/>
            </p:cNvSpPr>
            <p:nvPr/>
          </p:nvSpPr>
          <p:spPr bwMode="auto">
            <a:xfrm>
              <a:off x="1267" y="1588"/>
              <a:ext cx="87" cy="52"/>
            </a:xfrm>
            <a:custGeom>
              <a:avLst/>
              <a:gdLst>
                <a:gd name="T0" fmla="*/ 3 w 437"/>
                <a:gd name="T1" fmla="*/ 2 h 260"/>
                <a:gd name="T2" fmla="*/ 3 w 437"/>
                <a:gd name="T3" fmla="*/ 2 h 260"/>
                <a:gd name="T4" fmla="*/ 3 w 437"/>
                <a:gd name="T5" fmla="*/ 2 h 260"/>
                <a:gd name="T6" fmla="*/ 3 w 437"/>
                <a:gd name="T7" fmla="*/ 2 h 260"/>
                <a:gd name="T8" fmla="*/ 3 w 437"/>
                <a:gd name="T9" fmla="*/ 1 h 260"/>
                <a:gd name="T10" fmla="*/ 3 w 437"/>
                <a:gd name="T11" fmla="*/ 1 h 260"/>
                <a:gd name="T12" fmla="*/ 3 w 437"/>
                <a:gd name="T13" fmla="*/ 1 h 260"/>
                <a:gd name="T14" fmla="*/ 3 w 437"/>
                <a:gd name="T15" fmla="*/ 1 h 260"/>
                <a:gd name="T16" fmla="*/ 3 w 437"/>
                <a:gd name="T17" fmla="*/ 1 h 260"/>
                <a:gd name="T18" fmla="*/ 2 w 437"/>
                <a:gd name="T19" fmla="*/ 1 h 260"/>
                <a:gd name="T20" fmla="*/ 2 w 437"/>
                <a:gd name="T21" fmla="*/ 0 h 260"/>
                <a:gd name="T22" fmla="*/ 2 w 437"/>
                <a:gd name="T23" fmla="*/ 0 h 260"/>
                <a:gd name="T24" fmla="*/ 2 w 437"/>
                <a:gd name="T25" fmla="*/ 0 h 260"/>
                <a:gd name="T26" fmla="*/ 1 w 437"/>
                <a:gd name="T27" fmla="*/ 0 h 260"/>
                <a:gd name="T28" fmla="*/ 1 w 437"/>
                <a:gd name="T29" fmla="*/ 0 h 260"/>
                <a:gd name="T30" fmla="*/ 1 w 437"/>
                <a:gd name="T31" fmla="*/ 0 h 260"/>
                <a:gd name="T32" fmla="*/ 0 w 437"/>
                <a:gd name="T33" fmla="*/ 0 h 260"/>
                <a:gd name="T34" fmla="*/ 0 w 437"/>
                <a:gd name="T35" fmla="*/ 0 h 260"/>
                <a:gd name="T36" fmla="*/ 0 w 437"/>
                <a:gd name="T37" fmla="*/ 0 h 260"/>
                <a:gd name="T38" fmla="*/ 0 w 437"/>
                <a:gd name="T39" fmla="*/ 0 h 260"/>
                <a:gd name="T40" fmla="*/ 1 w 437"/>
                <a:gd name="T41" fmla="*/ 0 h 260"/>
                <a:gd name="T42" fmla="*/ 1 w 437"/>
                <a:gd name="T43" fmla="*/ 0 h 260"/>
                <a:gd name="T44" fmla="*/ 1 w 437"/>
                <a:gd name="T45" fmla="*/ 0 h 260"/>
                <a:gd name="T46" fmla="*/ 2 w 437"/>
                <a:gd name="T47" fmla="*/ 0 h 260"/>
                <a:gd name="T48" fmla="*/ 2 w 437"/>
                <a:gd name="T49" fmla="*/ 0 h 260"/>
                <a:gd name="T50" fmla="*/ 2 w 437"/>
                <a:gd name="T51" fmla="*/ 1 h 260"/>
                <a:gd name="T52" fmla="*/ 2 w 437"/>
                <a:gd name="T53" fmla="*/ 1 h 260"/>
                <a:gd name="T54" fmla="*/ 3 w 437"/>
                <a:gd name="T55" fmla="*/ 1 h 260"/>
                <a:gd name="T56" fmla="*/ 3 w 437"/>
                <a:gd name="T57" fmla="*/ 1 h 260"/>
                <a:gd name="T58" fmla="*/ 3 w 437"/>
                <a:gd name="T59" fmla="*/ 1 h 260"/>
                <a:gd name="T60" fmla="*/ 3 w 437"/>
                <a:gd name="T61" fmla="*/ 1 h 260"/>
                <a:gd name="T62" fmla="*/ 3 w 437"/>
                <a:gd name="T63" fmla="*/ 1 h 260"/>
                <a:gd name="T64" fmla="*/ 3 w 437"/>
                <a:gd name="T65" fmla="*/ 2 h 260"/>
                <a:gd name="T66" fmla="*/ 3 w 437"/>
                <a:gd name="T67" fmla="*/ 2 h 260"/>
                <a:gd name="T68" fmla="*/ 3 w 437"/>
                <a:gd name="T69" fmla="*/ 2 h 260"/>
                <a:gd name="T70" fmla="*/ 3 w 437"/>
                <a:gd name="T71" fmla="*/ 2 h 260"/>
                <a:gd name="T72" fmla="*/ 3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437" y="260"/>
                  </a:moveTo>
                  <a:lnTo>
                    <a:pt x="437" y="260"/>
                  </a:lnTo>
                  <a:lnTo>
                    <a:pt x="434" y="233"/>
                  </a:lnTo>
                  <a:lnTo>
                    <a:pt x="427" y="206"/>
                  </a:lnTo>
                  <a:lnTo>
                    <a:pt x="417" y="181"/>
                  </a:lnTo>
                  <a:lnTo>
                    <a:pt x="401" y="157"/>
                  </a:lnTo>
                  <a:lnTo>
                    <a:pt x="383" y="133"/>
                  </a:lnTo>
                  <a:lnTo>
                    <a:pt x="360" y="113"/>
                  </a:lnTo>
                  <a:lnTo>
                    <a:pt x="336" y="93"/>
                  </a:lnTo>
                  <a:lnTo>
                    <a:pt x="308" y="73"/>
                  </a:lnTo>
                  <a:lnTo>
                    <a:pt x="276" y="58"/>
                  </a:lnTo>
                  <a:lnTo>
                    <a:pt x="242" y="43"/>
                  </a:lnTo>
                  <a:lnTo>
                    <a:pt x="207" y="30"/>
                  </a:lnTo>
                  <a:lnTo>
                    <a:pt x="168" y="19"/>
                  </a:lnTo>
                  <a:lnTo>
                    <a:pt x="128" y="11"/>
                  </a:lnTo>
                  <a:lnTo>
                    <a:pt x="87" y="4"/>
                  </a:lnTo>
                  <a:lnTo>
                    <a:pt x="43" y="1"/>
                  </a:lnTo>
                  <a:lnTo>
                    <a:pt x="0" y="0"/>
                  </a:lnTo>
                  <a:lnTo>
                    <a:pt x="0" y="11"/>
                  </a:lnTo>
                  <a:lnTo>
                    <a:pt x="43" y="12"/>
                  </a:lnTo>
                  <a:lnTo>
                    <a:pt x="85" y="16"/>
                  </a:lnTo>
                  <a:lnTo>
                    <a:pt x="126" y="23"/>
                  </a:lnTo>
                  <a:lnTo>
                    <a:pt x="166" y="31"/>
                  </a:lnTo>
                  <a:lnTo>
                    <a:pt x="202" y="42"/>
                  </a:lnTo>
                  <a:lnTo>
                    <a:pt x="237" y="55"/>
                  </a:lnTo>
                  <a:lnTo>
                    <a:pt x="271" y="70"/>
                  </a:lnTo>
                  <a:lnTo>
                    <a:pt x="301" y="85"/>
                  </a:lnTo>
                  <a:lnTo>
                    <a:pt x="329" y="103"/>
                  </a:lnTo>
                  <a:lnTo>
                    <a:pt x="353" y="123"/>
                  </a:lnTo>
                  <a:lnTo>
                    <a:pt x="373" y="143"/>
                  </a:lnTo>
                  <a:lnTo>
                    <a:pt x="392" y="164"/>
                  </a:lnTo>
                  <a:lnTo>
                    <a:pt x="405" y="186"/>
                  </a:lnTo>
                  <a:lnTo>
                    <a:pt x="415" y="211"/>
                  </a:lnTo>
                  <a:lnTo>
                    <a:pt x="422" y="235"/>
                  </a:lnTo>
                  <a:lnTo>
                    <a:pt x="425" y="260"/>
                  </a:lnTo>
                  <a:lnTo>
                    <a:pt x="437"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1043" name="Freeform 49"/>
            <p:cNvSpPr>
              <a:spLocks/>
            </p:cNvSpPr>
            <p:nvPr/>
          </p:nvSpPr>
          <p:spPr bwMode="auto">
            <a:xfrm>
              <a:off x="1267" y="1640"/>
              <a:ext cx="87" cy="52"/>
            </a:xfrm>
            <a:custGeom>
              <a:avLst/>
              <a:gdLst>
                <a:gd name="T0" fmla="*/ 0 w 437"/>
                <a:gd name="T1" fmla="*/ 2 h 260"/>
                <a:gd name="T2" fmla="*/ 0 w 437"/>
                <a:gd name="T3" fmla="*/ 2 h 260"/>
                <a:gd name="T4" fmla="*/ 0 w 437"/>
                <a:gd name="T5" fmla="*/ 2 h 260"/>
                <a:gd name="T6" fmla="*/ 1 w 437"/>
                <a:gd name="T7" fmla="*/ 2 h 260"/>
                <a:gd name="T8" fmla="*/ 1 w 437"/>
                <a:gd name="T9" fmla="*/ 2 h 260"/>
                <a:gd name="T10" fmla="*/ 1 w 437"/>
                <a:gd name="T11" fmla="*/ 2 h 260"/>
                <a:gd name="T12" fmla="*/ 2 w 437"/>
                <a:gd name="T13" fmla="*/ 2 h 260"/>
                <a:gd name="T14" fmla="*/ 2 w 437"/>
                <a:gd name="T15" fmla="*/ 2 h 260"/>
                <a:gd name="T16" fmla="*/ 2 w 437"/>
                <a:gd name="T17" fmla="*/ 2 h 260"/>
                <a:gd name="T18" fmla="*/ 2 w 437"/>
                <a:gd name="T19" fmla="*/ 1 h 260"/>
                <a:gd name="T20" fmla="*/ 3 w 437"/>
                <a:gd name="T21" fmla="*/ 1 h 260"/>
                <a:gd name="T22" fmla="*/ 3 w 437"/>
                <a:gd name="T23" fmla="*/ 1 h 260"/>
                <a:gd name="T24" fmla="*/ 3 w 437"/>
                <a:gd name="T25" fmla="*/ 1 h 260"/>
                <a:gd name="T26" fmla="*/ 3 w 437"/>
                <a:gd name="T27" fmla="*/ 1 h 260"/>
                <a:gd name="T28" fmla="*/ 3 w 437"/>
                <a:gd name="T29" fmla="*/ 1 h 260"/>
                <a:gd name="T30" fmla="*/ 3 w 437"/>
                <a:gd name="T31" fmla="*/ 0 h 260"/>
                <a:gd name="T32" fmla="*/ 3 w 437"/>
                <a:gd name="T33" fmla="*/ 0 h 260"/>
                <a:gd name="T34" fmla="*/ 3 w 437"/>
                <a:gd name="T35" fmla="*/ 0 h 260"/>
                <a:gd name="T36" fmla="*/ 3 w 437"/>
                <a:gd name="T37" fmla="*/ 0 h 260"/>
                <a:gd name="T38" fmla="*/ 3 w 437"/>
                <a:gd name="T39" fmla="*/ 0 h 260"/>
                <a:gd name="T40" fmla="*/ 3 w 437"/>
                <a:gd name="T41" fmla="*/ 0 h 260"/>
                <a:gd name="T42" fmla="*/ 3 w 437"/>
                <a:gd name="T43" fmla="*/ 1 h 260"/>
                <a:gd name="T44" fmla="*/ 3 w 437"/>
                <a:gd name="T45" fmla="*/ 1 h 260"/>
                <a:gd name="T46" fmla="*/ 3 w 437"/>
                <a:gd name="T47" fmla="*/ 1 h 260"/>
                <a:gd name="T48" fmla="*/ 3 w 437"/>
                <a:gd name="T49" fmla="*/ 1 h 260"/>
                <a:gd name="T50" fmla="*/ 3 w 437"/>
                <a:gd name="T51" fmla="*/ 1 h 260"/>
                <a:gd name="T52" fmla="*/ 2 w 437"/>
                <a:gd name="T53" fmla="*/ 1 h 260"/>
                <a:gd name="T54" fmla="*/ 2 w 437"/>
                <a:gd name="T55" fmla="*/ 2 h 260"/>
                <a:gd name="T56" fmla="*/ 2 w 437"/>
                <a:gd name="T57" fmla="*/ 2 h 260"/>
                <a:gd name="T58" fmla="*/ 2 w 437"/>
                <a:gd name="T59" fmla="*/ 2 h 260"/>
                <a:gd name="T60" fmla="*/ 1 w 437"/>
                <a:gd name="T61" fmla="*/ 2 h 260"/>
                <a:gd name="T62" fmla="*/ 1 w 437"/>
                <a:gd name="T63" fmla="*/ 2 h 260"/>
                <a:gd name="T64" fmla="*/ 1 w 437"/>
                <a:gd name="T65" fmla="*/ 2 h 260"/>
                <a:gd name="T66" fmla="*/ 0 w 437"/>
                <a:gd name="T67" fmla="*/ 2 h 260"/>
                <a:gd name="T68" fmla="*/ 0 w 437"/>
                <a:gd name="T69" fmla="*/ 2 h 260"/>
                <a:gd name="T70" fmla="*/ 0 w 437"/>
                <a:gd name="T71" fmla="*/ 2 h 260"/>
                <a:gd name="T72" fmla="*/ 0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0" y="260"/>
                  </a:moveTo>
                  <a:lnTo>
                    <a:pt x="0" y="260"/>
                  </a:lnTo>
                  <a:lnTo>
                    <a:pt x="43" y="259"/>
                  </a:lnTo>
                  <a:lnTo>
                    <a:pt x="87" y="255"/>
                  </a:lnTo>
                  <a:lnTo>
                    <a:pt x="128" y="248"/>
                  </a:lnTo>
                  <a:lnTo>
                    <a:pt x="168" y="240"/>
                  </a:lnTo>
                  <a:lnTo>
                    <a:pt x="207" y="230"/>
                  </a:lnTo>
                  <a:lnTo>
                    <a:pt x="242" y="217"/>
                  </a:lnTo>
                  <a:lnTo>
                    <a:pt x="276" y="202"/>
                  </a:lnTo>
                  <a:lnTo>
                    <a:pt x="308" y="185"/>
                  </a:lnTo>
                  <a:lnTo>
                    <a:pt x="336" y="166"/>
                  </a:lnTo>
                  <a:lnTo>
                    <a:pt x="360" y="146"/>
                  </a:lnTo>
                  <a:lnTo>
                    <a:pt x="383" y="125"/>
                  </a:lnTo>
                  <a:lnTo>
                    <a:pt x="401" y="102"/>
                  </a:lnTo>
                  <a:lnTo>
                    <a:pt x="417" y="77"/>
                  </a:lnTo>
                  <a:lnTo>
                    <a:pt x="427" y="53"/>
                  </a:lnTo>
                  <a:lnTo>
                    <a:pt x="434" y="27"/>
                  </a:lnTo>
                  <a:lnTo>
                    <a:pt x="437" y="0"/>
                  </a:lnTo>
                  <a:lnTo>
                    <a:pt x="425" y="0"/>
                  </a:lnTo>
                  <a:lnTo>
                    <a:pt x="422" y="24"/>
                  </a:lnTo>
                  <a:lnTo>
                    <a:pt x="415" y="48"/>
                  </a:lnTo>
                  <a:lnTo>
                    <a:pt x="405" y="73"/>
                  </a:lnTo>
                  <a:lnTo>
                    <a:pt x="392" y="95"/>
                  </a:lnTo>
                  <a:lnTo>
                    <a:pt x="373" y="116"/>
                  </a:lnTo>
                  <a:lnTo>
                    <a:pt x="353" y="137"/>
                  </a:lnTo>
                  <a:lnTo>
                    <a:pt x="329" y="157"/>
                  </a:lnTo>
                  <a:lnTo>
                    <a:pt x="301" y="173"/>
                  </a:lnTo>
                  <a:lnTo>
                    <a:pt x="271" y="190"/>
                  </a:lnTo>
                  <a:lnTo>
                    <a:pt x="237" y="205"/>
                  </a:lnTo>
                  <a:lnTo>
                    <a:pt x="202" y="218"/>
                  </a:lnTo>
                  <a:lnTo>
                    <a:pt x="166" y="228"/>
                  </a:lnTo>
                  <a:lnTo>
                    <a:pt x="126" y="237"/>
                  </a:lnTo>
                  <a:lnTo>
                    <a:pt x="85" y="244"/>
                  </a:lnTo>
                  <a:lnTo>
                    <a:pt x="43" y="247"/>
                  </a:lnTo>
                  <a:lnTo>
                    <a:pt x="0" y="248"/>
                  </a:lnTo>
                  <a:lnTo>
                    <a:pt x="0"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1044" name="Freeform 50"/>
            <p:cNvSpPr>
              <a:spLocks/>
            </p:cNvSpPr>
            <p:nvPr/>
          </p:nvSpPr>
          <p:spPr bwMode="auto">
            <a:xfrm>
              <a:off x="1179" y="1640"/>
              <a:ext cx="88" cy="52"/>
            </a:xfrm>
            <a:custGeom>
              <a:avLst/>
              <a:gdLst>
                <a:gd name="T0" fmla="*/ 0 w 439"/>
                <a:gd name="T1" fmla="*/ 0 h 260"/>
                <a:gd name="T2" fmla="*/ 0 w 439"/>
                <a:gd name="T3" fmla="*/ 0 h 260"/>
                <a:gd name="T4" fmla="*/ 0 w 439"/>
                <a:gd name="T5" fmla="*/ 0 h 260"/>
                <a:gd name="T6" fmla="*/ 0 w 439"/>
                <a:gd name="T7" fmla="*/ 0 h 260"/>
                <a:gd name="T8" fmla="*/ 0 w 439"/>
                <a:gd name="T9" fmla="*/ 1 h 260"/>
                <a:gd name="T10" fmla="*/ 0 w 439"/>
                <a:gd name="T11" fmla="*/ 1 h 260"/>
                <a:gd name="T12" fmla="*/ 0 w 439"/>
                <a:gd name="T13" fmla="*/ 1 h 260"/>
                <a:gd name="T14" fmla="*/ 1 w 439"/>
                <a:gd name="T15" fmla="*/ 1 h 260"/>
                <a:gd name="T16" fmla="*/ 1 w 439"/>
                <a:gd name="T17" fmla="*/ 1 h 260"/>
                <a:gd name="T18" fmla="*/ 1 w 439"/>
                <a:gd name="T19" fmla="*/ 1 h 260"/>
                <a:gd name="T20" fmla="*/ 1 w 439"/>
                <a:gd name="T21" fmla="*/ 2 h 260"/>
                <a:gd name="T22" fmla="*/ 2 w 439"/>
                <a:gd name="T23" fmla="*/ 2 h 260"/>
                <a:gd name="T24" fmla="*/ 2 w 439"/>
                <a:gd name="T25" fmla="*/ 2 h 260"/>
                <a:gd name="T26" fmla="*/ 2 w 439"/>
                <a:gd name="T27" fmla="*/ 2 h 260"/>
                <a:gd name="T28" fmla="*/ 2 w 439"/>
                <a:gd name="T29" fmla="*/ 2 h 260"/>
                <a:gd name="T30" fmla="*/ 3 w 439"/>
                <a:gd name="T31" fmla="*/ 2 h 260"/>
                <a:gd name="T32" fmla="*/ 3 w 439"/>
                <a:gd name="T33" fmla="*/ 2 h 260"/>
                <a:gd name="T34" fmla="*/ 4 w 439"/>
                <a:gd name="T35" fmla="*/ 2 h 260"/>
                <a:gd name="T36" fmla="*/ 4 w 439"/>
                <a:gd name="T37" fmla="*/ 2 h 260"/>
                <a:gd name="T38" fmla="*/ 3 w 439"/>
                <a:gd name="T39" fmla="*/ 2 h 260"/>
                <a:gd name="T40" fmla="*/ 3 w 439"/>
                <a:gd name="T41" fmla="*/ 2 h 260"/>
                <a:gd name="T42" fmla="*/ 3 w 439"/>
                <a:gd name="T43" fmla="*/ 2 h 260"/>
                <a:gd name="T44" fmla="*/ 2 w 439"/>
                <a:gd name="T45" fmla="*/ 2 h 260"/>
                <a:gd name="T46" fmla="*/ 2 w 439"/>
                <a:gd name="T47" fmla="*/ 2 h 260"/>
                <a:gd name="T48" fmla="*/ 2 w 439"/>
                <a:gd name="T49" fmla="*/ 2 h 260"/>
                <a:gd name="T50" fmla="*/ 1 w 439"/>
                <a:gd name="T51" fmla="*/ 2 h 260"/>
                <a:gd name="T52" fmla="*/ 1 w 439"/>
                <a:gd name="T53" fmla="*/ 1 h 260"/>
                <a:gd name="T54" fmla="*/ 1 w 439"/>
                <a:gd name="T55" fmla="*/ 1 h 260"/>
                <a:gd name="T56" fmla="*/ 1 w 439"/>
                <a:gd name="T57" fmla="*/ 1 h 260"/>
                <a:gd name="T58" fmla="*/ 1 w 439"/>
                <a:gd name="T59" fmla="*/ 1 h 260"/>
                <a:gd name="T60" fmla="*/ 0 w 439"/>
                <a:gd name="T61" fmla="*/ 1 h 260"/>
                <a:gd name="T62" fmla="*/ 0 w 439"/>
                <a:gd name="T63" fmla="*/ 1 h 260"/>
                <a:gd name="T64" fmla="*/ 0 w 439"/>
                <a:gd name="T65" fmla="*/ 0 h 260"/>
                <a:gd name="T66" fmla="*/ 0 w 439"/>
                <a:gd name="T67" fmla="*/ 0 h 260"/>
                <a:gd name="T68" fmla="*/ 0 w 439"/>
                <a:gd name="T69" fmla="*/ 0 h 260"/>
                <a:gd name="T70" fmla="*/ 0 w 439"/>
                <a:gd name="T71" fmla="*/ 0 h 260"/>
                <a:gd name="T72" fmla="*/ 0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0" y="0"/>
                  </a:moveTo>
                  <a:lnTo>
                    <a:pt x="0" y="0"/>
                  </a:lnTo>
                  <a:lnTo>
                    <a:pt x="3" y="27"/>
                  </a:lnTo>
                  <a:lnTo>
                    <a:pt x="10" y="53"/>
                  </a:lnTo>
                  <a:lnTo>
                    <a:pt x="20" y="77"/>
                  </a:lnTo>
                  <a:lnTo>
                    <a:pt x="35" y="102"/>
                  </a:lnTo>
                  <a:lnTo>
                    <a:pt x="54" y="125"/>
                  </a:lnTo>
                  <a:lnTo>
                    <a:pt x="76" y="146"/>
                  </a:lnTo>
                  <a:lnTo>
                    <a:pt x="102" y="166"/>
                  </a:lnTo>
                  <a:lnTo>
                    <a:pt x="130" y="185"/>
                  </a:lnTo>
                  <a:lnTo>
                    <a:pt x="162" y="202"/>
                  </a:lnTo>
                  <a:lnTo>
                    <a:pt x="195" y="217"/>
                  </a:lnTo>
                  <a:lnTo>
                    <a:pt x="231" y="230"/>
                  </a:lnTo>
                  <a:lnTo>
                    <a:pt x="270" y="240"/>
                  </a:lnTo>
                  <a:lnTo>
                    <a:pt x="310" y="248"/>
                  </a:lnTo>
                  <a:lnTo>
                    <a:pt x="351" y="255"/>
                  </a:lnTo>
                  <a:lnTo>
                    <a:pt x="395" y="259"/>
                  </a:lnTo>
                  <a:lnTo>
                    <a:pt x="439" y="260"/>
                  </a:lnTo>
                  <a:lnTo>
                    <a:pt x="439" y="248"/>
                  </a:lnTo>
                  <a:lnTo>
                    <a:pt x="395" y="247"/>
                  </a:lnTo>
                  <a:lnTo>
                    <a:pt x="353" y="244"/>
                  </a:lnTo>
                  <a:lnTo>
                    <a:pt x="312" y="237"/>
                  </a:lnTo>
                  <a:lnTo>
                    <a:pt x="272" y="228"/>
                  </a:lnTo>
                  <a:lnTo>
                    <a:pt x="236" y="218"/>
                  </a:lnTo>
                  <a:lnTo>
                    <a:pt x="200" y="205"/>
                  </a:lnTo>
                  <a:lnTo>
                    <a:pt x="167" y="190"/>
                  </a:lnTo>
                  <a:lnTo>
                    <a:pt x="137" y="173"/>
                  </a:lnTo>
                  <a:lnTo>
                    <a:pt x="109" y="157"/>
                  </a:lnTo>
                  <a:lnTo>
                    <a:pt x="84" y="137"/>
                  </a:lnTo>
                  <a:lnTo>
                    <a:pt x="64" y="116"/>
                  </a:lnTo>
                  <a:lnTo>
                    <a:pt x="45" y="95"/>
                  </a:lnTo>
                  <a:lnTo>
                    <a:pt x="32" y="73"/>
                  </a:lnTo>
                  <a:lnTo>
                    <a:pt x="21" y="48"/>
                  </a:lnTo>
                  <a:lnTo>
                    <a:pt x="14" y="24"/>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1045" name="Freeform 51"/>
            <p:cNvSpPr>
              <a:spLocks/>
            </p:cNvSpPr>
            <p:nvPr/>
          </p:nvSpPr>
          <p:spPr bwMode="auto">
            <a:xfrm>
              <a:off x="1179" y="1588"/>
              <a:ext cx="88" cy="52"/>
            </a:xfrm>
            <a:custGeom>
              <a:avLst/>
              <a:gdLst>
                <a:gd name="T0" fmla="*/ 4 w 439"/>
                <a:gd name="T1" fmla="*/ 0 h 260"/>
                <a:gd name="T2" fmla="*/ 4 w 439"/>
                <a:gd name="T3" fmla="*/ 0 h 260"/>
                <a:gd name="T4" fmla="*/ 3 w 439"/>
                <a:gd name="T5" fmla="*/ 0 h 260"/>
                <a:gd name="T6" fmla="*/ 3 w 439"/>
                <a:gd name="T7" fmla="*/ 0 h 260"/>
                <a:gd name="T8" fmla="*/ 2 w 439"/>
                <a:gd name="T9" fmla="*/ 0 h 260"/>
                <a:gd name="T10" fmla="*/ 2 w 439"/>
                <a:gd name="T11" fmla="*/ 0 h 260"/>
                <a:gd name="T12" fmla="*/ 2 w 439"/>
                <a:gd name="T13" fmla="*/ 0 h 260"/>
                <a:gd name="T14" fmla="*/ 2 w 439"/>
                <a:gd name="T15" fmla="*/ 0 h 260"/>
                <a:gd name="T16" fmla="*/ 1 w 439"/>
                <a:gd name="T17" fmla="*/ 0 h 260"/>
                <a:gd name="T18" fmla="*/ 1 w 439"/>
                <a:gd name="T19" fmla="*/ 1 h 260"/>
                <a:gd name="T20" fmla="*/ 1 w 439"/>
                <a:gd name="T21" fmla="*/ 1 h 260"/>
                <a:gd name="T22" fmla="*/ 1 w 439"/>
                <a:gd name="T23" fmla="*/ 1 h 260"/>
                <a:gd name="T24" fmla="*/ 0 w 439"/>
                <a:gd name="T25" fmla="*/ 1 h 260"/>
                <a:gd name="T26" fmla="*/ 0 w 439"/>
                <a:gd name="T27" fmla="*/ 1 h 260"/>
                <a:gd name="T28" fmla="*/ 0 w 439"/>
                <a:gd name="T29" fmla="*/ 1 h 260"/>
                <a:gd name="T30" fmla="*/ 0 w 439"/>
                <a:gd name="T31" fmla="*/ 2 h 260"/>
                <a:gd name="T32" fmla="*/ 0 w 439"/>
                <a:gd name="T33" fmla="*/ 2 h 260"/>
                <a:gd name="T34" fmla="*/ 0 w 439"/>
                <a:gd name="T35" fmla="*/ 2 h 260"/>
                <a:gd name="T36" fmla="*/ 0 w 439"/>
                <a:gd name="T37" fmla="*/ 2 h 260"/>
                <a:gd name="T38" fmla="*/ 0 w 439"/>
                <a:gd name="T39" fmla="*/ 2 h 260"/>
                <a:gd name="T40" fmla="*/ 0 w 439"/>
                <a:gd name="T41" fmla="*/ 2 h 260"/>
                <a:gd name="T42" fmla="*/ 0 w 439"/>
                <a:gd name="T43" fmla="*/ 1 h 260"/>
                <a:gd name="T44" fmla="*/ 0 w 439"/>
                <a:gd name="T45" fmla="*/ 1 h 260"/>
                <a:gd name="T46" fmla="*/ 1 w 439"/>
                <a:gd name="T47" fmla="*/ 1 h 260"/>
                <a:gd name="T48" fmla="*/ 1 w 439"/>
                <a:gd name="T49" fmla="*/ 1 h 260"/>
                <a:gd name="T50" fmla="*/ 1 w 439"/>
                <a:gd name="T51" fmla="*/ 1 h 260"/>
                <a:gd name="T52" fmla="*/ 1 w 439"/>
                <a:gd name="T53" fmla="*/ 1 h 260"/>
                <a:gd name="T54" fmla="*/ 1 w 439"/>
                <a:gd name="T55" fmla="*/ 1 h 260"/>
                <a:gd name="T56" fmla="*/ 2 w 439"/>
                <a:gd name="T57" fmla="*/ 0 h 260"/>
                <a:gd name="T58" fmla="*/ 2 w 439"/>
                <a:gd name="T59" fmla="*/ 0 h 260"/>
                <a:gd name="T60" fmla="*/ 2 w 439"/>
                <a:gd name="T61" fmla="*/ 0 h 260"/>
                <a:gd name="T62" fmla="*/ 3 w 439"/>
                <a:gd name="T63" fmla="*/ 0 h 260"/>
                <a:gd name="T64" fmla="*/ 3 w 439"/>
                <a:gd name="T65" fmla="*/ 0 h 260"/>
                <a:gd name="T66" fmla="*/ 3 w 439"/>
                <a:gd name="T67" fmla="*/ 0 h 260"/>
                <a:gd name="T68" fmla="*/ 4 w 439"/>
                <a:gd name="T69" fmla="*/ 0 h 260"/>
                <a:gd name="T70" fmla="*/ 4 w 439"/>
                <a:gd name="T71" fmla="*/ 0 h 260"/>
                <a:gd name="T72" fmla="*/ 4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439" y="0"/>
                  </a:moveTo>
                  <a:lnTo>
                    <a:pt x="439" y="0"/>
                  </a:lnTo>
                  <a:lnTo>
                    <a:pt x="395" y="1"/>
                  </a:lnTo>
                  <a:lnTo>
                    <a:pt x="351" y="4"/>
                  </a:lnTo>
                  <a:lnTo>
                    <a:pt x="310" y="11"/>
                  </a:lnTo>
                  <a:lnTo>
                    <a:pt x="270" y="19"/>
                  </a:lnTo>
                  <a:lnTo>
                    <a:pt x="231" y="30"/>
                  </a:lnTo>
                  <a:lnTo>
                    <a:pt x="195" y="43"/>
                  </a:lnTo>
                  <a:lnTo>
                    <a:pt x="162" y="58"/>
                  </a:lnTo>
                  <a:lnTo>
                    <a:pt x="130" y="73"/>
                  </a:lnTo>
                  <a:lnTo>
                    <a:pt x="102" y="93"/>
                  </a:lnTo>
                  <a:lnTo>
                    <a:pt x="76" y="113"/>
                  </a:lnTo>
                  <a:lnTo>
                    <a:pt x="54" y="133"/>
                  </a:lnTo>
                  <a:lnTo>
                    <a:pt x="35" y="157"/>
                  </a:lnTo>
                  <a:lnTo>
                    <a:pt x="20" y="181"/>
                  </a:lnTo>
                  <a:lnTo>
                    <a:pt x="10" y="206"/>
                  </a:lnTo>
                  <a:lnTo>
                    <a:pt x="3" y="233"/>
                  </a:lnTo>
                  <a:lnTo>
                    <a:pt x="0" y="260"/>
                  </a:lnTo>
                  <a:lnTo>
                    <a:pt x="12" y="260"/>
                  </a:lnTo>
                  <a:lnTo>
                    <a:pt x="14" y="235"/>
                  </a:lnTo>
                  <a:lnTo>
                    <a:pt x="21" y="211"/>
                  </a:lnTo>
                  <a:lnTo>
                    <a:pt x="32" y="186"/>
                  </a:lnTo>
                  <a:lnTo>
                    <a:pt x="45" y="164"/>
                  </a:lnTo>
                  <a:lnTo>
                    <a:pt x="64" y="143"/>
                  </a:lnTo>
                  <a:lnTo>
                    <a:pt x="84" y="123"/>
                  </a:lnTo>
                  <a:lnTo>
                    <a:pt x="109" y="103"/>
                  </a:lnTo>
                  <a:lnTo>
                    <a:pt x="137" y="85"/>
                  </a:lnTo>
                  <a:lnTo>
                    <a:pt x="167" y="70"/>
                  </a:lnTo>
                  <a:lnTo>
                    <a:pt x="200" y="55"/>
                  </a:lnTo>
                  <a:lnTo>
                    <a:pt x="236" y="42"/>
                  </a:lnTo>
                  <a:lnTo>
                    <a:pt x="272" y="31"/>
                  </a:lnTo>
                  <a:lnTo>
                    <a:pt x="312" y="23"/>
                  </a:lnTo>
                  <a:lnTo>
                    <a:pt x="353" y="16"/>
                  </a:lnTo>
                  <a:lnTo>
                    <a:pt x="395" y="12"/>
                  </a:lnTo>
                  <a:lnTo>
                    <a:pt x="439" y="11"/>
                  </a:lnTo>
                  <a:lnTo>
                    <a:pt x="439"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1046" name="Freeform 52"/>
            <p:cNvSpPr>
              <a:spLocks/>
            </p:cNvSpPr>
            <p:nvPr/>
          </p:nvSpPr>
          <p:spPr bwMode="auto">
            <a:xfrm>
              <a:off x="964" y="1745"/>
              <a:ext cx="48" cy="85"/>
            </a:xfrm>
            <a:custGeom>
              <a:avLst/>
              <a:gdLst>
                <a:gd name="T0" fmla="*/ 2 w 244"/>
                <a:gd name="T1" fmla="*/ 3 h 426"/>
                <a:gd name="T2" fmla="*/ 2 w 244"/>
                <a:gd name="T3" fmla="*/ 3 h 426"/>
                <a:gd name="T4" fmla="*/ 2 w 244"/>
                <a:gd name="T5" fmla="*/ 3 h 426"/>
                <a:gd name="T6" fmla="*/ 2 w 244"/>
                <a:gd name="T7" fmla="*/ 3 h 426"/>
                <a:gd name="T8" fmla="*/ 2 w 244"/>
                <a:gd name="T9" fmla="*/ 2 h 426"/>
                <a:gd name="T10" fmla="*/ 2 w 244"/>
                <a:gd name="T11" fmla="*/ 2 h 426"/>
                <a:gd name="T12" fmla="*/ 2 w 244"/>
                <a:gd name="T13" fmla="*/ 2 h 426"/>
                <a:gd name="T14" fmla="*/ 2 w 244"/>
                <a:gd name="T15" fmla="*/ 2 h 426"/>
                <a:gd name="T16" fmla="*/ 1 w 244"/>
                <a:gd name="T17" fmla="*/ 1 h 426"/>
                <a:gd name="T18" fmla="*/ 1 w 244"/>
                <a:gd name="T19" fmla="*/ 1 h 426"/>
                <a:gd name="T20" fmla="*/ 1 w 244"/>
                <a:gd name="T21" fmla="*/ 1 h 426"/>
                <a:gd name="T22" fmla="*/ 1 w 244"/>
                <a:gd name="T23" fmla="*/ 1 h 426"/>
                <a:gd name="T24" fmla="*/ 1 w 244"/>
                <a:gd name="T25" fmla="*/ 0 h 426"/>
                <a:gd name="T26" fmla="*/ 1 w 244"/>
                <a:gd name="T27" fmla="*/ 0 h 426"/>
                <a:gd name="T28" fmla="*/ 1 w 244"/>
                <a:gd name="T29" fmla="*/ 0 h 426"/>
                <a:gd name="T30" fmla="*/ 0 w 244"/>
                <a:gd name="T31" fmla="*/ 0 h 426"/>
                <a:gd name="T32" fmla="*/ 0 w 244"/>
                <a:gd name="T33" fmla="*/ 0 h 426"/>
                <a:gd name="T34" fmla="*/ 0 w 244"/>
                <a:gd name="T35" fmla="*/ 0 h 426"/>
                <a:gd name="T36" fmla="*/ 0 w 244"/>
                <a:gd name="T37" fmla="*/ 0 h 426"/>
                <a:gd name="T38" fmla="*/ 0 w 244"/>
                <a:gd name="T39" fmla="*/ 0 h 426"/>
                <a:gd name="T40" fmla="*/ 0 w 244"/>
                <a:gd name="T41" fmla="*/ 0 h 426"/>
                <a:gd name="T42" fmla="*/ 1 w 244"/>
                <a:gd name="T43" fmla="*/ 0 h 426"/>
                <a:gd name="T44" fmla="*/ 1 w 244"/>
                <a:gd name="T45" fmla="*/ 0 h 426"/>
                <a:gd name="T46" fmla="*/ 1 w 244"/>
                <a:gd name="T47" fmla="*/ 0 h 426"/>
                <a:gd name="T48" fmla="*/ 1 w 244"/>
                <a:gd name="T49" fmla="*/ 1 h 426"/>
                <a:gd name="T50" fmla="*/ 1 w 244"/>
                <a:gd name="T51" fmla="*/ 1 h 426"/>
                <a:gd name="T52" fmla="*/ 1 w 244"/>
                <a:gd name="T53" fmla="*/ 1 h 426"/>
                <a:gd name="T54" fmla="*/ 1 w 244"/>
                <a:gd name="T55" fmla="*/ 1 h 426"/>
                <a:gd name="T56" fmla="*/ 1 w 244"/>
                <a:gd name="T57" fmla="*/ 2 h 426"/>
                <a:gd name="T58" fmla="*/ 2 w 244"/>
                <a:gd name="T59" fmla="*/ 2 h 426"/>
                <a:gd name="T60" fmla="*/ 2 w 244"/>
                <a:gd name="T61" fmla="*/ 2 h 426"/>
                <a:gd name="T62" fmla="*/ 2 w 244"/>
                <a:gd name="T63" fmla="*/ 2 h 426"/>
                <a:gd name="T64" fmla="*/ 2 w 244"/>
                <a:gd name="T65" fmla="*/ 3 h 426"/>
                <a:gd name="T66" fmla="*/ 2 w 244"/>
                <a:gd name="T67" fmla="*/ 3 h 426"/>
                <a:gd name="T68" fmla="*/ 2 w 244"/>
                <a:gd name="T69" fmla="*/ 3 h 426"/>
                <a:gd name="T70" fmla="*/ 2 w 244"/>
                <a:gd name="T71" fmla="*/ 3 h 426"/>
                <a:gd name="T72" fmla="*/ 2 w 244"/>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6"/>
                <a:gd name="T113" fmla="*/ 244 w 244"/>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6">
                  <a:moveTo>
                    <a:pt x="244" y="426"/>
                  </a:moveTo>
                  <a:lnTo>
                    <a:pt x="244" y="426"/>
                  </a:lnTo>
                  <a:lnTo>
                    <a:pt x="243" y="383"/>
                  </a:lnTo>
                  <a:lnTo>
                    <a:pt x="240" y="340"/>
                  </a:lnTo>
                  <a:lnTo>
                    <a:pt x="234" y="300"/>
                  </a:lnTo>
                  <a:lnTo>
                    <a:pt x="226" y="262"/>
                  </a:lnTo>
                  <a:lnTo>
                    <a:pt x="215" y="224"/>
                  </a:lnTo>
                  <a:lnTo>
                    <a:pt x="203" y="189"/>
                  </a:lnTo>
                  <a:lnTo>
                    <a:pt x="189" y="157"/>
                  </a:lnTo>
                  <a:lnTo>
                    <a:pt x="174" y="126"/>
                  </a:lnTo>
                  <a:lnTo>
                    <a:pt x="155" y="99"/>
                  </a:lnTo>
                  <a:lnTo>
                    <a:pt x="138" y="74"/>
                  </a:lnTo>
                  <a:lnTo>
                    <a:pt x="118" y="52"/>
                  </a:lnTo>
                  <a:lnTo>
                    <a:pt x="96" y="34"/>
                  </a:lnTo>
                  <a:lnTo>
                    <a:pt x="73" y="19"/>
                  </a:lnTo>
                  <a:lnTo>
                    <a:pt x="50" y="8"/>
                  </a:lnTo>
                  <a:lnTo>
                    <a:pt x="25" y="2"/>
                  </a:lnTo>
                  <a:lnTo>
                    <a:pt x="0" y="0"/>
                  </a:lnTo>
                  <a:lnTo>
                    <a:pt x="0" y="12"/>
                  </a:lnTo>
                  <a:lnTo>
                    <a:pt x="23" y="14"/>
                  </a:lnTo>
                  <a:lnTo>
                    <a:pt x="45" y="20"/>
                  </a:lnTo>
                  <a:lnTo>
                    <a:pt x="66" y="31"/>
                  </a:lnTo>
                  <a:lnTo>
                    <a:pt x="89" y="43"/>
                  </a:lnTo>
                  <a:lnTo>
                    <a:pt x="109" y="61"/>
                  </a:lnTo>
                  <a:lnTo>
                    <a:pt x="129" y="81"/>
                  </a:lnTo>
                  <a:lnTo>
                    <a:pt x="146" y="106"/>
                  </a:lnTo>
                  <a:lnTo>
                    <a:pt x="162" y="133"/>
                  </a:lnTo>
                  <a:lnTo>
                    <a:pt x="178" y="162"/>
                  </a:lnTo>
                  <a:lnTo>
                    <a:pt x="192" y="194"/>
                  </a:lnTo>
                  <a:lnTo>
                    <a:pt x="203" y="229"/>
                  </a:lnTo>
                  <a:lnTo>
                    <a:pt x="214" y="264"/>
                  </a:lnTo>
                  <a:lnTo>
                    <a:pt x="222" y="303"/>
                  </a:lnTo>
                  <a:lnTo>
                    <a:pt x="228" y="342"/>
                  </a:lnTo>
                  <a:lnTo>
                    <a:pt x="232" y="383"/>
                  </a:lnTo>
                  <a:lnTo>
                    <a:pt x="233" y="426"/>
                  </a:lnTo>
                  <a:lnTo>
                    <a:pt x="244"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1047" name="Freeform 53"/>
            <p:cNvSpPr>
              <a:spLocks/>
            </p:cNvSpPr>
            <p:nvPr/>
          </p:nvSpPr>
          <p:spPr bwMode="auto">
            <a:xfrm>
              <a:off x="964" y="1830"/>
              <a:ext cx="48" cy="85"/>
            </a:xfrm>
            <a:custGeom>
              <a:avLst/>
              <a:gdLst>
                <a:gd name="T0" fmla="*/ 0 w 244"/>
                <a:gd name="T1" fmla="*/ 3 h 424"/>
                <a:gd name="T2" fmla="*/ 0 w 244"/>
                <a:gd name="T3" fmla="*/ 3 h 424"/>
                <a:gd name="T4" fmla="*/ 0 w 244"/>
                <a:gd name="T5" fmla="*/ 3 h 424"/>
                <a:gd name="T6" fmla="*/ 0 w 244"/>
                <a:gd name="T7" fmla="*/ 3 h 424"/>
                <a:gd name="T8" fmla="*/ 1 w 244"/>
                <a:gd name="T9" fmla="*/ 3 h 424"/>
                <a:gd name="T10" fmla="*/ 1 w 244"/>
                <a:gd name="T11" fmla="*/ 3 h 424"/>
                <a:gd name="T12" fmla="*/ 1 w 244"/>
                <a:gd name="T13" fmla="*/ 3 h 424"/>
                <a:gd name="T14" fmla="*/ 1 w 244"/>
                <a:gd name="T15" fmla="*/ 3 h 424"/>
                <a:gd name="T16" fmla="*/ 1 w 244"/>
                <a:gd name="T17" fmla="*/ 3 h 424"/>
                <a:gd name="T18" fmla="*/ 1 w 244"/>
                <a:gd name="T19" fmla="*/ 2 h 424"/>
                <a:gd name="T20" fmla="*/ 1 w 244"/>
                <a:gd name="T21" fmla="*/ 2 h 424"/>
                <a:gd name="T22" fmla="*/ 2 w 244"/>
                <a:gd name="T23" fmla="*/ 2 h 424"/>
                <a:gd name="T24" fmla="*/ 2 w 244"/>
                <a:gd name="T25" fmla="*/ 2 h 424"/>
                <a:gd name="T26" fmla="*/ 2 w 244"/>
                <a:gd name="T27" fmla="*/ 1 h 424"/>
                <a:gd name="T28" fmla="*/ 2 w 244"/>
                <a:gd name="T29" fmla="*/ 1 h 424"/>
                <a:gd name="T30" fmla="*/ 2 w 244"/>
                <a:gd name="T31" fmla="*/ 1 h 424"/>
                <a:gd name="T32" fmla="*/ 2 w 244"/>
                <a:gd name="T33" fmla="*/ 0 h 424"/>
                <a:gd name="T34" fmla="*/ 2 w 244"/>
                <a:gd name="T35" fmla="*/ 0 h 424"/>
                <a:gd name="T36" fmla="*/ 2 w 244"/>
                <a:gd name="T37" fmla="*/ 0 h 424"/>
                <a:gd name="T38" fmla="*/ 2 w 244"/>
                <a:gd name="T39" fmla="*/ 0 h 424"/>
                <a:gd name="T40" fmla="*/ 2 w 244"/>
                <a:gd name="T41" fmla="*/ 1 h 424"/>
                <a:gd name="T42" fmla="*/ 2 w 244"/>
                <a:gd name="T43" fmla="*/ 1 h 424"/>
                <a:gd name="T44" fmla="*/ 2 w 244"/>
                <a:gd name="T45" fmla="*/ 1 h 424"/>
                <a:gd name="T46" fmla="*/ 2 w 244"/>
                <a:gd name="T47" fmla="*/ 2 h 424"/>
                <a:gd name="T48" fmla="*/ 1 w 244"/>
                <a:gd name="T49" fmla="*/ 2 h 424"/>
                <a:gd name="T50" fmla="*/ 1 w 244"/>
                <a:gd name="T51" fmla="*/ 2 h 424"/>
                <a:gd name="T52" fmla="*/ 1 w 244"/>
                <a:gd name="T53" fmla="*/ 2 h 424"/>
                <a:gd name="T54" fmla="*/ 1 w 244"/>
                <a:gd name="T55" fmla="*/ 3 h 424"/>
                <a:gd name="T56" fmla="*/ 1 w 244"/>
                <a:gd name="T57" fmla="*/ 3 h 424"/>
                <a:gd name="T58" fmla="*/ 1 w 244"/>
                <a:gd name="T59" fmla="*/ 3 h 424"/>
                <a:gd name="T60" fmla="*/ 1 w 244"/>
                <a:gd name="T61" fmla="*/ 3 h 424"/>
                <a:gd name="T62" fmla="*/ 1 w 244"/>
                <a:gd name="T63" fmla="*/ 3 h 424"/>
                <a:gd name="T64" fmla="*/ 0 w 244"/>
                <a:gd name="T65" fmla="*/ 3 h 424"/>
                <a:gd name="T66" fmla="*/ 0 w 244"/>
                <a:gd name="T67" fmla="*/ 3 h 424"/>
                <a:gd name="T68" fmla="*/ 0 w 244"/>
                <a:gd name="T69" fmla="*/ 3 h 424"/>
                <a:gd name="T70" fmla="*/ 0 w 244"/>
                <a:gd name="T71" fmla="*/ 3 h 424"/>
                <a:gd name="T72" fmla="*/ 0 w 244"/>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4"/>
                <a:gd name="T113" fmla="*/ 244 w 244"/>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4">
                  <a:moveTo>
                    <a:pt x="0" y="424"/>
                  </a:moveTo>
                  <a:lnTo>
                    <a:pt x="0" y="424"/>
                  </a:lnTo>
                  <a:lnTo>
                    <a:pt x="25" y="422"/>
                  </a:lnTo>
                  <a:lnTo>
                    <a:pt x="50" y="416"/>
                  </a:lnTo>
                  <a:lnTo>
                    <a:pt x="73" y="405"/>
                  </a:lnTo>
                  <a:lnTo>
                    <a:pt x="96" y="390"/>
                  </a:lnTo>
                  <a:lnTo>
                    <a:pt x="118" y="373"/>
                  </a:lnTo>
                  <a:lnTo>
                    <a:pt x="138" y="350"/>
                  </a:lnTo>
                  <a:lnTo>
                    <a:pt x="155" y="326"/>
                  </a:lnTo>
                  <a:lnTo>
                    <a:pt x="173" y="299"/>
                  </a:lnTo>
                  <a:lnTo>
                    <a:pt x="189" y="268"/>
                  </a:lnTo>
                  <a:lnTo>
                    <a:pt x="203" y="235"/>
                  </a:lnTo>
                  <a:lnTo>
                    <a:pt x="215" y="201"/>
                  </a:lnTo>
                  <a:lnTo>
                    <a:pt x="226" y="163"/>
                  </a:lnTo>
                  <a:lnTo>
                    <a:pt x="234" y="125"/>
                  </a:lnTo>
                  <a:lnTo>
                    <a:pt x="240" y="85"/>
                  </a:lnTo>
                  <a:lnTo>
                    <a:pt x="243" y="42"/>
                  </a:lnTo>
                  <a:lnTo>
                    <a:pt x="244" y="0"/>
                  </a:lnTo>
                  <a:lnTo>
                    <a:pt x="233" y="0"/>
                  </a:lnTo>
                  <a:lnTo>
                    <a:pt x="232" y="42"/>
                  </a:lnTo>
                  <a:lnTo>
                    <a:pt x="228" y="83"/>
                  </a:lnTo>
                  <a:lnTo>
                    <a:pt x="222" y="123"/>
                  </a:lnTo>
                  <a:lnTo>
                    <a:pt x="214" y="160"/>
                  </a:lnTo>
                  <a:lnTo>
                    <a:pt x="203" y="197"/>
                  </a:lnTo>
                  <a:lnTo>
                    <a:pt x="192" y="231"/>
                  </a:lnTo>
                  <a:lnTo>
                    <a:pt x="178" y="263"/>
                  </a:lnTo>
                  <a:lnTo>
                    <a:pt x="164" y="292"/>
                  </a:lnTo>
                  <a:lnTo>
                    <a:pt x="146" y="319"/>
                  </a:lnTo>
                  <a:lnTo>
                    <a:pt x="129" y="343"/>
                  </a:lnTo>
                  <a:lnTo>
                    <a:pt x="109" y="363"/>
                  </a:lnTo>
                  <a:lnTo>
                    <a:pt x="89" y="381"/>
                  </a:lnTo>
                  <a:lnTo>
                    <a:pt x="66" y="394"/>
                  </a:lnTo>
                  <a:lnTo>
                    <a:pt x="45" y="404"/>
                  </a:lnTo>
                  <a:lnTo>
                    <a:pt x="23" y="410"/>
                  </a:lnTo>
                  <a:lnTo>
                    <a:pt x="0" y="412"/>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1048" name="Freeform 54"/>
            <p:cNvSpPr>
              <a:spLocks/>
            </p:cNvSpPr>
            <p:nvPr/>
          </p:nvSpPr>
          <p:spPr bwMode="auto">
            <a:xfrm>
              <a:off x="915" y="1830"/>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1" y="42"/>
                  </a:lnTo>
                  <a:lnTo>
                    <a:pt x="4" y="85"/>
                  </a:lnTo>
                  <a:lnTo>
                    <a:pt x="10" y="125"/>
                  </a:lnTo>
                  <a:lnTo>
                    <a:pt x="19" y="163"/>
                  </a:lnTo>
                  <a:lnTo>
                    <a:pt x="29" y="201"/>
                  </a:lnTo>
                  <a:lnTo>
                    <a:pt x="41" y="235"/>
                  </a:lnTo>
                  <a:lnTo>
                    <a:pt x="55" y="268"/>
                  </a:lnTo>
                  <a:lnTo>
                    <a:pt x="71" y="299"/>
                  </a:lnTo>
                  <a:lnTo>
                    <a:pt x="89" y="326"/>
                  </a:lnTo>
                  <a:lnTo>
                    <a:pt x="106" y="350"/>
                  </a:lnTo>
                  <a:lnTo>
                    <a:pt x="126" y="373"/>
                  </a:lnTo>
                  <a:lnTo>
                    <a:pt x="149" y="390"/>
                  </a:lnTo>
                  <a:lnTo>
                    <a:pt x="171" y="405"/>
                  </a:lnTo>
                  <a:lnTo>
                    <a:pt x="194" y="416"/>
                  </a:lnTo>
                  <a:lnTo>
                    <a:pt x="219" y="422"/>
                  </a:lnTo>
                  <a:lnTo>
                    <a:pt x="245" y="424"/>
                  </a:lnTo>
                  <a:lnTo>
                    <a:pt x="245" y="412"/>
                  </a:lnTo>
                  <a:lnTo>
                    <a:pt x="221" y="410"/>
                  </a:lnTo>
                  <a:lnTo>
                    <a:pt x="199" y="404"/>
                  </a:lnTo>
                  <a:lnTo>
                    <a:pt x="178" y="394"/>
                  </a:lnTo>
                  <a:lnTo>
                    <a:pt x="156" y="381"/>
                  </a:lnTo>
                  <a:lnTo>
                    <a:pt x="136" y="363"/>
                  </a:lnTo>
                  <a:lnTo>
                    <a:pt x="116" y="343"/>
                  </a:lnTo>
                  <a:lnTo>
                    <a:pt x="98" y="319"/>
                  </a:lnTo>
                  <a:lnTo>
                    <a:pt x="81" y="292"/>
                  </a:lnTo>
                  <a:lnTo>
                    <a:pt x="67" y="263"/>
                  </a:lnTo>
                  <a:lnTo>
                    <a:pt x="52" y="231"/>
                  </a:lnTo>
                  <a:lnTo>
                    <a:pt x="41" y="197"/>
                  </a:lnTo>
                  <a:lnTo>
                    <a:pt x="30" y="160"/>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1049" name="Freeform 55"/>
            <p:cNvSpPr>
              <a:spLocks/>
            </p:cNvSpPr>
            <p:nvPr/>
          </p:nvSpPr>
          <p:spPr bwMode="auto">
            <a:xfrm>
              <a:off x="915" y="1745"/>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0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19" y="2"/>
                  </a:lnTo>
                  <a:lnTo>
                    <a:pt x="194" y="8"/>
                  </a:lnTo>
                  <a:lnTo>
                    <a:pt x="171" y="19"/>
                  </a:lnTo>
                  <a:lnTo>
                    <a:pt x="149" y="34"/>
                  </a:lnTo>
                  <a:lnTo>
                    <a:pt x="126" y="52"/>
                  </a:lnTo>
                  <a:lnTo>
                    <a:pt x="106" y="74"/>
                  </a:lnTo>
                  <a:lnTo>
                    <a:pt x="89" y="99"/>
                  </a:lnTo>
                  <a:lnTo>
                    <a:pt x="70" y="126"/>
                  </a:lnTo>
                  <a:lnTo>
                    <a:pt x="55" y="157"/>
                  </a:lnTo>
                  <a:lnTo>
                    <a:pt x="41" y="189"/>
                  </a:lnTo>
                  <a:lnTo>
                    <a:pt x="29" y="224"/>
                  </a:lnTo>
                  <a:lnTo>
                    <a:pt x="19" y="262"/>
                  </a:lnTo>
                  <a:lnTo>
                    <a:pt x="10" y="300"/>
                  </a:lnTo>
                  <a:lnTo>
                    <a:pt x="4" y="340"/>
                  </a:lnTo>
                  <a:lnTo>
                    <a:pt x="1" y="383"/>
                  </a:lnTo>
                  <a:lnTo>
                    <a:pt x="0" y="426"/>
                  </a:lnTo>
                  <a:lnTo>
                    <a:pt x="11" y="426"/>
                  </a:lnTo>
                  <a:lnTo>
                    <a:pt x="13" y="383"/>
                  </a:lnTo>
                  <a:lnTo>
                    <a:pt x="16" y="342"/>
                  </a:lnTo>
                  <a:lnTo>
                    <a:pt x="22" y="303"/>
                  </a:lnTo>
                  <a:lnTo>
                    <a:pt x="30" y="264"/>
                  </a:lnTo>
                  <a:lnTo>
                    <a:pt x="41" y="229"/>
                  </a:lnTo>
                  <a:lnTo>
                    <a:pt x="52" y="194"/>
                  </a:lnTo>
                  <a:lnTo>
                    <a:pt x="67" y="162"/>
                  </a:lnTo>
                  <a:lnTo>
                    <a:pt x="82" y="133"/>
                  </a:lnTo>
                  <a:lnTo>
                    <a:pt x="98" y="106"/>
                  </a:lnTo>
                  <a:lnTo>
                    <a:pt x="116" y="81"/>
                  </a:lnTo>
                  <a:lnTo>
                    <a:pt x="136" y="61"/>
                  </a:lnTo>
                  <a:lnTo>
                    <a:pt x="156" y="43"/>
                  </a:lnTo>
                  <a:lnTo>
                    <a:pt x="178" y="31"/>
                  </a:lnTo>
                  <a:lnTo>
                    <a:pt x="199" y="20"/>
                  </a:lnTo>
                  <a:lnTo>
                    <a:pt x="221"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1050" name="Freeform 56"/>
            <p:cNvSpPr>
              <a:spLocks/>
            </p:cNvSpPr>
            <p:nvPr/>
          </p:nvSpPr>
          <p:spPr bwMode="auto">
            <a:xfrm>
              <a:off x="1140" y="2087"/>
              <a:ext cx="49" cy="85"/>
            </a:xfrm>
            <a:custGeom>
              <a:avLst/>
              <a:gdLst>
                <a:gd name="T0" fmla="*/ 2 w 246"/>
                <a:gd name="T1" fmla="*/ 3 h 424"/>
                <a:gd name="T2" fmla="*/ 2 w 246"/>
                <a:gd name="T3" fmla="*/ 3 h 424"/>
                <a:gd name="T4" fmla="*/ 2 w 246"/>
                <a:gd name="T5" fmla="*/ 3 h 424"/>
                <a:gd name="T6" fmla="*/ 2 w 246"/>
                <a:gd name="T7" fmla="*/ 3 h 424"/>
                <a:gd name="T8" fmla="*/ 2 w 246"/>
                <a:gd name="T9" fmla="*/ 2 h 424"/>
                <a:gd name="T10" fmla="*/ 2 w 246"/>
                <a:gd name="T11" fmla="*/ 2 h 424"/>
                <a:gd name="T12" fmla="*/ 2 w 246"/>
                <a:gd name="T13" fmla="*/ 2 h 424"/>
                <a:gd name="T14" fmla="*/ 2 w 246"/>
                <a:gd name="T15" fmla="*/ 2 h 424"/>
                <a:gd name="T16" fmla="*/ 2 w 246"/>
                <a:gd name="T17" fmla="*/ 1 h 424"/>
                <a:gd name="T18" fmla="*/ 1 w 246"/>
                <a:gd name="T19" fmla="*/ 1 h 424"/>
                <a:gd name="T20" fmla="*/ 1 w 246"/>
                <a:gd name="T21" fmla="*/ 1 h 424"/>
                <a:gd name="T22" fmla="*/ 1 w 246"/>
                <a:gd name="T23" fmla="*/ 1 h 424"/>
                <a:gd name="T24" fmla="*/ 1 w 246"/>
                <a:gd name="T25" fmla="*/ 0 h 424"/>
                <a:gd name="T26" fmla="*/ 1 w 246"/>
                <a:gd name="T27" fmla="*/ 0 h 424"/>
                <a:gd name="T28" fmla="*/ 1 w 246"/>
                <a:gd name="T29" fmla="*/ 0 h 424"/>
                <a:gd name="T30" fmla="*/ 0 w 246"/>
                <a:gd name="T31" fmla="*/ 0 h 424"/>
                <a:gd name="T32" fmla="*/ 0 w 246"/>
                <a:gd name="T33" fmla="*/ 0 h 424"/>
                <a:gd name="T34" fmla="*/ 0 w 246"/>
                <a:gd name="T35" fmla="*/ 0 h 424"/>
                <a:gd name="T36" fmla="*/ 0 w 246"/>
                <a:gd name="T37" fmla="*/ 0 h 424"/>
                <a:gd name="T38" fmla="*/ 0 w 246"/>
                <a:gd name="T39" fmla="*/ 0 h 424"/>
                <a:gd name="T40" fmla="*/ 0 w 246"/>
                <a:gd name="T41" fmla="*/ 0 h 424"/>
                <a:gd name="T42" fmla="*/ 1 w 246"/>
                <a:gd name="T43" fmla="*/ 0 h 424"/>
                <a:gd name="T44" fmla="*/ 1 w 246"/>
                <a:gd name="T45" fmla="*/ 0 h 424"/>
                <a:gd name="T46" fmla="*/ 1 w 246"/>
                <a:gd name="T47" fmla="*/ 0 h 424"/>
                <a:gd name="T48" fmla="*/ 1 w 246"/>
                <a:gd name="T49" fmla="*/ 1 h 424"/>
                <a:gd name="T50" fmla="*/ 1 w 246"/>
                <a:gd name="T51" fmla="*/ 1 h 424"/>
                <a:gd name="T52" fmla="*/ 1 w 246"/>
                <a:gd name="T53" fmla="*/ 1 h 424"/>
                <a:gd name="T54" fmla="*/ 1 w 246"/>
                <a:gd name="T55" fmla="*/ 1 h 424"/>
                <a:gd name="T56" fmla="*/ 2 w 246"/>
                <a:gd name="T57" fmla="*/ 2 h 424"/>
                <a:gd name="T58" fmla="*/ 2 w 246"/>
                <a:gd name="T59" fmla="*/ 2 h 424"/>
                <a:gd name="T60" fmla="*/ 2 w 246"/>
                <a:gd name="T61" fmla="*/ 2 h 424"/>
                <a:gd name="T62" fmla="*/ 2 w 246"/>
                <a:gd name="T63" fmla="*/ 2 h 424"/>
                <a:gd name="T64" fmla="*/ 2 w 246"/>
                <a:gd name="T65" fmla="*/ 3 h 424"/>
                <a:gd name="T66" fmla="*/ 2 w 246"/>
                <a:gd name="T67" fmla="*/ 3 h 424"/>
                <a:gd name="T68" fmla="*/ 2 w 246"/>
                <a:gd name="T69" fmla="*/ 3 h 424"/>
                <a:gd name="T70" fmla="*/ 2 w 246"/>
                <a:gd name="T71" fmla="*/ 3 h 424"/>
                <a:gd name="T72" fmla="*/ 2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424"/>
                  </a:moveTo>
                  <a:lnTo>
                    <a:pt x="246" y="424"/>
                  </a:lnTo>
                  <a:lnTo>
                    <a:pt x="244" y="382"/>
                  </a:lnTo>
                  <a:lnTo>
                    <a:pt x="241" y="338"/>
                  </a:lnTo>
                  <a:lnTo>
                    <a:pt x="235" y="298"/>
                  </a:lnTo>
                  <a:lnTo>
                    <a:pt x="227" y="261"/>
                  </a:lnTo>
                  <a:lnTo>
                    <a:pt x="216" y="222"/>
                  </a:lnTo>
                  <a:lnTo>
                    <a:pt x="205" y="188"/>
                  </a:lnTo>
                  <a:lnTo>
                    <a:pt x="190" y="155"/>
                  </a:lnTo>
                  <a:lnTo>
                    <a:pt x="174" y="125"/>
                  </a:lnTo>
                  <a:lnTo>
                    <a:pt x="157" y="98"/>
                  </a:lnTo>
                  <a:lnTo>
                    <a:pt x="138" y="73"/>
                  </a:lnTo>
                  <a:lnTo>
                    <a:pt x="118" y="51"/>
                  </a:lnTo>
                  <a:lnTo>
                    <a:pt x="96" y="34"/>
                  </a:lnTo>
                  <a:lnTo>
                    <a:pt x="74" y="18"/>
                  </a:lnTo>
                  <a:lnTo>
                    <a:pt x="50" y="8"/>
                  </a:lnTo>
                  <a:lnTo>
                    <a:pt x="25" y="2"/>
                  </a:lnTo>
                  <a:lnTo>
                    <a:pt x="0" y="0"/>
                  </a:lnTo>
                  <a:lnTo>
                    <a:pt x="0" y="11"/>
                  </a:lnTo>
                  <a:lnTo>
                    <a:pt x="23" y="14"/>
                  </a:lnTo>
                  <a:lnTo>
                    <a:pt x="45" y="19"/>
                  </a:lnTo>
                  <a:lnTo>
                    <a:pt x="67" y="30"/>
                  </a:lnTo>
                  <a:lnTo>
                    <a:pt x="89" y="43"/>
                  </a:lnTo>
                  <a:lnTo>
                    <a:pt x="108" y="60"/>
                  </a:lnTo>
                  <a:lnTo>
                    <a:pt x="128" y="80"/>
                  </a:lnTo>
                  <a:lnTo>
                    <a:pt x="147" y="105"/>
                  </a:lnTo>
                  <a:lnTo>
                    <a:pt x="165" y="132"/>
                  </a:lnTo>
                  <a:lnTo>
                    <a:pt x="179" y="160"/>
                  </a:lnTo>
                  <a:lnTo>
                    <a:pt x="193" y="193"/>
                  </a:lnTo>
                  <a:lnTo>
                    <a:pt x="205" y="227"/>
                  </a:lnTo>
                  <a:lnTo>
                    <a:pt x="215" y="263"/>
                  </a:lnTo>
                  <a:lnTo>
                    <a:pt x="223" y="301"/>
                  </a:lnTo>
                  <a:lnTo>
                    <a:pt x="229" y="341"/>
                  </a:lnTo>
                  <a:lnTo>
                    <a:pt x="233" y="382"/>
                  </a:lnTo>
                  <a:lnTo>
                    <a:pt x="234" y="424"/>
                  </a:lnTo>
                  <a:lnTo>
                    <a:pt x="246"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1051" name="Freeform 57"/>
            <p:cNvSpPr>
              <a:spLocks/>
            </p:cNvSpPr>
            <p:nvPr/>
          </p:nvSpPr>
          <p:spPr bwMode="auto">
            <a:xfrm>
              <a:off x="1140" y="2172"/>
              <a:ext cx="49" cy="85"/>
            </a:xfrm>
            <a:custGeom>
              <a:avLst/>
              <a:gdLst>
                <a:gd name="T0" fmla="*/ 0 w 246"/>
                <a:gd name="T1" fmla="*/ 3 h 426"/>
                <a:gd name="T2" fmla="*/ 0 w 246"/>
                <a:gd name="T3" fmla="*/ 3 h 426"/>
                <a:gd name="T4" fmla="*/ 0 w 246"/>
                <a:gd name="T5" fmla="*/ 3 h 426"/>
                <a:gd name="T6" fmla="*/ 0 w 246"/>
                <a:gd name="T7" fmla="*/ 3 h 426"/>
                <a:gd name="T8" fmla="*/ 1 w 246"/>
                <a:gd name="T9" fmla="*/ 3 h 426"/>
                <a:gd name="T10" fmla="*/ 1 w 246"/>
                <a:gd name="T11" fmla="*/ 3 h 426"/>
                <a:gd name="T12" fmla="*/ 1 w 246"/>
                <a:gd name="T13" fmla="*/ 3 h 426"/>
                <a:gd name="T14" fmla="*/ 1 w 246"/>
                <a:gd name="T15" fmla="*/ 3 h 426"/>
                <a:gd name="T16" fmla="*/ 1 w 246"/>
                <a:gd name="T17" fmla="*/ 3 h 426"/>
                <a:gd name="T18" fmla="*/ 1 w 246"/>
                <a:gd name="T19" fmla="*/ 2 h 426"/>
                <a:gd name="T20" fmla="*/ 2 w 246"/>
                <a:gd name="T21" fmla="*/ 2 h 426"/>
                <a:gd name="T22" fmla="*/ 2 w 246"/>
                <a:gd name="T23" fmla="*/ 2 h 426"/>
                <a:gd name="T24" fmla="*/ 2 w 246"/>
                <a:gd name="T25" fmla="*/ 2 h 426"/>
                <a:gd name="T26" fmla="*/ 2 w 246"/>
                <a:gd name="T27" fmla="*/ 1 h 426"/>
                <a:gd name="T28" fmla="*/ 2 w 246"/>
                <a:gd name="T29" fmla="*/ 1 h 426"/>
                <a:gd name="T30" fmla="*/ 2 w 246"/>
                <a:gd name="T31" fmla="*/ 1 h 426"/>
                <a:gd name="T32" fmla="*/ 2 w 246"/>
                <a:gd name="T33" fmla="*/ 0 h 426"/>
                <a:gd name="T34" fmla="*/ 2 w 246"/>
                <a:gd name="T35" fmla="*/ 0 h 426"/>
                <a:gd name="T36" fmla="*/ 2 w 246"/>
                <a:gd name="T37" fmla="*/ 0 h 426"/>
                <a:gd name="T38" fmla="*/ 2 w 246"/>
                <a:gd name="T39" fmla="*/ 0 h 426"/>
                <a:gd name="T40" fmla="*/ 2 w 246"/>
                <a:gd name="T41" fmla="*/ 1 h 426"/>
                <a:gd name="T42" fmla="*/ 2 w 246"/>
                <a:gd name="T43" fmla="*/ 1 h 426"/>
                <a:gd name="T44" fmla="*/ 2 w 246"/>
                <a:gd name="T45" fmla="*/ 1 h 426"/>
                <a:gd name="T46" fmla="*/ 2 w 246"/>
                <a:gd name="T47" fmla="*/ 2 h 426"/>
                <a:gd name="T48" fmla="*/ 2 w 246"/>
                <a:gd name="T49" fmla="*/ 2 h 426"/>
                <a:gd name="T50" fmla="*/ 1 w 246"/>
                <a:gd name="T51" fmla="*/ 2 h 426"/>
                <a:gd name="T52" fmla="*/ 1 w 246"/>
                <a:gd name="T53" fmla="*/ 2 h 426"/>
                <a:gd name="T54" fmla="*/ 1 w 246"/>
                <a:gd name="T55" fmla="*/ 3 h 426"/>
                <a:gd name="T56" fmla="*/ 1 w 246"/>
                <a:gd name="T57" fmla="*/ 3 h 426"/>
                <a:gd name="T58" fmla="*/ 1 w 246"/>
                <a:gd name="T59" fmla="*/ 3 h 426"/>
                <a:gd name="T60" fmla="*/ 1 w 246"/>
                <a:gd name="T61" fmla="*/ 3 h 426"/>
                <a:gd name="T62" fmla="*/ 1 w 246"/>
                <a:gd name="T63" fmla="*/ 3 h 426"/>
                <a:gd name="T64" fmla="*/ 0 w 246"/>
                <a:gd name="T65" fmla="*/ 3 h 426"/>
                <a:gd name="T66" fmla="*/ 0 w 246"/>
                <a:gd name="T67" fmla="*/ 3 h 426"/>
                <a:gd name="T68" fmla="*/ 0 w 246"/>
                <a:gd name="T69" fmla="*/ 3 h 426"/>
                <a:gd name="T70" fmla="*/ 0 w 246"/>
                <a:gd name="T71" fmla="*/ 3 h 426"/>
                <a:gd name="T72" fmla="*/ 0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426"/>
                  </a:moveTo>
                  <a:lnTo>
                    <a:pt x="0" y="426"/>
                  </a:lnTo>
                  <a:lnTo>
                    <a:pt x="25" y="423"/>
                  </a:lnTo>
                  <a:lnTo>
                    <a:pt x="50" y="417"/>
                  </a:lnTo>
                  <a:lnTo>
                    <a:pt x="74" y="407"/>
                  </a:lnTo>
                  <a:lnTo>
                    <a:pt x="96" y="392"/>
                  </a:lnTo>
                  <a:lnTo>
                    <a:pt x="118" y="373"/>
                  </a:lnTo>
                  <a:lnTo>
                    <a:pt x="138" y="350"/>
                  </a:lnTo>
                  <a:lnTo>
                    <a:pt x="157" y="327"/>
                  </a:lnTo>
                  <a:lnTo>
                    <a:pt x="175" y="299"/>
                  </a:lnTo>
                  <a:lnTo>
                    <a:pt x="190" y="268"/>
                  </a:lnTo>
                  <a:lnTo>
                    <a:pt x="205" y="236"/>
                  </a:lnTo>
                  <a:lnTo>
                    <a:pt x="216" y="202"/>
                  </a:lnTo>
                  <a:lnTo>
                    <a:pt x="227" y="164"/>
                  </a:lnTo>
                  <a:lnTo>
                    <a:pt x="235" y="125"/>
                  </a:lnTo>
                  <a:lnTo>
                    <a:pt x="241" y="86"/>
                  </a:lnTo>
                  <a:lnTo>
                    <a:pt x="244" y="42"/>
                  </a:lnTo>
                  <a:lnTo>
                    <a:pt x="246" y="0"/>
                  </a:lnTo>
                  <a:lnTo>
                    <a:pt x="234" y="0"/>
                  </a:lnTo>
                  <a:lnTo>
                    <a:pt x="233" y="42"/>
                  </a:lnTo>
                  <a:lnTo>
                    <a:pt x="229" y="83"/>
                  </a:lnTo>
                  <a:lnTo>
                    <a:pt x="223" y="123"/>
                  </a:lnTo>
                  <a:lnTo>
                    <a:pt x="215" y="162"/>
                  </a:lnTo>
                  <a:lnTo>
                    <a:pt x="205" y="197"/>
                  </a:lnTo>
                  <a:lnTo>
                    <a:pt x="193" y="231"/>
                  </a:lnTo>
                  <a:lnTo>
                    <a:pt x="179" y="264"/>
                  </a:lnTo>
                  <a:lnTo>
                    <a:pt x="164" y="292"/>
                  </a:lnTo>
                  <a:lnTo>
                    <a:pt x="147" y="320"/>
                  </a:lnTo>
                  <a:lnTo>
                    <a:pt x="128" y="343"/>
                  </a:lnTo>
                  <a:lnTo>
                    <a:pt x="108" y="363"/>
                  </a:lnTo>
                  <a:lnTo>
                    <a:pt x="89" y="382"/>
                  </a:lnTo>
                  <a:lnTo>
                    <a:pt x="67" y="395"/>
                  </a:lnTo>
                  <a:lnTo>
                    <a:pt x="45" y="406"/>
                  </a:lnTo>
                  <a:lnTo>
                    <a:pt x="23" y="411"/>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1052" name="Freeform 58"/>
            <p:cNvSpPr>
              <a:spLocks/>
            </p:cNvSpPr>
            <p:nvPr/>
          </p:nvSpPr>
          <p:spPr bwMode="auto">
            <a:xfrm>
              <a:off x="1091" y="2172"/>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4" y="86"/>
                  </a:lnTo>
                  <a:lnTo>
                    <a:pt x="10" y="125"/>
                  </a:lnTo>
                  <a:lnTo>
                    <a:pt x="18" y="164"/>
                  </a:lnTo>
                  <a:lnTo>
                    <a:pt x="29" y="202"/>
                  </a:lnTo>
                  <a:lnTo>
                    <a:pt x="41" y="236"/>
                  </a:lnTo>
                  <a:lnTo>
                    <a:pt x="55" y="268"/>
                  </a:lnTo>
                  <a:lnTo>
                    <a:pt x="70" y="299"/>
                  </a:lnTo>
                  <a:lnTo>
                    <a:pt x="89" y="327"/>
                  </a:lnTo>
                  <a:lnTo>
                    <a:pt x="106" y="350"/>
                  </a:lnTo>
                  <a:lnTo>
                    <a:pt x="126" y="373"/>
                  </a:lnTo>
                  <a:lnTo>
                    <a:pt x="148" y="392"/>
                  </a:lnTo>
                  <a:lnTo>
                    <a:pt x="171" y="407"/>
                  </a:lnTo>
                  <a:lnTo>
                    <a:pt x="194" y="417"/>
                  </a:lnTo>
                  <a:lnTo>
                    <a:pt x="219" y="423"/>
                  </a:lnTo>
                  <a:lnTo>
                    <a:pt x="245" y="426"/>
                  </a:lnTo>
                  <a:lnTo>
                    <a:pt x="245" y="414"/>
                  </a:lnTo>
                  <a:lnTo>
                    <a:pt x="221" y="411"/>
                  </a:lnTo>
                  <a:lnTo>
                    <a:pt x="199" y="406"/>
                  </a:lnTo>
                  <a:lnTo>
                    <a:pt x="178" y="395"/>
                  </a:lnTo>
                  <a:lnTo>
                    <a:pt x="155" y="382"/>
                  </a:lnTo>
                  <a:lnTo>
                    <a:pt x="136" y="363"/>
                  </a:lnTo>
                  <a:lnTo>
                    <a:pt x="116" y="343"/>
                  </a:lnTo>
                  <a:lnTo>
                    <a:pt x="98" y="320"/>
                  </a:lnTo>
                  <a:lnTo>
                    <a:pt x="82" y="292"/>
                  </a:lnTo>
                  <a:lnTo>
                    <a:pt x="66" y="264"/>
                  </a:lnTo>
                  <a:lnTo>
                    <a:pt x="52" y="231"/>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1053" name="Freeform 59"/>
            <p:cNvSpPr>
              <a:spLocks/>
            </p:cNvSpPr>
            <p:nvPr/>
          </p:nvSpPr>
          <p:spPr bwMode="auto">
            <a:xfrm>
              <a:off x="1091" y="2087"/>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4" y="8"/>
                  </a:lnTo>
                  <a:lnTo>
                    <a:pt x="171" y="18"/>
                  </a:lnTo>
                  <a:lnTo>
                    <a:pt x="148" y="34"/>
                  </a:lnTo>
                  <a:lnTo>
                    <a:pt x="126" y="51"/>
                  </a:lnTo>
                  <a:lnTo>
                    <a:pt x="106" y="73"/>
                  </a:lnTo>
                  <a:lnTo>
                    <a:pt x="89" y="98"/>
                  </a:lnTo>
                  <a:lnTo>
                    <a:pt x="71" y="125"/>
                  </a:lnTo>
                  <a:lnTo>
                    <a:pt x="55" y="155"/>
                  </a:lnTo>
                  <a:lnTo>
                    <a:pt x="41" y="188"/>
                  </a:lnTo>
                  <a:lnTo>
                    <a:pt x="29" y="222"/>
                  </a:lnTo>
                  <a:lnTo>
                    <a:pt x="18" y="261"/>
                  </a:lnTo>
                  <a:lnTo>
                    <a:pt x="10" y="298"/>
                  </a:lnTo>
                  <a:lnTo>
                    <a:pt x="4" y="338"/>
                  </a:lnTo>
                  <a:lnTo>
                    <a:pt x="1" y="382"/>
                  </a:lnTo>
                  <a:lnTo>
                    <a:pt x="0" y="424"/>
                  </a:lnTo>
                  <a:lnTo>
                    <a:pt x="11" y="424"/>
                  </a:lnTo>
                  <a:lnTo>
                    <a:pt x="13" y="382"/>
                  </a:lnTo>
                  <a:lnTo>
                    <a:pt x="16" y="341"/>
                  </a:lnTo>
                  <a:lnTo>
                    <a:pt x="22" y="301"/>
                  </a:lnTo>
                  <a:lnTo>
                    <a:pt x="30" y="263"/>
                  </a:lnTo>
                  <a:lnTo>
                    <a:pt x="41" y="227"/>
                  </a:lnTo>
                  <a:lnTo>
                    <a:pt x="52" y="193"/>
                  </a:lnTo>
                  <a:lnTo>
                    <a:pt x="66" y="160"/>
                  </a:lnTo>
                  <a:lnTo>
                    <a:pt x="80" y="132"/>
                  </a:lnTo>
                  <a:lnTo>
                    <a:pt x="98" y="105"/>
                  </a:lnTo>
                  <a:lnTo>
                    <a:pt x="116" y="80"/>
                  </a:lnTo>
                  <a:lnTo>
                    <a:pt x="136" y="60"/>
                  </a:lnTo>
                  <a:lnTo>
                    <a:pt x="155" y="43"/>
                  </a:lnTo>
                  <a:lnTo>
                    <a:pt x="178" y="30"/>
                  </a:lnTo>
                  <a:lnTo>
                    <a:pt x="199" y="19"/>
                  </a:lnTo>
                  <a:lnTo>
                    <a:pt x="221" y="14"/>
                  </a:lnTo>
                  <a:lnTo>
                    <a:pt x="245" y="11"/>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1054" name="Freeform 60"/>
            <p:cNvSpPr>
              <a:spLocks/>
            </p:cNvSpPr>
            <p:nvPr/>
          </p:nvSpPr>
          <p:spPr bwMode="auto">
            <a:xfrm>
              <a:off x="1392" y="2118"/>
              <a:ext cx="49" cy="85"/>
            </a:xfrm>
            <a:custGeom>
              <a:avLst/>
              <a:gdLst>
                <a:gd name="T0" fmla="*/ 2 w 246"/>
                <a:gd name="T1" fmla="*/ 3 h 426"/>
                <a:gd name="T2" fmla="*/ 2 w 246"/>
                <a:gd name="T3" fmla="*/ 3 h 426"/>
                <a:gd name="T4" fmla="*/ 2 w 246"/>
                <a:gd name="T5" fmla="*/ 3 h 426"/>
                <a:gd name="T6" fmla="*/ 2 w 246"/>
                <a:gd name="T7" fmla="*/ 3 h 426"/>
                <a:gd name="T8" fmla="*/ 2 w 246"/>
                <a:gd name="T9" fmla="*/ 2 h 426"/>
                <a:gd name="T10" fmla="*/ 2 w 246"/>
                <a:gd name="T11" fmla="*/ 2 h 426"/>
                <a:gd name="T12" fmla="*/ 2 w 246"/>
                <a:gd name="T13" fmla="*/ 2 h 426"/>
                <a:gd name="T14" fmla="*/ 2 w 246"/>
                <a:gd name="T15" fmla="*/ 2 h 426"/>
                <a:gd name="T16" fmla="*/ 2 w 246"/>
                <a:gd name="T17" fmla="*/ 1 h 426"/>
                <a:gd name="T18" fmla="*/ 1 w 246"/>
                <a:gd name="T19" fmla="*/ 1 h 426"/>
                <a:gd name="T20" fmla="*/ 1 w 246"/>
                <a:gd name="T21" fmla="*/ 1 h 426"/>
                <a:gd name="T22" fmla="*/ 1 w 246"/>
                <a:gd name="T23" fmla="*/ 1 h 426"/>
                <a:gd name="T24" fmla="*/ 1 w 246"/>
                <a:gd name="T25" fmla="*/ 0 h 426"/>
                <a:gd name="T26" fmla="*/ 1 w 246"/>
                <a:gd name="T27" fmla="*/ 0 h 426"/>
                <a:gd name="T28" fmla="*/ 1 w 246"/>
                <a:gd name="T29" fmla="*/ 0 h 426"/>
                <a:gd name="T30" fmla="*/ 0 w 246"/>
                <a:gd name="T31" fmla="*/ 0 h 426"/>
                <a:gd name="T32" fmla="*/ 0 w 246"/>
                <a:gd name="T33" fmla="*/ 0 h 426"/>
                <a:gd name="T34" fmla="*/ 0 w 246"/>
                <a:gd name="T35" fmla="*/ 0 h 426"/>
                <a:gd name="T36" fmla="*/ 0 w 246"/>
                <a:gd name="T37" fmla="*/ 0 h 426"/>
                <a:gd name="T38" fmla="*/ 0 w 246"/>
                <a:gd name="T39" fmla="*/ 0 h 426"/>
                <a:gd name="T40" fmla="*/ 0 w 246"/>
                <a:gd name="T41" fmla="*/ 0 h 426"/>
                <a:gd name="T42" fmla="*/ 1 w 246"/>
                <a:gd name="T43" fmla="*/ 0 h 426"/>
                <a:gd name="T44" fmla="*/ 1 w 246"/>
                <a:gd name="T45" fmla="*/ 0 h 426"/>
                <a:gd name="T46" fmla="*/ 1 w 246"/>
                <a:gd name="T47" fmla="*/ 1 h 426"/>
                <a:gd name="T48" fmla="*/ 1 w 246"/>
                <a:gd name="T49" fmla="*/ 1 h 426"/>
                <a:gd name="T50" fmla="*/ 1 w 246"/>
                <a:gd name="T51" fmla="*/ 1 h 426"/>
                <a:gd name="T52" fmla="*/ 1 w 246"/>
                <a:gd name="T53" fmla="*/ 1 h 426"/>
                <a:gd name="T54" fmla="*/ 1 w 246"/>
                <a:gd name="T55" fmla="*/ 1 h 426"/>
                <a:gd name="T56" fmla="*/ 2 w 246"/>
                <a:gd name="T57" fmla="*/ 2 h 426"/>
                <a:gd name="T58" fmla="*/ 2 w 246"/>
                <a:gd name="T59" fmla="*/ 2 h 426"/>
                <a:gd name="T60" fmla="*/ 2 w 246"/>
                <a:gd name="T61" fmla="*/ 2 h 426"/>
                <a:gd name="T62" fmla="*/ 2 w 246"/>
                <a:gd name="T63" fmla="*/ 2 h 426"/>
                <a:gd name="T64" fmla="*/ 2 w 246"/>
                <a:gd name="T65" fmla="*/ 3 h 426"/>
                <a:gd name="T66" fmla="*/ 2 w 246"/>
                <a:gd name="T67" fmla="*/ 3 h 426"/>
                <a:gd name="T68" fmla="*/ 2 w 246"/>
                <a:gd name="T69" fmla="*/ 3 h 426"/>
                <a:gd name="T70" fmla="*/ 2 w 246"/>
                <a:gd name="T71" fmla="*/ 3 h 426"/>
                <a:gd name="T72" fmla="*/ 2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246" y="426"/>
                  </a:moveTo>
                  <a:lnTo>
                    <a:pt x="246" y="426"/>
                  </a:lnTo>
                  <a:lnTo>
                    <a:pt x="245" y="384"/>
                  </a:lnTo>
                  <a:lnTo>
                    <a:pt x="242" y="340"/>
                  </a:lnTo>
                  <a:lnTo>
                    <a:pt x="236" y="301"/>
                  </a:lnTo>
                  <a:lnTo>
                    <a:pt x="228" y="262"/>
                  </a:lnTo>
                  <a:lnTo>
                    <a:pt x="217" y="224"/>
                  </a:lnTo>
                  <a:lnTo>
                    <a:pt x="205" y="190"/>
                  </a:lnTo>
                  <a:lnTo>
                    <a:pt x="191" y="158"/>
                  </a:lnTo>
                  <a:lnTo>
                    <a:pt x="176" y="126"/>
                  </a:lnTo>
                  <a:lnTo>
                    <a:pt x="157" y="99"/>
                  </a:lnTo>
                  <a:lnTo>
                    <a:pt x="139" y="75"/>
                  </a:lnTo>
                  <a:lnTo>
                    <a:pt x="119" y="53"/>
                  </a:lnTo>
                  <a:lnTo>
                    <a:pt x="96" y="34"/>
                  </a:lnTo>
                  <a:lnTo>
                    <a:pt x="75" y="19"/>
                  </a:lnTo>
                  <a:lnTo>
                    <a:pt x="51" y="9"/>
                  </a:lnTo>
                  <a:lnTo>
                    <a:pt x="26" y="3"/>
                  </a:lnTo>
                  <a:lnTo>
                    <a:pt x="0" y="0"/>
                  </a:lnTo>
                  <a:lnTo>
                    <a:pt x="0" y="12"/>
                  </a:lnTo>
                  <a:lnTo>
                    <a:pt x="24" y="15"/>
                  </a:lnTo>
                  <a:lnTo>
                    <a:pt x="46" y="20"/>
                  </a:lnTo>
                  <a:lnTo>
                    <a:pt x="68" y="31"/>
                  </a:lnTo>
                  <a:lnTo>
                    <a:pt x="89" y="44"/>
                  </a:lnTo>
                  <a:lnTo>
                    <a:pt x="109" y="63"/>
                  </a:lnTo>
                  <a:lnTo>
                    <a:pt x="129" y="83"/>
                  </a:lnTo>
                  <a:lnTo>
                    <a:pt x="148" y="106"/>
                  </a:lnTo>
                  <a:lnTo>
                    <a:pt x="164" y="133"/>
                  </a:lnTo>
                  <a:lnTo>
                    <a:pt x="180" y="162"/>
                  </a:lnTo>
                  <a:lnTo>
                    <a:pt x="194" y="195"/>
                  </a:lnTo>
                  <a:lnTo>
                    <a:pt x="205" y="229"/>
                  </a:lnTo>
                  <a:lnTo>
                    <a:pt x="216" y="264"/>
                  </a:lnTo>
                  <a:lnTo>
                    <a:pt x="224" y="303"/>
                  </a:lnTo>
                  <a:lnTo>
                    <a:pt x="230" y="343"/>
                  </a:lnTo>
                  <a:lnTo>
                    <a:pt x="233" y="384"/>
                  </a:lnTo>
                  <a:lnTo>
                    <a:pt x="235" y="426"/>
                  </a:lnTo>
                  <a:lnTo>
                    <a:pt x="246"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1055" name="Freeform 61"/>
            <p:cNvSpPr>
              <a:spLocks/>
            </p:cNvSpPr>
            <p:nvPr/>
          </p:nvSpPr>
          <p:spPr bwMode="auto">
            <a:xfrm>
              <a:off x="1392" y="2203"/>
              <a:ext cx="49" cy="85"/>
            </a:xfrm>
            <a:custGeom>
              <a:avLst/>
              <a:gdLst>
                <a:gd name="T0" fmla="*/ 0 w 246"/>
                <a:gd name="T1" fmla="*/ 3 h 424"/>
                <a:gd name="T2" fmla="*/ 0 w 246"/>
                <a:gd name="T3" fmla="*/ 3 h 424"/>
                <a:gd name="T4" fmla="*/ 0 w 246"/>
                <a:gd name="T5" fmla="*/ 3 h 424"/>
                <a:gd name="T6" fmla="*/ 0 w 246"/>
                <a:gd name="T7" fmla="*/ 3 h 424"/>
                <a:gd name="T8" fmla="*/ 1 w 246"/>
                <a:gd name="T9" fmla="*/ 3 h 424"/>
                <a:gd name="T10" fmla="*/ 1 w 246"/>
                <a:gd name="T11" fmla="*/ 3 h 424"/>
                <a:gd name="T12" fmla="*/ 1 w 246"/>
                <a:gd name="T13" fmla="*/ 3 h 424"/>
                <a:gd name="T14" fmla="*/ 1 w 246"/>
                <a:gd name="T15" fmla="*/ 3 h 424"/>
                <a:gd name="T16" fmla="*/ 1 w 246"/>
                <a:gd name="T17" fmla="*/ 3 h 424"/>
                <a:gd name="T18" fmla="*/ 1 w 246"/>
                <a:gd name="T19" fmla="*/ 2 h 424"/>
                <a:gd name="T20" fmla="*/ 2 w 246"/>
                <a:gd name="T21" fmla="*/ 2 h 424"/>
                <a:gd name="T22" fmla="*/ 2 w 246"/>
                <a:gd name="T23" fmla="*/ 2 h 424"/>
                <a:gd name="T24" fmla="*/ 2 w 246"/>
                <a:gd name="T25" fmla="*/ 2 h 424"/>
                <a:gd name="T26" fmla="*/ 2 w 246"/>
                <a:gd name="T27" fmla="*/ 1 h 424"/>
                <a:gd name="T28" fmla="*/ 2 w 246"/>
                <a:gd name="T29" fmla="*/ 1 h 424"/>
                <a:gd name="T30" fmla="*/ 2 w 246"/>
                <a:gd name="T31" fmla="*/ 1 h 424"/>
                <a:gd name="T32" fmla="*/ 2 w 246"/>
                <a:gd name="T33" fmla="*/ 0 h 424"/>
                <a:gd name="T34" fmla="*/ 2 w 246"/>
                <a:gd name="T35" fmla="*/ 0 h 424"/>
                <a:gd name="T36" fmla="*/ 2 w 246"/>
                <a:gd name="T37" fmla="*/ 0 h 424"/>
                <a:gd name="T38" fmla="*/ 2 w 246"/>
                <a:gd name="T39" fmla="*/ 0 h 424"/>
                <a:gd name="T40" fmla="*/ 2 w 246"/>
                <a:gd name="T41" fmla="*/ 1 h 424"/>
                <a:gd name="T42" fmla="*/ 2 w 246"/>
                <a:gd name="T43" fmla="*/ 1 h 424"/>
                <a:gd name="T44" fmla="*/ 2 w 246"/>
                <a:gd name="T45" fmla="*/ 1 h 424"/>
                <a:gd name="T46" fmla="*/ 2 w 246"/>
                <a:gd name="T47" fmla="*/ 2 h 424"/>
                <a:gd name="T48" fmla="*/ 2 w 246"/>
                <a:gd name="T49" fmla="*/ 2 h 424"/>
                <a:gd name="T50" fmla="*/ 1 w 246"/>
                <a:gd name="T51" fmla="*/ 2 h 424"/>
                <a:gd name="T52" fmla="*/ 1 w 246"/>
                <a:gd name="T53" fmla="*/ 2 h 424"/>
                <a:gd name="T54" fmla="*/ 1 w 246"/>
                <a:gd name="T55" fmla="*/ 3 h 424"/>
                <a:gd name="T56" fmla="*/ 1 w 246"/>
                <a:gd name="T57" fmla="*/ 3 h 424"/>
                <a:gd name="T58" fmla="*/ 1 w 246"/>
                <a:gd name="T59" fmla="*/ 3 h 424"/>
                <a:gd name="T60" fmla="*/ 1 w 246"/>
                <a:gd name="T61" fmla="*/ 3 h 424"/>
                <a:gd name="T62" fmla="*/ 1 w 246"/>
                <a:gd name="T63" fmla="*/ 3 h 424"/>
                <a:gd name="T64" fmla="*/ 0 w 246"/>
                <a:gd name="T65" fmla="*/ 3 h 424"/>
                <a:gd name="T66" fmla="*/ 0 w 246"/>
                <a:gd name="T67" fmla="*/ 3 h 424"/>
                <a:gd name="T68" fmla="*/ 0 w 246"/>
                <a:gd name="T69" fmla="*/ 3 h 424"/>
                <a:gd name="T70" fmla="*/ 0 w 246"/>
                <a:gd name="T71" fmla="*/ 3 h 424"/>
                <a:gd name="T72" fmla="*/ 0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0" y="424"/>
                  </a:moveTo>
                  <a:lnTo>
                    <a:pt x="0" y="424"/>
                  </a:lnTo>
                  <a:lnTo>
                    <a:pt x="26" y="422"/>
                  </a:lnTo>
                  <a:lnTo>
                    <a:pt x="51" y="416"/>
                  </a:lnTo>
                  <a:lnTo>
                    <a:pt x="75" y="406"/>
                  </a:lnTo>
                  <a:lnTo>
                    <a:pt x="96" y="390"/>
                  </a:lnTo>
                  <a:lnTo>
                    <a:pt x="119" y="373"/>
                  </a:lnTo>
                  <a:lnTo>
                    <a:pt x="139" y="351"/>
                  </a:lnTo>
                  <a:lnTo>
                    <a:pt x="157" y="326"/>
                  </a:lnTo>
                  <a:lnTo>
                    <a:pt x="175" y="299"/>
                  </a:lnTo>
                  <a:lnTo>
                    <a:pt x="191" y="269"/>
                  </a:lnTo>
                  <a:lnTo>
                    <a:pt x="205" y="236"/>
                  </a:lnTo>
                  <a:lnTo>
                    <a:pt x="217" y="202"/>
                  </a:lnTo>
                  <a:lnTo>
                    <a:pt x="228" y="163"/>
                  </a:lnTo>
                  <a:lnTo>
                    <a:pt x="236" y="125"/>
                  </a:lnTo>
                  <a:lnTo>
                    <a:pt x="242" y="86"/>
                  </a:lnTo>
                  <a:lnTo>
                    <a:pt x="245" y="42"/>
                  </a:lnTo>
                  <a:lnTo>
                    <a:pt x="246" y="0"/>
                  </a:lnTo>
                  <a:lnTo>
                    <a:pt x="235" y="0"/>
                  </a:lnTo>
                  <a:lnTo>
                    <a:pt x="233" y="42"/>
                  </a:lnTo>
                  <a:lnTo>
                    <a:pt x="230" y="83"/>
                  </a:lnTo>
                  <a:lnTo>
                    <a:pt x="224" y="123"/>
                  </a:lnTo>
                  <a:lnTo>
                    <a:pt x="216" y="161"/>
                  </a:lnTo>
                  <a:lnTo>
                    <a:pt x="205" y="197"/>
                  </a:lnTo>
                  <a:lnTo>
                    <a:pt x="194" y="231"/>
                  </a:lnTo>
                  <a:lnTo>
                    <a:pt x="180" y="264"/>
                  </a:lnTo>
                  <a:lnTo>
                    <a:pt x="166" y="292"/>
                  </a:lnTo>
                  <a:lnTo>
                    <a:pt x="148" y="319"/>
                  </a:lnTo>
                  <a:lnTo>
                    <a:pt x="129" y="344"/>
                  </a:lnTo>
                  <a:lnTo>
                    <a:pt x="109" y="364"/>
                  </a:lnTo>
                  <a:lnTo>
                    <a:pt x="89" y="381"/>
                  </a:lnTo>
                  <a:lnTo>
                    <a:pt x="68" y="394"/>
                  </a:lnTo>
                  <a:lnTo>
                    <a:pt x="46" y="405"/>
                  </a:lnTo>
                  <a:lnTo>
                    <a:pt x="24" y="410"/>
                  </a:lnTo>
                  <a:lnTo>
                    <a:pt x="0" y="413"/>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1056" name="Freeform 62"/>
            <p:cNvSpPr>
              <a:spLocks/>
            </p:cNvSpPr>
            <p:nvPr/>
          </p:nvSpPr>
          <p:spPr bwMode="auto">
            <a:xfrm>
              <a:off x="1343" y="2203"/>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2" y="42"/>
                  </a:lnTo>
                  <a:lnTo>
                    <a:pt x="5" y="86"/>
                  </a:lnTo>
                  <a:lnTo>
                    <a:pt x="11" y="125"/>
                  </a:lnTo>
                  <a:lnTo>
                    <a:pt x="19" y="163"/>
                  </a:lnTo>
                  <a:lnTo>
                    <a:pt x="30" y="202"/>
                  </a:lnTo>
                  <a:lnTo>
                    <a:pt x="41" y="236"/>
                  </a:lnTo>
                  <a:lnTo>
                    <a:pt x="56" y="269"/>
                  </a:lnTo>
                  <a:lnTo>
                    <a:pt x="72" y="299"/>
                  </a:lnTo>
                  <a:lnTo>
                    <a:pt x="90" y="326"/>
                  </a:lnTo>
                  <a:lnTo>
                    <a:pt x="108" y="351"/>
                  </a:lnTo>
                  <a:lnTo>
                    <a:pt x="127" y="373"/>
                  </a:lnTo>
                  <a:lnTo>
                    <a:pt x="149" y="390"/>
                  </a:lnTo>
                  <a:lnTo>
                    <a:pt x="172" y="406"/>
                  </a:lnTo>
                  <a:lnTo>
                    <a:pt x="195" y="416"/>
                  </a:lnTo>
                  <a:lnTo>
                    <a:pt x="220" y="422"/>
                  </a:lnTo>
                  <a:lnTo>
                    <a:pt x="245" y="424"/>
                  </a:lnTo>
                  <a:lnTo>
                    <a:pt x="245" y="413"/>
                  </a:lnTo>
                  <a:lnTo>
                    <a:pt x="222" y="410"/>
                  </a:lnTo>
                  <a:lnTo>
                    <a:pt x="200" y="405"/>
                  </a:lnTo>
                  <a:lnTo>
                    <a:pt x="179" y="394"/>
                  </a:lnTo>
                  <a:lnTo>
                    <a:pt x="156" y="381"/>
                  </a:lnTo>
                  <a:lnTo>
                    <a:pt x="136" y="364"/>
                  </a:lnTo>
                  <a:lnTo>
                    <a:pt x="118" y="344"/>
                  </a:lnTo>
                  <a:lnTo>
                    <a:pt x="99" y="319"/>
                  </a:lnTo>
                  <a:lnTo>
                    <a:pt x="81" y="292"/>
                  </a:lnTo>
                  <a:lnTo>
                    <a:pt x="67" y="264"/>
                  </a:lnTo>
                  <a:lnTo>
                    <a:pt x="53" y="231"/>
                  </a:lnTo>
                  <a:lnTo>
                    <a:pt x="41" y="197"/>
                  </a:lnTo>
                  <a:lnTo>
                    <a:pt x="31" y="161"/>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1057" name="Freeform 63"/>
            <p:cNvSpPr>
              <a:spLocks/>
            </p:cNvSpPr>
            <p:nvPr/>
          </p:nvSpPr>
          <p:spPr bwMode="auto">
            <a:xfrm>
              <a:off x="1343" y="2118"/>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1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20" y="3"/>
                  </a:lnTo>
                  <a:lnTo>
                    <a:pt x="195" y="9"/>
                  </a:lnTo>
                  <a:lnTo>
                    <a:pt x="172" y="19"/>
                  </a:lnTo>
                  <a:lnTo>
                    <a:pt x="149" y="34"/>
                  </a:lnTo>
                  <a:lnTo>
                    <a:pt x="127" y="53"/>
                  </a:lnTo>
                  <a:lnTo>
                    <a:pt x="108" y="75"/>
                  </a:lnTo>
                  <a:lnTo>
                    <a:pt x="90" y="99"/>
                  </a:lnTo>
                  <a:lnTo>
                    <a:pt x="71" y="126"/>
                  </a:lnTo>
                  <a:lnTo>
                    <a:pt x="56" y="158"/>
                  </a:lnTo>
                  <a:lnTo>
                    <a:pt x="41" y="190"/>
                  </a:lnTo>
                  <a:lnTo>
                    <a:pt x="30" y="224"/>
                  </a:lnTo>
                  <a:lnTo>
                    <a:pt x="19" y="262"/>
                  </a:lnTo>
                  <a:lnTo>
                    <a:pt x="11" y="301"/>
                  </a:lnTo>
                  <a:lnTo>
                    <a:pt x="5" y="340"/>
                  </a:lnTo>
                  <a:lnTo>
                    <a:pt x="2" y="384"/>
                  </a:lnTo>
                  <a:lnTo>
                    <a:pt x="0" y="426"/>
                  </a:lnTo>
                  <a:lnTo>
                    <a:pt x="12" y="426"/>
                  </a:lnTo>
                  <a:lnTo>
                    <a:pt x="13" y="384"/>
                  </a:lnTo>
                  <a:lnTo>
                    <a:pt x="17" y="343"/>
                  </a:lnTo>
                  <a:lnTo>
                    <a:pt x="23" y="303"/>
                  </a:lnTo>
                  <a:lnTo>
                    <a:pt x="31" y="264"/>
                  </a:lnTo>
                  <a:lnTo>
                    <a:pt x="41" y="229"/>
                  </a:lnTo>
                  <a:lnTo>
                    <a:pt x="53" y="195"/>
                  </a:lnTo>
                  <a:lnTo>
                    <a:pt x="67" y="162"/>
                  </a:lnTo>
                  <a:lnTo>
                    <a:pt x="82" y="133"/>
                  </a:lnTo>
                  <a:lnTo>
                    <a:pt x="99" y="106"/>
                  </a:lnTo>
                  <a:lnTo>
                    <a:pt x="118" y="83"/>
                  </a:lnTo>
                  <a:lnTo>
                    <a:pt x="136" y="63"/>
                  </a:lnTo>
                  <a:lnTo>
                    <a:pt x="156" y="44"/>
                  </a:lnTo>
                  <a:lnTo>
                    <a:pt x="179" y="31"/>
                  </a:lnTo>
                  <a:lnTo>
                    <a:pt x="200" y="20"/>
                  </a:lnTo>
                  <a:lnTo>
                    <a:pt x="222" y="15"/>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1058" name="Freeform 64"/>
            <p:cNvSpPr>
              <a:spLocks/>
            </p:cNvSpPr>
            <p:nvPr/>
          </p:nvSpPr>
          <p:spPr bwMode="auto">
            <a:xfrm>
              <a:off x="1384" y="1859"/>
              <a:ext cx="49" cy="84"/>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1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3" y="382"/>
                  </a:lnTo>
                  <a:lnTo>
                    <a:pt x="240" y="339"/>
                  </a:lnTo>
                  <a:lnTo>
                    <a:pt x="234" y="299"/>
                  </a:lnTo>
                  <a:lnTo>
                    <a:pt x="226" y="261"/>
                  </a:lnTo>
                  <a:lnTo>
                    <a:pt x="215" y="222"/>
                  </a:lnTo>
                  <a:lnTo>
                    <a:pt x="204" y="188"/>
                  </a:lnTo>
                  <a:lnTo>
                    <a:pt x="189" y="156"/>
                  </a:lnTo>
                  <a:lnTo>
                    <a:pt x="173" y="125"/>
                  </a:lnTo>
                  <a:lnTo>
                    <a:pt x="155" y="98"/>
                  </a:lnTo>
                  <a:lnTo>
                    <a:pt x="138" y="74"/>
                  </a:lnTo>
                  <a:lnTo>
                    <a:pt x="118" y="51"/>
                  </a:lnTo>
                  <a:lnTo>
                    <a:pt x="96" y="34"/>
                  </a:lnTo>
                  <a:lnTo>
                    <a:pt x="73" y="18"/>
                  </a:lnTo>
                  <a:lnTo>
                    <a:pt x="50" y="8"/>
                  </a:lnTo>
                  <a:lnTo>
                    <a:pt x="25" y="2"/>
                  </a:lnTo>
                  <a:lnTo>
                    <a:pt x="0" y="0"/>
                  </a:lnTo>
                  <a:lnTo>
                    <a:pt x="0" y="11"/>
                  </a:lnTo>
                  <a:lnTo>
                    <a:pt x="23" y="14"/>
                  </a:lnTo>
                  <a:lnTo>
                    <a:pt x="45" y="20"/>
                  </a:lnTo>
                  <a:lnTo>
                    <a:pt x="66" y="30"/>
                  </a:lnTo>
                  <a:lnTo>
                    <a:pt x="89" y="43"/>
                  </a:lnTo>
                  <a:lnTo>
                    <a:pt x="109" y="61"/>
                  </a:lnTo>
                  <a:lnTo>
                    <a:pt x="129" y="81"/>
                  </a:lnTo>
                  <a:lnTo>
                    <a:pt x="146" y="105"/>
                  </a:lnTo>
                  <a:lnTo>
                    <a:pt x="164" y="132"/>
                  </a:lnTo>
                  <a:lnTo>
                    <a:pt x="178" y="160"/>
                  </a:lnTo>
                  <a:lnTo>
                    <a:pt x="192" y="193"/>
                  </a:lnTo>
                  <a:lnTo>
                    <a:pt x="204" y="227"/>
                  </a:lnTo>
                  <a:lnTo>
                    <a:pt x="214" y="264"/>
                  </a:lnTo>
                  <a:lnTo>
                    <a:pt x="222" y="301"/>
                  </a:lnTo>
                  <a:lnTo>
                    <a:pt x="228"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1059" name="Freeform 65"/>
            <p:cNvSpPr>
              <a:spLocks/>
            </p:cNvSpPr>
            <p:nvPr/>
          </p:nvSpPr>
          <p:spPr bwMode="auto">
            <a:xfrm>
              <a:off x="1384" y="1943"/>
              <a:ext cx="49" cy="86"/>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5" y="423"/>
                  </a:lnTo>
                  <a:lnTo>
                    <a:pt x="50" y="418"/>
                  </a:lnTo>
                  <a:lnTo>
                    <a:pt x="73" y="407"/>
                  </a:lnTo>
                  <a:lnTo>
                    <a:pt x="96" y="392"/>
                  </a:lnTo>
                  <a:lnTo>
                    <a:pt x="118" y="374"/>
                  </a:lnTo>
                  <a:lnTo>
                    <a:pt x="138" y="352"/>
                  </a:lnTo>
                  <a:lnTo>
                    <a:pt x="155" y="327"/>
                  </a:lnTo>
                  <a:lnTo>
                    <a:pt x="174" y="300"/>
                  </a:lnTo>
                  <a:lnTo>
                    <a:pt x="189" y="269"/>
                  </a:lnTo>
                  <a:lnTo>
                    <a:pt x="204" y="237"/>
                  </a:lnTo>
                  <a:lnTo>
                    <a:pt x="215" y="202"/>
                  </a:lnTo>
                  <a:lnTo>
                    <a:pt x="226" y="164"/>
                  </a:lnTo>
                  <a:lnTo>
                    <a:pt x="234" y="126"/>
                  </a:lnTo>
                  <a:lnTo>
                    <a:pt x="240" y="86"/>
                  </a:lnTo>
                  <a:lnTo>
                    <a:pt x="243" y="42"/>
                  </a:lnTo>
                  <a:lnTo>
                    <a:pt x="245" y="0"/>
                  </a:lnTo>
                  <a:lnTo>
                    <a:pt x="233" y="0"/>
                  </a:lnTo>
                  <a:lnTo>
                    <a:pt x="232" y="42"/>
                  </a:lnTo>
                  <a:lnTo>
                    <a:pt x="228" y="83"/>
                  </a:lnTo>
                  <a:lnTo>
                    <a:pt x="222" y="123"/>
                  </a:lnTo>
                  <a:lnTo>
                    <a:pt x="214" y="162"/>
                  </a:lnTo>
                  <a:lnTo>
                    <a:pt x="204" y="197"/>
                  </a:lnTo>
                  <a:lnTo>
                    <a:pt x="192" y="232"/>
                  </a:lnTo>
                  <a:lnTo>
                    <a:pt x="178" y="264"/>
                  </a:lnTo>
                  <a:lnTo>
                    <a:pt x="163" y="293"/>
                  </a:lnTo>
                  <a:lnTo>
                    <a:pt x="146" y="320"/>
                  </a:lnTo>
                  <a:lnTo>
                    <a:pt x="129" y="345"/>
                  </a:lnTo>
                  <a:lnTo>
                    <a:pt x="109" y="365"/>
                  </a:lnTo>
                  <a:lnTo>
                    <a:pt x="89" y="382"/>
                  </a:lnTo>
                  <a:lnTo>
                    <a:pt x="66" y="395"/>
                  </a:lnTo>
                  <a:lnTo>
                    <a:pt x="45" y="406"/>
                  </a:lnTo>
                  <a:lnTo>
                    <a:pt x="23"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1060" name="Freeform 66"/>
            <p:cNvSpPr>
              <a:spLocks/>
            </p:cNvSpPr>
            <p:nvPr/>
          </p:nvSpPr>
          <p:spPr bwMode="auto">
            <a:xfrm>
              <a:off x="1335" y="1943"/>
              <a:ext cx="49" cy="86"/>
            </a:xfrm>
            <a:custGeom>
              <a:avLst/>
              <a:gdLst>
                <a:gd name="T0" fmla="*/ 0 w 246"/>
                <a:gd name="T1" fmla="*/ 0 h 426"/>
                <a:gd name="T2" fmla="*/ 0 w 246"/>
                <a:gd name="T3" fmla="*/ 0 h 426"/>
                <a:gd name="T4" fmla="*/ 0 w 246"/>
                <a:gd name="T5" fmla="*/ 0 h 426"/>
                <a:gd name="T6" fmla="*/ 0 w 246"/>
                <a:gd name="T7" fmla="*/ 1 h 426"/>
                <a:gd name="T8" fmla="*/ 0 w 246"/>
                <a:gd name="T9" fmla="*/ 1 h 426"/>
                <a:gd name="T10" fmla="*/ 0 w 246"/>
                <a:gd name="T11" fmla="*/ 1 h 426"/>
                <a:gd name="T12" fmla="*/ 0 w 246"/>
                <a:gd name="T13" fmla="*/ 2 h 426"/>
                <a:gd name="T14" fmla="*/ 0 w 246"/>
                <a:gd name="T15" fmla="*/ 2 h 426"/>
                <a:gd name="T16" fmla="*/ 0 w 246"/>
                <a:gd name="T17" fmla="*/ 2 h 426"/>
                <a:gd name="T18" fmla="*/ 1 w 246"/>
                <a:gd name="T19" fmla="*/ 2 h 426"/>
                <a:gd name="T20" fmla="*/ 1 w 246"/>
                <a:gd name="T21" fmla="*/ 3 h 426"/>
                <a:gd name="T22" fmla="*/ 1 w 246"/>
                <a:gd name="T23" fmla="*/ 3 h 426"/>
                <a:gd name="T24" fmla="*/ 1 w 246"/>
                <a:gd name="T25" fmla="*/ 3 h 426"/>
                <a:gd name="T26" fmla="*/ 1 w 246"/>
                <a:gd name="T27" fmla="*/ 3 h 426"/>
                <a:gd name="T28" fmla="*/ 1 w 246"/>
                <a:gd name="T29" fmla="*/ 3 h 426"/>
                <a:gd name="T30" fmla="*/ 2 w 246"/>
                <a:gd name="T31" fmla="*/ 3 h 426"/>
                <a:gd name="T32" fmla="*/ 2 w 246"/>
                <a:gd name="T33" fmla="*/ 3 h 426"/>
                <a:gd name="T34" fmla="*/ 2 w 246"/>
                <a:gd name="T35" fmla="*/ 3 h 426"/>
                <a:gd name="T36" fmla="*/ 2 w 246"/>
                <a:gd name="T37" fmla="*/ 3 h 426"/>
                <a:gd name="T38" fmla="*/ 2 w 246"/>
                <a:gd name="T39" fmla="*/ 3 h 426"/>
                <a:gd name="T40" fmla="*/ 2 w 246"/>
                <a:gd name="T41" fmla="*/ 3 h 426"/>
                <a:gd name="T42" fmla="*/ 1 w 246"/>
                <a:gd name="T43" fmla="*/ 3 h 426"/>
                <a:gd name="T44" fmla="*/ 1 w 246"/>
                <a:gd name="T45" fmla="*/ 3 h 426"/>
                <a:gd name="T46" fmla="*/ 1 w 246"/>
                <a:gd name="T47" fmla="*/ 3 h 426"/>
                <a:gd name="T48" fmla="*/ 1 w 246"/>
                <a:gd name="T49" fmla="*/ 3 h 426"/>
                <a:gd name="T50" fmla="*/ 1 w 246"/>
                <a:gd name="T51" fmla="*/ 3 h 426"/>
                <a:gd name="T52" fmla="*/ 1 w 246"/>
                <a:gd name="T53" fmla="*/ 2 h 426"/>
                <a:gd name="T54" fmla="*/ 1 w 246"/>
                <a:gd name="T55" fmla="*/ 2 h 426"/>
                <a:gd name="T56" fmla="*/ 0 w 246"/>
                <a:gd name="T57" fmla="*/ 2 h 426"/>
                <a:gd name="T58" fmla="*/ 0 w 246"/>
                <a:gd name="T59" fmla="*/ 2 h 426"/>
                <a:gd name="T60" fmla="*/ 0 w 246"/>
                <a:gd name="T61" fmla="*/ 1 h 426"/>
                <a:gd name="T62" fmla="*/ 0 w 246"/>
                <a:gd name="T63" fmla="*/ 1 h 426"/>
                <a:gd name="T64" fmla="*/ 0 w 246"/>
                <a:gd name="T65" fmla="*/ 1 h 426"/>
                <a:gd name="T66" fmla="*/ 0 w 246"/>
                <a:gd name="T67" fmla="*/ 0 h 426"/>
                <a:gd name="T68" fmla="*/ 0 w 246"/>
                <a:gd name="T69" fmla="*/ 0 h 426"/>
                <a:gd name="T70" fmla="*/ 0 w 246"/>
                <a:gd name="T71" fmla="*/ 0 h 426"/>
                <a:gd name="T72" fmla="*/ 0 w 246"/>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0"/>
                  </a:moveTo>
                  <a:lnTo>
                    <a:pt x="0" y="0"/>
                  </a:lnTo>
                  <a:lnTo>
                    <a:pt x="1" y="42"/>
                  </a:lnTo>
                  <a:lnTo>
                    <a:pt x="4" y="86"/>
                  </a:lnTo>
                  <a:lnTo>
                    <a:pt x="10" y="126"/>
                  </a:lnTo>
                  <a:lnTo>
                    <a:pt x="18" y="164"/>
                  </a:lnTo>
                  <a:lnTo>
                    <a:pt x="29" y="202"/>
                  </a:lnTo>
                  <a:lnTo>
                    <a:pt x="41" y="237"/>
                  </a:lnTo>
                  <a:lnTo>
                    <a:pt x="55" y="269"/>
                  </a:lnTo>
                  <a:lnTo>
                    <a:pt x="71" y="300"/>
                  </a:lnTo>
                  <a:lnTo>
                    <a:pt x="89" y="327"/>
                  </a:lnTo>
                  <a:lnTo>
                    <a:pt x="107" y="352"/>
                  </a:lnTo>
                  <a:lnTo>
                    <a:pt x="127" y="374"/>
                  </a:lnTo>
                  <a:lnTo>
                    <a:pt x="150" y="392"/>
                  </a:lnTo>
                  <a:lnTo>
                    <a:pt x="171" y="407"/>
                  </a:lnTo>
                  <a:lnTo>
                    <a:pt x="195" y="418"/>
                  </a:lnTo>
                  <a:lnTo>
                    <a:pt x="220" y="423"/>
                  </a:lnTo>
                  <a:lnTo>
                    <a:pt x="246" y="426"/>
                  </a:lnTo>
                  <a:lnTo>
                    <a:pt x="246" y="414"/>
                  </a:lnTo>
                  <a:lnTo>
                    <a:pt x="222" y="412"/>
                  </a:lnTo>
                  <a:lnTo>
                    <a:pt x="200" y="406"/>
                  </a:lnTo>
                  <a:lnTo>
                    <a:pt x="178" y="395"/>
                  </a:lnTo>
                  <a:lnTo>
                    <a:pt x="157" y="382"/>
                  </a:lnTo>
                  <a:lnTo>
                    <a:pt x="137" y="365"/>
                  </a:lnTo>
                  <a:lnTo>
                    <a:pt x="117" y="345"/>
                  </a:lnTo>
                  <a:lnTo>
                    <a:pt x="98" y="320"/>
                  </a:lnTo>
                  <a:lnTo>
                    <a:pt x="83" y="293"/>
                  </a:lnTo>
                  <a:lnTo>
                    <a:pt x="66" y="264"/>
                  </a:lnTo>
                  <a:lnTo>
                    <a:pt x="52" y="232"/>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1061" name="Freeform 67"/>
            <p:cNvSpPr>
              <a:spLocks/>
            </p:cNvSpPr>
            <p:nvPr/>
          </p:nvSpPr>
          <p:spPr bwMode="auto">
            <a:xfrm>
              <a:off x="1335" y="1859"/>
              <a:ext cx="49" cy="84"/>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1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0" y="2"/>
                  </a:lnTo>
                  <a:lnTo>
                    <a:pt x="195" y="8"/>
                  </a:lnTo>
                  <a:lnTo>
                    <a:pt x="171" y="18"/>
                  </a:lnTo>
                  <a:lnTo>
                    <a:pt x="150" y="34"/>
                  </a:lnTo>
                  <a:lnTo>
                    <a:pt x="127" y="51"/>
                  </a:lnTo>
                  <a:lnTo>
                    <a:pt x="107" y="74"/>
                  </a:lnTo>
                  <a:lnTo>
                    <a:pt x="89" y="98"/>
                  </a:lnTo>
                  <a:lnTo>
                    <a:pt x="72" y="125"/>
                  </a:lnTo>
                  <a:lnTo>
                    <a:pt x="55" y="156"/>
                  </a:lnTo>
                  <a:lnTo>
                    <a:pt x="41" y="188"/>
                  </a:lnTo>
                  <a:lnTo>
                    <a:pt x="29" y="222"/>
                  </a:lnTo>
                  <a:lnTo>
                    <a:pt x="18" y="261"/>
                  </a:lnTo>
                  <a:lnTo>
                    <a:pt x="10" y="299"/>
                  </a:lnTo>
                  <a:lnTo>
                    <a:pt x="4" y="339"/>
                  </a:lnTo>
                  <a:lnTo>
                    <a:pt x="1" y="382"/>
                  </a:lnTo>
                  <a:lnTo>
                    <a:pt x="0" y="424"/>
                  </a:lnTo>
                  <a:lnTo>
                    <a:pt x="11" y="424"/>
                  </a:lnTo>
                  <a:lnTo>
                    <a:pt x="13" y="382"/>
                  </a:lnTo>
                  <a:lnTo>
                    <a:pt x="16" y="341"/>
                  </a:lnTo>
                  <a:lnTo>
                    <a:pt x="22" y="301"/>
                  </a:lnTo>
                  <a:lnTo>
                    <a:pt x="30" y="264"/>
                  </a:lnTo>
                  <a:lnTo>
                    <a:pt x="41" y="227"/>
                  </a:lnTo>
                  <a:lnTo>
                    <a:pt x="52" y="193"/>
                  </a:lnTo>
                  <a:lnTo>
                    <a:pt x="66" y="160"/>
                  </a:lnTo>
                  <a:lnTo>
                    <a:pt x="82" y="132"/>
                  </a:lnTo>
                  <a:lnTo>
                    <a:pt x="98" y="105"/>
                  </a:lnTo>
                  <a:lnTo>
                    <a:pt x="117" y="81"/>
                  </a:lnTo>
                  <a:lnTo>
                    <a:pt x="137" y="61"/>
                  </a:lnTo>
                  <a:lnTo>
                    <a:pt x="157" y="43"/>
                  </a:lnTo>
                  <a:lnTo>
                    <a:pt x="178" y="30"/>
                  </a:lnTo>
                  <a:lnTo>
                    <a:pt x="200" y="20"/>
                  </a:lnTo>
                  <a:lnTo>
                    <a:pt x="222" y="14"/>
                  </a:lnTo>
                  <a:lnTo>
                    <a:pt x="246" y="11"/>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1062" name="Freeform 68"/>
            <p:cNvSpPr>
              <a:spLocks/>
            </p:cNvSpPr>
            <p:nvPr/>
          </p:nvSpPr>
          <p:spPr bwMode="auto">
            <a:xfrm>
              <a:off x="1552" y="1751"/>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1" y="339"/>
                  </a:lnTo>
                  <a:lnTo>
                    <a:pt x="235" y="299"/>
                  </a:lnTo>
                  <a:lnTo>
                    <a:pt x="226" y="261"/>
                  </a:lnTo>
                  <a:lnTo>
                    <a:pt x="216" y="223"/>
                  </a:lnTo>
                  <a:lnTo>
                    <a:pt x="204" y="189"/>
                  </a:lnTo>
                  <a:lnTo>
                    <a:pt x="190" y="156"/>
                  </a:lnTo>
                  <a:lnTo>
                    <a:pt x="174" y="125"/>
                  </a:lnTo>
                  <a:lnTo>
                    <a:pt x="156" y="98"/>
                  </a:lnTo>
                  <a:lnTo>
                    <a:pt x="137" y="74"/>
                  </a:lnTo>
                  <a:lnTo>
                    <a:pt x="119" y="52"/>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8" y="81"/>
                  </a:lnTo>
                  <a:lnTo>
                    <a:pt x="147" y="105"/>
                  </a:lnTo>
                  <a:lnTo>
                    <a:pt x="164" y="132"/>
                  </a:lnTo>
                  <a:lnTo>
                    <a:pt x="178" y="161"/>
                  </a:lnTo>
                  <a:lnTo>
                    <a:pt x="193" y="193"/>
                  </a:lnTo>
                  <a:lnTo>
                    <a:pt x="204" y="227"/>
                  </a:lnTo>
                  <a:lnTo>
                    <a:pt x="215" y="264"/>
                  </a:lnTo>
                  <a:lnTo>
                    <a:pt x="223" y="301"/>
                  </a:lnTo>
                  <a:lnTo>
                    <a:pt x="229" y="341"/>
                  </a:lnTo>
                  <a:lnTo>
                    <a:pt x="232" y="382"/>
                  </a:lnTo>
                  <a:lnTo>
                    <a:pt x="234"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1063" name="Freeform 69"/>
            <p:cNvSpPr>
              <a:spLocks/>
            </p:cNvSpPr>
            <p:nvPr/>
          </p:nvSpPr>
          <p:spPr bwMode="auto">
            <a:xfrm>
              <a:off x="1552" y="1836"/>
              <a:ext cx="49" cy="85"/>
            </a:xfrm>
            <a:custGeom>
              <a:avLst/>
              <a:gdLst>
                <a:gd name="T0" fmla="*/ 0 w 245"/>
                <a:gd name="T1" fmla="*/ 3 h 425"/>
                <a:gd name="T2" fmla="*/ 0 w 245"/>
                <a:gd name="T3" fmla="*/ 3 h 425"/>
                <a:gd name="T4" fmla="*/ 0 w 245"/>
                <a:gd name="T5" fmla="*/ 3 h 425"/>
                <a:gd name="T6" fmla="*/ 0 w 245"/>
                <a:gd name="T7" fmla="*/ 3 h 425"/>
                <a:gd name="T8" fmla="*/ 1 w 245"/>
                <a:gd name="T9" fmla="*/ 3 h 425"/>
                <a:gd name="T10" fmla="*/ 1 w 245"/>
                <a:gd name="T11" fmla="*/ 3 h 425"/>
                <a:gd name="T12" fmla="*/ 1 w 245"/>
                <a:gd name="T13" fmla="*/ 3 h 425"/>
                <a:gd name="T14" fmla="*/ 1 w 245"/>
                <a:gd name="T15" fmla="*/ 3 h 425"/>
                <a:gd name="T16" fmla="*/ 1 w 245"/>
                <a:gd name="T17" fmla="*/ 3 h 425"/>
                <a:gd name="T18" fmla="*/ 1 w 245"/>
                <a:gd name="T19" fmla="*/ 2 h 425"/>
                <a:gd name="T20" fmla="*/ 2 w 245"/>
                <a:gd name="T21" fmla="*/ 2 h 425"/>
                <a:gd name="T22" fmla="*/ 2 w 245"/>
                <a:gd name="T23" fmla="*/ 2 h 425"/>
                <a:gd name="T24" fmla="*/ 2 w 245"/>
                <a:gd name="T25" fmla="*/ 2 h 425"/>
                <a:gd name="T26" fmla="*/ 2 w 245"/>
                <a:gd name="T27" fmla="*/ 1 h 425"/>
                <a:gd name="T28" fmla="*/ 2 w 245"/>
                <a:gd name="T29" fmla="*/ 1 h 425"/>
                <a:gd name="T30" fmla="*/ 2 w 245"/>
                <a:gd name="T31" fmla="*/ 1 h 425"/>
                <a:gd name="T32" fmla="*/ 2 w 245"/>
                <a:gd name="T33" fmla="*/ 0 h 425"/>
                <a:gd name="T34" fmla="*/ 2 w 245"/>
                <a:gd name="T35" fmla="*/ 0 h 425"/>
                <a:gd name="T36" fmla="*/ 2 w 245"/>
                <a:gd name="T37" fmla="*/ 0 h 425"/>
                <a:gd name="T38" fmla="*/ 2 w 245"/>
                <a:gd name="T39" fmla="*/ 0 h 425"/>
                <a:gd name="T40" fmla="*/ 2 w 245"/>
                <a:gd name="T41" fmla="*/ 1 h 425"/>
                <a:gd name="T42" fmla="*/ 2 w 245"/>
                <a:gd name="T43" fmla="*/ 1 h 425"/>
                <a:gd name="T44" fmla="*/ 2 w 245"/>
                <a:gd name="T45" fmla="*/ 1 h 425"/>
                <a:gd name="T46" fmla="*/ 2 w 245"/>
                <a:gd name="T47" fmla="*/ 2 h 425"/>
                <a:gd name="T48" fmla="*/ 2 w 245"/>
                <a:gd name="T49" fmla="*/ 2 h 425"/>
                <a:gd name="T50" fmla="*/ 1 w 245"/>
                <a:gd name="T51" fmla="*/ 2 h 425"/>
                <a:gd name="T52" fmla="*/ 1 w 245"/>
                <a:gd name="T53" fmla="*/ 2 h 425"/>
                <a:gd name="T54" fmla="*/ 1 w 245"/>
                <a:gd name="T55" fmla="*/ 3 h 425"/>
                <a:gd name="T56" fmla="*/ 1 w 245"/>
                <a:gd name="T57" fmla="*/ 3 h 425"/>
                <a:gd name="T58" fmla="*/ 1 w 245"/>
                <a:gd name="T59" fmla="*/ 3 h 425"/>
                <a:gd name="T60" fmla="*/ 1 w 245"/>
                <a:gd name="T61" fmla="*/ 3 h 425"/>
                <a:gd name="T62" fmla="*/ 1 w 245"/>
                <a:gd name="T63" fmla="*/ 3 h 425"/>
                <a:gd name="T64" fmla="*/ 0 w 245"/>
                <a:gd name="T65" fmla="*/ 3 h 425"/>
                <a:gd name="T66" fmla="*/ 0 w 245"/>
                <a:gd name="T67" fmla="*/ 3 h 425"/>
                <a:gd name="T68" fmla="*/ 0 w 245"/>
                <a:gd name="T69" fmla="*/ 3 h 425"/>
                <a:gd name="T70" fmla="*/ 0 w 245"/>
                <a:gd name="T71" fmla="*/ 3 h 425"/>
                <a:gd name="T72" fmla="*/ 0 w 245"/>
                <a:gd name="T73" fmla="*/ 3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5"/>
                <a:gd name="T113" fmla="*/ 245 w 245"/>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5">
                  <a:moveTo>
                    <a:pt x="0" y="425"/>
                  </a:moveTo>
                  <a:lnTo>
                    <a:pt x="0" y="425"/>
                  </a:lnTo>
                  <a:lnTo>
                    <a:pt x="26" y="422"/>
                  </a:lnTo>
                  <a:lnTo>
                    <a:pt x="51" y="417"/>
                  </a:lnTo>
                  <a:lnTo>
                    <a:pt x="74" y="406"/>
                  </a:lnTo>
                  <a:lnTo>
                    <a:pt x="96" y="391"/>
                  </a:lnTo>
                  <a:lnTo>
                    <a:pt x="119" y="373"/>
                  </a:lnTo>
                  <a:lnTo>
                    <a:pt x="137" y="351"/>
                  </a:lnTo>
                  <a:lnTo>
                    <a:pt x="156" y="326"/>
                  </a:lnTo>
                  <a:lnTo>
                    <a:pt x="174" y="299"/>
                  </a:lnTo>
                  <a:lnTo>
                    <a:pt x="190" y="269"/>
                  </a:lnTo>
                  <a:lnTo>
                    <a:pt x="204" y="236"/>
                  </a:lnTo>
                  <a:lnTo>
                    <a:pt x="216" y="202"/>
                  </a:lnTo>
                  <a:lnTo>
                    <a:pt x="226" y="163"/>
                  </a:lnTo>
                  <a:lnTo>
                    <a:pt x="235" y="126"/>
                  </a:lnTo>
                  <a:lnTo>
                    <a:pt x="241" y="86"/>
                  </a:lnTo>
                  <a:lnTo>
                    <a:pt x="244" y="43"/>
                  </a:lnTo>
                  <a:lnTo>
                    <a:pt x="245" y="0"/>
                  </a:lnTo>
                  <a:lnTo>
                    <a:pt x="234" y="0"/>
                  </a:lnTo>
                  <a:lnTo>
                    <a:pt x="232" y="43"/>
                  </a:lnTo>
                  <a:lnTo>
                    <a:pt x="229" y="84"/>
                  </a:lnTo>
                  <a:lnTo>
                    <a:pt x="223" y="123"/>
                  </a:lnTo>
                  <a:lnTo>
                    <a:pt x="215" y="161"/>
                  </a:lnTo>
                  <a:lnTo>
                    <a:pt x="204" y="197"/>
                  </a:lnTo>
                  <a:lnTo>
                    <a:pt x="193" y="231"/>
                  </a:lnTo>
                  <a:lnTo>
                    <a:pt x="178" y="264"/>
                  </a:lnTo>
                  <a:lnTo>
                    <a:pt x="164" y="292"/>
                  </a:lnTo>
                  <a:lnTo>
                    <a:pt x="147" y="319"/>
                  </a:lnTo>
                  <a:lnTo>
                    <a:pt x="128" y="344"/>
                  </a:lnTo>
                  <a:lnTo>
                    <a:pt x="109" y="364"/>
                  </a:lnTo>
                  <a:lnTo>
                    <a:pt x="89" y="381"/>
                  </a:lnTo>
                  <a:lnTo>
                    <a:pt x="67" y="394"/>
                  </a:lnTo>
                  <a:lnTo>
                    <a:pt x="46" y="405"/>
                  </a:lnTo>
                  <a:lnTo>
                    <a:pt x="24" y="411"/>
                  </a:lnTo>
                  <a:lnTo>
                    <a:pt x="0" y="413"/>
                  </a:lnTo>
                  <a:lnTo>
                    <a:pt x="0" y="425"/>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1064" name="Freeform 70"/>
            <p:cNvSpPr>
              <a:spLocks/>
            </p:cNvSpPr>
            <p:nvPr/>
          </p:nvSpPr>
          <p:spPr bwMode="auto">
            <a:xfrm>
              <a:off x="1502" y="1836"/>
              <a:ext cx="50" cy="85"/>
            </a:xfrm>
            <a:custGeom>
              <a:avLst/>
              <a:gdLst>
                <a:gd name="T0" fmla="*/ 0 w 246"/>
                <a:gd name="T1" fmla="*/ 0 h 425"/>
                <a:gd name="T2" fmla="*/ 0 w 246"/>
                <a:gd name="T3" fmla="*/ 0 h 425"/>
                <a:gd name="T4" fmla="*/ 0 w 246"/>
                <a:gd name="T5" fmla="*/ 0 h 425"/>
                <a:gd name="T6" fmla="*/ 0 w 246"/>
                <a:gd name="T7" fmla="*/ 1 h 425"/>
                <a:gd name="T8" fmla="*/ 0 w 246"/>
                <a:gd name="T9" fmla="*/ 1 h 425"/>
                <a:gd name="T10" fmla="*/ 0 w 246"/>
                <a:gd name="T11" fmla="*/ 1 h 425"/>
                <a:gd name="T12" fmla="*/ 0 w 246"/>
                <a:gd name="T13" fmla="*/ 2 h 425"/>
                <a:gd name="T14" fmla="*/ 0 w 246"/>
                <a:gd name="T15" fmla="*/ 2 h 425"/>
                <a:gd name="T16" fmla="*/ 0 w 246"/>
                <a:gd name="T17" fmla="*/ 2 h 425"/>
                <a:gd name="T18" fmla="*/ 1 w 246"/>
                <a:gd name="T19" fmla="*/ 2 h 425"/>
                <a:gd name="T20" fmla="*/ 1 w 246"/>
                <a:gd name="T21" fmla="*/ 3 h 425"/>
                <a:gd name="T22" fmla="*/ 1 w 246"/>
                <a:gd name="T23" fmla="*/ 3 h 425"/>
                <a:gd name="T24" fmla="*/ 1 w 246"/>
                <a:gd name="T25" fmla="*/ 3 h 425"/>
                <a:gd name="T26" fmla="*/ 1 w 246"/>
                <a:gd name="T27" fmla="*/ 3 h 425"/>
                <a:gd name="T28" fmla="*/ 1 w 246"/>
                <a:gd name="T29" fmla="*/ 3 h 425"/>
                <a:gd name="T30" fmla="*/ 2 w 246"/>
                <a:gd name="T31" fmla="*/ 3 h 425"/>
                <a:gd name="T32" fmla="*/ 2 w 246"/>
                <a:gd name="T33" fmla="*/ 3 h 425"/>
                <a:gd name="T34" fmla="*/ 2 w 246"/>
                <a:gd name="T35" fmla="*/ 3 h 425"/>
                <a:gd name="T36" fmla="*/ 2 w 246"/>
                <a:gd name="T37" fmla="*/ 3 h 425"/>
                <a:gd name="T38" fmla="*/ 2 w 246"/>
                <a:gd name="T39" fmla="*/ 3 h 425"/>
                <a:gd name="T40" fmla="*/ 2 w 246"/>
                <a:gd name="T41" fmla="*/ 3 h 425"/>
                <a:gd name="T42" fmla="*/ 1 w 246"/>
                <a:gd name="T43" fmla="*/ 3 h 425"/>
                <a:gd name="T44" fmla="*/ 1 w 246"/>
                <a:gd name="T45" fmla="*/ 3 h 425"/>
                <a:gd name="T46" fmla="*/ 1 w 246"/>
                <a:gd name="T47" fmla="*/ 3 h 425"/>
                <a:gd name="T48" fmla="*/ 1 w 246"/>
                <a:gd name="T49" fmla="*/ 3 h 425"/>
                <a:gd name="T50" fmla="*/ 1 w 246"/>
                <a:gd name="T51" fmla="*/ 3 h 425"/>
                <a:gd name="T52" fmla="*/ 1 w 246"/>
                <a:gd name="T53" fmla="*/ 2 h 425"/>
                <a:gd name="T54" fmla="*/ 1 w 246"/>
                <a:gd name="T55" fmla="*/ 2 h 425"/>
                <a:gd name="T56" fmla="*/ 0 w 246"/>
                <a:gd name="T57" fmla="*/ 2 h 425"/>
                <a:gd name="T58" fmla="*/ 0 w 246"/>
                <a:gd name="T59" fmla="*/ 2 h 425"/>
                <a:gd name="T60" fmla="*/ 0 w 246"/>
                <a:gd name="T61" fmla="*/ 1 h 425"/>
                <a:gd name="T62" fmla="*/ 0 w 246"/>
                <a:gd name="T63" fmla="*/ 1 h 425"/>
                <a:gd name="T64" fmla="*/ 0 w 246"/>
                <a:gd name="T65" fmla="*/ 1 h 425"/>
                <a:gd name="T66" fmla="*/ 0 w 246"/>
                <a:gd name="T67" fmla="*/ 0 h 425"/>
                <a:gd name="T68" fmla="*/ 0 w 246"/>
                <a:gd name="T69" fmla="*/ 0 h 425"/>
                <a:gd name="T70" fmla="*/ 0 w 246"/>
                <a:gd name="T71" fmla="*/ 0 h 425"/>
                <a:gd name="T72" fmla="*/ 0 w 246"/>
                <a:gd name="T73" fmla="*/ 0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5"/>
                <a:gd name="T113" fmla="*/ 246 w 246"/>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5">
                  <a:moveTo>
                    <a:pt x="0" y="0"/>
                  </a:moveTo>
                  <a:lnTo>
                    <a:pt x="0" y="0"/>
                  </a:lnTo>
                  <a:lnTo>
                    <a:pt x="2" y="43"/>
                  </a:lnTo>
                  <a:lnTo>
                    <a:pt x="5" y="86"/>
                  </a:lnTo>
                  <a:lnTo>
                    <a:pt x="11" y="126"/>
                  </a:lnTo>
                  <a:lnTo>
                    <a:pt x="19" y="163"/>
                  </a:lnTo>
                  <a:lnTo>
                    <a:pt x="30" y="202"/>
                  </a:lnTo>
                  <a:lnTo>
                    <a:pt x="41" y="236"/>
                  </a:lnTo>
                  <a:lnTo>
                    <a:pt x="55" y="269"/>
                  </a:lnTo>
                  <a:lnTo>
                    <a:pt x="73" y="299"/>
                  </a:lnTo>
                  <a:lnTo>
                    <a:pt x="89" y="326"/>
                  </a:lnTo>
                  <a:lnTo>
                    <a:pt x="108" y="351"/>
                  </a:lnTo>
                  <a:lnTo>
                    <a:pt x="128" y="373"/>
                  </a:lnTo>
                  <a:lnTo>
                    <a:pt x="150" y="391"/>
                  </a:lnTo>
                  <a:lnTo>
                    <a:pt x="171" y="406"/>
                  </a:lnTo>
                  <a:lnTo>
                    <a:pt x="196" y="417"/>
                  </a:lnTo>
                  <a:lnTo>
                    <a:pt x="221" y="422"/>
                  </a:lnTo>
                  <a:lnTo>
                    <a:pt x="246" y="425"/>
                  </a:lnTo>
                  <a:lnTo>
                    <a:pt x="246" y="413"/>
                  </a:lnTo>
                  <a:lnTo>
                    <a:pt x="223" y="411"/>
                  </a:lnTo>
                  <a:lnTo>
                    <a:pt x="201" y="405"/>
                  </a:lnTo>
                  <a:lnTo>
                    <a:pt x="178" y="394"/>
                  </a:lnTo>
                  <a:lnTo>
                    <a:pt x="157" y="381"/>
                  </a:lnTo>
                  <a:lnTo>
                    <a:pt x="137" y="364"/>
                  </a:lnTo>
                  <a:lnTo>
                    <a:pt x="117" y="344"/>
                  </a:lnTo>
                  <a:lnTo>
                    <a:pt x="99" y="319"/>
                  </a:lnTo>
                  <a:lnTo>
                    <a:pt x="82" y="292"/>
                  </a:lnTo>
                  <a:lnTo>
                    <a:pt x="67" y="264"/>
                  </a:lnTo>
                  <a:lnTo>
                    <a:pt x="53" y="231"/>
                  </a:lnTo>
                  <a:lnTo>
                    <a:pt x="41" y="197"/>
                  </a:lnTo>
                  <a:lnTo>
                    <a:pt x="31" y="161"/>
                  </a:lnTo>
                  <a:lnTo>
                    <a:pt x="23" y="123"/>
                  </a:lnTo>
                  <a:lnTo>
                    <a:pt x="17" y="84"/>
                  </a:lnTo>
                  <a:lnTo>
                    <a:pt x="13" y="4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1065" name="Freeform 71"/>
            <p:cNvSpPr>
              <a:spLocks/>
            </p:cNvSpPr>
            <p:nvPr/>
          </p:nvSpPr>
          <p:spPr bwMode="auto">
            <a:xfrm>
              <a:off x="1502" y="1751"/>
              <a:ext cx="50" cy="85"/>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2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1" y="2"/>
                  </a:lnTo>
                  <a:lnTo>
                    <a:pt x="196" y="8"/>
                  </a:lnTo>
                  <a:lnTo>
                    <a:pt x="171" y="19"/>
                  </a:lnTo>
                  <a:lnTo>
                    <a:pt x="150" y="34"/>
                  </a:lnTo>
                  <a:lnTo>
                    <a:pt x="128" y="52"/>
                  </a:lnTo>
                  <a:lnTo>
                    <a:pt x="108" y="74"/>
                  </a:lnTo>
                  <a:lnTo>
                    <a:pt x="89" y="98"/>
                  </a:lnTo>
                  <a:lnTo>
                    <a:pt x="73" y="125"/>
                  </a:lnTo>
                  <a:lnTo>
                    <a:pt x="55" y="156"/>
                  </a:lnTo>
                  <a:lnTo>
                    <a:pt x="41" y="189"/>
                  </a:lnTo>
                  <a:lnTo>
                    <a:pt x="30" y="223"/>
                  </a:lnTo>
                  <a:lnTo>
                    <a:pt x="19" y="261"/>
                  </a:lnTo>
                  <a:lnTo>
                    <a:pt x="11" y="299"/>
                  </a:lnTo>
                  <a:lnTo>
                    <a:pt x="5" y="339"/>
                  </a:lnTo>
                  <a:lnTo>
                    <a:pt x="2" y="382"/>
                  </a:lnTo>
                  <a:lnTo>
                    <a:pt x="0" y="424"/>
                  </a:lnTo>
                  <a:lnTo>
                    <a:pt x="12" y="424"/>
                  </a:lnTo>
                  <a:lnTo>
                    <a:pt x="13" y="382"/>
                  </a:lnTo>
                  <a:lnTo>
                    <a:pt x="17" y="341"/>
                  </a:lnTo>
                  <a:lnTo>
                    <a:pt x="23" y="301"/>
                  </a:lnTo>
                  <a:lnTo>
                    <a:pt x="31" y="264"/>
                  </a:lnTo>
                  <a:lnTo>
                    <a:pt x="41" y="227"/>
                  </a:lnTo>
                  <a:lnTo>
                    <a:pt x="53" y="193"/>
                  </a:lnTo>
                  <a:lnTo>
                    <a:pt x="67" y="161"/>
                  </a:lnTo>
                  <a:lnTo>
                    <a:pt x="82" y="132"/>
                  </a:lnTo>
                  <a:lnTo>
                    <a:pt x="99" y="105"/>
                  </a:lnTo>
                  <a:lnTo>
                    <a:pt x="117" y="81"/>
                  </a:lnTo>
                  <a:lnTo>
                    <a:pt x="137" y="61"/>
                  </a:lnTo>
                  <a:lnTo>
                    <a:pt x="157" y="43"/>
                  </a:lnTo>
                  <a:lnTo>
                    <a:pt x="178" y="30"/>
                  </a:lnTo>
                  <a:lnTo>
                    <a:pt x="201" y="20"/>
                  </a:lnTo>
                  <a:lnTo>
                    <a:pt x="223" y="14"/>
                  </a:lnTo>
                  <a:lnTo>
                    <a:pt x="246" y="12"/>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1066" name="Freeform 72"/>
            <p:cNvSpPr>
              <a:spLocks/>
            </p:cNvSpPr>
            <p:nvPr/>
          </p:nvSpPr>
          <p:spPr bwMode="auto">
            <a:xfrm>
              <a:off x="1565" y="2016"/>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0" y="339"/>
                  </a:lnTo>
                  <a:lnTo>
                    <a:pt x="234" y="299"/>
                  </a:lnTo>
                  <a:lnTo>
                    <a:pt x="226" y="261"/>
                  </a:lnTo>
                  <a:lnTo>
                    <a:pt x="216" y="223"/>
                  </a:lnTo>
                  <a:lnTo>
                    <a:pt x="204" y="189"/>
                  </a:lnTo>
                  <a:lnTo>
                    <a:pt x="190" y="156"/>
                  </a:lnTo>
                  <a:lnTo>
                    <a:pt x="174" y="125"/>
                  </a:lnTo>
                  <a:lnTo>
                    <a:pt x="156" y="98"/>
                  </a:lnTo>
                  <a:lnTo>
                    <a:pt x="138" y="74"/>
                  </a:lnTo>
                  <a:lnTo>
                    <a:pt x="118" y="51"/>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9" y="81"/>
                  </a:lnTo>
                  <a:lnTo>
                    <a:pt x="147" y="105"/>
                  </a:lnTo>
                  <a:lnTo>
                    <a:pt x="164" y="132"/>
                  </a:lnTo>
                  <a:lnTo>
                    <a:pt x="178" y="160"/>
                  </a:lnTo>
                  <a:lnTo>
                    <a:pt x="192" y="193"/>
                  </a:lnTo>
                  <a:lnTo>
                    <a:pt x="204" y="227"/>
                  </a:lnTo>
                  <a:lnTo>
                    <a:pt x="215" y="264"/>
                  </a:lnTo>
                  <a:lnTo>
                    <a:pt x="223" y="301"/>
                  </a:lnTo>
                  <a:lnTo>
                    <a:pt x="229"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1067" name="Freeform 73"/>
            <p:cNvSpPr>
              <a:spLocks/>
            </p:cNvSpPr>
            <p:nvPr/>
          </p:nvSpPr>
          <p:spPr bwMode="auto">
            <a:xfrm>
              <a:off x="1565" y="2101"/>
              <a:ext cx="49" cy="85"/>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6" y="423"/>
                  </a:lnTo>
                  <a:lnTo>
                    <a:pt x="51" y="418"/>
                  </a:lnTo>
                  <a:lnTo>
                    <a:pt x="74" y="407"/>
                  </a:lnTo>
                  <a:lnTo>
                    <a:pt x="96" y="392"/>
                  </a:lnTo>
                  <a:lnTo>
                    <a:pt x="118" y="373"/>
                  </a:lnTo>
                  <a:lnTo>
                    <a:pt x="138" y="351"/>
                  </a:lnTo>
                  <a:lnTo>
                    <a:pt x="156" y="327"/>
                  </a:lnTo>
                  <a:lnTo>
                    <a:pt x="175" y="299"/>
                  </a:lnTo>
                  <a:lnTo>
                    <a:pt x="190" y="269"/>
                  </a:lnTo>
                  <a:lnTo>
                    <a:pt x="204" y="236"/>
                  </a:lnTo>
                  <a:lnTo>
                    <a:pt x="216" y="202"/>
                  </a:lnTo>
                  <a:lnTo>
                    <a:pt x="226" y="164"/>
                  </a:lnTo>
                  <a:lnTo>
                    <a:pt x="234" y="126"/>
                  </a:lnTo>
                  <a:lnTo>
                    <a:pt x="240" y="86"/>
                  </a:lnTo>
                  <a:lnTo>
                    <a:pt x="244" y="42"/>
                  </a:lnTo>
                  <a:lnTo>
                    <a:pt x="245" y="0"/>
                  </a:lnTo>
                  <a:lnTo>
                    <a:pt x="233" y="0"/>
                  </a:lnTo>
                  <a:lnTo>
                    <a:pt x="232" y="42"/>
                  </a:lnTo>
                  <a:lnTo>
                    <a:pt x="229" y="83"/>
                  </a:lnTo>
                  <a:lnTo>
                    <a:pt x="223" y="123"/>
                  </a:lnTo>
                  <a:lnTo>
                    <a:pt x="215" y="162"/>
                  </a:lnTo>
                  <a:lnTo>
                    <a:pt x="204" y="197"/>
                  </a:lnTo>
                  <a:lnTo>
                    <a:pt x="192" y="231"/>
                  </a:lnTo>
                  <a:lnTo>
                    <a:pt x="178" y="264"/>
                  </a:lnTo>
                  <a:lnTo>
                    <a:pt x="163" y="292"/>
                  </a:lnTo>
                  <a:lnTo>
                    <a:pt x="147" y="320"/>
                  </a:lnTo>
                  <a:lnTo>
                    <a:pt x="129" y="344"/>
                  </a:lnTo>
                  <a:lnTo>
                    <a:pt x="109" y="364"/>
                  </a:lnTo>
                  <a:lnTo>
                    <a:pt x="89" y="382"/>
                  </a:lnTo>
                  <a:lnTo>
                    <a:pt x="67" y="395"/>
                  </a:lnTo>
                  <a:lnTo>
                    <a:pt x="46" y="406"/>
                  </a:lnTo>
                  <a:lnTo>
                    <a:pt x="24"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1068" name="Freeform 74"/>
            <p:cNvSpPr>
              <a:spLocks/>
            </p:cNvSpPr>
            <p:nvPr/>
          </p:nvSpPr>
          <p:spPr bwMode="auto">
            <a:xfrm>
              <a:off x="1516" y="2101"/>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5" y="86"/>
                  </a:lnTo>
                  <a:lnTo>
                    <a:pt x="11" y="126"/>
                  </a:lnTo>
                  <a:lnTo>
                    <a:pt x="19" y="164"/>
                  </a:lnTo>
                  <a:lnTo>
                    <a:pt x="30" y="202"/>
                  </a:lnTo>
                  <a:lnTo>
                    <a:pt x="41" y="236"/>
                  </a:lnTo>
                  <a:lnTo>
                    <a:pt x="55" y="269"/>
                  </a:lnTo>
                  <a:lnTo>
                    <a:pt x="71" y="299"/>
                  </a:lnTo>
                  <a:lnTo>
                    <a:pt x="89" y="327"/>
                  </a:lnTo>
                  <a:lnTo>
                    <a:pt x="107" y="351"/>
                  </a:lnTo>
                  <a:lnTo>
                    <a:pt x="127" y="373"/>
                  </a:lnTo>
                  <a:lnTo>
                    <a:pt x="149" y="392"/>
                  </a:lnTo>
                  <a:lnTo>
                    <a:pt x="171" y="407"/>
                  </a:lnTo>
                  <a:lnTo>
                    <a:pt x="195" y="418"/>
                  </a:lnTo>
                  <a:lnTo>
                    <a:pt x="219" y="423"/>
                  </a:lnTo>
                  <a:lnTo>
                    <a:pt x="245" y="426"/>
                  </a:lnTo>
                  <a:lnTo>
                    <a:pt x="245" y="414"/>
                  </a:lnTo>
                  <a:lnTo>
                    <a:pt x="222" y="412"/>
                  </a:lnTo>
                  <a:lnTo>
                    <a:pt x="199" y="406"/>
                  </a:lnTo>
                  <a:lnTo>
                    <a:pt x="178" y="395"/>
                  </a:lnTo>
                  <a:lnTo>
                    <a:pt x="156" y="382"/>
                  </a:lnTo>
                  <a:lnTo>
                    <a:pt x="136" y="364"/>
                  </a:lnTo>
                  <a:lnTo>
                    <a:pt x="116" y="344"/>
                  </a:lnTo>
                  <a:lnTo>
                    <a:pt x="99" y="320"/>
                  </a:lnTo>
                  <a:lnTo>
                    <a:pt x="82" y="292"/>
                  </a:lnTo>
                  <a:lnTo>
                    <a:pt x="67" y="264"/>
                  </a:lnTo>
                  <a:lnTo>
                    <a:pt x="53" y="231"/>
                  </a:lnTo>
                  <a:lnTo>
                    <a:pt x="41" y="197"/>
                  </a:lnTo>
                  <a:lnTo>
                    <a:pt x="31" y="162"/>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1069" name="Freeform 75"/>
            <p:cNvSpPr>
              <a:spLocks/>
            </p:cNvSpPr>
            <p:nvPr/>
          </p:nvSpPr>
          <p:spPr bwMode="auto">
            <a:xfrm>
              <a:off x="1516" y="2016"/>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5" y="8"/>
                  </a:lnTo>
                  <a:lnTo>
                    <a:pt x="171" y="19"/>
                  </a:lnTo>
                  <a:lnTo>
                    <a:pt x="149" y="34"/>
                  </a:lnTo>
                  <a:lnTo>
                    <a:pt x="127" y="51"/>
                  </a:lnTo>
                  <a:lnTo>
                    <a:pt x="107" y="74"/>
                  </a:lnTo>
                  <a:lnTo>
                    <a:pt x="89" y="98"/>
                  </a:lnTo>
                  <a:lnTo>
                    <a:pt x="72" y="125"/>
                  </a:lnTo>
                  <a:lnTo>
                    <a:pt x="55" y="156"/>
                  </a:lnTo>
                  <a:lnTo>
                    <a:pt x="41" y="189"/>
                  </a:lnTo>
                  <a:lnTo>
                    <a:pt x="30" y="223"/>
                  </a:lnTo>
                  <a:lnTo>
                    <a:pt x="19" y="261"/>
                  </a:lnTo>
                  <a:lnTo>
                    <a:pt x="11" y="299"/>
                  </a:lnTo>
                  <a:lnTo>
                    <a:pt x="5" y="339"/>
                  </a:lnTo>
                  <a:lnTo>
                    <a:pt x="1" y="382"/>
                  </a:lnTo>
                  <a:lnTo>
                    <a:pt x="0" y="424"/>
                  </a:lnTo>
                  <a:lnTo>
                    <a:pt x="12" y="424"/>
                  </a:lnTo>
                  <a:lnTo>
                    <a:pt x="13" y="382"/>
                  </a:lnTo>
                  <a:lnTo>
                    <a:pt x="17" y="341"/>
                  </a:lnTo>
                  <a:lnTo>
                    <a:pt x="23" y="301"/>
                  </a:lnTo>
                  <a:lnTo>
                    <a:pt x="31" y="264"/>
                  </a:lnTo>
                  <a:lnTo>
                    <a:pt x="41" y="227"/>
                  </a:lnTo>
                  <a:lnTo>
                    <a:pt x="53" y="193"/>
                  </a:lnTo>
                  <a:lnTo>
                    <a:pt x="67" y="160"/>
                  </a:lnTo>
                  <a:lnTo>
                    <a:pt x="81" y="132"/>
                  </a:lnTo>
                  <a:lnTo>
                    <a:pt x="99" y="105"/>
                  </a:lnTo>
                  <a:lnTo>
                    <a:pt x="116" y="81"/>
                  </a:lnTo>
                  <a:lnTo>
                    <a:pt x="136" y="61"/>
                  </a:lnTo>
                  <a:lnTo>
                    <a:pt x="156" y="43"/>
                  </a:lnTo>
                  <a:lnTo>
                    <a:pt x="178" y="30"/>
                  </a:lnTo>
                  <a:lnTo>
                    <a:pt x="199" y="20"/>
                  </a:lnTo>
                  <a:lnTo>
                    <a:pt x="222"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sp>
        <p:nvSpPr>
          <p:cNvPr id="171016" name="Rectangle 77"/>
          <p:cNvSpPr>
            <a:spLocks noChangeArrowheads="1"/>
          </p:cNvSpPr>
          <p:nvPr/>
        </p:nvSpPr>
        <p:spPr bwMode="auto">
          <a:xfrm>
            <a:off x="611188" y="0"/>
            <a:ext cx="6388100" cy="6477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3000"/>
              <a:t>Sem. 3 - Jeudi</a:t>
            </a:r>
          </a:p>
        </p:txBody>
      </p:sp>
      <p:sp>
        <p:nvSpPr>
          <p:cNvPr id="171017" name="Text Box 78"/>
          <p:cNvSpPr txBox="1">
            <a:spLocks noChangeArrowheads="1"/>
          </p:cNvSpPr>
          <p:nvPr/>
        </p:nvSpPr>
        <p:spPr bwMode="auto">
          <a:xfrm>
            <a:off x="566738" y="2697163"/>
            <a:ext cx="3217862"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2. Pas de commandes</a:t>
            </a:r>
          </a:p>
        </p:txBody>
      </p:sp>
      <p:sp>
        <p:nvSpPr>
          <p:cNvPr id="171018" name="Text Box 79"/>
          <p:cNvSpPr txBox="1">
            <a:spLocks noChangeArrowheads="1"/>
          </p:cNvSpPr>
          <p:nvPr/>
        </p:nvSpPr>
        <p:spPr bwMode="auto">
          <a:xfrm>
            <a:off x="566738" y="5211763"/>
            <a:ext cx="6543675" cy="4429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eaLnBrk="1" hangingPunct="1">
              <a:spcBef>
                <a:spcPct val="0"/>
              </a:spcBef>
              <a:buFontTx/>
              <a:buNone/>
            </a:pPr>
            <a:r>
              <a:rPr lang="fr-FR" altLang="fr-FR" sz="2300"/>
              <a:t>4. Pointez la production sur votre feuille de suivi</a:t>
            </a:r>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2034" name="Rectangle 2"/>
          <p:cNvSpPr>
            <a:spLocks noGrp="1" noChangeArrowheads="1"/>
          </p:cNvSpPr>
          <p:nvPr>
            <p:ph type="title"/>
          </p:nvPr>
        </p:nvSpPr>
        <p:spPr/>
        <p:txBody>
          <a:bodyPr/>
          <a:lstStyle/>
          <a:p>
            <a:pPr eaLnBrk="1" hangingPunct="1"/>
            <a:r>
              <a:rPr lang="fr-FR" altLang="fr-FR"/>
              <a:t>Question</a:t>
            </a:r>
          </a:p>
        </p:txBody>
      </p:sp>
      <p:sp>
        <p:nvSpPr>
          <p:cNvPr id="172035" name="Rectangle 3"/>
          <p:cNvSpPr>
            <a:spLocks noGrp="1" noChangeArrowheads="1"/>
          </p:cNvSpPr>
          <p:nvPr>
            <p:ph type="body" idx="1"/>
          </p:nvPr>
        </p:nvSpPr>
        <p:spPr>
          <a:xfrm>
            <a:off x="457200" y="1720850"/>
            <a:ext cx="8229600" cy="4405313"/>
          </a:xfrm>
        </p:spPr>
        <p:txBody>
          <a:bodyPr/>
          <a:lstStyle/>
          <a:p>
            <a:pPr eaLnBrk="1" hangingPunct="1">
              <a:buFontTx/>
              <a:buNone/>
            </a:pPr>
            <a:r>
              <a:rPr lang="fr-FR" altLang="fr-FR" u="sng"/>
              <a:t>Origine</a:t>
            </a:r>
            <a:r>
              <a:rPr lang="fr-FR" altLang="fr-FR"/>
              <a:t> : Bureau d’études</a:t>
            </a:r>
          </a:p>
          <a:p>
            <a:pPr eaLnBrk="1" hangingPunct="1">
              <a:buFontTx/>
              <a:buNone/>
            </a:pPr>
            <a:r>
              <a:rPr lang="fr-FR" altLang="fr-FR" u="sng"/>
              <a:t>Destinataire</a:t>
            </a:r>
            <a:r>
              <a:rPr lang="fr-FR" altLang="fr-FR"/>
              <a:t> : Production</a:t>
            </a:r>
          </a:p>
          <a:p>
            <a:pPr eaLnBrk="1" hangingPunct="1">
              <a:buFontTx/>
              <a:buNone/>
            </a:pPr>
            <a:endParaRPr lang="fr-FR" altLang="fr-FR"/>
          </a:p>
          <a:p>
            <a:pPr eaLnBrk="1" hangingPunct="1"/>
            <a:r>
              <a:rPr lang="fr-FR" altLang="fr-FR"/>
              <a:t>A la suite d'une analyse faite par le Service Qualité, il apparaît qu'un changement dans la gamme d'usinage du carter doit être envisagé prochainement. </a:t>
            </a:r>
          </a:p>
          <a:p>
            <a:pPr eaLnBrk="1" hangingPunct="1"/>
            <a:r>
              <a:rPr lang="fr-FR" altLang="fr-FR"/>
              <a:t>Pouvez-vous nous faire savoir combien de temps sera nécessaire pour que la modification soit mise en application au niveau commercial ?</a:t>
            </a:r>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73058" name="Group 2"/>
          <p:cNvGrpSpPr>
            <a:grpSpLocks/>
          </p:cNvGrpSpPr>
          <p:nvPr/>
        </p:nvGrpSpPr>
        <p:grpSpPr bwMode="auto">
          <a:xfrm>
            <a:off x="7073900" y="215900"/>
            <a:ext cx="1878013" cy="1250950"/>
            <a:chOff x="4456" y="136"/>
            <a:chExt cx="1183" cy="788"/>
          </a:xfrm>
        </p:grpSpPr>
        <p:grpSp>
          <p:nvGrpSpPr>
            <p:cNvPr id="173118" name="Group 3"/>
            <p:cNvGrpSpPr>
              <a:grpSpLocks/>
            </p:cNvGrpSpPr>
            <p:nvPr/>
          </p:nvGrpSpPr>
          <p:grpSpPr bwMode="auto">
            <a:xfrm>
              <a:off x="4766" y="232"/>
              <a:ext cx="873" cy="692"/>
              <a:chOff x="2185" y="310"/>
              <a:chExt cx="873" cy="692"/>
            </a:xfrm>
          </p:grpSpPr>
          <p:sp>
            <p:nvSpPr>
              <p:cNvPr id="173129" name="Freeform 4"/>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accent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3130" name="Freeform 5"/>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3131" name="Freeform 6"/>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3132" name="Freeform 7"/>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3133" name="Freeform 8"/>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3134" name="Freeform 9"/>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3135" name="Freeform 10"/>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grpSp>
          <p:nvGrpSpPr>
            <p:cNvPr id="173119" name="Group 11"/>
            <p:cNvGrpSpPr>
              <a:grpSpLocks/>
            </p:cNvGrpSpPr>
            <p:nvPr/>
          </p:nvGrpSpPr>
          <p:grpSpPr bwMode="auto">
            <a:xfrm>
              <a:off x="4949" y="336"/>
              <a:ext cx="591" cy="468"/>
              <a:chOff x="2185" y="310"/>
              <a:chExt cx="873" cy="692"/>
            </a:xfrm>
          </p:grpSpPr>
          <p:sp>
            <p:nvSpPr>
              <p:cNvPr id="173122" name="Freeform 12"/>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3123" name="Freeform 13"/>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3124" name="Freeform 14"/>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3125" name="Freeform 15"/>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3126" name="Freeform 16"/>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3127" name="Freeform 17"/>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3128" name="Freeform 18"/>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pic>
          <p:nvPicPr>
            <p:cNvPr id="173120" name="Picture 19"/>
            <p:cNvPicPr>
              <a:picLocks noChangeAspect="1" noChangeArrowheads="1"/>
            </p:cNvPicPr>
            <p:nvPr/>
          </p:nvPicPr>
          <p:blipFill>
            <a:blip r:embed="rId3" cstate="print">
              <a:extLst>
                <a:ext uri="{28A0092B-C50C-407E-A947-70E740481C1C}">
                  <a14:useLocalDpi xmlns:a14="http://schemas.microsoft.com/office/drawing/2010/main" val="0"/>
                </a:ext>
              </a:extLst>
            </a:blip>
            <a:srcRect l="-4282" t="-4369" r="-5199" b="-12012"/>
            <a:stretch>
              <a:fillRect/>
            </a:stretch>
          </p:blipFill>
          <p:spPr bwMode="auto">
            <a:xfrm>
              <a:off x="4456" y="136"/>
              <a:ext cx="480" cy="5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73121" name="Text Box 20"/>
            <p:cNvSpPr txBox="1">
              <a:spLocks noChangeArrowheads="1"/>
            </p:cNvSpPr>
            <p:nvPr/>
          </p:nvSpPr>
          <p:spPr bwMode="auto">
            <a:xfrm>
              <a:off x="4946" y="314"/>
              <a:ext cx="596" cy="49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4500" b="1">
                  <a:solidFill>
                    <a:srgbClr val="FF0000"/>
                  </a:solidFill>
                  <a:latin typeface="Arial Black" pitchFamily="34" charset="0"/>
                </a:rPr>
                <a:t>30</a:t>
              </a:r>
              <a:endParaRPr lang="fr-FR" altLang="fr-FR" sz="3200">
                <a:solidFill>
                  <a:schemeClr val="tx1"/>
                </a:solidFill>
                <a:latin typeface="Arial Black" pitchFamily="34" charset="0"/>
              </a:endParaRPr>
            </a:p>
          </p:txBody>
        </p:sp>
      </p:grpSp>
      <p:sp>
        <p:nvSpPr>
          <p:cNvPr id="173060" name="Text Box 22"/>
          <p:cNvSpPr txBox="1">
            <a:spLocks noChangeArrowheads="1"/>
          </p:cNvSpPr>
          <p:nvPr/>
        </p:nvSpPr>
        <p:spPr bwMode="auto">
          <a:xfrm>
            <a:off x="566738" y="1363663"/>
            <a:ext cx="1946275"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1. Tirez le dé</a:t>
            </a:r>
          </a:p>
        </p:txBody>
      </p:sp>
      <p:sp>
        <p:nvSpPr>
          <p:cNvPr id="173061" name="Text Box 23"/>
          <p:cNvSpPr txBox="1">
            <a:spLocks noChangeArrowheads="1"/>
          </p:cNvSpPr>
          <p:nvPr/>
        </p:nvSpPr>
        <p:spPr bwMode="auto">
          <a:xfrm>
            <a:off x="566738" y="3935413"/>
            <a:ext cx="18796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3. Produisez</a:t>
            </a:r>
          </a:p>
        </p:txBody>
      </p:sp>
      <p:grpSp>
        <p:nvGrpSpPr>
          <p:cNvPr id="173062" name="Group 24"/>
          <p:cNvGrpSpPr>
            <a:grpSpLocks/>
          </p:cNvGrpSpPr>
          <p:nvPr/>
        </p:nvGrpSpPr>
        <p:grpSpPr bwMode="auto">
          <a:xfrm>
            <a:off x="2986088" y="1306513"/>
            <a:ext cx="446087" cy="534987"/>
            <a:chOff x="868" y="1439"/>
            <a:chExt cx="811" cy="972"/>
          </a:xfrm>
        </p:grpSpPr>
        <p:sp>
          <p:nvSpPr>
            <p:cNvPr id="173067" name="Freeform 25"/>
            <p:cNvSpPr>
              <a:spLocks/>
            </p:cNvSpPr>
            <p:nvPr/>
          </p:nvSpPr>
          <p:spPr bwMode="auto">
            <a:xfrm>
              <a:off x="1548" y="2014"/>
              <a:ext cx="123" cy="100"/>
            </a:xfrm>
            <a:custGeom>
              <a:avLst/>
              <a:gdLst>
                <a:gd name="T0" fmla="*/ 5 w 618"/>
                <a:gd name="T1" fmla="*/ 0 h 502"/>
                <a:gd name="T2" fmla="*/ 5 w 618"/>
                <a:gd name="T3" fmla="*/ 0 h 502"/>
                <a:gd name="T4" fmla="*/ 0 w 618"/>
                <a:gd name="T5" fmla="*/ 4 h 502"/>
                <a:gd name="T6" fmla="*/ 0 w 618"/>
                <a:gd name="T7" fmla="*/ 4 h 502"/>
                <a:gd name="T8" fmla="*/ 5 w 618"/>
                <a:gd name="T9" fmla="*/ 0 h 502"/>
                <a:gd name="T10" fmla="*/ 5 w 618"/>
                <a:gd name="T11" fmla="*/ 0 h 502"/>
                <a:gd name="T12" fmla="*/ 5 w 618"/>
                <a:gd name="T13" fmla="*/ 0 h 502"/>
                <a:gd name="T14" fmla="*/ 5 w 618"/>
                <a:gd name="T15" fmla="*/ 0 h 502"/>
                <a:gd name="T16" fmla="*/ 5 w 618"/>
                <a:gd name="T17" fmla="*/ 0 h 502"/>
                <a:gd name="T18" fmla="*/ 5 w 618"/>
                <a:gd name="T19" fmla="*/ 0 h 502"/>
                <a:gd name="T20" fmla="*/ 5 w 618"/>
                <a:gd name="T21" fmla="*/ 0 h 502"/>
                <a:gd name="T22" fmla="*/ 5 w 618"/>
                <a:gd name="T23" fmla="*/ 0 h 502"/>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618"/>
                <a:gd name="T37" fmla="*/ 0 h 502"/>
                <a:gd name="T38" fmla="*/ 618 w 618"/>
                <a:gd name="T39" fmla="*/ 502 h 502"/>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618" h="502">
                  <a:moveTo>
                    <a:pt x="611" y="0"/>
                  </a:moveTo>
                  <a:lnTo>
                    <a:pt x="606" y="2"/>
                  </a:lnTo>
                  <a:lnTo>
                    <a:pt x="0" y="490"/>
                  </a:lnTo>
                  <a:lnTo>
                    <a:pt x="10" y="502"/>
                  </a:lnTo>
                  <a:lnTo>
                    <a:pt x="616" y="14"/>
                  </a:lnTo>
                  <a:lnTo>
                    <a:pt x="611" y="16"/>
                  </a:lnTo>
                  <a:lnTo>
                    <a:pt x="616" y="14"/>
                  </a:lnTo>
                  <a:lnTo>
                    <a:pt x="618" y="9"/>
                  </a:lnTo>
                  <a:lnTo>
                    <a:pt x="617" y="3"/>
                  </a:lnTo>
                  <a:lnTo>
                    <a:pt x="612" y="1"/>
                  </a:lnTo>
                  <a:lnTo>
                    <a:pt x="606" y="2"/>
                  </a:lnTo>
                  <a:lnTo>
                    <a:pt x="611"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3068" name="Freeform 26"/>
            <p:cNvSpPr>
              <a:spLocks/>
            </p:cNvSpPr>
            <p:nvPr/>
          </p:nvSpPr>
          <p:spPr bwMode="auto">
            <a:xfrm>
              <a:off x="876" y="1852"/>
              <a:ext cx="82" cy="373"/>
            </a:xfrm>
            <a:custGeom>
              <a:avLst/>
              <a:gdLst>
                <a:gd name="T0" fmla="*/ 3 w 413"/>
                <a:gd name="T1" fmla="*/ 15 h 1865"/>
                <a:gd name="T2" fmla="*/ 3 w 413"/>
                <a:gd name="T3" fmla="*/ 15 h 1865"/>
                <a:gd name="T4" fmla="*/ 0 w 413"/>
                <a:gd name="T5" fmla="*/ 0 h 1865"/>
                <a:gd name="T6" fmla="*/ 0 w 413"/>
                <a:gd name="T7" fmla="*/ 0 h 1865"/>
                <a:gd name="T8" fmla="*/ 3 w 413"/>
                <a:gd name="T9" fmla="*/ 15 h 1865"/>
                <a:gd name="T10" fmla="*/ 3 w 413"/>
                <a:gd name="T11" fmla="*/ 15 h 1865"/>
                <a:gd name="T12" fmla="*/ 3 w 413"/>
                <a:gd name="T13" fmla="*/ 15 h 1865"/>
                <a:gd name="T14" fmla="*/ 3 w 413"/>
                <a:gd name="T15" fmla="*/ 15 h 1865"/>
                <a:gd name="T16" fmla="*/ 3 w 413"/>
                <a:gd name="T17" fmla="*/ 15 h 1865"/>
                <a:gd name="T18" fmla="*/ 3 w 413"/>
                <a:gd name="T19" fmla="*/ 15 h 1865"/>
                <a:gd name="T20" fmla="*/ 3 w 413"/>
                <a:gd name="T21" fmla="*/ 15 h 1865"/>
                <a:gd name="T22" fmla="*/ 3 w 413"/>
                <a:gd name="T23" fmla="*/ 15 h 186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413"/>
                <a:gd name="T37" fmla="*/ 0 h 1865"/>
                <a:gd name="T38" fmla="*/ 413 w 413"/>
                <a:gd name="T39" fmla="*/ 1865 h 1865"/>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413" h="1865">
                  <a:moveTo>
                    <a:pt x="400" y="1864"/>
                  </a:moveTo>
                  <a:lnTo>
                    <a:pt x="413" y="1856"/>
                  </a:lnTo>
                  <a:lnTo>
                    <a:pt x="17" y="0"/>
                  </a:lnTo>
                  <a:lnTo>
                    <a:pt x="0" y="2"/>
                  </a:lnTo>
                  <a:lnTo>
                    <a:pt x="396" y="1858"/>
                  </a:lnTo>
                  <a:lnTo>
                    <a:pt x="409" y="1850"/>
                  </a:lnTo>
                  <a:lnTo>
                    <a:pt x="396" y="1858"/>
                  </a:lnTo>
                  <a:lnTo>
                    <a:pt x="400" y="1864"/>
                  </a:lnTo>
                  <a:lnTo>
                    <a:pt x="406" y="1865"/>
                  </a:lnTo>
                  <a:lnTo>
                    <a:pt x="410" y="1862"/>
                  </a:lnTo>
                  <a:lnTo>
                    <a:pt x="413" y="1856"/>
                  </a:lnTo>
                  <a:lnTo>
                    <a:pt x="400" y="186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3069" name="Freeform 27"/>
            <p:cNvSpPr>
              <a:spLocks/>
            </p:cNvSpPr>
            <p:nvPr/>
          </p:nvSpPr>
          <p:spPr bwMode="auto">
            <a:xfrm>
              <a:off x="1282" y="1533"/>
              <a:ext cx="35" cy="161"/>
            </a:xfrm>
            <a:custGeom>
              <a:avLst/>
              <a:gdLst>
                <a:gd name="T0" fmla="*/ 1 w 175"/>
                <a:gd name="T1" fmla="*/ 6 h 807"/>
                <a:gd name="T2" fmla="*/ 1 w 175"/>
                <a:gd name="T3" fmla="*/ 6 h 807"/>
                <a:gd name="T4" fmla="*/ 1 w 175"/>
                <a:gd name="T5" fmla="*/ 6 h 807"/>
                <a:gd name="T6" fmla="*/ 1 w 175"/>
                <a:gd name="T7" fmla="*/ 5 h 807"/>
                <a:gd name="T8" fmla="*/ 1 w 175"/>
                <a:gd name="T9" fmla="*/ 5 h 807"/>
                <a:gd name="T10" fmla="*/ 1 w 175"/>
                <a:gd name="T11" fmla="*/ 5 h 807"/>
                <a:gd name="T12" fmla="*/ 1 w 175"/>
                <a:gd name="T13" fmla="*/ 4 h 807"/>
                <a:gd name="T14" fmla="*/ 1 w 175"/>
                <a:gd name="T15" fmla="*/ 4 h 807"/>
                <a:gd name="T16" fmla="*/ 1 w 175"/>
                <a:gd name="T17" fmla="*/ 3 h 807"/>
                <a:gd name="T18" fmla="*/ 1 w 175"/>
                <a:gd name="T19" fmla="*/ 3 h 807"/>
                <a:gd name="T20" fmla="*/ 1 w 175"/>
                <a:gd name="T21" fmla="*/ 3 h 807"/>
                <a:gd name="T22" fmla="*/ 1 w 175"/>
                <a:gd name="T23" fmla="*/ 2 h 807"/>
                <a:gd name="T24" fmla="*/ 1 w 175"/>
                <a:gd name="T25" fmla="*/ 2 h 807"/>
                <a:gd name="T26" fmla="*/ 1 w 175"/>
                <a:gd name="T27" fmla="*/ 2 h 807"/>
                <a:gd name="T28" fmla="*/ 1 w 175"/>
                <a:gd name="T29" fmla="*/ 1 h 807"/>
                <a:gd name="T30" fmla="*/ 1 w 175"/>
                <a:gd name="T31" fmla="*/ 1 h 807"/>
                <a:gd name="T32" fmla="*/ 1 w 175"/>
                <a:gd name="T33" fmla="*/ 1 h 807"/>
                <a:gd name="T34" fmla="*/ 1 w 175"/>
                <a:gd name="T35" fmla="*/ 0 h 807"/>
                <a:gd name="T36" fmla="*/ 1 w 175"/>
                <a:gd name="T37" fmla="*/ 0 h 807"/>
                <a:gd name="T38" fmla="*/ 1 w 175"/>
                <a:gd name="T39" fmla="*/ 0 h 807"/>
                <a:gd name="T40" fmla="*/ 0 w 175"/>
                <a:gd name="T41" fmla="*/ 1 h 807"/>
                <a:gd name="T42" fmla="*/ 0 w 175"/>
                <a:gd name="T43" fmla="*/ 1 h 807"/>
                <a:gd name="T44" fmla="*/ 0 w 175"/>
                <a:gd name="T45" fmla="*/ 1 h 807"/>
                <a:gd name="T46" fmla="*/ 0 w 175"/>
                <a:gd name="T47" fmla="*/ 2 h 807"/>
                <a:gd name="T48" fmla="*/ 0 w 175"/>
                <a:gd name="T49" fmla="*/ 2 h 807"/>
                <a:gd name="T50" fmla="*/ 0 w 175"/>
                <a:gd name="T51" fmla="*/ 3 h 807"/>
                <a:gd name="T52" fmla="*/ 0 w 175"/>
                <a:gd name="T53" fmla="*/ 3 h 807"/>
                <a:gd name="T54" fmla="*/ 0 w 175"/>
                <a:gd name="T55" fmla="*/ 3 h 807"/>
                <a:gd name="T56" fmla="*/ 0 w 175"/>
                <a:gd name="T57" fmla="*/ 4 h 807"/>
                <a:gd name="T58" fmla="*/ 0 w 175"/>
                <a:gd name="T59" fmla="*/ 4 h 807"/>
                <a:gd name="T60" fmla="*/ 0 w 175"/>
                <a:gd name="T61" fmla="*/ 5 h 807"/>
                <a:gd name="T62" fmla="*/ 0 w 175"/>
                <a:gd name="T63" fmla="*/ 5 h 807"/>
                <a:gd name="T64" fmla="*/ 0 w 175"/>
                <a:gd name="T65" fmla="*/ 5 h 807"/>
                <a:gd name="T66" fmla="*/ 1 w 175"/>
                <a:gd name="T67" fmla="*/ 6 h 807"/>
                <a:gd name="T68" fmla="*/ 1 w 175"/>
                <a:gd name="T69" fmla="*/ 6 h 807"/>
                <a:gd name="T70" fmla="*/ 1 w 175"/>
                <a:gd name="T71" fmla="*/ 6 h 807"/>
                <a:gd name="T72" fmla="*/ 1 w 175"/>
                <a:gd name="T73" fmla="*/ 6 h 807"/>
                <a:gd name="T74" fmla="*/ 1 w 175"/>
                <a:gd name="T75" fmla="*/ 6 h 807"/>
                <a:gd name="T76" fmla="*/ 1 w 175"/>
                <a:gd name="T77" fmla="*/ 6 h 807"/>
                <a:gd name="T78" fmla="*/ 1 w 175"/>
                <a:gd name="T79" fmla="*/ 6 h 807"/>
                <a:gd name="T80" fmla="*/ 1 w 175"/>
                <a:gd name="T81" fmla="*/ 6 h 807"/>
                <a:gd name="T82" fmla="*/ 1 w 175"/>
                <a:gd name="T83" fmla="*/ 6 h 807"/>
                <a:gd name="T84" fmla="*/ 1 w 175"/>
                <a:gd name="T85" fmla="*/ 6 h 807"/>
                <a:gd name="T86" fmla="*/ 1 w 175"/>
                <a:gd name="T87" fmla="*/ 6 h 807"/>
                <a:gd name="T88" fmla="*/ 1 w 175"/>
                <a:gd name="T89" fmla="*/ 6 h 807"/>
                <a:gd name="T90" fmla="*/ 1 w 175"/>
                <a:gd name="T91" fmla="*/ 6 h 80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175"/>
                <a:gd name="T139" fmla="*/ 0 h 807"/>
                <a:gd name="T140" fmla="*/ 175 w 175"/>
                <a:gd name="T141" fmla="*/ 807 h 80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175" h="807">
                  <a:moveTo>
                    <a:pt x="169" y="740"/>
                  </a:moveTo>
                  <a:lnTo>
                    <a:pt x="169" y="739"/>
                  </a:lnTo>
                  <a:lnTo>
                    <a:pt x="149" y="698"/>
                  </a:lnTo>
                  <a:lnTo>
                    <a:pt x="133" y="656"/>
                  </a:lnTo>
                  <a:lnTo>
                    <a:pt x="120" y="611"/>
                  </a:lnTo>
                  <a:lnTo>
                    <a:pt x="108" y="565"/>
                  </a:lnTo>
                  <a:lnTo>
                    <a:pt x="100" y="520"/>
                  </a:lnTo>
                  <a:lnTo>
                    <a:pt x="96" y="472"/>
                  </a:lnTo>
                  <a:lnTo>
                    <a:pt x="93" y="425"/>
                  </a:lnTo>
                  <a:lnTo>
                    <a:pt x="93" y="377"/>
                  </a:lnTo>
                  <a:lnTo>
                    <a:pt x="96" y="330"/>
                  </a:lnTo>
                  <a:lnTo>
                    <a:pt x="100" y="283"/>
                  </a:lnTo>
                  <a:lnTo>
                    <a:pt x="106" y="238"/>
                  </a:lnTo>
                  <a:lnTo>
                    <a:pt x="115" y="195"/>
                  </a:lnTo>
                  <a:lnTo>
                    <a:pt x="126" y="153"/>
                  </a:lnTo>
                  <a:lnTo>
                    <a:pt x="139" y="114"/>
                  </a:lnTo>
                  <a:lnTo>
                    <a:pt x="153" y="77"/>
                  </a:lnTo>
                  <a:lnTo>
                    <a:pt x="169" y="43"/>
                  </a:lnTo>
                  <a:lnTo>
                    <a:pt x="87" y="0"/>
                  </a:lnTo>
                  <a:lnTo>
                    <a:pt x="69" y="39"/>
                  </a:lnTo>
                  <a:lnTo>
                    <a:pt x="52" y="81"/>
                  </a:lnTo>
                  <a:lnTo>
                    <a:pt x="37" y="127"/>
                  </a:lnTo>
                  <a:lnTo>
                    <a:pt x="24" y="174"/>
                  </a:lnTo>
                  <a:lnTo>
                    <a:pt x="15" y="222"/>
                  </a:lnTo>
                  <a:lnTo>
                    <a:pt x="7" y="271"/>
                  </a:lnTo>
                  <a:lnTo>
                    <a:pt x="2" y="323"/>
                  </a:lnTo>
                  <a:lnTo>
                    <a:pt x="0" y="374"/>
                  </a:lnTo>
                  <a:lnTo>
                    <a:pt x="0" y="427"/>
                  </a:lnTo>
                  <a:lnTo>
                    <a:pt x="2" y="479"/>
                  </a:lnTo>
                  <a:lnTo>
                    <a:pt x="9" y="531"/>
                  </a:lnTo>
                  <a:lnTo>
                    <a:pt x="17" y="584"/>
                  </a:lnTo>
                  <a:lnTo>
                    <a:pt x="29" y="635"/>
                  </a:lnTo>
                  <a:lnTo>
                    <a:pt x="44" y="686"/>
                  </a:lnTo>
                  <a:lnTo>
                    <a:pt x="65" y="736"/>
                  </a:lnTo>
                  <a:lnTo>
                    <a:pt x="87" y="784"/>
                  </a:lnTo>
                  <a:lnTo>
                    <a:pt x="87" y="782"/>
                  </a:lnTo>
                  <a:lnTo>
                    <a:pt x="87" y="784"/>
                  </a:lnTo>
                  <a:lnTo>
                    <a:pt x="100" y="799"/>
                  </a:lnTo>
                  <a:lnTo>
                    <a:pt x="117" y="807"/>
                  </a:lnTo>
                  <a:lnTo>
                    <a:pt x="134" y="807"/>
                  </a:lnTo>
                  <a:lnTo>
                    <a:pt x="151" y="801"/>
                  </a:lnTo>
                  <a:lnTo>
                    <a:pt x="164" y="791"/>
                  </a:lnTo>
                  <a:lnTo>
                    <a:pt x="173" y="777"/>
                  </a:lnTo>
                  <a:lnTo>
                    <a:pt x="175" y="759"/>
                  </a:lnTo>
                  <a:lnTo>
                    <a:pt x="169" y="739"/>
                  </a:lnTo>
                  <a:lnTo>
                    <a:pt x="169" y="74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3070" name="Freeform 28"/>
            <p:cNvSpPr>
              <a:spLocks/>
            </p:cNvSpPr>
            <p:nvPr/>
          </p:nvSpPr>
          <p:spPr bwMode="auto">
            <a:xfrm>
              <a:off x="1299" y="1681"/>
              <a:ext cx="157" cy="281"/>
            </a:xfrm>
            <a:custGeom>
              <a:avLst/>
              <a:gdLst>
                <a:gd name="T0" fmla="*/ 6 w 787"/>
                <a:gd name="T1" fmla="*/ 11 h 1404"/>
                <a:gd name="T2" fmla="*/ 6 w 787"/>
                <a:gd name="T3" fmla="*/ 11 h 1404"/>
                <a:gd name="T4" fmla="*/ 1 w 787"/>
                <a:gd name="T5" fmla="*/ 0 h 1404"/>
                <a:gd name="T6" fmla="*/ 0 w 787"/>
                <a:gd name="T7" fmla="*/ 0 h 1404"/>
                <a:gd name="T8" fmla="*/ 6 w 787"/>
                <a:gd name="T9" fmla="*/ 11 h 1404"/>
                <a:gd name="T10" fmla="*/ 6 w 787"/>
                <a:gd name="T11" fmla="*/ 11 h 1404"/>
                <a:gd name="T12" fmla="*/ 6 w 787"/>
                <a:gd name="T13" fmla="*/ 11 h 1404"/>
                <a:gd name="T14" fmla="*/ 6 w 787"/>
                <a:gd name="T15" fmla="*/ 11 h 1404"/>
                <a:gd name="T16" fmla="*/ 6 w 787"/>
                <a:gd name="T17" fmla="*/ 11 h 1404"/>
                <a:gd name="T18" fmla="*/ 6 w 787"/>
                <a:gd name="T19" fmla="*/ 11 h 1404"/>
                <a:gd name="T20" fmla="*/ 6 w 787"/>
                <a:gd name="T21" fmla="*/ 11 h 1404"/>
                <a:gd name="T22" fmla="*/ 6 w 787"/>
                <a:gd name="T23" fmla="*/ 11 h 1404"/>
                <a:gd name="T24" fmla="*/ 6 w 787"/>
                <a:gd name="T25" fmla="*/ 11 h 1404"/>
                <a:gd name="T26" fmla="*/ 6 w 787"/>
                <a:gd name="T27" fmla="*/ 11 h 1404"/>
                <a:gd name="T28" fmla="*/ 6 w 787"/>
                <a:gd name="T29" fmla="*/ 11 h 1404"/>
                <a:gd name="T30" fmla="*/ 6 w 787"/>
                <a:gd name="T31" fmla="*/ 11 h 1404"/>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787"/>
                <a:gd name="T49" fmla="*/ 0 h 1404"/>
                <a:gd name="T50" fmla="*/ 787 w 787"/>
                <a:gd name="T51" fmla="*/ 1404 h 1404"/>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787" h="1404">
                  <a:moveTo>
                    <a:pt x="781" y="1334"/>
                  </a:moveTo>
                  <a:lnTo>
                    <a:pt x="781" y="1337"/>
                  </a:lnTo>
                  <a:lnTo>
                    <a:pt x="82" y="0"/>
                  </a:lnTo>
                  <a:lnTo>
                    <a:pt x="0" y="42"/>
                  </a:lnTo>
                  <a:lnTo>
                    <a:pt x="699" y="1379"/>
                  </a:lnTo>
                  <a:lnTo>
                    <a:pt x="699" y="1381"/>
                  </a:lnTo>
                  <a:lnTo>
                    <a:pt x="699" y="1379"/>
                  </a:lnTo>
                  <a:lnTo>
                    <a:pt x="712" y="1395"/>
                  </a:lnTo>
                  <a:lnTo>
                    <a:pt x="727" y="1402"/>
                  </a:lnTo>
                  <a:lnTo>
                    <a:pt x="744" y="1404"/>
                  </a:lnTo>
                  <a:lnTo>
                    <a:pt x="761" y="1398"/>
                  </a:lnTo>
                  <a:lnTo>
                    <a:pt x="775" y="1388"/>
                  </a:lnTo>
                  <a:lnTo>
                    <a:pt x="784" y="1373"/>
                  </a:lnTo>
                  <a:lnTo>
                    <a:pt x="787" y="1357"/>
                  </a:lnTo>
                  <a:lnTo>
                    <a:pt x="781" y="1337"/>
                  </a:lnTo>
                  <a:lnTo>
                    <a:pt x="781" y="13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3071" name="Freeform 29"/>
            <p:cNvSpPr>
              <a:spLocks/>
            </p:cNvSpPr>
            <p:nvPr/>
          </p:nvSpPr>
          <p:spPr bwMode="auto">
            <a:xfrm>
              <a:off x="1439" y="1948"/>
              <a:ext cx="125" cy="76"/>
            </a:xfrm>
            <a:custGeom>
              <a:avLst/>
              <a:gdLst>
                <a:gd name="T0" fmla="*/ 5 w 628"/>
                <a:gd name="T1" fmla="*/ 2 h 383"/>
                <a:gd name="T2" fmla="*/ 5 w 628"/>
                <a:gd name="T3" fmla="*/ 2 h 383"/>
                <a:gd name="T4" fmla="*/ 4 w 628"/>
                <a:gd name="T5" fmla="*/ 2 h 383"/>
                <a:gd name="T6" fmla="*/ 4 w 628"/>
                <a:gd name="T7" fmla="*/ 2 h 383"/>
                <a:gd name="T8" fmla="*/ 4 w 628"/>
                <a:gd name="T9" fmla="*/ 2 h 383"/>
                <a:gd name="T10" fmla="*/ 3 w 628"/>
                <a:gd name="T11" fmla="*/ 2 h 383"/>
                <a:gd name="T12" fmla="*/ 3 w 628"/>
                <a:gd name="T13" fmla="*/ 2 h 383"/>
                <a:gd name="T14" fmla="*/ 3 w 628"/>
                <a:gd name="T15" fmla="*/ 2 h 383"/>
                <a:gd name="T16" fmla="*/ 3 w 628"/>
                <a:gd name="T17" fmla="*/ 2 h 383"/>
                <a:gd name="T18" fmla="*/ 2 w 628"/>
                <a:gd name="T19" fmla="*/ 2 h 383"/>
                <a:gd name="T20" fmla="*/ 2 w 628"/>
                <a:gd name="T21" fmla="*/ 2 h 383"/>
                <a:gd name="T22" fmla="*/ 2 w 628"/>
                <a:gd name="T23" fmla="*/ 1 h 383"/>
                <a:gd name="T24" fmla="*/ 2 w 628"/>
                <a:gd name="T25" fmla="*/ 1 h 383"/>
                <a:gd name="T26" fmla="*/ 1 w 628"/>
                <a:gd name="T27" fmla="*/ 1 h 383"/>
                <a:gd name="T28" fmla="*/ 1 w 628"/>
                <a:gd name="T29" fmla="*/ 1 h 383"/>
                <a:gd name="T30" fmla="*/ 1 w 628"/>
                <a:gd name="T31" fmla="*/ 1 h 383"/>
                <a:gd name="T32" fmla="*/ 1 w 628"/>
                <a:gd name="T33" fmla="*/ 0 h 383"/>
                <a:gd name="T34" fmla="*/ 1 w 628"/>
                <a:gd name="T35" fmla="*/ 0 h 383"/>
                <a:gd name="T36" fmla="*/ 0 w 628"/>
                <a:gd name="T37" fmla="*/ 0 h 383"/>
                <a:gd name="T38" fmla="*/ 0 w 628"/>
                <a:gd name="T39" fmla="*/ 1 h 383"/>
                <a:gd name="T40" fmla="*/ 0 w 628"/>
                <a:gd name="T41" fmla="*/ 1 h 383"/>
                <a:gd name="T42" fmla="*/ 1 w 628"/>
                <a:gd name="T43" fmla="*/ 1 h 383"/>
                <a:gd name="T44" fmla="*/ 1 w 628"/>
                <a:gd name="T45" fmla="*/ 1 h 383"/>
                <a:gd name="T46" fmla="*/ 1 w 628"/>
                <a:gd name="T47" fmla="*/ 2 h 383"/>
                <a:gd name="T48" fmla="*/ 1 w 628"/>
                <a:gd name="T49" fmla="*/ 2 h 383"/>
                <a:gd name="T50" fmla="*/ 2 w 628"/>
                <a:gd name="T51" fmla="*/ 2 h 383"/>
                <a:gd name="T52" fmla="*/ 2 w 628"/>
                <a:gd name="T53" fmla="*/ 2 h 383"/>
                <a:gd name="T54" fmla="*/ 2 w 628"/>
                <a:gd name="T55" fmla="*/ 2 h 383"/>
                <a:gd name="T56" fmla="*/ 3 w 628"/>
                <a:gd name="T57" fmla="*/ 3 h 383"/>
                <a:gd name="T58" fmla="*/ 3 w 628"/>
                <a:gd name="T59" fmla="*/ 3 h 383"/>
                <a:gd name="T60" fmla="*/ 3 w 628"/>
                <a:gd name="T61" fmla="*/ 3 h 383"/>
                <a:gd name="T62" fmla="*/ 4 w 628"/>
                <a:gd name="T63" fmla="*/ 3 h 383"/>
                <a:gd name="T64" fmla="*/ 4 w 628"/>
                <a:gd name="T65" fmla="*/ 3 h 383"/>
                <a:gd name="T66" fmla="*/ 4 w 628"/>
                <a:gd name="T67" fmla="*/ 3 h 383"/>
                <a:gd name="T68" fmla="*/ 5 w 628"/>
                <a:gd name="T69" fmla="*/ 3 h 383"/>
                <a:gd name="T70" fmla="*/ 5 w 628"/>
                <a:gd name="T71" fmla="*/ 3 h 383"/>
                <a:gd name="T72" fmla="*/ 5 w 628"/>
                <a:gd name="T73" fmla="*/ 3 h 383"/>
                <a:gd name="T74" fmla="*/ 5 w 628"/>
                <a:gd name="T75" fmla="*/ 3 h 383"/>
                <a:gd name="T76" fmla="*/ 5 w 628"/>
                <a:gd name="T77" fmla="*/ 3 h 383"/>
                <a:gd name="T78" fmla="*/ 5 w 628"/>
                <a:gd name="T79" fmla="*/ 3 h 383"/>
                <a:gd name="T80" fmla="*/ 5 w 628"/>
                <a:gd name="T81" fmla="*/ 3 h 383"/>
                <a:gd name="T82" fmla="*/ 5 w 628"/>
                <a:gd name="T83" fmla="*/ 3 h 383"/>
                <a:gd name="T84" fmla="*/ 5 w 628"/>
                <a:gd name="T85" fmla="*/ 2 h 383"/>
                <a:gd name="T86" fmla="*/ 5 w 628"/>
                <a:gd name="T87" fmla="*/ 2 h 383"/>
                <a:gd name="T88" fmla="*/ 5 w 628"/>
                <a:gd name="T89" fmla="*/ 2 h 383"/>
                <a:gd name="T90" fmla="*/ 5 w 628"/>
                <a:gd name="T91" fmla="*/ 2 h 38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628"/>
                <a:gd name="T139" fmla="*/ 0 h 383"/>
                <a:gd name="T140" fmla="*/ 628 w 628"/>
                <a:gd name="T141" fmla="*/ 383 h 38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628" h="383">
                  <a:moveTo>
                    <a:pt x="581" y="289"/>
                  </a:moveTo>
                  <a:lnTo>
                    <a:pt x="582" y="289"/>
                  </a:lnTo>
                  <a:lnTo>
                    <a:pt x="541" y="287"/>
                  </a:lnTo>
                  <a:lnTo>
                    <a:pt x="500" y="283"/>
                  </a:lnTo>
                  <a:lnTo>
                    <a:pt x="462" y="276"/>
                  </a:lnTo>
                  <a:lnTo>
                    <a:pt x="424" y="268"/>
                  </a:lnTo>
                  <a:lnTo>
                    <a:pt x="389" y="255"/>
                  </a:lnTo>
                  <a:lnTo>
                    <a:pt x="352" y="242"/>
                  </a:lnTo>
                  <a:lnTo>
                    <a:pt x="320" y="227"/>
                  </a:lnTo>
                  <a:lnTo>
                    <a:pt x="287" y="209"/>
                  </a:lnTo>
                  <a:lnTo>
                    <a:pt x="255" y="189"/>
                  </a:lnTo>
                  <a:lnTo>
                    <a:pt x="226" y="168"/>
                  </a:lnTo>
                  <a:lnTo>
                    <a:pt x="198" y="145"/>
                  </a:lnTo>
                  <a:lnTo>
                    <a:pt x="172" y="119"/>
                  </a:lnTo>
                  <a:lnTo>
                    <a:pt x="146" y="92"/>
                  </a:lnTo>
                  <a:lnTo>
                    <a:pt x="122" y="64"/>
                  </a:lnTo>
                  <a:lnTo>
                    <a:pt x="100" y="33"/>
                  </a:lnTo>
                  <a:lnTo>
                    <a:pt x="82" y="0"/>
                  </a:lnTo>
                  <a:lnTo>
                    <a:pt x="0" y="47"/>
                  </a:lnTo>
                  <a:lnTo>
                    <a:pt x="23" y="85"/>
                  </a:lnTo>
                  <a:lnTo>
                    <a:pt x="49" y="120"/>
                  </a:lnTo>
                  <a:lnTo>
                    <a:pt x="76" y="153"/>
                  </a:lnTo>
                  <a:lnTo>
                    <a:pt x="104" y="185"/>
                  </a:lnTo>
                  <a:lnTo>
                    <a:pt x="137" y="215"/>
                  </a:lnTo>
                  <a:lnTo>
                    <a:pt x="170" y="241"/>
                  </a:lnTo>
                  <a:lnTo>
                    <a:pt x="204" y="267"/>
                  </a:lnTo>
                  <a:lnTo>
                    <a:pt x="240" y="289"/>
                  </a:lnTo>
                  <a:lnTo>
                    <a:pt x="277" y="309"/>
                  </a:lnTo>
                  <a:lnTo>
                    <a:pt x="317" y="329"/>
                  </a:lnTo>
                  <a:lnTo>
                    <a:pt x="358" y="344"/>
                  </a:lnTo>
                  <a:lnTo>
                    <a:pt x="400" y="357"/>
                  </a:lnTo>
                  <a:lnTo>
                    <a:pt x="444" y="367"/>
                  </a:lnTo>
                  <a:lnTo>
                    <a:pt x="488" y="374"/>
                  </a:lnTo>
                  <a:lnTo>
                    <a:pt x="534" y="380"/>
                  </a:lnTo>
                  <a:lnTo>
                    <a:pt x="580" y="383"/>
                  </a:lnTo>
                  <a:lnTo>
                    <a:pt x="581" y="383"/>
                  </a:lnTo>
                  <a:lnTo>
                    <a:pt x="580" y="383"/>
                  </a:lnTo>
                  <a:lnTo>
                    <a:pt x="600" y="379"/>
                  </a:lnTo>
                  <a:lnTo>
                    <a:pt x="615" y="369"/>
                  </a:lnTo>
                  <a:lnTo>
                    <a:pt x="624" y="353"/>
                  </a:lnTo>
                  <a:lnTo>
                    <a:pt x="628" y="337"/>
                  </a:lnTo>
                  <a:lnTo>
                    <a:pt x="625" y="319"/>
                  </a:lnTo>
                  <a:lnTo>
                    <a:pt x="617" y="304"/>
                  </a:lnTo>
                  <a:lnTo>
                    <a:pt x="602" y="294"/>
                  </a:lnTo>
                  <a:lnTo>
                    <a:pt x="582" y="289"/>
                  </a:lnTo>
                  <a:lnTo>
                    <a:pt x="581" y="28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3072" name="Freeform 30"/>
            <p:cNvSpPr>
              <a:spLocks/>
            </p:cNvSpPr>
            <p:nvPr/>
          </p:nvSpPr>
          <p:spPr bwMode="auto">
            <a:xfrm>
              <a:off x="1587" y="1880"/>
              <a:ext cx="85" cy="49"/>
            </a:xfrm>
            <a:custGeom>
              <a:avLst/>
              <a:gdLst>
                <a:gd name="T0" fmla="*/ 3 w 426"/>
                <a:gd name="T1" fmla="*/ 0 h 245"/>
                <a:gd name="T2" fmla="*/ 3 w 426"/>
                <a:gd name="T3" fmla="*/ 0 h 245"/>
                <a:gd name="T4" fmla="*/ 3 w 426"/>
                <a:gd name="T5" fmla="*/ 0 h 245"/>
                <a:gd name="T6" fmla="*/ 3 w 426"/>
                <a:gd name="T7" fmla="*/ 0 h 245"/>
                <a:gd name="T8" fmla="*/ 2 w 426"/>
                <a:gd name="T9" fmla="*/ 0 h 245"/>
                <a:gd name="T10" fmla="*/ 2 w 426"/>
                <a:gd name="T11" fmla="*/ 0 h 245"/>
                <a:gd name="T12" fmla="*/ 2 w 426"/>
                <a:gd name="T13" fmla="*/ 0 h 245"/>
                <a:gd name="T14" fmla="*/ 2 w 426"/>
                <a:gd name="T15" fmla="*/ 0 h 245"/>
                <a:gd name="T16" fmla="*/ 1 w 426"/>
                <a:gd name="T17" fmla="*/ 0 h 245"/>
                <a:gd name="T18" fmla="*/ 1 w 426"/>
                <a:gd name="T19" fmla="*/ 1 h 245"/>
                <a:gd name="T20" fmla="*/ 1 w 426"/>
                <a:gd name="T21" fmla="*/ 1 h 245"/>
                <a:gd name="T22" fmla="*/ 1 w 426"/>
                <a:gd name="T23" fmla="*/ 1 h 245"/>
                <a:gd name="T24" fmla="*/ 0 w 426"/>
                <a:gd name="T25" fmla="*/ 1 h 245"/>
                <a:gd name="T26" fmla="*/ 0 w 426"/>
                <a:gd name="T27" fmla="*/ 1 h 245"/>
                <a:gd name="T28" fmla="*/ 0 w 426"/>
                <a:gd name="T29" fmla="*/ 1 h 245"/>
                <a:gd name="T30" fmla="*/ 0 w 426"/>
                <a:gd name="T31" fmla="*/ 2 h 245"/>
                <a:gd name="T32" fmla="*/ 0 w 426"/>
                <a:gd name="T33" fmla="*/ 2 h 245"/>
                <a:gd name="T34" fmla="*/ 0 w 426"/>
                <a:gd name="T35" fmla="*/ 2 h 245"/>
                <a:gd name="T36" fmla="*/ 0 w 426"/>
                <a:gd name="T37" fmla="*/ 2 h 245"/>
                <a:gd name="T38" fmla="*/ 0 w 426"/>
                <a:gd name="T39" fmla="*/ 2 h 245"/>
                <a:gd name="T40" fmla="*/ 0 w 426"/>
                <a:gd name="T41" fmla="*/ 2 h 245"/>
                <a:gd name="T42" fmla="*/ 0 w 426"/>
                <a:gd name="T43" fmla="*/ 1 h 245"/>
                <a:gd name="T44" fmla="*/ 0 w 426"/>
                <a:gd name="T45" fmla="*/ 1 h 245"/>
                <a:gd name="T46" fmla="*/ 0 w 426"/>
                <a:gd name="T47" fmla="*/ 1 h 245"/>
                <a:gd name="T48" fmla="*/ 1 w 426"/>
                <a:gd name="T49" fmla="*/ 1 h 245"/>
                <a:gd name="T50" fmla="*/ 1 w 426"/>
                <a:gd name="T51" fmla="*/ 1 h 245"/>
                <a:gd name="T52" fmla="*/ 1 w 426"/>
                <a:gd name="T53" fmla="*/ 1 h 245"/>
                <a:gd name="T54" fmla="*/ 1 w 426"/>
                <a:gd name="T55" fmla="*/ 1 h 245"/>
                <a:gd name="T56" fmla="*/ 2 w 426"/>
                <a:gd name="T57" fmla="*/ 0 h 245"/>
                <a:gd name="T58" fmla="*/ 2 w 426"/>
                <a:gd name="T59" fmla="*/ 0 h 245"/>
                <a:gd name="T60" fmla="*/ 2 w 426"/>
                <a:gd name="T61" fmla="*/ 0 h 245"/>
                <a:gd name="T62" fmla="*/ 2 w 426"/>
                <a:gd name="T63" fmla="*/ 0 h 245"/>
                <a:gd name="T64" fmla="*/ 3 w 426"/>
                <a:gd name="T65" fmla="*/ 0 h 245"/>
                <a:gd name="T66" fmla="*/ 3 w 426"/>
                <a:gd name="T67" fmla="*/ 0 h 245"/>
                <a:gd name="T68" fmla="*/ 3 w 426"/>
                <a:gd name="T69" fmla="*/ 0 h 245"/>
                <a:gd name="T70" fmla="*/ 3 w 426"/>
                <a:gd name="T71" fmla="*/ 0 h 245"/>
                <a:gd name="T72" fmla="*/ 3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426" y="0"/>
                  </a:moveTo>
                  <a:lnTo>
                    <a:pt x="426" y="0"/>
                  </a:lnTo>
                  <a:lnTo>
                    <a:pt x="384" y="1"/>
                  </a:lnTo>
                  <a:lnTo>
                    <a:pt x="340" y="4"/>
                  </a:lnTo>
                  <a:lnTo>
                    <a:pt x="300" y="10"/>
                  </a:lnTo>
                  <a:lnTo>
                    <a:pt x="262" y="18"/>
                  </a:lnTo>
                  <a:lnTo>
                    <a:pt x="224" y="29"/>
                  </a:lnTo>
                  <a:lnTo>
                    <a:pt x="189" y="41"/>
                  </a:lnTo>
                  <a:lnTo>
                    <a:pt x="157" y="55"/>
                  </a:lnTo>
                  <a:lnTo>
                    <a:pt x="126" y="70"/>
                  </a:lnTo>
                  <a:lnTo>
                    <a:pt x="99" y="89"/>
                  </a:lnTo>
                  <a:lnTo>
                    <a:pt x="74" y="106"/>
                  </a:lnTo>
                  <a:lnTo>
                    <a:pt x="52" y="126"/>
                  </a:lnTo>
                  <a:lnTo>
                    <a:pt x="34" y="148"/>
                  </a:lnTo>
                  <a:lnTo>
                    <a:pt x="19" y="171"/>
                  </a:lnTo>
                  <a:lnTo>
                    <a:pt x="9" y="194"/>
                  </a:lnTo>
                  <a:lnTo>
                    <a:pt x="3" y="219"/>
                  </a:lnTo>
                  <a:lnTo>
                    <a:pt x="0" y="245"/>
                  </a:lnTo>
                  <a:lnTo>
                    <a:pt x="12" y="245"/>
                  </a:lnTo>
                  <a:lnTo>
                    <a:pt x="15" y="221"/>
                  </a:lnTo>
                  <a:lnTo>
                    <a:pt x="20" y="199"/>
                  </a:lnTo>
                  <a:lnTo>
                    <a:pt x="31" y="178"/>
                  </a:lnTo>
                  <a:lnTo>
                    <a:pt x="44" y="156"/>
                  </a:lnTo>
                  <a:lnTo>
                    <a:pt x="61" y="136"/>
                  </a:lnTo>
                  <a:lnTo>
                    <a:pt x="81" y="116"/>
                  </a:lnTo>
                  <a:lnTo>
                    <a:pt x="106" y="98"/>
                  </a:lnTo>
                  <a:lnTo>
                    <a:pt x="133" y="82"/>
                  </a:lnTo>
                  <a:lnTo>
                    <a:pt x="162" y="66"/>
                  </a:lnTo>
                  <a:lnTo>
                    <a:pt x="194" y="52"/>
                  </a:lnTo>
                  <a:lnTo>
                    <a:pt x="229" y="41"/>
                  </a:lnTo>
                  <a:lnTo>
                    <a:pt x="264" y="30"/>
                  </a:lnTo>
                  <a:lnTo>
                    <a:pt x="303" y="22"/>
                  </a:lnTo>
                  <a:lnTo>
                    <a:pt x="343" y="16"/>
                  </a:lnTo>
                  <a:lnTo>
                    <a:pt x="384" y="12"/>
                  </a:lnTo>
                  <a:lnTo>
                    <a:pt x="426" y="11"/>
                  </a:lnTo>
                  <a:lnTo>
                    <a:pt x="42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3073" name="Freeform 31"/>
            <p:cNvSpPr>
              <a:spLocks/>
            </p:cNvSpPr>
            <p:nvPr/>
          </p:nvSpPr>
          <p:spPr bwMode="auto">
            <a:xfrm>
              <a:off x="1587" y="1929"/>
              <a:ext cx="85" cy="49"/>
            </a:xfrm>
            <a:custGeom>
              <a:avLst/>
              <a:gdLst>
                <a:gd name="T0" fmla="*/ 0 w 426"/>
                <a:gd name="T1" fmla="*/ 0 h 245"/>
                <a:gd name="T2" fmla="*/ 0 w 426"/>
                <a:gd name="T3" fmla="*/ 0 h 245"/>
                <a:gd name="T4" fmla="*/ 0 w 426"/>
                <a:gd name="T5" fmla="*/ 0 h 245"/>
                <a:gd name="T6" fmla="*/ 0 w 426"/>
                <a:gd name="T7" fmla="*/ 0 h 245"/>
                <a:gd name="T8" fmla="*/ 0 w 426"/>
                <a:gd name="T9" fmla="*/ 1 h 245"/>
                <a:gd name="T10" fmla="*/ 0 w 426"/>
                <a:gd name="T11" fmla="*/ 1 h 245"/>
                <a:gd name="T12" fmla="*/ 0 w 426"/>
                <a:gd name="T13" fmla="*/ 1 h 245"/>
                <a:gd name="T14" fmla="*/ 1 w 426"/>
                <a:gd name="T15" fmla="*/ 1 h 245"/>
                <a:gd name="T16" fmla="*/ 1 w 426"/>
                <a:gd name="T17" fmla="*/ 1 h 245"/>
                <a:gd name="T18" fmla="*/ 1 w 426"/>
                <a:gd name="T19" fmla="*/ 1 h 245"/>
                <a:gd name="T20" fmla="*/ 1 w 426"/>
                <a:gd name="T21" fmla="*/ 2 h 245"/>
                <a:gd name="T22" fmla="*/ 2 w 426"/>
                <a:gd name="T23" fmla="*/ 2 h 245"/>
                <a:gd name="T24" fmla="*/ 2 w 426"/>
                <a:gd name="T25" fmla="*/ 2 h 245"/>
                <a:gd name="T26" fmla="*/ 2 w 426"/>
                <a:gd name="T27" fmla="*/ 2 h 245"/>
                <a:gd name="T28" fmla="*/ 2 w 426"/>
                <a:gd name="T29" fmla="*/ 2 h 245"/>
                <a:gd name="T30" fmla="*/ 3 w 426"/>
                <a:gd name="T31" fmla="*/ 2 h 245"/>
                <a:gd name="T32" fmla="*/ 3 w 426"/>
                <a:gd name="T33" fmla="*/ 2 h 245"/>
                <a:gd name="T34" fmla="*/ 3 w 426"/>
                <a:gd name="T35" fmla="*/ 2 h 245"/>
                <a:gd name="T36" fmla="*/ 3 w 426"/>
                <a:gd name="T37" fmla="*/ 2 h 245"/>
                <a:gd name="T38" fmla="*/ 3 w 426"/>
                <a:gd name="T39" fmla="*/ 2 h 245"/>
                <a:gd name="T40" fmla="*/ 3 w 426"/>
                <a:gd name="T41" fmla="*/ 2 h 245"/>
                <a:gd name="T42" fmla="*/ 2 w 426"/>
                <a:gd name="T43" fmla="*/ 2 h 245"/>
                <a:gd name="T44" fmla="*/ 2 w 426"/>
                <a:gd name="T45" fmla="*/ 2 h 245"/>
                <a:gd name="T46" fmla="*/ 2 w 426"/>
                <a:gd name="T47" fmla="*/ 2 h 245"/>
                <a:gd name="T48" fmla="*/ 2 w 426"/>
                <a:gd name="T49" fmla="*/ 2 h 245"/>
                <a:gd name="T50" fmla="*/ 1 w 426"/>
                <a:gd name="T51" fmla="*/ 1 h 245"/>
                <a:gd name="T52" fmla="*/ 1 w 426"/>
                <a:gd name="T53" fmla="*/ 1 h 245"/>
                <a:gd name="T54" fmla="*/ 1 w 426"/>
                <a:gd name="T55" fmla="*/ 1 h 245"/>
                <a:gd name="T56" fmla="*/ 1 w 426"/>
                <a:gd name="T57" fmla="*/ 1 h 245"/>
                <a:gd name="T58" fmla="*/ 0 w 426"/>
                <a:gd name="T59" fmla="*/ 1 h 245"/>
                <a:gd name="T60" fmla="*/ 0 w 426"/>
                <a:gd name="T61" fmla="*/ 1 h 245"/>
                <a:gd name="T62" fmla="*/ 0 w 426"/>
                <a:gd name="T63" fmla="*/ 1 h 245"/>
                <a:gd name="T64" fmla="*/ 0 w 426"/>
                <a:gd name="T65" fmla="*/ 0 h 245"/>
                <a:gd name="T66" fmla="*/ 0 w 426"/>
                <a:gd name="T67" fmla="*/ 0 h 245"/>
                <a:gd name="T68" fmla="*/ 0 w 426"/>
                <a:gd name="T69" fmla="*/ 0 h 245"/>
                <a:gd name="T70" fmla="*/ 0 w 426"/>
                <a:gd name="T71" fmla="*/ 0 h 245"/>
                <a:gd name="T72" fmla="*/ 0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0" y="0"/>
                  </a:moveTo>
                  <a:lnTo>
                    <a:pt x="0" y="0"/>
                  </a:lnTo>
                  <a:lnTo>
                    <a:pt x="3" y="25"/>
                  </a:lnTo>
                  <a:lnTo>
                    <a:pt x="9" y="50"/>
                  </a:lnTo>
                  <a:lnTo>
                    <a:pt x="19" y="73"/>
                  </a:lnTo>
                  <a:lnTo>
                    <a:pt x="34" y="96"/>
                  </a:lnTo>
                  <a:lnTo>
                    <a:pt x="52" y="118"/>
                  </a:lnTo>
                  <a:lnTo>
                    <a:pt x="74" y="138"/>
                  </a:lnTo>
                  <a:lnTo>
                    <a:pt x="99" y="156"/>
                  </a:lnTo>
                  <a:lnTo>
                    <a:pt x="126" y="174"/>
                  </a:lnTo>
                  <a:lnTo>
                    <a:pt x="157" y="190"/>
                  </a:lnTo>
                  <a:lnTo>
                    <a:pt x="189" y="204"/>
                  </a:lnTo>
                  <a:lnTo>
                    <a:pt x="224" y="215"/>
                  </a:lnTo>
                  <a:lnTo>
                    <a:pt x="262" y="226"/>
                  </a:lnTo>
                  <a:lnTo>
                    <a:pt x="300" y="234"/>
                  </a:lnTo>
                  <a:lnTo>
                    <a:pt x="340" y="240"/>
                  </a:lnTo>
                  <a:lnTo>
                    <a:pt x="384" y="244"/>
                  </a:lnTo>
                  <a:lnTo>
                    <a:pt x="426" y="245"/>
                  </a:lnTo>
                  <a:lnTo>
                    <a:pt x="426" y="233"/>
                  </a:lnTo>
                  <a:lnTo>
                    <a:pt x="384" y="232"/>
                  </a:lnTo>
                  <a:lnTo>
                    <a:pt x="343" y="228"/>
                  </a:lnTo>
                  <a:lnTo>
                    <a:pt x="303" y="222"/>
                  </a:lnTo>
                  <a:lnTo>
                    <a:pt x="264" y="214"/>
                  </a:lnTo>
                  <a:lnTo>
                    <a:pt x="229" y="204"/>
                  </a:lnTo>
                  <a:lnTo>
                    <a:pt x="194" y="192"/>
                  </a:lnTo>
                  <a:lnTo>
                    <a:pt x="162" y="178"/>
                  </a:lnTo>
                  <a:lnTo>
                    <a:pt x="133" y="163"/>
                  </a:lnTo>
                  <a:lnTo>
                    <a:pt x="106" y="146"/>
                  </a:lnTo>
                  <a:lnTo>
                    <a:pt x="81" y="129"/>
                  </a:lnTo>
                  <a:lnTo>
                    <a:pt x="61" y="109"/>
                  </a:lnTo>
                  <a:lnTo>
                    <a:pt x="44" y="89"/>
                  </a:lnTo>
                  <a:lnTo>
                    <a:pt x="31" y="66"/>
                  </a:lnTo>
                  <a:lnTo>
                    <a:pt x="20" y="45"/>
                  </a:lnTo>
                  <a:lnTo>
                    <a:pt x="15" y="2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3074" name="Freeform 32"/>
            <p:cNvSpPr>
              <a:spLocks/>
            </p:cNvSpPr>
            <p:nvPr/>
          </p:nvSpPr>
          <p:spPr bwMode="auto">
            <a:xfrm>
              <a:off x="878" y="1448"/>
              <a:ext cx="792" cy="954"/>
            </a:xfrm>
            <a:custGeom>
              <a:avLst/>
              <a:gdLst>
                <a:gd name="T0" fmla="*/ 13 w 3960"/>
                <a:gd name="T1" fmla="*/ 38 h 4768"/>
                <a:gd name="T2" fmla="*/ 14 w 3960"/>
                <a:gd name="T3" fmla="*/ 38 h 4768"/>
                <a:gd name="T4" fmla="*/ 15 w 3960"/>
                <a:gd name="T5" fmla="*/ 38 h 4768"/>
                <a:gd name="T6" fmla="*/ 15 w 3960"/>
                <a:gd name="T7" fmla="*/ 38 h 4768"/>
                <a:gd name="T8" fmla="*/ 16 w 3960"/>
                <a:gd name="T9" fmla="*/ 38 h 4768"/>
                <a:gd name="T10" fmla="*/ 17 w 3960"/>
                <a:gd name="T11" fmla="*/ 38 h 4768"/>
                <a:gd name="T12" fmla="*/ 17 w 3960"/>
                <a:gd name="T13" fmla="*/ 38 h 4768"/>
                <a:gd name="T14" fmla="*/ 18 w 3960"/>
                <a:gd name="T15" fmla="*/ 38 h 4768"/>
                <a:gd name="T16" fmla="*/ 18 w 3960"/>
                <a:gd name="T17" fmla="*/ 38 h 4768"/>
                <a:gd name="T18" fmla="*/ 29 w 3960"/>
                <a:gd name="T19" fmla="*/ 30 h 4768"/>
                <a:gd name="T20" fmla="*/ 30 w 3960"/>
                <a:gd name="T21" fmla="*/ 30 h 4768"/>
                <a:gd name="T22" fmla="*/ 30 w 3960"/>
                <a:gd name="T23" fmla="*/ 29 h 4768"/>
                <a:gd name="T24" fmla="*/ 31 w 3960"/>
                <a:gd name="T25" fmla="*/ 28 h 4768"/>
                <a:gd name="T26" fmla="*/ 31 w 3960"/>
                <a:gd name="T27" fmla="*/ 28 h 4768"/>
                <a:gd name="T28" fmla="*/ 31 w 3960"/>
                <a:gd name="T29" fmla="*/ 27 h 4768"/>
                <a:gd name="T30" fmla="*/ 32 w 3960"/>
                <a:gd name="T31" fmla="*/ 26 h 4768"/>
                <a:gd name="T32" fmla="*/ 32 w 3960"/>
                <a:gd name="T33" fmla="*/ 25 h 4768"/>
                <a:gd name="T34" fmla="*/ 32 w 3960"/>
                <a:gd name="T35" fmla="*/ 11 h 4768"/>
                <a:gd name="T36" fmla="*/ 32 w 3960"/>
                <a:gd name="T37" fmla="*/ 10 h 4768"/>
                <a:gd name="T38" fmla="*/ 31 w 3960"/>
                <a:gd name="T39" fmla="*/ 9 h 4768"/>
                <a:gd name="T40" fmla="*/ 31 w 3960"/>
                <a:gd name="T41" fmla="*/ 9 h 4768"/>
                <a:gd name="T42" fmla="*/ 31 w 3960"/>
                <a:gd name="T43" fmla="*/ 8 h 4768"/>
                <a:gd name="T44" fmla="*/ 31 w 3960"/>
                <a:gd name="T45" fmla="*/ 8 h 4768"/>
                <a:gd name="T46" fmla="*/ 30 w 3960"/>
                <a:gd name="T47" fmla="*/ 7 h 4768"/>
                <a:gd name="T48" fmla="*/ 30 w 3960"/>
                <a:gd name="T49" fmla="*/ 7 h 4768"/>
                <a:gd name="T50" fmla="*/ 29 w 3960"/>
                <a:gd name="T51" fmla="*/ 6 h 4768"/>
                <a:gd name="T52" fmla="*/ 19 w 3960"/>
                <a:gd name="T53" fmla="*/ 1 h 4768"/>
                <a:gd name="T54" fmla="*/ 18 w 3960"/>
                <a:gd name="T55" fmla="*/ 0 h 4768"/>
                <a:gd name="T56" fmla="*/ 17 w 3960"/>
                <a:gd name="T57" fmla="*/ 0 h 4768"/>
                <a:gd name="T58" fmla="*/ 17 w 3960"/>
                <a:gd name="T59" fmla="*/ 0 h 4768"/>
                <a:gd name="T60" fmla="*/ 16 w 3960"/>
                <a:gd name="T61" fmla="*/ 0 h 4768"/>
                <a:gd name="T62" fmla="*/ 15 w 3960"/>
                <a:gd name="T63" fmla="*/ 0 h 4768"/>
                <a:gd name="T64" fmla="*/ 14 w 3960"/>
                <a:gd name="T65" fmla="*/ 0 h 4768"/>
                <a:gd name="T66" fmla="*/ 14 w 3960"/>
                <a:gd name="T67" fmla="*/ 0 h 4768"/>
                <a:gd name="T68" fmla="*/ 2 w 3960"/>
                <a:gd name="T69" fmla="*/ 6 h 4768"/>
                <a:gd name="T70" fmla="*/ 2 w 3960"/>
                <a:gd name="T71" fmla="*/ 7 h 4768"/>
                <a:gd name="T72" fmla="*/ 1 w 3960"/>
                <a:gd name="T73" fmla="*/ 7 h 4768"/>
                <a:gd name="T74" fmla="*/ 1 w 3960"/>
                <a:gd name="T75" fmla="*/ 8 h 4768"/>
                <a:gd name="T76" fmla="*/ 1 w 3960"/>
                <a:gd name="T77" fmla="*/ 8 h 4768"/>
                <a:gd name="T78" fmla="*/ 0 w 3960"/>
                <a:gd name="T79" fmla="*/ 9 h 4768"/>
                <a:gd name="T80" fmla="*/ 0 w 3960"/>
                <a:gd name="T81" fmla="*/ 9 h 4768"/>
                <a:gd name="T82" fmla="*/ 0 w 3960"/>
                <a:gd name="T83" fmla="*/ 10 h 4768"/>
                <a:gd name="T84" fmla="*/ 0 w 3960"/>
                <a:gd name="T85" fmla="*/ 11 h 4768"/>
                <a:gd name="T86" fmla="*/ 0 w 3960"/>
                <a:gd name="T87" fmla="*/ 25 h 4768"/>
                <a:gd name="T88" fmla="*/ 0 w 3960"/>
                <a:gd name="T89" fmla="*/ 26 h 4768"/>
                <a:gd name="T90" fmla="*/ 0 w 3960"/>
                <a:gd name="T91" fmla="*/ 27 h 4768"/>
                <a:gd name="T92" fmla="*/ 1 w 3960"/>
                <a:gd name="T93" fmla="*/ 28 h 4768"/>
                <a:gd name="T94" fmla="*/ 1 w 3960"/>
                <a:gd name="T95" fmla="*/ 29 h 4768"/>
                <a:gd name="T96" fmla="*/ 1 w 3960"/>
                <a:gd name="T97" fmla="*/ 29 h 4768"/>
                <a:gd name="T98" fmla="*/ 2 w 3960"/>
                <a:gd name="T99" fmla="*/ 30 h 4768"/>
                <a:gd name="T100" fmla="*/ 3 w 3960"/>
                <a:gd name="T101" fmla="*/ 31 h 4768"/>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w 3960"/>
                <a:gd name="T154" fmla="*/ 0 h 4768"/>
                <a:gd name="T155" fmla="*/ 3960 w 3960"/>
                <a:gd name="T156" fmla="*/ 4768 h 4768"/>
              </a:gdLst>
              <a:ahLst/>
              <a:cxnLst>
                <a:cxn ang="T102">
                  <a:pos x="T0" y="T1"/>
                </a:cxn>
                <a:cxn ang="T103">
                  <a:pos x="T2" y="T3"/>
                </a:cxn>
                <a:cxn ang="T104">
                  <a:pos x="T4" y="T5"/>
                </a:cxn>
                <a:cxn ang="T105">
                  <a:pos x="T6" y="T7"/>
                </a:cxn>
                <a:cxn ang="T106">
                  <a:pos x="T8" y="T9"/>
                </a:cxn>
                <a:cxn ang="T107">
                  <a:pos x="T10" y="T11"/>
                </a:cxn>
                <a:cxn ang="T108">
                  <a:pos x="T12" y="T13"/>
                </a:cxn>
                <a:cxn ang="T109">
                  <a:pos x="T14" y="T15"/>
                </a:cxn>
                <a:cxn ang="T110">
                  <a:pos x="T16" y="T17"/>
                </a:cxn>
                <a:cxn ang="T111">
                  <a:pos x="T18" y="T19"/>
                </a:cxn>
                <a:cxn ang="T112">
                  <a:pos x="T20" y="T21"/>
                </a:cxn>
                <a:cxn ang="T113">
                  <a:pos x="T22" y="T23"/>
                </a:cxn>
                <a:cxn ang="T114">
                  <a:pos x="T24" y="T25"/>
                </a:cxn>
                <a:cxn ang="T115">
                  <a:pos x="T26" y="T27"/>
                </a:cxn>
                <a:cxn ang="T116">
                  <a:pos x="T28" y="T29"/>
                </a:cxn>
                <a:cxn ang="T117">
                  <a:pos x="T30" y="T31"/>
                </a:cxn>
                <a:cxn ang="T118">
                  <a:pos x="T32" y="T33"/>
                </a:cxn>
                <a:cxn ang="T119">
                  <a:pos x="T34" y="T35"/>
                </a:cxn>
                <a:cxn ang="T120">
                  <a:pos x="T36" y="T37"/>
                </a:cxn>
                <a:cxn ang="T121">
                  <a:pos x="T38" y="T39"/>
                </a:cxn>
                <a:cxn ang="T122">
                  <a:pos x="T40" y="T41"/>
                </a:cxn>
                <a:cxn ang="T123">
                  <a:pos x="T42" y="T43"/>
                </a:cxn>
                <a:cxn ang="T124">
                  <a:pos x="T44" y="T45"/>
                </a:cxn>
                <a:cxn ang="T125">
                  <a:pos x="T46" y="T47"/>
                </a:cxn>
                <a:cxn ang="T126">
                  <a:pos x="T48" y="T49"/>
                </a:cxn>
                <a:cxn ang="T127">
                  <a:pos x="T50" y="T51"/>
                </a:cxn>
                <a:cxn ang="T128">
                  <a:pos x="T52" y="T53"/>
                </a:cxn>
                <a:cxn ang="T129">
                  <a:pos x="T54" y="T55"/>
                </a:cxn>
                <a:cxn ang="T130">
                  <a:pos x="T56" y="T57"/>
                </a:cxn>
                <a:cxn ang="T131">
                  <a:pos x="T58" y="T59"/>
                </a:cxn>
                <a:cxn ang="T132">
                  <a:pos x="T60" y="T61"/>
                </a:cxn>
                <a:cxn ang="T133">
                  <a:pos x="T62" y="T63"/>
                </a:cxn>
                <a:cxn ang="T134">
                  <a:pos x="T64" y="T65"/>
                </a:cxn>
                <a:cxn ang="T135">
                  <a:pos x="T66" y="T67"/>
                </a:cxn>
                <a:cxn ang="T136">
                  <a:pos x="T68" y="T69"/>
                </a:cxn>
                <a:cxn ang="T137">
                  <a:pos x="T70" y="T71"/>
                </a:cxn>
                <a:cxn ang="T138">
                  <a:pos x="T72" y="T73"/>
                </a:cxn>
                <a:cxn ang="T139">
                  <a:pos x="T74" y="T75"/>
                </a:cxn>
                <a:cxn ang="T140">
                  <a:pos x="T76" y="T77"/>
                </a:cxn>
                <a:cxn ang="T141">
                  <a:pos x="T78" y="T79"/>
                </a:cxn>
                <a:cxn ang="T142">
                  <a:pos x="T80" y="T81"/>
                </a:cxn>
                <a:cxn ang="T143">
                  <a:pos x="T82" y="T83"/>
                </a:cxn>
                <a:cxn ang="T144">
                  <a:pos x="T84" y="T85"/>
                </a:cxn>
                <a:cxn ang="T145">
                  <a:pos x="T86" y="T87"/>
                </a:cxn>
                <a:cxn ang="T146">
                  <a:pos x="T88" y="T89"/>
                </a:cxn>
                <a:cxn ang="T147">
                  <a:pos x="T90" y="T91"/>
                </a:cxn>
                <a:cxn ang="T148">
                  <a:pos x="T92" y="T93"/>
                </a:cxn>
                <a:cxn ang="T149">
                  <a:pos x="T94" y="T95"/>
                </a:cxn>
                <a:cxn ang="T150">
                  <a:pos x="T96" y="T97"/>
                </a:cxn>
                <a:cxn ang="T151">
                  <a:pos x="T98" y="T99"/>
                </a:cxn>
                <a:cxn ang="T152">
                  <a:pos x="T100" y="T101"/>
                </a:cxn>
              </a:cxnLst>
              <a:rect l="T153" t="T154" r="T155" b="T156"/>
              <a:pathLst>
                <a:path w="3960" h="4768">
                  <a:moveTo>
                    <a:pt x="353" y="3849"/>
                  </a:moveTo>
                  <a:lnTo>
                    <a:pt x="1661" y="4700"/>
                  </a:lnTo>
                  <a:lnTo>
                    <a:pt x="1697" y="4717"/>
                  </a:lnTo>
                  <a:lnTo>
                    <a:pt x="1736" y="4731"/>
                  </a:lnTo>
                  <a:lnTo>
                    <a:pt x="1776" y="4742"/>
                  </a:lnTo>
                  <a:lnTo>
                    <a:pt x="1818" y="4753"/>
                  </a:lnTo>
                  <a:lnTo>
                    <a:pt x="1860" y="4760"/>
                  </a:lnTo>
                  <a:lnTo>
                    <a:pt x="1902" y="4765"/>
                  </a:lnTo>
                  <a:lnTo>
                    <a:pt x="1946" y="4768"/>
                  </a:lnTo>
                  <a:lnTo>
                    <a:pt x="1988" y="4768"/>
                  </a:lnTo>
                  <a:lnTo>
                    <a:pt x="2031" y="4767"/>
                  </a:lnTo>
                  <a:lnTo>
                    <a:pt x="2073" y="4763"/>
                  </a:lnTo>
                  <a:lnTo>
                    <a:pt x="2114" y="4758"/>
                  </a:lnTo>
                  <a:lnTo>
                    <a:pt x="2154" y="4751"/>
                  </a:lnTo>
                  <a:lnTo>
                    <a:pt x="2193" y="4740"/>
                  </a:lnTo>
                  <a:lnTo>
                    <a:pt x="2230" y="4729"/>
                  </a:lnTo>
                  <a:lnTo>
                    <a:pt x="2264" y="4715"/>
                  </a:lnTo>
                  <a:lnTo>
                    <a:pt x="2297" y="4700"/>
                  </a:lnTo>
                  <a:lnTo>
                    <a:pt x="3639" y="3825"/>
                  </a:lnTo>
                  <a:lnTo>
                    <a:pt x="3673" y="3795"/>
                  </a:lnTo>
                  <a:lnTo>
                    <a:pt x="3707" y="3761"/>
                  </a:lnTo>
                  <a:lnTo>
                    <a:pt x="3738" y="3725"/>
                  </a:lnTo>
                  <a:lnTo>
                    <a:pt x="3768" y="3685"/>
                  </a:lnTo>
                  <a:lnTo>
                    <a:pt x="3796" y="3644"/>
                  </a:lnTo>
                  <a:lnTo>
                    <a:pt x="3821" y="3599"/>
                  </a:lnTo>
                  <a:lnTo>
                    <a:pt x="3846" y="3553"/>
                  </a:lnTo>
                  <a:lnTo>
                    <a:pt x="3868" y="3505"/>
                  </a:lnTo>
                  <a:lnTo>
                    <a:pt x="3888" y="3456"/>
                  </a:lnTo>
                  <a:lnTo>
                    <a:pt x="3907" y="3406"/>
                  </a:lnTo>
                  <a:lnTo>
                    <a:pt x="3922" y="3354"/>
                  </a:lnTo>
                  <a:lnTo>
                    <a:pt x="3935" y="3303"/>
                  </a:lnTo>
                  <a:lnTo>
                    <a:pt x="3946" y="3250"/>
                  </a:lnTo>
                  <a:lnTo>
                    <a:pt x="3953" y="3197"/>
                  </a:lnTo>
                  <a:lnTo>
                    <a:pt x="3957" y="3144"/>
                  </a:lnTo>
                  <a:lnTo>
                    <a:pt x="3960" y="3092"/>
                  </a:lnTo>
                  <a:lnTo>
                    <a:pt x="3959" y="1313"/>
                  </a:lnTo>
                  <a:lnTo>
                    <a:pt x="3955" y="1271"/>
                  </a:lnTo>
                  <a:lnTo>
                    <a:pt x="3949" y="1229"/>
                  </a:lnTo>
                  <a:lnTo>
                    <a:pt x="3941" y="1189"/>
                  </a:lnTo>
                  <a:lnTo>
                    <a:pt x="3930" y="1149"/>
                  </a:lnTo>
                  <a:lnTo>
                    <a:pt x="3918" y="1111"/>
                  </a:lnTo>
                  <a:lnTo>
                    <a:pt x="3902" y="1075"/>
                  </a:lnTo>
                  <a:lnTo>
                    <a:pt x="3886" y="1040"/>
                  </a:lnTo>
                  <a:lnTo>
                    <a:pt x="3867" y="1006"/>
                  </a:lnTo>
                  <a:lnTo>
                    <a:pt x="3846" y="973"/>
                  </a:lnTo>
                  <a:lnTo>
                    <a:pt x="3823" y="942"/>
                  </a:lnTo>
                  <a:lnTo>
                    <a:pt x="3798" y="913"/>
                  </a:lnTo>
                  <a:lnTo>
                    <a:pt x="3771" y="886"/>
                  </a:lnTo>
                  <a:lnTo>
                    <a:pt x="3743" y="860"/>
                  </a:lnTo>
                  <a:lnTo>
                    <a:pt x="3714" y="837"/>
                  </a:lnTo>
                  <a:lnTo>
                    <a:pt x="3682" y="816"/>
                  </a:lnTo>
                  <a:lnTo>
                    <a:pt x="3649" y="796"/>
                  </a:lnTo>
                  <a:lnTo>
                    <a:pt x="2386" y="83"/>
                  </a:lnTo>
                  <a:lnTo>
                    <a:pt x="2350" y="65"/>
                  </a:lnTo>
                  <a:lnTo>
                    <a:pt x="2310" y="50"/>
                  </a:lnTo>
                  <a:lnTo>
                    <a:pt x="2268" y="36"/>
                  </a:lnTo>
                  <a:lnTo>
                    <a:pt x="2223" y="24"/>
                  </a:lnTo>
                  <a:lnTo>
                    <a:pt x="2178" y="15"/>
                  </a:lnTo>
                  <a:lnTo>
                    <a:pt x="2131" y="8"/>
                  </a:lnTo>
                  <a:lnTo>
                    <a:pt x="2082" y="3"/>
                  </a:lnTo>
                  <a:lnTo>
                    <a:pt x="2032" y="0"/>
                  </a:lnTo>
                  <a:lnTo>
                    <a:pt x="1982" y="1"/>
                  </a:lnTo>
                  <a:lnTo>
                    <a:pt x="1933" y="3"/>
                  </a:lnTo>
                  <a:lnTo>
                    <a:pt x="1882" y="9"/>
                  </a:lnTo>
                  <a:lnTo>
                    <a:pt x="1833" y="17"/>
                  </a:lnTo>
                  <a:lnTo>
                    <a:pt x="1785" y="29"/>
                  </a:lnTo>
                  <a:lnTo>
                    <a:pt x="1737" y="43"/>
                  </a:lnTo>
                  <a:lnTo>
                    <a:pt x="1691" y="62"/>
                  </a:lnTo>
                  <a:lnTo>
                    <a:pt x="1647" y="83"/>
                  </a:lnTo>
                  <a:lnTo>
                    <a:pt x="311" y="782"/>
                  </a:lnTo>
                  <a:lnTo>
                    <a:pt x="276" y="803"/>
                  </a:lnTo>
                  <a:lnTo>
                    <a:pt x="243" y="826"/>
                  </a:lnTo>
                  <a:lnTo>
                    <a:pt x="213" y="852"/>
                  </a:lnTo>
                  <a:lnTo>
                    <a:pt x="184" y="879"/>
                  </a:lnTo>
                  <a:lnTo>
                    <a:pt x="155" y="908"/>
                  </a:lnTo>
                  <a:lnTo>
                    <a:pt x="131" y="939"/>
                  </a:lnTo>
                  <a:lnTo>
                    <a:pt x="107" y="971"/>
                  </a:lnTo>
                  <a:lnTo>
                    <a:pt x="86" y="1005"/>
                  </a:lnTo>
                  <a:lnTo>
                    <a:pt x="68" y="1040"/>
                  </a:lnTo>
                  <a:lnTo>
                    <a:pt x="50" y="1076"/>
                  </a:lnTo>
                  <a:lnTo>
                    <a:pt x="36" y="1115"/>
                  </a:lnTo>
                  <a:lnTo>
                    <a:pt x="23" y="1153"/>
                  </a:lnTo>
                  <a:lnTo>
                    <a:pt x="14" y="1195"/>
                  </a:lnTo>
                  <a:lnTo>
                    <a:pt x="7" y="1236"/>
                  </a:lnTo>
                  <a:lnTo>
                    <a:pt x="2" y="1279"/>
                  </a:lnTo>
                  <a:lnTo>
                    <a:pt x="0" y="1322"/>
                  </a:lnTo>
                  <a:lnTo>
                    <a:pt x="0" y="3093"/>
                  </a:lnTo>
                  <a:lnTo>
                    <a:pt x="2" y="3147"/>
                  </a:lnTo>
                  <a:lnTo>
                    <a:pt x="7" y="3202"/>
                  </a:lnTo>
                  <a:lnTo>
                    <a:pt x="15" y="3257"/>
                  </a:lnTo>
                  <a:lnTo>
                    <a:pt x="27" y="3312"/>
                  </a:lnTo>
                  <a:lnTo>
                    <a:pt x="42" y="3366"/>
                  </a:lnTo>
                  <a:lnTo>
                    <a:pt x="59" y="3420"/>
                  </a:lnTo>
                  <a:lnTo>
                    <a:pt x="79" y="3474"/>
                  </a:lnTo>
                  <a:lnTo>
                    <a:pt x="102" y="3525"/>
                  </a:lnTo>
                  <a:lnTo>
                    <a:pt x="127" y="3576"/>
                  </a:lnTo>
                  <a:lnTo>
                    <a:pt x="154" y="3624"/>
                  </a:lnTo>
                  <a:lnTo>
                    <a:pt x="184" y="3670"/>
                  </a:lnTo>
                  <a:lnTo>
                    <a:pt x="214" y="3712"/>
                  </a:lnTo>
                  <a:lnTo>
                    <a:pt x="247" y="3752"/>
                  </a:lnTo>
                  <a:lnTo>
                    <a:pt x="281" y="3788"/>
                  </a:lnTo>
                  <a:lnTo>
                    <a:pt x="317" y="3821"/>
                  </a:lnTo>
                  <a:lnTo>
                    <a:pt x="353" y="384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3075" name="Freeform 33"/>
            <p:cNvSpPr>
              <a:spLocks/>
            </p:cNvSpPr>
            <p:nvPr/>
          </p:nvSpPr>
          <p:spPr bwMode="auto">
            <a:xfrm>
              <a:off x="943" y="2210"/>
              <a:ext cx="276" cy="187"/>
            </a:xfrm>
            <a:custGeom>
              <a:avLst/>
              <a:gdLst>
                <a:gd name="T0" fmla="*/ 11 w 1380"/>
                <a:gd name="T1" fmla="*/ 7 h 937"/>
                <a:gd name="T2" fmla="*/ 11 w 1380"/>
                <a:gd name="T3" fmla="*/ 7 h 937"/>
                <a:gd name="T4" fmla="*/ 0 w 1380"/>
                <a:gd name="T5" fmla="*/ 0 h 937"/>
                <a:gd name="T6" fmla="*/ 0 w 1380"/>
                <a:gd name="T7" fmla="*/ 1 h 937"/>
                <a:gd name="T8" fmla="*/ 10 w 1380"/>
                <a:gd name="T9" fmla="*/ 7 h 937"/>
                <a:gd name="T10" fmla="*/ 10 w 1380"/>
                <a:gd name="T11" fmla="*/ 7 h 937"/>
                <a:gd name="T12" fmla="*/ 10 w 1380"/>
                <a:gd name="T13" fmla="*/ 7 h 937"/>
                <a:gd name="T14" fmla="*/ 11 w 1380"/>
                <a:gd name="T15" fmla="*/ 7 h 937"/>
                <a:gd name="T16" fmla="*/ 11 w 1380"/>
                <a:gd name="T17" fmla="*/ 7 h 937"/>
                <a:gd name="T18" fmla="*/ 11 w 1380"/>
                <a:gd name="T19" fmla="*/ 7 h 937"/>
                <a:gd name="T20" fmla="*/ 11 w 1380"/>
                <a:gd name="T21" fmla="*/ 7 h 937"/>
                <a:gd name="T22" fmla="*/ 11 w 1380"/>
                <a:gd name="T23" fmla="*/ 7 h 937"/>
                <a:gd name="T24" fmla="*/ 11 w 1380"/>
                <a:gd name="T25" fmla="*/ 7 h 937"/>
                <a:gd name="T26" fmla="*/ 11 w 1380"/>
                <a:gd name="T27" fmla="*/ 7 h 937"/>
                <a:gd name="T28" fmla="*/ 11 w 1380"/>
                <a:gd name="T29" fmla="*/ 7 h 937"/>
                <a:gd name="T30" fmla="*/ 11 w 1380"/>
                <a:gd name="T31" fmla="*/ 7 h 93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80"/>
                <a:gd name="T49" fmla="*/ 0 h 937"/>
                <a:gd name="T50" fmla="*/ 1380 w 1380"/>
                <a:gd name="T51" fmla="*/ 937 h 93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80" h="937">
                  <a:moveTo>
                    <a:pt x="1354" y="848"/>
                  </a:moveTo>
                  <a:lnTo>
                    <a:pt x="1359" y="851"/>
                  </a:lnTo>
                  <a:lnTo>
                    <a:pt x="51" y="0"/>
                  </a:lnTo>
                  <a:lnTo>
                    <a:pt x="0" y="78"/>
                  </a:lnTo>
                  <a:lnTo>
                    <a:pt x="1307" y="929"/>
                  </a:lnTo>
                  <a:lnTo>
                    <a:pt x="1312" y="932"/>
                  </a:lnTo>
                  <a:lnTo>
                    <a:pt x="1307" y="929"/>
                  </a:lnTo>
                  <a:lnTo>
                    <a:pt x="1326" y="937"/>
                  </a:lnTo>
                  <a:lnTo>
                    <a:pt x="1345" y="936"/>
                  </a:lnTo>
                  <a:lnTo>
                    <a:pt x="1360" y="929"/>
                  </a:lnTo>
                  <a:lnTo>
                    <a:pt x="1372" y="916"/>
                  </a:lnTo>
                  <a:lnTo>
                    <a:pt x="1379" y="899"/>
                  </a:lnTo>
                  <a:lnTo>
                    <a:pt x="1380" y="883"/>
                  </a:lnTo>
                  <a:lnTo>
                    <a:pt x="1374" y="865"/>
                  </a:lnTo>
                  <a:lnTo>
                    <a:pt x="1359" y="851"/>
                  </a:lnTo>
                  <a:lnTo>
                    <a:pt x="1354" y="84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3076" name="Freeform 34"/>
            <p:cNvSpPr>
              <a:spLocks/>
            </p:cNvSpPr>
            <p:nvPr/>
          </p:nvSpPr>
          <p:spPr bwMode="auto">
            <a:xfrm>
              <a:off x="1206" y="2379"/>
              <a:ext cx="140" cy="32"/>
            </a:xfrm>
            <a:custGeom>
              <a:avLst/>
              <a:gdLst>
                <a:gd name="T0" fmla="*/ 5 w 703"/>
                <a:gd name="T1" fmla="*/ 0 h 162"/>
                <a:gd name="T2" fmla="*/ 5 w 703"/>
                <a:gd name="T3" fmla="*/ 0 h 162"/>
                <a:gd name="T4" fmla="*/ 5 w 703"/>
                <a:gd name="T5" fmla="*/ 0 h 162"/>
                <a:gd name="T6" fmla="*/ 5 w 703"/>
                <a:gd name="T7" fmla="*/ 0 h 162"/>
                <a:gd name="T8" fmla="*/ 4 w 703"/>
                <a:gd name="T9" fmla="*/ 0 h 162"/>
                <a:gd name="T10" fmla="*/ 4 w 703"/>
                <a:gd name="T11" fmla="*/ 0 h 162"/>
                <a:gd name="T12" fmla="*/ 4 w 703"/>
                <a:gd name="T13" fmla="*/ 0 h 162"/>
                <a:gd name="T14" fmla="*/ 3 w 703"/>
                <a:gd name="T15" fmla="*/ 1 h 162"/>
                <a:gd name="T16" fmla="*/ 3 w 703"/>
                <a:gd name="T17" fmla="*/ 1 h 162"/>
                <a:gd name="T18" fmla="*/ 3 w 703"/>
                <a:gd name="T19" fmla="*/ 1 h 162"/>
                <a:gd name="T20" fmla="*/ 2 w 703"/>
                <a:gd name="T21" fmla="*/ 1 h 162"/>
                <a:gd name="T22" fmla="*/ 2 w 703"/>
                <a:gd name="T23" fmla="*/ 1 h 162"/>
                <a:gd name="T24" fmla="*/ 2 w 703"/>
                <a:gd name="T25" fmla="*/ 0 h 162"/>
                <a:gd name="T26" fmla="*/ 1 w 703"/>
                <a:gd name="T27" fmla="*/ 0 h 162"/>
                <a:gd name="T28" fmla="*/ 1 w 703"/>
                <a:gd name="T29" fmla="*/ 0 h 162"/>
                <a:gd name="T30" fmla="*/ 1 w 703"/>
                <a:gd name="T31" fmla="*/ 0 h 162"/>
                <a:gd name="T32" fmla="*/ 1 w 703"/>
                <a:gd name="T33" fmla="*/ 0 h 162"/>
                <a:gd name="T34" fmla="*/ 0 w 703"/>
                <a:gd name="T35" fmla="*/ 0 h 162"/>
                <a:gd name="T36" fmla="*/ 0 w 703"/>
                <a:gd name="T37" fmla="*/ 1 h 162"/>
                <a:gd name="T38" fmla="*/ 0 w 703"/>
                <a:gd name="T39" fmla="*/ 1 h 162"/>
                <a:gd name="T40" fmla="*/ 1 w 703"/>
                <a:gd name="T41" fmla="*/ 1 h 162"/>
                <a:gd name="T42" fmla="*/ 1 w 703"/>
                <a:gd name="T43" fmla="*/ 1 h 162"/>
                <a:gd name="T44" fmla="*/ 1 w 703"/>
                <a:gd name="T45" fmla="*/ 1 h 162"/>
                <a:gd name="T46" fmla="*/ 2 w 703"/>
                <a:gd name="T47" fmla="*/ 1 h 162"/>
                <a:gd name="T48" fmla="*/ 2 w 703"/>
                <a:gd name="T49" fmla="*/ 1 h 162"/>
                <a:gd name="T50" fmla="*/ 2 w 703"/>
                <a:gd name="T51" fmla="*/ 1 h 162"/>
                <a:gd name="T52" fmla="*/ 3 w 703"/>
                <a:gd name="T53" fmla="*/ 1 h 162"/>
                <a:gd name="T54" fmla="*/ 3 w 703"/>
                <a:gd name="T55" fmla="*/ 1 h 162"/>
                <a:gd name="T56" fmla="*/ 3 w 703"/>
                <a:gd name="T57" fmla="*/ 1 h 162"/>
                <a:gd name="T58" fmla="*/ 4 w 703"/>
                <a:gd name="T59" fmla="*/ 1 h 162"/>
                <a:gd name="T60" fmla="*/ 4 w 703"/>
                <a:gd name="T61" fmla="*/ 1 h 162"/>
                <a:gd name="T62" fmla="*/ 5 w 703"/>
                <a:gd name="T63" fmla="*/ 1 h 162"/>
                <a:gd name="T64" fmla="*/ 5 w 703"/>
                <a:gd name="T65" fmla="*/ 1 h 162"/>
                <a:gd name="T66" fmla="*/ 5 w 703"/>
                <a:gd name="T67" fmla="*/ 1 h 162"/>
                <a:gd name="T68" fmla="*/ 5 w 703"/>
                <a:gd name="T69" fmla="*/ 1 h 162"/>
                <a:gd name="T70" fmla="*/ 5 w 703"/>
                <a:gd name="T71" fmla="*/ 1 h 162"/>
                <a:gd name="T72" fmla="*/ 5 w 703"/>
                <a:gd name="T73" fmla="*/ 1 h 162"/>
                <a:gd name="T74" fmla="*/ 5 w 703"/>
                <a:gd name="T75" fmla="*/ 1 h 162"/>
                <a:gd name="T76" fmla="*/ 6 w 703"/>
                <a:gd name="T77" fmla="*/ 0 h 162"/>
                <a:gd name="T78" fmla="*/ 6 w 703"/>
                <a:gd name="T79" fmla="*/ 0 h 162"/>
                <a:gd name="T80" fmla="*/ 6 w 703"/>
                <a:gd name="T81" fmla="*/ 0 h 162"/>
                <a:gd name="T82" fmla="*/ 5 w 703"/>
                <a:gd name="T83" fmla="*/ 0 h 162"/>
                <a:gd name="T84" fmla="*/ 5 w 703"/>
                <a:gd name="T85" fmla="*/ 0 h 162"/>
                <a:gd name="T86" fmla="*/ 5 w 703"/>
                <a:gd name="T87" fmla="*/ 0 h 162"/>
                <a:gd name="T88" fmla="*/ 5 w 703"/>
                <a:gd name="T89" fmla="*/ 0 h 162"/>
                <a:gd name="T90" fmla="*/ 5 w 703"/>
                <a:gd name="T91" fmla="*/ 0 h 162"/>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703"/>
                <a:gd name="T139" fmla="*/ 0 h 162"/>
                <a:gd name="T140" fmla="*/ 703 w 703"/>
                <a:gd name="T141" fmla="*/ 162 h 162"/>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703" h="162">
                  <a:moveTo>
                    <a:pt x="631" y="8"/>
                  </a:moveTo>
                  <a:lnTo>
                    <a:pt x="636" y="6"/>
                  </a:lnTo>
                  <a:lnTo>
                    <a:pt x="606" y="20"/>
                  </a:lnTo>
                  <a:lnTo>
                    <a:pt x="575" y="32"/>
                  </a:lnTo>
                  <a:lnTo>
                    <a:pt x="540" y="42"/>
                  </a:lnTo>
                  <a:lnTo>
                    <a:pt x="504" y="52"/>
                  </a:lnTo>
                  <a:lnTo>
                    <a:pt x="467" y="59"/>
                  </a:lnTo>
                  <a:lnTo>
                    <a:pt x="428" y="64"/>
                  </a:lnTo>
                  <a:lnTo>
                    <a:pt x="389" y="67"/>
                  </a:lnTo>
                  <a:lnTo>
                    <a:pt x="348" y="68"/>
                  </a:lnTo>
                  <a:lnTo>
                    <a:pt x="308" y="68"/>
                  </a:lnTo>
                  <a:lnTo>
                    <a:pt x="267" y="65"/>
                  </a:lnTo>
                  <a:lnTo>
                    <a:pt x="226" y="61"/>
                  </a:lnTo>
                  <a:lnTo>
                    <a:pt x="187" y="54"/>
                  </a:lnTo>
                  <a:lnTo>
                    <a:pt x="148" y="44"/>
                  </a:lnTo>
                  <a:lnTo>
                    <a:pt x="110" y="33"/>
                  </a:lnTo>
                  <a:lnTo>
                    <a:pt x="75" y="20"/>
                  </a:lnTo>
                  <a:lnTo>
                    <a:pt x="42" y="5"/>
                  </a:lnTo>
                  <a:lnTo>
                    <a:pt x="0" y="89"/>
                  </a:lnTo>
                  <a:lnTo>
                    <a:pt x="40" y="107"/>
                  </a:lnTo>
                  <a:lnTo>
                    <a:pt x="82" y="122"/>
                  </a:lnTo>
                  <a:lnTo>
                    <a:pt x="124" y="135"/>
                  </a:lnTo>
                  <a:lnTo>
                    <a:pt x="169" y="146"/>
                  </a:lnTo>
                  <a:lnTo>
                    <a:pt x="214" y="153"/>
                  </a:lnTo>
                  <a:lnTo>
                    <a:pt x="258" y="158"/>
                  </a:lnTo>
                  <a:lnTo>
                    <a:pt x="303" y="162"/>
                  </a:lnTo>
                  <a:lnTo>
                    <a:pt x="348" y="162"/>
                  </a:lnTo>
                  <a:lnTo>
                    <a:pt x="394" y="161"/>
                  </a:lnTo>
                  <a:lnTo>
                    <a:pt x="439" y="157"/>
                  </a:lnTo>
                  <a:lnTo>
                    <a:pt x="481" y="150"/>
                  </a:lnTo>
                  <a:lnTo>
                    <a:pt x="525" y="143"/>
                  </a:lnTo>
                  <a:lnTo>
                    <a:pt x="566" y="132"/>
                  </a:lnTo>
                  <a:lnTo>
                    <a:pt x="606" y="121"/>
                  </a:lnTo>
                  <a:lnTo>
                    <a:pt x="643" y="105"/>
                  </a:lnTo>
                  <a:lnTo>
                    <a:pt x="678" y="88"/>
                  </a:lnTo>
                  <a:lnTo>
                    <a:pt x="683" y="86"/>
                  </a:lnTo>
                  <a:lnTo>
                    <a:pt x="678" y="88"/>
                  </a:lnTo>
                  <a:lnTo>
                    <a:pt x="695" y="75"/>
                  </a:lnTo>
                  <a:lnTo>
                    <a:pt x="702" y="60"/>
                  </a:lnTo>
                  <a:lnTo>
                    <a:pt x="703" y="42"/>
                  </a:lnTo>
                  <a:lnTo>
                    <a:pt x="698" y="26"/>
                  </a:lnTo>
                  <a:lnTo>
                    <a:pt x="688" y="12"/>
                  </a:lnTo>
                  <a:lnTo>
                    <a:pt x="674" y="3"/>
                  </a:lnTo>
                  <a:lnTo>
                    <a:pt x="656" y="0"/>
                  </a:lnTo>
                  <a:lnTo>
                    <a:pt x="636" y="6"/>
                  </a:lnTo>
                  <a:lnTo>
                    <a:pt x="631"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3077" name="Freeform 35"/>
            <p:cNvSpPr>
              <a:spLocks/>
            </p:cNvSpPr>
            <p:nvPr/>
          </p:nvSpPr>
          <p:spPr bwMode="auto">
            <a:xfrm>
              <a:off x="1332" y="2204"/>
              <a:ext cx="283" cy="192"/>
            </a:xfrm>
            <a:custGeom>
              <a:avLst/>
              <a:gdLst>
                <a:gd name="T0" fmla="*/ 11 w 1415"/>
                <a:gd name="T1" fmla="*/ 0 h 960"/>
                <a:gd name="T2" fmla="*/ 11 w 1415"/>
                <a:gd name="T3" fmla="*/ 0 h 960"/>
                <a:gd name="T4" fmla="*/ 0 w 1415"/>
                <a:gd name="T5" fmla="*/ 7 h 960"/>
                <a:gd name="T6" fmla="*/ 0 w 1415"/>
                <a:gd name="T7" fmla="*/ 8 h 960"/>
                <a:gd name="T8" fmla="*/ 11 w 1415"/>
                <a:gd name="T9" fmla="*/ 1 h 960"/>
                <a:gd name="T10" fmla="*/ 11 w 1415"/>
                <a:gd name="T11" fmla="*/ 1 h 960"/>
                <a:gd name="T12" fmla="*/ 11 w 1415"/>
                <a:gd name="T13" fmla="*/ 1 h 960"/>
                <a:gd name="T14" fmla="*/ 11 w 1415"/>
                <a:gd name="T15" fmla="*/ 1 h 960"/>
                <a:gd name="T16" fmla="*/ 11 w 1415"/>
                <a:gd name="T17" fmla="*/ 0 h 960"/>
                <a:gd name="T18" fmla="*/ 11 w 1415"/>
                <a:gd name="T19" fmla="*/ 0 h 960"/>
                <a:gd name="T20" fmla="*/ 11 w 1415"/>
                <a:gd name="T21" fmla="*/ 0 h 960"/>
                <a:gd name="T22" fmla="*/ 11 w 1415"/>
                <a:gd name="T23" fmla="*/ 0 h 960"/>
                <a:gd name="T24" fmla="*/ 11 w 1415"/>
                <a:gd name="T25" fmla="*/ 0 h 960"/>
                <a:gd name="T26" fmla="*/ 11 w 1415"/>
                <a:gd name="T27" fmla="*/ 0 h 960"/>
                <a:gd name="T28" fmla="*/ 11 w 1415"/>
                <a:gd name="T29" fmla="*/ 0 h 960"/>
                <a:gd name="T30" fmla="*/ 11 w 1415"/>
                <a:gd name="T31" fmla="*/ 0 h 96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15"/>
                <a:gd name="T49" fmla="*/ 0 h 960"/>
                <a:gd name="T50" fmla="*/ 1415 w 1415"/>
                <a:gd name="T51" fmla="*/ 960 h 96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15" h="960">
                  <a:moveTo>
                    <a:pt x="1338" y="10"/>
                  </a:moveTo>
                  <a:lnTo>
                    <a:pt x="1342" y="8"/>
                  </a:lnTo>
                  <a:lnTo>
                    <a:pt x="0" y="882"/>
                  </a:lnTo>
                  <a:lnTo>
                    <a:pt x="52" y="960"/>
                  </a:lnTo>
                  <a:lnTo>
                    <a:pt x="1393" y="85"/>
                  </a:lnTo>
                  <a:lnTo>
                    <a:pt x="1397" y="83"/>
                  </a:lnTo>
                  <a:lnTo>
                    <a:pt x="1393" y="85"/>
                  </a:lnTo>
                  <a:lnTo>
                    <a:pt x="1409" y="71"/>
                  </a:lnTo>
                  <a:lnTo>
                    <a:pt x="1415" y="53"/>
                  </a:lnTo>
                  <a:lnTo>
                    <a:pt x="1413" y="37"/>
                  </a:lnTo>
                  <a:lnTo>
                    <a:pt x="1406" y="21"/>
                  </a:lnTo>
                  <a:lnTo>
                    <a:pt x="1395" y="8"/>
                  </a:lnTo>
                  <a:lnTo>
                    <a:pt x="1379" y="1"/>
                  </a:lnTo>
                  <a:lnTo>
                    <a:pt x="1361" y="0"/>
                  </a:lnTo>
                  <a:lnTo>
                    <a:pt x="1342" y="8"/>
                  </a:lnTo>
                  <a:lnTo>
                    <a:pt x="1338" y="1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3078" name="Freeform 36"/>
            <p:cNvSpPr>
              <a:spLocks/>
            </p:cNvSpPr>
            <p:nvPr/>
          </p:nvSpPr>
          <p:spPr bwMode="auto">
            <a:xfrm>
              <a:off x="1599" y="2057"/>
              <a:ext cx="80" cy="163"/>
            </a:xfrm>
            <a:custGeom>
              <a:avLst/>
              <a:gdLst>
                <a:gd name="T0" fmla="*/ 2 w 398"/>
                <a:gd name="T1" fmla="*/ 0 h 817"/>
                <a:gd name="T2" fmla="*/ 2 w 398"/>
                <a:gd name="T3" fmla="*/ 0 h 817"/>
                <a:gd name="T4" fmla="*/ 2 w 398"/>
                <a:gd name="T5" fmla="*/ 1 h 817"/>
                <a:gd name="T6" fmla="*/ 2 w 398"/>
                <a:gd name="T7" fmla="*/ 1 h 817"/>
                <a:gd name="T8" fmla="*/ 2 w 398"/>
                <a:gd name="T9" fmla="*/ 2 h 817"/>
                <a:gd name="T10" fmla="*/ 2 w 398"/>
                <a:gd name="T11" fmla="*/ 2 h 817"/>
                <a:gd name="T12" fmla="*/ 2 w 398"/>
                <a:gd name="T13" fmla="*/ 2 h 817"/>
                <a:gd name="T14" fmla="*/ 2 w 398"/>
                <a:gd name="T15" fmla="*/ 3 h 817"/>
                <a:gd name="T16" fmla="*/ 2 w 398"/>
                <a:gd name="T17" fmla="*/ 3 h 817"/>
                <a:gd name="T18" fmla="*/ 2 w 398"/>
                <a:gd name="T19" fmla="*/ 4 h 817"/>
                <a:gd name="T20" fmla="*/ 2 w 398"/>
                <a:gd name="T21" fmla="*/ 4 h 817"/>
                <a:gd name="T22" fmla="*/ 1 w 398"/>
                <a:gd name="T23" fmla="*/ 4 h 817"/>
                <a:gd name="T24" fmla="*/ 1 w 398"/>
                <a:gd name="T25" fmla="*/ 5 h 817"/>
                <a:gd name="T26" fmla="*/ 1 w 398"/>
                <a:gd name="T27" fmla="*/ 5 h 817"/>
                <a:gd name="T28" fmla="*/ 1 w 398"/>
                <a:gd name="T29" fmla="*/ 5 h 817"/>
                <a:gd name="T30" fmla="*/ 1 w 398"/>
                <a:gd name="T31" fmla="*/ 5 h 817"/>
                <a:gd name="T32" fmla="*/ 0 w 398"/>
                <a:gd name="T33" fmla="*/ 6 h 817"/>
                <a:gd name="T34" fmla="*/ 0 w 398"/>
                <a:gd name="T35" fmla="*/ 6 h 817"/>
                <a:gd name="T36" fmla="*/ 0 w 398"/>
                <a:gd name="T37" fmla="*/ 7 h 817"/>
                <a:gd name="T38" fmla="*/ 1 w 398"/>
                <a:gd name="T39" fmla="*/ 6 h 817"/>
                <a:gd name="T40" fmla="*/ 1 w 398"/>
                <a:gd name="T41" fmla="*/ 6 h 817"/>
                <a:gd name="T42" fmla="*/ 1 w 398"/>
                <a:gd name="T43" fmla="*/ 6 h 817"/>
                <a:gd name="T44" fmla="*/ 2 w 398"/>
                <a:gd name="T45" fmla="*/ 5 h 817"/>
                <a:gd name="T46" fmla="*/ 2 w 398"/>
                <a:gd name="T47" fmla="*/ 5 h 817"/>
                <a:gd name="T48" fmla="*/ 2 w 398"/>
                <a:gd name="T49" fmla="*/ 5 h 817"/>
                <a:gd name="T50" fmla="*/ 2 w 398"/>
                <a:gd name="T51" fmla="*/ 4 h 817"/>
                <a:gd name="T52" fmla="*/ 2 w 398"/>
                <a:gd name="T53" fmla="*/ 4 h 817"/>
                <a:gd name="T54" fmla="*/ 3 w 398"/>
                <a:gd name="T55" fmla="*/ 3 h 817"/>
                <a:gd name="T56" fmla="*/ 3 w 398"/>
                <a:gd name="T57" fmla="*/ 3 h 817"/>
                <a:gd name="T58" fmla="*/ 3 w 398"/>
                <a:gd name="T59" fmla="*/ 3 h 817"/>
                <a:gd name="T60" fmla="*/ 3 w 398"/>
                <a:gd name="T61" fmla="*/ 2 h 817"/>
                <a:gd name="T62" fmla="*/ 3 w 398"/>
                <a:gd name="T63" fmla="*/ 2 h 817"/>
                <a:gd name="T64" fmla="*/ 3 w 398"/>
                <a:gd name="T65" fmla="*/ 1 h 817"/>
                <a:gd name="T66" fmla="*/ 3 w 398"/>
                <a:gd name="T67" fmla="*/ 1 h 817"/>
                <a:gd name="T68" fmla="*/ 3 w 398"/>
                <a:gd name="T69" fmla="*/ 0 h 817"/>
                <a:gd name="T70" fmla="*/ 3 w 398"/>
                <a:gd name="T71" fmla="*/ 0 h 817"/>
                <a:gd name="T72" fmla="*/ 3 w 398"/>
                <a:gd name="T73" fmla="*/ 0 h 817"/>
                <a:gd name="T74" fmla="*/ 3 w 398"/>
                <a:gd name="T75" fmla="*/ 0 h 817"/>
                <a:gd name="T76" fmla="*/ 3 w 398"/>
                <a:gd name="T77" fmla="*/ 0 h 817"/>
                <a:gd name="T78" fmla="*/ 3 w 398"/>
                <a:gd name="T79" fmla="*/ 0 h 817"/>
                <a:gd name="T80" fmla="*/ 3 w 398"/>
                <a:gd name="T81" fmla="*/ 0 h 817"/>
                <a:gd name="T82" fmla="*/ 3 w 398"/>
                <a:gd name="T83" fmla="*/ 0 h 817"/>
                <a:gd name="T84" fmla="*/ 3 w 398"/>
                <a:gd name="T85" fmla="*/ 0 h 817"/>
                <a:gd name="T86" fmla="*/ 2 w 398"/>
                <a:gd name="T87" fmla="*/ 0 h 817"/>
                <a:gd name="T88" fmla="*/ 2 w 398"/>
                <a:gd name="T89" fmla="*/ 0 h 817"/>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398"/>
                <a:gd name="T136" fmla="*/ 0 h 817"/>
                <a:gd name="T137" fmla="*/ 398 w 398"/>
                <a:gd name="T138" fmla="*/ 817 h 817"/>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398" h="817">
                  <a:moveTo>
                    <a:pt x="304" y="47"/>
                  </a:moveTo>
                  <a:lnTo>
                    <a:pt x="304" y="47"/>
                  </a:lnTo>
                  <a:lnTo>
                    <a:pt x="301" y="97"/>
                  </a:lnTo>
                  <a:lnTo>
                    <a:pt x="297" y="147"/>
                  </a:lnTo>
                  <a:lnTo>
                    <a:pt x="291" y="198"/>
                  </a:lnTo>
                  <a:lnTo>
                    <a:pt x="280" y="247"/>
                  </a:lnTo>
                  <a:lnTo>
                    <a:pt x="268" y="297"/>
                  </a:lnTo>
                  <a:lnTo>
                    <a:pt x="253" y="347"/>
                  </a:lnTo>
                  <a:lnTo>
                    <a:pt x="236" y="395"/>
                  </a:lnTo>
                  <a:lnTo>
                    <a:pt x="217" y="442"/>
                  </a:lnTo>
                  <a:lnTo>
                    <a:pt x="195" y="487"/>
                  </a:lnTo>
                  <a:lnTo>
                    <a:pt x="171" y="532"/>
                  </a:lnTo>
                  <a:lnTo>
                    <a:pt x="147" y="574"/>
                  </a:lnTo>
                  <a:lnTo>
                    <a:pt x="121" y="613"/>
                  </a:lnTo>
                  <a:lnTo>
                    <a:pt x="93" y="650"/>
                  </a:lnTo>
                  <a:lnTo>
                    <a:pt x="64" y="684"/>
                  </a:lnTo>
                  <a:lnTo>
                    <a:pt x="32" y="716"/>
                  </a:lnTo>
                  <a:lnTo>
                    <a:pt x="0" y="744"/>
                  </a:lnTo>
                  <a:lnTo>
                    <a:pt x="59" y="817"/>
                  </a:lnTo>
                  <a:lnTo>
                    <a:pt x="95" y="784"/>
                  </a:lnTo>
                  <a:lnTo>
                    <a:pt x="132" y="748"/>
                  </a:lnTo>
                  <a:lnTo>
                    <a:pt x="166" y="709"/>
                  </a:lnTo>
                  <a:lnTo>
                    <a:pt x="196" y="667"/>
                  </a:lnTo>
                  <a:lnTo>
                    <a:pt x="227" y="623"/>
                  </a:lnTo>
                  <a:lnTo>
                    <a:pt x="253" y="576"/>
                  </a:lnTo>
                  <a:lnTo>
                    <a:pt x="279" y="530"/>
                  </a:lnTo>
                  <a:lnTo>
                    <a:pt x="301" y="479"/>
                  </a:lnTo>
                  <a:lnTo>
                    <a:pt x="323" y="428"/>
                  </a:lnTo>
                  <a:lnTo>
                    <a:pt x="342" y="375"/>
                  </a:lnTo>
                  <a:lnTo>
                    <a:pt x="359" y="321"/>
                  </a:lnTo>
                  <a:lnTo>
                    <a:pt x="372" y="268"/>
                  </a:lnTo>
                  <a:lnTo>
                    <a:pt x="382" y="212"/>
                  </a:lnTo>
                  <a:lnTo>
                    <a:pt x="391" y="157"/>
                  </a:lnTo>
                  <a:lnTo>
                    <a:pt x="395" y="102"/>
                  </a:lnTo>
                  <a:lnTo>
                    <a:pt x="398" y="47"/>
                  </a:lnTo>
                  <a:lnTo>
                    <a:pt x="394" y="27"/>
                  </a:lnTo>
                  <a:lnTo>
                    <a:pt x="383" y="11"/>
                  </a:lnTo>
                  <a:lnTo>
                    <a:pt x="368" y="3"/>
                  </a:lnTo>
                  <a:lnTo>
                    <a:pt x="351" y="0"/>
                  </a:lnTo>
                  <a:lnTo>
                    <a:pt x="333" y="3"/>
                  </a:lnTo>
                  <a:lnTo>
                    <a:pt x="319" y="11"/>
                  </a:lnTo>
                  <a:lnTo>
                    <a:pt x="307" y="27"/>
                  </a:lnTo>
                  <a:lnTo>
                    <a:pt x="304" y="4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3079" name="Freeform 37"/>
            <p:cNvSpPr>
              <a:spLocks/>
            </p:cNvSpPr>
            <p:nvPr/>
          </p:nvSpPr>
          <p:spPr bwMode="auto">
            <a:xfrm>
              <a:off x="1660" y="1701"/>
              <a:ext cx="19" cy="365"/>
            </a:xfrm>
            <a:custGeom>
              <a:avLst/>
              <a:gdLst>
                <a:gd name="T0" fmla="*/ 0 w 95"/>
                <a:gd name="T1" fmla="*/ 0 h 1826"/>
                <a:gd name="T2" fmla="*/ 0 w 95"/>
                <a:gd name="T3" fmla="*/ 0 h 1826"/>
                <a:gd name="T4" fmla="*/ 0 w 95"/>
                <a:gd name="T5" fmla="*/ 15 h 1826"/>
                <a:gd name="T6" fmla="*/ 1 w 95"/>
                <a:gd name="T7" fmla="*/ 15 h 1826"/>
                <a:gd name="T8" fmla="*/ 1 w 95"/>
                <a:gd name="T9" fmla="*/ 0 h 1826"/>
                <a:gd name="T10" fmla="*/ 1 w 95"/>
                <a:gd name="T11" fmla="*/ 0 h 1826"/>
                <a:gd name="T12" fmla="*/ 1 w 95"/>
                <a:gd name="T13" fmla="*/ 0 h 1826"/>
                <a:gd name="T14" fmla="*/ 1 w 95"/>
                <a:gd name="T15" fmla="*/ 0 h 1826"/>
                <a:gd name="T16" fmla="*/ 1 w 95"/>
                <a:gd name="T17" fmla="*/ 0 h 1826"/>
                <a:gd name="T18" fmla="*/ 1 w 95"/>
                <a:gd name="T19" fmla="*/ 0 h 1826"/>
                <a:gd name="T20" fmla="*/ 0 w 95"/>
                <a:gd name="T21" fmla="*/ 0 h 1826"/>
                <a:gd name="T22" fmla="*/ 0 w 95"/>
                <a:gd name="T23" fmla="*/ 0 h 1826"/>
                <a:gd name="T24" fmla="*/ 0 w 95"/>
                <a:gd name="T25" fmla="*/ 0 h 1826"/>
                <a:gd name="T26" fmla="*/ 0 w 95"/>
                <a:gd name="T27" fmla="*/ 0 h 1826"/>
                <a:gd name="T28" fmla="*/ 0 w 95"/>
                <a:gd name="T29" fmla="*/ 0 h 1826"/>
                <a:gd name="T30" fmla="*/ 0 w 95"/>
                <a:gd name="T31" fmla="*/ 0 h 182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95"/>
                <a:gd name="T49" fmla="*/ 0 h 1826"/>
                <a:gd name="T50" fmla="*/ 95 w 95"/>
                <a:gd name="T51" fmla="*/ 1826 h 182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95" h="1826">
                  <a:moveTo>
                    <a:pt x="0" y="49"/>
                  </a:moveTo>
                  <a:lnTo>
                    <a:pt x="0" y="47"/>
                  </a:lnTo>
                  <a:lnTo>
                    <a:pt x="1" y="1826"/>
                  </a:lnTo>
                  <a:lnTo>
                    <a:pt x="95" y="1826"/>
                  </a:lnTo>
                  <a:lnTo>
                    <a:pt x="93" y="47"/>
                  </a:lnTo>
                  <a:lnTo>
                    <a:pt x="93" y="45"/>
                  </a:lnTo>
                  <a:lnTo>
                    <a:pt x="93" y="47"/>
                  </a:lnTo>
                  <a:lnTo>
                    <a:pt x="90" y="27"/>
                  </a:lnTo>
                  <a:lnTo>
                    <a:pt x="79" y="12"/>
                  </a:lnTo>
                  <a:lnTo>
                    <a:pt x="64" y="4"/>
                  </a:lnTo>
                  <a:lnTo>
                    <a:pt x="47" y="0"/>
                  </a:lnTo>
                  <a:lnTo>
                    <a:pt x="29" y="4"/>
                  </a:lnTo>
                  <a:lnTo>
                    <a:pt x="15" y="12"/>
                  </a:lnTo>
                  <a:lnTo>
                    <a:pt x="3" y="27"/>
                  </a:lnTo>
                  <a:lnTo>
                    <a:pt x="0" y="47"/>
                  </a:lnTo>
                  <a:lnTo>
                    <a:pt x="0" y="4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3080" name="Freeform 38"/>
            <p:cNvSpPr>
              <a:spLocks/>
            </p:cNvSpPr>
            <p:nvPr/>
          </p:nvSpPr>
          <p:spPr bwMode="auto">
            <a:xfrm>
              <a:off x="1598" y="1598"/>
              <a:ext cx="81" cy="113"/>
            </a:xfrm>
            <a:custGeom>
              <a:avLst/>
              <a:gdLst>
                <a:gd name="T0" fmla="*/ 0 w 401"/>
                <a:gd name="T1" fmla="*/ 1 h 566"/>
                <a:gd name="T2" fmla="*/ 0 w 401"/>
                <a:gd name="T3" fmla="*/ 1 h 566"/>
                <a:gd name="T4" fmla="*/ 0 w 401"/>
                <a:gd name="T5" fmla="*/ 1 h 566"/>
                <a:gd name="T6" fmla="*/ 1 w 401"/>
                <a:gd name="T7" fmla="*/ 1 h 566"/>
                <a:gd name="T8" fmla="*/ 1 w 401"/>
                <a:gd name="T9" fmla="*/ 1 h 566"/>
                <a:gd name="T10" fmla="*/ 1 w 401"/>
                <a:gd name="T11" fmla="*/ 1 h 566"/>
                <a:gd name="T12" fmla="*/ 1 w 401"/>
                <a:gd name="T13" fmla="*/ 2 h 566"/>
                <a:gd name="T14" fmla="*/ 1 w 401"/>
                <a:gd name="T15" fmla="*/ 2 h 566"/>
                <a:gd name="T16" fmla="*/ 2 w 401"/>
                <a:gd name="T17" fmla="*/ 2 h 566"/>
                <a:gd name="T18" fmla="*/ 2 w 401"/>
                <a:gd name="T19" fmla="*/ 2 h 566"/>
                <a:gd name="T20" fmla="*/ 2 w 401"/>
                <a:gd name="T21" fmla="*/ 2 h 566"/>
                <a:gd name="T22" fmla="*/ 2 w 401"/>
                <a:gd name="T23" fmla="*/ 3 h 566"/>
                <a:gd name="T24" fmla="*/ 2 w 401"/>
                <a:gd name="T25" fmla="*/ 3 h 566"/>
                <a:gd name="T26" fmla="*/ 2 w 401"/>
                <a:gd name="T27" fmla="*/ 3 h 566"/>
                <a:gd name="T28" fmla="*/ 2 w 401"/>
                <a:gd name="T29" fmla="*/ 4 h 566"/>
                <a:gd name="T30" fmla="*/ 2 w 401"/>
                <a:gd name="T31" fmla="*/ 4 h 566"/>
                <a:gd name="T32" fmla="*/ 2 w 401"/>
                <a:gd name="T33" fmla="*/ 4 h 566"/>
                <a:gd name="T34" fmla="*/ 3 w 401"/>
                <a:gd name="T35" fmla="*/ 5 h 566"/>
                <a:gd name="T36" fmla="*/ 3 w 401"/>
                <a:gd name="T37" fmla="*/ 4 h 566"/>
                <a:gd name="T38" fmla="*/ 3 w 401"/>
                <a:gd name="T39" fmla="*/ 4 h 566"/>
                <a:gd name="T40" fmla="*/ 3 w 401"/>
                <a:gd name="T41" fmla="*/ 4 h 566"/>
                <a:gd name="T42" fmla="*/ 3 w 401"/>
                <a:gd name="T43" fmla="*/ 3 h 566"/>
                <a:gd name="T44" fmla="*/ 3 w 401"/>
                <a:gd name="T45" fmla="*/ 3 h 566"/>
                <a:gd name="T46" fmla="*/ 3 w 401"/>
                <a:gd name="T47" fmla="*/ 3 h 566"/>
                <a:gd name="T48" fmla="*/ 3 w 401"/>
                <a:gd name="T49" fmla="*/ 2 h 566"/>
                <a:gd name="T50" fmla="*/ 3 w 401"/>
                <a:gd name="T51" fmla="*/ 2 h 566"/>
                <a:gd name="T52" fmla="*/ 2 w 401"/>
                <a:gd name="T53" fmla="*/ 2 h 566"/>
                <a:gd name="T54" fmla="*/ 2 w 401"/>
                <a:gd name="T55" fmla="*/ 2 h 566"/>
                <a:gd name="T56" fmla="*/ 2 w 401"/>
                <a:gd name="T57" fmla="*/ 1 h 566"/>
                <a:gd name="T58" fmla="*/ 2 w 401"/>
                <a:gd name="T59" fmla="*/ 1 h 566"/>
                <a:gd name="T60" fmla="*/ 2 w 401"/>
                <a:gd name="T61" fmla="*/ 1 h 566"/>
                <a:gd name="T62" fmla="*/ 1 w 401"/>
                <a:gd name="T63" fmla="*/ 1 h 566"/>
                <a:gd name="T64" fmla="*/ 1 w 401"/>
                <a:gd name="T65" fmla="*/ 0 h 566"/>
                <a:gd name="T66" fmla="*/ 1 w 401"/>
                <a:gd name="T67" fmla="*/ 0 h 566"/>
                <a:gd name="T68" fmla="*/ 1 w 401"/>
                <a:gd name="T69" fmla="*/ 0 h 566"/>
                <a:gd name="T70" fmla="*/ 1 w 401"/>
                <a:gd name="T71" fmla="*/ 0 h 566"/>
                <a:gd name="T72" fmla="*/ 1 w 401"/>
                <a:gd name="T73" fmla="*/ 0 h 566"/>
                <a:gd name="T74" fmla="*/ 0 w 401"/>
                <a:gd name="T75" fmla="*/ 0 h 566"/>
                <a:gd name="T76" fmla="*/ 0 w 401"/>
                <a:gd name="T77" fmla="*/ 0 h 566"/>
                <a:gd name="T78" fmla="*/ 0 w 401"/>
                <a:gd name="T79" fmla="*/ 0 h 566"/>
                <a:gd name="T80" fmla="*/ 0 w 401"/>
                <a:gd name="T81" fmla="*/ 0 h 566"/>
                <a:gd name="T82" fmla="*/ 0 w 401"/>
                <a:gd name="T83" fmla="*/ 0 h 566"/>
                <a:gd name="T84" fmla="*/ 0 w 401"/>
                <a:gd name="T85" fmla="*/ 0 h 566"/>
                <a:gd name="T86" fmla="*/ 0 w 401"/>
                <a:gd name="T87" fmla="*/ 1 h 566"/>
                <a:gd name="T88" fmla="*/ 0 w 401"/>
                <a:gd name="T89" fmla="*/ 1 h 56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401"/>
                <a:gd name="T136" fmla="*/ 0 h 566"/>
                <a:gd name="T137" fmla="*/ 401 w 401"/>
                <a:gd name="T138" fmla="*/ 566 h 566"/>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401" h="566">
                  <a:moveTo>
                    <a:pt x="23" y="88"/>
                  </a:moveTo>
                  <a:lnTo>
                    <a:pt x="23" y="88"/>
                  </a:lnTo>
                  <a:lnTo>
                    <a:pt x="53" y="107"/>
                  </a:lnTo>
                  <a:lnTo>
                    <a:pt x="83" y="125"/>
                  </a:lnTo>
                  <a:lnTo>
                    <a:pt x="108" y="147"/>
                  </a:lnTo>
                  <a:lnTo>
                    <a:pt x="135" y="171"/>
                  </a:lnTo>
                  <a:lnTo>
                    <a:pt x="160" y="196"/>
                  </a:lnTo>
                  <a:lnTo>
                    <a:pt x="182" y="223"/>
                  </a:lnTo>
                  <a:lnTo>
                    <a:pt x="205" y="251"/>
                  </a:lnTo>
                  <a:lnTo>
                    <a:pt x="223" y="281"/>
                  </a:lnTo>
                  <a:lnTo>
                    <a:pt x="240" y="312"/>
                  </a:lnTo>
                  <a:lnTo>
                    <a:pt x="256" y="345"/>
                  </a:lnTo>
                  <a:lnTo>
                    <a:pt x="270" y="379"/>
                  </a:lnTo>
                  <a:lnTo>
                    <a:pt x="282" y="414"/>
                  </a:lnTo>
                  <a:lnTo>
                    <a:pt x="291" y="450"/>
                  </a:lnTo>
                  <a:lnTo>
                    <a:pt x="299" y="488"/>
                  </a:lnTo>
                  <a:lnTo>
                    <a:pt x="304" y="526"/>
                  </a:lnTo>
                  <a:lnTo>
                    <a:pt x="308" y="566"/>
                  </a:lnTo>
                  <a:lnTo>
                    <a:pt x="401" y="562"/>
                  </a:lnTo>
                  <a:lnTo>
                    <a:pt x="398" y="517"/>
                  </a:lnTo>
                  <a:lnTo>
                    <a:pt x="391" y="471"/>
                  </a:lnTo>
                  <a:lnTo>
                    <a:pt x="383" y="429"/>
                  </a:lnTo>
                  <a:lnTo>
                    <a:pt x="371" y="386"/>
                  </a:lnTo>
                  <a:lnTo>
                    <a:pt x="357" y="346"/>
                  </a:lnTo>
                  <a:lnTo>
                    <a:pt x="340" y="307"/>
                  </a:lnTo>
                  <a:lnTo>
                    <a:pt x="324" y="270"/>
                  </a:lnTo>
                  <a:lnTo>
                    <a:pt x="303" y="232"/>
                  </a:lnTo>
                  <a:lnTo>
                    <a:pt x="280" y="197"/>
                  </a:lnTo>
                  <a:lnTo>
                    <a:pt x="255" y="164"/>
                  </a:lnTo>
                  <a:lnTo>
                    <a:pt x="228" y="132"/>
                  </a:lnTo>
                  <a:lnTo>
                    <a:pt x="199" y="103"/>
                  </a:lnTo>
                  <a:lnTo>
                    <a:pt x="169" y="76"/>
                  </a:lnTo>
                  <a:lnTo>
                    <a:pt x="137" y="50"/>
                  </a:lnTo>
                  <a:lnTo>
                    <a:pt x="103" y="27"/>
                  </a:lnTo>
                  <a:lnTo>
                    <a:pt x="67" y="6"/>
                  </a:lnTo>
                  <a:lnTo>
                    <a:pt x="48" y="0"/>
                  </a:lnTo>
                  <a:lnTo>
                    <a:pt x="30" y="2"/>
                  </a:lnTo>
                  <a:lnTo>
                    <a:pt x="16" y="12"/>
                  </a:lnTo>
                  <a:lnTo>
                    <a:pt x="5" y="25"/>
                  </a:lnTo>
                  <a:lnTo>
                    <a:pt x="0" y="41"/>
                  </a:lnTo>
                  <a:lnTo>
                    <a:pt x="0" y="59"/>
                  </a:lnTo>
                  <a:lnTo>
                    <a:pt x="8" y="75"/>
                  </a:lnTo>
                  <a:lnTo>
                    <a:pt x="23"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3081" name="Freeform 39"/>
            <p:cNvSpPr>
              <a:spLocks/>
            </p:cNvSpPr>
            <p:nvPr/>
          </p:nvSpPr>
          <p:spPr bwMode="auto">
            <a:xfrm>
              <a:off x="1346" y="1455"/>
              <a:ext cx="266" cy="160"/>
            </a:xfrm>
            <a:custGeom>
              <a:avLst/>
              <a:gdLst>
                <a:gd name="T0" fmla="*/ 0 w 1330"/>
                <a:gd name="T1" fmla="*/ 1 h 801"/>
                <a:gd name="T2" fmla="*/ 0 w 1330"/>
                <a:gd name="T3" fmla="*/ 1 h 801"/>
                <a:gd name="T4" fmla="*/ 10 w 1330"/>
                <a:gd name="T5" fmla="*/ 6 h 801"/>
                <a:gd name="T6" fmla="*/ 11 w 1330"/>
                <a:gd name="T7" fmla="*/ 6 h 801"/>
                <a:gd name="T8" fmla="*/ 1 w 1330"/>
                <a:gd name="T9" fmla="*/ 0 h 801"/>
                <a:gd name="T10" fmla="*/ 1 w 1330"/>
                <a:gd name="T11" fmla="*/ 0 h 801"/>
                <a:gd name="T12" fmla="*/ 1 w 1330"/>
                <a:gd name="T13" fmla="*/ 0 h 801"/>
                <a:gd name="T14" fmla="*/ 0 w 1330"/>
                <a:gd name="T15" fmla="*/ 0 h 801"/>
                <a:gd name="T16" fmla="*/ 0 w 1330"/>
                <a:gd name="T17" fmla="*/ 0 h 801"/>
                <a:gd name="T18" fmla="*/ 0 w 1330"/>
                <a:gd name="T19" fmla="*/ 0 h 801"/>
                <a:gd name="T20" fmla="*/ 0 w 1330"/>
                <a:gd name="T21" fmla="*/ 0 h 801"/>
                <a:gd name="T22" fmla="*/ 0 w 1330"/>
                <a:gd name="T23" fmla="*/ 0 h 801"/>
                <a:gd name="T24" fmla="*/ 0 w 1330"/>
                <a:gd name="T25" fmla="*/ 0 h 801"/>
                <a:gd name="T26" fmla="*/ 0 w 1330"/>
                <a:gd name="T27" fmla="*/ 1 h 801"/>
                <a:gd name="T28" fmla="*/ 0 w 1330"/>
                <a:gd name="T29" fmla="*/ 1 h 801"/>
                <a:gd name="T30" fmla="*/ 0 w 1330"/>
                <a:gd name="T31" fmla="*/ 1 h 801"/>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30"/>
                <a:gd name="T49" fmla="*/ 0 h 801"/>
                <a:gd name="T50" fmla="*/ 1330 w 1330"/>
                <a:gd name="T51" fmla="*/ 801 h 801"/>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30" h="801">
                  <a:moveTo>
                    <a:pt x="24" y="88"/>
                  </a:moveTo>
                  <a:lnTo>
                    <a:pt x="23" y="88"/>
                  </a:lnTo>
                  <a:lnTo>
                    <a:pt x="1286" y="801"/>
                  </a:lnTo>
                  <a:lnTo>
                    <a:pt x="1330" y="719"/>
                  </a:lnTo>
                  <a:lnTo>
                    <a:pt x="67" y="6"/>
                  </a:lnTo>
                  <a:lnTo>
                    <a:pt x="66" y="6"/>
                  </a:lnTo>
                  <a:lnTo>
                    <a:pt x="67" y="6"/>
                  </a:lnTo>
                  <a:lnTo>
                    <a:pt x="48" y="0"/>
                  </a:lnTo>
                  <a:lnTo>
                    <a:pt x="30" y="2"/>
                  </a:lnTo>
                  <a:lnTo>
                    <a:pt x="16" y="12"/>
                  </a:lnTo>
                  <a:lnTo>
                    <a:pt x="5" y="25"/>
                  </a:lnTo>
                  <a:lnTo>
                    <a:pt x="0" y="41"/>
                  </a:lnTo>
                  <a:lnTo>
                    <a:pt x="0" y="59"/>
                  </a:lnTo>
                  <a:lnTo>
                    <a:pt x="8" y="75"/>
                  </a:lnTo>
                  <a:lnTo>
                    <a:pt x="23" y="88"/>
                  </a:lnTo>
                  <a:lnTo>
                    <a:pt x="24"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3082" name="Freeform 40"/>
            <p:cNvSpPr>
              <a:spLocks/>
            </p:cNvSpPr>
            <p:nvPr/>
          </p:nvSpPr>
          <p:spPr bwMode="auto">
            <a:xfrm>
              <a:off x="1198" y="1439"/>
              <a:ext cx="161" cy="35"/>
            </a:xfrm>
            <a:custGeom>
              <a:avLst/>
              <a:gdLst>
                <a:gd name="T0" fmla="*/ 1 w 806"/>
                <a:gd name="T1" fmla="*/ 1 h 177"/>
                <a:gd name="T2" fmla="*/ 1 w 806"/>
                <a:gd name="T3" fmla="*/ 1 h 177"/>
                <a:gd name="T4" fmla="*/ 1 w 806"/>
                <a:gd name="T5" fmla="*/ 1 h 177"/>
                <a:gd name="T6" fmla="*/ 1 w 806"/>
                <a:gd name="T7" fmla="*/ 1 h 177"/>
                <a:gd name="T8" fmla="*/ 2 w 806"/>
                <a:gd name="T9" fmla="*/ 1 h 177"/>
                <a:gd name="T10" fmla="*/ 2 w 806"/>
                <a:gd name="T11" fmla="*/ 1 h 177"/>
                <a:gd name="T12" fmla="*/ 2 w 806"/>
                <a:gd name="T13" fmla="*/ 1 h 177"/>
                <a:gd name="T14" fmla="*/ 3 w 806"/>
                <a:gd name="T15" fmla="*/ 1 h 177"/>
                <a:gd name="T16" fmla="*/ 3 w 806"/>
                <a:gd name="T17" fmla="*/ 1 h 177"/>
                <a:gd name="T18" fmla="*/ 3 w 806"/>
                <a:gd name="T19" fmla="*/ 1 h 177"/>
                <a:gd name="T20" fmla="*/ 4 w 806"/>
                <a:gd name="T21" fmla="*/ 1 h 177"/>
                <a:gd name="T22" fmla="*/ 4 w 806"/>
                <a:gd name="T23" fmla="*/ 1 h 177"/>
                <a:gd name="T24" fmla="*/ 5 w 806"/>
                <a:gd name="T25" fmla="*/ 1 h 177"/>
                <a:gd name="T26" fmla="*/ 5 w 806"/>
                <a:gd name="T27" fmla="*/ 1 h 177"/>
                <a:gd name="T28" fmla="*/ 5 w 806"/>
                <a:gd name="T29" fmla="*/ 1 h 177"/>
                <a:gd name="T30" fmla="*/ 6 w 806"/>
                <a:gd name="T31" fmla="*/ 1 h 177"/>
                <a:gd name="T32" fmla="*/ 6 w 806"/>
                <a:gd name="T33" fmla="*/ 1 h 177"/>
                <a:gd name="T34" fmla="*/ 6 w 806"/>
                <a:gd name="T35" fmla="*/ 1 h 177"/>
                <a:gd name="T36" fmla="*/ 6 w 806"/>
                <a:gd name="T37" fmla="*/ 1 h 177"/>
                <a:gd name="T38" fmla="*/ 6 w 806"/>
                <a:gd name="T39" fmla="*/ 1 h 177"/>
                <a:gd name="T40" fmla="*/ 6 w 806"/>
                <a:gd name="T41" fmla="*/ 0 h 177"/>
                <a:gd name="T42" fmla="*/ 5 w 806"/>
                <a:gd name="T43" fmla="*/ 0 h 177"/>
                <a:gd name="T44" fmla="*/ 5 w 806"/>
                <a:gd name="T45" fmla="*/ 0 h 177"/>
                <a:gd name="T46" fmla="*/ 5 w 806"/>
                <a:gd name="T47" fmla="*/ 0 h 177"/>
                <a:gd name="T48" fmla="*/ 4 w 806"/>
                <a:gd name="T49" fmla="*/ 0 h 177"/>
                <a:gd name="T50" fmla="*/ 4 w 806"/>
                <a:gd name="T51" fmla="*/ 0 h 177"/>
                <a:gd name="T52" fmla="*/ 3 w 806"/>
                <a:gd name="T53" fmla="*/ 0 h 177"/>
                <a:gd name="T54" fmla="*/ 3 w 806"/>
                <a:gd name="T55" fmla="*/ 0 h 177"/>
                <a:gd name="T56" fmla="*/ 3 w 806"/>
                <a:gd name="T57" fmla="*/ 0 h 177"/>
                <a:gd name="T58" fmla="*/ 2 w 806"/>
                <a:gd name="T59" fmla="*/ 0 h 177"/>
                <a:gd name="T60" fmla="*/ 2 w 806"/>
                <a:gd name="T61" fmla="*/ 0 h 177"/>
                <a:gd name="T62" fmla="*/ 1 w 806"/>
                <a:gd name="T63" fmla="*/ 0 h 177"/>
                <a:gd name="T64" fmla="*/ 1 w 806"/>
                <a:gd name="T65" fmla="*/ 0 h 177"/>
                <a:gd name="T66" fmla="*/ 1 w 806"/>
                <a:gd name="T67" fmla="*/ 1 h 177"/>
                <a:gd name="T68" fmla="*/ 0 w 806"/>
                <a:gd name="T69" fmla="*/ 1 h 177"/>
                <a:gd name="T70" fmla="*/ 0 w 806"/>
                <a:gd name="T71" fmla="*/ 1 h 177"/>
                <a:gd name="T72" fmla="*/ 0 w 806"/>
                <a:gd name="T73" fmla="*/ 1 h 177"/>
                <a:gd name="T74" fmla="*/ 0 w 806"/>
                <a:gd name="T75" fmla="*/ 1 h 177"/>
                <a:gd name="T76" fmla="*/ 0 w 806"/>
                <a:gd name="T77" fmla="*/ 1 h 177"/>
                <a:gd name="T78" fmla="*/ 0 w 806"/>
                <a:gd name="T79" fmla="*/ 1 h 177"/>
                <a:gd name="T80" fmla="*/ 0 w 806"/>
                <a:gd name="T81" fmla="*/ 1 h 177"/>
                <a:gd name="T82" fmla="*/ 0 w 806"/>
                <a:gd name="T83" fmla="*/ 1 h 177"/>
                <a:gd name="T84" fmla="*/ 0 w 806"/>
                <a:gd name="T85" fmla="*/ 1 h 177"/>
                <a:gd name="T86" fmla="*/ 0 w 806"/>
                <a:gd name="T87" fmla="*/ 1 h 177"/>
                <a:gd name="T88" fmla="*/ 1 w 806"/>
                <a:gd name="T89" fmla="*/ 1 h 177"/>
                <a:gd name="T90" fmla="*/ 1 w 806"/>
                <a:gd name="T91" fmla="*/ 1 h 17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806"/>
                <a:gd name="T139" fmla="*/ 0 h 177"/>
                <a:gd name="T140" fmla="*/ 806 w 806"/>
                <a:gd name="T141" fmla="*/ 177 h 17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806" h="177">
                  <a:moveTo>
                    <a:pt x="67" y="171"/>
                  </a:moveTo>
                  <a:lnTo>
                    <a:pt x="68" y="171"/>
                  </a:lnTo>
                  <a:lnTo>
                    <a:pt x="109" y="151"/>
                  </a:lnTo>
                  <a:lnTo>
                    <a:pt x="151" y="135"/>
                  </a:lnTo>
                  <a:lnTo>
                    <a:pt x="196" y="122"/>
                  </a:lnTo>
                  <a:lnTo>
                    <a:pt x="242" y="110"/>
                  </a:lnTo>
                  <a:lnTo>
                    <a:pt x="287" y="102"/>
                  </a:lnTo>
                  <a:lnTo>
                    <a:pt x="335" y="97"/>
                  </a:lnTo>
                  <a:lnTo>
                    <a:pt x="382" y="95"/>
                  </a:lnTo>
                  <a:lnTo>
                    <a:pt x="430" y="94"/>
                  </a:lnTo>
                  <a:lnTo>
                    <a:pt x="477" y="97"/>
                  </a:lnTo>
                  <a:lnTo>
                    <a:pt x="524" y="102"/>
                  </a:lnTo>
                  <a:lnTo>
                    <a:pt x="568" y="108"/>
                  </a:lnTo>
                  <a:lnTo>
                    <a:pt x="612" y="117"/>
                  </a:lnTo>
                  <a:lnTo>
                    <a:pt x="654" y="128"/>
                  </a:lnTo>
                  <a:lnTo>
                    <a:pt x="693" y="141"/>
                  </a:lnTo>
                  <a:lnTo>
                    <a:pt x="730" y="155"/>
                  </a:lnTo>
                  <a:lnTo>
                    <a:pt x="764" y="171"/>
                  </a:lnTo>
                  <a:lnTo>
                    <a:pt x="806" y="89"/>
                  </a:lnTo>
                  <a:lnTo>
                    <a:pt x="768" y="70"/>
                  </a:lnTo>
                  <a:lnTo>
                    <a:pt x="725" y="54"/>
                  </a:lnTo>
                  <a:lnTo>
                    <a:pt x="680" y="39"/>
                  </a:lnTo>
                  <a:lnTo>
                    <a:pt x="633" y="26"/>
                  </a:lnTo>
                  <a:lnTo>
                    <a:pt x="585" y="16"/>
                  </a:lnTo>
                  <a:lnTo>
                    <a:pt x="536" y="8"/>
                  </a:lnTo>
                  <a:lnTo>
                    <a:pt x="484" y="3"/>
                  </a:lnTo>
                  <a:lnTo>
                    <a:pt x="433" y="0"/>
                  </a:lnTo>
                  <a:lnTo>
                    <a:pt x="380" y="1"/>
                  </a:lnTo>
                  <a:lnTo>
                    <a:pt x="328" y="3"/>
                  </a:lnTo>
                  <a:lnTo>
                    <a:pt x="276" y="10"/>
                  </a:lnTo>
                  <a:lnTo>
                    <a:pt x="223" y="19"/>
                  </a:lnTo>
                  <a:lnTo>
                    <a:pt x="172" y="30"/>
                  </a:lnTo>
                  <a:lnTo>
                    <a:pt x="121" y="46"/>
                  </a:lnTo>
                  <a:lnTo>
                    <a:pt x="72" y="67"/>
                  </a:lnTo>
                  <a:lnTo>
                    <a:pt x="24" y="89"/>
                  </a:lnTo>
                  <a:lnTo>
                    <a:pt x="25" y="89"/>
                  </a:lnTo>
                  <a:lnTo>
                    <a:pt x="24" y="89"/>
                  </a:lnTo>
                  <a:lnTo>
                    <a:pt x="8" y="102"/>
                  </a:lnTo>
                  <a:lnTo>
                    <a:pt x="0" y="118"/>
                  </a:lnTo>
                  <a:lnTo>
                    <a:pt x="0" y="136"/>
                  </a:lnTo>
                  <a:lnTo>
                    <a:pt x="6" y="152"/>
                  </a:lnTo>
                  <a:lnTo>
                    <a:pt x="17" y="165"/>
                  </a:lnTo>
                  <a:lnTo>
                    <a:pt x="31" y="175"/>
                  </a:lnTo>
                  <a:lnTo>
                    <a:pt x="48" y="177"/>
                  </a:lnTo>
                  <a:lnTo>
                    <a:pt x="68" y="171"/>
                  </a:lnTo>
                  <a:lnTo>
                    <a:pt x="67" y="1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3083" name="Freeform 41"/>
            <p:cNvSpPr>
              <a:spLocks/>
            </p:cNvSpPr>
            <p:nvPr/>
          </p:nvSpPr>
          <p:spPr bwMode="auto">
            <a:xfrm>
              <a:off x="931" y="1456"/>
              <a:ext cx="280" cy="158"/>
            </a:xfrm>
            <a:custGeom>
              <a:avLst/>
              <a:gdLst>
                <a:gd name="T0" fmla="*/ 1 w 1402"/>
                <a:gd name="T1" fmla="*/ 6 h 787"/>
                <a:gd name="T2" fmla="*/ 1 w 1402"/>
                <a:gd name="T3" fmla="*/ 6 h 787"/>
                <a:gd name="T4" fmla="*/ 11 w 1402"/>
                <a:gd name="T5" fmla="*/ 1 h 787"/>
                <a:gd name="T6" fmla="*/ 11 w 1402"/>
                <a:gd name="T7" fmla="*/ 0 h 787"/>
                <a:gd name="T8" fmla="*/ 0 w 1402"/>
                <a:gd name="T9" fmla="*/ 6 h 787"/>
                <a:gd name="T10" fmla="*/ 0 w 1402"/>
                <a:gd name="T11" fmla="*/ 6 h 787"/>
                <a:gd name="T12" fmla="*/ 0 w 1402"/>
                <a:gd name="T13" fmla="*/ 6 h 787"/>
                <a:gd name="T14" fmla="*/ 0 w 1402"/>
                <a:gd name="T15" fmla="*/ 6 h 787"/>
                <a:gd name="T16" fmla="*/ 0 w 1402"/>
                <a:gd name="T17" fmla="*/ 6 h 787"/>
                <a:gd name="T18" fmla="*/ 0 w 1402"/>
                <a:gd name="T19" fmla="*/ 6 h 787"/>
                <a:gd name="T20" fmla="*/ 0 w 1402"/>
                <a:gd name="T21" fmla="*/ 6 h 787"/>
                <a:gd name="T22" fmla="*/ 0 w 1402"/>
                <a:gd name="T23" fmla="*/ 6 h 787"/>
                <a:gd name="T24" fmla="*/ 0 w 1402"/>
                <a:gd name="T25" fmla="*/ 6 h 787"/>
                <a:gd name="T26" fmla="*/ 0 w 1402"/>
                <a:gd name="T27" fmla="*/ 6 h 787"/>
                <a:gd name="T28" fmla="*/ 1 w 1402"/>
                <a:gd name="T29" fmla="*/ 6 h 787"/>
                <a:gd name="T30" fmla="*/ 1 w 1402"/>
                <a:gd name="T31" fmla="*/ 6 h 78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02"/>
                <a:gd name="T49" fmla="*/ 0 h 787"/>
                <a:gd name="T50" fmla="*/ 1402 w 1402"/>
                <a:gd name="T51" fmla="*/ 787 h 78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02" h="787">
                  <a:moveTo>
                    <a:pt x="69" y="781"/>
                  </a:moveTo>
                  <a:lnTo>
                    <a:pt x="66" y="781"/>
                  </a:lnTo>
                  <a:lnTo>
                    <a:pt x="1402" y="82"/>
                  </a:lnTo>
                  <a:lnTo>
                    <a:pt x="1360" y="0"/>
                  </a:lnTo>
                  <a:lnTo>
                    <a:pt x="24" y="699"/>
                  </a:lnTo>
                  <a:lnTo>
                    <a:pt x="22" y="699"/>
                  </a:lnTo>
                  <a:lnTo>
                    <a:pt x="24" y="699"/>
                  </a:lnTo>
                  <a:lnTo>
                    <a:pt x="8" y="712"/>
                  </a:lnTo>
                  <a:lnTo>
                    <a:pt x="1" y="727"/>
                  </a:lnTo>
                  <a:lnTo>
                    <a:pt x="0" y="744"/>
                  </a:lnTo>
                  <a:lnTo>
                    <a:pt x="5" y="761"/>
                  </a:lnTo>
                  <a:lnTo>
                    <a:pt x="15" y="775"/>
                  </a:lnTo>
                  <a:lnTo>
                    <a:pt x="30" y="784"/>
                  </a:lnTo>
                  <a:lnTo>
                    <a:pt x="46" y="787"/>
                  </a:lnTo>
                  <a:lnTo>
                    <a:pt x="66" y="781"/>
                  </a:lnTo>
                  <a:lnTo>
                    <a:pt x="69" y="7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3084" name="Freeform 42"/>
            <p:cNvSpPr>
              <a:spLocks/>
            </p:cNvSpPr>
            <p:nvPr/>
          </p:nvSpPr>
          <p:spPr bwMode="auto">
            <a:xfrm>
              <a:off x="868" y="1596"/>
              <a:ext cx="77" cy="126"/>
            </a:xfrm>
            <a:custGeom>
              <a:avLst/>
              <a:gdLst>
                <a:gd name="T0" fmla="*/ 1 w 382"/>
                <a:gd name="T1" fmla="*/ 5 h 628"/>
                <a:gd name="T2" fmla="*/ 1 w 382"/>
                <a:gd name="T3" fmla="*/ 5 h 628"/>
                <a:gd name="T4" fmla="*/ 1 w 382"/>
                <a:gd name="T5" fmla="*/ 4 h 628"/>
                <a:gd name="T6" fmla="*/ 1 w 382"/>
                <a:gd name="T7" fmla="*/ 4 h 628"/>
                <a:gd name="T8" fmla="*/ 1 w 382"/>
                <a:gd name="T9" fmla="*/ 4 h 628"/>
                <a:gd name="T10" fmla="*/ 1 w 382"/>
                <a:gd name="T11" fmla="*/ 3 h 628"/>
                <a:gd name="T12" fmla="*/ 1 w 382"/>
                <a:gd name="T13" fmla="*/ 3 h 628"/>
                <a:gd name="T14" fmla="*/ 1 w 382"/>
                <a:gd name="T15" fmla="*/ 3 h 628"/>
                <a:gd name="T16" fmla="*/ 1 w 382"/>
                <a:gd name="T17" fmla="*/ 3 h 628"/>
                <a:gd name="T18" fmla="*/ 1 w 382"/>
                <a:gd name="T19" fmla="*/ 2 h 628"/>
                <a:gd name="T20" fmla="*/ 2 w 382"/>
                <a:gd name="T21" fmla="*/ 2 h 628"/>
                <a:gd name="T22" fmla="*/ 2 w 382"/>
                <a:gd name="T23" fmla="*/ 2 h 628"/>
                <a:gd name="T24" fmla="*/ 2 w 382"/>
                <a:gd name="T25" fmla="*/ 2 h 628"/>
                <a:gd name="T26" fmla="*/ 2 w 382"/>
                <a:gd name="T27" fmla="*/ 1 h 628"/>
                <a:gd name="T28" fmla="*/ 2 w 382"/>
                <a:gd name="T29" fmla="*/ 1 h 628"/>
                <a:gd name="T30" fmla="*/ 3 w 382"/>
                <a:gd name="T31" fmla="*/ 1 h 628"/>
                <a:gd name="T32" fmla="*/ 3 w 382"/>
                <a:gd name="T33" fmla="*/ 1 h 628"/>
                <a:gd name="T34" fmla="*/ 3 w 382"/>
                <a:gd name="T35" fmla="*/ 1 h 628"/>
                <a:gd name="T36" fmla="*/ 3 w 382"/>
                <a:gd name="T37" fmla="*/ 0 h 628"/>
                <a:gd name="T38" fmla="*/ 2 w 382"/>
                <a:gd name="T39" fmla="*/ 0 h 628"/>
                <a:gd name="T40" fmla="*/ 2 w 382"/>
                <a:gd name="T41" fmla="*/ 0 h 628"/>
                <a:gd name="T42" fmla="*/ 2 w 382"/>
                <a:gd name="T43" fmla="*/ 1 h 628"/>
                <a:gd name="T44" fmla="*/ 2 w 382"/>
                <a:gd name="T45" fmla="*/ 1 h 628"/>
                <a:gd name="T46" fmla="*/ 1 w 382"/>
                <a:gd name="T47" fmla="*/ 1 h 628"/>
                <a:gd name="T48" fmla="*/ 1 w 382"/>
                <a:gd name="T49" fmla="*/ 1 h 628"/>
                <a:gd name="T50" fmla="*/ 1 w 382"/>
                <a:gd name="T51" fmla="*/ 2 h 628"/>
                <a:gd name="T52" fmla="*/ 1 w 382"/>
                <a:gd name="T53" fmla="*/ 2 h 628"/>
                <a:gd name="T54" fmla="*/ 1 w 382"/>
                <a:gd name="T55" fmla="*/ 2 h 628"/>
                <a:gd name="T56" fmla="*/ 0 w 382"/>
                <a:gd name="T57" fmla="*/ 3 h 628"/>
                <a:gd name="T58" fmla="*/ 0 w 382"/>
                <a:gd name="T59" fmla="*/ 3 h 628"/>
                <a:gd name="T60" fmla="*/ 0 w 382"/>
                <a:gd name="T61" fmla="*/ 3 h 628"/>
                <a:gd name="T62" fmla="*/ 0 w 382"/>
                <a:gd name="T63" fmla="*/ 4 h 628"/>
                <a:gd name="T64" fmla="*/ 0 w 382"/>
                <a:gd name="T65" fmla="*/ 4 h 628"/>
                <a:gd name="T66" fmla="*/ 0 w 382"/>
                <a:gd name="T67" fmla="*/ 4 h 628"/>
                <a:gd name="T68" fmla="*/ 0 w 382"/>
                <a:gd name="T69" fmla="*/ 5 h 628"/>
                <a:gd name="T70" fmla="*/ 0 w 382"/>
                <a:gd name="T71" fmla="*/ 5 h 628"/>
                <a:gd name="T72" fmla="*/ 0 w 382"/>
                <a:gd name="T73" fmla="*/ 5 h 628"/>
                <a:gd name="T74" fmla="*/ 0 w 382"/>
                <a:gd name="T75" fmla="*/ 5 h 628"/>
                <a:gd name="T76" fmla="*/ 0 w 382"/>
                <a:gd name="T77" fmla="*/ 5 h 628"/>
                <a:gd name="T78" fmla="*/ 0 w 382"/>
                <a:gd name="T79" fmla="*/ 5 h 628"/>
                <a:gd name="T80" fmla="*/ 0 w 382"/>
                <a:gd name="T81" fmla="*/ 5 h 628"/>
                <a:gd name="T82" fmla="*/ 1 w 382"/>
                <a:gd name="T83" fmla="*/ 5 h 628"/>
                <a:gd name="T84" fmla="*/ 1 w 382"/>
                <a:gd name="T85" fmla="*/ 5 h 628"/>
                <a:gd name="T86" fmla="*/ 1 w 382"/>
                <a:gd name="T87" fmla="*/ 5 h 628"/>
                <a:gd name="T88" fmla="*/ 1 w 382"/>
                <a:gd name="T89" fmla="*/ 5 h 628"/>
                <a:gd name="T90" fmla="*/ 1 w 382"/>
                <a:gd name="T91" fmla="*/ 5 h 628"/>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382"/>
                <a:gd name="T139" fmla="*/ 0 h 628"/>
                <a:gd name="T140" fmla="*/ 382 w 382"/>
                <a:gd name="T141" fmla="*/ 628 h 628"/>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382" h="628">
                  <a:moveTo>
                    <a:pt x="94" y="581"/>
                  </a:moveTo>
                  <a:lnTo>
                    <a:pt x="94" y="582"/>
                  </a:lnTo>
                  <a:lnTo>
                    <a:pt x="96" y="541"/>
                  </a:lnTo>
                  <a:lnTo>
                    <a:pt x="99" y="500"/>
                  </a:lnTo>
                  <a:lnTo>
                    <a:pt x="106" y="463"/>
                  </a:lnTo>
                  <a:lnTo>
                    <a:pt x="115" y="424"/>
                  </a:lnTo>
                  <a:lnTo>
                    <a:pt x="127" y="389"/>
                  </a:lnTo>
                  <a:lnTo>
                    <a:pt x="140" y="353"/>
                  </a:lnTo>
                  <a:lnTo>
                    <a:pt x="156" y="320"/>
                  </a:lnTo>
                  <a:lnTo>
                    <a:pt x="173" y="287"/>
                  </a:lnTo>
                  <a:lnTo>
                    <a:pt x="193" y="255"/>
                  </a:lnTo>
                  <a:lnTo>
                    <a:pt x="214" y="226"/>
                  </a:lnTo>
                  <a:lnTo>
                    <a:pt x="238" y="198"/>
                  </a:lnTo>
                  <a:lnTo>
                    <a:pt x="263" y="172"/>
                  </a:lnTo>
                  <a:lnTo>
                    <a:pt x="290" y="146"/>
                  </a:lnTo>
                  <a:lnTo>
                    <a:pt x="318" y="122"/>
                  </a:lnTo>
                  <a:lnTo>
                    <a:pt x="349" y="101"/>
                  </a:lnTo>
                  <a:lnTo>
                    <a:pt x="382" y="82"/>
                  </a:lnTo>
                  <a:lnTo>
                    <a:pt x="335" y="0"/>
                  </a:lnTo>
                  <a:lnTo>
                    <a:pt x="297" y="23"/>
                  </a:lnTo>
                  <a:lnTo>
                    <a:pt x="262" y="49"/>
                  </a:lnTo>
                  <a:lnTo>
                    <a:pt x="229" y="76"/>
                  </a:lnTo>
                  <a:lnTo>
                    <a:pt x="198" y="104"/>
                  </a:lnTo>
                  <a:lnTo>
                    <a:pt x="167" y="137"/>
                  </a:lnTo>
                  <a:lnTo>
                    <a:pt x="142" y="170"/>
                  </a:lnTo>
                  <a:lnTo>
                    <a:pt x="116" y="204"/>
                  </a:lnTo>
                  <a:lnTo>
                    <a:pt x="94" y="240"/>
                  </a:lnTo>
                  <a:lnTo>
                    <a:pt x="74" y="278"/>
                  </a:lnTo>
                  <a:lnTo>
                    <a:pt x="54" y="317"/>
                  </a:lnTo>
                  <a:lnTo>
                    <a:pt x="38" y="359"/>
                  </a:lnTo>
                  <a:lnTo>
                    <a:pt x="26" y="401"/>
                  </a:lnTo>
                  <a:lnTo>
                    <a:pt x="15" y="444"/>
                  </a:lnTo>
                  <a:lnTo>
                    <a:pt x="8" y="489"/>
                  </a:lnTo>
                  <a:lnTo>
                    <a:pt x="2" y="534"/>
                  </a:lnTo>
                  <a:lnTo>
                    <a:pt x="0" y="580"/>
                  </a:lnTo>
                  <a:lnTo>
                    <a:pt x="0" y="581"/>
                  </a:lnTo>
                  <a:lnTo>
                    <a:pt x="0" y="580"/>
                  </a:lnTo>
                  <a:lnTo>
                    <a:pt x="3" y="600"/>
                  </a:lnTo>
                  <a:lnTo>
                    <a:pt x="14" y="615"/>
                  </a:lnTo>
                  <a:lnTo>
                    <a:pt x="29" y="625"/>
                  </a:lnTo>
                  <a:lnTo>
                    <a:pt x="45" y="628"/>
                  </a:lnTo>
                  <a:lnTo>
                    <a:pt x="63" y="626"/>
                  </a:lnTo>
                  <a:lnTo>
                    <a:pt x="78" y="616"/>
                  </a:lnTo>
                  <a:lnTo>
                    <a:pt x="89" y="602"/>
                  </a:lnTo>
                  <a:lnTo>
                    <a:pt x="94" y="582"/>
                  </a:lnTo>
                  <a:lnTo>
                    <a:pt x="94" y="5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3085" name="Freeform 43"/>
            <p:cNvSpPr>
              <a:spLocks/>
            </p:cNvSpPr>
            <p:nvPr/>
          </p:nvSpPr>
          <p:spPr bwMode="auto">
            <a:xfrm>
              <a:off x="868" y="1712"/>
              <a:ext cx="19" cy="364"/>
            </a:xfrm>
            <a:custGeom>
              <a:avLst/>
              <a:gdLst>
                <a:gd name="T0" fmla="*/ 1 w 94"/>
                <a:gd name="T1" fmla="*/ 14 h 1818"/>
                <a:gd name="T2" fmla="*/ 1 w 94"/>
                <a:gd name="T3" fmla="*/ 14 h 1818"/>
                <a:gd name="T4" fmla="*/ 1 w 94"/>
                <a:gd name="T5" fmla="*/ 0 h 1818"/>
                <a:gd name="T6" fmla="*/ 0 w 94"/>
                <a:gd name="T7" fmla="*/ 0 h 1818"/>
                <a:gd name="T8" fmla="*/ 0 w 94"/>
                <a:gd name="T9" fmla="*/ 14 h 1818"/>
                <a:gd name="T10" fmla="*/ 0 w 94"/>
                <a:gd name="T11" fmla="*/ 14 h 1818"/>
                <a:gd name="T12" fmla="*/ 0 w 94"/>
                <a:gd name="T13" fmla="*/ 14 h 1818"/>
                <a:gd name="T14" fmla="*/ 0 w 94"/>
                <a:gd name="T15" fmla="*/ 14 h 1818"/>
                <a:gd name="T16" fmla="*/ 0 w 94"/>
                <a:gd name="T17" fmla="*/ 14 h 1818"/>
                <a:gd name="T18" fmla="*/ 0 w 94"/>
                <a:gd name="T19" fmla="*/ 15 h 1818"/>
                <a:gd name="T20" fmla="*/ 0 w 94"/>
                <a:gd name="T21" fmla="*/ 15 h 1818"/>
                <a:gd name="T22" fmla="*/ 1 w 94"/>
                <a:gd name="T23" fmla="*/ 15 h 1818"/>
                <a:gd name="T24" fmla="*/ 1 w 94"/>
                <a:gd name="T25" fmla="*/ 14 h 1818"/>
                <a:gd name="T26" fmla="*/ 1 w 94"/>
                <a:gd name="T27" fmla="*/ 14 h 1818"/>
                <a:gd name="T28" fmla="*/ 1 w 94"/>
                <a:gd name="T29" fmla="*/ 14 h 1818"/>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94"/>
                <a:gd name="T46" fmla="*/ 0 h 1818"/>
                <a:gd name="T47" fmla="*/ 94 w 94"/>
                <a:gd name="T48" fmla="*/ 1818 h 1818"/>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94" h="1818">
                  <a:moveTo>
                    <a:pt x="94" y="1771"/>
                  </a:moveTo>
                  <a:lnTo>
                    <a:pt x="94" y="1771"/>
                  </a:lnTo>
                  <a:lnTo>
                    <a:pt x="94" y="0"/>
                  </a:lnTo>
                  <a:lnTo>
                    <a:pt x="0" y="0"/>
                  </a:lnTo>
                  <a:lnTo>
                    <a:pt x="0" y="1771"/>
                  </a:lnTo>
                  <a:lnTo>
                    <a:pt x="3" y="1791"/>
                  </a:lnTo>
                  <a:lnTo>
                    <a:pt x="15" y="1806"/>
                  </a:lnTo>
                  <a:lnTo>
                    <a:pt x="29" y="1814"/>
                  </a:lnTo>
                  <a:lnTo>
                    <a:pt x="47" y="1818"/>
                  </a:lnTo>
                  <a:lnTo>
                    <a:pt x="64" y="1814"/>
                  </a:lnTo>
                  <a:lnTo>
                    <a:pt x="79" y="1806"/>
                  </a:lnTo>
                  <a:lnTo>
                    <a:pt x="90" y="1791"/>
                  </a:lnTo>
                  <a:lnTo>
                    <a:pt x="94" y="17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3086" name="Freeform 44"/>
            <p:cNvSpPr>
              <a:spLocks/>
            </p:cNvSpPr>
            <p:nvPr/>
          </p:nvSpPr>
          <p:spPr bwMode="auto">
            <a:xfrm>
              <a:off x="868" y="2067"/>
              <a:ext cx="90" cy="160"/>
            </a:xfrm>
            <a:custGeom>
              <a:avLst/>
              <a:gdLst>
                <a:gd name="T0" fmla="*/ 3 w 449"/>
                <a:gd name="T1" fmla="*/ 6 h 803"/>
                <a:gd name="T2" fmla="*/ 3 w 449"/>
                <a:gd name="T3" fmla="*/ 6 h 803"/>
                <a:gd name="T4" fmla="*/ 3 w 449"/>
                <a:gd name="T5" fmla="*/ 5 h 803"/>
                <a:gd name="T6" fmla="*/ 3 w 449"/>
                <a:gd name="T7" fmla="*/ 5 h 803"/>
                <a:gd name="T8" fmla="*/ 3 w 449"/>
                <a:gd name="T9" fmla="*/ 5 h 803"/>
                <a:gd name="T10" fmla="*/ 2 w 449"/>
                <a:gd name="T11" fmla="*/ 5 h 803"/>
                <a:gd name="T12" fmla="*/ 2 w 449"/>
                <a:gd name="T13" fmla="*/ 4 h 803"/>
                <a:gd name="T14" fmla="*/ 2 w 449"/>
                <a:gd name="T15" fmla="*/ 4 h 803"/>
                <a:gd name="T16" fmla="*/ 2 w 449"/>
                <a:gd name="T17" fmla="*/ 4 h 803"/>
                <a:gd name="T18" fmla="*/ 2 w 449"/>
                <a:gd name="T19" fmla="*/ 3 h 803"/>
                <a:gd name="T20" fmla="*/ 1 w 449"/>
                <a:gd name="T21" fmla="*/ 3 h 803"/>
                <a:gd name="T22" fmla="*/ 1 w 449"/>
                <a:gd name="T23" fmla="*/ 2 h 803"/>
                <a:gd name="T24" fmla="*/ 1 w 449"/>
                <a:gd name="T25" fmla="*/ 2 h 803"/>
                <a:gd name="T26" fmla="*/ 1 w 449"/>
                <a:gd name="T27" fmla="*/ 2 h 803"/>
                <a:gd name="T28" fmla="*/ 1 w 449"/>
                <a:gd name="T29" fmla="*/ 1 h 803"/>
                <a:gd name="T30" fmla="*/ 1 w 449"/>
                <a:gd name="T31" fmla="*/ 1 h 803"/>
                <a:gd name="T32" fmla="*/ 1 w 449"/>
                <a:gd name="T33" fmla="*/ 0 h 803"/>
                <a:gd name="T34" fmla="*/ 1 w 449"/>
                <a:gd name="T35" fmla="*/ 0 h 803"/>
                <a:gd name="T36" fmla="*/ 0 w 449"/>
                <a:gd name="T37" fmla="*/ 0 h 803"/>
                <a:gd name="T38" fmla="*/ 0 w 449"/>
                <a:gd name="T39" fmla="*/ 0 h 803"/>
                <a:gd name="T40" fmla="*/ 0 w 449"/>
                <a:gd name="T41" fmla="*/ 1 h 803"/>
                <a:gd name="T42" fmla="*/ 0 w 449"/>
                <a:gd name="T43" fmla="*/ 1 h 803"/>
                <a:gd name="T44" fmla="*/ 0 w 449"/>
                <a:gd name="T45" fmla="*/ 2 h 803"/>
                <a:gd name="T46" fmla="*/ 0 w 449"/>
                <a:gd name="T47" fmla="*/ 2 h 803"/>
                <a:gd name="T48" fmla="*/ 0 w 449"/>
                <a:gd name="T49" fmla="*/ 3 h 803"/>
                <a:gd name="T50" fmla="*/ 1 w 449"/>
                <a:gd name="T51" fmla="*/ 3 h 803"/>
                <a:gd name="T52" fmla="*/ 1 w 449"/>
                <a:gd name="T53" fmla="*/ 4 h 803"/>
                <a:gd name="T54" fmla="*/ 1 w 449"/>
                <a:gd name="T55" fmla="*/ 4 h 803"/>
                <a:gd name="T56" fmla="*/ 1 w 449"/>
                <a:gd name="T57" fmla="*/ 4 h 803"/>
                <a:gd name="T58" fmla="*/ 2 w 449"/>
                <a:gd name="T59" fmla="*/ 5 h 803"/>
                <a:gd name="T60" fmla="*/ 2 w 449"/>
                <a:gd name="T61" fmla="*/ 5 h 803"/>
                <a:gd name="T62" fmla="*/ 2 w 449"/>
                <a:gd name="T63" fmla="*/ 5 h 803"/>
                <a:gd name="T64" fmla="*/ 2 w 449"/>
                <a:gd name="T65" fmla="*/ 6 h 803"/>
                <a:gd name="T66" fmla="*/ 3 w 449"/>
                <a:gd name="T67" fmla="*/ 6 h 803"/>
                <a:gd name="T68" fmla="*/ 3 w 449"/>
                <a:gd name="T69" fmla="*/ 6 h 803"/>
                <a:gd name="T70" fmla="*/ 3 w 449"/>
                <a:gd name="T71" fmla="*/ 6 h 803"/>
                <a:gd name="T72" fmla="*/ 3 w 449"/>
                <a:gd name="T73" fmla="*/ 6 h 803"/>
                <a:gd name="T74" fmla="*/ 3 w 449"/>
                <a:gd name="T75" fmla="*/ 6 h 803"/>
                <a:gd name="T76" fmla="*/ 3 w 449"/>
                <a:gd name="T77" fmla="*/ 6 h 803"/>
                <a:gd name="T78" fmla="*/ 3 w 449"/>
                <a:gd name="T79" fmla="*/ 6 h 803"/>
                <a:gd name="T80" fmla="*/ 4 w 449"/>
                <a:gd name="T81" fmla="*/ 6 h 803"/>
                <a:gd name="T82" fmla="*/ 4 w 449"/>
                <a:gd name="T83" fmla="*/ 6 h 803"/>
                <a:gd name="T84" fmla="*/ 4 w 449"/>
                <a:gd name="T85" fmla="*/ 6 h 803"/>
                <a:gd name="T86" fmla="*/ 4 w 449"/>
                <a:gd name="T87" fmla="*/ 6 h 803"/>
                <a:gd name="T88" fmla="*/ 3 w 449"/>
                <a:gd name="T89" fmla="*/ 6 h 803"/>
                <a:gd name="T90" fmla="*/ 3 w 449"/>
                <a:gd name="T91" fmla="*/ 6 h 80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449"/>
                <a:gd name="T139" fmla="*/ 0 h 803"/>
                <a:gd name="T140" fmla="*/ 449 w 449"/>
                <a:gd name="T141" fmla="*/ 803 h 80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449" h="803">
                  <a:moveTo>
                    <a:pt x="426" y="717"/>
                  </a:moveTo>
                  <a:lnTo>
                    <a:pt x="427" y="717"/>
                  </a:lnTo>
                  <a:lnTo>
                    <a:pt x="395" y="693"/>
                  </a:lnTo>
                  <a:lnTo>
                    <a:pt x="361" y="662"/>
                  </a:lnTo>
                  <a:lnTo>
                    <a:pt x="329" y="628"/>
                  </a:lnTo>
                  <a:lnTo>
                    <a:pt x="299" y="591"/>
                  </a:lnTo>
                  <a:lnTo>
                    <a:pt x="269" y="551"/>
                  </a:lnTo>
                  <a:lnTo>
                    <a:pt x="241" y="507"/>
                  </a:lnTo>
                  <a:lnTo>
                    <a:pt x="215" y="460"/>
                  </a:lnTo>
                  <a:lnTo>
                    <a:pt x="191" y="412"/>
                  </a:lnTo>
                  <a:lnTo>
                    <a:pt x="170" y="363"/>
                  </a:lnTo>
                  <a:lnTo>
                    <a:pt x="151" y="312"/>
                  </a:lnTo>
                  <a:lnTo>
                    <a:pt x="133" y="259"/>
                  </a:lnTo>
                  <a:lnTo>
                    <a:pt x="119" y="207"/>
                  </a:lnTo>
                  <a:lnTo>
                    <a:pt x="108" y="156"/>
                  </a:lnTo>
                  <a:lnTo>
                    <a:pt x="101" y="103"/>
                  </a:lnTo>
                  <a:lnTo>
                    <a:pt x="96" y="51"/>
                  </a:lnTo>
                  <a:lnTo>
                    <a:pt x="94" y="0"/>
                  </a:lnTo>
                  <a:lnTo>
                    <a:pt x="0" y="0"/>
                  </a:lnTo>
                  <a:lnTo>
                    <a:pt x="2" y="56"/>
                  </a:lnTo>
                  <a:lnTo>
                    <a:pt x="7" y="115"/>
                  </a:lnTo>
                  <a:lnTo>
                    <a:pt x="16" y="172"/>
                  </a:lnTo>
                  <a:lnTo>
                    <a:pt x="28" y="231"/>
                  </a:lnTo>
                  <a:lnTo>
                    <a:pt x="44" y="287"/>
                  </a:lnTo>
                  <a:lnTo>
                    <a:pt x="62" y="342"/>
                  </a:lnTo>
                  <a:lnTo>
                    <a:pt x="83" y="398"/>
                  </a:lnTo>
                  <a:lnTo>
                    <a:pt x="106" y="452"/>
                  </a:lnTo>
                  <a:lnTo>
                    <a:pt x="133" y="505"/>
                  </a:lnTo>
                  <a:lnTo>
                    <a:pt x="161" y="554"/>
                  </a:lnTo>
                  <a:lnTo>
                    <a:pt x="192" y="602"/>
                  </a:lnTo>
                  <a:lnTo>
                    <a:pt x="224" y="647"/>
                  </a:lnTo>
                  <a:lnTo>
                    <a:pt x="259" y="689"/>
                  </a:lnTo>
                  <a:lnTo>
                    <a:pt x="295" y="728"/>
                  </a:lnTo>
                  <a:lnTo>
                    <a:pt x="334" y="763"/>
                  </a:lnTo>
                  <a:lnTo>
                    <a:pt x="374" y="795"/>
                  </a:lnTo>
                  <a:lnTo>
                    <a:pt x="375" y="795"/>
                  </a:lnTo>
                  <a:lnTo>
                    <a:pt x="374" y="795"/>
                  </a:lnTo>
                  <a:lnTo>
                    <a:pt x="392" y="803"/>
                  </a:lnTo>
                  <a:lnTo>
                    <a:pt x="411" y="803"/>
                  </a:lnTo>
                  <a:lnTo>
                    <a:pt x="426" y="795"/>
                  </a:lnTo>
                  <a:lnTo>
                    <a:pt x="439" y="782"/>
                  </a:lnTo>
                  <a:lnTo>
                    <a:pt x="446" y="766"/>
                  </a:lnTo>
                  <a:lnTo>
                    <a:pt x="449" y="749"/>
                  </a:lnTo>
                  <a:lnTo>
                    <a:pt x="441" y="732"/>
                  </a:lnTo>
                  <a:lnTo>
                    <a:pt x="427" y="717"/>
                  </a:lnTo>
                  <a:lnTo>
                    <a:pt x="426" y="71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3087" name="Freeform 45"/>
            <p:cNvSpPr>
              <a:spLocks/>
            </p:cNvSpPr>
            <p:nvPr/>
          </p:nvSpPr>
          <p:spPr bwMode="auto">
            <a:xfrm>
              <a:off x="883" y="1673"/>
              <a:ext cx="379" cy="690"/>
            </a:xfrm>
            <a:custGeom>
              <a:avLst/>
              <a:gdLst>
                <a:gd name="T0" fmla="*/ 12 w 1897"/>
                <a:gd name="T1" fmla="*/ 6 h 3450"/>
                <a:gd name="T2" fmla="*/ 13 w 1897"/>
                <a:gd name="T3" fmla="*/ 7 h 3450"/>
                <a:gd name="T4" fmla="*/ 13 w 1897"/>
                <a:gd name="T5" fmla="*/ 7 h 3450"/>
                <a:gd name="T6" fmla="*/ 14 w 1897"/>
                <a:gd name="T7" fmla="*/ 8 h 3450"/>
                <a:gd name="T8" fmla="*/ 14 w 1897"/>
                <a:gd name="T9" fmla="*/ 9 h 3450"/>
                <a:gd name="T10" fmla="*/ 15 w 1897"/>
                <a:gd name="T11" fmla="*/ 10 h 3450"/>
                <a:gd name="T12" fmla="*/ 15 w 1897"/>
                <a:gd name="T13" fmla="*/ 11 h 3450"/>
                <a:gd name="T14" fmla="*/ 15 w 1897"/>
                <a:gd name="T15" fmla="*/ 11 h 3450"/>
                <a:gd name="T16" fmla="*/ 15 w 1897"/>
                <a:gd name="T17" fmla="*/ 12 h 3450"/>
                <a:gd name="T18" fmla="*/ 15 w 1897"/>
                <a:gd name="T19" fmla="*/ 26 h 3450"/>
                <a:gd name="T20" fmla="*/ 15 w 1897"/>
                <a:gd name="T21" fmla="*/ 26 h 3450"/>
                <a:gd name="T22" fmla="*/ 15 w 1897"/>
                <a:gd name="T23" fmla="*/ 27 h 3450"/>
                <a:gd name="T24" fmla="*/ 15 w 1897"/>
                <a:gd name="T25" fmla="*/ 27 h 3450"/>
                <a:gd name="T26" fmla="*/ 14 w 1897"/>
                <a:gd name="T27" fmla="*/ 27 h 3450"/>
                <a:gd name="T28" fmla="*/ 14 w 1897"/>
                <a:gd name="T29" fmla="*/ 28 h 3450"/>
                <a:gd name="T30" fmla="*/ 13 w 1897"/>
                <a:gd name="T31" fmla="*/ 28 h 3450"/>
                <a:gd name="T32" fmla="*/ 13 w 1897"/>
                <a:gd name="T33" fmla="*/ 27 h 3450"/>
                <a:gd name="T34" fmla="*/ 3 w 1897"/>
                <a:gd name="T35" fmla="*/ 21 h 3450"/>
                <a:gd name="T36" fmla="*/ 2 w 1897"/>
                <a:gd name="T37" fmla="*/ 21 h 3450"/>
                <a:gd name="T38" fmla="*/ 2 w 1897"/>
                <a:gd name="T39" fmla="*/ 20 h 3450"/>
                <a:gd name="T40" fmla="*/ 1 w 1897"/>
                <a:gd name="T41" fmla="*/ 19 h 3450"/>
                <a:gd name="T42" fmla="*/ 1 w 1897"/>
                <a:gd name="T43" fmla="*/ 19 h 3450"/>
                <a:gd name="T44" fmla="*/ 0 w 1897"/>
                <a:gd name="T45" fmla="*/ 18 h 3450"/>
                <a:gd name="T46" fmla="*/ 0 w 1897"/>
                <a:gd name="T47" fmla="*/ 17 h 3450"/>
                <a:gd name="T48" fmla="*/ 0 w 1897"/>
                <a:gd name="T49" fmla="*/ 16 h 3450"/>
                <a:gd name="T50" fmla="*/ 0 w 1897"/>
                <a:gd name="T51" fmla="*/ 15 h 3450"/>
                <a:gd name="T52" fmla="*/ 0 w 1897"/>
                <a:gd name="T53" fmla="*/ 2 h 3450"/>
                <a:gd name="T54" fmla="*/ 0 w 1897"/>
                <a:gd name="T55" fmla="*/ 1 h 3450"/>
                <a:gd name="T56" fmla="*/ 0 w 1897"/>
                <a:gd name="T57" fmla="*/ 1 h 3450"/>
                <a:gd name="T58" fmla="*/ 1 w 1897"/>
                <a:gd name="T59" fmla="*/ 0 h 3450"/>
                <a:gd name="T60" fmla="*/ 1 w 1897"/>
                <a:gd name="T61" fmla="*/ 0 h 3450"/>
                <a:gd name="T62" fmla="*/ 1 w 1897"/>
                <a:gd name="T63" fmla="*/ 0 h 3450"/>
                <a:gd name="T64" fmla="*/ 2 w 1897"/>
                <a:gd name="T65" fmla="*/ 0 h 3450"/>
                <a:gd name="T66" fmla="*/ 3 w 1897"/>
                <a:gd name="T67" fmla="*/ 0 h 3450"/>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897"/>
                <a:gd name="T103" fmla="*/ 0 h 3450"/>
                <a:gd name="T104" fmla="*/ 1897 w 1897"/>
                <a:gd name="T105" fmla="*/ 3450 h 3450"/>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897" h="3450">
                  <a:moveTo>
                    <a:pt x="357" y="49"/>
                  </a:moveTo>
                  <a:lnTo>
                    <a:pt x="1542" y="806"/>
                  </a:lnTo>
                  <a:lnTo>
                    <a:pt x="1579" y="832"/>
                  </a:lnTo>
                  <a:lnTo>
                    <a:pt x="1614" y="861"/>
                  </a:lnTo>
                  <a:lnTo>
                    <a:pt x="1648" y="895"/>
                  </a:lnTo>
                  <a:lnTo>
                    <a:pt x="1681" y="933"/>
                  </a:lnTo>
                  <a:lnTo>
                    <a:pt x="1711" y="973"/>
                  </a:lnTo>
                  <a:lnTo>
                    <a:pt x="1740" y="1016"/>
                  </a:lnTo>
                  <a:lnTo>
                    <a:pt x="1768" y="1062"/>
                  </a:lnTo>
                  <a:lnTo>
                    <a:pt x="1793" y="1109"/>
                  </a:lnTo>
                  <a:lnTo>
                    <a:pt x="1816" y="1158"/>
                  </a:lnTo>
                  <a:lnTo>
                    <a:pt x="1836" y="1208"/>
                  </a:lnTo>
                  <a:lnTo>
                    <a:pt x="1854" y="1260"/>
                  </a:lnTo>
                  <a:lnTo>
                    <a:pt x="1869" y="1313"/>
                  </a:lnTo>
                  <a:lnTo>
                    <a:pt x="1881" y="1364"/>
                  </a:lnTo>
                  <a:lnTo>
                    <a:pt x="1890" y="1417"/>
                  </a:lnTo>
                  <a:lnTo>
                    <a:pt x="1895" y="1469"/>
                  </a:lnTo>
                  <a:lnTo>
                    <a:pt x="1897" y="1519"/>
                  </a:lnTo>
                  <a:lnTo>
                    <a:pt x="1897" y="3142"/>
                  </a:lnTo>
                  <a:lnTo>
                    <a:pt x="1895" y="3190"/>
                  </a:lnTo>
                  <a:lnTo>
                    <a:pt x="1890" y="3235"/>
                  </a:lnTo>
                  <a:lnTo>
                    <a:pt x="1881" y="3276"/>
                  </a:lnTo>
                  <a:lnTo>
                    <a:pt x="1869" y="3313"/>
                  </a:lnTo>
                  <a:lnTo>
                    <a:pt x="1854" y="3346"/>
                  </a:lnTo>
                  <a:lnTo>
                    <a:pt x="1836" y="3375"/>
                  </a:lnTo>
                  <a:lnTo>
                    <a:pt x="1816" y="3398"/>
                  </a:lnTo>
                  <a:lnTo>
                    <a:pt x="1793" y="3418"/>
                  </a:lnTo>
                  <a:lnTo>
                    <a:pt x="1768" y="3434"/>
                  </a:lnTo>
                  <a:lnTo>
                    <a:pt x="1740" y="3444"/>
                  </a:lnTo>
                  <a:lnTo>
                    <a:pt x="1711" y="3450"/>
                  </a:lnTo>
                  <a:lnTo>
                    <a:pt x="1681" y="3450"/>
                  </a:lnTo>
                  <a:lnTo>
                    <a:pt x="1648" y="3445"/>
                  </a:lnTo>
                  <a:lnTo>
                    <a:pt x="1614" y="3436"/>
                  </a:lnTo>
                  <a:lnTo>
                    <a:pt x="1579" y="3421"/>
                  </a:lnTo>
                  <a:lnTo>
                    <a:pt x="1542" y="3400"/>
                  </a:lnTo>
                  <a:lnTo>
                    <a:pt x="357" y="2643"/>
                  </a:lnTo>
                  <a:lnTo>
                    <a:pt x="320" y="2618"/>
                  </a:lnTo>
                  <a:lnTo>
                    <a:pt x="285" y="2588"/>
                  </a:lnTo>
                  <a:lnTo>
                    <a:pt x="251" y="2554"/>
                  </a:lnTo>
                  <a:lnTo>
                    <a:pt x="218" y="2517"/>
                  </a:lnTo>
                  <a:lnTo>
                    <a:pt x="187" y="2477"/>
                  </a:lnTo>
                  <a:lnTo>
                    <a:pt x="157" y="2433"/>
                  </a:lnTo>
                  <a:lnTo>
                    <a:pt x="130" y="2388"/>
                  </a:lnTo>
                  <a:lnTo>
                    <a:pt x="105" y="2341"/>
                  </a:lnTo>
                  <a:lnTo>
                    <a:pt x="81" y="2292"/>
                  </a:lnTo>
                  <a:lnTo>
                    <a:pt x="61" y="2241"/>
                  </a:lnTo>
                  <a:lnTo>
                    <a:pt x="44" y="2190"/>
                  </a:lnTo>
                  <a:lnTo>
                    <a:pt x="29" y="2138"/>
                  </a:lnTo>
                  <a:lnTo>
                    <a:pt x="17" y="2085"/>
                  </a:lnTo>
                  <a:lnTo>
                    <a:pt x="7" y="2033"/>
                  </a:lnTo>
                  <a:lnTo>
                    <a:pt x="3" y="1981"/>
                  </a:lnTo>
                  <a:lnTo>
                    <a:pt x="0" y="1931"/>
                  </a:lnTo>
                  <a:lnTo>
                    <a:pt x="0" y="308"/>
                  </a:lnTo>
                  <a:lnTo>
                    <a:pt x="3" y="260"/>
                  </a:lnTo>
                  <a:lnTo>
                    <a:pt x="7" y="215"/>
                  </a:lnTo>
                  <a:lnTo>
                    <a:pt x="17" y="174"/>
                  </a:lnTo>
                  <a:lnTo>
                    <a:pt x="29" y="137"/>
                  </a:lnTo>
                  <a:lnTo>
                    <a:pt x="44" y="104"/>
                  </a:lnTo>
                  <a:lnTo>
                    <a:pt x="61" y="76"/>
                  </a:lnTo>
                  <a:lnTo>
                    <a:pt x="81" y="51"/>
                  </a:lnTo>
                  <a:lnTo>
                    <a:pt x="105" y="31"/>
                  </a:lnTo>
                  <a:lnTo>
                    <a:pt x="130" y="16"/>
                  </a:lnTo>
                  <a:lnTo>
                    <a:pt x="157" y="5"/>
                  </a:lnTo>
                  <a:lnTo>
                    <a:pt x="187" y="0"/>
                  </a:lnTo>
                  <a:lnTo>
                    <a:pt x="218" y="0"/>
                  </a:lnTo>
                  <a:lnTo>
                    <a:pt x="251" y="3"/>
                  </a:lnTo>
                  <a:lnTo>
                    <a:pt x="285" y="14"/>
                  </a:lnTo>
                  <a:lnTo>
                    <a:pt x="320" y="29"/>
                  </a:lnTo>
                  <a:lnTo>
                    <a:pt x="357" y="49"/>
                  </a:lnTo>
                  <a:close/>
                </a:path>
              </a:pathLst>
            </a:custGeom>
            <a:solidFill>
              <a:srgbClr val="BFBFB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3088" name="Freeform 46"/>
            <p:cNvSpPr>
              <a:spLocks/>
            </p:cNvSpPr>
            <p:nvPr/>
          </p:nvSpPr>
          <p:spPr bwMode="auto">
            <a:xfrm>
              <a:off x="1268" y="1663"/>
              <a:ext cx="393" cy="711"/>
            </a:xfrm>
            <a:custGeom>
              <a:avLst/>
              <a:gdLst>
                <a:gd name="T0" fmla="*/ 3 w 1962"/>
                <a:gd name="T1" fmla="*/ 7 h 3555"/>
                <a:gd name="T2" fmla="*/ 2 w 1962"/>
                <a:gd name="T3" fmla="*/ 7 h 3555"/>
                <a:gd name="T4" fmla="*/ 2 w 1962"/>
                <a:gd name="T5" fmla="*/ 8 h 3555"/>
                <a:gd name="T6" fmla="*/ 1 w 1962"/>
                <a:gd name="T7" fmla="*/ 8 h 3555"/>
                <a:gd name="T8" fmla="*/ 1 w 1962"/>
                <a:gd name="T9" fmla="*/ 9 h 3555"/>
                <a:gd name="T10" fmla="*/ 1 w 1962"/>
                <a:gd name="T11" fmla="*/ 10 h 3555"/>
                <a:gd name="T12" fmla="*/ 0 w 1962"/>
                <a:gd name="T13" fmla="*/ 11 h 3555"/>
                <a:gd name="T14" fmla="*/ 0 w 1962"/>
                <a:gd name="T15" fmla="*/ 12 h 3555"/>
                <a:gd name="T16" fmla="*/ 0 w 1962"/>
                <a:gd name="T17" fmla="*/ 13 h 3555"/>
                <a:gd name="T18" fmla="*/ 0 w 1962"/>
                <a:gd name="T19" fmla="*/ 26 h 3555"/>
                <a:gd name="T20" fmla="*/ 0 w 1962"/>
                <a:gd name="T21" fmla="*/ 27 h 3555"/>
                <a:gd name="T22" fmla="*/ 0 w 1962"/>
                <a:gd name="T23" fmla="*/ 28 h 3555"/>
                <a:gd name="T24" fmla="*/ 1 w 1962"/>
                <a:gd name="T25" fmla="*/ 28 h 3555"/>
                <a:gd name="T26" fmla="*/ 1 w 1962"/>
                <a:gd name="T27" fmla="*/ 28 h 3555"/>
                <a:gd name="T28" fmla="*/ 2 w 1962"/>
                <a:gd name="T29" fmla="*/ 28 h 3555"/>
                <a:gd name="T30" fmla="*/ 2 w 1962"/>
                <a:gd name="T31" fmla="*/ 28 h 3555"/>
                <a:gd name="T32" fmla="*/ 3 w 1962"/>
                <a:gd name="T33" fmla="*/ 28 h 3555"/>
                <a:gd name="T34" fmla="*/ 13 w 1962"/>
                <a:gd name="T35" fmla="*/ 22 h 3555"/>
                <a:gd name="T36" fmla="*/ 13 w 1962"/>
                <a:gd name="T37" fmla="*/ 21 h 3555"/>
                <a:gd name="T38" fmla="*/ 14 w 1962"/>
                <a:gd name="T39" fmla="*/ 21 h 3555"/>
                <a:gd name="T40" fmla="*/ 14 w 1962"/>
                <a:gd name="T41" fmla="*/ 20 h 3555"/>
                <a:gd name="T42" fmla="*/ 15 w 1962"/>
                <a:gd name="T43" fmla="*/ 19 h 3555"/>
                <a:gd name="T44" fmla="*/ 15 w 1962"/>
                <a:gd name="T45" fmla="*/ 18 h 3555"/>
                <a:gd name="T46" fmla="*/ 16 w 1962"/>
                <a:gd name="T47" fmla="*/ 18 h 3555"/>
                <a:gd name="T48" fmla="*/ 16 w 1962"/>
                <a:gd name="T49" fmla="*/ 17 h 3555"/>
                <a:gd name="T50" fmla="*/ 16 w 1962"/>
                <a:gd name="T51" fmla="*/ 16 h 3555"/>
                <a:gd name="T52" fmla="*/ 16 w 1962"/>
                <a:gd name="T53" fmla="*/ 2 h 3555"/>
                <a:gd name="T54" fmla="*/ 16 w 1962"/>
                <a:gd name="T55" fmla="*/ 1 h 3555"/>
                <a:gd name="T56" fmla="*/ 15 w 1962"/>
                <a:gd name="T57" fmla="*/ 1 h 3555"/>
                <a:gd name="T58" fmla="*/ 15 w 1962"/>
                <a:gd name="T59" fmla="*/ 0 h 3555"/>
                <a:gd name="T60" fmla="*/ 15 w 1962"/>
                <a:gd name="T61" fmla="*/ 0 h 3555"/>
                <a:gd name="T62" fmla="*/ 14 w 1962"/>
                <a:gd name="T63" fmla="*/ 0 h 3555"/>
                <a:gd name="T64" fmla="*/ 14 w 1962"/>
                <a:gd name="T65" fmla="*/ 0 h 3555"/>
                <a:gd name="T66" fmla="*/ 13 w 1962"/>
                <a:gd name="T67" fmla="*/ 0 h 3555"/>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962"/>
                <a:gd name="T103" fmla="*/ 0 h 3555"/>
                <a:gd name="T104" fmla="*/ 1962 w 1962"/>
                <a:gd name="T105" fmla="*/ 3555 h 3555"/>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962" h="3555">
                  <a:moveTo>
                    <a:pt x="1594" y="50"/>
                  </a:moveTo>
                  <a:lnTo>
                    <a:pt x="368" y="831"/>
                  </a:lnTo>
                  <a:lnTo>
                    <a:pt x="330" y="858"/>
                  </a:lnTo>
                  <a:lnTo>
                    <a:pt x="294" y="888"/>
                  </a:lnTo>
                  <a:lnTo>
                    <a:pt x="259" y="922"/>
                  </a:lnTo>
                  <a:lnTo>
                    <a:pt x="225" y="961"/>
                  </a:lnTo>
                  <a:lnTo>
                    <a:pt x="193" y="1003"/>
                  </a:lnTo>
                  <a:lnTo>
                    <a:pt x="163" y="1047"/>
                  </a:lnTo>
                  <a:lnTo>
                    <a:pt x="133" y="1094"/>
                  </a:lnTo>
                  <a:lnTo>
                    <a:pt x="108" y="1143"/>
                  </a:lnTo>
                  <a:lnTo>
                    <a:pt x="84" y="1193"/>
                  </a:lnTo>
                  <a:lnTo>
                    <a:pt x="63" y="1246"/>
                  </a:lnTo>
                  <a:lnTo>
                    <a:pt x="44" y="1299"/>
                  </a:lnTo>
                  <a:lnTo>
                    <a:pt x="29" y="1353"/>
                  </a:lnTo>
                  <a:lnTo>
                    <a:pt x="16" y="1405"/>
                  </a:lnTo>
                  <a:lnTo>
                    <a:pt x="7" y="1459"/>
                  </a:lnTo>
                  <a:lnTo>
                    <a:pt x="2" y="1512"/>
                  </a:lnTo>
                  <a:lnTo>
                    <a:pt x="0" y="1565"/>
                  </a:lnTo>
                  <a:lnTo>
                    <a:pt x="0" y="3237"/>
                  </a:lnTo>
                  <a:lnTo>
                    <a:pt x="2" y="3287"/>
                  </a:lnTo>
                  <a:lnTo>
                    <a:pt x="7" y="3333"/>
                  </a:lnTo>
                  <a:lnTo>
                    <a:pt x="16" y="3375"/>
                  </a:lnTo>
                  <a:lnTo>
                    <a:pt x="29" y="3413"/>
                  </a:lnTo>
                  <a:lnTo>
                    <a:pt x="44" y="3447"/>
                  </a:lnTo>
                  <a:lnTo>
                    <a:pt x="63" y="3477"/>
                  </a:lnTo>
                  <a:lnTo>
                    <a:pt x="84" y="3502"/>
                  </a:lnTo>
                  <a:lnTo>
                    <a:pt x="108" y="3522"/>
                  </a:lnTo>
                  <a:lnTo>
                    <a:pt x="133" y="3538"/>
                  </a:lnTo>
                  <a:lnTo>
                    <a:pt x="163" y="3549"/>
                  </a:lnTo>
                  <a:lnTo>
                    <a:pt x="193" y="3555"/>
                  </a:lnTo>
                  <a:lnTo>
                    <a:pt x="225" y="3555"/>
                  </a:lnTo>
                  <a:lnTo>
                    <a:pt x="259" y="3550"/>
                  </a:lnTo>
                  <a:lnTo>
                    <a:pt x="294" y="3541"/>
                  </a:lnTo>
                  <a:lnTo>
                    <a:pt x="330" y="3524"/>
                  </a:lnTo>
                  <a:lnTo>
                    <a:pt x="368" y="3503"/>
                  </a:lnTo>
                  <a:lnTo>
                    <a:pt x="1594" y="2722"/>
                  </a:lnTo>
                  <a:lnTo>
                    <a:pt x="1632" y="2696"/>
                  </a:lnTo>
                  <a:lnTo>
                    <a:pt x="1668" y="2665"/>
                  </a:lnTo>
                  <a:lnTo>
                    <a:pt x="1703" y="2631"/>
                  </a:lnTo>
                  <a:lnTo>
                    <a:pt x="1737" y="2592"/>
                  </a:lnTo>
                  <a:lnTo>
                    <a:pt x="1769" y="2551"/>
                  </a:lnTo>
                  <a:lnTo>
                    <a:pt x="1799" y="2506"/>
                  </a:lnTo>
                  <a:lnTo>
                    <a:pt x="1829" y="2460"/>
                  </a:lnTo>
                  <a:lnTo>
                    <a:pt x="1854" y="2411"/>
                  </a:lnTo>
                  <a:lnTo>
                    <a:pt x="1878" y="2361"/>
                  </a:lnTo>
                  <a:lnTo>
                    <a:pt x="1899" y="2308"/>
                  </a:lnTo>
                  <a:lnTo>
                    <a:pt x="1918" y="2256"/>
                  </a:lnTo>
                  <a:lnTo>
                    <a:pt x="1933" y="2202"/>
                  </a:lnTo>
                  <a:lnTo>
                    <a:pt x="1946" y="2149"/>
                  </a:lnTo>
                  <a:lnTo>
                    <a:pt x="1955" y="2095"/>
                  </a:lnTo>
                  <a:lnTo>
                    <a:pt x="1960" y="2042"/>
                  </a:lnTo>
                  <a:lnTo>
                    <a:pt x="1962" y="1989"/>
                  </a:lnTo>
                  <a:lnTo>
                    <a:pt x="1962" y="319"/>
                  </a:lnTo>
                  <a:lnTo>
                    <a:pt x="1960" y="269"/>
                  </a:lnTo>
                  <a:lnTo>
                    <a:pt x="1955" y="223"/>
                  </a:lnTo>
                  <a:lnTo>
                    <a:pt x="1946" y="180"/>
                  </a:lnTo>
                  <a:lnTo>
                    <a:pt x="1933" y="143"/>
                  </a:lnTo>
                  <a:lnTo>
                    <a:pt x="1918" y="109"/>
                  </a:lnTo>
                  <a:lnTo>
                    <a:pt x="1899" y="79"/>
                  </a:lnTo>
                  <a:lnTo>
                    <a:pt x="1878" y="54"/>
                  </a:lnTo>
                  <a:lnTo>
                    <a:pt x="1854" y="33"/>
                  </a:lnTo>
                  <a:lnTo>
                    <a:pt x="1829" y="17"/>
                  </a:lnTo>
                  <a:lnTo>
                    <a:pt x="1799" y="7"/>
                  </a:lnTo>
                  <a:lnTo>
                    <a:pt x="1769" y="0"/>
                  </a:lnTo>
                  <a:lnTo>
                    <a:pt x="1737" y="0"/>
                  </a:lnTo>
                  <a:lnTo>
                    <a:pt x="1703" y="4"/>
                  </a:lnTo>
                  <a:lnTo>
                    <a:pt x="1668" y="14"/>
                  </a:lnTo>
                  <a:lnTo>
                    <a:pt x="1632" y="29"/>
                  </a:lnTo>
                  <a:lnTo>
                    <a:pt x="1594" y="50"/>
                  </a:lnTo>
                  <a:close/>
                </a:path>
              </a:pathLst>
            </a:custGeom>
            <a:solidFill>
              <a:srgbClr val="E5E5E5"/>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3089" name="Freeform 47"/>
            <p:cNvSpPr>
              <a:spLocks noEditPoints="1"/>
            </p:cNvSpPr>
            <p:nvPr/>
          </p:nvSpPr>
          <p:spPr bwMode="auto">
            <a:xfrm>
              <a:off x="916" y="1589"/>
              <a:ext cx="697" cy="698"/>
            </a:xfrm>
            <a:custGeom>
              <a:avLst/>
              <a:gdLst>
                <a:gd name="T0" fmla="*/ 16 w 3485"/>
                <a:gd name="T1" fmla="*/ 0 h 3490"/>
                <a:gd name="T2" fmla="*/ 17 w 3485"/>
                <a:gd name="T3" fmla="*/ 2 h 3490"/>
                <a:gd name="T4" fmla="*/ 17 w 3485"/>
                <a:gd name="T5" fmla="*/ 3 h 3490"/>
                <a:gd name="T6" fmla="*/ 14 w 3485"/>
                <a:gd name="T7" fmla="*/ 4 h 3490"/>
                <a:gd name="T8" fmla="*/ 12 w 3485"/>
                <a:gd name="T9" fmla="*/ 4 h 3490"/>
                <a:gd name="T10" fmla="*/ 11 w 3485"/>
                <a:gd name="T11" fmla="*/ 2 h 3490"/>
                <a:gd name="T12" fmla="*/ 11 w 3485"/>
                <a:gd name="T13" fmla="*/ 1 h 3490"/>
                <a:gd name="T14" fmla="*/ 14 w 3485"/>
                <a:gd name="T15" fmla="*/ 0 h 3490"/>
                <a:gd name="T16" fmla="*/ 3 w 3485"/>
                <a:gd name="T17" fmla="*/ 7 h 3490"/>
                <a:gd name="T18" fmla="*/ 4 w 3485"/>
                <a:gd name="T19" fmla="*/ 9 h 3490"/>
                <a:gd name="T20" fmla="*/ 3 w 3485"/>
                <a:gd name="T21" fmla="*/ 12 h 3490"/>
                <a:gd name="T22" fmla="*/ 2 w 3485"/>
                <a:gd name="T23" fmla="*/ 13 h 3490"/>
                <a:gd name="T24" fmla="*/ 1 w 3485"/>
                <a:gd name="T25" fmla="*/ 12 h 3490"/>
                <a:gd name="T26" fmla="*/ 0 w 3485"/>
                <a:gd name="T27" fmla="*/ 10 h 3490"/>
                <a:gd name="T28" fmla="*/ 0 w 3485"/>
                <a:gd name="T29" fmla="*/ 8 h 3490"/>
                <a:gd name="T30" fmla="*/ 2 w 3485"/>
                <a:gd name="T31" fmla="*/ 6 h 3490"/>
                <a:gd name="T32" fmla="*/ 10 w 3485"/>
                <a:gd name="T33" fmla="*/ 20 h 3490"/>
                <a:gd name="T34" fmla="*/ 11 w 3485"/>
                <a:gd name="T35" fmla="*/ 22 h 3490"/>
                <a:gd name="T36" fmla="*/ 11 w 3485"/>
                <a:gd name="T37" fmla="*/ 25 h 3490"/>
                <a:gd name="T38" fmla="*/ 10 w 3485"/>
                <a:gd name="T39" fmla="*/ 27 h 3490"/>
                <a:gd name="T40" fmla="*/ 8 w 3485"/>
                <a:gd name="T41" fmla="*/ 26 h 3490"/>
                <a:gd name="T42" fmla="*/ 7 w 3485"/>
                <a:gd name="T43" fmla="*/ 24 h 3490"/>
                <a:gd name="T44" fmla="*/ 7 w 3485"/>
                <a:gd name="T45" fmla="*/ 22 h 3490"/>
                <a:gd name="T46" fmla="*/ 8 w 3485"/>
                <a:gd name="T47" fmla="*/ 20 h 3490"/>
                <a:gd name="T48" fmla="*/ 20 w 3485"/>
                <a:gd name="T49" fmla="*/ 21 h 3490"/>
                <a:gd name="T50" fmla="*/ 21 w 3485"/>
                <a:gd name="T51" fmla="*/ 23 h 3490"/>
                <a:gd name="T52" fmla="*/ 21 w 3485"/>
                <a:gd name="T53" fmla="*/ 26 h 3490"/>
                <a:gd name="T54" fmla="*/ 20 w 3485"/>
                <a:gd name="T55" fmla="*/ 28 h 3490"/>
                <a:gd name="T56" fmla="*/ 18 w 3485"/>
                <a:gd name="T57" fmla="*/ 28 h 3490"/>
                <a:gd name="T58" fmla="*/ 17 w 3485"/>
                <a:gd name="T59" fmla="*/ 26 h 3490"/>
                <a:gd name="T60" fmla="*/ 17 w 3485"/>
                <a:gd name="T61" fmla="*/ 23 h 3490"/>
                <a:gd name="T62" fmla="*/ 18 w 3485"/>
                <a:gd name="T63" fmla="*/ 21 h 3490"/>
                <a:gd name="T64" fmla="*/ 19 w 3485"/>
                <a:gd name="T65" fmla="*/ 11 h 3490"/>
                <a:gd name="T66" fmla="*/ 20 w 3485"/>
                <a:gd name="T67" fmla="*/ 13 h 3490"/>
                <a:gd name="T68" fmla="*/ 21 w 3485"/>
                <a:gd name="T69" fmla="*/ 15 h 3490"/>
                <a:gd name="T70" fmla="*/ 20 w 3485"/>
                <a:gd name="T71" fmla="*/ 17 h 3490"/>
                <a:gd name="T72" fmla="*/ 18 w 3485"/>
                <a:gd name="T73" fmla="*/ 17 h 3490"/>
                <a:gd name="T74" fmla="*/ 17 w 3485"/>
                <a:gd name="T75" fmla="*/ 16 h 3490"/>
                <a:gd name="T76" fmla="*/ 17 w 3485"/>
                <a:gd name="T77" fmla="*/ 13 h 3490"/>
                <a:gd name="T78" fmla="*/ 18 w 3485"/>
                <a:gd name="T79" fmla="*/ 11 h 3490"/>
                <a:gd name="T80" fmla="*/ 26 w 3485"/>
                <a:gd name="T81" fmla="*/ 7 h 3490"/>
                <a:gd name="T82" fmla="*/ 27 w 3485"/>
                <a:gd name="T83" fmla="*/ 8 h 3490"/>
                <a:gd name="T84" fmla="*/ 27 w 3485"/>
                <a:gd name="T85" fmla="*/ 11 h 3490"/>
                <a:gd name="T86" fmla="*/ 26 w 3485"/>
                <a:gd name="T87" fmla="*/ 13 h 3490"/>
                <a:gd name="T88" fmla="*/ 25 w 3485"/>
                <a:gd name="T89" fmla="*/ 13 h 3490"/>
                <a:gd name="T90" fmla="*/ 24 w 3485"/>
                <a:gd name="T91" fmla="*/ 12 h 3490"/>
                <a:gd name="T92" fmla="*/ 24 w 3485"/>
                <a:gd name="T93" fmla="*/ 9 h 3490"/>
                <a:gd name="T94" fmla="*/ 24 w 3485"/>
                <a:gd name="T95" fmla="*/ 7 h 3490"/>
                <a:gd name="T96" fmla="*/ 26 w 3485"/>
                <a:gd name="T97" fmla="*/ 17 h 3490"/>
                <a:gd name="T98" fmla="*/ 27 w 3485"/>
                <a:gd name="T99" fmla="*/ 18 h 3490"/>
                <a:gd name="T100" fmla="*/ 28 w 3485"/>
                <a:gd name="T101" fmla="*/ 21 h 3490"/>
                <a:gd name="T102" fmla="*/ 27 w 3485"/>
                <a:gd name="T103" fmla="*/ 23 h 3490"/>
                <a:gd name="T104" fmla="*/ 26 w 3485"/>
                <a:gd name="T105" fmla="*/ 24 h 3490"/>
                <a:gd name="T106" fmla="*/ 24 w 3485"/>
                <a:gd name="T107" fmla="*/ 23 h 3490"/>
                <a:gd name="T108" fmla="*/ 24 w 3485"/>
                <a:gd name="T109" fmla="*/ 20 h 3490"/>
                <a:gd name="T110" fmla="*/ 25 w 3485"/>
                <a:gd name="T111" fmla="*/ 18 h 3490"/>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w 3485"/>
                <a:gd name="T169" fmla="*/ 0 h 3490"/>
                <a:gd name="T170" fmla="*/ 3485 w 3485"/>
                <a:gd name="T171" fmla="*/ 3490 h 3490"/>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T168" t="T169" r="T170" b="T171"/>
              <a:pathLst>
                <a:path w="3485" h="3490">
                  <a:moveTo>
                    <a:pt x="1754" y="0"/>
                  </a:moveTo>
                  <a:lnTo>
                    <a:pt x="1797" y="2"/>
                  </a:lnTo>
                  <a:lnTo>
                    <a:pt x="1840" y="5"/>
                  </a:lnTo>
                  <a:lnTo>
                    <a:pt x="1881" y="12"/>
                  </a:lnTo>
                  <a:lnTo>
                    <a:pt x="1921" y="20"/>
                  </a:lnTo>
                  <a:lnTo>
                    <a:pt x="1959" y="31"/>
                  </a:lnTo>
                  <a:lnTo>
                    <a:pt x="1994" y="44"/>
                  </a:lnTo>
                  <a:lnTo>
                    <a:pt x="2028" y="59"/>
                  </a:lnTo>
                  <a:lnTo>
                    <a:pt x="2058" y="74"/>
                  </a:lnTo>
                  <a:lnTo>
                    <a:pt x="2086" y="93"/>
                  </a:lnTo>
                  <a:lnTo>
                    <a:pt x="2111" y="113"/>
                  </a:lnTo>
                  <a:lnTo>
                    <a:pt x="2132" y="133"/>
                  </a:lnTo>
                  <a:lnTo>
                    <a:pt x="2151" y="155"/>
                  </a:lnTo>
                  <a:lnTo>
                    <a:pt x="2165" y="179"/>
                  </a:lnTo>
                  <a:lnTo>
                    <a:pt x="2175" y="203"/>
                  </a:lnTo>
                  <a:lnTo>
                    <a:pt x="2182" y="229"/>
                  </a:lnTo>
                  <a:lnTo>
                    <a:pt x="2185" y="255"/>
                  </a:lnTo>
                  <a:lnTo>
                    <a:pt x="2182" y="281"/>
                  </a:lnTo>
                  <a:lnTo>
                    <a:pt x="2175" y="305"/>
                  </a:lnTo>
                  <a:lnTo>
                    <a:pt x="2165" y="330"/>
                  </a:lnTo>
                  <a:lnTo>
                    <a:pt x="2151" y="353"/>
                  </a:lnTo>
                  <a:lnTo>
                    <a:pt x="2132" y="376"/>
                  </a:lnTo>
                  <a:lnTo>
                    <a:pt x="2111" y="397"/>
                  </a:lnTo>
                  <a:lnTo>
                    <a:pt x="2086" y="417"/>
                  </a:lnTo>
                  <a:lnTo>
                    <a:pt x="2058" y="434"/>
                  </a:lnTo>
                  <a:lnTo>
                    <a:pt x="2028" y="451"/>
                  </a:lnTo>
                  <a:lnTo>
                    <a:pt x="1994" y="466"/>
                  </a:lnTo>
                  <a:lnTo>
                    <a:pt x="1959" y="479"/>
                  </a:lnTo>
                  <a:lnTo>
                    <a:pt x="1921" y="489"/>
                  </a:lnTo>
                  <a:lnTo>
                    <a:pt x="1881" y="498"/>
                  </a:lnTo>
                  <a:lnTo>
                    <a:pt x="1840" y="505"/>
                  </a:lnTo>
                  <a:lnTo>
                    <a:pt x="1797" y="508"/>
                  </a:lnTo>
                  <a:lnTo>
                    <a:pt x="1754" y="509"/>
                  </a:lnTo>
                  <a:lnTo>
                    <a:pt x="1710" y="508"/>
                  </a:lnTo>
                  <a:lnTo>
                    <a:pt x="1667" y="505"/>
                  </a:lnTo>
                  <a:lnTo>
                    <a:pt x="1626" y="498"/>
                  </a:lnTo>
                  <a:lnTo>
                    <a:pt x="1586" y="489"/>
                  </a:lnTo>
                  <a:lnTo>
                    <a:pt x="1548" y="479"/>
                  </a:lnTo>
                  <a:lnTo>
                    <a:pt x="1512" y="466"/>
                  </a:lnTo>
                  <a:lnTo>
                    <a:pt x="1479" y="451"/>
                  </a:lnTo>
                  <a:lnTo>
                    <a:pt x="1449" y="434"/>
                  </a:lnTo>
                  <a:lnTo>
                    <a:pt x="1421" y="417"/>
                  </a:lnTo>
                  <a:lnTo>
                    <a:pt x="1395" y="397"/>
                  </a:lnTo>
                  <a:lnTo>
                    <a:pt x="1374" y="376"/>
                  </a:lnTo>
                  <a:lnTo>
                    <a:pt x="1355" y="353"/>
                  </a:lnTo>
                  <a:lnTo>
                    <a:pt x="1341" y="330"/>
                  </a:lnTo>
                  <a:lnTo>
                    <a:pt x="1331" y="305"/>
                  </a:lnTo>
                  <a:lnTo>
                    <a:pt x="1324" y="281"/>
                  </a:lnTo>
                  <a:lnTo>
                    <a:pt x="1321" y="255"/>
                  </a:lnTo>
                  <a:lnTo>
                    <a:pt x="1324" y="229"/>
                  </a:lnTo>
                  <a:lnTo>
                    <a:pt x="1331" y="203"/>
                  </a:lnTo>
                  <a:lnTo>
                    <a:pt x="1341" y="179"/>
                  </a:lnTo>
                  <a:lnTo>
                    <a:pt x="1355" y="155"/>
                  </a:lnTo>
                  <a:lnTo>
                    <a:pt x="1374" y="133"/>
                  </a:lnTo>
                  <a:lnTo>
                    <a:pt x="1395" y="113"/>
                  </a:lnTo>
                  <a:lnTo>
                    <a:pt x="1421" y="93"/>
                  </a:lnTo>
                  <a:lnTo>
                    <a:pt x="1449" y="74"/>
                  </a:lnTo>
                  <a:lnTo>
                    <a:pt x="1479" y="59"/>
                  </a:lnTo>
                  <a:lnTo>
                    <a:pt x="1512" y="44"/>
                  </a:lnTo>
                  <a:lnTo>
                    <a:pt x="1548" y="31"/>
                  </a:lnTo>
                  <a:lnTo>
                    <a:pt x="1586" y="20"/>
                  </a:lnTo>
                  <a:lnTo>
                    <a:pt x="1626" y="12"/>
                  </a:lnTo>
                  <a:lnTo>
                    <a:pt x="1667" y="5"/>
                  </a:lnTo>
                  <a:lnTo>
                    <a:pt x="1710" y="2"/>
                  </a:lnTo>
                  <a:lnTo>
                    <a:pt x="1754" y="0"/>
                  </a:lnTo>
                  <a:close/>
                  <a:moveTo>
                    <a:pt x="239" y="786"/>
                  </a:moveTo>
                  <a:lnTo>
                    <a:pt x="263" y="788"/>
                  </a:lnTo>
                  <a:lnTo>
                    <a:pt x="287" y="794"/>
                  </a:lnTo>
                  <a:lnTo>
                    <a:pt x="309" y="805"/>
                  </a:lnTo>
                  <a:lnTo>
                    <a:pt x="331" y="819"/>
                  </a:lnTo>
                  <a:lnTo>
                    <a:pt x="352" y="836"/>
                  </a:lnTo>
                  <a:lnTo>
                    <a:pt x="372" y="857"/>
                  </a:lnTo>
                  <a:lnTo>
                    <a:pt x="390" y="882"/>
                  </a:lnTo>
                  <a:lnTo>
                    <a:pt x="407" y="909"/>
                  </a:lnTo>
                  <a:lnTo>
                    <a:pt x="423" y="940"/>
                  </a:lnTo>
                  <a:lnTo>
                    <a:pt x="437" y="971"/>
                  </a:lnTo>
                  <a:lnTo>
                    <a:pt x="448" y="1006"/>
                  </a:lnTo>
                  <a:lnTo>
                    <a:pt x="459" y="1043"/>
                  </a:lnTo>
                  <a:lnTo>
                    <a:pt x="467" y="1081"/>
                  </a:lnTo>
                  <a:lnTo>
                    <a:pt x="473" y="1121"/>
                  </a:lnTo>
                  <a:lnTo>
                    <a:pt x="476" y="1163"/>
                  </a:lnTo>
                  <a:lnTo>
                    <a:pt x="478" y="1206"/>
                  </a:lnTo>
                  <a:lnTo>
                    <a:pt x="476" y="1248"/>
                  </a:lnTo>
                  <a:lnTo>
                    <a:pt x="473" y="1290"/>
                  </a:lnTo>
                  <a:lnTo>
                    <a:pt x="467" y="1330"/>
                  </a:lnTo>
                  <a:lnTo>
                    <a:pt x="459" y="1367"/>
                  </a:lnTo>
                  <a:lnTo>
                    <a:pt x="448" y="1405"/>
                  </a:lnTo>
                  <a:lnTo>
                    <a:pt x="437" y="1439"/>
                  </a:lnTo>
                  <a:lnTo>
                    <a:pt x="423" y="1472"/>
                  </a:lnTo>
                  <a:lnTo>
                    <a:pt x="407" y="1501"/>
                  </a:lnTo>
                  <a:lnTo>
                    <a:pt x="390" y="1528"/>
                  </a:lnTo>
                  <a:lnTo>
                    <a:pt x="372" y="1553"/>
                  </a:lnTo>
                  <a:lnTo>
                    <a:pt x="352" y="1574"/>
                  </a:lnTo>
                  <a:lnTo>
                    <a:pt x="331" y="1591"/>
                  </a:lnTo>
                  <a:lnTo>
                    <a:pt x="309" y="1605"/>
                  </a:lnTo>
                  <a:lnTo>
                    <a:pt x="287" y="1616"/>
                  </a:lnTo>
                  <a:lnTo>
                    <a:pt x="263" y="1622"/>
                  </a:lnTo>
                  <a:lnTo>
                    <a:pt x="239" y="1624"/>
                  </a:lnTo>
                  <a:lnTo>
                    <a:pt x="214" y="1622"/>
                  </a:lnTo>
                  <a:lnTo>
                    <a:pt x="191" y="1616"/>
                  </a:lnTo>
                  <a:lnTo>
                    <a:pt x="168" y="1605"/>
                  </a:lnTo>
                  <a:lnTo>
                    <a:pt x="146" y="1591"/>
                  </a:lnTo>
                  <a:lnTo>
                    <a:pt x="125" y="1574"/>
                  </a:lnTo>
                  <a:lnTo>
                    <a:pt x="105" y="1553"/>
                  </a:lnTo>
                  <a:lnTo>
                    <a:pt x="87" y="1528"/>
                  </a:lnTo>
                  <a:lnTo>
                    <a:pt x="70" y="1501"/>
                  </a:lnTo>
                  <a:lnTo>
                    <a:pt x="55" y="1472"/>
                  </a:lnTo>
                  <a:lnTo>
                    <a:pt x="41" y="1439"/>
                  </a:lnTo>
                  <a:lnTo>
                    <a:pt x="29" y="1405"/>
                  </a:lnTo>
                  <a:lnTo>
                    <a:pt x="18" y="1367"/>
                  </a:lnTo>
                  <a:lnTo>
                    <a:pt x="10" y="1330"/>
                  </a:lnTo>
                  <a:lnTo>
                    <a:pt x="4" y="1290"/>
                  </a:lnTo>
                  <a:lnTo>
                    <a:pt x="1" y="1248"/>
                  </a:lnTo>
                  <a:lnTo>
                    <a:pt x="0" y="1206"/>
                  </a:lnTo>
                  <a:lnTo>
                    <a:pt x="1" y="1163"/>
                  </a:lnTo>
                  <a:lnTo>
                    <a:pt x="4" y="1121"/>
                  </a:lnTo>
                  <a:lnTo>
                    <a:pt x="10" y="1081"/>
                  </a:lnTo>
                  <a:lnTo>
                    <a:pt x="18" y="1043"/>
                  </a:lnTo>
                  <a:lnTo>
                    <a:pt x="29" y="1006"/>
                  </a:lnTo>
                  <a:lnTo>
                    <a:pt x="41" y="971"/>
                  </a:lnTo>
                  <a:lnTo>
                    <a:pt x="55" y="940"/>
                  </a:lnTo>
                  <a:lnTo>
                    <a:pt x="70" y="909"/>
                  </a:lnTo>
                  <a:lnTo>
                    <a:pt x="87" y="882"/>
                  </a:lnTo>
                  <a:lnTo>
                    <a:pt x="105" y="857"/>
                  </a:lnTo>
                  <a:lnTo>
                    <a:pt x="125" y="836"/>
                  </a:lnTo>
                  <a:lnTo>
                    <a:pt x="146" y="819"/>
                  </a:lnTo>
                  <a:lnTo>
                    <a:pt x="168" y="805"/>
                  </a:lnTo>
                  <a:lnTo>
                    <a:pt x="191" y="794"/>
                  </a:lnTo>
                  <a:lnTo>
                    <a:pt x="214" y="788"/>
                  </a:lnTo>
                  <a:lnTo>
                    <a:pt x="239" y="786"/>
                  </a:lnTo>
                  <a:close/>
                  <a:moveTo>
                    <a:pt x="1119" y="2495"/>
                  </a:moveTo>
                  <a:lnTo>
                    <a:pt x="1143" y="2498"/>
                  </a:lnTo>
                  <a:lnTo>
                    <a:pt x="1167" y="2504"/>
                  </a:lnTo>
                  <a:lnTo>
                    <a:pt x="1190" y="2514"/>
                  </a:lnTo>
                  <a:lnTo>
                    <a:pt x="1211" y="2528"/>
                  </a:lnTo>
                  <a:lnTo>
                    <a:pt x="1232" y="2546"/>
                  </a:lnTo>
                  <a:lnTo>
                    <a:pt x="1252" y="2567"/>
                  </a:lnTo>
                  <a:lnTo>
                    <a:pt x="1271" y="2592"/>
                  </a:lnTo>
                  <a:lnTo>
                    <a:pt x="1288" y="2618"/>
                  </a:lnTo>
                  <a:lnTo>
                    <a:pt x="1304" y="2648"/>
                  </a:lnTo>
                  <a:lnTo>
                    <a:pt x="1318" y="2681"/>
                  </a:lnTo>
                  <a:lnTo>
                    <a:pt x="1329" y="2715"/>
                  </a:lnTo>
                  <a:lnTo>
                    <a:pt x="1340" y="2752"/>
                  </a:lnTo>
                  <a:lnTo>
                    <a:pt x="1348" y="2790"/>
                  </a:lnTo>
                  <a:lnTo>
                    <a:pt x="1354" y="2830"/>
                  </a:lnTo>
                  <a:lnTo>
                    <a:pt x="1358" y="2872"/>
                  </a:lnTo>
                  <a:lnTo>
                    <a:pt x="1359" y="2914"/>
                  </a:lnTo>
                  <a:lnTo>
                    <a:pt x="1358" y="2956"/>
                  </a:lnTo>
                  <a:lnTo>
                    <a:pt x="1354" y="2998"/>
                  </a:lnTo>
                  <a:lnTo>
                    <a:pt x="1348" y="3038"/>
                  </a:lnTo>
                  <a:lnTo>
                    <a:pt x="1340" y="3077"/>
                  </a:lnTo>
                  <a:lnTo>
                    <a:pt x="1329" y="3113"/>
                  </a:lnTo>
                  <a:lnTo>
                    <a:pt x="1318" y="3147"/>
                  </a:lnTo>
                  <a:lnTo>
                    <a:pt x="1304" y="3180"/>
                  </a:lnTo>
                  <a:lnTo>
                    <a:pt x="1288" y="3209"/>
                  </a:lnTo>
                  <a:lnTo>
                    <a:pt x="1271" y="3238"/>
                  </a:lnTo>
                  <a:lnTo>
                    <a:pt x="1252" y="3261"/>
                  </a:lnTo>
                  <a:lnTo>
                    <a:pt x="1232" y="3282"/>
                  </a:lnTo>
                  <a:lnTo>
                    <a:pt x="1211" y="3301"/>
                  </a:lnTo>
                  <a:lnTo>
                    <a:pt x="1190" y="3315"/>
                  </a:lnTo>
                  <a:lnTo>
                    <a:pt x="1167" y="3325"/>
                  </a:lnTo>
                  <a:lnTo>
                    <a:pt x="1143" y="3331"/>
                  </a:lnTo>
                  <a:lnTo>
                    <a:pt x="1119" y="3334"/>
                  </a:lnTo>
                  <a:lnTo>
                    <a:pt x="1094" y="3331"/>
                  </a:lnTo>
                  <a:lnTo>
                    <a:pt x="1070" y="3325"/>
                  </a:lnTo>
                  <a:lnTo>
                    <a:pt x="1048" y="3315"/>
                  </a:lnTo>
                  <a:lnTo>
                    <a:pt x="1026" y="3301"/>
                  </a:lnTo>
                  <a:lnTo>
                    <a:pt x="1005" y="3282"/>
                  </a:lnTo>
                  <a:lnTo>
                    <a:pt x="985" y="3261"/>
                  </a:lnTo>
                  <a:lnTo>
                    <a:pt x="967" y="3238"/>
                  </a:lnTo>
                  <a:lnTo>
                    <a:pt x="950" y="3209"/>
                  </a:lnTo>
                  <a:lnTo>
                    <a:pt x="935" y="3180"/>
                  </a:lnTo>
                  <a:lnTo>
                    <a:pt x="921" y="3147"/>
                  </a:lnTo>
                  <a:lnTo>
                    <a:pt x="909" y="3113"/>
                  </a:lnTo>
                  <a:lnTo>
                    <a:pt x="898" y="3077"/>
                  </a:lnTo>
                  <a:lnTo>
                    <a:pt x="890" y="3038"/>
                  </a:lnTo>
                  <a:lnTo>
                    <a:pt x="884" y="2998"/>
                  </a:lnTo>
                  <a:lnTo>
                    <a:pt x="881" y="2956"/>
                  </a:lnTo>
                  <a:lnTo>
                    <a:pt x="880" y="2914"/>
                  </a:lnTo>
                  <a:lnTo>
                    <a:pt x="881" y="2872"/>
                  </a:lnTo>
                  <a:lnTo>
                    <a:pt x="884" y="2830"/>
                  </a:lnTo>
                  <a:lnTo>
                    <a:pt x="890" y="2790"/>
                  </a:lnTo>
                  <a:lnTo>
                    <a:pt x="898" y="2752"/>
                  </a:lnTo>
                  <a:lnTo>
                    <a:pt x="909" y="2715"/>
                  </a:lnTo>
                  <a:lnTo>
                    <a:pt x="921" y="2681"/>
                  </a:lnTo>
                  <a:lnTo>
                    <a:pt x="935" y="2648"/>
                  </a:lnTo>
                  <a:lnTo>
                    <a:pt x="950" y="2618"/>
                  </a:lnTo>
                  <a:lnTo>
                    <a:pt x="967" y="2592"/>
                  </a:lnTo>
                  <a:lnTo>
                    <a:pt x="985" y="2567"/>
                  </a:lnTo>
                  <a:lnTo>
                    <a:pt x="1005" y="2546"/>
                  </a:lnTo>
                  <a:lnTo>
                    <a:pt x="1026" y="2528"/>
                  </a:lnTo>
                  <a:lnTo>
                    <a:pt x="1048" y="2514"/>
                  </a:lnTo>
                  <a:lnTo>
                    <a:pt x="1070" y="2504"/>
                  </a:lnTo>
                  <a:lnTo>
                    <a:pt x="1094" y="2498"/>
                  </a:lnTo>
                  <a:lnTo>
                    <a:pt x="1119" y="2495"/>
                  </a:lnTo>
                  <a:close/>
                  <a:moveTo>
                    <a:pt x="2380" y="2651"/>
                  </a:moveTo>
                  <a:lnTo>
                    <a:pt x="2405" y="2654"/>
                  </a:lnTo>
                  <a:lnTo>
                    <a:pt x="2428" y="2660"/>
                  </a:lnTo>
                  <a:lnTo>
                    <a:pt x="2452" y="2670"/>
                  </a:lnTo>
                  <a:lnTo>
                    <a:pt x="2473" y="2684"/>
                  </a:lnTo>
                  <a:lnTo>
                    <a:pt x="2494" y="2703"/>
                  </a:lnTo>
                  <a:lnTo>
                    <a:pt x="2514" y="2724"/>
                  </a:lnTo>
                  <a:lnTo>
                    <a:pt x="2533" y="2747"/>
                  </a:lnTo>
                  <a:lnTo>
                    <a:pt x="2550" y="2774"/>
                  </a:lnTo>
                  <a:lnTo>
                    <a:pt x="2565" y="2805"/>
                  </a:lnTo>
                  <a:lnTo>
                    <a:pt x="2580" y="2838"/>
                  </a:lnTo>
                  <a:lnTo>
                    <a:pt x="2591" y="2872"/>
                  </a:lnTo>
                  <a:lnTo>
                    <a:pt x="2602" y="2908"/>
                  </a:lnTo>
                  <a:lnTo>
                    <a:pt x="2610" y="2947"/>
                  </a:lnTo>
                  <a:lnTo>
                    <a:pt x="2616" y="2987"/>
                  </a:lnTo>
                  <a:lnTo>
                    <a:pt x="2619" y="3029"/>
                  </a:lnTo>
                  <a:lnTo>
                    <a:pt x="2621" y="3071"/>
                  </a:lnTo>
                  <a:lnTo>
                    <a:pt x="2619" y="3113"/>
                  </a:lnTo>
                  <a:lnTo>
                    <a:pt x="2616" y="3155"/>
                  </a:lnTo>
                  <a:lnTo>
                    <a:pt x="2610" y="3195"/>
                  </a:lnTo>
                  <a:lnTo>
                    <a:pt x="2602" y="3233"/>
                  </a:lnTo>
                  <a:lnTo>
                    <a:pt x="2591" y="3270"/>
                  </a:lnTo>
                  <a:lnTo>
                    <a:pt x="2580" y="3304"/>
                  </a:lnTo>
                  <a:lnTo>
                    <a:pt x="2565" y="3337"/>
                  </a:lnTo>
                  <a:lnTo>
                    <a:pt x="2550" y="3367"/>
                  </a:lnTo>
                  <a:lnTo>
                    <a:pt x="2533" y="3393"/>
                  </a:lnTo>
                  <a:lnTo>
                    <a:pt x="2514" y="3418"/>
                  </a:lnTo>
                  <a:lnTo>
                    <a:pt x="2494" y="3439"/>
                  </a:lnTo>
                  <a:lnTo>
                    <a:pt x="2473" y="3457"/>
                  </a:lnTo>
                  <a:lnTo>
                    <a:pt x="2452" y="3471"/>
                  </a:lnTo>
                  <a:lnTo>
                    <a:pt x="2428" y="3481"/>
                  </a:lnTo>
                  <a:lnTo>
                    <a:pt x="2405" y="3487"/>
                  </a:lnTo>
                  <a:lnTo>
                    <a:pt x="2380" y="3490"/>
                  </a:lnTo>
                  <a:lnTo>
                    <a:pt x="2356" y="3487"/>
                  </a:lnTo>
                  <a:lnTo>
                    <a:pt x="2332" y="3481"/>
                  </a:lnTo>
                  <a:lnTo>
                    <a:pt x="2310" y="3471"/>
                  </a:lnTo>
                  <a:lnTo>
                    <a:pt x="2288" y="3457"/>
                  </a:lnTo>
                  <a:lnTo>
                    <a:pt x="2267" y="3439"/>
                  </a:lnTo>
                  <a:lnTo>
                    <a:pt x="2248" y="3418"/>
                  </a:lnTo>
                  <a:lnTo>
                    <a:pt x="2229" y="3393"/>
                  </a:lnTo>
                  <a:lnTo>
                    <a:pt x="2212" y="3367"/>
                  </a:lnTo>
                  <a:lnTo>
                    <a:pt x="2196" y="3337"/>
                  </a:lnTo>
                  <a:lnTo>
                    <a:pt x="2182" y="3304"/>
                  </a:lnTo>
                  <a:lnTo>
                    <a:pt x="2171" y="3270"/>
                  </a:lnTo>
                  <a:lnTo>
                    <a:pt x="2160" y="3233"/>
                  </a:lnTo>
                  <a:lnTo>
                    <a:pt x="2152" y="3195"/>
                  </a:lnTo>
                  <a:lnTo>
                    <a:pt x="2146" y="3155"/>
                  </a:lnTo>
                  <a:lnTo>
                    <a:pt x="2142" y="3113"/>
                  </a:lnTo>
                  <a:lnTo>
                    <a:pt x="2141" y="3071"/>
                  </a:lnTo>
                  <a:lnTo>
                    <a:pt x="2142" y="3029"/>
                  </a:lnTo>
                  <a:lnTo>
                    <a:pt x="2146" y="2987"/>
                  </a:lnTo>
                  <a:lnTo>
                    <a:pt x="2152" y="2947"/>
                  </a:lnTo>
                  <a:lnTo>
                    <a:pt x="2160" y="2908"/>
                  </a:lnTo>
                  <a:lnTo>
                    <a:pt x="2171" y="2872"/>
                  </a:lnTo>
                  <a:lnTo>
                    <a:pt x="2182" y="2838"/>
                  </a:lnTo>
                  <a:lnTo>
                    <a:pt x="2196" y="2805"/>
                  </a:lnTo>
                  <a:lnTo>
                    <a:pt x="2212" y="2774"/>
                  </a:lnTo>
                  <a:lnTo>
                    <a:pt x="2229" y="2747"/>
                  </a:lnTo>
                  <a:lnTo>
                    <a:pt x="2248" y="2724"/>
                  </a:lnTo>
                  <a:lnTo>
                    <a:pt x="2267" y="2703"/>
                  </a:lnTo>
                  <a:lnTo>
                    <a:pt x="2288" y="2684"/>
                  </a:lnTo>
                  <a:lnTo>
                    <a:pt x="2310" y="2670"/>
                  </a:lnTo>
                  <a:lnTo>
                    <a:pt x="2332" y="2660"/>
                  </a:lnTo>
                  <a:lnTo>
                    <a:pt x="2356" y="2654"/>
                  </a:lnTo>
                  <a:lnTo>
                    <a:pt x="2380" y="2651"/>
                  </a:lnTo>
                  <a:close/>
                  <a:moveTo>
                    <a:pt x="2342" y="1355"/>
                  </a:moveTo>
                  <a:lnTo>
                    <a:pt x="2366" y="1357"/>
                  </a:lnTo>
                  <a:lnTo>
                    <a:pt x="2390" y="1363"/>
                  </a:lnTo>
                  <a:lnTo>
                    <a:pt x="2412" y="1373"/>
                  </a:lnTo>
                  <a:lnTo>
                    <a:pt x="2434" y="1387"/>
                  </a:lnTo>
                  <a:lnTo>
                    <a:pt x="2455" y="1405"/>
                  </a:lnTo>
                  <a:lnTo>
                    <a:pt x="2475" y="1426"/>
                  </a:lnTo>
                  <a:lnTo>
                    <a:pt x="2493" y="1451"/>
                  </a:lnTo>
                  <a:lnTo>
                    <a:pt x="2510" y="1478"/>
                  </a:lnTo>
                  <a:lnTo>
                    <a:pt x="2526" y="1507"/>
                  </a:lnTo>
                  <a:lnTo>
                    <a:pt x="2540" y="1540"/>
                  </a:lnTo>
                  <a:lnTo>
                    <a:pt x="2551" y="1574"/>
                  </a:lnTo>
                  <a:lnTo>
                    <a:pt x="2562" y="1611"/>
                  </a:lnTo>
                  <a:lnTo>
                    <a:pt x="2570" y="1649"/>
                  </a:lnTo>
                  <a:lnTo>
                    <a:pt x="2576" y="1689"/>
                  </a:lnTo>
                  <a:lnTo>
                    <a:pt x="2580" y="1731"/>
                  </a:lnTo>
                  <a:lnTo>
                    <a:pt x="2581" y="1773"/>
                  </a:lnTo>
                  <a:lnTo>
                    <a:pt x="2580" y="1815"/>
                  </a:lnTo>
                  <a:lnTo>
                    <a:pt x="2576" y="1858"/>
                  </a:lnTo>
                  <a:lnTo>
                    <a:pt x="2570" y="1897"/>
                  </a:lnTo>
                  <a:lnTo>
                    <a:pt x="2562" y="1936"/>
                  </a:lnTo>
                  <a:lnTo>
                    <a:pt x="2551" y="1972"/>
                  </a:lnTo>
                  <a:lnTo>
                    <a:pt x="2540" y="2008"/>
                  </a:lnTo>
                  <a:lnTo>
                    <a:pt x="2526" y="2039"/>
                  </a:lnTo>
                  <a:lnTo>
                    <a:pt x="2510" y="2070"/>
                  </a:lnTo>
                  <a:lnTo>
                    <a:pt x="2493" y="2097"/>
                  </a:lnTo>
                  <a:lnTo>
                    <a:pt x="2475" y="2121"/>
                  </a:lnTo>
                  <a:lnTo>
                    <a:pt x="2455" y="2142"/>
                  </a:lnTo>
                  <a:lnTo>
                    <a:pt x="2434" y="2160"/>
                  </a:lnTo>
                  <a:lnTo>
                    <a:pt x="2412" y="2174"/>
                  </a:lnTo>
                  <a:lnTo>
                    <a:pt x="2390" y="2185"/>
                  </a:lnTo>
                  <a:lnTo>
                    <a:pt x="2366" y="2191"/>
                  </a:lnTo>
                  <a:lnTo>
                    <a:pt x="2342" y="2193"/>
                  </a:lnTo>
                  <a:lnTo>
                    <a:pt x="2317" y="2191"/>
                  </a:lnTo>
                  <a:lnTo>
                    <a:pt x="2294" y="2185"/>
                  </a:lnTo>
                  <a:lnTo>
                    <a:pt x="2270" y="2174"/>
                  </a:lnTo>
                  <a:lnTo>
                    <a:pt x="2249" y="2160"/>
                  </a:lnTo>
                  <a:lnTo>
                    <a:pt x="2228" y="2142"/>
                  </a:lnTo>
                  <a:lnTo>
                    <a:pt x="2208" y="2121"/>
                  </a:lnTo>
                  <a:lnTo>
                    <a:pt x="2189" y="2097"/>
                  </a:lnTo>
                  <a:lnTo>
                    <a:pt x="2173" y="2070"/>
                  </a:lnTo>
                  <a:lnTo>
                    <a:pt x="2157" y="2039"/>
                  </a:lnTo>
                  <a:lnTo>
                    <a:pt x="2142" y="2008"/>
                  </a:lnTo>
                  <a:lnTo>
                    <a:pt x="2131" y="1972"/>
                  </a:lnTo>
                  <a:lnTo>
                    <a:pt x="2120" y="1936"/>
                  </a:lnTo>
                  <a:lnTo>
                    <a:pt x="2112" y="1897"/>
                  </a:lnTo>
                  <a:lnTo>
                    <a:pt x="2106" y="1858"/>
                  </a:lnTo>
                  <a:lnTo>
                    <a:pt x="2103" y="1815"/>
                  </a:lnTo>
                  <a:lnTo>
                    <a:pt x="2101" y="1773"/>
                  </a:lnTo>
                  <a:lnTo>
                    <a:pt x="2103" y="1731"/>
                  </a:lnTo>
                  <a:lnTo>
                    <a:pt x="2106" y="1689"/>
                  </a:lnTo>
                  <a:lnTo>
                    <a:pt x="2112" y="1649"/>
                  </a:lnTo>
                  <a:lnTo>
                    <a:pt x="2120" y="1611"/>
                  </a:lnTo>
                  <a:lnTo>
                    <a:pt x="2131" y="1574"/>
                  </a:lnTo>
                  <a:lnTo>
                    <a:pt x="2142" y="1540"/>
                  </a:lnTo>
                  <a:lnTo>
                    <a:pt x="2157" y="1507"/>
                  </a:lnTo>
                  <a:lnTo>
                    <a:pt x="2173" y="1478"/>
                  </a:lnTo>
                  <a:lnTo>
                    <a:pt x="2189" y="1451"/>
                  </a:lnTo>
                  <a:lnTo>
                    <a:pt x="2208" y="1426"/>
                  </a:lnTo>
                  <a:lnTo>
                    <a:pt x="2228" y="1405"/>
                  </a:lnTo>
                  <a:lnTo>
                    <a:pt x="2249" y="1387"/>
                  </a:lnTo>
                  <a:lnTo>
                    <a:pt x="2270" y="1373"/>
                  </a:lnTo>
                  <a:lnTo>
                    <a:pt x="2294" y="1363"/>
                  </a:lnTo>
                  <a:lnTo>
                    <a:pt x="2317" y="1357"/>
                  </a:lnTo>
                  <a:lnTo>
                    <a:pt x="2342" y="1355"/>
                  </a:lnTo>
                  <a:close/>
                  <a:moveTo>
                    <a:pt x="3179" y="819"/>
                  </a:moveTo>
                  <a:lnTo>
                    <a:pt x="3204" y="821"/>
                  </a:lnTo>
                  <a:lnTo>
                    <a:pt x="3227" y="827"/>
                  </a:lnTo>
                  <a:lnTo>
                    <a:pt x="3250" y="838"/>
                  </a:lnTo>
                  <a:lnTo>
                    <a:pt x="3272" y="852"/>
                  </a:lnTo>
                  <a:lnTo>
                    <a:pt x="3293" y="869"/>
                  </a:lnTo>
                  <a:lnTo>
                    <a:pt x="3312" y="890"/>
                  </a:lnTo>
                  <a:lnTo>
                    <a:pt x="3331" y="915"/>
                  </a:lnTo>
                  <a:lnTo>
                    <a:pt x="3348" y="942"/>
                  </a:lnTo>
                  <a:lnTo>
                    <a:pt x="3363" y="971"/>
                  </a:lnTo>
                  <a:lnTo>
                    <a:pt x="3377" y="1004"/>
                  </a:lnTo>
                  <a:lnTo>
                    <a:pt x="3389" y="1038"/>
                  </a:lnTo>
                  <a:lnTo>
                    <a:pt x="3400" y="1076"/>
                  </a:lnTo>
                  <a:lnTo>
                    <a:pt x="3408" y="1113"/>
                  </a:lnTo>
                  <a:lnTo>
                    <a:pt x="3414" y="1153"/>
                  </a:lnTo>
                  <a:lnTo>
                    <a:pt x="3417" y="1195"/>
                  </a:lnTo>
                  <a:lnTo>
                    <a:pt x="3418" y="1237"/>
                  </a:lnTo>
                  <a:lnTo>
                    <a:pt x="3417" y="1280"/>
                  </a:lnTo>
                  <a:lnTo>
                    <a:pt x="3414" y="1322"/>
                  </a:lnTo>
                  <a:lnTo>
                    <a:pt x="3408" y="1362"/>
                  </a:lnTo>
                  <a:lnTo>
                    <a:pt x="3400" y="1399"/>
                  </a:lnTo>
                  <a:lnTo>
                    <a:pt x="3389" y="1437"/>
                  </a:lnTo>
                  <a:lnTo>
                    <a:pt x="3377" y="1471"/>
                  </a:lnTo>
                  <a:lnTo>
                    <a:pt x="3363" y="1503"/>
                  </a:lnTo>
                  <a:lnTo>
                    <a:pt x="3348" y="1533"/>
                  </a:lnTo>
                  <a:lnTo>
                    <a:pt x="3331" y="1560"/>
                  </a:lnTo>
                  <a:lnTo>
                    <a:pt x="3312" y="1584"/>
                  </a:lnTo>
                  <a:lnTo>
                    <a:pt x="3293" y="1605"/>
                  </a:lnTo>
                  <a:lnTo>
                    <a:pt x="3272" y="1623"/>
                  </a:lnTo>
                  <a:lnTo>
                    <a:pt x="3250" y="1637"/>
                  </a:lnTo>
                  <a:lnTo>
                    <a:pt x="3227" y="1648"/>
                  </a:lnTo>
                  <a:lnTo>
                    <a:pt x="3204" y="1654"/>
                  </a:lnTo>
                  <a:lnTo>
                    <a:pt x="3179" y="1656"/>
                  </a:lnTo>
                  <a:lnTo>
                    <a:pt x="3155" y="1654"/>
                  </a:lnTo>
                  <a:lnTo>
                    <a:pt x="3131" y="1648"/>
                  </a:lnTo>
                  <a:lnTo>
                    <a:pt x="3108" y="1637"/>
                  </a:lnTo>
                  <a:lnTo>
                    <a:pt x="3087" y="1623"/>
                  </a:lnTo>
                  <a:lnTo>
                    <a:pt x="3066" y="1605"/>
                  </a:lnTo>
                  <a:lnTo>
                    <a:pt x="3046" y="1584"/>
                  </a:lnTo>
                  <a:lnTo>
                    <a:pt x="3027" y="1560"/>
                  </a:lnTo>
                  <a:lnTo>
                    <a:pt x="3011" y="1533"/>
                  </a:lnTo>
                  <a:lnTo>
                    <a:pt x="2994" y="1503"/>
                  </a:lnTo>
                  <a:lnTo>
                    <a:pt x="2980" y="1471"/>
                  </a:lnTo>
                  <a:lnTo>
                    <a:pt x="2968" y="1437"/>
                  </a:lnTo>
                  <a:lnTo>
                    <a:pt x="2958" y="1399"/>
                  </a:lnTo>
                  <a:lnTo>
                    <a:pt x="2950" y="1362"/>
                  </a:lnTo>
                  <a:lnTo>
                    <a:pt x="2944" y="1322"/>
                  </a:lnTo>
                  <a:lnTo>
                    <a:pt x="2940" y="1280"/>
                  </a:lnTo>
                  <a:lnTo>
                    <a:pt x="2939" y="1237"/>
                  </a:lnTo>
                  <a:lnTo>
                    <a:pt x="2940" y="1195"/>
                  </a:lnTo>
                  <a:lnTo>
                    <a:pt x="2944" y="1153"/>
                  </a:lnTo>
                  <a:lnTo>
                    <a:pt x="2950" y="1113"/>
                  </a:lnTo>
                  <a:lnTo>
                    <a:pt x="2958" y="1076"/>
                  </a:lnTo>
                  <a:lnTo>
                    <a:pt x="2968" y="1038"/>
                  </a:lnTo>
                  <a:lnTo>
                    <a:pt x="2980" y="1004"/>
                  </a:lnTo>
                  <a:lnTo>
                    <a:pt x="2994" y="971"/>
                  </a:lnTo>
                  <a:lnTo>
                    <a:pt x="3011" y="942"/>
                  </a:lnTo>
                  <a:lnTo>
                    <a:pt x="3027" y="915"/>
                  </a:lnTo>
                  <a:lnTo>
                    <a:pt x="3046" y="890"/>
                  </a:lnTo>
                  <a:lnTo>
                    <a:pt x="3066" y="869"/>
                  </a:lnTo>
                  <a:lnTo>
                    <a:pt x="3087" y="852"/>
                  </a:lnTo>
                  <a:lnTo>
                    <a:pt x="3108" y="838"/>
                  </a:lnTo>
                  <a:lnTo>
                    <a:pt x="3131" y="827"/>
                  </a:lnTo>
                  <a:lnTo>
                    <a:pt x="3155" y="821"/>
                  </a:lnTo>
                  <a:lnTo>
                    <a:pt x="3179" y="819"/>
                  </a:lnTo>
                  <a:close/>
                  <a:moveTo>
                    <a:pt x="3246" y="2144"/>
                  </a:moveTo>
                  <a:lnTo>
                    <a:pt x="3271" y="2146"/>
                  </a:lnTo>
                  <a:lnTo>
                    <a:pt x="3294" y="2152"/>
                  </a:lnTo>
                  <a:lnTo>
                    <a:pt x="3316" y="2162"/>
                  </a:lnTo>
                  <a:lnTo>
                    <a:pt x="3339" y="2176"/>
                  </a:lnTo>
                  <a:lnTo>
                    <a:pt x="3360" y="2194"/>
                  </a:lnTo>
                  <a:lnTo>
                    <a:pt x="3380" y="2215"/>
                  </a:lnTo>
                  <a:lnTo>
                    <a:pt x="3397" y="2240"/>
                  </a:lnTo>
                  <a:lnTo>
                    <a:pt x="3415" y="2267"/>
                  </a:lnTo>
                  <a:lnTo>
                    <a:pt x="3430" y="2296"/>
                  </a:lnTo>
                  <a:lnTo>
                    <a:pt x="3444" y="2329"/>
                  </a:lnTo>
                  <a:lnTo>
                    <a:pt x="3456" y="2363"/>
                  </a:lnTo>
                  <a:lnTo>
                    <a:pt x="3466" y="2400"/>
                  </a:lnTo>
                  <a:lnTo>
                    <a:pt x="3475" y="2438"/>
                  </a:lnTo>
                  <a:lnTo>
                    <a:pt x="3480" y="2478"/>
                  </a:lnTo>
                  <a:lnTo>
                    <a:pt x="3484" y="2520"/>
                  </a:lnTo>
                  <a:lnTo>
                    <a:pt x="3485" y="2562"/>
                  </a:lnTo>
                  <a:lnTo>
                    <a:pt x="3484" y="2604"/>
                  </a:lnTo>
                  <a:lnTo>
                    <a:pt x="3480" y="2647"/>
                  </a:lnTo>
                  <a:lnTo>
                    <a:pt x="3475" y="2686"/>
                  </a:lnTo>
                  <a:lnTo>
                    <a:pt x="3466" y="2725"/>
                  </a:lnTo>
                  <a:lnTo>
                    <a:pt x="3456" y="2762"/>
                  </a:lnTo>
                  <a:lnTo>
                    <a:pt x="3444" y="2796"/>
                  </a:lnTo>
                  <a:lnTo>
                    <a:pt x="3430" y="2828"/>
                  </a:lnTo>
                  <a:lnTo>
                    <a:pt x="3415" y="2858"/>
                  </a:lnTo>
                  <a:lnTo>
                    <a:pt x="3397" y="2886"/>
                  </a:lnTo>
                  <a:lnTo>
                    <a:pt x="3380" y="2909"/>
                  </a:lnTo>
                  <a:lnTo>
                    <a:pt x="3360" y="2930"/>
                  </a:lnTo>
                  <a:lnTo>
                    <a:pt x="3339" y="2949"/>
                  </a:lnTo>
                  <a:lnTo>
                    <a:pt x="3316" y="2963"/>
                  </a:lnTo>
                  <a:lnTo>
                    <a:pt x="3294" y="2974"/>
                  </a:lnTo>
                  <a:lnTo>
                    <a:pt x="3271" y="2980"/>
                  </a:lnTo>
                  <a:lnTo>
                    <a:pt x="3246" y="2982"/>
                  </a:lnTo>
                  <a:lnTo>
                    <a:pt x="3222" y="2980"/>
                  </a:lnTo>
                  <a:lnTo>
                    <a:pt x="3198" y="2974"/>
                  </a:lnTo>
                  <a:lnTo>
                    <a:pt x="3176" y="2963"/>
                  </a:lnTo>
                  <a:lnTo>
                    <a:pt x="3154" y="2949"/>
                  </a:lnTo>
                  <a:lnTo>
                    <a:pt x="3133" y="2930"/>
                  </a:lnTo>
                  <a:lnTo>
                    <a:pt x="3113" y="2909"/>
                  </a:lnTo>
                  <a:lnTo>
                    <a:pt x="3095" y="2886"/>
                  </a:lnTo>
                  <a:lnTo>
                    <a:pt x="3077" y="2858"/>
                  </a:lnTo>
                  <a:lnTo>
                    <a:pt x="3062" y="2828"/>
                  </a:lnTo>
                  <a:lnTo>
                    <a:pt x="3048" y="2796"/>
                  </a:lnTo>
                  <a:lnTo>
                    <a:pt x="3036" y="2762"/>
                  </a:lnTo>
                  <a:lnTo>
                    <a:pt x="3026" y="2725"/>
                  </a:lnTo>
                  <a:lnTo>
                    <a:pt x="3018" y="2686"/>
                  </a:lnTo>
                  <a:lnTo>
                    <a:pt x="3012" y="2647"/>
                  </a:lnTo>
                  <a:lnTo>
                    <a:pt x="3008" y="2604"/>
                  </a:lnTo>
                  <a:lnTo>
                    <a:pt x="3007" y="2562"/>
                  </a:lnTo>
                  <a:lnTo>
                    <a:pt x="3008" y="2520"/>
                  </a:lnTo>
                  <a:lnTo>
                    <a:pt x="3012" y="2478"/>
                  </a:lnTo>
                  <a:lnTo>
                    <a:pt x="3018" y="2438"/>
                  </a:lnTo>
                  <a:lnTo>
                    <a:pt x="3026" y="2400"/>
                  </a:lnTo>
                  <a:lnTo>
                    <a:pt x="3036" y="2363"/>
                  </a:lnTo>
                  <a:lnTo>
                    <a:pt x="3048" y="2329"/>
                  </a:lnTo>
                  <a:lnTo>
                    <a:pt x="3062" y="2296"/>
                  </a:lnTo>
                  <a:lnTo>
                    <a:pt x="3077" y="2267"/>
                  </a:lnTo>
                  <a:lnTo>
                    <a:pt x="3095" y="2240"/>
                  </a:lnTo>
                  <a:lnTo>
                    <a:pt x="3113" y="2215"/>
                  </a:lnTo>
                  <a:lnTo>
                    <a:pt x="3133" y="2194"/>
                  </a:lnTo>
                  <a:lnTo>
                    <a:pt x="3154" y="2176"/>
                  </a:lnTo>
                  <a:lnTo>
                    <a:pt x="3176" y="2162"/>
                  </a:lnTo>
                  <a:lnTo>
                    <a:pt x="3198" y="2152"/>
                  </a:lnTo>
                  <a:lnTo>
                    <a:pt x="3222" y="2146"/>
                  </a:lnTo>
                  <a:lnTo>
                    <a:pt x="3246" y="214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3090" name="Freeform 48"/>
            <p:cNvSpPr>
              <a:spLocks/>
            </p:cNvSpPr>
            <p:nvPr/>
          </p:nvSpPr>
          <p:spPr bwMode="auto">
            <a:xfrm>
              <a:off x="1267" y="1588"/>
              <a:ext cx="87" cy="52"/>
            </a:xfrm>
            <a:custGeom>
              <a:avLst/>
              <a:gdLst>
                <a:gd name="T0" fmla="*/ 3 w 437"/>
                <a:gd name="T1" fmla="*/ 2 h 260"/>
                <a:gd name="T2" fmla="*/ 3 w 437"/>
                <a:gd name="T3" fmla="*/ 2 h 260"/>
                <a:gd name="T4" fmla="*/ 3 w 437"/>
                <a:gd name="T5" fmla="*/ 2 h 260"/>
                <a:gd name="T6" fmla="*/ 3 w 437"/>
                <a:gd name="T7" fmla="*/ 2 h 260"/>
                <a:gd name="T8" fmla="*/ 3 w 437"/>
                <a:gd name="T9" fmla="*/ 1 h 260"/>
                <a:gd name="T10" fmla="*/ 3 w 437"/>
                <a:gd name="T11" fmla="*/ 1 h 260"/>
                <a:gd name="T12" fmla="*/ 3 w 437"/>
                <a:gd name="T13" fmla="*/ 1 h 260"/>
                <a:gd name="T14" fmla="*/ 3 w 437"/>
                <a:gd name="T15" fmla="*/ 1 h 260"/>
                <a:gd name="T16" fmla="*/ 3 w 437"/>
                <a:gd name="T17" fmla="*/ 1 h 260"/>
                <a:gd name="T18" fmla="*/ 2 w 437"/>
                <a:gd name="T19" fmla="*/ 1 h 260"/>
                <a:gd name="T20" fmla="*/ 2 w 437"/>
                <a:gd name="T21" fmla="*/ 0 h 260"/>
                <a:gd name="T22" fmla="*/ 2 w 437"/>
                <a:gd name="T23" fmla="*/ 0 h 260"/>
                <a:gd name="T24" fmla="*/ 2 w 437"/>
                <a:gd name="T25" fmla="*/ 0 h 260"/>
                <a:gd name="T26" fmla="*/ 1 w 437"/>
                <a:gd name="T27" fmla="*/ 0 h 260"/>
                <a:gd name="T28" fmla="*/ 1 w 437"/>
                <a:gd name="T29" fmla="*/ 0 h 260"/>
                <a:gd name="T30" fmla="*/ 1 w 437"/>
                <a:gd name="T31" fmla="*/ 0 h 260"/>
                <a:gd name="T32" fmla="*/ 0 w 437"/>
                <a:gd name="T33" fmla="*/ 0 h 260"/>
                <a:gd name="T34" fmla="*/ 0 w 437"/>
                <a:gd name="T35" fmla="*/ 0 h 260"/>
                <a:gd name="T36" fmla="*/ 0 w 437"/>
                <a:gd name="T37" fmla="*/ 0 h 260"/>
                <a:gd name="T38" fmla="*/ 0 w 437"/>
                <a:gd name="T39" fmla="*/ 0 h 260"/>
                <a:gd name="T40" fmla="*/ 1 w 437"/>
                <a:gd name="T41" fmla="*/ 0 h 260"/>
                <a:gd name="T42" fmla="*/ 1 w 437"/>
                <a:gd name="T43" fmla="*/ 0 h 260"/>
                <a:gd name="T44" fmla="*/ 1 w 437"/>
                <a:gd name="T45" fmla="*/ 0 h 260"/>
                <a:gd name="T46" fmla="*/ 2 w 437"/>
                <a:gd name="T47" fmla="*/ 0 h 260"/>
                <a:gd name="T48" fmla="*/ 2 w 437"/>
                <a:gd name="T49" fmla="*/ 0 h 260"/>
                <a:gd name="T50" fmla="*/ 2 w 437"/>
                <a:gd name="T51" fmla="*/ 1 h 260"/>
                <a:gd name="T52" fmla="*/ 2 w 437"/>
                <a:gd name="T53" fmla="*/ 1 h 260"/>
                <a:gd name="T54" fmla="*/ 3 w 437"/>
                <a:gd name="T55" fmla="*/ 1 h 260"/>
                <a:gd name="T56" fmla="*/ 3 w 437"/>
                <a:gd name="T57" fmla="*/ 1 h 260"/>
                <a:gd name="T58" fmla="*/ 3 w 437"/>
                <a:gd name="T59" fmla="*/ 1 h 260"/>
                <a:gd name="T60" fmla="*/ 3 w 437"/>
                <a:gd name="T61" fmla="*/ 1 h 260"/>
                <a:gd name="T62" fmla="*/ 3 w 437"/>
                <a:gd name="T63" fmla="*/ 1 h 260"/>
                <a:gd name="T64" fmla="*/ 3 w 437"/>
                <a:gd name="T65" fmla="*/ 2 h 260"/>
                <a:gd name="T66" fmla="*/ 3 w 437"/>
                <a:gd name="T67" fmla="*/ 2 h 260"/>
                <a:gd name="T68" fmla="*/ 3 w 437"/>
                <a:gd name="T69" fmla="*/ 2 h 260"/>
                <a:gd name="T70" fmla="*/ 3 w 437"/>
                <a:gd name="T71" fmla="*/ 2 h 260"/>
                <a:gd name="T72" fmla="*/ 3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437" y="260"/>
                  </a:moveTo>
                  <a:lnTo>
                    <a:pt x="437" y="260"/>
                  </a:lnTo>
                  <a:lnTo>
                    <a:pt x="434" y="233"/>
                  </a:lnTo>
                  <a:lnTo>
                    <a:pt x="427" y="206"/>
                  </a:lnTo>
                  <a:lnTo>
                    <a:pt x="417" y="181"/>
                  </a:lnTo>
                  <a:lnTo>
                    <a:pt x="401" y="157"/>
                  </a:lnTo>
                  <a:lnTo>
                    <a:pt x="383" y="133"/>
                  </a:lnTo>
                  <a:lnTo>
                    <a:pt x="360" y="113"/>
                  </a:lnTo>
                  <a:lnTo>
                    <a:pt x="336" y="93"/>
                  </a:lnTo>
                  <a:lnTo>
                    <a:pt x="308" y="73"/>
                  </a:lnTo>
                  <a:lnTo>
                    <a:pt x="276" y="58"/>
                  </a:lnTo>
                  <a:lnTo>
                    <a:pt x="242" y="43"/>
                  </a:lnTo>
                  <a:lnTo>
                    <a:pt x="207" y="30"/>
                  </a:lnTo>
                  <a:lnTo>
                    <a:pt x="168" y="19"/>
                  </a:lnTo>
                  <a:lnTo>
                    <a:pt x="128" y="11"/>
                  </a:lnTo>
                  <a:lnTo>
                    <a:pt x="87" y="4"/>
                  </a:lnTo>
                  <a:lnTo>
                    <a:pt x="43" y="1"/>
                  </a:lnTo>
                  <a:lnTo>
                    <a:pt x="0" y="0"/>
                  </a:lnTo>
                  <a:lnTo>
                    <a:pt x="0" y="11"/>
                  </a:lnTo>
                  <a:lnTo>
                    <a:pt x="43" y="12"/>
                  </a:lnTo>
                  <a:lnTo>
                    <a:pt x="85" y="16"/>
                  </a:lnTo>
                  <a:lnTo>
                    <a:pt x="126" y="23"/>
                  </a:lnTo>
                  <a:lnTo>
                    <a:pt x="166" y="31"/>
                  </a:lnTo>
                  <a:lnTo>
                    <a:pt x="202" y="42"/>
                  </a:lnTo>
                  <a:lnTo>
                    <a:pt x="237" y="55"/>
                  </a:lnTo>
                  <a:lnTo>
                    <a:pt x="271" y="70"/>
                  </a:lnTo>
                  <a:lnTo>
                    <a:pt x="301" y="85"/>
                  </a:lnTo>
                  <a:lnTo>
                    <a:pt x="329" y="103"/>
                  </a:lnTo>
                  <a:lnTo>
                    <a:pt x="353" y="123"/>
                  </a:lnTo>
                  <a:lnTo>
                    <a:pt x="373" y="143"/>
                  </a:lnTo>
                  <a:lnTo>
                    <a:pt x="392" y="164"/>
                  </a:lnTo>
                  <a:lnTo>
                    <a:pt x="405" y="186"/>
                  </a:lnTo>
                  <a:lnTo>
                    <a:pt x="415" y="211"/>
                  </a:lnTo>
                  <a:lnTo>
                    <a:pt x="422" y="235"/>
                  </a:lnTo>
                  <a:lnTo>
                    <a:pt x="425" y="260"/>
                  </a:lnTo>
                  <a:lnTo>
                    <a:pt x="437"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3091" name="Freeform 49"/>
            <p:cNvSpPr>
              <a:spLocks/>
            </p:cNvSpPr>
            <p:nvPr/>
          </p:nvSpPr>
          <p:spPr bwMode="auto">
            <a:xfrm>
              <a:off x="1267" y="1640"/>
              <a:ext cx="87" cy="52"/>
            </a:xfrm>
            <a:custGeom>
              <a:avLst/>
              <a:gdLst>
                <a:gd name="T0" fmla="*/ 0 w 437"/>
                <a:gd name="T1" fmla="*/ 2 h 260"/>
                <a:gd name="T2" fmla="*/ 0 w 437"/>
                <a:gd name="T3" fmla="*/ 2 h 260"/>
                <a:gd name="T4" fmla="*/ 0 w 437"/>
                <a:gd name="T5" fmla="*/ 2 h 260"/>
                <a:gd name="T6" fmla="*/ 1 w 437"/>
                <a:gd name="T7" fmla="*/ 2 h 260"/>
                <a:gd name="T8" fmla="*/ 1 w 437"/>
                <a:gd name="T9" fmla="*/ 2 h 260"/>
                <a:gd name="T10" fmla="*/ 1 w 437"/>
                <a:gd name="T11" fmla="*/ 2 h 260"/>
                <a:gd name="T12" fmla="*/ 2 w 437"/>
                <a:gd name="T13" fmla="*/ 2 h 260"/>
                <a:gd name="T14" fmla="*/ 2 w 437"/>
                <a:gd name="T15" fmla="*/ 2 h 260"/>
                <a:gd name="T16" fmla="*/ 2 w 437"/>
                <a:gd name="T17" fmla="*/ 2 h 260"/>
                <a:gd name="T18" fmla="*/ 2 w 437"/>
                <a:gd name="T19" fmla="*/ 1 h 260"/>
                <a:gd name="T20" fmla="*/ 3 w 437"/>
                <a:gd name="T21" fmla="*/ 1 h 260"/>
                <a:gd name="T22" fmla="*/ 3 w 437"/>
                <a:gd name="T23" fmla="*/ 1 h 260"/>
                <a:gd name="T24" fmla="*/ 3 w 437"/>
                <a:gd name="T25" fmla="*/ 1 h 260"/>
                <a:gd name="T26" fmla="*/ 3 w 437"/>
                <a:gd name="T27" fmla="*/ 1 h 260"/>
                <a:gd name="T28" fmla="*/ 3 w 437"/>
                <a:gd name="T29" fmla="*/ 1 h 260"/>
                <a:gd name="T30" fmla="*/ 3 w 437"/>
                <a:gd name="T31" fmla="*/ 0 h 260"/>
                <a:gd name="T32" fmla="*/ 3 w 437"/>
                <a:gd name="T33" fmla="*/ 0 h 260"/>
                <a:gd name="T34" fmla="*/ 3 w 437"/>
                <a:gd name="T35" fmla="*/ 0 h 260"/>
                <a:gd name="T36" fmla="*/ 3 w 437"/>
                <a:gd name="T37" fmla="*/ 0 h 260"/>
                <a:gd name="T38" fmla="*/ 3 w 437"/>
                <a:gd name="T39" fmla="*/ 0 h 260"/>
                <a:gd name="T40" fmla="*/ 3 w 437"/>
                <a:gd name="T41" fmla="*/ 0 h 260"/>
                <a:gd name="T42" fmla="*/ 3 w 437"/>
                <a:gd name="T43" fmla="*/ 1 h 260"/>
                <a:gd name="T44" fmla="*/ 3 w 437"/>
                <a:gd name="T45" fmla="*/ 1 h 260"/>
                <a:gd name="T46" fmla="*/ 3 w 437"/>
                <a:gd name="T47" fmla="*/ 1 h 260"/>
                <a:gd name="T48" fmla="*/ 3 w 437"/>
                <a:gd name="T49" fmla="*/ 1 h 260"/>
                <a:gd name="T50" fmla="*/ 3 w 437"/>
                <a:gd name="T51" fmla="*/ 1 h 260"/>
                <a:gd name="T52" fmla="*/ 2 w 437"/>
                <a:gd name="T53" fmla="*/ 1 h 260"/>
                <a:gd name="T54" fmla="*/ 2 w 437"/>
                <a:gd name="T55" fmla="*/ 2 h 260"/>
                <a:gd name="T56" fmla="*/ 2 w 437"/>
                <a:gd name="T57" fmla="*/ 2 h 260"/>
                <a:gd name="T58" fmla="*/ 2 w 437"/>
                <a:gd name="T59" fmla="*/ 2 h 260"/>
                <a:gd name="T60" fmla="*/ 1 w 437"/>
                <a:gd name="T61" fmla="*/ 2 h 260"/>
                <a:gd name="T62" fmla="*/ 1 w 437"/>
                <a:gd name="T63" fmla="*/ 2 h 260"/>
                <a:gd name="T64" fmla="*/ 1 w 437"/>
                <a:gd name="T65" fmla="*/ 2 h 260"/>
                <a:gd name="T66" fmla="*/ 0 w 437"/>
                <a:gd name="T67" fmla="*/ 2 h 260"/>
                <a:gd name="T68" fmla="*/ 0 w 437"/>
                <a:gd name="T69" fmla="*/ 2 h 260"/>
                <a:gd name="T70" fmla="*/ 0 w 437"/>
                <a:gd name="T71" fmla="*/ 2 h 260"/>
                <a:gd name="T72" fmla="*/ 0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0" y="260"/>
                  </a:moveTo>
                  <a:lnTo>
                    <a:pt x="0" y="260"/>
                  </a:lnTo>
                  <a:lnTo>
                    <a:pt x="43" y="259"/>
                  </a:lnTo>
                  <a:lnTo>
                    <a:pt x="87" y="255"/>
                  </a:lnTo>
                  <a:lnTo>
                    <a:pt x="128" y="248"/>
                  </a:lnTo>
                  <a:lnTo>
                    <a:pt x="168" y="240"/>
                  </a:lnTo>
                  <a:lnTo>
                    <a:pt x="207" y="230"/>
                  </a:lnTo>
                  <a:lnTo>
                    <a:pt x="242" y="217"/>
                  </a:lnTo>
                  <a:lnTo>
                    <a:pt x="276" y="202"/>
                  </a:lnTo>
                  <a:lnTo>
                    <a:pt x="308" y="185"/>
                  </a:lnTo>
                  <a:lnTo>
                    <a:pt x="336" y="166"/>
                  </a:lnTo>
                  <a:lnTo>
                    <a:pt x="360" y="146"/>
                  </a:lnTo>
                  <a:lnTo>
                    <a:pt x="383" y="125"/>
                  </a:lnTo>
                  <a:lnTo>
                    <a:pt x="401" y="102"/>
                  </a:lnTo>
                  <a:lnTo>
                    <a:pt x="417" y="77"/>
                  </a:lnTo>
                  <a:lnTo>
                    <a:pt x="427" y="53"/>
                  </a:lnTo>
                  <a:lnTo>
                    <a:pt x="434" y="27"/>
                  </a:lnTo>
                  <a:lnTo>
                    <a:pt x="437" y="0"/>
                  </a:lnTo>
                  <a:lnTo>
                    <a:pt x="425" y="0"/>
                  </a:lnTo>
                  <a:lnTo>
                    <a:pt x="422" y="24"/>
                  </a:lnTo>
                  <a:lnTo>
                    <a:pt x="415" y="48"/>
                  </a:lnTo>
                  <a:lnTo>
                    <a:pt x="405" y="73"/>
                  </a:lnTo>
                  <a:lnTo>
                    <a:pt x="392" y="95"/>
                  </a:lnTo>
                  <a:lnTo>
                    <a:pt x="373" y="116"/>
                  </a:lnTo>
                  <a:lnTo>
                    <a:pt x="353" y="137"/>
                  </a:lnTo>
                  <a:lnTo>
                    <a:pt x="329" y="157"/>
                  </a:lnTo>
                  <a:lnTo>
                    <a:pt x="301" y="173"/>
                  </a:lnTo>
                  <a:lnTo>
                    <a:pt x="271" y="190"/>
                  </a:lnTo>
                  <a:lnTo>
                    <a:pt x="237" y="205"/>
                  </a:lnTo>
                  <a:lnTo>
                    <a:pt x="202" y="218"/>
                  </a:lnTo>
                  <a:lnTo>
                    <a:pt x="166" y="228"/>
                  </a:lnTo>
                  <a:lnTo>
                    <a:pt x="126" y="237"/>
                  </a:lnTo>
                  <a:lnTo>
                    <a:pt x="85" y="244"/>
                  </a:lnTo>
                  <a:lnTo>
                    <a:pt x="43" y="247"/>
                  </a:lnTo>
                  <a:lnTo>
                    <a:pt x="0" y="248"/>
                  </a:lnTo>
                  <a:lnTo>
                    <a:pt x="0"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3092" name="Freeform 50"/>
            <p:cNvSpPr>
              <a:spLocks/>
            </p:cNvSpPr>
            <p:nvPr/>
          </p:nvSpPr>
          <p:spPr bwMode="auto">
            <a:xfrm>
              <a:off x="1179" y="1640"/>
              <a:ext cx="88" cy="52"/>
            </a:xfrm>
            <a:custGeom>
              <a:avLst/>
              <a:gdLst>
                <a:gd name="T0" fmla="*/ 0 w 439"/>
                <a:gd name="T1" fmla="*/ 0 h 260"/>
                <a:gd name="T2" fmla="*/ 0 w 439"/>
                <a:gd name="T3" fmla="*/ 0 h 260"/>
                <a:gd name="T4" fmla="*/ 0 w 439"/>
                <a:gd name="T5" fmla="*/ 0 h 260"/>
                <a:gd name="T6" fmla="*/ 0 w 439"/>
                <a:gd name="T7" fmla="*/ 0 h 260"/>
                <a:gd name="T8" fmla="*/ 0 w 439"/>
                <a:gd name="T9" fmla="*/ 1 h 260"/>
                <a:gd name="T10" fmla="*/ 0 w 439"/>
                <a:gd name="T11" fmla="*/ 1 h 260"/>
                <a:gd name="T12" fmla="*/ 0 w 439"/>
                <a:gd name="T13" fmla="*/ 1 h 260"/>
                <a:gd name="T14" fmla="*/ 1 w 439"/>
                <a:gd name="T15" fmla="*/ 1 h 260"/>
                <a:gd name="T16" fmla="*/ 1 w 439"/>
                <a:gd name="T17" fmla="*/ 1 h 260"/>
                <a:gd name="T18" fmla="*/ 1 w 439"/>
                <a:gd name="T19" fmla="*/ 1 h 260"/>
                <a:gd name="T20" fmla="*/ 1 w 439"/>
                <a:gd name="T21" fmla="*/ 2 h 260"/>
                <a:gd name="T22" fmla="*/ 2 w 439"/>
                <a:gd name="T23" fmla="*/ 2 h 260"/>
                <a:gd name="T24" fmla="*/ 2 w 439"/>
                <a:gd name="T25" fmla="*/ 2 h 260"/>
                <a:gd name="T26" fmla="*/ 2 w 439"/>
                <a:gd name="T27" fmla="*/ 2 h 260"/>
                <a:gd name="T28" fmla="*/ 2 w 439"/>
                <a:gd name="T29" fmla="*/ 2 h 260"/>
                <a:gd name="T30" fmla="*/ 3 w 439"/>
                <a:gd name="T31" fmla="*/ 2 h 260"/>
                <a:gd name="T32" fmla="*/ 3 w 439"/>
                <a:gd name="T33" fmla="*/ 2 h 260"/>
                <a:gd name="T34" fmla="*/ 4 w 439"/>
                <a:gd name="T35" fmla="*/ 2 h 260"/>
                <a:gd name="T36" fmla="*/ 4 w 439"/>
                <a:gd name="T37" fmla="*/ 2 h 260"/>
                <a:gd name="T38" fmla="*/ 3 w 439"/>
                <a:gd name="T39" fmla="*/ 2 h 260"/>
                <a:gd name="T40" fmla="*/ 3 w 439"/>
                <a:gd name="T41" fmla="*/ 2 h 260"/>
                <a:gd name="T42" fmla="*/ 3 w 439"/>
                <a:gd name="T43" fmla="*/ 2 h 260"/>
                <a:gd name="T44" fmla="*/ 2 w 439"/>
                <a:gd name="T45" fmla="*/ 2 h 260"/>
                <a:gd name="T46" fmla="*/ 2 w 439"/>
                <a:gd name="T47" fmla="*/ 2 h 260"/>
                <a:gd name="T48" fmla="*/ 2 w 439"/>
                <a:gd name="T49" fmla="*/ 2 h 260"/>
                <a:gd name="T50" fmla="*/ 1 w 439"/>
                <a:gd name="T51" fmla="*/ 2 h 260"/>
                <a:gd name="T52" fmla="*/ 1 w 439"/>
                <a:gd name="T53" fmla="*/ 1 h 260"/>
                <a:gd name="T54" fmla="*/ 1 w 439"/>
                <a:gd name="T55" fmla="*/ 1 h 260"/>
                <a:gd name="T56" fmla="*/ 1 w 439"/>
                <a:gd name="T57" fmla="*/ 1 h 260"/>
                <a:gd name="T58" fmla="*/ 1 w 439"/>
                <a:gd name="T59" fmla="*/ 1 h 260"/>
                <a:gd name="T60" fmla="*/ 0 w 439"/>
                <a:gd name="T61" fmla="*/ 1 h 260"/>
                <a:gd name="T62" fmla="*/ 0 w 439"/>
                <a:gd name="T63" fmla="*/ 1 h 260"/>
                <a:gd name="T64" fmla="*/ 0 w 439"/>
                <a:gd name="T65" fmla="*/ 0 h 260"/>
                <a:gd name="T66" fmla="*/ 0 w 439"/>
                <a:gd name="T67" fmla="*/ 0 h 260"/>
                <a:gd name="T68" fmla="*/ 0 w 439"/>
                <a:gd name="T69" fmla="*/ 0 h 260"/>
                <a:gd name="T70" fmla="*/ 0 w 439"/>
                <a:gd name="T71" fmla="*/ 0 h 260"/>
                <a:gd name="T72" fmla="*/ 0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0" y="0"/>
                  </a:moveTo>
                  <a:lnTo>
                    <a:pt x="0" y="0"/>
                  </a:lnTo>
                  <a:lnTo>
                    <a:pt x="3" y="27"/>
                  </a:lnTo>
                  <a:lnTo>
                    <a:pt x="10" y="53"/>
                  </a:lnTo>
                  <a:lnTo>
                    <a:pt x="20" y="77"/>
                  </a:lnTo>
                  <a:lnTo>
                    <a:pt x="35" y="102"/>
                  </a:lnTo>
                  <a:lnTo>
                    <a:pt x="54" y="125"/>
                  </a:lnTo>
                  <a:lnTo>
                    <a:pt x="76" y="146"/>
                  </a:lnTo>
                  <a:lnTo>
                    <a:pt x="102" y="166"/>
                  </a:lnTo>
                  <a:lnTo>
                    <a:pt x="130" y="185"/>
                  </a:lnTo>
                  <a:lnTo>
                    <a:pt x="162" y="202"/>
                  </a:lnTo>
                  <a:lnTo>
                    <a:pt x="195" y="217"/>
                  </a:lnTo>
                  <a:lnTo>
                    <a:pt x="231" y="230"/>
                  </a:lnTo>
                  <a:lnTo>
                    <a:pt x="270" y="240"/>
                  </a:lnTo>
                  <a:lnTo>
                    <a:pt x="310" y="248"/>
                  </a:lnTo>
                  <a:lnTo>
                    <a:pt x="351" y="255"/>
                  </a:lnTo>
                  <a:lnTo>
                    <a:pt x="395" y="259"/>
                  </a:lnTo>
                  <a:lnTo>
                    <a:pt x="439" y="260"/>
                  </a:lnTo>
                  <a:lnTo>
                    <a:pt x="439" y="248"/>
                  </a:lnTo>
                  <a:lnTo>
                    <a:pt x="395" y="247"/>
                  </a:lnTo>
                  <a:lnTo>
                    <a:pt x="353" y="244"/>
                  </a:lnTo>
                  <a:lnTo>
                    <a:pt x="312" y="237"/>
                  </a:lnTo>
                  <a:lnTo>
                    <a:pt x="272" y="228"/>
                  </a:lnTo>
                  <a:lnTo>
                    <a:pt x="236" y="218"/>
                  </a:lnTo>
                  <a:lnTo>
                    <a:pt x="200" y="205"/>
                  </a:lnTo>
                  <a:lnTo>
                    <a:pt x="167" y="190"/>
                  </a:lnTo>
                  <a:lnTo>
                    <a:pt x="137" y="173"/>
                  </a:lnTo>
                  <a:lnTo>
                    <a:pt x="109" y="157"/>
                  </a:lnTo>
                  <a:lnTo>
                    <a:pt x="84" y="137"/>
                  </a:lnTo>
                  <a:lnTo>
                    <a:pt x="64" y="116"/>
                  </a:lnTo>
                  <a:lnTo>
                    <a:pt x="45" y="95"/>
                  </a:lnTo>
                  <a:lnTo>
                    <a:pt x="32" y="73"/>
                  </a:lnTo>
                  <a:lnTo>
                    <a:pt x="21" y="48"/>
                  </a:lnTo>
                  <a:lnTo>
                    <a:pt x="14" y="24"/>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3093" name="Freeform 51"/>
            <p:cNvSpPr>
              <a:spLocks/>
            </p:cNvSpPr>
            <p:nvPr/>
          </p:nvSpPr>
          <p:spPr bwMode="auto">
            <a:xfrm>
              <a:off x="1179" y="1588"/>
              <a:ext cx="88" cy="52"/>
            </a:xfrm>
            <a:custGeom>
              <a:avLst/>
              <a:gdLst>
                <a:gd name="T0" fmla="*/ 4 w 439"/>
                <a:gd name="T1" fmla="*/ 0 h 260"/>
                <a:gd name="T2" fmla="*/ 4 w 439"/>
                <a:gd name="T3" fmla="*/ 0 h 260"/>
                <a:gd name="T4" fmla="*/ 3 w 439"/>
                <a:gd name="T5" fmla="*/ 0 h 260"/>
                <a:gd name="T6" fmla="*/ 3 w 439"/>
                <a:gd name="T7" fmla="*/ 0 h 260"/>
                <a:gd name="T8" fmla="*/ 2 w 439"/>
                <a:gd name="T9" fmla="*/ 0 h 260"/>
                <a:gd name="T10" fmla="*/ 2 w 439"/>
                <a:gd name="T11" fmla="*/ 0 h 260"/>
                <a:gd name="T12" fmla="*/ 2 w 439"/>
                <a:gd name="T13" fmla="*/ 0 h 260"/>
                <a:gd name="T14" fmla="*/ 2 w 439"/>
                <a:gd name="T15" fmla="*/ 0 h 260"/>
                <a:gd name="T16" fmla="*/ 1 w 439"/>
                <a:gd name="T17" fmla="*/ 0 h 260"/>
                <a:gd name="T18" fmla="*/ 1 w 439"/>
                <a:gd name="T19" fmla="*/ 1 h 260"/>
                <a:gd name="T20" fmla="*/ 1 w 439"/>
                <a:gd name="T21" fmla="*/ 1 h 260"/>
                <a:gd name="T22" fmla="*/ 1 w 439"/>
                <a:gd name="T23" fmla="*/ 1 h 260"/>
                <a:gd name="T24" fmla="*/ 0 w 439"/>
                <a:gd name="T25" fmla="*/ 1 h 260"/>
                <a:gd name="T26" fmla="*/ 0 w 439"/>
                <a:gd name="T27" fmla="*/ 1 h 260"/>
                <a:gd name="T28" fmla="*/ 0 w 439"/>
                <a:gd name="T29" fmla="*/ 1 h 260"/>
                <a:gd name="T30" fmla="*/ 0 w 439"/>
                <a:gd name="T31" fmla="*/ 2 h 260"/>
                <a:gd name="T32" fmla="*/ 0 w 439"/>
                <a:gd name="T33" fmla="*/ 2 h 260"/>
                <a:gd name="T34" fmla="*/ 0 w 439"/>
                <a:gd name="T35" fmla="*/ 2 h 260"/>
                <a:gd name="T36" fmla="*/ 0 w 439"/>
                <a:gd name="T37" fmla="*/ 2 h 260"/>
                <a:gd name="T38" fmla="*/ 0 w 439"/>
                <a:gd name="T39" fmla="*/ 2 h 260"/>
                <a:gd name="T40" fmla="*/ 0 w 439"/>
                <a:gd name="T41" fmla="*/ 2 h 260"/>
                <a:gd name="T42" fmla="*/ 0 w 439"/>
                <a:gd name="T43" fmla="*/ 1 h 260"/>
                <a:gd name="T44" fmla="*/ 0 w 439"/>
                <a:gd name="T45" fmla="*/ 1 h 260"/>
                <a:gd name="T46" fmla="*/ 1 w 439"/>
                <a:gd name="T47" fmla="*/ 1 h 260"/>
                <a:gd name="T48" fmla="*/ 1 w 439"/>
                <a:gd name="T49" fmla="*/ 1 h 260"/>
                <a:gd name="T50" fmla="*/ 1 w 439"/>
                <a:gd name="T51" fmla="*/ 1 h 260"/>
                <a:gd name="T52" fmla="*/ 1 w 439"/>
                <a:gd name="T53" fmla="*/ 1 h 260"/>
                <a:gd name="T54" fmla="*/ 1 w 439"/>
                <a:gd name="T55" fmla="*/ 1 h 260"/>
                <a:gd name="T56" fmla="*/ 2 w 439"/>
                <a:gd name="T57" fmla="*/ 0 h 260"/>
                <a:gd name="T58" fmla="*/ 2 w 439"/>
                <a:gd name="T59" fmla="*/ 0 h 260"/>
                <a:gd name="T60" fmla="*/ 2 w 439"/>
                <a:gd name="T61" fmla="*/ 0 h 260"/>
                <a:gd name="T62" fmla="*/ 3 w 439"/>
                <a:gd name="T63" fmla="*/ 0 h 260"/>
                <a:gd name="T64" fmla="*/ 3 w 439"/>
                <a:gd name="T65" fmla="*/ 0 h 260"/>
                <a:gd name="T66" fmla="*/ 3 w 439"/>
                <a:gd name="T67" fmla="*/ 0 h 260"/>
                <a:gd name="T68" fmla="*/ 4 w 439"/>
                <a:gd name="T69" fmla="*/ 0 h 260"/>
                <a:gd name="T70" fmla="*/ 4 w 439"/>
                <a:gd name="T71" fmla="*/ 0 h 260"/>
                <a:gd name="T72" fmla="*/ 4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439" y="0"/>
                  </a:moveTo>
                  <a:lnTo>
                    <a:pt x="439" y="0"/>
                  </a:lnTo>
                  <a:lnTo>
                    <a:pt x="395" y="1"/>
                  </a:lnTo>
                  <a:lnTo>
                    <a:pt x="351" y="4"/>
                  </a:lnTo>
                  <a:lnTo>
                    <a:pt x="310" y="11"/>
                  </a:lnTo>
                  <a:lnTo>
                    <a:pt x="270" y="19"/>
                  </a:lnTo>
                  <a:lnTo>
                    <a:pt x="231" y="30"/>
                  </a:lnTo>
                  <a:lnTo>
                    <a:pt x="195" y="43"/>
                  </a:lnTo>
                  <a:lnTo>
                    <a:pt x="162" y="58"/>
                  </a:lnTo>
                  <a:lnTo>
                    <a:pt x="130" y="73"/>
                  </a:lnTo>
                  <a:lnTo>
                    <a:pt x="102" y="93"/>
                  </a:lnTo>
                  <a:lnTo>
                    <a:pt x="76" y="113"/>
                  </a:lnTo>
                  <a:lnTo>
                    <a:pt x="54" y="133"/>
                  </a:lnTo>
                  <a:lnTo>
                    <a:pt x="35" y="157"/>
                  </a:lnTo>
                  <a:lnTo>
                    <a:pt x="20" y="181"/>
                  </a:lnTo>
                  <a:lnTo>
                    <a:pt x="10" y="206"/>
                  </a:lnTo>
                  <a:lnTo>
                    <a:pt x="3" y="233"/>
                  </a:lnTo>
                  <a:lnTo>
                    <a:pt x="0" y="260"/>
                  </a:lnTo>
                  <a:lnTo>
                    <a:pt x="12" y="260"/>
                  </a:lnTo>
                  <a:lnTo>
                    <a:pt x="14" y="235"/>
                  </a:lnTo>
                  <a:lnTo>
                    <a:pt x="21" y="211"/>
                  </a:lnTo>
                  <a:lnTo>
                    <a:pt x="32" y="186"/>
                  </a:lnTo>
                  <a:lnTo>
                    <a:pt x="45" y="164"/>
                  </a:lnTo>
                  <a:lnTo>
                    <a:pt x="64" y="143"/>
                  </a:lnTo>
                  <a:lnTo>
                    <a:pt x="84" y="123"/>
                  </a:lnTo>
                  <a:lnTo>
                    <a:pt x="109" y="103"/>
                  </a:lnTo>
                  <a:lnTo>
                    <a:pt x="137" y="85"/>
                  </a:lnTo>
                  <a:lnTo>
                    <a:pt x="167" y="70"/>
                  </a:lnTo>
                  <a:lnTo>
                    <a:pt x="200" y="55"/>
                  </a:lnTo>
                  <a:lnTo>
                    <a:pt x="236" y="42"/>
                  </a:lnTo>
                  <a:lnTo>
                    <a:pt x="272" y="31"/>
                  </a:lnTo>
                  <a:lnTo>
                    <a:pt x="312" y="23"/>
                  </a:lnTo>
                  <a:lnTo>
                    <a:pt x="353" y="16"/>
                  </a:lnTo>
                  <a:lnTo>
                    <a:pt x="395" y="12"/>
                  </a:lnTo>
                  <a:lnTo>
                    <a:pt x="439" y="11"/>
                  </a:lnTo>
                  <a:lnTo>
                    <a:pt x="439"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3094" name="Freeform 52"/>
            <p:cNvSpPr>
              <a:spLocks/>
            </p:cNvSpPr>
            <p:nvPr/>
          </p:nvSpPr>
          <p:spPr bwMode="auto">
            <a:xfrm>
              <a:off x="964" y="1745"/>
              <a:ext cx="48" cy="85"/>
            </a:xfrm>
            <a:custGeom>
              <a:avLst/>
              <a:gdLst>
                <a:gd name="T0" fmla="*/ 2 w 244"/>
                <a:gd name="T1" fmla="*/ 3 h 426"/>
                <a:gd name="T2" fmla="*/ 2 w 244"/>
                <a:gd name="T3" fmla="*/ 3 h 426"/>
                <a:gd name="T4" fmla="*/ 2 w 244"/>
                <a:gd name="T5" fmla="*/ 3 h 426"/>
                <a:gd name="T6" fmla="*/ 2 w 244"/>
                <a:gd name="T7" fmla="*/ 3 h 426"/>
                <a:gd name="T8" fmla="*/ 2 w 244"/>
                <a:gd name="T9" fmla="*/ 2 h 426"/>
                <a:gd name="T10" fmla="*/ 2 w 244"/>
                <a:gd name="T11" fmla="*/ 2 h 426"/>
                <a:gd name="T12" fmla="*/ 2 w 244"/>
                <a:gd name="T13" fmla="*/ 2 h 426"/>
                <a:gd name="T14" fmla="*/ 2 w 244"/>
                <a:gd name="T15" fmla="*/ 2 h 426"/>
                <a:gd name="T16" fmla="*/ 1 w 244"/>
                <a:gd name="T17" fmla="*/ 1 h 426"/>
                <a:gd name="T18" fmla="*/ 1 w 244"/>
                <a:gd name="T19" fmla="*/ 1 h 426"/>
                <a:gd name="T20" fmla="*/ 1 w 244"/>
                <a:gd name="T21" fmla="*/ 1 h 426"/>
                <a:gd name="T22" fmla="*/ 1 w 244"/>
                <a:gd name="T23" fmla="*/ 1 h 426"/>
                <a:gd name="T24" fmla="*/ 1 w 244"/>
                <a:gd name="T25" fmla="*/ 0 h 426"/>
                <a:gd name="T26" fmla="*/ 1 w 244"/>
                <a:gd name="T27" fmla="*/ 0 h 426"/>
                <a:gd name="T28" fmla="*/ 1 w 244"/>
                <a:gd name="T29" fmla="*/ 0 h 426"/>
                <a:gd name="T30" fmla="*/ 0 w 244"/>
                <a:gd name="T31" fmla="*/ 0 h 426"/>
                <a:gd name="T32" fmla="*/ 0 w 244"/>
                <a:gd name="T33" fmla="*/ 0 h 426"/>
                <a:gd name="T34" fmla="*/ 0 w 244"/>
                <a:gd name="T35" fmla="*/ 0 h 426"/>
                <a:gd name="T36" fmla="*/ 0 w 244"/>
                <a:gd name="T37" fmla="*/ 0 h 426"/>
                <a:gd name="T38" fmla="*/ 0 w 244"/>
                <a:gd name="T39" fmla="*/ 0 h 426"/>
                <a:gd name="T40" fmla="*/ 0 w 244"/>
                <a:gd name="T41" fmla="*/ 0 h 426"/>
                <a:gd name="T42" fmla="*/ 1 w 244"/>
                <a:gd name="T43" fmla="*/ 0 h 426"/>
                <a:gd name="T44" fmla="*/ 1 w 244"/>
                <a:gd name="T45" fmla="*/ 0 h 426"/>
                <a:gd name="T46" fmla="*/ 1 w 244"/>
                <a:gd name="T47" fmla="*/ 0 h 426"/>
                <a:gd name="T48" fmla="*/ 1 w 244"/>
                <a:gd name="T49" fmla="*/ 1 h 426"/>
                <a:gd name="T50" fmla="*/ 1 w 244"/>
                <a:gd name="T51" fmla="*/ 1 h 426"/>
                <a:gd name="T52" fmla="*/ 1 w 244"/>
                <a:gd name="T53" fmla="*/ 1 h 426"/>
                <a:gd name="T54" fmla="*/ 1 w 244"/>
                <a:gd name="T55" fmla="*/ 1 h 426"/>
                <a:gd name="T56" fmla="*/ 1 w 244"/>
                <a:gd name="T57" fmla="*/ 2 h 426"/>
                <a:gd name="T58" fmla="*/ 2 w 244"/>
                <a:gd name="T59" fmla="*/ 2 h 426"/>
                <a:gd name="T60" fmla="*/ 2 w 244"/>
                <a:gd name="T61" fmla="*/ 2 h 426"/>
                <a:gd name="T62" fmla="*/ 2 w 244"/>
                <a:gd name="T63" fmla="*/ 2 h 426"/>
                <a:gd name="T64" fmla="*/ 2 w 244"/>
                <a:gd name="T65" fmla="*/ 3 h 426"/>
                <a:gd name="T66" fmla="*/ 2 w 244"/>
                <a:gd name="T67" fmla="*/ 3 h 426"/>
                <a:gd name="T68" fmla="*/ 2 w 244"/>
                <a:gd name="T69" fmla="*/ 3 h 426"/>
                <a:gd name="T70" fmla="*/ 2 w 244"/>
                <a:gd name="T71" fmla="*/ 3 h 426"/>
                <a:gd name="T72" fmla="*/ 2 w 244"/>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6"/>
                <a:gd name="T113" fmla="*/ 244 w 244"/>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6">
                  <a:moveTo>
                    <a:pt x="244" y="426"/>
                  </a:moveTo>
                  <a:lnTo>
                    <a:pt x="244" y="426"/>
                  </a:lnTo>
                  <a:lnTo>
                    <a:pt x="243" y="383"/>
                  </a:lnTo>
                  <a:lnTo>
                    <a:pt x="240" y="340"/>
                  </a:lnTo>
                  <a:lnTo>
                    <a:pt x="234" y="300"/>
                  </a:lnTo>
                  <a:lnTo>
                    <a:pt x="226" y="262"/>
                  </a:lnTo>
                  <a:lnTo>
                    <a:pt x="215" y="224"/>
                  </a:lnTo>
                  <a:lnTo>
                    <a:pt x="203" y="189"/>
                  </a:lnTo>
                  <a:lnTo>
                    <a:pt x="189" y="157"/>
                  </a:lnTo>
                  <a:lnTo>
                    <a:pt x="174" y="126"/>
                  </a:lnTo>
                  <a:lnTo>
                    <a:pt x="155" y="99"/>
                  </a:lnTo>
                  <a:lnTo>
                    <a:pt x="138" y="74"/>
                  </a:lnTo>
                  <a:lnTo>
                    <a:pt x="118" y="52"/>
                  </a:lnTo>
                  <a:lnTo>
                    <a:pt x="96" y="34"/>
                  </a:lnTo>
                  <a:lnTo>
                    <a:pt x="73" y="19"/>
                  </a:lnTo>
                  <a:lnTo>
                    <a:pt x="50" y="8"/>
                  </a:lnTo>
                  <a:lnTo>
                    <a:pt x="25" y="2"/>
                  </a:lnTo>
                  <a:lnTo>
                    <a:pt x="0" y="0"/>
                  </a:lnTo>
                  <a:lnTo>
                    <a:pt x="0" y="12"/>
                  </a:lnTo>
                  <a:lnTo>
                    <a:pt x="23" y="14"/>
                  </a:lnTo>
                  <a:lnTo>
                    <a:pt x="45" y="20"/>
                  </a:lnTo>
                  <a:lnTo>
                    <a:pt x="66" y="31"/>
                  </a:lnTo>
                  <a:lnTo>
                    <a:pt x="89" y="43"/>
                  </a:lnTo>
                  <a:lnTo>
                    <a:pt x="109" y="61"/>
                  </a:lnTo>
                  <a:lnTo>
                    <a:pt x="129" y="81"/>
                  </a:lnTo>
                  <a:lnTo>
                    <a:pt x="146" y="106"/>
                  </a:lnTo>
                  <a:lnTo>
                    <a:pt x="162" y="133"/>
                  </a:lnTo>
                  <a:lnTo>
                    <a:pt x="178" y="162"/>
                  </a:lnTo>
                  <a:lnTo>
                    <a:pt x="192" y="194"/>
                  </a:lnTo>
                  <a:lnTo>
                    <a:pt x="203" y="229"/>
                  </a:lnTo>
                  <a:lnTo>
                    <a:pt x="214" y="264"/>
                  </a:lnTo>
                  <a:lnTo>
                    <a:pt x="222" y="303"/>
                  </a:lnTo>
                  <a:lnTo>
                    <a:pt x="228" y="342"/>
                  </a:lnTo>
                  <a:lnTo>
                    <a:pt x="232" y="383"/>
                  </a:lnTo>
                  <a:lnTo>
                    <a:pt x="233" y="426"/>
                  </a:lnTo>
                  <a:lnTo>
                    <a:pt x="244"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3095" name="Freeform 53"/>
            <p:cNvSpPr>
              <a:spLocks/>
            </p:cNvSpPr>
            <p:nvPr/>
          </p:nvSpPr>
          <p:spPr bwMode="auto">
            <a:xfrm>
              <a:off x="964" y="1830"/>
              <a:ext cx="48" cy="85"/>
            </a:xfrm>
            <a:custGeom>
              <a:avLst/>
              <a:gdLst>
                <a:gd name="T0" fmla="*/ 0 w 244"/>
                <a:gd name="T1" fmla="*/ 3 h 424"/>
                <a:gd name="T2" fmla="*/ 0 w 244"/>
                <a:gd name="T3" fmla="*/ 3 h 424"/>
                <a:gd name="T4" fmla="*/ 0 w 244"/>
                <a:gd name="T5" fmla="*/ 3 h 424"/>
                <a:gd name="T6" fmla="*/ 0 w 244"/>
                <a:gd name="T7" fmla="*/ 3 h 424"/>
                <a:gd name="T8" fmla="*/ 1 w 244"/>
                <a:gd name="T9" fmla="*/ 3 h 424"/>
                <a:gd name="T10" fmla="*/ 1 w 244"/>
                <a:gd name="T11" fmla="*/ 3 h 424"/>
                <a:gd name="T12" fmla="*/ 1 w 244"/>
                <a:gd name="T13" fmla="*/ 3 h 424"/>
                <a:gd name="T14" fmla="*/ 1 w 244"/>
                <a:gd name="T15" fmla="*/ 3 h 424"/>
                <a:gd name="T16" fmla="*/ 1 w 244"/>
                <a:gd name="T17" fmla="*/ 3 h 424"/>
                <a:gd name="T18" fmla="*/ 1 w 244"/>
                <a:gd name="T19" fmla="*/ 2 h 424"/>
                <a:gd name="T20" fmla="*/ 1 w 244"/>
                <a:gd name="T21" fmla="*/ 2 h 424"/>
                <a:gd name="T22" fmla="*/ 2 w 244"/>
                <a:gd name="T23" fmla="*/ 2 h 424"/>
                <a:gd name="T24" fmla="*/ 2 w 244"/>
                <a:gd name="T25" fmla="*/ 2 h 424"/>
                <a:gd name="T26" fmla="*/ 2 w 244"/>
                <a:gd name="T27" fmla="*/ 1 h 424"/>
                <a:gd name="T28" fmla="*/ 2 w 244"/>
                <a:gd name="T29" fmla="*/ 1 h 424"/>
                <a:gd name="T30" fmla="*/ 2 w 244"/>
                <a:gd name="T31" fmla="*/ 1 h 424"/>
                <a:gd name="T32" fmla="*/ 2 w 244"/>
                <a:gd name="T33" fmla="*/ 0 h 424"/>
                <a:gd name="T34" fmla="*/ 2 w 244"/>
                <a:gd name="T35" fmla="*/ 0 h 424"/>
                <a:gd name="T36" fmla="*/ 2 w 244"/>
                <a:gd name="T37" fmla="*/ 0 h 424"/>
                <a:gd name="T38" fmla="*/ 2 w 244"/>
                <a:gd name="T39" fmla="*/ 0 h 424"/>
                <a:gd name="T40" fmla="*/ 2 w 244"/>
                <a:gd name="T41" fmla="*/ 1 h 424"/>
                <a:gd name="T42" fmla="*/ 2 w 244"/>
                <a:gd name="T43" fmla="*/ 1 h 424"/>
                <a:gd name="T44" fmla="*/ 2 w 244"/>
                <a:gd name="T45" fmla="*/ 1 h 424"/>
                <a:gd name="T46" fmla="*/ 2 w 244"/>
                <a:gd name="T47" fmla="*/ 2 h 424"/>
                <a:gd name="T48" fmla="*/ 1 w 244"/>
                <a:gd name="T49" fmla="*/ 2 h 424"/>
                <a:gd name="T50" fmla="*/ 1 w 244"/>
                <a:gd name="T51" fmla="*/ 2 h 424"/>
                <a:gd name="T52" fmla="*/ 1 w 244"/>
                <a:gd name="T53" fmla="*/ 2 h 424"/>
                <a:gd name="T54" fmla="*/ 1 w 244"/>
                <a:gd name="T55" fmla="*/ 3 h 424"/>
                <a:gd name="T56" fmla="*/ 1 w 244"/>
                <a:gd name="T57" fmla="*/ 3 h 424"/>
                <a:gd name="T58" fmla="*/ 1 w 244"/>
                <a:gd name="T59" fmla="*/ 3 h 424"/>
                <a:gd name="T60" fmla="*/ 1 w 244"/>
                <a:gd name="T61" fmla="*/ 3 h 424"/>
                <a:gd name="T62" fmla="*/ 1 w 244"/>
                <a:gd name="T63" fmla="*/ 3 h 424"/>
                <a:gd name="T64" fmla="*/ 0 w 244"/>
                <a:gd name="T65" fmla="*/ 3 h 424"/>
                <a:gd name="T66" fmla="*/ 0 w 244"/>
                <a:gd name="T67" fmla="*/ 3 h 424"/>
                <a:gd name="T68" fmla="*/ 0 w 244"/>
                <a:gd name="T69" fmla="*/ 3 h 424"/>
                <a:gd name="T70" fmla="*/ 0 w 244"/>
                <a:gd name="T71" fmla="*/ 3 h 424"/>
                <a:gd name="T72" fmla="*/ 0 w 244"/>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4"/>
                <a:gd name="T113" fmla="*/ 244 w 244"/>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4">
                  <a:moveTo>
                    <a:pt x="0" y="424"/>
                  </a:moveTo>
                  <a:lnTo>
                    <a:pt x="0" y="424"/>
                  </a:lnTo>
                  <a:lnTo>
                    <a:pt x="25" y="422"/>
                  </a:lnTo>
                  <a:lnTo>
                    <a:pt x="50" y="416"/>
                  </a:lnTo>
                  <a:lnTo>
                    <a:pt x="73" y="405"/>
                  </a:lnTo>
                  <a:lnTo>
                    <a:pt x="96" y="390"/>
                  </a:lnTo>
                  <a:lnTo>
                    <a:pt x="118" y="373"/>
                  </a:lnTo>
                  <a:lnTo>
                    <a:pt x="138" y="350"/>
                  </a:lnTo>
                  <a:lnTo>
                    <a:pt x="155" y="326"/>
                  </a:lnTo>
                  <a:lnTo>
                    <a:pt x="173" y="299"/>
                  </a:lnTo>
                  <a:lnTo>
                    <a:pt x="189" y="268"/>
                  </a:lnTo>
                  <a:lnTo>
                    <a:pt x="203" y="235"/>
                  </a:lnTo>
                  <a:lnTo>
                    <a:pt x="215" y="201"/>
                  </a:lnTo>
                  <a:lnTo>
                    <a:pt x="226" y="163"/>
                  </a:lnTo>
                  <a:lnTo>
                    <a:pt x="234" y="125"/>
                  </a:lnTo>
                  <a:lnTo>
                    <a:pt x="240" y="85"/>
                  </a:lnTo>
                  <a:lnTo>
                    <a:pt x="243" y="42"/>
                  </a:lnTo>
                  <a:lnTo>
                    <a:pt x="244" y="0"/>
                  </a:lnTo>
                  <a:lnTo>
                    <a:pt x="233" y="0"/>
                  </a:lnTo>
                  <a:lnTo>
                    <a:pt x="232" y="42"/>
                  </a:lnTo>
                  <a:lnTo>
                    <a:pt x="228" y="83"/>
                  </a:lnTo>
                  <a:lnTo>
                    <a:pt x="222" y="123"/>
                  </a:lnTo>
                  <a:lnTo>
                    <a:pt x="214" y="160"/>
                  </a:lnTo>
                  <a:lnTo>
                    <a:pt x="203" y="197"/>
                  </a:lnTo>
                  <a:lnTo>
                    <a:pt x="192" y="231"/>
                  </a:lnTo>
                  <a:lnTo>
                    <a:pt x="178" y="263"/>
                  </a:lnTo>
                  <a:lnTo>
                    <a:pt x="164" y="292"/>
                  </a:lnTo>
                  <a:lnTo>
                    <a:pt x="146" y="319"/>
                  </a:lnTo>
                  <a:lnTo>
                    <a:pt x="129" y="343"/>
                  </a:lnTo>
                  <a:lnTo>
                    <a:pt x="109" y="363"/>
                  </a:lnTo>
                  <a:lnTo>
                    <a:pt x="89" y="381"/>
                  </a:lnTo>
                  <a:lnTo>
                    <a:pt x="66" y="394"/>
                  </a:lnTo>
                  <a:lnTo>
                    <a:pt x="45" y="404"/>
                  </a:lnTo>
                  <a:lnTo>
                    <a:pt x="23" y="410"/>
                  </a:lnTo>
                  <a:lnTo>
                    <a:pt x="0" y="412"/>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3096" name="Freeform 54"/>
            <p:cNvSpPr>
              <a:spLocks/>
            </p:cNvSpPr>
            <p:nvPr/>
          </p:nvSpPr>
          <p:spPr bwMode="auto">
            <a:xfrm>
              <a:off x="915" y="1830"/>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1" y="42"/>
                  </a:lnTo>
                  <a:lnTo>
                    <a:pt x="4" y="85"/>
                  </a:lnTo>
                  <a:lnTo>
                    <a:pt x="10" y="125"/>
                  </a:lnTo>
                  <a:lnTo>
                    <a:pt x="19" y="163"/>
                  </a:lnTo>
                  <a:lnTo>
                    <a:pt x="29" y="201"/>
                  </a:lnTo>
                  <a:lnTo>
                    <a:pt x="41" y="235"/>
                  </a:lnTo>
                  <a:lnTo>
                    <a:pt x="55" y="268"/>
                  </a:lnTo>
                  <a:lnTo>
                    <a:pt x="71" y="299"/>
                  </a:lnTo>
                  <a:lnTo>
                    <a:pt x="89" y="326"/>
                  </a:lnTo>
                  <a:lnTo>
                    <a:pt x="106" y="350"/>
                  </a:lnTo>
                  <a:lnTo>
                    <a:pt x="126" y="373"/>
                  </a:lnTo>
                  <a:lnTo>
                    <a:pt x="149" y="390"/>
                  </a:lnTo>
                  <a:lnTo>
                    <a:pt x="171" y="405"/>
                  </a:lnTo>
                  <a:lnTo>
                    <a:pt x="194" y="416"/>
                  </a:lnTo>
                  <a:lnTo>
                    <a:pt x="219" y="422"/>
                  </a:lnTo>
                  <a:lnTo>
                    <a:pt x="245" y="424"/>
                  </a:lnTo>
                  <a:lnTo>
                    <a:pt x="245" y="412"/>
                  </a:lnTo>
                  <a:lnTo>
                    <a:pt x="221" y="410"/>
                  </a:lnTo>
                  <a:lnTo>
                    <a:pt x="199" y="404"/>
                  </a:lnTo>
                  <a:lnTo>
                    <a:pt x="178" y="394"/>
                  </a:lnTo>
                  <a:lnTo>
                    <a:pt x="156" y="381"/>
                  </a:lnTo>
                  <a:lnTo>
                    <a:pt x="136" y="363"/>
                  </a:lnTo>
                  <a:lnTo>
                    <a:pt x="116" y="343"/>
                  </a:lnTo>
                  <a:lnTo>
                    <a:pt x="98" y="319"/>
                  </a:lnTo>
                  <a:lnTo>
                    <a:pt x="81" y="292"/>
                  </a:lnTo>
                  <a:lnTo>
                    <a:pt x="67" y="263"/>
                  </a:lnTo>
                  <a:lnTo>
                    <a:pt x="52" y="231"/>
                  </a:lnTo>
                  <a:lnTo>
                    <a:pt x="41" y="197"/>
                  </a:lnTo>
                  <a:lnTo>
                    <a:pt x="30" y="160"/>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3097" name="Freeform 55"/>
            <p:cNvSpPr>
              <a:spLocks/>
            </p:cNvSpPr>
            <p:nvPr/>
          </p:nvSpPr>
          <p:spPr bwMode="auto">
            <a:xfrm>
              <a:off x="915" y="1745"/>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0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19" y="2"/>
                  </a:lnTo>
                  <a:lnTo>
                    <a:pt x="194" y="8"/>
                  </a:lnTo>
                  <a:lnTo>
                    <a:pt x="171" y="19"/>
                  </a:lnTo>
                  <a:lnTo>
                    <a:pt x="149" y="34"/>
                  </a:lnTo>
                  <a:lnTo>
                    <a:pt x="126" y="52"/>
                  </a:lnTo>
                  <a:lnTo>
                    <a:pt x="106" y="74"/>
                  </a:lnTo>
                  <a:lnTo>
                    <a:pt x="89" y="99"/>
                  </a:lnTo>
                  <a:lnTo>
                    <a:pt x="70" y="126"/>
                  </a:lnTo>
                  <a:lnTo>
                    <a:pt x="55" y="157"/>
                  </a:lnTo>
                  <a:lnTo>
                    <a:pt x="41" y="189"/>
                  </a:lnTo>
                  <a:lnTo>
                    <a:pt x="29" y="224"/>
                  </a:lnTo>
                  <a:lnTo>
                    <a:pt x="19" y="262"/>
                  </a:lnTo>
                  <a:lnTo>
                    <a:pt x="10" y="300"/>
                  </a:lnTo>
                  <a:lnTo>
                    <a:pt x="4" y="340"/>
                  </a:lnTo>
                  <a:lnTo>
                    <a:pt x="1" y="383"/>
                  </a:lnTo>
                  <a:lnTo>
                    <a:pt x="0" y="426"/>
                  </a:lnTo>
                  <a:lnTo>
                    <a:pt x="11" y="426"/>
                  </a:lnTo>
                  <a:lnTo>
                    <a:pt x="13" y="383"/>
                  </a:lnTo>
                  <a:lnTo>
                    <a:pt x="16" y="342"/>
                  </a:lnTo>
                  <a:lnTo>
                    <a:pt x="22" y="303"/>
                  </a:lnTo>
                  <a:lnTo>
                    <a:pt x="30" y="264"/>
                  </a:lnTo>
                  <a:lnTo>
                    <a:pt x="41" y="229"/>
                  </a:lnTo>
                  <a:lnTo>
                    <a:pt x="52" y="194"/>
                  </a:lnTo>
                  <a:lnTo>
                    <a:pt x="67" y="162"/>
                  </a:lnTo>
                  <a:lnTo>
                    <a:pt x="82" y="133"/>
                  </a:lnTo>
                  <a:lnTo>
                    <a:pt x="98" y="106"/>
                  </a:lnTo>
                  <a:lnTo>
                    <a:pt x="116" y="81"/>
                  </a:lnTo>
                  <a:lnTo>
                    <a:pt x="136" y="61"/>
                  </a:lnTo>
                  <a:lnTo>
                    <a:pt x="156" y="43"/>
                  </a:lnTo>
                  <a:lnTo>
                    <a:pt x="178" y="31"/>
                  </a:lnTo>
                  <a:lnTo>
                    <a:pt x="199" y="20"/>
                  </a:lnTo>
                  <a:lnTo>
                    <a:pt x="221"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3098" name="Freeform 56"/>
            <p:cNvSpPr>
              <a:spLocks/>
            </p:cNvSpPr>
            <p:nvPr/>
          </p:nvSpPr>
          <p:spPr bwMode="auto">
            <a:xfrm>
              <a:off x="1140" y="2087"/>
              <a:ext cx="49" cy="85"/>
            </a:xfrm>
            <a:custGeom>
              <a:avLst/>
              <a:gdLst>
                <a:gd name="T0" fmla="*/ 2 w 246"/>
                <a:gd name="T1" fmla="*/ 3 h 424"/>
                <a:gd name="T2" fmla="*/ 2 w 246"/>
                <a:gd name="T3" fmla="*/ 3 h 424"/>
                <a:gd name="T4" fmla="*/ 2 w 246"/>
                <a:gd name="T5" fmla="*/ 3 h 424"/>
                <a:gd name="T6" fmla="*/ 2 w 246"/>
                <a:gd name="T7" fmla="*/ 3 h 424"/>
                <a:gd name="T8" fmla="*/ 2 w 246"/>
                <a:gd name="T9" fmla="*/ 2 h 424"/>
                <a:gd name="T10" fmla="*/ 2 w 246"/>
                <a:gd name="T11" fmla="*/ 2 h 424"/>
                <a:gd name="T12" fmla="*/ 2 w 246"/>
                <a:gd name="T13" fmla="*/ 2 h 424"/>
                <a:gd name="T14" fmla="*/ 2 w 246"/>
                <a:gd name="T15" fmla="*/ 2 h 424"/>
                <a:gd name="T16" fmla="*/ 2 w 246"/>
                <a:gd name="T17" fmla="*/ 1 h 424"/>
                <a:gd name="T18" fmla="*/ 1 w 246"/>
                <a:gd name="T19" fmla="*/ 1 h 424"/>
                <a:gd name="T20" fmla="*/ 1 w 246"/>
                <a:gd name="T21" fmla="*/ 1 h 424"/>
                <a:gd name="T22" fmla="*/ 1 w 246"/>
                <a:gd name="T23" fmla="*/ 1 h 424"/>
                <a:gd name="T24" fmla="*/ 1 w 246"/>
                <a:gd name="T25" fmla="*/ 0 h 424"/>
                <a:gd name="T26" fmla="*/ 1 w 246"/>
                <a:gd name="T27" fmla="*/ 0 h 424"/>
                <a:gd name="T28" fmla="*/ 1 w 246"/>
                <a:gd name="T29" fmla="*/ 0 h 424"/>
                <a:gd name="T30" fmla="*/ 0 w 246"/>
                <a:gd name="T31" fmla="*/ 0 h 424"/>
                <a:gd name="T32" fmla="*/ 0 w 246"/>
                <a:gd name="T33" fmla="*/ 0 h 424"/>
                <a:gd name="T34" fmla="*/ 0 w 246"/>
                <a:gd name="T35" fmla="*/ 0 h 424"/>
                <a:gd name="T36" fmla="*/ 0 w 246"/>
                <a:gd name="T37" fmla="*/ 0 h 424"/>
                <a:gd name="T38" fmla="*/ 0 w 246"/>
                <a:gd name="T39" fmla="*/ 0 h 424"/>
                <a:gd name="T40" fmla="*/ 0 w 246"/>
                <a:gd name="T41" fmla="*/ 0 h 424"/>
                <a:gd name="T42" fmla="*/ 1 w 246"/>
                <a:gd name="T43" fmla="*/ 0 h 424"/>
                <a:gd name="T44" fmla="*/ 1 w 246"/>
                <a:gd name="T45" fmla="*/ 0 h 424"/>
                <a:gd name="T46" fmla="*/ 1 w 246"/>
                <a:gd name="T47" fmla="*/ 0 h 424"/>
                <a:gd name="T48" fmla="*/ 1 w 246"/>
                <a:gd name="T49" fmla="*/ 1 h 424"/>
                <a:gd name="T50" fmla="*/ 1 w 246"/>
                <a:gd name="T51" fmla="*/ 1 h 424"/>
                <a:gd name="T52" fmla="*/ 1 w 246"/>
                <a:gd name="T53" fmla="*/ 1 h 424"/>
                <a:gd name="T54" fmla="*/ 1 w 246"/>
                <a:gd name="T55" fmla="*/ 1 h 424"/>
                <a:gd name="T56" fmla="*/ 2 w 246"/>
                <a:gd name="T57" fmla="*/ 2 h 424"/>
                <a:gd name="T58" fmla="*/ 2 w 246"/>
                <a:gd name="T59" fmla="*/ 2 h 424"/>
                <a:gd name="T60" fmla="*/ 2 w 246"/>
                <a:gd name="T61" fmla="*/ 2 h 424"/>
                <a:gd name="T62" fmla="*/ 2 w 246"/>
                <a:gd name="T63" fmla="*/ 2 h 424"/>
                <a:gd name="T64" fmla="*/ 2 w 246"/>
                <a:gd name="T65" fmla="*/ 3 h 424"/>
                <a:gd name="T66" fmla="*/ 2 w 246"/>
                <a:gd name="T67" fmla="*/ 3 h 424"/>
                <a:gd name="T68" fmla="*/ 2 w 246"/>
                <a:gd name="T69" fmla="*/ 3 h 424"/>
                <a:gd name="T70" fmla="*/ 2 w 246"/>
                <a:gd name="T71" fmla="*/ 3 h 424"/>
                <a:gd name="T72" fmla="*/ 2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424"/>
                  </a:moveTo>
                  <a:lnTo>
                    <a:pt x="246" y="424"/>
                  </a:lnTo>
                  <a:lnTo>
                    <a:pt x="244" y="382"/>
                  </a:lnTo>
                  <a:lnTo>
                    <a:pt x="241" y="338"/>
                  </a:lnTo>
                  <a:lnTo>
                    <a:pt x="235" y="298"/>
                  </a:lnTo>
                  <a:lnTo>
                    <a:pt x="227" y="261"/>
                  </a:lnTo>
                  <a:lnTo>
                    <a:pt x="216" y="222"/>
                  </a:lnTo>
                  <a:lnTo>
                    <a:pt x="205" y="188"/>
                  </a:lnTo>
                  <a:lnTo>
                    <a:pt x="190" y="155"/>
                  </a:lnTo>
                  <a:lnTo>
                    <a:pt x="174" y="125"/>
                  </a:lnTo>
                  <a:lnTo>
                    <a:pt x="157" y="98"/>
                  </a:lnTo>
                  <a:lnTo>
                    <a:pt x="138" y="73"/>
                  </a:lnTo>
                  <a:lnTo>
                    <a:pt x="118" y="51"/>
                  </a:lnTo>
                  <a:lnTo>
                    <a:pt x="96" y="34"/>
                  </a:lnTo>
                  <a:lnTo>
                    <a:pt x="74" y="18"/>
                  </a:lnTo>
                  <a:lnTo>
                    <a:pt x="50" y="8"/>
                  </a:lnTo>
                  <a:lnTo>
                    <a:pt x="25" y="2"/>
                  </a:lnTo>
                  <a:lnTo>
                    <a:pt x="0" y="0"/>
                  </a:lnTo>
                  <a:lnTo>
                    <a:pt x="0" y="11"/>
                  </a:lnTo>
                  <a:lnTo>
                    <a:pt x="23" y="14"/>
                  </a:lnTo>
                  <a:lnTo>
                    <a:pt x="45" y="19"/>
                  </a:lnTo>
                  <a:lnTo>
                    <a:pt x="67" y="30"/>
                  </a:lnTo>
                  <a:lnTo>
                    <a:pt x="89" y="43"/>
                  </a:lnTo>
                  <a:lnTo>
                    <a:pt x="108" y="60"/>
                  </a:lnTo>
                  <a:lnTo>
                    <a:pt x="128" y="80"/>
                  </a:lnTo>
                  <a:lnTo>
                    <a:pt x="147" y="105"/>
                  </a:lnTo>
                  <a:lnTo>
                    <a:pt x="165" y="132"/>
                  </a:lnTo>
                  <a:lnTo>
                    <a:pt x="179" y="160"/>
                  </a:lnTo>
                  <a:lnTo>
                    <a:pt x="193" y="193"/>
                  </a:lnTo>
                  <a:lnTo>
                    <a:pt x="205" y="227"/>
                  </a:lnTo>
                  <a:lnTo>
                    <a:pt x="215" y="263"/>
                  </a:lnTo>
                  <a:lnTo>
                    <a:pt x="223" y="301"/>
                  </a:lnTo>
                  <a:lnTo>
                    <a:pt x="229" y="341"/>
                  </a:lnTo>
                  <a:lnTo>
                    <a:pt x="233" y="382"/>
                  </a:lnTo>
                  <a:lnTo>
                    <a:pt x="234" y="424"/>
                  </a:lnTo>
                  <a:lnTo>
                    <a:pt x="246"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3099" name="Freeform 57"/>
            <p:cNvSpPr>
              <a:spLocks/>
            </p:cNvSpPr>
            <p:nvPr/>
          </p:nvSpPr>
          <p:spPr bwMode="auto">
            <a:xfrm>
              <a:off x="1140" y="2172"/>
              <a:ext cx="49" cy="85"/>
            </a:xfrm>
            <a:custGeom>
              <a:avLst/>
              <a:gdLst>
                <a:gd name="T0" fmla="*/ 0 w 246"/>
                <a:gd name="T1" fmla="*/ 3 h 426"/>
                <a:gd name="T2" fmla="*/ 0 w 246"/>
                <a:gd name="T3" fmla="*/ 3 h 426"/>
                <a:gd name="T4" fmla="*/ 0 w 246"/>
                <a:gd name="T5" fmla="*/ 3 h 426"/>
                <a:gd name="T6" fmla="*/ 0 w 246"/>
                <a:gd name="T7" fmla="*/ 3 h 426"/>
                <a:gd name="T8" fmla="*/ 1 w 246"/>
                <a:gd name="T9" fmla="*/ 3 h 426"/>
                <a:gd name="T10" fmla="*/ 1 w 246"/>
                <a:gd name="T11" fmla="*/ 3 h 426"/>
                <a:gd name="T12" fmla="*/ 1 w 246"/>
                <a:gd name="T13" fmla="*/ 3 h 426"/>
                <a:gd name="T14" fmla="*/ 1 w 246"/>
                <a:gd name="T15" fmla="*/ 3 h 426"/>
                <a:gd name="T16" fmla="*/ 1 w 246"/>
                <a:gd name="T17" fmla="*/ 3 h 426"/>
                <a:gd name="T18" fmla="*/ 1 w 246"/>
                <a:gd name="T19" fmla="*/ 2 h 426"/>
                <a:gd name="T20" fmla="*/ 2 w 246"/>
                <a:gd name="T21" fmla="*/ 2 h 426"/>
                <a:gd name="T22" fmla="*/ 2 w 246"/>
                <a:gd name="T23" fmla="*/ 2 h 426"/>
                <a:gd name="T24" fmla="*/ 2 w 246"/>
                <a:gd name="T25" fmla="*/ 2 h 426"/>
                <a:gd name="T26" fmla="*/ 2 w 246"/>
                <a:gd name="T27" fmla="*/ 1 h 426"/>
                <a:gd name="T28" fmla="*/ 2 w 246"/>
                <a:gd name="T29" fmla="*/ 1 h 426"/>
                <a:gd name="T30" fmla="*/ 2 w 246"/>
                <a:gd name="T31" fmla="*/ 1 h 426"/>
                <a:gd name="T32" fmla="*/ 2 w 246"/>
                <a:gd name="T33" fmla="*/ 0 h 426"/>
                <a:gd name="T34" fmla="*/ 2 w 246"/>
                <a:gd name="T35" fmla="*/ 0 h 426"/>
                <a:gd name="T36" fmla="*/ 2 w 246"/>
                <a:gd name="T37" fmla="*/ 0 h 426"/>
                <a:gd name="T38" fmla="*/ 2 w 246"/>
                <a:gd name="T39" fmla="*/ 0 h 426"/>
                <a:gd name="T40" fmla="*/ 2 w 246"/>
                <a:gd name="T41" fmla="*/ 1 h 426"/>
                <a:gd name="T42" fmla="*/ 2 w 246"/>
                <a:gd name="T43" fmla="*/ 1 h 426"/>
                <a:gd name="T44" fmla="*/ 2 w 246"/>
                <a:gd name="T45" fmla="*/ 1 h 426"/>
                <a:gd name="T46" fmla="*/ 2 w 246"/>
                <a:gd name="T47" fmla="*/ 2 h 426"/>
                <a:gd name="T48" fmla="*/ 2 w 246"/>
                <a:gd name="T49" fmla="*/ 2 h 426"/>
                <a:gd name="T50" fmla="*/ 1 w 246"/>
                <a:gd name="T51" fmla="*/ 2 h 426"/>
                <a:gd name="T52" fmla="*/ 1 w 246"/>
                <a:gd name="T53" fmla="*/ 2 h 426"/>
                <a:gd name="T54" fmla="*/ 1 w 246"/>
                <a:gd name="T55" fmla="*/ 3 h 426"/>
                <a:gd name="T56" fmla="*/ 1 w 246"/>
                <a:gd name="T57" fmla="*/ 3 h 426"/>
                <a:gd name="T58" fmla="*/ 1 w 246"/>
                <a:gd name="T59" fmla="*/ 3 h 426"/>
                <a:gd name="T60" fmla="*/ 1 w 246"/>
                <a:gd name="T61" fmla="*/ 3 h 426"/>
                <a:gd name="T62" fmla="*/ 1 w 246"/>
                <a:gd name="T63" fmla="*/ 3 h 426"/>
                <a:gd name="T64" fmla="*/ 0 w 246"/>
                <a:gd name="T65" fmla="*/ 3 h 426"/>
                <a:gd name="T66" fmla="*/ 0 w 246"/>
                <a:gd name="T67" fmla="*/ 3 h 426"/>
                <a:gd name="T68" fmla="*/ 0 w 246"/>
                <a:gd name="T69" fmla="*/ 3 h 426"/>
                <a:gd name="T70" fmla="*/ 0 w 246"/>
                <a:gd name="T71" fmla="*/ 3 h 426"/>
                <a:gd name="T72" fmla="*/ 0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426"/>
                  </a:moveTo>
                  <a:lnTo>
                    <a:pt x="0" y="426"/>
                  </a:lnTo>
                  <a:lnTo>
                    <a:pt x="25" y="423"/>
                  </a:lnTo>
                  <a:lnTo>
                    <a:pt x="50" y="417"/>
                  </a:lnTo>
                  <a:lnTo>
                    <a:pt x="74" y="407"/>
                  </a:lnTo>
                  <a:lnTo>
                    <a:pt x="96" y="392"/>
                  </a:lnTo>
                  <a:lnTo>
                    <a:pt x="118" y="373"/>
                  </a:lnTo>
                  <a:lnTo>
                    <a:pt x="138" y="350"/>
                  </a:lnTo>
                  <a:lnTo>
                    <a:pt x="157" y="327"/>
                  </a:lnTo>
                  <a:lnTo>
                    <a:pt x="175" y="299"/>
                  </a:lnTo>
                  <a:lnTo>
                    <a:pt x="190" y="268"/>
                  </a:lnTo>
                  <a:lnTo>
                    <a:pt x="205" y="236"/>
                  </a:lnTo>
                  <a:lnTo>
                    <a:pt x="216" y="202"/>
                  </a:lnTo>
                  <a:lnTo>
                    <a:pt x="227" y="164"/>
                  </a:lnTo>
                  <a:lnTo>
                    <a:pt x="235" y="125"/>
                  </a:lnTo>
                  <a:lnTo>
                    <a:pt x="241" y="86"/>
                  </a:lnTo>
                  <a:lnTo>
                    <a:pt x="244" y="42"/>
                  </a:lnTo>
                  <a:lnTo>
                    <a:pt x="246" y="0"/>
                  </a:lnTo>
                  <a:lnTo>
                    <a:pt x="234" y="0"/>
                  </a:lnTo>
                  <a:lnTo>
                    <a:pt x="233" y="42"/>
                  </a:lnTo>
                  <a:lnTo>
                    <a:pt x="229" y="83"/>
                  </a:lnTo>
                  <a:lnTo>
                    <a:pt x="223" y="123"/>
                  </a:lnTo>
                  <a:lnTo>
                    <a:pt x="215" y="162"/>
                  </a:lnTo>
                  <a:lnTo>
                    <a:pt x="205" y="197"/>
                  </a:lnTo>
                  <a:lnTo>
                    <a:pt x="193" y="231"/>
                  </a:lnTo>
                  <a:lnTo>
                    <a:pt x="179" y="264"/>
                  </a:lnTo>
                  <a:lnTo>
                    <a:pt x="164" y="292"/>
                  </a:lnTo>
                  <a:lnTo>
                    <a:pt x="147" y="320"/>
                  </a:lnTo>
                  <a:lnTo>
                    <a:pt x="128" y="343"/>
                  </a:lnTo>
                  <a:lnTo>
                    <a:pt x="108" y="363"/>
                  </a:lnTo>
                  <a:lnTo>
                    <a:pt x="89" y="382"/>
                  </a:lnTo>
                  <a:lnTo>
                    <a:pt x="67" y="395"/>
                  </a:lnTo>
                  <a:lnTo>
                    <a:pt x="45" y="406"/>
                  </a:lnTo>
                  <a:lnTo>
                    <a:pt x="23" y="411"/>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3100" name="Freeform 58"/>
            <p:cNvSpPr>
              <a:spLocks/>
            </p:cNvSpPr>
            <p:nvPr/>
          </p:nvSpPr>
          <p:spPr bwMode="auto">
            <a:xfrm>
              <a:off x="1091" y="2172"/>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4" y="86"/>
                  </a:lnTo>
                  <a:lnTo>
                    <a:pt x="10" y="125"/>
                  </a:lnTo>
                  <a:lnTo>
                    <a:pt x="18" y="164"/>
                  </a:lnTo>
                  <a:lnTo>
                    <a:pt x="29" y="202"/>
                  </a:lnTo>
                  <a:lnTo>
                    <a:pt x="41" y="236"/>
                  </a:lnTo>
                  <a:lnTo>
                    <a:pt x="55" y="268"/>
                  </a:lnTo>
                  <a:lnTo>
                    <a:pt x="70" y="299"/>
                  </a:lnTo>
                  <a:lnTo>
                    <a:pt x="89" y="327"/>
                  </a:lnTo>
                  <a:lnTo>
                    <a:pt x="106" y="350"/>
                  </a:lnTo>
                  <a:lnTo>
                    <a:pt x="126" y="373"/>
                  </a:lnTo>
                  <a:lnTo>
                    <a:pt x="148" y="392"/>
                  </a:lnTo>
                  <a:lnTo>
                    <a:pt x="171" y="407"/>
                  </a:lnTo>
                  <a:lnTo>
                    <a:pt x="194" y="417"/>
                  </a:lnTo>
                  <a:lnTo>
                    <a:pt x="219" y="423"/>
                  </a:lnTo>
                  <a:lnTo>
                    <a:pt x="245" y="426"/>
                  </a:lnTo>
                  <a:lnTo>
                    <a:pt x="245" y="414"/>
                  </a:lnTo>
                  <a:lnTo>
                    <a:pt x="221" y="411"/>
                  </a:lnTo>
                  <a:lnTo>
                    <a:pt x="199" y="406"/>
                  </a:lnTo>
                  <a:lnTo>
                    <a:pt x="178" y="395"/>
                  </a:lnTo>
                  <a:lnTo>
                    <a:pt x="155" y="382"/>
                  </a:lnTo>
                  <a:lnTo>
                    <a:pt x="136" y="363"/>
                  </a:lnTo>
                  <a:lnTo>
                    <a:pt x="116" y="343"/>
                  </a:lnTo>
                  <a:lnTo>
                    <a:pt x="98" y="320"/>
                  </a:lnTo>
                  <a:lnTo>
                    <a:pt x="82" y="292"/>
                  </a:lnTo>
                  <a:lnTo>
                    <a:pt x="66" y="264"/>
                  </a:lnTo>
                  <a:lnTo>
                    <a:pt x="52" y="231"/>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3101" name="Freeform 59"/>
            <p:cNvSpPr>
              <a:spLocks/>
            </p:cNvSpPr>
            <p:nvPr/>
          </p:nvSpPr>
          <p:spPr bwMode="auto">
            <a:xfrm>
              <a:off x="1091" y="2087"/>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4" y="8"/>
                  </a:lnTo>
                  <a:lnTo>
                    <a:pt x="171" y="18"/>
                  </a:lnTo>
                  <a:lnTo>
                    <a:pt x="148" y="34"/>
                  </a:lnTo>
                  <a:lnTo>
                    <a:pt x="126" y="51"/>
                  </a:lnTo>
                  <a:lnTo>
                    <a:pt x="106" y="73"/>
                  </a:lnTo>
                  <a:lnTo>
                    <a:pt x="89" y="98"/>
                  </a:lnTo>
                  <a:lnTo>
                    <a:pt x="71" y="125"/>
                  </a:lnTo>
                  <a:lnTo>
                    <a:pt x="55" y="155"/>
                  </a:lnTo>
                  <a:lnTo>
                    <a:pt x="41" y="188"/>
                  </a:lnTo>
                  <a:lnTo>
                    <a:pt x="29" y="222"/>
                  </a:lnTo>
                  <a:lnTo>
                    <a:pt x="18" y="261"/>
                  </a:lnTo>
                  <a:lnTo>
                    <a:pt x="10" y="298"/>
                  </a:lnTo>
                  <a:lnTo>
                    <a:pt x="4" y="338"/>
                  </a:lnTo>
                  <a:lnTo>
                    <a:pt x="1" y="382"/>
                  </a:lnTo>
                  <a:lnTo>
                    <a:pt x="0" y="424"/>
                  </a:lnTo>
                  <a:lnTo>
                    <a:pt x="11" y="424"/>
                  </a:lnTo>
                  <a:lnTo>
                    <a:pt x="13" y="382"/>
                  </a:lnTo>
                  <a:lnTo>
                    <a:pt x="16" y="341"/>
                  </a:lnTo>
                  <a:lnTo>
                    <a:pt x="22" y="301"/>
                  </a:lnTo>
                  <a:lnTo>
                    <a:pt x="30" y="263"/>
                  </a:lnTo>
                  <a:lnTo>
                    <a:pt x="41" y="227"/>
                  </a:lnTo>
                  <a:lnTo>
                    <a:pt x="52" y="193"/>
                  </a:lnTo>
                  <a:lnTo>
                    <a:pt x="66" y="160"/>
                  </a:lnTo>
                  <a:lnTo>
                    <a:pt x="80" y="132"/>
                  </a:lnTo>
                  <a:lnTo>
                    <a:pt x="98" y="105"/>
                  </a:lnTo>
                  <a:lnTo>
                    <a:pt x="116" y="80"/>
                  </a:lnTo>
                  <a:lnTo>
                    <a:pt x="136" y="60"/>
                  </a:lnTo>
                  <a:lnTo>
                    <a:pt x="155" y="43"/>
                  </a:lnTo>
                  <a:lnTo>
                    <a:pt x="178" y="30"/>
                  </a:lnTo>
                  <a:lnTo>
                    <a:pt x="199" y="19"/>
                  </a:lnTo>
                  <a:lnTo>
                    <a:pt x="221" y="14"/>
                  </a:lnTo>
                  <a:lnTo>
                    <a:pt x="245" y="11"/>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3102" name="Freeform 60"/>
            <p:cNvSpPr>
              <a:spLocks/>
            </p:cNvSpPr>
            <p:nvPr/>
          </p:nvSpPr>
          <p:spPr bwMode="auto">
            <a:xfrm>
              <a:off x="1392" y="2118"/>
              <a:ext cx="49" cy="85"/>
            </a:xfrm>
            <a:custGeom>
              <a:avLst/>
              <a:gdLst>
                <a:gd name="T0" fmla="*/ 2 w 246"/>
                <a:gd name="T1" fmla="*/ 3 h 426"/>
                <a:gd name="T2" fmla="*/ 2 w 246"/>
                <a:gd name="T3" fmla="*/ 3 h 426"/>
                <a:gd name="T4" fmla="*/ 2 w 246"/>
                <a:gd name="T5" fmla="*/ 3 h 426"/>
                <a:gd name="T6" fmla="*/ 2 w 246"/>
                <a:gd name="T7" fmla="*/ 3 h 426"/>
                <a:gd name="T8" fmla="*/ 2 w 246"/>
                <a:gd name="T9" fmla="*/ 2 h 426"/>
                <a:gd name="T10" fmla="*/ 2 w 246"/>
                <a:gd name="T11" fmla="*/ 2 h 426"/>
                <a:gd name="T12" fmla="*/ 2 w 246"/>
                <a:gd name="T13" fmla="*/ 2 h 426"/>
                <a:gd name="T14" fmla="*/ 2 w 246"/>
                <a:gd name="T15" fmla="*/ 2 h 426"/>
                <a:gd name="T16" fmla="*/ 2 w 246"/>
                <a:gd name="T17" fmla="*/ 1 h 426"/>
                <a:gd name="T18" fmla="*/ 1 w 246"/>
                <a:gd name="T19" fmla="*/ 1 h 426"/>
                <a:gd name="T20" fmla="*/ 1 w 246"/>
                <a:gd name="T21" fmla="*/ 1 h 426"/>
                <a:gd name="T22" fmla="*/ 1 w 246"/>
                <a:gd name="T23" fmla="*/ 1 h 426"/>
                <a:gd name="T24" fmla="*/ 1 w 246"/>
                <a:gd name="T25" fmla="*/ 0 h 426"/>
                <a:gd name="T26" fmla="*/ 1 w 246"/>
                <a:gd name="T27" fmla="*/ 0 h 426"/>
                <a:gd name="T28" fmla="*/ 1 w 246"/>
                <a:gd name="T29" fmla="*/ 0 h 426"/>
                <a:gd name="T30" fmla="*/ 0 w 246"/>
                <a:gd name="T31" fmla="*/ 0 h 426"/>
                <a:gd name="T32" fmla="*/ 0 w 246"/>
                <a:gd name="T33" fmla="*/ 0 h 426"/>
                <a:gd name="T34" fmla="*/ 0 w 246"/>
                <a:gd name="T35" fmla="*/ 0 h 426"/>
                <a:gd name="T36" fmla="*/ 0 w 246"/>
                <a:gd name="T37" fmla="*/ 0 h 426"/>
                <a:gd name="T38" fmla="*/ 0 w 246"/>
                <a:gd name="T39" fmla="*/ 0 h 426"/>
                <a:gd name="T40" fmla="*/ 0 w 246"/>
                <a:gd name="T41" fmla="*/ 0 h 426"/>
                <a:gd name="T42" fmla="*/ 1 w 246"/>
                <a:gd name="T43" fmla="*/ 0 h 426"/>
                <a:gd name="T44" fmla="*/ 1 w 246"/>
                <a:gd name="T45" fmla="*/ 0 h 426"/>
                <a:gd name="T46" fmla="*/ 1 w 246"/>
                <a:gd name="T47" fmla="*/ 1 h 426"/>
                <a:gd name="T48" fmla="*/ 1 w 246"/>
                <a:gd name="T49" fmla="*/ 1 h 426"/>
                <a:gd name="T50" fmla="*/ 1 w 246"/>
                <a:gd name="T51" fmla="*/ 1 h 426"/>
                <a:gd name="T52" fmla="*/ 1 w 246"/>
                <a:gd name="T53" fmla="*/ 1 h 426"/>
                <a:gd name="T54" fmla="*/ 1 w 246"/>
                <a:gd name="T55" fmla="*/ 1 h 426"/>
                <a:gd name="T56" fmla="*/ 2 w 246"/>
                <a:gd name="T57" fmla="*/ 2 h 426"/>
                <a:gd name="T58" fmla="*/ 2 w 246"/>
                <a:gd name="T59" fmla="*/ 2 h 426"/>
                <a:gd name="T60" fmla="*/ 2 w 246"/>
                <a:gd name="T61" fmla="*/ 2 h 426"/>
                <a:gd name="T62" fmla="*/ 2 w 246"/>
                <a:gd name="T63" fmla="*/ 2 h 426"/>
                <a:gd name="T64" fmla="*/ 2 w 246"/>
                <a:gd name="T65" fmla="*/ 3 h 426"/>
                <a:gd name="T66" fmla="*/ 2 w 246"/>
                <a:gd name="T67" fmla="*/ 3 h 426"/>
                <a:gd name="T68" fmla="*/ 2 w 246"/>
                <a:gd name="T69" fmla="*/ 3 h 426"/>
                <a:gd name="T70" fmla="*/ 2 w 246"/>
                <a:gd name="T71" fmla="*/ 3 h 426"/>
                <a:gd name="T72" fmla="*/ 2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246" y="426"/>
                  </a:moveTo>
                  <a:lnTo>
                    <a:pt x="246" y="426"/>
                  </a:lnTo>
                  <a:lnTo>
                    <a:pt x="245" y="384"/>
                  </a:lnTo>
                  <a:lnTo>
                    <a:pt x="242" y="340"/>
                  </a:lnTo>
                  <a:lnTo>
                    <a:pt x="236" y="301"/>
                  </a:lnTo>
                  <a:lnTo>
                    <a:pt x="228" y="262"/>
                  </a:lnTo>
                  <a:lnTo>
                    <a:pt x="217" y="224"/>
                  </a:lnTo>
                  <a:lnTo>
                    <a:pt x="205" y="190"/>
                  </a:lnTo>
                  <a:lnTo>
                    <a:pt x="191" y="158"/>
                  </a:lnTo>
                  <a:lnTo>
                    <a:pt x="176" y="126"/>
                  </a:lnTo>
                  <a:lnTo>
                    <a:pt x="157" y="99"/>
                  </a:lnTo>
                  <a:lnTo>
                    <a:pt x="139" y="75"/>
                  </a:lnTo>
                  <a:lnTo>
                    <a:pt x="119" y="53"/>
                  </a:lnTo>
                  <a:lnTo>
                    <a:pt x="96" y="34"/>
                  </a:lnTo>
                  <a:lnTo>
                    <a:pt x="75" y="19"/>
                  </a:lnTo>
                  <a:lnTo>
                    <a:pt x="51" y="9"/>
                  </a:lnTo>
                  <a:lnTo>
                    <a:pt x="26" y="3"/>
                  </a:lnTo>
                  <a:lnTo>
                    <a:pt x="0" y="0"/>
                  </a:lnTo>
                  <a:lnTo>
                    <a:pt x="0" y="12"/>
                  </a:lnTo>
                  <a:lnTo>
                    <a:pt x="24" y="15"/>
                  </a:lnTo>
                  <a:lnTo>
                    <a:pt x="46" y="20"/>
                  </a:lnTo>
                  <a:lnTo>
                    <a:pt x="68" y="31"/>
                  </a:lnTo>
                  <a:lnTo>
                    <a:pt x="89" y="44"/>
                  </a:lnTo>
                  <a:lnTo>
                    <a:pt x="109" y="63"/>
                  </a:lnTo>
                  <a:lnTo>
                    <a:pt x="129" y="83"/>
                  </a:lnTo>
                  <a:lnTo>
                    <a:pt x="148" y="106"/>
                  </a:lnTo>
                  <a:lnTo>
                    <a:pt x="164" y="133"/>
                  </a:lnTo>
                  <a:lnTo>
                    <a:pt x="180" y="162"/>
                  </a:lnTo>
                  <a:lnTo>
                    <a:pt x="194" y="195"/>
                  </a:lnTo>
                  <a:lnTo>
                    <a:pt x="205" y="229"/>
                  </a:lnTo>
                  <a:lnTo>
                    <a:pt x="216" y="264"/>
                  </a:lnTo>
                  <a:lnTo>
                    <a:pt x="224" y="303"/>
                  </a:lnTo>
                  <a:lnTo>
                    <a:pt x="230" y="343"/>
                  </a:lnTo>
                  <a:lnTo>
                    <a:pt x="233" y="384"/>
                  </a:lnTo>
                  <a:lnTo>
                    <a:pt x="235" y="426"/>
                  </a:lnTo>
                  <a:lnTo>
                    <a:pt x="246"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3103" name="Freeform 61"/>
            <p:cNvSpPr>
              <a:spLocks/>
            </p:cNvSpPr>
            <p:nvPr/>
          </p:nvSpPr>
          <p:spPr bwMode="auto">
            <a:xfrm>
              <a:off x="1392" y="2203"/>
              <a:ext cx="49" cy="85"/>
            </a:xfrm>
            <a:custGeom>
              <a:avLst/>
              <a:gdLst>
                <a:gd name="T0" fmla="*/ 0 w 246"/>
                <a:gd name="T1" fmla="*/ 3 h 424"/>
                <a:gd name="T2" fmla="*/ 0 w 246"/>
                <a:gd name="T3" fmla="*/ 3 h 424"/>
                <a:gd name="T4" fmla="*/ 0 w 246"/>
                <a:gd name="T5" fmla="*/ 3 h 424"/>
                <a:gd name="T6" fmla="*/ 0 w 246"/>
                <a:gd name="T7" fmla="*/ 3 h 424"/>
                <a:gd name="T8" fmla="*/ 1 w 246"/>
                <a:gd name="T9" fmla="*/ 3 h 424"/>
                <a:gd name="T10" fmla="*/ 1 w 246"/>
                <a:gd name="T11" fmla="*/ 3 h 424"/>
                <a:gd name="T12" fmla="*/ 1 w 246"/>
                <a:gd name="T13" fmla="*/ 3 h 424"/>
                <a:gd name="T14" fmla="*/ 1 w 246"/>
                <a:gd name="T15" fmla="*/ 3 h 424"/>
                <a:gd name="T16" fmla="*/ 1 w 246"/>
                <a:gd name="T17" fmla="*/ 3 h 424"/>
                <a:gd name="T18" fmla="*/ 1 w 246"/>
                <a:gd name="T19" fmla="*/ 2 h 424"/>
                <a:gd name="T20" fmla="*/ 2 w 246"/>
                <a:gd name="T21" fmla="*/ 2 h 424"/>
                <a:gd name="T22" fmla="*/ 2 w 246"/>
                <a:gd name="T23" fmla="*/ 2 h 424"/>
                <a:gd name="T24" fmla="*/ 2 w 246"/>
                <a:gd name="T25" fmla="*/ 2 h 424"/>
                <a:gd name="T26" fmla="*/ 2 w 246"/>
                <a:gd name="T27" fmla="*/ 1 h 424"/>
                <a:gd name="T28" fmla="*/ 2 w 246"/>
                <a:gd name="T29" fmla="*/ 1 h 424"/>
                <a:gd name="T30" fmla="*/ 2 w 246"/>
                <a:gd name="T31" fmla="*/ 1 h 424"/>
                <a:gd name="T32" fmla="*/ 2 w 246"/>
                <a:gd name="T33" fmla="*/ 0 h 424"/>
                <a:gd name="T34" fmla="*/ 2 w 246"/>
                <a:gd name="T35" fmla="*/ 0 h 424"/>
                <a:gd name="T36" fmla="*/ 2 w 246"/>
                <a:gd name="T37" fmla="*/ 0 h 424"/>
                <a:gd name="T38" fmla="*/ 2 w 246"/>
                <a:gd name="T39" fmla="*/ 0 h 424"/>
                <a:gd name="T40" fmla="*/ 2 w 246"/>
                <a:gd name="T41" fmla="*/ 1 h 424"/>
                <a:gd name="T42" fmla="*/ 2 w 246"/>
                <a:gd name="T43" fmla="*/ 1 h 424"/>
                <a:gd name="T44" fmla="*/ 2 w 246"/>
                <a:gd name="T45" fmla="*/ 1 h 424"/>
                <a:gd name="T46" fmla="*/ 2 w 246"/>
                <a:gd name="T47" fmla="*/ 2 h 424"/>
                <a:gd name="T48" fmla="*/ 2 w 246"/>
                <a:gd name="T49" fmla="*/ 2 h 424"/>
                <a:gd name="T50" fmla="*/ 1 w 246"/>
                <a:gd name="T51" fmla="*/ 2 h 424"/>
                <a:gd name="T52" fmla="*/ 1 w 246"/>
                <a:gd name="T53" fmla="*/ 2 h 424"/>
                <a:gd name="T54" fmla="*/ 1 w 246"/>
                <a:gd name="T55" fmla="*/ 3 h 424"/>
                <a:gd name="T56" fmla="*/ 1 w 246"/>
                <a:gd name="T57" fmla="*/ 3 h 424"/>
                <a:gd name="T58" fmla="*/ 1 w 246"/>
                <a:gd name="T59" fmla="*/ 3 h 424"/>
                <a:gd name="T60" fmla="*/ 1 w 246"/>
                <a:gd name="T61" fmla="*/ 3 h 424"/>
                <a:gd name="T62" fmla="*/ 1 w 246"/>
                <a:gd name="T63" fmla="*/ 3 h 424"/>
                <a:gd name="T64" fmla="*/ 0 w 246"/>
                <a:gd name="T65" fmla="*/ 3 h 424"/>
                <a:gd name="T66" fmla="*/ 0 w 246"/>
                <a:gd name="T67" fmla="*/ 3 h 424"/>
                <a:gd name="T68" fmla="*/ 0 w 246"/>
                <a:gd name="T69" fmla="*/ 3 h 424"/>
                <a:gd name="T70" fmla="*/ 0 w 246"/>
                <a:gd name="T71" fmla="*/ 3 h 424"/>
                <a:gd name="T72" fmla="*/ 0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0" y="424"/>
                  </a:moveTo>
                  <a:lnTo>
                    <a:pt x="0" y="424"/>
                  </a:lnTo>
                  <a:lnTo>
                    <a:pt x="26" y="422"/>
                  </a:lnTo>
                  <a:lnTo>
                    <a:pt x="51" y="416"/>
                  </a:lnTo>
                  <a:lnTo>
                    <a:pt x="75" y="406"/>
                  </a:lnTo>
                  <a:lnTo>
                    <a:pt x="96" y="390"/>
                  </a:lnTo>
                  <a:lnTo>
                    <a:pt x="119" y="373"/>
                  </a:lnTo>
                  <a:lnTo>
                    <a:pt x="139" y="351"/>
                  </a:lnTo>
                  <a:lnTo>
                    <a:pt x="157" y="326"/>
                  </a:lnTo>
                  <a:lnTo>
                    <a:pt x="175" y="299"/>
                  </a:lnTo>
                  <a:lnTo>
                    <a:pt x="191" y="269"/>
                  </a:lnTo>
                  <a:lnTo>
                    <a:pt x="205" y="236"/>
                  </a:lnTo>
                  <a:lnTo>
                    <a:pt x="217" y="202"/>
                  </a:lnTo>
                  <a:lnTo>
                    <a:pt x="228" y="163"/>
                  </a:lnTo>
                  <a:lnTo>
                    <a:pt x="236" y="125"/>
                  </a:lnTo>
                  <a:lnTo>
                    <a:pt x="242" y="86"/>
                  </a:lnTo>
                  <a:lnTo>
                    <a:pt x="245" y="42"/>
                  </a:lnTo>
                  <a:lnTo>
                    <a:pt x="246" y="0"/>
                  </a:lnTo>
                  <a:lnTo>
                    <a:pt x="235" y="0"/>
                  </a:lnTo>
                  <a:lnTo>
                    <a:pt x="233" y="42"/>
                  </a:lnTo>
                  <a:lnTo>
                    <a:pt x="230" y="83"/>
                  </a:lnTo>
                  <a:lnTo>
                    <a:pt x="224" y="123"/>
                  </a:lnTo>
                  <a:lnTo>
                    <a:pt x="216" y="161"/>
                  </a:lnTo>
                  <a:lnTo>
                    <a:pt x="205" y="197"/>
                  </a:lnTo>
                  <a:lnTo>
                    <a:pt x="194" y="231"/>
                  </a:lnTo>
                  <a:lnTo>
                    <a:pt x="180" y="264"/>
                  </a:lnTo>
                  <a:lnTo>
                    <a:pt x="166" y="292"/>
                  </a:lnTo>
                  <a:lnTo>
                    <a:pt x="148" y="319"/>
                  </a:lnTo>
                  <a:lnTo>
                    <a:pt x="129" y="344"/>
                  </a:lnTo>
                  <a:lnTo>
                    <a:pt x="109" y="364"/>
                  </a:lnTo>
                  <a:lnTo>
                    <a:pt x="89" y="381"/>
                  </a:lnTo>
                  <a:lnTo>
                    <a:pt x="68" y="394"/>
                  </a:lnTo>
                  <a:lnTo>
                    <a:pt x="46" y="405"/>
                  </a:lnTo>
                  <a:lnTo>
                    <a:pt x="24" y="410"/>
                  </a:lnTo>
                  <a:lnTo>
                    <a:pt x="0" y="413"/>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3104" name="Freeform 62"/>
            <p:cNvSpPr>
              <a:spLocks/>
            </p:cNvSpPr>
            <p:nvPr/>
          </p:nvSpPr>
          <p:spPr bwMode="auto">
            <a:xfrm>
              <a:off x="1343" y="2203"/>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2" y="42"/>
                  </a:lnTo>
                  <a:lnTo>
                    <a:pt x="5" y="86"/>
                  </a:lnTo>
                  <a:lnTo>
                    <a:pt x="11" y="125"/>
                  </a:lnTo>
                  <a:lnTo>
                    <a:pt x="19" y="163"/>
                  </a:lnTo>
                  <a:lnTo>
                    <a:pt x="30" y="202"/>
                  </a:lnTo>
                  <a:lnTo>
                    <a:pt x="41" y="236"/>
                  </a:lnTo>
                  <a:lnTo>
                    <a:pt x="56" y="269"/>
                  </a:lnTo>
                  <a:lnTo>
                    <a:pt x="72" y="299"/>
                  </a:lnTo>
                  <a:lnTo>
                    <a:pt x="90" y="326"/>
                  </a:lnTo>
                  <a:lnTo>
                    <a:pt x="108" y="351"/>
                  </a:lnTo>
                  <a:lnTo>
                    <a:pt x="127" y="373"/>
                  </a:lnTo>
                  <a:lnTo>
                    <a:pt x="149" y="390"/>
                  </a:lnTo>
                  <a:lnTo>
                    <a:pt x="172" y="406"/>
                  </a:lnTo>
                  <a:lnTo>
                    <a:pt x="195" y="416"/>
                  </a:lnTo>
                  <a:lnTo>
                    <a:pt x="220" y="422"/>
                  </a:lnTo>
                  <a:lnTo>
                    <a:pt x="245" y="424"/>
                  </a:lnTo>
                  <a:lnTo>
                    <a:pt x="245" y="413"/>
                  </a:lnTo>
                  <a:lnTo>
                    <a:pt x="222" y="410"/>
                  </a:lnTo>
                  <a:lnTo>
                    <a:pt x="200" y="405"/>
                  </a:lnTo>
                  <a:lnTo>
                    <a:pt x="179" y="394"/>
                  </a:lnTo>
                  <a:lnTo>
                    <a:pt x="156" y="381"/>
                  </a:lnTo>
                  <a:lnTo>
                    <a:pt x="136" y="364"/>
                  </a:lnTo>
                  <a:lnTo>
                    <a:pt x="118" y="344"/>
                  </a:lnTo>
                  <a:lnTo>
                    <a:pt x="99" y="319"/>
                  </a:lnTo>
                  <a:lnTo>
                    <a:pt x="81" y="292"/>
                  </a:lnTo>
                  <a:lnTo>
                    <a:pt x="67" y="264"/>
                  </a:lnTo>
                  <a:lnTo>
                    <a:pt x="53" y="231"/>
                  </a:lnTo>
                  <a:lnTo>
                    <a:pt x="41" y="197"/>
                  </a:lnTo>
                  <a:lnTo>
                    <a:pt x="31" y="161"/>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3105" name="Freeform 63"/>
            <p:cNvSpPr>
              <a:spLocks/>
            </p:cNvSpPr>
            <p:nvPr/>
          </p:nvSpPr>
          <p:spPr bwMode="auto">
            <a:xfrm>
              <a:off x="1343" y="2118"/>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1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20" y="3"/>
                  </a:lnTo>
                  <a:lnTo>
                    <a:pt x="195" y="9"/>
                  </a:lnTo>
                  <a:lnTo>
                    <a:pt x="172" y="19"/>
                  </a:lnTo>
                  <a:lnTo>
                    <a:pt x="149" y="34"/>
                  </a:lnTo>
                  <a:lnTo>
                    <a:pt x="127" y="53"/>
                  </a:lnTo>
                  <a:lnTo>
                    <a:pt x="108" y="75"/>
                  </a:lnTo>
                  <a:lnTo>
                    <a:pt x="90" y="99"/>
                  </a:lnTo>
                  <a:lnTo>
                    <a:pt x="71" y="126"/>
                  </a:lnTo>
                  <a:lnTo>
                    <a:pt x="56" y="158"/>
                  </a:lnTo>
                  <a:lnTo>
                    <a:pt x="41" y="190"/>
                  </a:lnTo>
                  <a:lnTo>
                    <a:pt x="30" y="224"/>
                  </a:lnTo>
                  <a:lnTo>
                    <a:pt x="19" y="262"/>
                  </a:lnTo>
                  <a:lnTo>
                    <a:pt x="11" y="301"/>
                  </a:lnTo>
                  <a:lnTo>
                    <a:pt x="5" y="340"/>
                  </a:lnTo>
                  <a:lnTo>
                    <a:pt x="2" y="384"/>
                  </a:lnTo>
                  <a:lnTo>
                    <a:pt x="0" y="426"/>
                  </a:lnTo>
                  <a:lnTo>
                    <a:pt x="12" y="426"/>
                  </a:lnTo>
                  <a:lnTo>
                    <a:pt x="13" y="384"/>
                  </a:lnTo>
                  <a:lnTo>
                    <a:pt x="17" y="343"/>
                  </a:lnTo>
                  <a:lnTo>
                    <a:pt x="23" y="303"/>
                  </a:lnTo>
                  <a:lnTo>
                    <a:pt x="31" y="264"/>
                  </a:lnTo>
                  <a:lnTo>
                    <a:pt x="41" y="229"/>
                  </a:lnTo>
                  <a:lnTo>
                    <a:pt x="53" y="195"/>
                  </a:lnTo>
                  <a:lnTo>
                    <a:pt x="67" y="162"/>
                  </a:lnTo>
                  <a:lnTo>
                    <a:pt x="82" y="133"/>
                  </a:lnTo>
                  <a:lnTo>
                    <a:pt x="99" y="106"/>
                  </a:lnTo>
                  <a:lnTo>
                    <a:pt x="118" y="83"/>
                  </a:lnTo>
                  <a:lnTo>
                    <a:pt x="136" y="63"/>
                  </a:lnTo>
                  <a:lnTo>
                    <a:pt x="156" y="44"/>
                  </a:lnTo>
                  <a:lnTo>
                    <a:pt x="179" y="31"/>
                  </a:lnTo>
                  <a:lnTo>
                    <a:pt x="200" y="20"/>
                  </a:lnTo>
                  <a:lnTo>
                    <a:pt x="222" y="15"/>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3106" name="Freeform 64"/>
            <p:cNvSpPr>
              <a:spLocks/>
            </p:cNvSpPr>
            <p:nvPr/>
          </p:nvSpPr>
          <p:spPr bwMode="auto">
            <a:xfrm>
              <a:off x="1384" y="1859"/>
              <a:ext cx="49" cy="84"/>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1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3" y="382"/>
                  </a:lnTo>
                  <a:lnTo>
                    <a:pt x="240" y="339"/>
                  </a:lnTo>
                  <a:lnTo>
                    <a:pt x="234" y="299"/>
                  </a:lnTo>
                  <a:lnTo>
                    <a:pt x="226" y="261"/>
                  </a:lnTo>
                  <a:lnTo>
                    <a:pt x="215" y="222"/>
                  </a:lnTo>
                  <a:lnTo>
                    <a:pt x="204" y="188"/>
                  </a:lnTo>
                  <a:lnTo>
                    <a:pt x="189" y="156"/>
                  </a:lnTo>
                  <a:lnTo>
                    <a:pt x="173" y="125"/>
                  </a:lnTo>
                  <a:lnTo>
                    <a:pt x="155" y="98"/>
                  </a:lnTo>
                  <a:lnTo>
                    <a:pt x="138" y="74"/>
                  </a:lnTo>
                  <a:lnTo>
                    <a:pt x="118" y="51"/>
                  </a:lnTo>
                  <a:lnTo>
                    <a:pt x="96" y="34"/>
                  </a:lnTo>
                  <a:lnTo>
                    <a:pt x="73" y="18"/>
                  </a:lnTo>
                  <a:lnTo>
                    <a:pt x="50" y="8"/>
                  </a:lnTo>
                  <a:lnTo>
                    <a:pt x="25" y="2"/>
                  </a:lnTo>
                  <a:lnTo>
                    <a:pt x="0" y="0"/>
                  </a:lnTo>
                  <a:lnTo>
                    <a:pt x="0" y="11"/>
                  </a:lnTo>
                  <a:lnTo>
                    <a:pt x="23" y="14"/>
                  </a:lnTo>
                  <a:lnTo>
                    <a:pt x="45" y="20"/>
                  </a:lnTo>
                  <a:lnTo>
                    <a:pt x="66" y="30"/>
                  </a:lnTo>
                  <a:lnTo>
                    <a:pt x="89" y="43"/>
                  </a:lnTo>
                  <a:lnTo>
                    <a:pt x="109" y="61"/>
                  </a:lnTo>
                  <a:lnTo>
                    <a:pt x="129" y="81"/>
                  </a:lnTo>
                  <a:lnTo>
                    <a:pt x="146" y="105"/>
                  </a:lnTo>
                  <a:lnTo>
                    <a:pt x="164" y="132"/>
                  </a:lnTo>
                  <a:lnTo>
                    <a:pt x="178" y="160"/>
                  </a:lnTo>
                  <a:lnTo>
                    <a:pt x="192" y="193"/>
                  </a:lnTo>
                  <a:lnTo>
                    <a:pt x="204" y="227"/>
                  </a:lnTo>
                  <a:lnTo>
                    <a:pt x="214" y="264"/>
                  </a:lnTo>
                  <a:lnTo>
                    <a:pt x="222" y="301"/>
                  </a:lnTo>
                  <a:lnTo>
                    <a:pt x="228"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3107" name="Freeform 65"/>
            <p:cNvSpPr>
              <a:spLocks/>
            </p:cNvSpPr>
            <p:nvPr/>
          </p:nvSpPr>
          <p:spPr bwMode="auto">
            <a:xfrm>
              <a:off x="1384" y="1943"/>
              <a:ext cx="49" cy="86"/>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5" y="423"/>
                  </a:lnTo>
                  <a:lnTo>
                    <a:pt x="50" y="418"/>
                  </a:lnTo>
                  <a:lnTo>
                    <a:pt x="73" y="407"/>
                  </a:lnTo>
                  <a:lnTo>
                    <a:pt x="96" y="392"/>
                  </a:lnTo>
                  <a:lnTo>
                    <a:pt x="118" y="374"/>
                  </a:lnTo>
                  <a:lnTo>
                    <a:pt x="138" y="352"/>
                  </a:lnTo>
                  <a:lnTo>
                    <a:pt x="155" y="327"/>
                  </a:lnTo>
                  <a:lnTo>
                    <a:pt x="174" y="300"/>
                  </a:lnTo>
                  <a:lnTo>
                    <a:pt x="189" y="269"/>
                  </a:lnTo>
                  <a:lnTo>
                    <a:pt x="204" y="237"/>
                  </a:lnTo>
                  <a:lnTo>
                    <a:pt x="215" y="202"/>
                  </a:lnTo>
                  <a:lnTo>
                    <a:pt x="226" y="164"/>
                  </a:lnTo>
                  <a:lnTo>
                    <a:pt x="234" y="126"/>
                  </a:lnTo>
                  <a:lnTo>
                    <a:pt x="240" y="86"/>
                  </a:lnTo>
                  <a:lnTo>
                    <a:pt x="243" y="42"/>
                  </a:lnTo>
                  <a:lnTo>
                    <a:pt x="245" y="0"/>
                  </a:lnTo>
                  <a:lnTo>
                    <a:pt x="233" y="0"/>
                  </a:lnTo>
                  <a:lnTo>
                    <a:pt x="232" y="42"/>
                  </a:lnTo>
                  <a:lnTo>
                    <a:pt x="228" y="83"/>
                  </a:lnTo>
                  <a:lnTo>
                    <a:pt x="222" y="123"/>
                  </a:lnTo>
                  <a:lnTo>
                    <a:pt x="214" y="162"/>
                  </a:lnTo>
                  <a:lnTo>
                    <a:pt x="204" y="197"/>
                  </a:lnTo>
                  <a:lnTo>
                    <a:pt x="192" y="232"/>
                  </a:lnTo>
                  <a:lnTo>
                    <a:pt x="178" y="264"/>
                  </a:lnTo>
                  <a:lnTo>
                    <a:pt x="163" y="293"/>
                  </a:lnTo>
                  <a:lnTo>
                    <a:pt x="146" y="320"/>
                  </a:lnTo>
                  <a:lnTo>
                    <a:pt x="129" y="345"/>
                  </a:lnTo>
                  <a:lnTo>
                    <a:pt x="109" y="365"/>
                  </a:lnTo>
                  <a:lnTo>
                    <a:pt x="89" y="382"/>
                  </a:lnTo>
                  <a:lnTo>
                    <a:pt x="66" y="395"/>
                  </a:lnTo>
                  <a:lnTo>
                    <a:pt x="45" y="406"/>
                  </a:lnTo>
                  <a:lnTo>
                    <a:pt x="23"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3108" name="Freeform 66"/>
            <p:cNvSpPr>
              <a:spLocks/>
            </p:cNvSpPr>
            <p:nvPr/>
          </p:nvSpPr>
          <p:spPr bwMode="auto">
            <a:xfrm>
              <a:off x="1335" y="1943"/>
              <a:ext cx="49" cy="86"/>
            </a:xfrm>
            <a:custGeom>
              <a:avLst/>
              <a:gdLst>
                <a:gd name="T0" fmla="*/ 0 w 246"/>
                <a:gd name="T1" fmla="*/ 0 h 426"/>
                <a:gd name="T2" fmla="*/ 0 w 246"/>
                <a:gd name="T3" fmla="*/ 0 h 426"/>
                <a:gd name="T4" fmla="*/ 0 w 246"/>
                <a:gd name="T5" fmla="*/ 0 h 426"/>
                <a:gd name="T6" fmla="*/ 0 w 246"/>
                <a:gd name="T7" fmla="*/ 1 h 426"/>
                <a:gd name="T8" fmla="*/ 0 w 246"/>
                <a:gd name="T9" fmla="*/ 1 h 426"/>
                <a:gd name="T10" fmla="*/ 0 w 246"/>
                <a:gd name="T11" fmla="*/ 1 h 426"/>
                <a:gd name="T12" fmla="*/ 0 w 246"/>
                <a:gd name="T13" fmla="*/ 2 h 426"/>
                <a:gd name="T14" fmla="*/ 0 w 246"/>
                <a:gd name="T15" fmla="*/ 2 h 426"/>
                <a:gd name="T16" fmla="*/ 0 w 246"/>
                <a:gd name="T17" fmla="*/ 2 h 426"/>
                <a:gd name="T18" fmla="*/ 1 w 246"/>
                <a:gd name="T19" fmla="*/ 2 h 426"/>
                <a:gd name="T20" fmla="*/ 1 w 246"/>
                <a:gd name="T21" fmla="*/ 3 h 426"/>
                <a:gd name="T22" fmla="*/ 1 w 246"/>
                <a:gd name="T23" fmla="*/ 3 h 426"/>
                <a:gd name="T24" fmla="*/ 1 w 246"/>
                <a:gd name="T25" fmla="*/ 3 h 426"/>
                <a:gd name="T26" fmla="*/ 1 w 246"/>
                <a:gd name="T27" fmla="*/ 3 h 426"/>
                <a:gd name="T28" fmla="*/ 1 w 246"/>
                <a:gd name="T29" fmla="*/ 3 h 426"/>
                <a:gd name="T30" fmla="*/ 2 w 246"/>
                <a:gd name="T31" fmla="*/ 3 h 426"/>
                <a:gd name="T32" fmla="*/ 2 w 246"/>
                <a:gd name="T33" fmla="*/ 3 h 426"/>
                <a:gd name="T34" fmla="*/ 2 w 246"/>
                <a:gd name="T35" fmla="*/ 3 h 426"/>
                <a:gd name="T36" fmla="*/ 2 w 246"/>
                <a:gd name="T37" fmla="*/ 3 h 426"/>
                <a:gd name="T38" fmla="*/ 2 w 246"/>
                <a:gd name="T39" fmla="*/ 3 h 426"/>
                <a:gd name="T40" fmla="*/ 2 w 246"/>
                <a:gd name="T41" fmla="*/ 3 h 426"/>
                <a:gd name="T42" fmla="*/ 1 w 246"/>
                <a:gd name="T43" fmla="*/ 3 h 426"/>
                <a:gd name="T44" fmla="*/ 1 w 246"/>
                <a:gd name="T45" fmla="*/ 3 h 426"/>
                <a:gd name="T46" fmla="*/ 1 w 246"/>
                <a:gd name="T47" fmla="*/ 3 h 426"/>
                <a:gd name="T48" fmla="*/ 1 w 246"/>
                <a:gd name="T49" fmla="*/ 3 h 426"/>
                <a:gd name="T50" fmla="*/ 1 w 246"/>
                <a:gd name="T51" fmla="*/ 3 h 426"/>
                <a:gd name="T52" fmla="*/ 1 w 246"/>
                <a:gd name="T53" fmla="*/ 2 h 426"/>
                <a:gd name="T54" fmla="*/ 1 w 246"/>
                <a:gd name="T55" fmla="*/ 2 h 426"/>
                <a:gd name="T56" fmla="*/ 0 w 246"/>
                <a:gd name="T57" fmla="*/ 2 h 426"/>
                <a:gd name="T58" fmla="*/ 0 w 246"/>
                <a:gd name="T59" fmla="*/ 2 h 426"/>
                <a:gd name="T60" fmla="*/ 0 w 246"/>
                <a:gd name="T61" fmla="*/ 1 h 426"/>
                <a:gd name="T62" fmla="*/ 0 w 246"/>
                <a:gd name="T63" fmla="*/ 1 h 426"/>
                <a:gd name="T64" fmla="*/ 0 w 246"/>
                <a:gd name="T65" fmla="*/ 1 h 426"/>
                <a:gd name="T66" fmla="*/ 0 w 246"/>
                <a:gd name="T67" fmla="*/ 0 h 426"/>
                <a:gd name="T68" fmla="*/ 0 w 246"/>
                <a:gd name="T69" fmla="*/ 0 h 426"/>
                <a:gd name="T70" fmla="*/ 0 w 246"/>
                <a:gd name="T71" fmla="*/ 0 h 426"/>
                <a:gd name="T72" fmla="*/ 0 w 246"/>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0"/>
                  </a:moveTo>
                  <a:lnTo>
                    <a:pt x="0" y="0"/>
                  </a:lnTo>
                  <a:lnTo>
                    <a:pt x="1" y="42"/>
                  </a:lnTo>
                  <a:lnTo>
                    <a:pt x="4" y="86"/>
                  </a:lnTo>
                  <a:lnTo>
                    <a:pt x="10" y="126"/>
                  </a:lnTo>
                  <a:lnTo>
                    <a:pt x="18" y="164"/>
                  </a:lnTo>
                  <a:lnTo>
                    <a:pt x="29" y="202"/>
                  </a:lnTo>
                  <a:lnTo>
                    <a:pt x="41" y="237"/>
                  </a:lnTo>
                  <a:lnTo>
                    <a:pt x="55" y="269"/>
                  </a:lnTo>
                  <a:lnTo>
                    <a:pt x="71" y="300"/>
                  </a:lnTo>
                  <a:lnTo>
                    <a:pt x="89" y="327"/>
                  </a:lnTo>
                  <a:lnTo>
                    <a:pt x="107" y="352"/>
                  </a:lnTo>
                  <a:lnTo>
                    <a:pt x="127" y="374"/>
                  </a:lnTo>
                  <a:lnTo>
                    <a:pt x="150" y="392"/>
                  </a:lnTo>
                  <a:lnTo>
                    <a:pt x="171" y="407"/>
                  </a:lnTo>
                  <a:lnTo>
                    <a:pt x="195" y="418"/>
                  </a:lnTo>
                  <a:lnTo>
                    <a:pt x="220" y="423"/>
                  </a:lnTo>
                  <a:lnTo>
                    <a:pt x="246" y="426"/>
                  </a:lnTo>
                  <a:lnTo>
                    <a:pt x="246" y="414"/>
                  </a:lnTo>
                  <a:lnTo>
                    <a:pt x="222" y="412"/>
                  </a:lnTo>
                  <a:lnTo>
                    <a:pt x="200" y="406"/>
                  </a:lnTo>
                  <a:lnTo>
                    <a:pt x="178" y="395"/>
                  </a:lnTo>
                  <a:lnTo>
                    <a:pt x="157" y="382"/>
                  </a:lnTo>
                  <a:lnTo>
                    <a:pt x="137" y="365"/>
                  </a:lnTo>
                  <a:lnTo>
                    <a:pt x="117" y="345"/>
                  </a:lnTo>
                  <a:lnTo>
                    <a:pt x="98" y="320"/>
                  </a:lnTo>
                  <a:lnTo>
                    <a:pt x="83" y="293"/>
                  </a:lnTo>
                  <a:lnTo>
                    <a:pt x="66" y="264"/>
                  </a:lnTo>
                  <a:lnTo>
                    <a:pt x="52" y="232"/>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3109" name="Freeform 67"/>
            <p:cNvSpPr>
              <a:spLocks/>
            </p:cNvSpPr>
            <p:nvPr/>
          </p:nvSpPr>
          <p:spPr bwMode="auto">
            <a:xfrm>
              <a:off x="1335" y="1859"/>
              <a:ext cx="49" cy="84"/>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1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0" y="2"/>
                  </a:lnTo>
                  <a:lnTo>
                    <a:pt x="195" y="8"/>
                  </a:lnTo>
                  <a:lnTo>
                    <a:pt x="171" y="18"/>
                  </a:lnTo>
                  <a:lnTo>
                    <a:pt x="150" y="34"/>
                  </a:lnTo>
                  <a:lnTo>
                    <a:pt x="127" y="51"/>
                  </a:lnTo>
                  <a:lnTo>
                    <a:pt x="107" y="74"/>
                  </a:lnTo>
                  <a:lnTo>
                    <a:pt x="89" y="98"/>
                  </a:lnTo>
                  <a:lnTo>
                    <a:pt x="72" y="125"/>
                  </a:lnTo>
                  <a:lnTo>
                    <a:pt x="55" y="156"/>
                  </a:lnTo>
                  <a:lnTo>
                    <a:pt x="41" y="188"/>
                  </a:lnTo>
                  <a:lnTo>
                    <a:pt x="29" y="222"/>
                  </a:lnTo>
                  <a:lnTo>
                    <a:pt x="18" y="261"/>
                  </a:lnTo>
                  <a:lnTo>
                    <a:pt x="10" y="299"/>
                  </a:lnTo>
                  <a:lnTo>
                    <a:pt x="4" y="339"/>
                  </a:lnTo>
                  <a:lnTo>
                    <a:pt x="1" y="382"/>
                  </a:lnTo>
                  <a:lnTo>
                    <a:pt x="0" y="424"/>
                  </a:lnTo>
                  <a:lnTo>
                    <a:pt x="11" y="424"/>
                  </a:lnTo>
                  <a:lnTo>
                    <a:pt x="13" y="382"/>
                  </a:lnTo>
                  <a:lnTo>
                    <a:pt x="16" y="341"/>
                  </a:lnTo>
                  <a:lnTo>
                    <a:pt x="22" y="301"/>
                  </a:lnTo>
                  <a:lnTo>
                    <a:pt x="30" y="264"/>
                  </a:lnTo>
                  <a:lnTo>
                    <a:pt x="41" y="227"/>
                  </a:lnTo>
                  <a:lnTo>
                    <a:pt x="52" y="193"/>
                  </a:lnTo>
                  <a:lnTo>
                    <a:pt x="66" y="160"/>
                  </a:lnTo>
                  <a:lnTo>
                    <a:pt x="82" y="132"/>
                  </a:lnTo>
                  <a:lnTo>
                    <a:pt x="98" y="105"/>
                  </a:lnTo>
                  <a:lnTo>
                    <a:pt x="117" y="81"/>
                  </a:lnTo>
                  <a:lnTo>
                    <a:pt x="137" y="61"/>
                  </a:lnTo>
                  <a:lnTo>
                    <a:pt x="157" y="43"/>
                  </a:lnTo>
                  <a:lnTo>
                    <a:pt x="178" y="30"/>
                  </a:lnTo>
                  <a:lnTo>
                    <a:pt x="200" y="20"/>
                  </a:lnTo>
                  <a:lnTo>
                    <a:pt x="222" y="14"/>
                  </a:lnTo>
                  <a:lnTo>
                    <a:pt x="246" y="11"/>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3110" name="Freeform 68"/>
            <p:cNvSpPr>
              <a:spLocks/>
            </p:cNvSpPr>
            <p:nvPr/>
          </p:nvSpPr>
          <p:spPr bwMode="auto">
            <a:xfrm>
              <a:off x="1552" y="1751"/>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1" y="339"/>
                  </a:lnTo>
                  <a:lnTo>
                    <a:pt x="235" y="299"/>
                  </a:lnTo>
                  <a:lnTo>
                    <a:pt x="226" y="261"/>
                  </a:lnTo>
                  <a:lnTo>
                    <a:pt x="216" y="223"/>
                  </a:lnTo>
                  <a:lnTo>
                    <a:pt x="204" y="189"/>
                  </a:lnTo>
                  <a:lnTo>
                    <a:pt x="190" y="156"/>
                  </a:lnTo>
                  <a:lnTo>
                    <a:pt x="174" y="125"/>
                  </a:lnTo>
                  <a:lnTo>
                    <a:pt x="156" y="98"/>
                  </a:lnTo>
                  <a:lnTo>
                    <a:pt x="137" y="74"/>
                  </a:lnTo>
                  <a:lnTo>
                    <a:pt x="119" y="52"/>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8" y="81"/>
                  </a:lnTo>
                  <a:lnTo>
                    <a:pt x="147" y="105"/>
                  </a:lnTo>
                  <a:lnTo>
                    <a:pt x="164" y="132"/>
                  </a:lnTo>
                  <a:lnTo>
                    <a:pt x="178" y="161"/>
                  </a:lnTo>
                  <a:lnTo>
                    <a:pt x="193" y="193"/>
                  </a:lnTo>
                  <a:lnTo>
                    <a:pt x="204" y="227"/>
                  </a:lnTo>
                  <a:lnTo>
                    <a:pt x="215" y="264"/>
                  </a:lnTo>
                  <a:lnTo>
                    <a:pt x="223" y="301"/>
                  </a:lnTo>
                  <a:lnTo>
                    <a:pt x="229" y="341"/>
                  </a:lnTo>
                  <a:lnTo>
                    <a:pt x="232" y="382"/>
                  </a:lnTo>
                  <a:lnTo>
                    <a:pt x="234"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3111" name="Freeform 69"/>
            <p:cNvSpPr>
              <a:spLocks/>
            </p:cNvSpPr>
            <p:nvPr/>
          </p:nvSpPr>
          <p:spPr bwMode="auto">
            <a:xfrm>
              <a:off x="1552" y="1836"/>
              <a:ext cx="49" cy="85"/>
            </a:xfrm>
            <a:custGeom>
              <a:avLst/>
              <a:gdLst>
                <a:gd name="T0" fmla="*/ 0 w 245"/>
                <a:gd name="T1" fmla="*/ 3 h 425"/>
                <a:gd name="T2" fmla="*/ 0 w 245"/>
                <a:gd name="T3" fmla="*/ 3 h 425"/>
                <a:gd name="T4" fmla="*/ 0 w 245"/>
                <a:gd name="T5" fmla="*/ 3 h 425"/>
                <a:gd name="T6" fmla="*/ 0 w 245"/>
                <a:gd name="T7" fmla="*/ 3 h 425"/>
                <a:gd name="T8" fmla="*/ 1 w 245"/>
                <a:gd name="T9" fmla="*/ 3 h 425"/>
                <a:gd name="T10" fmla="*/ 1 w 245"/>
                <a:gd name="T11" fmla="*/ 3 h 425"/>
                <a:gd name="T12" fmla="*/ 1 w 245"/>
                <a:gd name="T13" fmla="*/ 3 h 425"/>
                <a:gd name="T14" fmla="*/ 1 w 245"/>
                <a:gd name="T15" fmla="*/ 3 h 425"/>
                <a:gd name="T16" fmla="*/ 1 w 245"/>
                <a:gd name="T17" fmla="*/ 3 h 425"/>
                <a:gd name="T18" fmla="*/ 1 w 245"/>
                <a:gd name="T19" fmla="*/ 2 h 425"/>
                <a:gd name="T20" fmla="*/ 2 w 245"/>
                <a:gd name="T21" fmla="*/ 2 h 425"/>
                <a:gd name="T22" fmla="*/ 2 w 245"/>
                <a:gd name="T23" fmla="*/ 2 h 425"/>
                <a:gd name="T24" fmla="*/ 2 w 245"/>
                <a:gd name="T25" fmla="*/ 2 h 425"/>
                <a:gd name="T26" fmla="*/ 2 w 245"/>
                <a:gd name="T27" fmla="*/ 1 h 425"/>
                <a:gd name="T28" fmla="*/ 2 w 245"/>
                <a:gd name="T29" fmla="*/ 1 h 425"/>
                <a:gd name="T30" fmla="*/ 2 w 245"/>
                <a:gd name="T31" fmla="*/ 1 h 425"/>
                <a:gd name="T32" fmla="*/ 2 w 245"/>
                <a:gd name="T33" fmla="*/ 0 h 425"/>
                <a:gd name="T34" fmla="*/ 2 w 245"/>
                <a:gd name="T35" fmla="*/ 0 h 425"/>
                <a:gd name="T36" fmla="*/ 2 w 245"/>
                <a:gd name="T37" fmla="*/ 0 h 425"/>
                <a:gd name="T38" fmla="*/ 2 w 245"/>
                <a:gd name="T39" fmla="*/ 0 h 425"/>
                <a:gd name="T40" fmla="*/ 2 w 245"/>
                <a:gd name="T41" fmla="*/ 1 h 425"/>
                <a:gd name="T42" fmla="*/ 2 w 245"/>
                <a:gd name="T43" fmla="*/ 1 h 425"/>
                <a:gd name="T44" fmla="*/ 2 w 245"/>
                <a:gd name="T45" fmla="*/ 1 h 425"/>
                <a:gd name="T46" fmla="*/ 2 w 245"/>
                <a:gd name="T47" fmla="*/ 2 h 425"/>
                <a:gd name="T48" fmla="*/ 2 w 245"/>
                <a:gd name="T49" fmla="*/ 2 h 425"/>
                <a:gd name="T50" fmla="*/ 1 w 245"/>
                <a:gd name="T51" fmla="*/ 2 h 425"/>
                <a:gd name="T52" fmla="*/ 1 w 245"/>
                <a:gd name="T53" fmla="*/ 2 h 425"/>
                <a:gd name="T54" fmla="*/ 1 w 245"/>
                <a:gd name="T55" fmla="*/ 3 h 425"/>
                <a:gd name="T56" fmla="*/ 1 w 245"/>
                <a:gd name="T57" fmla="*/ 3 h 425"/>
                <a:gd name="T58" fmla="*/ 1 w 245"/>
                <a:gd name="T59" fmla="*/ 3 h 425"/>
                <a:gd name="T60" fmla="*/ 1 w 245"/>
                <a:gd name="T61" fmla="*/ 3 h 425"/>
                <a:gd name="T62" fmla="*/ 1 w 245"/>
                <a:gd name="T63" fmla="*/ 3 h 425"/>
                <a:gd name="T64" fmla="*/ 0 w 245"/>
                <a:gd name="T65" fmla="*/ 3 h 425"/>
                <a:gd name="T66" fmla="*/ 0 w 245"/>
                <a:gd name="T67" fmla="*/ 3 h 425"/>
                <a:gd name="T68" fmla="*/ 0 w 245"/>
                <a:gd name="T69" fmla="*/ 3 h 425"/>
                <a:gd name="T70" fmla="*/ 0 w 245"/>
                <a:gd name="T71" fmla="*/ 3 h 425"/>
                <a:gd name="T72" fmla="*/ 0 w 245"/>
                <a:gd name="T73" fmla="*/ 3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5"/>
                <a:gd name="T113" fmla="*/ 245 w 245"/>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5">
                  <a:moveTo>
                    <a:pt x="0" y="425"/>
                  </a:moveTo>
                  <a:lnTo>
                    <a:pt x="0" y="425"/>
                  </a:lnTo>
                  <a:lnTo>
                    <a:pt x="26" y="422"/>
                  </a:lnTo>
                  <a:lnTo>
                    <a:pt x="51" y="417"/>
                  </a:lnTo>
                  <a:lnTo>
                    <a:pt x="74" y="406"/>
                  </a:lnTo>
                  <a:lnTo>
                    <a:pt x="96" y="391"/>
                  </a:lnTo>
                  <a:lnTo>
                    <a:pt x="119" y="373"/>
                  </a:lnTo>
                  <a:lnTo>
                    <a:pt x="137" y="351"/>
                  </a:lnTo>
                  <a:lnTo>
                    <a:pt x="156" y="326"/>
                  </a:lnTo>
                  <a:lnTo>
                    <a:pt x="174" y="299"/>
                  </a:lnTo>
                  <a:lnTo>
                    <a:pt x="190" y="269"/>
                  </a:lnTo>
                  <a:lnTo>
                    <a:pt x="204" y="236"/>
                  </a:lnTo>
                  <a:lnTo>
                    <a:pt x="216" y="202"/>
                  </a:lnTo>
                  <a:lnTo>
                    <a:pt x="226" y="163"/>
                  </a:lnTo>
                  <a:lnTo>
                    <a:pt x="235" y="126"/>
                  </a:lnTo>
                  <a:lnTo>
                    <a:pt x="241" y="86"/>
                  </a:lnTo>
                  <a:lnTo>
                    <a:pt x="244" y="43"/>
                  </a:lnTo>
                  <a:lnTo>
                    <a:pt x="245" y="0"/>
                  </a:lnTo>
                  <a:lnTo>
                    <a:pt x="234" y="0"/>
                  </a:lnTo>
                  <a:lnTo>
                    <a:pt x="232" y="43"/>
                  </a:lnTo>
                  <a:lnTo>
                    <a:pt x="229" y="84"/>
                  </a:lnTo>
                  <a:lnTo>
                    <a:pt x="223" y="123"/>
                  </a:lnTo>
                  <a:lnTo>
                    <a:pt x="215" y="161"/>
                  </a:lnTo>
                  <a:lnTo>
                    <a:pt x="204" y="197"/>
                  </a:lnTo>
                  <a:lnTo>
                    <a:pt x="193" y="231"/>
                  </a:lnTo>
                  <a:lnTo>
                    <a:pt x="178" y="264"/>
                  </a:lnTo>
                  <a:lnTo>
                    <a:pt x="164" y="292"/>
                  </a:lnTo>
                  <a:lnTo>
                    <a:pt x="147" y="319"/>
                  </a:lnTo>
                  <a:lnTo>
                    <a:pt x="128" y="344"/>
                  </a:lnTo>
                  <a:lnTo>
                    <a:pt x="109" y="364"/>
                  </a:lnTo>
                  <a:lnTo>
                    <a:pt x="89" y="381"/>
                  </a:lnTo>
                  <a:lnTo>
                    <a:pt x="67" y="394"/>
                  </a:lnTo>
                  <a:lnTo>
                    <a:pt x="46" y="405"/>
                  </a:lnTo>
                  <a:lnTo>
                    <a:pt x="24" y="411"/>
                  </a:lnTo>
                  <a:lnTo>
                    <a:pt x="0" y="413"/>
                  </a:lnTo>
                  <a:lnTo>
                    <a:pt x="0" y="425"/>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3112" name="Freeform 70"/>
            <p:cNvSpPr>
              <a:spLocks/>
            </p:cNvSpPr>
            <p:nvPr/>
          </p:nvSpPr>
          <p:spPr bwMode="auto">
            <a:xfrm>
              <a:off x="1502" y="1836"/>
              <a:ext cx="50" cy="85"/>
            </a:xfrm>
            <a:custGeom>
              <a:avLst/>
              <a:gdLst>
                <a:gd name="T0" fmla="*/ 0 w 246"/>
                <a:gd name="T1" fmla="*/ 0 h 425"/>
                <a:gd name="T2" fmla="*/ 0 w 246"/>
                <a:gd name="T3" fmla="*/ 0 h 425"/>
                <a:gd name="T4" fmla="*/ 0 w 246"/>
                <a:gd name="T5" fmla="*/ 0 h 425"/>
                <a:gd name="T6" fmla="*/ 0 w 246"/>
                <a:gd name="T7" fmla="*/ 1 h 425"/>
                <a:gd name="T8" fmla="*/ 0 w 246"/>
                <a:gd name="T9" fmla="*/ 1 h 425"/>
                <a:gd name="T10" fmla="*/ 0 w 246"/>
                <a:gd name="T11" fmla="*/ 1 h 425"/>
                <a:gd name="T12" fmla="*/ 0 w 246"/>
                <a:gd name="T13" fmla="*/ 2 h 425"/>
                <a:gd name="T14" fmla="*/ 0 w 246"/>
                <a:gd name="T15" fmla="*/ 2 h 425"/>
                <a:gd name="T16" fmla="*/ 0 w 246"/>
                <a:gd name="T17" fmla="*/ 2 h 425"/>
                <a:gd name="T18" fmla="*/ 1 w 246"/>
                <a:gd name="T19" fmla="*/ 2 h 425"/>
                <a:gd name="T20" fmla="*/ 1 w 246"/>
                <a:gd name="T21" fmla="*/ 3 h 425"/>
                <a:gd name="T22" fmla="*/ 1 w 246"/>
                <a:gd name="T23" fmla="*/ 3 h 425"/>
                <a:gd name="T24" fmla="*/ 1 w 246"/>
                <a:gd name="T25" fmla="*/ 3 h 425"/>
                <a:gd name="T26" fmla="*/ 1 w 246"/>
                <a:gd name="T27" fmla="*/ 3 h 425"/>
                <a:gd name="T28" fmla="*/ 1 w 246"/>
                <a:gd name="T29" fmla="*/ 3 h 425"/>
                <a:gd name="T30" fmla="*/ 2 w 246"/>
                <a:gd name="T31" fmla="*/ 3 h 425"/>
                <a:gd name="T32" fmla="*/ 2 w 246"/>
                <a:gd name="T33" fmla="*/ 3 h 425"/>
                <a:gd name="T34" fmla="*/ 2 w 246"/>
                <a:gd name="T35" fmla="*/ 3 h 425"/>
                <a:gd name="T36" fmla="*/ 2 w 246"/>
                <a:gd name="T37" fmla="*/ 3 h 425"/>
                <a:gd name="T38" fmla="*/ 2 w 246"/>
                <a:gd name="T39" fmla="*/ 3 h 425"/>
                <a:gd name="T40" fmla="*/ 2 w 246"/>
                <a:gd name="T41" fmla="*/ 3 h 425"/>
                <a:gd name="T42" fmla="*/ 1 w 246"/>
                <a:gd name="T43" fmla="*/ 3 h 425"/>
                <a:gd name="T44" fmla="*/ 1 w 246"/>
                <a:gd name="T45" fmla="*/ 3 h 425"/>
                <a:gd name="T46" fmla="*/ 1 w 246"/>
                <a:gd name="T47" fmla="*/ 3 h 425"/>
                <a:gd name="T48" fmla="*/ 1 w 246"/>
                <a:gd name="T49" fmla="*/ 3 h 425"/>
                <a:gd name="T50" fmla="*/ 1 w 246"/>
                <a:gd name="T51" fmla="*/ 3 h 425"/>
                <a:gd name="T52" fmla="*/ 1 w 246"/>
                <a:gd name="T53" fmla="*/ 2 h 425"/>
                <a:gd name="T54" fmla="*/ 1 w 246"/>
                <a:gd name="T55" fmla="*/ 2 h 425"/>
                <a:gd name="T56" fmla="*/ 0 w 246"/>
                <a:gd name="T57" fmla="*/ 2 h 425"/>
                <a:gd name="T58" fmla="*/ 0 w 246"/>
                <a:gd name="T59" fmla="*/ 2 h 425"/>
                <a:gd name="T60" fmla="*/ 0 w 246"/>
                <a:gd name="T61" fmla="*/ 1 h 425"/>
                <a:gd name="T62" fmla="*/ 0 w 246"/>
                <a:gd name="T63" fmla="*/ 1 h 425"/>
                <a:gd name="T64" fmla="*/ 0 w 246"/>
                <a:gd name="T65" fmla="*/ 1 h 425"/>
                <a:gd name="T66" fmla="*/ 0 w 246"/>
                <a:gd name="T67" fmla="*/ 0 h 425"/>
                <a:gd name="T68" fmla="*/ 0 w 246"/>
                <a:gd name="T69" fmla="*/ 0 h 425"/>
                <a:gd name="T70" fmla="*/ 0 w 246"/>
                <a:gd name="T71" fmla="*/ 0 h 425"/>
                <a:gd name="T72" fmla="*/ 0 w 246"/>
                <a:gd name="T73" fmla="*/ 0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5"/>
                <a:gd name="T113" fmla="*/ 246 w 246"/>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5">
                  <a:moveTo>
                    <a:pt x="0" y="0"/>
                  </a:moveTo>
                  <a:lnTo>
                    <a:pt x="0" y="0"/>
                  </a:lnTo>
                  <a:lnTo>
                    <a:pt x="2" y="43"/>
                  </a:lnTo>
                  <a:lnTo>
                    <a:pt x="5" y="86"/>
                  </a:lnTo>
                  <a:lnTo>
                    <a:pt x="11" y="126"/>
                  </a:lnTo>
                  <a:lnTo>
                    <a:pt x="19" y="163"/>
                  </a:lnTo>
                  <a:lnTo>
                    <a:pt x="30" y="202"/>
                  </a:lnTo>
                  <a:lnTo>
                    <a:pt x="41" y="236"/>
                  </a:lnTo>
                  <a:lnTo>
                    <a:pt x="55" y="269"/>
                  </a:lnTo>
                  <a:lnTo>
                    <a:pt x="73" y="299"/>
                  </a:lnTo>
                  <a:lnTo>
                    <a:pt x="89" y="326"/>
                  </a:lnTo>
                  <a:lnTo>
                    <a:pt x="108" y="351"/>
                  </a:lnTo>
                  <a:lnTo>
                    <a:pt x="128" y="373"/>
                  </a:lnTo>
                  <a:lnTo>
                    <a:pt x="150" y="391"/>
                  </a:lnTo>
                  <a:lnTo>
                    <a:pt x="171" y="406"/>
                  </a:lnTo>
                  <a:lnTo>
                    <a:pt x="196" y="417"/>
                  </a:lnTo>
                  <a:lnTo>
                    <a:pt x="221" y="422"/>
                  </a:lnTo>
                  <a:lnTo>
                    <a:pt x="246" y="425"/>
                  </a:lnTo>
                  <a:lnTo>
                    <a:pt x="246" y="413"/>
                  </a:lnTo>
                  <a:lnTo>
                    <a:pt x="223" y="411"/>
                  </a:lnTo>
                  <a:lnTo>
                    <a:pt x="201" y="405"/>
                  </a:lnTo>
                  <a:lnTo>
                    <a:pt x="178" y="394"/>
                  </a:lnTo>
                  <a:lnTo>
                    <a:pt x="157" y="381"/>
                  </a:lnTo>
                  <a:lnTo>
                    <a:pt x="137" y="364"/>
                  </a:lnTo>
                  <a:lnTo>
                    <a:pt x="117" y="344"/>
                  </a:lnTo>
                  <a:lnTo>
                    <a:pt x="99" y="319"/>
                  </a:lnTo>
                  <a:lnTo>
                    <a:pt x="82" y="292"/>
                  </a:lnTo>
                  <a:lnTo>
                    <a:pt x="67" y="264"/>
                  </a:lnTo>
                  <a:lnTo>
                    <a:pt x="53" y="231"/>
                  </a:lnTo>
                  <a:lnTo>
                    <a:pt x="41" y="197"/>
                  </a:lnTo>
                  <a:lnTo>
                    <a:pt x="31" y="161"/>
                  </a:lnTo>
                  <a:lnTo>
                    <a:pt x="23" y="123"/>
                  </a:lnTo>
                  <a:lnTo>
                    <a:pt x="17" y="84"/>
                  </a:lnTo>
                  <a:lnTo>
                    <a:pt x="13" y="4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3113" name="Freeform 71"/>
            <p:cNvSpPr>
              <a:spLocks/>
            </p:cNvSpPr>
            <p:nvPr/>
          </p:nvSpPr>
          <p:spPr bwMode="auto">
            <a:xfrm>
              <a:off x="1502" y="1751"/>
              <a:ext cx="50" cy="85"/>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2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1" y="2"/>
                  </a:lnTo>
                  <a:lnTo>
                    <a:pt x="196" y="8"/>
                  </a:lnTo>
                  <a:lnTo>
                    <a:pt x="171" y="19"/>
                  </a:lnTo>
                  <a:lnTo>
                    <a:pt x="150" y="34"/>
                  </a:lnTo>
                  <a:lnTo>
                    <a:pt x="128" y="52"/>
                  </a:lnTo>
                  <a:lnTo>
                    <a:pt x="108" y="74"/>
                  </a:lnTo>
                  <a:lnTo>
                    <a:pt x="89" y="98"/>
                  </a:lnTo>
                  <a:lnTo>
                    <a:pt x="73" y="125"/>
                  </a:lnTo>
                  <a:lnTo>
                    <a:pt x="55" y="156"/>
                  </a:lnTo>
                  <a:lnTo>
                    <a:pt x="41" y="189"/>
                  </a:lnTo>
                  <a:lnTo>
                    <a:pt x="30" y="223"/>
                  </a:lnTo>
                  <a:lnTo>
                    <a:pt x="19" y="261"/>
                  </a:lnTo>
                  <a:lnTo>
                    <a:pt x="11" y="299"/>
                  </a:lnTo>
                  <a:lnTo>
                    <a:pt x="5" y="339"/>
                  </a:lnTo>
                  <a:lnTo>
                    <a:pt x="2" y="382"/>
                  </a:lnTo>
                  <a:lnTo>
                    <a:pt x="0" y="424"/>
                  </a:lnTo>
                  <a:lnTo>
                    <a:pt x="12" y="424"/>
                  </a:lnTo>
                  <a:lnTo>
                    <a:pt x="13" y="382"/>
                  </a:lnTo>
                  <a:lnTo>
                    <a:pt x="17" y="341"/>
                  </a:lnTo>
                  <a:lnTo>
                    <a:pt x="23" y="301"/>
                  </a:lnTo>
                  <a:lnTo>
                    <a:pt x="31" y="264"/>
                  </a:lnTo>
                  <a:lnTo>
                    <a:pt x="41" y="227"/>
                  </a:lnTo>
                  <a:lnTo>
                    <a:pt x="53" y="193"/>
                  </a:lnTo>
                  <a:lnTo>
                    <a:pt x="67" y="161"/>
                  </a:lnTo>
                  <a:lnTo>
                    <a:pt x="82" y="132"/>
                  </a:lnTo>
                  <a:lnTo>
                    <a:pt x="99" y="105"/>
                  </a:lnTo>
                  <a:lnTo>
                    <a:pt x="117" y="81"/>
                  </a:lnTo>
                  <a:lnTo>
                    <a:pt x="137" y="61"/>
                  </a:lnTo>
                  <a:lnTo>
                    <a:pt x="157" y="43"/>
                  </a:lnTo>
                  <a:lnTo>
                    <a:pt x="178" y="30"/>
                  </a:lnTo>
                  <a:lnTo>
                    <a:pt x="201" y="20"/>
                  </a:lnTo>
                  <a:lnTo>
                    <a:pt x="223" y="14"/>
                  </a:lnTo>
                  <a:lnTo>
                    <a:pt x="246" y="12"/>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3114" name="Freeform 72"/>
            <p:cNvSpPr>
              <a:spLocks/>
            </p:cNvSpPr>
            <p:nvPr/>
          </p:nvSpPr>
          <p:spPr bwMode="auto">
            <a:xfrm>
              <a:off x="1565" y="2016"/>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0" y="339"/>
                  </a:lnTo>
                  <a:lnTo>
                    <a:pt x="234" y="299"/>
                  </a:lnTo>
                  <a:lnTo>
                    <a:pt x="226" y="261"/>
                  </a:lnTo>
                  <a:lnTo>
                    <a:pt x="216" y="223"/>
                  </a:lnTo>
                  <a:lnTo>
                    <a:pt x="204" y="189"/>
                  </a:lnTo>
                  <a:lnTo>
                    <a:pt x="190" y="156"/>
                  </a:lnTo>
                  <a:lnTo>
                    <a:pt x="174" y="125"/>
                  </a:lnTo>
                  <a:lnTo>
                    <a:pt x="156" y="98"/>
                  </a:lnTo>
                  <a:lnTo>
                    <a:pt x="138" y="74"/>
                  </a:lnTo>
                  <a:lnTo>
                    <a:pt x="118" y="51"/>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9" y="81"/>
                  </a:lnTo>
                  <a:lnTo>
                    <a:pt x="147" y="105"/>
                  </a:lnTo>
                  <a:lnTo>
                    <a:pt x="164" y="132"/>
                  </a:lnTo>
                  <a:lnTo>
                    <a:pt x="178" y="160"/>
                  </a:lnTo>
                  <a:lnTo>
                    <a:pt x="192" y="193"/>
                  </a:lnTo>
                  <a:lnTo>
                    <a:pt x="204" y="227"/>
                  </a:lnTo>
                  <a:lnTo>
                    <a:pt x="215" y="264"/>
                  </a:lnTo>
                  <a:lnTo>
                    <a:pt x="223" y="301"/>
                  </a:lnTo>
                  <a:lnTo>
                    <a:pt x="229"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3115" name="Freeform 73"/>
            <p:cNvSpPr>
              <a:spLocks/>
            </p:cNvSpPr>
            <p:nvPr/>
          </p:nvSpPr>
          <p:spPr bwMode="auto">
            <a:xfrm>
              <a:off x="1565" y="2101"/>
              <a:ext cx="49" cy="85"/>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6" y="423"/>
                  </a:lnTo>
                  <a:lnTo>
                    <a:pt x="51" y="418"/>
                  </a:lnTo>
                  <a:lnTo>
                    <a:pt x="74" y="407"/>
                  </a:lnTo>
                  <a:lnTo>
                    <a:pt x="96" y="392"/>
                  </a:lnTo>
                  <a:lnTo>
                    <a:pt x="118" y="373"/>
                  </a:lnTo>
                  <a:lnTo>
                    <a:pt x="138" y="351"/>
                  </a:lnTo>
                  <a:lnTo>
                    <a:pt x="156" y="327"/>
                  </a:lnTo>
                  <a:lnTo>
                    <a:pt x="175" y="299"/>
                  </a:lnTo>
                  <a:lnTo>
                    <a:pt x="190" y="269"/>
                  </a:lnTo>
                  <a:lnTo>
                    <a:pt x="204" y="236"/>
                  </a:lnTo>
                  <a:lnTo>
                    <a:pt x="216" y="202"/>
                  </a:lnTo>
                  <a:lnTo>
                    <a:pt x="226" y="164"/>
                  </a:lnTo>
                  <a:lnTo>
                    <a:pt x="234" y="126"/>
                  </a:lnTo>
                  <a:lnTo>
                    <a:pt x="240" y="86"/>
                  </a:lnTo>
                  <a:lnTo>
                    <a:pt x="244" y="42"/>
                  </a:lnTo>
                  <a:lnTo>
                    <a:pt x="245" y="0"/>
                  </a:lnTo>
                  <a:lnTo>
                    <a:pt x="233" y="0"/>
                  </a:lnTo>
                  <a:lnTo>
                    <a:pt x="232" y="42"/>
                  </a:lnTo>
                  <a:lnTo>
                    <a:pt x="229" y="83"/>
                  </a:lnTo>
                  <a:lnTo>
                    <a:pt x="223" y="123"/>
                  </a:lnTo>
                  <a:lnTo>
                    <a:pt x="215" y="162"/>
                  </a:lnTo>
                  <a:lnTo>
                    <a:pt x="204" y="197"/>
                  </a:lnTo>
                  <a:lnTo>
                    <a:pt x="192" y="231"/>
                  </a:lnTo>
                  <a:lnTo>
                    <a:pt x="178" y="264"/>
                  </a:lnTo>
                  <a:lnTo>
                    <a:pt x="163" y="292"/>
                  </a:lnTo>
                  <a:lnTo>
                    <a:pt x="147" y="320"/>
                  </a:lnTo>
                  <a:lnTo>
                    <a:pt x="129" y="344"/>
                  </a:lnTo>
                  <a:lnTo>
                    <a:pt x="109" y="364"/>
                  </a:lnTo>
                  <a:lnTo>
                    <a:pt x="89" y="382"/>
                  </a:lnTo>
                  <a:lnTo>
                    <a:pt x="67" y="395"/>
                  </a:lnTo>
                  <a:lnTo>
                    <a:pt x="46" y="406"/>
                  </a:lnTo>
                  <a:lnTo>
                    <a:pt x="24"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3116" name="Freeform 74"/>
            <p:cNvSpPr>
              <a:spLocks/>
            </p:cNvSpPr>
            <p:nvPr/>
          </p:nvSpPr>
          <p:spPr bwMode="auto">
            <a:xfrm>
              <a:off x="1516" y="2101"/>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5" y="86"/>
                  </a:lnTo>
                  <a:lnTo>
                    <a:pt x="11" y="126"/>
                  </a:lnTo>
                  <a:lnTo>
                    <a:pt x="19" y="164"/>
                  </a:lnTo>
                  <a:lnTo>
                    <a:pt x="30" y="202"/>
                  </a:lnTo>
                  <a:lnTo>
                    <a:pt x="41" y="236"/>
                  </a:lnTo>
                  <a:lnTo>
                    <a:pt x="55" y="269"/>
                  </a:lnTo>
                  <a:lnTo>
                    <a:pt x="71" y="299"/>
                  </a:lnTo>
                  <a:lnTo>
                    <a:pt x="89" y="327"/>
                  </a:lnTo>
                  <a:lnTo>
                    <a:pt x="107" y="351"/>
                  </a:lnTo>
                  <a:lnTo>
                    <a:pt x="127" y="373"/>
                  </a:lnTo>
                  <a:lnTo>
                    <a:pt x="149" y="392"/>
                  </a:lnTo>
                  <a:lnTo>
                    <a:pt x="171" y="407"/>
                  </a:lnTo>
                  <a:lnTo>
                    <a:pt x="195" y="418"/>
                  </a:lnTo>
                  <a:lnTo>
                    <a:pt x="219" y="423"/>
                  </a:lnTo>
                  <a:lnTo>
                    <a:pt x="245" y="426"/>
                  </a:lnTo>
                  <a:lnTo>
                    <a:pt x="245" y="414"/>
                  </a:lnTo>
                  <a:lnTo>
                    <a:pt x="222" y="412"/>
                  </a:lnTo>
                  <a:lnTo>
                    <a:pt x="199" y="406"/>
                  </a:lnTo>
                  <a:lnTo>
                    <a:pt x="178" y="395"/>
                  </a:lnTo>
                  <a:lnTo>
                    <a:pt x="156" y="382"/>
                  </a:lnTo>
                  <a:lnTo>
                    <a:pt x="136" y="364"/>
                  </a:lnTo>
                  <a:lnTo>
                    <a:pt x="116" y="344"/>
                  </a:lnTo>
                  <a:lnTo>
                    <a:pt x="99" y="320"/>
                  </a:lnTo>
                  <a:lnTo>
                    <a:pt x="82" y="292"/>
                  </a:lnTo>
                  <a:lnTo>
                    <a:pt x="67" y="264"/>
                  </a:lnTo>
                  <a:lnTo>
                    <a:pt x="53" y="231"/>
                  </a:lnTo>
                  <a:lnTo>
                    <a:pt x="41" y="197"/>
                  </a:lnTo>
                  <a:lnTo>
                    <a:pt x="31" y="162"/>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3117" name="Freeform 75"/>
            <p:cNvSpPr>
              <a:spLocks/>
            </p:cNvSpPr>
            <p:nvPr/>
          </p:nvSpPr>
          <p:spPr bwMode="auto">
            <a:xfrm>
              <a:off x="1516" y="2016"/>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5" y="8"/>
                  </a:lnTo>
                  <a:lnTo>
                    <a:pt x="171" y="19"/>
                  </a:lnTo>
                  <a:lnTo>
                    <a:pt x="149" y="34"/>
                  </a:lnTo>
                  <a:lnTo>
                    <a:pt x="127" y="51"/>
                  </a:lnTo>
                  <a:lnTo>
                    <a:pt x="107" y="74"/>
                  </a:lnTo>
                  <a:lnTo>
                    <a:pt x="89" y="98"/>
                  </a:lnTo>
                  <a:lnTo>
                    <a:pt x="72" y="125"/>
                  </a:lnTo>
                  <a:lnTo>
                    <a:pt x="55" y="156"/>
                  </a:lnTo>
                  <a:lnTo>
                    <a:pt x="41" y="189"/>
                  </a:lnTo>
                  <a:lnTo>
                    <a:pt x="30" y="223"/>
                  </a:lnTo>
                  <a:lnTo>
                    <a:pt x="19" y="261"/>
                  </a:lnTo>
                  <a:lnTo>
                    <a:pt x="11" y="299"/>
                  </a:lnTo>
                  <a:lnTo>
                    <a:pt x="5" y="339"/>
                  </a:lnTo>
                  <a:lnTo>
                    <a:pt x="1" y="382"/>
                  </a:lnTo>
                  <a:lnTo>
                    <a:pt x="0" y="424"/>
                  </a:lnTo>
                  <a:lnTo>
                    <a:pt x="12" y="424"/>
                  </a:lnTo>
                  <a:lnTo>
                    <a:pt x="13" y="382"/>
                  </a:lnTo>
                  <a:lnTo>
                    <a:pt x="17" y="341"/>
                  </a:lnTo>
                  <a:lnTo>
                    <a:pt x="23" y="301"/>
                  </a:lnTo>
                  <a:lnTo>
                    <a:pt x="31" y="264"/>
                  </a:lnTo>
                  <a:lnTo>
                    <a:pt x="41" y="227"/>
                  </a:lnTo>
                  <a:lnTo>
                    <a:pt x="53" y="193"/>
                  </a:lnTo>
                  <a:lnTo>
                    <a:pt x="67" y="160"/>
                  </a:lnTo>
                  <a:lnTo>
                    <a:pt x="81" y="132"/>
                  </a:lnTo>
                  <a:lnTo>
                    <a:pt x="99" y="105"/>
                  </a:lnTo>
                  <a:lnTo>
                    <a:pt x="116" y="81"/>
                  </a:lnTo>
                  <a:lnTo>
                    <a:pt x="136" y="61"/>
                  </a:lnTo>
                  <a:lnTo>
                    <a:pt x="156" y="43"/>
                  </a:lnTo>
                  <a:lnTo>
                    <a:pt x="178" y="30"/>
                  </a:lnTo>
                  <a:lnTo>
                    <a:pt x="199" y="20"/>
                  </a:lnTo>
                  <a:lnTo>
                    <a:pt x="222"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sp>
        <p:nvSpPr>
          <p:cNvPr id="173064" name="Rectangle 77"/>
          <p:cNvSpPr>
            <a:spLocks noChangeArrowheads="1"/>
          </p:cNvSpPr>
          <p:nvPr/>
        </p:nvSpPr>
        <p:spPr bwMode="auto">
          <a:xfrm>
            <a:off x="611188" y="0"/>
            <a:ext cx="6388100" cy="6477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3000"/>
              <a:t>Sem. 3 - Jeudi</a:t>
            </a:r>
          </a:p>
        </p:txBody>
      </p:sp>
      <p:sp>
        <p:nvSpPr>
          <p:cNvPr id="173065" name="Text Box 78"/>
          <p:cNvSpPr txBox="1">
            <a:spLocks noChangeArrowheads="1"/>
          </p:cNvSpPr>
          <p:nvPr/>
        </p:nvSpPr>
        <p:spPr bwMode="auto">
          <a:xfrm>
            <a:off x="566738" y="2697163"/>
            <a:ext cx="3217862"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2. Pas de commandes</a:t>
            </a:r>
          </a:p>
        </p:txBody>
      </p:sp>
      <p:sp>
        <p:nvSpPr>
          <p:cNvPr id="173066" name="Text Box 79"/>
          <p:cNvSpPr txBox="1">
            <a:spLocks noChangeArrowheads="1"/>
          </p:cNvSpPr>
          <p:nvPr/>
        </p:nvSpPr>
        <p:spPr bwMode="auto">
          <a:xfrm>
            <a:off x="566738" y="5211763"/>
            <a:ext cx="6543675" cy="4429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eaLnBrk="1" hangingPunct="1">
              <a:spcBef>
                <a:spcPct val="0"/>
              </a:spcBef>
              <a:buFontTx/>
              <a:buNone/>
            </a:pPr>
            <a:r>
              <a:rPr lang="fr-FR" altLang="fr-FR" sz="2300"/>
              <a:t>4. Pointez la production sur votre feuille de suivi</a:t>
            </a:r>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74082" name="Group 2"/>
          <p:cNvGrpSpPr>
            <a:grpSpLocks/>
          </p:cNvGrpSpPr>
          <p:nvPr/>
        </p:nvGrpSpPr>
        <p:grpSpPr bwMode="auto">
          <a:xfrm>
            <a:off x="7073900" y="215900"/>
            <a:ext cx="1878013" cy="1250950"/>
            <a:chOff x="4456" y="136"/>
            <a:chExt cx="1183" cy="788"/>
          </a:xfrm>
        </p:grpSpPr>
        <p:grpSp>
          <p:nvGrpSpPr>
            <p:cNvPr id="174142" name="Group 3"/>
            <p:cNvGrpSpPr>
              <a:grpSpLocks/>
            </p:cNvGrpSpPr>
            <p:nvPr/>
          </p:nvGrpSpPr>
          <p:grpSpPr bwMode="auto">
            <a:xfrm>
              <a:off x="4766" y="232"/>
              <a:ext cx="873" cy="692"/>
              <a:chOff x="2185" y="310"/>
              <a:chExt cx="873" cy="692"/>
            </a:xfrm>
          </p:grpSpPr>
          <p:sp>
            <p:nvSpPr>
              <p:cNvPr id="174153" name="Freeform 4"/>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accent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4154" name="Freeform 5"/>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4155" name="Freeform 6"/>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4156" name="Freeform 7"/>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4157" name="Freeform 8"/>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4158" name="Freeform 9"/>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4159" name="Freeform 10"/>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grpSp>
          <p:nvGrpSpPr>
            <p:cNvPr id="174143" name="Group 11"/>
            <p:cNvGrpSpPr>
              <a:grpSpLocks/>
            </p:cNvGrpSpPr>
            <p:nvPr/>
          </p:nvGrpSpPr>
          <p:grpSpPr bwMode="auto">
            <a:xfrm>
              <a:off x="4949" y="336"/>
              <a:ext cx="591" cy="468"/>
              <a:chOff x="2185" y="310"/>
              <a:chExt cx="873" cy="692"/>
            </a:xfrm>
          </p:grpSpPr>
          <p:sp>
            <p:nvSpPr>
              <p:cNvPr id="174146" name="Freeform 12"/>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4147" name="Freeform 13"/>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4148" name="Freeform 14"/>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4149" name="Freeform 15"/>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4150" name="Freeform 16"/>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4151" name="Freeform 17"/>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4152" name="Freeform 18"/>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pic>
          <p:nvPicPr>
            <p:cNvPr id="174144" name="Picture 19"/>
            <p:cNvPicPr>
              <a:picLocks noChangeAspect="1" noChangeArrowheads="1"/>
            </p:cNvPicPr>
            <p:nvPr/>
          </p:nvPicPr>
          <p:blipFill>
            <a:blip r:embed="rId3" cstate="print">
              <a:extLst>
                <a:ext uri="{28A0092B-C50C-407E-A947-70E740481C1C}">
                  <a14:useLocalDpi xmlns:a14="http://schemas.microsoft.com/office/drawing/2010/main" val="0"/>
                </a:ext>
              </a:extLst>
            </a:blip>
            <a:srcRect l="-4282" t="-4369" r="-5199" b="-12012"/>
            <a:stretch>
              <a:fillRect/>
            </a:stretch>
          </p:blipFill>
          <p:spPr bwMode="auto">
            <a:xfrm>
              <a:off x="4456" y="136"/>
              <a:ext cx="480" cy="5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74145" name="Text Box 20"/>
            <p:cNvSpPr txBox="1">
              <a:spLocks noChangeArrowheads="1"/>
            </p:cNvSpPr>
            <p:nvPr/>
          </p:nvSpPr>
          <p:spPr bwMode="auto">
            <a:xfrm>
              <a:off x="4946" y="314"/>
              <a:ext cx="596" cy="49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4500" b="1">
                  <a:solidFill>
                    <a:srgbClr val="FF0000"/>
                  </a:solidFill>
                  <a:latin typeface="Arial Black" pitchFamily="34" charset="0"/>
                </a:rPr>
                <a:t>31</a:t>
              </a:r>
              <a:endParaRPr lang="fr-FR" altLang="fr-FR" sz="3200">
                <a:solidFill>
                  <a:schemeClr val="tx1"/>
                </a:solidFill>
                <a:latin typeface="Arial Black" pitchFamily="34" charset="0"/>
              </a:endParaRPr>
            </a:p>
          </p:txBody>
        </p:sp>
      </p:grpSp>
      <p:sp>
        <p:nvSpPr>
          <p:cNvPr id="174084" name="Text Box 22"/>
          <p:cNvSpPr txBox="1">
            <a:spLocks noChangeArrowheads="1"/>
          </p:cNvSpPr>
          <p:nvPr/>
        </p:nvSpPr>
        <p:spPr bwMode="auto">
          <a:xfrm>
            <a:off x="566738" y="1363663"/>
            <a:ext cx="1946275"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1. Tirez le dé</a:t>
            </a:r>
          </a:p>
        </p:txBody>
      </p:sp>
      <p:sp>
        <p:nvSpPr>
          <p:cNvPr id="174085" name="Text Box 23"/>
          <p:cNvSpPr txBox="1">
            <a:spLocks noChangeArrowheads="1"/>
          </p:cNvSpPr>
          <p:nvPr/>
        </p:nvSpPr>
        <p:spPr bwMode="auto">
          <a:xfrm>
            <a:off x="566738" y="3935413"/>
            <a:ext cx="18796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3. Produisez</a:t>
            </a:r>
          </a:p>
        </p:txBody>
      </p:sp>
      <p:grpSp>
        <p:nvGrpSpPr>
          <p:cNvPr id="174086" name="Group 24"/>
          <p:cNvGrpSpPr>
            <a:grpSpLocks/>
          </p:cNvGrpSpPr>
          <p:nvPr/>
        </p:nvGrpSpPr>
        <p:grpSpPr bwMode="auto">
          <a:xfrm>
            <a:off x="2986088" y="1306513"/>
            <a:ext cx="446087" cy="534987"/>
            <a:chOff x="868" y="1439"/>
            <a:chExt cx="811" cy="972"/>
          </a:xfrm>
        </p:grpSpPr>
        <p:sp>
          <p:nvSpPr>
            <p:cNvPr id="174091" name="Freeform 25"/>
            <p:cNvSpPr>
              <a:spLocks/>
            </p:cNvSpPr>
            <p:nvPr/>
          </p:nvSpPr>
          <p:spPr bwMode="auto">
            <a:xfrm>
              <a:off x="1548" y="2014"/>
              <a:ext cx="123" cy="100"/>
            </a:xfrm>
            <a:custGeom>
              <a:avLst/>
              <a:gdLst>
                <a:gd name="T0" fmla="*/ 5 w 618"/>
                <a:gd name="T1" fmla="*/ 0 h 502"/>
                <a:gd name="T2" fmla="*/ 5 w 618"/>
                <a:gd name="T3" fmla="*/ 0 h 502"/>
                <a:gd name="T4" fmla="*/ 0 w 618"/>
                <a:gd name="T5" fmla="*/ 4 h 502"/>
                <a:gd name="T6" fmla="*/ 0 w 618"/>
                <a:gd name="T7" fmla="*/ 4 h 502"/>
                <a:gd name="T8" fmla="*/ 5 w 618"/>
                <a:gd name="T9" fmla="*/ 0 h 502"/>
                <a:gd name="T10" fmla="*/ 5 w 618"/>
                <a:gd name="T11" fmla="*/ 0 h 502"/>
                <a:gd name="T12" fmla="*/ 5 w 618"/>
                <a:gd name="T13" fmla="*/ 0 h 502"/>
                <a:gd name="T14" fmla="*/ 5 w 618"/>
                <a:gd name="T15" fmla="*/ 0 h 502"/>
                <a:gd name="T16" fmla="*/ 5 w 618"/>
                <a:gd name="T17" fmla="*/ 0 h 502"/>
                <a:gd name="T18" fmla="*/ 5 w 618"/>
                <a:gd name="T19" fmla="*/ 0 h 502"/>
                <a:gd name="T20" fmla="*/ 5 w 618"/>
                <a:gd name="T21" fmla="*/ 0 h 502"/>
                <a:gd name="T22" fmla="*/ 5 w 618"/>
                <a:gd name="T23" fmla="*/ 0 h 502"/>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618"/>
                <a:gd name="T37" fmla="*/ 0 h 502"/>
                <a:gd name="T38" fmla="*/ 618 w 618"/>
                <a:gd name="T39" fmla="*/ 502 h 502"/>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618" h="502">
                  <a:moveTo>
                    <a:pt x="611" y="0"/>
                  </a:moveTo>
                  <a:lnTo>
                    <a:pt x="606" y="2"/>
                  </a:lnTo>
                  <a:lnTo>
                    <a:pt x="0" y="490"/>
                  </a:lnTo>
                  <a:lnTo>
                    <a:pt x="10" y="502"/>
                  </a:lnTo>
                  <a:lnTo>
                    <a:pt x="616" y="14"/>
                  </a:lnTo>
                  <a:lnTo>
                    <a:pt x="611" y="16"/>
                  </a:lnTo>
                  <a:lnTo>
                    <a:pt x="616" y="14"/>
                  </a:lnTo>
                  <a:lnTo>
                    <a:pt x="618" y="9"/>
                  </a:lnTo>
                  <a:lnTo>
                    <a:pt x="617" y="3"/>
                  </a:lnTo>
                  <a:lnTo>
                    <a:pt x="612" y="1"/>
                  </a:lnTo>
                  <a:lnTo>
                    <a:pt x="606" y="2"/>
                  </a:lnTo>
                  <a:lnTo>
                    <a:pt x="611"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4092" name="Freeform 26"/>
            <p:cNvSpPr>
              <a:spLocks/>
            </p:cNvSpPr>
            <p:nvPr/>
          </p:nvSpPr>
          <p:spPr bwMode="auto">
            <a:xfrm>
              <a:off x="876" y="1852"/>
              <a:ext cx="82" cy="373"/>
            </a:xfrm>
            <a:custGeom>
              <a:avLst/>
              <a:gdLst>
                <a:gd name="T0" fmla="*/ 3 w 413"/>
                <a:gd name="T1" fmla="*/ 15 h 1865"/>
                <a:gd name="T2" fmla="*/ 3 w 413"/>
                <a:gd name="T3" fmla="*/ 15 h 1865"/>
                <a:gd name="T4" fmla="*/ 0 w 413"/>
                <a:gd name="T5" fmla="*/ 0 h 1865"/>
                <a:gd name="T6" fmla="*/ 0 w 413"/>
                <a:gd name="T7" fmla="*/ 0 h 1865"/>
                <a:gd name="T8" fmla="*/ 3 w 413"/>
                <a:gd name="T9" fmla="*/ 15 h 1865"/>
                <a:gd name="T10" fmla="*/ 3 w 413"/>
                <a:gd name="T11" fmla="*/ 15 h 1865"/>
                <a:gd name="T12" fmla="*/ 3 w 413"/>
                <a:gd name="T13" fmla="*/ 15 h 1865"/>
                <a:gd name="T14" fmla="*/ 3 w 413"/>
                <a:gd name="T15" fmla="*/ 15 h 1865"/>
                <a:gd name="T16" fmla="*/ 3 w 413"/>
                <a:gd name="T17" fmla="*/ 15 h 1865"/>
                <a:gd name="T18" fmla="*/ 3 w 413"/>
                <a:gd name="T19" fmla="*/ 15 h 1865"/>
                <a:gd name="T20" fmla="*/ 3 w 413"/>
                <a:gd name="T21" fmla="*/ 15 h 1865"/>
                <a:gd name="T22" fmla="*/ 3 w 413"/>
                <a:gd name="T23" fmla="*/ 15 h 186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413"/>
                <a:gd name="T37" fmla="*/ 0 h 1865"/>
                <a:gd name="T38" fmla="*/ 413 w 413"/>
                <a:gd name="T39" fmla="*/ 1865 h 1865"/>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413" h="1865">
                  <a:moveTo>
                    <a:pt x="400" y="1864"/>
                  </a:moveTo>
                  <a:lnTo>
                    <a:pt x="413" y="1856"/>
                  </a:lnTo>
                  <a:lnTo>
                    <a:pt x="17" y="0"/>
                  </a:lnTo>
                  <a:lnTo>
                    <a:pt x="0" y="2"/>
                  </a:lnTo>
                  <a:lnTo>
                    <a:pt x="396" y="1858"/>
                  </a:lnTo>
                  <a:lnTo>
                    <a:pt x="409" y="1850"/>
                  </a:lnTo>
                  <a:lnTo>
                    <a:pt x="396" y="1858"/>
                  </a:lnTo>
                  <a:lnTo>
                    <a:pt x="400" y="1864"/>
                  </a:lnTo>
                  <a:lnTo>
                    <a:pt x="406" y="1865"/>
                  </a:lnTo>
                  <a:lnTo>
                    <a:pt x="410" y="1862"/>
                  </a:lnTo>
                  <a:lnTo>
                    <a:pt x="413" y="1856"/>
                  </a:lnTo>
                  <a:lnTo>
                    <a:pt x="400" y="186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4093" name="Freeform 27"/>
            <p:cNvSpPr>
              <a:spLocks/>
            </p:cNvSpPr>
            <p:nvPr/>
          </p:nvSpPr>
          <p:spPr bwMode="auto">
            <a:xfrm>
              <a:off x="1282" y="1533"/>
              <a:ext cx="35" cy="161"/>
            </a:xfrm>
            <a:custGeom>
              <a:avLst/>
              <a:gdLst>
                <a:gd name="T0" fmla="*/ 1 w 175"/>
                <a:gd name="T1" fmla="*/ 6 h 807"/>
                <a:gd name="T2" fmla="*/ 1 w 175"/>
                <a:gd name="T3" fmla="*/ 6 h 807"/>
                <a:gd name="T4" fmla="*/ 1 w 175"/>
                <a:gd name="T5" fmla="*/ 6 h 807"/>
                <a:gd name="T6" fmla="*/ 1 w 175"/>
                <a:gd name="T7" fmla="*/ 5 h 807"/>
                <a:gd name="T8" fmla="*/ 1 w 175"/>
                <a:gd name="T9" fmla="*/ 5 h 807"/>
                <a:gd name="T10" fmla="*/ 1 w 175"/>
                <a:gd name="T11" fmla="*/ 5 h 807"/>
                <a:gd name="T12" fmla="*/ 1 w 175"/>
                <a:gd name="T13" fmla="*/ 4 h 807"/>
                <a:gd name="T14" fmla="*/ 1 w 175"/>
                <a:gd name="T15" fmla="*/ 4 h 807"/>
                <a:gd name="T16" fmla="*/ 1 w 175"/>
                <a:gd name="T17" fmla="*/ 3 h 807"/>
                <a:gd name="T18" fmla="*/ 1 w 175"/>
                <a:gd name="T19" fmla="*/ 3 h 807"/>
                <a:gd name="T20" fmla="*/ 1 w 175"/>
                <a:gd name="T21" fmla="*/ 3 h 807"/>
                <a:gd name="T22" fmla="*/ 1 w 175"/>
                <a:gd name="T23" fmla="*/ 2 h 807"/>
                <a:gd name="T24" fmla="*/ 1 w 175"/>
                <a:gd name="T25" fmla="*/ 2 h 807"/>
                <a:gd name="T26" fmla="*/ 1 w 175"/>
                <a:gd name="T27" fmla="*/ 2 h 807"/>
                <a:gd name="T28" fmla="*/ 1 w 175"/>
                <a:gd name="T29" fmla="*/ 1 h 807"/>
                <a:gd name="T30" fmla="*/ 1 w 175"/>
                <a:gd name="T31" fmla="*/ 1 h 807"/>
                <a:gd name="T32" fmla="*/ 1 w 175"/>
                <a:gd name="T33" fmla="*/ 1 h 807"/>
                <a:gd name="T34" fmla="*/ 1 w 175"/>
                <a:gd name="T35" fmla="*/ 0 h 807"/>
                <a:gd name="T36" fmla="*/ 1 w 175"/>
                <a:gd name="T37" fmla="*/ 0 h 807"/>
                <a:gd name="T38" fmla="*/ 1 w 175"/>
                <a:gd name="T39" fmla="*/ 0 h 807"/>
                <a:gd name="T40" fmla="*/ 0 w 175"/>
                <a:gd name="T41" fmla="*/ 1 h 807"/>
                <a:gd name="T42" fmla="*/ 0 w 175"/>
                <a:gd name="T43" fmla="*/ 1 h 807"/>
                <a:gd name="T44" fmla="*/ 0 w 175"/>
                <a:gd name="T45" fmla="*/ 1 h 807"/>
                <a:gd name="T46" fmla="*/ 0 w 175"/>
                <a:gd name="T47" fmla="*/ 2 h 807"/>
                <a:gd name="T48" fmla="*/ 0 w 175"/>
                <a:gd name="T49" fmla="*/ 2 h 807"/>
                <a:gd name="T50" fmla="*/ 0 w 175"/>
                <a:gd name="T51" fmla="*/ 3 h 807"/>
                <a:gd name="T52" fmla="*/ 0 w 175"/>
                <a:gd name="T53" fmla="*/ 3 h 807"/>
                <a:gd name="T54" fmla="*/ 0 w 175"/>
                <a:gd name="T55" fmla="*/ 3 h 807"/>
                <a:gd name="T56" fmla="*/ 0 w 175"/>
                <a:gd name="T57" fmla="*/ 4 h 807"/>
                <a:gd name="T58" fmla="*/ 0 w 175"/>
                <a:gd name="T59" fmla="*/ 4 h 807"/>
                <a:gd name="T60" fmla="*/ 0 w 175"/>
                <a:gd name="T61" fmla="*/ 5 h 807"/>
                <a:gd name="T62" fmla="*/ 0 w 175"/>
                <a:gd name="T63" fmla="*/ 5 h 807"/>
                <a:gd name="T64" fmla="*/ 0 w 175"/>
                <a:gd name="T65" fmla="*/ 5 h 807"/>
                <a:gd name="T66" fmla="*/ 1 w 175"/>
                <a:gd name="T67" fmla="*/ 6 h 807"/>
                <a:gd name="T68" fmla="*/ 1 w 175"/>
                <a:gd name="T69" fmla="*/ 6 h 807"/>
                <a:gd name="T70" fmla="*/ 1 w 175"/>
                <a:gd name="T71" fmla="*/ 6 h 807"/>
                <a:gd name="T72" fmla="*/ 1 w 175"/>
                <a:gd name="T73" fmla="*/ 6 h 807"/>
                <a:gd name="T74" fmla="*/ 1 w 175"/>
                <a:gd name="T75" fmla="*/ 6 h 807"/>
                <a:gd name="T76" fmla="*/ 1 w 175"/>
                <a:gd name="T77" fmla="*/ 6 h 807"/>
                <a:gd name="T78" fmla="*/ 1 w 175"/>
                <a:gd name="T79" fmla="*/ 6 h 807"/>
                <a:gd name="T80" fmla="*/ 1 w 175"/>
                <a:gd name="T81" fmla="*/ 6 h 807"/>
                <a:gd name="T82" fmla="*/ 1 w 175"/>
                <a:gd name="T83" fmla="*/ 6 h 807"/>
                <a:gd name="T84" fmla="*/ 1 w 175"/>
                <a:gd name="T85" fmla="*/ 6 h 807"/>
                <a:gd name="T86" fmla="*/ 1 w 175"/>
                <a:gd name="T87" fmla="*/ 6 h 807"/>
                <a:gd name="T88" fmla="*/ 1 w 175"/>
                <a:gd name="T89" fmla="*/ 6 h 807"/>
                <a:gd name="T90" fmla="*/ 1 w 175"/>
                <a:gd name="T91" fmla="*/ 6 h 80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175"/>
                <a:gd name="T139" fmla="*/ 0 h 807"/>
                <a:gd name="T140" fmla="*/ 175 w 175"/>
                <a:gd name="T141" fmla="*/ 807 h 80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175" h="807">
                  <a:moveTo>
                    <a:pt x="169" y="740"/>
                  </a:moveTo>
                  <a:lnTo>
                    <a:pt x="169" y="739"/>
                  </a:lnTo>
                  <a:lnTo>
                    <a:pt x="149" y="698"/>
                  </a:lnTo>
                  <a:lnTo>
                    <a:pt x="133" y="656"/>
                  </a:lnTo>
                  <a:lnTo>
                    <a:pt x="120" y="611"/>
                  </a:lnTo>
                  <a:lnTo>
                    <a:pt x="108" y="565"/>
                  </a:lnTo>
                  <a:lnTo>
                    <a:pt x="100" y="520"/>
                  </a:lnTo>
                  <a:lnTo>
                    <a:pt x="96" y="472"/>
                  </a:lnTo>
                  <a:lnTo>
                    <a:pt x="93" y="425"/>
                  </a:lnTo>
                  <a:lnTo>
                    <a:pt x="93" y="377"/>
                  </a:lnTo>
                  <a:lnTo>
                    <a:pt x="96" y="330"/>
                  </a:lnTo>
                  <a:lnTo>
                    <a:pt x="100" y="283"/>
                  </a:lnTo>
                  <a:lnTo>
                    <a:pt x="106" y="238"/>
                  </a:lnTo>
                  <a:lnTo>
                    <a:pt x="115" y="195"/>
                  </a:lnTo>
                  <a:lnTo>
                    <a:pt x="126" y="153"/>
                  </a:lnTo>
                  <a:lnTo>
                    <a:pt x="139" y="114"/>
                  </a:lnTo>
                  <a:lnTo>
                    <a:pt x="153" y="77"/>
                  </a:lnTo>
                  <a:lnTo>
                    <a:pt x="169" y="43"/>
                  </a:lnTo>
                  <a:lnTo>
                    <a:pt x="87" y="0"/>
                  </a:lnTo>
                  <a:lnTo>
                    <a:pt x="69" y="39"/>
                  </a:lnTo>
                  <a:lnTo>
                    <a:pt x="52" y="81"/>
                  </a:lnTo>
                  <a:lnTo>
                    <a:pt x="37" y="127"/>
                  </a:lnTo>
                  <a:lnTo>
                    <a:pt x="24" y="174"/>
                  </a:lnTo>
                  <a:lnTo>
                    <a:pt x="15" y="222"/>
                  </a:lnTo>
                  <a:lnTo>
                    <a:pt x="7" y="271"/>
                  </a:lnTo>
                  <a:lnTo>
                    <a:pt x="2" y="323"/>
                  </a:lnTo>
                  <a:lnTo>
                    <a:pt x="0" y="374"/>
                  </a:lnTo>
                  <a:lnTo>
                    <a:pt x="0" y="427"/>
                  </a:lnTo>
                  <a:lnTo>
                    <a:pt x="2" y="479"/>
                  </a:lnTo>
                  <a:lnTo>
                    <a:pt x="9" y="531"/>
                  </a:lnTo>
                  <a:lnTo>
                    <a:pt x="17" y="584"/>
                  </a:lnTo>
                  <a:lnTo>
                    <a:pt x="29" y="635"/>
                  </a:lnTo>
                  <a:lnTo>
                    <a:pt x="44" y="686"/>
                  </a:lnTo>
                  <a:lnTo>
                    <a:pt x="65" y="736"/>
                  </a:lnTo>
                  <a:lnTo>
                    <a:pt x="87" y="784"/>
                  </a:lnTo>
                  <a:lnTo>
                    <a:pt x="87" y="782"/>
                  </a:lnTo>
                  <a:lnTo>
                    <a:pt x="87" y="784"/>
                  </a:lnTo>
                  <a:lnTo>
                    <a:pt x="100" y="799"/>
                  </a:lnTo>
                  <a:lnTo>
                    <a:pt x="117" y="807"/>
                  </a:lnTo>
                  <a:lnTo>
                    <a:pt x="134" y="807"/>
                  </a:lnTo>
                  <a:lnTo>
                    <a:pt x="151" y="801"/>
                  </a:lnTo>
                  <a:lnTo>
                    <a:pt x="164" y="791"/>
                  </a:lnTo>
                  <a:lnTo>
                    <a:pt x="173" y="777"/>
                  </a:lnTo>
                  <a:lnTo>
                    <a:pt x="175" y="759"/>
                  </a:lnTo>
                  <a:lnTo>
                    <a:pt x="169" y="739"/>
                  </a:lnTo>
                  <a:lnTo>
                    <a:pt x="169" y="74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4094" name="Freeform 28"/>
            <p:cNvSpPr>
              <a:spLocks/>
            </p:cNvSpPr>
            <p:nvPr/>
          </p:nvSpPr>
          <p:spPr bwMode="auto">
            <a:xfrm>
              <a:off x="1299" y="1681"/>
              <a:ext cx="157" cy="281"/>
            </a:xfrm>
            <a:custGeom>
              <a:avLst/>
              <a:gdLst>
                <a:gd name="T0" fmla="*/ 6 w 787"/>
                <a:gd name="T1" fmla="*/ 11 h 1404"/>
                <a:gd name="T2" fmla="*/ 6 w 787"/>
                <a:gd name="T3" fmla="*/ 11 h 1404"/>
                <a:gd name="T4" fmla="*/ 1 w 787"/>
                <a:gd name="T5" fmla="*/ 0 h 1404"/>
                <a:gd name="T6" fmla="*/ 0 w 787"/>
                <a:gd name="T7" fmla="*/ 0 h 1404"/>
                <a:gd name="T8" fmla="*/ 6 w 787"/>
                <a:gd name="T9" fmla="*/ 11 h 1404"/>
                <a:gd name="T10" fmla="*/ 6 w 787"/>
                <a:gd name="T11" fmla="*/ 11 h 1404"/>
                <a:gd name="T12" fmla="*/ 6 w 787"/>
                <a:gd name="T13" fmla="*/ 11 h 1404"/>
                <a:gd name="T14" fmla="*/ 6 w 787"/>
                <a:gd name="T15" fmla="*/ 11 h 1404"/>
                <a:gd name="T16" fmla="*/ 6 w 787"/>
                <a:gd name="T17" fmla="*/ 11 h 1404"/>
                <a:gd name="T18" fmla="*/ 6 w 787"/>
                <a:gd name="T19" fmla="*/ 11 h 1404"/>
                <a:gd name="T20" fmla="*/ 6 w 787"/>
                <a:gd name="T21" fmla="*/ 11 h 1404"/>
                <a:gd name="T22" fmla="*/ 6 w 787"/>
                <a:gd name="T23" fmla="*/ 11 h 1404"/>
                <a:gd name="T24" fmla="*/ 6 w 787"/>
                <a:gd name="T25" fmla="*/ 11 h 1404"/>
                <a:gd name="T26" fmla="*/ 6 w 787"/>
                <a:gd name="T27" fmla="*/ 11 h 1404"/>
                <a:gd name="T28" fmla="*/ 6 w 787"/>
                <a:gd name="T29" fmla="*/ 11 h 1404"/>
                <a:gd name="T30" fmla="*/ 6 w 787"/>
                <a:gd name="T31" fmla="*/ 11 h 1404"/>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787"/>
                <a:gd name="T49" fmla="*/ 0 h 1404"/>
                <a:gd name="T50" fmla="*/ 787 w 787"/>
                <a:gd name="T51" fmla="*/ 1404 h 1404"/>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787" h="1404">
                  <a:moveTo>
                    <a:pt x="781" y="1334"/>
                  </a:moveTo>
                  <a:lnTo>
                    <a:pt x="781" y="1337"/>
                  </a:lnTo>
                  <a:lnTo>
                    <a:pt x="82" y="0"/>
                  </a:lnTo>
                  <a:lnTo>
                    <a:pt x="0" y="42"/>
                  </a:lnTo>
                  <a:lnTo>
                    <a:pt x="699" y="1379"/>
                  </a:lnTo>
                  <a:lnTo>
                    <a:pt x="699" y="1381"/>
                  </a:lnTo>
                  <a:lnTo>
                    <a:pt x="699" y="1379"/>
                  </a:lnTo>
                  <a:lnTo>
                    <a:pt x="712" y="1395"/>
                  </a:lnTo>
                  <a:lnTo>
                    <a:pt x="727" y="1402"/>
                  </a:lnTo>
                  <a:lnTo>
                    <a:pt x="744" y="1404"/>
                  </a:lnTo>
                  <a:lnTo>
                    <a:pt x="761" y="1398"/>
                  </a:lnTo>
                  <a:lnTo>
                    <a:pt x="775" y="1388"/>
                  </a:lnTo>
                  <a:lnTo>
                    <a:pt x="784" y="1373"/>
                  </a:lnTo>
                  <a:lnTo>
                    <a:pt x="787" y="1357"/>
                  </a:lnTo>
                  <a:lnTo>
                    <a:pt x="781" y="1337"/>
                  </a:lnTo>
                  <a:lnTo>
                    <a:pt x="781" y="13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4095" name="Freeform 29"/>
            <p:cNvSpPr>
              <a:spLocks/>
            </p:cNvSpPr>
            <p:nvPr/>
          </p:nvSpPr>
          <p:spPr bwMode="auto">
            <a:xfrm>
              <a:off x="1439" y="1948"/>
              <a:ext cx="125" cy="76"/>
            </a:xfrm>
            <a:custGeom>
              <a:avLst/>
              <a:gdLst>
                <a:gd name="T0" fmla="*/ 5 w 628"/>
                <a:gd name="T1" fmla="*/ 2 h 383"/>
                <a:gd name="T2" fmla="*/ 5 w 628"/>
                <a:gd name="T3" fmla="*/ 2 h 383"/>
                <a:gd name="T4" fmla="*/ 4 w 628"/>
                <a:gd name="T5" fmla="*/ 2 h 383"/>
                <a:gd name="T6" fmla="*/ 4 w 628"/>
                <a:gd name="T7" fmla="*/ 2 h 383"/>
                <a:gd name="T8" fmla="*/ 4 w 628"/>
                <a:gd name="T9" fmla="*/ 2 h 383"/>
                <a:gd name="T10" fmla="*/ 3 w 628"/>
                <a:gd name="T11" fmla="*/ 2 h 383"/>
                <a:gd name="T12" fmla="*/ 3 w 628"/>
                <a:gd name="T13" fmla="*/ 2 h 383"/>
                <a:gd name="T14" fmla="*/ 3 w 628"/>
                <a:gd name="T15" fmla="*/ 2 h 383"/>
                <a:gd name="T16" fmla="*/ 3 w 628"/>
                <a:gd name="T17" fmla="*/ 2 h 383"/>
                <a:gd name="T18" fmla="*/ 2 w 628"/>
                <a:gd name="T19" fmla="*/ 2 h 383"/>
                <a:gd name="T20" fmla="*/ 2 w 628"/>
                <a:gd name="T21" fmla="*/ 2 h 383"/>
                <a:gd name="T22" fmla="*/ 2 w 628"/>
                <a:gd name="T23" fmla="*/ 1 h 383"/>
                <a:gd name="T24" fmla="*/ 2 w 628"/>
                <a:gd name="T25" fmla="*/ 1 h 383"/>
                <a:gd name="T26" fmla="*/ 1 w 628"/>
                <a:gd name="T27" fmla="*/ 1 h 383"/>
                <a:gd name="T28" fmla="*/ 1 w 628"/>
                <a:gd name="T29" fmla="*/ 1 h 383"/>
                <a:gd name="T30" fmla="*/ 1 w 628"/>
                <a:gd name="T31" fmla="*/ 1 h 383"/>
                <a:gd name="T32" fmla="*/ 1 w 628"/>
                <a:gd name="T33" fmla="*/ 0 h 383"/>
                <a:gd name="T34" fmla="*/ 1 w 628"/>
                <a:gd name="T35" fmla="*/ 0 h 383"/>
                <a:gd name="T36" fmla="*/ 0 w 628"/>
                <a:gd name="T37" fmla="*/ 0 h 383"/>
                <a:gd name="T38" fmla="*/ 0 w 628"/>
                <a:gd name="T39" fmla="*/ 1 h 383"/>
                <a:gd name="T40" fmla="*/ 0 w 628"/>
                <a:gd name="T41" fmla="*/ 1 h 383"/>
                <a:gd name="T42" fmla="*/ 1 w 628"/>
                <a:gd name="T43" fmla="*/ 1 h 383"/>
                <a:gd name="T44" fmla="*/ 1 w 628"/>
                <a:gd name="T45" fmla="*/ 1 h 383"/>
                <a:gd name="T46" fmla="*/ 1 w 628"/>
                <a:gd name="T47" fmla="*/ 2 h 383"/>
                <a:gd name="T48" fmla="*/ 1 w 628"/>
                <a:gd name="T49" fmla="*/ 2 h 383"/>
                <a:gd name="T50" fmla="*/ 2 w 628"/>
                <a:gd name="T51" fmla="*/ 2 h 383"/>
                <a:gd name="T52" fmla="*/ 2 w 628"/>
                <a:gd name="T53" fmla="*/ 2 h 383"/>
                <a:gd name="T54" fmla="*/ 2 w 628"/>
                <a:gd name="T55" fmla="*/ 2 h 383"/>
                <a:gd name="T56" fmla="*/ 3 w 628"/>
                <a:gd name="T57" fmla="*/ 3 h 383"/>
                <a:gd name="T58" fmla="*/ 3 w 628"/>
                <a:gd name="T59" fmla="*/ 3 h 383"/>
                <a:gd name="T60" fmla="*/ 3 w 628"/>
                <a:gd name="T61" fmla="*/ 3 h 383"/>
                <a:gd name="T62" fmla="*/ 4 w 628"/>
                <a:gd name="T63" fmla="*/ 3 h 383"/>
                <a:gd name="T64" fmla="*/ 4 w 628"/>
                <a:gd name="T65" fmla="*/ 3 h 383"/>
                <a:gd name="T66" fmla="*/ 4 w 628"/>
                <a:gd name="T67" fmla="*/ 3 h 383"/>
                <a:gd name="T68" fmla="*/ 5 w 628"/>
                <a:gd name="T69" fmla="*/ 3 h 383"/>
                <a:gd name="T70" fmla="*/ 5 w 628"/>
                <a:gd name="T71" fmla="*/ 3 h 383"/>
                <a:gd name="T72" fmla="*/ 5 w 628"/>
                <a:gd name="T73" fmla="*/ 3 h 383"/>
                <a:gd name="T74" fmla="*/ 5 w 628"/>
                <a:gd name="T75" fmla="*/ 3 h 383"/>
                <a:gd name="T76" fmla="*/ 5 w 628"/>
                <a:gd name="T77" fmla="*/ 3 h 383"/>
                <a:gd name="T78" fmla="*/ 5 w 628"/>
                <a:gd name="T79" fmla="*/ 3 h 383"/>
                <a:gd name="T80" fmla="*/ 5 w 628"/>
                <a:gd name="T81" fmla="*/ 3 h 383"/>
                <a:gd name="T82" fmla="*/ 5 w 628"/>
                <a:gd name="T83" fmla="*/ 3 h 383"/>
                <a:gd name="T84" fmla="*/ 5 w 628"/>
                <a:gd name="T85" fmla="*/ 2 h 383"/>
                <a:gd name="T86" fmla="*/ 5 w 628"/>
                <a:gd name="T87" fmla="*/ 2 h 383"/>
                <a:gd name="T88" fmla="*/ 5 w 628"/>
                <a:gd name="T89" fmla="*/ 2 h 383"/>
                <a:gd name="T90" fmla="*/ 5 w 628"/>
                <a:gd name="T91" fmla="*/ 2 h 38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628"/>
                <a:gd name="T139" fmla="*/ 0 h 383"/>
                <a:gd name="T140" fmla="*/ 628 w 628"/>
                <a:gd name="T141" fmla="*/ 383 h 38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628" h="383">
                  <a:moveTo>
                    <a:pt x="581" y="289"/>
                  </a:moveTo>
                  <a:lnTo>
                    <a:pt x="582" y="289"/>
                  </a:lnTo>
                  <a:lnTo>
                    <a:pt x="541" y="287"/>
                  </a:lnTo>
                  <a:lnTo>
                    <a:pt x="500" y="283"/>
                  </a:lnTo>
                  <a:lnTo>
                    <a:pt x="462" y="276"/>
                  </a:lnTo>
                  <a:lnTo>
                    <a:pt x="424" y="268"/>
                  </a:lnTo>
                  <a:lnTo>
                    <a:pt x="389" y="255"/>
                  </a:lnTo>
                  <a:lnTo>
                    <a:pt x="352" y="242"/>
                  </a:lnTo>
                  <a:lnTo>
                    <a:pt x="320" y="227"/>
                  </a:lnTo>
                  <a:lnTo>
                    <a:pt x="287" y="209"/>
                  </a:lnTo>
                  <a:lnTo>
                    <a:pt x="255" y="189"/>
                  </a:lnTo>
                  <a:lnTo>
                    <a:pt x="226" y="168"/>
                  </a:lnTo>
                  <a:lnTo>
                    <a:pt x="198" y="145"/>
                  </a:lnTo>
                  <a:lnTo>
                    <a:pt x="172" y="119"/>
                  </a:lnTo>
                  <a:lnTo>
                    <a:pt x="146" y="92"/>
                  </a:lnTo>
                  <a:lnTo>
                    <a:pt x="122" y="64"/>
                  </a:lnTo>
                  <a:lnTo>
                    <a:pt x="100" y="33"/>
                  </a:lnTo>
                  <a:lnTo>
                    <a:pt x="82" y="0"/>
                  </a:lnTo>
                  <a:lnTo>
                    <a:pt x="0" y="47"/>
                  </a:lnTo>
                  <a:lnTo>
                    <a:pt x="23" y="85"/>
                  </a:lnTo>
                  <a:lnTo>
                    <a:pt x="49" y="120"/>
                  </a:lnTo>
                  <a:lnTo>
                    <a:pt x="76" y="153"/>
                  </a:lnTo>
                  <a:lnTo>
                    <a:pt x="104" y="185"/>
                  </a:lnTo>
                  <a:lnTo>
                    <a:pt x="137" y="215"/>
                  </a:lnTo>
                  <a:lnTo>
                    <a:pt x="170" y="241"/>
                  </a:lnTo>
                  <a:lnTo>
                    <a:pt x="204" y="267"/>
                  </a:lnTo>
                  <a:lnTo>
                    <a:pt x="240" y="289"/>
                  </a:lnTo>
                  <a:lnTo>
                    <a:pt x="277" y="309"/>
                  </a:lnTo>
                  <a:lnTo>
                    <a:pt x="317" y="329"/>
                  </a:lnTo>
                  <a:lnTo>
                    <a:pt x="358" y="344"/>
                  </a:lnTo>
                  <a:lnTo>
                    <a:pt x="400" y="357"/>
                  </a:lnTo>
                  <a:lnTo>
                    <a:pt x="444" y="367"/>
                  </a:lnTo>
                  <a:lnTo>
                    <a:pt x="488" y="374"/>
                  </a:lnTo>
                  <a:lnTo>
                    <a:pt x="534" y="380"/>
                  </a:lnTo>
                  <a:lnTo>
                    <a:pt x="580" y="383"/>
                  </a:lnTo>
                  <a:lnTo>
                    <a:pt x="581" y="383"/>
                  </a:lnTo>
                  <a:lnTo>
                    <a:pt x="580" y="383"/>
                  </a:lnTo>
                  <a:lnTo>
                    <a:pt x="600" y="379"/>
                  </a:lnTo>
                  <a:lnTo>
                    <a:pt x="615" y="369"/>
                  </a:lnTo>
                  <a:lnTo>
                    <a:pt x="624" y="353"/>
                  </a:lnTo>
                  <a:lnTo>
                    <a:pt x="628" y="337"/>
                  </a:lnTo>
                  <a:lnTo>
                    <a:pt x="625" y="319"/>
                  </a:lnTo>
                  <a:lnTo>
                    <a:pt x="617" y="304"/>
                  </a:lnTo>
                  <a:lnTo>
                    <a:pt x="602" y="294"/>
                  </a:lnTo>
                  <a:lnTo>
                    <a:pt x="582" y="289"/>
                  </a:lnTo>
                  <a:lnTo>
                    <a:pt x="581" y="28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4096" name="Freeform 30"/>
            <p:cNvSpPr>
              <a:spLocks/>
            </p:cNvSpPr>
            <p:nvPr/>
          </p:nvSpPr>
          <p:spPr bwMode="auto">
            <a:xfrm>
              <a:off x="1587" y="1880"/>
              <a:ext cx="85" cy="49"/>
            </a:xfrm>
            <a:custGeom>
              <a:avLst/>
              <a:gdLst>
                <a:gd name="T0" fmla="*/ 3 w 426"/>
                <a:gd name="T1" fmla="*/ 0 h 245"/>
                <a:gd name="T2" fmla="*/ 3 w 426"/>
                <a:gd name="T3" fmla="*/ 0 h 245"/>
                <a:gd name="T4" fmla="*/ 3 w 426"/>
                <a:gd name="T5" fmla="*/ 0 h 245"/>
                <a:gd name="T6" fmla="*/ 3 w 426"/>
                <a:gd name="T7" fmla="*/ 0 h 245"/>
                <a:gd name="T8" fmla="*/ 2 w 426"/>
                <a:gd name="T9" fmla="*/ 0 h 245"/>
                <a:gd name="T10" fmla="*/ 2 w 426"/>
                <a:gd name="T11" fmla="*/ 0 h 245"/>
                <a:gd name="T12" fmla="*/ 2 w 426"/>
                <a:gd name="T13" fmla="*/ 0 h 245"/>
                <a:gd name="T14" fmla="*/ 2 w 426"/>
                <a:gd name="T15" fmla="*/ 0 h 245"/>
                <a:gd name="T16" fmla="*/ 1 w 426"/>
                <a:gd name="T17" fmla="*/ 0 h 245"/>
                <a:gd name="T18" fmla="*/ 1 w 426"/>
                <a:gd name="T19" fmla="*/ 1 h 245"/>
                <a:gd name="T20" fmla="*/ 1 w 426"/>
                <a:gd name="T21" fmla="*/ 1 h 245"/>
                <a:gd name="T22" fmla="*/ 1 w 426"/>
                <a:gd name="T23" fmla="*/ 1 h 245"/>
                <a:gd name="T24" fmla="*/ 0 w 426"/>
                <a:gd name="T25" fmla="*/ 1 h 245"/>
                <a:gd name="T26" fmla="*/ 0 w 426"/>
                <a:gd name="T27" fmla="*/ 1 h 245"/>
                <a:gd name="T28" fmla="*/ 0 w 426"/>
                <a:gd name="T29" fmla="*/ 1 h 245"/>
                <a:gd name="T30" fmla="*/ 0 w 426"/>
                <a:gd name="T31" fmla="*/ 2 h 245"/>
                <a:gd name="T32" fmla="*/ 0 w 426"/>
                <a:gd name="T33" fmla="*/ 2 h 245"/>
                <a:gd name="T34" fmla="*/ 0 w 426"/>
                <a:gd name="T35" fmla="*/ 2 h 245"/>
                <a:gd name="T36" fmla="*/ 0 w 426"/>
                <a:gd name="T37" fmla="*/ 2 h 245"/>
                <a:gd name="T38" fmla="*/ 0 w 426"/>
                <a:gd name="T39" fmla="*/ 2 h 245"/>
                <a:gd name="T40" fmla="*/ 0 w 426"/>
                <a:gd name="T41" fmla="*/ 2 h 245"/>
                <a:gd name="T42" fmla="*/ 0 w 426"/>
                <a:gd name="T43" fmla="*/ 1 h 245"/>
                <a:gd name="T44" fmla="*/ 0 w 426"/>
                <a:gd name="T45" fmla="*/ 1 h 245"/>
                <a:gd name="T46" fmla="*/ 0 w 426"/>
                <a:gd name="T47" fmla="*/ 1 h 245"/>
                <a:gd name="T48" fmla="*/ 1 w 426"/>
                <a:gd name="T49" fmla="*/ 1 h 245"/>
                <a:gd name="T50" fmla="*/ 1 w 426"/>
                <a:gd name="T51" fmla="*/ 1 h 245"/>
                <a:gd name="T52" fmla="*/ 1 w 426"/>
                <a:gd name="T53" fmla="*/ 1 h 245"/>
                <a:gd name="T54" fmla="*/ 1 w 426"/>
                <a:gd name="T55" fmla="*/ 1 h 245"/>
                <a:gd name="T56" fmla="*/ 2 w 426"/>
                <a:gd name="T57" fmla="*/ 0 h 245"/>
                <a:gd name="T58" fmla="*/ 2 w 426"/>
                <a:gd name="T59" fmla="*/ 0 h 245"/>
                <a:gd name="T60" fmla="*/ 2 w 426"/>
                <a:gd name="T61" fmla="*/ 0 h 245"/>
                <a:gd name="T62" fmla="*/ 2 w 426"/>
                <a:gd name="T63" fmla="*/ 0 h 245"/>
                <a:gd name="T64" fmla="*/ 3 w 426"/>
                <a:gd name="T65" fmla="*/ 0 h 245"/>
                <a:gd name="T66" fmla="*/ 3 w 426"/>
                <a:gd name="T67" fmla="*/ 0 h 245"/>
                <a:gd name="T68" fmla="*/ 3 w 426"/>
                <a:gd name="T69" fmla="*/ 0 h 245"/>
                <a:gd name="T70" fmla="*/ 3 w 426"/>
                <a:gd name="T71" fmla="*/ 0 h 245"/>
                <a:gd name="T72" fmla="*/ 3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426" y="0"/>
                  </a:moveTo>
                  <a:lnTo>
                    <a:pt x="426" y="0"/>
                  </a:lnTo>
                  <a:lnTo>
                    <a:pt x="384" y="1"/>
                  </a:lnTo>
                  <a:lnTo>
                    <a:pt x="340" y="4"/>
                  </a:lnTo>
                  <a:lnTo>
                    <a:pt x="300" y="10"/>
                  </a:lnTo>
                  <a:lnTo>
                    <a:pt x="262" y="18"/>
                  </a:lnTo>
                  <a:lnTo>
                    <a:pt x="224" y="29"/>
                  </a:lnTo>
                  <a:lnTo>
                    <a:pt x="189" y="41"/>
                  </a:lnTo>
                  <a:lnTo>
                    <a:pt x="157" y="55"/>
                  </a:lnTo>
                  <a:lnTo>
                    <a:pt x="126" y="70"/>
                  </a:lnTo>
                  <a:lnTo>
                    <a:pt x="99" y="89"/>
                  </a:lnTo>
                  <a:lnTo>
                    <a:pt x="74" y="106"/>
                  </a:lnTo>
                  <a:lnTo>
                    <a:pt x="52" y="126"/>
                  </a:lnTo>
                  <a:lnTo>
                    <a:pt x="34" y="148"/>
                  </a:lnTo>
                  <a:lnTo>
                    <a:pt x="19" y="171"/>
                  </a:lnTo>
                  <a:lnTo>
                    <a:pt x="9" y="194"/>
                  </a:lnTo>
                  <a:lnTo>
                    <a:pt x="3" y="219"/>
                  </a:lnTo>
                  <a:lnTo>
                    <a:pt x="0" y="245"/>
                  </a:lnTo>
                  <a:lnTo>
                    <a:pt x="12" y="245"/>
                  </a:lnTo>
                  <a:lnTo>
                    <a:pt x="15" y="221"/>
                  </a:lnTo>
                  <a:lnTo>
                    <a:pt x="20" y="199"/>
                  </a:lnTo>
                  <a:lnTo>
                    <a:pt x="31" y="178"/>
                  </a:lnTo>
                  <a:lnTo>
                    <a:pt x="44" y="156"/>
                  </a:lnTo>
                  <a:lnTo>
                    <a:pt x="61" y="136"/>
                  </a:lnTo>
                  <a:lnTo>
                    <a:pt x="81" y="116"/>
                  </a:lnTo>
                  <a:lnTo>
                    <a:pt x="106" y="98"/>
                  </a:lnTo>
                  <a:lnTo>
                    <a:pt x="133" y="82"/>
                  </a:lnTo>
                  <a:lnTo>
                    <a:pt x="162" y="66"/>
                  </a:lnTo>
                  <a:lnTo>
                    <a:pt x="194" y="52"/>
                  </a:lnTo>
                  <a:lnTo>
                    <a:pt x="229" y="41"/>
                  </a:lnTo>
                  <a:lnTo>
                    <a:pt x="264" y="30"/>
                  </a:lnTo>
                  <a:lnTo>
                    <a:pt x="303" y="22"/>
                  </a:lnTo>
                  <a:lnTo>
                    <a:pt x="343" y="16"/>
                  </a:lnTo>
                  <a:lnTo>
                    <a:pt x="384" y="12"/>
                  </a:lnTo>
                  <a:lnTo>
                    <a:pt x="426" y="11"/>
                  </a:lnTo>
                  <a:lnTo>
                    <a:pt x="42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4097" name="Freeform 31"/>
            <p:cNvSpPr>
              <a:spLocks/>
            </p:cNvSpPr>
            <p:nvPr/>
          </p:nvSpPr>
          <p:spPr bwMode="auto">
            <a:xfrm>
              <a:off x="1587" y="1929"/>
              <a:ext cx="85" cy="49"/>
            </a:xfrm>
            <a:custGeom>
              <a:avLst/>
              <a:gdLst>
                <a:gd name="T0" fmla="*/ 0 w 426"/>
                <a:gd name="T1" fmla="*/ 0 h 245"/>
                <a:gd name="T2" fmla="*/ 0 w 426"/>
                <a:gd name="T3" fmla="*/ 0 h 245"/>
                <a:gd name="T4" fmla="*/ 0 w 426"/>
                <a:gd name="T5" fmla="*/ 0 h 245"/>
                <a:gd name="T6" fmla="*/ 0 w 426"/>
                <a:gd name="T7" fmla="*/ 0 h 245"/>
                <a:gd name="T8" fmla="*/ 0 w 426"/>
                <a:gd name="T9" fmla="*/ 1 h 245"/>
                <a:gd name="T10" fmla="*/ 0 w 426"/>
                <a:gd name="T11" fmla="*/ 1 h 245"/>
                <a:gd name="T12" fmla="*/ 0 w 426"/>
                <a:gd name="T13" fmla="*/ 1 h 245"/>
                <a:gd name="T14" fmla="*/ 1 w 426"/>
                <a:gd name="T15" fmla="*/ 1 h 245"/>
                <a:gd name="T16" fmla="*/ 1 w 426"/>
                <a:gd name="T17" fmla="*/ 1 h 245"/>
                <a:gd name="T18" fmla="*/ 1 w 426"/>
                <a:gd name="T19" fmla="*/ 1 h 245"/>
                <a:gd name="T20" fmla="*/ 1 w 426"/>
                <a:gd name="T21" fmla="*/ 2 h 245"/>
                <a:gd name="T22" fmla="*/ 2 w 426"/>
                <a:gd name="T23" fmla="*/ 2 h 245"/>
                <a:gd name="T24" fmla="*/ 2 w 426"/>
                <a:gd name="T25" fmla="*/ 2 h 245"/>
                <a:gd name="T26" fmla="*/ 2 w 426"/>
                <a:gd name="T27" fmla="*/ 2 h 245"/>
                <a:gd name="T28" fmla="*/ 2 w 426"/>
                <a:gd name="T29" fmla="*/ 2 h 245"/>
                <a:gd name="T30" fmla="*/ 3 w 426"/>
                <a:gd name="T31" fmla="*/ 2 h 245"/>
                <a:gd name="T32" fmla="*/ 3 w 426"/>
                <a:gd name="T33" fmla="*/ 2 h 245"/>
                <a:gd name="T34" fmla="*/ 3 w 426"/>
                <a:gd name="T35" fmla="*/ 2 h 245"/>
                <a:gd name="T36" fmla="*/ 3 w 426"/>
                <a:gd name="T37" fmla="*/ 2 h 245"/>
                <a:gd name="T38" fmla="*/ 3 w 426"/>
                <a:gd name="T39" fmla="*/ 2 h 245"/>
                <a:gd name="T40" fmla="*/ 3 w 426"/>
                <a:gd name="T41" fmla="*/ 2 h 245"/>
                <a:gd name="T42" fmla="*/ 2 w 426"/>
                <a:gd name="T43" fmla="*/ 2 h 245"/>
                <a:gd name="T44" fmla="*/ 2 w 426"/>
                <a:gd name="T45" fmla="*/ 2 h 245"/>
                <a:gd name="T46" fmla="*/ 2 w 426"/>
                <a:gd name="T47" fmla="*/ 2 h 245"/>
                <a:gd name="T48" fmla="*/ 2 w 426"/>
                <a:gd name="T49" fmla="*/ 2 h 245"/>
                <a:gd name="T50" fmla="*/ 1 w 426"/>
                <a:gd name="T51" fmla="*/ 1 h 245"/>
                <a:gd name="T52" fmla="*/ 1 w 426"/>
                <a:gd name="T53" fmla="*/ 1 h 245"/>
                <a:gd name="T54" fmla="*/ 1 w 426"/>
                <a:gd name="T55" fmla="*/ 1 h 245"/>
                <a:gd name="T56" fmla="*/ 1 w 426"/>
                <a:gd name="T57" fmla="*/ 1 h 245"/>
                <a:gd name="T58" fmla="*/ 0 w 426"/>
                <a:gd name="T59" fmla="*/ 1 h 245"/>
                <a:gd name="T60" fmla="*/ 0 w 426"/>
                <a:gd name="T61" fmla="*/ 1 h 245"/>
                <a:gd name="T62" fmla="*/ 0 w 426"/>
                <a:gd name="T63" fmla="*/ 1 h 245"/>
                <a:gd name="T64" fmla="*/ 0 w 426"/>
                <a:gd name="T65" fmla="*/ 0 h 245"/>
                <a:gd name="T66" fmla="*/ 0 w 426"/>
                <a:gd name="T67" fmla="*/ 0 h 245"/>
                <a:gd name="T68" fmla="*/ 0 w 426"/>
                <a:gd name="T69" fmla="*/ 0 h 245"/>
                <a:gd name="T70" fmla="*/ 0 w 426"/>
                <a:gd name="T71" fmla="*/ 0 h 245"/>
                <a:gd name="T72" fmla="*/ 0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0" y="0"/>
                  </a:moveTo>
                  <a:lnTo>
                    <a:pt x="0" y="0"/>
                  </a:lnTo>
                  <a:lnTo>
                    <a:pt x="3" y="25"/>
                  </a:lnTo>
                  <a:lnTo>
                    <a:pt x="9" y="50"/>
                  </a:lnTo>
                  <a:lnTo>
                    <a:pt x="19" y="73"/>
                  </a:lnTo>
                  <a:lnTo>
                    <a:pt x="34" y="96"/>
                  </a:lnTo>
                  <a:lnTo>
                    <a:pt x="52" y="118"/>
                  </a:lnTo>
                  <a:lnTo>
                    <a:pt x="74" y="138"/>
                  </a:lnTo>
                  <a:lnTo>
                    <a:pt x="99" y="156"/>
                  </a:lnTo>
                  <a:lnTo>
                    <a:pt x="126" y="174"/>
                  </a:lnTo>
                  <a:lnTo>
                    <a:pt x="157" y="190"/>
                  </a:lnTo>
                  <a:lnTo>
                    <a:pt x="189" y="204"/>
                  </a:lnTo>
                  <a:lnTo>
                    <a:pt x="224" y="215"/>
                  </a:lnTo>
                  <a:lnTo>
                    <a:pt x="262" y="226"/>
                  </a:lnTo>
                  <a:lnTo>
                    <a:pt x="300" y="234"/>
                  </a:lnTo>
                  <a:lnTo>
                    <a:pt x="340" y="240"/>
                  </a:lnTo>
                  <a:lnTo>
                    <a:pt x="384" y="244"/>
                  </a:lnTo>
                  <a:lnTo>
                    <a:pt x="426" y="245"/>
                  </a:lnTo>
                  <a:lnTo>
                    <a:pt x="426" y="233"/>
                  </a:lnTo>
                  <a:lnTo>
                    <a:pt x="384" y="232"/>
                  </a:lnTo>
                  <a:lnTo>
                    <a:pt x="343" y="228"/>
                  </a:lnTo>
                  <a:lnTo>
                    <a:pt x="303" y="222"/>
                  </a:lnTo>
                  <a:lnTo>
                    <a:pt x="264" y="214"/>
                  </a:lnTo>
                  <a:lnTo>
                    <a:pt x="229" y="204"/>
                  </a:lnTo>
                  <a:lnTo>
                    <a:pt x="194" y="192"/>
                  </a:lnTo>
                  <a:lnTo>
                    <a:pt x="162" y="178"/>
                  </a:lnTo>
                  <a:lnTo>
                    <a:pt x="133" y="163"/>
                  </a:lnTo>
                  <a:lnTo>
                    <a:pt x="106" y="146"/>
                  </a:lnTo>
                  <a:lnTo>
                    <a:pt x="81" y="129"/>
                  </a:lnTo>
                  <a:lnTo>
                    <a:pt x="61" y="109"/>
                  </a:lnTo>
                  <a:lnTo>
                    <a:pt x="44" y="89"/>
                  </a:lnTo>
                  <a:lnTo>
                    <a:pt x="31" y="66"/>
                  </a:lnTo>
                  <a:lnTo>
                    <a:pt x="20" y="45"/>
                  </a:lnTo>
                  <a:lnTo>
                    <a:pt x="15" y="2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4098" name="Freeform 32"/>
            <p:cNvSpPr>
              <a:spLocks/>
            </p:cNvSpPr>
            <p:nvPr/>
          </p:nvSpPr>
          <p:spPr bwMode="auto">
            <a:xfrm>
              <a:off x="878" y="1448"/>
              <a:ext cx="792" cy="954"/>
            </a:xfrm>
            <a:custGeom>
              <a:avLst/>
              <a:gdLst>
                <a:gd name="T0" fmla="*/ 13 w 3960"/>
                <a:gd name="T1" fmla="*/ 38 h 4768"/>
                <a:gd name="T2" fmla="*/ 14 w 3960"/>
                <a:gd name="T3" fmla="*/ 38 h 4768"/>
                <a:gd name="T4" fmla="*/ 15 w 3960"/>
                <a:gd name="T5" fmla="*/ 38 h 4768"/>
                <a:gd name="T6" fmla="*/ 15 w 3960"/>
                <a:gd name="T7" fmla="*/ 38 h 4768"/>
                <a:gd name="T8" fmla="*/ 16 w 3960"/>
                <a:gd name="T9" fmla="*/ 38 h 4768"/>
                <a:gd name="T10" fmla="*/ 17 w 3960"/>
                <a:gd name="T11" fmla="*/ 38 h 4768"/>
                <a:gd name="T12" fmla="*/ 17 w 3960"/>
                <a:gd name="T13" fmla="*/ 38 h 4768"/>
                <a:gd name="T14" fmla="*/ 18 w 3960"/>
                <a:gd name="T15" fmla="*/ 38 h 4768"/>
                <a:gd name="T16" fmla="*/ 18 w 3960"/>
                <a:gd name="T17" fmla="*/ 38 h 4768"/>
                <a:gd name="T18" fmla="*/ 29 w 3960"/>
                <a:gd name="T19" fmla="*/ 30 h 4768"/>
                <a:gd name="T20" fmla="*/ 30 w 3960"/>
                <a:gd name="T21" fmla="*/ 30 h 4768"/>
                <a:gd name="T22" fmla="*/ 30 w 3960"/>
                <a:gd name="T23" fmla="*/ 29 h 4768"/>
                <a:gd name="T24" fmla="*/ 31 w 3960"/>
                <a:gd name="T25" fmla="*/ 28 h 4768"/>
                <a:gd name="T26" fmla="*/ 31 w 3960"/>
                <a:gd name="T27" fmla="*/ 28 h 4768"/>
                <a:gd name="T28" fmla="*/ 31 w 3960"/>
                <a:gd name="T29" fmla="*/ 27 h 4768"/>
                <a:gd name="T30" fmla="*/ 32 w 3960"/>
                <a:gd name="T31" fmla="*/ 26 h 4768"/>
                <a:gd name="T32" fmla="*/ 32 w 3960"/>
                <a:gd name="T33" fmla="*/ 25 h 4768"/>
                <a:gd name="T34" fmla="*/ 32 w 3960"/>
                <a:gd name="T35" fmla="*/ 11 h 4768"/>
                <a:gd name="T36" fmla="*/ 32 w 3960"/>
                <a:gd name="T37" fmla="*/ 10 h 4768"/>
                <a:gd name="T38" fmla="*/ 31 w 3960"/>
                <a:gd name="T39" fmla="*/ 9 h 4768"/>
                <a:gd name="T40" fmla="*/ 31 w 3960"/>
                <a:gd name="T41" fmla="*/ 9 h 4768"/>
                <a:gd name="T42" fmla="*/ 31 w 3960"/>
                <a:gd name="T43" fmla="*/ 8 h 4768"/>
                <a:gd name="T44" fmla="*/ 31 w 3960"/>
                <a:gd name="T45" fmla="*/ 8 h 4768"/>
                <a:gd name="T46" fmla="*/ 30 w 3960"/>
                <a:gd name="T47" fmla="*/ 7 h 4768"/>
                <a:gd name="T48" fmla="*/ 30 w 3960"/>
                <a:gd name="T49" fmla="*/ 7 h 4768"/>
                <a:gd name="T50" fmla="*/ 29 w 3960"/>
                <a:gd name="T51" fmla="*/ 6 h 4768"/>
                <a:gd name="T52" fmla="*/ 19 w 3960"/>
                <a:gd name="T53" fmla="*/ 1 h 4768"/>
                <a:gd name="T54" fmla="*/ 18 w 3960"/>
                <a:gd name="T55" fmla="*/ 0 h 4768"/>
                <a:gd name="T56" fmla="*/ 17 w 3960"/>
                <a:gd name="T57" fmla="*/ 0 h 4768"/>
                <a:gd name="T58" fmla="*/ 17 w 3960"/>
                <a:gd name="T59" fmla="*/ 0 h 4768"/>
                <a:gd name="T60" fmla="*/ 16 w 3960"/>
                <a:gd name="T61" fmla="*/ 0 h 4768"/>
                <a:gd name="T62" fmla="*/ 15 w 3960"/>
                <a:gd name="T63" fmla="*/ 0 h 4768"/>
                <a:gd name="T64" fmla="*/ 14 w 3960"/>
                <a:gd name="T65" fmla="*/ 0 h 4768"/>
                <a:gd name="T66" fmla="*/ 14 w 3960"/>
                <a:gd name="T67" fmla="*/ 0 h 4768"/>
                <a:gd name="T68" fmla="*/ 2 w 3960"/>
                <a:gd name="T69" fmla="*/ 6 h 4768"/>
                <a:gd name="T70" fmla="*/ 2 w 3960"/>
                <a:gd name="T71" fmla="*/ 7 h 4768"/>
                <a:gd name="T72" fmla="*/ 1 w 3960"/>
                <a:gd name="T73" fmla="*/ 7 h 4768"/>
                <a:gd name="T74" fmla="*/ 1 w 3960"/>
                <a:gd name="T75" fmla="*/ 8 h 4768"/>
                <a:gd name="T76" fmla="*/ 1 w 3960"/>
                <a:gd name="T77" fmla="*/ 8 h 4768"/>
                <a:gd name="T78" fmla="*/ 0 w 3960"/>
                <a:gd name="T79" fmla="*/ 9 h 4768"/>
                <a:gd name="T80" fmla="*/ 0 w 3960"/>
                <a:gd name="T81" fmla="*/ 9 h 4768"/>
                <a:gd name="T82" fmla="*/ 0 w 3960"/>
                <a:gd name="T83" fmla="*/ 10 h 4768"/>
                <a:gd name="T84" fmla="*/ 0 w 3960"/>
                <a:gd name="T85" fmla="*/ 11 h 4768"/>
                <a:gd name="T86" fmla="*/ 0 w 3960"/>
                <a:gd name="T87" fmla="*/ 25 h 4768"/>
                <a:gd name="T88" fmla="*/ 0 w 3960"/>
                <a:gd name="T89" fmla="*/ 26 h 4768"/>
                <a:gd name="T90" fmla="*/ 0 w 3960"/>
                <a:gd name="T91" fmla="*/ 27 h 4768"/>
                <a:gd name="T92" fmla="*/ 1 w 3960"/>
                <a:gd name="T93" fmla="*/ 28 h 4768"/>
                <a:gd name="T94" fmla="*/ 1 w 3960"/>
                <a:gd name="T95" fmla="*/ 29 h 4768"/>
                <a:gd name="T96" fmla="*/ 1 w 3960"/>
                <a:gd name="T97" fmla="*/ 29 h 4768"/>
                <a:gd name="T98" fmla="*/ 2 w 3960"/>
                <a:gd name="T99" fmla="*/ 30 h 4768"/>
                <a:gd name="T100" fmla="*/ 3 w 3960"/>
                <a:gd name="T101" fmla="*/ 31 h 4768"/>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w 3960"/>
                <a:gd name="T154" fmla="*/ 0 h 4768"/>
                <a:gd name="T155" fmla="*/ 3960 w 3960"/>
                <a:gd name="T156" fmla="*/ 4768 h 4768"/>
              </a:gdLst>
              <a:ahLst/>
              <a:cxnLst>
                <a:cxn ang="T102">
                  <a:pos x="T0" y="T1"/>
                </a:cxn>
                <a:cxn ang="T103">
                  <a:pos x="T2" y="T3"/>
                </a:cxn>
                <a:cxn ang="T104">
                  <a:pos x="T4" y="T5"/>
                </a:cxn>
                <a:cxn ang="T105">
                  <a:pos x="T6" y="T7"/>
                </a:cxn>
                <a:cxn ang="T106">
                  <a:pos x="T8" y="T9"/>
                </a:cxn>
                <a:cxn ang="T107">
                  <a:pos x="T10" y="T11"/>
                </a:cxn>
                <a:cxn ang="T108">
                  <a:pos x="T12" y="T13"/>
                </a:cxn>
                <a:cxn ang="T109">
                  <a:pos x="T14" y="T15"/>
                </a:cxn>
                <a:cxn ang="T110">
                  <a:pos x="T16" y="T17"/>
                </a:cxn>
                <a:cxn ang="T111">
                  <a:pos x="T18" y="T19"/>
                </a:cxn>
                <a:cxn ang="T112">
                  <a:pos x="T20" y="T21"/>
                </a:cxn>
                <a:cxn ang="T113">
                  <a:pos x="T22" y="T23"/>
                </a:cxn>
                <a:cxn ang="T114">
                  <a:pos x="T24" y="T25"/>
                </a:cxn>
                <a:cxn ang="T115">
                  <a:pos x="T26" y="T27"/>
                </a:cxn>
                <a:cxn ang="T116">
                  <a:pos x="T28" y="T29"/>
                </a:cxn>
                <a:cxn ang="T117">
                  <a:pos x="T30" y="T31"/>
                </a:cxn>
                <a:cxn ang="T118">
                  <a:pos x="T32" y="T33"/>
                </a:cxn>
                <a:cxn ang="T119">
                  <a:pos x="T34" y="T35"/>
                </a:cxn>
                <a:cxn ang="T120">
                  <a:pos x="T36" y="T37"/>
                </a:cxn>
                <a:cxn ang="T121">
                  <a:pos x="T38" y="T39"/>
                </a:cxn>
                <a:cxn ang="T122">
                  <a:pos x="T40" y="T41"/>
                </a:cxn>
                <a:cxn ang="T123">
                  <a:pos x="T42" y="T43"/>
                </a:cxn>
                <a:cxn ang="T124">
                  <a:pos x="T44" y="T45"/>
                </a:cxn>
                <a:cxn ang="T125">
                  <a:pos x="T46" y="T47"/>
                </a:cxn>
                <a:cxn ang="T126">
                  <a:pos x="T48" y="T49"/>
                </a:cxn>
                <a:cxn ang="T127">
                  <a:pos x="T50" y="T51"/>
                </a:cxn>
                <a:cxn ang="T128">
                  <a:pos x="T52" y="T53"/>
                </a:cxn>
                <a:cxn ang="T129">
                  <a:pos x="T54" y="T55"/>
                </a:cxn>
                <a:cxn ang="T130">
                  <a:pos x="T56" y="T57"/>
                </a:cxn>
                <a:cxn ang="T131">
                  <a:pos x="T58" y="T59"/>
                </a:cxn>
                <a:cxn ang="T132">
                  <a:pos x="T60" y="T61"/>
                </a:cxn>
                <a:cxn ang="T133">
                  <a:pos x="T62" y="T63"/>
                </a:cxn>
                <a:cxn ang="T134">
                  <a:pos x="T64" y="T65"/>
                </a:cxn>
                <a:cxn ang="T135">
                  <a:pos x="T66" y="T67"/>
                </a:cxn>
                <a:cxn ang="T136">
                  <a:pos x="T68" y="T69"/>
                </a:cxn>
                <a:cxn ang="T137">
                  <a:pos x="T70" y="T71"/>
                </a:cxn>
                <a:cxn ang="T138">
                  <a:pos x="T72" y="T73"/>
                </a:cxn>
                <a:cxn ang="T139">
                  <a:pos x="T74" y="T75"/>
                </a:cxn>
                <a:cxn ang="T140">
                  <a:pos x="T76" y="T77"/>
                </a:cxn>
                <a:cxn ang="T141">
                  <a:pos x="T78" y="T79"/>
                </a:cxn>
                <a:cxn ang="T142">
                  <a:pos x="T80" y="T81"/>
                </a:cxn>
                <a:cxn ang="T143">
                  <a:pos x="T82" y="T83"/>
                </a:cxn>
                <a:cxn ang="T144">
                  <a:pos x="T84" y="T85"/>
                </a:cxn>
                <a:cxn ang="T145">
                  <a:pos x="T86" y="T87"/>
                </a:cxn>
                <a:cxn ang="T146">
                  <a:pos x="T88" y="T89"/>
                </a:cxn>
                <a:cxn ang="T147">
                  <a:pos x="T90" y="T91"/>
                </a:cxn>
                <a:cxn ang="T148">
                  <a:pos x="T92" y="T93"/>
                </a:cxn>
                <a:cxn ang="T149">
                  <a:pos x="T94" y="T95"/>
                </a:cxn>
                <a:cxn ang="T150">
                  <a:pos x="T96" y="T97"/>
                </a:cxn>
                <a:cxn ang="T151">
                  <a:pos x="T98" y="T99"/>
                </a:cxn>
                <a:cxn ang="T152">
                  <a:pos x="T100" y="T101"/>
                </a:cxn>
              </a:cxnLst>
              <a:rect l="T153" t="T154" r="T155" b="T156"/>
              <a:pathLst>
                <a:path w="3960" h="4768">
                  <a:moveTo>
                    <a:pt x="353" y="3849"/>
                  </a:moveTo>
                  <a:lnTo>
                    <a:pt x="1661" y="4700"/>
                  </a:lnTo>
                  <a:lnTo>
                    <a:pt x="1697" y="4717"/>
                  </a:lnTo>
                  <a:lnTo>
                    <a:pt x="1736" y="4731"/>
                  </a:lnTo>
                  <a:lnTo>
                    <a:pt x="1776" y="4742"/>
                  </a:lnTo>
                  <a:lnTo>
                    <a:pt x="1818" y="4753"/>
                  </a:lnTo>
                  <a:lnTo>
                    <a:pt x="1860" y="4760"/>
                  </a:lnTo>
                  <a:lnTo>
                    <a:pt x="1902" y="4765"/>
                  </a:lnTo>
                  <a:lnTo>
                    <a:pt x="1946" y="4768"/>
                  </a:lnTo>
                  <a:lnTo>
                    <a:pt x="1988" y="4768"/>
                  </a:lnTo>
                  <a:lnTo>
                    <a:pt x="2031" y="4767"/>
                  </a:lnTo>
                  <a:lnTo>
                    <a:pt x="2073" y="4763"/>
                  </a:lnTo>
                  <a:lnTo>
                    <a:pt x="2114" y="4758"/>
                  </a:lnTo>
                  <a:lnTo>
                    <a:pt x="2154" y="4751"/>
                  </a:lnTo>
                  <a:lnTo>
                    <a:pt x="2193" y="4740"/>
                  </a:lnTo>
                  <a:lnTo>
                    <a:pt x="2230" y="4729"/>
                  </a:lnTo>
                  <a:lnTo>
                    <a:pt x="2264" y="4715"/>
                  </a:lnTo>
                  <a:lnTo>
                    <a:pt x="2297" y="4700"/>
                  </a:lnTo>
                  <a:lnTo>
                    <a:pt x="3639" y="3825"/>
                  </a:lnTo>
                  <a:lnTo>
                    <a:pt x="3673" y="3795"/>
                  </a:lnTo>
                  <a:lnTo>
                    <a:pt x="3707" y="3761"/>
                  </a:lnTo>
                  <a:lnTo>
                    <a:pt x="3738" y="3725"/>
                  </a:lnTo>
                  <a:lnTo>
                    <a:pt x="3768" y="3685"/>
                  </a:lnTo>
                  <a:lnTo>
                    <a:pt x="3796" y="3644"/>
                  </a:lnTo>
                  <a:lnTo>
                    <a:pt x="3821" y="3599"/>
                  </a:lnTo>
                  <a:lnTo>
                    <a:pt x="3846" y="3553"/>
                  </a:lnTo>
                  <a:lnTo>
                    <a:pt x="3868" y="3505"/>
                  </a:lnTo>
                  <a:lnTo>
                    <a:pt x="3888" y="3456"/>
                  </a:lnTo>
                  <a:lnTo>
                    <a:pt x="3907" y="3406"/>
                  </a:lnTo>
                  <a:lnTo>
                    <a:pt x="3922" y="3354"/>
                  </a:lnTo>
                  <a:lnTo>
                    <a:pt x="3935" y="3303"/>
                  </a:lnTo>
                  <a:lnTo>
                    <a:pt x="3946" y="3250"/>
                  </a:lnTo>
                  <a:lnTo>
                    <a:pt x="3953" y="3197"/>
                  </a:lnTo>
                  <a:lnTo>
                    <a:pt x="3957" y="3144"/>
                  </a:lnTo>
                  <a:lnTo>
                    <a:pt x="3960" y="3092"/>
                  </a:lnTo>
                  <a:lnTo>
                    <a:pt x="3959" y="1313"/>
                  </a:lnTo>
                  <a:lnTo>
                    <a:pt x="3955" y="1271"/>
                  </a:lnTo>
                  <a:lnTo>
                    <a:pt x="3949" y="1229"/>
                  </a:lnTo>
                  <a:lnTo>
                    <a:pt x="3941" y="1189"/>
                  </a:lnTo>
                  <a:lnTo>
                    <a:pt x="3930" y="1149"/>
                  </a:lnTo>
                  <a:lnTo>
                    <a:pt x="3918" y="1111"/>
                  </a:lnTo>
                  <a:lnTo>
                    <a:pt x="3902" y="1075"/>
                  </a:lnTo>
                  <a:lnTo>
                    <a:pt x="3886" y="1040"/>
                  </a:lnTo>
                  <a:lnTo>
                    <a:pt x="3867" y="1006"/>
                  </a:lnTo>
                  <a:lnTo>
                    <a:pt x="3846" y="973"/>
                  </a:lnTo>
                  <a:lnTo>
                    <a:pt x="3823" y="942"/>
                  </a:lnTo>
                  <a:lnTo>
                    <a:pt x="3798" y="913"/>
                  </a:lnTo>
                  <a:lnTo>
                    <a:pt x="3771" y="886"/>
                  </a:lnTo>
                  <a:lnTo>
                    <a:pt x="3743" y="860"/>
                  </a:lnTo>
                  <a:lnTo>
                    <a:pt x="3714" y="837"/>
                  </a:lnTo>
                  <a:lnTo>
                    <a:pt x="3682" y="816"/>
                  </a:lnTo>
                  <a:lnTo>
                    <a:pt x="3649" y="796"/>
                  </a:lnTo>
                  <a:lnTo>
                    <a:pt x="2386" y="83"/>
                  </a:lnTo>
                  <a:lnTo>
                    <a:pt x="2350" y="65"/>
                  </a:lnTo>
                  <a:lnTo>
                    <a:pt x="2310" y="50"/>
                  </a:lnTo>
                  <a:lnTo>
                    <a:pt x="2268" y="36"/>
                  </a:lnTo>
                  <a:lnTo>
                    <a:pt x="2223" y="24"/>
                  </a:lnTo>
                  <a:lnTo>
                    <a:pt x="2178" y="15"/>
                  </a:lnTo>
                  <a:lnTo>
                    <a:pt x="2131" y="8"/>
                  </a:lnTo>
                  <a:lnTo>
                    <a:pt x="2082" y="3"/>
                  </a:lnTo>
                  <a:lnTo>
                    <a:pt x="2032" y="0"/>
                  </a:lnTo>
                  <a:lnTo>
                    <a:pt x="1982" y="1"/>
                  </a:lnTo>
                  <a:lnTo>
                    <a:pt x="1933" y="3"/>
                  </a:lnTo>
                  <a:lnTo>
                    <a:pt x="1882" y="9"/>
                  </a:lnTo>
                  <a:lnTo>
                    <a:pt x="1833" y="17"/>
                  </a:lnTo>
                  <a:lnTo>
                    <a:pt x="1785" y="29"/>
                  </a:lnTo>
                  <a:lnTo>
                    <a:pt x="1737" y="43"/>
                  </a:lnTo>
                  <a:lnTo>
                    <a:pt x="1691" y="62"/>
                  </a:lnTo>
                  <a:lnTo>
                    <a:pt x="1647" y="83"/>
                  </a:lnTo>
                  <a:lnTo>
                    <a:pt x="311" y="782"/>
                  </a:lnTo>
                  <a:lnTo>
                    <a:pt x="276" y="803"/>
                  </a:lnTo>
                  <a:lnTo>
                    <a:pt x="243" y="826"/>
                  </a:lnTo>
                  <a:lnTo>
                    <a:pt x="213" y="852"/>
                  </a:lnTo>
                  <a:lnTo>
                    <a:pt x="184" y="879"/>
                  </a:lnTo>
                  <a:lnTo>
                    <a:pt x="155" y="908"/>
                  </a:lnTo>
                  <a:lnTo>
                    <a:pt x="131" y="939"/>
                  </a:lnTo>
                  <a:lnTo>
                    <a:pt x="107" y="971"/>
                  </a:lnTo>
                  <a:lnTo>
                    <a:pt x="86" y="1005"/>
                  </a:lnTo>
                  <a:lnTo>
                    <a:pt x="68" y="1040"/>
                  </a:lnTo>
                  <a:lnTo>
                    <a:pt x="50" y="1076"/>
                  </a:lnTo>
                  <a:lnTo>
                    <a:pt x="36" y="1115"/>
                  </a:lnTo>
                  <a:lnTo>
                    <a:pt x="23" y="1153"/>
                  </a:lnTo>
                  <a:lnTo>
                    <a:pt x="14" y="1195"/>
                  </a:lnTo>
                  <a:lnTo>
                    <a:pt x="7" y="1236"/>
                  </a:lnTo>
                  <a:lnTo>
                    <a:pt x="2" y="1279"/>
                  </a:lnTo>
                  <a:lnTo>
                    <a:pt x="0" y="1322"/>
                  </a:lnTo>
                  <a:lnTo>
                    <a:pt x="0" y="3093"/>
                  </a:lnTo>
                  <a:lnTo>
                    <a:pt x="2" y="3147"/>
                  </a:lnTo>
                  <a:lnTo>
                    <a:pt x="7" y="3202"/>
                  </a:lnTo>
                  <a:lnTo>
                    <a:pt x="15" y="3257"/>
                  </a:lnTo>
                  <a:lnTo>
                    <a:pt x="27" y="3312"/>
                  </a:lnTo>
                  <a:lnTo>
                    <a:pt x="42" y="3366"/>
                  </a:lnTo>
                  <a:lnTo>
                    <a:pt x="59" y="3420"/>
                  </a:lnTo>
                  <a:lnTo>
                    <a:pt x="79" y="3474"/>
                  </a:lnTo>
                  <a:lnTo>
                    <a:pt x="102" y="3525"/>
                  </a:lnTo>
                  <a:lnTo>
                    <a:pt x="127" y="3576"/>
                  </a:lnTo>
                  <a:lnTo>
                    <a:pt x="154" y="3624"/>
                  </a:lnTo>
                  <a:lnTo>
                    <a:pt x="184" y="3670"/>
                  </a:lnTo>
                  <a:lnTo>
                    <a:pt x="214" y="3712"/>
                  </a:lnTo>
                  <a:lnTo>
                    <a:pt x="247" y="3752"/>
                  </a:lnTo>
                  <a:lnTo>
                    <a:pt x="281" y="3788"/>
                  </a:lnTo>
                  <a:lnTo>
                    <a:pt x="317" y="3821"/>
                  </a:lnTo>
                  <a:lnTo>
                    <a:pt x="353" y="384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4099" name="Freeform 33"/>
            <p:cNvSpPr>
              <a:spLocks/>
            </p:cNvSpPr>
            <p:nvPr/>
          </p:nvSpPr>
          <p:spPr bwMode="auto">
            <a:xfrm>
              <a:off x="943" y="2210"/>
              <a:ext cx="276" cy="187"/>
            </a:xfrm>
            <a:custGeom>
              <a:avLst/>
              <a:gdLst>
                <a:gd name="T0" fmla="*/ 11 w 1380"/>
                <a:gd name="T1" fmla="*/ 7 h 937"/>
                <a:gd name="T2" fmla="*/ 11 w 1380"/>
                <a:gd name="T3" fmla="*/ 7 h 937"/>
                <a:gd name="T4" fmla="*/ 0 w 1380"/>
                <a:gd name="T5" fmla="*/ 0 h 937"/>
                <a:gd name="T6" fmla="*/ 0 w 1380"/>
                <a:gd name="T7" fmla="*/ 1 h 937"/>
                <a:gd name="T8" fmla="*/ 10 w 1380"/>
                <a:gd name="T9" fmla="*/ 7 h 937"/>
                <a:gd name="T10" fmla="*/ 10 w 1380"/>
                <a:gd name="T11" fmla="*/ 7 h 937"/>
                <a:gd name="T12" fmla="*/ 10 w 1380"/>
                <a:gd name="T13" fmla="*/ 7 h 937"/>
                <a:gd name="T14" fmla="*/ 11 w 1380"/>
                <a:gd name="T15" fmla="*/ 7 h 937"/>
                <a:gd name="T16" fmla="*/ 11 w 1380"/>
                <a:gd name="T17" fmla="*/ 7 h 937"/>
                <a:gd name="T18" fmla="*/ 11 w 1380"/>
                <a:gd name="T19" fmla="*/ 7 h 937"/>
                <a:gd name="T20" fmla="*/ 11 w 1380"/>
                <a:gd name="T21" fmla="*/ 7 h 937"/>
                <a:gd name="T22" fmla="*/ 11 w 1380"/>
                <a:gd name="T23" fmla="*/ 7 h 937"/>
                <a:gd name="T24" fmla="*/ 11 w 1380"/>
                <a:gd name="T25" fmla="*/ 7 h 937"/>
                <a:gd name="T26" fmla="*/ 11 w 1380"/>
                <a:gd name="T27" fmla="*/ 7 h 937"/>
                <a:gd name="T28" fmla="*/ 11 w 1380"/>
                <a:gd name="T29" fmla="*/ 7 h 937"/>
                <a:gd name="T30" fmla="*/ 11 w 1380"/>
                <a:gd name="T31" fmla="*/ 7 h 93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80"/>
                <a:gd name="T49" fmla="*/ 0 h 937"/>
                <a:gd name="T50" fmla="*/ 1380 w 1380"/>
                <a:gd name="T51" fmla="*/ 937 h 93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80" h="937">
                  <a:moveTo>
                    <a:pt x="1354" y="848"/>
                  </a:moveTo>
                  <a:lnTo>
                    <a:pt x="1359" y="851"/>
                  </a:lnTo>
                  <a:lnTo>
                    <a:pt x="51" y="0"/>
                  </a:lnTo>
                  <a:lnTo>
                    <a:pt x="0" y="78"/>
                  </a:lnTo>
                  <a:lnTo>
                    <a:pt x="1307" y="929"/>
                  </a:lnTo>
                  <a:lnTo>
                    <a:pt x="1312" y="932"/>
                  </a:lnTo>
                  <a:lnTo>
                    <a:pt x="1307" y="929"/>
                  </a:lnTo>
                  <a:lnTo>
                    <a:pt x="1326" y="937"/>
                  </a:lnTo>
                  <a:lnTo>
                    <a:pt x="1345" y="936"/>
                  </a:lnTo>
                  <a:lnTo>
                    <a:pt x="1360" y="929"/>
                  </a:lnTo>
                  <a:lnTo>
                    <a:pt x="1372" y="916"/>
                  </a:lnTo>
                  <a:lnTo>
                    <a:pt x="1379" y="899"/>
                  </a:lnTo>
                  <a:lnTo>
                    <a:pt x="1380" y="883"/>
                  </a:lnTo>
                  <a:lnTo>
                    <a:pt x="1374" y="865"/>
                  </a:lnTo>
                  <a:lnTo>
                    <a:pt x="1359" y="851"/>
                  </a:lnTo>
                  <a:lnTo>
                    <a:pt x="1354" y="84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4100" name="Freeform 34"/>
            <p:cNvSpPr>
              <a:spLocks/>
            </p:cNvSpPr>
            <p:nvPr/>
          </p:nvSpPr>
          <p:spPr bwMode="auto">
            <a:xfrm>
              <a:off x="1206" y="2379"/>
              <a:ext cx="140" cy="32"/>
            </a:xfrm>
            <a:custGeom>
              <a:avLst/>
              <a:gdLst>
                <a:gd name="T0" fmla="*/ 5 w 703"/>
                <a:gd name="T1" fmla="*/ 0 h 162"/>
                <a:gd name="T2" fmla="*/ 5 w 703"/>
                <a:gd name="T3" fmla="*/ 0 h 162"/>
                <a:gd name="T4" fmla="*/ 5 w 703"/>
                <a:gd name="T5" fmla="*/ 0 h 162"/>
                <a:gd name="T6" fmla="*/ 5 w 703"/>
                <a:gd name="T7" fmla="*/ 0 h 162"/>
                <a:gd name="T8" fmla="*/ 4 w 703"/>
                <a:gd name="T9" fmla="*/ 0 h 162"/>
                <a:gd name="T10" fmla="*/ 4 w 703"/>
                <a:gd name="T11" fmla="*/ 0 h 162"/>
                <a:gd name="T12" fmla="*/ 4 w 703"/>
                <a:gd name="T13" fmla="*/ 0 h 162"/>
                <a:gd name="T14" fmla="*/ 3 w 703"/>
                <a:gd name="T15" fmla="*/ 1 h 162"/>
                <a:gd name="T16" fmla="*/ 3 w 703"/>
                <a:gd name="T17" fmla="*/ 1 h 162"/>
                <a:gd name="T18" fmla="*/ 3 w 703"/>
                <a:gd name="T19" fmla="*/ 1 h 162"/>
                <a:gd name="T20" fmla="*/ 2 w 703"/>
                <a:gd name="T21" fmla="*/ 1 h 162"/>
                <a:gd name="T22" fmla="*/ 2 w 703"/>
                <a:gd name="T23" fmla="*/ 1 h 162"/>
                <a:gd name="T24" fmla="*/ 2 w 703"/>
                <a:gd name="T25" fmla="*/ 0 h 162"/>
                <a:gd name="T26" fmla="*/ 1 w 703"/>
                <a:gd name="T27" fmla="*/ 0 h 162"/>
                <a:gd name="T28" fmla="*/ 1 w 703"/>
                <a:gd name="T29" fmla="*/ 0 h 162"/>
                <a:gd name="T30" fmla="*/ 1 w 703"/>
                <a:gd name="T31" fmla="*/ 0 h 162"/>
                <a:gd name="T32" fmla="*/ 1 w 703"/>
                <a:gd name="T33" fmla="*/ 0 h 162"/>
                <a:gd name="T34" fmla="*/ 0 w 703"/>
                <a:gd name="T35" fmla="*/ 0 h 162"/>
                <a:gd name="T36" fmla="*/ 0 w 703"/>
                <a:gd name="T37" fmla="*/ 1 h 162"/>
                <a:gd name="T38" fmla="*/ 0 w 703"/>
                <a:gd name="T39" fmla="*/ 1 h 162"/>
                <a:gd name="T40" fmla="*/ 1 w 703"/>
                <a:gd name="T41" fmla="*/ 1 h 162"/>
                <a:gd name="T42" fmla="*/ 1 w 703"/>
                <a:gd name="T43" fmla="*/ 1 h 162"/>
                <a:gd name="T44" fmla="*/ 1 w 703"/>
                <a:gd name="T45" fmla="*/ 1 h 162"/>
                <a:gd name="T46" fmla="*/ 2 w 703"/>
                <a:gd name="T47" fmla="*/ 1 h 162"/>
                <a:gd name="T48" fmla="*/ 2 w 703"/>
                <a:gd name="T49" fmla="*/ 1 h 162"/>
                <a:gd name="T50" fmla="*/ 2 w 703"/>
                <a:gd name="T51" fmla="*/ 1 h 162"/>
                <a:gd name="T52" fmla="*/ 3 w 703"/>
                <a:gd name="T53" fmla="*/ 1 h 162"/>
                <a:gd name="T54" fmla="*/ 3 w 703"/>
                <a:gd name="T55" fmla="*/ 1 h 162"/>
                <a:gd name="T56" fmla="*/ 3 w 703"/>
                <a:gd name="T57" fmla="*/ 1 h 162"/>
                <a:gd name="T58" fmla="*/ 4 w 703"/>
                <a:gd name="T59" fmla="*/ 1 h 162"/>
                <a:gd name="T60" fmla="*/ 4 w 703"/>
                <a:gd name="T61" fmla="*/ 1 h 162"/>
                <a:gd name="T62" fmla="*/ 5 w 703"/>
                <a:gd name="T63" fmla="*/ 1 h 162"/>
                <a:gd name="T64" fmla="*/ 5 w 703"/>
                <a:gd name="T65" fmla="*/ 1 h 162"/>
                <a:gd name="T66" fmla="*/ 5 w 703"/>
                <a:gd name="T67" fmla="*/ 1 h 162"/>
                <a:gd name="T68" fmla="*/ 5 w 703"/>
                <a:gd name="T69" fmla="*/ 1 h 162"/>
                <a:gd name="T70" fmla="*/ 5 w 703"/>
                <a:gd name="T71" fmla="*/ 1 h 162"/>
                <a:gd name="T72" fmla="*/ 5 w 703"/>
                <a:gd name="T73" fmla="*/ 1 h 162"/>
                <a:gd name="T74" fmla="*/ 5 w 703"/>
                <a:gd name="T75" fmla="*/ 1 h 162"/>
                <a:gd name="T76" fmla="*/ 6 w 703"/>
                <a:gd name="T77" fmla="*/ 0 h 162"/>
                <a:gd name="T78" fmla="*/ 6 w 703"/>
                <a:gd name="T79" fmla="*/ 0 h 162"/>
                <a:gd name="T80" fmla="*/ 6 w 703"/>
                <a:gd name="T81" fmla="*/ 0 h 162"/>
                <a:gd name="T82" fmla="*/ 5 w 703"/>
                <a:gd name="T83" fmla="*/ 0 h 162"/>
                <a:gd name="T84" fmla="*/ 5 w 703"/>
                <a:gd name="T85" fmla="*/ 0 h 162"/>
                <a:gd name="T86" fmla="*/ 5 w 703"/>
                <a:gd name="T87" fmla="*/ 0 h 162"/>
                <a:gd name="T88" fmla="*/ 5 w 703"/>
                <a:gd name="T89" fmla="*/ 0 h 162"/>
                <a:gd name="T90" fmla="*/ 5 w 703"/>
                <a:gd name="T91" fmla="*/ 0 h 162"/>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703"/>
                <a:gd name="T139" fmla="*/ 0 h 162"/>
                <a:gd name="T140" fmla="*/ 703 w 703"/>
                <a:gd name="T141" fmla="*/ 162 h 162"/>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703" h="162">
                  <a:moveTo>
                    <a:pt x="631" y="8"/>
                  </a:moveTo>
                  <a:lnTo>
                    <a:pt x="636" y="6"/>
                  </a:lnTo>
                  <a:lnTo>
                    <a:pt x="606" y="20"/>
                  </a:lnTo>
                  <a:lnTo>
                    <a:pt x="575" y="32"/>
                  </a:lnTo>
                  <a:lnTo>
                    <a:pt x="540" y="42"/>
                  </a:lnTo>
                  <a:lnTo>
                    <a:pt x="504" y="52"/>
                  </a:lnTo>
                  <a:lnTo>
                    <a:pt x="467" y="59"/>
                  </a:lnTo>
                  <a:lnTo>
                    <a:pt x="428" y="64"/>
                  </a:lnTo>
                  <a:lnTo>
                    <a:pt x="389" y="67"/>
                  </a:lnTo>
                  <a:lnTo>
                    <a:pt x="348" y="68"/>
                  </a:lnTo>
                  <a:lnTo>
                    <a:pt x="308" y="68"/>
                  </a:lnTo>
                  <a:lnTo>
                    <a:pt x="267" y="65"/>
                  </a:lnTo>
                  <a:lnTo>
                    <a:pt x="226" y="61"/>
                  </a:lnTo>
                  <a:lnTo>
                    <a:pt x="187" y="54"/>
                  </a:lnTo>
                  <a:lnTo>
                    <a:pt x="148" y="44"/>
                  </a:lnTo>
                  <a:lnTo>
                    <a:pt x="110" y="33"/>
                  </a:lnTo>
                  <a:lnTo>
                    <a:pt x="75" y="20"/>
                  </a:lnTo>
                  <a:lnTo>
                    <a:pt x="42" y="5"/>
                  </a:lnTo>
                  <a:lnTo>
                    <a:pt x="0" y="89"/>
                  </a:lnTo>
                  <a:lnTo>
                    <a:pt x="40" y="107"/>
                  </a:lnTo>
                  <a:lnTo>
                    <a:pt x="82" y="122"/>
                  </a:lnTo>
                  <a:lnTo>
                    <a:pt x="124" y="135"/>
                  </a:lnTo>
                  <a:lnTo>
                    <a:pt x="169" y="146"/>
                  </a:lnTo>
                  <a:lnTo>
                    <a:pt x="214" y="153"/>
                  </a:lnTo>
                  <a:lnTo>
                    <a:pt x="258" y="158"/>
                  </a:lnTo>
                  <a:lnTo>
                    <a:pt x="303" y="162"/>
                  </a:lnTo>
                  <a:lnTo>
                    <a:pt x="348" y="162"/>
                  </a:lnTo>
                  <a:lnTo>
                    <a:pt x="394" y="161"/>
                  </a:lnTo>
                  <a:lnTo>
                    <a:pt x="439" y="157"/>
                  </a:lnTo>
                  <a:lnTo>
                    <a:pt x="481" y="150"/>
                  </a:lnTo>
                  <a:lnTo>
                    <a:pt x="525" y="143"/>
                  </a:lnTo>
                  <a:lnTo>
                    <a:pt x="566" y="132"/>
                  </a:lnTo>
                  <a:lnTo>
                    <a:pt x="606" y="121"/>
                  </a:lnTo>
                  <a:lnTo>
                    <a:pt x="643" y="105"/>
                  </a:lnTo>
                  <a:lnTo>
                    <a:pt x="678" y="88"/>
                  </a:lnTo>
                  <a:lnTo>
                    <a:pt x="683" y="86"/>
                  </a:lnTo>
                  <a:lnTo>
                    <a:pt x="678" y="88"/>
                  </a:lnTo>
                  <a:lnTo>
                    <a:pt x="695" y="75"/>
                  </a:lnTo>
                  <a:lnTo>
                    <a:pt x="702" y="60"/>
                  </a:lnTo>
                  <a:lnTo>
                    <a:pt x="703" y="42"/>
                  </a:lnTo>
                  <a:lnTo>
                    <a:pt x="698" y="26"/>
                  </a:lnTo>
                  <a:lnTo>
                    <a:pt x="688" y="12"/>
                  </a:lnTo>
                  <a:lnTo>
                    <a:pt x="674" y="3"/>
                  </a:lnTo>
                  <a:lnTo>
                    <a:pt x="656" y="0"/>
                  </a:lnTo>
                  <a:lnTo>
                    <a:pt x="636" y="6"/>
                  </a:lnTo>
                  <a:lnTo>
                    <a:pt x="631"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4101" name="Freeform 35"/>
            <p:cNvSpPr>
              <a:spLocks/>
            </p:cNvSpPr>
            <p:nvPr/>
          </p:nvSpPr>
          <p:spPr bwMode="auto">
            <a:xfrm>
              <a:off x="1332" y="2204"/>
              <a:ext cx="283" cy="192"/>
            </a:xfrm>
            <a:custGeom>
              <a:avLst/>
              <a:gdLst>
                <a:gd name="T0" fmla="*/ 11 w 1415"/>
                <a:gd name="T1" fmla="*/ 0 h 960"/>
                <a:gd name="T2" fmla="*/ 11 w 1415"/>
                <a:gd name="T3" fmla="*/ 0 h 960"/>
                <a:gd name="T4" fmla="*/ 0 w 1415"/>
                <a:gd name="T5" fmla="*/ 7 h 960"/>
                <a:gd name="T6" fmla="*/ 0 w 1415"/>
                <a:gd name="T7" fmla="*/ 8 h 960"/>
                <a:gd name="T8" fmla="*/ 11 w 1415"/>
                <a:gd name="T9" fmla="*/ 1 h 960"/>
                <a:gd name="T10" fmla="*/ 11 w 1415"/>
                <a:gd name="T11" fmla="*/ 1 h 960"/>
                <a:gd name="T12" fmla="*/ 11 w 1415"/>
                <a:gd name="T13" fmla="*/ 1 h 960"/>
                <a:gd name="T14" fmla="*/ 11 w 1415"/>
                <a:gd name="T15" fmla="*/ 1 h 960"/>
                <a:gd name="T16" fmla="*/ 11 w 1415"/>
                <a:gd name="T17" fmla="*/ 0 h 960"/>
                <a:gd name="T18" fmla="*/ 11 w 1415"/>
                <a:gd name="T19" fmla="*/ 0 h 960"/>
                <a:gd name="T20" fmla="*/ 11 w 1415"/>
                <a:gd name="T21" fmla="*/ 0 h 960"/>
                <a:gd name="T22" fmla="*/ 11 w 1415"/>
                <a:gd name="T23" fmla="*/ 0 h 960"/>
                <a:gd name="T24" fmla="*/ 11 w 1415"/>
                <a:gd name="T25" fmla="*/ 0 h 960"/>
                <a:gd name="T26" fmla="*/ 11 w 1415"/>
                <a:gd name="T27" fmla="*/ 0 h 960"/>
                <a:gd name="T28" fmla="*/ 11 w 1415"/>
                <a:gd name="T29" fmla="*/ 0 h 960"/>
                <a:gd name="T30" fmla="*/ 11 w 1415"/>
                <a:gd name="T31" fmla="*/ 0 h 96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15"/>
                <a:gd name="T49" fmla="*/ 0 h 960"/>
                <a:gd name="T50" fmla="*/ 1415 w 1415"/>
                <a:gd name="T51" fmla="*/ 960 h 96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15" h="960">
                  <a:moveTo>
                    <a:pt x="1338" y="10"/>
                  </a:moveTo>
                  <a:lnTo>
                    <a:pt x="1342" y="8"/>
                  </a:lnTo>
                  <a:lnTo>
                    <a:pt x="0" y="882"/>
                  </a:lnTo>
                  <a:lnTo>
                    <a:pt x="52" y="960"/>
                  </a:lnTo>
                  <a:lnTo>
                    <a:pt x="1393" y="85"/>
                  </a:lnTo>
                  <a:lnTo>
                    <a:pt x="1397" y="83"/>
                  </a:lnTo>
                  <a:lnTo>
                    <a:pt x="1393" y="85"/>
                  </a:lnTo>
                  <a:lnTo>
                    <a:pt x="1409" y="71"/>
                  </a:lnTo>
                  <a:lnTo>
                    <a:pt x="1415" y="53"/>
                  </a:lnTo>
                  <a:lnTo>
                    <a:pt x="1413" y="37"/>
                  </a:lnTo>
                  <a:lnTo>
                    <a:pt x="1406" y="21"/>
                  </a:lnTo>
                  <a:lnTo>
                    <a:pt x="1395" y="8"/>
                  </a:lnTo>
                  <a:lnTo>
                    <a:pt x="1379" y="1"/>
                  </a:lnTo>
                  <a:lnTo>
                    <a:pt x="1361" y="0"/>
                  </a:lnTo>
                  <a:lnTo>
                    <a:pt x="1342" y="8"/>
                  </a:lnTo>
                  <a:lnTo>
                    <a:pt x="1338" y="1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4102" name="Freeform 36"/>
            <p:cNvSpPr>
              <a:spLocks/>
            </p:cNvSpPr>
            <p:nvPr/>
          </p:nvSpPr>
          <p:spPr bwMode="auto">
            <a:xfrm>
              <a:off x="1599" y="2057"/>
              <a:ext cx="80" cy="163"/>
            </a:xfrm>
            <a:custGeom>
              <a:avLst/>
              <a:gdLst>
                <a:gd name="T0" fmla="*/ 2 w 398"/>
                <a:gd name="T1" fmla="*/ 0 h 817"/>
                <a:gd name="T2" fmla="*/ 2 w 398"/>
                <a:gd name="T3" fmla="*/ 0 h 817"/>
                <a:gd name="T4" fmla="*/ 2 w 398"/>
                <a:gd name="T5" fmla="*/ 1 h 817"/>
                <a:gd name="T6" fmla="*/ 2 w 398"/>
                <a:gd name="T7" fmla="*/ 1 h 817"/>
                <a:gd name="T8" fmla="*/ 2 w 398"/>
                <a:gd name="T9" fmla="*/ 2 h 817"/>
                <a:gd name="T10" fmla="*/ 2 w 398"/>
                <a:gd name="T11" fmla="*/ 2 h 817"/>
                <a:gd name="T12" fmla="*/ 2 w 398"/>
                <a:gd name="T13" fmla="*/ 2 h 817"/>
                <a:gd name="T14" fmla="*/ 2 w 398"/>
                <a:gd name="T15" fmla="*/ 3 h 817"/>
                <a:gd name="T16" fmla="*/ 2 w 398"/>
                <a:gd name="T17" fmla="*/ 3 h 817"/>
                <a:gd name="T18" fmla="*/ 2 w 398"/>
                <a:gd name="T19" fmla="*/ 4 h 817"/>
                <a:gd name="T20" fmla="*/ 2 w 398"/>
                <a:gd name="T21" fmla="*/ 4 h 817"/>
                <a:gd name="T22" fmla="*/ 1 w 398"/>
                <a:gd name="T23" fmla="*/ 4 h 817"/>
                <a:gd name="T24" fmla="*/ 1 w 398"/>
                <a:gd name="T25" fmla="*/ 5 h 817"/>
                <a:gd name="T26" fmla="*/ 1 w 398"/>
                <a:gd name="T27" fmla="*/ 5 h 817"/>
                <a:gd name="T28" fmla="*/ 1 w 398"/>
                <a:gd name="T29" fmla="*/ 5 h 817"/>
                <a:gd name="T30" fmla="*/ 1 w 398"/>
                <a:gd name="T31" fmla="*/ 5 h 817"/>
                <a:gd name="T32" fmla="*/ 0 w 398"/>
                <a:gd name="T33" fmla="*/ 6 h 817"/>
                <a:gd name="T34" fmla="*/ 0 w 398"/>
                <a:gd name="T35" fmla="*/ 6 h 817"/>
                <a:gd name="T36" fmla="*/ 0 w 398"/>
                <a:gd name="T37" fmla="*/ 7 h 817"/>
                <a:gd name="T38" fmla="*/ 1 w 398"/>
                <a:gd name="T39" fmla="*/ 6 h 817"/>
                <a:gd name="T40" fmla="*/ 1 w 398"/>
                <a:gd name="T41" fmla="*/ 6 h 817"/>
                <a:gd name="T42" fmla="*/ 1 w 398"/>
                <a:gd name="T43" fmla="*/ 6 h 817"/>
                <a:gd name="T44" fmla="*/ 2 w 398"/>
                <a:gd name="T45" fmla="*/ 5 h 817"/>
                <a:gd name="T46" fmla="*/ 2 w 398"/>
                <a:gd name="T47" fmla="*/ 5 h 817"/>
                <a:gd name="T48" fmla="*/ 2 w 398"/>
                <a:gd name="T49" fmla="*/ 5 h 817"/>
                <a:gd name="T50" fmla="*/ 2 w 398"/>
                <a:gd name="T51" fmla="*/ 4 h 817"/>
                <a:gd name="T52" fmla="*/ 2 w 398"/>
                <a:gd name="T53" fmla="*/ 4 h 817"/>
                <a:gd name="T54" fmla="*/ 3 w 398"/>
                <a:gd name="T55" fmla="*/ 3 h 817"/>
                <a:gd name="T56" fmla="*/ 3 w 398"/>
                <a:gd name="T57" fmla="*/ 3 h 817"/>
                <a:gd name="T58" fmla="*/ 3 w 398"/>
                <a:gd name="T59" fmla="*/ 3 h 817"/>
                <a:gd name="T60" fmla="*/ 3 w 398"/>
                <a:gd name="T61" fmla="*/ 2 h 817"/>
                <a:gd name="T62" fmla="*/ 3 w 398"/>
                <a:gd name="T63" fmla="*/ 2 h 817"/>
                <a:gd name="T64" fmla="*/ 3 w 398"/>
                <a:gd name="T65" fmla="*/ 1 h 817"/>
                <a:gd name="T66" fmla="*/ 3 w 398"/>
                <a:gd name="T67" fmla="*/ 1 h 817"/>
                <a:gd name="T68" fmla="*/ 3 w 398"/>
                <a:gd name="T69" fmla="*/ 0 h 817"/>
                <a:gd name="T70" fmla="*/ 3 w 398"/>
                <a:gd name="T71" fmla="*/ 0 h 817"/>
                <a:gd name="T72" fmla="*/ 3 w 398"/>
                <a:gd name="T73" fmla="*/ 0 h 817"/>
                <a:gd name="T74" fmla="*/ 3 w 398"/>
                <a:gd name="T75" fmla="*/ 0 h 817"/>
                <a:gd name="T76" fmla="*/ 3 w 398"/>
                <a:gd name="T77" fmla="*/ 0 h 817"/>
                <a:gd name="T78" fmla="*/ 3 w 398"/>
                <a:gd name="T79" fmla="*/ 0 h 817"/>
                <a:gd name="T80" fmla="*/ 3 w 398"/>
                <a:gd name="T81" fmla="*/ 0 h 817"/>
                <a:gd name="T82" fmla="*/ 3 w 398"/>
                <a:gd name="T83" fmla="*/ 0 h 817"/>
                <a:gd name="T84" fmla="*/ 3 w 398"/>
                <a:gd name="T85" fmla="*/ 0 h 817"/>
                <a:gd name="T86" fmla="*/ 2 w 398"/>
                <a:gd name="T87" fmla="*/ 0 h 817"/>
                <a:gd name="T88" fmla="*/ 2 w 398"/>
                <a:gd name="T89" fmla="*/ 0 h 817"/>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398"/>
                <a:gd name="T136" fmla="*/ 0 h 817"/>
                <a:gd name="T137" fmla="*/ 398 w 398"/>
                <a:gd name="T138" fmla="*/ 817 h 817"/>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398" h="817">
                  <a:moveTo>
                    <a:pt x="304" y="47"/>
                  </a:moveTo>
                  <a:lnTo>
                    <a:pt x="304" y="47"/>
                  </a:lnTo>
                  <a:lnTo>
                    <a:pt x="301" y="97"/>
                  </a:lnTo>
                  <a:lnTo>
                    <a:pt x="297" y="147"/>
                  </a:lnTo>
                  <a:lnTo>
                    <a:pt x="291" y="198"/>
                  </a:lnTo>
                  <a:lnTo>
                    <a:pt x="280" y="247"/>
                  </a:lnTo>
                  <a:lnTo>
                    <a:pt x="268" y="297"/>
                  </a:lnTo>
                  <a:lnTo>
                    <a:pt x="253" y="347"/>
                  </a:lnTo>
                  <a:lnTo>
                    <a:pt x="236" y="395"/>
                  </a:lnTo>
                  <a:lnTo>
                    <a:pt x="217" y="442"/>
                  </a:lnTo>
                  <a:lnTo>
                    <a:pt x="195" y="487"/>
                  </a:lnTo>
                  <a:lnTo>
                    <a:pt x="171" y="532"/>
                  </a:lnTo>
                  <a:lnTo>
                    <a:pt x="147" y="574"/>
                  </a:lnTo>
                  <a:lnTo>
                    <a:pt x="121" y="613"/>
                  </a:lnTo>
                  <a:lnTo>
                    <a:pt x="93" y="650"/>
                  </a:lnTo>
                  <a:lnTo>
                    <a:pt x="64" y="684"/>
                  </a:lnTo>
                  <a:lnTo>
                    <a:pt x="32" y="716"/>
                  </a:lnTo>
                  <a:lnTo>
                    <a:pt x="0" y="744"/>
                  </a:lnTo>
                  <a:lnTo>
                    <a:pt x="59" y="817"/>
                  </a:lnTo>
                  <a:lnTo>
                    <a:pt x="95" y="784"/>
                  </a:lnTo>
                  <a:lnTo>
                    <a:pt x="132" y="748"/>
                  </a:lnTo>
                  <a:lnTo>
                    <a:pt x="166" y="709"/>
                  </a:lnTo>
                  <a:lnTo>
                    <a:pt x="196" y="667"/>
                  </a:lnTo>
                  <a:lnTo>
                    <a:pt x="227" y="623"/>
                  </a:lnTo>
                  <a:lnTo>
                    <a:pt x="253" y="576"/>
                  </a:lnTo>
                  <a:lnTo>
                    <a:pt x="279" y="530"/>
                  </a:lnTo>
                  <a:lnTo>
                    <a:pt x="301" y="479"/>
                  </a:lnTo>
                  <a:lnTo>
                    <a:pt x="323" y="428"/>
                  </a:lnTo>
                  <a:lnTo>
                    <a:pt x="342" y="375"/>
                  </a:lnTo>
                  <a:lnTo>
                    <a:pt x="359" y="321"/>
                  </a:lnTo>
                  <a:lnTo>
                    <a:pt x="372" y="268"/>
                  </a:lnTo>
                  <a:lnTo>
                    <a:pt x="382" y="212"/>
                  </a:lnTo>
                  <a:lnTo>
                    <a:pt x="391" y="157"/>
                  </a:lnTo>
                  <a:lnTo>
                    <a:pt x="395" y="102"/>
                  </a:lnTo>
                  <a:lnTo>
                    <a:pt x="398" y="47"/>
                  </a:lnTo>
                  <a:lnTo>
                    <a:pt x="394" y="27"/>
                  </a:lnTo>
                  <a:lnTo>
                    <a:pt x="383" y="11"/>
                  </a:lnTo>
                  <a:lnTo>
                    <a:pt x="368" y="3"/>
                  </a:lnTo>
                  <a:lnTo>
                    <a:pt x="351" y="0"/>
                  </a:lnTo>
                  <a:lnTo>
                    <a:pt x="333" y="3"/>
                  </a:lnTo>
                  <a:lnTo>
                    <a:pt x="319" y="11"/>
                  </a:lnTo>
                  <a:lnTo>
                    <a:pt x="307" y="27"/>
                  </a:lnTo>
                  <a:lnTo>
                    <a:pt x="304" y="4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4103" name="Freeform 37"/>
            <p:cNvSpPr>
              <a:spLocks/>
            </p:cNvSpPr>
            <p:nvPr/>
          </p:nvSpPr>
          <p:spPr bwMode="auto">
            <a:xfrm>
              <a:off x="1660" y="1701"/>
              <a:ext cx="19" cy="365"/>
            </a:xfrm>
            <a:custGeom>
              <a:avLst/>
              <a:gdLst>
                <a:gd name="T0" fmla="*/ 0 w 95"/>
                <a:gd name="T1" fmla="*/ 0 h 1826"/>
                <a:gd name="T2" fmla="*/ 0 w 95"/>
                <a:gd name="T3" fmla="*/ 0 h 1826"/>
                <a:gd name="T4" fmla="*/ 0 w 95"/>
                <a:gd name="T5" fmla="*/ 15 h 1826"/>
                <a:gd name="T6" fmla="*/ 1 w 95"/>
                <a:gd name="T7" fmla="*/ 15 h 1826"/>
                <a:gd name="T8" fmla="*/ 1 w 95"/>
                <a:gd name="T9" fmla="*/ 0 h 1826"/>
                <a:gd name="T10" fmla="*/ 1 w 95"/>
                <a:gd name="T11" fmla="*/ 0 h 1826"/>
                <a:gd name="T12" fmla="*/ 1 w 95"/>
                <a:gd name="T13" fmla="*/ 0 h 1826"/>
                <a:gd name="T14" fmla="*/ 1 w 95"/>
                <a:gd name="T15" fmla="*/ 0 h 1826"/>
                <a:gd name="T16" fmla="*/ 1 w 95"/>
                <a:gd name="T17" fmla="*/ 0 h 1826"/>
                <a:gd name="T18" fmla="*/ 1 w 95"/>
                <a:gd name="T19" fmla="*/ 0 h 1826"/>
                <a:gd name="T20" fmla="*/ 0 w 95"/>
                <a:gd name="T21" fmla="*/ 0 h 1826"/>
                <a:gd name="T22" fmla="*/ 0 w 95"/>
                <a:gd name="T23" fmla="*/ 0 h 1826"/>
                <a:gd name="T24" fmla="*/ 0 w 95"/>
                <a:gd name="T25" fmla="*/ 0 h 1826"/>
                <a:gd name="T26" fmla="*/ 0 w 95"/>
                <a:gd name="T27" fmla="*/ 0 h 1826"/>
                <a:gd name="T28" fmla="*/ 0 w 95"/>
                <a:gd name="T29" fmla="*/ 0 h 1826"/>
                <a:gd name="T30" fmla="*/ 0 w 95"/>
                <a:gd name="T31" fmla="*/ 0 h 182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95"/>
                <a:gd name="T49" fmla="*/ 0 h 1826"/>
                <a:gd name="T50" fmla="*/ 95 w 95"/>
                <a:gd name="T51" fmla="*/ 1826 h 182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95" h="1826">
                  <a:moveTo>
                    <a:pt x="0" y="49"/>
                  </a:moveTo>
                  <a:lnTo>
                    <a:pt x="0" y="47"/>
                  </a:lnTo>
                  <a:lnTo>
                    <a:pt x="1" y="1826"/>
                  </a:lnTo>
                  <a:lnTo>
                    <a:pt x="95" y="1826"/>
                  </a:lnTo>
                  <a:lnTo>
                    <a:pt x="93" y="47"/>
                  </a:lnTo>
                  <a:lnTo>
                    <a:pt x="93" y="45"/>
                  </a:lnTo>
                  <a:lnTo>
                    <a:pt x="93" y="47"/>
                  </a:lnTo>
                  <a:lnTo>
                    <a:pt x="90" y="27"/>
                  </a:lnTo>
                  <a:lnTo>
                    <a:pt x="79" y="12"/>
                  </a:lnTo>
                  <a:lnTo>
                    <a:pt x="64" y="4"/>
                  </a:lnTo>
                  <a:lnTo>
                    <a:pt x="47" y="0"/>
                  </a:lnTo>
                  <a:lnTo>
                    <a:pt x="29" y="4"/>
                  </a:lnTo>
                  <a:lnTo>
                    <a:pt x="15" y="12"/>
                  </a:lnTo>
                  <a:lnTo>
                    <a:pt x="3" y="27"/>
                  </a:lnTo>
                  <a:lnTo>
                    <a:pt x="0" y="47"/>
                  </a:lnTo>
                  <a:lnTo>
                    <a:pt x="0" y="4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4104" name="Freeform 38"/>
            <p:cNvSpPr>
              <a:spLocks/>
            </p:cNvSpPr>
            <p:nvPr/>
          </p:nvSpPr>
          <p:spPr bwMode="auto">
            <a:xfrm>
              <a:off x="1598" y="1598"/>
              <a:ext cx="81" cy="113"/>
            </a:xfrm>
            <a:custGeom>
              <a:avLst/>
              <a:gdLst>
                <a:gd name="T0" fmla="*/ 0 w 401"/>
                <a:gd name="T1" fmla="*/ 1 h 566"/>
                <a:gd name="T2" fmla="*/ 0 w 401"/>
                <a:gd name="T3" fmla="*/ 1 h 566"/>
                <a:gd name="T4" fmla="*/ 0 w 401"/>
                <a:gd name="T5" fmla="*/ 1 h 566"/>
                <a:gd name="T6" fmla="*/ 1 w 401"/>
                <a:gd name="T7" fmla="*/ 1 h 566"/>
                <a:gd name="T8" fmla="*/ 1 w 401"/>
                <a:gd name="T9" fmla="*/ 1 h 566"/>
                <a:gd name="T10" fmla="*/ 1 w 401"/>
                <a:gd name="T11" fmla="*/ 1 h 566"/>
                <a:gd name="T12" fmla="*/ 1 w 401"/>
                <a:gd name="T13" fmla="*/ 2 h 566"/>
                <a:gd name="T14" fmla="*/ 1 w 401"/>
                <a:gd name="T15" fmla="*/ 2 h 566"/>
                <a:gd name="T16" fmla="*/ 2 w 401"/>
                <a:gd name="T17" fmla="*/ 2 h 566"/>
                <a:gd name="T18" fmla="*/ 2 w 401"/>
                <a:gd name="T19" fmla="*/ 2 h 566"/>
                <a:gd name="T20" fmla="*/ 2 w 401"/>
                <a:gd name="T21" fmla="*/ 2 h 566"/>
                <a:gd name="T22" fmla="*/ 2 w 401"/>
                <a:gd name="T23" fmla="*/ 3 h 566"/>
                <a:gd name="T24" fmla="*/ 2 w 401"/>
                <a:gd name="T25" fmla="*/ 3 h 566"/>
                <a:gd name="T26" fmla="*/ 2 w 401"/>
                <a:gd name="T27" fmla="*/ 3 h 566"/>
                <a:gd name="T28" fmla="*/ 2 w 401"/>
                <a:gd name="T29" fmla="*/ 4 h 566"/>
                <a:gd name="T30" fmla="*/ 2 w 401"/>
                <a:gd name="T31" fmla="*/ 4 h 566"/>
                <a:gd name="T32" fmla="*/ 2 w 401"/>
                <a:gd name="T33" fmla="*/ 4 h 566"/>
                <a:gd name="T34" fmla="*/ 3 w 401"/>
                <a:gd name="T35" fmla="*/ 5 h 566"/>
                <a:gd name="T36" fmla="*/ 3 w 401"/>
                <a:gd name="T37" fmla="*/ 4 h 566"/>
                <a:gd name="T38" fmla="*/ 3 w 401"/>
                <a:gd name="T39" fmla="*/ 4 h 566"/>
                <a:gd name="T40" fmla="*/ 3 w 401"/>
                <a:gd name="T41" fmla="*/ 4 h 566"/>
                <a:gd name="T42" fmla="*/ 3 w 401"/>
                <a:gd name="T43" fmla="*/ 3 h 566"/>
                <a:gd name="T44" fmla="*/ 3 w 401"/>
                <a:gd name="T45" fmla="*/ 3 h 566"/>
                <a:gd name="T46" fmla="*/ 3 w 401"/>
                <a:gd name="T47" fmla="*/ 3 h 566"/>
                <a:gd name="T48" fmla="*/ 3 w 401"/>
                <a:gd name="T49" fmla="*/ 2 h 566"/>
                <a:gd name="T50" fmla="*/ 3 w 401"/>
                <a:gd name="T51" fmla="*/ 2 h 566"/>
                <a:gd name="T52" fmla="*/ 2 w 401"/>
                <a:gd name="T53" fmla="*/ 2 h 566"/>
                <a:gd name="T54" fmla="*/ 2 w 401"/>
                <a:gd name="T55" fmla="*/ 2 h 566"/>
                <a:gd name="T56" fmla="*/ 2 w 401"/>
                <a:gd name="T57" fmla="*/ 1 h 566"/>
                <a:gd name="T58" fmla="*/ 2 w 401"/>
                <a:gd name="T59" fmla="*/ 1 h 566"/>
                <a:gd name="T60" fmla="*/ 2 w 401"/>
                <a:gd name="T61" fmla="*/ 1 h 566"/>
                <a:gd name="T62" fmla="*/ 1 w 401"/>
                <a:gd name="T63" fmla="*/ 1 h 566"/>
                <a:gd name="T64" fmla="*/ 1 w 401"/>
                <a:gd name="T65" fmla="*/ 0 h 566"/>
                <a:gd name="T66" fmla="*/ 1 w 401"/>
                <a:gd name="T67" fmla="*/ 0 h 566"/>
                <a:gd name="T68" fmla="*/ 1 w 401"/>
                <a:gd name="T69" fmla="*/ 0 h 566"/>
                <a:gd name="T70" fmla="*/ 1 w 401"/>
                <a:gd name="T71" fmla="*/ 0 h 566"/>
                <a:gd name="T72" fmla="*/ 1 w 401"/>
                <a:gd name="T73" fmla="*/ 0 h 566"/>
                <a:gd name="T74" fmla="*/ 0 w 401"/>
                <a:gd name="T75" fmla="*/ 0 h 566"/>
                <a:gd name="T76" fmla="*/ 0 w 401"/>
                <a:gd name="T77" fmla="*/ 0 h 566"/>
                <a:gd name="T78" fmla="*/ 0 w 401"/>
                <a:gd name="T79" fmla="*/ 0 h 566"/>
                <a:gd name="T80" fmla="*/ 0 w 401"/>
                <a:gd name="T81" fmla="*/ 0 h 566"/>
                <a:gd name="T82" fmla="*/ 0 w 401"/>
                <a:gd name="T83" fmla="*/ 0 h 566"/>
                <a:gd name="T84" fmla="*/ 0 w 401"/>
                <a:gd name="T85" fmla="*/ 0 h 566"/>
                <a:gd name="T86" fmla="*/ 0 w 401"/>
                <a:gd name="T87" fmla="*/ 1 h 566"/>
                <a:gd name="T88" fmla="*/ 0 w 401"/>
                <a:gd name="T89" fmla="*/ 1 h 56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401"/>
                <a:gd name="T136" fmla="*/ 0 h 566"/>
                <a:gd name="T137" fmla="*/ 401 w 401"/>
                <a:gd name="T138" fmla="*/ 566 h 566"/>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401" h="566">
                  <a:moveTo>
                    <a:pt x="23" y="88"/>
                  </a:moveTo>
                  <a:lnTo>
                    <a:pt x="23" y="88"/>
                  </a:lnTo>
                  <a:lnTo>
                    <a:pt x="53" y="107"/>
                  </a:lnTo>
                  <a:lnTo>
                    <a:pt x="83" y="125"/>
                  </a:lnTo>
                  <a:lnTo>
                    <a:pt x="108" y="147"/>
                  </a:lnTo>
                  <a:lnTo>
                    <a:pt x="135" y="171"/>
                  </a:lnTo>
                  <a:lnTo>
                    <a:pt x="160" y="196"/>
                  </a:lnTo>
                  <a:lnTo>
                    <a:pt x="182" y="223"/>
                  </a:lnTo>
                  <a:lnTo>
                    <a:pt x="205" y="251"/>
                  </a:lnTo>
                  <a:lnTo>
                    <a:pt x="223" y="281"/>
                  </a:lnTo>
                  <a:lnTo>
                    <a:pt x="240" y="312"/>
                  </a:lnTo>
                  <a:lnTo>
                    <a:pt x="256" y="345"/>
                  </a:lnTo>
                  <a:lnTo>
                    <a:pt x="270" y="379"/>
                  </a:lnTo>
                  <a:lnTo>
                    <a:pt x="282" y="414"/>
                  </a:lnTo>
                  <a:lnTo>
                    <a:pt x="291" y="450"/>
                  </a:lnTo>
                  <a:lnTo>
                    <a:pt x="299" y="488"/>
                  </a:lnTo>
                  <a:lnTo>
                    <a:pt x="304" y="526"/>
                  </a:lnTo>
                  <a:lnTo>
                    <a:pt x="308" y="566"/>
                  </a:lnTo>
                  <a:lnTo>
                    <a:pt x="401" y="562"/>
                  </a:lnTo>
                  <a:lnTo>
                    <a:pt x="398" y="517"/>
                  </a:lnTo>
                  <a:lnTo>
                    <a:pt x="391" y="471"/>
                  </a:lnTo>
                  <a:lnTo>
                    <a:pt x="383" y="429"/>
                  </a:lnTo>
                  <a:lnTo>
                    <a:pt x="371" y="386"/>
                  </a:lnTo>
                  <a:lnTo>
                    <a:pt x="357" y="346"/>
                  </a:lnTo>
                  <a:lnTo>
                    <a:pt x="340" y="307"/>
                  </a:lnTo>
                  <a:lnTo>
                    <a:pt x="324" y="270"/>
                  </a:lnTo>
                  <a:lnTo>
                    <a:pt x="303" y="232"/>
                  </a:lnTo>
                  <a:lnTo>
                    <a:pt x="280" y="197"/>
                  </a:lnTo>
                  <a:lnTo>
                    <a:pt x="255" y="164"/>
                  </a:lnTo>
                  <a:lnTo>
                    <a:pt x="228" y="132"/>
                  </a:lnTo>
                  <a:lnTo>
                    <a:pt x="199" y="103"/>
                  </a:lnTo>
                  <a:lnTo>
                    <a:pt x="169" y="76"/>
                  </a:lnTo>
                  <a:lnTo>
                    <a:pt x="137" y="50"/>
                  </a:lnTo>
                  <a:lnTo>
                    <a:pt x="103" y="27"/>
                  </a:lnTo>
                  <a:lnTo>
                    <a:pt x="67" y="6"/>
                  </a:lnTo>
                  <a:lnTo>
                    <a:pt x="48" y="0"/>
                  </a:lnTo>
                  <a:lnTo>
                    <a:pt x="30" y="2"/>
                  </a:lnTo>
                  <a:lnTo>
                    <a:pt x="16" y="12"/>
                  </a:lnTo>
                  <a:lnTo>
                    <a:pt x="5" y="25"/>
                  </a:lnTo>
                  <a:lnTo>
                    <a:pt x="0" y="41"/>
                  </a:lnTo>
                  <a:lnTo>
                    <a:pt x="0" y="59"/>
                  </a:lnTo>
                  <a:lnTo>
                    <a:pt x="8" y="75"/>
                  </a:lnTo>
                  <a:lnTo>
                    <a:pt x="23"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4105" name="Freeform 39"/>
            <p:cNvSpPr>
              <a:spLocks/>
            </p:cNvSpPr>
            <p:nvPr/>
          </p:nvSpPr>
          <p:spPr bwMode="auto">
            <a:xfrm>
              <a:off x="1346" y="1455"/>
              <a:ext cx="266" cy="160"/>
            </a:xfrm>
            <a:custGeom>
              <a:avLst/>
              <a:gdLst>
                <a:gd name="T0" fmla="*/ 0 w 1330"/>
                <a:gd name="T1" fmla="*/ 1 h 801"/>
                <a:gd name="T2" fmla="*/ 0 w 1330"/>
                <a:gd name="T3" fmla="*/ 1 h 801"/>
                <a:gd name="T4" fmla="*/ 10 w 1330"/>
                <a:gd name="T5" fmla="*/ 6 h 801"/>
                <a:gd name="T6" fmla="*/ 11 w 1330"/>
                <a:gd name="T7" fmla="*/ 6 h 801"/>
                <a:gd name="T8" fmla="*/ 1 w 1330"/>
                <a:gd name="T9" fmla="*/ 0 h 801"/>
                <a:gd name="T10" fmla="*/ 1 w 1330"/>
                <a:gd name="T11" fmla="*/ 0 h 801"/>
                <a:gd name="T12" fmla="*/ 1 w 1330"/>
                <a:gd name="T13" fmla="*/ 0 h 801"/>
                <a:gd name="T14" fmla="*/ 0 w 1330"/>
                <a:gd name="T15" fmla="*/ 0 h 801"/>
                <a:gd name="T16" fmla="*/ 0 w 1330"/>
                <a:gd name="T17" fmla="*/ 0 h 801"/>
                <a:gd name="T18" fmla="*/ 0 w 1330"/>
                <a:gd name="T19" fmla="*/ 0 h 801"/>
                <a:gd name="T20" fmla="*/ 0 w 1330"/>
                <a:gd name="T21" fmla="*/ 0 h 801"/>
                <a:gd name="T22" fmla="*/ 0 w 1330"/>
                <a:gd name="T23" fmla="*/ 0 h 801"/>
                <a:gd name="T24" fmla="*/ 0 w 1330"/>
                <a:gd name="T25" fmla="*/ 0 h 801"/>
                <a:gd name="T26" fmla="*/ 0 w 1330"/>
                <a:gd name="T27" fmla="*/ 1 h 801"/>
                <a:gd name="T28" fmla="*/ 0 w 1330"/>
                <a:gd name="T29" fmla="*/ 1 h 801"/>
                <a:gd name="T30" fmla="*/ 0 w 1330"/>
                <a:gd name="T31" fmla="*/ 1 h 801"/>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30"/>
                <a:gd name="T49" fmla="*/ 0 h 801"/>
                <a:gd name="T50" fmla="*/ 1330 w 1330"/>
                <a:gd name="T51" fmla="*/ 801 h 801"/>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30" h="801">
                  <a:moveTo>
                    <a:pt x="24" y="88"/>
                  </a:moveTo>
                  <a:lnTo>
                    <a:pt x="23" y="88"/>
                  </a:lnTo>
                  <a:lnTo>
                    <a:pt x="1286" y="801"/>
                  </a:lnTo>
                  <a:lnTo>
                    <a:pt x="1330" y="719"/>
                  </a:lnTo>
                  <a:lnTo>
                    <a:pt x="67" y="6"/>
                  </a:lnTo>
                  <a:lnTo>
                    <a:pt x="66" y="6"/>
                  </a:lnTo>
                  <a:lnTo>
                    <a:pt x="67" y="6"/>
                  </a:lnTo>
                  <a:lnTo>
                    <a:pt x="48" y="0"/>
                  </a:lnTo>
                  <a:lnTo>
                    <a:pt x="30" y="2"/>
                  </a:lnTo>
                  <a:lnTo>
                    <a:pt x="16" y="12"/>
                  </a:lnTo>
                  <a:lnTo>
                    <a:pt x="5" y="25"/>
                  </a:lnTo>
                  <a:lnTo>
                    <a:pt x="0" y="41"/>
                  </a:lnTo>
                  <a:lnTo>
                    <a:pt x="0" y="59"/>
                  </a:lnTo>
                  <a:lnTo>
                    <a:pt x="8" y="75"/>
                  </a:lnTo>
                  <a:lnTo>
                    <a:pt x="23" y="88"/>
                  </a:lnTo>
                  <a:lnTo>
                    <a:pt x="24"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4106" name="Freeform 40"/>
            <p:cNvSpPr>
              <a:spLocks/>
            </p:cNvSpPr>
            <p:nvPr/>
          </p:nvSpPr>
          <p:spPr bwMode="auto">
            <a:xfrm>
              <a:off x="1198" y="1439"/>
              <a:ext cx="161" cy="35"/>
            </a:xfrm>
            <a:custGeom>
              <a:avLst/>
              <a:gdLst>
                <a:gd name="T0" fmla="*/ 1 w 806"/>
                <a:gd name="T1" fmla="*/ 1 h 177"/>
                <a:gd name="T2" fmla="*/ 1 w 806"/>
                <a:gd name="T3" fmla="*/ 1 h 177"/>
                <a:gd name="T4" fmla="*/ 1 w 806"/>
                <a:gd name="T5" fmla="*/ 1 h 177"/>
                <a:gd name="T6" fmla="*/ 1 w 806"/>
                <a:gd name="T7" fmla="*/ 1 h 177"/>
                <a:gd name="T8" fmla="*/ 2 w 806"/>
                <a:gd name="T9" fmla="*/ 1 h 177"/>
                <a:gd name="T10" fmla="*/ 2 w 806"/>
                <a:gd name="T11" fmla="*/ 1 h 177"/>
                <a:gd name="T12" fmla="*/ 2 w 806"/>
                <a:gd name="T13" fmla="*/ 1 h 177"/>
                <a:gd name="T14" fmla="*/ 3 w 806"/>
                <a:gd name="T15" fmla="*/ 1 h 177"/>
                <a:gd name="T16" fmla="*/ 3 w 806"/>
                <a:gd name="T17" fmla="*/ 1 h 177"/>
                <a:gd name="T18" fmla="*/ 3 w 806"/>
                <a:gd name="T19" fmla="*/ 1 h 177"/>
                <a:gd name="T20" fmla="*/ 4 w 806"/>
                <a:gd name="T21" fmla="*/ 1 h 177"/>
                <a:gd name="T22" fmla="*/ 4 w 806"/>
                <a:gd name="T23" fmla="*/ 1 h 177"/>
                <a:gd name="T24" fmla="*/ 5 w 806"/>
                <a:gd name="T25" fmla="*/ 1 h 177"/>
                <a:gd name="T26" fmla="*/ 5 w 806"/>
                <a:gd name="T27" fmla="*/ 1 h 177"/>
                <a:gd name="T28" fmla="*/ 5 w 806"/>
                <a:gd name="T29" fmla="*/ 1 h 177"/>
                <a:gd name="T30" fmla="*/ 6 w 806"/>
                <a:gd name="T31" fmla="*/ 1 h 177"/>
                <a:gd name="T32" fmla="*/ 6 w 806"/>
                <a:gd name="T33" fmla="*/ 1 h 177"/>
                <a:gd name="T34" fmla="*/ 6 w 806"/>
                <a:gd name="T35" fmla="*/ 1 h 177"/>
                <a:gd name="T36" fmla="*/ 6 w 806"/>
                <a:gd name="T37" fmla="*/ 1 h 177"/>
                <a:gd name="T38" fmla="*/ 6 w 806"/>
                <a:gd name="T39" fmla="*/ 1 h 177"/>
                <a:gd name="T40" fmla="*/ 6 w 806"/>
                <a:gd name="T41" fmla="*/ 0 h 177"/>
                <a:gd name="T42" fmla="*/ 5 w 806"/>
                <a:gd name="T43" fmla="*/ 0 h 177"/>
                <a:gd name="T44" fmla="*/ 5 w 806"/>
                <a:gd name="T45" fmla="*/ 0 h 177"/>
                <a:gd name="T46" fmla="*/ 5 w 806"/>
                <a:gd name="T47" fmla="*/ 0 h 177"/>
                <a:gd name="T48" fmla="*/ 4 w 806"/>
                <a:gd name="T49" fmla="*/ 0 h 177"/>
                <a:gd name="T50" fmla="*/ 4 w 806"/>
                <a:gd name="T51" fmla="*/ 0 h 177"/>
                <a:gd name="T52" fmla="*/ 3 w 806"/>
                <a:gd name="T53" fmla="*/ 0 h 177"/>
                <a:gd name="T54" fmla="*/ 3 w 806"/>
                <a:gd name="T55" fmla="*/ 0 h 177"/>
                <a:gd name="T56" fmla="*/ 3 w 806"/>
                <a:gd name="T57" fmla="*/ 0 h 177"/>
                <a:gd name="T58" fmla="*/ 2 w 806"/>
                <a:gd name="T59" fmla="*/ 0 h 177"/>
                <a:gd name="T60" fmla="*/ 2 w 806"/>
                <a:gd name="T61" fmla="*/ 0 h 177"/>
                <a:gd name="T62" fmla="*/ 1 w 806"/>
                <a:gd name="T63" fmla="*/ 0 h 177"/>
                <a:gd name="T64" fmla="*/ 1 w 806"/>
                <a:gd name="T65" fmla="*/ 0 h 177"/>
                <a:gd name="T66" fmla="*/ 1 w 806"/>
                <a:gd name="T67" fmla="*/ 1 h 177"/>
                <a:gd name="T68" fmla="*/ 0 w 806"/>
                <a:gd name="T69" fmla="*/ 1 h 177"/>
                <a:gd name="T70" fmla="*/ 0 w 806"/>
                <a:gd name="T71" fmla="*/ 1 h 177"/>
                <a:gd name="T72" fmla="*/ 0 w 806"/>
                <a:gd name="T73" fmla="*/ 1 h 177"/>
                <a:gd name="T74" fmla="*/ 0 w 806"/>
                <a:gd name="T75" fmla="*/ 1 h 177"/>
                <a:gd name="T76" fmla="*/ 0 w 806"/>
                <a:gd name="T77" fmla="*/ 1 h 177"/>
                <a:gd name="T78" fmla="*/ 0 w 806"/>
                <a:gd name="T79" fmla="*/ 1 h 177"/>
                <a:gd name="T80" fmla="*/ 0 w 806"/>
                <a:gd name="T81" fmla="*/ 1 h 177"/>
                <a:gd name="T82" fmla="*/ 0 w 806"/>
                <a:gd name="T83" fmla="*/ 1 h 177"/>
                <a:gd name="T84" fmla="*/ 0 w 806"/>
                <a:gd name="T85" fmla="*/ 1 h 177"/>
                <a:gd name="T86" fmla="*/ 0 w 806"/>
                <a:gd name="T87" fmla="*/ 1 h 177"/>
                <a:gd name="T88" fmla="*/ 1 w 806"/>
                <a:gd name="T89" fmla="*/ 1 h 177"/>
                <a:gd name="T90" fmla="*/ 1 w 806"/>
                <a:gd name="T91" fmla="*/ 1 h 17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806"/>
                <a:gd name="T139" fmla="*/ 0 h 177"/>
                <a:gd name="T140" fmla="*/ 806 w 806"/>
                <a:gd name="T141" fmla="*/ 177 h 17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806" h="177">
                  <a:moveTo>
                    <a:pt x="67" y="171"/>
                  </a:moveTo>
                  <a:lnTo>
                    <a:pt x="68" y="171"/>
                  </a:lnTo>
                  <a:lnTo>
                    <a:pt x="109" y="151"/>
                  </a:lnTo>
                  <a:lnTo>
                    <a:pt x="151" y="135"/>
                  </a:lnTo>
                  <a:lnTo>
                    <a:pt x="196" y="122"/>
                  </a:lnTo>
                  <a:lnTo>
                    <a:pt x="242" y="110"/>
                  </a:lnTo>
                  <a:lnTo>
                    <a:pt x="287" y="102"/>
                  </a:lnTo>
                  <a:lnTo>
                    <a:pt x="335" y="97"/>
                  </a:lnTo>
                  <a:lnTo>
                    <a:pt x="382" y="95"/>
                  </a:lnTo>
                  <a:lnTo>
                    <a:pt x="430" y="94"/>
                  </a:lnTo>
                  <a:lnTo>
                    <a:pt x="477" y="97"/>
                  </a:lnTo>
                  <a:lnTo>
                    <a:pt x="524" y="102"/>
                  </a:lnTo>
                  <a:lnTo>
                    <a:pt x="568" y="108"/>
                  </a:lnTo>
                  <a:lnTo>
                    <a:pt x="612" y="117"/>
                  </a:lnTo>
                  <a:lnTo>
                    <a:pt x="654" y="128"/>
                  </a:lnTo>
                  <a:lnTo>
                    <a:pt x="693" y="141"/>
                  </a:lnTo>
                  <a:lnTo>
                    <a:pt x="730" y="155"/>
                  </a:lnTo>
                  <a:lnTo>
                    <a:pt x="764" y="171"/>
                  </a:lnTo>
                  <a:lnTo>
                    <a:pt x="806" y="89"/>
                  </a:lnTo>
                  <a:lnTo>
                    <a:pt x="768" y="70"/>
                  </a:lnTo>
                  <a:lnTo>
                    <a:pt x="725" y="54"/>
                  </a:lnTo>
                  <a:lnTo>
                    <a:pt x="680" y="39"/>
                  </a:lnTo>
                  <a:lnTo>
                    <a:pt x="633" y="26"/>
                  </a:lnTo>
                  <a:lnTo>
                    <a:pt x="585" y="16"/>
                  </a:lnTo>
                  <a:lnTo>
                    <a:pt x="536" y="8"/>
                  </a:lnTo>
                  <a:lnTo>
                    <a:pt x="484" y="3"/>
                  </a:lnTo>
                  <a:lnTo>
                    <a:pt x="433" y="0"/>
                  </a:lnTo>
                  <a:lnTo>
                    <a:pt x="380" y="1"/>
                  </a:lnTo>
                  <a:lnTo>
                    <a:pt x="328" y="3"/>
                  </a:lnTo>
                  <a:lnTo>
                    <a:pt x="276" y="10"/>
                  </a:lnTo>
                  <a:lnTo>
                    <a:pt x="223" y="19"/>
                  </a:lnTo>
                  <a:lnTo>
                    <a:pt x="172" y="30"/>
                  </a:lnTo>
                  <a:lnTo>
                    <a:pt x="121" y="46"/>
                  </a:lnTo>
                  <a:lnTo>
                    <a:pt x="72" y="67"/>
                  </a:lnTo>
                  <a:lnTo>
                    <a:pt x="24" y="89"/>
                  </a:lnTo>
                  <a:lnTo>
                    <a:pt x="25" y="89"/>
                  </a:lnTo>
                  <a:lnTo>
                    <a:pt x="24" y="89"/>
                  </a:lnTo>
                  <a:lnTo>
                    <a:pt x="8" y="102"/>
                  </a:lnTo>
                  <a:lnTo>
                    <a:pt x="0" y="118"/>
                  </a:lnTo>
                  <a:lnTo>
                    <a:pt x="0" y="136"/>
                  </a:lnTo>
                  <a:lnTo>
                    <a:pt x="6" y="152"/>
                  </a:lnTo>
                  <a:lnTo>
                    <a:pt x="17" y="165"/>
                  </a:lnTo>
                  <a:lnTo>
                    <a:pt x="31" y="175"/>
                  </a:lnTo>
                  <a:lnTo>
                    <a:pt x="48" y="177"/>
                  </a:lnTo>
                  <a:lnTo>
                    <a:pt x="68" y="171"/>
                  </a:lnTo>
                  <a:lnTo>
                    <a:pt x="67" y="1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4107" name="Freeform 41"/>
            <p:cNvSpPr>
              <a:spLocks/>
            </p:cNvSpPr>
            <p:nvPr/>
          </p:nvSpPr>
          <p:spPr bwMode="auto">
            <a:xfrm>
              <a:off x="931" y="1456"/>
              <a:ext cx="280" cy="158"/>
            </a:xfrm>
            <a:custGeom>
              <a:avLst/>
              <a:gdLst>
                <a:gd name="T0" fmla="*/ 1 w 1402"/>
                <a:gd name="T1" fmla="*/ 6 h 787"/>
                <a:gd name="T2" fmla="*/ 1 w 1402"/>
                <a:gd name="T3" fmla="*/ 6 h 787"/>
                <a:gd name="T4" fmla="*/ 11 w 1402"/>
                <a:gd name="T5" fmla="*/ 1 h 787"/>
                <a:gd name="T6" fmla="*/ 11 w 1402"/>
                <a:gd name="T7" fmla="*/ 0 h 787"/>
                <a:gd name="T8" fmla="*/ 0 w 1402"/>
                <a:gd name="T9" fmla="*/ 6 h 787"/>
                <a:gd name="T10" fmla="*/ 0 w 1402"/>
                <a:gd name="T11" fmla="*/ 6 h 787"/>
                <a:gd name="T12" fmla="*/ 0 w 1402"/>
                <a:gd name="T13" fmla="*/ 6 h 787"/>
                <a:gd name="T14" fmla="*/ 0 w 1402"/>
                <a:gd name="T15" fmla="*/ 6 h 787"/>
                <a:gd name="T16" fmla="*/ 0 w 1402"/>
                <a:gd name="T17" fmla="*/ 6 h 787"/>
                <a:gd name="T18" fmla="*/ 0 w 1402"/>
                <a:gd name="T19" fmla="*/ 6 h 787"/>
                <a:gd name="T20" fmla="*/ 0 w 1402"/>
                <a:gd name="T21" fmla="*/ 6 h 787"/>
                <a:gd name="T22" fmla="*/ 0 w 1402"/>
                <a:gd name="T23" fmla="*/ 6 h 787"/>
                <a:gd name="T24" fmla="*/ 0 w 1402"/>
                <a:gd name="T25" fmla="*/ 6 h 787"/>
                <a:gd name="T26" fmla="*/ 0 w 1402"/>
                <a:gd name="T27" fmla="*/ 6 h 787"/>
                <a:gd name="T28" fmla="*/ 1 w 1402"/>
                <a:gd name="T29" fmla="*/ 6 h 787"/>
                <a:gd name="T30" fmla="*/ 1 w 1402"/>
                <a:gd name="T31" fmla="*/ 6 h 78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02"/>
                <a:gd name="T49" fmla="*/ 0 h 787"/>
                <a:gd name="T50" fmla="*/ 1402 w 1402"/>
                <a:gd name="T51" fmla="*/ 787 h 78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02" h="787">
                  <a:moveTo>
                    <a:pt x="69" y="781"/>
                  </a:moveTo>
                  <a:lnTo>
                    <a:pt x="66" y="781"/>
                  </a:lnTo>
                  <a:lnTo>
                    <a:pt x="1402" y="82"/>
                  </a:lnTo>
                  <a:lnTo>
                    <a:pt x="1360" y="0"/>
                  </a:lnTo>
                  <a:lnTo>
                    <a:pt x="24" y="699"/>
                  </a:lnTo>
                  <a:lnTo>
                    <a:pt x="22" y="699"/>
                  </a:lnTo>
                  <a:lnTo>
                    <a:pt x="24" y="699"/>
                  </a:lnTo>
                  <a:lnTo>
                    <a:pt x="8" y="712"/>
                  </a:lnTo>
                  <a:lnTo>
                    <a:pt x="1" y="727"/>
                  </a:lnTo>
                  <a:lnTo>
                    <a:pt x="0" y="744"/>
                  </a:lnTo>
                  <a:lnTo>
                    <a:pt x="5" y="761"/>
                  </a:lnTo>
                  <a:lnTo>
                    <a:pt x="15" y="775"/>
                  </a:lnTo>
                  <a:lnTo>
                    <a:pt x="30" y="784"/>
                  </a:lnTo>
                  <a:lnTo>
                    <a:pt x="46" y="787"/>
                  </a:lnTo>
                  <a:lnTo>
                    <a:pt x="66" y="781"/>
                  </a:lnTo>
                  <a:lnTo>
                    <a:pt x="69" y="7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4108" name="Freeform 42"/>
            <p:cNvSpPr>
              <a:spLocks/>
            </p:cNvSpPr>
            <p:nvPr/>
          </p:nvSpPr>
          <p:spPr bwMode="auto">
            <a:xfrm>
              <a:off x="868" y="1596"/>
              <a:ext cx="77" cy="126"/>
            </a:xfrm>
            <a:custGeom>
              <a:avLst/>
              <a:gdLst>
                <a:gd name="T0" fmla="*/ 1 w 382"/>
                <a:gd name="T1" fmla="*/ 5 h 628"/>
                <a:gd name="T2" fmla="*/ 1 w 382"/>
                <a:gd name="T3" fmla="*/ 5 h 628"/>
                <a:gd name="T4" fmla="*/ 1 w 382"/>
                <a:gd name="T5" fmla="*/ 4 h 628"/>
                <a:gd name="T6" fmla="*/ 1 w 382"/>
                <a:gd name="T7" fmla="*/ 4 h 628"/>
                <a:gd name="T8" fmla="*/ 1 w 382"/>
                <a:gd name="T9" fmla="*/ 4 h 628"/>
                <a:gd name="T10" fmla="*/ 1 w 382"/>
                <a:gd name="T11" fmla="*/ 3 h 628"/>
                <a:gd name="T12" fmla="*/ 1 w 382"/>
                <a:gd name="T13" fmla="*/ 3 h 628"/>
                <a:gd name="T14" fmla="*/ 1 w 382"/>
                <a:gd name="T15" fmla="*/ 3 h 628"/>
                <a:gd name="T16" fmla="*/ 1 w 382"/>
                <a:gd name="T17" fmla="*/ 3 h 628"/>
                <a:gd name="T18" fmla="*/ 1 w 382"/>
                <a:gd name="T19" fmla="*/ 2 h 628"/>
                <a:gd name="T20" fmla="*/ 2 w 382"/>
                <a:gd name="T21" fmla="*/ 2 h 628"/>
                <a:gd name="T22" fmla="*/ 2 w 382"/>
                <a:gd name="T23" fmla="*/ 2 h 628"/>
                <a:gd name="T24" fmla="*/ 2 w 382"/>
                <a:gd name="T25" fmla="*/ 2 h 628"/>
                <a:gd name="T26" fmla="*/ 2 w 382"/>
                <a:gd name="T27" fmla="*/ 1 h 628"/>
                <a:gd name="T28" fmla="*/ 2 w 382"/>
                <a:gd name="T29" fmla="*/ 1 h 628"/>
                <a:gd name="T30" fmla="*/ 3 w 382"/>
                <a:gd name="T31" fmla="*/ 1 h 628"/>
                <a:gd name="T32" fmla="*/ 3 w 382"/>
                <a:gd name="T33" fmla="*/ 1 h 628"/>
                <a:gd name="T34" fmla="*/ 3 w 382"/>
                <a:gd name="T35" fmla="*/ 1 h 628"/>
                <a:gd name="T36" fmla="*/ 3 w 382"/>
                <a:gd name="T37" fmla="*/ 0 h 628"/>
                <a:gd name="T38" fmla="*/ 2 w 382"/>
                <a:gd name="T39" fmla="*/ 0 h 628"/>
                <a:gd name="T40" fmla="*/ 2 w 382"/>
                <a:gd name="T41" fmla="*/ 0 h 628"/>
                <a:gd name="T42" fmla="*/ 2 w 382"/>
                <a:gd name="T43" fmla="*/ 1 h 628"/>
                <a:gd name="T44" fmla="*/ 2 w 382"/>
                <a:gd name="T45" fmla="*/ 1 h 628"/>
                <a:gd name="T46" fmla="*/ 1 w 382"/>
                <a:gd name="T47" fmla="*/ 1 h 628"/>
                <a:gd name="T48" fmla="*/ 1 w 382"/>
                <a:gd name="T49" fmla="*/ 1 h 628"/>
                <a:gd name="T50" fmla="*/ 1 w 382"/>
                <a:gd name="T51" fmla="*/ 2 h 628"/>
                <a:gd name="T52" fmla="*/ 1 w 382"/>
                <a:gd name="T53" fmla="*/ 2 h 628"/>
                <a:gd name="T54" fmla="*/ 1 w 382"/>
                <a:gd name="T55" fmla="*/ 2 h 628"/>
                <a:gd name="T56" fmla="*/ 0 w 382"/>
                <a:gd name="T57" fmla="*/ 3 h 628"/>
                <a:gd name="T58" fmla="*/ 0 w 382"/>
                <a:gd name="T59" fmla="*/ 3 h 628"/>
                <a:gd name="T60" fmla="*/ 0 w 382"/>
                <a:gd name="T61" fmla="*/ 3 h 628"/>
                <a:gd name="T62" fmla="*/ 0 w 382"/>
                <a:gd name="T63" fmla="*/ 4 h 628"/>
                <a:gd name="T64" fmla="*/ 0 w 382"/>
                <a:gd name="T65" fmla="*/ 4 h 628"/>
                <a:gd name="T66" fmla="*/ 0 w 382"/>
                <a:gd name="T67" fmla="*/ 4 h 628"/>
                <a:gd name="T68" fmla="*/ 0 w 382"/>
                <a:gd name="T69" fmla="*/ 5 h 628"/>
                <a:gd name="T70" fmla="*/ 0 w 382"/>
                <a:gd name="T71" fmla="*/ 5 h 628"/>
                <a:gd name="T72" fmla="*/ 0 w 382"/>
                <a:gd name="T73" fmla="*/ 5 h 628"/>
                <a:gd name="T74" fmla="*/ 0 w 382"/>
                <a:gd name="T75" fmla="*/ 5 h 628"/>
                <a:gd name="T76" fmla="*/ 0 w 382"/>
                <a:gd name="T77" fmla="*/ 5 h 628"/>
                <a:gd name="T78" fmla="*/ 0 w 382"/>
                <a:gd name="T79" fmla="*/ 5 h 628"/>
                <a:gd name="T80" fmla="*/ 0 w 382"/>
                <a:gd name="T81" fmla="*/ 5 h 628"/>
                <a:gd name="T82" fmla="*/ 1 w 382"/>
                <a:gd name="T83" fmla="*/ 5 h 628"/>
                <a:gd name="T84" fmla="*/ 1 w 382"/>
                <a:gd name="T85" fmla="*/ 5 h 628"/>
                <a:gd name="T86" fmla="*/ 1 w 382"/>
                <a:gd name="T87" fmla="*/ 5 h 628"/>
                <a:gd name="T88" fmla="*/ 1 w 382"/>
                <a:gd name="T89" fmla="*/ 5 h 628"/>
                <a:gd name="T90" fmla="*/ 1 w 382"/>
                <a:gd name="T91" fmla="*/ 5 h 628"/>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382"/>
                <a:gd name="T139" fmla="*/ 0 h 628"/>
                <a:gd name="T140" fmla="*/ 382 w 382"/>
                <a:gd name="T141" fmla="*/ 628 h 628"/>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382" h="628">
                  <a:moveTo>
                    <a:pt x="94" y="581"/>
                  </a:moveTo>
                  <a:lnTo>
                    <a:pt x="94" y="582"/>
                  </a:lnTo>
                  <a:lnTo>
                    <a:pt x="96" y="541"/>
                  </a:lnTo>
                  <a:lnTo>
                    <a:pt x="99" y="500"/>
                  </a:lnTo>
                  <a:lnTo>
                    <a:pt x="106" y="463"/>
                  </a:lnTo>
                  <a:lnTo>
                    <a:pt x="115" y="424"/>
                  </a:lnTo>
                  <a:lnTo>
                    <a:pt x="127" y="389"/>
                  </a:lnTo>
                  <a:lnTo>
                    <a:pt x="140" y="353"/>
                  </a:lnTo>
                  <a:lnTo>
                    <a:pt x="156" y="320"/>
                  </a:lnTo>
                  <a:lnTo>
                    <a:pt x="173" y="287"/>
                  </a:lnTo>
                  <a:lnTo>
                    <a:pt x="193" y="255"/>
                  </a:lnTo>
                  <a:lnTo>
                    <a:pt x="214" y="226"/>
                  </a:lnTo>
                  <a:lnTo>
                    <a:pt x="238" y="198"/>
                  </a:lnTo>
                  <a:lnTo>
                    <a:pt x="263" y="172"/>
                  </a:lnTo>
                  <a:lnTo>
                    <a:pt x="290" y="146"/>
                  </a:lnTo>
                  <a:lnTo>
                    <a:pt x="318" y="122"/>
                  </a:lnTo>
                  <a:lnTo>
                    <a:pt x="349" y="101"/>
                  </a:lnTo>
                  <a:lnTo>
                    <a:pt x="382" y="82"/>
                  </a:lnTo>
                  <a:lnTo>
                    <a:pt x="335" y="0"/>
                  </a:lnTo>
                  <a:lnTo>
                    <a:pt x="297" y="23"/>
                  </a:lnTo>
                  <a:lnTo>
                    <a:pt x="262" y="49"/>
                  </a:lnTo>
                  <a:lnTo>
                    <a:pt x="229" y="76"/>
                  </a:lnTo>
                  <a:lnTo>
                    <a:pt x="198" y="104"/>
                  </a:lnTo>
                  <a:lnTo>
                    <a:pt x="167" y="137"/>
                  </a:lnTo>
                  <a:lnTo>
                    <a:pt x="142" y="170"/>
                  </a:lnTo>
                  <a:lnTo>
                    <a:pt x="116" y="204"/>
                  </a:lnTo>
                  <a:lnTo>
                    <a:pt x="94" y="240"/>
                  </a:lnTo>
                  <a:lnTo>
                    <a:pt x="74" y="278"/>
                  </a:lnTo>
                  <a:lnTo>
                    <a:pt x="54" y="317"/>
                  </a:lnTo>
                  <a:lnTo>
                    <a:pt x="38" y="359"/>
                  </a:lnTo>
                  <a:lnTo>
                    <a:pt x="26" y="401"/>
                  </a:lnTo>
                  <a:lnTo>
                    <a:pt x="15" y="444"/>
                  </a:lnTo>
                  <a:lnTo>
                    <a:pt x="8" y="489"/>
                  </a:lnTo>
                  <a:lnTo>
                    <a:pt x="2" y="534"/>
                  </a:lnTo>
                  <a:lnTo>
                    <a:pt x="0" y="580"/>
                  </a:lnTo>
                  <a:lnTo>
                    <a:pt x="0" y="581"/>
                  </a:lnTo>
                  <a:lnTo>
                    <a:pt x="0" y="580"/>
                  </a:lnTo>
                  <a:lnTo>
                    <a:pt x="3" y="600"/>
                  </a:lnTo>
                  <a:lnTo>
                    <a:pt x="14" y="615"/>
                  </a:lnTo>
                  <a:lnTo>
                    <a:pt x="29" y="625"/>
                  </a:lnTo>
                  <a:lnTo>
                    <a:pt x="45" y="628"/>
                  </a:lnTo>
                  <a:lnTo>
                    <a:pt x="63" y="626"/>
                  </a:lnTo>
                  <a:lnTo>
                    <a:pt x="78" y="616"/>
                  </a:lnTo>
                  <a:lnTo>
                    <a:pt x="89" y="602"/>
                  </a:lnTo>
                  <a:lnTo>
                    <a:pt x="94" y="582"/>
                  </a:lnTo>
                  <a:lnTo>
                    <a:pt x="94" y="5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4109" name="Freeform 43"/>
            <p:cNvSpPr>
              <a:spLocks/>
            </p:cNvSpPr>
            <p:nvPr/>
          </p:nvSpPr>
          <p:spPr bwMode="auto">
            <a:xfrm>
              <a:off x="868" y="1712"/>
              <a:ext cx="19" cy="364"/>
            </a:xfrm>
            <a:custGeom>
              <a:avLst/>
              <a:gdLst>
                <a:gd name="T0" fmla="*/ 1 w 94"/>
                <a:gd name="T1" fmla="*/ 14 h 1818"/>
                <a:gd name="T2" fmla="*/ 1 w 94"/>
                <a:gd name="T3" fmla="*/ 14 h 1818"/>
                <a:gd name="T4" fmla="*/ 1 w 94"/>
                <a:gd name="T5" fmla="*/ 0 h 1818"/>
                <a:gd name="T6" fmla="*/ 0 w 94"/>
                <a:gd name="T7" fmla="*/ 0 h 1818"/>
                <a:gd name="T8" fmla="*/ 0 w 94"/>
                <a:gd name="T9" fmla="*/ 14 h 1818"/>
                <a:gd name="T10" fmla="*/ 0 w 94"/>
                <a:gd name="T11" fmla="*/ 14 h 1818"/>
                <a:gd name="T12" fmla="*/ 0 w 94"/>
                <a:gd name="T13" fmla="*/ 14 h 1818"/>
                <a:gd name="T14" fmla="*/ 0 w 94"/>
                <a:gd name="T15" fmla="*/ 14 h 1818"/>
                <a:gd name="T16" fmla="*/ 0 w 94"/>
                <a:gd name="T17" fmla="*/ 14 h 1818"/>
                <a:gd name="T18" fmla="*/ 0 w 94"/>
                <a:gd name="T19" fmla="*/ 15 h 1818"/>
                <a:gd name="T20" fmla="*/ 0 w 94"/>
                <a:gd name="T21" fmla="*/ 15 h 1818"/>
                <a:gd name="T22" fmla="*/ 1 w 94"/>
                <a:gd name="T23" fmla="*/ 15 h 1818"/>
                <a:gd name="T24" fmla="*/ 1 w 94"/>
                <a:gd name="T25" fmla="*/ 14 h 1818"/>
                <a:gd name="T26" fmla="*/ 1 w 94"/>
                <a:gd name="T27" fmla="*/ 14 h 1818"/>
                <a:gd name="T28" fmla="*/ 1 w 94"/>
                <a:gd name="T29" fmla="*/ 14 h 1818"/>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94"/>
                <a:gd name="T46" fmla="*/ 0 h 1818"/>
                <a:gd name="T47" fmla="*/ 94 w 94"/>
                <a:gd name="T48" fmla="*/ 1818 h 1818"/>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94" h="1818">
                  <a:moveTo>
                    <a:pt x="94" y="1771"/>
                  </a:moveTo>
                  <a:lnTo>
                    <a:pt x="94" y="1771"/>
                  </a:lnTo>
                  <a:lnTo>
                    <a:pt x="94" y="0"/>
                  </a:lnTo>
                  <a:lnTo>
                    <a:pt x="0" y="0"/>
                  </a:lnTo>
                  <a:lnTo>
                    <a:pt x="0" y="1771"/>
                  </a:lnTo>
                  <a:lnTo>
                    <a:pt x="3" y="1791"/>
                  </a:lnTo>
                  <a:lnTo>
                    <a:pt x="15" y="1806"/>
                  </a:lnTo>
                  <a:lnTo>
                    <a:pt x="29" y="1814"/>
                  </a:lnTo>
                  <a:lnTo>
                    <a:pt x="47" y="1818"/>
                  </a:lnTo>
                  <a:lnTo>
                    <a:pt x="64" y="1814"/>
                  </a:lnTo>
                  <a:lnTo>
                    <a:pt x="79" y="1806"/>
                  </a:lnTo>
                  <a:lnTo>
                    <a:pt x="90" y="1791"/>
                  </a:lnTo>
                  <a:lnTo>
                    <a:pt x="94" y="17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4110" name="Freeform 44"/>
            <p:cNvSpPr>
              <a:spLocks/>
            </p:cNvSpPr>
            <p:nvPr/>
          </p:nvSpPr>
          <p:spPr bwMode="auto">
            <a:xfrm>
              <a:off x="868" y="2067"/>
              <a:ext cx="90" cy="160"/>
            </a:xfrm>
            <a:custGeom>
              <a:avLst/>
              <a:gdLst>
                <a:gd name="T0" fmla="*/ 3 w 449"/>
                <a:gd name="T1" fmla="*/ 6 h 803"/>
                <a:gd name="T2" fmla="*/ 3 w 449"/>
                <a:gd name="T3" fmla="*/ 6 h 803"/>
                <a:gd name="T4" fmla="*/ 3 w 449"/>
                <a:gd name="T5" fmla="*/ 5 h 803"/>
                <a:gd name="T6" fmla="*/ 3 w 449"/>
                <a:gd name="T7" fmla="*/ 5 h 803"/>
                <a:gd name="T8" fmla="*/ 3 w 449"/>
                <a:gd name="T9" fmla="*/ 5 h 803"/>
                <a:gd name="T10" fmla="*/ 2 w 449"/>
                <a:gd name="T11" fmla="*/ 5 h 803"/>
                <a:gd name="T12" fmla="*/ 2 w 449"/>
                <a:gd name="T13" fmla="*/ 4 h 803"/>
                <a:gd name="T14" fmla="*/ 2 w 449"/>
                <a:gd name="T15" fmla="*/ 4 h 803"/>
                <a:gd name="T16" fmla="*/ 2 w 449"/>
                <a:gd name="T17" fmla="*/ 4 h 803"/>
                <a:gd name="T18" fmla="*/ 2 w 449"/>
                <a:gd name="T19" fmla="*/ 3 h 803"/>
                <a:gd name="T20" fmla="*/ 1 w 449"/>
                <a:gd name="T21" fmla="*/ 3 h 803"/>
                <a:gd name="T22" fmla="*/ 1 w 449"/>
                <a:gd name="T23" fmla="*/ 2 h 803"/>
                <a:gd name="T24" fmla="*/ 1 w 449"/>
                <a:gd name="T25" fmla="*/ 2 h 803"/>
                <a:gd name="T26" fmla="*/ 1 w 449"/>
                <a:gd name="T27" fmla="*/ 2 h 803"/>
                <a:gd name="T28" fmla="*/ 1 w 449"/>
                <a:gd name="T29" fmla="*/ 1 h 803"/>
                <a:gd name="T30" fmla="*/ 1 w 449"/>
                <a:gd name="T31" fmla="*/ 1 h 803"/>
                <a:gd name="T32" fmla="*/ 1 w 449"/>
                <a:gd name="T33" fmla="*/ 0 h 803"/>
                <a:gd name="T34" fmla="*/ 1 w 449"/>
                <a:gd name="T35" fmla="*/ 0 h 803"/>
                <a:gd name="T36" fmla="*/ 0 w 449"/>
                <a:gd name="T37" fmla="*/ 0 h 803"/>
                <a:gd name="T38" fmla="*/ 0 w 449"/>
                <a:gd name="T39" fmla="*/ 0 h 803"/>
                <a:gd name="T40" fmla="*/ 0 w 449"/>
                <a:gd name="T41" fmla="*/ 1 h 803"/>
                <a:gd name="T42" fmla="*/ 0 w 449"/>
                <a:gd name="T43" fmla="*/ 1 h 803"/>
                <a:gd name="T44" fmla="*/ 0 w 449"/>
                <a:gd name="T45" fmla="*/ 2 h 803"/>
                <a:gd name="T46" fmla="*/ 0 w 449"/>
                <a:gd name="T47" fmla="*/ 2 h 803"/>
                <a:gd name="T48" fmla="*/ 0 w 449"/>
                <a:gd name="T49" fmla="*/ 3 h 803"/>
                <a:gd name="T50" fmla="*/ 1 w 449"/>
                <a:gd name="T51" fmla="*/ 3 h 803"/>
                <a:gd name="T52" fmla="*/ 1 w 449"/>
                <a:gd name="T53" fmla="*/ 4 h 803"/>
                <a:gd name="T54" fmla="*/ 1 w 449"/>
                <a:gd name="T55" fmla="*/ 4 h 803"/>
                <a:gd name="T56" fmla="*/ 1 w 449"/>
                <a:gd name="T57" fmla="*/ 4 h 803"/>
                <a:gd name="T58" fmla="*/ 2 w 449"/>
                <a:gd name="T59" fmla="*/ 5 h 803"/>
                <a:gd name="T60" fmla="*/ 2 w 449"/>
                <a:gd name="T61" fmla="*/ 5 h 803"/>
                <a:gd name="T62" fmla="*/ 2 w 449"/>
                <a:gd name="T63" fmla="*/ 5 h 803"/>
                <a:gd name="T64" fmla="*/ 2 w 449"/>
                <a:gd name="T65" fmla="*/ 6 h 803"/>
                <a:gd name="T66" fmla="*/ 3 w 449"/>
                <a:gd name="T67" fmla="*/ 6 h 803"/>
                <a:gd name="T68" fmla="*/ 3 w 449"/>
                <a:gd name="T69" fmla="*/ 6 h 803"/>
                <a:gd name="T70" fmla="*/ 3 w 449"/>
                <a:gd name="T71" fmla="*/ 6 h 803"/>
                <a:gd name="T72" fmla="*/ 3 w 449"/>
                <a:gd name="T73" fmla="*/ 6 h 803"/>
                <a:gd name="T74" fmla="*/ 3 w 449"/>
                <a:gd name="T75" fmla="*/ 6 h 803"/>
                <a:gd name="T76" fmla="*/ 3 w 449"/>
                <a:gd name="T77" fmla="*/ 6 h 803"/>
                <a:gd name="T78" fmla="*/ 3 w 449"/>
                <a:gd name="T79" fmla="*/ 6 h 803"/>
                <a:gd name="T80" fmla="*/ 4 w 449"/>
                <a:gd name="T81" fmla="*/ 6 h 803"/>
                <a:gd name="T82" fmla="*/ 4 w 449"/>
                <a:gd name="T83" fmla="*/ 6 h 803"/>
                <a:gd name="T84" fmla="*/ 4 w 449"/>
                <a:gd name="T85" fmla="*/ 6 h 803"/>
                <a:gd name="T86" fmla="*/ 4 w 449"/>
                <a:gd name="T87" fmla="*/ 6 h 803"/>
                <a:gd name="T88" fmla="*/ 3 w 449"/>
                <a:gd name="T89" fmla="*/ 6 h 803"/>
                <a:gd name="T90" fmla="*/ 3 w 449"/>
                <a:gd name="T91" fmla="*/ 6 h 80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449"/>
                <a:gd name="T139" fmla="*/ 0 h 803"/>
                <a:gd name="T140" fmla="*/ 449 w 449"/>
                <a:gd name="T141" fmla="*/ 803 h 80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449" h="803">
                  <a:moveTo>
                    <a:pt x="426" y="717"/>
                  </a:moveTo>
                  <a:lnTo>
                    <a:pt x="427" y="717"/>
                  </a:lnTo>
                  <a:lnTo>
                    <a:pt x="395" y="693"/>
                  </a:lnTo>
                  <a:lnTo>
                    <a:pt x="361" y="662"/>
                  </a:lnTo>
                  <a:lnTo>
                    <a:pt x="329" y="628"/>
                  </a:lnTo>
                  <a:lnTo>
                    <a:pt x="299" y="591"/>
                  </a:lnTo>
                  <a:lnTo>
                    <a:pt x="269" y="551"/>
                  </a:lnTo>
                  <a:lnTo>
                    <a:pt x="241" y="507"/>
                  </a:lnTo>
                  <a:lnTo>
                    <a:pt x="215" y="460"/>
                  </a:lnTo>
                  <a:lnTo>
                    <a:pt x="191" y="412"/>
                  </a:lnTo>
                  <a:lnTo>
                    <a:pt x="170" y="363"/>
                  </a:lnTo>
                  <a:lnTo>
                    <a:pt x="151" y="312"/>
                  </a:lnTo>
                  <a:lnTo>
                    <a:pt x="133" y="259"/>
                  </a:lnTo>
                  <a:lnTo>
                    <a:pt x="119" y="207"/>
                  </a:lnTo>
                  <a:lnTo>
                    <a:pt x="108" y="156"/>
                  </a:lnTo>
                  <a:lnTo>
                    <a:pt x="101" y="103"/>
                  </a:lnTo>
                  <a:lnTo>
                    <a:pt x="96" y="51"/>
                  </a:lnTo>
                  <a:lnTo>
                    <a:pt x="94" y="0"/>
                  </a:lnTo>
                  <a:lnTo>
                    <a:pt x="0" y="0"/>
                  </a:lnTo>
                  <a:lnTo>
                    <a:pt x="2" y="56"/>
                  </a:lnTo>
                  <a:lnTo>
                    <a:pt x="7" y="115"/>
                  </a:lnTo>
                  <a:lnTo>
                    <a:pt x="16" y="172"/>
                  </a:lnTo>
                  <a:lnTo>
                    <a:pt x="28" y="231"/>
                  </a:lnTo>
                  <a:lnTo>
                    <a:pt x="44" y="287"/>
                  </a:lnTo>
                  <a:lnTo>
                    <a:pt x="62" y="342"/>
                  </a:lnTo>
                  <a:lnTo>
                    <a:pt x="83" y="398"/>
                  </a:lnTo>
                  <a:lnTo>
                    <a:pt x="106" y="452"/>
                  </a:lnTo>
                  <a:lnTo>
                    <a:pt x="133" y="505"/>
                  </a:lnTo>
                  <a:lnTo>
                    <a:pt x="161" y="554"/>
                  </a:lnTo>
                  <a:lnTo>
                    <a:pt x="192" y="602"/>
                  </a:lnTo>
                  <a:lnTo>
                    <a:pt x="224" y="647"/>
                  </a:lnTo>
                  <a:lnTo>
                    <a:pt x="259" y="689"/>
                  </a:lnTo>
                  <a:lnTo>
                    <a:pt x="295" y="728"/>
                  </a:lnTo>
                  <a:lnTo>
                    <a:pt x="334" y="763"/>
                  </a:lnTo>
                  <a:lnTo>
                    <a:pt x="374" y="795"/>
                  </a:lnTo>
                  <a:lnTo>
                    <a:pt x="375" y="795"/>
                  </a:lnTo>
                  <a:lnTo>
                    <a:pt x="374" y="795"/>
                  </a:lnTo>
                  <a:lnTo>
                    <a:pt x="392" y="803"/>
                  </a:lnTo>
                  <a:lnTo>
                    <a:pt x="411" y="803"/>
                  </a:lnTo>
                  <a:lnTo>
                    <a:pt x="426" y="795"/>
                  </a:lnTo>
                  <a:lnTo>
                    <a:pt x="439" y="782"/>
                  </a:lnTo>
                  <a:lnTo>
                    <a:pt x="446" y="766"/>
                  </a:lnTo>
                  <a:lnTo>
                    <a:pt x="449" y="749"/>
                  </a:lnTo>
                  <a:lnTo>
                    <a:pt x="441" y="732"/>
                  </a:lnTo>
                  <a:lnTo>
                    <a:pt x="427" y="717"/>
                  </a:lnTo>
                  <a:lnTo>
                    <a:pt x="426" y="71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4111" name="Freeform 45"/>
            <p:cNvSpPr>
              <a:spLocks/>
            </p:cNvSpPr>
            <p:nvPr/>
          </p:nvSpPr>
          <p:spPr bwMode="auto">
            <a:xfrm>
              <a:off x="883" y="1673"/>
              <a:ext cx="379" cy="690"/>
            </a:xfrm>
            <a:custGeom>
              <a:avLst/>
              <a:gdLst>
                <a:gd name="T0" fmla="*/ 12 w 1897"/>
                <a:gd name="T1" fmla="*/ 6 h 3450"/>
                <a:gd name="T2" fmla="*/ 13 w 1897"/>
                <a:gd name="T3" fmla="*/ 7 h 3450"/>
                <a:gd name="T4" fmla="*/ 13 w 1897"/>
                <a:gd name="T5" fmla="*/ 7 h 3450"/>
                <a:gd name="T6" fmla="*/ 14 w 1897"/>
                <a:gd name="T7" fmla="*/ 8 h 3450"/>
                <a:gd name="T8" fmla="*/ 14 w 1897"/>
                <a:gd name="T9" fmla="*/ 9 h 3450"/>
                <a:gd name="T10" fmla="*/ 15 w 1897"/>
                <a:gd name="T11" fmla="*/ 10 h 3450"/>
                <a:gd name="T12" fmla="*/ 15 w 1897"/>
                <a:gd name="T13" fmla="*/ 11 h 3450"/>
                <a:gd name="T14" fmla="*/ 15 w 1897"/>
                <a:gd name="T15" fmla="*/ 11 h 3450"/>
                <a:gd name="T16" fmla="*/ 15 w 1897"/>
                <a:gd name="T17" fmla="*/ 12 h 3450"/>
                <a:gd name="T18" fmla="*/ 15 w 1897"/>
                <a:gd name="T19" fmla="*/ 26 h 3450"/>
                <a:gd name="T20" fmla="*/ 15 w 1897"/>
                <a:gd name="T21" fmla="*/ 26 h 3450"/>
                <a:gd name="T22" fmla="*/ 15 w 1897"/>
                <a:gd name="T23" fmla="*/ 27 h 3450"/>
                <a:gd name="T24" fmla="*/ 15 w 1897"/>
                <a:gd name="T25" fmla="*/ 27 h 3450"/>
                <a:gd name="T26" fmla="*/ 14 w 1897"/>
                <a:gd name="T27" fmla="*/ 27 h 3450"/>
                <a:gd name="T28" fmla="*/ 14 w 1897"/>
                <a:gd name="T29" fmla="*/ 28 h 3450"/>
                <a:gd name="T30" fmla="*/ 13 w 1897"/>
                <a:gd name="T31" fmla="*/ 28 h 3450"/>
                <a:gd name="T32" fmla="*/ 13 w 1897"/>
                <a:gd name="T33" fmla="*/ 27 h 3450"/>
                <a:gd name="T34" fmla="*/ 3 w 1897"/>
                <a:gd name="T35" fmla="*/ 21 h 3450"/>
                <a:gd name="T36" fmla="*/ 2 w 1897"/>
                <a:gd name="T37" fmla="*/ 21 h 3450"/>
                <a:gd name="T38" fmla="*/ 2 w 1897"/>
                <a:gd name="T39" fmla="*/ 20 h 3450"/>
                <a:gd name="T40" fmla="*/ 1 w 1897"/>
                <a:gd name="T41" fmla="*/ 19 h 3450"/>
                <a:gd name="T42" fmla="*/ 1 w 1897"/>
                <a:gd name="T43" fmla="*/ 19 h 3450"/>
                <a:gd name="T44" fmla="*/ 0 w 1897"/>
                <a:gd name="T45" fmla="*/ 18 h 3450"/>
                <a:gd name="T46" fmla="*/ 0 w 1897"/>
                <a:gd name="T47" fmla="*/ 17 h 3450"/>
                <a:gd name="T48" fmla="*/ 0 w 1897"/>
                <a:gd name="T49" fmla="*/ 16 h 3450"/>
                <a:gd name="T50" fmla="*/ 0 w 1897"/>
                <a:gd name="T51" fmla="*/ 15 h 3450"/>
                <a:gd name="T52" fmla="*/ 0 w 1897"/>
                <a:gd name="T53" fmla="*/ 2 h 3450"/>
                <a:gd name="T54" fmla="*/ 0 w 1897"/>
                <a:gd name="T55" fmla="*/ 1 h 3450"/>
                <a:gd name="T56" fmla="*/ 0 w 1897"/>
                <a:gd name="T57" fmla="*/ 1 h 3450"/>
                <a:gd name="T58" fmla="*/ 1 w 1897"/>
                <a:gd name="T59" fmla="*/ 0 h 3450"/>
                <a:gd name="T60" fmla="*/ 1 w 1897"/>
                <a:gd name="T61" fmla="*/ 0 h 3450"/>
                <a:gd name="T62" fmla="*/ 1 w 1897"/>
                <a:gd name="T63" fmla="*/ 0 h 3450"/>
                <a:gd name="T64" fmla="*/ 2 w 1897"/>
                <a:gd name="T65" fmla="*/ 0 h 3450"/>
                <a:gd name="T66" fmla="*/ 3 w 1897"/>
                <a:gd name="T67" fmla="*/ 0 h 3450"/>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897"/>
                <a:gd name="T103" fmla="*/ 0 h 3450"/>
                <a:gd name="T104" fmla="*/ 1897 w 1897"/>
                <a:gd name="T105" fmla="*/ 3450 h 3450"/>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897" h="3450">
                  <a:moveTo>
                    <a:pt x="357" y="49"/>
                  </a:moveTo>
                  <a:lnTo>
                    <a:pt x="1542" y="806"/>
                  </a:lnTo>
                  <a:lnTo>
                    <a:pt x="1579" y="832"/>
                  </a:lnTo>
                  <a:lnTo>
                    <a:pt x="1614" y="861"/>
                  </a:lnTo>
                  <a:lnTo>
                    <a:pt x="1648" y="895"/>
                  </a:lnTo>
                  <a:lnTo>
                    <a:pt x="1681" y="933"/>
                  </a:lnTo>
                  <a:lnTo>
                    <a:pt x="1711" y="973"/>
                  </a:lnTo>
                  <a:lnTo>
                    <a:pt x="1740" y="1016"/>
                  </a:lnTo>
                  <a:lnTo>
                    <a:pt x="1768" y="1062"/>
                  </a:lnTo>
                  <a:lnTo>
                    <a:pt x="1793" y="1109"/>
                  </a:lnTo>
                  <a:lnTo>
                    <a:pt x="1816" y="1158"/>
                  </a:lnTo>
                  <a:lnTo>
                    <a:pt x="1836" y="1208"/>
                  </a:lnTo>
                  <a:lnTo>
                    <a:pt x="1854" y="1260"/>
                  </a:lnTo>
                  <a:lnTo>
                    <a:pt x="1869" y="1313"/>
                  </a:lnTo>
                  <a:lnTo>
                    <a:pt x="1881" y="1364"/>
                  </a:lnTo>
                  <a:lnTo>
                    <a:pt x="1890" y="1417"/>
                  </a:lnTo>
                  <a:lnTo>
                    <a:pt x="1895" y="1469"/>
                  </a:lnTo>
                  <a:lnTo>
                    <a:pt x="1897" y="1519"/>
                  </a:lnTo>
                  <a:lnTo>
                    <a:pt x="1897" y="3142"/>
                  </a:lnTo>
                  <a:lnTo>
                    <a:pt x="1895" y="3190"/>
                  </a:lnTo>
                  <a:lnTo>
                    <a:pt x="1890" y="3235"/>
                  </a:lnTo>
                  <a:lnTo>
                    <a:pt x="1881" y="3276"/>
                  </a:lnTo>
                  <a:lnTo>
                    <a:pt x="1869" y="3313"/>
                  </a:lnTo>
                  <a:lnTo>
                    <a:pt x="1854" y="3346"/>
                  </a:lnTo>
                  <a:lnTo>
                    <a:pt x="1836" y="3375"/>
                  </a:lnTo>
                  <a:lnTo>
                    <a:pt x="1816" y="3398"/>
                  </a:lnTo>
                  <a:lnTo>
                    <a:pt x="1793" y="3418"/>
                  </a:lnTo>
                  <a:lnTo>
                    <a:pt x="1768" y="3434"/>
                  </a:lnTo>
                  <a:lnTo>
                    <a:pt x="1740" y="3444"/>
                  </a:lnTo>
                  <a:lnTo>
                    <a:pt x="1711" y="3450"/>
                  </a:lnTo>
                  <a:lnTo>
                    <a:pt x="1681" y="3450"/>
                  </a:lnTo>
                  <a:lnTo>
                    <a:pt x="1648" y="3445"/>
                  </a:lnTo>
                  <a:lnTo>
                    <a:pt x="1614" y="3436"/>
                  </a:lnTo>
                  <a:lnTo>
                    <a:pt x="1579" y="3421"/>
                  </a:lnTo>
                  <a:lnTo>
                    <a:pt x="1542" y="3400"/>
                  </a:lnTo>
                  <a:lnTo>
                    <a:pt x="357" y="2643"/>
                  </a:lnTo>
                  <a:lnTo>
                    <a:pt x="320" y="2618"/>
                  </a:lnTo>
                  <a:lnTo>
                    <a:pt x="285" y="2588"/>
                  </a:lnTo>
                  <a:lnTo>
                    <a:pt x="251" y="2554"/>
                  </a:lnTo>
                  <a:lnTo>
                    <a:pt x="218" y="2517"/>
                  </a:lnTo>
                  <a:lnTo>
                    <a:pt x="187" y="2477"/>
                  </a:lnTo>
                  <a:lnTo>
                    <a:pt x="157" y="2433"/>
                  </a:lnTo>
                  <a:lnTo>
                    <a:pt x="130" y="2388"/>
                  </a:lnTo>
                  <a:lnTo>
                    <a:pt x="105" y="2341"/>
                  </a:lnTo>
                  <a:lnTo>
                    <a:pt x="81" y="2292"/>
                  </a:lnTo>
                  <a:lnTo>
                    <a:pt x="61" y="2241"/>
                  </a:lnTo>
                  <a:lnTo>
                    <a:pt x="44" y="2190"/>
                  </a:lnTo>
                  <a:lnTo>
                    <a:pt x="29" y="2138"/>
                  </a:lnTo>
                  <a:lnTo>
                    <a:pt x="17" y="2085"/>
                  </a:lnTo>
                  <a:lnTo>
                    <a:pt x="7" y="2033"/>
                  </a:lnTo>
                  <a:lnTo>
                    <a:pt x="3" y="1981"/>
                  </a:lnTo>
                  <a:lnTo>
                    <a:pt x="0" y="1931"/>
                  </a:lnTo>
                  <a:lnTo>
                    <a:pt x="0" y="308"/>
                  </a:lnTo>
                  <a:lnTo>
                    <a:pt x="3" y="260"/>
                  </a:lnTo>
                  <a:lnTo>
                    <a:pt x="7" y="215"/>
                  </a:lnTo>
                  <a:lnTo>
                    <a:pt x="17" y="174"/>
                  </a:lnTo>
                  <a:lnTo>
                    <a:pt x="29" y="137"/>
                  </a:lnTo>
                  <a:lnTo>
                    <a:pt x="44" y="104"/>
                  </a:lnTo>
                  <a:lnTo>
                    <a:pt x="61" y="76"/>
                  </a:lnTo>
                  <a:lnTo>
                    <a:pt x="81" y="51"/>
                  </a:lnTo>
                  <a:lnTo>
                    <a:pt x="105" y="31"/>
                  </a:lnTo>
                  <a:lnTo>
                    <a:pt x="130" y="16"/>
                  </a:lnTo>
                  <a:lnTo>
                    <a:pt x="157" y="5"/>
                  </a:lnTo>
                  <a:lnTo>
                    <a:pt x="187" y="0"/>
                  </a:lnTo>
                  <a:lnTo>
                    <a:pt x="218" y="0"/>
                  </a:lnTo>
                  <a:lnTo>
                    <a:pt x="251" y="3"/>
                  </a:lnTo>
                  <a:lnTo>
                    <a:pt x="285" y="14"/>
                  </a:lnTo>
                  <a:lnTo>
                    <a:pt x="320" y="29"/>
                  </a:lnTo>
                  <a:lnTo>
                    <a:pt x="357" y="49"/>
                  </a:lnTo>
                  <a:close/>
                </a:path>
              </a:pathLst>
            </a:custGeom>
            <a:solidFill>
              <a:srgbClr val="BFBFB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4112" name="Freeform 46"/>
            <p:cNvSpPr>
              <a:spLocks/>
            </p:cNvSpPr>
            <p:nvPr/>
          </p:nvSpPr>
          <p:spPr bwMode="auto">
            <a:xfrm>
              <a:off x="1268" y="1663"/>
              <a:ext cx="393" cy="711"/>
            </a:xfrm>
            <a:custGeom>
              <a:avLst/>
              <a:gdLst>
                <a:gd name="T0" fmla="*/ 3 w 1962"/>
                <a:gd name="T1" fmla="*/ 7 h 3555"/>
                <a:gd name="T2" fmla="*/ 2 w 1962"/>
                <a:gd name="T3" fmla="*/ 7 h 3555"/>
                <a:gd name="T4" fmla="*/ 2 w 1962"/>
                <a:gd name="T5" fmla="*/ 8 h 3555"/>
                <a:gd name="T6" fmla="*/ 1 w 1962"/>
                <a:gd name="T7" fmla="*/ 8 h 3555"/>
                <a:gd name="T8" fmla="*/ 1 w 1962"/>
                <a:gd name="T9" fmla="*/ 9 h 3555"/>
                <a:gd name="T10" fmla="*/ 1 w 1962"/>
                <a:gd name="T11" fmla="*/ 10 h 3555"/>
                <a:gd name="T12" fmla="*/ 0 w 1962"/>
                <a:gd name="T13" fmla="*/ 11 h 3555"/>
                <a:gd name="T14" fmla="*/ 0 w 1962"/>
                <a:gd name="T15" fmla="*/ 12 h 3555"/>
                <a:gd name="T16" fmla="*/ 0 w 1962"/>
                <a:gd name="T17" fmla="*/ 13 h 3555"/>
                <a:gd name="T18" fmla="*/ 0 w 1962"/>
                <a:gd name="T19" fmla="*/ 26 h 3555"/>
                <a:gd name="T20" fmla="*/ 0 w 1962"/>
                <a:gd name="T21" fmla="*/ 27 h 3555"/>
                <a:gd name="T22" fmla="*/ 0 w 1962"/>
                <a:gd name="T23" fmla="*/ 28 h 3555"/>
                <a:gd name="T24" fmla="*/ 1 w 1962"/>
                <a:gd name="T25" fmla="*/ 28 h 3555"/>
                <a:gd name="T26" fmla="*/ 1 w 1962"/>
                <a:gd name="T27" fmla="*/ 28 h 3555"/>
                <a:gd name="T28" fmla="*/ 2 w 1962"/>
                <a:gd name="T29" fmla="*/ 28 h 3555"/>
                <a:gd name="T30" fmla="*/ 2 w 1962"/>
                <a:gd name="T31" fmla="*/ 28 h 3555"/>
                <a:gd name="T32" fmla="*/ 3 w 1962"/>
                <a:gd name="T33" fmla="*/ 28 h 3555"/>
                <a:gd name="T34" fmla="*/ 13 w 1962"/>
                <a:gd name="T35" fmla="*/ 22 h 3555"/>
                <a:gd name="T36" fmla="*/ 13 w 1962"/>
                <a:gd name="T37" fmla="*/ 21 h 3555"/>
                <a:gd name="T38" fmla="*/ 14 w 1962"/>
                <a:gd name="T39" fmla="*/ 21 h 3555"/>
                <a:gd name="T40" fmla="*/ 14 w 1962"/>
                <a:gd name="T41" fmla="*/ 20 h 3555"/>
                <a:gd name="T42" fmla="*/ 15 w 1962"/>
                <a:gd name="T43" fmla="*/ 19 h 3555"/>
                <a:gd name="T44" fmla="*/ 15 w 1962"/>
                <a:gd name="T45" fmla="*/ 18 h 3555"/>
                <a:gd name="T46" fmla="*/ 16 w 1962"/>
                <a:gd name="T47" fmla="*/ 18 h 3555"/>
                <a:gd name="T48" fmla="*/ 16 w 1962"/>
                <a:gd name="T49" fmla="*/ 17 h 3555"/>
                <a:gd name="T50" fmla="*/ 16 w 1962"/>
                <a:gd name="T51" fmla="*/ 16 h 3555"/>
                <a:gd name="T52" fmla="*/ 16 w 1962"/>
                <a:gd name="T53" fmla="*/ 2 h 3555"/>
                <a:gd name="T54" fmla="*/ 16 w 1962"/>
                <a:gd name="T55" fmla="*/ 1 h 3555"/>
                <a:gd name="T56" fmla="*/ 15 w 1962"/>
                <a:gd name="T57" fmla="*/ 1 h 3555"/>
                <a:gd name="T58" fmla="*/ 15 w 1962"/>
                <a:gd name="T59" fmla="*/ 0 h 3555"/>
                <a:gd name="T60" fmla="*/ 15 w 1962"/>
                <a:gd name="T61" fmla="*/ 0 h 3555"/>
                <a:gd name="T62" fmla="*/ 14 w 1962"/>
                <a:gd name="T63" fmla="*/ 0 h 3555"/>
                <a:gd name="T64" fmla="*/ 14 w 1962"/>
                <a:gd name="T65" fmla="*/ 0 h 3555"/>
                <a:gd name="T66" fmla="*/ 13 w 1962"/>
                <a:gd name="T67" fmla="*/ 0 h 3555"/>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962"/>
                <a:gd name="T103" fmla="*/ 0 h 3555"/>
                <a:gd name="T104" fmla="*/ 1962 w 1962"/>
                <a:gd name="T105" fmla="*/ 3555 h 3555"/>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962" h="3555">
                  <a:moveTo>
                    <a:pt x="1594" y="50"/>
                  </a:moveTo>
                  <a:lnTo>
                    <a:pt x="368" y="831"/>
                  </a:lnTo>
                  <a:lnTo>
                    <a:pt x="330" y="858"/>
                  </a:lnTo>
                  <a:lnTo>
                    <a:pt x="294" y="888"/>
                  </a:lnTo>
                  <a:lnTo>
                    <a:pt x="259" y="922"/>
                  </a:lnTo>
                  <a:lnTo>
                    <a:pt x="225" y="961"/>
                  </a:lnTo>
                  <a:lnTo>
                    <a:pt x="193" y="1003"/>
                  </a:lnTo>
                  <a:lnTo>
                    <a:pt x="163" y="1047"/>
                  </a:lnTo>
                  <a:lnTo>
                    <a:pt x="133" y="1094"/>
                  </a:lnTo>
                  <a:lnTo>
                    <a:pt x="108" y="1143"/>
                  </a:lnTo>
                  <a:lnTo>
                    <a:pt x="84" y="1193"/>
                  </a:lnTo>
                  <a:lnTo>
                    <a:pt x="63" y="1246"/>
                  </a:lnTo>
                  <a:lnTo>
                    <a:pt x="44" y="1299"/>
                  </a:lnTo>
                  <a:lnTo>
                    <a:pt x="29" y="1353"/>
                  </a:lnTo>
                  <a:lnTo>
                    <a:pt x="16" y="1405"/>
                  </a:lnTo>
                  <a:lnTo>
                    <a:pt x="7" y="1459"/>
                  </a:lnTo>
                  <a:lnTo>
                    <a:pt x="2" y="1512"/>
                  </a:lnTo>
                  <a:lnTo>
                    <a:pt x="0" y="1565"/>
                  </a:lnTo>
                  <a:lnTo>
                    <a:pt x="0" y="3237"/>
                  </a:lnTo>
                  <a:lnTo>
                    <a:pt x="2" y="3287"/>
                  </a:lnTo>
                  <a:lnTo>
                    <a:pt x="7" y="3333"/>
                  </a:lnTo>
                  <a:lnTo>
                    <a:pt x="16" y="3375"/>
                  </a:lnTo>
                  <a:lnTo>
                    <a:pt x="29" y="3413"/>
                  </a:lnTo>
                  <a:lnTo>
                    <a:pt x="44" y="3447"/>
                  </a:lnTo>
                  <a:lnTo>
                    <a:pt x="63" y="3477"/>
                  </a:lnTo>
                  <a:lnTo>
                    <a:pt x="84" y="3502"/>
                  </a:lnTo>
                  <a:lnTo>
                    <a:pt x="108" y="3522"/>
                  </a:lnTo>
                  <a:lnTo>
                    <a:pt x="133" y="3538"/>
                  </a:lnTo>
                  <a:lnTo>
                    <a:pt x="163" y="3549"/>
                  </a:lnTo>
                  <a:lnTo>
                    <a:pt x="193" y="3555"/>
                  </a:lnTo>
                  <a:lnTo>
                    <a:pt x="225" y="3555"/>
                  </a:lnTo>
                  <a:lnTo>
                    <a:pt x="259" y="3550"/>
                  </a:lnTo>
                  <a:lnTo>
                    <a:pt x="294" y="3541"/>
                  </a:lnTo>
                  <a:lnTo>
                    <a:pt x="330" y="3524"/>
                  </a:lnTo>
                  <a:lnTo>
                    <a:pt x="368" y="3503"/>
                  </a:lnTo>
                  <a:lnTo>
                    <a:pt x="1594" y="2722"/>
                  </a:lnTo>
                  <a:lnTo>
                    <a:pt x="1632" y="2696"/>
                  </a:lnTo>
                  <a:lnTo>
                    <a:pt x="1668" y="2665"/>
                  </a:lnTo>
                  <a:lnTo>
                    <a:pt x="1703" y="2631"/>
                  </a:lnTo>
                  <a:lnTo>
                    <a:pt x="1737" y="2592"/>
                  </a:lnTo>
                  <a:lnTo>
                    <a:pt x="1769" y="2551"/>
                  </a:lnTo>
                  <a:lnTo>
                    <a:pt x="1799" y="2506"/>
                  </a:lnTo>
                  <a:lnTo>
                    <a:pt x="1829" y="2460"/>
                  </a:lnTo>
                  <a:lnTo>
                    <a:pt x="1854" y="2411"/>
                  </a:lnTo>
                  <a:lnTo>
                    <a:pt x="1878" y="2361"/>
                  </a:lnTo>
                  <a:lnTo>
                    <a:pt x="1899" y="2308"/>
                  </a:lnTo>
                  <a:lnTo>
                    <a:pt x="1918" y="2256"/>
                  </a:lnTo>
                  <a:lnTo>
                    <a:pt x="1933" y="2202"/>
                  </a:lnTo>
                  <a:lnTo>
                    <a:pt x="1946" y="2149"/>
                  </a:lnTo>
                  <a:lnTo>
                    <a:pt x="1955" y="2095"/>
                  </a:lnTo>
                  <a:lnTo>
                    <a:pt x="1960" y="2042"/>
                  </a:lnTo>
                  <a:lnTo>
                    <a:pt x="1962" y="1989"/>
                  </a:lnTo>
                  <a:lnTo>
                    <a:pt x="1962" y="319"/>
                  </a:lnTo>
                  <a:lnTo>
                    <a:pt x="1960" y="269"/>
                  </a:lnTo>
                  <a:lnTo>
                    <a:pt x="1955" y="223"/>
                  </a:lnTo>
                  <a:lnTo>
                    <a:pt x="1946" y="180"/>
                  </a:lnTo>
                  <a:lnTo>
                    <a:pt x="1933" y="143"/>
                  </a:lnTo>
                  <a:lnTo>
                    <a:pt x="1918" y="109"/>
                  </a:lnTo>
                  <a:lnTo>
                    <a:pt x="1899" y="79"/>
                  </a:lnTo>
                  <a:lnTo>
                    <a:pt x="1878" y="54"/>
                  </a:lnTo>
                  <a:lnTo>
                    <a:pt x="1854" y="33"/>
                  </a:lnTo>
                  <a:lnTo>
                    <a:pt x="1829" y="17"/>
                  </a:lnTo>
                  <a:lnTo>
                    <a:pt x="1799" y="7"/>
                  </a:lnTo>
                  <a:lnTo>
                    <a:pt x="1769" y="0"/>
                  </a:lnTo>
                  <a:lnTo>
                    <a:pt x="1737" y="0"/>
                  </a:lnTo>
                  <a:lnTo>
                    <a:pt x="1703" y="4"/>
                  </a:lnTo>
                  <a:lnTo>
                    <a:pt x="1668" y="14"/>
                  </a:lnTo>
                  <a:lnTo>
                    <a:pt x="1632" y="29"/>
                  </a:lnTo>
                  <a:lnTo>
                    <a:pt x="1594" y="50"/>
                  </a:lnTo>
                  <a:close/>
                </a:path>
              </a:pathLst>
            </a:custGeom>
            <a:solidFill>
              <a:srgbClr val="E5E5E5"/>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4113" name="Freeform 47"/>
            <p:cNvSpPr>
              <a:spLocks noEditPoints="1"/>
            </p:cNvSpPr>
            <p:nvPr/>
          </p:nvSpPr>
          <p:spPr bwMode="auto">
            <a:xfrm>
              <a:off x="916" y="1589"/>
              <a:ext cx="697" cy="698"/>
            </a:xfrm>
            <a:custGeom>
              <a:avLst/>
              <a:gdLst>
                <a:gd name="T0" fmla="*/ 16 w 3485"/>
                <a:gd name="T1" fmla="*/ 0 h 3490"/>
                <a:gd name="T2" fmla="*/ 17 w 3485"/>
                <a:gd name="T3" fmla="*/ 2 h 3490"/>
                <a:gd name="T4" fmla="*/ 17 w 3485"/>
                <a:gd name="T5" fmla="*/ 3 h 3490"/>
                <a:gd name="T6" fmla="*/ 14 w 3485"/>
                <a:gd name="T7" fmla="*/ 4 h 3490"/>
                <a:gd name="T8" fmla="*/ 12 w 3485"/>
                <a:gd name="T9" fmla="*/ 4 h 3490"/>
                <a:gd name="T10" fmla="*/ 11 w 3485"/>
                <a:gd name="T11" fmla="*/ 2 h 3490"/>
                <a:gd name="T12" fmla="*/ 11 w 3485"/>
                <a:gd name="T13" fmla="*/ 1 h 3490"/>
                <a:gd name="T14" fmla="*/ 14 w 3485"/>
                <a:gd name="T15" fmla="*/ 0 h 3490"/>
                <a:gd name="T16" fmla="*/ 3 w 3485"/>
                <a:gd name="T17" fmla="*/ 7 h 3490"/>
                <a:gd name="T18" fmla="*/ 4 w 3485"/>
                <a:gd name="T19" fmla="*/ 9 h 3490"/>
                <a:gd name="T20" fmla="*/ 3 w 3485"/>
                <a:gd name="T21" fmla="*/ 12 h 3490"/>
                <a:gd name="T22" fmla="*/ 2 w 3485"/>
                <a:gd name="T23" fmla="*/ 13 h 3490"/>
                <a:gd name="T24" fmla="*/ 1 w 3485"/>
                <a:gd name="T25" fmla="*/ 12 h 3490"/>
                <a:gd name="T26" fmla="*/ 0 w 3485"/>
                <a:gd name="T27" fmla="*/ 10 h 3490"/>
                <a:gd name="T28" fmla="*/ 0 w 3485"/>
                <a:gd name="T29" fmla="*/ 8 h 3490"/>
                <a:gd name="T30" fmla="*/ 2 w 3485"/>
                <a:gd name="T31" fmla="*/ 6 h 3490"/>
                <a:gd name="T32" fmla="*/ 10 w 3485"/>
                <a:gd name="T33" fmla="*/ 20 h 3490"/>
                <a:gd name="T34" fmla="*/ 11 w 3485"/>
                <a:gd name="T35" fmla="*/ 22 h 3490"/>
                <a:gd name="T36" fmla="*/ 11 w 3485"/>
                <a:gd name="T37" fmla="*/ 25 h 3490"/>
                <a:gd name="T38" fmla="*/ 10 w 3485"/>
                <a:gd name="T39" fmla="*/ 27 h 3490"/>
                <a:gd name="T40" fmla="*/ 8 w 3485"/>
                <a:gd name="T41" fmla="*/ 26 h 3490"/>
                <a:gd name="T42" fmla="*/ 7 w 3485"/>
                <a:gd name="T43" fmla="*/ 24 h 3490"/>
                <a:gd name="T44" fmla="*/ 7 w 3485"/>
                <a:gd name="T45" fmla="*/ 22 h 3490"/>
                <a:gd name="T46" fmla="*/ 8 w 3485"/>
                <a:gd name="T47" fmla="*/ 20 h 3490"/>
                <a:gd name="T48" fmla="*/ 20 w 3485"/>
                <a:gd name="T49" fmla="*/ 21 h 3490"/>
                <a:gd name="T50" fmla="*/ 21 w 3485"/>
                <a:gd name="T51" fmla="*/ 23 h 3490"/>
                <a:gd name="T52" fmla="*/ 21 w 3485"/>
                <a:gd name="T53" fmla="*/ 26 h 3490"/>
                <a:gd name="T54" fmla="*/ 20 w 3485"/>
                <a:gd name="T55" fmla="*/ 28 h 3490"/>
                <a:gd name="T56" fmla="*/ 18 w 3485"/>
                <a:gd name="T57" fmla="*/ 28 h 3490"/>
                <a:gd name="T58" fmla="*/ 17 w 3485"/>
                <a:gd name="T59" fmla="*/ 26 h 3490"/>
                <a:gd name="T60" fmla="*/ 17 w 3485"/>
                <a:gd name="T61" fmla="*/ 23 h 3490"/>
                <a:gd name="T62" fmla="*/ 18 w 3485"/>
                <a:gd name="T63" fmla="*/ 21 h 3490"/>
                <a:gd name="T64" fmla="*/ 19 w 3485"/>
                <a:gd name="T65" fmla="*/ 11 h 3490"/>
                <a:gd name="T66" fmla="*/ 20 w 3485"/>
                <a:gd name="T67" fmla="*/ 13 h 3490"/>
                <a:gd name="T68" fmla="*/ 21 w 3485"/>
                <a:gd name="T69" fmla="*/ 15 h 3490"/>
                <a:gd name="T70" fmla="*/ 20 w 3485"/>
                <a:gd name="T71" fmla="*/ 17 h 3490"/>
                <a:gd name="T72" fmla="*/ 18 w 3485"/>
                <a:gd name="T73" fmla="*/ 17 h 3490"/>
                <a:gd name="T74" fmla="*/ 17 w 3485"/>
                <a:gd name="T75" fmla="*/ 16 h 3490"/>
                <a:gd name="T76" fmla="*/ 17 w 3485"/>
                <a:gd name="T77" fmla="*/ 13 h 3490"/>
                <a:gd name="T78" fmla="*/ 18 w 3485"/>
                <a:gd name="T79" fmla="*/ 11 h 3490"/>
                <a:gd name="T80" fmla="*/ 26 w 3485"/>
                <a:gd name="T81" fmla="*/ 7 h 3490"/>
                <a:gd name="T82" fmla="*/ 27 w 3485"/>
                <a:gd name="T83" fmla="*/ 8 h 3490"/>
                <a:gd name="T84" fmla="*/ 27 w 3485"/>
                <a:gd name="T85" fmla="*/ 11 h 3490"/>
                <a:gd name="T86" fmla="*/ 26 w 3485"/>
                <a:gd name="T87" fmla="*/ 13 h 3490"/>
                <a:gd name="T88" fmla="*/ 25 w 3485"/>
                <a:gd name="T89" fmla="*/ 13 h 3490"/>
                <a:gd name="T90" fmla="*/ 24 w 3485"/>
                <a:gd name="T91" fmla="*/ 12 h 3490"/>
                <a:gd name="T92" fmla="*/ 24 w 3485"/>
                <a:gd name="T93" fmla="*/ 9 h 3490"/>
                <a:gd name="T94" fmla="*/ 24 w 3485"/>
                <a:gd name="T95" fmla="*/ 7 h 3490"/>
                <a:gd name="T96" fmla="*/ 26 w 3485"/>
                <a:gd name="T97" fmla="*/ 17 h 3490"/>
                <a:gd name="T98" fmla="*/ 27 w 3485"/>
                <a:gd name="T99" fmla="*/ 18 h 3490"/>
                <a:gd name="T100" fmla="*/ 28 w 3485"/>
                <a:gd name="T101" fmla="*/ 21 h 3490"/>
                <a:gd name="T102" fmla="*/ 27 w 3485"/>
                <a:gd name="T103" fmla="*/ 23 h 3490"/>
                <a:gd name="T104" fmla="*/ 26 w 3485"/>
                <a:gd name="T105" fmla="*/ 24 h 3490"/>
                <a:gd name="T106" fmla="*/ 24 w 3485"/>
                <a:gd name="T107" fmla="*/ 23 h 3490"/>
                <a:gd name="T108" fmla="*/ 24 w 3485"/>
                <a:gd name="T109" fmla="*/ 20 h 3490"/>
                <a:gd name="T110" fmla="*/ 25 w 3485"/>
                <a:gd name="T111" fmla="*/ 18 h 3490"/>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w 3485"/>
                <a:gd name="T169" fmla="*/ 0 h 3490"/>
                <a:gd name="T170" fmla="*/ 3485 w 3485"/>
                <a:gd name="T171" fmla="*/ 3490 h 3490"/>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T168" t="T169" r="T170" b="T171"/>
              <a:pathLst>
                <a:path w="3485" h="3490">
                  <a:moveTo>
                    <a:pt x="1754" y="0"/>
                  </a:moveTo>
                  <a:lnTo>
                    <a:pt x="1797" y="2"/>
                  </a:lnTo>
                  <a:lnTo>
                    <a:pt x="1840" y="5"/>
                  </a:lnTo>
                  <a:lnTo>
                    <a:pt x="1881" y="12"/>
                  </a:lnTo>
                  <a:lnTo>
                    <a:pt x="1921" y="20"/>
                  </a:lnTo>
                  <a:lnTo>
                    <a:pt x="1959" y="31"/>
                  </a:lnTo>
                  <a:lnTo>
                    <a:pt x="1994" y="44"/>
                  </a:lnTo>
                  <a:lnTo>
                    <a:pt x="2028" y="59"/>
                  </a:lnTo>
                  <a:lnTo>
                    <a:pt x="2058" y="74"/>
                  </a:lnTo>
                  <a:lnTo>
                    <a:pt x="2086" y="93"/>
                  </a:lnTo>
                  <a:lnTo>
                    <a:pt x="2111" y="113"/>
                  </a:lnTo>
                  <a:lnTo>
                    <a:pt x="2132" y="133"/>
                  </a:lnTo>
                  <a:lnTo>
                    <a:pt x="2151" y="155"/>
                  </a:lnTo>
                  <a:lnTo>
                    <a:pt x="2165" y="179"/>
                  </a:lnTo>
                  <a:lnTo>
                    <a:pt x="2175" y="203"/>
                  </a:lnTo>
                  <a:lnTo>
                    <a:pt x="2182" y="229"/>
                  </a:lnTo>
                  <a:lnTo>
                    <a:pt x="2185" y="255"/>
                  </a:lnTo>
                  <a:lnTo>
                    <a:pt x="2182" y="281"/>
                  </a:lnTo>
                  <a:lnTo>
                    <a:pt x="2175" y="305"/>
                  </a:lnTo>
                  <a:lnTo>
                    <a:pt x="2165" y="330"/>
                  </a:lnTo>
                  <a:lnTo>
                    <a:pt x="2151" y="353"/>
                  </a:lnTo>
                  <a:lnTo>
                    <a:pt x="2132" y="376"/>
                  </a:lnTo>
                  <a:lnTo>
                    <a:pt x="2111" y="397"/>
                  </a:lnTo>
                  <a:lnTo>
                    <a:pt x="2086" y="417"/>
                  </a:lnTo>
                  <a:lnTo>
                    <a:pt x="2058" y="434"/>
                  </a:lnTo>
                  <a:lnTo>
                    <a:pt x="2028" y="451"/>
                  </a:lnTo>
                  <a:lnTo>
                    <a:pt x="1994" y="466"/>
                  </a:lnTo>
                  <a:lnTo>
                    <a:pt x="1959" y="479"/>
                  </a:lnTo>
                  <a:lnTo>
                    <a:pt x="1921" y="489"/>
                  </a:lnTo>
                  <a:lnTo>
                    <a:pt x="1881" y="498"/>
                  </a:lnTo>
                  <a:lnTo>
                    <a:pt x="1840" y="505"/>
                  </a:lnTo>
                  <a:lnTo>
                    <a:pt x="1797" y="508"/>
                  </a:lnTo>
                  <a:lnTo>
                    <a:pt x="1754" y="509"/>
                  </a:lnTo>
                  <a:lnTo>
                    <a:pt x="1710" y="508"/>
                  </a:lnTo>
                  <a:lnTo>
                    <a:pt x="1667" y="505"/>
                  </a:lnTo>
                  <a:lnTo>
                    <a:pt x="1626" y="498"/>
                  </a:lnTo>
                  <a:lnTo>
                    <a:pt x="1586" y="489"/>
                  </a:lnTo>
                  <a:lnTo>
                    <a:pt x="1548" y="479"/>
                  </a:lnTo>
                  <a:lnTo>
                    <a:pt x="1512" y="466"/>
                  </a:lnTo>
                  <a:lnTo>
                    <a:pt x="1479" y="451"/>
                  </a:lnTo>
                  <a:lnTo>
                    <a:pt x="1449" y="434"/>
                  </a:lnTo>
                  <a:lnTo>
                    <a:pt x="1421" y="417"/>
                  </a:lnTo>
                  <a:lnTo>
                    <a:pt x="1395" y="397"/>
                  </a:lnTo>
                  <a:lnTo>
                    <a:pt x="1374" y="376"/>
                  </a:lnTo>
                  <a:lnTo>
                    <a:pt x="1355" y="353"/>
                  </a:lnTo>
                  <a:lnTo>
                    <a:pt x="1341" y="330"/>
                  </a:lnTo>
                  <a:lnTo>
                    <a:pt x="1331" y="305"/>
                  </a:lnTo>
                  <a:lnTo>
                    <a:pt x="1324" y="281"/>
                  </a:lnTo>
                  <a:lnTo>
                    <a:pt x="1321" y="255"/>
                  </a:lnTo>
                  <a:lnTo>
                    <a:pt x="1324" y="229"/>
                  </a:lnTo>
                  <a:lnTo>
                    <a:pt x="1331" y="203"/>
                  </a:lnTo>
                  <a:lnTo>
                    <a:pt x="1341" y="179"/>
                  </a:lnTo>
                  <a:lnTo>
                    <a:pt x="1355" y="155"/>
                  </a:lnTo>
                  <a:lnTo>
                    <a:pt x="1374" y="133"/>
                  </a:lnTo>
                  <a:lnTo>
                    <a:pt x="1395" y="113"/>
                  </a:lnTo>
                  <a:lnTo>
                    <a:pt x="1421" y="93"/>
                  </a:lnTo>
                  <a:lnTo>
                    <a:pt x="1449" y="74"/>
                  </a:lnTo>
                  <a:lnTo>
                    <a:pt x="1479" y="59"/>
                  </a:lnTo>
                  <a:lnTo>
                    <a:pt x="1512" y="44"/>
                  </a:lnTo>
                  <a:lnTo>
                    <a:pt x="1548" y="31"/>
                  </a:lnTo>
                  <a:lnTo>
                    <a:pt x="1586" y="20"/>
                  </a:lnTo>
                  <a:lnTo>
                    <a:pt x="1626" y="12"/>
                  </a:lnTo>
                  <a:lnTo>
                    <a:pt x="1667" y="5"/>
                  </a:lnTo>
                  <a:lnTo>
                    <a:pt x="1710" y="2"/>
                  </a:lnTo>
                  <a:lnTo>
                    <a:pt x="1754" y="0"/>
                  </a:lnTo>
                  <a:close/>
                  <a:moveTo>
                    <a:pt x="239" y="786"/>
                  </a:moveTo>
                  <a:lnTo>
                    <a:pt x="263" y="788"/>
                  </a:lnTo>
                  <a:lnTo>
                    <a:pt x="287" y="794"/>
                  </a:lnTo>
                  <a:lnTo>
                    <a:pt x="309" y="805"/>
                  </a:lnTo>
                  <a:lnTo>
                    <a:pt x="331" y="819"/>
                  </a:lnTo>
                  <a:lnTo>
                    <a:pt x="352" y="836"/>
                  </a:lnTo>
                  <a:lnTo>
                    <a:pt x="372" y="857"/>
                  </a:lnTo>
                  <a:lnTo>
                    <a:pt x="390" y="882"/>
                  </a:lnTo>
                  <a:lnTo>
                    <a:pt x="407" y="909"/>
                  </a:lnTo>
                  <a:lnTo>
                    <a:pt x="423" y="940"/>
                  </a:lnTo>
                  <a:lnTo>
                    <a:pt x="437" y="971"/>
                  </a:lnTo>
                  <a:lnTo>
                    <a:pt x="448" y="1006"/>
                  </a:lnTo>
                  <a:lnTo>
                    <a:pt x="459" y="1043"/>
                  </a:lnTo>
                  <a:lnTo>
                    <a:pt x="467" y="1081"/>
                  </a:lnTo>
                  <a:lnTo>
                    <a:pt x="473" y="1121"/>
                  </a:lnTo>
                  <a:lnTo>
                    <a:pt x="476" y="1163"/>
                  </a:lnTo>
                  <a:lnTo>
                    <a:pt x="478" y="1206"/>
                  </a:lnTo>
                  <a:lnTo>
                    <a:pt x="476" y="1248"/>
                  </a:lnTo>
                  <a:lnTo>
                    <a:pt x="473" y="1290"/>
                  </a:lnTo>
                  <a:lnTo>
                    <a:pt x="467" y="1330"/>
                  </a:lnTo>
                  <a:lnTo>
                    <a:pt x="459" y="1367"/>
                  </a:lnTo>
                  <a:lnTo>
                    <a:pt x="448" y="1405"/>
                  </a:lnTo>
                  <a:lnTo>
                    <a:pt x="437" y="1439"/>
                  </a:lnTo>
                  <a:lnTo>
                    <a:pt x="423" y="1472"/>
                  </a:lnTo>
                  <a:lnTo>
                    <a:pt x="407" y="1501"/>
                  </a:lnTo>
                  <a:lnTo>
                    <a:pt x="390" y="1528"/>
                  </a:lnTo>
                  <a:lnTo>
                    <a:pt x="372" y="1553"/>
                  </a:lnTo>
                  <a:lnTo>
                    <a:pt x="352" y="1574"/>
                  </a:lnTo>
                  <a:lnTo>
                    <a:pt x="331" y="1591"/>
                  </a:lnTo>
                  <a:lnTo>
                    <a:pt x="309" y="1605"/>
                  </a:lnTo>
                  <a:lnTo>
                    <a:pt x="287" y="1616"/>
                  </a:lnTo>
                  <a:lnTo>
                    <a:pt x="263" y="1622"/>
                  </a:lnTo>
                  <a:lnTo>
                    <a:pt x="239" y="1624"/>
                  </a:lnTo>
                  <a:lnTo>
                    <a:pt x="214" y="1622"/>
                  </a:lnTo>
                  <a:lnTo>
                    <a:pt x="191" y="1616"/>
                  </a:lnTo>
                  <a:lnTo>
                    <a:pt x="168" y="1605"/>
                  </a:lnTo>
                  <a:lnTo>
                    <a:pt x="146" y="1591"/>
                  </a:lnTo>
                  <a:lnTo>
                    <a:pt x="125" y="1574"/>
                  </a:lnTo>
                  <a:lnTo>
                    <a:pt x="105" y="1553"/>
                  </a:lnTo>
                  <a:lnTo>
                    <a:pt x="87" y="1528"/>
                  </a:lnTo>
                  <a:lnTo>
                    <a:pt x="70" y="1501"/>
                  </a:lnTo>
                  <a:lnTo>
                    <a:pt x="55" y="1472"/>
                  </a:lnTo>
                  <a:lnTo>
                    <a:pt x="41" y="1439"/>
                  </a:lnTo>
                  <a:lnTo>
                    <a:pt x="29" y="1405"/>
                  </a:lnTo>
                  <a:lnTo>
                    <a:pt x="18" y="1367"/>
                  </a:lnTo>
                  <a:lnTo>
                    <a:pt x="10" y="1330"/>
                  </a:lnTo>
                  <a:lnTo>
                    <a:pt x="4" y="1290"/>
                  </a:lnTo>
                  <a:lnTo>
                    <a:pt x="1" y="1248"/>
                  </a:lnTo>
                  <a:lnTo>
                    <a:pt x="0" y="1206"/>
                  </a:lnTo>
                  <a:lnTo>
                    <a:pt x="1" y="1163"/>
                  </a:lnTo>
                  <a:lnTo>
                    <a:pt x="4" y="1121"/>
                  </a:lnTo>
                  <a:lnTo>
                    <a:pt x="10" y="1081"/>
                  </a:lnTo>
                  <a:lnTo>
                    <a:pt x="18" y="1043"/>
                  </a:lnTo>
                  <a:lnTo>
                    <a:pt x="29" y="1006"/>
                  </a:lnTo>
                  <a:lnTo>
                    <a:pt x="41" y="971"/>
                  </a:lnTo>
                  <a:lnTo>
                    <a:pt x="55" y="940"/>
                  </a:lnTo>
                  <a:lnTo>
                    <a:pt x="70" y="909"/>
                  </a:lnTo>
                  <a:lnTo>
                    <a:pt x="87" y="882"/>
                  </a:lnTo>
                  <a:lnTo>
                    <a:pt x="105" y="857"/>
                  </a:lnTo>
                  <a:lnTo>
                    <a:pt x="125" y="836"/>
                  </a:lnTo>
                  <a:lnTo>
                    <a:pt x="146" y="819"/>
                  </a:lnTo>
                  <a:lnTo>
                    <a:pt x="168" y="805"/>
                  </a:lnTo>
                  <a:lnTo>
                    <a:pt x="191" y="794"/>
                  </a:lnTo>
                  <a:lnTo>
                    <a:pt x="214" y="788"/>
                  </a:lnTo>
                  <a:lnTo>
                    <a:pt x="239" y="786"/>
                  </a:lnTo>
                  <a:close/>
                  <a:moveTo>
                    <a:pt x="1119" y="2495"/>
                  </a:moveTo>
                  <a:lnTo>
                    <a:pt x="1143" y="2498"/>
                  </a:lnTo>
                  <a:lnTo>
                    <a:pt x="1167" y="2504"/>
                  </a:lnTo>
                  <a:lnTo>
                    <a:pt x="1190" y="2514"/>
                  </a:lnTo>
                  <a:lnTo>
                    <a:pt x="1211" y="2528"/>
                  </a:lnTo>
                  <a:lnTo>
                    <a:pt x="1232" y="2546"/>
                  </a:lnTo>
                  <a:lnTo>
                    <a:pt x="1252" y="2567"/>
                  </a:lnTo>
                  <a:lnTo>
                    <a:pt x="1271" y="2592"/>
                  </a:lnTo>
                  <a:lnTo>
                    <a:pt x="1288" y="2618"/>
                  </a:lnTo>
                  <a:lnTo>
                    <a:pt x="1304" y="2648"/>
                  </a:lnTo>
                  <a:lnTo>
                    <a:pt x="1318" y="2681"/>
                  </a:lnTo>
                  <a:lnTo>
                    <a:pt x="1329" y="2715"/>
                  </a:lnTo>
                  <a:lnTo>
                    <a:pt x="1340" y="2752"/>
                  </a:lnTo>
                  <a:lnTo>
                    <a:pt x="1348" y="2790"/>
                  </a:lnTo>
                  <a:lnTo>
                    <a:pt x="1354" y="2830"/>
                  </a:lnTo>
                  <a:lnTo>
                    <a:pt x="1358" y="2872"/>
                  </a:lnTo>
                  <a:lnTo>
                    <a:pt x="1359" y="2914"/>
                  </a:lnTo>
                  <a:lnTo>
                    <a:pt x="1358" y="2956"/>
                  </a:lnTo>
                  <a:lnTo>
                    <a:pt x="1354" y="2998"/>
                  </a:lnTo>
                  <a:lnTo>
                    <a:pt x="1348" y="3038"/>
                  </a:lnTo>
                  <a:lnTo>
                    <a:pt x="1340" y="3077"/>
                  </a:lnTo>
                  <a:lnTo>
                    <a:pt x="1329" y="3113"/>
                  </a:lnTo>
                  <a:lnTo>
                    <a:pt x="1318" y="3147"/>
                  </a:lnTo>
                  <a:lnTo>
                    <a:pt x="1304" y="3180"/>
                  </a:lnTo>
                  <a:lnTo>
                    <a:pt x="1288" y="3209"/>
                  </a:lnTo>
                  <a:lnTo>
                    <a:pt x="1271" y="3238"/>
                  </a:lnTo>
                  <a:lnTo>
                    <a:pt x="1252" y="3261"/>
                  </a:lnTo>
                  <a:lnTo>
                    <a:pt x="1232" y="3282"/>
                  </a:lnTo>
                  <a:lnTo>
                    <a:pt x="1211" y="3301"/>
                  </a:lnTo>
                  <a:lnTo>
                    <a:pt x="1190" y="3315"/>
                  </a:lnTo>
                  <a:lnTo>
                    <a:pt x="1167" y="3325"/>
                  </a:lnTo>
                  <a:lnTo>
                    <a:pt x="1143" y="3331"/>
                  </a:lnTo>
                  <a:lnTo>
                    <a:pt x="1119" y="3334"/>
                  </a:lnTo>
                  <a:lnTo>
                    <a:pt x="1094" y="3331"/>
                  </a:lnTo>
                  <a:lnTo>
                    <a:pt x="1070" y="3325"/>
                  </a:lnTo>
                  <a:lnTo>
                    <a:pt x="1048" y="3315"/>
                  </a:lnTo>
                  <a:lnTo>
                    <a:pt x="1026" y="3301"/>
                  </a:lnTo>
                  <a:lnTo>
                    <a:pt x="1005" y="3282"/>
                  </a:lnTo>
                  <a:lnTo>
                    <a:pt x="985" y="3261"/>
                  </a:lnTo>
                  <a:lnTo>
                    <a:pt x="967" y="3238"/>
                  </a:lnTo>
                  <a:lnTo>
                    <a:pt x="950" y="3209"/>
                  </a:lnTo>
                  <a:lnTo>
                    <a:pt x="935" y="3180"/>
                  </a:lnTo>
                  <a:lnTo>
                    <a:pt x="921" y="3147"/>
                  </a:lnTo>
                  <a:lnTo>
                    <a:pt x="909" y="3113"/>
                  </a:lnTo>
                  <a:lnTo>
                    <a:pt x="898" y="3077"/>
                  </a:lnTo>
                  <a:lnTo>
                    <a:pt x="890" y="3038"/>
                  </a:lnTo>
                  <a:lnTo>
                    <a:pt x="884" y="2998"/>
                  </a:lnTo>
                  <a:lnTo>
                    <a:pt x="881" y="2956"/>
                  </a:lnTo>
                  <a:lnTo>
                    <a:pt x="880" y="2914"/>
                  </a:lnTo>
                  <a:lnTo>
                    <a:pt x="881" y="2872"/>
                  </a:lnTo>
                  <a:lnTo>
                    <a:pt x="884" y="2830"/>
                  </a:lnTo>
                  <a:lnTo>
                    <a:pt x="890" y="2790"/>
                  </a:lnTo>
                  <a:lnTo>
                    <a:pt x="898" y="2752"/>
                  </a:lnTo>
                  <a:lnTo>
                    <a:pt x="909" y="2715"/>
                  </a:lnTo>
                  <a:lnTo>
                    <a:pt x="921" y="2681"/>
                  </a:lnTo>
                  <a:lnTo>
                    <a:pt x="935" y="2648"/>
                  </a:lnTo>
                  <a:lnTo>
                    <a:pt x="950" y="2618"/>
                  </a:lnTo>
                  <a:lnTo>
                    <a:pt x="967" y="2592"/>
                  </a:lnTo>
                  <a:lnTo>
                    <a:pt x="985" y="2567"/>
                  </a:lnTo>
                  <a:lnTo>
                    <a:pt x="1005" y="2546"/>
                  </a:lnTo>
                  <a:lnTo>
                    <a:pt x="1026" y="2528"/>
                  </a:lnTo>
                  <a:lnTo>
                    <a:pt x="1048" y="2514"/>
                  </a:lnTo>
                  <a:lnTo>
                    <a:pt x="1070" y="2504"/>
                  </a:lnTo>
                  <a:lnTo>
                    <a:pt x="1094" y="2498"/>
                  </a:lnTo>
                  <a:lnTo>
                    <a:pt x="1119" y="2495"/>
                  </a:lnTo>
                  <a:close/>
                  <a:moveTo>
                    <a:pt x="2380" y="2651"/>
                  </a:moveTo>
                  <a:lnTo>
                    <a:pt x="2405" y="2654"/>
                  </a:lnTo>
                  <a:lnTo>
                    <a:pt x="2428" y="2660"/>
                  </a:lnTo>
                  <a:lnTo>
                    <a:pt x="2452" y="2670"/>
                  </a:lnTo>
                  <a:lnTo>
                    <a:pt x="2473" y="2684"/>
                  </a:lnTo>
                  <a:lnTo>
                    <a:pt x="2494" y="2703"/>
                  </a:lnTo>
                  <a:lnTo>
                    <a:pt x="2514" y="2724"/>
                  </a:lnTo>
                  <a:lnTo>
                    <a:pt x="2533" y="2747"/>
                  </a:lnTo>
                  <a:lnTo>
                    <a:pt x="2550" y="2774"/>
                  </a:lnTo>
                  <a:lnTo>
                    <a:pt x="2565" y="2805"/>
                  </a:lnTo>
                  <a:lnTo>
                    <a:pt x="2580" y="2838"/>
                  </a:lnTo>
                  <a:lnTo>
                    <a:pt x="2591" y="2872"/>
                  </a:lnTo>
                  <a:lnTo>
                    <a:pt x="2602" y="2908"/>
                  </a:lnTo>
                  <a:lnTo>
                    <a:pt x="2610" y="2947"/>
                  </a:lnTo>
                  <a:lnTo>
                    <a:pt x="2616" y="2987"/>
                  </a:lnTo>
                  <a:lnTo>
                    <a:pt x="2619" y="3029"/>
                  </a:lnTo>
                  <a:lnTo>
                    <a:pt x="2621" y="3071"/>
                  </a:lnTo>
                  <a:lnTo>
                    <a:pt x="2619" y="3113"/>
                  </a:lnTo>
                  <a:lnTo>
                    <a:pt x="2616" y="3155"/>
                  </a:lnTo>
                  <a:lnTo>
                    <a:pt x="2610" y="3195"/>
                  </a:lnTo>
                  <a:lnTo>
                    <a:pt x="2602" y="3233"/>
                  </a:lnTo>
                  <a:lnTo>
                    <a:pt x="2591" y="3270"/>
                  </a:lnTo>
                  <a:lnTo>
                    <a:pt x="2580" y="3304"/>
                  </a:lnTo>
                  <a:lnTo>
                    <a:pt x="2565" y="3337"/>
                  </a:lnTo>
                  <a:lnTo>
                    <a:pt x="2550" y="3367"/>
                  </a:lnTo>
                  <a:lnTo>
                    <a:pt x="2533" y="3393"/>
                  </a:lnTo>
                  <a:lnTo>
                    <a:pt x="2514" y="3418"/>
                  </a:lnTo>
                  <a:lnTo>
                    <a:pt x="2494" y="3439"/>
                  </a:lnTo>
                  <a:lnTo>
                    <a:pt x="2473" y="3457"/>
                  </a:lnTo>
                  <a:lnTo>
                    <a:pt x="2452" y="3471"/>
                  </a:lnTo>
                  <a:lnTo>
                    <a:pt x="2428" y="3481"/>
                  </a:lnTo>
                  <a:lnTo>
                    <a:pt x="2405" y="3487"/>
                  </a:lnTo>
                  <a:lnTo>
                    <a:pt x="2380" y="3490"/>
                  </a:lnTo>
                  <a:lnTo>
                    <a:pt x="2356" y="3487"/>
                  </a:lnTo>
                  <a:lnTo>
                    <a:pt x="2332" y="3481"/>
                  </a:lnTo>
                  <a:lnTo>
                    <a:pt x="2310" y="3471"/>
                  </a:lnTo>
                  <a:lnTo>
                    <a:pt x="2288" y="3457"/>
                  </a:lnTo>
                  <a:lnTo>
                    <a:pt x="2267" y="3439"/>
                  </a:lnTo>
                  <a:lnTo>
                    <a:pt x="2248" y="3418"/>
                  </a:lnTo>
                  <a:lnTo>
                    <a:pt x="2229" y="3393"/>
                  </a:lnTo>
                  <a:lnTo>
                    <a:pt x="2212" y="3367"/>
                  </a:lnTo>
                  <a:lnTo>
                    <a:pt x="2196" y="3337"/>
                  </a:lnTo>
                  <a:lnTo>
                    <a:pt x="2182" y="3304"/>
                  </a:lnTo>
                  <a:lnTo>
                    <a:pt x="2171" y="3270"/>
                  </a:lnTo>
                  <a:lnTo>
                    <a:pt x="2160" y="3233"/>
                  </a:lnTo>
                  <a:lnTo>
                    <a:pt x="2152" y="3195"/>
                  </a:lnTo>
                  <a:lnTo>
                    <a:pt x="2146" y="3155"/>
                  </a:lnTo>
                  <a:lnTo>
                    <a:pt x="2142" y="3113"/>
                  </a:lnTo>
                  <a:lnTo>
                    <a:pt x="2141" y="3071"/>
                  </a:lnTo>
                  <a:lnTo>
                    <a:pt x="2142" y="3029"/>
                  </a:lnTo>
                  <a:lnTo>
                    <a:pt x="2146" y="2987"/>
                  </a:lnTo>
                  <a:lnTo>
                    <a:pt x="2152" y="2947"/>
                  </a:lnTo>
                  <a:lnTo>
                    <a:pt x="2160" y="2908"/>
                  </a:lnTo>
                  <a:lnTo>
                    <a:pt x="2171" y="2872"/>
                  </a:lnTo>
                  <a:lnTo>
                    <a:pt x="2182" y="2838"/>
                  </a:lnTo>
                  <a:lnTo>
                    <a:pt x="2196" y="2805"/>
                  </a:lnTo>
                  <a:lnTo>
                    <a:pt x="2212" y="2774"/>
                  </a:lnTo>
                  <a:lnTo>
                    <a:pt x="2229" y="2747"/>
                  </a:lnTo>
                  <a:lnTo>
                    <a:pt x="2248" y="2724"/>
                  </a:lnTo>
                  <a:lnTo>
                    <a:pt x="2267" y="2703"/>
                  </a:lnTo>
                  <a:lnTo>
                    <a:pt x="2288" y="2684"/>
                  </a:lnTo>
                  <a:lnTo>
                    <a:pt x="2310" y="2670"/>
                  </a:lnTo>
                  <a:lnTo>
                    <a:pt x="2332" y="2660"/>
                  </a:lnTo>
                  <a:lnTo>
                    <a:pt x="2356" y="2654"/>
                  </a:lnTo>
                  <a:lnTo>
                    <a:pt x="2380" y="2651"/>
                  </a:lnTo>
                  <a:close/>
                  <a:moveTo>
                    <a:pt x="2342" y="1355"/>
                  </a:moveTo>
                  <a:lnTo>
                    <a:pt x="2366" y="1357"/>
                  </a:lnTo>
                  <a:lnTo>
                    <a:pt x="2390" y="1363"/>
                  </a:lnTo>
                  <a:lnTo>
                    <a:pt x="2412" y="1373"/>
                  </a:lnTo>
                  <a:lnTo>
                    <a:pt x="2434" y="1387"/>
                  </a:lnTo>
                  <a:lnTo>
                    <a:pt x="2455" y="1405"/>
                  </a:lnTo>
                  <a:lnTo>
                    <a:pt x="2475" y="1426"/>
                  </a:lnTo>
                  <a:lnTo>
                    <a:pt x="2493" y="1451"/>
                  </a:lnTo>
                  <a:lnTo>
                    <a:pt x="2510" y="1478"/>
                  </a:lnTo>
                  <a:lnTo>
                    <a:pt x="2526" y="1507"/>
                  </a:lnTo>
                  <a:lnTo>
                    <a:pt x="2540" y="1540"/>
                  </a:lnTo>
                  <a:lnTo>
                    <a:pt x="2551" y="1574"/>
                  </a:lnTo>
                  <a:lnTo>
                    <a:pt x="2562" y="1611"/>
                  </a:lnTo>
                  <a:lnTo>
                    <a:pt x="2570" y="1649"/>
                  </a:lnTo>
                  <a:lnTo>
                    <a:pt x="2576" y="1689"/>
                  </a:lnTo>
                  <a:lnTo>
                    <a:pt x="2580" y="1731"/>
                  </a:lnTo>
                  <a:lnTo>
                    <a:pt x="2581" y="1773"/>
                  </a:lnTo>
                  <a:lnTo>
                    <a:pt x="2580" y="1815"/>
                  </a:lnTo>
                  <a:lnTo>
                    <a:pt x="2576" y="1858"/>
                  </a:lnTo>
                  <a:lnTo>
                    <a:pt x="2570" y="1897"/>
                  </a:lnTo>
                  <a:lnTo>
                    <a:pt x="2562" y="1936"/>
                  </a:lnTo>
                  <a:lnTo>
                    <a:pt x="2551" y="1972"/>
                  </a:lnTo>
                  <a:lnTo>
                    <a:pt x="2540" y="2008"/>
                  </a:lnTo>
                  <a:lnTo>
                    <a:pt x="2526" y="2039"/>
                  </a:lnTo>
                  <a:lnTo>
                    <a:pt x="2510" y="2070"/>
                  </a:lnTo>
                  <a:lnTo>
                    <a:pt x="2493" y="2097"/>
                  </a:lnTo>
                  <a:lnTo>
                    <a:pt x="2475" y="2121"/>
                  </a:lnTo>
                  <a:lnTo>
                    <a:pt x="2455" y="2142"/>
                  </a:lnTo>
                  <a:lnTo>
                    <a:pt x="2434" y="2160"/>
                  </a:lnTo>
                  <a:lnTo>
                    <a:pt x="2412" y="2174"/>
                  </a:lnTo>
                  <a:lnTo>
                    <a:pt x="2390" y="2185"/>
                  </a:lnTo>
                  <a:lnTo>
                    <a:pt x="2366" y="2191"/>
                  </a:lnTo>
                  <a:lnTo>
                    <a:pt x="2342" y="2193"/>
                  </a:lnTo>
                  <a:lnTo>
                    <a:pt x="2317" y="2191"/>
                  </a:lnTo>
                  <a:lnTo>
                    <a:pt x="2294" y="2185"/>
                  </a:lnTo>
                  <a:lnTo>
                    <a:pt x="2270" y="2174"/>
                  </a:lnTo>
                  <a:lnTo>
                    <a:pt x="2249" y="2160"/>
                  </a:lnTo>
                  <a:lnTo>
                    <a:pt x="2228" y="2142"/>
                  </a:lnTo>
                  <a:lnTo>
                    <a:pt x="2208" y="2121"/>
                  </a:lnTo>
                  <a:lnTo>
                    <a:pt x="2189" y="2097"/>
                  </a:lnTo>
                  <a:lnTo>
                    <a:pt x="2173" y="2070"/>
                  </a:lnTo>
                  <a:lnTo>
                    <a:pt x="2157" y="2039"/>
                  </a:lnTo>
                  <a:lnTo>
                    <a:pt x="2142" y="2008"/>
                  </a:lnTo>
                  <a:lnTo>
                    <a:pt x="2131" y="1972"/>
                  </a:lnTo>
                  <a:lnTo>
                    <a:pt x="2120" y="1936"/>
                  </a:lnTo>
                  <a:lnTo>
                    <a:pt x="2112" y="1897"/>
                  </a:lnTo>
                  <a:lnTo>
                    <a:pt x="2106" y="1858"/>
                  </a:lnTo>
                  <a:lnTo>
                    <a:pt x="2103" y="1815"/>
                  </a:lnTo>
                  <a:lnTo>
                    <a:pt x="2101" y="1773"/>
                  </a:lnTo>
                  <a:lnTo>
                    <a:pt x="2103" y="1731"/>
                  </a:lnTo>
                  <a:lnTo>
                    <a:pt x="2106" y="1689"/>
                  </a:lnTo>
                  <a:lnTo>
                    <a:pt x="2112" y="1649"/>
                  </a:lnTo>
                  <a:lnTo>
                    <a:pt x="2120" y="1611"/>
                  </a:lnTo>
                  <a:lnTo>
                    <a:pt x="2131" y="1574"/>
                  </a:lnTo>
                  <a:lnTo>
                    <a:pt x="2142" y="1540"/>
                  </a:lnTo>
                  <a:lnTo>
                    <a:pt x="2157" y="1507"/>
                  </a:lnTo>
                  <a:lnTo>
                    <a:pt x="2173" y="1478"/>
                  </a:lnTo>
                  <a:lnTo>
                    <a:pt x="2189" y="1451"/>
                  </a:lnTo>
                  <a:lnTo>
                    <a:pt x="2208" y="1426"/>
                  </a:lnTo>
                  <a:lnTo>
                    <a:pt x="2228" y="1405"/>
                  </a:lnTo>
                  <a:lnTo>
                    <a:pt x="2249" y="1387"/>
                  </a:lnTo>
                  <a:lnTo>
                    <a:pt x="2270" y="1373"/>
                  </a:lnTo>
                  <a:lnTo>
                    <a:pt x="2294" y="1363"/>
                  </a:lnTo>
                  <a:lnTo>
                    <a:pt x="2317" y="1357"/>
                  </a:lnTo>
                  <a:lnTo>
                    <a:pt x="2342" y="1355"/>
                  </a:lnTo>
                  <a:close/>
                  <a:moveTo>
                    <a:pt x="3179" y="819"/>
                  </a:moveTo>
                  <a:lnTo>
                    <a:pt x="3204" y="821"/>
                  </a:lnTo>
                  <a:lnTo>
                    <a:pt x="3227" y="827"/>
                  </a:lnTo>
                  <a:lnTo>
                    <a:pt x="3250" y="838"/>
                  </a:lnTo>
                  <a:lnTo>
                    <a:pt x="3272" y="852"/>
                  </a:lnTo>
                  <a:lnTo>
                    <a:pt x="3293" y="869"/>
                  </a:lnTo>
                  <a:lnTo>
                    <a:pt x="3312" y="890"/>
                  </a:lnTo>
                  <a:lnTo>
                    <a:pt x="3331" y="915"/>
                  </a:lnTo>
                  <a:lnTo>
                    <a:pt x="3348" y="942"/>
                  </a:lnTo>
                  <a:lnTo>
                    <a:pt x="3363" y="971"/>
                  </a:lnTo>
                  <a:lnTo>
                    <a:pt x="3377" y="1004"/>
                  </a:lnTo>
                  <a:lnTo>
                    <a:pt x="3389" y="1038"/>
                  </a:lnTo>
                  <a:lnTo>
                    <a:pt x="3400" y="1076"/>
                  </a:lnTo>
                  <a:lnTo>
                    <a:pt x="3408" y="1113"/>
                  </a:lnTo>
                  <a:lnTo>
                    <a:pt x="3414" y="1153"/>
                  </a:lnTo>
                  <a:lnTo>
                    <a:pt x="3417" y="1195"/>
                  </a:lnTo>
                  <a:lnTo>
                    <a:pt x="3418" y="1237"/>
                  </a:lnTo>
                  <a:lnTo>
                    <a:pt x="3417" y="1280"/>
                  </a:lnTo>
                  <a:lnTo>
                    <a:pt x="3414" y="1322"/>
                  </a:lnTo>
                  <a:lnTo>
                    <a:pt x="3408" y="1362"/>
                  </a:lnTo>
                  <a:lnTo>
                    <a:pt x="3400" y="1399"/>
                  </a:lnTo>
                  <a:lnTo>
                    <a:pt x="3389" y="1437"/>
                  </a:lnTo>
                  <a:lnTo>
                    <a:pt x="3377" y="1471"/>
                  </a:lnTo>
                  <a:lnTo>
                    <a:pt x="3363" y="1503"/>
                  </a:lnTo>
                  <a:lnTo>
                    <a:pt x="3348" y="1533"/>
                  </a:lnTo>
                  <a:lnTo>
                    <a:pt x="3331" y="1560"/>
                  </a:lnTo>
                  <a:lnTo>
                    <a:pt x="3312" y="1584"/>
                  </a:lnTo>
                  <a:lnTo>
                    <a:pt x="3293" y="1605"/>
                  </a:lnTo>
                  <a:lnTo>
                    <a:pt x="3272" y="1623"/>
                  </a:lnTo>
                  <a:lnTo>
                    <a:pt x="3250" y="1637"/>
                  </a:lnTo>
                  <a:lnTo>
                    <a:pt x="3227" y="1648"/>
                  </a:lnTo>
                  <a:lnTo>
                    <a:pt x="3204" y="1654"/>
                  </a:lnTo>
                  <a:lnTo>
                    <a:pt x="3179" y="1656"/>
                  </a:lnTo>
                  <a:lnTo>
                    <a:pt x="3155" y="1654"/>
                  </a:lnTo>
                  <a:lnTo>
                    <a:pt x="3131" y="1648"/>
                  </a:lnTo>
                  <a:lnTo>
                    <a:pt x="3108" y="1637"/>
                  </a:lnTo>
                  <a:lnTo>
                    <a:pt x="3087" y="1623"/>
                  </a:lnTo>
                  <a:lnTo>
                    <a:pt x="3066" y="1605"/>
                  </a:lnTo>
                  <a:lnTo>
                    <a:pt x="3046" y="1584"/>
                  </a:lnTo>
                  <a:lnTo>
                    <a:pt x="3027" y="1560"/>
                  </a:lnTo>
                  <a:lnTo>
                    <a:pt x="3011" y="1533"/>
                  </a:lnTo>
                  <a:lnTo>
                    <a:pt x="2994" y="1503"/>
                  </a:lnTo>
                  <a:lnTo>
                    <a:pt x="2980" y="1471"/>
                  </a:lnTo>
                  <a:lnTo>
                    <a:pt x="2968" y="1437"/>
                  </a:lnTo>
                  <a:lnTo>
                    <a:pt x="2958" y="1399"/>
                  </a:lnTo>
                  <a:lnTo>
                    <a:pt x="2950" y="1362"/>
                  </a:lnTo>
                  <a:lnTo>
                    <a:pt x="2944" y="1322"/>
                  </a:lnTo>
                  <a:lnTo>
                    <a:pt x="2940" y="1280"/>
                  </a:lnTo>
                  <a:lnTo>
                    <a:pt x="2939" y="1237"/>
                  </a:lnTo>
                  <a:lnTo>
                    <a:pt x="2940" y="1195"/>
                  </a:lnTo>
                  <a:lnTo>
                    <a:pt x="2944" y="1153"/>
                  </a:lnTo>
                  <a:lnTo>
                    <a:pt x="2950" y="1113"/>
                  </a:lnTo>
                  <a:lnTo>
                    <a:pt x="2958" y="1076"/>
                  </a:lnTo>
                  <a:lnTo>
                    <a:pt x="2968" y="1038"/>
                  </a:lnTo>
                  <a:lnTo>
                    <a:pt x="2980" y="1004"/>
                  </a:lnTo>
                  <a:lnTo>
                    <a:pt x="2994" y="971"/>
                  </a:lnTo>
                  <a:lnTo>
                    <a:pt x="3011" y="942"/>
                  </a:lnTo>
                  <a:lnTo>
                    <a:pt x="3027" y="915"/>
                  </a:lnTo>
                  <a:lnTo>
                    <a:pt x="3046" y="890"/>
                  </a:lnTo>
                  <a:lnTo>
                    <a:pt x="3066" y="869"/>
                  </a:lnTo>
                  <a:lnTo>
                    <a:pt x="3087" y="852"/>
                  </a:lnTo>
                  <a:lnTo>
                    <a:pt x="3108" y="838"/>
                  </a:lnTo>
                  <a:lnTo>
                    <a:pt x="3131" y="827"/>
                  </a:lnTo>
                  <a:lnTo>
                    <a:pt x="3155" y="821"/>
                  </a:lnTo>
                  <a:lnTo>
                    <a:pt x="3179" y="819"/>
                  </a:lnTo>
                  <a:close/>
                  <a:moveTo>
                    <a:pt x="3246" y="2144"/>
                  </a:moveTo>
                  <a:lnTo>
                    <a:pt x="3271" y="2146"/>
                  </a:lnTo>
                  <a:lnTo>
                    <a:pt x="3294" y="2152"/>
                  </a:lnTo>
                  <a:lnTo>
                    <a:pt x="3316" y="2162"/>
                  </a:lnTo>
                  <a:lnTo>
                    <a:pt x="3339" y="2176"/>
                  </a:lnTo>
                  <a:lnTo>
                    <a:pt x="3360" y="2194"/>
                  </a:lnTo>
                  <a:lnTo>
                    <a:pt x="3380" y="2215"/>
                  </a:lnTo>
                  <a:lnTo>
                    <a:pt x="3397" y="2240"/>
                  </a:lnTo>
                  <a:lnTo>
                    <a:pt x="3415" y="2267"/>
                  </a:lnTo>
                  <a:lnTo>
                    <a:pt x="3430" y="2296"/>
                  </a:lnTo>
                  <a:lnTo>
                    <a:pt x="3444" y="2329"/>
                  </a:lnTo>
                  <a:lnTo>
                    <a:pt x="3456" y="2363"/>
                  </a:lnTo>
                  <a:lnTo>
                    <a:pt x="3466" y="2400"/>
                  </a:lnTo>
                  <a:lnTo>
                    <a:pt x="3475" y="2438"/>
                  </a:lnTo>
                  <a:lnTo>
                    <a:pt x="3480" y="2478"/>
                  </a:lnTo>
                  <a:lnTo>
                    <a:pt x="3484" y="2520"/>
                  </a:lnTo>
                  <a:lnTo>
                    <a:pt x="3485" y="2562"/>
                  </a:lnTo>
                  <a:lnTo>
                    <a:pt x="3484" y="2604"/>
                  </a:lnTo>
                  <a:lnTo>
                    <a:pt x="3480" y="2647"/>
                  </a:lnTo>
                  <a:lnTo>
                    <a:pt x="3475" y="2686"/>
                  </a:lnTo>
                  <a:lnTo>
                    <a:pt x="3466" y="2725"/>
                  </a:lnTo>
                  <a:lnTo>
                    <a:pt x="3456" y="2762"/>
                  </a:lnTo>
                  <a:lnTo>
                    <a:pt x="3444" y="2796"/>
                  </a:lnTo>
                  <a:lnTo>
                    <a:pt x="3430" y="2828"/>
                  </a:lnTo>
                  <a:lnTo>
                    <a:pt x="3415" y="2858"/>
                  </a:lnTo>
                  <a:lnTo>
                    <a:pt x="3397" y="2886"/>
                  </a:lnTo>
                  <a:lnTo>
                    <a:pt x="3380" y="2909"/>
                  </a:lnTo>
                  <a:lnTo>
                    <a:pt x="3360" y="2930"/>
                  </a:lnTo>
                  <a:lnTo>
                    <a:pt x="3339" y="2949"/>
                  </a:lnTo>
                  <a:lnTo>
                    <a:pt x="3316" y="2963"/>
                  </a:lnTo>
                  <a:lnTo>
                    <a:pt x="3294" y="2974"/>
                  </a:lnTo>
                  <a:lnTo>
                    <a:pt x="3271" y="2980"/>
                  </a:lnTo>
                  <a:lnTo>
                    <a:pt x="3246" y="2982"/>
                  </a:lnTo>
                  <a:lnTo>
                    <a:pt x="3222" y="2980"/>
                  </a:lnTo>
                  <a:lnTo>
                    <a:pt x="3198" y="2974"/>
                  </a:lnTo>
                  <a:lnTo>
                    <a:pt x="3176" y="2963"/>
                  </a:lnTo>
                  <a:lnTo>
                    <a:pt x="3154" y="2949"/>
                  </a:lnTo>
                  <a:lnTo>
                    <a:pt x="3133" y="2930"/>
                  </a:lnTo>
                  <a:lnTo>
                    <a:pt x="3113" y="2909"/>
                  </a:lnTo>
                  <a:lnTo>
                    <a:pt x="3095" y="2886"/>
                  </a:lnTo>
                  <a:lnTo>
                    <a:pt x="3077" y="2858"/>
                  </a:lnTo>
                  <a:lnTo>
                    <a:pt x="3062" y="2828"/>
                  </a:lnTo>
                  <a:lnTo>
                    <a:pt x="3048" y="2796"/>
                  </a:lnTo>
                  <a:lnTo>
                    <a:pt x="3036" y="2762"/>
                  </a:lnTo>
                  <a:lnTo>
                    <a:pt x="3026" y="2725"/>
                  </a:lnTo>
                  <a:lnTo>
                    <a:pt x="3018" y="2686"/>
                  </a:lnTo>
                  <a:lnTo>
                    <a:pt x="3012" y="2647"/>
                  </a:lnTo>
                  <a:lnTo>
                    <a:pt x="3008" y="2604"/>
                  </a:lnTo>
                  <a:lnTo>
                    <a:pt x="3007" y="2562"/>
                  </a:lnTo>
                  <a:lnTo>
                    <a:pt x="3008" y="2520"/>
                  </a:lnTo>
                  <a:lnTo>
                    <a:pt x="3012" y="2478"/>
                  </a:lnTo>
                  <a:lnTo>
                    <a:pt x="3018" y="2438"/>
                  </a:lnTo>
                  <a:lnTo>
                    <a:pt x="3026" y="2400"/>
                  </a:lnTo>
                  <a:lnTo>
                    <a:pt x="3036" y="2363"/>
                  </a:lnTo>
                  <a:lnTo>
                    <a:pt x="3048" y="2329"/>
                  </a:lnTo>
                  <a:lnTo>
                    <a:pt x="3062" y="2296"/>
                  </a:lnTo>
                  <a:lnTo>
                    <a:pt x="3077" y="2267"/>
                  </a:lnTo>
                  <a:lnTo>
                    <a:pt x="3095" y="2240"/>
                  </a:lnTo>
                  <a:lnTo>
                    <a:pt x="3113" y="2215"/>
                  </a:lnTo>
                  <a:lnTo>
                    <a:pt x="3133" y="2194"/>
                  </a:lnTo>
                  <a:lnTo>
                    <a:pt x="3154" y="2176"/>
                  </a:lnTo>
                  <a:lnTo>
                    <a:pt x="3176" y="2162"/>
                  </a:lnTo>
                  <a:lnTo>
                    <a:pt x="3198" y="2152"/>
                  </a:lnTo>
                  <a:lnTo>
                    <a:pt x="3222" y="2146"/>
                  </a:lnTo>
                  <a:lnTo>
                    <a:pt x="3246" y="214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4114" name="Freeform 48"/>
            <p:cNvSpPr>
              <a:spLocks/>
            </p:cNvSpPr>
            <p:nvPr/>
          </p:nvSpPr>
          <p:spPr bwMode="auto">
            <a:xfrm>
              <a:off x="1267" y="1588"/>
              <a:ext cx="87" cy="52"/>
            </a:xfrm>
            <a:custGeom>
              <a:avLst/>
              <a:gdLst>
                <a:gd name="T0" fmla="*/ 3 w 437"/>
                <a:gd name="T1" fmla="*/ 2 h 260"/>
                <a:gd name="T2" fmla="*/ 3 w 437"/>
                <a:gd name="T3" fmla="*/ 2 h 260"/>
                <a:gd name="T4" fmla="*/ 3 w 437"/>
                <a:gd name="T5" fmla="*/ 2 h 260"/>
                <a:gd name="T6" fmla="*/ 3 w 437"/>
                <a:gd name="T7" fmla="*/ 2 h 260"/>
                <a:gd name="T8" fmla="*/ 3 w 437"/>
                <a:gd name="T9" fmla="*/ 1 h 260"/>
                <a:gd name="T10" fmla="*/ 3 w 437"/>
                <a:gd name="T11" fmla="*/ 1 h 260"/>
                <a:gd name="T12" fmla="*/ 3 w 437"/>
                <a:gd name="T13" fmla="*/ 1 h 260"/>
                <a:gd name="T14" fmla="*/ 3 w 437"/>
                <a:gd name="T15" fmla="*/ 1 h 260"/>
                <a:gd name="T16" fmla="*/ 3 w 437"/>
                <a:gd name="T17" fmla="*/ 1 h 260"/>
                <a:gd name="T18" fmla="*/ 2 w 437"/>
                <a:gd name="T19" fmla="*/ 1 h 260"/>
                <a:gd name="T20" fmla="*/ 2 w 437"/>
                <a:gd name="T21" fmla="*/ 0 h 260"/>
                <a:gd name="T22" fmla="*/ 2 w 437"/>
                <a:gd name="T23" fmla="*/ 0 h 260"/>
                <a:gd name="T24" fmla="*/ 2 w 437"/>
                <a:gd name="T25" fmla="*/ 0 h 260"/>
                <a:gd name="T26" fmla="*/ 1 w 437"/>
                <a:gd name="T27" fmla="*/ 0 h 260"/>
                <a:gd name="T28" fmla="*/ 1 w 437"/>
                <a:gd name="T29" fmla="*/ 0 h 260"/>
                <a:gd name="T30" fmla="*/ 1 w 437"/>
                <a:gd name="T31" fmla="*/ 0 h 260"/>
                <a:gd name="T32" fmla="*/ 0 w 437"/>
                <a:gd name="T33" fmla="*/ 0 h 260"/>
                <a:gd name="T34" fmla="*/ 0 w 437"/>
                <a:gd name="T35" fmla="*/ 0 h 260"/>
                <a:gd name="T36" fmla="*/ 0 w 437"/>
                <a:gd name="T37" fmla="*/ 0 h 260"/>
                <a:gd name="T38" fmla="*/ 0 w 437"/>
                <a:gd name="T39" fmla="*/ 0 h 260"/>
                <a:gd name="T40" fmla="*/ 1 w 437"/>
                <a:gd name="T41" fmla="*/ 0 h 260"/>
                <a:gd name="T42" fmla="*/ 1 w 437"/>
                <a:gd name="T43" fmla="*/ 0 h 260"/>
                <a:gd name="T44" fmla="*/ 1 w 437"/>
                <a:gd name="T45" fmla="*/ 0 h 260"/>
                <a:gd name="T46" fmla="*/ 2 w 437"/>
                <a:gd name="T47" fmla="*/ 0 h 260"/>
                <a:gd name="T48" fmla="*/ 2 w 437"/>
                <a:gd name="T49" fmla="*/ 0 h 260"/>
                <a:gd name="T50" fmla="*/ 2 w 437"/>
                <a:gd name="T51" fmla="*/ 1 h 260"/>
                <a:gd name="T52" fmla="*/ 2 w 437"/>
                <a:gd name="T53" fmla="*/ 1 h 260"/>
                <a:gd name="T54" fmla="*/ 3 w 437"/>
                <a:gd name="T55" fmla="*/ 1 h 260"/>
                <a:gd name="T56" fmla="*/ 3 w 437"/>
                <a:gd name="T57" fmla="*/ 1 h 260"/>
                <a:gd name="T58" fmla="*/ 3 w 437"/>
                <a:gd name="T59" fmla="*/ 1 h 260"/>
                <a:gd name="T60" fmla="*/ 3 w 437"/>
                <a:gd name="T61" fmla="*/ 1 h 260"/>
                <a:gd name="T62" fmla="*/ 3 w 437"/>
                <a:gd name="T63" fmla="*/ 1 h 260"/>
                <a:gd name="T64" fmla="*/ 3 w 437"/>
                <a:gd name="T65" fmla="*/ 2 h 260"/>
                <a:gd name="T66" fmla="*/ 3 w 437"/>
                <a:gd name="T67" fmla="*/ 2 h 260"/>
                <a:gd name="T68" fmla="*/ 3 w 437"/>
                <a:gd name="T69" fmla="*/ 2 h 260"/>
                <a:gd name="T70" fmla="*/ 3 w 437"/>
                <a:gd name="T71" fmla="*/ 2 h 260"/>
                <a:gd name="T72" fmla="*/ 3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437" y="260"/>
                  </a:moveTo>
                  <a:lnTo>
                    <a:pt x="437" y="260"/>
                  </a:lnTo>
                  <a:lnTo>
                    <a:pt x="434" y="233"/>
                  </a:lnTo>
                  <a:lnTo>
                    <a:pt x="427" y="206"/>
                  </a:lnTo>
                  <a:lnTo>
                    <a:pt x="417" y="181"/>
                  </a:lnTo>
                  <a:lnTo>
                    <a:pt x="401" y="157"/>
                  </a:lnTo>
                  <a:lnTo>
                    <a:pt x="383" y="133"/>
                  </a:lnTo>
                  <a:lnTo>
                    <a:pt x="360" y="113"/>
                  </a:lnTo>
                  <a:lnTo>
                    <a:pt x="336" y="93"/>
                  </a:lnTo>
                  <a:lnTo>
                    <a:pt x="308" y="73"/>
                  </a:lnTo>
                  <a:lnTo>
                    <a:pt x="276" y="58"/>
                  </a:lnTo>
                  <a:lnTo>
                    <a:pt x="242" y="43"/>
                  </a:lnTo>
                  <a:lnTo>
                    <a:pt x="207" y="30"/>
                  </a:lnTo>
                  <a:lnTo>
                    <a:pt x="168" y="19"/>
                  </a:lnTo>
                  <a:lnTo>
                    <a:pt x="128" y="11"/>
                  </a:lnTo>
                  <a:lnTo>
                    <a:pt x="87" y="4"/>
                  </a:lnTo>
                  <a:lnTo>
                    <a:pt x="43" y="1"/>
                  </a:lnTo>
                  <a:lnTo>
                    <a:pt x="0" y="0"/>
                  </a:lnTo>
                  <a:lnTo>
                    <a:pt x="0" y="11"/>
                  </a:lnTo>
                  <a:lnTo>
                    <a:pt x="43" y="12"/>
                  </a:lnTo>
                  <a:lnTo>
                    <a:pt x="85" y="16"/>
                  </a:lnTo>
                  <a:lnTo>
                    <a:pt x="126" y="23"/>
                  </a:lnTo>
                  <a:lnTo>
                    <a:pt x="166" y="31"/>
                  </a:lnTo>
                  <a:lnTo>
                    <a:pt x="202" y="42"/>
                  </a:lnTo>
                  <a:lnTo>
                    <a:pt x="237" y="55"/>
                  </a:lnTo>
                  <a:lnTo>
                    <a:pt x="271" y="70"/>
                  </a:lnTo>
                  <a:lnTo>
                    <a:pt x="301" y="85"/>
                  </a:lnTo>
                  <a:lnTo>
                    <a:pt x="329" y="103"/>
                  </a:lnTo>
                  <a:lnTo>
                    <a:pt x="353" y="123"/>
                  </a:lnTo>
                  <a:lnTo>
                    <a:pt x="373" y="143"/>
                  </a:lnTo>
                  <a:lnTo>
                    <a:pt x="392" y="164"/>
                  </a:lnTo>
                  <a:lnTo>
                    <a:pt x="405" y="186"/>
                  </a:lnTo>
                  <a:lnTo>
                    <a:pt x="415" y="211"/>
                  </a:lnTo>
                  <a:lnTo>
                    <a:pt x="422" y="235"/>
                  </a:lnTo>
                  <a:lnTo>
                    <a:pt x="425" y="260"/>
                  </a:lnTo>
                  <a:lnTo>
                    <a:pt x="437"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4115" name="Freeform 49"/>
            <p:cNvSpPr>
              <a:spLocks/>
            </p:cNvSpPr>
            <p:nvPr/>
          </p:nvSpPr>
          <p:spPr bwMode="auto">
            <a:xfrm>
              <a:off x="1267" y="1640"/>
              <a:ext cx="87" cy="52"/>
            </a:xfrm>
            <a:custGeom>
              <a:avLst/>
              <a:gdLst>
                <a:gd name="T0" fmla="*/ 0 w 437"/>
                <a:gd name="T1" fmla="*/ 2 h 260"/>
                <a:gd name="T2" fmla="*/ 0 w 437"/>
                <a:gd name="T3" fmla="*/ 2 h 260"/>
                <a:gd name="T4" fmla="*/ 0 w 437"/>
                <a:gd name="T5" fmla="*/ 2 h 260"/>
                <a:gd name="T6" fmla="*/ 1 w 437"/>
                <a:gd name="T7" fmla="*/ 2 h 260"/>
                <a:gd name="T8" fmla="*/ 1 w 437"/>
                <a:gd name="T9" fmla="*/ 2 h 260"/>
                <a:gd name="T10" fmla="*/ 1 w 437"/>
                <a:gd name="T11" fmla="*/ 2 h 260"/>
                <a:gd name="T12" fmla="*/ 2 w 437"/>
                <a:gd name="T13" fmla="*/ 2 h 260"/>
                <a:gd name="T14" fmla="*/ 2 w 437"/>
                <a:gd name="T15" fmla="*/ 2 h 260"/>
                <a:gd name="T16" fmla="*/ 2 w 437"/>
                <a:gd name="T17" fmla="*/ 2 h 260"/>
                <a:gd name="T18" fmla="*/ 2 w 437"/>
                <a:gd name="T19" fmla="*/ 1 h 260"/>
                <a:gd name="T20" fmla="*/ 3 w 437"/>
                <a:gd name="T21" fmla="*/ 1 h 260"/>
                <a:gd name="T22" fmla="*/ 3 w 437"/>
                <a:gd name="T23" fmla="*/ 1 h 260"/>
                <a:gd name="T24" fmla="*/ 3 w 437"/>
                <a:gd name="T25" fmla="*/ 1 h 260"/>
                <a:gd name="T26" fmla="*/ 3 w 437"/>
                <a:gd name="T27" fmla="*/ 1 h 260"/>
                <a:gd name="T28" fmla="*/ 3 w 437"/>
                <a:gd name="T29" fmla="*/ 1 h 260"/>
                <a:gd name="T30" fmla="*/ 3 w 437"/>
                <a:gd name="T31" fmla="*/ 0 h 260"/>
                <a:gd name="T32" fmla="*/ 3 w 437"/>
                <a:gd name="T33" fmla="*/ 0 h 260"/>
                <a:gd name="T34" fmla="*/ 3 w 437"/>
                <a:gd name="T35" fmla="*/ 0 h 260"/>
                <a:gd name="T36" fmla="*/ 3 w 437"/>
                <a:gd name="T37" fmla="*/ 0 h 260"/>
                <a:gd name="T38" fmla="*/ 3 w 437"/>
                <a:gd name="T39" fmla="*/ 0 h 260"/>
                <a:gd name="T40" fmla="*/ 3 w 437"/>
                <a:gd name="T41" fmla="*/ 0 h 260"/>
                <a:gd name="T42" fmla="*/ 3 w 437"/>
                <a:gd name="T43" fmla="*/ 1 h 260"/>
                <a:gd name="T44" fmla="*/ 3 w 437"/>
                <a:gd name="T45" fmla="*/ 1 h 260"/>
                <a:gd name="T46" fmla="*/ 3 w 437"/>
                <a:gd name="T47" fmla="*/ 1 h 260"/>
                <a:gd name="T48" fmla="*/ 3 w 437"/>
                <a:gd name="T49" fmla="*/ 1 h 260"/>
                <a:gd name="T50" fmla="*/ 3 w 437"/>
                <a:gd name="T51" fmla="*/ 1 h 260"/>
                <a:gd name="T52" fmla="*/ 2 w 437"/>
                <a:gd name="T53" fmla="*/ 1 h 260"/>
                <a:gd name="T54" fmla="*/ 2 w 437"/>
                <a:gd name="T55" fmla="*/ 2 h 260"/>
                <a:gd name="T56" fmla="*/ 2 w 437"/>
                <a:gd name="T57" fmla="*/ 2 h 260"/>
                <a:gd name="T58" fmla="*/ 2 w 437"/>
                <a:gd name="T59" fmla="*/ 2 h 260"/>
                <a:gd name="T60" fmla="*/ 1 w 437"/>
                <a:gd name="T61" fmla="*/ 2 h 260"/>
                <a:gd name="T62" fmla="*/ 1 w 437"/>
                <a:gd name="T63" fmla="*/ 2 h 260"/>
                <a:gd name="T64" fmla="*/ 1 w 437"/>
                <a:gd name="T65" fmla="*/ 2 h 260"/>
                <a:gd name="T66" fmla="*/ 0 w 437"/>
                <a:gd name="T67" fmla="*/ 2 h 260"/>
                <a:gd name="T68" fmla="*/ 0 w 437"/>
                <a:gd name="T69" fmla="*/ 2 h 260"/>
                <a:gd name="T70" fmla="*/ 0 w 437"/>
                <a:gd name="T71" fmla="*/ 2 h 260"/>
                <a:gd name="T72" fmla="*/ 0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0" y="260"/>
                  </a:moveTo>
                  <a:lnTo>
                    <a:pt x="0" y="260"/>
                  </a:lnTo>
                  <a:lnTo>
                    <a:pt x="43" y="259"/>
                  </a:lnTo>
                  <a:lnTo>
                    <a:pt x="87" y="255"/>
                  </a:lnTo>
                  <a:lnTo>
                    <a:pt x="128" y="248"/>
                  </a:lnTo>
                  <a:lnTo>
                    <a:pt x="168" y="240"/>
                  </a:lnTo>
                  <a:lnTo>
                    <a:pt x="207" y="230"/>
                  </a:lnTo>
                  <a:lnTo>
                    <a:pt x="242" y="217"/>
                  </a:lnTo>
                  <a:lnTo>
                    <a:pt x="276" y="202"/>
                  </a:lnTo>
                  <a:lnTo>
                    <a:pt x="308" y="185"/>
                  </a:lnTo>
                  <a:lnTo>
                    <a:pt x="336" y="166"/>
                  </a:lnTo>
                  <a:lnTo>
                    <a:pt x="360" y="146"/>
                  </a:lnTo>
                  <a:lnTo>
                    <a:pt x="383" y="125"/>
                  </a:lnTo>
                  <a:lnTo>
                    <a:pt x="401" y="102"/>
                  </a:lnTo>
                  <a:lnTo>
                    <a:pt x="417" y="77"/>
                  </a:lnTo>
                  <a:lnTo>
                    <a:pt x="427" y="53"/>
                  </a:lnTo>
                  <a:lnTo>
                    <a:pt x="434" y="27"/>
                  </a:lnTo>
                  <a:lnTo>
                    <a:pt x="437" y="0"/>
                  </a:lnTo>
                  <a:lnTo>
                    <a:pt x="425" y="0"/>
                  </a:lnTo>
                  <a:lnTo>
                    <a:pt x="422" y="24"/>
                  </a:lnTo>
                  <a:lnTo>
                    <a:pt x="415" y="48"/>
                  </a:lnTo>
                  <a:lnTo>
                    <a:pt x="405" y="73"/>
                  </a:lnTo>
                  <a:lnTo>
                    <a:pt x="392" y="95"/>
                  </a:lnTo>
                  <a:lnTo>
                    <a:pt x="373" y="116"/>
                  </a:lnTo>
                  <a:lnTo>
                    <a:pt x="353" y="137"/>
                  </a:lnTo>
                  <a:lnTo>
                    <a:pt x="329" y="157"/>
                  </a:lnTo>
                  <a:lnTo>
                    <a:pt x="301" y="173"/>
                  </a:lnTo>
                  <a:lnTo>
                    <a:pt x="271" y="190"/>
                  </a:lnTo>
                  <a:lnTo>
                    <a:pt x="237" y="205"/>
                  </a:lnTo>
                  <a:lnTo>
                    <a:pt x="202" y="218"/>
                  </a:lnTo>
                  <a:lnTo>
                    <a:pt x="166" y="228"/>
                  </a:lnTo>
                  <a:lnTo>
                    <a:pt x="126" y="237"/>
                  </a:lnTo>
                  <a:lnTo>
                    <a:pt x="85" y="244"/>
                  </a:lnTo>
                  <a:lnTo>
                    <a:pt x="43" y="247"/>
                  </a:lnTo>
                  <a:lnTo>
                    <a:pt x="0" y="248"/>
                  </a:lnTo>
                  <a:lnTo>
                    <a:pt x="0"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4116" name="Freeform 50"/>
            <p:cNvSpPr>
              <a:spLocks/>
            </p:cNvSpPr>
            <p:nvPr/>
          </p:nvSpPr>
          <p:spPr bwMode="auto">
            <a:xfrm>
              <a:off x="1179" y="1640"/>
              <a:ext cx="88" cy="52"/>
            </a:xfrm>
            <a:custGeom>
              <a:avLst/>
              <a:gdLst>
                <a:gd name="T0" fmla="*/ 0 w 439"/>
                <a:gd name="T1" fmla="*/ 0 h 260"/>
                <a:gd name="T2" fmla="*/ 0 w 439"/>
                <a:gd name="T3" fmla="*/ 0 h 260"/>
                <a:gd name="T4" fmla="*/ 0 w 439"/>
                <a:gd name="T5" fmla="*/ 0 h 260"/>
                <a:gd name="T6" fmla="*/ 0 w 439"/>
                <a:gd name="T7" fmla="*/ 0 h 260"/>
                <a:gd name="T8" fmla="*/ 0 w 439"/>
                <a:gd name="T9" fmla="*/ 1 h 260"/>
                <a:gd name="T10" fmla="*/ 0 w 439"/>
                <a:gd name="T11" fmla="*/ 1 h 260"/>
                <a:gd name="T12" fmla="*/ 0 w 439"/>
                <a:gd name="T13" fmla="*/ 1 h 260"/>
                <a:gd name="T14" fmla="*/ 1 w 439"/>
                <a:gd name="T15" fmla="*/ 1 h 260"/>
                <a:gd name="T16" fmla="*/ 1 w 439"/>
                <a:gd name="T17" fmla="*/ 1 h 260"/>
                <a:gd name="T18" fmla="*/ 1 w 439"/>
                <a:gd name="T19" fmla="*/ 1 h 260"/>
                <a:gd name="T20" fmla="*/ 1 w 439"/>
                <a:gd name="T21" fmla="*/ 2 h 260"/>
                <a:gd name="T22" fmla="*/ 2 w 439"/>
                <a:gd name="T23" fmla="*/ 2 h 260"/>
                <a:gd name="T24" fmla="*/ 2 w 439"/>
                <a:gd name="T25" fmla="*/ 2 h 260"/>
                <a:gd name="T26" fmla="*/ 2 w 439"/>
                <a:gd name="T27" fmla="*/ 2 h 260"/>
                <a:gd name="T28" fmla="*/ 2 w 439"/>
                <a:gd name="T29" fmla="*/ 2 h 260"/>
                <a:gd name="T30" fmla="*/ 3 w 439"/>
                <a:gd name="T31" fmla="*/ 2 h 260"/>
                <a:gd name="T32" fmla="*/ 3 w 439"/>
                <a:gd name="T33" fmla="*/ 2 h 260"/>
                <a:gd name="T34" fmla="*/ 4 w 439"/>
                <a:gd name="T35" fmla="*/ 2 h 260"/>
                <a:gd name="T36" fmla="*/ 4 w 439"/>
                <a:gd name="T37" fmla="*/ 2 h 260"/>
                <a:gd name="T38" fmla="*/ 3 w 439"/>
                <a:gd name="T39" fmla="*/ 2 h 260"/>
                <a:gd name="T40" fmla="*/ 3 w 439"/>
                <a:gd name="T41" fmla="*/ 2 h 260"/>
                <a:gd name="T42" fmla="*/ 3 w 439"/>
                <a:gd name="T43" fmla="*/ 2 h 260"/>
                <a:gd name="T44" fmla="*/ 2 w 439"/>
                <a:gd name="T45" fmla="*/ 2 h 260"/>
                <a:gd name="T46" fmla="*/ 2 w 439"/>
                <a:gd name="T47" fmla="*/ 2 h 260"/>
                <a:gd name="T48" fmla="*/ 2 w 439"/>
                <a:gd name="T49" fmla="*/ 2 h 260"/>
                <a:gd name="T50" fmla="*/ 1 w 439"/>
                <a:gd name="T51" fmla="*/ 2 h 260"/>
                <a:gd name="T52" fmla="*/ 1 w 439"/>
                <a:gd name="T53" fmla="*/ 1 h 260"/>
                <a:gd name="T54" fmla="*/ 1 w 439"/>
                <a:gd name="T55" fmla="*/ 1 h 260"/>
                <a:gd name="T56" fmla="*/ 1 w 439"/>
                <a:gd name="T57" fmla="*/ 1 h 260"/>
                <a:gd name="T58" fmla="*/ 1 w 439"/>
                <a:gd name="T59" fmla="*/ 1 h 260"/>
                <a:gd name="T60" fmla="*/ 0 w 439"/>
                <a:gd name="T61" fmla="*/ 1 h 260"/>
                <a:gd name="T62" fmla="*/ 0 w 439"/>
                <a:gd name="T63" fmla="*/ 1 h 260"/>
                <a:gd name="T64" fmla="*/ 0 w 439"/>
                <a:gd name="T65" fmla="*/ 0 h 260"/>
                <a:gd name="T66" fmla="*/ 0 w 439"/>
                <a:gd name="T67" fmla="*/ 0 h 260"/>
                <a:gd name="T68" fmla="*/ 0 w 439"/>
                <a:gd name="T69" fmla="*/ 0 h 260"/>
                <a:gd name="T70" fmla="*/ 0 w 439"/>
                <a:gd name="T71" fmla="*/ 0 h 260"/>
                <a:gd name="T72" fmla="*/ 0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0" y="0"/>
                  </a:moveTo>
                  <a:lnTo>
                    <a:pt x="0" y="0"/>
                  </a:lnTo>
                  <a:lnTo>
                    <a:pt x="3" y="27"/>
                  </a:lnTo>
                  <a:lnTo>
                    <a:pt x="10" y="53"/>
                  </a:lnTo>
                  <a:lnTo>
                    <a:pt x="20" y="77"/>
                  </a:lnTo>
                  <a:lnTo>
                    <a:pt x="35" y="102"/>
                  </a:lnTo>
                  <a:lnTo>
                    <a:pt x="54" y="125"/>
                  </a:lnTo>
                  <a:lnTo>
                    <a:pt x="76" y="146"/>
                  </a:lnTo>
                  <a:lnTo>
                    <a:pt x="102" y="166"/>
                  </a:lnTo>
                  <a:lnTo>
                    <a:pt x="130" y="185"/>
                  </a:lnTo>
                  <a:lnTo>
                    <a:pt x="162" y="202"/>
                  </a:lnTo>
                  <a:lnTo>
                    <a:pt x="195" y="217"/>
                  </a:lnTo>
                  <a:lnTo>
                    <a:pt x="231" y="230"/>
                  </a:lnTo>
                  <a:lnTo>
                    <a:pt x="270" y="240"/>
                  </a:lnTo>
                  <a:lnTo>
                    <a:pt x="310" y="248"/>
                  </a:lnTo>
                  <a:lnTo>
                    <a:pt x="351" y="255"/>
                  </a:lnTo>
                  <a:lnTo>
                    <a:pt x="395" y="259"/>
                  </a:lnTo>
                  <a:lnTo>
                    <a:pt x="439" y="260"/>
                  </a:lnTo>
                  <a:lnTo>
                    <a:pt x="439" y="248"/>
                  </a:lnTo>
                  <a:lnTo>
                    <a:pt x="395" y="247"/>
                  </a:lnTo>
                  <a:lnTo>
                    <a:pt x="353" y="244"/>
                  </a:lnTo>
                  <a:lnTo>
                    <a:pt x="312" y="237"/>
                  </a:lnTo>
                  <a:lnTo>
                    <a:pt x="272" y="228"/>
                  </a:lnTo>
                  <a:lnTo>
                    <a:pt x="236" y="218"/>
                  </a:lnTo>
                  <a:lnTo>
                    <a:pt x="200" y="205"/>
                  </a:lnTo>
                  <a:lnTo>
                    <a:pt x="167" y="190"/>
                  </a:lnTo>
                  <a:lnTo>
                    <a:pt x="137" y="173"/>
                  </a:lnTo>
                  <a:lnTo>
                    <a:pt x="109" y="157"/>
                  </a:lnTo>
                  <a:lnTo>
                    <a:pt x="84" y="137"/>
                  </a:lnTo>
                  <a:lnTo>
                    <a:pt x="64" y="116"/>
                  </a:lnTo>
                  <a:lnTo>
                    <a:pt x="45" y="95"/>
                  </a:lnTo>
                  <a:lnTo>
                    <a:pt x="32" y="73"/>
                  </a:lnTo>
                  <a:lnTo>
                    <a:pt x="21" y="48"/>
                  </a:lnTo>
                  <a:lnTo>
                    <a:pt x="14" y="24"/>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4117" name="Freeform 51"/>
            <p:cNvSpPr>
              <a:spLocks/>
            </p:cNvSpPr>
            <p:nvPr/>
          </p:nvSpPr>
          <p:spPr bwMode="auto">
            <a:xfrm>
              <a:off x="1179" y="1588"/>
              <a:ext cx="88" cy="52"/>
            </a:xfrm>
            <a:custGeom>
              <a:avLst/>
              <a:gdLst>
                <a:gd name="T0" fmla="*/ 4 w 439"/>
                <a:gd name="T1" fmla="*/ 0 h 260"/>
                <a:gd name="T2" fmla="*/ 4 w 439"/>
                <a:gd name="T3" fmla="*/ 0 h 260"/>
                <a:gd name="T4" fmla="*/ 3 w 439"/>
                <a:gd name="T5" fmla="*/ 0 h 260"/>
                <a:gd name="T6" fmla="*/ 3 w 439"/>
                <a:gd name="T7" fmla="*/ 0 h 260"/>
                <a:gd name="T8" fmla="*/ 2 w 439"/>
                <a:gd name="T9" fmla="*/ 0 h 260"/>
                <a:gd name="T10" fmla="*/ 2 w 439"/>
                <a:gd name="T11" fmla="*/ 0 h 260"/>
                <a:gd name="T12" fmla="*/ 2 w 439"/>
                <a:gd name="T13" fmla="*/ 0 h 260"/>
                <a:gd name="T14" fmla="*/ 2 w 439"/>
                <a:gd name="T15" fmla="*/ 0 h 260"/>
                <a:gd name="T16" fmla="*/ 1 w 439"/>
                <a:gd name="T17" fmla="*/ 0 h 260"/>
                <a:gd name="T18" fmla="*/ 1 w 439"/>
                <a:gd name="T19" fmla="*/ 1 h 260"/>
                <a:gd name="T20" fmla="*/ 1 w 439"/>
                <a:gd name="T21" fmla="*/ 1 h 260"/>
                <a:gd name="T22" fmla="*/ 1 w 439"/>
                <a:gd name="T23" fmla="*/ 1 h 260"/>
                <a:gd name="T24" fmla="*/ 0 w 439"/>
                <a:gd name="T25" fmla="*/ 1 h 260"/>
                <a:gd name="T26" fmla="*/ 0 w 439"/>
                <a:gd name="T27" fmla="*/ 1 h 260"/>
                <a:gd name="T28" fmla="*/ 0 w 439"/>
                <a:gd name="T29" fmla="*/ 1 h 260"/>
                <a:gd name="T30" fmla="*/ 0 w 439"/>
                <a:gd name="T31" fmla="*/ 2 h 260"/>
                <a:gd name="T32" fmla="*/ 0 w 439"/>
                <a:gd name="T33" fmla="*/ 2 h 260"/>
                <a:gd name="T34" fmla="*/ 0 w 439"/>
                <a:gd name="T35" fmla="*/ 2 h 260"/>
                <a:gd name="T36" fmla="*/ 0 w 439"/>
                <a:gd name="T37" fmla="*/ 2 h 260"/>
                <a:gd name="T38" fmla="*/ 0 w 439"/>
                <a:gd name="T39" fmla="*/ 2 h 260"/>
                <a:gd name="T40" fmla="*/ 0 w 439"/>
                <a:gd name="T41" fmla="*/ 2 h 260"/>
                <a:gd name="T42" fmla="*/ 0 w 439"/>
                <a:gd name="T43" fmla="*/ 1 h 260"/>
                <a:gd name="T44" fmla="*/ 0 w 439"/>
                <a:gd name="T45" fmla="*/ 1 h 260"/>
                <a:gd name="T46" fmla="*/ 1 w 439"/>
                <a:gd name="T47" fmla="*/ 1 h 260"/>
                <a:gd name="T48" fmla="*/ 1 w 439"/>
                <a:gd name="T49" fmla="*/ 1 h 260"/>
                <a:gd name="T50" fmla="*/ 1 w 439"/>
                <a:gd name="T51" fmla="*/ 1 h 260"/>
                <a:gd name="T52" fmla="*/ 1 w 439"/>
                <a:gd name="T53" fmla="*/ 1 h 260"/>
                <a:gd name="T54" fmla="*/ 1 w 439"/>
                <a:gd name="T55" fmla="*/ 1 h 260"/>
                <a:gd name="T56" fmla="*/ 2 w 439"/>
                <a:gd name="T57" fmla="*/ 0 h 260"/>
                <a:gd name="T58" fmla="*/ 2 w 439"/>
                <a:gd name="T59" fmla="*/ 0 h 260"/>
                <a:gd name="T60" fmla="*/ 2 w 439"/>
                <a:gd name="T61" fmla="*/ 0 h 260"/>
                <a:gd name="T62" fmla="*/ 3 w 439"/>
                <a:gd name="T63" fmla="*/ 0 h 260"/>
                <a:gd name="T64" fmla="*/ 3 w 439"/>
                <a:gd name="T65" fmla="*/ 0 h 260"/>
                <a:gd name="T66" fmla="*/ 3 w 439"/>
                <a:gd name="T67" fmla="*/ 0 h 260"/>
                <a:gd name="T68" fmla="*/ 4 w 439"/>
                <a:gd name="T69" fmla="*/ 0 h 260"/>
                <a:gd name="T70" fmla="*/ 4 w 439"/>
                <a:gd name="T71" fmla="*/ 0 h 260"/>
                <a:gd name="T72" fmla="*/ 4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439" y="0"/>
                  </a:moveTo>
                  <a:lnTo>
                    <a:pt x="439" y="0"/>
                  </a:lnTo>
                  <a:lnTo>
                    <a:pt x="395" y="1"/>
                  </a:lnTo>
                  <a:lnTo>
                    <a:pt x="351" y="4"/>
                  </a:lnTo>
                  <a:lnTo>
                    <a:pt x="310" y="11"/>
                  </a:lnTo>
                  <a:lnTo>
                    <a:pt x="270" y="19"/>
                  </a:lnTo>
                  <a:lnTo>
                    <a:pt x="231" y="30"/>
                  </a:lnTo>
                  <a:lnTo>
                    <a:pt x="195" y="43"/>
                  </a:lnTo>
                  <a:lnTo>
                    <a:pt x="162" y="58"/>
                  </a:lnTo>
                  <a:lnTo>
                    <a:pt x="130" y="73"/>
                  </a:lnTo>
                  <a:lnTo>
                    <a:pt x="102" y="93"/>
                  </a:lnTo>
                  <a:lnTo>
                    <a:pt x="76" y="113"/>
                  </a:lnTo>
                  <a:lnTo>
                    <a:pt x="54" y="133"/>
                  </a:lnTo>
                  <a:lnTo>
                    <a:pt x="35" y="157"/>
                  </a:lnTo>
                  <a:lnTo>
                    <a:pt x="20" y="181"/>
                  </a:lnTo>
                  <a:lnTo>
                    <a:pt x="10" y="206"/>
                  </a:lnTo>
                  <a:lnTo>
                    <a:pt x="3" y="233"/>
                  </a:lnTo>
                  <a:lnTo>
                    <a:pt x="0" y="260"/>
                  </a:lnTo>
                  <a:lnTo>
                    <a:pt x="12" y="260"/>
                  </a:lnTo>
                  <a:lnTo>
                    <a:pt x="14" y="235"/>
                  </a:lnTo>
                  <a:lnTo>
                    <a:pt x="21" y="211"/>
                  </a:lnTo>
                  <a:lnTo>
                    <a:pt x="32" y="186"/>
                  </a:lnTo>
                  <a:lnTo>
                    <a:pt x="45" y="164"/>
                  </a:lnTo>
                  <a:lnTo>
                    <a:pt x="64" y="143"/>
                  </a:lnTo>
                  <a:lnTo>
                    <a:pt x="84" y="123"/>
                  </a:lnTo>
                  <a:lnTo>
                    <a:pt x="109" y="103"/>
                  </a:lnTo>
                  <a:lnTo>
                    <a:pt x="137" y="85"/>
                  </a:lnTo>
                  <a:lnTo>
                    <a:pt x="167" y="70"/>
                  </a:lnTo>
                  <a:lnTo>
                    <a:pt x="200" y="55"/>
                  </a:lnTo>
                  <a:lnTo>
                    <a:pt x="236" y="42"/>
                  </a:lnTo>
                  <a:lnTo>
                    <a:pt x="272" y="31"/>
                  </a:lnTo>
                  <a:lnTo>
                    <a:pt x="312" y="23"/>
                  </a:lnTo>
                  <a:lnTo>
                    <a:pt x="353" y="16"/>
                  </a:lnTo>
                  <a:lnTo>
                    <a:pt x="395" y="12"/>
                  </a:lnTo>
                  <a:lnTo>
                    <a:pt x="439" y="11"/>
                  </a:lnTo>
                  <a:lnTo>
                    <a:pt x="439"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4118" name="Freeform 52"/>
            <p:cNvSpPr>
              <a:spLocks/>
            </p:cNvSpPr>
            <p:nvPr/>
          </p:nvSpPr>
          <p:spPr bwMode="auto">
            <a:xfrm>
              <a:off x="964" y="1745"/>
              <a:ext cx="48" cy="85"/>
            </a:xfrm>
            <a:custGeom>
              <a:avLst/>
              <a:gdLst>
                <a:gd name="T0" fmla="*/ 2 w 244"/>
                <a:gd name="T1" fmla="*/ 3 h 426"/>
                <a:gd name="T2" fmla="*/ 2 w 244"/>
                <a:gd name="T3" fmla="*/ 3 h 426"/>
                <a:gd name="T4" fmla="*/ 2 w 244"/>
                <a:gd name="T5" fmla="*/ 3 h 426"/>
                <a:gd name="T6" fmla="*/ 2 w 244"/>
                <a:gd name="T7" fmla="*/ 3 h 426"/>
                <a:gd name="T8" fmla="*/ 2 w 244"/>
                <a:gd name="T9" fmla="*/ 2 h 426"/>
                <a:gd name="T10" fmla="*/ 2 w 244"/>
                <a:gd name="T11" fmla="*/ 2 h 426"/>
                <a:gd name="T12" fmla="*/ 2 w 244"/>
                <a:gd name="T13" fmla="*/ 2 h 426"/>
                <a:gd name="T14" fmla="*/ 2 w 244"/>
                <a:gd name="T15" fmla="*/ 2 h 426"/>
                <a:gd name="T16" fmla="*/ 1 w 244"/>
                <a:gd name="T17" fmla="*/ 1 h 426"/>
                <a:gd name="T18" fmla="*/ 1 w 244"/>
                <a:gd name="T19" fmla="*/ 1 h 426"/>
                <a:gd name="T20" fmla="*/ 1 w 244"/>
                <a:gd name="T21" fmla="*/ 1 h 426"/>
                <a:gd name="T22" fmla="*/ 1 w 244"/>
                <a:gd name="T23" fmla="*/ 1 h 426"/>
                <a:gd name="T24" fmla="*/ 1 w 244"/>
                <a:gd name="T25" fmla="*/ 0 h 426"/>
                <a:gd name="T26" fmla="*/ 1 w 244"/>
                <a:gd name="T27" fmla="*/ 0 h 426"/>
                <a:gd name="T28" fmla="*/ 1 w 244"/>
                <a:gd name="T29" fmla="*/ 0 h 426"/>
                <a:gd name="T30" fmla="*/ 0 w 244"/>
                <a:gd name="T31" fmla="*/ 0 h 426"/>
                <a:gd name="T32" fmla="*/ 0 w 244"/>
                <a:gd name="T33" fmla="*/ 0 h 426"/>
                <a:gd name="T34" fmla="*/ 0 w 244"/>
                <a:gd name="T35" fmla="*/ 0 h 426"/>
                <a:gd name="T36" fmla="*/ 0 w 244"/>
                <a:gd name="T37" fmla="*/ 0 h 426"/>
                <a:gd name="T38" fmla="*/ 0 w 244"/>
                <a:gd name="T39" fmla="*/ 0 h 426"/>
                <a:gd name="T40" fmla="*/ 0 w 244"/>
                <a:gd name="T41" fmla="*/ 0 h 426"/>
                <a:gd name="T42" fmla="*/ 1 w 244"/>
                <a:gd name="T43" fmla="*/ 0 h 426"/>
                <a:gd name="T44" fmla="*/ 1 w 244"/>
                <a:gd name="T45" fmla="*/ 0 h 426"/>
                <a:gd name="T46" fmla="*/ 1 w 244"/>
                <a:gd name="T47" fmla="*/ 0 h 426"/>
                <a:gd name="T48" fmla="*/ 1 w 244"/>
                <a:gd name="T49" fmla="*/ 1 h 426"/>
                <a:gd name="T50" fmla="*/ 1 w 244"/>
                <a:gd name="T51" fmla="*/ 1 h 426"/>
                <a:gd name="T52" fmla="*/ 1 w 244"/>
                <a:gd name="T53" fmla="*/ 1 h 426"/>
                <a:gd name="T54" fmla="*/ 1 w 244"/>
                <a:gd name="T55" fmla="*/ 1 h 426"/>
                <a:gd name="T56" fmla="*/ 1 w 244"/>
                <a:gd name="T57" fmla="*/ 2 h 426"/>
                <a:gd name="T58" fmla="*/ 2 w 244"/>
                <a:gd name="T59" fmla="*/ 2 h 426"/>
                <a:gd name="T60" fmla="*/ 2 w 244"/>
                <a:gd name="T61" fmla="*/ 2 h 426"/>
                <a:gd name="T62" fmla="*/ 2 w 244"/>
                <a:gd name="T63" fmla="*/ 2 h 426"/>
                <a:gd name="T64" fmla="*/ 2 w 244"/>
                <a:gd name="T65" fmla="*/ 3 h 426"/>
                <a:gd name="T66" fmla="*/ 2 w 244"/>
                <a:gd name="T67" fmla="*/ 3 h 426"/>
                <a:gd name="T68" fmla="*/ 2 w 244"/>
                <a:gd name="T69" fmla="*/ 3 h 426"/>
                <a:gd name="T70" fmla="*/ 2 w 244"/>
                <a:gd name="T71" fmla="*/ 3 h 426"/>
                <a:gd name="T72" fmla="*/ 2 w 244"/>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6"/>
                <a:gd name="T113" fmla="*/ 244 w 244"/>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6">
                  <a:moveTo>
                    <a:pt x="244" y="426"/>
                  </a:moveTo>
                  <a:lnTo>
                    <a:pt x="244" y="426"/>
                  </a:lnTo>
                  <a:lnTo>
                    <a:pt x="243" y="383"/>
                  </a:lnTo>
                  <a:lnTo>
                    <a:pt x="240" y="340"/>
                  </a:lnTo>
                  <a:lnTo>
                    <a:pt x="234" y="300"/>
                  </a:lnTo>
                  <a:lnTo>
                    <a:pt x="226" y="262"/>
                  </a:lnTo>
                  <a:lnTo>
                    <a:pt x="215" y="224"/>
                  </a:lnTo>
                  <a:lnTo>
                    <a:pt x="203" y="189"/>
                  </a:lnTo>
                  <a:lnTo>
                    <a:pt x="189" y="157"/>
                  </a:lnTo>
                  <a:lnTo>
                    <a:pt x="174" y="126"/>
                  </a:lnTo>
                  <a:lnTo>
                    <a:pt x="155" y="99"/>
                  </a:lnTo>
                  <a:lnTo>
                    <a:pt x="138" y="74"/>
                  </a:lnTo>
                  <a:lnTo>
                    <a:pt x="118" y="52"/>
                  </a:lnTo>
                  <a:lnTo>
                    <a:pt x="96" y="34"/>
                  </a:lnTo>
                  <a:lnTo>
                    <a:pt x="73" y="19"/>
                  </a:lnTo>
                  <a:lnTo>
                    <a:pt x="50" y="8"/>
                  </a:lnTo>
                  <a:lnTo>
                    <a:pt x="25" y="2"/>
                  </a:lnTo>
                  <a:lnTo>
                    <a:pt x="0" y="0"/>
                  </a:lnTo>
                  <a:lnTo>
                    <a:pt x="0" y="12"/>
                  </a:lnTo>
                  <a:lnTo>
                    <a:pt x="23" y="14"/>
                  </a:lnTo>
                  <a:lnTo>
                    <a:pt x="45" y="20"/>
                  </a:lnTo>
                  <a:lnTo>
                    <a:pt x="66" y="31"/>
                  </a:lnTo>
                  <a:lnTo>
                    <a:pt x="89" y="43"/>
                  </a:lnTo>
                  <a:lnTo>
                    <a:pt x="109" y="61"/>
                  </a:lnTo>
                  <a:lnTo>
                    <a:pt x="129" y="81"/>
                  </a:lnTo>
                  <a:lnTo>
                    <a:pt x="146" y="106"/>
                  </a:lnTo>
                  <a:lnTo>
                    <a:pt x="162" y="133"/>
                  </a:lnTo>
                  <a:lnTo>
                    <a:pt x="178" y="162"/>
                  </a:lnTo>
                  <a:lnTo>
                    <a:pt x="192" y="194"/>
                  </a:lnTo>
                  <a:lnTo>
                    <a:pt x="203" y="229"/>
                  </a:lnTo>
                  <a:lnTo>
                    <a:pt x="214" y="264"/>
                  </a:lnTo>
                  <a:lnTo>
                    <a:pt x="222" y="303"/>
                  </a:lnTo>
                  <a:lnTo>
                    <a:pt x="228" y="342"/>
                  </a:lnTo>
                  <a:lnTo>
                    <a:pt x="232" y="383"/>
                  </a:lnTo>
                  <a:lnTo>
                    <a:pt x="233" y="426"/>
                  </a:lnTo>
                  <a:lnTo>
                    <a:pt x="244"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4119" name="Freeform 53"/>
            <p:cNvSpPr>
              <a:spLocks/>
            </p:cNvSpPr>
            <p:nvPr/>
          </p:nvSpPr>
          <p:spPr bwMode="auto">
            <a:xfrm>
              <a:off x="964" y="1830"/>
              <a:ext cx="48" cy="85"/>
            </a:xfrm>
            <a:custGeom>
              <a:avLst/>
              <a:gdLst>
                <a:gd name="T0" fmla="*/ 0 w 244"/>
                <a:gd name="T1" fmla="*/ 3 h 424"/>
                <a:gd name="T2" fmla="*/ 0 w 244"/>
                <a:gd name="T3" fmla="*/ 3 h 424"/>
                <a:gd name="T4" fmla="*/ 0 w 244"/>
                <a:gd name="T5" fmla="*/ 3 h 424"/>
                <a:gd name="T6" fmla="*/ 0 w 244"/>
                <a:gd name="T7" fmla="*/ 3 h 424"/>
                <a:gd name="T8" fmla="*/ 1 w 244"/>
                <a:gd name="T9" fmla="*/ 3 h 424"/>
                <a:gd name="T10" fmla="*/ 1 w 244"/>
                <a:gd name="T11" fmla="*/ 3 h 424"/>
                <a:gd name="T12" fmla="*/ 1 w 244"/>
                <a:gd name="T13" fmla="*/ 3 h 424"/>
                <a:gd name="T14" fmla="*/ 1 w 244"/>
                <a:gd name="T15" fmla="*/ 3 h 424"/>
                <a:gd name="T16" fmla="*/ 1 w 244"/>
                <a:gd name="T17" fmla="*/ 3 h 424"/>
                <a:gd name="T18" fmla="*/ 1 w 244"/>
                <a:gd name="T19" fmla="*/ 2 h 424"/>
                <a:gd name="T20" fmla="*/ 1 w 244"/>
                <a:gd name="T21" fmla="*/ 2 h 424"/>
                <a:gd name="T22" fmla="*/ 2 w 244"/>
                <a:gd name="T23" fmla="*/ 2 h 424"/>
                <a:gd name="T24" fmla="*/ 2 w 244"/>
                <a:gd name="T25" fmla="*/ 2 h 424"/>
                <a:gd name="T26" fmla="*/ 2 w 244"/>
                <a:gd name="T27" fmla="*/ 1 h 424"/>
                <a:gd name="T28" fmla="*/ 2 w 244"/>
                <a:gd name="T29" fmla="*/ 1 h 424"/>
                <a:gd name="T30" fmla="*/ 2 w 244"/>
                <a:gd name="T31" fmla="*/ 1 h 424"/>
                <a:gd name="T32" fmla="*/ 2 w 244"/>
                <a:gd name="T33" fmla="*/ 0 h 424"/>
                <a:gd name="T34" fmla="*/ 2 w 244"/>
                <a:gd name="T35" fmla="*/ 0 h 424"/>
                <a:gd name="T36" fmla="*/ 2 w 244"/>
                <a:gd name="T37" fmla="*/ 0 h 424"/>
                <a:gd name="T38" fmla="*/ 2 w 244"/>
                <a:gd name="T39" fmla="*/ 0 h 424"/>
                <a:gd name="T40" fmla="*/ 2 w 244"/>
                <a:gd name="T41" fmla="*/ 1 h 424"/>
                <a:gd name="T42" fmla="*/ 2 w 244"/>
                <a:gd name="T43" fmla="*/ 1 h 424"/>
                <a:gd name="T44" fmla="*/ 2 w 244"/>
                <a:gd name="T45" fmla="*/ 1 h 424"/>
                <a:gd name="T46" fmla="*/ 2 w 244"/>
                <a:gd name="T47" fmla="*/ 2 h 424"/>
                <a:gd name="T48" fmla="*/ 1 w 244"/>
                <a:gd name="T49" fmla="*/ 2 h 424"/>
                <a:gd name="T50" fmla="*/ 1 w 244"/>
                <a:gd name="T51" fmla="*/ 2 h 424"/>
                <a:gd name="T52" fmla="*/ 1 w 244"/>
                <a:gd name="T53" fmla="*/ 2 h 424"/>
                <a:gd name="T54" fmla="*/ 1 w 244"/>
                <a:gd name="T55" fmla="*/ 3 h 424"/>
                <a:gd name="T56" fmla="*/ 1 w 244"/>
                <a:gd name="T57" fmla="*/ 3 h 424"/>
                <a:gd name="T58" fmla="*/ 1 w 244"/>
                <a:gd name="T59" fmla="*/ 3 h 424"/>
                <a:gd name="T60" fmla="*/ 1 w 244"/>
                <a:gd name="T61" fmla="*/ 3 h 424"/>
                <a:gd name="T62" fmla="*/ 1 w 244"/>
                <a:gd name="T63" fmla="*/ 3 h 424"/>
                <a:gd name="T64" fmla="*/ 0 w 244"/>
                <a:gd name="T65" fmla="*/ 3 h 424"/>
                <a:gd name="T66" fmla="*/ 0 w 244"/>
                <a:gd name="T67" fmla="*/ 3 h 424"/>
                <a:gd name="T68" fmla="*/ 0 w 244"/>
                <a:gd name="T69" fmla="*/ 3 h 424"/>
                <a:gd name="T70" fmla="*/ 0 w 244"/>
                <a:gd name="T71" fmla="*/ 3 h 424"/>
                <a:gd name="T72" fmla="*/ 0 w 244"/>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4"/>
                <a:gd name="T113" fmla="*/ 244 w 244"/>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4">
                  <a:moveTo>
                    <a:pt x="0" y="424"/>
                  </a:moveTo>
                  <a:lnTo>
                    <a:pt x="0" y="424"/>
                  </a:lnTo>
                  <a:lnTo>
                    <a:pt x="25" y="422"/>
                  </a:lnTo>
                  <a:lnTo>
                    <a:pt x="50" y="416"/>
                  </a:lnTo>
                  <a:lnTo>
                    <a:pt x="73" y="405"/>
                  </a:lnTo>
                  <a:lnTo>
                    <a:pt x="96" y="390"/>
                  </a:lnTo>
                  <a:lnTo>
                    <a:pt x="118" y="373"/>
                  </a:lnTo>
                  <a:lnTo>
                    <a:pt x="138" y="350"/>
                  </a:lnTo>
                  <a:lnTo>
                    <a:pt x="155" y="326"/>
                  </a:lnTo>
                  <a:lnTo>
                    <a:pt x="173" y="299"/>
                  </a:lnTo>
                  <a:lnTo>
                    <a:pt x="189" y="268"/>
                  </a:lnTo>
                  <a:lnTo>
                    <a:pt x="203" y="235"/>
                  </a:lnTo>
                  <a:lnTo>
                    <a:pt x="215" y="201"/>
                  </a:lnTo>
                  <a:lnTo>
                    <a:pt x="226" y="163"/>
                  </a:lnTo>
                  <a:lnTo>
                    <a:pt x="234" y="125"/>
                  </a:lnTo>
                  <a:lnTo>
                    <a:pt x="240" y="85"/>
                  </a:lnTo>
                  <a:lnTo>
                    <a:pt x="243" y="42"/>
                  </a:lnTo>
                  <a:lnTo>
                    <a:pt x="244" y="0"/>
                  </a:lnTo>
                  <a:lnTo>
                    <a:pt x="233" y="0"/>
                  </a:lnTo>
                  <a:lnTo>
                    <a:pt x="232" y="42"/>
                  </a:lnTo>
                  <a:lnTo>
                    <a:pt x="228" y="83"/>
                  </a:lnTo>
                  <a:lnTo>
                    <a:pt x="222" y="123"/>
                  </a:lnTo>
                  <a:lnTo>
                    <a:pt x="214" y="160"/>
                  </a:lnTo>
                  <a:lnTo>
                    <a:pt x="203" y="197"/>
                  </a:lnTo>
                  <a:lnTo>
                    <a:pt x="192" y="231"/>
                  </a:lnTo>
                  <a:lnTo>
                    <a:pt x="178" y="263"/>
                  </a:lnTo>
                  <a:lnTo>
                    <a:pt x="164" y="292"/>
                  </a:lnTo>
                  <a:lnTo>
                    <a:pt x="146" y="319"/>
                  </a:lnTo>
                  <a:lnTo>
                    <a:pt x="129" y="343"/>
                  </a:lnTo>
                  <a:lnTo>
                    <a:pt x="109" y="363"/>
                  </a:lnTo>
                  <a:lnTo>
                    <a:pt x="89" y="381"/>
                  </a:lnTo>
                  <a:lnTo>
                    <a:pt x="66" y="394"/>
                  </a:lnTo>
                  <a:lnTo>
                    <a:pt x="45" y="404"/>
                  </a:lnTo>
                  <a:lnTo>
                    <a:pt x="23" y="410"/>
                  </a:lnTo>
                  <a:lnTo>
                    <a:pt x="0" y="412"/>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4120" name="Freeform 54"/>
            <p:cNvSpPr>
              <a:spLocks/>
            </p:cNvSpPr>
            <p:nvPr/>
          </p:nvSpPr>
          <p:spPr bwMode="auto">
            <a:xfrm>
              <a:off x="915" y="1830"/>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1" y="42"/>
                  </a:lnTo>
                  <a:lnTo>
                    <a:pt x="4" y="85"/>
                  </a:lnTo>
                  <a:lnTo>
                    <a:pt x="10" y="125"/>
                  </a:lnTo>
                  <a:lnTo>
                    <a:pt x="19" y="163"/>
                  </a:lnTo>
                  <a:lnTo>
                    <a:pt x="29" y="201"/>
                  </a:lnTo>
                  <a:lnTo>
                    <a:pt x="41" y="235"/>
                  </a:lnTo>
                  <a:lnTo>
                    <a:pt x="55" y="268"/>
                  </a:lnTo>
                  <a:lnTo>
                    <a:pt x="71" y="299"/>
                  </a:lnTo>
                  <a:lnTo>
                    <a:pt x="89" y="326"/>
                  </a:lnTo>
                  <a:lnTo>
                    <a:pt x="106" y="350"/>
                  </a:lnTo>
                  <a:lnTo>
                    <a:pt x="126" y="373"/>
                  </a:lnTo>
                  <a:lnTo>
                    <a:pt x="149" y="390"/>
                  </a:lnTo>
                  <a:lnTo>
                    <a:pt x="171" y="405"/>
                  </a:lnTo>
                  <a:lnTo>
                    <a:pt x="194" y="416"/>
                  </a:lnTo>
                  <a:lnTo>
                    <a:pt x="219" y="422"/>
                  </a:lnTo>
                  <a:lnTo>
                    <a:pt x="245" y="424"/>
                  </a:lnTo>
                  <a:lnTo>
                    <a:pt x="245" y="412"/>
                  </a:lnTo>
                  <a:lnTo>
                    <a:pt x="221" y="410"/>
                  </a:lnTo>
                  <a:lnTo>
                    <a:pt x="199" y="404"/>
                  </a:lnTo>
                  <a:lnTo>
                    <a:pt x="178" y="394"/>
                  </a:lnTo>
                  <a:lnTo>
                    <a:pt x="156" y="381"/>
                  </a:lnTo>
                  <a:lnTo>
                    <a:pt x="136" y="363"/>
                  </a:lnTo>
                  <a:lnTo>
                    <a:pt x="116" y="343"/>
                  </a:lnTo>
                  <a:lnTo>
                    <a:pt x="98" y="319"/>
                  </a:lnTo>
                  <a:lnTo>
                    <a:pt x="81" y="292"/>
                  </a:lnTo>
                  <a:lnTo>
                    <a:pt x="67" y="263"/>
                  </a:lnTo>
                  <a:lnTo>
                    <a:pt x="52" y="231"/>
                  </a:lnTo>
                  <a:lnTo>
                    <a:pt x="41" y="197"/>
                  </a:lnTo>
                  <a:lnTo>
                    <a:pt x="30" y="160"/>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4121" name="Freeform 55"/>
            <p:cNvSpPr>
              <a:spLocks/>
            </p:cNvSpPr>
            <p:nvPr/>
          </p:nvSpPr>
          <p:spPr bwMode="auto">
            <a:xfrm>
              <a:off x="915" y="1745"/>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0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19" y="2"/>
                  </a:lnTo>
                  <a:lnTo>
                    <a:pt x="194" y="8"/>
                  </a:lnTo>
                  <a:lnTo>
                    <a:pt x="171" y="19"/>
                  </a:lnTo>
                  <a:lnTo>
                    <a:pt x="149" y="34"/>
                  </a:lnTo>
                  <a:lnTo>
                    <a:pt x="126" y="52"/>
                  </a:lnTo>
                  <a:lnTo>
                    <a:pt x="106" y="74"/>
                  </a:lnTo>
                  <a:lnTo>
                    <a:pt x="89" y="99"/>
                  </a:lnTo>
                  <a:lnTo>
                    <a:pt x="70" y="126"/>
                  </a:lnTo>
                  <a:lnTo>
                    <a:pt x="55" y="157"/>
                  </a:lnTo>
                  <a:lnTo>
                    <a:pt x="41" y="189"/>
                  </a:lnTo>
                  <a:lnTo>
                    <a:pt x="29" y="224"/>
                  </a:lnTo>
                  <a:lnTo>
                    <a:pt x="19" y="262"/>
                  </a:lnTo>
                  <a:lnTo>
                    <a:pt x="10" y="300"/>
                  </a:lnTo>
                  <a:lnTo>
                    <a:pt x="4" y="340"/>
                  </a:lnTo>
                  <a:lnTo>
                    <a:pt x="1" y="383"/>
                  </a:lnTo>
                  <a:lnTo>
                    <a:pt x="0" y="426"/>
                  </a:lnTo>
                  <a:lnTo>
                    <a:pt x="11" y="426"/>
                  </a:lnTo>
                  <a:lnTo>
                    <a:pt x="13" y="383"/>
                  </a:lnTo>
                  <a:lnTo>
                    <a:pt x="16" y="342"/>
                  </a:lnTo>
                  <a:lnTo>
                    <a:pt x="22" y="303"/>
                  </a:lnTo>
                  <a:lnTo>
                    <a:pt x="30" y="264"/>
                  </a:lnTo>
                  <a:lnTo>
                    <a:pt x="41" y="229"/>
                  </a:lnTo>
                  <a:lnTo>
                    <a:pt x="52" y="194"/>
                  </a:lnTo>
                  <a:lnTo>
                    <a:pt x="67" y="162"/>
                  </a:lnTo>
                  <a:lnTo>
                    <a:pt x="82" y="133"/>
                  </a:lnTo>
                  <a:lnTo>
                    <a:pt x="98" y="106"/>
                  </a:lnTo>
                  <a:lnTo>
                    <a:pt x="116" y="81"/>
                  </a:lnTo>
                  <a:lnTo>
                    <a:pt x="136" y="61"/>
                  </a:lnTo>
                  <a:lnTo>
                    <a:pt x="156" y="43"/>
                  </a:lnTo>
                  <a:lnTo>
                    <a:pt x="178" y="31"/>
                  </a:lnTo>
                  <a:lnTo>
                    <a:pt x="199" y="20"/>
                  </a:lnTo>
                  <a:lnTo>
                    <a:pt x="221"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4122" name="Freeform 56"/>
            <p:cNvSpPr>
              <a:spLocks/>
            </p:cNvSpPr>
            <p:nvPr/>
          </p:nvSpPr>
          <p:spPr bwMode="auto">
            <a:xfrm>
              <a:off x="1140" y="2087"/>
              <a:ext cx="49" cy="85"/>
            </a:xfrm>
            <a:custGeom>
              <a:avLst/>
              <a:gdLst>
                <a:gd name="T0" fmla="*/ 2 w 246"/>
                <a:gd name="T1" fmla="*/ 3 h 424"/>
                <a:gd name="T2" fmla="*/ 2 w 246"/>
                <a:gd name="T3" fmla="*/ 3 h 424"/>
                <a:gd name="T4" fmla="*/ 2 w 246"/>
                <a:gd name="T5" fmla="*/ 3 h 424"/>
                <a:gd name="T6" fmla="*/ 2 w 246"/>
                <a:gd name="T7" fmla="*/ 3 h 424"/>
                <a:gd name="T8" fmla="*/ 2 w 246"/>
                <a:gd name="T9" fmla="*/ 2 h 424"/>
                <a:gd name="T10" fmla="*/ 2 w 246"/>
                <a:gd name="T11" fmla="*/ 2 h 424"/>
                <a:gd name="T12" fmla="*/ 2 w 246"/>
                <a:gd name="T13" fmla="*/ 2 h 424"/>
                <a:gd name="T14" fmla="*/ 2 w 246"/>
                <a:gd name="T15" fmla="*/ 2 h 424"/>
                <a:gd name="T16" fmla="*/ 2 w 246"/>
                <a:gd name="T17" fmla="*/ 1 h 424"/>
                <a:gd name="T18" fmla="*/ 1 w 246"/>
                <a:gd name="T19" fmla="*/ 1 h 424"/>
                <a:gd name="T20" fmla="*/ 1 w 246"/>
                <a:gd name="T21" fmla="*/ 1 h 424"/>
                <a:gd name="T22" fmla="*/ 1 w 246"/>
                <a:gd name="T23" fmla="*/ 1 h 424"/>
                <a:gd name="T24" fmla="*/ 1 w 246"/>
                <a:gd name="T25" fmla="*/ 0 h 424"/>
                <a:gd name="T26" fmla="*/ 1 w 246"/>
                <a:gd name="T27" fmla="*/ 0 h 424"/>
                <a:gd name="T28" fmla="*/ 1 w 246"/>
                <a:gd name="T29" fmla="*/ 0 h 424"/>
                <a:gd name="T30" fmla="*/ 0 w 246"/>
                <a:gd name="T31" fmla="*/ 0 h 424"/>
                <a:gd name="T32" fmla="*/ 0 w 246"/>
                <a:gd name="T33" fmla="*/ 0 h 424"/>
                <a:gd name="T34" fmla="*/ 0 w 246"/>
                <a:gd name="T35" fmla="*/ 0 h 424"/>
                <a:gd name="T36" fmla="*/ 0 w 246"/>
                <a:gd name="T37" fmla="*/ 0 h 424"/>
                <a:gd name="T38" fmla="*/ 0 w 246"/>
                <a:gd name="T39" fmla="*/ 0 h 424"/>
                <a:gd name="T40" fmla="*/ 0 w 246"/>
                <a:gd name="T41" fmla="*/ 0 h 424"/>
                <a:gd name="T42" fmla="*/ 1 w 246"/>
                <a:gd name="T43" fmla="*/ 0 h 424"/>
                <a:gd name="T44" fmla="*/ 1 w 246"/>
                <a:gd name="T45" fmla="*/ 0 h 424"/>
                <a:gd name="T46" fmla="*/ 1 w 246"/>
                <a:gd name="T47" fmla="*/ 0 h 424"/>
                <a:gd name="T48" fmla="*/ 1 w 246"/>
                <a:gd name="T49" fmla="*/ 1 h 424"/>
                <a:gd name="T50" fmla="*/ 1 w 246"/>
                <a:gd name="T51" fmla="*/ 1 h 424"/>
                <a:gd name="T52" fmla="*/ 1 w 246"/>
                <a:gd name="T53" fmla="*/ 1 h 424"/>
                <a:gd name="T54" fmla="*/ 1 w 246"/>
                <a:gd name="T55" fmla="*/ 1 h 424"/>
                <a:gd name="T56" fmla="*/ 2 w 246"/>
                <a:gd name="T57" fmla="*/ 2 h 424"/>
                <a:gd name="T58" fmla="*/ 2 w 246"/>
                <a:gd name="T59" fmla="*/ 2 h 424"/>
                <a:gd name="T60" fmla="*/ 2 w 246"/>
                <a:gd name="T61" fmla="*/ 2 h 424"/>
                <a:gd name="T62" fmla="*/ 2 w 246"/>
                <a:gd name="T63" fmla="*/ 2 h 424"/>
                <a:gd name="T64" fmla="*/ 2 w 246"/>
                <a:gd name="T65" fmla="*/ 3 h 424"/>
                <a:gd name="T66" fmla="*/ 2 w 246"/>
                <a:gd name="T67" fmla="*/ 3 h 424"/>
                <a:gd name="T68" fmla="*/ 2 w 246"/>
                <a:gd name="T69" fmla="*/ 3 h 424"/>
                <a:gd name="T70" fmla="*/ 2 w 246"/>
                <a:gd name="T71" fmla="*/ 3 h 424"/>
                <a:gd name="T72" fmla="*/ 2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424"/>
                  </a:moveTo>
                  <a:lnTo>
                    <a:pt x="246" y="424"/>
                  </a:lnTo>
                  <a:lnTo>
                    <a:pt x="244" y="382"/>
                  </a:lnTo>
                  <a:lnTo>
                    <a:pt x="241" y="338"/>
                  </a:lnTo>
                  <a:lnTo>
                    <a:pt x="235" y="298"/>
                  </a:lnTo>
                  <a:lnTo>
                    <a:pt x="227" y="261"/>
                  </a:lnTo>
                  <a:lnTo>
                    <a:pt x="216" y="222"/>
                  </a:lnTo>
                  <a:lnTo>
                    <a:pt x="205" y="188"/>
                  </a:lnTo>
                  <a:lnTo>
                    <a:pt x="190" y="155"/>
                  </a:lnTo>
                  <a:lnTo>
                    <a:pt x="174" y="125"/>
                  </a:lnTo>
                  <a:lnTo>
                    <a:pt x="157" y="98"/>
                  </a:lnTo>
                  <a:lnTo>
                    <a:pt x="138" y="73"/>
                  </a:lnTo>
                  <a:lnTo>
                    <a:pt x="118" y="51"/>
                  </a:lnTo>
                  <a:lnTo>
                    <a:pt x="96" y="34"/>
                  </a:lnTo>
                  <a:lnTo>
                    <a:pt x="74" y="18"/>
                  </a:lnTo>
                  <a:lnTo>
                    <a:pt x="50" y="8"/>
                  </a:lnTo>
                  <a:lnTo>
                    <a:pt x="25" y="2"/>
                  </a:lnTo>
                  <a:lnTo>
                    <a:pt x="0" y="0"/>
                  </a:lnTo>
                  <a:lnTo>
                    <a:pt x="0" y="11"/>
                  </a:lnTo>
                  <a:lnTo>
                    <a:pt x="23" y="14"/>
                  </a:lnTo>
                  <a:lnTo>
                    <a:pt x="45" y="19"/>
                  </a:lnTo>
                  <a:lnTo>
                    <a:pt x="67" y="30"/>
                  </a:lnTo>
                  <a:lnTo>
                    <a:pt x="89" y="43"/>
                  </a:lnTo>
                  <a:lnTo>
                    <a:pt x="108" y="60"/>
                  </a:lnTo>
                  <a:lnTo>
                    <a:pt x="128" y="80"/>
                  </a:lnTo>
                  <a:lnTo>
                    <a:pt x="147" y="105"/>
                  </a:lnTo>
                  <a:lnTo>
                    <a:pt x="165" y="132"/>
                  </a:lnTo>
                  <a:lnTo>
                    <a:pt x="179" y="160"/>
                  </a:lnTo>
                  <a:lnTo>
                    <a:pt x="193" y="193"/>
                  </a:lnTo>
                  <a:lnTo>
                    <a:pt x="205" y="227"/>
                  </a:lnTo>
                  <a:lnTo>
                    <a:pt x="215" y="263"/>
                  </a:lnTo>
                  <a:lnTo>
                    <a:pt x="223" y="301"/>
                  </a:lnTo>
                  <a:lnTo>
                    <a:pt x="229" y="341"/>
                  </a:lnTo>
                  <a:lnTo>
                    <a:pt x="233" y="382"/>
                  </a:lnTo>
                  <a:lnTo>
                    <a:pt x="234" y="424"/>
                  </a:lnTo>
                  <a:lnTo>
                    <a:pt x="246"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4123" name="Freeform 57"/>
            <p:cNvSpPr>
              <a:spLocks/>
            </p:cNvSpPr>
            <p:nvPr/>
          </p:nvSpPr>
          <p:spPr bwMode="auto">
            <a:xfrm>
              <a:off x="1140" y="2172"/>
              <a:ext cx="49" cy="85"/>
            </a:xfrm>
            <a:custGeom>
              <a:avLst/>
              <a:gdLst>
                <a:gd name="T0" fmla="*/ 0 w 246"/>
                <a:gd name="T1" fmla="*/ 3 h 426"/>
                <a:gd name="T2" fmla="*/ 0 w 246"/>
                <a:gd name="T3" fmla="*/ 3 h 426"/>
                <a:gd name="T4" fmla="*/ 0 w 246"/>
                <a:gd name="T5" fmla="*/ 3 h 426"/>
                <a:gd name="T6" fmla="*/ 0 w 246"/>
                <a:gd name="T7" fmla="*/ 3 h 426"/>
                <a:gd name="T8" fmla="*/ 1 w 246"/>
                <a:gd name="T9" fmla="*/ 3 h 426"/>
                <a:gd name="T10" fmla="*/ 1 w 246"/>
                <a:gd name="T11" fmla="*/ 3 h 426"/>
                <a:gd name="T12" fmla="*/ 1 w 246"/>
                <a:gd name="T13" fmla="*/ 3 h 426"/>
                <a:gd name="T14" fmla="*/ 1 w 246"/>
                <a:gd name="T15" fmla="*/ 3 h 426"/>
                <a:gd name="T16" fmla="*/ 1 w 246"/>
                <a:gd name="T17" fmla="*/ 3 h 426"/>
                <a:gd name="T18" fmla="*/ 1 w 246"/>
                <a:gd name="T19" fmla="*/ 2 h 426"/>
                <a:gd name="T20" fmla="*/ 2 w 246"/>
                <a:gd name="T21" fmla="*/ 2 h 426"/>
                <a:gd name="T22" fmla="*/ 2 w 246"/>
                <a:gd name="T23" fmla="*/ 2 h 426"/>
                <a:gd name="T24" fmla="*/ 2 w 246"/>
                <a:gd name="T25" fmla="*/ 2 h 426"/>
                <a:gd name="T26" fmla="*/ 2 w 246"/>
                <a:gd name="T27" fmla="*/ 1 h 426"/>
                <a:gd name="T28" fmla="*/ 2 w 246"/>
                <a:gd name="T29" fmla="*/ 1 h 426"/>
                <a:gd name="T30" fmla="*/ 2 w 246"/>
                <a:gd name="T31" fmla="*/ 1 h 426"/>
                <a:gd name="T32" fmla="*/ 2 w 246"/>
                <a:gd name="T33" fmla="*/ 0 h 426"/>
                <a:gd name="T34" fmla="*/ 2 w 246"/>
                <a:gd name="T35" fmla="*/ 0 h 426"/>
                <a:gd name="T36" fmla="*/ 2 w 246"/>
                <a:gd name="T37" fmla="*/ 0 h 426"/>
                <a:gd name="T38" fmla="*/ 2 w 246"/>
                <a:gd name="T39" fmla="*/ 0 h 426"/>
                <a:gd name="T40" fmla="*/ 2 w 246"/>
                <a:gd name="T41" fmla="*/ 1 h 426"/>
                <a:gd name="T42" fmla="*/ 2 w 246"/>
                <a:gd name="T43" fmla="*/ 1 h 426"/>
                <a:gd name="T44" fmla="*/ 2 w 246"/>
                <a:gd name="T45" fmla="*/ 1 h 426"/>
                <a:gd name="T46" fmla="*/ 2 w 246"/>
                <a:gd name="T47" fmla="*/ 2 h 426"/>
                <a:gd name="T48" fmla="*/ 2 w 246"/>
                <a:gd name="T49" fmla="*/ 2 h 426"/>
                <a:gd name="T50" fmla="*/ 1 w 246"/>
                <a:gd name="T51" fmla="*/ 2 h 426"/>
                <a:gd name="T52" fmla="*/ 1 w 246"/>
                <a:gd name="T53" fmla="*/ 2 h 426"/>
                <a:gd name="T54" fmla="*/ 1 w 246"/>
                <a:gd name="T55" fmla="*/ 3 h 426"/>
                <a:gd name="T56" fmla="*/ 1 w 246"/>
                <a:gd name="T57" fmla="*/ 3 h 426"/>
                <a:gd name="T58" fmla="*/ 1 w 246"/>
                <a:gd name="T59" fmla="*/ 3 h 426"/>
                <a:gd name="T60" fmla="*/ 1 w 246"/>
                <a:gd name="T61" fmla="*/ 3 h 426"/>
                <a:gd name="T62" fmla="*/ 1 w 246"/>
                <a:gd name="T63" fmla="*/ 3 h 426"/>
                <a:gd name="T64" fmla="*/ 0 w 246"/>
                <a:gd name="T65" fmla="*/ 3 h 426"/>
                <a:gd name="T66" fmla="*/ 0 w 246"/>
                <a:gd name="T67" fmla="*/ 3 h 426"/>
                <a:gd name="T68" fmla="*/ 0 w 246"/>
                <a:gd name="T69" fmla="*/ 3 h 426"/>
                <a:gd name="T70" fmla="*/ 0 w 246"/>
                <a:gd name="T71" fmla="*/ 3 h 426"/>
                <a:gd name="T72" fmla="*/ 0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426"/>
                  </a:moveTo>
                  <a:lnTo>
                    <a:pt x="0" y="426"/>
                  </a:lnTo>
                  <a:lnTo>
                    <a:pt x="25" y="423"/>
                  </a:lnTo>
                  <a:lnTo>
                    <a:pt x="50" y="417"/>
                  </a:lnTo>
                  <a:lnTo>
                    <a:pt x="74" y="407"/>
                  </a:lnTo>
                  <a:lnTo>
                    <a:pt x="96" y="392"/>
                  </a:lnTo>
                  <a:lnTo>
                    <a:pt x="118" y="373"/>
                  </a:lnTo>
                  <a:lnTo>
                    <a:pt x="138" y="350"/>
                  </a:lnTo>
                  <a:lnTo>
                    <a:pt x="157" y="327"/>
                  </a:lnTo>
                  <a:lnTo>
                    <a:pt x="175" y="299"/>
                  </a:lnTo>
                  <a:lnTo>
                    <a:pt x="190" y="268"/>
                  </a:lnTo>
                  <a:lnTo>
                    <a:pt x="205" y="236"/>
                  </a:lnTo>
                  <a:lnTo>
                    <a:pt x="216" y="202"/>
                  </a:lnTo>
                  <a:lnTo>
                    <a:pt x="227" y="164"/>
                  </a:lnTo>
                  <a:lnTo>
                    <a:pt x="235" y="125"/>
                  </a:lnTo>
                  <a:lnTo>
                    <a:pt x="241" y="86"/>
                  </a:lnTo>
                  <a:lnTo>
                    <a:pt x="244" y="42"/>
                  </a:lnTo>
                  <a:lnTo>
                    <a:pt x="246" y="0"/>
                  </a:lnTo>
                  <a:lnTo>
                    <a:pt x="234" y="0"/>
                  </a:lnTo>
                  <a:lnTo>
                    <a:pt x="233" y="42"/>
                  </a:lnTo>
                  <a:lnTo>
                    <a:pt x="229" y="83"/>
                  </a:lnTo>
                  <a:lnTo>
                    <a:pt x="223" y="123"/>
                  </a:lnTo>
                  <a:lnTo>
                    <a:pt x="215" y="162"/>
                  </a:lnTo>
                  <a:lnTo>
                    <a:pt x="205" y="197"/>
                  </a:lnTo>
                  <a:lnTo>
                    <a:pt x="193" y="231"/>
                  </a:lnTo>
                  <a:lnTo>
                    <a:pt x="179" y="264"/>
                  </a:lnTo>
                  <a:lnTo>
                    <a:pt x="164" y="292"/>
                  </a:lnTo>
                  <a:lnTo>
                    <a:pt x="147" y="320"/>
                  </a:lnTo>
                  <a:lnTo>
                    <a:pt x="128" y="343"/>
                  </a:lnTo>
                  <a:lnTo>
                    <a:pt x="108" y="363"/>
                  </a:lnTo>
                  <a:lnTo>
                    <a:pt x="89" y="382"/>
                  </a:lnTo>
                  <a:lnTo>
                    <a:pt x="67" y="395"/>
                  </a:lnTo>
                  <a:lnTo>
                    <a:pt x="45" y="406"/>
                  </a:lnTo>
                  <a:lnTo>
                    <a:pt x="23" y="411"/>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4124" name="Freeform 58"/>
            <p:cNvSpPr>
              <a:spLocks/>
            </p:cNvSpPr>
            <p:nvPr/>
          </p:nvSpPr>
          <p:spPr bwMode="auto">
            <a:xfrm>
              <a:off x="1091" y="2172"/>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4" y="86"/>
                  </a:lnTo>
                  <a:lnTo>
                    <a:pt x="10" y="125"/>
                  </a:lnTo>
                  <a:lnTo>
                    <a:pt x="18" y="164"/>
                  </a:lnTo>
                  <a:lnTo>
                    <a:pt x="29" y="202"/>
                  </a:lnTo>
                  <a:lnTo>
                    <a:pt x="41" y="236"/>
                  </a:lnTo>
                  <a:lnTo>
                    <a:pt x="55" y="268"/>
                  </a:lnTo>
                  <a:lnTo>
                    <a:pt x="70" y="299"/>
                  </a:lnTo>
                  <a:lnTo>
                    <a:pt x="89" y="327"/>
                  </a:lnTo>
                  <a:lnTo>
                    <a:pt x="106" y="350"/>
                  </a:lnTo>
                  <a:lnTo>
                    <a:pt x="126" y="373"/>
                  </a:lnTo>
                  <a:lnTo>
                    <a:pt x="148" y="392"/>
                  </a:lnTo>
                  <a:lnTo>
                    <a:pt x="171" y="407"/>
                  </a:lnTo>
                  <a:lnTo>
                    <a:pt x="194" y="417"/>
                  </a:lnTo>
                  <a:lnTo>
                    <a:pt x="219" y="423"/>
                  </a:lnTo>
                  <a:lnTo>
                    <a:pt x="245" y="426"/>
                  </a:lnTo>
                  <a:lnTo>
                    <a:pt x="245" y="414"/>
                  </a:lnTo>
                  <a:lnTo>
                    <a:pt x="221" y="411"/>
                  </a:lnTo>
                  <a:lnTo>
                    <a:pt x="199" y="406"/>
                  </a:lnTo>
                  <a:lnTo>
                    <a:pt x="178" y="395"/>
                  </a:lnTo>
                  <a:lnTo>
                    <a:pt x="155" y="382"/>
                  </a:lnTo>
                  <a:lnTo>
                    <a:pt x="136" y="363"/>
                  </a:lnTo>
                  <a:lnTo>
                    <a:pt x="116" y="343"/>
                  </a:lnTo>
                  <a:lnTo>
                    <a:pt x="98" y="320"/>
                  </a:lnTo>
                  <a:lnTo>
                    <a:pt x="82" y="292"/>
                  </a:lnTo>
                  <a:lnTo>
                    <a:pt x="66" y="264"/>
                  </a:lnTo>
                  <a:lnTo>
                    <a:pt x="52" y="231"/>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4125" name="Freeform 59"/>
            <p:cNvSpPr>
              <a:spLocks/>
            </p:cNvSpPr>
            <p:nvPr/>
          </p:nvSpPr>
          <p:spPr bwMode="auto">
            <a:xfrm>
              <a:off x="1091" y="2087"/>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4" y="8"/>
                  </a:lnTo>
                  <a:lnTo>
                    <a:pt x="171" y="18"/>
                  </a:lnTo>
                  <a:lnTo>
                    <a:pt x="148" y="34"/>
                  </a:lnTo>
                  <a:lnTo>
                    <a:pt x="126" y="51"/>
                  </a:lnTo>
                  <a:lnTo>
                    <a:pt x="106" y="73"/>
                  </a:lnTo>
                  <a:lnTo>
                    <a:pt x="89" y="98"/>
                  </a:lnTo>
                  <a:lnTo>
                    <a:pt x="71" y="125"/>
                  </a:lnTo>
                  <a:lnTo>
                    <a:pt x="55" y="155"/>
                  </a:lnTo>
                  <a:lnTo>
                    <a:pt x="41" y="188"/>
                  </a:lnTo>
                  <a:lnTo>
                    <a:pt x="29" y="222"/>
                  </a:lnTo>
                  <a:lnTo>
                    <a:pt x="18" y="261"/>
                  </a:lnTo>
                  <a:lnTo>
                    <a:pt x="10" y="298"/>
                  </a:lnTo>
                  <a:lnTo>
                    <a:pt x="4" y="338"/>
                  </a:lnTo>
                  <a:lnTo>
                    <a:pt x="1" y="382"/>
                  </a:lnTo>
                  <a:lnTo>
                    <a:pt x="0" y="424"/>
                  </a:lnTo>
                  <a:lnTo>
                    <a:pt x="11" y="424"/>
                  </a:lnTo>
                  <a:lnTo>
                    <a:pt x="13" y="382"/>
                  </a:lnTo>
                  <a:lnTo>
                    <a:pt x="16" y="341"/>
                  </a:lnTo>
                  <a:lnTo>
                    <a:pt x="22" y="301"/>
                  </a:lnTo>
                  <a:lnTo>
                    <a:pt x="30" y="263"/>
                  </a:lnTo>
                  <a:lnTo>
                    <a:pt x="41" y="227"/>
                  </a:lnTo>
                  <a:lnTo>
                    <a:pt x="52" y="193"/>
                  </a:lnTo>
                  <a:lnTo>
                    <a:pt x="66" y="160"/>
                  </a:lnTo>
                  <a:lnTo>
                    <a:pt x="80" y="132"/>
                  </a:lnTo>
                  <a:lnTo>
                    <a:pt x="98" y="105"/>
                  </a:lnTo>
                  <a:lnTo>
                    <a:pt x="116" y="80"/>
                  </a:lnTo>
                  <a:lnTo>
                    <a:pt x="136" y="60"/>
                  </a:lnTo>
                  <a:lnTo>
                    <a:pt x="155" y="43"/>
                  </a:lnTo>
                  <a:lnTo>
                    <a:pt x="178" y="30"/>
                  </a:lnTo>
                  <a:lnTo>
                    <a:pt x="199" y="19"/>
                  </a:lnTo>
                  <a:lnTo>
                    <a:pt x="221" y="14"/>
                  </a:lnTo>
                  <a:lnTo>
                    <a:pt x="245" y="11"/>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4126" name="Freeform 60"/>
            <p:cNvSpPr>
              <a:spLocks/>
            </p:cNvSpPr>
            <p:nvPr/>
          </p:nvSpPr>
          <p:spPr bwMode="auto">
            <a:xfrm>
              <a:off x="1392" y="2118"/>
              <a:ext cx="49" cy="85"/>
            </a:xfrm>
            <a:custGeom>
              <a:avLst/>
              <a:gdLst>
                <a:gd name="T0" fmla="*/ 2 w 246"/>
                <a:gd name="T1" fmla="*/ 3 h 426"/>
                <a:gd name="T2" fmla="*/ 2 w 246"/>
                <a:gd name="T3" fmla="*/ 3 h 426"/>
                <a:gd name="T4" fmla="*/ 2 w 246"/>
                <a:gd name="T5" fmla="*/ 3 h 426"/>
                <a:gd name="T6" fmla="*/ 2 w 246"/>
                <a:gd name="T7" fmla="*/ 3 h 426"/>
                <a:gd name="T8" fmla="*/ 2 w 246"/>
                <a:gd name="T9" fmla="*/ 2 h 426"/>
                <a:gd name="T10" fmla="*/ 2 w 246"/>
                <a:gd name="T11" fmla="*/ 2 h 426"/>
                <a:gd name="T12" fmla="*/ 2 w 246"/>
                <a:gd name="T13" fmla="*/ 2 h 426"/>
                <a:gd name="T14" fmla="*/ 2 w 246"/>
                <a:gd name="T15" fmla="*/ 2 h 426"/>
                <a:gd name="T16" fmla="*/ 2 w 246"/>
                <a:gd name="T17" fmla="*/ 1 h 426"/>
                <a:gd name="T18" fmla="*/ 1 w 246"/>
                <a:gd name="T19" fmla="*/ 1 h 426"/>
                <a:gd name="T20" fmla="*/ 1 w 246"/>
                <a:gd name="T21" fmla="*/ 1 h 426"/>
                <a:gd name="T22" fmla="*/ 1 w 246"/>
                <a:gd name="T23" fmla="*/ 1 h 426"/>
                <a:gd name="T24" fmla="*/ 1 w 246"/>
                <a:gd name="T25" fmla="*/ 0 h 426"/>
                <a:gd name="T26" fmla="*/ 1 w 246"/>
                <a:gd name="T27" fmla="*/ 0 h 426"/>
                <a:gd name="T28" fmla="*/ 1 w 246"/>
                <a:gd name="T29" fmla="*/ 0 h 426"/>
                <a:gd name="T30" fmla="*/ 0 w 246"/>
                <a:gd name="T31" fmla="*/ 0 h 426"/>
                <a:gd name="T32" fmla="*/ 0 w 246"/>
                <a:gd name="T33" fmla="*/ 0 h 426"/>
                <a:gd name="T34" fmla="*/ 0 w 246"/>
                <a:gd name="T35" fmla="*/ 0 h 426"/>
                <a:gd name="T36" fmla="*/ 0 w 246"/>
                <a:gd name="T37" fmla="*/ 0 h 426"/>
                <a:gd name="T38" fmla="*/ 0 w 246"/>
                <a:gd name="T39" fmla="*/ 0 h 426"/>
                <a:gd name="T40" fmla="*/ 0 w 246"/>
                <a:gd name="T41" fmla="*/ 0 h 426"/>
                <a:gd name="T42" fmla="*/ 1 w 246"/>
                <a:gd name="T43" fmla="*/ 0 h 426"/>
                <a:gd name="T44" fmla="*/ 1 w 246"/>
                <a:gd name="T45" fmla="*/ 0 h 426"/>
                <a:gd name="T46" fmla="*/ 1 w 246"/>
                <a:gd name="T47" fmla="*/ 1 h 426"/>
                <a:gd name="T48" fmla="*/ 1 w 246"/>
                <a:gd name="T49" fmla="*/ 1 h 426"/>
                <a:gd name="T50" fmla="*/ 1 w 246"/>
                <a:gd name="T51" fmla="*/ 1 h 426"/>
                <a:gd name="T52" fmla="*/ 1 w 246"/>
                <a:gd name="T53" fmla="*/ 1 h 426"/>
                <a:gd name="T54" fmla="*/ 1 w 246"/>
                <a:gd name="T55" fmla="*/ 1 h 426"/>
                <a:gd name="T56" fmla="*/ 2 w 246"/>
                <a:gd name="T57" fmla="*/ 2 h 426"/>
                <a:gd name="T58" fmla="*/ 2 w 246"/>
                <a:gd name="T59" fmla="*/ 2 h 426"/>
                <a:gd name="T60" fmla="*/ 2 w 246"/>
                <a:gd name="T61" fmla="*/ 2 h 426"/>
                <a:gd name="T62" fmla="*/ 2 w 246"/>
                <a:gd name="T63" fmla="*/ 2 h 426"/>
                <a:gd name="T64" fmla="*/ 2 w 246"/>
                <a:gd name="T65" fmla="*/ 3 h 426"/>
                <a:gd name="T66" fmla="*/ 2 w 246"/>
                <a:gd name="T67" fmla="*/ 3 h 426"/>
                <a:gd name="T68" fmla="*/ 2 w 246"/>
                <a:gd name="T69" fmla="*/ 3 h 426"/>
                <a:gd name="T70" fmla="*/ 2 w 246"/>
                <a:gd name="T71" fmla="*/ 3 h 426"/>
                <a:gd name="T72" fmla="*/ 2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246" y="426"/>
                  </a:moveTo>
                  <a:lnTo>
                    <a:pt x="246" y="426"/>
                  </a:lnTo>
                  <a:lnTo>
                    <a:pt x="245" y="384"/>
                  </a:lnTo>
                  <a:lnTo>
                    <a:pt x="242" y="340"/>
                  </a:lnTo>
                  <a:lnTo>
                    <a:pt x="236" y="301"/>
                  </a:lnTo>
                  <a:lnTo>
                    <a:pt x="228" y="262"/>
                  </a:lnTo>
                  <a:lnTo>
                    <a:pt x="217" y="224"/>
                  </a:lnTo>
                  <a:lnTo>
                    <a:pt x="205" y="190"/>
                  </a:lnTo>
                  <a:lnTo>
                    <a:pt x="191" y="158"/>
                  </a:lnTo>
                  <a:lnTo>
                    <a:pt x="176" y="126"/>
                  </a:lnTo>
                  <a:lnTo>
                    <a:pt x="157" y="99"/>
                  </a:lnTo>
                  <a:lnTo>
                    <a:pt x="139" y="75"/>
                  </a:lnTo>
                  <a:lnTo>
                    <a:pt x="119" y="53"/>
                  </a:lnTo>
                  <a:lnTo>
                    <a:pt x="96" y="34"/>
                  </a:lnTo>
                  <a:lnTo>
                    <a:pt x="75" y="19"/>
                  </a:lnTo>
                  <a:lnTo>
                    <a:pt x="51" y="9"/>
                  </a:lnTo>
                  <a:lnTo>
                    <a:pt x="26" y="3"/>
                  </a:lnTo>
                  <a:lnTo>
                    <a:pt x="0" y="0"/>
                  </a:lnTo>
                  <a:lnTo>
                    <a:pt x="0" y="12"/>
                  </a:lnTo>
                  <a:lnTo>
                    <a:pt x="24" y="15"/>
                  </a:lnTo>
                  <a:lnTo>
                    <a:pt x="46" y="20"/>
                  </a:lnTo>
                  <a:lnTo>
                    <a:pt x="68" y="31"/>
                  </a:lnTo>
                  <a:lnTo>
                    <a:pt x="89" y="44"/>
                  </a:lnTo>
                  <a:lnTo>
                    <a:pt x="109" y="63"/>
                  </a:lnTo>
                  <a:lnTo>
                    <a:pt x="129" y="83"/>
                  </a:lnTo>
                  <a:lnTo>
                    <a:pt x="148" y="106"/>
                  </a:lnTo>
                  <a:lnTo>
                    <a:pt x="164" y="133"/>
                  </a:lnTo>
                  <a:lnTo>
                    <a:pt x="180" y="162"/>
                  </a:lnTo>
                  <a:lnTo>
                    <a:pt x="194" y="195"/>
                  </a:lnTo>
                  <a:lnTo>
                    <a:pt x="205" y="229"/>
                  </a:lnTo>
                  <a:lnTo>
                    <a:pt x="216" y="264"/>
                  </a:lnTo>
                  <a:lnTo>
                    <a:pt x="224" y="303"/>
                  </a:lnTo>
                  <a:lnTo>
                    <a:pt x="230" y="343"/>
                  </a:lnTo>
                  <a:lnTo>
                    <a:pt x="233" y="384"/>
                  </a:lnTo>
                  <a:lnTo>
                    <a:pt x="235" y="426"/>
                  </a:lnTo>
                  <a:lnTo>
                    <a:pt x="246"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4127" name="Freeform 61"/>
            <p:cNvSpPr>
              <a:spLocks/>
            </p:cNvSpPr>
            <p:nvPr/>
          </p:nvSpPr>
          <p:spPr bwMode="auto">
            <a:xfrm>
              <a:off x="1392" y="2203"/>
              <a:ext cx="49" cy="85"/>
            </a:xfrm>
            <a:custGeom>
              <a:avLst/>
              <a:gdLst>
                <a:gd name="T0" fmla="*/ 0 w 246"/>
                <a:gd name="T1" fmla="*/ 3 h 424"/>
                <a:gd name="T2" fmla="*/ 0 w 246"/>
                <a:gd name="T3" fmla="*/ 3 h 424"/>
                <a:gd name="T4" fmla="*/ 0 w 246"/>
                <a:gd name="T5" fmla="*/ 3 h 424"/>
                <a:gd name="T6" fmla="*/ 0 w 246"/>
                <a:gd name="T7" fmla="*/ 3 h 424"/>
                <a:gd name="T8" fmla="*/ 1 w 246"/>
                <a:gd name="T9" fmla="*/ 3 h 424"/>
                <a:gd name="T10" fmla="*/ 1 w 246"/>
                <a:gd name="T11" fmla="*/ 3 h 424"/>
                <a:gd name="T12" fmla="*/ 1 w 246"/>
                <a:gd name="T13" fmla="*/ 3 h 424"/>
                <a:gd name="T14" fmla="*/ 1 w 246"/>
                <a:gd name="T15" fmla="*/ 3 h 424"/>
                <a:gd name="T16" fmla="*/ 1 w 246"/>
                <a:gd name="T17" fmla="*/ 3 h 424"/>
                <a:gd name="T18" fmla="*/ 1 w 246"/>
                <a:gd name="T19" fmla="*/ 2 h 424"/>
                <a:gd name="T20" fmla="*/ 2 w 246"/>
                <a:gd name="T21" fmla="*/ 2 h 424"/>
                <a:gd name="T22" fmla="*/ 2 w 246"/>
                <a:gd name="T23" fmla="*/ 2 h 424"/>
                <a:gd name="T24" fmla="*/ 2 w 246"/>
                <a:gd name="T25" fmla="*/ 2 h 424"/>
                <a:gd name="T26" fmla="*/ 2 w 246"/>
                <a:gd name="T27" fmla="*/ 1 h 424"/>
                <a:gd name="T28" fmla="*/ 2 w 246"/>
                <a:gd name="T29" fmla="*/ 1 h 424"/>
                <a:gd name="T30" fmla="*/ 2 w 246"/>
                <a:gd name="T31" fmla="*/ 1 h 424"/>
                <a:gd name="T32" fmla="*/ 2 w 246"/>
                <a:gd name="T33" fmla="*/ 0 h 424"/>
                <a:gd name="T34" fmla="*/ 2 w 246"/>
                <a:gd name="T35" fmla="*/ 0 h 424"/>
                <a:gd name="T36" fmla="*/ 2 w 246"/>
                <a:gd name="T37" fmla="*/ 0 h 424"/>
                <a:gd name="T38" fmla="*/ 2 w 246"/>
                <a:gd name="T39" fmla="*/ 0 h 424"/>
                <a:gd name="T40" fmla="*/ 2 w 246"/>
                <a:gd name="T41" fmla="*/ 1 h 424"/>
                <a:gd name="T42" fmla="*/ 2 w 246"/>
                <a:gd name="T43" fmla="*/ 1 h 424"/>
                <a:gd name="T44" fmla="*/ 2 w 246"/>
                <a:gd name="T45" fmla="*/ 1 h 424"/>
                <a:gd name="T46" fmla="*/ 2 w 246"/>
                <a:gd name="T47" fmla="*/ 2 h 424"/>
                <a:gd name="T48" fmla="*/ 2 w 246"/>
                <a:gd name="T49" fmla="*/ 2 h 424"/>
                <a:gd name="T50" fmla="*/ 1 w 246"/>
                <a:gd name="T51" fmla="*/ 2 h 424"/>
                <a:gd name="T52" fmla="*/ 1 w 246"/>
                <a:gd name="T53" fmla="*/ 2 h 424"/>
                <a:gd name="T54" fmla="*/ 1 w 246"/>
                <a:gd name="T55" fmla="*/ 3 h 424"/>
                <a:gd name="T56" fmla="*/ 1 w 246"/>
                <a:gd name="T57" fmla="*/ 3 h 424"/>
                <a:gd name="T58" fmla="*/ 1 w 246"/>
                <a:gd name="T59" fmla="*/ 3 h 424"/>
                <a:gd name="T60" fmla="*/ 1 w 246"/>
                <a:gd name="T61" fmla="*/ 3 h 424"/>
                <a:gd name="T62" fmla="*/ 1 w 246"/>
                <a:gd name="T63" fmla="*/ 3 h 424"/>
                <a:gd name="T64" fmla="*/ 0 w 246"/>
                <a:gd name="T65" fmla="*/ 3 h 424"/>
                <a:gd name="T66" fmla="*/ 0 w 246"/>
                <a:gd name="T67" fmla="*/ 3 h 424"/>
                <a:gd name="T68" fmla="*/ 0 w 246"/>
                <a:gd name="T69" fmla="*/ 3 h 424"/>
                <a:gd name="T70" fmla="*/ 0 w 246"/>
                <a:gd name="T71" fmla="*/ 3 h 424"/>
                <a:gd name="T72" fmla="*/ 0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0" y="424"/>
                  </a:moveTo>
                  <a:lnTo>
                    <a:pt x="0" y="424"/>
                  </a:lnTo>
                  <a:lnTo>
                    <a:pt x="26" y="422"/>
                  </a:lnTo>
                  <a:lnTo>
                    <a:pt x="51" y="416"/>
                  </a:lnTo>
                  <a:lnTo>
                    <a:pt x="75" y="406"/>
                  </a:lnTo>
                  <a:lnTo>
                    <a:pt x="96" y="390"/>
                  </a:lnTo>
                  <a:lnTo>
                    <a:pt x="119" y="373"/>
                  </a:lnTo>
                  <a:lnTo>
                    <a:pt x="139" y="351"/>
                  </a:lnTo>
                  <a:lnTo>
                    <a:pt x="157" y="326"/>
                  </a:lnTo>
                  <a:lnTo>
                    <a:pt x="175" y="299"/>
                  </a:lnTo>
                  <a:lnTo>
                    <a:pt x="191" y="269"/>
                  </a:lnTo>
                  <a:lnTo>
                    <a:pt x="205" y="236"/>
                  </a:lnTo>
                  <a:lnTo>
                    <a:pt x="217" y="202"/>
                  </a:lnTo>
                  <a:lnTo>
                    <a:pt x="228" y="163"/>
                  </a:lnTo>
                  <a:lnTo>
                    <a:pt x="236" y="125"/>
                  </a:lnTo>
                  <a:lnTo>
                    <a:pt x="242" y="86"/>
                  </a:lnTo>
                  <a:lnTo>
                    <a:pt x="245" y="42"/>
                  </a:lnTo>
                  <a:lnTo>
                    <a:pt x="246" y="0"/>
                  </a:lnTo>
                  <a:lnTo>
                    <a:pt x="235" y="0"/>
                  </a:lnTo>
                  <a:lnTo>
                    <a:pt x="233" y="42"/>
                  </a:lnTo>
                  <a:lnTo>
                    <a:pt x="230" y="83"/>
                  </a:lnTo>
                  <a:lnTo>
                    <a:pt x="224" y="123"/>
                  </a:lnTo>
                  <a:lnTo>
                    <a:pt x="216" y="161"/>
                  </a:lnTo>
                  <a:lnTo>
                    <a:pt x="205" y="197"/>
                  </a:lnTo>
                  <a:lnTo>
                    <a:pt x="194" y="231"/>
                  </a:lnTo>
                  <a:lnTo>
                    <a:pt x="180" y="264"/>
                  </a:lnTo>
                  <a:lnTo>
                    <a:pt x="166" y="292"/>
                  </a:lnTo>
                  <a:lnTo>
                    <a:pt x="148" y="319"/>
                  </a:lnTo>
                  <a:lnTo>
                    <a:pt x="129" y="344"/>
                  </a:lnTo>
                  <a:lnTo>
                    <a:pt x="109" y="364"/>
                  </a:lnTo>
                  <a:lnTo>
                    <a:pt x="89" y="381"/>
                  </a:lnTo>
                  <a:lnTo>
                    <a:pt x="68" y="394"/>
                  </a:lnTo>
                  <a:lnTo>
                    <a:pt x="46" y="405"/>
                  </a:lnTo>
                  <a:lnTo>
                    <a:pt x="24" y="410"/>
                  </a:lnTo>
                  <a:lnTo>
                    <a:pt x="0" y="413"/>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4128" name="Freeform 62"/>
            <p:cNvSpPr>
              <a:spLocks/>
            </p:cNvSpPr>
            <p:nvPr/>
          </p:nvSpPr>
          <p:spPr bwMode="auto">
            <a:xfrm>
              <a:off x="1343" y="2203"/>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2" y="42"/>
                  </a:lnTo>
                  <a:lnTo>
                    <a:pt x="5" y="86"/>
                  </a:lnTo>
                  <a:lnTo>
                    <a:pt x="11" y="125"/>
                  </a:lnTo>
                  <a:lnTo>
                    <a:pt x="19" y="163"/>
                  </a:lnTo>
                  <a:lnTo>
                    <a:pt x="30" y="202"/>
                  </a:lnTo>
                  <a:lnTo>
                    <a:pt x="41" y="236"/>
                  </a:lnTo>
                  <a:lnTo>
                    <a:pt x="56" y="269"/>
                  </a:lnTo>
                  <a:lnTo>
                    <a:pt x="72" y="299"/>
                  </a:lnTo>
                  <a:lnTo>
                    <a:pt x="90" y="326"/>
                  </a:lnTo>
                  <a:lnTo>
                    <a:pt x="108" y="351"/>
                  </a:lnTo>
                  <a:lnTo>
                    <a:pt x="127" y="373"/>
                  </a:lnTo>
                  <a:lnTo>
                    <a:pt x="149" y="390"/>
                  </a:lnTo>
                  <a:lnTo>
                    <a:pt x="172" y="406"/>
                  </a:lnTo>
                  <a:lnTo>
                    <a:pt x="195" y="416"/>
                  </a:lnTo>
                  <a:lnTo>
                    <a:pt x="220" y="422"/>
                  </a:lnTo>
                  <a:lnTo>
                    <a:pt x="245" y="424"/>
                  </a:lnTo>
                  <a:lnTo>
                    <a:pt x="245" y="413"/>
                  </a:lnTo>
                  <a:lnTo>
                    <a:pt x="222" y="410"/>
                  </a:lnTo>
                  <a:lnTo>
                    <a:pt x="200" y="405"/>
                  </a:lnTo>
                  <a:lnTo>
                    <a:pt x="179" y="394"/>
                  </a:lnTo>
                  <a:lnTo>
                    <a:pt x="156" y="381"/>
                  </a:lnTo>
                  <a:lnTo>
                    <a:pt x="136" y="364"/>
                  </a:lnTo>
                  <a:lnTo>
                    <a:pt x="118" y="344"/>
                  </a:lnTo>
                  <a:lnTo>
                    <a:pt x="99" y="319"/>
                  </a:lnTo>
                  <a:lnTo>
                    <a:pt x="81" y="292"/>
                  </a:lnTo>
                  <a:lnTo>
                    <a:pt x="67" y="264"/>
                  </a:lnTo>
                  <a:lnTo>
                    <a:pt x="53" y="231"/>
                  </a:lnTo>
                  <a:lnTo>
                    <a:pt x="41" y="197"/>
                  </a:lnTo>
                  <a:lnTo>
                    <a:pt x="31" y="161"/>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4129" name="Freeform 63"/>
            <p:cNvSpPr>
              <a:spLocks/>
            </p:cNvSpPr>
            <p:nvPr/>
          </p:nvSpPr>
          <p:spPr bwMode="auto">
            <a:xfrm>
              <a:off x="1343" y="2118"/>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1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20" y="3"/>
                  </a:lnTo>
                  <a:lnTo>
                    <a:pt x="195" y="9"/>
                  </a:lnTo>
                  <a:lnTo>
                    <a:pt x="172" y="19"/>
                  </a:lnTo>
                  <a:lnTo>
                    <a:pt x="149" y="34"/>
                  </a:lnTo>
                  <a:lnTo>
                    <a:pt x="127" y="53"/>
                  </a:lnTo>
                  <a:lnTo>
                    <a:pt x="108" y="75"/>
                  </a:lnTo>
                  <a:lnTo>
                    <a:pt x="90" y="99"/>
                  </a:lnTo>
                  <a:lnTo>
                    <a:pt x="71" y="126"/>
                  </a:lnTo>
                  <a:lnTo>
                    <a:pt x="56" y="158"/>
                  </a:lnTo>
                  <a:lnTo>
                    <a:pt x="41" y="190"/>
                  </a:lnTo>
                  <a:lnTo>
                    <a:pt x="30" y="224"/>
                  </a:lnTo>
                  <a:lnTo>
                    <a:pt x="19" y="262"/>
                  </a:lnTo>
                  <a:lnTo>
                    <a:pt x="11" y="301"/>
                  </a:lnTo>
                  <a:lnTo>
                    <a:pt x="5" y="340"/>
                  </a:lnTo>
                  <a:lnTo>
                    <a:pt x="2" y="384"/>
                  </a:lnTo>
                  <a:lnTo>
                    <a:pt x="0" y="426"/>
                  </a:lnTo>
                  <a:lnTo>
                    <a:pt x="12" y="426"/>
                  </a:lnTo>
                  <a:lnTo>
                    <a:pt x="13" y="384"/>
                  </a:lnTo>
                  <a:lnTo>
                    <a:pt x="17" y="343"/>
                  </a:lnTo>
                  <a:lnTo>
                    <a:pt x="23" y="303"/>
                  </a:lnTo>
                  <a:lnTo>
                    <a:pt x="31" y="264"/>
                  </a:lnTo>
                  <a:lnTo>
                    <a:pt x="41" y="229"/>
                  </a:lnTo>
                  <a:lnTo>
                    <a:pt x="53" y="195"/>
                  </a:lnTo>
                  <a:lnTo>
                    <a:pt x="67" y="162"/>
                  </a:lnTo>
                  <a:lnTo>
                    <a:pt x="82" y="133"/>
                  </a:lnTo>
                  <a:lnTo>
                    <a:pt x="99" y="106"/>
                  </a:lnTo>
                  <a:lnTo>
                    <a:pt x="118" y="83"/>
                  </a:lnTo>
                  <a:lnTo>
                    <a:pt x="136" y="63"/>
                  </a:lnTo>
                  <a:lnTo>
                    <a:pt x="156" y="44"/>
                  </a:lnTo>
                  <a:lnTo>
                    <a:pt x="179" y="31"/>
                  </a:lnTo>
                  <a:lnTo>
                    <a:pt x="200" y="20"/>
                  </a:lnTo>
                  <a:lnTo>
                    <a:pt x="222" y="15"/>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4130" name="Freeform 64"/>
            <p:cNvSpPr>
              <a:spLocks/>
            </p:cNvSpPr>
            <p:nvPr/>
          </p:nvSpPr>
          <p:spPr bwMode="auto">
            <a:xfrm>
              <a:off x="1384" y="1859"/>
              <a:ext cx="49" cy="84"/>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1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3" y="382"/>
                  </a:lnTo>
                  <a:lnTo>
                    <a:pt x="240" y="339"/>
                  </a:lnTo>
                  <a:lnTo>
                    <a:pt x="234" y="299"/>
                  </a:lnTo>
                  <a:lnTo>
                    <a:pt x="226" y="261"/>
                  </a:lnTo>
                  <a:lnTo>
                    <a:pt x="215" y="222"/>
                  </a:lnTo>
                  <a:lnTo>
                    <a:pt x="204" y="188"/>
                  </a:lnTo>
                  <a:lnTo>
                    <a:pt x="189" y="156"/>
                  </a:lnTo>
                  <a:lnTo>
                    <a:pt x="173" y="125"/>
                  </a:lnTo>
                  <a:lnTo>
                    <a:pt x="155" y="98"/>
                  </a:lnTo>
                  <a:lnTo>
                    <a:pt x="138" y="74"/>
                  </a:lnTo>
                  <a:lnTo>
                    <a:pt x="118" y="51"/>
                  </a:lnTo>
                  <a:lnTo>
                    <a:pt x="96" y="34"/>
                  </a:lnTo>
                  <a:lnTo>
                    <a:pt x="73" y="18"/>
                  </a:lnTo>
                  <a:lnTo>
                    <a:pt x="50" y="8"/>
                  </a:lnTo>
                  <a:lnTo>
                    <a:pt x="25" y="2"/>
                  </a:lnTo>
                  <a:lnTo>
                    <a:pt x="0" y="0"/>
                  </a:lnTo>
                  <a:lnTo>
                    <a:pt x="0" y="11"/>
                  </a:lnTo>
                  <a:lnTo>
                    <a:pt x="23" y="14"/>
                  </a:lnTo>
                  <a:lnTo>
                    <a:pt x="45" y="20"/>
                  </a:lnTo>
                  <a:lnTo>
                    <a:pt x="66" y="30"/>
                  </a:lnTo>
                  <a:lnTo>
                    <a:pt x="89" y="43"/>
                  </a:lnTo>
                  <a:lnTo>
                    <a:pt x="109" y="61"/>
                  </a:lnTo>
                  <a:lnTo>
                    <a:pt x="129" y="81"/>
                  </a:lnTo>
                  <a:lnTo>
                    <a:pt x="146" y="105"/>
                  </a:lnTo>
                  <a:lnTo>
                    <a:pt x="164" y="132"/>
                  </a:lnTo>
                  <a:lnTo>
                    <a:pt x="178" y="160"/>
                  </a:lnTo>
                  <a:lnTo>
                    <a:pt x="192" y="193"/>
                  </a:lnTo>
                  <a:lnTo>
                    <a:pt x="204" y="227"/>
                  </a:lnTo>
                  <a:lnTo>
                    <a:pt x="214" y="264"/>
                  </a:lnTo>
                  <a:lnTo>
                    <a:pt x="222" y="301"/>
                  </a:lnTo>
                  <a:lnTo>
                    <a:pt x="228"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4131" name="Freeform 65"/>
            <p:cNvSpPr>
              <a:spLocks/>
            </p:cNvSpPr>
            <p:nvPr/>
          </p:nvSpPr>
          <p:spPr bwMode="auto">
            <a:xfrm>
              <a:off x="1384" y="1943"/>
              <a:ext cx="49" cy="86"/>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5" y="423"/>
                  </a:lnTo>
                  <a:lnTo>
                    <a:pt x="50" y="418"/>
                  </a:lnTo>
                  <a:lnTo>
                    <a:pt x="73" y="407"/>
                  </a:lnTo>
                  <a:lnTo>
                    <a:pt x="96" y="392"/>
                  </a:lnTo>
                  <a:lnTo>
                    <a:pt x="118" y="374"/>
                  </a:lnTo>
                  <a:lnTo>
                    <a:pt x="138" y="352"/>
                  </a:lnTo>
                  <a:lnTo>
                    <a:pt x="155" y="327"/>
                  </a:lnTo>
                  <a:lnTo>
                    <a:pt x="174" y="300"/>
                  </a:lnTo>
                  <a:lnTo>
                    <a:pt x="189" y="269"/>
                  </a:lnTo>
                  <a:lnTo>
                    <a:pt x="204" y="237"/>
                  </a:lnTo>
                  <a:lnTo>
                    <a:pt x="215" y="202"/>
                  </a:lnTo>
                  <a:lnTo>
                    <a:pt x="226" y="164"/>
                  </a:lnTo>
                  <a:lnTo>
                    <a:pt x="234" y="126"/>
                  </a:lnTo>
                  <a:lnTo>
                    <a:pt x="240" y="86"/>
                  </a:lnTo>
                  <a:lnTo>
                    <a:pt x="243" y="42"/>
                  </a:lnTo>
                  <a:lnTo>
                    <a:pt x="245" y="0"/>
                  </a:lnTo>
                  <a:lnTo>
                    <a:pt x="233" y="0"/>
                  </a:lnTo>
                  <a:lnTo>
                    <a:pt x="232" y="42"/>
                  </a:lnTo>
                  <a:lnTo>
                    <a:pt x="228" y="83"/>
                  </a:lnTo>
                  <a:lnTo>
                    <a:pt x="222" y="123"/>
                  </a:lnTo>
                  <a:lnTo>
                    <a:pt x="214" y="162"/>
                  </a:lnTo>
                  <a:lnTo>
                    <a:pt x="204" y="197"/>
                  </a:lnTo>
                  <a:lnTo>
                    <a:pt x="192" y="232"/>
                  </a:lnTo>
                  <a:lnTo>
                    <a:pt x="178" y="264"/>
                  </a:lnTo>
                  <a:lnTo>
                    <a:pt x="163" y="293"/>
                  </a:lnTo>
                  <a:lnTo>
                    <a:pt x="146" y="320"/>
                  </a:lnTo>
                  <a:lnTo>
                    <a:pt x="129" y="345"/>
                  </a:lnTo>
                  <a:lnTo>
                    <a:pt x="109" y="365"/>
                  </a:lnTo>
                  <a:lnTo>
                    <a:pt x="89" y="382"/>
                  </a:lnTo>
                  <a:lnTo>
                    <a:pt x="66" y="395"/>
                  </a:lnTo>
                  <a:lnTo>
                    <a:pt x="45" y="406"/>
                  </a:lnTo>
                  <a:lnTo>
                    <a:pt x="23"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4132" name="Freeform 66"/>
            <p:cNvSpPr>
              <a:spLocks/>
            </p:cNvSpPr>
            <p:nvPr/>
          </p:nvSpPr>
          <p:spPr bwMode="auto">
            <a:xfrm>
              <a:off x="1335" y="1943"/>
              <a:ext cx="49" cy="86"/>
            </a:xfrm>
            <a:custGeom>
              <a:avLst/>
              <a:gdLst>
                <a:gd name="T0" fmla="*/ 0 w 246"/>
                <a:gd name="T1" fmla="*/ 0 h 426"/>
                <a:gd name="T2" fmla="*/ 0 w 246"/>
                <a:gd name="T3" fmla="*/ 0 h 426"/>
                <a:gd name="T4" fmla="*/ 0 w 246"/>
                <a:gd name="T5" fmla="*/ 0 h 426"/>
                <a:gd name="T6" fmla="*/ 0 w 246"/>
                <a:gd name="T7" fmla="*/ 1 h 426"/>
                <a:gd name="T8" fmla="*/ 0 w 246"/>
                <a:gd name="T9" fmla="*/ 1 h 426"/>
                <a:gd name="T10" fmla="*/ 0 w 246"/>
                <a:gd name="T11" fmla="*/ 1 h 426"/>
                <a:gd name="T12" fmla="*/ 0 w 246"/>
                <a:gd name="T13" fmla="*/ 2 h 426"/>
                <a:gd name="T14" fmla="*/ 0 w 246"/>
                <a:gd name="T15" fmla="*/ 2 h 426"/>
                <a:gd name="T16" fmla="*/ 0 w 246"/>
                <a:gd name="T17" fmla="*/ 2 h 426"/>
                <a:gd name="T18" fmla="*/ 1 w 246"/>
                <a:gd name="T19" fmla="*/ 2 h 426"/>
                <a:gd name="T20" fmla="*/ 1 w 246"/>
                <a:gd name="T21" fmla="*/ 3 h 426"/>
                <a:gd name="T22" fmla="*/ 1 w 246"/>
                <a:gd name="T23" fmla="*/ 3 h 426"/>
                <a:gd name="T24" fmla="*/ 1 w 246"/>
                <a:gd name="T25" fmla="*/ 3 h 426"/>
                <a:gd name="T26" fmla="*/ 1 w 246"/>
                <a:gd name="T27" fmla="*/ 3 h 426"/>
                <a:gd name="T28" fmla="*/ 1 w 246"/>
                <a:gd name="T29" fmla="*/ 3 h 426"/>
                <a:gd name="T30" fmla="*/ 2 w 246"/>
                <a:gd name="T31" fmla="*/ 3 h 426"/>
                <a:gd name="T32" fmla="*/ 2 w 246"/>
                <a:gd name="T33" fmla="*/ 3 h 426"/>
                <a:gd name="T34" fmla="*/ 2 w 246"/>
                <a:gd name="T35" fmla="*/ 3 h 426"/>
                <a:gd name="T36" fmla="*/ 2 w 246"/>
                <a:gd name="T37" fmla="*/ 3 h 426"/>
                <a:gd name="T38" fmla="*/ 2 w 246"/>
                <a:gd name="T39" fmla="*/ 3 h 426"/>
                <a:gd name="T40" fmla="*/ 2 w 246"/>
                <a:gd name="T41" fmla="*/ 3 h 426"/>
                <a:gd name="T42" fmla="*/ 1 w 246"/>
                <a:gd name="T43" fmla="*/ 3 h 426"/>
                <a:gd name="T44" fmla="*/ 1 w 246"/>
                <a:gd name="T45" fmla="*/ 3 h 426"/>
                <a:gd name="T46" fmla="*/ 1 w 246"/>
                <a:gd name="T47" fmla="*/ 3 h 426"/>
                <a:gd name="T48" fmla="*/ 1 w 246"/>
                <a:gd name="T49" fmla="*/ 3 h 426"/>
                <a:gd name="T50" fmla="*/ 1 w 246"/>
                <a:gd name="T51" fmla="*/ 3 h 426"/>
                <a:gd name="T52" fmla="*/ 1 w 246"/>
                <a:gd name="T53" fmla="*/ 2 h 426"/>
                <a:gd name="T54" fmla="*/ 1 w 246"/>
                <a:gd name="T55" fmla="*/ 2 h 426"/>
                <a:gd name="T56" fmla="*/ 0 w 246"/>
                <a:gd name="T57" fmla="*/ 2 h 426"/>
                <a:gd name="T58" fmla="*/ 0 w 246"/>
                <a:gd name="T59" fmla="*/ 2 h 426"/>
                <a:gd name="T60" fmla="*/ 0 w 246"/>
                <a:gd name="T61" fmla="*/ 1 h 426"/>
                <a:gd name="T62" fmla="*/ 0 w 246"/>
                <a:gd name="T63" fmla="*/ 1 h 426"/>
                <a:gd name="T64" fmla="*/ 0 w 246"/>
                <a:gd name="T65" fmla="*/ 1 h 426"/>
                <a:gd name="T66" fmla="*/ 0 w 246"/>
                <a:gd name="T67" fmla="*/ 0 h 426"/>
                <a:gd name="T68" fmla="*/ 0 w 246"/>
                <a:gd name="T69" fmla="*/ 0 h 426"/>
                <a:gd name="T70" fmla="*/ 0 w 246"/>
                <a:gd name="T71" fmla="*/ 0 h 426"/>
                <a:gd name="T72" fmla="*/ 0 w 246"/>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0"/>
                  </a:moveTo>
                  <a:lnTo>
                    <a:pt x="0" y="0"/>
                  </a:lnTo>
                  <a:lnTo>
                    <a:pt x="1" y="42"/>
                  </a:lnTo>
                  <a:lnTo>
                    <a:pt x="4" y="86"/>
                  </a:lnTo>
                  <a:lnTo>
                    <a:pt x="10" y="126"/>
                  </a:lnTo>
                  <a:lnTo>
                    <a:pt x="18" y="164"/>
                  </a:lnTo>
                  <a:lnTo>
                    <a:pt x="29" y="202"/>
                  </a:lnTo>
                  <a:lnTo>
                    <a:pt x="41" y="237"/>
                  </a:lnTo>
                  <a:lnTo>
                    <a:pt x="55" y="269"/>
                  </a:lnTo>
                  <a:lnTo>
                    <a:pt x="71" y="300"/>
                  </a:lnTo>
                  <a:lnTo>
                    <a:pt x="89" y="327"/>
                  </a:lnTo>
                  <a:lnTo>
                    <a:pt x="107" y="352"/>
                  </a:lnTo>
                  <a:lnTo>
                    <a:pt x="127" y="374"/>
                  </a:lnTo>
                  <a:lnTo>
                    <a:pt x="150" y="392"/>
                  </a:lnTo>
                  <a:lnTo>
                    <a:pt x="171" y="407"/>
                  </a:lnTo>
                  <a:lnTo>
                    <a:pt x="195" y="418"/>
                  </a:lnTo>
                  <a:lnTo>
                    <a:pt x="220" y="423"/>
                  </a:lnTo>
                  <a:lnTo>
                    <a:pt x="246" y="426"/>
                  </a:lnTo>
                  <a:lnTo>
                    <a:pt x="246" y="414"/>
                  </a:lnTo>
                  <a:lnTo>
                    <a:pt x="222" y="412"/>
                  </a:lnTo>
                  <a:lnTo>
                    <a:pt x="200" y="406"/>
                  </a:lnTo>
                  <a:lnTo>
                    <a:pt x="178" y="395"/>
                  </a:lnTo>
                  <a:lnTo>
                    <a:pt x="157" y="382"/>
                  </a:lnTo>
                  <a:lnTo>
                    <a:pt x="137" y="365"/>
                  </a:lnTo>
                  <a:lnTo>
                    <a:pt x="117" y="345"/>
                  </a:lnTo>
                  <a:lnTo>
                    <a:pt x="98" y="320"/>
                  </a:lnTo>
                  <a:lnTo>
                    <a:pt x="83" y="293"/>
                  </a:lnTo>
                  <a:lnTo>
                    <a:pt x="66" y="264"/>
                  </a:lnTo>
                  <a:lnTo>
                    <a:pt x="52" y="232"/>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4133" name="Freeform 67"/>
            <p:cNvSpPr>
              <a:spLocks/>
            </p:cNvSpPr>
            <p:nvPr/>
          </p:nvSpPr>
          <p:spPr bwMode="auto">
            <a:xfrm>
              <a:off x="1335" y="1859"/>
              <a:ext cx="49" cy="84"/>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1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0" y="2"/>
                  </a:lnTo>
                  <a:lnTo>
                    <a:pt x="195" y="8"/>
                  </a:lnTo>
                  <a:lnTo>
                    <a:pt x="171" y="18"/>
                  </a:lnTo>
                  <a:lnTo>
                    <a:pt x="150" y="34"/>
                  </a:lnTo>
                  <a:lnTo>
                    <a:pt x="127" y="51"/>
                  </a:lnTo>
                  <a:lnTo>
                    <a:pt x="107" y="74"/>
                  </a:lnTo>
                  <a:lnTo>
                    <a:pt x="89" y="98"/>
                  </a:lnTo>
                  <a:lnTo>
                    <a:pt x="72" y="125"/>
                  </a:lnTo>
                  <a:lnTo>
                    <a:pt x="55" y="156"/>
                  </a:lnTo>
                  <a:lnTo>
                    <a:pt x="41" y="188"/>
                  </a:lnTo>
                  <a:lnTo>
                    <a:pt x="29" y="222"/>
                  </a:lnTo>
                  <a:lnTo>
                    <a:pt x="18" y="261"/>
                  </a:lnTo>
                  <a:lnTo>
                    <a:pt x="10" y="299"/>
                  </a:lnTo>
                  <a:lnTo>
                    <a:pt x="4" y="339"/>
                  </a:lnTo>
                  <a:lnTo>
                    <a:pt x="1" y="382"/>
                  </a:lnTo>
                  <a:lnTo>
                    <a:pt x="0" y="424"/>
                  </a:lnTo>
                  <a:lnTo>
                    <a:pt x="11" y="424"/>
                  </a:lnTo>
                  <a:lnTo>
                    <a:pt x="13" y="382"/>
                  </a:lnTo>
                  <a:lnTo>
                    <a:pt x="16" y="341"/>
                  </a:lnTo>
                  <a:lnTo>
                    <a:pt x="22" y="301"/>
                  </a:lnTo>
                  <a:lnTo>
                    <a:pt x="30" y="264"/>
                  </a:lnTo>
                  <a:lnTo>
                    <a:pt x="41" y="227"/>
                  </a:lnTo>
                  <a:lnTo>
                    <a:pt x="52" y="193"/>
                  </a:lnTo>
                  <a:lnTo>
                    <a:pt x="66" y="160"/>
                  </a:lnTo>
                  <a:lnTo>
                    <a:pt x="82" y="132"/>
                  </a:lnTo>
                  <a:lnTo>
                    <a:pt x="98" y="105"/>
                  </a:lnTo>
                  <a:lnTo>
                    <a:pt x="117" y="81"/>
                  </a:lnTo>
                  <a:lnTo>
                    <a:pt x="137" y="61"/>
                  </a:lnTo>
                  <a:lnTo>
                    <a:pt x="157" y="43"/>
                  </a:lnTo>
                  <a:lnTo>
                    <a:pt x="178" y="30"/>
                  </a:lnTo>
                  <a:lnTo>
                    <a:pt x="200" y="20"/>
                  </a:lnTo>
                  <a:lnTo>
                    <a:pt x="222" y="14"/>
                  </a:lnTo>
                  <a:lnTo>
                    <a:pt x="246" y="11"/>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4134" name="Freeform 68"/>
            <p:cNvSpPr>
              <a:spLocks/>
            </p:cNvSpPr>
            <p:nvPr/>
          </p:nvSpPr>
          <p:spPr bwMode="auto">
            <a:xfrm>
              <a:off x="1552" y="1751"/>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1" y="339"/>
                  </a:lnTo>
                  <a:lnTo>
                    <a:pt x="235" y="299"/>
                  </a:lnTo>
                  <a:lnTo>
                    <a:pt x="226" y="261"/>
                  </a:lnTo>
                  <a:lnTo>
                    <a:pt x="216" y="223"/>
                  </a:lnTo>
                  <a:lnTo>
                    <a:pt x="204" y="189"/>
                  </a:lnTo>
                  <a:lnTo>
                    <a:pt x="190" y="156"/>
                  </a:lnTo>
                  <a:lnTo>
                    <a:pt x="174" y="125"/>
                  </a:lnTo>
                  <a:lnTo>
                    <a:pt x="156" y="98"/>
                  </a:lnTo>
                  <a:lnTo>
                    <a:pt x="137" y="74"/>
                  </a:lnTo>
                  <a:lnTo>
                    <a:pt x="119" y="52"/>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8" y="81"/>
                  </a:lnTo>
                  <a:lnTo>
                    <a:pt x="147" y="105"/>
                  </a:lnTo>
                  <a:lnTo>
                    <a:pt x="164" y="132"/>
                  </a:lnTo>
                  <a:lnTo>
                    <a:pt x="178" y="161"/>
                  </a:lnTo>
                  <a:lnTo>
                    <a:pt x="193" y="193"/>
                  </a:lnTo>
                  <a:lnTo>
                    <a:pt x="204" y="227"/>
                  </a:lnTo>
                  <a:lnTo>
                    <a:pt x="215" y="264"/>
                  </a:lnTo>
                  <a:lnTo>
                    <a:pt x="223" y="301"/>
                  </a:lnTo>
                  <a:lnTo>
                    <a:pt x="229" y="341"/>
                  </a:lnTo>
                  <a:lnTo>
                    <a:pt x="232" y="382"/>
                  </a:lnTo>
                  <a:lnTo>
                    <a:pt x="234"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4135" name="Freeform 69"/>
            <p:cNvSpPr>
              <a:spLocks/>
            </p:cNvSpPr>
            <p:nvPr/>
          </p:nvSpPr>
          <p:spPr bwMode="auto">
            <a:xfrm>
              <a:off x="1552" y="1836"/>
              <a:ext cx="49" cy="85"/>
            </a:xfrm>
            <a:custGeom>
              <a:avLst/>
              <a:gdLst>
                <a:gd name="T0" fmla="*/ 0 w 245"/>
                <a:gd name="T1" fmla="*/ 3 h 425"/>
                <a:gd name="T2" fmla="*/ 0 w 245"/>
                <a:gd name="T3" fmla="*/ 3 h 425"/>
                <a:gd name="T4" fmla="*/ 0 w 245"/>
                <a:gd name="T5" fmla="*/ 3 h 425"/>
                <a:gd name="T6" fmla="*/ 0 w 245"/>
                <a:gd name="T7" fmla="*/ 3 h 425"/>
                <a:gd name="T8" fmla="*/ 1 w 245"/>
                <a:gd name="T9" fmla="*/ 3 h 425"/>
                <a:gd name="T10" fmla="*/ 1 w 245"/>
                <a:gd name="T11" fmla="*/ 3 h 425"/>
                <a:gd name="T12" fmla="*/ 1 w 245"/>
                <a:gd name="T13" fmla="*/ 3 h 425"/>
                <a:gd name="T14" fmla="*/ 1 w 245"/>
                <a:gd name="T15" fmla="*/ 3 h 425"/>
                <a:gd name="T16" fmla="*/ 1 w 245"/>
                <a:gd name="T17" fmla="*/ 3 h 425"/>
                <a:gd name="T18" fmla="*/ 1 w 245"/>
                <a:gd name="T19" fmla="*/ 2 h 425"/>
                <a:gd name="T20" fmla="*/ 2 w 245"/>
                <a:gd name="T21" fmla="*/ 2 h 425"/>
                <a:gd name="T22" fmla="*/ 2 w 245"/>
                <a:gd name="T23" fmla="*/ 2 h 425"/>
                <a:gd name="T24" fmla="*/ 2 w 245"/>
                <a:gd name="T25" fmla="*/ 2 h 425"/>
                <a:gd name="T26" fmla="*/ 2 w 245"/>
                <a:gd name="T27" fmla="*/ 1 h 425"/>
                <a:gd name="T28" fmla="*/ 2 w 245"/>
                <a:gd name="T29" fmla="*/ 1 h 425"/>
                <a:gd name="T30" fmla="*/ 2 w 245"/>
                <a:gd name="T31" fmla="*/ 1 h 425"/>
                <a:gd name="T32" fmla="*/ 2 w 245"/>
                <a:gd name="T33" fmla="*/ 0 h 425"/>
                <a:gd name="T34" fmla="*/ 2 w 245"/>
                <a:gd name="T35" fmla="*/ 0 h 425"/>
                <a:gd name="T36" fmla="*/ 2 w 245"/>
                <a:gd name="T37" fmla="*/ 0 h 425"/>
                <a:gd name="T38" fmla="*/ 2 w 245"/>
                <a:gd name="T39" fmla="*/ 0 h 425"/>
                <a:gd name="T40" fmla="*/ 2 w 245"/>
                <a:gd name="T41" fmla="*/ 1 h 425"/>
                <a:gd name="T42" fmla="*/ 2 w 245"/>
                <a:gd name="T43" fmla="*/ 1 h 425"/>
                <a:gd name="T44" fmla="*/ 2 w 245"/>
                <a:gd name="T45" fmla="*/ 1 h 425"/>
                <a:gd name="T46" fmla="*/ 2 w 245"/>
                <a:gd name="T47" fmla="*/ 2 h 425"/>
                <a:gd name="T48" fmla="*/ 2 w 245"/>
                <a:gd name="T49" fmla="*/ 2 h 425"/>
                <a:gd name="T50" fmla="*/ 1 w 245"/>
                <a:gd name="T51" fmla="*/ 2 h 425"/>
                <a:gd name="T52" fmla="*/ 1 w 245"/>
                <a:gd name="T53" fmla="*/ 2 h 425"/>
                <a:gd name="T54" fmla="*/ 1 w 245"/>
                <a:gd name="T55" fmla="*/ 3 h 425"/>
                <a:gd name="T56" fmla="*/ 1 w 245"/>
                <a:gd name="T57" fmla="*/ 3 h 425"/>
                <a:gd name="T58" fmla="*/ 1 w 245"/>
                <a:gd name="T59" fmla="*/ 3 h 425"/>
                <a:gd name="T60" fmla="*/ 1 w 245"/>
                <a:gd name="T61" fmla="*/ 3 h 425"/>
                <a:gd name="T62" fmla="*/ 1 w 245"/>
                <a:gd name="T63" fmla="*/ 3 h 425"/>
                <a:gd name="T64" fmla="*/ 0 w 245"/>
                <a:gd name="T65" fmla="*/ 3 h 425"/>
                <a:gd name="T66" fmla="*/ 0 w 245"/>
                <a:gd name="T67" fmla="*/ 3 h 425"/>
                <a:gd name="T68" fmla="*/ 0 w 245"/>
                <a:gd name="T69" fmla="*/ 3 h 425"/>
                <a:gd name="T70" fmla="*/ 0 w 245"/>
                <a:gd name="T71" fmla="*/ 3 h 425"/>
                <a:gd name="T72" fmla="*/ 0 w 245"/>
                <a:gd name="T73" fmla="*/ 3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5"/>
                <a:gd name="T113" fmla="*/ 245 w 245"/>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5">
                  <a:moveTo>
                    <a:pt x="0" y="425"/>
                  </a:moveTo>
                  <a:lnTo>
                    <a:pt x="0" y="425"/>
                  </a:lnTo>
                  <a:lnTo>
                    <a:pt x="26" y="422"/>
                  </a:lnTo>
                  <a:lnTo>
                    <a:pt x="51" y="417"/>
                  </a:lnTo>
                  <a:lnTo>
                    <a:pt x="74" y="406"/>
                  </a:lnTo>
                  <a:lnTo>
                    <a:pt x="96" y="391"/>
                  </a:lnTo>
                  <a:lnTo>
                    <a:pt x="119" y="373"/>
                  </a:lnTo>
                  <a:lnTo>
                    <a:pt x="137" y="351"/>
                  </a:lnTo>
                  <a:lnTo>
                    <a:pt x="156" y="326"/>
                  </a:lnTo>
                  <a:lnTo>
                    <a:pt x="174" y="299"/>
                  </a:lnTo>
                  <a:lnTo>
                    <a:pt x="190" y="269"/>
                  </a:lnTo>
                  <a:lnTo>
                    <a:pt x="204" y="236"/>
                  </a:lnTo>
                  <a:lnTo>
                    <a:pt x="216" y="202"/>
                  </a:lnTo>
                  <a:lnTo>
                    <a:pt x="226" y="163"/>
                  </a:lnTo>
                  <a:lnTo>
                    <a:pt x="235" y="126"/>
                  </a:lnTo>
                  <a:lnTo>
                    <a:pt x="241" y="86"/>
                  </a:lnTo>
                  <a:lnTo>
                    <a:pt x="244" y="43"/>
                  </a:lnTo>
                  <a:lnTo>
                    <a:pt x="245" y="0"/>
                  </a:lnTo>
                  <a:lnTo>
                    <a:pt x="234" y="0"/>
                  </a:lnTo>
                  <a:lnTo>
                    <a:pt x="232" y="43"/>
                  </a:lnTo>
                  <a:lnTo>
                    <a:pt x="229" y="84"/>
                  </a:lnTo>
                  <a:lnTo>
                    <a:pt x="223" y="123"/>
                  </a:lnTo>
                  <a:lnTo>
                    <a:pt x="215" y="161"/>
                  </a:lnTo>
                  <a:lnTo>
                    <a:pt x="204" y="197"/>
                  </a:lnTo>
                  <a:lnTo>
                    <a:pt x="193" y="231"/>
                  </a:lnTo>
                  <a:lnTo>
                    <a:pt x="178" y="264"/>
                  </a:lnTo>
                  <a:lnTo>
                    <a:pt x="164" y="292"/>
                  </a:lnTo>
                  <a:lnTo>
                    <a:pt x="147" y="319"/>
                  </a:lnTo>
                  <a:lnTo>
                    <a:pt x="128" y="344"/>
                  </a:lnTo>
                  <a:lnTo>
                    <a:pt x="109" y="364"/>
                  </a:lnTo>
                  <a:lnTo>
                    <a:pt x="89" y="381"/>
                  </a:lnTo>
                  <a:lnTo>
                    <a:pt x="67" y="394"/>
                  </a:lnTo>
                  <a:lnTo>
                    <a:pt x="46" y="405"/>
                  </a:lnTo>
                  <a:lnTo>
                    <a:pt x="24" y="411"/>
                  </a:lnTo>
                  <a:lnTo>
                    <a:pt x="0" y="413"/>
                  </a:lnTo>
                  <a:lnTo>
                    <a:pt x="0" y="425"/>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4136" name="Freeform 70"/>
            <p:cNvSpPr>
              <a:spLocks/>
            </p:cNvSpPr>
            <p:nvPr/>
          </p:nvSpPr>
          <p:spPr bwMode="auto">
            <a:xfrm>
              <a:off x="1502" y="1836"/>
              <a:ext cx="50" cy="85"/>
            </a:xfrm>
            <a:custGeom>
              <a:avLst/>
              <a:gdLst>
                <a:gd name="T0" fmla="*/ 0 w 246"/>
                <a:gd name="T1" fmla="*/ 0 h 425"/>
                <a:gd name="T2" fmla="*/ 0 w 246"/>
                <a:gd name="T3" fmla="*/ 0 h 425"/>
                <a:gd name="T4" fmla="*/ 0 w 246"/>
                <a:gd name="T5" fmla="*/ 0 h 425"/>
                <a:gd name="T6" fmla="*/ 0 w 246"/>
                <a:gd name="T7" fmla="*/ 1 h 425"/>
                <a:gd name="T8" fmla="*/ 0 w 246"/>
                <a:gd name="T9" fmla="*/ 1 h 425"/>
                <a:gd name="T10" fmla="*/ 0 w 246"/>
                <a:gd name="T11" fmla="*/ 1 h 425"/>
                <a:gd name="T12" fmla="*/ 0 w 246"/>
                <a:gd name="T13" fmla="*/ 2 h 425"/>
                <a:gd name="T14" fmla="*/ 0 w 246"/>
                <a:gd name="T15" fmla="*/ 2 h 425"/>
                <a:gd name="T16" fmla="*/ 0 w 246"/>
                <a:gd name="T17" fmla="*/ 2 h 425"/>
                <a:gd name="T18" fmla="*/ 1 w 246"/>
                <a:gd name="T19" fmla="*/ 2 h 425"/>
                <a:gd name="T20" fmla="*/ 1 w 246"/>
                <a:gd name="T21" fmla="*/ 3 h 425"/>
                <a:gd name="T22" fmla="*/ 1 w 246"/>
                <a:gd name="T23" fmla="*/ 3 h 425"/>
                <a:gd name="T24" fmla="*/ 1 w 246"/>
                <a:gd name="T25" fmla="*/ 3 h 425"/>
                <a:gd name="T26" fmla="*/ 1 w 246"/>
                <a:gd name="T27" fmla="*/ 3 h 425"/>
                <a:gd name="T28" fmla="*/ 1 w 246"/>
                <a:gd name="T29" fmla="*/ 3 h 425"/>
                <a:gd name="T30" fmla="*/ 2 w 246"/>
                <a:gd name="T31" fmla="*/ 3 h 425"/>
                <a:gd name="T32" fmla="*/ 2 w 246"/>
                <a:gd name="T33" fmla="*/ 3 h 425"/>
                <a:gd name="T34" fmla="*/ 2 w 246"/>
                <a:gd name="T35" fmla="*/ 3 h 425"/>
                <a:gd name="T36" fmla="*/ 2 w 246"/>
                <a:gd name="T37" fmla="*/ 3 h 425"/>
                <a:gd name="T38" fmla="*/ 2 w 246"/>
                <a:gd name="T39" fmla="*/ 3 h 425"/>
                <a:gd name="T40" fmla="*/ 2 w 246"/>
                <a:gd name="T41" fmla="*/ 3 h 425"/>
                <a:gd name="T42" fmla="*/ 1 w 246"/>
                <a:gd name="T43" fmla="*/ 3 h 425"/>
                <a:gd name="T44" fmla="*/ 1 w 246"/>
                <a:gd name="T45" fmla="*/ 3 h 425"/>
                <a:gd name="T46" fmla="*/ 1 w 246"/>
                <a:gd name="T47" fmla="*/ 3 h 425"/>
                <a:gd name="T48" fmla="*/ 1 w 246"/>
                <a:gd name="T49" fmla="*/ 3 h 425"/>
                <a:gd name="T50" fmla="*/ 1 w 246"/>
                <a:gd name="T51" fmla="*/ 3 h 425"/>
                <a:gd name="T52" fmla="*/ 1 w 246"/>
                <a:gd name="T53" fmla="*/ 2 h 425"/>
                <a:gd name="T54" fmla="*/ 1 w 246"/>
                <a:gd name="T55" fmla="*/ 2 h 425"/>
                <a:gd name="T56" fmla="*/ 0 w 246"/>
                <a:gd name="T57" fmla="*/ 2 h 425"/>
                <a:gd name="T58" fmla="*/ 0 w 246"/>
                <a:gd name="T59" fmla="*/ 2 h 425"/>
                <a:gd name="T60" fmla="*/ 0 w 246"/>
                <a:gd name="T61" fmla="*/ 1 h 425"/>
                <a:gd name="T62" fmla="*/ 0 w 246"/>
                <a:gd name="T63" fmla="*/ 1 h 425"/>
                <a:gd name="T64" fmla="*/ 0 w 246"/>
                <a:gd name="T65" fmla="*/ 1 h 425"/>
                <a:gd name="T66" fmla="*/ 0 w 246"/>
                <a:gd name="T67" fmla="*/ 0 h 425"/>
                <a:gd name="T68" fmla="*/ 0 w 246"/>
                <a:gd name="T69" fmla="*/ 0 h 425"/>
                <a:gd name="T70" fmla="*/ 0 w 246"/>
                <a:gd name="T71" fmla="*/ 0 h 425"/>
                <a:gd name="T72" fmla="*/ 0 w 246"/>
                <a:gd name="T73" fmla="*/ 0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5"/>
                <a:gd name="T113" fmla="*/ 246 w 246"/>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5">
                  <a:moveTo>
                    <a:pt x="0" y="0"/>
                  </a:moveTo>
                  <a:lnTo>
                    <a:pt x="0" y="0"/>
                  </a:lnTo>
                  <a:lnTo>
                    <a:pt x="2" y="43"/>
                  </a:lnTo>
                  <a:lnTo>
                    <a:pt x="5" y="86"/>
                  </a:lnTo>
                  <a:lnTo>
                    <a:pt x="11" y="126"/>
                  </a:lnTo>
                  <a:lnTo>
                    <a:pt x="19" y="163"/>
                  </a:lnTo>
                  <a:lnTo>
                    <a:pt x="30" y="202"/>
                  </a:lnTo>
                  <a:lnTo>
                    <a:pt x="41" y="236"/>
                  </a:lnTo>
                  <a:lnTo>
                    <a:pt x="55" y="269"/>
                  </a:lnTo>
                  <a:lnTo>
                    <a:pt x="73" y="299"/>
                  </a:lnTo>
                  <a:lnTo>
                    <a:pt x="89" y="326"/>
                  </a:lnTo>
                  <a:lnTo>
                    <a:pt x="108" y="351"/>
                  </a:lnTo>
                  <a:lnTo>
                    <a:pt x="128" y="373"/>
                  </a:lnTo>
                  <a:lnTo>
                    <a:pt x="150" y="391"/>
                  </a:lnTo>
                  <a:lnTo>
                    <a:pt x="171" y="406"/>
                  </a:lnTo>
                  <a:lnTo>
                    <a:pt x="196" y="417"/>
                  </a:lnTo>
                  <a:lnTo>
                    <a:pt x="221" y="422"/>
                  </a:lnTo>
                  <a:lnTo>
                    <a:pt x="246" y="425"/>
                  </a:lnTo>
                  <a:lnTo>
                    <a:pt x="246" y="413"/>
                  </a:lnTo>
                  <a:lnTo>
                    <a:pt x="223" y="411"/>
                  </a:lnTo>
                  <a:lnTo>
                    <a:pt x="201" y="405"/>
                  </a:lnTo>
                  <a:lnTo>
                    <a:pt x="178" y="394"/>
                  </a:lnTo>
                  <a:lnTo>
                    <a:pt x="157" y="381"/>
                  </a:lnTo>
                  <a:lnTo>
                    <a:pt x="137" y="364"/>
                  </a:lnTo>
                  <a:lnTo>
                    <a:pt x="117" y="344"/>
                  </a:lnTo>
                  <a:lnTo>
                    <a:pt x="99" y="319"/>
                  </a:lnTo>
                  <a:lnTo>
                    <a:pt x="82" y="292"/>
                  </a:lnTo>
                  <a:lnTo>
                    <a:pt x="67" y="264"/>
                  </a:lnTo>
                  <a:lnTo>
                    <a:pt x="53" y="231"/>
                  </a:lnTo>
                  <a:lnTo>
                    <a:pt x="41" y="197"/>
                  </a:lnTo>
                  <a:lnTo>
                    <a:pt x="31" y="161"/>
                  </a:lnTo>
                  <a:lnTo>
                    <a:pt x="23" y="123"/>
                  </a:lnTo>
                  <a:lnTo>
                    <a:pt x="17" y="84"/>
                  </a:lnTo>
                  <a:lnTo>
                    <a:pt x="13" y="4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4137" name="Freeform 71"/>
            <p:cNvSpPr>
              <a:spLocks/>
            </p:cNvSpPr>
            <p:nvPr/>
          </p:nvSpPr>
          <p:spPr bwMode="auto">
            <a:xfrm>
              <a:off x="1502" y="1751"/>
              <a:ext cx="50" cy="85"/>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2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1" y="2"/>
                  </a:lnTo>
                  <a:lnTo>
                    <a:pt x="196" y="8"/>
                  </a:lnTo>
                  <a:lnTo>
                    <a:pt x="171" y="19"/>
                  </a:lnTo>
                  <a:lnTo>
                    <a:pt x="150" y="34"/>
                  </a:lnTo>
                  <a:lnTo>
                    <a:pt x="128" y="52"/>
                  </a:lnTo>
                  <a:lnTo>
                    <a:pt x="108" y="74"/>
                  </a:lnTo>
                  <a:lnTo>
                    <a:pt x="89" y="98"/>
                  </a:lnTo>
                  <a:lnTo>
                    <a:pt x="73" y="125"/>
                  </a:lnTo>
                  <a:lnTo>
                    <a:pt x="55" y="156"/>
                  </a:lnTo>
                  <a:lnTo>
                    <a:pt x="41" y="189"/>
                  </a:lnTo>
                  <a:lnTo>
                    <a:pt x="30" y="223"/>
                  </a:lnTo>
                  <a:lnTo>
                    <a:pt x="19" y="261"/>
                  </a:lnTo>
                  <a:lnTo>
                    <a:pt x="11" y="299"/>
                  </a:lnTo>
                  <a:lnTo>
                    <a:pt x="5" y="339"/>
                  </a:lnTo>
                  <a:lnTo>
                    <a:pt x="2" y="382"/>
                  </a:lnTo>
                  <a:lnTo>
                    <a:pt x="0" y="424"/>
                  </a:lnTo>
                  <a:lnTo>
                    <a:pt x="12" y="424"/>
                  </a:lnTo>
                  <a:lnTo>
                    <a:pt x="13" y="382"/>
                  </a:lnTo>
                  <a:lnTo>
                    <a:pt x="17" y="341"/>
                  </a:lnTo>
                  <a:lnTo>
                    <a:pt x="23" y="301"/>
                  </a:lnTo>
                  <a:lnTo>
                    <a:pt x="31" y="264"/>
                  </a:lnTo>
                  <a:lnTo>
                    <a:pt x="41" y="227"/>
                  </a:lnTo>
                  <a:lnTo>
                    <a:pt x="53" y="193"/>
                  </a:lnTo>
                  <a:lnTo>
                    <a:pt x="67" y="161"/>
                  </a:lnTo>
                  <a:lnTo>
                    <a:pt x="82" y="132"/>
                  </a:lnTo>
                  <a:lnTo>
                    <a:pt x="99" y="105"/>
                  </a:lnTo>
                  <a:lnTo>
                    <a:pt x="117" y="81"/>
                  </a:lnTo>
                  <a:lnTo>
                    <a:pt x="137" y="61"/>
                  </a:lnTo>
                  <a:lnTo>
                    <a:pt x="157" y="43"/>
                  </a:lnTo>
                  <a:lnTo>
                    <a:pt x="178" y="30"/>
                  </a:lnTo>
                  <a:lnTo>
                    <a:pt x="201" y="20"/>
                  </a:lnTo>
                  <a:lnTo>
                    <a:pt x="223" y="14"/>
                  </a:lnTo>
                  <a:lnTo>
                    <a:pt x="246" y="12"/>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4138" name="Freeform 72"/>
            <p:cNvSpPr>
              <a:spLocks/>
            </p:cNvSpPr>
            <p:nvPr/>
          </p:nvSpPr>
          <p:spPr bwMode="auto">
            <a:xfrm>
              <a:off x="1565" y="2016"/>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0" y="339"/>
                  </a:lnTo>
                  <a:lnTo>
                    <a:pt x="234" y="299"/>
                  </a:lnTo>
                  <a:lnTo>
                    <a:pt x="226" y="261"/>
                  </a:lnTo>
                  <a:lnTo>
                    <a:pt x="216" y="223"/>
                  </a:lnTo>
                  <a:lnTo>
                    <a:pt x="204" y="189"/>
                  </a:lnTo>
                  <a:lnTo>
                    <a:pt x="190" y="156"/>
                  </a:lnTo>
                  <a:lnTo>
                    <a:pt x="174" y="125"/>
                  </a:lnTo>
                  <a:lnTo>
                    <a:pt x="156" y="98"/>
                  </a:lnTo>
                  <a:lnTo>
                    <a:pt x="138" y="74"/>
                  </a:lnTo>
                  <a:lnTo>
                    <a:pt x="118" y="51"/>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9" y="81"/>
                  </a:lnTo>
                  <a:lnTo>
                    <a:pt x="147" y="105"/>
                  </a:lnTo>
                  <a:lnTo>
                    <a:pt x="164" y="132"/>
                  </a:lnTo>
                  <a:lnTo>
                    <a:pt x="178" y="160"/>
                  </a:lnTo>
                  <a:lnTo>
                    <a:pt x="192" y="193"/>
                  </a:lnTo>
                  <a:lnTo>
                    <a:pt x="204" y="227"/>
                  </a:lnTo>
                  <a:lnTo>
                    <a:pt x="215" y="264"/>
                  </a:lnTo>
                  <a:lnTo>
                    <a:pt x="223" y="301"/>
                  </a:lnTo>
                  <a:lnTo>
                    <a:pt x="229"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4139" name="Freeform 73"/>
            <p:cNvSpPr>
              <a:spLocks/>
            </p:cNvSpPr>
            <p:nvPr/>
          </p:nvSpPr>
          <p:spPr bwMode="auto">
            <a:xfrm>
              <a:off x="1565" y="2101"/>
              <a:ext cx="49" cy="85"/>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6" y="423"/>
                  </a:lnTo>
                  <a:lnTo>
                    <a:pt x="51" y="418"/>
                  </a:lnTo>
                  <a:lnTo>
                    <a:pt x="74" y="407"/>
                  </a:lnTo>
                  <a:lnTo>
                    <a:pt x="96" y="392"/>
                  </a:lnTo>
                  <a:lnTo>
                    <a:pt x="118" y="373"/>
                  </a:lnTo>
                  <a:lnTo>
                    <a:pt x="138" y="351"/>
                  </a:lnTo>
                  <a:lnTo>
                    <a:pt x="156" y="327"/>
                  </a:lnTo>
                  <a:lnTo>
                    <a:pt x="175" y="299"/>
                  </a:lnTo>
                  <a:lnTo>
                    <a:pt x="190" y="269"/>
                  </a:lnTo>
                  <a:lnTo>
                    <a:pt x="204" y="236"/>
                  </a:lnTo>
                  <a:lnTo>
                    <a:pt x="216" y="202"/>
                  </a:lnTo>
                  <a:lnTo>
                    <a:pt x="226" y="164"/>
                  </a:lnTo>
                  <a:lnTo>
                    <a:pt x="234" y="126"/>
                  </a:lnTo>
                  <a:lnTo>
                    <a:pt x="240" y="86"/>
                  </a:lnTo>
                  <a:lnTo>
                    <a:pt x="244" y="42"/>
                  </a:lnTo>
                  <a:lnTo>
                    <a:pt x="245" y="0"/>
                  </a:lnTo>
                  <a:lnTo>
                    <a:pt x="233" y="0"/>
                  </a:lnTo>
                  <a:lnTo>
                    <a:pt x="232" y="42"/>
                  </a:lnTo>
                  <a:lnTo>
                    <a:pt x="229" y="83"/>
                  </a:lnTo>
                  <a:lnTo>
                    <a:pt x="223" y="123"/>
                  </a:lnTo>
                  <a:lnTo>
                    <a:pt x="215" y="162"/>
                  </a:lnTo>
                  <a:lnTo>
                    <a:pt x="204" y="197"/>
                  </a:lnTo>
                  <a:lnTo>
                    <a:pt x="192" y="231"/>
                  </a:lnTo>
                  <a:lnTo>
                    <a:pt x="178" y="264"/>
                  </a:lnTo>
                  <a:lnTo>
                    <a:pt x="163" y="292"/>
                  </a:lnTo>
                  <a:lnTo>
                    <a:pt x="147" y="320"/>
                  </a:lnTo>
                  <a:lnTo>
                    <a:pt x="129" y="344"/>
                  </a:lnTo>
                  <a:lnTo>
                    <a:pt x="109" y="364"/>
                  </a:lnTo>
                  <a:lnTo>
                    <a:pt x="89" y="382"/>
                  </a:lnTo>
                  <a:lnTo>
                    <a:pt x="67" y="395"/>
                  </a:lnTo>
                  <a:lnTo>
                    <a:pt x="46" y="406"/>
                  </a:lnTo>
                  <a:lnTo>
                    <a:pt x="24"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4140" name="Freeform 74"/>
            <p:cNvSpPr>
              <a:spLocks/>
            </p:cNvSpPr>
            <p:nvPr/>
          </p:nvSpPr>
          <p:spPr bwMode="auto">
            <a:xfrm>
              <a:off x="1516" y="2101"/>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5" y="86"/>
                  </a:lnTo>
                  <a:lnTo>
                    <a:pt x="11" y="126"/>
                  </a:lnTo>
                  <a:lnTo>
                    <a:pt x="19" y="164"/>
                  </a:lnTo>
                  <a:lnTo>
                    <a:pt x="30" y="202"/>
                  </a:lnTo>
                  <a:lnTo>
                    <a:pt x="41" y="236"/>
                  </a:lnTo>
                  <a:lnTo>
                    <a:pt x="55" y="269"/>
                  </a:lnTo>
                  <a:lnTo>
                    <a:pt x="71" y="299"/>
                  </a:lnTo>
                  <a:lnTo>
                    <a:pt x="89" y="327"/>
                  </a:lnTo>
                  <a:lnTo>
                    <a:pt x="107" y="351"/>
                  </a:lnTo>
                  <a:lnTo>
                    <a:pt x="127" y="373"/>
                  </a:lnTo>
                  <a:lnTo>
                    <a:pt x="149" y="392"/>
                  </a:lnTo>
                  <a:lnTo>
                    <a:pt x="171" y="407"/>
                  </a:lnTo>
                  <a:lnTo>
                    <a:pt x="195" y="418"/>
                  </a:lnTo>
                  <a:lnTo>
                    <a:pt x="219" y="423"/>
                  </a:lnTo>
                  <a:lnTo>
                    <a:pt x="245" y="426"/>
                  </a:lnTo>
                  <a:lnTo>
                    <a:pt x="245" y="414"/>
                  </a:lnTo>
                  <a:lnTo>
                    <a:pt x="222" y="412"/>
                  </a:lnTo>
                  <a:lnTo>
                    <a:pt x="199" y="406"/>
                  </a:lnTo>
                  <a:lnTo>
                    <a:pt x="178" y="395"/>
                  </a:lnTo>
                  <a:lnTo>
                    <a:pt x="156" y="382"/>
                  </a:lnTo>
                  <a:lnTo>
                    <a:pt x="136" y="364"/>
                  </a:lnTo>
                  <a:lnTo>
                    <a:pt x="116" y="344"/>
                  </a:lnTo>
                  <a:lnTo>
                    <a:pt x="99" y="320"/>
                  </a:lnTo>
                  <a:lnTo>
                    <a:pt x="82" y="292"/>
                  </a:lnTo>
                  <a:lnTo>
                    <a:pt x="67" y="264"/>
                  </a:lnTo>
                  <a:lnTo>
                    <a:pt x="53" y="231"/>
                  </a:lnTo>
                  <a:lnTo>
                    <a:pt x="41" y="197"/>
                  </a:lnTo>
                  <a:lnTo>
                    <a:pt x="31" y="162"/>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4141" name="Freeform 75"/>
            <p:cNvSpPr>
              <a:spLocks/>
            </p:cNvSpPr>
            <p:nvPr/>
          </p:nvSpPr>
          <p:spPr bwMode="auto">
            <a:xfrm>
              <a:off x="1516" y="2016"/>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5" y="8"/>
                  </a:lnTo>
                  <a:lnTo>
                    <a:pt x="171" y="19"/>
                  </a:lnTo>
                  <a:lnTo>
                    <a:pt x="149" y="34"/>
                  </a:lnTo>
                  <a:lnTo>
                    <a:pt x="127" y="51"/>
                  </a:lnTo>
                  <a:lnTo>
                    <a:pt x="107" y="74"/>
                  </a:lnTo>
                  <a:lnTo>
                    <a:pt x="89" y="98"/>
                  </a:lnTo>
                  <a:lnTo>
                    <a:pt x="72" y="125"/>
                  </a:lnTo>
                  <a:lnTo>
                    <a:pt x="55" y="156"/>
                  </a:lnTo>
                  <a:lnTo>
                    <a:pt x="41" y="189"/>
                  </a:lnTo>
                  <a:lnTo>
                    <a:pt x="30" y="223"/>
                  </a:lnTo>
                  <a:lnTo>
                    <a:pt x="19" y="261"/>
                  </a:lnTo>
                  <a:lnTo>
                    <a:pt x="11" y="299"/>
                  </a:lnTo>
                  <a:lnTo>
                    <a:pt x="5" y="339"/>
                  </a:lnTo>
                  <a:lnTo>
                    <a:pt x="1" y="382"/>
                  </a:lnTo>
                  <a:lnTo>
                    <a:pt x="0" y="424"/>
                  </a:lnTo>
                  <a:lnTo>
                    <a:pt x="12" y="424"/>
                  </a:lnTo>
                  <a:lnTo>
                    <a:pt x="13" y="382"/>
                  </a:lnTo>
                  <a:lnTo>
                    <a:pt x="17" y="341"/>
                  </a:lnTo>
                  <a:lnTo>
                    <a:pt x="23" y="301"/>
                  </a:lnTo>
                  <a:lnTo>
                    <a:pt x="31" y="264"/>
                  </a:lnTo>
                  <a:lnTo>
                    <a:pt x="41" y="227"/>
                  </a:lnTo>
                  <a:lnTo>
                    <a:pt x="53" y="193"/>
                  </a:lnTo>
                  <a:lnTo>
                    <a:pt x="67" y="160"/>
                  </a:lnTo>
                  <a:lnTo>
                    <a:pt x="81" y="132"/>
                  </a:lnTo>
                  <a:lnTo>
                    <a:pt x="99" y="105"/>
                  </a:lnTo>
                  <a:lnTo>
                    <a:pt x="116" y="81"/>
                  </a:lnTo>
                  <a:lnTo>
                    <a:pt x="136" y="61"/>
                  </a:lnTo>
                  <a:lnTo>
                    <a:pt x="156" y="43"/>
                  </a:lnTo>
                  <a:lnTo>
                    <a:pt x="178" y="30"/>
                  </a:lnTo>
                  <a:lnTo>
                    <a:pt x="199" y="20"/>
                  </a:lnTo>
                  <a:lnTo>
                    <a:pt x="222"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sp>
        <p:nvSpPr>
          <p:cNvPr id="174088" name="Rectangle 77"/>
          <p:cNvSpPr>
            <a:spLocks noChangeArrowheads="1"/>
          </p:cNvSpPr>
          <p:nvPr/>
        </p:nvSpPr>
        <p:spPr bwMode="auto">
          <a:xfrm>
            <a:off x="611188" y="0"/>
            <a:ext cx="6388100" cy="6477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3000"/>
              <a:t>Sem. 3 - Jeudi</a:t>
            </a:r>
          </a:p>
        </p:txBody>
      </p:sp>
      <p:sp>
        <p:nvSpPr>
          <p:cNvPr id="174089" name="Text Box 78"/>
          <p:cNvSpPr txBox="1">
            <a:spLocks noChangeArrowheads="1"/>
          </p:cNvSpPr>
          <p:nvPr/>
        </p:nvSpPr>
        <p:spPr bwMode="auto">
          <a:xfrm>
            <a:off x="566738" y="2697163"/>
            <a:ext cx="3217862"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2. Pas de commandes</a:t>
            </a:r>
          </a:p>
        </p:txBody>
      </p:sp>
      <p:sp>
        <p:nvSpPr>
          <p:cNvPr id="174090" name="Text Box 79"/>
          <p:cNvSpPr txBox="1">
            <a:spLocks noChangeArrowheads="1"/>
          </p:cNvSpPr>
          <p:nvPr/>
        </p:nvSpPr>
        <p:spPr bwMode="auto">
          <a:xfrm>
            <a:off x="566738" y="5211763"/>
            <a:ext cx="6543675" cy="4429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eaLnBrk="1" hangingPunct="1">
              <a:spcBef>
                <a:spcPct val="0"/>
              </a:spcBef>
              <a:buFontTx/>
              <a:buNone/>
            </a:pPr>
            <a:r>
              <a:rPr lang="fr-FR" altLang="fr-FR" sz="2300"/>
              <a:t>4. Pointez la production sur votre feuille de suivi</a:t>
            </a:r>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75106" name="Group 2"/>
          <p:cNvGrpSpPr>
            <a:grpSpLocks/>
          </p:cNvGrpSpPr>
          <p:nvPr/>
        </p:nvGrpSpPr>
        <p:grpSpPr bwMode="auto">
          <a:xfrm>
            <a:off x="7073900" y="215900"/>
            <a:ext cx="1878013" cy="1250950"/>
            <a:chOff x="4456" y="136"/>
            <a:chExt cx="1183" cy="788"/>
          </a:xfrm>
        </p:grpSpPr>
        <p:grpSp>
          <p:nvGrpSpPr>
            <p:cNvPr id="175166" name="Group 3"/>
            <p:cNvGrpSpPr>
              <a:grpSpLocks/>
            </p:cNvGrpSpPr>
            <p:nvPr/>
          </p:nvGrpSpPr>
          <p:grpSpPr bwMode="auto">
            <a:xfrm>
              <a:off x="4766" y="232"/>
              <a:ext cx="873" cy="692"/>
              <a:chOff x="2185" y="310"/>
              <a:chExt cx="873" cy="692"/>
            </a:xfrm>
          </p:grpSpPr>
          <p:sp>
            <p:nvSpPr>
              <p:cNvPr id="175177" name="Freeform 4"/>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accent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5178" name="Freeform 5"/>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5179" name="Freeform 6"/>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5180" name="Freeform 7"/>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5181" name="Freeform 8"/>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5182" name="Freeform 9"/>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5183" name="Freeform 10"/>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grpSp>
          <p:nvGrpSpPr>
            <p:cNvPr id="175167" name="Group 11"/>
            <p:cNvGrpSpPr>
              <a:grpSpLocks/>
            </p:cNvGrpSpPr>
            <p:nvPr/>
          </p:nvGrpSpPr>
          <p:grpSpPr bwMode="auto">
            <a:xfrm>
              <a:off x="4949" y="336"/>
              <a:ext cx="591" cy="468"/>
              <a:chOff x="2185" y="310"/>
              <a:chExt cx="873" cy="692"/>
            </a:xfrm>
          </p:grpSpPr>
          <p:sp>
            <p:nvSpPr>
              <p:cNvPr id="175170" name="Freeform 12"/>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5171" name="Freeform 13"/>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5172" name="Freeform 14"/>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5173" name="Freeform 15"/>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5174" name="Freeform 16"/>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5175" name="Freeform 17"/>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5176" name="Freeform 18"/>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pic>
          <p:nvPicPr>
            <p:cNvPr id="175168" name="Picture 19"/>
            <p:cNvPicPr>
              <a:picLocks noChangeAspect="1" noChangeArrowheads="1"/>
            </p:cNvPicPr>
            <p:nvPr/>
          </p:nvPicPr>
          <p:blipFill>
            <a:blip r:embed="rId3" cstate="print">
              <a:extLst>
                <a:ext uri="{28A0092B-C50C-407E-A947-70E740481C1C}">
                  <a14:useLocalDpi xmlns:a14="http://schemas.microsoft.com/office/drawing/2010/main" val="0"/>
                </a:ext>
              </a:extLst>
            </a:blip>
            <a:srcRect l="-4282" t="-4369" r="-5199" b="-12012"/>
            <a:stretch>
              <a:fillRect/>
            </a:stretch>
          </p:blipFill>
          <p:spPr bwMode="auto">
            <a:xfrm>
              <a:off x="4456" y="136"/>
              <a:ext cx="480" cy="5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75169" name="Text Box 20"/>
            <p:cNvSpPr txBox="1">
              <a:spLocks noChangeArrowheads="1"/>
            </p:cNvSpPr>
            <p:nvPr/>
          </p:nvSpPr>
          <p:spPr bwMode="auto">
            <a:xfrm>
              <a:off x="4946" y="314"/>
              <a:ext cx="596" cy="49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4500" b="1">
                  <a:solidFill>
                    <a:srgbClr val="FF0000"/>
                  </a:solidFill>
                  <a:latin typeface="Arial Black" pitchFamily="34" charset="0"/>
                </a:rPr>
                <a:t>32</a:t>
              </a:r>
              <a:endParaRPr lang="fr-FR" altLang="fr-FR" sz="3200">
                <a:solidFill>
                  <a:schemeClr val="tx1"/>
                </a:solidFill>
                <a:latin typeface="Arial Black" pitchFamily="34" charset="0"/>
              </a:endParaRPr>
            </a:p>
          </p:txBody>
        </p:sp>
      </p:grpSp>
      <p:sp>
        <p:nvSpPr>
          <p:cNvPr id="175108" name="Text Box 22"/>
          <p:cNvSpPr txBox="1">
            <a:spLocks noChangeArrowheads="1"/>
          </p:cNvSpPr>
          <p:nvPr/>
        </p:nvSpPr>
        <p:spPr bwMode="auto">
          <a:xfrm>
            <a:off x="566738" y="1363663"/>
            <a:ext cx="1946275"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1. Tirez le dé</a:t>
            </a:r>
          </a:p>
        </p:txBody>
      </p:sp>
      <p:sp>
        <p:nvSpPr>
          <p:cNvPr id="175109" name="Text Box 23"/>
          <p:cNvSpPr txBox="1">
            <a:spLocks noChangeArrowheads="1"/>
          </p:cNvSpPr>
          <p:nvPr/>
        </p:nvSpPr>
        <p:spPr bwMode="auto">
          <a:xfrm>
            <a:off x="566738" y="3935413"/>
            <a:ext cx="18796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3. Produisez</a:t>
            </a:r>
          </a:p>
        </p:txBody>
      </p:sp>
      <p:grpSp>
        <p:nvGrpSpPr>
          <p:cNvPr id="175110" name="Group 24"/>
          <p:cNvGrpSpPr>
            <a:grpSpLocks/>
          </p:cNvGrpSpPr>
          <p:nvPr/>
        </p:nvGrpSpPr>
        <p:grpSpPr bwMode="auto">
          <a:xfrm>
            <a:off x="2986088" y="1306513"/>
            <a:ext cx="446087" cy="534987"/>
            <a:chOff x="868" y="1439"/>
            <a:chExt cx="811" cy="972"/>
          </a:xfrm>
        </p:grpSpPr>
        <p:sp>
          <p:nvSpPr>
            <p:cNvPr id="175115" name="Freeform 25"/>
            <p:cNvSpPr>
              <a:spLocks/>
            </p:cNvSpPr>
            <p:nvPr/>
          </p:nvSpPr>
          <p:spPr bwMode="auto">
            <a:xfrm>
              <a:off x="1548" y="2014"/>
              <a:ext cx="123" cy="100"/>
            </a:xfrm>
            <a:custGeom>
              <a:avLst/>
              <a:gdLst>
                <a:gd name="T0" fmla="*/ 5 w 618"/>
                <a:gd name="T1" fmla="*/ 0 h 502"/>
                <a:gd name="T2" fmla="*/ 5 w 618"/>
                <a:gd name="T3" fmla="*/ 0 h 502"/>
                <a:gd name="T4" fmla="*/ 0 w 618"/>
                <a:gd name="T5" fmla="*/ 4 h 502"/>
                <a:gd name="T6" fmla="*/ 0 w 618"/>
                <a:gd name="T7" fmla="*/ 4 h 502"/>
                <a:gd name="T8" fmla="*/ 5 w 618"/>
                <a:gd name="T9" fmla="*/ 0 h 502"/>
                <a:gd name="T10" fmla="*/ 5 w 618"/>
                <a:gd name="T11" fmla="*/ 0 h 502"/>
                <a:gd name="T12" fmla="*/ 5 w 618"/>
                <a:gd name="T13" fmla="*/ 0 h 502"/>
                <a:gd name="T14" fmla="*/ 5 w 618"/>
                <a:gd name="T15" fmla="*/ 0 h 502"/>
                <a:gd name="T16" fmla="*/ 5 w 618"/>
                <a:gd name="T17" fmla="*/ 0 h 502"/>
                <a:gd name="T18" fmla="*/ 5 w 618"/>
                <a:gd name="T19" fmla="*/ 0 h 502"/>
                <a:gd name="T20" fmla="*/ 5 w 618"/>
                <a:gd name="T21" fmla="*/ 0 h 502"/>
                <a:gd name="T22" fmla="*/ 5 w 618"/>
                <a:gd name="T23" fmla="*/ 0 h 502"/>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618"/>
                <a:gd name="T37" fmla="*/ 0 h 502"/>
                <a:gd name="T38" fmla="*/ 618 w 618"/>
                <a:gd name="T39" fmla="*/ 502 h 502"/>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618" h="502">
                  <a:moveTo>
                    <a:pt x="611" y="0"/>
                  </a:moveTo>
                  <a:lnTo>
                    <a:pt x="606" y="2"/>
                  </a:lnTo>
                  <a:lnTo>
                    <a:pt x="0" y="490"/>
                  </a:lnTo>
                  <a:lnTo>
                    <a:pt x="10" y="502"/>
                  </a:lnTo>
                  <a:lnTo>
                    <a:pt x="616" y="14"/>
                  </a:lnTo>
                  <a:lnTo>
                    <a:pt x="611" y="16"/>
                  </a:lnTo>
                  <a:lnTo>
                    <a:pt x="616" y="14"/>
                  </a:lnTo>
                  <a:lnTo>
                    <a:pt x="618" y="9"/>
                  </a:lnTo>
                  <a:lnTo>
                    <a:pt x="617" y="3"/>
                  </a:lnTo>
                  <a:lnTo>
                    <a:pt x="612" y="1"/>
                  </a:lnTo>
                  <a:lnTo>
                    <a:pt x="606" y="2"/>
                  </a:lnTo>
                  <a:lnTo>
                    <a:pt x="611"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5116" name="Freeform 26"/>
            <p:cNvSpPr>
              <a:spLocks/>
            </p:cNvSpPr>
            <p:nvPr/>
          </p:nvSpPr>
          <p:spPr bwMode="auto">
            <a:xfrm>
              <a:off x="876" y="1852"/>
              <a:ext cx="82" cy="373"/>
            </a:xfrm>
            <a:custGeom>
              <a:avLst/>
              <a:gdLst>
                <a:gd name="T0" fmla="*/ 3 w 413"/>
                <a:gd name="T1" fmla="*/ 15 h 1865"/>
                <a:gd name="T2" fmla="*/ 3 w 413"/>
                <a:gd name="T3" fmla="*/ 15 h 1865"/>
                <a:gd name="T4" fmla="*/ 0 w 413"/>
                <a:gd name="T5" fmla="*/ 0 h 1865"/>
                <a:gd name="T6" fmla="*/ 0 w 413"/>
                <a:gd name="T7" fmla="*/ 0 h 1865"/>
                <a:gd name="T8" fmla="*/ 3 w 413"/>
                <a:gd name="T9" fmla="*/ 15 h 1865"/>
                <a:gd name="T10" fmla="*/ 3 w 413"/>
                <a:gd name="T11" fmla="*/ 15 h 1865"/>
                <a:gd name="T12" fmla="*/ 3 w 413"/>
                <a:gd name="T13" fmla="*/ 15 h 1865"/>
                <a:gd name="T14" fmla="*/ 3 w 413"/>
                <a:gd name="T15" fmla="*/ 15 h 1865"/>
                <a:gd name="T16" fmla="*/ 3 w 413"/>
                <a:gd name="T17" fmla="*/ 15 h 1865"/>
                <a:gd name="T18" fmla="*/ 3 w 413"/>
                <a:gd name="T19" fmla="*/ 15 h 1865"/>
                <a:gd name="T20" fmla="*/ 3 w 413"/>
                <a:gd name="T21" fmla="*/ 15 h 1865"/>
                <a:gd name="T22" fmla="*/ 3 w 413"/>
                <a:gd name="T23" fmla="*/ 15 h 186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413"/>
                <a:gd name="T37" fmla="*/ 0 h 1865"/>
                <a:gd name="T38" fmla="*/ 413 w 413"/>
                <a:gd name="T39" fmla="*/ 1865 h 1865"/>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413" h="1865">
                  <a:moveTo>
                    <a:pt x="400" y="1864"/>
                  </a:moveTo>
                  <a:lnTo>
                    <a:pt x="413" y="1856"/>
                  </a:lnTo>
                  <a:lnTo>
                    <a:pt x="17" y="0"/>
                  </a:lnTo>
                  <a:lnTo>
                    <a:pt x="0" y="2"/>
                  </a:lnTo>
                  <a:lnTo>
                    <a:pt x="396" y="1858"/>
                  </a:lnTo>
                  <a:lnTo>
                    <a:pt x="409" y="1850"/>
                  </a:lnTo>
                  <a:lnTo>
                    <a:pt x="396" y="1858"/>
                  </a:lnTo>
                  <a:lnTo>
                    <a:pt x="400" y="1864"/>
                  </a:lnTo>
                  <a:lnTo>
                    <a:pt x="406" y="1865"/>
                  </a:lnTo>
                  <a:lnTo>
                    <a:pt x="410" y="1862"/>
                  </a:lnTo>
                  <a:lnTo>
                    <a:pt x="413" y="1856"/>
                  </a:lnTo>
                  <a:lnTo>
                    <a:pt x="400" y="186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5117" name="Freeform 27"/>
            <p:cNvSpPr>
              <a:spLocks/>
            </p:cNvSpPr>
            <p:nvPr/>
          </p:nvSpPr>
          <p:spPr bwMode="auto">
            <a:xfrm>
              <a:off x="1282" y="1533"/>
              <a:ext cx="35" cy="161"/>
            </a:xfrm>
            <a:custGeom>
              <a:avLst/>
              <a:gdLst>
                <a:gd name="T0" fmla="*/ 1 w 175"/>
                <a:gd name="T1" fmla="*/ 6 h 807"/>
                <a:gd name="T2" fmla="*/ 1 w 175"/>
                <a:gd name="T3" fmla="*/ 6 h 807"/>
                <a:gd name="T4" fmla="*/ 1 w 175"/>
                <a:gd name="T5" fmla="*/ 6 h 807"/>
                <a:gd name="T6" fmla="*/ 1 w 175"/>
                <a:gd name="T7" fmla="*/ 5 h 807"/>
                <a:gd name="T8" fmla="*/ 1 w 175"/>
                <a:gd name="T9" fmla="*/ 5 h 807"/>
                <a:gd name="T10" fmla="*/ 1 w 175"/>
                <a:gd name="T11" fmla="*/ 5 h 807"/>
                <a:gd name="T12" fmla="*/ 1 w 175"/>
                <a:gd name="T13" fmla="*/ 4 h 807"/>
                <a:gd name="T14" fmla="*/ 1 w 175"/>
                <a:gd name="T15" fmla="*/ 4 h 807"/>
                <a:gd name="T16" fmla="*/ 1 w 175"/>
                <a:gd name="T17" fmla="*/ 3 h 807"/>
                <a:gd name="T18" fmla="*/ 1 w 175"/>
                <a:gd name="T19" fmla="*/ 3 h 807"/>
                <a:gd name="T20" fmla="*/ 1 w 175"/>
                <a:gd name="T21" fmla="*/ 3 h 807"/>
                <a:gd name="T22" fmla="*/ 1 w 175"/>
                <a:gd name="T23" fmla="*/ 2 h 807"/>
                <a:gd name="T24" fmla="*/ 1 w 175"/>
                <a:gd name="T25" fmla="*/ 2 h 807"/>
                <a:gd name="T26" fmla="*/ 1 w 175"/>
                <a:gd name="T27" fmla="*/ 2 h 807"/>
                <a:gd name="T28" fmla="*/ 1 w 175"/>
                <a:gd name="T29" fmla="*/ 1 h 807"/>
                <a:gd name="T30" fmla="*/ 1 w 175"/>
                <a:gd name="T31" fmla="*/ 1 h 807"/>
                <a:gd name="T32" fmla="*/ 1 w 175"/>
                <a:gd name="T33" fmla="*/ 1 h 807"/>
                <a:gd name="T34" fmla="*/ 1 w 175"/>
                <a:gd name="T35" fmla="*/ 0 h 807"/>
                <a:gd name="T36" fmla="*/ 1 w 175"/>
                <a:gd name="T37" fmla="*/ 0 h 807"/>
                <a:gd name="T38" fmla="*/ 1 w 175"/>
                <a:gd name="T39" fmla="*/ 0 h 807"/>
                <a:gd name="T40" fmla="*/ 0 w 175"/>
                <a:gd name="T41" fmla="*/ 1 h 807"/>
                <a:gd name="T42" fmla="*/ 0 w 175"/>
                <a:gd name="T43" fmla="*/ 1 h 807"/>
                <a:gd name="T44" fmla="*/ 0 w 175"/>
                <a:gd name="T45" fmla="*/ 1 h 807"/>
                <a:gd name="T46" fmla="*/ 0 w 175"/>
                <a:gd name="T47" fmla="*/ 2 h 807"/>
                <a:gd name="T48" fmla="*/ 0 w 175"/>
                <a:gd name="T49" fmla="*/ 2 h 807"/>
                <a:gd name="T50" fmla="*/ 0 w 175"/>
                <a:gd name="T51" fmla="*/ 3 h 807"/>
                <a:gd name="T52" fmla="*/ 0 w 175"/>
                <a:gd name="T53" fmla="*/ 3 h 807"/>
                <a:gd name="T54" fmla="*/ 0 w 175"/>
                <a:gd name="T55" fmla="*/ 3 h 807"/>
                <a:gd name="T56" fmla="*/ 0 w 175"/>
                <a:gd name="T57" fmla="*/ 4 h 807"/>
                <a:gd name="T58" fmla="*/ 0 w 175"/>
                <a:gd name="T59" fmla="*/ 4 h 807"/>
                <a:gd name="T60" fmla="*/ 0 w 175"/>
                <a:gd name="T61" fmla="*/ 5 h 807"/>
                <a:gd name="T62" fmla="*/ 0 w 175"/>
                <a:gd name="T63" fmla="*/ 5 h 807"/>
                <a:gd name="T64" fmla="*/ 0 w 175"/>
                <a:gd name="T65" fmla="*/ 5 h 807"/>
                <a:gd name="T66" fmla="*/ 1 w 175"/>
                <a:gd name="T67" fmla="*/ 6 h 807"/>
                <a:gd name="T68" fmla="*/ 1 w 175"/>
                <a:gd name="T69" fmla="*/ 6 h 807"/>
                <a:gd name="T70" fmla="*/ 1 w 175"/>
                <a:gd name="T71" fmla="*/ 6 h 807"/>
                <a:gd name="T72" fmla="*/ 1 w 175"/>
                <a:gd name="T73" fmla="*/ 6 h 807"/>
                <a:gd name="T74" fmla="*/ 1 w 175"/>
                <a:gd name="T75" fmla="*/ 6 h 807"/>
                <a:gd name="T76" fmla="*/ 1 w 175"/>
                <a:gd name="T77" fmla="*/ 6 h 807"/>
                <a:gd name="T78" fmla="*/ 1 w 175"/>
                <a:gd name="T79" fmla="*/ 6 h 807"/>
                <a:gd name="T80" fmla="*/ 1 w 175"/>
                <a:gd name="T81" fmla="*/ 6 h 807"/>
                <a:gd name="T82" fmla="*/ 1 w 175"/>
                <a:gd name="T83" fmla="*/ 6 h 807"/>
                <a:gd name="T84" fmla="*/ 1 w 175"/>
                <a:gd name="T85" fmla="*/ 6 h 807"/>
                <a:gd name="T86" fmla="*/ 1 w 175"/>
                <a:gd name="T87" fmla="*/ 6 h 807"/>
                <a:gd name="T88" fmla="*/ 1 w 175"/>
                <a:gd name="T89" fmla="*/ 6 h 807"/>
                <a:gd name="T90" fmla="*/ 1 w 175"/>
                <a:gd name="T91" fmla="*/ 6 h 80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175"/>
                <a:gd name="T139" fmla="*/ 0 h 807"/>
                <a:gd name="T140" fmla="*/ 175 w 175"/>
                <a:gd name="T141" fmla="*/ 807 h 80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175" h="807">
                  <a:moveTo>
                    <a:pt x="169" y="740"/>
                  </a:moveTo>
                  <a:lnTo>
                    <a:pt x="169" y="739"/>
                  </a:lnTo>
                  <a:lnTo>
                    <a:pt x="149" y="698"/>
                  </a:lnTo>
                  <a:lnTo>
                    <a:pt x="133" y="656"/>
                  </a:lnTo>
                  <a:lnTo>
                    <a:pt x="120" y="611"/>
                  </a:lnTo>
                  <a:lnTo>
                    <a:pt x="108" y="565"/>
                  </a:lnTo>
                  <a:lnTo>
                    <a:pt x="100" y="520"/>
                  </a:lnTo>
                  <a:lnTo>
                    <a:pt x="96" y="472"/>
                  </a:lnTo>
                  <a:lnTo>
                    <a:pt x="93" y="425"/>
                  </a:lnTo>
                  <a:lnTo>
                    <a:pt x="93" y="377"/>
                  </a:lnTo>
                  <a:lnTo>
                    <a:pt x="96" y="330"/>
                  </a:lnTo>
                  <a:lnTo>
                    <a:pt x="100" y="283"/>
                  </a:lnTo>
                  <a:lnTo>
                    <a:pt x="106" y="238"/>
                  </a:lnTo>
                  <a:lnTo>
                    <a:pt x="115" y="195"/>
                  </a:lnTo>
                  <a:lnTo>
                    <a:pt x="126" y="153"/>
                  </a:lnTo>
                  <a:lnTo>
                    <a:pt x="139" y="114"/>
                  </a:lnTo>
                  <a:lnTo>
                    <a:pt x="153" y="77"/>
                  </a:lnTo>
                  <a:lnTo>
                    <a:pt x="169" y="43"/>
                  </a:lnTo>
                  <a:lnTo>
                    <a:pt x="87" y="0"/>
                  </a:lnTo>
                  <a:lnTo>
                    <a:pt x="69" y="39"/>
                  </a:lnTo>
                  <a:lnTo>
                    <a:pt x="52" y="81"/>
                  </a:lnTo>
                  <a:lnTo>
                    <a:pt x="37" y="127"/>
                  </a:lnTo>
                  <a:lnTo>
                    <a:pt x="24" y="174"/>
                  </a:lnTo>
                  <a:lnTo>
                    <a:pt x="15" y="222"/>
                  </a:lnTo>
                  <a:lnTo>
                    <a:pt x="7" y="271"/>
                  </a:lnTo>
                  <a:lnTo>
                    <a:pt x="2" y="323"/>
                  </a:lnTo>
                  <a:lnTo>
                    <a:pt x="0" y="374"/>
                  </a:lnTo>
                  <a:lnTo>
                    <a:pt x="0" y="427"/>
                  </a:lnTo>
                  <a:lnTo>
                    <a:pt x="2" y="479"/>
                  </a:lnTo>
                  <a:lnTo>
                    <a:pt x="9" y="531"/>
                  </a:lnTo>
                  <a:lnTo>
                    <a:pt x="17" y="584"/>
                  </a:lnTo>
                  <a:lnTo>
                    <a:pt x="29" y="635"/>
                  </a:lnTo>
                  <a:lnTo>
                    <a:pt x="44" y="686"/>
                  </a:lnTo>
                  <a:lnTo>
                    <a:pt x="65" y="736"/>
                  </a:lnTo>
                  <a:lnTo>
                    <a:pt x="87" y="784"/>
                  </a:lnTo>
                  <a:lnTo>
                    <a:pt x="87" y="782"/>
                  </a:lnTo>
                  <a:lnTo>
                    <a:pt x="87" y="784"/>
                  </a:lnTo>
                  <a:lnTo>
                    <a:pt x="100" y="799"/>
                  </a:lnTo>
                  <a:lnTo>
                    <a:pt x="117" y="807"/>
                  </a:lnTo>
                  <a:lnTo>
                    <a:pt x="134" y="807"/>
                  </a:lnTo>
                  <a:lnTo>
                    <a:pt x="151" y="801"/>
                  </a:lnTo>
                  <a:lnTo>
                    <a:pt x="164" y="791"/>
                  </a:lnTo>
                  <a:lnTo>
                    <a:pt x="173" y="777"/>
                  </a:lnTo>
                  <a:lnTo>
                    <a:pt x="175" y="759"/>
                  </a:lnTo>
                  <a:lnTo>
                    <a:pt x="169" y="739"/>
                  </a:lnTo>
                  <a:lnTo>
                    <a:pt x="169" y="74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5118" name="Freeform 28"/>
            <p:cNvSpPr>
              <a:spLocks/>
            </p:cNvSpPr>
            <p:nvPr/>
          </p:nvSpPr>
          <p:spPr bwMode="auto">
            <a:xfrm>
              <a:off x="1299" y="1681"/>
              <a:ext cx="157" cy="281"/>
            </a:xfrm>
            <a:custGeom>
              <a:avLst/>
              <a:gdLst>
                <a:gd name="T0" fmla="*/ 6 w 787"/>
                <a:gd name="T1" fmla="*/ 11 h 1404"/>
                <a:gd name="T2" fmla="*/ 6 w 787"/>
                <a:gd name="T3" fmla="*/ 11 h 1404"/>
                <a:gd name="T4" fmla="*/ 1 w 787"/>
                <a:gd name="T5" fmla="*/ 0 h 1404"/>
                <a:gd name="T6" fmla="*/ 0 w 787"/>
                <a:gd name="T7" fmla="*/ 0 h 1404"/>
                <a:gd name="T8" fmla="*/ 6 w 787"/>
                <a:gd name="T9" fmla="*/ 11 h 1404"/>
                <a:gd name="T10" fmla="*/ 6 w 787"/>
                <a:gd name="T11" fmla="*/ 11 h 1404"/>
                <a:gd name="T12" fmla="*/ 6 w 787"/>
                <a:gd name="T13" fmla="*/ 11 h 1404"/>
                <a:gd name="T14" fmla="*/ 6 w 787"/>
                <a:gd name="T15" fmla="*/ 11 h 1404"/>
                <a:gd name="T16" fmla="*/ 6 w 787"/>
                <a:gd name="T17" fmla="*/ 11 h 1404"/>
                <a:gd name="T18" fmla="*/ 6 w 787"/>
                <a:gd name="T19" fmla="*/ 11 h 1404"/>
                <a:gd name="T20" fmla="*/ 6 w 787"/>
                <a:gd name="T21" fmla="*/ 11 h 1404"/>
                <a:gd name="T22" fmla="*/ 6 w 787"/>
                <a:gd name="T23" fmla="*/ 11 h 1404"/>
                <a:gd name="T24" fmla="*/ 6 w 787"/>
                <a:gd name="T25" fmla="*/ 11 h 1404"/>
                <a:gd name="T26" fmla="*/ 6 w 787"/>
                <a:gd name="T27" fmla="*/ 11 h 1404"/>
                <a:gd name="T28" fmla="*/ 6 w 787"/>
                <a:gd name="T29" fmla="*/ 11 h 1404"/>
                <a:gd name="T30" fmla="*/ 6 w 787"/>
                <a:gd name="T31" fmla="*/ 11 h 1404"/>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787"/>
                <a:gd name="T49" fmla="*/ 0 h 1404"/>
                <a:gd name="T50" fmla="*/ 787 w 787"/>
                <a:gd name="T51" fmla="*/ 1404 h 1404"/>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787" h="1404">
                  <a:moveTo>
                    <a:pt x="781" y="1334"/>
                  </a:moveTo>
                  <a:lnTo>
                    <a:pt x="781" y="1337"/>
                  </a:lnTo>
                  <a:lnTo>
                    <a:pt x="82" y="0"/>
                  </a:lnTo>
                  <a:lnTo>
                    <a:pt x="0" y="42"/>
                  </a:lnTo>
                  <a:lnTo>
                    <a:pt x="699" y="1379"/>
                  </a:lnTo>
                  <a:lnTo>
                    <a:pt x="699" y="1381"/>
                  </a:lnTo>
                  <a:lnTo>
                    <a:pt x="699" y="1379"/>
                  </a:lnTo>
                  <a:lnTo>
                    <a:pt x="712" y="1395"/>
                  </a:lnTo>
                  <a:lnTo>
                    <a:pt x="727" y="1402"/>
                  </a:lnTo>
                  <a:lnTo>
                    <a:pt x="744" y="1404"/>
                  </a:lnTo>
                  <a:lnTo>
                    <a:pt x="761" y="1398"/>
                  </a:lnTo>
                  <a:lnTo>
                    <a:pt x="775" y="1388"/>
                  </a:lnTo>
                  <a:lnTo>
                    <a:pt x="784" y="1373"/>
                  </a:lnTo>
                  <a:lnTo>
                    <a:pt x="787" y="1357"/>
                  </a:lnTo>
                  <a:lnTo>
                    <a:pt x="781" y="1337"/>
                  </a:lnTo>
                  <a:lnTo>
                    <a:pt x="781" y="13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5119" name="Freeform 29"/>
            <p:cNvSpPr>
              <a:spLocks/>
            </p:cNvSpPr>
            <p:nvPr/>
          </p:nvSpPr>
          <p:spPr bwMode="auto">
            <a:xfrm>
              <a:off x="1439" y="1948"/>
              <a:ext cx="125" cy="76"/>
            </a:xfrm>
            <a:custGeom>
              <a:avLst/>
              <a:gdLst>
                <a:gd name="T0" fmla="*/ 5 w 628"/>
                <a:gd name="T1" fmla="*/ 2 h 383"/>
                <a:gd name="T2" fmla="*/ 5 w 628"/>
                <a:gd name="T3" fmla="*/ 2 h 383"/>
                <a:gd name="T4" fmla="*/ 4 w 628"/>
                <a:gd name="T5" fmla="*/ 2 h 383"/>
                <a:gd name="T6" fmla="*/ 4 w 628"/>
                <a:gd name="T7" fmla="*/ 2 h 383"/>
                <a:gd name="T8" fmla="*/ 4 w 628"/>
                <a:gd name="T9" fmla="*/ 2 h 383"/>
                <a:gd name="T10" fmla="*/ 3 w 628"/>
                <a:gd name="T11" fmla="*/ 2 h 383"/>
                <a:gd name="T12" fmla="*/ 3 w 628"/>
                <a:gd name="T13" fmla="*/ 2 h 383"/>
                <a:gd name="T14" fmla="*/ 3 w 628"/>
                <a:gd name="T15" fmla="*/ 2 h 383"/>
                <a:gd name="T16" fmla="*/ 3 w 628"/>
                <a:gd name="T17" fmla="*/ 2 h 383"/>
                <a:gd name="T18" fmla="*/ 2 w 628"/>
                <a:gd name="T19" fmla="*/ 2 h 383"/>
                <a:gd name="T20" fmla="*/ 2 w 628"/>
                <a:gd name="T21" fmla="*/ 2 h 383"/>
                <a:gd name="T22" fmla="*/ 2 w 628"/>
                <a:gd name="T23" fmla="*/ 1 h 383"/>
                <a:gd name="T24" fmla="*/ 2 w 628"/>
                <a:gd name="T25" fmla="*/ 1 h 383"/>
                <a:gd name="T26" fmla="*/ 1 w 628"/>
                <a:gd name="T27" fmla="*/ 1 h 383"/>
                <a:gd name="T28" fmla="*/ 1 w 628"/>
                <a:gd name="T29" fmla="*/ 1 h 383"/>
                <a:gd name="T30" fmla="*/ 1 w 628"/>
                <a:gd name="T31" fmla="*/ 1 h 383"/>
                <a:gd name="T32" fmla="*/ 1 w 628"/>
                <a:gd name="T33" fmla="*/ 0 h 383"/>
                <a:gd name="T34" fmla="*/ 1 w 628"/>
                <a:gd name="T35" fmla="*/ 0 h 383"/>
                <a:gd name="T36" fmla="*/ 0 w 628"/>
                <a:gd name="T37" fmla="*/ 0 h 383"/>
                <a:gd name="T38" fmla="*/ 0 w 628"/>
                <a:gd name="T39" fmla="*/ 1 h 383"/>
                <a:gd name="T40" fmla="*/ 0 w 628"/>
                <a:gd name="T41" fmla="*/ 1 h 383"/>
                <a:gd name="T42" fmla="*/ 1 w 628"/>
                <a:gd name="T43" fmla="*/ 1 h 383"/>
                <a:gd name="T44" fmla="*/ 1 w 628"/>
                <a:gd name="T45" fmla="*/ 1 h 383"/>
                <a:gd name="T46" fmla="*/ 1 w 628"/>
                <a:gd name="T47" fmla="*/ 2 h 383"/>
                <a:gd name="T48" fmla="*/ 1 w 628"/>
                <a:gd name="T49" fmla="*/ 2 h 383"/>
                <a:gd name="T50" fmla="*/ 2 w 628"/>
                <a:gd name="T51" fmla="*/ 2 h 383"/>
                <a:gd name="T52" fmla="*/ 2 w 628"/>
                <a:gd name="T53" fmla="*/ 2 h 383"/>
                <a:gd name="T54" fmla="*/ 2 w 628"/>
                <a:gd name="T55" fmla="*/ 2 h 383"/>
                <a:gd name="T56" fmla="*/ 3 w 628"/>
                <a:gd name="T57" fmla="*/ 3 h 383"/>
                <a:gd name="T58" fmla="*/ 3 w 628"/>
                <a:gd name="T59" fmla="*/ 3 h 383"/>
                <a:gd name="T60" fmla="*/ 3 w 628"/>
                <a:gd name="T61" fmla="*/ 3 h 383"/>
                <a:gd name="T62" fmla="*/ 4 w 628"/>
                <a:gd name="T63" fmla="*/ 3 h 383"/>
                <a:gd name="T64" fmla="*/ 4 w 628"/>
                <a:gd name="T65" fmla="*/ 3 h 383"/>
                <a:gd name="T66" fmla="*/ 4 w 628"/>
                <a:gd name="T67" fmla="*/ 3 h 383"/>
                <a:gd name="T68" fmla="*/ 5 w 628"/>
                <a:gd name="T69" fmla="*/ 3 h 383"/>
                <a:gd name="T70" fmla="*/ 5 w 628"/>
                <a:gd name="T71" fmla="*/ 3 h 383"/>
                <a:gd name="T72" fmla="*/ 5 w 628"/>
                <a:gd name="T73" fmla="*/ 3 h 383"/>
                <a:gd name="T74" fmla="*/ 5 w 628"/>
                <a:gd name="T75" fmla="*/ 3 h 383"/>
                <a:gd name="T76" fmla="*/ 5 w 628"/>
                <a:gd name="T77" fmla="*/ 3 h 383"/>
                <a:gd name="T78" fmla="*/ 5 w 628"/>
                <a:gd name="T79" fmla="*/ 3 h 383"/>
                <a:gd name="T80" fmla="*/ 5 w 628"/>
                <a:gd name="T81" fmla="*/ 3 h 383"/>
                <a:gd name="T82" fmla="*/ 5 w 628"/>
                <a:gd name="T83" fmla="*/ 3 h 383"/>
                <a:gd name="T84" fmla="*/ 5 w 628"/>
                <a:gd name="T85" fmla="*/ 2 h 383"/>
                <a:gd name="T86" fmla="*/ 5 w 628"/>
                <a:gd name="T87" fmla="*/ 2 h 383"/>
                <a:gd name="T88" fmla="*/ 5 w 628"/>
                <a:gd name="T89" fmla="*/ 2 h 383"/>
                <a:gd name="T90" fmla="*/ 5 w 628"/>
                <a:gd name="T91" fmla="*/ 2 h 38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628"/>
                <a:gd name="T139" fmla="*/ 0 h 383"/>
                <a:gd name="T140" fmla="*/ 628 w 628"/>
                <a:gd name="T141" fmla="*/ 383 h 38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628" h="383">
                  <a:moveTo>
                    <a:pt x="581" y="289"/>
                  </a:moveTo>
                  <a:lnTo>
                    <a:pt x="582" y="289"/>
                  </a:lnTo>
                  <a:lnTo>
                    <a:pt x="541" y="287"/>
                  </a:lnTo>
                  <a:lnTo>
                    <a:pt x="500" y="283"/>
                  </a:lnTo>
                  <a:lnTo>
                    <a:pt x="462" y="276"/>
                  </a:lnTo>
                  <a:lnTo>
                    <a:pt x="424" y="268"/>
                  </a:lnTo>
                  <a:lnTo>
                    <a:pt x="389" y="255"/>
                  </a:lnTo>
                  <a:lnTo>
                    <a:pt x="352" y="242"/>
                  </a:lnTo>
                  <a:lnTo>
                    <a:pt x="320" y="227"/>
                  </a:lnTo>
                  <a:lnTo>
                    <a:pt x="287" y="209"/>
                  </a:lnTo>
                  <a:lnTo>
                    <a:pt x="255" y="189"/>
                  </a:lnTo>
                  <a:lnTo>
                    <a:pt x="226" y="168"/>
                  </a:lnTo>
                  <a:lnTo>
                    <a:pt x="198" y="145"/>
                  </a:lnTo>
                  <a:lnTo>
                    <a:pt x="172" y="119"/>
                  </a:lnTo>
                  <a:lnTo>
                    <a:pt x="146" y="92"/>
                  </a:lnTo>
                  <a:lnTo>
                    <a:pt x="122" y="64"/>
                  </a:lnTo>
                  <a:lnTo>
                    <a:pt x="100" y="33"/>
                  </a:lnTo>
                  <a:lnTo>
                    <a:pt x="82" y="0"/>
                  </a:lnTo>
                  <a:lnTo>
                    <a:pt x="0" y="47"/>
                  </a:lnTo>
                  <a:lnTo>
                    <a:pt x="23" y="85"/>
                  </a:lnTo>
                  <a:lnTo>
                    <a:pt x="49" y="120"/>
                  </a:lnTo>
                  <a:lnTo>
                    <a:pt x="76" y="153"/>
                  </a:lnTo>
                  <a:lnTo>
                    <a:pt x="104" y="185"/>
                  </a:lnTo>
                  <a:lnTo>
                    <a:pt x="137" y="215"/>
                  </a:lnTo>
                  <a:lnTo>
                    <a:pt x="170" y="241"/>
                  </a:lnTo>
                  <a:lnTo>
                    <a:pt x="204" y="267"/>
                  </a:lnTo>
                  <a:lnTo>
                    <a:pt x="240" y="289"/>
                  </a:lnTo>
                  <a:lnTo>
                    <a:pt x="277" y="309"/>
                  </a:lnTo>
                  <a:lnTo>
                    <a:pt x="317" y="329"/>
                  </a:lnTo>
                  <a:lnTo>
                    <a:pt x="358" y="344"/>
                  </a:lnTo>
                  <a:lnTo>
                    <a:pt x="400" y="357"/>
                  </a:lnTo>
                  <a:lnTo>
                    <a:pt x="444" y="367"/>
                  </a:lnTo>
                  <a:lnTo>
                    <a:pt x="488" y="374"/>
                  </a:lnTo>
                  <a:lnTo>
                    <a:pt x="534" y="380"/>
                  </a:lnTo>
                  <a:lnTo>
                    <a:pt x="580" y="383"/>
                  </a:lnTo>
                  <a:lnTo>
                    <a:pt x="581" y="383"/>
                  </a:lnTo>
                  <a:lnTo>
                    <a:pt x="580" y="383"/>
                  </a:lnTo>
                  <a:lnTo>
                    <a:pt x="600" y="379"/>
                  </a:lnTo>
                  <a:lnTo>
                    <a:pt x="615" y="369"/>
                  </a:lnTo>
                  <a:lnTo>
                    <a:pt x="624" y="353"/>
                  </a:lnTo>
                  <a:lnTo>
                    <a:pt x="628" y="337"/>
                  </a:lnTo>
                  <a:lnTo>
                    <a:pt x="625" y="319"/>
                  </a:lnTo>
                  <a:lnTo>
                    <a:pt x="617" y="304"/>
                  </a:lnTo>
                  <a:lnTo>
                    <a:pt x="602" y="294"/>
                  </a:lnTo>
                  <a:lnTo>
                    <a:pt x="582" y="289"/>
                  </a:lnTo>
                  <a:lnTo>
                    <a:pt x="581" y="28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5120" name="Freeform 30"/>
            <p:cNvSpPr>
              <a:spLocks/>
            </p:cNvSpPr>
            <p:nvPr/>
          </p:nvSpPr>
          <p:spPr bwMode="auto">
            <a:xfrm>
              <a:off x="1587" y="1880"/>
              <a:ext cx="85" cy="49"/>
            </a:xfrm>
            <a:custGeom>
              <a:avLst/>
              <a:gdLst>
                <a:gd name="T0" fmla="*/ 3 w 426"/>
                <a:gd name="T1" fmla="*/ 0 h 245"/>
                <a:gd name="T2" fmla="*/ 3 w 426"/>
                <a:gd name="T3" fmla="*/ 0 h 245"/>
                <a:gd name="T4" fmla="*/ 3 w 426"/>
                <a:gd name="T5" fmla="*/ 0 h 245"/>
                <a:gd name="T6" fmla="*/ 3 w 426"/>
                <a:gd name="T7" fmla="*/ 0 h 245"/>
                <a:gd name="T8" fmla="*/ 2 w 426"/>
                <a:gd name="T9" fmla="*/ 0 h 245"/>
                <a:gd name="T10" fmla="*/ 2 w 426"/>
                <a:gd name="T11" fmla="*/ 0 h 245"/>
                <a:gd name="T12" fmla="*/ 2 w 426"/>
                <a:gd name="T13" fmla="*/ 0 h 245"/>
                <a:gd name="T14" fmla="*/ 2 w 426"/>
                <a:gd name="T15" fmla="*/ 0 h 245"/>
                <a:gd name="T16" fmla="*/ 1 w 426"/>
                <a:gd name="T17" fmla="*/ 0 h 245"/>
                <a:gd name="T18" fmla="*/ 1 w 426"/>
                <a:gd name="T19" fmla="*/ 1 h 245"/>
                <a:gd name="T20" fmla="*/ 1 w 426"/>
                <a:gd name="T21" fmla="*/ 1 h 245"/>
                <a:gd name="T22" fmla="*/ 1 w 426"/>
                <a:gd name="T23" fmla="*/ 1 h 245"/>
                <a:gd name="T24" fmla="*/ 0 w 426"/>
                <a:gd name="T25" fmla="*/ 1 h 245"/>
                <a:gd name="T26" fmla="*/ 0 w 426"/>
                <a:gd name="T27" fmla="*/ 1 h 245"/>
                <a:gd name="T28" fmla="*/ 0 w 426"/>
                <a:gd name="T29" fmla="*/ 1 h 245"/>
                <a:gd name="T30" fmla="*/ 0 w 426"/>
                <a:gd name="T31" fmla="*/ 2 h 245"/>
                <a:gd name="T32" fmla="*/ 0 w 426"/>
                <a:gd name="T33" fmla="*/ 2 h 245"/>
                <a:gd name="T34" fmla="*/ 0 w 426"/>
                <a:gd name="T35" fmla="*/ 2 h 245"/>
                <a:gd name="T36" fmla="*/ 0 w 426"/>
                <a:gd name="T37" fmla="*/ 2 h 245"/>
                <a:gd name="T38" fmla="*/ 0 w 426"/>
                <a:gd name="T39" fmla="*/ 2 h 245"/>
                <a:gd name="T40" fmla="*/ 0 w 426"/>
                <a:gd name="T41" fmla="*/ 2 h 245"/>
                <a:gd name="T42" fmla="*/ 0 w 426"/>
                <a:gd name="T43" fmla="*/ 1 h 245"/>
                <a:gd name="T44" fmla="*/ 0 w 426"/>
                <a:gd name="T45" fmla="*/ 1 h 245"/>
                <a:gd name="T46" fmla="*/ 0 w 426"/>
                <a:gd name="T47" fmla="*/ 1 h 245"/>
                <a:gd name="T48" fmla="*/ 1 w 426"/>
                <a:gd name="T49" fmla="*/ 1 h 245"/>
                <a:gd name="T50" fmla="*/ 1 w 426"/>
                <a:gd name="T51" fmla="*/ 1 h 245"/>
                <a:gd name="T52" fmla="*/ 1 w 426"/>
                <a:gd name="T53" fmla="*/ 1 h 245"/>
                <a:gd name="T54" fmla="*/ 1 w 426"/>
                <a:gd name="T55" fmla="*/ 1 h 245"/>
                <a:gd name="T56" fmla="*/ 2 w 426"/>
                <a:gd name="T57" fmla="*/ 0 h 245"/>
                <a:gd name="T58" fmla="*/ 2 w 426"/>
                <a:gd name="T59" fmla="*/ 0 h 245"/>
                <a:gd name="T60" fmla="*/ 2 w 426"/>
                <a:gd name="T61" fmla="*/ 0 h 245"/>
                <a:gd name="T62" fmla="*/ 2 w 426"/>
                <a:gd name="T63" fmla="*/ 0 h 245"/>
                <a:gd name="T64" fmla="*/ 3 w 426"/>
                <a:gd name="T65" fmla="*/ 0 h 245"/>
                <a:gd name="T66" fmla="*/ 3 w 426"/>
                <a:gd name="T67" fmla="*/ 0 h 245"/>
                <a:gd name="T68" fmla="*/ 3 w 426"/>
                <a:gd name="T69" fmla="*/ 0 h 245"/>
                <a:gd name="T70" fmla="*/ 3 w 426"/>
                <a:gd name="T71" fmla="*/ 0 h 245"/>
                <a:gd name="T72" fmla="*/ 3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426" y="0"/>
                  </a:moveTo>
                  <a:lnTo>
                    <a:pt x="426" y="0"/>
                  </a:lnTo>
                  <a:lnTo>
                    <a:pt x="384" y="1"/>
                  </a:lnTo>
                  <a:lnTo>
                    <a:pt x="340" y="4"/>
                  </a:lnTo>
                  <a:lnTo>
                    <a:pt x="300" y="10"/>
                  </a:lnTo>
                  <a:lnTo>
                    <a:pt x="262" y="18"/>
                  </a:lnTo>
                  <a:lnTo>
                    <a:pt x="224" y="29"/>
                  </a:lnTo>
                  <a:lnTo>
                    <a:pt x="189" y="41"/>
                  </a:lnTo>
                  <a:lnTo>
                    <a:pt x="157" y="55"/>
                  </a:lnTo>
                  <a:lnTo>
                    <a:pt x="126" y="70"/>
                  </a:lnTo>
                  <a:lnTo>
                    <a:pt x="99" y="89"/>
                  </a:lnTo>
                  <a:lnTo>
                    <a:pt x="74" y="106"/>
                  </a:lnTo>
                  <a:lnTo>
                    <a:pt x="52" y="126"/>
                  </a:lnTo>
                  <a:lnTo>
                    <a:pt x="34" y="148"/>
                  </a:lnTo>
                  <a:lnTo>
                    <a:pt x="19" y="171"/>
                  </a:lnTo>
                  <a:lnTo>
                    <a:pt x="9" y="194"/>
                  </a:lnTo>
                  <a:lnTo>
                    <a:pt x="3" y="219"/>
                  </a:lnTo>
                  <a:lnTo>
                    <a:pt x="0" y="245"/>
                  </a:lnTo>
                  <a:lnTo>
                    <a:pt x="12" y="245"/>
                  </a:lnTo>
                  <a:lnTo>
                    <a:pt x="15" y="221"/>
                  </a:lnTo>
                  <a:lnTo>
                    <a:pt x="20" y="199"/>
                  </a:lnTo>
                  <a:lnTo>
                    <a:pt x="31" y="178"/>
                  </a:lnTo>
                  <a:lnTo>
                    <a:pt x="44" y="156"/>
                  </a:lnTo>
                  <a:lnTo>
                    <a:pt x="61" y="136"/>
                  </a:lnTo>
                  <a:lnTo>
                    <a:pt x="81" y="116"/>
                  </a:lnTo>
                  <a:lnTo>
                    <a:pt x="106" y="98"/>
                  </a:lnTo>
                  <a:lnTo>
                    <a:pt x="133" y="82"/>
                  </a:lnTo>
                  <a:lnTo>
                    <a:pt x="162" y="66"/>
                  </a:lnTo>
                  <a:lnTo>
                    <a:pt x="194" y="52"/>
                  </a:lnTo>
                  <a:lnTo>
                    <a:pt x="229" y="41"/>
                  </a:lnTo>
                  <a:lnTo>
                    <a:pt x="264" y="30"/>
                  </a:lnTo>
                  <a:lnTo>
                    <a:pt x="303" y="22"/>
                  </a:lnTo>
                  <a:lnTo>
                    <a:pt x="343" y="16"/>
                  </a:lnTo>
                  <a:lnTo>
                    <a:pt x="384" y="12"/>
                  </a:lnTo>
                  <a:lnTo>
                    <a:pt x="426" y="11"/>
                  </a:lnTo>
                  <a:lnTo>
                    <a:pt x="42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5121" name="Freeform 31"/>
            <p:cNvSpPr>
              <a:spLocks/>
            </p:cNvSpPr>
            <p:nvPr/>
          </p:nvSpPr>
          <p:spPr bwMode="auto">
            <a:xfrm>
              <a:off x="1587" y="1929"/>
              <a:ext cx="85" cy="49"/>
            </a:xfrm>
            <a:custGeom>
              <a:avLst/>
              <a:gdLst>
                <a:gd name="T0" fmla="*/ 0 w 426"/>
                <a:gd name="T1" fmla="*/ 0 h 245"/>
                <a:gd name="T2" fmla="*/ 0 w 426"/>
                <a:gd name="T3" fmla="*/ 0 h 245"/>
                <a:gd name="T4" fmla="*/ 0 w 426"/>
                <a:gd name="T5" fmla="*/ 0 h 245"/>
                <a:gd name="T6" fmla="*/ 0 w 426"/>
                <a:gd name="T7" fmla="*/ 0 h 245"/>
                <a:gd name="T8" fmla="*/ 0 w 426"/>
                <a:gd name="T9" fmla="*/ 1 h 245"/>
                <a:gd name="T10" fmla="*/ 0 w 426"/>
                <a:gd name="T11" fmla="*/ 1 h 245"/>
                <a:gd name="T12" fmla="*/ 0 w 426"/>
                <a:gd name="T13" fmla="*/ 1 h 245"/>
                <a:gd name="T14" fmla="*/ 1 w 426"/>
                <a:gd name="T15" fmla="*/ 1 h 245"/>
                <a:gd name="T16" fmla="*/ 1 w 426"/>
                <a:gd name="T17" fmla="*/ 1 h 245"/>
                <a:gd name="T18" fmla="*/ 1 w 426"/>
                <a:gd name="T19" fmla="*/ 1 h 245"/>
                <a:gd name="T20" fmla="*/ 1 w 426"/>
                <a:gd name="T21" fmla="*/ 2 h 245"/>
                <a:gd name="T22" fmla="*/ 2 w 426"/>
                <a:gd name="T23" fmla="*/ 2 h 245"/>
                <a:gd name="T24" fmla="*/ 2 w 426"/>
                <a:gd name="T25" fmla="*/ 2 h 245"/>
                <a:gd name="T26" fmla="*/ 2 w 426"/>
                <a:gd name="T27" fmla="*/ 2 h 245"/>
                <a:gd name="T28" fmla="*/ 2 w 426"/>
                <a:gd name="T29" fmla="*/ 2 h 245"/>
                <a:gd name="T30" fmla="*/ 3 w 426"/>
                <a:gd name="T31" fmla="*/ 2 h 245"/>
                <a:gd name="T32" fmla="*/ 3 w 426"/>
                <a:gd name="T33" fmla="*/ 2 h 245"/>
                <a:gd name="T34" fmla="*/ 3 w 426"/>
                <a:gd name="T35" fmla="*/ 2 h 245"/>
                <a:gd name="T36" fmla="*/ 3 w 426"/>
                <a:gd name="T37" fmla="*/ 2 h 245"/>
                <a:gd name="T38" fmla="*/ 3 w 426"/>
                <a:gd name="T39" fmla="*/ 2 h 245"/>
                <a:gd name="T40" fmla="*/ 3 w 426"/>
                <a:gd name="T41" fmla="*/ 2 h 245"/>
                <a:gd name="T42" fmla="*/ 2 w 426"/>
                <a:gd name="T43" fmla="*/ 2 h 245"/>
                <a:gd name="T44" fmla="*/ 2 w 426"/>
                <a:gd name="T45" fmla="*/ 2 h 245"/>
                <a:gd name="T46" fmla="*/ 2 w 426"/>
                <a:gd name="T47" fmla="*/ 2 h 245"/>
                <a:gd name="T48" fmla="*/ 2 w 426"/>
                <a:gd name="T49" fmla="*/ 2 h 245"/>
                <a:gd name="T50" fmla="*/ 1 w 426"/>
                <a:gd name="T51" fmla="*/ 1 h 245"/>
                <a:gd name="T52" fmla="*/ 1 w 426"/>
                <a:gd name="T53" fmla="*/ 1 h 245"/>
                <a:gd name="T54" fmla="*/ 1 w 426"/>
                <a:gd name="T55" fmla="*/ 1 h 245"/>
                <a:gd name="T56" fmla="*/ 1 w 426"/>
                <a:gd name="T57" fmla="*/ 1 h 245"/>
                <a:gd name="T58" fmla="*/ 0 w 426"/>
                <a:gd name="T59" fmla="*/ 1 h 245"/>
                <a:gd name="T60" fmla="*/ 0 w 426"/>
                <a:gd name="T61" fmla="*/ 1 h 245"/>
                <a:gd name="T62" fmla="*/ 0 w 426"/>
                <a:gd name="T63" fmla="*/ 1 h 245"/>
                <a:gd name="T64" fmla="*/ 0 w 426"/>
                <a:gd name="T65" fmla="*/ 0 h 245"/>
                <a:gd name="T66" fmla="*/ 0 w 426"/>
                <a:gd name="T67" fmla="*/ 0 h 245"/>
                <a:gd name="T68" fmla="*/ 0 w 426"/>
                <a:gd name="T69" fmla="*/ 0 h 245"/>
                <a:gd name="T70" fmla="*/ 0 w 426"/>
                <a:gd name="T71" fmla="*/ 0 h 245"/>
                <a:gd name="T72" fmla="*/ 0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0" y="0"/>
                  </a:moveTo>
                  <a:lnTo>
                    <a:pt x="0" y="0"/>
                  </a:lnTo>
                  <a:lnTo>
                    <a:pt x="3" y="25"/>
                  </a:lnTo>
                  <a:lnTo>
                    <a:pt x="9" y="50"/>
                  </a:lnTo>
                  <a:lnTo>
                    <a:pt x="19" y="73"/>
                  </a:lnTo>
                  <a:lnTo>
                    <a:pt x="34" y="96"/>
                  </a:lnTo>
                  <a:lnTo>
                    <a:pt x="52" y="118"/>
                  </a:lnTo>
                  <a:lnTo>
                    <a:pt x="74" y="138"/>
                  </a:lnTo>
                  <a:lnTo>
                    <a:pt x="99" y="156"/>
                  </a:lnTo>
                  <a:lnTo>
                    <a:pt x="126" y="174"/>
                  </a:lnTo>
                  <a:lnTo>
                    <a:pt x="157" y="190"/>
                  </a:lnTo>
                  <a:lnTo>
                    <a:pt x="189" y="204"/>
                  </a:lnTo>
                  <a:lnTo>
                    <a:pt x="224" y="215"/>
                  </a:lnTo>
                  <a:lnTo>
                    <a:pt x="262" y="226"/>
                  </a:lnTo>
                  <a:lnTo>
                    <a:pt x="300" y="234"/>
                  </a:lnTo>
                  <a:lnTo>
                    <a:pt x="340" y="240"/>
                  </a:lnTo>
                  <a:lnTo>
                    <a:pt x="384" y="244"/>
                  </a:lnTo>
                  <a:lnTo>
                    <a:pt x="426" y="245"/>
                  </a:lnTo>
                  <a:lnTo>
                    <a:pt x="426" y="233"/>
                  </a:lnTo>
                  <a:lnTo>
                    <a:pt x="384" y="232"/>
                  </a:lnTo>
                  <a:lnTo>
                    <a:pt x="343" y="228"/>
                  </a:lnTo>
                  <a:lnTo>
                    <a:pt x="303" y="222"/>
                  </a:lnTo>
                  <a:lnTo>
                    <a:pt x="264" y="214"/>
                  </a:lnTo>
                  <a:lnTo>
                    <a:pt x="229" y="204"/>
                  </a:lnTo>
                  <a:lnTo>
                    <a:pt x="194" y="192"/>
                  </a:lnTo>
                  <a:lnTo>
                    <a:pt x="162" y="178"/>
                  </a:lnTo>
                  <a:lnTo>
                    <a:pt x="133" y="163"/>
                  </a:lnTo>
                  <a:lnTo>
                    <a:pt x="106" y="146"/>
                  </a:lnTo>
                  <a:lnTo>
                    <a:pt x="81" y="129"/>
                  </a:lnTo>
                  <a:lnTo>
                    <a:pt x="61" y="109"/>
                  </a:lnTo>
                  <a:lnTo>
                    <a:pt x="44" y="89"/>
                  </a:lnTo>
                  <a:lnTo>
                    <a:pt x="31" y="66"/>
                  </a:lnTo>
                  <a:lnTo>
                    <a:pt x="20" y="45"/>
                  </a:lnTo>
                  <a:lnTo>
                    <a:pt x="15" y="2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5122" name="Freeform 32"/>
            <p:cNvSpPr>
              <a:spLocks/>
            </p:cNvSpPr>
            <p:nvPr/>
          </p:nvSpPr>
          <p:spPr bwMode="auto">
            <a:xfrm>
              <a:off x="878" y="1448"/>
              <a:ext cx="792" cy="954"/>
            </a:xfrm>
            <a:custGeom>
              <a:avLst/>
              <a:gdLst>
                <a:gd name="T0" fmla="*/ 13 w 3960"/>
                <a:gd name="T1" fmla="*/ 38 h 4768"/>
                <a:gd name="T2" fmla="*/ 14 w 3960"/>
                <a:gd name="T3" fmla="*/ 38 h 4768"/>
                <a:gd name="T4" fmla="*/ 15 w 3960"/>
                <a:gd name="T5" fmla="*/ 38 h 4768"/>
                <a:gd name="T6" fmla="*/ 15 w 3960"/>
                <a:gd name="T7" fmla="*/ 38 h 4768"/>
                <a:gd name="T8" fmla="*/ 16 w 3960"/>
                <a:gd name="T9" fmla="*/ 38 h 4768"/>
                <a:gd name="T10" fmla="*/ 17 w 3960"/>
                <a:gd name="T11" fmla="*/ 38 h 4768"/>
                <a:gd name="T12" fmla="*/ 17 w 3960"/>
                <a:gd name="T13" fmla="*/ 38 h 4768"/>
                <a:gd name="T14" fmla="*/ 18 w 3960"/>
                <a:gd name="T15" fmla="*/ 38 h 4768"/>
                <a:gd name="T16" fmla="*/ 18 w 3960"/>
                <a:gd name="T17" fmla="*/ 38 h 4768"/>
                <a:gd name="T18" fmla="*/ 29 w 3960"/>
                <a:gd name="T19" fmla="*/ 30 h 4768"/>
                <a:gd name="T20" fmla="*/ 30 w 3960"/>
                <a:gd name="T21" fmla="*/ 30 h 4768"/>
                <a:gd name="T22" fmla="*/ 30 w 3960"/>
                <a:gd name="T23" fmla="*/ 29 h 4768"/>
                <a:gd name="T24" fmla="*/ 31 w 3960"/>
                <a:gd name="T25" fmla="*/ 28 h 4768"/>
                <a:gd name="T26" fmla="*/ 31 w 3960"/>
                <a:gd name="T27" fmla="*/ 28 h 4768"/>
                <a:gd name="T28" fmla="*/ 31 w 3960"/>
                <a:gd name="T29" fmla="*/ 27 h 4768"/>
                <a:gd name="T30" fmla="*/ 32 w 3960"/>
                <a:gd name="T31" fmla="*/ 26 h 4768"/>
                <a:gd name="T32" fmla="*/ 32 w 3960"/>
                <a:gd name="T33" fmla="*/ 25 h 4768"/>
                <a:gd name="T34" fmla="*/ 32 w 3960"/>
                <a:gd name="T35" fmla="*/ 11 h 4768"/>
                <a:gd name="T36" fmla="*/ 32 w 3960"/>
                <a:gd name="T37" fmla="*/ 10 h 4768"/>
                <a:gd name="T38" fmla="*/ 31 w 3960"/>
                <a:gd name="T39" fmla="*/ 9 h 4768"/>
                <a:gd name="T40" fmla="*/ 31 w 3960"/>
                <a:gd name="T41" fmla="*/ 9 h 4768"/>
                <a:gd name="T42" fmla="*/ 31 w 3960"/>
                <a:gd name="T43" fmla="*/ 8 h 4768"/>
                <a:gd name="T44" fmla="*/ 31 w 3960"/>
                <a:gd name="T45" fmla="*/ 8 h 4768"/>
                <a:gd name="T46" fmla="*/ 30 w 3960"/>
                <a:gd name="T47" fmla="*/ 7 h 4768"/>
                <a:gd name="T48" fmla="*/ 30 w 3960"/>
                <a:gd name="T49" fmla="*/ 7 h 4768"/>
                <a:gd name="T50" fmla="*/ 29 w 3960"/>
                <a:gd name="T51" fmla="*/ 6 h 4768"/>
                <a:gd name="T52" fmla="*/ 19 w 3960"/>
                <a:gd name="T53" fmla="*/ 1 h 4768"/>
                <a:gd name="T54" fmla="*/ 18 w 3960"/>
                <a:gd name="T55" fmla="*/ 0 h 4768"/>
                <a:gd name="T56" fmla="*/ 17 w 3960"/>
                <a:gd name="T57" fmla="*/ 0 h 4768"/>
                <a:gd name="T58" fmla="*/ 17 w 3960"/>
                <a:gd name="T59" fmla="*/ 0 h 4768"/>
                <a:gd name="T60" fmla="*/ 16 w 3960"/>
                <a:gd name="T61" fmla="*/ 0 h 4768"/>
                <a:gd name="T62" fmla="*/ 15 w 3960"/>
                <a:gd name="T63" fmla="*/ 0 h 4768"/>
                <a:gd name="T64" fmla="*/ 14 w 3960"/>
                <a:gd name="T65" fmla="*/ 0 h 4768"/>
                <a:gd name="T66" fmla="*/ 14 w 3960"/>
                <a:gd name="T67" fmla="*/ 0 h 4768"/>
                <a:gd name="T68" fmla="*/ 2 w 3960"/>
                <a:gd name="T69" fmla="*/ 6 h 4768"/>
                <a:gd name="T70" fmla="*/ 2 w 3960"/>
                <a:gd name="T71" fmla="*/ 7 h 4768"/>
                <a:gd name="T72" fmla="*/ 1 w 3960"/>
                <a:gd name="T73" fmla="*/ 7 h 4768"/>
                <a:gd name="T74" fmla="*/ 1 w 3960"/>
                <a:gd name="T75" fmla="*/ 8 h 4768"/>
                <a:gd name="T76" fmla="*/ 1 w 3960"/>
                <a:gd name="T77" fmla="*/ 8 h 4768"/>
                <a:gd name="T78" fmla="*/ 0 w 3960"/>
                <a:gd name="T79" fmla="*/ 9 h 4768"/>
                <a:gd name="T80" fmla="*/ 0 w 3960"/>
                <a:gd name="T81" fmla="*/ 9 h 4768"/>
                <a:gd name="T82" fmla="*/ 0 w 3960"/>
                <a:gd name="T83" fmla="*/ 10 h 4768"/>
                <a:gd name="T84" fmla="*/ 0 w 3960"/>
                <a:gd name="T85" fmla="*/ 11 h 4768"/>
                <a:gd name="T86" fmla="*/ 0 w 3960"/>
                <a:gd name="T87" fmla="*/ 25 h 4768"/>
                <a:gd name="T88" fmla="*/ 0 w 3960"/>
                <a:gd name="T89" fmla="*/ 26 h 4768"/>
                <a:gd name="T90" fmla="*/ 0 w 3960"/>
                <a:gd name="T91" fmla="*/ 27 h 4768"/>
                <a:gd name="T92" fmla="*/ 1 w 3960"/>
                <a:gd name="T93" fmla="*/ 28 h 4768"/>
                <a:gd name="T94" fmla="*/ 1 w 3960"/>
                <a:gd name="T95" fmla="*/ 29 h 4768"/>
                <a:gd name="T96" fmla="*/ 1 w 3960"/>
                <a:gd name="T97" fmla="*/ 29 h 4768"/>
                <a:gd name="T98" fmla="*/ 2 w 3960"/>
                <a:gd name="T99" fmla="*/ 30 h 4768"/>
                <a:gd name="T100" fmla="*/ 3 w 3960"/>
                <a:gd name="T101" fmla="*/ 31 h 4768"/>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w 3960"/>
                <a:gd name="T154" fmla="*/ 0 h 4768"/>
                <a:gd name="T155" fmla="*/ 3960 w 3960"/>
                <a:gd name="T156" fmla="*/ 4768 h 4768"/>
              </a:gdLst>
              <a:ahLst/>
              <a:cxnLst>
                <a:cxn ang="T102">
                  <a:pos x="T0" y="T1"/>
                </a:cxn>
                <a:cxn ang="T103">
                  <a:pos x="T2" y="T3"/>
                </a:cxn>
                <a:cxn ang="T104">
                  <a:pos x="T4" y="T5"/>
                </a:cxn>
                <a:cxn ang="T105">
                  <a:pos x="T6" y="T7"/>
                </a:cxn>
                <a:cxn ang="T106">
                  <a:pos x="T8" y="T9"/>
                </a:cxn>
                <a:cxn ang="T107">
                  <a:pos x="T10" y="T11"/>
                </a:cxn>
                <a:cxn ang="T108">
                  <a:pos x="T12" y="T13"/>
                </a:cxn>
                <a:cxn ang="T109">
                  <a:pos x="T14" y="T15"/>
                </a:cxn>
                <a:cxn ang="T110">
                  <a:pos x="T16" y="T17"/>
                </a:cxn>
                <a:cxn ang="T111">
                  <a:pos x="T18" y="T19"/>
                </a:cxn>
                <a:cxn ang="T112">
                  <a:pos x="T20" y="T21"/>
                </a:cxn>
                <a:cxn ang="T113">
                  <a:pos x="T22" y="T23"/>
                </a:cxn>
                <a:cxn ang="T114">
                  <a:pos x="T24" y="T25"/>
                </a:cxn>
                <a:cxn ang="T115">
                  <a:pos x="T26" y="T27"/>
                </a:cxn>
                <a:cxn ang="T116">
                  <a:pos x="T28" y="T29"/>
                </a:cxn>
                <a:cxn ang="T117">
                  <a:pos x="T30" y="T31"/>
                </a:cxn>
                <a:cxn ang="T118">
                  <a:pos x="T32" y="T33"/>
                </a:cxn>
                <a:cxn ang="T119">
                  <a:pos x="T34" y="T35"/>
                </a:cxn>
                <a:cxn ang="T120">
                  <a:pos x="T36" y="T37"/>
                </a:cxn>
                <a:cxn ang="T121">
                  <a:pos x="T38" y="T39"/>
                </a:cxn>
                <a:cxn ang="T122">
                  <a:pos x="T40" y="T41"/>
                </a:cxn>
                <a:cxn ang="T123">
                  <a:pos x="T42" y="T43"/>
                </a:cxn>
                <a:cxn ang="T124">
                  <a:pos x="T44" y="T45"/>
                </a:cxn>
                <a:cxn ang="T125">
                  <a:pos x="T46" y="T47"/>
                </a:cxn>
                <a:cxn ang="T126">
                  <a:pos x="T48" y="T49"/>
                </a:cxn>
                <a:cxn ang="T127">
                  <a:pos x="T50" y="T51"/>
                </a:cxn>
                <a:cxn ang="T128">
                  <a:pos x="T52" y="T53"/>
                </a:cxn>
                <a:cxn ang="T129">
                  <a:pos x="T54" y="T55"/>
                </a:cxn>
                <a:cxn ang="T130">
                  <a:pos x="T56" y="T57"/>
                </a:cxn>
                <a:cxn ang="T131">
                  <a:pos x="T58" y="T59"/>
                </a:cxn>
                <a:cxn ang="T132">
                  <a:pos x="T60" y="T61"/>
                </a:cxn>
                <a:cxn ang="T133">
                  <a:pos x="T62" y="T63"/>
                </a:cxn>
                <a:cxn ang="T134">
                  <a:pos x="T64" y="T65"/>
                </a:cxn>
                <a:cxn ang="T135">
                  <a:pos x="T66" y="T67"/>
                </a:cxn>
                <a:cxn ang="T136">
                  <a:pos x="T68" y="T69"/>
                </a:cxn>
                <a:cxn ang="T137">
                  <a:pos x="T70" y="T71"/>
                </a:cxn>
                <a:cxn ang="T138">
                  <a:pos x="T72" y="T73"/>
                </a:cxn>
                <a:cxn ang="T139">
                  <a:pos x="T74" y="T75"/>
                </a:cxn>
                <a:cxn ang="T140">
                  <a:pos x="T76" y="T77"/>
                </a:cxn>
                <a:cxn ang="T141">
                  <a:pos x="T78" y="T79"/>
                </a:cxn>
                <a:cxn ang="T142">
                  <a:pos x="T80" y="T81"/>
                </a:cxn>
                <a:cxn ang="T143">
                  <a:pos x="T82" y="T83"/>
                </a:cxn>
                <a:cxn ang="T144">
                  <a:pos x="T84" y="T85"/>
                </a:cxn>
                <a:cxn ang="T145">
                  <a:pos x="T86" y="T87"/>
                </a:cxn>
                <a:cxn ang="T146">
                  <a:pos x="T88" y="T89"/>
                </a:cxn>
                <a:cxn ang="T147">
                  <a:pos x="T90" y="T91"/>
                </a:cxn>
                <a:cxn ang="T148">
                  <a:pos x="T92" y="T93"/>
                </a:cxn>
                <a:cxn ang="T149">
                  <a:pos x="T94" y="T95"/>
                </a:cxn>
                <a:cxn ang="T150">
                  <a:pos x="T96" y="T97"/>
                </a:cxn>
                <a:cxn ang="T151">
                  <a:pos x="T98" y="T99"/>
                </a:cxn>
                <a:cxn ang="T152">
                  <a:pos x="T100" y="T101"/>
                </a:cxn>
              </a:cxnLst>
              <a:rect l="T153" t="T154" r="T155" b="T156"/>
              <a:pathLst>
                <a:path w="3960" h="4768">
                  <a:moveTo>
                    <a:pt x="353" y="3849"/>
                  </a:moveTo>
                  <a:lnTo>
                    <a:pt x="1661" y="4700"/>
                  </a:lnTo>
                  <a:lnTo>
                    <a:pt x="1697" y="4717"/>
                  </a:lnTo>
                  <a:lnTo>
                    <a:pt x="1736" y="4731"/>
                  </a:lnTo>
                  <a:lnTo>
                    <a:pt x="1776" y="4742"/>
                  </a:lnTo>
                  <a:lnTo>
                    <a:pt x="1818" y="4753"/>
                  </a:lnTo>
                  <a:lnTo>
                    <a:pt x="1860" y="4760"/>
                  </a:lnTo>
                  <a:lnTo>
                    <a:pt x="1902" y="4765"/>
                  </a:lnTo>
                  <a:lnTo>
                    <a:pt x="1946" y="4768"/>
                  </a:lnTo>
                  <a:lnTo>
                    <a:pt x="1988" y="4768"/>
                  </a:lnTo>
                  <a:lnTo>
                    <a:pt x="2031" y="4767"/>
                  </a:lnTo>
                  <a:lnTo>
                    <a:pt x="2073" y="4763"/>
                  </a:lnTo>
                  <a:lnTo>
                    <a:pt x="2114" y="4758"/>
                  </a:lnTo>
                  <a:lnTo>
                    <a:pt x="2154" y="4751"/>
                  </a:lnTo>
                  <a:lnTo>
                    <a:pt x="2193" y="4740"/>
                  </a:lnTo>
                  <a:lnTo>
                    <a:pt x="2230" y="4729"/>
                  </a:lnTo>
                  <a:lnTo>
                    <a:pt x="2264" y="4715"/>
                  </a:lnTo>
                  <a:lnTo>
                    <a:pt x="2297" y="4700"/>
                  </a:lnTo>
                  <a:lnTo>
                    <a:pt x="3639" y="3825"/>
                  </a:lnTo>
                  <a:lnTo>
                    <a:pt x="3673" y="3795"/>
                  </a:lnTo>
                  <a:lnTo>
                    <a:pt x="3707" y="3761"/>
                  </a:lnTo>
                  <a:lnTo>
                    <a:pt x="3738" y="3725"/>
                  </a:lnTo>
                  <a:lnTo>
                    <a:pt x="3768" y="3685"/>
                  </a:lnTo>
                  <a:lnTo>
                    <a:pt x="3796" y="3644"/>
                  </a:lnTo>
                  <a:lnTo>
                    <a:pt x="3821" y="3599"/>
                  </a:lnTo>
                  <a:lnTo>
                    <a:pt x="3846" y="3553"/>
                  </a:lnTo>
                  <a:lnTo>
                    <a:pt x="3868" y="3505"/>
                  </a:lnTo>
                  <a:lnTo>
                    <a:pt x="3888" y="3456"/>
                  </a:lnTo>
                  <a:lnTo>
                    <a:pt x="3907" y="3406"/>
                  </a:lnTo>
                  <a:lnTo>
                    <a:pt x="3922" y="3354"/>
                  </a:lnTo>
                  <a:lnTo>
                    <a:pt x="3935" y="3303"/>
                  </a:lnTo>
                  <a:lnTo>
                    <a:pt x="3946" y="3250"/>
                  </a:lnTo>
                  <a:lnTo>
                    <a:pt x="3953" y="3197"/>
                  </a:lnTo>
                  <a:lnTo>
                    <a:pt x="3957" y="3144"/>
                  </a:lnTo>
                  <a:lnTo>
                    <a:pt x="3960" y="3092"/>
                  </a:lnTo>
                  <a:lnTo>
                    <a:pt x="3959" y="1313"/>
                  </a:lnTo>
                  <a:lnTo>
                    <a:pt x="3955" y="1271"/>
                  </a:lnTo>
                  <a:lnTo>
                    <a:pt x="3949" y="1229"/>
                  </a:lnTo>
                  <a:lnTo>
                    <a:pt x="3941" y="1189"/>
                  </a:lnTo>
                  <a:lnTo>
                    <a:pt x="3930" y="1149"/>
                  </a:lnTo>
                  <a:lnTo>
                    <a:pt x="3918" y="1111"/>
                  </a:lnTo>
                  <a:lnTo>
                    <a:pt x="3902" y="1075"/>
                  </a:lnTo>
                  <a:lnTo>
                    <a:pt x="3886" y="1040"/>
                  </a:lnTo>
                  <a:lnTo>
                    <a:pt x="3867" y="1006"/>
                  </a:lnTo>
                  <a:lnTo>
                    <a:pt x="3846" y="973"/>
                  </a:lnTo>
                  <a:lnTo>
                    <a:pt x="3823" y="942"/>
                  </a:lnTo>
                  <a:lnTo>
                    <a:pt x="3798" y="913"/>
                  </a:lnTo>
                  <a:lnTo>
                    <a:pt x="3771" y="886"/>
                  </a:lnTo>
                  <a:lnTo>
                    <a:pt x="3743" y="860"/>
                  </a:lnTo>
                  <a:lnTo>
                    <a:pt x="3714" y="837"/>
                  </a:lnTo>
                  <a:lnTo>
                    <a:pt x="3682" y="816"/>
                  </a:lnTo>
                  <a:lnTo>
                    <a:pt x="3649" y="796"/>
                  </a:lnTo>
                  <a:lnTo>
                    <a:pt x="2386" y="83"/>
                  </a:lnTo>
                  <a:lnTo>
                    <a:pt x="2350" y="65"/>
                  </a:lnTo>
                  <a:lnTo>
                    <a:pt x="2310" y="50"/>
                  </a:lnTo>
                  <a:lnTo>
                    <a:pt x="2268" y="36"/>
                  </a:lnTo>
                  <a:lnTo>
                    <a:pt x="2223" y="24"/>
                  </a:lnTo>
                  <a:lnTo>
                    <a:pt x="2178" y="15"/>
                  </a:lnTo>
                  <a:lnTo>
                    <a:pt x="2131" y="8"/>
                  </a:lnTo>
                  <a:lnTo>
                    <a:pt x="2082" y="3"/>
                  </a:lnTo>
                  <a:lnTo>
                    <a:pt x="2032" y="0"/>
                  </a:lnTo>
                  <a:lnTo>
                    <a:pt x="1982" y="1"/>
                  </a:lnTo>
                  <a:lnTo>
                    <a:pt x="1933" y="3"/>
                  </a:lnTo>
                  <a:lnTo>
                    <a:pt x="1882" y="9"/>
                  </a:lnTo>
                  <a:lnTo>
                    <a:pt x="1833" y="17"/>
                  </a:lnTo>
                  <a:lnTo>
                    <a:pt x="1785" y="29"/>
                  </a:lnTo>
                  <a:lnTo>
                    <a:pt x="1737" y="43"/>
                  </a:lnTo>
                  <a:lnTo>
                    <a:pt x="1691" y="62"/>
                  </a:lnTo>
                  <a:lnTo>
                    <a:pt x="1647" y="83"/>
                  </a:lnTo>
                  <a:lnTo>
                    <a:pt x="311" y="782"/>
                  </a:lnTo>
                  <a:lnTo>
                    <a:pt x="276" y="803"/>
                  </a:lnTo>
                  <a:lnTo>
                    <a:pt x="243" y="826"/>
                  </a:lnTo>
                  <a:lnTo>
                    <a:pt x="213" y="852"/>
                  </a:lnTo>
                  <a:lnTo>
                    <a:pt x="184" y="879"/>
                  </a:lnTo>
                  <a:lnTo>
                    <a:pt x="155" y="908"/>
                  </a:lnTo>
                  <a:lnTo>
                    <a:pt x="131" y="939"/>
                  </a:lnTo>
                  <a:lnTo>
                    <a:pt x="107" y="971"/>
                  </a:lnTo>
                  <a:lnTo>
                    <a:pt x="86" y="1005"/>
                  </a:lnTo>
                  <a:lnTo>
                    <a:pt x="68" y="1040"/>
                  </a:lnTo>
                  <a:lnTo>
                    <a:pt x="50" y="1076"/>
                  </a:lnTo>
                  <a:lnTo>
                    <a:pt x="36" y="1115"/>
                  </a:lnTo>
                  <a:lnTo>
                    <a:pt x="23" y="1153"/>
                  </a:lnTo>
                  <a:lnTo>
                    <a:pt x="14" y="1195"/>
                  </a:lnTo>
                  <a:lnTo>
                    <a:pt x="7" y="1236"/>
                  </a:lnTo>
                  <a:lnTo>
                    <a:pt x="2" y="1279"/>
                  </a:lnTo>
                  <a:lnTo>
                    <a:pt x="0" y="1322"/>
                  </a:lnTo>
                  <a:lnTo>
                    <a:pt x="0" y="3093"/>
                  </a:lnTo>
                  <a:lnTo>
                    <a:pt x="2" y="3147"/>
                  </a:lnTo>
                  <a:lnTo>
                    <a:pt x="7" y="3202"/>
                  </a:lnTo>
                  <a:lnTo>
                    <a:pt x="15" y="3257"/>
                  </a:lnTo>
                  <a:lnTo>
                    <a:pt x="27" y="3312"/>
                  </a:lnTo>
                  <a:lnTo>
                    <a:pt x="42" y="3366"/>
                  </a:lnTo>
                  <a:lnTo>
                    <a:pt x="59" y="3420"/>
                  </a:lnTo>
                  <a:lnTo>
                    <a:pt x="79" y="3474"/>
                  </a:lnTo>
                  <a:lnTo>
                    <a:pt x="102" y="3525"/>
                  </a:lnTo>
                  <a:lnTo>
                    <a:pt x="127" y="3576"/>
                  </a:lnTo>
                  <a:lnTo>
                    <a:pt x="154" y="3624"/>
                  </a:lnTo>
                  <a:lnTo>
                    <a:pt x="184" y="3670"/>
                  </a:lnTo>
                  <a:lnTo>
                    <a:pt x="214" y="3712"/>
                  </a:lnTo>
                  <a:lnTo>
                    <a:pt x="247" y="3752"/>
                  </a:lnTo>
                  <a:lnTo>
                    <a:pt x="281" y="3788"/>
                  </a:lnTo>
                  <a:lnTo>
                    <a:pt x="317" y="3821"/>
                  </a:lnTo>
                  <a:lnTo>
                    <a:pt x="353" y="384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5123" name="Freeform 33"/>
            <p:cNvSpPr>
              <a:spLocks/>
            </p:cNvSpPr>
            <p:nvPr/>
          </p:nvSpPr>
          <p:spPr bwMode="auto">
            <a:xfrm>
              <a:off x="943" y="2210"/>
              <a:ext cx="276" cy="187"/>
            </a:xfrm>
            <a:custGeom>
              <a:avLst/>
              <a:gdLst>
                <a:gd name="T0" fmla="*/ 11 w 1380"/>
                <a:gd name="T1" fmla="*/ 7 h 937"/>
                <a:gd name="T2" fmla="*/ 11 w 1380"/>
                <a:gd name="T3" fmla="*/ 7 h 937"/>
                <a:gd name="T4" fmla="*/ 0 w 1380"/>
                <a:gd name="T5" fmla="*/ 0 h 937"/>
                <a:gd name="T6" fmla="*/ 0 w 1380"/>
                <a:gd name="T7" fmla="*/ 1 h 937"/>
                <a:gd name="T8" fmla="*/ 10 w 1380"/>
                <a:gd name="T9" fmla="*/ 7 h 937"/>
                <a:gd name="T10" fmla="*/ 10 w 1380"/>
                <a:gd name="T11" fmla="*/ 7 h 937"/>
                <a:gd name="T12" fmla="*/ 10 w 1380"/>
                <a:gd name="T13" fmla="*/ 7 h 937"/>
                <a:gd name="T14" fmla="*/ 11 w 1380"/>
                <a:gd name="T15" fmla="*/ 7 h 937"/>
                <a:gd name="T16" fmla="*/ 11 w 1380"/>
                <a:gd name="T17" fmla="*/ 7 h 937"/>
                <a:gd name="T18" fmla="*/ 11 w 1380"/>
                <a:gd name="T19" fmla="*/ 7 h 937"/>
                <a:gd name="T20" fmla="*/ 11 w 1380"/>
                <a:gd name="T21" fmla="*/ 7 h 937"/>
                <a:gd name="T22" fmla="*/ 11 w 1380"/>
                <a:gd name="T23" fmla="*/ 7 h 937"/>
                <a:gd name="T24" fmla="*/ 11 w 1380"/>
                <a:gd name="T25" fmla="*/ 7 h 937"/>
                <a:gd name="T26" fmla="*/ 11 w 1380"/>
                <a:gd name="T27" fmla="*/ 7 h 937"/>
                <a:gd name="T28" fmla="*/ 11 w 1380"/>
                <a:gd name="T29" fmla="*/ 7 h 937"/>
                <a:gd name="T30" fmla="*/ 11 w 1380"/>
                <a:gd name="T31" fmla="*/ 7 h 93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80"/>
                <a:gd name="T49" fmla="*/ 0 h 937"/>
                <a:gd name="T50" fmla="*/ 1380 w 1380"/>
                <a:gd name="T51" fmla="*/ 937 h 93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80" h="937">
                  <a:moveTo>
                    <a:pt x="1354" y="848"/>
                  </a:moveTo>
                  <a:lnTo>
                    <a:pt x="1359" y="851"/>
                  </a:lnTo>
                  <a:lnTo>
                    <a:pt x="51" y="0"/>
                  </a:lnTo>
                  <a:lnTo>
                    <a:pt x="0" y="78"/>
                  </a:lnTo>
                  <a:lnTo>
                    <a:pt x="1307" y="929"/>
                  </a:lnTo>
                  <a:lnTo>
                    <a:pt x="1312" y="932"/>
                  </a:lnTo>
                  <a:lnTo>
                    <a:pt x="1307" y="929"/>
                  </a:lnTo>
                  <a:lnTo>
                    <a:pt x="1326" y="937"/>
                  </a:lnTo>
                  <a:lnTo>
                    <a:pt x="1345" y="936"/>
                  </a:lnTo>
                  <a:lnTo>
                    <a:pt x="1360" y="929"/>
                  </a:lnTo>
                  <a:lnTo>
                    <a:pt x="1372" y="916"/>
                  </a:lnTo>
                  <a:lnTo>
                    <a:pt x="1379" y="899"/>
                  </a:lnTo>
                  <a:lnTo>
                    <a:pt x="1380" y="883"/>
                  </a:lnTo>
                  <a:lnTo>
                    <a:pt x="1374" y="865"/>
                  </a:lnTo>
                  <a:lnTo>
                    <a:pt x="1359" y="851"/>
                  </a:lnTo>
                  <a:lnTo>
                    <a:pt x="1354" y="84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5124" name="Freeform 34"/>
            <p:cNvSpPr>
              <a:spLocks/>
            </p:cNvSpPr>
            <p:nvPr/>
          </p:nvSpPr>
          <p:spPr bwMode="auto">
            <a:xfrm>
              <a:off x="1206" y="2379"/>
              <a:ext cx="140" cy="32"/>
            </a:xfrm>
            <a:custGeom>
              <a:avLst/>
              <a:gdLst>
                <a:gd name="T0" fmla="*/ 5 w 703"/>
                <a:gd name="T1" fmla="*/ 0 h 162"/>
                <a:gd name="T2" fmla="*/ 5 w 703"/>
                <a:gd name="T3" fmla="*/ 0 h 162"/>
                <a:gd name="T4" fmla="*/ 5 w 703"/>
                <a:gd name="T5" fmla="*/ 0 h 162"/>
                <a:gd name="T6" fmla="*/ 5 w 703"/>
                <a:gd name="T7" fmla="*/ 0 h 162"/>
                <a:gd name="T8" fmla="*/ 4 w 703"/>
                <a:gd name="T9" fmla="*/ 0 h 162"/>
                <a:gd name="T10" fmla="*/ 4 w 703"/>
                <a:gd name="T11" fmla="*/ 0 h 162"/>
                <a:gd name="T12" fmla="*/ 4 w 703"/>
                <a:gd name="T13" fmla="*/ 0 h 162"/>
                <a:gd name="T14" fmla="*/ 3 w 703"/>
                <a:gd name="T15" fmla="*/ 1 h 162"/>
                <a:gd name="T16" fmla="*/ 3 w 703"/>
                <a:gd name="T17" fmla="*/ 1 h 162"/>
                <a:gd name="T18" fmla="*/ 3 w 703"/>
                <a:gd name="T19" fmla="*/ 1 h 162"/>
                <a:gd name="T20" fmla="*/ 2 w 703"/>
                <a:gd name="T21" fmla="*/ 1 h 162"/>
                <a:gd name="T22" fmla="*/ 2 w 703"/>
                <a:gd name="T23" fmla="*/ 1 h 162"/>
                <a:gd name="T24" fmla="*/ 2 w 703"/>
                <a:gd name="T25" fmla="*/ 0 h 162"/>
                <a:gd name="T26" fmla="*/ 1 w 703"/>
                <a:gd name="T27" fmla="*/ 0 h 162"/>
                <a:gd name="T28" fmla="*/ 1 w 703"/>
                <a:gd name="T29" fmla="*/ 0 h 162"/>
                <a:gd name="T30" fmla="*/ 1 w 703"/>
                <a:gd name="T31" fmla="*/ 0 h 162"/>
                <a:gd name="T32" fmla="*/ 1 w 703"/>
                <a:gd name="T33" fmla="*/ 0 h 162"/>
                <a:gd name="T34" fmla="*/ 0 w 703"/>
                <a:gd name="T35" fmla="*/ 0 h 162"/>
                <a:gd name="T36" fmla="*/ 0 w 703"/>
                <a:gd name="T37" fmla="*/ 1 h 162"/>
                <a:gd name="T38" fmla="*/ 0 w 703"/>
                <a:gd name="T39" fmla="*/ 1 h 162"/>
                <a:gd name="T40" fmla="*/ 1 w 703"/>
                <a:gd name="T41" fmla="*/ 1 h 162"/>
                <a:gd name="T42" fmla="*/ 1 w 703"/>
                <a:gd name="T43" fmla="*/ 1 h 162"/>
                <a:gd name="T44" fmla="*/ 1 w 703"/>
                <a:gd name="T45" fmla="*/ 1 h 162"/>
                <a:gd name="T46" fmla="*/ 2 w 703"/>
                <a:gd name="T47" fmla="*/ 1 h 162"/>
                <a:gd name="T48" fmla="*/ 2 w 703"/>
                <a:gd name="T49" fmla="*/ 1 h 162"/>
                <a:gd name="T50" fmla="*/ 2 w 703"/>
                <a:gd name="T51" fmla="*/ 1 h 162"/>
                <a:gd name="T52" fmla="*/ 3 w 703"/>
                <a:gd name="T53" fmla="*/ 1 h 162"/>
                <a:gd name="T54" fmla="*/ 3 w 703"/>
                <a:gd name="T55" fmla="*/ 1 h 162"/>
                <a:gd name="T56" fmla="*/ 3 w 703"/>
                <a:gd name="T57" fmla="*/ 1 h 162"/>
                <a:gd name="T58" fmla="*/ 4 w 703"/>
                <a:gd name="T59" fmla="*/ 1 h 162"/>
                <a:gd name="T60" fmla="*/ 4 w 703"/>
                <a:gd name="T61" fmla="*/ 1 h 162"/>
                <a:gd name="T62" fmla="*/ 5 w 703"/>
                <a:gd name="T63" fmla="*/ 1 h 162"/>
                <a:gd name="T64" fmla="*/ 5 w 703"/>
                <a:gd name="T65" fmla="*/ 1 h 162"/>
                <a:gd name="T66" fmla="*/ 5 w 703"/>
                <a:gd name="T67" fmla="*/ 1 h 162"/>
                <a:gd name="T68" fmla="*/ 5 w 703"/>
                <a:gd name="T69" fmla="*/ 1 h 162"/>
                <a:gd name="T70" fmla="*/ 5 w 703"/>
                <a:gd name="T71" fmla="*/ 1 h 162"/>
                <a:gd name="T72" fmla="*/ 5 w 703"/>
                <a:gd name="T73" fmla="*/ 1 h 162"/>
                <a:gd name="T74" fmla="*/ 5 w 703"/>
                <a:gd name="T75" fmla="*/ 1 h 162"/>
                <a:gd name="T76" fmla="*/ 6 w 703"/>
                <a:gd name="T77" fmla="*/ 0 h 162"/>
                <a:gd name="T78" fmla="*/ 6 w 703"/>
                <a:gd name="T79" fmla="*/ 0 h 162"/>
                <a:gd name="T80" fmla="*/ 6 w 703"/>
                <a:gd name="T81" fmla="*/ 0 h 162"/>
                <a:gd name="T82" fmla="*/ 5 w 703"/>
                <a:gd name="T83" fmla="*/ 0 h 162"/>
                <a:gd name="T84" fmla="*/ 5 w 703"/>
                <a:gd name="T85" fmla="*/ 0 h 162"/>
                <a:gd name="T86" fmla="*/ 5 w 703"/>
                <a:gd name="T87" fmla="*/ 0 h 162"/>
                <a:gd name="T88" fmla="*/ 5 w 703"/>
                <a:gd name="T89" fmla="*/ 0 h 162"/>
                <a:gd name="T90" fmla="*/ 5 w 703"/>
                <a:gd name="T91" fmla="*/ 0 h 162"/>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703"/>
                <a:gd name="T139" fmla="*/ 0 h 162"/>
                <a:gd name="T140" fmla="*/ 703 w 703"/>
                <a:gd name="T141" fmla="*/ 162 h 162"/>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703" h="162">
                  <a:moveTo>
                    <a:pt x="631" y="8"/>
                  </a:moveTo>
                  <a:lnTo>
                    <a:pt x="636" y="6"/>
                  </a:lnTo>
                  <a:lnTo>
                    <a:pt x="606" y="20"/>
                  </a:lnTo>
                  <a:lnTo>
                    <a:pt x="575" y="32"/>
                  </a:lnTo>
                  <a:lnTo>
                    <a:pt x="540" y="42"/>
                  </a:lnTo>
                  <a:lnTo>
                    <a:pt x="504" y="52"/>
                  </a:lnTo>
                  <a:lnTo>
                    <a:pt x="467" y="59"/>
                  </a:lnTo>
                  <a:lnTo>
                    <a:pt x="428" y="64"/>
                  </a:lnTo>
                  <a:lnTo>
                    <a:pt x="389" y="67"/>
                  </a:lnTo>
                  <a:lnTo>
                    <a:pt x="348" y="68"/>
                  </a:lnTo>
                  <a:lnTo>
                    <a:pt x="308" y="68"/>
                  </a:lnTo>
                  <a:lnTo>
                    <a:pt x="267" y="65"/>
                  </a:lnTo>
                  <a:lnTo>
                    <a:pt x="226" y="61"/>
                  </a:lnTo>
                  <a:lnTo>
                    <a:pt x="187" y="54"/>
                  </a:lnTo>
                  <a:lnTo>
                    <a:pt x="148" y="44"/>
                  </a:lnTo>
                  <a:lnTo>
                    <a:pt x="110" y="33"/>
                  </a:lnTo>
                  <a:lnTo>
                    <a:pt x="75" y="20"/>
                  </a:lnTo>
                  <a:lnTo>
                    <a:pt x="42" y="5"/>
                  </a:lnTo>
                  <a:lnTo>
                    <a:pt x="0" y="89"/>
                  </a:lnTo>
                  <a:lnTo>
                    <a:pt x="40" y="107"/>
                  </a:lnTo>
                  <a:lnTo>
                    <a:pt x="82" y="122"/>
                  </a:lnTo>
                  <a:lnTo>
                    <a:pt x="124" y="135"/>
                  </a:lnTo>
                  <a:lnTo>
                    <a:pt x="169" y="146"/>
                  </a:lnTo>
                  <a:lnTo>
                    <a:pt x="214" y="153"/>
                  </a:lnTo>
                  <a:lnTo>
                    <a:pt x="258" y="158"/>
                  </a:lnTo>
                  <a:lnTo>
                    <a:pt x="303" y="162"/>
                  </a:lnTo>
                  <a:lnTo>
                    <a:pt x="348" y="162"/>
                  </a:lnTo>
                  <a:lnTo>
                    <a:pt x="394" y="161"/>
                  </a:lnTo>
                  <a:lnTo>
                    <a:pt x="439" y="157"/>
                  </a:lnTo>
                  <a:lnTo>
                    <a:pt x="481" y="150"/>
                  </a:lnTo>
                  <a:lnTo>
                    <a:pt x="525" y="143"/>
                  </a:lnTo>
                  <a:lnTo>
                    <a:pt x="566" y="132"/>
                  </a:lnTo>
                  <a:lnTo>
                    <a:pt x="606" y="121"/>
                  </a:lnTo>
                  <a:lnTo>
                    <a:pt x="643" y="105"/>
                  </a:lnTo>
                  <a:lnTo>
                    <a:pt x="678" y="88"/>
                  </a:lnTo>
                  <a:lnTo>
                    <a:pt x="683" y="86"/>
                  </a:lnTo>
                  <a:lnTo>
                    <a:pt x="678" y="88"/>
                  </a:lnTo>
                  <a:lnTo>
                    <a:pt x="695" y="75"/>
                  </a:lnTo>
                  <a:lnTo>
                    <a:pt x="702" y="60"/>
                  </a:lnTo>
                  <a:lnTo>
                    <a:pt x="703" y="42"/>
                  </a:lnTo>
                  <a:lnTo>
                    <a:pt x="698" y="26"/>
                  </a:lnTo>
                  <a:lnTo>
                    <a:pt x="688" y="12"/>
                  </a:lnTo>
                  <a:lnTo>
                    <a:pt x="674" y="3"/>
                  </a:lnTo>
                  <a:lnTo>
                    <a:pt x="656" y="0"/>
                  </a:lnTo>
                  <a:lnTo>
                    <a:pt x="636" y="6"/>
                  </a:lnTo>
                  <a:lnTo>
                    <a:pt x="631"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5125" name="Freeform 35"/>
            <p:cNvSpPr>
              <a:spLocks/>
            </p:cNvSpPr>
            <p:nvPr/>
          </p:nvSpPr>
          <p:spPr bwMode="auto">
            <a:xfrm>
              <a:off x="1332" y="2204"/>
              <a:ext cx="283" cy="192"/>
            </a:xfrm>
            <a:custGeom>
              <a:avLst/>
              <a:gdLst>
                <a:gd name="T0" fmla="*/ 11 w 1415"/>
                <a:gd name="T1" fmla="*/ 0 h 960"/>
                <a:gd name="T2" fmla="*/ 11 w 1415"/>
                <a:gd name="T3" fmla="*/ 0 h 960"/>
                <a:gd name="T4" fmla="*/ 0 w 1415"/>
                <a:gd name="T5" fmla="*/ 7 h 960"/>
                <a:gd name="T6" fmla="*/ 0 w 1415"/>
                <a:gd name="T7" fmla="*/ 8 h 960"/>
                <a:gd name="T8" fmla="*/ 11 w 1415"/>
                <a:gd name="T9" fmla="*/ 1 h 960"/>
                <a:gd name="T10" fmla="*/ 11 w 1415"/>
                <a:gd name="T11" fmla="*/ 1 h 960"/>
                <a:gd name="T12" fmla="*/ 11 w 1415"/>
                <a:gd name="T13" fmla="*/ 1 h 960"/>
                <a:gd name="T14" fmla="*/ 11 w 1415"/>
                <a:gd name="T15" fmla="*/ 1 h 960"/>
                <a:gd name="T16" fmla="*/ 11 w 1415"/>
                <a:gd name="T17" fmla="*/ 0 h 960"/>
                <a:gd name="T18" fmla="*/ 11 w 1415"/>
                <a:gd name="T19" fmla="*/ 0 h 960"/>
                <a:gd name="T20" fmla="*/ 11 w 1415"/>
                <a:gd name="T21" fmla="*/ 0 h 960"/>
                <a:gd name="T22" fmla="*/ 11 w 1415"/>
                <a:gd name="T23" fmla="*/ 0 h 960"/>
                <a:gd name="T24" fmla="*/ 11 w 1415"/>
                <a:gd name="T25" fmla="*/ 0 h 960"/>
                <a:gd name="T26" fmla="*/ 11 w 1415"/>
                <a:gd name="T27" fmla="*/ 0 h 960"/>
                <a:gd name="T28" fmla="*/ 11 w 1415"/>
                <a:gd name="T29" fmla="*/ 0 h 960"/>
                <a:gd name="T30" fmla="*/ 11 w 1415"/>
                <a:gd name="T31" fmla="*/ 0 h 96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15"/>
                <a:gd name="T49" fmla="*/ 0 h 960"/>
                <a:gd name="T50" fmla="*/ 1415 w 1415"/>
                <a:gd name="T51" fmla="*/ 960 h 96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15" h="960">
                  <a:moveTo>
                    <a:pt x="1338" y="10"/>
                  </a:moveTo>
                  <a:lnTo>
                    <a:pt x="1342" y="8"/>
                  </a:lnTo>
                  <a:lnTo>
                    <a:pt x="0" y="882"/>
                  </a:lnTo>
                  <a:lnTo>
                    <a:pt x="52" y="960"/>
                  </a:lnTo>
                  <a:lnTo>
                    <a:pt x="1393" y="85"/>
                  </a:lnTo>
                  <a:lnTo>
                    <a:pt x="1397" y="83"/>
                  </a:lnTo>
                  <a:lnTo>
                    <a:pt x="1393" y="85"/>
                  </a:lnTo>
                  <a:lnTo>
                    <a:pt x="1409" y="71"/>
                  </a:lnTo>
                  <a:lnTo>
                    <a:pt x="1415" y="53"/>
                  </a:lnTo>
                  <a:lnTo>
                    <a:pt x="1413" y="37"/>
                  </a:lnTo>
                  <a:lnTo>
                    <a:pt x="1406" y="21"/>
                  </a:lnTo>
                  <a:lnTo>
                    <a:pt x="1395" y="8"/>
                  </a:lnTo>
                  <a:lnTo>
                    <a:pt x="1379" y="1"/>
                  </a:lnTo>
                  <a:lnTo>
                    <a:pt x="1361" y="0"/>
                  </a:lnTo>
                  <a:lnTo>
                    <a:pt x="1342" y="8"/>
                  </a:lnTo>
                  <a:lnTo>
                    <a:pt x="1338" y="1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5126" name="Freeform 36"/>
            <p:cNvSpPr>
              <a:spLocks/>
            </p:cNvSpPr>
            <p:nvPr/>
          </p:nvSpPr>
          <p:spPr bwMode="auto">
            <a:xfrm>
              <a:off x="1599" y="2057"/>
              <a:ext cx="80" cy="163"/>
            </a:xfrm>
            <a:custGeom>
              <a:avLst/>
              <a:gdLst>
                <a:gd name="T0" fmla="*/ 2 w 398"/>
                <a:gd name="T1" fmla="*/ 0 h 817"/>
                <a:gd name="T2" fmla="*/ 2 w 398"/>
                <a:gd name="T3" fmla="*/ 0 h 817"/>
                <a:gd name="T4" fmla="*/ 2 w 398"/>
                <a:gd name="T5" fmla="*/ 1 h 817"/>
                <a:gd name="T6" fmla="*/ 2 w 398"/>
                <a:gd name="T7" fmla="*/ 1 h 817"/>
                <a:gd name="T8" fmla="*/ 2 w 398"/>
                <a:gd name="T9" fmla="*/ 2 h 817"/>
                <a:gd name="T10" fmla="*/ 2 w 398"/>
                <a:gd name="T11" fmla="*/ 2 h 817"/>
                <a:gd name="T12" fmla="*/ 2 w 398"/>
                <a:gd name="T13" fmla="*/ 2 h 817"/>
                <a:gd name="T14" fmla="*/ 2 w 398"/>
                <a:gd name="T15" fmla="*/ 3 h 817"/>
                <a:gd name="T16" fmla="*/ 2 w 398"/>
                <a:gd name="T17" fmla="*/ 3 h 817"/>
                <a:gd name="T18" fmla="*/ 2 w 398"/>
                <a:gd name="T19" fmla="*/ 4 h 817"/>
                <a:gd name="T20" fmla="*/ 2 w 398"/>
                <a:gd name="T21" fmla="*/ 4 h 817"/>
                <a:gd name="T22" fmla="*/ 1 w 398"/>
                <a:gd name="T23" fmla="*/ 4 h 817"/>
                <a:gd name="T24" fmla="*/ 1 w 398"/>
                <a:gd name="T25" fmla="*/ 5 h 817"/>
                <a:gd name="T26" fmla="*/ 1 w 398"/>
                <a:gd name="T27" fmla="*/ 5 h 817"/>
                <a:gd name="T28" fmla="*/ 1 w 398"/>
                <a:gd name="T29" fmla="*/ 5 h 817"/>
                <a:gd name="T30" fmla="*/ 1 w 398"/>
                <a:gd name="T31" fmla="*/ 5 h 817"/>
                <a:gd name="T32" fmla="*/ 0 w 398"/>
                <a:gd name="T33" fmla="*/ 6 h 817"/>
                <a:gd name="T34" fmla="*/ 0 w 398"/>
                <a:gd name="T35" fmla="*/ 6 h 817"/>
                <a:gd name="T36" fmla="*/ 0 w 398"/>
                <a:gd name="T37" fmla="*/ 7 h 817"/>
                <a:gd name="T38" fmla="*/ 1 w 398"/>
                <a:gd name="T39" fmla="*/ 6 h 817"/>
                <a:gd name="T40" fmla="*/ 1 w 398"/>
                <a:gd name="T41" fmla="*/ 6 h 817"/>
                <a:gd name="T42" fmla="*/ 1 w 398"/>
                <a:gd name="T43" fmla="*/ 6 h 817"/>
                <a:gd name="T44" fmla="*/ 2 w 398"/>
                <a:gd name="T45" fmla="*/ 5 h 817"/>
                <a:gd name="T46" fmla="*/ 2 w 398"/>
                <a:gd name="T47" fmla="*/ 5 h 817"/>
                <a:gd name="T48" fmla="*/ 2 w 398"/>
                <a:gd name="T49" fmla="*/ 5 h 817"/>
                <a:gd name="T50" fmla="*/ 2 w 398"/>
                <a:gd name="T51" fmla="*/ 4 h 817"/>
                <a:gd name="T52" fmla="*/ 2 w 398"/>
                <a:gd name="T53" fmla="*/ 4 h 817"/>
                <a:gd name="T54" fmla="*/ 3 w 398"/>
                <a:gd name="T55" fmla="*/ 3 h 817"/>
                <a:gd name="T56" fmla="*/ 3 w 398"/>
                <a:gd name="T57" fmla="*/ 3 h 817"/>
                <a:gd name="T58" fmla="*/ 3 w 398"/>
                <a:gd name="T59" fmla="*/ 3 h 817"/>
                <a:gd name="T60" fmla="*/ 3 w 398"/>
                <a:gd name="T61" fmla="*/ 2 h 817"/>
                <a:gd name="T62" fmla="*/ 3 w 398"/>
                <a:gd name="T63" fmla="*/ 2 h 817"/>
                <a:gd name="T64" fmla="*/ 3 w 398"/>
                <a:gd name="T65" fmla="*/ 1 h 817"/>
                <a:gd name="T66" fmla="*/ 3 w 398"/>
                <a:gd name="T67" fmla="*/ 1 h 817"/>
                <a:gd name="T68" fmla="*/ 3 w 398"/>
                <a:gd name="T69" fmla="*/ 0 h 817"/>
                <a:gd name="T70" fmla="*/ 3 w 398"/>
                <a:gd name="T71" fmla="*/ 0 h 817"/>
                <a:gd name="T72" fmla="*/ 3 w 398"/>
                <a:gd name="T73" fmla="*/ 0 h 817"/>
                <a:gd name="T74" fmla="*/ 3 w 398"/>
                <a:gd name="T75" fmla="*/ 0 h 817"/>
                <a:gd name="T76" fmla="*/ 3 w 398"/>
                <a:gd name="T77" fmla="*/ 0 h 817"/>
                <a:gd name="T78" fmla="*/ 3 w 398"/>
                <a:gd name="T79" fmla="*/ 0 h 817"/>
                <a:gd name="T80" fmla="*/ 3 w 398"/>
                <a:gd name="T81" fmla="*/ 0 h 817"/>
                <a:gd name="T82" fmla="*/ 3 w 398"/>
                <a:gd name="T83" fmla="*/ 0 h 817"/>
                <a:gd name="T84" fmla="*/ 3 w 398"/>
                <a:gd name="T85" fmla="*/ 0 h 817"/>
                <a:gd name="T86" fmla="*/ 2 w 398"/>
                <a:gd name="T87" fmla="*/ 0 h 817"/>
                <a:gd name="T88" fmla="*/ 2 w 398"/>
                <a:gd name="T89" fmla="*/ 0 h 817"/>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398"/>
                <a:gd name="T136" fmla="*/ 0 h 817"/>
                <a:gd name="T137" fmla="*/ 398 w 398"/>
                <a:gd name="T138" fmla="*/ 817 h 817"/>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398" h="817">
                  <a:moveTo>
                    <a:pt x="304" y="47"/>
                  </a:moveTo>
                  <a:lnTo>
                    <a:pt x="304" y="47"/>
                  </a:lnTo>
                  <a:lnTo>
                    <a:pt x="301" y="97"/>
                  </a:lnTo>
                  <a:lnTo>
                    <a:pt x="297" y="147"/>
                  </a:lnTo>
                  <a:lnTo>
                    <a:pt x="291" y="198"/>
                  </a:lnTo>
                  <a:lnTo>
                    <a:pt x="280" y="247"/>
                  </a:lnTo>
                  <a:lnTo>
                    <a:pt x="268" y="297"/>
                  </a:lnTo>
                  <a:lnTo>
                    <a:pt x="253" y="347"/>
                  </a:lnTo>
                  <a:lnTo>
                    <a:pt x="236" y="395"/>
                  </a:lnTo>
                  <a:lnTo>
                    <a:pt x="217" y="442"/>
                  </a:lnTo>
                  <a:lnTo>
                    <a:pt x="195" y="487"/>
                  </a:lnTo>
                  <a:lnTo>
                    <a:pt x="171" y="532"/>
                  </a:lnTo>
                  <a:lnTo>
                    <a:pt x="147" y="574"/>
                  </a:lnTo>
                  <a:lnTo>
                    <a:pt x="121" y="613"/>
                  </a:lnTo>
                  <a:lnTo>
                    <a:pt x="93" y="650"/>
                  </a:lnTo>
                  <a:lnTo>
                    <a:pt x="64" y="684"/>
                  </a:lnTo>
                  <a:lnTo>
                    <a:pt x="32" y="716"/>
                  </a:lnTo>
                  <a:lnTo>
                    <a:pt x="0" y="744"/>
                  </a:lnTo>
                  <a:lnTo>
                    <a:pt x="59" y="817"/>
                  </a:lnTo>
                  <a:lnTo>
                    <a:pt x="95" y="784"/>
                  </a:lnTo>
                  <a:lnTo>
                    <a:pt x="132" y="748"/>
                  </a:lnTo>
                  <a:lnTo>
                    <a:pt x="166" y="709"/>
                  </a:lnTo>
                  <a:lnTo>
                    <a:pt x="196" y="667"/>
                  </a:lnTo>
                  <a:lnTo>
                    <a:pt x="227" y="623"/>
                  </a:lnTo>
                  <a:lnTo>
                    <a:pt x="253" y="576"/>
                  </a:lnTo>
                  <a:lnTo>
                    <a:pt x="279" y="530"/>
                  </a:lnTo>
                  <a:lnTo>
                    <a:pt x="301" y="479"/>
                  </a:lnTo>
                  <a:lnTo>
                    <a:pt x="323" y="428"/>
                  </a:lnTo>
                  <a:lnTo>
                    <a:pt x="342" y="375"/>
                  </a:lnTo>
                  <a:lnTo>
                    <a:pt x="359" y="321"/>
                  </a:lnTo>
                  <a:lnTo>
                    <a:pt x="372" y="268"/>
                  </a:lnTo>
                  <a:lnTo>
                    <a:pt x="382" y="212"/>
                  </a:lnTo>
                  <a:lnTo>
                    <a:pt x="391" y="157"/>
                  </a:lnTo>
                  <a:lnTo>
                    <a:pt x="395" y="102"/>
                  </a:lnTo>
                  <a:lnTo>
                    <a:pt x="398" y="47"/>
                  </a:lnTo>
                  <a:lnTo>
                    <a:pt x="394" y="27"/>
                  </a:lnTo>
                  <a:lnTo>
                    <a:pt x="383" y="11"/>
                  </a:lnTo>
                  <a:lnTo>
                    <a:pt x="368" y="3"/>
                  </a:lnTo>
                  <a:lnTo>
                    <a:pt x="351" y="0"/>
                  </a:lnTo>
                  <a:lnTo>
                    <a:pt x="333" y="3"/>
                  </a:lnTo>
                  <a:lnTo>
                    <a:pt x="319" y="11"/>
                  </a:lnTo>
                  <a:lnTo>
                    <a:pt x="307" y="27"/>
                  </a:lnTo>
                  <a:lnTo>
                    <a:pt x="304" y="4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5127" name="Freeform 37"/>
            <p:cNvSpPr>
              <a:spLocks/>
            </p:cNvSpPr>
            <p:nvPr/>
          </p:nvSpPr>
          <p:spPr bwMode="auto">
            <a:xfrm>
              <a:off x="1660" y="1701"/>
              <a:ext cx="19" cy="365"/>
            </a:xfrm>
            <a:custGeom>
              <a:avLst/>
              <a:gdLst>
                <a:gd name="T0" fmla="*/ 0 w 95"/>
                <a:gd name="T1" fmla="*/ 0 h 1826"/>
                <a:gd name="T2" fmla="*/ 0 w 95"/>
                <a:gd name="T3" fmla="*/ 0 h 1826"/>
                <a:gd name="T4" fmla="*/ 0 w 95"/>
                <a:gd name="T5" fmla="*/ 15 h 1826"/>
                <a:gd name="T6" fmla="*/ 1 w 95"/>
                <a:gd name="T7" fmla="*/ 15 h 1826"/>
                <a:gd name="T8" fmla="*/ 1 w 95"/>
                <a:gd name="T9" fmla="*/ 0 h 1826"/>
                <a:gd name="T10" fmla="*/ 1 w 95"/>
                <a:gd name="T11" fmla="*/ 0 h 1826"/>
                <a:gd name="T12" fmla="*/ 1 w 95"/>
                <a:gd name="T13" fmla="*/ 0 h 1826"/>
                <a:gd name="T14" fmla="*/ 1 w 95"/>
                <a:gd name="T15" fmla="*/ 0 h 1826"/>
                <a:gd name="T16" fmla="*/ 1 w 95"/>
                <a:gd name="T17" fmla="*/ 0 h 1826"/>
                <a:gd name="T18" fmla="*/ 1 w 95"/>
                <a:gd name="T19" fmla="*/ 0 h 1826"/>
                <a:gd name="T20" fmla="*/ 0 w 95"/>
                <a:gd name="T21" fmla="*/ 0 h 1826"/>
                <a:gd name="T22" fmla="*/ 0 w 95"/>
                <a:gd name="T23" fmla="*/ 0 h 1826"/>
                <a:gd name="T24" fmla="*/ 0 w 95"/>
                <a:gd name="T25" fmla="*/ 0 h 1826"/>
                <a:gd name="T26" fmla="*/ 0 w 95"/>
                <a:gd name="T27" fmla="*/ 0 h 1826"/>
                <a:gd name="T28" fmla="*/ 0 w 95"/>
                <a:gd name="T29" fmla="*/ 0 h 1826"/>
                <a:gd name="T30" fmla="*/ 0 w 95"/>
                <a:gd name="T31" fmla="*/ 0 h 182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95"/>
                <a:gd name="T49" fmla="*/ 0 h 1826"/>
                <a:gd name="T50" fmla="*/ 95 w 95"/>
                <a:gd name="T51" fmla="*/ 1826 h 182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95" h="1826">
                  <a:moveTo>
                    <a:pt x="0" y="49"/>
                  </a:moveTo>
                  <a:lnTo>
                    <a:pt x="0" y="47"/>
                  </a:lnTo>
                  <a:lnTo>
                    <a:pt x="1" y="1826"/>
                  </a:lnTo>
                  <a:lnTo>
                    <a:pt x="95" y="1826"/>
                  </a:lnTo>
                  <a:lnTo>
                    <a:pt x="93" y="47"/>
                  </a:lnTo>
                  <a:lnTo>
                    <a:pt x="93" y="45"/>
                  </a:lnTo>
                  <a:lnTo>
                    <a:pt x="93" y="47"/>
                  </a:lnTo>
                  <a:lnTo>
                    <a:pt x="90" y="27"/>
                  </a:lnTo>
                  <a:lnTo>
                    <a:pt x="79" y="12"/>
                  </a:lnTo>
                  <a:lnTo>
                    <a:pt x="64" y="4"/>
                  </a:lnTo>
                  <a:lnTo>
                    <a:pt x="47" y="0"/>
                  </a:lnTo>
                  <a:lnTo>
                    <a:pt x="29" y="4"/>
                  </a:lnTo>
                  <a:lnTo>
                    <a:pt x="15" y="12"/>
                  </a:lnTo>
                  <a:lnTo>
                    <a:pt x="3" y="27"/>
                  </a:lnTo>
                  <a:lnTo>
                    <a:pt x="0" y="47"/>
                  </a:lnTo>
                  <a:lnTo>
                    <a:pt x="0" y="4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5128" name="Freeform 38"/>
            <p:cNvSpPr>
              <a:spLocks/>
            </p:cNvSpPr>
            <p:nvPr/>
          </p:nvSpPr>
          <p:spPr bwMode="auto">
            <a:xfrm>
              <a:off x="1598" y="1598"/>
              <a:ext cx="81" cy="113"/>
            </a:xfrm>
            <a:custGeom>
              <a:avLst/>
              <a:gdLst>
                <a:gd name="T0" fmla="*/ 0 w 401"/>
                <a:gd name="T1" fmla="*/ 1 h 566"/>
                <a:gd name="T2" fmla="*/ 0 w 401"/>
                <a:gd name="T3" fmla="*/ 1 h 566"/>
                <a:gd name="T4" fmla="*/ 0 w 401"/>
                <a:gd name="T5" fmla="*/ 1 h 566"/>
                <a:gd name="T6" fmla="*/ 1 w 401"/>
                <a:gd name="T7" fmla="*/ 1 h 566"/>
                <a:gd name="T8" fmla="*/ 1 w 401"/>
                <a:gd name="T9" fmla="*/ 1 h 566"/>
                <a:gd name="T10" fmla="*/ 1 w 401"/>
                <a:gd name="T11" fmla="*/ 1 h 566"/>
                <a:gd name="T12" fmla="*/ 1 w 401"/>
                <a:gd name="T13" fmla="*/ 2 h 566"/>
                <a:gd name="T14" fmla="*/ 1 w 401"/>
                <a:gd name="T15" fmla="*/ 2 h 566"/>
                <a:gd name="T16" fmla="*/ 2 w 401"/>
                <a:gd name="T17" fmla="*/ 2 h 566"/>
                <a:gd name="T18" fmla="*/ 2 w 401"/>
                <a:gd name="T19" fmla="*/ 2 h 566"/>
                <a:gd name="T20" fmla="*/ 2 w 401"/>
                <a:gd name="T21" fmla="*/ 2 h 566"/>
                <a:gd name="T22" fmla="*/ 2 w 401"/>
                <a:gd name="T23" fmla="*/ 3 h 566"/>
                <a:gd name="T24" fmla="*/ 2 w 401"/>
                <a:gd name="T25" fmla="*/ 3 h 566"/>
                <a:gd name="T26" fmla="*/ 2 w 401"/>
                <a:gd name="T27" fmla="*/ 3 h 566"/>
                <a:gd name="T28" fmla="*/ 2 w 401"/>
                <a:gd name="T29" fmla="*/ 4 h 566"/>
                <a:gd name="T30" fmla="*/ 2 w 401"/>
                <a:gd name="T31" fmla="*/ 4 h 566"/>
                <a:gd name="T32" fmla="*/ 2 w 401"/>
                <a:gd name="T33" fmla="*/ 4 h 566"/>
                <a:gd name="T34" fmla="*/ 3 w 401"/>
                <a:gd name="T35" fmla="*/ 5 h 566"/>
                <a:gd name="T36" fmla="*/ 3 w 401"/>
                <a:gd name="T37" fmla="*/ 4 h 566"/>
                <a:gd name="T38" fmla="*/ 3 w 401"/>
                <a:gd name="T39" fmla="*/ 4 h 566"/>
                <a:gd name="T40" fmla="*/ 3 w 401"/>
                <a:gd name="T41" fmla="*/ 4 h 566"/>
                <a:gd name="T42" fmla="*/ 3 w 401"/>
                <a:gd name="T43" fmla="*/ 3 h 566"/>
                <a:gd name="T44" fmla="*/ 3 w 401"/>
                <a:gd name="T45" fmla="*/ 3 h 566"/>
                <a:gd name="T46" fmla="*/ 3 w 401"/>
                <a:gd name="T47" fmla="*/ 3 h 566"/>
                <a:gd name="T48" fmla="*/ 3 w 401"/>
                <a:gd name="T49" fmla="*/ 2 h 566"/>
                <a:gd name="T50" fmla="*/ 3 w 401"/>
                <a:gd name="T51" fmla="*/ 2 h 566"/>
                <a:gd name="T52" fmla="*/ 2 w 401"/>
                <a:gd name="T53" fmla="*/ 2 h 566"/>
                <a:gd name="T54" fmla="*/ 2 w 401"/>
                <a:gd name="T55" fmla="*/ 2 h 566"/>
                <a:gd name="T56" fmla="*/ 2 w 401"/>
                <a:gd name="T57" fmla="*/ 1 h 566"/>
                <a:gd name="T58" fmla="*/ 2 w 401"/>
                <a:gd name="T59" fmla="*/ 1 h 566"/>
                <a:gd name="T60" fmla="*/ 2 w 401"/>
                <a:gd name="T61" fmla="*/ 1 h 566"/>
                <a:gd name="T62" fmla="*/ 1 w 401"/>
                <a:gd name="T63" fmla="*/ 1 h 566"/>
                <a:gd name="T64" fmla="*/ 1 w 401"/>
                <a:gd name="T65" fmla="*/ 0 h 566"/>
                <a:gd name="T66" fmla="*/ 1 w 401"/>
                <a:gd name="T67" fmla="*/ 0 h 566"/>
                <a:gd name="T68" fmla="*/ 1 w 401"/>
                <a:gd name="T69" fmla="*/ 0 h 566"/>
                <a:gd name="T70" fmla="*/ 1 w 401"/>
                <a:gd name="T71" fmla="*/ 0 h 566"/>
                <a:gd name="T72" fmla="*/ 1 w 401"/>
                <a:gd name="T73" fmla="*/ 0 h 566"/>
                <a:gd name="T74" fmla="*/ 0 w 401"/>
                <a:gd name="T75" fmla="*/ 0 h 566"/>
                <a:gd name="T76" fmla="*/ 0 w 401"/>
                <a:gd name="T77" fmla="*/ 0 h 566"/>
                <a:gd name="T78" fmla="*/ 0 w 401"/>
                <a:gd name="T79" fmla="*/ 0 h 566"/>
                <a:gd name="T80" fmla="*/ 0 w 401"/>
                <a:gd name="T81" fmla="*/ 0 h 566"/>
                <a:gd name="T82" fmla="*/ 0 w 401"/>
                <a:gd name="T83" fmla="*/ 0 h 566"/>
                <a:gd name="T84" fmla="*/ 0 w 401"/>
                <a:gd name="T85" fmla="*/ 0 h 566"/>
                <a:gd name="T86" fmla="*/ 0 w 401"/>
                <a:gd name="T87" fmla="*/ 1 h 566"/>
                <a:gd name="T88" fmla="*/ 0 w 401"/>
                <a:gd name="T89" fmla="*/ 1 h 56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401"/>
                <a:gd name="T136" fmla="*/ 0 h 566"/>
                <a:gd name="T137" fmla="*/ 401 w 401"/>
                <a:gd name="T138" fmla="*/ 566 h 566"/>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401" h="566">
                  <a:moveTo>
                    <a:pt x="23" y="88"/>
                  </a:moveTo>
                  <a:lnTo>
                    <a:pt x="23" y="88"/>
                  </a:lnTo>
                  <a:lnTo>
                    <a:pt x="53" y="107"/>
                  </a:lnTo>
                  <a:lnTo>
                    <a:pt x="83" y="125"/>
                  </a:lnTo>
                  <a:lnTo>
                    <a:pt x="108" y="147"/>
                  </a:lnTo>
                  <a:lnTo>
                    <a:pt x="135" y="171"/>
                  </a:lnTo>
                  <a:lnTo>
                    <a:pt x="160" y="196"/>
                  </a:lnTo>
                  <a:lnTo>
                    <a:pt x="182" y="223"/>
                  </a:lnTo>
                  <a:lnTo>
                    <a:pt x="205" y="251"/>
                  </a:lnTo>
                  <a:lnTo>
                    <a:pt x="223" y="281"/>
                  </a:lnTo>
                  <a:lnTo>
                    <a:pt x="240" y="312"/>
                  </a:lnTo>
                  <a:lnTo>
                    <a:pt x="256" y="345"/>
                  </a:lnTo>
                  <a:lnTo>
                    <a:pt x="270" y="379"/>
                  </a:lnTo>
                  <a:lnTo>
                    <a:pt x="282" y="414"/>
                  </a:lnTo>
                  <a:lnTo>
                    <a:pt x="291" y="450"/>
                  </a:lnTo>
                  <a:lnTo>
                    <a:pt x="299" y="488"/>
                  </a:lnTo>
                  <a:lnTo>
                    <a:pt x="304" y="526"/>
                  </a:lnTo>
                  <a:lnTo>
                    <a:pt x="308" y="566"/>
                  </a:lnTo>
                  <a:lnTo>
                    <a:pt x="401" y="562"/>
                  </a:lnTo>
                  <a:lnTo>
                    <a:pt x="398" y="517"/>
                  </a:lnTo>
                  <a:lnTo>
                    <a:pt x="391" y="471"/>
                  </a:lnTo>
                  <a:lnTo>
                    <a:pt x="383" y="429"/>
                  </a:lnTo>
                  <a:lnTo>
                    <a:pt x="371" y="386"/>
                  </a:lnTo>
                  <a:lnTo>
                    <a:pt x="357" y="346"/>
                  </a:lnTo>
                  <a:lnTo>
                    <a:pt x="340" y="307"/>
                  </a:lnTo>
                  <a:lnTo>
                    <a:pt x="324" y="270"/>
                  </a:lnTo>
                  <a:lnTo>
                    <a:pt x="303" y="232"/>
                  </a:lnTo>
                  <a:lnTo>
                    <a:pt x="280" y="197"/>
                  </a:lnTo>
                  <a:lnTo>
                    <a:pt x="255" y="164"/>
                  </a:lnTo>
                  <a:lnTo>
                    <a:pt x="228" y="132"/>
                  </a:lnTo>
                  <a:lnTo>
                    <a:pt x="199" y="103"/>
                  </a:lnTo>
                  <a:lnTo>
                    <a:pt x="169" y="76"/>
                  </a:lnTo>
                  <a:lnTo>
                    <a:pt x="137" y="50"/>
                  </a:lnTo>
                  <a:lnTo>
                    <a:pt x="103" y="27"/>
                  </a:lnTo>
                  <a:lnTo>
                    <a:pt x="67" y="6"/>
                  </a:lnTo>
                  <a:lnTo>
                    <a:pt x="48" y="0"/>
                  </a:lnTo>
                  <a:lnTo>
                    <a:pt x="30" y="2"/>
                  </a:lnTo>
                  <a:lnTo>
                    <a:pt x="16" y="12"/>
                  </a:lnTo>
                  <a:lnTo>
                    <a:pt x="5" y="25"/>
                  </a:lnTo>
                  <a:lnTo>
                    <a:pt x="0" y="41"/>
                  </a:lnTo>
                  <a:lnTo>
                    <a:pt x="0" y="59"/>
                  </a:lnTo>
                  <a:lnTo>
                    <a:pt x="8" y="75"/>
                  </a:lnTo>
                  <a:lnTo>
                    <a:pt x="23"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5129" name="Freeform 39"/>
            <p:cNvSpPr>
              <a:spLocks/>
            </p:cNvSpPr>
            <p:nvPr/>
          </p:nvSpPr>
          <p:spPr bwMode="auto">
            <a:xfrm>
              <a:off x="1346" y="1455"/>
              <a:ext cx="266" cy="160"/>
            </a:xfrm>
            <a:custGeom>
              <a:avLst/>
              <a:gdLst>
                <a:gd name="T0" fmla="*/ 0 w 1330"/>
                <a:gd name="T1" fmla="*/ 1 h 801"/>
                <a:gd name="T2" fmla="*/ 0 w 1330"/>
                <a:gd name="T3" fmla="*/ 1 h 801"/>
                <a:gd name="T4" fmla="*/ 10 w 1330"/>
                <a:gd name="T5" fmla="*/ 6 h 801"/>
                <a:gd name="T6" fmla="*/ 11 w 1330"/>
                <a:gd name="T7" fmla="*/ 6 h 801"/>
                <a:gd name="T8" fmla="*/ 1 w 1330"/>
                <a:gd name="T9" fmla="*/ 0 h 801"/>
                <a:gd name="T10" fmla="*/ 1 w 1330"/>
                <a:gd name="T11" fmla="*/ 0 h 801"/>
                <a:gd name="T12" fmla="*/ 1 w 1330"/>
                <a:gd name="T13" fmla="*/ 0 h 801"/>
                <a:gd name="T14" fmla="*/ 0 w 1330"/>
                <a:gd name="T15" fmla="*/ 0 h 801"/>
                <a:gd name="T16" fmla="*/ 0 w 1330"/>
                <a:gd name="T17" fmla="*/ 0 h 801"/>
                <a:gd name="T18" fmla="*/ 0 w 1330"/>
                <a:gd name="T19" fmla="*/ 0 h 801"/>
                <a:gd name="T20" fmla="*/ 0 w 1330"/>
                <a:gd name="T21" fmla="*/ 0 h 801"/>
                <a:gd name="T22" fmla="*/ 0 w 1330"/>
                <a:gd name="T23" fmla="*/ 0 h 801"/>
                <a:gd name="T24" fmla="*/ 0 w 1330"/>
                <a:gd name="T25" fmla="*/ 0 h 801"/>
                <a:gd name="T26" fmla="*/ 0 w 1330"/>
                <a:gd name="T27" fmla="*/ 1 h 801"/>
                <a:gd name="T28" fmla="*/ 0 w 1330"/>
                <a:gd name="T29" fmla="*/ 1 h 801"/>
                <a:gd name="T30" fmla="*/ 0 w 1330"/>
                <a:gd name="T31" fmla="*/ 1 h 801"/>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30"/>
                <a:gd name="T49" fmla="*/ 0 h 801"/>
                <a:gd name="T50" fmla="*/ 1330 w 1330"/>
                <a:gd name="T51" fmla="*/ 801 h 801"/>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30" h="801">
                  <a:moveTo>
                    <a:pt x="24" y="88"/>
                  </a:moveTo>
                  <a:lnTo>
                    <a:pt x="23" y="88"/>
                  </a:lnTo>
                  <a:lnTo>
                    <a:pt x="1286" y="801"/>
                  </a:lnTo>
                  <a:lnTo>
                    <a:pt x="1330" y="719"/>
                  </a:lnTo>
                  <a:lnTo>
                    <a:pt x="67" y="6"/>
                  </a:lnTo>
                  <a:lnTo>
                    <a:pt x="66" y="6"/>
                  </a:lnTo>
                  <a:lnTo>
                    <a:pt x="67" y="6"/>
                  </a:lnTo>
                  <a:lnTo>
                    <a:pt x="48" y="0"/>
                  </a:lnTo>
                  <a:lnTo>
                    <a:pt x="30" y="2"/>
                  </a:lnTo>
                  <a:lnTo>
                    <a:pt x="16" y="12"/>
                  </a:lnTo>
                  <a:lnTo>
                    <a:pt x="5" y="25"/>
                  </a:lnTo>
                  <a:lnTo>
                    <a:pt x="0" y="41"/>
                  </a:lnTo>
                  <a:lnTo>
                    <a:pt x="0" y="59"/>
                  </a:lnTo>
                  <a:lnTo>
                    <a:pt x="8" y="75"/>
                  </a:lnTo>
                  <a:lnTo>
                    <a:pt x="23" y="88"/>
                  </a:lnTo>
                  <a:lnTo>
                    <a:pt x="24"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5130" name="Freeform 40"/>
            <p:cNvSpPr>
              <a:spLocks/>
            </p:cNvSpPr>
            <p:nvPr/>
          </p:nvSpPr>
          <p:spPr bwMode="auto">
            <a:xfrm>
              <a:off x="1198" y="1439"/>
              <a:ext cx="161" cy="35"/>
            </a:xfrm>
            <a:custGeom>
              <a:avLst/>
              <a:gdLst>
                <a:gd name="T0" fmla="*/ 1 w 806"/>
                <a:gd name="T1" fmla="*/ 1 h 177"/>
                <a:gd name="T2" fmla="*/ 1 w 806"/>
                <a:gd name="T3" fmla="*/ 1 h 177"/>
                <a:gd name="T4" fmla="*/ 1 w 806"/>
                <a:gd name="T5" fmla="*/ 1 h 177"/>
                <a:gd name="T6" fmla="*/ 1 w 806"/>
                <a:gd name="T7" fmla="*/ 1 h 177"/>
                <a:gd name="T8" fmla="*/ 2 w 806"/>
                <a:gd name="T9" fmla="*/ 1 h 177"/>
                <a:gd name="T10" fmla="*/ 2 w 806"/>
                <a:gd name="T11" fmla="*/ 1 h 177"/>
                <a:gd name="T12" fmla="*/ 2 w 806"/>
                <a:gd name="T13" fmla="*/ 1 h 177"/>
                <a:gd name="T14" fmla="*/ 3 w 806"/>
                <a:gd name="T15" fmla="*/ 1 h 177"/>
                <a:gd name="T16" fmla="*/ 3 w 806"/>
                <a:gd name="T17" fmla="*/ 1 h 177"/>
                <a:gd name="T18" fmla="*/ 3 w 806"/>
                <a:gd name="T19" fmla="*/ 1 h 177"/>
                <a:gd name="T20" fmla="*/ 4 w 806"/>
                <a:gd name="T21" fmla="*/ 1 h 177"/>
                <a:gd name="T22" fmla="*/ 4 w 806"/>
                <a:gd name="T23" fmla="*/ 1 h 177"/>
                <a:gd name="T24" fmla="*/ 5 w 806"/>
                <a:gd name="T25" fmla="*/ 1 h 177"/>
                <a:gd name="T26" fmla="*/ 5 w 806"/>
                <a:gd name="T27" fmla="*/ 1 h 177"/>
                <a:gd name="T28" fmla="*/ 5 w 806"/>
                <a:gd name="T29" fmla="*/ 1 h 177"/>
                <a:gd name="T30" fmla="*/ 6 w 806"/>
                <a:gd name="T31" fmla="*/ 1 h 177"/>
                <a:gd name="T32" fmla="*/ 6 w 806"/>
                <a:gd name="T33" fmla="*/ 1 h 177"/>
                <a:gd name="T34" fmla="*/ 6 w 806"/>
                <a:gd name="T35" fmla="*/ 1 h 177"/>
                <a:gd name="T36" fmla="*/ 6 w 806"/>
                <a:gd name="T37" fmla="*/ 1 h 177"/>
                <a:gd name="T38" fmla="*/ 6 w 806"/>
                <a:gd name="T39" fmla="*/ 1 h 177"/>
                <a:gd name="T40" fmla="*/ 6 w 806"/>
                <a:gd name="T41" fmla="*/ 0 h 177"/>
                <a:gd name="T42" fmla="*/ 5 w 806"/>
                <a:gd name="T43" fmla="*/ 0 h 177"/>
                <a:gd name="T44" fmla="*/ 5 w 806"/>
                <a:gd name="T45" fmla="*/ 0 h 177"/>
                <a:gd name="T46" fmla="*/ 5 w 806"/>
                <a:gd name="T47" fmla="*/ 0 h 177"/>
                <a:gd name="T48" fmla="*/ 4 w 806"/>
                <a:gd name="T49" fmla="*/ 0 h 177"/>
                <a:gd name="T50" fmla="*/ 4 w 806"/>
                <a:gd name="T51" fmla="*/ 0 h 177"/>
                <a:gd name="T52" fmla="*/ 3 w 806"/>
                <a:gd name="T53" fmla="*/ 0 h 177"/>
                <a:gd name="T54" fmla="*/ 3 w 806"/>
                <a:gd name="T55" fmla="*/ 0 h 177"/>
                <a:gd name="T56" fmla="*/ 3 w 806"/>
                <a:gd name="T57" fmla="*/ 0 h 177"/>
                <a:gd name="T58" fmla="*/ 2 w 806"/>
                <a:gd name="T59" fmla="*/ 0 h 177"/>
                <a:gd name="T60" fmla="*/ 2 w 806"/>
                <a:gd name="T61" fmla="*/ 0 h 177"/>
                <a:gd name="T62" fmla="*/ 1 w 806"/>
                <a:gd name="T63" fmla="*/ 0 h 177"/>
                <a:gd name="T64" fmla="*/ 1 w 806"/>
                <a:gd name="T65" fmla="*/ 0 h 177"/>
                <a:gd name="T66" fmla="*/ 1 w 806"/>
                <a:gd name="T67" fmla="*/ 1 h 177"/>
                <a:gd name="T68" fmla="*/ 0 w 806"/>
                <a:gd name="T69" fmla="*/ 1 h 177"/>
                <a:gd name="T70" fmla="*/ 0 w 806"/>
                <a:gd name="T71" fmla="*/ 1 h 177"/>
                <a:gd name="T72" fmla="*/ 0 w 806"/>
                <a:gd name="T73" fmla="*/ 1 h 177"/>
                <a:gd name="T74" fmla="*/ 0 w 806"/>
                <a:gd name="T75" fmla="*/ 1 h 177"/>
                <a:gd name="T76" fmla="*/ 0 w 806"/>
                <a:gd name="T77" fmla="*/ 1 h 177"/>
                <a:gd name="T78" fmla="*/ 0 w 806"/>
                <a:gd name="T79" fmla="*/ 1 h 177"/>
                <a:gd name="T80" fmla="*/ 0 w 806"/>
                <a:gd name="T81" fmla="*/ 1 h 177"/>
                <a:gd name="T82" fmla="*/ 0 w 806"/>
                <a:gd name="T83" fmla="*/ 1 h 177"/>
                <a:gd name="T84" fmla="*/ 0 w 806"/>
                <a:gd name="T85" fmla="*/ 1 h 177"/>
                <a:gd name="T86" fmla="*/ 0 w 806"/>
                <a:gd name="T87" fmla="*/ 1 h 177"/>
                <a:gd name="T88" fmla="*/ 1 w 806"/>
                <a:gd name="T89" fmla="*/ 1 h 177"/>
                <a:gd name="T90" fmla="*/ 1 w 806"/>
                <a:gd name="T91" fmla="*/ 1 h 17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806"/>
                <a:gd name="T139" fmla="*/ 0 h 177"/>
                <a:gd name="T140" fmla="*/ 806 w 806"/>
                <a:gd name="T141" fmla="*/ 177 h 17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806" h="177">
                  <a:moveTo>
                    <a:pt x="67" y="171"/>
                  </a:moveTo>
                  <a:lnTo>
                    <a:pt x="68" y="171"/>
                  </a:lnTo>
                  <a:lnTo>
                    <a:pt x="109" y="151"/>
                  </a:lnTo>
                  <a:lnTo>
                    <a:pt x="151" y="135"/>
                  </a:lnTo>
                  <a:lnTo>
                    <a:pt x="196" y="122"/>
                  </a:lnTo>
                  <a:lnTo>
                    <a:pt x="242" y="110"/>
                  </a:lnTo>
                  <a:lnTo>
                    <a:pt x="287" y="102"/>
                  </a:lnTo>
                  <a:lnTo>
                    <a:pt x="335" y="97"/>
                  </a:lnTo>
                  <a:lnTo>
                    <a:pt x="382" y="95"/>
                  </a:lnTo>
                  <a:lnTo>
                    <a:pt x="430" y="94"/>
                  </a:lnTo>
                  <a:lnTo>
                    <a:pt x="477" y="97"/>
                  </a:lnTo>
                  <a:lnTo>
                    <a:pt x="524" y="102"/>
                  </a:lnTo>
                  <a:lnTo>
                    <a:pt x="568" y="108"/>
                  </a:lnTo>
                  <a:lnTo>
                    <a:pt x="612" y="117"/>
                  </a:lnTo>
                  <a:lnTo>
                    <a:pt x="654" y="128"/>
                  </a:lnTo>
                  <a:lnTo>
                    <a:pt x="693" y="141"/>
                  </a:lnTo>
                  <a:lnTo>
                    <a:pt x="730" y="155"/>
                  </a:lnTo>
                  <a:lnTo>
                    <a:pt x="764" y="171"/>
                  </a:lnTo>
                  <a:lnTo>
                    <a:pt x="806" y="89"/>
                  </a:lnTo>
                  <a:lnTo>
                    <a:pt x="768" y="70"/>
                  </a:lnTo>
                  <a:lnTo>
                    <a:pt x="725" y="54"/>
                  </a:lnTo>
                  <a:lnTo>
                    <a:pt x="680" y="39"/>
                  </a:lnTo>
                  <a:lnTo>
                    <a:pt x="633" y="26"/>
                  </a:lnTo>
                  <a:lnTo>
                    <a:pt x="585" y="16"/>
                  </a:lnTo>
                  <a:lnTo>
                    <a:pt x="536" y="8"/>
                  </a:lnTo>
                  <a:lnTo>
                    <a:pt x="484" y="3"/>
                  </a:lnTo>
                  <a:lnTo>
                    <a:pt x="433" y="0"/>
                  </a:lnTo>
                  <a:lnTo>
                    <a:pt x="380" y="1"/>
                  </a:lnTo>
                  <a:lnTo>
                    <a:pt x="328" y="3"/>
                  </a:lnTo>
                  <a:lnTo>
                    <a:pt x="276" y="10"/>
                  </a:lnTo>
                  <a:lnTo>
                    <a:pt x="223" y="19"/>
                  </a:lnTo>
                  <a:lnTo>
                    <a:pt x="172" y="30"/>
                  </a:lnTo>
                  <a:lnTo>
                    <a:pt x="121" y="46"/>
                  </a:lnTo>
                  <a:lnTo>
                    <a:pt x="72" y="67"/>
                  </a:lnTo>
                  <a:lnTo>
                    <a:pt x="24" y="89"/>
                  </a:lnTo>
                  <a:lnTo>
                    <a:pt x="25" y="89"/>
                  </a:lnTo>
                  <a:lnTo>
                    <a:pt x="24" y="89"/>
                  </a:lnTo>
                  <a:lnTo>
                    <a:pt x="8" y="102"/>
                  </a:lnTo>
                  <a:lnTo>
                    <a:pt x="0" y="118"/>
                  </a:lnTo>
                  <a:lnTo>
                    <a:pt x="0" y="136"/>
                  </a:lnTo>
                  <a:lnTo>
                    <a:pt x="6" y="152"/>
                  </a:lnTo>
                  <a:lnTo>
                    <a:pt x="17" y="165"/>
                  </a:lnTo>
                  <a:lnTo>
                    <a:pt x="31" y="175"/>
                  </a:lnTo>
                  <a:lnTo>
                    <a:pt x="48" y="177"/>
                  </a:lnTo>
                  <a:lnTo>
                    <a:pt x="68" y="171"/>
                  </a:lnTo>
                  <a:lnTo>
                    <a:pt x="67" y="1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5131" name="Freeform 41"/>
            <p:cNvSpPr>
              <a:spLocks/>
            </p:cNvSpPr>
            <p:nvPr/>
          </p:nvSpPr>
          <p:spPr bwMode="auto">
            <a:xfrm>
              <a:off x="931" y="1456"/>
              <a:ext cx="280" cy="158"/>
            </a:xfrm>
            <a:custGeom>
              <a:avLst/>
              <a:gdLst>
                <a:gd name="T0" fmla="*/ 1 w 1402"/>
                <a:gd name="T1" fmla="*/ 6 h 787"/>
                <a:gd name="T2" fmla="*/ 1 w 1402"/>
                <a:gd name="T3" fmla="*/ 6 h 787"/>
                <a:gd name="T4" fmla="*/ 11 w 1402"/>
                <a:gd name="T5" fmla="*/ 1 h 787"/>
                <a:gd name="T6" fmla="*/ 11 w 1402"/>
                <a:gd name="T7" fmla="*/ 0 h 787"/>
                <a:gd name="T8" fmla="*/ 0 w 1402"/>
                <a:gd name="T9" fmla="*/ 6 h 787"/>
                <a:gd name="T10" fmla="*/ 0 w 1402"/>
                <a:gd name="T11" fmla="*/ 6 h 787"/>
                <a:gd name="T12" fmla="*/ 0 w 1402"/>
                <a:gd name="T13" fmla="*/ 6 h 787"/>
                <a:gd name="T14" fmla="*/ 0 w 1402"/>
                <a:gd name="T15" fmla="*/ 6 h 787"/>
                <a:gd name="T16" fmla="*/ 0 w 1402"/>
                <a:gd name="T17" fmla="*/ 6 h 787"/>
                <a:gd name="T18" fmla="*/ 0 w 1402"/>
                <a:gd name="T19" fmla="*/ 6 h 787"/>
                <a:gd name="T20" fmla="*/ 0 w 1402"/>
                <a:gd name="T21" fmla="*/ 6 h 787"/>
                <a:gd name="T22" fmla="*/ 0 w 1402"/>
                <a:gd name="T23" fmla="*/ 6 h 787"/>
                <a:gd name="T24" fmla="*/ 0 w 1402"/>
                <a:gd name="T25" fmla="*/ 6 h 787"/>
                <a:gd name="T26" fmla="*/ 0 w 1402"/>
                <a:gd name="T27" fmla="*/ 6 h 787"/>
                <a:gd name="T28" fmla="*/ 1 w 1402"/>
                <a:gd name="T29" fmla="*/ 6 h 787"/>
                <a:gd name="T30" fmla="*/ 1 w 1402"/>
                <a:gd name="T31" fmla="*/ 6 h 78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02"/>
                <a:gd name="T49" fmla="*/ 0 h 787"/>
                <a:gd name="T50" fmla="*/ 1402 w 1402"/>
                <a:gd name="T51" fmla="*/ 787 h 78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02" h="787">
                  <a:moveTo>
                    <a:pt x="69" y="781"/>
                  </a:moveTo>
                  <a:lnTo>
                    <a:pt x="66" y="781"/>
                  </a:lnTo>
                  <a:lnTo>
                    <a:pt x="1402" y="82"/>
                  </a:lnTo>
                  <a:lnTo>
                    <a:pt x="1360" y="0"/>
                  </a:lnTo>
                  <a:lnTo>
                    <a:pt x="24" y="699"/>
                  </a:lnTo>
                  <a:lnTo>
                    <a:pt x="22" y="699"/>
                  </a:lnTo>
                  <a:lnTo>
                    <a:pt x="24" y="699"/>
                  </a:lnTo>
                  <a:lnTo>
                    <a:pt x="8" y="712"/>
                  </a:lnTo>
                  <a:lnTo>
                    <a:pt x="1" y="727"/>
                  </a:lnTo>
                  <a:lnTo>
                    <a:pt x="0" y="744"/>
                  </a:lnTo>
                  <a:lnTo>
                    <a:pt x="5" y="761"/>
                  </a:lnTo>
                  <a:lnTo>
                    <a:pt x="15" y="775"/>
                  </a:lnTo>
                  <a:lnTo>
                    <a:pt x="30" y="784"/>
                  </a:lnTo>
                  <a:lnTo>
                    <a:pt x="46" y="787"/>
                  </a:lnTo>
                  <a:lnTo>
                    <a:pt x="66" y="781"/>
                  </a:lnTo>
                  <a:lnTo>
                    <a:pt x="69" y="7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5132" name="Freeform 42"/>
            <p:cNvSpPr>
              <a:spLocks/>
            </p:cNvSpPr>
            <p:nvPr/>
          </p:nvSpPr>
          <p:spPr bwMode="auto">
            <a:xfrm>
              <a:off x="868" y="1596"/>
              <a:ext cx="77" cy="126"/>
            </a:xfrm>
            <a:custGeom>
              <a:avLst/>
              <a:gdLst>
                <a:gd name="T0" fmla="*/ 1 w 382"/>
                <a:gd name="T1" fmla="*/ 5 h 628"/>
                <a:gd name="T2" fmla="*/ 1 w 382"/>
                <a:gd name="T3" fmla="*/ 5 h 628"/>
                <a:gd name="T4" fmla="*/ 1 w 382"/>
                <a:gd name="T5" fmla="*/ 4 h 628"/>
                <a:gd name="T6" fmla="*/ 1 w 382"/>
                <a:gd name="T7" fmla="*/ 4 h 628"/>
                <a:gd name="T8" fmla="*/ 1 w 382"/>
                <a:gd name="T9" fmla="*/ 4 h 628"/>
                <a:gd name="T10" fmla="*/ 1 w 382"/>
                <a:gd name="T11" fmla="*/ 3 h 628"/>
                <a:gd name="T12" fmla="*/ 1 w 382"/>
                <a:gd name="T13" fmla="*/ 3 h 628"/>
                <a:gd name="T14" fmla="*/ 1 w 382"/>
                <a:gd name="T15" fmla="*/ 3 h 628"/>
                <a:gd name="T16" fmla="*/ 1 w 382"/>
                <a:gd name="T17" fmla="*/ 3 h 628"/>
                <a:gd name="T18" fmla="*/ 1 w 382"/>
                <a:gd name="T19" fmla="*/ 2 h 628"/>
                <a:gd name="T20" fmla="*/ 2 w 382"/>
                <a:gd name="T21" fmla="*/ 2 h 628"/>
                <a:gd name="T22" fmla="*/ 2 w 382"/>
                <a:gd name="T23" fmla="*/ 2 h 628"/>
                <a:gd name="T24" fmla="*/ 2 w 382"/>
                <a:gd name="T25" fmla="*/ 2 h 628"/>
                <a:gd name="T26" fmla="*/ 2 w 382"/>
                <a:gd name="T27" fmla="*/ 1 h 628"/>
                <a:gd name="T28" fmla="*/ 2 w 382"/>
                <a:gd name="T29" fmla="*/ 1 h 628"/>
                <a:gd name="T30" fmla="*/ 3 w 382"/>
                <a:gd name="T31" fmla="*/ 1 h 628"/>
                <a:gd name="T32" fmla="*/ 3 w 382"/>
                <a:gd name="T33" fmla="*/ 1 h 628"/>
                <a:gd name="T34" fmla="*/ 3 w 382"/>
                <a:gd name="T35" fmla="*/ 1 h 628"/>
                <a:gd name="T36" fmla="*/ 3 w 382"/>
                <a:gd name="T37" fmla="*/ 0 h 628"/>
                <a:gd name="T38" fmla="*/ 2 w 382"/>
                <a:gd name="T39" fmla="*/ 0 h 628"/>
                <a:gd name="T40" fmla="*/ 2 w 382"/>
                <a:gd name="T41" fmla="*/ 0 h 628"/>
                <a:gd name="T42" fmla="*/ 2 w 382"/>
                <a:gd name="T43" fmla="*/ 1 h 628"/>
                <a:gd name="T44" fmla="*/ 2 w 382"/>
                <a:gd name="T45" fmla="*/ 1 h 628"/>
                <a:gd name="T46" fmla="*/ 1 w 382"/>
                <a:gd name="T47" fmla="*/ 1 h 628"/>
                <a:gd name="T48" fmla="*/ 1 w 382"/>
                <a:gd name="T49" fmla="*/ 1 h 628"/>
                <a:gd name="T50" fmla="*/ 1 w 382"/>
                <a:gd name="T51" fmla="*/ 2 h 628"/>
                <a:gd name="T52" fmla="*/ 1 w 382"/>
                <a:gd name="T53" fmla="*/ 2 h 628"/>
                <a:gd name="T54" fmla="*/ 1 w 382"/>
                <a:gd name="T55" fmla="*/ 2 h 628"/>
                <a:gd name="T56" fmla="*/ 0 w 382"/>
                <a:gd name="T57" fmla="*/ 3 h 628"/>
                <a:gd name="T58" fmla="*/ 0 w 382"/>
                <a:gd name="T59" fmla="*/ 3 h 628"/>
                <a:gd name="T60" fmla="*/ 0 w 382"/>
                <a:gd name="T61" fmla="*/ 3 h 628"/>
                <a:gd name="T62" fmla="*/ 0 w 382"/>
                <a:gd name="T63" fmla="*/ 4 h 628"/>
                <a:gd name="T64" fmla="*/ 0 w 382"/>
                <a:gd name="T65" fmla="*/ 4 h 628"/>
                <a:gd name="T66" fmla="*/ 0 w 382"/>
                <a:gd name="T67" fmla="*/ 4 h 628"/>
                <a:gd name="T68" fmla="*/ 0 w 382"/>
                <a:gd name="T69" fmla="*/ 5 h 628"/>
                <a:gd name="T70" fmla="*/ 0 w 382"/>
                <a:gd name="T71" fmla="*/ 5 h 628"/>
                <a:gd name="T72" fmla="*/ 0 w 382"/>
                <a:gd name="T73" fmla="*/ 5 h 628"/>
                <a:gd name="T74" fmla="*/ 0 w 382"/>
                <a:gd name="T75" fmla="*/ 5 h 628"/>
                <a:gd name="T76" fmla="*/ 0 w 382"/>
                <a:gd name="T77" fmla="*/ 5 h 628"/>
                <a:gd name="T78" fmla="*/ 0 w 382"/>
                <a:gd name="T79" fmla="*/ 5 h 628"/>
                <a:gd name="T80" fmla="*/ 0 w 382"/>
                <a:gd name="T81" fmla="*/ 5 h 628"/>
                <a:gd name="T82" fmla="*/ 1 w 382"/>
                <a:gd name="T83" fmla="*/ 5 h 628"/>
                <a:gd name="T84" fmla="*/ 1 w 382"/>
                <a:gd name="T85" fmla="*/ 5 h 628"/>
                <a:gd name="T86" fmla="*/ 1 w 382"/>
                <a:gd name="T87" fmla="*/ 5 h 628"/>
                <a:gd name="T88" fmla="*/ 1 w 382"/>
                <a:gd name="T89" fmla="*/ 5 h 628"/>
                <a:gd name="T90" fmla="*/ 1 w 382"/>
                <a:gd name="T91" fmla="*/ 5 h 628"/>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382"/>
                <a:gd name="T139" fmla="*/ 0 h 628"/>
                <a:gd name="T140" fmla="*/ 382 w 382"/>
                <a:gd name="T141" fmla="*/ 628 h 628"/>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382" h="628">
                  <a:moveTo>
                    <a:pt x="94" y="581"/>
                  </a:moveTo>
                  <a:lnTo>
                    <a:pt x="94" y="582"/>
                  </a:lnTo>
                  <a:lnTo>
                    <a:pt x="96" y="541"/>
                  </a:lnTo>
                  <a:lnTo>
                    <a:pt x="99" y="500"/>
                  </a:lnTo>
                  <a:lnTo>
                    <a:pt x="106" y="463"/>
                  </a:lnTo>
                  <a:lnTo>
                    <a:pt x="115" y="424"/>
                  </a:lnTo>
                  <a:lnTo>
                    <a:pt x="127" y="389"/>
                  </a:lnTo>
                  <a:lnTo>
                    <a:pt x="140" y="353"/>
                  </a:lnTo>
                  <a:lnTo>
                    <a:pt x="156" y="320"/>
                  </a:lnTo>
                  <a:lnTo>
                    <a:pt x="173" y="287"/>
                  </a:lnTo>
                  <a:lnTo>
                    <a:pt x="193" y="255"/>
                  </a:lnTo>
                  <a:lnTo>
                    <a:pt x="214" y="226"/>
                  </a:lnTo>
                  <a:lnTo>
                    <a:pt x="238" y="198"/>
                  </a:lnTo>
                  <a:lnTo>
                    <a:pt x="263" y="172"/>
                  </a:lnTo>
                  <a:lnTo>
                    <a:pt x="290" y="146"/>
                  </a:lnTo>
                  <a:lnTo>
                    <a:pt x="318" y="122"/>
                  </a:lnTo>
                  <a:lnTo>
                    <a:pt x="349" y="101"/>
                  </a:lnTo>
                  <a:lnTo>
                    <a:pt x="382" y="82"/>
                  </a:lnTo>
                  <a:lnTo>
                    <a:pt x="335" y="0"/>
                  </a:lnTo>
                  <a:lnTo>
                    <a:pt x="297" y="23"/>
                  </a:lnTo>
                  <a:lnTo>
                    <a:pt x="262" y="49"/>
                  </a:lnTo>
                  <a:lnTo>
                    <a:pt x="229" y="76"/>
                  </a:lnTo>
                  <a:lnTo>
                    <a:pt x="198" y="104"/>
                  </a:lnTo>
                  <a:lnTo>
                    <a:pt x="167" y="137"/>
                  </a:lnTo>
                  <a:lnTo>
                    <a:pt x="142" y="170"/>
                  </a:lnTo>
                  <a:lnTo>
                    <a:pt x="116" y="204"/>
                  </a:lnTo>
                  <a:lnTo>
                    <a:pt x="94" y="240"/>
                  </a:lnTo>
                  <a:lnTo>
                    <a:pt x="74" y="278"/>
                  </a:lnTo>
                  <a:lnTo>
                    <a:pt x="54" y="317"/>
                  </a:lnTo>
                  <a:lnTo>
                    <a:pt x="38" y="359"/>
                  </a:lnTo>
                  <a:lnTo>
                    <a:pt x="26" y="401"/>
                  </a:lnTo>
                  <a:lnTo>
                    <a:pt x="15" y="444"/>
                  </a:lnTo>
                  <a:lnTo>
                    <a:pt x="8" y="489"/>
                  </a:lnTo>
                  <a:lnTo>
                    <a:pt x="2" y="534"/>
                  </a:lnTo>
                  <a:lnTo>
                    <a:pt x="0" y="580"/>
                  </a:lnTo>
                  <a:lnTo>
                    <a:pt x="0" y="581"/>
                  </a:lnTo>
                  <a:lnTo>
                    <a:pt x="0" y="580"/>
                  </a:lnTo>
                  <a:lnTo>
                    <a:pt x="3" y="600"/>
                  </a:lnTo>
                  <a:lnTo>
                    <a:pt x="14" y="615"/>
                  </a:lnTo>
                  <a:lnTo>
                    <a:pt x="29" y="625"/>
                  </a:lnTo>
                  <a:lnTo>
                    <a:pt x="45" y="628"/>
                  </a:lnTo>
                  <a:lnTo>
                    <a:pt x="63" y="626"/>
                  </a:lnTo>
                  <a:lnTo>
                    <a:pt x="78" y="616"/>
                  </a:lnTo>
                  <a:lnTo>
                    <a:pt x="89" y="602"/>
                  </a:lnTo>
                  <a:lnTo>
                    <a:pt x="94" y="582"/>
                  </a:lnTo>
                  <a:lnTo>
                    <a:pt x="94" y="5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5133" name="Freeform 43"/>
            <p:cNvSpPr>
              <a:spLocks/>
            </p:cNvSpPr>
            <p:nvPr/>
          </p:nvSpPr>
          <p:spPr bwMode="auto">
            <a:xfrm>
              <a:off x="868" y="1712"/>
              <a:ext cx="19" cy="364"/>
            </a:xfrm>
            <a:custGeom>
              <a:avLst/>
              <a:gdLst>
                <a:gd name="T0" fmla="*/ 1 w 94"/>
                <a:gd name="T1" fmla="*/ 14 h 1818"/>
                <a:gd name="T2" fmla="*/ 1 w 94"/>
                <a:gd name="T3" fmla="*/ 14 h 1818"/>
                <a:gd name="T4" fmla="*/ 1 w 94"/>
                <a:gd name="T5" fmla="*/ 0 h 1818"/>
                <a:gd name="T6" fmla="*/ 0 w 94"/>
                <a:gd name="T7" fmla="*/ 0 h 1818"/>
                <a:gd name="T8" fmla="*/ 0 w 94"/>
                <a:gd name="T9" fmla="*/ 14 h 1818"/>
                <a:gd name="T10" fmla="*/ 0 w 94"/>
                <a:gd name="T11" fmla="*/ 14 h 1818"/>
                <a:gd name="T12" fmla="*/ 0 w 94"/>
                <a:gd name="T13" fmla="*/ 14 h 1818"/>
                <a:gd name="T14" fmla="*/ 0 w 94"/>
                <a:gd name="T15" fmla="*/ 14 h 1818"/>
                <a:gd name="T16" fmla="*/ 0 w 94"/>
                <a:gd name="T17" fmla="*/ 14 h 1818"/>
                <a:gd name="T18" fmla="*/ 0 w 94"/>
                <a:gd name="T19" fmla="*/ 15 h 1818"/>
                <a:gd name="T20" fmla="*/ 0 w 94"/>
                <a:gd name="T21" fmla="*/ 15 h 1818"/>
                <a:gd name="T22" fmla="*/ 1 w 94"/>
                <a:gd name="T23" fmla="*/ 15 h 1818"/>
                <a:gd name="T24" fmla="*/ 1 w 94"/>
                <a:gd name="T25" fmla="*/ 14 h 1818"/>
                <a:gd name="T26" fmla="*/ 1 w 94"/>
                <a:gd name="T27" fmla="*/ 14 h 1818"/>
                <a:gd name="T28" fmla="*/ 1 w 94"/>
                <a:gd name="T29" fmla="*/ 14 h 1818"/>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94"/>
                <a:gd name="T46" fmla="*/ 0 h 1818"/>
                <a:gd name="T47" fmla="*/ 94 w 94"/>
                <a:gd name="T48" fmla="*/ 1818 h 1818"/>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94" h="1818">
                  <a:moveTo>
                    <a:pt x="94" y="1771"/>
                  </a:moveTo>
                  <a:lnTo>
                    <a:pt x="94" y="1771"/>
                  </a:lnTo>
                  <a:lnTo>
                    <a:pt x="94" y="0"/>
                  </a:lnTo>
                  <a:lnTo>
                    <a:pt x="0" y="0"/>
                  </a:lnTo>
                  <a:lnTo>
                    <a:pt x="0" y="1771"/>
                  </a:lnTo>
                  <a:lnTo>
                    <a:pt x="3" y="1791"/>
                  </a:lnTo>
                  <a:lnTo>
                    <a:pt x="15" y="1806"/>
                  </a:lnTo>
                  <a:lnTo>
                    <a:pt x="29" y="1814"/>
                  </a:lnTo>
                  <a:lnTo>
                    <a:pt x="47" y="1818"/>
                  </a:lnTo>
                  <a:lnTo>
                    <a:pt x="64" y="1814"/>
                  </a:lnTo>
                  <a:lnTo>
                    <a:pt x="79" y="1806"/>
                  </a:lnTo>
                  <a:lnTo>
                    <a:pt x="90" y="1791"/>
                  </a:lnTo>
                  <a:lnTo>
                    <a:pt x="94" y="17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5134" name="Freeform 44"/>
            <p:cNvSpPr>
              <a:spLocks/>
            </p:cNvSpPr>
            <p:nvPr/>
          </p:nvSpPr>
          <p:spPr bwMode="auto">
            <a:xfrm>
              <a:off x="868" y="2067"/>
              <a:ext cx="90" cy="160"/>
            </a:xfrm>
            <a:custGeom>
              <a:avLst/>
              <a:gdLst>
                <a:gd name="T0" fmla="*/ 3 w 449"/>
                <a:gd name="T1" fmla="*/ 6 h 803"/>
                <a:gd name="T2" fmla="*/ 3 w 449"/>
                <a:gd name="T3" fmla="*/ 6 h 803"/>
                <a:gd name="T4" fmla="*/ 3 w 449"/>
                <a:gd name="T5" fmla="*/ 5 h 803"/>
                <a:gd name="T6" fmla="*/ 3 w 449"/>
                <a:gd name="T7" fmla="*/ 5 h 803"/>
                <a:gd name="T8" fmla="*/ 3 w 449"/>
                <a:gd name="T9" fmla="*/ 5 h 803"/>
                <a:gd name="T10" fmla="*/ 2 w 449"/>
                <a:gd name="T11" fmla="*/ 5 h 803"/>
                <a:gd name="T12" fmla="*/ 2 w 449"/>
                <a:gd name="T13" fmla="*/ 4 h 803"/>
                <a:gd name="T14" fmla="*/ 2 w 449"/>
                <a:gd name="T15" fmla="*/ 4 h 803"/>
                <a:gd name="T16" fmla="*/ 2 w 449"/>
                <a:gd name="T17" fmla="*/ 4 h 803"/>
                <a:gd name="T18" fmla="*/ 2 w 449"/>
                <a:gd name="T19" fmla="*/ 3 h 803"/>
                <a:gd name="T20" fmla="*/ 1 w 449"/>
                <a:gd name="T21" fmla="*/ 3 h 803"/>
                <a:gd name="T22" fmla="*/ 1 w 449"/>
                <a:gd name="T23" fmla="*/ 2 h 803"/>
                <a:gd name="T24" fmla="*/ 1 w 449"/>
                <a:gd name="T25" fmla="*/ 2 h 803"/>
                <a:gd name="T26" fmla="*/ 1 w 449"/>
                <a:gd name="T27" fmla="*/ 2 h 803"/>
                <a:gd name="T28" fmla="*/ 1 w 449"/>
                <a:gd name="T29" fmla="*/ 1 h 803"/>
                <a:gd name="T30" fmla="*/ 1 w 449"/>
                <a:gd name="T31" fmla="*/ 1 h 803"/>
                <a:gd name="T32" fmla="*/ 1 w 449"/>
                <a:gd name="T33" fmla="*/ 0 h 803"/>
                <a:gd name="T34" fmla="*/ 1 w 449"/>
                <a:gd name="T35" fmla="*/ 0 h 803"/>
                <a:gd name="T36" fmla="*/ 0 w 449"/>
                <a:gd name="T37" fmla="*/ 0 h 803"/>
                <a:gd name="T38" fmla="*/ 0 w 449"/>
                <a:gd name="T39" fmla="*/ 0 h 803"/>
                <a:gd name="T40" fmla="*/ 0 w 449"/>
                <a:gd name="T41" fmla="*/ 1 h 803"/>
                <a:gd name="T42" fmla="*/ 0 w 449"/>
                <a:gd name="T43" fmla="*/ 1 h 803"/>
                <a:gd name="T44" fmla="*/ 0 w 449"/>
                <a:gd name="T45" fmla="*/ 2 h 803"/>
                <a:gd name="T46" fmla="*/ 0 w 449"/>
                <a:gd name="T47" fmla="*/ 2 h 803"/>
                <a:gd name="T48" fmla="*/ 0 w 449"/>
                <a:gd name="T49" fmla="*/ 3 h 803"/>
                <a:gd name="T50" fmla="*/ 1 w 449"/>
                <a:gd name="T51" fmla="*/ 3 h 803"/>
                <a:gd name="T52" fmla="*/ 1 w 449"/>
                <a:gd name="T53" fmla="*/ 4 h 803"/>
                <a:gd name="T54" fmla="*/ 1 w 449"/>
                <a:gd name="T55" fmla="*/ 4 h 803"/>
                <a:gd name="T56" fmla="*/ 1 w 449"/>
                <a:gd name="T57" fmla="*/ 4 h 803"/>
                <a:gd name="T58" fmla="*/ 2 w 449"/>
                <a:gd name="T59" fmla="*/ 5 h 803"/>
                <a:gd name="T60" fmla="*/ 2 w 449"/>
                <a:gd name="T61" fmla="*/ 5 h 803"/>
                <a:gd name="T62" fmla="*/ 2 w 449"/>
                <a:gd name="T63" fmla="*/ 5 h 803"/>
                <a:gd name="T64" fmla="*/ 2 w 449"/>
                <a:gd name="T65" fmla="*/ 6 h 803"/>
                <a:gd name="T66" fmla="*/ 3 w 449"/>
                <a:gd name="T67" fmla="*/ 6 h 803"/>
                <a:gd name="T68" fmla="*/ 3 w 449"/>
                <a:gd name="T69" fmla="*/ 6 h 803"/>
                <a:gd name="T70" fmla="*/ 3 w 449"/>
                <a:gd name="T71" fmla="*/ 6 h 803"/>
                <a:gd name="T72" fmla="*/ 3 w 449"/>
                <a:gd name="T73" fmla="*/ 6 h 803"/>
                <a:gd name="T74" fmla="*/ 3 w 449"/>
                <a:gd name="T75" fmla="*/ 6 h 803"/>
                <a:gd name="T76" fmla="*/ 3 w 449"/>
                <a:gd name="T77" fmla="*/ 6 h 803"/>
                <a:gd name="T78" fmla="*/ 3 w 449"/>
                <a:gd name="T79" fmla="*/ 6 h 803"/>
                <a:gd name="T80" fmla="*/ 4 w 449"/>
                <a:gd name="T81" fmla="*/ 6 h 803"/>
                <a:gd name="T82" fmla="*/ 4 w 449"/>
                <a:gd name="T83" fmla="*/ 6 h 803"/>
                <a:gd name="T84" fmla="*/ 4 w 449"/>
                <a:gd name="T85" fmla="*/ 6 h 803"/>
                <a:gd name="T86" fmla="*/ 4 w 449"/>
                <a:gd name="T87" fmla="*/ 6 h 803"/>
                <a:gd name="T88" fmla="*/ 3 w 449"/>
                <a:gd name="T89" fmla="*/ 6 h 803"/>
                <a:gd name="T90" fmla="*/ 3 w 449"/>
                <a:gd name="T91" fmla="*/ 6 h 80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449"/>
                <a:gd name="T139" fmla="*/ 0 h 803"/>
                <a:gd name="T140" fmla="*/ 449 w 449"/>
                <a:gd name="T141" fmla="*/ 803 h 80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449" h="803">
                  <a:moveTo>
                    <a:pt x="426" y="717"/>
                  </a:moveTo>
                  <a:lnTo>
                    <a:pt x="427" y="717"/>
                  </a:lnTo>
                  <a:lnTo>
                    <a:pt x="395" y="693"/>
                  </a:lnTo>
                  <a:lnTo>
                    <a:pt x="361" y="662"/>
                  </a:lnTo>
                  <a:lnTo>
                    <a:pt x="329" y="628"/>
                  </a:lnTo>
                  <a:lnTo>
                    <a:pt x="299" y="591"/>
                  </a:lnTo>
                  <a:lnTo>
                    <a:pt x="269" y="551"/>
                  </a:lnTo>
                  <a:lnTo>
                    <a:pt x="241" y="507"/>
                  </a:lnTo>
                  <a:lnTo>
                    <a:pt x="215" y="460"/>
                  </a:lnTo>
                  <a:lnTo>
                    <a:pt x="191" y="412"/>
                  </a:lnTo>
                  <a:lnTo>
                    <a:pt x="170" y="363"/>
                  </a:lnTo>
                  <a:lnTo>
                    <a:pt x="151" y="312"/>
                  </a:lnTo>
                  <a:lnTo>
                    <a:pt x="133" y="259"/>
                  </a:lnTo>
                  <a:lnTo>
                    <a:pt x="119" y="207"/>
                  </a:lnTo>
                  <a:lnTo>
                    <a:pt x="108" y="156"/>
                  </a:lnTo>
                  <a:lnTo>
                    <a:pt x="101" y="103"/>
                  </a:lnTo>
                  <a:lnTo>
                    <a:pt x="96" y="51"/>
                  </a:lnTo>
                  <a:lnTo>
                    <a:pt x="94" y="0"/>
                  </a:lnTo>
                  <a:lnTo>
                    <a:pt x="0" y="0"/>
                  </a:lnTo>
                  <a:lnTo>
                    <a:pt x="2" y="56"/>
                  </a:lnTo>
                  <a:lnTo>
                    <a:pt x="7" y="115"/>
                  </a:lnTo>
                  <a:lnTo>
                    <a:pt x="16" y="172"/>
                  </a:lnTo>
                  <a:lnTo>
                    <a:pt x="28" y="231"/>
                  </a:lnTo>
                  <a:lnTo>
                    <a:pt x="44" y="287"/>
                  </a:lnTo>
                  <a:lnTo>
                    <a:pt x="62" y="342"/>
                  </a:lnTo>
                  <a:lnTo>
                    <a:pt x="83" y="398"/>
                  </a:lnTo>
                  <a:lnTo>
                    <a:pt x="106" y="452"/>
                  </a:lnTo>
                  <a:lnTo>
                    <a:pt x="133" y="505"/>
                  </a:lnTo>
                  <a:lnTo>
                    <a:pt x="161" y="554"/>
                  </a:lnTo>
                  <a:lnTo>
                    <a:pt x="192" y="602"/>
                  </a:lnTo>
                  <a:lnTo>
                    <a:pt x="224" y="647"/>
                  </a:lnTo>
                  <a:lnTo>
                    <a:pt x="259" y="689"/>
                  </a:lnTo>
                  <a:lnTo>
                    <a:pt x="295" y="728"/>
                  </a:lnTo>
                  <a:lnTo>
                    <a:pt x="334" y="763"/>
                  </a:lnTo>
                  <a:lnTo>
                    <a:pt x="374" y="795"/>
                  </a:lnTo>
                  <a:lnTo>
                    <a:pt x="375" y="795"/>
                  </a:lnTo>
                  <a:lnTo>
                    <a:pt x="374" y="795"/>
                  </a:lnTo>
                  <a:lnTo>
                    <a:pt x="392" y="803"/>
                  </a:lnTo>
                  <a:lnTo>
                    <a:pt x="411" y="803"/>
                  </a:lnTo>
                  <a:lnTo>
                    <a:pt x="426" y="795"/>
                  </a:lnTo>
                  <a:lnTo>
                    <a:pt x="439" y="782"/>
                  </a:lnTo>
                  <a:lnTo>
                    <a:pt x="446" y="766"/>
                  </a:lnTo>
                  <a:lnTo>
                    <a:pt x="449" y="749"/>
                  </a:lnTo>
                  <a:lnTo>
                    <a:pt x="441" y="732"/>
                  </a:lnTo>
                  <a:lnTo>
                    <a:pt x="427" y="717"/>
                  </a:lnTo>
                  <a:lnTo>
                    <a:pt x="426" y="71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5135" name="Freeform 45"/>
            <p:cNvSpPr>
              <a:spLocks/>
            </p:cNvSpPr>
            <p:nvPr/>
          </p:nvSpPr>
          <p:spPr bwMode="auto">
            <a:xfrm>
              <a:off x="883" y="1673"/>
              <a:ext cx="379" cy="690"/>
            </a:xfrm>
            <a:custGeom>
              <a:avLst/>
              <a:gdLst>
                <a:gd name="T0" fmla="*/ 12 w 1897"/>
                <a:gd name="T1" fmla="*/ 6 h 3450"/>
                <a:gd name="T2" fmla="*/ 13 w 1897"/>
                <a:gd name="T3" fmla="*/ 7 h 3450"/>
                <a:gd name="T4" fmla="*/ 13 w 1897"/>
                <a:gd name="T5" fmla="*/ 7 h 3450"/>
                <a:gd name="T6" fmla="*/ 14 w 1897"/>
                <a:gd name="T7" fmla="*/ 8 h 3450"/>
                <a:gd name="T8" fmla="*/ 14 w 1897"/>
                <a:gd name="T9" fmla="*/ 9 h 3450"/>
                <a:gd name="T10" fmla="*/ 15 w 1897"/>
                <a:gd name="T11" fmla="*/ 10 h 3450"/>
                <a:gd name="T12" fmla="*/ 15 w 1897"/>
                <a:gd name="T13" fmla="*/ 11 h 3450"/>
                <a:gd name="T14" fmla="*/ 15 w 1897"/>
                <a:gd name="T15" fmla="*/ 11 h 3450"/>
                <a:gd name="T16" fmla="*/ 15 w 1897"/>
                <a:gd name="T17" fmla="*/ 12 h 3450"/>
                <a:gd name="T18" fmla="*/ 15 w 1897"/>
                <a:gd name="T19" fmla="*/ 26 h 3450"/>
                <a:gd name="T20" fmla="*/ 15 w 1897"/>
                <a:gd name="T21" fmla="*/ 26 h 3450"/>
                <a:gd name="T22" fmla="*/ 15 w 1897"/>
                <a:gd name="T23" fmla="*/ 27 h 3450"/>
                <a:gd name="T24" fmla="*/ 15 w 1897"/>
                <a:gd name="T25" fmla="*/ 27 h 3450"/>
                <a:gd name="T26" fmla="*/ 14 w 1897"/>
                <a:gd name="T27" fmla="*/ 27 h 3450"/>
                <a:gd name="T28" fmla="*/ 14 w 1897"/>
                <a:gd name="T29" fmla="*/ 28 h 3450"/>
                <a:gd name="T30" fmla="*/ 13 w 1897"/>
                <a:gd name="T31" fmla="*/ 28 h 3450"/>
                <a:gd name="T32" fmla="*/ 13 w 1897"/>
                <a:gd name="T33" fmla="*/ 27 h 3450"/>
                <a:gd name="T34" fmla="*/ 3 w 1897"/>
                <a:gd name="T35" fmla="*/ 21 h 3450"/>
                <a:gd name="T36" fmla="*/ 2 w 1897"/>
                <a:gd name="T37" fmla="*/ 21 h 3450"/>
                <a:gd name="T38" fmla="*/ 2 w 1897"/>
                <a:gd name="T39" fmla="*/ 20 h 3450"/>
                <a:gd name="T40" fmla="*/ 1 w 1897"/>
                <a:gd name="T41" fmla="*/ 19 h 3450"/>
                <a:gd name="T42" fmla="*/ 1 w 1897"/>
                <a:gd name="T43" fmla="*/ 19 h 3450"/>
                <a:gd name="T44" fmla="*/ 0 w 1897"/>
                <a:gd name="T45" fmla="*/ 18 h 3450"/>
                <a:gd name="T46" fmla="*/ 0 w 1897"/>
                <a:gd name="T47" fmla="*/ 17 h 3450"/>
                <a:gd name="T48" fmla="*/ 0 w 1897"/>
                <a:gd name="T49" fmla="*/ 16 h 3450"/>
                <a:gd name="T50" fmla="*/ 0 w 1897"/>
                <a:gd name="T51" fmla="*/ 15 h 3450"/>
                <a:gd name="T52" fmla="*/ 0 w 1897"/>
                <a:gd name="T53" fmla="*/ 2 h 3450"/>
                <a:gd name="T54" fmla="*/ 0 w 1897"/>
                <a:gd name="T55" fmla="*/ 1 h 3450"/>
                <a:gd name="T56" fmla="*/ 0 w 1897"/>
                <a:gd name="T57" fmla="*/ 1 h 3450"/>
                <a:gd name="T58" fmla="*/ 1 w 1897"/>
                <a:gd name="T59" fmla="*/ 0 h 3450"/>
                <a:gd name="T60" fmla="*/ 1 w 1897"/>
                <a:gd name="T61" fmla="*/ 0 h 3450"/>
                <a:gd name="T62" fmla="*/ 1 w 1897"/>
                <a:gd name="T63" fmla="*/ 0 h 3450"/>
                <a:gd name="T64" fmla="*/ 2 w 1897"/>
                <a:gd name="T65" fmla="*/ 0 h 3450"/>
                <a:gd name="T66" fmla="*/ 3 w 1897"/>
                <a:gd name="T67" fmla="*/ 0 h 3450"/>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897"/>
                <a:gd name="T103" fmla="*/ 0 h 3450"/>
                <a:gd name="T104" fmla="*/ 1897 w 1897"/>
                <a:gd name="T105" fmla="*/ 3450 h 3450"/>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897" h="3450">
                  <a:moveTo>
                    <a:pt x="357" y="49"/>
                  </a:moveTo>
                  <a:lnTo>
                    <a:pt x="1542" y="806"/>
                  </a:lnTo>
                  <a:lnTo>
                    <a:pt x="1579" y="832"/>
                  </a:lnTo>
                  <a:lnTo>
                    <a:pt x="1614" y="861"/>
                  </a:lnTo>
                  <a:lnTo>
                    <a:pt x="1648" y="895"/>
                  </a:lnTo>
                  <a:lnTo>
                    <a:pt x="1681" y="933"/>
                  </a:lnTo>
                  <a:lnTo>
                    <a:pt x="1711" y="973"/>
                  </a:lnTo>
                  <a:lnTo>
                    <a:pt x="1740" y="1016"/>
                  </a:lnTo>
                  <a:lnTo>
                    <a:pt x="1768" y="1062"/>
                  </a:lnTo>
                  <a:lnTo>
                    <a:pt x="1793" y="1109"/>
                  </a:lnTo>
                  <a:lnTo>
                    <a:pt x="1816" y="1158"/>
                  </a:lnTo>
                  <a:lnTo>
                    <a:pt x="1836" y="1208"/>
                  </a:lnTo>
                  <a:lnTo>
                    <a:pt x="1854" y="1260"/>
                  </a:lnTo>
                  <a:lnTo>
                    <a:pt x="1869" y="1313"/>
                  </a:lnTo>
                  <a:lnTo>
                    <a:pt x="1881" y="1364"/>
                  </a:lnTo>
                  <a:lnTo>
                    <a:pt x="1890" y="1417"/>
                  </a:lnTo>
                  <a:lnTo>
                    <a:pt x="1895" y="1469"/>
                  </a:lnTo>
                  <a:lnTo>
                    <a:pt x="1897" y="1519"/>
                  </a:lnTo>
                  <a:lnTo>
                    <a:pt x="1897" y="3142"/>
                  </a:lnTo>
                  <a:lnTo>
                    <a:pt x="1895" y="3190"/>
                  </a:lnTo>
                  <a:lnTo>
                    <a:pt x="1890" y="3235"/>
                  </a:lnTo>
                  <a:lnTo>
                    <a:pt x="1881" y="3276"/>
                  </a:lnTo>
                  <a:lnTo>
                    <a:pt x="1869" y="3313"/>
                  </a:lnTo>
                  <a:lnTo>
                    <a:pt x="1854" y="3346"/>
                  </a:lnTo>
                  <a:lnTo>
                    <a:pt x="1836" y="3375"/>
                  </a:lnTo>
                  <a:lnTo>
                    <a:pt x="1816" y="3398"/>
                  </a:lnTo>
                  <a:lnTo>
                    <a:pt x="1793" y="3418"/>
                  </a:lnTo>
                  <a:lnTo>
                    <a:pt x="1768" y="3434"/>
                  </a:lnTo>
                  <a:lnTo>
                    <a:pt x="1740" y="3444"/>
                  </a:lnTo>
                  <a:lnTo>
                    <a:pt x="1711" y="3450"/>
                  </a:lnTo>
                  <a:lnTo>
                    <a:pt x="1681" y="3450"/>
                  </a:lnTo>
                  <a:lnTo>
                    <a:pt x="1648" y="3445"/>
                  </a:lnTo>
                  <a:lnTo>
                    <a:pt x="1614" y="3436"/>
                  </a:lnTo>
                  <a:lnTo>
                    <a:pt x="1579" y="3421"/>
                  </a:lnTo>
                  <a:lnTo>
                    <a:pt x="1542" y="3400"/>
                  </a:lnTo>
                  <a:lnTo>
                    <a:pt x="357" y="2643"/>
                  </a:lnTo>
                  <a:lnTo>
                    <a:pt x="320" y="2618"/>
                  </a:lnTo>
                  <a:lnTo>
                    <a:pt x="285" y="2588"/>
                  </a:lnTo>
                  <a:lnTo>
                    <a:pt x="251" y="2554"/>
                  </a:lnTo>
                  <a:lnTo>
                    <a:pt x="218" y="2517"/>
                  </a:lnTo>
                  <a:lnTo>
                    <a:pt x="187" y="2477"/>
                  </a:lnTo>
                  <a:lnTo>
                    <a:pt x="157" y="2433"/>
                  </a:lnTo>
                  <a:lnTo>
                    <a:pt x="130" y="2388"/>
                  </a:lnTo>
                  <a:lnTo>
                    <a:pt x="105" y="2341"/>
                  </a:lnTo>
                  <a:lnTo>
                    <a:pt x="81" y="2292"/>
                  </a:lnTo>
                  <a:lnTo>
                    <a:pt x="61" y="2241"/>
                  </a:lnTo>
                  <a:lnTo>
                    <a:pt x="44" y="2190"/>
                  </a:lnTo>
                  <a:lnTo>
                    <a:pt x="29" y="2138"/>
                  </a:lnTo>
                  <a:lnTo>
                    <a:pt x="17" y="2085"/>
                  </a:lnTo>
                  <a:lnTo>
                    <a:pt x="7" y="2033"/>
                  </a:lnTo>
                  <a:lnTo>
                    <a:pt x="3" y="1981"/>
                  </a:lnTo>
                  <a:lnTo>
                    <a:pt x="0" y="1931"/>
                  </a:lnTo>
                  <a:lnTo>
                    <a:pt x="0" y="308"/>
                  </a:lnTo>
                  <a:lnTo>
                    <a:pt x="3" y="260"/>
                  </a:lnTo>
                  <a:lnTo>
                    <a:pt x="7" y="215"/>
                  </a:lnTo>
                  <a:lnTo>
                    <a:pt x="17" y="174"/>
                  </a:lnTo>
                  <a:lnTo>
                    <a:pt x="29" y="137"/>
                  </a:lnTo>
                  <a:lnTo>
                    <a:pt x="44" y="104"/>
                  </a:lnTo>
                  <a:lnTo>
                    <a:pt x="61" y="76"/>
                  </a:lnTo>
                  <a:lnTo>
                    <a:pt x="81" y="51"/>
                  </a:lnTo>
                  <a:lnTo>
                    <a:pt x="105" y="31"/>
                  </a:lnTo>
                  <a:lnTo>
                    <a:pt x="130" y="16"/>
                  </a:lnTo>
                  <a:lnTo>
                    <a:pt x="157" y="5"/>
                  </a:lnTo>
                  <a:lnTo>
                    <a:pt x="187" y="0"/>
                  </a:lnTo>
                  <a:lnTo>
                    <a:pt x="218" y="0"/>
                  </a:lnTo>
                  <a:lnTo>
                    <a:pt x="251" y="3"/>
                  </a:lnTo>
                  <a:lnTo>
                    <a:pt x="285" y="14"/>
                  </a:lnTo>
                  <a:lnTo>
                    <a:pt x="320" y="29"/>
                  </a:lnTo>
                  <a:lnTo>
                    <a:pt x="357" y="49"/>
                  </a:lnTo>
                  <a:close/>
                </a:path>
              </a:pathLst>
            </a:custGeom>
            <a:solidFill>
              <a:srgbClr val="BFBFB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5136" name="Freeform 46"/>
            <p:cNvSpPr>
              <a:spLocks/>
            </p:cNvSpPr>
            <p:nvPr/>
          </p:nvSpPr>
          <p:spPr bwMode="auto">
            <a:xfrm>
              <a:off x="1268" y="1663"/>
              <a:ext cx="393" cy="711"/>
            </a:xfrm>
            <a:custGeom>
              <a:avLst/>
              <a:gdLst>
                <a:gd name="T0" fmla="*/ 3 w 1962"/>
                <a:gd name="T1" fmla="*/ 7 h 3555"/>
                <a:gd name="T2" fmla="*/ 2 w 1962"/>
                <a:gd name="T3" fmla="*/ 7 h 3555"/>
                <a:gd name="T4" fmla="*/ 2 w 1962"/>
                <a:gd name="T5" fmla="*/ 8 h 3555"/>
                <a:gd name="T6" fmla="*/ 1 w 1962"/>
                <a:gd name="T7" fmla="*/ 8 h 3555"/>
                <a:gd name="T8" fmla="*/ 1 w 1962"/>
                <a:gd name="T9" fmla="*/ 9 h 3555"/>
                <a:gd name="T10" fmla="*/ 1 w 1962"/>
                <a:gd name="T11" fmla="*/ 10 h 3555"/>
                <a:gd name="T12" fmla="*/ 0 w 1962"/>
                <a:gd name="T13" fmla="*/ 11 h 3555"/>
                <a:gd name="T14" fmla="*/ 0 w 1962"/>
                <a:gd name="T15" fmla="*/ 12 h 3555"/>
                <a:gd name="T16" fmla="*/ 0 w 1962"/>
                <a:gd name="T17" fmla="*/ 13 h 3555"/>
                <a:gd name="T18" fmla="*/ 0 w 1962"/>
                <a:gd name="T19" fmla="*/ 26 h 3555"/>
                <a:gd name="T20" fmla="*/ 0 w 1962"/>
                <a:gd name="T21" fmla="*/ 27 h 3555"/>
                <a:gd name="T22" fmla="*/ 0 w 1962"/>
                <a:gd name="T23" fmla="*/ 28 h 3555"/>
                <a:gd name="T24" fmla="*/ 1 w 1962"/>
                <a:gd name="T25" fmla="*/ 28 h 3555"/>
                <a:gd name="T26" fmla="*/ 1 w 1962"/>
                <a:gd name="T27" fmla="*/ 28 h 3555"/>
                <a:gd name="T28" fmla="*/ 2 w 1962"/>
                <a:gd name="T29" fmla="*/ 28 h 3555"/>
                <a:gd name="T30" fmla="*/ 2 w 1962"/>
                <a:gd name="T31" fmla="*/ 28 h 3555"/>
                <a:gd name="T32" fmla="*/ 3 w 1962"/>
                <a:gd name="T33" fmla="*/ 28 h 3555"/>
                <a:gd name="T34" fmla="*/ 13 w 1962"/>
                <a:gd name="T35" fmla="*/ 22 h 3555"/>
                <a:gd name="T36" fmla="*/ 13 w 1962"/>
                <a:gd name="T37" fmla="*/ 21 h 3555"/>
                <a:gd name="T38" fmla="*/ 14 w 1962"/>
                <a:gd name="T39" fmla="*/ 21 h 3555"/>
                <a:gd name="T40" fmla="*/ 14 w 1962"/>
                <a:gd name="T41" fmla="*/ 20 h 3555"/>
                <a:gd name="T42" fmla="*/ 15 w 1962"/>
                <a:gd name="T43" fmla="*/ 19 h 3555"/>
                <a:gd name="T44" fmla="*/ 15 w 1962"/>
                <a:gd name="T45" fmla="*/ 18 h 3555"/>
                <a:gd name="T46" fmla="*/ 16 w 1962"/>
                <a:gd name="T47" fmla="*/ 18 h 3555"/>
                <a:gd name="T48" fmla="*/ 16 w 1962"/>
                <a:gd name="T49" fmla="*/ 17 h 3555"/>
                <a:gd name="T50" fmla="*/ 16 w 1962"/>
                <a:gd name="T51" fmla="*/ 16 h 3555"/>
                <a:gd name="T52" fmla="*/ 16 w 1962"/>
                <a:gd name="T53" fmla="*/ 2 h 3555"/>
                <a:gd name="T54" fmla="*/ 16 w 1962"/>
                <a:gd name="T55" fmla="*/ 1 h 3555"/>
                <a:gd name="T56" fmla="*/ 15 w 1962"/>
                <a:gd name="T57" fmla="*/ 1 h 3555"/>
                <a:gd name="T58" fmla="*/ 15 w 1962"/>
                <a:gd name="T59" fmla="*/ 0 h 3555"/>
                <a:gd name="T60" fmla="*/ 15 w 1962"/>
                <a:gd name="T61" fmla="*/ 0 h 3555"/>
                <a:gd name="T62" fmla="*/ 14 w 1962"/>
                <a:gd name="T63" fmla="*/ 0 h 3555"/>
                <a:gd name="T64" fmla="*/ 14 w 1962"/>
                <a:gd name="T65" fmla="*/ 0 h 3555"/>
                <a:gd name="T66" fmla="*/ 13 w 1962"/>
                <a:gd name="T67" fmla="*/ 0 h 3555"/>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962"/>
                <a:gd name="T103" fmla="*/ 0 h 3555"/>
                <a:gd name="T104" fmla="*/ 1962 w 1962"/>
                <a:gd name="T105" fmla="*/ 3555 h 3555"/>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962" h="3555">
                  <a:moveTo>
                    <a:pt x="1594" y="50"/>
                  </a:moveTo>
                  <a:lnTo>
                    <a:pt x="368" y="831"/>
                  </a:lnTo>
                  <a:lnTo>
                    <a:pt x="330" y="858"/>
                  </a:lnTo>
                  <a:lnTo>
                    <a:pt x="294" y="888"/>
                  </a:lnTo>
                  <a:lnTo>
                    <a:pt x="259" y="922"/>
                  </a:lnTo>
                  <a:lnTo>
                    <a:pt x="225" y="961"/>
                  </a:lnTo>
                  <a:lnTo>
                    <a:pt x="193" y="1003"/>
                  </a:lnTo>
                  <a:lnTo>
                    <a:pt x="163" y="1047"/>
                  </a:lnTo>
                  <a:lnTo>
                    <a:pt x="133" y="1094"/>
                  </a:lnTo>
                  <a:lnTo>
                    <a:pt x="108" y="1143"/>
                  </a:lnTo>
                  <a:lnTo>
                    <a:pt x="84" y="1193"/>
                  </a:lnTo>
                  <a:lnTo>
                    <a:pt x="63" y="1246"/>
                  </a:lnTo>
                  <a:lnTo>
                    <a:pt x="44" y="1299"/>
                  </a:lnTo>
                  <a:lnTo>
                    <a:pt x="29" y="1353"/>
                  </a:lnTo>
                  <a:lnTo>
                    <a:pt x="16" y="1405"/>
                  </a:lnTo>
                  <a:lnTo>
                    <a:pt x="7" y="1459"/>
                  </a:lnTo>
                  <a:lnTo>
                    <a:pt x="2" y="1512"/>
                  </a:lnTo>
                  <a:lnTo>
                    <a:pt x="0" y="1565"/>
                  </a:lnTo>
                  <a:lnTo>
                    <a:pt x="0" y="3237"/>
                  </a:lnTo>
                  <a:lnTo>
                    <a:pt x="2" y="3287"/>
                  </a:lnTo>
                  <a:lnTo>
                    <a:pt x="7" y="3333"/>
                  </a:lnTo>
                  <a:lnTo>
                    <a:pt x="16" y="3375"/>
                  </a:lnTo>
                  <a:lnTo>
                    <a:pt x="29" y="3413"/>
                  </a:lnTo>
                  <a:lnTo>
                    <a:pt x="44" y="3447"/>
                  </a:lnTo>
                  <a:lnTo>
                    <a:pt x="63" y="3477"/>
                  </a:lnTo>
                  <a:lnTo>
                    <a:pt x="84" y="3502"/>
                  </a:lnTo>
                  <a:lnTo>
                    <a:pt x="108" y="3522"/>
                  </a:lnTo>
                  <a:lnTo>
                    <a:pt x="133" y="3538"/>
                  </a:lnTo>
                  <a:lnTo>
                    <a:pt x="163" y="3549"/>
                  </a:lnTo>
                  <a:lnTo>
                    <a:pt x="193" y="3555"/>
                  </a:lnTo>
                  <a:lnTo>
                    <a:pt x="225" y="3555"/>
                  </a:lnTo>
                  <a:lnTo>
                    <a:pt x="259" y="3550"/>
                  </a:lnTo>
                  <a:lnTo>
                    <a:pt x="294" y="3541"/>
                  </a:lnTo>
                  <a:lnTo>
                    <a:pt x="330" y="3524"/>
                  </a:lnTo>
                  <a:lnTo>
                    <a:pt x="368" y="3503"/>
                  </a:lnTo>
                  <a:lnTo>
                    <a:pt x="1594" y="2722"/>
                  </a:lnTo>
                  <a:lnTo>
                    <a:pt x="1632" y="2696"/>
                  </a:lnTo>
                  <a:lnTo>
                    <a:pt x="1668" y="2665"/>
                  </a:lnTo>
                  <a:lnTo>
                    <a:pt x="1703" y="2631"/>
                  </a:lnTo>
                  <a:lnTo>
                    <a:pt x="1737" y="2592"/>
                  </a:lnTo>
                  <a:lnTo>
                    <a:pt x="1769" y="2551"/>
                  </a:lnTo>
                  <a:lnTo>
                    <a:pt x="1799" y="2506"/>
                  </a:lnTo>
                  <a:lnTo>
                    <a:pt x="1829" y="2460"/>
                  </a:lnTo>
                  <a:lnTo>
                    <a:pt x="1854" y="2411"/>
                  </a:lnTo>
                  <a:lnTo>
                    <a:pt x="1878" y="2361"/>
                  </a:lnTo>
                  <a:lnTo>
                    <a:pt x="1899" y="2308"/>
                  </a:lnTo>
                  <a:lnTo>
                    <a:pt x="1918" y="2256"/>
                  </a:lnTo>
                  <a:lnTo>
                    <a:pt x="1933" y="2202"/>
                  </a:lnTo>
                  <a:lnTo>
                    <a:pt x="1946" y="2149"/>
                  </a:lnTo>
                  <a:lnTo>
                    <a:pt x="1955" y="2095"/>
                  </a:lnTo>
                  <a:lnTo>
                    <a:pt x="1960" y="2042"/>
                  </a:lnTo>
                  <a:lnTo>
                    <a:pt x="1962" y="1989"/>
                  </a:lnTo>
                  <a:lnTo>
                    <a:pt x="1962" y="319"/>
                  </a:lnTo>
                  <a:lnTo>
                    <a:pt x="1960" y="269"/>
                  </a:lnTo>
                  <a:lnTo>
                    <a:pt x="1955" y="223"/>
                  </a:lnTo>
                  <a:lnTo>
                    <a:pt x="1946" y="180"/>
                  </a:lnTo>
                  <a:lnTo>
                    <a:pt x="1933" y="143"/>
                  </a:lnTo>
                  <a:lnTo>
                    <a:pt x="1918" y="109"/>
                  </a:lnTo>
                  <a:lnTo>
                    <a:pt x="1899" y="79"/>
                  </a:lnTo>
                  <a:lnTo>
                    <a:pt x="1878" y="54"/>
                  </a:lnTo>
                  <a:lnTo>
                    <a:pt x="1854" y="33"/>
                  </a:lnTo>
                  <a:lnTo>
                    <a:pt x="1829" y="17"/>
                  </a:lnTo>
                  <a:lnTo>
                    <a:pt x="1799" y="7"/>
                  </a:lnTo>
                  <a:lnTo>
                    <a:pt x="1769" y="0"/>
                  </a:lnTo>
                  <a:lnTo>
                    <a:pt x="1737" y="0"/>
                  </a:lnTo>
                  <a:lnTo>
                    <a:pt x="1703" y="4"/>
                  </a:lnTo>
                  <a:lnTo>
                    <a:pt x="1668" y="14"/>
                  </a:lnTo>
                  <a:lnTo>
                    <a:pt x="1632" y="29"/>
                  </a:lnTo>
                  <a:lnTo>
                    <a:pt x="1594" y="50"/>
                  </a:lnTo>
                  <a:close/>
                </a:path>
              </a:pathLst>
            </a:custGeom>
            <a:solidFill>
              <a:srgbClr val="E5E5E5"/>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5137" name="Freeform 47"/>
            <p:cNvSpPr>
              <a:spLocks noEditPoints="1"/>
            </p:cNvSpPr>
            <p:nvPr/>
          </p:nvSpPr>
          <p:spPr bwMode="auto">
            <a:xfrm>
              <a:off x="916" y="1589"/>
              <a:ext cx="697" cy="698"/>
            </a:xfrm>
            <a:custGeom>
              <a:avLst/>
              <a:gdLst>
                <a:gd name="T0" fmla="*/ 16 w 3485"/>
                <a:gd name="T1" fmla="*/ 0 h 3490"/>
                <a:gd name="T2" fmla="*/ 17 w 3485"/>
                <a:gd name="T3" fmla="*/ 2 h 3490"/>
                <a:gd name="T4" fmla="*/ 17 w 3485"/>
                <a:gd name="T5" fmla="*/ 3 h 3490"/>
                <a:gd name="T6" fmla="*/ 14 w 3485"/>
                <a:gd name="T7" fmla="*/ 4 h 3490"/>
                <a:gd name="T8" fmla="*/ 12 w 3485"/>
                <a:gd name="T9" fmla="*/ 4 h 3490"/>
                <a:gd name="T10" fmla="*/ 11 w 3485"/>
                <a:gd name="T11" fmla="*/ 2 h 3490"/>
                <a:gd name="T12" fmla="*/ 11 w 3485"/>
                <a:gd name="T13" fmla="*/ 1 h 3490"/>
                <a:gd name="T14" fmla="*/ 14 w 3485"/>
                <a:gd name="T15" fmla="*/ 0 h 3490"/>
                <a:gd name="T16" fmla="*/ 3 w 3485"/>
                <a:gd name="T17" fmla="*/ 7 h 3490"/>
                <a:gd name="T18" fmla="*/ 4 w 3485"/>
                <a:gd name="T19" fmla="*/ 9 h 3490"/>
                <a:gd name="T20" fmla="*/ 3 w 3485"/>
                <a:gd name="T21" fmla="*/ 12 h 3490"/>
                <a:gd name="T22" fmla="*/ 2 w 3485"/>
                <a:gd name="T23" fmla="*/ 13 h 3490"/>
                <a:gd name="T24" fmla="*/ 1 w 3485"/>
                <a:gd name="T25" fmla="*/ 12 h 3490"/>
                <a:gd name="T26" fmla="*/ 0 w 3485"/>
                <a:gd name="T27" fmla="*/ 10 h 3490"/>
                <a:gd name="T28" fmla="*/ 0 w 3485"/>
                <a:gd name="T29" fmla="*/ 8 h 3490"/>
                <a:gd name="T30" fmla="*/ 2 w 3485"/>
                <a:gd name="T31" fmla="*/ 6 h 3490"/>
                <a:gd name="T32" fmla="*/ 10 w 3485"/>
                <a:gd name="T33" fmla="*/ 20 h 3490"/>
                <a:gd name="T34" fmla="*/ 11 w 3485"/>
                <a:gd name="T35" fmla="*/ 22 h 3490"/>
                <a:gd name="T36" fmla="*/ 11 w 3485"/>
                <a:gd name="T37" fmla="*/ 25 h 3490"/>
                <a:gd name="T38" fmla="*/ 10 w 3485"/>
                <a:gd name="T39" fmla="*/ 27 h 3490"/>
                <a:gd name="T40" fmla="*/ 8 w 3485"/>
                <a:gd name="T41" fmla="*/ 26 h 3490"/>
                <a:gd name="T42" fmla="*/ 7 w 3485"/>
                <a:gd name="T43" fmla="*/ 24 h 3490"/>
                <a:gd name="T44" fmla="*/ 7 w 3485"/>
                <a:gd name="T45" fmla="*/ 22 h 3490"/>
                <a:gd name="T46" fmla="*/ 8 w 3485"/>
                <a:gd name="T47" fmla="*/ 20 h 3490"/>
                <a:gd name="T48" fmla="*/ 20 w 3485"/>
                <a:gd name="T49" fmla="*/ 21 h 3490"/>
                <a:gd name="T50" fmla="*/ 21 w 3485"/>
                <a:gd name="T51" fmla="*/ 23 h 3490"/>
                <a:gd name="T52" fmla="*/ 21 w 3485"/>
                <a:gd name="T53" fmla="*/ 26 h 3490"/>
                <a:gd name="T54" fmla="*/ 20 w 3485"/>
                <a:gd name="T55" fmla="*/ 28 h 3490"/>
                <a:gd name="T56" fmla="*/ 18 w 3485"/>
                <a:gd name="T57" fmla="*/ 28 h 3490"/>
                <a:gd name="T58" fmla="*/ 17 w 3485"/>
                <a:gd name="T59" fmla="*/ 26 h 3490"/>
                <a:gd name="T60" fmla="*/ 17 w 3485"/>
                <a:gd name="T61" fmla="*/ 23 h 3490"/>
                <a:gd name="T62" fmla="*/ 18 w 3485"/>
                <a:gd name="T63" fmla="*/ 21 h 3490"/>
                <a:gd name="T64" fmla="*/ 19 w 3485"/>
                <a:gd name="T65" fmla="*/ 11 h 3490"/>
                <a:gd name="T66" fmla="*/ 20 w 3485"/>
                <a:gd name="T67" fmla="*/ 13 h 3490"/>
                <a:gd name="T68" fmla="*/ 21 w 3485"/>
                <a:gd name="T69" fmla="*/ 15 h 3490"/>
                <a:gd name="T70" fmla="*/ 20 w 3485"/>
                <a:gd name="T71" fmla="*/ 17 h 3490"/>
                <a:gd name="T72" fmla="*/ 18 w 3485"/>
                <a:gd name="T73" fmla="*/ 17 h 3490"/>
                <a:gd name="T74" fmla="*/ 17 w 3485"/>
                <a:gd name="T75" fmla="*/ 16 h 3490"/>
                <a:gd name="T76" fmla="*/ 17 w 3485"/>
                <a:gd name="T77" fmla="*/ 13 h 3490"/>
                <a:gd name="T78" fmla="*/ 18 w 3485"/>
                <a:gd name="T79" fmla="*/ 11 h 3490"/>
                <a:gd name="T80" fmla="*/ 26 w 3485"/>
                <a:gd name="T81" fmla="*/ 7 h 3490"/>
                <a:gd name="T82" fmla="*/ 27 w 3485"/>
                <a:gd name="T83" fmla="*/ 8 h 3490"/>
                <a:gd name="T84" fmla="*/ 27 w 3485"/>
                <a:gd name="T85" fmla="*/ 11 h 3490"/>
                <a:gd name="T86" fmla="*/ 26 w 3485"/>
                <a:gd name="T87" fmla="*/ 13 h 3490"/>
                <a:gd name="T88" fmla="*/ 25 w 3485"/>
                <a:gd name="T89" fmla="*/ 13 h 3490"/>
                <a:gd name="T90" fmla="*/ 24 w 3485"/>
                <a:gd name="T91" fmla="*/ 12 h 3490"/>
                <a:gd name="T92" fmla="*/ 24 w 3485"/>
                <a:gd name="T93" fmla="*/ 9 h 3490"/>
                <a:gd name="T94" fmla="*/ 24 w 3485"/>
                <a:gd name="T95" fmla="*/ 7 h 3490"/>
                <a:gd name="T96" fmla="*/ 26 w 3485"/>
                <a:gd name="T97" fmla="*/ 17 h 3490"/>
                <a:gd name="T98" fmla="*/ 27 w 3485"/>
                <a:gd name="T99" fmla="*/ 18 h 3490"/>
                <a:gd name="T100" fmla="*/ 28 w 3485"/>
                <a:gd name="T101" fmla="*/ 21 h 3490"/>
                <a:gd name="T102" fmla="*/ 27 w 3485"/>
                <a:gd name="T103" fmla="*/ 23 h 3490"/>
                <a:gd name="T104" fmla="*/ 26 w 3485"/>
                <a:gd name="T105" fmla="*/ 24 h 3490"/>
                <a:gd name="T106" fmla="*/ 24 w 3485"/>
                <a:gd name="T107" fmla="*/ 23 h 3490"/>
                <a:gd name="T108" fmla="*/ 24 w 3485"/>
                <a:gd name="T109" fmla="*/ 20 h 3490"/>
                <a:gd name="T110" fmla="*/ 25 w 3485"/>
                <a:gd name="T111" fmla="*/ 18 h 3490"/>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w 3485"/>
                <a:gd name="T169" fmla="*/ 0 h 3490"/>
                <a:gd name="T170" fmla="*/ 3485 w 3485"/>
                <a:gd name="T171" fmla="*/ 3490 h 3490"/>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T168" t="T169" r="T170" b="T171"/>
              <a:pathLst>
                <a:path w="3485" h="3490">
                  <a:moveTo>
                    <a:pt x="1754" y="0"/>
                  </a:moveTo>
                  <a:lnTo>
                    <a:pt x="1797" y="2"/>
                  </a:lnTo>
                  <a:lnTo>
                    <a:pt x="1840" y="5"/>
                  </a:lnTo>
                  <a:lnTo>
                    <a:pt x="1881" y="12"/>
                  </a:lnTo>
                  <a:lnTo>
                    <a:pt x="1921" y="20"/>
                  </a:lnTo>
                  <a:lnTo>
                    <a:pt x="1959" y="31"/>
                  </a:lnTo>
                  <a:lnTo>
                    <a:pt x="1994" y="44"/>
                  </a:lnTo>
                  <a:lnTo>
                    <a:pt x="2028" y="59"/>
                  </a:lnTo>
                  <a:lnTo>
                    <a:pt x="2058" y="74"/>
                  </a:lnTo>
                  <a:lnTo>
                    <a:pt x="2086" y="93"/>
                  </a:lnTo>
                  <a:lnTo>
                    <a:pt x="2111" y="113"/>
                  </a:lnTo>
                  <a:lnTo>
                    <a:pt x="2132" y="133"/>
                  </a:lnTo>
                  <a:lnTo>
                    <a:pt x="2151" y="155"/>
                  </a:lnTo>
                  <a:lnTo>
                    <a:pt x="2165" y="179"/>
                  </a:lnTo>
                  <a:lnTo>
                    <a:pt x="2175" y="203"/>
                  </a:lnTo>
                  <a:lnTo>
                    <a:pt x="2182" y="229"/>
                  </a:lnTo>
                  <a:lnTo>
                    <a:pt x="2185" y="255"/>
                  </a:lnTo>
                  <a:lnTo>
                    <a:pt x="2182" y="281"/>
                  </a:lnTo>
                  <a:lnTo>
                    <a:pt x="2175" y="305"/>
                  </a:lnTo>
                  <a:lnTo>
                    <a:pt x="2165" y="330"/>
                  </a:lnTo>
                  <a:lnTo>
                    <a:pt x="2151" y="353"/>
                  </a:lnTo>
                  <a:lnTo>
                    <a:pt x="2132" y="376"/>
                  </a:lnTo>
                  <a:lnTo>
                    <a:pt x="2111" y="397"/>
                  </a:lnTo>
                  <a:lnTo>
                    <a:pt x="2086" y="417"/>
                  </a:lnTo>
                  <a:lnTo>
                    <a:pt x="2058" y="434"/>
                  </a:lnTo>
                  <a:lnTo>
                    <a:pt x="2028" y="451"/>
                  </a:lnTo>
                  <a:lnTo>
                    <a:pt x="1994" y="466"/>
                  </a:lnTo>
                  <a:lnTo>
                    <a:pt x="1959" y="479"/>
                  </a:lnTo>
                  <a:lnTo>
                    <a:pt x="1921" y="489"/>
                  </a:lnTo>
                  <a:lnTo>
                    <a:pt x="1881" y="498"/>
                  </a:lnTo>
                  <a:lnTo>
                    <a:pt x="1840" y="505"/>
                  </a:lnTo>
                  <a:lnTo>
                    <a:pt x="1797" y="508"/>
                  </a:lnTo>
                  <a:lnTo>
                    <a:pt x="1754" y="509"/>
                  </a:lnTo>
                  <a:lnTo>
                    <a:pt x="1710" y="508"/>
                  </a:lnTo>
                  <a:lnTo>
                    <a:pt x="1667" y="505"/>
                  </a:lnTo>
                  <a:lnTo>
                    <a:pt x="1626" y="498"/>
                  </a:lnTo>
                  <a:lnTo>
                    <a:pt x="1586" y="489"/>
                  </a:lnTo>
                  <a:lnTo>
                    <a:pt x="1548" y="479"/>
                  </a:lnTo>
                  <a:lnTo>
                    <a:pt x="1512" y="466"/>
                  </a:lnTo>
                  <a:lnTo>
                    <a:pt x="1479" y="451"/>
                  </a:lnTo>
                  <a:lnTo>
                    <a:pt x="1449" y="434"/>
                  </a:lnTo>
                  <a:lnTo>
                    <a:pt x="1421" y="417"/>
                  </a:lnTo>
                  <a:lnTo>
                    <a:pt x="1395" y="397"/>
                  </a:lnTo>
                  <a:lnTo>
                    <a:pt x="1374" y="376"/>
                  </a:lnTo>
                  <a:lnTo>
                    <a:pt x="1355" y="353"/>
                  </a:lnTo>
                  <a:lnTo>
                    <a:pt x="1341" y="330"/>
                  </a:lnTo>
                  <a:lnTo>
                    <a:pt x="1331" y="305"/>
                  </a:lnTo>
                  <a:lnTo>
                    <a:pt x="1324" y="281"/>
                  </a:lnTo>
                  <a:lnTo>
                    <a:pt x="1321" y="255"/>
                  </a:lnTo>
                  <a:lnTo>
                    <a:pt x="1324" y="229"/>
                  </a:lnTo>
                  <a:lnTo>
                    <a:pt x="1331" y="203"/>
                  </a:lnTo>
                  <a:lnTo>
                    <a:pt x="1341" y="179"/>
                  </a:lnTo>
                  <a:lnTo>
                    <a:pt x="1355" y="155"/>
                  </a:lnTo>
                  <a:lnTo>
                    <a:pt x="1374" y="133"/>
                  </a:lnTo>
                  <a:lnTo>
                    <a:pt x="1395" y="113"/>
                  </a:lnTo>
                  <a:lnTo>
                    <a:pt x="1421" y="93"/>
                  </a:lnTo>
                  <a:lnTo>
                    <a:pt x="1449" y="74"/>
                  </a:lnTo>
                  <a:lnTo>
                    <a:pt x="1479" y="59"/>
                  </a:lnTo>
                  <a:lnTo>
                    <a:pt x="1512" y="44"/>
                  </a:lnTo>
                  <a:lnTo>
                    <a:pt x="1548" y="31"/>
                  </a:lnTo>
                  <a:lnTo>
                    <a:pt x="1586" y="20"/>
                  </a:lnTo>
                  <a:lnTo>
                    <a:pt x="1626" y="12"/>
                  </a:lnTo>
                  <a:lnTo>
                    <a:pt x="1667" y="5"/>
                  </a:lnTo>
                  <a:lnTo>
                    <a:pt x="1710" y="2"/>
                  </a:lnTo>
                  <a:lnTo>
                    <a:pt x="1754" y="0"/>
                  </a:lnTo>
                  <a:close/>
                  <a:moveTo>
                    <a:pt x="239" y="786"/>
                  </a:moveTo>
                  <a:lnTo>
                    <a:pt x="263" y="788"/>
                  </a:lnTo>
                  <a:lnTo>
                    <a:pt x="287" y="794"/>
                  </a:lnTo>
                  <a:lnTo>
                    <a:pt x="309" y="805"/>
                  </a:lnTo>
                  <a:lnTo>
                    <a:pt x="331" y="819"/>
                  </a:lnTo>
                  <a:lnTo>
                    <a:pt x="352" y="836"/>
                  </a:lnTo>
                  <a:lnTo>
                    <a:pt x="372" y="857"/>
                  </a:lnTo>
                  <a:lnTo>
                    <a:pt x="390" y="882"/>
                  </a:lnTo>
                  <a:lnTo>
                    <a:pt x="407" y="909"/>
                  </a:lnTo>
                  <a:lnTo>
                    <a:pt x="423" y="940"/>
                  </a:lnTo>
                  <a:lnTo>
                    <a:pt x="437" y="971"/>
                  </a:lnTo>
                  <a:lnTo>
                    <a:pt x="448" y="1006"/>
                  </a:lnTo>
                  <a:lnTo>
                    <a:pt x="459" y="1043"/>
                  </a:lnTo>
                  <a:lnTo>
                    <a:pt x="467" y="1081"/>
                  </a:lnTo>
                  <a:lnTo>
                    <a:pt x="473" y="1121"/>
                  </a:lnTo>
                  <a:lnTo>
                    <a:pt x="476" y="1163"/>
                  </a:lnTo>
                  <a:lnTo>
                    <a:pt x="478" y="1206"/>
                  </a:lnTo>
                  <a:lnTo>
                    <a:pt x="476" y="1248"/>
                  </a:lnTo>
                  <a:lnTo>
                    <a:pt x="473" y="1290"/>
                  </a:lnTo>
                  <a:lnTo>
                    <a:pt x="467" y="1330"/>
                  </a:lnTo>
                  <a:lnTo>
                    <a:pt x="459" y="1367"/>
                  </a:lnTo>
                  <a:lnTo>
                    <a:pt x="448" y="1405"/>
                  </a:lnTo>
                  <a:lnTo>
                    <a:pt x="437" y="1439"/>
                  </a:lnTo>
                  <a:lnTo>
                    <a:pt x="423" y="1472"/>
                  </a:lnTo>
                  <a:lnTo>
                    <a:pt x="407" y="1501"/>
                  </a:lnTo>
                  <a:lnTo>
                    <a:pt x="390" y="1528"/>
                  </a:lnTo>
                  <a:lnTo>
                    <a:pt x="372" y="1553"/>
                  </a:lnTo>
                  <a:lnTo>
                    <a:pt x="352" y="1574"/>
                  </a:lnTo>
                  <a:lnTo>
                    <a:pt x="331" y="1591"/>
                  </a:lnTo>
                  <a:lnTo>
                    <a:pt x="309" y="1605"/>
                  </a:lnTo>
                  <a:lnTo>
                    <a:pt x="287" y="1616"/>
                  </a:lnTo>
                  <a:lnTo>
                    <a:pt x="263" y="1622"/>
                  </a:lnTo>
                  <a:lnTo>
                    <a:pt x="239" y="1624"/>
                  </a:lnTo>
                  <a:lnTo>
                    <a:pt x="214" y="1622"/>
                  </a:lnTo>
                  <a:lnTo>
                    <a:pt x="191" y="1616"/>
                  </a:lnTo>
                  <a:lnTo>
                    <a:pt x="168" y="1605"/>
                  </a:lnTo>
                  <a:lnTo>
                    <a:pt x="146" y="1591"/>
                  </a:lnTo>
                  <a:lnTo>
                    <a:pt x="125" y="1574"/>
                  </a:lnTo>
                  <a:lnTo>
                    <a:pt x="105" y="1553"/>
                  </a:lnTo>
                  <a:lnTo>
                    <a:pt x="87" y="1528"/>
                  </a:lnTo>
                  <a:lnTo>
                    <a:pt x="70" y="1501"/>
                  </a:lnTo>
                  <a:lnTo>
                    <a:pt x="55" y="1472"/>
                  </a:lnTo>
                  <a:lnTo>
                    <a:pt x="41" y="1439"/>
                  </a:lnTo>
                  <a:lnTo>
                    <a:pt x="29" y="1405"/>
                  </a:lnTo>
                  <a:lnTo>
                    <a:pt x="18" y="1367"/>
                  </a:lnTo>
                  <a:lnTo>
                    <a:pt x="10" y="1330"/>
                  </a:lnTo>
                  <a:lnTo>
                    <a:pt x="4" y="1290"/>
                  </a:lnTo>
                  <a:lnTo>
                    <a:pt x="1" y="1248"/>
                  </a:lnTo>
                  <a:lnTo>
                    <a:pt x="0" y="1206"/>
                  </a:lnTo>
                  <a:lnTo>
                    <a:pt x="1" y="1163"/>
                  </a:lnTo>
                  <a:lnTo>
                    <a:pt x="4" y="1121"/>
                  </a:lnTo>
                  <a:lnTo>
                    <a:pt x="10" y="1081"/>
                  </a:lnTo>
                  <a:lnTo>
                    <a:pt x="18" y="1043"/>
                  </a:lnTo>
                  <a:lnTo>
                    <a:pt x="29" y="1006"/>
                  </a:lnTo>
                  <a:lnTo>
                    <a:pt x="41" y="971"/>
                  </a:lnTo>
                  <a:lnTo>
                    <a:pt x="55" y="940"/>
                  </a:lnTo>
                  <a:lnTo>
                    <a:pt x="70" y="909"/>
                  </a:lnTo>
                  <a:lnTo>
                    <a:pt x="87" y="882"/>
                  </a:lnTo>
                  <a:lnTo>
                    <a:pt x="105" y="857"/>
                  </a:lnTo>
                  <a:lnTo>
                    <a:pt x="125" y="836"/>
                  </a:lnTo>
                  <a:lnTo>
                    <a:pt x="146" y="819"/>
                  </a:lnTo>
                  <a:lnTo>
                    <a:pt x="168" y="805"/>
                  </a:lnTo>
                  <a:lnTo>
                    <a:pt x="191" y="794"/>
                  </a:lnTo>
                  <a:lnTo>
                    <a:pt x="214" y="788"/>
                  </a:lnTo>
                  <a:lnTo>
                    <a:pt x="239" y="786"/>
                  </a:lnTo>
                  <a:close/>
                  <a:moveTo>
                    <a:pt x="1119" y="2495"/>
                  </a:moveTo>
                  <a:lnTo>
                    <a:pt x="1143" y="2498"/>
                  </a:lnTo>
                  <a:lnTo>
                    <a:pt x="1167" y="2504"/>
                  </a:lnTo>
                  <a:lnTo>
                    <a:pt x="1190" y="2514"/>
                  </a:lnTo>
                  <a:lnTo>
                    <a:pt x="1211" y="2528"/>
                  </a:lnTo>
                  <a:lnTo>
                    <a:pt x="1232" y="2546"/>
                  </a:lnTo>
                  <a:lnTo>
                    <a:pt x="1252" y="2567"/>
                  </a:lnTo>
                  <a:lnTo>
                    <a:pt x="1271" y="2592"/>
                  </a:lnTo>
                  <a:lnTo>
                    <a:pt x="1288" y="2618"/>
                  </a:lnTo>
                  <a:lnTo>
                    <a:pt x="1304" y="2648"/>
                  </a:lnTo>
                  <a:lnTo>
                    <a:pt x="1318" y="2681"/>
                  </a:lnTo>
                  <a:lnTo>
                    <a:pt x="1329" y="2715"/>
                  </a:lnTo>
                  <a:lnTo>
                    <a:pt x="1340" y="2752"/>
                  </a:lnTo>
                  <a:lnTo>
                    <a:pt x="1348" y="2790"/>
                  </a:lnTo>
                  <a:lnTo>
                    <a:pt x="1354" y="2830"/>
                  </a:lnTo>
                  <a:lnTo>
                    <a:pt x="1358" y="2872"/>
                  </a:lnTo>
                  <a:lnTo>
                    <a:pt x="1359" y="2914"/>
                  </a:lnTo>
                  <a:lnTo>
                    <a:pt x="1358" y="2956"/>
                  </a:lnTo>
                  <a:lnTo>
                    <a:pt x="1354" y="2998"/>
                  </a:lnTo>
                  <a:lnTo>
                    <a:pt x="1348" y="3038"/>
                  </a:lnTo>
                  <a:lnTo>
                    <a:pt x="1340" y="3077"/>
                  </a:lnTo>
                  <a:lnTo>
                    <a:pt x="1329" y="3113"/>
                  </a:lnTo>
                  <a:lnTo>
                    <a:pt x="1318" y="3147"/>
                  </a:lnTo>
                  <a:lnTo>
                    <a:pt x="1304" y="3180"/>
                  </a:lnTo>
                  <a:lnTo>
                    <a:pt x="1288" y="3209"/>
                  </a:lnTo>
                  <a:lnTo>
                    <a:pt x="1271" y="3238"/>
                  </a:lnTo>
                  <a:lnTo>
                    <a:pt x="1252" y="3261"/>
                  </a:lnTo>
                  <a:lnTo>
                    <a:pt x="1232" y="3282"/>
                  </a:lnTo>
                  <a:lnTo>
                    <a:pt x="1211" y="3301"/>
                  </a:lnTo>
                  <a:lnTo>
                    <a:pt x="1190" y="3315"/>
                  </a:lnTo>
                  <a:lnTo>
                    <a:pt x="1167" y="3325"/>
                  </a:lnTo>
                  <a:lnTo>
                    <a:pt x="1143" y="3331"/>
                  </a:lnTo>
                  <a:lnTo>
                    <a:pt x="1119" y="3334"/>
                  </a:lnTo>
                  <a:lnTo>
                    <a:pt x="1094" y="3331"/>
                  </a:lnTo>
                  <a:lnTo>
                    <a:pt x="1070" y="3325"/>
                  </a:lnTo>
                  <a:lnTo>
                    <a:pt x="1048" y="3315"/>
                  </a:lnTo>
                  <a:lnTo>
                    <a:pt x="1026" y="3301"/>
                  </a:lnTo>
                  <a:lnTo>
                    <a:pt x="1005" y="3282"/>
                  </a:lnTo>
                  <a:lnTo>
                    <a:pt x="985" y="3261"/>
                  </a:lnTo>
                  <a:lnTo>
                    <a:pt x="967" y="3238"/>
                  </a:lnTo>
                  <a:lnTo>
                    <a:pt x="950" y="3209"/>
                  </a:lnTo>
                  <a:lnTo>
                    <a:pt x="935" y="3180"/>
                  </a:lnTo>
                  <a:lnTo>
                    <a:pt x="921" y="3147"/>
                  </a:lnTo>
                  <a:lnTo>
                    <a:pt x="909" y="3113"/>
                  </a:lnTo>
                  <a:lnTo>
                    <a:pt x="898" y="3077"/>
                  </a:lnTo>
                  <a:lnTo>
                    <a:pt x="890" y="3038"/>
                  </a:lnTo>
                  <a:lnTo>
                    <a:pt x="884" y="2998"/>
                  </a:lnTo>
                  <a:lnTo>
                    <a:pt x="881" y="2956"/>
                  </a:lnTo>
                  <a:lnTo>
                    <a:pt x="880" y="2914"/>
                  </a:lnTo>
                  <a:lnTo>
                    <a:pt x="881" y="2872"/>
                  </a:lnTo>
                  <a:lnTo>
                    <a:pt x="884" y="2830"/>
                  </a:lnTo>
                  <a:lnTo>
                    <a:pt x="890" y="2790"/>
                  </a:lnTo>
                  <a:lnTo>
                    <a:pt x="898" y="2752"/>
                  </a:lnTo>
                  <a:lnTo>
                    <a:pt x="909" y="2715"/>
                  </a:lnTo>
                  <a:lnTo>
                    <a:pt x="921" y="2681"/>
                  </a:lnTo>
                  <a:lnTo>
                    <a:pt x="935" y="2648"/>
                  </a:lnTo>
                  <a:lnTo>
                    <a:pt x="950" y="2618"/>
                  </a:lnTo>
                  <a:lnTo>
                    <a:pt x="967" y="2592"/>
                  </a:lnTo>
                  <a:lnTo>
                    <a:pt x="985" y="2567"/>
                  </a:lnTo>
                  <a:lnTo>
                    <a:pt x="1005" y="2546"/>
                  </a:lnTo>
                  <a:lnTo>
                    <a:pt x="1026" y="2528"/>
                  </a:lnTo>
                  <a:lnTo>
                    <a:pt x="1048" y="2514"/>
                  </a:lnTo>
                  <a:lnTo>
                    <a:pt x="1070" y="2504"/>
                  </a:lnTo>
                  <a:lnTo>
                    <a:pt x="1094" y="2498"/>
                  </a:lnTo>
                  <a:lnTo>
                    <a:pt x="1119" y="2495"/>
                  </a:lnTo>
                  <a:close/>
                  <a:moveTo>
                    <a:pt x="2380" y="2651"/>
                  </a:moveTo>
                  <a:lnTo>
                    <a:pt x="2405" y="2654"/>
                  </a:lnTo>
                  <a:lnTo>
                    <a:pt x="2428" y="2660"/>
                  </a:lnTo>
                  <a:lnTo>
                    <a:pt x="2452" y="2670"/>
                  </a:lnTo>
                  <a:lnTo>
                    <a:pt x="2473" y="2684"/>
                  </a:lnTo>
                  <a:lnTo>
                    <a:pt x="2494" y="2703"/>
                  </a:lnTo>
                  <a:lnTo>
                    <a:pt x="2514" y="2724"/>
                  </a:lnTo>
                  <a:lnTo>
                    <a:pt x="2533" y="2747"/>
                  </a:lnTo>
                  <a:lnTo>
                    <a:pt x="2550" y="2774"/>
                  </a:lnTo>
                  <a:lnTo>
                    <a:pt x="2565" y="2805"/>
                  </a:lnTo>
                  <a:lnTo>
                    <a:pt x="2580" y="2838"/>
                  </a:lnTo>
                  <a:lnTo>
                    <a:pt x="2591" y="2872"/>
                  </a:lnTo>
                  <a:lnTo>
                    <a:pt x="2602" y="2908"/>
                  </a:lnTo>
                  <a:lnTo>
                    <a:pt x="2610" y="2947"/>
                  </a:lnTo>
                  <a:lnTo>
                    <a:pt x="2616" y="2987"/>
                  </a:lnTo>
                  <a:lnTo>
                    <a:pt x="2619" y="3029"/>
                  </a:lnTo>
                  <a:lnTo>
                    <a:pt x="2621" y="3071"/>
                  </a:lnTo>
                  <a:lnTo>
                    <a:pt x="2619" y="3113"/>
                  </a:lnTo>
                  <a:lnTo>
                    <a:pt x="2616" y="3155"/>
                  </a:lnTo>
                  <a:lnTo>
                    <a:pt x="2610" y="3195"/>
                  </a:lnTo>
                  <a:lnTo>
                    <a:pt x="2602" y="3233"/>
                  </a:lnTo>
                  <a:lnTo>
                    <a:pt x="2591" y="3270"/>
                  </a:lnTo>
                  <a:lnTo>
                    <a:pt x="2580" y="3304"/>
                  </a:lnTo>
                  <a:lnTo>
                    <a:pt x="2565" y="3337"/>
                  </a:lnTo>
                  <a:lnTo>
                    <a:pt x="2550" y="3367"/>
                  </a:lnTo>
                  <a:lnTo>
                    <a:pt x="2533" y="3393"/>
                  </a:lnTo>
                  <a:lnTo>
                    <a:pt x="2514" y="3418"/>
                  </a:lnTo>
                  <a:lnTo>
                    <a:pt x="2494" y="3439"/>
                  </a:lnTo>
                  <a:lnTo>
                    <a:pt x="2473" y="3457"/>
                  </a:lnTo>
                  <a:lnTo>
                    <a:pt x="2452" y="3471"/>
                  </a:lnTo>
                  <a:lnTo>
                    <a:pt x="2428" y="3481"/>
                  </a:lnTo>
                  <a:lnTo>
                    <a:pt x="2405" y="3487"/>
                  </a:lnTo>
                  <a:lnTo>
                    <a:pt x="2380" y="3490"/>
                  </a:lnTo>
                  <a:lnTo>
                    <a:pt x="2356" y="3487"/>
                  </a:lnTo>
                  <a:lnTo>
                    <a:pt x="2332" y="3481"/>
                  </a:lnTo>
                  <a:lnTo>
                    <a:pt x="2310" y="3471"/>
                  </a:lnTo>
                  <a:lnTo>
                    <a:pt x="2288" y="3457"/>
                  </a:lnTo>
                  <a:lnTo>
                    <a:pt x="2267" y="3439"/>
                  </a:lnTo>
                  <a:lnTo>
                    <a:pt x="2248" y="3418"/>
                  </a:lnTo>
                  <a:lnTo>
                    <a:pt x="2229" y="3393"/>
                  </a:lnTo>
                  <a:lnTo>
                    <a:pt x="2212" y="3367"/>
                  </a:lnTo>
                  <a:lnTo>
                    <a:pt x="2196" y="3337"/>
                  </a:lnTo>
                  <a:lnTo>
                    <a:pt x="2182" y="3304"/>
                  </a:lnTo>
                  <a:lnTo>
                    <a:pt x="2171" y="3270"/>
                  </a:lnTo>
                  <a:lnTo>
                    <a:pt x="2160" y="3233"/>
                  </a:lnTo>
                  <a:lnTo>
                    <a:pt x="2152" y="3195"/>
                  </a:lnTo>
                  <a:lnTo>
                    <a:pt x="2146" y="3155"/>
                  </a:lnTo>
                  <a:lnTo>
                    <a:pt x="2142" y="3113"/>
                  </a:lnTo>
                  <a:lnTo>
                    <a:pt x="2141" y="3071"/>
                  </a:lnTo>
                  <a:lnTo>
                    <a:pt x="2142" y="3029"/>
                  </a:lnTo>
                  <a:lnTo>
                    <a:pt x="2146" y="2987"/>
                  </a:lnTo>
                  <a:lnTo>
                    <a:pt x="2152" y="2947"/>
                  </a:lnTo>
                  <a:lnTo>
                    <a:pt x="2160" y="2908"/>
                  </a:lnTo>
                  <a:lnTo>
                    <a:pt x="2171" y="2872"/>
                  </a:lnTo>
                  <a:lnTo>
                    <a:pt x="2182" y="2838"/>
                  </a:lnTo>
                  <a:lnTo>
                    <a:pt x="2196" y="2805"/>
                  </a:lnTo>
                  <a:lnTo>
                    <a:pt x="2212" y="2774"/>
                  </a:lnTo>
                  <a:lnTo>
                    <a:pt x="2229" y="2747"/>
                  </a:lnTo>
                  <a:lnTo>
                    <a:pt x="2248" y="2724"/>
                  </a:lnTo>
                  <a:lnTo>
                    <a:pt x="2267" y="2703"/>
                  </a:lnTo>
                  <a:lnTo>
                    <a:pt x="2288" y="2684"/>
                  </a:lnTo>
                  <a:lnTo>
                    <a:pt x="2310" y="2670"/>
                  </a:lnTo>
                  <a:lnTo>
                    <a:pt x="2332" y="2660"/>
                  </a:lnTo>
                  <a:lnTo>
                    <a:pt x="2356" y="2654"/>
                  </a:lnTo>
                  <a:lnTo>
                    <a:pt x="2380" y="2651"/>
                  </a:lnTo>
                  <a:close/>
                  <a:moveTo>
                    <a:pt x="2342" y="1355"/>
                  </a:moveTo>
                  <a:lnTo>
                    <a:pt x="2366" y="1357"/>
                  </a:lnTo>
                  <a:lnTo>
                    <a:pt x="2390" y="1363"/>
                  </a:lnTo>
                  <a:lnTo>
                    <a:pt x="2412" y="1373"/>
                  </a:lnTo>
                  <a:lnTo>
                    <a:pt x="2434" y="1387"/>
                  </a:lnTo>
                  <a:lnTo>
                    <a:pt x="2455" y="1405"/>
                  </a:lnTo>
                  <a:lnTo>
                    <a:pt x="2475" y="1426"/>
                  </a:lnTo>
                  <a:lnTo>
                    <a:pt x="2493" y="1451"/>
                  </a:lnTo>
                  <a:lnTo>
                    <a:pt x="2510" y="1478"/>
                  </a:lnTo>
                  <a:lnTo>
                    <a:pt x="2526" y="1507"/>
                  </a:lnTo>
                  <a:lnTo>
                    <a:pt x="2540" y="1540"/>
                  </a:lnTo>
                  <a:lnTo>
                    <a:pt x="2551" y="1574"/>
                  </a:lnTo>
                  <a:lnTo>
                    <a:pt x="2562" y="1611"/>
                  </a:lnTo>
                  <a:lnTo>
                    <a:pt x="2570" y="1649"/>
                  </a:lnTo>
                  <a:lnTo>
                    <a:pt x="2576" y="1689"/>
                  </a:lnTo>
                  <a:lnTo>
                    <a:pt x="2580" y="1731"/>
                  </a:lnTo>
                  <a:lnTo>
                    <a:pt x="2581" y="1773"/>
                  </a:lnTo>
                  <a:lnTo>
                    <a:pt x="2580" y="1815"/>
                  </a:lnTo>
                  <a:lnTo>
                    <a:pt x="2576" y="1858"/>
                  </a:lnTo>
                  <a:lnTo>
                    <a:pt x="2570" y="1897"/>
                  </a:lnTo>
                  <a:lnTo>
                    <a:pt x="2562" y="1936"/>
                  </a:lnTo>
                  <a:lnTo>
                    <a:pt x="2551" y="1972"/>
                  </a:lnTo>
                  <a:lnTo>
                    <a:pt x="2540" y="2008"/>
                  </a:lnTo>
                  <a:lnTo>
                    <a:pt x="2526" y="2039"/>
                  </a:lnTo>
                  <a:lnTo>
                    <a:pt x="2510" y="2070"/>
                  </a:lnTo>
                  <a:lnTo>
                    <a:pt x="2493" y="2097"/>
                  </a:lnTo>
                  <a:lnTo>
                    <a:pt x="2475" y="2121"/>
                  </a:lnTo>
                  <a:lnTo>
                    <a:pt x="2455" y="2142"/>
                  </a:lnTo>
                  <a:lnTo>
                    <a:pt x="2434" y="2160"/>
                  </a:lnTo>
                  <a:lnTo>
                    <a:pt x="2412" y="2174"/>
                  </a:lnTo>
                  <a:lnTo>
                    <a:pt x="2390" y="2185"/>
                  </a:lnTo>
                  <a:lnTo>
                    <a:pt x="2366" y="2191"/>
                  </a:lnTo>
                  <a:lnTo>
                    <a:pt x="2342" y="2193"/>
                  </a:lnTo>
                  <a:lnTo>
                    <a:pt x="2317" y="2191"/>
                  </a:lnTo>
                  <a:lnTo>
                    <a:pt x="2294" y="2185"/>
                  </a:lnTo>
                  <a:lnTo>
                    <a:pt x="2270" y="2174"/>
                  </a:lnTo>
                  <a:lnTo>
                    <a:pt x="2249" y="2160"/>
                  </a:lnTo>
                  <a:lnTo>
                    <a:pt x="2228" y="2142"/>
                  </a:lnTo>
                  <a:lnTo>
                    <a:pt x="2208" y="2121"/>
                  </a:lnTo>
                  <a:lnTo>
                    <a:pt x="2189" y="2097"/>
                  </a:lnTo>
                  <a:lnTo>
                    <a:pt x="2173" y="2070"/>
                  </a:lnTo>
                  <a:lnTo>
                    <a:pt x="2157" y="2039"/>
                  </a:lnTo>
                  <a:lnTo>
                    <a:pt x="2142" y="2008"/>
                  </a:lnTo>
                  <a:lnTo>
                    <a:pt x="2131" y="1972"/>
                  </a:lnTo>
                  <a:lnTo>
                    <a:pt x="2120" y="1936"/>
                  </a:lnTo>
                  <a:lnTo>
                    <a:pt x="2112" y="1897"/>
                  </a:lnTo>
                  <a:lnTo>
                    <a:pt x="2106" y="1858"/>
                  </a:lnTo>
                  <a:lnTo>
                    <a:pt x="2103" y="1815"/>
                  </a:lnTo>
                  <a:lnTo>
                    <a:pt x="2101" y="1773"/>
                  </a:lnTo>
                  <a:lnTo>
                    <a:pt x="2103" y="1731"/>
                  </a:lnTo>
                  <a:lnTo>
                    <a:pt x="2106" y="1689"/>
                  </a:lnTo>
                  <a:lnTo>
                    <a:pt x="2112" y="1649"/>
                  </a:lnTo>
                  <a:lnTo>
                    <a:pt x="2120" y="1611"/>
                  </a:lnTo>
                  <a:lnTo>
                    <a:pt x="2131" y="1574"/>
                  </a:lnTo>
                  <a:lnTo>
                    <a:pt x="2142" y="1540"/>
                  </a:lnTo>
                  <a:lnTo>
                    <a:pt x="2157" y="1507"/>
                  </a:lnTo>
                  <a:lnTo>
                    <a:pt x="2173" y="1478"/>
                  </a:lnTo>
                  <a:lnTo>
                    <a:pt x="2189" y="1451"/>
                  </a:lnTo>
                  <a:lnTo>
                    <a:pt x="2208" y="1426"/>
                  </a:lnTo>
                  <a:lnTo>
                    <a:pt x="2228" y="1405"/>
                  </a:lnTo>
                  <a:lnTo>
                    <a:pt x="2249" y="1387"/>
                  </a:lnTo>
                  <a:lnTo>
                    <a:pt x="2270" y="1373"/>
                  </a:lnTo>
                  <a:lnTo>
                    <a:pt x="2294" y="1363"/>
                  </a:lnTo>
                  <a:lnTo>
                    <a:pt x="2317" y="1357"/>
                  </a:lnTo>
                  <a:lnTo>
                    <a:pt x="2342" y="1355"/>
                  </a:lnTo>
                  <a:close/>
                  <a:moveTo>
                    <a:pt x="3179" y="819"/>
                  </a:moveTo>
                  <a:lnTo>
                    <a:pt x="3204" y="821"/>
                  </a:lnTo>
                  <a:lnTo>
                    <a:pt x="3227" y="827"/>
                  </a:lnTo>
                  <a:lnTo>
                    <a:pt x="3250" y="838"/>
                  </a:lnTo>
                  <a:lnTo>
                    <a:pt x="3272" y="852"/>
                  </a:lnTo>
                  <a:lnTo>
                    <a:pt x="3293" y="869"/>
                  </a:lnTo>
                  <a:lnTo>
                    <a:pt x="3312" y="890"/>
                  </a:lnTo>
                  <a:lnTo>
                    <a:pt x="3331" y="915"/>
                  </a:lnTo>
                  <a:lnTo>
                    <a:pt x="3348" y="942"/>
                  </a:lnTo>
                  <a:lnTo>
                    <a:pt x="3363" y="971"/>
                  </a:lnTo>
                  <a:lnTo>
                    <a:pt x="3377" y="1004"/>
                  </a:lnTo>
                  <a:lnTo>
                    <a:pt x="3389" y="1038"/>
                  </a:lnTo>
                  <a:lnTo>
                    <a:pt x="3400" y="1076"/>
                  </a:lnTo>
                  <a:lnTo>
                    <a:pt x="3408" y="1113"/>
                  </a:lnTo>
                  <a:lnTo>
                    <a:pt x="3414" y="1153"/>
                  </a:lnTo>
                  <a:lnTo>
                    <a:pt x="3417" y="1195"/>
                  </a:lnTo>
                  <a:lnTo>
                    <a:pt x="3418" y="1237"/>
                  </a:lnTo>
                  <a:lnTo>
                    <a:pt x="3417" y="1280"/>
                  </a:lnTo>
                  <a:lnTo>
                    <a:pt x="3414" y="1322"/>
                  </a:lnTo>
                  <a:lnTo>
                    <a:pt x="3408" y="1362"/>
                  </a:lnTo>
                  <a:lnTo>
                    <a:pt x="3400" y="1399"/>
                  </a:lnTo>
                  <a:lnTo>
                    <a:pt x="3389" y="1437"/>
                  </a:lnTo>
                  <a:lnTo>
                    <a:pt x="3377" y="1471"/>
                  </a:lnTo>
                  <a:lnTo>
                    <a:pt x="3363" y="1503"/>
                  </a:lnTo>
                  <a:lnTo>
                    <a:pt x="3348" y="1533"/>
                  </a:lnTo>
                  <a:lnTo>
                    <a:pt x="3331" y="1560"/>
                  </a:lnTo>
                  <a:lnTo>
                    <a:pt x="3312" y="1584"/>
                  </a:lnTo>
                  <a:lnTo>
                    <a:pt x="3293" y="1605"/>
                  </a:lnTo>
                  <a:lnTo>
                    <a:pt x="3272" y="1623"/>
                  </a:lnTo>
                  <a:lnTo>
                    <a:pt x="3250" y="1637"/>
                  </a:lnTo>
                  <a:lnTo>
                    <a:pt x="3227" y="1648"/>
                  </a:lnTo>
                  <a:lnTo>
                    <a:pt x="3204" y="1654"/>
                  </a:lnTo>
                  <a:lnTo>
                    <a:pt x="3179" y="1656"/>
                  </a:lnTo>
                  <a:lnTo>
                    <a:pt x="3155" y="1654"/>
                  </a:lnTo>
                  <a:lnTo>
                    <a:pt x="3131" y="1648"/>
                  </a:lnTo>
                  <a:lnTo>
                    <a:pt x="3108" y="1637"/>
                  </a:lnTo>
                  <a:lnTo>
                    <a:pt x="3087" y="1623"/>
                  </a:lnTo>
                  <a:lnTo>
                    <a:pt x="3066" y="1605"/>
                  </a:lnTo>
                  <a:lnTo>
                    <a:pt x="3046" y="1584"/>
                  </a:lnTo>
                  <a:lnTo>
                    <a:pt x="3027" y="1560"/>
                  </a:lnTo>
                  <a:lnTo>
                    <a:pt x="3011" y="1533"/>
                  </a:lnTo>
                  <a:lnTo>
                    <a:pt x="2994" y="1503"/>
                  </a:lnTo>
                  <a:lnTo>
                    <a:pt x="2980" y="1471"/>
                  </a:lnTo>
                  <a:lnTo>
                    <a:pt x="2968" y="1437"/>
                  </a:lnTo>
                  <a:lnTo>
                    <a:pt x="2958" y="1399"/>
                  </a:lnTo>
                  <a:lnTo>
                    <a:pt x="2950" y="1362"/>
                  </a:lnTo>
                  <a:lnTo>
                    <a:pt x="2944" y="1322"/>
                  </a:lnTo>
                  <a:lnTo>
                    <a:pt x="2940" y="1280"/>
                  </a:lnTo>
                  <a:lnTo>
                    <a:pt x="2939" y="1237"/>
                  </a:lnTo>
                  <a:lnTo>
                    <a:pt x="2940" y="1195"/>
                  </a:lnTo>
                  <a:lnTo>
                    <a:pt x="2944" y="1153"/>
                  </a:lnTo>
                  <a:lnTo>
                    <a:pt x="2950" y="1113"/>
                  </a:lnTo>
                  <a:lnTo>
                    <a:pt x="2958" y="1076"/>
                  </a:lnTo>
                  <a:lnTo>
                    <a:pt x="2968" y="1038"/>
                  </a:lnTo>
                  <a:lnTo>
                    <a:pt x="2980" y="1004"/>
                  </a:lnTo>
                  <a:lnTo>
                    <a:pt x="2994" y="971"/>
                  </a:lnTo>
                  <a:lnTo>
                    <a:pt x="3011" y="942"/>
                  </a:lnTo>
                  <a:lnTo>
                    <a:pt x="3027" y="915"/>
                  </a:lnTo>
                  <a:lnTo>
                    <a:pt x="3046" y="890"/>
                  </a:lnTo>
                  <a:lnTo>
                    <a:pt x="3066" y="869"/>
                  </a:lnTo>
                  <a:lnTo>
                    <a:pt x="3087" y="852"/>
                  </a:lnTo>
                  <a:lnTo>
                    <a:pt x="3108" y="838"/>
                  </a:lnTo>
                  <a:lnTo>
                    <a:pt x="3131" y="827"/>
                  </a:lnTo>
                  <a:lnTo>
                    <a:pt x="3155" y="821"/>
                  </a:lnTo>
                  <a:lnTo>
                    <a:pt x="3179" y="819"/>
                  </a:lnTo>
                  <a:close/>
                  <a:moveTo>
                    <a:pt x="3246" y="2144"/>
                  </a:moveTo>
                  <a:lnTo>
                    <a:pt x="3271" y="2146"/>
                  </a:lnTo>
                  <a:lnTo>
                    <a:pt x="3294" y="2152"/>
                  </a:lnTo>
                  <a:lnTo>
                    <a:pt x="3316" y="2162"/>
                  </a:lnTo>
                  <a:lnTo>
                    <a:pt x="3339" y="2176"/>
                  </a:lnTo>
                  <a:lnTo>
                    <a:pt x="3360" y="2194"/>
                  </a:lnTo>
                  <a:lnTo>
                    <a:pt x="3380" y="2215"/>
                  </a:lnTo>
                  <a:lnTo>
                    <a:pt x="3397" y="2240"/>
                  </a:lnTo>
                  <a:lnTo>
                    <a:pt x="3415" y="2267"/>
                  </a:lnTo>
                  <a:lnTo>
                    <a:pt x="3430" y="2296"/>
                  </a:lnTo>
                  <a:lnTo>
                    <a:pt x="3444" y="2329"/>
                  </a:lnTo>
                  <a:lnTo>
                    <a:pt x="3456" y="2363"/>
                  </a:lnTo>
                  <a:lnTo>
                    <a:pt x="3466" y="2400"/>
                  </a:lnTo>
                  <a:lnTo>
                    <a:pt x="3475" y="2438"/>
                  </a:lnTo>
                  <a:lnTo>
                    <a:pt x="3480" y="2478"/>
                  </a:lnTo>
                  <a:lnTo>
                    <a:pt x="3484" y="2520"/>
                  </a:lnTo>
                  <a:lnTo>
                    <a:pt x="3485" y="2562"/>
                  </a:lnTo>
                  <a:lnTo>
                    <a:pt x="3484" y="2604"/>
                  </a:lnTo>
                  <a:lnTo>
                    <a:pt x="3480" y="2647"/>
                  </a:lnTo>
                  <a:lnTo>
                    <a:pt x="3475" y="2686"/>
                  </a:lnTo>
                  <a:lnTo>
                    <a:pt x="3466" y="2725"/>
                  </a:lnTo>
                  <a:lnTo>
                    <a:pt x="3456" y="2762"/>
                  </a:lnTo>
                  <a:lnTo>
                    <a:pt x="3444" y="2796"/>
                  </a:lnTo>
                  <a:lnTo>
                    <a:pt x="3430" y="2828"/>
                  </a:lnTo>
                  <a:lnTo>
                    <a:pt x="3415" y="2858"/>
                  </a:lnTo>
                  <a:lnTo>
                    <a:pt x="3397" y="2886"/>
                  </a:lnTo>
                  <a:lnTo>
                    <a:pt x="3380" y="2909"/>
                  </a:lnTo>
                  <a:lnTo>
                    <a:pt x="3360" y="2930"/>
                  </a:lnTo>
                  <a:lnTo>
                    <a:pt x="3339" y="2949"/>
                  </a:lnTo>
                  <a:lnTo>
                    <a:pt x="3316" y="2963"/>
                  </a:lnTo>
                  <a:lnTo>
                    <a:pt x="3294" y="2974"/>
                  </a:lnTo>
                  <a:lnTo>
                    <a:pt x="3271" y="2980"/>
                  </a:lnTo>
                  <a:lnTo>
                    <a:pt x="3246" y="2982"/>
                  </a:lnTo>
                  <a:lnTo>
                    <a:pt x="3222" y="2980"/>
                  </a:lnTo>
                  <a:lnTo>
                    <a:pt x="3198" y="2974"/>
                  </a:lnTo>
                  <a:lnTo>
                    <a:pt x="3176" y="2963"/>
                  </a:lnTo>
                  <a:lnTo>
                    <a:pt x="3154" y="2949"/>
                  </a:lnTo>
                  <a:lnTo>
                    <a:pt x="3133" y="2930"/>
                  </a:lnTo>
                  <a:lnTo>
                    <a:pt x="3113" y="2909"/>
                  </a:lnTo>
                  <a:lnTo>
                    <a:pt x="3095" y="2886"/>
                  </a:lnTo>
                  <a:lnTo>
                    <a:pt x="3077" y="2858"/>
                  </a:lnTo>
                  <a:lnTo>
                    <a:pt x="3062" y="2828"/>
                  </a:lnTo>
                  <a:lnTo>
                    <a:pt x="3048" y="2796"/>
                  </a:lnTo>
                  <a:lnTo>
                    <a:pt x="3036" y="2762"/>
                  </a:lnTo>
                  <a:lnTo>
                    <a:pt x="3026" y="2725"/>
                  </a:lnTo>
                  <a:lnTo>
                    <a:pt x="3018" y="2686"/>
                  </a:lnTo>
                  <a:lnTo>
                    <a:pt x="3012" y="2647"/>
                  </a:lnTo>
                  <a:lnTo>
                    <a:pt x="3008" y="2604"/>
                  </a:lnTo>
                  <a:lnTo>
                    <a:pt x="3007" y="2562"/>
                  </a:lnTo>
                  <a:lnTo>
                    <a:pt x="3008" y="2520"/>
                  </a:lnTo>
                  <a:lnTo>
                    <a:pt x="3012" y="2478"/>
                  </a:lnTo>
                  <a:lnTo>
                    <a:pt x="3018" y="2438"/>
                  </a:lnTo>
                  <a:lnTo>
                    <a:pt x="3026" y="2400"/>
                  </a:lnTo>
                  <a:lnTo>
                    <a:pt x="3036" y="2363"/>
                  </a:lnTo>
                  <a:lnTo>
                    <a:pt x="3048" y="2329"/>
                  </a:lnTo>
                  <a:lnTo>
                    <a:pt x="3062" y="2296"/>
                  </a:lnTo>
                  <a:lnTo>
                    <a:pt x="3077" y="2267"/>
                  </a:lnTo>
                  <a:lnTo>
                    <a:pt x="3095" y="2240"/>
                  </a:lnTo>
                  <a:lnTo>
                    <a:pt x="3113" y="2215"/>
                  </a:lnTo>
                  <a:lnTo>
                    <a:pt x="3133" y="2194"/>
                  </a:lnTo>
                  <a:lnTo>
                    <a:pt x="3154" y="2176"/>
                  </a:lnTo>
                  <a:lnTo>
                    <a:pt x="3176" y="2162"/>
                  </a:lnTo>
                  <a:lnTo>
                    <a:pt x="3198" y="2152"/>
                  </a:lnTo>
                  <a:lnTo>
                    <a:pt x="3222" y="2146"/>
                  </a:lnTo>
                  <a:lnTo>
                    <a:pt x="3246" y="214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5138" name="Freeform 48"/>
            <p:cNvSpPr>
              <a:spLocks/>
            </p:cNvSpPr>
            <p:nvPr/>
          </p:nvSpPr>
          <p:spPr bwMode="auto">
            <a:xfrm>
              <a:off x="1267" y="1588"/>
              <a:ext cx="87" cy="52"/>
            </a:xfrm>
            <a:custGeom>
              <a:avLst/>
              <a:gdLst>
                <a:gd name="T0" fmla="*/ 3 w 437"/>
                <a:gd name="T1" fmla="*/ 2 h 260"/>
                <a:gd name="T2" fmla="*/ 3 w 437"/>
                <a:gd name="T3" fmla="*/ 2 h 260"/>
                <a:gd name="T4" fmla="*/ 3 w 437"/>
                <a:gd name="T5" fmla="*/ 2 h 260"/>
                <a:gd name="T6" fmla="*/ 3 w 437"/>
                <a:gd name="T7" fmla="*/ 2 h 260"/>
                <a:gd name="T8" fmla="*/ 3 w 437"/>
                <a:gd name="T9" fmla="*/ 1 h 260"/>
                <a:gd name="T10" fmla="*/ 3 w 437"/>
                <a:gd name="T11" fmla="*/ 1 h 260"/>
                <a:gd name="T12" fmla="*/ 3 w 437"/>
                <a:gd name="T13" fmla="*/ 1 h 260"/>
                <a:gd name="T14" fmla="*/ 3 w 437"/>
                <a:gd name="T15" fmla="*/ 1 h 260"/>
                <a:gd name="T16" fmla="*/ 3 w 437"/>
                <a:gd name="T17" fmla="*/ 1 h 260"/>
                <a:gd name="T18" fmla="*/ 2 w 437"/>
                <a:gd name="T19" fmla="*/ 1 h 260"/>
                <a:gd name="T20" fmla="*/ 2 w 437"/>
                <a:gd name="T21" fmla="*/ 0 h 260"/>
                <a:gd name="T22" fmla="*/ 2 w 437"/>
                <a:gd name="T23" fmla="*/ 0 h 260"/>
                <a:gd name="T24" fmla="*/ 2 w 437"/>
                <a:gd name="T25" fmla="*/ 0 h 260"/>
                <a:gd name="T26" fmla="*/ 1 w 437"/>
                <a:gd name="T27" fmla="*/ 0 h 260"/>
                <a:gd name="T28" fmla="*/ 1 w 437"/>
                <a:gd name="T29" fmla="*/ 0 h 260"/>
                <a:gd name="T30" fmla="*/ 1 w 437"/>
                <a:gd name="T31" fmla="*/ 0 h 260"/>
                <a:gd name="T32" fmla="*/ 0 w 437"/>
                <a:gd name="T33" fmla="*/ 0 h 260"/>
                <a:gd name="T34" fmla="*/ 0 w 437"/>
                <a:gd name="T35" fmla="*/ 0 h 260"/>
                <a:gd name="T36" fmla="*/ 0 w 437"/>
                <a:gd name="T37" fmla="*/ 0 h 260"/>
                <a:gd name="T38" fmla="*/ 0 w 437"/>
                <a:gd name="T39" fmla="*/ 0 h 260"/>
                <a:gd name="T40" fmla="*/ 1 w 437"/>
                <a:gd name="T41" fmla="*/ 0 h 260"/>
                <a:gd name="T42" fmla="*/ 1 w 437"/>
                <a:gd name="T43" fmla="*/ 0 h 260"/>
                <a:gd name="T44" fmla="*/ 1 w 437"/>
                <a:gd name="T45" fmla="*/ 0 h 260"/>
                <a:gd name="T46" fmla="*/ 2 w 437"/>
                <a:gd name="T47" fmla="*/ 0 h 260"/>
                <a:gd name="T48" fmla="*/ 2 w 437"/>
                <a:gd name="T49" fmla="*/ 0 h 260"/>
                <a:gd name="T50" fmla="*/ 2 w 437"/>
                <a:gd name="T51" fmla="*/ 1 h 260"/>
                <a:gd name="T52" fmla="*/ 2 w 437"/>
                <a:gd name="T53" fmla="*/ 1 h 260"/>
                <a:gd name="T54" fmla="*/ 3 w 437"/>
                <a:gd name="T55" fmla="*/ 1 h 260"/>
                <a:gd name="T56" fmla="*/ 3 w 437"/>
                <a:gd name="T57" fmla="*/ 1 h 260"/>
                <a:gd name="T58" fmla="*/ 3 w 437"/>
                <a:gd name="T59" fmla="*/ 1 h 260"/>
                <a:gd name="T60" fmla="*/ 3 w 437"/>
                <a:gd name="T61" fmla="*/ 1 h 260"/>
                <a:gd name="T62" fmla="*/ 3 w 437"/>
                <a:gd name="T63" fmla="*/ 1 h 260"/>
                <a:gd name="T64" fmla="*/ 3 w 437"/>
                <a:gd name="T65" fmla="*/ 2 h 260"/>
                <a:gd name="T66" fmla="*/ 3 w 437"/>
                <a:gd name="T67" fmla="*/ 2 h 260"/>
                <a:gd name="T68" fmla="*/ 3 w 437"/>
                <a:gd name="T69" fmla="*/ 2 h 260"/>
                <a:gd name="T70" fmla="*/ 3 w 437"/>
                <a:gd name="T71" fmla="*/ 2 h 260"/>
                <a:gd name="T72" fmla="*/ 3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437" y="260"/>
                  </a:moveTo>
                  <a:lnTo>
                    <a:pt x="437" y="260"/>
                  </a:lnTo>
                  <a:lnTo>
                    <a:pt x="434" y="233"/>
                  </a:lnTo>
                  <a:lnTo>
                    <a:pt x="427" y="206"/>
                  </a:lnTo>
                  <a:lnTo>
                    <a:pt x="417" y="181"/>
                  </a:lnTo>
                  <a:lnTo>
                    <a:pt x="401" y="157"/>
                  </a:lnTo>
                  <a:lnTo>
                    <a:pt x="383" y="133"/>
                  </a:lnTo>
                  <a:lnTo>
                    <a:pt x="360" y="113"/>
                  </a:lnTo>
                  <a:lnTo>
                    <a:pt x="336" y="93"/>
                  </a:lnTo>
                  <a:lnTo>
                    <a:pt x="308" y="73"/>
                  </a:lnTo>
                  <a:lnTo>
                    <a:pt x="276" y="58"/>
                  </a:lnTo>
                  <a:lnTo>
                    <a:pt x="242" y="43"/>
                  </a:lnTo>
                  <a:lnTo>
                    <a:pt x="207" y="30"/>
                  </a:lnTo>
                  <a:lnTo>
                    <a:pt x="168" y="19"/>
                  </a:lnTo>
                  <a:lnTo>
                    <a:pt x="128" y="11"/>
                  </a:lnTo>
                  <a:lnTo>
                    <a:pt x="87" y="4"/>
                  </a:lnTo>
                  <a:lnTo>
                    <a:pt x="43" y="1"/>
                  </a:lnTo>
                  <a:lnTo>
                    <a:pt x="0" y="0"/>
                  </a:lnTo>
                  <a:lnTo>
                    <a:pt x="0" y="11"/>
                  </a:lnTo>
                  <a:lnTo>
                    <a:pt x="43" y="12"/>
                  </a:lnTo>
                  <a:lnTo>
                    <a:pt x="85" y="16"/>
                  </a:lnTo>
                  <a:lnTo>
                    <a:pt x="126" y="23"/>
                  </a:lnTo>
                  <a:lnTo>
                    <a:pt x="166" y="31"/>
                  </a:lnTo>
                  <a:lnTo>
                    <a:pt x="202" y="42"/>
                  </a:lnTo>
                  <a:lnTo>
                    <a:pt x="237" y="55"/>
                  </a:lnTo>
                  <a:lnTo>
                    <a:pt x="271" y="70"/>
                  </a:lnTo>
                  <a:lnTo>
                    <a:pt x="301" y="85"/>
                  </a:lnTo>
                  <a:lnTo>
                    <a:pt x="329" y="103"/>
                  </a:lnTo>
                  <a:lnTo>
                    <a:pt x="353" y="123"/>
                  </a:lnTo>
                  <a:lnTo>
                    <a:pt x="373" y="143"/>
                  </a:lnTo>
                  <a:lnTo>
                    <a:pt x="392" y="164"/>
                  </a:lnTo>
                  <a:lnTo>
                    <a:pt x="405" y="186"/>
                  </a:lnTo>
                  <a:lnTo>
                    <a:pt x="415" y="211"/>
                  </a:lnTo>
                  <a:lnTo>
                    <a:pt x="422" y="235"/>
                  </a:lnTo>
                  <a:lnTo>
                    <a:pt x="425" y="260"/>
                  </a:lnTo>
                  <a:lnTo>
                    <a:pt x="437"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5139" name="Freeform 49"/>
            <p:cNvSpPr>
              <a:spLocks/>
            </p:cNvSpPr>
            <p:nvPr/>
          </p:nvSpPr>
          <p:spPr bwMode="auto">
            <a:xfrm>
              <a:off x="1267" y="1640"/>
              <a:ext cx="87" cy="52"/>
            </a:xfrm>
            <a:custGeom>
              <a:avLst/>
              <a:gdLst>
                <a:gd name="T0" fmla="*/ 0 w 437"/>
                <a:gd name="T1" fmla="*/ 2 h 260"/>
                <a:gd name="T2" fmla="*/ 0 w 437"/>
                <a:gd name="T3" fmla="*/ 2 h 260"/>
                <a:gd name="T4" fmla="*/ 0 w 437"/>
                <a:gd name="T5" fmla="*/ 2 h 260"/>
                <a:gd name="T6" fmla="*/ 1 w 437"/>
                <a:gd name="T7" fmla="*/ 2 h 260"/>
                <a:gd name="T8" fmla="*/ 1 w 437"/>
                <a:gd name="T9" fmla="*/ 2 h 260"/>
                <a:gd name="T10" fmla="*/ 1 w 437"/>
                <a:gd name="T11" fmla="*/ 2 h 260"/>
                <a:gd name="T12" fmla="*/ 2 w 437"/>
                <a:gd name="T13" fmla="*/ 2 h 260"/>
                <a:gd name="T14" fmla="*/ 2 w 437"/>
                <a:gd name="T15" fmla="*/ 2 h 260"/>
                <a:gd name="T16" fmla="*/ 2 w 437"/>
                <a:gd name="T17" fmla="*/ 2 h 260"/>
                <a:gd name="T18" fmla="*/ 2 w 437"/>
                <a:gd name="T19" fmla="*/ 1 h 260"/>
                <a:gd name="T20" fmla="*/ 3 w 437"/>
                <a:gd name="T21" fmla="*/ 1 h 260"/>
                <a:gd name="T22" fmla="*/ 3 w 437"/>
                <a:gd name="T23" fmla="*/ 1 h 260"/>
                <a:gd name="T24" fmla="*/ 3 w 437"/>
                <a:gd name="T25" fmla="*/ 1 h 260"/>
                <a:gd name="T26" fmla="*/ 3 w 437"/>
                <a:gd name="T27" fmla="*/ 1 h 260"/>
                <a:gd name="T28" fmla="*/ 3 w 437"/>
                <a:gd name="T29" fmla="*/ 1 h 260"/>
                <a:gd name="T30" fmla="*/ 3 w 437"/>
                <a:gd name="T31" fmla="*/ 0 h 260"/>
                <a:gd name="T32" fmla="*/ 3 w 437"/>
                <a:gd name="T33" fmla="*/ 0 h 260"/>
                <a:gd name="T34" fmla="*/ 3 w 437"/>
                <a:gd name="T35" fmla="*/ 0 h 260"/>
                <a:gd name="T36" fmla="*/ 3 w 437"/>
                <a:gd name="T37" fmla="*/ 0 h 260"/>
                <a:gd name="T38" fmla="*/ 3 w 437"/>
                <a:gd name="T39" fmla="*/ 0 h 260"/>
                <a:gd name="T40" fmla="*/ 3 w 437"/>
                <a:gd name="T41" fmla="*/ 0 h 260"/>
                <a:gd name="T42" fmla="*/ 3 w 437"/>
                <a:gd name="T43" fmla="*/ 1 h 260"/>
                <a:gd name="T44" fmla="*/ 3 w 437"/>
                <a:gd name="T45" fmla="*/ 1 h 260"/>
                <a:gd name="T46" fmla="*/ 3 w 437"/>
                <a:gd name="T47" fmla="*/ 1 h 260"/>
                <a:gd name="T48" fmla="*/ 3 w 437"/>
                <a:gd name="T49" fmla="*/ 1 h 260"/>
                <a:gd name="T50" fmla="*/ 3 w 437"/>
                <a:gd name="T51" fmla="*/ 1 h 260"/>
                <a:gd name="T52" fmla="*/ 2 w 437"/>
                <a:gd name="T53" fmla="*/ 1 h 260"/>
                <a:gd name="T54" fmla="*/ 2 w 437"/>
                <a:gd name="T55" fmla="*/ 2 h 260"/>
                <a:gd name="T56" fmla="*/ 2 w 437"/>
                <a:gd name="T57" fmla="*/ 2 h 260"/>
                <a:gd name="T58" fmla="*/ 2 w 437"/>
                <a:gd name="T59" fmla="*/ 2 h 260"/>
                <a:gd name="T60" fmla="*/ 1 w 437"/>
                <a:gd name="T61" fmla="*/ 2 h 260"/>
                <a:gd name="T62" fmla="*/ 1 w 437"/>
                <a:gd name="T63" fmla="*/ 2 h 260"/>
                <a:gd name="T64" fmla="*/ 1 w 437"/>
                <a:gd name="T65" fmla="*/ 2 h 260"/>
                <a:gd name="T66" fmla="*/ 0 w 437"/>
                <a:gd name="T67" fmla="*/ 2 h 260"/>
                <a:gd name="T68" fmla="*/ 0 w 437"/>
                <a:gd name="T69" fmla="*/ 2 h 260"/>
                <a:gd name="T70" fmla="*/ 0 w 437"/>
                <a:gd name="T71" fmla="*/ 2 h 260"/>
                <a:gd name="T72" fmla="*/ 0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0" y="260"/>
                  </a:moveTo>
                  <a:lnTo>
                    <a:pt x="0" y="260"/>
                  </a:lnTo>
                  <a:lnTo>
                    <a:pt x="43" y="259"/>
                  </a:lnTo>
                  <a:lnTo>
                    <a:pt x="87" y="255"/>
                  </a:lnTo>
                  <a:lnTo>
                    <a:pt x="128" y="248"/>
                  </a:lnTo>
                  <a:lnTo>
                    <a:pt x="168" y="240"/>
                  </a:lnTo>
                  <a:lnTo>
                    <a:pt x="207" y="230"/>
                  </a:lnTo>
                  <a:lnTo>
                    <a:pt x="242" y="217"/>
                  </a:lnTo>
                  <a:lnTo>
                    <a:pt x="276" y="202"/>
                  </a:lnTo>
                  <a:lnTo>
                    <a:pt x="308" y="185"/>
                  </a:lnTo>
                  <a:lnTo>
                    <a:pt x="336" y="166"/>
                  </a:lnTo>
                  <a:lnTo>
                    <a:pt x="360" y="146"/>
                  </a:lnTo>
                  <a:lnTo>
                    <a:pt x="383" y="125"/>
                  </a:lnTo>
                  <a:lnTo>
                    <a:pt x="401" y="102"/>
                  </a:lnTo>
                  <a:lnTo>
                    <a:pt x="417" y="77"/>
                  </a:lnTo>
                  <a:lnTo>
                    <a:pt x="427" y="53"/>
                  </a:lnTo>
                  <a:lnTo>
                    <a:pt x="434" y="27"/>
                  </a:lnTo>
                  <a:lnTo>
                    <a:pt x="437" y="0"/>
                  </a:lnTo>
                  <a:lnTo>
                    <a:pt x="425" y="0"/>
                  </a:lnTo>
                  <a:lnTo>
                    <a:pt x="422" y="24"/>
                  </a:lnTo>
                  <a:lnTo>
                    <a:pt x="415" y="48"/>
                  </a:lnTo>
                  <a:lnTo>
                    <a:pt x="405" y="73"/>
                  </a:lnTo>
                  <a:lnTo>
                    <a:pt x="392" y="95"/>
                  </a:lnTo>
                  <a:lnTo>
                    <a:pt x="373" y="116"/>
                  </a:lnTo>
                  <a:lnTo>
                    <a:pt x="353" y="137"/>
                  </a:lnTo>
                  <a:lnTo>
                    <a:pt x="329" y="157"/>
                  </a:lnTo>
                  <a:lnTo>
                    <a:pt x="301" y="173"/>
                  </a:lnTo>
                  <a:lnTo>
                    <a:pt x="271" y="190"/>
                  </a:lnTo>
                  <a:lnTo>
                    <a:pt x="237" y="205"/>
                  </a:lnTo>
                  <a:lnTo>
                    <a:pt x="202" y="218"/>
                  </a:lnTo>
                  <a:lnTo>
                    <a:pt x="166" y="228"/>
                  </a:lnTo>
                  <a:lnTo>
                    <a:pt x="126" y="237"/>
                  </a:lnTo>
                  <a:lnTo>
                    <a:pt x="85" y="244"/>
                  </a:lnTo>
                  <a:lnTo>
                    <a:pt x="43" y="247"/>
                  </a:lnTo>
                  <a:lnTo>
                    <a:pt x="0" y="248"/>
                  </a:lnTo>
                  <a:lnTo>
                    <a:pt x="0"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5140" name="Freeform 50"/>
            <p:cNvSpPr>
              <a:spLocks/>
            </p:cNvSpPr>
            <p:nvPr/>
          </p:nvSpPr>
          <p:spPr bwMode="auto">
            <a:xfrm>
              <a:off x="1179" y="1640"/>
              <a:ext cx="88" cy="52"/>
            </a:xfrm>
            <a:custGeom>
              <a:avLst/>
              <a:gdLst>
                <a:gd name="T0" fmla="*/ 0 w 439"/>
                <a:gd name="T1" fmla="*/ 0 h 260"/>
                <a:gd name="T2" fmla="*/ 0 w 439"/>
                <a:gd name="T3" fmla="*/ 0 h 260"/>
                <a:gd name="T4" fmla="*/ 0 w 439"/>
                <a:gd name="T5" fmla="*/ 0 h 260"/>
                <a:gd name="T6" fmla="*/ 0 w 439"/>
                <a:gd name="T7" fmla="*/ 0 h 260"/>
                <a:gd name="T8" fmla="*/ 0 w 439"/>
                <a:gd name="T9" fmla="*/ 1 h 260"/>
                <a:gd name="T10" fmla="*/ 0 w 439"/>
                <a:gd name="T11" fmla="*/ 1 h 260"/>
                <a:gd name="T12" fmla="*/ 0 w 439"/>
                <a:gd name="T13" fmla="*/ 1 h 260"/>
                <a:gd name="T14" fmla="*/ 1 w 439"/>
                <a:gd name="T15" fmla="*/ 1 h 260"/>
                <a:gd name="T16" fmla="*/ 1 w 439"/>
                <a:gd name="T17" fmla="*/ 1 h 260"/>
                <a:gd name="T18" fmla="*/ 1 w 439"/>
                <a:gd name="T19" fmla="*/ 1 h 260"/>
                <a:gd name="T20" fmla="*/ 1 w 439"/>
                <a:gd name="T21" fmla="*/ 2 h 260"/>
                <a:gd name="T22" fmla="*/ 2 w 439"/>
                <a:gd name="T23" fmla="*/ 2 h 260"/>
                <a:gd name="T24" fmla="*/ 2 w 439"/>
                <a:gd name="T25" fmla="*/ 2 h 260"/>
                <a:gd name="T26" fmla="*/ 2 w 439"/>
                <a:gd name="T27" fmla="*/ 2 h 260"/>
                <a:gd name="T28" fmla="*/ 2 w 439"/>
                <a:gd name="T29" fmla="*/ 2 h 260"/>
                <a:gd name="T30" fmla="*/ 3 w 439"/>
                <a:gd name="T31" fmla="*/ 2 h 260"/>
                <a:gd name="T32" fmla="*/ 3 w 439"/>
                <a:gd name="T33" fmla="*/ 2 h 260"/>
                <a:gd name="T34" fmla="*/ 4 w 439"/>
                <a:gd name="T35" fmla="*/ 2 h 260"/>
                <a:gd name="T36" fmla="*/ 4 w 439"/>
                <a:gd name="T37" fmla="*/ 2 h 260"/>
                <a:gd name="T38" fmla="*/ 3 w 439"/>
                <a:gd name="T39" fmla="*/ 2 h 260"/>
                <a:gd name="T40" fmla="*/ 3 w 439"/>
                <a:gd name="T41" fmla="*/ 2 h 260"/>
                <a:gd name="T42" fmla="*/ 3 w 439"/>
                <a:gd name="T43" fmla="*/ 2 h 260"/>
                <a:gd name="T44" fmla="*/ 2 w 439"/>
                <a:gd name="T45" fmla="*/ 2 h 260"/>
                <a:gd name="T46" fmla="*/ 2 w 439"/>
                <a:gd name="T47" fmla="*/ 2 h 260"/>
                <a:gd name="T48" fmla="*/ 2 w 439"/>
                <a:gd name="T49" fmla="*/ 2 h 260"/>
                <a:gd name="T50" fmla="*/ 1 w 439"/>
                <a:gd name="T51" fmla="*/ 2 h 260"/>
                <a:gd name="T52" fmla="*/ 1 w 439"/>
                <a:gd name="T53" fmla="*/ 1 h 260"/>
                <a:gd name="T54" fmla="*/ 1 w 439"/>
                <a:gd name="T55" fmla="*/ 1 h 260"/>
                <a:gd name="T56" fmla="*/ 1 w 439"/>
                <a:gd name="T57" fmla="*/ 1 h 260"/>
                <a:gd name="T58" fmla="*/ 1 w 439"/>
                <a:gd name="T59" fmla="*/ 1 h 260"/>
                <a:gd name="T60" fmla="*/ 0 w 439"/>
                <a:gd name="T61" fmla="*/ 1 h 260"/>
                <a:gd name="T62" fmla="*/ 0 w 439"/>
                <a:gd name="T63" fmla="*/ 1 h 260"/>
                <a:gd name="T64" fmla="*/ 0 w 439"/>
                <a:gd name="T65" fmla="*/ 0 h 260"/>
                <a:gd name="T66" fmla="*/ 0 w 439"/>
                <a:gd name="T67" fmla="*/ 0 h 260"/>
                <a:gd name="T68" fmla="*/ 0 w 439"/>
                <a:gd name="T69" fmla="*/ 0 h 260"/>
                <a:gd name="T70" fmla="*/ 0 w 439"/>
                <a:gd name="T71" fmla="*/ 0 h 260"/>
                <a:gd name="T72" fmla="*/ 0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0" y="0"/>
                  </a:moveTo>
                  <a:lnTo>
                    <a:pt x="0" y="0"/>
                  </a:lnTo>
                  <a:lnTo>
                    <a:pt x="3" y="27"/>
                  </a:lnTo>
                  <a:lnTo>
                    <a:pt x="10" y="53"/>
                  </a:lnTo>
                  <a:lnTo>
                    <a:pt x="20" y="77"/>
                  </a:lnTo>
                  <a:lnTo>
                    <a:pt x="35" y="102"/>
                  </a:lnTo>
                  <a:lnTo>
                    <a:pt x="54" y="125"/>
                  </a:lnTo>
                  <a:lnTo>
                    <a:pt x="76" y="146"/>
                  </a:lnTo>
                  <a:lnTo>
                    <a:pt x="102" y="166"/>
                  </a:lnTo>
                  <a:lnTo>
                    <a:pt x="130" y="185"/>
                  </a:lnTo>
                  <a:lnTo>
                    <a:pt x="162" y="202"/>
                  </a:lnTo>
                  <a:lnTo>
                    <a:pt x="195" y="217"/>
                  </a:lnTo>
                  <a:lnTo>
                    <a:pt x="231" y="230"/>
                  </a:lnTo>
                  <a:lnTo>
                    <a:pt x="270" y="240"/>
                  </a:lnTo>
                  <a:lnTo>
                    <a:pt x="310" y="248"/>
                  </a:lnTo>
                  <a:lnTo>
                    <a:pt x="351" y="255"/>
                  </a:lnTo>
                  <a:lnTo>
                    <a:pt x="395" y="259"/>
                  </a:lnTo>
                  <a:lnTo>
                    <a:pt x="439" y="260"/>
                  </a:lnTo>
                  <a:lnTo>
                    <a:pt x="439" y="248"/>
                  </a:lnTo>
                  <a:lnTo>
                    <a:pt x="395" y="247"/>
                  </a:lnTo>
                  <a:lnTo>
                    <a:pt x="353" y="244"/>
                  </a:lnTo>
                  <a:lnTo>
                    <a:pt x="312" y="237"/>
                  </a:lnTo>
                  <a:lnTo>
                    <a:pt x="272" y="228"/>
                  </a:lnTo>
                  <a:lnTo>
                    <a:pt x="236" y="218"/>
                  </a:lnTo>
                  <a:lnTo>
                    <a:pt x="200" y="205"/>
                  </a:lnTo>
                  <a:lnTo>
                    <a:pt x="167" y="190"/>
                  </a:lnTo>
                  <a:lnTo>
                    <a:pt x="137" y="173"/>
                  </a:lnTo>
                  <a:lnTo>
                    <a:pt x="109" y="157"/>
                  </a:lnTo>
                  <a:lnTo>
                    <a:pt x="84" y="137"/>
                  </a:lnTo>
                  <a:lnTo>
                    <a:pt x="64" y="116"/>
                  </a:lnTo>
                  <a:lnTo>
                    <a:pt x="45" y="95"/>
                  </a:lnTo>
                  <a:lnTo>
                    <a:pt x="32" y="73"/>
                  </a:lnTo>
                  <a:lnTo>
                    <a:pt x="21" y="48"/>
                  </a:lnTo>
                  <a:lnTo>
                    <a:pt x="14" y="24"/>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5141" name="Freeform 51"/>
            <p:cNvSpPr>
              <a:spLocks/>
            </p:cNvSpPr>
            <p:nvPr/>
          </p:nvSpPr>
          <p:spPr bwMode="auto">
            <a:xfrm>
              <a:off x="1179" y="1588"/>
              <a:ext cx="88" cy="52"/>
            </a:xfrm>
            <a:custGeom>
              <a:avLst/>
              <a:gdLst>
                <a:gd name="T0" fmla="*/ 4 w 439"/>
                <a:gd name="T1" fmla="*/ 0 h 260"/>
                <a:gd name="T2" fmla="*/ 4 w 439"/>
                <a:gd name="T3" fmla="*/ 0 h 260"/>
                <a:gd name="T4" fmla="*/ 3 w 439"/>
                <a:gd name="T5" fmla="*/ 0 h 260"/>
                <a:gd name="T6" fmla="*/ 3 w 439"/>
                <a:gd name="T7" fmla="*/ 0 h 260"/>
                <a:gd name="T8" fmla="*/ 2 w 439"/>
                <a:gd name="T9" fmla="*/ 0 h 260"/>
                <a:gd name="T10" fmla="*/ 2 w 439"/>
                <a:gd name="T11" fmla="*/ 0 h 260"/>
                <a:gd name="T12" fmla="*/ 2 w 439"/>
                <a:gd name="T13" fmla="*/ 0 h 260"/>
                <a:gd name="T14" fmla="*/ 2 w 439"/>
                <a:gd name="T15" fmla="*/ 0 h 260"/>
                <a:gd name="T16" fmla="*/ 1 w 439"/>
                <a:gd name="T17" fmla="*/ 0 h 260"/>
                <a:gd name="T18" fmla="*/ 1 w 439"/>
                <a:gd name="T19" fmla="*/ 1 h 260"/>
                <a:gd name="T20" fmla="*/ 1 w 439"/>
                <a:gd name="T21" fmla="*/ 1 h 260"/>
                <a:gd name="T22" fmla="*/ 1 w 439"/>
                <a:gd name="T23" fmla="*/ 1 h 260"/>
                <a:gd name="T24" fmla="*/ 0 w 439"/>
                <a:gd name="T25" fmla="*/ 1 h 260"/>
                <a:gd name="T26" fmla="*/ 0 w 439"/>
                <a:gd name="T27" fmla="*/ 1 h 260"/>
                <a:gd name="T28" fmla="*/ 0 w 439"/>
                <a:gd name="T29" fmla="*/ 1 h 260"/>
                <a:gd name="T30" fmla="*/ 0 w 439"/>
                <a:gd name="T31" fmla="*/ 2 h 260"/>
                <a:gd name="T32" fmla="*/ 0 w 439"/>
                <a:gd name="T33" fmla="*/ 2 h 260"/>
                <a:gd name="T34" fmla="*/ 0 w 439"/>
                <a:gd name="T35" fmla="*/ 2 h 260"/>
                <a:gd name="T36" fmla="*/ 0 w 439"/>
                <a:gd name="T37" fmla="*/ 2 h 260"/>
                <a:gd name="T38" fmla="*/ 0 w 439"/>
                <a:gd name="T39" fmla="*/ 2 h 260"/>
                <a:gd name="T40" fmla="*/ 0 w 439"/>
                <a:gd name="T41" fmla="*/ 2 h 260"/>
                <a:gd name="T42" fmla="*/ 0 w 439"/>
                <a:gd name="T43" fmla="*/ 1 h 260"/>
                <a:gd name="T44" fmla="*/ 0 w 439"/>
                <a:gd name="T45" fmla="*/ 1 h 260"/>
                <a:gd name="T46" fmla="*/ 1 w 439"/>
                <a:gd name="T47" fmla="*/ 1 h 260"/>
                <a:gd name="T48" fmla="*/ 1 w 439"/>
                <a:gd name="T49" fmla="*/ 1 h 260"/>
                <a:gd name="T50" fmla="*/ 1 w 439"/>
                <a:gd name="T51" fmla="*/ 1 h 260"/>
                <a:gd name="T52" fmla="*/ 1 w 439"/>
                <a:gd name="T53" fmla="*/ 1 h 260"/>
                <a:gd name="T54" fmla="*/ 1 w 439"/>
                <a:gd name="T55" fmla="*/ 1 h 260"/>
                <a:gd name="T56" fmla="*/ 2 w 439"/>
                <a:gd name="T57" fmla="*/ 0 h 260"/>
                <a:gd name="T58" fmla="*/ 2 w 439"/>
                <a:gd name="T59" fmla="*/ 0 h 260"/>
                <a:gd name="T60" fmla="*/ 2 w 439"/>
                <a:gd name="T61" fmla="*/ 0 h 260"/>
                <a:gd name="T62" fmla="*/ 3 w 439"/>
                <a:gd name="T63" fmla="*/ 0 h 260"/>
                <a:gd name="T64" fmla="*/ 3 w 439"/>
                <a:gd name="T65" fmla="*/ 0 h 260"/>
                <a:gd name="T66" fmla="*/ 3 w 439"/>
                <a:gd name="T67" fmla="*/ 0 h 260"/>
                <a:gd name="T68" fmla="*/ 4 w 439"/>
                <a:gd name="T69" fmla="*/ 0 h 260"/>
                <a:gd name="T70" fmla="*/ 4 w 439"/>
                <a:gd name="T71" fmla="*/ 0 h 260"/>
                <a:gd name="T72" fmla="*/ 4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439" y="0"/>
                  </a:moveTo>
                  <a:lnTo>
                    <a:pt x="439" y="0"/>
                  </a:lnTo>
                  <a:lnTo>
                    <a:pt x="395" y="1"/>
                  </a:lnTo>
                  <a:lnTo>
                    <a:pt x="351" y="4"/>
                  </a:lnTo>
                  <a:lnTo>
                    <a:pt x="310" y="11"/>
                  </a:lnTo>
                  <a:lnTo>
                    <a:pt x="270" y="19"/>
                  </a:lnTo>
                  <a:lnTo>
                    <a:pt x="231" y="30"/>
                  </a:lnTo>
                  <a:lnTo>
                    <a:pt x="195" y="43"/>
                  </a:lnTo>
                  <a:lnTo>
                    <a:pt x="162" y="58"/>
                  </a:lnTo>
                  <a:lnTo>
                    <a:pt x="130" y="73"/>
                  </a:lnTo>
                  <a:lnTo>
                    <a:pt x="102" y="93"/>
                  </a:lnTo>
                  <a:lnTo>
                    <a:pt x="76" y="113"/>
                  </a:lnTo>
                  <a:lnTo>
                    <a:pt x="54" y="133"/>
                  </a:lnTo>
                  <a:lnTo>
                    <a:pt x="35" y="157"/>
                  </a:lnTo>
                  <a:lnTo>
                    <a:pt x="20" y="181"/>
                  </a:lnTo>
                  <a:lnTo>
                    <a:pt x="10" y="206"/>
                  </a:lnTo>
                  <a:lnTo>
                    <a:pt x="3" y="233"/>
                  </a:lnTo>
                  <a:lnTo>
                    <a:pt x="0" y="260"/>
                  </a:lnTo>
                  <a:lnTo>
                    <a:pt x="12" y="260"/>
                  </a:lnTo>
                  <a:lnTo>
                    <a:pt x="14" y="235"/>
                  </a:lnTo>
                  <a:lnTo>
                    <a:pt x="21" y="211"/>
                  </a:lnTo>
                  <a:lnTo>
                    <a:pt x="32" y="186"/>
                  </a:lnTo>
                  <a:lnTo>
                    <a:pt x="45" y="164"/>
                  </a:lnTo>
                  <a:lnTo>
                    <a:pt x="64" y="143"/>
                  </a:lnTo>
                  <a:lnTo>
                    <a:pt x="84" y="123"/>
                  </a:lnTo>
                  <a:lnTo>
                    <a:pt x="109" y="103"/>
                  </a:lnTo>
                  <a:lnTo>
                    <a:pt x="137" y="85"/>
                  </a:lnTo>
                  <a:lnTo>
                    <a:pt x="167" y="70"/>
                  </a:lnTo>
                  <a:lnTo>
                    <a:pt x="200" y="55"/>
                  </a:lnTo>
                  <a:lnTo>
                    <a:pt x="236" y="42"/>
                  </a:lnTo>
                  <a:lnTo>
                    <a:pt x="272" y="31"/>
                  </a:lnTo>
                  <a:lnTo>
                    <a:pt x="312" y="23"/>
                  </a:lnTo>
                  <a:lnTo>
                    <a:pt x="353" y="16"/>
                  </a:lnTo>
                  <a:lnTo>
                    <a:pt x="395" y="12"/>
                  </a:lnTo>
                  <a:lnTo>
                    <a:pt x="439" y="11"/>
                  </a:lnTo>
                  <a:lnTo>
                    <a:pt x="439"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5142" name="Freeform 52"/>
            <p:cNvSpPr>
              <a:spLocks/>
            </p:cNvSpPr>
            <p:nvPr/>
          </p:nvSpPr>
          <p:spPr bwMode="auto">
            <a:xfrm>
              <a:off x="964" y="1745"/>
              <a:ext cx="48" cy="85"/>
            </a:xfrm>
            <a:custGeom>
              <a:avLst/>
              <a:gdLst>
                <a:gd name="T0" fmla="*/ 2 w 244"/>
                <a:gd name="T1" fmla="*/ 3 h 426"/>
                <a:gd name="T2" fmla="*/ 2 w 244"/>
                <a:gd name="T3" fmla="*/ 3 h 426"/>
                <a:gd name="T4" fmla="*/ 2 w 244"/>
                <a:gd name="T5" fmla="*/ 3 h 426"/>
                <a:gd name="T6" fmla="*/ 2 w 244"/>
                <a:gd name="T7" fmla="*/ 3 h 426"/>
                <a:gd name="T8" fmla="*/ 2 w 244"/>
                <a:gd name="T9" fmla="*/ 2 h 426"/>
                <a:gd name="T10" fmla="*/ 2 w 244"/>
                <a:gd name="T11" fmla="*/ 2 h 426"/>
                <a:gd name="T12" fmla="*/ 2 w 244"/>
                <a:gd name="T13" fmla="*/ 2 h 426"/>
                <a:gd name="T14" fmla="*/ 2 w 244"/>
                <a:gd name="T15" fmla="*/ 2 h 426"/>
                <a:gd name="T16" fmla="*/ 1 w 244"/>
                <a:gd name="T17" fmla="*/ 1 h 426"/>
                <a:gd name="T18" fmla="*/ 1 w 244"/>
                <a:gd name="T19" fmla="*/ 1 h 426"/>
                <a:gd name="T20" fmla="*/ 1 w 244"/>
                <a:gd name="T21" fmla="*/ 1 h 426"/>
                <a:gd name="T22" fmla="*/ 1 w 244"/>
                <a:gd name="T23" fmla="*/ 1 h 426"/>
                <a:gd name="T24" fmla="*/ 1 w 244"/>
                <a:gd name="T25" fmla="*/ 0 h 426"/>
                <a:gd name="T26" fmla="*/ 1 w 244"/>
                <a:gd name="T27" fmla="*/ 0 h 426"/>
                <a:gd name="T28" fmla="*/ 1 w 244"/>
                <a:gd name="T29" fmla="*/ 0 h 426"/>
                <a:gd name="T30" fmla="*/ 0 w 244"/>
                <a:gd name="T31" fmla="*/ 0 h 426"/>
                <a:gd name="T32" fmla="*/ 0 w 244"/>
                <a:gd name="T33" fmla="*/ 0 h 426"/>
                <a:gd name="T34" fmla="*/ 0 w 244"/>
                <a:gd name="T35" fmla="*/ 0 h 426"/>
                <a:gd name="T36" fmla="*/ 0 w 244"/>
                <a:gd name="T37" fmla="*/ 0 h 426"/>
                <a:gd name="T38" fmla="*/ 0 w 244"/>
                <a:gd name="T39" fmla="*/ 0 h 426"/>
                <a:gd name="T40" fmla="*/ 0 w 244"/>
                <a:gd name="T41" fmla="*/ 0 h 426"/>
                <a:gd name="T42" fmla="*/ 1 w 244"/>
                <a:gd name="T43" fmla="*/ 0 h 426"/>
                <a:gd name="T44" fmla="*/ 1 w 244"/>
                <a:gd name="T45" fmla="*/ 0 h 426"/>
                <a:gd name="T46" fmla="*/ 1 w 244"/>
                <a:gd name="T47" fmla="*/ 0 h 426"/>
                <a:gd name="T48" fmla="*/ 1 w 244"/>
                <a:gd name="T49" fmla="*/ 1 h 426"/>
                <a:gd name="T50" fmla="*/ 1 w 244"/>
                <a:gd name="T51" fmla="*/ 1 h 426"/>
                <a:gd name="T52" fmla="*/ 1 w 244"/>
                <a:gd name="T53" fmla="*/ 1 h 426"/>
                <a:gd name="T54" fmla="*/ 1 w 244"/>
                <a:gd name="T55" fmla="*/ 1 h 426"/>
                <a:gd name="T56" fmla="*/ 1 w 244"/>
                <a:gd name="T57" fmla="*/ 2 h 426"/>
                <a:gd name="T58" fmla="*/ 2 w 244"/>
                <a:gd name="T59" fmla="*/ 2 h 426"/>
                <a:gd name="T60" fmla="*/ 2 w 244"/>
                <a:gd name="T61" fmla="*/ 2 h 426"/>
                <a:gd name="T62" fmla="*/ 2 w 244"/>
                <a:gd name="T63" fmla="*/ 2 h 426"/>
                <a:gd name="T64" fmla="*/ 2 w 244"/>
                <a:gd name="T65" fmla="*/ 3 h 426"/>
                <a:gd name="T66" fmla="*/ 2 w 244"/>
                <a:gd name="T67" fmla="*/ 3 h 426"/>
                <a:gd name="T68" fmla="*/ 2 w 244"/>
                <a:gd name="T69" fmla="*/ 3 h 426"/>
                <a:gd name="T70" fmla="*/ 2 w 244"/>
                <a:gd name="T71" fmla="*/ 3 h 426"/>
                <a:gd name="T72" fmla="*/ 2 w 244"/>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6"/>
                <a:gd name="T113" fmla="*/ 244 w 244"/>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6">
                  <a:moveTo>
                    <a:pt x="244" y="426"/>
                  </a:moveTo>
                  <a:lnTo>
                    <a:pt x="244" y="426"/>
                  </a:lnTo>
                  <a:lnTo>
                    <a:pt x="243" y="383"/>
                  </a:lnTo>
                  <a:lnTo>
                    <a:pt x="240" y="340"/>
                  </a:lnTo>
                  <a:lnTo>
                    <a:pt x="234" y="300"/>
                  </a:lnTo>
                  <a:lnTo>
                    <a:pt x="226" y="262"/>
                  </a:lnTo>
                  <a:lnTo>
                    <a:pt x="215" y="224"/>
                  </a:lnTo>
                  <a:lnTo>
                    <a:pt x="203" y="189"/>
                  </a:lnTo>
                  <a:lnTo>
                    <a:pt x="189" y="157"/>
                  </a:lnTo>
                  <a:lnTo>
                    <a:pt x="174" y="126"/>
                  </a:lnTo>
                  <a:lnTo>
                    <a:pt x="155" y="99"/>
                  </a:lnTo>
                  <a:lnTo>
                    <a:pt x="138" y="74"/>
                  </a:lnTo>
                  <a:lnTo>
                    <a:pt x="118" y="52"/>
                  </a:lnTo>
                  <a:lnTo>
                    <a:pt x="96" y="34"/>
                  </a:lnTo>
                  <a:lnTo>
                    <a:pt x="73" y="19"/>
                  </a:lnTo>
                  <a:lnTo>
                    <a:pt x="50" y="8"/>
                  </a:lnTo>
                  <a:lnTo>
                    <a:pt x="25" y="2"/>
                  </a:lnTo>
                  <a:lnTo>
                    <a:pt x="0" y="0"/>
                  </a:lnTo>
                  <a:lnTo>
                    <a:pt x="0" y="12"/>
                  </a:lnTo>
                  <a:lnTo>
                    <a:pt x="23" y="14"/>
                  </a:lnTo>
                  <a:lnTo>
                    <a:pt x="45" y="20"/>
                  </a:lnTo>
                  <a:lnTo>
                    <a:pt x="66" y="31"/>
                  </a:lnTo>
                  <a:lnTo>
                    <a:pt x="89" y="43"/>
                  </a:lnTo>
                  <a:lnTo>
                    <a:pt x="109" y="61"/>
                  </a:lnTo>
                  <a:lnTo>
                    <a:pt x="129" y="81"/>
                  </a:lnTo>
                  <a:lnTo>
                    <a:pt x="146" y="106"/>
                  </a:lnTo>
                  <a:lnTo>
                    <a:pt x="162" y="133"/>
                  </a:lnTo>
                  <a:lnTo>
                    <a:pt x="178" y="162"/>
                  </a:lnTo>
                  <a:lnTo>
                    <a:pt x="192" y="194"/>
                  </a:lnTo>
                  <a:lnTo>
                    <a:pt x="203" y="229"/>
                  </a:lnTo>
                  <a:lnTo>
                    <a:pt x="214" y="264"/>
                  </a:lnTo>
                  <a:lnTo>
                    <a:pt x="222" y="303"/>
                  </a:lnTo>
                  <a:lnTo>
                    <a:pt x="228" y="342"/>
                  </a:lnTo>
                  <a:lnTo>
                    <a:pt x="232" y="383"/>
                  </a:lnTo>
                  <a:lnTo>
                    <a:pt x="233" y="426"/>
                  </a:lnTo>
                  <a:lnTo>
                    <a:pt x="244"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5143" name="Freeform 53"/>
            <p:cNvSpPr>
              <a:spLocks/>
            </p:cNvSpPr>
            <p:nvPr/>
          </p:nvSpPr>
          <p:spPr bwMode="auto">
            <a:xfrm>
              <a:off x="964" y="1830"/>
              <a:ext cx="48" cy="85"/>
            </a:xfrm>
            <a:custGeom>
              <a:avLst/>
              <a:gdLst>
                <a:gd name="T0" fmla="*/ 0 w 244"/>
                <a:gd name="T1" fmla="*/ 3 h 424"/>
                <a:gd name="T2" fmla="*/ 0 w 244"/>
                <a:gd name="T3" fmla="*/ 3 h 424"/>
                <a:gd name="T4" fmla="*/ 0 w 244"/>
                <a:gd name="T5" fmla="*/ 3 h 424"/>
                <a:gd name="T6" fmla="*/ 0 w 244"/>
                <a:gd name="T7" fmla="*/ 3 h 424"/>
                <a:gd name="T8" fmla="*/ 1 w 244"/>
                <a:gd name="T9" fmla="*/ 3 h 424"/>
                <a:gd name="T10" fmla="*/ 1 w 244"/>
                <a:gd name="T11" fmla="*/ 3 h 424"/>
                <a:gd name="T12" fmla="*/ 1 w 244"/>
                <a:gd name="T13" fmla="*/ 3 h 424"/>
                <a:gd name="T14" fmla="*/ 1 w 244"/>
                <a:gd name="T15" fmla="*/ 3 h 424"/>
                <a:gd name="T16" fmla="*/ 1 w 244"/>
                <a:gd name="T17" fmla="*/ 3 h 424"/>
                <a:gd name="T18" fmla="*/ 1 w 244"/>
                <a:gd name="T19" fmla="*/ 2 h 424"/>
                <a:gd name="T20" fmla="*/ 1 w 244"/>
                <a:gd name="T21" fmla="*/ 2 h 424"/>
                <a:gd name="T22" fmla="*/ 2 w 244"/>
                <a:gd name="T23" fmla="*/ 2 h 424"/>
                <a:gd name="T24" fmla="*/ 2 w 244"/>
                <a:gd name="T25" fmla="*/ 2 h 424"/>
                <a:gd name="T26" fmla="*/ 2 w 244"/>
                <a:gd name="T27" fmla="*/ 1 h 424"/>
                <a:gd name="T28" fmla="*/ 2 w 244"/>
                <a:gd name="T29" fmla="*/ 1 h 424"/>
                <a:gd name="T30" fmla="*/ 2 w 244"/>
                <a:gd name="T31" fmla="*/ 1 h 424"/>
                <a:gd name="T32" fmla="*/ 2 w 244"/>
                <a:gd name="T33" fmla="*/ 0 h 424"/>
                <a:gd name="T34" fmla="*/ 2 w 244"/>
                <a:gd name="T35" fmla="*/ 0 h 424"/>
                <a:gd name="T36" fmla="*/ 2 w 244"/>
                <a:gd name="T37" fmla="*/ 0 h 424"/>
                <a:gd name="T38" fmla="*/ 2 w 244"/>
                <a:gd name="T39" fmla="*/ 0 h 424"/>
                <a:gd name="T40" fmla="*/ 2 w 244"/>
                <a:gd name="T41" fmla="*/ 1 h 424"/>
                <a:gd name="T42" fmla="*/ 2 w 244"/>
                <a:gd name="T43" fmla="*/ 1 h 424"/>
                <a:gd name="T44" fmla="*/ 2 w 244"/>
                <a:gd name="T45" fmla="*/ 1 h 424"/>
                <a:gd name="T46" fmla="*/ 2 w 244"/>
                <a:gd name="T47" fmla="*/ 2 h 424"/>
                <a:gd name="T48" fmla="*/ 1 w 244"/>
                <a:gd name="T49" fmla="*/ 2 h 424"/>
                <a:gd name="T50" fmla="*/ 1 w 244"/>
                <a:gd name="T51" fmla="*/ 2 h 424"/>
                <a:gd name="T52" fmla="*/ 1 w 244"/>
                <a:gd name="T53" fmla="*/ 2 h 424"/>
                <a:gd name="T54" fmla="*/ 1 w 244"/>
                <a:gd name="T55" fmla="*/ 3 h 424"/>
                <a:gd name="T56" fmla="*/ 1 w 244"/>
                <a:gd name="T57" fmla="*/ 3 h 424"/>
                <a:gd name="T58" fmla="*/ 1 w 244"/>
                <a:gd name="T59" fmla="*/ 3 h 424"/>
                <a:gd name="T60" fmla="*/ 1 w 244"/>
                <a:gd name="T61" fmla="*/ 3 h 424"/>
                <a:gd name="T62" fmla="*/ 1 w 244"/>
                <a:gd name="T63" fmla="*/ 3 h 424"/>
                <a:gd name="T64" fmla="*/ 0 w 244"/>
                <a:gd name="T65" fmla="*/ 3 h 424"/>
                <a:gd name="T66" fmla="*/ 0 w 244"/>
                <a:gd name="T67" fmla="*/ 3 h 424"/>
                <a:gd name="T68" fmla="*/ 0 w 244"/>
                <a:gd name="T69" fmla="*/ 3 h 424"/>
                <a:gd name="T70" fmla="*/ 0 w 244"/>
                <a:gd name="T71" fmla="*/ 3 h 424"/>
                <a:gd name="T72" fmla="*/ 0 w 244"/>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4"/>
                <a:gd name="T113" fmla="*/ 244 w 244"/>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4">
                  <a:moveTo>
                    <a:pt x="0" y="424"/>
                  </a:moveTo>
                  <a:lnTo>
                    <a:pt x="0" y="424"/>
                  </a:lnTo>
                  <a:lnTo>
                    <a:pt x="25" y="422"/>
                  </a:lnTo>
                  <a:lnTo>
                    <a:pt x="50" y="416"/>
                  </a:lnTo>
                  <a:lnTo>
                    <a:pt x="73" y="405"/>
                  </a:lnTo>
                  <a:lnTo>
                    <a:pt x="96" y="390"/>
                  </a:lnTo>
                  <a:lnTo>
                    <a:pt x="118" y="373"/>
                  </a:lnTo>
                  <a:lnTo>
                    <a:pt x="138" y="350"/>
                  </a:lnTo>
                  <a:lnTo>
                    <a:pt x="155" y="326"/>
                  </a:lnTo>
                  <a:lnTo>
                    <a:pt x="173" y="299"/>
                  </a:lnTo>
                  <a:lnTo>
                    <a:pt x="189" y="268"/>
                  </a:lnTo>
                  <a:lnTo>
                    <a:pt x="203" y="235"/>
                  </a:lnTo>
                  <a:lnTo>
                    <a:pt x="215" y="201"/>
                  </a:lnTo>
                  <a:lnTo>
                    <a:pt x="226" y="163"/>
                  </a:lnTo>
                  <a:lnTo>
                    <a:pt x="234" y="125"/>
                  </a:lnTo>
                  <a:lnTo>
                    <a:pt x="240" y="85"/>
                  </a:lnTo>
                  <a:lnTo>
                    <a:pt x="243" y="42"/>
                  </a:lnTo>
                  <a:lnTo>
                    <a:pt x="244" y="0"/>
                  </a:lnTo>
                  <a:lnTo>
                    <a:pt x="233" y="0"/>
                  </a:lnTo>
                  <a:lnTo>
                    <a:pt x="232" y="42"/>
                  </a:lnTo>
                  <a:lnTo>
                    <a:pt x="228" y="83"/>
                  </a:lnTo>
                  <a:lnTo>
                    <a:pt x="222" y="123"/>
                  </a:lnTo>
                  <a:lnTo>
                    <a:pt x="214" y="160"/>
                  </a:lnTo>
                  <a:lnTo>
                    <a:pt x="203" y="197"/>
                  </a:lnTo>
                  <a:lnTo>
                    <a:pt x="192" y="231"/>
                  </a:lnTo>
                  <a:lnTo>
                    <a:pt x="178" y="263"/>
                  </a:lnTo>
                  <a:lnTo>
                    <a:pt x="164" y="292"/>
                  </a:lnTo>
                  <a:lnTo>
                    <a:pt x="146" y="319"/>
                  </a:lnTo>
                  <a:lnTo>
                    <a:pt x="129" y="343"/>
                  </a:lnTo>
                  <a:lnTo>
                    <a:pt x="109" y="363"/>
                  </a:lnTo>
                  <a:lnTo>
                    <a:pt x="89" y="381"/>
                  </a:lnTo>
                  <a:lnTo>
                    <a:pt x="66" y="394"/>
                  </a:lnTo>
                  <a:lnTo>
                    <a:pt x="45" y="404"/>
                  </a:lnTo>
                  <a:lnTo>
                    <a:pt x="23" y="410"/>
                  </a:lnTo>
                  <a:lnTo>
                    <a:pt x="0" y="412"/>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5144" name="Freeform 54"/>
            <p:cNvSpPr>
              <a:spLocks/>
            </p:cNvSpPr>
            <p:nvPr/>
          </p:nvSpPr>
          <p:spPr bwMode="auto">
            <a:xfrm>
              <a:off x="915" y="1830"/>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1" y="42"/>
                  </a:lnTo>
                  <a:lnTo>
                    <a:pt x="4" y="85"/>
                  </a:lnTo>
                  <a:lnTo>
                    <a:pt x="10" y="125"/>
                  </a:lnTo>
                  <a:lnTo>
                    <a:pt x="19" y="163"/>
                  </a:lnTo>
                  <a:lnTo>
                    <a:pt x="29" y="201"/>
                  </a:lnTo>
                  <a:lnTo>
                    <a:pt x="41" y="235"/>
                  </a:lnTo>
                  <a:lnTo>
                    <a:pt x="55" y="268"/>
                  </a:lnTo>
                  <a:lnTo>
                    <a:pt x="71" y="299"/>
                  </a:lnTo>
                  <a:lnTo>
                    <a:pt x="89" y="326"/>
                  </a:lnTo>
                  <a:lnTo>
                    <a:pt x="106" y="350"/>
                  </a:lnTo>
                  <a:lnTo>
                    <a:pt x="126" y="373"/>
                  </a:lnTo>
                  <a:lnTo>
                    <a:pt x="149" y="390"/>
                  </a:lnTo>
                  <a:lnTo>
                    <a:pt x="171" y="405"/>
                  </a:lnTo>
                  <a:lnTo>
                    <a:pt x="194" y="416"/>
                  </a:lnTo>
                  <a:lnTo>
                    <a:pt x="219" y="422"/>
                  </a:lnTo>
                  <a:lnTo>
                    <a:pt x="245" y="424"/>
                  </a:lnTo>
                  <a:lnTo>
                    <a:pt x="245" y="412"/>
                  </a:lnTo>
                  <a:lnTo>
                    <a:pt x="221" y="410"/>
                  </a:lnTo>
                  <a:lnTo>
                    <a:pt x="199" y="404"/>
                  </a:lnTo>
                  <a:lnTo>
                    <a:pt x="178" y="394"/>
                  </a:lnTo>
                  <a:lnTo>
                    <a:pt x="156" y="381"/>
                  </a:lnTo>
                  <a:lnTo>
                    <a:pt x="136" y="363"/>
                  </a:lnTo>
                  <a:lnTo>
                    <a:pt x="116" y="343"/>
                  </a:lnTo>
                  <a:lnTo>
                    <a:pt x="98" y="319"/>
                  </a:lnTo>
                  <a:lnTo>
                    <a:pt x="81" y="292"/>
                  </a:lnTo>
                  <a:lnTo>
                    <a:pt x="67" y="263"/>
                  </a:lnTo>
                  <a:lnTo>
                    <a:pt x="52" y="231"/>
                  </a:lnTo>
                  <a:lnTo>
                    <a:pt x="41" y="197"/>
                  </a:lnTo>
                  <a:lnTo>
                    <a:pt x="30" y="160"/>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5145" name="Freeform 55"/>
            <p:cNvSpPr>
              <a:spLocks/>
            </p:cNvSpPr>
            <p:nvPr/>
          </p:nvSpPr>
          <p:spPr bwMode="auto">
            <a:xfrm>
              <a:off x="915" y="1745"/>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0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19" y="2"/>
                  </a:lnTo>
                  <a:lnTo>
                    <a:pt x="194" y="8"/>
                  </a:lnTo>
                  <a:lnTo>
                    <a:pt x="171" y="19"/>
                  </a:lnTo>
                  <a:lnTo>
                    <a:pt x="149" y="34"/>
                  </a:lnTo>
                  <a:lnTo>
                    <a:pt x="126" y="52"/>
                  </a:lnTo>
                  <a:lnTo>
                    <a:pt x="106" y="74"/>
                  </a:lnTo>
                  <a:lnTo>
                    <a:pt x="89" y="99"/>
                  </a:lnTo>
                  <a:lnTo>
                    <a:pt x="70" y="126"/>
                  </a:lnTo>
                  <a:lnTo>
                    <a:pt x="55" y="157"/>
                  </a:lnTo>
                  <a:lnTo>
                    <a:pt x="41" y="189"/>
                  </a:lnTo>
                  <a:lnTo>
                    <a:pt x="29" y="224"/>
                  </a:lnTo>
                  <a:lnTo>
                    <a:pt x="19" y="262"/>
                  </a:lnTo>
                  <a:lnTo>
                    <a:pt x="10" y="300"/>
                  </a:lnTo>
                  <a:lnTo>
                    <a:pt x="4" y="340"/>
                  </a:lnTo>
                  <a:lnTo>
                    <a:pt x="1" y="383"/>
                  </a:lnTo>
                  <a:lnTo>
                    <a:pt x="0" y="426"/>
                  </a:lnTo>
                  <a:lnTo>
                    <a:pt x="11" y="426"/>
                  </a:lnTo>
                  <a:lnTo>
                    <a:pt x="13" y="383"/>
                  </a:lnTo>
                  <a:lnTo>
                    <a:pt x="16" y="342"/>
                  </a:lnTo>
                  <a:lnTo>
                    <a:pt x="22" y="303"/>
                  </a:lnTo>
                  <a:lnTo>
                    <a:pt x="30" y="264"/>
                  </a:lnTo>
                  <a:lnTo>
                    <a:pt x="41" y="229"/>
                  </a:lnTo>
                  <a:lnTo>
                    <a:pt x="52" y="194"/>
                  </a:lnTo>
                  <a:lnTo>
                    <a:pt x="67" y="162"/>
                  </a:lnTo>
                  <a:lnTo>
                    <a:pt x="82" y="133"/>
                  </a:lnTo>
                  <a:lnTo>
                    <a:pt x="98" y="106"/>
                  </a:lnTo>
                  <a:lnTo>
                    <a:pt x="116" y="81"/>
                  </a:lnTo>
                  <a:lnTo>
                    <a:pt x="136" y="61"/>
                  </a:lnTo>
                  <a:lnTo>
                    <a:pt x="156" y="43"/>
                  </a:lnTo>
                  <a:lnTo>
                    <a:pt x="178" y="31"/>
                  </a:lnTo>
                  <a:lnTo>
                    <a:pt x="199" y="20"/>
                  </a:lnTo>
                  <a:lnTo>
                    <a:pt x="221"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5146" name="Freeform 56"/>
            <p:cNvSpPr>
              <a:spLocks/>
            </p:cNvSpPr>
            <p:nvPr/>
          </p:nvSpPr>
          <p:spPr bwMode="auto">
            <a:xfrm>
              <a:off x="1140" y="2087"/>
              <a:ext cx="49" cy="85"/>
            </a:xfrm>
            <a:custGeom>
              <a:avLst/>
              <a:gdLst>
                <a:gd name="T0" fmla="*/ 2 w 246"/>
                <a:gd name="T1" fmla="*/ 3 h 424"/>
                <a:gd name="T2" fmla="*/ 2 w 246"/>
                <a:gd name="T3" fmla="*/ 3 h 424"/>
                <a:gd name="T4" fmla="*/ 2 w 246"/>
                <a:gd name="T5" fmla="*/ 3 h 424"/>
                <a:gd name="T6" fmla="*/ 2 w 246"/>
                <a:gd name="T7" fmla="*/ 3 h 424"/>
                <a:gd name="T8" fmla="*/ 2 w 246"/>
                <a:gd name="T9" fmla="*/ 2 h 424"/>
                <a:gd name="T10" fmla="*/ 2 w 246"/>
                <a:gd name="T11" fmla="*/ 2 h 424"/>
                <a:gd name="T12" fmla="*/ 2 w 246"/>
                <a:gd name="T13" fmla="*/ 2 h 424"/>
                <a:gd name="T14" fmla="*/ 2 w 246"/>
                <a:gd name="T15" fmla="*/ 2 h 424"/>
                <a:gd name="T16" fmla="*/ 2 w 246"/>
                <a:gd name="T17" fmla="*/ 1 h 424"/>
                <a:gd name="T18" fmla="*/ 1 w 246"/>
                <a:gd name="T19" fmla="*/ 1 h 424"/>
                <a:gd name="T20" fmla="*/ 1 w 246"/>
                <a:gd name="T21" fmla="*/ 1 h 424"/>
                <a:gd name="T22" fmla="*/ 1 w 246"/>
                <a:gd name="T23" fmla="*/ 1 h 424"/>
                <a:gd name="T24" fmla="*/ 1 w 246"/>
                <a:gd name="T25" fmla="*/ 0 h 424"/>
                <a:gd name="T26" fmla="*/ 1 w 246"/>
                <a:gd name="T27" fmla="*/ 0 h 424"/>
                <a:gd name="T28" fmla="*/ 1 w 246"/>
                <a:gd name="T29" fmla="*/ 0 h 424"/>
                <a:gd name="T30" fmla="*/ 0 w 246"/>
                <a:gd name="T31" fmla="*/ 0 h 424"/>
                <a:gd name="T32" fmla="*/ 0 w 246"/>
                <a:gd name="T33" fmla="*/ 0 h 424"/>
                <a:gd name="T34" fmla="*/ 0 w 246"/>
                <a:gd name="T35" fmla="*/ 0 h 424"/>
                <a:gd name="T36" fmla="*/ 0 w 246"/>
                <a:gd name="T37" fmla="*/ 0 h 424"/>
                <a:gd name="T38" fmla="*/ 0 w 246"/>
                <a:gd name="T39" fmla="*/ 0 h 424"/>
                <a:gd name="T40" fmla="*/ 0 w 246"/>
                <a:gd name="T41" fmla="*/ 0 h 424"/>
                <a:gd name="T42" fmla="*/ 1 w 246"/>
                <a:gd name="T43" fmla="*/ 0 h 424"/>
                <a:gd name="T44" fmla="*/ 1 w 246"/>
                <a:gd name="T45" fmla="*/ 0 h 424"/>
                <a:gd name="T46" fmla="*/ 1 w 246"/>
                <a:gd name="T47" fmla="*/ 0 h 424"/>
                <a:gd name="T48" fmla="*/ 1 w 246"/>
                <a:gd name="T49" fmla="*/ 1 h 424"/>
                <a:gd name="T50" fmla="*/ 1 w 246"/>
                <a:gd name="T51" fmla="*/ 1 h 424"/>
                <a:gd name="T52" fmla="*/ 1 w 246"/>
                <a:gd name="T53" fmla="*/ 1 h 424"/>
                <a:gd name="T54" fmla="*/ 1 w 246"/>
                <a:gd name="T55" fmla="*/ 1 h 424"/>
                <a:gd name="T56" fmla="*/ 2 w 246"/>
                <a:gd name="T57" fmla="*/ 2 h 424"/>
                <a:gd name="T58" fmla="*/ 2 w 246"/>
                <a:gd name="T59" fmla="*/ 2 h 424"/>
                <a:gd name="T60" fmla="*/ 2 w 246"/>
                <a:gd name="T61" fmla="*/ 2 h 424"/>
                <a:gd name="T62" fmla="*/ 2 w 246"/>
                <a:gd name="T63" fmla="*/ 2 h 424"/>
                <a:gd name="T64" fmla="*/ 2 w 246"/>
                <a:gd name="T65" fmla="*/ 3 h 424"/>
                <a:gd name="T66" fmla="*/ 2 w 246"/>
                <a:gd name="T67" fmla="*/ 3 h 424"/>
                <a:gd name="T68" fmla="*/ 2 w 246"/>
                <a:gd name="T69" fmla="*/ 3 h 424"/>
                <a:gd name="T70" fmla="*/ 2 w 246"/>
                <a:gd name="T71" fmla="*/ 3 h 424"/>
                <a:gd name="T72" fmla="*/ 2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424"/>
                  </a:moveTo>
                  <a:lnTo>
                    <a:pt x="246" y="424"/>
                  </a:lnTo>
                  <a:lnTo>
                    <a:pt x="244" y="382"/>
                  </a:lnTo>
                  <a:lnTo>
                    <a:pt x="241" y="338"/>
                  </a:lnTo>
                  <a:lnTo>
                    <a:pt x="235" y="298"/>
                  </a:lnTo>
                  <a:lnTo>
                    <a:pt x="227" y="261"/>
                  </a:lnTo>
                  <a:lnTo>
                    <a:pt x="216" y="222"/>
                  </a:lnTo>
                  <a:lnTo>
                    <a:pt x="205" y="188"/>
                  </a:lnTo>
                  <a:lnTo>
                    <a:pt x="190" y="155"/>
                  </a:lnTo>
                  <a:lnTo>
                    <a:pt x="174" y="125"/>
                  </a:lnTo>
                  <a:lnTo>
                    <a:pt x="157" y="98"/>
                  </a:lnTo>
                  <a:lnTo>
                    <a:pt x="138" y="73"/>
                  </a:lnTo>
                  <a:lnTo>
                    <a:pt x="118" y="51"/>
                  </a:lnTo>
                  <a:lnTo>
                    <a:pt x="96" y="34"/>
                  </a:lnTo>
                  <a:lnTo>
                    <a:pt x="74" y="18"/>
                  </a:lnTo>
                  <a:lnTo>
                    <a:pt x="50" y="8"/>
                  </a:lnTo>
                  <a:lnTo>
                    <a:pt x="25" y="2"/>
                  </a:lnTo>
                  <a:lnTo>
                    <a:pt x="0" y="0"/>
                  </a:lnTo>
                  <a:lnTo>
                    <a:pt x="0" y="11"/>
                  </a:lnTo>
                  <a:lnTo>
                    <a:pt x="23" y="14"/>
                  </a:lnTo>
                  <a:lnTo>
                    <a:pt x="45" y="19"/>
                  </a:lnTo>
                  <a:lnTo>
                    <a:pt x="67" y="30"/>
                  </a:lnTo>
                  <a:lnTo>
                    <a:pt x="89" y="43"/>
                  </a:lnTo>
                  <a:lnTo>
                    <a:pt x="108" y="60"/>
                  </a:lnTo>
                  <a:lnTo>
                    <a:pt x="128" y="80"/>
                  </a:lnTo>
                  <a:lnTo>
                    <a:pt x="147" y="105"/>
                  </a:lnTo>
                  <a:lnTo>
                    <a:pt x="165" y="132"/>
                  </a:lnTo>
                  <a:lnTo>
                    <a:pt x="179" y="160"/>
                  </a:lnTo>
                  <a:lnTo>
                    <a:pt x="193" y="193"/>
                  </a:lnTo>
                  <a:lnTo>
                    <a:pt x="205" y="227"/>
                  </a:lnTo>
                  <a:lnTo>
                    <a:pt x="215" y="263"/>
                  </a:lnTo>
                  <a:lnTo>
                    <a:pt x="223" y="301"/>
                  </a:lnTo>
                  <a:lnTo>
                    <a:pt x="229" y="341"/>
                  </a:lnTo>
                  <a:lnTo>
                    <a:pt x="233" y="382"/>
                  </a:lnTo>
                  <a:lnTo>
                    <a:pt x="234" y="424"/>
                  </a:lnTo>
                  <a:lnTo>
                    <a:pt x="246"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5147" name="Freeform 57"/>
            <p:cNvSpPr>
              <a:spLocks/>
            </p:cNvSpPr>
            <p:nvPr/>
          </p:nvSpPr>
          <p:spPr bwMode="auto">
            <a:xfrm>
              <a:off x="1140" y="2172"/>
              <a:ext cx="49" cy="85"/>
            </a:xfrm>
            <a:custGeom>
              <a:avLst/>
              <a:gdLst>
                <a:gd name="T0" fmla="*/ 0 w 246"/>
                <a:gd name="T1" fmla="*/ 3 h 426"/>
                <a:gd name="T2" fmla="*/ 0 w 246"/>
                <a:gd name="T3" fmla="*/ 3 h 426"/>
                <a:gd name="T4" fmla="*/ 0 w 246"/>
                <a:gd name="T5" fmla="*/ 3 h 426"/>
                <a:gd name="T6" fmla="*/ 0 w 246"/>
                <a:gd name="T7" fmla="*/ 3 h 426"/>
                <a:gd name="T8" fmla="*/ 1 w 246"/>
                <a:gd name="T9" fmla="*/ 3 h 426"/>
                <a:gd name="T10" fmla="*/ 1 w 246"/>
                <a:gd name="T11" fmla="*/ 3 h 426"/>
                <a:gd name="T12" fmla="*/ 1 w 246"/>
                <a:gd name="T13" fmla="*/ 3 h 426"/>
                <a:gd name="T14" fmla="*/ 1 w 246"/>
                <a:gd name="T15" fmla="*/ 3 h 426"/>
                <a:gd name="T16" fmla="*/ 1 w 246"/>
                <a:gd name="T17" fmla="*/ 3 h 426"/>
                <a:gd name="T18" fmla="*/ 1 w 246"/>
                <a:gd name="T19" fmla="*/ 2 h 426"/>
                <a:gd name="T20" fmla="*/ 2 w 246"/>
                <a:gd name="T21" fmla="*/ 2 h 426"/>
                <a:gd name="T22" fmla="*/ 2 w 246"/>
                <a:gd name="T23" fmla="*/ 2 h 426"/>
                <a:gd name="T24" fmla="*/ 2 w 246"/>
                <a:gd name="T25" fmla="*/ 2 h 426"/>
                <a:gd name="T26" fmla="*/ 2 w 246"/>
                <a:gd name="T27" fmla="*/ 1 h 426"/>
                <a:gd name="T28" fmla="*/ 2 w 246"/>
                <a:gd name="T29" fmla="*/ 1 h 426"/>
                <a:gd name="T30" fmla="*/ 2 w 246"/>
                <a:gd name="T31" fmla="*/ 1 h 426"/>
                <a:gd name="T32" fmla="*/ 2 w 246"/>
                <a:gd name="T33" fmla="*/ 0 h 426"/>
                <a:gd name="T34" fmla="*/ 2 w 246"/>
                <a:gd name="T35" fmla="*/ 0 h 426"/>
                <a:gd name="T36" fmla="*/ 2 w 246"/>
                <a:gd name="T37" fmla="*/ 0 h 426"/>
                <a:gd name="T38" fmla="*/ 2 w 246"/>
                <a:gd name="T39" fmla="*/ 0 h 426"/>
                <a:gd name="T40" fmla="*/ 2 w 246"/>
                <a:gd name="T41" fmla="*/ 1 h 426"/>
                <a:gd name="T42" fmla="*/ 2 w 246"/>
                <a:gd name="T43" fmla="*/ 1 h 426"/>
                <a:gd name="T44" fmla="*/ 2 w 246"/>
                <a:gd name="T45" fmla="*/ 1 h 426"/>
                <a:gd name="T46" fmla="*/ 2 w 246"/>
                <a:gd name="T47" fmla="*/ 2 h 426"/>
                <a:gd name="T48" fmla="*/ 2 w 246"/>
                <a:gd name="T49" fmla="*/ 2 h 426"/>
                <a:gd name="T50" fmla="*/ 1 w 246"/>
                <a:gd name="T51" fmla="*/ 2 h 426"/>
                <a:gd name="T52" fmla="*/ 1 w 246"/>
                <a:gd name="T53" fmla="*/ 2 h 426"/>
                <a:gd name="T54" fmla="*/ 1 w 246"/>
                <a:gd name="T55" fmla="*/ 3 h 426"/>
                <a:gd name="T56" fmla="*/ 1 w 246"/>
                <a:gd name="T57" fmla="*/ 3 h 426"/>
                <a:gd name="T58" fmla="*/ 1 w 246"/>
                <a:gd name="T59" fmla="*/ 3 h 426"/>
                <a:gd name="T60" fmla="*/ 1 w 246"/>
                <a:gd name="T61" fmla="*/ 3 h 426"/>
                <a:gd name="T62" fmla="*/ 1 w 246"/>
                <a:gd name="T63" fmla="*/ 3 h 426"/>
                <a:gd name="T64" fmla="*/ 0 w 246"/>
                <a:gd name="T65" fmla="*/ 3 h 426"/>
                <a:gd name="T66" fmla="*/ 0 w 246"/>
                <a:gd name="T67" fmla="*/ 3 h 426"/>
                <a:gd name="T68" fmla="*/ 0 w 246"/>
                <a:gd name="T69" fmla="*/ 3 h 426"/>
                <a:gd name="T70" fmla="*/ 0 w 246"/>
                <a:gd name="T71" fmla="*/ 3 h 426"/>
                <a:gd name="T72" fmla="*/ 0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426"/>
                  </a:moveTo>
                  <a:lnTo>
                    <a:pt x="0" y="426"/>
                  </a:lnTo>
                  <a:lnTo>
                    <a:pt x="25" y="423"/>
                  </a:lnTo>
                  <a:lnTo>
                    <a:pt x="50" y="417"/>
                  </a:lnTo>
                  <a:lnTo>
                    <a:pt x="74" y="407"/>
                  </a:lnTo>
                  <a:lnTo>
                    <a:pt x="96" y="392"/>
                  </a:lnTo>
                  <a:lnTo>
                    <a:pt x="118" y="373"/>
                  </a:lnTo>
                  <a:lnTo>
                    <a:pt x="138" y="350"/>
                  </a:lnTo>
                  <a:lnTo>
                    <a:pt x="157" y="327"/>
                  </a:lnTo>
                  <a:lnTo>
                    <a:pt x="175" y="299"/>
                  </a:lnTo>
                  <a:lnTo>
                    <a:pt x="190" y="268"/>
                  </a:lnTo>
                  <a:lnTo>
                    <a:pt x="205" y="236"/>
                  </a:lnTo>
                  <a:lnTo>
                    <a:pt x="216" y="202"/>
                  </a:lnTo>
                  <a:lnTo>
                    <a:pt x="227" y="164"/>
                  </a:lnTo>
                  <a:lnTo>
                    <a:pt x="235" y="125"/>
                  </a:lnTo>
                  <a:lnTo>
                    <a:pt x="241" y="86"/>
                  </a:lnTo>
                  <a:lnTo>
                    <a:pt x="244" y="42"/>
                  </a:lnTo>
                  <a:lnTo>
                    <a:pt x="246" y="0"/>
                  </a:lnTo>
                  <a:lnTo>
                    <a:pt x="234" y="0"/>
                  </a:lnTo>
                  <a:lnTo>
                    <a:pt x="233" y="42"/>
                  </a:lnTo>
                  <a:lnTo>
                    <a:pt x="229" y="83"/>
                  </a:lnTo>
                  <a:lnTo>
                    <a:pt x="223" y="123"/>
                  </a:lnTo>
                  <a:lnTo>
                    <a:pt x="215" y="162"/>
                  </a:lnTo>
                  <a:lnTo>
                    <a:pt x="205" y="197"/>
                  </a:lnTo>
                  <a:lnTo>
                    <a:pt x="193" y="231"/>
                  </a:lnTo>
                  <a:lnTo>
                    <a:pt x="179" y="264"/>
                  </a:lnTo>
                  <a:lnTo>
                    <a:pt x="164" y="292"/>
                  </a:lnTo>
                  <a:lnTo>
                    <a:pt x="147" y="320"/>
                  </a:lnTo>
                  <a:lnTo>
                    <a:pt x="128" y="343"/>
                  </a:lnTo>
                  <a:lnTo>
                    <a:pt x="108" y="363"/>
                  </a:lnTo>
                  <a:lnTo>
                    <a:pt x="89" y="382"/>
                  </a:lnTo>
                  <a:lnTo>
                    <a:pt x="67" y="395"/>
                  </a:lnTo>
                  <a:lnTo>
                    <a:pt x="45" y="406"/>
                  </a:lnTo>
                  <a:lnTo>
                    <a:pt x="23" y="411"/>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5148" name="Freeform 58"/>
            <p:cNvSpPr>
              <a:spLocks/>
            </p:cNvSpPr>
            <p:nvPr/>
          </p:nvSpPr>
          <p:spPr bwMode="auto">
            <a:xfrm>
              <a:off x="1091" y="2172"/>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4" y="86"/>
                  </a:lnTo>
                  <a:lnTo>
                    <a:pt x="10" y="125"/>
                  </a:lnTo>
                  <a:lnTo>
                    <a:pt x="18" y="164"/>
                  </a:lnTo>
                  <a:lnTo>
                    <a:pt x="29" y="202"/>
                  </a:lnTo>
                  <a:lnTo>
                    <a:pt x="41" y="236"/>
                  </a:lnTo>
                  <a:lnTo>
                    <a:pt x="55" y="268"/>
                  </a:lnTo>
                  <a:lnTo>
                    <a:pt x="70" y="299"/>
                  </a:lnTo>
                  <a:lnTo>
                    <a:pt x="89" y="327"/>
                  </a:lnTo>
                  <a:lnTo>
                    <a:pt x="106" y="350"/>
                  </a:lnTo>
                  <a:lnTo>
                    <a:pt x="126" y="373"/>
                  </a:lnTo>
                  <a:lnTo>
                    <a:pt x="148" y="392"/>
                  </a:lnTo>
                  <a:lnTo>
                    <a:pt x="171" y="407"/>
                  </a:lnTo>
                  <a:lnTo>
                    <a:pt x="194" y="417"/>
                  </a:lnTo>
                  <a:lnTo>
                    <a:pt x="219" y="423"/>
                  </a:lnTo>
                  <a:lnTo>
                    <a:pt x="245" y="426"/>
                  </a:lnTo>
                  <a:lnTo>
                    <a:pt x="245" y="414"/>
                  </a:lnTo>
                  <a:lnTo>
                    <a:pt x="221" y="411"/>
                  </a:lnTo>
                  <a:lnTo>
                    <a:pt x="199" y="406"/>
                  </a:lnTo>
                  <a:lnTo>
                    <a:pt x="178" y="395"/>
                  </a:lnTo>
                  <a:lnTo>
                    <a:pt x="155" y="382"/>
                  </a:lnTo>
                  <a:lnTo>
                    <a:pt x="136" y="363"/>
                  </a:lnTo>
                  <a:lnTo>
                    <a:pt x="116" y="343"/>
                  </a:lnTo>
                  <a:lnTo>
                    <a:pt x="98" y="320"/>
                  </a:lnTo>
                  <a:lnTo>
                    <a:pt x="82" y="292"/>
                  </a:lnTo>
                  <a:lnTo>
                    <a:pt x="66" y="264"/>
                  </a:lnTo>
                  <a:lnTo>
                    <a:pt x="52" y="231"/>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5149" name="Freeform 59"/>
            <p:cNvSpPr>
              <a:spLocks/>
            </p:cNvSpPr>
            <p:nvPr/>
          </p:nvSpPr>
          <p:spPr bwMode="auto">
            <a:xfrm>
              <a:off x="1091" y="2087"/>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4" y="8"/>
                  </a:lnTo>
                  <a:lnTo>
                    <a:pt x="171" y="18"/>
                  </a:lnTo>
                  <a:lnTo>
                    <a:pt x="148" y="34"/>
                  </a:lnTo>
                  <a:lnTo>
                    <a:pt x="126" y="51"/>
                  </a:lnTo>
                  <a:lnTo>
                    <a:pt x="106" y="73"/>
                  </a:lnTo>
                  <a:lnTo>
                    <a:pt x="89" y="98"/>
                  </a:lnTo>
                  <a:lnTo>
                    <a:pt x="71" y="125"/>
                  </a:lnTo>
                  <a:lnTo>
                    <a:pt x="55" y="155"/>
                  </a:lnTo>
                  <a:lnTo>
                    <a:pt x="41" y="188"/>
                  </a:lnTo>
                  <a:lnTo>
                    <a:pt x="29" y="222"/>
                  </a:lnTo>
                  <a:lnTo>
                    <a:pt x="18" y="261"/>
                  </a:lnTo>
                  <a:lnTo>
                    <a:pt x="10" y="298"/>
                  </a:lnTo>
                  <a:lnTo>
                    <a:pt x="4" y="338"/>
                  </a:lnTo>
                  <a:lnTo>
                    <a:pt x="1" y="382"/>
                  </a:lnTo>
                  <a:lnTo>
                    <a:pt x="0" y="424"/>
                  </a:lnTo>
                  <a:lnTo>
                    <a:pt x="11" y="424"/>
                  </a:lnTo>
                  <a:lnTo>
                    <a:pt x="13" y="382"/>
                  </a:lnTo>
                  <a:lnTo>
                    <a:pt x="16" y="341"/>
                  </a:lnTo>
                  <a:lnTo>
                    <a:pt x="22" y="301"/>
                  </a:lnTo>
                  <a:lnTo>
                    <a:pt x="30" y="263"/>
                  </a:lnTo>
                  <a:lnTo>
                    <a:pt x="41" y="227"/>
                  </a:lnTo>
                  <a:lnTo>
                    <a:pt x="52" y="193"/>
                  </a:lnTo>
                  <a:lnTo>
                    <a:pt x="66" y="160"/>
                  </a:lnTo>
                  <a:lnTo>
                    <a:pt x="80" y="132"/>
                  </a:lnTo>
                  <a:lnTo>
                    <a:pt x="98" y="105"/>
                  </a:lnTo>
                  <a:lnTo>
                    <a:pt x="116" y="80"/>
                  </a:lnTo>
                  <a:lnTo>
                    <a:pt x="136" y="60"/>
                  </a:lnTo>
                  <a:lnTo>
                    <a:pt x="155" y="43"/>
                  </a:lnTo>
                  <a:lnTo>
                    <a:pt x="178" y="30"/>
                  </a:lnTo>
                  <a:lnTo>
                    <a:pt x="199" y="19"/>
                  </a:lnTo>
                  <a:lnTo>
                    <a:pt x="221" y="14"/>
                  </a:lnTo>
                  <a:lnTo>
                    <a:pt x="245" y="11"/>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5150" name="Freeform 60"/>
            <p:cNvSpPr>
              <a:spLocks/>
            </p:cNvSpPr>
            <p:nvPr/>
          </p:nvSpPr>
          <p:spPr bwMode="auto">
            <a:xfrm>
              <a:off x="1392" y="2118"/>
              <a:ext cx="49" cy="85"/>
            </a:xfrm>
            <a:custGeom>
              <a:avLst/>
              <a:gdLst>
                <a:gd name="T0" fmla="*/ 2 w 246"/>
                <a:gd name="T1" fmla="*/ 3 h 426"/>
                <a:gd name="T2" fmla="*/ 2 w 246"/>
                <a:gd name="T3" fmla="*/ 3 h 426"/>
                <a:gd name="T4" fmla="*/ 2 w 246"/>
                <a:gd name="T5" fmla="*/ 3 h 426"/>
                <a:gd name="T6" fmla="*/ 2 w 246"/>
                <a:gd name="T7" fmla="*/ 3 h 426"/>
                <a:gd name="T8" fmla="*/ 2 w 246"/>
                <a:gd name="T9" fmla="*/ 2 h 426"/>
                <a:gd name="T10" fmla="*/ 2 w 246"/>
                <a:gd name="T11" fmla="*/ 2 h 426"/>
                <a:gd name="T12" fmla="*/ 2 w 246"/>
                <a:gd name="T13" fmla="*/ 2 h 426"/>
                <a:gd name="T14" fmla="*/ 2 w 246"/>
                <a:gd name="T15" fmla="*/ 2 h 426"/>
                <a:gd name="T16" fmla="*/ 2 w 246"/>
                <a:gd name="T17" fmla="*/ 1 h 426"/>
                <a:gd name="T18" fmla="*/ 1 w 246"/>
                <a:gd name="T19" fmla="*/ 1 h 426"/>
                <a:gd name="T20" fmla="*/ 1 w 246"/>
                <a:gd name="T21" fmla="*/ 1 h 426"/>
                <a:gd name="T22" fmla="*/ 1 w 246"/>
                <a:gd name="T23" fmla="*/ 1 h 426"/>
                <a:gd name="T24" fmla="*/ 1 w 246"/>
                <a:gd name="T25" fmla="*/ 0 h 426"/>
                <a:gd name="T26" fmla="*/ 1 w 246"/>
                <a:gd name="T27" fmla="*/ 0 h 426"/>
                <a:gd name="T28" fmla="*/ 1 w 246"/>
                <a:gd name="T29" fmla="*/ 0 h 426"/>
                <a:gd name="T30" fmla="*/ 0 w 246"/>
                <a:gd name="T31" fmla="*/ 0 h 426"/>
                <a:gd name="T32" fmla="*/ 0 w 246"/>
                <a:gd name="T33" fmla="*/ 0 h 426"/>
                <a:gd name="T34" fmla="*/ 0 w 246"/>
                <a:gd name="T35" fmla="*/ 0 h 426"/>
                <a:gd name="T36" fmla="*/ 0 w 246"/>
                <a:gd name="T37" fmla="*/ 0 h 426"/>
                <a:gd name="T38" fmla="*/ 0 w 246"/>
                <a:gd name="T39" fmla="*/ 0 h 426"/>
                <a:gd name="T40" fmla="*/ 0 w 246"/>
                <a:gd name="T41" fmla="*/ 0 h 426"/>
                <a:gd name="T42" fmla="*/ 1 w 246"/>
                <a:gd name="T43" fmla="*/ 0 h 426"/>
                <a:gd name="T44" fmla="*/ 1 w 246"/>
                <a:gd name="T45" fmla="*/ 0 h 426"/>
                <a:gd name="T46" fmla="*/ 1 w 246"/>
                <a:gd name="T47" fmla="*/ 1 h 426"/>
                <a:gd name="T48" fmla="*/ 1 w 246"/>
                <a:gd name="T49" fmla="*/ 1 h 426"/>
                <a:gd name="T50" fmla="*/ 1 w 246"/>
                <a:gd name="T51" fmla="*/ 1 h 426"/>
                <a:gd name="T52" fmla="*/ 1 w 246"/>
                <a:gd name="T53" fmla="*/ 1 h 426"/>
                <a:gd name="T54" fmla="*/ 1 w 246"/>
                <a:gd name="T55" fmla="*/ 1 h 426"/>
                <a:gd name="T56" fmla="*/ 2 w 246"/>
                <a:gd name="T57" fmla="*/ 2 h 426"/>
                <a:gd name="T58" fmla="*/ 2 w 246"/>
                <a:gd name="T59" fmla="*/ 2 h 426"/>
                <a:gd name="T60" fmla="*/ 2 w 246"/>
                <a:gd name="T61" fmla="*/ 2 h 426"/>
                <a:gd name="T62" fmla="*/ 2 w 246"/>
                <a:gd name="T63" fmla="*/ 2 h 426"/>
                <a:gd name="T64" fmla="*/ 2 w 246"/>
                <a:gd name="T65" fmla="*/ 3 h 426"/>
                <a:gd name="T66" fmla="*/ 2 w 246"/>
                <a:gd name="T67" fmla="*/ 3 h 426"/>
                <a:gd name="T68" fmla="*/ 2 w 246"/>
                <a:gd name="T69" fmla="*/ 3 h 426"/>
                <a:gd name="T70" fmla="*/ 2 w 246"/>
                <a:gd name="T71" fmla="*/ 3 h 426"/>
                <a:gd name="T72" fmla="*/ 2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246" y="426"/>
                  </a:moveTo>
                  <a:lnTo>
                    <a:pt x="246" y="426"/>
                  </a:lnTo>
                  <a:lnTo>
                    <a:pt x="245" y="384"/>
                  </a:lnTo>
                  <a:lnTo>
                    <a:pt x="242" y="340"/>
                  </a:lnTo>
                  <a:lnTo>
                    <a:pt x="236" y="301"/>
                  </a:lnTo>
                  <a:lnTo>
                    <a:pt x="228" y="262"/>
                  </a:lnTo>
                  <a:lnTo>
                    <a:pt x="217" y="224"/>
                  </a:lnTo>
                  <a:lnTo>
                    <a:pt x="205" y="190"/>
                  </a:lnTo>
                  <a:lnTo>
                    <a:pt x="191" y="158"/>
                  </a:lnTo>
                  <a:lnTo>
                    <a:pt x="176" y="126"/>
                  </a:lnTo>
                  <a:lnTo>
                    <a:pt x="157" y="99"/>
                  </a:lnTo>
                  <a:lnTo>
                    <a:pt x="139" y="75"/>
                  </a:lnTo>
                  <a:lnTo>
                    <a:pt x="119" y="53"/>
                  </a:lnTo>
                  <a:lnTo>
                    <a:pt x="96" y="34"/>
                  </a:lnTo>
                  <a:lnTo>
                    <a:pt x="75" y="19"/>
                  </a:lnTo>
                  <a:lnTo>
                    <a:pt x="51" y="9"/>
                  </a:lnTo>
                  <a:lnTo>
                    <a:pt x="26" y="3"/>
                  </a:lnTo>
                  <a:lnTo>
                    <a:pt x="0" y="0"/>
                  </a:lnTo>
                  <a:lnTo>
                    <a:pt x="0" y="12"/>
                  </a:lnTo>
                  <a:lnTo>
                    <a:pt x="24" y="15"/>
                  </a:lnTo>
                  <a:lnTo>
                    <a:pt x="46" y="20"/>
                  </a:lnTo>
                  <a:lnTo>
                    <a:pt x="68" y="31"/>
                  </a:lnTo>
                  <a:lnTo>
                    <a:pt x="89" y="44"/>
                  </a:lnTo>
                  <a:lnTo>
                    <a:pt x="109" y="63"/>
                  </a:lnTo>
                  <a:lnTo>
                    <a:pt x="129" y="83"/>
                  </a:lnTo>
                  <a:lnTo>
                    <a:pt x="148" y="106"/>
                  </a:lnTo>
                  <a:lnTo>
                    <a:pt x="164" y="133"/>
                  </a:lnTo>
                  <a:lnTo>
                    <a:pt x="180" y="162"/>
                  </a:lnTo>
                  <a:lnTo>
                    <a:pt x="194" y="195"/>
                  </a:lnTo>
                  <a:lnTo>
                    <a:pt x="205" y="229"/>
                  </a:lnTo>
                  <a:lnTo>
                    <a:pt x="216" y="264"/>
                  </a:lnTo>
                  <a:lnTo>
                    <a:pt x="224" y="303"/>
                  </a:lnTo>
                  <a:lnTo>
                    <a:pt x="230" y="343"/>
                  </a:lnTo>
                  <a:lnTo>
                    <a:pt x="233" y="384"/>
                  </a:lnTo>
                  <a:lnTo>
                    <a:pt x="235" y="426"/>
                  </a:lnTo>
                  <a:lnTo>
                    <a:pt x="246"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5151" name="Freeform 61"/>
            <p:cNvSpPr>
              <a:spLocks/>
            </p:cNvSpPr>
            <p:nvPr/>
          </p:nvSpPr>
          <p:spPr bwMode="auto">
            <a:xfrm>
              <a:off x="1392" y="2203"/>
              <a:ext cx="49" cy="85"/>
            </a:xfrm>
            <a:custGeom>
              <a:avLst/>
              <a:gdLst>
                <a:gd name="T0" fmla="*/ 0 w 246"/>
                <a:gd name="T1" fmla="*/ 3 h 424"/>
                <a:gd name="T2" fmla="*/ 0 w 246"/>
                <a:gd name="T3" fmla="*/ 3 h 424"/>
                <a:gd name="T4" fmla="*/ 0 w 246"/>
                <a:gd name="T5" fmla="*/ 3 h 424"/>
                <a:gd name="T6" fmla="*/ 0 w 246"/>
                <a:gd name="T7" fmla="*/ 3 h 424"/>
                <a:gd name="T8" fmla="*/ 1 w 246"/>
                <a:gd name="T9" fmla="*/ 3 h 424"/>
                <a:gd name="T10" fmla="*/ 1 w 246"/>
                <a:gd name="T11" fmla="*/ 3 h 424"/>
                <a:gd name="T12" fmla="*/ 1 w 246"/>
                <a:gd name="T13" fmla="*/ 3 h 424"/>
                <a:gd name="T14" fmla="*/ 1 w 246"/>
                <a:gd name="T15" fmla="*/ 3 h 424"/>
                <a:gd name="T16" fmla="*/ 1 w 246"/>
                <a:gd name="T17" fmla="*/ 3 h 424"/>
                <a:gd name="T18" fmla="*/ 1 w 246"/>
                <a:gd name="T19" fmla="*/ 2 h 424"/>
                <a:gd name="T20" fmla="*/ 2 w 246"/>
                <a:gd name="T21" fmla="*/ 2 h 424"/>
                <a:gd name="T22" fmla="*/ 2 w 246"/>
                <a:gd name="T23" fmla="*/ 2 h 424"/>
                <a:gd name="T24" fmla="*/ 2 w 246"/>
                <a:gd name="T25" fmla="*/ 2 h 424"/>
                <a:gd name="T26" fmla="*/ 2 w 246"/>
                <a:gd name="T27" fmla="*/ 1 h 424"/>
                <a:gd name="T28" fmla="*/ 2 w 246"/>
                <a:gd name="T29" fmla="*/ 1 h 424"/>
                <a:gd name="T30" fmla="*/ 2 w 246"/>
                <a:gd name="T31" fmla="*/ 1 h 424"/>
                <a:gd name="T32" fmla="*/ 2 w 246"/>
                <a:gd name="T33" fmla="*/ 0 h 424"/>
                <a:gd name="T34" fmla="*/ 2 w 246"/>
                <a:gd name="T35" fmla="*/ 0 h 424"/>
                <a:gd name="T36" fmla="*/ 2 w 246"/>
                <a:gd name="T37" fmla="*/ 0 h 424"/>
                <a:gd name="T38" fmla="*/ 2 w 246"/>
                <a:gd name="T39" fmla="*/ 0 h 424"/>
                <a:gd name="T40" fmla="*/ 2 w 246"/>
                <a:gd name="T41" fmla="*/ 1 h 424"/>
                <a:gd name="T42" fmla="*/ 2 w 246"/>
                <a:gd name="T43" fmla="*/ 1 h 424"/>
                <a:gd name="T44" fmla="*/ 2 w 246"/>
                <a:gd name="T45" fmla="*/ 1 h 424"/>
                <a:gd name="T46" fmla="*/ 2 w 246"/>
                <a:gd name="T47" fmla="*/ 2 h 424"/>
                <a:gd name="T48" fmla="*/ 2 w 246"/>
                <a:gd name="T49" fmla="*/ 2 h 424"/>
                <a:gd name="T50" fmla="*/ 1 w 246"/>
                <a:gd name="T51" fmla="*/ 2 h 424"/>
                <a:gd name="T52" fmla="*/ 1 w 246"/>
                <a:gd name="T53" fmla="*/ 2 h 424"/>
                <a:gd name="T54" fmla="*/ 1 w 246"/>
                <a:gd name="T55" fmla="*/ 3 h 424"/>
                <a:gd name="T56" fmla="*/ 1 w 246"/>
                <a:gd name="T57" fmla="*/ 3 h 424"/>
                <a:gd name="T58" fmla="*/ 1 w 246"/>
                <a:gd name="T59" fmla="*/ 3 h 424"/>
                <a:gd name="T60" fmla="*/ 1 w 246"/>
                <a:gd name="T61" fmla="*/ 3 h 424"/>
                <a:gd name="T62" fmla="*/ 1 w 246"/>
                <a:gd name="T63" fmla="*/ 3 h 424"/>
                <a:gd name="T64" fmla="*/ 0 w 246"/>
                <a:gd name="T65" fmla="*/ 3 h 424"/>
                <a:gd name="T66" fmla="*/ 0 w 246"/>
                <a:gd name="T67" fmla="*/ 3 h 424"/>
                <a:gd name="T68" fmla="*/ 0 w 246"/>
                <a:gd name="T69" fmla="*/ 3 h 424"/>
                <a:gd name="T70" fmla="*/ 0 w 246"/>
                <a:gd name="T71" fmla="*/ 3 h 424"/>
                <a:gd name="T72" fmla="*/ 0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0" y="424"/>
                  </a:moveTo>
                  <a:lnTo>
                    <a:pt x="0" y="424"/>
                  </a:lnTo>
                  <a:lnTo>
                    <a:pt x="26" y="422"/>
                  </a:lnTo>
                  <a:lnTo>
                    <a:pt x="51" y="416"/>
                  </a:lnTo>
                  <a:lnTo>
                    <a:pt x="75" y="406"/>
                  </a:lnTo>
                  <a:lnTo>
                    <a:pt x="96" y="390"/>
                  </a:lnTo>
                  <a:lnTo>
                    <a:pt x="119" y="373"/>
                  </a:lnTo>
                  <a:lnTo>
                    <a:pt x="139" y="351"/>
                  </a:lnTo>
                  <a:lnTo>
                    <a:pt x="157" y="326"/>
                  </a:lnTo>
                  <a:lnTo>
                    <a:pt x="175" y="299"/>
                  </a:lnTo>
                  <a:lnTo>
                    <a:pt x="191" y="269"/>
                  </a:lnTo>
                  <a:lnTo>
                    <a:pt x="205" y="236"/>
                  </a:lnTo>
                  <a:lnTo>
                    <a:pt x="217" y="202"/>
                  </a:lnTo>
                  <a:lnTo>
                    <a:pt x="228" y="163"/>
                  </a:lnTo>
                  <a:lnTo>
                    <a:pt x="236" y="125"/>
                  </a:lnTo>
                  <a:lnTo>
                    <a:pt x="242" y="86"/>
                  </a:lnTo>
                  <a:lnTo>
                    <a:pt x="245" y="42"/>
                  </a:lnTo>
                  <a:lnTo>
                    <a:pt x="246" y="0"/>
                  </a:lnTo>
                  <a:lnTo>
                    <a:pt x="235" y="0"/>
                  </a:lnTo>
                  <a:lnTo>
                    <a:pt x="233" y="42"/>
                  </a:lnTo>
                  <a:lnTo>
                    <a:pt x="230" y="83"/>
                  </a:lnTo>
                  <a:lnTo>
                    <a:pt x="224" y="123"/>
                  </a:lnTo>
                  <a:lnTo>
                    <a:pt x="216" y="161"/>
                  </a:lnTo>
                  <a:lnTo>
                    <a:pt x="205" y="197"/>
                  </a:lnTo>
                  <a:lnTo>
                    <a:pt x="194" y="231"/>
                  </a:lnTo>
                  <a:lnTo>
                    <a:pt x="180" y="264"/>
                  </a:lnTo>
                  <a:lnTo>
                    <a:pt x="166" y="292"/>
                  </a:lnTo>
                  <a:lnTo>
                    <a:pt x="148" y="319"/>
                  </a:lnTo>
                  <a:lnTo>
                    <a:pt x="129" y="344"/>
                  </a:lnTo>
                  <a:lnTo>
                    <a:pt x="109" y="364"/>
                  </a:lnTo>
                  <a:lnTo>
                    <a:pt x="89" y="381"/>
                  </a:lnTo>
                  <a:lnTo>
                    <a:pt x="68" y="394"/>
                  </a:lnTo>
                  <a:lnTo>
                    <a:pt x="46" y="405"/>
                  </a:lnTo>
                  <a:lnTo>
                    <a:pt x="24" y="410"/>
                  </a:lnTo>
                  <a:lnTo>
                    <a:pt x="0" y="413"/>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5152" name="Freeform 62"/>
            <p:cNvSpPr>
              <a:spLocks/>
            </p:cNvSpPr>
            <p:nvPr/>
          </p:nvSpPr>
          <p:spPr bwMode="auto">
            <a:xfrm>
              <a:off x="1343" y="2203"/>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2" y="42"/>
                  </a:lnTo>
                  <a:lnTo>
                    <a:pt x="5" y="86"/>
                  </a:lnTo>
                  <a:lnTo>
                    <a:pt x="11" y="125"/>
                  </a:lnTo>
                  <a:lnTo>
                    <a:pt x="19" y="163"/>
                  </a:lnTo>
                  <a:lnTo>
                    <a:pt x="30" y="202"/>
                  </a:lnTo>
                  <a:lnTo>
                    <a:pt x="41" y="236"/>
                  </a:lnTo>
                  <a:lnTo>
                    <a:pt x="56" y="269"/>
                  </a:lnTo>
                  <a:lnTo>
                    <a:pt x="72" y="299"/>
                  </a:lnTo>
                  <a:lnTo>
                    <a:pt x="90" y="326"/>
                  </a:lnTo>
                  <a:lnTo>
                    <a:pt x="108" y="351"/>
                  </a:lnTo>
                  <a:lnTo>
                    <a:pt x="127" y="373"/>
                  </a:lnTo>
                  <a:lnTo>
                    <a:pt x="149" y="390"/>
                  </a:lnTo>
                  <a:lnTo>
                    <a:pt x="172" y="406"/>
                  </a:lnTo>
                  <a:lnTo>
                    <a:pt x="195" y="416"/>
                  </a:lnTo>
                  <a:lnTo>
                    <a:pt x="220" y="422"/>
                  </a:lnTo>
                  <a:lnTo>
                    <a:pt x="245" y="424"/>
                  </a:lnTo>
                  <a:lnTo>
                    <a:pt x="245" y="413"/>
                  </a:lnTo>
                  <a:lnTo>
                    <a:pt x="222" y="410"/>
                  </a:lnTo>
                  <a:lnTo>
                    <a:pt x="200" y="405"/>
                  </a:lnTo>
                  <a:lnTo>
                    <a:pt x="179" y="394"/>
                  </a:lnTo>
                  <a:lnTo>
                    <a:pt x="156" y="381"/>
                  </a:lnTo>
                  <a:lnTo>
                    <a:pt x="136" y="364"/>
                  </a:lnTo>
                  <a:lnTo>
                    <a:pt x="118" y="344"/>
                  </a:lnTo>
                  <a:lnTo>
                    <a:pt x="99" y="319"/>
                  </a:lnTo>
                  <a:lnTo>
                    <a:pt x="81" y="292"/>
                  </a:lnTo>
                  <a:lnTo>
                    <a:pt x="67" y="264"/>
                  </a:lnTo>
                  <a:lnTo>
                    <a:pt x="53" y="231"/>
                  </a:lnTo>
                  <a:lnTo>
                    <a:pt x="41" y="197"/>
                  </a:lnTo>
                  <a:lnTo>
                    <a:pt x="31" y="161"/>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5153" name="Freeform 63"/>
            <p:cNvSpPr>
              <a:spLocks/>
            </p:cNvSpPr>
            <p:nvPr/>
          </p:nvSpPr>
          <p:spPr bwMode="auto">
            <a:xfrm>
              <a:off x="1343" y="2118"/>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1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20" y="3"/>
                  </a:lnTo>
                  <a:lnTo>
                    <a:pt x="195" y="9"/>
                  </a:lnTo>
                  <a:lnTo>
                    <a:pt x="172" y="19"/>
                  </a:lnTo>
                  <a:lnTo>
                    <a:pt x="149" y="34"/>
                  </a:lnTo>
                  <a:lnTo>
                    <a:pt x="127" y="53"/>
                  </a:lnTo>
                  <a:lnTo>
                    <a:pt x="108" y="75"/>
                  </a:lnTo>
                  <a:lnTo>
                    <a:pt x="90" y="99"/>
                  </a:lnTo>
                  <a:lnTo>
                    <a:pt x="71" y="126"/>
                  </a:lnTo>
                  <a:lnTo>
                    <a:pt x="56" y="158"/>
                  </a:lnTo>
                  <a:lnTo>
                    <a:pt x="41" y="190"/>
                  </a:lnTo>
                  <a:lnTo>
                    <a:pt x="30" y="224"/>
                  </a:lnTo>
                  <a:lnTo>
                    <a:pt x="19" y="262"/>
                  </a:lnTo>
                  <a:lnTo>
                    <a:pt x="11" y="301"/>
                  </a:lnTo>
                  <a:lnTo>
                    <a:pt x="5" y="340"/>
                  </a:lnTo>
                  <a:lnTo>
                    <a:pt x="2" y="384"/>
                  </a:lnTo>
                  <a:lnTo>
                    <a:pt x="0" y="426"/>
                  </a:lnTo>
                  <a:lnTo>
                    <a:pt x="12" y="426"/>
                  </a:lnTo>
                  <a:lnTo>
                    <a:pt x="13" y="384"/>
                  </a:lnTo>
                  <a:lnTo>
                    <a:pt x="17" y="343"/>
                  </a:lnTo>
                  <a:lnTo>
                    <a:pt x="23" y="303"/>
                  </a:lnTo>
                  <a:lnTo>
                    <a:pt x="31" y="264"/>
                  </a:lnTo>
                  <a:lnTo>
                    <a:pt x="41" y="229"/>
                  </a:lnTo>
                  <a:lnTo>
                    <a:pt x="53" y="195"/>
                  </a:lnTo>
                  <a:lnTo>
                    <a:pt x="67" y="162"/>
                  </a:lnTo>
                  <a:lnTo>
                    <a:pt x="82" y="133"/>
                  </a:lnTo>
                  <a:lnTo>
                    <a:pt x="99" y="106"/>
                  </a:lnTo>
                  <a:lnTo>
                    <a:pt x="118" y="83"/>
                  </a:lnTo>
                  <a:lnTo>
                    <a:pt x="136" y="63"/>
                  </a:lnTo>
                  <a:lnTo>
                    <a:pt x="156" y="44"/>
                  </a:lnTo>
                  <a:lnTo>
                    <a:pt x="179" y="31"/>
                  </a:lnTo>
                  <a:lnTo>
                    <a:pt x="200" y="20"/>
                  </a:lnTo>
                  <a:lnTo>
                    <a:pt x="222" y="15"/>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5154" name="Freeform 64"/>
            <p:cNvSpPr>
              <a:spLocks/>
            </p:cNvSpPr>
            <p:nvPr/>
          </p:nvSpPr>
          <p:spPr bwMode="auto">
            <a:xfrm>
              <a:off x="1384" y="1859"/>
              <a:ext cx="49" cy="84"/>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1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3" y="382"/>
                  </a:lnTo>
                  <a:lnTo>
                    <a:pt x="240" y="339"/>
                  </a:lnTo>
                  <a:lnTo>
                    <a:pt x="234" y="299"/>
                  </a:lnTo>
                  <a:lnTo>
                    <a:pt x="226" y="261"/>
                  </a:lnTo>
                  <a:lnTo>
                    <a:pt x="215" y="222"/>
                  </a:lnTo>
                  <a:lnTo>
                    <a:pt x="204" y="188"/>
                  </a:lnTo>
                  <a:lnTo>
                    <a:pt x="189" y="156"/>
                  </a:lnTo>
                  <a:lnTo>
                    <a:pt x="173" y="125"/>
                  </a:lnTo>
                  <a:lnTo>
                    <a:pt x="155" y="98"/>
                  </a:lnTo>
                  <a:lnTo>
                    <a:pt x="138" y="74"/>
                  </a:lnTo>
                  <a:lnTo>
                    <a:pt x="118" y="51"/>
                  </a:lnTo>
                  <a:lnTo>
                    <a:pt x="96" y="34"/>
                  </a:lnTo>
                  <a:lnTo>
                    <a:pt x="73" y="18"/>
                  </a:lnTo>
                  <a:lnTo>
                    <a:pt x="50" y="8"/>
                  </a:lnTo>
                  <a:lnTo>
                    <a:pt x="25" y="2"/>
                  </a:lnTo>
                  <a:lnTo>
                    <a:pt x="0" y="0"/>
                  </a:lnTo>
                  <a:lnTo>
                    <a:pt x="0" y="11"/>
                  </a:lnTo>
                  <a:lnTo>
                    <a:pt x="23" y="14"/>
                  </a:lnTo>
                  <a:lnTo>
                    <a:pt x="45" y="20"/>
                  </a:lnTo>
                  <a:lnTo>
                    <a:pt x="66" y="30"/>
                  </a:lnTo>
                  <a:lnTo>
                    <a:pt x="89" y="43"/>
                  </a:lnTo>
                  <a:lnTo>
                    <a:pt x="109" y="61"/>
                  </a:lnTo>
                  <a:lnTo>
                    <a:pt x="129" y="81"/>
                  </a:lnTo>
                  <a:lnTo>
                    <a:pt x="146" y="105"/>
                  </a:lnTo>
                  <a:lnTo>
                    <a:pt x="164" y="132"/>
                  </a:lnTo>
                  <a:lnTo>
                    <a:pt x="178" y="160"/>
                  </a:lnTo>
                  <a:lnTo>
                    <a:pt x="192" y="193"/>
                  </a:lnTo>
                  <a:lnTo>
                    <a:pt x="204" y="227"/>
                  </a:lnTo>
                  <a:lnTo>
                    <a:pt x="214" y="264"/>
                  </a:lnTo>
                  <a:lnTo>
                    <a:pt x="222" y="301"/>
                  </a:lnTo>
                  <a:lnTo>
                    <a:pt x="228"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5155" name="Freeform 65"/>
            <p:cNvSpPr>
              <a:spLocks/>
            </p:cNvSpPr>
            <p:nvPr/>
          </p:nvSpPr>
          <p:spPr bwMode="auto">
            <a:xfrm>
              <a:off x="1384" y="1943"/>
              <a:ext cx="49" cy="86"/>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5" y="423"/>
                  </a:lnTo>
                  <a:lnTo>
                    <a:pt x="50" y="418"/>
                  </a:lnTo>
                  <a:lnTo>
                    <a:pt x="73" y="407"/>
                  </a:lnTo>
                  <a:lnTo>
                    <a:pt x="96" y="392"/>
                  </a:lnTo>
                  <a:lnTo>
                    <a:pt x="118" y="374"/>
                  </a:lnTo>
                  <a:lnTo>
                    <a:pt x="138" y="352"/>
                  </a:lnTo>
                  <a:lnTo>
                    <a:pt x="155" y="327"/>
                  </a:lnTo>
                  <a:lnTo>
                    <a:pt x="174" y="300"/>
                  </a:lnTo>
                  <a:lnTo>
                    <a:pt x="189" y="269"/>
                  </a:lnTo>
                  <a:lnTo>
                    <a:pt x="204" y="237"/>
                  </a:lnTo>
                  <a:lnTo>
                    <a:pt x="215" y="202"/>
                  </a:lnTo>
                  <a:lnTo>
                    <a:pt x="226" y="164"/>
                  </a:lnTo>
                  <a:lnTo>
                    <a:pt x="234" y="126"/>
                  </a:lnTo>
                  <a:lnTo>
                    <a:pt x="240" y="86"/>
                  </a:lnTo>
                  <a:lnTo>
                    <a:pt x="243" y="42"/>
                  </a:lnTo>
                  <a:lnTo>
                    <a:pt x="245" y="0"/>
                  </a:lnTo>
                  <a:lnTo>
                    <a:pt x="233" y="0"/>
                  </a:lnTo>
                  <a:lnTo>
                    <a:pt x="232" y="42"/>
                  </a:lnTo>
                  <a:lnTo>
                    <a:pt x="228" y="83"/>
                  </a:lnTo>
                  <a:lnTo>
                    <a:pt x="222" y="123"/>
                  </a:lnTo>
                  <a:lnTo>
                    <a:pt x="214" y="162"/>
                  </a:lnTo>
                  <a:lnTo>
                    <a:pt x="204" y="197"/>
                  </a:lnTo>
                  <a:lnTo>
                    <a:pt x="192" y="232"/>
                  </a:lnTo>
                  <a:lnTo>
                    <a:pt x="178" y="264"/>
                  </a:lnTo>
                  <a:lnTo>
                    <a:pt x="163" y="293"/>
                  </a:lnTo>
                  <a:lnTo>
                    <a:pt x="146" y="320"/>
                  </a:lnTo>
                  <a:lnTo>
                    <a:pt x="129" y="345"/>
                  </a:lnTo>
                  <a:lnTo>
                    <a:pt x="109" y="365"/>
                  </a:lnTo>
                  <a:lnTo>
                    <a:pt x="89" y="382"/>
                  </a:lnTo>
                  <a:lnTo>
                    <a:pt x="66" y="395"/>
                  </a:lnTo>
                  <a:lnTo>
                    <a:pt x="45" y="406"/>
                  </a:lnTo>
                  <a:lnTo>
                    <a:pt x="23"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5156" name="Freeform 66"/>
            <p:cNvSpPr>
              <a:spLocks/>
            </p:cNvSpPr>
            <p:nvPr/>
          </p:nvSpPr>
          <p:spPr bwMode="auto">
            <a:xfrm>
              <a:off x="1335" y="1943"/>
              <a:ext cx="49" cy="86"/>
            </a:xfrm>
            <a:custGeom>
              <a:avLst/>
              <a:gdLst>
                <a:gd name="T0" fmla="*/ 0 w 246"/>
                <a:gd name="T1" fmla="*/ 0 h 426"/>
                <a:gd name="T2" fmla="*/ 0 w 246"/>
                <a:gd name="T3" fmla="*/ 0 h 426"/>
                <a:gd name="T4" fmla="*/ 0 w 246"/>
                <a:gd name="T5" fmla="*/ 0 h 426"/>
                <a:gd name="T6" fmla="*/ 0 w 246"/>
                <a:gd name="T7" fmla="*/ 1 h 426"/>
                <a:gd name="T8" fmla="*/ 0 w 246"/>
                <a:gd name="T9" fmla="*/ 1 h 426"/>
                <a:gd name="T10" fmla="*/ 0 w 246"/>
                <a:gd name="T11" fmla="*/ 1 h 426"/>
                <a:gd name="T12" fmla="*/ 0 w 246"/>
                <a:gd name="T13" fmla="*/ 2 h 426"/>
                <a:gd name="T14" fmla="*/ 0 w 246"/>
                <a:gd name="T15" fmla="*/ 2 h 426"/>
                <a:gd name="T16" fmla="*/ 0 w 246"/>
                <a:gd name="T17" fmla="*/ 2 h 426"/>
                <a:gd name="T18" fmla="*/ 1 w 246"/>
                <a:gd name="T19" fmla="*/ 2 h 426"/>
                <a:gd name="T20" fmla="*/ 1 w 246"/>
                <a:gd name="T21" fmla="*/ 3 h 426"/>
                <a:gd name="T22" fmla="*/ 1 w 246"/>
                <a:gd name="T23" fmla="*/ 3 h 426"/>
                <a:gd name="T24" fmla="*/ 1 w 246"/>
                <a:gd name="T25" fmla="*/ 3 h 426"/>
                <a:gd name="T26" fmla="*/ 1 w 246"/>
                <a:gd name="T27" fmla="*/ 3 h 426"/>
                <a:gd name="T28" fmla="*/ 1 w 246"/>
                <a:gd name="T29" fmla="*/ 3 h 426"/>
                <a:gd name="T30" fmla="*/ 2 w 246"/>
                <a:gd name="T31" fmla="*/ 3 h 426"/>
                <a:gd name="T32" fmla="*/ 2 w 246"/>
                <a:gd name="T33" fmla="*/ 3 h 426"/>
                <a:gd name="T34" fmla="*/ 2 w 246"/>
                <a:gd name="T35" fmla="*/ 3 h 426"/>
                <a:gd name="T36" fmla="*/ 2 w 246"/>
                <a:gd name="T37" fmla="*/ 3 h 426"/>
                <a:gd name="T38" fmla="*/ 2 w 246"/>
                <a:gd name="T39" fmla="*/ 3 h 426"/>
                <a:gd name="T40" fmla="*/ 2 w 246"/>
                <a:gd name="T41" fmla="*/ 3 h 426"/>
                <a:gd name="T42" fmla="*/ 1 w 246"/>
                <a:gd name="T43" fmla="*/ 3 h 426"/>
                <a:gd name="T44" fmla="*/ 1 w 246"/>
                <a:gd name="T45" fmla="*/ 3 h 426"/>
                <a:gd name="T46" fmla="*/ 1 w 246"/>
                <a:gd name="T47" fmla="*/ 3 h 426"/>
                <a:gd name="T48" fmla="*/ 1 w 246"/>
                <a:gd name="T49" fmla="*/ 3 h 426"/>
                <a:gd name="T50" fmla="*/ 1 w 246"/>
                <a:gd name="T51" fmla="*/ 3 h 426"/>
                <a:gd name="T52" fmla="*/ 1 w 246"/>
                <a:gd name="T53" fmla="*/ 2 h 426"/>
                <a:gd name="T54" fmla="*/ 1 w 246"/>
                <a:gd name="T55" fmla="*/ 2 h 426"/>
                <a:gd name="T56" fmla="*/ 0 w 246"/>
                <a:gd name="T57" fmla="*/ 2 h 426"/>
                <a:gd name="T58" fmla="*/ 0 w 246"/>
                <a:gd name="T59" fmla="*/ 2 h 426"/>
                <a:gd name="T60" fmla="*/ 0 w 246"/>
                <a:gd name="T61" fmla="*/ 1 h 426"/>
                <a:gd name="T62" fmla="*/ 0 w 246"/>
                <a:gd name="T63" fmla="*/ 1 h 426"/>
                <a:gd name="T64" fmla="*/ 0 w 246"/>
                <a:gd name="T65" fmla="*/ 1 h 426"/>
                <a:gd name="T66" fmla="*/ 0 w 246"/>
                <a:gd name="T67" fmla="*/ 0 h 426"/>
                <a:gd name="T68" fmla="*/ 0 w 246"/>
                <a:gd name="T69" fmla="*/ 0 h 426"/>
                <a:gd name="T70" fmla="*/ 0 w 246"/>
                <a:gd name="T71" fmla="*/ 0 h 426"/>
                <a:gd name="T72" fmla="*/ 0 w 246"/>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0"/>
                  </a:moveTo>
                  <a:lnTo>
                    <a:pt x="0" y="0"/>
                  </a:lnTo>
                  <a:lnTo>
                    <a:pt x="1" y="42"/>
                  </a:lnTo>
                  <a:lnTo>
                    <a:pt x="4" y="86"/>
                  </a:lnTo>
                  <a:lnTo>
                    <a:pt x="10" y="126"/>
                  </a:lnTo>
                  <a:lnTo>
                    <a:pt x="18" y="164"/>
                  </a:lnTo>
                  <a:lnTo>
                    <a:pt x="29" y="202"/>
                  </a:lnTo>
                  <a:lnTo>
                    <a:pt x="41" y="237"/>
                  </a:lnTo>
                  <a:lnTo>
                    <a:pt x="55" y="269"/>
                  </a:lnTo>
                  <a:lnTo>
                    <a:pt x="71" y="300"/>
                  </a:lnTo>
                  <a:lnTo>
                    <a:pt x="89" y="327"/>
                  </a:lnTo>
                  <a:lnTo>
                    <a:pt x="107" y="352"/>
                  </a:lnTo>
                  <a:lnTo>
                    <a:pt x="127" y="374"/>
                  </a:lnTo>
                  <a:lnTo>
                    <a:pt x="150" y="392"/>
                  </a:lnTo>
                  <a:lnTo>
                    <a:pt x="171" y="407"/>
                  </a:lnTo>
                  <a:lnTo>
                    <a:pt x="195" y="418"/>
                  </a:lnTo>
                  <a:lnTo>
                    <a:pt x="220" y="423"/>
                  </a:lnTo>
                  <a:lnTo>
                    <a:pt x="246" y="426"/>
                  </a:lnTo>
                  <a:lnTo>
                    <a:pt x="246" y="414"/>
                  </a:lnTo>
                  <a:lnTo>
                    <a:pt x="222" y="412"/>
                  </a:lnTo>
                  <a:lnTo>
                    <a:pt x="200" y="406"/>
                  </a:lnTo>
                  <a:lnTo>
                    <a:pt x="178" y="395"/>
                  </a:lnTo>
                  <a:lnTo>
                    <a:pt x="157" y="382"/>
                  </a:lnTo>
                  <a:lnTo>
                    <a:pt x="137" y="365"/>
                  </a:lnTo>
                  <a:lnTo>
                    <a:pt x="117" y="345"/>
                  </a:lnTo>
                  <a:lnTo>
                    <a:pt x="98" y="320"/>
                  </a:lnTo>
                  <a:lnTo>
                    <a:pt x="83" y="293"/>
                  </a:lnTo>
                  <a:lnTo>
                    <a:pt x="66" y="264"/>
                  </a:lnTo>
                  <a:lnTo>
                    <a:pt x="52" y="232"/>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5157" name="Freeform 67"/>
            <p:cNvSpPr>
              <a:spLocks/>
            </p:cNvSpPr>
            <p:nvPr/>
          </p:nvSpPr>
          <p:spPr bwMode="auto">
            <a:xfrm>
              <a:off x="1335" y="1859"/>
              <a:ext cx="49" cy="84"/>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1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0" y="2"/>
                  </a:lnTo>
                  <a:lnTo>
                    <a:pt x="195" y="8"/>
                  </a:lnTo>
                  <a:lnTo>
                    <a:pt x="171" y="18"/>
                  </a:lnTo>
                  <a:lnTo>
                    <a:pt x="150" y="34"/>
                  </a:lnTo>
                  <a:lnTo>
                    <a:pt x="127" y="51"/>
                  </a:lnTo>
                  <a:lnTo>
                    <a:pt x="107" y="74"/>
                  </a:lnTo>
                  <a:lnTo>
                    <a:pt x="89" y="98"/>
                  </a:lnTo>
                  <a:lnTo>
                    <a:pt x="72" y="125"/>
                  </a:lnTo>
                  <a:lnTo>
                    <a:pt x="55" y="156"/>
                  </a:lnTo>
                  <a:lnTo>
                    <a:pt x="41" y="188"/>
                  </a:lnTo>
                  <a:lnTo>
                    <a:pt x="29" y="222"/>
                  </a:lnTo>
                  <a:lnTo>
                    <a:pt x="18" y="261"/>
                  </a:lnTo>
                  <a:lnTo>
                    <a:pt x="10" y="299"/>
                  </a:lnTo>
                  <a:lnTo>
                    <a:pt x="4" y="339"/>
                  </a:lnTo>
                  <a:lnTo>
                    <a:pt x="1" y="382"/>
                  </a:lnTo>
                  <a:lnTo>
                    <a:pt x="0" y="424"/>
                  </a:lnTo>
                  <a:lnTo>
                    <a:pt x="11" y="424"/>
                  </a:lnTo>
                  <a:lnTo>
                    <a:pt x="13" y="382"/>
                  </a:lnTo>
                  <a:lnTo>
                    <a:pt x="16" y="341"/>
                  </a:lnTo>
                  <a:lnTo>
                    <a:pt x="22" y="301"/>
                  </a:lnTo>
                  <a:lnTo>
                    <a:pt x="30" y="264"/>
                  </a:lnTo>
                  <a:lnTo>
                    <a:pt x="41" y="227"/>
                  </a:lnTo>
                  <a:lnTo>
                    <a:pt x="52" y="193"/>
                  </a:lnTo>
                  <a:lnTo>
                    <a:pt x="66" y="160"/>
                  </a:lnTo>
                  <a:lnTo>
                    <a:pt x="82" y="132"/>
                  </a:lnTo>
                  <a:lnTo>
                    <a:pt x="98" y="105"/>
                  </a:lnTo>
                  <a:lnTo>
                    <a:pt x="117" y="81"/>
                  </a:lnTo>
                  <a:lnTo>
                    <a:pt x="137" y="61"/>
                  </a:lnTo>
                  <a:lnTo>
                    <a:pt x="157" y="43"/>
                  </a:lnTo>
                  <a:lnTo>
                    <a:pt x="178" y="30"/>
                  </a:lnTo>
                  <a:lnTo>
                    <a:pt x="200" y="20"/>
                  </a:lnTo>
                  <a:lnTo>
                    <a:pt x="222" y="14"/>
                  </a:lnTo>
                  <a:lnTo>
                    <a:pt x="246" y="11"/>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5158" name="Freeform 68"/>
            <p:cNvSpPr>
              <a:spLocks/>
            </p:cNvSpPr>
            <p:nvPr/>
          </p:nvSpPr>
          <p:spPr bwMode="auto">
            <a:xfrm>
              <a:off x="1552" y="1751"/>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1" y="339"/>
                  </a:lnTo>
                  <a:lnTo>
                    <a:pt x="235" y="299"/>
                  </a:lnTo>
                  <a:lnTo>
                    <a:pt x="226" y="261"/>
                  </a:lnTo>
                  <a:lnTo>
                    <a:pt x="216" y="223"/>
                  </a:lnTo>
                  <a:lnTo>
                    <a:pt x="204" y="189"/>
                  </a:lnTo>
                  <a:lnTo>
                    <a:pt x="190" y="156"/>
                  </a:lnTo>
                  <a:lnTo>
                    <a:pt x="174" y="125"/>
                  </a:lnTo>
                  <a:lnTo>
                    <a:pt x="156" y="98"/>
                  </a:lnTo>
                  <a:lnTo>
                    <a:pt x="137" y="74"/>
                  </a:lnTo>
                  <a:lnTo>
                    <a:pt x="119" y="52"/>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8" y="81"/>
                  </a:lnTo>
                  <a:lnTo>
                    <a:pt x="147" y="105"/>
                  </a:lnTo>
                  <a:lnTo>
                    <a:pt x="164" y="132"/>
                  </a:lnTo>
                  <a:lnTo>
                    <a:pt x="178" y="161"/>
                  </a:lnTo>
                  <a:lnTo>
                    <a:pt x="193" y="193"/>
                  </a:lnTo>
                  <a:lnTo>
                    <a:pt x="204" y="227"/>
                  </a:lnTo>
                  <a:lnTo>
                    <a:pt x="215" y="264"/>
                  </a:lnTo>
                  <a:lnTo>
                    <a:pt x="223" y="301"/>
                  </a:lnTo>
                  <a:lnTo>
                    <a:pt x="229" y="341"/>
                  </a:lnTo>
                  <a:lnTo>
                    <a:pt x="232" y="382"/>
                  </a:lnTo>
                  <a:lnTo>
                    <a:pt x="234"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5159" name="Freeform 69"/>
            <p:cNvSpPr>
              <a:spLocks/>
            </p:cNvSpPr>
            <p:nvPr/>
          </p:nvSpPr>
          <p:spPr bwMode="auto">
            <a:xfrm>
              <a:off x="1552" y="1836"/>
              <a:ext cx="49" cy="85"/>
            </a:xfrm>
            <a:custGeom>
              <a:avLst/>
              <a:gdLst>
                <a:gd name="T0" fmla="*/ 0 w 245"/>
                <a:gd name="T1" fmla="*/ 3 h 425"/>
                <a:gd name="T2" fmla="*/ 0 w 245"/>
                <a:gd name="T3" fmla="*/ 3 h 425"/>
                <a:gd name="T4" fmla="*/ 0 w 245"/>
                <a:gd name="T5" fmla="*/ 3 h 425"/>
                <a:gd name="T6" fmla="*/ 0 w 245"/>
                <a:gd name="T7" fmla="*/ 3 h 425"/>
                <a:gd name="T8" fmla="*/ 1 w 245"/>
                <a:gd name="T9" fmla="*/ 3 h 425"/>
                <a:gd name="T10" fmla="*/ 1 w 245"/>
                <a:gd name="T11" fmla="*/ 3 h 425"/>
                <a:gd name="T12" fmla="*/ 1 w 245"/>
                <a:gd name="T13" fmla="*/ 3 h 425"/>
                <a:gd name="T14" fmla="*/ 1 w 245"/>
                <a:gd name="T15" fmla="*/ 3 h 425"/>
                <a:gd name="T16" fmla="*/ 1 w 245"/>
                <a:gd name="T17" fmla="*/ 3 h 425"/>
                <a:gd name="T18" fmla="*/ 1 w 245"/>
                <a:gd name="T19" fmla="*/ 2 h 425"/>
                <a:gd name="T20" fmla="*/ 2 w 245"/>
                <a:gd name="T21" fmla="*/ 2 h 425"/>
                <a:gd name="T22" fmla="*/ 2 w 245"/>
                <a:gd name="T23" fmla="*/ 2 h 425"/>
                <a:gd name="T24" fmla="*/ 2 w 245"/>
                <a:gd name="T25" fmla="*/ 2 h 425"/>
                <a:gd name="T26" fmla="*/ 2 w 245"/>
                <a:gd name="T27" fmla="*/ 1 h 425"/>
                <a:gd name="T28" fmla="*/ 2 w 245"/>
                <a:gd name="T29" fmla="*/ 1 h 425"/>
                <a:gd name="T30" fmla="*/ 2 w 245"/>
                <a:gd name="T31" fmla="*/ 1 h 425"/>
                <a:gd name="T32" fmla="*/ 2 w 245"/>
                <a:gd name="T33" fmla="*/ 0 h 425"/>
                <a:gd name="T34" fmla="*/ 2 w 245"/>
                <a:gd name="T35" fmla="*/ 0 h 425"/>
                <a:gd name="T36" fmla="*/ 2 w 245"/>
                <a:gd name="T37" fmla="*/ 0 h 425"/>
                <a:gd name="T38" fmla="*/ 2 w 245"/>
                <a:gd name="T39" fmla="*/ 0 h 425"/>
                <a:gd name="T40" fmla="*/ 2 w 245"/>
                <a:gd name="T41" fmla="*/ 1 h 425"/>
                <a:gd name="T42" fmla="*/ 2 w 245"/>
                <a:gd name="T43" fmla="*/ 1 h 425"/>
                <a:gd name="T44" fmla="*/ 2 w 245"/>
                <a:gd name="T45" fmla="*/ 1 h 425"/>
                <a:gd name="T46" fmla="*/ 2 w 245"/>
                <a:gd name="T47" fmla="*/ 2 h 425"/>
                <a:gd name="T48" fmla="*/ 2 w 245"/>
                <a:gd name="T49" fmla="*/ 2 h 425"/>
                <a:gd name="T50" fmla="*/ 1 w 245"/>
                <a:gd name="T51" fmla="*/ 2 h 425"/>
                <a:gd name="T52" fmla="*/ 1 w 245"/>
                <a:gd name="T53" fmla="*/ 2 h 425"/>
                <a:gd name="T54" fmla="*/ 1 w 245"/>
                <a:gd name="T55" fmla="*/ 3 h 425"/>
                <a:gd name="T56" fmla="*/ 1 w 245"/>
                <a:gd name="T57" fmla="*/ 3 h 425"/>
                <a:gd name="T58" fmla="*/ 1 w 245"/>
                <a:gd name="T59" fmla="*/ 3 h 425"/>
                <a:gd name="T60" fmla="*/ 1 w 245"/>
                <a:gd name="T61" fmla="*/ 3 h 425"/>
                <a:gd name="T62" fmla="*/ 1 w 245"/>
                <a:gd name="T63" fmla="*/ 3 h 425"/>
                <a:gd name="T64" fmla="*/ 0 w 245"/>
                <a:gd name="T65" fmla="*/ 3 h 425"/>
                <a:gd name="T66" fmla="*/ 0 w 245"/>
                <a:gd name="T67" fmla="*/ 3 h 425"/>
                <a:gd name="T68" fmla="*/ 0 w 245"/>
                <a:gd name="T69" fmla="*/ 3 h 425"/>
                <a:gd name="T70" fmla="*/ 0 w 245"/>
                <a:gd name="T71" fmla="*/ 3 h 425"/>
                <a:gd name="T72" fmla="*/ 0 w 245"/>
                <a:gd name="T73" fmla="*/ 3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5"/>
                <a:gd name="T113" fmla="*/ 245 w 245"/>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5">
                  <a:moveTo>
                    <a:pt x="0" y="425"/>
                  </a:moveTo>
                  <a:lnTo>
                    <a:pt x="0" y="425"/>
                  </a:lnTo>
                  <a:lnTo>
                    <a:pt x="26" y="422"/>
                  </a:lnTo>
                  <a:lnTo>
                    <a:pt x="51" y="417"/>
                  </a:lnTo>
                  <a:lnTo>
                    <a:pt x="74" y="406"/>
                  </a:lnTo>
                  <a:lnTo>
                    <a:pt x="96" y="391"/>
                  </a:lnTo>
                  <a:lnTo>
                    <a:pt x="119" y="373"/>
                  </a:lnTo>
                  <a:lnTo>
                    <a:pt x="137" y="351"/>
                  </a:lnTo>
                  <a:lnTo>
                    <a:pt x="156" y="326"/>
                  </a:lnTo>
                  <a:lnTo>
                    <a:pt x="174" y="299"/>
                  </a:lnTo>
                  <a:lnTo>
                    <a:pt x="190" y="269"/>
                  </a:lnTo>
                  <a:lnTo>
                    <a:pt x="204" y="236"/>
                  </a:lnTo>
                  <a:lnTo>
                    <a:pt x="216" y="202"/>
                  </a:lnTo>
                  <a:lnTo>
                    <a:pt x="226" y="163"/>
                  </a:lnTo>
                  <a:lnTo>
                    <a:pt x="235" y="126"/>
                  </a:lnTo>
                  <a:lnTo>
                    <a:pt x="241" y="86"/>
                  </a:lnTo>
                  <a:lnTo>
                    <a:pt x="244" y="43"/>
                  </a:lnTo>
                  <a:lnTo>
                    <a:pt x="245" y="0"/>
                  </a:lnTo>
                  <a:lnTo>
                    <a:pt x="234" y="0"/>
                  </a:lnTo>
                  <a:lnTo>
                    <a:pt x="232" y="43"/>
                  </a:lnTo>
                  <a:lnTo>
                    <a:pt x="229" y="84"/>
                  </a:lnTo>
                  <a:lnTo>
                    <a:pt x="223" y="123"/>
                  </a:lnTo>
                  <a:lnTo>
                    <a:pt x="215" y="161"/>
                  </a:lnTo>
                  <a:lnTo>
                    <a:pt x="204" y="197"/>
                  </a:lnTo>
                  <a:lnTo>
                    <a:pt x="193" y="231"/>
                  </a:lnTo>
                  <a:lnTo>
                    <a:pt x="178" y="264"/>
                  </a:lnTo>
                  <a:lnTo>
                    <a:pt x="164" y="292"/>
                  </a:lnTo>
                  <a:lnTo>
                    <a:pt x="147" y="319"/>
                  </a:lnTo>
                  <a:lnTo>
                    <a:pt x="128" y="344"/>
                  </a:lnTo>
                  <a:lnTo>
                    <a:pt x="109" y="364"/>
                  </a:lnTo>
                  <a:lnTo>
                    <a:pt x="89" y="381"/>
                  </a:lnTo>
                  <a:lnTo>
                    <a:pt x="67" y="394"/>
                  </a:lnTo>
                  <a:lnTo>
                    <a:pt x="46" y="405"/>
                  </a:lnTo>
                  <a:lnTo>
                    <a:pt x="24" y="411"/>
                  </a:lnTo>
                  <a:lnTo>
                    <a:pt x="0" y="413"/>
                  </a:lnTo>
                  <a:lnTo>
                    <a:pt x="0" y="425"/>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5160" name="Freeform 70"/>
            <p:cNvSpPr>
              <a:spLocks/>
            </p:cNvSpPr>
            <p:nvPr/>
          </p:nvSpPr>
          <p:spPr bwMode="auto">
            <a:xfrm>
              <a:off x="1502" y="1836"/>
              <a:ext cx="50" cy="85"/>
            </a:xfrm>
            <a:custGeom>
              <a:avLst/>
              <a:gdLst>
                <a:gd name="T0" fmla="*/ 0 w 246"/>
                <a:gd name="T1" fmla="*/ 0 h 425"/>
                <a:gd name="T2" fmla="*/ 0 w 246"/>
                <a:gd name="T3" fmla="*/ 0 h 425"/>
                <a:gd name="T4" fmla="*/ 0 w 246"/>
                <a:gd name="T5" fmla="*/ 0 h 425"/>
                <a:gd name="T6" fmla="*/ 0 w 246"/>
                <a:gd name="T7" fmla="*/ 1 h 425"/>
                <a:gd name="T8" fmla="*/ 0 w 246"/>
                <a:gd name="T9" fmla="*/ 1 h 425"/>
                <a:gd name="T10" fmla="*/ 0 w 246"/>
                <a:gd name="T11" fmla="*/ 1 h 425"/>
                <a:gd name="T12" fmla="*/ 0 w 246"/>
                <a:gd name="T13" fmla="*/ 2 h 425"/>
                <a:gd name="T14" fmla="*/ 0 w 246"/>
                <a:gd name="T15" fmla="*/ 2 h 425"/>
                <a:gd name="T16" fmla="*/ 0 w 246"/>
                <a:gd name="T17" fmla="*/ 2 h 425"/>
                <a:gd name="T18" fmla="*/ 1 w 246"/>
                <a:gd name="T19" fmla="*/ 2 h 425"/>
                <a:gd name="T20" fmla="*/ 1 w 246"/>
                <a:gd name="T21" fmla="*/ 3 h 425"/>
                <a:gd name="T22" fmla="*/ 1 w 246"/>
                <a:gd name="T23" fmla="*/ 3 h 425"/>
                <a:gd name="T24" fmla="*/ 1 w 246"/>
                <a:gd name="T25" fmla="*/ 3 h 425"/>
                <a:gd name="T26" fmla="*/ 1 w 246"/>
                <a:gd name="T27" fmla="*/ 3 h 425"/>
                <a:gd name="T28" fmla="*/ 1 w 246"/>
                <a:gd name="T29" fmla="*/ 3 h 425"/>
                <a:gd name="T30" fmla="*/ 2 w 246"/>
                <a:gd name="T31" fmla="*/ 3 h 425"/>
                <a:gd name="T32" fmla="*/ 2 w 246"/>
                <a:gd name="T33" fmla="*/ 3 h 425"/>
                <a:gd name="T34" fmla="*/ 2 w 246"/>
                <a:gd name="T35" fmla="*/ 3 h 425"/>
                <a:gd name="T36" fmla="*/ 2 w 246"/>
                <a:gd name="T37" fmla="*/ 3 h 425"/>
                <a:gd name="T38" fmla="*/ 2 w 246"/>
                <a:gd name="T39" fmla="*/ 3 h 425"/>
                <a:gd name="T40" fmla="*/ 2 w 246"/>
                <a:gd name="T41" fmla="*/ 3 h 425"/>
                <a:gd name="T42" fmla="*/ 1 w 246"/>
                <a:gd name="T43" fmla="*/ 3 h 425"/>
                <a:gd name="T44" fmla="*/ 1 w 246"/>
                <a:gd name="T45" fmla="*/ 3 h 425"/>
                <a:gd name="T46" fmla="*/ 1 w 246"/>
                <a:gd name="T47" fmla="*/ 3 h 425"/>
                <a:gd name="T48" fmla="*/ 1 w 246"/>
                <a:gd name="T49" fmla="*/ 3 h 425"/>
                <a:gd name="T50" fmla="*/ 1 w 246"/>
                <a:gd name="T51" fmla="*/ 3 h 425"/>
                <a:gd name="T52" fmla="*/ 1 w 246"/>
                <a:gd name="T53" fmla="*/ 2 h 425"/>
                <a:gd name="T54" fmla="*/ 1 w 246"/>
                <a:gd name="T55" fmla="*/ 2 h 425"/>
                <a:gd name="T56" fmla="*/ 0 w 246"/>
                <a:gd name="T57" fmla="*/ 2 h 425"/>
                <a:gd name="T58" fmla="*/ 0 w 246"/>
                <a:gd name="T59" fmla="*/ 2 h 425"/>
                <a:gd name="T60" fmla="*/ 0 w 246"/>
                <a:gd name="T61" fmla="*/ 1 h 425"/>
                <a:gd name="T62" fmla="*/ 0 w 246"/>
                <a:gd name="T63" fmla="*/ 1 h 425"/>
                <a:gd name="T64" fmla="*/ 0 w 246"/>
                <a:gd name="T65" fmla="*/ 1 h 425"/>
                <a:gd name="T66" fmla="*/ 0 w 246"/>
                <a:gd name="T67" fmla="*/ 0 h 425"/>
                <a:gd name="T68" fmla="*/ 0 w 246"/>
                <a:gd name="T69" fmla="*/ 0 h 425"/>
                <a:gd name="T70" fmla="*/ 0 w 246"/>
                <a:gd name="T71" fmla="*/ 0 h 425"/>
                <a:gd name="T72" fmla="*/ 0 w 246"/>
                <a:gd name="T73" fmla="*/ 0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5"/>
                <a:gd name="T113" fmla="*/ 246 w 246"/>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5">
                  <a:moveTo>
                    <a:pt x="0" y="0"/>
                  </a:moveTo>
                  <a:lnTo>
                    <a:pt x="0" y="0"/>
                  </a:lnTo>
                  <a:lnTo>
                    <a:pt x="2" y="43"/>
                  </a:lnTo>
                  <a:lnTo>
                    <a:pt x="5" y="86"/>
                  </a:lnTo>
                  <a:lnTo>
                    <a:pt x="11" y="126"/>
                  </a:lnTo>
                  <a:lnTo>
                    <a:pt x="19" y="163"/>
                  </a:lnTo>
                  <a:lnTo>
                    <a:pt x="30" y="202"/>
                  </a:lnTo>
                  <a:lnTo>
                    <a:pt x="41" y="236"/>
                  </a:lnTo>
                  <a:lnTo>
                    <a:pt x="55" y="269"/>
                  </a:lnTo>
                  <a:lnTo>
                    <a:pt x="73" y="299"/>
                  </a:lnTo>
                  <a:lnTo>
                    <a:pt x="89" y="326"/>
                  </a:lnTo>
                  <a:lnTo>
                    <a:pt x="108" y="351"/>
                  </a:lnTo>
                  <a:lnTo>
                    <a:pt x="128" y="373"/>
                  </a:lnTo>
                  <a:lnTo>
                    <a:pt x="150" y="391"/>
                  </a:lnTo>
                  <a:lnTo>
                    <a:pt x="171" y="406"/>
                  </a:lnTo>
                  <a:lnTo>
                    <a:pt x="196" y="417"/>
                  </a:lnTo>
                  <a:lnTo>
                    <a:pt x="221" y="422"/>
                  </a:lnTo>
                  <a:lnTo>
                    <a:pt x="246" y="425"/>
                  </a:lnTo>
                  <a:lnTo>
                    <a:pt x="246" y="413"/>
                  </a:lnTo>
                  <a:lnTo>
                    <a:pt x="223" y="411"/>
                  </a:lnTo>
                  <a:lnTo>
                    <a:pt x="201" y="405"/>
                  </a:lnTo>
                  <a:lnTo>
                    <a:pt x="178" y="394"/>
                  </a:lnTo>
                  <a:lnTo>
                    <a:pt x="157" y="381"/>
                  </a:lnTo>
                  <a:lnTo>
                    <a:pt x="137" y="364"/>
                  </a:lnTo>
                  <a:lnTo>
                    <a:pt x="117" y="344"/>
                  </a:lnTo>
                  <a:lnTo>
                    <a:pt x="99" y="319"/>
                  </a:lnTo>
                  <a:lnTo>
                    <a:pt x="82" y="292"/>
                  </a:lnTo>
                  <a:lnTo>
                    <a:pt x="67" y="264"/>
                  </a:lnTo>
                  <a:lnTo>
                    <a:pt x="53" y="231"/>
                  </a:lnTo>
                  <a:lnTo>
                    <a:pt x="41" y="197"/>
                  </a:lnTo>
                  <a:lnTo>
                    <a:pt x="31" y="161"/>
                  </a:lnTo>
                  <a:lnTo>
                    <a:pt x="23" y="123"/>
                  </a:lnTo>
                  <a:lnTo>
                    <a:pt x="17" y="84"/>
                  </a:lnTo>
                  <a:lnTo>
                    <a:pt x="13" y="4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5161" name="Freeform 71"/>
            <p:cNvSpPr>
              <a:spLocks/>
            </p:cNvSpPr>
            <p:nvPr/>
          </p:nvSpPr>
          <p:spPr bwMode="auto">
            <a:xfrm>
              <a:off x="1502" y="1751"/>
              <a:ext cx="50" cy="85"/>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2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1" y="2"/>
                  </a:lnTo>
                  <a:lnTo>
                    <a:pt x="196" y="8"/>
                  </a:lnTo>
                  <a:lnTo>
                    <a:pt x="171" y="19"/>
                  </a:lnTo>
                  <a:lnTo>
                    <a:pt x="150" y="34"/>
                  </a:lnTo>
                  <a:lnTo>
                    <a:pt x="128" y="52"/>
                  </a:lnTo>
                  <a:lnTo>
                    <a:pt x="108" y="74"/>
                  </a:lnTo>
                  <a:lnTo>
                    <a:pt x="89" y="98"/>
                  </a:lnTo>
                  <a:lnTo>
                    <a:pt x="73" y="125"/>
                  </a:lnTo>
                  <a:lnTo>
                    <a:pt x="55" y="156"/>
                  </a:lnTo>
                  <a:lnTo>
                    <a:pt x="41" y="189"/>
                  </a:lnTo>
                  <a:lnTo>
                    <a:pt x="30" y="223"/>
                  </a:lnTo>
                  <a:lnTo>
                    <a:pt x="19" y="261"/>
                  </a:lnTo>
                  <a:lnTo>
                    <a:pt x="11" y="299"/>
                  </a:lnTo>
                  <a:lnTo>
                    <a:pt x="5" y="339"/>
                  </a:lnTo>
                  <a:lnTo>
                    <a:pt x="2" y="382"/>
                  </a:lnTo>
                  <a:lnTo>
                    <a:pt x="0" y="424"/>
                  </a:lnTo>
                  <a:lnTo>
                    <a:pt x="12" y="424"/>
                  </a:lnTo>
                  <a:lnTo>
                    <a:pt x="13" y="382"/>
                  </a:lnTo>
                  <a:lnTo>
                    <a:pt x="17" y="341"/>
                  </a:lnTo>
                  <a:lnTo>
                    <a:pt x="23" y="301"/>
                  </a:lnTo>
                  <a:lnTo>
                    <a:pt x="31" y="264"/>
                  </a:lnTo>
                  <a:lnTo>
                    <a:pt x="41" y="227"/>
                  </a:lnTo>
                  <a:lnTo>
                    <a:pt x="53" y="193"/>
                  </a:lnTo>
                  <a:lnTo>
                    <a:pt x="67" y="161"/>
                  </a:lnTo>
                  <a:lnTo>
                    <a:pt x="82" y="132"/>
                  </a:lnTo>
                  <a:lnTo>
                    <a:pt x="99" y="105"/>
                  </a:lnTo>
                  <a:lnTo>
                    <a:pt x="117" y="81"/>
                  </a:lnTo>
                  <a:lnTo>
                    <a:pt x="137" y="61"/>
                  </a:lnTo>
                  <a:lnTo>
                    <a:pt x="157" y="43"/>
                  </a:lnTo>
                  <a:lnTo>
                    <a:pt x="178" y="30"/>
                  </a:lnTo>
                  <a:lnTo>
                    <a:pt x="201" y="20"/>
                  </a:lnTo>
                  <a:lnTo>
                    <a:pt x="223" y="14"/>
                  </a:lnTo>
                  <a:lnTo>
                    <a:pt x="246" y="12"/>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5162" name="Freeform 72"/>
            <p:cNvSpPr>
              <a:spLocks/>
            </p:cNvSpPr>
            <p:nvPr/>
          </p:nvSpPr>
          <p:spPr bwMode="auto">
            <a:xfrm>
              <a:off x="1565" y="2016"/>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0" y="339"/>
                  </a:lnTo>
                  <a:lnTo>
                    <a:pt x="234" y="299"/>
                  </a:lnTo>
                  <a:lnTo>
                    <a:pt x="226" y="261"/>
                  </a:lnTo>
                  <a:lnTo>
                    <a:pt x="216" y="223"/>
                  </a:lnTo>
                  <a:lnTo>
                    <a:pt x="204" y="189"/>
                  </a:lnTo>
                  <a:lnTo>
                    <a:pt x="190" y="156"/>
                  </a:lnTo>
                  <a:lnTo>
                    <a:pt x="174" y="125"/>
                  </a:lnTo>
                  <a:lnTo>
                    <a:pt x="156" y="98"/>
                  </a:lnTo>
                  <a:lnTo>
                    <a:pt x="138" y="74"/>
                  </a:lnTo>
                  <a:lnTo>
                    <a:pt x="118" y="51"/>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9" y="81"/>
                  </a:lnTo>
                  <a:lnTo>
                    <a:pt x="147" y="105"/>
                  </a:lnTo>
                  <a:lnTo>
                    <a:pt x="164" y="132"/>
                  </a:lnTo>
                  <a:lnTo>
                    <a:pt x="178" y="160"/>
                  </a:lnTo>
                  <a:lnTo>
                    <a:pt x="192" y="193"/>
                  </a:lnTo>
                  <a:lnTo>
                    <a:pt x="204" y="227"/>
                  </a:lnTo>
                  <a:lnTo>
                    <a:pt x="215" y="264"/>
                  </a:lnTo>
                  <a:lnTo>
                    <a:pt x="223" y="301"/>
                  </a:lnTo>
                  <a:lnTo>
                    <a:pt x="229"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5163" name="Freeform 73"/>
            <p:cNvSpPr>
              <a:spLocks/>
            </p:cNvSpPr>
            <p:nvPr/>
          </p:nvSpPr>
          <p:spPr bwMode="auto">
            <a:xfrm>
              <a:off x="1565" y="2101"/>
              <a:ext cx="49" cy="85"/>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6" y="423"/>
                  </a:lnTo>
                  <a:lnTo>
                    <a:pt x="51" y="418"/>
                  </a:lnTo>
                  <a:lnTo>
                    <a:pt x="74" y="407"/>
                  </a:lnTo>
                  <a:lnTo>
                    <a:pt x="96" y="392"/>
                  </a:lnTo>
                  <a:lnTo>
                    <a:pt x="118" y="373"/>
                  </a:lnTo>
                  <a:lnTo>
                    <a:pt x="138" y="351"/>
                  </a:lnTo>
                  <a:lnTo>
                    <a:pt x="156" y="327"/>
                  </a:lnTo>
                  <a:lnTo>
                    <a:pt x="175" y="299"/>
                  </a:lnTo>
                  <a:lnTo>
                    <a:pt x="190" y="269"/>
                  </a:lnTo>
                  <a:lnTo>
                    <a:pt x="204" y="236"/>
                  </a:lnTo>
                  <a:lnTo>
                    <a:pt x="216" y="202"/>
                  </a:lnTo>
                  <a:lnTo>
                    <a:pt x="226" y="164"/>
                  </a:lnTo>
                  <a:lnTo>
                    <a:pt x="234" y="126"/>
                  </a:lnTo>
                  <a:lnTo>
                    <a:pt x="240" y="86"/>
                  </a:lnTo>
                  <a:lnTo>
                    <a:pt x="244" y="42"/>
                  </a:lnTo>
                  <a:lnTo>
                    <a:pt x="245" y="0"/>
                  </a:lnTo>
                  <a:lnTo>
                    <a:pt x="233" y="0"/>
                  </a:lnTo>
                  <a:lnTo>
                    <a:pt x="232" y="42"/>
                  </a:lnTo>
                  <a:lnTo>
                    <a:pt x="229" y="83"/>
                  </a:lnTo>
                  <a:lnTo>
                    <a:pt x="223" y="123"/>
                  </a:lnTo>
                  <a:lnTo>
                    <a:pt x="215" y="162"/>
                  </a:lnTo>
                  <a:lnTo>
                    <a:pt x="204" y="197"/>
                  </a:lnTo>
                  <a:lnTo>
                    <a:pt x="192" y="231"/>
                  </a:lnTo>
                  <a:lnTo>
                    <a:pt x="178" y="264"/>
                  </a:lnTo>
                  <a:lnTo>
                    <a:pt x="163" y="292"/>
                  </a:lnTo>
                  <a:lnTo>
                    <a:pt x="147" y="320"/>
                  </a:lnTo>
                  <a:lnTo>
                    <a:pt x="129" y="344"/>
                  </a:lnTo>
                  <a:lnTo>
                    <a:pt x="109" y="364"/>
                  </a:lnTo>
                  <a:lnTo>
                    <a:pt x="89" y="382"/>
                  </a:lnTo>
                  <a:lnTo>
                    <a:pt x="67" y="395"/>
                  </a:lnTo>
                  <a:lnTo>
                    <a:pt x="46" y="406"/>
                  </a:lnTo>
                  <a:lnTo>
                    <a:pt x="24"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5164" name="Freeform 74"/>
            <p:cNvSpPr>
              <a:spLocks/>
            </p:cNvSpPr>
            <p:nvPr/>
          </p:nvSpPr>
          <p:spPr bwMode="auto">
            <a:xfrm>
              <a:off x="1516" y="2101"/>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5" y="86"/>
                  </a:lnTo>
                  <a:lnTo>
                    <a:pt x="11" y="126"/>
                  </a:lnTo>
                  <a:lnTo>
                    <a:pt x="19" y="164"/>
                  </a:lnTo>
                  <a:lnTo>
                    <a:pt x="30" y="202"/>
                  </a:lnTo>
                  <a:lnTo>
                    <a:pt x="41" y="236"/>
                  </a:lnTo>
                  <a:lnTo>
                    <a:pt x="55" y="269"/>
                  </a:lnTo>
                  <a:lnTo>
                    <a:pt x="71" y="299"/>
                  </a:lnTo>
                  <a:lnTo>
                    <a:pt x="89" y="327"/>
                  </a:lnTo>
                  <a:lnTo>
                    <a:pt x="107" y="351"/>
                  </a:lnTo>
                  <a:lnTo>
                    <a:pt x="127" y="373"/>
                  </a:lnTo>
                  <a:lnTo>
                    <a:pt x="149" y="392"/>
                  </a:lnTo>
                  <a:lnTo>
                    <a:pt x="171" y="407"/>
                  </a:lnTo>
                  <a:lnTo>
                    <a:pt x="195" y="418"/>
                  </a:lnTo>
                  <a:lnTo>
                    <a:pt x="219" y="423"/>
                  </a:lnTo>
                  <a:lnTo>
                    <a:pt x="245" y="426"/>
                  </a:lnTo>
                  <a:lnTo>
                    <a:pt x="245" y="414"/>
                  </a:lnTo>
                  <a:lnTo>
                    <a:pt x="222" y="412"/>
                  </a:lnTo>
                  <a:lnTo>
                    <a:pt x="199" y="406"/>
                  </a:lnTo>
                  <a:lnTo>
                    <a:pt x="178" y="395"/>
                  </a:lnTo>
                  <a:lnTo>
                    <a:pt x="156" y="382"/>
                  </a:lnTo>
                  <a:lnTo>
                    <a:pt x="136" y="364"/>
                  </a:lnTo>
                  <a:lnTo>
                    <a:pt x="116" y="344"/>
                  </a:lnTo>
                  <a:lnTo>
                    <a:pt x="99" y="320"/>
                  </a:lnTo>
                  <a:lnTo>
                    <a:pt x="82" y="292"/>
                  </a:lnTo>
                  <a:lnTo>
                    <a:pt x="67" y="264"/>
                  </a:lnTo>
                  <a:lnTo>
                    <a:pt x="53" y="231"/>
                  </a:lnTo>
                  <a:lnTo>
                    <a:pt x="41" y="197"/>
                  </a:lnTo>
                  <a:lnTo>
                    <a:pt x="31" y="162"/>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5165" name="Freeform 75"/>
            <p:cNvSpPr>
              <a:spLocks/>
            </p:cNvSpPr>
            <p:nvPr/>
          </p:nvSpPr>
          <p:spPr bwMode="auto">
            <a:xfrm>
              <a:off x="1516" y="2016"/>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5" y="8"/>
                  </a:lnTo>
                  <a:lnTo>
                    <a:pt x="171" y="19"/>
                  </a:lnTo>
                  <a:lnTo>
                    <a:pt x="149" y="34"/>
                  </a:lnTo>
                  <a:lnTo>
                    <a:pt x="127" y="51"/>
                  </a:lnTo>
                  <a:lnTo>
                    <a:pt x="107" y="74"/>
                  </a:lnTo>
                  <a:lnTo>
                    <a:pt x="89" y="98"/>
                  </a:lnTo>
                  <a:lnTo>
                    <a:pt x="72" y="125"/>
                  </a:lnTo>
                  <a:lnTo>
                    <a:pt x="55" y="156"/>
                  </a:lnTo>
                  <a:lnTo>
                    <a:pt x="41" y="189"/>
                  </a:lnTo>
                  <a:lnTo>
                    <a:pt x="30" y="223"/>
                  </a:lnTo>
                  <a:lnTo>
                    <a:pt x="19" y="261"/>
                  </a:lnTo>
                  <a:lnTo>
                    <a:pt x="11" y="299"/>
                  </a:lnTo>
                  <a:lnTo>
                    <a:pt x="5" y="339"/>
                  </a:lnTo>
                  <a:lnTo>
                    <a:pt x="1" y="382"/>
                  </a:lnTo>
                  <a:lnTo>
                    <a:pt x="0" y="424"/>
                  </a:lnTo>
                  <a:lnTo>
                    <a:pt x="12" y="424"/>
                  </a:lnTo>
                  <a:lnTo>
                    <a:pt x="13" y="382"/>
                  </a:lnTo>
                  <a:lnTo>
                    <a:pt x="17" y="341"/>
                  </a:lnTo>
                  <a:lnTo>
                    <a:pt x="23" y="301"/>
                  </a:lnTo>
                  <a:lnTo>
                    <a:pt x="31" y="264"/>
                  </a:lnTo>
                  <a:lnTo>
                    <a:pt x="41" y="227"/>
                  </a:lnTo>
                  <a:lnTo>
                    <a:pt x="53" y="193"/>
                  </a:lnTo>
                  <a:lnTo>
                    <a:pt x="67" y="160"/>
                  </a:lnTo>
                  <a:lnTo>
                    <a:pt x="81" y="132"/>
                  </a:lnTo>
                  <a:lnTo>
                    <a:pt x="99" y="105"/>
                  </a:lnTo>
                  <a:lnTo>
                    <a:pt x="116" y="81"/>
                  </a:lnTo>
                  <a:lnTo>
                    <a:pt x="136" y="61"/>
                  </a:lnTo>
                  <a:lnTo>
                    <a:pt x="156" y="43"/>
                  </a:lnTo>
                  <a:lnTo>
                    <a:pt x="178" y="30"/>
                  </a:lnTo>
                  <a:lnTo>
                    <a:pt x="199" y="20"/>
                  </a:lnTo>
                  <a:lnTo>
                    <a:pt x="222"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sp>
        <p:nvSpPr>
          <p:cNvPr id="175112" name="Rectangle 77"/>
          <p:cNvSpPr>
            <a:spLocks noChangeArrowheads="1"/>
          </p:cNvSpPr>
          <p:nvPr/>
        </p:nvSpPr>
        <p:spPr bwMode="auto">
          <a:xfrm>
            <a:off x="611188" y="0"/>
            <a:ext cx="6388100" cy="6477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3000"/>
              <a:t>Sem. 3 - Jeudi</a:t>
            </a:r>
          </a:p>
        </p:txBody>
      </p:sp>
      <p:sp>
        <p:nvSpPr>
          <p:cNvPr id="175113" name="Text Box 78"/>
          <p:cNvSpPr txBox="1">
            <a:spLocks noChangeArrowheads="1"/>
          </p:cNvSpPr>
          <p:nvPr/>
        </p:nvSpPr>
        <p:spPr bwMode="auto">
          <a:xfrm>
            <a:off x="566738" y="2697163"/>
            <a:ext cx="3217862"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2. Pas de commandes</a:t>
            </a:r>
          </a:p>
        </p:txBody>
      </p:sp>
      <p:sp>
        <p:nvSpPr>
          <p:cNvPr id="175114" name="Text Box 79"/>
          <p:cNvSpPr txBox="1">
            <a:spLocks noChangeArrowheads="1"/>
          </p:cNvSpPr>
          <p:nvPr/>
        </p:nvSpPr>
        <p:spPr bwMode="auto">
          <a:xfrm>
            <a:off x="566738" y="5211763"/>
            <a:ext cx="6543675" cy="4429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eaLnBrk="1" hangingPunct="1">
              <a:spcBef>
                <a:spcPct val="0"/>
              </a:spcBef>
              <a:buFontTx/>
              <a:buNone/>
            </a:pPr>
            <a:r>
              <a:rPr lang="fr-FR" altLang="fr-FR" sz="2300"/>
              <a:t>4. Pointez la production sur votre feuille de suivi</a:t>
            </a:r>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6130" name="Rectangle 2"/>
          <p:cNvSpPr>
            <a:spLocks noGrp="1" noChangeArrowheads="1"/>
          </p:cNvSpPr>
          <p:nvPr>
            <p:ph type="title"/>
          </p:nvPr>
        </p:nvSpPr>
        <p:spPr/>
        <p:txBody>
          <a:bodyPr/>
          <a:lstStyle/>
          <a:p>
            <a:pPr eaLnBrk="1" hangingPunct="1"/>
            <a:r>
              <a:rPr lang="fr-FR" altLang="fr-FR"/>
              <a:t>Bilan de la semaine 3</a:t>
            </a:r>
          </a:p>
        </p:txBody>
      </p:sp>
      <p:sp>
        <p:nvSpPr>
          <p:cNvPr id="176131" name="Rectangle 3"/>
          <p:cNvSpPr>
            <a:spLocks noGrp="1" noChangeArrowheads="1"/>
          </p:cNvSpPr>
          <p:nvPr>
            <p:ph type="body" idx="1"/>
          </p:nvPr>
        </p:nvSpPr>
        <p:spPr/>
        <p:txBody>
          <a:bodyPr/>
          <a:lstStyle/>
          <a:p>
            <a:pPr eaLnBrk="1" hangingPunct="1">
              <a:lnSpc>
                <a:spcPct val="120000"/>
              </a:lnSpc>
              <a:spcBef>
                <a:spcPct val="0"/>
              </a:spcBef>
            </a:pPr>
            <a:r>
              <a:rPr lang="fr-FR" altLang="fr-FR"/>
              <a:t>Remplissez le bas de votre Feuille de suivi et reportez vos indicateurs sur votre Feuille de résultats</a:t>
            </a:r>
            <a:r>
              <a:rPr lang="fr-FR" altLang="fr-FR" sz="1800"/>
              <a:t> </a:t>
            </a:r>
          </a:p>
          <a:p>
            <a:pPr eaLnBrk="1" hangingPunct="1">
              <a:lnSpc>
                <a:spcPct val="120000"/>
              </a:lnSpc>
              <a:spcBef>
                <a:spcPct val="0"/>
              </a:spcBef>
            </a:pPr>
            <a:r>
              <a:rPr lang="fr-FR" altLang="fr-FR"/>
              <a:t>Choisissez vos progrès et baissez vos stocks si vous le souhaitez.</a:t>
            </a:r>
          </a:p>
          <a:p>
            <a:pPr eaLnBrk="1" hangingPunct="1">
              <a:lnSpc>
                <a:spcPct val="120000"/>
              </a:lnSpc>
            </a:pPr>
            <a:r>
              <a:rPr lang="fr-FR" altLang="fr-FR"/>
              <a:t>Recevez une nouvelle Feuille de suivi</a:t>
            </a:r>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7154" name="Rectangle 2"/>
          <p:cNvSpPr>
            <a:spLocks noGrp="1" noChangeArrowheads="1"/>
          </p:cNvSpPr>
          <p:nvPr>
            <p:ph type="title"/>
          </p:nvPr>
        </p:nvSpPr>
        <p:spPr>
          <a:xfrm>
            <a:off x="490538" y="2001838"/>
            <a:ext cx="8229600" cy="944562"/>
          </a:xfrm>
        </p:spPr>
        <p:txBody>
          <a:bodyPr/>
          <a:lstStyle/>
          <a:p>
            <a:pPr eaLnBrk="1" hangingPunct="1">
              <a:lnSpc>
                <a:spcPct val="140000"/>
              </a:lnSpc>
            </a:pPr>
            <a:r>
              <a:rPr lang="fr-FR" altLang="fr-FR"/>
              <a:t>Affichage des résultats</a:t>
            </a:r>
            <a:endParaRPr lang="fr-FR" altLang="fr-FR" sz="140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78179" name="Group 3"/>
          <p:cNvGrpSpPr>
            <a:grpSpLocks/>
          </p:cNvGrpSpPr>
          <p:nvPr/>
        </p:nvGrpSpPr>
        <p:grpSpPr bwMode="auto">
          <a:xfrm>
            <a:off x="7073900" y="215900"/>
            <a:ext cx="1878013" cy="1250950"/>
            <a:chOff x="4456" y="136"/>
            <a:chExt cx="1183" cy="788"/>
          </a:xfrm>
        </p:grpSpPr>
        <p:grpSp>
          <p:nvGrpSpPr>
            <p:cNvPr id="178238" name="Group 4"/>
            <p:cNvGrpSpPr>
              <a:grpSpLocks/>
            </p:cNvGrpSpPr>
            <p:nvPr/>
          </p:nvGrpSpPr>
          <p:grpSpPr bwMode="auto">
            <a:xfrm>
              <a:off x="4766" y="232"/>
              <a:ext cx="873" cy="692"/>
              <a:chOff x="2185" y="310"/>
              <a:chExt cx="873" cy="692"/>
            </a:xfrm>
          </p:grpSpPr>
          <p:sp>
            <p:nvSpPr>
              <p:cNvPr id="178249" name="Freeform 5"/>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accent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8250" name="Freeform 6"/>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8251" name="Freeform 7"/>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8252" name="Freeform 8"/>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8253" name="Freeform 9"/>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8254" name="Freeform 10"/>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8255" name="Freeform 11"/>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grpSp>
          <p:nvGrpSpPr>
            <p:cNvPr id="178239" name="Group 12"/>
            <p:cNvGrpSpPr>
              <a:grpSpLocks/>
            </p:cNvGrpSpPr>
            <p:nvPr/>
          </p:nvGrpSpPr>
          <p:grpSpPr bwMode="auto">
            <a:xfrm>
              <a:off x="4949" y="336"/>
              <a:ext cx="591" cy="468"/>
              <a:chOff x="2185" y="310"/>
              <a:chExt cx="873" cy="692"/>
            </a:xfrm>
          </p:grpSpPr>
          <p:sp>
            <p:nvSpPr>
              <p:cNvPr id="178242" name="Freeform 13"/>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8243" name="Freeform 14"/>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8244" name="Freeform 15"/>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8245" name="Freeform 16"/>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8246" name="Freeform 17"/>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8247" name="Freeform 18"/>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8248" name="Freeform 19"/>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pic>
          <p:nvPicPr>
            <p:cNvPr id="178240" name="Picture 20"/>
            <p:cNvPicPr>
              <a:picLocks noChangeAspect="1" noChangeArrowheads="1"/>
            </p:cNvPicPr>
            <p:nvPr/>
          </p:nvPicPr>
          <p:blipFill>
            <a:blip r:embed="rId3" cstate="print">
              <a:extLst>
                <a:ext uri="{28A0092B-C50C-407E-A947-70E740481C1C}">
                  <a14:useLocalDpi xmlns:a14="http://schemas.microsoft.com/office/drawing/2010/main" val="0"/>
                </a:ext>
              </a:extLst>
            </a:blip>
            <a:srcRect l="-4282" t="-4369" r="-5199" b="-12012"/>
            <a:stretch>
              <a:fillRect/>
            </a:stretch>
          </p:blipFill>
          <p:spPr bwMode="auto">
            <a:xfrm>
              <a:off x="4456" y="136"/>
              <a:ext cx="480" cy="5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78241" name="Text Box 21"/>
            <p:cNvSpPr txBox="1">
              <a:spLocks noChangeArrowheads="1"/>
            </p:cNvSpPr>
            <p:nvPr/>
          </p:nvSpPr>
          <p:spPr bwMode="auto">
            <a:xfrm>
              <a:off x="5066" y="314"/>
              <a:ext cx="356" cy="49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4500" b="1">
                  <a:solidFill>
                    <a:srgbClr val="FF0000"/>
                  </a:solidFill>
                  <a:latin typeface="Arial Black" pitchFamily="34" charset="0"/>
                </a:rPr>
                <a:t>1</a:t>
              </a:r>
              <a:endParaRPr lang="fr-FR" altLang="fr-FR" sz="3200">
                <a:solidFill>
                  <a:schemeClr val="tx1"/>
                </a:solidFill>
                <a:latin typeface="Arial Black" pitchFamily="34" charset="0"/>
              </a:endParaRPr>
            </a:p>
          </p:txBody>
        </p:sp>
      </p:grpSp>
      <p:sp>
        <p:nvSpPr>
          <p:cNvPr id="178180" name="Rectangle 25"/>
          <p:cNvSpPr>
            <a:spLocks noGrp="1" noChangeArrowheads="1"/>
          </p:cNvSpPr>
          <p:nvPr>
            <p:ph type="title"/>
          </p:nvPr>
        </p:nvSpPr>
        <p:spPr>
          <a:xfrm>
            <a:off x="611188" y="0"/>
            <a:ext cx="6388100" cy="647700"/>
          </a:xfrm>
        </p:spPr>
        <p:txBody>
          <a:bodyPr/>
          <a:lstStyle/>
          <a:p>
            <a:pPr eaLnBrk="1" hangingPunct="1"/>
            <a:r>
              <a:rPr lang="fr-FR" altLang="fr-FR"/>
              <a:t>Sem. 4 - Lundi (St Séverin)</a:t>
            </a:r>
          </a:p>
        </p:txBody>
      </p:sp>
      <p:sp>
        <p:nvSpPr>
          <p:cNvPr id="178181" name="Text Box 26"/>
          <p:cNvSpPr txBox="1">
            <a:spLocks noChangeArrowheads="1"/>
          </p:cNvSpPr>
          <p:nvPr/>
        </p:nvSpPr>
        <p:spPr bwMode="auto">
          <a:xfrm>
            <a:off x="566738" y="2262188"/>
            <a:ext cx="3217862"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2. Pas de commandes</a:t>
            </a:r>
          </a:p>
        </p:txBody>
      </p:sp>
      <p:sp>
        <p:nvSpPr>
          <p:cNvPr id="178182" name="Text Box 27"/>
          <p:cNvSpPr txBox="1">
            <a:spLocks noChangeArrowheads="1"/>
          </p:cNvSpPr>
          <p:nvPr/>
        </p:nvSpPr>
        <p:spPr bwMode="auto">
          <a:xfrm>
            <a:off x="566738" y="1154113"/>
            <a:ext cx="1946275"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1. Tirez le dé</a:t>
            </a:r>
          </a:p>
        </p:txBody>
      </p:sp>
      <p:sp>
        <p:nvSpPr>
          <p:cNvPr id="178183" name="Text Box 28"/>
          <p:cNvSpPr txBox="1">
            <a:spLocks noChangeArrowheads="1"/>
          </p:cNvSpPr>
          <p:nvPr/>
        </p:nvSpPr>
        <p:spPr bwMode="auto">
          <a:xfrm>
            <a:off x="566738" y="4157663"/>
            <a:ext cx="18796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3. Produisez</a:t>
            </a:r>
          </a:p>
        </p:txBody>
      </p:sp>
      <p:grpSp>
        <p:nvGrpSpPr>
          <p:cNvPr id="178184" name="Group 29"/>
          <p:cNvGrpSpPr>
            <a:grpSpLocks/>
          </p:cNvGrpSpPr>
          <p:nvPr/>
        </p:nvGrpSpPr>
        <p:grpSpPr bwMode="auto">
          <a:xfrm>
            <a:off x="2843213" y="1106488"/>
            <a:ext cx="446087" cy="534987"/>
            <a:chOff x="868" y="1439"/>
            <a:chExt cx="811" cy="972"/>
          </a:xfrm>
        </p:grpSpPr>
        <p:sp>
          <p:nvSpPr>
            <p:cNvPr id="178187" name="Freeform 30"/>
            <p:cNvSpPr>
              <a:spLocks/>
            </p:cNvSpPr>
            <p:nvPr/>
          </p:nvSpPr>
          <p:spPr bwMode="auto">
            <a:xfrm>
              <a:off x="1548" y="2014"/>
              <a:ext cx="123" cy="100"/>
            </a:xfrm>
            <a:custGeom>
              <a:avLst/>
              <a:gdLst>
                <a:gd name="T0" fmla="*/ 5 w 618"/>
                <a:gd name="T1" fmla="*/ 0 h 502"/>
                <a:gd name="T2" fmla="*/ 5 w 618"/>
                <a:gd name="T3" fmla="*/ 0 h 502"/>
                <a:gd name="T4" fmla="*/ 0 w 618"/>
                <a:gd name="T5" fmla="*/ 4 h 502"/>
                <a:gd name="T6" fmla="*/ 0 w 618"/>
                <a:gd name="T7" fmla="*/ 4 h 502"/>
                <a:gd name="T8" fmla="*/ 5 w 618"/>
                <a:gd name="T9" fmla="*/ 0 h 502"/>
                <a:gd name="T10" fmla="*/ 5 w 618"/>
                <a:gd name="T11" fmla="*/ 0 h 502"/>
                <a:gd name="T12" fmla="*/ 5 w 618"/>
                <a:gd name="T13" fmla="*/ 0 h 502"/>
                <a:gd name="T14" fmla="*/ 5 w 618"/>
                <a:gd name="T15" fmla="*/ 0 h 502"/>
                <a:gd name="T16" fmla="*/ 5 w 618"/>
                <a:gd name="T17" fmla="*/ 0 h 502"/>
                <a:gd name="T18" fmla="*/ 5 w 618"/>
                <a:gd name="T19" fmla="*/ 0 h 502"/>
                <a:gd name="T20" fmla="*/ 5 w 618"/>
                <a:gd name="T21" fmla="*/ 0 h 502"/>
                <a:gd name="T22" fmla="*/ 5 w 618"/>
                <a:gd name="T23" fmla="*/ 0 h 502"/>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618"/>
                <a:gd name="T37" fmla="*/ 0 h 502"/>
                <a:gd name="T38" fmla="*/ 618 w 618"/>
                <a:gd name="T39" fmla="*/ 502 h 502"/>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618" h="502">
                  <a:moveTo>
                    <a:pt x="611" y="0"/>
                  </a:moveTo>
                  <a:lnTo>
                    <a:pt x="606" y="2"/>
                  </a:lnTo>
                  <a:lnTo>
                    <a:pt x="0" y="490"/>
                  </a:lnTo>
                  <a:lnTo>
                    <a:pt x="10" y="502"/>
                  </a:lnTo>
                  <a:lnTo>
                    <a:pt x="616" y="14"/>
                  </a:lnTo>
                  <a:lnTo>
                    <a:pt x="611" y="16"/>
                  </a:lnTo>
                  <a:lnTo>
                    <a:pt x="616" y="14"/>
                  </a:lnTo>
                  <a:lnTo>
                    <a:pt x="618" y="9"/>
                  </a:lnTo>
                  <a:lnTo>
                    <a:pt x="617" y="3"/>
                  </a:lnTo>
                  <a:lnTo>
                    <a:pt x="612" y="1"/>
                  </a:lnTo>
                  <a:lnTo>
                    <a:pt x="606" y="2"/>
                  </a:lnTo>
                  <a:lnTo>
                    <a:pt x="611"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8188" name="Freeform 31"/>
            <p:cNvSpPr>
              <a:spLocks/>
            </p:cNvSpPr>
            <p:nvPr/>
          </p:nvSpPr>
          <p:spPr bwMode="auto">
            <a:xfrm>
              <a:off x="876" y="1852"/>
              <a:ext cx="82" cy="373"/>
            </a:xfrm>
            <a:custGeom>
              <a:avLst/>
              <a:gdLst>
                <a:gd name="T0" fmla="*/ 3 w 413"/>
                <a:gd name="T1" fmla="*/ 15 h 1865"/>
                <a:gd name="T2" fmla="*/ 3 w 413"/>
                <a:gd name="T3" fmla="*/ 15 h 1865"/>
                <a:gd name="T4" fmla="*/ 0 w 413"/>
                <a:gd name="T5" fmla="*/ 0 h 1865"/>
                <a:gd name="T6" fmla="*/ 0 w 413"/>
                <a:gd name="T7" fmla="*/ 0 h 1865"/>
                <a:gd name="T8" fmla="*/ 3 w 413"/>
                <a:gd name="T9" fmla="*/ 15 h 1865"/>
                <a:gd name="T10" fmla="*/ 3 w 413"/>
                <a:gd name="T11" fmla="*/ 15 h 1865"/>
                <a:gd name="T12" fmla="*/ 3 w 413"/>
                <a:gd name="T13" fmla="*/ 15 h 1865"/>
                <a:gd name="T14" fmla="*/ 3 w 413"/>
                <a:gd name="T15" fmla="*/ 15 h 1865"/>
                <a:gd name="T16" fmla="*/ 3 w 413"/>
                <a:gd name="T17" fmla="*/ 15 h 1865"/>
                <a:gd name="T18" fmla="*/ 3 w 413"/>
                <a:gd name="T19" fmla="*/ 15 h 1865"/>
                <a:gd name="T20" fmla="*/ 3 w 413"/>
                <a:gd name="T21" fmla="*/ 15 h 1865"/>
                <a:gd name="T22" fmla="*/ 3 w 413"/>
                <a:gd name="T23" fmla="*/ 15 h 186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413"/>
                <a:gd name="T37" fmla="*/ 0 h 1865"/>
                <a:gd name="T38" fmla="*/ 413 w 413"/>
                <a:gd name="T39" fmla="*/ 1865 h 1865"/>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413" h="1865">
                  <a:moveTo>
                    <a:pt x="400" y="1864"/>
                  </a:moveTo>
                  <a:lnTo>
                    <a:pt x="413" y="1856"/>
                  </a:lnTo>
                  <a:lnTo>
                    <a:pt x="17" y="0"/>
                  </a:lnTo>
                  <a:lnTo>
                    <a:pt x="0" y="2"/>
                  </a:lnTo>
                  <a:lnTo>
                    <a:pt x="396" y="1858"/>
                  </a:lnTo>
                  <a:lnTo>
                    <a:pt x="409" y="1850"/>
                  </a:lnTo>
                  <a:lnTo>
                    <a:pt x="396" y="1858"/>
                  </a:lnTo>
                  <a:lnTo>
                    <a:pt x="400" y="1864"/>
                  </a:lnTo>
                  <a:lnTo>
                    <a:pt x="406" y="1865"/>
                  </a:lnTo>
                  <a:lnTo>
                    <a:pt x="410" y="1862"/>
                  </a:lnTo>
                  <a:lnTo>
                    <a:pt x="413" y="1856"/>
                  </a:lnTo>
                  <a:lnTo>
                    <a:pt x="400" y="186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8189" name="Freeform 32"/>
            <p:cNvSpPr>
              <a:spLocks/>
            </p:cNvSpPr>
            <p:nvPr/>
          </p:nvSpPr>
          <p:spPr bwMode="auto">
            <a:xfrm>
              <a:off x="1282" y="1533"/>
              <a:ext cx="35" cy="161"/>
            </a:xfrm>
            <a:custGeom>
              <a:avLst/>
              <a:gdLst>
                <a:gd name="T0" fmla="*/ 1 w 175"/>
                <a:gd name="T1" fmla="*/ 6 h 807"/>
                <a:gd name="T2" fmla="*/ 1 w 175"/>
                <a:gd name="T3" fmla="*/ 6 h 807"/>
                <a:gd name="T4" fmla="*/ 1 w 175"/>
                <a:gd name="T5" fmla="*/ 6 h 807"/>
                <a:gd name="T6" fmla="*/ 1 w 175"/>
                <a:gd name="T7" fmla="*/ 5 h 807"/>
                <a:gd name="T8" fmla="*/ 1 w 175"/>
                <a:gd name="T9" fmla="*/ 5 h 807"/>
                <a:gd name="T10" fmla="*/ 1 w 175"/>
                <a:gd name="T11" fmla="*/ 5 h 807"/>
                <a:gd name="T12" fmla="*/ 1 w 175"/>
                <a:gd name="T13" fmla="*/ 4 h 807"/>
                <a:gd name="T14" fmla="*/ 1 w 175"/>
                <a:gd name="T15" fmla="*/ 4 h 807"/>
                <a:gd name="T16" fmla="*/ 1 w 175"/>
                <a:gd name="T17" fmla="*/ 3 h 807"/>
                <a:gd name="T18" fmla="*/ 1 w 175"/>
                <a:gd name="T19" fmla="*/ 3 h 807"/>
                <a:gd name="T20" fmla="*/ 1 w 175"/>
                <a:gd name="T21" fmla="*/ 3 h 807"/>
                <a:gd name="T22" fmla="*/ 1 w 175"/>
                <a:gd name="T23" fmla="*/ 2 h 807"/>
                <a:gd name="T24" fmla="*/ 1 w 175"/>
                <a:gd name="T25" fmla="*/ 2 h 807"/>
                <a:gd name="T26" fmla="*/ 1 w 175"/>
                <a:gd name="T27" fmla="*/ 2 h 807"/>
                <a:gd name="T28" fmla="*/ 1 w 175"/>
                <a:gd name="T29" fmla="*/ 1 h 807"/>
                <a:gd name="T30" fmla="*/ 1 w 175"/>
                <a:gd name="T31" fmla="*/ 1 h 807"/>
                <a:gd name="T32" fmla="*/ 1 w 175"/>
                <a:gd name="T33" fmla="*/ 1 h 807"/>
                <a:gd name="T34" fmla="*/ 1 w 175"/>
                <a:gd name="T35" fmla="*/ 0 h 807"/>
                <a:gd name="T36" fmla="*/ 1 w 175"/>
                <a:gd name="T37" fmla="*/ 0 h 807"/>
                <a:gd name="T38" fmla="*/ 1 w 175"/>
                <a:gd name="T39" fmla="*/ 0 h 807"/>
                <a:gd name="T40" fmla="*/ 0 w 175"/>
                <a:gd name="T41" fmla="*/ 1 h 807"/>
                <a:gd name="T42" fmla="*/ 0 w 175"/>
                <a:gd name="T43" fmla="*/ 1 h 807"/>
                <a:gd name="T44" fmla="*/ 0 w 175"/>
                <a:gd name="T45" fmla="*/ 1 h 807"/>
                <a:gd name="T46" fmla="*/ 0 w 175"/>
                <a:gd name="T47" fmla="*/ 2 h 807"/>
                <a:gd name="T48" fmla="*/ 0 w 175"/>
                <a:gd name="T49" fmla="*/ 2 h 807"/>
                <a:gd name="T50" fmla="*/ 0 w 175"/>
                <a:gd name="T51" fmla="*/ 3 h 807"/>
                <a:gd name="T52" fmla="*/ 0 w 175"/>
                <a:gd name="T53" fmla="*/ 3 h 807"/>
                <a:gd name="T54" fmla="*/ 0 w 175"/>
                <a:gd name="T55" fmla="*/ 3 h 807"/>
                <a:gd name="T56" fmla="*/ 0 w 175"/>
                <a:gd name="T57" fmla="*/ 4 h 807"/>
                <a:gd name="T58" fmla="*/ 0 w 175"/>
                <a:gd name="T59" fmla="*/ 4 h 807"/>
                <a:gd name="T60" fmla="*/ 0 w 175"/>
                <a:gd name="T61" fmla="*/ 5 h 807"/>
                <a:gd name="T62" fmla="*/ 0 w 175"/>
                <a:gd name="T63" fmla="*/ 5 h 807"/>
                <a:gd name="T64" fmla="*/ 0 w 175"/>
                <a:gd name="T65" fmla="*/ 5 h 807"/>
                <a:gd name="T66" fmla="*/ 1 w 175"/>
                <a:gd name="T67" fmla="*/ 6 h 807"/>
                <a:gd name="T68" fmla="*/ 1 w 175"/>
                <a:gd name="T69" fmla="*/ 6 h 807"/>
                <a:gd name="T70" fmla="*/ 1 w 175"/>
                <a:gd name="T71" fmla="*/ 6 h 807"/>
                <a:gd name="T72" fmla="*/ 1 w 175"/>
                <a:gd name="T73" fmla="*/ 6 h 807"/>
                <a:gd name="T74" fmla="*/ 1 w 175"/>
                <a:gd name="T75" fmla="*/ 6 h 807"/>
                <a:gd name="T76" fmla="*/ 1 w 175"/>
                <a:gd name="T77" fmla="*/ 6 h 807"/>
                <a:gd name="T78" fmla="*/ 1 w 175"/>
                <a:gd name="T79" fmla="*/ 6 h 807"/>
                <a:gd name="T80" fmla="*/ 1 w 175"/>
                <a:gd name="T81" fmla="*/ 6 h 807"/>
                <a:gd name="T82" fmla="*/ 1 w 175"/>
                <a:gd name="T83" fmla="*/ 6 h 807"/>
                <a:gd name="T84" fmla="*/ 1 w 175"/>
                <a:gd name="T85" fmla="*/ 6 h 807"/>
                <a:gd name="T86" fmla="*/ 1 w 175"/>
                <a:gd name="T87" fmla="*/ 6 h 807"/>
                <a:gd name="T88" fmla="*/ 1 w 175"/>
                <a:gd name="T89" fmla="*/ 6 h 807"/>
                <a:gd name="T90" fmla="*/ 1 w 175"/>
                <a:gd name="T91" fmla="*/ 6 h 80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175"/>
                <a:gd name="T139" fmla="*/ 0 h 807"/>
                <a:gd name="T140" fmla="*/ 175 w 175"/>
                <a:gd name="T141" fmla="*/ 807 h 80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175" h="807">
                  <a:moveTo>
                    <a:pt x="169" y="740"/>
                  </a:moveTo>
                  <a:lnTo>
                    <a:pt x="169" y="739"/>
                  </a:lnTo>
                  <a:lnTo>
                    <a:pt x="149" y="698"/>
                  </a:lnTo>
                  <a:lnTo>
                    <a:pt x="133" y="656"/>
                  </a:lnTo>
                  <a:lnTo>
                    <a:pt x="120" y="611"/>
                  </a:lnTo>
                  <a:lnTo>
                    <a:pt x="108" y="565"/>
                  </a:lnTo>
                  <a:lnTo>
                    <a:pt x="100" y="520"/>
                  </a:lnTo>
                  <a:lnTo>
                    <a:pt x="96" y="472"/>
                  </a:lnTo>
                  <a:lnTo>
                    <a:pt x="93" y="425"/>
                  </a:lnTo>
                  <a:lnTo>
                    <a:pt x="93" y="377"/>
                  </a:lnTo>
                  <a:lnTo>
                    <a:pt x="96" y="330"/>
                  </a:lnTo>
                  <a:lnTo>
                    <a:pt x="100" y="283"/>
                  </a:lnTo>
                  <a:lnTo>
                    <a:pt x="106" y="238"/>
                  </a:lnTo>
                  <a:lnTo>
                    <a:pt x="115" y="195"/>
                  </a:lnTo>
                  <a:lnTo>
                    <a:pt x="126" y="153"/>
                  </a:lnTo>
                  <a:lnTo>
                    <a:pt x="139" y="114"/>
                  </a:lnTo>
                  <a:lnTo>
                    <a:pt x="153" y="77"/>
                  </a:lnTo>
                  <a:lnTo>
                    <a:pt x="169" y="43"/>
                  </a:lnTo>
                  <a:lnTo>
                    <a:pt x="87" y="0"/>
                  </a:lnTo>
                  <a:lnTo>
                    <a:pt x="69" y="39"/>
                  </a:lnTo>
                  <a:lnTo>
                    <a:pt x="52" y="81"/>
                  </a:lnTo>
                  <a:lnTo>
                    <a:pt x="37" y="127"/>
                  </a:lnTo>
                  <a:lnTo>
                    <a:pt x="24" y="174"/>
                  </a:lnTo>
                  <a:lnTo>
                    <a:pt x="15" y="222"/>
                  </a:lnTo>
                  <a:lnTo>
                    <a:pt x="7" y="271"/>
                  </a:lnTo>
                  <a:lnTo>
                    <a:pt x="2" y="323"/>
                  </a:lnTo>
                  <a:lnTo>
                    <a:pt x="0" y="374"/>
                  </a:lnTo>
                  <a:lnTo>
                    <a:pt x="0" y="427"/>
                  </a:lnTo>
                  <a:lnTo>
                    <a:pt x="2" y="479"/>
                  </a:lnTo>
                  <a:lnTo>
                    <a:pt x="9" y="531"/>
                  </a:lnTo>
                  <a:lnTo>
                    <a:pt x="17" y="584"/>
                  </a:lnTo>
                  <a:lnTo>
                    <a:pt x="29" y="635"/>
                  </a:lnTo>
                  <a:lnTo>
                    <a:pt x="44" y="686"/>
                  </a:lnTo>
                  <a:lnTo>
                    <a:pt x="65" y="736"/>
                  </a:lnTo>
                  <a:lnTo>
                    <a:pt x="87" y="784"/>
                  </a:lnTo>
                  <a:lnTo>
                    <a:pt x="87" y="782"/>
                  </a:lnTo>
                  <a:lnTo>
                    <a:pt x="87" y="784"/>
                  </a:lnTo>
                  <a:lnTo>
                    <a:pt x="100" y="799"/>
                  </a:lnTo>
                  <a:lnTo>
                    <a:pt x="117" y="807"/>
                  </a:lnTo>
                  <a:lnTo>
                    <a:pt x="134" y="807"/>
                  </a:lnTo>
                  <a:lnTo>
                    <a:pt x="151" y="801"/>
                  </a:lnTo>
                  <a:lnTo>
                    <a:pt x="164" y="791"/>
                  </a:lnTo>
                  <a:lnTo>
                    <a:pt x="173" y="777"/>
                  </a:lnTo>
                  <a:lnTo>
                    <a:pt x="175" y="759"/>
                  </a:lnTo>
                  <a:lnTo>
                    <a:pt x="169" y="739"/>
                  </a:lnTo>
                  <a:lnTo>
                    <a:pt x="169" y="74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8190" name="Freeform 33"/>
            <p:cNvSpPr>
              <a:spLocks/>
            </p:cNvSpPr>
            <p:nvPr/>
          </p:nvSpPr>
          <p:spPr bwMode="auto">
            <a:xfrm>
              <a:off x="1299" y="1681"/>
              <a:ext cx="157" cy="281"/>
            </a:xfrm>
            <a:custGeom>
              <a:avLst/>
              <a:gdLst>
                <a:gd name="T0" fmla="*/ 6 w 787"/>
                <a:gd name="T1" fmla="*/ 11 h 1404"/>
                <a:gd name="T2" fmla="*/ 6 w 787"/>
                <a:gd name="T3" fmla="*/ 11 h 1404"/>
                <a:gd name="T4" fmla="*/ 1 w 787"/>
                <a:gd name="T5" fmla="*/ 0 h 1404"/>
                <a:gd name="T6" fmla="*/ 0 w 787"/>
                <a:gd name="T7" fmla="*/ 0 h 1404"/>
                <a:gd name="T8" fmla="*/ 6 w 787"/>
                <a:gd name="T9" fmla="*/ 11 h 1404"/>
                <a:gd name="T10" fmla="*/ 6 w 787"/>
                <a:gd name="T11" fmla="*/ 11 h 1404"/>
                <a:gd name="T12" fmla="*/ 6 w 787"/>
                <a:gd name="T13" fmla="*/ 11 h 1404"/>
                <a:gd name="T14" fmla="*/ 6 w 787"/>
                <a:gd name="T15" fmla="*/ 11 h 1404"/>
                <a:gd name="T16" fmla="*/ 6 w 787"/>
                <a:gd name="T17" fmla="*/ 11 h 1404"/>
                <a:gd name="T18" fmla="*/ 6 w 787"/>
                <a:gd name="T19" fmla="*/ 11 h 1404"/>
                <a:gd name="T20" fmla="*/ 6 w 787"/>
                <a:gd name="T21" fmla="*/ 11 h 1404"/>
                <a:gd name="T22" fmla="*/ 6 w 787"/>
                <a:gd name="T23" fmla="*/ 11 h 1404"/>
                <a:gd name="T24" fmla="*/ 6 w 787"/>
                <a:gd name="T25" fmla="*/ 11 h 1404"/>
                <a:gd name="T26" fmla="*/ 6 w 787"/>
                <a:gd name="T27" fmla="*/ 11 h 1404"/>
                <a:gd name="T28" fmla="*/ 6 w 787"/>
                <a:gd name="T29" fmla="*/ 11 h 1404"/>
                <a:gd name="T30" fmla="*/ 6 w 787"/>
                <a:gd name="T31" fmla="*/ 11 h 1404"/>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787"/>
                <a:gd name="T49" fmla="*/ 0 h 1404"/>
                <a:gd name="T50" fmla="*/ 787 w 787"/>
                <a:gd name="T51" fmla="*/ 1404 h 1404"/>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787" h="1404">
                  <a:moveTo>
                    <a:pt x="781" y="1334"/>
                  </a:moveTo>
                  <a:lnTo>
                    <a:pt x="781" y="1337"/>
                  </a:lnTo>
                  <a:lnTo>
                    <a:pt x="82" y="0"/>
                  </a:lnTo>
                  <a:lnTo>
                    <a:pt x="0" y="42"/>
                  </a:lnTo>
                  <a:lnTo>
                    <a:pt x="699" y="1379"/>
                  </a:lnTo>
                  <a:lnTo>
                    <a:pt x="699" y="1381"/>
                  </a:lnTo>
                  <a:lnTo>
                    <a:pt x="699" y="1379"/>
                  </a:lnTo>
                  <a:lnTo>
                    <a:pt x="712" y="1395"/>
                  </a:lnTo>
                  <a:lnTo>
                    <a:pt x="727" y="1402"/>
                  </a:lnTo>
                  <a:lnTo>
                    <a:pt x="744" y="1404"/>
                  </a:lnTo>
                  <a:lnTo>
                    <a:pt x="761" y="1398"/>
                  </a:lnTo>
                  <a:lnTo>
                    <a:pt x="775" y="1388"/>
                  </a:lnTo>
                  <a:lnTo>
                    <a:pt x="784" y="1373"/>
                  </a:lnTo>
                  <a:lnTo>
                    <a:pt x="787" y="1357"/>
                  </a:lnTo>
                  <a:lnTo>
                    <a:pt x="781" y="1337"/>
                  </a:lnTo>
                  <a:lnTo>
                    <a:pt x="781" y="13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8191" name="Freeform 34"/>
            <p:cNvSpPr>
              <a:spLocks/>
            </p:cNvSpPr>
            <p:nvPr/>
          </p:nvSpPr>
          <p:spPr bwMode="auto">
            <a:xfrm>
              <a:off x="1439" y="1948"/>
              <a:ext cx="125" cy="76"/>
            </a:xfrm>
            <a:custGeom>
              <a:avLst/>
              <a:gdLst>
                <a:gd name="T0" fmla="*/ 5 w 628"/>
                <a:gd name="T1" fmla="*/ 2 h 383"/>
                <a:gd name="T2" fmla="*/ 5 w 628"/>
                <a:gd name="T3" fmla="*/ 2 h 383"/>
                <a:gd name="T4" fmla="*/ 4 w 628"/>
                <a:gd name="T5" fmla="*/ 2 h 383"/>
                <a:gd name="T6" fmla="*/ 4 w 628"/>
                <a:gd name="T7" fmla="*/ 2 h 383"/>
                <a:gd name="T8" fmla="*/ 4 w 628"/>
                <a:gd name="T9" fmla="*/ 2 h 383"/>
                <a:gd name="T10" fmla="*/ 3 w 628"/>
                <a:gd name="T11" fmla="*/ 2 h 383"/>
                <a:gd name="T12" fmla="*/ 3 w 628"/>
                <a:gd name="T13" fmla="*/ 2 h 383"/>
                <a:gd name="T14" fmla="*/ 3 w 628"/>
                <a:gd name="T15" fmla="*/ 2 h 383"/>
                <a:gd name="T16" fmla="*/ 3 w 628"/>
                <a:gd name="T17" fmla="*/ 2 h 383"/>
                <a:gd name="T18" fmla="*/ 2 w 628"/>
                <a:gd name="T19" fmla="*/ 2 h 383"/>
                <a:gd name="T20" fmla="*/ 2 w 628"/>
                <a:gd name="T21" fmla="*/ 2 h 383"/>
                <a:gd name="T22" fmla="*/ 2 w 628"/>
                <a:gd name="T23" fmla="*/ 1 h 383"/>
                <a:gd name="T24" fmla="*/ 2 w 628"/>
                <a:gd name="T25" fmla="*/ 1 h 383"/>
                <a:gd name="T26" fmla="*/ 1 w 628"/>
                <a:gd name="T27" fmla="*/ 1 h 383"/>
                <a:gd name="T28" fmla="*/ 1 w 628"/>
                <a:gd name="T29" fmla="*/ 1 h 383"/>
                <a:gd name="T30" fmla="*/ 1 w 628"/>
                <a:gd name="T31" fmla="*/ 1 h 383"/>
                <a:gd name="T32" fmla="*/ 1 w 628"/>
                <a:gd name="T33" fmla="*/ 0 h 383"/>
                <a:gd name="T34" fmla="*/ 1 w 628"/>
                <a:gd name="T35" fmla="*/ 0 h 383"/>
                <a:gd name="T36" fmla="*/ 0 w 628"/>
                <a:gd name="T37" fmla="*/ 0 h 383"/>
                <a:gd name="T38" fmla="*/ 0 w 628"/>
                <a:gd name="T39" fmla="*/ 1 h 383"/>
                <a:gd name="T40" fmla="*/ 0 w 628"/>
                <a:gd name="T41" fmla="*/ 1 h 383"/>
                <a:gd name="T42" fmla="*/ 1 w 628"/>
                <a:gd name="T43" fmla="*/ 1 h 383"/>
                <a:gd name="T44" fmla="*/ 1 w 628"/>
                <a:gd name="T45" fmla="*/ 1 h 383"/>
                <a:gd name="T46" fmla="*/ 1 w 628"/>
                <a:gd name="T47" fmla="*/ 2 h 383"/>
                <a:gd name="T48" fmla="*/ 1 w 628"/>
                <a:gd name="T49" fmla="*/ 2 h 383"/>
                <a:gd name="T50" fmla="*/ 2 w 628"/>
                <a:gd name="T51" fmla="*/ 2 h 383"/>
                <a:gd name="T52" fmla="*/ 2 w 628"/>
                <a:gd name="T53" fmla="*/ 2 h 383"/>
                <a:gd name="T54" fmla="*/ 2 w 628"/>
                <a:gd name="T55" fmla="*/ 2 h 383"/>
                <a:gd name="T56" fmla="*/ 3 w 628"/>
                <a:gd name="T57" fmla="*/ 3 h 383"/>
                <a:gd name="T58" fmla="*/ 3 w 628"/>
                <a:gd name="T59" fmla="*/ 3 h 383"/>
                <a:gd name="T60" fmla="*/ 3 w 628"/>
                <a:gd name="T61" fmla="*/ 3 h 383"/>
                <a:gd name="T62" fmla="*/ 4 w 628"/>
                <a:gd name="T63" fmla="*/ 3 h 383"/>
                <a:gd name="T64" fmla="*/ 4 w 628"/>
                <a:gd name="T65" fmla="*/ 3 h 383"/>
                <a:gd name="T66" fmla="*/ 4 w 628"/>
                <a:gd name="T67" fmla="*/ 3 h 383"/>
                <a:gd name="T68" fmla="*/ 5 w 628"/>
                <a:gd name="T69" fmla="*/ 3 h 383"/>
                <a:gd name="T70" fmla="*/ 5 w 628"/>
                <a:gd name="T71" fmla="*/ 3 h 383"/>
                <a:gd name="T72" fmla="*/ 5 w 628"/>
                <a:gd name="T73" fmla="*/ 3 h 383"/>
                <a:gd name="T74" fmla="*/ 5 w 628"/>
                <a:gd name="T75" fmla="*/ 3 h 383"/>
                <a:gd name="T76" fmla="*/ 5 w 628"/>
                <a:gd name="T77" fmla="*/ 3 h 383"/>
                <a:gd name="T78" fmla="*/ 5 w 628"/>
                <a:gd name="T79" fmla="*/ 3 h 383"/>
                <a:gd name="T80" fmla="*/ 5 w 628"/>
                <a:gd name="T81" fmla="*/ 3 h 383"/>
                <a:gd name="T82" fmla="*/ 5 w 628"/>
                <a:gd name="T83" fmla="*/ 3 h 383"/>
                <a:gd name="T84" fmla="*/ 5 w 628"/>
                <a:gd name="T85" fmla="*/ 2 h 383"/>
                <a:gd name="T86" fmla="*/ 5 w 628"/>
                <a:gd name="T87" fmla="*/ 2 h 383"/>
                <a:gd name="T88" fmla="*/ 5 w 628"/>
                <a:gd name="T89" fmla="*/ 2 h 383"/>
                <a:gd name="T90" fmla="*/ 5 w 628"/>
                <a:gd name="T91" fmla="*/ 2 h 38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628"/>
                <a:gd name="T139" fmla="*/ 0 h 383"/>
                <a:gd name="T140" fmla="*/ 628 w 628"/>
                <a:gd name="T141" fmla="*/ 383 h 38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628" h="383">
                  <a:moveTo>
                    <a:pt x="581" y="289"/>
                  </a:moveTo>
                  <a:lnTo>
                    <a:pt x="582" y="289"/>
                  </a:lnTo>
                  <a:lnTo>
                    <a:pt x="541" y="287"/>
                  </a:lnTo>
                  <a:lnTo>
                    <a:pt x="500" y="283"/>
                  </a:lnTo>
                  <a:lnTo>
                    <a:pt x="462" y="276"/>
                  </a:lnTo>
                  <a:lnTo>
                    <a:pt x="424" y="268"/>
                  </a:lnTo>
                  <a:lnTo>
                    <a:pt x="389" y="255"/>
                  </a:lnTo>
                  <a:lnTo>
                    <a:pt x="352" y="242"/>
                  </a:lnTo>
                  <a:lnTo>
                    <a:pt x="320" y="227"/>
                  </a:lnTo>
                  <a:lnTo>
                    <a:pt x="287" y="209"/>
                  </a:lnTo>
                  <a:lnTo>
                    <a:pt x="255" y="189"/>
                  </a:lnTo>
                  <a:lnTo>
                    <a:pt x="226" y="168"/>
                  </a:lnTo>
                  <a:lnTo>
                    <a:pt x="198" y="145"/>
                  </a:lnTo>
                  <a:lnTo>
                    <a:pt x="172" y="119"/>
                  </a:lnTo>
                  <a:lnTo>
                    <a:pt x="146" y="92"/>
                  </a:lnTo>
                  <a:lnTo>
                    <a:pt x="122" y="64"/>
                  </a:lnTo>
                  <a:lnTo>
                    <a:pt x="100" y="33"/>
                  </a:lnTo>
                  <a:lnTo>
                    <a:pt x="82" y="0"/>
                  </a:lnTo>
                  <a:lnTo>
                    <a:pt x="0" y="47"/>
                  </a:lnTo>
                  <a:lnTo>
                    <a:pt x="23" y="85"/>
                  </a:lnTo>
                  <a:lnTo>
                    <a:pt x="49" y="120"/>
                  </a:lnTo>
                  <a:lnTo>
                    <a:pt x="76" y="153"/>
                  </a:lnTo>
                  <a:lnTo>
                    <a:pt x="104" y="185"/>
                  </a:lnTo>
                  <a:lnTo>
                    <a:pt x="137" y="215"/>
                  </a:lnTo>
                  <a:lnTo>
                    <a:pt x="170" y="241"/>
                  </a:lnTo>
                  <a:lnTo>
                    <a:pt x="204" y="267"/>
                  </a:lnTo>
                  <a:lnTo>
                    <a:pt x="240" y="289"/>
                  </a:lnTo>
                  <a:lnTo>
                    <a:pt x="277" y="309"/>
                  </a:lnTo>
                  <a:lnTo>
                    <a:pt x="317" y="329"/>
                  </a:lnTo>
                  <a:lnTo>
                    <a:pt x="358" y="344"/>
                  </a:lnTo>
                  <a:lnTo>
                    <a:pt x="400" y="357"/>
                  </a:lnTo>
                  <a:lnTo>
                    <a:pt x="444" y="367"/>
                  </a:lnTo>
                  <a:lnTo>
                    <a:pt x="488" y="374"/>
                  </a:lnTo>
                  <a:lnTo>
                    <a:pt x="534" y="380"/>
                  </a:lnTo>
                  <a:lnTo>
                    <a:pt x="580" y="383"/>
                  </a:lnTo>
                  <a:lnTo>
                    <a:pt x="581" y="383"/>
                  </a:lnTo>
                  <a:lnTo>
                    <a:pt x="580" y="383"/>
                  </a:lnTo>
                  <a:lnTo>
                    <a:pt x="600" y="379"/>
                  </a:lnTo>
                  <a:lnTo>
                    <a:pt x="615" y="369"/>
                  </a:lnTo>
                  <a:lnTo>
                    <a:pt x="624" y="353"/>
                  </a:lnTo>
                  <a:lnTo>
                    <a:pt x="628" y="337"/>
                  </a:lnTo>
                  <a:lnTo>
                    <a:pt x="625" y="319"/>
                  </a:lnTo>
                  <a:lnTo>
                    <a:pt x="617" y="304"/>
                  </a:lnTo>
                  <a:lnTo>
                    <a:pt x="602" y="294"/>
                  </a:lnTo>
                  <a:lnTo>
                    <a:pt x="582" y="289"/>
                  </a:lnTo>
                  <a:lnTo>
                    <a:pt x="581" y="28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8192" name="Freeform 35"/>
            <p:cNvSpPr>
              <a:spLocks/>
            </p:cNvSpPr>
            <p:nvPr/>
          </p:nvSpPr>
          <p:spPr bwMode="auto">
            <a:xfrm>
              <a:off x="1587" y="1880"/>
              <a:ext cx="85" cy="49"/>
            </a:xfrm>
            <a:custGeom>
              <a:avLst/>
              <a:gdLst>
                <a:gd name="T0" fmla="*/ 3 w 426"/>
                <a:gd name="T1" fmla="*/ 0 h 245"/>
                <a:gd name="T2" fmla="*/ 3 w 426"/>
                <a:gd name="T3" fmla="*/ 0 h 245"/>
                <a:gd name="T4" fmla="*/ 3 w 426"/>
                <a:gd name="T5" fmla="*/ 0 h 245"/>
                <a:gd name="T6" fmla="*/ 3 w 426"/>
                <a:gd name="T7" fmla="*/ 0 h 245"/>
                <a:gd name="T8" fmla="*/ 2 w 426"/>
                <a:gd name="T9" fmla="*/ 0 h 245"/>
                <a:gd name="T10" fmla="*/ 2 w 426"/>
                <a:gd name="T11" fmla="*/ 0 h 245"/>
                <a:gd name="T12" fmla="*/ 2 w 426"/>
                <a:gd name="T13" fmla="*/ 0 h 245"/>
                <a:gd name="T14" fmla="*/ 2 w 426"/>
                <a:gd name="T15" fmla="*/ 0 h 245"/>
                <a:gd name="T16" fmla="*/ 1 w 426"/>
                <a:gd name="T17" fmla="*/ 0 h 245"/>
                <a:gd name="T18" fmla="*/ 1 w 426"/>
                <a:gd name="T19" fmla="*/ 1 h 245"/>
                <a:gd name="T20" fmla="*/ 1 w 426"/>
                <a:gd name="T21" fmla="*/ 1 h 245"/>
                <a:gd name="T22" fmla="*/ 1 w 426"/>
                <a:gd name="T23" fmla="*/ 1 h 245"/>
                <a:gd name="T24" fmla="*/ 0 w 426"/>
                <a:gd name="T25" fmla="*/ 1 h 245"/>
                <a:gd name="T26" fmla="*/ 0 w 426"/>
                <a:gd name="T27" fmla="*/ 1 h 245"/>
                <a:gd name="T28" fmla="*/ 0 w 426"/>
                <a:gd name="T29" fmla="*/ 1 h 245"/>
                <a:gd name="T30" fmla="*/ 0 w 426"/>
                <a:gd name="T31" fmla="*/ 2 h 245"/>
                <a:gd name="T32" fmla="*/ 0 w 426"/>
                <a:gd name="T33" fmla="*/ 2 h 245"/>
                <a:gd name="T34" fmla="*/ 0 w 426"/>
                <a:gd name="T35" fmla="*/ 2 h 245"/>
                <a:gd name="T36" fmla="*/ 0 w 426"/>
                <a:gd name="T37" fmla="*/ 2 h 245"/>
                <a:gd name="T38" fmla="*/ 0 w 426"/>
                <a:gd name="T39" fmla="*/ 2 h 245"/>
                <a:gd name="T40" fmla="*/ 0 w 426"/>
                <a:gd name="T41" fmla="*/ 2 h 245"/>
                <a:gd name="T42" fmla="*/ 0 w 426"/>
                <a:gd name="T43" fmla="*/ 1 h 245"/>
                <a:gd name="T44" fmla="*/ 0 w 426"/>
                <a:gd name="T45" fmla="*/ 1 h 245"/>
                <a:gd name="T46" fmla="*/ 0 w 426"/>
                <a:gd name="T47" fmla="*/ 1 h 245"/>
                <a:gd name="T48" fmla="*/ 1 w 426"/>
                <a:gd name="T49" fmla="*/ 1 h 245"/>
                <a:gd name="T50" fmla="*/ 1 w 426"/>
                <a:gd name="T51" fmla="*/ 1 h 245"/>
                <a:gd name="T52" fmla="*/ 1 w 426"/>
                <a:gd name="T53" fmla="*/ 1 h 245"/>
                <a:gd name="T54" fmla="*/ 1 w 426"/>
                <a:gd name="T55" fmla="*/ 1 h 245"/>
                <a:gd name="T56" fmla="*/ 2 w 426"/>
                <a:gd name="T57" fmla="*/ 0 h 245"/>
                <a:gd name="T58" fmla="*/ 2 w 426"/>
                <a:gd name="T59" fmla="*/ 0 h 245"/>
                <a:gd name="T60" fmla="*/ 2 w 426"/>
                <a:gd name="T61" fmla="*/ 0 h 245"/>
                <a:gd name="T62" fmla="*/ 2 w 426"/>
                <a:gd name="T63" fmla="*/ 0 h 245"/>
                <a:gd name="T64" fmla="*/ 3 w 426"/>
                <a:gd name="T65" fmla="*/ 0 h 245"/>
                <a:gd name="T66" fmla="*/ 3 w 426"/>
                <a:gd name="T67" fmla="*/ 0 h 245"/>
                <a:gd name="T68" fmla="*/ 3 w 426"/>
                <a:gd name="T69" fmla="*/ 0 h 245"/>
                <a:gd name="T70" fmla="*/ 3 w 426"/>
                <a:gd name="T71" fmla="*/ 0 h 245"/>
                <a:gd name="T72" fmla="*/ 3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426" y="0"/>
                  </a:moveTo>
                  <a:lnTo>
                    <a:pt x="426" y="0"/>
                  </a:lnTo>
                  <a:lnTo>
                    <a:pt x="384" y="1"/>
                  </a:lnTo>
                  <a:lnTo>
                    <a:pt x="340" y="4"/>
                  </a:lnTo>
                  <a:lnTo>
                    <a:pt x="300" y="10"/>
                  </a:lnTo>
                  <a:lnTo>
                    <a:pt x="262" y="18"/>
                  </a:lnTo>
                  <a:lnTo>
                    <a:pt x="224" y="29"/>
                  </a:lnTo>
                  <a:lnTo>
                    <a:pt x="189" y="41"/>
                  </a:lnTo>
                  <a:lnTo>
                    <a:pt x="157" y="55"/>
                  </a:lnTo>
                  <a:lnTo>
                    <a:pt x="126" y="70"/>
                  </a:lnTo>
                  <a:lnTo>
                    <a:pt x="99" y="89"/>
                  </a:lnTo>
                  <a:lnTo>
                    <a:pt x="74" y="106"/>
                  </a:lnTo>
                  <a:lnTo>
                    <a:pt x="52" y="126"/>
                  </a:lnTo>
                  <a:lnTo>
                    <a:pt x="34" y="148"/>
                  </a:lnTo>
                  <a:lnTo>
                    <a:pt x="19" y="171"/>
                  </a:lnTo>
                  <a:lnTo>
                    <a:pt x="9" y="194"/>
                  </a:lnTo>
                  <a:lnTo>
                    <a:pt x="3" y="219"/>
                  </a:lnTo>
                  <a:lnTo>
                    <a:pt x="0" y="245"/>
                  </a:lnTo>
                  <a:lnTo>
                    <a:pt x="12" y="245"/>
                  </a:lnTo>
                  <a:lnTo>
                    <a:pt x="15" y="221"/>
                  </a:lnTo>
                  <a:lnTo>
                    <a:pt x="20" y="199"/>
                  </a:lnTo>
                  <a:lnTo>
                    <a:pt x="31" y="178"/>
                  </a:lnTo>
                  <a:lnTo>
                    <a:pt x="44" y="156"/>
                  </a:lnTo>
                  <a:lnTo>
                    <a:pt x="61" y="136"/>
                  </a:lnTo>
                  <a:lnTo>
                    <a:pt x="81" y="116"/>
                  </a:lnTo>
                  <a:lnTo>
                    <a:pt x="106" y="98"/>
                  </a:lnTo>
                  <a:lnTo>
                    <a:pt x="133" y="82"/>
                  </a:lnTo>
                  <a:lnTo>
                    <a:pt x="162" y="66"/>
                  </a:lnTo>
                  <a:lnTo>
                    <a:pt x="194" y="52"/>
                  </a:lnTo>
                  <a:lnTo>
                    <a:pt x="229" y="41"/>
                  </a:lnTo>
                  <a:lnTo>
                    <a:pt x="264" y="30"/>
                  </a:lnTo>
                  <a:lnTo>
                    <a:pt x="303" y="22"/>
                  </a:lnTo>
                  <a:lnTo>
                    <a:pt x="343" y="16"/>
                  </a:lnTo>
                  <a:lnTo>
                    <a:pt x="384" y="12"/>
                  </a:lnTo>
                  <a:lnTo>
                    <a:pt x="426" y="11"/>
                  </a:lnTo>
                  <a:lnTo>
                    <a:pt x="42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8193" name="Freeform 36"/>
            <p:cNvSpPr>
              <a:spLocks/>
            </p:cNvSpPr>
            <p:nvPr/>
          </p:nvSpPr>
          <p:spPr bwMode="auto">
            <a:xfrm>
              <a:off x="1587" y="1929"/>
              <a:ext cx="85" cy="49"/>
            </a:xfrm>
            <a:custGeom>
              <a:avLst/>
              <a:gdLst>
                <a:gd name="T0" fmla="*/ 0 w 426"/>
                <a:gd name="T1" fmla="*/ 0 h 245"/>
                <a:gd name="T2" fmla="*/ 0 w 426"/>
                <a:gd name="T3" fmla="*/ 0 h 245"/>
                <a:gd name="T4" fmla="*/ 0 w 426"/>
                <a:gd name="T5" fmla="*/ 0 h 245"/>
                <a:gd name="T6" fmla="*/ 0 w 426"/>
                <a:gd name="T7" fmla="*/ 0 h 245"/>
                <a:gd name="T8" fmla="*/ 0 w 426"/>
                <a:gd name="T9" fmla="*/ 1 h 245"/>
                <a:gd name="T10" fmla="*/ 0 w 426"/>
                <a:gd name="T11" fmla="*/ 1 h 245"/>
                <a:gd name="T12" fmla="*/ 0 w 426"/>
                <a:gd name="T13" fmla="*/ 1 h 245"/>
                <a:gd name="T14" fmla="*/ 1 w 426"/>
                <a:gd name="T15" fmla="*/ 1 h 245"/>
                <a:gd name="T16" fmla="*/ 1 w 426"/>
                <a:gd name="T17" fmla="*/ 1 h 245"/>
                <a:gd name="T18" fmla="*/ 1 w 426"/>
                <a:gd name="T19" fmla="*/ 1 h 245"/>
                <a:gd name="T20" fmla="*/ 1 w 426"/>
                <a:gd name="T21" fmla="*/ 2 h 245"/>
                <a:gd name="T22" fmla="*/ 2 w 426"/>
                <a:gd name="T23" fmla="*/ 2 h 245"/>
                <a:gd name="T24" fmla="*/ 2 w 426"/>
                <a:gd name="T25" fmla="*/ 2 h 245"/>
                <a:gd name="T26" fmla="*/ 2 w 426"/>
                <a:gd name="T27" fmla="*/ 2 h 245"/>
                <a:gd name="T28" fmla="*/ 2 w 426"/>
                <a:gd name="T29" fmla="*/ 2 h 245"/>
                <a:gd name="T30" fmla="*/ 3 w 426"/>
                <a:gd name="T31" fmla="*/ 2 h 245"/>
                <a:gd name="T32" fmla="*/ 3 w 426"/>
                <a:gd name="T33" fmla="*/ 2 h 245"/>
                <a:gd name="T34" fmla="*/ 3 w 426"/>
                <a:gd name="T35" fmla="*/ 2 h 245"/>
                <a:gd name="T36" fmla="*/ 3 w 426"/>
                <a:gd name="T37" fmla="*/ 2 h 245"/>
                <a:gd name="T38" fmla="*/ 3 w 426"/>
                <a:gd name="T39" fmla="*/ 2 h 245"/>
                <a:gd name="T40" fmla="*/ 3 w 426"/>
                <a:gd name="T41" fmla="*/ 2 h 245"/>
                <a:gd name="T42" fmla="*/ 2 w 426"/>
                <a:gd name="T43" fmla="*/ 2 h 245"/>
                <a:gd name="T44" fmla="*/ 2 w 426"/>
                <a:gd name="T45" fmla="*/ 2 h 245"/>
                <a:gd name="T46" fmla="*/ 2 w 426"/>
                <a:gd name="T47" fmla="*/ 2 h 245"/>
                <a:gd name="T48" fmla="*/ 2 w 426"/>
                <a:gd name="T49" fmla="*/ 2 h 245"/>
                <a:gd name="T50" fmla="*/ 1 w 426"/>
                <a:gd name="T51" fmla="*/ 1 h 245"/>
                <a:gd name="T52" fmla="*/ 1 w 426"/>
                <a:gd name="T53" fmla="*/ 1 h 245"/>
                <a:gd name="T54" fmla="*/ 1 w 426"/>
                <a:gd name="T55" fmla="*/ 1 h 245"/>
                <a:gd name="T56" fmla="*/ 1 w 426"/>
                <a:gd name="T57" fmla="*/ 1 h 245"/>
                <a:gd name="T58" fmla="*/ 0 w 426"/>
                <a:gd name="T59" fmla="*/ 1 h 245"/>
                <a:gd name="T60" fmla="*/ 0 w 426"/>
                <a:gd name="T61" fmla="*/ 1 h 245"/>
                <a:gd name="T62" fmla="*/ 0 w 426"/>
                <a:gd name="T63" fmla="*/ 1 h 245"/>
                <a:gd name="T64" fmla="*/ 0 w 426"/>
                <a:gd name="T65" fmla="*/ 0 h 245"/>
                <a:gd name="T66" fmla="*/ 0 w 426"/>
                <a:gd name="T67" fmla="*/ 0 h 245"/>
                <a:gd name="T68" fmla="*/ 0 w 426"/>
                <a:gd name="T69" fmla="*/ 0 h 245"/>
                <a:gd name="T70" fmla="*/ 0 w 426"/>
                <a:gd name="T71" fmla="*/ 0 h 245"/>
                <a:gd name="T72" fmla="*/ 0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0" y="0"/>
                  </a:moveTo>
                  <a:lnTo>
                    <a:pt x="0" y="0"/>
                  </a:lnTo>
                  <a:lnTo>
                    <a:pt x="3" y="25"/>
                  </a:lnTo>
                  <a:lnTo>
                    <a:pt x="9" y="50"/>
                  </a:lnTo>
                  <a:lnTo>
                    <a:pt x="19" y="73"/>
                  </a:lnTo>
                  <a:lnTo>
                    <a:pt x="34" y="96"/>
                  </a:lnTo>
                  <a:lnTo>
                    <a:pt x="52" y="118"/>
                  </a:lnTo>
                  <a:lnTo>
                    <a:pt x="74" y="138"/>
                  </a:lnTo>
                  <a:lnTo>
                    <a:pt x="99" y="156"/>
                  </a:lnTo>
                  <a:lnTo>
                    <a:pt x="126" y="174"/>
                  </a:lnTo>
                  <a:lnTo>
                    <a:pt x="157" y="190"/>
                  </a:lnTo>
                  <a:lnTo>
                    <a:pt x="189" y="204"/>
                  </a:lnTo>
                  <a:lnTo>
                    <a:pt x="224" y="215"/>
                  </a:lnTo>
                  <a:lnTo>
                    <a:pt x="262" y="226"/>
                  </a:lnTo>
                  <a:lnTo>
                    <a:pt x="300" y="234"/>
                  </a:lnTo>
                  <a:lnTo>
                    <a:pt x="340" y="240"/>
                  </a:lnTo>
                  <a:lnTo>
                    <a:pt x="384" y="244"/>
                  </a:lnTo>
                  <a:lnTo>
                    <a:pt x="426" y="245"/>
                  </a:lnTo>
                  <a:lnTo>
                    <a:pt x="426" y="233"/>
                  </a:lnTo>
                  <a:lnTo>
                    <a:pt x="384" y="232"/>
                  </a:lnTo>
                  <a:lnTo>
                    <a:pt x="343" y="228"/>
                  </a:lnTo>
                  <a:lnTo>
                    <a:pt x="303" y="222"/>
                  </a:lnTo>
                  <a:lnTo>
                    <a:pt x="264" y="214"/>
                  </a:lnTo>
                  <a:lnTo>
                    <a:pt x="229" y="204"/>
                  </a:lnTo>
                  <a:lnTo>
                    <a:pt x="194" y="192"/>
                  </a:lnTo>
                  <a:lnTo>
                    <a:pt x="162" y="178"/>
                  </a:lnTo>
                  <a:lnTo>
                    <a:pt x="133" y="163"/>
                  </a:lnTo>
                  <a:lnTo>
                    <a:pt x="106" y="146"/>
                  </a:lnTo>
                  <a:lnTo>
                    <a:pt x="81" y="129"/>
                  </a:lnTo>
                  <a:lnTo>
                    <a:pt x="61" y="109"/>
                  </a:lnTo>
                  <a:lnTo>
                    <a:pt x="44" y="89"/>
                  </a:lnTo>
                  <a:lnTo>
                    <a:pt x="31" y="66"/>
                  </a:lnTo>
                  <a:lnTo>
                    <a:pt x="20" y="45"/>
                  </a:lnTo>
                  <a:lnTo>
                    <a:pt x="15" y="2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8194" name="Freeform 37"/>
            <p:cNvSpPr>
              <a:spLocks/>
            </p:cNvSpPr>
            <p:nvPr/>
          </p:nvSpPr>
          <p:spPr bwMode="auto">
            <a:xfrm>
              <a:off x="878" y="1448"/>
              <a:ext cx="792" cy="954"/>
            </a:xfrm>
            <a:custGeom>
              <a:avLst/>
              <a:gdLst>
                <a:gd name="T0" fmla="*/ 13 w 3960"/>
                <a:gd name="T1" fmla="*/ 38 h 4768"/>
                <a:gd name="T2" fmla="*/ 14 w 3960"/>
                <a:gd name="T3" fmla="*/ 38 h 4768"/>
                <a:gd name="T4" fmla="*/ 15 w 3960"/>
                <a:gd name="T5" fmla="*/ 38 h 4768"/>
                <a:gd name="T6" fmla="*/ 15 w 3960"/>
                <a:gd name="T7" fmla="*/ 38 h 4768"/>
                <a:gd name="T8" fmla="*/ 16 w 3960"/>
                <a:gd name="T9" fmla="*/ 38 h 4768"/>
                <a:gd name="T10" fmla="*/ 17 w 3960"/>
                <a:gd name="T11" fmla="*/ 38 h 4768"/>
                <a:gd name="T12" fmla="*/ 17 w 3960"/>
                <a:gd name="T13" fmla="*/ 38 h 4768"/>
                <a:gd name="T14" fmla="*/ 18 w 3960"/>
                <a:gd name="T15" fmla="*/ 38 h 4768"/>
                <a:gd name="T16" fmla="*/ 18 w 3960"/>
                <a:gd name="T17" fmla="*/ 38 h 4768"/>
                <a:gd name="T18" fmla="*/ 29 w 3960"/>
                <a:gd name="T19" fmla="*/ 30 h 4768"/>
                <a:gd name="T20" fmla="*/ 30 w 3960"/>
                <a:gd name="T21" fmla="*/ 30 h 4768"/>
                <a:gd name="T22" fmla="*/ 30 w 3960"/>
                <a:gd name="T23" fmla="*/ 29 h 4768"/>
                <a:gd name="T24" fmla="*/ 31 w 3960"/>
                <a:gd name="T25" fmla="*/ 28 h 4768"/>
                <a:gd name="T26" fmla="*/ 31 w 3960"/>
                <a:gd name="T27" fmla="*/ 28 h 4768"/>
                <a:gd name="T28" fmla="*/ 31 w 3960"/>
                <a:gd name="T29" fmla="*/ 27 h 4768"/>
                <a:gd name="T30" fmla="*/ 32 w 3960"/>
                <a:gd name="T31" fmla="*/ 26 h 4768"/>
                <a:gd name="T32" fmla="*/ 32 w 3960"/>
                <a:gd name="T33" fmla="*/ 25 h 4768"/>
                <a:gd name="T34" fmla="*/ 32 w 3960"/>
                <a:gd name="T35" fmla="*/ 11 h 4768"/>
                <a:gd name="T36" fmla="*/ 32 w 3960"/>
                <a:gd name="T37" fmla="*/ 10 h 4768"/>
                <a:gd name="T38" fmla="*/ 31 w 3960"/>
                <a:gd name="T39" fmla="*/ 9 h 4768"/>
                <a:gd name="T40" fmla="*/ 31 w 3960"/>
                <a:gd name="T41" fmla="*/ 9 h 4768"/>
                <a:gd name="T42" fmla="*/ 31 w 3960"/>
                <a:gd name="T43" fmla="*/ 8 h 4768"/>
                <a:gd name="T44" fmla="*/ 31 w 3960"/>
                <a:gd name="T45" fmla="*/ 8 h 4768"/>
                <a:gd name="T46" fmla="*/ 30 w 3960"/>
                <a:gd name="T47" fmla="*/ 7 h 4768"/>
                <a:gd name="T48" fmla="*/ 30 w 3960"/>
                <a:gd name="T49" fmla="*/ 7 h 4768"/>
                <a:gd name="T50" fmla="*/ 29 w 3960"/>
                <a:gd name="T51" fmla="*/ 6 h 4768"/>
                <a:gd name="T52" fmla="*/ 19 w 3960"/>
                <a:gd name="T53" fmla="*/ 1 h 4768"/>
                <a:gd name="T54" fmla="*/ 18 w 3960"/>
                <a:gd name="T55" fmla="*/ 0 h 4768"/>
                <a:gd name="T56" fmla="*/ 17 w 3960"/>
                <a:gd name="T57" fmla="*/ 0 h 4768"/>
                <a:gd name="T58" fmla="*/ 17 w 3960"/>
                <a:gd name="T59" fmla="*/ 0 h 4768"/>
                <a:gd name="T60" fmla="*/ 16 w 3960"/>
                <a:gd name="T61" fmla="*/ 0 h 4768"/>
                <a:gd name="T62" fmla="*/ 15 w 3960"/>
                <a:gd name="T63" fmla="*/ 0 h 4768"/>
                <a:gd name="T64" fmla="*/ 14 w 3960"/>
                <a:gd name="T65" fmla="*/ 0 h 4768"/>
                <a:gd name="T66" fmla="*/ 14 w 3960"/>
                <a:gd name="T67" fmla="*/ 0 h 4768"/>
                <a:gd name="T68" fmla="*/ 2 w 3960"/>
                <a:gd name="T69" fmla="*/ 6 h 4768"/>
                <a:gd name="T70" fmla="*/ 2 w 3960"/>
                <a:gd name="T71" fmla="*/ 7 h 4768"/>
                <a:gd name="T72" fmla="*/ 1 w 3960"/>
                <a:gd name="T73" fmla="*/ 7 h 4768"/>
                <a:gd name="T74" fmla="*/ 1 w 3960"/>
                <a:gd name="T75" fmla="*/ 8 h 4768"/>
                <a:gd name="T76" fmla="*/ 1 w 3960"/>
                <a:gd name="T77" fmla="*/ 8 h 4768"/>
                <a:gd name="T78" fmla="*/ 0 w 3960"/>
                <a:gd name="T79" fmla="*/ 9 h 4768"/>
                <a:gd name="T80" fmla="*/ 0 w 3960"/>
                <a:gd name="T81" fmla="*/ 9 h 4768"/>
                <a:gd name="T82" fmla="*/ 0 w 3960"/>
                <a:gd name="T83" fmla="*/ 10 h 4768"/>
                <a:gd name="T84" fmla="*/ 0 w 3960"/>
                <a:gd name="T85" fmla="*/ 11 h 4768"/>
                <a:gd name="T86" fmla="*/ 0 w 3960"/>
                <a:gd name="T87" fmla="*/ 25 h 4768"/>
                <a:gd name="T88" fmla="*/ 0 w 3960"/>
                <a:gd name="T89" fmla="*/ 26 h 4768"/>
                <a:gd name="T90" fmla="*/ 0 w 3960"/>
                <a:gd name="T91" fmla="*/ 27 h 4768"/>
                <a:gd name="T92" fmla="*/ 1 w 3960"/>
                <a:gd name="T93" fmla="*/ 28 h 4768"/>
                <a:gd name="T94" fmla="*/ 1 w 3960"/>
                <a:gd name="T95" fmla="*/ 29 h 4768"/>
                <a:gd name="T96" fmla="*/ 1 w 3960"/>
                <a:gd name="T97" fmla="*/ 29 h 4768"/>
                <a:gd name="T98" fmla="*/ 2 w 3960"/>
                <a:gd name="T99" fmla="*/ 30 h 4768"/>
                <a:gd name="T100" fmla="*/ 3 w 3960"/>
                <a:gd name="T101" fmla="*/ 31 h 4768"/>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w 3960"/>
                <a:gd name="T154" fmla="*/ 0 h 4768"/>
                <a:gd name="T155" fmla="*/ 3960 w 3960"/>
                <a:gd name="T156" fmla="*/ 4768 h 4768"/>
              </a:gdLst>
              <a:ahLst/>
              <a:cxnLst>
                <a:cxn ang="T102">
                  <a:pos x="T0" y="T1"/>
                </a:cxn>
                <a:cxn ang="T103">
                  <a:pos x="T2" y="T3"/>
                </a:cxn>
                <a:cxn ang="T104">
                  <a:pos x="T4" y="T5"/>
                </a:cxn>
                <a:cxn ang="T105">
                  <a:pos x="T6" y="T7"/>
                </a:cxn>
                <a:cxn ang="T106">
                  <a:pos x="T8" y="T9"/>
                </a:cxn>
                <a:cxn ang="T107">
                  <a:pos x="T10" y="T11"/>
                </a:cxn>
                <a:cxn ang="T108">
                  <a:pos x="T12" y="T13"/>
                </a:cxn>
                <a:cxn ang="T109">
                  <a:pos x="T14" y="T15"/>
                </a:cxn>
                <a:cxn ang="T110">
                  <a:pos x="T16" y="T17"/>
                </a:cxn>
                <a:cxn ang="T111">
                  <a:pos x="T18" y="T19"/>
                </a:cxn>
                <a:cxn ang="T112">
                  <a:pos x="T20" y="T21"/>
                </a:cxn>
                <a:cxn ang="T113">
                  <a:pos x="T22" y="T23"/>
                </a:cxn>
                <a:cxn ang="T114">
                  <a:pos x="T24" y="T25"/>
                </a:cxn>
                <a:cxn ang="T115">
                  <a:pos x="T26" y="T27"/>
                </a:cxn>
                <a:cxn ang="T116">
                  <a:pos x="T28" y="T29"/>
                </a:cxn>
                <a:cxn ang="T117">
                  <a:pos x="T30" y="T31"/>
                </a:cxn>
                <a:cxn ang="T118">
                  <a:pos x="T32" y="T33"/>
                </a:cxn>
                <a:cxn ang="T119">
                  <a:pos x="T34" y="T35"/>
                </a:cxn>
                <a:cxn ang="T120">
                  <a:pos x="T36" y="T37"/>
                </a:cxn>
                <a:cxn ang="T121">
                  <a:pos x="T38" y="T39"/>
                </a:cxn>
                <a:cxn ang="T122">
                  <a:pos x="T40" y="T41"/>
                </a:cxn>
                <a:cxn ang="T123">
                  <a:pos x="T42" y="T43"/>
                </a:cxn>
                <a:cxn ang="T124">
                  <a:pos x="T44" y="T45"/>
                </a:cxn>
                <a:cxn ang="T125">
                  <a:pos x="T46" y="T47"/>
                </a:cxn>
                <a:cxn ang="T126">
                  <a:pos x="T48" y="T49"/>
                </a:cxn>
                <a:cxn ang="T127">
                  <a:pos x="T50" y="T51"/>
                </a:cxn>
                <a:cxn ang="T128">
                  <a:pos x="T52" y="T53"/>
                </a:cxn>
                <a:cxn ang="T129">
                  <a:pos x="T54" y="T55"/>
                </a:cxn>
                <a:cxn ang="T130">
                  <a:pos x="T56" y="T57"/>
                </a:cxn>
                <a:cxn ang="T131">
                  <a:pos x="T58" y="T59"/>
                </a:cxn>
                <a:cxn ang="T132">
                  <a:pos x="T60" y="T61"/>
                </a:cxn>
                <a:cxn ang="T133">
                  <a:pos x="T62" y="T63"/>
                </a:cxn>
                <a:cxn ang="T134">
                  <a:pos x="T64" y="T65"/>
                </a:cxn>
                <a:cxn ang="T135">
                  <a:pos x="T66" y="T67"/>
                </a:cxn>
                <a:cxn ang="T136">
                  <a:pos x="T68" y="T69"/>
                </a:cxn>
                <a:cxn ang="T137">
                  <a:pos x="T70" y="T71"/>
                </a:cxn>
                <a:cxn ang="T138">
                  <a:pos x="T72" y="T73"/>
                </a:cxn>
                <a:cxn ang="T139">
                  <a:pos x="T74" y="T75"/>
                </a:cxn>
                <a:cxn ang="T140">
                  <a:pos x="T76" y="T77"/>
                </a:cxn>
                <a:cxn ang="T141">
                  <a:pos x="T78" y="T79"/>
                </a:cxn>
                <a:cxn ang="T142">
                  <a:pos x="T80" y="T81"/>
                </a:cxn>
                <a:cxn ang="T143">
                  <a:pos x="T82" y="T83"/>
                </a:cxn>
                <a:cxn ang="T144">
                  <a:pos x="T84" y="T85"/>
                </a:cxn>
                <a:cxn ang="T145">
                  <a:pos x="T86" y="T87"/>
                </a:cxn>
                <a:cxn ang="T146">
                  <a:pos x="T88" y="T89"/>
                </a:cxn>
                <a:cxn ang="T147">
                  <a:pos x="T90" y="T91"/>
                </a:cxn>
                <a:cxn ang="T148">
                  <a:pos x="T92" y="T93"/>
                </a:cxn>
                <a:cxn ang="T149">
                  <a:pos x="T94" y="T95"/>
                </a:cxn>
                <a:cxn ang="T150">
                  <a:pos x="T96" y="T97"/>
                </a:cxn>
                <a:cxn ang="T151">
                  <a:pos x="T98" y="T99"/>
                </a:cxn>
                <a:cxn ang="T152">
                  <a:pos x="T100" y="T101"/>
                </a:cxn>
              </a:cxnLst>
              <a:rect l="T153" t="T154" r="T155" b="T156"/>
              <a:pathLst>
                <a:path w="3960" h="4768">
                  <a:moveTo>
                    <a:pt x="353" y="3849"/>
                  </a:moveTo>
                  <a:lnTo>
                    <a:pt x="1661" y="4700"/>
                  </a:lnTo>
                  <a:lnTo>
                    <a:pt x="1697" y="4717"/>
                  </a:lnTo>
                  <a:lnTo>
                    <a:pt x="1736" y="4731"/>
                  </a:lnTo>
                  <a:lnTo>
                    <a:pt x="1776" y="4742"/>
                  </a:lnTo>
                  <a:lnTo>
                    <a:pt x="1818" y="4753"/>
                  </a:lnTo>
                  <a:lnTo>
                    <a:pt x="1860" y="4760"/>
                  </a:lnTo>
                  <a:lnTo>
                    <a:pt x="1902" y="4765"/>
                  </a:lnTo>
                  <a:lnTo>
                    <a:pt x="1946" y="4768"/>
                  </a:lnTo>
                  <a:lnTo>
                    <a:pt x="1988" y="4768"/>
                  </a:lnTo>
                  <a:lnTo>
                    <a:pt x="2031" y="4767"/>
                  </a:lnTo>
                  <a:lnTo>
                    <a:pt x="2073" y="4763"/>
                  </a:lnTo>
                  <a:lnTo>
                    <a:pt x="2114" y="4758"/>
                  </a:lnTo>
                  <a:lnTo>
                    <a:pt x="2154" y="4751"/>
                  </a:lnTo>
                  <a:lnTo>
                    <a:pt x="2193" y="4740"/>
                  </a:lnTo>
                  <a:lnTo>
                    <a:pt x="2230" y="4729"/>
                  </a:lnTo>
                  <a:lnTo>
                    <a:pt x="2264" y="4715"/>
                  </a:lnTo>
                  <a:lnTo>
                    <a:pt x="2297" y="4700"/>
                  </a:lnTo>
                  <a:lnTo>
                    <a:pt x="3639" y="3825"/>
                  </a:lnTo>
                  <a:lnTo>
                    <a:pt x="3673" y="3795"/>
                  </a:lnTo>
                  <a:lnTo>
                    <a:pt x="3707" y="3761"/>
                  </a:lnTo>
                  <a:lnTo>
                    <a:pt x="3738" y="3725"/>
                  </a:lnTo>
                  <a:lnTo>
                    <a:pt x="3768" y="3685"/>
                  </a:lnTo>
                  <a:lnTo>
                    <a:pt x="3796" y="3644"/>
                  </a:lnTo>
                  <a:lnTo>
                    <a:pt x="3821" y="3599"/>
                  </a:lnTo>
                  <a:lnTo>
                    <a:pt x="3846" y="3553"/>
                  </a:lnTo>
                  <a:lnTo>
                    <a:pt x="3868" y="3505"/>
                  </a:lnTo>
                  <a:lnTo>
                    <a:pt x="3888" y="3456"/>
                  </a:lnTo>
                  <a:lnTo>
                    <a:pt x="3907" y="3406"/>
                  </a:lnTo>
                  <a:lnTo>
                    <a:pt x="3922" y="3354"/>
                  </a:lnTo>
                  <a:lnTo>
                    <a:pt x="3935" y="3303"/>
                  </a:lnTo>
                  <a:lnTo>
                    <a:pt x="3946" y="3250"/>
                  </a:lnTo>
                  <a:lnTo>
                    <a:pt x="3953" y="3197"/>
                  </a:lnTo>
                  <a:lnTo>
                    <a:pt x="3957" y="3144"/>
                  </a:lnTo>
                  <a:lnTo>
                    <a:pt x="3960" y="3092"/>
                  </a:lnTo>
                  <a:lnTo>
                    <a:pt x="3959" y="1313"/>
                  </a:lnTo>
                  <a:lnTo>
                    <a:pt x="3955" y="1271"/>
                  </a:lnTo>
                  <a:lnTo>
                    <a:pt x="3949" y="1229"/>
                  </a:lnTo>
                  <a:lnTo>
                    <a:pt x="3941" y="1189"/>
                  </a:lnTo>
                  <a:lnTo>
                    <a:pt x="3930" y="1149"/>
                  </a:lnTo>
                  <a:lnTo>
                    <a:pt x="3918" y="1111"/>
                  </a:lnTo>
                  <a:lnTo>
                    <a:pt x="3902" y="1075"/>
                  </a:lnTo>
                  <a:lnTo>
                    <a:pt x="3886" y="1040"/>
                  </a:lnTo>
                  <a:lnTo>
                    <a:pt x="3867" y="1006"/>
                  </a:lnTo>
                  <a:lnTo>
                    <a:pt x="3846" y="973"/>
                  </a:lnTo>
                  <a:lnTo>
                    <a:pt x="3823" y="942"/>
                  </a:lnTo>
                  <a:lnTo>
                    <a:pt x="3798" y="913"/>
                  </a:lnTo>
                  <a:lnTo>
                    <a:pt x="3771" y="886"/>
                  </a:lnTo>
                  <a:lnTo>
                    <a:pt x="3743" y="860"/>
                  </a:lnTo>
                  <a:lnTo>
                    <a:pt x="3714" y="837"/>
                  </a:lnTo>
                  <a:lnTo>
                    <a:pt x="3682" y="816"/>
                  </a:lnTo>
                  <a:lnTo>
                    <a:pt x="3649" y="796"/>
                  </a:lnTo>
                  <a:lnTo>
                    <a:pt x="2386" y="83"/>
                  </a:lnTo>
                  <a:lnTo>
                    <a:pt x="2350" y="65"/>
                  </a:lnTo>
                  <a:lnTo>
                    <a:pt x="2310" y="50"/>
                  </a:lnTo>
                  <a:lnTo>
                    <a:pt x="2268" y="36"/>
                  </a:lnTo>
                  <a:lnTo>
                    <a:pt x="2223" y="24"/>
                  </a:lnTo>
                  <a:lnTo>
                    <a:pt x="2178" y="15"/>
                  </a:lnTo>
                  <a:lnTo>
                    <a:pt x="2131" y="8"/>
                  </a:lnTo>
                  <a:lnTo>
                    <a:pt x="2082" y="3"/>
                  </a:lnTo>
                  <a:lnTo>
                    <a:pt x="2032" y="0"/>
                  </a:lnTo>
                  <a:lnTo>
                    <a:pt x="1982" y="1"/>
                  </a:lnTo>
                  <a:lnTo>
                    <a:pt x="1933" y="3"/>
                  </a:lnTo>
                  <a:lnTo>
                    <a:pt x="1882" y="9"/>
                  </a:lnTo>
                  <a:lnTo>
                    <a:pt x="1833" y="17"/>
                  </a:lnTo>
                  <a:lnTo>
                    <a:pt x="1785" y="29"/>
                  </a:lnTo>
                  <a:lnTo>
                    <a:pt x="1737" y="43"/>
                  </a:lnTo>
                  <a:lnTo>
                    <a:pt x="1691" y="62"/>
                  </a:lnTo>
                  <a:lnTo>
                    <a:pt x="1647" y="83"/>
                  </a:lnTo>
                  <a:lnTo>
                    <a:pt x="311" y="782"/>
                  </a:lnTo>
                  <a:lnTo>
                    <a:pt x="276" y="803"/>
                  </a:lnTo>
                  <a:lnTo>
                    <a:pt x="243" y="826"/>
                  </a:lnTo>
                  <a:lnTo>
                    <a:pt x="213" y="852"/>
                  </a:lnTo>
                  <a:lnTo>
                    <a:pt x="184" y="879"/>
                  </a:lnTo>
                  <a:lnTo>
                    <a:pt x="155" y="908"/>
                  </a:lnTo>
                  <a:lnTo>
                    <a:pt x="131" y="939"/>
                  </a:lnTo>
                  <a:lnTo>
                    <a:pt x="107" y="971"/>
                  </a:lnTo>
                  <a:lnTo>
                    <a:pt x="86" y="1005"/>
                  </a:lnTo>
                  <a:lnTo>
                    <a:pt x="68" y="1040"/>
                  </a:lnTo>
                  <a:lnTo>
                    <a:pt x="50" y="1076"/>
                  </a:lnTo>
                  <a:lnTo>
                    <a:pt x="36" y="1115"/>
                  </a:lnTo>
                  <a:lnTo>
                    <a:pt x="23" y="1153"/>
                  </a:lnTo>
                  <a:lnTo>
                    <a:pt x="14" y="1195"/>
                  </a:lnTo>
                  <a:lnTo>
                    <a:pt x="7" y="1236"/>
                  </a:lnTo>
                  <a:lnTo>
                    <a:pt x="2" y="1279"/>
                  </a:lnTo>
                  <a:lnTo>
                    <a:pt x="0" y="1322"/>
                  </a:lnTo>
                  <a:lnTo>
                    <a:pt x="0" y="3093"/>
                  </a:lnTo>
                  <a:lnTo>
                    <a:pt x="2" y="3147"/>
                  </a:lnTo>
                  <a:lnTo>
                    <a:pt x="7" y="3202"/>
                  </a:lnTo>
                  <a:lnTo>
                    <a:pt x="15" y="3257"/>
                  </a:lnTo>
                  <a:lnTo>
                    <a:pt x="27" y="3312"/>
                  </a:lnTo>
                  <a:lnTo>
                    <a:pt x="42" y="3366"/>
                  </a:lnTo>
                  <a:lnTo>
                    <a:pt x="59" y="3420"/>
                  </a:lnTo>
                  <a:lnTo>
                    <a:pt x="79" y="3474"/>
                  </a:lnTo>
                  <a:lnTo>
                    <a:pt x="102" y="3525"/>
                  </a:lnTo>
                  <a:lnTo>
                    <a:pt x="127" y="3576"/>
                  </a:lnTo>
                  <a:lnTo>
                    <a:pt x="154" y="3624"/>
                  </a:lnTo>
                  <a:lnTo>
                    <a:pt x="184" y="3670"/>
                  </a:lnTo>
                  <a:lnTo>
                    <a:pt x="214" y="3712"/>
                  </a:lnTo>
                  <a:lnTo>
                    <a:pt x="247" y="3752"/>
                  </a:lnTo>
                  <a:lnTo>
                    <a:pt x="281" y="3788"/>
                  </a:lnTo>
                  <a:lnTo>
                    <a:pt x="317" y="3821"/>
                  </a:lnTo>
                  <a:lnTo>
                    <a:pt x="353" y="384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8195" name="Freeform 38"/>
            <p:cNvSpPr>
              <a:spLocks/>
            </p:cNvSpPr>
            <p:nvPr/>
          </p:nvSpPr>
          <p:spPr bwMode="auto">
            <a:xfrm>
              <a:off x="943" y="2210"/>
              <a:ext cx="276" cy="187"/>
            </a:xfrm>
            <a:custGeom>
              <a:avLst/>
              <a:gdLst>
                <a:gd name="T0" fmla="*/ 11 w 1380"/>
                <a:gd name="T1" fmla="*/ 7 h 937"/>
                <a:gd name="T2" fmla="*/ 11 w 1380"/>
                <a:gd name="T3" fmla="*/ 7 h 937"/>
                <a:gd name="T4" fmla="*/ 0 w 1380"/>
                <a:gd name="T5" fmla="*/ 0 h 937"/>
                <a:gd name="T6" fmla="*/ 0 w 1380"/>
                <a:gd name="T7" fmla="*/ 1 h 937"/>
                <a:gd name="T8" fmla="*/ 10 w 1380"/>
                <a:gd name="T9" fmla="*/ 7 h 937"/>
                <a:gd name="T10" fmla="*/ 10 w 1380"/>
                <a:gd name="T11" fmla="*/ 7 h 937"/>
                <a:gd name="T12" fmla="*/ 10 w 1380"/>
                <a:gd name="T13" fmla="*/ 7 h 937"/>
                <a:gd name="T14" fmla="*/ 11 w 1380"/>
                <a:gd name="T15" fmla="*/ 7 h 937"/>
                <a:gd name="T16" fmla="*/ 11 w 1380"/>
                <a:gd name="T17" fmla="*/ 7 h 937"/>
                <a:gd name="T18" fmla="*/ 11 w 1380"/>
                <a:gd name="T19" fmla="*/ 7 h 937"/>
                <a:gd name="T20" fmla="*/ 11 w 1380"/>
                <a:gd name="T21" fmla="*/ 7 h 937"/>
                <a:gd name="T22" fmla="*/ 11 w 1380"/>
                <a:gd name="T23" fmla="*/ 7 h 937"/>
                <a:gd name="T24" fmla="*/ 11 w 1380"/>
                <a:gd name="T25" fmla="*/ 7 h 937"/>
                <a:gd name="T26" fmla="*/ 11 w 1380"/>
                <a:gd name="T27" fmla="*/ 7 h 937"/>
                <a:gd name="T28" fmla="*/ 11 w 1380"/>
                <a:gd name="T29" fmla="*/ 7 h 937"/>
                <a:gd name="T30" fmla="*/ 11 w 1380"/>
                <a:gd name="T31" fmla="*/ 7 h 93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80"/>
                <a:gd name="T49" fmla="*/ 0 h 937"/>
                <a:gd name="T50" fmla="*/ 1380 w 1380"/>
                <a:gd name="T51" fmla="*/ 937 h 93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80" h="937">
                  <a:moveTo>
                    <a:pt x="1354" y="848"/>
                  </a:moveTo>
                  <a:lnTo>
                    <a:pt x="1359" y="851"/>
                  </a:lnTo>
                  <a:lnTo>
                    <a:pt x="51" y="0"/>
                  </a:lnTo>
                  <a:lnTo>
                    <a:pt x="0" y="78"/>
                  </a:lnTo>
                  <a:lnTo>
                    <a:pt x="1307" y="929"/>
                  </a:lnTo>
                  <a:lnTo>
                    <a:pt x="1312" y="932"/>
                  </a:lnTo>
                  <a:lnTo>
                    <a:pt x="1307" y="929"/>
                  </a:lnTo>
                  <a:lnTo>
                    <a:pt x="1326" y="937"/>
                  </a:lnTo>
                  <a:lnTo>
                    <a:pt x="1345" y="936"/>
                  </a:lnTo>
                  <a:lnTo>
                    <a:pt x="1360" y="929"/>
                  </a:lnTo>
                  <a:lnTo>
                    <a:pt x="1372" y="916"/>
                  </a:lnTo>
                  <a:lnTo>
                    <a:pt x="1379" y="899"/>
                  </a:lnTo>
                  <a:lnTo>
                    <a:pt x="1380" y="883"/>
                  </a:lnTo>
                  <a:lnTo>
                    <a:pt x="1374" y="865"/>
                  </a:lnTo>
                  <a:lnTo>
                    <a:pt x="1359" y="851"/>
                  </a:lnTo>
                  <a:lnTo>
                    <a:pt x="1354" y="84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8196" name="Freeform 39"/>
            <p:cNvSpPr>
              <a:spLocks/>
            </p:cNvSpPr>
            <p:nvPr/>
          </p:nvSpPr>
          <p:spPr bwMode="auto">
            <a:xfrm>
              <a:off x="1206" y="2379"/>
              <a:ext cx="140" cy="32"/>
            </a:xfrm>
            <a:custGeom>
              <a:avLst/>
              <a:gdLst>
                <a:gd name="T0" fmla="*/ 5 w 703"/>
                <a:gd name="T1" fmla="*/ 0 h 162"/>
                <a:gd name="T2" fmla="*/ 5 w 703"/>
                <a:gd name="T3" fmla="*/ 0 h 162"/>
                <a:gd name="T4" fmla="*/ 5 w 703"/>
                <a:gd name="T5" fmla="*/ 0 h 162"/>
                <a:gd name="T6" fmla="*/ 5 w 703"/>
                <a:gd name="T7" fmla="*/ 0 h 162"/>
                <a:gd name="T8" fmla="*/ 4 w 703"/>
                <a:gd name="T9" fmla="*/ 0 h 162"/>
                <a:gd name="T10" fmla="*/ 4 w 703"/>
                <a:gd name="T11" fmla="*/ 0 h 162"/>
                <a:gd name="T12" fmla="*/ 4 w 703"/>
                <a:gd name="T13" fmla="*/ 0 h 162"/>
                <a:gd name="T14" fmla="*/ 3 w 703"/>
                <a:gd name="T15" fmla="*/ 1 h 162"/>
                <a:gd name="T16" fmla="*/ 3 w 703"/>
                <a:gd name="T17" fmla="*/ 1 h 162"/>
                <a:gd name="T18" fmla="*/ 3 w 703"/>
                <a:gd name="T19" fmla="*/ 1 h 162"/>
                <a:gd name="T20" fmla="*/ 2 w 703"/>
                <a:gd name="T21" fmla="*/ 1 h 162"/>
                <a:gd name="T22" fmla="*/ 2 w 703"/>
                <a:gd name="T23" fmla="*/ 1 h 162"/>
                <a:gd name="T24" fmla="*/ 2 w 703"/>
                <a:gd name="T25" fmla="*/ 0 h 162"/>
                <a:gd name="T26" fmla="*/ 1 w 703"/>
                <a:gd name="T27" fmla="*/ 0 h 162"/>
                <a:gd name="T28" fmla="*/ 1 w 703"/>
                <a:gd name="T29" fmla="*/ 0 h 162"/>
                <a:gd name="T30" fmla="*/ 1 w 703"/>
                <a:gd name="T31" fmla="*/ 0 h 162"/>
                <a:gd name="T32" fmla="*/ 1 w 703"/>
                <a:gd name="T33" fmla="*/ 0 h 162"/>
                <a:gd name="T34" fmla="*/ 0 w 703"/>
                <a:gd name="T35" fmla="*/ 0 h 162"/>
                <a:gd name="T36" fmla="*/ 0 w 703"/>
                <a:gd name="T37" fmla="*/ 1 h 162"/>
                <a:gd name="T38" fmla="*/ 0 w 703"/>
                <a:gd name="T39" fmla="*/ 1 h 162"/>
                <a:gd name="T40" fmla="*/ 1 w 703"/>
                <a:gd name="T41" fmla="*/ 1 h 162"/>
                <a:gd name="T42" fmla="*/ 1 w 703"/>
                <a:gd name="T43" fmla="*/ 1 h 162"/>
                <a:gd name="T44" fmla="*/ 1 w 703"/>
                <a:gd name="T45" fmla="*/ 1 h 162"/>
                <a:gd name="T46" fmla="*/ 2 w 703"/>
                <a:gd name="T47" fmla="*/ 1 h 162"/>
                <a:gd name="T48" fmla="*/ 2 w 703"/>
                <a:gd name="T49" fmla="*/ 1 h 162"/>
                <a:gd name="T50" fmla="*/ 2 w 703"/>
                <a:gd name="T51" fmla="*/ 1 h 162"/>
                <a:gd name="T52" fmla="*/ 3 w 703"/>
                <a:gd name="T53" fmla="*/ 1 h 162"/>
                <a:gd name="T54" fmla="*/ 3 w 703"/>
                <a:gd name="T55" fmla="*/ 1 h 162"/>
                <a:gd name="T56" fmla="*/ 3 w 703"/>
                <a:gd name="T57" fmla="*/ 1 h 162"/>
                <a:gd name="T58" fmla="*/ 4 w 703"/>
                <a:gd name="T59" fmla="*/ 1 h 162"/>
                <a:gd name="T60" fmla="*/ 4 w 703"/>
                <a:gd name="T61" fmla="*/ 1 h 162"/>
                <a:gd name="T62" fmla="*/ 5 w 703"/>
                <a:gd name="T63" fmla="*/ 1 h 162"/>
                <a:gd name="T64" fmla="*/ 5 w 703"/>
                <a:gd name="T65" fmla="*/ 1 h 162"/>
                <a:gd name="T66" fmla="*/ 5 w 703"/>
                <a:gd name="T67" fmla="*/ 1 h 162"/>
                <a:gd name="T68" fmla="*/ 5 w 703"/>
                <a:gd name="T69" fmla="*/ 1 h 162"/>
                <a:gd name="T70" fmla="*/ 5 w 703"/>
                <a:gd name="T71" fmla="*/ 1 h 162"/>
                <a:gd name="T72" fmla="*/ 5 w 703"/>
                <a:gd name="T73" fmla="*/ 1 h 162"/>
                <a:gd name="T74" fmla="*/ 5 w 703"/>
                <a:gd name="T75" fmla="*/ 1 h 162"/>
                <a:gd name="T76" fmla="*/ 6 w 703"/>
                <a:gd name="T77" fmla="*/ 0 h 162"/>
                <a:gd name="T78" fmla="*/ 6 w 703"/>
                <a:gd name="T79" fmla="*/ 0 h 162"/>
                <a:gd name="T80" fmla="*/ 6 w 703"/>
                <a:gd name="T81" fmla="*/ 0 h 162"/>
                <a:gd name="T82" fmla="*/ 5 w 703"/>
                <a:gd name="T83" fmla="*/ 0 h 162"/>
                <a:gd name="T84" fmla="*/ 5 w 703"/>
                <a:gd name="T85" fmla="*/ 0 h 162"/>
                <a:gd name="T86" fmla="*/ 5 w 703"/>
                <a:gd name="T87" fmla="*/ 0 h 162"/>
                <a:gd name="T88" fmla="*/ 5 w 703"/>
                <a:gd name="T89" fmla="*/ 0 h 162"/>
                <a:gd name="T90" fmla="*/ 5 w 703"/>
                <a:gd name="T91" fmla="*/ 0 h 162"/>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703"/>
                <a:gd name="T139" fmla="*/ 0 h 162"/>
                <a:gd name="T140" fmla="*/ 703 w 703"/>
                <a:gd name="T141" fmla="*/ 162 h 162"/>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703" h="162">
                  <a:moveTo>
                    <a:pt x="631" y="8"/>
                  </a:moveTo>
                  <a:lnTo>
                    <a:pt x="636" y="6"/>
                  </a:lnTo>
                  <a:lnTo>
                    <a:pt x="606" y="20"/>
                  </a:lnTo>
                  <a:lnTo>
                    <a:pt x="575" y="32"/>
                  </a:lnTo>
                  <a:lnTo>
                    <a:pt x="540" y="42"/>
                  </a:lnTo>
                  <a:lnTo>
                    <a:pt x="504" y="52"/>
                  </a:lnTo>
                  <a:lnTo>
                    <a:pt x="467" y="59"/>
                  </a:lnTo>
                  <a:lnTo>
                    <a:pt x="428" y="64"/>
                  </a:lnTo>
                  <a:lnTo>
                    <a:pt x="389" y="67"/>
                  </a:lnTo>
                  <a:lnTo>
                    <a:pt x="348" y="68"/>
                  </a:lnTo>
                  <a:lnTo>
                    <a:pt x="308" y="68"/>
                  </a:lnTo>
                  <a:lnTo>
                    <a:pt x="267" y="65"/>
                  </a:lnTo>
                  <a:lnTo>
                    <a:pt x="226" y="61"/>
                  </a:lnTo>
                  <a:lnTo>
                    <a:pt x="187" y="54"/>
                  </a:lnTo>
                  <a:lnTo>
                    <a:pt x="148" y="44"/>
                  </a:lnTo>
                  <a:lnTo>
                    <a:pt x="110" y="33"/>
                  </a:lnTo>
                  <a:lnTo>
                    <a:pt x="75" y="20"/>
                  </a:lnTo>
                  <a:lnTo>
                    <a:pt x="42" y="5"/>
                  </a:lnTo>
                  <a:lnTo>
                    <a:pt x="0" y="89"/>
                  </a:lnTo>
                  <a:lnTo>
                    <a:pt x="40" y="107"/>
                  </a:lnTo>
                  <a:lnTo>
                    <a:pt x="82" y="122"/>
                  </a:lnTo>
                  <a:lnTo>
                    <a:pt x="124" y="135"/>
                  </a:lnTo>
                  <a:lnTo>
                    <a:pt x="169" y="146"/>
                  </a:lnTo>
                  <a:lnTo>
                    <a:pt x="214" y="153"/>
                  </a:lnTo>
                  <a:lnTo>
                    <a:pt x="258" y="158"/>
                  </a:lnTo>
                  <a:lnTo>
                    <a:pt x="303" y="162"/>
                  </a:lnTo>
                  <a:lnTo>
                    <a:pt x="348" y="162"/>
                  </a:lnTo>
                  <a:lnTo>
                    <a:pt x="394" y="161"/>
                  </a:lnTo>
                  <a:lnTo>
                    <a:pt x="439" y="157"/>
                  </a:lnTo>
                  <a:lnTo>
                    <a:pt x="481" y="150"/>
                  </a:lnTo>
                  <a:lnTo>
                    <a:pt x="525" y="143"/>
                  </a:lnTo>
                  <a:lnTo>
                    <a:pt x="566" y="132"/>
                  </a:lnTo>
                  <a:lnTo>
                    <a:pt x="606" y="121"/>
                  </a:lnTo>
                  <a:lnTo>
                    <a:pt x="643" y="105"/>
                  </a:lnTo>
                  <a:lnTo>
                    <a:pt x="678" y="88"/>
                  </a:lnTo>
                  <a:lnTo>
                    <a:pt x="683" y="86"/>
                  </a:lnTo>
                  <a:lnTo>
                    <a:pt x="678" y="88"/>
                  </a:lnTo>
                  <a:lnTo>
                    <a:pt x="695" y="75"/>
                  </a:lnTo>
                  <a:lnTo>
                    <a:pt x="702" y="60"/>
                  </a:lnTo>
                  <a:lnTo>
                    <a:pt x="703" y="42"/>
                  </a:lnTo>
                  <a:lnTo>
                    <a:pt x="698" y="26"/>
                  </a:lnTo>
                  <a:lnTo>
                    <a:pt x="688" y="12"/>
                  </a:lnTo>
                  <a:lnTo>
                    <a:pt x="674" y="3"/>
                  </a:lnTo>
                  <a:lnTo>
                    <a:pt x="656" y="0"/>
                  </a:lnTo>
                  <a:lnTo>
                    <a:pt x="636" y="6"/>
                  </a:lnTo>
                  <a:lnTo>
                    <a:pt x="631"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8197" name="Freeform 40"/>
            <p:cNvSpPr>
              <a:spLocks/>
            </p:cNvSpPr>
            <p:nvPr/>
          </p:nvSpPr>
          <p:spPr bwMode="auto">
            <a:xfrm>
              <a:off x="1332" y="2204"/>
              <a:ext cx="283" cy="192"/>
            </a:xfrm>
            <a:custGeom>
              <a:avLst/>
              <a:gdLst>
                <a:gd name="T0" fmla="*/ 11 w 1415"/>
                <a:gd name="T1" fmla="*/ 0 h 960"/>
                <a:gd name="T2" fmla="*/ 11 w 1415"/>
                <a:gd name="T3" fmla="*/ 0 h 960"/>
                <a:gd name="T4" fmla="*/ 0 w 1415"/>
                <a:gd name="T5" fmla="*/ 7 h 960"/>
                <a:gd name="T6" fmla="*/ 0 w 1415"/>
                <a:gd name="T7" fmla="*/ 8 h 960"/>
                <a:gd name="T8" fmla="*/ 11 w 1415"/>
                <a:gd name="T9" fmla="*/ 1 h 960"/>
                <a:gd name="T10" fmla="*/ 11 w 1415"/>
                <a:gd name="T11" fmla="*/ 1 h 960"/>
                <a:gd name="T12" fmla="*/ 11 w 1415"/>
                <a:gd name="T13" fmla="*/ 1 h 960"/>
                <a:gd name="T14" fmla="*/ 11 w 1415"/>
                <a:gd name="T15" fmla="*/ 1 h 960"/>
                <a:gd name="T16" fmla="*/ 11 w 1415"/>
                <a:gd name="T17" fmla="*/ 0 h 960"/>
                <a:gd name="T18" fmla="*/ 11 w 1415"/>
                <a:gd name="T19" fmla="*/ 0 h 960"/>
                <a:gd name="T20" fmla="*/ 11 w 1415"/>
                <a:gd name="T21" fmla="*/ 0 h 960"/>
                <a:gd name="T22" fmla="*/ 11 w 1415"/>
                <a:gd name="T23" fmla="*/ 0 h 960"/>
                <a:gd name="T24" fmla="*/ 11 w 1415"/>
                <a:gd name="T25" fmla="*/ 0 h 960"/>
                <a:gd name="T26" fmla="*/ 11 w 1415"/>
                <a:gd name="T27" fmla="*/ 0 h 960"/>
                <a:gd name="T28" fmla="*/ 11 w 1415"/>
                <a:gd name="T29" fmla="*/ 0 h 960"/>
                <a:gd name="T30" fmla="*/ 11 w 1415"/>
                <a:gd name="T31" fmla="*/ 0 h 96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15"/>
                <a:gd name="T49" fmla="*/ 0 h 960"/>
                <a:gd name="T50" fmla="*/ 1415 w 1415"/>
                <a:gd name="T51" fmla="*/ 960 h 96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15" h="960">
                  <a:moveTo>
                    <a:pt x="1338" y="10"/>
                  </a:moveTo>
                  <a:lnTo>
                    <a:pt x="1342" y="8"/>
                  </a:lnTo>
                  <a:lnTo>
                    <a:pt x="0" y="882"/>
                  </a:lnTo>
                  <a:lnTo>
                    <a:pt x="52" y="960"/>
                  </a:lnTo>
                  <a:lnTo>
                    <a:pt x="1393" y="85"/>
                  </a:lnTo>
                  <a:lnTo>
                    <a:pt x="1397" y="83"/>
                  </a:lnTo>
                  <a:lnTo>
                    <a:pt x="1393" y="85"/>
                  </a:lnTo>
                  <a:lnTo>
                    <a:pt x="1409" y="71"/>
                  </a:lnTo>
                  <a:lnTo>
                    <a:pt x="1415" y="53"/>
                  </a:lnTo>
                  <a:lnTo>
                    <a:pt x="1413" y="37"/>
                  </a:lnTo>
                  <a:lnTo>
                    <a:pt x="1406" y="21"/>
                  </a:lnTo>
                  <a:lnTo>
                    <a:pt x="1395" y="8"/>
                  </a:lnTo>
                  <a:lnTo>
                    <a:pt x="1379" y="1"/>
                  </a:lnTo>
                  <a:lnTo>
                    <a:pt x="1361" y="0"/>
                  </a:lnTo>
                  <a:lnTo>
                    <a:pt x="1342" y="8"/>
                  </a:lnTo>
                  <a:lnTo>
                    <a:pt x="1338" y="1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8198" name="Freeform 41"/>
            <p:cNvSpPr>
              <a:spLocks/>
            </p:cNvSpPr>
            <p:nvPr/>
          </p:nvSpPr>
          <p:spPr bwMode="auto">
            <a:xfrm>
              <a:off x="1599" y="2057"/>
              <a:ext cx="80" cy="163"/>
            </a:xfrm>
            <a:custGeom>
              <a:avLst/>
              <a:gdLst>
                <a:gd name="T0" fmla="*/ 2 w 398"/>
                <a:gd name="T1" fmla="*/ 0 h 817"/>
                <a:gd name="T2" fmla="*/ 2 w 398"/>
                <a:gd name="T3" fmla="*/ 0 h 817"/>
                <a:gd name="T4" fmla="*/ 2 w 398"/>
                <a:gd name="T5" fmla="*/ 1 h 817"/>
                <a:gd name="T6" fmla="*/ 2 w 398"/>
                <a:gd name="T7" fmla="*/ 1 h 817"/>
                <a:gd name="T8" fmla="*/ 2 w 398"/>
                <a:gd name="T9" fmla="*/ 2 h 817"/>
                <a:gd name="T10" fmla="*/ 2 w 398"/>
                <a:gd name="T11" fmla="*/ 2 h 817"/>
                <a:gd name="T12" fmla="*/ 2 w 398"/>
                <a:gd name="T13" fmla="*/ 2 h 817"/>
                <a:gd name="T14" fmla="*/ 2 w 398"/>
                <a:gd name="T15" fmla="*/ 3 h 817"/>
                <a:gd name="T16" fmla="*/ 2 w 398"/>
                <a:gd name="T17" fmla="*/ 3 h 817"/>
                <a:gd name="T18" fmla="*/ 2 w 398"/>
                <a:gd name="T19" fmla="*/ 4 h 817"/>
                <a:gd name="T20" fmla="*/ 2 w 398"/>
                <a:gd name="T21" fmla="*/ 4 h 817"/>
                <a:gd name="T22" fmla="*/ 1 w 398"/>
                <a:gd name="T23" fmla="*/ 4 h 817"/>
                <a:gd name="T24" fmla="*/ 1 w 398"/>
                <a:gd name="T25" fmla="*/ 5 h 817"/>
                <a:gd name="T26" fmla="*/ 1 w 398"/>
                <a:gd name="T27" fmla="*/ 5 h 817"/>
                <a:gd name="T28" fmla="*/ 1 w 398"/>
                <a:gd name="T29" fmla="*/ 5 h 817"/>
                <a:gd name="T30" fmla="*/ 1 w 398"/>
                <a:gd name="T31" fmla="*/ 5 h 817"/>
                <a:gd name="T32" fmla="*/ 0 w 398"/>
                <a:gd name="T33" fmla="*/ 6 h 817"/>
                <a:gd name="T34" fmla="*/ 0 w 398"/>
                <a:gd name="T35" fmla="*/ 6 h 817"/>
                <a:gd name="T36" fmla="*/ 0 w 398"/>
                <a:gd name="T37" fmla="*/ 7 h 817"/>
                <a:gd name="T38" fmla="*/ 1 w 398"/>
                <a:gd name="T39" fmla="*/ 6 h 817"/>
                <a:gd name="T40" fmla="*/ 1 w 398"/>
                <a:gd name="T41" fmla="*/ 6 h 817"/>
                <a:gd name="T42" fmla="*/ 1 w 398"/>
                <a:gd name="T43" fmla="*/ 6 h 817"/>
                <a:gd name="T44" fmla="*/ 2 w 398"/>
                <a:gd name="T45" fmla="*/ 5 h 817"/>
                <a:gd name="T46" fmla="*/ 2 w 398"/>
                <a:gd name="T47" fmla="*/ 5 h 817"/>
                <a:gd name="T48" fmla="*/ 2 w 398"/>
                <a:gd name="T49" fmla="*/ 5 h 817"/>
                <a:gd name="T50" fmla="*/ 2 w 398"/>
                <a:gd name="T51" fmla="*/ 4 h 817"/>
                <a:gd name="T52" fmla="*/ 2 w 398"/>
                <a:gd name="T53" fmla="*/ 4 h 817"/>
                <a:gd name="T54" fmla="*/ 3 w 398"/>
                <a:gd name="T55" fmla="*/ 3 h 817"/>
                <a:gd name="T56" fmla="*/ 3 w 398"/>
                <a:gd name="T57" fmla="*/ 3 h 817"/>
                <a:gd name="T58" fmla="*/ 3 w 398"/>
                <a:gd name="T59" fmla="*/ 3 h 817"/>
                <a:gd name="T60" fmla="*/ 3 w 398"/>
                <a:gd name="T61" fmla="*/ 2 h 817"/>
                <a:gd name="T62" fmla="*/ 3 w 398"/>
                <a:gd name="T63" fmla="*/ 2 h 817"/>
                <a:gd name="T64" fmla="*/ 3 w 398"/>
                <a:gd name="T65" fmla="*/ 1 h 817"/>
                <a:gd name="T66" fmla="*/ 3 w 398"/>
                <a:gd name="T67" fmla="*/ 1 h 817"/>
                <a:gd name="T68" fmla="*/ 3 w 398"/>
                <a:gd name="T69" fmla="*/ 0 h 817"/>
                <a:gd name="T70" fmla="*/ 3 w 398"/>
                <a:gd name="T71" fmla="*/ 0 h 817"/>
                <a:gd name="T72" fmla="*/ 3 w 398"/>
                <a:gd name="T73" fmla="*/ 0 h 817"/>
                <a:gd name="T74" fmla="*/ 3 w 398"/>
                <a:gd name="T75" fmla="*/ 0 h 817"/>
                <a:gd name="T76" fmla="*/ 3 w 398"/>
                <a:gd name="T77" fmla="*/ 0 h 817"/>
                <a:gd name="T78" fmla="*/ 3 w 398"/>
                <a:gd name="T79" fmla="*/ 0 h 817"/>
                <a:gd name="T80" fmla="*/ 3 w 398"/>
                <a:gd name="T81" fmla="*/ 0 h 817"/>
                <a:gd name="T82" fmla="*/ 3 w 398"/>
                <a:gd name="T83" fmla="*/ 0 h 817"/>
                <a:gd name="T84" fmla="*/ 3 w 398"/>
                <a:gd name="T85" fmla="*/ 0 h 817"/>
                <a:gd name="T86" fmla="*/ 2 w 398"/>
                <a:gd name="T87" fmla="*/ 0 h 817"/>
                <a:gd name="T88" fmla="*/ 2 w 398"/>
                <a:gd name="T89" fmla="*/ 0 h 817"/>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398"/>
                <a:gd name="T136" fmla="*/ 0 h 817"/>
                <a:gd name="T137" fmla="*/ 398 w 398"/>
                <a:gd name="T138" fmla="*/ 817 h 817"/>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398" h="817">
                  <a:moveTo>
                    <a:pt x="304" y="47"/>
                  </a:moveTo>
                  <a:lnTo>
                    <a:pt x="304" y="47"/>
                  </a:lnTo>
                  <a:lnTo>
                    <a:pt x="301" y="97"/>
                  </a:lnTo>
                  <a:lnTo>
                    <a:pt x="297" y="147"/>
                  </a:lnTo>
                  <a:lnTo>
                    <a:pt x="291" y="198"/>
                  </a:lnTo>
                  <a:lnTo>
                    <a:pt x="280" y="247"/>
                  </a:lnTo>
                  <a:lnTo>
                    <a:pt x="268" y="297"/>
                  </a:lnTo>
                  <a:lnTo>
                    <a:pt x="253" y="347"/>
                  </a:lnTo>
                  <a:lnTo>
                    <a:pt x="236" y="395"/>
                  </a:lnTo>
                  <a:lnTo>
                    <a:pt x="217" y="442"/>
                  </a:lnTo>
                  <a:lnTo>
                    <a:pt x="195" y="487"/>
                  </a:lnTo>
                  <a:lnTo>
                    <a:pt x="171" y="532"/>
                  </a:lnTo>
                  <a:lnTo>
                    <a:pt x="147" y="574"/>
                  </a:lnTo>
                  <a:lnTo>
                    <a:pt x="121" y="613"/>
                  </a:lnTo>
                  <a:lnTo>
                    <a:pt x="93" y="650"/>
                  </a:lnTo>
                  <a:lnTo>
                    <a:pt x="64" y="684"/>
                  </a:lnTo>
                  <a:lnTo>
                    <a:pt x="32" y="716"/>
                  </a:lnTo>
                  <a:lnTo>
                    <a:pt x="0" y="744"/>
                  </a:lnTo>
                  <a:lnTo>
                    <a:pt x="59" y="817"/>
                  </a:lnTo>
                  <a:lnTo>
                    <a:pt x="95" y="784"/>
                  </a:lnTo>
                  <a:lnTo>
                    <a:pt x="132" y="748"/>
                  </a:lnTo>
                  <a:lnTo>
                    <a:pt x="166" y="709"/>
                  </a:lnTo>
                  <a:lnTo>
                    <a:pt x="196" y="667"/>
                  </a:lnTo>
                  <a:lnTo>
                    <a:pt x="227" y="623"/>
                  </a:lnTo>
                  <a:lnTo>
                    <a:pt x="253" y="576"/>
                  </a:lnTo>
                  <a:lnTo>
                    <a:pt x="279" y="530"/>
                  </a:lnTo>
                  <a:lnTo>
                    <a:pt x="301" y="479"/>
                  </a:lnTo>
                  <a:lnTo>
                    <a:pt x="323" y="428"/>
                  </a:lnTo>
                  <a:lnTo>
                    <a:pt x="342" y="375"/>
                  </a:lnTo>
                  <a:lnTo>
                    <a:pt x="359" y="321"/>
                  </a:lnTo>
                  <a:lnTo>
                    <a:pt x="372" y="268"/>
                  </a:lnTo>
                  <a:lnTo>
                    <a:pt x="382" y="212"/>
                  </a:lnTo>
                  <a:lnTo>
                    <a:pt x="391" y="157"/>
                  </a:lnTo>
                  <a:lnTo>
                    <a:pt x="395" y="102"/>
                  </a:lnTo>
                  <a:lnTo>
                    <a:pt x="398" y="47"/>
                  </a:lnTo>
                  <a:lnTo>
                    <a:pt x="394" y="27"/>
                  </a:lnTo>
                  <a:lnTo>
                    <a:pt x="383" y="11"/>
                  </a:lnTo>
                  <a:lnTo>
                    <a:pt x="368" y="3"/>
                  </a:lnTo>
                  <a:lnTo>
                    <a:pt x="351" y="0"/>
                  </a:lnTo>
                  <a:lnTo>
                    <a:pt x="333" y="3"/>
                  </a:lnTo>
                  <a:lnTo>
                    <a:pt x="319" y="11"/>
                  </a:lnTo>
                  <a:lnTo>
                    <a:pt x="307" y="27"/>
                  </a:lnTo>
                  <a:lnTo>
                    <a:pt x="304" y="4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8199" name="Freeform 42"/>
            <p:cNvSpPr>
              <a:spLocks/>
            </p:cNvSpPr>
            <p:nvPr/>
          </p:nvSpPr>
          <p:spPr bwMode="auto">
            <a:xfrm>
              <a:off x="1660" y="1701"/>
              <a:ext cx="19" cy="365"/>
            </a:xfrm>
            <a:custGeom>
              <a:avLst/>
              <a:gdLst>
                <a:gd name="T0" fmla="*/ 0 w 95"/>
                <a:gd name="T1" fmla="*/ 0 h 1826"/>
                <a:gd name="T2" fmla="*/ 0 w 95"/>
                <a:gd name="T3" fmla="*/ 0 h 1826"/>
                <a:gd name="T4" fmla="*/ 0 w 95"/>
                <a:gd name="T5" fmla="*/ 15 h 1826"/>
                <a:gd name="T6" fmla="*/ 1 w 95"/>
                <a:gd name="T7" fmla="*/ 15 h 1826"/>
                <a:gd name="T8" fmla="*/ 1 w 95"/>
                <a:gd name="T9" fmla="*/ 0 h 1826"/>
                <a:gd name="T10" fmla="*/ 1 w 95"/>
                <a:gd name="T11" fmla="*/ 0 h 1826"/>
                <a:gd name="T12" fmla="*/ 1 w 95"/>
                <a:gd name="T13" fmla="*/ 0 h 1826"/>
                <a:gd name="T14" fmla="*/ 1 w 95"/>
                <a:gd name="T15" fmla="*/ 0 h 1826"/>
                <a:gd name="T16" fmla="*/ 1 w 95"/>
                <a:gd name="T17" fmla="*/ 0 h 1826"/>
                <a:gd name="T18" fmla="*/ 1 w 95"/>
                <a:gd name="T19" fmla="*/ 0 h 1826"/>
                <a:gd name="T20" fmla="*/ 0 w 95"/>
                <a:gd name="T21" fmla="*/ 0 h 1826"/>
                <a:gd name="T22" fmla="*/ 0 w 95"/>
                <a:gd name="T23" fmla="*/ 0 h 1826"/>
                <a:gd name="T24" fmla="*/ 0 w 95"/>
                <a:gd name="T25" fmla="*/ 0 h 1826"/>
                <a:gd name="T26" fmla="*/ 0 w 95"/>
                <a:gd name="T27" fmla="*/ 0 h 1826"/>
                <a:gd name="T28" fmla="*/ 0 w 95"/>
                <a:gd name="T29" fmla="*/ 0 h 1826"/>
                <a:gd name="T30" fmla="*/ 0 w 95"/>
                <a:gd name="T31" fmla="*/ 0 h 182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95"/>
                <a:gd name="T49" fmla="*/ 0 h 1826"/>
                <a:gd name="T50" fmla="*/ 95 w 95"/>
                <a:gd name="T51" fmla="*/ 1826 h 182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95" h="1826">
                  <a:moveTo>
                    <a:pt x="0" y="49"/>
                  </a:moveTo>
                  <a:lnTo>
                    <a:pt x="0" y="47"/>
                  </a:lnTo>
                  <a:lnTo>
                    <a:pt x="1" y="1826"/>
                  </a:lnTo>
                  <a:lnTo>
                    <a:pt x="95" y="1826"/>
                  </a:lnTo>
                  <a:lnTo>
                    <a:pt x="93" y="47"/>
                  </a:lnTo>
                  <a:lnTo>
                    <a:pt x="93" y="45"/>
                  </a:lnTo>
                  <a:lnTo>
                    <a:pt x="93" y="47"/>
                  </a:lnTo>
                  <a:lnTo>
                    <a:pt x="90" y="27"/>
                  </a:lnTo>
                  <a:lnTo>
                    <a:pt x="79" y="12"/>
                  </a:lnTo>
                  <a:lnTo>
                    <a:pt x="64" y="4"/>
                  </a:lnTo>
                  <a:lnTo>
                    <a:pt x="47" y="0"/>
                  </a:lnTo>
                  <a:lnTo>
                    <a:pt x="29" y="4"/>
                  </a:lnTo>
                  <a:lnTo>
                    <a:pt x="15" y="12"/>
                  </a:lnTo>
                  <a:lnTo>
                    <a:pt x="3" y="27"/>
                  </a:lnTo>
                  <a:lnTo>
                    <a:pt x="0" y="47"/>
                  </a:lnTo>
                  <a:lnTo>
                    <a:pt x="0" y="4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8200" name="Freeform 43"/>
            <p:cNvSpPr>
              <a:spLocks/>
            </p:cNvSpPr>
            <p:nvPr/>
          </p:nvSpPr>
          <p:spPr bwMode="auto">
            <a:xfrm>
              <a:off x="1598" y="1598"/>
              <a:ext cx="81" cy="113"/>
            </a:xfrm>
            <a:custGeom>
              <a:avLst/>
              <a:gdLst>
                <a:gd name="T0" fmla="*/ 0 w 401"/>
                <a:gd name="T1" fmla="*/ 1 h 566"/>
                <a:gd name="T2" fmla="*/ 0 w 401"/>
                <a:gd name="T3" fmla="*/ 1 h 566"/>
                <a:gd name="T4" fmla="*/ 0 w 401"/>
                <a:gd name="T5" fmla="*/ 1 h 566"/>
                <a:gd name="T6" fmla="*/ 1 w 401"/>
                <a:gd name="T7" fmla="*/ 1 h 566"/>
                <a:gd name="T8" fmla="*/ 1 w 401"/>
                <a:gd name="T9" fmla="*/ 1 h 566"/>
                <a:gd name="T10" fmla="*/ 1 w 401"/>
                <a:gd name="T11" fmla="*/ 1 h 566"/>
                <a:gd name="T12" fmla="*/ 1 w 401"/>
                <a:gd name="T13" fmla="*/ 2 h 566"/>
                <a:gd name="T14" fmla="*/ 1 w 401"/>
                <a:gd name="T15" fmla="*/ 2 h 566"/>
                <a:gd name="T16" fmla="*/ 2 w 401"/>
                <a:gd name="T17" fmla="*/ 2 h 566"/>
                <a:gd name="T18" fmla="*/ 2 w 401"/>
                <a:gd name="T19" fmla="*/ 2 h 566"/>
                <a:gd name="T20" fmla="*/ 2 w 401"/>
                <a:gd name="T21" fmla="*/ 2 h 566"/>
                <a:gd name="T22" fmla="*/ 2 w 401"/>
                <a:gd name="T23" fmla="*/ 3 h 566"/>
                <a:gd name="T24" fmla="*/ 2 w 401"/>
                <a:gd name="T25" fmla="*/ 3 h 566"/>
                <a:gd name="T26" fmla="*/ 2 w 401"/>
                <a:gd name="T27" fmla="*/ 3 h 566"/>
                <a:gd name="T28" fmla="*/ 2 w 401"/>
                <a:gd name="T29" fmla="*/ 4 h 566"/>
                <a:gd name="T30" fmla="*/ 2 w 401"/>
                <a:gd name="T31" fmla="*/ 4 h 566"/>
                <a:gd name="T32" fmla="*/ 2 w 401"/>
                <a:gd name="T33" fmla="*/ 4 h 566"/>
                <a:gd name="T34" fmla="*/ 3 w 401"/>
                <a:gd name="T35" fmla="*/ 5 h 566"/>
                <a:gd name="T36" fmla="*/ 3 w 401"/>
                <a:gd name="T37" fmla="*/ 4 h 566"/>
                <a:gd name="T38" fmla="*/ 3 w 401"/>
                <a:gd name="T39" fmla="*/ 4 h 566"/>
                <a:gd name="T40" fmla="*/ 3 w 401"/>
                <a:gd name="T41" fmla="*/ 4 h 566"/>
                <a:gd name="T42" fmla="*/ 3 w 401"/>
                <a:gd name="T43" fmla="*/ 3 h 566"/>
                <a:gd name="T44" fmla="*/ 3 w 401"/>
                <a:gd name="T45" fmla="*/ 3 h 566"/>
                <a:gd name="T46" fmla="*/ 3 w 401"/>
                <a:gd name="T47" fmla="*/ 3 h 566"/>
                <a:gd name="T48" fmla="*/ 3 w 401"/>
                <a:gd name="T49" fmla="*/ 2 h 566"/>
                <a:gd name="T50" fmla="*/ 3 w 401"/>
                <a:gd name="T51" fmla="*/ 2 h 566"/>
                <a:gd name="T52" fmla="*/ 2 w 401"/>
                <a:gd name="T53" fmla="*/ 2 h 566"/>
                <a:gd name="T54" fmla="*/ 2 w 401"/>
                <a:gd name="T55" fmla="*/ 2 h 566"/>
                <a:gd name="T56" fmla="*/ 2 w 401"/>
                <a:gd name="T57" fmla="*/ 1 h 566"/>
                <a:gd name="T58" fmla="*/ 2 w 401"/>
                <a:gd name="T59" fmla="*/ 1 h 566"/>
                <a:gd name="T60" fmla="*/ 2 w 401"/>
                <a:gd name="T61" fmla="*/ 1 h 566"/>
                <a:gd name="T62" fmla="*/ 1 w 401"/>
                <a:gd name="T63" fmla="*/ 1 h 566"/>
                <a:gd name="T64" fmla="*/ 1 w 401"/>
                <a:gd name="T65" fmla="*/ 0 h 566"/>
                <a:gd name="T66" fmla="*/ 1 w 401"/>
                <a:gd name="T67" fmla="*/ 0 h 566"/>
                <a:gd name="T68" fmla="*/ 1 w 401"/>
                <a:gd name="T69" fmla="*/ 0 h 566"/>
                <a:gd name="T70" fmla="*/ 1 w 401"/>
                <a:gd name="T71" fmla="*/ 0 h 566"/>
                <a:gd name="T72" fmla="*/ 1 w 401"/>
                <a:gd name="T73" fmla="*/ 0 h 566"/>
                <a:gd name="T74" fmla="*/ 0 w 401"/>
                <a:gd name="T75" fmla="*/ 0 h 566"/>
                <a:gd name="T76" fmla="*/ 0 w 401"/>
                <a:gd name="T77" fmla="*/ 0 h 566"/>
                <a:gd name="T78" fmla="*/ 0 w 401"/>
                <a:gd name="T79" fmla="*/ 0 h 566"/>
                <a:gd name="T80" fmla="*/ 0 w 401"/>
                <a:gd name="T81" fmla="*/ 0 h 566"/>
                <a:gd name="T82" fmla="*/ 0 w 401"/>
                <a:gd name="T83" fmla="*/ 0 h 566"/>
                <a:gd name="T84" fmla="*/ 0 w 401"/>
                <a:gd name="T85" fmla="*/ 0 h 566"/>
                <a:gd name="T86" fmla="*/ 0 w 401"/>
                <a:gd name="T87" fmla="*/ 1 h 566"/>
                <a:gd name="T88" fmla="*/ 0 w 401"/>
                <a:gd name="T89" fmla="*/ 1 h 56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401"/>
                <a:gd name="T136" fmla="*/ 0 h 566"/>
                <a:gd name="T137" fmla="*/ 401 w 401"/>
                <a:gd name="T138" fmla="*/ 566 h 566"/>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401" h="566">
                  <a:moveTo>
                    <a:pt x="23" y="88"/>
                  </a:moveTo>
                  <a:lnTo>
                    <a:pt x="23" y="88"/>
                  </a:lnTo>
                  <a:lnTo>
                    <a:pt x="53" y="107"/>
                  </a:lnTo>
                  <a:lnTo>
                    <a:pt x="83" y="125"/>
                  </a:lnTo>
                  <a:lnTo>
                    <a:pt x="108" y="147"/>
                  </a:lnTo>
                  <a:lnTo>
                    <a:pt x="135" y="171"/>
                  </a:lnTo>
                  <a:lnTo>
                    <a:pt x="160" y="196"/>
                  </a:lnTo>
                  <a:lnTo>
                    <a:pt x="182" y="223"/>
                  </a:lnTo>
                  <a:lnTo>
                    <a:pt x="205" y="251"/>
                  </a:lnTo>
                  <a:lnTo>
                    <a:pt x="223" y="281"/>
                  </a:lnTo>
                  <a:lnTo>
                    <a:pt x="240" y="312"/>
                  </a:lnTo>
                  <a:lnTo>
                    <a:pt x="256" y="345"/>
                  </a:lnTo>
                  <a:lnTo>
                    <a:pt x="270" y="379"/>
                  </a:lnTo>
                  <a:lnTo>
                    <a:pt x="282" y="414"/>
                  </a:lnTo>
                  <a:lnTo>
                    <a:pt x="291" y="450"/>
                  </a:lnTo>
                  <a:lnTo>
                    <a:pt x="299" y="488"/>
                  </a:lnTo>
                  <a:lnTo>
                    <a:pt x="304" y="526"/>
                  </a:lnTo>
                  <a:lnTo>
                    <a:pt x="308" y="566"/>
                  </a:lnTo>
                  <a:lnTo>
                    <a:pt x="401" y="562"/>
                  </a:lnTo>
                  <a:lnTo>
                    <a:pt x="398" y="517"/>
                  </a:lnTo>
                  <a:lnTo>
                    <a:pt x="391" y="471"/>
                  </a:lnTo>
                  <a:lnTo>
                    <a:pt x="383" y="429"/>
                  </a:lnTo>
                  <a:lnTo>
                    <a:pt x="371" y="386"/>
                  </a:lnTo>
                  <a:lnTo>
                    <a:pt x="357" y="346"/>
                  </a:lnTo>
                  <a:lnTo>
                    <a:pt x="340" y="307"/>
                  </a:lnTo>
                  <a:lnTo>
                    <a:pt x="324" y="270"/>
                  </a:lnTo>
                  <a:lnTo>
                    <a:pt x="303" y="232"/>
                  </a:lnTo>
                  <a:lnTo>
                    <a:pt x="280" y="197"/>
                  </a:lnTo>
                  <a:lnTo>
                    <a:pt x="255" y="164"/>
                  </a:lnTo>
                  <a:lnTo>
                    <a:pt x="228" y="132"/>
                  </a:lnTo>
                  <a:lnTo>
                    <a:pt x="199" y="103"/>
                  </a:lnTo>
                  <a:lnTo>
                    <a:pt x="169" y="76"/>
                  </a:lnTo>
                  <a:lnTo>
                    <a:pt x="137" y="50"/>
                  </a:lnTo>
                  <a:lnTo>
                    <a:pt x="103" y="27"/>
                  </a:lnTo>
                  <a:lnTo>
                    <a:pt x="67" y="6"/>
                  </a:lnTo>
                  <a:lnTo>
                    <a:pt x="48" y="0"/>
                  </a:lnTo>
                  <a:lnTo>
                    <a:pt x="30" y="2"/>
                  </a:lnTo>
                  <a:lnTo>
                    <a:pt x="16" y="12"/>
                  </a:lnTo>
                  <a:lnTo>
                    <a:pt x="5" y="25"/>
                  </a:lnTo>
                  <a:lnTo>
                    <a:pt x="0" y="41"/>
                  </a:lnTo>
                  <a:lnTo>
                    <a:pt x="0" y="59"/>
                  </a:lnTo>
                  <a:lnTo>
                    <a:pt x="8" y="75"/>
                  </a:lnTo>
                  <a:lnTo>
                    <a:pt x="23"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8201" name="Freeform 44"/>
            <p:cNvSpPr>
              <a:spLocks/>
            </p:cNvSpPr>
            <p:nvPr/>
          </p:nvSpPr>
          <p:spPr bwMode="auto">
            <a:xfrm>
              <a:off x="1346" y="1455"/>
              <a:ext cx="266" cy="160"/>
            </a:xfrm>
            <a:custGeom>
              <a:avLst/>
              <a:gdLst>
                <a:gd name="T0" fmla="*/ 0 w 1330"/>
                <a:gd name="T1" fmla="*/ 1 h 801"/>
                <a:gd name="T2" fmla="*/ 0 w 1330"/>
                <a:gd name="T3" fmla="*/ 1 h 801"/>
                <a:gd name="T4" fmla="*/ 10 w 1330"/>
                <a:gd name="T5" fmla="*/ 6 h 801"/>
                <a:gd name="T6" fmla="*/ 11 w 1330"/>
                <a:gd name="T7" fmla="*/ 6 h 801"/>
                <a:gd name="T8" fmla="*/ 1 w 1330"/>
                <a:gd name="T9" fmla="*/ 0 h 801"/>
                <a:gd name="T10" fmla="*/ 1 w 1330"/>
                <a:gd name="T11" fmla="*/ 0 h 801"/>
                <a:gd name="T12" fmla="*/ 1 w 1330"/>
                <a:gd name="T13" fmla="*/ 0 h 801"/>
                <a:gd name="T14" fmla="*/ 0 w 1330"/>
                <a:gd name="T15" fmla="*/ 0 h 801"/>
                <a:gd name="T16" fmla="*/ 0 w 1330"/>
                <a:gd name="T17" fmla="*/ 0 h 801"/>
                <a:gd name="T18" fmla="*/ 0 w 1330"/>
                <a:gd name="T19" fmla="*/ 0 h 801"/>
                <a:gd name="T20" fmla="*/ 0 w 1330"/>
                <a:gd name="T21" fmla="*/ 0 h 801"/>
                <a:gd name="T22" fmla="*/ 0 w 1330"/>
                <a:gd name="T23" fmla="*/ 0 h 801"/>
                <a:gd name="T24" fmla="*/ 0 w 1330"/>
                <a:gd name="T25" fmla="*/ 0 h 801"/>
                <a:gd name="T26" fmla="*/ 0 w 1330"/>
                <a:gd name="T27" fmla="*/ 1 h 801"/>
                <a:gd name="T28" fmla="*/ 0 w 1330"/>
                <a:gd name="T29" fmla="*/ 1 h 801"/>
                <a:gd name="T30" fmla="*/ 0 w 1330"/>
                <a:gd name="T31" fmla="*/ 1 h 801"/>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30"/>
                <a:gd name="T49" fmla="*/ 0 h 801"/>
                <a:gd name="T50" fmla="*/ 1330 w 1330"/>
                <a:gd name="T51" fmla="*/ 801 h 801"/>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30" h="801">
                  <a:moveTo>
                    <a:pt x="24" y="88"/>
                  </a:moveTo>
                  <a:lnTo>
                    <a:pt x="23" y="88"/>
                  </a:lnTo>
                  <a:lnTo>
                    <a:pt x="1286" y="801"/>
                  </a:lnTo>
                  <a:lnTo>
                    <a:pt x="1330" y="719"/>
                  </a:lnTo>
                  <a:lnTo>
                    <a:pt x="67" y="6"/>
                  </a:lnTo>
                  <a:lnTo>
                    <a:pt x="66" y="6"/>
                  </a:lnTo>
                  <a:lnTo>
                    <a:pt x="67" y="6"/>
                  </a:lnTo>
                  <a:lnTo>
                    <a:pt x="48" y="0"/>
                  </a:lnTo>
                  <a:lnTo>
                    <a:pt x="30" y="2"/>
                  </a:lnTo>
                  <a:lnTo>
                    <a:pt x="16" y="12"/>
                  </a:lnTo>
                  <a:lnTo>
                    <a:pt x="5" y="25"/>
                  </a:lnTo>
                  <a:lnTo>
                    <a:pt x="0" y="41"/>
                  </a:lnTo>
                  <a:lnTo>
                    <a:pt x="0" y="59"/>
                  </a:lnTo>
                  <a:lnTo>
                    <a:pt x="8" y="75"/>
                  </a:lnTo>
                  <a:lnTo>
                    <a:pt x="23" y="88"/>
                  </a:lnTo>
                  <a:lnTo>
                    <a:pt x="24"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8202" name="Freeform 45"/>
            <p:cNvSpPr>
              <a:spLocks/>
            </p:cNvSpPr>
            <p:nvPr/>
          </p:nvSpPr>
          <p:spPr bwMode="auto">
            <a:xfrm>
              <a:off x="1198" y="1439"/>
              <a:ext cx="161" cy="35"/>
            </a:xfrm>
            <a:custGeom>
              <a:avLst/>
              <a:gdLst>
                <a:gd name="T0" fmla="*/ 1 w 806"/>
                <a:gd name="T1" fmla="*/ 1 h 177"/>
                <a:gd name="T2" fmla="*/ 1 w 806"/>
                <a:gd name="T3" fmla="*/ 1 h 177"/>
                <a:gd name="T4" fmla="*/ 1 w 806"/>
                <a:gd name="T5" fmla="*/ 1 h 177"/>
                <a:gd name="T6" fmla="*/ 1 w 806"/>
                <a:gd name="T7" fmla="*/ 1 h 177"/>
                <a:gd name="T8" fmla="*/ 2 w 806"/>
                <a:gd name="T9" fmla="*/ 1 h 177"/>
                <a:gd name="T10" fmla="*/ 2 w 806"/>
                <a:gd name="T11" fmla="*/ 1 h 177"/>
                <a:gd name="T12" fmla="*/ 2 w 806"/>
                <a:gd name="T13" fmla="*/ 1 h 177"/>
                <a:gd name="T14" fmla="*/ 3 w 806"/>
                <a:gd name="T15" fmla="*/ 1 h 177"/>
                <a:gd name="T16" fmla="*/ 3 w 806"/>
                <a:gd name="T17" fmla="*/ 1 h 177"/>
                <a:gd name="T18" fmla="*/ 3 w 806"/>
                <a:gd name="T19" fmla="*/ 1 h 177"/>
                <a:gd name="T20" fmla="*/ 4 w 806"/>
                <a:gd name="T21" fmla="*/ 1 h 177"/>
                <a:gd name="T22" fmla="*/ 4 w 806"/>
                <a:gd name="T23" fmla="*/ 1 h 177"/>
                <a:gd name="T24" fmla="*/ 5 w 806"/>
                <a:gd name="T25" fmla="*/ 1 h 177"/>
                <a:gd name="T26" fmla="*/ 5 w 806"/>
                <a:gd name="T27" fmla="*/ 1 h 177"/>
                <a:gd name="T28" fmla="*/ 5 w 806"/>
                <a:gd name="T29" fmla="*/ 1 h 177"/>
                <a:gd name="T30" fmla="*/ 6 w 806"/>
                <a:gd name="T31" fmla="*/ 1 h 177"/>
                <a:gd name="T32" fmla="*/ 6 w 806"/>
                <a:gd name="T33" fmla="*/ 1 h 177"/>
                <a:gd name="T34" fmla="*/ 6 w 806"/>
                <a:gd name="T35" fmla="*/ 1 h 177"/>
                <a:gd name="T36" fmla="*/ 6 w 806"/>
                <a:gd name="T37" fmla="*/ 1 h 177"/>
                <a:gd name="T38" fmla="*/ 6 w 806"/>
                <a:gd name="T39" fmla="*/ 1 h 177"/>
                <a:gd name="T40" fmla="*/ 6 w 806"/>
                <a:gd name="T41" fmla="*/ 0 h 177"/>
                <a:gd name="T42" fmla="*/ 5 w 806"/>
                <a:gd name="T43" fmla="*/ 0 h 177"/>
                <a:gd name="T44" fmla="*/ 5 w 806"/>
                <a:gd name="T45" fmla="*/ 0 h 177"/>
                <a:gd name="T46" fmla="*/ 5 w 806"/>
                <a:gd name="T47" fmla="*/ 0 h 177"/>
                <a:gd name="T48" fmla="*/ 4 w 806"/>
                <a:gd name="T49" fmla="*/ 0 h 177"/>
                <a:gd name="T50" fmla="*/ 4 w 806"/>
                <a:gd name="T51" fmla="*/ 0 h 177"/>
                <a:gd name="T52" fmla="*/ 3 w 806"/>
                <a:gd name="T53" fmla="*/ 0 h 177"/>
                <a:gd name="T54" fmla="*/ 3 w 806"/>
                <a:gd name="T55" fmla="*/ 0 h 177"/>
                <a:gd name="T56" fmla="*/ 3 w 806"/>
                <a:gd name="T57" fmla="*/ 0 h 177"/>
                <a:gd name="T58" fmla="*/ 2 w 806"/>
                <a:gd name="T59" fmla="*/ 0 h 177"/>
                <a:gd name="T60" fmla="*/ 2 w 806"/>
                <a:gd name="T61" fmla="*/ 0 h 177"/>
                <a:gd name="T62" fmla="*/ 1 w 806"/>
                <a:gd name="T63" fmla="*/ 0 h 177"/>
                <a:gd name="T64" fmla="*/ 1 w 806"/>
                <a:gd name="T65" fmla="*/ 0 h 177"/>
                <a:gd name="T66" fmla="*/ 1 w 806"/>
                <a:gd name="T67" fmla="*/ 1 h 177"/>
                <a:gd name="T68" fmla="*/ 0 w 806"/>
                <a:gd name="T69" fmla="*/ 1 h 177"/>
                <a:gd name="T70" fmla="*/ 0 w 806"/>
                <a:gd name="T71" fmla="*/ 1 h 177"/>
                <a:gd name="T72" fmla="*/ 0 w 806"/>
                <a:gd name="T73" fmla="*/ 1 h 177"/>
                <a:gd name="T74" fmla="*/ 0 w 806"/>
                <a:gd name="T75" fmla="*/ 1 h 177"/>
                <a:gd name="T76" fmla="*/ 0 w 806"/>
                <a:gd name="T77" fmla="*/ 1 h 177"/>
                <a:gd name="T78" fmla="*/ 0 w 806"/>
                <a:gd name="T79" fmla="*/ 1 h 177"/>
                <a:gd name="T80" fmla="*/ 0 w 806"/>
                <a:gd name="T81" fmla="*/ 1 h 177"/>
                <a:gd name="T82" fmla="*/ 0 w 806"/>
                <a:gd name="T83" fmla="*/ 1 h 177"/>
                <a:gd name="T84" fmla="*/ 0 w 806"/>
                <a:gd name="T85" fmla="*/ 1 h 177"/>
                <a:gd name="T86" fmla="*/ 0 w 806"/>
                <a:gd name="T87" fmla="*/ 1 h 177"/>
                <a:gd name="T88" fmla="*/ 1 w 806"/>
                <a:gd name="T89" fmla="*/ 1 h 177"/>
                <a:gd name="T90" fmla="*/ 1 w 806"/>
                <a:gd name="T91" fmla="*/ 1 h 17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806"/>
                <a:gd name="T139" fmla="*/ 0 h 177"/>
                <a:gd name="T140" fmla="*/ 806 w 806"/>
                <a:gd name="T141" fmla="*/ 177 h 17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806" h="177">
                  <a:moveTo>
                    <a:pt x="67" y="171"/>
                  </a:moveTo>
                  <a:lnTo>
                    <a:pt x="68" y="171"/>
                  </a:lnTo>
                  <a:lnTo>
                    <a:pt x="109" y="151"/>
                  </a:lnTo>
                  <a:lnTo>
                    <a:pt x="151" y="135"/>
                  </a:lnTo>
                  <a:lnTo>
                    <a:pt x="196" y="122"/>
                  </a:lnTo>
                  <a:lnTo>
                    <a:pt x="242" y="110"/>
                  </a:lnTo>
                  <a:lnTo>
                    <a:pt x="287" y="102"/>
                  </a:lnTo>
                  <a:lnTo>
                    <a:pt x="335" y="97"/>
                  </a:lnTo>
                  <a:lnTo>
                    <a:pt x="382" y="95"/>
                  </a:lnTo>
                  <a:lnTo>
                    <a:pt x="430" y="94"/>
                  </a:lnTo>
                  <a:lnTo>
                    <a:pt x="477" y="97"/>
                  </a:lnTo>
                  <a:lnTo>
                    <a:pt x="524" y="102"/>
                  </a:lnTo>
                  <a:lnTo>
                    <a:pt x="568" y="108"/>
                  </a:lnTo>
                  <a:lnTo>
                    <a:pt x="612" y="117"/>
                  </a:lnTo>
                  <a:lnTo>
                    <a:pt x="654" y="128"/>
                  </a:lnTo>
                  <a:lnTo>
                    <a:pt x="693" y="141"/>
                  </a:lnTo>
                  <a:lnTo>
                    <a:pt x="730" y="155"/>
                  </a:lnTo>
                  <a:lnTo>
                    <a:pt x="764" y="171"/>
                  </a:lnTo>
                  <a:lnTo>
                    <a:pt x="806" y="89"/>
                  </a:lnTo>
                  <a:lnTo>
                    <a:pt x="768" y="70"/>
                  </a:lnTo>
                  <a:lnTo>
                    <a:pt x="725" y="54"/>
                  </a:lnTo>
                  <a:lnTo>
                    <a:pt x="680" y="39"/>
                  </a:lnTo>
                  <a:lnTo>
                    <a:pt x="633" y="26"/>
                  </a:lnTo>
                  <a:lnTo>
                    <a:pt x="585" y="16"/>
                  </a:lnTo>
                  <a:lnTo>
                    <a:pt x="536" y="8"/>
                  </a:lnTo>
                  <a:lnTo>
                    <a:pt x="484" y="3"/>
                  </a:lnTo>
                  <a:lnTo>
                    <a:pt x="433" y="0"/>
                  </a:lnTo>
                  <a:lnTo>
                    <a:pt x="380" y="1"/>
                  </a:lnTo>
                  <a:lnTo>
                    <a:pt x="328" y="3"/>
                  </a:lnTo>
                  <a:lnTo>
                    <a:pt x="276" y="10"/>
                  </a:lnTo>
                  <a:lnTo>
                    <a:pt x="223" y="19"/>
                  </a:lnTo>
                  <a:lnTo>
                    <a:pt x="172" y="30"/>
                  </a:lnTo>
                  <a:lnTo>
                    <a:pt x="121" y="46"/>
                  </a:lnTo>
                  <a:lnTo>
                    <a:pt x="72" y="67"/>
                  </a:lnTo>
                  <a:lnTo>
                    <a:pt x="24" y="89"/>
                  </a:lnTo>
                  <a:lnTo>
                    <a:pt x="25" y="89"/>
                  </a:lnTo>
                  <a:lnTo>
                    <a:pt x="24" y="89"/>
                  </a:lnTo>
                  <a:lnTo>
                    <a:pt x="8" y="102"/>
                  </a:lnTo>
                  <a:lnTo>
                    <a:pt x="0" y="118"/>
                  </a:lnTo>
                  <a:lnTo>
                    <a:pt x="0" y="136"/>
                  </a:lnTo>
                  <a:lnTo>
                    <a:pt x="6" y="152"/>
                  </a:lnTo>
                  <a:lnTo>
                    <a:pt x="17" y="165"/>
                  </a:lnTo>
                  <a:lnTo>
                    <a:pt x="31" y="175"/>
                  </a:lnTo>
                  <a:lnTo>
                    <a:pt x="48" y="177"/>
                  </a:lnTo>
                  <a:lnTo>
                    <a:pt x="68" y="171"/>
                  </a:lnTo>
                  <a:lnTo>
                    <a:pt x="67" y="1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8203" name="Freeform 46"/>
            <p:cNvSpPr>
              <a:spLocks/>
            </p:cNvSpPr>
            <p:nvPr/>
          </p:nvSpPr>
          <p:spPr bwMode="auto">
            <a:xfrm>
              <a:off x="931" y="1456"/>
              <a:ext cx="280" cy="158"/>
            </a:xfrm>
            <a:custGeom>
              <a:avLst/>
              <a:gdLst>
                <a:gd name="T0" fmla="*/ 1 w 1402"/>
                <a:gd name="T1" fmla="*/ 6 h 787"/>
                <a:gd name="T2" fmla="*/ 1 w 1402"/>
                <a:gd name="T3" fmla="*/ 6 h 787"/>
                <a:gd name="T4" fmla="*/ 11 w 1402"/>
                <a:gd name="T5" fmla="*/ 1 h 787"/>
                <a:gd name="T6" fmla="*/ 11 w 1402"/>
                <a:gd name="T7" fmla="*/ 0 h 787"/>
                <a:gd name="T8" fmla="*/ 0 w 1402"/>
                <a:gd name="T9" fmla="*/ 6 h 787"/>
                <a:gd name="T10" fmla="*/ 0 w 1402"/>
                <a:gd name="T11" fmla="*/ 6 h 787"/>
                <a:gd name="T12" fmla="*/ 0 w 1402"/>
                <a:gd name="T13" fmla="*/ 6 h 787"/>
                <a:gd name="T14" fmla="*/ 0 w 1402"/>
                <a:gd name="T15" fmla="*/ 6 h 787"/>
                <a:gd name="T16" fmla="*/ 0 w 1402"/>
                <a:gd name="T17" fmla="*/ 6 h 787"/>
                <a:gd name="T18" fmla="*/ 0 w 1402"/>
                <a:gd name="T19" fmla="*/ 6 h 787"/>
                <a:gd name="T20" fmla="*/ 0 w 1402"/>
                <a:gd name="T21" fmla="*/ 6 h 787"/>
                <a:gd name="T22" fmla="*/ 0 w 1402"/>
                <a:gd name="T23" fmla="*/ 6 h 787"/>
                <a:gd name="T24" fmla="*/ 0 w 1402"/>
                <a:gd name="T25" fmla="*/ 6 h 787"/>
                <a:gd name="T26" fmla="*/ 0 w 1402"/>
                <a:gd name="T27" fmla="*/ 6 h 787"/>
                <a:gd name="T28" fmla="*/ 1 w 1402"/>
                <a:gd name="T29" fmla="*/ 6 h 787"/>
                <a:gd name="T30" fmla="*/ 1 w 1402"/>
                <a:gd name="T31" fmla="*/ 6 h 78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02"/>
                <a:gd name="T49" fmla="*/ 0 h 787"/>
                <a:gd name="T50" fmla="*/ 1402 w 1402"/>
                <a:gd name="T51" fmla="*/ 787 h 78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02" h="787">
                  <a:moveTo>
                    <a:pt x="69" y="781"/>
                  </a:moveTo>
                  <a:lnTo>
                    <a:pt x="66" y="781"/>
                  </a:lnTo>
                  <a:lnTo>
                    <a:pt x="1402" y="82"/>
                  </a:lnTo>
                  <a:lnTo>
                    <a:pt x="1360" y="0"/>
                  </a:lnTo>
                  <a:lnTo>
                    <a:pt x="24" y="699"/>
                  </a:lnTo>
                  <a:lnTo>
                    <a:pt x="22" y="699"/>
                  </a:lnTo>
                  <a:lnTo>
                    <a:pt x="24" y="699"/>
                  </a:lnTo>
                  <a:lnTo>
                    <a:pt x="8" y="712"/>
                  </a:lnTo>
                  <a:lnTo>
                    <a:pt x="1" y="727"/>
                  </a:lnTo>
                  <a:lnTo>
                    <a:pt x="0" y="744"/>
                  </a:lnTo>
                  <a:lnTo>
                    <a:pt x="5" y="761"/>
                  </a:lnTo>
                  <a:lnTo>
                    <a:pt x="15" y="775"/>
                  </a:lnTo>
                  <a:lnTo>
                    <a:pt x="30" y="784"/>
                  </a:lnTo>
                  <a:lnTo>
                    <a:pt x="46" y="787"/>
                  </a:lnTo>
                  <a:lnTo>
                    <a:pt x="66" y="781"/>
                  </a:lnTo>
                  <a:lnTo>
                    <a:pt x="69" y="7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8204" name="Freeform 47"/>
            <p:cNvSpPr>
              <a:spLocks/>
            </p:cNvSpPr>
            <p:nvPr/>
          </p:nvSpPr>
          <p:spPr bwMode="auto">
            <a:xfrm>
              <a:off x="868" y="1596"/>
              <a:ext cx="77" cy="126"/>
            </a:xfrm>
            <a:custGeom>
              <a:avLst/>
              <a:gdLst>
                <a:gd name="T0" fmla="*/ 1 w 382"/>
                <a:gd name="T1" fmla="*/ 5 h 628"/>
                <a:gd name="T2" fmla="*/ 1 w 382"/>
                <a:gd name="T3" fmla="*/ 5 h 628"/>
                <a:gd name="T4" fmla="*/ 1 w 382"/>
                <a:gd name="T5" fmla="*/ 4 h 628"/>
                <a:gd name="T6" fmla="*/ 1 w 382"/>
                <a:gd name="T7" fmla="*/ 4 h 628"/>
                <a:gd name="T8" fmla="*/ 1 w 382"/>
                <a:gd name="T9" fmla="*/ 4 h 628"/>
                <a:gd name="T10" fmla="*/ 1 w 382"/>
                <a:gd name="T11" fmla="*/ 3 h 628"/>
                <a:gd name="T12" fmla="*/ 1 w 382"/>
                <a:gd name="T13" fmla="*/ 3 h 628"/>
                <a:gd name="T14" fmla="*/ 1 w 382"/>
                <a:gd name="T15" fmla="*/ 3 h 628"/>
                <a:gd name="T16" fmla="*/ 1 w 382"/>
                <a:gd name="T17" fmla="*/ 3 h 628"/>
                <a:gd name="T18" fmla="*/ 1 w 382"/>
                <a:gd name="T19" fmla="*/ 2 h 628"/>
                <a:gd name="T20" fmla="*/ 2 w 382"/>
                <a:gd name="T21" fmla="*/ 2 h 628"/>
                <a:gd name="T22" fmla="*/ 2 w 382"/>
                <a:gd name="T23" fmla="*/ 2 h 628"/>
                <a:gd name="T24" fmla="*/ 2 w 382"/>
                <a:gd name="T25" fmla="*/ 2 h 628"/>
                <a:gd name="T26" fmla="*/ 2 w 382"/>
                <a:gd name="T27" fmla="*/ 1 h 628"/>
                <a:gd name="T28" fmla="*/ 2 w 382"/>
                <a:gd name="T29" fmla="*/ 1 h 628"/>
                <a:gd name="T30" fmla="*/ 3 w 382"/>
                <a:gd name="T31" fmla="*/ 1 h 628"/>
                <a:gd name="T32" fmla="*/ 3 w 382"/>
                <a:gd name="T33" fmla="*/ 1 h 628"/>
                <a:gd name="T34" fmla="*/ 3 w 382"/>
                <a:gd name="T35" fmla="*/ 1 h 628"/>
                <a:gd name="T36" fmla="*/ 3 w 382"/>
                <a:gd name="T37" fmla="*/ 0 h 628"/>
                <a:gd name="T38" fmla="*/ 2 w 382"/>
                <a:gd name="T39" fmla="*/ 0 h 628"/>
                <a:gd name="T40" fmla="*/ 2 w 382"/>
                <a:gd name="T41" fmla="*/ 0 h 628"/>
                <a:gd name="T42" fmla="*/ 2 w 382"/>
                <a:gd name="T43" fmla="*/ 1 h 628"/>
                <a:gd name="T44" fmla="*/ 2 w 382"/>
                <a:gd name="T45" fmla="*/ 1 h 628"/>
                <a:gd name="T46" fmla="*/ 1 w 382"/>
                <a:gd name="T47" fmla="*/ 1 h 628"/>
                <a:gd name="T48" fmla="*/ 1 w 382"/>
                <a:gd name="T49" fmla="*/ 1 h 628"/>
                <a:gd name="T50" fmla="*/ 1 w 382"/>
                <a:gd name="T51" fmla="*/ 2 h 628"/>
                <a:gd name="T52" fmla="*/ 1 w 382"/>
                <a:gd name="T53" fmla="*/ 2 h 628"/>
                <a:gd name="T54" fmla="*/ 1 w 382"/>
                <a:gd name="T55" fmla="*/ 2 h 628"/>
                <a:gd name="T56" fmla="*/ 0 w 382"/>
                <a:gd name="T57" fmla="*/ 3 h 628"/>
                <a:gd name="T58" fmla="*/ 0 w 382"/>
                <a:gd name="T59" fmla="*/ 3 h 628"/>
                <a:gd name="T60" fmla="*/ 0 w 382"/>
                <a:gd name="T61" fmla="*/ 3 h 628"/>
                <a:gd name="T62" fmla="*/ 0 w 382"/>
                <a:gd name="T63" fmla="*/ 4 h 628"/>
                <a:gd name="T64" fmla="*/ 0 w 382"/>
                <a:gd name="T65" fmla="*/ 4 h 628"/>
                <a:gd name="T66" fmla="*/ 0 w 382"/>
                <a:gd name="T67" fmla="*/ 4 h 628"/>
                <a:gd name="T68" fmla="*/ 0 w 382"/>
                <a:gd name="T69" fmla="*/ 5 h 628"/>
                <a:gd name="T70" fmla="*/ 0 w 382"/>
                <a:gd name="T71" fmla="*/ 5 h 628"/>
                <a:gd name="T72" fmla="*/ 0 w 382"/>
                <a:gd name="T73" fmla="*/ 5 h 628"/>
                <a:gd name="T74" fmla="*/ 0 w 382"/>
                <a:gd name="T75" fmla="*/ 5 h 628"/>
                <a:gd name="T76" fmla="*/ 0 w 382"/>
                <a:gd name="T77" fmla="*/ 5 h 628"/>
                <a:gd name="T78" fmla="*/ 0 w 382"/>
                <a:gd name="T79" fmla="*/ 5 h 628"/>
                <a:gd name="T80" fmla="*/ 0 w 382"/>
                <a:gd name="T81" fmla="*/ 5 h 628"/>
                <a:gd name="T82" fmla="*/ 1 w 382"/>
                <a:gd name="T83" fmla="*/ 5 h 628"/>
                <a:gd name="T84" fmla="*/ 1 w 382"/>
                <a:gd name="T85" fmla="*/ 5 h 628"/>
                <a:gd name="T86" fmla="*/ 1 w 382"/>
                <a:gd name="T87" fmla="*/ 5 h 628"/>
                <a:gd name="T88" fmla="*/ 1 w 382"/>
                <a:gd name="T89" fmla="*/ 5 h 628"/>
                <a:gd name="T90" fmla="*/ 1 w 382"/>
                <a:gd name="T91" fmla="*/ 5 h 628"/>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382"/>
                <a:gd name="T139" fmla="*/ 0 h 628"/>
                <a:gd name="T140" fmla="*/ 382 w 382"/>
                <a:gd name="T141" fmla="*/ 628 h 628"/>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382" h="628">
                  <a:moveTo>
                    <a:pt x="94" y="581"/>
                  </a:moveTo>
                  <a:lnTo>
                    <a:pt x="94" y="582"/>
                  </a:lnTo>
                  <a:lnTo>
                    <a:pt x="96" y="541"/>
                  </a:lnTo>
                  <a:lnTo>
                    <a:pt x="99" y="500"/>
                  </a:lnTo>
                  <a:lnTo>
                    <a:pt x="106" y="463"/>
                  </a:lnTo>
                  <a:lnTo>
                    <a:pt x="115" y="424"/>
                  </a:lnTo>
                  <a:lnTo>
                    <a:pt x="127" y="389"/>
                  </a:lnTo>
                  <a:lnTo>
                    <a:pt x="140" y="353"/>
                  </a:lnTo>
                  <a:lnTo>
                    <a:pt x="156" y="320"/>
                  </a:lnTo>
                  <a:lnTo>
                    <a:pt x="173" y="287"/>
                  </a:lnTo>
                  <a:lnTo>
                    <a:pt x="193" y="255"/>
                  </a:lnTo>
                  <a:lnTo>
                    <a:pt x="214" y="226"/>
                  </a:lnTo>
                  <a:lnTo>
                    <a:pt x="238" y="198"/>
                  </a:lnTo>
                  <a:lnTo>
                    <a:pt x="263" y="172"/>
                  </a:lnTo>
                  <a:lnTo>
                    <a:pt x="290" y="146"/>
                  </a:lnTo>
                  <a:lnTo>
                    <a:pt x="318" y="122"/>
                  </a:lnTo>
                  <a:lnTo>
                    <a:pt x="349" y="101"/>
                  </a:lnTo>
                  <a:lnTo>
                    <a:pt x="382" y="82"/>
                  </a:lnTo>
                  <a:lnTo>
                    <a:pt x="335" y="0"/>
                  </a:lnTo>
                  <a:lnTo>
                    <a:pt x="297" y="23"/>
                  </a:lnTo>
                  <a:lnTo>
                    <a:pt x="262" y="49"/>
                  </a:lnTo>
                  <a:lnTo>
                    <a:pt x="229" y="76"/>
                  </a:lnTo>
                  <a:lnTo>
                    <a:pt x="198" y="104"/>
                  </a:lnTo>
                  <a:lnTo>
                    <a:pt x="167" y="137"/>
                  </a:lnTo>
                  <a:lnTo>
                    <a:pt x="142" y="170"/>
                  </a:lnTo>
                  <a:lnTo>
                    <a:pt x="116" y="204"/>
                  </a:lnTo>
                  <a:lnTo>
                    <a:pt x="94" y="240"/>
                  </a:lnTo>
                  <a:lnTo>
                    <a:pt x="74" y="278"/>
                  </a:lnTo>
                  <a:lnTo>
                    <a:pt x="54" y="317"/>
                  </a:lnTo>
                  <a:lnTo>
                    <a:pt x="38" y="359"/>
                  </a:lnTo>
                  <a:lnTo>
                    <a:pt x="26" y="401"/>
                  </a:lnTo>
                  <a:lnTo>
                    <a:pt x="15" y="444"/>
                  </a:lnTo>
                  <a:lnTo>
                    <a:pt x="8" y="489"/>
                  </a:lnTo>
                  <a:lnTo>
                    <a:pt x="2" y="534"/>
                  </a:lnTo>
                  <a:lnTo>
                    <a:pt x="0" y="580"/>
                  </a:lnTo>
                  <a:lnTo>
                    <a:pt x="0" y="581"/>
                  </a:lnTo>
                  <a:lnTo>
                    <a:pt x="0" y="580"/>
                  </a:lnTo>
                  <a:lnTo>
                    <a:pt x="3" y="600"/>
                  </a:lnTo>
                  <a:lnTo>
                    <a:pt x="14" y="615"/>
                  </a:lnTo>
                  <a:lnTo>
                    <a:pt x="29" y="625"/>
                  </a:lnTo>
                  <a:lnTo>
                    <a:pt x="45" y="628"/>
                  </a:lnTo>
                  <a:lnTo>
                    <a:pt x="63" y="626"/>
                  </a:lnTo>
                  <a:lnTo>
                    <a:pt x="78" y="616"/>
                  </a:lnTo>
                  <a:lnTo>
                    <a:pt x="89" y="602"/>
                  </a:lnTo>
                  <a:lnTo>
                    <a:pt x="94" y="582"/>
                  </a:lnTo>
                  <a:lnTo>
                    <a:pt x="94" y="5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8205" name="Freeform 48"/>
            <p:cNvSpPr>
              <a:spLocks/>
            </p:cNvSpPr>
            <p:nvPr/>
          </p:nvSpPr>
          <p:spPr bwMode="auto">
            <a:xfrm>
              <a:off x="868" y="1712"/>
              <a:ext cx="19" cy="364"/>
            </a:xfrm>
            <a:custGeom>
              <a:avLst/>
              <a:gdLst>
                <a:gd name="T0" fmla="*/ 1 w 94"/>
                <a:gd name="T1" fmla="*/ 14 h 1818"/>
                <a:gd name="T2" fmla="*/ 1 w 94"/>
                <a:gd name="T3" fmla="*/ 14 h 1818"/>
                <a:gd name="T4" fmla="*/ 1 w 94"/>
                <a:gd name="T5" fmla="*/ 0 h 1818"/>
                <a:gd name="T6" fmla="*/ 0 w 94"/>
                <a:gd name="T7" fmla="*/ 0 h 1818"/>
                <a:gd name="T8" fmla="*/ 0 w 94"/>
                <a:gd name="T9" fmla="*/ 14 h 1818"/>
                <a:gd name="T10" fmla="*/ 0 w 94"/>
                <a:gd name="T11" fmla="*/ 14 h 1818"/>
                <a:gd name="T12" fmla="*/ 0 w 94"/>
                <a:gd name="T13" fmla="*/ 14 h 1818"/>
                <a:gd name="T14" fmla="*/ 0 w 94"/>
                <a:gd name="T15" fmla="*/ 14 h 1818"/>
                <a:gd name="T16" fmla="*/ 0 w 94"/>
                <a:gd name="T17" fmla="*/ 14 h 1818"/>
                <a:gd name="T18" fmla="*/ 0 w 94"/>
                <a:gd name="T19" fmla="*/ 15 h 1818"/>
                <a:gd name="T20" fmla="*/ 0 w 94"/>
                <a:gd name="T21" fmla="*/ 15 h 1818"/>
                <a:gd name="T22" fmla="*/ 1 w 94"/>
                <a:gd name="T23" fmla="*/ 15 h 1818"/>
                <a:gd name="T24" fmla="*/ 1 w 94"/>
                <a:gd name="T25" fmla="*/ 14 h 1818"/>
                <a:gd name="T26" fmla="*/ 1 w 94"/>
                <a:gd name="T27" fmla="*/ 14 h 1818"/>
                <a:gd name="T28" fmla="*/ 1 w 94"/>
                <a:gd name="T29" fmla="*/ 14 h 1818"/>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94"/>
                <a:gd name="T46" fmla="*/ 0 h 1818"/>
                <a:gd name="T47" fmla="*/ 94 w 94"/>
                <a:gd name="T48" fmla="*/ 1818 h 1818"/>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94" h="1818">
                  <a:moveTo>
                    <a:pt x="94" y="1771"/>
                  </a:moveTo>
                  <a:lnTo>
                    <a:pt x="94" y="1771"/>
                  </a:lnTo>
                  <a:lnTo>
                    <a:pt x="94" y="0"/>
                  </a:lnTo>
                  <a:lnTo>
                    <a:pt x="0" y="0"/>
                  </a:lnTo>
                  <a:lnTo>
                    <a:pt x="0" y="1771"/>
                  </a:lnTo>
                  <a:lnTo>
                    <a:pt x="3" y="1791"/>
                  </a:lnTo>
                  <a:lnTo>
                    <a:pt x="15" y="1806"/>
                  </a:lnTo>
                  <a:lnTo>
                    <a:pt x="29" y="1814"/>
                  </a:lnTo>
                  <a:lnTo>
                    <a:pt x="47" y="1818"/>
                  </a:lnTo>
                  <a:lnTo>
                    <a:pt x="64" y="1814"/>
                  </a:lnTo>
                  <a:lnTo>
                    <a:pt x="79" y="1806"/>
                  </a:lnTo>
                  <a:lnTo>
                    <a:pt x="90" y="1791"/>
                  </a:lnTo>
                  <a:lnTo>
                    <a:pt x="94" y="17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8206" name="Freeform 49"/>
            <p:cNvSpPr>
              <a:spLocks/>
            </p:cNvSpPr>
            <p:nvPr/>
          </p:nvSpPr>
          <p:spPr bwMode="auto">
            <a:xfrm>
              <a:off x="868" y="2067"/>
              <a:ext cx="90" cy="160"/>
            </a:xfrm>
            <a:custGeom>
              <a:avLst/>
              <a:gdLst>
                <a:gd name="T0" fmla="*/ 3 w 449"/>
                <a:gd name="T1" fmla="*/ 6 h 803"/>
                <a:gd name="T2" fmla="*/ 3 w 449"/>
                <a:gd name="T3" fmla="*/ 6 h 803"/>
                <a:gd name="T4" fmla="*/ 3 w 449"/>
                <a:gd name="T5" fmla="*/ 5 h 803"/>
                <a:gd name="T6" fmla="*/ 3 w 449"/>
                <a:gd name="T7" fmla="*/ 5 h 803"/>
                <a:gd name="T8" fmla="*/ 3 w 449"/>
                <a:gd name="T9" fmla="*/ 5 h 803"/>
                <a:gd name="T10" fmla="*/ 2 w 449"/>
                <a:gd name="T11" fmla="*/ 5 h 803"/>
                <a:gd name="T12" fmla="*/ 2 w 449"/>
                <a:gd name="T13" fmla="*/ 4 h 803"/>
                <a:gd name="T14" fmla="*/ 2 w 449"/>
                <a:gd name="T15" fmla="*/ 4 h 803"/>
                <a:gd name="T16" fmla="*/ 2 w 449"/>
                <a:gd name="T17" fmla="*/ 4 h 803"/>
                <a:gd name="T18" fmla="*/ 2 w 449"/>
                <a:gd name="T19" fmla="*/ 3 h 803"/>
                <a:gd name="T20" fmla="*/ 1 w 449"/>
                <a:gd name="T21" fmla="*/ 3 h 803"/>
                <a:gd name="T22" fmla="*/ 1 w 449"/>
                <a:gd name="T23" fmla="*/ 2 h 803"/>
                <a:gd name="T24" fmla="*/ 1 w 449"/>
                <a:gd name="T25" fmla="*/ 2 h 803"/>
                <a:gd name="T26" fmla="*/ 1 w 449"/>
                <a:gd name="T27" fmla="*/ 2 h 803"/>
                <a:gd name="T28" fmla="*/ 1 w 449"/>
                <a:gd name="T29" fmla="*/ 1 h 803"/>
                <a:gd name="T30" fmla="*/ 1 w 449"/>
                <a:gd name="T31" fmla="*/ 1 h 803"/>
                <a:gd name="T32" fmla="*/ 1 w 449"/>
                <a:gd name="T33" fmla="*/ 0 h 803"/>
                <a:gd name="T34" fmla="*/ 1 w 449"/>
                <a:gd name="T35" fmla="*/ 0 h 803"/>
                <a:gd name="T36" fmla="*/ 0 w 449"/>
                <a:gd name="T37" fmla="*/ 0 h 803"/>
                <a:gd name="T38" fmla="*/ 0 w 449"/>
                <a:gd name="T39" fmla="*/ 0 h 803"/>
                <a:gd name="T40" fmla="*/ 0 w 449"/>
                <a:gd name="T41" fmla="*/ 1 h 803"/>
                <a:gd name="T42" fmla="*/ 0 w 449"/>
                <a:gd name="T43" fmla="*/ 1 h 803"/>
                <a:gd name="T44" fmla="*/ 0 w 449"/>
                <a:gd name="T45" fmla="*/ 2 h 803"/>
                <a:gd name="T46" fmla="*/ 0 w 449"/>
                <a:gd name="T47" fmla="*/ 2 h 803"/>
                <a:gd name="T48" fmla="*/ 0 w 449"/>
                <a:gd name="T49" fmla="*/ 3 h 803"/>
                <a:gd name="T50" fmla="*/ 1 w 449"/>
                <a:gd name="T51" fmla="*/ 3 h 803"/>
                <a:gd name="T52" fmla="*/ 1 w 449"/>
                <a:gd name="T53" fmla="*/ 4 h 803"/>
                <a:gd name="T54" fmla="*/ 1 w 449"/>
                <a:gd name="T55" fmla="*/ 4 h 803"/>
                <a:gd name="T56" fmla="*/ 1 w 449"/>
                <a:gd name="T57" fmla="*/ 4 h 803"/>
                <a:gd name="T58" fmla="*/ 2 w 449"/>
                <a:gd name="T59" fmla="*/ 5 h 803"/>
                <a:gd name="T60" fmla="*/ 2 w 449"/>
                <a:gd name="T61" fmla="*/ 5 h 803"/>
                <a:gd name="T62" fmla="*/ 2 w 449"/>
                <a:gd name="T63" fmla="*/ 5 h 803"/>
                <a:gd name="T64" fmla="*/ 2 w 449"/>
                <a:gd name="T65" fmla="*/ 6 h 803"/>
                <a:gd name="T66" fmla="*/ 3 w 449"/>
                <a:gd name="T67" fmla="*/ 6 h 803"/>
                <a:gd name="T68" fmla="*/ 3 w 449"/>
                <a:gd name="T69" fmla="*/ 6 h 803"/>
                <a:gd name="T70" fmla="*/ 3 w 449"/>
                <a:gd name="T71" fmla="*/ 6 h 803"/>
                <a:gd name="T72" fmla="*/ 3 w 449"/>
                <a:gd name="T73" fmla="*/ 6 h 803"/>
                <a:gd name="T74" fmla="*/ 3 w 449"/>
                <a:gd name="T75" fmla="*/ 6 h 803"/>
                <a:gd name="T76" fmla="*/ 3 w 449"/>
                <a:gd name="T77" fmla="*/ 6 h 803"/>
                <a:gd name="T78" fmla="*/ 3 w 449"/>
                <a:gd name="T79" fmla="*/ 6 h 803"/>
                <a:gd name="T80" fmla="*/ 4 w 449"/>
                <a:gd name="T81" fmla="*/ 6 h 803"/>
                <a:gd name="T82" fmla="*/ 4 w 449"/>
                <a:gd name="T83" fmla="*/ 6 h 803"/>
                <a:gd name="T84" fmla="*/ 4 w 449"/>
                <a:gd name="T85" fmla="*/ 6 h 803"/>
                <a:gd name="T86" fmla="*/ 4 w 449"/>
                <a:gd name="T87" fmla="*/ 6 h 803"/>
                <a:gd name="T88" fmla="*/ 3 w 449"/>
                <a:gd name="T89" fmla="*/ 6 h 803"/>
                <a:gd name="T90" fmla="*/ 3 w 449"/>
                <a:gd name="T91" fmla="*/ 6 h 80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449"/>
                <a:gd name="T139" fmla="*/ 0 h 803"/>
                <a:gd name="T140" fmla="*/ 449 w 449"/>
                <a:gd name="T141" fmla="*/ 803 h 80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449" h="803">
                  <a:moveTo>
                    <a:pt x="426" y="717"/>
                  </a:moveTo>
                  <a:lnTo>
                    <a:pt x="427" y="717"/>
                  </a:lnTo>
                  <a:lnTo>
                    <a:pt x="395" y="693"/>
                  </a:lnTo>
                  <a:lnTo>
                    <a:pt x="361" y="662"/>
                  </a:lnTo>
                  <a:lnTo>
                    <a:pt x="329" y="628"/>
                  </a:lnTo>
                  <a:lnTo>
                    <a:pt x="299" y="591"/>
                  </a:lnTo>
                  <a:lnTo>
                    <a:pt x="269" y="551"/>
                  </a:lnTo>
                  <a:lnTo>
                    <a:pt x="241" y="507"/>
                  </a:lnTo>
                  <a:lnTo>
                    <a:pt x="215" y="460"/>
                  </a:lnTo>
                  <a:lnTo>
                    <a:pt x="191" y="412"/>
                  </a:lnTo>
                  <a:lnTo>
                    <a:pt x="170" y="363"/>
                  </a:lnTo>
                  <a:lnTo>
                    <a:pt x="151" y="312"/>
                  </a:lnTo>
                  <a:lnTo>
                    <a:pt x="133" y="259"/>
                  </a:lnTo>
                  <a:lnTo>
                    <a:pt x="119" y="207"/>
                  </a:lnTo>
                  <a:lnTo>
                    <a:pt x="108" y="156"/>
                  </a:lnTo>
                  <a:lnTo>
                    <a:pt x="101" y="103"/>
                  </a:lnTo>
                  <a:lnTo>
                    <a:pt x="96" y="51"/>
                  </a:lnTo>
                  <a:lnTo>
                    <a:pt x="94" y="0"/>
                  </a:lnTo>
                  <a:lnTo>
                    <a:pt x="0" y="0"/>
                  </a:lnTo>
                  <a:lnTo>
                    <a:pt x="2" y="56"/>
                  </a:lnTo>
                  <a:lnTo>
                    <a:pt x="7" y="115"/>
                  </a:lnTo>
                  <a:lnTo>
                    <a:pt x="16" y="172"/>
                  </a:lnTo>
                  <a:lnTo>
                    <a:pt x="28" y="231"/>
                  </a:lnTo>
                  <a:lnTo>
                    <a:pt x="44" y="287"/>
                  </a:lnTo>
                  <a:lnTo>
                    <a:pt x="62" y="342"/>
                  </a:lnTo>
                  <a:lnTo>
                    <a:pt x="83" y="398"/>
                  </a:lnTo>
                  <a:lnTo>
                    <a:pt x="106" y="452"/>
                  </a:lnTo>
                  <a:lnTo>
                    <a:pt x="133" y="505"/>
                  </a:lnTo>
                  <a:lnTo>
                    <a:pt x="161" y="554"/>
                  </a:lnTo>
                  <a:lnTo>
                    <a:pt x="192" y="602"/>
                  </a:lnTo>
                  <a:lnTo>
                    <a:pt x="224" y="647"/>
                  </a:lnTo>
                  <a:lnTo>
                    <a:pt x="259" y="689"/>
                  </a:lnTo>
                  <a:lnTo>
                    <a:pt x="295" y="728"/>
                  </a:lnTo>
                  <a:lnTo>
                    <a:pt x="334" y="763"/>
                  </a:lnTo>
                  <a:lnTo>
                    <a:pt x="374" y="795"/>
                  </a:lnTo>
                  <a:lnTo>
                    <a:pt x="375" y="795"/>
                  </a:lnTo>
                  <a:lnTo>
                    <a:pt x="374" y="795"/>
                  </a:lnTo>
                  <a:lnTo>
                    <a:pt x="392" y="803"/>
                  </a:lnTo>
                  <a:lnTo>
                    <a:pt x="411" y="803"/>
                  </a:lnTo>
                  <a:lnTo>
                    <a:pt x="426" y="795"/>
                  </a:lnTo>
                  <a:lnTo>
                    <a:pt x="439" y="782"/>
                  </a:lnTo>
                  <a:lnTo>
                    <a:pt x="446" y="766"/>
                  </a:lnTo>
                  <a:lnTo>
                    <a:pt x="449" y="749"/>
                  </a:lnTo>
                  <a:lnTo>
                    <a:pt x="441" y="732"/>
                  </a:lnTo>
                  <a:lnTo>
                    <a:pt x="427" y="717"/>
                  </a:lnTo>
                  <a:lnTo>
                    <a:pt x="426" y="71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8207" name="Freeform 50"/>
            <p:cNvSpPr>
              <a:spLocks/>
            </p:cNvSpPr>
            <p:nvPr/>
          </p:nvSpPr>
          <p:spPr bwMode="auto">
            <a:xfrm>
              <a:off x="883" y="1673"/>
              <a:ext cx="379" cy="690"/>
            </a:xfrm>
            <a:custGeom>
              <a:avLst/>
              <a:gdLst>
                <a:gd name="T0" fmla="*/ 12 w 1897"/>
                <a:gd name="T1" fmla="*/ 6 h 3450"/>
                <a:gd name="T2" fmla="*/ 13 w 1897"/>
                <a:gd name="T3" fmla="*/ 7 h 3450"/>
                <a:gd name="T4" fmla="*/ 13 w 1897"/>
                <a:gd name="T5" fmla="*/ 7 h 3450"/>
                <a:gd name="T6" fmla="*/ 14 w 1897"/>
                <a:gd name="T7" fmla="*/ 8 h 3450"/>
                <a:gd name="T8" fmla="*/ 14 w 1897"/>
                <a:gd name="T9" fmla="*/ 9 h 3450"/>
                <a:gd name="T10" fmla="*/ 15 w 1897"/>
                <a:gd name="T11" fmla="*/ 10 h 3450"/>
                <a:gd name="T12" fmla="*/ 15 w 1897"/>
                <a:gd name="T13" fmla="*/ 11 h 3450"/>
                <a:gd name="T14" fmla="*/ 15 w 1897"/>
                <a:gd name="T15" fmla="*/ 11 h 3450"/>
                <a:gd name="T16" fmla="*/ 15 w 1897"/>
                <a:gd name="T17" fmla="*/ 12 h 3450"/>
                <a:gd name="T18" fmla="*/ 15 w 1897"/>
                <a:gd name="T19" fmla="*/ 26 h 3450"/>
                <a:gd name="T20" fmla="*/ 15 w 1897"/>
                <a:gd name="T21" fmla="*/ 26 h 3450"/>
                <a:gd name="T22" fmla="*/ 15 w 1897"/>
                <a:gd name="T23" fmla="*/ 27 h 3450"/>
                <a:gd name="T24" fmla="*/ 15 w 1897"/>
                <a:gd name="T25" fmla="*/ 27 h 3450"/>
                <a:gd name="T26" fmla="*/ 14 w 1897"/>
                <a:gd name="T27" fmla="*/ 27 h 3450"/>
                <a:gd name="T28" fmla="*/ 14 w 1897"/>
                <a:gd name="T29" fmla="*/ 28 h 3450"/>
                <a:gd name="T30" fmla="*/ 13 w 1897"/>
                <a:gd name="T31" fmla="*/ 28 h 3450"/>
                <a:gd name="T32" fmla="*/ 13 w 1897"/>
                <a:gd name="T33" fmla="*/ 27 h 3450"/>
                <a:gd name="T34" fmla="*/ 3 w 1897"/>
                <a:gd name="T35" fmla="*/ 21 h 3450"/>
                <a:gd name="T36" fmla="*/ 2 w 1897"/>
                <a:gd name="T37" fmla="*/ 21 h 3450"/>
                <a:gd name="T38" fmla="*/ 2 w 1897"/>
                <a:gd name="T39" fmla="*/ 20 h 3450"/>
                <a:gd name="T40" fmla="*/ 1 w 1897"/>
                <a:gd name="T41" fmla="*/ 19 h 3450"/>
                <a:gd name="T42" fmla="*/ 1 w 1897"/>
                <a:gd name="T43" fmla="*/ 19 h 3450"/>
                <a:gd name="T44" fmla="*/ 0 w 1897"/>
                <a:gd name="T45" fmla="*/ 18 h 3450"/>
                <a:gd name="T46" fmla="*/ 0 w 1897"/>
                <a:gd name="T47" fmla="*/ 17 h 3450"/>
                <a:gd name="T48" fmla="*/ 0 w 1897"/>
                <a:gd name="T49" fmla="*/ 16 h 3450"/>
                <a:gd name="T50" fmla="*/ 0 w 1897"/>
                <a:gd name="T51" fmla="*/ 15 h 3450"/>
                <a:gd name="T52" fmla="*/ 0 w 1897"/>
                <a:gd name="T53" fmla="*/ 2 h 3450"/>
                <a:gd name="T54" fmla="*/ 0 w 1897"/>
                <a:gd name="T55" fmla="*/ 1 h 3450"/>
                <a:gd name="T56" fmla="*/ 0 w 1897"/>
                <a:gd name="T57" fmla="*/ 1 h 3450"/>
                <a:gd name="T58" fmla="*/ 1 w 1897"/>
                <a:gd name="T59" fmla="*/ 0 h 3450"/>
                <a:gd name="T60" fmla="*/ 1 w 1897"/>
                <a:gd name="T61" fmla="*/ 0 h 3450"/>
                <a:gd name="T62" fmla="*/ 1 w 1897"/>
                <a:gd name="T63" fmla="*/ 0 h 3450"/>
                <a:gd name="T64" fmla="*/ 2 w 1897"/>
                <a:gd name="T65" fmla="*/ 0 h 3450"/>
                <a:gd name="T66" fmla="*/ 3 w 1897"/>
                <a:gd name="T67" fmla="*/ 0 h 3450"/>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897"/>
                <a:gd name="T103" fmla="*/ 0 h 3450"/>
                <a:gd name="T104" fmla="*/ 1897 w 1897"/>
                <a:gd name="T105" fmla="*/ 3450 h 3450"/>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897" h="3450">
                  <a:moveTo>
                    <a:pt x="357" y="49"/>
                  </a:moveTo>
                  <a:lnTo>
                    <a:pt x="1542" y="806"/>
                  </a:lnTo>
                  <a:lnTo>
                    <a:pt x="1579" y="832"/>
                  </a:lnTo>
                  <a:lnTo>
                    <a:pt x="1614" y="861"/>
                  </a:lnTo>
                  <a:lnTo>
                    <a:pt x="1648" y="895"/>
                  </a:lnTo>
                  <a:lnTo>
                    <a:pt x="1681" y="933"/>
                  </a:lnTo>
                  <a:lnTo>
                    <a:pt x="1711" y="973"/>
                  </a:lnTo>
                  <a:lnTo>
                    <a:pt x="1740" y="1016"/>
                  </a:lnTo>
                  <a:lnTo>
                    <a:pt x="1768" y="1062"/>
                  </a:lnTo>
                  <a:lnTo>
                    <a:pt x="1793" y="1109"/>
                  </a:lnTo>
                  <a:lnTo>
                    <a:pt x="1816" y="1158"/>
                  </a:lnTo>
                  <a:lnTo>
                    <a:pt x="1836" y="1208"/>
                  </a:lnTo>
                  <a:lnTo>
                    <a:pt x="1854" y="1260"/>
                  </a:lnTo>
                  <a:lnTo>
                    <a:pt x="1869" y="1313"/>
                  </a:lnTo>
                  <a:lnTo>
                    <a:pt x="1881" y="1364"/>
                  </a:lnTo>
                  <a:lnTo>
                    <a:pt x="1890" y="1417"/>
                  </a:lnTo>
                  <a:lnTo>
                    <a:pt x="1895" y="1469"/>
                  </a:lnTo>
                  <a:lnTo>
                    <a:pt x="1897" y="1519"/>
                  </a:lnTo>
                  <a:lnTo>
                    <a:pt x="1897" y="3142"/>
                  </a:lnTo>
                  <a:lnTo>
                    <a:pt x="1895" y="3190"/>
                  </a:lnTo>
                  <a:lnTo>
                    <a:pt x="1890" y="3235"/>
                  </a:lnTo>
                  <a:lnTo>
                    <a:pt x="1881" y="3276"/>
                  </a:lnTo>
                  <a:lnTo>
                    <a:pt x="1869" y="3313"/>
                  </a:lnTo>
                  <a:lnTo>
                    <a:pt x="1854" y="3346"/>
                  </a:lnTo>
                  <a:lnTo>
                    <a:pt x="1836" y="3375"/>
                  </a:lnTo>
                  <a:lnTo>
                    <a:pt x="1816" y="3398"/>
                  </a:lnTo>
                  <a:lnTo>
                    <a:pt x="1793" y="3418"/>
                  </a:lnTo>
                  <a:lnTo>
                    <a:pt x="1768" y="3434"/>
                  </a:lnTo>
                  <a:lnTo>
                    <a:pt x="1740" y="3444"/>
                  </a:lnTo>
                  <a:lnTo>
                    <a:pt x="1711" y="3450"/>
                  </a:lnTo>
                  <a:lnTo>
                    <a:pt x="1681" y="3450"/>
                  </a:lnTo>
                  <a:lnTo>
                    <a:pt x="1648" y="3445"/>
                  </a:lnTo>
                  <a:lnTo>
                    <a:pt x="1614" y="3436"/>
                  </a:lnTo>
                  <a:lnTo>
                    <a:pt x="1579" y="3421"/>
                  </a:lnTo>
                  <a:lnTo>
                    <a:pt x="1542" y="3400"/>
                  </a:lnTo>
                  <a:lnTo>
                    <a:pt x="357" y="2643"/>
                  </a:lnTo>
                  <a:lnTo>
                    <a:pt x="320" y="2618"/>
                  </a:lnTo>
                  <a:lnTo>
                    <a:pt x="285" y="2588"/>
                  </a:lnTo>
                  <a:lnTo>
                    <a:pt x="251" y="2554"/>
                  </a:lnTo>
                  <a:lnTo>
                    <a:pt x="218" y="2517"/>
                  </a:lnTo>
                  <a:lnTo>
                    <a:pt x="187" y="2477"/>
                  </a:lnTo>
                  <a:lnTo>
                    <a:pt x="157" y="2433"/>
                  </a:lnTo>
                  <a:lnTo>
                    <a:pt x="130" y="2388"/>
                  </a:lnTo>
                  <a:lnTo>
                    <a:pt x="105" y="2341"/>
                  </a:lnTo>
                  <a:lnTo>
                    <a:pt x="81" y="2292"/>
                  </a:lnTo>
                  <a:lnTo>
                    <a:pt x="61" y="2241"/>
                  </a:lnTo>
                  <a:lnTo>
                    <a:pt x="44" y="2190"/>
                  </a:lnTo>
                  <a:lnTo>
                    <a:pt x="29" y="2138"/>
                  </a:lnTo>
                  <a:lnTo>
                    <a:pt x="17" y="2085"/>
                  </a:lnTo>
                  <a:lnTo>
                    <a:pt x="7" y="2033"/>
                  </a:lnTo>
                  <a:lnTo>
                    <a:pt x="3" y="1981"/>
                  </a:lnTo>
                  <a:lnTo>
                    <a:pt x="0" y="1931"/>
                  </a:lnTo>
                  <a:lnTo>
                    <a:pt x="0" y="308"/>
                  </a:lnTo>
                  <a:lnTo>
                    <a:pt x="3" y="260"/>
                  </a:lnTo>
                  <a:lnTo>
                    <a:pt x="7" y="215"/>
                  </a:lnTo>
                  <a:lnTo>
                    <a:pt x="17" y="174"/>
                  </a:lnTo>
                  <a:lnTo>
                    <a:pt x="29" y="137"/>
                  </a:lnTo>
                  <a:lnTo>
                    <a:pt x="44" y="104"/>
                  </a:lnTo>
                  <a:lnTo>
                    <a:pt x="61" y="76"/>
                  </a:lnTo>
                  <a:lnTo>
                    <a:pt x="81" y="51"/>
                  </a:lnTo>
                  <a:lnTo>
                    <a:pt x="105" y="31"/>
                  </a:lnTo>
                  <a:lnTo>
                    <a:pt x="130" y="16"/>
                  </a:lnTo>
                  <a:lnTo>
                    <a:pt x="157" y="5"/>
                  </a:lnTo>
                  <a:lnTo>
                    <a:pt x="187" y="0"/>
                  </a:lnTo>
                  <a:lnTo>
                    <a:pt x="218" y="0"/>
                  </a:lnTo>
                  <a:lnTo>
                    <a:pt x="251" y="3"/>
                  </a:lnTo>
                  <a:lnTo>
                    <a:pt x="285" y="14"/>
                  </a:lnTo>
                  <a:lnTo>
                    <a:pt x="320" y="29"/>
                  </a:lnTo>
                  <a:lnTo>
                    <a:pt x="357" y="49"/>
                  </a:lnTo>
                  <a:close/>
                </a:path>
              </a:pathLst>
            </a:custGeom>
            <a:solidFill>
              <a:srgbClr val="BFBFB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8208" name="Freeform 51"/>
            <p:cNvSpPr>
              <a:spLocks/>
            </p:cNvSpPr>
            <p:nvPr/>
          </p:nvSpPr>
          <p:spPr bwMode="auto">
            <a:xfrm>
              <a:off x="1268" y="1663"/>
              <a:ext cx="393" cy="711"/>
            </a:xfrm>
            <a:custGeom>
              <a:avLst/>
              <a:gdLst>
                <a:gd name="T0" fmla="*/ 3 w 1962"/>
                <a:gd name="T1" fmla="*/ 7 h 3555"/>
                <a:gd name="T2" fmla="*/ 2 w 1962"/>
                <a:gd name="T3" fmla="*/ 7 h 3555"/>
                <a:gd name="T4" fmla="*/ 2 w 1962"/>
                <a:gd name="T5" fmla="*/ 8 h 3555"/>
                <a:gd name="T6" fmla="*/ 1 w 1962"/>
                <a:gd name="T7" fmla="*/ 8 h 3555"/>
                <a:gd name="T8" fmla="*/ 1 w 1962"/>
                <a:gd name="T9" fmla="*/ 9 h 3555"/>
                <a:gd name="T10" fmla="*/ 1 w 1962"/>
                <a:gd name="T11" fmla="*/ 10 h 3555"/>
                <a:gd name="T12" fmla="*/ 0 w 1962"/>
                <a:gd name="T13" fmla="*/ 11 h 3555"/>
                <a:gd name="T14" fmla="*/ 0 w 1962"/>
                <a:gd name="T15" fmla="*/ 12 h 3555"/>
                <a:gd name="T16" fmla="*/ 0 w 1962"/>
                <a:gd name="T17" fmla="*/ 13 h 3555"/>
                <a:gd name="T18" fmla="*/ 0 w 1962"/>
                <a:gd name="T19" fmla="*/ 26 h 3555"/>
                <a:gd name="T20" fmla="*/ 0 w 1962"/>
                <a:gd name="T21" fmla="*/ 27 h 3555"/>
                <a:gd name="T22" fmla="*/ 0 w 1962"/>
                <a:gd name="T23" fmla="*/ 28 h 3555"/>
                <a:gd name="T24" fmla="*/ 1 w 1962"/>
                <a:gd name="T25" fmla="*/ 28 h 3555"/>
                <a:gd name="T26" fmla="*/ 1 w 1962"/>
                <a:gd name="T27" fmla="*/ 28 h 3555"/>
                <a:gd name="T28" fmla="*/ 2 w 1962"/>
                <a:gd name="T29" fmla="*/ 28 h 3555"/>
                <a:gd name="T30" fmla="*/ 2 w 1962"/>
                <a:gd name="T31" fmla="*/ 28 h 3555"/>
                <a:gd name="T32" fmla="*/ 3 w 1962"/>
                <a:gd name="T33" fmla="*/ 28 h 3555"/>
                <a:gd name="T34" fmla="*/ 13 w 1962"/>
                <a:gd name="T35" fmla="*/ 22 h 3555"/>
                <a:gd name="T36" fmla="*/ 13 w 1962"/>
                <a:gd name="T37" fmla="*/ 21 h 3555"/>
                <a:gd name="T38" fmla="*/ 14 w 1962"/>
                <a:gd name="T39" fmla="*/ 21 h 3555"/>
                <a:gd name="T40" fmla="*/ 14 w 1962"/>
                <a:gd name="T41" fmla="*/ 20 h 3555"/>
                <a:gd name="T42" fmla="*/ 15 w 1962"/>
                <a:gd name="T43" fmla="*/ 19 h 3555"/>
                <a:gd name="T44" fmla="*/ 15 w 1962"/>
                <a:gd name="T45" fmla="*/ 18 h 3555"/>
                <a:gd name="T46" fmla="*/ 16 w 1962"/>
                <a:gd name="T47" fmla="*/ 18 h 3555"/>
                <a:gd name="T48" fmla="*/ 16 w 1962"/>
                <a:gd name="T49" fmla="*/ 17 h 3555"/>
                <a:gd name="T50" fmla="*/ 16 w 1962"/>
                <a:gd name="T51" fmla="*/ 16 h 3555"/>
                <a:gd name="T52" fmla="*/ 16 w 1962"/>
                <a:gd name="T53" fmla="*/ 2 h 3555"/>
                <a:gd name="T54" fmla="*/ 16 w 1962"/>
                <a:gd name="T55" fmla="*/ 1 h 3555"/>
                <a:gd name="T56" fmla="*/ 15 w 1962"/>
                <a:gd name="T57" fmla="*/ 1 h 3555"/>
                <a:gd name="T58" fmla="*/ 15 w 1962"/>
                <a:gd name="T59" fmla="*/ 0 h 3555"/>
                <a:gd name="T60" fmla="*/ 15 w 1962"/>
                <a:gd name="T61" fmla="*/ 0 h 3555"/>
                <a:gd name="T62" fmla="*/ 14 w 1962"/>
                <a:gd name="T63" fmla="*/ 0 h 3555"/>
                <a:gd name="T64" fmla="*/ 14 w 1962"/>
                <a:gd name="T65" fmla="*/ 0 h 3555"/>
                <a:gd name="T66" fmla="*/ 13 w 1962"/>
                <a:gd name="T67" fmla="*/ 0 h 3555"/>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962"/>
                <a:gd name="T103" fmla="*/ 0 h 3555"/>
                <a:gd name="T104" fmla="*/ 1962 w 1962"/>
                <a:gd name="T105" fmla="*/ 3555 h 3555"/>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962" h="3555">
                  <a:moveTo>
                    <a:pt x="1594" y="50"/>
                  </a:moveTo>
                  <a:lnTo>
                    <a:pt x="368" y="831"/>
                  </a:lnTo>
                  <a:lnTo>
                    <a:pt x="330" y="858"/>
                  </a:lnTo>
                  <a:lnTo>
                    <a:pt x="294" y="888"/>
                  </a:lnTo>
                  <a:lnTo>
                    <a:pt x="259" y="922"/>
                  </a:lnTo>
                  <a:lnTo>
                    <a:pt x="225" y="961"/>
                  </a:lnTo>
                  <a:lnTo>
                    <a:pt x="193" y="1003"/>
                  </a:lnTo>
                  <a:lnTo>
                    <a:pt x="163" y="1047"/>
                  </a:lnTo>
                  <a:lnTo>
                    <a:pt x="133" y="1094"/>
                  </a:lnTo>
                  <a:lnTo>
                    <a:pt x="108" y="1143"/>
                  </a:lnTo>
                  <a:lnTo>
                    <a:pt x="84" y="1193"/>
                  </a:lnTo>
                  <a:lnTo>
                    <a:pt x="63" y="1246"/>
                  </a:lnTo>
                  <a:lnTo>
                    <a:pt x="44" y="1299"/>
                  </a:lnTo>
                  <a:lnTo>
                    <a:pt x="29" y="1353"/>
                  </a:lnTo>
                  <a:lnTo>
                    <a:pt x="16" y="1405"/>
                  </a:lnTo>
                  <a:lnTo>
                    <a:pt x="7" y="1459"/>
                  </a:lnTo>
                  <a:lnTo>
                    <a:pt x="2" y="1512"/>
                  </a:lnTo>
                  <a:lnTo>
                    <a:pt x="0" y="1565"/>
                  </a:lnTo>
                  <a:lnTo>
                    <a:pt x="0" y="3237"/>
                  </a:lnTo>
                  <a:lnTo>
                    <a:pt x="2" y="3287"/>
                  </a:lnTo>
                  <a:lnTo>
                    <a:pt x="7" y="3333"/>
                  </a:lnTo>
                  <a:lnTo>
                    <a:pt x="16" y="3375"/>
                  </a:lnTo>
                  <a:lnTo>
                    <a:pt x="29" y="3413"/>
                  </a:lnTo>
                  <a:lnTo>
                    <a:pt x="44" y="3447"/>
                  </a:lnTo>
                  <a:lnTo>
                    <a:pt x="63" y="3477"/>
                  </a:lnTo>
                  <a:lnTo>
                    <a:pt x="84" y="3502"/>
                  </a:lnTo>
                  <a:lnTo>
                    <a:pt x="108" y="3522"/>
                  </a:lnTo>
                  <a:lnTo>
                    <a:pt x="133" y="3538"/>
                  </a:lnTo>
                  <a:lnTo>
                    <a:pt x="163" y="3549"/>
                  </a:lnTo>
                  <a:lnTo>
                    <a:pt x="193" y="3555"/>
                  </a:lnTo>
                  <a:lnTo>
                    <a:pt x="225" y="3555"/>
                  </a:lnTo>
                  <a:lnTo>
                    <a:pt x="259" y="3550"/>
                  </a:lnTo>
                  <a:lnTo>
                    <a:pt x="294" y="3541"/>
                  </a:lnTo>
                  <a:lnTo>
                    <a:pt x="330" y="3524"/>
                  </a:lnTo>
                  <a:lnTo>
                    <a:pt x="368" y="3503"/>
                  </a:lnTo>
                  <a:lnTo>
                    <a:pt x="1594" y="2722"/>
                  </a:lnTo>
                  <a:lnTo>
                    <a:pt x="1632" y="2696"/>
                  </a:lnTo>
                  <a:lnTo>
                    <a:pt x="1668" y="2665"/>
                  </a:lnTo>
                  <a:lnTo>
                    <a:pt x="1703" y="2631"/>
                  </a:lnTo>
                  <a:lnTo>
                    <a:pt x="1737" y="2592"/>
                  </a:lnTo>
                  <a:lnTo>
                    <a:pt x="1769" y="2551"/>
                  </a:lnTo>
                  <a:lnTo>
                    <a:pt x="1799" y="2506"/>
                  </a:lnTo>
                  <a:lnTo>
                    <a:pt x="1829" y="2460"/>
                  </a:lnTo>
                  <a:lnTo>
                    <a:pt x="1854" y="2411"/>
                  </a:lnTo>
                  <a:lnTo>
                    <a:pt x="1878" y="2361"/>
                  </a:lnTo>
                  <a:lnTo>
                    <a:pt x="1899" y="2308"/>
                  </a:lnTo>
                  <a:lnTo>
                    <a:pt x="1918" y="2256"/>
                  </a:lnTo>
                  <a:lnTo>
                    <a:pt x="1933" y="2202"/>
                  </a:lnTo>
                  <a:lnTo>
                    <a:pt x="1946" y="2149"/>
                  </a:lnTo>
                  <a:lnTo>
                    <a:pt x="1955" y="2095"/>
                  </a:lnTo>
                  <a:lnTo>
                    <a:pt x="1960" y="2042"/>
                  </a:lnTo>
                  <a:lnTo>
                    <a:pt x="1962" y="1989"/>
                  </a:lnTo>
                  <a:lnTo>
                    <a:pt x="1962" y="319"/>
                  </a:lnTo>
                  <a:lnTo>
                    <a:pt x="1960" y="269"/>
                  </a:lnTo>
                  <a:lnTo>
                    <a:pt x="1955" y="223"/>
                  </a:lnTo>
                  <a:lnTo>
                    <a:pt x="1946" y="180"/>
                  </a:lnTo>
                  <a:lnTo>
                    <a:pt x="1933" y="143"/>
                  </a:lnTo>
                  <a:lnTo>
                    <a:pt x="1918" y="109"/>
                  </a:lnTo>
                  <a:lnTo>
                    <a:pt x="1899" y="79"/>
                  </a:lnTo>
                  <a:lnTo>
                    <a:pt x="1878" y="54"/>
                  </a:lnTo>
                  <a:lnTo>
                    <a:pt x="1854" y="33"/>
                  </a:lnTo>
                  <a:lnTo>
                    <a:pt x="1829" y="17"/>
                  </a:lnTo>
                  <a:lnTo>
                    <a:pt x="1799" y="7"/>
                  </a:lnTo>
                  <a:lnTo>
                    <a:pt x="1769" y="0"/>
                  </a:lnTo>
                  <a:lnTo>
                    <a:pt x="1737" y="0"/>
                  </a:lnTo>
                  <a:lnTo>
                    <a:pt x="1703" y="4"/>
                  </a:lnTo>
                  <a:lnTo>
                    <a:pt x="1668" y="14"/>
                  </a:lnTo>
                  <a:lnTo>
                    <a:pt x="1632" y="29"/>
                  </a:lnTo>
                  <a:lnTo>
                    <a:pt x="1594" y="50"/>
                  </a:lnTo>
                  <a:close/>
                </a:path>
              </a:pathLst>
            </a:custGeom>
            <a:solidFill>
              <a:srgbClr val="E5E5E5"/>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8209" name="Freeform 52"/>
            <p:cNvSpPr>
              <a:spLocks noEditPoints="1"/>
            </p:cNvSpPr>
            <p:nvPr/>
          </p:nvSpPr>
          <p:spPr bwMode="auto">
            <a:xfrm>
              <a:off x="916" y="1589"/>
              <a:ext cx="697" cy="698"/>
            </a:xfrm>
            <a:custGeom>
              <a:avLst/>
              <a:gdLst>
                <a:gd name="T0" fmla="*/ 16 w 3485"/>
                <a:gd name="T1" fmla="*/ 0 h 3490"/>
                <a:gd name="T2" fmla="*/ 17 w 3485"/>
                <a:gd name="T3" fmla="*/ 2 h 3490"/>
                <a:gd name="T4" fmla="*/ 17 w 3485"/>
                <a:gd name="T5" fmla="*/ 3 h 3490"/>
                <a:gd name="T6" fmla="*/ 14 w 3485"/>
                <a:gd name="T7" fmla="*/ 4 h 3490"/>
                <a:gd name="T8" fmla="*/ 12 w 3485"/>
                <a:gd name="T9" fmla="*/ 4 h 3490"/>
                <a:gd name="T10" fmla="*/ 11 w 3485"/>
                <a:gd name="T11" fmla="*/ 2 h 3490"/>
                <a:gd name="T12" fmla="*/ 11 w 3485"/>
                <a:gd name="T13" fmla="*/ 1 h 3490"/>
                <a:gd name="T14" fmla="*/ 14 w 3485"/>
                <a:gd name="T15" fmla="*/ 0 h 3490"/>
                <a:gd name="T16" fmla="*/ 3 w 3485"/>
                <a:gd name="T17" fmla="*/ 7 h 3490"/>
                <a:gd name="T18" fmla="*/ 4 w 3485"/>
                <a:gd name="T19" fmla="*/ 9 h 3490"/>
                <a:gd name="T20" fmla="*/ 3 w 3485"/>
                <a:gd name="T21" fmla="*/ 12 h 3490"/>
                <a:gd name="T22" fmla="*/ 2 w 3485"/>
                <a:gd name="T23" fmla="*/ 13 h 3490"/>
                <a:gd name="T24" fmla="*/ 1 w 3485"/>
                <a:gd name="T25" fmla="*/ 12 h 3490"/>
                <a:gd name="T26" fmla="*/ 0 w 3485"/>
                <a:gd name="T27" fmla="*/ 10 h 3490"/>
                <a:gd name="T28" fmla="*/ 0 w 3485"/>
                <a:gd name="T29" fmla="*/ 8 h 3490"/>
                <a:gd name="T30" fmla="*/ 2 w 3485"/>
                <a:gd name="T31" fmla="*/ 6 h 3490"/>
                <a:gd name="T32" fmla="*/ 10 w 3485"/>
                <a:gd name="T33" fmla="*/ 20 h 3490"/>
                <a:gd name="T34" fmla="*/ 11 w 3485"/>
                <a:gd name="T35" fmla="*/ 22 h 3490"/>
                <a:gd name="T36" fmla="*/ 11 w 3485"/>
                <a:gd name="T37" fmla="*/ 25 h 3490"/>
                <a:gd name="T38" fmla="*/ 10 w 3485"/>
                <a:gd name="T39" fmla="*/ 27 h 3490"/>
                <a:gd name="T40" fmla="*/ 8 w 3485"/>
                <a:gd name="T41" fmla="*/ 26 h 3490"/>
                <a:gd name="T42" fmla="*/ 7 w 3485"/>
                <a:gd name="T43" fmla="*/ 24 h 3490"/>
                <a:gd name="T44" fmla="*/ 7 w 3485"/>
                <a:gd name="T45" fmla="*/ 22 h 3490"/>
                <a:gd name="T46" fmla="*/ 8 w 3485"/>
                <a:gd name="T47" fmla="*/ 20 h 3490"/>
                <a:gd name="T48" fmla="*/ 20 w 3485"/>
                <a:gd name="T49" fmla="*/ 21 h 3490"/>
                <a:gd name="T50" fmla="*/ 21 w 3485"/>
                <a:gd name="T51" fmla="*/ 23 h 3490"/>
                <a:gd name="T52" fmla="*/ 21 w 3485"/>
                <a:gd name="T53" fmla="*/ 26 h 3490"/>
                <a:gd name="T54" fmla="*/ 20 w 3485"/>
                <a:gd name="T55" fmla="*/ 28 h 3490"/>
                <a:gd name="T56" fmla="*/ 18 w 3485"/>
                <a:gd name="T57" fmla="*/ 28 h 3490"/>
                <a:gd name="T58" fmla="*/ 17 w 3485"/>
                <a:gd name="T59" fmla="*/ 26 h 3490"/>
                <a:gd name="T60" fmla="*/ 17 w 3485"/>
                <a:gd name="T61" fmla="*/ 23 h 3490"/>
                <a:gd name="T62" fmla="*/ 18 w 3485"/>
                <a:gd name="T63" fmla="*/ 21 h 3490"/>
                <a:gd name="T64" fmla="*/ 19 w 3485"/>
                <a:gd name="T65" fmla="*/ 11 h 3490"/>
                <a:gd name="T66" fmla="*/ 20 w 3485"/>
                <a:gd name="T67" fmla="*/ 13 h 3490"/>
                <a:gd name="T68" fmla="*/ 21 w 3485"/>
                <a:gd name="T69" fmla="*/ 15 h 3490"/>
                <a:gd name="T70" fmla="*/ 20 w 3485"/>
                <a:gd name="T71" fmla="*/ 17 h 3490"/>
                <a:gd name="T72" fmla="*/ 18 w 3485"/>
                <a:gd name="T73" fmla="*/ 17 h 3490"/>
                <a:gd name="T74" fmla="*/ 17 w 3485"/>
                <a:gd name="T75" fmla="*/ 16 h 3490"/>
                <a:gd name="T76" fmla="*/ 17 w 3485"/>
                <a:gd name="T77" fmla="*/ 13 h 3490"/>
                <a:gd name="T78" fmla="*/ 18 w 3485"/>
                <a:gd name="T79" fmla="*/ 11 h 3490"/>
                <a:gd name="T80" fmla="*/ 26 w 3485"/>
                <a:gd name="T81" fmla="*/ 7 h 3490"/>
                <a:gd name="T82" fmla="*/ 27 w 3485"/>
                <a:gd name="T83" fmla="*/ 8 h 3490"/>
                <a:gd name="T84" fmla="*/ 27 w 3485"/>
                <a:gd name="T85" fmla="*/ 11 h 3490"/>
                <a:gd name="T86" fmla="*/ 26 w 3485"/>
                <a:gd name="T87" fmla="*/ 13 h 3490"/>
                <a:gd name="T88" fmla="*/ 25 w 3485"/>
                <a:gd name="T89" fmla="*/ 13 h 3490"/>
                <a:gd name="T90" fmla="*/ 24 w 3485"/>
                <a:gd name="T91" fmla="*/ 12 h 3490"/>
                <a:gd name="T92" fmla="*/ 24 w 3485"/>
                <a:gd name="T93" fmla="*/ 9 h 3490"/>
                <a:gd name="T94" fmla="*/ 24 w 3485"/>
                <a:gd name="T95" fmla="*/ 7 h 3490"/>
                <a:gd name="T96" fmla="*/ 26 w 3485"/>
                <a:gd name="T97" fmla="*/ 17 h 3490"/>
                <a:gd name="T98" fmla="*/ 27 w 3485"/>
                <a:gd name="T99" fmla="*/ 18 h 3490"/>
                <a:gd name="T100" fmla="*/ 28 w 3485"/>
                <a:gd name="T101" fmla="*/ 21 h 3490"/>
                <a:gd name="T102" fmla="*/ 27 w 3485"/>
                <a:gd name="T103" fmla="*/ 23 h 3490"/>
                <a:gd name="T104" fmla="*/ 26 w 3485"/>
                <a:gd name="T105" fmla="*/ 24 h 3490"/>
                <a:gd name="T106" fmla="*/ 24 w 3485"/>
                <a:gd name="T107" fmla="*/ 23 h 3490"/>
                <a:gd name="T108" fmla="*/ 24 w 3485"/>
                <a:gd name="T109" fmla="*/ 20 h 3490"/>
                <a:gd name="T110" fmla="*/ 25 w 3485"/>
                <a:gd name="T111" fmla="*/ 18 h 3490"/>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w 3485"/>
                <a:gd name="T169" fmla="*/ 0 h 3490"/>
                <a:gd name="T170" fmla="*/ 3485 w 3485"/>
                <a:gd name="T171" fmla="*/ 3490 h 3490"/>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T168" t="T169" r="T170" b="T171"/>
              <a:pathLst>
                <a:path w="3485" h="3490">
                  <a:moveTo>
                    <a:pt x="1754" y="0"/>
                  </a:moveTo>
                  <a:lnTo>
                    <a:pt x="1797" y="2"/>
                  </a:lnTo>
                  <a:lnTo>
                    <a:pt x="1840" y="5"/>
                  </a:lnTo>
                  <a:lnTo>
                    <a:pt x="1881" y="12"/>
                  </a:lnTo>
                  <a:lnTo>
                    <a:pt x="1921" y="20"/>
                  </a:lnTo>
                  <a:lnTo>
                    <a:pt x="1959" y="31"/>
                  </a:lnTo>
                  <a:lnTo>
                    <a:pt x="1994" y="44"/>
                  </a:lnTo>
                  <a:lnTo>
                    <a:pt x="2028" y="59"/>
                  </a:lnTo>
                  <a:lnTo>
                    <a:pt x="2058" y="74"/>
                  </a:lnTo>
                  <a:lnTo>
                    <a:pt x="2086" y="93"/>
                  </a:lnTo>
                  <a:lnTo>
                    <a:pt x="2111" y="113"/>
                  </a:lnTo>
                  <a:lnTo>
                    <a:pt x="2132" y="133"/>
                  </a:lnTo>
                  <a:lnTo>
                    <a:pt x="2151" y="155"/>
                  </a:lnTo>
                  <a:lnTo>
                    <a:pt x="2165" y="179"/>
                  </a:lnTo>
                  <a:lnTo>
                    <a:pt x="2175" y="203"/>
                  </a:lnTo>
                  <a:lnTo>
                    <a:pt x="2182" y="229"/>
                  </a:lnTo>
                  <a:lnTo>
                    <a:pt x="2185" y="255"/>
                  </a:lnTo>
                  <a:lnTo>
                    <a:pt x="2182" y="281"/>
                  </a:lnTo>
                  <a:lnTo>
                    <a:pt x="2175" y="305"/>
                  </a:lnTo>
                  <a:lnTo>
                    <a:pt x="2165" y="330"/>
                  </a:lnTo>
                  <a:lnTo>
                    <a:pt x="2151" y="353"/>
                  </a:lnTo>
                  <a:lnTo>
                    <a:pt x="2132" y="376"/>
                  </a:lnTo>
                  <a:lnTo>
                    <a:pt x="2111" y="397"/>
                  </a:lnTo>
                  <a:lnTo>
                    <a:pt x="2086" y="417"/>
                  </a:lnTo>
                  <a:lnTo>
                    <a:pt x="2058" y="434"/>
                  </a:lnTo>
                  <a:lnTo>
                    <a:pt x="2028" y="451"/>
                  </a:lnTo>
                  <a:lnTo>
                    <a:pt x="1994" y="466"/>
                  </a:lnTo>
                  <a:lnTo>
                    <a:pt x="1959" y="479"/>
                  </a:lnTo>
                  <a:lnTo>
                    <a:pt x="1921" y="489"/>
                  </a:lnTo>
                  <a:lnTo>
                    <a:pt x="1881" y="498"/>
                  </a:lnTo>
                  <a:lnTo>
                    <a:pt x="1840" y="505"/>
                  </a:lnTo>
                  <a:lnTo>
                    <a:pt x="1797" y="508"/>
                  </a:lnTo>
                  <a:lnTo>
                    <a:pt x="1754" y="509"/>
                  </a:lnTo>
                  <a:lnTo>
                    <a:pt x="1710" y="508"/>
                  </a:lnTo>
                  <a:lnTo>
                    <a:pt x="1667" y="505"/>
                  </a:lnTo>
                  <a:lnTo>
                    <a:pt x="1626" y="498"/>
                  </a:lnTo>
                  <a:lnTo>
                    <a:pt x="1586" y="489"/>
                  </a:lnTo>
                  <a:lnTo>
                    <a:pt x="1548" y="479"/>
                  </a:lnTo>
                  <a:lnTo>
                    <a:pt x="1512" y="466"/>
                  </a:lnTo>
                  <a:lnTo>
                    <a:pt x="1479" y="451"/>
                  </a:lnTo>
                  <a:lnTo>
                    <a:pt x="1449" y="434"/>
                  </a:lnTo>
                  <a:lnTo>
                    <a:pt x="1421" y="417"/>
                  </a:lnTo>
                  <a:lnTo>
                    <a:pt x="1395" y="397"/>
                  </a:lnTo>
                  <a:lnTo>
                    <a:pt x="1374" y="376"/>
                  </a:lnTo>
                  <a:lnTo>
                    <a:pt x="1355" y="353"/>
                  </a:lnTo>
                  <a:lnTo>
                    <a:pt x="1341" y="330"/>
                  </a:lnTo>
                  <a:lnTo>
                    <a:pt x="1331" y="305"/>
                  </a:lnTo>
                  <a:lnTo>
                    <a:pt x="1324" y="281"/>
                  </a:lnTo>
                  <a:lnTo>
                    <a:pt x="1321" y="255"/>
                  </a:lnTo>
                  <a:lnTo>
                    <a:pt x="1324" y="229"/>
                  </a:lnTo>
                  <a:lnTo>
                    <a:pt x="1331" y="203"/>
                  </a:lnTo>
                  <a:lnTo>
                    <a:pt x="1341" y="179"/>
                  </a:lnTo>
                  <a:lnTo>
                    <a:pt x="1355" y="155"/>
                  </a:lnTo>
                  <a:lnTo>
                    <a:pt x="1374" y="133"/>
                  </a:lnTo>
                  <a:lnTo>
                    <a:pt x="1395" y="113"/>
                  </a:lnTo>
                  <a:lnTo>
                    <a:pt x="1421" y="93"/>
                  </a:lnTo>
                  <a:lnTo>
                    <a:pt x="1449" y="74"/>
                  </a:lnTo>
                  <a:lnTo>
                    <a:pt x="1479" y="59"/>
                  </a:lnTo>
                  <a:lnTo>
                    <a:pt x="1512" y="44"/>
                  </a:lnTo>
                  <a:lnTo>
                    <a:pt x="1548" y="31"/>
                  </a:lnTo>
                  <a:lnTo>
                    <a:pt x="1586" y="20"/>
                  </a:lnTo>
                  <a:lnTo>
                    <a:pt x="1626" y="12"/>
                  </a:lnTo>
                  <a:lnTo>
                    <a:pt x="1667" y="5"/>
                  </a:lnTo>
                  <a:lnTo>
                    <a:pt x="1710" y="2"/>
                  </a:lnTo>
                  <a:lnTo>
                    <a:pt x="1754" y="0"/>
                  </a:lnTo>
                  <a:close/>
                  <a:moveTo>
                    <a:pt x="239" y="786"/>
                  </a:moveTo>
                  <a:lnTo>
                    <a:pt x="263" y="788"/>
                  </a:lnTo>
                  <a:lnTo>
                    <a:pt x="287" y="794"/>
                  </a:lnTo>
                  <a:lnTo>
                    <a:pt x="309" y="805"/>
                  </a:lnTo>
                  <a:lnTo>
                    <a:pt x="331" y="819"/>
                  </a:lnTo>
                  <a:lnTo>
                    <a:pt x="352" y="836"/>
                  </a:lnTo>
                  <a:lnTo>
                    <a:pt x="372" y="857"/>
                  </a:lnTo>
                  <a:lnTo>
                    <a:pt x="390" y="882"/>
                  </a:lnTo>
                  <a:lnTo>
                    <a:pt x="407" y="909"/>
                  </a:lnTo>
                  <a:lnTo>
                    <a:pt x="423" y="940"/>
                  </a:lnTo>
                  <a:lnTo>
                    <a:pt x="437" y="971"/>
                  </a:lnTo>
                  <a:lnTo>
                    <a:pt x="448" y="1006"/>
                  </a:lnTo>
                  <a:lnTo>
                    <a:pt x="459" y="1043"/>
                  </a:lnTo>
                  <a:lnTo>
                    <a:pt x="467" y="1081"/>
                  </a:lnTo>
                  <a:lnTo>
                    <a:pt x="473" y="1121"/>
                  </a:lnTo>
                  <a:lnTo>
                    <a:pt x="476" y="1163"/>
                  </a:lnTo>
                  <a:lnTo>
                    <a:pt x="478" y="1206"/>
                  </a:lnTo>
                  <a:lnTo>
                    <a:pt x="476" y="1248"/>
                  </a:lnTo>
                  <a:lnTo>
                    <a:pt x="473" y="1290"/>
                  </a:lnTo>
                  <a:lnTo>
                    <a:pt x="467" y="1330"/>
                  </a:lnTo>
                  <a:lnTo>
                    <a:pt x="459" y="1367"/>
                  </a:lnTo>
                  <a:lnTo>
                    <a:pt x="448" y="1405"/>
                  </a:lnTo>
                  <a:lnTo>
                    <a:pt x="437" y="1439"/>
                  </a:lnTo>
                  <a:lnTo>
                    <a:pt x="423" y="1472"/>
                  </a:lnTo>
                  <a:lnTo>
                    <a:pt x="407" y="1501"/>
                  </a:lnTo>
                  <a:lnTo>
                    <a:pt x="390" y="1528"/>
                  </a:lnTo>
                  <a:lnTo>
                    <a:pt x="372" y="1553"/>
                  </a:lnTo>
                  <a:lnTo>
                    <a:pt x="352" y="1574"/>
                  </a:lnTo>
                  <a:lnTo>
                    <a:pt x="331" y="1591"/>
                  </a:lnTo>
                  <a:lnTo>
                    <a:pt x="309" y="1605"/>
                  </a:lnTo>
                  <a:lnTo>
                    <a:pt x="287" y="1616"/>
                  </a:lnTo>
                  <a:lnTo>
                    <a:pt x="263" y="1622"/>
                  </a:lnTo>
                  <a:lnTo>
                    <a:pt x="239" y="1624"/>
                  </a:lnTo>
                  <a:lnTo>
                    <a:pt x="214" y="1622"/>
                  </a:lnTo>
                  <a:lnTo>
                    <a:pt x="191" y="1616"/>
                  </a:lnTo>
                  <a:lnTo>
                    <a:pt x="168" y="1605"/>
                  </a:lnTo>
                  <a:lnTo>
                    <a:pt x="146" y="1591"/>
                  </a:lnTo>
                  <a:lnTo>
                    <a:pt x="125" y="1574"/>
                  </a:lnTo>
                  <a:lnTo>
                    <a:pt x="105" y="1553"/>
                  </a:lnTo>
                  <a:lnTo>
                    <a:pt x="87" y="1528"/>
                  </a:lnTo>
                  <a:lnTo>
                    <a:pt x="70" y="1501"/>
                  </a:lnTo>
                  <a:lnTo>
                    <a:pt x="55" y="1472"/>
                  </a:lnTo>
                  <a:lnTo>
                    <a:pt x="41" y="1439"/>
                  </a:lnTo>
                  <a:lnTo>
                    <a:pt x="29" y="1405"/>
                  </a:lnTo>
                  <a:lnTo>
                    <a:pt x="18" y="1367"/>
                  </a:lnTo>
                  <a:lnTo>
                    <a:pt x="10" y="1330"/>
                  </a:lnTo>
                  <a:lnTo>
                    <a:pt x="4" y="1290"/>
                  </a:lnTo>
                  <a:lnTo>
                    <a:pt x="1" y="1248"/>
                  </a:lnTo>
                  <a:lnTo>
                    <a:pt x="0" y="1206"/>
                  </a:lnTo>
                  <a:lnTo>
                    <a:pt x="1" y="1163"/>
                  </a:lnTo>
                  <a:lnTo>
                    <a:pt x="4" y="1121"/>
                  </a:lnTo>
                  <a:lnTo>
                    <a:pt x="10" y="1081"/>
                  </a:lnTo>
                  <a:lnTo>
                    <a:pt x="18" y="1043"/>
                  </a:lnTo>
                  <a:lnTo>
                    <a:pt x="29" y="1006"/>
                  </a:lnTo>
                  <a:lnTo>
                    <a:pt x="41" y="971"/>
                  </a:lnTo>
                  <a:lnTo>
                    <a:pt x="55" y="940"/>
                  </a:lnTo>
                  <a:lnTo>
                    <a:pt x="70" y="909"/>
                  </a:lnTo>
                  <a:lnTo>
                    <a:pt x="87" y="882"/>
                  </a:lnTo>
                  <a:lnTo>
                    <a:pt x="105" y="857"/>
                  </a:lnTo>
                  <a:lnTo>
                    <a:pt x="125" y="836"/>
                  </a:lnTo>
                  <a:lnTo>
                    <a:pt x="146" y="819"/>
                  </a:lnTo>
                  <a:lnTo>
                    <a:pt x="168" y="805"/>
                  </a:lnTo>
                  <a:lnTo>
                    <a:pt x="191" y="794"/>
                  </a:lnTo>
                  <a:lnTo>
                    <a:pt x="214" y="788"/>
                  </a:lnTo>
                  <a:lnTo>
                    <a:pt x="239" y="786"/>
                  </a:lnTo>
                  <a:close/>
                  <a:moveTo>
                    <a:pt x="1119" y="2495"/>
                  </a:moveTo>
                  <a:lnTo>
                    <a:pt x="1143" y="2498"/>
                  </a:lnTo>
                  <a:lnTo>
                    <a:pt x="1167" y="2504"/>
                  </a:lnTo>
                  <a:lnTo>
                    <a:pt x="1190" y="2514"/>
                  </a:lnTo>
                  <a:lnTo>
                    <a:pt x="1211" y="2528"/>
                  </a:lnTo>
                  <a:lnTo>
                    <a:pt x="1232" y="2546"/>
                  </a:lnTo>
                  <a:lnTo>
                    <a:pt x="1252" y="2567"/>
                  </a:lnTo>
                  <a:lnTo>
                    <a:pt x="1271" y="2592"/>
                  </a:lnTo>
                  <a:lnTo>
                    <a:pt x="1288" y="2618"/>
                  </a:lnTo>
                  <a:lnTo>
                    <a:pt x="1304" y="2648"/>
                  </a:lnTo>
                  <a:lnTo>
                    <a:pt x="1318" y="2681"/>
                  </a:lnTo>
                  <a:lnTo>
                    <a:pt x="1329" y="2715"/>
                  </a:lnTo>
                  <a:lnTo>
                    <a:pt x="1340" y="2752"/>
                  </a:lnTo>
                  <a:lnTo>
                    <a:pt x="1348" y="2790"/>
                  </a:lnTo>
                  <a:lnTo>
                    <a:pt x="1354" y="2830"/>
                  </a:lnTo>
                  <a:lnTo>
                    <a:pt x="1358" y="2872"/>
                  </a:lnTo>
                  <a:lnTo>
                    <a:pt x="1359" y="2914"/>
                  </a:lnTo>
                  <a:lnTo>
                    <a:pt x="1358" y="2956"/>
                  </a:lnTo>
                  <a:lnTo>
                    <a:pt x="1354" y="2998"/>
                  </a:lnTo>
                  <a:lnTo>
                    <a:pt x="1348" y="3038"/>
                  </a:lnTo>
                  <a:lnTo>
                    <a:pt x="1340" y="3077"/>
                  </a:lnTo>
                  <a:lnTo>
                    <a:pt x="1329" y="3113"/>
                  </a:lnTo>
                  <a:lnTo>
                    <a:pt x="1318" y="3147"/>
                  </a:lnTo>
                  <a:lnTo>
                    <a:pt x="1304" y="3180"/>
                  </a:lnTo>
                  <a:lnTo>
                    <a:pt x="1288" y="3209"/>
                  </a:lnTo>
                  <a:lnTo>
                    <a:pt x="1271" y="3238"/>
                  </a:lnTo>
                  <a:lnTo>
                    <a:pt x="1252" y="3261"/>
                  </a:lnTo>
                  <a:lnTo>
                    <a:pt x="1232" y="3282"/>
                  </a:lnTo>
                  <a:lnTo>
                    <a:pt x="1211" y="3301"/>
                  </a:lnTo>
                  <a:lnTo>
                    <a:pt x="1190" y="3315"/>
                  </a:lnTo>
                  <a:lnTo>
                    <a:pt x="1167" y="3325"/>
                  </a:lnTo>
                  <a:lnTo>
                    <a:pt x="1143" y="3331"/>
                  </a:lnTo>
                  <a:lnTo>
                    <a:pt x="1119" y="3334"/>
                  </a:lnTo>
                  <a:lnTo>
                    <a:pt x="1094" y="3331"/>
                  </a:lnTo>
                  <a:lnTo>
                    <a:pt x="1070" y="3325"/>
                  </a:lnTo>
                  <a:lnTo>
                    <a:pt x="1048" y="3315"/>
                  </a:lnTo>
                  <a:lnTo>
                    <a:pt x="1026" y="3301"/>
                  </a:lnTo>
                  <a:lnTo>
                    <a:pt x="1005" y="3282"/>
                  </a:lnTo>
                  <a:lnTo>
                    <a:pt x="985" y="3261"/>
                  </a:lnTo>
                  <a:lnTo>
                    <a:pt x="967" y="3238"/>
                  </a:lnTo>
                  <a:lnTo>
                    <a:pt x="950" y="3209"/>
                  </a:lnTo>
                  <a:lnTo>
                    <a:pt x="935" y="3180"/>
                  </a:lnTo>
                  <a:lnTo>
                    <a:pt x="921" y="3147"/>
                  </a:lnTo>
                  <a:lnTo>
                    <a:pt x="909" y="3113"/>
                  </a:lnTo>
                  <a:lnTo>
                    <a:pt x="898" y="3077"/>
                  </a:lnTo>
                  <a:lnTo>
                    <a:pt x="890" y="3038"/>
                  </a:lnTo>
                  <a:lnTo>
                    <a:pt x="884" y="2998"/>
                  </a:lnTo>
                  <a:lnTo>
                    <a:pt x="881" y="2956"/>
                  </a:lnTo>
                  <a:lnTo>
                    <a:pt x="880" y="2914"/>
                  </a:lnTo>
                  <a:lnTo>
                    <a:pt x="881" y="2872"/>
                  </a:lnTo>
                  <a:lnTo>
                    <a:pt x="884" y="2830"/>
                  </a:lnTo>
                  <a:lnTo>
                    <a:pt x="890" y="2790"/>
                  </a:lnTo>
                  <a:lnTo>
                    <a:pt x="898" y="2752"/>
                  </a:lnTo>
                  <a:lnTo>
                    <a:pt x="909" y="2715"/>
                  </a:lnTo>
                  <a:lnTo>
                    <a:pt x="921" y="2681"/>
                  </a:lnTo>
                  <a:lnTo>
                    <a:pt x="935" y="2648"/>
                  </a:lnTo>
                  <a:lnTo>
                    <a:pt x="950" y="2618"/>
                  </a:lnTo>
                  <a:lnTo>
                    <a:pt x="967" y="2592"/>
                  </a:lnTo>
                  <a:lnTo>
                    <a:pt x="985" y="2567"/>
                  </a:lnTo>
                  <a:lnTo>
                    <a:pt x="1005" y="2546"/>
                  </a:lnTo>
                  <a:lnTo>
                    <a:pt x="1026" y="2528"/>
                  </a:lnTo>
                  <a:lnTo>
                    <a:pt x="1048" y="2514"/>
                  </a:lnTo>
                  <a:lnTo>
                    <a:pt x="1070" y="2504"/>
                  </a:lnTo>
                  <a:lnTo>
                    <a:pt x="1094" y="2498"/>
                  </a:lnTo>
                  <a:lnTo>
                    <a:pt x="1119" y="2495"/>
                  </a:lnTo>
                  <a:close/>
                  <a:moveTo>
                    <a:pt x="2380" y="2651"/>
                  </a:moveTo>
                  <a:lnTo>
                    <a:pt x="2405" y="2654"/>
                  </a:lnTo>
                  <a:lnTo>
                    <a:pt x="2428" y="2660"/>
                  </a:lnTo>
                  <a:lnTo>
                    <a:pt x="2452" y="2670"/>
                  </a:lnTo>
                  <a:lnTo>
                    <a:pt x="2473" y="2684"/>
                  </a:lnTo>
                  <a:lnTo>
                    <a:pt x="2494" y="2703"/>
                  </a:lnTo>
                  <a:lnTo>
                    <a:pt x="2514" y="2724"/>
                  </a:lnTo>
                  <a:lnTo>
                    <a:pt x="2533" y="2747"/>
                  </a:lnTo>
                  <a:lnTo>
                    <a:pt x="2550" y="2774"/>
                  </a:lnTo>
                  <a:lnTo>
                    <a:pt x="2565" y="2805"/>
                  </a:lnTo>
                  <a:lnTo>
                    <a:pt x="2580" y="2838"/>
                  </a:lnTo>
                  <a:lnTo>
                    <a:pt x="2591" y="2872"/>
                  </a:lnTo>
                  <a:lnTo>
                    <a:pt x="2602" y="2908"/>
                  </a:lnTo>
                  <a:lnTo>
                    <a:pt x="2610" y="2947"/>
                  </a:lnTo>
                  <a:lnTo>
                    <a:pt x="2616" y="2987"/>
                  </a:lnTo>
                  <a:lnTo>
                    <a:pt x="2619" y="3029"/>
                  </a:lnTo>
                  <a:lnTo>
                    <a:pt x="2621" y="3071"/>
                  </a:lnTo>
                  <a:lnTo>
                    <a:pt x="2619" y="3113"/>
                  </a:lnTo>
                  <a:lnTo>
                    <a:pt x="2616" y="3155"/>
                  </a:lnTo>
                  <a:lnTo>
                    <a:pt x="2610" y="3195"/>
                  </a:lnTo>
                  <a:lnTo>
                    <a:pt x="2602" y="3233"/>
                  </a:lnTo>
                  <a:lnTo>
                    <a:pt x="2591" y="3270"/>
                  </a:lnTo>
                  <a:lnTo>
                    <a:pt x="2580" y="3304"/>
                  </a:lnTo>
                  <a:lnTo>
                    <a:pt x="2565" y="3337"/>
                  </a:lnTo>
                  <a:lnTo>
                    <a:pt x="2550" y="3367"/>
                  </a:lnTo>
                  <a:lnTo>
                    <a:pt x="2533" y="3393"/>
                  </a:lnTo>
                  <a:lnTo>
                    <a:pt x="2514" y="3418"/>
                  </a:lnTo>
                  <a:lnTo>
                    <a:pt x="2494" y="3439"/>
                  </a:lnTo>
                  <a:lnTo>
                    <a:pt x="2473" y="3457"/>
                  </a:lnTo>
                  <a:lnTo>
                    <a:pt x="2452" y="3471"/>
                  </a:lnTo>
                  <a:lnTo>
                    <a:pt x="2428" y="3481"/>
                  </a:lnTo>
                  <a:lnTo>
                    <a:pt x="2405" y="3487"/>
                  </a:lnTo>
                  <a:lnTo>
                    <a:pt x="2380" y="3490"/>
                  </a:lnTo>
                  <a:lnTo>
                    <a:pt x="2356" y="3487"/>
                  </a:lnTo>
                  <a:lnTo>
                    <a:pt x="2332" y="3481"/>
                  </a:lnTo>
                  <a:lnTo>
                    <a:pt x="2310" y="3471"/>
                  </a:lnTo>
                  <a:lnTo>
                    <a:pt x="2288" y="3457"/>
                  </a:lnTo>
                  <a:lnTo>
                    <a:pt x="2267" y="3439"/>
                  </a:lnTo>
                  <a:lnTo>
                    <a:pt x="2248" y="3418"/>
                  </a:lnTo>
                  <a:lnTo>
                    <a:pt x="2229" y="3393"/>
                  </a:lnTo>
                  <a:lnTo>
                    <a:pt x="2212" y="3367"/>
                  </a:lnTo>
                  <a:lnTo>
                    <a:pt x="2196" y="3337"/>
                  </a:lnTo>
                  <a:lnTo>
                    <a:pt x="2182" y="3304"/>
                  </a:lnTo>
                  <a:lnTo>
                    <a:pt x="2171" y="3270"/>
                  </a:lnTo>
                  <a:lnTo>
                    <a:pt x="2160" y="3233"/>
                  </a:lnTo>
                  <a:lnTo>
                    <a:pt x="2152" y="3195"/>
                  </a:lnTo>
                  <a:lnTo>
                    <a:pt x="2146" y="3155"/>
                  </a:lnTo>
                  <a:lnTo>
                    <a:pt x="2142" y="3113"/>
                  </a:lnTo>
                  <a:lnTo>
                    <a:pt x="2141" y="3071"/>
                  </a:lnTo>
                  <a:lnTo>
                    <a:pt x="2142" y="3029"/>
                  </a:lnTo>
                  <a:lnTo>
                    <a:pt x="2146" y="2987"/>
                  </a:lnTo>
                  <a:lnTo>
                    <a:pt x="2152" y="2947"/>
                  </a:lnTo>
                  <a:lnTo>
                    <a:pt x="2160" y="2908"/>
                  </a:lnTo>
                  <a:lnTo>
                    <a:pt x="2171" y="2872"/>
                  </a:lnTo>
                  <a:lnTo>
                    <a:pt x="2182" y="2838"/>
                  </a:lnTo>
                  <a:lnTo>
                    <a:pt x="2196" y="2805"/>
                  </a:lnTo>
                  <a:lnTo>
                    <a:pt x="2212" y="2774"/>
                  </a:lnTo>
                  <a:lnTo>
                    <a:pt x="2229" y="2747"/>
                  </a:lnTo>
                  <a:lnTo>
                    <a:pt x="2248" y="2724"/>
                  </a:lnTo>
                  <a:lnTo>
                    <a:pt x="2267" y="2703"/>
                  </a:lnTo>
                  <a:lnTo>
                    <a:pt x="2288" y="2684"/>
                  </a:lnTo>
                  <a:lnTo>
                    <a:pt x="2310" y="2670"/>
                  </a:lnTo>
                  <a:lnTo>
                    <a:pt x="2332" y="2660"/>
                  </a:lnTo>
                  <a:lnTo>
                    <a:pt x="2356" y="2654"/>
                  </a:lnTo>
                  <a:lnTo>
                    <a:pt x="2380" y="2651"/>
                  </a:lnTo>
                  <a:close/>
                  <a:moveTo>
                    <a:pt x="2342" y="1355"/>
                  </a:moveTo>
                  <a:lnTo>
                    <a:pt x="2366" y="1357"/>
                  </a:lnTo>
                  <a:lnTo>
                    <a:pt x="2390" y="1363"/>
                  </a:lnTo>
                  <a:lnTo>
                    <a:pt x="2412" y="1373"/>
                  </a:lnTo>
                  <a:lnTo>
                    <a:pt x="2434" y="1387"/>
                  </a:lnTo>
                  <a:lnTo>
                    <a:pt x="2455" y="1405"/>
                  </a:lnTo>
                  <a:lnTo>
                    <a:pt x="2475" y="1426"/>
                  </a:lnTo>
                  <a:lnTo>
                    <a:pt x="2493" y="1451"/>
                  </a:lnTo>
                  <a:lnTo>
                    <a:pt x="2510" y="1478"/>
                  </a:lnTo>
                  <a:lnTo>
                    <a:pt x="2526" y="1507"/>
                  </a:lnTo>
                  <a:lnTo>
                    <a:pt x="2540" y="1540"/>
                  </a:lnTo>
                  <a:lnTo>
                    <a:pt x="2551" y="1574"/>
                  </a:lnTo>
                  <a:lnTo>
                    <a:pt x="2562" y="1611"/>
                  </a:lnTo>
                  <a:lnTo>
                    <a:pt x="2570" y="1649"/>
                  </a:lnTo>
                  <a:lnTo>
                    <a:pt x="2576" y="1689"/>
                  </a:lnTo>
                  <a:lnTo>
                    <a:pt x="2580" y="1731"/>
                  </a:lnTo>
                  <a:lnTo>
                    <a:pt x="2581" y="1773"/>
                  </a:lnTo>
                  <a:lnTo>
                    <a:pt x="2580" y="1815"/>
                  </a:lnTo>
                  <a:lnTo>
                    <a:pt x="2576" y="1858"/>
                  </a:lnTo>
                  <a:lnTo>
                    <a:pt x="2570" y="1897"/>
                  </a:lnTo>
                  <a:lnTo>
                    <a:pt x="2562" y="1936"/>
                  </a:lnTo>
                  <a:lnTo>
                    <a:pt x="2551" y="1972"/>
                  </a:lnTo>
                  <a:lnTo>
                    <a:pt x="2540" y="2008"/>
                  </a:lnTo>
                  <a:lnTo>
                    <a:pt x="2526" y="2039"/>
                  </a:lnTo>
                  <a:lnTo>
                    <a:pt x="2510" y="2070"/>
                  </a:lnTo>
                  <a:lnTo>
                    <a:pt x="2493" y="2097"/>
                  </a:lnTo>
                  <a:lnTo>
                    <a:pt x="2475" y="2121"/>
                  </a:lnTo>
                  <a:lnTo>
                    <a:pt x="2455" y="2142"/>
                  </a:lnTo>
                  <a:lnTo>
                    <a:pt x="2434" y="2160"/>
                  </a:lnTo>
                  <a:lnTo>
                    <a:pt x="2412" y="2174"/>
                  </a:lnTo>
                  <a:lnTo>
                    <a:pt x="2390" y="2185"/>
                  </a:lnTo>
                  <a:lnTo>
                    <a:pt x="2366" y="2191"/>
                  </a:lnTo>
                  <a:lnTo>
                    <a:pt x="2342" y="2193"/>
                  </a:lnTo>
                  <a:lnTo>
                    <a:pt x="2317" y="2191"/>
                  </a:lnTo>
                  <a:lnTo>
                    <a:pt x="2294" y="2185"/>
                  </a:lnTo>
                  <a:lnTo>
                    <a:pt x="2270" y="2174"/>
                  </a:lnTo>
                  <a:lnTo>
                    <a:pt x="2249" y="2160"/>
                  </a:lnTo>
                  <a:lnTo>
                    <a:pt x="2228" y="2142"/>
                  </a:lnTo>
                  <a:lnTo>
                    <a:pt x="2208" y="2121"/>
                  </a:lnTo>
                  <a:lnTo>
                    <a:pt x="2189" y="2097"/>
                  </a:lnTo>
                  <a:lnTo>
                    <a:pt x="2173" y="2070"/>
                  </a:lnTo>
                  <a:lnTo>
                    <a:pt x="2157" y="2039"/>
                  </a:lnTo>
                  <a:lnTo>
                    <a:pt x="2142" y="2008"/>
                  </a:lnTo>
                  <a:lnTo>
                    <a:pt x="2131" y="1972"/>
                  </a:lnTo>
                  <a:lnTo>
                    <a:pt x="2120" y="1936"/>
                  </a:lnTo>
                  <a:lnTo>
                    <a:pt x="2112" y="1897"/>
                  </a:lnTo>
                  <a:lnTo>
                    <a:pt x="2106" y="1858"/>
                  </a:lnTo>
                  <a:lnTo>
                    <a:pt x="2103" y="1815"/>
                  </a:lnTo>
                  <a:lnTo>
                    <a:pt x="2101" y="1773"/>
                  </a:lnTo>
                  <a:lnTo>
                    <a:pt x="2103" y="1731"/>
                  </a:lnTo>
                  <a:lnTo>
                    <a:pt x="2106" y="1689"/>
                  </a:lnTo>
                  <a:lnTo>
                    <a:pt x="2112" y="1649"/>
                  </a:lnTo>
                  <a:lnTo>
                    <a:pt x="2120" y="1611"/>
                  </a:lnTo>
                  <a:lnTo>
                    <a:pt x="2131" y="1574"/>
                  </a:lnTo>
                  <a:lnTo>
                    <a:pt x="2142" y="1540"/>
                  </a:lnTo>
                  <a:lnTo>
                    <a:pt x="2157" y="1507"/>
                  </a:lnTo>
                  <a:lnTo>
                    <a:pt x="2173" y="1478"/>
                  </a:lnTo>
                  <a:lnTo>
                    <a:pt x="2189" y="1451"/>
                  </a:lnTo>
                  <a:lnTo>
                    <a:pt x="2208" y="1426"/>
                  </a:lnTo>
                  <a:lnTo>
                    <a:pt x="2228" y="1405"/>
                  </a:lnTo>
                  <a:lnTo>
                    <a:pt x="2249" y="1387"/>
                  </a:lnTo>
                  <a:lnTo>
                    <a:pt x="2270" y="1373"/>
                  </a:lnTo>
                  <a:lnTo>
                    <a:pt x="2294" y="1363"/>
                  </a:lnTo>
                  <a:lnTo>
                    <a:pt x="2317" y="1357"/>
                  </a:lnTo>
                  <a:lnTo>
                    <a:pt x="2342" y="1355"/>
                  </a:lnTo>
                  <a:close/>
                  <a:moveTo>
                    <a:pt x="3179" y="819"/>
                  </a:moveTo>
                  <a:lnTo>
                    <a:pt x="3204" y="821"/>
                  </a:lnTo>
                  <a:lnTo>
                    <a:pt x="3227" y="827"/>
                  </a:lnTo>
                  <a:lnTo>
                    <a:pt x="3250" y="838"/>
                  </a:lnTo>
                  <a:lnTo>
                    <a:pt x="3272" y="852"/>
                  </a:lnTo>
                  <a:lnTo>
                    <a:pt x="3293" y="869"/>
                  </a:lnTo>
                  <a:lnTo>
                    <a:pt x="3312" y="890"/>
                  </a:lnTo>
                  <a:lnTo>
                    <a:pt x="3331" y="915"/>
                  </a:lnTo>
                  <a:lnTo>
                    <a:pt x="3348" y="942"/>
                  </a:lnTo>
                  <a:lnTo>
                    <a:pt x="3363" y="971"/>
                  </a:lnTo>
                  <a:lnTo>
                    <a:pt x="3377" y="1004"/>
                  </a:lnTo>
                  <a:lnTo>
                    <a:pt x="3389" y="1038"/>
                  </a:lnTo>
                  <a:lnTo>
                    <a:pt x="3400" y="1076"/>
                  </a:lnTo>
                  <a:lnTo>
                    <a:pt x="3408" y="1113"/>
                  </a:lnTo>
                  <a:lnTo>
                    <a:pt x="3414" y="1153"/>
                  </a:lnTo>
                  <a:lnTo>
                    <a:pt x="3417" y="1195"/>
                  </a:lnTo>
                  <a:lnTo>
                    <a:pt x="3418" y="1237"/>
                  </a:lnTo>
                  <a:lnTo>
                    <a:pt x="3417" y="1280"/>
                  </a:lnTo>
                  <a:lnTo>
                    <a:pt x="3414" y="1322"/>
                  </a:lnTo>
                  <a:lnTo>
                    <a:pt x="3408" y="1362"/>
                  </a:lnTo>
                  <a:lnTo>
                    <a:pt x="3400" y="1399"/>
                  </a:lnTo>
                  <a:lnTo>
                    <a:pt x="3389" y="1437"/>
                  </a:lnTo>
                  <a:lnTo>
                    <a:pt x="3377" y="1471"/>
                  </a:lnTo>
                  <a:lnTo>
                    <a:pt x="3363" y="1503"/>
                  </a:lnTo>
                  <a:lnTo>
                    <a:pt x="3348" y="1533"/>
                  </a:lnTo>
                  <a:lnTo>
                    <a:pt x="3331" y="1560"/>
                  </a:lnTo>
                  <a:lnTo>
                    <a:pt x="3312" y="1584"/>
                  </a:lnTo>
                  <a:lnTo>
                    <a:pt x="3293" y="1605"/>
                  </a:lnTo>
                  <a:lnTo>
                    <a:pt x="3272" y="1623"/>
                  </a:lnTo>
                  <a:lnTo>
                    <a:pt x="3250" y="1637"/>
                  </a:lnTo>
                  <a:lnTo>
                    <a:pt x="3227" y="1648"/>
                  </a:lnTo>
                  <a:lnTo>
                    <a:pt x="3204" y="1654"/>
                  </a:lnTo>
                  <a:lnTo>
                    <a:pt x="3179" y="1656"/>
                  </a:lnTo>
                  <a:lnTo>
                    <a:pt x="3155" y="1654"/>
                  </a:lnTo>
                  <a:lnTo>
                    <a:pt x="3131" y="1648"/>
                  </a:lnTo>
                  <a:lnTo>
                    <a:pt x="3108" y="1637"/>
                  </a:lnTo>
                  <a:lnTo>
                    <a:pt x="3087" y="1623"/>
                  </a:lnTo>
                  <a:lnTo>
                    <a:pt x="3066" y="1605"/>
                  </a:lnTo>
                  <a:lnTo>
                    <a:pt x="3046" y="1584"/>
                  </a:lnTo>
                  <a:lnTo>
                    <a:pt x="3027" y="1560"/>
                  </a:lnTo>
                  <a:lnTo>
                    <a:pt x="3011" y="1533"/>
                  </a:lnTo>
                  <a:lnTo>
                    <a:pt x="2994" y="1503"/>
                  </a:lnTo>
                  <a:lnTo>
                    <a:pt x="2980" y="1471"/>
                  </a:lnTo>
                  <a:lnTo>
                    <a:pt x="2968" y="1437"/>
                  </a:lnTo>
                  <a:lnTo>
                    <a:pt x="2958" y="1399"/>
                  </a:lnTo>
                  <a:lnTo>
                    <a:pt x="2950" y="1362"/>
                  </a:lnTo>
                  <a:lnTo>
                    <a:pt x="2944" y="1322"/>
                  </a:lnTo>
                  <a:lnTo>
                    <a:pt x="2940" y="1280"/>
                  </a:lnTo>
                  <a:lnTo>
                    <a:pt x="2939" y="1237"/>
                  </a:lnTo>
                  <a:lnTo>
                    <a:pt x="2940" y="1195"/>
                  </a:lnTo>
                  <a:lnTo>
                    <a:pt x="2944" y="1153"/>
                  </a:lnTo>
                  <a:lnTo>
                    <a:pt x="2950" y="1113"/>
                  </a:lnTo>
                  <a:lnTo>
                    <a:pt x="2958" y="1076"/>
                  </a:lnTo>
                  <a:lnTo>
                    <a:pt x="2968" y="1038"/>
                  </a:lnTo>
                  <a:lnTo>
                    <a:pt x="2980" y="1004"/>
                  </a:lnTo>
                  <a:lnTo>
                    <a:pt x="2994" y="971"/>
                  </a:lnTo>
                  <a:lnTo>
                    <a:pt x="3011" y="942"/>
                  </a:lnTo>
                  <a:lnTo>
                    <a:pt x="3027" y="915"/>
                  </a:lnTo>
                  <a:lnTo>
                    <a:pt x="3046" y="890"/>
                  </a:lnTo>
                  <a:lnTo>
                    <a:pt x="3066" y="869"/>
                  </a:lnTo>
                  <a:lnTo>
                    <a:pt x="3087" y="852"/>
                  </a:lnTo>
                  <a:lnTo>
                    <a:pt x="3108" y="838"/>
                  </a:lnTo>
                  <a:lnTo>
                    <a:pt x="3131" y="827"/>
                  </a:lnTo>
                  <a:lnTo>
                    <a:pt x="3155" y="821"/>
                  </a:lnTo>
                  <a:lnTo>
                    <a:pt x="3179" y="819"/>
                  </a:lnTo>
                  <a:close/>
                  <a:moveTo>
                    <a:pt x="3246" y="2144"/>
                  </a:moveTo>
                  <a:lnTo>
                    <a:pt x="3271" y="2146"/>
                  </a:lnTo>
                  <a:lnTo>
                    <a:pt x="3294" y="2152"/>
                  </a:lnTo>
                  <a:lnTo>
                    <a:pt x="3316" y="2162"/>
                  </a:lnTo>
                  <a:lnTo>
                    <a:pt x="3339" y="2176"/>
                  </a:lnTo>
                  <a:lnTo>
                    <a:pt x="3360" y="2194"/>
                  </a:lnTo>
                  <a:lnTo>
                    <a:pt x="3380" y="2215"/>
                  </a:lnTo>
                  <a:lnTo>
                    <a:pt x="3397" y="2240"/>
                  </a:lnTo>
                  <a:lnTo>
                    <a:pt x="3415" y="2267"/>
                  </a:lnTo>
                  <a:lnTo>
                    <a:pt x="3430" y="2296"/>
                  </a:lnTo>
                  <a:lnTo>
                    <a:pt x="3444" y="2329"/>
                  </a:lnTo>
                  <a:lnTo>
                    <a:pt x="3456" y="2363"/>
                  </a:lnTo>
                  <a:lnTo>
                    <a:pt x="3466" y="2400"/>
                  </a:lnTo>
                  <a:lnTo>
                    <a:pt x="3475" y="2438"/>
                  </a:lnTo>
                  <a:lnTo>
                    <a:pt x="3480" y="2478"/>
                  </a:lnTo>
                  <a:lnTo>
                    <a:pt x="3484" y="2520"/>
                  </a:lnTo>
                  <a:lnTo>
                    <a:pt x="3485" y="2562"/>
                  </a:lnTo>
                  <a:lnTo>
                    <a:pt x="3484" y="2604"/>
                  </a:lnTo>
                  <a:lnTo>
                    <a:pt x="3480" y="2647"/>
                  </a:lnTo>
                  <a:lnTo>
                    <a:pt x="3475" y="2686"/>
                  </a:lnTo>
                  <a:lnTo>
                    <a:pt x="3466" y="2725"/>
                  </a:lnTo>
                  <a:lnTo>
                    <a:pt x="3456" y="2762"/>
                  </a:lnTo>
                  <a:lnTo>
                    <a:pt x="3444" y="2796"/>
                  </a:lnTo>
                  <a:lnTo>
                    <a:pt x="3430" y="2828"/>
                  </a:lnTo>
                  <a:lnTo>
                    <a:pt x="3415" y="2858"/>
                  </a:lnTo>
                  <a:lnTo>
                    <a:pt x="3397" y="2886"/>
                  </a:lnTo>
                  <a:lnTo>
                    <a:pt x="3380" y="2909"/>
                  </a:lnTo>
                  <a:lnTo>
                    <a:pt x="3360" y="2930"/>
                  </a:lnTo>
                  <a:lnTo>
                    <a:pt x="3339" y="2949"/>
                  </a:lnTo>
                  <a:lnTo>
                    <a:pt x="3316" y="2963"/>
                  </a:lnTo>
                  <a:lnTo>
                    <a:pt x="3294" y="2974"/>
                  </a:lnTo>
                  <a:lnTo>
                    <a:pt x="3271" y="2980"/>
                  </a:lnTo>
                  <a:lnTo>
                    <a:pt x="3246" y="2982"/>
                  </a:lnTo>
                  <a:lnTo>
                    <a:pt x="3222" y="2980"/>
                  </a:lnTo>
                  <a:lnTo>
                    <a:pt x="3198" y="2974"/>
                  </a:lnTo>
                  <a:lnTo>
                    <a:pt x="3176" y="2963"/>
                  </a:lnTo>
                  <a:lnTo>
                    <a:pt x="3154" y="2949"/>
                  </a:lnTo>
                  <a:lnTo>
                    <a:pt x="3133" y="2930"/>
                  </a:lnTo>
                  <a:lnTo>
                    <a:pt x="3113" y="2909"/>
                  </a:lnTo>
                  <a:lnTo>
                    <a:pt x="3095" y="2886"/>
                  </a:lnTo>
                  <a:lnTo>
                    <a:pt x="3077" y="2858"/>
                  </a:lnTo>
                  <a:lnTo>
                    <a:pt x="3062" y="2828"/>
                  </a:lnTo>
                  <a:lnTo>
                    <a:pt x="3048" y="2796"/>
                  </a:lnTo>
                  <a:lnTo>
                    <a:pt x="3036" y="2762"/>
                  </a:lnTo>
                  <a:lnTo>
                    <a:pt x="3026" y="2725"/>
                  </a:lnTo>
                  <a:lnTo>
                    <a:pt x="3018" y="2686"/>
                  </a:lnTo>
                  <a:lnTo>
                    <a:pt x="3012" y="2647"/>
                  </a:lnTo>
                  <a:lnTo>
                    <a:pt x="3008" y="2604"/>
                  </a:lnTo>
                  <a:lnTo>
                    <a:pt x="3007" y="2562"/>
                  </a:lnTo>
                  <a:lnTo>
                    <a:pt x="3008" y="2520"/>
                  </a:lnTo>
                  <a:lnTo>
                    <a:pt x="3012" y="2478"/>
                  </a:lnTo>
                  <a:lnTo>
                    <a:pt x="3018" y="2438"/>
                  </a:lnTo>
                  <a:lnTo>
                    <a:pt x="3026" y="2400"/>
                  </a:lnTo>
                  <a:lnTo>
                    <a:pt x="3036" y="2363"/>
                  </a:lnTo>
                  <a:lnTo>
                    <a:pt x="3048" y="2329"/>
                  </a:lnTo>
                  <a:lnTo>
                    <a:pt x="3062" y="2296"/>
                  </a:lnTo>
                  <a:lnTo>
                    <a:pt x="3077" y="2267"/>
                  </a:lnTo>
                  <a:lnTo>
                    <a:pt x="3095" y="2240"/>
                  </a:lnTo>
                  <a:lnTo>
                    <a:pt x="3113" y="2215"/>
                  </a:lnTo>
                  <a:lnTo>
                    <a:pt x="3133" y="2194"/>
                  </a:lnTo>
                  <a:lnTo>
                    <a:pt x="3154" y="2176"/>
                  </a:lnTo>
                  <a:lnTo>
                    <a:pt x="3176" y="2162"/>
                  </a:lnTo>
                  <a:lnTo>
                    <a:pt x="3198" y="2152"/>
                  </a:lnTo>
                  <a:lnTo>
                    <a:pt x="3222" y="2146"/>
                  </a:lnTo>
                  <a:lnTo>
                    <a:pt x="3246" y="214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8210" name="Freeform 53"/>
            <p:cNvSpPr>
              <a:spLocks/>
            </p:cNvSpPr>
            <p:nvPr/>
          </p:nvSpPr>
          <p:spPr bwMode="auto">
            <a:xfrm>
              <a:off x="1267" y="1588"/>
              <a:ext cx="87" cy="52"/>
            </a:xfrm>
            <a:custGeom>
              <a:avLst/>
              <a:gdLst>
                <a:gd name="T0" fmla="*/ 3 w 437"/>
                <a:gd name="T1" fmla="*/ 2 h 260"/>
                <a:gd name="T2" fmla="*/ 3 w 437"/>
                <a:gd name="T3" fmla="*/ 2 h 260"/>
                <a:gd name="T4" fmla="*/ 3 w 437"/>
                <a:gd name="T5" fmla="*/ 2 h 260"/>
                <a:gd name="T6" fmla="*/ 3 w 437"/>
                <a:gd name="T7" fmla="*/ 2 h 260"/>
                <a:gd name="T8" fmla="*/ 3 w 437"/>
                <a:gd name="T9" fmla="*/ 1 h 260"/>
                <a:gd name="T10" fmla="*/ 3 w 437"/>
                <a:gd name="T11" fmla="*/ 1 h 260"/>
                <a:gd name="T12" fmla="*/ 3 w 437"/>
                <a:gd name="T13" fmla="*/ 1 h 260"/>
                <a:gd name="T14" fmla="*/ 3 w 437"/>
                <a:gd name="T15" fmla="*/ 1 h 260"/>
                <a:gd name="T16" fmla="*/ 3 w 437"/>
                <a:gd name="T17" fmla="*/ 1 h 260"/>
                <a:gd name="T18" fmla="*/ 2 w 437"/>
                <a:gd name="T19" fmla="*/ 1 h 260"/>
                <a:gd name="T20" fmla="*/ 2 w 437"/>
                <a:gd name="T21" fmla="*/ 0 h 260"/>
                <a:gd name="T22" fmla="*/ 2 w 437"/>
                <a:gd name="T23" fmla="*/ 0 h 260"/>
                <a:gd name="T24" fmla="*/ 2 w 437"/>
                <a:gd name="T25" fmla="*/ 0 h 260"/>
                <a:gd name="T26" fmla="*/ 1 w 437"/>
                <a:gd name="T27" fmla="*/ 0 h 260"/>
                <a:gd name="T28" fmla="*/ 1 w 437"/>
                <a:gd name="T29" fmla="*/ 0 h 260"/>
                <a:gd name="T30" fmla="*/ 1 w 437"/>
                <a:gd name="T31" fmla="*/ 0 h 260"/>
                <a:gd name="T32" fmla="*/ 0 w 437"/>
                <a:gd name="T33" fmla="*/ 0 h 260"/>
                <a:gd name="T34" fmla="*/ 0 w 437"/>
                <a:gd name="T35" fmla="*/ 0 h 260"/>
                <a:gd name="T36" fmla="*/ 0 w 437"/>
                <a:gd name="T37" fmla="*/ 0 h 260"/>
                <a:gd name="T38" fmla="*/ 0 w 437"/>
                <a:gd name="T39" fmla="*/ 0 h 260"/>
                <a:gd name="T40" fmla="*/ 1 w 437"/>
                <a:gd name="T41" fmla="*/ 0 h 260"/>
                <a:gd name="T42" fmla="*/ 1 w 437"/>
                <a:gd name="T43" fmla="*/ 0 h 260"/>
                <a:gd name="T44" fmla="*/ 1 w 437"/>
                <a:gd name="T45" fmla="*/ 0 h 260"/>
                <a:gd name="T46" fmla="*/ 2 w 437"/>
                <a:gd name="T47" fmla="*/ 0 h 260"/>
                <a:gd name="T48" fmla="*/ 2 w 437"/>
                <a:gd name="T49" fmla="*/ 0 h 260"/>
                <a:gd name="T50" fmla="*/ 2 w 437"/>
                <a:gd name="T51" fmla="*/ 1 h 260"/>
                <a:gd name="T52" fmla="*/ 2 w 437"/>
                <a:gd name="T53" fmla="*/ 1 h 260"/>
                <a:gd name="T54" fmla="*/ 3 w 437"/>
                <a:gd name="T55" fmla="*/ 1 h 260"/>
                <a:gd name="T56" fmla="*/ 3 w 437"/>
                <a:gd name="T57" fmla="*/ 1 h 260"/>
                <a:gd name="T58" fmla="*/ 3 w 437"/>
                <a:gd name="T59" fmla="*/ 1 h 260"/>
                <a:gd name="T60" fmla="*/ 3 w 437"/>
                <a:gd name="T61" fmla="*/ 1 h 260"/>
                <a:gd name="T62" fmla="*/ 3 w 437"/>
                <a:gd name="T63" fmla="*/ 1 h 260"/>
                <a:gd name="T64" fmla="*/ 3 w 437"/>
                <a:gd name="T65" fmla="*/ 2 h 260"/>
                <a:gd name="T66" fmla="*/ 3 w 437"/>
                <a:gd name="T67" fmla="*/ 2 h 260"/>
                <a:gd name="T68" fmla="*/ 3 w 437"/>
                <a:gd name="T69" fmla="*/ 2 h 260"/>
                <a:gd name="T70" fmla="*/ 3 w 437"/>
                <a:gd name="T71" fmla="*/ 2 h 260"/>
                <a:gd name="T72" fmla="*/ 3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437" y="260"/>
                  </a:moveTo>
                  <a:lnTo>
                    <a:pt x="437" y="260"/>
                  </a:lnTo>
                  <a:lnTo>
                    <a:pt x="434" y="233"/>
                  </a:lnTo>
                  <a:lnTo>
                    <a:pt x="427" y="206"/>
                  </a:lnTo>
                  <a:lnTo>
                    <a:pt x="417" y="181"/>
                  </a:lnTo>
                  <a:lnTo>
                    <a:pt x="401" y="157"/>
                  </a:lnTo>
                  <a:lnTo>
                    <a:pt x="383" y="133"/>
                  </a:lnTo>
                  <a:lnTo>
                    <a:pt x="360" y="113"/>
                  </a:lnTo>
                  <a:lnTo>
                    <a:pt x="336" y="93"/>
                  </a:lnTo>
                  <a:lnTo>
                    <a:pt x="308" y="73"/>
                  </a:lnTo>
                  <a:lnTo>
                    <a:pt x="276" y="58"/>
                  </a:lnTo>
                  <a:lnTo>
                    <a:pt x="242" y="43"/>
                  </a:lnTo>
                  <a:lnTo>
                    <a:pt x="207" y="30"/>
                  </a:lnTo>
                  <a:lnTo>
                    <a:pt x="168" y="19"/>
                  </a:lnTo>
                  <a:lnTo>
                    <a:pt x="128" y="11"/>
                  </a:lnTo>
                  <a:lnTo>
                    <a:pt x="87" y="4"/>
                  </a:lnTo>
                  <a:lnTo>
                    <a:pt x="43" y="1"/>
                  </a:lnTo>
                  <a:lnTo>
                    <a:pt x="0" y="0"/>
                  </a:lnTo>
                  <a:lnTo>
                    <a:pt x="0" y="11"/>
                  </a:lnTo>
                  <a:lnTo>
                    <a:pt x="43" y="12"/>
                  </a:lnTo>
                  <a:lnTo>
                    <a:pt x="85" y="16"/>
                  </a:lnTo>
                  <a:lnTo>
                    <a:pt x="126" y="23"/>
                  </a:lnTo>
                  <a:lnTo>
                    <a:pt x="166" y="31"/>
                  </a:lnTo>
                  <a:lnTo>
                    <a:pt x="202" y="42"/>
                  </a:lnTo>
                  <a:lnTo>
                    <a:pt x="237" y="55"/>
                  </a:lnTo>
                  <a:lnTo>
                    <a:pt x="271" y="70"/>
                  </a:lnTo>
                  <a:lnTo>
                    <a:pt x="301" y="85"/>
                  </a:lnTo>
                  <a:lnTo>
                    <a:pt x="329" y="103"/>
                  </a:lnTo>
                  <a:lnTo>
                    <a:pt x="353" y="123"/>
                  </a:lnTo>
                  <a:lnTo>
                    <a:pt x="373" y="143"/>
                  </a:lnTo>
                  <a:lnTo>
                    <a:pt x="392" y="164"/>
                  </a:lnTo>
                  <a:lnTo>
                    <a:pt x="405" y="186"/>
                  </a:lnTo>
                  <a:lnTo>
                    <a:pt x="415" y="211"/>
                  </a:lnTo>
                  <a:lnTo>
                    <a:pt x="422" y="235"/>
                  </a:lnTo>
                  <a:lnTo>
                    <a:pt x="425" y="260"/>
                  </a:lnTo>
                  <a:lnTo>
                    <a:pt x="437"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8211" name="Freeform 54"/>
            <p:cNvSpPr>
              <a:spLocks/>
            </p:cNvSpPr>
            <p:nvPr/>
          </p:nvSpPr>
          <p:spPr bwMode="auto">
            <a:xfrm>
              <a:off x="1267" y="1640"/>
              <a:ext cx="87" cy="52"/>
            </a:xfrm>
            <a:custGeom>
              <a:avLst/>
              <a:gdLst>
                <a:gd name="T0" fmla="*/ 0 w 437"/>
                <a:gd name="T1" fmla="*/ 2 h 260"/>
                <a:gd name="T2" fmla="*/ 0 w 437"/>
                <a:gd name="T3" fmla="*/ 2 h 260"/>
                <a:gd name="T4" fmla="*/ 0 w 437"/>
                <a:gd name="T5" fmla="*/ 2 h 260"/>
                <a:gd name="T6" fmla="*/ 1 w 437"/>
                <a:gd name="T7" fmla="*/ 2 h 260"/>
                <a:gd name="T8" fmla="*/ 1 w 437"/>
                <a:gd name="T9" fmla="*/ 2 h 260"/>
                <a:gd name="T10" fmla="*/ 1 w 437"/>
                <a:gd name="T11" fmla="*/ 2 h 260"/>
                <a:gd name="T12" fmla="*/ 2 w 437"/>
                <a:gd name="T13" fmla="*/ 2 h 260"/>
                <a:gd name="T14" fmla="*/ 2 w 437"/>
                <a:gd name="T15" fmla="*/ 2 h 260"/>
                <a:gd name="T16" fmla="*/ 2 w 437"/>
                <a:gd name="T17" fmla="*/ 2 h 260"/>
                <a:gd name="T18" fmla="*/ 2 w 437"/>
                <a:gd name="T19" fmla="*/ 1 h 260"/>
                <a:gd name="T20" fmla="*/ 3 w 437"/>
                <a:gd name="T21" fmla="*/ 1 h 260"/>
                <a:gd name="T22" fmla="*/ 3 w 437"/>
                <a:gd name="T23" fmla="*/ 1 h 260"/>
                <a:gd name="T24" fmla="*/ 3 w 437"/>
                <a:gd name="T25" fmla="*/ 1 h 260"/>
                <a:gd name="T26" fmla="*/ 3 w 437"/>
                <a:gd name="T27" fmla="*/ 1 h 260"/>
                <a:gd name="T28" fmla="*/ 3 w 437"/>
                <a:gd name="T29" fmla="*/ 1 h 260"/>
                <a:gd name="T30" fmla="*/ 3 w 437"/>
                <a:gd name="T31" fmla="*/ 0 h 260"/>
                <a:gd name="T32" fmla="*/ 3 w 437"/>
                <a:gd name="T33" fmla="*/ 0 h 260"/>
                <a:gd name="T34" fmla="*/ 3 w 437"/>
                <a:gd name="T35" fmla="*/ 0 h 260"/>
                <a:gd name="T36" fmla="*/ 3 w 437"/>
                <a:gd name="T37" fmla="*/ 0 h 260"/>
                <a:gd name="T38" fmla="*/ 3 w 437"/>
                <a:gd name="T39" fmla="*/ 0 h 260"/>
                <a:gd name="T40" fmla="*/ 3 w 437"/>
                <a:gd name="T41" fmla="*/ 0 h 260"/>
                <a:gd name="T42" fmla="*/ 3 w 437"/>
                <a:gd name="T43" fmla="*/ 1 h 260"/>
                <a:gd name="T44" fmla="*/ 3 w 437"/>
                <a:gd name="T45" fmla="*/ 1 h 260"/>
                <a:gd name="T46" fmla="*/ 3 w 437"/>
                <a:gd name="T47" fmla="*/ 1 h 260"/>
                <a:gd name="T48" fmla="*/ 3 w 437"/>
                <a:gd name="T49" fmla="*/ 1 h 260"/>
                <a:gd name="T50" fmla="*/ 3 w 437"/>
                <a:gd name="T51" fmla="*/ 1 h 260"/>
                <a:gd name="T52" fmla="*/ 2 w 437"/>
                <a:gd name="T53" fmla="*/ 1 h 260"/>
                <a:gd name="T54" fmla="*/ 2 w 437"/>
                <a:gd name="T55" fmla="*/ 2 h 260"/>
                <a:gd name="T56" fmla="*/ 2 w 437"/>
                <a:gd name="T57" fmla="*/ 2 h 260"/>
                <a:gd name="T58" fmla="*/ 2 w 437"/>
                <a:gd name="T59" fmla="*/ 2 h 260"/>
                <a:gd name="T60" fmla="*/ 1 w 437"/>
                <a:gd name="T61" fmla="*/ 2 h 260"/>
                <a:gd name="T62" fmla="*/ 1 w 437"/>
                <a:gd name="T63" fmla="*/ 2 h 260"/>
                <a:gd name="T64" fmla="*/ 1 w 437"/>
                <a:gd name="T65" fmla="*/ 2 h 260"/>
                <a:gd name="T66" fmla="*/ 0 w 437"/>
                <a:gd name="T67" fmla="*/ 2 h 260"/>
                <a:gd name="T68" fmla="*/ 0 w 437"/>
                <a:gd name="T69" fmla="*/ 2 h 260"/>
                <a:gd name="T70" fmla="*/ 0 w 437"/>
                <a:gd name="T71" fmla="*/ 2 h 260"/>
                <a:gd name="T72" fmla="*/ 0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0" y="260"/>
                  </a:moveTo>
                  <a:lnTo>
                    <a:pt x="0" y="260"/>
                  </a:lnTo>
                  <a:lnTo>
                    <a:pt x="43" y="259"/>
                  </a:lnTo>
                  <a:lnTo>
                    <a:pt x="87" y="255"/>
                  </a:lnTo>
                  <a:lnTo>
                    <a:pt x="128" y="248"/>
                  </a:lnTo>
                  <a:lnTo>
                    <a:pt x="168" y="240"/>
                  </a:lnTo>
                  <a:lnTo>
                    <a:pt x="207" y="230"/>
                  </a:lnTo>
                  <a:lnTo>
                    <a:pt x="242" y="217"/>
                  </a:lnTo>
                  <a:lnTo>
                    <a:pt x="276" y="202"/>
                  </a:lnTo>
                  <a:lnTo>
                    <a:pt x="308" y="185"/>
                  </a:lnTo>
                  <a:lnTo>
                    <a:pt x="336" y="166"/>
                  </a:lnTo>
                  <a:lnTo>
                    <a:pt x="360" y="146"/>
                  </a:lnTo>
                  <a:lnTo>
                    <a:pt x="383" y="125"/>
                  </a:lnTo>
                  <a:lnTo>
                    <a:pt x="401" y="102"/>
                  </a:lnTo>
                  <a:lnTo>
                    <a:pt x="417" y="77"/>
                  </a:lnTo>
                  <a:lnTo>
                    <a:pt x="427" y="53"/>
                  </a:lnTo>
                  <a:lnTo>
                    <a:pt x="434" y="27"/>
                  </a:lnTo>
                  <a:lnTo>
                    <a:pt x="437" y="0"/>
                  </a:lnTo>
                  <a:lnTo>
                    <a:pt x="425" y="0"/>
                  </a:lnTo>
                  <a:lnTo>
                    <a:pt x="422" y="24"/>
                  </a:lnTo>
                  <a:lnTo>
                    <a:pt x="415" y="48"/>
                  </a:lnTo>
                  <a:lnTo>
                    <a:pt x="405" y="73"/>
                  </a:lnTo>
                  <a:lnTo>
                    <a:pt x="392" y="95"/>
                  </a:lnTo>
                  <a:lnTo>
                    <a:pt x="373" y="116"/>
                  </a:lnTo>
                  <a:lnTo>
                    <a:pt x="353" y="137"/>
                  </a:lnTo>
                  <a:lnTo>
                    <a:pt x="329" y="157"/>
                  </a:lnTo>
                  <a:lnTo>
                    <a:pt x="301" y="173"/>
                  </a:lnTo>
                  <a:lnTo>
                    <a:pt x="271" y="190"/>
                  </a:lnTo>
                  <a:lnTo>
                    <a:pt x="237" y="205"/>
                  </a:lnTo>
                  <a:lnTo>
                    <a:pt x="202" y="218"/>
                  </a:lnTo>
                  <a:lnTo>
                    <a:pt x="166" y="228"/>
                  </a:lnTo>
                  <a:lnTo>
                    <a:pt x="126" y="237"/>
                  </a:lnTo>
                  <a:lnTo>
                    <a:pt x="85" y="244"/>
                  </a:lnTo>
                  <a:lnTo>
                    <a:pt x="43" y="247"/>
                  </a:lnTo>
                  <a:lnTo>
                    <a:pt x="0" y="248"/>
                  </a:lnTo>
                  <a:lnTo>
                    <a:pt x="0"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8212" name="Freeform 55"/>
            <p:cNvSpPr>
              <a:spLocks/>
            </p:cNvSpPr>
            <p:nvPr/>
          </p:nvSpPr>
          <p:spPr bwMode="auto">
            <a:xfrm>
              <a:off x="1179" y="1640"/>
              <a:ext cx="88" cy="52"/>
            </a:xfrm>
            <a:custGeom>
              <a:avLst/>
              <a:gdLst>
                <a:gd name="T0" fmla="*/ 0 w 439"/>
                <a:gd name="T1" fmla="*/ 0 h 260"/>
                <a:gd name="T2" fmla="*/ 0 w 439"/>
                <a:gd name="T3" fmla="*/ 0 h 260"/>
                <a:gd name="T4" fmla="*/ 0 w 439"/>
                <a:gd name="T5" fmla="*/ 0 h 260"/>
                <a:gd name="T6" fmla="*/ 0 w 439"/>
                <a:gd name="T7" fmla="*/ 0 h 260"/>
                <a:gd name="T8" fmla="*/ 0 w 439"/>
                <a:gd name="T9" fmla="*/ 1 h 260"/>
                <a:gd name="T10" fmla="*/ 0 w 439"/>
                <a:gd name="T11" fmla="*/ 1 h 260"/>
                <a:gd name="T12" fmla="*/ 0 w 439"/>
                <a:gd name="T13" fmla="*/ 1 h 260"/>
                <a:gd name="T14" fmla="*/ 1 w 439"/>
                <a:gd name="T15" fmla="*/ 1 h 260"/>
                <a:gd name="T16" fmla="*/ 1 w 439"/>
                <a:gd name="T17" fmla="*/ 1 h 260"/>
                <a:gd name="T18" fmla="*/ 1 w 439"/>
                <a:gd name="T19" fmla="*/ 1 h 260"/>
                <a:gd name="T20" fmla="*/ 1 w 439"/>
                <a:gd name="T21" fmla="*/ 2 h 260"/>
                <a:gd name="T22" fmla="*/ 2 w 439"/>
                <a:gd name="T23" fmla="*/ 2 h 260"/>
                <a:gd name="T24" fmla="*/ 2 w 439"/>
                <a:gd name="T25" fmla="*/ 2 h 260"/>
                <a:gd name="T26" fmla="*/ 2 w 439"/>
                <a:gd name="T27" fmla="*/ 2 h 260"/>
                <a:gd name="T28" fmla="*/ 2 w 439"/>
                <a:gd name="T29" fmla="*/ 2 h 260"/>
                <a:gd name="T30" fmla="*/ 3 w 439"/>
                <a:gd name="T31" fmla="*/ 2 h 260"/>
                <a:gd name="T32" fmla="*/ 3 w 439"/>
                <a:gd name="T33" fmla="*/ 2 h 260"/>
                <a:gd name="T34" fmla="*/ 4 w 439"/>
                <a:gd name="T35" fmla="*/ 2 h 260"/>
                <a:gd name="T36" fmla="*/ 4 w 439"/>
                <a:gd name="T37" fmla="*/ 2 h 260"/>
                <a:gd name="T38" fmla="*/ 3 w 439"/>
                <a:gd name="T39" fmla="*/ 2 h 260"/>
                <a:gd name="T40" fmla="*/ 3 w 439"/>
                <a:gd name="T41" fmla="*/ 2 h 260"/>
                <a:gd name="T42" fmla="*/ 3 w 439"/>
                <a:gd name="T43" fmla="*/ 2 h 260"/>
                <a:gd name="T44" fmla="*/ 2 w 439"/>
                <a:gd name="T45" fmla="*/ 2 h 260"/>
                <a:gd name="T46" fmla="*/ 2 w 439"/>
                <a:gd name="T47" fmla="*/ 2 h 260"/>
                <a:gd name="T48" fmla="*/ 2 w 439"/>
                <a:gd name="T49" fmla="*/ 2 h 260"/>
                <a:gd name="T50" fmla="*/ 1 w 439"/>
                <a:gd name="T51" fmla="*/ 2 h 260"/>
                <a:gd name="T52" fmla="*/ 1 w 439"/>
                <a:gd name="T53" fmla="*/ 1 h 260"/>
                <a:gd name="T54" fmla="*/ 1 w 439"/>
                <a:gd name="T55" fmla="*/ 1 h 260"/>
                <a:gd name="T56" fmla="*/ 1 w 439"/>
                <a:gd name="T57" fmla="*/ 1 h 260"/>
                <a:gd name="T58" fmla="*/ 1 w 439"/>
                <a:gd name="T59" fmla="*/ 1 h 260"/>
                <a:gd name="T60" fmla="*/ 0 w 439"/>
                <a:gd name="T61" fmla="*/ 1 h 260"/>
                <a:gd name="T62" fmla="*/ 0 w 439"/>
                <a:gd name="T63" fmla="*/ 1 h 260"/>
                <a:gd name="T64" fmla="*/ 0 w 439"/>
                <a:gd name="T65" fmla="*/ 0 h 260"/>
                <a:gd name="T66" fmla="*/ 0 w 439"/>
                <a:gd name="T67" fmla="*/ 0 h 260"/>
                <a:gd name="T68" fmla="*/ 0 w 439"/>
                <a:gd name="T69" fmla="*/ 0 h 260"/>
                <a:gd name="T70" fmla="*/ 0 w 439"/>
                <a:gd name="T71" fmla="*/ 0 h 260"/>
                <a:gd name="T72" fmla="*/ 0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0" y="0"/>
                  </a:moveTo>
                  <a:lnTo>
                    <a:pt x="0" y="0"/>
                  </a:lnTo>
                  <a:lnTo>
                    <a:pt x="3" y="27"/>
                  </a:lnTo>
                  <a:lnTo>
                    <a:pt x="10" y="53"/>
                  </a:lnTo>
                  <a:lnTo>
                    <a:pt x="20" y="77"/>
                  </a:lnTo>
                  <a:lnTo>
                    <a:pt x="35" y="102"/>
                  </a:lnTo>
                  <a:lnTo>
                    <a:pt x="54" y="125"/>
                  </a:lnTo>
                  <a:lnTo>
                    <a:pt x="76" y="146"/>
                  </a:lnTo>
                  <a:lnTo>
                    <a:pt x="102" y="166"/>
                  </a:lnTo>
                  <a:lnTo>
                    <a:pt x="130" y="185"/>
                  </a:lnTo>
                  <a:lnTo>
                    <a:pt x="162" y="202"/>
                  </a:lnTo>
                  <a:lnTo>
                    <a:pt x="195" y="217"/>
                  </a:lnTo>
                  <a:lnTo>
                    <a:pt x="231" y="230"/>
                  </a:lnTo>
                  <a:lnTo>
                    <a:pt x="270" y="240"/>
                  </a:lnTo>
                  <a:lnTo>
                    <a:pt x="310" y="248"/>
                  </a:lnTo>
                  <a:lnTo>
                    <a:pt x="351" y="255"/>
                  </a:lnTo>
                  <a:lnTo>
                    <a:pt x="395" y="259"/>
                  </a:lnTo>
                  <a:lnTo>
                    <a:pt x="439" y="260"/>
                  </a:lnTo>
                  <a:lnTo>
                    <a:pt x="439" y="248"/>
                  </a:lnTo>
                  <a:lnTo>
                    <a:pt x="395" y="247"/>
                  </a:lnTo>
                  <a:lnTo>
                    <a:pt x="353" y="244"/>
                  </a:lnTo>
                  <a:lnTo>
                    <a:pt x="312" y="237"/>
                  </a:lnTo>
                  <a:lnTo>
                    <a:pt x="272" y="228"/>
                  </a:lnTo>
                  <a:lnTo>
                    <a:pt x="236" y="218"/>
                  </a:lnTo>
                  <a:lnTo>
                    <a:pt x="200" y="205"/>
                  </a:lnTo>
                  <a:lnTo>
                    <a:pt x="167" y="190"/>
                  </a:lnTo>
                  <a:lnTo>
                    <a:pt x="137" y="173"/>
                  </a:lnTo>
                  <a:lnTo>
                    <a:pt x="109" y="157"/>
                  </a:lnTo>
                  <a:lnTo>
                    <a:pt x="84" y="137"/>
                  </a:lnTo>
                  <a:lnTo>
                    <a:pt x="64" y="116"/>
                  </a:lnTo>
                  <a:lnTo>
                    <a:pt x="45" y="95"/>
                  </a:lnTo>
                  <a:lnTo>
                    <a:pt x="32" y="73"/>
                  </a:lnTo>
                  <a:lnTo>
                    <a:pt x="21" y="48"/>
                  </a:lnTo>
                  <a:lnTo>
                    <a:pt x="14" y="24"/>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8213" name="Freeform 56"/>
            <p:cNvSpPr>
              <a:spLocks/>
            </p:cNvSpPr>
            <p:nvPr/>
          </p:nvSpPr>
          <p:spPr bwMode="auto">
            <a:xfrm>
              <a:off x="1179" y="1588"/>
              <a:ext cx="88" cy="52"/>
            </a:xfrm>
            <a:custGeom>
              <a:avLst/>
              <a:gdLst>
                <a:gd name="T0" fmla="*/ 4 w 439"/>
                <a:gd name="T1" fmla="*/ 0 h 260"/>
                <a:gd name="T2" fmla="*/ 4 w 439"/>
                <a:gd name="T3" fmla="*/ 0 h 260"/>
                <a:gd name="T4" fmla="*/ 3 w 439"/>
                <a:gd name="T5" fmla="*/ 0 h 260"/>
                <a:gd name="T6" fmla="*/ 3 w 439"/>
                <a:gd name="T7" fmla="*/ 0 h 260"/>
                <a:gd name="T8" fmla="*/ 2 w 439"/>
                <a:gd name="T9" fmla="*/ 0 h 260"/>
                <a:gd name="T10" fmla="*/ 2 w 439"/>
                <a:gd name="T11" fmla="*/ 0 h 260"/>
                <a:gd name="T12" fmla="*/ 2 w 439"/>
                <a:gd name="T13" fmla="*/ 0 h 260"/>
                <a:gd name="T14" fmla="*/ 2 w 439"/>
                <a:gd name="T15" fmla="*/ 0 h 260"/>
                <a:gd name="T16" fmla="*/ 1 w 439"/>
                <a:gd name="T17" fmla="*/ 0 h 260"/>
                <a:gd name="T18" fmla="*/ 1 w 439"/>
                <a:gd name="T19" fmla="*/ 1 h 260"/>
                <a:gd name="T20" fmla="*/ 1 w 439"/>
                <a:gd name="T21" fmla="*/ 1 h 260"/>
                <a:gd name="T22" fmla="*/ 1 w 439"/>
                <a:gd name="T23" fmla="*/ 1 h 260"/>
                <a:gd name="T24" fmla="*/ 0 w 439"/>
                <a:gd name="T25" fmla="*/ 1 h 260"/>
                <a:gd name="T26" fmla="*/ 0 w 439"/>
                <a:gd name="T27" fmla="*/ 1 h 260"/>
                <a:gd name="T28" fmla="*/ 0 w 439"/>
                <a:gd name="T29" fmla="*/ 1 h 260"/>
                <a:gd name="T30" fmla="*/ 0 w 439"/>
                <a:gd name="T31" fmla="*/ 2 h 260"/>
                <a:gd name="T32" fmla="*/ 0 w 439"/>
                <a:gd name="T33" fmla="*/ 2 h 260"/>
                <a:gd name="T34" fmla="*/ 0 w 439"/>
                <a:gd name="T35" fmla="*/ 2 h 260"/>
                <a:gd name="T36" fmla="*/ 0 w 439"/>
                <a:gd name="T37" fmla="*/ 2 h 260"/>
                <a:gd name="T38" fmla="*/ 0 w 439"/>
                <a:gd name="T39" fmla="*/ 2 h 260"/>
                <a:gd name="T40" fmla="*/ 0 w 439"/>
                <a:gd name="T41" fmla="*/ 2 h 260"/>
                <a:gd name="T42" fmla="*/ 0 w 439"/>
                <a:gd name="T43" fmla="*/ 1 h 260"/>
                <a:gd name="T44" fmla="*/ 0 w 439"/>
                <a:gd name="T45" fmla="*/ 1 h 260"/>
                <a:gd name="T46" fmla="*/ 1 w 439"/>
                <a:gd name="T47" fmla="*/ 1 h 260"/>
                <a:gd name="T48" fmla="*/ 1 w 439"/>
                <a:gd name="T49" fmla="*/ 1 h 260"/>
                <a:gd name="T50" fmla="*/ 1 w 439"/>
                <a:gd name="T51" fmla="*/ 1 h 260"/>
                <a:gd name="T52" fmla="*/ 1 w 439"/>
                <a:gd name="T53" fmla="*/ 1 h 260"/>
                <a:gd name="T54" fmla="*/ 1 w 439"/>
                <a:gd name="T55" fmla="*/ 1 h 260"/>
                <a:gd name="T56" fmla="*/ 2 w 439"/>
                <a:gd name="T57" fmla="*/ 0 h 260"/>
                <a:gd name="T58" fmla="*/ 2 w 439"/>
                <a:gd name="T59" fmla="*/ 0 h 260"/>
                <a:gd name="T60" fmla="*/ 2 w 439"/>
                <a:gd name="T61" fmla="*/ 0 h 260"/>
                <a:gd name="T62" fmla="*/ 3 w 439"/>
                <a:gd name="T63" fmla="*/ 0 h 260"/>
                <a:gd name="T64" fmla="*/ 3 w 439"/>
                <a:gd name="T65" fmla="*/ 0 h 260"/>
                <a:gd name="T66" fmla="*/ 3 w 439"/>
                <a:gd name="T67" fmla="*/ 0 h 260"/>
                <a:gd name="T68" fmla="*/ 4 w 439"/>
                <a:gd name="T69" fmla="*/ 0 h 260"/>
                <a:gd name="T70" fmla="*/ 4 w 439"/>
                <a:gd name="T71" fmla="*/ 0 h 260"/>
                <a:gd name="T72" fmla="*/ 4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439" y="0"/>
                  </a:moveTo>
                  <a:lnTo>
                    <a:pt x="439" y="0"/>
                  </a:lnTo>
                  <a:lnTo>
                    <a:pt x="395" y="1"/>
                  </a:lnTo>
                  <a:lnTo>
                    <a:pt x="351" y="4"/>
                  </a:lnTo>
                  <a:lnTo>
                    <a:pt x="310" y="11"/>
                  </a:lnTo>
                  <a:lnTo>
                    <a:pt x="270" y="19"/>
                  </a:lnTo>
                  <a:lnTo>
                    <a:pt x="231" y="30"/>
                  </a:lnTo>
                  <a:lnTo>
                    <a:pt x="195" y="43"/>
                  </a:lnTo>
                  <a:lnTo>
                    <a:pt x="162" y="58"/>
                  </a:lnTo>
                  <a:lnTo>
                    <a:pt x="130" y="73"/>
                  </a:lnTo>
                  <a:lnTo>
                    <a:pt x="102" y="93"/>
                  </a:lnTo>
                  <a:lnTo>
                    <a:pt x="76" y="113"/>
                  </a:lnTo>
                  <a:lnTo>
                    <a:pt x="54" y="133"/>
                  </a:lnTo>
                  <a:lnTo>
                    <a:pt x="35" y="157"/>
                  </a:lnTo>
                  <a:lnTo>
                    <a:pt x="20" y="181"/>
                  </a:lnTo>
                  <a:lnTo>
                    <a:pt x="10" y="206"/>
                  </a:lnTo>
                  <a:lnTo>
                    <a:pt x="3" y="233"/>
                  </a:lnTo>
                  <a:lnTo>
                    <a:pt x="0" y="260"/>
                  </a:lnTo>
                  <a:lnTo>
                    <a:pt x="12" y="260"/>
                  </a:lnTo>
                  <a:lnTo>
                    <a:pt x="14" y="235"/>
                  </a:lnTo>
                  <a:lnTo>
                    <a:pt x="21" y="211"/>
                  </a:lnTo>
                  <a:lnTo>
                    <a:pt x="32" y="186"/>
                  </a:lnTo>
                  <a:lnTo>
                    <a:pt x="45" y="164"/>
                  </a:lnTo>
                  <a:lnTo>
                    <a:pt x="64" y="143"/>
                  </a:lnTo>
                  <a:lnTo>
                    <a:pt x="84" y="123"/>
                  </a:lnTo>
                  <a:lnTo>
                    <a:pt x="109" y="103"/>
                  </a:lnTo>
                  <a:lnTo>
                    <a:pt x="137" y="85"/>
                  </a:lnTo>
                  <a:lnTo>
                    <a:pt x="167" y="70"/>
                  </a:lnTo>
                  <a:lnTo>
                    <a:pt x="200" y="55"/>
                  </a:lnTo>
                  <a:lnTo>
                    <a:pt x="236" y="42"/>
                  </a:lnTo>
                  <a:lnTo>
                    <a:pt x="272" y="31"/>
                  </a:lnTo>
                  <a:lnTo>
                    <a:pt x="312" y="23"/>
                  </a:lnTo>
                  <a:lnTo>
                    <a:pt x="353" y="16"/>
                  </a:lnTo>
                  <a:lnTo>
                    <a:pt x="395" y="12"/>
                  </a:lnTo>
                  <a:lnTo>
                    <a:pt x="439" y="11"/>
                  </a:lnTo>
                  <a:lnTo>
                    <a:pt x="439"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8214" name="Freeform 57"/>
            <p:cNvSpPr>
              <a:spLocks/>
            </p:cNvSpPr>
            <p:nvPr/>
          </p:nvSpPr>
          <p:spPr bwMode="auto">
            <a:xfrm>
              <a:off x="964" y="1745"/>
              <a:ext cx="48" cy="85"/>
            </a:xfrm>
            <a:custGeom>
              <a:avLst/>
              <a:gdLst>
                <a:gd name="T0" fmla="*/ 2 w 244"/>
                <a:gd name="T1" fmla="*/ 3 h 426"/>
                <a:gd name="T2" fmla="*/ 2 w 244"/>
                <a:gd name="T3" fmla="*/ 3 h 426"/>
                <a:gd name="T4" fmla="*/ 2 w 244"/>
                <a:gd name="T5" fmla="*/ 3 h 426"/>
                <a:gd name="T6" fmla="*/ 2 w 244"/>
                <a:gd name="T7" fmla="*/ 3 h 426"/>
                <a:gd name="T8" fmla="*/ 2 w 244"/>
                <a:gd name="T9" fmla="*/ 2 h 426"/>
                <a:gd name="T10" fmla="*/ 2 w 244"/>
                <a:gd name="T11" fmla="*/ 2 h 426"/>
                <a:gd name="T12" fmla="*/ 2 w 244"/>
                <a:gd name="T13" fmla="*/ 2 h 426"/>
                <a:gd name="T14" fmla="*/ 2 w 244"/>
                <a:gd name="T15" fmla="*/ 2 h 426"/>
                <a:gd name="T16" fmla="*/ 1 w 244"/>
                <a:gd name="T17" fmla="*/ 1 h 426"/>
                <a:gd name="T18" fmla="*/ 1 w 244"/>
                <a:gd name="T19" fmla="*/ 1 h 426"/>
                <a:gd name="T20" fmla="*/ 1 w 244"/>
                <a:gd name="T21" fmla="*/ 1 h 426"/>
                <a:gd name="T22" fmla="*/ 1 w 244"/>
                <a:gd name="T23" fmla="*/ 1 h 426"/>
                <a:gd name="T24" fmla="*/ 1 w 244"/>
                <a:gd name="T25" fmla="*/ 0 h 426"/>
                <a:gd name="T26" fmla="*/ 1 w 244"/>
                <a:gd name="T27" fmla="*/ 0 h 426"/>
                <a:gd name="T28" fmla="*/ 1 w 244"/>
                <a:gd name="T29" fmla="*/ 0 h 426"/>
                <a:gd name="T30" fmla="*/ 0 w 244"/>
                <a:gd name="T31" fmla="*/ 0 h 426"/>
                <a:gd name="T32" fmla="*/ 0 w 244"/>
                <a:gd name="T33" fmla="*/ 0 h 426"/>
                <a:gd name="T34" fmla="*/ 0 w 244"/>
                <a:gd name="T35" fmla="*/ 0 h 426"/>
                <a:gd name="T36" fmla="*/ 0 w 244"/>
                <a:gd name="T37" fmla="*/ 0 h 426"/>
                <a:gd name="T38" fmla="*/ 0 w 244"/>
                <a:gd name="T39" fmla="*/ 0 h 426"/>
                <a:gd name="T40" fmla="*/ 0 w 244"/>
                <a:gd name="T41" fmla="*/ 0 h 426"/>
                <a:gd name="T42" fmla="*/ 1 w 244"/>
                <a:gd name="T43" fmla="*/ 0 h 426"/>
                <a:gd name="T44" fmla="*/ 1 w 244"/>
                <a:gd name="T45" fmla="*/ 0 h 426"/>
                <a:gd name="T46" fmla="*/ 1 w 244"/>
                <a:gd name="T47" fmla="*/ 0 h 426"/>
                <a:gd name="T48" fmla="*/ 1 w 244"/>
                <a:gd name="T49" fmla="*/ 1 h 426"/>
                <a:gd name="T50" fmla="*/ 1 w 244"/>
                <a:gd name="T51" fmla="*/ 1 h 426"/>
                <a:gd name="T52" fmla="*/ 1 w 244"/>
                <a:gd name="T53" fmla="*/ 1 h 426"/>
                <a:gd name="T54" fmla="*/ 1 w 244"/>
                <a:gd name="T55" fmla="*/ 1 h 426"/>
                <a:gd name="T56" fmla="*/ 1 w 244"/>
                <a:gd name="T57" fmla="*/ 2 h 426"/>
                <a:gd name="T58" fmla="*/ 2 w 244"/>
                <a:gd name="T59" fmla="*/ 2 h 426"/>
                <a:gd name="T60" fmla="*/ 2 w 244"/>
                <a:gd name="T61" fmla="*/ 2 h 426"/>
                <a:gd name="T62" fmla="*/ 2 w 244"/>
                <a:gd name="T63" fmla="*/ 2 h 426"/>
                <a:gd name="T64" fmla="*/ 2 w 244"/>
                <a:gd name="T65" fmla="*/ 3 h 426"/>
                <a:gd name="T66" fmla="*/ 2 w 244"/>
                <a:gd name="T67" fmla="*/ 3 h 426"/>
                <a:gd name="T68" fmla="*/ 2 w 244"/>
                <a:gd name="T69" fmla="*/ 3 h 426"/>
                <a:gd name="T70" fmla="*/ 2 w 244"/>
                <a:gd name="T71" fmla="*/ 3 h 426"/>
                <a:gd name="T72" fmla="*/ 2 w 244"/>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6"/>
                <a:gd name="T113" fmla="*/ 244 w 244"/>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6">
                  <a:moveTo>
                    <a:pt x="244" y="426"/>
                  </a:moveTo>
                  <a:lnTo>
                    <a:pt x="244" y="426"/>
                  </a:lnTo>
                  <a:lnTo>
                    <a:pt x="243" y="383"/>
                  </a:lnTo>
                  <a:lnTo>
                    <a:pt x="240" y="340"/>
                  </a:lnTo>
                  <a:lnTo>
                    <a:pt x="234" y="300"/>
                  </a:lnTo>
                  <a:lnTo>
                    <a:pt x="226" y="262"/>
                  </a:lnTo>
                  <a:lnTo>
                    <a:pt x="215" y="224"/>
                  </a:lnTo>
                  <a:lnTo>
                    <a:pt x="203" y="189"/>
                  </a:lnTo>
                  <a:lnTo>
                    <a:pt x="189" y="157"/>
                  </a:lnTo>
                  <a:lnTo>
                    <a:pt x="174" y="126"/>
                  </a:lnTo>
                  <a:lnTo>
                    <a:pt x="155" y="99"/>
                  </a:lnTo>
                  <a:lnTo>
                    <a:pt x="138" y="74"/>
                  </a:lnTo>
                  <a:lnTo>
                    <a:pt x="118" y="52"/>
                  </a:lnTo>
                  <a:lnTo>
                    <a:pt x="96" y="34"/>
                  </a:lnTo>
                  <a:lnTo>
                    <a:pt x="73" y="19"/>
                  </a:lnTo>
                  <a:lnTo>
                    <a:pt x="50" y="8"/>
                  </a:lnTo>
                  <a:lnTo>
                    <a:pt x="25" y="2"/>
                  </a:lnTo>
                  <a:lnTo>
                    <a:pt x="0" y="0"/>
                  </a:lnTo>
                  <a:lnTo>
                    <a:pt x="0" y="12"/>
                  </a:lnTo>
                  <a:lnTo>
                    <a:pt x="23" y="14"/>
                  </a:lnTo>
                  <a:lnTo>
                    <a:pt x="45" y="20"/>
                  </a:lnTo>
                  <a:lnTo>
                    <a:pt x="66" y="31"/>
                  </a:lnTo>
                  <a:lnTo>
                    <a:pt x="89" y="43"/>
                  </a:lnTo>
                  <a:lnTo>
                    <a:pt x="109" y="61"/>
                  </a:lnTo>
                  <a:lnTo>
                    <a:pt x="129" y="81"/>
                  </a:lnTo>
                  <a:lnTo>
                    <a:pt x="146" y="106"/>
                  </a:lnTo>
                  <a:lnTo>
                    <a:pt x="162" y="133"/>
                  </a:lnTo>
                  <a:lnTo>
                    <a:pt x="178" y="162"/>
                  </a:lnTo>
                  <a:lnTo>
                    <a:pt x="192" y="194"/>
                  </a:lnTo>
                  <a:lnTo>
                    <a:pt x="203" y="229"/>
                  </a:lnTo>
                  <a:lnTo>
                    <a:pt x="214" y="264"/>
                  </a:lnTo>
                  <a:lnTo>
                    <a:pt x="222" y="303"/>
                  </a:lnTo>
                  <a:lnTo>
                    <a:pt x="228" y="342"/>
                  </a:lnTo>
                  <a:lnTo>
                    <a:pt x="232" y="383"/>
                  </a:lnTo>
                  <a:lnTo>
                    <a:pt x="233" y="426"/>
                  </a:lnTo>
                  <a:lnTo>
                    <a:pt x="244"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8215" name="Freeform 58"/>
            <p:cNvSpPr>
              <a:spLocks/>
            </p:cNvSpPr>
            <p:nvPr/>
          </p:nvSpPr>
          <p:spPr bwMode="auto">
            <a:xfrm>
              <a:off x="964" y="1830"/>
              <a:ext cx="48" cy="85"/>
            </a:xfrm>
            <a:custGeom>
              <a:avLst/>
              <a:gdLst>
                <a:gd name="T0" fmla="*/ 0 w 244"/>
                <a:gd name="T1" fmla="*/ 3 h 424"/>
                <a:gd name="T2" fmla="*/ 0 w 244"/>
                <a:gd name="T3" fmla="*/ 3 h 424"/>
                <a:gd name="T4" fmla="*/ 0 w 244"/>
                <a:gd name="T5" fmla="*/ 3 h 424"/>
                <a:gd name="T6" fmla="*/ 0 w 244"/>
                <a:gd name="T7" fmla="*/ 3 h 424"/>
                <a:gd name="T8" fmla="*/ 1 w 244"/>
                <a:gd name="T9" fmla="*/ 3 h 424"/>
                <a:gd name="T10" fmla="*/ 1 w 244"/>
                <a:gd name="T11" fmla="*/ 3 h 424"/>
                <a:gd name="T12" fmla="*/ 1 w 244"/>
                <a:gd name="T13" fmla="*/ 3 h 424"/>
                <a:gd name="T14" fmla="*/ 1 w 244"/>
                <a:gd name="T15" fmla="*/ 3 h 424"/>
                <a:gd name="T16" fmla="*/ 1 w 244"/>
                <a:gd name="T17" fmla="*/ 3 h 424"/>
                <a:gd name="T18" fmla="*/ 1 w 244"/>
                <a:gd name="T19" fmla="*/ 2 h 424"/>
                <a:gd name="T20" fmla="*/ 1 w 244"/>
                <a:gd name="T21" fmla="*/ 2 h 424"/>
                <a:gd name="T22" fmla="*/ 2 w 244"/>
                <a:gd name="T23" fmla="*/ 2 h 424"/>
                <a:gd name="T24" fmla="*/ 2 w 244"/>
                <a:gd name="T25" fmla="*/ 2 h 424"/>
                <a:gd name="T26" fmla="*/ 2 w 244"/>
                <a:gd name="T27" fmla="*/ 1 h 424"/>
                <a:gd name="T28" fmla="*/ 2 w 244"/>
                <a:gd name="T29" fmla="*/ 1 h 424"/>
                <a:gd name="T30" fmla="*/ 2 w 244"/>
                <a:gd name="T31" fmla="*/ 1 h 424"/>
                <a:gd name="T32" fmla="*/ 2 w 244"/>
                <a:gd name="T33" fmla="*/ 0 h 424"/>
                <a:gd name="T34" fmla="*/ 2 w 244"/>
                <a:gd name="T35" fmla="*/ 0 h 424"/>
                <a:gd name="T36" fmla="*/ 2 w 244"/>
                <a:gd name="T37" fmla="*/ 0 h 424"/>
                <a:gd name="T38" fmla="*/ 2 w 244"/>
                <a:gd name="T39" fmla="*/ 0 h 424"/>
                <a:gd name="T40" fmla="*/ 2 w 244"/>
                <a:gd name="T41" fmla="*/ 1 h 424"/>
                <a:gd name="T42" fmla="*/ 2 w 244"/>
                <a:gd name="T43" fmla="*/ 1 h 424"/>
                <a:gd name="T44" fmla="*/ 2 w 244"/>
                <a:gd name="T45" fmla="*/ 1 h 424"/>
                <a:gd name="T46" fmla="*/ 2 w 244"/>
                <a:gd name="T47" fmla="*/ 2 h 424"/>
                <a:gd name="T48" fmla="*/ 1 w 244"/>
                <a:gd name="T49" fmla="*/ 2 h 424"/>
                <a:gd name="T50" fmla="*/ 1 w 244"/>
                <a:gd name="T51" fmla="*/ 2 h 424"/>
                <a:gd name="T52" fmla="*/ 1 w 244"/>
                <a:gd name="T53" fmla="*/ 2 h 424"/>
                <a:gd name="T54" fmla="*/ 1 w 244"/>
                <a:gd name="T55" fmla="*/ 3 h 424"/>
                <a:gd name="T56" fmla="*/ 1 w 244"/>
                <a:gd name="T57" fmla="*/ 3 h 424"/>
                <a:gd name="T58" fmla="*/ 1 w 244"/>
                <a:gd name="T59" fmla="*/ 3 h 424"/>
                <a:gd name="T60" fmla="*/ 1 w 244"/>
                <a:gd name="T61" fmla="*/ 3 h 424"/>
                <a:gd name="T62" fmla="*/ 1 w 244"/>
                <a:gd name="T63" fmla="*/ 3 h 424"/>
                <a:gd name="T64" fmla="*/ 0 w 244"/>
                <a:gd name="T65" fmla="*/ 3 h 424"/>
                <a:gd name="T66" fmla="*/ 0 w 244"/>
                <a:gd name="T67" fmla="*/ 3 h 424"/>
                <a:gd name="T68" fmla="*/ 0 w 244"/>
                <a:gd name="T69" fmla="*/ 3 h 424"/>
                <a:gd name="T70" fmla="*/ 0 w 244"/>
                <a:gd name="T71" fmla="*/ 3 h 424"/>
                <a:gd name="T72" fmla="*/ 0 w 244"/>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4"/>
                <a:gd name="T113" fmla="*/ 244 w 244"/>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4">
                  <a:moveTo>
                    <a:pt x="0" y="424"/>
                  </a:moveTo>
                  <a:lnTo>
                    <a:pt x="0" y="424"/>
                  </a:lnTo>
                  <a:lnTo>
                    <a:pt x="25" y="422"/>
                  </a:lnTo>
                  <a:lnTo>
                    <a:pt x="50" y="416"/>
                  </a:lnTo>
                  <a:lnTo>
                    <a:pt x="73" y="405"/>
                  </a:lnTo>
                  <a:lnTo>
                    <a:pt x="96" y="390"/>
                  </a:lnTo>
                  <a:lnTo>
                    <a:pt x="118" y="373"/>
                  </a:lnTo>
                  <a:lnTo>
                    <a:pt x="138" y="350"/>
                  </a:lnTo>
                  <a:lnTo>
                    <a:pt x="155" y="326"/>
                  </a:lnTo>
                  <a:lnTo>
                    <a:pt x="173" y="299"/>
                  </a:lnTo>
                  <a:lnTo>
                    <a:pt x="189" y="268"/>
                  </a:lnTo>
                  <a:lnTo>
                    <a:pt x="203" y="235"/>
                  </a:lnTo>
                  <a:lnTo>
                    <a:pt x="215" y="201"/>
                  </a:lnTo>
                  <a:lnTo>
                    <a:pt x="226" y="163"/>
                  </a:lnTo>
                  <a:lnTo>
                    <a:pt x="234" y="125"/>
                  </a:lnTo>
                  <a:lnTo>
                    <a:pt x="240" y="85"/>
                  </a:lnTo>
                  <a:lnTo>
                    <a:pt x="243" y="42"/>
                  </a:lnTo>
                  <a:lnTo>
                    <a:pt x="244" y="0"/>
                  </a:lnTo>
                  <a:lnTo>
                    <a:pt x="233" y="0"/>
                  </a:lnTo>
                  <a:lnTo>
                    <a:pt x="232" y="42"/>
                  </a:lnTo>
                  <a:lnTo>
                    <a:pt x="228" y="83"/>
                  </a:lnTo>
                  <a:lnTo>
                    <a:pt x="222" y="123"/>
                  </a:lnTo>
                  <a:lnTo>
                    <a:pt x="214" y="160"/>
                  </a:lnTo>
                  <a:lnTo>
                    <a:pt x="203" y="197"/>
                  </a:lnTo>
                  <a:lnTo>
                    <a:pt x="192" y="231"/>
                  </a:lnTo>
                  <a:lnTo>
                    <a:pt x="178" y="263"/>
                  </a:lnTo>
                  <a:lnTo>
                    <a:pt x="164" y="292"/>
                  </a:lnTo>
                  <a:lnTo>
                    <a:pt x="146" y="319"/>
                  </a:lnTo>
                  <a:lnTo>
                    <a:pt x="129" y="343"/>
                  </a:lnTo>
                  <a:lnTo>
                    <a:pt x="109" y="363"/>
                  </a:lnTo>
                  <a:lnTo>
                    <a:pt x="89" y="381"/>
                  </a:lnTo>
                  <a:lnTo>
                    <a:pt x="66" y="394"/>
                  </a:lnTo>
                  <a:lnTo>
                    <a:pt x="45" y="404"/>
                  </a:lnTo>
                  <a:lnTo>
                    <a:pt x="23" y="410"/>
                  </a:lnTo>
                  <a:lnTo>
                    <a:pt x="0" y="412"/>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8216" name="Freeform 59"/>
            <p:cNvSpPr>
              <a:spLocks/>
            </p:cNvSpPr>
            <p:nvPr/>
          </p:nvSpPr>
          <p:spPr bwMode="auto">
            <a:xfrm>
              <a:off x="915" y="1830"/>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1" y="42"/>
                  </a:lnTo>
                  <a:lnTo>
                    <a:pt x="4" y="85"/>
                  </a:lnTo>
                  <a:lnTo>
                    <a:pt x="10" y="125"/>
                  </a:lnTo>
                  <a:lnTo>
                    <a:pt x="19" y="163"/>
                  </a:lnTo>
                  <a:lnTo>
                    <a:pt x="29" y="201"/>
                  </a:lnTo>
                  <a:lnTo>
                    <a:pt x="41" y="235"/>
                  </a:lnTo>
                  <a:lnTo>
                    <a:pt x="55" y="268"/>
                  </a:lnTo>
                  <a:lnTo>
                    <a:pt x="71" y="299"/>
                  </a:lnTo>
                  <a:lnTo>
                    <a:pt x="89" y="326"/>
                  </a:lnTo>
                  <a:lnTo>
                    <a:pt x="106" y="350"/>
                  </a:lnTo>
                  <a:lnTo>
                    <a:pt x="126" y="373"/>
                  </a:lnTo>
                  <a:lnTo>
                    <a:pt x="149" y="390"/>
                  </a:lnTo>
                  <a:lnTo>
                    <a:pt x="171" y="405"/>
                  </a:lnTo>
                  <a:lnTo>
                    <a:pt x="194" y="416"/>
                  </a:lnTo>
                  <a:lnTo>
                    <a:pt x="219" y="422"/>
                  </a:lnTo>
                  <a:lnTo>
                    <a:pt x="245" y="424"/>
                  </a:lnTo>
                  <a:lnTo>
                    <a:pt x="245" y="412"/>
                  </a:lnTo>
                  <a:lnTo>
                    <a:pt x="221" y="410"/>
                  </a:lnTo>
                  <a:lnTo>
                    <a:pt x="199" y="404"/>
                  </a:lnTo>
                  <a:lnTo>
                    <a:pt x="178" y="394"/>
                  </a:lnTo>
                  <a:lnTo>
                    <a:pt x="156" y="381"/>
                  </a:lnTo>
                  <a:lnTo>
                    <a:pt x="136" y="363"/>
                  </a:lnTo>
                  <a:lnTo>
                    <a:pt x="116" y="343"/>
                  </a:lnTo>
                  <a:lnTo>
                    <a:pt x="98" y="319"/>
                  </a:lnTo>
                  <a:lnTo>
                    <a:pt x="81" y="292"/>
                  </a:lnTo>
                  <a:lnTo>
                    <a:pt x="67" y="263"/>
                  </a:lnTo>
                  <a:lnTo>
                    <a:pt x="52" y="231"/>
                  </a:lnTo>
                  <a:lnTo>
                    <a:pt x="41" y="197"/>
                  </a:lnTo>
                  <a:lnTo>
                    <a:pt x="30" y="160"/>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8217" name="Freeform 60"/>
            <p:cNvSpPr>
              <a:spLocks/>
            </p:cNvSpPr>
            <p:nvPr/>
          </p:nvSpPr>
          <p:spPr bwMode="auto">
            <a:xfrm>
              <a:off x="915" y="1745"/>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0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19" y="2"/>
                  </a:lnTo>
                  <a:lnTo>
                    <a:pt x="194" y="8"/>
                  </a:lnTo>
                  <a:lnTo>
                    <a:pt x="171" y="19"/>
                  </a:lnTo>
                  <a:lnTo>
                    <a:pt x="149" y="34"/>
                  </a:lnTo>
                  <a:lnTo>
                    <a:pt x="126" y="52"/>
                  </a:lnTo>
                  <a:lnTo>
                    <a:pt x="106" y="74"/>
                  </a:lnTo>
                  <a:lnTo>
                    <a:pt x="89" y="99"/>
                  </a:lnTo>
                  <a:lnTo>
                    <a:pt x="70" y="126"/>
                  </a:lnTo>
                  <a:lnTo>
                    <a:pt x="55" y="157"/>
                  </a:lnTo>
                  <a:lnTo>
                    <a:pt x="41" y="189"/>
                  </a:lnTo>
                  <a:lnTo>
                    <a:pt x="29" y="224"/>
                  </a:lnTo>
                  <a:lnTo>
                    <a:pt x="19" y="262"/>
                  </a:lnTo>
                  <a:lnTo>
                    <a:pt x="10" y="300"/>
                  </a:lnTo>
                  <a:lnTo>
                    <a:pt x="4" y="340"/>
                  </a:lnTo>
                  <a:lnTo>
                    <a:pt x="1" y="383"/>
                  </a:lnTo>
                  <a:lnTo>
                    <a:pt x="0" y="426"/>
                  </a:lnTo>
                  <a:lnTo>
                    <a:pt x="11" y="426"/>
                  </a:lnTo>
                  <a:lnTo>
                    <a:pt x="13" y="383"/>
                  </a:lnTo>
                  <a:lnTo>
                    <a:pt x="16" y="342"/>
                  </a:lnTo>
                  <a:lnTo>
                    <a:pt x="22" y="303"/>
                  </a:lnTo>
                  <a:lnTo>
                    <a:pt x="30" y="264"/>
                  </a:lnTo>
                  <a:lnTo>
                    <a:pt x="41" y="229"/>
                  </a:lnTo>
                  <a:lnTo>
                    <a:pt x="52" y="194"/>
                  </a:lnTo>
                  <a:lnTo>
                    <a:pt x="67" y="162"/>
                  </a:lnTo>
                  <a:lnTo>
                    <a:pt x="82" y="133"/>
                  </a:lnTo>
                  <a:lnTo>
                    <a:pt x="98" y="106"/>
                  </a:lnTo>
                  <a:lnTo>
                    <a:pt x="116" y="81"/>
                  </a:lnTo>
                  <a:lnTo>
                    <a:pt x="136" y="61"/>
                  </a:lnTo>
                  <a:lnTo>
                    <a:pt x="156" y="43"/>
                  </a:lnTo>
                  <a:lnTo>
                    <a:pt x="178" y="31"/>
                  </a:lnTo>
                  <a:lnTo>
                    <a:pt x="199" y="20"/>
                  </a:lnTo>
                  <a:lnTo>
                    <a:pt x="221"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8218" name="Freeform 61"/>
            <p:cNvSpPr>
              <a:spLocks/>
            </p:cNvSpPr>
            <p:nvPr/>
          </p:nvSpPr>
          <p:spPr bwMode="auto">
            <a:xfrm>
              <a:off x="1140" y="2087"/>
              <a:ext cx="49" cy="85"/>
            </a:xfrm>
            <a:custGeom>
              <a:avLst/>
              <a:gdLst>
                <a:gd name="T0" fmla="*/ 2 w 246"/>
                <a:gd name="T1" fmla="*/ 3 h 424"/>
                <a:gd name="T2" fmla="*/ 2 w 246"/>
                <a:gd name="T3" fmla="*/ 3 h 424"/>
                <a:gd name="T4" fmla="*/ 2 w 246"/>
                <a:gd name="T5" fmla="*/ 3 h 424"/>
                <a:gd name="T6" fmla="*/ 2 w 246"/>
                <a:gd name="T7" fmla="*/ 3 h 424"/>
                <a:gd name="T8" fmla="*/ 2 w 246"/>
                <a:gd name="T9" fmla="*/ 2 h 424"/>
                <a:gd name="T10" fmla="*/ 2 w 246"/>
                <a:gd name="T11" fmla="*/ 2 h 424"/>
                <a:gd name="T12" fmla="*/ 2 w 246"/>
                <a:gd name="T13" fmla="*/ 2 h 424"/>
                <a:gd name="T14" fmla="*/ 2 w 246"/>
                <a:gd name="T15" fmla="*/ 2 h 424"/>
                <a:gd name="T16" fmla="*/ 2 w 246"/>
                <a:gd name="T17" fmla="*/ 1 h 424"/>
                <a:gd name="T18" fmla="*/ 1 w 246"/>
                <a:gd name="T19" fmla="*/ 1 h 424"/>
                <a:gd name="T20" fmla="*/ 1 w 246"/>
                <a:gd name="T21" fmla="*/ 1 h 424"/>
                <a:gd name="T22" fmla="*/ 1 w 246"/>
                <a:gd name="T23" fmla="*/ 1 h 424"/>
                <a:gd name="T24" fmla="*/ 1 w 246"/>
                <a:gd name="T25" fmla="*/ 0 h 424"/>
                <a:gd name="T26" fmla="*/ 1 w 246"/>
                <a:gd name="T27" fmla="*/ 0 h 424"/>
                <a:gd name="T28" fmla="*/ 1 w 246"/>
                <a:gd name="T29" fmla="*/ 0 h 424"/>
                <a:gd name="T30" fmla="*/ 0 w 246"/>
                <a:gd name="T31" fmla="*/ 0 h 424"/>
                <a:gd name="T32" fmla="*/ 0 w 246"/>
                <a:gd name="T33" fmla="*/ 0 h 424"/>
                <a:gd name="T34" fmla="*/ 0 w 246"/>
                <a:gd name="T35" fmla="*/ 0 h 424"/>
                <a:gd name="T36" fmla="*/ 0 w 246"/>
                <a:gd name="T37" fmla="*/ 0 h 424"/>
                <a:gd name="T38" fmla="*/ 0 w 246"/>
                <a:gd name="T39" fmla="*/ 0 h 424"/>
                <a:gd name="T40" fmla="*/ 0 w 246"/>
                <a:gd name="T41" fmla="*/ 0 h 424"/>
                <a:gd name="T42" fmla="*/ 1 w 246"/>
                <a:gd name="T43" fmla="*/ 0 h 424"/>
                <a:gd name="T44" fmla="*/ 1 w 246"/>
                <a:gd name="T45" fmla="*/ 0 h 424"/>
                <a:gd name="T46" fmla="*/ 1 w 246"/>
                <a:gd name="T47" fmla="*/ 0 h 424"/>
                <a:gd name="T48" fmla="*/ 1 w 246"/>
                <a:gd name="T49" fmla="*/ 1 h 424"/>
                <a:gd name="T50" fmla="*/ 1 w 246"/>
                <a:gd name="T51" fmla="*/ 1 h 424"/>
                <a:gd name="T52" fmla="*/ 1 w 246"/>
                <a:gd name="T53" fmla="*/ 1 h 424"/>
                <a:gd name="T54" fmla="*/ 1 w 246"/>
                <a:gd name="T55" fmla="*/ 1 h 424"/>
                <a:gd name="T56" fmla="*/ 2 w 246"/>
                <a:gd name="T57" fmla="*/ 2 h 424"/>
                <a:gd name="T58" fmla="*/ 2 w 246"/>
                <a:gd name="T59" fmla="*/ 2 h 424"/>
                <a:gd name="T60" fmla="*/ 2 w 246"/>
                <a:gd name="T61" fmla="*/ 2 h 424"/>
                <a:gd name="T62" fmla="*/ 2 w 246"/>
                <a:gd name="T63" fmla="*/ 2 h 424"/>
                <a:gd name="T64" fmla="*/ 2 w 246"/>
                <a:gd name="T65" fmla="*/ 3 h 424"/>
                <a:gd name="T66" fmla="*/ 2 w 246"/>
                <a:gd name="T67" fmla="*/ 3 h 424"/>
                <a:gd name="T68" fmla="*/ 2 w 246"/>
                <a:gd name="T69" fmla="*/ 3 h 424"/>
                <a:gd name="T70" fmla="*/ 2 w 246"/>
                <a:gd name="T71" fmla="*/ 3 h 424"/>
                <a:gd name="T72" fmla="*/ 2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424"/>
                  </a:moveTo>
                  <a:lnTo>
                    <a:pt x="246" y="424"/>
                  </a:lnTo>
                  <a:lnTo>
                    <a:pt x="244" y="382"/>
                  </a:lnTo>
                  <a:lnTo>
                    <a:pt x="241" y="338"/>
                  </a:lnTo>
                  <a:lnTo>
                    <a:pt x="235" y="298"/>
                  </a:lnTo>
                  <a:lnTo>
                    <a:pt x="227" y="261"/>
                  </a:lnTo>
                  <a:lnTo>
                    <a:pt x="216" y="222"/>
                  </a:lnTo>
                  <a:lnTo>
                    <a:pt x="205" y="188"/>
                  </a:lnTo>
                  <a:lnTo>
                    <a:pt x="190" y="155"/>
                  </a:lnTo>
                  <a:lnTo>
                    <a:pt x="174" y="125"/>
                  </a:lnTo>
                  <a:lnTo>
                    <a:pt x="157" y="98"/>
                  </a:lnTo>
                  <a:lnTo>
                    <a:pt x="138" y="73"/>
                  </a:lnTo>
                  <a:lnTo>
                    <a:pt x="118" y="51"/>
                  </a:lnTo>
                  <a:lnTo>
                    <a:pt x="96" y="34"/>
                  </a:lnTo>
                  <a:lnTo>
                    <a:pt x="74" y="18"/>
                  </a:lnTo>
                  <a:lnTo>
                    <a:pt x="50" y="8"/>
                  </a:lnTo>
                  <a:lnTo>
                    <a:pt x="25" y="2"/>
                  </a:lnTo>
                  <a:lnTo>
                    <a:pt x="0" y="0"/>
                  </a:lnTo>
                  <a:lnTo>
                    <a:pt x="0" y="11"/>
                  </a:lnTo>
                  <a:lnTo>
                    <a:pt x="23" y="14"/>
                  </a:lnTo>
                  <a:lnTo>
                    <a:pt x="45" y="19"/>
                  </a:lnTo>
                  <a:lnTo>
                    <a:pt x="67" y="30"/>
                  </a:lnTo>
                  <a:lnTo>
                    <a:pt x="89" y="43"/>
                  </a:lnTo>
                  <a:lnTo>
                    <a:pt x="108" y="60"/>
                  </a:lnTo>
                  <a:lnTo>
                    <a:pt x="128" y="80"/>
                  </a:lnTo>
                  <a:lnTo>
                    <a:pt x="147" y="105"/>
                  </a:lnTo>
                  <a:lnTo>
                    <a:pt x="165" y="132"/>
                  </a:lnTo>
                  <a:lnTo>
                    <a:pt x="179" y="160"/>
                  </a:lnTo>
                  <a:lnTo>
                    <a:pt x="193" y="193"/>
                  </a:lnTo>
                  <a:lnTo>
                    <a:pt x="205" y="227"/>
                  </a:lnTo>
                  <a:lnTo>
                    <a:pt x="215" y="263"/>
                  </a:lnTo>
                  <a:lnTo>
                    <a:pt x="223" y="301"/>
                  </a:lnTo>
                  <a:lnTo>
                    <a:pt x="229" y="341"/>
                  </a:lnTo>
                  <a:lnTo>
                    <a:pt x="233" y="382"/>
                  </a:lnTo>
                  <a:lnTo>
                    <a:pt x="234" y="424"/>
                  </a:lnTo>
                  <a:lnTo>
                    <a:pt x="246"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8219" name="Freeform 62"/>
            <p:cNvSpPr>
              <a:spLocks/>
            </p:cNvSpPr>
            <p:nvPr/>
          </p:nvSpPr>
          <p:spPr bwMode="auto">
            <a:xfrm>
              <a:off x="1140" y="2172"/>
              <a:ext cx="49" cy="85"/>
            </a:xfrm>
            <a:custGeom>
              <a:avLst/>
              <a:gdLst>
                <a:gd name="T0" fmla="*/ 0 w 246"/>
                <a:gd name="T1" fmla="*/ 3 h 426"/>
                <a:gd name="T2" fmla="*/ 0 w 246"/>
                <a:gd name="T3" fmla="*/ 3 h 426"/>
                <a:gd name="T4" fmla="*/ 0 w 246"/>
                <a:gd name="T5" fmla="*/ 3 h 426"/>
                <a:gd name="T6" fmla="*/ 0 w 246"/>
                <a:gd name="T7" fmla="*/ 3 h 426"/>
                <a:gd name="T8" fmla="*/ 1 w 246"/>
                <a:gd name="T9" fmla="*/ 3 h 426"/>
                <a:gd name="T10" fmla="*/ 1 w 246"/>
                <a:gd name="T11" fmla="*/ 3 h 426"/>
                <a:gd name="T12" fmla="*/ 1 w 246"/>
                <a:gd name="T13" fmla="*/ 3 h 426"/>
                <a:gd name="T14" fmla="*/ 1 w 246"/>
                <a:gd name="T15" fmla="*/ 3 h 426"/>
                <a:gd name="T16" fmla="*/ 1 w 246"/>
                <a:gd name="T17" fmla="*/ 3 h 426"/>
                <a:gd name="T18" fmla="*/ 1 w 246"/>
                <a:gd name="T19" fmla="*/ 2 h 426"/>
                <a:gd name="T20" fmla="*/ 2 w 246"/>
                <a:gd name="T21" fmla="*/ 2 h 426"/>
                <a:gd name="T22" fmla="*/ 2 w 246"/>
                <a:gd name="T23" fmla="*/ 2 h 426"/>
                <a:gd name="T24" fmla="*/ 2 w 246"/>
                <a:gd name="T25" fmla="*/ 2 h 426"/>
                <a:gd name="T26" fmla="*/ 2 w 246"/>
                <a:gd name="T27" fmla="*/ 1 h 426"/>
                <a:gd name="T28" fmla="*/ 2 w 246"/>
                <a:gd name="T29" fmla="*/ 1 h 426"/>
                <a:gd name="T30" fmla="*/ 2 w 246"/>
                <a:gd name="T31" fmla="*/ 1 h 426"/>
                <a:gd name="T32" fmla="*/ 2 w 246"/>
                <a:gd name="T33" fmla="*/ 0 h 426"/>
                <a:gd name="T34" fmla="*/ 2 w 246"/>
                <a:gd name="T35" fmla="*/ 0 h 426"/>
                <a:gd name="T36" fmla="*/ 2 w 246"/>
                <a:gd name="T37" fmla="*/ 0 h 426"/>
                <a:gd name="T38" fmla="*/ 2 w 246"/>
                <a:gd name="T39" fmla="*/ 0 h 426"/>
                <a:gd name="T40" fmla="*/ 2 w 246"/>
                <a:gd name="T41" fmla="*/ 1 h 426"/>
                <a:gd name="T42" fmla="*/ 2 w 246"/>
                <a:gd name="T43" fmla="*/ 1 h 426"/>
                <a:gd name="T44" fmla="*/ 2 w 246"/>
                <a:gd name="T45" fmla="*/ 1 h 426"/>
                <a:gd name="T46" fmla="*/ 2 w 246"/>
                <a:gd name="T47" fmla="*/ 2 h 426"/>
                <a:gd name="T48" fmla="*/ 2 w 246"/>
                <a:gd name="T49" fmla="*/ 2 h 426"/>
                <a:gd name="T50" fmla="*/ 1 w 246"/>
                <a:gd name="T51" fmla="*/ 2 h 426"/>
                <a:gd name="T52" fmla="*/ 1 w 246"/>
                <a:gd name="T53" fmla="*/ 2 h 426"/>
                <a:gd name="T54" fmla="*/ 1 w 246"/>
                <a:gd name="T55" fmla="*/ 3 h 426"/>
                <a:gd name="T56" fmla="*/ 1 w 246"/>
                <a:gd name="T57" fmla="*/ 3 h 426"/>
                <a:gd name="T58" fmla="*/ 1 w 246"/>
                <a:gd name="T59" fmla="*/ 3 h 426"/>
                <a:gd name="T60" fmla="*/ 1 w 246"/>
                <a:gd name="T61" fmla="*/ 3 h 426"/>
                <a:gd name="T62" fmla="*/ 1 w 246"/>
                <a:gd name="T63" fmla="*/ 3 h 426"/>
                <a:gd name="T64" fmla="*/ 0 w 246"/>
                <a:gd name="T65" fmla="*/ 3 h 426"/>
                <a:gd name="T66" fmla="*/ 0 w 246"/>
                <a:gd name="T67" fmla="*/ 3 h 426"/>
                <a:gd name="T68" fmla="*/ 0 w 246"/>
                <a:gd name="T69" fmla="*/ 3 h 426"/>
                <a:gd name="T70" fmla="*/ 0 w 246"/>
                <a:gd name="T71" fmla="*/ 3 h 426"/>
                <a:gd name="T72" fmla="*/ 0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426"/>
                  </a:moveTo>
                  <a:lnTo>
                    <a:pt x="0" y="426"/>
                  </a:lnTo>
                  <a:lnTo>
                    <a:pt x="25" y="423"/>
                  </a:lnTo>
                  <a:lnTo>
                    <a:pt x="50" y="417"/>
                  </a:lnTo>
                  <a:lnTo>
                    <a:pt x="74" y="407"/>
                  </a:lnTo>
                  <a:lnTo>
                    <a:pt x="96" y="392"/>
                  </a:lnTo>
                  <a:lnTo>
                    <a:pt x="118" y="373"/>
                  </a:lnTo>
                  <a:lnTo>
                    <a:pt x="138" y="350"/>
                  </a:lnTo>
                  <a:lnTo>
                    <a:pt x="157" y="327"/>
                  </a:lnTo>
                  <a:lnTo>
                    <a:pt x="175" y="299"/>
                  </a:lnTo>
                  <a:lnTo>
                    <a:pt x="190" y="268"/>
                  </a:lnTo>
                  <a:lnTo>
                    <a:pt x="205" y="236"/>
                  </a:lnTo>
                  <a:lnTo>
                    <a:pt x="216" y="202"/>
                  </a:lnTo>
                  <a:lnTo>
                    <a:pt x="227" y="164"/>
                  </a:lnTo>
                  <a:lnTo>
                    <a:pt x="235" y="125"/>
                  </a:lnTo>
                  <a:lnTo>
                    <a:pt x="241" y="86"/>
                  </a:lnTo>
                  <a:lnTo>
                    <a:pt x="244" y="42"/>
                  </a:lnTo>
                  <a:lnTo>
                    <a:pt x="246" y="0"/>
                  </a:lnTo>
                  <a:lnTo>
                    <a:pt x="234" y="0"/>
                  </a:lnTo>
                  <a:lnTo>
                    <a:pt x="233" y="42"/>
                  </a:lnTo>
                  <a:lnTo>
                    <a:pt x="229" y="83"/>
                  </a:lnTo>
                  <a:lnTo>
                    <a:pt x="223" y="123"/>
                  </a:lnTo>
                  <a:lnTo>
                    <a:pt x="215" y="162"/>
                  </a:lnTo>
                  <a:lnTo>
                    <a:pt x="205" y="197"/>
                  </a:lnTo>
                  <a:lnTo>
                    <a:pt x="193" y="231"/>
                  </a:lnTo>
                  <a:lnTo>
                    <a:pt x="179" y="264"/>
                  </a:lnTo>
                  <a:lnTo>
                    <a:pt x="164" y="292"/>
                  </a:lnTo>
                  <a:lnTo>
                    <a:pt x="147" y="320"/>
                  </a:lnTo>
                  <a:lnTo>
                    <a:pt x="128" y="343"/>
                  </a:lnTo>
                  <a:lnTo>
                    <a:pt x="108" y="363"/>
                  </a:lnTo>
                  <a:lnTo>
                    <a:pt x="89" y="382"/>
                  </a:lnTo>
                  <a:lnTo>
                    <a:pt x="67" y="395"/>
                  </a:lnTo>
                  <a:lnTo>
                    <a:pt x="45" y="406"/>
                  </a:lnTo>
                  <a:lnTo>
                    <a:pt x="23" y="411"/>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8220" name="Freeform 63"/>
            <p:cNvSpPr>
              <a:spLocks/>
            </p:cNvSpPr>
            <p:nvPr/>
          </p:nvSpPr>
          <p:spPr bwMode="auto">
            <a:xfrm>
              <a:off x="1091" y="2172"/>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4" y="86"/>
                  </a:lnTo>
                  <a:lnTo>
                    <a:pt x="10" y="125"/>
                  </a:lnTo>
                  <a:lnTo>
                    <a:pt x="18" y="164"/>
                  </a:lnTo>
                  <a:lnTo>
                    <a:pt x="29" y="202"/>
                  </a:lnTo>
                  <a:lnTo>
                    <a:pt x="41" y="236"/>
                  </a:lnTo>
                  <a:lnTo>
                    <a:pt x="55" y="268"/>
                  </a:lnTo>
                  <a:lnTo>
                    <a:pt x="70" y="299"/>
                  </a:lnTo>
                  <a:lnTo>
                    <a:pt x="89" y="327"/>
                  </a:lnTo>
                  <a:lnTo>
                    <a:pt x="106" y="350"/>
                  </a:lnTo>
                  <a:lnTo>
                    <a:pt x="126" y="373"/>
                  </a:lnTo>
                  <a:lnTo>
                    <a:pt x="148" y="392"/>
                  </a:lnTo>
                  <a:lnTo>
                    <a:pt x="171" y="407"/>
                  </a:lnTo>
                  <a:lnTo>
                    <a:pt x="194" y="417"/>
                  </a:lnTo>
                  <a:lnTo>
                    <a:pt x="219" y="423"/>
                  </a:lnTo>
                  <a:lnTo>
                    <a:pt x="245" y="426"/>
                  </a:lnTo>
                  <a:lnTo>
                    <a:pt x="245" y="414"/>
                  </a:lnTo>
                  <a:lnTo>
                    <a:pt x="221" y="411"/>
                  </a:lnTo>
                  <a:lnTo>
                    <a:pt x="199" y="406"/>
                  </a:lnTo>
                  <a:lnTo>
                    <a:pt x="178" y="395"/>
                  </a:lnTo>
                  <a:lnTo>
                    <a:pt x="155" y="382"/>
                  </a:lnTo>
                  <a:lnTo>
                    <a:pt x="136" y="363"/>
                  </a:lnTo>
                  <a:lnTo>
                    <a:pt x="116" y="343"/>
                  </a:lnTo>
                  <a:lnTo>
                    <a:pt x="98" y="320"/>
                  </a:lnTo>
                  <a:lnTo>
                    <a:pt x="82" y="292"/>
                  </a:lnTo>
                  <a:lnTo>
                    <a:pt x="66" y="264"/>
                  </a:lnTo>
                  <a:lnTo>
                    <a:pt x="52" y="231"/>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8221" name="Freeform 64"/>
            <p:cNvSpPr>
              <a:spLocks/>
            </p:cNvSpPr>
            <p:nvPr/>
          </p:nvSpPr>
          <p:spPr bwMode="auto">
            <a:xfrm>
              <a:off x="1091" y="2087"/>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4" y="8"/>
                  </a:lnTo>
                  <a:lnTo>
                    <a:pt x="171" y="18"/>
                  </a:lnTo>
                  <a:lnTo>
                    <a:pt x="148" y="34"/>
                  </a:lnTo>
                  <a:lnTo>
                    <a:pt x="126" y="51"/>
                  </a:lnTo>
                  <a:lnTo>
                    <a:pt x="106" y="73"/>
                  </a:lnTo>
                  <a:lnTo>
                    <a:pt x="89" y="98"/>
                  </a:lnTo>
                  <a:lnTo>
                    <a:pt x="71" y="125"/>
                  </a:lnTo>
                  <a:lnTo>
                    <a:pt x="55" y="155"/>
                  </a:lnTo>
                  <a:lnTo>
                    <a:pt x="41" y="188"/>
                  </a:lnTo>
                  <a:lnTo>
                    <a:pt x="29" y="222"/>
                  </a:lnTo>
                  <a:lnTo>
                    <a:pt x="18" y="261"/>
                  </a:lnTo>
                  <a:lnTo>
                    <a:pt x="10" y="298"/>
                  </a:lnTo>
                  <a:lnTo>
                    <a:pt x="4" y="338"/>
                  </a:lnTo>
                  <a:lnTo>
                    <a:pt x="1" y="382"/>
                  </a:lnTo>
                  <a:lnTo>
                    <a:pt x="0" y="424"/>
                  </a:lnTo>
                  <a:lnTo>
                    <a:pt x="11" y="424"/>
                  </a:lnTo>
                  <a:lnTo>
                    <a:pt x="13" y="382"/>
                  </a:lnTo>
                  <a:lnTo>
                    <a:pt x="16" y="341"/>
                  </a:lnTo>
                  <a:lnTo>
                    <a:pt x="22" y="301"/>
                  </a:lnTo>
                  <a:lnTo>
                    <a:pt x="30" y="263"/>
                  </a:lnTo>
                  <a:lnTo>
                    <a:pt x="41" y="227"/>
                  </a:lnTo>
                  <a:lnTo>
                    <a:pt x="52" y="193"/>
                  </a:lnTo>
                  <a:lnTo>
                    <a:pt x="66" y="160"/>
                  </a:lnTo>
                  <a:lnTo>
                    <a:pt x="80" y="132"/>
                  </a:lnTo>
                  <a:lnTo>
                    <a:pt x="98" y="105"/>
                  </a:lnTo>
                  <a:lnTo>
                    <a:pt x="116" y="80"/>
                  </a:lnTo>
                  <a:lnTo>
                    <a:pt x="136" y="60"/>
                  </a:lnTo>
                  <a:lnTo>
                    <a:pt x="155" y="43"/>
                  </a:lnTo>
                  <a:lnTo>
                    <a:pt x="178" y="30"/>
                  </a:lnTo>
                  <a:lnTo>
                    <a:pt x="199" y="19"/>
                  </a:lnTo>
                  <a:lnTo>
                    <a:pt x="221" y="14"/>
                  </a:lnTo>
                  <a:lnTo>
                    <a:pt x="245" y="11"/>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8222" name="Freeform 65"/>
            <p:cNvSpPr>
              <a:spLocks/>
            </p:cNvSpPr>
            <p:nvPr/>
          </p:nvSpPr>
          <p:spPr bwMode="auto">
            <a:xfrm>
              <a:off x="1392" y="2118"/>
              <a:ext cx="49" cy="85"/>
            </a:xfrm>
            <a:custGeom>
              <a:avLst/>
              <a:gdLst>
                <a:gd name="T0" fmla="*/ 2 w 246"/>
                <a:gd name="T1" fmla="*/ 3 h 426"/>
                <a:gd name="T2" fmla="*/ 2 w 246"/>
                <a:gd name="T3" fmla="*/ 3 h 426"/>
                <a:gd name="T4" fmla="*/ 2 w 246"/>
                <a:gd name="T5" fmla="*/ 3 h 426"/>
                <a:gd name="T6" fmla="*/ 2 w 246"/>
                <a:gd name="T7" fmla="*/ 3 h 426"/>
                <a:gd name="T8" fmla="*/ 2 w 246"/>
                <a:gd name="T9" fmla="*/ 2 h 426"/>
                <a:gd name="T10" fmla="*/ 2 w 246"/>
                <a:gd name="T11" fmla="*/ 2 h 426"/>
                <a:gd name="T12" fmla="*/ 2 w 246"/>
                <a:gd name="T13" fmla="*/ 2 h 426"/>
                <a:gd name="T14" fmla="*/ 2 w 246"/>
                <a:gd name="T15" fmla="*/ 2 h 426"/>
                <a:gd name="T16" fmla="*/ 2 w 246"/>
                <a:gd name="T17" fmla="*/ 1 h 426"/>
                <a:gd name="T18" fmla="*/ 1 w 246"/>
                <a:gd name="T19" fmla="*/ 1 h 426"/>
                <a:gd name="T20" fmla="*/ 1 w 246"/>
                <a:gd name="T21" fmla="*/ 1 h 426"/>
                <a:gd name="T22" fmla="*/ 1 w 246"/>
                <a:gd name="T23" fmla="*/ 1 h 426"/>
                <a:gd name="T24" fmla="*/ 1 w 246"/>
                <a:gd name="T25" fmla="*/ 0 h 426"/>
                <a:gd name="T26" fmla="*/ 1 w 246"/>
                <a:gd name="T27" fmla="*/ 0 h 426"/>
                <a:gd name="T28" fmla="*/ 1 w 246"/>
                <a:gd name="T29" fmla="*/ 0 h 426"/>
                <a:gd name="T30" fmla="*/ 0 w 246"/>
                <a:gd name="T31" fmla="*/ 0 h 426"/>
                <a:gd name="T32" fmla="*/ 0 w 246"/>
                <a:gd name="T33" fmla="*/ 0 h 426"/>
                <a:gd name="T34" fmla="*/ 0 w 246"/>
                <a:gd name="T35" fmla="*/ 0 h 426"/>
                <a:gd name="T36" fmla="*/ 0 w 246"/>
                <a:gd name="T37" fmla="*/ 0 h 426"/>
                <a:gd name="T38" fmla="*/ 0 w 246"/>
                <a:gd name="T39" fmla="*/ 0 h 426"/>
                <a:gd name="T40" fmla="*/ 0 w 246"/>
                <a:gd name="T41" fmla="*/ 0 h 426"/>
                <a:gd name="T42" fmla="*/ 1 w 246"/>
                <a:gd name="T43" fmla="*/ 0 h 426"/>
                <a:gd name="T44" fmla="*/ 1 w 246"/>
                <a:gd name="T45" fmla="*/ 0 h 426"/>
                <a:gd name="T46" fmla="*/ 1 w 246"/>
                <a:gd name="T47" fmla="*/ 1 h 426"/>
                <a:gd name="T48" fmla="*/ 1 w 246"/>
                <a:gd name="T49" fmla="*/ 1 h 426"/>
                <a:gd name="T50" fmla="*/ 1 w 246"/>
                <a:gd name="T51" fmla="*/ 1 h 426"/>
                <a:gd name="T52" fmla="*/ 1 w 246"/>
                <a:gd name="T53" fmla="*/ 1 h 426"/>
                <a:gd name="T54" fmla="*/ 1 w 246"/>
                <a:gd name="T55" fmla="*/ 1 h 426"/>
                <a:gd name="T56" fmla="*/ 2 w 246"/>
                <a:gd name="T57" fmla="*/ 2 h 426"/>
                <a:gd name="T58" fmla="*/ 2 w 246"/>
                <a:gd name="T59" fmla="*/ 2 h 426"/>
                <a:gd name="T60" fmla="*/ 2 w 246"/>
                <a:gd name="T61" fmla="*/ 2 h 426"/>
                <a:gd name="T62" fmla="*/ 2 w 246"/>
                <a:gd name="T63" fmla="*/ 2 h 426"/>
                <a:gd name="T64" fmla="*/ 2 w 246"/>
                <a:gd name="T65" fmla="*/ 3 h 426"/>
                <a:gd name="T66" fmla="*/ 2 w 246"/>
                <a:gd name="T67" fmla="*/ 3 h 426"/>
                <a:gd name="T68" fmla="*/ 2 w 246"/>
                <a:gd name="T69" fmla="*/ 3 h 426"/>
                <a:gd name="T70" fmla="*/ 2 w 246"/>
                <a:gd name="T71" fmla="*/ 3 h 426"/>
                <a:gd name="T72" fmla="*/ 2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246" y="426"/>
                  </a:moveTo>
                  <a:lnTo>
                    <a:pt x="246" y="426"/>
                  </a:lnTo>
                  <a:lnTo>
                    <a:pt x="245" y="384"/>
                  </a:lnTo>
                  <a:lnTo>
                    <a:pt x="242" y="340"/>
                  </a:lnTo>
                  <a:lnTo>
                    <a:pt x="236" y="301"/>
                  </a:lnTo>
                  <a:lnTo>
                    <a:pt x="228" y="262"/>
                  </a:lnTo>
                  <a:lnTo>
                    <a:pt x="217" y="224"/>
                  </a:lnTo>
                  <a:lnTo>
                    <a:pt x="205" y="190"/>
                  </a:lnTo>
                  <a:lnTo>
                    <a:pt x="191" y="158"/>
                  </a:lnTo>
                  <a:lnTo>
                    <a:pt x="176" y="126"/>
                  </a:lnTo>
                  <a:lnTo>
                    <a:pt x="157" y="99"/>
                  </a:lnTo>
                  <a:lnTo>
                    <a:pt x="139" y="75"/>
                  </a:lnTo>
                  <a:lnTo>
                    <a:pt x="119" y="53"/>
                  </a:lnTo>
                  <a:lnTo>
                    <a:pt x="96" y="34"/>
                  </a:lnTo>
                  <a:lnTo>
                    <a:pt x="75" y="19"/>
                  </a:lnTo>
                  <a:lnTo>
                    <a:pt x="51" y="9"/>
                  </a:lnTo>
                  <a:lnTo>
                    <a:pt x="26" y="3"/>
                  </a:lnTo>
                  <a:lnTo>
                    <a:pt x="0" y="0"/>
                  </a:lnTo>
                  <a:lnTo>
                    <a:pt x="0" y="12"/>
                  </a:lnTo>
                  <a:lnTo>
                    <a:pt x="24" y="15"/>
                  </a:lnTo>
                  <a:lnTo>
                    <a:pt x="46" y="20"/>
                  </a:lnTo>
                  <a:lnTo>
                    <a:pt x="68" y="31"/>
                  </a:lnTo>
                  <a:lnTo>
                    <a:pt x="89" y="44"/>
                  </a:lnTo>
                  <a:lnTo>
                    <a:pt x="109" y="63"/>
                  </a:lnTo>
                  <a:lnTo>
                    <a:pt x="129" y="83"/>
                  </a:lnTo>
                  <a:lnTo>
                    <a:pt x="148" y="106"/>
                  </a:lnTo>
                  <a:lnTo>
                    <a:pt x="164" y="133"/>
                  </a:lnTo>
                  <a:lnTo>
                    <a:pt x="180" y="162"/>
                  </a:lnTo>
                  <a:lnTo>
                    <a:pt x="194" y="195"/>
                  </a:lnTo>
                  <a:lnTo>
                    <a:pt x="205" y="229"/>
                  </a:lnTo>
                  <a:lnTo>
                    <a:pt x="216" y="264"/>
                  </a:lnTo>
                  <a:lnTo>
                    <a:pt x="224" y="303"/>
                  </a:lnTo>
                  <a:lnTo>
                    <a:pt x="230" y="343"/>
                  </a:lnTo>
                  <a:lnTo>
                    <a:pt x="233" y="384"/>
                  </a:lnTo>
                  <a:lnTo>
                    <a:pt x="235" y="426"/>
                  </a:lnTo>
                  <a:lnTo>
                    <a:pt x="246"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8223" name="Freeform 66"/>
            <p:cNvSpPr>
              <a:spLocks/>
            </p:cNvSpPr>
            <p:nvPr/>
          </p:nvSpPr>
          <p:spPr bwMode="auto">
            <a:xfrm>
              <a:off x="1392" y="2203"/>
              <a:ext cx="49" cy="85"/>
            </a:xfrm>
            <a:custGeom>
              <a:avLst/>
              <a:gdLst>
                <a:gd name="T0" fmla="*/ 0 w 246"/>
                <a:gd name="T1" fmla="*/ 3 h 424"/>
                <a:gd name="T2" fmla="*/ 0 w 246"/>
                <a:gd name="T3" fmla="*/ 3 h 424"/>
                <a:gd name="T4" fmla="*/ 0 w 246"/>
                <a:gd name="T5" fmla="*/ 3 h 424"/>
                <a:gd name="T6" fmla="*/ 0 w 246"/>
                <a:gd name="T7" fmla="*/ 3 h 424"/>
                <a:gd name="T8" fmla="*/ 1 w 246"/>
                <a:gd name="T9" fmla="*/ 3 h 424"/>
                <a:gd name="T10" fmla="*/ 1 w 246"/>
                <a:gd name="T11" fmla="*/ 3 h 424"/>
                <a:gd name="T12" fmla="*/ 1 w 246"/>
                <a:gd name="T13" fmla="*/ 3 h 424"/>
                <a:gd name="T14" fmla="*/ 1 w 246"/>
                <a:gd name="T15" fmla="*/ 3 h 424"/>
                <a:gd name="T16" fmla="*/ 1 w 246"/>
                <a:gd name="T17" fmla="*/ 3 h 424"/>
                <a:gd name="T18" fmla="*/ 1 w 246"/>
                <a:gd name="T19" fmla="*/ 2 h 424"/>
                <a:gd name="T20" fmla="*/ 2 w 246"/>
                <a:gd name="T21" fmla="*/ 2 h 424"/>
                <a:gd name="T22" fmla="*/ 2 w 246"/>
                <a:gd name="T23" fmla="*/ 2 h 424"/>
                <a:gd name="T24" fmla="*/ 2 w 246"/>
                <a:gd name="T25" fmla="*/ 2 h 424"/>
                <a:gd name="T26" fmla="*/ 2 w 246"/>
                <a:gd name="T27" fmla="*/ 1 h 424"/>
                <a:gd name="T28" fmla="*/ 2 w 246"/>
                <a:gd name="T29" fmla="*/ 1 h 424"/>
                <a:gd name="T30" fmla="*/ 2 w 246"/>
                <a:gd name="T31" fmla="*/ 1 h 424"/>
                <a:gd name="T32" fmla="*/ 2 w 246"/>
                <a:gd name="T33" fmla="*/ 0 h 424"/>
                <a:gd name="T34" fmla="*/ 2 w 246"/>
                <a:gd name="T35" fmla="*/ 0 h 424"/>
                <a:gd name="T36" fmla="*/ 2 w 246"/>
                <a:gd name="T37" fmla="*/ 0 h 424"/>
                <a:gd name="T38" fmla="*/ 2 w 246"/>
                <a:gd name="T39" fmla="*/ 0 h 424"/>
                <a:gd name="T40" fmla="*/ 2 w 246"/>
                <a:gd name="T41" fmla="*/ 1 h 424"/>
                <a:gd name="T42" fmla="*/ 2 w 246"/>
                <a:gd name="T43" fmla="*/ 1 h 424"/>
                <a:gd name="T44" fmla="*/ 2 w 246"/>
                <a:gd name="T45" fmla="*/ 1 h 424"/>
                <a:gd name="T46" fmla="*/ 2 w 246"/>
                <a:gd name="T47" fmla="*/ 2 h 424"/>
                <a:gd name="T48" fmla="*/ 2 w 246"/>
                <a:gd name="T49" fmla="*/ 2 h 424"/>
                <a:gd name="T50" fmla="*/ 1 w 246"/>
                <a:gd name="T51" fmla="*/ 2 h 424"/>
                <a:gd name="T52" fmla="*/ 1 w 246"/>
                <a:gd name="T53" fmla="*/ 2 h 424"/>
                <a:gd name="T54" fmla="*/ 1 w 246"/>
                <a:gd name="T55" fmla="*/ 3 h 424"/>
                <a:gd name="T56" fmla="*/ 1 w 246"/>
                <a:gd name="T57" fmla="*/ 3 h 424"/>
                <a:gd name="T58" fmla="*/ 1 w 246"/>
                <a:gd name="T59" fmla="*/ 3 h 424"/>
                <a:gd name="T60" fmla="*/ 1 w 246"/>
                <a:gd name="T61" fmla="*/ 3 h 424"/>
                <a:gd name="T62" fmla="*/ 1 w 246"/>
                <a:gd name="T63" fmla="*/ 3 h 424"/>
                <a:gd name="T64" fmla="*/ 0 w 246"/>
                <a:gd name="T65" fmla="*/ 3 h 424"/>
                <a:gd name="T66" fmla="*/ 0 w 246"/>
                <a:gd name="T67" fmla="*/ 3 h 424"/>
                <a:gd name="T68" fmla="*/ 0 w 246"/>
                <a:gd name="T69" fmla="*/ 3 h 424"/>
                <a:gd name="T70" fmla="*/ 0 w 246"/>
                <a:gd name="T71" fmla="*/ 3 h 424"/>
                <a:gd name="T72" fmla="*/ 0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0" y="424"/>
                  </a:moveTo>
                  <a:lnTo>
                    <a:pt x="0" y="424"/>
                  </a:lnTo>
                  <a:lnTo>
                    <a:pt x="26" y="422"/>
                  </a:lnTo>
                  <a:lnTo>
                    <a:pt x="51" y="416"/>
                  </a:lnTo>
                  <a:lnTo>
                    <a:pt x="75" y="406"/>
                  </a:lnTo>
                  <a:lnTo>
                    <a:pt x="96" y="390"/>
                  </a:lnTo>
                  <a:lnTo>
                    <a:pt x="119" y="373"/>
                  </a:lnTo>
                  <a:lnTo>
                    <a:pt x="139" y="351"/>
                  </a:lnTo>
                  <a:lnTo>
                    <a:pt x="157" y="326"/>
                  </a:lnTo>
                  <a:lnTo>
                    <a:pt x="175" y="299"/>
                  </a:lnTo>
                  <a:lnTo>
                    <a:pt x="191" y="269"/>
                  </a:lnTo>
                  <a:lnTo>
                    <a:pt x="205" y="236"/>
                  </a:lnTo>
                  <a:lnTo>
                    <a:pt x="217" y="202"/>
                  </a:lnTo>
                  <a:lnTo>
                    <a:pt x="228" y="163"/>
                  </a:lnTo>
                  <a:lnTo>
                    <a:pt x="236" y="125"/>
                  </a:lnTo>
                  <a:lnTo>
                    <a:pt x="242" y="86"/>
                  </a:lnTo>
                  <a:lnTo>
                    <a:pt x="245" y="42"/>
                  </a:lnTo>
                  <a:lnTo>
                    <a:pt x="246" y="0"/>
                  </a:lnTo>
                  <a:lnTo>
                    <a:pt x="235" y="0"/>
                  </a:lnTo>
                  <a:lnTo>
                    <a:pt x="233" y="42"/>
                  </a:lnTo>
                  <a:lnTo>
                    <a:pt x="230" y="83"/>
                  </a:lnTo>
                  <a:lnTo>
                    <a:pt x="224" y="123"/>
                  </a:lnTo>
                  <a:lnTo>
                    <a:pt x="216" y="161"/>
                  </a:lnTo>
                  <a:lnTo>
                    <a:pt x="205" y="197"/>
                  </a:lnTo>
                  <a:lnTo>
                    <a:pt x="194" y="231"/>
                  </a:lnTo>
                  <a:lnTo>
                    <a:pt x="180" y="264"/>
                  </a:lnTo>
                  <a:lnTo>
                    <a:pt x="166" y="292"/>
                  </a:lnTo>
                  <a:lnTo>
                    <a:pt x="148" y="319"/>
                  </a:lnTo>
                  <a:lnTo>
                    <a:pt x="129" y="344"/>
                  </a:lnTo>
                  <a:lnTo>
                    <a:pt x="109" y="364"/>
                  </a:lnTo>
                  <a:lnTo>
                    <a:pt x="89" y="381"/>
                  </a:lnTo>
                  <a:lnTo>
                    <a:pt x="68" y="394"/>
                  </a:lnTo>
                  <a:lnTo>
                    <a:pt x="46" y="405"/>
                  </a:lnTo>
                  <a:lnTo>
                    <a:pt x="24" y="410"/>
                  </a:lnTo>
                  <a:lnTo>
                    <a:pt x="0" y="413"/>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8224" name="Freeform 67"/>
            <p:cNvSpPr>
              <a:spLocks/>
            </p:cNvSpPr>
            <p:nvPr/>
          </p:nvSpPr>
          <p:spPr bwMode="auto">
            <a:xfrm>
              <a:off x="1343" y="2203"/>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2" y="42"/>
                  </a:lnTo>
                  <a:lnTo>
                    <a:pt x="5" y="86"/>
                  </a:lnTo>
                  <a:lnTo>
                    <a:pt x="11" y="125"/>
                  </a:lnTo>
                  <a:lnTo>
                    <a:pt x="19" y="163"/>
                  </a:lnTo>
                  <a:lnTo>
                    <a:pt x="30" y="202"/>
                  </a:lnTo>
                  <a:lnTo>
                    <a:pt x="41" y="236"/>
                  </a:lnTo>
                  <a:lnTo>
                    <a:pt x="56" y="269"/>
                  </a:lnTo>
                  <a:lnTo>
                    <a:pt x="72" y="299"/>
                  </a:lnTo>
                  <a:lnTo>
                    <a:pt x="90" y="326"/>
                  </a:lnTo>
                  <a:lnTo>
                    <a:pt x="108" y="351"/>
                  </a:lnTo>
                  <a:lnTo>
                    <a:pt x="127" y="373"/>
                  </a:lnTo>
                  <a:lnTo>
                    <a:pt x="149" y="390"/>
                  </a:lnTo>
                  <a:lnTo>
                    <a:pt x="172" y="406"/>
                  </a:lnTo>
                  <a:lnTo>
                    <a:pt x="195" y="416"/>
                  </a:lnTo>
                  <a:lnTo>
                    <a:pt x="220" y="422"/>
                  </a:lnTo>
                  <a:lnTo>
                    <a:pt x="245" y="424"/>
                  </a:lnTo>
                  <a:lnTo>
                    <a:pt x="245" y="413"/>
                  </a:lnTo>
                  <a:lnTo>
                    <a:pt x="222" y="410"/>
                  </a:lnTo>
                  <a:lnTo>
                    <a:pt x="200" y="405"/>
                  </a:lnTo>
                  <a:lnTo>
                    <a:pt x="179" y="394"/>
                  </a:lnTo>
                  <a:lnTo>
                    <a:pt x="156" y="381"/>
                  </a:lnTo>
                  <a:lnTo>
                    <a:pt x="136" y="364"/>
                  </a:lnTo>
                  <a:lnTo>
                    <a:pt x="118" y="344"/>
                  </a:lnTo>
                  <a:lnTo>
                    <a:pt x="99" y="319"/>
                  </a:lnTo>
                  <a:lnTo>
                    <a:pt x="81" y="292"/>
                  </a:lnTo>
                  <a:lnTo>
                    <a:pt x="67" y="264"/>
                  </a:lnTo>
                  <a:lnTo>
                    <a:pt x="53" y="231"/>
                  </a:lnTo>
                  <a:lnTo>
                    <a:pt x="41" y="197"/>
                  </a:lnTo>
                  <a:lnTo>
                    <a:pt x="31" y="161"/>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8225" name="Freeform 68"/>
            <p:cNvSpPr>
              <a:spLocks/>
            </p:cNvSpPr>
            <p:nvPr/>
          </p:nvSpPr>
          <p:spPr bwMode="auto">
            <a:xfrm>
              <a:off x="1343" y="2118"/>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1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20" y="3"/>
                  </a:lnTo>
                  <a:lnTo>
                    <a:pt x="195" y="9"/>
                  </a:lnTo>
                  <a:lnTo>
                    <a:pt x="172" y="19"/>
                  </a:lnTo>
                  <a:lnTo>
                    <a:pt x="149" y="34"/>
                  </a:lnTo>
                  <a:lnTo>
                    <a:pt x="127" y="53"/>
                  </a:lnTo>
                  <a:lnTo>
                    <a:pt x="108" y="75"/>
                  </a:lnTo>
                  <a:lnTo>
                    <a:pt x="90" y="99"/>
                  </a:lnTo>
                  <a:lnTo>
                    <a:pt x="71" y="126"/>
                  </a:lnTo>
                  <a:lnTo>
                    <a:pt x="56" y="158"/>
                  </a:lnTo>
                  <a:lnTo>
                    <a:pt x="41" y="190"/>
                  </a:lnTo>
                  <a:lnTo>
                    <a:pt x="30" y="224"/>
                  </a:lnTo>
                  <a:lnTo>
                    <a:pt x="19" y="262"/>
                  </a:lnTo>
                  <a:lnTo>
                    <a:pt x="11" y="301"/>
                  </a:lnTo>
                  <a:lnTo>
                    <a:pt x="5" y="340"/>
                  </a:lnTo>
                  <a:lnTo>
                    <a:pt x="2" y="384"/>
                  </a:lnTo>
                  <a:lnTo>
                    <a:pt x="0" y="426"/>
                  </a:lnTo>
                  <a:lnTo>
                    <a:pt x="12" y="426"/>
                  </a:lnTo>
                  <a:lnTo>
                    <a:pt x="13" y="384"/>
                  </a:lnTo>
                  <a:lnTo>
                    <a:pt x="17" y="343"/>
                  </a:lnTo>
                  <a:lnTo>
                    <a:pt x="23" y="303"/>
                  </a:lnTo>
                  <a:lnTo>
                    <a:pt x="31" y="264"/>
                  </a:lnTo>
                  <a:lnTo>
                    <a:pt x="41" y="229"/>
                  </a:lnTo>
                  <a:lnTo>
                    <a:pt x="53" y="195"/>
                  </a:lnTo>
                  <a:lnTo>
                    <a:pt x="67" y="162"/>
                  </a:lnTo>
                  <a:lnTo>
                    <a:pt x="82" y="133"/>
                  </a:lnTo>
                  <a:lnTo>
                    <a:pt x="99" y="106"/>
                  </a:lnTo>
                  <a:lnTo>
                    <a:pt x="118" y="83"/>
                  </a:lnTo>
                  <a:lnTo>
                    <a:pt x="136" y="63"/>
                  </a:lnTo>
                  <a:lnTo>
                    <a:pt x="156" y="44"/>
                  </a:lnTo>
                  <a:lnTo>
                    <a:pt x="179" y="31"/>
                  </a:lnTo>
                  <a:lnTo>
                    <a:pt x="200" y="20"/>
                  </a:lnTo>
                  <a:lnTo>
                    <a:pt x="222" y="15"/>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8226" name="Freeform 69"/>
            <p:cNvSpPr>
              <a:spLocks/>
            </p:cNvSpPr>
            <p:nvPr/>
          </p:nvSpPr>
          <p:spPr bwMode="auto">
            <a:xfrm>
              <a:off x="1384" y="1859"/>
              <a:ext cx="49" cy="84"/>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1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3" y="382"/>
                  </a:lnTo>
                  <a:lnTo>
                    <a:pt x="240" y="339"/>
                  </a:lnTo>
                  <a:lnTo>
                    <a:pt x="234" y="299"/>
                  </a:lnTo>
                  <a:lnTo>
                    <a:pt x="226" y="261"/>
                  </a:lnTo>
                  <a:lnTo>
                    <a:pt x="215" y="222"/>
                  </a:lnTo>
                  <a:lnTo>
                    <a:pt x="204" y="188"/>
                  </a:lnTo>
                  <a:lnTo>
                    <a:pt x="189" y="156"/>
                  </a:lnTo>
                  <a:lnTo>
                    <a:pt x="173" y="125"/>
                  </a:lnTo>
                  <a:lnTo>
                    <a:pt x="155" y="98"/>
                  </a:lnTo>
                  <a:lnTo>
                    <a:pt x="138" y="74"/>
                  </a:lnTo>
                  <a:lnTo>
                    <a:pt x="118" y="51"/>
                  </a:lnTo>
                  <a:lnTo>
                    <a:pt x="96" y="34"/>
                  </a:lnTo>
                  <a:lnTo>
                    <a:pt x="73" y="18"/>
                  </a:lnTo>
                  <a:lnTo>
                    <a:pt x="50" y="8"/>
                  </a:lnTo>
                  <a:lnTo>
                    <a:pt x="25" y="2"/>
                  </a:lnTo>
                  <a:lnTo>
                    <a:pt x="0" y="0"/>
                  </a:lnTo>
                  <a:lnTo>
                    <a:pt x="0" y="11"/>
                  </a:lnTo>
                  <a:lnTo>
                    <a:pt x="23" y="14"/>
                  </a:lnTo>
                  <a:lnTo>
                    <a:pt x="45" y="20"/>
                  </a:lnTo>
                  <a:lnTo>
                    <a:pt x="66" y="30"/>
                  </a:lnTo>
                  <a:lnTo>
                    <a:pt x="89" y="43"/>
                  </a:lnTo>
                  <a:lnTo>
                    <a:pt x="109" y="61"/>
                  </a:lnTo>
                  <a:lnTo>
                    <a:pt x="129" y="81"/>
                  </a:lnTo>
                  <a:lnTo>
                    <a:pt x="146" y="105"/>
                  </a:lnTo>
                  <a:lnTo>
                    <a:pt x="164" y="132"/>
                  </a:lnTo>
                  <a:lnTo>
                    <a:pt x="178" y="160"/>
                  </a:lnTo>
                  <a:lnTo>
                    <a:pt x="192" y="193"/>
                  </a:lnTo>
                  <a:lnTo>
                    <a:pt x="204" y="227"/>
                  </a:lnTo>
                  <a:lnTo>
                    <a:pt x="214" y="264"/>
                  </a:lnTo>
                  <a:lnTo>
                    <a:pt x="222" y="301"/>
                  </a:lnTo>
                  <a:lnTo>
                    <a:pt x="228"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8227" name="Freeform 70"/>
            <p:cNvSpPr>
              <a:spLocks/>
            </p:cNvSpPr>
            <p:nvPr/>
          </p:nvSpPr>
          <p:spPr bwMode="auto">
            <a:xfrm>
              <a:off x="1384" y="1943"/>
              <a:ext cx="49" cy="86"/>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5" y="423"/>
                  </a:lnTo>
                  <a:lnTo>
                    <a:pt x="50" y="418"/>
                  </a:lnTo>
                  <a:lnTo>
                    <a:pt x="73" y="407"/>
                  </a:lnTo>
                  <a:lnTo>
                    <a:pt x="96" y="392"/>
                  </a:lnTo>
                  <a:lnTo>
                    <a:pt x="118" y="374"/>
                  </a:lnTo>
                  <a:lnTo>
                    <a:pt x="138" y="352"/>
                  </a:lnTo>
                  <a:lnTo>
                    <a:pt x="155" y="327"/>
                  </a:lnTo>
                  <a:lnTo>
                    <a:pt x="174" y="300"/>
                  </a:lnTo>
                  <a:lnTo>
                    <a:pt x="189" y="269"/>
                  </a:lnTo>
                  <a:lnTo>
                    <a:pt x="204" y="237"/>
                  </a:lnTo>
                  <a:lnTo>
                    <a:pt x="215" y="202"/>
                  </a:lnTo>
                  <a:lnTo>
                    <a:pt x="226" y="164"/>
                  </a:lnTo>
                  <a:lnTo>
                    <a:pt x="234" y="126"/>
                  </a:lnTo>
                  <a:lnTo>
                    <a:pt x="240" y="86"/>
                  </a:lnTo>
                  <a:lnTo>
                    <a:pt x="243" y="42"/>
                  </a:lnTo>
                  <a:lnTo>
                    <a:pt x="245" y="0"/>
                  </a:lnTo>
                  <a:lnTo>
                    <a:pt x="233" y="0"/>
                  </a:lnTo>
                  <a:lnTo>
                    <a:pt x="232" y="42"/>
                  </a:lnTo>
                  <a:lnTo>
                    <a:pt x="228" y="83"/>
                  </a:lnTo>
                  <a:lnTo>
                    <a:pt x="222" y="123"/>
                  </a:lnTo>
                  <a:lnTo>
                    <a:pt x="214" y="162"/>
                  </a:lnTo>
                  <a:lnTo>
                    <a:pt x="204" y="197"/>
                  </a:lnTo>
                  <a:lnTo>
                    <a:pt x="192" y="232"/>
                  </a:lnTo>
                  <a:lnTo>
                    <a:pt x="178" y="264"/>
                  </a:lnTo>
                  <a:lnTo>
                    <a:pt x="163" y="293"/>
                  </a:lnTo>
                  <a:lnTo>
                    <a:pt x="146" y="320"/>
                  </a:lnTo>
                  <a:lnTo>
                    <a:pt x="129" y="345"/>
                  </a:lnTo>
                  <a:lnTo>
                    <a:pt x="109" y="365"/>
                  </a:lnTo>
                  <a:lnTo>
                    <a:pt x="89" y="382"/>
                  </a:lnTo>
                  <a:lnTo>
                    <a:pt x="66" y="395"/>
                  </a:lnTo>
                  <a:lnTo>
                    <a:pt x="45" y="406"/>
                  </a:lnTo>
                  <a:lnTo>
                    <a:pt x="23"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8228" name="Freeform 71"/>
            <p:cNvSpPr>
              <a:spLocks/>
            </p:cNvSpPr>
            <p:nvPr/>
          </p:nvSpPr>
          <p:spPr bwMode="auto">
            <a:xfrm>
              <a:off x="1335" y="1943"/>
              <a:ext cx="49" cy="86"/>
            </a:xfrm>
            <a:custGeom>
              <a:avLst/>
              <a:gdLst>
                <a:gd name="T0" fmla="*/ 0 w 246"/>
                <a:gd name="T1" fmla="*/ 0 h 426"/>
                <a:gd name="T2" fmla="*/ 0 w 246"/>
                <a:gd name="T3" fmla="*/ 0 h 426"/>
                <a:gd name="T4" fmla="*/ 0 w 246"/>
                <a:gd name="T5" fmla="*/ 0 h 426"/>
                <a:gd name="T6" fmla="*/ 0 w 246"/>
                <a:gd name="T7" fmla="*/ 1 h 426"/>
                <a:gd name="T8" fmla="*/ 0 w 246"/>
                <a:gd name="T9" fmla="*/ 1 h 426"/>
                <a:gd name="T10" fmla="*/ 0 w 246"/>
                <a:gd name="T11" fmla="*/ 1 h 426"/>
                <a:gd name="T12" fmla="*/ 0 w 246"/>
                <a:gd name="T13" fmla="*/ 2 h 426"/>
                <a:gd name="T14" fmla="*/ 0 w 246"/>
                <a:gd name="T15" fmla="*/ 2 h 426"/>
                <a:gd name="T16" fmla="*/ 0 w 246"/>
                <a:gd name="T17" fmla="*/ 2 h 426"/>
                <a:gd name="T18" fmla="*/ 1 w 246"/>
                <a:gd name="T19" fmla="*/ 2 h 426"/>
                <a:gd name="T20" fmla="*/ 1 w 246"/>
                <a:gd name="T21" fmla="*/ 3 h 426"/>
                <a:gd name="T22" fmla="*/ 1 w 246"/>
                <a:gd name="T23" fmla="*/ 3 h 426"/>
                <a:gd name="T24" fmla="*/ 1 w 246"/>
                <a:gd name="T25" fmla="*/ 3 h 426"/>
                <a:gd name="T26" fmla="*/ 1 w 246"/>
                <a:gd name="T27" fmla="*/ 3 h 426"/>
                <a:gd name="T28" fmla="*/ 1 w 246"/>
                <a:gd name="T29" fmla="*/ 3 h 426"/>
                <a:gd name="T30" fmla="*/ 2 w 246"/>
                <a:gd name="T31" fmla="*/ 3 h 426"/>
                <a:gd name="T32" fmla="*/ 2 w 246"/>
                <a:gd name="T33" fmla="*/ 3 h 426"/>
                <a:gd name="T34" fmla="*/ 2 w 246"/>
                <a:gd name="T35" fmla="*/ 3 h 426"/>
                <a:gd name="T36" fmla="*/ 2 w 246"/>
                <a:gd name="T37" fmla="*/ 3 h 426"/>
                <a:gd name="T38" fmla="*/ 2 w 246"/>
                <a:gd name="T39" fmla="*/ 3 h 426"/>
                <a:gd name="T40" fmla="*/ 2 w 246"/>
                <a:gd name="T41" fmla="*/ 3 h 426"/>
                <a:gd name="T42" fmla="*/ 1 w 246"/>
                <a:gd name="T43" fmla="*/ 3 h 426"/>
                <a:gd name="T44" fmla="*/ 1 w 246"/>
                <a:gd name="T45" fmla="*/ 3 h 426"/>
                <a:gd name="T46" fmla="*/ 1 w 246"/>
                <a:gd name="T47" fmla="*/ 3 h 426"/>
                <a:gd name="T48" fmla="*/ 1 w 246"/>
                <a:gd name="T49" fmla="*/ 3 h 426"/>
                <a:gd name="T50" fmla="*/ 1 w 246"/>
                <a:gd name="T51" fmla="*/ 3 h 426"/>
                <a:gd name="T52" fmla="*/ 1 w 246"/>
                <a:gd name="T53" fmla="*/ 2 h 426"/>
                <a:gd name="T54" fmla="*/ 1 w 246"/>
                <a:gd name="T55" fmla="*/ 2 h 426"/>
                <a:gd name="T56" fmla="*/ 0 w 246"/>
                <a:gd name="T57" fmla="*/ 2 h 426"/>
                <a:gd name="T58" fmla="*/ 0 w 246"/>
                <a:gd name="T59" fmla="*/ 2 h 426"/>
                <a:gd name="T60" fmla="*/ 0 w 246"/>
                <a:gd name="T61" fmla="*/ 1 h 426"/>
                <a:gd name="T62" fmla="*/ 0 w 246"/>
                <a:gd name="T63" fmla="*/ 1 h 426"/>
                <a:gd name="T64" fmla="*/ 0 w 246"/>
                <a:gd name="T65" fmla="*/ 1 h 426"/>
                <a:gd name="T66" fmla="*/ 0 w 246"/>
                <a:gd name="T67" fmla="*/ 0 h 426"/>
                <a:gd name="T68" fmla="*/ 0 w 246"/>
                <a:gd name="T69" fmla="*/ 0 h 426"/>
                <a:gd name="T70" fmla="*/ 0 w 246"/>
                <a:gd name="T71" fmla="*/ 0 h 426"/>
                <a:gd name="T72" fmla="*/ 0 w 246"/>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0"/>
                  </a:moveTo>
                  <a:lnTo>
                    <a:pt x="0" y="0"/>
                  </a:lnTo>
                  <a:lnTo>
                    <a:pt x="1" y="42"/>
                  </a:lnTo>
                  <a:lnTo>
                    <a:pt x="4" y="86"/>
                  </a:lnTo>
                  <a:lnTo>
                    <a:pt x="10" y="126"/>
                  </a:lnTo>
                  <a:lnTo>
                    <a:pt x="18" y="164"/>
                  </a:lnTo>
                  <a:lnTo>
                    <a:pt x="29" y="202"/>
                  </a:lnTo>
                  <a:lnTo>
                    <a:pt x="41" y="237"/>
                  </a:lnTo>
                  <a:lnTo>
                    <a:pt x="55" y="269"/>
                  </a:lnTo>
                  <a:lnTo>
                    <a:pt x="71" y="300"/>
                  </a:lnTo>
                  <a:lnTo>
                    <a:pt x="89" y="327"/>
                  </a:lnTo>
                  <a:lnTo>
                    <a:pt x="107" y="352"/>
                  </a:lnTo>
                  <a:lnTo>
                    <a:pt x="127" y="374"/>
                  </a:lnTo>
                  <a:lnTo>
                    <a:pt x="150" y="392"/>
                  </a:lnTo>
                  <a:lnTo>
                    <a:pt x="171" y="407"/>
                  </a:lnTo>
                  <a:lnTo>
                    <a:pt x="195" y="418"/>
                  </a:lnTo>
                  <a:lnTo>
                    <a:pt x="220" y="423"/>
                  </a:lnTo>
                  <a:lnTo>
                    <a:pt x="246" y="426"/>
                  </a:lnTo>
                  <a:lnTo>
                    <a:pt x="246" y="414"/>
                  </a:lnTo>
                  <a:lnTo>
                    <a:pt x="222" y="412"/>
                  </a:lnTo>
                  <a:lnTo>
                    <a:pt x="200" y="406"/>
                  </a:lnTo>
                  <a:lnTo>
                    <a:pt x="178" y="395"/>
                  </a:lnTo>
                  <a:lnTo>
                    <a:pt x="157" y="382"/>
                  </a:lnTo>
                  <a:lnTo>
                    <a:pt x="137" y="365"/>
                  </a:lnTo>
                  <a:lnTo>
                    <a:pt x="117" y="345"/>
                  </a:lnTo>
                  <a:lnTo>
                    <a:pt x="98" y="320"/>
                  </a:lnTo>
                  <a:lnTo>
                    <a:pt x="83" y="293"/>
                  </a:lnTo>
                  <a:lnTo>
                    <a:pt x="66" y="264"/>
                  </a:lnTo>
                  <a:lnTo>
                    <a:pt x="52" y="232"/>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8229" name="Freeform 72"/>
            <p:cNvSpPr>
              <a:spLocks/>
            </p:cNvSpPr>
            <p:nvPr/>
          </p:nvSpPr>
          <p:spPr bwMode="auto">
            <a:xfrm>
              <a:off x="1335" y="1859"/>
              <a:ext cx="49" cy="84"/>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1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0" y="2"/>
                  </a:lnTo>
                  <a:lnTo>
                    <a:pt x="195" y="8"/>
                  </a:lnTo>
                  <a:lnTo>
                    <a:pt x="171" y="18"/>
                  </a:lnTo>
                  <a:lnTo>
                    <a:pt x="150" y="34"/>
                  </a:lnTo>
                  <a:lnTo>
                    <a:pt x="127" y="51"/>
                  </a:lnTo>
                  <a:lnTo>
                    <a:pt x="107" y="74"/>
                  </a:lnTo>
                  <a:lnTo>
                    <a:pt x="89" y="98"/>
                  </a:lnTo>
                  <a:lnTo>
                    <a:pt x="72" y="125"/>
                  </a:lnTo>
                  <a:lnTo>
                    <a:pt x="55" y="156"/>
                  </a:lnTo>
                  <a:lnTo>
                    <a:pt x="41" y="188"/>
                  </a:lnTo>
                  <a:lnTo>
                    <a:pt x="29" y="222"/>
                  </a:lnTo>
                  <a:lnTo>
                    <a:pt x="18" y="261"/>
                  </a:lnTo>
                  <a:lnTo>
                    <a:pt x="10" y="299"/>
                  </a:lnTo>
                  <a:lnTo>
                    <a:pt x="4" y="339"/>
                  </a:lnTo>
                  <a:lnTo>
                    <a:pt x="1" y="382"/>
                  </a:lnTo>
                  <a:lnTo>
                    <a:pt x="0" y="424"/>
                  </a:lnTo>
                  <a:lnTo>
                    <a:pt x="11" y="424"/>
                  </a:lnTo>
                  <a:lnTo>
                    <a:pt x="13" y="382"/>
                  </a:lnTo>
                  <a:lnTo>
                    <a:pt x="16" y="341"/>
                  </a:lnTo>
                  <a:lnTo>
                    <a:pt x="22" y="301"/>
                  </a:lnTo>
                  <a:lnTo>
                    <a:pt x="30" y="264"/>
                  </a:lnTo>
                  <a:lnTo>
                    <a:pt x="41" y="227"/>
                  </a:lnTo>
                  <a:lnTo>
                    <a:pt x="52" y="193"/>
                  </a:lnTo>
                  <a:lnTo>
                    <a:pt x="66" y="160"/>
                  </a:lnTo>
                  <a:lnTo>
                    <a:pt x="82" y="132"/>
                  </a:lnTo>
                  <a:lnTo>
                    <a:pt x="98" y="105"/>
                  </a:lnTo>
                  <a:lnTo>
                    <a:pt x="117" y="81"/>
                  </a:lnTo>
                  <a:lnTo>
                    <a:pt x="137" y="61"/>
                  </a:lnTo>
                  <a:lnTo>
                    <a:pt x="157" y="43"/>
                  </a:lnTo>
                  <a:lnTo>
                    <a:pt x="178" y="30"/>
                  </a:lnTo>
                  <a:lnTo>
                    <a:pt x="200" y="20"/>
                  </a:lnTo>
                  <a:lnTo>
                    <a:pt x="222" y="14"/>
                  </a:lnTo>
                  <a:lnTo>
                    <a:pt x="246" y="11"/>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8230" name="Freeform 73"/>
            <p:cNvSpPr>
              <a:spLocks/>
            </p:cNvSpPr>
            <p:nvPr/>
          </p:nvSpPr>
          <p:spPr bwMode="auto">
            <a:xfrm>
              <a:off x="1552" y="1751"/>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1" y="339"/>
                  </a:lnTo>
                  <a:lnTo>
                    <a:pt x="235" y="299"/>
                  </a:lnTo>
                  <a:lnTo>
                    <a:pt x="226" y="261"/>
                  </a:lnTo>
                  <a:lnTo>
                    <a:pt x="216" y="223"/>
                  </a:lnTo>
                  <a:lnTo>
                    <a:pt x="204" y="189"/>
                  </a:lnTo>
                  <a:lnTo>
                    <a:pt x="190" y="156"/>
                  </a:lnTo>
                  <a:lnTo>
                    <a:pt x="174" y="125"/>
                  </a:lnTo>
                  <a:lnTo>
                    <a:pt x="156" y="98"/>
                  </a:lnTo>
                  <a:lnTo>
                    <a:pt x="137" y="74"/>
                  </a:lnTo>
                  <a:lnTo>
                    <a:pt x="119" y="52"/>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8" y="81"/>
                  </a:lnTo>
                  <a:lnTo>
                    <a:pt x="147" y="105"/>
                  </a:lnTo>
                  <a:lnTo>
                    <a:pt x="164" y="132"/>
                  </a:lnTo>
                  <a:lnTo>
                    <a:pt x="178" y="161"/>
                  </a:lnTo>
                  <a:lnTo>
                    <a:pt x="193" y="193"/>
                  </a:lnTo>
                  <a:lnTo>
                    <a:pt x="204" y="227"/>
                  </a:lnTo>
                  <a:lnTo>
                    <a:pt x="215" y="264"/>
                  </a:lnTo>
                  <a:lnTo>
                    <a:pt x="223" y="301"/>
                  </a:lnTo>
                  <a:lnTo>
                    <a:pt x="229" y="341"/>
                  </a:lnTo>
                  <a:lnTo>
                    <a:pt x="232" y="382"/>
                  </a:lnTo>
                  <a:lnTo>
                    <a:pt x="234"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8231" name="Freeform 74"/>
            <p:cNvSpPr>
              <a:spLocks/>
            </p:cNvSpPr>
            <p:nvPr/>
          </p:nvSpPr>
          <p:spPr bwMode="auto">
            <a:xfrm>
              <a:off x="1552" y="1836"/>
              <a:ext cx="49" cy="85"/>
            </a:xfrm>
            <a:custGeom>
              <a:avLst/>
              <a:gdLst>
                <a:gd name="T0" fmla="*/ 0 w 245"/>
                <a:gd name="T1" fmla="*/ 3 h 425"/>
                <a:gd name="T2" fmla="*/ 0 w 245"/>
                <a:gd name="T3" fmla="*/ 3 h 425"/>
                <a:gd name="T4" fmla="*/ 0 w 245"/>
                <a:gd name="T5" fmla="*/ 3 h 425"/>
                <a:gd name="T6" fmla="*/ 0 w 245"/>
                <a:gd name="T7" fmla="*/ 3 h 425"/>
                <a:gd name="T8" fmla="*/ 1 w 245"/>
                <a:gd name="T9" fmla="*/ 3 h 425"/>
                <a:gd name="T10" fmla="*/ 1 w 245"/>
                <a:gd name="T11" fmla="*/ 3 h 425"/>
                <a:gd name="T12" fmla="*/ 1 w 245"/>
                <a:gd name="T13" fmla="*/ 3 h 425"/>
                <a:gd name="T14" fmla="*/ 1 w 245"/>
                <a:gd name="T15" fmla="*/ 3 h 425"/>
                <a:gd name="T16" fmla="*/ 1 w 245"/>
                <a:gd name="T17" fmla="*/ 3 h 425"/>
                <a:gd name="T18" fmla="*/ 1 w 245"/>
                <a:gd name="T19" fmla="*/ 2 h 425"/>
                <a:gd name="T20" fmla="*/ 2 w 245"/>
                <a:gd name="T21" fmla="*/ 2 h 425"/>
                <a:gd name="T22" fmla="*/ 2 w 245"/>
                <a:gd name="T23" fmla="*/ 2 h 425"/>
                <a:gd name="T24" fmla="*/ 2 w 245"/>
                <a:gd name="T25" fmla="*/ 2 h 425"/>
                <a:gd name="T26" fmla="*/ 2 w 245"/>
                <a:gd name="T27" fmla="*/ 1 h 425"/>
                <a:gd name="T28" fmla="*/ 2 w 245"/>
                <a:gd name="T29" fmla="*/ 1 h 425"/>
                <a:gd name="T30" fmla="*/ 2 w 245"/>
                <a:gd name="T31" fmla="*/ 1 h 425"/>
                <a:gd name="T32" fmla="*/ 2 w 245"/>
                <a:gd name="T33" fmla="*/ 0 h 425"/>
                <a:gd name="T34" fmla="*/ 2 w 245"/>
                <a:gd name="T35" fmla="*/ 0 h 425"/>
                <a:gd name="T36" fmla="*/ 2 w 245"/>
                <a:gd name="T37" fmla="*/ 0 h 425"/>
                <a:gd name="T38" fmla="*/ 2 w 245"/>
                <a:gd name="T39" fmla="*/ 0 h 425"/>
                <a:gd name="T40" fmla="*/ 2 w 245"/>
                <a:gd name="T41" fmla="*/ 1 h 425"/>
                <a:gd name="T42" fmla="*/ 2 w 245"/>
                <a:gd name="T43" fmla="*/ 1 h 425"/>
                <a:gd name="T44" fmla="*/ 2 w 245"/>
                <a:gd name="T45" fmla="*/ 1 h 425"/>
                <a:gd name="T46" fmla="*/ 2 w 245"/>
                <a:gd name="T47" fmla="*/ 2 h 425"/>
                <a:gd name="T48" fmla="*/ 2 w 245"/>
                <a:gd name="T49" fmla="*/ 2 h 425"/>
                <a:gd name="T50" fmla="*/ 1 w 245"/>
                <a:gd name="T51" fmla="*/ 2 h 425"/>
                <a:gd name="T52" fmla="*/ 1 w 245"/>
                <a:gd name="T53" fmla="*/ 2 h 425"/>
                <a:gd name="T54" fmla="*/ 1 w 245"/>
                <a:gd name="T55" fmla="*/ 3 h 425"/>
                <a:gd name="T56" fmla="*/ 1 w 245"/>
                <a:gd name="T57" fmla="*/ 3 h 425"/>
                <a:gd name="T58" fmla="*/ 1 w 245"/>
                <a:gd name="T59" fmla="*/ 3 h 425"/>
                <a:gd name="T60" fmla="*/ 1 w 245"/>
                <a:gd name="T61" fmla="*/ 3 h 425"/>
                <a:gd name="T62" fmla="*/ 1 w 245"/>
                <a:gd name="T63" fmla="*/ 3 h 425"/>
                <a:gd name="T64" fmla="*/ 0 w 245"/>
                <a:gd name="T65" fmla="*/ 3 h 425"/>
                <a:gd name="T66" fmla="*/ 0 w 245"/>
                <a:gd name="T67" fmla="*/ 3 h 425"/>
                <a:gd name="T68" fmla="*/ 0 w 245"/>
                <a:gd name="T69" fmla="*/ 3 h 425"/>
                <a:gd name="T70" fmla="*/ 0 w 245"/>
                <a:gd name="T71" fmla="*/ 3 h 425"/>
                <a:gd name="T72" fmla="*/ 0 w 245"/>
                <a:gd name="T73" fmla="*/ 3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5"/>
                <a:gd name="T113" fmla="*/ 245 w 245"/>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5">
                  <a:moveTo>
                    <a:pt x="0" y="425"/>
                  </a:moveTo>
                  <a:lnTo>
                    <a:pt x="0" y="425"/>
                  </a:lnTo>
                  <a:lnTo>
                    <a:pt x="26" y="422"/>
                  </a:lnTo>
                  <a:lnTo>
                    <a:pt x="51" y="417"/>
                  </a:lnTo>
                  <a:lnTo>
                    <a:pt x="74" y="406"/>
                  </a:lnTo>
                  <a:lnTo>
                    <a:pt x="96" y="391"/>
                  </a:lnTo>
                  <a:lnTo>
                    <a:pt x="119" y="373"/>
                  </a:lnTo>
                  <a:lnTo>
                    <a:pt x="137" y="351"/>
                  </a:lnTo>
                  <a:lnTo>
                    <a:pt x="156" y="326"/>
                  </a:lnTo>
                  <a:lnTo>
                    <a:pt x="174" y="299"/>
                  </a:lnTo>
                  <a:lnTo>
                    <a:pt x="190" y="269"/>
                  </a:lnTo>
                  <a:lnTo>
                    <a:pt x="204" y="236"/>
                  </a:lnTo>
                  <a:lnTo>
                    <a:pt x="216" y="202"/>
                  </a:lnTo>
                  <a:lnTo>
                    <a:pt x="226" y="163"/>
                  </a:lnTo>
                  <a:lnTo>
                    <a:pt x="235" y="126"/>
                  </a:lnTo>
                  <a:lnTo>
                    <a:pt x="241" y="86"/>
                  </a:lnTo>
                  <a:lnTo>
                    <a:pt x="244" y="43"/>
                  </a:lnTo>
                  <a:lnTo>
                    <a:pt x="245" y="0"/>
                  </a:lnTo>
                  <a:lnTo>
                    <a:pt x="234" y="0"/>
                  </a:lnTo>
                  <a:lnTo>
                    <a:pt x="232" y="43"/>
                  </a:lnTo>
                  <a:lnTo>
                    <a:pt x="229" y="84"/>
                  </a:lnTo>
                  <a:lnTo>
                    <a:pt x="223" y="123"/>
                  </a:lnTo>
                  <a:lnTo>
                    <a:pt x="215" y="161"/>
                  </a:lnTo>
                  <a:lnTo>
                    <a:pt x="204" y="197"/>
                  </a:lnTo>
                  <a:lnTo>
                    <a:pt x="193" y="231"/>
                  </a:lnTo>
                  <a:lnTo>
                    <a:pt x="178" y="264"/>
                  </a:lnTo>
                  <a:lnTo>
                    <a:pt x="164" y="292"/>
                  </a:lnTo>
                  <a:lnTo>
                    <a:pt x="147" y="319"/>
                  </a:lnTo>
                  <a:lnTo>
                    <a:pt x="128" y="344"/>
                  </a:lnTo>
                  <a:lnTo>
                    <a:pt x="109" y="364"/>
                  </a:lnTo>
                  <a:lnTo>
                    <a:pt x="89" y="381"/>
                  </a:lnTo>
                  <a:lnTo>
                    <a:pt x="67" y="394"/>
                  </a:lnTo>
                  <a:lnTo>
                    <a:pt x="46" y="405"/>
                  </a:lnTo>
                  <a:lnTo>
                    <a:pt x="24" y="411"/>
                  </a:lnTo>
                  <a:lnTo>
                    <a:pt x="0" y="413"/>
                  </a:lnTo>
                  <a:lnTo>
                    <a:pt x="0" y="425"/>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8232" name="Freeform 75"/>
            <p:cNvSpPr>
              <a:spLocks/>
            </p:cNvSpPr>
            <p:nvPr/>
          </p:nvSpPr>
          <p:spPr bwMode="auto">
            <a:xfrm>
              <a:off x="1502" y="1836"/>
              <a:ext cx="50" cy="85"/>
            </a:xfrm>
            <a:custGeom>
              <a:avLst/>
              <a:gdLst>
                <a:gd name="T0" fmla="*/ 0 w 246"/>
                <a:gd name="T1" fmla="*/ 0 h 425"/>
                <a:gd name="T2" fmla="*/ 0 w 246"/>
                <a:gd name="T3" fmla="*/ 0 h 425"/>
                <a:gd name="T4" fmla="*/ 0 w 246"/>
                <a:gd name="T5" fmla="*/ 0 h 425"/>
                <a:gd name="T6" fmla="*/ 0 w 246"/>
                <a:gd name="T7" fmla="*/ 1 h 425"/>
                <a:gd name="T8" fmla="*/ 0 w 246"/>
                <a:gd name="T9" fmla="*/ 1 h 425"/>
                <a:gd name="T10" fmla="*/ 0 w 246"/>
                <a:gd name="T11" fmla="*/ 1 h 425"/>
                <a:gd name="T12" fmla="*/ 0 w 246"/>
                <a:gd name="T13" fmla="*/ 2 h 425"/>
                <a:gd name="T14" fmla="*/ 0 w 246"/>
                <a:gd name="T15" fmla="*/ 2 h 425"/>
                <a:gd name="T16" fmla="*/ 0 w 246"/>
                <a:gd name="T17" fmla="*/ 2 h 425"/>
                <a:gd name="T18" fmla="*/ 1 w 246"/>
                <a:gd name="T19" fmla="*/ 2 h 425"/>
                <a:gd name="T20" fmla="*/ 1 w 246"/>
                <a:gd name="T21" fmla="*/ 3 h 425"/>
                <a:gd name="T22" fmla="*/ 1 w 246"/>
                <a:gd name="T23" fmla="*/ 3 h 425"/>
                <a:gd name="T24" fmla="*/ 1 w 246"/>
                <a:gd name="T25" fmla="*/ 3 h 425"/>
                <a:gd name="T26" fmla="*/ 1 w 246"/>
                <a:gd name="T27" fmla="*/ 3 h 425"/>
                <a:gd name="T28" fmla="*/ 1 w 246"/>
                <a:gd name="T29" fmla="*/ 3 h 425"/>
                <a:gd name="T30" fmla="*/ 2 w 246"/>
                <a:gd name="T31" fmla="*/ 3 h 425"/>
                <a:gd name="T32" fmla="*/ 2 w 246"/>
                <a:gd name="T33" fmla="*/ 3 h 425"/>
                <a:gd name="T34" fmla="*/ 2 w 246"/>
                <a:gd name="T35" fmla="*/ 3 h 425"/>
                <a:gd name="T36" fmla="*/ 2 w 246"/>
                <a:gd name="T37" fmla="*/ 3 h 425"/>
                <a:gd name="T38" fmla="*/ 2 w 246"/>
                <a:gd name="T39" fmla="*/ 3 h 425"/>
                <a:gd name="T40" fmla="*/ 2 w 246"/>
                <a:gd name="T41" fmla="*/ 3 h 425"/>
                <a:gd name="T42" fmla="*/ 1 w 246"/>
                <a:gd name="T43" fmla="*/ 3 h 425"/>
                <a:gd name="T44" fmla="*/ 1 w 246"/>
                <a:gd name="T45" fmla="*/ 3 h 425"/>
                <a:gd name="T46" fmla="*/ 1 w 246"/>
                <a:gd name="T47" fmla="*/ 3 h 425"/>
                <a:gd name="T48" fmla="*/ 1 w 246"/>
                <a:gd name="T49" fmla="*/ 3 h 425"/>
                <a:gd name="T50" fmla="*/ 1 w 246"/>
                <a:gd name="T51" fmla="*/ 3 h 425"/>
                <a:gd name="T52" fmla="*/ 1 w 246"/>
                <a:gd name="T53" fmla="*/ 2 h 425"/>
                <a:gd name="T54" fmla="*/ 1 w 246"/>
                <a:gd name="T55" fmla="*/ 2 h 425"/>
                <a:gd name="T56" fmla="*/ 0 w 246"/>
                <a:gd name="T57" fmla="*/ 2 h 425"/>
                <a:gd name="T58" fmla="*/ 0 w 246"/>
                <a:gd name="T59" fmla="*/ 2 h 425"/>
                <a:gd name="T60" fmla="*/ 0 w 246"/>
                <a:gd name="T61" fmla="*/ 1 h 425"/>
                <a:gd name="T62" fmla="*/ 0 w 246"/>
                <a:gd name="T63" fmla="*/ 1 h 425"/>
                <a:gd name="T64" fmla="*/ 0 w 246"/>
                <a:gd name="T65" fmla="*/ 1 h 425"/>
                <a:gd name="T66" fmla="*/ 0 w 246"/>
                <a:gd name="T67" fmla="*/ 0 h 425"/>
                <a:gd name="T68" fmla="*/ 0 w 246"/>
                <a:gd name="T69" fmla="*/ 0 h 425"/>
                <a:gd name="T70" fmla="*/ 0 w 246"/>
                <a:gd name="T71" fmla="*/ 0 h 425"/>
                <a:gd name="T72" fmla="*/ 0 w 246"/>
                <a:gd name="T73" fmla="*/ 0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5"/>
                <a:gd name="T113" fmla="*/ 246 w 246"/>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5">
                  <a:moveTo>
                    <a:pt x="0" y="0"/>
                  </a:moveTo>
                  <a:lnTo>
                    <a:pt x="0" y="0"/>
                  </a:lnTo>
                  <a:lnTo>
                    <a:pt x="2" y="43"/>
                  </a:lnTo>
                  <a:lnTo>
                    <a:pt x="5" y="86"/>
                  </a:lnTo>
                  <a:lnTo>
                    <a:pt x="11" y="126"/>
                  </a:lnTo>
                  <a:lnTo>
                    <a:pt x="19" y="163"/>
                  </a:lnTo>
                  <a:lnTo>
                    <a:pt x="30" y="202"/>
                  </a:lnTo>
                  <a:lnTo>
                    <a:pt x="41" y="236"/>
                  </a:lnTo>
                  <a:lnTo>
                    <a:pt x="55" y="269"/>
                  </a:lnTo>
                  <a:lnTo>
                    <a:pt x="73" y="299"/>
                  </a:lnTo>
                  <a:lnTo>
                    <a:pt x="89" y="326"/>
                  </a:lnTo>
                  <a:lnTo>
                    <a:pt x="108" y="351"/>
                  </a:lnTo>
                  <a:lnTo>
                    <a:pt x="128" y="373"/>
                  </a:lnTo>
                  <a:lnTo>
                    <a:pt x="150" y="391"/>
                  </a:lnTo>
                  <a:lnTo>
                    <a:pt x="171" y="406"/>
                  </a:lnTo>
                  <a:lnTo>
                    <a:pt x="196" y="417"/>
                  </a:lnTo>
                  <a:lnTo>
                    <a:pt x="221" y="422"/>
                  </a:lnTo>
                  <a:lnTo>
                    <a:pt x="246" y="425"/>
                  </a:lnTo>
                  <a:lnTo>
                    <a:pt x="246" y="413"/>
                  </a:lnTo>
                  <a:lnTo>
                    <a:pt x="223" y="411"/>
                  </a:lnTo>
                  <a:lnTo>
                    <a:pt x="201" y="405"/>
                  </a:lnTo>
                  <a:lnTo>
                    <a:pt x="178" y="394"/>
                  </a:lnTo>
                  <a:lnTo>
                    <a:pt x="157" y="381"/>
                  </a:lnTo>
                  <a:lnTo>
                    <a:pt x="137" y="364"/>
                  </a:lnTo>
                  <a:lnTo>
                    <a:pt x="117" y="344"/>
                  </a:lnTo>
                  <a:lnTo>
                    <a:pt x="99" y="319"/>
                  </a:lnTo>
                  <a:lnTo>
                    <a:pt x="82" y="292"/>
                  </a:lnTo>
                  <a:lnTo>
                    <a:pt x="67" y="264"/>
                  </a:lnTo>
                  <a:lnTo>
                    <a:pt x="53" y="231"/>
                  </a:lnTo>
                  <a:lnTo>
                    <a:pt x="41" y="197"/>
                  </a:lnTo>
                  <a:lnTo>
                    <a:pt x="31" y="161"/>
                  </a:lnTo>
                  <a:lnTo>
                    <a:pt x="23" y="123"/>
                  </a:lnTo>
                  <a:lnTo>
                    <a:pt x="17" y="84"/>
                  </a:lnTo>
                  <a:lnTo>
                    <a:pt x="13" y="4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8233" name="Freeform 76"/>
            <p:cNvSpPr>
              <a:spLocks/>
            </p:cNvSpPr>
            <p:nvPr/>
          </p:nvSpPr>
          <p:spPr bwMode="auto">
            <a:xfrm>
              <a:off x="1502" y="1751"/>
              <a:ext cx="50" cy="85"/>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2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1" y="2"/>
                  </a:lnTo>
                  <a:lnTo>
                    <a:pt x="196" y="8"/>
                  </a:lnTo>
                  <a:lnTo>
                    <a:pt x="171" y="19"/>
                  </a:lnTo>
                  <a:lnTo>
                    <a:pt x="150" y="34"/>
                  </a:lnTo>
                  <a:lnTo>
                    <a:pt x="128" y="52"/>
                  </a:lnTo>
                  <a:lnTo>
                    <a:pt x="108" y="74"/>
                  </a:lnTo>
                  <a:lnTo>
                    <a:pt x="89" y="98"/>
                  </a:lnTo>
                  <a:lnTo>
                    <a:pt x="73" y="125"/>
                  </a:lnTo>
                  <a:lnTo>
                    <a:pt x="55" y="156"/>
                  </a:lnTo>
                  <a:lnTo>
                    <a:pt x="41" y="189"/>
                  </a:lnTo>
                  <a:lnTo>
                    <a:pt x="30" y="223"/>
                  </a:lnTo>
                  <a:lnTo>
                    <a:pt x="19" y="261"/>
                  </a:lnTo>
                  <a:lnTo>
                    <a:pt x="11" y="299"/>
                  </a:lnTo>
                  <a:lnTo>
                    <a:pt x="5" y="339"/>
                  </a:lnTo>
                  <a:lnTo>
                    <a:pt x="2" y="382"/>
                  </a:lnTo>
                  <a:lnTo>
                    <a:pt x="0" y="424"/>
                  </a:lnTo>
                  <a:lnTo>
                    <a:pt x="12" y="424"/>
                  </a:lnTo>
                  <a:lnTo>
                    <a:pt x="13" y="382"/>
                  </a:lnTo>
                  <a:lnTo>
                    <a:pt x="17" y="341"/>
                  </a:lnTo>
                  <a:lnTo>
                    <a:pt x="23" y="301"/>
                  </a:lnTo>
                  <a:lnTo>
                    <a:pt x="31" y="264"/>
                  </a:lnTo>
                  <a:lnTo>
                    <a:pt x="41" y="227"/>
                  </a:lnTo>
                  <a:lnTo>
                    <a:pt x="53" y="193"/>
                  </a:lnTo>
                  <a:lnTo>
                    <a:pt x="67" y="161"/>
                  </a:lnTo>
                  <a:lnTo>
                    <a:pt x="82" y="132"/>
                  </a:lnTo>
                  <a:lnTo>
                    <a:pt x="99" y="105"/>
                  </a:lnTo>
                  <a:lnTo>
                    <a:pt x="117" y="81"/>
                  </a:lnTo>
                  <a:lnTo>
                    <a:pt x="137" y="61"/>
                  </a:lnTo>
                  <a:lnTo>
                    <a:pt x="157" y="43"/>
                  </a:lnTo>
                  <a:lnTo>
                    <a:pt x="178" y="30"/>
                  </a:lnTo>
                  <a:lnTo>
                    <a:pt x="201" y="20"/>
                  </a:lnTo>
                  <a:lnTo>
                    <a:pt x="223" y="14"/>
                  </a:lnTo>
                  <a:lnTo>
                    <a:pt x="246" y="12"/>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8234" name="Freeform 77"/>
            <p:cNvSpPr>
              <a:spLocks/>
            </p:cNvSpPr>
            <p:nvPr/>
          </p:nvSpPr>
          <p:spPr bwMode="auto">
            <a:xfrm>
              <a:off x="1565" y="2016"/>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0" y="339"/>
                  </a:lnTo>
                  <a:lnTo>
                    <a:pt x="234" y="299"/>
                  </a:lnTo>
                  <a:lnTo>
                    <a:pt x="226" y="261"/>
                  </a:lnTo>
                  <a:lnTo>
                    <a:pt x="216" y="223"/>
                  </a:lnTo>
                  <a:lnTo>
                    <a:pt x="204" y="189"/>
                  </a:lnTo>
                  <a:lnTo>
                    <a:pt x="190" y="156"/>
                  </a:lnTo>
                  <a:lnTo>
                    <a:pt x="174" y="125"/>
                  </a:lnTo>
                  <a:lnTo>
                    <a:pt x="156" y="98"/>
                  </a:lnTo>
                  <a:lnTo>
                    <a:pt x="138" y="74"/>
                  </a:lnTo>
                  <a:lnTo>
                    <a:pt x="118" y="51"/>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9" y="81"/>
                  </a:lnTo>
                  <a:lnTo>
                    <a:pt x="147" y="105"/>
                  </a:lnTo>
                  <a:lnTo>
                    <a:pt x="164" y="132"/>
                  </a:lnTo>
                  <a:lnTo>
                    <a:pt x="178" y="160"/>
                  </a:lnTo>
                  <a:lnTo>
                    <a:pt x="192" y="193"/>
                  </a:lnTo>
                  <a:lnTo>
                    <a:pt x="204" y="227"/>
                  </a:lnTo>
                  <a:lnTo>
                    <a:pt x="215" y="264"/>
                  </a:lnTo>
                  <a:lnTo>
                    <a:pt x="223" y="301"/>
                  </a:lnTo>
                  <a:lnTo>
                    <a:pt x="229"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8235" name="Freeform 78"/>
            <p:cNvSpPr>
              <a:spLocks/>
            </p:cNvSpPr>
            <p:nvPr/>
          </p:nvSpPr>
          <p:spPr bwMode="auto">
            <a:xfrm>
              <a:off x="1565" y="2101"/>
              <a:ext cx="49" cy="85"/>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6" y="423"/>
                  </a:lnTo>
                  <a:lnTo>
                    <a:pt x="51" y="418"/>
                  </a:lnTo>
                  <a:lnTo>
                    <a:pt x="74" y="407"/>
                  </a:lnTo>
                  <a:lnTo>
                    <a:pt x="96" y="392"/>
                  </a:lnTo>
                  <a:lnTo>
                    <a:pt x="118" y="373"/>
                  </a:lnTo>
                  <a:lnTo>
                    <a:pt x="138" y="351"/>
                  </a:lnTo>
                  <a:lnTo>
                    <a:pt x="156" y="327"/>
                  </a:lnTo>
                  <a:lnTo>
                    <a:pt x="175" y="299"/>
                  </a:lnTo>
                  <a:lnTo>
                    <a:pt x="190" y="269"/>
                  </a:lnTo>
                  <a:lnTo>
                    <a:pt x="204" y="236"/>
                  </a:lnTo>
                  <a:lnTo>
                    <a:pt x="216" y="202"/>
                  </a:lnTo>
                  <a:lnTo>
                    <a:pt x="226" y="164"/>
                  </a:lnTo>
                  <a:lnTo>
                    <a:pt x="234" y="126"/>
                  </a:lnTo>
                  <a:lnTo>
                    <a:pt x="240" y="86"/>
                  </a:lnTo>
                  <a:lnTo>
                    <a:pt x="244" y="42"/>
                  </a:lnTo>
                  <a:lnTo>
                    <a:pt x="245" y="0"/>
                  </a:lnTo>
                  <a:lnTo>
                    <a:pt x="233" y="0"/>
                  </a:lnTo>
                  <a:lnTo>
                    <a:pt x="232" y="42"/>
                  </a:lnTo>
                  <a:lnTo>
                    <a:pt x="229" y="83"/>
                  </a:lnTo>
                  <a:lnTo>
                    <a:pt x="223" y="123"/>
                  </a:lnTo>
                  <a:lnTo>
                    <a:pt x="215" y="162"/>
                  </a:lnTo>
                  <a:lnTo>
                    <a:pt x="204" y="197"/>
                  </a:lnTo>
                  <a:lnTo>
                    <a:pt x="192" y="231"/>
                  </a:lnTo>
                  <a:lnTo>
                    <a:pt x="178" y="264"/>
                  </a:lnTo>
                  <a:lnTo>
                    <a:pt x="163" y="292"/>
                  </a:lnTo>
                  <a:lnTo>
                    <a:pt x="147" y="320"/>
                  </a:lnTo>
                  <a:lnTo>
                    <a:pt x="129" y="344"/>
                  </a:lnTo>
                  <a:lnTo>
                    <a:pt x="109" y="364"/>
                  </a:lnTo>
                  <a:lnTo>
                    <a:pt x="89" y="382"/>
                  </a:lnTo>
                  <a:lnTo>
                    <a:pt x="67" y="395"/>
                  </a:lnTo>
                  <a:lnTo>
                    <a:pt x="46" y="406"/>
                  </a:lnTo>
                  <a:lnTo>
                    <a:pt x="24"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8236" name="Freeform 79"/>
            <p:cNvSpPr>
              <a:spLocks/>
            </p:cNvSpPr>
            <p:nvPr/>
          </p:nvSpPr>
          <p:spPr bwMode="auto">
            <a:xfrm>
              <a:off x="1516" y="2101"/>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5" y="86"/>
                  </a:lnTo>
                  <a:lnTo>
                    <a:pt x="11" y="126"/>
                  </a:lnTo>
                  <a:lnTo>
                    <a:pt x="19" y="164"/>
                  </a:lnTo>
                  <a:lnTo>
                    <a:pt x="30" y="202"/>
                  </a:lnTo>
                  <a:lnTo>
                    <a:pt x="41" y="236"/>
                  </a:lnTo>
                  <a:lnTo>
                    <a:pt x="55" y="269"/>
                  </a:lnTo>
                  <a:lnTo>
                    <a:pt x="71" y="299"/>
                  </a:lnTo>
                  <a:lnTo>
                    <a:pt x="89" y="327"/>
                  </a:lnTo>
                  <a:lnTo>
                    <a:pt x="107" y="351"/>
                  </a:lnTo>
                  <a:lnTo>
                    <a:pt x="127" y="373"/>
                  </a:lnTo>
                  <a:lnTo>
                    <a:pt x="149" y="392"/>
                  </a:lnTo>
                  <a:lnTo>
                    <a:pt x="171" y="407"/>
                  </a:lnTo>
                  <a:lnTo>
                    <a:pt x="195" y="418"/>
                  </a:lnTo>
                  <a:lnTo>
                    <a:pt x="219" y="423"/>
                  </a:lnTo>
                  <a:lnTo>
                    <a:pt x="245" y="426"/>
                  </a:lnTo>
                  <a:lnTo>
                    <a:pt x="245" y="414"/>
                  </a:lnTo>
                  <a:lnTo>
                    <a:pt x="222" y="412"/>
                  </a:lnTo>
                  <a:lnTo>
                    <a:pt x="199" y="406"/>
                  </a:lnTo>
                  <a:lnTo>
                    <a:pt x="178" y="395"/>
                  </a:lnTo>
                  <a:lnTo>
                    <a:pt x="156" y="382"/>
                  </a:lnTo>
                  <a:lnTo>
                    <a:pt x="136" y="364"/>
                  </a:lnTo>
                  <a:lnTo>
                    <a:pt x="116" y="344"/>
                  </a:lnTo>
                  <a:lnTo>
                    <a:pt x="99" y="320"/>
                  </a:lnTo>
                  <a:lnTo>
                    <a:pt x="82" y="292"/>
                  </a:lnTo>
                  <a:lnTo>
                    <a:pt x="67" y="264"/>
                  </a:lnTo>
                  <a:lnTo>
                    <a:pt x="53" y="231"/>
                  </a:lnTo>
                  <a:lnTo>
                    <a:pt x="41" y="197"/>
                  </a:lnTo>
                  <a:lnTo>
                    <a:pt x="31" y="162"/>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8237" name="Freeform 80"/>
            <p:cNvSpPr>
              <a:spLocks/>
            </p:cNvSpPr>
            <p:nvPr/>
          </p:nvSpPr>
          <p:spPr bwMode="auto">
            <a:xfrm>
              <a:off x="1516" y="2016"/>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5" y="8"/>
                  </a:lnTo>
                  <a:lnTo>
                    <a:pt x="171" y="19"/>
                  </a:lnTo>
                  <a:lnTo>
                    <a:pt x="149" y="34"/>
                  </a:lnTo>
                  <a:lnTo>
                    <a:pt x="127" y="51"/>
                  </a:lnTo>
                  <a:lnTo>
                    <a:pt x="107" y="74"/>
                  </a:lnTo>
                  <a:lnTo>
                    <a:pt x="89" y="98"/>
                  </a:lnTo>
                  <a:lnTo>
                    <a:pt x="72" y="125"/>
                  </a:lnTo>
                  <a:lnTo>
                    <a:pt x="55" y="156"/>
                  </a:lnTo>
                  <a:lnTo>
                    <a:pt x="41" y="189"/>
                  </a:lnTo>
                  <a:lnTo>
                    <a:pt x="30" y="223"/>
                  </a:lnTo>
                  <a:lnTo>
                    <a:pt x="19" y="261"/>
                  </a:lnTo>
                  <a:lnTo>
                    <a:pt x="11" y="299"/>
                  </a:lnTo>
                  <a:lnTo>
                    <a:pt x="5" y="339"/>
                  </a:lnTo>
                  <a:lnTo>
                    <a:pt x="1" y="382"/>
                  </a:lnTo>
                  <a:lnTo>
                    <a:pt x="0" y="424"/>
                  </a:lnTo>
                  <a:lnTo>
                    <a:pt x="12" y="424"/>
                  </a:lnTo>
                  <a:lnTo>
                    <a:pt x="13" y="382"/>
                  </a:lnTo>
                  <a:lnTo>
                    <a:pt x="17" y="341"/>
                  </a:lnTo>
                  <a:lnTo>
                    <a:pt x="23" y="301"/>
                  </a:lnTo>
                  <a:lnTo>
                    <a:pt x="31" y="264"/>
                  </a:lnTo>
                  <a:lnTo>
                    <a:pt x="41" y="227"/>
                  </a:lnTo>
                  <a:lnTo>
                    <a:pt x="53" y="193"/>
                  </a:lnTo>
                  <a:lnTo>
                    <a:pt x="67" y="160"/>
                  </a:lnTo>
                  <a:lnTo>
                    <a:pt x="81" y="132"/>
                  </a:lnTo>
                  <a:lnTo>
                    <a:pt x="99" y="105"/>
                  </a:lnTo>
                  <a:lnTo>
                    <a:pt x="116" y="81"/>
                  </a:lnTo>
                  <a:lnTo>
                    <a:pt x="136" y="61"/>
                  </a:lnTo>
                  <a:lnTo>
                    <a:pt x="156" y="43"/>
                  </a:lnTo>
                  <a:lnTo>
                    <a:pt x="178" y="30"/>
                  </a:lnTo>
                  <a:lnTo>
                    <a:pt x="199" y="20"/>
                  </a:lnTo>
                  <a:lnTo>
                    <a:pt x="222"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sp>
        <p:nvSpPr>
          <p:cNvPr id="178185" name="Text Box 130"/>
          <p:cNvSpPr txBox="1">
            <a:spLocks noChangeArrowheads="1"/>
          </p:cNvSpPr>
          <p:nvPr/>
        </p:nvSpPr>
        <p:spPr bwMode="auto">
          <a:xfrm>
            <a:off x="566738" y="5259388"/>
            <a:ext cx="6543675" cy="4429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eaLnBrk="1" hangingPunct="1">
              <a:spcBef>
                <a:spcPct val="0"/>
              </a:spcBef>
              <a:buFontTx/>
              <a:buNone/>
            </a:pPr>
            <a:r>
              <a:rPr lang="fr-FR" altLang="fr-FR" sz="2300"/>
              <a:t>4. Pointez la production sur votre feuille de suivi</a:t>
            </a:r>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79203" name="Group 3"/>
          <p:cNvGrpSpPr>
            <a:grpSpLocks/>
          </p:cNvGrpSpPr>
          <p:nvPr/>
        </p:nvGrpSpPr>
        <p:grpSpPr bwMode="auto">
          <a:xfrm>
            <a:off x="7073900" y="215900"/>
            <a:ext cx="1878013" cy="1250950"/>
            <a:chOff x="4456" y="136"/>
            <a:chExt cx="1183" cy="788"/>
          </a:xfrm>
        </p:grpSpPr>
        <p:grpSp>
          <p:nvGrpSpPr>
            <p:cNvPr id="179269" name="Group 4"/>
            <p:cNvGrpSpPr>
              <a:grpSpLocks/>
            </p:cNvGrpSpPr>
            <p:nvPr/>
          </p:nvGrpSpPr>
          <p:grpSpPr bwMode="auto">
            <a:xfrm>
              <a:off x="4766" y="232"/>
              <a:ext cx="873" cy="692"/>
              <a:chOff x="2185" y="310"/>
              <a:chExt cx="873" cy="692"/>
            </a:xfrm>
          </p:grpSpPr>
          <p:sp>
            <p:nvSpPr>
              <p:cNvPr id="179280" name="Freeform 5"/>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accent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9281" name="Freeform 6"/>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9282" name="Freeform 7"/>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9283" name="Freeform 8"/>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9284" name="Freeform 9"/>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9285" name="Freeform 10"/>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9286" name="Freeform 11"/>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grpSp>
          <p:nvGrpSpPr>
            <p:cNvPr id="179270" name="Group 12"/>
            <p:cNvGrpSpPr>
              <a:grpSpLocks/>
            </p:cNvGrpSpPr>
            <p:nvPr/>
          </p:nvGrpSpPr>
          <p:grpSpPr bwMode="auto">
            <a:xfrm>
              <a:off x="4949" y="336"/>
              <a:ext cx="591" cy="468"/>
              <a:chOff x="2185" y="310"/>
              <a:chExt cx="873" cy="692"/>
            </a:xfrm>
          </p:grpSpPr>
          <p:sp>
            <p:nvSpPr>
              <p:cNvPr id="179273" name="Freeform 13"/>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9274" name="Freeform 14"/>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9275" name="Freeform 15"/>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9276" name="Freeform 16"/>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9277" name="Freeform 17"/>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9278" name="Freeform 18"/>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9279" name="Freeform 19"/>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pic>
          <p:nvPicPr>
            <p:cNvPr id="179271" name="Picture 20"/>
            <p:cNvPicPr>
              <a:picLocks noChangeAspect="1" noChangeArrowheads="1"/>
            </p:cNvPicPr>
            <p:nvPr/>
          </p:nvPicPr>
          <p:blipFill>
            <a:blip r:embed="rId3" cstate="print">
              <a:extLst>
                <a:ext uri="{28A0092B-C50C-407E-A947-70E740481C1C}">
                  <a14:useLocalDpi xmlns:a14="http://schemas.microsoft.com/office/drawing/2010/main" val="0"/>
                </a:ext>
              </a:extLst>
            </a:blip>
            <a:srcRect l="-4282" t="-4369" r="-5199" b="-12012"/>
            <a:stretch>
              <a:fillRect/>
            </a:stretch>
          </p:blipFill>
          <p:spPr bwMode="auto">
            <a:xfrm>
              <a:off x="4456" y="136"/>
              <a:ext cx="480" cy="5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79272" name="Text Box 21"/>
            <p:cNvSpPr txBox="1">
              <a:spLocks noChangeArrowheads="1"/>
            </p:cNvSpPr>
            <p:nvPr/>
          </p:nvSpPr>
          <p:spPr bwMode="auto">
            <a:xfrm>
              <a:off x="5066" y="314"/>
              <a:ext cx="356" cy="49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4500" b="1">
                  <a:solidFill>
                    <a:srgbClr val="FF0000"/>
                  </a:solidFill>
                  <a:latin typeface="Arial Black" pitchFamily="34" charset="0"/>
                </a:rPr>
                <a:t>2</a:t>
              </a:r>
              <a:endParaRPr lang="fr-FR" altLang="fr-FR" sz="3200">
                <a:solidFill>
                  <a:schemeClr val="tx1"/>
                </a:solidFill>
                <a:latin typeface="Arial Black" pitchFamily="34" charset="0"/>
              </a:endParaRPr>
            </a:p>
          </p:txBody>
        </p:sp>
      </p:grpSp>
      <p:sp>
        <p:nvSpPr>
          <p:cNvPr id="179204" name="Text Box 22"/>
          <p:cNvSpPr txBox="1">
            <a:spLocks noChangeArrowheads="1"/>
          </p:cNvSpPr>
          <p:nvPr/>
        </p:nvSpPr>
        <p:spPr bwMode="auto">
          <a:xfrm>
            <a:off x="1938338" y="3533775"/>
            <a:ext cx="828675"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a:spcBef>
                <a:spcPct val="0"/>
              </a:spcBef>
              <a:buFontTx/>
              <a:buNone/>
            </a:pPr>
            <a:r>
              <a:rPr lang="fr-FR" altLang="fr-FR" sz="2400">
                <a:solidFill>
                  <a:srgbClr val="FC2C1C"/>
                </a:solidFill>
              </a:rPr>
              <a:t>1 R1</a:t>
            </a:r>
          </a:p>
        </p:txBody>
      </p:sp>
      <p:sp>
        <p:nvSpPr>
          <p:cNvPr id="179205" name="Rectangle 25"/>
          <p:cNvSpPr>
            <a:spLocks noGrp="1" noChangeArrowheads="1"/>
          </p:cNvSpPr>
          <p:nvPr>
            <p:ph type="title"/>
          </p:nvPr>
        </p:nvSpPr>
        <p:spPr>
          <a:xfrm>
            <a:off x="611188" y="0"/>
            <a:ext cx="6388100" cy="647700"/>
          </a:xfrm>
        </p:spPr>
        <p:txBody>
          <a:bodyPr/>
          <a:lstStyle/>
          <a:p>
            <a:pPr eaLnBrk="1" hangingPunct="1"/>
            <a:r>
              <a:rPr lang="fr-FR" altLang="fr-FR"/>
              <a:t>Sem. 4 - Lundi</a:t>
            </a:r>
          </a:p>
        </p:txBody>
      </p:sp>
      <p:sp>
        <p:nvSpPr>
          <p:cNvPr id="179206" name="Text Box 26"/>
          <p:cNvSpPr txBox="1">
            <a:spLocks noChangeArrowheads="1"/>
          </p:cNvSpPr>
          <p:nvPr/>
        </p:nvSpPr>
        <p:spPr bwMode="auto">
          <a:xfrm>
            <a:off x="574675" y="2030413"/>
            <a:ext cx="3557588"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2. Livrez les commandes</a:t>
            </a:r>
          </a:p>
        </p:txBody>
      </p:sp>
      <p:sp>
        <p:nvSpPr>
          <p:cNvPr id="179207" name="Text Box 27"/>
          <p:cNvSpPr txBox="1">
            <a:spLocks noChangeArrowheads="1"/>
          </p:cNvSpPr>
          <p:nvPr/>
        </p:nvSpPr>
        <p:spPr bwMode="auto">
          <a:xfrm>
            <a:off x="566738" y="1154113"/>
            <a:ext cx="1946275"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1. Tirez le dé</a:t>
            </a:r>
          </a:p>
        </p:txBody>
      </p:sp>
      <p:sp>
        <p:nvSpPr>
          <p:cNvPr id="179208" name="Text Box 28"/>
          <p:cNvSpPr txBox="1">
            <a:spLocks noChangeArrowheads="1"/>
          </p:cNvSpPr>
          <p:nvPr/>
        </p:nvSpPr>
        <p:spPr bwMode="auto">
          <a:xfrm>
            <a:off x="579438" y="4316413"/>
            <a:ext cx="18796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3. Produisez</a:t>
            </a:r>
          </a:p>
        </p:txBody>
      </p:sp>
      <p:grpSp>
        <p:nvGrpSpPr>
          <p:cNvPr id="179209" name="Group 29"/>
          <p:cNvGrpSpPr>
            <a:grpSpLocks/>
          </p:cNvGrpSpPr>
          <p:nvPr/>
        </p:nvGrpSpPr>
        <p:grpSpPr bwMode="auto">
          <a:xfrm>
            <a:off x="2843213" y="1106488"/>
            <a:ext cx="446087" cy="534987"/>
            <a:chOff x="868" y="1439"/>
            <a:chExt cx="811" cy="972"/>
          </a:xfrm>
        </p:grpSpPr>
        <p:sp>
          <p:nvSpPr>
            <p:cNvPr id="179218" name="Freeform 30"/>
            <p:cNvSpPr>
              <a:spLocks/>
            </p:cNvSpPr>
            <p:nvPr/>
          </p:nvSpPr>
          <p:spPr bwMode="auto">
            <a:xfrm>
              <a:off x="1548" y="2014"/>
              <a:ext cx="123" cy="100"/>
            </a:xfrm>
            <a:custGeom>
              <a:avLst/>
              <a:gdLst>
                <a:gd name="T0" fmla="*/ 5 w 618"/>
                <a:gd name="T1" fmla="*/ 0 h 502"/>
                <a:gd name="T2" fmla="*/ 5 w 618"/>
                <a:gd name="T3" fmla="*/ 0 h 502"/>
                <a:gd name="T4" fmla="*/ 0 w 618"/>
                <a:gd name="T5" fmla="*/ 4 h 502"/>
                <a:gd name="T6" fmla="*/ 0 w 618"/>
                <a:gd name="T7" fmla="*/ 4 h 502"/>
                <a:gd name="T8" fmla="*/ 5 w 618"/>
                <a:gd name="T9" fmla="*/ 0 h 502"/>
                <a:gd name="T10" fmla="*/ 5 w 618"/>
                <a:gd name="T11" fmla="*/ 0 h 502"/>
                <a:gd name="T12" fmla="*/ 5 w 618"/>
                <a:gd name="T13" fmla="*/ 0 h 502"/>
                <a:gd name="T14" fmla="*/ 5 w 618"/>
                <a:gd name="T15" fmla="*/ 0 h 502"/>
                <a:gd name="T16" fmla="*/ 5 w 618"/>
                <a:gd name="T17" fmla="*/ 0 h 502"/>
                <a:gd name="T18" fmla="*/ 5 w 618"/>
                <a:gd name="T19" fmla="*/ 0 h 502"/>
                <a:gd name="T20" fmla="*/ 5 w 618"/>
                <a:gd name="T21" fmla="*/ 0 h 502"/>
                <a:gd name="T22" fmla="*/ 5 w 618"/>
                <a:gd name="T23" fmla="*/ 0 h 502"/>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618"/>
                <a:gd name="T37" fmla="*/ 0 h 502"/>
                <a:gd name="T38" fmla="*/ 618 w 618"/>
                <a:gd name="T39" fmla="*/ 502 h 502"/>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618" h="502">
                  <a:moveTo>
                    <a:pt x="611" y="0"/>
                  </a:moveTo>
                  <a:lnTo>
                    <a:pt x="606" y="2"/>
                  </a:lnTo>
                  <a:lnTo>
                    <a:pt x="0" y="490"/>
                  </a:lnTo>
                  <a:lnTo>
                    <a:pt x="10" y="502"/>
                  </a:lnTo>
                  <a:lnTo>
                    <a:pt x="616" y="14"/>
                  </a:lnTo>
                  <a:lnTo>
                    <a:pt x="611" y="16"/>
                  </a:lnTo>
                  <a:lnTo>
                    <a:pt x="616" y="14"/>
                  </a:lnTo>
                  <a:lnTo>
                    <a:pt x="618" y="9"/>
                  </a:lnTo>
                  <a:lnTo>
                    <a:pt x="617" y="3"/>
                  </a:lnTo>
                  <a:lnTo>
                    <a:pt x="612" y="1"/>
                  </a:lnTo>
                  <a:lnTo>
                    <a:pt x="606" y="2"/>
                  </a:lnTo>
                  <a:lnTo>
                    <a:pt x="611"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9219" name="Freeform 31"/>
            <p:cNvSpPr>
              <a:spLocks/>
            </p:cNvSpPr>
            <p:nvPr/>
          </p:nvSpPr>
          <p:spPr bwMode="auto">
            <a:xfrm>
              <a:off x="876" y="1852"/>
              <a:ext cx="82" cy="373"/>
            </a:xfrm>
            <a:custGeom>
              <a:avLst/>
              <a:gdLst>
                <a:gd name="T0" fmla="*/ 3 w 413"/>
                <a:gd name="T1" fmla="*/ 15 h 1865"/>
                <a:gd name="T2" fmla="*/ 3 w 413"/>
                <a:gd name="T3" fmla="*/ 15 h 1865"/>
                <a:gd name="T4" fmla="*/ 0 w 413"/>
                <a:gd name="T5" fmla="*/ 0 h 1865"/>
                <a:gd name="T6" fmla="*/ 0 w 413"/>
                <a:gd name="T7" fmla="*/ 0 h 1865"/>
                <a:gd name="T8" fmla="*/ 3 w 413"/>
                <a:gd name="T9" fmla="*/ 15 h 1865"/>
                <a:gd name="T10" fmla="*/ 3 w 413"/>
                <a:gd name="T11" fmla="*/ 15 h 1865"/>
                <a:gd name="T12" fmla="*/ 3 w 413"/>
                <a:gd name="T13" fmla="*/ 15 h 1865"/>
                <a:gd name="T14" fmla="*/ 3 w 413"/>
                <a:gd name="T15" fmla="*/ 15 h 1865"/>
                <a:gd name="T16" fmla="*/ 3 w 413"/>
                <a:gd name="T17" fmla="*/ 15 h 1865"/>
                <a:gd name="T18" fmla="*/ 3 w 413"/>
                <a:gd name="T19" fmla="*/ 15 h 1865"/>
                <a:gd name="T20" fmla="*/ 3 w 413"/>
                <a:gd name="T21" fmla="*/ 15 h 1865"/>
                <a:gd name="T22" fmla="*/ 3 w 413"/>
                <a:gd name="T23" fmla="*/ 15 h 186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413"/>
                <a:gd name="T37" fmla="*/ 0 h 1865"/>
                <a:gd name="T38" fmla="*/ 413 w 413"/>
                <a:gd name="T39" fmla="*/ 1865 h 1865"/>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413" h="1865">
                  <a:moveTo>
                    <a:pt x="400" y="1864"/>
                  </a:moveTo>
                  <a:lnTo>
                    <a:pt x="413" y="1856"/>
                  </a:lnTo>
                  <a:lnTo>
                    <a:pt x="17" y="0"/>
                  </a:lnTo>
                  <a:lnTo>
                    <a:pt x="0" y="2"/>
                  </a:lnTo>
                  <a:lnTo>
                    <a:pt x="396" y="1858"/>
                  </a:lnTo>
                  <a:lnTo>
                    <a:pt x="409" y="1850"/>
                  </a:lnTo>
                  <a:lnTo>
                    <a:pt x="396" y="1858"/>
                  </a:lnTo>
                  <a:lnTo>
                    <a:pt x="400" y="1864"/>
                  </a:lnTo>
                  <a:lnTo>
                    <a:pt x="406" y="1865"/>
                  </a:lnTo>
                  <a:lnTo>
                    <a:pt x="410" y="1862"/>
                  </a:lnTo>
                  <a:lnTo>
                    <a:pt x="413" y="1856"/>
                  </a:lnTo>
                  <a:lnTo>
                    <a:pt x="400" y="186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9220" name="Freeform 32"/>
            <p:cNvSpPr>
              <a:spLocks/>
            </p:cNvSpPr>
            <p:nvPr/>
          </p:nvSpPr>
          <p:spPr bwMode="auto">
            <a:xfrm>
              <a:off x="1282" y="1533"/>
              <a:ext cx="35" cy="161"/>
            </a:xfrm>
            <a:custGeom>
              <a:avLst/>
              <a:gdLst>
                <a:gd name="T0" fmla="*/ 1 w 175"/>
                <a:gd name="T1" fmla="*/ 6 h 807"/>
                <a:gd name="T2" fmla="*/ 1 w 175"/>
                <a:gd name="T3" fmla="*/ 6 h 807"/>
                <a:gd name="T4" fmla="*/ 1 w 175"/>
                <a:gd name="T5" fmla="*/ 6 h 807"/>
                <a:gd name="T6" fmla="*/ 1 w 175"/>
                <a:gd name="T7" fmla="*/ 5 h 807"/>
                <a:gd name="T8" fmla="*/ 1 w 175"/>
                <a:gd name="T9" fmla="*/ 5 h 807"/>
                <a:gd name="T10" fmla="*/ 1 w 175"/>
                <a:gd name="T11" fmla="*/ 5 h 807"/>
                <a:gd name="T12" fmla="*/ 1 w 175"/>
                <a:gd name="T13" fmla="*/ 4 h 807"/>
                <a:gd name="T14" fmla="*/ 1 w 175"/>
                <a:gd name="T15" fmla="*/ 4 h 807"/>
                <a:gd name="T16" fmla="*/ 1 w 175"/>
                <a:gd name="T17" fmla="*/ 3 h 807"/>
                <a:gd name="T18" fmla="*/ 1 w 175"/>
                <a:gd name="T19" fmla="*/ 3 h 807"/>
                <a:gd name="T20" fmla="*/ 1 w 175"/>
                <a:gd name="T21" fmla="*/ 3 h 807"/>
                <a:gd name="T22" fmla="*/ 1 w 175"/>
                <a:gd name="T23" fmla="*/ 2 h 807"/>
                <a:gd name="T24" fmla="*/ 1 w 175"/>
                <a:gd name="T25" fmla="*/ 2 h 807"/>
                <a:gd name="T26" fmla="*/ 1 w 175"/>
                <a:gd name="T27" fmla="*/ 2 h 807"/>
                <a:gd name="T28" fmla="*/ 1 w 175"/>
                <a:gd name="T29" fmla="*/ 1 h 807"/>
                <a:gd name="T30" fmla="*/ 1 w 175"/>
                <a:gd name="T31" fmla="*/ 1 h 807"/>
                <a:gd name="T32" fmla="*/ 1 w 175"/>
                <a:gd name="T33" fmla="*/ 1 h 807"/>
                <a:gd name="T34" fmla="*/ 1 w 175"/>
                <a:gd name="T35" fmla="*/ 0 h 807"/>
                <a:gd name="T36" fmla="*/ 1 w 175"/>
                <a:gd name="T37" fmla="*/ 0 h 807"/>
                <a:gd name="T38" fmla="*/ 1 w 175"/>
                <a:gd name="T39" fmla="*/ 0 h 807"/>
                <a:gd name="T40" fmla="*/ 0 w 175"/>
                <a:gd name="T41" fmla="*/ 1 h 807"/>
                <a:gd name="T42" fmla="*/ 0 w 175"/>
                <a:gd name="T43" fmla="*/ 1 h 807"/>
                <a:gd name="T44" fmla="*/ 0 w 175"/>
                <a:gd name="T45" fmla="*/ 1 h 807"/>
                <a:gd name="T46" fmla="*/ 0 w 175"/>
                <a:gd name="T47" fmla="*/ 2 h 807"/>
                <a:gd name="T48" fmla="*/ 0 w 175"/>
                <a:gd name="T49" fmla="*/ 2 h 807"/>
                <a:gd name="T50" fmla="*/ 0 w 175"/>
                <a:gd name="T51" fmla="*/ 3 h 807"/>
                <a:gd name="T52" fmla="*/ 0 w 175"/>
                <a:gd name="T53" fmla="*/ 3 h 807"/>
                <a:gd name="T54" fmla="*/ 0 w 175"/>
                <a:gd name="T55" fmla="*/ 3 h 807"/>
                <a:gd name="T56" fmla="*/ 0 w 175"/>
                <a:gd name="T57" fmla="*/ 4 h 807"/>
                <a:gd name="T58" fmla="*/ 0 w 175"/>
                <a:gd name="T59" fmla="*/ 4 h 807"/>
                <a:gd name="T60" fmla="*/ 0 w 175"/>
                <a:gd name="T61" fmla="*/ 5 h 807"/>
                <a:gd name="T62" fmla="*/ 0 w 175"/>
                <a:gd name="T63" fmla="*/ 5 h 807"/>
                <a:gd name="T64" fmla="*/ 0 w 175"/>
                <a:gd name="T65" fmla="*/ 5 h 807"/>
                <a:gd name="T66" fmla="*/ 1 w 175"/>
                <a:gd name="T67" fmla="*/ 6 h 807"/>
                <a:gd name="T68" fmla="*/ 1 w 175"/>
                <a:gd name="T69" fmla="*/ 6 h 807"/>
                <a:gd name="T70" fmla="*/ 1 w 175"/>
                <a:gd name="T71" fmla="*/ 6 h 807"/>
                <a:gd name="T72" fmla="*/ 1 w 175"/>
                <a:gd name="T73" fmla="*/ 6 h 807"/>
                <a:gd name="T74" fmla="*/ 1 w 175"/>
                <a:gd name="T75" fmla="*/ 6 h 807"/>
                <a:gd name="T76" fmla="*/ 1 w 175"/>
                <a:gd name="T77" fmla="*/ 6 h 807"/>
                <a:gd name="T78" fmla="*/ 1 w 175"/>
                <a:gd name="T79" fmla="*/ 6 h 807"/>
                <a:gd name="T80" fmla="*/ 1 w 175"/>
                <a:gd name="T81" fmla="*/ 6 h 807"/>
                <a:gd name="T82" fmla="*/ 1 w 175"/>
                <a:gd name="T83" fmla="*/ 6 h 807"/>
                <a:gd name="T84" fmla="*/ 1 w 175"/>
                <a:gd name="T85" fmla="*/ 6 h 807"/>
                <a:gd name="T86" fmla="*/ 1 w 175"/>
                <a:gd name="T87" fmla="*/ 6 h 807"/>
                <a:gd name="T88" fmla="*/ 1 w 175"/>
                <a:gd name="T89" fmla="*/ 6 h 807"/>
                <a:gd name="T90" fmla="*/ 1 w 175"/>
                <a:gd name="T91" fmla="*/ 6 h 80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175"/>
                <a:gd name="T139" fmla="*/ 0 h 807"/>
                <a:gd name="T140" fmla="*/ 175 w 175"/>
                <a:gd name="T141" fmla="*/ 807 h 80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175" h="807">
                  <a:moveTo>
                    <a:pt x="169" y="740"/>
                  </a:moveTo>
                  <a:lnTo>
                    <a:pt x="169" y="739"/>
                  </a:lnTo>
                  <a:lnTo>
                    <a:pt x="149" y="698"/>
                  </a:lnTo>
                  <a:lnTo>
                    <a:pt x="133" y="656"/>
                  </a:lnTo>
                  <a:lnTo>
                    <a:pt x="120" y="611"/>
                  </a:lnTo>
                  <a:lnTo>
                    <a:pt x="108" y="565"/>
                  </a:lnTo>
                  <a:lnTo>
                    <a:pt x="100" y="520"/>
                  </a:lnTo>
                  <a:lnTo>
                    <a:pt x="96" y="472"/>
                  </a:lnTo>
                  <a:lnTo>
                    <a:pt x="93" y="425"/>
                  </a:lnTo>
                  <a:lnTo>
                    <a:pt x="93" y="377"/>
                  </a:lnTo>
                  <a:lnTo>
                    <a:pt x="96" y="330"/>
                  </a:lnTo>
                  <a:lnTo>
                    <a:pt x="100" y="283"/>
                  </a:lnTo>
                  <a:lnTo>
                    <a:pt x="106" y="238"/>
                  </a:lnTo>
                  <a:lnTo>
                    <a:pt x="115" y="195"/>
                  </a:lnTo>
                  <a:lnTo>
                    <a:pt x="126" y="153"/>
                  </a:lnTo>
                  <a:lnTo>
                    <a:pt x="139" y="114"/>
                  </a:lnTo>
                  <a:lnTo>
                    <a:pt x="153" y="77"/>
                  </a:lnTo>
                  <a:lnTo>
                    <a:pt x="169" y="43"/>
                  </a:lnTo>
                  <a:lnTo>
                    <a:pt x="87" y="0"/>
                  </a:lnTo>
                  <a:lnTo>
                    <a:pt x="69" y="39"/>
                  </a:lnTo>
                  <a:lnTo>
                    <a:pt x="52" y="81"/>
                  </a:lnTo>
                  <a:lnTo>
                    <a:pt x="37" y="127"/>
                  </a:lnTo>
                  <a:lnTo>
                    <a:pt x="24" y="174"/>
                  </a:lnTo>
                  <a:lnTo>
                    <a:pt x="15" y="222"/>
                  </a:lnTo>
                  <a:lnTo>
                    <a:pt x="7" y="271"/>
                  </a:lnTo>
                  <a:lnTo>
                    <a:pt x="2" y="323"/>
                  </a:lnTo>
                  <a:lnTo>
                    <a:pt x="0" y="374"/>
                  </a:lnTo>
                  <a:lnTo>
                    <a:pt x="0" y="427"/>
                  </a:lnTo>
                  <a:lnTo>
                    <a:pt x="2" y="479"/>
                  </a:lnTo>
                  <a:lnTo>
                    <a:pt x="9" y="531"/>
                  </a:lnTo>
                  <a:lnTo>
                    <a:pt x="17" y="584"/>
                  </a:lnTo>
                  <a:lnTo>
                    <a:pt x="29" y="635"/>
                  </a:lnTo>
                  <a:lnTo>
                    <a:pt x="44" y="686"/>
                  </a:lnTo>
                  <a:lnTo>
                    <a:pt x="65" y="736"/>
                  </a:lnTo>
                  <a:lnTo>
                    <a:pt x="87" y="784"/>
                  </a:lnTo>
                  <a:lnTo>
                    <a:pt x="87" y="782"/>
                  </a:lnTo>
                  <a:lnTo>
                    <a:pt x="87" y="784"/>
                  </a:lnTo>
                  <a:lnTo>
                    <a:pt x="100" y="799"/>
                  </a:lnTo>
                  <a:lnTo>
                    <a:pt x="117" y="807"/>
                  </a:lnTo>
                  <a:lnTo>
                    <a:pt x="134" y="807"/>
                  </a:lnTo>
                  <a:lnTo>
                    <a:pt x="151" y="801"/>
                  </a:lnTo>
                  <a:lnTo>
                    <a:pt x="164" y="791"/>
                  </a:lnTo>
                  <a:lnTo>
                    <a:pt x="173" y="777"/>
                  </a:lnTo>
                  <a:lnTo>
                    <a:pt x="175" y="759"/>
                  </a:lnTo>
                  <a:lnTo>
                    <a:pt x="169" y="739"/>
                  </a:lnTo>
                  <a:lnTo>
                    <a:pt x="169" y="74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9221" name="Freeform 33"/>
            <p:cNvSpPr>
              <a:spLocks/>
            </p:cNvSpPr>
            <p:nvPr/>
          </p:nvSpPr>
          <p:spPr bwMode="auto">
            <a:xfrm>
              <a:off x="1299" y="1681"/>
              <a:ext cx="157" cy="281"/>
            </a:xfrm>
            <a:custGeom>
              <a:avLst/>
              <a:gdLst>
                <a:gd name="T0" fmla="*/ 6 w 787"/>
                <a:gd name="T1" fmla="*/ 11 h 1404"/>
                <a:gd name="T2" fmla="*/ 6 w 787"/>
                <a:gd name="T3" fmla="*/ 11 h 1404"/>
                <a:gd name="T4" fmla="*/ 1 w 787"/>
                <a:gd name="T5" fmla="*/ 0 h 1404"/>
                <a:gd name="T6" fmla="*/ 0 w 787"/>
                <a:gd name="T7" fmla="*/ 0 h 1404"/>
                <a:gd name="T8" fmla="*/ 6 w 787"/>
                <a:gd name="T9" fmla="*/ 11 h 1404"/>
                <a:gd name="T10" fmla="*/ 6 w 787"/>
                <a:gd name="T11" fmla="*/ 11 h 1404"/>
                <a:gd name="T12" fmla="*/ 6 w 787"/>
                <a:gd name="T13" fmla="*/ 11 h 1404"/>
                <a:gd name="T14" fmla="*/ 6 w 787"/>
                <a:gd name="T15" fmla="*/ 11 h 1404"/>
                <a:gd name="T16" fmla="*/ 6 w 787"/>
                <a:gd name="T17" fmla="*/ 11 h 1404"/>
                <a:gd name="T18" fmla="*/ 6 w 787"/>
                <a:gd name="T19" fmla="*/ 11 h 1404"/>
                <a:gd name="T20" fmla="*/ 6 w 787"/>
                <a:gd name="T21" fmla="*/ 11 h 1404"/>
                <a:gd name="T22" fmla="*/ 6 w 787"/>
                <a:gd name="T23" fmla="*/ 11 h 1404"/>
                <a:gd name="T24" fmla="*/ 6 w 787"/>
                <a:gd name="T25" fmla="*/ 11 h 1404"/>
                <a:gd name="T26" fmla="*/ 6 w 787"/>
                <a:gd name="T27" fmla="*/ 11 h 1404"/>
                <a:gd name="T28" fmla="*/ 6 w 787"/>
                <a:gd name="T29" fmla="*/ 11 h 1404"/>
                <a:gd name="T30" fmla="*/ 6 w 787"/>
                <a:gd name="T31" fmla="*/ 11 h 1404"/>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787"/>
                <a:gd name="T49" fmla="*/ 0 h 1404"/>
                <a:gd name="T50" fmla="*/ 787 w 787"/>
                <a:gd name="T51" fmla="*/ 1404 h 1404"/>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787" h="1404">
                  <a:moveTo>
                    <a:pt x="781" y="1334"/>
                  </a:moveTo>
                  <a:lnTo>
                    <a:pt x="781" y="1337"/>
                  </a:lnTo>
                  <a:lnTo>
                    <a:pt x="82" y="0"/>
                  </a:lnTo>
                  <a:lnTo>
                    <a:pt x="0" y="42"/>
                  </a:lnTo>
                  <a:lnTo>
                    <a:pt x="699" y="1379"/>
                  </a:lnTo>
                  <a:lnTo>
                    <a:pt x="699" y="1381"/>
                  </a:lnTo>
                  <a:lnTo>
                    <a:pt x="699" y="1379"/>
                  </a:lnTo>
                  <a:lnTo>
                    <a:pt x="712" y="1395"/>
                  </a:lnTo>
                  <a:lnTo>
                    <a:pt x="727" y="1402"/>
                  </a:lnTo>
                  <a:lnTo>
                    <a:pt x="744" y="1404"/>
                  </a:lnTo>
                  <a:lnTo>
                    <a:pt x="761" y="1398"/>
                  </a:lnTo>
                  <a:lnTo>
                    <a:pt x="775" y="1388"/>
                  </a:lnTo>
                  <a:lnTo>
                    <a:pt x="784" y="1373"/>
                  </a:lnTo>
                  <a:lnTo>
                    <a:pt x="787" y="1357"/>
                  </a:lnTo>
                  <a:lnTo>
                    <a:pt x="781" y="1337"/>
                  </a:lnTo>
                  <a:lnTo>
                    <a:pt x="781" y="13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9222" name="Freeform 34"/>
            <p:cNvSpPr>
              <a:spLocks/>
            </p:cNvSpPr>
            <p:nvPr/>
          </p:nvSpPr>
          <p:spPr bwMode="auto">
            <a:xfrm>
              <a:off x="1439" y="1948"/>
              <a:ext cx="125" cy="76"/>
            </a:xfrm>
            <a:custGeom>
              <a:avLst/>
              <a:gdLst>
                <a:gd name="T0" fmla="*/ 5 w 628"/>
                <a:gd name="T1" fmla="*/ 2 h 383"/>
                <a:gd name="T2" fmla="*/ 5 w 628"/>
                <a:gd name="T3" fmla="*/ 2 h 383"/>
                <a:gd name="T4" fmla="*/ 4 w 628"/>
                <a:gd name="T5" fmla="*/ 2 h 383"/>
                <a:gd name="T6" fmla="*/ 4 w 628"/>
                <a:gd name="T7" fmla="*/ 2 h 383"/>
                <a:gd name="T8" fmla="*/ 4 w 628"/>
                <a:gd name="T9" fmla="*/ 2 h 383"/>
                <a:gd name="T10" fmla="*/ 3 w 628"/>
                <a:gd name="T11" fmla="*/ 2 h 383"/>
                <a:gd name="T12" fmla="*/ 3 w 628"/>
                <a:gd name="T13" fmla="*/ 2 h 383"/>
                <a:gd name="T14" fmla="*/ 3 w 628"/>
                <a:gd name="T15" fmla="*/ 2 h 383"/>
                <a:gd name="T16" fmla="*/ 3 w 628"/>
                <a:gd name="T17" fmla="*/ 2 h 383"/>
                <a:gd name="T18" fmla="*/ 2 w 628"/>
                <a:gd name="T19" fmla="*/ 2 h 383"/>
                <a:gd name="T20" fmla="*/ 2 w 628"/>
                <a:gd name="T21" fmla="*/ 2 h 383"/>
                <a:gd name="T22" fmla="*/ 2 w 628"/>
                <a:gd name="T23" fmla="*/ 1 h 383"/>
                <a:gd name="T24" fmla="*/ 2 w 628"/>
                <a:gd name="T25" fmla="*/ 1 h 383"/>
                <a:gd name="T26" fmla="*/ 1 w 628"/>
                <a:gd name="T27" fmla="*/ 1 h 383"/>
                <a:gd name="T28" fmla="*/ 1 w 628"/>
                <a:gd name="T29" fmla="*/ 1 h 383"/>
                <a:gd name="T30" fmla="*/ 1 w 628"/>
                <a:gd name="T31" fmla="*/ 1 h 383"/>
                <a:gd name="T32" fmla="*/ 1 w 628"/>
                <a:gd name="T33" fmla="*/ 0 h 383"/>
                <a:gd name="T34" fmla="*/ 1 w 628"/>
                <a:gd name="T35" fmla="*/ 0 h 383"/>
                <a:gd name="T36" fmla="*/ 0 w 628"/>
                <a:gd name="T37" fmla="*/ 0 h 383"/>
                <a:gd name="T38" fmla="*/ 0 w 628"/>
                <a:gd name="T39" fmla="*/ 1 h 383"/>
                <a:gd name="T40" fmla="*/ 0 w 628"/>
                <a:gd name="T41" fmla="*/ 1 h 383"/>
                <a:gd name="T42" fmla="*/ 1 w 628"/>
                <a:gd name="T43" fmla="*/ 1 h 383"/>
                <a:gd name="T44" fmla="*/ 1 w 628"/>
                <a:gd name="T45" fmla="*/ 1 h 383"/>
                <a:gd name="T46" fmla="*/ 1 w 628"/>
                <a:gd name="T47" fmla="*/ 2 h 383"/>
                <a:gd name="T48" fmla="*/ 1 w 628"/>
                <a:gd name="T49" fmla="*/ 2 h 383"/>
                <a:gd name="T50" fmla="*/ 2 w 628"/>
                <a:gd name="T51" fmla="*/ 2 h 383"/>
                <a:gd name="T52" fmla="*/ 2 w 628"/>
                <a:gd name="T53" fmla="*/ 2 h 383"/>
                <a:gd name="T54" fmla="*/ 2 w 628"/>
                <a:gd name="T55" fmla="*/ 2 h 383"/>
                <a:gd name="T56" fmla="*/ 3 w 628"/>
                <a:gd name="T57" fmla="*/ 3 h 383"/>
                <a:gd name="T58" fmla="*/ 3 w 628"/>
                <a:gd name="T59" fmla="*/ 3 h 383"/>
                <a:gd name="T60" fmla="*/ 3 w 628"/>
                <a:gd name="T61" fmla="*/ 3 h 383"/>
                <a:gd name="T62" fmla="*/ 4 w 628"/>
                <a:gd name="T63" fmla="*/ 3 h 383"/>
                <a:gd name="T64" fmla="*/ 4 w 628"/>
                <a:gd name="T65" fmla="*/ 3 h 383"/>
                <a:gd name="T66" fmla="*/ 4 w 628"/>
                <a:gd name="T67" fmla="*/ 3 h 383"/>
                <a:gd name="T68" fmla="*/ 5 w 628"/>
                <a:gd name="T69" fmla="*/ 3 h 383"/>
                <a:gd name="T70" fmla="*/ 5 w 628"/>
                <a:gd name="T71" fmla="*/ 3 h 383"/>
                <a:gd name="T72" fmla="*/ 5 w 628"/>
                <a:gd name="T73" fmla="*/ 3 h 383"/>
                <a:gd name="T74" fmla="*/ 5 w 628"/>
                <a:gd name="T75" fmla="*/ 3 h 383"/>
                <a:gd name="T76" fmla="*/ 5 w 628"/>
                <a:gd name="T77" fmla="*/ 3 h 383"/>
                <a:gd name="T78" fmla="*/ 5 w 628"/>
                <a:gd name="T79" fmla="*/ 3 h 383"/>
                <a:gd name="T80" fmla="*/ 5 w 628"/>
                <a:gd name="T81" fmla="*/ 3 h 383"/>
                <a:gd name="T82" fmla="*/ 5 w 628"/>
                <a:gd name="T83" fmla="*/ 3 h 383"/>
                <a:gd name="T84" fmla="*/ 5 w 628"/>
                <a:gd name="T85" fmla="*/ 2 h 383"/>
                <a:gd name="T86" fmla="*/ 5 w 628"/>
                <a:gd name="T87" fmla="*/ 2 h 383"/>
                <a:gd name="T88" fmla="*/ 5 w 628"/>
                <a:gd name="T89" fmla="*/ 2 h 383"/>
                <a:gd name="T90" fmla="*/ 5 w 628"/>
                <a:gd name="T91" fmla="*/ 2 h 38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628"/>
                <a:gd name="T139" fmla="*/ 0 h 383"/>
                <a:gd name="T140" fmla="*/ 628 w 628"/>
                <a:gd name="T141" fmla="*/ 383 h 38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628" h="383">
                  <a:moveTo>
                    <a:pt x="581" y="289"/>
                  </a:moveTo>
                  <a:lnTo>
                    <a:pt x="582" y="289"/>
                  </a:lnTo>
                  <a:lnTo>
                    <a:pt x="541" y="287"/>
                  </a:lnTo>
                  <a:lnTo>
                    <a:pt x="500" y="283"/>
                  </a:lnTo>
                  <a:lnTo>
                    <a:pt x="462" y="276"/>
                  </a:lnTo>
                  <a:lnTo>
                    <a:pt x="424" y="268"/>
                  </a:lnTo>
                  <a:lnTo>
                    <a:pt x="389" y="255"/>
                  </a:lnTo>
                  <a:lnTo>
                    <a:pt x="352" y="242"/>
                  </a:lnTo>
                  <a:lnTo>
                    <a:pt x="320" y="227"/>
                  </a:lnTo>
                  <a:lnTo>
                    <a:pt x="287" y="209"/>
                  </a:lnTo>
                  <a:lnTo>
                    <a:pt x="255" y="189"/>
                  </a:lnTo>
                  <a:lnTo>
                    <a:pt x="226" y="168"/>
                  </a:lnTo>
                  <a:lnTo>
                    <a:pt x="198" y="145"/>
                  </a:lnTo>
                  <a:lnTo>
                    <a:pt x="172" y="119"/>
                  </a:lnTo>
                  <a:lnTo>
                    <a:pt x="146" y="92"/>
                  </a:lnTo>
                  <a:lnTo>
                    <a:pt x="122" y="64"/>
                  </a:lnTo>
                  <a:lnTo>
                    <a:pt x="100" y="33"/>
                  </a:lnTo>
                  <a:lnTo>
                    <a:pt x="82" y="0"/>
                  </a:lnTo>
                  <a:lnTo>
                    <a:pt x="0" y="47"/>
                  </a:lnTo>
                  <a:lnTo>
                    <a:pt x="23" y="85"/>
                  </a:lnTo>
                  <a:lnTo>
                    <a:pt x="49" y="120"/>
                  </a:lnTo>
                  <a:lnTo>
                    <a:pt x="76" y="153"/>
                  </a:lnTo>
                  <a:lnTo>
                    <a:pt x="104" y="185"/>
                  </a:lnTo>
                  <a:lnTo>
                    <a:pt x="137" y="215"/>
                  </a:lnTo>
                  <a:lnTo>
                    <a:pt x="170" y="241"/>
                  </a:lnTo>
                  <a:lnTo>
                    <a:pt x="204" y="267"/>
                  </a:lnTo>
                  <a:lnTo>
                    <a:pt x="240" y="289"/>
                  </a:lnTo>
                  <a:lnTo>
                    <a:pt x="277" y="309"/>
                  </a:lnTo>
                  <a:lnTo>
                    <a:pt x="317" y="329"/>
                  </a:lnTo>
                  <a:lnTo>
                    <a:pt x="358" y="344"/>
                  </a:lnTo>
                  <a:lnTo>
                    <a:pt x="400" y="357"/>
                  </a:lnTo>
                  <a:lnTo>
                    <a:pt x="444" y="367"/>
                  </a:lnTo>
                  <a:lnTo>
                    <a:pt x="488" y="374"/>
                  </a:lnTo>
                  <a:lnTo>
                    <a:pt x="534" y="380"/>
                  </a:lnTo>
                  <a:lnTo>
                    <a:pt x="580" y="383"/>
                  </a:lnTo>
                  <a:lnTo>
                    <a:pt x="581" y="383"/>
                  </a:lnTo>
                  <a:lnTo>
                    <a:pt x="580" y="383"/>
                  </a:lnTo>
                  <a:lnTo>
                    <a:pt x="600" y="379"/>
                  </a:lnTo>
                  <a:lnTo>
                    <a:pt x="615" y="369"/>
                  </a:lnTo>
                  <a:lnTo>
                    <a:pt x="624" y="353"/>
                  </a:lnTo>
                  <a:lnTo>
                    <a:pt x="628" y="337"/>
                  </a:lnTo>
                  <a:lnTo>
                    <a:pt x="625" y="319"/>
                  </a:lnTo>
                  <a:lnTo>
                    <a:pt x="617" y="304"/>
                  </a:lnTo>
                  <a:lnTo>
                    <a:pt x="602" y="294"/>
                  </a:lnTo>
                  <a:lnTo>
                    <a:pt x="582" y="289"/>
                  </a:lnTo>
                  <a:lnTo>
                    <a:pt x="581" y="28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9223" name="Freeform 35"/>
            <p:cNvSpPr>
              <a:spLocks/>
            </p:cNvSpPr>
            <p:nvPr/>
          </p:nvSpPr>
          <p:spPr bwMode="auto">
            <a:xfrm>
              <a:off x="1587" y="1880"/>
              <a:ext cx="85" cy="49"/>
            </a:xfrm>
            <a:custGeom>
              <a:avLst/>
              <a:gdLst>
                <a:gd name="T0" fmla="*/ 3 w 426"/>
                <a:gd name="T1" fmla="*/ 0 h 245"/>
                <a:gd name="T2" fmla="*/ 3 w 426"/>
                <a:gd name="T3" fmla="*/ 0 h 245"/>
                <a:gd name="T4" fmla="*/ 3 w 426"/>
                <a:gd name="T5" fmla="*/ 0 h 245"/>
                <a:gd name="T6" fmla="*/ 3 w 426"/>
                <a:gd name="T7" fmla="*/ 0 h 245"/>
                <a:gd name="T8" fmla="*/ 2 w 426"/>
                <a:gd name="T9" fmla="*/ 0 h 245"/>
                <a:gd name="T10" fmla="*/ 2 w 426"/>
                <a:gd name="T11" fmla="*/ 0 h 245"/>
                <a:gd name="T12" fmla="*/ 2 w 426"/>
                <a:gd name="T13" fmla="*/ 0 h 245"/>
                <a:gd name="T14" fmla="*/ 2 w 426"/>
                <a:gd name="T15" fmla="*/ 0 h 245"/>
                <a:gd name="T16" fmla="*/ 1 w 426"/>
                <a:gd name="T17" fmla="*/ 0 h 245"/>
                <a:gd name="T18" fmla="*/ 1 w 426"/>
                <a:gd name="T19" fmla="*/ 1 h 245"/>
                <a:gd name="T20" fmla="*/ 1 w 426"/>
                <a:gd name="T21" fmla="*/ 1 h 245"/>
                <a:gd name="T22" fmla="*/ 1 w 426"/>
                <a:gd name="T23" fmla="*/ 1 h 245"/>
                <a:gd name="T24" fmla="*/ 0 w 426"/>
                <a:gd name="T25" fmla="*/ 1 h 245"/>
                <a:gd name="T26" fmla="*/ 0 w 426"/>
                <a:gd name="T27" fmla="*/ 1 h 245"/>
                <a:gd name="T28" fmla="*/ 0 w 426"/>
                <a:gd name="T29" fmla="*/ 1 h 245"/>
                <a:gd name="T30" fmla="*/ 0 w 426"/>
                <a:gd name="T31" fmla="*/ 2 h 245"/>
                <a:gd name="T32" fmla="*/ 0 w 426"/>
                <a:gd name="T33" fmla="*/ 2 h 245"/>
                <a:gd name="T34" fmla="*/ 0 w 426"/>
                <a:gd name="T35" fmla="*/ 2 h 245"/>
                <a:gd name="T36" fmla="*/ 0 w 426"/>
                <a:gd name="T37" fmla="*/ 2 h 245"/>
                <a:gd name="T38" fmla="*/ 0 w 426"/>
                <a:gd name="T39" fmla="*/ 2 h 245"/>
                <a:gd name="T40" fmla="*/ 0 w 426"/>
                <a:gd name="T41" fmla="*/ 2 h 245"/>
                <a:gd name="T42" fmla="*/ 0 w 426"/>
                <a:gd name="T43" fmla="*/ 1 h 245"/>
                <a:gd name="T44" fmla="*/ 0 w 426"/>
                <a:gd name="T45" fmla="*/ 1 h 245"/>
                <a:gd name="T46" fmla="*/ 0 w 426"/>
                <a:gd name="T47" fmla="*/ 1 h 245"/>
                <a:gd name="T48" fmla="*/ 1 w 426"/>
                <a:gd name="T49" fmla="*/ 1 h 245"/>
                <a:gd name="T50" fmla="*/ 1 w 426"/>
                <a:gd name="T51" fmla="*/ 1 h 245"/>
                <a:gd name="T52" fmla="*/ 1 w 426"/>
                <a:gd name="T53" fmla="*/ 1 h 245"/>
                <a:gd name="T54" fmla="*/ 1 w 426"/>
                <a:gd name="T55" fmla="*/ 1 h 245"/>
                <a:gd name="T56" fmla="*/ 2 w 426"/>
                <a:gd name="T57" fmla="*/ 0 h 245"/>
                <a:gd name="T58" fmla="*/ 2 w 426"/>
                <a:gd name="T59" fmla="*/ 0 h 245"/>
                <a:gd name="T60" fmla="*/ 2 w 426"/>
                <a:gd name="T61" fmla="*/ 0 h 245"/>
                <a:gd name="T62" fmla="*/ 2 w 426"/>
                <a:gd name="T63" fmla="*/ 0 h 245"/>
                <a:gd name="T64" fmla="*/ 3 w 426"/>
                <a:gd name="T65" fmla="*/ 0 h 245"/>
                <a:gd name="T66" fmla="*/ 3 w 426"/>
                <a:gd name="T67" fmla="*/ 0 h 245"/>
                <a:gd name="T68" fmla="*/ 3 w 426"/>
                <a:gd name="T69" fmla="*/ 0 h 245"/>
                <a:gd name="T70" fmla="*/ 3 w 426"/>
                <a:gd name="T71" fmla="*/ 0 h 245"/>
                <a:gd name="T72" fmla="*/ 3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426" y="0"/>
                  </a:moveTo>
                  <a:lnTo>
                    <a:pt x="426" y="0"/>
                  </a:lnTo>
                  <a:lnTo>
                    <a:pt x="384" y="1"/>
                  </a:lnTo>
                  <a:lnTo>
                    <a:pt x="340" y="4"/>
                  </a:lnTo>
                  <a:lnTo>
                    <a:pt x="300" y="10"/>
                  </a:lnTo>
                  <a:lnTo>
                    <a:pt x="262" y="18"/>
                  </a:lnTo>
                  <a:lnTo>
                    <a:pt x="224" y="29"/>
                  </a:lnTo>
                  <a:lnTo>
                    <a:pt x="189" y="41"/>
                  </a:lnTo>
                  <a:lnTo>
                    <a:pt x="157" y="55"/>
                  </a:lnTo>
                  <a:lnTo>
                    <a:pt x="126" y="70"/>
                  </a:lnTo>
                  <a:lnTo>
                    <a:pt x="99" y="89"/>
                  </a:lnTo>
                  <a:lnTo>
                    <a:pt x="74" y="106"/>
                  </a:lnTo>
                  <a:lnTo>
                    <a:pt x="52" y="126"/>
                  </a:lnTo>
                  <a:lnTo>
                    <a:pt x="34" y="148"/>
                  </a:lnTo>
                  <a:lnTo>
                    <a:pt x="19" y="171"/>
                  </a:lnTo>
                  <a:lnTo>
                    <a:pt x="9" y="194"/>
                  </a:lnTo>
                  <a:lnTo>
                    <a:pt x="3" y="219"/>
                  </a:lnTo>
                  <a:lnTo>
                    <a:pt x="0" y="245"/>
                  </a:lnTo>
                  <a:lnTo>
                    <a:pt x="12" y="245"/>
                  </a:lnTo>
                  <a:lnTo>
                    <a:pt x="15" y="221"/>
                  </a:lnTo>
                  <a:lnTo>
                    <a:pt x="20" y="199"/>
                  </a:lnTo>
                  <a:lnTo>
                    <a:pt x="31" y="178"/>
                  </a:lnTo>
                  <a:lnTo>
                    <a:pt x="44" y="156"/>
                  </a:lnTo>
                  <a:lnTo>
                    <a:pt x="61" y="136"/>
                  </a:lnTo>
                  <a:lnTo>
                    <a:pt x="81" y="116"/>
                  </a:lnTo>
                  <a:lnTo>
                    <a:pt x="106" y="98"/>
                  </a:lnTo>
                  <a:lnTo>
                    <a:pt x="133" y="82"/>
                  </a:lnTo>
                  <a:lnTo>
                    <a:pt x="162" y="66"/>
                  </a:lnTo>
                  <a:lnTo>
                    <a:pt x="194" y="52"/>
                  </a:lnTo>
                  <a:lnTo>
                    <a:pt x="229" y="41"/>
                  </a:lnTo>
                  <a:lnTo>
                    <a:pt x="264" y="30"/>
                  </a:lnTo>
                  <a:lnTo>
                    <a:pt x="303" y="22"/>
                  </a:lnTo>
                  <a:lnTo>
                    <a:pt x="343" y="16"/>
                  </a:lnTo>
                  <a:lnTo>
                    <a:pt x="384" y="12"/>
                  </a:lnTo>
                  <a:lnTo>
                    <a:pt x="426" y="11"/>
                  </a:lnTo>
                  <a:lnTo>
                    <a:pt x="42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9224" name="Freeform 36"/>
            <p:cNvSpPr>
              <a:spLocks/>
            </p:cNvSpPr>
            <p:nvPr/>
          </p:nvSpPr>
          <p:spPr bwMode="auto">
            <a:xfrm>
              <a:off x="1587" y="1929"/>
              <a:ext cx="85" cy="49"/>
            </a:xfrm>
            <a:custGeom>
              <a:avLst/>
              <a:gdLst>
                <a:gd name="T0" fmla="*/ 0 w 426"/>
                <a:gd name="T1" fmla="*/ 0 h 245"/>
                <a:gd name="T2" fmla="*/ 0 w 426"/>
                <a:gd name="T3" fmla="*/ 0 h 245"/>
                <a:gd name="T4" fmla="*/ 0 w 426"/>
                <a:gd name="T5" fmla="*/ 0 h 245"/>
                <a:gd name="T6" fmla="*/ 0 w 426"/>
                <a:gd name="T7" fmla="*/ 0 h 245"/>
                <a:gd name="T8" fmla="*/ 0 w 426"/>
                <a:gd name="T9" fmla="*/ 1 h 245"/>
                <a:gd name="T10" fmla="*/ 0 w 426"/>
                <a:gd name="T11" fmla="*/ 1 h 245"/>
                <a:gd name="T12" fmla="*/ 0 w 426"/>
                <a:gd name="T13" fmla="*/ 1 h 245"/>
                <a:gd name="T14" fmla="*/ 1 w 426"/>
                <a:gd name="T15" fmla="*/ 1 h 245"/>
                <a:gd name="T16" fmla="*/ 1 w 426"/>
                <a:gd name="T17" fmla="*/ 1 h 245"/>
                <a:gd name="T18" fmla="*/ 1 w 426"/>
                <a:gd name="T19" fmla="*/ 1 h 245"/>
                <a:gd name="T20" fmla="*/ 1 w 426"/>
                <a:gd name="T21" fmla="*/ 2 h 245"/>
                <a:gd name="T22" fmla="*/ 2 w 426"/>
                <a:gd name="T23" fmla="*/ 2 h 245"/>
                <a:gd name="T24" fmla="*/ 2 w 426"/>
                <a:gd name="T25" fmla="*/ 2 h 245"/>
                <a:gd name="T26" fmla="*/ 2 w 426"/>
                <a:gd name="T27" fmla="*/ 2 h 245"/>
                <a:gd name="T28" fmla="*/ 2 w 426"/>
                <a:gd name="T29" fmla="*/ 2 h 245"/>
                <a:gd name="T30" fmla="*/ 3 w 426"/>
                <a:gd name="T31" fmla="*/ 2 h 245"/>
                <a:gd name="T32" fmla="*/ 3 w 426"/>
                <a:gd name="T33" fmla="*/ 2 h 245"/>
                <a:gd name="T34" fmla="*/ 3 w 426"/>
                <a:gd name="T35" fmla="*/ 2 h 245"/>
                <a:gd name="T36" fmla="*/ 3 w 426"/>
                <a:gd name="T37" fmla="*/ 2 h 245"/>
                <a:gd name="T38" fmla="*/ 3 w 426"/>
                <a:gd name="T39" fmla="*/ 2 h 245"/>
                <a:gd name="T40" fmla="*/ 3 w 426"/>
                <a:gd name="T41" fmla="*/ 2 h 245"/>
                <a:gd name="T42" fmla="*/ 2 w 426"/>
                <a:gd name="T43" fmla="*/ 2 h 245"/>
                <a:gd name="T44" fmla="*/ 2 w 426"/>
                <a:gd name="T45" fmla="*/ 2 h 245"/>
                <a:gd name="T46" fmla="*/ 2 w 426"/>
                <a:gd name="T47" fmla="*/ 2 h 245"/>
                <a:gd name="T48" fmla="*/ 2 w 426"/>
                <a:gd name="T49" fmla="*/ 2 h 245"/>
                <a:gd name="T50" fmla="*/ 1 w 426"/>
                <a:gd name="T51" fmla="*/ 1 h 245"/>
                <a:gd name="T52" fmla="*/ 1 w 426"/>
                <a:gd name="T53" fmla="*/ 1 h 245"/>
                <a:gd name="T54" fmla="*/ 1 w 426"/>
                <a:gd name="T55" fmla="*/ 1 h 245"/>
                <a:gd name="T56" fmla="*/ 1 w 426"/>
                <a:gd name="T57" fmla="*/ 1 h 245"/>
                <a:gd name="T58" fmla="*/ 0 w 426"/>
                <a:gd name="T59" fmla="*/ 1 h 245"/>
                <a:gd name="T60" fmla="*/ 0 w 426"/>
                <a:gd name="T61" fmla="*/ 1 h 245"/>
                <a:gd name="T62" fmla="*/ 0 w 426"/>
                <a:gd name="T63" fmla="*/ 1 h 245"/>
                <a:gd name="T64" fmla="*/ 0 w 426"/>
                <a:gd name="T65" fmla="*/ 0 h 245"/>
                <a:gd name="T66" fmla="*/ 0 w 426"/>
                <a:gd name="T67" fmla="*/ 0 h 245"/>
                <a:gd name="T68" fmla="*/ 0 w 426"/>
                <a:gd name="T69" fmla="*/ 0 h 245"/>
                <a:gd name="T70" fmla="*/ 0 w 426"/>
                <a:gd name="T71" fmla="*/ 0 h 245"/>
                <a:gd name="T72" fmla="*/ 0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0" y="0"/>
                  </a:moveTo>
                  <a:lnTo>
                    <a:pt x="0" y="0"/>
                  </a:lnTo>
                  <a:lnTo>
                    <a:pt x="3" y="25"/>
                  </a:lnTo>
                  <a:lnTo>
                    <a:pt x="9" y="50"/>
                  </a:lnTo>
                  <a:lnTo>
                    <a:pt x="19" y="73"/>
                  </a:lnTo>
                  <a:lnTo>
                    <a:pt x="34" y="96"/>
                  </a:lnTo>
                  <a:lnTo>
                    <a:pt x="52" y="118"/>
                  </a:lnTo>
                  <a:lnTo>
                    <a:pt x="74" y="138"/>
                  </a:lnTo>
                  <a:lnTo>
                    <a:pt x="99" y="156"/>
                  </a:lnTo>
                  <a:lnTo>
                    <a:pt x="126" y="174"/>
                  </a:lnTo>
                  <a:lnTo>
                    <a:pt x="157" y="190"/>
                  </a:lnTo>
                  <a:lnTo>
                    <a:pt x="189" y="204"/>
                  </a:lnTo>
                  <a:lnTo>
                    <a:pt x="224" y="215"/>
                  </a:lnTo>
                  <a:lnTo>
                    <a:pt x="262" y="226"/>
                  </a:lnTo>
                  <a:lnTo>
                    <a:pt x="300" y="234"/>
                  </a:lnTo>
                  <a:lnTo>
                    <a:pt x="340" y="240"/>
                  </a:lnTo>
                  <a:lnTo>
                    <a:pt x="384" y="244"/>
                  </a:lnTo>
                  <a:lnTo>
                    <a:pt x="426" y="245"/>
                  </a:lnTo>
                  <a:lnTo>
                    <a:pt x="426" y="233"/>
                  </a:lnTo>
                  <a:lnTo>
                    <a:pt x="384" y="232"/>
                  </a:lnTo>
                  <a:lnTo>
                    <a:pt x="343" y="228"/>
                  </a:lnTo>
                  <a:lnTo>
                    <a:pt x="303" y="222"/>
                  </a:lnTo>
                  <a:lnTo>
                    <a:pt x="264" y="214"/>
                  </a:lnTo>
                  <a:lnTo>
                    <a:pt x="229" y="204"/>
                  </a:lnTo>
                  <a:lnTo>
                    <a:pt x="194" y="192"/>
                  </a:lnTo>
                  <a:lnTo>
                    <a:pt x="162" y="178"/>
                  </a:lnTo>
                  <a:lnTo>
                    <a:pt x="133" y="163"/>
                  </a:lnTo>
                  <a:lnTo>
                    <a:pt x="106" y="146"/>
                  </a:lnTo>
                  <a:lnTo>
                    <a:pt x="81" y="129"/>
                  </a:lnTo>
                  <a:lnTo>
                    <a:pt x="61" y="109"/>
                  </a:lnTo>
                  <a:lnTo>
                    <a:pt x="44" y="89"/>
                  </a:lnTo>
                  <a:lnTo>
                    <a:pt x="31" y="66"/>
                  </a:lnTo>
                  <a:lnTo>
                    <a:pt x="20" y="45"/>
                  </a:lnTo>
                  <a:lnTo>
                    <a:pt x="15" y="2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9225" name="Freeform 37"/>
            <p:cNvSpPr>
              <a:spLocks/>
            </p:cNvSpPr>
            <p:nvPr/>
          </p:nvSpPr>
          <p:spPr bwMode="auto">
            <a:xfrm>
              <a:off x="878" y="1448"/>
              <a:ext cx="792" cy="954"/>
            </a:xfrm>
            <a:custGeom>
              <a:avLst/>
              <a:gdLst>
                <a:gd name="T0" fmla="*/ 13 w 3960"/>
                <a:gd name="T1" fmla="*/ 38 h 4768"/>
                <a:gd name="T2" fmla="*/ 14 w 3960"/>
                <a:gd name="T3" fmla="*/ 38 h 4768"/>
                <a:gd name="T4" fmla="*/ 15 w 3960"/>
                <a:gd name="T5" fmla="*/ 38 h 4768"/>
                <a:gd name="T6" fmla="*/ 15 w 3960"/>
                <a:gd name="T7" fmla="*/ 38 h 4768"/>
                <a:gd name="T8" fmla="*/ 16 w 3960"/>
                <a:gd name="T9" fmla="*/ 38 h 4768"/>
                <a:gd name="T10" fmla="*/ 17 w 3960"/>
                <a:gd name="T11" fmla="*/ 38 h 4768"/>
                <a:gd name="T12" fmla="*/ 17 w 3960"/>
                <a:gd name="T13" fmla="*/ 38 h 4768"/>
                <a:gd name="T14" fmla="*/ 18 w 3960"/>
                <a:gd name="T15" fmla="*/ 38 h 4768"/>
                <a:gd name="T16" fmla="*/ 18 w 3960"/>
                <a:gd name="T17" fmla="*/ 38 h 4768"/>
                <a:gd name="T18" fmla="*/ 29 w 3960"/>
                <a:gd name="T19" fmla="*/ 30 h 4768"/>
                <a:gd name="T20" fmla="*/ 30 w 3960"/>
                <a:gd name="T21" fmla="*/ 30 h 4768"/>
                <a:gd name="T22" fmla="*/ 30 w 3960"/>
                <a:gd name="T23" fmla="*/ 29 h 4768"/>
                <a:gd name="T24" fmla="*/ 31 w 3960"/>
                <a:gd name="T25" fmla="*/ 28 h 4768"/>
                <a:gd name="T26" fmla="*/ 31 w 3960"/>
                <a:gd name="T27" fmla="*/ 28 h 4768"/>
                <a:gd name="T28" fmla="*/ 31 w 3960"/>
                <a:gd name="T29" fmla="*/ 27 h 4768"/>
                <a:gd name="T30" fmla="*/ 32 w 3960"/>
                <a:gd name="T31" fmla="*/ 26 h 4768"/>
                <a:gd name="T32" fmla="*/ 32 w 3960"/>
                <a:gd name="T33" fmla="*/ 25 h 4768"/>
                <a:gd name="T34" fmla="*/ 32 w 3960"/>
                <a:gd name="T35" fmla="*/ 11 h 4768"/>
                <a:gd name="T36" fmla="*/ 32 w 3960"/>
                <a:gd name="T37" fmla="*/ 10 h 4768"/>
                <a:gd name="T38" fmla="*/ 31 w 3960"/>
                <a:gd name="T39" fmla="*/ 9 h 4768"/>
                <a:gd name="T40" fmla="*/ 31 w 3960"/>
                <a:gd name="T41" fmla="*/ 9 h 4768"/>
                <a:gd name="T42" fmla="*/ 31 w 3960"/>
                <a:gd name="T43" fmla="*/ 8 h 4768"/>
                <a:gd name="T44" fmla="*/ 31 w 3960"/>
                <a:gd name="T45" fmla="*/ 8 h 4768"/>
                <a:gd name="T46" fmla="*/ 30 w 3960"/>
                <a:gd name="T47" fmla="*/ 7 h 4768"/>
                <a:gd name="T48" fmla="*/ 30 w 3960"/>
                <a:gd name="T49" fmla="*/ 7 h 4768"/>
                <a:gd name="T50" fmla="*/ 29 w 3960"/>
                <a:gd name="T51" fmla="*/ 6 h 4768"/>
                <a:gd name="T52" fmla="*/ 19 w 3960"/>
                <a:gd name="T53" fmla="*/ 1 h 4768"/>
                <a:gd name="T54" fmla="*/ 18 w 3960"/>
                <a:gd name="T55" fmla="*/ 0 h 4768"/>
                <a:gd name="T56" fmla="*/ 17 w 3960"/>
                <a:gd name="T57" fmla="*/ 0 h 4768"/>
                <a:gd name="T58" fmla="*/ 17 w 3960"/>
                <a:gd name="T59" fmla="*/ 0 h 4768"/>
                <a:gd name="T60" fmla="*/ 16 w 3960"/>
                <a:gd name="T61" fmla="*/ 0 h 4768"/>
                <a:gd name="T62" fmla="*/ 15 w 3960"/>
                <a:gd name="T63" fmla="*/ 0 h 4768"/>
                <a:gd name="T64" fmla="*/ 14 w 3960"/>
                <a:gd name="T65" fmla="*/ 0 h 4768"/>
                <a:gd name="T66" fmla="*/ 14 w 3960"/>
                <a:gd name="T67" fmla="*/ 0 h 4768"/>
                <a:gd name="T68" fmla="*/ 2 w 3960"/>
                <a:gd name="T69" fmla="*/ 6 h 4768"/>
                <a:gd name="T70" fmla="*/ 2 w 3960"/>
                <a:gd name="T71" fmla="*/ 7 h 4768"/>
                <a:gd name="T72" fmla="*/ 1 w 3960"/>
                <a:gd name="T73" fmla="*/ 7 h 4768"/>
                <a:gd name="T74" fmla="*/ 1 w 3960"/>
                <a:gd name="T75" fmla="*/ 8 h 4768"/>
                <a:gd name="T76" fmla="*/ 1 w 3960"/>
                <a:gd name="T77" fmla="*/ 8 h 4768"/>
                <a:gd name="T78" fmla="*/ 0 w 3960"/>
                <a:gd name="T79" fmla="*/ 9 h 4768"/>
                <a:gd name="T80" fmla="*/ 0 w 3960"/>
                <a:gd name="T81" fmla="*/ 9 h 4768"/>
                <a:gd name="T82" fmla="*/ 0 w 3960"/>
                <a:gd name="T83" fmla="*/ 10 h 4768"/>
                <a:gd name="T84" fmla="*/ 0 w 3960"/>
                <a:gd name="T85" fmla="*/ 11 h 4768"/>
                <a:gd name="T86" fmla="*/ 0 w 3960"/>
                <a:gd name="T87" fmla="*/ 25 h 4768"/>
                <a:gd name="T88" fmla="*/ 0 w 3960"/>
                <a:gd name="T89" fmla="*/ 26 h 4768"/>
                <a:gd name="T90" fmla="*/ 0 w 3960"/>
                <a:gd name="T91" fmla="*/ 27 h 4768"/>
                <a:gd name="T92" fmla="*/ 1 w 3960"/>
                <a:gd name="T93" fmla="*/ 28 h 4768"/>
                <a:gd name="T94" fmla="*/ 1 w 3960"/>
                <a:gd name="T95" fmla="*/ 29 h 4768"/>
                <a:gd name="T96" fmla="*/ 1 w 3960"/>
                <a:gd name="T97" fmla="*/ 29 h 4768"/>
                <a:gd name="T98" fmla="*/ 2 w 3960"/>
                <a:gd name="T99" fmla="*/ 30 h 4768"/>
                <a:gd name="T100" fmla="*/ 3 w 3960"/>
                <a:gd name="T101" fmla="*/ 31 h 4768"/>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w 3960"/>
                <a:gd name="T154" fmla="*/ 0 h 4768"/>
                <a:gd name="T155" fmla="*/ 3960 w 3960"/>
                <a:gd name="T156" fmla="*/ 4768 h 4768"/>
              </a:gdLst>
              <a:ahLst/>
              <a:cxnLst>
                <a:cxn ang="T102">
                  <a:pos x="T0" y="T1"/>
                </a:cxn>
                <a:cxn ang="T103">
                  <a:pos x="T2" y="T3"/>
                </a:cxn>
                <a:cxn ang="T104">
                  <a:pos x="T4" y="T5"/>
                </a:cxn>
                <a:cxn ang="T105">
                  <a:pos x="T6" y="T7"/>
                </a:cxn>
                <a:cxn ang="T106">
                  <a:pos x="T8" y="T9"/>
                </a:cxn>
                <a:cxn ang="T107">
                  <a:pos x="T10" y="T11"/>
                </a:cxn>
                <a:cxn ang="T108">
                  <a:pos x="T12" y="T13"/>
                </a:cxn>
                <a:cxn ang="T109">
                  <a:pos x="T14" y="T15"/>
                </a:cxn>
                <a:cxn ang="T110">
                  <a:pos x="T16" y="T17"/>
                </a:cxn>
                <a:cxn ang="T111">
                  <a:pos x="T18" y="T19"/>
                </a:cxn>
                <a:cxn ang="T112">
                  <a:pos x="T20" y="T21"/>
                </a:cxn>
                <a:cxn ang="T113">
                  <a:pos x="T22" y="T23"/>
                </a:cxn>
                <a:cxn ang="T114">
                  <a:pos x="T24" y="T25"/>
                </a:cxn>
                <a:cxn ang="T115">
                  <a:pos x="T26" y="T27"/>
                </a:cxn>
                <a:cxn ang="T116">
                  <a:pos x="T28" y="T29"/>
                </a:cxn>
                <a:cxn ang="T117">
                  <a:pos x="T30" y="T31"/>
                </a:cxn>
                <a:cxn ang="T118">
                  <a:pos x="T32" y="T33"/>
                </a:cxn>
                <a:cxn ang="T119">
                  <a:pos x="T34" y="T35"/>
                </a:cxn>
                <a:cxn ang="T120">
                  <a:pos x="T36" y="T37"/>
                </a:cxn>
                <a:cxn ang="T121">
                  <a:pos x="T38" y="T39"/>
                </a:cxn>
                <a:cxn ang="T122">
                  <a:pos x="T40" y="T41"/>
                </a:cxn>
                <a:cxn ang="T123">
                  <a:pos x="T42" y="T43"/>
                </a:cxn>
                <a:cxn ang="T124">
                  <a:pos x="T44" y="T45"/>
                </a:cxn>
                <a:cxn ang="T125">
                  <a:pos x="T46" y="T47"/>
                </a:cxn>
                <a:cxn ang="T126">
                  <a:pos x="T48" y="T49"/>
                </a:cxn>
                <a:cxn ang="T127">
                  <a:pos x="T50" y="T51"/>
                </a:cxn>
                <a:cxn ang="T128">
                  <a:pos x="T52" y="T53"/>
                </a:cxn>
                <a:cxn ang="T129">
                  <a:pos x="T54" y="T55"/>
                </a:cxn>
                <a:cxn ang="T130">
                  <a:pos x="T56" y="T57"/>
                </a:cxn>
                <a:cxn ang="T131">
                  <a:pos x="T58" y="T59"/>
                </a:cxn>
                <a:cxn ang="T132">
                  <a:pos x="T60" y="T61"/>
                </a:cxn>
                <a:cxn ang="T133">
                  <a:pos x="T62" y="T63"/>
                </a:cxn>
                <a:cxn ang="T134">
                  <a:pos x="T64" y="T65"/>
                </a:cxn>
                <a:cxn ang="T135">
                  <a:pos x="T66" y="T67"/>
                </a:cxn>
                <a:cxn ang="T136">
                  <a:pos x="T68" y="T69"/>
                </a:cxn>
                <a:cxn ang="T137">
                  <a:pos x="T70" y="T71"/>
                </a:cxn>
                <a:cxn ang="T138">
                  <a:pos x="T72" y="T73"/>
                </a:cxn>
                <a:cxn ang="T139">
                  <a:pos x="T74" y="T75"/>
                </a:cxn>
                <a:cxn ang="T140">
                  <a:pos x="T76" y="T77"/>
                </a:cxn>
                <a:cxn ang="T141">
                  <a:pos x="T78" y="T79"/>
                </a:cxn>
                <a:cxn ang="T142">
                  <a:pos x="T80" y="T81"/>
                </a:cxn>
                <a:cxn ang="T143">
                  <a:pos x="T82" y="T83"/>
                </a:cxn>
                <a:cxn ang="T144">
                  <a:pos x="T84" y="T85"/>
                </a:cxn>
                <a:cxn ang="T145">
                  <a:pos x="T86" y="T87"/>
                </a:cxn>
                <a:cxn ang="T146">
                  <a:pos x="T88" y="T89"/>
                </a:cxn>
                <a:cxn ang="T147">
                  <a:pos x="T90" y="T91"/>
                </a:cxn>
                <a:cxn ang="T148">
                  <a:pos x="T92" y="T93"/>
                </a:cxn>
                <a:cxn ang="T149">
                  <a:pos x="T94" y="T95"/>
                </a:cxn>
                <a:cxn ang="T150">
                  <a:pos x="T96" y="T97"/>
                </a:cxn>
                <a:cxn ang="T151">
                  <a:pos x="T98" y="T99"/>
                </a:cxn>
                <a:cxn ang="T152">
                  <a:pos x="T100" y="T101"/>
                </a:cxn>
              </a:cxnLst>
              <a:rect l="T153" t="T154" r="T155" b="T156"/>
              <a:pathLst>
                <a:path w="3960" h="4768">
                  <a:moveTo>
                    <a:pt x="353" y="3849"/>
                  </a:moveTo>
                  <a:lnTo>
                    <a:pt x="1661" y="4700"/>
                  </a:lnTo>
                  <a:lnTo>
                    <a:pt x="1697" y="4717"/>
                  </a:lnTo>
                  <a:lnTo>
                    <a:pt x="1736" y="4731"/>
                  </a:lnTo>
                  <a:lnTo>
                    <a:pt x="1776" y="4742"/>
                  </a:lnTo>
                  <a:lnTo>
                    <a:pt x="1818" y="4753"/>
                  </a:lnTo>
                  <a:lnTo>
                    <a:pt x="1860" y="4760"/>
                  </a:lnTo>
                  <a:lnTo>
                    <a:pt x="1902" y="4765"/>
                  </a:lnTo>
                  <a:lnTo>
                    <a:pt x="1946" y="4768"/>
                  </a:lnTo>
                  <a:lnTo>
                    <a:pt x="1988" y="4768"/>
                  </a:lnTo>
                  <a:lnTo>
                    <a:pt x="2031" y="4767"/>
                  </a:lnTo>
                  <a:lnTo>
                    <a:pt x="2073" y="4763"/>
                  </a:lnTo>
                  <a:lnTo>
                    <a:pt x="2114" y="4758"/>
                  </a:lnTo>
                  <a:lnTo>
                    <a:pt x="2154" y="4751"/>
                  </a:lnTo>
                  <a:lnTo>
                    <a:pt x="2193" y="4740"/>
                  </a:lnTo>
                  <a:lnTo>
                    <a:pt x="2230" y="4729"/>
                  </a:lnTo>
                  <a:lnTo>
                    <a:pt x="2264" y="4715"/>
                  </a:lnTo>
                  <a:lnTo>
                    <a:pt x="2297" y="4700"/>
                  </a:lnTo>
                  <a:lnTo>
                    <a:pt x="3639" y="3825"/>
                  </a:lnTo>
                  <a:lnTo>
                    <a:pt x="3673" y="3795"/>
                  </a:lnTo>
                  <a:lnTo>
                    <a:pt x="3707" y="3761"/>
                  </a:lnTo>
                  <a:lnTo>
                    <a:pt x="3738" y="3725"/>
                  </a:lnTo>
                  <a:lnTo>
                    <a:pt x="3768" y="3685"/>
                  </a:lnTo>
                  <a:lnTo>
                    <a:pt x="3796" y="3644"/>
                  </a:lnTo>
                  <a:lnTo>
                    <a:pt x="3821" y="3599"/>
                  </a:lnTo>
                  <a:lnTo>
                    <a:pt x="3846" y="3553"/>
                  </a:lnTo>
                  <a:lnTo>
                    <a:pt x="3868" y="3505"/>
                  </a:lnTo>
                  <a:lnTo>
                    <a:pt x="3888" y="3456"/>
                  </a:lnTo>
                  <a:lnTo>
                    <a:pt x="3907" y="3406"/>
                  </a:lnTo>
                  <a:lnTo>
                    <a:pt x="3922" y="3354"/>
                  </a:lnTo>
                  <a:lnTo>
                    <a:pt x="3935" y="3303"/>
                  </a:lnTo>
                  <a:lnTo>
                    <a:pt x="3946" y="3250"/>
                  </a:lnTo>
                  <a:lnTo>
                    <a:pt x="3953" y="3197"/>
                  </a:lnTo>
                  <a:lnTo>
                    <a:pt x="3957" y="3144"/>
                  </a:lnTo>
                  <a:lnTo>
                    <a:pt x="3960" y="3092"/>
                  </a:lnTo>
                  <a:lnTo>
                    <a:pt x="3959" y="1313"/>
                  </a:lnTo>
                  <a:lnTo>
                    <a:pt x="3955" y="1271"/>
                  </a:lnTo>
                  <a:lnTo>
                    <a:pt x="3949" y="1229"/>
                  </a:lnTo>
                  <a:lnTo>
                    <a:pt x="3941" y="1189"/>
                  </a:lnTo>
                  <a:lnTo>
                    <a:pt x="3930" y="1149"/>
                  </a:lnTo>
                  <a:lnTo>
                    <a:pt x="3918" y="1111"/>
                  </a:lnTo>
                  <a:lnTo>
                    <a:pt x="3902" y="1075"/>
                  </a:lnTo>
                  <a:lnTo>
                    <a:pt x="3886" y="1040"/>
                  </a:lnTo>
                  <a:lnTo>
                    <a:pt x="3867" y="1006"/>
                  </a:lnTo>
                  <a:lnTo>
                    <a:pt x="3846" y="973"/>
                  </a:lnTo>
                  <a:lnTo>
                    <a:pt x="3823" y="942"/>
                  </a:lnTo>
                  <a:lnTo>
                    <a:pt x="3798" y="913"/>
                  </a:lnTo>
                  <a:lnTo>
                    <a:pt x="3771" y="886"/>
                  </a:lnTo>
                  <a:lnTo>
                    <a:pt x="3743" y="860"/>
                  </a:lnTo>
                  <a:lnTo>
                    <a:pt x="3714" y="837"/>
                  </a:lnTo>
                  <a:lnTo>
                    <a:pt x="3682" y="816"/>
                  </a:lnTo>
                  <a:lnTo>
                    <a:pt x="3649" y="796"/>
                  </a:lnTo>
                  <a:lnTo>
                    <a:pt x="2386" y="83"/>
                  </a:lnTo>
                  <a:lnTo>
                    <a:pt x="2350" y="65"/>
                  </a:lnTo>
                  <a:lnTo>
                    <a:pt x="2310" y="50"/>
                  </a:lnTo>
                  <a:lnTo>
                    <a:pt x="2268" y="36"/>
                  </a:lnTo>
                  <a:lnTo>
                    <a:pt x="2223" y="24"/>
                  </a:lnTo>
                  <a:lnTo>
                    <a:pt x="2178" y="15"/>
                  </a:lnTo>
                  <a:lnTo>
                    <a:pt x="2131" y="8"/>
                  </a:lnTo>
                  <a:lnTo>
                    <a:pt x="2082" y="3"/>
                  </a:lnTo>
                  <a:lnTo>
                    <a:pt x="2032" y="0"/>
                  </a:lnTo>
                  <a:lnTo>
                    <a:pt x="1982" y="1"/>
                  </a:lnTo>
                  <a:lnTo>
                    <a:pt x="1933" y="3"/>
                  </a:lnTo>
                  <a:lnTo>
                    <a:pt x="1882" y="9"/>
                  </a:lnTo>
                  <a:lnTo>
                    <a:pt x="1833" y="17"/>
                  </a:lnTo>
                  <a:lnTo>
                    <a:pt x="1785" y="29"/>
                  </a:lnTo>
                  <a:lnTo>
                    <a:pt x="1737" y="43"/>
                  </a:lnTo>
                  <a:lnTo>
                    <a:pt x="1691" y="62"/>
                  </a:lnTo>
                  <a:lnTo>
                    <a:pt x="1647" y="83"/>
                  </a:lnTo>
                  <a:lnTo>
                    <a:pt x="311" y="782"/>
                  </a:lnTo>
                  <a:lnTo>
                    <a:pt x="276" y="803"/>
                  </a:lnTo>
                  <a:lnTo>
                    <a:pt x="243" y="826"/>
                  </a:lnTo>
                  <a:lnTo>
                    <a:pt x="213" y="852"/>
                  </a:lnTo>
                  <a:lnTo>
                    <a:pt x="184" y="879"/>
                  </a:lnTo>
                  <a:lnTo>
                    <a:pt x="155" y="908"/>
                  </a:lnTo>
                  <a:lnTo>
                    <a:pt x="131" y="939"/>
                  </a:lnTo>
                  <a:lnTo>
                    <a:pt x="107" y="971"/>
                  </a:lnTo>
                  <a:lnTo>
                    <a:pt x="86" y="1005"/>
                  </a:lnTo>
                  <a:lnTo>
                    <a:pt x="68" y="1040"/>
                  </a:lnTo>
                  <a:lnTo>
                    <a:pt x="50" y="1076"/>
                  </a:lnTo>
                  <a:lnTo>
                    <a:pt x="36" y="1115"/>
                  </a:lnTo>
                  <a:lnTo>
                    <a:pt x="23" y="1153"/>
                  </a:lnTo>
                  <a:lnTo>
                    <a:pt x="14" y="1195"/>
                  </a:lnTo>
                  <a:lnTo>
                    <a:pt x="7" y="1236"/>
                  </a:lnTo>
                  <a:lnTo>
                    <a:pt x="2" y="1279"/>
                  </a:lnTo>
                  <a:lnTo>
                    <a:pt x="0" y="1322"/>
                  </a:lnTo>
                  <a:lnTo>
                    <a:pt x="0" y="3093"/>
                  </a:lnTo>
                  <a:lnTo>
                    <a:pt x="2" y="3147"/>
                  </a:lnTo>
                  <a:lnTo>
                    <a:pt x="7" y="3202"/>
                  </a:lnTo>
                  <a:lnTo>
                    <a:pt x="15" y="3257"/>
                  </a:lnTo>
                  <a:lnTo>
                    <a:pt x="27" y="3312"/>
                  </a:lnTo>
                  <a:lnTo>
                    <a:pt x="42" y="3366"/>
                  </a:lnTo>
                  <a:lnTo>
                    <a:pt x="59" y="3420"/>
                  </a:lnTo>
                  <a:lnTo>
                    <a:pt x="79" y="3474"/>
                  </a:lnTo>
                  <a:lnTo>
                    <a:pt x="102" y="3525"/>
                  </a:lnTo>
                  <a:lnTo>
                    <a:pt x="127" y="3576"/>
                  </a:lnTo>
                  <a:lnTo>
                    <a:pt x="154" y="3624"/>
                  </a:lnTo>
                  <a:lnTo>
                    <a:pt x="184" y="3670"/>
                  </a:lnTo>
                  <a:lnTo>
                    <a:pt x="214" y="3712"/>
                  </a:lnTo>
                  <a:lnTo>
                    <a:pt x="247" y="3752"/>
                  </a:lnTo>
                  <a:lnTo>
                    <a:pt x="281" y="3788"/>
                  </a:lnTo>
                  <a:lnTo>
                    <a:pt x="317" y="3821"/>
                  </a:lnTo>
                  <a:lnTo>
                    <a:pt x="353" y="384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9226" name="Freeform 38"/>
            <p:cNvSpPr>
              <a:spLocks/>
            </p:cNvSpPr>
            <p:nvPr/>
          </p:nvSpPr>
          <p:spPr bwMode="auto">
            <a:xfrm>
              <a:off x="943" y="2210"/>
              <a:ext cx="276" cy="187"/>
            </a:xfrm>
            <a:custGeom>
              <a:avLst/>
              <a:gdLst>
                <a:gd name="T0" fmla="*/ 11 w 1380"/>
                <a:gd name="T1" fmla="*/ 7 h 937"/>
                <a:gd name="T2" fmla="*/ 11 w 1380"/>
                <a:gd name="T3" fmla="*/ 7 h 937"/>
                <a:gd name="T4" fmla="*/ 0 w 1380"/>
                <a:gd name="T5" fmla="*/ 0 h 937"/>
                <a:gd name="T6" fmla="*/ 0 w 1380"/>
                <a:gd name="T7" fmla="*/ 1 h 937"/>
                <a:gd name="T8" fmla="*/ 10 w 1380"/>
                <a:gd name="T9" fmla="*/ 7 h 937"/>
                <a:gd name="T10" fmla="*/ 10 w 1380"/>
                <a:gd name="T11" fmla="*/ 7 h 937"/>
                <a:gd name="T12" fmla="*/ 10 w 1380"/>
                <a:gd name="T13" fmla="*/ 7 h 937"/>
                <a:gd name="T14" fmla="*/ 11 w 1380"/>
                <a:gd name="T15" fmla="*/ 7 h 937"/>
                <a:gd name="T16" fmla="*/ 11 w 1380"/>
                <a:gd name="T17" fmla="*/ 7 h 937"/>
                <a:gd name="T18" fmla="*/ 11 w 1380"/>
                <a:gd name="T19" fmla="*/ 7 h 937"/>
                <a:gd name="T20" fmla="*/ 11 w 1380"/>
                <a:gd name="T21" fmla="*/ 7 h 937"/>
                <a:gd name="T22" fmla="*/ 11 w 1380"/>
                <a:gd name="T23" fmla="*/ 7 h 937"/>
                <a:gd name="T24" fmla="*/ 11 w 1380"/>
                <a:gd name="T25" fmla="*/ 7 h 937"/>
                <a:gd name="T26" fmla="*/ 11 w 1380"/>
                <a:gd name="T27" fmla="*/ 7 h 937"/>
                <a:gd name="T28" fmla="*/ 11 w 1380"/>
                <a:gd name="T29" fmla="*/ 7 h 937"/>
                <a:gd name="T30" fmla="*/ 11 w 1380"/>
                <a:gd name="T31" fmla="*/ 7 h 93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80"/>
                <a:gd name="T49" fmla="*/ 0 h 937"/>
                <a:gd name="T50" fmla="*/ 1380 w 1380"/>
                <a:gd name="T51" fmla="*/ 937 h 93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80" h="937">
                  <a:moveTo>
                    <a:pt x="1354" y="848"/>
                  </a:moveTo>
                  <a:lnTo>
                    <a:pt x="1359" y="851"/>
                  </a:lnTo>
                  <a:lnTo>
                    <a:pt x="51" y="0"/>
                  </a:lnTo>
                  <a:lnTo>
                    <a:pt x="0" y="78"/>
                  </a:lnTo>
                  <a:lnTo>
                    <a:pt x="1307" y="929"/>
                  </a:lnTo>
                  <a:lnTo>
                    <a:pt x="1312" y="932"/>
                  </a:lnTo>
                  <a:lnTo>
                    <a:pt x="1307" y="929"/>
                  </a:lnTo>
                  <a:lnTo>
                    <a:pt x="1326" y="937"/>
                  </a:lnTo>
                  <a:lnTo>
                    <a:pt x="1345" y="936"/>
                  </a:lnTo>
                  <a:lnTo>
                    <a:pt x="1360" y="929"/>
                  </a:lnTo>
                  <a:lnTo>
                    <a:pt x="1372" y="916"/>
                  </a:lnTo>
                  <a:lnTo>
                    <a:pt x="1379" y="899"/>
                  </a:lnTo>
                  <a:lnTo>
                    <a:pt x="1380" y="883"/>
                  </a:lnTo>
                  <a:lnTo>
                    <a:pt x="1374" y="865"/>
                  </a:lnTo>
                  <a:lnTo>
                    <a:pt x="1359" y="851"/>
                  </a:lnTo>
                  <a:lnTo>
                    <a:pt x="1354" y="84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9227" name="Freeform 39"/>
            <p:cNvSpPr>
              <a:spLocks/>
            </p:cNvSpPr>
            <p:nvPr/>
          </p:nvSpPr>
          <p:spPr bwMode="auto">
            <a:xfrm>
              <a:off x="1206" y="2379"/>
              <a:ext cx="140" cy="32"/>
            </a:xfrm>
            <a:custGeom>
              <a:avLst/>
              <a:gdLst>
                <a:gd name="T0" fmla="*/ 5 w 703"/>
                <a:gd name="T1" fmla="*/ 0 h 162"/>
                <a:gd name="T2" fmla="*/ 5 w 703"/>
                <a:gd name="T3" fmla="*/ 0 h 162"/>
                <a:gd name="T4" fmla="*/ 5 w 703"/>
                <a:gd name="T5" fmla="*/ 0 h 162"/>
                <a:gd name="T6" fmla="*/ 5 w 703"/>
                <a:gd name="T7" fmla="*/ 0 h 162"/>
                <a:gd name="T8" fmla="*/ 4 w 703"/>
                <a:gd name="T9" fmla="*/ 0 h 162"/>
                <a:gd name="T10" fmla="*/ 4 w 703"/>
                <a:gd name="T11" fmla="*/ 0 h 162"/>
                <a:gd name="T12" fmla="*/ 4 w 703"/>
                <a:gd name="T13" fmla="*/ 0 h 162"/>
                <a:gd name="T14" fmla="*/ 3 w 703"/>
                <a:gd name="T15" fmla="*/ 1 h 162"/>
                <a:gd name="T16" fmla="*/ 3 w 703"/>
                <a:gd name="T17" fmla="*/ 1 h 162"/>
                <a:gd name="T18" fmla="*/ 3 w 703"/>
                <a:gd name="T19" fmla="*/ 1 h 162"/>
                <a:gd name="T20" fmla="*/ 2 w 703"/>
                <a:gd name="T21" fmla="*/ 1 h 162"/>
                <a:gd name="T22" fmla="*/ 2 w 703"/>
                <a:gd name="T23" fmla="*/ 1 h 162"/>
                <a:gd name="T24" fmla="*/ 2 w 703"/>
                <a:gd name="T25" fmla="*/ 0 h 162"/>
                <a:gd name="T26" fmla="*/ 1 w 703"/>
                <a:gd name="T27" fmla="*/ 0 h 162"/>
                <a:gd name="T28" fmla="*/ 1 w 703"/>
                <a:gd name="T29" fmla="*/ 0 h 162"/>
                <a:gd name="T30" fmla="*/ 1 w 703"/>
                <a:gd name="T31" fmla="*/ 0 h 162"/>
                <a:gd name="T32" fmla="*/ 1 w 703"/>
                <a:gd name="T33" fmla="*/ 0 h 162"/>
                <a:gd name="T34" fmla="*/ 0 w 703"/>
                <a:gd name="T35" fmla="*/ 0 h 162"/>
                <a:gd name="T36" fmla="*/ 0 w 703"/>
                <a:gd name="T37" fmla="*/ 1 h 162"/>
                <a:gd name="T38" fmla="*/ 0 w 703"/>
                <a:gd name="T39" fmla="*/ 1 h 162"/>
                <a:gd name="T40" fmla="*/ 1 w 703"/>
                <a:gd name="T41" fmla="*/ 1 h 162"/>
                <a:gd name="T42" fmla="*/ 1 w 703"/>
                <a:gd name="T43" fmla="*/ 1 h 162"/>
                <a:gd name="T44" fmla="*/ 1 w 703"/>
                <a:gd name="T45" fmla="*/ 1 h 162"/>
                <a:gd name="T46" fmla="*/ 2 w 703"/>
                <a:gd name="T47" fmla="*/ 1 h 162"/>
                <a:gd name="T48" fmla="*/ 2 w 703"/>
                <a:gd name="T49" fmla="*/ 1 h 162"/>
                <a:gd name="T50" fmla="*/ 2 w 703"/>
                <a:gd name="T51" fmla="*/ 1 h 162"/>
                <a:gd name="T52" fmla="*/ 3 w 703"/>
                <a:gd name="T53" fmla="*/ 1 h 162"/>
                <a:gd name="T54" fmla="*/ 3 w 703"/>
                <a:gd name="T55" fmla="*/ 1 h 162"/>
                <a:gd name="T56" fmla="*/ 3 w 703"/>
                <a:gd name="T57" fmla="*/ 1 h 162"/>
                <a:gd name="T58" fmla="*/ 4 w 703"/>
                <a:gd name="T59" fmla="*/ 1 h 162"/>
                <a:gd name="T60" fmla="*/ 4 w 703"/>
                <a:gd name="T61" fmla="*/ 1 h 162"/>
                <a:gd name="T62" fmla="*/ 5 w 703"/>
                <a:gd name="T63" fmla="*/ 1 h 162"/>
                <a:gd name="T64" fmla="*/ 5 w 703"/>
                <a:gd name="T65" fmla="*/ 1 h 162"/>
                <a:gd name="T66" fmla="*/ 5 w 703"/>
                <a:gd name="T67" fmla="*/ 1 h 162"/>
                <a:gd name="T68" fmla="*/ 5 w 703"/>
                <a:gd name="T69" fmla="*/ 1 h 162"/>
                <a:gd name="T70" fmla="*/ 5 w 703"/>
                <a:gd name="T71" fmla="*/ 1 h 162"/>
                <a:gd name="T72" fmla="*/ 5 w 703"/>
                <a:gd name="T73" fmla="*/ 1 h 162"/>
                <a:gd name="T74" fmla="*/ 5 w 703"/>
                <a:gd name="T75" fmla="*/ 1 h 162"/>
                <a:gd name="T76" fmla="*/ 6 w 703"/>
                <a:gd name="T77" fmla="*/ 0 h 162"/>
                <a:gd name="T78" fmla="*/ 6 w 703"/>
                <a:gd name="T79" fmla="*/ 0 h 162"/>
                <a:gd name="T80" fmla="*/ 6 w 703"/>
                <a:gd name="T81" fmla="*/ 0 h 162"/>
                <a:gd name="T82" fmla="*/ 5 w 703"/>
                <a:gd name="T83" fmla="*/ 0 h 162"/>
                <a:gd name="T84" fmla="*/ 5 w 703"/>
                <a:gd name="T85" fmla="*/ 0 h 162"/>
                <a:gd name="T86" fmla="*/ 5 w 703"/>
                <a:gd name="T87" fmla="*/ 0 h 162"/>
                <a:gd name="T88" fmla="*/ 5 w 703"/>
                <a:gd name="T89" fmla="*/ 0 h 162"/>
                <a:gd name="T90" fmla="*/ 5 w 703"/>
                <a:gd name="T91" fmla="*/ 0 h 162"/>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703"/>
                <a:gd name="T139" fmla="*/ 0 h 162"/>
                <a:gd name="T140" fmla="*/ 703 w 703"/>
                <a:gd name="T141" fmla="*/ 162 h 162"/>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703" h="162">
                  <a:moveTo>
                    <a:pt x="631" y="8"/>
                  </a:moveTo>
                  <a:lnTo>
                    <a:pt x="636" y="6"/>
                  </a:lnTo>
                  <a:lnTo>
                    <a:pt x="606" y="20"/>
                  </a:lnTo>
                  <a:lnTo>
                    <a:pt x="575" y="32"/>
                  </a:lnTo>
                  <a:lnTo>
                    <a:pt x="540" y="42"/>
                  </a:lnTo>
                  <a:lnTo>
                    <a:pt x="504" y="52"/>
                  </a:lnTo>
                  <a:lnTo>
                    <a:pt x="467" y="59"/>
                  </a:lnTo>
                  <a:lnTo>
                    <a:pt x="428" y="64"/>
                  </a:lnTo>
                  <a:lnTo>
                    <a:pt x="389" y="67"/>
                  </a:lnTo>
                  <a:lnTo>
                    <a:pt x="348" y="68"/>
                  </a:lnTo>
                  <a:lnTo>
                    <a:pt x="308" y="68"/>
                  </a:lnTo>
                  <a:lnTo>
                    <a:pt x="267" y="65"/>
                  </a:lnTo>
                  <a:lnTo>
                    <a:pt x="226" y="61"/>
                  </a:lnTo>
                  <a:lnTo>
                    <a:pt x="187" y="54"/>
                  </a:lnTo>
                  <a:lnTo>
                    <a:pt x="148" y="44"/>
                  </a:lnTo>
                  <a:lnTo>
                    <a:pt x="110" y="33"/>
                  </a:lnTo>
                  <a:lnTo>
                    <a:pt x="75" y="20"/>
                  </a:lnTo>
                  <a:lnTo>
                    <a:pt x="42" y="5"/>
                  </a:lnTo>
                  <a:lnTo>
                    <a:pt x="0" y="89"/>
                  </a:lnTo>
                  <a:lnTo>
                    <a:pt x="40" y="107"/>
                  </a:lnTo>
                  <a:lnTo>
                    <a:pt x="82" y="122"/>
                  </a:lnTo>
                  <a:lnTo>
                    <a:pt x="124" y="135"/>
                  </a:lnTo>
                  <a:lnTo>
                    <a:pt x="169" y="146"/>
                  </a:lnTo>
                  <a:lnTo>
                    <a:pt x="214" y="153"/>
                  </a:lnTo>
                  <a:lnTo>
                    <a:pt x="258" y="158"/>
                  </a:lnTo>
                  <a:lnTo>
                    <a:pt x="303" y="162"/>
                  </a:lnTo>
                  <a:lnTo>
                    <a:pt x="348" y="162"/>
                  </a:lnTo>
                  <a:lnTo>
                    <a:pt x="394" y="161"/>
                  </a:lnTo>
                  <a:lnTo>
                    <a:pt x="439" y="157"/>
                  </a:lnTo>
                  <a:lnTo>
                    <a:pt x="481" y="150"/>
                  </a:lnTo>
                  <a:lnTo>
                    <a:pt x="525" y="143"/>
                  </a:lnTo>
                  <a:lnTo>
                    <a:pt x="566" y="132"/>
                  </a:lnTo>
                  <a:lnTo>
                    <a:pt x="606" y="121"/>
                  </a:lnTo>
                  <a:lnTo>
                    <a:pt x="643" y="105"/>
                  </a:lnTo>
                  <a:lnTo>
                    <a:pt x="678" y="88"/>
                  </a:lnTo>
                  <a:lnTo>
                    <a:pt x="683" y="86"/>
                  </a:lnTo>
                  <a:lnTo>
                    <a:pt x="678" y="88"/>
                  </a:lnTo>
                  <a:lnTo>
                    <a:pt x="695" y="75"/>
                  </a:lnTo>
                  <a:lnTo>
                    <a:pt x="702" y="60"/>
                  </a:lnTo>
                  <a:lnTo>
                    <a:pt x="703" y="42"/>
                  </a:lnTo>
                  <a:lnTo>
                    <a:pt x="698" y="26"/>
                  </a:lnTo>
                  <a:lnTo>
                    <a:pt x="688" y="12"/>
                  </a:lnTo>
                  <a:lnTo>
                    <a:pt x="674" y="3"/>
                  </a:lnTo>
                  <a:lnTo>
                    <a:pt x="656" y="0"/>
                  </a:lnTo>
                  <a:lnTo>
                    <a:pt x="636" y="6"/>
                  </a:lnTo>
                  <a:lnTo>
                    <a:pt x="631"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9228" name="Freeform 40"/>
            <p:cNvSpPr>
              <a:spLocks/>
            </p:cNvSpPr>
            <p:nvPr/>
          </p:nvSpPr>
          <p:spPr bwMode="auto">
            <a:xfrm>
              <a:off x="1332" y="2204"/>
              <a:ext cx="283" cy="192"/>
            </a:xfrm>
            <a:custGeom>
              <a:avLst/>
              <a:gdLst>
                <a:gd name="T0" fmla="*/ 11 w 1415"/>
                <a:gd name="T1" fmla="*/ 0 h 960"/>
                <a:gd name="T2" fmla="*/ 11 w 1415"/>
                <a:gd name="T3" fmla="*/ 0 h 960"/>
                <a:gd name="T4" fmla="*/ 0 w 1415"/>
                <a:gd name="T5" fmla="*/ 7 h 960"/>
                <a:gd name="T6" fmla="*/ 0 w 1415"/>
                <a:gd name="T7" fmla="*/ 8 h 960"/>
                <a:gd name="T8" fmla="*/ 11 w 1415"/>
                <a:gd name="T9" fmla="*/ 1 h 960"/>
                <a:gd name="T10" fmla="*/ 11 w 1415"/>
                <a:gd name="T11" fmla="*/ 1 h 960"/>
                <a:gd name="T12" fmla="*/ 11 w 1415"/>
                <a:gd name="T13" fmla="*/ 1 h 960"/>
                <a:gd name="T14" fmla="*/ 11 w 1415"/>
                <a:gd name="T15" fmla="*/ 1 h 960"/>
                <a:gd name="T16" fmla="*/ 11 w 1415"/>
                <a:gd name="T17" fmla="*/ 0 h 960"/>
                <a:gd name="T18" fmla="*/ 11 w 1415"/>
                <a:gd name="T19" fmla="*/ 0 h 960"/>
                <a:gd name="T20" fmla="*/ 11 w 1415"/>
                <a:gd name="T21" fmla="*/ 0 h 960"/>
                <a:gd name="T22" fmla="*/ 11 w 1415"/>
                <a:gd name="T23" fmla="*/ 0 h 960"/>
                <a:gd name="T24" fmla="*/ 11 w 1415"/>
                <a:gd name="T25" fmla="*/ 0 h 960"/>
                <a:gd name="T26" fmla="*/ 11 w 1415"/>
                <a:gd name="T27" fmla="*/ 0 h 960"/>
                <a:gd name="T28" fmla="*/ 11 w 1415"/>
                <a:gd name="T29" fmla="*/ 0 h 960"/>
                <a:gd name="T30" fmla="*/ 11 w 1415"/>
                <a:gd name="T31" fmla="*/ 0 h 96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15"/>
                <a:gd name="T49" fmla="*/ 0 h 960"/>
                <a:gd name="T50" fmla="*/ 1415 w 1415"/>
                <a:gd name="T51" fmla="*/ 960 h 96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15" h="960">
                  <a:moveTo>
                    <a:pt x="1338" y="10"/>
                  </a:moveTo>
                  <a:lnTo>
                    <a:pt x="1342" y="8"/>
                  </a:lnTo>
                  <a:lnTo>
                    <a:pt x="0" y="882"/>
                  </a:lnTo>
                  <a:lnTo>
                    <a:pt x="52" y="960"/>
                  </a:lnTo>
                  <a:lnTo>
                    <a:pt x="1393" y="85"/>
                  </a:lnTo>
                  <a:lnTo>
                    <a:pt x="1397" y="83"/>
                  </a:lnTo>
                  <a:lnTo>
                    <a:pt x="1393" y="85"/>
                  </a:lnTo>
                  <a:lnTo>
                    <a:pt x="1409" y="71"/>
                  </a:lnTo>
                  <a:lnTo>
                    <a:pt x="1415" y="53"/>
                  </a:lnTo>
                  <a:lnTo>
                    <a:pt x="1413" y="37"/>
                  </a:lnTo>
                  <a:lnTo>
                    <a:pt x="1406" y="21"/>
                  </a:lnTo>
                  <a:lnTo>
                    <a:pt x="1395" y="8"/>
                  </a:lnTo>
                  <a:lnTo>
                    <a:pt x="1379" y="1"/>
                  </a:lnTo>
                  <a:lnTo>
                    <a:pt x="1361" y="0"/>
                  </a:lnTo>
                  <a:lnTo>
                    <a:pt x="1342" y="8"/>
                  </a:lnTo>
                  <a:lnTo>
                    <a:pt x="1338" y="1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9229" name="Freeform 41"/>
            <p:cNvSpPr>
              <a:spLocks/>
            </p:cNvSpPr>
            <p:nvPr/>
          </p:nvSpPr>
          <p:spPr bwMode="auto">
            <a:xfrm>
              <a:off x="1599" y="2057"/>
              <a:ext cx="80" cy="163"/>
            </a:xfrm>
            <a:custGeom>
              <a:avLst/>
              <a:gdLst>
                <a:gd name="T0" fmla="*/ 2 w 398"/>
                <a:gd name="T1" fmla="*/ 0 h 817"/>
                <a:gd name="T2" fmla="*/ 2 w 398"/>
                <a:gd name="T3" fmla="*/ 0 h 817"/>
                <a:gd name="T4" fmla="*/ 2 w 398"/>
                <a:gd name="T5" fmla="*/ 1 h 817"/>
                <a:gd name="T6" fmla="*/ 2 w 398"/>
                <a:gd name="T7" fmla="*/ 1 h 817"/>
                <a:gd name="T8" fmla="*/ 2 w 398"/>
                <a:gd name="T9" fmla="*/ 2 h 817"/>
                <a:gd name="T10" fmla="*/ 2 w 398"/>
                <a:gd name="T11" fmla="*/ 2 h 817"/>
                <a:gd name="T12" fmla="*/ 2 w 398"/>
                <a:gd name="T13" fmla="*/ 2 h 817"/>
                <a:gd name="T14" fmla="*/ 2 w 398"/>
                <a:gd name="T15" fmla="*/ 3 h 817"/>
                <a:gd name="T16" fmla="*/ 2 w 398"/>
                <a:gd name="T17" fmla="*/ 3 h 817"/>
                <a:gd name="T18" fmla="*/ 2 w 398"/>
                <a:gd name="T19" fmla="*/ 4 h 817"/>
                <a:gd name="T20" fmla="*/ 2 w 398"/>
                <a:gd name="T21" fmla="*/ 4 h 817"/>
                <a:gd name="T22" fmla="*/ 1 w 398"/>
                <a:gd name="T23" fmla="*/ 4 h 817"/>
                <a:gd name="T24" fmla="*/ 1 w 398"/>
                <a:gd name="T25" fmla="*/ 5 h 817"/>
                <a:gd name="T26" fmla="*/ 1 w 398"/>
                <a:gd name="T27" fmla="*/ 5 h 817"/>
                <a:gd name="T28" fmla="*/ 1 w 398"/>
                <a:gd name="T29" fmla="*/ 5 h 817"/>
                <a:gd name="T30" fmla="*/ 1 w 398"/>
                <a:gd name="T31" fmla="*/ 5 h 817"/>
                <a:gd name="T32" fmla="*/ 0 w 398"/>
                <a:gd name="T33" fmla="*/ 6 h 817"/>
                <a:gd name="T34" fmla="*/ 0 w 398"/>
                <a:gd name="T35" fmla="*/ 6 h 817"/>
                <a:gd name="T36" fmla="*/ 0 w 398"/>
                <a:gd name="T37" fmla="*/ 7 h 817"/>
                <a:gd name="T38" fmla="*/ 1 w 398"/>
                <a:gd name="T39" fmla="*/ 6 h 817"/>
                <a:gd name="T40" fmla="*/ 1 w 398"/>
                <a:gd name="T41" fmla="*/ 6 h 817"/>
                <a:gd name="T42" fmla="*/ 1 w 398"/>
                <a:gd name="T43" fmla="*/ 6 h 817"/>
                <a:gd name="T44" fmla="*/ 2 w 398"/>
                <a:gd name="T45" fmla="*/ 5 h 817"/>
                <a:gd name="T46" fmla="*/ 2 w 398"/>
                <a:gd name="T47" fmla="*/ 5 h 817"/>
                <a:gd name="T48" fmla="*/ 2 w 398"/>
                <a:gd name="T49" fmla="*/ 5 h 817"/>
                <a:gd name="T50" fmla="*/ 2 w 398"/>
                <a:gd name="T51" fmla="*/ 4 h 817"/>
                <a:gd name="T52" fmla="*/ 2 w 398"/>
                <a:gd name="T53" fmla="*/ 4 h 817"/>
                <a:gd name="T54" fmla="*/ 3 w 398"/>
                <a:gd name="T55" fmla="*/ 3 h 817"/>
                <a:gd name="T56" fmla="*/ 3 w 398"/>
                <a:gd name="T57" fmla="*/ 3 h 817"/>
                <a:gd name="T58" fmla="*/ 3 w 398"/>
                <a:gd name="T59" fmla="*/ 3 h 817"/>
                <a:gd name="T60" fmla="*/ 3 w 398"/>
                <a:gd name="T61" fmla="*/ 2 h 817"/>
                <a:gd name="T62" fmla="*/ 3 w 398"/>
                <a:gd name="T63" fmla="*/ 2 h 817"/>
                <a:gd name="T64" fmla="*/ 3 w 398"/>
                <a:gd name="T65" fmla="*/ 1 h 817"/>
                <a:gd name="T66" fmla="*/ 3 w 398"/>
                <a:gd name="T67" fmla="*/ 1 h 817"/>
                <a:gd name="T68" fmla="*/ 3 w 398"/>
                <a:gd name="T69" fmla="*/ 0 h 817"/>
                <a:gd name="T70" fmla="*/ 3 w 398"/>
                <a:gd name="T71" fmla="*/ 0 h 817"/>
                <a:gd name="T72" fmla="*/ 3 w 398"/>
                <a:gd name="T73" fmla="*/ 0 h 817"/>
                <a:gd name="T74" fmla="*/ 3 w 398"/>
                <a:gd name="T75" fmla="*/ 0 h 817"/>
                <a:gd name="T76" fmla="*/ 3 w 398"/>
                <a:gd name="T77" fmla="*/ 0 h 817"/>
                <a:gd name="T78" fmla="*/ 3 w 398"/>
                <a:gd name="T79" fmla="*/ 0 h 817"/>
                <a:gd name="T80" fmla="*/ 3 w 398"/>
                <a:gd name="T81" fmla="*/ 0 h 817"/>
                <a:gd name="T82" fmla="*/ 3 w 398"/>
                <a:gd name="T83" fmla="*/ 0 h 817"/>
                <a:gd name="T84" fmla="*/ 3 w 398"/>
                <a:gd name="T85" fmla="*/ 0 h 817"/>
                <a:gd name="T86" fmla="*/ 2 w 398"/>
                <a:gd name="T87" fmla="*/ 0 h 817"/>
                <a:gd name="T88" fmla="*/ 2 w 398"/>
                <a:gd name="T89" fmla="*/ 0 h 817"/>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398"/>
                <a:gd name="T136" fmla="*/ 0 h 817"/>
                <a:gd name="T137" fmla="*/ 398 w 398"/>
                <a:gd name="T138" fmla="*/ 817 h 817"/>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398" h="817">
                  <a:moveTo>
                    <a:pt x="304" y="47"/>
                  </a:moveTo>
                  <a:lnTo>
                    <a:pt x="304" y="47"/>
                  </a:lnTo>
                  <a:lnTo>
                    <a:pt x="301" y="97"/>
                  </a:lnTo>
                  <a:lnTo>
                    <a:pt x="297" y="147"/>
                  </a:lnTo>
                  <a:lnTo>
                    <a:pt x="291" y="198"/>
                  </a:lnTo>
                  <a:lnTo>
                    <a:pt x="280" y="247"/>
                  </a:lnTo>
                  <a:lnTo>
                    <a:pt x="268" y="297"/>
                  </a:lnTo>
                  <a:lnTo>
                    <a:pt x="253" y="347"/>
                  </a:lnTo>
                  <a:lnTo>
                    <a:pt x="236" y="395"/>
                  </a:lnTo>
                  <a:lnTo>
                    <a:pt x="217" y="442"/>
                  </a:lnTo>
                  <a:lnTo>
                    <a:pt x="195" y="487"/>
                  </a:lnTo>
                  <a:lnTo>
                    <a:pt x="171" y="532"/>
                  </a:lnTo>
                  <a:lnTo>
                    <a:pt x="147" y="574"/>
                  </a:lnTo>
                  <a:lnTo>
                    <a:pt x="121" y="613"/>
                  </a:lnTo>
                  <a:lnTo>
                    <a:pt x="93" y="650"/>
                  </a:lnTo>
                  <a:lnTo>
                    <a:pt x="64" y="684"/>
                  </a:lnTo>
                  <a:lnTo>
                    <a:pt x="32" y="716"/>
                  </a:lnTo>
                  <a:lnTo>
                    <a:pt x="0" y="744"/>
                  </a:lnTo>
                  <a:lnTo>
                    <a:pt x="59" y="817"/>
                  </a:lnTo>
                  <a:lnTo>
                    <a:pt x="95" y="784"/>
                  </a:lnTo>
                  <a:lnTo>
                    <a:pt x="132" y="748"/>
                  </a:lnTo>
                  <a:lnTo>
                    <a:pt x="166" y="709"/>
                  </a:lnTo>
                  <a:lnTo>
                    <a:pt x="196" y="667"/>
                  </a:lnTo>
                  <a:lnTo>
                    <a:pt x="227" y="623"/>
                  </a:lnTo>
                  <a:lnTo>
                    <a:pt x="253" y="576"/>
                  </a:lnTo>
                  <a:lnTo>
                    <a:pt x="279" y="530"/>
                  </a:lnTo>
                  <a:lnTo>
                    <a:pt x="301" y="479"/>
                  </a:lnTo>
                  <a:lnTo>
                    <a:pt x="323" y="428"/>
                  </a:lnTo>
                  <a:lnTo>
                    <a:pt x="342" y="375"/>
                  </a:lnTo>
                  <a:lnTo>
                    <a:pt x="359" y="321"/>
                  </a:lnTo>
                  <a:lnTo>
                    <a:pt x="372" y="268"/>
                  </a:lnTo>
                  <a:lnTo>
                    <a:pt x="382" y="212"/>
                  </a:lnTo>
                  <a:lnTo>
                    <a:pt x="391" y="157"/>
                  </a:lnTo>
                  <a:lnTo>
                    <a:pt x="395" y="102"/>
                  </a:lnTo>
                  <a:lnTo>
                    <a:pt x="398" y="47"/>
                  </a:lnTo>
                  <a:lnTo>
                    <a:pt x="394" y="27"/>
                  </a:lnTo>
                  <a:lnTo>
                    <a:pt x="383" y="11"/>
                  </a:lnTo>
                  <a:lnTo>
                    <a:pt x="368" y="3"/>
                  </a:lnTo>
                  <a:lnTo>
                    <a:pt x="351" y="0"/>
                  </a:lnTo>
                  <a:lnTo>
                    <a:pt x="333" y="3"/>
                  </a:lnTo>
                  <a:lnTo>
                    <a:pt x="319" y="11"/>
                  </a:lnTo>
                  <a:lnTo>
                    <a:pt x="307" y="27"/>
                  </a:lnTo>
                  <a:lnTo>
                    <a:pt x="304" y="4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9230" name="Freeform 42"/>
            <p:cNvSpPr>
              <a:spLocks/>
            </p:cNvSpPr>
            <p:nvPr/>
          </p:nvSpPr>
          <p:spPr bwMode="auto">
            <a:xfrm>
              <a:off x="1660" y="1701"/>
              <a:ext cx="19" cy="365"/>
            </a:xfrm>
            <a:custGeom>
              <a:avLst/>
              <a:gdLst>
                <a:gd name="T0" fmla="*/ 0 w 95"/>
                <a:gd name="T1" fmla="*/ 0 h 1826"/>
                <a:gd name="T2" fmla="*/ 0 w 95"/>
                <a:gd name="T3" fmla="*/ 0 h 1826"/>
                <a:gd name="T4" fmla="*/ 0 w 95"/>
                <a:gd name="T5" fmla="*/ 15 h 1826"/>
                <a:gd name="T6" fmla="*/ 1 w 95"/>
                <a:gd name="T7" fmla="*/ 15 h 1826"/>
                <a:gd name="T8" fmla="*/ 1 w 95"/>
                <a:gd name="T9" fmla="*/ 0 h 1826"/>
                <a:gd name="T10" fmla="*/ 1 w 95"/>
                <a:gd name="T11" fmla="*/ 0 h 1826"/>
                <a:gd name="T12" fmla="*/ 1 w 95"/>
                <a:gd name="T13" fmla="*/ 0 h 1826"/>
                <a:gd name="T14" fmla="*/ 1 w 95"/>
                <a:gd name="T15" fmla="*/ 0 h 1826"/>
                <a:gd name="T16" fmla="*/ 1 w 95"/>
                <a:gd name="T17" fmla="*/ 0 h 1826"/>
                <a:gd name="T18" fmla="*/ 1 w 95"/>
                <a:gd name="T19" fmla="*/ 0 h 1826"/>
                <a:gd name="T20" fmla="*/ 0 w 95"/>
                <a:gd name="T21" fmla="*/ 0 h 1826"/>
                <a:gd name="T22" fmla="*/ 0 w 95"/>
                <a:gd name="T23" fmla="*/ 0 h 1826"/>
                <a:gd name="T24" fmla="*/ 0 w 95"/>
                <a:gd name="T25" fmla="*/ 0 h 1826"/>
                <a:gd name="T26" fmla="*/ 0 w 95"/>
                <a:gd name="T27" fmla="*/ 0 h 1826"/>
                <a:gd name="T28" fmla="*/ 0 w 95"/>
                <a:gd name="T29" fmla="*/ 0 h 1826"/>
                <a:gd name="T30" fmla="*/ 0 w 95"/>
                <a:gd name="T31" fmla="*/ 0 h 182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95"/>
                <a:gd name="T49" fmla="*/ 0 h 1826"/>
                <a:gd name="T50" fmla="*/ 95 w 95"/>
                <a:gd name="T51" fmla="*/ 1826 h 182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95" h="1826">
                  <a:moveTo>
                    <a:pt x="0" y="49"/>
                  </a:moveTo>
                  <a:lnTo>
                    <a:pt x="0" y="47"/>
                  </a:lnTo>
                  <a:lnTo>
                    <a:pt x="1" y="1826"/>
                  </a:lnTo>
                  <a:lnTo>
                    <a:pt x="95" y="1826"/>
                  </a:lnTo>
                  <a:lnTo>
                    <a:pt x="93" y="47"/>
                  </a:lnTo>
                  <a:lnTo>
                    <a:pt x="93" y="45"/>
                  </a:lnTo>
                  <a:lnTo>
                    <a:pt x="93" y="47"/>
                  </a:lnTo>
                  <a:lnTo>
                    <a:pt x="90" y="27"/>
                  </a:lnTo>
                  <a:lnTo>
                    <a:pt x="79" y="12"/>
                  </a:lnTo>
                  <a:lnTo>
                    <a:pt x="64" y="4"/>
                  </a:lnTo>
                  <a:lnTo>
                    <a:pt x="47" y="0"/>
                  </a:lnTo>
                  <a:lnTo>
                    <a:pt x="29" y="4"/>
                  </a:lnTo>
                  <a:lnTo>
                    <a:pt x="15" y="12"/>
                  </a:lnTo>
                  <a:lnTo>
                    <a:pt x="3" y="27"/>
                  </a:lnTo>
                  <a:lnTo>
                    <a:pt x="0" y="47"/>
                  </a:lnTo>
                  <a:lnTo>
                    <a:pt x="0" y="4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9231" name="Freeform 43"/>
            <p:cNvSpPr>
              <a:spLocks/>
            </p:cNvSpPr>
            <p:nvPr/>
          </p:nvSpPr>
          <p:spPr bwMode="auto">
            <a:xfrm>
              <a:off x="1598" y="1598"/>
              <a:ext cx="81" cy="113"/>
            </a:xfrm>
            <a:custGeom>
              <a:avLst/>
              <a:gdLst>
                <a:gd name="T0" fmla="*/ 0 w 401"/>
                <a:gd name="T1" fmla="*/ 1 h 566"/>
                <a:gd name="T2" fmla="*/ 0 w 401"/>
                <a:gd name="T3" fmla="*/ 1 h 566"/>
                <a:gd name="T4" fmla="*/ 0 w 401"/>
                <a:gd name="T5" fmla="*/ 1 h 566"/>
                <a:gd name="T6" fmla="*/ 1 w 401"/>
                <a:gd name="T7" fmla="*/ 1 h 566"/>
                <a:gd name="T8" fmla="*/ 1 w 401"/>
                <a:gd name="T9" fmla="*/ 1 h 566"/>
                <a:gd name="T10" fmla="*/ 1 w 401"/>
                <a:gd name="T11" fmla="*/ 1 h 566"/>
                <a:gd name="T12" fmla="*/ 1 w 401"/>
                <a:gd name="T13" fmla="*/ 2 h 566"/>
                <a:gd name="T14" fmla="*/ 1 w 401"/>
                <a:gd name="T15" fmla="*/ 2 h 566"/>
                <a:gd name="T16" fmla="*/ 2 w 401"/>
                <a:gd name="T17" fmla="*/ 2 h 566"/>
                <a:gd name="T18" fmla="*/ 2 w 401"/>
                <a:gd name="T19" fmla="*/ 2 h 566"/>
                <a:gd name="T20" fmla="*/ 2 w 401"/>
                <a:gd name="T21" fmla="*/ 2 h 566"/>
                <a:gd name="T22" fmla="*/ 2 w 401"/>
                <a:gd name="T23" fmla="*/ 3 h 566"/>
                <a:gd name="T24" fmla="*/ 2 w 401"/>
                <a:gd name="T25" fmla="*/ 3 h 566"/>
                <a:gd name="T26" fmla="*/ 2 w 401"/>
                <a:gd name="T27" fmla="*/ 3 h 566"/>
                <a:gd name="T28" fmla="*/ 2 w 401"/>
                <a:gd name="T29" fmla="*/ 4 h 566"/>
                <a:gd name="T30" fmla="*/ 2 w 401"/>
                <a:gd name="T31" fmla="*/ 4 h 566"/>
                <a:gd name="T32" fmla="*/ 2 w 401"/>
                <a:gd name="T33" fmla="*/ 4 h 566"/>
                <a:gd name="T34" fmla="*/ 3 w 401"/>
                <a:gd name="T35" fmla="*/ 5 h 566"/>
                <a:gd name="T36" fmla="*/ 3 w 401"/>
                <a:gd name="T37" fmla="*/ 4 h 566"/>
                <a:gd name="T38" fmla="*/ 3 w 401"/>
                <a:gd name="T39" fmla="*/ 4 h 566"/>
                <a:gd name="T40" fmla="*/ 3 w 401"/>
                <a:gd name="T41" fmla="*/ 4 h 566"/>
                <a:gd name="T42" fmla="*/ 3 w 401"/>
                <a:gd name="T43" fmla="*/ 3 h 566"/>
                <a:gd name="T44" fmla="*/ 3 w 401"/>
                <a:gd name="T45" fmla="*/ 3 h 566"/>
                <a:gd name="T46" fmla="*/ 3 w 401"/>
                <a:gd name="T47" fmla="*/ 3 h 566"/>
                <a:gd name="T48" fmla="*/ 3 w 401"/>
                <a:gd name="T49" fmla="*/ 2 h 566"/>
                <a:gd name="T50" fmla="*/ 3 w 401"/>
                <a:gd name="T51" fmla="*/ 2 h 566"/>
                <a:gd name="T52" fmla="*/ 2 w 401"/>
                <a:gd name="T53" fmla="*/ 2 h 566"/>
                <a:gd name="T54" fmla="*/ 2 w 401"/>
                <a:gd name="T55" fmla="*/ 2 h 566"/>
                <a:gd name="T56" fmla="*/ 2 w 401"/>
                <a:gd name="T57" fmla="*/ 1 h 566"/>
                <a:gd name="T58" fmla="*/ 2 w 401"/>
                <a:gd name="T59" fmla="*/ 1 h 566"/>
                <a:gd name="T60" fmla="*/ 2 w 401"/>
                <a:gd name="T61" fmla="*/ 1 h 566"/>
                <a:gd name="T62" fmla="*/ 1 w 401"/>
                <a:gd name="T63" fmla="*/ 1 h 566"/>
                <a:gd name="T64" fmla="*/ 1 w 401"/>
                <a:gd name="T65" fmla="*/ 0 h 566"/>
                <a:gd name="T66" fmla="*/ 1 w 401"/>
                <a:gd name="T67" fmla="*/ 0 h 566"/>
                <a:gd name="T68" fmla="*/ 1 w 401"/>
                <a:gd name="T69" fmla="*/ 0 h 566"/>
                <a:gd name="T70" fmla="*/ 1 w 401"/>
                <a:gd name="T71" fmla="*/ 0 h 566"/>
                <a:gd name="T72" fmla="*/ 1 w 401"/>
                <a:gd name="T73" fmla="*/ 0 h 566"/>
                <a:gd name="T74" fmla="*/ 0 w 401"/>
                <a:gd name="T75" fmla="*/ 0 h 566"/>
                <a:gd name="T76" fmla="*/ 0 w 401"/>
                <a:gd name="T77" fmla="*/ 0 h 566"/>
                <a:gd name="T78" fmla="*/ 0 w 401"/>
                <a:gd name="T79" fmla="*/ 0 h 566"/>
                <a:gd name="T80" fmla="*/ 0 w 401"/>
                <a:gd name="T81" fmla="*/ 0 h 566"/>
                <a:gd name="T82" fmla="*/ 0 w 401"/>
                <a:gd name="T83" fmla="*/ 0 h 566"/>
                <a:gd name="T84" fmla="*/ 0 w 401"/>
                <a:gd name="T85" fmla="*/ 0 h 566"/>
                <a:gd name="T86" fmla="*/ 0 w 401"/>
                <a:gd name="T87" fmla="*/ 1 h 566"/>
                <a:gd name="T88" fmla="*/ 0 w 401"/>
                <a:gd name="T89" fmla="*/ 1 h 56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401"/>
                <a:gd name="T136" fmla="*/ 0 h 566"/>
                <a:gd name="T137" fmla="*/ 401 w 401"/>
                <a:gd name="T138" fmla="*/ 566 h 566"/>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401" h="566">
                  <a:moveTo>
                    <a:pt x="23" y="88"/>
                  </a:moveTo>
                  <a:lnTo>
                    <a:pt x="23" y="88"/>
                  </a:lnTo>
                  <a:lnTo>
                    <a:pt x="53" y="107"/>
                  </a:lnTo>
                  <a:lnTo>
                    <a:pt x="83" y="125"/>
                  </a:lnTo>
                  <a:lnTo>
                    <a:pt x="108" y="147"/>
                  </a:lnTo>
                  <a:lnTo>
                    <a:pt x="135" y="171"/>
                  </a:lnTo>
                  <a:lnTo>
                    <a:pt x="160" y="196"/>
                  </a:lnTo>
                  <a:lnTo>
                    <a:pt x="182" y="223"/>
                  </a:lnTo>
                  <a:lnTo>
                    <a:pt x="205" y="251"/>
                  </a:lnTo>
                  <a:lnTo>
                    <a:pt x="223" y="281"/>
                  </a:lnTo>
                  <a:lnTo>
                    <a:pt x="240" y="312"/>
                  </a:lnTo>
                  <a:lnTo>
                    <a:pt x="256" y="345"/>
                  </a:lnTo>
                  <a:lnTo>
                    <a:pt x="270" y="379"/>
                  </a:lnTo>
                  <a:lnTo>
                    <a:pt x="282" y="414"/>
                  </a:lnTo>
                  <a:lnTo>
                    <a:pt x="291" y="450"/>
                  </a:lnTo>
                  <a:lnTo>
                    <a:pt x="299" y="488"/>
                  </a:lnTo>
                  <a:lnTo>
                    <a:pt x="304" y="526"/>
                  </a:lnTo>
                  <a:lnTo>
                    <a:pt x="308" y="566"/>
                  </a:lnTo>
                  <a:lnTo>
                    <a:pt x="401" y="562"/>
                  </a:lnTo>
                  <a:lnTo>
                    <a:pt x="398" y="517"/>
                  </a:lnTo>
                  <a:lnTo>
                    <a:pt x="391" y="471"/>
                  </a:lnTo>
                  <a:lnTo>
                    <a:pt x="383" y="429"/>
                  </a:lnTo>
                  <a:lnTo>
                    <a:pt x="371" y="386"/>
                  </a:lnTo>
                  <a:lnTo>
                    <a:pt x="357" y="346"/>
                  </a:lnTo>
                  <a:lnTo>
                    <a:pt x="340" y="307"/>
                  </a:lnTo>
                  <a:lnTo>
                    <a:pt x="324" y="270"/>
                  </a:lnTo>
                  <a:lnTo>
                    <a:pt x="303" y="232"/>
                  </a:lnTo>
                  <a:lnTo>
                    <a:pt x="280" y="197"/>
                  </a:lnTo>
                  <a:lnTo>
                    <a:pt x="255" y="164"/>
                  </a:lnTo>
                  <a:lnTo>
                    <a:pt x="228" y="132"/>
                  </a:lnTo>
                  <a:lnTo>
                    <a:pt x="199" y="103"/>
                  </a:lnTo>
                  <a:lnTo>
                    <a:pt x="169" y="76"/>
                  </a:lnTo>
                  <a:lnTo>
                    <a:pt x="137" y="50"/>
                  </a:lnTo>
                  <a:lnTo>
                    <a:pt x="103" y="27"/>
                  </a:lnTo>
                  <a:lnTo>
                    <a:pt x="67" y="6"/>
                  </a:lnTo>
                  <a:lnTo>
                    <a:pt x="48" y="0"/>
                  </a:lnTo>
                  <a:lnTo>
                    <a:pt x="30" y="2"/>
                  </a:lnTo>
                  <a:lnTo>
                    <a:pt x="16" y="12"/>
                  </a:lnTo>
                  <a:lnTo>
                    <a:pt x="5" y="25"/>
                  </a:lnTo>
                  <a:lnTo>
                    <a:pt x="0" y="41"/>
                  </a:lnTo>
                  <a:lnTo>
                    <a:pt x="0" y="59"/>
                  </a:lnTo>
                  <a:lnTo>
                    <a:pt x="8" y="75"/>
                  </a:lnTo>
                  <a:lnTo>
                    <a:pt x="23"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9232" name="Freeform 44"/>
            <p:cNvSpPr>
              <a:spLocks/>
            </p:cNvSpPr>
            <p:nvPr/>
          </p:nvSpPr>
          <p:spPr bwMode="auto">
            <a:xfrm>
              <a:off x="1346" y="1455"/>
              <a:ext cx="266" cy="160"/>
            </a:xfrm>
            <a:custGeom>
              <a:avLst/>
              <a:gdLst>
                <a:gd name="T0" fmla="*/ 0 w 1330"/>
                <a:gd name="T1" fmla="*/ 1 h 801"/>
                <a:gd name="T2" fmla="*/ 0 w 1330"/>
                <a:gd name="T3" fmla="*/ 1 h 801"/>
                <a:gd name="T4" fmla="*/ 10 w 1330"/>
                <a:gd name="T5" fmla="*/ 6 h 801"/>
                <a:gd name="T6" fmla="*/ 11 w 1330"/>
                <a:gd name="T7" fmla="*/ 6 h 801"/>
                <a:gd name="T8" fmla="*/ 1 w 1330"/>
                <a:gd name="T9" fmla="*/ 0 h 801"/>
                <a:gd name="T10" fmla="*/ 1 w 1330"/>
                <a:gd name="T11" fmla="*/ 0 h 801"/>
                <a:gd name="T12" fmla="*/ 1 w 1330"/>
                <a:gd name="T13" fmla="*/ 0 h 801"/>
                <a:gd name="T14" fmla="*/ 0 w 1330"/>
                <a:gd name="T15" fmla="*/ 0 h 801"/>
                <a:gd name="T16" fmla="*/ 0 w 1330"/>
                <a:gd name="T17" fmla="*/ 0 h 801"/>
                <a:gd name="T18" fmla="*/ 0 w 1330"/>
                <a:gd name="T19" fmla="*/ 0 h 801"/>
                <a:gd name="T20" fmla="*/ 0 w 1330"/>
                <a:gd name="T21" fmla="*/ 0 h 801"/>
                <a:gd name="T22" fmla="*/ 0 w 1330"/>
                <a:gd name="T23" fmla="*/ 0 h 801"/>
                <a:gd name="T24" fmla="*/ 0 w 1330"/>
                <a:gd name="T25" fmla="*/ 0 h 801"/>
                <a:gd name="T26" fmla="*/ 0 w 1330"/>
                <a:gd name="T27" fmla="*/ 1 h 801"/>
                <a:gd name="T28" fmla="*/ 0 w 1330"/>
                <a:gd name="T29" fmla="*/ 1 h 801"/>
                <a:gd name="T30" fmla="*/ 0 w 1330"/>
                <a:gd name="T31" fmla="*/ 1 h 801"/>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30"/>
                <a:gd name="T49" fmla="*/ 0 h 801"/>
                <a:gd name="T50" fmla="*/ 1330 w 1330"/>
                <a:gd name="T51" fmla="*/ 801 h 801"/>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30" h="801">
                  <a:moveTo>
                    <a:pt x="24" y="88"/>
                  </a:moveTo>
                  <a:lnTo>
                    <a:pt x="23" y="88"/>
                  </a:lnTo>
                  <a:lnTo>
                    <a:pt x="1286" y="801"/>
                  </a:lnTo>
                  <a:lnTo>
                    <a:pt x="1330" y="719"/>
                  </a:lnTo>
                  <a:lnTo>
                    <a:pt x="67" y="6"/>
                  </a:lnTo>
                  <a:lnTo>
                    <a:pt x="66" y="6"/>
                  </a:lnTo>
                  <a:lnTo>
                    <a:pt x="67" y="6"/>
                  </a:lnTo>
                  <a:lnTo>
                    <a:pt x="48" y="0"/>
                  </a:lnTo>
                  <a:lnTo>
                    <a:pt x="30" y="2"/>
                  </a:lnTo>
                  <a:lnTo>
                    <a:pt x="16" y="12"/>
                  </a:lnTo>
                  <a:lnTo>
                    <a:pt x="5" y="25"/>
                  </a:lnTo>
                  <a:lnTo>
                    <a:pt x="0" y="41"/>
                  </a:lnTo>
                  <a:lnTo>
                    <a:pt x="0" y="59"/>
                  </a:lnTo>
                  <a:lnTo>
                    <a:pt x="8" y="75"/>
                  </a:lnTo>
                  <a:lnTo>
                    <a:pt x="23" y="88"/>
                  </a:lnTo>
                  <a:lnTo>
                    <a:pt x="24"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9233" name="Freeform 45"/>
            <p:cNvSpPr>
              <a:spLocks/>
            </p:cNvSpPr>
            <p:nvPr/>
          </p:nvSpPr>
          <p:spPr bwMode="auto">
            <a:xfrm>
              <a:off x="1198" y="1439"/>
              <a:ext cx="161" cy="35"/>
            </a:xfrm>
            <a:custGeom>
              <a:avLst/>
              <a:gdLst>
                <a:gd name="T0" fmla="*/ 1 w 806"/>
                <a:gd name="T1" fmla="*/ 1 h 177"/>
                <a:gd name="T2" fmla="*/ 1 w 806"/>
                <a:gd name="T3" fmla="*/ 1 h 177"/>
                <a:gd name="T4" fmla="*/ 1 w 806"/>
                <a:gd name="T5" fmla="*/ 1 h 177"/>
                <a:gd name="T6" fmla="*/ 1 w 806"/>
                <a:gd name="T7" fmla="*/ 1 h 177"/>
                <a:gd name="T8" fmla="*/ 2 w 806"/>
                <a:gd name="T9" fmla="*/ 1 h 177"/>
                <a:gd name="T10" fmla="*/ 2 w 806"/>
                <a:gd name="T11" fmla="*/ 1 h 177"/>
                <a:gd name="T12" fmla="*/ 2 w 806"/>
                <a:gd name="T13" fmla="*/ 1 h 177"/>
                <a:gd name="T14" fmla="*/ 3 w 806"/>
                <a:gd name="T15" fmla="*/ 1 h 177"/>
                <a:gd name="T16" fmla="*/ 3 w 806"/>
                <a:gd name="T17" fmla="*/ 1 h 177"/>
                <a:gd name="T18" fmla="*/ 3 w 806"/>
                <a:gd name="T19" fmla="*/ 1 h 177"/>
                <a:gd name="T20" fmla="*/ 4 w 806"/>
                <a:gd name="T21" fmla="*/ 1 h 177"/>
                <a:gd name="T22" fmla="*/ 4 w 806"/>
                <a:gd name="T23" fmla="*/ 1 h 177"/>
                <a:gd name="T24" fmla="*/ 5 w 806"/>
                <a:gd name="T25" fmla="*/ 1 h 177"/>
                <a:gd name="T26" fmla="*/ 5 w 806"/>
                <a:gd name="T27" fmla="*/ 1 h 177"/>
                <a:gd name="T28" fmla="*/ 5 w 806"/>
                <a:gd name="T29" fmla="*/ 1 h 177"/>
                <a:gd name="T30" fmla="*/ 6 w 806"/>
                <a:gd name="T31" fmla="*/ 1 h 177"/>
                <a:gd name="T32" fmla="*/ 6 w 806"/>
                <a:gd name="T33" fmla="*/ 1 h 177"/>
                <a:gd name="T34" fmla="*/ 6 w 806"/>
                <a:gd name="T35" fmla="*/ 1 h 177"/>
                <a:gd name="T36" fmla="*/ 6 w 806"/>
                <a:gd name="T37" fmla="*/ 1 h 177"/>
                <a:gd name="T38" fmla="*/ 6 w 806"/>
                <a:gd name="T39" fmla="*/ 1 h 177"/>
                <a:gd name="T40" fmla="*/ 6 w 806"/>
                <a:gd name="T41" fmla="*/ 0 h 177"/>
                <a:gd name="T42" fmla="*/ 5 w 806"/>
                <a:gd name="T43" fmla="*/ 0 h 177"/>
                <a:gd name="T44" fmla="*/ 5 w 806"/>
                <a:gd name="T45" fmla="*/ 0 h 177"/>
                <a:gd name="T46" fmla="*/ 5 w 806"/>
                <a:gd name="T47" fmla="*/ 0 h 177"/>
                <a:gd name="T48" fmla="*/ 4 w 806"/>
                <a:gd name="T49" fmla="*/ 0 h 177"/>
                <a:gd name="T50" fmla="*/ 4 w 806"/>
                <a:gd name="T51" fmla="*/ 0 h 177"/>
                <a:gd name="T52" fmla="*/ 3 w 806"/>
                <a:gd name="T53" fmla="*/ 0 h 177"/>
                <a:gd name="T54" fmla="*/ 3 w 806"/>
                <a:gd name="T55" fmla="*/ 0 h 177"/>
                <a:gd name="T56" fmla="*/ 3 w 806"/>
                <a:gd name="T57" fmla="*/ 0 h 177"/>
                <a:gd name="T58" fmla="*/ 2 w 806"/>
                <a:gd name="T59" fmla="*/ 0 h 177"/>
                <a:gd name="T60" fmla="*/ 2 w 806"/>
                <a:gd name="T61" fmla="*/ 0 h 177"/>
                <a:gd name="T62" fmla="*/ 1 w 806"/>
                <a:gd name="T63" fmla="*/ 0 h 177"/>
                <a:gd name="T64" fmla="*/ 1 w 806"/>
                <a:gd name="T65" fmla="*/ 0 h 177"/>
                <a:gd name="T66" fmla="*/ 1 w 806"/>
                <a:gd name="T67" fmla="*/ 1 h 177"/>
                <a:gd name="T68" fmla="*/ 0 w 806"/>
                <a:gd name="T69" fmla="*/ 1 h 177"/>
                <a:gd name="T70" fmla="*/ 0 w 806"/>
                <a:gd name="T71" fmla="*/ 1 h 177"/>
                <a:gd name="T72" fmla="*/ 0 w 806"/>
                <a:gd name="T73" fmla="*/ 1 h 177"/>
                <a:gd name="T74" fmla="*/ 0 w 806"/>
                <a:gd name="T75" fmla="*/ 1 h 177"/>
                <a:gd name="T76" fmla="*/ 0 w 806"/>
                <a:gd name="T77" fmla="*/ 1 h 177"/>
                <a:gd name="T78" fmla="*/ 0 w 806"/>
                <a:gd name="T79" fmla="*/ 1 h 177"/>
                <a:gd name="T80" fmla="*/ 0 w 806"/>
                <a:gd name="T81" fmla="*/ 1 h 177"/>
                <a:gd name="T82" fmla="*/ 0 w 806"/>
                <a:gd name="T83" fmla="*/ 1 h 177"/>
                <a:gd name="T84" fmla="*/ 0 w 806"/>
                <a:gd name="T85" fmla="*/ 1 h 177"/>
                <a:gd name="T86" fmla="*/ 0 w 806"/>
                <a:gd name="T87" fmla="*/ 1 h 177"/>
                <a:gd name="T88" fmla="*/ 1 w 806"/>
                <a:gd name="T89" fmla="*/ 1 h 177"/>
                <a:gd name="T90" fmla="*/ 1 w 806"/>
                <a:gd name="T91" fmla="*/ 1 h 17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806"/>
                <a:gd name="T139" fmla="*/ 0 h 177"/>
                <a:gd name="T140" fmla="*/ 806 w 806"/>
                <a:gd name="T141" fmla="*/ 177 h 17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806" h="177">
                  <a:moveTo>
                    <a:pt x="67" y="171"/>
                  </a:moveTo>
                  <a:lnTo>
                    <a:pt x="68" y="171"/>
                  </a:lnTo>
                  <a:lnTo>
                    <a:pt x="109" y="151"/>
                  </a:lnTo>
                  <a:lnTo>
                    <a:pt x="151" y="135"/>
                  </a:lnTo>
                  <a:lnTo>
                    <a:pt x="196" y="122"/>
                  </a:lnTo>
                  <a:lnTo>
                    <a:pt x="242" y="110"/>
                  </a:lnTo>
                  <a:lnTo>
                    <a:pt x="287" y="102"/>
                  </a:lnTo>
                  <a:lnTo>
                    <a:pt x="335" y="97"/>
                  </a:lnTo>
                  <a:lnTo>
                    <a:pt x="382" y="95"/>
                  </a:lnTo>
                  <a:lnTo>
                    <a:pt x="430" y="94"/>
                  </a:lnTo>
                  <a:lnTo>
                    <a:pt x="477" y="97"/>
                  </a:lnTo>
                  <a:lnTo>
                    <a:pt x="524" y="102"/>
                  </a:lnTo>
                  <a:lnTo>
                    <a:pt x="568" y="108"/>
                  </a:lnTo>
                  <a:lnTo>
                    <a:pt x="612" y="117"/>
                  </a:lnTo>
                  <a:lnTo>
                    <a:pt x="654" y="128"/>
                  </a:lnTo>
                  <a:lnTo>
                    <a:pt x="693" y="141"/>
                  </a:lnTo>
                  <a:lnTo>
                    <a:pt x="730" y="155"/>
                  </a:lnTo>
                  <a:lnTo>
                    <a:pt x="764" y="171"/>
                  </a:lnTo>
                  <a:lnTo>
                    <a:pt x="806" y="89"/>
                  </a:lnTo>
                  <a:lnTo>
                    <a:pt x="768" y="70"/>
                  </a:lnTo>
                  <a:lnTo>
                    <a:pt x="725" y="54"/>
                  </a:lnTo>
                  <a:lnTo>
                    <a:pt x="680" y="39"/>
                  </a:lnTo>
                  <a:lnTo>
                    <a:pt x="633" y="26"/>
                  </a:lnTo>
                  <a:lnTo>
                    <a:pt x="585" y="16"/>
                  </a:lnTo>
                  <a:lnTo>
                    <a:pt x="536" y="8"/>
                  </a:lnTo>
                  <a:lnTo>
                    <a:pt x="484" y="3"/>
                  </a:lnTo>
                  <a:lnTo>
                    <a:pt x="433" y="0"/>
                  </a:lnTo>
                  <a:lnTo>
                    <a:pt x="380" y="1"/>
                  </a:lnTo>
                  <a:lnTo>
                    <a:pt x="328" y="3"/>
                  </a:lnTo>
                  <a:lnTo>
                    <a:pt x="276" y="10"/>
                  </a:lnTo>
                  <a:lnTo>
                    <a:pt x="223" y="19"/>
                  </a:lnTo>
                  <a:lnTo>
                    <a:pt x="172" y="30"/>
                  </a:lnTo>
                  <a:lnTo>
                    <a:pt x="121" y="46"/>
                  </a:lnTo>
                  <a:lnTo>
                    <a:pt x="72" y="67"/>
                  </a:lnTo>
                  <a:lnTo>
                    <a:pt x="24" y="89"/>
                  </a:lnTo>
                  <a:lnTo>
                    <a:pt x="25" y="89"/>
                  </a:lnTo>
                  <a:lnTo>
                    <a:pt x="24" y="89"/>
                  </a:lnTo>
                  <a:lnTo>
                    <a:pt x="8" y="102"/>
                  </a:lnTo>
                  <a:lnTo>
                    <a:pt x="0" y="118"/>
                  </a:lnTo>
                  <a:lnTo>
                    <a:pt x="0" y="136"/>
                  </a:lnTo>
                  <a:lnTo>
                    <a:pt x="6" y="152"/>
                  </a:lnTo>
                  <a:lnTo>
                    <a:pt x="17" y="165"/>
                  </a:lnTo>
                  <a:lnTo>
                    <a:pt x="31" y="175"/>
                  </a:lnTo>
                  <a:lnTo>
                    <a:pt x="48" y="177"/>
                  </a:lnTo>
                  <a:lnTo>
                    <a:pt x="68" y="171"/>
                  </a:lnTo>
                  <a:lnTo>
                    <a:pt x="67" y="1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9234" name="Freeform 46"/>
            <p:cNvSpPr>
              <a:spLocks/>
            </p:cNvSpPr>
            <p:nvPr/>
          </p:nvSpPr>
          <p:spPr bwMode="auto">
            <a:xfrm>
              <a:off x="931" y="1456"/>
              <a:ext cx="280" cy="158"/>
            </a:xfrm>
            <a:custGeom>
              <a:avLst/>
              <a:gdLst>
                <a:gd name="T0" fmla="*/ 1 w 1402"/>
                <a:gd name="T1" fmla="*/ 6 h 787"/>
                <a:gd name="T2" fmla="*/ 1 w 1402"/>
                <a:gd name="T3" fmla="*/ 6 h 787"/>
                <a:gd name="T4" fmla="*/ 11 w 1402"/>
                <a:gd name="T5" fmla="*/ 1 h 787"/>
                <a:gd name="T6" fmla="*/ 11 w 1402"/>
                <a:gd name="T7" fmla="*/ 0 h 787"/>
                <a:gd name="T8" fmla="*/ 0 w 1402"/>
                <a:gd name="T9" fmla="*/ 6 h 787"/>
                <a:gd name="T10" fmla="*/ 0 w 1402"/>
                <a:gd name="T11" fmla="*/ 6 h 787"/>
                <a:gd name="T12" fmla="*/ 0 w 1402"/>
                <a:gd name="T13" fmla="*/ 6 h 787"/>
                <a:gd name="T14" fmla="*/ 0 w 1402"/>
                <a:gd name="T15" fmla="*/ 6 h 787"/>
                <a:gd name="T16" fmla="*/ 0 w 1402"/>
                <a:gd name="T17" fmla="*/ 6 h 787"/>
                <a:gd name="T18" fmla="*/ 0 w 1402"/>
                <a:gd name="T19" fmla="*/ 6 h 787"/>
                <a:gd name="T20" fmla="*/ 0 w 1402"/>
                <a:gd name="T21" fmla="*/ 6 h 787"/>
                <a:gd name="T22" fmla="*/ 0 w 1402"/>
                <a:gd name="T23" fmla="*/ 6 h 787"/>
                <a:gd name="T24" fmla="*/ 0 w 1402"/>
                <a:gd name="T25" fmla="*/ 6 h 787"/>
                <a:gd name="T26" fmla="*/ 0 w 1402"/>
                <a:gd name="T27" fmla="*/ 6 h 787"/>
                <a:gd name="T28" fmla="*/ 1 w 1402"/>
                <a:gd name="T29" fmla="*/ 6 h 787"/>
                <a:gd name="T30" fmla="*/ 1 w 1402"/>
                <a:gd name="T31" fmla="*/ 6 h 78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02"/>
                <a:gd name="T49" fmla="*/ 0 h 787"/>
                <a:gd name="T50" fmla="*/ 1402 w 1402"/>
                <a:gd name="T51" fmla="*/ 787 h 78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02" h="787">
                  <a:moveTo>
                    <a:pt x="69" y="781"/>
                  </a:moveTo>
                  <a:lnTo>
                    <a:pt x="66" y="781"/>
                  </a:lnTo>
                  <a:lnTo>
                    <a:pt x="1402" y="82"/>
                  </a:lnTo>
                  <a:lnTo>
                    <a:pt x="1360" y="0"/>
                  </a:lnTo>
                  <a:lnTo>
                    <a:pt x="24" y="699"/>
                  </a:lnTo>
                  <a:lnTo>
                    <a:pt x="22" y="699"/>
                  </a:lnTo>
                  <a:lnTo>
                    <a:pt x="24" y="699"/>
                  </a:lnTo>
                  <a:lnTo>
                    <a:pt x="8" y="712"/>
                  </a:lnTo>
                  <a:lnTo>
                    <a:pt x="1" y="727"/>
                  </a:lnTo>
                  <a:lnTo>
                    <a:pt x="0" y="744"/>
                  </a:lnTo>
                  <a:lnTo>
                    <a:pt x="5" y="761"/>
                  </a:lnTo>
                  <a:lnTo>
                    <a:pt x="15" y="775"/>
                  </a:lnTo>
                  <a:lnTo>
                    <a:pt x="30" y="784"/>
                  </a:lnTo>
                  <a:lnTo>
                    <a:pt x="46" y="787"/>
                  </a:lnTo>
                  <a:lnTo>
                    <a:pt x="66" y="781"/>
                  </a:lnTo>
                  <a:lnTo>
                    <a:pt x="69" y="7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9235" name="Freeform 47"/>
            <p:cNvSpPr>
              <a:spLocks/>
            </p:cNvSpPr>
            <p:nvPr/>
          </p:nvSpPr>
          <p:spPr bwMode="auto">
            <a:xfrm>
              <a:off x="868" y="1596"/>
              <a:ext cx="77" cy="126"/>
            </a:xfrm>
            <a:custGeom>
              <a:avLst/>
              <a:gdLst>
                <a:gd name="T0" fmla="*/ 1 w 382"/>
                <a:gd name="T1" fmla="*/ 5 h 628"/>
                <a:gd name="T2" fmla="*/ 1 w 382"/>
                <a:gd name="T3" fmla="*/ 5 h 628"/>
                <a:gd name="T4" fmla="*/ 1 w 382"/>
                <a:gd name="T5" fmla="*/ 4 h 628"/>
                <a:gd name="T6" fmla="*/ 1 w 382"/>
                <a:gd name="T7" fmla="*/ 4 h 628"/>
                <a:gd name="T8" fmla="*/ 1 w 382"/>
                <a:gd name="T9" fmla="*/ 4 h 628"/>
                <a:gd name="T10" fmla="*/ 1 w 382"/>
                <a:gd name="T11" fmla="*/ 3 h 628"/>
                <a:gd name="T12" fmla="*/ 1 w 382"/>
                <a:gd name="T13" fmla="*/ 3 h 628"/>
                <a:gd name="T14" fmla="*/ 1 w 382"/>
                <a:gd name="T15" fmla="*/ 3 h 628"/>
                <a:gd name="T16" fmla="*/ 1 w 382"/>
                <a:gd name="T17" fmla="*/ 3 h 628"/>
                <a:gd name="T18" fmla="*/ 1 w 382"/>
                <a:gd name="T19" fmla="*/ 2 h 628"/>
                <a:gd name="T20" fmla="*/ 2 w 382"/>
                <a:gd name="T21" fmla="*/ 2 h 628"/>
                <a:gd name="T22" fmla="*/ 2 w 382"/>
                <a:gd name="T23" fmla="*/ 2 h 628"/>
                <a:gd name="T24" fmla="*/ 2 w 382"/>
                <a:gd name="T25" fmla="*/ 2 h 628"/>
                <a:gd name="T26" fmla="*/ 2 w 382"/>
                <a:gd name="T27" fmla="*/ 1 h 628"/>
                <a:gd name="T28" fmla="*/ 2 w 382"/>
                <a:gd name="T29" fmla="*/ 1 h 628"/>
                <a:gd name="T30" fmla="*/ 3 w 382"/>
                <a:gd name="T31" fmla="*/ 1 h 628"/>
                <a:gd name="T32" fmla="*/ 3 w 382"/>
                <a:gd name="T33" fmla="*/ 1 h 628"/>
                <a:gd name="T34" fmla="*/ 3 w 382"/>
                <a:gd name="T35" fmla="*/ 1 h 628"/>
                <a:gd name="T36" fmla="*/ 3 w 382"/>
                <a:gd name="T37" fmla="*/ 0 h 628"/>
                <a:gd name="T38" fmla="*/ 2 w 382"/>
                <a:gd name="T39" fmla="*/ 0 h 628"/>
                <a:gd name="T40" fmla="*/ 2 w 382"/>
                <a:gd name="T41" fmla="*/ 0 h 628"/>
                <a:gd name="T42" fmla="*/ 2 w 382"/>
                <a:gd name="T43" fmla="*/ 1 h 628"/>
                <a:gd name="T44" fmla="*/ 2 w 382"/>
                <a:gd name="T45" fmla="*/ 1 h 628"/>
                <a:gd name="T46" fmla="*/ 1 w 382"/>
                <a:gd name="T47" fmla="*/ 1 h 628"/>
                <a:gd name="T48" fmla="*/ 1 w 382"/>
                <a:gd name="T49" fmla="*/ 1 h 628"/>
                <a:gd name="T50" fmla="*/ 1 w 382"/>
                <a:gd name="T51" fmla="*/ 2 h 628"/>
                <a:gd name="T52" fmla="*/ 1 w 382"/>
                <a:gd name="T53" fmla="*/ 2 h 628"/>
                <a:gd name="T54" fmla="*/ 1 w 382"/>
                <a:gd name="T55" fmla="*/ 2 h 628"/>
                <a:gd name="T56" fmla="*/ 0 w 382"/>
                <a:gd name="T57" fmla="*/ 3 h 628"/>
                <a:gd name="T58" fmla="*/ 0 w 382"/>
                <a:gd name="T59" fmla="*/ 3 h 628"/>
                <a:gd name="T60" fmla="*/ 0 w 382"/>
                <a:gd name="T61" fmla="*/ 3 h 628"/>
                <a:gd name="T62" fmla="*/ 0 w 382"/>
                <a:gd name="T63" fmla="*/ 4 h 628"/>
                <a:gd name="T64" fmla="*/ 0 w 382"/>
                <a:gd name="T65" fmla="*/ 4 h 628"/>
                <a:gd name="T66" fmla="*/ 0 w 382"/>
                <a:gd name="T67" fmla="*/ 4 h 628"/>
                <a:gd name="T68" fmla="*/ 0 w 382"/>
                <a:gd name="T69" fmla="*/ 5 h 628"/>
                <a:gd name="T70" fmla="*/ 0 w 382"/>
                <a:gd name="T71" fmla="*/ 5 h 628"/>
                <a:gd name="T72" fmla="*/ 0 w 382"/>
                <a:gd name="T73" fmla="*/ 5 h 628"/>
                <a:gd name="T74" fmla="*/ 0 w 382"/>
                <a:gd name="T75" fmla="*/ 5 h 628"/>
                <a:gd name="T76" fmla="*/ 0 w 382"/>
                <a:gd name="T77" fmla="*/ 5 h 628"/>
                <a:gd name="T78" fmla="*/ 0 w 382"/>
                <a:gd name="T79" fmla="*/ 5 h 628"/>
                <a:gd name="T80" fmla="*/ 0 w 382"/>
                <a:gd name="T81" fmla="*/ 5 h 628"/>
                <a:gd name="T82" fmla="*/ 1 w 382"/>
                <a:gd name="T83" fmla="*/ 5 h 628"/>
                <a:gd name="T84" fmla="*/ 1 w 382"/>
                <a:gd name="T85" fmla="*/ 5 h 628"/>
                <a:gd name="T86" fmla="*/ 1 w 382"/>
                <a:gd name="T87" fmla="*/ 5 h 628"/>
                <a:gd name="T88" fmla="*/ 1 w 382"/>
                <a:gd name="T89" fmla="*/ 5 h 628"/>
                <a:gd name="T90" fmla="*/ 1 w 382"/>
                <a:gd name="T91" fmla="*/ 5 h 628"/>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382"/>
                <a:gd name="T139" fmla="*/ 0 h 628"/>
                <a:gd name="T140" fmla="*/ 382 w 382"/>
                <a:gd name="T141" fmla="*/ 628 h 628"/>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382" h="628">
                  <a:moveTo>
                    <a:pt x="94" y="581"/>
                  </a:moveTo>
                  <a:lnTo>
                    <a:pt x="94" y="582"/>
                  </a:lnTo>
                  <a:lnTo>
                    <a:pt x="96" y="541"/>
                  </a:lnTo>
                  <a:lnTo>
                    <a:pt x="99" y="500"/>
                  </a:lnTo>
                  <a:lnTo>
                    <a:pt x="106" y="463"/>
                  </a:lnTo>
                  <a:lnTo>
                    <a:pt x="115" y="424"/>
                  </a:lnTo>
                  <a:lnTo>
                    <a:pt x="127" y="389"/>
                  </a:lnTo>
                  <a:lnTo>
                    <a:pt x="140" y="353"/>
                  </a:lnTo>
                  <a:lnTo>
                    <a:pt x="156" y="320"/>
                  </a:lnTo>
                  <a:lnTo>
                    <a:pt x="173" y="287"/>
                  </a:lnTo>
                  <a:lnTo>
                    <a:pt x="193" y="255"/>
                  </a:lnTo>
                  <a:lnTo>
                    <a:pt x="214" y="226"/>
                  </a:lnTo>
                  <a:lnTo>
                    <a:pt x="238" y="198"/>
                  </a:lnTo>
                  <a:lnTo>
                    <a:pt x="263" y="172"/>
                  </a:lnTo>
                  <a:lnTo>
                    <a:pt x="290" y="146"/>
                  </a:lnTo>
                  <a:lnTo>
                    <a:pt x="318" y="122"/>
                  </a:lnTo>
                  <a:lnTo>
                    <a:pt x="349" y="101"/>
                  </a:lnTo>
                  <a:lnTo>
                    <a:pt x="382" y="82"/>
                  </a:lnTo>
                  <a:lnTo>
                    <a:pt x="335" y="0"/>
                  </a:lnTo>
                  <a:lnTo>
                    <a:pt x="297" y="23"/>
                  </a:lnTo>
                  <a:lnTo>
                    <a:pt x="262" y="49"/>
                  </a:lnTo>
                  <a:lnTo>
                    <a:pt x="229" y="76"/>
                  </a:lnTo>
                  <a:lnTo>
                    <a:pt x="198" y="104"/>
                  </a:lnTo>
                  <a:lnTo>
                    <a:pt x="167" y="137"/>
                  </a:lnTo>
                  <a:lnTo>
                    <a:pt x="142" y="170"/>
                  </a:lnTo>
                  <a:lnTo>
                    <a:pt x="116" y="204"/>
                  </a:lnTo>
                  <a:lnTo>
                    <a:pt x="94" y="240"/>
                  </a:lnTo>
                  <a:lnTo>
                    <a:pt x="74" y="278"/>
                  </a:lnTo>
                  <a:lnTo>
                    <a:pt x="54" y="317"/>
                  </a:lnTo>
                  <a:lnTo>
                    <a:pt x="38" y="359"/>
                  </a:lnTo>
                  <a:lnTo>
                    <a:pt x="26" y="401"/>
                  </a:lnTo>
                  <a:lnTo>
                    <a:pt x="15" y="444"/>
                  </a:lnTo>
                  <a:lnTo>
                    <a:pt x="8" y="489"/>
                  </a:lnTo>
                  <a:lnTo>
                    <a:pt x="2" y="534"/>
                  </a:lnTo>
                  <a:lnTo>
                    <a:pt x="0" y="580"/>
                  </a:lnTo>
                  <a:lnTo>
                    <a:pt x="0" y="581"/>
                  </a:lnTo>
                  <a:lnTo>
                    <a:pt x="0" y="580"/>
                  </a:lnTo>
                  <a:lnTo>
                    <a:pt x="3" y="600"/>
                  </a:lnTo>
                  <a:lnTo>
                    <a:pt x="14" y="615"/>
                  </a:lnTo>
                  <a:lnTo>
                    <a:pt x="29" y="625"/>
                  </a:lnTo>
                  <a:lnTo>
                    <a:pt x="45" y="628"/>
                  </a:lnTo>
                  <a:lnTo>
                    <a:pt x="63" y="626"/>
                  </a:lnTo>
                  <a:lnTo>
                    <a:pt x="78" y="616"/>
                  </a:lnTo>
                  <a:lnTo>
                    <a:pt x="89" y="602"/>
                  </a:lnTo>
                  <a:lnTo>
                    <a:pt x="94" y="582"/>
                  </a:lnTo>
                  <a:lnTo>
                    <a:pt x="94" y="5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9236" name="Freeform 48"/>
            <p:cNvSpPr>
              <a:spLocks/>
            </p:cNvSpPr>
            <p:nvPr/>
          </p:nvSpPr>
          <p:spPr bwMode="auto">
            <a:xfrm>
              <a:off x="868" y="1712"/>
              <a:ext cx="19" cy="364"/>
            </a:xfrm>
            <a:custGeom>
              <a:avLst/>
              <a:gdLst>
                <a:gd name="T0" fmla="*/ 1 w 94"/>
                <a:gd name="T1" fmla="*/ 14 h 1818"/>
                <a:gd name="T2" fmla="*/ 1 w 94"/>
                <a:gd name="T3" fmla="*/ 14 h 1818"/>
                <a:gd name="T4" fmla="*/ 1 w 94"/>
                <a:gd name="T5" fmla="*/ 0 h 1818"/>
                <a:gd name="T6" fmla="*/ 0 w 94"/>
                <a:gd name="T7" fmla="*/ 0 h 1818"/>
                <a:gd name="T8" fmla="*/ 0 w 94"/>
                <a:gd name="T9" fmla="*/ 14 h 1818"/>
                <a:gd name="T10" fmla="*/ 0 w 94"/>
                <a:gd name="T11" fmla="*/ 14 h 1818"/>
                <a:gd name="T12" fmla="*/ 0 w 94"/>
                <a:gd name="T13" fmla="*/ 14 h 1818"/>
                <a:gd name="T14" fmla="*/ 0 w 94"/>
                <a:gd name="T15" fmla="*/ 14 h 1818"/>
                <a:gd name="T16" fmla="*/ 0 w 94"/>
                <a:gd name="T17" fmla="*/ 14 h 1818"/>
                <a:gd name="T18" fmla="*/ 0 w 94"/>
                <a:gd name="T19" fmla="*/ 15 h 1818"/>
                <a:gd name="T20" fmla="*/ 0 w 94"/>
                <a:gd name="T21" fmla="*/ 15 h 1818"/>
                <a:gd name="T22" fmla="*/ 1 w 94"/>
                <a:gd name="T23" fmla="*/ 15 h 1818"/>
                <a:gd name="T24" fmla="*/ 1 w 94"/>
                <a:gd name="T25" fmla="*/ 14 h 1818"/>
                <a:gd name="T26" fmla="*/ 1 w 94"/>
                <a:gd name="T27" fmla="*/ 14 h 1818"/>
                <a:gd name="T28" fmla="*/ 1 w 94"/>
                <a:gd name="T29" fmla="*/ 14 h 1818"/>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94"/>
                <a:gd name="T46" fmla="*/ 0 h 1818"/>
                <a:gd name="T47" fmla="*/ 94 w 94"/>
                <a:gd name="T48" fmla="*/ 1818 h 1818"/>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94" h="1818">
                  <a:moveTo>
                    <a:pt x="94" y="1771"/>
                  </a:moveTo>
                  <a:lnTo>
                    <a:pt x="94" y="1771"/>
                  </a:lnTo>
                  <a:lnTo>
                    <a:pt x="94" y="0"/>
                  </a:lnTo>
                  <a:lnTo>
                    <a:pt x="0" y="0"/>
                  </a:lnTo>
                  <a:lnTo>
                    <a:pt x="0" y="1771"/>
                  </a:lnTo>
                  <a:lnTo>
                    <a:pt x="3" y="1791"/>
                  </a:lnTo>
                  <a:lnTo>
                    <a:pt x="15" y="1806"/>
                  </a:lnTo>
                  <a:lnTo>
                    <a:pt x="29" y="1814"/>
                  </a:lnTo>
                  <a:lnTo>
                    <a:pt x="47" y="1818"/>
                  </a:lnTo>
                  <a:lnTo>
                    <a:pt x="64" y="1814"/>
                  </a:lnTo>
                  <a:lnTo>
                    <a:pt x="79" y="1806"/>
                  </a:lnTo>
                  <a:lnTo>
                    <a:pt x="90" y="1791"/>
                  </a:lnTo>
                  <a:lnTo>
                    <a:pt x="94" y="17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9237" name="Freeform 49"/>
            <p:cNvSpPr>
              <a:spLocks/>
            </p:cNvSpPr>
            <p:nvPr/>
          </p:nvSpPr>
          <p:spPr bwMode="auto">
            <a:xfrm>
              <a:off x="868" y="2067"/>
              <a:ext cx="90" cy="160"/>
            </a:xfrm>
            <a:custGeom>
              <a:avLst/>
              <a:gdLst>
                <a:gd name="T0" fmla="*/ 3 w 449"/>
                <a:gd name="T1" fmla="*/ 6 h 803"/>
                <a:gd name="T2" fmla="*/ 3 w 449"/>
                <a:gd name="T3" fmla="*/ 6 h 803"/>
                <a:gd name="T4" fmla="*/ 3 w 449"/>
                <a:gd name="T5" fmla="*/ 5 h 803"/>
                <a:gd name="T6" fmla="*/ 3 w 449"/>
                <a:gd name="T7" fmla="*/ 5 h 803"/>
                <a:gd name="T8" fmla="*/ 3 w 449"/>
                <a:gd name="T9" fmla="*/ 5 h 803"/>
                <a:gd name="T10" fmla="*/ 2 w 449"/>
                <a:gd name="T11" fmla="*/ 5 h 803"/>
                <a:gd name="T12" fmla="*/ 2 w 449"/>
                <a:gd name="T13" fmla="*/ 4 h 803"/>
                <a:gd name="T14" fmla="*/ 2 w 449"/>
                <a:gd name="T15" fmla="*/ 4 h 803"/>
                <a:gd name="T16" fmla="*/ 2 w 449"/>
                <a:gd name="T17" fmla="*/ 4 h 803"/>
                <a:gd name="T18" fmla="*/ 2 w 449"/>
                <a:gd name="T19" fmla="*/ 3 h 803"/>
                <a:gd name="T20" fmla="*/ 1 w 449"/>
                <a:gd name="T21" fmla="*/ 3 h 803"/>
                <a:gd name="T22" fmla="*/ 1 w 449"/>
                <a:gd name="T23" fmla="*/ 2 h 803"/>
                <a:gd name="T24" fmla="*/ 1 w 449"/>
                <a:gd name="T25" fmla="*/ 2 h 803"/>
                <a:gd name="T26" fmla="*/ 1 w 449"/>
                <a:gd name="T27" fmla="*/ 2 h 803"/>
                <a:gd name="T28" fmla="*/ 1 w 449"/>
                <a:gd name="T29" fmla="*/ 1 h 803"/>
                <a:gd name="T30" fmla="*/ 1 w 449"/>
                <a:gd name="T31" fmla="*/ 1 h 803"/>
                <a:gd name="T32" fmla="*/ 1 w 449"/>
                <a:gd name="T33" fmla="*/ 0 h 803"/>
                <a:gd name="T34" fmla="*/ 1 w 449"/>
                <a:gd name="T35" fmla="*/ 0 h 803"/>
                <a:gd name="T36" fmla="*/ 0 w 449"/>
                <a:gd name="T37" fmla="*/ 0 h 803"/>
                <a:gd name="T38" fmla="*/ 0 w 449"/>
                <a:gd name="T39" fmla="*/ 0 h 803"/>
                <a:gd name="T40" fmla="*/ 0 w 449"/>
                <a:gd name="T41" fmla="*/ 1 h 803"/>
                <a:gd name="T42" fmla="*/ 0 w 449"/>
                <a:gd name="T43" fmla="*/ 1 h 803"/>
                <a:gd name="T44" fmla="*/ 0 w 449"/>
                <a:gd name="T45" fmla="*/ 2 h 803"/>
                <a:gd name="T46" fmla="*/ 0 w 449"/>
                <a:gd name="T47" fmla="*/ 2 h 803"/>
                <a:gd name="T48" fmla="*/ 0 w 449"/>
                <a:gd name="T49" fmla="*/ 3 h 803"/>
                <a:gd name="T50" fmla="*/ 1 w 449"/>
                <a:gd name="T51" fmla="*/ 3 h 803"/>
                <a:gd name="T52" fmla="*/ 1 w 449"/>
                <a:gd name="T53" fmla="*/ 4 h 803"/>
                <a:gd name="T54" fmla="*/ 1 w 449"/>
                <a:gd name="T55" fmla="*/ 4 h 803"/>
                <a:gd name="T56" fmla="*/ 1 w 449"/>
                <a:gd name="T57" fmla="*/ 4 h 803"/>
                <a:gd name="T58" fmla="*/ 2 w 449"/>
                <a:gd name="T59" fmla="*/ 5 h 803"/>
                <a:gd name="T60" fmla="*/ 2 w 449"/>
                <a:gd name="T61" fmla="*/ 5 h 803"/>
                <a:gd name="T62" fmla="*/ 2 w 449"/>
                <a:gd name="T63" fmla="*/ 5 h 803"/>
                <a:gd name="T64" fmla="*/ 2 w 449"/>
                <a:gd name="T65" fmla="*/ 6 h 803"/>
                <a:gd name="T66" fmla="*/ 3 w 449"/>
                <a:gd name="T67" fmla="*/ 6 h 803"/>
                <a:gd name="T68" fmla="*/ 3 w 449"/>
                <a:gd name="T69" fmla="*/ 6 h 803"/>
                <a:gd name="T70" fmla="*/ 3 w 449"/>
                <a:gd name="T71" fmla="*/ 6 h 803"/>
                <a:gd name="T72" fmla="*/ 3 w 449"/>
                <a:gd name="T73" fmla="*/ 6 h 803"/>
                <a:gd name="T74" fmla="*/ 3 w 449"/>
                <a:gd name="T75" fmla="*/ 6 h 803"/>
                <a:gd name="T76" fmla="*/ 3 w 449"/>
                <a:gd name="T77" fmla="*/ 6 h 803"/>
                <a:gd name="T78" fmla="*/ 3 w 449"/>
                <a:gd name="T79" fmla="*/ 6 h 803"/>
                <a:gd name="T80" fmla="*/ 4 w 449"/>
                <a:gd name="T81" fmla="*/ 6 h 803"/>
                <a:gd name="T82" fmla="*/ 4 w 449"/>
                <a:gd name="T83" fmla="*/ 6 h 803"/>
                <a:gd name="T84" fmla="*/ 4 w 449"/>
                <a:gd name="T85" fmla="*/ 6 h 803"/>
                <a:gd name="T86" fmla="*/ 4 w 449"/>
                <a:gd name="T87" fmla="*/ 6 h 803"/>
                <a:gd name="T88" fmla="*/ 3 w 449"/>
                <a:gd name="T89" fmla="*/ 6 h 803"/>
                <a:gd name="T90" fmla="*/ 3 w 449"/>
                <a:gd name="T91" fmla="*/ 6 h 80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449"/>
                <a:gd name="T139" fmla="*/ 0 h 803"/>
                <a:gd name="T140" fmla="*/ 449 w 449"/>
                <a:gd name="T141" fmla="*/ 803 h 80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449" h="803">
                  <a:moveTo>
                    <a:pt x="426" y="717"/>
                  </a:moveTo>
                  <a:lnTo>
                    <a:pt x="427" y="717"/>
                  </a:lnTo>
                  <a:lnTo>
                    <a:pt x="395" y="693"/>
                  </a:lnTo>
                  <a:lnTo>
                    <a:pt x="361" y="662"/>
                  </a:lnTo>
                  <a:lnTo>
                    <a:pt x="329" y="628"/>
                  </a:lnTo>
                  <a:lnTo>
                    <a:pt x="299" y="591"/>
                  </a:lnTo>
                  <a:lnTo>
                    <a:pt x="269" y="551"/>
                  </a:lnTo>
                  <a:lnTo>
                    <a:pt x="241" y="507"/>
                  </a:lnTo>
                  <a:lnTo>
                    <a:pt x="215" y="460"/>
                  </a:lnTo>
                  <a:lnTo>
                    <a:pt x="191" y="412"/>
                  </a:lnTo>
                  <a:lnTo>
                    <a:pt x="170" y="363"/>
                  </a:lnTo>
                  <a:lnTo>
                    <a:pt x="151" y="312"/>
                  </a:lnTo>
                  <a:lnTo>
                    <a:pt x="133" y="259"/>
                  </a:lnTo>
                  <a:lnTo>
                    <a:pt x="119" y="207"/>
                  </a:lnTo>
                  <a:lnTo>
                    <a:pt x="108" y="156"/>
                  </a:lnTo>
                  <a:lnTo>
                    <a:pt x="101" y="103"/>
                  </a:lnTo>
                  <a:lnTo>
                    <a:pt x="96" y="51"/>
                  </a:lnTo>
                  <a:lnTo>
                    <a:pt x="94" y="0"/>
                  </a:lnTo>
                  <a:lnTo>
                    <a:pt x="0" y="0"/>
                  </a:lnTo>
                  <a:lnTo>
                    <a:pt x="2" y="56"/>
                  </a:lnTo>
                  <a:lnTo>
                    <a:pt x="7" y="115"/>
                  </a:lnTo>
                  <a:lnTo>
                    <a:pt x="16" y="172"/>
                  </a:lnTo>
                  <a:lnTo>
                    <a:pt x="28" y="231"/>
                  </a:lnTo>
                  <a:lnTo>
                    <a:pt x="44" y="287"/>
                  </a:lnTo>
                  <a:lnTo>
                    <a:pt x="62" y="342"/>
                  </a:lnTo>
                  <a:lnTo>
                    <a:pt x="83" y="398"/>
                  </a:lnTo>
                  <a:lnTo>
                    <a:pt x="106" y="452"/>
                  </a:lnTo>
                  <a:lnTo>
                    <a:pt x="133" y="505"/>
                  </a:lnTo>
                  <a:lnTo>
                    <a:pt x="161" y="554"/>
                  </a:lnTo>
                  <a:lnTo>
                    <a:pt x="192" y="602"/>
                  </a:lnTo>
                  <a:lnTo>
                    <a:pt x="224" y="647"/>
                  </a:lnTo>
                  <a:lnTo>
                    <a:pt x="259" y="689"/>
                  </a:lnTo>
                  <a:lnTo>
                    <a:pt x="295" y="728"/>
                  </a:lnTo>
                  <a:lnTo>
                    <a:pt x="334" y="763"/>
                  </a:lnTo>
                  <a:lnTo>
                    <a:pt x="374" y="795"/>
                  </a:lnTo>
                  <a:lnTo>
                    <a:pt x="375" y="795"/>
                  </a:lnTo>
                  <a:lnTo>
                    <a:pt x="374" y="795"/>
                  </a:lnTo>
                  <a:lnTo>
                    <a:pt x="392" y="803"/>
                  </a:lnTo>
                  <a:lnTo>
                    <a:pt x="411" y="803"/>
                  </a:lnTo>
                  <a:lnTo>
                    <a:pt x="426" y="795"/>
                  </a:lnTo>
                  <a:lnTo>
                    <a:pt x="439" y="782"/>
                  </a:lnTo>
                  <a:lnTo>
                    <a:pt x="446" y="766"/>
                  </a:lnTo>
                  <a:lnTo>
                    <a:pt x="449" y="749"/>
                  </a:lnTo>
                  <a:lnTo>
                    <a:pt x="441" y="732"/>
                  </a:lnTo>
                  <a:lnTo>
                    <a:pt x="427" y="717"/>
                  </a:lnTo>
                  <a:lnTo>
                    <a:pt x="426" y="71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9238" name="Freeform 50"/>
            <p:cNvSpPr>
              <a:spLocks/>
            </p:cNvSpPr>
            <p:nvPr/>
          </p:nvSpPr>
          <p:spPr bwMode="auto">
            <a:xfrm>
              <a:off x="883" y="1673"/>
              <a:ext cx="379" cy="690"/>
            </a:xfrm>
            <a:custGeom>
              <a:avLst/>
              <a:gdLst>
                <a:gd name="T0" fmla="*/ 12 w 1897"/>
                <a:gd name="T1" fmla="*/ 6 h 3450"/>
                <a:gd name="T2" fmla="*/ 13 w 1897"/>
                <a:gd name="T3" fmla="*/ 7 h 3450"/>
                <a:gd name="T4" fmla="*/ 13 w 1897"/>
                <a:gd name="T5" fmla="*/ 7 h 3450"/>
                <a:gd name="T6" fmla="*/ 14 w 1897"/>
                <a:gd name="T7" fmla="*/ 8 h 3450"/>
                <a:gd name="T8" fmla="*/ 14 w 1897"/>
                <a:gd name="T9" fmla="*/ 9 h 3450"/>
                <a:gd name="T10" fmla="*/ 15 w 1897"/>
                <a:gd name="T11" fmla="*/ 10 h 3450"/>
                <a:gd name="T12" fmla="*/ 15 w 1897"/>
                <a:gd name="T13" fmla="*/ 11 h 3450"/>
                <a:gd name="T14" fmla="*/ 15 w 1897"/>
                <a:gd name="T15" fmla="*/ 11 h 3450"/>
                <a:gd name="T16" fmla="*/ 15 w 1897"/>
                <a:gd name="T17" fmla="*/ 12 h 3450"/>
                <a:gd name="T18" fmla="*/ 15 w 1897"/>
                <a:gd name="T19" fmla="*/ 26 h 3450"/>
                <a:gd name="T20" fmla="*/ 15 w 1897"/>
                <a:gd name="T21" fmla="*/ 26 h 3450"/>
                <a:gd name="T22" fmla="*/ 15 w 1897"/>
                <a:gd name="T23" fmla="*/ 27 h 3450"/>
                <a:gd name="T24" fmla="*/ 15 w 1897"/>
                <a:gd name="T25" fmla="*/ 27 h 3450"/>
                <a:gd name="T26" fmla="*/ 14 w 1897"/>
                <a:gd name="T27" fmla="*/ 27 h 3450"/>
                <a:gd name="T28" fmla="*/ 14 w 1897"/>
                <a:gd name="T29" fmla="*/ 28 h 3450"/>
                <a:gd name="T30" fmla="*/ 13 w 1897"/>
                <a:gd name="T31" fmla="*/ 28 h 3450"/>
                <a:gd name="T32" fmla="*/ 13 w 1897"/>
                <a:gd name="T33" fmla="*/ 27 h 3450"/>
                <a:gd name="T34" fmla="*/ 3 w 1897"/>
                <a:gd name="T35" fmla="*/ 21 h 3450"/>
                <a:gd name="T36" fmla="*/ 2 w 1897"/>
                <a:gd name="T37" fmla="*/ 21 h 3450"/>
                <a:gd name="T38" fmla="*/ 2 w 1897"/>
                <a:gd name="T39" fmla="*/ 20 h 3450"/>
                <a:gd name="T40" fmla="*/ 1 w 1897"/>
                <a:gd name="T41" fmla="*/ 19 h 3450"/>
                <a:gd name="T42" fmla="*/ 1 w 1897"/>
                <a:gd name="T43" fmla="*/ 19 h 3450"/>
                <a:gd name="T44" fmla="*/ 0 w 1897"/>
                <a:gd name="T45" fmla="*/ 18 h 3450"/>
                <a:gd name="T46" fmla="*/ 0 w 1897"/>
                <a:gd name="T47" fmla="*/ 17 h 3450"/>
                <a:gd name="T48" fmla="*/ 0 w 1897"/>
                <a:gd name="T49" fmla="*/ 16 h 3450"/>
                <a:gd name="T50" fmla="*/ 0 w 1897"/>
                <a:gd name="T51" fmla="*/ 15 h 3450"/>
                <a:gd name="T52" fmla="*/ 0 w 1897"/>
                <a:gd name="T53" fmla="*/ 2 h 3450"/>
                <a:gd name="T54" fmla="*/ 0 w 1897"/>
                <a:gd name="T55" fmla="*/ 1 h 3450"/>
                <a:gd name="T56" fmla="*/ 0 w 1897"/>
                <a:gd name="T57" fmla="*/ 1 h 3450"/>
                <a:gd name="T58" fmla="*/ 1 w 1897"/>
                <a:gd name="T59" fmla="*/ 0 h 3450"/>
                <a:gd name="T60" fmla="*/ 1 w 1897"/>
                <a:gd name="T61" fmla="*/ 0 h 3450"/>
                <a:gd name="T62" fmla="*/ 1 w 1897"/>
                <a:gd name="T63" fmla="*/ 0 h 3450"/>
                <a:gd name="T64" fmla="*/ 2 w 1897"/>
                <a:gd name="T65" fmla="*/ 0 h 3450"/>
                <a:gd name="T66" fmla="*/ 3 w 1897"/>
                <a:gd name="T67" fmla="*/ 0 h 3450"/>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897"/>
                <a:gd name="T103" fmla="*/ 0 h 3450"/>
                <a:gd name="T104" fmla="*/ 1897 w 1897"/>
                <a:gd name="T105" fmla="*/ 3450 h 3450"/>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897" h="3450">
                  <a:moveTo>
                    <a:pt x="357" y="49"/>
                  </a:moveTo>
                  <a:lnTo>
                    <a:pt x="1542" y="806"/>
                  </a:lnTo>
                  <a:lnTo>
                    <a:pt x="1579" y="832"/>
                  </a:lnTo>
                  <a:lnTo>
                    <a:pt x="1614" y="861"/>
                  </a:lnTo>
                  <a:lnTo>
                    <a:pt x="1648" y="895"/>
                  </a:lnTo>
                  <a:lnTo>
                    <a:pt x="1681" y="933"/>
                  </a:lnTo>
                  <a:lnTo>
                    <a:pt x="1711" y="973"/>
                  </a:lnTo>
                  <a:lnTo>
                    <a:pt x="1740" y="1016"/>
                  </a:lnTo>
                  <a:lnTo>
                    <a:pt x="1768" y="1062"/>
                  </a:lnTo>
                  <a:lnTo>
                    <a:pt x="1793" y="1109"/>
                  </a:lnTo>
                  <a:lnTo>
                    <a:pt x="1816" y="1158"/>
                  </a:lnTo>
                  <a:lnTo>
                    <a:pt x="1836" y="1208"/>
                  </a:lnTo>
                  <a:lnTo>
                    <a:pt x="1854" y="1260"/>
                  </a:lnTo>
                  <a:lnTo>
                    <a:pt x="1869" y="1313"/>
                  </a:lnTo>
                  <a:lnTo>
                    <a:pt x="1881" y="1364"/>
                  </a:lnTo>
                  <a:lnTo>
                    <a:pt x="1890" y="1417"/>
                  </a:lnTo>
                  <a:lnTo>
                    <a:pt x="1895" y="1469"/>
                  </a:lnTo>
                  <a:lnTo>
                    <a:pt x="1897" y="1519"/>
                  </a:lnTo>
                  <a:lnTo>
                    <a:pt x="1897" y="3142"/>
                  </a:lnTo>
                  <a:lnTo>
                    <a:pt x="1895" y="3190"/>
                  </a:lnTo>
                  <a:lnTo>
                    <a:pt x="1890" y="3235"/>
                  </a:lnTo>
                  <a:lnTo>
                    <a:pt x="1881" y="3276"/>
                  </a:lnTo>
                  <a:lnTo>
                    <a:pt x="1869" y="3313"/>
                  </a:lnTo>
                  <a:lnTo>
                    <a:pt x="1854" y="3346"/>
                  </a:lnTo>
                  <a:lnTo>
                    <a:pt x="1836" y="3375"/>
                  </a:lnTo>
                  <a:lnTo>
                    <a:pt x="1816" y="3398"/>
                  </a:lnTo>
                  <a:lnTo>
                    <a:pt x="1793" y="3418"/>
                  </a:lnTo>
                  <a:lnTo>
                    <a:pt x="1768" y="3434"/>
                  </a:lnTo>
                  <a:lnTo>
                    <a:pt x="1740" y="3444"/>
                  </a:lnTo>
                  <a:lnTo>
                    <a:pt x="1711" y="3450"/>
                  </a:lnTo>
                  <a:lnTo>
                    <a:pt x="1681" y="3450"/>
                  </a:lnTo>
                  <a:lnTo>
                    <a:pt x="1648" y="3445"/>
                  </a:lnTo>
                  <a:lnTo>
                    <a:pt x="1614" y="3436"/>
                  </a:lnTo>
                  <a:lnTo>
                    <a:pt x="1579" y="3421"/>
                  </a:lnTo>
                  <a:lnTo>
                    <a:pt x="1542" y="3400"/>
                  </a:lnTo>
                  <a:lnTo>
                    <a:pt x="357" y="2643"/>
                  </a:lnTo>
                  <a:lnTo>
                    <a:pt x="320" y="2618"/>
                  </a:lnTo>
                  <a:lnTo>
                    <a:pt x="285" y="2588"/>
                  </a:lnTo>
                  <a:lnTo>
                    <a:pt x="251" y="2554"/>
                  </a:lnTo>
                  <a:lnTo>
                    <a:pt x="218" y="2517"/>
                  </a:lnTo>
                  <a:lnTo>
                    <a:pt x="187" y="2477"/>
                  </a:lnTo>
                  <a:lnTo>
                    <a:pt x="157" y="2433"/>
                  </a:lnTo>
                  <a:lnTo>
                    <a:pt x="130" y="2388"/>
                  </a:lnTo>
                  <a:lnTo>
                    <a:pt x="105" y="2341"/>
                  </a:lnTo>
                  <a:lnTo>
                    <a:pt x="81" y="2292"/>
                  </a:lnTo>
                  <a:lnTo>
                    <a:pt x="61" y="2241"/>
                  </a:lnTo>
                  <a:lnTo>
                    <a:pt x="44" y="2190"/>
                  </a:lnTo>
                  <a:lnTo>
                    <a:pt x="29" y="2138"/>
                  </a:lnTo>
                  <a:lnTo>
                    <a:pt x="17" y="2085"/>
                  </a:lnTo>
                  <a:lnTo>
                    <a:pt x="7" y="2033"/>
                  </a:lnTo>
                  <a:lnTo>
                    <a:pt x="3" y="1981"/>
                  </a:lnTo>
                  <a:lnTo>
                    <a:pt x="0" y="1931"/>
                  </a:lnTo>
                  <a:lnTo>
                    <a:pt x="0" y="308"/>
                  </a:lnTo>
                  <a:lnTo>
                    <a:pt x="3" y="260"/>
                  </a:lnTo>
                  <a:lnTo>
                    <a:pt x="7" y="215"/>
                  </a:lnTo>
                  <a:lnTo>
                    <a:pt x="17" y="174"/>
                  </a:lnTo>
                  <a:lnTo>
                    <a:pt x="29" y="137"/>
                  </a:lnTo>
                  <a:lnTo>
                    <a:pt x="44" y="104"/>
                  </a:lnTo>
                  <a:lnTo>
                    <a:pt x="61" y="76"/>
                  </a:lnTo>
                  <a:lnTo>
                    <a:pt x="81" y="51"/>
                  </a:lnTo>
                  <a:lnTo>
                    <a:pt x="105" y="31"/>
                  </a:lnTo>
                  <a:lnTo>
                    <a:pt x="130" y="16"/>
                  </a:lnTo>
                  <a:lnTo>
                    <a:pt x="157" y="5"/>
                  </a:lnTo>
                  <a:lnTo>
                    <a:pt x="187" y="0"/>
                  </a:lnTo>
                  <a:lnTo>
                    <a:pt x="218" y="0"/>
                  </a:lnTo>
                  <a:lnTo>
                    <a:pt x="251" y="3"/>
                  </a:lnTo>
                  <a:lnTo>
                    <a:pt x="285" y="14"/>
                  </a:lnTo>
                  <a:lnTo>
                    <a:pt x="320" y="29"/>
                  </a:lnTo>
                  <a:lnTo>
                    <a:pt x="357" y="49"/>
                  </a:lnTo>
                  <a:close/>
                </a:path>
              </a:pathLst>
            </a:custGeom>
            <a:solidFill>
              <a:srgbClr val="BFBFB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9239" name="Freeform 51"/>
            <p:cNvSpPr>
              <a:spLocks/>
            </p:cNvSpPr>
            <p:nvPr/>
          </p:nvSpPr>
          <p:spPr bwMode="auto">
            <a:xfrm>
              <a:off x="1268" y="1663"/>
              <a:ext cx="393" cy="711"/>
            </a:xfrm>
            <a:custGeom>
              <a:avLst/>
              <a:gdLst>
                <a:gd name="T0" fmla="*/ 3 w 1962"/>
                <a:gd name="T1" fmla="*/ 7 h 3555"/>
                <a:gd name="T2" fmla="*/ 2 w 1962"/>
                <a:gd name="T3" fmla="*/ 7 h 3555"/>
                <a:gd name="T4" fmla="*/ 2 w 1962"/>
                <a:gd name="T5" fmla="*/ 8 h 3555"/>
                <a:gd name="T6" fmla="*/ 1 w 1962"/>
                <a:gd name="T7" fmla="*/ 8 h 3555"/>
                <a:gd name="T8" fmla="*/ 1 w 1962"/>
                <a:gd name="T9" fmla="*/ 9 h 3555"/>
                <a:gd name="T10" fmla="*/ 1 w 1962"/>
                <a:gd name="T11" fmla="*/ 10 h 3555"/>
                <a:gd name="T12" fmla="*/ 0 w 1962"/>
                <a:gd name="T13" fmla="*/ 11 h 3555"/>
                <a:gd name="T14" fmla="*/ 0 w 1962"/>
                <a:gd name="T15" fmla="*/ 12 h 3555"/>
                <a:gd name="T16" fmla="*/ 0 w 1962"/>
                <a:gd name="T17" fmla="*/ 13 h 3555"/>
                <a:gd name="T18" fmla="*/ 0 w 1962"/>
                <a:gd name="T19" fmla="*/ 26 h 3555"/>
                <a:gd name="T20" fmla="*/ 0 w 1962"/>
                <a:gd name="T21" fmla="*/ 27 h 3555"/>
                <a:gd name="T22" fmla="*/ 0 w 1962"/>
                <a:gd name="T23" fmla="*/ 28 h 3555"/>
                <a:gd name="T24" fmla="*/ 1 w 1962"/>
                <a:gd name="T25" fmla="*/ 28 h 3555"/>
                <a:gd name="T26" fmla="*/ 1 w 1962"/>
                <a:gd name="T27" fmla="*/ 28 h 3555"/>
                <a:gd name="T28" fmla="*/ 2 w 1962"/>
                <a:gd name="T29" fmla="*/ 28 h 3555"/>
                <a:gd name="T30" fmla="*/ 2 w 1962"/>
                <a:gd name="T31" fmla="*/ 28 h 3555"/>
                <a:gd name="T32" fmla="*/ 3 w 1962"/>
                <a:gd name="T33" fmla="*/ 28 h 3555"/>
                <a:gd name="T34" fmla="*/ 13 w 1962"/>
                <a:gd name="T35" fmla="*/ 22 h 3555"/>
                <a:gd name="T36" fmla="*/ 13 w 1962"/>
                <a:gd name="T37" fmla="*/ 21 h 3555"/>
                <a:gd name="T38" fmla="*/ 14 w 1962"/>
                <a:gd name="T39" fmla="*/ 21 h 3555"/>
                <a:gd name="T40" fmla="*/ 14 w 1962"/>
                <a:gd name="T41" fmla="*/ 20 h 3555"/>
                <a:gd name="T42" fmla="*/ 15 w 1962"/>
                <a:gd name="T43" fmla="*/ 19 h 3555"/>
                <a:gd name="T44" fmla="*/ 15 w 1962"/>
                <a:gd name="T45" fmla="*/ 18 h 3555"/>
                <a:gd name="T46" fmla="*/ 16 w 1962"/>
                <a:gd name="T47" fmla="*/ 18 h 3555"/>
                <a:gd name="T48" fmla="*/ 16 w 1962"/>
                <a:gd name="T49" fmla="*/ 17 h 3555"/>
                <a:gd name="T50" fmla="*/ 16 w 1962"/>
                <a:gd name="T51" fmla="*/ 16 h 3555"/>
                <a:gd name="T52" fmla="*/ 16 w 1962"/>
                <a:gd name="T53" fmla="*/ 2 h 3555"/>
                <a:gd name="T54" fmla="*/ 16 w 1962"/>
                <a:gd name="T55" fmla="*/ 1 h 3555"/>
                <a:gd name="T56" fmla="*/ 15 w 1962"/>
                <a:gd name="T57" fmla="*/ 1 h 3555"/>
                <a:gd name="T58" fmla="*/ 15 w 1962"/>
                <a:gd name="T59" fmla="*/ 0 h 3555"/>
                <a:gd name="T60" fmla="*/ 15 w 1962"/>
                <a:gd name="T61" fmla="*/ 0 h 3555"/>
                <a:gd name="T62" fmla="*/ 14 w 1962"/>
                <a:gd name="T63" fmla="*/ 0 h 3555"/>
                <a:gd name="T64" fmla="*/ 14 w 1962"/>
                <a:gd name="T65" fmla="*/ 0 h 3555"/>
                <a:gd name="T66" fmla="*/ 13 w 1962"/>
                <a:gd name="T67" fmla="*/ 0 h 3555"/>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962"/>
                <a:gd name="T103" fmla="*/ 0 h 3555"/>
                <a:gd name="T104" fmla="*/ 1962 w 1962"/>
                <a:gd name="T105" fmla="*/ 3555 h 3555"/>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962" h="3555">
                  <a:moveTo>
                    <a:pt x="1594" y="50"/>
                  </a:moveTo>
                  <a:lnTo>
                    <a:pt x="368" y="831"/>
                  </a:lnTo>
                  <a:lnTo>
                    <a:pt x="330" y="858"/>
                  </a:lnTo>
                  <a:lnTo>
                    <a:pt x="294" y="888"/>
                  </a:lnTo>
                  <a:lnTo>
                    <a:pt x="259" y="922"/>
                  </a:lnTo>
                  <a:lnTo>
                    <a:pt x="225" y="961"/>
                  </a:lnTo>
                  <a:lnTo>
                    <a:pt x="193" y="1003"/>
                  </a:lnTo>
                  <a:lnTo>
                    <a:pt x="163" y="1047"/>
                  </a:lnTo>
                  <a:lnTo>
                    <a:pt x="133" y="1094"/>
                  </a:lnTo>
                  <a:lnTo>
                    <a:pt x="108" y="1143"/>
                  </a:lnTo>
                  <a:lnTo>
                    <a:pt x="84" y="1193"/>
                  </a:lnTo>
                  <a:lnTo>
                    <a:pt x="63" y="1246"/>
                  </a:lnTo>
                  <a:lnTo>
                    <a:pt x="44" y="1299"/>
                  </a:lnTo>
                  <a:lnTo>
                    <a:pt x="29" y="1353"/>
                  </a:lnTo>
                  <a:lnTo>
                    <a:pt x="16" y="1405"/>
                  </a:lnTo>
                  <a:lnTo>
                    <a:pt x="7" y="1459"/>
                  </a:lnTo>
                  <a:lnTo>
                    <a:pt x="2" y="1512"/>
                  </a:lnTo>
                  <a:lnTo>
                    <a:pt x="0" y="1565"/>
                  </a:lnTo>
                  <a:lnTo>
                    <a:pt x="0" y="3237"/>
                  </a:lnTo>
                  <a:lnTo>
                    <a:pt x="2" y="3287"/>
                  </a:lnTo>
                  <a:lnTo>
                    <a:pt x="7" y="3333"/>
                  </a:lnTo>
                  <a:lnTo>
                    <a:pt x="16" y="3375"/>
                  </a:lnTo>
                  <a:lnTo>
                    <a:pt x="29" y="3413"/>
                  </a:lnTo>
                  <a:lnTo>
                    <a:pt x="44" y="3447"/>
                  </a:lnTo>
                  <a:lnTo>
                    <a:pt x="63" y="3477"/>
                  </a:lnTo>
                  <a:lnTo>
                    <a:pt x="84" y="3502"/>
                  </a:lnTo>
                  <a:lnTo>
                    <a:pt x="108" y="3522"/>
                  </a:lnTo>
                  <a:lnTo>
                    <a:pt x="133" y="3538"/>
                  </a:lnTo>
                  <a:lnTo>
                    <a:pt x="163" y="3549"/>
                  </a:lnTo>
                  <a:lnTo>
                    <a:pt x="193" y="3555"/>
                  </a:lnTo>
                  <a:lnTo>
                    <a:pt x="225" y="3555"/>
                  </a:lnTo>
                  <a:lnTo>
                    <a:pt x="259" y="3550"/>
                  </a:lnTo>
                  <a:lnTo>
                    <a:pt x="294" y="3541"/>
                  </a:lnTo>
                  <a:lnTo>
                    <a:pt x="330" y="3524"/>
                  </a:lnTo>
                  <a:lnTo>
                    <a:pt x="368" y="3503"/>
                  </a:lnTo>
                  <a:lnTo>
                    <a:pt x="1594" y="2722"/>
                  </a:lnTo>
                  <a:lnTo>
                    <a:pt x="1632" y="2696"/>
                  </a:lnTo>
                  <a:lnTo>
                    <a:pt x="1668" y="2665"/>
                  </a:lnTo>
                  <a:lnTo>
                    <a:pt x="1703" y="2631"/>
                  </a:lnTo>
                  <a:lnTo>
                    <a:pt x="1737" y="2592"/>
                  </a:lnTo>
                  <a:lnTo>
                    <a:pt x="1769" y="2551"/>
                  </a:lnTo>
                  <a:lnTo>
                    <a:pt x="1799" y="2506"/>
                  </a:lnTo>
                  <a:lnTo>
                    <a:pt x="1829" y="2460"/>
                  </a:lnTo>
                  <a:lnTo>
                    <a:pt x="1854" y="2411"/>
                  </a:lnTo>
                  <a:lnTo>
                    <a:pt x="1878" y="2361"/>
                  </a:lnTo>
                  <a:lnTo>
                    <a:pt x="1899" y="2308"/>
                  </a:lnTo>
                  <a:lnTo>
                    <a:pt x="1918" y="2256"/>
                  </a:lnTo>
                  <a:lnTo>
                    <a:pt x="1933" y="2202"/>
                  </a:lnTo>
                  <a:lnTo>
                    <a:pt x="1946" y="2149"/>
                  </a:lnTo>
                  <a:lnTo>
                    <a:pt x="1955" y="2095"/>
                  </a:lnTo>
                  <a:lnTo>
                    <a:pt x="1960" y="2042"/>
                  </a:lnTo>
                  <a:lnTo>
                    <a:pt x="1962" y="1989"/>
                  </a:lnTo>
                  <a:lnTo>
                    <a:pt x="1962" y="319"/>
                  </a:lnTo>
                  <a:lnTo>
                    <a:pt x="1960" y="269"/>
                  </a:lnTo>
                  <a:lnTo>
                    <a:pt x="1955" y="223"/>
                  </a:lnTo>
                  <a:lnTo>
                    <a:pt x="1946" y="180"/>
                  </a:lnTo>
                  <a:lnTo>
                    <a:pt x="1933" y="143"/>
                  </a:lnTo>
                  <a:lnTo>
                    <a:pt x="1918" y="109"/>
                  </a:lnTo>
                  <a:lnTo>
                    <a:pt x="1899" y="79"/>
                  </a:lnTo>
                  <a:lnTo>
                    <a:pt x="1878" y="54"/>
                  </a:lnTo>
                  <a:lnTo>
                    <a:pt x="1854" y="33"/>
                  </a:lnTo>
                  <a:lnTo>
                    <a:pt x="1829" y="17"/>
                  </a:lnTo>
                  <a:lnTo>
                    <a:pt x="1799" y="7"/>
                  </a:lnTo>
                  <a:lnTo>
                    <a:pt x="1769" y="0"/>
                  </a:lnTo>
                  <a:lnTo>
                    <a:pt x="1737" y="0"/>
                  </a:lnTo>
                  <a:lnTo>
                    <a:pt x="1703" y="4"/>
                  </a:lnTo>
                  <a:lnTo>
                    <a:pt x="1668" y="14"/>
                  </a:lnTo>
                  <a:lnTo>
                    <a:pt x="1632" y="29"/>
                  </a:lnTo>
                  <a:lnTo>
                    <a:pt x="1594" y="50"/>
                  </a:lnTo>
                  <a:close/>
                </a:path>
              </a:pathLst>
            </a:custGeom>
            <a:solidFill>
              <a:srgbClr val="E5E5E5"/>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9240" name="Freeform 52"/>
            <p:cNvSpPr>
              <a:spLocks noEditPoints="1"/>
            </p:cNvSpPr>
            <p:nvPr/>
          </p:nvSpPr>
          <p:spPr bwMode="auto">
            <a:xfrm>
              <a:off x="916" y="1589"/>
              <a:ext cx="697" cy="698"/>
            </a:xfrm>
            <a:custGeom>
              <a:avLst/>
              <a:gdLst>
                <a:gd name="T0" fmla="*/ 16 w 3485"/>
                <a:gd name="T1" fmla="*/ 0 h 3490"/>
                <a:gd name="T2" fmla="*/ 17 w 3485"/>
                <a:gd name="T3" fmla="*/ 2 h 3490"/>
                <a:gd name="T4" fmla="*/ 17 w 3485"/>
                <a:gd name="T5" fmla="*/ 3 h 3490"/>
                <a:gd name="T6" fmla="*/ 14 w 3485"/>
                <a:gd name="T7" fmla="*/ 4 h 3490"/>
                <a:gd name="T8" fmla="*/ 12 w 3485"/>
                <a:gd name="T9" fmla="*/ 4 h 3490"/>
                <a:gd name="T10" fmla="*/ 11 w 3485"/>
                <a:gd name="T11" fmla="*/ 2 h 3490"/>
                <a:gd name="T12" fmla="*/ 11 w 3485"/>
                <a:gd name="T13" fmla="*/ 1 h 3490"/>
                <a:gd name="T14" fmla="*/ 14 w 3485"/>
                <a:gd name="T15" fmla="*/ 0 h 3490"/>
                <a:gd name="T16" fmla="*/ 3 w 3485"/>
                <a:gd name="T17" fmla="*/ 7 h 3490"/>
                <a:gd name="T18" fmla="*/ 4 w 3485"/>
                <a:gd name="T19" fmla="*/ 9 h 3490"/>
                <a:gd name="T20" fmla="*/ 3 w 3485"/>
                <a:gd name="T21" fmla="*/ 12 h 3490"/>
                <a:gd name="T22" fmla="*/ 2 w 3485"/>
                <a:gd name="T23" fmla="*/ 13 h 3490"/>
                <a:gd name="T24" fmla="*/ 1 w 3485"/>
                <a:gd name="T25" fmla="*/ 12 h 3490"/>
                <a:gd name="T26" fmla="*/ 0 w 3485"/>
                <a:gd name="T27" fmla="*/ 10 h 3490"/>
                <a:gd name="T28" fmla="*/ 0 w 3485"/>
                <a:gd name="T29" fmla="*/ 8 h 3490"/>
                <a:gd name="T30" fmla="*/ 2 w 3485"/>
                <a:gd name="T31" fmla="*/ 6 h 3490"/>
                <a:gd name="T32" fmla="*/ 10 w 3485"/>
                <a:gd name="T33" fmla="*/ 20 h 3490"/>
                <a:gd name="T34" fmla="*/ 11 w 3485"/>
                <a:gd name="T35" fmla="*/ 22 h 3490"/>
                <a:gd name="T36" fmla="*/ 11 w 3485"/>
                <a:gd name="T37" fmla="*/ 25 h 3490"/>
                <a:gd name="T38" fmla="*/ 10 w 3485"/>
                <a:gd name="T39" fmla="*/ 27 h 3490"/>
                <a:gd name="T40" fmla="*/ 8 w 3485"/>
                <a:gd name="T41" fmla="*/ 26 h 3490"/>
                <a:gd name="T42" fmla="*/ 7 w 3485"/>
                <a:gd name="T43" fmla="*/ 24 h 3490"/>
                <a:gd name="T44" fmla="*/ 7 w 3485"/>
                <a:gd name="T45" fmla="*/ 22 h 3490"/>
                <a:gd name="T46" fmla="*/ 8 w 3485"/>
                <a:gd name="T47" fmla="*/ 20 h 3490"/>
                <a:gd name="T48" fmla="*/ 20 w 3485"/>
                <a:gd name="T49" fmla="*/ 21 h 3490"/>
                <a:gd name="T50" fmla="*/ 21 w 3485"/>
                <a:gd name="T51" fmla="*/ 23 h 3490"/>
                <a:gd name="T52" fmla="*/ 21 w 3485"/>
                <a:gd name="T53" fmla="*/ 26 h 3490"/>
                <a:gd name="T54" fmla="*/ 20 w 3485"/>
                <a:gd name="T55" fmla="*/ 28 h 3490"/>
                <a:gd name="T56" fmla="*/ 18 w 3485"/>
                <a:gd name="T57" fmla="*/ 28 h 3490"/>
                <a:gd name="T58" fmla="*/ 17 w 3485"/>
                <a:gd name="T59" fmla="*/ 26 h 3490"/>
                <a:gd name="T60" fmla="*/ 17 w 3485"/>
                <a:gd name="T61" fmla="*/ 23 h 3490"/>
                <a:gd name="T62" fmla="*/ 18 w 3485"/>
                <a:gd name="T63" fmla="*/ 21 h 3490"/>
                <a:gd name="T64" fmla="*/ 19 w 3485"/>
                <a:gd name="T65" fmla="*/ 11 h 3490"/>
                <a:gd name="T66" fmla="*/ 20 w 3485"/>
                <a:gd name="T67" fmla="*/ 13 h 3490"/>
                <a:gd name="T68" fmla="*/ 21 w 3485"/>
                <a:gd name="T69" fmla="*/ 15 h 3490"/>
                <a:gd name="T70" fmla="*/ 20 w 3485"/>
                <a:gd name="T71" fmla="*/ 17 h 3490"/>
                <a:gd name="T72" fmla="*/ 18 w 3485"/>
                <a:gd name="T73" fmla="*/ 17 h 3490"/>
                <a:gd name="T74" fmla="*/ 17 w 3485"/>
                <a:gd name="T75" fmla="*/ 16 h 3490"/>
                <a:gd name="T76" fmla="*/ 17 w 3485"/>
                <a:gd name="T77" fmla="*/ 13 h 3490"/>
                <a:gd name="T78" fmla="*/ 18 w 3485"/>
                <a:gd name="T79" fmla="*/ 11 h 3490"/>
                <a:gd name="T80" fmla="*/ 26 w 3485"/>
                <a:gd name="T81" fmla="*/ 7 h 3490"/>
                <a:gd name="T82" fmla="*/ 27 w 3485"/>
                <a:gd name="T83" fmla="*/ 8 h 3490"/>
                <a:gd name="T84" fmla="*/ 27 w 3485"/>
                <a:gd name="T85" fmla="*/ 11 h 3490"/>
                <a:gd name="T86" fmla="*/ 26 w 3485"/>
                <a:gd name="T87" fmla="*/ 13 h 3490"/>
                <a:gd name="T88" fmla="*/ 25 w 3485"/>
                <a:gd name="T89" fmla="*/ 13 h 3490"/>
                <a:gd name="T90" fmla="*/ 24 w 3485"/>
                <a:gd name="T91" fmla="*/ 12 h 3490"/>
                <a:gd name="T92" fmla="*/ 24 w 3485"/>
                <a:gd name="T93" fmla="*/ 9 h 3490"/>
                <a:gd name="T94" fmla="*/ 24 w 3485"/>
                <a:gd name="T95" fmla="*/ 7 h 3490"/>
                <a:gd name="T96" fmla="*/ 26 w 3485"/>
                <a:gd name="T97" fmla="*/ 17 h 3490"/>
                <a:gd name="T98" fmla="*/ 27 w 3485"/>
                <a:gd name="T99" fmla="*/ 18 h 3490"/>
                <a:gd name="T100" fmla="*/ 28 w 3485"/>
                <a:gd name="T101" fmla="*/ 21 h 3490"/>
                <a:gd name="T102" fmla="*/ 27 w 3485"/>
                <a:gd name="T103" fmla="*/ 23 h 3490"/>
                <a:gd name="T104" fmla="*/ 26 w 3485"/>
                <a:gd name="T105" fmla="*/ 24 h 3490"/>
                <a:gd name="T106" fmla="*/ 24 w 3485"/>
                <a:gd name="T107" fmla="*/ 23 h 3490"/>
                <a:gd name="T108" fmla="*/ 24 w 3485"/>
                <a:gd name="T109" fmla="*/ 20 h 3490"/>
                <a:gd name="T110" fmla="*/ 25 w 3485"/>
                <a:gd name="T111" fmla="*/ 18 h 3490"/>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w 3485"/>
                <a:gd name="T169" fmla="*/ 0 h 3490"/>
                <a:gd name="T170" fmla="*/ 3485 w 3485"/>
                <a:gd name="T171" fmla="*/ 3490 h 3490"/>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T168" t="T169" r="T170" b="T171"/>
              <a:pathLst>
                <a:path w="3485" h="3490">
                  <a:moveTo>
                    <a:pt x="1754" y="0"/>
                  </a:moveTo>
                  <a:lnTo>
                    <a:pt x="1797" y="2"/>
                  </a:lnTo>
                  <a:lnTo>
                    <a:pt x="1840" y="5"/>
                  </a:lnTo>
                  <a:lnTo>
                    <a:pt x="1881" y="12"/>
                  </a:lnTo>
                  <a:lnTo>
                    <a:pt x="1921" y="20"/>
                  </a:lnTo>
                  <a:lnTo>
                    <a:pt x="1959" y="31"/>
                  </a:lnTo>
                  <a:lnTo>
                    <a:pt x="1994" y="44"/>
                  </a:lnTo>
                  <a:lnTo>
                    <a:pt x="2028" y="59"/>
                  </a:lnTo>
                  <a:lnTo>
                    <a:pt x="2058" y="74"/>
                  </a:lnTo>
                  <a:lnTo>
                    <a:pt x="2086" y="93"/>
                  </a:lnTo>
                  <a:lnTo>
                    <a:pt x="2111" y="113"/>
                  </a:lnTo>
                  <a:lnTo>
                    <a:pt x="2132" y="133"/>
                  </a:lnTo>
                  <a:lnTo>
                    <a:pt x="2151" y="155"/>
                  </a:lnTo>
                  <a:lnTo>
                    <a:pt x="2165" y="179"/>
                  </a:lnTo>
                  <a:lnTo>
                    <a:pt x="2175" y="203"/>
                  </a:lnTo>
                  <a:lnTo>
                    <a:pt x="2182" y="229"/>
                  </a:lnTo>
                  <a:lnTo>
                    <a:pt x="2185" y="255"/>
                  </a:lnTo>
                  <a:lnTo>
                    <a:pt x="2182" y="281"/>
                  </a:lnTo>
                  <a:lnTo>
                    <a:pt x="2175" y="305"/>
                  </a:lnTo>
                  <a:lnTo>
                    <a:pt x="2165" y="330"/>
                  </a:lnTo>
                  <a:lnTo>
                    <a:pt x="2151" y="353"/>
                  </a:lnTo>
                  <a:lnTo>
                    <a:pt x="2132" y="376"/>
                  </a:lnTo>
                  <a:lnTo>
                    <a:pt x="2111" y="397"/>
                  </a:lnTo>
                  <a:lnTo>
                    <a:pt x="2086" y="417"/>
                  </a:lnTo>
                  <a:lnTo>
                    <a:pt x="2058" y="434"/>
                  </a:lnTo>
                  <a:lnTo>
                    <a:pt x="2028" y="451"/>
                  </a:lnTo>
                  <a:lnTo>
                    <a:pt x="1994" y="466"/>
                  </a:lnTo>
                  <a:lnTo>
                    <a:pt x="1959" y="479"/>
                  </a:lnTo>
                  <a:lnTo>
                    <a:pt x="1921" y="489"/>
                  </a:lnTo>
                  <a:lnTo>
                    <a:pt x="1881" y="498"/>
                  </a:lnTo>
                  <a:lnTo>
                    <a:pt x="1840" y="505"/>
                  </a:lnTo>
                  <a:lnTo>
                    <a:pt x="1797" y="508"/>
                  </a:lnTo>
                  <a:lnTo>
                    <a:pt x="1754" y="509"/>
                  </a:lnTo>
                  <a:lnTo>
                    <a:pt x="1710" y="508"/>
                  </a:lnTo>
                  <a:lnTo>
                    <a:pt x="1667" y="505"/>
                  </a:lnTo>
                  <a:lnTo>
                    <a:pt x="1626" y="498"/>
                  </a:lnTo>
                  <a:lnTo>
                    <a:pt x="1586" y="489"/>
                  </a:lnTo>
                  <a:lnTo>
                    <a:pt x="1548" y="479"/>
                  </a:lnTo>
                  <a:lnTo>
                    <a:pt x="1512" y="466"/>
                  </a:lnTo>
                  <a:lnTo>
                    <a:pt x="1479" y="451"/>
                  </a:lnTo>
                  <a:lnTo>
                    <a:pt x="1449" y="434"/>
                  </a:lnTo>
                  <a:lnTo>
                    <a:pt x="1421" y="417"/>
                  </a:lnTo>
                  <a:lnTo>
                    <a:pt x="1395" y="397"/>
                  </a:lnTo>
                  <a:lnTo>
                    <a:pt x="1374" y="376"/>
                  </a:lnTo>
                  <a:lnTo>
                    <a:pt x="1355" y="353"/>
                  </a:lnTo>
                  <a:lnTo>
                    <a:pt x="1341" y="330"/>
                  </a:lnTo>
                  <a:lnTo>
                    <a:pt x="1331" y="305"/>
                  </a:lnTo>
                  <a:lnTo>
                    <a:pt x="1324" y="281"/>
                  </a:lnTo>
                  <a:lnTo>
                    <a:pt x="1321" y="255"/>
                  </a:lnTo>
                  <a:lnTo>
                    <a:pt x="1324" y="229"/>
                  </a:lnTo>
                  <a:lnTo>
                    <a:pt x="1331" y="203"/>
                  </a:lnTo>
                  <a:lnTo>
                    <a:pt x="1341" y="179"/>
                  </a:lnTo>
                  <a:lnTo>
                    <a:pt x="1355" y="155"/>
                  </a:lnTo>
                  <a:lnTo>
                    <a:pt x="1374" y="133"/>
                  </a:lnTo>
                  <a:lnTo>
                    <a:pt x="1395" y="113"/>
                  </a:lnTo>
                  <a:lnTo>
                    <a:pt x="1421" y="93"/>
                  </a:lnTo>
                  <a:lnTo>
                    <a:pt x="1449" y="74"/>
                  </a:lnTo>
                  <a:lnTo>
                    <a:pt x="1479" y="59"/>
                  </a:lnTo>
                  <a:lnTo>
                    <a:pt x="1512" y="44"/>
                  </a:lnTo>
                  <a:lnTo>
                    <a:pt x="1548" y="31"/>
                  </a:lnTo>
                  <a:lnTo>
                    <a:pt x="1586" y="20"/>
                  </a:lnTo>
                  <a:lnTo>
                    <a:pt x="1626" y="12"/>
                  </a:lnTo>
                  <a:lnTo>
                    <a:pt x="1667" y="5"/>
                  </a:lnTo>
                  <a:lnTo>
                    <a:pt x="1710" y="2"/>
                  </a:lnTo>
                  <a:lnTo>
                    <a:pt x="1754" y="0"/>
                  </a:lnTo>
                  <a:close/>
                  <a:moveTo>
                    <a:pt x="239" y="786"/>
                  </a:moveTo>
                  <a:lnTo>
                    <a:pt x="263" y="788"/>
                  </a:lnTo>
                  <a:lnTo>
                    <a:pt x="287" y="794"/>
                  </a:lnTo>
                  <a:lnTo>
                    <a:pt x="309" y="805"/>
                  </a:lnTo>
                  <a:lnTo>
                    <a:pt x="331" y="819"/>
                  </a:lnTo>
                  <a:lnTo>
                    <a:pt x="352" y="836"/>
                  </a:lnTo>
                  <a:lnTo>
                    <a:pt x="372" y="857"/>
                  </a:lnTo>
                  <a:lnTo>
                    <a:pt x="390" y="882"/>
                  </a:lnTo>
                  <a:lnTo>
                    <a:pt x="407" y="909"/>
                  </a:lnTo>
                  <a:lnTo>
                    <a:pt x="423" y="940"/>
                  </a:lnTo>
                  <a:lnTo>
                    <a:pt x="437" y="971"/>
                  </a:lnTo>
                  <a:lnTo>
                    <a:pt x="448" y="1006"/>
                  </a:lnTo>
                  <a:lnTo>
                    <a:pt x="459" y="1043"/>
                  </a:lnTo>
                  <a:lnTo>
                    <a:pt x="467" y="1081"/>
                  </a:lnTo>
                  <a:lnTo>
                    <a:pt x="473" y="1121"/>
                  </a:lnTo>
                  <a:lnTo>
                    <a:pt x="476" y="1163"/>
                  </a:lnTo>
                  <a:lnTo>
                    <a:pt x="478" y="1206"/>
                  </a:lnTo>
                  <a:lnTo>
                    <a:pt x="476" y="1248"/>
                  </a:lnTo>
                  <a:lnTo>
                    <a:pt x="473" y="1290"/>
                  </a:lnTo>
                  <a:lnTo>
                    <a:pt x="467" y="1330"/>
                  </a:lnTo>
                  <a:lnTo>
                    <a:pt x="459" y="1367"/>
                  </a:lnTo>
                  <a:lnTo>
                    <a:pt x="448" y="1405"/>
                  </a:lnTo>
                  <a:lnTo>
                    <a:pt x="437" y="1439"/>
                  </a:lnTo>
                  <a:lnTo>
                    <a:pt x="423" y="1472"/>
                  </a:lnTo>
                  <a:lnTo>
                    <a:pt x="407" y="1501"/>
                  </a:lnTo>
                  <a:lnTo>
                    <a:pt x="390" y="1528"/>
                  </a:lnTo>
                  <a:lnTo>
                    <a:pt x="372" y="1553"/>
                  </a:lnTo>
                  <a:lnTo>
                    <a:pt x="352" y="1574"/>
                  </a:lnTo>
                  <a:lnTo>
                    <a:pt x="331" y="1591"/>
                  </a:lnTo>
                  <a:lnTo>
                    <a:pt x="309" y="1605"/>
                  </a:lnTo>
                  <a:lnTo>
                    <a:pt x="287" y="1616"/>
                  </a:lnTo>
                  <a:lnTo>
                    <a:pt x="263" y="1622"/>
                  </a:lnTo>
                  <a:lnTo>
                    <a:pt x="239" y="1624"/>
                  </a:lnTo>
                  <a:lnTo>
                    <a:pt x="214" y="1622"/>
                  </a:lnTo>
                  <a:lnTo>
                    <a:pt x="191" y="1616"/>
                  </a:lnTo>
                  <a:lnTo>
                    <a:pt x="168" y="1605"/>
                  </a:lnTo>
                  <a:lnTo>
                    <a:pt x="146" y="1591"/>
                  </a:lnTo>
                  <a:lnTo>
                    <a:pt x="125" y="1574"/>
                  </a:lnTo>
                  <a:lnTo>
                    <a:pt x="105" y="1553"/>
                  </a:lnTo>
                  <a:lnTo>
                    <a:pt x="87" y="1528"/>
                  </a:lnTo>
                  <a:lnTo>
                    <a:pt x="70" y="1501"/>
                  </a:lnTo>
                  <a:lnTo>
                    <a:pt x="55" y="1472"/>
                  </a:lnTo>
                  <a:lnTo>
                    <a:pt x="41" y="1439"/>
                  </a:lnTo>
                  <a:lnTo>
                    <a:pt x="29" y="1405"/>
                  </a:lnTo>
                  <a:lnTo>
                    <a:pt x="18" y="1367"/>
                  </a:lnTo>
                  <a:lnTo>
                    <a:pt x="10" y="1330"/>
                  </a:lnTo>
                  <a:lnTo>
                    <a:pt x="4" y="1290"/>
                  </a:lnTo>
                  <a:lnTo>
                    <a:pt x="1" y="1248"/>
                  </a:lnTo>
                  <a:lnTo>
                    <a:pt x="0" y="1206"/>
                  </a:lnTo>
                  <a:lnTo>
                    <a:pt x="1" y="1163"/>
                  </a:lnTo>
                  <a:lnTo>
                    <a:pt x="4" y="1121"/>
                  </a:lnTo>
                  <a:lnTo>
                    <a:pt x="10" y="1081"/>
                  </a:lnTo>
                  <a:lnTo>
                    <a:pt x="18" y="1043"/>
                  </a:lnTo>
                  <a:lnTo>
                    <a:pt x="29" y="1006"/>
                  </a:lnTo>
                  <a:lnTo>
                    <a:pt x="41" y="971"/>
                  </a:lnTo>
                  <a:lnTo>
                    <a:pt x="55" y="940"/>
                  </a:lnTo>
                  <a:lnTo>
                    <a:pt x="70" y="909"/>
                  </a:lnTo>
                  <a:lnTo>
                    <a:pt x="87" y="882"/>
                  </a:lnTo>
                  <a:lnTo>
                    <a:pt x="105" y="857"/>
                  </a:lnTo>
                  <a:lnTo>
                    <a:pt x="125" y="836"/>
                  </a:lnTo>
                  <a:lnTo>
                    <a:pt x="146" y="819"/>
                  </a:lnTo>
                  <a:lnTo>
                    <a:pt x="168" y="805"/>
                  </a:lnTo>
                  <a:lnTo>
                    <a:pt x="191" y="794"/>
                  </a:lnTo>
                  <a:lnTo>
                    <a:pt x="214" y="788"/>
                  </a:lnTo>
                  <a:lnTo>
                    <a:pt x="239" y="786"/>
                  </a:lnTo>
                  <a:close/>
                  <a:moveTo>
                    <a:pt x="1119" y="2495"/>
                  </a:moveTo>
                  <a:lnTo>
                    <a:pt x="1143" y="2498"/>
                  </a:lnTo>
                  <a:lnTo>
                    <a:pt x="1167" y="2504"/>
                  </a:lnTo>
                  <a:lnTo>
                    <a:pt x="1190" y="2514"/>
                  </a:lnTo>
                  <a:lnTo>
                    <a:pt x="1211" y="2528"/>
                  </a:lnTo>
                  <a:lnTo>
                    <a:pt x="1232" y="2546"/>
                  </a:lnTo>
                  <a:lnTo>
                    <a:pt x="1252" y="2567"/>
                  </a:lnTo>
                  <a:lnTo>
                    <a:pt x="1271" y="2592"/>
                  </a:lnTo>
                  <a:lnTo>
                    <a:pt x="1288" y="2618"/>
                  </a:lnTo>
                  <a:lnTo>
                    <a:pt x="1304" y="2648"/>
                  </a:lnTo>
                  <a:lnTo>
                    <a:pt x="1318" y="2681"/>
                  </a:lnTo>
                  <a:lnTo>
                    <a:pt x="1329" y="2715"/>
                  </a:lnTo>
                  <a:lnTo>
                    <a:pt x="1340" y="2752"/>
                  </a:lnTo>
                  <a:lnTo>
                    <a:pt x="1348" y="2790"/>
                  </a:lnTo>
                  <a:lnTo>
                    <a:pt x="1354" y="2830"/>
                  </a:lnTo>
                  <a:lnTo>
                    <a:pt x="1358" y="2872"/>
                  </a:lnTo>
                  <a:lnTo>
                    <a:pt x="1359" y="2914"/>
                  </a:lnTo>
                  <a:lnTo>
                    <a:pt x="1358" y="2956"/>
                  </a:lnTo>
                  <a:lnTo>
                    <a:pt x="1354" y="2998"/>
                  </a:lnTo>
                  <a:lnTo>
                    <a:pt x="1348" y="3038"/>
                  </a:lnTo>
                  <a:lnTo>
                    <a:pt x="1340" y="3077"/>
                  </a:lnTo>
                  <a:lnTo>
                    <a:pt x="1329" y="3113"/>
                  </a:lnTo>
                  <a:lnTo>
                    <a:pt x="1318" y="3147"/>
                  </a:lnTo>
                  <a:lnTo>
                    <a:pt x="1304" y="3180"/>
                  </a:lnTo>
                  <a:lnTo>
                    <a:pt x="1288" y="3209"/>
                  </a:lnTo>
                  <a:lnTo>
                    <a:pt x="1271" y="3238"/>
                  </a:lnTo>
                  <a:lnTo>
                    <a:pt x="1252" y="3261"/>
                  </a:lnTo>
                  <a:lnTo>
                    <a:pt x="1232" y="3282"/>
                  </a:lnTo>
                  <a:lnTo>
                    <a:pt x="1211" y="3301"/>
                  </a:lnTo>
                  <a:lnTo>
                    <a:pt x="1190" y="3315"/>
                  </a:lnTo>
                  <a:lnTo>
                    <a:pt x="1167" y="3325"/>
                  </a:lnTo>
                  <a:lnTo>
                    <a:pt x="1143" y="3331"/>
                  </a:lnTo>
                  <a:lnTo>
                    <a:pt x="1119" y="3334"/>
                  </a:lnTo>
                  <a:lnTo>
                    <a:pt x="1094" y="3331"/>
                  </a:lnTo>
                  <a:lnTo>
                    <a:pt x="1070" y="3325"/>
                  </a:lnTo>
                  <a:lnTo>
                    <a:pt x="1048" y="3315"/>
                  </a:lnTo>
                  <a:lnTo>
                    <a:pt x="1026" y="3301"/>
                  </a:lnTo>
                  <a:lnTo>
                    <a:pt x="1005" y="3282"/>
                  </a:lnTo>
                  <a:lnTo>
                    <a:pt x="985" y="3261"/>
                  </a:lnTo>
                  <a:lnTo>
                    <a:pt x="967" y="3238"/>
                  </a:lnTo>
                  <a:lnTo>
                    <a:pt x="950" y="3209"/>
                  </a:lnTo>
                  <a:lnTo>
                    <a:pt x="935" y="3180"/>
                  </a:lnTo>
                  <a:lnTo>
                    <a:pt x="921" y="3147"/>
                  </a:lnTo>
                  <a:lnTo>
                    <a:pt x="909" y="3113"/>
                  </a:lnTo>
                  <a:lnTo>
                    <a:pt x="898" y="3077"/>
                  </a:lnTo>
                  <a:lnTo>
                    <a:pt x="890" y="3038"/>
                  </a:lnTo>
                  <a:lnTo>
                    <a:pt x="884" y="2998"/>
                  </a:lnTo>
                  <a:lnTo>
                    <a:pt x="881" y="2956"/>
                  </a:lnTo>
                  <a:lnTo>
                    <a:pt x="880" y="2914"/>
                  </a:lnTo>
                  <a:lnTo>
                    <a:pt x="881" y="2872"/>
                  </a:lnTo>
                  <a:lnTo>
                    <a:pt x="884" y="2830"/>
                  </a:lnTo>
                  <a:lnTo>
                    <a:pt x="890" y="2790"/>
                  </a:lnTo>
                  <a:lnTo>
                    <a:pt x="898" y="2752"/>
                  </a:lnTo>
                  <a:lnTo>
                    <a:pt x="909" y="2715"/>
                  </a:lnTo>
                  <a:lnTo>
                    <a:pt x="921" y="2681"/>
                  </a:lnTo>
                  <a:lnTo>
                    <a:pt x="935" y="2648"/>
                  </a:lnTo>
                  <a:lnTo>
                    <a:pt x="950" y="2618"/>
                  </a:lnTo>
                  <a:lnTo>
                    <a:pt x="967" y="2592"/>
                  </a:lnTo>
                  <a:lnTo>
                    <a:pt x="985" y="2567"/>
                  </a:lnTo>
                  <a:lnTo>
                    <a:pt x="1005" y="2546"/>
                  </a:lnTo>
                  <a:lnTo>
                    <a:pt x="1026" y="2528"/>
                  </a:lnTo>
                  <a:lnTo>
                    <a:pt x="1048" y="2514"/>
                  </a:lnTo>
                  <a:lnTo>
                    <a:pt x="1070" y="2504"/>
                  </a:lnTo>
                  <a:lnTo>
                    <a:pt x="1094" y="2498"/>
                  </a:lnTo>
                  <a:lnTo>
                    <a:pt x="1119" y="2495"/>
                  </a:lnTo>
                  <a:close/>
                  <a:moveTo>
                    <a:pt x="2380" y="2651"/>
                  </a:moveTo>
                  <a:lnTo>
                    <a:pt x="2405" y="2654"/>
                  </a:lnTo>
                  <a:lnTo>
                    <a:pt x="2428" y="2660"/>
                  </a:lnTo>
                  <a:lnTo>
                    <a:pt x="2452" y="2670"/>
                  </a:lnTo>
                  <a:lnTo>
                    <a:pt x="2473" y="2684"/>
                  </a:lnTo>
                  <a:lnTo>
                    <a:pt x="2494" y="2703"/>
                  </a:lnTo>
                  <a:lnTo>
                    <a:pt x="2514" y="2724"/>
                  </a:lnTo>
                  <a:lnTo>
                    <a:pt x="2533" y="2747"/>
                  </a:lnTo>
                  <a:lnTo>
                    <a:pt x="2550" y="2774"/>
                  </a:lnTo>
                  <a:lnTo>
                    <a:pt x="2565" y="2805"/>
                  </a:lnTo>
                  <a:lnTo>
                    <a:pt x="2580" y="2838"/>
                  </a:lnTo>
                  <a:lnTo>
                    <a:pt x="2591" y="2872"/>
                  </a:lnTo>
                  <a:lnTo>
                    <a:pt x="2602" y="2908"/>
                  </a:lnTo>
                  <a:lnTo>
                    <a:pt x="2610" y="2947"/>
                  </a:lnTo>
                  <a:lnTo>
                    <a:pt x="2616" y="2987"/>
                  </a:lnTo>
                  <a:lnTo>
                    <a:pt x="2619" y="3029"/>
                  </a:lnTo>
                  <a:lnTo>
                    <a:pt x="2621" y="3071"/>
                  </a:lnTo>
                  <a:lnTo>
                    <a:pt x="2619" y="3113"/>
                  </a:lnTo>
                  <a:lnTo>
                    <a:pt x="2616" y="3155"/>
                  </a:lnTo>
                  <a:lnTo>
                    <a:pt x="2610" y="3195"/>
                  </a:lnTo>
                  <a:lnTo>
                    <a:pt x="2602" y="3233"/>
                  </a:lnTo>
                  <a:lnTo>
                    <a:pt x="2591" y="3270"/>
                  </a:lnTo>
                  <a:lnTo>
                    <a:pt x="2580" y="3304"/>
                  </a:lnTo>
                  <a:lnTo>
                    <a:pt x="2565" y="3337"/>
                  </a:lnTo>
                  <a:lnTo>
                    <a:pt x="2550" y="3367"/>
                  </a:lnTo>
                  <a:lnTo>
                    <a:pt x="2533" y="3393"/>
                  </a:lnTo>
                  <a:lnTo>
                    <a:pt x="2514" y="3418"/>
                  </a:lnTo>
                  <a:lnTo>
                    <a:pt x="2494" y="3439"/>
                  </a:lnTo>
                  <a:lnTo>
                    <a:pt x="2473" y="3457"/>
                  </a:lnTo>
                  <a:lnTo>
                    <a:pt x="2452" y="3471"/>
                  </a:lnTo>
                  <a:lnTo>
                    <a:pt x="2428" y="3481"/>
                  </a:lnTo>
                  <a:lnTo>
                    <a:pt x="2405" y="3487"/>
                  </a:lnTo>
                  <a:lnTo>
                    <a:pt x="2380" y="3490"/>
                  </a:lnTo>
                  <a:lnTo>
                    <a:pt x="2356" y="3487"/>
                  </a:lnTo>
                  <a:lnTo>
                    <a:pt x="2332" y="3481"/>
                  </a:lnTo>
                  <a:lnTo>
                    <a:pt x="2310" y="3471"/>
                  </a:lnTo>
                  <a:lnTo>
                    <a:pt x="2288" y="3457"/>
                  </a:lnTo>
                  <a:lnTo>
                    <a:pt x="2267" y="3439"/>
                  </a:lnTo>
                  <a:lnTo>
                    <a:pt x="2248" y="3418"/>
                  </a:lnTo>
                  <a:lnTo>
                    <a:pt x="2229" y="3393"/>
                  </a:lnTo>
                  <a:lnTo>
                    <a:pt x="2212" y="3367"/>
                  </a:lnTo>
                  <a:lnTo>
                    <a:pt x="2196" y="3337"/>
                  </a:lnTo>
                  <a:lnTo>
                    <a:pt x="2182" y="3304"/>
                  </a:lnTo>
                  <a:lnTo>
                    <a:pt x="2171" y="3270"/>
                  </a:lnTo>
                  <a:lnTo>
                    <a:pt x="2160" y="3233"/>
                  </a:lnTo>
                  <a:lnTo>
                    <a:pt x="2152" y="3195"/>
                  </a:lnTo>
                  <a:lnTo>
                    <a:pt x="2146" y="3155"/>
                  </a:lnTo>
                  <a:lnTo>
                    <a:pt x="2142" y="3113"/>
                  </a:lnTo>
                  <a:lnTo>
                    <a:pt x="2141" y="3071"/>
                  </a:lnTo>
                  <a:lnTo>
                    <a:pt x="2142" y="3029"/>
                  </a:lnTo>
                  <a:lnTo>
                    <a:pt x="2146" y="2987"/>
                  </a:lnTo>
                  <a:lnTo>
                    <a:pt x="2152" y="2947"/>
                  </a:lnTo>
                  <a:lnTo>
                    <a:pt x="2160" y="2908"/>
                  </a:lnTo>
                  <a:lnTo>
                    <a:pt x="2171" y="2872"/>
                  </a:lnTo>
                  <a:lnTo>
                    <a:pt x="2182" y="2838"/>
                  </a:lnTo>
                  <a:lnTo>
                    <a:pt x="2196" y="2805"/>
                  </a:lnTo>
                  <a:lnTo>
                    <a:pt x="2212" y="2774"/>
                  </a:lnTo>
                  <a:lnTo>
                    <a:pt x="2229" y="2747"/>
                  </a:lnTo>
                  <a:lnTo>
                    <a:pt x="2248" y="2724"/>
                  </a:lnTo>
                  <a:lnTo>
                    <a:pt x="2267" y="2703"/>
                  </a:lnTo>
                  <a:lnTo>
                    <a:pt x="2288" y="2684"/>
                  </a:lnTo>
                  <a:lnTo>
                    <a:pt x="2310" y="2670"/>
                  </a:lnTo>
                  <a:lnTo>
                    <a:pt x="2332" y="2660"/>
                  </a:lnTo>
                  <a:lnTo>
                    <a:pt x="2356" y="2654"/>
                  </a:lnTo>
                  <a:lnTo>
                    <a:pt x="2380" y="2651"/>
                  </a:lnTo>
                  <a:close/>
                  <a:moveTo>
                    <a:pt x="2342" y="1355"/>
                  </a:moveTo>
                  <a:lnTo>
                    <a:pt x="2366" y="1357"/>
                  </a:lnTo>
                  <a:lnTo>
                    <a:pt x="2390" y="1363"/>
                  </a:lnTo>
                  <a:lnTo>
                    <a:pt x="2412" y="1373"/>
                  </a:lnTo>
                  <a:lnTo>
                    <a:pt x="2434" y="1387"/>
                  </a:lnTo>
                  <a:lnTo>
                    <a:pt x="2455" y="1405"/>
                  </a:lnTo>
                  <a:lnTo>
                    <a:pt x="2475" y="1426"/>
                  </a:lnTo>
                  <a:lnTo>
                    <a:pt x="2493" y="1451"/>
                  </a:lnTo>
                  <a:lnTo>
                    <a:pt x="2510" y="1478"/>
                  </a:lnTo>
                  <a:lnTo>
                    <a:pt x="2526" y="1507"/>
                  </a:lnTo>
                  <a:lnTo>
                    <a:pt x="2540" y="1540"/>
                  </a:lnTo>
                  <a:lnTo>
                    <a:pt x="2551" y="1574"/>
                  </a:lnTo>
                  <a:lnTo>
                    <a:pt x="2562" y="1611"/>
                  </a:lnTo>
                  <a:lnTo>
                    <a:pt x="2570" y="1649"/>
                  </a:lnTo>
                  <a:lnTo>
                    <a:pt x="2576" y="1689"/>
                  </a:lnTo>
                  <a:lnTo>
                    <a:pt x="2580" y="1731"/>
                  </a:lnTo>
                  <a:lnTo>
                    <a:pt x="2581" y="1773"/>
                  </a:lnTo>
                  <a:lnTo>
                    <a:pt x="2580" y="1815"/>
                  </a:lnTo>
                  <a:lnTo>
                    <a:pt x="2576" y="1858"/>
                  </a:lnTo>
                  <a:lnTo>
                    <a:pt x="2570" y="1897"/>
                  </a:lnTo>
                  <a:lnTo>
                    <a:pt x="2562" y="1936"/>
                  </a:lnTo>
                  <a:lnTo>
                    <a:pt x="2551" y="1972"/>
                  </a:lnTo>
                  <a:lnTo>
                    <a:pt x="2540" y="2008"/>
                  </a:lnTo>
                  <a:lnTo>
                    <a:pt x="2526" y="2039"/>
                  </a:lnTo>
                  <a:lnTo>
                    <a:pt x="2510" y="2070"/>
                  </a:lnTo>
                  <a:lnTo>
                    <a:pt x="2493" y="2097"/>
                  </a:lnTo>
                  <a:lnTo>
                    <a:pt x="2475" y="2121"/>
                  </a:lnTo>
                  <a:lnTo>
                    <a:pt x="2455" y="2142"/>
                  </a:lnTo>
                  <a:lnTo>
                    <a:pt x="2434" y="2160"/>
                  </a:lnTo>
                  <a:lnTo>
                    <a:pt x="2412" y="2174"/>
                  </a:lnTo>
                  <a:lnTo>
                    <a:pt x="2390" y="2185"/>
                  </a:lnTo>
                  <a:lnTo>
                    <a:pt x="2366" y="2191"/>
                  </a:lnTo>
                  <a:lnTo>
                    <a:pt x="2342" y="2193"/>
                  </a:lnTo>
                  <a:lnTo>
                    <a:pt x="2317" y="2191"/>
                  </a:lnTo>
                  <a:lnTo>
                    <a:pt x="2294" y="2185"/>
                  </a:lnTo>
                  <a:lnTo>
                    <a:pt x="2270" y="2174"/>
                  </a:lnTo>
                  <a:lnTo>
                    <a:pt x="2249" y="2160"/>
                  </a:lnTo>
                  <a:lnTo>
                    <a:pt x="2228" y="2142"/>
                  </a:lnTo>
                  <a:lnTo>
                    <a:pt x="2208" y="2121"/>
                  </a:lnTo>
                  <a:lnTo>
                    <a:pt x="2189" y="2097"/>
                  </a:lnTo>
                  <a:lnTo>
                    <a:pt x="2173" y="2070"/>
                  </a:lnTo>
                  <a:lnTo>
                    <a:pt x="2157" y="2039"/>
                  </a:lnTo>
                  <a:lnTo>
                    <a:pt x="2142" y="2008"/>
                  </a:lnTo>
                  <a:lnTo>
                    <a:pt x="2131" y="1972"/>
                  </a:lnTo>
                  <a:lnTo>
                    <a:pt x="2120" y="1936"/>
                  </a:lnTo>
                  <a:lnTo>
                    <a:pt x="2112" y="1897"/>
                  </a:lnTo>
                  <a:lnTo>
                    <a:pt x="2106" y="1858"/>
                  </a:lnTo>
                  <a:lnTo>
                    <a:pt x="2103" y="1815"/>
                  </a:lnTo>
                  <a:lnTo>
                    <a:pt x="2101" y="1773"/>
                  </a:lnTo>
                  <a:lnTo>
                    <a:pt x="2103" y="1731"/>
                  </a:lnTo>
                  <a:lnTo>
                    <a:pt x="2106" y="1689"/>
                  </a:lnTo>
                  <a:lnTo>
                    <a:pt x="2112" y="1649"/>
                  </a:lnTo>
                  <a:lnTo>
                    <a:pt x="2120" y="1611"/>
                  </a:lnTo>
                  <a:lnTo>
                    <a:pt x="2131" y="1574"/>
                  </a:lnTo>
                  <a:lnTo>
                    <a:pt x="2142" y="1540"/>
                  </a:lnTo>
                  <a:lnTo>
                    <a:pt x="2157" y="1507"/>
                  </a:lnTo>
                  <a:lnTo>
                    <a:pt x="2173" y="1478"/>
                  </a:lnTo>
                  <a:lnTo>
                    <a:pt x="2189" y="1451"/>
                  </a:lnTo>
                  <a:lnTo>
                    <a:pt x="2208" y="1426"/>
                  </a:lnTo>
                  <a:lnTo>
                    <a:pt x="2228" y="1405"/>
                  </a:lnTo>
                  <a:lnTo>
                    <a:pt x="2249" y="1387"/>
                  </a:lnTo>
                  <a:lnTo>
                    <a:pt x="2270" y="1373"/>
                  </a:lnTo>
                  <a:lnTo>
                    <a:pt x="2294" y="1363"/>
                  </a:lnTo>
                  <a:lnTo>
                    <a:pt x="2317" y="1357"/>
                  </a:lnTo>
                  <a:lnTo>
                    <a:pt x="2342" y="1355"/>
                  </a:lnTo>
                  <a:close/>
                  <a:moveTo>
                    <a:pt x="3179" y="819"/>
                  </a:moveTo>
                  <a:lnTo>
                    <a:pt x="3204" y="821"/>
                  </a:lnTo>
                  <a:lnTo>
                    <a:pt x="3227" y="827"/>
                  </a:lnTo>
                  <a:lnTo>
                    <a:pt x="3250" y="838"/>
                  </a:lnTo>
                  <a:lnTo>
                    <a:pt x="3272" y="852"/>
                  </a:lnTo>
                  <a:lnTo>
                    <a:pt x="3293" y="869"/>
                  </a:lnTo>
                  <a:lnTo>
                    <a:pt x="3312" y="890"/>
                  </a:lnTo>
                  <a:lnTo>
                    <a:pt x="3331" y="915"/>
                  </a:lnTo>
                  <a:lnTo>
                    <a:pt x="3348" y="942"/>
                  </a:lnTo>
                  <a:lnTo>
                    <a:pt x="3363" y="971"/>
                  </a:lnTo>
                  <a:lnTo>
                    <a:pt x="3377" y="1004"/>
                  </a:lnTo>
                  <a:lnTo>
                    <a:pt x="3389" y="1038"/>
                  </a:lnTo>
                  <a:lnTo>
                    <a:pt x="3400" y="1076"/>
                  </a:lnTo>
                  <a:lnTo>
                    <a:pt x="3408" y="1113"/>
                  </a:lnTo>
                  <a:lnTo>
                    <a:pt x="3414" y="1153"/>
                  </a:lnTo>
                  <a:lnTo>
                    <a:pt x="3417" y="1195"/>
                  </a:lnTo>
                  <a:lnTo>
                    <a:pt x="3418" y="1237"/>
                  </a:lnTo>
                  <a:lnTo>
                    <a:pt x="3417" y="1280"/>
                  </a:lnTo>
                  <a:lnTo>
                    <a:pt x="3414" y="1322"/>
                  </a:lnTo>
                  <a:lnTo>
                    <a:pt x="3408" y="1362"/>
                  </a:lnTo>
                  <a:lnTo>
                    <a:pt x="3400" y="1399"/>
                  </a:lnTo>
                  <a:lnTo>
                    <a:pt x="3389" y="1437"/>
                  </a:lnTo>
                  <a:lnTo>
                    <a:pt x="3377" y="1471"/>
                  </a:lnTo>
                  <a:lnTo>
                    <a:pt x="3363" y="1503"/>
                  </a:lnTo>
                  <a:lnTo>
                    <a:pt x="3348" y="1533"/>
                  </a:lnTo>
                  <a:lnTo>
                    <a:pt x="3331" y="1560"/>
                  </a:lnTo>
                  <a:lnTo>
                    <a:pt x="3312" y="1584"/>
                  </a:lnTo>
                  <a:lnTo>
                    <a:pt x="3293" y="1605"/>
                  </a:lnTo>
                  <a:lnTo>
                    <a:pt x="3272" y="1623"/>
                  </a:lnTo>
                  <a:lnTo>
                    <a:pt x="3250" y="1637"/>
                  </a:lnTo>
                  <a:lnTo>
                    <a:pt x="3227" y="1648"/>
                  </a:lnTo>
                  <a:lnTo>
                    <a:pt x="3204" y="1654"/>
                  </a:lnTo>
                  <a:lnTo>
                    <a:pt x="3179" y="1656"/>
                  </a:lnTo>
                  <a:lnTo>
                    <a:pt x="3155" y="1654"/>
                  </a:lnTo>
                  <a:lnTo>
                    <a:pt x="3131" y="1648"/>
                  </a:lnTo>
                  <a:lnTo>
                    <a:pt x="3108" y="1637"/>
                  </a:lnTo>
                  <a:lnTo>
                    <a:pt x="3087" y="1623"/>
                  </a:lnTo>
                  <a:lnTo>
                    <a:pt x="3066" y="1605"/>
                  </a:lnTo>
                  <a:lnTo>
                    <a:pt x="3046" y="1584"/>
                  </a:lnTo>
                  <a:lnTo>
                    <a:pt x="3027" y="1560"/>
                  </a:lnTo>
                  <a:lnTo>
                    <a:pt x="3011" y="1533"/>
                  </a:lnTo>
                  <a:lnTo>
                    <a:pt x="2994" y="1503"/>
                  </a:lnTo>
                  <a:lnTo>
                    <a:pt x="2980" y="1471"/>
                  </a:lnTo>
                  <a:lnTo>
                    <a:pt x="2968" y="1437"/>
                  </a:lnTo>
                  <a:lnTo>
                    <a:pt x="2958" y="1399"/>
                  </a:lnTo>
                  <a:lnTo>
                    <a:pt x="2950" y="1362"/>
                  </a:lnTo>
                  <a:lnTo>
                    <a:pt x="2944" y="1322"/>
                  </a:lnTo>
                  <a:lnTo>
                    <a:pt x="2940" y="1280"/>
                  </a:lnTo>
                  <a:lnTo>
                    <a:pt x="2939" y="1237"/>
                  </a:lnTo>
                  <a:lnTo>
                    <a:pt x="2940" y="1195"/>
                  </a:lnTo>
                  <a:lnTo>
                    <a:pt x="2944" y="1153"/>
                  </a:lnTo>
                  <a:lnTo>
                    <a:pt x="2950" y="1113"/>
                  </a:lnTo>
                  <a:lnTo>
                    <a:pt x="2958" y="1076"/>
                  </a:lnTo>
                  <a:lnTo>
                    <a:pt x="2968" y="1038"/>
                  </a:lnTo>
                  <a:lnTo>
                    <a:pt x="2980" y="1004"/>
                  </a:lnTo>
                  <a:lnTo>
                    <a:pt x="2994" y="971"/>
                  </a:lnTo>
                  <a:lnTo>
                    <a:pt x="3011" y="942"/>
                  </a:lnTo>
                  <a:lnTo>
                    <a:pt x="3027" y="915"/>
                  </a:lnTo>
                  <a:lnTo>
                    <a:pt x="3046" y="890"/>
                  </a:lnTo>
                  <a:lnTo>
                    <a:pt x="3066" y="869"/>
                  </a:lnTo>
                  <a:lnTo>
                    <a:pt x="3087" y="852"/>
                  </a:lnTo>
                  <a:lnTo>
                    <a:pt x="3108" y="838"/>
                  </a:lnTo>
                  <a:lnTo>
                    <a:pt x="3131" y="827"/>
                  </a:lnTo>
                  <a:lnTo>
                    <a:pt x="3155" y="821"/>
                  </a:lnTo>
                  <a:lnTo>
                    <a:pt x="3179" y="819"/>
                  </a:lnTo>
                  <a:close/>
                  <a:moveTo>
                    <a:pt x="3246" y="2144"/>
                  </a:moveTo>
                  <a:lnTo>
                    <a:pt x="3271" y="2146"/>
                  </a:lnTo>
                  <a:lnTo>
                    <a:pt x="3294" y="2152"/>
                  </a:lnTo>
                  <a:lnTo>
                    <a:pt x="3316" y="2162"/>
                  </a:lnTo>
                  <a:lnTo>
                    <a:pt x="3339" y="2176"/>
                  </a:lnTo>
                  <a:lnTo>
                    <a:pt x="3360" y="2194"/>
                  </a:lnTo>
                  <a:lnTo>
                    <a:pt x="3380" y="2215"/>
                  </a:lnTo>
                  <a:lnTo>
                    <a:pt x="3397" y="2240"/>
                  </a:lnTo>
                  <a:lnTo>
                    <a:pt x="3415" y="2267"/>
                  </a:lnTo>
                  <a:lnTo>
                    <a:pt x="3430" y="2296"/>
                  </a:lnTo>
                  <a:lnTo>
                    <a:pt x="3444" y="2329"/>
                  </a:lnTo>
                  <a:lnTo>
                    <a:pt x="3456" y="2363"/>
                  </a:lnTo>
                  <a:lnTo>
                    <a:pt x="3466" y="2400"/>
                  </a:lnTo>
                  <a:lnTo>
                    <a:pt x="3475" y="2438"/>
                  </a:lnTo>
                  <a:lnTo>
                    <a:pt x="3480" y="2478"/>
                  </a:lnTo>
                  <a:lnTo>
                    <a:pt x="3484" y="2520"/>
                  </a:lnTo>
                  <a:lnTo>
                    <a:pt x="3485" y="2562"/>
                  </a:lnTo>
                  <a:lnTo>
                    <a:pt x="3484" y="2604"/>
                  </a:lnTo>
                  <a:lnTo>
                    <a:pt x="3480" y="2647"/>
                  </a:lnTo>
                  <a:lnTo>
                    <a:pt x="3475" y="2686"/>
                  </a:lnTo>
                  <a:lnTo>
                    <a:pt x="3466" y="2725"/>
                  </a:lnTo>
                  <a:lnTo>
                    <a:pt x="3456" y="2762"/>
                  </a:lnTo>
                  <a:lnTo>
                    <a:pt x="3444" y="2796"/>
                  </a:lnTo>
                  <a:lnTo>
                    <a:pt x="3430" y="2828"/>
                  </a:lnTo>
                  <a:lnTo>
                    <a:pt x="3415" y="2858"/>
                  </a:lnTo>
                  <a:lnTo>
                    <a:pt x="3397" y="2886"/>
                  </a:lnTo>
                  <a:lnTo>
                    <a:pt x="3380" y="2909"/>
                  </a:lnTo>
                  <a:lnTo>
                    <a:pt x="3360" y="2930"/>
                  </a:lnTo>
                  <a:lnTo>
                    <a:pt x="3339" y="2949"/>
                  </a:lnTo>
                  <a:lnTo>
                    <a:pt x="3316" y="2963"/>
                  </a:lnTo>
                  <a:lnTo>
                    <a:pt x="3294" y="2974"/>
                  </a:lnTo>
                  <a:lnTo>
                    <a:pt x="3271" y="2980"/>
                  </a:lnTo>
                  <a:lnTo>
                    <a:pt x="3246" y="2982"/>
                  </a:lnTo>
                  <a:lnTo>
                    <a:pt x="3222" y="2980"/>
                  </a:lnTo>
                  <a:lnTo>
                    <a:pt x="3198" y="2974"/>
                  </a:lnTo>
                  <a:lnTo>
                    <a:pt x="3176" y="2963"/>
                  </a:lnTo>
                  <a:lnTo>
                    <a:pt x="3154" y="2949"/>
                  </a:lnTo>
                  <a:lnTo>
                    <a:pt x="3133" y="2930"/>
                  </a:lnTo>
                  <a:lnTo>
                    <a:pt x="3113" y="2909"/>
                  </a:lnTo>
                  <a:lnTo>
                    <a:pt x="3095" y="2886"/>
                  </a:lnTo>
                  <a:lnTo>
                    <a:pt x="3077" y="2858"/>
                  </a:lnTo>
                  <a:lnTo>
                    <a:pt x="3062" y="2828"/>
                  </a:lnTo>
                  <a:lnTo>
                    <a:pt x="3048" y="2796"/>
                  </a:lnTo>
                  <a:lnTo>
                    <a:pt x="3036" y="2762"/>
                  </a:lnTo>
                  <a:lnTo>
                    <a:pt x="3026" y="2725"/>
                  </a:lnTo>
                  <a:lnTo>
                    <a:pt x="3018" y="2686"/>
                  </a:lnTo>
                  <a:lnTo>
                    <a:pt x="3012" y="2647"/>
                  </a:lnTo>
                  <a:lnTo>
                    <a:pt x="3008" y="2604"/>
                  </a:lnTo>
                  <a:lnTo>
                    <a:pt x="3007" y="2562"/>
                  </a:lnTo>
                  <a:lnTo>
                    <a:pt x="3008" y="2520"/>
                  </a:lnTo>
                  <a:lnTo>
                    <a:pt x="3012" y="2478"/>
                  </a:lnTo>
                  <a:lnTo>
                    <a:pt x="3018" y="2438"/>
                  </a:lnTo>
                  <a:lnTo>
                    <a:pt x="3026" y="2400"/>
                  </a:lnTo>
                  <a:lnTo>
                    <a:pt x="3036" y="2363"/>
                  </a:lnTo>
                  <a:lnTo>
                    <a:pt x="3048" y="2329"/>
                  </a:lnTo>
                  <a:lnTo>
                    <a:pt x="3062" y="2296"/>
                  </a:lnTo>
                  <a:lnTo>
                    <a:pt x="3077" y="2267"/>
                  </a:lnTo>
                  <a:lnTo>
                    <a:pt x="3095" y="2240"/>
                  </a:lnTo>
                  <a:lnTo>
                    <a:pt x="3113" y="2215"/>
                  </a:lnTo>
                  <a:lnTo>
                    <a:pt x="3133" y="2194"/>
                  </a:lnTo>
                  <a:lnTo>
                    <a:pt x="3154" y="2176"/>
                  </a:lnTo>
                  <a:lnTo>
                    <a:pt x="3176" y="2162"/>
                  </a:lnTo>
                  <a:lnTo>
                    <a:pt x="3198" y="2152"/>
                  </a:lnTo>
                  <a:lnTo>
                    <a:pt x="3222" y="2146"/>
                  </a:lnTo>
                  <a:lnTo>
                    <a:pt x="3246" y="214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9241" name="Freeform 53"/>
            <p:cNvSpPr>
              <a:spLocks/>
            </p:cNvSpPr>
            <p:nvPr/>
          </p:nvSpPr>
          <p:spPr bwMode="auto">
            <a:xfrm>
              <a:off x="1267" y="1588"/>
              <a:ext cx="87" cy="52"/>
            </a:xfrm>
            <a:custGeom>
              <a:avLst/>
              <a:gdLst>
                <a:gd name="T0" fmla="*/ 3 w 437"/>
                <a:gd name="T1" fmla="*/ 2 h 260"/>
                <a:gd name="T2" fmla="*/ 3 w 437"/>
                <a:gd name="T3" fmla="*/ 2 h 260"/>
                <a:gd name="T4" fmla="*/ 3 w 437"/>
                <a:gd name="T5" fmla="*/ 2 h 260"/>
                <a:gd name="T6" fmla="*/ 3 w 437"/>
                <a:gd name="T7" fmla="*/ 2 h 260"/>
                <a:gd name="T8" fmla="*/ 3 w 437"/>
                <a:gd name="T9" fmla="*/ 1 h 260"/>
                <a:gd name="T10" fmla="*/ 3 w 437"/>
                <a:gd name="T11" fmla="*/ 1 h 260"/>
                <a:gd name="T12" fmla="*/ 3 w 437"/>
                <a:gd name="T13" fmla="*/ 1 h 260"/>
                <a:gd name="T14" fmla="*/ 3 w 437"/>
                <a:gd name="T15" fmla="*/ 1 h 260"/>
                <a:gd name="T16" fmla="*/ 3 w 437"/>
                <a:gd name="T17" fmla="*/ 1 h 260"/>
                <a:gd name="T18" fmla="*/ 2 w 437"/>
                <a:gd name="T19" fmla="*/ 1 h 260"/>
                <a:gd name="T20" fmla="*/ 2 w 437"/>
                <a:gd name="T21" fmla="*/ 0 h 260"/>
                <a:gd name="T22" fmla="*/ 2 w 437"/>
                <a:gd name="T23" fmla="*/ 0 h 260"/>
                <a:gd name="T24" fmla="*/ 2 w 437"/>
                <a:gd name="T25" fmla="*/ 0 h 260"/>
                <a:gd name="T26" fmla="*/ 1 w 437"/>
                <a:gd name="T27" fmla="*/ 0 h 260"/>
                <a:gd name="T28" fmla="*/ 1 w 437"/>
                <a:gd name="T29" fmla="*/ 0 h 260"/>
                <a:gd name="T30" fmla="*/ 1 w 437"/>
                <a:gd name="T31" fmla="*/ 0 h 260"/>
                <a:gd name="T32" fmla="*/ 0 w 437"/>
                <a:gd name="T33" fmla="*/ 0 h 260"/>
                <a:gd name="T34" fmla="*/ 0 w 437"/>
                <a:gd name="T35" fmla="*/ 0 h 260"/>
                <a:gd name="T36" fmla="*/ 0 w 437"/>
                <a:gd name="T37" fmla="*/ 0 h 260"/>
                <a:gd name="T38" fmla="*/ 0 w 437"/>
                <a:gd name="T39" fmla="*/ 0 h 260"/>
                <a:gd name="T40" fmla="*/ 1 w 437"/>
                <a:gd name="T41" fmla="*/ 0 h 260"/>
                <a:gd name="T42" fmla="*/ 1 w 437"/>
                <a:gd name="T43" fmla="*/ 0 h 260"/>
                <a:gd name="T44" fmla="*/ 1 w 437"/>
                <a:gd name="T45" fmla="*/ 0 h 260"/>
                <a:gd name="T46" fmla="*/ 2 w 437"/>
                <a:gd name="T47" fmla="*/ 0 h 260"/>
                <a:gd name="T48" fmla="*/ 2 w 437"/>
                <a:gd name="T49" fmla="*/ 0 h 260"/>
                <a:gd name="T50" fmla="*/ 2 w 437"/>
                <a:gd name="T51" fmla="*/ 1 h 260"/>
                <a:gd name="T52" fmla="*/ 2 w 437"/>
                <a:gd name="T53" fmla="*/ 1 h 260"/>
                <a:gd name="T54" fmla="*/ 3 w 437"/>
                <a:gd name="T55" fmla="*/ 1 h 260"/>
                <a:gd name="T56" fmla="*/ 3 w 437"/>
                <a:gd name="T57" fmla="*/ 1 h 260"/>
                <a:gd name="T58" fmla="*/ 3 w 437"/>
                <a:gd name="T59" fmla="*/ 1 h 260"/>
                <a:gd name="T60" fmla="*/ 3 w 437"/>
                <a:gd name="T61" fmla="*/ 1 h 260"/>
                <a:gd name="T62" fmla="*/ 3 w 437"/>
                <a:gd name="T63" fmla="*/ 1 h 260"/>
                <a:gd name="T64" fmla="*/ 3 w 437"/>
                <a:gd name="T65" fmla="*/ 2 h 260"/>
                <a:gd name="T66" fmla="*/ 3 w 437"/>
                <a:gd name="T67" fmla="*/ 2 h 260"/>
                <a:gd name="T68" fmla="*/ 3 w 437"/>
                <a:gd name="T69" fmla="*/ 2 h 260"/>
                <a:gd name="T70" fmla="*/ 3 w 437"/>
                <a:gd name="T71" fmla="*/ 2 h 260"/>
                <a:gd name="T72" fmla="*/ 3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437" y="260"/>
                  </a:moveTo>
                  <a:lnTo>
                    <a:pt x="437" y="260"/>
                  </a:lnTo>
                  <a:lnTo>
                    <a:pt x="434" y="233"/>
                  </a:lnTo>
                  <a:lnTo>
                    <a:pt x="427" y="206"/>
                  </a:lnTo>
                  <a:lnTo>
                    <a:pt x="417" y="181"/>
                  </a:lnTo>
                  <a:lnTo>
                    <a:pt x="401" y="157"/>
                  </a:lnTo>
                  <a:lnTo>
                    <a:pt x="383" y="133"/>
                  </a:lnTo>
                  <a:lnTo>
                    <a:pt x="360" y="113"/>
                  </a:lnTo>
                  <a:lnTo>
                    <a:pt x="336" y="93"/>
                  </a:lnTo>
                  <a:lnTo>
                    <a:pt x="308" y="73"/>
                  </a:lnTo>
                  <a:lnTo>
                    <a:pt x="276" y="58"/>
                  </a:lnTo>
                  <a:lnTo>
                    <a:pt x="242" y="43"/>
                  </a:lnTo>
                  <a:lnTo>
                    <a:pt x="207" y="30"/>
                  </a:lnTo>
                  <a:lnTo>
                    <a:pt x="168" y="19"/>
                  </a:lnTo>
                  <a:lnTo>
                    <a:pt x="128" y="11"/>
                  </a:lnTo>
                  <a:lnTo>
                    <a:pt x="87" y="4"/>
                  </a:lnTo>
                  <a:lnTo>
                    <a:pt x="43" y="1"/>
                  </a:lnTo>
                  <a:lnTo>
                    <a:pt x="0" y="0"/>
                  </a:lnTo>
                  <a:lnTo>
                    <a:pt x="0" y="11"/>
                  </a:lnTo>
                  <a:lnTo>
                    <a:pt x="43" y="12"/>
                  </a:lnTo>
                  <a:lnTo>
                    <a:pt x="85" y="16"/>
                  </a:lnTo>
                  <a:lnTo>
                    <a:pt x="126" y="23"/>
                  </a:lnTo>
                  <a:lnTo>
                    <a:pt x="166" y="31"/>
                  </a:lnTo>
                  <a:lnTo>
                    <a:pt x="202" y="42"/>
                  </a:lnTo>
                  <a:lnTo>
                    <a:pt x="237" y="55"/>
                  </a:lnTo>
                  <a:lnTo>
                    <a:pt x="271" y="70"/>
                  </a:lnTo>
                  <a:lnTo>
                    <a:pt x="301" y="85"/>
                  </a:lnTo>
                  <a:lnTo>
                    <a:pt x="329" y="103"/>
                  </a:lnTo>
                  <a:lnTo>
                    <a:pt x="353" y="123"/>
                  </a:lnTo>
                  <a:lnTo>
                    <a:pt x="373" y="143"/>
                  </a:lnTo>
                  <a:lnTo>
                    <a:pt x="392" y="164"/>
                  </a:lnTo>
                  <a:lnTo>
                    <a:pt x="405" y="186"/>
                  </a:lnTo>
                  <a:lnTo>
                    <a:pt x="415" y="211"/>
                  </a:lnTo>
                  <a:lnTo>
                    <a:pt x="422" y="235"/>
                  </a:lnTo>
                  <a:lnTo>
                    <a:pt x="425" y="260"/>
                  </a:lnTo>
                  <a:lnTo>
                    <a:pt x="437"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9242" name="Freeform 54"/>
            <p:cNvSpPr>
              <a:spLocks/>
            </p:cNvSpPr>
            <p:nvPr/>
          </p:nvSpPr>
          <p:spPr bwMode="auto">
            <a:xfrm>
              <a:off x="1267" y="1640"/>
              <a:ext cx="87" cy="52"/>
            </a:xfrm>
            <a:custGeom>
              <a:avLst/>
              <a:gdLst>
                <a:gd name="T0" fmla="*/ 0 w 437"/>
                <a:gd name="T1" fmla="*/ 2 h 260"/>
                <a:gd name="T2" fmla="*/ 0 w 437"/>
                <a:gd name="T3" fmla="*/ 2 h 260"/>
                <a:gd name="T4" fmla="*/ 0 w 437"/>
                <a:gd name="T5" fmla="*/ 2 h 260"/>
                <a:gd name="T6" fmla="*/ 1 w 437"/>
                <a:gd name="T7" fmla="*/ 2 h 260"/>
                <a:gd name="T8" fmla="*/ 1 w 437"/>
                <a:gd name="T9" fmla="*/ 2 h 260"/>
                <a:gd name="T10" fmla="*/ 1 w 437"/>
                <a:gd name="T11" fmla="*/ 2 h 260"/>
                <a:gd name="T12" fmla="*/ 2 w 437"/>
                <a:gd name="T13" fmla="*/ 2 h 260"/>
                <a:gd name="T14" fmla="*/ 2 w 437"/>
                <a:gd name="T15" fmla="*/ 2 h 260"/>
                <a:gd name="T16" fmla="*/ 2 w 437"/>
                <a:gd name="T17" fmla="*/ 2 h 260"/>
                <a:gd name="T18" fmla="*/ 2 w 437"/>
                <a:gd name="T19" fmla="*/ 1 h 260"/>
                <a:gd name="T20" fmla="*/ 3 w 437"/>
                <a:gd name="T21" fmla="*/ 1 h 260"/>
                <a:gd name="T22" fmla="*/ 3 w 437"/>
                <a:gd name="T23" fmla="*/ 1 h 260"/>
                <a:gd name="T24" fmla="*/ 3 w 437"/>
                <a:gd name="T25" fmla="*/ 1 h 260"/>
                <a:gd name="T26" fmla="*/ 3 w 437"/>
                <a:gd name="T27" fmla="*/ 1 h 260"/>
                <a:gd name="T28" fmla="*/ 3 w 437"/>
                <a:gd name="T29" fmla="*/ 1 h 260"/>
                <a:gd name="T30" fmla="*/ 3 w 437"/>
                <a:gd name="T31" fmla="*/ 0 h 260"/>
                <a:gd name="T32" fmla="*/ 3 w 437"/>
                <a:gd name="T33" fmla="*/ 0 h 260"/>
                <a:gd name="T34" fmla="*/ 3 w 437"/>
                <a:gd name="T35" fmla="*/ 0 h 260"/>
                <a:gd name="T36" fmla="*/ 3 w 437"/>
                <a:gd name="T37" fmla="*/ 0 h 260"/>
                <a:gd name="T38" fmla="*/ 3 w 437"/>
                <a:gd name="T39" fmla="*/ 0 h 260"/>
                <a:gd name="T40" fmla="*/ 3 w 437"/>
                <a:gd name="T41" fmla="*/ 0 h 260"/>
                <a:gd name="T42" fmla="*/ 3 w 437"/>
                <a:gd name="T43" fmla="*/ 1 h 260"/>
                <a:gd name="T44" fmla="*/ 3 w 437"/>
                <a:gd name="T45" fmla="*/ 1 h 260"/>
                <a:gd name="T46" fmla="*/ 3 w 437"/>
                <a:gd name="T47" fmla="*/ 1 h 260"/>
                <a:gd name="T48" fmla="*/ 3 w 437"/>
                <a:gd name="T49" fmla="*/ 1 h 260"/>
                <a:gd name="T50" fmla="*/ 3 w 437"/>
                <a:gd name="T51" fmla="*/ 1 h 260"/>
                <a:gd name="T52" fmla="*/ 2 w 437"/>
                <a:gd name="T53" fmla="*/ 1 h 260"/>
                <a:gd name="T54" fmla="*/ 2 w 437"/>
                <a:gd name="T55" fmla="*/ 2 h 260"/>
                <a:gd name="T56" fmla="*/ 2 w 437"/>
                <a:gd name="T57" fmla="*/ 2 h 260"/>
                <a:gd name="T58" fmla="*/ 2 w 437"/>
                <a:gd name="T59" fmla="*/ 2 h 260"/>
                <a:gd name="T60" fmla="*/ 1 w 437"/>
                <a:gd name="T61" fmla="*/ 2 h 260"/>
                <a:gd name="T62" fmla="*/ 1 w 437"/>
                <a:gd name="T63" fmla="*/ 2 h 260"/>
                <a:gd name="T64" fmla="*/ 1 w 437"/>
                <a:gd name="T65" fmla="*/ 2 h 260"/>
                <a:gd name="T66" fmla="*/ 0 w 437"/>
                <a:gd name="T67" fmla="*/ 2 h 260"/>
                <a:gd name="T68" fmla="*/ 0 w 437"/>
                <a:gd name="T69" fmla="*/ 2 h 260"/>
                <a:gd name="T70" fmla="*/ 0 w 437"/>
                <a:gd name="T71" fmla="*/ 2 h 260"/>
                <a:gd name="T72" fmla="*/ 0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0" y="260"/>
                  </a:moveTo>
                  <a:lnTo>
                    <a:pt x="0" y="260"/>
                  </a:lnTo>
                  <a:lnTo>
                    <a:pt x="43" y="259"/>
                  </a:lnTo>
                  <a:lnTo>
                    <a:pt x="87" y="255"/>
                  </a:lnTo>
                  <a:lnTo>
                    <a:pt x="128" y="248"/>
                  </a:lnTo>
                  <a:lnTo>
                    <a:pt x="168" y="240"/>
                  </a:lnTo>
                  <a:lnTo>
                    <a:pt x="207" y="230"/>
                  </a:lnTo>
                  <a:lnTo>
                    <a:pt x="242" y="217"/>
                  </a:lnTo>
                  <a:lnTo>
                    <a:pt x="276" y="202"/>
                  </a:lnTo>
                  <a:lnTo>
                    <a:pt x="308" y="185"/>
                  </a:lnTo>
                  <a:lnTo>
                    <a:pt x="336" y="166"/>
                  </a:lnTo>
                  <a:lnTo>
                    <a:pt x="360" y="146"/>
                  </a:lnTo>
                  <a:lnTo>
                    <a:pt x="383" y="125"/>
                  </a:lnTo>
                  <a:lnTo>
                    <a:pt x="401" y="102"/>
                  </a:lnTo>
                  <a:lnTo>
                    <a:pt x="417" y="77"/>
                  </a:lnTo>
                  <a:lnTo>
                    <a:pt x="427" y="53"/>
                  </a:lnTo>
                  <a:lnTo>
                    <a:pt x="434" y="27"/>
                  </a:lnTo>
                  <a:lnTo>
                    <a:pt x="437" y="0"/>
                  </a:lnTo>
                  <a:lnTo>
                    <a:pt x="425" y="0"/>
                  </a:lnTo>
                  <a:lnTo>
                    <a:pt x="422" y="24"/>
                  </a:lnTo>
                  <a:lnTo>
                    <a:pt x="415" y="48"/>
                  </a:lnTo>
                  <a:lnTo>
                    <a:pt x="405" y="73"/>
                  </a:lnTo>
                  <a:lnTo>
                    <a:pt x="392" y="95"/>
                  </a:lnTo>
                  <a:lnTo>
                    <a:pt x="373" y="116"/>
                  </a:lnTo>
                  <a:lnTo>
                    <a:pt x="353" y="137"/>
                  </a:lnTo>
                  <a:lnTo>
                    <a:pt x="329" y="157"/>
                  </a:lnTo>
                  <a:lnTo>
                    <a:pt x="301" y="173"/>
                  </a:lnTo>
                  <a:lnTo>
                    <a:pt x="271" y="190"/>
                  </a:lnTo>
                  <a:lnTo>
                    <a:pt x="237" y="205"/>
                  </a:lnTo>
                  <a:lnTo>
                    <a:pt x="202" y="218"/>
                  </a:lnTo>
                  <a:lnTo>
                    <a:pt x="166" y="228"/>
                  </a:lnTo>
                  <a:lnTo>
                    <a:pt x="126" y="237"/>
                  </a:lnTo>
                  <a:lnTo>
                    <a:pt x="85" y="244"/>
                  </a:lnTo>
                  <a:lnTo>
                    <a:pt x="43" y="247"/>
                  </a:lnTo>
                  <a:lnTo>
                    <a:pt x="0" y="248"/>
                  </a:lnTo>
                  <a:lnTo>
                    <a:pt x="0"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9243" name="Freeform 55"/>
            <p:cNvSpPr>
              <a:spLocks/>
            </p:cNvSpPr>
            <p:nvPr/>
          </p:nvSpPr>
          <p:spPr bwMode="auto">
            <a:xfrm>
              <a:off x="1179" y="1640"/>
              <a:ext cx="88" cy="52"/>
            </a:xfrm>
            <a:custGeom>
              <a:avLst/>
              <a:gdLst>
                <a:gd name="T0" fmla="*/ 0 w 439"/>
                <a:gd name="T1" fmla="*/ 0 h 260"/>
                <a:gd name="T2" fmla="*/ 0 w 439"/>
                <a:gd name="T3" fmla="*/ 0 h 260"/>
                <a:gd name="T4" fmla="*/ 0 w 439"/>
                <a:gd name="T5" fmla="*/ 0 h 260"/>
                <a:gd name="T6" fmla="*/ 0 w 439"/>
                <a:gd name="T7" fmla="*/ 0 h 260"/>
                <a:gd name="T8" fmla="*/ 0 w 439"/>
                <a:gd name="T9" fmla="*/ 1 h 260"/>
                <a:gd name="T10" fmla="*/ 0 w 439"/>
                <a:gd name="T11" fmla="*/ 1 h 260"/>
                <a:gd name="T12" fmla="*/ 0 w 439"/>
                <a:gd name="T13" fmla="*/ 1 h 260"/>
                <a:gd name="T14" fmla="*/ 1 w 439"/>
                <a:gd name="T15" fmla="*/ 1 h 260"/>
                <a:gd name="T16" fmla="*/ 1 w 439"/>
                <a:gd name="T17" fmla="*/ 1 h 260"/>
                <a:gd name="T18" fmla="*/ 1 w 439"/>
                <a:gd name="T19" fmla="*/ 1 h 260"/>
                <a:gd name="T20" fmla="*/ 1 w 439"/>
                <a:gd name="T21" fmla="*/ 2 h 260"/>
                <a:gd name="T22" fmla="*/ 2 w 439"/>
                <a:gd name="T23" fmla="*/ 2 h 260"/>
                <a:gd name="T24" fmla="*/ 2 w 439"/>
                <a:gd name="T25" fmla="*/ 2 h 260"/>
                <a:gd name="T26" fmla="*/ 2 w 439"/>
                <a:gd name="T27" fmla="*/ 2 h 260"/>
                <a:gd name="T28" fmla="*/ 2 w 439"/>
                <a:gd name="T29" fmla="*/ 2 h 260"/>
                <a:gd name="T30" fmla="*/ 3 w 439"/>
                <a:gd name="T31" fmla="*/ 2 h 260"/>
                <a:gd name="T32" fmla="*/ 3 w 439"/>
                <a:gd name="T33" fmla="*/ 2 h 260"/>
                <a:gd name="T34" fmla="*/ 4 w 439"/>
                <a:gd name="T35" fmla="*/ 2 h 260"/>
                <a:gd name="T36" fmla="*/ 4 w 439"/>
                <a:gd name="T37" fmla="*/ 2 h 260"/>
                <a:gd name="T38" fmla="*/ 3 w 439"/>
                <a:gd name="T39" fmla="*/ 2 h 260"/>
                <a:gd name="T40" fmla="*/ 3 w 439"/>
                <a:gd name="T41" fmla="*/ 2 h 260"/>
                <a:gd name="T42" fmla="*/ 3 w 439"/>
                <a:gd name="T43" fmla="*/ 2 h 260"/>
                <a:gd name="T44" fmla="*/ 2 w 439"/>
                <a:gd name="T45" fmla="*/ 2 h 260"/>
                <a:gd name="T46" fmla="*/ 2 w 439"/>
                <a:gd name="T47" fmla="*/ 2 h 260"/>
                <a:gd name="T48" fmla="*/ 2 w 439"/>
                <a:gd name="T49" fmla="*/ 2 h 260"/>
                <a:gd name="T50" fmla="*/ 1 w 439"/>
                <a:gd name="T51" fmla="*/ 2 h 260"/>
                <a:gd name="T52" fmla="*/ 1 w 439"/>
                <a:gd name="T53" fmla="*/ 1 h 260"/>
                <a:gd name="T54" fmla="*/ 1 w 439"/>
                <a:gd name="T55" fmla="*/ 1 h 260"/>
                <a:gd name="T56" fmla="*/ 1 w 439"/>
                <a:gd name="T57" fmla="*/ 1 h 260"/>
                <a:gd name="T58" fmla="*/ 1 w 439"/>
                <a:gd name="T59" fmla="*/ 1 h 260"/>
                <a:gd name="T60" fmla="*/ 0 w 439"/>
                <a:gd name="T61" fmla="*/ 1 h 260"/>
                <a:gd name="T62" fmla="*/ 0 w 439"/>
                <a:gd name="T63" fmla="*/ 1 h 260"/>
                <a:gd name="T64" fmla="*/ 0 w 439"/>
                <a:gd name="T65" fmla="*/ 0 h 260"/>
                <a:gd name="T66" fmla="*/ 0 w 439"/>
                <a:gd name="T67" fmla="*/ 0 h 260"/>
                <a:gd name="T68" fmla="*/ 0 w 439"/>
                <a:gd name="T69" fmla="*/ 0 h 260"/>
                <a:gd name="T70" fmla="*/ 0 w 439"/>
                <a:gd name="T71" fmla="*/ 0 h 260"/>
                <a:gd name="T72" fmla="*/ 0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0" y="0"/>
                  </a:moveTo>
                  <a:lnTo>
                    <a:pt x="0" y="0"/>
                  </a:lnTo>
                  <a:lnTo>
                    <a:pt x="3" y="27"/>
                  </a:lnTo>
                  <a:lnTo>
                    <a:pt x="10" y="53"/>
                  </a:lnTo>
                  <a:lnTo>
                    <a:pt x="20" y="77"/>
                  </a:lnTo>
                  <a:lnTo>
                    <a:pt x="35" y="102"/>
                  </a:lnTo>
                  <a:lnTo>
                    <a:pt x="54" y="125"/>
                  </a:lnTo>
                  <a:lnTo>
                    <a:pt x="76" y="146"/>
                  </a:lnTo>
                  <a:lnTo>
                    <a:pt x="102" y="166"/>
                  </a:lnTo>
                  <a:lnTo>
                    <a:pt x="130" y="185"/>
                  </a:lnTo>
                  <a:lnTo>
                    <a:pt x="162" y="202"/>
                  </a:lnTo>
                  <a:lnTo>
                    <a:pt x="195" y="217"/>
                  </a:lnTo>
                  <a:lnTo>
                    <a:pt x="231" y="230"/>
                  </a:lnTo>
                  <a:lnTo>
                    <a:pt x="270" y="240"/>
                  </a:lnTo>
                  <a:lnTo>
                    <a:pt x="310" y="248"/>
                  </a:lnTo>
                  <a:lnTo>
                    <a:pt x="351" y="255"/>
                  </a:lnTo>
                  <a:lnTo>
                    <a:pt x="395" y="259"/>
                  </a:lnTo>
                  <a:lnTo>
                    <a:pt x="439" y="260"/>
                  </a:lnTo>
                  <a:lnTo>
                    <a:pt x="439" y="248"/>
                  </a:lnTo>
                  <a:lnTo>
                    <a:pt x="395" y="247"/>
                  </a:lnTo>
                  <a:lnTo>
                    <a:pt x="353" y="244"/>
                  </a:lnTo>
                  <a:lnTo>
                    <a:pt x="312" y="237"/>
                  </a:lnTo>
                  <a:lnTo>
                    <a:pt x="272" y="228"/>
                  </a:lnTo>
                  <a:lnTo>
                    <a:pt x="236" y="218"/>
                  </a:lnTo>
                  <a:lnTo>
                    <a:pt x="200" y="205"/>
                  </a:lnTo>
                  <a:lnTo>
                    <a:pt x="167" y="190"/>
                  </a:lnTo>
                  <a:lnTo>
                    <a:pt x="137" y="173"/>
                  </a:lnTo>
                  <a:lnTo>
                    <a:pt x="109" y="157"/>
                  </a:lnTo>
                  <a:lnTo>
                    <a:pt x="84" y="137"/>
                  </a:lnTo>
                  <a:lnTo>
                    <a:pt x="64" y="116"/>
                  </a:lnTo>
                  <a:lnTo>
                    <a:pt x="45" y="95"/>
                  </a:lnTo>
                  <a:lnTo>
                    <a:pt x="32" y="73"/>
                  </a:lnTo>
                  <a:lnTo>
                    <a:pt x="21" y="48"/>
                  </a:lnTo>
                  <a:lnTo>
                    <a:pt x="14" y="24"/>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9244" name="Freeform 56"/>
            <p:cNvSpPr>
              <a:spLocks/>
            </p:cNvSpPr>
            <p:nvPr/>
          </p:nvSpPr>
          <p:spPr bwMode="auto">
            <a:xfrm>
              <a:off x="1179" y="1588"/>
              <a:ext cx="88" cy="52"/>
            </a:xfrm>
            <a:custGeom>
              <a:avLst/>
              <a:gdLst>
                <a:gd name="T0" fmla="*/ 4 w 439"/>
                <a:gd name="T1" fmla="*/ 0 h 260"/>
                <a:gd name="T2" fmla="*/ 4 w 439"/>
                <a:gd name="T3" fmla="*/ 0 h 260"/>
                <a:gd name="T4" fmla="*/ 3 w 439"/>
                <a:gd name="T5" fmla="*/ 0 h 260"/>
                <a:gd name="T6" fmla="*/ 3 w 439"/>
                <a:gd name="T7" fmla="*/ 0 h 260"/>
                <a:gd name="T8" fmla="*/ 2 w 439"/>
                <a:gd name="T9" fmla="*/ 0 h 260"/>
                <a:gd name="T10" fmla="*/ 2 w 439"/>
                <a:gd name="T11" fmla="*/ 0 h 260"/>
                <a:gd name="T12" fmla="*/ 2 w 439"/>
                <a:gd name="T13" fmla="*/ 0 h 260"/>
                <a:gd name="T14" fmla="*/ 2 w 439"/>
                <a:gd name="T15" fmla="*/ 0 h 260"/>
                <a:gd name="T16" fmla="*/ 1 w 439"/>
                <a:gd name="T17" fmla="*/ 0 h 260"/>
                <a:gd name="T18" fmla="*/ 1 w 439"/>
                <a:gd name="T19" fmla="*/ 1 h 260"/>
                <a:gd name="T20" fmla="*/ 1 w 439"/>
                <a:gd name="T21" fmla="*/ 1 h 260"/>
                <a:gd name="T22" fmla="*/ 1 w 439"/>
                <a:gd name="T23" fmla="*/ 1 h 260"/>
                <a:gd name="T24" fmla="*/ 0 w 439"/>
                <a:gd name="T25" fmla="*/ 1 h 260"/>
                <a:gd name="T26" fmla="*/ 0 w 439"/>
                <a:gd name="T27" fmla="*/ 1 h 260"/>
                <a:gd name="T28" fmla="*/ 0 w 439"/>
                <a:gd name="T29" fmla="*/ 1 h 260"/>
                <a:gd name="T30" fmla="*/ 0 w 439"/>
                <a:gd name="T31" fmla="*/ 2 h 260"/>
                <a:gd name="T32" fmla="*/ 0 w 439"/>
                <a:gd name="T33" fmla="*/ 2 h 260"/>
                <a:gd name="T34" fmla="*/ 0 w 439"/>
                <a:gd name="T35" fmla="*/ 2 h 260"/>
                <a:gd name="T36" fmla="*/ 0 w 439"/>
                <a:gd name="T37" fmla="*/ 2 h 260"/>
                <a:gd name="T38" fmla="*/ 0 w 439"/>
                <a:gd name="T39" fmla="*/ 2 h 260"/>
                <a:gd name="T40" fmla="*/ 0 w 439"/>
                <a:gd name="T41" fmla="*/ 2 h 260"/>
                <a:gd name="T42" fmla="*/ 0 w 439"/>
                <a:gd name="T43" fmla="*/ 1 h 260"/>
                <a:gd name="T44" fmla="*/ 0 w 439"/>
                <a:gd name="T45" fmla="*/ 1 h 260"/>
                <a:gd name="T46" fmla="*/ 1 w 439"/>
                <a:gd name="T47" fmla="*/ 1 h 260"/>
                <a:gd name="T48" fmla="*/ 1 w 439"/>
                <a:gd name="T49" fmla="*/ 1 h 260"/>
                <a:gd name="T50" fmla="*/ 1 w 439"/>
                <a:gd name="T51" fmla="*/ 1 h 260"/>
                <a:gd name="T52" fmla="*/ 1 w 439"/>
                <a:gd name="T53" fmla="*/ 1 h 260"/>
                <a:gd name="T54" fmla="*/ 1 w 439"/>
                <a:gd name="T55" fmla="*/ 1 h 260"/>
                <a:gd name="T56" fmla="*/ 2 w 439"/>
                <a:gd name="T57" fmla="*/ 0 h 260"/>
                <a:gd name="T58" fmla="*/ 2 w 439"/>
                <a:gd name="T59" fmla="*/ 0 h 260"/>
                <a:gd name="T60" fmla="*/ 2 w 439"/>
                <a:gd name="T61" fmla="*/ 0 h 260"/>
                <a:gd name="T62" fmla="*/ 3 w 439"/>
                <a:gd name="T63" fmla="*/ 0 h 260"/>
                <a:gd name="T64" fmla="*/ 3 w 439"/>
                <a:gd name="T65" fmla="*/ 0 h 260"/>
                <a:gd name="T66" fmla="*/ 3 w 439"/>
                <a:gd name="T67" fmla="*/ 0 h 260"/>
                <a:gd name="T68" fmla="*/ 4 w 439"/>
                <a:gd name="T69" fmla="*/ 0 h 260"/>
                <a:gd name="T70" fmla="*/ 4 w 439"/>
                <a:gd name="T71" fmla="*/ 0 h 260"/>
                <a:gd name="T72" fmla="*/ 4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439" y="0"/>
                  </a:moveTo>
                  <a:lnTo>
                    <a:pt x="439" y="0"/>
                  </a:lnTo>
                  <a:lnTo>
                    <a:pt x="395" y="1"/>
                  </a:lnTo>
                  <a:lnTo>
                    <a:pt x="351" y="4"/>
                  </a:lnTo>
                  <a:lnTo>
                    <a:pt x="310" y="11"/>
                  </a:lnTo>
                  <a:lnTo>
                    <a:pt x="270" y="19"/>
                  </a:lnTo>
                  <a:lnTo>
                    <a:pt x="231" y="30"/>
                  </a:lnTo>
                  <a:lnTo>
                    <a:pt x="195" y="43"/>
                  </a:lnTo>
                  <a:lnTo>
                    <a:pt x="162" y="58"/>
                  </a:lnTo>
                  <a:lnTo>
                    <a:pt x="130" y="73"/>
                  </a:lnTo>
                  <a:lnTo>
                    <a:pt x="102" y="93"/>
                  </a:lnTo>
                  <a:lnTo>
                    <a:pt x="76" y="113"/>
                  </a:lnTo>
                  <a:lnTo>
                    <a:pt x="54" y="133"/>
                  </a:lnTo>
                  <a:lnTo>
                    <a:pt x="35" y="157"/>
                  </a:lnTo>
                  <a:lnTo>
                    <a:pt x="20" y="181"/>
                  </a:lnTo>
                  <a:lnTo>
                    <a:pt x="10" y="206"/>
                  </a:lnTo>
                  <a:lnTo>
                    <a:pt x="3" y="233"/>
                  </a:lnTo>
                  <a:lnTo>
                    <a:pt x="0" y="260"/>
                  </a:lnTo>
                  <a:lnTo>
                    <a:pt x="12" y="260"/>
                  </a:lnTo>
                  <a:lnTo>
                    <a:pt x="14" y="235"/>
                  </a:lnTo>
                  <a:lnTo>
                    <a:pt x="21" y="211"/>
                  </a:lnTo>
                  <a:lnTo>
                    <a:pt x="32" y="186"/>
                  </a:lnTo>
                  <a:lnTo>
                    <a:pt x="45" y="164"/>
                  </a:lnTo>
                  <a:lnTo>
                    <a:pt x="64" y="143"/>
                  </a:lnTo>
                  <a:lnTo>
                    <a:pt x="84" y="123"/>
                  </a:lnTo>
                  <a:lnTo>
                    <a:pt x="109" y="103"/>
                  </a:lnTo>
                  <a:lnTo>
                    <a:pt x="137" y="85"/>
                  </a:lnTo>
                  <a:lnTo>
                    <a:pt x="167" y="70"/>
                  </a:lnTo>
                  <a:lnTo>
                    <a:pt x="200" y="55"/>
                  </a:lnTo>
                  <a:lnTo>
                    <a:pt x="236" y="42"/>
                  </a:lnTo>
                  <a:lnTo>
                    <a:pt x="272" y="31"/>
                  </a:lnTo>
                  <a:lnTo>
                    <a:pt x="312" y="23"/>
                  </a:lnTo>
                  <a:lnTo>
                    <a:pt x="353" y="16"/>
                  </a:lnTo>
                  <a:lnTo>
                    <a:pt x="395" y="12"/>
                  </a:lnTo>
                  <a:lnTo>
                    <a:pt x="439" y="11"/>
                  </a:lnTo>
                  <a:lnTo>
                    <a:pt x="439"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9245" name="Freeform 57"/>
            <p:cNvSpPr>
              <a:spLocks/>
            </p:cNvSpPr>
            <p:nvPr/>
          </p:nvSpPr>
          <p:spPr bwMode="auto">
            <a:xfrm>
              <a:off x="964" y="1745"/>
              <a:ext cx="48" cy="85"/>
            </a:xfrm>
            <a:custGeom>
              <a:avLst/>
              <a:gdLst>
                <a:gd name="T0" fmla="*/ 2 w 244"/>
                <a:gd name="T1" fmla="*/ 3 h 426"/>
                <a:gd name="T2" fmla="*/ 2 w 244"/>
                <a:gd name="T3" fmla="*/ 3 h 426"/>
                <a:gd name="T4" fmla="*/ 2 w 244"/>
                <a:gd name="T5" fmla="*/ 3 h 426"/>
                <a:gd name="T6" fmla="*/ 2 w 244"/>
                <a:gd name="T7" fmla="*/ 3 h 426"/>
                <a:gd name="T8" fmla="*/ 2 w 244"/>
                <a:gd name="T9" fmla="*/ 2 h 426"/>
                <a:gd name="T10" fmla="*/ 2 w 244"/>
                <a:gd name="T11" fmla="*/ 2 h 426"/>
                <a:gd name="T12" fmla="*/ 2 w 244"/>
                <a:gd name="T13" fmla="*/ 2 h 426"/>
                <a:gd name="T14" fmla="*/ 2 w 244"/>
                <a:gd name="T15" fmla="*/ 2 h 426"/>
                <a:gd name="T16" fmla="*/ 1 w 244"/>
                <a:gd name="T17" fmla="*/ 1 h 426"/>
                <a:gd name="T18" fmla="*/ 1 w 244"/>
                <a:gd name="T19" fmla="*/ 1 h 426"/>
                <a:gd name="T20" fmla="*/ 1 w 244"/>
                <a:gd name="T21" fmla="*/ 1 h 426"/>
                <a:gd name="T22" fmla="*/ 1 w 244"/>
                <a:gd name="T23" fmla="*/ 1 h 426"/>
                <a:gd name="T24" fmla="*/ 1 w 244"/>
                <a:gd name="T25" fmla="*/ 0 h 426"/>
                <a:gd name="T26" fmla="*/ 1 w 244"/>
                <a:gd name="T27" fmla="*/ 0 h 426"/>
                <a:gd name="T28" fmla="*/ 1 w 244"/>
                <a:gd name="T29" fmla="*/ 0 h 426"/>
                <a:gd name="T30" fmla="*/ 0 w 244"/>
                <a:gd name="T31" fmla="*/ 0 h 426"/>
                <a:gd name="T32" fmla="*/ 0 w 244"/>
                <a:gd name="T33" fmla="*/ 0 h 426"/>
                <a:gd name="T34" fmla="*/ 0 w 244"/>
                <a:gd name="T35" fmla="*/ 0 h 426"/>
                <a:gd name="T36" fmla="*/ 0 w 244"/>
                <a:gd name="T37" fmla="*/ 0 h 426"/>
                <a:gd name="T38" fmla="*/ 0 w 244"/>
                <a:gd name="T39" fmla="*/ 0 h 426"/>
                <a:gd name="T40" fmla="*/ 0 w 244"/>
                <a:gd name="T41" fmla="*/ 0 h 426"/>
                <a:gd name="T42" fmla="*/ 1 w 244"/>
                <a:gd name="T43" fmla="*/ 0 h 426"/>
                <a:gd name="T44" fmla="*/ 1 w 244"/>
                <a:gd name="T45" fmla="*/ 0 h 426"/>
                <a:gd name="T46" fmla="*/ 1 w 244"/>
                <a:gd name="T47" fmla="*/ 0 h 426"/>
                <a:gd name="T48" fmla="*/ 1 w 244"/>
                <a:gd name="T49" fmla="*/ 1 h 426"/>
                <a:gd name="T50" fmla="*/ 1 w 244"/>
                <a:gd name="T51" fmla="*/ 1 h 426"/>
                <a:gd name="T52" fmla="*/ 1 w 244"/>
                <a:gd name="T53" fmla="*/ 1 h 426"/>
                <a:gd name="T54" fmla="*/ 1 w 244"/>
                <a:gd name="T55" fmla="*/ 1 h 426"/>
                <a:gd name="T56" fmla="*/ 1 w 244"/>
                <a:gd name="T57" fmla="*/ 2 h 426"/>
                <a:gd name="T58" fmla="*/ 2 w 244"/>
                <a:gd name="T59" fmla="*/ 2 h 426"/>
                <a:gd name="T60" fmla="*/ 2 w 244"/>
                <a:gd name="T61" fmla="*/ 2 h 426"/>
                <a:gd name="T62" fmla="*/ 2 w 244"/>
                <a:gd name="T63" fmla="*/ 2 h 426"/>
                <a:gd name="T64" fmla="*/ 2 w 244"/>
                <a:gd name="T65" fmla="*/ 3 h 426"/>
                <a:gd name="T66" fmla="*/ 2 w 244"/>
                <a:gd name="T67" fmla="*/ 3 h 426"/>
                <a:gd name="T68" fmla="*/ 2 w 244"/>
                <a:gd name="T69" fmla="*/ 3 h 426"/>
                <a:gd name="T70" fmla="*/ 2 w 244"/>
                <a:gd name="T71" fmla="*/ 3 h 426"/>
                <a:gd name="T72" fmla="*/ 2 w 244"/>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6"/>
                <a:gd name="T113" fmla="*/ 244 w 244"/>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6">
                  <a:moveTo>
                    <a:pt x="244" y="426"/>
                  </a:moveTo>
                  <a:lnTo>
                    <a:pt x="244" y="426"/>
                  </a:lnTo>
                  <a:lnTo>
                    <a:pt x="243" y="383"/>
                  </a:lnTo>
                  <a:lnTo>
                    <a:pt x="240" y="340"/>
                  </a:lnTo>
                  <a:lnTo>
                    <a:pt x="234" y="300"/>
                  </a:lnTo>
                  <a:lnTo>
                    <a:pt x="226" y="262"/>
                  </a:lnTo>
                  <a:lnTo>
                    <a:pt x="215" y="224"/>
                  </a:lnTo>
                  <a:lnTo>
                    <a:pt x="203" y="189"/>
                  </a:lnTo>
                  <a:lnTo>
                    <a:pt x="189" y="157"/>
                  </a:lnTo>
                  <a:lnTo>
                    <a:pt x="174" y="126"/>
                  </a:lnTo>
                  <a:lnTo>
                    <a:pt x="155" y="99"/>
                  </a:lnTo>
                  <a:lnTo>
                    <a:pt x="138" y="74"/>
                  </a:lnTo>
                  <a:lnTo>
                    <a:pt x="118" y="52"/>
                  </a:lnTo>
                  <a:lnTo>
                    <a:pt x="96" y="34"/>
                  </a:lnTo>
                  <a:lnTo>
                    <a:pt x="73" y="19"/>
                  </a:lnTo>
                  <a:lnTo>
                    <a:pt x="50" y="8"/>
                  </a:lnTo>
                  <a:lnTo>
                    <a:pt x="25" y="2"/>
                  </a:lnTo>
                  <a:lnTo>
                    <a:pt x="0" y="0"/>
                  </a:lnTo>
                  <a:lnTo>
                    <a:pt x="0" y="12"/>
                  </a:lnTo>
                  <a:lnTo>
                    <a:pt x="23" y="14"/>
                  </a:lnTo>
                  <a:lnTo>
                    <a:pt x="45" y="20"/>
                  </a:lnTo>
                  <a:lnTo>
                    <a:pt x="66" y="31"/>
                  </a:lnTo>
                  <a:lnTo>
                    <a:pt x="89" y="43"/>
                  </a:lnTo>
                  <a:lnTo>
                    <a:pt x="109" y="61"/>
                  </a:lnTo>
                  <a:lnTo>
                    <a:pt x="129" y="81"/>
                  </a:lnTo>
                  <a:lnTo>
                    <a:pt x="146" y="106"/>
                  </a:lnTo>
                  <a:lnTo>
                    <a:pt x="162" y="133"/>
                  </a:lnTo>
                  <a:lnTo>
                    <a:pt x="178" y="162"/>
                  </a:lnTo>
                  <a:lnTo>
                    <a:pt x="192" y="194"/>
                  </a:lnTo>
                  <a:lnTo>
                    <a:pt x="203" y="229"/>
                  </a:lnTo>
                  <a:lnTo>
                    <a:pt x="214" y="264"/>
                  </a:lnTo>
                  <a:lnTo>
                    <a:pt x="222" y="303"/>
                  </a:lnTo>
                  <a:lnTo>
                    <a:pt x="228" y="342"/>
                  </a:lnTo>
                  <a:lnTo>
                    <a:pt x="232" y="383"/>
                  </a:lnTo>
                  <a:lnTo>
                    <a:pt x="233" y="426"/>
                  </a:lnTo>
                  <a:lnTo>
                    <a:pt x="244"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9246" name="Freeform 58"/>
            <p:cNvSpPr>
              <a:spLocks/>
            </p:cNvSpPr>
            <p:nvPr/>
          </p:nvSpPr>
          <p:spPr bwMode="auto">
            <a:xfrm>
              <a:off x="964" y="1830"/>
              <a:ext cx="48" cy="85"/>
            </a:xfrm>
            <a:custGeom>
              <a:avLst/>
              <a:gdLst>
                <a:gd name="T0" fmla="*/ 0 w 244"/>
                <a:gd name="T1" fmla="*/ 3 h 424"/>
                <a:gd name="T2" fmla="*/ 0 w 244"/>
                <a:gd name="T3" fmla="*/ 3 h 424"/>
                <a:gd name="T4" fmla="*/ 0 w 244"/>
                <a:gd name="T5" fmla="*/ 3 h 424"/>
                <a:gd name="T6" fmla="*/ 0 w 244"/>
                <a:gd name="T7" fmla="*/ 3 h 424"/>
                <a:gd name="T8" fmla="*/ 1 w 244"/>
                <a:gd name="T9" fmla="*/ 3 h 424"/>
                <a:gd name="T10" fmla="*/ 1 w 244"/>
                <a:gd name="T11" fmla="*/ 3 h 424"/>
                <a:gd name="T12" fmla="*/ 1 w 244"/>
                <a:gd name="T13" fmla="*/ 3 h 424"/>
                <a:gd name="T14" fmla="*/ 1 w 244"/>
                <a:gd name="T15" fmla="*/ 3 h 424"/>
                <a:gd name="T16" fmla="*/ 1 w 244"/>
                <a:gd name="T17" fmla="*/ 3 h 424"/>
                <a:gd name="T18" fmla="*/ 1 w 244"/>
                <a:gd name="T19" fmla="*/ 2 h 424"/>
                <a:gd name="T20" fmla="*/ 1 w 244"/>
                <a:gd name="T21" fmla="*/ 2 h 424"/>
                <a:gd name="T22" fmla="*/ 2 w 244"/>
                <a:gd name="T23" fmla="*/ 2 h 424"/>
                <a:gd name="T24" fmla="*/ 2 w 244"/>
                <a:gd name="T25" fmla="*/ 2 h 424"/>
                <a:gd name="T26" fmla="*/ 2 w 244"/>
                <a:gd name="T27" fmla="*/ 1 h 424"/>
                <a:gd name="T28" fmla="*/ 2 w 244"/>
                <a:gd name="T29" fmla="*/ 1 h 424"/>
                <a:gd name="T30" fmla="*/ 2 w 244"/>
                <a:gd name="T31" fmla="*/ 1 h 424"/>
                <a:gd name="T32" fmla="*/ 2 w 244"/>
                <a:gd name="T33" fmla="*/ 0 h 424"/>
                <a:gd name="T34" fmla="*/ 2 w 244"/>
                <a:gd name="T35" fmla="*/ 0 h 424"/>
                <a:gd name="T36" fmla="*/ 2 w 244"/>
                <a:gd name="T37" fmla="*/ 0 h 424"/>
                <a:gd name="T38" fmla="*/ 2 w 244"/>
                <a:gd name="T39" fmla="*/ 0 h 424"/>
                <a:gd name="T40" fmla="*/ 2 w 244"/>
                <a:gd name="T41" fmla="*/ 1 h 424"/>
                <a:gd name="T42" fmla="*/ 2 w 244"/>
                <a:gd name="T43" fmla="*/ 1 h 424"/>
                <a:gd name="T44" fmla="*/ 2 w 244"/>
                <a:gd name="T45" fmla="*/ 1 h 424"/>
                <a:gd name="T46" fmla="*/ 2 w 244"/>
                <a:gd name="T47" fmla="*/ 2 h 424"/>
                <a:gd name="T48" fmla="*/ 1 w 244"/>
                <a:gd name="T49" fmla="*/ 2 h 424"/>
                <a:gd name="T50" fmla="*/ 1 w 244"/>
                <a:gd name="T51" fmla="*/ 2 h 424"/>
                <a:gd name="T52" fmla="*/ 1 w 244"/>
                <a:gd name="T53" fmla="*/ 2 h 424"/>
                <a:gd name="T54" fmla="*/ 1 w 244"/>
                <a:gd name="T55" fmla="*/ 3 h 424"/>
                <a:gd name="T56" fmla="*/ 1 w 244"/>
                <a:gd name="T57" fmla="*/ 3 h 424"/>
                <a:gd name="T58" fmla="*/ 1 w 244"/>
                <a:gd name="T59" fmla="*/ 3 h 424"/>
                <a:gd name="T60" fmla="*/ 1 w 244"/>
                <a:gd name="T61" fmla="*/ 3 h 424"/>
                <a:gd name="T62" fmla="*/ 1 w 244"/>
                <a:gd name="T63" fmla="*/ 3 h 424"/>
                <a:gd name="T64" fmla="*/ 0 w 244"/>
                <a:gd name="T65" fmla="*/ 3 h 424"/>
                <a:gd name="T66" fmla="*/ 0 w 244"/>
                <a:gd name="T67" fmla="*/ 3 h 424"/>
                <a:gd name="T68" fmla="*/ 0 w 244"/>
                <a:gd name="T69" fmla="*/ 3 h 424"/>
                <a:gd name="T70" fmla="*/ 0 w 244"/>
                <a:gd name="T71" fmla="*/ 3 h 424"/>
                <a:gd name="T72" fmla="*/ 0 w 244"/>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4"/>
                <a:gd name="T113" fmla="*/ 244 w 244"/>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4">
                  <a:moveTo>
                    <a:pt x="0" y="424"/>
                  </a:moveTo>
                  <a:lnTo>
                    <a:pt x="0" y="424"/>
                  </a:lnTo>
                  <a:lnTo>
                    <a:pt x="25" y="422"/>
                  </a:lnTo>
                  <a:lnTo>
                    <a:pt x="50" y="416"/>
                  </a:lnTo>
                  <a:lnTo>
                    <a:pt x="73" y="405"/>
                  </a:lnTo>
                  <a:lnTo>
                    <a:pt x="96" y="390"/>
                  </a:lnTo>
                  <a:lnTo>
                    <a:pt x="118" y="373"/>
                  </a:lnTo>
                  <a:lnTo>
                    <a:pt x="138" y="350"/>
                  </a:lnTo>
                  <a:lnTo>
                    <a:pt x="155" y="326"/>
                  </a:lnTo>
                  <a:lnTo>
                    <a:pt x="173" y="299"/>
                  </a:lnTo>
                  <a:lnTo>
                    <a:pt x="189" y="268"/>
                  </a:lnTo>
                  <a:lnTo>
                    <a:pt x="203" y="235"/>
                  </a:lnTo>
                  <a:lnTo>
                    <a:pt x="215" y="201"/>
                  </a:lnTo>
                  <a:lnTo>
                    <a:pt x="226" y="163"/>
                  </a:lnTo>
                  <a:lnTo>
                    <a:pt x="234" y="125"/>
                  </a:lnTo>
                  <a:lnTo>
                    <a:pt x="240" y="85"/>
                  </a:lnTo>
                  <a:lnTo>
                    <a:pt x="243" y="42"/>
                  </a:lnTo>
                  <a:lnTo>
                    <a:pt x="244" y="0"/>
                  </a:lnTo>
                  <a:lnTo>
                    <a:pt x="233" y="0"/>
                  </a:lnTo>
                  <a:lnTo>
                    <a:pt x="232" y="42"/>
                  </a:lnTo>
                  <a:lnTo>
                    <a:pt x="228" y="83"/>
                  </a:lnTo>
                  <a:lnTo>
                    <a:pt x="222" y="123"/>
                  </a:lnTo>
                  <a:lnTo>
                    <a:pt x="214" y="160"/>
                  </a:lnTo>
                  <a:lnTo>
                    <a:pt x="203" y="197"/>
                  </a:lnTo>
                  <a:lnTo>
                    <a:pt x="192" y="231"/>
                  </a:lnTo>
                  <a:lnTo>
                    <a:pt x="178" y="263"/>
                  </a:lnTo>
                  <a:lnTo>
                    <a:pt x="164" y="292"/>
                  </a:lnTo>
                  <a:lnTo>
                    <a:pt x="146" y="319"/>
                  </a:lnTo>
                  <a:lnTo>
                    <a:pt x="129" y="343"/>
                  </a:lnTo>
                  <a:lnTo>
                    <a:pt x="109" y="363"/>
                  </a:lnTo>
                  <a:lnTo>
                    <a:pt x="89" y="381"/>
                  </a:lnTo>
                  <a:lnTo>
                    <a:pt x="66" y="394"/>
                  </a:lnTo>
                  <a:lnTo>
                    <a:pt x="45" y="404"/>
                  </a:lnTo>
                  <a:lnTo>
                    <a:pt x="23" y="410"/>
                  </a:lnTo>
                  <a:lnTo>
                    <a:pt x="0" y="412"/>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9247" name="Freeform 59"/>
            <p:cNvSpPr>
              <a:spLocks/>
            </p:cNvSpPr>
            <p:nvPr/>
          </p:nvSpPr>
          <p:spPr bwMode="auto">
            <a:xfrm>
              <a:off x="915" y="1830"/>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1" y="42"/>
                  </a:lnTo>
                  <a:lnTo>
                    <a:pt x="4" y="85"/>
                  </a:lnTo>
                  <a:lnTo>
                    <a:pt x="10" y="125"/>
                  </a:lnTo>
                  <a:lnTo>
                    <a:pt x="19" y="163"/>
                  </a:lnTo>
                  <a:lnTo>
                    <a:pt x="29" y="201"/>
                  </a:lnTo>
                  <a:lnTo>
                    <a:pt x="41" y="235"/>
                  </a:lnTo>
                  <a:lnTo>
                    <a:pt x="55" y="268"/>
                  </a:lnTo>
                  <a:lnTo>
                    <a:pt x="71" y="299"/>
                  </a:lnTo>
                  <a:lnTo>
                    <a:pt x="89" y="326"/>
                  </a:lnTo>
                  <a:lnTo>
                    <a:pt x="106" y="350"/>
                  </a:lnTo>
                  <a:lnTo>
                    <a:pt x="126" y="373"/>
                  </a:lnTo>
                  <a:lnTo>
                    <a:pt x="149" y="390"/>
                  </a:lnTo>
                  <a:lnTo>
                    <a:pt x="171" y="405"/>
                  </a:lnTo>
                  <a:lnTo>
                    <a:pt x="194" y="416"/>
                  </a:lnTo>
                  <a:lnTo>
                    <a:pt x="219" y="422"/>
                  </a:lnTo>
                  <a:lnTo>
                    <a:pt x="245" y="424"/>
                  </a:lnTo>
                  <a:lnTo>
                    <a:pt x="245" y="412"/>
                  </a:lnTo>
                  <a:lnTo>
                    <a:pt x="221" y="410"/>
                  </a:lnTo>
                  <a:lnTo>
                    <a:pt x="199" y="404"/>
                  </a:lnTo>
                  <a:lnTo>
                    <a:pt x="178" y="394"/>
                  </a:lnTo>
                  <a:lnTo>
                    <a:pt x="156" y="381"/>
                  </a:lnTo>
                  <a:lnTo>
                    <a:pt x="136" y="363"/>
                  </a:lnTo>
                  <a:lnTo>
                    <a:pt x="116" y="343"/>
                  </a:lnTo>
                  <a:lnTo>
                    <a:pt x="98" y="319"/>
                  </a:lnTo>
                  <a:lnTo>
                    <a:pt x="81" y="292"/>
                  </a:lnTo>
                  <a:lnTo>
                    <a:pt x="67" y="263"/>
                  </a:lnTo>
                  <a:lnTo>
                    <a:pt x="52" y="231"/>
                  </a:lnTo>
                  <a:lnTo>
                    <a:pt x="41" y="197"/>
                  </a:lnTo>
                  <a:lnTo>
                    <a:pt x="30" y="160"/>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9248" name="Freeform 60"/>
            <p:cNvSpPr>
              <a:spLocks/>
            </p:cNvSpPr>
            <p:nvPr/>
          </p:nvSpPr>
          <p:spPr bwMode="auto">
            <a:xfrm>
              <a:off x="915" y="1745"/>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0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19" y="2"/>
                  </a:lnTo>
                  <a:lnTo>
                    <a:pt x="194" y="8"/>
                  </a:lnTo>
                  <a:lnTo>
                    <a:pt x="171" y="19"/>
                  </a:lnTo>
                  <a:lnTo>
                    <a:pt x="149" y="34"/>
                  </a:lnTo>
                  <a:lnTo>
                    <a:pt x="126" y="52"/>
                  </a:lnTo>
                  <a:lnTo>
                    <a:pt x="106" y="74"/>
                  </a:lnTo>
                  <a:lnTo>
                    <a:pt x="89" y="99"/>
                  </a:lnTo>
                  <a:lnTo>
                    <a:pt x="70" y="126"/>
                  </a:lnTo>
                  <a:lnTo>
                    <a:pt x="55" y="157"/>
                  </a:lnTo>
                  <a:lnTo>
                    <a:pt x="41" y="189"/>
                  </a:lnTo>
                  <a:lnTo>
                    <a:pt x="29" y="224"/>
                  </a:lnTo>
                  <a:lnTo>
                    <a:pt x="19" y="262"/>
                  </a:lnTo>
                  <a:lnTo>
                    <a:pt x="10" y="300"/>
                  </a:lnTo>
                  <a:lnTo>
                    <a:pt x="4" y="340"/>
                  </a:lnTo>
                  <a:lnTo>
                    <a:pt x="1" y="383"/>
                  </a:lnTo>
                  <a:lnTo>
                    <a:pt x="0" y="426"/>
                  </a:lnTo>
                  <a:lnTo>
                    <a:pt x="11" y="426"/>
                  </a:lnTo>
                  <a:lnTo>
                    <a:pt x="13" y="383"/>
                  </a:lnTo>
                  <a:lnTo>
                    <a:pt x="16" y="342"/>
                  </a:lnTo>
                  <a:lnTo>
                    <a:pt x="22" y="303"/>
                  </a:lnTo>
                  <a:lnTo>
                    <a:pt x="30" y="264"/>
                  </a:lnTo>
                  <a:lnTo>
                    <a:pt x="41" y="229"/>
                  </a:lnTo>
                  <a:lnTo>
                    <a:pt x="52" y="194"/>
                  </a:lnTo>
                  <a:lnTo>
                    <a:pt x="67" y="162"/>
                  </a:lnTo>
                  <a:lnTo>
                    <a:pt x="82" y="133"/>
                  </a:lnTo>
                  <a:lnTo>
                    <a:pt x="98" y="106"/>
                  </a:lnTo>
                  <a:lnTo>
                    <a:pt x="116" y="81"/>
                  </a:lnTo>
                  <a:lnTo>
                    <a:pt x="136" y="61"/>
                  </a:lnTo>
                  <a:lnTo>
                    <a:pt x="156" y="43"/>
                  </a:lnTo>
                  <a:lnTo>
                    <a:pt x="178" y="31"/>
                  </a:lnTo>
                  <a:lnTo>
                    <a:pt x="199" y="20"/>
                  </a:lnTo>
                  <a:lnTo>
                    <a:pt x="221"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9249" name="Freeform 61"/>
            <p:cNvSpPr>
              <a:spLocks/>
            </p:cNvSpPr>
            <p:nvPr/>
          </p:nvSpPr>
          <p:spPr bwMode="auto">
            <a:xfrm>
              <a:off x="1140" y="2087"/>
              <a:ext cx="49" cy="85"/>
            </a:xfrm>
            <a:custGeom>
              <a:avLst/>
              <a:gdLst>
                <a:gd name="T0" fmla="*/ 2 w 246"/>
                <a:gd name="T1" fmla="*/ 3 h 424"/>
                <a:gd name="T2" fmla="*/ 2 w 246"/>
                <a:gd name="T3" fmla="*/ 3 h 424"/>
                <a:gd name="T4" fmla="*/ 2 w 246"/>
                <a:gd name="T5" fmla="*/ 3 h 424"/>
                <a:gd name="T6" fmla="*/ 2 w 246"/>
                <a:gd name="T7" fmla="*/ 3 h 424"/>
                <a:gd name="T8" fmla="*/ 2 w 246"/>
                <a:gd name="T9" fmla="*/ 2 h 424"/>
                <a:gd name="T10" fmla="*/ 2 w 246"/>
                <a:gd name="T11" fmla="*/ 2 h 424"/>
                <a:gd name="T12" fmla="*/ 2 w 246"/>
                <a:gd name="T13" fmla="*/ 2 h 424"/>
                <a:gd name="T14" fmla="*/ 2 w 246"/>
                <a:gd name="T15" fmla="*/ 2 h 424"/>
                <a:gd name="T16" fmla="*/ 2 w 246"/>
                <a:gd name="T17" fmla="*/ 1 h 424"/>
                <a:gd name="T18" fmla="*/ 1 w 246"/>
                <a:gd name="T19" fmla="*/ 1 h 424"/>
                <a:gd name="T20" fmla="*/ 1 w 246"/>
                <a:gd name="T21" fmla="*/ 1 h 424"/>
                <a:gd name="T22" fmla="*/ 1 w 246"/>
                <a:gd name="T23" fmla="*/ 1 h 424"/>
                <a:gd name="T24" fmla="*/ 1 w 246"/>
                <a:gd name="T25" fmla="*/ 0 h 424"/>
                <a:gd name="T26" fmla="*/ 1 w 246"/>
                <a:gd name="T27" fmla="*/ 0 h 424"/>
                <a:gd name="T28" fmla="*/ 1 w 246"/>
                <a:gd name="T29" fmla="*/ 0 h 424"/>
                <a:gd name="T30" fmla="*/ 0 w 246"/>
                <a:gd name="T31" fmla="*/ 0 h 424"/>
                <a:gd name="T32" fmla="*/ 0 w 246"/>
                <a:gd name="T33" fmla="*/ 0 h 424"/>
                <a:gd name="T34" fmla="*/ 0 w 246"/>
                <a:gd name="T35" fmla="*/ 0 h 424"/>
                <a:gd name="T36" fmla="*/ 0 w 246"/>
                <a:gd name="T37" fmla="*/ 0 h 424"/>
                <a:gd name="T38" fmla="*/ 0 w 246"/>
                <a:gd name="T39" fmla="*/ 0 h 424"/>
                <a:gd name="T40" fmla="*/ 0 w 246"/>
                <a:gd name="T41" fmla="*/ 0 h 424"/>
                <a:gd name="T42" fmla="*/ 1 w 246"/>
                <a:gd name="T43" fmla="*/ 0 h 424"/>
                <a:gd name="T44" fmla="*/ 1 w 246"/>
                <a:gd name="T45" fmla="*/ 0 h 424"/>
                <a:gd name="T46" fmla="*/ 1 w 246"/>
                <a:gd name="T47" fmla="*/ 0 h 424"/>
                <a:gd name="T48" fmla="*/ 1 w 246"/>
                <a:gd name="T49" fmla="*/ 1 h 424"/>
                <a:gd name="T50" fmla="*/ 1 w 246"/>
                <a:gd name="T51" fmla="*/ 1 h 424"/>
                <a:gd name="T52" fmla="*/ 1 w 246"/>
                <a:gd name="T53" fmla="*/ 1 h 424"/>
                <a:gd name="T54" fmla="*/ 1 w 246"/>
                <a:gd name="T55" fmla="*/ 1 h 424"/>
                <a:gd name="T56" fmla="*/ 2 w 246"/>
                <a:gd name="T57" fmla="*/ 2 h 424"/>
                <a:gd name="T58" fmla="*/ 2 w 246"/>
                <a:gd name="T59" fmla="*/ 2 h 424"/>
                <a:gd name="T60" fmla="*/ 2 w 246"/>
                <a:gd name="T61" fmla="*/ 2 h 424"/>
                <a:gd name="T62" fmla="*/ 2 w 246"/>
                <a:gd name="T63" fmla="*/ 2 h 424"/>
                <a:gd name="T64" fmla="*/ 2 w 246"/>
                <a:gd name="T65" fmla="*/ 3 h 424"/>
                <a:gd name="T66" fmla="*/ 2 w 246"/>
                <a:gd name="T67" fmla="*/ 3 h 424"/>
                <a:gd name="T68" fmla="*/ 2 w 246"/>
                <a:gd name="T69" fmla="*/ 3 h 424"/>
                <a:gd name="T70" fmla="*/ 2 w 246"/>
                <a:gd name="T71" fmla="*/ 3 h 424"/>
                <a:gd name="T72" fmla="*/ 2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424"/>
                  </a:moveTo>
                  <a:lnTo>
                    <a:pt x="246" y="424"/>
                  </a:lnTo>
                  <a:lnTo>
                    <a:pt x="244" y="382"/>
                  </a:lnTo>
                  <a:lnTo>
                    <a:pt x="241" y="338"/>
                  </a:lnTo>
                  <a:lnTo>
                    <a:pt x="235" y="298"/>
                  </a:lnTo>
                  <a:lnTo>
                    <a:pt x="227" y="261"/>
                  </a:lnTo>
                  <a:lnTo>
                    <a:pt x="216" y="222"/>
                  </a:lnTo>
                  <a:lnTo>
                    <a:pt x="205" y="188"/>
                  </a:lnTo>
                  <a:lnTo>
                    <a:pt x="190" y="155"/>
                  </a:lnTo>
                  <a:lnTo>
                    <a:pt x="174" y="125"/>
                  </a:lnTo>
                  <a:lnTo>
                    <a:pt x="157" y="98"/>
                  </a:lnTo>
                  <a:lnTo>
                    <a:pt x="138" y="73"/>
                  </a:lnTo>
                  <a:lnTo>
                    <a:pt x="118" y="51"/>
                  </a:lnTo>
                  <a:lnTo>
                    <a:pt x="96" y="34"/>
                  </a:lnTo>
                  <a:lnTo>
                    <a:pt x="74" y="18"/>
                  </a:lnTo>
                  <a:lnTo>
                    <a:pt x="50" y="8"/>
                  </a:lnTo>
                  <a:lnTo>
                    <a:pt x="25" y="2"/>
                  </a:lnTo>
                  <a:lnTo>
                    <a:pt x="0" y="0"/>
                  </a:lnTo>
                  <a:lnTo>
                    <a:pt x="0" y="11"/>
                  </a:lnTo>
                  <a:lnTo>
                    <a:pt x="23" y="14"/>
                  </a:lnTo>
                  <a:lnTo>
                    <a:pt x="45" y="19"/>
                  </a:lnTo>
                  <a:lnTo>
                    <a:pt x="67" y="30"/>
                  </a:lnTo>
                  <a:lnTo>
                    <a:pt x="89" y="43"/>
                  </a:lnTo>
                  <a:lnTo>
                    <a:pt x="108" y="60"/>
                  </a:lnTo>
                  <a:lnTo>
                    <a:pt x="128" y="80"/>
                  </a:lnTo>
                  <a:lnTo>
                    <a:pt x="147" y="105"/>
                  </a:lnTo>
                  <a:lnTo>
                    <a:pt x="165" y="132"/>
                  </a:lnTo>
                  <a:lnTo>
                    <a:pt x="179" y="160"/>
                  </a:lnTo>
                  <a:lnTo>
                    <a:pt x="193" y="193"/>
                  </a:lnTo>
                  <a:lnTo>
                    <a:pt x="205" y="227"/>
                  </a:lnTo>
                  <a:lnTo>
                    <a:pt x="215" y="263"/>
                  </a:lnTo>
                  <a:lnTo>
                    <a:pt x="223" y="301"/>
                  </a:lnTo>
                  <a:lnTo>
                    <a:pt x="229" y="341"/>
                  </a:lnTo>
                  <a:lnTo>
                    <a:pt x="233" y="382"/>
                  </a:lnTo>
                  <a:lnTo>
                    <a:pt x="234" y="424"/>
                  </a:lnTo>
                  <a:lnTo>
                    <a:pt x="246"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9250" name="Freeform 62"/>
            <p:cNvSpPr>
              <a:spLocks/>
            </p:cNvSpPr>
            <p:nvPr/>
          </p:nvSpPr>
          <p:spPr bwMode="auto">
            <a:xfrm>
              <a:off x="1140" y="2172"/>
              <a:ext cx="49" cy="85"/>
            </a:xfrm>
            <a:custGeom>
              <a:avLst/>
              <a:gdLst>
                <a:gd name="T0" fmla="*/ 0 w 246"/>
                <a:gd name="T1" fmla="*/ 3 h 426"/>
                <a:gd name="T2" fmla="*/ 0 w 246"/>
                <a:gd name="T3" fmla="*/ 3 h 426"/>
                <a:gd name="T4" fmla="*/ 0 w 246"/>
                <a:gd name="T5" fmla="*/ 3 h 426"/>
                <a:gd name="T6" fmla="*/ 0 w 246"/>
                <a:gd name="T7" fmla="*/ 3 h 426"/>
                <a:gd name="T8" fmla="*/ 1 w 246"/>
                <a:gd name="T9" fmla="*/ 3 h 426"/>
                <a:gd name="T10" fmla="*/ 1 w 246"/>
                <a:gd name="T11" fmla="*/ 3 h 426"/>
                <a:gd name="T12" fmla="*/ 1 w 246"/>
                <a:gd name="T13" fmla="*/ 3 h 426"/>
                <a:gd name="T14" fmla="*/ 1 w 246"/>
                <a:gd name="T15" fmla="*/ 3 h 426"/>
                <a:gd name="T16" fmla="*/ 1 w 246"/>
                <a:gd name="T17" fmla="*/ 3 h 426"/>
                <a:gd name="T18" fmla="*/ 1 w 246"/>
                <a:gd name="T19" fmla="*/ 2 h 426"/>
                <a:gd name="T20" fmla="*/ 2 w 246"/>
                <a:gd name="T21" fmla="*/ 2 h 426"/>
                <a:gd name="T22" fmla="*/ 2 w 246"/>
                <a:gd name="T23" fmla="*/ 2 h 426"/>
                <a:gd name="T24" fmla="*/ 2 w 246"/>
                <a:gd name="T25" fmla="*/ 2 h 426"/>
                <a:gd name="T26" fmla="*/ 2 w 246"/>
                <a:gd name="T27" fmla="*/ 1 h 426"/>
                <a:gd name="T28" fmla="*/ 2 w 246"/>
                <a:gd name="T29" fmla="*/ 1 h 426"/>
                <a:gd name="T30" fmla="*/ 2 w 246"/>
                <a:gd name="T31" fmla="*/ 1 h 426"/>
                <a:gd name="T32" fmla="*/ 2 w 246"/>
                <a:gd name="T33" fmla="*/ 0 h 426"/>
                <a:gd name="T34" fmla="*/ 2 w 246"/>
                <a:gd name="T35" fmla="*/ 0 h 426"/>
                <a:gd name="T36" fmla="*/ 2 w 246"/>
                <a:gd name="T37" fmla="*/ 0 h 426"/>
                <a:gd name="T38" fmla="*/ 2 w 246"/>
                <a:gd name="T39" fmla="*/ 0 h 426"/>
                <a:gd name="T40" fmla="*/ 2 w 246"/>
                <a:gd name="T41" fmla="*/ 1 h 426"/>
                <a:gd name="T42" fmla="*/ 2 w 246"/>
                <a:gd name="T43" fmla="*/ 1 h 426"/>
                <a:gd name="T44" fmla="*/ 2 w 246"/>
                <a:gd name="T45" fmla="*/ 1 h 426"/>
                <a:gd name="T46" fmla="*/ 2 w 246"/>
                <a:gd name="T47" fmla="*/ 2 h 426"/>
                <a:gd name="T48" fmla="*/ 2 w 246"/>
                <a:gd name="T49" fmla="*/ 2 h 426"/>
                <a:gd name="T50" fmla="*/ 1 w 246"/>
                <a:gd name="T51" fmla="*/ 2 h 426"/>
                <a:gd name="T52" fmla="*/ 1 w 246"/>
                <a:gd name="T53" fmla="*/ 2 h 426"/>
                <a:gd name="T54" fmla="*/ 1 w 246"/>
                <a:gd name="T55" fmla="*/ 3 h 426"/>
                <a:gd name="T56" fmla="*/ 1 w 246"/>
                <a:gd name="T57" fmla="*/ 3 h 426"/>
                <a:gd name="T58" fmla="*/ 1 w 246"/>
                <a:gd name="T59" fmla="*/ 3 h 426"/>
                <a:gd name="T60" fmla="*/ 1 w 246"/>
                <a:gd name="T61" fmla="*/ 3 h 426"/>
                <a:gd name="T62" fmla="*/ 1 w 246"/>
                <a:gd name="T63" fmla="*/ 3 h 426"/>
                <a:gd name="T64" fmla="*/ 0 w 246"/>
                <a:gd name="T65" fmla="*/ 3 h 426"/>
                <a:gd name="T66" fmla="*/ 0 w 246"/>
                <a:gd name="T67" fmla="*/ 3 h 426"/>
                <a:gd name="T68" fmla="*/ 0 w 246"/>
                <a:gd name="T69" fmla="*/ 3 h 426"/>
                <a:gd name="T70" fmla="*/ 0 w 246"/>
                <a:gd name="T71" fmla="*/ 3 h 426"/>
                <a:gd name="T72" fmla="*/ 0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426"/>
                  </a:moveTo>
                  <a:lnTo>
                    <a:pt x="0" y="426"/>
                  </a:lnTo>
                  <a:lnTo>
                    <a:pt x="25" y="423"/>
                  </a:lnTo>
                  <a:lnTo>
                    <a:pt x="50" y="417"/>
                  </a:lnTo>
                  <a:lnTo>
                    <a:pt x="74" y="407"/>
                  </a:lnTo>
                  <a:lnTo>
                    <a:pt x="96" y="392"/>
                  </a:lnTo>
                  <a:lnTo>
                    <a:pt x="118" y="373"/>
                  </a:lnTo>
                  <a:lnTo>
                    <a:pt x="138" y="350"/>
                  </a:lnTo>
                  <a:lnTo>
                    <a:pt x="157" y="327"/>
                  </a:lnTo>
                  <a:lnTo>
                    <a:pt x="175" y="299"/>
                  </a:lnTo>
                  <a:lnTo>
                    <a:pt x="190" y="268"/>
                  </a:lnTo>
                  <a:lnTo>
                    <a:pt x="205" y="236"/>
                  </a:lnTo>
                  <a:lnTo>
                    <a:pt x="216" y="202"/>
                  </a:lnTo>
                  <a:lnTo>
                    <a:pt x="227" y="164"/>
                  </a:lnTo>
                  <a:lnTo>
                    <a:pt x="235" y="125"/>
                  </a:lnTo>
                  <a:lnTo>
                    <a:pt x="241" y="86"/>
                  </a:lnTo>
                  <a:lnTo>
                    <a:pt x="244" y="42"/>
                  </a:lnTo>
                  <a:lnTo>
                    <a:pt x="246" y="0"/>
                  </a:lnTo>
                  <a:lnTo>
                    <a:pt x="234" y="0"/>
                  </a:lnTo>
                  <a:lnTo>
                    <a:pt x="233" y="42"/>
                  </a:lnTo>
                  <a:lnTo>
                    <a:pt x="229" y="83"/>
                  </a:lnTo>
                  <a:lnTo>
                    <a:pt x="223" y="123"/>
                  </a:lnTo>
                  <a:lnTo>
                    <a:pt x="215" y="162"/>
                  </a:lnTo>
                  <a:lnTo>
                    <a:pt x="205" y="197"/>
                  </a:lnTo>
                  <a:lnTo>
                    <a:pt x="193" y="231"/>
                  </a:lnTo>
                  <a:lnTo>
                    <a:pt x="179" y="264"/>
                  </a:lnTo>
                  <a:lnTo>
                    <a:pt x="164" y="292"/>
                  </a:lnTo>
                  <a:lnTo>
                    <a:pt x="147" y="320"/>
                  </a:lnTo>
                  <a:lnTo>
                    <a:pt x="128" y="343"/>
                  </a:lnTo>
                  <a:lnTo>
                    <a:pt x="108" y="363"/>
                  </a:lnTo>
                  <a:lnTo>
                    <a:pt x="89" y="382"/>
                  </a:lnTo>
                  <a:lnTo>
                    <a:pt x="67" y="395"/>
                  </a:lnTo>
                  <a:lnTo>
                    <a:pt x="45" y="406"/>
                  </a:lnTo>
                  <a:lnTo>
                    <a:pt x="23" y="411"/>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9251" name="Freeform 63"/>
            <p:cNvSpPr>
              <a:spLocks/>
            </p:cNvSpPr>
            <p:nvPr/>
          </p:nvSpPr>
          <p:spPr bwMode="auto">
            <a:xfrm>
              <a:off x="1091" y="2172"/>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4" y="86"/>
                  </a:lnTo>
                  <a:lnTo>
                    <a:pt x="10" y="125"/>
                  </a:lnTo>
                  <a:lnTo>
                    <a:pt x="18" y="164"/>
                  </a:lnTo>
                  <a:lnTo>
                    <a:pt x="29" y="202"/>
                  </a:lnTo>
                  <a:lnTo>
                    <a:pt x="41" y="236"/>
                  </a:lnTo>
                  <a:lnTo>
                    <a:pt x="55" y="268"/>
                  </a:lnTo>
                  <a:lnTo>
                    <a:pt x="70" y="299"/>
                  </a:lnTo>
                  <a:lnTo>
                    <a:pt x="89" y="327"/>
                  </a:lnTo>
                  <a:lnTo>
                    <a:pt x="106" y="350"/>
                  </a:lnTo>
                  <a:lnTo>
                    <a:pt x="126" y="373"/>
                  </a:lnTo>
                  <a:lnTo>
                    <a:pt x="148" y="392"/>
                  </a:lnTo>
                  <a:lnTo>
                    <a:pt x="171" y="407"/>
                  </a:lnTo>
                  <a:lnTo>
                    <a:pt x="194" y="417"/>
                  </a:lnTo>
                  <a:lnTo>
                    <a:pt x="219" y="423"/>
                  </a:lnTo>
                  <a:lnTo>
                    <a:pt x="245" y="426"/>
                  </a:lnTo>
                  <a:lnTo>
                    <a:pt x="245" y="414"/>
                  </a:lnTo>
                  <a:lnTo>
                    <a:pt x="221" y="411"/>
                  </a:lnTo>
                  <a:lnTo>
                    <a:pt x="199" y="406"/>
                  </a:lnTo>
                  <a:lnTo>
                    <a:pt x="178" y="395"/>
                  </a:lnTo>
                  <a:lnTo>
                    <a:pt x="155" y="382"/>
                  </a:lnTo>
                  <a:lnTo>
                    <a:pt x="136" y="363"/>
                  </a:lnTo>
                  <a:lnTo>
                    <a:pt x="116" y="343"/>
                  </a:lnTo>
                  <a:lnTo>
                    <a:pt x="98" y="320"/>
                  </a:lnTo>
                  <a:lnTo>
                    <a:pt x="82" y="292"/>
                  </a:lnTo>
                  <a:lnTo>
                    <a:pt x="66" y="264"/>
                  </a:lnTo>
                  <a:lnTo>
                    <a:pt x="52" y="231"/>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9252" name="Freeform 64"/>
            <p:cNvSpPr>
              <a:spLocks/>
            </p:cNvSpPr>
            <p:nvPr/>
          </p:nvSpPr>
          <p:spPr bwMode="auto">
            <a:xfrm>
              <a:off x="1091" y="2087"/>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4" y="8"/>
                  </a:lnTo>
                  <a:lnTo>
                    <a:pt x="171" y="18"/>
                  </a:lnTo>
                  <a:lnTo>
                    <a:pt x="148" y="34"/>
                  </a:lnTo>
                  <a:lnTo>
                    <a:pt x="126" y="51"/>
                  </a:lnTo>
                  <a:lnTo>
                    <a:pt x="106" y="73"/>
                  </a:lnTo>
                  <a:lnTo>
                    <a:pt x="89" y="98"/>
                  </a:lnTo>
                  <a:lnTo>
                    <a:pt x="71" y="125"/>
                  </a:lnTo>
                  <a:lnTo>
                    <a:pt x="55" y="155"/>
                  </a:lnTo>
                  <a:lnTo>
                    <a:pt x="41" y="188"/>
                  </a:lnTo>
                  <a:lnTo>
                    <a:pt x="29" y="222"/>
                  </a:lnTo>
                  <a:lnTo>
                    <a:pt x="18" y="261"/>
                  </a:lnTo>
                  <a:lnTo>
                    <a:pt x="10" y="298"/>
                  </a:lnTo>
                  <a:lnTo>
                    <a:pt x="4" y="338"/>
                  </a:lnTo>
                  <a:lnTo>
                    <a:pt x="1" y="382"/>
                  </a:lnTo>
                  <a:lnTo>
                    <a:pt x="0" y="424"/>
                  </a:lnTo>
                  <a:lnTo>
                    <a:pt x="11" y="424"/>
                  </a:lnTo>
                  <a:lnTo>
                    <a:pt x="13" y="382"/>
                  </a:lnTo>
                  <a:lnTo>
                    <a:pt x="16" y="341"/>
                  </a:lnTo>
                  <a:lnTo>
                    <a:pt x="22" y="301"/>
                  </a:lnTo>
                  <a:lnTo>
                    <a:pt x="30" y="263"/>
                  </a:lnTo>
                  <a:lnTo>
                    <a:pt x="41" y="227"/>
                  </a:lnTo>
                  <a:lnTo>
                    <a:pt x="52" y="193"/>
                  </a:lnTo>
                  <a:lnTo>
                    <a:pt x="66" y="160"/>
                  </a:lnTo>
                  <a:lnTo>
                    <a:pt x="80" y="132"/>
                  </a:lnTo>
                  <a:lnTo>
                    <a:pt x="98" y="105"/>
                  </a:lnTo>
                  <a:lnTo>
                    <a:pt x="116" y="80"/>
                  </a:lnTo>
                  <a:lnTo>
                    <a:pt x="136" y="60"/>
                  </a:lnTo>
                  <a:lnTo>
                    <a:pt x="155" y="43"/>
                  </a:lnTo>
                  <a:lnTo>
                    <a:pt x="178" y="30"/>
                  </a:lnTo>
                  <a:lnTo>
                    <a:pt x="199" y="19"/>
                  </a:lnTo>
                  <a:lnTo>
                    <a:pt x="221" y="14"/>
                  </a:lnTo>
                  <a:lnTo>
                    <a:pt x="245" y="11"/>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9253" name="Freeform 65"/>
            <p:cNvSpPr>
              <a:spLocks/>
            </p:cNvSpPr>
            <p:nvPr/>
          </p:nvSpPr>
          <p:spPr bwMode="auto">
            <a:xfrm>
              <a:off x="1392" y="2118"/>
              <a:ext cx="49" cy="85"/>
            </a:xfrm>
            <a:custGeom>
              <a:avLst/>
              <a:gdLst>
                <a:gd name="T0" fmla="*/ 2 w 246"/>
                <a:gd name="T1" fmla="*/ 3 h 426"/>
                <a:gd name="T2" fmla="*/ 2 w 246"/>
                <a:gd name="T3" fmla="*/ 3 h 426"/>
                <a:gd name="T4" fmla="*/ 2 w 246"/>
                <a:gd name="T5" fmla="*/ 3 h 426"/>
                <a:gd name="T6" fmla="*/ 2 w 246"/>
                <a:gd name="T7" fmla="*/ 3 h 426"/>
                <a:gd name="T8" fmla="*/ 2 w 246"/>
                <a:gd name="T9" fmla="*/ 2 h 426"/>
                <a:gd name="T10" fmla="*/ 2 w 246"/>
                <a:gd name="T11" fmla="*/ 2 h 426"/>
                <a:gd name="T12" fmla="*/ 2 w 246"/>
                <a:gd name="T13" fmla="*/ 2 h 426"/>
                <a:gd name="T14" fmla="*/ 2 w 246"/>
                <a:gd name="T15" fmla="*/ 2 h 426"/>
                <a:gd name="T16" fmla="*/ 2 w 246"/>
                <a:gd name="T17" fmla="*/ 1 h 426"/>
                <a:gd name="T18" fmla="*/ 1 w 246"/>
                <a:gd name="T19" fmla="*/ 1 h 426"/>
                <a:gd name="T20" fmla="*/ 1 w 246"/>
                <a:gd name="T21" fmla="*/ 1 h 426"/>
                <a:gd name="T22" fmla="*/ 1 w 246"/>
                <a:gd name="T23" fmla="*/ 1 h 426"/>
                <a:gd name="T24" fmla="*/ 1 w 246"/>
                <a:gd name="T25" fmla="*/ 0 h 426"/>
                <a:gd name="T26" fmla="*/ 1 w 246"/>
                <a:gd name="T27" fmla="*/ 0 h 426"/>
                <a:gd name="T28" fmla="*/ 1 w 246"/>
                <a:gd name="T29" fmla="*/ 0 h 426"/>
                <a:gd name="T30" fmla="*/ 0 w 246"/>
                <a:gd name="T31" fmla="*/ 0 h 426"/>
                <a:gd name="T32" fmla="*/ 0 w 246"/>
                <a:gd name="T33" fmla="*/ 0 h 426"/>
                <a:gd name="T34" fmla="*/ 0 w 246"/>
                <a:gd name="T35" fmla="*/ 0 h 426"/>
                <a:gd name="T36" fmla="*/ 0 w 246"/>
                <a:gd name="T37" fmla="*/ 0 h 426"/>
                <a:gd name="T38" fmla="*/ 0 w 246"/>
                <a:gd name="T39" fmla="*/ 0 h 426"/>
                <a:gd name="T40" fmla="*/ 0 w 246"/>
                <a:gd name="T41" fmla="*/ 0 h 426"/>
                <a:gd name="T42" fmla="*/ 1 w 246"/>
                <a:gd name="T43" fmla="*/ 0 h 426"/>
                <a:gd name="T44" fmla="*/ 1 w 246"/>
                <a:gd name="T45" fmla="*/ 0 h 426"/>
                <a:gd name="T46" fmla="*/ 1 w 246"/>
                <a:gd name="T47" fmla="*/ 1 h 426"/>
                <a:gd name="T48" fmla="*/ 1 w 246"/>
                <a:gd name="T49" fmla="*/ 1 h 426"/>
                <a:gd name="T50" fmla="*/ 1 w 246"/>
                <a:gd name="T51" fmla="*/ 1 h 426"/>
                <a:gd name="T52" fmla="*/ 1 w 246"/>
                <a:gd name="T53" fmla="*/ 1 h 426"/>
                <a:gd name="T54" fmla="*/ 1 w 246"/>
                <a:gd name="T55" fmla="*/ 1 h 426"/>
                <a:gd name="T56" fmla="*/ 2 w 246"/>
                <a:gd name="T57" fmla="*/ 2 h 426"/>
                <a:gd name="T58" fmla="*/ 2 w 246"/>
                <a:gd name="T59" fmla="*/ 2 h 426"/>
                <a:gd name="T60" fmla="*/ 2 w 246"/>
                <a:gd name="T61" fmla="*/ 2 h 426"/>
                <a:gd name="T62" fmla="*/ 2 w 246"/>
                <a:gd name="T63" fmla="*/ 2 h 426"/>
                <a:gd name="T64" fmla="*/ 2 w 246"/>
                <a:gd name="T65" fmla="*/ 3 h 426"/>
                <a:gd name="T66" fmla="*/ 2 w 246"/>
                <a:gd name="T67" fmla="*/ 3 h 426"/>
                <a:gd name="T68" fmla="*/ 2 w 246"/>
                <a:gd name="T69" fmla="*/ 3 h 426"/>
                <a:gd name="T70" fmla="*/ 2 w 246"/>
                <a:gd name="T71" fmla="*/ 3 h 426"/>
                <a:gd name="T72" fmla="*/ 2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246" y="426"/>
                  </a:moveTo>
                  <a:lnTo>
                    <a:pt x="246" y="426"/>
                  </a:lnTo>
                  <a:lnTo>
                    <a:pt x="245" y="384"/>
                  </a:lnTo>
                  <a:lnTo>
                    <a:pt x="242" y="340"/>
                  </a:lnTo>
                  <a:lnTo>
                    <a:pt x="236" y="301"/>
                  </a:lnTo>
                  <a:lnTo>
                    <a:pt x="228" y="262"/>
                  </a:lnTo>
                  <a:lnTo>
                    <a:pt x="217" y="224"/>
                  </a:lnTo>
                  <a:lnTo>
                    <a:pt x="205" y="190"/>
                  </a:lnTo>
                  <a:lnTo>
                    <a:pt x="191" y="158"/>
                  </a:lnTo>
                  <a:lnTo>
                    <a:pt x="176" y="126"/>
                  </a:lnTo>
                  <a:lnTo>
                    <a:pt x="157" y="99"/>
                  </a:lnTo>
                  <a:lnTo>
                    <a:pt x="139" y="75"/>
                  </a:lnTo>
                  <a:lnTo>
                    <a:pt x="119" y="53"/>
                  </a:lnTo>
                  <a:lnTo>
                    <a:pt x="96" y="34"/>
                  </a:lnTo>
                  <a:lnTo>
                    <a:pt x="75" y="19"/>
                  </a:lnTo>
                  <a:lnTo>
                    <a:pt x="51" y="9"/>
                  </a:lnTo>
                  <a:lnTo>
                    <a:pt x="26" y="3"/>
                  </a:lnTo>
                  <a:lnTo>
                    <a:pt x="0" y="0"/>
                  </a:lnTo>
                  <a:lnTo>
                    <a:pt x="0" y="12"/>
                  </a:lnTo>
                  <a:lnTo>
                    <a:pt x="24" y="15"/>
                  </a:lnTo>
                  <a:lnTo>
                    <a:pt x="46" y="20"/>
                  </a:lnTo>
                  <a:lnTo>
                    <a:pt x="68" y="31"/>
                  </a:lnTo>
                  <a:lnTo>
                    <a:pt x="89" y="44"/>
                  </a:lnTo>
                  <a:lnTo>
                    <a:pt x="109" y="63"/>
                  </a:lnTo>
                  <a:lnTo>
                    <a:pt x="129" y="83"/>
                  </a:lnTo>
                  <a:lnTo>
                    <a:pt x="148" y="106"/>
                  </a:lnTo>
                  <a:lnTo>
                    <a:pt x="164" y="133"/>
                  </a:lnTo>
                  <a:lnTo>
                    <a:pt x="180" y="162"/>
                  </a:lnTo>
                  <a:lnTo>
                    <a:pt x="194" y="195"/>
                  </a:lnTo>
                  <a:lnTo>
                    <a:pt x="205" y="229"/>
                  </a:lnTo>
                  <a:lnTo>
                    <a:pt x="216" y="264"/>
                  </a:lnTo>
                  <a:lnTo>
                    <a:pt x="224" y="303"/>
                  </a:lnTo>
                  <a:lnTo>
                    <a:pt x="230" y="343"/>
                  </a:lnTo>
                  <a:lnTo>
                    <a:pt x="233" y="384"/>
                  </a:lnTo>
                  <a:lnTo>
                    <a:pt x="235" y="426"/>
                  </a:lnTo>
                  <a:lnTo>
                    <a:pt x="246"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9254" name="Freeform 66"/>
            <p:cNvSpPr>
              <a:spLocks/>
            </p:cNvSpPr>
            <p:nvPr/>
          </p:nvSpPr>
          <p:spPr bwMode="auto">
            <a:xfrm>
              <a:off x="1392" y="2203"/>
              <a:ext cx="49" cy="85"/>
            </a:xfrm>
            <a:custGeom>
              <a:avLst/>
              <a:gdLst>
                <a:gd name="T0" fmla="*/ 0 w 246"/>
                <a:gd name="T1" fmla="*/ 3 h 424"/>
                <a:gd name="T2" fmla="*/ 0 w 246"/>
                <a:gd name="T3" fmla="*/ 3 h 424"/>
                <a:gd name="T4" fmla="*/ 0 w 246"/>
                <a:gd name="T5" fmla="*/ 3 h 424"/>
                <a:gd name="T6" fmla="*/ 0 w 246"/>
                <a:gd name="T7" fmla="*/ 3 h 424"/>
                <a:gd name="T8" fmla="*/ 1 w 246"/>
                <a:gd name="T9" fmla="*/ 3 h 424"/>
                <a:gd name="T10" fmla="*/ 1 w 246"/>
                <a:gd name="T11" fmla="*/ 3 h 424"/>
                <a:gd name="T12" fmla="*/ 1 w 246"/>
                <a:gd name="T13" fmla="*/ 3 h 424"/>
                <a:gd name="T14" fmla="*/ 1 w 246"/>
                <a:gd name="T15" fmla="*/ 3 h 424"/>
                <a:gd name="T16" fmla="*/ 1 w 246"/>
                <a:gd name="T17" fmla="*/ 3 h 424"/>
                <a:gd name="T18" fmla="*/ 1 w 246"/>
                <a:gd name="T19" fmla="*/ 2 h 424"/>
                <a:gd name="T20" fmla="*/ 2 w 246"/>
                <a:gd name="T21" fmla="*/ 2 h 424"/>
                <a:gd name="T22" fmla="*/ 2 w 246"/>
                <a:gd name="T23" fmla="*/ 2 h 424"/>
                <a:gd name="T24" fmla="*/ 2 w 246"/>
                <a:gd name="T25" fmla="*/ 2 h 424"/>
                <a:gd name="T26" fmla="*/ 2 w 246"/>
                <a:gd name="T27" fmla="*/ 1 h 424"/>
                <a:gd name="T28" fmla="*/ 2 w 246"/>
                <a:gd name="T29" fmla="*/ 1 h 424"/>
                <a:gd name="T30" fmla="*/ 2 w 246"/>
                <a:gd name="T31" fmla="*/ 1 h 424"/>
                <a:gd name="T32" fmla="*/ 2 w 246"/>
                <a:gd name="T33" fmla="*/ 0 h 424"/>
                <a:gd name="T34" fmla="*/ 2 w 246"/>
                <a:gd name="T35" fmla="*/ 0 h 424"/>
                <a:gd name="T36" fmla="*/ 2 w 246"/>
                <a:gd name="T37" fmla="*/ 0 h 424"/>
                <a:gd name="T38" fmla="*/ 2 w 246"/>
                <a:gd name="T39" fmla="*/ 0 h 424"/>
                <a:gd name="T40" fmla="*/ 2 w 246"/>
                <a:gd name="T41" fmla="*/ 1 h 424"/>
                <a:gd name="T42" fmla="*/ 2 w 246"/>
                <a:gd name="T43" fmla="*/ 1 h 424"/>
                <a:gd name="T44" fmla="*/ 2 w 246"/>
                <a:gd name="T45" fmla="*/ 1 h 424"/>
                <a:gd name="T46" fmla="*/ 2 w 246"/>
                <a:gd name="T47" fmla="*/ 2 h 424"/>
                <a:gd name="T48" fmla="*/ 2 w 246"/>
                <a:gd name="T49" fmla="*/ 2 h 424"/>
                <a:gd name="T50" fmla="*/ 1 w 246"/>
                <a:gd name="T51" fmla="*/ 2 h 424"/>
                <a:gd name="T52" fmla="*/ 1 w 246"/>
                <a:gd name="T53" fmla="*/ 2 h 424"/>
                <a:gd name="T54" fmla="*/ 1 w 246"/>
                <a:gd name="T55" fmla="*/ 3 h 424"/>
                <a:gd name="T56" fmla="*/ 1 w 246"/>
                <a:gd name="T57" fmla="*/ 3 h 424"/>
                <a:gd name="T58" fmla="*/ 1 w 246"/>
                <a:gd name="T59" fmla="*/ 3 h 424"/>
                <a:gd name="T60" fmla="*/ 1 w 246"/>
                <a:gd name="T61" fmla="*/ 3 h 424"/>
                <a:gd name="T62" fmla="*/ 1 w 246"/>
                <a:gd name="T63" fmla="*/ 3 h 424"/>
                <a:gd name="T64" fmla="*/ 0 w 246"/>
                <a:gd name="T65" fmla="*/ 3 h 424"/>
                <a:gd name="T66" fmla="*/ 0 w 246"/>
                <a:gd name="T67" fmla="*/ 3 h 424"/>
                <a:gd name="T68" fmla="*/ 0 w 246"/>
                <a:gd name="T69" fmla="*/ 3 h 424"/>
                <a:gd name="T70" fmla="*/ 0 w 246"/>
                <a:gd name="T71" fmla="*/ 3 h 424"/>
                <a:gd name="T72" fmla="*/ 0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0" y="424"/>
                  </a:moveTo>
                  <a:lnTo>
                    <a:pt x="0" y="424"/>
                  </a:lnTo>
                  <a:lnTo>
                    <a:pt x="26" y="422"/>
                  </a:lnTo>
                  <a:lnTo>
                    <a:pt x="51" y="416"/>
                  </a:lnTo>
                  <a:lnTo>
                    <a:pt x="75" y="406"/>
                  </a:lnTo>
                  <a:lnTo>
                    <a:pt x="96" y="390"/>
                  </a:lnTo>
                  <a:lnTo>
                    <a:pt x="119" y="373"/>
                  </a:lnTo>
                  <a:lnTo>
                    <a:pt x="139" y="351"/>
                  </a:lnTo>
                  <a:lnTo>
                    <a:pt x="157" y="326"/>
                  </a:lnTo>
                  <a:lnTo>
                    <a:pt x="175" y="299"/>
                  </a:lnTo>
                  <a:lnTo>
                    <a:pt x="191" y="269"/>
                  </a:lnTo>
                  <a:lnTo>
                    <a:pt x="205" y="236"/>
                  </a:lnTo>
                  <a:lnTo>
                    <a:pt x="217" y="202"/>
                  </a:lnTo>
                  <a:lnTo>
                    <a:pt x="228" y="163"/>
                  </a:lnTo>
                  <a:lnTo>
                    <a:pt x="236" y="125"/>
                  </a:lnTo>
                  <a:lnTo>
                    <a:pt x="242" y="86"/>
                  </a:lnTo>
                  <a:lnTo>
                    <a:pt x="245" y="42"/>
                  </a:lnTo>
                  <a:lnTo>
                    <a:pt x="246" y="0"/>
                  </a:lnTo>
                  <a:lnTo>
                    <a:pt x="235" y="0"/>
                  </a:lnTo>
                  <a:lnTo>
                    <a:pt x="233" y="42"/>
                  </a:lnTo>
                  <a:lnTo>
                    <a:pt x="230" y="83"/>
                  </a:lnTo>
                  <a:lnTo>
                    <a:pt x="224" y="123"/>
                  </a:lnTo>
                  <a:lnTo>
                    <a:pt x="216" y="161"/>
                  </a:lnTo>
                  <a:lnTo>
                    <a:pt x="205" y="197"/>
                  </a:lnTo>
                  <a:lnTo>
                    <a:pt x="194" y="231"/>
                  </a:lnTo>
                  <a:lnTo>
                    <a:pt x="180" y="264"/>
                  </a:lnTo>
                  <a:lnTo>
                    <a:pt x="166" y="292"/>
                  </a:lnTo>
                  <a:lnTo>
                    <a:pt x="148" y="319"/>
                  </a:lnTo>
                  <a:lnTo>
                    <a:pt x="129" y="344"/>
                  </a:lnTo>
                  <a:lnTo>
                    <a:pt x="109" y="364"/>
                  </a:lnTo>
                  <a:lnTo>
                    <a:pt x="89" y="381"/>
                  </a:lnTo>
                  <a:lnTo>
                    <a:pt x="68" y="394"/>
                  </a:lnTo>
                  <a:lnTo>
                    <a:pt x="46" y="405"/>
                  </a:lnTo>
                  <a:lnTo>
                    <a:pt x="24" y="410"/>
                  </a:lnTo>
                  <a:lnTo>
                    <a:pt x="0" y="413"/>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9255" name="Freeform 67"/>
            <p:cNvSpPr>
              <a:spLocks/>
            </p:cNvSpPr>
            <p:nvPr/>
          </p:nvSpPr>
          <p:spPr bwMode="auto">
            <a:xfrm>
              <a:off x="1343" y="2203"/>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2" y="42"/>
                  </a:lnTo>
                  <a:lnTo>
                    <a:pt x="5" y="86"/>
                  </a:lnTo>
                  <a:lnTo>
                    <a:pt x="11" y="125"/>
                  </a:lnTo>
                  <a:lnTo>
                    <a:pt x="19" y="163"/>
                  </a:lnTo>
                  <a:lnTo>
                    <a:pt x="30" y="202"/>
                  </a:lnTo>
                  <a:lnTo>
                    <a:pt x="41" y="236"/>
                  </a:lnTo>
                  <a:lnTo>
                    <a:pt x="56" y="269"/>
                  </a:lnTo>
                  <a:lnTo>
                    <a:pt x="72" y="299"/>
                  </a:lnTo>
                  <a:lnTo>
                    <a:pt x="90" y="326"/>
                  </a:lnTo>
                  <a:lnTo>
                    <a:pt x="108" y="351"/>
                  </a:lnTo>
                  <a:lnTo>
                    <a:pt x="127" y="373"/>
                  </a:lnTo>
                  <a:lnTo>
                    <a:pt x="149" y="390"/>
                  </a:lnTo>
                  <a:lnTo>
                    <a:pt x="172" y="406"/>
                  </a:lnTo>
                  <a:lnTo>
                    <a:pt x="195" y="416"/>
                  </a:lnTo>
                  <a:lnTo>
                    <a:pt x="220" y="422"/>
                  </a:lnTo>
                  <a:lnTo>
                    <a:pt x="245" y="424"/>
                  </a:lnTo>
                  <a:lnTo>
                    <a:pt x="245" y="413"/>
                  </a:lnTo>
                  <a:lnTo>
                    <a:pt x="222" y="410"/>
                  </a:lnTo>
                  <a:lnTo>
                    <a:pt x="200" y="405"/>
                  </a:lnTo>
                  <a:lnTo>
                    <a:pt x="179" y="394"/>
                  </a:lnTo>
                  <a:lnTo>
                    <a:pt x="156" y="381"/>
                  </a:lnTo>
                  <a:lnTo>
                    <a:pt x="136" y="364"/>
                  </a:lnTo>
                  <a:lnTo>
                    <a:pt x="118" y="344"/>
                  </a:lnTo>
                  <a:lnTo>
                    <a:pt x="99" y="319"/>
                  </a:lnTo>
                  <a:lnTo>
                    <a:pt x="81" y="292"/>
                  </a:lnTo>
                  <a:lnTo>
                    <a:pt x="67" y="264"/>
                  </a:lnTo>
                  <a:lnTo>
                    <a:pt x="53" y="231"/>
                  </a:lnTo>
                  <a:lnTo>
                    <a:pt x="41" y="197"/>
                  </a:lnTo>
                  <a:lnTo>
                    <a:pt x="31" y="161"/>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9256" name="Freeform 68"/>
            <p:cNvSpPr>
              <a:spLocks/>
            </p:cNvSpPr>
            <p:nvPr/>
          </p:nvSpPr>
          <p:spPr bwMode="auto">
            <a:xfrm>
              <a:off x="1343" y="2118"/>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1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20" y="3"/>
                  </a:lnTo>
                  <a:lnTo>
                    <a:pt x="195" y="9"/>
                  </a:lnTo>
                  <a:lnTo>
                    <a:pt x="172" y="19"/>
                  </a:lnTo>
                  <a:lnTo>
                    <a:pt x="149" y="34"/>
                  </a:lnTo>
                  <a:lnTo>
                    <a:pt x="127" y="53"/>
                  </a:lnTo>
                  <a:lnTo>
                    <a:pt x="108" y="75"/>
                  </a:lnTo>
                  <a:lnTo>
                    <a:pt x="90" y="99"/>
                  </a:lnTo>
                  <a:lnTo>
                    <a:pt x="71" y="126"/>
                  </a:lnTo>
                  <a:lnTo>
                    <a:pt x="56" y="158"/>
                  </a:lnTo>
                  <a:lnTo>
                    <a:pt x="41" y="190"/>
                  </a:lnTo>
                  <a:lnTo>
                    <a:pt x="30" y="224"/>
                  </a:lnTo>
                  <a:lnTo>
                    <a:pt x="19" y="262"/>
                  </a:lnTo>
                  <a:lnTo>
                    <a:pt x="11" y="301"/>
                  </a:lnTo>
                  <a:lnTo>
                    <a:pt x="5" y="340"/>
                  </a:lnTo>
                  <a:lnTo>
                    <a:pt x="2" y="384"/>
                  </a:lnTo>
                  <a:lnTo>
                    <a:pt x="0" y="426"/>
                  </a:lnTo>
                  <a:lnTo>
                    <a:pt x="12" y="426"/>
                  </a:lnTo>
                  <a:lnTo>
                    <a:pt x="13" y="384"/>
                  </a:lnTo>
                  <a:lnTo>
                    <a:pt x="17" y="343"/>
                  </a:lnTo>
                  <a:lnTo>
                    <a:pt x="23" y="303"/>
                  </a:lnTo>
                  <a:lnTo>
                    <a:pt x="31" y="264"/>
                  </a:lnTo>
                  <a:lnTo>
                    <a:pt x="41" y="229"/>
                  </a:lnTo>
                  <a:lnTo>
                    <a:pt x="53" y="195"/>
                  </a:lnTo>
                  <a:lnTo>
                    <a:pt x="67" y="162"/>
                  </a:lnTo>
                  <a:lnTo>
                    <a:pt x="82" y="133"/>
                  </a:lnTo>
                  <a:lnTo>
                    <a:pt x="99" y="106"/>
                  </a:lnTo>
                  <a:lnTo>
                    <a:pt x="118" y="83"/>
                  </a:lnTo>
                  <a:lnTo>
                    <a:pt x="136" y="63"/>
                  </a:lnTo>
                  <a:lnTo>
                    <a:pt x="156" y="44"/>
                  </a:lnTo>
                  <a:lnTo>
                    <a:pt x="179" y="31"/>
                  </a:lnTo>
                  <a:lnTo>
                    <a:pt x="200" y="20"/>
                  </a:lnTo>
                  <a:lnTo>
                    <a:pt x="222" y="15"/>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9257" name="Freeform 69"/>
            <p:cNvSpPr>
              <a:spLocks/>
            </p:cNvSpPr>
            <p:nvPr/>
          </p:nvSpPr>
          <p:spPr bwMode="auto">
            <a:xfrm>
              <a:off x="1384" y="1859"/>
              <a:ext cx="49" cy="84"/>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1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3" y="382"/>
                  </a:lnTo>
                  <a:lnTo>
                    <a:pt x="240" y="339"/>
                  </a:lnTo>
                  <a:lnTo>
                    <a:pt x="234" y="299"/>
                  </a:lnTo>
                  <a:lnTo>
                    <a:pt x="226" y="261"/>
                  </a:lnTo>
                  <a:lnTo>
                    <a:pt x="215" y="222"/>
                  </a:lnTo>
                  <a:lnTo>
                    <a:pt x="204" y="188"/>
                  </a:lnTo>
                  <a:lnTo>
                    <a:pt x="189" y="156"/>
                  </a:lnTo>
                  <a:lnTo>
                    <a:pt x="173" y="125"/>
                  </a:lnTo>
                  <a:lnTo>
                    <a:pt x="155" y="98"/>
                  </a:lnTo>
                  <a:lnTo>
                    <a:pt x="138" y="74"/>
                  </a:lnTo>
                  <a:lnTo>
                    <a:pt x="118" y="51"/>
                  </a:lnTo>
                  <a:lnTo>
                    <a:pt x="96" y="34"/>
                  </a:lnTo>
                  <a:lnTo>
                    <a:pt x="73" y="18"/>
                  </a:lnTo>
                  <a:lnTo>
                    <a:pt x="50" y="8"/>
                  </a:lnTo>
                  <a:lnTo>
                    <a:pt x="25" y="2"/>
                  </a:lnTo>
                  <a:lnTo>
                    <a:pt x="0" y="0"/>
                  </a:lnTo>
                  <a:lnTo>
                    <a:pt x="0" y="11"/>
                  </a:lnTo>
                  <a:lnTo>
                    <a:pt x="23" y="14"/>
                  </a:lnTo>
                  <a:lnTo>
                    <a:pt x="45" y="20"/>
                  </a:lnTo>
                  <a:lnTo>
                    <a:pt x="66" y="30"/>
                  </a:lnTo>
                  <a:lnTo>
                    <a:pt x="89" y="43"/>
                  </a:lnTo>
                  <a:lnTo>
                    <a:pt x="109" y="61"/>
                  </a:lnTo>
                  <a:lnTo>
                    <a:pt x="129" y="81"/>
                  </a:lnTo>
                  <a:lnTo>
                    <a:pt x="146" y="105"/>
                  </a:lnTo>
                  <a:lnTo>
                    <a:pt x="164" y="132"/>
                  </a:lnTo>
                  <a:lnTo>
                    <a:pt x="178" y="160"/>
                  </a:lnTo>
                  <a:lnTo>
                    <a:pt x="192" y="193"/>
                  </a:lnTo>
                  <a:lnTo>
                    <a:pt x="204" y="227"/>
                  </a:lnTo>
                  <a:lnTo>
                    <a:pt x="214" y="264"/>
                  </a:lnTo>
                  <a:lnTo>
                    <a:pt x="222" y="301"/>
                  </a:lnTo>
                  <a:lnTo>
                    <a:pt x="228"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9258" name="Freeform 70"/>
            <p:cNvSpPr>
              <a:spLocks/>
            </p:cNvSpPr>
            <p:nvPr/>
          </p:nvSpPr>
          <p:spPr bwMode="auto">
            <a:xfrm>
              <a:off x="1384" y="1943"/>
              <a:ext cx="49" cy="86"/>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5" y="423"/>
                  </a:lnTo>
                  <a:lnTo>
                    <a:pt x="50" y="418"/>
                  </a:lnTo>
                  <a:lnTo>
                    <a:pt x="73" y="407"/>
                  </a:lnTo>
                  <a:lnTo>
                    <a:pt x="96" y="392"/>
                  </a:lnTo>
                  <a:lnTo>
                    <a:pt x="118" y="374"/>
                  </a:lnTo>
                  <a:lnTo>
                    <a:pt x="138" y="352"/>
                  </a:lnTo>
                  <a:lnTo>
                    <a:pt x="155" y="327"/>
                  </a:lnTo>
                  <a:lnTo>
                    <a:pt x="174" y="300"/>
                  </a:lnTo>
                  <a:lnTo>
                    <a:pt x="189" y="269"/>
                  </a:lnTo>
                  <a:lnTo>
                    <a:pt x="204" y="237"/>
                  </a:lnTo>
                  <a:lnTo>
                    <a:pt x="215" y="202"/>
                  </a:lnTo>
                  <a:lnTo>
                    <a:pt x="226" y="164"/>
                  </a:lnTo>
                  <a:lnTo>
                    <a:pt x="234" y="126"/>
                  </a:lnTo>
                  <a:lnTo>
                    <a:pt x="240" y="86"/>
                  </a:lnTo>
                  <a:lnTo>
                    <a:pt x="243" y="42"/>
                  </a:lnTo>
                  <a:lnTo>
                    <a:pt x="245" y="0"/>
                  </a:lnTo>
                  <a:lnTo>
                    <a:pt x="233" y="0"/>
                  </a:lnTo>
                  <a:lnTo>
                    <a:pt x="232" y="42"/>
                  </a:lnTo>
                  <a:lnTo>
                    <a:pt x="228" y="83"/>
                  </a:lnTo>
                  <a:lnTo>
                    <a:pt x="222" y="123"/>
                  </a:lnTo>
                  <a:lnTo>
                    <a:pt x="214" y="162"/>
                  </a:lnTo>
                  <a:lnTo>
                    <a:pt x="204" y="197"/>
                  </a:lnTo>
                  <a:lnTo>
                    <a:pt x="192" y="232"/>
                  </a:lnTo>
                  <a:lnTo>
                    <a:pt x="178" y="264"/>
                  </a:lnTo>
                  <a:lnTo>
                    <a:pt x="163" y="293"/>
                  </a:lnTo>
                  <a:lnTo>
                    <a:pt x="146" y="320"/>
                  </a:lnTo>
                  <a:lnTo>
                    <a:pt x="129" y="345"/>
                  </a:lnTo>
                  <a:lnTo>
                    <a:pt x="109" y="365"/>
                  </a:lnTo>
                  <a:lnTo>
                    <a:pt x="89" y="382"/>
                  </a:lnTo>
                  <a:lnTo>
                    <a:pt x="66" y="395"/>
                  </a:lnTo>
                  <a:lnTo>
                    <a:pt x="45" y="406"/>
                  </a:lnTo>
                  <a:lnTo>
                    <a:pt x="23"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9259" name="Freeform 71"/>
            <p:cNvSpPr>
              <a:spLocks/>
            </p:cNvSpPr>
            <p:nvPr/>
          </p:nvSpPr>
          <p:spPr bwMode="auto">
            <a:xfrm>
              <a:off x="1335" y="1943"/>
              <a:ext cx="49" cy="86"/>
            </a:xfrm>
            <a:custGeom>
              <a:avLst/>
              <a:gdLst>
                <a:gd name="T0" fmla="*/ 0 w 246"/>
                <a:gd name="T1" fmla="*/ 0 h 426"/>
                <a:gd name="T2" fmla="*/ 0 w 246"/>
                <a:gd name="T3" fmla="*/ 0 h 426"/>
                <a:gd name="T4" fmla="*/ 0 w 246"/>
                <a:gd name="T5" fmla="*/ 0 h 426"/>
                <a:gd name="T6" fmla="*/ 0 w 246"/>
                <a:gd name="T7" fmla="*/ 1 h 426"/>
                <a:gd name="T8" fmla="*/ 0 w 246"/>
                <a:gd name="T9" fmla="*/ 1 h 426"/>
                <a:gd name="T10" fmla="*/ 0 w 246"/>
                <a:gd name="T11" fmla="*/ 1 h 426"/>
                <a:gd name="T12" fmla="*/ 0 w 246"/>
                <a:gd name="T13" fmla="*/ 2 h 426"/>
                <a:gd name="T14" fmla="*/ 0 w 246"/>
                <a:gd name="T15" fmla="*/ 2 h 426"/>
                <a:gd name="T16" fmla="*/ 0 w 246"/>
                <a:gd name="T17" fmla="*/ 2 h 426"/>
                <a:gd name="T18" fmla="*/ 1 w 246"/>
                <a:gd name="T19" fmla="*/ 2 h 426"/>
                <a:gd name="T20" fmla="*/ 1 w 246"/>
                <a:gd name="T21" fmla="*/ 3 h 426"/>
                <a:gd name="T22" fmla="*/ 1 w 246"/>
                <a:gd name="T23" fmla="*/ 3 h 426"/>
                <a:gd name="T24" fmla="*/ 1 w 246"/>
                <a:gd name="T25" fmla="*/ 3 h 426"/>
                <a:gd name="T26" fmla="*/ 1 w 246"/>
                <a:gd name="T27" fmla="*/ 3 h 426"/>
                <a:gd name="T28" fmla="*/ 1 w 246"/>
                <a:gd name="T29" fmla="*/ 3 h 426"/>
                <a:gd name="T30" fmla="*/ 2 w 246"/>
                <a:gd name="T31" fmla="*/ 3 h 426"/>
                <a:gd name="T32" fmla="*/ 2 w 246"/>
                <a:gd name="T33" fmla="*/ 3 h 426"/>
                <a:gd name="T34" fmla="*/ 2 w 246"/>
                <a:gd name="T35" fmla="*/ 3 h 426"/>
                <a:gd name="T36" fmla="*/ 2 w 246"/>
                <a:gd name="T37" fmla="*/ 3 h 426"/>
                <a:gd name="T38" fmla="*/ 2 w 246"/>
                <a:gd name="T39" fmla="*/ 3 h 426"/>
                <a:gd name="T40" fmla="*/ 2 w 246"/>
                <a:gd name="T41" fmla="*/ 3 h 426"/>
                <a:gd name="T42" fmla="*/ 1 w 246"/>
                <a:gd name="T43" fmla="*/ 3 h 426"/>
                <a:gd name="T44" fmla="*/ 1 w 246"/>
                <a:gd name="T45" fmla="*/ 3 h 426"/>
                <a:gd name="T46" fmla="*/ 1 w 246"/>
                <a:gd name="T47" fmla="*/ 3 h 426"/>
                <a:gd name="T48" fmla="*/ 1 w 246"/>
                <a:gd name="T49" fmla="*/ 3 h 426"/>
                <a:gd name="T50" fmla="*/ 1 w 246"/>
                <a:gd name="T51" fmla="*/ 3 h 426"/>
                <a:gd name="T52" fmla="*/ 1 w 246"/>
                <a:gd name="T53" fmla="*/ 2 h 426"/>
                <a:gd name="T54" fmla="*/ 1 w 246"/>
                <a:gd name="T55" fmla="*/ 2 h 426"/>
                <a:gd name="T56" fmla="*/ 0 w 246"/>
                <a:gd name="T57" fmla="*/ 2 h 426"/>
                <a:gd name="T58" fmla="*/ 0 w 246"/>
                <a:gd name="T59" fmla="*/ 2 h 426"/>
                <a:gd name="T60" fmla="*/ 0 w 246"/>
                <a:gd name="T61" fmla="*/ 1 h 426"/>
                <a:gd name="T62" fmla="*/ 0 w 246"/>
                <a:gd name="T63" fmla="*/ 1 h 426"/>
                <a:gd name="T64" fmla="*/ 0 w 246"/>
                <a:gd name="T65" fmla="*/ 1 h 426"/>
                <a:gd name="T66" fmla="*/ 0 w 246"/>
                <a:gd name="T67" fmla="*/ 0 h 426"/>
                <a:gd name="T68" fmla="*/ 0 w 246"/>
                <a:gd name="T69" fmla="*/ 0 h 426"/>
                <a:gd name="T70" fmla="*/ 0 w 246"/>
                <a:gd name="T71" fmla="*/ 0 h 426"/>
                <a:gd name="T72" fmla="*/ 0 w 246"/>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0"/>
                  </a:moveTo>
                  <a:lnTo>
                    <a:pt x="0" y="0"/>
                  </a:lnTo>
                  <a:lnTo>
                    <a:pt x="1" y="42"/>
                  </a:lnTo>
                  <a:lnTo>
                    <a:pt x="4" y="86"/>
                  </a:lnTo>
                  <a:lnTo>
                    <a:pt x="10" y="126"/>
                  </a:lnTo>
                  <a:lnTo>
                    <a:pt x="18" y="164"/>
                  </a:lnTo>
                  <a:lnTo>
                    <a:pt x="29" y="202"/>
                  </a:lnTo>
                  <a:lnTo>
                    <a:pt x="41" y="237"/>
                  </a:lnTo>
                  <a:lnTo>
                    <a:pt x="55" y="269"/>
                  </a:lnTo>
                  <a:lnTo>
                    <a:pt x="71" y="300"/>
                  </a:lnTo>
                  <a:lnTo>
                    <a:pt x="89" y="327"/>
                  </a:lnTo>
                  <a:lnTo>
                    <a:pt x="107" y="352"/>
                  </a:lnTo>
                  <a:lnTo>
                    <a:pt x="127" y="374"/>
                  </a:lnTo>
                  <a:lnTo>
                    <a:pt x="150" y="392"/>
                  </a:lnTo>
                  <a:lnTo>
                    <a:pt x="171" y="407"/>
                  </a:lnTo>
                  <a:lnTo>
                    <a:pt x="195" y="418"/>
                  </a:lnTo>
                  <a:lnTo>
                    <a:pt x="220" y="423"/>
                  </a:lnTo>
                  <a:lnTo>
                    <a:pt x="246" y="426"/>
                  </a:lnTo>
                  <a:lnTo>
                    <a:pt x="246" y="414"/>
                  </a:lnTo>
                  <a:lnTo>
                    <a:pt x="222" y="412"/>
                  </a:lnTo>
                  <a:lnTo>
                    <a:pt x="200" y="406"/>
                  </a:lnTo>
                  <a:lnTo>
                    <a:pt x="178" y="395"/>
                  </a:lnTo>
                  <a:lnTo>
                    <a:pt x="157" y="382"/>
                  </a:lnTo>
                  <a:lnTo>
                    <a:pt x="137" y="365"/>
                  </a:lnTo>
                  <a:lnTo>
                    <a:pt x="117" y="345"/>
                  </a:lnTo>
                  <a:lnTo>
                    <a:pt x="98" y="320"/>
                  </a:lnTo>
                  <a:lnTo>
                    <a:pt x="83" y="293"/>
                  </a:lnTo>
                  <a:lnTo>
                    <a:pt x="66" y="264"/>
                  </a:lnTo>
                  <a:lnTo>
                    <a:pt x="52" y="232"/>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9260" name="Freeform 72"/>
            <p:cNvSpPr>
              <a:spLocks/>
            </p:cNvSpPr>
            <p:nvPr/>
          </p:nvSpPr>
          <p:spPr bwMode="auto">
            <a:xfrm>
              <a:off x="1335" y="1859"/>
              <a:ext cx="49" cy="84"/>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1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0" y="2"/>
                  </a:lnTo>
                  <a:lnTo>
                    <a:pt x="195" y="8"/>
                  </a:lnTo>
                  <a:lnTo>
                    <a:pt x="171" y="18"/>
                  </a:lnTo>
                  <a:lnTo>
                    <a:pt x="150" y="34"/>
                  </a:lnTo>
                  <a:lnTo>
                    <a:pt x="127" y="51"/>
                  </a:lnTo>
                  <a:lnTo>
                    <a:pt x="107" y="74"/>
                  </a:lnTo>
                  <a:lnTo>
                    <a:pt x="89" y="98"/>
                  </a:lnTo>
                  <a:lnTo>
                    <a:pt x="72" y="125"/>
                  </a:lnTo>
                  <a:lnTo>
                    <a:pt x="55" y="156"/>
                  </a:lnTo>
                  <a:lnTo>
                    <a:pt x="41" y="188"/>
                  </a:lnTo>
                  <a:lnTo>
                    <a:pt x="29" y="222"/>
                  </a:lnTo>
                  <a:lnTo>
                    <a:pt x="18" y="261"/>
                  </a:lnTo>
                  <a:lnTo>
                    <a:pt x="10" y="299"/>
                  </a:lnTo>
                  <a:lnTo>
                    <a:pt x="4" y="339"/>
                  </a:lnTo>
                  <a:lnTo>
                    <a:pt x="1" y="382"/>
                  </a:lnTo>
                  <a:lnTo>
                    <a:pt x="0" y="424"/>
                  </a:lnTo>
                  <a:lnTo>
                    <a:pt x="11" y="424"/>
                  </a:lnTo>
                  <a:lnTo>
                    <a:pt x="13" y="382"/>
                  </a:lnTo>
                  <a:lnTo>
                    <a:pt x="16" y="341"/>
                  </a:lnTo>
                  <a:lnTo>
                    <a:pt x="22" y="301"/>
                  </a:lnTo>
                  <a:lnTo>
                    <a:pt x="30" y="264"/>
                  </a:lnTo>
                  <a:lnTo>
                    <a:pt x="41" y="227"/>
                  </a:lnTo>
                  <a:lnTo>
                    <a:pt x="52" y="193"/>
                  </a:lnTo>
                  <a:lnTo>
                    <a:pt x="66" y="160"/>
                  </a:lnTo>
                  <a:lnTo>
                    <a:pt x="82" y="132"/>
                  </a:lnTo>
                  <a:lnTo>
                    <a:pt x="98" y="105"/>
                  </a:lnTo>
                  <a:lnTo>
                    <a:pt x="117" y="81"/>
                  </a:lnTo>
                  <a:lnTo>
                    <a:pt x="137" y="61"/>
                  </a:lnTo>
                  <a:lnTo>
                    <a:pt x="157" y="43"/>
                  </a:lnTo>
                  <a:lnTo>
                    <a:pt x="178" y="30"/>
                  </a:lnTo>
                  <a:lnTo>
                    <a:pt x="200" y="20"/>
                  </a:lnTo>
                  <a:lnTo>
                    <a:pt x="222" y="14"/>
                  </a:lnTo>
                  <a:lnTo>
                    <a:pt x="246" y="11"/>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9261" name="Freeform 73"/>
            <p:cNvSpPr>
              <a:spLocks/>
            </p:cNvSpPr>
            <p:nvPr/>
          </p:nvSpPr>
          <p:spPr bwMode="auto">
            <a:xfrm>
              <a:off x="1552" y="1751"/>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1" y="339"/>
                  </a:lnTo>
                  <a:lnTo>
                    <a:pt x="235" y="299"/>
                  </a:lnTo>
                  <a:lnTo>
                    <a:pt x="226" y="261"/>
                  </a:lnTo>
                  <a:lnTo>
                    <a:pt x="216" y="223"/>
                  </a:lnTo>
                  <a:lnTo>
                    <a:pt x="204" y="189"/>
                  </a:lnTo>
                  <a:lnTo>
                    <a:pt x="190" y="156"/>
                  </a:lnTo>
                  <a:lnTo>
                    <a:pt x="174" y="125"/>
                  </a:lnTo>
                  <a:lnTo>
                    <a:pt x="156" y="98"/>
                  </a:lnTo>
                  <a:lnTo>
                    <a:pt x="137" y="74"/>
                  </a:lnTo>
                  <a:lnTo>
                    <a:pt x="119" y="52"/>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8" y="81"/>
                  </a:lnTo>
                  <a:lnTo>
                    <a:pt x="147" y="105"/>
                  </a:lnTo>
                  <a:lnTo>
                    <a:pt x="164" y="132"/>
                  </a:lnTo>
                  <a:lnTo>
                    <a:pt x="178" y="161"/>
                  </a:lnTo>
                  <a:lnTo>
                    <a:pt x="193" y="193"/>
                  </a:lnTo>
                  <a:lnTo>
                    <a:pt x="204" y="227"/>
                  </a:lnTo>
                  <a:lnTo>
                    <a:pt x="215" y="264"/>
                  </a:lnTo>
                  <a:lnTo>
                    <a:pt x="223" y="301"/>
                  </a:lnTo>
                  <a:lnTo>
                    <a:pt x="229" y="341"/>
                  </a:lnTo>
                  <a:lnTo>
                    <a:pt x="232" y="382"/>
                  </a:lnTo>
                  <a:lnTo>
                    <a:pt x="234"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9262" name="Freeform 74"/>
            <p:cNvSpPr>
              <a:spLocks/>
            </p:cNvSpPr>
            <p:nvPr/>
          </p:nvSpPr>
          <p:spPr bwMode="auto">
            <a:xfrm>
              <a:off x="1552" y="1836"/>
              <a:ext cx="49" cy="85"/>
            </a:xfrm>
            <a:custGeom>
              <a:avLst/>
              <a:gdLst>
                <a:gd name="T0" fmla="*/ 0 w 245"/>
                <a:gd name="T1" fmla="*/ 3 h 425"/>
                <a:gd name="T2" fmla="*/ 0 w 245"/>
                <a:gd name="T3" fmla="*/ 3 h 425"/>
                <a:gd name="T4" fmla="*/ 0 w 245"/>
                <a:gd name="T5" fmla="*/ 3 h 425"/>
                <a:gd name="T6" fmla="*/ 0 w 245"/>
                <a:gd name="T7" fmla="*/ 3 h 425"/>
                <a:gd name="T8" fmla="*/ 1 w 245"/>
                <a:gd name="T9" fmla="*/ 3 h 425"/>
                <a:gd name="T10" fmla="*/ 1 w 245"/>
                <a:gd name="T11" fmla="*/ 3 h 425"/>
                <a:gd name="T12" fmla="*/ 1 w 245"/>
                <a:gd name="T13" fmla="*/ 3 h 425"/>
                <a:gd name="T14" fmla="*/ 1 w 245"/>
                <a:gd name="T15" fmla="*/ 3 h 425"/>
                <a:gd name="T16" fmla="*/ 1 w 245"/>
                <a:gd name="T17" fmla="*/ 3 h 425"/>
                <a:gd name="T18" fmla="*/ 1 w 245"/>
                <a:gd name="T19" fmla="*/ 2 h 425"/>
                <a:gd name="T20" fmla="*/ 2 w 245"/>
                <a:gd name="T21" fmla="*/ 2 h 425"/>
                <a:gd name="T22" fmla="*/ 2 w 245"/>
                <a:gd name="T23" fmla="*/ 2 h 425"/>
                <a:gd name="T24" fmla="*/ 2 w 245"/>
                <a:gd name="T25" fmla="*/ 2 h 425"/>
                <a:gd name="T26" fmla="*/ 2 w 245"/>
                <a:gd name="T27" fmla="*/ 1 h 425"/>
                <a:gd name="T28" fmla="*/ 2 w 245"/>
                <a:gd name="T29" fmla="*/ 1 h 425"/>
                <a:gd name="T30" fmla="*/ 2 w 245"/>
                <a:gd name="T31" fmla="*/ 1 h 425"/>
                <a:gd name="T32" fmla="*/ 2 w 245"/>
                <a:gd name="T33" fmla="*/ 0 h 425"/>
                <a:gd name="T34" fmla="*/ 2 w 245"/>
                <a:gd name="T35" fmla="*/ 0 h 425"/>
                <a:gd name="T36" fmla="*/ 2 w 245"/>
                <a:gd name="T37" fmla="*/ 0 h 425"/>
                <a:gd name="T38" fmla="*/ 2 w 245"/>
                <a:gd name="T39" fmla="*/ 0 h 425"/>
                <a:gd name="T40" fmla="*/ 2 w 245"/>
                <a:gd name="T41" fmla="*/ 1 h 425"/>
                <a:gd name="T42" fmla="*/ 2 w 245"/>
                <a:gd name="T43" fmla="*/ 1 h 425"/>
                <a:gd name="T44" fmla="*/ 2 w 245"/>
                <a:gd name="T45" fmla="*/ 1 h 425"/>
                <a:gd name="T46" fmla="*/ 2 w 245"/>
                <a:gd name="T47" fmla="*/ 2 h 425"/>
                <a:gd name="T48" fmla="*/ 2 w 245"/>
                <a:gd name="T49" fmla="*/ 2 h 425"/>
                <a:gd name="T50" fmla="*/ 1 w 245"/>
                <a:gd name="T51" fmla="*/ 2 h 425"/>
                <a:gd name="T52" fmla="*/ 1 w 245"/>
                <a:gd name="T53" fmla="*/ 2 h 425"/>
                <a:gd name="T54" fmla="*/ 1 w 245"/>
                <a:gd name="T55" fmla="*/ 3 h 425"/>
                <a:gd name="T56" fmla="*/ 1 w 245"/>
                <a:gd name="T57" fmla="*/ 3 h 425"/>
                <a:gd name="T58" fmla="*/ 1 w 245"/>
                <a:gd name="T59" fmla="*/ 3 h 425"/>
                <a:gd name="T60" fmla="*/ 1 w 245"/>
                <a:gd name="T61" fmla="*/ 3 h 425"/>
                <a:gd name="T62" fmla="*/ 1 w 245"/>
                <a:gd name="T63" fmla="*/ 3 h 425"/>
                <a:gd name="T64" fmla="*/ 0 w 245"/>
                <a:gd name="T65" fmla="*/ 3 h 425"/>
                <a:gd name="T66" fmla="*/ 0 w 245"/>
                <a:gd name="T67" fmla="*/ 3 h 425"/>
                <a:gd name="T68" fmla="*/ 0 w 245"/>
                <a:gd name="T69" fmla="*/ 3 h 425"/>
                <a:gd name="T70" fmla="*/ 0 w 245"/>
                <a:gd name="T71" fmla="*/ 3 h 425"/>
                <a:gd name="T72" fmla="*/ 0 w 245"/>
                <a:gd name="T73" fmla="*/ 3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5"/>
                <a:gd name="T113" fmla="*/ 245 w 245"/>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5">
                  <a:moveTo>
                    <a:pt x="0" y="425"/>
                  </a:moveTo>
                  <a:lnTo>
                    <a:pt x="0" y="425"/>
                  </a:lnTo>
                  <a:lnTo>
                    <a:pt x="26" y="422"/>
                  </a:lnTo>
                  <a:lnTo>
                    <a:pt x="51" y="417"/>
                  </a:lnTo>
                  <a:lnTo>
                    <a:pt x="74" y="406"/>
                  </a:lnTo>
                  <a:lnTo>
                    <a:pt x="96" y="391"/>
                  </a:lnTo>
                  <a:lnTo>
                    <a:pt x="119" y="373"/>
                  </a:lnTo>
                  <a:lnTo>
                    <a:pt x="137" y="351"/>
                  </a:lnTo>
                  <a:lnTo>
                    <a:pt x="156" y="326"/>
                  </a:lnTo>
                  <a:lnTo>
                    <a:pt x="174" y="299"/>
                  </a:lnTo>
                  <a:lnTo>
                    <a:pt x="190" y="269"/>
                  </a:lnTo>
                  <a:lnTo>
                    <a:pt x="204" y="236"/>
                  </a:lnTo>
                  <a:lnTo>
                    <a:pt x="216" y="202"/>
                  </a:lnTo>
                  <a:lnTo>
                    <a:pt x="226" y="163"/>
                  </a:lnTo>
                  <a:lnTo>
                    <a:pt x="235" y="126"/>
                  </a:lnTo>
                  <a:lnTo>
                    <a:pt x="241" y="86"/>
                  </a:lnTo>
                  <a:lnTo>
                    <a:pt x="244" y="43"/>
                  </a:lnTo>
                  <a:lnTo>
                    <a:pt x="245" y="0"/>
                  </a:lnTo>
                  <a:lnTo>
                    <a:pt x="234" y="0"/>
                  </a:lnTo>
                  <a:lnTo>
                    <a:pt x="232" y="43"/>
                  </a:lnTo>
                  <a:lnTo>
                    <a:pt x="229" y="84"/>
                  </a:lnTo>
                  <a:lnTo>
                    <a:pt x="223" y="123"/>
                  </a:lnTo>
                  <a:lnTo>
                    <a:pt x="215" y="161"/>
                  </a:lnTo>
                  <a:lnTo>
                    <a:pt x="204" y="197"/>
                  </a:lnTo>
                  <a:lnTo>
                    <a:pt x="193" y="231"/>
                  </a:lnTo>
                  <a:lnTo>
                    <a:pt x="178" y="264"/>
                  </a:lnTo>
                  <a:lnTo>
                    <a:pt x="164" y="292"/>
                  </a:lnTo>
                  <a:lnTo>
                    <a:pt x="147" y="319"/>
                  </a:lnTo>
                  <a:lnTo>
                    <a:pt x="128" y="344"/>
                  </a:lnTo>
                  <a:lnTo>
                    <a:pt x="109" y="364"/>
                  </a:lnTo>
                  <a:lnTo>
                    <a:pt x="89" y="381"/>
                  </a:lnTo>
                  <a:lnTo>
                    <a:pt x="67" y="394"/>
                  </a:lnTo>
                  <a:lnTo>
                    <a:pt x="46" y="405"/>
                  </a:lnTo>
                  <a:lnTo>
                    <a:pt x="24" y="411"/>
                  </a:lnTo>
                  <a:lnTo>
                    <a:pt x="0" y="413"/>
                  </a:lnTo>
                  <a:lnTo>
                    <a:pt x="0" y="425"/>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9263" name="Freeform 75"/>
            <p:cNvSpPr>
              <a:spLocks/>
            </p:cNvSpPr>
            <p:nvPr/>
          </p:nvSpPr>
          <p:spPr bwMode="auto">
            <a:xfrm>
              <a:off x="1502" y="1836"/>
              <a:ext cx="50" cy="85"/>
            </a:xfrm>
            <a:custGeom>
              <a:avLst/>
              <a:gdLst>
                <a:gd name="T0" fmla="*/ 0 w 246"/>
                <a:gd name="T1" fmla="*/ 0 h 425"/>
                <a:gd name="T2" fmla="*/ 0 w 246"/>
                <a:gd name="T3" fmla="*/ 0 h 425"/>
                <a:gd name="T4" fmla="*/ 0 w 246"/>
                <a:gd name="T5" fmla="*/ 0 h 425"/>
                <a:gd name="T6" fmla="*/ 0 w 246"/>
                <a:gd name="T7" fmla="*/ 1 h 425"/>
                <a:gd name="T8" fmla="*/ 0 w 246"/>
                <a:gd name="T9" fmla="*/ 1 h 425"/>
                <a:gd name="T10" fmla="*/ 0 w 246"/>
                <a:gd name="T11" fmla="*/ 1 h 425"/>
                <a:gd name="T12" fmla="*/ 0 w 246"/>
                <a:gd name="T13" fmla="*/ 2 h 425"/>
                <a:gd name="T14" fmla="*/ 0 w 246"/>
                <a:gd name="T15" fmla="*/ 2 h 425"/>
                <a:gd name="T16" fmla="*/ 0 w 246"/>
                <a:gd name="T17" fmla="*/ 2 h 425"/>
                <a:gd name="T18" fmla="*/ 1 w 246"/>
                <a:gd name="T19" fmla="*/ 2 h 425"/>
                <a:gd name="T20" fmla="*/ 1 w 246"/>
                <a:gd name="T21" fmla="*/ 3 h 425"/>
                <a:gd name="T22" fmla="*/ 1 w 246"/>
                <a:gd name="T23" fmla="*/ 3 h 425"/>
                <a:gd name="T24" fmla="*/ 1 w 246"/>
                <a:gd name="T25" fmla="*/ 3 h 425"/>
                <a:gd name="T26" fmla="*/ 1 w 246"/>
                <a:gd name="T27" fmla="*/ 3 h 425"/>
                <a:gd name="T28" fmla="*/ 1 w 246"/>
                <a:gd name="T29" fmla="*/ 3 h 425"/>
                <a:gd name="T30" fmla="*/ 2 w 246"/>
                <a:gd name="T31" fmla="*/ 3 h 425"/>
                <a:gd name="T32" fmla="*/ 2 w 246"/>
                <a:gd name="T33" fmla="*/ 3 h 425"/>
                <a:gd name="T34" fmla="*/ 2 w 246"/>
                <a:gd name="T35" fmla="*/ 3 h 425"/>
                <a:gd name="T36" fmla="*/ 2 w 246"/>
                <a:gd name="T37" fmla="*/ 3 h 425"/>
                <a:gd name="T38" fmla="*/ 2 w 246"/>
                <a:gd name="T39" fmla="*/ 3 h 425"/>
                <a:gd name="T40" fmla="*/ 2 w 246"/>
                <a:gd name="T41" fmla="*/ 3 h 425"/>
                <a:gd name="T42" fmla="*/ 1 w 246"/>
                <a:gd name="T43" fmla="*/ 3 h 425"/>
                <a:gd name="T44" fmla="*/ 1 w 246"/>
                <a:gd name="T45" fmla="*/ 3 h 425"/>
                <a:gd name="T46" fmla="*/ 1 w 246"/>
                <a:gd name="T47" fmla="*/ 3 h 425"/>
                <a:gd name="T48" fmla="*/ 1 w 246"/>
                <a:gd name="T49" fmla="*/ 3 h 425"/>
                <a:gd name="T50" fmla="*/ 1 w 246"/>
                <a:gd name="T51" fmla="*/ 3 h 425"/>
                <a:gd name="T52" fmla="*/ 1 w 246"/>
                <a:gd name="T53" fmla="*/ 2 h 425"/>
                <a:gd name="T54" fmla="*/ 1 w 246"/>
                <a:gd name="T55" fmla="*/ 2 h 425"/>
                <a:gd name="T56" fmla="*/ 0 w 246"/>
                <a:gd name="T57" fmla="*/ 2 h 425"/>
                <a:gd name="T58" fmla="*/ 0 w 246"/>
                <a:gd name="T59" fmla="*/ 2 h 425"/>
                <a:gd name="T60" fmla="*/ 0 w 246"/>
                <a:gd name="T61" fmla="*/ 1 h 425"/>
                <a:gd name="T62" fmla="*/ 0 w 246"/>
                <a:gd name="T63" fmla="*/ 1 h 425"/>
                <a:gd name="T64" fmla="*/ 0 w 246"/>
                <a:gd name="T65" fmla="*/ 1 h 425"/>
                <a:gd name="T66" fmla="*/ 0 w 246"/>
                <a:gd name="T67" fmla="*/ 0 h 425"/>
                <a:gd name="T68" fmla="*/ 0 w 246"/>
                <a:gd name="T69" fmla="*/ 0 h 425"/>
                <a:gd name="T70" fmla="*/ 0 w 246"/>
                <a:gd name="T71" fmla="*/ 0 h 425"/>
                <a:gd name="T72" fmla="*/ 0 w 246"/>
                <a:gd name="T73" fmla="*/ 0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5"/>
                <a:gd name="T113" fmla="*/ 246 w 246"/>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5">
                  <a:moveTo>
                    <a:pt x="0" y="0"/>
                  </a:moveTo>
                  <a:lnTo>
                    <a:pt x="0" y="0"/>
                  </a:lnTo>
                  <a:lnTo>
                    <a:pt x="2" y="43"/>
                  </a:lnTo>
                  <a:lnTo>
                    <a:pt x="5" y="86"/>
                  </a:lnTo>
                  <a:lnTo>
                    <a:pt x="11" y="126"/>
                  </a:lnTo>
                  <a:lnTo>
                    <a:pt x="19" y="163"/>
                  </a:lnTo>
                  <a:lnTo>
                    <a:pt x="30" y="202"/>
                  </a:lnTo>
                  <a:lnTo>
                    <a:pt x="41" y="236"/>
                  </a:lnTo>
                  <a:lnTo>
                    <a:pt x="55" y="269"/>
                  </a:lnTo>
                  <a:lnTo>
                    <a:pt x="73" y="299"/>
                  </a:lnTo>
                  <a:lnTo>
                    <a:pt x="89" y="326"/>
                  </a:lnTo>
                  <a:lnTo>
                    <a:pt x="108" y="351"/>
                  </a:lnTo>
                  <a:lnTo>
                    <a:pt x="128" y="373"/>
                  </a:lnTo>
                  <a:lnTo>
                    <a:pt x="150" y="391"/>
                  </a:lnTo>
                  <a:lnTo>
                    <a:pt x="171" y="406"/>
                  </a:lnTo>
                  <a:lnTo>
                    <a:pt x="196" y="417"/>
                  </a:lnTo>
                  <a:lnTo>
                    <a:pt x="221" y="422"/>
                  </a:lnTo>
                  <a:lnTo>
                    <a:pt x="246" y="425"/>
                  </a:lnTo>
                  <a:lnTo>
                    <a:pt x="246" y="413"/>
                  </a:lnTo>
                  <a:lnTo>
                    <a:pt x="223" y="411"/>
                  </a:lnTo>
                  <a:lnTo>
                    <a:pt x="201" y="405"/>
                  </a:lnTo>
                  <a:lnTo>
                    <a:pt x="178" y="394"/>
                  </a:lnTo>
                  <a:lnTo>
                    <a:pt x="157" y="381"/>
                  </a:lnTo>
                  <a:lnTo>
                    <a:pt x="137" y="364"/>
                  </a:lnTo>
                  <a:lnTo>
                    <a:pt x="117" y="344"/>
                  </a:lnTo>
                  <a:lnTo>
                    <a:pt x="99" y="319"/>
                  </a:lnTo>
                  <a:lnTo>
                    <a:pt x="82" y="292"/>
                  </a:lnTo>
                  <a:lnTo>
                    <a:pt x="67" y="264"/>
                  </a:lnTo>
                  <a:lnTo>
                    <a:pt x="53" y="231"/>
                  </a:lnTo>
                  <a:lnTo>
                    <a:pt x="41" y="197"/>
                  </a:lnTo>
                  <a:lnTo>
                    <a:pt x="31" y="161"/>
                  </a:lnTo>
                  <a:lnTo>
                    <a:pt x="23" y="123"/>
                  </a:lnTo>
                  <a:lnTo>
                    <a:pt x="17" y="84"/>
                  </a:lnTo>
                  <a:lnTo>
                    <a:pt x="13" y="4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9264" name="Freeform 76"/>
            <p:cNvSpPr>
              <a:spLocks/>
            </p:cNvSpPr>
            <p:nvPr/>
          </p:nvSpPr>
          <p:spPr bwMode="auto">
            <a:xfrm>
              <a:off x="1502" y="1751"/>
              <a:ext cx="50" cy="85"/>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2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1" y="2"/>
                  </a:lnTo>
                  <a:lnTo>
                    <a:pt x="196" y="8"/>
                  </a:lnTo>
                  <a:lnTo>
                    <a:pt x="171" y="19"/>
                  </a:lnTo>
                  <a:lnTo>
                    <a:pt x="150" y="34"/>
                  </a:lnTo>
                  <a:lnTo>
                    <a:pt x="128" y="52"/>
                  </a:lnTo>
                  <a:lnTo>
                    <a:pt x="108" y="74"/>
                  </a:lnTo>
                  <a:lnTo>
                    <a:pt x="89" y="98"/>
                  </a:lnTo>
                  <a:lnTo>
                    <a:pt x="73" y="125"/>
                  </a:lnTo>
                  <a:lnTo>
                    <a:pt x="55" y="156"/>
                  </a:lnTo>
                  <a:lnTo>
                    <a:pt x="41" y="189"/>
                  </a:lnTo>
                  <a:lnTo>
                    <a:pt x="30" y="223"/>
                  </a:lnTo>
                  <a:lnTo>
                    <a:pt x="19" y="261"/>
                  </a:lnTo>
                  <a:lnTo>
                    <a:pt x="11" y="299"/>
                  </a:lnTo>
                  <a:lnTo>
                    <a:pt x="5" y="339"/>
                  </a:lnTo>
                  <a:lnTo>
                    <a:pt x="2" y="382"/>
                  </a:lnTo>
                  <a:lnTo>
                    <a:pt x="0" y="424"/>
                  </a:lnTo>
                  <a:lnTo>
                    <a:pt x="12" y="424"/>
                  </a:lnTo>
                  <a:lnTo>
                    <a:pt x="13" y="382"/>
                  </a:lnTo>
                  <a:lnTo>
                    <a:pt x="17" y="341"/>
                  </a:lnTo>
                  <a:lnTo>
                    <a:pt x="23" y="301"/>
                  </a:lnTo>
                  <a:lnTo>
                    <a:pt x="31" y="264"/>
                  </a:lnTo>
                  <a:lnTo>
                    <a:pt x="41" y="227"/>
                  </a:lnTo>
                  <a:lnTo>
                    <a:pt x="53" y="193"/>
                  </a:lnTo>
                  <a:lnTo>
                    <a:pt x="67" y="161"/>
                  </a:lnTo>
                  <a:lnTo>
                    <a:pt x="82" y="132"/>
                  </a:lnTo>
                  <a:lnTo>
                    <a:pt x="99" y="105"/>
                  </a:lnTo>
                  <a:lnTo>
                    <a:pt x="117" y="81"/>
                  </a:lnTo>
                  <a:lnTo>
                    <a:pt x="137" y="61"/>
                  </a:lnTo>
                  <a:lnTo>
                    <a:pt x="157" y="43"/>
                  </a:lnTo>
                  <a:lnTo>
                    <a:pt x="178" y="30"/>
                  </a:lnTo>
                  <a:lnTo>
                    <a:pt x="201" y="20"/>
                  </a:lnTo>
                  <a:lnTo>
                    <a:pt x="223" y="14"/>
                  </a:lnTo>
                  <a:lnTo>
                    <a:pt x="246" y="12"/>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9265" name="Freeform 77"/>
            <p:cNvSpPr>
              <a:spLocks/>
            </p:cNvSpPr>
            <p:nvPr/>
          </p:nvSpPr>
          <p:spPr bwMode="auto">
            <a:xfrm>
              <a:off x="1565" y="2016"/>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0" y="339"/>
                  </a:lnTo>
                  <a:lnTo>
                    <a:pt x="234" y="299"/>
                  </a:lnTo>
                  <a:lnTo>
                    <a:pt x="226" y="261"/>
                  </a:lnTo>
                  <a:lnTo>
                    <a:pt x="216" y="223"/>
                  </a:lnTo>
                  <a:lnTo>
                    <a:pt x="204" y="189"/>
                  </a:lnTo>
                  <a:lnTo>
                    <a:pt x="190" y="156"/>
                  </a:lnTo>
                  <a:lnTo>
                    <a:pt x="174" y="125"/>
                  </a:lnTo>
                  <a:lnTo>
                    <a:pt x="156" y="98"/>
                  </a:lnTo>
                  <a:lnTo>
                    <a:pt x="138" y="74"/>
                  </a:lnTo>
                  <a:lnTo>
                    <a:pt x="118" y="51"/>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9" y="81"/>
                  </a:lnTo>
                  <a:lnTo>
                    <a:pt x="147" y="105"/>
                  </a:lnTo>
                  <a:lnTo>
                    <a:pt x="164" y="132"/>
                  </a:lnTo>
                  <a:lnTo>
                    <a:pt x="178" y="160"/>
                  </a:lnTo>
                  <a:lnTo>
                    <a:pt x="192" y="193"/>
                  </a:lnTo>
                  <a:lnTo>
                    <a:pt x="204" y="227"/>
                  </a:lnTo>
                  <a:lnTo>
                    <a:pt x="215" y="264"/>
                  </a:lnTo>
                  <a:lnTo>
                    <a:pt x="223" y="301"/>
                  </a:lnTo>
                  <a:lnTo>
                    <a:pt x="229"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9266" name="Freeform 78"/>
            <p:cNvSpPr>
              <a:spLocks/>
            </p:cNvSpPr>
            <p:nvPr/>
          </p:nvSpPr>
          <p:spPr bwMode="auto">
            <a:xfrm>
              <a:off x="1565" y="2101"/>
              <a:ext cx="49" cy="85"/>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6" y="423"/>
                  </a:lnTo>
                  <a:lnTo>
                    <a:pt x="51" y="418"/>
                  </a:lnTo>
                  <a:lnTo>
                    <a:pt x="74" y="407"/>
                  </a:lnTo>
                  <a:lnTo>
                    <a:pt x="96" y="392"/>
                  </a:lnTo>
                  <a:lnTo>
                    <a:pt x="118" y="373"/>
                  </a:lnTo>
                  <a:lnTo>
                    <a:pt x="138" y="351"/>
                  </a:lnTo>
                  <a:lnTo>
                    <a:pt x="156" y="327"/>
                  </a:lnTo>
                  <a:lnTo>
                    <a:pt x="175" y="299"/>
                  </a:lnTo>
                  <a:lnTo>
                    <a:pt x="190" y="269"/>
                  </a:lnTo>
                  <a:lnTo>
                    <a:pt x="204" y="236"/>
                  </a:lnTo>
                  <a:lnTo>
                    <a:pt x="216" y="202"/>
                  </a:lnTo>
                  <a:lnTo>
                    <a:pt x="226" y="164"/>
                  </a:lnTo>
                  <a:lnTo>
                    <a:pt x="234" y="126"/>
                  </a:lnTo>
                  <a:lnTo>
                    <a:pt x="240" y="86"/>
                  </a:lnTo>
                  <a:lnTo>
                    <a:pt x="244" y="42"/>
                  </a:lnTo>
                  <a:lnTo>
                    <a:pt x="245" y="0"/>
                  </a:lnTo>
                  <a:lnTo>
                    <a:pt x="233" y="0"/>
                  </a:lnTo>
                  <a:lnTo>
                    <a:pt x="232" y="42"/>
                  </a:lnTo>
                  <a:lnTo>
                    <a:pt x="229" y="83"/>
                  </a:lnTo>
                  <a:lnTo>
                    <a:pt x="223" y="123"/>
                  </a:lnTo>
                  <a:lnTo>
                    <a:pt x="215" y="162"/>
                  </a:lnTo>
                  <a:lnTo>
                    <a:pt x="204" y="197"/>
                  </a:lnTo>
                  <a:lnTo>
                    <a:pt x="192" y="231"/>
                  </a:lnTo>
                  <a:lnTo>
                    <a:pt x="178" y="264"/>
                  </a:lnTo>
                  <a:lnTo>
                    <a:pt x="163" y="292"/>
                  </a:lnTo>
                  <a:lnTo>
                    <a:pt x="147" y="320"/>
                  </a:lnTo>
                  <a:lnTo>
                    <a:pt x="129" y="344"/>
                  </a:lnTo>
                  <a:lnTo>
                    <a:pt x="109" y="364"/>
                  </a:lnTo>
                  <a:lnTo>
                    <a:pt x="89" y="382"/>
                  </a:lnTo>
                  <a:lnTo>
                    <a:pt x="67" y="395"/>
                  </a:lnTo>
                  <a:lnTo>
                    <a:pt x="46" y="406"/>
                  </a:lnTo>
                  <a:lnTo>
                    <a:pt x="24"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9267" name="Freeform 79"/>
            <p:cNvSpPr>
              <a:spLocks/>
            </p:cNvSpPr>
            <p:nvPr/>
          </p:nvSpPr>
          <p:spPr bwMode="auto">
            <a:xfrm>
              <a:off x="1516" y="2101"/>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5" y="86"/>
                  </a:lnTo>
                  <a:lnTo>
                    <a:pt x="11" y="126"/>
                  </a:lnTo>
                  <a:lnTo>
                    <a:pt x="19" y="164"/>
                  </a:lnTo>
                  <a:lnTo>
                    <a:pt x="30" y="202"/>
                  </a:lnTo>
                  <a:lnTo>
                    <a:pt x="41" y="236"/>
                  </a:lnTo>
                  <a:lnTo>
                    <a:pt x="55" y="269"/>
                  </a:lnTo>
                  <a:lnTo>
                    <a:pt x="71" y="299"/>
                  </a:lnTo>
                  <a:lnTo>
                    <a:pt x="89" y="327"/>
                  </a:lnTo>
                  <a:lnTo>
                    <a:pt x="107" y="351"/>
                  </a:lnTo>
                  <a:lnTo>
                    <a:pt x="127" y="373"/>
                  </a:lnTo>
                  <a:lnTo>
                    <a:pt x="149" y="392"/>
                  </a:lnTo>
                  <a:lnTo>
                    <a:pt x="171" y="407"/>
                  </a:lnTo>
                  <a:lnTo>
                    <a:pt x="195" y="418"/>
                  </a:lnTo>
                  <a:lnTo>
                    <a:pt x="219" y="423"/>
                  </a:lnTo>
                  <a:lnTo>
                    <a:pt x="245" y="426"/>
                  </a:lnTo>
                  <a:lnTo>
                    <a:pt x="245" y="414"/>
                  </a:lnTo>
                  <a:lnTo>
                    <a:pt x="222" y="412"/>
                  </a:lnTo>
                  <a:lnTo>
                    <a:pt x="199" y="406"/>
                  </a:lnTo>
                  <a:lnTo>
                    <a:pt x="178" y="395"/>
                  </a:lnTo>
                  <a:lnTo>
                    <a:pt x="156" y="382"/>
                  </a:lnTo>
                  <a:lnTo>
                    <a:pt x="136" y="364"/>
                  </a:lnTo>
                  <a:lnTo>
                    <a:pt x="116" y="344"/>
                  </a:lnTo>
                  <a:lnTo>
                    <a:pt x="99" y="320"/>
                  </a:lnTo>
                  <a:lnTo>
                    <a:pt x="82" y="292"/>
                  </a:lnTo>
                  <a:lnTo>
                    <a:pt x="67" y="264"/>
                  </a:lnTo>
                  <a:lnTo>
                    <a:pt x="53" y="231"/>
                  </a:lnTo>
                  <a:lnTo>
                    <a:pt x="41" y="197"/>
                  </a:lnTo>
                  <a:lnTo>
                    <a:pt x="31" y="162"/>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79268" name="Freeform 80"/>
            <p:cNvSpPr>
              <a:spLocks/>
            </p:cNvSpPr>
            <p:nvPr/>
          </p:nvSpPr>
          <p:spPr bwMode="auto">
            <a:xfrm>
              <a:off x="1516" y="2016"/>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5" y="8"/>
                  </a:lnTo>
                  <a:lnTo>
                    <a:pt x="171" y="19"/>
                  </a:lnTo>
                  <a:lnTo>
                    <a:pt x="149" y="34"/>
                  </a:lnTo>
                  <a:lnTo>
                    <a:pt x="127" y="51"/>
                  </a:lnTo>
                  <a:lnTo>
                    <a:pt x="107" y="74"/>
                  </a:lnTo>
                  <a:lnTo>
                    <a:pt x="89" y="98"/>
                  </a:lnTo>
                  <a:lnTo>
                    <a:pt x="72" y="125"/>
                  </a:lnTo>
                  <a:lnTo>
                    <a:pt x="55" y="156"/>
                  </a:lnTo>
                  <a:lnTo>
                    <a:pt x="41" y="189"/>
                  </a:lnTo>
                  <a:lnTo>
                    <a:pt x="30" y="223"/>
                  </a:lnTo>
                  <a:lnTo>
                    <a:pt x="19" y="261"/>
                  </a:lnTo>
                  <a:lnTo>
                    <a:pt x="11" y="299"/>
                  </a:lnTo>
                  <a:lnTo>
                    <a:pt x="5" y="339"/>
                  </a:lnTo>
                  <a:lnTo>
                    <a:pt x="1" y="382"/>
                  </a:lnTo>
                  <a:lnTo>
                    <a:pt x="0" y="424"/>
                  </a:lnTo>
                  <a:lnTo>
                    <a:pt x="12" y="424"/>
                  </a:lnTo>
                  <a:lnTo>
                    <a:pt x="13" y="382"/>
                  </a:lnTo>
                  <a:lnTo>
                    <a:pt x="17" y="341"/>
                  </a:lnTo>
                  <a:lnTo>
                    <a:pt x="23" y="301"/>
                  </a:lnTo>
                  <a:lnTo>
                    <a:pt x="31" y="264"/>
                  </a:lnTo>
                  <a:lnTo>
                    <a:pt x="41" y="227"/>
                  </a:lnTo>
                  <a:lnTo>
                    <a:pt x="53" y="193"/>
                  </a:lnTo>
                  <a:lnTo>
                    <a:pt x="67" y="160"/>
                  </a:lnTo>
                  <a:lnTo>
                    <a:pt x="81" y="132"/>
                  </a:lnTo>
                  <a:lnTo>
                    <a:pt x="99" y="105"/>
                  </a:lnTo>
                  <a:lnTo>
                    <a:pt x="116" y="81"/>
                  </a:lnTo>
                  <a:lnTo>
                    <a:pt x="136" y="61"/>
                  </a:lnTo>
                  <a:lnTo>
                    <a:pt x="156" y="43"/>
                  </a:lnTo>
                  <a:lnTo>
                    <a:pt x="178" y="30"/>
                  </a:lnTo>
                  <a:lnTo>
                    <a:pt x="199" y="20"/>
                  </a:lnTo>
                  <a:lnTo>
                    <a:pt x="222"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grpSp>
        <p:nvGrpSpPr>
          <p:cNvPr id="179210" name="Group 81"/>
          <p:cNvGrpSpPr>
            <a:grpSpLocks/>
          </p:cNvGrpSpPr>
          <p:nvPr/>
        </p:nvGrpSpPr>
        <p:grpSpPr bwMode="auto">
          <a:xfrm rot="-223274">
            <a:off x="1995488" y="2768600"/>
            <a:ext cx="744537" cy="733425"/>
            <a:chOff x="2757" y="1666"/>
            <a:chExt cx="812" cy="800"/>
          </a:xfrm>
        </p:grpSpPr>
        <p:sp>
          <p:nvSpPr>
            <p:cNvPr id="179212" name="Freeform 82"/>
            <p:cNvSpPr>
              <a:spLocks/>
            </p:cNvSpPr>
            <p:nvPr/>
          </p:nvSpPr>
          <p:spPr bwMode="auto">
            <a:xfrm>
              <a:off x="2762" y="1667"/>
              <a:ext cx="807" cy="584"/>
            </a:xfrm>
            <a:custGeom>
              <a:avLst/>
              <a:gdLst>
                <a:gd name="T0" fmla="*/ 497 w 807"/>
                <a:gd name="T1" fmla="*/ 583 h 584"/>
                <a:gd name="T2" fmla="*/ 0 w 807"/>
                <a:gd name="T3" fmla="*/ 452 h 584"/>
                <a:gd name="T4" fmla="*/ 337 w 807"/>
                <a:gd name="T5" fmla="*/ 0 h 584"/>
                <a:gd name="T6" fmla="*/ 806 w 807"/>
                <a:gd name="T7" fmla="*/ 98 h 584"/>
                <a:gd name="T8" fmla="*/ 497 w 807"/>
                <a:gd name="T9" fmla="*/ 583 h 584"/>
                <a:gd name="T10" fmla="*/ 0 60000 65536"/>
                <a:gd name="T11" fmla="*/ 0 60000 65536"/>
                <a:gd name="T12" fmla="*/ 0 60000 65536"/>
                <a:gd name="T13" fmla="*/ 0 60000 65536"/>
                <a:gd name="T14" fmla="*/ 0 60000 65536"/>
                <a:gd name="T15" fmla="*/ 0 w 807"/>
                <a:gd name="T16" fmla="*/ 0 h 584"/>
                <a:gd name="T17" fmla="*/ 807 w 807"/>
                <a:gd name="T18" fmla="*/ 584 h 584"/>
              </a:gdLst>
              <a:ahLst/>
              <a:cxnLst>
                <a:cxn ang="T10">
                  <a:pos x="T0" y="T1"/>
                </a:cxn>
                <a:cxn ang="T11">
                  <a:pos x="T2" y="T3"/>
                </a:cxn>
                <a:cxn ang="T12">
                  <a:pos x="T4" y="T5"/>
                </a:cxn>
                <a:cxn ang="T13">
                  <a:pos x="T6" y="T7"/>
                </a:cxn>
                <a:cxn ang="T14">
                  <a:pos x="T8" y="T9"/>
                </a:cxn>
              </a:cxnLst>
              <a:rect l="T15" t="T16" r="T17" b="T18"/>
              <a:pathLst>
                <a:path w="807" h="584">
                  <a:moveTo>
                    <a:pt x="497" y="583"/>
                  </a:moveTo>
                  <a:lnTo>
                    <a:pt x="0" y="452"/>
                  </a:lnTo>
                  <a:lnTo>
                    <a:pt x="337" y="0"/>
                  </a:lnTo>
                  <a:lnTo>
                    <a:pt x="806" y="98"/>
                  </a:lnTo>
                  <a:lnTo>
                    <a:pt x="497" y="583"/>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179213" name="Freeform 83"/>
            <p:cNvSpPr>
              <a:spLocks/>
            </p:cNvSpPr>
            <p:nvPr/>
          </p:nvSpPr>
          <p:spPr bwMode="auto">
            <a:xfrm>
              <a:off x="2882" y="1861"/>
              <a:ext cx="578" cy="384"/>
            </a:xfrm>
            <a:custGeom>
              <a:avLst/>
              <a:gdLst>
                <a:gd name="T0" fmla="*/ 377 w 578"/>
                <a:gd name="T1" fmla="*/ 383 h 384"/>
                <a:gd name="T2" fmla="*/ 0 w 578"/>
                <a:gd name="T3" fmla="*/ 291 h 384"/>
                <a:gd name="T4" fmla="*/ 217 w 578"/>
                <a:gd name="T5" fmla="*/ 0 h 384"/>
                <a:gd name="T6" fmla="*/ 577 w 578"/>
                <a:gd name="T7" fmla="*/ 74 h 384"/>
                <a:gd name="T8" fmla="*/ 377 w 578"/>
                <a:gd name="T9" fmla="*/ 383 h 384"/>
                <a:gd name="T10" fmla="*/ 0 60000 65536"/>
                <a:gd name="T11" fmla="*/ 0 60000 65536"/>
                <a:gd name="T12" fmla="*/ 0 60000 65536"/>
                <a:gd name="T13" fmla="*/ 0 60000 65536"/>
                <a:gd name="T14" fmla="*/ 0 60000 65536"/>
                <a:gd name="T15" fmla="*/ 0 w 578"/>
                <a:gd name="T16" fmla="*/ 0 h 384"/>
                <a:gd name="T17" fmla="*/ 578 w 578"/>
                <a:gd name="T18" fmla="*/ 384 h 384"/>
              </a:gdLst>
              <a:ahLst/>
              <a:cxnLst>
                <a:cxn ang="T10">
                  <a:pos x="T0" y="T1"/>
                </a:cxn>
                <a:cxn ang="T11">
                  <a:pos x="T2" y="T3"/>
                </a:cxn>
                <a:cxn ang="T12">
                  <a:pos x="T4" y="T5"/>
                </a:cxn>
                <a:cxn ang="T13">
                  <a:pos x="T6" y="T7"/>
                </a:cxn>
                <a:cxn ang="T14">
                  <a:pos x="T8" y="T9"/>
                </a:cxn>
              </a:cxnLst>
              <a:rect l="T15" t="T16" r="T17" b="T18"/>
              <a:pathLst>
                <a:path w="578" h="384">
                  <a:moveTo>
                    <a:pt x="377" y="383"/>
                  </a:moveTo>
                  <a:lnTo>
                    <a:pt x="0" y="291"/>
                  </a:lnTo>
                  <a:lnTo>
                    <a:pt x="217" y="0"/>
                  </a:lnTo>
                  <a:lnTo>
                    <a:pt x="577" y="74"/>
                  </a:lnTo>
                  <a:lnTo>
                    <a:pt x="377" y="383"/>
                  </a:lnTo>
                </a:path>
              </a:pathLst>
            </a:custGeom>
            <a:solidFill>
              <a:srgbClr val="E22B00"/>
            </a:solidFill>
            <a:ln>
              <a:noFill/>
            </a:ln>
            <a:extLst>
              <a:ext uri="{91240B29-F687-4F45-9708-019B960494DF}">
                <a14:hiddenLine xmlns:a14="http://schemas.microsoft.com/office/drawing/2010/main" w="12700" cap="rnd" cmpd="sng">
                  <a:solidFill>
                    <a:srgbClr val="000000"/>
                  </a:solidFill>
                  <a:prstDash val="solid"/>
                  <a:round/>
                  <a:headEnd type="none" w="med" len="med"/>
                  <a:tailEnd type="none" w="med" len="med"/>
                </a14:hiddenLine>
              </a:ext>
            </a:extLst>
          </p:spPr>
          <p:txBody>
            <a:bodyPr/>
            <a:lstStyle/>
            <a:p>
              <a:endParaRPr lang="fr-FR"/>
            </a:p>
          </p:txBody>
        </p:sp>
        <p:sp>
          <p:nvSpPr>
            <p:cNvPr id="179214" name="Line 84"/>
            <p:cNvSpPr>
              <a:spLocks noChangeShapeType="1"/>
            </p:cNvSpPr>
            <p:nvPr/>
          </p:nvSpPr>
          <p:spPr bwMode="auto">
            <a:xfrm>
              <a:off x="3102" y="1862"/>
              <a:ext cx="352" cy="7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fr-FR"/>
            </a:p>
          </p:txBody>
        </p:sp>
        <p:sp>
          <p:nvSpPr>
            <p:cNvPr id="179215" name="Freeform 85"/>
            <p:cNvSpPr>
              <a:spLocks/>
            </p:cNvSpPr>
            <p:nvPr/>
          </p:nvSpPr>
          <p:spPr bwMode="auto">
            <a:xfrm>
              <a:off x="2762" y="1666"/>
              <a:ext cx="337" cy="485"/>
            </a:xfrm>
            <a:custGeom>
              <a:avLst/>
              <a:gdLst>
                <a:gd name="T0" fmla="*/ 336 w 337"/>
                <a:gd name="T1" fmla="*/ 194 h 485"/>
                <a:gd name="T2" fmla="*/ 118 w 337"/>
                <a:gd name="T3" fmla="*/ 484 h 485"/>
                <a:gd name="T4" fmla="*/ 0 w 337"/>
                <a:gd name="T5" fmla="*/ 452 h 485"/>
                <a:gd name="T6" fmla="*/ 336 w 337"/>
                <a:gd name="T7" fmla="*/ 0 h 485"/>
                <a:gd name="T8" fmla="*/ 336 w 337"/>
                <a:gd name="T9" fmla="*/ 152 h 485"/>
                <a:gd name="T10" fmla="*/ 336 w 337"/>
                <a:gd name="T11" fmla="*/ 194 h 485"/>
                <a:gd name="T12" fmla="*/ 0 60000 65536"/>
                <a:gd name="T13" fmla="*/ 0 60000 65536"/>
                <a:gd name="T14" fmla="*/ 0 60000 65536"/>
                <a:gd name="T15" fmla="*/ 0 60000 65536"/>
                <a:gd name="T16" fmla="*/ 0 60000 65536"/>
                <a:gd name="T17" fmla="*/ 0 60000 65536"/>
                <a:gd name="T18" fmla="*/ 0 w 337"/>
                <a:gd name="T19" fmla="*/ 0 h 485"/>
                <a:gd name="T20" fmla="*/ 337 w 337"/>
                <a:gd name="T21" fmla="*/ 485 h 485"/>
              </a:gdLst>
              <a:ahLst/>
              <a:cxnLst>
                <a:cxn ang="T12">
                  <a:pos x="T0" y="T1"/>
                </a:cxn>
                <a:cxn ang="T13">
                  <a:pos x="T2" y="T3"/>
                </a:cxn>
                <a:cxn ang="T14">
                  <a:pos x="T4" y="T5"/>
                </a:cxn>
                <a:cxn ang="T15">
                  <a:pos x="T6" y="T7"/>
                </a:cxn>
                <a:cxn ang="T16">
                  <a:pos x="T8" y="T9"/>
                </a:cxn>
                <a:cxn ang="T17">
                  <a:pos x="T10" y="T11"/>
                </a:cxn>
              </a:cxnLst>
              <a:rect l="T18" t="T19" r="T20" b="T21"/>
              <a:pathLst>
                <a:path w="337" h="485">
                  <a:moveTo>
                    <a:pt x="336" y="194"/>
                  </a:moveTo>
                  <a:lnTo>
                    <a:pt x="118" y="484"/>
                  </a:lnTo>
                  <a:lnTo>
                    <a:pt x="0" y="452"/>
                  </a:lnTo>
                  <a:lnTo>
                    <a:pt x="336" y="0"/>
                  </a:lnTo>
                  <a:lnTo>
                    <a:pt x="336" y="152"/>
                  </a:lnTo>
                  <a:lnTo>
                    <a:pt x="336" y="194"/>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179216" name="Freeform 86"/>
            <p:cNvSpPr>
              <a:spLocks/>
            </p:cNvSpPr>
            <p:nvPr/>
          </p:nvSpPr>
          <p:spPr bwMode="auto">
            <a:xfrm>
              <a:off x="2757" y="2124"/>
              <a:ext cx="509" cy="339"/>
            </a:xfrm>
            <a:custGeom>
              <a:avLst/>
              <a:gdLst>
                <a:gd name="T0" fmla="*/ 0 w 506"/>
                <a:gd name="T1" fmla="*/ 0 h 345"/>
                <a:gd name="T2" fmla="*/ 1 w 506"/>
                <a:gd name="T3" fmla="*/ 198 h 345"/>
                <a:gd name="T4" fmla="*/ 514 w 506"/>
                <a:gd name="T5" fmla="*/ 326 h 345"/>
                <a:gd name="T6" fmla="*/ 513 w 506"/>
                <a:gd name="T7" fmla="*/ 124 h 345"/>
                <a:gd name="T8" fmla="*/ 0 60000 65536"/>
                <a:gd name="T9" fmla="*/ 0 60000 65536"/>
                <a:gd name="T10" fmla="*/ 0 60000 65536"/>
                <a:gd name="T11" fmla="*/ 0 60000 65536"/>
                <a:gd name="T12" fmla="*/ 0 w 506"/>
                <a:gd name="T13" fmla="*/ 0 h 345"/>
                <a:gd name="T14" fmla="*/ 506 w 506"/>
                <a:gd name="T15" fmla="*/ 345 h 345"/>
              </a:gdLst>
              <a:ahLst/>
              <a:cxnLst>
                <a:cxn ang="T8">
                  <a:pos x="T0" y="T1"/>
                </a:cxn>
                <a:cxn ang="T9">
                  <a:pos x="T2" y="T3"/>
                </a:cxn>
                <a:cxn ang="T10">
                  <a:pos x="T4" y="T5"/>
                </a:cxn>
                <a:cxn ang="T11">
                  <a:pos x="T6" y="T7"/>
                </a:cxn>
              </a:cxnLst>
              <a:rect l="T12" t="T13" r="T14" b="T15"/>
              <a:pathLst>
                <a:path w="506" h="345">
                  <a:moveTo>
                    <a:pt x="0" y="0"/>
                  </a:moveTo>
                  <a:lnTo>
                    <a:pt x="1" y="209"/>
                  </a:lnTo>
                  <a:lnTo>
                    <a:pt x="505" y="344"/>
                  </a:lnTo>
                  <a:lnTo>
                    <a:pt x="504" y="130"/>
                  </a:lnTo>
                </a:path>
              </a:pathLst>
            </a:custGeom>
            <a:solidFill>
              <a:srgbClr val="FC2C1C"/>
            </a:solidFill>
            <a:ln w="12700" cap="rnd" cmpd="sng">
              <a:solidFill>
                <a:schemeClr val="bg2"/>
              </a:solidFill>
              <a:prstDash val="solid"/>
              <a:round/>
              <a:headEnd type="none" w="med" len="med"/>
              <a:tailEnd type="none" w="med" len="med"/>
            </a:ln>
          </p:spPr>
          <p:txBody>
            <a:bodyPr/>
            <a:lstStyle/>
            <a:p>
              <a:endParaRPr lang="fr-FR"/>
            </a:p>
          </p:txBody>
        </p:sp>
        <p:sp>
          <p:nvSpPr>
            <p:cNvPr id="179217" name="AutoShape 87"/>
            <p:cNvSpPr>
              <a:spLocks noChangeArrowheads="1"/>
            </p:cNvSpPr>
            <p:nvPr/>
          </p:nvSpPr>
          <p:spPr bwMode="auto">
            <a:xfrm rot="16200000" flipH="1">
              <a:off x="3067" y="1967"/>
              <a:ext cx="693" cy="306"/>
            </a:xfrm>
            <a:prstGeom prst="parallelogram">
              <a:avLst>
                <a:gd name="adj" fmla="val 156202"/>
              </a:avLst>
            </a:prstGeom>
            <a:solidFill>
              <a:srgbClr val="FC2C1C"/>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sp>
        <p:nvSpPr>
          <p:cNvPr id="179211" name="Text Box 130"/>
          <p:cNvSpPr txBox="1">
            <a:spLocks noChangeArrowheads="1"/>
          </p:cNvSpPr>
          <p:nvPr/>
        </p:nvSpPr>
        <p:spPr bwMode="auto">
          <a:xfrm>
            <a:off x="604838" y="5259388"/>
            <a:ext cx="6543675" cy="4429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eaLnBrk="1" hangingPunct="1">
              <a:spcBef>
                <a:spcPct val="0"/>
              </a:spcBef>
              <a:buFontTx/>
              <a:buNone/>
            </a:pPr>
            <a:r>
              <a:rPr lang="fr-FR" altLang="fr-FR" sz="2300"/>
              <a:t>4. Pointez la production sur votre feuille de suivi</a:t>
            </a:r>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80227" name="Group 3"/>
          <p:cNvGrpSpPr>
            <a:grpSpLocks/>
          </p:cNvGrpSpPr>
          <p:nvPr/>
        </p:nvGrpSpPr>
        <p:grpSpPr bwMode="auto">
          <a:xfrm>
            <a:off x="7073900" y="215900"/>
            <a:ext cx="1878013" cy="1250950"/>
            <a:chOff x="4456" y="136"/>
            <a:chExt cx="1183" cy="788"/>
          </a:xfrm>
        </p:grpSpPr>
        <p:grpSp>
          <p:nvGrpSpPr>
            <p:cNvPr id="180295" name="Group 4"/>
            <p:cNvGrpSpPr>
              <a:grpSpLocks/>
            </p:cNvGrpSpPr>
            <p:nvPr/>
          </p:nvGrpSpPr>
          <p:grpSpPr bwMode="auto">
            <a:xfrm>
              <a:off x="4766" y="232"/>
              <a:ext cx="873" cy="692"/>
              <a:chOff x="2185" y="310"/>
              <a:chExt cx="873" cy="692"/>
            </a:xfrm>
          </p:grpSpPr>
          <p:sp>
            <p:nvSpPr>
              <p:cNvPr id="180306" name="Freeform 5"/>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accent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0307" name="Freeform 6"/>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0308" name="Freeform 7"/>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0309" name="Freeform 8"/>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0310" name="Freeform 9"/>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0311" name="Freeform 10"/>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0312" name="Freeform 11"/>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grpSp>
          <p:nvGrpSpPr>
            <p:cNvPr id="180296" name="Group 12"/>
            <p:cNvGrpSpPr>
              <a:grpSpLocks/>
            </p:cNvGrpSpPr>
            <p:nvPr/>
          </p:nvGrpSpPr>
          <p:grpSpPr bwMode="auto">
            <a:xfrm>
              <a:off x="4949" y="336"/>
              <a:ext cx="591" cy="468"/>
              <a:chOff x="2185" y="310"/>
              <a:chExt cx="873" cy="692"/>
            </a:xfrm>
          </p:grpSpPr>
          <p:sp>
            <p:nvSpPr>
              <p:cNvPr id="180299" name="Freeform 13"/>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0300" name="Freeform 14"/>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0301" name="Freeform 15"/>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0302" name="Freeform 16"/>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0303" name="Freeform 17"/>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0304" name="Freeform 18"/>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0305" name="Freeform 19"/>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pic>
          <p:nvPicPr>
            <p:cNvPr id="180297" name="Picture 20"/>
            <p:cNvPicPr>
              <a:picLocks noChangeAspect="1" noChangeArrowheads="1"/>
            </p:cNvPicPr>
            <p:nvPr/>
          </p:nvPicPr>
          <p:blipFill>
            <a:blip r:embed="rId3" cstate="print">
              <a:extLst>
                <a:ext uri="{28A0092B-C50C-407E-A947-70E740481C1C}">
                  <a14:useLocalDpi xmlns:a14="http://schemas.microsoft.com/office/drawing/2010/main" val="0"/>
                </a:ext>
              </a:extLst>
            </a:blip>
            <a:srcRect l="-4282" t="-4369" r="-5199" b="-12012"/>
            <a:stretch>
              <a:fillRect/>
            </a:stretch>
          </p:blipFill>
          <p:spPr bwMode="auto">
            <a:xfrm>
              <a:off x="4456" y="136"/>
              <a:ext cx="480" cy="5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80298" name="Text Box 21"/>
            <p:cNvSpPr txBox="1">
              <a:spLocks noChangeArrowheads="1"/>
            </p:cNvSpPr>
            <p:nvPr/>
          </p:nvSpPr>
          <p:spPr bwMode="auto">
            <a:xfrm>
              <a:off x="5066" y="314"/>
              <a:ext cx="356" cy="49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4500" b="1">
                  <a:solidFill>
                    <a:srgbClr val="FF0000"/>
                  </a:solidFill>
                  <a:latin typeface="Arial Black" pitchFamily="34" charset="0"/>
                </a:rPr>
                <a:t>3</a:t>
              </a:r>
              <a:endParaRPr lang="fr-FR" altLang="fr-FR" sz="3200">
                <a:solidFill>
                  <a:schemeClr val="tx1"/>
                </a:solidFill>
                <a:latin typeface="Arial Black" pitchFamily="34" charset="0"/>
              </a:endParaRPr>
            </a:p>
          </p:txBody>
        </p:sp>
      </p:grpSp>
      <p:sp>
        <p:nvSpPr>
          <p:cNvPr id="180228" name="Text Box 22"/>
          <p:cNvSpPr txBox="1">
            <a:spLocks noChangeArrowheads="1"/>
          </p:cNvSpPr>
          <p:nvPr/>
        </p:nvSpPr>
        <p:spPr bwMode="auto">
          <a:xfrm>
            <a:off x="1938338" y="3533775"/>
            <a:ext cx="828675"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a:spcBef>
                <a:spcPct val="0"/>
              </a:spcBef>
              <a:buFontTx/>
              <a:buNone/>
            </a:pPr>
            <a:r>
              <a:rPr lang="fr-FR" altLang="fr-FR" sz="2400">
                <a:solidFill>
                  <a:srgbClr val="FC2C1C"/>
                </a:solidFill>
              </a:rPr>
              <a:t>1 R3</a:t>
            </a:r>
          </a:p>
        </p:txBody>
      </p:sp>
      <p:sp>
        <p:nvSpPr>
          <p:cNvPr id="180229" name="Rectangle 23"/>
          <p:cNvSpPr>
            <a:spLocks noGrp="1" noChangeArrowheads="1"/>
          </p:cNvSpPr>
          <p:nvPr>
            <p:ph type="title"/>
          </p:nvPr>
        </p:nvSpPr>
        <p:spPr>
          <a:xfrm>
            <a:off x="611188" y="0"/>
            <a:ext cx="6388100" cy="647700"/>
          </a:xfrm>
        </p:spPr>
        <p:txBody>
          <a:bodyPr/>
          <a:lstStyle/>
          <a:p>
            <a:pPr eaLnBrk="1" hangingPunct="1"/>
            <a:r>
              <a:rPr lang="fr-FR" altLang="fr-FR"/>
              <a:t>Sem. 4 - Lundi</a:t>
            </a:r>
          </a:p>
        </p:txBody>
      </p:sp>
      <p:sp>
        <p:nvSpPr>
          <p:cNvPr id="180230" name="Text Box 24"/>
          <p:cNvSpPr txBox="1">
            <a:spLocks noChangeArrowheads="1"/>
          </p:cNvSpPr>
          <p:nvPr/>
        </p:nvSpPr>
        <p:spPr bwMode="auto">
          <a:xfrm>
            <a:off x="574675" y="2030413"/>
            <a:ext cx="3557588"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2. Livrez les commandes</a:t>
            </a:r>
          </a:p>
        </p:txBody>
      </p:sp>
      <p:sp>
        <p:nvSpPr>
          <p:cNvPr id="180231" name="Text Box 25"/>
          <p:cNvSpPr txBox="1">
            <a:spLocks noChangeArrowheads="1"/>
          </p:cNvSpPr>
          <p:nvPr/>
        </p:nvSpPr>
        <p:spPr bwMode="auto">
          <a:xfrm>
            <a:off x="566738" y="1154113"/>
            <a:ext cx="1946275"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1. Tirez le dé</a:t>
            </a:r>
          </a:p>
        </p:txBody>
      </p:sp>
      <p:sp>
        <p:nvSpPr>
          <p:cNvPr id="180232" name="Text Box 26"/>
          <p:cNvSpPr txBox="1">
            <a:spLocks noChangeArrowheads="1"/>
          </p:cNvSpPr>
          <p:nvPr/>
        </p:nvSpPr>
        <p:spPr bwMode="auto">
          <a:xfrm>
            <a:off x="579438" y="4316413"/>
            <a:ext cx="18796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3. Produisez</a:t>
            </a:r>
          </a:p>
        </p:txBody>
      </p:sp>
      <p:grpSp>
        <p:nvGrpSpPr>
          <p:cNvPr id="180233" name="Group 27"/>
          <p:cNvGrpSpPr>
            <a:grpSpLocks/>
          </p:cNvGrpSpPr>
          <p:nvPr/>
        </p:nvGrpSpPr>
        <p:grpSpPr bwMode="auto">
          <a:xfrm>
            <a:off x="2843213" y="1106488"/>
            <a:ext cx="446087" cy="534987"/>
            <a:chOff x="868" y="1439"/>
            <a:chExt cx="811" cy="972"/>
          </a:xfrm>
        </p:grpSpPr>
        <p:sp>
          <p:nvSpPr>
            <p:cNvPr id="180244" name="Freeform 28"/>
            <p:cNvSpPr>
              <a:spLocks/>
            </p:cNvSpPr>
            <p:nvPr/>
          </p:nvSpPr>
          <p:spPr bwMode="auto">
            <a:xfrm>
              <a:off x="1548" y="2014"/>
              <a:ext cx="123" cy="100"/>
            </a:xfrm>
            <a:custGeom>
              <a:avLst/>
              <a:gdLst>
                <a:gd name="T0" fmla="*/ 5 w 618"/>
                <a:gd name="T1" fmla="*/ 0 h 502"/>
                <a:gd name="T2" fmla="*/ 5 w 618"/>
                <a:gd name="T3" fmla="*/ 0 h 502"/>
                <a:gd name="T4" fmla="*/ 0 w 618"/>
                <a:gd name="T5" fmla="*/ 4 h 502"/>
                <a:gd name="T6" fmla="*/ 0 w 618"/>
                <a:gd name="T7" fmla="*/ 4 h 502"/>
                <a:gd name="T8" fmla="*/ 5 w 618"/>
                <a:gd name="T9" fmla="*/ 0 h 502"/>
                <a:gd name="T10" fmla="*/ 5 w 618"/>
                <a:gd name="T11" fmla="*/ 0 h 502"/>
                <a:gd name="T12" fmla="*/ 5 w 618"/>
                <a:gd name="T13" fmla="*/ 0 h 502"/>
                <a:gd name="T14" fmla="*/ 5 w 618"/>
                <a:gd name="T15" fmla="*/ 0 h 502"/>
                <a:gd name="T16" fmla="*/ 5 w 618"/>
                <a:gd name="T17" fmla="*/ 0 h 502"/>
                <a:gd name="T18" fmla="*/ 5 w 618"/>
                <a:gd name="T19" fmla="*/ 0 h 502"/>
                <a:gd name="T20" fmla="*/ 5 w 618"/>
                <a:gd name="T21" fmla="*/ 0 h 502"/>
                <a:gd name="T22" fmla="*/ 5 w 618"/>
                <a:gd name="T23" fmla="*/ 0 h 502"/>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618"/>
                <a:gd name="T37" fmla="*/ 0 h 502"/>
                <a:gd name="T38" fmla="*/ 618 w 618"/>
                <a:gd name="T39" fmla="*/ 502 h 502"/>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618" h="502">
                  <a:moveTo>
                    <a:pt x="611" y="0"/>
                  </a:moveTo>
                  <a:lnTo>
                    <a:pt x="606" y="2"/>
                  </a:lnTo>
                  <a:lnTo>
                    <a:pt x="0" y="490"/>
                  </a:lnTo>
                  <a:lnTo>
                    <a:pt x="10" y="502"/>
                  </a:lnTo>
                  <a:lnTo>
                    <a:pt x="616" y="14"/>
                  </a:lnTo>
                  <a:lnTo>
                    <a:pt x="611" y="16"/>
                  </a:lnTo>
                  <a:lnTo>
                    <a:pt x="616" y="14"/>
                  </a:lnTo>
                  <a:lnTo>
                    <a:pt x="618" y="9"/>
                  </a:lnTo>
                  <a:lnTo>
                    <a:pt x="617" y="3"/>
                  </a:lnTo>
                  <a:lnTo>
                    <a:pt x="612" y="1"/>
                  </a:lnTo>
                  <a:lnTo>
                    <a:pt x="606" y="2"/>
                  </a:lnTo>
                  <a:lnTo>
                    <a:pt x="611"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0245" name="Freeform 29"/>
            <p:cNvSpPr>
              <a:spLocks/>
            </p:cNvSpPr>
            <p:nvPr/>
          </p:nvSpPr>
          <p:spPr bwMode="auto">
            <a:xfrm>
              <a:off x="876" y="1852"/>
              <a:ext cx="82" cy="373"/>
            </a:xfrm>
            <a:custGeom>
              <a:avLst/>
              <a:gdLst>
                <a:gd name="T0" fmla="*/ 3 w 413"/>
                <a:gd name="T1" fmla="*/ 15 h 1865"/>
                <a:gd name="T2" fmla="*/ 3 w 413"/>
                <a:gd name="T3" fmla="*/ 15 h 1865"/>
                <a:gd name="T4" fmla="*/ 0 w 413"/>
                <a:gd name="T5" fmla="*/ 0 h 1865"/>
                <a:gd name="T6" fmla="*/ 0 w 413"/>
                <a:gd name="T7" fmla="*/ 0 h 1865"/>
                <a:gd name="T8" fmla="*/ 3 w 413"/>
                <a:gd name="T9" fmla="*/ 15 h 1865"/>
                <a:gd name="T10" fmla="*/ 3 w 413"/>
                <a:gd name="T11" fmla="*/ 15 h 1865"/>
                <a:gd name="T12" fmla="*/ 3 w 413"/>
                <a:gd name="T13" fmla="*/ 15 h 1865"/>
                <a:gd name="T14" fmla="*/ 3 w 413"/>
                <a:gd name="T15" fmla="*/ 15 h 1865"/>
                <a:gd name="T16" fmla="*/ 3 w 413"/>
                <a:gd name="T17" fmla="*/ 15 h 1865"/>
                <a:gd name="T18" fmla="*/ 3 w 413"/>
                <a:gd name="T19" fmla="*/ 15 h 1865"/>
                <a:gd name="T20" fmla="*/ 3 w 413"/>
                <a:gd name="T21" fmla="*/ 15 h 1865"/>
                <a:gd name="T22" fmla="*/ 3 w 413"/>
                <a:gd name="T23" fmla="*/ 15 h 186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413"/>
                <a:gd name="T37" fmla="*/ 0 h 1865"/>
                <a:gd name="T38" fmla="*/ 413 w 413"/>
                <a:gd name="T39" fmla="*/ 1865 h 1865"/>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413" h="1865">
                  <a:moveTo>
                    <a:pt x="400" y="1864"/>
                  </a:moveTo>
                  <a:lnTo>
                    <a:pt x="413" y="1856"/>
                  </a:lnTo>
                  <a:lnTo>
                    <a:pt x="17" y="0"/>
                  </a:lnTo>
                  <a:lnTo>
                    <a:pt x="0" y="2"/>
                  </a:lnTo>
                  <a:lnTo>
                    <a:pt x="396" y="1858"/>
                  </a:lnTo>
                  <a:lnTo>
                    <a:pt x="409" y="1850"/>
                  </a:lnTo>
                  <a:lnTo>
                    <a:pt x="396" y="1858"/>
                  </a:lnTo>
                  <a:lnTo>
                    <a:pt x="400" y="1864"/>
                  </a:lnTo>
                  <a:lnTo>
                    <a:pt x="406" y="1865"/>
                  </a:lnTo>
                  <a:lnTo>
                    <a:pt x="410" y="1862"/>
                  </a:lnTo>
                  <a:lnTo>
                    <a:pt x="413" y="1856"/>
                  </a:lnTo>
                  <a:lnTo>
                    <a:pt x="400" y="186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0246" name="Freeform 30"/>
            <p:cNvSpPr>
              <a:spLocks/>
            </p:cNvSpPr>
            <p:nvPr/>
          </p:nvSpPr>
          <p:spPr bwMode="auto">
            <a:xfrm>
              <a:off x="1282" y="1533"/>
              <a:ext cx="35" cy="161"/>
            </a:xfrm>
            <a:custGeom>
              <a:avLst/>
              <a:gdLst>
                <a:gd name="T0" fmla="*/ 1 w 175"/>
                <a:gd name="T1" fmla="*/ 6 h 807"/>
                <a:gd name="T2" fmla="*/ 1 w 175"/>
                <a:gd name="T3" fmla="*/ 6 h 807"/>
                <a:gd name="T4" fmla="*/ 1 w 175"/>
                <a:gd name="T5" fmla="*/ 6 h 807"/>
                <a:gd name="T6" fmla="*/ 1 w 175"/>
                <a:gd name="T7" fmla="*/ 5 h 807"/>
                <a:gd name="T8" fmla="*/ 1 w 175"/>
                <a:gd name="T9" fmla="*/ 5 h 807"/>
                <a:gd name="T10" fmla="*/ 1 w 175"/>
                <a:gd name="T11" fmla="*/ 5 h 807"/>
                <a:gd name="T12" fmla="*/ 1 w 175"/>
                <a:gd name="T13" fmla="*/ 4 h 807"/>
                <a:gd name="T14" fmla="*/ 1 w 175"/>
                <a:gd name="T15" fmla="*/ 4 h 807"/>
                <a:gd name="T16" fmla="*/ 1 w 175"/>
                <a:gd name="T17" fmla="*/ 3 h 807"/>
                <a:gd name="T18" fmla="*/ 1 w 175"/>
                <a:gd name="T19" fmla="*/ 3 h 807"/>
                <a:gd name="T20" fmla="*/ 1 w 175"/>
                <a:gd name="T21" fmla="*/ 3 h 807"/>
                <a:gd name="T22" fmla="*/ 1 w 175"/>
                <a:gd name="T23" fmla="*/ 2 h 807"/>
                <a:gd name="T24" fmla="*/ 1 w 175"/>
                <a:gd name="T25" fmla="*/ 2 h 807"/>
                <a:gd name="T26" fmla="*/ 1 w 175"/>
                <a:gd name="T27" fmla="*/ 2 h 807"/>
                <a:gd name="T28" fmla="*/ 1 w 175"/>
                <a:gd name="T29" fmla="*/ 1 h 807"/>
                <a:gd name="T30" fmla="*/ 1 w 175"/>
                <a:gd name="T31" fmla="*/ 1 h 807"/>
                <a:gd name="T32" fmla="*/ 1 w 175"/>
                <a:gd name="T33" fmla="*/ 1 h 807"/>
                <a:gd name="T34" fmla="*/ 1 w 175"/>
                <a:gd name="T35" fmla="*/ 0 h 807"/>
                <a:gd name="T36" fmla="*/ 1 w 175"/>
                <a:gd name="T37" fmla="*/ 0 h 807"/>
                <a:gd name="T38" fmla="*/ 1 w 175"/>
                <a:gd name="T39" fmla="*/ 0 h 807"/>
                <a:gd name="T40" fmla="*/ 0 w 175"/>
                <a:gd name="T41" fmla="*/ 1 h 807"/>
                <a:gd name="T42" fmla="*/ 0 w 175"/>
                <a:gd name="T43" fmla="*/ 1 h 807"/>
                <a:gd name="T44" fmla="*/ 0 w 175"/>
                <a:gd name="T45" fmla="*/ 1 h 807"/>
                <a:gd name="T46" fmla="*/ 0 w 175"/>
                <a:gd name="T47" fmla="*/ 2 h 807"/>
                <a:gd name="T48" fmla="*/ 0 w 175"/>
                <a:gd name="T49" fmla="*/ 2 h 807"/>
                <a:gd name="T50" fmla="*/ 0 w 175"/>
                <a:gd name="T51" fmla="*/ 3 h 807"/>
                <a:gd name="T52" fmla="*/ 0 w 175"/>
                <a:gd name="T53" fmla="*/ 3 h 807"/>
                <a:gd name="T54" fmla="*/ 0 w 175"/>
                <a:gd name="T55" fmla="*/ 3 h 807"/>
                <a:gd name="T56" fmla="*/ 0 w 175"/>
                <a:gd name="T57" fmla="*/ 4 h 807"/>
                <a:gd name="T58" fmla="*/ 0 w 175"/>
                <a:gd name="T59" fmla="*/ 4 h 807"/>
                <a:gd name="T60" fmla="*/ 0 w 175"/>
                <a:gd name="T61" fmla="*/ 5 h 807"/>
                <a:gd name="T62" fmla="*/ 0 w 175"/>
                <a:gd name="T63" fmla="*/ 5 h 807"/>
                <a:gd name="T64" fmla="*/ 0 w 175"/>
                <a:gd name="T65" fmla="*/ 5 h 807"/>
                <a:gd name="T66" fmla="*/ 1 w 175"/>
                <a:gd name="T67" fmla="*/ 6 h 807"/>
                <a:gd name="T68" fmla="*/ 1 w 175"/>
                <a:gd name="T69" fmla="*/ 6 h 807"/>
                <a:gd name="T70" fmla="*/ 1 w 175"/>
                <a:gd name="T71" fmla="*/ 6 h 807"/>
                <a:gd name="T72" fmla="*/ 1 w 175"/>
                <a:gd name="T73" fmla="*/ 6 h 807"/>
                <a:gd name="T74" fmla="*/ 1 w 175"/>
                <a:gd name="T75" fmla="*/ 6 h 807"/>
                <a:gd name="T76" fmla="*/ 1 w 175"/>
                <a:gd name="T77" fmla="*/ 6 h 807"/>
                <a:gd name="T78" fmla="*/ 1 w 175"/>
                <a:gd name="T79" fmla="*/ 6 h 807"/>
                <a:gd name="T80" fmla="*/ 1 w 175"/>
                <a:gd name="T81" fmla="*/ 6 h 807"/>
                <a:gd name="T82" fmla="*/ 1 w 175"/>
                <a:gd name="T83" fmla="*/ 6 h 807"/>
                <a:gd name="T84" fmla="*/ 1 w 175"/>
                <a:gd name="T85" fmla="*/ 6 h 807"/>
                <a:gd name="T86" fmla="*/ 1 w 175"/>
                <a:gd name="T87" fmla="*/ 6 h 807"/>
                <a:gd name="T88" fmla="*/ 1 w 175"/>
                <a:gd name="T89" fmla="*/ 6 h 807"/>
                <a:gd name="T90" fmla="*/ 1 w 175"/>
                <a:gd name="T91" fmla="*/ 6 h 80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175"/>
                <a:gd name="T139" fmla="*/ 0 h 807"/>
                <a:gd name="T140" fmla="*/ 175 w 175"/>
                <a:gd name="T141" fmla="*/ 807 h 80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175" h="807">
                  <a:moveTo>
                    <a:pt x="169" y="740"/>
                  </a:moveTo>
                  <a:lnTo>
                    <a:pt x="169" y="739"/>
                  </a:lnTo>
                  <a:lnTo>
                    <a:pt x="149" y="698"/>
                  </a:lnTo>
                  <a:lnTo>
                    <a:pt x="133" y="656"/>
                  </a:lnTo>
                  <a:lnTo>
                    <a:pt x="120" y="611"/>
                  </a:lnTo>
                  <a:lnTo>
                    <a:pt x="108" y="565"/>
                  </a:lnTo>
                  <a:lnTo>
                    <a:pt x="100" y="520"/>
                  </a:lnTo>
                  <a:lnTo>
                    <a:pt x="96" y="472"/>
                  </a:lnTo>
                  <a:lnTo>
                    <a:pt x="93" y="425"/>
                  </a:lnTo>
                  <a:lnTo>
                    <a:pt x="93" y="377"/>
                  </a:lnTo>
                  <a:lnTo>
                    <a:pt x="96" y="330"/>
                  </a:lnTo>
                  <a:lnTo>
                    <a:pt x="100" y="283"/>
                  </a:lnTo>
                  <a:lnTo>
                    <a:pt x="106" y="238"/>
                  </a:lnTo>
                  <a:lnTo>
                    <a:pt x="115" y="195"/>
                  </a:lnTo>
                  <a:lnTo>
                    <a:pt x="126" y="153"/>
                  </a:lnTo>
                  <a:lnTo>
                    <a:pt x="139" y="114"/>
                  </a:lnTo>
                  <a:lnTo>
                    <a:pt x="153" y="77"/>
                  </a:lnTo>
                  <a:lnTo>
                    <a:pt x="169" y="43"/>
                  </a:lnTo>
                  <a:lnTo>
                    <a:pt x="87" y="0"/>
                  </a:lnTo>
                  <a:lnTo>
                    <a:pt x="69" y="39"/>
                  </a:lnTo>
                  <a:lnTo>
                    <a:pt x="52" y="81"/>
                  </a:lnTo>
                  <a:lnTo>
                    <a:pt x="37" y="127"/>
                  </a:lnTo>
                  <a:lnTo>
                    <a:pt x="24" y="174"/>
                  </a:lnTo>
                  <a:lnTo>
                    <a:pt x="15" y="222"/>
                  </a:lnTo>
                  <a:lnTo>
                    <a:pt x="7" y="271"/>
                  </a:lnTo>
                  <a:lnTo>
                    <a:pt x="2" y="323"/>
                  </a:lnTo>
                  <a:lnTo>
                    <a:pt x="0" y="374"/>
                  </a:lnTo>
                  <a:lnTo>
                    <a:pt x="0" y="427"/>
                  </a:lnTo>
                  <a:lnTo>
                    <a:pt x="2" y="479"/>
                  </a:lnTo>
                  <a:lnTo>
                    <a:pt x="9" y="531"/>
                  </a:lnTo>
                  <a:lnTo>
                    <a:pt x="17" y="584"/>
                  </a:lnTo>
                  <a:lnTo>
                    <a:pt x="29" y="635"/>
                  </a:lnTo>
                  <a:lnTo>
                    <a:pt x="44" y="686"/>
                  </a:lnTo>
                  <a:lnTo>
                    <a:pt x="65" y="736"/>
                  </a:lnTo>
                  <a:lnTo>
                    <a:pt x="87" y="784"/>
                  </a:lnTo>
                  <a:lnTo>
                    <a:pt x="87" y="782"/>
                  </a:lnTo>
                  <a:lnTo>
                    <a:pt x="87" y="784"/>
                  </a:lnTo>
                  <a:lnTo>
                    <a:pt x="100" y="799"/>
                  </a:lnTo>
                  <a:lnTo>
                    <a:pt x="117" y="807"/>
                  </a:lnTo>
                  <a:lnTo>
                    <a:pt x="134" y="807"/>
                  </a:lnTo>
                  <a:lnTo>
                    <a:pt x="151" y="801"/>
                  </a:lnTo>
                  <a:lnTo>
                    <a:pt x="164" y="791"/>
                  </a:lnTo>
                  <a:lnTo>
                    <a:pt x="173" y="777"/>
                  </a:lnTo>
                  <a:lnTo>
                    <a:pt x="175" y="759"/>
                  </a:lnTo>
                  <a:lnTo>
                    <a:pt x="169" y="739"/>
                  </a:lnTo>
                  <a:lnTo>
                    <a:pt x="169" y="74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0247" name="Freeform 31"/>
            <p:cNvSpPr>
              <a:spLocks/>
            </p:cNvSpPr>
            <p:nvPr/>
          </p:nvSpPr>
          <p:spPr bwMode="auto">
            <a:xfrm>
              <a:off x="1299" y="1681"/>
              <a:ext cx="157" cy="281"/>
            </a:xfrm>
            <a:custGeom>
              <a:avLst/>
              <a:gdLst>
                <a:gd name="T0" fmla="*/ 6 w 787"/>
                <a:gd name="T1" fmla="*/ 11 h 1404"/>
                <a:gd name="T2" fmla="*/ 6 w 787"/>
                <a:gd name="T3" fmla="*/ 11 h 1404"/>
                <a:gd name="T4" fmla="*/ 1 w 787"/>
                <a:gd name="T5" fmla="*/ 0 h 1404"/>
                <a:gd name="T6" fmla="*/ 0 w 787"/>
                <a:gd name="T7" fmla="*/ 0 h 1404"/>
                <a:gd name="T8" fmla="*/ 6 w 787"/>
                <a:gd name="T9" fmla="*/ 11 h 1404"/>
                <a:gd name="T10" fmla="*/ 6 w 787"/>
                <a:gd name="T11" fmla="*/ 11 h 1404"/>
                <a:gd name="T12" fmla="*/ 6 w 787"/>
                <a:gd name="T13" fmla="*/ 11 h 1404"/>
                <a:gd name="T14" fmla="*/ 6 w 787"/>
                <a:gd name="T15" fmla="*/ 11 h 1404"/>
                <a:gd name="T16" fmla="*/ 6 w 787"/>
                <a:gd name="T17" fmla="*/ 11 h 1404"/>
                <a:gd name="T18" fmla="*/ 6 w 787"/>
                <a:gd name="T19" fmla="*/ 11 h 1404"/>
                <a:gd name="T20" fmla="*/ 6 w 787"/>
                <a:gd name="T21" fmla="*/ 11 h 1404"/>
                <a:gd name="T22" fmla="*/ 6 w 787"/>
                <a:gd name="T23" fmla="*/ 11 h 1404"/>
                <a:gd name="T24" fmla="*/ 6 w 787"/>
                <a:gd name="T25" fmla="*/ 11 h 1404"/>
                <a:gd name="T26" fmla="*/ 6 w 787"/>
                <a:gd name="T27" fmla="*/ 11 h 1404"/>
                <a:gd name="T28" fmla="*/ 6 w 787"/>
                <a:gd name="T29" fmla="*/ 11 h 1404"/>
                <a:gd name="T30" fmla="*/ 6 w 787"/>
                <a:gd name="T31" fmla="*/ 11 h 1404"/>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787"/>
                <a:gd name="T49" fmla="*/ 0 h 1404"/>
                <a:gd name="T50" fmla="*/ 787 w 787"/>
                <a:gd name="T51" fmla="*/ 1404 h 1404"/>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787" h="1404">
                  <a:moveTo>
                    <a:pt x="781" y="1334"/>
                  </a:moveTo>
                  <a:lnTo>
                    <a:pt x="781" y="1337"/>
                  </a:lnTo>
                  <a:lnTo>
                    <a:pt x="82" y="0"/>
                  </a:lnTo>
                  <a:lnTo>
                    <a:pt x="0" y="42"/>
                  </a:lnTo>
                  <a:lnTo>
                    <a:pt x="699" y="1379"/>
                  </a:lnTo>
                  <a:lnTo>
                    <a:pt x="699" y="1381"/>
                  </a:lnTo>
                  <a:lnTo>
                    <a:pt x="699" y="1379"/>
                  </a:lnTo>
                  <a:lnTo>
                    <a:pt x="712" y="1395"/>
                  </a:lnTo>
                  <a:lnTo>
                    <a:pt x="727" y="1402"/>
                  </a:lnTo>
                  <a:lnTo>
                    <a:pt x="744" y="1404"/>
                  </a:lnTo>
                  <a:lnTo>
                    <a:pt x="761" y="1398"/>
                  </a:lnTo>
                  <a:lnTo>
                    <a:pt x="775" y="1388"/>
                  </a:lnTo>
                  <a:lnTo>
                    <a:pt x="784" y="1373"/>
                  </a:lnTo>
                  <a:lnTo>
                    <a:pt x="787" y="1357"/>
                  </a:lnTo>
                  <a:lnTo>
                    <a:pt x="781" y="1337"/>
                  </a:lnTo>
                  <a:lnTo>
                    <a:pt x="781" y="13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0248" name="Freeform 32"/>
            <p:cNvSpPr>
              <a:spLocks/>
            </p:cNvSpPr>
            <p:nvPr/>
          </p:nvSpPr>
          <p:spPr bwMode="auto">
            <a:xfrm>
              <a:off x="1439" y="1948"/>
              <a:ext cx="125" cy="76"/>
            </a:xfrm>
            <a:custGeom>
              <a:avLst/>
              <a:gdLst>
                <a:gd name="T0" fmla="*/ 5 w 628"/>
                <a:gd name="T1" fmla="*/ 2 h 383"/>
                <a:gd name="T2" fmla="*/ 5 w 628"/>
                <a:gd name="T3" fmla="*/ 2 h 383"/>
                <a:gd name="T4" fmla="*/ 4 w 628"/>
                <a:gd name="T5" fmla="*/ 2 h 383"/>
                <a:gd name="T6" fmla="*/ 4 w 628"/>
                <a:gd name="T7" fmla="*/ 2 h 383"/>
                <a:gd name="T8" fmla="*/ 4 w 628"/>
                <a:gd name="T9" fmla="*/ 2 h 383"/>
                <a:gd name="T10" fmla="*/ 3 w 628"/>
                <a:gd name="T11" fmla="*/ 2 h 383"/>
                <a:gd name="T12" fmla="*/ 3 w 628"/>
                <a:gd name="T13" fmla="*/ 2 h 383"/>
                <a:gd name="T14" fmla="*/ 3 w 628"/>
                <a:gd name="T15" fmla="*/ 2 h 383"/>
                <a:gd name="T16" fmla="*/ 3 w 628"/>
                <a:gd name="T17" fmla="*/ 2 h 383"/>
                <a:gd name="T18" fmla="*/ 2 w 628"/>
                <a:gd name="T19" fmla="*/ 2 h 383"/>
                <a:gd name="T20" fmla="*/ 2 w 628"/>
                <a:gd name="T21" fmla="*/ 2 h 383"/>
                <a:gd name="T22" fmla="*/ 2 w 628"/>
                <a:gd name="T23" fmla="*/ 1 h 383"/>
                <a:gd name="T24" fmla="*/ 2 w 628"/>
                <a:gd name="T25" fmla="*/ 1 h 383"/>
                <a:gd name="T26" fmla="*/ 1 w 628"/>
                <a:gd name="T27" fmla="*/ 1 h 383"/>
                <a:gd name="T28" fmla="*/ 1 w 628"/>
                <a:gd name="T29" fmla="*/ 1 h 383"/>
                <a:gd name="T30" fmla="*/ 1 w 628"/>
                <a:gd name="T31" fmla="*/ 1 h 383"/>
                <a:gd name="T32" fmla="*/ 1 w 628"/>
                <a:gd name="T33" fmla="*/ 0 h 383"/>
                <a:gd name="T34" fmla="*/ 1 w 628"/>
                <a:gd name="T35" fmla="*/ 0 h 383"/>
                <a:gd name="T36" fmla="*/ 0 w 628"/>
                <a:gd name="T37" fmla="*/ 0 h 383"/>
                <a:gd name="T38" fmla="*/ 0 w 628"/>
                <a:gd name="T39" fmla="*/ 1 h 383"/>
                <a:gd name="T40" fmla="*/ 0 w 628"/>
                <a:gd name="T41" fmla="*/ 1 h 383"/>
                <a:gd name="T42" fmla="*/ 1 w 628"/>
                <a:gd name="T43" fmla="*/ 1 h 383"/>
                <a:gd name="T44" fmla="*/ 1 w 628"/>
                <a:gd name="T45" fmla="*/ 1 h 383"/>
                <a:gd name="T46" fmla="*/ 1 w 628"/>
                <a:gd name="T47" fmla="*/ 2 h 383"/>
                <a:gd name="T48" fmla="*/ 1 w 628"/>
                <a:gd name="T49" fmla="*/ 2 h 383"/>
                <a:gd name="T50" fmla="*/ 2 w 628"/>
                <a:gd name="T51" fmla="*/ 2 h 383"/>
                <a:gd name="T52" fmla="*/ 2 w 628"/>
                <a:gd name="T53" fmla="*/ 2 h 383"/>
                <a:gd name="T54" fmla="*/ 2 w 628"/>
                <a:gd name="T55" fmla="*/ 2 h 383"/>
                <a:gd name="T56" fmla="*/ 3 w 628"/>
                <a:gd name="T57" fmla="*/ 3 h 383"/>
                <a:gd name="T58" fmla="*/ 3 w 628"/>
                <a:gd name="T59" fmla="*/ 3 h 383"/>
                <a:gd name="T60" fmla="*/ 3 w 628"/>
                <a:gd name="T61" fmla="*/ 3 h 383"/>
                <a:gd name="T62" fmla="*/ 4 w 628"/>
                <a:gd name="T63" fmla="*/ 3 h 383"/>
                <a:gd name="T64" fmla="*/ 4 w 628"/>
                <a:gd name="T65" fmla="*/ 3 h 383"/>
                <a:gd name="T66" fmla="*/ 4 w 628"/>
                <a:gd name="T67" fmla="*/ 3 h 383"/>
                <a:gd name="T68" fmla="*/ 5 w 628"/>
                <a:gd name="T69" fmla="*/ 3 h 383"/>
                <a:gd name="T70" fmla="*/ 5 w 628"/>
                <a:gd name="T71" fmla="*/ 3 h 383"/>
                <a:gd name="T72" fmla="*/ 5 w 628"/>
                <a:gd name="T73" fmla="*/ 3 h 383"/>
                <a:gd name="T74" fmla="*/ 5 w 628"/>
                <a:gd name="T75" fmla="*/ 3 h 383"/>
                <a:gd name="T76" fmla="*/ 5 w 628"/>
                <a:gd name="T77" fmla="*/ 3 h 383"/>
                <a:gd name="T78" fmla="*/ 5 w 628"/>
                <a:gd name="T79" fmla="*/ 3 h 383"/>
                <a:gd name="T80" fmla="*/ 5 w 628"/>
                <a:gd name="T81" fmla="*/ 3 h 383"/>
                <a:gd name="T82" fmla="*/ 5 w 628"/>
                <a:gd name="T83" fmla="*/ 3 h 383"/>
                <a:gd name="T84" fmla="*/ 5 w 628"/>
                <a:gd name="T85" fmla="*/ 2 h 383"/>
                <a:gd name="T86" fmla="*/ 5 w 628"/>
                <a:gd name="T87" fmla="*/ 2 h 383"/>
                <a:gd name="T88" fmla="*/ 5 w 628"/>
                <a:gd name="T89" fmla="*/ 2 h 383"/>
                <a:gd name="T90" fmla="*/ 5 w 628"/>
                <a:gd name="T91" fmla="*/ 2 h 38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628"/>
                <a:gd name="T139" fmla="*/ 0 h 383"/>
                <a:gd name="T140" fmla="*/ 628 w 628"/>
                <a:gd name="T141" fmla="*/ 383 h 38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628" h="383">
                  <a:moveTo>
                    <a:pt x="581" y="289"/>
                  </a:moveTo>
                  <a:lnTo>
                    <a:pt x="582" y="289"/>
                  </a:lnTo>
                  <a:lnTo>
                    <a:pt x="541" y="287"/>
                  </a:lnTo>
                  <a:lnTo>
                    <a:pt x="500" y="283"/>
                  </a:lnTo>
                  <a:lnTo>
                    <a:pt x="462" y="276"/>
                  </a:lnTo>
                  <a:lnTo>
                    <a:pt x="424" y="268"/>
                  </a:lnTo>
                  <a:lnTo>
                    <a:pt x="389" y="255"/>
                  </a:lnTo>
                  <a:lnTo>
                    <a:pt x="352" y="242"/>
                  </a:lnTo>
                  <a:lnTo>
                    <a:pt x="320" y="227"/>
                  </a:lnTo>
                  <a:lnTo>
                    <a:pt x="287" y="209"/>
                  </a:lnTo>
                  <a:lnTo>
                    <a:pt x="255" y="189"/>
                  </a:lnTo>
                  <a:lnTo>
                    <a:pt x="226" y="168"/>
                  </a:lnTo>
                  <a:lnTo>
                    <a:pt x="198" y="145"/>
                  </a:lnTo>
                  <a:lnTo>
                    <a:pt x="172" y="119"/>
                  </a:lnTo>
                  <a:lnTo>
                    <a:pt x="146" y="92"/>
                  </a:lnTo>
                  <a:lnTo>
                    <a:pt x="122" y="64"/>
                  </a:lnTo>
                  <a:lnTo>
                    <a:pt x="100" y="33"/>
                  </a:lnTo>
                  <a:lnTo>
                    <a:pt x="82" y="0"/>
                  </a:lnTo>
                  <a:lnTo>
                    <a:pt x="0" y="47"/>
                  </a:lnTo>
                  <a:lnTo>
                    <a:pt x="23" y="85"/>
                  </a:lnTo>
                  <a:lnTo>
                    <a:pt x="49" y="120"/>
                  </a:lnTo>
                  <a:lnTo>
                    <a:pt x="76" y="153"/>
                  </a:lnTo>
                  <a:lnTo>
                    <a:pt x="104" y="185"/>
                  </a:lnTo>
                  <a:lnTo>
                    <a:pt x="137" y="215"/>
                  </a:lnTo>
                  <a:lnTo>
                    <a:pt x="170" y="241"/>
                  </a:lnTo>
                  <a:lnTo>
                    <a:pt x="204" y="267"/>
                  </a:lnTo>
                  <a:lnTo>
                    <a:pt x="240" y="289"/>
                  </a:lnTo>
                  <a:lnTo>
                    <a:pt x="277" y="309"/>
                  </a:lnTo>
                  <a:lnTo>
                    <a:pt x="317" y="329"/>
                  </a:lnTo>
                  <a:lnTo>
                    <a:pt x="358" y="344"/>
                  </a:lnTo>
                  <a:lnTo>
                    <a:pt x="400" y="357"/>
                  </a:lnTo>
                  <a:lnTo>
                    <a:pt x="444" y="367"/>
                  </a:lnTo>
                  <a:lnTo>
                    <a:pt x="488" y="374"/>
                  </a:lnTo>
                  <a:lnTo>
                    <a:pt x="534" y="380"/>
                  </a:lnTo>
                  <a:lnTo>
                    <a:pt x="580" y="383"/>
                  </a:lnTo>
                  <a:lnTo>
                    <a:pt x="581" y="383"/>
                  </a:lnTo>
                  <a:lnTo>
                    <a:pt x="580" y="383"/>
                  </a:lnTo>
                  <a:lnTo>
                    <a:pt x="600" y="379"/>
                  </a:lnTo>
                  <a:lnTo>
                    <a:pt x="615" y="369"/>
                  </a:lnTo>
                  <a:lnTo>
                    <a:pt x="624" y="353"/>
                  </a:lnTo>
                  <a:lnTo>
                    <a:pt x="628" y="337"/>
                  </a:lnTo>
                  <a:lnTo>
                    <a:pt x="625" y="319"/>
                  </a:lnTo>
                  <a:lnTo>
                    <a:pt x="617" y="304"/>
                  </a:lnTo>
                  <a:lnTo>
                    <a:pt x="602" y="294"/>
                  </a:lnTo>
                  <a:lnTo>
                    <a:pt x="582" y="289"/>
                  </a:lnTo>
                  <a:lnTo>
                    <a:pt x="581" y="28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0249" name="Freeform 33"/>
            <p:cNvSpPr>
              <a:spLocks/>
            </p:cNvSpPr>
            <p:nvPr/>
          </p:nvSpPr>
          <p:spPr bwMode="auto">
            <a:xfrm>
              <a:off x="1587" y="1880"/>
              <a:ext cx="85" cy="49"/>
            </a:xfrm>
            <a:custGeom>
              <a:avLst/>
              <a:gdLst>
                <a:gd name="T0" fmla="*/ 3 w 426"/>
                <a:gd name="T1" fmla="*/ 0 h 245"/>
                <a:gd name="T2" fmla="*/ 3 w 426"/>
                <a:gd name="T3" fmla="*/ 0 h 245"/>
                <a:gd name="T4" fmla="*/ 3 w 426"/>
                <a:gd name="T5" fmla="*/ 0 h 245"/>
                <a:gd name="T6" fmla="*/ 3 w 426"/>
                <a:gd name="T7" fmla="*/ 0 h 245"/>
                <a:gd name="T8" fmla="*/ 2 w 426"/>
                <a:gd name="T9" fmla="*/ 0 h 245"/>
                <a:gd name="T10" fmla="*/ 2 w 426"/>
                <a:gd name="T11" fmla="*/ 0 h 245"/>
                <a:gd name="T12" fmla="*/ 2 w 426"/>
                <a:gd name="T13" fmla="*/ 0 h 245"/>
                <a:gd name="T14" fmla="*/ 2 w 426"/>
                <a:gd name="T15" fmla="*/ 0 h 245"/>
                <a:gd name="T16" fmla="*/ 1 w 426"/>
                <a:gd name="T17" fmla="*/ 0 h 245"/>
                <a:gd name="T18" fmla="*/ 1 w 426"/>
                <a:gd name="T19" fmla="*/ 1 h 245"/>
                <a:gd name="T20" fmla="*/ 1 w 426"/>
                <a:gd name="T21" fmla="*/ 1 h 245"/>
                <a:gd name="T22" fmla="*/ 1 w 426"/>
                <a:gd name="T23" fmla="*/ 1 h 245"/>
                <a:gd name="T24" fmla="*/ 0 w 426"/>
                <a:gd name="T25" fmla="*/ 1 h 245"/>
                <a:gd name="T26" fmla="*/ 0 w 426"/>
                <a:gd name="T27" fmla="*/ 1 h 245"/>
                <a:gd name="T28" fmla="*/ 0 w 426"/>
                <a:gd name="T29" fmla="*/ 1 h 245"/>
                <a:gd name="T30" fmla="*/ 0 w 426"/>
                <a:gd name="T31" fmla="*/ 2 h 245"/>
                <a:gd name="T32" fmla="*/ 0 w 426"/>
                <a:gd name="T33" fmla="*/ 2 h 245"/>
                <a:gd name="T34" fmla="*/ 0 w 426"/>
                <a:gd name="T35" fmla="*/ 2 h 245"/>
                <a:gd name="T36" fmla="*/ 0 w 426"/>
                <a:gd name="T37" fmla="*/ 2 h 245"/>
                <a:gd name="T38" fmla="*/ 0 w 426"/>
                <a:gd name="T39" fmla="*/ 2 h 245"/>
                <a:gd name="T40" fmla="*/ 0 w 426"/>
                <a:gd name="T41" fmla="*/ 2 h 245"/>
                <a:gd name="T42" fmla="*/ 0 w 426"/>
                <a:gd name="T43" fmla="*/ 1 h 245"/>
                <a:gd name="T44" fmla="*/ 0 w 426"/>
                <a:gd name="T45" fmla="*/ 1 h 245"/>
                <a:gd name="T46" fmla="*/ 0 w 426"/>
                <a:gd name="T47" fmla="*/ 1 h 245"/>
                <a:gd name="T48" fmla="*/ 1 w 426"/>
                <a:gd name="T49" fmla="*/ 1 h 245"/>
                <a:gd name="T50" fmla="*/ 1 w 426"/>
                <a:gd name="T51" fmla="*/ 1 h 245"/>
                <a:gd name="T52" fmla="*/ 1 w 426"/>
                <a:gd name="T53" fmla="*/ 1 h 245"/>
                <a:gd name="T54" fmla="*/ 1 w 426"/>
                <a:gd name="T55" fmla="*/ 1 h 245"/>
                <a:gd name="T56" fmla="*/ 2 w 426"/>
                <a:gd name="T57" fmla="*/ 0 h 245"/>
                <a:gd name="T58" fmla="*/ 2 w 426"/>
                <a:gd name="T59" fmla="*/ 0 h 245"/>
                <a:gd name="T60" fmla="*/ 2 w 426"/>
                <a:gd name="T61" fmla="*/ 0 h 245"/>
                <a:gd name="T62" fmla="*/ 2 w 426"/>
                <a:gd name="T63" fmla="*/ 0 h 245"/>
                <a:gd name="T64" fmla="*/ 3 w 426"/>
                <a:gd name="T65" fmla="*/ 0 h 245"/>
                <a:gd name="T66" fmla="*/ 3 w 426"/>
                <a:gd name="T67" fmla="*/ 0 h 245"/>
                <a:gd name="T68" fmla="*/ 3 w 426"/>
                <a:gd name="T69" fmla="*/ 0 h 245"/>
                <a:gd name="T70" fmla="*/ 3 w 426"/>
                <a:gd name="T71" fmla="*/ 0 h 245"/>
                <a:gd name="T72" fmla="*/ 3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426" y="0"/>
                  </a:moveTo>
                  <a:lnTo>
                    <a:pt x="426" y="0"/>
                  </a:lnTo>
                  <a:lnTo>
                    <a:pt x="384" y="1"/>
                  </a:lnTo>
                  <a:lnTo>
                    <a:pt x="340" y="4"/>
                  </a:lnTo>
                  <a:lnTo>
                    <a:pt x="300" y="10"/>
                  </a:lnTo>
                  <a:lnTo>
                    <a:pt x="262" y="18"/>
                  </a:lnTo>
                  <a:lnTo>
                    <a:pt x="224" y="29"/>
                  </a:lnTo>
                  <a:lnTo>
                    <a:pt x="189" y="41"/>
                  </a:lnTo>
                  <a:lnTo>
                    <a:pt x="157" y="55"/>
                  </a:lnTo>
                  <a:lnTo>
                    <a:pt x="126" y="70"/>
                  </a:lnTo>
                  <a:lnTo>
                    <a:pt x="99" y="89"/>
                  </a:lnTo>
                  <a:lnTo>
                    <a:pt x="74" y="106"/>
                  </a:lnTo>
                  <a:lnTo>
                    <a:pt x="52" y="126"/>
                  </a:lnTo>
                  <a:lnTo>
                    <a:pt x="34" y="148"/>
                  </a:lnTo>
                  <a:lnTo>
                    <a:pt x="19" y="171"/>
                  </a:lnTo>
                  <a:lnTo>
                    <a:pt x="9" y="194"/>
                  </a:lnTo>
                  <a:lnTo>
                    <a:pt x="3" y="219"/>
                  </a:lnTo>
                  <a:lnTo>
                    <a:pt x="0" y="245"/>
                  </a:lnTo>
                  <a:lnTo>
                    <a:pt x="12" y="245"/>
                  </a:lnTo>
                  <a:lnTo>
                    <a:pt x="15" y="221"/>
                  </a:lnTo>
                  <a:lnTo>
                    <a:pt x="20" y="199"/>
                  </a:lnTo>
                  <a:lnTo>
                    <a:pt x="31" y="178"/>
                  </a:lnTo>
                  <a:lnTo>
                    <a:pt x="44" y="156"/>
                  </a:lnTo>
                  <a:lnTo>
                    <a:pt x="61" y="136"/>
                  </a:lnTo>
                  <a:lnTo>
                    <a:pt x="81" y="116"/>
                  </a:lnTo>
                  <a:lnTo>
                    <a:pt x="106" y="98"/>
                  </a:lnTo>
                  <a:lnTo>
                    <a:pt x="133" y="82"/>
                  </a:lnTo>
                  <a:lnTo>
                    <a:pt x="162" y="66"/>
                  </a:lnTo>
                  <a:lnTo>
                    <a:pt x="194" y="52"/>
                  </a:lnTo>
                  <a:lnTo>
                    <a:pt x="229" y="41"/>
                  </a:lnTo>
                  <a:lnTo>
                    <a:pt x="264" y="30"/>
                  </a:lnTo>
                  <a:lnTo>
                    <a:pt x="303" y="22"/>
                  </a:lnTo>
                  <a:lnTo>
                    <a:pt x="343" y="16"/>
                  </a:lnTo>
                  <a:lnTo>
                    <a:pt x="384" y="12"/>
                  </a:lnTo>
                  <a:lnTo>
                    <a:pt x="426" y="11"/>
                  </a:lnTo>
                  <a:lnTo>
                    <a:pt x="42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0250" name="Freeform 34"/>
            <p:cNvSpPr>
              <a:spLocks/>
            </p:cNvSpPr>
            <p:nvPr/>
          </p:nvSpPr>
          <p:spPr bwMode="auto">
            <a:xfrm>
              <a:off x="1587" y="1929"/>
              <a:ext cx="85" cy="49"/>
            </a:xfrm>
            <a:custGeom>
              <a:avLst/>
              <a:gdLst>
                <a:gd name="T0" fmla="*/ 0 w 426"/>
                <a:gd name="T1" fmla="*/ 0 h 245"/>
                <a:gd name="T2" fmla="*/ 0 w 426"/>
                <a:gd name="T3" fmla="*/ 0 h 245"/>
                <a:gd name="T4" fmla="*/ 0 w 426"/>
                <a:gd name="T5" fmla="*/ 0 h 245"/>
                <a:gd name="T6" fmla="*/ 0 w 426"/>
                <a:gd name="T7" fmla="*/ 0 h 245"/>
                <a:gd name="T8" fmla="*/ 0 w 426"/>
                <a:gd name="T9" fmla="*/ 1 h 245"/>
                <a:gd name="T10" fmla="*/ 0 w 426"/>
                <a:gd name="T11" fmla="*/ 1 h 245"/>
                <a:gd name="T12" fmla="*/ 0 w 426"/>
                <a:gd name="T13" fmla="*/ 1 h 245"/>
                <a:gd name="T14" fmla="*/ 1 w 426"/>
                <a:gd name="T15" fmla="*/ 1 h 245"/>
                <a:gd name="T16" fmla="*/ 1 w 426"/>
                <a:gd name="T17" fmla="*/ 1 h 245"/>
                <a:gd name="T18" fmla="*/ 1 w 426"/>
                <a:gd name="T19" fmla="*/ 1 h 245"/>
                <a:gd name="T20" fmla="*/ 1 w 426"/>
                <a:gd name="T21" fmla="*/ 2 h 245"/>
                <a:gd name="T22" fmla="*/ 2 w 426"/>
                <a:gd name="T23" fmla="*/ 2 h 245"/>
                <a:gd name="T24" fmla="*/ 2 w 426"/>
                <a:gd name="T25" fmla="*/ 2 h 245"/>
                <a:gd name="T26" fmla="*/ 2 w 426"/>
                <a:gd name="T27" fmla="*/ 2 h 245"/>
                <a:gd name="T28" fmla="*/ 2 w 426"/>
                <a:gd name="T29" fmla="*/ 2 h 245"/>
                <a:gd name="T30" fmla="*/ 3 w 426"/>
                <a:gd name="T31" fmla="*/ 2 h 245"/>
                <a:gd name="T32" fmla="*/ 3 w 426"/>
                <a:gd name="T33" fmla="*/ 2 h 245"/>
                <a:gd name="T34" fmla="*/ 3 w 426"/>
                <a:gd name="T35" fmla="*/ 2 h 245"/>
                <a:gd name="T36" fmla="*/ 3 w 426"/>
                <a:gd name="T37" fmla="*/ 2 h 245"/>
                <a:gd name="T38" fmla="*/ 3 w 426"/>
                <a:gd name="T39" fmla="*/ 2 h 245"/>
                <a:gd name="T40" fmla="*/ 3 w 426"/>
                <a:gd name="T41" fmla="*/ 2 h 245"/>
                <a:gd name="T42" fmla="*/ 2 w 426"/>
                <a:gd name="T43" fmla="*/ 2 h 245"/>
                <a:gd name="T44" fmla="*/ 2 w 426"/>
                <a:gd name="T45" fmla="*/ 2 h 245"/>
                <a:gd name="T46" fmla="*/ 2 w 426"/>
                <a:gd name="T47" fmla="*/ 2 h 245"/>
                <a:gd name="T48" fmla="*/ 2 w 426"/>
                <a:gd name="T49" fmla="*/ 2 h 245"/>
                <a:gd name="T50" fmla="*/ 1 w 426"/>
                <a:gd name="T51" fmla="*/ 1 h 245"/>
                <a:gd name="T52" fmla="*/ 1 w 426"/>
                <a:gd name="T53" fmla="*/ 1 h 245"/>
                <a:gd name="T54" fmla="*/ 1 w 426"/>
                <a:gd name="T55" fmla="*/ 1 h 245"/>
                <a:gd name="T56" fmla="*/ 1 w 426"/>
                <a:gd name="T57" fmla="*/ 1 h 245"/>
                <a:gd name="T58" fmla="*/ 0 w 426"/>
                <a:gd name="T59" fmla="*/ 1 h 245"/>
                <a:gd name="T60" fmla="*/ 0 w 426"/>
                <a:gd name="T61" fmla="*/ 1 h 245"/>
                <a:gd name="T62" fmla="*/ 0 w 426"/>
                <a:gd name="T63" fmla="*/ 1 h 245"/>
                <a:gd name="T64" fmla="*/ 0 w 426"/>
                <a:gd name="T65" fmla="*/ 0 h 245"/>
                <a:gd name="T66" fmla="*/ 0 w 426"/>
                <a:gd name="T67" fmla="*/ 0 h 245"/>
                <a:gd name="T68" fmla="*/ 0 w 426"/>
                <a:gd name="T69" fmla="*/ 0 h 245"/>
                <a:gd name="T70" fmla="*/ 0 w 426"/>
                <a:gd name="T71" fmla="*/ 0 h 245"/>
                <a:gd name="T72" fmla="*/ 0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0" y="0"/>
                  </a:moveTo>
                  <a:lnTo>
                    <a:pt x="0" y="0"/>
                  </a:lnTo>
                  <a:lnTo>
                    <a:pt x="3" y="25"/>
                  </a:lnTo>
                  <a:lnTo>
                    <a:pt x="9" y="50"/>
                  </a:lnTo>
                  <a:lnTo>
                    <a:pt x="19" y="73"/>
                  </a:lnTo>
                  <a:lnTo>
                    <a:pt x="34" y="96"/>
                  </a:lnTo>
                  <a:lnTo>
                    <a:pt x="52" y="118"/>
                  </a:lnTo>
                  <a:lnTo>
                    <a:pt x="74" y="138"/>
                  </a:lnTo>
                  <a:lnTo>
                    <a:pt x="99" y="156"/>
                  </a:lnTo>
                  <a:lnTo>
                    <a:pt x="126" y="174"/>
                  </a:lnTo>
                  <a:lnTo>
                    <a:pt x="157" y="190"/>
                  </a:lnTo>
                  <a:lnTo>
                    <a:pt x="189" y="204"/>
                  </a:lnTo>
                  <a:lnTo>
                    <a:pt x="224" y="215"/>
                  </a:lnTo>
                  <a:lnTo>
                    <a:pt x="262" y="226"/>
                  </a:lnTo>
                  <a:lnTo>
                    <a:pt x="300" y="234"/>
                  </a:lnTo>
                  <a:lnTo>
                    <a:pt x="340" y="240"/>
                  </a:lnTo>
                  <a:lnTo>
                    <a:pt x="384" y="244"/>
                  </a:lnTo>
                  <a:lnTo>
                    <a:pt x="426" y="245"/>
                  </a:lnTo>
                  <a:lnTo>
                    <a:pt x="426" y="233"/>
                  </a:lnTo>
                  <a:lnTo>
                    <a:pt x="384" y="232"/>
                  </a:lnTo>
                  <a:lnTo>
                    <a:pt x="343" y="228"/>
                  </a:lnTo>
                  <a:lnTo>
                    <a:pt x="303" y="222"/>
                  </a:lnTo>
                  <a:lnTo>
                    <a:pt x="264" y="214"/>
                  </a:lnTo>
                  <a:lnTo>
                    <a:pt x="229" y="204"/>
                  </a:lnTo>
                  <a:lnTo>
                    <a:pt x="194" y="192"/>
                  </a:lnTo>
                  <a:lnTo>
                    <a:pt x="162" y="178"/>
                  </a:lnTo>
                  <a:lnTo>
                    <a:pt x="133" y="163"/>
                  </a:lnTo>
                  <a:lnTo>
                    <a:pt x="106" y="146"/>
                  </a:lnTo>
                  <a:lnTo>
                    <a:pt x="81" y="129"/>
                  </a:lnTo>
                  <a:lnTo>
                    <a:pt x="61" y="109"/>
                  </a:lnTo>
                  <a:lnTo>
                    <a:pt x="44" y="89"/>
                  </a:lnTo>
                  <a:lnTo>
                    <a:pt x="31" y="66"/>
                  </a:lnTo>
                  <a:lnTo>
                    <a:pt x="20" y="45"/>
                  </a:lnTo>
                  <a:lnTo>
                    <a:pt x="15" y="2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0251" name="Freeform 35"/>
            <p:cNvSpPr>
              <a:spLocks/>
            </p:cNvSpPr>
            <p:nvPr/>
          </p:nvSpPr>
          <p:spPr bwMode="auto">
            <a:xfrm>
              <a:off x="878" y="1448"/>
              <a:ext cx="792" cy="954"/>
            </a:xfrm>
            <a:custGeom>
              <a:avLst/>
              <a:gdLst>
                <a:gd name="T0" fmla="*/ 13 w 3960"/>
                <a:gd name="T1" fmla="*/ 38 h 4768"/>
                <a:gd name="T2" fmla="*/ 14 w 3960"/>
                <a:gd name="T3" fmla="*/ 38 h 4768"/>
                <a:gd name="T4" fmla="*/ 15 w 3960"/>
                <a:gd name="T5" fmla="*/ 38 h 4768"/>
                <a:gd name="T6" fmla="*/ 15 w 3960"/>
                <a:gd name="T7" fmla="*/ 38 h 4768"/>
                <a:gd name="T8" fmla="*/ 16 w 3960"/>
                <a:gd name="T9" fmla="*/ 38 h 4768"/>
                <a:gd name="T10" fmla="*/ 17 w 3960"/>
                <a:gd name="T11" fmla="*/ 38 h 4768"/>
                <a:gd name="T12" fmla="*/ 17 w 3960"/>
                <a:gd name="T13" fmla="*/ 38 h 4768"/>
                <a:gd name="T14" fmla="*/ 18 w 3960"/>
                <a:gd name="T15" fmla="*/ 38 h 4768"/>
                <a:gd name="T16" fmla="*/ 18 w 3960"/>
                <a:gd name="T17" fmla="*/ 38 h 4768"/>
                <a:gd name="T18" fmla="*/ 29 w 3960"/>
                <a:gd name="T19" fmla="*/ 30 h 4768"/>
                <a:gd name="T20" fmla="*/ 30 w 3960"/>
                <a:gd name="T21" fmla="*/ 30 h 4768"/>
                <a:gd name="T22" fmla="*/ 30 w 3960"/>
                <a:gd name="T23" fmla="*/ 29 h 4768"/>
                <a:gd name="T24" fmla="*/ 31 w 3960"/>
                <a:gd name="T25" fmla="*/ 28 h 4768"/>
                <a:gd name="T26" fmla="*/ 31 w 3960"/>
                <a:gd name="T27" fmla="*/ 28 h 4768"/>
                <a:gd name="T28" fmla="*/ 31 w 3960"/>
                <a:gd name="T29" fmla="*/ 27 h 4768"/>
                <a:gd name="T30" fmla="*/ 32 w 3960"/>
                <a:gd name="T31" fmla="*/ 26 h 4768"/>
                <a:gd name="T32" fmla="*/ 32 w 3960"/>
                <a:gd name="T33" fmla="*/ 25 h 4768"/>
                <a:gd name="T34" fmla="*/ 32 w 3960"/>
                <a:gd name="T35" fmla="*/ 11 h 4768"/>
                <a:gd name="T36" fmla="*/ 32 w 3960"/>
                <a:gd name="T37" fmla="*/ 10 h 4768"/>
                <a:gd name="T38" fmla="*/ 31 w 3960"/>
                <a:gd name="T39" fmla="*/ 9 h 4768"/>
                <a:gd name="T40" fmla="*/ 31 w 3960"/>
                <a:gd name="T41" fmla="*/ 9 h 4768"/>
                <a:gd name="T42" fmla="*/ 31 w 3960"/>
                <a:gd name="T43" fmla="*/ 8 h 4768"/>
                <a:gd name="T44" fmla="*/ 31 w 3960"/>
                <a:gd name="T45" fmla="*/ 8 h 4768"/>
                <a:gd name="T46" fmla="*/ 30 w 3960"/>
                <a:gd name="T47" fmla="*/ 7 h 4768"/>
                <a:gd name="T48" fmla="*/ 30 w 3960"/>
                <a:gd name="T49" fmla="*/ 7 h 4768"/>
                <a:gd name="T50" fmla="*/ 29 w 3960"/>
                <a:gd name="T51" fmla="*/ 6 h 4768"/>
                <a:gd name="T52" fmla="*/ 19 w 3960"/>
                <a:gd name="T53" fmla="*/ 1 h 4768"/>
                <a:gd name="T54" fmla="*/ 18 w 3960"/>
                <a:gd name="T55" fmla="*/ 0 h 4768"/>
                <a:gd name="T56" fmla="*/ 17 w 3960"/>
                <a:gd name="T57" fmla="*/ 0 h 4768"/>
                <a:gd name="T58" fmla="*/ 17 w 3960"/>
                <a:gd name="T59" fmla="*/ 0 h 4768"/>
                <a:gd name="T60" fmla="*/ 16 w 3960"/>
                <a:gd name="T61" fmla="*/ 0 h 4768"/>
                <a:gd name="T62" fmla="*/ 15 w 3960"/>
                <a:gd name="T63" fmla="*/ 0 h 4768"/>
                <a:gd name="T64" fmla="*/ 14 w 3960"/>
                <a:gd name="T65" fmla="*/ 0 h 4768"/>
                <a:gd name="T66" fmla="*/ 14 w 3960"/>
                <a:gd name="T67" fmla="*/ 0 h 4768"/>
                <a:gd name="T68" fmla="*/ 2 w 3960"/>
                <a:gd name="T69" fmla="*/ 6 h 4768"/>
                <a:gd name="T70" fmla="*/ 2 w 3960"/>
                <a:gd name="T71" fmla="*/ 7 h 4768"/>
                <a:gd name="T72" fmla="*/ 1 w 3960"/>
                <a:gd name="T73" fmla="*/ 7 h 4768"/>
                <a:gd name="T74" fmla="*/ 1 w 3960"/>
                <a:gd name="T75" fmla="*/ 8 h 4768"/>
                <a:gd name="T76" fmla="*/ 1 w 3960"/>
                <a:gd name="T77" fmla="*/ 8 h 4768"/>
                <a:gd name="T78" fmla="*/ 0 w 3960"/>
                <a:gd name="T79" fmla="*/ 9 h 4768"/>
                <a:gd name="T80" fmla="*/ 0 w 3960"/>
                <a:gd name="T81" fmla="*/ 9 h 4768"/>
                <a:gd name="T82" fmla="*/ 0 w 3960"/>
                <a:gd name="T83" fmla="*/ 10 h 4768"/>
                <a:gd name="T84" fmla="*/ 0 w 3960"/>
                <a:gd name="T85" fmla="*/ 11 h 4768"/>
                <a:gd name="T86" fmla="*/ 0 w 3960"/>
                <a:gd name="T87" fmla="*/ 25 h 4768"/>
                <a:gd name="T88" fmla="*/ 0 w 3960"/>
                <a:gd name="T89" fmla="*/ 26 h 4768"/>
                <a:gd name="T90" fmla="*/ 0 w 3960"/>
                <a:gd name="T91" fmla="*/ 27 h 4768"/>
                <a:gd name="T92" fmla="*/ 1 w 3960"/>
                <a:gd name="T93" fmla="*/ 28 h 4768"/>
                <a:gd name="T94" fmla="*/ 1 w 3960"/>
                <a:gd name="T95" fmla="*/ 29 h 4768"/>
                <a:gd name="T96" fmla="*/ 1 w 3960"/>
                <a:gd name="T97" fmla="*/ 29 h 4768"/>
                <a:gd name="T98" fmla="*/ 2 w 3960"/>
                <a:gd name="T99" fmla="*/ 30 h 4768"/>
                <a:gd name="T100" fmla="*/ 3 w 3960"/>
                <a:gd name="T101" fmla="*/ 31 h 4768"/>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w 3960"/>
                <a:gd name="T154" fmla="*/ 0 h 4768"/>
                <a:gd name="T155" fmla="*/ 3960 w 3960"/>
                <a:gd name="T156" fmla="*/ 4768 h 4768"/>
              </a:gdLst>
              <a:ahLst/>
              <a:cxnLst>
                <a:cxn ang="T102">
                  <a:pos x="T0" y="T1"/>
                </a:cxn>
                <a:cxn ang="T103">
                  <a:pos x="T2" y="T3"/>
                </a:cxn>
                <a:cxn ang="T104">
                  <a:pos x="T4" y="T5"/>
                </a:cxn>
                <a:cxn ang="T105">
                  <a:pos x="T6" y="T7"/>
                </a:cxn>
                <a:cxn ang="T106">
                  <a:pos x="T8" y="T9"/>
                </a:cxn>
                <a:cxn ang="T107">
                  <a:pos x="T10" y="T11"/>
                </a:cxn>
                <a:cxn ang="T108">
                  <a:pos x="T12" y="T13"/>
                </a:cxn>
                <a:cxn ang="T109">
                  <a:pos x="T14" y="T15"/>
                </a:cxn>
                <a:cxn ang="T110">
                  <a:pos x="T16" y="T17"/>
                </a:cxn>
                <a:cxn ang="T111">
                  <a:pos x="T18" y="T19"/>
                </a:cxn>
                <a:cxn ang="T112">
                  <a:pos x="T20" y="T21"/>
                </a:cxn>
                <a:cxn ang="T113">
                  <a:pos x="T22" y="T23"/>
                </a:cxn>
                <a:cxn ang="T114">
                  <a:pos x="T24" y="T25"/>
                </a:cxn>
                <a:cxn ang="T115">
                  <a:pos x="T26" y="T27"/>
                </a:cxn>
                <a:cxn ang="T116">
                  <a:pos x="T28" y="T29"/>
                </a:cxn>
                <a:cxn ang="T117">
                  <a:pos x="T30" y="T31"/>
                </a:cxn>
                <a:cxn ang="T118">
                  <a:pos x="T32" y="T33"/>
                </a:cxn>
                <a:cxn ang="T119">
                  <a:pos x="T34" y="T35"/>
                </a:cxn>
                <a:cxn ang="T120">
                  <a:pos x="T36" y="T37"/>
                </a:cxn>
                <a:cxn ang="T121">
                  <a:pos x="T38" y="T39"/>
                </a:cxn>
                <a:cxn ang="T122">
                  <a:pos x="T40" y="T41"/>
                </a:cxn>
                <a:cxn ang="T123">
                  <a:pos x="T42" y="T43"/>
                </a:cxn>
                <a:cxn ang="T124">
                  <a:pos x="T44" y="T45"/>
                </a:cxn>
                <a:cxn ang="T125">
                  <a:pos x="T46" y="T47"/>
                </a:cxn>
                <a:cxn ang="T126">
                  <a:pos x="T48" y="T49"/>
                </a:cxn>
                <a:cxn ang="T127">
                  <a:pos x="T50" y="T51"/>
                </a:cxn>
                <a:cxn ang="T128">
                  <a:pos x="T52" y="T53"/>
                </a:cxn>
                <a:cxn ang="T129">
                  <a:pos x="T54" y="T55"/>
                </a:cxn>
                <a:cxn ang="T130">
                  <a:pos x="T56" y="T57"/>
                </a:cxn>
                <a:cxn ang="T131">
                  <a:pos x="T58" y="T59"/>
                </a:cxn>
                <a:cxn ang="T132">
                  <a:pos x="T60" y="T61"/>
                </a:cxn>
                <a:cxn ang="T133">
                  <a:pos x="T62" y="T63"/>
                </a:cxn>
                <a:cxn ang="T134">
                  <a:pos x="T64" y="T65"/>
                </a:cxn>
                <a:cxn ang="T135">
                  <a:pos x="T66" y="T67"/>
                </a:cxn>
                <a:cxn ang="T136">
                  <a:pos x="T68" y="T69"/>
                </a:cxn>
                <a:cxn ang="T137">
                  <a:pos x="T70" y="T71"/>
                </a:cxn>
                <a:cxn ang="T138">
                  <a:pos x="T72" y="T73"/>
                </a:cxn>
                <a:cxn ang="T139">
                  <a:pos x="T74" y="T75"/>
                </a:cxn>
                <a:cxn ang="T140">
                  <a:pos x="T76" y="T77"/>
                </a:cxn>
                <a:cxn ang="T141">
                  <a:pos x="T78" y="T79"/>
                </a:cxn>
                <a:cxn ang="T142">
                  <a:pos x="T80" y="T81"/>
                </a:cxn>
                <a:cxn ang="T143">
                  <a:pos x="T82" y="T83"/>
                </a:cxn>
                <a:cxn ang="T144">
                  <a:pos x="T84" y="T85"/>
                </a:cxn>
                <a:cxn ang="T145">
                  <a:pos x="T86" y="T87"/>
                </a:cxn>
                <a:cxn ang="T146">
                  <a:pos x="T88" y="T89"/>
                </a:cxn>
                <a:cxn ang="T147">
                  <a:pos x="T90" y="T91"/>
                </a:cxn>
                <a:cxn ang="T148">
                  <a:pos x="T92" y="T93"/>
                </a:cxn>
                <a:cxn ang="T149">
                  <a:pos x="T94" y="T95"/>
                </a:cxn>
                <a:cxn ang="T150">
                  <a:pos x="T96" y="T97"/>
                </a:cxn>
                <a:cxn ang="T151">
                  <a:pos x="T98" y="T99"/>
                </a:cxn>
                <a:cxn ang="T152">
                  <a:pos x="T100" y="T101"/>
                </a:cxn>
              </a:cxnLst>
              <a:rect l="T153" t="T154" r="T155" b="T156"/>
              <a:pathLst>
                <a:path w="3960" h="4768">
                  <a:moveTo>
                    <a:pt x="353" y="3849"/>
                  </a:moveTo>
                  <a:lnTo>
                    <a:pt x="1661" y="4700"/>
                  </a:lnTo>
                  <a:lnTo>
                    <a:pt x="1697" y="4717"/>
                  </a:lnTo>
                  <a:lnTo>
                    <a:pt x="1736" y="4731"/>
                  </a:lnTo>
                  <a:lnTo>
                    <a:pt x="1776" y="4742"/>
                  </a:lnTo>
                  <a:lnTo>
                    <a:pt x="1818" y="4753"/>
                  </a:lnTo>
                  <a:lnTo>
                    <a:pt x="1860" y="4760"/>
                  </a:lnTo>
                  <a:lnTo>
                    <a:pt x="1902" y="4765"/>
                  </a:lnTo>
                  <a:lnTo>
                    <a:pt x="1946" y="4768"/>
                  </a:lnTo>
                  <a:lnTo>
                    <a:pt x="1988" y="4768"/>
                  </a:lnTo>
                  <a:lnTo>
                    <a:pt x="2031" y="4767"/>
                  </a:lnTo>
                  <a:lnTo>
                    <a:pt x="2073" y="4763"/>
                  </a:lnTo>
                  <a:lnTo>
                    <a:pt x="2114" y="4758"/>
                  </a:lnTo>
                  <a:lnTo>
                    <a:pt x="2154" y="4751"/>
                  </a:lnTo>
                  <a:lnTo>
                    <a:pt x="2193" y="4740"/>
                  </a:lnTo>
                  <a:lnTo>
                    <a:pt x="2230" y="4729"/>
                  </a:lnTo>
                  <a:lnTo>
                    <a:pt x="2264" y="4715"/>
                  </a:lnTo>
                  <a:lnTo>
                    <a:pt x="2297" y="4700"/>
                  </a:lnTo>
                  <a:lnTo>
                    <a:pt x="3639" y="3825"/>
                  </a:lnTo>
                  <a:lnTo>
                    <a:pt x="3673" y="3795"/>
                  </a:lnTo>
                  <a:lnTo>
                    <a:pt x="3707" y="3761"/>
                  </a:lnTo>
                  <a:lnTo>
                    <a:pt x="3738" y="3725"/>
                  </a:lnTo>
                  <a:lnTo>
                    <a:pt x="3768" y="3685"/>
                  </a:lnTo>
                  <a:lnTo>
                    <a:pt x="3796" y="3644"/>
                  </a:lnTo>
                  <a:lnTo>
                    <a:pt x="3821" y="3599"/>
                  </a:lnTo>
                  <a:lnTo>
                    <a:pt x="3846" y="3553"/>
                  </a:lnTo>
                  <a:lnTo>
                    <a:pt x="3868" y="3505"/>
                  </a:lnTo>
                  <a:lnTo>
                    <a:pt x="3888" y="3456"/>
                  </a:lnTo>
                  <a:lnTo>
                    <a:pt x="3907" y="3406"/>
                  </a:lnTo>
                  <a:lnTo>
                    <a:pt x="3922" y="3354"/>
                  </a:lnTo>
                  <a:lnTo>
                    <a:pt x="3935" y="3303"/>
                  </a:lnTo>
                  <a:lnTo>
                    <a:pt x="3946" y="3250"/>
                  </a:lnTo>
                  <a:lnTo>
                    <a:pt x="3953" y="3197"/>
                  </a:lnTo>
                  <a:lnTo>
                    <a:pt x="3957" y="3144"/>
                  </a:lnTo>
                  <a:lnTo>
                    <a:pt x="3960" y="3092"/>
                  </a:lnTo>
                  <a:lnTo>
                    <a:pt x="3959" y="1313"/>
                  </a:lnTo>
                  <a:lnTo>
                    <a:pt x="3955" y="1271"/>
                  </a:lnTo>
                  <a:lnTo>
                    <a:pt x="3949" y="1229"/>
                  </a:lnTo>
                  <a:lnTo>
                    <a:pt x="3941" y="1189"/>
                  </a:lnTo>
                  <a:lnTo>
                    <a:pt x="3930" y="1149"/>
                  </a:lnTo>
                  <a:lnTo>
                    <a:pt x="3918" y="1111"/>
                  </a:lnTo>
                  <a:lnTo>
                    <a:pt x="3902" y="1075"/>
                  </a:lnTo>
                  <a:lnTo>
                    <a:pt x="3886" y="1040"/>
                  </a:lnTo>
                  <a:lnTo>
                    <a:pt x="3867" y="1006"/>
                  </a:lnTo>
                  <a:lnTo>
                    <a:pt x="3846" y="973"/>
                  </a:lnTo>
                  <a:lnTo>
                    <a:pt x="3823" y="942"/>
                  </a:lnTo>
                  <a:lnTo>
                    <a:pt x="3798" y="913"/>
                  </a:lnTo>
                  <a:lnTo>
                    <a:pt x="3771" y="886"/>
                  </a:lnTo>
                  <a:lnTo>
                    <a:pt x="3743" y="860"/>
                  </a:lnTo>
                  <a:lnTo>
                    <a:pt x="3714" y="837"/>
                  </a:lnTo>
                  <a:lnTo>
                    <a:pt x="3682" y="816"/>
                  </a:lnTo>
                  <a:lnTo>
                    <a:pt x="3649" y="796"/>
                  </a:lnTo>
                  <a:lnTo>
                    <a:pt x="2386" y="83"/>
                  </a:lnTo>
                  <a:lnTo>
                    <a:pt x="2350" y="65"/>
                  </a:lnTo>
                  <a:lnTo>
                    <a:pt x="2310" y="50"/>
                  </a:lnTo>
                  <a:lnTo>
                    <a:pt x="2268" y="36"/>
                  </a:lnTo>
                  <a:lnTo>
                    <a:pt x="2223" y="24"/>
                  </a:lnTo>
                  <a:lnTo>
                    <a:pt x="2178" y="15"/>
                  </a:lnTo>
                  <a:lnTo>
                    <a:pt x="2131" y="8"/>
                  </a:lnTo>
                  <a:lnTo>
                    <a:pt x="2082" y="3"/>
                  </a:lnTo>
                  <a:lnTo>
                    <a:pt x="2032" y="0"/>
                  </a:lnTo>
                  <a:lnTo>
                    <a:pt x="1982" y="1"/>
                  </a:lnTo>
                  <a:lnTo>
                    <a:pt x="1933" y="3"/>
                  </a:lnTo>
                  <a:lnTo>
                    <a:pt x="1882" y="9"/>
                  </a:lnTo>
                  <a:lnTo>
                    <a:pt x="1833" y="17"/>
                  </a:lnTo>
                  <a:lnTo>
                    <a:pt x="1785" y="29"/>
                  </a:lnTo>
                  <a:lnTo>
                    <a:pt x="1737" y="43"/>
                  </a:lnTo>
                  <a:lnTo>
                    <a:pt x="1691" y="62"/>
                  </a:lnTo>
                  <a:lnTo>
                    <a:pt x="1647" y="83"/>
                  </a:lnTo>
                  <a:lnTo>
                    <a:pt x="311" y="782"/>
                  </a:lnTo>
                  <a:lnTo>
                    <a:pt x="276" y="803"/>
                  </a:lnTo>
                  <a:lnTo>
                    <a:pt x="243" y="826"/>
                  </a:lnTo>
                  <a:lnTo>
                    <a:pt x="213" y="852"/>
                  </a:lnTo>
                  <a:lnTo>
                    <a:pt x="184" y="879"/>
                  </a:lnTo>
                  <a:lnTo>
                    <a:pt x="155" y="908"/>
                  </a:lnTo>
                  <a:lnTo>
                    <a:pt x="131" y="939"/>
                  </a:lnTo>
                  <a:lnTo>
                    <a:pt x="107" y="971"/>
                  </a:lnTo>
                  <a:lnTo>
                    <a:pt x="86" y="1005"/>
                  </a:lnTo>
                  <a:lnTo>
                    <a:pt x="68" y="1040"/>
                  </a:lnTo>
                  <a:lnTo>
                    <a:pt x="50" y="1076"/>
                  </a:lnTo>
                  <a:lnTo>
                    <a:pt x="36" y="1115"/>
                  </a:lnTo>
                  <a:lnTo>
                    <a:pt x="23" y="1153"/>
                  </a:lnTo>
                  <a:lnTo>
                    <a:pt x="14" y="1195"/>
                  </a:lnTo>
                  <a:lnTo>
                    <a:pt x="7" y="1236"/>
                  </a:lnTo>
                  <a:lnTo>
                    <a:pt x="2" y="1279"/>
                  </a:lnTo>
                  <a:lnTo>
                    <a:pt x="0" y="1322"/>
                  </a:lnTo>
                  <a:lnTo>
                    <a:pt x="0" y="3093"/>
                  </a:lnTo>
                  <a:lnTo>
                    <a:pt x="2" y="3147"/>
                  </a:lnTo>
                  <a:lnTo>
                    <a:pt x="7" y="3202"/>
                  </a:lnTo>
                  <a:lnTo>
                    <a:pt x="15" y="3257"/>
                  </a:lnTo>
                  <a:lnTo>
                    <a:pt x="27" y="3312"/>
                  </a:lnTo>
                  <a:lnTo>
                    <a:pt x="42" y="3366"/>
                  </a:lnTo>
                  <a:lnTo>
                    <a:pt x="59" y="3420"/>
                  </a:lnTo>
                  <a:lnTo>
                    <a:pt x="79" y="3474"/>
                  </a:lnTo>
                  <a:lnTo>
                    <a:pt x="102" y="3525"/>
                  </a:lnTo>
                  <a:lnTo>
                    <a:pt x="127" y="3576"/>
                  </a:lnTo>
                  <a:lnTo>
                    <a:pt x="154" y="3624"/>
                  </a:lnTo>
                  <a:lnTo>
                    <a:pt x="184" y="3670"/>
                  </a:lnTo>
                  <a:lnTo>
                    <a:pt x="214" y="3712"/>
                  </a:lnTo>
                  <a:lnTo>
                    <a:pt x="247" y="3752"/>
                  </a:lnTo>
                  <a:lnTo>
                    <a:pt x="281" y="3788"/>
                  </a:lnTo>
                  <a:lnTo>
                    <a:pt x="317" y="3821"/>
                  </a:lnTo>
                  <a:lnTo>
                    <a:pt x="353" y="384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0252" name="Freeform 36"/>
            <p:cNvSpPr>
              <a:spLocks/>
            </p:cNvSpPr>
            <p:nvPr/>
          </p:nvSpPr>
          <p:spPr bwMode="auto">
            <a:xfrm>
              <a:off x="943" y="2210"/>
              <a:ext cx="276" cy="187"/>
            </a:xfrm>
            <a:custGeom>
              <a:avLst/>
              <a:gdLst>
                <a:gd name="T0" fmla="*/ 11 w 1380"/>
                <a:gd name="T1" fmla="*/ 7 h 937"/>
                <a:gd name="T2" fmla="*/ 11 w 1380"/>
                <a:gd name="T3" fmla="*/ 7 h 937"/>
                <a:gd name="T4" fmla="*/ 0 w 1380"/>
                <a:gd name="T5" fmla="*/ 0 h 937"/>
                <a:gd name="T6" fmla="*/ 0 w 1380"/>
                <a:gd name="T7" fmla="*/ 1 h 937"/>
                <a:gd name="T8" fmla="*/ 10 w 1380"/>
                <a:gd name="T9" fmla="*/ 7 h 937"/>
                <a:gd name="T10" fmla="*/ 10 w 1380"/>
                <a:gd name="T11" fmla="*/ 7 h 937"/>
                <a:gd name="T12" fmla="*/ 10 w 1380"/>
                <a:gd name="T13" fmla="*/ 7 h 937"/>
                <a:gd name="T14" fmla="*/ 11 w 1380"/>
                <a:gd name="T15" fmla="*/ 7 h 937"/>
                <a:gd name="T16" fmla="*/ 11 w 1380"/>
                <a:gd name="T17" fmla="*/ 7 h 937"/>
                <a:gd name="T18" fmla="*/ 11 w 1380"/>
                <a:gd name="T19" fmla="*/ 7 h 937"/>
                <a:gd name="T20" fmla="*/ 11 w 1380"/>
                <a:gd name="T21" fmla="*/ 7 h 937"/>
                <a:gd name="T22" fmla="*/ 11 w 1380"/>
                <a:gd name="T23" fmla="*/ 7 h 937"/>
                <a:gd name="T24" fmla="*/ 11 w 1380"/>
                <a:gd name="T25" fmla="*/ 7 h 937"/>
                <a:gd name="T26" fmla="*/ 11 w 1380"/>
                <a:gd name="T27" fmla="*/ 7 h 937"/>
                <a:gd name="T28" fmla="*/ 11 w 1380"/>
                <a:gd name="T29" fmla="*/ 7 h 937"/>
                <a:gd name="T30" fmla="*/ 11 w 1380"/>
                <a:gd name="T31" fmla="*/ 7 h 93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80"/>
                <a:gd name="T49" fmla="*/ 0 h 937"/>
                <a:gd name="T50" fmla="*/ 1380 w 1380"/>
                <a:gd name="T51" fmla="*/ 937 h 93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80" h="937">
                  <a:moveTo>
                    <a:pt x="1354" y="848"/>
                  </a:moveTo>
                  <a:lnTo>
                    <a:pt x="1359" y="851"/>
                  </a:lnTo>
                  <a:lnTo>
                    <a:pt x="51" y="0"/>
                  </a:lnTo>
                  <a:lnTo>
                    <a:pt x="0" y="78"/>
                  </a:lnTo>
                  <a:lnTo>
                    <a:pt x="1307" y="929"/>
                  </a:lnTo>
                  <a:lnTo>
                    <a:pt x="1312" y="932"/>
                  </a:lnTo>
                  <a:lnTo>
                    <a:pt x="1307" y="929"/>
                  </a:lnTo>
                  <a:lnTo>
                    <a:pt x="1326" y="937"/>
                  </a:lnTo>
                  <a:lnTo>
                    <a:pt x="1345" y="936"/>
                  </a:lnTo>
                  <a:lnTo>
                    <a:pt x="1360" y="929"/>
                  </a:lnTo>
                  <a:lnTo>
                    <a:pt x="1372" y="916"/>
                  </a:lnTo>
                  <a:lnTo>
                    <a:pt x="1379" y="899"/>
                  </a:lnTo>
                  <a:lnTo>
                    <a:pt x="1380" y="883"/>
                  </a:lnTo>
                  <a:lnTo>
                    <a:pt x="1374" y="865"/>
                  </a:lnTo>
                  <a:lnTo>
                    <a:pt x="1359" y="851"/>
                  </a:lnTo>
                  <a:lnTo>
                    <a:pt x="1354" y="84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0253" name="Freeform 37"/>
            <p:cNvSpPr>
              <a:spLocks/>
            </p:cNvSpPr>
            <p:nvPr/>
          </p:nvSpPr>
          <p:spPr bwMode="auto">
            <a:xfrm>
              <a:off x="1206" y="2379"/>
              <a:ext cx="140" cy="32"/>
            </a:xfrm>
            <a:custGeom>
              <a:avLst/>
              <a:gdLst>
                <a:gd name="T0" fmla="*/ 5 w 703"/>
                <a:gd name="T1" fmla="*/ 0 h 162"/>
                <a:gd name="T2" fmla="*/ 5 w 703"/>
                <a:gd name="T3" fmla="*/ 0 h 162"/>
                <a:gd name="T4" fmla="*/ 5 w 703"/>
                <a:gd name="T5" fmla="*/ 0 h 162"/>
                <a:gd name="T6" fmla="*/ 5 w 703"/>
                <a:gd name="T7" fmla="*/ 0 h 162"/>
                <a:gd name="T8" fmla="*/ 4 w 703"/>
                <a:gd name="T9" fmla="*/ 0 h 162"/>
                <a:gd name="T10" fmla="*/ 4 w 703"/>
                <a:gd name="T11" fmla="*/ 0 h 162"/>
                <a:gd name="T12" fmla="*/ 4 w 703"/>
                <a:gd name="T13" fmla="*/ 0 h 162"/>
                <a:gd name="T14" fmla="*/ 3 w 703"/>
                <a:gd name="T15" fmla="*/ 1 h 162"/>
                <a:gd name="T16" fmla="*/ 3 w 703"/>
                <a:gd name="T17" fmla="*/ 1 h 162"/>
                <a:gd name="T18" fmla="*/ 3 w 703"/>
                <a:gd name="T19" fmla="*/ 1 h 162"/>
                <a:gd name="T20" fmla="*/ 2 w 703"/>
                <a:gd name="T21" fmla="*/ 1 h 162"/>
                <a:gd name="T22" fmla="*/ 2 w 703"/>
                <a:gd name="T23" fmla="*/ 1 h 162"/>
                <a:gd name="T24" fmla="*/ 2 w 703"/>
                <a:gd name="T25" fmla="*/ 0 h 162"/>
                <a:gd name="T26" fmla="*/ 1 w 703"/>
                <a:gd name="T27" fmla="*/ 0 h 162"/>
                <a:gd name="T28" fmla="*/ 1 w 703"/>
                <a:gd name="T29" fmla="*/ 0 h 162"/>
                <a:gd name="T30" fmla="*/ 1 w 703"/>
                <a:gd name="T31" fmla="*/ 0 h 162"/>
                <a:gd name="T32" fmla="*/ 1 w 703"/>
                <a:gd name="T33" fmla="*/ 0 h 162"/>
                <a:gd name="T34" fmla="*/ 0 w 703"/>
                <a:gd name="T35" fmla="*/ 0 h 162"/>
                <a:gd name="T36" fmla="*/ 0 w 703"/>
                <a:gd name="T37" fmla="*/ 1 h 162"/>
                <a:gd name="T38" fmla="*/ 0 w 703"/>
                <a:gd name="T39" fmla="*/ 1 h 162"/>
                <a:gd name="T40" fmla="*/ 1 w 703"/>
                <a:gd name="T41" fmla="*/ 1 h 162"/>
                <a:gd name="T42" fmla="*/ 1 w 703"/>
                <a:gd name="T43" fmla="*/ 1 h 162"/>
                <a:gd name="T44" fmla="*/ 1 w 703"/>
                <a:gd name="T45" fmla="*/ 1 h 162"/>
                <a:gd name="T46" fmla="*/ 2 w 703"/>
                <a:gd name="T47" fmla="*/ 1 h 162"/>
                <a:gd name="T48" fmla="*/ 2 w 703"/>
                <a:gd name="T49" fmla="*/ 1 h 162"/>
                <a:gd name="T50" fmla="*/ 2 w 703"/>
                <a:gd name="T51" fmla="*/ 1 h 162"/>
                <a:gd name="T52" fmla="*/ 3 w 703"/>
                <a:gd name="T53" fmla="*/ 1 h 162"/>
                <a:gd name="T54" fmla="*/ 3 w 703"/>
                <a:gd name="T55" fmla="*/ 1 h 162"/>
                <a:gd name="T56" fmla="*/ 3 w 703"/>
                <a:gd name="T57" fmla="*/ 1 h 162"/>
                <a:gd name="T58" fmla="*/ 4 w 703"/>
                <a:gd name="T59" fmla="*/ 1 h 162"/>
                <a:gd name="T60" fmla="*/ 4 w 703"/>
                <a:gd name="T61" fmla="*/ 1 h 162"/>
                <a:gd name="T62" fmla="*/ 5 w 703"/>
                <a:gd name="T63" fmla="*/ 1 h 162"/>
                <a:gd name="T64" fmla="*/ 5 w 703"/>
                <a:gd name="T65" fmla="*/ 1 h 162"/>
                <a:gd name="T66" fmla="*/ 5 w 703"/>
                <a:gd name="T67" fmla="*/ 1 h 162"/>
                <a:gd name="T68" fmla="*/ 5 w 703"/>
                <a:gd name="T69" fmla="*/ 1 h 162"/>
                <a:gd name="T70" fmla="*/ 5 w 703"/>
                <a:gd name="T71" fmla="*/ 1 h 162"/>
                <a:gd name="T72" fmla="*/ 5 w 703"/>
                <a:gd name="T73" fmla="*/ 1 h 162"/>
                <a:gd name="T74" fmla="*/ 5 w 703"/>
                <a:gd name="T75" fmla="*/ 1 h 162"/>
                <a:gd name="T76" fmla="*/ 6 w 703"/>
                <a:gd name="T77" fmla="*/ 0 h 162"/>
                <a:gd name="T78" fmla="*/ 6 w 703"/>
                <a:gd name="T79" fmla="*/ 0 h 162"/>
                <a:gd name="T80" fmla="*/ 6 w 703"/>
                <a:gd name="T81" fmla="*/ 0 h 162"/>
                <a:gd name="T82" fmla="*/ 5 w 703"/>
                <a:gd name="T83" fmla="*/ 0 h 162"/>
                <a:gd name="T84" fmla="*/ 5 w 703"/>
                <a:gd name="T85" fmla="*/ 0 h 162"/>
                <a:gd name="T86" fmla="*/ 5 w 703"/>
                <a:gd name="T87" fmla="*/ 0 h 162"/>
                <a:gd name="T88" fmla="*/ 5 w 703"/>
                <a:gd name="T89" fmla="*/ 0 h 162"/>
                <a:gd name="T90" fmla="*/ 5 w 703"/>
                <a:gd name="T91" fmla="*/ 0 h 162"/>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703"/>
                <a:gd name="T139" fmla="*/ 0 h 162"/>
                <a:gd name="T140" fmla="*/ 703 w 703"/>
                <a:gd name="T141" fmla="*/ 162 h 162"/>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703" h="162">
                  <a:moveTo>
                    <a:pt x="631" y="8"/>
                  </a:moveTo>
                  <a:lnTo>
                    <a:pt x="636" y="6"/>
                  </a:lnTo>
                  <a:lnTo>
                    <a:pt x="606" y="20"/>
                  </a:lnTo>
                  <a:lnTo>
                    <a:pt x="575" y="32"/>
                  </a:lnTo>
                  <a:lnTo>
                    <a:pt x="540" y="42"/>
                  </a:lnTo>
                  <a:lnTo>
                    <a:pt x="504" y="52"/>
                  </a:lnTo>
                  <a:lnTo>
                    <a:pt x="467" y="59"/>
                  </a:lnTo>
                  <a:lnTo>
                    <a:pt x="428" y="64"/>
                  </a:lnTo>
                  <a:lnTo>
                    <a:pt x="389" y="67"/>
                  </a:lnTo>
                  <a:lnTo>
                    <a:pt x="348" y="68"/>
                  </a:lnTo>
                  <a:lnTo>
                    <a:pt x="308" y="68"/>
                  </a:lnTo>
                  <a:lnTo>
                    <a:pt x="267" y="65"/>
                  </a:lnTo>
                  <a:lnTo>
                    <a:pt x="226" y="61"/>
                  </a:lnTo>
                  <a:lnTo>
                    <a:pt x="187" y="54"/>
                  </a:lnTo>
                  <a:lnTo>
                    <a:pt x="148" y="44"/>
                  </a:lnTo>
                  <a:lnTo>
                    <a:pt x="110" y="33"/>
                  </a:lnTo>
                  <a:lnTo>
                    <a:pt x="75" y="20"/>
                  </a:lnTo>
                  <a:lnTo>
                    <a:pt x="42" y="5"/>
                  </a:lnTo>
                  <a:lnTo>
                    <a:pt x="0" y="89"/>
                  </a:lnTo>
                  <a:lnTo>
                    <a:pt x="40" y="107"/>
                  </a:lnTo>
                  <a:lnTo>
                    <a:pt x="82" y="122"/>
                  </a:lnTo>
                  <a:lnTo>
                    <a:pt x="124" y="135"/>
                  </a:lnTo>
                  <a:lnTo>
                    <a:pt x="169" y="146"/>
                  </a:lnTo>
                  <a:lnTo>
                    <a:pt x="214" y="153"/>
                  </a:lnTo>
                  <a:lnTo>
                    <a:pt x="258" y="158"/>
                  </a:lnTo>
                  <a:lnTo>
                    <a:pt x="303" y="162"/>
                  </a:lnTo>
                  <a:lnTo>
                    <a:pt x="348" y="162"/>
                  </a:lnTo>
                  <a:lnTo>
                    <a:pt x="394" y="161"/>
                  </a:lnTo>
                  <a:lnTo>
                    <a:pt x="439" y="157"/>
                  </a:lnTo>
                  <a:lnTo>
                    <a:pt x="481" y="150"/>
                  </a:lnTo>
                  <a:lnTo>
                    <a:pt x="525" y="143"/>
                  </a:lnTo>
                  <a:lnTo>
                    <a:pt x="566" y="132"/>
                  </a:lnTo>
                  <a:lnTo>
                    <a:pt x="606" y="121"/>
                  </a:lnTo>
                  <a:lnTo>
                    <a:pt x="643" y="105"/>
                  </a:lnTo>
                  <a:lnTo>
                    <a:pt x="678" y="88"/>
                  </a:lnTo>
                  <a:lnTo>
                    <a:pt x="683" y="86"/>
                  </a:lnTo>
                  <a:lnTo>
                    <a:pt x="678" y="88"/>
                  </a:lnTo>
                  <a:lnTo>
                    <a:pt x="695" y="75"/>
                  </a:lnTo>
                  <a:lnTo>
                    <a:pt x="702" y="60"/>
                  </a:lnTo>
                  <a:lnTo>
                    <a:pt x="703" y="42"/>
                  </a:lnTo>
                  <a:lnTo>
                    <a:pt x="698" y="26"/>
                  </a:lnTo>
                  <a:lnTo>
                    <a:pt x="688" y="12"/>
                  </a:lnTo>
                  <a:lnTo>
                    <a:pt x="674" y="3"/>
                  </a:lnTo>
                  <a:lnTo>
                    <a:pt x="656" y="0"/>
                  </a:lnTo>
                  <a:lnTo>
                    <a:pt x="636" y="6"/>
                  </a:lnTo>
                  <a:lnTo>
                    <a:pt x="631"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0254" name="Freeform 38"/>
            <p:cNvSpPr>
              <a:spLocks/>
            </p:cNvSpPr>
            <p:nvPr/>
          </p:nvSpPr>
          <p:spPr bwMode="auto">
            <a:xfrm>
              <a:off x="1332" y="2204"/>
              <a:ext cx="283" cy="192"/>
            </a:xfrm>
            <a:custGeom>
              <a:avLst/>
              <a:gdLst>
                <a:gd name="T0" fmla="*/ 11 w 1415"/>
                <a:gd name="T1" fmla="*/ 0 h 960"/>
                <a:gd name="T2" fmla="*/ 11 w 1415"/>
                <a:gd name="T3" fmla="*/ 0 h 960"/>
                <a:gd name="T4" fmla="*/ 0 w 1415"/>
                <a:gd name="T5" fmla="*/ 7 h 960"/>
                <a:gd name="T6" fmla="*/ 0 w 1415"/>
                <a:gd name="T7" fmla="*/ 8 h 960"/>
                <a:gd name="T8" fmla="*/ 11 w 1415"/>
                <a:gd name="T9" fmla="*/ 1 h 960"/>
                <a:gd name="T10" fmla="*/ 11 w 1415"/>
                <a:gd name="T11" fmla="*/ 1 h 960"/>
                <a:gd name="T12" fmla="*/ 11 w 1415"/>
                <a:gd name="T13" fmla="*/ 1 h 960"/>
                <a:gd name="T14" fmla="*/ 11 w 1415"/>
                <a:gd name="T15" fmla="*/ 1 h 960"/>
                <a:gd name="T16" fmla="*/ 11 w 1415"/>
                <a:gd name="T17" fmla="*/ 0 h 960"/>
                <a:gd name="T18" fmla="*/ 11 w 1415"/>
                <a:gd name="T19" fmla="*/ 0 h 960"/>
                <a:gd name="T20" fmla="*/ 11 w 1415"/>
                <a:gd name="T21" fmla="*/ 0 h 960"/>
                <a:gd name="T22" fmla="*/ 11 w 1415"/>
                <a:gd name="T23" fmla="*/ 0 h 960"/>
                <a:gd name="T24" fmla="*/ 11 w 1415"/>
                <a:gd name="T25" fmla="*/ 0 h 960"/>
                <a:gd name="T26" fmla="*/ 11 w 1415"/>
                <a:gd name="T27" fmla="*/ 0 h 960"/>
                <a:gd name="T28" fmla="*/ 11 w 1415"/>
                <a:gd name="T29" fmla="*/ 0 h 960"/>
                <a:gd name="T30" fmla="*/ 11 w 1415"/>
                <a:gd name="T31" fmla="*/ 0 h 96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15"/>
                <a:gd name="T49" fmla="*/ 0 h 960"/>
                <a:gd name="T50" fmla="*/ 1415 w 1415"/>
                <a:gd name="T51" fmla="*/ 960 h 96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15" h="960">
                  <a:moveTo>
                    <a:pt x="1338" y="10"/>
                  </a:moveTo>
                  <a:lnTo>
                    <a:pt x="1342" y="8"/>
                  </a:lnTo>
                  <a:lnTo>
                    <a:pt x="0" y="882"/>
                  </a:lnTo>
                  <a:lnTo>
                    <a:pt x="52" y="960"/>
                  </a:lnTo>
                  <a:lnTo>
                    <a:pt x="1393" y="85"/>
                  </a:lnTo>
                  <a:lnTo>
                    <a:pt x="1397" y="83"/>
                  </a:lnTo>
                  <a:lnTo>
                    <a:pt x="1393" y="85"/>
                  </a:lnTo>
                  <a:lnTo>
                    <a:pt x="1409" y="71"/>
                  </a:lnTo>
                  <a:lnTo>
                    <a:pt x="1415" y="53"/>
                  </a:lnTo>
                  <a:lnTo>
                    <a:pt x="1413" y="37"/>
                  </a:lnTo>
                  <a:lnTo>
                    <a:pt x="1406" y="21"/>
                  </a:lnTo>
                  <a:lnTo>
                    <a:pt x="1395" y="8"/>
                  </a:lnTo>
                  <a:lnTo>
                    <a:pt x="1379" y="1"/>
                  </a:lnTo>
                  <a:lnTo>
                    <a:pt x="1361" y="0"/>
                  </a:lnTo>
                  <a:lnTo>
                    <a:pt x="1342" y="8"/>
                  </a:lnTo>
                  <a:lnTo>
                    <a:pt x="1338" y="1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0255" name="Freeform 39"/>
            <p:cNvSpPr>
              <a:spLocks/>
            </p:cNvSpPr>
            <p:nvPr/>
          </p:nvSpPr>
          <p:spPr bwMode="auto">
            <a:xfrm>
              <a:off x="1599" y="2057"/>
              <a:ext cx="80" cy="163"/>
            </a:xfrm>
            <a:custGeom>
              <a:avLst/>
              <a:gdLst>
                <a:gd name="T0" fmla="*/ 2 w 398"/>
                <a:gd name="T1" fmla="*/ 0 h 817"/>
                <a:gd name="T2" fmla="*/ 2 w 398"/>
                <a:gd name="T3" fmla="*/ 0 h 817"/>
                <a:gd name="T4" fmla="*/ 2 w 398"/>
                <a:gd name="T5" fmla="*/ 1 h 817"/>
                <a:gd name="T6" fmla="*/ 2 w 398"/>
                <a:gd name="T7" fmla="*/ 1 h 817"/>
                <a:gd name="T8" fmla="*/ 2 w 398"/>
                <a:gd name="T9" fmla="*/ 2 h 817"/>
                <a:gd name="T10" fmla="*/ 2 w 398"/>
                <a:gd name="T11" fmla="*/ 2 h 817"/>
                <a:gd name="T12" fmla="*/ 2 w 398"/>
                <a:gd name="T13" fmla="*/ 2 h 817"/>
                <a:gd name="T14" fmla="*/ 2 w 398"/>
                <a:gd name="T15" fmla="*/ 3 h 817"/>
                <a:gd name="T16" fmla="*/ 2 w 398"/>
                <a:gd name="T17" fmla="*/ 3 h 817"/>
                <a:gd name="T18" fmla="*/ 2 w 398"/>
                <a:gd name="T19" fmla="*/ 4 h 817"/>
                <a:gd name="T20" fmla="*/ 2 w 398"/>
                <a:gd name="T21" fmla="*/ 4 h 817"/>
                <a:gd name="T22" fmla="*/ 1 w 398"/>
                <a:gd name="T23" fmla="*/ 4 h 817"/>
                <a:gd name="T24" fmla="*/ 1 w 398"/>
                <a:gd name="T25" fmla="*/ 5 h 817"/>
                <a:gd name="T26" fmla="*/ 1 w 398"/>
                <a:gd name="T27" fmla="*/ 5 h 817"/>
                <a:gd name="T28" fmla="*/ 1 w 398"/>
                <a:gd name="T29" fmla="*/ 5 h 817"/>
                <a:gd name="T30" fmla="*/ 1 w 398"/>
                <a:gd name="T31" fmla="*/ 5 h 817"/>
                <a:gd name="T32" fmla="*/ 0 w 398"/>
                <a:gd name="T33" fmla="*/ 6 h 817"/>
                <a:gd name="T34" fmla="*/ 0 w 398"/>
                <a:gd name="T35" fmla="*/ 6 h 817"/>
                <a:gd name="T36" fmla="*/ 0 w 398"/>
                <a:gd name="T37" fmla="*/ 7 h 817"/>
                <a:gd name="T38" fmla="*/ 1 w 398"/>
                <a:gd name="T39" fmla="*/ 6 h 817"/>
                <a:gd name="T40" fmla="*/ 1 w 398"/>
                <a:gd name="T41" fmla="*/ 6 h 817"/>
                <a:gd name="T42" fmla="*/ 1 w 398"/>
                <a:gd name="T43" fmla="*/ 6 h 817"/>
                <a:gd name="T44" fmla="*/ 2 w 398"/>
                <a:gd name="T45" fmla="*/ 5 h 817"/>
                <a:gd name="T46" fmla="*/ 2 w 398"/>
                <a:gd name="T47" fmla="*/ 5 h 817"/>
                <a:gd name="T48" fmla="*/ 2 w 398"/>
                <a:gd name="T49" fmla="*/ 5 h 817"/>
                <a:gd name="T50" fmla="*/ 2 w 398"/>
                <a:gd name="T51" fmla="*/ 4 h 817"/>
                <a:gd name="T52" fmla="*/ 2 w 398"/>
                <a:gd name="T53" fmla="*/ 4 h 817"/>
                <a:gd name="T54" fmla="*/ 3 w 398"/>
                <a:gd name="T55" fmla="*/ 3 h 817"/>
                <a:gd name="T56" fmla="*/ 3 w 398"/>
                <a:gd name="T57" fmla="*/ 3 h 817"/>
                <a:gd name="T58" fmla="*/ 3 w 398"/>
                <a:gd name="T59" fmla="*/ 3 h 817"/>
                <a:gd name="T60" fmla="*/ 3 w 398"/>
                <a:gd name="T61" fmla="*/ 2 h 817"/>
                <a:gd name="T62" fmla="*/ 3 w 398"/>
                <a:gd name="T63" fmla="*/ 2 h 817"/>
                <a:gd name="T64" fmla="*/ 3 w 398"/>
                <a:gd name="T65" fmla="*/ 1 h 817"/>
                <a:gd name="T66" fmla="*/ 3 w 398"/>
                <a:gd name="T67" fmla="*/ 1 h 817"/>
                <a:gd name="T68" fmla="*/ 3 w 398"/>
                <a:gd name="T69" fmla="*/ 0 h 817"/>
                <a:gd name="T70" fmla="*/ 3 w 398"/>
                <a:gd name="T71" fmla="*/ 0 h 817"/>
                <a:gd name="T72" fmla="*/ 3 w 398"/>
                <a:gd name="T73" fmla="*/ 0 h 817"/>
                <a:gd name="T74" fmla="*/ 3 w 398"/>
                <a:gd name="T75" fmla="*/ 0 h 817"/>
                <a:gd name="T76" fmla="*/ 3 w 398"/>
                <a:gd name="T77" fmla="*/ 0 h 817"/>
                <a:gd name="T78" fmla="*/ 3 w 398"/>
                <a:gd name="T79" fmla="*/ 0 h 817"/>
                <a:gd name="T80" fmla="*/ 3 w 398"/>
                <a:gd name="T81" fmla="*/ 0 h 817"/>
                <a:gd name="T82" fmla="*/ 3 w 398"/>
                <a:gd name="T83" fmla="*/ 0 h 817"/>
                <a:gd name="T84" fmla="*/ 3 w 398"/>
                <a:gd name="T85" fmla="*/ 0 h 817"/>
                <a:gd name="T86" fmla="*/ 2 w 398"/>
                <a:gd name="T87" fmla="*/ 0 h 817"/>
                <a:gd name="T88" fmla="*/ 2 w 398"/>
                <a:gd name="T89" fmla="*/ 0 h 817"/>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398"/>
                <a:gd name="T136" fmla="*/ 0 h 817"/>
                <a:gd name="T137" fmla="*/ 398 w 398"/>
                <a:gd name="T138" fmla="*/ 817 h 817"/>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398" h="817">
                  <a:moveTo>
                    <a:pt x="304" y="47"/>
                  </a:moveTo>
                  <a:lnTo>
                    <a:pt x="304" y="47"/>
                  </a:lnTo>
                  <a:lnTo>
                    <a:pt x="301" y="97"/>
                  </a:lnTo>
                  <a:lnTo>
                    <a:pt x="297" y="147"/>
                  </a:lnTo>
                  <a:lnTo>
                    <a:pt x="291" y="198"/>
                  </a:lnTo>
                  <a:lnTo>
                    <a:pt x="280" y="247"/>
                  </a:lnTo>
                  <a:lnTo>
                    <a:pt x="268" y="297"/>
                  </a:lnTo>
                  <a:lnTo>
                    <a:pt x="253" y="347"/>
                  </a:lnTo>
                  <a:lnTo>
                    <a:pt x="236" y="395"/>
                  </a:lnTo>
                  <a:lnTo>
                    <a:pt x="217" y="442"/>
                  </a:lnTo>
                  <a:lnTo>
                    <a:pt x="195" y="487"/>
                  </a:lnTo>
                  <a:lnTo>
                    <a:pt x="171" y="532"/>
                  </a:lnTo>
                  <a:lnTo>
                    <a:pt x="147" y="574"/>
                  </a:lnTo>
                  <a:lnTo>
                    <a:pt x="121" y="613"/>
                  </a:lnTo>
                  <a:lnTo>
                    <a:pt x="93" y="650"/>
                  </a:lnTo>
                  <a:lnTo>
                    <a:pt x="64" y="684"/>
                  </a:lnTo>
                  <a:lnTo>
                    <a:pt x="32" y="716"/>
                  </a:lnTo>
                  <a:lnTo>
                    <a:pt x="0" y="744"/>
                  </a:lnTo>
                  <a:lnTo>
                    <a:pt x="59" y="817"/>
                  </a:lnTo>
                  <a:lnTo>
                    <a:pt x="95" y="784"/>
                  </a:lnTo>
                  <a:lnTo>
                    <a:pt x="132" y="748"/>
                  </a:lnTo>
                  <a:lnTo>
                    <a:pt x="166" y="709"/>
                  </a:lnTo>
                  <a:lnTo>
                    <a:pt x="196" y="667"/>
                  </a:lnTo>
                  <a:lnTo>
                    <a:pt x="227" y="623"/>
                  </a:lnTo>
                  <a:lnTo>
                    <a:pt x="253" y="576"/>
                  </a:lnTo>
                  <a:lnTo>
                    <a:pt x="279" y="530"/>
                  </a:lnTo>
                  <a:lnTo>
                    <a:pt x="301" y="479"/>
                  </a:lnTo>
                  <a:lnTo>
                    <a:pt x="323" y="428"/>
                  </a:lnTo>
                  <a:lnTo>
                    <a:pt x="342" y="375"/>
                  </a:lnTo>
                  <a:lnTo>
                    <a:pt x="359" y="321"/>
                  </a:lnTo>
                  <a:lnTo>
                    <a:pt x="372" y="268"/>
                  </a:lnTo>
                  <a:lnTo>
                    <a:pt x="382" y="212"/>
                  </a:lnTo>
                  <a:lnTo>
                    <a:pt x="391" y="157"/>
                  </a:lnTo>
                  <a:lnTo>
                    <a:pt x="395" y="102"/>
                  </a:lnTo>
                  <a:lnTo>
                    <a:pt x="398" y="47"/>
                  </a:lnTo>
                  <a:lnTo>
                    <a:pt x="394" y="27"/>
                  </a:lnTo>
                  <a:lnTo>
                    <a:pt x="383" y="11"/>
                  </a:lnTo>
                  <a:lnTo>
                    <a:pt x="368" y="3"/>
                  </a:lnTo>
                  <a:lnTo>
                    <a:pt x="351" y="0"/>
                  </a:lnTo>
                  <a:lnTo>
                    <a:pt x="333" y="3"/>
                  </a:lnTo>
                  <a:lnTo>
                    <a:pt x="319" y="11"/>
                  </a:lnTo>
                  <a:lnTo>
                    <a:pt x="307" y="27"/>
                  </a:lnTo>
                  <a:lnTo>
                    <a:pt x="304" y="4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0256" name="Freeform 40"/>
            <p:cNvSpPr>
              <a:spLocks/>
            </p:cNvSpPr>
            <p:nvPr/>
          </p:nvSpPr>
          <p:spPr bwMode="auto">
            <a:xfrm>
              <a:off x="1660" y="1701"/>
              <a:ext cx="19" cy="365"/>
            </a:xfrm>
            <a:custGeom>
              <a:avLst/>
              <a:gdLst>
                <a:gd name="T0" fmla="*/ 0 w 95"/>
                <a:gd name="T1" fmla="*/ 0 h 1826"/>
                <a:gd name="T2" fmla="*/ 0 w 95"/>
                <a:gd name="T3" fmla="*/ 0 h 1826"/>
                <a:gd name="T4" fmla="*/ 0 w 95"/>
                <a:gd name="T5" fmla="*/ 15 h 1826"/>
                <a:gd name="T6" fmla="*/ 1 w 95"/>
                <a:gd name="T7" fmla="*/ 15 h 1826"/>
                <a:gd name="T8" fmla="*/ 1 w 95"/>
                <a:gd name="T9" fmla="*/ 0 h 1826"/>
                <a:gd name="T10" fmla="*/ 1 w 95"/>
                <a:gd name="T11" fmla="*/ 0 h 1826"/>
                <a:gd name="T12" fmla="*/ 1 w 95"/>
                <a:gd name="T13" fmla="*/ 0 h 1826"/>
                <a:gd name="T14" fmla="*/ 1 w 95"/>
                <a:gd name="T15" fmla="*/ 0 h 1826"/>
                <a:gd name="T16" fmla="*/ 1 w 95"/>
                <a:gd name="T17" fmla="*/ 0 h 1826"/>
                <a:gd name="T18" fmla="*/ 1 w 95"/>
                <a:gd name="T19" fmla="*/ 0 h 1826"/>
                <a:gd name="T20" fmla="*/ 0 w 95"/>
                <a:gd name="T21" fmla="*/ 0 h 1826"/>
                <a:gd name="T22" fmla="*/ 0 w 95"/>
                <a:gd name="T23" fmla="*/ 0 h 1826"/>
                <a:gd name="T24" fmla="*/ 0 w 95"/>
                <a:gd name="T25" fmla="*/ 0 h 1826"/>
                <a:gd name="T26" fmla="*/ 0 w 95"/>
                <a:gd name="T27" fmla="*/ 0 h 1826"/>
                <a:gd name="T28" fmla="*/ 0 w 95"/>
                <a:gd name="T29" fmla="*/ 0 h 1826"/>
                <a:gd name="T30" fmla="*/ 0 w 95"/>
                <a:gd name="T31" fmla="*/ 0 h 182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95"/>
                <a:gd name="T49" fmla="*/ 0 h 1826"/>
                <a:gd name="T50" fmla="*/ 95 w 95"/>
                <a:gd name="T51" fmla="*/ 1826 h 182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95" h="1826">
                  <a:moveTo>
                    <a:pt x="0" y="49"/>
                  </a:moveTo>
                  <a:lnTo>
                    <a:pt x="0" y="47"/>
                  </a:lnTo>
                  <a:lnTo>
                    <a:pt x="1" y="1826"/>
                  </a:lnTo>
                  <a:lnTo>
                    <a:pt x="95" y="1826"/>
                  </a:lnTo>
                  <a:lnTo>
                    <a:pt x="93" y="47"/>
                  </a:lnTo>
                  <a:lnTo>
                    <a:pt x="93" y="45"/>
                  </a:lnTo>
                  <a:lnTo>
                    <a:pt x="93" y="47"/>
                  </a:lnTo>
                  <a:lnTo>
                    <a:pt x="90" y="27"/>
                  </a:lnTo>
                  <a:lnTo>
                    <a:pt x="79" y="12"/>
                  </a:lnTo>
                  <a:lnTo>
                    <a:pt x="64" y="4"/>
                  </a:lnTo>
                  <a:lnTo>
                    <a:pt x="47" y="0"/>
                  </a:lnTo>
                  <a:lnTo>
                    <a:pt x="29" y="4"/>
                  </a:lnTo>
                  <a:lnTo>
                    <a:pt x="15" y="12"/>
                  </a:lnTo>
                  <a:lnTo>
                    <a:pt x="3" y="27"/>
                  </a:lnTo>
                  <a:lnTo>
                    <a:pt x="0" y="47"/>
                  </a:lnTo>
                  <a:lnTo>
                    <a:pt x="0" y="4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0257" name="Freeform 41"/>
            <p:cNvSpPr>
              <a:spLocks/>
            </p:cNvSpPr>
            <p:nvPr/>
          </p:nvSpPr>
          <p:spPr bwMode="auto">
            <a:xfrm>
              <a:off x="1598" y="1598"/>
              <a:ext cx="81" cy="113"/>
            </a:xfrm>
            <a:custGeom>
              <a:avLst/>
              <a:gdLst>
                <a:gd name="T0" fmla="*/ 0 w 401"/>
                <a:gd name="T1" fmla="*/ 1 h 566"/>
                <a:gd name="T2" fmla="*/ 0 w 401"/>
                <a:gd name="T3" fmla="*/ 1 h 566"/>
                <a:gd name="T4" fmla="*/ 0 w 401"/>
                <a:gd name="T5" fmla="*/ 1 h 566"/>
                <a:gd name="T6" fmla="*/ 1 w 401"/>
                <a:gd name="T7" fmla="*/ 1 h 566"/>
                <a:gd name="T8" fmla="*/ 1 w 401"/>
                <a:gd name="T9" fmla="*/ 1 h 566"/>
                <a:gd name="T10" fmla="*/ 1 w 401"/>
                <a:gd name="T11" fmla="*/ 1 h 566"/>
                <a:gd name="T12" fmla="*/ 1 w 401"/>
                <a:gd name="T13" fmla="*/ 2 h 566"/>
                <a:gd name="T14" fmla="*/ 1 w 401"/>
                <a:gd name="T15" fmla="*/ 2 h 566"/>
                <a:gd name="T16" fmla="*/ 2 w 401"/>
                <a:gd name="T17" fmla="*/ 2 h 566"/>
                <a:gd name="T18" fmla="*/ 2 w 401"/>
                <a:gd name="T19" fmla="*/ 2 h 566"/>
                <a:gd name="T20" fmla="*/ 2 w 401"/>
                <a:gd name="T21" fmla="*/ 2 h 566"/>
                <a:gd name="T22" fmla="*/ 2 w 401"/>
                <a:gd name="T23" fmla="*/ 3 h 566"/>
                <a:gd name="T24" fmla="*/ 2 w 401"/>
                <a:gd name="T25" fmla="*/ 3 h 566"/>
                <a:gd name="T26" fmla="*/ 2 w 401"/>
                <a:gd name="T27" fmla="*/ 3 h 566"/>
                <a:gd name="T28" fmla="*/ 2 w 401"/>
                <a:gd name="T29" fmla="*/ 4 h 566"/>
                <a:gd name="T30" fmla="*/ 2 w 401"/>
                <a:gd name="T31" fmla="*/ 4 h 566"/>
                <a:gd name="T32" fmla="*/ 2 w 401"/>
                <a:gd name="T33" fmla="*/ 4 h 566"/>
                <a:gd name="T34" fmla="*/ 3 w 401"/>
                <a:gd name="T35" fmla="*/ 5 h 566"/>
                <a:gd name="T36" fmla="*/ 3 w 401"/>
                <a:gd name="T37" fmla="*/ 4 h 566"/>
                <a:gd name="T38" fmla="*/ 3 w 401"/>
                <a:gd name="T39" fmla="*/ 4 h 566"/>
                <a:gd name="T40" fmla="*/ 3 w 401"/>
                <a:gd name="T41" fmla="*/ 4 h 566"/>
                <a:gd name="T42" fmla="*/ 3 w 401"/>
                <a:gd name="T43" fmla="*/ 3 h 566"/>
                <a:gd name="T44" fmla="*/ 3 w 401"/>
                <a:gd name="T45" fmla="*/ 3 h 566"/>
                <a:gd name="T46" fmla="*/ 3 w 401"/>
                <a:gd name="T47" fmla="*/ 3 h 566"/>
                <a:gd name="T48" fmla="*/ 3 w 401"/>
                <a:gd name="T49" fmla="*/ 2 h 566"/>
                <a:gd name="T50" fmla="*/ 3 w 401"/>
                <a:gd name="T51" fmla="*/ 2 h 566"/>
                <a:gd name="T52" fmla="*/ 2 w 401"/>
                <a:gd name="T53" fmla="*/ 2 h 566"/>
                <a:gd name="T54" fmla="*/ 2 w 401"/>
                <a:gd name="T55" fmla="*/ 2 h 566"/>
                <a:gd name="T56" fmla="*/ 2 w 401"/>
                <a:gd name="T57" fmla="*/ 1 h 566"/>
                <a:gd name="T58" fmla="*/ 2 w 401"/>
                <a:gd name="T59" fmla="*/ 1 h 566"/>
                <a:gd name="T60" fmla="*/ 2 w 401"/>
                <a:gd name="T61" fmla="*/ 1 h 566"/>
                <a:gd name="T62" fmla="*/ 1 w 401"/>
                <a:gd name="T63" fmla="*/ 1 h 566"/>
                <a:gd name="T64" fmla="*/ 1 w 401"/>
                <a:gd name="T65" fmla="*/ 0 h 566"/>
                <a:gd name="T66" fmla="*/ 1 w 401"/>
                <a:gd name="T67" fmla="*/ 0 h 566"/>
                <a:gd name="T68" fmla="*/ 1 w 401"/>
                <a:gd name="T69" fmla="*/ 0 h 566"/>
                <a:gd name="T70" fmla="*/ 1 w 401"/>
                <a:gd name="T71" fmla="*/ 0 h 566"/>
                <a:gd name="T72" fmla="*/ 1 w 401"/>
                <a:gd name="T73" fmla="*/ 0 h 566"/>
                <a:gd name="T74" fmla="*/ 0 w 401"/>
                <a:gd name="T75" fmla="*/ 0 h 566"/>
                <a:gd name="T76" fmla="*/ 0 w 401"/>
                <a:gd name="T77" fmla="*/ 0 h 566"/>
                <a:gd name="T78" fmla="*/ 0 w 401"/>
                <a:gd name="T79" fmla="*/ 0 h 566"/>
                <a:gd name="T80" fmla="*/ 0 w 401"/>
                <a:gd name="T81" fmla="*/ 0 h 566"/>
                <a:gd name="T82" fmla="*/ 0 w 401"/>
                <a:gd name="T83" fmla="*/ 0 h 566"/>
                <a:gd name="T84" fmla="*/ 0 w 401"/>
                <a:gd name="T85" fmla="*/ 0 h 566"/>
                <a:gd name="T86" fmla="*/ 0 w 401"/>
                <a:gd name="T87" fmla="*/ 1 h 566"/>
                <a:gd name="T88" fmla="*/ 0 w 401"/>
                <a:gd name="T89" fmla="*/ 1 h 56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401"/>
                <a:gd name="T136" fmla="*/ 0 h 566"/>
                <a:gd name="T137" fmla="*/ 401 w 401"/>
                <a:gd name="T138" fmla="*/ 566 h 566"/>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401" h="566">
                  <a:moveTo>
                    <a:pt x="23" y="88"/>
                  </a:moveTo>
                  <a:lnTo>
                    <a:pt x="23" y="88"/>
                  </a:lnTo>
                  <a:lnTo>
                    <a:pt x="53" y="107"/>
                  </a:lnTo>
                  <a:lnTo>
                    <a:pt x="83" y="125"/>
                  </a:lnTo>
                  <a:lnTo>
                    <a:pt x="108" y="147"/>
                  </a:lnTo>
                  <a:lnTo>
                    <a:pt x="135" y="171"/>
                  </a:lnTo>
                  <a:lnTo>
                    <a:pt x="160" y="196"/>
                  </a:lnTo>
                  <a:lnTo>
                    <a:pt x="182" y="223"/>
                  </a:lnTo>
                  <a:lnTo>
                    <a:pt x="205" y="251"/>
                  </a:lnTo>
                  <a:lnTo>
                    <a:pt x="223" y="281"/>
                  </a:lnTo>
                  <a:lnTo>
                    <a:pt x="240" y="312"/>
                  </a:lnTo>
                  <a:lnTo>
                    <a:pt x="256" y="345"/>
                  </a:lnTo>
                  <a:lnTo>
                    <a:pt x="270" y="379"/>
                  </a:lnTo>
                  <a:lnTo>
                    <a:pt x="282" y="414"/>
                  </a:lnTo>
                  <a:lnTo>
                    <a:pt x="291" y="450"/>
                  </a:lnTo>
                  <a:lnTo>
                    <a:pt x="299" y="488"/>
                  </a:lnTo>
                  <a:lnTo>
                    <a:pt x="304" y="526"/>
                  </a:lnTo>
                  <a:lnTo>
                    <a:pt x="308" y="566"/>
                  </a:lnTo>
                  <a:lnTo>
                    <a:pt x="401" y="562"/>
                  </a:lnTo>
                  <a:lnTo>
                    <a:pt x="398" y="517"/>
                  </a:lnTo>
                  <a:lnTo>
                    <a:pt x="391" y="471"/>
                  </a:lnTo>
                  <a:lnTo>
                    <a:pt x="383" y="429"/>
                  </a:lnTo>
                  <a:lnTo>
                    <a:pt x="371" y="386"/>
                  </a:lnTo>
                  <a:lnTo>
                    <a:pt x="357" y="346"/>
                  </a:lnTo>
                  <a:lnTo>
                    <a:pt x="340" y="307"/>
                  </a:lnTo>
                  <a:lnTo>
                    <a:pt x="324" y="270"/>
                  </a:lnTo>
                  <a:lnTo>
                    <a:pt x="303" y="232"/>
                  </a:lnTo>
                  <a:lnTo>
                    <a:pt x="280" y="197"/>
                  </a:lnTo>
                  <a:lnTo>
                    <a:pt x="255" y="164"/>
                  </a:lnTo>
                  <a:lnTo>
                    <a:pt x="228" y="132"/>
                  </a:lnTo>
                  <a:lnTo>
                    <a:pt x="199" y="103"/>
                  </a:lnTo>
                  <a:lnTo>
                    <a:pt x="169" y="76"/>
                  </a:lnTo>
                  <a:lnTo>
                    <a:pt x="137" y="50"/>
                  </a:lnTo>
                  <a:lnTo>
                    <a:pt x="103" y="27"/>
                  </a:lnTo>
                  <a:lnTo>
                    <a:pt x="67" y="6"/>
                  </a:lnTo>
                  <a:lnTo>
                    <a:pt x="48" y="0"/>
                  </a:lnTo>
                  <a:lnTo>
                    <a:pt x="30" y="2"/>
                  </a:lnTo>
                  <a:lnTo>
                    <a:pt x="16" y="12"/>
                  </a:lnTo>
                  <a:lnTo>
                    <a:pt x="5" y="25"/>
                  </a:lnTo>
                  <a:lnTo>
                    <a:pt x="0" y="41"/>
                  </a:lnTo>
                  <a:lnTo>
                    <a:pt x="0" y="59"/>
                  </a:lnTo>
                  <a:lnTo>
                    <a:pt x="8" y="75"/>
                  </a:lnTo>
                  <a:lnTo>
                    <a:pt x="23"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0258" name="Freeform 42"/>
            <p:cNvSpPr>
              <a:spLocks/>
            </p:cNvSpPr>
            <p:nvPr/>
          </p:nvSpPr>
          <p:spPr bwMode="auto">
            <a:xfrm>
              <a:off x="1346" y="1455"/>
              <a:ext cx="266" cy="160"/>
            </a:xfrm>
            <a:custGeom>
              <a:avLst/>
              <a:gdLst>
                <a:gd name="T0" fmla="*/ 0 w 1330"/>
                <a:gd name="T1" fmla="*/ 1 h 801"/>
                <a:gd name="T2" fmla="*/ 0 w 1330"/>
                <a:gd name="T3" fmla="*/ 1 h 801"/>
                <a:gd name="T4" fmla="*/ 10 w 1330"/>
                <a:gd name="T5" fmla="*/ 6 h 801"/>
                <a:gd name="T6" fmla="*/ 11 w 1330"/>
                <a:gd name="T7" fmla="*/ 6 h 801"/>
                <a:gd name="T8" fmla="*/ 1 w 1330"/>
                <a:gd name="T9" fmla="*/ 0 h 801"/>
                <a:gd name="T10" fmla="*/ 1 w 1330"/>
                <a:gd name="T11" fmla="*/ 0 h 801"/>
                <a:gd name="T12" fmla="*/ 1 w 1330"/>
                <a:gd name="T13" fmla="*/ 0 h 801"/>
                <a:gd name="T14" fmla="*/ 0 w 1330"/>
                <a:gd name="T15" fmla="*/ 0 h 801"/>
                <a:gd name="T16" fmla="*/ 0 w 1330"/>
                <a:gd name="T17" fmla="*/ 0 h 801"/>
                <a:gd name="T18" fmla="*/ 0 w 1330"/>
                <a:gd name="T19" fmla="*/ 0 h 801"/>
                <a:gd name="T20" fmla="*/ 0 w 1330"/>
                <a:gd name="T21" fmla="*/ 0 h 801"/>
                <a:gd name="T22" fmla="*/ 0 w 1330"/>
                <a:gd name="T23" fmla="*/ 0 h 801"/>
                <a:gd name="T24" fmla="*/ 0 w 1330"/>
                <a:gd name="T25" fmla="*/ 0 h 801"/>
                <a:gd name="T26" fmla="*/ 0 w 1330"/>
                <a:gd name="T27" fmla="*/ 1 h 801"/>
                <a:gd name="T28" fmla="*/ 0 w 1330"/>
                <a:gd name="T29" fmla="*/ 1 h 801"/>
                <a:gd name="T30" fmla="*/ 0 w 1330"/>
                <a:gd name="T31" fmla="*/ 1 h 801"/>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30"/>
                <a:gd name="T49" fmla="*/ 0 h 801"/>
                <a:gd name="T50" fmla="*/ 1330 w 1330"/>
                <a:gd name="T51" fmla="*/ 801 h 801"/>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30" h="801">
                  <a:moveTo>
                    <a:pt x="24" y="88"/>
                  </a:moveTo>
                  <a:lnTo>
                    <a:pt x="23" y="88"/>
                  </a:lnTo>
                  <a:lnTo>
                    <a:pt x="1286" y="801"/>
                  </a:lnTo>
                  <a:lnTo>
                    <a:pt x="1330" y="719"/>
                  </a:lnTo>
                  <a:lnTo>
                    <a:pt x="67" y="6"/>
                  </a:lnTo>
                  <a:lnTo>
                    <a:pt x="66" y="6"/>
                  </a:lnTo>
                  <a:lnTo>
                    <a:pt x="67" y="6"/>
                  </a:lnTo>
                  <a:lnTo>
                    <a:pt x="48" y="0"/>
                  </a:lnTo>
                  <a:lnTo>
                    <a:pt x="30" y="2"/>
                  </a:lnTo>
                  <a:lnTo>
                    <a:pt x="16" y="12"/>
                  </a:lnTo>
                  <a:lnTo>
                    <a:pt x="5" y="25"/>
                  </a:lnTo>
                  <a:lnTo>
                    <a:pt x="0" y="41"/>
                  </a:lnTo>
                  <a:lnTo>
                    <a:pt x="0" y="59"/>
                  </a:lnTo>
                  <a:lnTo>
                    <a:pt x="8" y="75"/>
                  </a:lnTo>
                  <a:lnTo>
                    <a:pt x="23" y="88"/>
                  </a:lnTo>
                  <a:lnTo>
                    <a:pt x="24"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0259" name="Freeform 43"/>
            <p:cNvSpPr>
              <a:spLocks/>
            </p:cNvSpPr>
            <p:nvPr/>
          </p:nvSpPr>
          <p:spPr bwMode="auto">
            <a:xfrm>
              <a:off x="1198" y="1439"/>
              <a:ext cx="161" cy="35"/>
            </a:xfrm>
            <a:custGeom>
              <a:avLst/>
              <a:gdLst>
                <a:gd name="T0" fmla="*/ 1 w 806"/>
                <a:gd name="T1" fmla="*/ 1 h 177"/>
                <a:gd name="T2" fmla="*/ 1 w 806"/>
                <a:gd name="T3" fmla="*/ 1 h 177"/>
                <a:gd name="T4" fmla="*/ 1 w 806"/>
                <a:gd name="T5" fmla="*/ 1 h 177"/>
                <a:gd name="T6" fmla="*/ 1 w 806"/>
                <a:gd name="T7" fmla="*/ 1 h 177"/>
                <a:gd name="T8" fmla="*/ 2 w 806"/>
                <a:gd name="T9" fmla="*/ 1 h 177"/>
                <a:gd name="T10" fmla="*/ 2 w 806"/>
                <a:gd name="T11" fmla="*/ 1 h 177"/>
                <a:gd name="T12" fmla="*/ 2 w 806"/>
                <a:gd name="T13" fmla="*/ 1 h 177"/>
                <a:gd name="T14" fmla="*/ 3 w 806"/>
                <a:gd name="T15" fmla="*/ 1 h 177"/>
                <a:gd name="T16" fmla="*/ 3 w 806"/>
                <a:gd name="T17" fmla="*/ 1 h 177"/>
                <a:gd name="T18" fmla="*/ 3 w 806"/>
                <a:gd name="T19" fmla="*/ 1 h 177"/>
                <a:gd name="T20" fmla="*/ 4 w 806"/>
                <a:gd name="T21" fmla="*/ 1 h 177"/>
                <a:gd name="T22" fmla="*/ 4 w 806"/>
                <a:gd name="T23" fmla="*/ 1 h 177"/>
                <a:gd name="T24" fmla="*/ 5 w 806"/>
                <a:gd name="T25" fmla="*/ 1 h 177"/>
                <a:gd name="T26" fmla="*/ 5 w 806"/>
                <a:gd name="T27" fmla="*/ 1 h 177"/>
                <a:gd name="T28" fmla="*/ 5 w 806"/>
                <a:gd name="T29" fmla="*/ 1 h 177"/>
                <a:gd name="T30" fmla="*/ 6 w 806"/>
                <a:gd name="T31" fmla="*/ 1 h 177"/>
                <a:gd name="T32" fmla="*/ 6 w 806"/>
                <a:gd name="T33" fmla="*/ 1 h 177"/>
                <a:gd name="T34" fmla="*/ 6 w 806"/>
                <a:gd name="T35" fmla="*/ 1 h 177"/>
                <a:gd name="T36" fmla="*/ 6 w 806"/>
                <a:gd name="T37" fmla="*/ 1 h 177"/>
                <a:gd name="T38" fmla="*/ 6 w 806"/>
                <a:gd name="T39" fmla="*/ 1 h 177"/>
                <a:gd name="T40" fmla="*/ 6 w 806"/>
                <a:gd name="T41" fmla="*/ 0 h 177"/>
                <a:gd name="T42" fmla="*/ 5 w 806"/>
                <a:gd name="T43" fmla="*/ 0 h 177"/>
                <a:gd name="T44" fmla="*/ 5 w 806"/>
                <a:gd name="T45" fmla="*/ 0 h 177"/>
                <a:gd name="T46" fmla="*/ 5 w 806"/>
                <a:gd name="T47" fmla="*/ 0 h 177"/>
                <a:gd name="T48" fmla="*/ 4 w 806"/>
                <a:gd name="T49" fmla="*/ 0 h 177"/>
                <a:gd name="T50" fmla="*/ 4 w 806"/>
                <a:gd name="T51" fmla="*/ 0 h 177"/>
                <a:gd name="T52" fmla="*/ 3 w 806"/>
                <a:gd name="T53" fmla="*/ 0 h 177"/>
                <a:gd name="T54" fmla="*/ 3 w 806"/>
                <a:gd name="T55" fmla="*/ 0 h 177"/>
                <a:gd name="T56" fmla="*/ 3 w 806"/>
                <a:gd name="T57" fmla="*/ 0 h 177"/>
                <a:gd name="T58" fmla="*/ 2 w 806"/>
                <a:gd name="T59" fmla="*/ 0 h 177"/>
                <a:gd name="T60" fmla="*/ 2 w 806"/>
                <a:gd name="T61" fmla="*/ 0 h 177"/>
                <a:gd name="T62" fmla="*/ 1 w 806"/>
                <a:gd name="T63" fmla="*/ 0 h 177"/>
                <a:gd name="T64" fmla="*/ 1 w 806"/>
                <a:gd name="T65" fmla="*/ 0 h 177"/>
                <a:gd name="T66" fmla="*/ 1 w 806"/>
                <a:gd name="T67" fmla="*/ 1 h 177"/>
                <a:gd name="T68" fmla="*/ 0 w 806"/>
                <a:gd name="T69" fmla="*/ 1 h 177"/>
                <a:gd name="T70" fmla="*/ 0 w 806"/>
                <a:gd name="T71" fmla="*/ 1 h 177"/>
                <a:gd name="T72" fmla="*/ 0 w 806"/>
                <a:gd name="T73" fmla="*/ 1 h 177"/>
                <a:gd name="T74" fmla="*/ 0 w 806"/>
                <a:gd name="T75" fmla="*/ 1 h 177"/>
                <a:gd name="T76" fmla="*/ 0 w 806"/>
                <a:gd name="T77" fmla="*/ 1 h 177"/>
                <a:gd name="T78" fmla="*/ 0 w 806"/>
                <a:gd name="T79" fmla="*/ 1 h 177"/>
                <a:gd name="T80" fmla="*/ 0 w 806"/>
                <a:gd name="T81" fmla="*/ 1 h 177"/>
                <a:gd name="T82" fmla="*/ 0 w 806"/>
                <a:gd name="T83" fmla="*/ 1 h 177"/>
                <a:gd name="T84" fmla="*/ 0 w 806"/>
                <a:gd name="T85" fmla="*/ 1 h 177"/>
                <a:gd name="T86" fmla="*/ 0 w 806"/>
                <a:gd name="T87" fmla="*/ 1 h 177"/>
                <a:gd name="T88" fmla="*/ 1 w 806"/>
                <a:gd name="T89" fmla="*/ 1 h 177"/>
                <a:gd name="T90" fmla="*/ 1 w 806"/>
                <a:gd name="T91" fmla="*/ 1 h 17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806"/>
                <a:gd name="T139" fmla="*/ 0 h 177"/>
                <a:gd name="T140" fmla="*/ 806 w 806"/>
                <a:gd name="T141" fmla="*/ 177 h 17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806" h="177">
                  <a:moveTo>
                    <a:pt x="67" y="171"/>
                  </a:moveTo>
                  <a:lnTo>
                    <a:pt x="68" y="171"/>
                  </a:lnTo>
                  <a:lnTo>
                    <a:pt x="109" y="151"/>
                  </a:lnTo>
                  <a:lnTo>
                    <a:pt x="151" y="135"/>
                  </a:lnTo>
                  <a:lnTo>
                    <a:pt x="196" y="122"/>
                  </a:lnTo>
                  <a:lnTo>
                    <a:pt x="242" y="110"/>
                  </a:lnTo>
                  <a:lnTo>
                    <a:pt x="287" y="102"/>
                  </a:lnTo>
                  <a:lnTo>
                    <a:pt x="335" y="97"/>
                  </a:lnTo>
                  <a:lnTo>
                    <a:pt x="382" y="95"/>
                  </a:lnTo>
                  <a:lnTo>
                    <a:pt x="430" y="94"/>
                  </a:lnTo>
                  <a:lnTo>
                    <a:pt x="477" y="97"/>
                  </a:lnTo>
                  <a:lnTo>
                    <a:pt x="524" y="102"/>
                  </a:lnTo>
                  <a:lnTo>
                    <a:pt x="568" y="108"/>
                  </a:lnTo>
                  <a:lnTo>
                    <a:pt x="612" y="117"/>
                  </a:lnTo>
                  <a:lnTo>
                    <a:pt x="654" y="128"/>
                  </a:lnTo>
                  <a:lnTo>
                    <a:pt x="693" y="141"/>
                  </a:lnTo>
                  <a:lnTo>
                    <a:pt x="730" y="155"/>
                  </a:lnTo>
                  <a:lnTo>
                    <a:pt x="764" y="171"/>
                  </a:lnTo>
                  <a:lnTo>
                    <a:pt x="806" y="89"/>
                  </a:lnTo>
                  <a:lnTo>
                    <a:pt x="768" y="70"/>
                  </a:lnTo>
                  <a:lnTo>
                    <a:pt x="725" y="54"/>
                  </a:lnTo>
                  <a:lnTo>
                    <a:pt x="680" y="39"/>
                  </a:lnTo>
                  <a:lnTo>
                    <a:pt x="633" y="26"/>
                  </a:lnTo>
                  <a:lnTo>
                    <a:pt x="585" y="16"/>
                  </a:lnTo>
                  <a:lnTo>
                    <a:pt x="536" y="8"/>
                  </a:lnTo>
                  <a:lnTo>
                    <a:pt x="484" y="3"/>
                  </a:lnTo>
                  <a:lnTo>
                    <a:pt x="433" y="0"/>
                  </a:lnTo>
                  <a:lnTo>
                    <a:pt x="380" y="1"/>
                  </a:lnTo>
                  <a:lnTo>
                    <a:pt x="328" y="3"/>
                  </a:lnTo>
                  <a:lnTo>
                    <a:pt x="276" y="10"/>
                  </a:lnTo>
                  <a:lnTo>
                    <a:pt x="223" y="19"/>
                  </a:lnTo>
                  <a:lnTo>
                    <a:pt x="172" y="30"/>
                  </a:lnTo>
                  <a:lnTo>
                    <a:pt x="121" y="46"/>
                  </a:lnTo>
                  <a:lnTo>
                    <a:pt x="72" y="67"/>
                  </a:lnTo>
                  <a:lnTo>
                    <a:pt x="24" y="89"/>
                  </a:lnTo>
                  <a:lnTo>
                    <a:pt x="25" y="89"/>
                  </a:lnTo>
                  <a:lnTo>
                    <a:pt x="24" y="89"/>
                  </a:lnTo>
                  <a:lnTo>
                    <a:pt x="8" y="102"/>
                  </a:lnTo>
                  <a:lnTo>
                    <a:pt x="0" y="118"/>
                  </a:lnTo>
                  <a:lnTo>
                    <a:pt x="0" y="136"/>
                  </a:lnTo>
                  <a:lnTo>
                    <a:pt x="6" y="152"/>
                  </a:lnTo>
                  <a:lnTo>
                    <a:pt x="17" y="165"/>
                  </a:lnTo>
                  <a:lnTo>
                    <a:pt x="31" y="175"/>
                  </a:lnTo>
                  <a:lnTo>
                    <a:pt x="48" y="177"/>
                  </a:lnTo>
                  <a:lnTo>
                    <a:pt x="68" y="171"/>
                  </a:lnTo>
                  <a:lnTo>
                    <a:pt x="67" y="1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0260" name="Freeform 44"/>
            <p:cNvSpPr>
              <a:spLocks/>
            </p:cNvSpPr>
            <p:nvPr/>
          </p:nvSpPr>
          <p:spPr bwMode="auto">
            <a:xfrm>
              <a:off x="931" y="1456"/>
              <a:ext cx="280" cy="158"/>
            </a:xfrm>
            <a:custGeom>
              <a:avLst/>
              <a:gdLst>
                <a:gd name="T0" fmla="*/ 1 w 1402"/>
                <a:gd name="T1" fmla="*/ 6 h 787"/>
                <a:gd name="T2" fmla="*/ 1 w 1402"/>
                <a:gd name="T3" fmla="*/ 6 h 787"/>
                <a:gd name="T4" fmla="*/ 11 w 1402"/>
                <a:gd name="T5" fmla="*/ 1 h 787"/>
                <a:gd name="T6" fmla="*/ 11 w 1402"/>
                <a:gd name="T7" fmla="*/ 0 h 787"/>
                <a:gd name="T8" fmla="*/ 0 w 1402"/>
                <a:gd name="T9" fmla="*/ 6 h 787"/>
                <a:gd name="T10" fmla="*/ 0 w 1402"/>
                <a:gd name="T11" fmla="*/ 6 h 787"/>
                <a:gd name="T12" fmla="*/ 0 w 1402"/>
                <a:gd name="T13" fmla="*/ 6 h 787"/>
                <a:gd name="T14" fmla="*/ 0 w 1402"/>
                <a:gd name="T15" fmla="*/ 6 h 787"/>
                <a:gd name="T16" fmla="*/ 0 w 1402"/>
                <a:gd name="T17" fmla="*/ 6 h 787"/>
                <a:gd name="T18" fmla="*/ 0 w 1402"/>
                <a:gd name="T19" fmla="*/ 6 h 787"/>
                <a:gd name="T20" fmla="*/ 0 w 1402"/>
                <a:gd name="T21" fmla="*/ 6 h 787"/>
                <a:gd name="T22" fmla="*/ 0 w 1402"/>
                <a:gd name="T23" fmla="*/ 6 h 787"/>
                <a:gd name="T24" fmla="*/ 0 w 1402"/>
                <a:gd name="T25" fmla="*/ 6 h 787"/>
                <a:gd name="T26" fmla="*/ 0 w 1402"/>
                <a:gd name="T27" fmla="*/ 6 h 787"/>
                <a:gd name="T28" fmla="*/ 1 w 1402"/>
                <a:gd name="T29" fmla="*/ 6 h 787"/>
                <a:gd name="T30" fmla="*/ 1 w 1402"/>
                <a:gd name="T31" fmla="*/ 6 h 78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02"/>
                <a:gd name="T49" fmla="*/ 0 h 787"/>
                <a:gd name="T50" fmla="*/ 1402 w 1402"/>
                <a:gd name="T51" fmla="*/ 787 h 78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02" h="787">
                  <a:moveTo>
                    <a:pt x="69" y="781"/>
                  </a:moveTo>
                  <a:lnTo>
                    <a:pt x="66" y="781"/>
                  </a:lnTo>
                  <a:lnTo>
                    <a:pt x="1402" y="82"/>
                  </a:lnTo>
                  <a:lnTo>
                    <a:pt x="1360" y="0"/>
                  </a:lnTo>
                  <a:lnTo>
                    <a:pt x="24" y="699"/>
                  </a:lnTo>
                  <a:lnTo>
                    <a:pt x="22" y="699"/>
                  </a:lnTo>
                  <a:lnTo>
                    <a:pt x="24" y="699"/>
                  </a:lnTo>
                  <a:lnTo>
                    <a:pt x="8" y="712"/>
                  </a:lnTo>
                  <a:lnTo>
                    <a:pt x="1" y="727"/>
                  </a:lnTo>
                  <a:lnTo>
                    <a:pt x="0" y="744"/>
                  </a:lnTo>
                  <a:lnTo>
                    <a:pt x="5" y="761"/>
                  </a:lnTo>
                  <a:lnTo>
                    <a:pt x="15" y="775"/>
                  </a:lnTo>
                  <a:lnTo>
                    <a:pt x="30" y="784"/>
                  </a:lnTo>
                  <a:lnTo>
                    <a:pt x="46" y="787"/>
                  </a:lnTo>
                  <a:lnTo>
                    <a:pt x="66" y="781"/>
                  </a:lnTo>
                  <a:lnTo>
                    <a:pt x="69" y="7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0261" name="Freeform 45"/>
            <p:cNvSpPr>
              <a:spLocks/>
            </p:cNvSpPr>
            <p:nvPr/>
          </p:nvSpPr>
          <p:spPr bwMode="auto">
            <a:xfrm>
              <a:off x="868" y="1596"/>
              <a:ext cx="77" cy="126"/>
            </a:xfrm>
            <a:custGeom>
              <a:avLst/>
              <a:gdLst>
                <a:gd name="T0" fmla="*/ 1 w 382"/>
                <a:gd name="T1" fmla="*/ 5 h 628"/>
                <a:gd name="T2" fmla="*/ 1 w 382"/>
                <a:gd name="T3" fmla="*/ 5 h 628"/>
                <a:gd name="T4" fmla="*/ 1 w 382"/>
                <a:gd name="T5" fmla="*/ 4 h 628"/>
                <a:gd name="T6" fmla="*/ 1 w 382"/>
                <a:gd name="T7" fmla="*/ 4 h 628"/>
                <a:gd name="T8" fmla="*/ 1 w 382"/>
                <a:gd name="T9" fmla="*/ 4 h 628"/>
                <a:gd name="T10" fmla="*/ 1 w 382"/>
                <a:gd name="T11" fmla="*/ 3 h 628"/>
                <a:gd name="T12" fmla="*/ 1 w 382"/>
                <a:gd name="T13" fmla="*/ 3 h 628"/>
                <a:gd name="T14" fmla="*/ 1 w 382"/>
                <a:gd name="T15" fmla="*/ 3 h 628"/>
                <a:gd name="T16" fmla="*/ 1 w 382"/>
                <a:gd name="T17" fmla="*/ 3 h 628"/>
                <a:gd name="T18" fmla="*/ 1 w 382"/>
                <a:gd name="T19" fmla="*/ 2 h 628"/>
                <a:gd name="T20" fmla="*/ 2 w 382"/>
                <a:gd name="T21" fmla="*/ 2 h 628"/>
                <a:gd name="T22" fmla="*/ 2 w 382"/>
                <a:gd name="T23" fmla="*/ 2 h 628"/>
                <a:gd name="T24" fmla="*/ 2 w 382"/>
                <a:gd name="T25" fmla="*/ 2 h 628"/>
                <a:gd name="T26" fmla="*/ 2 w 382"/>
                <a:gd name="T27" fmla="*/ 1 h 628"/>
                <a:gd name="T28" fmla="*/ 2 w 382"/>
                <a:gd name="T29" fmla="*/ 1 h 628"/>
                <a:gd name="T30" fmla="*/ 3 w 382"/>
                <a:gd name="T31" fmla="*/ 1 h 628"/>
                <a:gd name="T32" fmla="*/ 3 w 382"/>
                <a:gd name="T33" fmla="*/ 1 h 628"/>
                <a:gd name="T34" fmla="*/ 3 w 382"/>
                <a:gd name="T35" fmla="*/ 1 h 628"/>
                <a:gd name="T36" fmla="*/ 3 w 382"/>
                <a:gd name="T37" fmla="*/ 0 h 628"/>
                <a:gd name="T38" fmla="*/ 2 w 382"/>
                <a:gd name="T39" fmla="*/ 0 h 628"/>
                <a:gd name="T40" fmla="*/ 2 w 382"/>
                <a:gd name="T41" fmla="*/ 0 h 628"/>
                <a:gd name="T42" fmla="*/ 2 w 382"/>
                <a:gd name="T43" fmla="*/ 1 h 628"/>
                <a:gd name="T44" fmla="*/ 2 w 382"/>
                <a:gd name="T45" fmla="*/ 1 h 628"/>
                <a:gd name="T46" fmla="*/ 1 w 382"/>
                <a:gd name="T47" fmla="*/ 1 h 628"/>
                <a:gd name="T48" fmla="*/ 1 w 382"/>
                <a:gd name="T49" fmla="*/ 1 h 628"/>
                <a:gd name="T50" fmla="*/ 1 w 382"/>
                <a:gd name="T51" fmla="*/ 2 h 628"/>
                <a:gd name="T52" fmla="*/ 1 w 382"/>
                <a:gd name="T53" fmla="*/ 2 h 628"/>
                <a:gd name="T54" fmla="*/ 1 w 382"/>
                <a:gd name="T55" fmla="*/ 2 h 628"/>
                <a:gd name="T56" fmla="*/ 0 w 382"/>
                <a:gd name="T57" fmla="*/ 3 h 628"/>
                <a:gd name="T58" fmla="*/ 0 w 382"/>
                <a:gd name="T59" fmla="*/ 3 h 628"/>
                <a:gd name="T60" fmla="*/ 0 w 382"/>
                <a:gd name="T61" fmla="*/ 3 h 628"/>
                <a:gd name="T62" fmla="*/ 0 w 382"/>
                <a:gd name="T63" fmla="*/ 4 h 628"/>
                <a:gd name="T64" fmla="*/ 0 w 382"/>
                <a:gd name="T65" fmla="*/ 4 h 628"/>
                <a:gd name="T66" fmla="*/ 0 w 382"/>
                <a:gd name="T67" fmla="*/ 4 h 628"/>
                <a:gd name="T68" fmla="*/ 0 w 382"/>
                <a:gd name="T69" fmla="*/ 5 h 628"/>
                <a:gd name="T70" fmla="*/ 0 w 382"/>
                <a:gd name="T71" fmla="*/ 5 h 628"/>
                <a:gd name="T72" fmla="*/ 0 w 382"/>
                <a:gd name="T73" fmla="*/ 5 h 628"/>
                <a:gd name="T74" fmla="*/ 0 w 382"/>
                <a:gd name="T75" fmla="*/ 5 h 628"/>
                <a:gd name="T76" fmla="*/ 0 w 382"/>
                <a:gd name="T77" fmla="*/ 5 h 628"/>
                <a:gd name="T78" fmla="*/ 0 w 382"/>
                <a:gd name="T79" fmla="*/ 5 h 628"/>
                <a:gd name="T80" fmla="*/ 0 w 382"/>
                <a:gd name="T81" fmla="*/ 5 h 628"/>
                <a:gd name="T82" fmla="*/ 1 w 382"/>
                <a:gd name="T83" fmla="*/ 5 h 628"/>
                <a:gd name="T84" fmla="*/ 1 w 382"/>
                <a:gd name="T85" fmla="*/ 5 h 628"/>
                <a:gd name="T86" fmla="*/ 1 w 382"/>
                <a:gd name="T87" fmla="*/ 5 h 628"/>
                <a:gd name="T88" fmla="*/ 1 w 382"/>
                <a:gd name="T89" fmla="*/ 5 h 628"/>
                <a:gd name="T90" fmla="*/ 1 w 382"/>
                <a:gd name="T91" fmla="*/ 5 h 628"/>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382"/>
                <a:gd name="T139" fmla="*/ 0 h 628"/>
                <a:gd name="T140" fmla="*/ 382 w 382"/>
                <a:gd name="T141" fmla="*/ 628 h 628"/>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382" h="628">
                  <a:moveTo>
                    <a:pt x="94" y="581"/>
                  </a:moveTo>
                  <a:lnTo>
                    <a:pt x="94" y="582"/>
                  </a:lnTo>
                  <a:lnTo>
                    <a:pt x="96" y="541"/>
                  </a:lnTo>
                  <a:lnTo>
                    <a:pt x="99" y="500"/>
                  </a:lnTo>
                  <a:lnTo>
                    <a:pt x="106" y="463"/>
                  </a:lnTo>
                  <a:lnTo>
                    <a:pt x="115" y="424"/>
                  </a:lnTo>
                  <a:lnTo>
                    <a:pt x="127" y="389"/>
                  </a:lnTo>
                  <a:lnTo>
                    <a:pt x="140" y="353"/>
                  </a:lnTo>
                  <a:lnTo>
                    <a:pt x="156" y="320"/>
                  </a:lnTo>
                  <a:lnTo>
                    <a:pt x="173" y="287"/>
                  </a:lnTo>
                  <a:lnTo>
                    <a:pt x="193" y="255"/>
                  </a:lnTo>
                  <a:lnTo>
                    <a:pt x="214" y="226"/>
                  </a:lnTo>
                  <a:lnTo>
                    <a:pt x="238" y="198"/>
                  </a:lnTo>
                  <a:lnTo>
                    <a:pt x="263" y="172"/>
                  </a:lnTo>
                  <a:lnTo>
                    <a:pt x="290" y="146"/>
                  </a:lnTo>
                  <a:lnTo>
                    <a:pt x="318" y="122"/>
                  </a:lnTo>
                  <a:lnTo>
                    <a:pt x="349" y="101"/>
                  </a:lnTo>
                  <a:lnTo>
                    <a:pt x="382" y="82"/>
                  </a:lnTo>
                  <a:lnTo>
                    <a:pt x="335" y="0"/>
                  </a:lnTo>
                  <a:lnTo>
                    <a:pt x="297" y="23"/>
                  </a:lnTo>
                  <a:lnTo>
                    <a:pt x="262" y="49"/>
                  </a:lnTo>
                  <a:lnTo>
                    <a:pt x="229" y="76"/>
                  </a:lnTo>
                  <a:lnTo>
                    <a:pt x="198" y="104"/>
                  </a:lnTo>
                  <a:lnTo>
                    <a:pt x="167" y="137"/>
                  </a:lnTo>
                  <a:lnTo>
                    <a:pt x="142" y="170"/>
                  </a:lnTo>
                  <a:lnTo>
                    <a:pt x="116" y="204"/>
                  </a:lnTo>
                  <a:lnTo>
                    <a:pt x="94" y="240"/>
                  </a:lnTo>
                  <a:lnTo>
                    <a:pt x="74" y="278"/>
                  </a:lnTo>
                  <a:lnTo>
                    <a:pt x="54" y="317"/>
                  </a:lnTo>
                  <a:lnTo>
                    <a:pt x="38" y="359"/>
                  </a:lnTo>
                  <a:lnTo>
                    <a:pt x="26" y="401"/>
                  </a:lnTo>
                  <a:lnTo>
                    <a:pt x="15" y="444"/>
                  </a:lnTo>
                  <a:lnTo>
                    <a:pt x="8" y="489"/>
                  </a:lnTo>
                  <a:lnTo>
                    <a:pt x="2" y="534"/>
                  </a:lnTo>
                  <a:lnTo>
                    <a:pt x="0" y="580"/>
                  </a:lnTo>
                  <a:lnTo>
                    <a:pt x="0" y="581"/>
                  </a:lnTo>
                  <a:lnTo>
                    <a:pt x="0" y="580"/>
                  </a:lnTo>
                  <a:lnTo>
                    <a:pt x="3" y="600"/>
                  </a:lnTo>
                  <a:lnTo>
                    <a:pt x="14" y="615"/>
                  </a:lnTo>
                  <a:lnTo>
                    <a:pt x="29" y="625"/>
                  </a:lnTo>
                  <a:lnTo>
                    <a:pt x="45" y="628"/>
                  </a:lnTo>
                  <a:lnTo>
                    <a:pt x="63" y="626"/>
                  </a:lnTo>
                  <a:lnTo>
                    <a:pt x="78" y="616"/>
                  </a:lnTo>
                  <a:lnTo>
                    <a:pt x="89" y="602"/>
                  </a:lnTo>
                  <a:lnTo>
                    <a:pt x="94" y="582"/>
                  </a:lnTo>
                  <a:lnTo>
                    <a:pt x="94" y="5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0262" name="Freeform 46"/>
            <p:cNvSpPr>
              <a:spLocks/>
            </p:cNvSpPr>
            <p:nvPr/>
          </p:nvSpPr>
          <p:spPr bwMode="auto">
            <a:xfrm>
              <a:off x="868" y="1712"/>
              <a:ext cx="19" cy="364"/>
            </a:xfrm>
            <a:custGeom>
              <a:avLst/>
              <a:gdLst>
                <a:gd name="T0" fmla="*/ 1 w 94"/>
                <a:gd name="T1" fmla="*/ 14 h 1818"/>
                <a:gd name="T2" fmla="*/ 1 w 94"/>
                <a:gd name="T3" fmla="*/ 14 h 1818"/>
                <a:gd name="T4" fmla="*/ 1 w 94"/>
                <a:gd name="T5" fmla="*/ 0 h 1818"/>
                <a:gd name="T6" fmla="*/ 0 w 94"/>
                <a:gd name="T7" fmla="*/ 0 h 1818"/>
                <a:gd name="T8" fmla="*/ 0 w 94"/>
                <a:gd name="T9" fmla="*/ 14 h 1818"/>
                <a:gd name="T10" fmla="*/ 0 w 94"/>
                <a:gd name="T11" fmla="*/ 14 h 1818"/>
                <a:gd name="T12" fmla="*/ 0 w 94"/>
                <a:gd name="T13" fmla="*/ 14 h 1818"/>
                <a:gd name="T14" fmla="*/ 0 w 94"/>
                <a:gd name="T15" fmla="*/ 14 h 1818"/>
                <a:gd name="T16" fmla="*/ 0 w 94"/>
                <a:gd name="T17" fmla="*/ 14 h 1818"/>
                <a:gd name="T18" fmla="*/ 0 w 94"/>
                <a:gd name="T19" fmla="*/ 15 h 1818"/>
                <a:gd name="T20" fmla="*/ 0 w 94"/>
                <a:gd name="T21" fmla="*/ 15 h 1818"/>
                <a:gd name="T22" fmla="*/ 1 w 94"/>
                <a:gd name="T23" fmla="*/ 15 h 1818"/>
                <a:gd name="T24" fmla="*/ 1 w 94"/>
                <a:gd name="T25" fmla="*/ 14 h 1818"/>
                <a:gd name="T26" fmla="*/ 1 w 94"/>
                <a:gd name="T27" fmla="*/ 14 h 1818"/>
                <a:gd name="T28" fmla="*/ 1 w 94"/>
                <a:gd name="T29" fmla="*/ 14 h 1818"/>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94"/>
                <a:gd name="T46" fmla="*/ 0 h 1818"/>
                <a:gd name="T47" fmla="*/ 94 w 94"/>
                <a:gd name="T48" fmla="*/ 1818 h 1818"/>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94" h="1818">
                  <a:moveTo>
                    <a:pt x="94" y="1771"/>
                  </a:moveTo>
                  <a:lnTo>
                    <a:pt x="94" y="1771"/>
                  </a:lnTo>
                  <a:lnTo>
                    <a:pt x="94" y="0"/>
                  </a:lnTo>
                  <a:lnTo>
                    <a:pt x="0" y="0"/>
                  </a:lnTo>
                  <a:lnTo>
                    <a:pt x="0" y="1771"/>
                  </a:lnTo>
                  <a:lnTo>
                    <a:pt x="3" y="1791"/>
                  </a:lnTo>
                  <a:lnTo>
                    <a:pt x="15" y="1806"/>
                  </a:lnTo>
                  <a:lnTo>
                    <a:pt x="29" y="1814"/>
                  </a:lnTo>
                  <a:lnTo>
                    <a:pt x="47" y="1818"/>
                  </a:lnTo>
                  <a:lnTo>
                    <a:pt x="64" y="1814"/>
                  </a:lnTo>
                  <a:lnTo>
                    <a:pt x="79" y="1806"/>
                  </a:lnTo>
                  <a:lnTo>
                    <a:pt x="90" y="1791"/>
                  </a:lnTo>
                  <a:lnTo>
                    <a:pt x="94" y="17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0263" name="Freeform 47"/>
            <p:cNvSpPr>
              <a:spLocks/>
            </p:cNvSpPr>
            <p:nvPr/>
          </p:nvSpPr>
          <p:spPr bwMode="auto">
            <a:xfrm>
              <a:off x="868" y="2067"/>
              <a:ext cx="90" cy="160"/>
            </a:xfrm>
            <a:custGeom>
              <a:avLst/>
              <a:gdLst>
                <a:gd name="T0" fmla="*/ 3 w 449"/>
                <a:gd name="T1" fmla="*/ 6 h 803"/>
                <a:gd name="T2" fmla="*/ 3 w 449"/>
                <a:gd name="T3" fmla="*/ 6 h 803"/>
                <a:gd name="T4" fmla="*/ 3 w 449"/>
                <a:gd name="T5" fmla="*/ 5 h 803"/>
                <a:gd name="T6" fmla="*/ 3 w 449"/>
                <a:gd name="T7" fmla="*/ 5 h 803"/>
                <a:gd name="T8" fmla="*/ 3 w 449"/>
                <a:gd name="T9" fmla="*/ 5 h 803"/>
                <a:gd name="T10" fmla="*/ 2 w 449"/>
                <a:gd name="T11" fmla="*/ 5 h 803"/>
                <a:gd name="T12" fmla="*/ 2 w 449"/>
                <a:gd name="T13" fmla="*/ 4 h 803"/>
                <a:gd name="T14" fmla="*/ 2 w 449"/>
                <a:gd name="T15" fmla="*/ 4 h 803"/>
                <a:gd name="T16" fmla="*/ 2 w 449"/>
                <a:gd name="T17" fmla="*/ 4 h 803"/>
                <a:gd name="T18" fmla="*/ 2 w 449"/>
                <a:gd name="T19" fmla="*/ 3 h 803"/>
                <a:gd name="T20" fmla="*/ 1 w 449"/>
                <a:gd name="T21" fmla="*/ 3 h 803"/>
                <a:gd name="T22" fmla="*/ 1 w 449"/>
                <a:gd name="T23" fmla="*/ 2 h 803"/>
                <a:gd name="T24" fmla="*/ 1 w 449"/>
                <a:gd name="T25" fmla="*/ 2 h 803"/>
                <a:gd name="T26" fmla="*/ 1 w 449"/>
                <a:gd name="T27" fmla="*/ 2 h 803"/>
                <a:gd name="T28" fmla="*/ 1 w 449"/>
                <a:gd name="T29" fmla="*/ 1 h 803"/>
                <a:gd name="T30" fmla="*/ 1 w 449"/>
                <a:gd name="T31" fmla="*/ 1 h 803"/>
                <a:gd name="T32" fmla="*/ 1 w 449"/>
                <a:gd name="T33" fmla="*/ 0 h 803"/>
                <a:gd name="T34" fmla="*/ 1 w 449"/>
                <a:gd name="T35" fmla="*/ 0 h 803"/>
                <a:gd name="T36" fmla="*/ 0 w 449"/>
                <a:gd name="T37" fmla="*/ 0 h 803"/>
                <a:gd name="T38" fmla="*/ 0 w 449"/>
                <a:gd name="T39" fmla="*/ 0 h 803"/>
                <a:gd name="T40" fmla="*/ 0 w 449"/>
                <a:gd name="T41" fmla="*/ 1 h 803"/>
                <a:gd name="T42" fmla="*/ 0 w 449"/>
                <a:gd name="T43" fmla="*/ 1 h 803"/>
                <a:gd name="T44" fmla="*/ 0 w 449"/>
                <a:gd name="T45" fmla="*/ 2 h 803"/>
                <a:gd name="T46" fmla="*/ 0 w 449"/>
                <a:gd name="T47" fmla="*/ 2 h 803"/>
                <a:gd name="T48" fmla="*/ 0 w 449"/>
                <a:gd name="T49" fmla="*/ 3 h 803"/>
                <a:gd name="T50" fmla="*/ 1 w 449"/>
                <a:gd name="T51" fmla="*/ 3 h 803"/>
                <a:gd name="T52" fmla="*/ 1 w 449"/>
                <a:gd name="T53" fmla="*/ 4 h 803"/>
                <a:gd name="T54" fmla="*/ 1 w 449"/>
                <a:gd name="T55" fmla="*/ 4 h 803"/>
                <a:gd name="T56" fmla="*/ 1 w 449"/>
                <a:gd name="T57" fmla="*/ 4 h 803"/>
                <a:gd name="T58" fmla="*/ 2 w 449"/>
                <a:gd name="T59" fmla="*/ 5 h 803"/>
                <a:gd name="T60" fmla="*/ 2 w 449"/>
                <a:gd name="T61" fmla="*/ 5 h 803"/>
                <a:gd name="T62" fmla="*/ 2 w 449"/>
                <a:gd name="T63" fmla="*/ 5 h 803"/>
                <a:gd name="T64" fmla="*/ 2 w 449"/>
                <a:gd name="T65" fmla="*/ 6 h 803"/>
                <a:gd name="T66" fmla="*/ 3 w 449"/>
                <a:gd name="T67" fmla="*/ 6 h 803"/>
                <a:gd name="T68" fmla="*/ 3 w 449"/>
                <a:gd name="T69" fmla="*/ 6 h 803"/>
                <a:gd name="T70" fmla="*/ 3 w 449"/>
                <a:gd name="T71" fmla="*/ 6 h 803"/>
                <a:gd name="T72" fmla="*/ 3 w 449"/>
                <a:gd name="T73" fmla="*/ 6 h 803"/>
                <a:gd name="T74" fmla="*/ 3 w 449"/>
                <a:gd name="T75" fmla="*/ 6 h 803"/>
                <a:gd name="T76" fmla="*/ 3 w 449"/>
                <a:gd name="T77" fmla="*/ 6 h 803"/>
                <a:gd name="T78" fmla="*/ 3 w 449"/>
                <a:gd name="T79" fmla="*/ 6 h 803"/>
                <a:gd name="T80" fmla="*/ 4 w 449"/>
                <a:gd name="T81" fmla="*/ 6 h 803"/>
                <a:gd name="T82" fmla="*/ 4 w 449"/>
                <a:gd name="T83" fmla="*/ 6 h 803"/>
                <a:gd name="T84" fmla="*/ 4 w 449"/>
                <a:gd name="T85" fmla="*/ 6 h 803"/>
                <a:gd name="T86" fmla="*/ 4 w 449"/>
                <a:gd name="T87" fmla="*/ 6 h 803"/>
                <a:gd name="T88" fmla="*/ 3 w 449"/>
                <a:gd name="T89" fmla="*/ 6 h 803"/>
                <a:gd name="T90" fmla="*/ 3 w 449"/>
                <a:gd name="T91" fmla="*/ 6 h 80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449"/>
                <a:gd name="T139" fmla="*/ 0 h 803"/>
                <a:gd name="T140" fmla="*/ 449 w 449"/>
                <a:gd name="T141" fmla="*/ 803 h 80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449" h="803">
                  <a:moveTo>
                    <a:pt x="426" y="717"/>
                  </a:moveTo>
                  <a:lnTo>
                    <a:pt x="427" y="717"/>
                  </a:lnTo>
                  <a:lnTo>
                    <a:pt x="395" y="693"/>
                  </a:lnTo>
                  <a:lnTo>
                    <a:pt x="361" y="662"/>
                  </a:lnTo>
                  <a:lnTo>
                    <a:pt x="329" y="628"/>
                  </a:lnTo>
                  <a:lnTo>
                    <a:pt x="299" y="591"/>
                  </a:lnTo>
                  <a:lnTo>
                    <a:pt x="269" y="551"/>
                  </a:lnTo>
                  <a:lnTo>
                    <a:pt x="241" y="507"/>
                  </a:lnTo>
                  <a:lnTo>
                    <a:pt x="215" y="460"/>
                  </a:lnTo>
                  <a:lnTo>
                    <a:pt x="191" y="412"/>
                  </a:lnTo>
                  <a:lnTo>
                    <a:pt x="170" y="363"/>
                  </a:lnTo>
                  <a:lnTo>
                    <a:pt x="151" y="312"/>
                  </a:lnTo>
                  <a:lnTo>
                    <a:pt x="133" y="259"/>
                  </a:lnTo>
                  <a:lnTo>
                    <a:pt x="119" y="207"/>
                  </a:lnTo>
                  <a:lnTo>
                    <a:pt x="108" y="156"/>
                  </a:lnTo>
                  <a:lnTo>
                    <a:pt x="101" y="103"/>
                  </a:lnTo>
                  <a:lnTo>
                    <a:pt x="96" y="51"/>
                  </a:lnTo>
                  <a:lnTo>
                    <a:pt x="94" y="0"/>
                  </a:lnTo>
                  <a:lnTo>
                    <a:pt x="0" y="0"/>
                  </a:lnTo>
                  <a:lnTo>
                    <a:pt x="2" y="56"/>
                  </a:lnTo>
                  <a:lnTo>
                    <a:pt x="7" y="115"/>
                  </a:lnTo>
                  <a:lnTo>
                    <a:pt x="16" y="172"/>
                  </a:lnTo>
                  <a:lnTo>
                    <a:pt x="28" y="231"/>
                  </a:lnTo>
                  <a:lnTo>
                    <a:pt x="44" y="287"/>
                  </a:lnTo>
                  <a:lnTo>
                    <a:pt x="62" y="342"/>
                  </a:lnTo>
                  <a:lnTo>
                    <a:pt x="83" y="398"/>
                  </a:lnTo>
                  <a:lnTo>
                    <a:pt x="106" y="452"/>
                  </a:lnTo>
                  <a:lnTo>
                    <a:pt x="133" y="505"/>
                  </a:lnTo>
                  <a:lnTo>
                    <a:pt x="161" y="554"/>
                  </a:lnTo>
                  <a:lnTo>
                    <a:pt x="192" y="602"/>
                  </a:lnTo>
                  <a:lnTo>
                    <a:pt x="224" y="647"/>
                  </a:lnTo>
                  <a:lnTo>
                    <a:pt x="259" y="689"/>
                  </a:lnTo>
                  <a:lnTo>
                    <a:pt x="295" y="728"/>
                  </a:lnTo>
                  <a:lnTo>
                    <a:pt x="334" y="763"/>
                  </a:lnTo>
                  <a:lnTo>
                    <a:pt x="374" y="795"/>
                  </a:lnTo>
                  <a:lnTo>
                    <a:pt x="375" y="795"/>
                  </a:lnTo>
                  <a:lnTo>
                    <a:pt x="374" y="795"/>
                  </a:lnTo>
                  <a:lnTo>
                    <a:pt x="392" y="803"/>
                  </a:lnTo>
                  <a:lnTo>
                    <a:pt x="411" y="803"/>
                  </a:lnTo>
                  <a:lnTo>
                    <a:pt x="426" y="795"/>
                  </a:lnTo>
                  <a:lnTo>
                    <a:pt x="439" y="782"/>
                  </a:lnTo>
                  <a:lnTo>
                    <a:pt x="446" y="766"/>
                  </a:lnTo>
                  <a:lnTo>
                    <a:pt x="449" y="749"/>
                  </a:lnTo>
                  <a:lnTo>
                    <a:pt x="441" y="732"/>
                  </a:lnTo>
                  <a:lnTo>
                    <a:pt x="427" y="717"/>
                  </a:lnTo>
                  <a:lnTo>
                    <a:pt x="426" y="71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0264" name="Freeform 48"/>
            <p:cNvSpPr>
              <a:spLocks/>
            </p:cNvSpPr>
            <p:nvPr/>
          </p:nvSpPr>
          <p:spPr bwMode="auto">
            <a:xfrm>
              <a:off x="883" y="1673"/>
              <a:ext cx="379" cy="690"/>
            </a:xfrm>
            <a:custGeom>
              <a:avLst/>
              <a:gdLst>
                <a:gd name="T0" fmla="*/ 12 w 1897"/>
                <a:gd name="T1" fmla="*/ 6 h 3450"/>
                <a:gd name="T2" fmla="*/ 13 w 1897"/>
                <a:gd name="T3" fmla="*/ 7 h 3450"/>
                <a:gd name="T4" fmla="*/ 13 w 1897"/>
                <a:gd name="T5" fmla="*/ 7 h 3450"/>
                <a:gd name="T6" fmla="*/ 14 w 1897"/>
                <a:gd name="T7" fmla="*/ 8 h 3450"/>
                <a:gd name="T8" fmla="*/ 14 w 1897"/>
                <a:gd name="T9" fmla="*/ 9 h 3450"/>
                <a:gd name="T10" fmla="*/ 15 w 1897"/>
                <a:gd name="T11" fmla="*/ 10 h 3450"/>
                <a:gd name="T12" fmla="*/ 15 w 1897"/>
                <a:gd name="T13" fmla="*/ 11 h 3450"/>
                <a:gd name="T14" fmla="*/ 15 w 1897"/>
                <a:gd name="T15" fmla="*/ 11 h 3450"/>
                <a:gd name="T16" fmla="*/ 15 w 1897"/>
                <a:gd name="T17" fmla="*/ 12 h 3450"/>
                <a:gd name="T18" fmla="*/ 15 w 1897"/>
                <a:gd name="T19" fmla="*/ 26 h 3450"/>
                <a:gd name="T20" fmla="*/ 15 w 1897"/>
                <a:gd name="T21" fmla="*/ 26 h 3450"/>
                <a:gd name="T22" fmla="*/ 15 w 1897"/>
                <a:gd name="T23" fmla="*/ 27 h 3450"/>
                <a:gd name="T24" fmla="*/ 15 w 1897"/>
                <a:gd name="T25" fmla="*/ 27 h 3450"/>
                <a:gd name="T26" fmla="*/ 14 w 1897"/>
                <a:gd name="T27" fmla="*/ 27 h 3450"/>
                <a:gd name="T28" fmla="*/ 14 w 1897"/>
                <a:gd name="T29" fmla="*/ 28 h 3450"/>
                <a:gd name="T30" fmla="*/ 13 w 1897"/>
                <a:gd name="T31" fmla="*/ 28 h 3450"/>
                <a:gd name="T32" fmla="*/ 13 w 1897"/>
                <a:gd name="T33" fmla="*/ 27 h 3450"/>
                <a:gd name="T34" fmla="*/ 3 w 1897"/>
                <a:gd name="T35" fmla="*/ 21 h 3450"/>
                <a:gd name="T36" fmla="*/ 2 w 1897"/>
                <a:gd name="T37" fmla="*/ 21 h 3450"/>
                <a:gd name="T38" fmla="*/ 2 w 1897"/>
                <a:gd name="T39" fmla="*/ 20 h 3450"/>
                <a:gd name="T40" fmla="*/ 1 w 1897"/>
                <a:gd name="T41" fmla="*/ 19 h 3450"/>
                <a:gd name="T42" fmla="*/ 1 w 1897"/>
                <a:gd name="T43" fmla="*/ 19 h 3450"/>
                <a:gd name="T44" fmla="*/ 0 w 1897"/>
                <a:gd name="T45" fmla="*/ 18 h 3450"/>
                <a:gd name="T46" fmla="*/ 0 w 1897"/>
                <a:gd name="T47" fmla="*/ 17 h 3450"/>
                <a:gd name="T48" fmla="*/ 0 w 1897"/>
                <a:gd name="T49" fmla="*/ 16 h 3450"/>
                <a:gd name="T50" fmla="*/ 0 w 1897"/>
                <a:gd name="T51" fmla="*/ 15 h 3450"/>
                <a:gd name="T52" fmla="*/ 0 w 1897"/>
                <a:gd name="T53" fmla="*/ 2 h 3450"/>
                <a:gd name="T54" fmla="*/ 0 w 1897"/>
                <a:gd name="T55" fmla="*/ 1 h 3450"/>
                <a:gd name="T56" fmla="*/ 0 w 1897"/>
                <a:gd name="T57" fmla="*/ 1 h 3450"/>
                <a:gd name="T58" fmla="*/ 1 w 1897"/>
                <a:gd name="T59" fmla="*/ 0 h 3450"/>
                <a:gd name="T60" fmla="*/ 1 w 1897"/>
                <a:gd name="T61" fmla="*/ 0 h 3450"/>
                <a:gd name="T62" fmla="*/ 1 w 1897"/>
                <a:gd name="T63" fmla="*/ 0 h 3450"/>
                <a:gd name="T64" fmla="*/ 2 w 1897"/>
                <a:gd name="T65" fmla="*/ 0 h 3450"/>
                <a:gd name="T66" fmla="*/ 3 w 1897"/>
                <a:gd name="T67" fmla="*/ 0 h 3450"/>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897"/>
                <a:gd name="T103" fmla="*/ 0 h 3450"/>
                <a:gd name="T104" fmla="*/ 1897 w 1897"/>
                <a:gd name="T105" fmla="*/ 3450 h 3450"/>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897" h="3450">
                  <a:moveTo>
                    <a:pt x="357" y="49"/>
                  </a:moveTo>
                  <a:lnTo>
                    <a:pt x="1542" y="806"/>
                  </a:lnTo>
                  <a:lnTo>
                    <a:pt x="1579" y="832"/>
                  </a:lnTo>
                  <a:lnTo>
                    <a:pt x="1614" y="861"/>
                  </a:lnTo>
                  <a:lnTo>
                    <a:pt x="1648" y="895"/>
                  </a:lnTo>
                  <a:lnTo>
                    <a:pt x="1681" y="933"/>
                  </a:lnTo>
                  <a:lnTo>
                    <a:pt x="1711" y="973"/>
                  </a:lnTo>
                  <a:lnTo>
                    <a:pt x="1740" y="1016"/>
                  </a:lnTo>
                  <a:lnTo>
                    <a:pt x="1768" y="1062"/>
                  </a:lnTo>
                  <a:lnTo>
                    <a:pt x="1793" y="1109"/>
                  </a:lnTo>
                  <a:lnTo>
                    <a:pt x="1816" y="1158"/>
                  </a:lnTo>
                  <a:lnTo>
                    <a:pt x="1836" y="1208"/>
                  </a:lnTo>
                  <a:lnTo>
                    <a:pt x="1854" y="1260"/>
                  </a:lnTo>
                  <a:lnTo>
                    <a:pt x="1869" y="1313"/>
                  </a:lnTo>
                  <a:lnTo>
                    <a:pt x="1881" y="1364"/>
                  </a:lnTo>
                  <a:lnTo>
                    <a:pt x="1890" y="1417"/>
                  </a:lnTo>
                  <a:lnTo>
                    <a:pt x="1895" y="1469"/>
                  </a:lnTo>
                  <a:lnTo>
                    <a:pt x="1897" y="1519"/>
                  </a:lnTo>
                  <a:lnTo>
                    <a:pt x="1897" y="3142"/>
                  </a:lnTo>
                  <a:lnTo>
                    <a:pt x="1895" y="3190"/>
                  </a:lnTo>
                  <a:lnTo>
                    <a:pt x="1890" y="3235"/>
                  </a:lnTo>
                  <a:lnTo>
                    <a:pt x="1881" y="3276"/>
                  </a:lnTo>
                  <a:lnTo>
                    <a:pt x="1869" y="3313"/>
                  </a:lnTo>
                  <a:lnTo>
                    <a:pt x="1854" y="3346"/>
                  </a:lnTo>
                  <a:lnTo>
                    <a:pt x="1836" y="3375"/>
                  </a:lnTo>
                  <a:lnTo>
                    <a:pt x="1816" y="3398"/>
                  </a:lnTo>
                  <a:lnTo>
                    <a:pt x="1793" y="3418"/>
                  </a:lnTo>
                  <a:lnTo>
                    <a:pt x="1768" y="3434"/>
                  </a:lnTo>
                  <a:lnTo>
                    <a:pt x="1740" y="3444"/>
                  </a:lnTo>
                  <a:lnTo>
                    <a:pt x="1711" y="3450"/>
                  </a:lnTo>
                  <a:lnTo>
                    <a:pt x="1681" y="3450"/>
                  </a:lnTo>
                  <a:lnTo>
                    <a:pt x="1648" y="3445"/>
                  </a:lnTo>
                  <a:lnTo>
                    <a:pt x="1614" y="3436"/>
                  </a:lnTo>
                  <a:lnTo>
                    <a:pt x="1579" y="3421"/>
                  </a:lnTo>
                  <a:lnTo>
                    <a:pt x="1542" y="3400"/>
                  </a:lnTo>
                  <a:lnTo>
                    <a:pt x="357" y="2643"/>
                  </a:lnTo>
                  <a:lnTo>
                    <a:pt x="320" y="2618"/>
                  </a:lnTo>
                  <a:lnTo>
                    <a:pt x="285" y="2588"/>
                  </a:lnTo>
                  <a:lnTo>
                    <a:pt x="251" y="2554"/>
                  </a:lnTo>
                  <a:lnTo>
                    <a:pt x="218" y="2517"/>
                  </a:lnTo>
                  <a:lnTo>
                    <a:pt x="187" y="2477"/>
                  </a:lnTo>
                  <a:lnTo>
                    <a:pt x="157" y="2433"/>
                  </a:lnTo>
                  <a:lnTo>
                    <a:pt x="130" y="2388"/>
                  </a:lnTo>
                  <a:lnTo>
                    <a:pt x="105" y="2341"/>
                  </a:lnTo>
                  <a:lnTo>
                    <a:pt x="81" y="2292"/>
                  </a:lnTo>
                  <a:lnTo>
                    <a:pt x="61" y="2241"/>
                  </a:lnTo>
                  <a:lnTo>
                    <a:pt x="44" y="2190"/>
                  </a:lnTo>
                  <a:lnTo>
                    <a:pt x="29" y="2138"/>
                  </a:lnTo>
                  <a:lnTo>
                    <a:pt x="17" y="2085"/>
                  </a:lnTo>
                  <a:lnTo>
                    <a:pt x="7" y="2033"/>
                  </a:lnTo>
                  <a:lnTo>
                    <a:pt x="3" y="1981"/>
                  </a:lnTo>
                  <a:lnTo>
                    <a:pt x="0" y="1931"/>
                  </a:lnTo>
                  <a:lnTo>
                    <a:pt x="0" y="308"/>
                  </a:lnTo>
                  <a:lnTo>
                    <a:pt x="3" y="260"/>
                  </a:lnTo>
                  <a:lnTo>
                    <a:pt x="7" y="215"/>
                  </a:lnTo>
                  <a:lnTo>
                    <a:pt x="17" y="174"/>
                  </a:lnTo>
                  <a:lnTo>
                    <a:pt x="29" y="137"/>
                  </a:lnTo>
                  <a:lnTo>
                    <a:pt x="44" y="104"/>
                  </a:lnTo>
                  <a:lnTo>
                    <a:pt x="61" y="76"/>
                  </a:lnTo>
                  <a:lnTo>
                    <a:pt x="81" y="51"/>
                  </a:lnTo>
                  <a:lnTo>
                    <a:pt x="105" y="31"/>
                  </a:lnTo>
                  <a:lnTo>
                    <a:pt x="130" y="16"/>
                  </a:lnTo>
                  <a:lnTo>
                    <a:pt x="157" y="5"/>
                  </a:lnTo>
                  <a:lnTo>
                    <a:pt x="187" y="0"/>
                  </a:lnTo>
                  <a:lnTo>
                    <a:pt x="218" y="0"/>
                  </a:lnTo>
                  <a:lnTo>
                    <a:pt x="251" y="3"/>
                  </a:lnTo>
                  <a:lnTo>
                    <a:pt x="285" y="14"/>
                  </a:lnTo>
                  <a:lnTo>
                    <a:pt x="320" y="29"/>
                  </a:lnTo>
                  <a:lnTo>
                    <a:pt x="357" y="49"/>
                  </a:lnTo>
                  <a:close/>
                </a:path>
              </a:pathLst>
            </a:custGeom>
            <a:solidFill>
              <a:srgbClr val="BFBFB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0265" name="Freeform 49"/>
            <p:cNvSpPr>
              <a:spLocks/>
            </p:cNvSpPr>
            <p:nvPr/>
          </p:nvSpPr>
          <p:spPr bwMode="auto">
            <a:xfrm>
              <a:off x="1268" y="1663"/>
              <a:ext cx="393" cy="711"/>
            </a:xfrm>
            <a:custGeom>
              <a:avLst/>
              <a:gdLst>
                <a:gd name="T0" fmla="*/ 3 w 1962"/>
                <a:gd name="T1" fmla="*/ 7 h 3555"/>
                <a:gd name="T2" fmla="*/ 2 w 1962"/>
                <a:gd name="T3" fmla="*/ 7 h 3555"/>
                <a:gd name="T4" fmla="*/ 2 w 1962"/>
                <a:gd name="T5" fmla="*/ 8 h 3555"/>
                <a:gd name="T6" fmla="*/ 1 w 1962"/>
                <a:gd name="T7" fmla="*/ 8 h 3555"/>
                <a:gd name="T8" fmla="*/ 1 w 1962"/>
                <a:gd name="T9" fmla="*/ 9 h 3555"/>
                <a:gd name="T10" fmla="*/ 1 w 1962"/>
                <a:gd name="T11" fmla="*/ 10 h 3555"/>
                <a:gd name="T12" fmla="*/ 0 w 1962"/>
                <a:gd name="T13" fmla="*/ 11 h 3555"/>
                <a:gd name="T14" fmla="*/ 0 w 1962"/>
                <a:gd name="T15" fmla="*/ 12 h 3555"/>
                <a:gd name="T16" fmla="*/ 0 w 1962"/>
                <a:gd name="T17" fmla="*/ 13 h 3555"/>
                <a:gd name="T18" fmla="*/ 0 w 1962"/>
                <a:gd name="T19" fmla="*/ 26 h 3555"/>
                <a:gd name="T20" fmla="*/ 0 w 1962"/>
                <a:gd name="T21" fmla="*/ 27 h 3555"/>
                <a:gd name="T22" fmla="*/ 0 w 1962"/>
                <a:gd name="T23" fmla="*/ 28 h 3555"/>
                <a:gd name="T24" fmla="*/ 1 w 1962"/>
                <a:gd name="T25" fmla="*/ 28 h 3555"/>
                <a:gd name="T26" fmla="*/ 1 w 1962"/>
                <a:gd name="T27" fmla="*/ 28 h 3555"/>
                <a:gd name="T28" fmla="*/ 2 w 1962"/>
                <a:gd name="T29" fmla="*/ 28 h 3555"/>
                <a:gd name="T30" fmla="*/ 2 w 1962"/>
                <a:gd name="T31" fmla="*/ 28 h 3555"/>
                <a:gd name="T32" fmla="*/ 3 w 1962"/>
                <a:gd name="T33" fmla="*/ 28 h 3555"/>
                <a:gd name="T34" fmla="*/ 13 w 1962"/>
                <a:gd name="T35" fmla="*/ 22 h 3555"/>
                <a:gd name="T36" fmla="*/ 13 w 1962"/>
                <a:gd name="T37" fmla="*/ 21 h 3555"/>
                <a:gd name="T38" fmla="*/ 14 w 1962"/>
                <a:gd name="T39" fmla="*/ 21 h 3555"/>
                <a:gd name="T40" fmla="*/ 14 w 1962"/>
                <a:gd name="T41" fmla="*/ 20 h 3555"/>
                <a:gd name="T42" fmla="*/ 15 w 1962"/>
                <a:gd name="T43" fmla="*/ 19 h 3555"/>
                <a:gd name="T44" fmla="*/ 15 w 1962"/>
                <a:gd name="T45" fmla="*/ 18 h 3555"/>
                <a:gd name="T46" fmla="*/ 16 w 1962"/>
                <a:gd name="T47" fmla="*/ 18 h 3555"/>
                <a:gd name="T48" fmla="*/ 16 w 1962"/>
                <a:gd name="T49" fmla="*/ 17 h 3555"/>
                <a:gd name="T50" fmla="*/ 16 w 1962"/>
                <a:gd name="T51" fmla="*/ 16 h 3555"/>
                <a:gd name="T52" fmla="*/ 16 w 1962"/>
                <a:gd name="T53" fmla="*/ 2 h 3555"/>
                <a:gd name="T54" fmla="*/ 16 w 1962"/>
                <a:gd name="T55" fmla="*/ 1 h 3555"/>
                <a:gd name="T56" fmla="*/ 15 w 1962"/>
                <a:gd name="T57" fmla="*/ 1 h 3555"/>
                <a:gd name="T58" fmla="*/ 15 w 1962"/>
                <a:gd name="T59" fmla="*/ 0 h 3555"/>
                <a:gd name="T60" fmla="*/ 15 w 1962"/>
                <a:gd name="T61" fmla="*/ 0 h 3555"/>
                <a:gd name="T62" fmla="*/ 14 w 1962"/>
                <a:gd name="T63" fmla="*/ 0 h 3555"/>
                <a:gd name="T64" fmla="*/ 14 w 1962"/>
                <a:gd name="T65" fmla="*/ 0 h 3555"/>
                <a:gd name="T66" fmla="*/ 13 w 1962"/>
                <a:gd name="T67" fmla="*/ 0 h 3555"/>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962"/>
                <a:gd name="T103" fmla="*/ 0 h 3555"/>
                <a:gd name="T104" fmla="*/ 1962 w 1962"/>
                <a:gd name="T105" fmla="*/ 3555 h 3555"/>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962" h="3555">
                  <a:moveTo>
                    <a:pt x="1594" y="50"/>
                  </a:moveTo>
                  <a:lnTo>
                    <a:pt x="368" y="831"/>
                  </a:lnTo>
                  <a:lnTo>
                    <a:pt x="330" y="858"/>
                  </a:lnTo>
                  <a:lnTo>
                    <a:pt x="294" y="888"/>
                  </a:lnTo>
                  <a:lnTo>
                    <a:pt x="259" y="922"/>
                  </a:lnTo>
                  <a:lnTo>
                    <a:pt x="225" y="961"/>
                  </a:lnTo>
                  <a:lnTo>
                    <a:pt x="193" y="1003"/>
                  </a:lnTo>
                  <a:lnTo>
                    <a:pt x="163" y="1047"/>
                  </a:lnTo>
                  <a:lnTo>
                    <a:pt x="133" y="1094"/>
                  </a:lnTo>
                  <a:lnTo>
                    <a:pt x="108" y="1143"/>
                  </a:lnTo>
                  <a:lnTo>
                    <a:pt x="84" y="1193"/>
                  </a:lnTo>
                  <a:lnTo>
                    <a:pt x="63" y="1246"/>
                  </a:lnTo>
                  <a:lnTo>
                    <a:pt x="44" y="1299"/>
                  </a:lnTo>
                  <a:lnTo>
                    <a:pt x="29" y="1353"/>
                  </a:lnTo>
                  <a:lnTo>
                    <a:pt x="16" y="1405"/>
                  </a:lnTo>
                  <a:lnTo>
                    <a:pt x="7" y="1459"/>
                  </a:lnTo>
                  <a:lnTo>
                    <a:pt x="2" y="1512"/>
                  </a:lnTo>
                  <a:lnTo>
                    <a:pt x="0" y="1565"/>
                  </a:lnTo>
                  <a:lnTo>
                    <a:pt x="0" y="3237"/>
                  </a:lnTo>
                  <a:lnTo>
                    <a:pt x="2" y="3287"/>
                  </a:lnTo>
                  <a:lnTo>
                    <a:pt x="7" y="3333"/>
                  </a:lnTo>
                  <a:lnTo>
                    <a:pt x="16" y="3375"/>
                  </a:lnTo>
                  <a:lnTo>
                    <a:pt x="29" y="3413"/>
                  </a:lnTo>
                  <a:lnTo>
                    <a:pt x="44" y="3447"/>
                  </a:lnTo>
                  <a:lnTo>
                    <a:pt x="63" y="3477"/>
                  </a:lnTo>
                  <a:lnTo>
                    <a:pt x="84" y="3502"/>
                  </a:lnTo>
                  <a:lnTo>
                    <a:pt x="108" y="3522"/>
                  </a:lnTo>
                  <a:lnTo>
                    <a:pt x="133" y="3538"/>
                  </a:lnTo>
                  <a:lnTo>
                    <a:pt x="163" y="3549"/>
                  </a:lnTo>
                  <a:lnTo>
                    <a:pt x="193" y="3555"/>
                  </a:lnTo>
                  <a:lnTo>
                    <a:pt x="225" y="3555"/>
                  </a:lnTo>
                  <a:lnTo>
                    <a:pt x="259" y="3550"/>
                  </a:lnTo>
                  <a:lnTo>
                    <a:pt x="294" y="3541"/>
                  </a:lnTo>
                  <a:lnTo>
                    <a:pt x="330" y="3524"/>
                  </a:lnTo>
                  <a:lnTo>
                    <a:pt x="368" y="3503"/>
                  </a:lnTo>
                  <a:lnTo>
                    <a:pt x="1594" y="2722"/>
                  </a:lnTo>
                  <a:lnTo>
                    <a:pt x="1632" y="2696"/>
                  </a:lnTo>
                  <a:lnTo>
                    <a:pt x="1668" y="2665"/>
                  </a:lnTo>
                  <a:lnTo>
                    <a:pt x="1703" y="2631"/>
                  </a:lnTo>
                  <a:lnTo>
                    <a:pt x="1737" y="2592"/>
                  </a:lnTo>
                  <a:lnTo>
                    <a:pt x="1769" y="2551"/>
                  </a:lnTo>
                  <a:lnTo>
                    <a:pt x="1799" y="2506"/>
                  </a:lnTo>
                  <a:lnTo>
                    <a:pt x="1829" y="2460"/>
                  </a:lnTo>
                  <a:lnTo>
                    <a:pt x="1854" y="2411"/>
                  </a:lnTo>
                  <a:lnTo>
                    <a:pt x="1878" y="2361"/>
                  </a:lnTo>
                  <a:lnTo>
                    <a:pt x="1899" y="2308"/>
                  </a:lnTo>
                  <a:lnTo>
                    <a:pt x="1918" y="2256"/>
                  </a:lnTo>
                  <a:lnTo>
                    <a:pt x="1933" y="2202"/>
                  </a:lnTo>
                  <a:lnTo>
                    <a:pt x="1946" y="2149"/>
                  </a:lnTo>
                  <a:lnTo>
                    <a:pt x="1955" y="2095"/>
                  </a:lnTo>
                  <a:lnTo>
                    <a:pt x="1960" y="2042"/>
                  </a:lnTo>
                  <a:lnTo>
                    <a:pt x="1962" y="1989"/>
                  </a:lnTo>
                  <a:lnTo>
                    <a:pt x="1962" y="319"/>
                  </a:lnTo>
                  <a:lnTo>
                    <a:pt x="1960" y="269"/>
                  </a:lnTo>
                  <a:lnTo>
                    <a:pt x="1955" y="223"/>
                  </a:lnTo>
                  <a:lnTo>
                    <a:pt x="1946" y="180"/>
                  </a:lnTo>
                  <a:lnTo>
                    <a:pt x="1933" y="143"/>
                  </a:lnTo>
                  <a:lnTo>
                    <a:pt x="1918" y="109"/>
                  </a:lnTo>
                  <a:lnTo>
                    <a:pt x="1899" y="79"/>
                  </a:lnTo>
                  <a:lnTo>
                    <a:pt x="1878" y="54"/>
                  </a:lnTo>
                  <a:lnTo>
                    <a:pt x="1854" y="33"/>
                  </a:lnTo>
                  <a:lnTo>
                    <a:pt x="1829" y="17"/>
                  </a:lnTo>
                  <a:lnTo>
                    <a:pt x="1799" y="7"/>
                  </a:lnTo>
                  <a:lnTo>
                    <a:pt x="1769" y="0"/>
                  </a:lnTo>
                  <a:lnTo>
                    <a:pt x="1737" y="0"/>
                  </a:lnTo>
                  <a:lnTo>
                    <a:pt x="1703" y="4"/>
                  </a:lnTo>
                  <a:lnTo>
                    <a:pt x="1668" y="14"/>
                  </a:lnTo>
                  <a:lnTo>
                    <a:pt x="1632" y="29"/>
                  </a:lnTo>
                  <a:lnTo>
                    <a:pt x="1594" y="50"/>
                  </a:lnTo>
                  <a:close/>
                </a:path>
              </a:pathLst>
            </a:custGeom>
            <a:solidFill>
              <a:srgbClr val="E5E5E5"/>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0266" name="Freeform 50"/>
            <p:cNvSpPr>
              <a:spLocks noEditPoints="1"/>
            </p:cNvSpPr>
            <p:nvPr/>
          </p:nvSpPr>
          <p:spPr bwMode="auto">
            <a:xfrm>
              <a:off x="916" y="1589"/>
              <a:ext cx="697" cy="698"/>
            </a:xfrm>
            <a:custGeom>
              <a:avLst/>
              <a:gdLst>
                <a:gd name="T0" fmla="*/ 16 w 3485"/>
                <a:gd name="T1" fmla="*/ 0 h 3490"/>
                <a:gd name="T2" fmla="*/ 17 w 3485"/>
                <a:gd name="T3" fmla="*/ 2 h 3490"/>
                <a:gd name="T4" fmla="*/ 17 w 3485"/>
                <a:gd name="T5" fmla="*/ 3 h 3490"/>
                <a:gd name="T6" fmla="*/ 14 w 3485"/>
                <a:gd name="T7" fmla="*/ 4 h 3490"/>
                <a:gd name="T8" fmla="*/ 12 w 3485"/>
                <a:gd name="T9" fmla="*/ 4 h 3490"/>
                <a:gd name="T10" fmla="*/ 11 w 3485"/>
                <a:gd name="T11" fmla="*/ 2 h 3490"/>
                <a:gd name="T12" fmla="*/ 11 w 3485"/>
                <a:gd name="T13" fmla="*/ 1 h 3490"/>
                <a:gd name="T14" fmla="*/ 14 w 3485"/>
                <a:gd name="T15" fmla="*/ 0 h 3490"/>
                <a:gd name="T16" fmla="*/ 3 w 3485"/>
                <a:gd name="T17" fmla="*/ 7 h 3490"/>
                <a:gd name="T18" fmla="*/ 4 w 3485"/>
                <a:gd name="T19" fmla="*/ 9 h 3490"/>
                <a:gd name="T20" fmla="*/ 3 w 3485"/>
                <a:gd name="T21" fmla="*/ 12 h 3490"/>
                <a:gd name="T22" fmla="*/ 2 w 3485"/>
                <a:gd name="T23" fmla="*/ 13 h 3490"/>
                <a:gd name="T24" fmla="*/ 1 w 3485"/>
                <a:gd name="T25" fmla="*/ 12 h 3490"/>
                <a:gd name="T26" fmla="*/ 0 w 3485"/>
                <a:gd name="T27" fmla="*/ 10 h 3490"/>
                <a:gd name="T28" fmla="*/ 0 w 3485"/>
                <a:gd name="T29" fmla="*/ 8 h 3490"/>
                <a:gd name="T30" fmla="*/ 2 w 3485"/>
                <a:gd name="T31" fmla="*/ 6 h 3490"/>
                <a:gd name="T32" fmla="*/ 10 w 3485"/>
                <a:gd name="T33" fmla="*/ 20 h 3490"/>
                <a:gd name="T34" fmla="*/ 11 w 3485"/>
                <a:gd name="T35" fmla="*/ 22 h 3490"/>
                <a:gd name="T36" fmla="*/ 11 w 3485"/>
                <a:gd name="T37" fmla="*/ 25 h 3490"/>
                <a:gd name="T38" fmla="*/ 10 w 3485"/>
                <a:gd name="T39" fmla="*/ 27 h 3490"/>
                <a:gd name="T40" fmla="*/ 8 w 3485"/>
                <a:gd name="T41" fmla="*/ 26 h 3490"/>
                <a:gd name="T42" fmla="*/ 7 w 3485"/>
                <a:gd name="T43" fmla="*/ 24 h 3490"/>
                <a:gd name="T44" fmla="*/ 7 w 3485"/>
                <a:gd name="T45" fmla="*/ 22 h 3490"/>
                <a:gd name="T46" fmla="*/ 8 w 3485"/>
                <a:gd name="T47" fmla="*/ 20 h 3490"/>
                <a:gd name="T48" fmla="*/ 20 w 3485"/>
                <a:gd name="T49" fmla="*/ 21 h 3490"/>
                <a:gd name="T50" fmla="*/ 21 w 3485"/>
                <a:gd name="T51" fmla="*/ 23 h 3490"/>
                <a:gd name="T52" fmla="*/ 21 w 3485"/>
                <a:gd name="T53" fmla="*/ 26 h 3490"/>
                <a:gd name="T54" fmla="*/ 20 w 3485"/>
                <a:gd name="T55" fmla="*/ 28 h 3490"/>
                <a:gd name="T56" fmla="*/ 18 w 3485"/>
                <a:gd name="T57" fmla="*/ 28 h 3490"/>
                <a:gd name="T58" fmla="*/ 17 w 3485"/>
                <a:gd name="T59" fmla="*/ 26 h 3490"/>
                <a:gd name="T60" fmla="*/ 17 w 3485"/>
                <a:gd name="T61" fmla="*/ 23 h 3490"/>
                <a:gd name="T62" fmla="*/ 18 w 3485"/>
                <a:gd name="T63" fmla="*/ 21 h 3490"/>
                <a:gd name="T64" fmla="*/ 19 w 3485"/>
                <a:gd name="T65" fmla="*/ 11 h 3490"/>
                <a:gd name="T66" fmla="*/ 20 w 3485"/>
                <a:gd name="T67" fmla="*/ 13 h 3490"/>
                <a:gd name="T68" fmla="*/ 21 w 3485"/>
                <a:gd name="T69" fmla="*/ 15 h 3490"/>
                <a:gd name="T70" fmla="*/ 20 w 3485"/>
                <a:gd name="T71" fmla="*/ 17 h 3490"/>
                <a:gd name="T72" fmla="*/ 18 w 3485"/>
                <a:gd name="T73" fmla="*/ 17 h 3490"/>
                <a:gd name="T74" fmla="*/ 17 w 3485"/>
                <a:gd name="T75" fmla="*/ 16 h 3490"/>
                <a:gd name="T76" fmla="*/ 17 w 3485"/>
                <a:gd name="T77" fmla="*/ 13 h 3490"/>
                <a:gd name="T78" fmla="*/ 18 w 3485"/>
                <a:gd name="T79" fmla="*/ 11 h 3490"/>
                <a:gd name="T80" fmla="*/ 26 w 3485"/>
                <a:gd name="T81" fmla="*/ 7 h 3490"/>
                <a:gd name="T82" fmla="*/ 27 w 3485"/>
                <a:gd name="T83" fmla="*/ 8 h 3490"/>
                <a:gd name="T84" fmla="*/ 27 w 3485"/>
                <a:gd name="T85" fmla="*/ 11 h 3490"/>
                <a:gd name="T86" fmla="*/ 26 w 3485"/>
                <a:gd name="T87" fmla="*/ 13 h 3490"/>
                <a:gd name="T88" fmla="*/ 25 w 3485"/>
                <a:gd name="T89" fmla="*/ 13 h 3490"/>
                <a:gd name="T90" fmla="*/ 24 w 3485"/>
                <a:gd name="T91" fmla="*/ 12 h 3490"/>
                <a:gd name="T92" fmla="*/ 24 w 3485"/>
                <a:gd name="T93" fmla="*/ 9 h 3490"/>
                <a:gd name="T94" fmla="*/ 24 w 3485"/>
                <a:gd name="T95" fmla="*/ 7 h 3490"/>
                <a:gd name="T96" fmla="*/ 26 w 3485"/>
                <a:gd name="T97" fmla="*/ 17 h 3490"/>
                <a:gd name="T98" fmla="*/ 27 w 3485"/>
                <a:gd name="T99" fmla="*/ 18 h 3490"/>
                <a:gd name="T100" fmla="*/ 28 w 3485"/>
                <a:gd name="T101" fmla="*/ 21 h 3490"/>
                <a:gd name="T102" fmla="*/ 27 w 3485"/>
                <a:gd name="T103" fmla="*/ 23 h 3490"/>
                <a:gd name="T104" fmla="*/ 26 w 3485"/>
                <a:gd name="T105" fmla="*/ 24 h 3490"/>
                <a:gd name="T106" fmla="*/ 24 w 3485"/>
                <a:gd name="T107" fmla="*/ 23 h 3490"/>
                <a:gd name="T108" fmla="*/ 24 w 3485"/>
                <a:gd name="T109" fmla="*/ 20 h 3490"/>
                <a:gd name="T110" fmla="*/ 25 w 3485"/>
                <a:gd name="T111" fmla="*/ 18 h 3490"/>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w 3485"/>
                <a:gd name="T169" fmla="*/ 0 h 3490"/>
                <a:gd name="T170" fmla="*/ 3485 w 3485"/>
                <a:gd name="T171" fmla="*/ 3490 h 3490"/>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T168" t="T169" r="T170" b="T171"/>
              <a:pathLst>
                <a:path w="3485" h="3490">
                  <a:moveTo>
                    <a:pt x="1754" y="0"/>
                  </a:moveTo>
                  <a:lnTo>
                    <a:pt x="1797" y="2"/>
                  </a:lnTo>
                  <a:lnTo>
                    <a:pt x="1840" y="5"/>
                  </a:lnTo>
                  <a:lnTo>
                    <a:pt x="1881" y="12"/>
                  </a:lnTo>
                  <a:lnTo>
                    <a:pt x="1921" y="20"/>
                  </a:lnTo>
                  <a:lnTo>
                    <a:pt x="1959" y="31"/>
                  </a:lnTo>
                  <a:lnTo>
                    <a:pt x="1994" y="44"/>
                  </a:lnTo>
                  <a:lnTo>
                    <a:pt x="2028" y="59"/>
                  </a:lnTo>
                  <a:lnTo>
                    <a:pt x="2058" y="74"/>
                  </a:lnTo>
                  <a:lnTo>
                    <a:pt x="2086" y="93"/>
                  </a:lnTo>
                  <a:lnTo>
                    <a:pt x="2111" y="113"/>
                  </a:lnTo>
                  <a:lnTo>
                    <a:pt x="2132" y="133"/>
                  </a:lnTo>
                  <a:lnTo>
                    <a:pt x="2151" y="155"/>
                  </a:lnTo>
                  <a:lnTo>
                    <a:pt x="2165" y="179"/>
                  </a:lnTo>
                  <a:lnTo>
                    <a:pt x="2175" y="203"/>
                  </a:lnTo>
                  <a:lnTo>
                    <a:pt x="2182" y="229"/>
                  </a:lnTo>
                  <a:lnTo>
                    <a:pt x="2185" y="255"/>
                  </a:lnTo>
                  <a:lnTo>
                    <a:pt x="2182" y="281"/>
                  </a:lnTo>
                  <a:lnTo>
                    <a:pt x="2175" y="305"/>
                  </a:lnTo>
                  <a:lnTo>
                    <a:pt x="2165" y="330"/>
                  </a:lnTo>
                  <a:lnTo>
                    <a:pt x="2151" y="353"/>
                  </a:lnTo>
                  <a:lnTo>
                    <a:pt x="2132" y="376"/>
                  </a:lnTo>
                  <a:lnTo>
                    <a:pt x="2111" y="397"/>
                  </a:lnTo>
                  <a:lnTo>
                    <a:pt x="2086" y="417"/>
                  </a:lnTo>
                  <a:lnTo>
                    <a:pt x="2058" y="434"/>
                  </a:lnTo>
                  <a:lnTo>
                    <a:pt x="2028" y="451"/>
                  </a:lnTo>
                  <a:lnTo>
                    <a:pt x="1994" y="466"/>
                  </a:lnTo>
                  <a:lnTo>
                    <a:pt x="1959" y="479"/>
                  </a:lnTo>
                  <a:lnTo>
                    <a:pt x="1921" y="489"/>
                  </a:lnTo>
                  <a:lnTo>
                    <a:pt x="1881" y="498"/>
                  </a:lnTo>
                  <a:lnTo>
                    <a:pt x="1840" y="505"/>
                  </a:lnTo>
                  <a:lnTo>
                    <a:pt x="1797" y="508"/>
                  </a:lnTo>
                  <a:lnTo>
                    <a:pt x="1754" y="509"/>
                  </a:lnTo>
                  <a:lnTo>
                    <a:pt x="1710" y="508"/>
                  </a:lnTo>
                  <a:lnTo>
                    <a:pt x="1667" y="505"/>
                  </a:lnTo>
                  <a:lnTo>
                    <a:pt x="1626" y="498"/>
                  </a:lnTo>
                  <a:lnTo>
                    <a:pt x="1586" y="489"/>
                  </a:lnTo>
                  <a:lnTo>
                    <a:pt x="1548" y="479"/>
                  </a:lnTo>
                  <a:lnTo>
                    <a:pt x="1512" y="466"/>
                  </a:lnTo>
                  <a:lnTo>
                    <a:pt x="1479" y="451"/>
                  </a:lnTo>
                  <a:lnTo>
                    <a:pt x="1449" y="434"/>
                  </a:lnTo>
                  <a:lnTo>
                    <a:pt x="1421" y="417"/>
                  </a:lnTo>
                  <a:lnTo>
                    <a:pt x="1395" y="397"/>
                  </a:lnTo>
                  <a:lnTo>
                    <a:pt x="1374" y="376"/>
                  </a:lnTo>
                  <a:lnTo>
                    <a:pt x="1355" y="353"/>
                  </a:lnTo>
                  <a:lnTo>
                    <a:pt x="1341" y="330"/>
                  </a:lnTo>
                  <a:lnTo>
                    <a:pt x="1331" y="305"/>
                  </a:lnTo>
                  <a:lnTo>
                    <a:pt x="1324" y="281"/>
                  </a:lnTo>
                  <a:lnTo>
                    <a:pt x="1321" y="255"/>
                  </a:lnTo>
                  <a:lnTo>
                    <a:pt x="1324" y="229"/>
                  </a:lnTo>
                  <a:lnTo>
                    <a:pt x="1331" y="203"/>
                  </a:lnTo>
                  <a:lnTo>
                    <a:pt x="1341" y="179"/>
                  </a:lnTo>
                  <a:lnTo>
                    <a:pt x="1355" y="155"/>
                  </a:lnTo>
                  <a:lnTo>
                    <a:pt x="1374" y="133"/>
                  </a:lnTo>
                  <a:lnTo>
                    <a:pt x="1395" y="113"/>
                  </a:lnTo>
                  <a:lnTo>
                    <a:pt x="1421" y="93"/>
                  </a:lnTo>
                  <a:lnTo>
                    <a:pt x="1449" y="74"/>
                  </a:lnTo>
                  <a:lnTo>
                    <a:pt x="1479" y="59"/>
                  </a:lnTo>
                  <a:lnTo>
                    <a:pt x="1512" y="44"/>
                  </a:lnTo>
                  <a:lnTo>
                    <a:pt x="1548" y="31"/>
                  </a:lnTo>
                  <a:lnTo>
                    <a:pt x="1586" y="20"/>
                  </a:lnTo>
                  <a:lnTo>
                    <a:pt x="1626" y="12"/>
                  </a:lnTo>
                  <a:lnTo>
                    <a:pt x="1667" y="5"/>
                  </a:lnTo>
                  <a:lnTo>
                    <a:pt x="1710" y="2"/>
                  </a:lnTo>
                  <a:lnTo>
                    <a:pt x="1754" y="0"/>
                  </a:lnTo>
                  <a:close/>
                  <a:moveTo>
                    <a:pt x="239" y="786"/>
                  </a:moveTo>
                  <a:lnTo>
                    <a:pt x="263" y="788"/>
                  </a:lnTo>
                  <a:lnTo>
                    <a:pt x="287" y="794"/>
                  </a:lnTo>
                  <a:lnTo>
                    <a:pt x="309" y="805"/>
                  </a:lnTo>
                  <a:lnTo>
                    <a:pt x="331" y="819"/>
                  </a:lnTo>
                  <a:lnTo>
                    <a:pt x="352" y="836"/>
                  </a:lnTo>
                  <a:lnTo>
                    <a:pt x="372" y="857"/>
                  </a:lnTo>
                  <a:lnTo>
                    <a:pt x="390" y="882"/>
                  </a:lnTo>
                  <a:lnTo>
                    <a:pt x="407" y="909"/>
                  </a:lnTo>
                  <a:lnTo>
                    <a:pt x="423" y="940"/>
                  </a:lnTo>
                  <a:lnTo>
                    <a:pt x="437" y="971"/>
                  </a:lnTo>
                  <a:lnTo>
                    <a:pt x="448" y="1006"/>
                  </a:lnTo>
                  <a:lnTo>
                    <a:pt x="459" y="1043"/>
                  </a:lnTo>
                  <a:lnTo>
                    <a:pt x="467" y="1081"/>
                  </a:lnTo>
                  <a:lnTo>
                    <a:pt x="473" y="1121"/>
                  </a:lnTo>
                  <a:lnTo>
                    <a:pt x="476" y="1163"/>
                  </a:lnTo>
                  <a:lnTo>
                    <a:pt x="478" y="1206"/>
                  </a:lnTo>
                  <a:lnTo>
                    <a:pt x="476" y="1248"/>
                  </a:lnTo>
                  <a:lnTo>
                    <a:pt x="473" y="1290"/>
                  </a:lnTo>
                  <a:lnTo>
                    <a:pt x="467" y="1330"/>
                  </a:lnTo>
                  <a:lnTo>
                    <a:pt x="459" y="1367"/>
                  </a:lnTo>
                  <a:lnTo>
                    <a:pt x="448" y="1405"/>
                  </a:lnTo>
                  <a:lnTo>
                    <a:pt x="437" y="1439"/>
                  </a:lnTo>
                  <a:lnTo>
                    <a:pt x="423" y="1472"/>
                  </a:lnTo>
                  <a:lnTo>
                    <a:pt x="407" y="1501"/>
                  </a:lnTo>
                  <a:lnTo>
                    <a:pt x="390" y="1528"/>
                  </a:lnTo>
                  <a:lnTo>
                    <a:pt x="372" y="1553"/>
                  </a:lnTo>
                  <a:lnTo>
                    <a:pt x="352" y="1574"/>
                  </a:lnTo>
                  <a:lnTo>
                    <a:pt x="331" y="1591"/>
                  </a:lnTo>
                  <a:lnTo>
                    <a:pt x="309" y="1605"/>
                  </a:lnTo>
                  <a:lnTo>
                    <a:pt x="287" y="1616"/>
                  </a:lnTo>
                  <a:lnTo>
                    <a:pt x="263" y="1622"/>
                  </a:lnTo>
                  <a:lnTo>
                    <a:pt x="239" y="1624"/>
                  </a:lnTo>
                  <a:lnTo>
                    <a:pt x="214" y="1622"/>
                  </a:lnTo>
                  <a:lnTo>
                    <a:pt x="191" y="1616"/>
                  </a:lnTo>
                  <a:lnTo>
                    <a:pt x="168" y="1605"/>
                  </a:lnTo>
                  <a:lnTo>
                    <a:pt x="146" y="1591"/>
                  </a:lnTo>
                  <a:lnTo>
                    <a:pt x="125" y="1574"/>
                  </a:lnTo>
                  <a:lnTo>
                    <a:pt x="105" y="1553"/>
                  </a:lnTo>
                  <a:lnTo>
                    <a:pt x="87" y="1528"/>
                  </a:lnTo>
                  <a:lnTo>
                    <a:pt x="70" y="1501"/>
                  </a:lnTo>
                  <a:lnTo>
                    <a:pt x="55" y="1472"/>
                  </a:lnTo>
                  <a:lnTo>
                    <a:pt x="41" y="1439"/>
                  </a:lnTo>
                  <a:lnTo>
                    <a:pt x="29" y="1405"/>
                  </a:lnTo>
                  <a:lnTo>
                    <a:pt x="18" y="1367"/>
                  </a:lnTo>
                  <a:lnTo>
                    <a:pt x="10" y="1330"/>
                  </a:lnTo>
                  <a:lnTo>
                    <a:pt x="4" y="1290"/>
                  </a:lnTo>
                  <a:lnTo>
                    <a:pt x="1" y="1248"/>
                  </a:lnTo>
                  <a:lnTo>
                    <a:pt x="0" y="1206"/>
                  </a:lnTo>
                  <a:lnTo>
                    <a:pt x="1" y="1163"/>
                  </a:lnTo>
                  <a:lnTo>
                    <a:pt x="4" y="1121"/>
                  </a:lnTo>
                  <a:lnTo>
                    <a:pt x="10" y="1081"/>
                  </a:lnTo>
                  <a:lnTo>
                    <a:pt x="18" y="1043"/>
                  </a:lnTo>
                  <a:lnTo>
                    <a:pt x="29" y="1006"/>
                  </a:lnTo>
                  <a:lnTo>
                    <a:pt x="41" y="971"/>
                  </a:lnTo>
                  <a:lnTo>
                    <a:pt x="55" y="940"/>
                  </a:lnTo>
                  <a:lnTo>
                    <a:pt x="70" y="909"/>
                  </a:lnTo>
                  <a:lnTo>
                    <a:pt x="87" y="882"/>
                  </a:lnTo>
                  <a:lnTo>
                    <a:pt x="105" y="857"/>
                  </a:lnTo>
                  <a:lnTo>
                    <a:pt x="125" y="836"/>
                  </a:lnTo>
                  <a:lnTo>
                    <a:pt x="146" y="819"/>
                  </a:lnTo>
                  <a:lnTo>
                    <a:pt x="168" y="805"/>
                  </a:lnTo>
                  <a:lnTo>
                    <a:pt x="191" y="794"/>
                  </a:lnTo>
                  <a:lnTo>
                    <a:pt x="214" y="788"/>
                  </a:lnTo>
                  <a:lnTo>
                    <a:pt x="239" y="786"/>
                  </a:lnTo>
                  <a:close/>
                  <a:moveTo>
                    <a:pt x="1119" y="2495"/>
                  </a:moveTo>
                  <a:lnTo>
                    <a:pt x="1143" y="2498"/>
                  </a:lnTo>
                  <a:lnTo>
                    <a:pt x="1167" y="2504"/>
                  </a:lnTo>
                  <a:lnTo>
                    <a:pt x="1190" y="2514"/>
                  </a:lnTo>
                  <a:lnTo>
                    <a:pt x="1211" y="2528"/>
                  </a:lnTo>
                  <a:lnTo>
                    <a:pt x="1232" y="2546"/>
                  </a:lnTo>
                  <a:lnTo>
                    <a:pt x="1252" y="2567"/>
                  </a:lnTo>
                  <a:lnTo>
                    <a:pt x="1271" y="2592"/>
                  </a:lnTo>
                  <a:lnTo>
                    <a:pt x="1288" y="2618"/>
                  </a:lnTo>
                  <a:lnTo>
                    <a:pt x="1304" y="2648"/>
                  </a:lnTo>
                  <a:lnTo>
                    <a:pt x="1318" y="2681"/>
                  </a:lnTo>
                  <a:lnTo>
                    <a:pt x="1329" y="2715"/>
                  </a:lnTo>
                  <a:lnTo>
                    <a:pt x="1340" y="2752"/>
                  </a:lnTo>
                  <a:lnTo>
                    <a:pt x="1348" y="2790"/>
                  </a:lnTo>
                  <a:lnTo>
                    <a:pt x="1354" y="2830"/>
                  </a:lnTo>
                  <a:lnTo>
                    <a:pt x="1358" y="2872"/>
                  </a:lnTo>
                  <a:lnTo>
                    <a:pt x="1359" y="2914"/>
                  </a:lnTo>
                  <a:lnTo>
                    <a:pt x="1358" y="2956"/>
                  </a:lnTo>
                  <a:lnTo>
                    <a:pt x="1354" y="2998"/>
                  </a:lnTo>
                  <a:lnTo>
                    <a:pt x="1348" y="3038"/>
                  </a:lnTo>
                  <a:lnTo>
                    <a:pt x="1340" y="3077"/>
                  </a:lnTo>
                  <a:lnTo>
                    <a:pt x="1329" y="3113"/>
                  </a:lnTo>
                  <a:lnTo>
                    <a:pt x="1318" y="3147"/>
                  </a:lnTo>
                  <a:lnTo>
                    <a:pt x="1304" y="3180"/>
                  </a:lnTo>
                  <a:lnTo>
                    <a:pt x="1288" y="3209"/>
                  </a:lnTo>
                  <a:lnTo>
                    <a:pt x="1271" y="3238"/>
                  </a:lnTo>
                  <a:lnTo>
                    <a:pt x="1252" y="3261"/>
                  </a:lnTo>
                  <a:lnTo>
                    <a:pt x="1232" y="3282"/>
                  </a:lnTo>
                  <a:lnTo>
                    <a:pt x="1211" y="3301"/>
                  </a:lnTo>
                  <a:lnTo>
                    <a:pt x="1190" y="3315"/>
                  </a:lnTo>
                  <a:lnTo>
                    <a:pt x="1167" y="3325"/>
                  </a:lnTo>
                  <a:lnTo>
                    <a:pt x="1143" y="3331"/>
                  </a:lnTo>
                  <a:lnTo>
                    <a:pt x="1119" y="3334"/>
                  </a:lnTo>
                  <a:lnTo>
                    <a:pt x="1094" y="3331"/>
                  </a:lnTo>
                  <a:lnTo>
                    <a:pt x="1070" y="3325"/>
                  </a:lnTo>
                  <a:lnTo>
                    <a:pt x="1048" y="3315"/>
                  </a:lnTo>
                  <a:lnTo>
                    <a:pt x="1026" y="3301"/>
                  </a:lnTo>
                  <a:lnTo>
                    <a:pt x="1005" y="3282"/>
                  </a:lnTo>
                  <a:lnTo>
                    <a:pt x="985" y="3261"/>
                  </a:lnTo>
                  <a:lnTo>
                    <a:pt x="967" y="3238"/>
                  </a:lnTo>
                  <a:lnTo>
                    <a:pt x="950" y="3209"/>
                  </a:lnTo>
                  <a:lnTo>
                    <a:pt x="935" y="3180"/>
                  </a:lnTo>
                  <a:lnTo>
                    <a:pt x="921" y="3147"/>
                  </a:lnTo>
                  <a:lnTo>
                    <a:pt x="909" y="3113"/>
                  </a:lnTo>
                  <a:lnTo>
                    <a:pt x="898" y="3077"/>
                  </a:lnTo>
                  <a:lnTo>
                    <a:pt x="890" y="3038"/>
                  </a:lnTo>
                  <a:lnTo>
                    <a:pt x="884" y="2998"/>
                  </a:lnTo>
                  <a:lnTo>
                    <a:pt x="881" y="2956"/>
                  </a:lnTo>
                  <a:lnTo>
                    <a:pt x="880" y="2914"/>
                  </a:lnTo>
                  <a:lnTo>
                    <a:pt x="881" y="2872"/>
                  </a:lnTo>
                  <a:lnTo>
                    <a:pt x="884" y="2830"/>
                  </a:lnTo>
                  <a:lnTo>
                    <a:pt x="890" y="2790"/>
                  </a:lnTo>
                  <a:lnTo>
                    <a:pt x="898" y="2752"/>
                  </a:lnTo>
                  <a:lnTo>
                    <a:pt x="909" y="2715"/>
                  </a:lnTo>
                  <a:lnTo>
                    <a:pt x="921" y="2681"/>
                  </a:lnTo>
                  <a:lnTo>
                    <a:pt x="935" y="2648"/>
                  </a:lnTo>
                  <a:lnTo>
                    <a:pt x="950" y="2618"/>
                  </a:lnTo>
                  <a:lnTo>
                    <a:pt x="967" y="2592"/>
                  </a:lnTo>
                  <a:lnTo>
                    <a:pt x="985" y="2567"/>
                  </a:lnTo>
                  <a:lnTo>
                    <a:pt x="1005" y="2546"/>
                  </a:lnTo>
                  <a:lnTo>
                    <a:pt x="1026" y="2528"/>
                  </a:lnTo>
                  <a:lnTo>
                    <a:pt x="1048" y="2514"/>
                  </a:lnTo>
                  <a:lnTo>
                    <a:pt x="1070" y="2504"/>
                  </a:lnTo>
                  <a:lnTo>
                    <a:pt x="1094" y="2498"/>
                  </a:lnTo>
                  <a:lnTo>
                    <a:pt x="1119" y="2495"/>
                  </a:lnTo>
                  <a:close/>
                  <a:moveTo>
                    <a:pt x="2380" y="2651"/>
                  </a:moveTo>
                  <a:lnTo>
                    <a:pt x="2405" y="2654"/>
                  </a:lnTo>
                  <a:lnTo>
                    <a:pt x="2428" y="2660"/>
                  </a:lnTo>
                  <a:lnTo>
                    <a:pt x="2452" y="2670"/>
                  </a:lnTo>
                  <a:lnTo>
                    <a:pt x="2473" y="2684"/>
                  </a:lnTo>
                  <a:lnTo>
                    <a:pt x="2494" y="2703"/>
                  </a:lnTo>
                  <a:lnTo>
                    <a:pt x="2514" y="2724"/>
                  </a:lnTo>
                  <a:lnTo>
                    <a:pt x="2533" y="2747"/>
                  </a:lnTo>
                  <a:lnTo>
                    <a:pt x="2550" y="2774"/>
                  </a:lnTo>
                  <a:lnTo>
                    <a:pt x="2565" y="2805"/>
                  </a:lnTo>
                  <a:lnTo>
                    <a:pt x="2580" y="2838"/>
                  </a:lnTo>
                  <a:lnTo>
                    <a:pt x="2591" y="2872"/>
                  </a:lnTo>
                  <a:lnTo>
                    <a:pt x="2602" y="2908"/>
                  </a:lnTo>
                  <a:lnTo>
                    <a:pt x="2610" y="2947"/>
                  </a:lnTo>
                  <a:lnTo>
                    <a:pt x="2616" y="2987"/>
                  </a:lnTo>
                  <a:lnTo>
                    <a:pt x="2619" y="3029"/>
                  </a:lnTo>
                  <a:lnTo>
                    <a:pt x="2621" y="3071"/>
                  </a:lnTo>
                  <a:lnTo>
                    <a:pt x="2619" y="3113"/>
                  </a:lnTo>
                  <a:lnTo>
                    <a:pt x="2616" y="3155"/>
                  </a:lnTo>
                  <a:lnTo>
                    <a:pt x="2610" y="3195"/>
                  </a:lnTo>
                  <a:lnTo>
                    <a:pt x="2602" y="3233"/>
                  </a:lnTo>
                  <a:lnTo>
                    <a:pt x="2591" y="3270"/>
                  </a:lnTo>
                  <a:lnTo>
                    <a:pt x="2580" y="3304"/>
                  </a:lnTo>
                  <a:lnTo>
                    <a:pt x="2565" y="3337"/>
                  </a:lnTo>
                  <a:lnTo>
                    <a:pt x="2550" y="3367"/>
                  </a:lnTo>
                  <a:lnTo>
                    <a:pt x="2533" y="3393"/>
                  </a:lnTo>
                  <a:lnTo>
                    <a:pt x="2514" y="3418"/>
                  </a:lnTo>
                  <a:lnTo>
                    <a:pt x="2494" y="3439"/>
                  </a:lnTo>
                  <a:lnTo>
                    <a:pt x="2473" y="3457"/>
                  </a:lnTo>
                  <a:lnTo>
                    <a:pt x="2452" y="3471"/>
                  </a:lnTo>
                  <a:lnTo>
                    <a:pt x="2428" y="3481"/>
                  </a:lnTo>
                  <a:lnTo>
                    <a:pt x="2405" y="3487"/>
                  </a:lnTo>
                  <a:lnTo>
                    <a:pt x="2380" y="3490"/>
                  </a:lnTo>
                  <a:lnTo>
                    <a:pt x="2356" y="3487"/>
                  </a:lnTo>
                  <a:lnTo>
                    <a:pt x="2332" y="3481"/>
                  </a:lnTo>
                  <a:lnTo>
                    <a:pt x="2310" y="3471"/>
                  </a:lnTo>
                  <a:lnTo>
                    <a:pt x="2288" y="3457"/>
                  </a:lnTo>
                  <a:lnTo>
                    <a:pt x="2267" y="3439"/>
                  </a:lnTo>
                  <a:lnTo>
                    <a:pt x="2248" y="3418"/>
                  </a:lnTo>
                  <a:lnTo>
                    <a:pt x="2229" y="3393"/>
                  </a:lnTo>
                  <a:lnTo>
                    <a:pt x="2212" y="3367"/>
                  </a:lnTo>
                  <a:lnTo>
                    <a:pt x="2196" y="3337"/>
                  </a:lnTo>
                  <a:lnTo>
                    <a:pt x="2182" y="3304"/>
                  </a:lnTo>
                  <a:lnTo>
                    <a:pt x="2171" y="3270"/>
                  </a:lnTo>
                  <a:lnTo>
                    <a:pt x="2160" y="3233"/>
                  </a:lnTo>
                  <a:lnTo>
                    <a:pt x="2152" y="3195"/>
                  </a:lnTo>
                  <a:lnTo>
                    <a:pt x="2146" y="3155"/>
                  </a:lnTo>
                  <a:lnTo>
                    <a:pt x="2142" y="3113"/>
                  </a:lnTo>
                  <a:lnTo>
                    <a:pt x="2141" y="3071"/>
                  </a:lnTo>
                  <a:lnTo>
                    <a:pt x="2142" y="3029"/>
                  </a:lnTo>
                  <a:lnTo>
                    <a:pt x="2146" y="2987"/>
                  </a:lnTo>
                  <a:lnTo>
                    <a:pt x="2152" y="2947"/>
                  </a:lnTo>
                  <a:lnTo>
                    <a:pt x="2160" y="2908"/>
                  </a:lnTo>
                  <a:lnTo>
                    <a:pt x="2171" y="2872"/>
                  </a:lnTo>
                  <a:lnTo>
                    <a:pt x="2182" y="2838"/>
                  </a:lnTo>
                  <a:lnTo>
                    <a:pt x="2196" y="2805"/>
                  </a:lnTo>
                  <a:lnTo>
                    <a:pt x="2212" y="2774"/>
                  </a:lnTo>
                  <a:lnTo>
                    <a:pt x="2229" y="2747"/>
                  </a:lnTo>
                  <a:lnTo>
                    <a:pt x="2248" y="2724"/>
                  </a:lnTo>
                  <a:lnTo>
                    <a:pt x="2267" y="2703"/>
                  </a:lnTo>
                  <a:lnTo>
                    <a:pt x="2288" y="2684"/>
                  </a:lnTo>
                  <a:lnTo>
                    <a:pt x="2310" y="2670"/>
                  </a:lnTo>
                  <a:lnTo>
                    <a:pt x="2332" y="2660"/>
                  </a:lnTo>
                  <a:lnTo>
                    <a:pt x="2356" y="2654"/>
                  </a:lnTo>
                  <a:lnTo>
                    <a:pt x="2380" y="2651"/>
                  </a:lnTo>
                  <a:close/>
                  <a:moveTo>
                    <a:pt x="2342" y="1355"/>
                  </a:moveTo>
                  <a:lnTo>
                    <a:pt x="2366" y="1357"/>
                  </a:lnTo>
                  <a:lnTo>
                    <a:pt x="2390" y="1363"/>
                  </a:lnTo>
                  <a:lnTo>
                    <a:pt x="2412" y="1373"/>
                  </a:lnTo>
                  <a:lnTo>
                    <a:pt x="2434" y="1387"/>
                  </a:lnTo>
                  <a:lnTo>
                    <a:pt x="2455" y="1405"/>
                  </a:lnTo>
                  <a:lnTo>
                    <a:pt x="2475" y="1426"/>
                  </a:lnTo>
                  <a:lnTo>
                    <a:pt x="2493" y="1451"/>
                  </a:lnTo>
                  <a:lnTo>
                    <a:pt x="2510" y="1478"/>
                  </a:lnTo>
                  <a:lnTo>
                    <a:pt x="2526" y="1507"/>
                  </a:lnTo>
                  <a:lnTo>
                    <a:pt x="2540" y="1540"/>
                  </a:lnTo>
                  <a:lnTo>
                    <a:pt x="2551" y="1574"/>
                  </a:lnTo>
                  <a:lnTo>
                    <a:pt x="2562" y="1611"/>
                  </a:lnTo>
                  <a:lnTo>
                    <a:pt x="2570" y="1649"/>
                  </a:lnTo>
                  <a:lnTo>
                    <a:pt x="2576" y="1689"/>
                  </a:lnTo>
                  <a:lnTo>
                    <a:pt x="2580" y="1731"/>
                  </a:lnTo>
                  <a:lnTo>
                    <a:pt x="2581" y="1773"/>
                  </a:lnTo>
                  <a:lnTo>
                    <a:pt x="2580" y="1815"/>
                  </a:lnTo>
                  <a:lnTo>
                    <a:pt x="2576" y="1858"/>
                  </a:lnTo>
                  <a:lnTo>
                    <a:pt x="2570" y="1897"/>
                  </a:lnTo>
                  <a:lnTo>
                    <a:pt x="2562" y="1936"/>
                  </a:lnTo>
                  <a:lnTo>
                    <a:pt x="2551" y="1972"/>
                  </a:lnTo>
                  <a:lnTo>
                    <a:pt x="2540" y="2008"/>
                  </a:lnTo>
                  <a:lnTo>
                    <a:pt x="2526" y="2039"/>
                  </a:lnTo>
                  <a:lnTo>
                    <a:pt x="2510" y="2070"/>
                  </a:lnTo>
                  <a:lnTo>
                    <a:pt x="2493" y="2097"/>
                  </a:lnTo>
                  <a:lnTo>
                    <a:pt x="2475" y="2121"/>
                  </a:lnTo>
                  <a:lnTo>
                    <a:pt x="2455" y="2142"/>
                  </a:lnTo>
                  <a:lnTo>
                    <a:pt x="2434" y="2160"/>
                  </a:lnTo>
                  <a:lnTo>
                    <a:pt x="2412" y="2174"/>
                  </a:lnTo>
                  <a:lnTo>
                    <a:pt x="2390" y="2185"/>
                  </a:lnTo>
                  <a:lnTo>
                    <a:pt x="2366" y="2191"/>
                  </a:lnTo>
                  <a:lnTo>
                    <a:pt x="2342" y="2193"/>
                  </a:lnTo>
                  <a:lnTo>
                    <a:pt x="2317" y="2191"/>
                  </a:lnTo>
                  <a:lnTo>
                    <a:pt x="2294" y="2185"/>
                  </a:lnTo>
                  <a:lnTo>
                    <a:pt x="2270" y="2174"/>
                  </a:lnTo>
                  <a:lnTo>
                    <a:pt x="2249" y="2160"/>
                  </a:lnTo>
                  <a:lnTo>
                    <a:pt x="2228" y="2142"/>
                  </a:lnTo>
                  <a:lnTo>
                    <a:pt x="2208" y="2121"/>
                  </a:lnTo>
                  <a:lnTo>
                    <a:pt x="2189" y="2097"/>
                  </a:lnTo>
                  <a:lnTo>
                    <a:pt x="2173" y="2070"/>
                  </a:lnTo>
                  <a:lnTo>
                    <a:pt x="2157" y="2039"/>
                  </a:lnTo>
                  <a:lnTo>
                    <a:pt x="2142" y="2008"/>
                  </a:lnTo>
                  <a:lnTo>
                    <a:pt x="2131" y="1972"/>
                  </a:lnTo>
                  <a:lnTo>
                    <a:pt x="2120" y="1936"/>
                  </a:lnTo>
                  <a:lnTo>
                    <a:pt x="2112" y="1897"/>
                  </a:lnTo>
                  <a:lnTo>
                    <a:pt x="2106" y="1858"/>
                  </a:lnTo>
                  <a:lnTo>
                    <a:pt x="2103" y="1815"/>
                  </a:lnTo>
                  <a:lnTo>
                    <a:pt x="2101" y="1773"/>
                  </a:lnTo>
                  <a:lnTo>
                    <a:pt x="2103" y="1731"/>
                  </a:lnTo>
                  <a:lnTo>
                    <a:pt x="2106" y="1689"/>
                  </a:lnTo>
                  <a:lnTo>
                    <a:pt x="2112" y="1649"/>
                  </a:lnTo>
                  <a:lnTo>
                    <a:pt x="2120" y="1611"/>
                  </a:lnTo>
                  <a:lnTo>
                    <a:pt x="2131" y="1574"/>
                  </a:lnTo>
                  <a:lnTo>
                    <a:pt x="2142" y="1540"/>
                  </a:lnTo>
                  <a:lnTo>
                    <a:pt x="2157" y="1507"/>
                  </a:lnTo>
                  <a:lnTo>
                    <a:pt x="2173" y="1478"/>
                  </a:lnTo>
                  <a:lnTo>
                    <a:pt x="2189" y="1451"/>
                  </a:lnTo>
                  <a:lnTo>
                    <a:pt x="2208" y="1426"/>
                  </a:lnTo>
                  <a:lnTo>
                    <a:pt x="2228" y="1405"/>
                  </a:lnTo>
                  <a:lnTo>
                    <a:pt x="2249" y="1387"/>
                  </a:lnTo>
                  <a:lnTo>
                    <a:pt x="2270" y="1373"/>
                  </a:lnTo>
                  <a:lnTo>
                    <a:pt x="2294" y="1363"/>
                  </a:lnTo>
                  <a:lnTo>
                    <a:pt x="2317" y="1357"/>
                  </a:lnTo>
                  <a:lnTo>
                    <a:pt x="2342" y="1355"/>
                  </a:lnTo>
                  <a:close/>
                  <a:moveTo>
                    <a:pt x="3179" y="819"/>
                  </a:moveTo>
                  <a:lnTo>
                    <a:pt x="3204" y="821"/>
                  </a:lnTo>
                  <a:lnTo>
                    <a:pt x="3227" y="827"/>
                  </a:lnTo>
                  <a:lnTo>
                    <a:pt x="3250" y="838"/>
                  </a:lnTo>
                  <a:lnTo>
                    <a:pt x="3272" y="852"/>
                  </a:lnTo>
                  <a:lnTo>
                    <a:pt x="3293" y="869"/>
                  </a:lnTo>
                  <a:lnTo>
                    <a:pt x="3312" y="890"/>
                  </a:lnTo>
                  <a:lnTo>
                    <a:pt x="3331" y="915"/>
                  </a:lnTo>
                  <a:lnTo>
                    <a:pt x="3348" y="942"/>
                  </a:lnTo>
                  <a:lnTo>
                    <a:pt x="3363" y="971"/>
                  </a:lnTo>
                  <a:lnTo>
                    <a:pt x="3377" y="1004"/>
                  </a:lnTo>
                  <a:lnTo>
                    <a:pt x="3389" y="1038"/>
                  </a:lnTo>
                  <a:lnTo>
                    <a:pt x="3400" y="1076"/>
                  </a:lnTo>
                  <a:lnTo>
                    <a:pt x="3408" y="1113"/>
                  </a:lnTo>
                  <a:lnTo>
                    <a:pt x="3414" y="1153"/>
                  </a:lnTo>
                  <a:lnTo>
                    <a:pt x="3417" y="1195"/>
                  </a:lnTo>
                  <a:lnTo>
                    <a:pt x="3418" y="1237"/>
                  </a:lnTo>
                  <a:lnTo>
                    <a:pt x="3417" y="1280"/>
                  </a:lnTo>
                  <a:lnTo>
                    <a:pt x="3414" y="1322"/>
                  </a:lnTo>
                  <a:lnTo>
                    <a:pt x="3408" y="1362"/>
                  </a:lnTo>
                  <a:lnTo>
                    <a:pt x="3400" y="1399"/>
                  </a:lnTo>
                  <a:lnTo>
                    <a:pt x="3389" y="1437"/>
                  </a:lnTo>
                  <a:lnTo>
                    <a:pt x="3377" y="1471"/>
                  </a:lnTo>
                  <a:lnTo>
                    <a:pt x="3363" y="1503"/>
                  </a:lnTo>
                  <a:lnTo>
                    <a:pt x="3348" y="1533"/>
                  </a:lnTo>
                  <a:lnTo>
                    <a:pt x="3331" y="1560"/>
                  </a:lnTo>
                  <a:lnTo>
                    <a:pt x="3312" y="1584"/>
                  </a:lnTo>
                  <a:lnTo>
                    <a:pt x="3293" y="1605"/>
                  </a:lnTo>
                  <a:lnTo>
                    <a:pt x="3272" y="1623"/>
                  </a:lnTo>
                  <a:lnTo>
                    <a:pt x="3250" y="1637"/>
                  </a:lnTo>
                  <a:lnTo>
                    <a:pt x="3227" y="1648"/>
                  </a:lnTo>
                  <a:lnTo>
                    <a:pt x="3204" y="1654"/>
                  </a:lnTo>
                  <a:lnTo>
                    <a:pt x="3179" y="1656"/>
                  </a:lnTo>
                  <a:lnTo>
                    <a:pt x="3155" y="1654"/>
                  </a:lnTo>
                  <a:lnTo>
                    <a:pt x="3131" y="1648"/>
                  </a:lnTo>
                  <a:lnTo>
                    <a:pt x="3108" y="1637"/>
                  </a:lnTo>
                  <a:lnTo>
                    <a:pt x="3087" y="1623"/>
                  </a:lnTo>
                  <a:lnTo>
                    <a:pt x="3066" y="1605"/>
                  </a:lnTo>
                  <a:lnTo>
                    <a:pt x="3046" y="1584"/>
                  </a:lnTo>
                  <a:lnTo>
                    <a:pt x="3027" y="1560"/>
                  </a:lnTo>
                  <a:lnTo>
                    <a:pt x="3011" y="1533"/>
                  </a:lnTo>
                  <a:lnTo>
                    <a:pt x="2994" y="1503"/>
                  </a:lnTo>
                  <a:lnTo>
                    <a:pt x="2980" y="1471"/>
                  </a:lnTo>
                  <a:lnTo>
                    <a:pt x="2968" y="1437"/>
                  </a:lnTo>
                  <a:lnTo>
                    <a:pt x="2958" y="1399"/>
                  </a:lnTo>
                  <a:lnTo>
                    <a:pt x="2950" y="1362"/>
                  </a:lnTo>
                  <a:lnTo>
                    <a:pt x="2944" y="1322"/>
                  </a:lnTo>
                  <a:lnTo>
                    <a:pt x="2940" y="1280"/>
                  </a:lnTo>
                  <a:lnTo>
                    <a:pt x="2939" y="1237"/>
                  </a:lnTo>
                  <a:lnTo>
                    <a:pt x="2940" y="1195"/>
                  </a:lnTo>
                  <a:lnTo>
                    <a:pt x="2944" y="1153"/>
                  </a:lnTo>
                  <a:lnTo>
                    <a:pt x="2950" y="1113"/>
                  </a:lnTo>
                  <a:lnTo>
                    <a:pt x="2958" y="1076"/>
                  </a:lnTo>
                  <a:lnTo>
                    <a:pt x="2968" y="1038"/>
                  </a:lnTo>
                  <a:lnTo>
                    <a:pt x="2980" y="1004"/>
                  </a:lnTo>
                  <a:lnTo>
                    <a:pt x="2994" y="971"/>
                  </a:lnTo>
                  <a:lnTo>
                    <a:pt x="3011" y="942"/>
                  </a:lnTo>
                  <a:lnTo>
                    <a:pt x="3027" y="915"/>
                  </a:lnTo>
                  <a:lnTo>
                    <a:pt x="3046" y="890"/>
                  </a:lnTo>
                  <a:lnTo>
                    <a:pt x="3066" y="869"/>
                  </a:lnTo>
                  <a:lnTo>
                    <a:pt x="3087" y="852"/>
                  </a:lnTo>
                  <a:lnTo>
                    <a:pt x="3108" y="838"/>
                  </a:lnTo>
                  <a:lnTo>
                    <a:pt x="3131" y="827"/>
                  </a:lnTo>
                  <a:lnTo>
                    <a:pt x="3155" y="821"/>
                  </a:lnTo>
                  <a:lnTo>
                    <a:pt x="3179" y="819"/>
                  </a:lnTo>
                  <a:close/>
                  <a:moveTo>
                    <a:pt x="3246" y="2144"/>
                  </a:moveTo>
                  <a:lnTo>
                    <a:pt x="3271" y="2146"/>
                  </a:lnTo>
                  <a:lnTo>
                    <a:pt x="3294" y="2152"/>
                  </a:lnTo>
                  <a:lnTo>
                    <a:pt x="3316" y="2162"/>
                  </a:lnTo>
                  <a:lnTo>
                    <a:pt x="3339" y="2176"/>
                  </a:lnTo>
                  <a:lnTo>
                    <a:pt x="3360" y="2194"/>
                  </a:lnTo>
                  <a:lnTo>
                    <a:pt x="3380" y="2215"/>
                  </a:lnTo>
                  <a:lnTo>
                    <a:pt x="3397" y="2240"/>
                  </a:lnTo>
                  <a:lnTo>
                    <a:pt x="3415" y="2267"/>
                  </a:lnTo>
                  <a:lnTo>
                    <a:pt x="3430" y="2296"/>
                  </a:lnTo>
                  <a:lnTo>
                    <a:pt x="3444" y="2329"/>
                  </a:lnTo>
                  <a:lnTo>
                    <a:pt x="3456" y="2363"/>
                  </a:lnTo>
                  <a:lnTo>
                    <a:pt x="3466" y="2400"/>
                  </a:lnTo>
                  <a:lnTo>
                    <a:pt x="3475" y="2438"/>
                  </a:lnTo>
                  <a:lnTo>
                    <a:pt x="3480" y="2478"/>
                  </a:lnTo>
                  <a:lnTo>
                    <a:pt x="3484" y="2520"/>
                  </a:lnTo>
                  <a:lnTo>
                    <a:pt x="3485" y="2562"/>
                  </a:lnTo>
                  <a:lnTo>
                    <a:pt x="3484" y="2604"/>
                  </a:lnTo>
                  <a:lnTo>
                    <a:pt x="3480" y="2647"/>
                  </a:lnTo>
                  <a:lnTo>
                    <a:pt x="3475" y="2686"/>
                  </a:lnTo>
                  <a:lnTo>
                    <a:pt x="3466" y="2725"/>
                  </a:lnTo>
                  <a:lnTo>
                    <a:pt x="3456" y="2762"/>
                  </a:lnTo>
                  <a:lnTo>
                    <a:pt x="3444" y="2796"/>
                  </a:lnTo>
                  <a:lnTo>
                    <a:pt x="3430" y="2828"/>
                  </a:lnTo>
                  <a:lnTo>
                    <a:pt x="3415" y="2858"/>
                  </a:lnTo>
                  <a:lnTo>
                    <a:pt x="3397" y="2886"/>
                  </a:lnTo>
                  <a:lnTo>
                    <a:pt x="3380" y="2909"/>
                  </a:lnTo>
                  <a:lnTo>
                    <a:pt x="3360" y="2930"/>
                  </a:lnTo>
                  <a:lnTo>
                    <a:pt x="3339" y="2949"/>
                  </a:lnTo>
                  <a:lnTo>
                    <a:pt x="3316" y="2963"/>
                  </a:lnTo>
                  <a:lnTo>
                    <a:pt x="3294" y="2974"/>
                  </a:lnTo>
                  <a:lnTo>
                    <a:pt x="3271" y="2980"/>
                  </a:lnTo>
                  <a:lnTo>
                    <a:pt x="3246" y="2982"/>
                  </a:lnTo>
                  <a:lnTo>
                    <a:pt x="3222" y="2980"/>
                  </a:lnTo>
                  <a:lnTo>
                    <a:pt x="3198" y="2974"/>
                  </a:lnTo>
                  <a:lnTo>
                    <a:pt x="3176" y="2963"/>
                  </a:lnTo>
                  <a:lnTo>
                    <a:pt x="3154" y="2949"/>
                  </a:lnTo>
                  <a:lnTo>
                    <a:pt x="3133" y="2930"/>
                  </a:lnTo>
                  <a:lnTo>
                    <a:pt x="3113" y="2909"/>
                  </a:lnTo>
                  <a:lnTo>
                    <a:pt x="3095" y="2886"/>
                  </a:lnTo>
                  <a:lnTo>
                    <a:pt x="3077" y="2858"/>
                  </a:lnTo>
                  <a:lnTo>
                    <a:pt x="3062" y="2828"/>
                  </a:lnTo>
                  <a:lnTo>
                    <a:pt x="3048" y="2796"/>
                  </a:lnTo>
                  <a:lnTo>
                    <a:pt x="3036" y="2762"/>
                  </a:lnTo>
                  <a:lnTo>
                    <a:pt x="3026" y="2725"/>
                  </a:lnTo>
                  <a:lnTo>
                    <a:pt x="3018" y="2686"/>
                  </a:lnTo>
                  <a:lnTo>
                    <a:pt x="3012" y="2647"/>
                  </a:lnTo>
                  <a:lnTo>
                    <a:pt x="3008" y="2604"/>
                  </a:lnTo>
                  <a:lnTo>
                    <a:pt x="3007" y="2562"/>
                  </a:lnTo>
                  <a:lnTo>
                    <a:pt x="3008" y="2520"/>
                  </a:lnTo>
                  <a:lnTo>
                    <a:pt x="3012" y="2478"/>
                  </a:lnTo>
                  <a:lnTo>
                    <a:pt x="3018" y="2438"/>
                  </a:lnTo>
                  <a:lnTo>
                    <a:pt x="3026" y="2400"/>
                  </a:lnTo>
                  <a:lnTo>
                    <a:pt x="3036" y="2363"/>
                  </a:lnTo>
                  <a:lnTo>
                    <a:pt x="3048" y="2329"/>
                  </a:lnTo>
                  <a:lnTo>
                    <a:pt x="3062" y="2296"/>
                  </a:lnTo>
                  <a:lnTo>
                    <a:pt x="3077" y="2267"/>
                  </a:lnTo>
                  <a:lnTo>
                    <a:pt x="3095" y="2240"/>
                  </a:lnTo>
                  <a:lnTo>
                    <a:pt x="3113" y="2215"/>
                  </a:lnTo>
                  <a:lnTo>
                    <a:pt x="3133" y="2194"/>
                  </a:lnTo>
                  <a:lnTo>
                    <a:pt x="3154" y="2176"/>
                  </a:lnTo>
                  <a:lnTo>
                    <a:pt x="3176" y="2162"/>
                  </a:lnTo>
                  <a:lnTo>
                    <a:pt x="3198" y="2152"/>
                  </a:lnTo>
                  <a:lnTo>
                    <a:pt x="3222" y="2146"/>
                  </a:lnTo>
                  <a:lnTo>
                    <a:pt x="3246" y="214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0267" name="Freeform 51"/>
            <p:cNvSpPr>
              <a:spLocks/>
            </p:cNvSpPr>
            <p:nvPr/>
          </p:nvSpPr>
          <p:spPr bwMode="auto">
            <a:xfrm>
              <a:off x="1267" y="1588"/>
              <a:ext cx="87" cy="52"/>
            </a:xfrm>
            <a:custGeom>
              <a:avLst/>
              <a:gdLst>
                <a:gd name="T0" fmla="*/ 3 w 437"/>
                <a:gd name="T1" fmla="*/ 2 h 260"/>
                <a:gd name="T2" fmla="*/ 3 w 437"/>
                <a:gd name="T3" fmla="*/ 2 h 260"/>
                <a:gd name="T4" fmla="*/ 3 w 437"/>
                <a:gd name="T5" fmla="*/ 2 h 260"/>
                <a:gd name="T6" fmla="*/ 3 w 437"/>
                <a:gd name="T7" fmla="*/ 2 h 260"/>
                <a:gd name="T8" fmla="*/ 3 w 437"/>
                <a:gd name="T9" fmla="*/ 1 h 260"/>
                <a:gd name="T10" fmla="*/ 3 w 437"/>
                <a:gd name="T11" fmla="*/ 1 h 260"/>
                <a:gd name="T12" fmla="*/ 3 w 437"/>
                <a:gd name="T13" fmla="*/ 1 h 260"/>
                <a:gd name="T14" fmla="*/ 3 w 437"/>
                <a:gd name="T15" fmla="*/ 1 h 260"/>
                <a:gd name="T16" fmla="*/ 3 w 437"/>
                <a:gd name="T17" fmla="*/ 1 h 260"/>
                <a:gd name="T18" fmla="*/ 2 w 437"/>
                <a:gd name="T19" fmla="*/ 1 h 260"/>
                <a:gd name="T20" fmla="*/ 2 w 437"/>
                <a:gd name="T21" fmla="*/ 0 h 260"/>
                <a:gd name="T22" fmla="*/ 2 w 437"/>
                <a:gd name="T23" fmla="*/ 0 h 260"/>
                <a:gd name="T24" fmla="*/ 2 w 437"/>
                <a:gd name="T25" fmla="*/ 0 h 260"/>
                <a:gd name="T26" fmla="*/ 1 w 437"/>
                <a:gd name="T27" fmla="*/ 0 h 260"/>
                <a:gd name="T28" fmla="*/ 1 w 437"/>
                <a:gd name="T29" fmla="*/ 0 h 260"/>
                <a:gd name="T30" fmla="*/ 1 w 437"/>
                <a:gd name="T31" fmla="*/ 0 h 260"/>
                <a:gd name="T32" fmla="*/ 0 w 437"/>
                <a:gd name="T33" fmla="*/ 0 h 260"/>
                <a:gd name="T34" fmla="*/ 0 w 437"/>
                <a:gd name="T35" fmla="*/ 0 h 260"/>
                <a:gd name="T36" fmla="*/ 0 w 437"/>
                <a:gd name="T37" fmla="*/ 0 h 260"/>
                <a:gd name="T38" fmla="*/ 0 w 437"/>
                <a:gd name="T39" fmla="*/ 0 h 260"/>
                <a:gd name="T40" fmla="*/ 1 w 437"/>
                <a:gd name="T41" fmla="*/ 0 h 260"/>
                <a:gd name="T42" fmla="*/ 1 w 437"/>
                <a:gd name="T43" fmla="*/ 0 h 260"/>
                <a:gd name="T44" fmla="*/ 1 w 437"/>
                <a:gd name="T45" fmla="*/ 0 h 260"/>
                <a:gd name="T46" fmla="*/ 2 w 437"/>
                <a:gd name="T47" fmla="*/ 0 h 260"/>
                <a:gd name="T48" fmla="*/ 2 w 437"/>
                <a:gd name="T49" fmla="*/ 0 h 260"/>
                <a:gd name="T50" fmla="*/ 2 w 437"/>
                <a:gd name="T51" fmla="*/ 1 h 260"/>
                <a:gd name="T52" fmla="*/ 2 w 437"/>
                <a:gd name="T53" fmla="*/ 1 h 260"/>
                <a:gd name="T54" fmla="*/ 3 w 437"/>
                <a:gd name="T55" fmla="*/ 1 h 260"/>
                <a:gd name="T56" fmla="*/ 3 w 437"/>
                <a:gd name="T57" fmla="*/ 1 h 260"/>
                <a:gd name="T58" fmla="*/ 3 w 437"/>
                <a:gd name="T59" fmla="*/ 1 h 260"/>
                <a:gd name="T60" fmla="*/ 3 w 437"/>
                <a:gd name="T61" fmla="*/ 1 h 260"/>
                <a:gd name="T62" fmla="*/ 3 w 437"/>
                <a:gd name="T63" fmla="*/ 1 h 260"/>
                <a:gd name="T64" fmla="*/ 3 w 437"/>
                <a:gd name="T65" fmla="*/ 2 h 260"/>
                <a:gd name="T66" fmla="*/ 3 w 437"/>
                <a:gd name="T67" fmla="*/ 2 h 260"/>
                <a:gd name="T68" fmla="*/ 3 w 437"/>
                <a:gd name="T69" fmla="*/ 2 h 260"/>
                <a:gd name="T70" fmla="*/ 3 w 437"/>
                <a:gd name="T71" fmla="*/ 2 h 260"/>
                <a:gd name="T72" fmla="*/ 3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437" y="260"/>
                  </a:moveTo>
                  <a:lnTo>
                    <a:pt x="437" y="260"/>
                  </a:lnTo>
                  <a:lnTo>
                    <a:pt x="434" y="233"/>
                  </a:lnTo>
                  <a:lnTo>
                    <a:pt x="427" y="206"/>
                  </a:lnTo>
                  <a:lnTo>
                    <a:pt x="417" y="181"/>
                  </a:lnTo>
                  <a:lnTo>
                    <a:pt x="401" y="157"/>
                  </a:lnTo>
                  <a:lnTo>
                    <a:pt x="383" y="133"/>
                  </a:lnTo>
                  <a:lnTo>
                    <a:pt x="360" y="113"/>
                  </a:lnTo>
                  <a:lnTo>
                    <a:pt x="336" y="93"/>
                  </a:lnTo>
                  <a:lnTo>
                    <a:pt x="308" y="73"/>
                  </a:lnTo>
                  <a:lnTo>
                    <a:pt x="276" y="58"/>
                  </a:lnTo>
                  <a:lnTo>
                    <a:pt x="242" y="43"/>
                  </a:lnTo>
                  <a:lnTo>
                    <a:pt x="207" y="30"/>
                  </a:lnTo>
                  <a:lnTo>
                    <a:pt x="168" y="19"/>
                  </a:lnTo>
                  <a:lnTo>
                    <a:pt x="128" y="11"/>
                  </a:lnTo>
                  <a:lnTo>
                    <a:pt x="87" y="4"/>
                  </a:lnTo>
                  <a:lnTo>
                    <a:pt x="43" y="1"/>
                  </a:lnTo>
                  <a:lnTo>
                    <a:pt x="0" y="0"/>
                  </a:lnTo>
                  <a:lnTo>
                    <a:pt x="0" y="11"/>
                  </a:lnTo>
                  <a:lnTo>
                    <a:pt x="43" y="12"/>
                  </a:lnTo>
                  <a:lnTo>
                    <a:pt x="85" y="16"/>
                  </a:lnTo>
                  <a:lnTo>
                    <a:pt x="126" y="23"/>
                  </a:lnTo>
                  <a:lnTo>
                    <a:pt x="166" y="31"/>
                  </a:lnTo>
                  <a:lnTo>
                    <a:pt x="202" y="42"/>
                  </a:lnTo>
                  <a:lnTo>
                    <a:pt x="237" y="55"/>
                  </a:lnTo>
                  <a:lnTo>
                    <a:pt x="271" y="70"/>
                  </a:lnTo>
                  <a:lnTo>
                    <a:pt x="301" y="85"/>
                  </a:lnTo>
                  <a:lnTo>
                    <a:pt x="329" y="103"/>
                  </a:lnTo>
                  <a:lnTo>
                    <a:pt x="353" y="123"/>
                  </a:lnTo>
                  <a:lnTo>
                    <a:pt x="373" y="143"/>
                  </a:lnTo>
                  <a:lnTo>
                    <a:pt x="392" y="164"/>
                  </a:lnTo>
                  <a:lnTo>
                    <a:pt x="405" y="186"/>
                  </a:lnTo>
                  <a:lnTo>
                    <a:pt x="415" y="211"/>
                  </a:lnTo>
                  <a:lnTo>
                    <a:pt x="422" y="235"/>
                  </a:lnTo>
                  <a:lnTo>
                    <a:pt x="425" y="260"/>
                  </a:lnTo>
                  <a:lnTo>
                    <a:pt x="437"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0268" name="Freeform 52"/>
            <p:cNvSpPr>
              <a:spLocks/>
            </p:cNvSpPr>
            <p:nvPr/>
          </p:nvSpPr>
          <p:spPr bwMode="auto">
            <a:xfrm>
              <a:off x="1267" y="1640"/>
              <a:ext cx="87" cy="52"/>
            </a:xfrm>
            <a:custGeom>
              <a:avLst/>
              <a:gdLst>
                <a:gd name="T0" fmla="*/ 0 w 437"/>
                <a:gd name="T1" fmla="*/ 2 h 260"/>
                <a:gd name="T2" fmla="*/ 0 w 437"/>
                <a:gd name="T3" fmla="*/ 2 h 260"/>
                <a:gd name="T4" fmla="*/ 0 w 437"/>
                <a:gd name="T5" fmla="*/ 2 h 260"/>
                <a:gd name="T6" fmla="*/ 1 w 437"/>
                <a:gd name="T7" fmla="*/ 2 h 260"/>
                <a:gd name="T8" fmla="*/ 1 w 437"/>
                <a:gd name="T9" fmla="*/ 2 h 260"/>
                <a:gd name="T10" fmla="*/ 1 w 437"/>
                <a:gd name="T11" fmla="*/ 2 h 260"/>
                <a:gd name="T12" fmla="*/ 2 w 437"/>
                <a:gd name="T13" fmla="*/ 2 h 260"/>
                <a:gd name="T14" fmla="*/ 2 w 437"/>
                <a:gd name="T15" fmla="*/ 2 h 260"/>
                <a:gd name="T16" fmla="*/ 2 w 437"/>
                <a:gd name="T17" fmla="*/ 2 h 260"/>
                <a:gd name="T18" fmla="*/ 2 w 437"/>
                <a:gd name="T19" fmla="*/ 1 h 260"/>
                <a:gd name="T20" fmla="*/ 3 w 437"/>
                <a:gd name="T21" fmla="*/ 1 h 260"/>
                <a:gd name="T22" fmla="*/ 3 w 437"/>
                <a:gd name="T23" fmla="*/ 1 h 260"/>
                <a:gd name="T24" fmla="*/ 3 w 437"/>
                <a:gd name="T25" fmla="*/ 1 h 260"/>
                <a:gd name="T26" fmla="*/ 3 w 437"/>
                <a:gd name="T27" fmla="*/ 1 h 260"/>
                <a:gd name="T28" fmla="*/ 3 w 437"/>
                <a:gd name="T29" fmla="*/ 1 h 260"/>
                <a:gd name="T30" fmla="*/ 3 w 437"/>
                <a:gd name="T31" fmla="*/ 0 h 260"/>
                <a:gd name="T32" fmla="*/ 3 w 437"/>
                <a:gd name="T33" fmla="*/ 0 h 260"/>
                <a:gd name="T34" fmla="*/ 3 w 437"/>
                <a:gd name="T35" fmla="*/ 0 h 260"/>
                <a:gd name="T36" fmla="*/ 3 w 437"/>
                <a:gd name="T37" fmla="*/ 0 h 260"/>
                <a:gd name="T38" fmla="*/ 3 w 437"/>
                <a:gd name="T39" fmla="*/ 0 h 260"/>
                <a:gd name="T40" fmla="*/ 3 w 437"/>
                <a:gd name="T41" fmla="*/ 0 h 260"/>
                <a:gd name="T42" fmla="*/ 3 w 437"/>
                <a:gd name="T43" fmla="*/ 1 h 260"/>
                <a:gd name="T44" fmla="*/ 3 w 437"/>
                <a:gd name="T45" fmla="*/ 1 h 260"/>
                <a:gd name="T46" fmla="*/ 3 w 437"/>
                <a:gd name="T47" fmla="*/ 1 h 260"/>
                <a:gd name="T48" fmla="*/ 3 w 437"/>
                <a:gd name="T49" fmla="*/ 1 h 260"/>
                <a:gd name="T50" fmla="*/ 3 w 437"/>
                <a:gd name="T51" fmla="*/ 1 h 260"/>
                <a:gd name="T52" fmla="*/ 2 w 437"/>
                <a:gd name="T53" fmla="*/ 1 h 260"/>
                <a:gd name="T54" fmla="*/ 2 w 437"/>
                <a:gd name="T55" fmla="*/ 2 h 260"/>
                <a:gd name="T56" fmla="*/ 2 w 437"/>
                <a:gd name="T57" fmla="*/ 2 h 260"/>
                <a:gd name="T58" fmla="*/ 2 w 437"/>
                <a:gd name="T59" fmla="*/ 2 h 260"/>
                <a:gd name="T60" fmla="*/ 1 w 437"/>
                <a:gd name="T61" fmla="*/ 2 h 260"/>
                <a:gd name="T62" fmla="*/ 1 w 437"/>
                <a:gd name="T63" fmla="*/ 2 h 260"/>
                <a:gd name="T64" fmla="*/ 1 w 437"/>
                <a:gd name="T65" fmla="*/ 2 h 260"/>
                <a:gd name="T66" fmla="*/ 0 w 437"/>
                <a:gd name="T67" fmla="*/ 2 h 260"/>
                <a:gd name="T68" fmla="*/ 0 w 437"/>
                <a:gd name="T69" fmla="*/ 2 h 260"/>
                <a:gd name="T70" fmla="*/ 0 w 437"/>
                <a:gd name="T71" fmla="*/ 2 h 260"/>
                <a:gd name="T72" fmla="*/ 0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0" y="260"/>
                  </a:moveTo>
                  <a:lnTo>
                    <a:pt x="0" y="260"/>
                  </a:lnTo>
                  <a:lnTo>
                    <a:pt x="43" y="259"/>
                  </a:lnTo>
                  <a:lnTo>
                    <a:pt x="87" y="255"/>
                  </a:lnTo>
                  <a:lnTo>
                    <a:pt x="128" y="248"/>
                  </a:lnTo>
                  <a:lnTo>
                    <a:pt x="168" y="240"/>
                  </a:lnTo>
                  <a:lnTo>
                    <a:pt x="207" y="230"/>
                  </a:lnTo>
                  <a:lnTo>
                    <a:pt x="242" y="217"/>
                  </a:lnTo>
                  <a:lnTo>
                    <a:pt x="276" y="202"/>
                  </a:lnTo>
                  <a:lnTo>
                    <a:pt x="308" y="185"/>
                  </a:lnTo>
                  <a:lnTo>
                    <a:pt x="336" y="166"/>
                  </a:lnTo>
                  <a:lnTo>
                    <a:pt x="360" y="146"/>
                  </a:lnTo>
                  <a:lnTo>
                    <a:pt x="383" y="125"/>
                  </a:lnTo>
                  <a:lnTo>
                    <a:pt x="401" y="102"/>
                  </a:lnTo>
                  <a:lnTo>
                    <a:pt x="417" y="77"/>
                  </a:lnTo>
                  <a:lnTo>
                    <a:pt x="427" y="53"/>
                  </a:lnTo>
                  <a:lnTo>
                    <a:pt x="434" y="27"/>
                  </a:lnTo>
                  <a:lnTo>
                    <a:pt x="437" y="0"/>
                  </a:lnTo>
                  <a:lnTo>
                    <a:pt x="425" y="0"/>
                  </a:lnTo>
                  <a:lnTo>
                    <a:pt x="422" y="24"/>
                  </a:lnTo>
                  <a:lnTo>
                    <a:pt x="415" y="48"/>
                  </a:lnTo>
                  <a:lnTo>
                    <a:pt x="405" y="73"/>
                  </a:lnTo>
                  <a:lnTo>
                    <a:pt x="392" y="95"/>
                  </a:lnTo>
                  <a:lnTo>
                    <a:pt x="373" y="116"/>
                  </a:lnTo>
                  <a:lnTo>
                    <a:pt x="353" y="137"/>
                  </a:lnTo>
                  <a:lnTo>
                    <a:pt x="329" y="157"/>
                  </a:lnTo>
                  <a:lnTo>
                    <a:pt x="301" y="173"/>
                  </a:lnTo>
                  <a:lnTo>
                    <a:pt x="271" y="190"/>
                  </a:lnTo>
                  <a:lnTo>
                    <a:pt x="237" y="205"/>
                  </a:lnTo>
                  <a:lnTo>
                    <a:pt x="202" y="218"/>
                  </a:lnTo>
                  <a:lnTo>
                    <a:pt x="166" y="228"/>
                  </a:lnTo>
                  <a:lnTo>
                    <a:pt x="126" y="237"/>
                  </a:lnTo>
                  <a:lnTo>
                    <a:pt x="85" y="244"/>
                  </a:lnTo>
                  <a:lnTo>
                    <a:pt x="43" y="247"/>
                  </a:lnTo>
                  <a:lnTo>
                    <a:pt x="0" y="248"/>
                  </a:lnTo>
                  <a:lnTo>
                    <a:pt x="0"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0269" name="Freeform 53"/>
            <p:cNvSpPr>
              <a:spLocks/>
            </p:cNvSpPr>
            <p:nvPr/>
          </p:nvSpPr>
          <p:spPr bwMode="auto">
            <a:xfrm>
              <a:off x="1179" y="1640"/>
              <a:ext cx="88" cy="52"/>
            </a:xfrm>
            <a:custGeom>
              <a:avLst/>
              <a:gdLst>
                <a:gd name="T0" fmla="*/ 0 w 439"/>
                <a:gd name="T1" fmla="*/ 0 h 260"/>
                <a:gd name="T2" fmla="*/ 0 w 439"/>
                <a:gd name="T3" fmla="*/ 0 h 260"/>
                <a:gd name="T4" fmla="*/ 0 w 439"/>
                <a:gd name="T5" fmla="*/ 0 h 260"/>
                <a:gd name="T6" fmla="*/ 0 w 439"/>
                <a:gd name="T7" fmla="*/ 0 h 260"/>
                <a:gd name="T8" fmla="*/ 0 w 439"/>
                <a:gd name="T9" fmla="*/ 1 h 260"/>
                <a:gd name="T10" fmla="*/ 0 w 439"/>
                <a:gd name="T11" fmla="*/ 1 h 260"/>
                <a:gd name="T12" fmla="*/ 0 w 439"/>
                <a:gd name="T13" fmla="*/ 1 h 260"/>
                <a:gd name="T14" fmla="*/ 1 w 439"/>
                <a:gd name="T15" fmla="*/ 1 h 260"/>
                <a:gd name="T16" fmla="*/ 1 w 439"/>
                <a:gd name="T17" fmla="*/ 1 h 260"/>
                <a:gd name="T18" fmla="*/ 1 w 439"/>
                <a:gd name="T19" fmla="*/ 1 h 260"/>
                <a:gd name="T20" fmla="*/ 1 w 439"/>
                <a:gd name="T21" fmla="*/ 2 h 260"/>
                <a:gd name="T22" fmla="*/ 2 w 439"/>
                <a:gd name="T23" fmla="*/ 2 h 260"/>
                <a:gd name="T24" fmla="*/ 2 w 439"/>
                <a:gd name="T25" fmla="*/ 2 h 260"/>
                <a:gd name="T26" fmla="*/ 2 w 439"/>
                <a:gd name="T27" fmla="*/ 2 h 260"/>
                <a:gd name="T28" fmla="*/ 2 w 439"/>
                <a:gd name="T29" fmla="*/ 2 h 260"/>
                <a:gd name="T30" fmla="*/ 3 w 439"/>
                <a:gd name="T31" fmla="*/ 2 h 260"/>
                <a:gd name="T32" fmla="*/ 3 w 439"/>
                <a:gd name="T33" fmla="*/ 2 h 260"/>
                <a:gd name="T34" fmla="*/ 4 w 439"/>
                <a:gd name="T35" fmla="*/ 2 h 260"/>
                <a:gd name="T36" fmla="*/ 4 w 439"/>
                <a:gd name="T37" fmla="*/ 2 h 260"/>
                <a:gd name="T38" fmla="*/ 3 w 439"/>
                <a:gd name="T39" fmla="*/ 2 h 260"/>
                <a:gd name="T40" fmla="*/ 3 w 439"/>
                <a:gd name="T41" fmla="*/ 2 h 260"/>
                <a:gd name="T42" fmla="*/ 3 w 439"/>
                <a:gd name="T43" fmla="*/ 2 h 260"/>
                <a:gd name="T44" fmla="*/ 2 w 439"/>
                <a:gd name="T45" fmla="*/ 2 h 260"/>
                <a:gd name="T46" fmla="*/ 2 w 439"/>
                <a:gd name="T47" fmla="*/ 2 h 260"/>
                <a:gd name="T48" fmla="*/ 2 w 439"/>
                <a:gd name="T49" fmla="*/ 2 h 260"/>
                <a:gd name="T50" fmla="*/ 1 w 439"/>
                <a:gd name="T51" fmla="*/ 2 h 260"/>
                <a:gd name="T52" fmla="*/ 1 w 439"/>
                <a:gd name="T53" fmla="*/ 1 h 260"/>
                <a:gd name="T54" fmla="*/ 1 w 439"/>
                <a:gd name="T55" fmla="*/ 1 h 260"/>
                <a:gd name="T56" fmla="*/ 1 w 439"/>
                <a:gd name="T57" fmla="*/ 1 h 260"/>
                <a:gd name="T58" fmla="*/ 1 w 439"/>
                <a:gd name="T59" fmla="*/ 1 h 260"/>
                <a:gd name="T60" fmla="*/ 0 w 439"/>
                <a:gd name="T61" fmla="*/ 1 h 260"/>
                <a:gd name="T62" fmla="*/ 0 w 439"/>
                <a:gd name="T63" fmla="*/ 1 h 260"/>
                <a:gd name="T64" fmla="*/ 0 w 439"/>
                <a:gd name="T65" fmla="*/ 0 h 260"/>
                <a:gd name="T66" fmla="*/ 0 w 439"/>
                <a:gd name="T67" fmla="*/ 0 h 260"/>
                <a:gd name="T68" fmla="*/ 0 w 439"/>
                <a:gd name="T69" fmla="*/ 0 h 260"/>
                <a:gd name="T70" fmla="*/ 0 w 439"/>
                <a:gd name="T71" fmla="*/ 0 h 260"/>
                <a:gd name="T72" fmla="*/ 0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0" y="0"/>
                  </a:moveTo>
                  <a:lnTo>
                    <a:pt x="0" y="0"/>
                  </a:lnTo>
                  <a:lnTo>
                    <a:pt x="3" y="27"/>
                  </a:lnTo>
                  <a:lnTo>
                    <a:pt x="10" y="53"/>
                  </a:lnTo>
                  <a:lnTo>
                    <a:pt x="20" y="77"/>
                  </a:lnTo>
                  <a:lnTo>
                    <a:pt x="35" y="102"/>
                  </a:lnTo>
                  <a:lnTo>
                    <a:pt x="54" y="125"/>
                  </a:lnTo>
                  <a:lnTo>
                    <a:pt x="76" y="146"/>
                  </a:lnTo>
                  <a:lnTo>
                    <a:pt x="102" y="166"/>
                  </a:lnTo>
                  <a:lnTo>
                    <a:pt x="130" y="185"/>
                  </a:lnTo>
                  <a:lnTo>
                    <a:pt x="162" y="202"/>
                  </a:lnTo>
                  <a:lnTo>
                    <a:pt x="195" y="217"/>
                  </a:lnTo>
                  <a:lnTo>
                    <a:pt x="231" y="230"/>
                  </a:lnTo>
                  <a:lnTo>
                    <a:pt x="270" y="240"/>
                  </a:lnTo>
                  <a:lnTo>
                    <a:pt x="310" y="248"/>
                  </a:lnTo>
                  <a:lnTo>
                    <a:pt x="351" y="255"/>
                  </a:lnTo>
                  <a:lnTo>
                    <a:pt x="395" y="259"/>
                  </a:lnTo>
                  <a:lnTo>
                    <a:pt x="439" y="260"/>
                  </a:lnTo>
                  <a:lnTo>
                    <a:pt x="439" y="248"/>
                  </a:lnTo>
                  <a:lnTo>
                    <a:pt x="395" y="247"/>
                  </a:lnTo>
                  <a:lnTo>
                    <a:pt x="353" y="244"/>
                  </a:lnTo>
                  <a:lnTo>
                    <a:pt x="312" y="237"/>
                  </a:lnTo>
                  <a:lnTo>
                    <a:pt x="272" y="228"/>
                  </a:lnTo>
                  <a:lnTo>
                    <a:pt x="236" y="218"/>
                  </a:lnTo>
                  <a:lnTo>
                    <a:pt x="200" y="205"/>
                  </a:lnTo>
                  <a:lnTo>
                    <a:pt x="167" y="190"/>
                  </a:lnTo>
                  <a:lnTo>
                    <a:pt x="137" y="173"/>
                  </a:lnTo>
                  <a:lnTo>
                    <a:pt x="109" y="157"/>
                  </a:lnTo>
                  <a:lnTo>
                    <a:pt x="84" y="137"/>
                  </a:lnTo>
                  <a:lnTo>
                    <a:pt x="64" y="116"/>
                  </a:lnTo>
                  <a:lnTo>
                    <a:pt x="45" y="95"/>
                  </a:lnTo>
                  <a:lnTo>
                    <a:pt x="32" y="73"/>
                  </a:lnTo>
                  <a:lnTo>
                    <a:pt x="21" y="48"/>
                  </a:lnTo>
                  <a:lnTo>
                    <a:pt x="14" y="24"/>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0270" name="Freeform 54"/>
            <p:cNvSpPr>
              <a:spLocks/>
            </p:cNvSpPr>
            <p:nvPr/>
          </p:nvSpPr>
          <p:spPr bwMode="auto">
            <a:xfrm>
              <a:off x="1179" y="1588"/>
              <a:ext cx="88" cy="52"/>
            </a:xfrm>
            <a:custGeom>
              <a:avLst/>
              <a:gdLst>
                <a:gd name="T0" fmla="*/ 4 w 439"/>
                <a:gd name="T1" fmla="*/ 0 h 260"/>
                <a:gd name="T2" fmla="*/ 4 w 439"/>
                <a:gd name="T3" fmla="*/ 0 h 260"/>
                <a:gd name="T4" fmla="*/ 3 w 439"/>
                <a:gd name="T5" fmla="*/ 0 h 260"/>
                <a:gd name="T6" fmla="*/ 3 w 439"/>
                <a:gd name="T7" fmla="*/ 0 h 260"/>
                <a:gd name="T8" fmla="*/ 2 w 439"/>
                <a:gd name="T9" fmla="*/ 0 h 260"/>
                <a:gd name="T10" fmla="*/ 2 w 439"/>
                <a:gd name="T11" fmla="*/ 0 h 260"/>
                <a:gd name="T12" fmla="*/ 2 w 439"/>
                <a:gd name="T13" fmla="*/ 0 h 260"/>
                <a:gd name="T14" fmla="*/ 2 w 439"/>
                <a:gd name="T15" fmla="*/ 0 h 260"/>
                <a:gd name="T16" fmla="*/ 1 w 439"/>
                <a:gd name="T17" fmla="*/ 0 h 260"/>
                <a:gd name="T18" fmla="*/ 1 w 439"/>
                <a:gd name="T19" fmla="*/ 1 h 260"/>
                <a:gd name="T20" fmla="*/ 1 w 439"/>
                <a:gd name="T21" fmla="*/ 1 h 260"/>
                <a:gd name="T22" fmla="*/ 1 w 439"/>
                <a:gd name="T23" fmla="*/ 1 h 260"/>
                <a:gd name="T24" fmla="*/ 0 w 439"/>
                <a:gd name="T25" fmla="*/ 1 h 260"/>
                <a:gd name="T26" fmla="*/ 0 w 439"/>
                <a:gd name="T27" fmla="*/ 1 h 260"/>
                <a:gd name="T28" fmla="*/ 0 w 439"/>
                <a:gd name="T29" fmla="*/ 1 h 260"/>
                <a:gd name="T30" fmla="*/ 0 w 439"/>
                <a:gd name="T31" fmla="*/ 2 h 260"/>
                <a:gd name="T32" fmla="*/ 0 w 439"/>
                <a:gd name="T33" fmla="*/ 2 h 260"/>
                <a:gd name="T34" fmla="*/ 0 w 439"/>
                <a:gd name="T35" fmla="*/ 2 h 260"/>
                <a:gd name="T36" fmla="*/ 0 w 439"/>
                <a:gd name="T37" fmla="*/ 2 h 260"/>
                <a:gd name="T38" fmla="*/ 0 w 439"/>
                <a:gd name="T39" fmla="*/ 2 h 260"/>
                <a:gd name="T40" fmla="*/ 0 w 439"/>
                <a:gd name="T41" fmla="*/ 2 h 260"/>
                <a:gd name="T42" fmla="*/ 0 w 439"/>
                <a:gd name="T43" fmla="*/ 1 h 260"/>
                <a:gd name="T44" fmla="*/ 0 w 439"/>
                <a:gd name="T45" fmla="*/ 1 h 260"/>
                <a:gd name="T46" fmla="*/ 1 w 439"/>
                <a:gd name="T47" fmla="*/ 1 h 260"/>
                <a:gd name="T48" fmla="*/ 1 w 439"/>
                <a:gd name="T49" fmla="*/ 1 h 260"/>
                <a:gd name="T50" fmla="*/ 1 w 439"/>
                <a:gd name="T51" fmla="*/ 1 h 260"/>
                <a:gd name="T52" fmla="*/ 1 w 439"/>
                <a:gd name="T53" fmla="*/ 1 h 260"/>
                <a:gd name="T54" fmla="*/ 1 w 439"/>
                <a:gd name="T55" fmla="*/ 1 h 260"/>
                <a:gd name="T56" fmla="*/ 2 w 439"/>
                <a:gd name="T57" fmla="*/ 0 h 260"/>
                <a:gd name="T58" fmla="*/ 2 w 439"/>
                <a:gd name="T59" fmla="*/ 0 h 260"/>
                <a:gd name="T60" fmla="*/ 2 w 439"/>
                <a:gd name="T61" fmla="*/ 0 h 260"/>
                <a:gd name="T62" fmla="*/ 3 w 439"/>
                <a:gd name="T63" fmla="*/ 0 h 260"/>
                <a:gd name="T64" fmla="*/ 3 w 439"/>
                <a:gd name="T65" fmla="*/ 0 h 260"/>
                <a:gd name="T66" fmla="*/ 3 w 439"/>
                <a:gd name="T67" fmla="*/ 0 h 260"/>
                <a:gd name="T68" fmla="*/ 4 w 439"/>
                <a:gd name="T69" fmla="*/ 0 h 260"/>
                <a:gd name="T70" fmla="*/ 4 w 439"/>
                <a:gd name="T71" fmla="*/ 0 h 260"/>
                <a:gd name="T72" fmla="*/ 4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439" y="0"/>
                  </a:moveTo>
                  <a:lnTo>
                    <a:pt x="439" y="0"/>
                  </a:lnTo>
                  <a:lnTo>
                    <a:pt x="395" y="1"/>
                  </a:lnTo>
                  <a:lnTo>
                    <a:pt x="351" y="4"/>
                  </a:lnTo>
                  <a:lnTo>
                    <a:pt x="310" y="11"/>
                  </a:lnTo>
                  <a:lnTo>
                    <a:pt x="270" y="19"/>
                  </a:lnTo>
                  <a:lnTo>
                    <a:pt x="231" y="30"/>
                  </a:lnTo>
                  <a:lnTo>
                    <a:pt x="195" y="43"/>
                  </a:lnTo>
                  <a:lnTo>
                    <a:pt x="162" y="58"/>
                  </a:lnTo>
                  <a:lnTo>
                    <a:pt x="130" y="73"/>
                  </a:lnTo>
                  <a:lnTo>
                    <a:pt x="102" y="93"/>
                  </a:lnTo>
                  <a:lnTo>
                    <a:pt x="76" y="113"/>
                  </a:lnTo>
                  <a:lnTo>
                    <a:pt x="54" y="133"/>
                  </a:lnTo>
                  <a:lnTo>
                    <a:pt x="35" y="157"/>
                  </a:lnTo>
                  <a:lnTo>
                    <a:pt x="20" y="181"/>
                  </a:lnTo>
                  <a:lnTo>
                    <a:pt x="10" y="206"/>
                  </a:lnTo>
                  <a:lnTo>
                    <a:pt x="3" y="233"/>
                  </a:lnTo>
                  <a:lnTo>
                    <a:pt x="0" y="260"/>
                  </a:lnTo>
                  <a:lnTo>
                    <a:pt x="12" y="260"/>
                  </a:lnTo>
                  <a:lnTo>
                    <a:pt x="14" y="235"/>
                  </a:lnTo>
                  <a:lnTo>
                    <a:pt x="21" y="211"/>
                  </a:lnTo>
                  <a:lnTo>
                    <a:pt x="32" y="186"/>
                  </a:lnTo>
                  <a:lnTo>
                    <a:pt x="45" y="164"/>
                  </a:lnTo>
                  <a:lnTo>
                    <a:pt x="64" y="143"/>
                  </a:lnTo>
                  <a:lnTo>
                    <a:pt x="84" y="123"/>
                  </a:lnTo>
                  <a:lnTo>
                    <a:pt x="109" y="103"/>
                  </a:lnTo>
                  <a:lnTo>
                    <a:pt x="137" y="85"/>
                  </a:lnTo>
                  <a:lnTo>
                    <a:pt x="167" y="70"/>
                  </a:lnTo>
                  <a:lnTo>
                    <a:pt x="200" y="55"/>
                  </a:lnTo>
                  <a:lnTo>
                    <a:pt x="236" y="42"/>
                  </a:lnTo>
                  <a:lnTo>
                    <a:pt x="272" y="31"/>
                  </a:lnTo>
                  <a:lnTo>
                    <a:pt x="312" y="23"/>
                  </a:lnTo>
                  <a:lnTo>
                    <a:pt x="353" y="16"/>
                  </a:lnTo>
                  <a:lnTo>
                    <a:pt x="395" y="12"/>
                  </a:lnTo>
                  <a:lnTo>
                    <a:pt x="439" y="11"/>
                  </a:lnTo>
                  <a:lnTo>
                    <a:pt x="439"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0271" name="Freeform 55"/>
            <p:cNvSpPr>
              <a:spLocks/>
            </p:cNvSpPr>
            <p:nvPr/>
          </p:nvSpPr>
          <p:spPr bwMode="auto">
            <a:xfrm>
              <a:off x="964" y="1745"/>
              <a:ext cx="48" cy="85"/>
            </a:xfrm>
            <a:custGeom>
              <a:avLst/>
              <a:gdLst>
                <a:gd name="T0" fmla="*/ 2 w 244"/>
                <a:gd name="T1" fmla="*/ 3 h 426"/>
                <a:gd name="T2" fmla="*/ 2 w 244"/>
                <a:gd name="T3" fmla="*/ 3 h 426"/>
                <a:gd name="T4" fmla="*/ 2 w 244"/>
                <a:gd name="T5" fmla="*/ 3 h 426"/>
                <a:gd name="T6" fmla="*/ 2 w 244"/>
                <a:gd name="T7" fmla="*/ 3 h 426"/>
                <a:gd name="T8" fmla="*/ 2 w 244"/>
                <a:gd name="T9" fmla="*/ 2 h 426"/>
                <a:gd name="T10" fmla="*/ 2 w 244"/>
                <a:gd name="T11" fmla="*/ 2 h 426"/>
                <a:gd name="T12" fmla="*/ 2 w 244"/>
                <a:gd name="T13" fmla="*/ 2 h 426"/>
                <a:gd name="T14" fmla="*/ 2 w 244"/>
                <a:gd name="T15" fmla="*/ 2 h 426"/>
                <a:gd name="T16" fmla="*/ 1 w 244"/>
                <a:gd name="T17" fmla="*/ 1 h 426"/>
                <a:gd name="T18" fmla="*/ 1 w 244"/>
                <a:gd name="T19" fmla="*/ 1 h 426"/>
                <a:gd name="T20" fmla="*/ 1 w 244"/>
                <a:gd name="T21" fmla="*/ 1 h 426"/>
                <a:gd name="T22" fmla="*/ 1 w 244"/>
                <a:gd name="T23" fmla="*/ 1 h 426"/>
                <a:gd name="T24" fmla="*/ 1 w 244"/>
                <a:gd name="T25" fmla="*/ 0 h 426"/>
                <a:gd name="T26" fmla="*/ 1 w 244"/>
                <a:gd name="T27" fmla="*/ 0 h 426"/>
                <a:gd name="T28" fmla="*/ 1 w 244"/>
                <a:gd name="T29" fmla="*/ 0 h 426"/>
                <a:gd name="T30" fmla="*/ 0 w 244"/>
                <a:gd name="T31" fmla="*/ 0 h 426"/>
                <a:gd name="T32" fmla="*/ 0 w 244"/>
                <a:gd name="T33" fmla="*/ 0 h 426"/>
                <a:gd name="T34" fmla="*/ 0 w 244"/>
                <a:gd name="T35" fmla="*/ 0 h 426"/>
                <a:gd name="T36" fmla="*/ 0 w 244"/>
                <a:gd name="T37" fmla="*/ 0 h 426"/>
                <a:gd name="T38" fmla="*/ 0 w 244"/>
                <a:gd name="T39" fmla="*/ 0 h 426"/>
                <a:gd name="T40" fmla="*/ 0 w 244"/>
                <a:gd name="T41" fmla="*/ 0 h 426"/>
                <a:gd name="T42" fmla="*/ 1 w 244"/>
                <a:gd name="T43" fmla="*/ 0 h 426"/>
                <a:gd name="T44" fmla="*/ 1 w 244"/>
                <a:gd name="T45" fmla="*/ 0 h 426"/>
                <a:gd name="T46" fmla="*/ 1 w 244"/>
                <a:gd name="T47" fmla="*/ 0 h 426"/>
                <a:gd name="T48" fmla="*/ 1 w 244"/>
                <a:gd name="T49" fmla="*/ 1 h 426"/>
                <a:gd name="T50" fmla="*/ 1 w 244"/>
                <a:gd name="T51" fmla="*/ 1 h 426"/>
                <a:gd name="T52" fmla="*/ 1 w 244"/>
                <a:gd name="T53" fmla="*/ 1 h 426"/>
                <a:gd name="T54" fmla="*/ 1 w 244"/>
                <a:gd name="T55" fmla="*/ 1 h 426"/>
                <a:gd name="T56" fmla="*/ 1 w 244"/>
                <a:gd name="T57" fmla="*/ 2 h 426"/>
                <a:gd name="T58" fmla="*/ 2 w 244"/>
                <a:gd name="T59" fmla="*/ 2 h 426"/>
                <a:gd name="T60" fmla="*/ 2 w 244"/>
                <a:gd name="T61" fmla="*/ 2 h 426"/>
                <a:gd name="T62" fmla="*/ 2 w 244"/>
                <a:gd name="T63" fmla="*/ 2 h 426"/>
                <a:gd name="T64" fmla="*/ 2 w 244"/>
                <a:gd name="T65" fmla="*/ 3 h 426"/>
                <a:gd name="T66" fmla="*/ 2 w 244"/>
                <a:gd name="T67" fmla="*/ 3 h 426"/>
                <a:gd name="T68" fmla="*/ 2 w 244"/>
                <a:gd name="T69" fmla="*/ 3 h 426"/>
                <a:gd name="T70" fmla="*/ 2 w 244"/>
                <a:gd name="T71" fmla="*/ 3 h 426"/>
                <a:gd name="T72" fmla="*/ 2 w 244"/>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6"/>
                <a:gd name="T113" fmla="*/ 244 w 244"/>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6">
                  <a:moveTo>
                    <a:pt x="244" y="426"/>
                  </a:moveTo>
                  <a:lnTo>
                    <a:pt x="244" y="426"/>
                  </a:lnTo>
                  <a:lnTo>
                    <a:pt x="243" y="383"/>
                  </a:lnTo>
                  <a:lnTo>
                    <a:pt x="240" y="340"/>
                  </a:lnTo>
                  <a:lnTo>
                    <a:pt x="234" y="300"/>
                  </a:lnTo>
                  <a:lnTo>
                    <a:pt x="226" y="262"/>
                  </a:lnTo>
                  <a:lnTo>
                    <a:pt x="215" y="224"/>
                  </a:lnTo>
                  <a:lnTo>
                    <a:pt x="203" y="189"/>
                  </a:lnTo>
                  <a:lnTo>
                    <a:pt x="189" y="157"/>
                  </a:lnTo>
                  <a:lnTo>
                    <a:pt x="174" y="126"/>
                  </a:lnTo>
                  <a:lnTo>
                    <a:pt x="155" y="99"/>
                  </a:lnTo>
                  <a:lnTo>
                    <a:pt x="138" y="74"/>
                  </a:lnTo>
                  <a:lnTo>
                    <a:pt x="118" y="52"/>
                  </a:lnTo>
                  <a:lnTo>
                    <a:pt x="96" y="34"/>
                  </a:lnTo>
                  <a:lnTo>
                    <a:pt x="73" y="19"/>
                  </a:lnTo>
                  <a:lnTo>
                    <a:pt x="50" y="8"/>
                  </a:lnTo>
                  <a:lnTo>
                    <a:pt x="25" y="2"/>
                  </a:lnTo>
                  <a:lnTo>
                    <a:pt x="0" y="0"/>
                  </a:lnTo>
                  <a:lnTo>
                    <a:pt x="0" y="12"/>
                  </a:lnTo>
                  <a:lnTo>
                    <a:pt x="23" y="14"/>
                  </a:lnTo>
                  <a:lnTo>
                    <a:pt x="45" y="20"/>
                  </a:lnTo>
                  <a:lnTo>
                    <a:pt x="66" y="31"/>
                  </a:lnTo>
                  <a:lnTo>
                    <a:pt x="89" y="43"/>
                  </a:lnTo>
                  <a:lnTo>
                    <a:pt x="109" y="61"/>
                  </a:lnTo>
                  <a:lnTo>
                    <a:pt x="129" y="81"/>
                  </a:lnTo>
                  <a:lnTo>
                    <a:pt x="146" y="106"/>
                  </a:lnTo>
                  <a:lnTo>
                    <a:pt x="162" y="133"/>
                  </a:lnTo>
                  <a:lnTo>
                    <a:pt x="178" y="162"/>
                  </a:lnTo>
                  <a:lnTo>
                    <a:pt x="192" y="194"/>
                  </a:lnTo>
                  <a:lnTo>
                    <a:pt x="203" y="229"/>
                  </a:lnTo>
                  <a:lnTo>
                    <a:pt x="214" y="264"/>
                  </a:lnTo>
                  <a:lnTo>
                    <a:pt x="222" y="303"/>
                  </a:lnTo>
                  <a:lnTo>
                    <a:pt x="228" y="342"/>
                  </a:lnTo>
                  <a:lnTo>
                    <a:pt x="232" y="383"/>
                  </a:lnTo>
                  <a:lnTo>
                    <a:pt x="233" y="426"/>
                  </a:lnTo>
                  <a:lnTo>
                    <a:pt x="244"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0272" name="Freeform 56"/>
            <p:cNvSpPr>
              <a:spLocks/>
            </p:cNvSpPr>
            <p:nvPr/>
          </p:nvSpPr>
          <p:spPr bwMode="auto">
            <a:xfrm>
              <a:off x="964" y="1830"/>
              <a:ext cx="48" cy="85"/>
            </a:xfrm>
            <a:custGeom>
              <a:avLst/>
              <a:gdLst>
                <a:gd name="T0" fmla="*/ 0 w 244"/>
                <a:gd name="T1" fmla="*/ 3 h 424"/>
                <a:gd name="T2" fmla="*/ 0 w 244"/>
                <a:gd name="T3" fmla="*/ 3 h 424"/>
                <a:gd name="T4" fmla="*/ 0 w 244"/>
                <a:gd name="T5" fmla="*/ 3 h 424"/>
                <a:gd name="T6" fmla="*/ 0 w 244"/>
                <a:gd name="T7" fmla="*/ 3 h 424"/>
                <a:gd name="T8" fmla="*/ 1 w 244"/>
                <a:gd name="T9" fmla="*/ 3 h 424"/>
                <a:gd name="T10" fmla="*/ 1 w 244"/>
                <a:gd name="T11" fmla="*/ 3 h 424"/>
                <a:gd name="T12" fmla="*/ 1 w 244"/>
                <a:gd name="T13" fmla="*/ 3 h 424"/>
                <a:gd name="T14" fmla="*/ 1 w 244"/>
                <a:gd name="T15" fmla="*/ 3 h 424"/>
                <a:gd name="T16" fmla="*/ 1 w 244"/>
                <a:gd name="T17" fmla="*/ 3 h 424"/>
                <a:gd name="T18" fmla="*/ 1 w 244"/>
                <a:gd name="T19" fmla="*/ 2 h 424"/>
                <a:gd name="T20" fmla="*/ 1 w 244"/>
                <a:gd name="T21" fmla="*/ 2 h 424"/>
                <a:gd name="T22" fmla="*/ 2 w 244"/>
                <a:gd name="T23" fmla="*/ 2 h 424"/>
                <a:gd name="T24" fmla="*/ 2 w 244"/>
                <a:gd name="T25" fmla="*/ 2 h 424"/>
                <a:gd name="T26" fmla="*/ 2 w 244"/>
                <a:gd name="T27" fmla="*/ 1 h 424"/>
                <a:gd name="T28" fmla="*/ 2 w 244"/>
                <a:gd name="T29" fmla="*/ 1 h 424"/>
                <a:gd name="T30" fmla="*/ 2 w 244"/>
                <a:gd name="T31" fmla="*/ 1 h 424"/>
                <a:gd name="T32" fmla="*/ 2 w 244"/>
                <a:gd name="T33" fmla="*/ 0 h 424"/>
                <a:gd name="T34" fmla="*/ 2 w 244"/>
                <a:gd name="T35" fmla="*/ 0 h 424"/>
                <a:gd name="T36" fmla="*/ 2 w 244"/>
                <a:gd name="T37" fmla="*/ 0 h 424"/>
                <a:gd name="T38" fmla="*/ 2 w 244"/>
                <a:gd name="T39" fmla="*/ 0 h 424"/>
                <a:gd name="T40" fmla="*/ 2 w 244"/>
                <a:gd name="T41" fmla="*/ 1 h 424"/>
                <a:gd name="T42" fmla="*/ 2 w 244"/>
                <a:gd name="T43" fmla="*/ 1 h 424"/>
                <a:gd name="T44" fmla="*/ 2 w 244"/>
                <a:gd name="T45" fmla="*/ 1 h 424"/>
                <a:gd name="T46" fmla="*/ 2 w 244"/>
                <a:gd name="T47" fmla="*/ 2 h 424"/>
                <a:gd name="T48" fmla="*/ 1 w 244"/>
                <a:gd name="T49" fmla="*/ 2 h 424"/>
                <a:gd name="T50" fmla="*/ 1 w 244"/>
                <a:gd name="T51" fmla="*/ 2 h 424"/>
                <a:gd name="T52" fmla="*/ 1 w 244"/>
                <a:gd name="T53" fmla="*/ 2 h 424"/>
                <a:gd name="T54" fmla="*/ 1 w 244"/>
                <a:gd name="T55" fmla="*/ 3 h 424"/>
                <a:gd name="T56" fmla="*/ 1 w 244"/>
                <a:gd name="T57" fmla="*/ 3 h 424"/>
                <a:gd name="T58" fmla="*/ 1 w 244"/>
                <a:gd name="T59" fmla="*/ 3 h 424"/>
                <a:gd name="T60" fmla="*/ 1 w 244"/>
                <a:gd name="T61" fmla="*/ 3 h 424"/>
                <a:gd name="T62" fmla="*/ 1 w 244"/>
                <a:gd name="T63" fmla="*/ 3 h 424"/>
                <a:gd name="T64" fmla="*/ 0 w 244"/>
                <a:gd name="T65" fmla="*/ 3 h 424"/>
                <a:gd name="T66" fmla="*/ 0 w 244"/>
                <a:gd name="T67" fmla="*/ 3 h 424"/>
                <a:gd name="T68" fmla="*/ 0 w 244"/>
                <a:gd name="T69" fmla="*/ 3 h 424"/>
                <a:gd name="T70" fmla="*/ 0 w 244"/>
                <a:gd name="T71" fmla="*/ 3 h 424"/>
                <a:gd name="T72" fmla="*/ 0 w 244"/>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4"/>
                <a:gd name="T113" fmla="*/ 244 w 244"/>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4">
                  <a:moveTo>
                    <a:pt x="0" y="424"/>
                  </a:moveTo>
                  <a:lnTo>
                    <a:pt x="0" y="424"/>
                  </a:lnTo>
                  <a:lnTo>
                    <a:pt x="25" y="422"/>
                  </a:lnTo>
                  <a:lnTo>
                    <a:pt x="50" y="416"/>
                  </a:lnTo>
                  <a:lnTo>
                    <a:pt x="73" y="405"/>
                  </a:lnTo>
                  <a:lnTo>
                    <a:pt x="96" y="390"/>
                  </a:lnTo>
                  <a:lnTo>
                    <a:pt x="118" y="373"/>
                  </a:lnTo>
                  <a:lnTo>
                    <a:pt x="138" y="350"/>
                  </a:lnTo>
                  <a:lnTo>
                    <a:pt x="155" y="326"/>
                  </a:lnTo>
                  <a:lnTo>
                    <a:pt x="173" y="299"/>
                  </a:lnTo>
                  <a:lnTo>
                    <a:pt x="189" y="268"/>
                  </a:lnTo>
                  <a:lnTo>
                    <a:pt x="203" y="235"/>
                  </a:lnTo>
                  <a:lnTo>
                    <a:pt x="215" y="201"/>
                  </a:lnTo>
                  <a:lnTo>
                    <a:pt x="226" y="163"/>
                  </a:lnTo>
                  <a:lnTo>
                    <a:pt x="234" y="125"/>
                  </a:lnTo>
                  <a:lnTo>
                    <a:pt x="240" y="85"/>
                  </a:lnTo>
                  <a:lnTo>
                    <a:pt x="243" y="42"/>
                  </a:lnTo>
                  <a:lnTo>
                    <a:pt x="244" y="0"/>
                  </a:lnTo>
                  <a:lnTo>
                    <a:pt x="233" y="0"/>
                  </a:lnTo>
                  <a:lnTo>
                    <a:pt x="232" y="42"/>
                  </a:lnTo>
                  <a:lnTo>
                    <a:pt x="228" y="83"/>
                  </a:lnTo>
                  <a:lnTo>
                    <a:pt x="222" y="123"/>
                  </a:lnTo>
                  <a:lnTo>
                    <a:pt x="214" y="160"/>
                  </a:lnTo>
                  <a:lnTo>
                    <a:pt x="203" y="197"/>
                  </a:lnTo>
                  <a:lnTo>
                    <a:pt x="192" y="231"/>
                  </a:lnTo>
                  <a:lnTo>
                    <a:pt x="178" y="263"/>
                  </a:lnTo>
                  <a:lnTo>
                    <a:pt x="164" y="292"/>
                  </a:lnTo>
                  <a:lnTo>
                    <a:pt x="146" y="319"/>
                  </a:lnTo>
                  <a:lnTo>
                    <a:pt x="129" y="343"/>
                  </a:lnTo>
                  <a:lnTo>
                    <a:pt x="109" y="363"/>
                  </a:lnTo>
                  <a:lnTo>
                    <a:pt x="89" y="381"/>
                  </a:lnTo>
                  <a:lnTo>
                    <a:pt x="66" y="394"/>
                  </a:lnTo>
                  <a:lnTo>
                    <a:pt x="45" y="404"/>
                  </a:lnTo>
                  <a:lnTo>
                    <a:pt x="23" y="410"/>
                  </a:lnTo>
                  <a:lnTo>
                    <a:pt x="0" y="412"/>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0273" name="Freeform 57"/>
            <p:cNvSpPr>
              <a:spLocks/>
            </p:cNvSpPr>
            <p:nvPr/>
          </p:nvSpPr>
          <p:spPr bwMode="auto">
            <a:xfrm>
              <a:off x="915" y="1830"/>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1" y="42"/>
                  </a:lnTo>
                  <a:lnTo>
                    <a:pt x="4" y="85"/>
                  </a:lnTo>
                  <a:lnTo>
                    <a:pt x="10" y="125"/>
                  </a:lnTo>
                  <a:lnTo>
                    <a:pt x="19" y="163"/>
                  </a:lnTo>
                  <a:lnTo>
                    <a:pt x="29" y="201"/>
                  </a:lnTo>
                  <a:lnTo>
                    <a:pt x="41" y="235"/>
                  </a:lnTo>
                  <a:lnTo>
                    <a:pt x="55" y="268"/>
                  </a:lnTo>
                  <a:lnTo>
                    <a:pt x="71" y="299"/>
                  </a:lnTo>
                  <a:lnTo>
                    <a:pt x="89" y="326"/>
                  </a:lnTo>
                  <a:lnTo>
                    <a:pt x="106" y="350"/>
                  </a:lnTo>
                  <a:lnTo>
                    <a:pt x="126" y="373"/>
                  </a:lnTo>
                  <a:lnTo>
                    <a:pt x="149" y="390"/>
                  </a:lnTo>
                  <a:lnTo>
                    <a:pt x="171" y="405"/>
                  </a:lnTo>
                  <a:lnTo>
                    <a:pt x="194" y="416"/>
                  </a:lnTo>
                  <a:lnTo>
                    <a:pt x="219" y="422"/>
                  </a:lnTo>
                  <a:lnTo>
                    <a:pt x="245" y="424"/>
                  </a:lnTo>
                  <a:lnTo>
                    <a:pt x="245" y="412"/>
                  </a:lnTo>
                  <a:lnTo>
                    <a:pt x="221" y="410"/>
                  </a:lnTo>
                  <a:lnTo>
                    <a:pt x="199" y="404"/>
                  </a:lnTo>
                  <a:lnTo>
                    <a:pt x="178" y="394"/>
                  </a:lnTo>
                  <a:lnTo>
                    <a:pt x="156" y="381"/>
                  </a:lnTo>
                  <a:lnTo>
                    <a:pt x="136" y="363"/>
                  </a:lnTo>
                  <a:lnTo>
                    <a:pt x="116" y="343"/>
                  </a:lnTo>
                  <a:lnTo>
                    <a:pt x="98" y="319"/>
                  </a:lnTo>
                  <a:lnTo>
                    <a:pt x="81" y="292"/>
                  </a:lnTo>
                  <a:lnTo>
                    <a:pt x="67" y="263"/>
                  </a:lnTo>
                  <a:lnTo>
                    <a:pt x="52" y="231"/>
                  </a:lnTo>
                  <a:lnTo>
                    <a:pt x="41" y="197"/>
                  </a:lnTo>
                  <a:lnTo>
                    <a:pt x="30" y="160"/>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0274" name="Freeform 58"/>
            <p:cNvSpPr>
              <a:spLocks/>
            </p:cNvSpPr>
            <p:nvPr/>
          </p:nvSpPr>
          <p:spPr bwMode="auto">
            <a:xfrm>
              <a:off x="915" y="1745"/>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0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19" y="2"/>
                  </a:lnTo>
                  <a:lnTo>
                    <a:pt x="194" y="8"/>
                  </a:lnTo>
                  <a:lnTo>
                    <a:pt x="171" y="19"/>
                  </a:lnTo>
                  <a:lnTo>
                    <a:pt x="149" y="34"/>
                  </a:lnTo>
                  <a:lnTo>
                    <a:pt x="126" y="52"/>
                  </a:lnTo>
                  <a:lnTo>
                    <a:pt x="106" y="74"/>
                  </a:lnTo>
                  <a:lnTo>
                    <a:pt x="89" y="99"/>
                  </a:lnTo>
                  <a:lnTo>
                    <a:pt x="70" y="126"/>
                  </a:lnTo>
                  <a:lnTo>
                    <a:pt x="55" y="157"/>
                  </a:lnTo>
                  <a:lnTo>
                    <a:pt x="41" y="189"/>
                  </a:lnTo>
                  <a:lnTo>
                    <a:pt x="29" y="224"/>
                  </a:lnTo>
                  <a:lnTo>
                    <a:pt x="19" y="262"/>
                  </a:lnTo>
                  <a:lnTo>
                    <a:pt x="10" y="300"/>
                  </a:lnTo>
                  <a:lnTo>
                    <a:pt x="4" y="340"/>
                  </a:lnTo>
                  <a:lnTo>
                    <a:pt x="1" y="383"/>
                  </a:lnTo>
                  <a:lnTo>
                    <a:pt x="0" y="426"/>
                  </a:lnTo>
                  <a:lnTo>
                    <a:pt x="11" y="426"/>
                  </a:lnTo>
                  <a:lnTo>
                    <a:pt x="13" y="383"/>
                  </a:lnTo>
                  <a:lnTo>
                    <a:pt x="16" y="342"/>
                  </a:lnTo>
                  <a:lnTo>
                    <a:pt x="22" y="303"/>
                  </a:lnTo>
                  <a:lnTo>
                    <a:pt x="30" y="264"/>
                  </a:lnTo>
                  <a:lnTo>
                    <a:pt x="41" y="229"/>
                  </a:lnTo>
                  <a:lnTo>
                    <a:pt x="52" y="194"/>
                  </a:lnTo>
                  <a:lnTo>
                    <a:pt x="67" y="162"/>
                  </a:lnTo>
                  <a:lnTo>
                    <a:pt x="82" y="133"/>
                  </a:lnTo>
                  <a:lnTo>
                    <a:pt x="98" y="106"/>
                  </a:lnTo>
                  <a:lnTo>
                    <a:pt x="116" y="81"/>
                  </a:lnTo>
                  <a:lnTo>
                    <a:pt x="136" y="61"/>
                  </a:lnTo>
                  <a:lnTo>
                    <a:pt x="156" y="43"/>
                  </a:lnTo>
                  <a:lnTo>
                    <a:pt x="178" y="31"/>
                  </a:lnTo>
                  <a:lnTo>
                    <a:pt x="199" y="20"/>
                  </a:lnTo>
                  <a:lnTo>
                    <a:pt x="221"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0275" name="Freeform 59"/>
            <p:cNvSpPr>
              <a:spLocks/>
            </p:cNvSpPr>
            <p:nvPr/>
          </p:nvSpPr>
          <p:spPr bwMode="auto">
            <a:xfrm>
              <a:off x="1140" y="2087"/>
              <a:ext cx="49" cy="85"/>
            </a:xfrm>
            <a:custGeom>
              <a:avLst/>
              <a:gdLst>
                <a:gd name="T0" fmla="*/ 2 w 246"/>
                <a:gd name="T1" fmla="*/ 3 h 424"/>
                <a:gd name="T2" fmla="*/ 2 w 246"/>
                <a:gd name="T3" fmla="*/ 3 h 424"/>
                <a:gd name="T4" fmla="*/ 2 w 246"/>
                <a:gd name="T5" fmla="*/ 3 h 424"/>
                <a:gd name="T6" fmla="*/ 2 w 246"/>
                <a:gd name="T7" fmla="*/ 3 h 424"/>
                <a:gd name="T8" fmla="*/ 2 w 246"/>
                <a:gd name="T9" fmla="*/ 2 h 424"/>
                <a:gd name="T10" fmla="*/ 2 w 246"/>
                <a:gd name="T11" fmla="*/ 2 h 424"/>
                <a:gd name="T12" fmla="*/ 2 w 246"/>
                <a:gd name="T13" fmla="*/ 2 h 424"/>
                <a:gd name="T14" fmla="*/ 2 w 246"/>
                <a:gd name="T15" fmla="*/ 2 h 424"/>
                <a:gd name="T16" fmla="*/ 2 w 246"/>
                <a:gd name="T17" fmla="*/ 1 h 424"/>
                <a:gd name="T18" fmla="*/ 1 w 246"/>
                <a:gd name="T19" fmla="*/ 1 h 424"/>
                <a:gd name="T20" fmla="*/ 1 w 246"/>
                <a:gd name="T21" fmla="*/ 1 h 424"/>
                <a:gd name="T22" fmla="*/ 1 w 246"/>
                <a:gd name="T23" fmla="*/ 1 h 424"/>
                <a:gd name="T24" fmla="*/ 1 w 246"/>
                <a:gd name="T25" fmla="*/ 0 h 424"/>
                <a:gd name="T26" fmla="*/ 1 w 246"/>
                <a:gd name="T27" fmla="*/ 0 h 424"/>
                <a:gd name="T28" fmla="*/ 1 w 246"/>
                <a:gd name="T29" fmla="*/ 0 h 424"/>
                <a:gd name="T30" fmla="*/ 0 w 246"/>
                <a:gd name="T31" fmla="*/ 0 h 424"/>
                <a:gd name="T32" fmla="*/ 0 w 246"/>
                <a:gd name="T33" fmla="*/ 0 h 424"/>
                <a:gd name="T34" fmla="*/ 0 w 246"/>
                <a:gd name="T35" fmla="*/ 0 h 424"/>
                <a:gd name="T36" fmla="*/ 0 w 246"/>
                <a:gd name="T37" fmla="*/ 0 h 424"/>
                <a:gd name="T38" fmla="*/ 0 w 246"/>
                <a:gd name="T39" fmla="*/ 0 h 424"/>
                <a:gd name="T40" fmla="*/ 0 w 246"/>
                <a:gd name="T41" fmla="*/ 0 h 424"/>
                <a:gd name="T42" fmla="*/ 1 w 246"/>
                <a:gd name="T43" fmla="*/ 0 h 424"/>
                <a:gd name="T44" fmla="*/ 1 w 246"/>
                <a:gd name="T45" fmla="*/ 0 h 424"/>
                <a:gd name="T46" fmla="*/ 1 w 246"/>
                <a:gd name="T47" fmla="*/ 0 h 424"/>
                <a:gd name="T48" fmla="*/ 1 w 246"/>
                <a:gd name="T49" fmla="*/ 1 h 424"/>
                <a:gd name="T50" fmla="*/ 1 w 246"/>
                <a:gd name="T51" fmla="*/ 1 h 424"/>
                <a:gd name="T52" fmla="*/ 1 w 246"/>
                <a:gd name="T53" fmla="*/ 1 h 424"/>
                <a:gd name="T54" fmla="*/ 1 w 246"/>
                <a:gd name="T55" fmla="*/ 1 h 424"/>
                <a:gd name="T56" fmla="*/ 2 w 246"/>
                <a:gd name="T57" fmla="*/ 2 h 424"/>
                <a:gd name="T58" fmla="*/ 2 w 246"/>
                <a:gd name="T59" fmla="*/ 2 h 424"/>
                <a:gd name="T60" fmla="*/ 2 w 246"/>
                <a:gd name="T61" fmla="*/ 2 h 424"/>
                <a:gd name="T62" fmla="*/ 2 w 246"/>
                <a:gd name="T63" fmla="*/ 2 h 424"/>
                <a:gd name="T64" fmla="*/ 2 w 246"/>
                <a:gd name="T65" fmla="*/ 3 h 424"/>
                <a:gd name="T66" fmla="*/ 2 w 246"/>
                <a:gd name="T67" fmla="*/ 3 h 424"/>
                <a:gd name="T68" fmla="*/ 2 w 246"/>
                <a:gd name="T69" fmla="*/ 3 h 424"/>
                <a:gd name="T70" fmla="*/ 2 w 246"/>
                <a:gd name="T71" fmla="*/ 3 h 424"/>
                <a:gd name="T72" fmla="*/ 2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424"/>
                  </a:moveTo>
                  <a:lnTo>
                    <a:pt x="246" y="424"/>
                  </a:lnTo>
                  <a:lnTo>
                    <a:pt x="244" y="382"/>
                  </a:lnTo>
                  <a:lnTo>
                    <a:pt x="241" y="338"/>
                  </a:lnTo>
                  <a:lnTo>
                    <a:pt x="235" y="298"/>
                  </a:lnTo>
                  <a:lnTo>
                    <a:pt x="227" y="261"/>
                  </a:lnTo>
                  <a:lnTo>
                    <a:pt x="216" y="222"/>
                  </a:lnTo>
                  <a:lnTo>
                    <a:pt x="205" y="188"/>
                  </a:lnTo>
                  <a:lnTo>
                    <a:pt x="190" y="155"/>
                  </a:lnTo>
                  <a:lnTo>
                    <a:pt x="174" y="125"/>
                  </a:lnTo>
                  <a:lnTo>
                    <a:pt x="157" y="98"/>
                  </a:lnTo>
                  <a:lnTo>
                    <a:pt x="138" y="73"/>
                  </a:lnTo>
                  <a:lnTo>
                    <a:pt x="118" y="51"/>
                  </a:lnTo>
                  <a:lnTo>
                    <a:pt x="96" y="34"/>
                  </a:lnTo>
                  <a:lnTo>
                    <a:pt x="74" y="18"/>
                  </a:lnTo>
                  <a:lnTo>
                    <a:pt x="50" y="8"/>
                  </a:lnTo>
                  <a:lnTo>
                    <a:pt x="25" y="2"/>
                  </a:lnTo>
                  <a:lnTo>
                    <a:pt x="0" y="0"/>
                  </a:lnTo>
                  <a:lnTo>
                    <a:pt x="0" y="11"/>
                  </a:lnTo>
                  <a:lnTo>
                    <a:pt x="23" y="14"/>
                  </a:lnTo>
                  <a:lnTo>
                    <a:pt x="45" y="19"/>
                  </a:lnTo>
                  <a:lnTo>
                    <a:pt x="67" y="30"/>
                  </a:lnTo>
                  <a:lnTo>
                    <a:pt x="89" y="43"/>
                  </a:lnTo>
                  <a:lnTo>
                    <a:pt x="108" y="60"/>
                  </a:lnTo>
                  <a:lnTo>
                    <a:pt x="128" y="80"/>
                  </a:lnTo>
                  <a:lnTo>
                    <a:pt x="147" y="105"/>
                  </a:lnTo>
                  <a:lnTo>
                    <a:pt x="165" y="132"/>
                  </a:lnTo>
                  <a:lnTo>
                    <a:pt x="179" y="160"/>
                  </a:lnTo>
                  <a:lnTo>
                    <a:pt x="193" y="193"/>
                  </a:lnTo>
                  <a:lnTo>
                    <a:pt x="205" y="227"/>
                  </a:lnTo>
                  <a:lnTo>
                    <a:pt x="215" y="263"/>
                  </a:lnTo>
                  <a:lnTo>
                    <a:pt x="223" y="301"/>
                  </a:lnTo>
                  <a:lnTo>
                    <a:pt x="229" y="341"/>
                  </a:lnTo>
                  <a:lnTo>
                    <a:pt x="233" y="382"/>
                  </a:lnTo>
                  <a:lnTo>
                    <a:pt x="234" y="424"/>
                  </a:lnTo>
                  <a:lnTo>
                    <a:pt x="246"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0276" name="Freeform 60"/>
            <p:cNvSpPr>
              <a:spLocks/>
            </p:cNvSpPr>
            <p:nvPr/>
          </p:nvSpPr>
          <p:spPr bwMode="auto">
            <a:xfrm>
              <a:off x="1140" y="2172"/>
              <a:ext cx="49" cy="85"/>
            </a:xfrm>
            <a:custGeom>
              <a:avLst/>
              <a:gdLst>
                <a:gd name="T0" fmla="*/ 0 w 246"/>
                <a:gd name="T1" fmla="*/ 3 h 426"/>
                <a:gd name="T2" fmla="*/ 0 w 246"/>
                <a:gd name="T3" fmla="*/ 3 h 426"/>
                <a:gd name="T4" fmla="*/ 0 w 246"/>
                <a:gd name="T5" fmla="*/ 3 h 426"/>
                <a:gd name="T6" fmla="*/ 0 w 246"/>
                <a:gd name="T7" fmla="*/ 3 h 426"/>
                <a:gd name="T8" fmla="*/ 1 w 246"/>
                <a:gd name="T9" fmla="*/ 3 h 426"/>
                <a:gd name="T10" fmla="*/ 1 w 246"/>
                <a:gd name="T11" fmla="*/ 3 h 426"/>
                <a:gd name="T12" fmla="*/ 1 w 246"/>
                <a:gd name="T13" fmla="*/ 3 h 426"/>
                <a:gd name="T14" fmla="*/ 1 w 246"/>
                <a:gd name="T15" fmla="*/ 3 h 426"/>
                <a:gd name="T16" fmla="*/ 1 w 246"/>
                <a:gd name="T17" fmla="*/ 3 h 426"/>
                <a:gd name="T18" fmla="*/ 1 w 246"/>
                <a:gd name="T19" fmla="*/ 2 h 426"/>
                <a:gd name="T20" fmla="*/ 2 w 246"/>
                <a:gd name="T21" fmla="*/ 2 h 426"/>
                <a:gd name="T22" fmla="*/ 2 w 246"/>
                <a:gd name="T23" fmla="*/ 2 h 426"/>
                <a:gd name="T24" fmla="*/ 2 w 246"/>
                <a:gd name="T25" fmla="*/ 2 h 426"/>
                <a:gd name="T26" fmla="*/ 2 w 246"/>
                <a:gd name="T27" fmla="*/ 1 h 426"/>
                <a:gd name="T28" fmla="*/ 2 w 246"/>
                <a:gd name="T29" fmla="*/ 1 h 426"/>
                <a:gd name="T30" fmla="*/ 2 w 246"/>
                <a:gd name="T31" fmla="*/ 1 h 426"/>
                <a:gd name="T32" fmla="*/ 2 w 246"/>
                <a:gd name="T33" fmla="*/ 0 h 426"/>
                <a:gd name="T34" fmla="*/ 2 w 246"/>
                <a:gd name="T35" fmla="*/ 0 h 426"/>
                <a:gd name="T36" fmla="*/ 2 w 246"/>
                <a:gd name="T37" fmla="*/ 0 h 426"/>
                <a:gd name="T38" fmla="*/ 2 w 246"/>
                <a:gd name="T39" fmla="*/ 0 h 426"/>
                <a:gd name="T40" fmla="*/ 2 w 246"/>
                <a:gd name="T41" fmla="*/ 1 h 426"/>
                <a:gd name="T42" fmla="*/ 2 w 246"/>
                <a:gd name="T43" fmla="*/ 1 h 426"/>
                <a:gd name="T44" fmla="*/ 2 w 246"/>
                <a:gd name="T45" fmla="*/ 1 h 426"/>
                <a:gd name="T46" fmla="*/ 2 w 246"/>
                <a:gd name="T47" fmla="*/ 2 h 426"/>
                <a:gd name="T48" fmla="*/ 2 w 246"/>
                <a:gd name="T49" fmla="*/ 2 h 426"/>
                <a:gd name="T50" fmla="*/ 1 w 246"/>
                <a:gd name="T51" fmla="*/ 2 h 426"/>
                <a:gd name="T52" fmla="*/ 1 w 246"/>
                <a:gd name="T53" fmla="*/ 2 h 426"/>
                <a:gd name="T54" fmla="*/ 1 w 246"/>
                <a:gd name="T55" fmla="*/ 3 h 426"/>
                <a:gd name="T56" fmla="*/ 1 w 246"/>
                <a:gd name="T57" fmla="*/ 3 h 426"/>
                <a:gd name="T58" fmla="*/ 1 w 246"/>
                <a:gd name="T59" fmla="*/ 3 h 426"/>
                <a:gd name="T60" fmla="*/ 1 w 246"/>
                <a:gd name="T61" fmla="*/ 3 h 426"/>
                <a:gd name="T62" fmla="*/ 1 w 246"/>
                <a:gd name="T63" fmla="*/ 3 h 426"/>
                <a:gd name="T64" fmla="*/ 0 w 246"/>
                <a:gd name="T65" fmla="*/ 3 h 426"/>
                <a:gd name="T66" fmla="*/ 0 w 246"/>
                <a:gd name="T67" fmla="*/ 3 h 426"/>
                <a:gd name="T68" fmla="*/ 0 w 246"/>
                <a:gd name="T69" fmla="*/ 3 h 426"/>
                <a:gd name="T70" fmla="*/ 0 w 246"/>
                <a:gd name="T71" fmla="*/ 3 h 426"/>
                <a:gd name="T72" fmla="*/ 0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426"/>
                  </a:moveTo>
                  <a:lnTo>
                    <a:pt x="0" y="426"/>
                  </a:lnTo>
                  <a:lnTo>
                    <a:pt x="25" y="423"/>
                  </a:lnTo>
                  <a:lnTo>
                    <a:pt x="50" y="417"/>
                  </a:lnTo>
                  <a:lnTo>
                    <a:pt x="74" y="407"/>
                  </a:lnTo>
                  <a:lnTo>
                    <a:pt x="96" y="392"/>
                  </a:lnTo>
                  <a:lnTo>
                    <a:pt x="118" y="373"/>
                  </a:lnTo>
                  <a:lnTo>
                    <a:pt x="138" y="350"/>
                  </a:lnTo>
                  <a:lnTo>
                    <a:pt x="157" y="327"/>
                  </a:lnTo>
                  <a:lnTo>
                    <a:pt x="175" y="299"/>
                  </a:lnTo>
                  <a:lnTo>
                    <a:pt x="190" y="268"/>
                  </a:lnTo>
                  <a:lnTo>
                    <a:pt x="205" y="236"/>
                  </a:lnTo>
                  <a:lnTo>
                    <a:pt x="216" y="202"/>
                  </a:lnTo>
                  <a:lnTo>
                    <a:pt x="227" y="164"/>
                  </a:lnTo>
                  <a:lnTo>
                    <a:pt x="235" y="125"/>
                  </a:lnTo>
                  <a:lnTo>
                    <a:pt x="241" y="86"/>
                  </a:lnTo>
                  <a:lnTo>
                    <a:pt x="244" y="42"/>
                  </a:lnTo>
                  <a:lnTo>
                    <a:pt x="246" y="0"/>
                  </a:lnTo>
                  <a:lnTo>
                    <a:pt x="234" y="0"/>
                  </a:lnTo>
                  <a:lnTo>
                    <a:pt x="233" y="42"/>
                  </a:lnTo>
                  <a:lnTo>
                    <a:pt x="229" y="83"/>
                  </a:lnTo>
                  <a:lnTo>
                    <a:pt x="223" y="123"/>
                  </a:lnTo>
                  <a:lnTo>
                    <a:pt x="215" y="162"/>
                  </a:lnTo>
                  <a:lnTo>
                    <a:pt x="205" y="197"/>
                  </a:lnTo>
                  <a:lnTo>
                    <a:pt x="193" y="231"/>
                  </a:lnTo>
                  <a:lnTo>
                    <a:pt x="179" y="264"/>
                  </a:lnTo>
                  <a:lnTo>
                    <a:pt x="164" y="292"/>
                  </a:lnTo>
                  <a:lnTo>
                    <a:pt x="147" y="320"/>
                  </a:lnTo>
                  <a:lnTo>
                    <a:pt x="128" y="343"/>
                  </a:lnTo>
                  <a:lnTo>
                    <a:pt x="108" y="363"/>
                  </a:lnTo>
                  <a:lnTo>
                    <a:pt x="89" y="382"/>
                  </a:lnTo>
                  <a:lnTo>
                    <a:pt x="67" y="395"/>
                  </a:lnTo>
                  <a:lnTo>
                    <a:pt x="45" y="406"/>
                  </a:lnTo>
                  <a:lnTo>
                    <a:pt x="23" y="411"/>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0277" name="Freeform 61"/>
            <p:cNvSpPr>
              <a:spLocks/>
            </p:cNvSpPr>
            <p:nvPr/>
          </p:nvSpPr>
          <p:spPr bwMode="auto">
            <a:xfrm>
              <a:off x="1091" y="2172"/>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4" y="86"/>
                  </a:lnTo>
                  <a:lnTo>
                    <a:pt x="10" y="125"/>
                  </a:lnTo>
                  <a:lnTo>
                    <a:pt x="18" y="164"/>
                  </a:lnTo>
                  <a:lnTo>
                    <a:pt x="29" y="202"/>
                  </a:lnTo>
                  <a:lnTo>
                    <a:pt x="41" y="236"/>
                  </a:lnTo>
                  <a:lnTo>
                    <a:pt x="55" y="268"/>
                  </a:lnTo>
                  <a:lnTo>
                    <a:pt x="70" y="299"/>
                  </a:lnTo>
                  <a:lnTo>
                    <a:pt x="89" y="327"/>
                  </a:lnTo>
                  <a:lnTo>
                    <a:pt x="106" y="350"/>
                  </a:lnTo>
                  <a:lnTo>
                    <a:pt x="126" y="373"/>
                  </a:lnTo>
                  <a:lnTo>
                    <a:pt x="148" y="392"/>
                  </a:lnTo>
                  <a:lnTo>
                    <a:pt x="171" y="407"/>
                  </a:lnTo>
                  <a:lnTo>
                    <a:pt x="194" y="417"/>
                  </a:lnTo>
                  <a:lnTo>
                    <a:pt x="219" y="423"/>
                  </a:lnTo>
                  <a:lnTo>
                    <a:pt x="245" y="426"/>
                  </a:lnTo>
                  <a:lnTo>
                    <a:pt x="245" y="414"/>
                  </a:lnTo>
                  <a:lnTo>
                    <a:pt x="221" y="411"/>
                  </a:lnTo>
                  <a:lnTo>
                    <a:pt x="199" y="406"/>
                  </a:lnTo>
                  <a:lnTo>
                    <a:pt x="178" y="395"/>
                  </a:lnTo>
                  <a:lnTo>
                    <a:pt x="155" y="382"/>
                  </a:lnTo>
                  <a:lnTo>
                    <a:pt x="136" y="363"/>
                  </a:lnTo>
                  <a:lnTo>
                    <a:pt x="116" y="343"/>
                  </a:lnTo>
                  <a:lnTo>
                    <a:pt x="98" y="320"/>
                  </a:lnTo>
                  <a:lnTo>
                    <a:pt x="82" y="292"/>
                  </a:lnTo>
                  <a:lnTo>
                    <a:pt x="66" y="264"/>
                  </a:lnTo>
                  <a:lnTo>
                    <a:pt x="52" y="231"/>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0278" name="Freeform 62"/>
            <p:cNvSpPr>
              <a:spLocks/>
            </p:cNvSpPr>
            <p:nvPr/>
          </p:nvSpPr>
          <p:spPr bwMode="auto">
            <a:xfrm>
              <a:off x="1091" y="2087"/>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4" y="8"/>
                  </a:lnTo>
                  <a:lnTo>
                    <a:pt x="171" y="18"/>
                  </a:lnTo>
                  <a:lnTo>
                    <a:pt x="148" y="34"/>
                  </a:lnTo>
                  <a:lnTo>
                    <a:pt x="126" y="51"/>
                  </a:lnTo>
                  <a:lnTo>
                    <a:pt x="106" y="73"/>
                  </a:lnTo>
                  <a:lnTo>
                    <a:pt x="89" y="98"/>
                  </a:lnTo>
                  <a:lnTo>
                    <a:pt x="71" y="125"/>
                  </a:lnTo>
                  <a:lnTo>
                    <a:pt x="55" y="155"/>
                  </a:lnTo>
                  <a:lnTo>
                    <a:pt x="41" y="188"/>
                  </a:lnTo>
                  <a:lnTo>
                    <a:pt x="29" y="222"/>
                  </a:lnTo>
                  <a:lnTo>
                    <a:pt x="18" y="261"/>
                  </a:lnTo>
                  <a:lnTo>
                    <a:pt x="10" y="298"/>
                  </a:lnTo>
                  <a:lnTo>
                    <a:pt x="4" y="338"/>
                  </a:lnTo>
                  <a:lnTo>
                    <a:pt x="1" y="382"/>
                  </a:lnTo>
                  <a:lnTo>
                    <a:pt x="0" y="424"/>
                  </a:lnTo>
                  <a:lnTo>
                    <a:pt x="11" y="424"/>
                  </a:lnTo>
                  <a:lnTo>
                    <a:pt x="13" y="382"/>
                  </a:lnTo>
                  <a:lnTo>
                    <a:pt x="16" y="341"/>
                  </a:lnTo>
                  <a:lnTo>
                    <a:pt x="22" y="301"/>
                  </a:lnTo>
                  <a:lnTo>
                    <a:pt x="30" y="263"/>
                  </a:lnTo>
                  <a:lnTo>
                    <a:pt x="41" y="227"/>
                  </a:lnTo>
                  <a:lnTo>
                    <a:pt x="52" y="193"/>
                  </a:lnTo>
                  <a:lnTo>
                    <a:pt x="66" y="160"/>
                  </a:lnTo>
                  <a:lnTo>
                    <a:pt x="80" y="132"/>
                  </a:lnTo>
                  <a:lnTo>
                    <a:pt x="98" y="105"/>
                  </a:lnTo>
                  <a:lnTo>
                    <a:pt x="116" y="80"/>
                  </a:lnTo>
                  <a:lnTo>
                    <a:pt x="136" y="60"/>
                  </a:lnTo>
                  <a:lnTo>
                    <a:pt x="155" y="43"/>
                  </a:lnTo>
                  <a:lnTo>
                    <a:pt x="178" y="30"/>
                  </a:lnTo>
                  <a:lnTo>
                    <a:pt x="199" y="19"/>
                  </a:lnTo>
                  <a:lnTo>
                    <a:pt x="221" y="14"/>
                  </a:lnTo>
                  <a:lnTo>
                    <a:pt x="245" y="11"/>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0279" name="Freeform 63"/>
            <p:cNvSpPr>
              <a:spLocks/>
            </p:cNvSpPr>
            <p:nvPr/>
          </p:nvSpPr>
          <p:spPr bwMode="auto">
            <a:xfrm>
              <a:off x="1392" y="2118"/>
              <a:ext cx="49" cy="85"/>
            </a:xfrm>
            <a:custGeom>
              <a:avLst/>
              <a:gdLst>
                <a:gd name="T0" fmla="*/ 2 w 246"/>
                <a:gd name="T1" fmla="*/ 3 h 426"/>
                <a:gd name="T2" fmla="*/ 2 w 246"/>
                <a:gd name="T3" fmla="*/ 3 h 426"/>
                <a:gd name="T4" fmla="*/ 2 w 246"/>
                <a:gd name="T5" fmla="*/ 3 h 426"/>
                <a:gd name="T6" fmla="*/ 2 w 246"/>
                <a:gd name="T7" fmla="*/ 3 h 426"/>
                <a:gd name="T8" fmla="*/ 2 w 246"/>
                <a:gd name="T9" fmla="*/ 2 h 426"/>
                <a:gd name="T10" fmla="*/ 2 w 246"/>
                <a:gd name="T11" fmla="*/ 2 h 426"/>
                <a:gd name="T12" fmla="*/ 2 w 246"/>
                <a:gd name="T13" fmla="*/ 2 h 426"/>
                <a:gd name="T14" fmla="*/ 2 w 246"/>
                <a:gd name="T15" fmla="*/ 2 h 426"/>
                <a:gd name="T16" fmla="*/ 2 w 246"/>
                <a:gd name="T17" fmla="*/ 1 h 426"/>
                <a:gd name="T18" fmla="*/ 1 w 246"/>
                <a:gd name="T19" fmla="*/ 1 h 426"/>
                <a:gd name="T20" fmla="*/ 1 w 246"/>
                <a:gd name="T21" fmla="*/ 1 h 426"/>
                <a:gd name="T22" fmla="*/ 1 w 246"/>
                <a:gd name="T23" fmla="*/ 1 h 426"/>
                <a:gd name="T24" fmla="*/ 1 w 246"/>
                <a:gd name="T25" fmla="*/ 0 h 426"/>
                <a:gd name="T26" fmla="*/ 1 w 246"/>
                <a:gd name="T27" fmla="*/ 0 h 426"/>
                <a:gd name="T28" fmla="*/ 1 w 246"/>
                <a:gd name="T29" fmla="*/ 0 h 426"/>
                <a:gd name="T30" fmla="*/ 0 w 246"/>
                <a:gd name="T31" fmla="*/ 0 h 426"/>
                <a:gd name="T32" fmla="*/ 0 w 246"/>
                <a:gd name="T33" fmla="*/ 0 h 426"/>
                <a:gd name="T34" fmla="*/ 0 w 246"/>
                <a:gd name="T35" fmla="*/ 0 h 426"/>
                <a:gd name="T36" fmla="*/ 0 w 246"/>
                <a:gd name="T37" fmla="*/ 0 h 426"/>
                <a:gd name="T38" fmla="*/ 0 w 246"/>
                <a:gd name="T39" fmla="*/ 0 h 426"/>
                <a:gd name="T40" fmla="*/ 0 w 246"/>
                <a:gd name="T41" fmla="*/ 0 h 426"/>
                <a:gd name="T42" fmla="*/ 1 w 246"/>
                <a:gd name="T43" fmla="*/ 0 h 426"/>
                <a:gd name="T44" fmla="*/ 1 w 246"/>
                <a:gd name="T45" fmla="*/ 0 h 426"/>
                <a:gd name="T46" fmla="*/ 1 w 246"/>
                <a:gd name="T47" fmla="*/ 1 h 426"/>
                <a:gd name="T48" fmla="*/ 1 w 246"/>
                <a:gd name="T49" fmla="*/ 1 h 426"/>
                <a:gd name="T50" fmla="*/ 1 w 246"/>
                <a:gd name="T51" fmla="*/ 1 h 426"/>
                <a:gd name="T52" fmla="*/ 1 w 246"/>
                <a:gd name="T53" fmla="*/ 1 h 426"/>
                <a:gd name="T54" fmla="*/ 1 w 246"/>
                <a:gd name="T55" fmla="*/ 1 h 426"/>
                <a:gd name="T56" fmla="*/ 2 w 246"/>
                <a:gd name="T57" fmla="*/ 2 h 426"/>
                <a:gd name="T58" fmla="*/ 2 w 246"/>
                <a:gd name="T59" fmla="*/ 2 h 426"/>
                <a:gd name="T60" fmla="*/ 2 w 246"/>
                <a:gd name="T61" fmla="*/ 2 h 426"/>
                <a:gd name="T62" fmla="*/ 2 w 246"/>
                <a:gd name="T63" fmla="*/ 2 h 426"/>
                <a:gd name="T64" fmla="*/ 2 w 246"/>
                <a:gd name="T65" fmla="*/ 3 h 426"/>
                <a:gd name="T66" fmla="*/ 2 w 246"/>
                <a:gd name="T67" fmla="*/ 3 h 426"/>
                <a:gd name="T68" fmla="*/ 2 w 246"/>
                <a:gd name="T69" fmla="*/ 3 h 426"/>
                <a:gd name="T70" fmla="*/ 2 w 246"/>
                <a:gd name="T71" fmla="*/ 3 h 426"/>
                <a:gd name="T72" fmla="*/ 2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246" y="426"/>
                  </a:moveTo>
                  <a:lnTo>
                    <a:pt x="246" y="426"/>
                  </a:lnTo>
                  <a:lnTo>
                    <a:pt x="245" y="384"/>
                  </a:lnTo>
                  <a:lnTo>
                    <a:pt x="242" y="340"/>
                  </a:lnTo>
                  <a:lnTo>
                    <a:pt x="236" y="301"/>
                  </a:lnTo>
                  <a:lnTo>
                    <a:pt x="228" y="262"/>
                  </a:lnTo>
                  <a:lnTo>
                    <a:pt x="217" y="224"/>
                  </a:lnTo>
                  <a:lnTo>
                    <a:pt x="205" y="190"/>
                  </a:lnTo>
                  <a:lnTo>
                    <a:pt x="191" y="158"/>
                  </a:lnTo>
                  <a:lnTo>
                    <a:pt x="176" y="126"/>
                  </a:lnTo>
                  <a:lnTo>
                    <a:pt x="157" y="99"/>
                  </a:lnTo>
                  <a:lnTo>
                    <a:pt x="139" y="75"/>
                  </a:lnTo>
                  <a:lnTo>
                    <a:pt x="119" y="53"/>
                  </a:lnTo>
                  <a:lnTo>
                    <a:pt x="96" y="34"/>
                  </a:lnTo>
                  <a:lnTo>
                    <a:pt x="75" y="19"/>
                  </a:lnTo>
                  <a:lnTo>
                    <a:pt x="51" y="9"/>
                  </a:lnTo>
                  <a:lnTo>
                    <a:pt x="26" y="3"/>
                  </a:lnTo>
                  <a:lnTo>
                    <a:pt x="0" y="0"/>
                  </a:lnTo>
                  <a:lnTo>
                    <a:pt x="0" y="12"/>
                  </a:lnTo>
                  <a:lnTo>
                    <a:pt x="24" y="15"/>
                  </a:lnTo>
                  <a:lnTo>
                    <a:pt x="46" y="20"/>
                  </a:lnTo>
                  <a:lnTo>
                    <a:pt x="68" y="31"/>
                  </a:lnTo>
                  <a:lnTo>
                    <a:pt x="89" y="44"/>
                  </a:lnTo>
                  <a:lnTo>
                    <a:pt x="109" y="63"/>
                  </a:lnTo>
                  <a:lnTo>
                    <a:pt x="129" y="83"/>
                  </a:lnTo>
                  <a:lnTo>
                    <a:pt x="148" y="106"/>
                  </a:lnTo>
                  <a:lnTo>
                    <a:pt x="164" y="133"/>
                  </a:lnTo>
                  <a:lnTo>
                    <a:pt x="180" y="162"/>
                  </a:lnTo>
                  <a:lnTo>
                    <a:pt x="194" y="195"/>
                  </a:lnTo>
                  <a:lnTo>
                    <a:pt x="205" y="229"/>
                  </a:lnTo>
                  <a:lnTo>
                    <a:pt x="216" y="264"/>
                  </a:lnTo>
                  <a:lnTo>
                    <a:pt x="224" y="303"/>
                  </a:lnTo>
                  <a:lnTo>
                    <a:pt x="230" y="343"/>
                  </a:lnTo>
                  <a:lnTo>
                    <a:pt x="233" y="384"/>
                  </a:lnTo>
                  <a:lnTo>
                    <a:pt x="235" y="426"/>
                  </a:lnTo>
                  <a:lnTo>
                    <a:pt x="246"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0280" name="Freeform 64"/>
            <p:cNvSpPr>
              <a:spLocks/>
            </p:cNvSpPr>
            <p:nvPr/>
          </p:nvSpPr>
          <p:spPr bwMode="auto">
            <a:xfrm>
              <a:off x="1392" y="2203"/>
              <a:ext cx="49" cy="85"/>
            </a:xfrm>
            <a:custGeom>
              <a:avLst/>
              <a:gdLst>
                <a:gd name="T0" fmla="*/ 0 w 246"/>
                <a:gd name="T1" fmla="*/ 3 h 424"/>
                <a:gd name="T2" fmla="*/ 0 w 246"/>
                <a:gd name="T3" fmla="*/ 3 h 424"/>
                <a:gd name="T4" fmla="*/ 0 w 246"/>
                <a:gd name="T5" fmla="*/ 3 h 424"/>
                <a:gd name="T6" fmla="*/ 0 w 246"/>
                <a:gd name="T7" fmla="*/ 3 h 424"/>
                <a:gd name="T8" fmla="*/ 1 w 246"/>
                <a:gd name="T9" fmla="*/ 3 h 424"/>
                <a:gd name="T10" fmla="*/ 1 w 246"/>
                <a:gd name="T11" fmla="*/ 3 h 424"/>
                <a:gd name="T12" fmla="*/ 1 w 246"/>
                <a:gd name="T13" fmla="*/ 3 h 424"/>
                <a:gd name="T14" fmla="*/ 1 w 246"/>
                <a:gd name="T15" fmla="*/ 3 h 424"/>
                <a:gd name="T16" fmla="*/ 1 w 246"/>
                <a:gd name="T17" fmla="*/ 3 h 424"/>
                <a:gd name="T18" fmla="*/ 1 w 246"/>
                <a:gd name="T19" fmla="*/ 2 h 424"/>
                <a:gd name="T20" fmla="*/ 2 w 246"/>
                <a:gd name="T21" fmla="*/ 2 h 424"/>
                <a:gd name="T22" fmla="*/ 2 w 246"/>
                <a:gd name="T23" fmla="*/ 2 h 424"/>
                <a:gd name="T24" fmla="*/ 2 w 246"/>
                <a:gd name="T25" fmla="*/ 2 h 424"/>
                <a:gd name="T26" fmla="*/ 2 w 246"/>
                <a:gd name="T27" fmla="*/ 1 h 424"/>
                <a:gd name="T28" fmla="*/ 2 w 246"/>
                <a:gd name="T29" fmla="*/ 1 h 424"/>
                <a:gd name="T30" fmla="*/ 2 w 246"/>
                <a:gd name="T31" fmla="*/ 1 h 424"/>
                <a:gd name="T32" fmla="*/ 2 w 246"/>
                <a:gd name="T33" fmla="*/ 0 h 424"/>
                <a:gd name="T34" fmla="*/ 2 w 246"/>
                <a:gd name="T35" fmla="*/ 0 h 424"/>
                <a:gd name="T36" fmla="*/ 2 w 246"/>
                <a:gd name="T37" fmla="*/ 0 h 424"/>
                <a:gd name="T38" fmla="*/ 2 w 246"/>
                <a:gd name="T39" fmla="*/ 0 h 424"/>
                <a:gd name="T40" fmla="*/ 2 w 246"/>
                <a:gd name="T41" fmla="*/ 1 h 424"/>
                <a:gd name="T42" fmla="*/ 2 w 246"/>
                <a:gd name="T43" fmla="*/ 1 h 424"/>
                <a:gd name="T44" fmla="*/ 2 w 246"/>
                <a:gd name="T45" fmla="*/ 1 h 424"/>
                <a:gd name="T46" fmla="*/ 2 w 246"/>
                <a:gd name="T47" fmla="*/ 2 h 424"/>
                <a:gd name="T48" fmla="*/ 2 w 246"/>
                <a:gd name="T49" fmla="*/ 2 h 424"/>
                <a:gd name="T50" fmla="*/ 1 w 246"/>
                <a:gd name="T51" fmla="*/ 2 h 424"/>
                <a:gd name="T52" fmla="*/ 1 w 246"/>
                <a:gd name="T53" fmla="*/ 2 h 424"/>
                <a:gd name="T54" fmla="*/ 1 w 246"/>
                <a:gd name="T55" fmla="*/ 3 h 424"/>
                <a:gd name="T56" fmla="*/ 1 w 246"/>
                <a:gd name="T57" fmla="*/ 3 h 424"/>
                <a:gd name="T58" fmla="*/ 1 w 246"/>
                <a:gd name="T59" fmla="*/ 3 h 424"/>
                <a:gd name="T60" fmla="*/ 1 w 246"/>
                <a:gd name="T61" fmla="*/ 3 h 424"/>
                <a:gd name="T62" fmla="*/ 1 w 246"/>
                <a:gd name="T63" fmla="*/ 3 h 424"/>
                <a:gd name="T64" fmla="*/ 0 w 246"/>
                <a:gd name="T65" fmla="*/ 3 h 424"/>
                <a:gd name="T66" fmla="*/ 0 w 246"/>
                <a:gd name="T67" fmla="*/ 3 h 424"/>
                <a:gd name="T68" fmla="*/ 0 w 246"/>
                <a:gd name="T69" fmla="*/ 3 h 424"/>
                <a:gd name="T70" fmla="*/ 0 w 246"/>
                <a:gd name="T71" fmla="*/ 3 h 424"/>
                <a:gd name="T72" fmla="*/ 0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0" y="424"/>
                  </a:moveTo>
                  <a:lnTo>
                    <a:pt x="0" y="424"/>
                  </a:lnTo>
                  <a:lnTo>
                    <a:pt x="26" y="422"/>
                  </a:lnTo>
                  <a:lnTo>
                    <a:pt x="51" y="416"/>
                  </a:lnTo>
                  <a:lnTo>
                    <a:pt x="75" y="406"/>
                  </a:lnTo>
                  <a:lnTo>
                    <a:pt x="96" y="390"/>
                  </a:lnTo>
                  <a:lnTo>
                    <a:pt x="119" y="373"/>
                  </a:lnTo>
                  <a:lnTo>
                    <a:pt x="139" y="351"/>
                  </a:lnTo>
                  <a:lnTo>
                    <a:pt x="157" y="326"/>
                  </a:lnTo>
                  <a:lnTo>
                    <a:pt x="175" y="299"/>
                  </a:lnTo>
                  <a:lnTo>
                    <a:pt x="191" y="269"/>
                  </a:lnTo>
                  <a:lnTo>
                    <a:pt x="205" y="236"/>
                  </a:lnTo>
                  <a:lnTo>
                    <a:pt x="217" y="202"/>
                  </a:lnTo>
                  <a:lnTo>
                    <a:pt x="228" y="163"/>
                  </a:lnTo>
                  <a:lnTo>
                    <a:pt x="236" y="125"/>
                  </a:lnTo>
                  <a:lnTo>
                    <a:pt x="242" y="86"/>
                  </a:lnTo>
                  <a:lnTo>
                    <a:pt x="245" y="42"/>
                  </a:lnTo>
                  <a:lnTo>
                    <a:pt x="246" y="0"/>
                  </a:lnTo>
                  <a:lnTo>
                    <a:pt x="235" y="0"/>
                  </a:lnTo>
                  <a:lnTo>
                    <a:pt x="233" y="42"/>
                  </a:lnTo>
                  <a:lnTo>
                    <a:pt x="230" y="83"/>
                  </a:lnTo>
                  <a:lnTo>
                    <a:pt x="224" y="123"/>
                  </a:lnTo>
                  <a:lnTo>
                    <a:pt x="216" y="161"/>
                  </a:lnTo>
                  <a:lnTo>
                    <a:pt x="205" y="197"/>
                  </a:lnTo>
                  <a:lnTo>
                    <a:pt x="194" y="231"/>
                  </a:lnTo>
                  <a:lnTo>
                    <a:pt x="180" y="264"/>
                  </a:lnTo>
                  <a:lnTo>
                    <a:pt x="166" y="292"/>
                  </a:lnTo>
                  <a:lnTo>
                    <a:pt x="148" y="319"/>
                  </a:lnTo>
                  <a:lnTo>
                    <a:pt x="129" y="344"/>
                  </a:lnTo>
                  <a:lnTo>
                    <a:pt x="109" y="364"/>
                  </a:lnTo>
                  <a:lnTo>
                    <a:pt x="89" y="381"/>
                  </a:lnTo>
                  <a:lnTo>
                    <a:pt x="68" y="394"/>
                  </a:lnTo>
                  <a:lnTo>
                    <a:pt x="46" y="405"/>
                  </a:lnTo>
                  <a:lnTo>
                    <a:pt x="24" y="410"/>
                  </a:lnTo>
                  <a:lnTo>
                    <a:pt x="0" y="413"/>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0281" name="Freeform 65"/>
            <p:cNvSpPr>
              <a:spLocks/>
            </p:cNvSpPr>
            <p:nvPr/>
          </p:nvSpPr>
          <p:spPr bwMode="auto">
            <a:xfrm>
              <a:off x="1343" y="2203"/>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2" y="42"/>
                  </a:lnTo>
                  <a:lnTo>
                    <a:pt x="5" y="86"/>
                  </a:lnTo>
                  <a:lnTo>
                    <a:pt x="11" y="125"/>
                  </a:lnTo>
                  <a:lnTo>
                    <a:pt x="19" y="163"/>
                  </a:lnTo>
                  <a:lnTo>
                    <a:pt x="30" y="202"/>
                  </a:lnTo>
                  <a:lnTo>
                    <a:pt x="41" y="236"/>
                  </a:lnTo>
                  <a:lnTo>
                    <a:pt x="56" y="269"/>
                  </a:lnTo>
                  <a:lnTo>
                    <a:pt x="72" y="299"/>
                  </a:lnTo>
                  <a:lnTo>
                    <a:pt x="90" y="326"/>
                  </a:lnTo>
                  <a:lnTo>
                    <a:pt x="108" y="351"/>
                  </a:lnTo>
                  <a:lnTo>
                    <a:pt x="127" y="373"/>
                  </a:lnTo>
                  <a:lnTo>
                    <a:pt x="149" y="390"/>
                  </a:lnTo>
                  <a:lnTo>
                    <a:pt x="172" y="406"/>
                  </a:lnTo>
                  <a:lnTo>
                    <a:pt x="195" y="416"/>
                  </a:lnTo>
                  <a:lnTo>
                    <a:pt x="220" y="422"/>
                  </a:lnTo>
                  <a:lnTo>
                    <a:pt x="245" y="424"/>
                  </a:lnTo>
                  <a:lnTo>
                    <a:pt x="245" y="413"/>
                  </a:lnTo>
                  <a:lnTo>
                    <a:pt x="222" y="410"/>
                  </a:lnTo>
                  <a:lnTo>
                    <a:pt x="200" y="405"/>
                  </a:lnTo>
                  <a:lnTo>
                    <a:pt x="179" y="394"/>
                  </a:lnTo>
                  <a:lnTo>
                    <a:pt x="156" y="381"/>
                  </a:lnTo>
                  <a:lnTo>
                    <a:pt x="136" y="364"/>
                  </a:lnTo>
                  <a:lnTo>
                    <a:pt x="118" y="344"/>
                  </a:lnTo>
                  <a:lnTo>
                    <a:pt x="99" y="319"/>
                  </a:lnTo>
                  <a:lnTo>
                    <a:pt x="81" y="292"/>
                  </a:lnTo>
                  <a:lnTo>
                    <a:pt x="67" y="264"/>
                  </a:lnTo>
                  <a:lnTo>
                    <a:pt x="53" y="231"/>
                  </a:lnTo>
                  <a:lnTo>
                    <a:pt x="41" y="197"/>
                  </a:lnTo>
                  <a:lnTo>
                    <a:pt x="31" y="161"/>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0282" name="Freeform 66"/>
            <p:cNvSpPr>
              <a:spLocks/>
            </p:cNvSpPr>
            <p:nvPr/>
          </p:nvSpPr>
          <p:spPr bwMode="auto">
            <a:xfrm>
              <a:off x="1343" y="2118"/>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1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20" y="3"/>
                  </a:lnTo>
                  <a:lnTo>
                    <a:pt x="195" y="9"/>
                  </a:lnTo>
                  <a:lnTo>
                    <a:pt x="172" y="19"/>
                  </a:lnTo>
                  <a:lnTo>
                    <a:pt x="149" y="34"/>
                  </a:lnTo>
                  <a:lnTo>
                    <a:pt x="127" y="53"/>
                  </a:lnTo>
                  <a:lnTo>
                    <a:pt x="108" y="75"/>
                  </a:lnTo>
                  <a:lnTo>
                    <a:pt x="90" y="99"/>
                  </a:lnTo>
                  <a:lnTo>
                    <a:pt x="71" y="126"/>
                  </a:lnTo>
                  <a:lnTo>
                    <a:pt x="56" y="158"/>
                  </a:lnTo>
                  <a:lnTo>
                    <a:pt x="41" y="190"/>
                  </a:lnTo>
                  <a:lnTo>
                    <a:pt x="30" y="224"/>
                  </a:lnTo>
                  <a:lnTo>
                    <a:pt x="19" y="262"/>
                  </a:lnTo>
                  <a:lnTo>
                    <a:pt x="11" y="301"/>
                  </a:lnTo>
                  <a:lnTo>
                    <a:pt x="5" y="340"/>
                  </a:lnTo>
                  <a:lnTo>
                    <a:pt x="2" y="384"/>
                  </a:lnTo>
                  <a:lnTo>
                    <a:pt x="0" y="426"/>
                  </a:lnTo>
                  <a:lnTo>
                    <a:pt x="12" y="426"/>
                  </a:lnTo>
                  <a:lnTo>
                    <a:pt x="13" y="384"/>
                  </a:lnTo>
                  <a:lnTo>
                    <a:pt x="17" y="343"/>
                  </a:lnTo>
                  <a:lnTo>
                    <a:pt x="23" y="303"/>
                  </a:lnTo>
                  <a:lnTo>
                    <a:pt x="31" y="264"/>
                  </a:lnTo>
                  <a:lnTo>
                    <a:pt x="41" y="229"/>
                  </a:lnTo>
                  <a:lnTo>
                    <a:pt x="53" y="195"/>
                  </a:lnTo>
                  <a:lnTo>
                    <a:pt x="67" y="162"/>
                  </a:lnTo>
                  <a:lnTo>
                    <a:pt x="82" y="133"/>
                  </a:lnTo>
                  <a:lnTo>
                    <a:pt x="99" y="106"/>
                  </a:lnTo>
                  <a:lnTo>
                    <a:pt x="118" y="83"/>
                  </a:lnTo>
                  <a:lnTo>
                    <a:pt x="136" y="63"/>
                  </a:lnTo>
                  <a:lnTo>
                    <a:pt x="156" y="44"/>
                  </a:lnTo>
                  <a:lnTo>
                    <a:pt x="179" y="31"/>
                  </a:lnTo>
                  <a:lnTo>
                    <a:pt x="200" y="20"/>
                  </a:lnTo>
                  <a:lnTo>
                    <a:pt x="222" y="15"/>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0283" name="Freeform 67"/>
            <p:cNvSpPr>
              <a:spLocks/>
            </p:cNvSpPr>
            <p:nvPr/>
          </p:nvSpPr>
          <p:spPr bwMode="auto">
            <a:xfrm>
              <a:off x="1384" y="1859"/>
              <a:ext cx="49" cy="84"/>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1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3" y="382"/>
                  </a:lnTo>
                  <a:lnTo>
                    <a:pt x="240" y="339"/>
                  </a:lnTo>
                  <a:lnTo>
                    <a:pt x="234" y="299"/>
                  </a:lnTo>
                  <a:lnTo>
                    <a:pt x="226" y="261"/>
                  </a:lnTo>
                  <a:lnTo>
                    <a:pt x="215" y="222"/>
                  </a:lnTo>
                  <a:lnTo>
                    <a:pt x="204" y="188"/>
                  </a:lnTo>
                  <a:lnTo>
                    <a:pt x="189" y="156"/>
                  </a:lnTo>
                  <a:lnTo>
                    <a:pt x="173" y="125"/>
                  </a:lnTo>
                  <a:lnTo>
                    <a:pt x="155" y="98"/>
                  </a:lnTo>
                  <a:lnTo>
                    <a:pt x="138" y="74"/>
                  </a:lnTo>
                  <a:lnTo>
                    <a:pt x="118" y="51"/>
                  </a:lnTo>
                  <a:lnTo>
                    <a:pt x="96" y="34"/>
                  </a:lnTo>
                  <a:lnTo>
                    <a:pt x="73" y="18"/>
                  </a:lnTo>
                  <a:lnTo>
                    <a:pt x="50" y="8"/>
                  </a:lnTo>
                  <a:lnTo>
                    <a:pt x="25" y="2"/>
                  </a:lnTo>
                  <a:lnTo>
                    <a:pt x="0" y="0"/>
                  </a:lnTo>
                  <a:lnTo>
                    <a:pt x="0" y="11"/>
                  </a:lnTo>
                  <a:lnTo>
                    <a:pt x="23" y="14"/>
                  </a:lnTo>
                  <a:lnTo>
                    <a:pt x="45" y="20"/>
                  </a:lnTo>
                  <a:lnTo>
                    <a:pt x="66" y="30"/>
                  </a:lnTo>
                  <a:lnTo>
                    <a:pt x="89" y="43"/>
                  </a:lnTo>
                  <a:lnTo>
                    <a:pt x="109" y="61"/>
                  </a:lnTo>
                  <a:lnTo>
                    <a:pt x="129" y="81"/>
                  </a:lnTo>
                  <a:lnTo>
                    <a:pt x="146" y="105"/>
                  </a:lnTo>
                  <a:lnTo>
                    <a:pt x="164" y="132"/>
                  </a:lnTo>
                  <a:lnTo>
                    <a:pt x="178" y="160"/>
                  </a:lnTo>
                  <a:lnTo>
                    <a:pt x="192" y="193"/>
                  </a:lnTo>
                  <a:lnTo>
                    <a:pt x="204" y="227"/>
                  </a:lnTo>
                  <a:lnTo>
                    <a:pt x="214" y="264"/>
                  </a:lnTo>
                  <a:lnTo>
                    <a:pt x="222" y="301"/>
                  </a:lnTo>
                  <a:lnTo>
                    <a:pt x="228"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0284" name="Freeform 68"/>
            <p:cNvSpPr>
              <a:spLocks/>
            </p:cNvSpPr>
            <p:nvPr/>
          </p:nvSpPr>
          <p:spPr bwMode="auto">
            <a:xfrm>
              <a:off x="1384" y="1943"/>
              <a:ext cx="49" cy="86"/>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5" y="423"/>
                  </a:lnTo>
                  <a:lnTo>
                    <a:pt x="50" y="418"/>
                  </a:lnTo>
                  <a:lnTo>
                    <a:pt x="73" y="407"/>
                  </a:lnTo>
                  <a:lnTo>
                    <a:pt x="96" y="392"/>
                  </a:lnTo>
                  <a:lnTo>
                    <a:pt x="118" y="374"/>
                  </a:lnTo>
                  <a:lnTo>
                    <a:pt x="138" y="352"/>
                  </a:lnTo>
                  <a:lnTo>
                    <a:pt x="155" y="327"/>
                  </a:lnTo>
                  <a:lnTo>
                    <a:pt x="174" y="300"/>
                  </a:lnTo>
                  <a:lnTo>
                    <a:pt x="189" y="269"/>
                  </a:lnTo>
                  <a:lnTo>
                    <a:pt x="204" y="237"/>
                  </a:lnTo>
                  <a:lnTo>
                    <a:pt x="215" y="202"/>
                  </a:lnTo>
                  <a:lnTo>
                    <a:pt x="226" y="164"/>
                  </a:lnTo>
                  <a:lnTo>
                    <a:pt x="234" y="126"/>
                  </a:lnTo>
                  <a:lnTo>
                    <a:pt x="240" y="86"/>
                  </a:lnTo>
                  <a:lnTo>
                    <a:pt x="243" y="42"/>
                  </a:lnTo>
                  <a:lnTo>
                    <a:pt x="245" y="0"/>
                  </a:lnTo>
                  <a:lnTo>
                    <a:pt x="233" y="0"/>
                  </a:lnTo>
                  <a:lnTo>
                    <a:pt x="232" y="42"/>
                  </a:lnTo>
                  <a:lnTo>
                    <a:pt x="228" y="83"/>
                  </a:lnTo>
                  <a:lnTo>
                    <a:pt x="222" y="123"/>
                  </a:lnTo>
                  <a:lnTo>
                    <a:pt x="214" y="162"/>
                  </a:lnTo>
                  <a:lnTo>
                    <a:pt x="204" y="197"/>
                  </a:lnTo>
                  <a:lnTo>
                    <a:pt x="192" y="232"/>
                  </a:lnTo>
                  <a:lnTo>
                    <a:pt x="178" y="264"/>
                  </a:lnTo>
                  <a:lnTo>
                    <a:pt x="163" y="293"/>
                  </a:lnTo>
                  <a:lnTo>
                    <a:pt x="146" y="320"/>
                  </a:lnTo>
                  <a:lnTo>
                    <a:pt x="129" y="345"/>
                  </a:lnTo>
                  <a:lnTo>
                    <a:pt x="109" y="365"/>
                  </a:lnTo>
                  <a:lnTo>
                    <a:pt x="89" y="382"/>
                  </a:lnTo>
                  <a:lnTo>
                    <a:pt x="66" y="395"/>
                  </a:lnTo>
                  <a:lnTo>
                    <a:pt x="45" y="406"/>
                  </a:lnTo>
                  <a:lnTo>
                    <a:pt x="23"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0285" name="Freeform 69"/>
            <p:cNvSpPr>
              <a:spLocks/>
            </p:cNvSpPr>
            <p:nvPr/>
          </p:nvSpPr>
          <p:spPr bwMode="auto">
            <a:xfrm>
              <a:off x="1335" y="1943"/>
              <a:ext cx="49" cy="86"/>
            </a:xfrm>
            <a:custGeom>
              <a:avLst/>
              <a:gdLst>
                <a:gd name="T0" fmla="*/ 0 w 246"/>
                <a:gd name="T1" fmla="*/ 0 h 426"/>
                <a:gd name="T2" fmla="*/ 0 w 246"/>
                <a:gd name="T3" fmla="*/ 0 h 426"/>
                <a:gd name="T4" fmla="*/ 0 w 246"/>
                <a:gd name="T5" fmla="*/ 0 h 426"/>
                <a:gd name="T6" fmla="*/ 0 w 246"/>
                <a:gd name="T7" fmla="*/ 1 h 426"/>
                <a:gd name="T8" fmla="*/ 0 w 246"/>
                <a:gd name="T9" fmla="*/ 1 h 426"/>
                <a:gd name="T10" fmla="*/ 0 w 246"/>
                <a:gd name="T11" fmla="*/ 1 h 426"/>
                <a:gd name="T12" fmla="*/ 0 w 246"/>
                <a:gd name="T13" fmla="*/ 2 h 426"/>
                <a:gd name="T14" fmla="*/ 0 w 246"/>
                <a:gd name="T15" fmla="*/ 2 h 426"/>
                <a:gd name="T16" fmla="*/ 0 w 246"/>
                <a:gd name="T17" fmla="*/ 2 h 426"/>
                <a:gd name="T18" fmla="*/ 1 w 246"/>
                <a:gd name="T19" fmla="*/ 2 h 426"/>
                <a:gd name="T20" fmla="*/ 1 w 246"/>
                <a:gd name="T21" fmla="*/ 3 h 426"/>
                <a:gd name="T22" fmla="*/ 1 w 246"/>
                <a:gd name="T23" fmla="*/ 3 h 426"/>
                <a:gd name="T24" fmla="*/ 1 w 246"/>
                <a:gd name="T25" fmla="*/ 3 h 426"/>
                <a:gd name="T26" fmla="*/ 1 w 246"/>
                <a:gd name="T27" fmla="*/ 3 h 426"/>
                <a:gd name="T28" fmla="*/ 1 w 246"/>
                <a:gd name="T29" fmla="*/ 3 h 426"/>
                <a:gd name="T30" fmla="*/ 2 w 246"/>
                <a:gd name="T31" fmla="*/ 3 h 426"/>
                <a:gd name="T32" fmla="*/ 2 w 246"/>
                <a:gd name="T33" fmla="*/ 3 h 426"/>
                <a:gd name="T34" fmla="*/ 2 w 246"/>
                <a:gd name="T35" fmla="*/ 3 h 426"/>
                <a:gd name="T36" fmla="*/ 2 w 246"/>
                <a:gd name="T37" fmla="*/ 3 h 426"/>
                <a:gd name="T38" fmla="*/ 2 w 246"/>
                <a:gd name="T39" fmla="*/ 3 h 426"/>
                <a:gd name="T40" fmla="*/ 2 w 246"/>
                <a:gd name="T41" fmla="*/ 3 h 426"/>
                <a:gd name="T42" fmla="*/ 1 w 246"/>
                <a:gd name="T43" fmla="*/ 3 h 426"/>
                <a:gd name="T44" fmla="*/ 1 w 246"/>
                <a:gd name="T45" fmla="*/ 3 h 426"/>
                <a:gd name="T46" fmla="*/ 1 w 246"/>
                <a:gd name="T47" fmla="*/ 3 h 426"/>
                <a:gd name="T48" fmla="*/ 1 w 246"/>
                <a:gd name="T49" fmla="*/ 3 h 426"/>
                <a:gd name="T50" fmla="*/ 1 w 246"/>
                <a:gd name="T51" fmla="*/ 3 h 426"/>
                <a:gd name="T52" fmla="*/ 1 w 246"/>
                <a:gd name="T53" fmla="*/ 2 h 426"/>
                <a:gd name="T54" fmla="*/ 1 w 246"/>
                <a:gd name="T55" fmla="*/ 2 h 426"/>
                <a:gd name="T56" fmla="*/ 0 w 246"/>
                <a:gd name="T57" fmla="*/ 2 h 426"/>
                <a:gd name="T58" fmla="*/ 0 w 246"/>
                <a:gd name="T59" fmla="*/ 2 h 426"/>
                <a:gd name="T60" fmla="*/ 0 w 246"/>
                <a:gd name="T61" fmla="*/ 1 h 426"/>
                <a:gd name="T62" fmla="*/ 0 w 246"/>
                <a:gd name="T63" fmla="*/ 1 h 426"/>
                <a:gd name="T64" fmla="*/ 0 w 246"/>
                <a:gd name="T65" fmla="*/ 1 h 426"/>
                <a:gd name="T66" fmla="*/ 0 w 246"/>
                <a:gd name="T67" fmla="*/ 0 h 426"/>
                <a:gd name="T68" fmla="*/ 0 w 246"/>
                <a:gd name="T69" fmla="*/ 0 h 426"/>
                <a:gd name="T70" fmla="*/ 0 w 246"/>
                <a:gd name="T71" fmla="*/ 0 h 426"/>
                <a:gd name="T72" fmla="*/ 0 w 246"/>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0"/>
                  </a:moveTo>
                  <a:lnTo>
                    <a:pt x="0" y="0"/>
                  </a:lnTo>
                  <a:lnTo>
                    <a:pt x="1" y="42"/>
                  </a:lnTo>
                  <a:lnTo>
                    <a:pt x="4" y="86"/>
                  </a:lnTo>
                  <a:lnTo>
                    <a:pt x="10" y="126"/>
                  </a:lnTo>
                  <a:lnTo>
                    <a:pt x="18" y="164"/>
                  </a:lnTo>
                  <a:lnTo>
                    <a:pt x="29" y="202"/>
                  </a:lnTo>
                  <a:lnTo>
                    <a:pt x="41" y="237"/>
                  </a:lnTo>
                  <a:lnTo>
                    <a:pt x="55" y="269"/>
                  </a:lnTo>
                  <a:lnTo>
                    <a:pt x="71" y="300"/>
                  </a:lnTo>
                  <a:lnTo>
                    <a:pt x="89" y="327"/>
                  </a:lnTo>
                  <a:lnTo>
                    <a:pt x="107" y="352"/>
                  </a:lnTo>
                  <a:lnTo>
                    <a:pt x="127" y="374"/>
                  </a:lnTo>
                  <a:lnTo>
                    <a:pt x="150" y="392"/>
                  </a:lnTo>
                  <a:lnTo>
                    <a:pt x="171" y="407"/>
                  </a:lnTo>
                  <a:lnTo>
                    <a:pt x="195" y="418"/>
                  </a:lnTo>
                  <a:lnTo>
                    <a:pt x="220" y="423"/>
                  </a:lnTo>
                  <a:lnTo>
                    <a:pt x="246" y="426"/>
                  </a:lnTo>
                  <a:lnTo>
                    <a:pt x="246" y="414"/>
                  </a:lnTo>
                  <a:lnTo>
                    <a:pt x="222" y="412"/>
                  </a:lnTo>
                  <a:lnTo>
                    <a:pt x="200" y="406"/>
                  </a:lnTo>
                  <a:lnTo>
                    <a:pt x="178" y="395"/>
                  </a:lnTo>
                  <a:lnTo>
                    <a:pt x="157" y="382"/>
                  </a:lnTo>
                  <a:lnTo>
                    <a:pt x="137" y="365"/>
                  </a:lnTo>
                  <a:lnTo>
                    <a:pt x="117" y="345"/>
                  </a:lnTo>
                  <a:lnTo>
                    <a:pt x="98" y="320"/>
                  </a:lnTo>
                  <a:lnTo>
                    <a:pt x="83" y="293"/>
                  </a:lnTo>
                  <a:lnTo>
                    <a:pt x="66" y="264"/>
                  </a:lnTo>
                  <a:lnTo>
                    <a:pt x="52" y="232"/>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0286" name="Freeform 70"/>
            <p:cNvSpPr>
              <a:spLocks/>
            </p:cNvSpPr>
            <p:nvPr/>
          </p:nvSpPr>
          <p:spPr bwMode="auto">
            <a:xfrm>
              <a:off x="1335" y="1859"/>
              <a:ext cx="49" cy="84"/>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1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0" y="2"/>
                  </a:lnTo>
                  <a:lnTo>
                    <a:pt x="195" y="8"/>
                  </a:lnTo>
                  <a:lnTo>
                    <a:pt x="171" y="18"/>
                  </a:lnTo>
                  <a:lnTo>
                    <a:pt x="150" y="34"/>
                  </a:lnTo>
                  <a:lnTo>
                    <a:pt x="127" y="51"/>
                  </a:lnTo>
                  <a:lnTo>
                    <a:pt x="107" y="74"/>
                  </a:lnTo>
                  <a:lnTo>
                    <a:pt x="89" y="98"/>
                  </a:lnTo>
                  <a:lnTo>
                    <a:pt x="72" y="125"/>
                  </a:lnTo>
                  <a:lnTo>
                    <a:pt x="55" y="156"/>
                  </a:lnTo>
                  <a:lnTo>
                    <a:pt x="41" y="188"/>
                  </a:lnTo>
                  <a:lnTo>
                    <a:pt x="29" y="222"/>
                  </a:lnTo>
                  <a:lnTo>
                    <a:pt x="18" y="261"/>
                  </a:lnTo>
                  <a:lnTo>
                    <a:pt x="10" y="299"/>
                  </a:lnTo>
                  <a:lnTo>
                    <a:pt x="4" y="339"/>
                  </a:lnTo>
                  <a:lnTo>
                    <a:pt x="1" y="382"/>
                  </a:lnTo>
                  <a:lnTo>
                    <a:pt x="0" y="424"/>
                  </a:lnTo>
                  <a:lnTo>
                    <a:pt x="11" y="424"/>
                  </a:lnTo>
                  <a:lnTo>
                    <a:pt x="13" y="382"/>
                  </a:lnTo>
                  <a:lnTo>
                    <a:pt x="16" y="341"/>
                  </a:lnTo>
                  <a:lnTo>
                    <a:pt x="22" y="301"/>
                  </a:lnTo>
                  <a:lnTo>
                    <a:pt x="30" y="264"/>
                  </a:lnTo>
                  <a:lnTo>
                    <a:pt x="41" y="227"/>
                  </a:lnTo>
                  <a:lnTo>
                    <a:pt x="52" y="193"/>
                  </a:lnTo>
                  <a:lnTo>
                    <a:pt x="66" y="160"/>
                  </a:lnTo>
                  <a:lnTo>
                    <a:pt x="82" y="132"/>
                  </a:lnTo>
                  <a:lnTo>
                    <a:pt x="98" y="105"/>
                  </a:lnTo>
                  <a:lnTo>
                    <a:pt x="117" y="81"/>
                  </a:lnTo>
                  <a:lnTo>
                    <a:pt x="137" y="61"/>
                  </a:lnTo>
                  <a:lnTo>
                    <a:pt x="157" y="43"/>
                  </a:lnTo>
                  <a:lnTo>
                    <a:pt x="178" y="30"/>
                  </a:lnTo>
                  <a:lnTo>
                    <a:pt x="200" y="20"/>
                  </a:lnTo>
                  <a:lnTo>
                    <a:pt x="222" y="14"/>
                  </a:lnTo>
                  <a:lnTo>
                    <a:pt x="246" y="11"/>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0287" name="Freeform 71"/>
            <p:cNvSpPr>
              <a:spLocks/>
            </p:cNvSpPr>
            <p:nvPr/>
          </p:nvSpPr>
          <p:spPr bwMode="auto">
            <a:xfrm>
              <a:off x="1552" y="1751"/>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1" y="339"/>
                  </a:lnTo>
                  <a:lnTo>
                    <a:pt x="235" y="299"/>
                  </a:lnTo>
                  <a:lnTo>
                    <a:pt x="226" y="261"/>
                  </a:lnTo>
                  <a:lnTo>
                    <a:pt x="216" y="223"/>
                  </a:lnTo>
                  <a:lnTo>
                    <a:pt x="204" y="189"/>
                  </a:lnTo>
                  <a:lnTo>
                    <a:pt x="190" y="156"/>
                  </a:lnTo>
                  <a:lnTo>
                    <a:pt x="174" y="125"/>
                  </a:lnTo>
                  <a:lnTo>
                    <a:pt x="156" y="98"/>
                  </a:lnTo>
                  <a:lnTo>
                    <a:pt x="137" y="74"/>
                  </a:lnTo>
                  <a:lnTo>
                    <a:pt x="119" y="52"/>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8" y="81"/>
                  </a:lnTo>
                  <a:lnTo>
                    <a:pt x="147" y="105"/>
                  </a:lnTo>
                  <a:lnTo>
                    <a:pt x="164" y="132"/>
                  </a:lnTo>
                  <a:lnTo>
                    <a:pt x="178" y="161"/>
                  </a:lnTo>
                  <a:lnTo>
                    <a:pt x="193" y="193"/>
                  </a:lnTo>
                  <a:lnTo>
                    <a:pt x="204" y="227"/>
                  </a:lnTo>
                  <a:lnTo>
                    <a:pt x="215" y="264"/>
                  </a:lnTo>
                  <a:lnTo>
                    <a:pt x="223" y="301"/>
                  </a:lnTo>
                  <a:lnTo>
                    <a:pt x="229" y="341"/>
                  </a:lnTo>
                  <a:lnTo>
                    <a:pt x="232" y="382"/>
                  </a:lnTo>
                  <a:lnTo>
                    <a:pt x="234"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0288" name="Freeform 72"/>
            <p:cNvSpPr>
              <a:spLocks/>
            </p:cNvSpPr>
            <p:nvPr/>
          </p:nvSpPr>
          <p:spPr bwMode="auto">
            <a:xfrm>
              <a:off x="1552" y="1836"/>
              <a:ext cx="49" cy="85"/>
            </a:xfrm>
            <a:custGeom>
              <a:avLst/>
              <a:gdLst>
                <a:gd name="T0" fmla="*/ 0 w 245"/>
                <a:gd name="T1" fmla="*/ 3 h 425"/>
                <a:gd name="T2" fmla="*/ 0 w 245"/>
                <a:gd name="T3" fmla="*/ 3 h 425"/>
                <a:gd name="T4" fmla="*/ 0 w 245"/>
                <a:gd name="T5" fmla="*/ 3 h 425"/>
                <a:gd name="T6" fmla="*/ 0 w 245"/>
                <a:gd name="T7" fmla="*/ 3 h 425"/>
                <a:gd name="T8" fmla="*/ 1 w 245"/>
                <a:gd name="T9" fmla="*/ 3 h 425"/>
                <a:gd name="T10" fmla="*/ 1 w 245"/>
                <a:gd name="T11" fmla="*/ 3 h 425"/>
                <a:gd name="T12" fmla="*/ 1 w 245"/>
                <a:gd name="T13" fmla="*/ 3 h 425"/>
                <a:gd name="T14" fmla="*/ 1 w 245"/>
                <a:gd name="T15" fmla="*/ 3 h 425"/>
                <a:gd name="T16" fmla="*/ 1 w 245"/>
                <a:gd name="T17" fmla="*/ 3 h 425"/>
                <a:gd name="T18" fmla="*/ 1 w 245"/>
                <a:gd name="T19" fmla="*/ 2 h 425"/>
                <a:gd name="T20" fmla="*/ 2 w 245"/>
                <a:gd name="T21" fmla="*/ 2 h 425"/>
                <a:gd name="T22" fmla="*/ 2 w 245"/>
                <a:gd name="T23" fmla="*/ 2 h 425"/>
                <a:gd name="T24" fmla="*/ 2 w 245"/>
                <a:gd name="T25" fmla="*/ 2 h 425"/>
                <a:gd name="T26" fmla="*/ 2 w 245"/>
                <a:gd name="T27" fmla="*/ 1 h 425"/>
                <a:gd name="T28" fmla="*/ 2 w 245"/>
                <a:gd name="T29" fmla="*/ 1 h 425"/>
                <a:gd name="T30" fmla="*/ 2 w 245"/>
                <a:gd name="T31" fmla="*/ 1 h 425"/>
                <a:gd name="T32" fmla="*/ 2 w 245"/>
                <a:gd name="T33" fmla="*/ 0 h 425"/>
                <a:gd name="T34" fmla="*/ 2 w 245"/>
                <a:gd name="T35" fmla="*/ 0 h 425"/>
                <a:gd name="T36" fmla="*/ 2 w 245"/>
                <a:gd name="T37" fmla="*/ 0 h 425"/>
                <a:gd name="T38" fmla="*/ 2 w 245"/>
                <a:gd name="T39" fmla="*/ 0 h 425"/>
                <a:gd name="T40" fmla="*/ 2 w 245"/>
                <a:gd name="T41" fmla="*/ 1 h 425"/>
                <a:gd name="T42" fmla="*/ 2 w 245"/>
                <a:gd name="T43" fmla="*/ 1 h 425"/>
                <a:gd name="T44" fmla="*/ 2 w 245"/>
                <a:gd name="T45" fmla="*/ 1 h 425"/>
                <a:gd name="T46" fmla="*/ 2 w 245"/>
                <a:gd name="T47" fmla="*/ 2 h 425"/>
                <a:gd name="T48" fmla="*/ 2 w 245"/>
                <a:gd name="T49" fmla="*/ 2 h 425"/>
                <a:gd name="T50" fmla="*/ 1 w 245"/>
                <a:gd name="T51" fmla="*/ 2 h 425"/>
                <a:gd name="T52" fmla="*/ 1 w 245"/>
                <a:gd name="T53" fmla="*/ 2 h 425"/>
                <a:gd name="T54" fmla="*/ 1 w 245"/>
                <a:gd name="T55" fmla="*/ 3 h 425"/>
                <a:gd name="T56" fmla="*/ 1 w 245"/>
                <a:gd name="T57" fmla="*/ 3 h 425"/>
                <a:gd name="T58" fmla="*/ 1 w 245"/>
                <a:gd name="T59" fmla="*/ 3 h 425"/>
                <a:gd name="T60" fmla="*/ 1 w 245"/>
                <a:gd name="T61" fmla="*/ 3 h 425"/>
                <a:gd name="T62" fmla="*/ 1 w 245"/>
                <a:gd name="T63" fmla="*/ 3 h 425"/>
                <a:gd name="T64" fmla="*/ 0 w 245"/>
                <a:gd name="T65" fmla="*/ 3 h 425"/>
                <a:gd name="T66" fmla="*/ 0 w 245"/>
                <a:gd name="T67" fmla="*/ 3 h 425"/>
                <a:gd name="T68" fmla="*/ 0 w 245"/>
                <a:gd name="T69" fmla="*/ 3 h 425"/>
                <a:gd name="T70" fmla="*/ 0 w 245"/>
                <a:gd name="T71" fmla="*/ 3 h 425"/>
                <a:gd name="T72" fmla="*/ 0 w 245"/>
                <a:gd name="T73" fmla="*/ 3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5"/>
                <a:gd name="T113" fmla="*/ 245 w 245"/>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5">
                  <a:moveTo>
                    <a:pt x="0" y="425"/>
                  </a:moveTo>
                  <a:lnTo>
                    <a:pt x="0" y="425"/>
                  </a:lnTo>
                  <a:lnTo>
                    <a:pt x="26" y="422"/>
                  </a:lnTo>
                  <a:lnTo>
                    <a:pt x="51" y="417"/>
                  </a:lnTo>
                  <a:lnTo>
                    <a:pt x="74" y="406"/>
                  </a:lnTo>
                  <a:lnTo>
                    <a:pt x="96" y="391"/>
                  </a:lnTo>
                  <a:lnTo>
                    <a:pt x="119" y="373"/>
                  </a:lnTo>
                  <a:lnTo>
                    <a:pt x="137" y="351"/>
                  </a:lnTo>
                  <a:lnTo>
                    <a:pt x="156" y="326"/>
                  </a:lnTo>
                  <a:lnTo>
                    <a:pt x="174" y="299"/>
                  </a:lnTo>
                  <a:lnTo>
                    <a:pt x="190" y="269"/>
                  </a:lnTo>
                  <a:lnTo>
                    <a:pt x="204" y="236"/>
                  </a:lnTo>
                  <a:lnTo>
                    <a:pt x="216" y="202"/>
                  </a:lnTo>
                  <a:lnTo>
                    <a:pt x="226" y="163"/>
                  </a:lnTo>
                  <a:lnTo>
                    <a:pt x="235" y="126"/>
                  </a:lnTo>
                  <a:lnTo>
                    <a:pt x="241" y="86"/>
                  </a:lnTo>
                  <a:lnTo>
                    <a:pt x="244" y="43"/>
                  </a:lnTo>
                  <a:lnTo>
                    <a:pt x="245" y="0"/>
                  </a:lnTo>
                  <a:lnTo>
                    <a:pt x="234" y="0"/>
                  </a:lnTo>
                  <a:lnTo>
                    <a:pt x="232" y="43"/>
                  </a:lnTo>
                  <a:lnTo>
                    <a:pt x="229" y="84"/>
                  </a:lnTo>
                  <a:lnTo>
                    <a:pt x="223" y="123"/>
                  </a:lnTo>
                  <a:lnTo>
                    <a:pt x="215" y="161"/>
                  </a:lnTo>
                  <a:lnTo>
                    <a:pt x="204" y="197"/>
                  </a:lnTo>
                  <a:lnTo>
                    <a:pt x="193" y="231"/>
                  </a:lnTo>
                  <a:lnTo>
                    <a:pt x="178" y="264"/>
                  </a:lnTo>
                  <a:lnTo>
                    <a:pt x="164" y="292"/>
                  </a:lnTo>
                  <a:lnTo>
                    <a:pt x="147" y="319"/>
                  </a:lnTo>
                  <a:lnTo>
                    <a:pt x="128" y="344"/>
                  </a:lnTo>
                  <a:lnTo>
                    <a:pt x="109" y="364"/>
                  </a:lnTo>
                  <a:lnTo>
                    <a:pt x="89" y="381"/>
                  </a:lnTo>
                  <a:lnTo>
                    <a:pt x="67" y="394"/>
                  </a:lnTo>
                  <a:lnTo>
                    <a:pt x="46" y="405"/>
                  </a:lnTo>
                  <a:lnTo>
                    <a:pt x="24" y="411"/>
                  </a:lnTo>
                  <a:lnTo>
                    <a:pt x="0" y="413"/>
                  </a:lnTo>
                  <a:lnTo>
                    <a:pt x="0" y="425"/>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0289" name="Freeform 73"/>
            <p:cNvSpPr>
              <a:spLocks/>
            </p:cNvSpPr>
            <p:nvPr/>
          </p:nvSpPr>
          <p:spPr bwMode="auto">
            <a:xfrm>
              <a:off x="1502" y="1836"/>
              <a:ext cx="50" cy="85"/>
            </a:xfrm>
            <a:custGeom>
              <a:avLst/>
              <a:gdLst>
                <a:gd name="T0" fmla="*/ 0 w 246"/>
                <a:gd name="T1" fmla="*/ 0 h 425"/>
                <a:gd name="T2" fmla="*/ 0 w 246"/>
                <a:gd name="T3" fmla="*/ 0 h 425"/>
                <a:gd name="T4" fmla="*/ 0 w 246"/>
                <a:gd name="T5" fmla="*/ 0 h 425"/>
                <a:gd name="T6" fmla="*/ 0 w 246"/>
                <a:gd name="T7" fmla="*/ 1 h 425"/>
                <a:gd name="T8" fmla="*/ 0 w 246"/>
                <a:gd name="T9" fmla="*/ 1 h 425"/>
                <a:gd name="T10" fmla="*/ 0 w 246"/>
                <a:gd name="T11" fmla="*/ 1 h 425"/>
                <a:gd name="T12" fmla="*/ 0 w 246"/>
                <a:gd name="T13" fmla="*/ 2 h 425"/>
                <a:gd name="T14" fmla="*/ 0 w 246"/>
                <a:gd name="T15" fmla="*/ 2 h 425"/>
                <a:gd name="T16" fmla="*/ 0 w 246"/>
                <a:gd name="T17" fmla="*/ 2 h 425"/>
                <a:gd name="T18" fmla="*/ 1 w 246"/>
                <a:gd name="T19" fmla="*/ 2 h 425"/>
                <a:gd name="T20" fmla="*/ 1 w 246"/>
                <a:gd name="T21" fmla="*/ 3 h 425"/>
                <a:gd name="T22" fmla="*/ 1 w 246"/>
                <a:gd name="T23" fmla="*/ 3 h 425"/>
                <a:gd name="T24" fmla="*/ 1 w 246"/>
                <a:gd name="T25" fmla="*/ 3 h 425"/>
                <a:gd name="T26" fmla="*/ 1 w 246"/>
                <a:gd name="T27" fmla="*/ 3 h 425"/>
                <a:gd name="T28" fmla="*/ 1 w 246"/>
                <a:gd name="T29" fmla="*/ 3 h 425"/>
                <a:gd name="T30" fmla="*/ 2 w 246"/>
                <a:gd name="T31" fmla="*/ 3 h 425"/>
                <a:gd name="T32" fmla="*/ 2 w 246"/>
                <a:gd name="T33" fmla="*/ 3 h 425"/>
                <a:gd name="T34" fmla="*/ 2 w 246"/>
                <a:gd name="T35" fmla="*/ 3 h 425"/>
                <a:gd name="T36" fmla="*/ 2 w 246"/>
                <a:gd name="T37" fmla="*/ 3 h 425"/>
                <a:gd name="T38" fmla="*/ 2 w 246"/>
                <a:gd name="T39" fmla="*/ 3 h 425"/>
                <a:gd name="T40" fmla="*/ 2 w 246"/>
                <a:gd name="T41" fmla="*/ 3 h 425"/>
                <a:gd name="T42" fmla="*/ 1 w 246"/>
                <a:gd name="T43" fmla="*/ 3 h 425"/>
                <a:gd name="T44" fmla="*/ 1 w 246"/>
                <a:gd name="T45" fmla="*/ 3 h 425"/>
                <a:gd name="T46" fmla="*/ 1 w 246"/>
                <a:gd name="T47" fmla="*/ 3 h 425"/>
                <a:gd name="T48" fmla="*/ 1 w 246"/>
                <a:gd name="T49" fmla="*/ 3 h 425"/>
                <a:gd name="T50" fmla="*/ 1 w 246"/>
                <a:gd name="T51" fmla="*/ 3 h 425"/>
                <a:gd name="T52" fmla="*/ 1 w 246"/>
                <a:gd name="T53" fmla="*/ 2 h 425"/>
                <a:gd name="T54" fmla="*/ 1 w 246"/>
                <a:gd name="T55" fmla="*/ 2 h 425"/>
                <a:gd name="T56" fmla="*/ 0 w 246"/>
                <a:gd name="T57" fmla="*/ 2 h 425"/>
                <a:gd name="T58" fmla="*/ 0 w 246"/>
                <a:gd name="T59" fmla="*/ 2 h 425"/>
                <a:gd name="T60" fmla="*/ 0 w 246"/>
                <a:gd name="T61" fmla="*/ 1 h 425"/>
                <a:gd name="T62" fmla="*/ 0 w 246"/>
                <a:gd name="T63" fmla="*/ 1 h 425"/>
                <a:gd name="T64" fmla="*/ 0 w 246"/>
                <a:gd name="T65" fmla="*/ 1 h 425"/>
                <a:gd name="T66" fmla="*/ 0 w 246"/>
                <a:gd name="T67" fmla="*/ 0 h 425"/>
                <a:gd name="T68" fmla="*/ 0 w 246"/>
                <a:gd name="T69" fmla="*/ 0 h 425"/>
                <a:gd name="T70" fmla="*/ 0 w 246"/>
                <a:gd name="T71" fmla="*/ 0 h 425"/>
                <a:gd name="T72" fmla="*/ 0 w 246"/>
                <a:gd name="T73" fmla="*/ 0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5"/>
                <a:gd name="T113" fmla="*/ 246 w 246"/>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5">
                  <a:moveTo>
                    <a:pt x="0" y="0"/>
                  </a:moveTo>
                  <a:lnTo>
                    <a:pt x="0" y="0"/>
                  </a:lnTo>
                  <a:lnTo>
                    <a:pt x="2" y="43"/>
                  </a:lnTo>
                  <a:lnTo>
                    <a:pt x="5" y="86"/>
                  </a:lnTo>
                  <a:lnTo>
                    <a:pt x="11" y="126"/>
                  </a:lnTo>
                  <a:lnTo>
                    <a:pt x="19" y="163"/>
                  </a:lnTo>
                  <a:lnTo>
                    <a:pt x="30" y="202"/>
                  </a:lnTo>
                  <a:lnTo>
                    <a:pt x="41" y="236"/>
                  </a:lnTo>
                  <a:lnTo>
                    <a:pt x="55" y="269"/>
                  </a:lnTo>
                  <a:lnTo>
                    <a:pt x="73" y="299"/>
                  </a:lnTo>
                  <a:lnTo>
                    <a:pt x="89" y="326"/>
                  </a:lnTo>
                  <a:lnTo>
                    <a:pt x="108" y="351"/>
                  </a:lnTo>
                  <a:lnTo>
                    <a:pt x="128" y="373"/>
                  </a:lnTo>
                  <a:lnTo>
                    <a:pt x="150" y="391"/>
                  </a:lnTo>
                  <a:lnTo>
                    <a:pt x="171" y="406"/>
                  </a:lnTo>
                  <a:lnTo>
                    <a:pt x="196" y="417"/>
                  </a:lnTo>
                  <a:lnTo>
                    <a:pt x="221" y="422"/>
                  </a:lnTo>
                  <a:lnTo>
                    <a:pt x="246" y="425"/>
                  </a:lnTo>
                  <a:lnTo>
                    <a:pt x="246" y="413"/>
                  </a:lnTo>
                  <a:lnTo>
                    <a:pt x="223" y="411"/>
                  </a:lnTo>
                  <a:lnTo>
                    <a:pt x="201" y="405"/>
                  </a:lnTo>
                  <a:lnTo>
                    <a:pt x="178" y="394"/>
                  </a:lnTo>
                  <a:lnTo>
                    <a:pt x="157" y="381"/>
                  </a:lnTo>
                  <a:lnTo>
                    <a:pt x="137" y="364"/>
                  </a:lnTo>
                  <a:lnTo>
                    <a:pt x="117" y="344"/>
                  </a:lnTo>
                  <a:lnTo>
                    <a:pt x="99" y="319"/>
                  </a:lnTo>
                  <a:lnTo>
                    <a:pt x="82" y="292"/>
                  </a:lnTo>
                  <a:lnTo>
                    <a:pt x="67" y="264"/>
                  </a:lnTo>
                  <a:lnTo>
                    <a:pt x="53" y="231"/>
                  </a:lnTo>
                  <a:lnTo>
                    <a:pt x="41" y="197"/>
                  </a:lnTo>
                  <a:lnTo>
                    <a:pt x="31" y="161"/>
                  </a:lnTo>
                  <a:lnTo>
                    <a:pt x="23" y="123"/>
                  </a:lnTo>
                  <a:lnTo>
                    <a:pt x="17" y="84"/>
                  </a:lnTo>
                  <a:lnTo>
                    <a:pt x="13" y="4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0290" name="Freeform 74"/>
            <p:cNvSpPr>
              <a:spLocks/>
            </p:cNvSpPr>
            <p:nvPr/>
          </p:nvSpPr>
          <p:spPr bwMode="auto">
            <a:xfrm>
              <a:off x="1502" y="1751"/>
              <a:ext cx="50" cy="85"/>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2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1" y="2"/>
                  </a:lnTo>
                  <a:lnTo>
                    <a:pt x="196" y="8"/>
                  </a:lnTo>
                  <a:lnTo>
                    <a:pt x="171" y="19"/>
                  </a:lnTo>
                  <a:lnTo>
                    <a:pt x="150" y="34"/>
                  </a:lnTo>
                  <a:lnTo>
                    <a:pt x="128" y="52"/>
                  </a:lnTo>
                  <a:lnTo>
                    <a:pt x="108" y="74"/>
                  </a:lnTo>
                  <a:lnTo>
                    <a:pt x="89" y="98"/>
                  </a:lnTo>
                  <a:lnTo>
                    <a:pt x="73" y="125"/>
                  </a:lnTo>
                  <a:lnTo>
                    <a:pt x="55" y="156"/>
                  </a:lnTo>
                  <a:lnTo>
                    <a:pt x="41" y="189"/>
                  </a:lnTo>
                  <a:lnTo>
                    <a:pt x="30" y="223"/>
                  </a:lnTo>
                  <a:lnTo>
                    <a:pt x="19" y="261"/>
                  </a:lnTo>
                  <a:lnTo>
                    <a:pt x="11" y="299"/>
                  </a:lnTo>
                  <a:lnTo>
                    <a:pt x="5" y="339"/>
                  </a:lnTo>
                  <a:lnTo>
                    <a:pt x="2" y="382"/>
                  </a:lnTo>
                  <a:lnTo>
                    <a:pt x="0" y="424"/>
                  </a:lnTo>
                  <a:lnTo>
                    <a:pt x="12" y="424"/>
                  </a:lnTo>
                  <a:lnTo>
                    <a:pt x="13" y="382"/>
                  </a:lnTo>
                  <a:lnTo>
                    <a:pt x="17" y="341"/>
                  </a:lnTo>
                  <a:lnTo>
                    <a:pt x="23" y="301"/>
                  </a:lnTo>
                  <a:lnTo>
                    <a:pt x="31" y="264"/>
                  </a:lnTo>
                  <a:lnTo>
                    <a:pt x="41" y="227"/>
                  </a:lnTo>
                  <a:lnTo>
                    <a:pt x="53" y="193"/>
                  </a:lnTo>
                  <a:lnTo>
                    <a:pt x="67" y="161"/>
                  </a:lnTo>
                  <a:lnTo>
                    <a:pt x="82" y="132"/>
                  </a:lnTo>
                  <a:lnTo>
                    <a:pt x="99" y="105"/>
                  </a:lnTo>
                  <a:lnTo>
                    <a:pt x="117" y="81"/>
                  </a:lnTo>
                  <a:lnTo>
                    <a:pt x="137" y="61"/>
                  </a:lnTo>
                  <a:lnTo>
                    <a:pt x="157" y="43"/>
                  </a:lnTo>
                  <a:lnTo>
                    <a:pt x="178" y="30"/>
                  </a:lnTo>
                  <a:lnTo>
                    <a:pt x="201" y="20"/>
                  </a:lnTo>
                  <a:lnTo>
                    <a:pt x="223" y="14"/>
                  </a:lnTo>
                  <a:lnTo>
                    <a:pt x="246" y="12"/>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0291" name="Freeform 75"/>
            <p:cNvSpPr>
              <a:spLocks/>
            </p:cNvSpPr>
            <p:nvPr/>
          </p:nvSpPr>
          <p:spPr bwMode="auto">
            <a:xfrm>
              <a:off x="1565" y="2016"/>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0" y="339"/>
                  </a:lnTo>
                  <a:lnTo>
                    <a:pt x="234" y="299"/>
                  </a:lnTo>
                  <a:lnTo>
                    <a:pt x="226" y="261"/>
                  </a:lnTo>
                  <a:lnTo>
                    <a:pt x="216" y="223"/>
                  </a:lnTo>
                  <a:lnTo>
                    <a:pt x="204" y="189"/>
                  </a:lnTo>
                  <a:lnTo>
                    <a:pt x="190" y="156"/>
                  </a:lnTo>
                  <a:lnTo>
                    <a:pt x="174" y="125"/>
                  </a:lnTo>
                  <a:lnTo>
                    <a:pt x="156" y="98"/>
                  </a:lnTo>
                  <a:lnTo>
                    <a:pt x="138" y="74"/>
                  </a:lnTo>
                  <a:lnTo>
                    <a:pt x="118" y="51"/>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9" y="81"/>
                  </a:lnTo>
                  <a:lnTo>
                    <a:pt x="147" y="105"/>
                  </a:lnTo>
                  <a:lnTo>
                    <a:pt x="164" y="132"/>
                  </a:lnTo>
                  <a:lnTo>
                    <a:pt x="178" y="160"/>
                  </a:lnTo>
                  <a:lnTo>
                    <a:pt x="192" y="193"/>
                  </a:lnTo>
                  <a:lnTo>
                    <a:pt x="204" y="227"/>
                  </a:lnTo>
                  <a:lnTo>
                    <a:pt x="215" y="264"/>
                  </a:lnTo>
                  <a:lnTo>
                    <a:pt x="223" y="301"/>
                  </a:lnTo>
                  <a:lnTo>
                    <a:pt x="229"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0292" name="Freeform 76"/>
            <p:cNvSpPr>
              <a:spLocks/>
            </p:cNvSpPr>
            <p:nvPr/>
          </p:nvSpPr>
          <p:spPr bwMode="auto">
            <a:xfrm>
              <a:off x="1565" y="2101"/>
              <a:ext cx="49" cy="85"/>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6" y="423"/>
                  </a:lnTo>
                  <a:lnTo>
                    <a:pt x="51" y="418"/>
                  </a:lnTo>
                  <a:lnTo>
                    <a:pt x="74" y="407"/>
                  </a:lnTo>
                  <a:lnTo>
                    <a:pt x="96" y="392"/>
                  </a:lnTo>
                  <a:lnTo>
                    <a:pt x="118" y="373"/>
                  </a:lnTo>
                  <a:lnTo>
                    <a:pt x="138" y="351"/>
                  </a:lnTo>
                  <a:lnTo>
                    <a:pt x="156" y="327"/>
                  </a:lnTo>
                  <a:lnTo>
                    <a:pt x="175" y="299"/>
                  </a:lnTo>
                  <a:lnTo>
                    <a:pt x="190" y="269"/>
                  </a:lnTo>
                  <a:lnTo>
                    <a:pt x="204" y="236"/>
                  </a:lnTo>
                  <a:lnTo>
                    <a:pt x="216" y="202"/>
                  </a:lnTo>
                  <a:lnTo>
                    <a:pt x="226" y="164"/>
                  </a:lnTo>
                  <a:lnTo>
                    <a:pt x="234" y="126"/>
                  </a:lnTo>
                  <a:lnTo>
                    <a:pt x="240" y="86"/>
                  </a:lnTo>
                  <a:lnTo>
                    <a:pt x="244" y="42"/>
                  </a:lnTo>
                  <a:lnTo>
                    <a:pt x="245" y="0"/>
                  </a:lnTo>
                  <a:lnTo>
                    <a:pt x="233" y="0"/>
                  </a:lnTo>
                  <a:lnTo>
                    <a:pt x="232" y="42"/>
                  </a:lnTo>
                  <a:lnTo>
                    <a:pt x="229" y="83"/>
                  </a:lnTo>
                  <a:lnTo>
                    <a:pt x="223" y="123"/>
                  </a:lnTo>
                  <a:lnTo>
                    <a:pt x="215" y="162"/>
                  </a:lnTo>
                  <a:lnTo>
                    <a:pt x="204" y="197"/>
                  </a:lnTo>
                  <a:lnTo>
                    <a:pt x="192" y="231"/>
                  </a:lnTo>
                  <a:lnTo>
                    <a:pt x="178" y="264"/>
                  </a:lnTo>
                  <a:lnTo>
                    <a:pt x="163" y="292"/>
                  </a:lnTo>
                  <a:lnTo>
                    <a:pt x="147" y="320"/>
                  </a:lnTo>
                  <a:lnTo>
                    <a:pt x="129" y="344"/>
                  </a:lnTo>
                  <a:lnTo>
                    <a:pt x="109" y="364"/>
                  </a:lnTo>
                  <a:lnTo>
                    <a:pt x="89" y="382"/>
                  </a:lnTo>
                  <a:lnTo>
                    <a:pt x="67" y="395"/>
                  </a:lnTo>
                  <a:lnTo>
                    <a:pt x="46" y="406"/>
                  </a:lnTo>
                  <a:lnTo>
                    <a:pt x="24"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0293" name="Freeform 77"/>
            <p:cNvSpPr>
              <a:spLocks/>
            </p:cNvSpPr>
            <p:nvPr/>
          </p:nvSpPr>
          <p:spPr bwMode="auto">
            <a:xfrm>
              <a:off x="1516" y="2101"/>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5" y="86"/>
                  </a:lnTo>
                  <a:lnTo>
                    <a:pt x="11" y="126"/>
                  </a:lnTo>
                  <a:lnTo>
                    <a:pt x="19" y="164"/>
                  </a:lnTo>
                  <a:lnTo>
                    <a:pt x="30" y="202"/>
                  </a:lnTo>
                  <a:lnTo>
                    <a:pt x="41" y="236"/>
                  </a:lnTo>
                  <a:lnTo>
                    <a:pt x="55" y="269"/>
                  </a:lnTo>
                  <a:lnTo>
                    <a:pt x="71" y="299"/>
                  </a:lnTo>
                  <a:lnTo>
                    <a:pt x="89" y="327"/>
                  </a:lnTo>
                  <a:lnTo>
                    <a:pt x="107" y="351"/>
                  </a:lnTo>
                  <a:lnTo>
                    <a:pt x="127" y="373"/>
                  </a:lnTo>
                  <a:lnTo>
                    <a:pt x="149" y="392"/>
                  </a:lnTo>
                  <a:lnTo>
                    <a:pt x="171" y="407"/>
                  </a:lnTo>
                  <a:lnTo>
                    <a:pt x="195" y="418"/>
                  </a:lnTo>
                  <a:lnTo>
                    <a:pt x="219" y="423"/>
                  </a:lnTo>
                  <a:lnTo>
                    <a:pt x="245" y="426"/>
                  </a:lnTo>
                  <a:lnTo>
                    <a:pt x="245" y="414"/>
                  </a:lnTo>
                  <a:lnTo>
                    <a:pt x="222" y="412"/>
                  </a:lnTo>
                  <a:lnTo>
                    <a:pt x="199" y="406"/>
                  </a:lnTo>
                  <a:lnTo>
                    <a:pt x="178" y="395"/>
                  </a:lnTo>
                  <a:lnTo>
                    <a:pt x="156" y="382"/>
                  </a:lnTo>
                  <a:lnTo>
                    <a:pt x="136" y="364"/>
                  </a:lnTo>
                  <a:lnTo>
                    <a:pt x="116" y="344"/>
                  </a:lnTo>
                  <a:lnTo>
                    <a:pt x="99" y="320"/>
                  </a:lnTo>
                  <a:lnTo>
                    <a:pt x="82" y="292"/>
                  </a:lnTo>
                  <a:lnTo>
                    <a:pt x="67" y="264"/>
                  </a:lnTo>
                  <a:lnTo>
                    <a:pt x="53" y="231"/>
                  </a:lnTo>
                  <a:lnTo>
                    <a:pt x="41" y="197"/>
                  </a:lnTo>
                  <a:lnTo>
                    <a:pt x="31" y="162"/>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0294" name="Freeform 78"/>
            <p:cNvSpPr>
              <a:spLocks/>
            </p:cNvSpPr>
            <p:nvPr/>
          </p:nvSpPr>
          <p:spPr bwMode="auto">
            <a:xfrm>
              <a:off x="1516" y="2016"/>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5" y="8"/>
                  </a:lnTo>
                  <a:lnTo>
                    <a:pt x="171" y="19"/>
                  </a:lnTo>
                  <a:lnTo>
                    <a:pt x="149" y="34"/>
                  </a:lnTo>
                  <a:lnTo>
                    <a:pt x="127" y="51"/>
                  </a:lnTo>
                  <a:lnTo>
                    <a:pt x="107" y="74"/>
                  </a:lnTo>
                  <a:lnTo>
                    <a:pt x="89" y="98"/>
                  </a:lnTo>
                  <a:lnTo>
                    <a:pt x="72" y="125"/>
                  </a:lnTo>
                  <a:lnTo>
                    <a:pt x="55" y="156"/>
                  </a:lnTo>
                  <a:lnTo>
                    <a:pt x="41" y="189"/>
                  </a:lnTo>
                  <a:lnTo>
                    <a:pt x="30" y="223"/>
                  </a:lnTo>
                  <a:lnTo>
                    <a:pt x="19" y="261"/>
                  </a:lnTo>
                  <a:lnTo>
                    <a:pt x="11" y="299"/>
                  </a:lnTo>
                  <a:lnTo>
                    <a:pt x="5" y="339"/>
                  </a:lnTo>
                  <a:lnTo>
                    <a:pt x="1" y="382"/>
                  </a:lnTo>
                  <a:lnTo>
                    <a:pt x="0" y="424"/>
                  </a:lnTo>
                  <a:lnTo>
                    <a:pt x="12" y="424"/>
                  </a:lnTo>
                  <a:lnTo>
                    <a:pt x="13" y="382"/>
                  </a:lnTo>
                  <a:lnTo>
                    <a:pt x="17" y="341"/>
                  </a:lnTo>
                  <a:lnTo>
                    <a:pt x="23" y="301"/>
                  </a:lnTo>
                  <a:lnTo>
                    <a:pt x="31" y="264"/>
                  </a:lnTo>
                  <a:lnTo>
                    <a:pt x="41" y="227"/>
                  </a:lnTo>
                  <a:lnTo>
                    <a:pt x="53" y="193"/>
                  </a:lnTo>
                  <a:lnTo>
                    <a:pt x="67" y="160"/>
                  </a:lnTo>
                  <a:lnTo>
                    <a:pt x="81" y="132"/>
                  </a:lnTo>
                  <a:lnTo>
                    <a:pt x="99" y="105"/>
                  </a:lnTo>
                  <a:lnTo>
                    <a:pt x="116" y="81"/>
                  </a:lnTo>
                  <a:lnTo>
                    <a:pt x="136" y="61"/>
                  </a:lnTo>
                  <a:lnTo>
                    <a:pt x="156" y="43"/>
                  </a:lnTo>
                  <a:lnTo>
                    <a:pt x="178" y="30"/>
                  </a:lnTo>
                  <a:lnTo>
                    <a:pt x="199" y="20"/>
                  </a:lnTo>
                  <a:lnTo>
                    <a:pt x="222"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grpSp>
        <p:nvGrpSpPr>
          <p:cNvPr id="180234" name="Group 79"/>
          <p:cNvGrpSpPr>
            <a:grpSpLocks/>
          </p:cNvGrpSpPr>
          <p:nvPr/>
        </p:nvGrpSpPr>
        <p:grpSpPr bwMode="auto">
          <a:xfrm rot="-223274">
            <a:off x="1995488" y="2768600"/>
            <a:ext cx="744537" cy="733425"/>
            <a:chOff x="2757" y="1666"/>
            <a:chExt cx="812" cy="800"/>
          </a:xfrm>
        </p:grpSpPr>
        <p:sp>
          <p:nvSpPr>
            <p:cNvPr id="180238" name="Freeform 80"/>
            <p:cNvSpPr>
              <a:spLocks/>
            </p:cNvSpPr>
            <p:nvPr/>
          </p:nvSpPr>
          <p:spPr bwMode="auto">
            <a:xfrm>
              <a:off x="2762" y="1667"/>
              <a:ext cx="807" cy="584"/>
            </a:xfrm>
            <a:custGeom>
              <a:avLst/>
              <a:gdLst>
                <a:gd name="T0" fmla="*/ 497 w 807"/>
                <a:gd name="T1" fmla="*/ 583 h 584"/>
                <a:gd name="T2" fmla="*/ 0 w 807"/>
                <a:gd name="T3" fmla="*/ 452 h 584"/>
                <a:gd name="T4" fmla="*/ 337 w 807"/>
                <a:gd name="T5" fmla="*/ 0 h 584"/>
                <a:gd name="T6" fmla="*/ 806 w 807"/>
                <a:gd name="T7" fmla="*/ 98 h 584"/>
                <a:gd name="T8" fmla="*/ 497 w 807"/>
                <a:gd name="T9" fmla="*/ 583 h 584"/>
                <a:gd name="T10" fmla="*/ 0 60000 65536"/>
                <a:gd name="T11" fmla="*/ 0 60000 65536"/>
                <a:gd name="T12" fmla="*/ 0 60000 65536"/>
                <a:gd name="T13" fmla="*/ 0 60000 65536"/>
                <a:gd name="T14" fmla="*/ 0 60000 65536"/>
                <a:gd name="T15" fmla="*/ 0 w 807"/>
                <a:gd name="T16" fmla="*/ 0 h 584"/>
                <a:gd name="T17" fmla="*/ 807 w 807"/>
                <a:gd name="T18" fmla="*/ 584 h 584"/>
              </a:gdLst>
              <a:ahLst/>
              <a:cxnLst>
                <a:cxn ang="T10">
                  <a:pos x="T0" y="T1"/>
                </a:cxn>
                <a:cxn ang="T11">
                  <a:pos x="T2" y="T3"/>
                </a:cxn>
                <a:cxn ang="T12">
                  <a:pos x="T4" y="T5"/>
                </a:cxn>
                <a:cxn ang="T13">
                  <a:pos x="T6" y="T7"/>
                </a:cxn>
                <a:cxn ang="T14">
                  <a:pos x="T8" y="T9"/>
                </a:cxn>
              </a:cxnLst>
              <a:rect l="T15" t="T16" r="T17" b="T18"/>
              <a:pathLst>
                <a:path w="807" h="584">
                  <a:moveTo>
                    <a:pt x="497" y="583"/>
                  </a:moveTo>
                  <a:lnTo>
                    <a:pt x="0" y="452"/>
                  </a:lnTo>
                  <a:lnTo>
                    <a:pt x="337" y="0"/>
                  </a:lnTo>
                  <a:lnTo>
                    <a:pt x="806" y="98"/>
                  </a:lnTo>
                  <a:lnTo>
                    <a:pt x="497" y="583"/>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180239" name="Freeform 81"/>
            <p:cNvSpPr>
              <a:spLocks/>
            </p:cNvSpPr>
            <p:nvPr/>
          </p:nvSpPr>
          <p:spPr bwMode="auto">
            <a:xfrm>
              <a:off x="2882" y="1861"/>
              <a:ext cx="578" cy="384"/>
            </a:xfrm>
            <a:custGeom>
              <a:avLst/>
              <a:gdLst>
                <a:gd name="T0" fmla="*/ 377 w 578"/>
                <a:gd name="T1" fmla="*/ 383 h 384"/>
                <a:gd name="T2" fmla="*/ 0 w 578"/>
                <a:gd name="T3" fmla="*/ 291 h 384"/>
                <a:gd name="T4" fmla="*/ 217 w 578"/>
                <a:gd name="T5" fmla="*/ 0 h 384"/>
                <a:gd name="T6" fmla="*/ 577 w 578"/>
                <a:gd name="T7" fmla="*/ 74 h 384"/>
                <a:gd name="T8" fmla="*/ 377 w 578"/>
                <a:gd name="T9" fmla="*/ 383 h 384"/>
                <a:gd name="T10" fmla="*/ 0 60000 65536"/>
                <a:gd name="T11" fmla="*/ 0 60000 65536"/>
                <a:gd name="T12" fmla="*/ 0 60000 65536"/>
                <a:gd name="T13" fmla="*/ 0 60000 65536"/>
                <a:gd name="T14" fmla="*/ 0 60000 65536"/>
                <a:gd name="T15" fmla="*/ 0 w 578"/>
                <a:gd name="T16" fmla="*/ 0 h 384"/>
                <a:gd name="T17" fmla="*/ 578 w 578"/>
                <a:gd name="T18" fmla="*/ 384 h 384"/>
              </a:gdLst>
              <a:ahLst/>
              <a:cxnLst>
                <a:cxn ang="T10">
                  <a:pos x="T0" y="T1"/>
                </a:cxn>
                <a:cxn ang="T11">
                  <a:pos x="T2" y="T3"/>
                </a:cxn>
                <a:cxn ang="T12">
                  <a:pos x="T4" y="T5"/>
                </a:cxn>
                <a:cxn ang="T13">
                  <a:pos x="T6" y="T7"/>
                </a:cxn>
                <a:cxn ang="T14">
                  <a:pos x="T8" y="T9"/>
                </a:cxn>
              </a:cxnLst>
              <a:rect l="T15" t="T16" r="T17" b="T18"/>
              <a:pathLst>
                <a:path w="578" h="384">
                  <a:moveTo>
                    <a:pt x="377" y="383"/>
                  </a:moveTo>
                  <a:lnTo>
                    <a:pt x="0" y="291"/>
                  </a:lnTo>
                  <a:lnTo>
                    <a:pt x="217" y="0"/>
                  </a:lnTo>
                  <a:lnTo>
                    <a:pt x="577" y="74"/>
                  </a:lnTo>
                  <a:lnTo>
                    <a:pt x="377" y="383"/>
                  </a:lnTo>
                </a:path>
              </a:pathLst>
            </a:custGeom>
            <a:solidFill>
              <a:srgbClr val="E22B00"/>
            </a:solidFill>
            <a:ln>
              <a:noFill/>
            </a:ln>
            <a:extLst>
              <a:ext uri="{91240B29-F687-4F45-9708-019B960494DF}">
                <a14:hiddenLine xmlns:a14="http://schemas.microsoft.com/office/drawing/2010/main" w="12700" cap="rnd" cmpd="sng">
                  <a:solidFill>
                    <a:srgbClr val="000000"/>
                  </a:solidFill>
                  <a:prstDash val="solid"/>
                  <a:round/>
                  <a:headEnd type="none" w="med" len="med"/>
                  <a:tailEnd type="none" w="med" len="med"/>
                </a14:hiddenLine>
              </a:ext>
            </a:extLst>
          </p:spPr>
          <p:txBody>
            <a:bodyPr/>
            <a:lstStyle/>
            <a:p>
              <a:endParaRPr lang="fr-FR"/>
            </a:p>
          </p:txBody>
        </p:sp>
        <p:sp>
          <p:nvSpPr>
            <p:cNvPr id="180240" name="Line 82"/>
            <p:cNvSpPr>
              <a:spLocks noChangeShapeType="1"/>
            </p:cNvSpPr>
            <p:nvPr/>
          </p:nvSpPr>
          <p:spPr bwMode="auto">
            <a:xfrm>
              <a:off x="3102" y="1862"/>
              <a:ext cx="352" cy="7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fr-FR"/>
            </a:p>
          </p:txBody>
        </p:sp>
        <p:sp>
          <p:nvSpPr>
            <p:cNvPr id="180241" name="Freeform 83"/>
            <p:cNvSpPr>
              <a:spLocks/>
            </p:cNvSpPr>
            <p:nvPr/>
          </p:nvSpPr>
          <p:spPr bwMode="auto">
            <a:xfrm>
              <a:off x="2762" y="1666"/>
              <a:ext cx="337" cy="485"/>
            </a:xfrm>
            <a:custGeom>
              <a:avLst/>
              <a:gdLst>
                <a:gd name="T0" fmla="*/ 336 w 337"/>
                <a:gd name="T1" fmla="*/ 194 h 485"/>
                <a:gd name="T2" fmla="*/ 118 w 337"/>
                <a:gd name="T3" fmla="*/ 484 h 485"/>
                <a:gd name="T4" fmla="*/ 0 w 337"/>
                <a:gd name="T5" fmla="*/ 452 h 485"/>
                <a:gd name="T6" fmla="*/ 336 w 337"/>
                <a:gd name="T7" fmla="*/ 0 h 485"/>
                <a:gd name="T8" fmla="*/ 336 w 337"/>
                <a:gd name="T9" fmla="*/ 152 h 485"/>
                <a:gd name="T10" fmla="*/ 336 w 337"/>
                <a:gd name="T11" fmla="*/ 194 h 485"/>
                <a:gd name="T12" fmla="*/ 0 60000 65536"/>
                <a:gd name="T13" fmla="*/ 0 60000 65536"/>
                <a:gd name="T14" fmla="*/ 0 60000 65536"/>
                <a:gd name="T15" fmla="*/ 0 60000 65536"/>
                <a:gd name="T16" fmla="*/ 0 60000 65536"/>
                <a:gd name="T17" fmla="*/ 0 60000 65536"/>
                <a:gd name="T18" fmla="*/ 0 w 337"/>
                <a:gd name="T19" fmla="*/ 0 h 485"/>
                <a:gd name="T20" fmla="*/ 337 w 337"/>
                <a:gd name="T21" fmla="*/ 485 h 485"/>
              </a:gdLst>
              <a:ahLst/>
              <a:cxnLst>
                <a:cxn ang="T12">
                  <a:pos x="T0" y="T1"/>
                </a:cxn>
                <a:cxn ang="T13">
                  <a:pos x="T2" y="T3"/>
                </a:cxn>
                <a:cxn ang="T14">
                  <a:pos x="T4" y="T5"/>
                </a:cxn>
                <a:cxn ang="T15">
                  <a:pos x="T6" y="T7"/>
                </a:cxn>
                <a:cxn ang="T16">
                  <a:pos x="T8" y="T9"/>
                </a:cxn>
                <a:cxn ang="T17">
                  <a:pos x="T10" y="T11"/>
                </a:cxn>
              </a:cxnLst>
              <a:rect l="T18" t="T19" r="T20" b="T21"/>
              <a:pathLst>
                <a:path w="337" h="485">
                  <a:moveTo>
                    <a:pt x="336" y="194"/>
                  </a:moveTo>
                  <a:lnTo>
                    <a:pt x="118" y="484"/>
                  </a:lnTo>
                  <a:lnTo>
                    <a:pt x="0" y="452"/>
                  </a:lnTo>
                  <a:lnTo>
                    <a:pt x="336" y="0"/>
                  </a:lnTo>
                  <a:lnTo>
                    <a:pt x="336" y="152"/>
                  </a:lnTo>
                  <a:lnTo>
                    <a:pt x="336" y="194"/>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180242" name="Freeform 84"/>
            <p:cNvSpPr>
              <a:spLocks/>
            </p:cNvSpPr>
            <p:nvPr/>
          </p:nvSpPr>
          <p:spPr bwMode="auto">
            <a:xfrm>
              <a:off x="2757" y="2124"/>
              <a:ext cx="509" cy="339"/>
            </a:xfrm>
            <a:custGeom>
              <a:avLst/>
              <a:gdLst>
                <a:gd name="T0" fmla="*/ 0 w 506"/>
                <a:gd name="T1" fmla="*/ 0 h 345"/>
                <a:gd name="T2" fmla="*/ 1 w 506"/>
                <a:gd name="T3" fmla="*/ 198 h 345"/>
                <a:gd name="T4" fmla="*/ 514 w 506"/>
                <a:gd name="T5" fmla="*/ 326 h 345"/>
                <a:gd name="T6" fmla="*/ 513 w 506"/>
                <a:gd name="T7" fmla="*/ 124 h 345"/>
                <a:gd name="T8" fmla="*/ 0 60000 65536"/>
                <a:gd name="T9" fmla="*/ 0 60000 65536"/>
                <a:gd name="T10" fmla="*/ 0 60000 65536"/>
                <a:gd name="T11" fmla="*/ 0 60000 65536"/>
                <a:gd name="T12" fmla="*/ 0 w 506"/>
                <a:gd name="T13" fmla="*/ 0 h 345"/>
                <a:gd name="T14" fmla="*/ 506 w 506"/>
                <a:gd name="T15" fmla="*/ 345 h 345"/>
              </a:gdLst>
              <a:ahLst/>
              <a:cxnLst>
                <a:cxn ang="T8">
                  <a:pos x="T0" y="T1"/>
                </a:cxn>
                <a:cxn ang="T9">
                  <a:pos x="T2" y="T3"/>
                </a:cxn>
                <a:cxn ang="T10">
                  <a:pos x="T4" y="T5"/>
                </a:cxn>
                <a:cxn ang="T11">
                  <a:pos x="T6" y="T7"/>
                </a:cxn>
              </a:cxnLst>
              <a:rect l="T12" t="T13" r="T14" b="T15"/>
              <a:pathLst>
                <a:path w="506" h="345">
                  <a:moveTo>
                    <a:pt x="0" y="0"/>
                  </a:moveTo>
                  <a:lnTo>
                    <a:pt x="1" y="209"/>
                  </a:lnTo>
                  <a:lnTo>
                    <a:pt x="505" y="344"/>
                  </a:lnTo>
                  <a:lnTo>
                    <a:pt x="504" y="130"/>
                  </a:lnTo>
                </a:path>
              </a:pathLst>
            </a:custGeom>
            <a:solidFill>
              <a:srgbClr val="FC2C1C"/>
            </a:solidFill>
            <a:ln w="12700" cap="rnd" cmpd="sng">
              <a:solidFill>
                <a:schemeClr val="bg2"/>
              </a:solidFill>
              <a:prstDash val="solid"/>
              <a:round/>
              <a:headEnd type="none" w="med" len="med"/>
              <a:tailEnd type="none" w="med" len="med"/>
            </a:ln>
          </p:spPr>
          <p:txBody>
            <a:bodyPr/>
            <a:lstStyle/>
            <a:p>
              <a:endParaRPr lang="fr-FR"/>
            </a:p>
          </p:txBody>
        </p:sp>
        <p:sp>
          <p:nvSpPr>
            <p:cNvPr id="180243" name="AutoShape 85"/>
            <p:cNvSpPr>
              <a:spLocks noChangeArrowheads="1"/>
            </p:cNvSpPr>
            <p:nvPr/>
          </p:nvSpPr>
          <p:spPr bwMode="auto">
            <a:xfrm rot="16200000" flipH="1">
              <a:off x="3067" y="1967"/>
              <a:ext cx="693" cy="306"/>
            </a:xfrm>
            <a:prstGeom prst="parallelogram">
              <a:avLst>
                <a:gd name="adj" fmla="val 156202"/>
              </a:avLst>
            </a:prstGeom>
            <a:solidFill>
              <a:srgbClr val="FC2C1C"/>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sp>
        <p:nvSpPr>
          <p:cNvPr id="180235" name="Text Box 86"/>
          <p:cNvSpPr txBox="1">
            <a:spLocks noChangeArrowheads="1"/>
          </p:cNvSpPr>
          <p:nvPr/>
        </p:nvSpPr>
        <p:spPr bwMode="auto">
          <a:xfrm>
            <a:off x="604838" y="5259388"/>
            <a:ext cx="6543675" cy="4429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eaLnBrk="1" hangingPunct="1">
              <a:spcBef>
                <a:spcPct val="0"/>
              </a:spcBef>
              <a:buFontTx/>
              <a:buNone/>
            </a:pPr>
            <a:r>
              <a:rPr lang="fr-FR" altLang="fr-FR" sz="2300"/>
              <a:t>4. Pointez la production sur votre feuille de suivi</a:t>
            </a:r>
          </a:p>
        </p:txBody>
      </p:sp>
      <p:sp>
        <p:nvSpPr>
          <p:cNvPr id="180236" name="Text Box 87"/>
          <p:cNvSpPr txBox="1">
            <a:spLocks noChangeArrowheads="1"/>
          </p:cNvSpPr>
          <p:nvPr/>
        </p:nvSpPr>
        <p:spPr bwMode="auto">
          <a:xfrm>
            <a:off x="3294063" y="3516313"/>
            <a:ext cx="3113087"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a:spcBef>
                <a:spcPct val="0"/>
              </a:spcBef>
              <a:buFontTx/>
              <a:buNone/>
            </a:pPr>
            <a:r>
              <a:rPr lang="fr-FR" altLang="fr-FR" sz="2400">
                <a:solidFill>
                  <a:srgbClr val="FC2C1C"/>
                </a:solidFill>
              </a:rPr>
              <a:t>1 Couronne</a:t>
            </a:r>
          </a:p>
        </p:txBody>
      </p:sp>
      <p:sp>
        <p:nvSpPr>
          <p:cNvPr id="180237" name="Oval 88"/>
          <p:cNvSpPr>
            <a:spLocks noChangeArrowheads="1"/>
          </p:cNvSpPr>
          <p:nvPr/>
        </p:nvSpPr>
        <p:spPr bwMode="auto">
          <a:xfrm rot="-5400000">
            <a:off x="4610894" y="2947194"/>
            <a:ext cx="336550" cy="312738"/>
          </a:xfrm>
          <a:prstGeom prst="ellipse">
            <a:avLst/>
          </a:prstGeom>
          <a:solidFill>
            <a:schemeClr val="bg1"/>
          </a:solidFill>
          <a:ln w="9525">
            <a:solidFill>
              <a:schemeClr val="tx1"/>
            </a:solidFill>
            <a:round/>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81251" name="Group 3"/>
          <p:cNvGrpSpPr>
            <a:grpSpLocks/>
          </p:cNvGrpSpPr>
          <p:nvPr/>
        </p:nvGrpSpPr>
        <p:grpSpPr bwMode="auto">
          <a:xfrm>
            <a:off x="7073900" y="215900"/>
            <a:ext cx="1878013" cy="1250950"/>
            <a:chOff x="4456" y="136"/>
            <a:chExt cx="1183" cy="788"/>
          </a:xfrm>
        </p:grpSpPr>
        <p:grpSp>
          <p:nvGrpSpPr>
            <p:cNvPr id="181317" name="Group 4"/>
            <p:cNvGrpSpPr>
              <a:grpSpLocks/>
            </p:cNvGrpSpPr>
            <p:nvPr/>
          </p:nvGrpSpPr>
          <p:grpSpPr bwMode="auto">
            <a:xfrm>
              <a:off x="4766" y="232"/>
              <a:ext cx="873" cy="692"/>
              <a:chOff x="2185" y="310"/>
              <a:chExt cx="873" cy="692"/>
            </a:xfrm>
          </p:grpSpPr>
          <p:sp>
            <p:nvSpPr>
              <p:cNvPr id="181328" name="Freeform 5"/>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accent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1329" name="Freeform 6"/>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1330" name="Freeform 7"/>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1331" name="Freeform 8"/>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1332" name="Freeform 9"/>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1333" name="Freeform 10"/>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1334" name="Freeform 11"/>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grpSp>
          <p:nvGrpSpPr>
            <p:cNvPr id="181318" name="Group 12"/>
            <p:cNvGrpSpPr>
              <a:grpSpLocks/>
            </p:cNvGrpSpPr>
            <p:nvPr/>
          </p:nvGrpSpPr>
          <p:grpSpPr bwMode="auto">
            <a:xfrm>
              <a:off x="4949" y="336"/>
              <a:ext cx="591" cy="468"/>
              <a:chOff x="2185" y="310"/>
              <a:chExt cx="873" cy="692"/>
            </a:xfrm>
          </p:grpSpPr>
          <p:sp>
            <p:nvSpPr>
              <p:cNvPr id="181321" name="Freeform 13"/>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1322" name="Freeform 14"/>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1323" name="Freeform 15"/>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1324" name="Freeform 16"/>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1325" name="Freeform 17"/>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1326" name="Freeform 18"/>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1327" name="Freeform 19"/>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pic>
          <p:nvPicPr>
            <p:cNvPr id="181319" name="Picture 20"/>
            <p:cNvPicPr>
              <a:picLocks noChangeAspect="1" noChangeArrowheads="1"/>
            </p:cNvPicPr>
            <p:nvPr/>
          </p:nvPicPr>
          <p:blipFill>
            <a:blip r:embed="rId3" cstate="print">
              <a:extLst>
                <a:ext uri="{28A0092B-C50C-407E-A947-70E740481C1C}">
                  <a14:useLocalDpi xmlns:a14="http://schemas.microsoft.com/office/drawing/2010/main" val="0"/>
                </a:ext>
              </a:extLst>
            </a:blip>
            <a:srcRect l="-4282" t="-4369" r="-5199" b="-12012"/>
            <a:stretch>
              <a:fillRect/>
            </a:stretch>
          </p:blipFill>
          <p:spPr bwMode="auto">
            <a:xfrm>
              <a:off x="4456" y="136"/>
              <a:ext cx="480" cy="5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81320" name="Text Box 21"/>
            <p:cNvSpPr txBox="1">
              <a:spLocks noChangeArrowheads="1"/>
            </p:cNvSpPr>
            <p:nvPr/>
          </p:nvSpPr>
          <p:spPr bwMode="auto">
            <a:xfrm>
              <a:off x="5066" y="314"/>
              <a:ext cx="356" cy="49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4500" b="1">
                  <a:solidFill>
                    <a:srgbClr val="FF0000"/>
                  </a:solidFill>
                  <a:latin typeface="Arial Black" pitchFamily="34" charset="0"/>
                </a:rPr>
                <a:t>4</a:t>
              </a:r>
              <a:endParaRPr lang="fr-FR" altLang="fr-FR" sz="3200">
                <a:solidFill>
                  <a:schemeClr val="tx1"/>
                </a:solidFill>
                <a:latin typeface="Arial Black" pitchFamily="34" charset="0"/>
              </a:endParaRPr>
            </a:p>
          </p:txBody>
        </p:sp>
      </p:grpSp>
      <p:sp>
        <p:nvSpPr>
          <p:cNvPr id="181252" name="Text Box 22"/>
          <p:cNvSpPr txBox="1">
            <a:spLocks noChangeArrowheads="1"/>
          </p:cNvSpPr>
          <p:nvPr/>
        </p:nvSpPr>
        <p:spPr bwMode="auto">
          <a:xfrm>
            <a:off x="1938338" y="3533775"/>
            <a:ext cx="828675"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a:spcBef>
                <a:spcPct val="0"/>
              </a:spcBef>
              <a:buFontTx/>
              <a:buNone/>
            </a:pPr>
            <a:r>
              <a:rPr lang="fr-FR" altLang="fr-FR" sz="2400">
                <a:solidFill>
                  <a:srgbClr val="FC2C1C"/>
                </a:solidFill>
              </a:rPr>
              <a:t>1 R4</a:t>
            </a:r>
          </a:p>
        </p:txBody>
      </p:sp>
      <p:sp>
        <p:nvSpPr>
          <p:cNvPr id="181253" name="Rectangle 23"/>
          <p:cNvSpPr>
            <a:spLocks noGrp="1" noChangeArrowheads="1"/>
          </p:cNvSpPr>
          <p:nvPr>
            <p:ph type="title"/>
          </p:nvPr>
        </p:nvSpPr>
        <p:spPr>
          <a:xfrm>
            <a:off x="611188" y="0"/>
            <a:ext cx="6388100" cy="647700"/>
          </a:xfrm>
        </p:spPr>
        <p:txBody>
          <a:bodyPr/>
          <a:lstStyle/>
          <a:p>
            <a:pPr eaLnBrk="1" hangingPunct="1"/>
            <a:r>
              <a:rPr lang="fr-FR" altLang="fr-FR"/>
              <a:t>Sem. 4 - Lundi</a:t>
            </a:r>
          </a:p>
        </p:txBody>
      </p:sp>
      <p:sp>
        <p:nvSpPr>
          <p:cNvPr id="181254" name="Text Box 24"/>
          <p:cNvSpPr txBox="1">
            <a:spLocks noChangeArrowheads="1"/>
          </p:cNvSpPr>
          <p:nvPr/>
        </p:nvSpPr>
        <p:spPr bwMode="auto">
          <a:xfrm>
            <a:off x="574675" y="2030413"/>
            <a:ext cx="3557588"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2. Livrez les commandes</a:t>
            </a:r>
          </a:p>
        </p:txBody>
      </p:sp>
      <p:sp>
        <p:nvSpPr>
          <p:cNvPr id="181255" name="Text Box 25"/>
          <p:cNvSpPr txBox="1">
            <a:spLocks noChangeArrowheads="1"/>
          </p:cNvSpPr>
          <p:nvPr/>
        </p:nvSpPr>
        <p:spPr bwMode="auto">
          <a:xfrm>
            <a:off x="566738" y="1154113"/>
            <a:ext cx="1946275"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1. Tirez le dé</a:t>
            </a:r>
          </a:p>
        </p:txBody>
      </p:sp>
      <p:sp>
        <p:nvSpPr>
          <p:cNvPr id="181256" name="Text Box 26"/>
          <p:cNvSpPr txBox="1">
            <a:spLocks noChangeArrowheads="1"/>
          </p:cNvSpPr>
          <p:nvPr/>
        </p:nvSpPr>
        <p:spPr bwMode="auto">
          <a:xfrm>
            <a:off x="579438" y="4316413"/>
            <a:ext cx="18796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3. Produisez</a:t>
            </a:r>
          </a:p>
        </p:txBody>
      </p:sp>
      <p:grpSp>
        <p:nvGrpSpPr>
          <p:cNvPr id="181257" name="Group 27"/>
          <p:cNvGrpSpPr>
            <a:grpSpLocks/>
          </p:cNvGrpSpPr>
          <p:nvPr/>
        </p:nvGrpSpPr>
        <p:grpSpPr bwMode="auto">
          <a:xfrm>
            <a:off x="2843213" y="1106488"/>
            <a:ext cx="446087" cy="534987"/>
            <a:chOff x="868" y="1439"/>
            <a:chExt cx="811" cy="972"/>
          </a:xfrm>
        </p:grpSpPr>
        <p:sp>
          <p:nvSpPr>
            <p:cNvPr id="181266" name="Freeform 28"/>
            <p:cNvSpPr>
              <a:spLocks/>
            </p:cNvSpPr>
            <p:nvPr/>
          </p:nvSpPr>
          <p:spPr bwMode="auto">
            <a:xfrm>
              <a:off x="1548" y="2014"/>
              <a:ext cx="123" cy="100"/>
            </a:xfrm>
            <a:custGeom>
              <a:avLst/>
              <a:gdLst>
                <a:gd name="T0" fmla="*/ 5 w 618"/>
                <a:gd name="T1" fmla="*/ 0 h 502"/>
                <a:gd name="T2" fmla="*/ 5 w 618"/>
                <a:gd name="T3" fmla="*/ 0 h 502"/>
                <a:gd name="T4" fmla="*/ 0 w 618"/>
                <a:gd name="T5" fmla="*/ 4 h 502"/>
                <a:gd name="T6" fmla="*/ 0 w 618"/>
                <a:gd name="T7" fmla="*/ 4 h 502"/>
                <a:gd name="T8" fmla="*/ 5 w 618"/>
                <a:gd name="T9" fmla="*/ 0 h 502"/>
                <a:gd name="T10" fmla="*/ 5 w 618"/>
                <a:gd name="T11" fmla="*/ 0 h 502"/>
                <a:gd name="T12" fmla="*/ 5 w 618"/>
                <a:gd name="T13" fmla="*/ 0 h 502"/>
                <a:gd name="T14" fmla="*/ 5 w 618"/>
                <a:gd name="T15" fmla="*/ 0 h 502"/>
                <a:gd name="T16" fmla="*/ 5 w 618"/>
                <a:gd name="T17" fmla="*/ 0 h 502"/>
                <a:gd name="T18" fmla="*/ 5 w 618"/>
                <a:gd name="T19" fmla="*/ 0 h 502"/>
                <a:gd name="T20" fmla="*/ 5 w 618"/>
                <a:gd name="T21" fmla="*/ 0 h 502"/>
                <a:gd name="T22" fmla="*/ 5 w 618"/>
                <a:gd name="T23" fmla="*/ 0 h 502"/>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618"/>
                <a:gd name="T37" fmla="*/ 0 h 502"/>
                <a:gd name="T38" fmla="*/ 618 w 618"/>
                <a:gd name="T39" fmla="*/ 502 h 502"/>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618" h="502">
                  <a:moveTo>
                    <a:pt x="611" y="0"/>
                  </a:moveTo>
                  <a:lnTo>
                    <a:pt x="606" y="2"/>
                  </a:lnTo>
                  <a:lnTo>
                    <a:pt x="0" y="490"/>
                  </a:lnTo>
                  <a:lnTo>
                    <a:pt x="10" y="502"/>
                  </a:lnTo>
                  <a:lnTo>
                    <a:pt x="616" y="14"/>
                  </a:lnTo>
                  <a:lnTo>
                    <a:pt x="611" y="16"/>
                  </a:lnTo>
                  <a:lnTo>
                    <a:pt x="616" y="14"/>
                  </a:lnTo>
                  <a:lnTo>
                    <a:pt x="618" y="9"/>
                  </a:lnTo>
                  <a:lnTo>
                    <a:pt x="617" y="3"/>
                  </a:lnTo>
                  <a:lnTo>
                    <a:pt x="612" y="1"/>
                  </a:lnTo>
                  <a:lnTo>
                    <a:pt x="606" y="2"/>
                  </a:lnTo>
                  <a:lnTo>
                    <a:pt x="611"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1267" name="Freeform 29"/>
            <p:cNvSpPr>
              <a:spLocks/>
            </p:cNvSpPr>
            <p:nvPr/>
          </p:nvSpPr>
          <p:spPr bwMode="auto">
            <a:xfrm>
              <a:off x="876" y="1852"/>
              <a:ext cx="82" cy="373"/>
            </a:xfrm>
            <a:custGeom>
              <a:avLst/>
              <a:gdLst>
                <a:gd name="T0" fmla="*/ 3 w 413"/>
                <a:gd name="T1" fmla="*/ 15 h 1865"/>
                <a:gd name="T2" fmla="*/ 3 w 413"/>
                <a:gd name="T3" fmla="*/ 15 h 1865"/>
                <a:gd name="T4" fmla="*/ 0 w 413"/>
                <a:gd name="T5" fmla="*/ 0 h 1865"/>
                <a:gd name="T6" fmla="*/ 0 w 413"/>
                <a:gd name="T7" fmla="*/ 0 h 1865"/>
                <a:gd name="T8" fmla="*/ 3 w 413"/>
                <a:gd name="T9" fmla="*/ 15 h 1865"/>
                <a:gd name="T10" fmla="*/ 3 w 413"/>
                <a:gd name="T11" fmla="*/ 15 h 1865"/>
                <a:gd name="T12" fmla="*/ 3 w 413"/>
                <a:gd name="T13" fmla="*/ 15 h 1865"/>
                <a:gd name="T14" fmla="*/ 3 w 413"/>
                <a:gd name="T15" fmla="*/ 15 h 1865"/>
                <a:gd name="T16" fmla="*/ 3 w 413"/>
                <a:gd name="T17" fmla="*/ 15 h 1865"/>
                <a:gd name="T18" fmla="*/ 3 w 413"/>
                <a:gd name="T19" fmla="*/ 15 h 1865"/>
                <a:gd name="T20" fmla="*/ 3 w 413"/>
                <a:gd name="T21" fmla="*/ 15 h 1865"/>
                <a:gd name="T22" fmla="*/ 3 w 413"/>
                <a:gd name="T23" fmla="*/ 15 h 186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413"/>
                <a:gd name="T37" fmla="*/ 0 h 1865"/>
                <a:gd name="T38" fmla="*/ 413 w 413"/>
                <a:gd name="T39" fmla="*/ 1865 h 1865"/>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413" h="1865">
                  <a:moveTo>
                    <a:pt x="400" y="1864"/>
                  </a:moveTo>
                  <a:lnTo>
                    <a:pt x="413" y="1856"/>
                  </a:lnTo>
                  <a:lnTo>
                    <a:pt x="17" y="0"/>
                  </a:lnTo>
                  <a:lnTo>
                    <a:pt x="0" y="2"/>
                  </a:lnTo>
                  <a:lnTo>
                    <a:pt x="396" y="1858"/>
                  </a:lnTo>
                  <a:lnTo>
                    <a:pt x="409" y="1850"/>
                  </a:lnTo>
                  <a:lnTo>
                    <a:pt x="396" y="1858"/>
                  </a:lnTo>
                  <a:lnTo>
                    <a:pt x="400" y="1864"/>
                  </a:lnTo>
                  <a:lnTo>
                    <a:pt x="406" y="1865"/>
                  </a:lnTo>
                  <a:lnTo>
                    <a:pt x="410" y="1862"/>
                  </a:lnTo>
                  <a:lnTo>
                    <a:pt x="413" y="1856"/>
                  </a:lnTo>
                  <a:lnTo>
                    <a:pt x="400" y="186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1268" name="Freeform 30"/>
            <p:cNvSpPr>
              <a:spLocks/>
            </p:cNvSpPr>
            <p:nvPr/>
          </p:nvSpPr>
          <p:spPr bwMode="auto">
            <a:xfrm>
              <a:off x="1282" y="1533"/>
              <a:ext cx="35" cy="161"/>
            </a:xfrm>
            <a:custGeom>
              <a:avLst/>
              <a:gdLst>
                <a:gd name="T0" fmla="*/ 1 w 175"/>
                <a:gd name="T1" fmla="*/ 6 h 807"/>
                <a:gd name="T2" fmla="*/ 1 w 175"/>
                <a:gd name="T3" fmla="*/ 6 h 807"/>
                <a:gd name="T4" fmla="*/ 1 w 175"/>
                <a:gd name="T5" fmla="*/ 6 h 807"/>
                <a:gd name="T6" fmla="*/ 1 w 175"/>
                <a:gd name="T7" fmla="*/ 5 h 807"/>
                <a:gd name="T8" fmla="*/ 1 w 175"/>
                <a:gd name="T9" fmla="*/ 5 h 807"/>
                <a:gd name="T10" fmla="*/ 1 w 175"/>
                <a:gd name="T11" fmla="*/ 5 h 807"/>
                <a:gd name="T12" fmla="*/ 1 w 175"/>
                <a:gd name="T13" fmla="*/ 4 h 807"/>
                <a:gd name="T14" fmla="*/ 1 w 175"/>
                <a:gd name="T15" fmla="*/ 4 h 807"/>
                <a:gd name="T16" fmla="*/ 1 w 175"/>
                <a:gd name="T17" fmla="*/ 3 h 807"/>
                <a:gd name="T18" fmla="*/ 1 w 175"/>
                <a:gd name="T19" fmla="*/ 3 h 807"/>
                <a:gd name="T20" fmla="*/ 1 w 175"/>
                <a:gd name="T21" fmla="*/ 3 h 807"/>
                <a:gd name="T22" fmla="*/ 1 w 175"/>
                <a:gd name="T23" fmla="*/ 2 h 807"/>
                <a:gd name="T24" fmla="*/ 1 w 175"/>
                <a:gd name="T25" fmla="*/ 2 h 807"/>
                <a:gd name="T26" fmla="*/ 1 w 175"/>
                <a:gd name="T27" fmla="*/ 2 h 807"/>
                <a:gd name="T28" fmla="*/ 1 w 175"/>
                <a:gd name="T29" fmla="*/ 1 h 807"/>
                <a:gd name="T30" fmla="*/ 1 w 175"/>
                <a:gd name="T31" fmla="*/ 1 h 807"/>
                <a:gd name="T32" fmla="*/ 1 w 175"/>
                <a:gd name="T33" fmla="*/ 1 h 807"/>
                <a:gd name="T34" fmla="*/ 1 w 175"/>
                <a:gd name="T35" fmla="*/ 0 h 807"/>
                <a:gd name="T36" fmla="*/ 1 w 175"/>
                <a:gd name="T37" fmla="*/ 0 h 807"/>
                <a:gd name="T38" fmla="*/ 1 w 175"/>
                <a:gd name="T39" fmla="*/ 0 h 807"/>
                <a:gd name="T40" fmla="*/ 0 w 175"/>
                <a:gd name="T41" fmla="*/ 1 h 807"/>
                <a:gd name="T42" fmla="*/ 0 w 175"/>
                <a:gd name="T43" fmla="*/ 1 h 807"/>
                <a:gd name="T44" fmla="*/ 0 w 175"/>
                <a:gd name="T45" fmla="*/ 1 h 807"/>
                <a:gd name="T46" fmla="*/ 0 w 175"/>
                <a:gd name="T47" fmla="*/ 2 h 807"/>
                <a:gd name="T48" fmla="*/ 0 w 175"/>
                <a:gd name="T49" fmla="*/ 2 h 807"/>
                <a:gd name="T50" fmla="*/ 0 w 175"/>
                <a:gd name="T51" fmla="*/ 3 h 807"/>
                <a:gd name="T52" fmla="*/ 0 w 175"/>
                <a:gd name="T53" fmla="*/ 3 h 807"/>
                <a:gd name="T54" fmla="*/ 0 w 175"/>
                <a:gd name="T55" fmla="*/ 3 h 807"/>
                <a:gd name="T56" fmla="*/ 0 w 175"/>
                <a:gd name="T57" fmla="*/ 4 h 807"/>
                <a:gd name="T58" fmla="*/ 0 w 175"/>
                <a:gd name="T59" fmla="*/ 4 h 807"/>
                <a:gd name="T60" fmla="*/ 0 w 175"/>
                <a:gd name="T61" fmla="*/ 5 h 807"/>
                <a:gd name="T62" fmla="*/ 0 w 175"/>
                <a:gd name="T63" fmla="*/ 5 h 807"/>
                <a:gd name="T64" fmla="*/ 0 w 175"/>
                <a:gd name="T65" fmla="*/ 5 h 807"/>
                <a:gd name="T66" fmla="*/ 1 w 175"/>
                <a:gd name="T67" fmla="*/ 6 h 807"/>
                <a:gd name="T68" fmla="*/ 1 w 175"/>
                <a:gd name="T69" fmla="*/ 6 h 807"/>
                <a:gd name="T70" fmla="*/ 1 w 175"/>
                <a:gd name="T71" fmla="*/ 6 h 807"/>
                <a:gd name="T72" fmla="*/ 1 w 175"/>
                <a:gd name="T73" fmla="*/ 6 h 807"/>
                <a:gd name="T74" fmla="*/ 1 w 175"/>
                <a:gd name="T75" fmla="*/ 6 h 807"/>
                <a:gd name="T76" fmla="*/ 1 w 175"/>
                <a:gd name="T77" fmla="*/ 6 h 807"/>
                <a:gd name="T78" fmla="*/ 1 w 175"/>
                <a:gd name="T79" fmla="*/ 6 h 807"/>
                <a:gd name="T80" fmla="*/ 1 w 175"/>
                <a:gd name="T81" fmla="*/ 6 h 807"/>
                <a:gd name="T82" fmla="*/ 1 w 175"/>
                <a:gd name="T83" fmla="*/ 6 h 807"/>
                <a:gd name="T84" fmla="*/ 1 w 175"/>
                <a:gd name="T85" fmla="*/ 6 h 807"/>
                <a:gd name="T86" fmla="*/ 1 w 175"/>
                <a:gd name="T87" fmla="*/ 6 h 807"/>
                <a:gd name="T88" fmla="*/ 1 w 175"/>
                <a:gd name="T89" fmla="*/ 6 h 807"/>
                <a:gd name="T90" fmla="*/ 1 w 175"/>
                <a:gd name="T91" fmla="*/ 6 h 80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175"/>
                <a:gd name="T139" fmla="*/ 0 h 807"/>
                <a:gd name="T140" fmla="*/ 175 w 175"/>
                <a:gd name="T141" fmla="*/ 807 h 80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175" h="807">
                  <a:moveTo>
                    <a:pt x="169" y="740"/>
                  </a:moveTo>
                  <a:lnTo>
                    <a:pt x="169" y="739"/>
                  </a:lnTo>
                  <a:lnTo>
                    <a:pt x="149" y="698"/>
                  </a:lnTo>
                  <a:lnTo>
                    <a:pt x="133" y="656"/>
                  </a:lnTo>
                  <a:lnTo>
                    <a:pt x="120" y="611"/>
                  </a:lnTo>
                  <a:lnTo>
                    <a:pt x="108" y="565"/>
                  </a:lnTo>
                  <a:lnTo>
                    <a:pt x="100" y="520"/>
                  </a:lnTo>
                  <a:lnTo>
                    <a:pt x="96" y="472"/>
                  </a:lnTo>
                  <a:lnTo>
                    <a:pt x="93" y="425"/>
                  </a:lnTo>
                  <a:lnTo>
                    <a:pt x="93" y="377"/>
                  </a:lnTo>
                  <a:lnTo>
                    <a:pt x="96" y="330"/>
                  </a:lnTo>
                  <a:lnTo>
                    <a:pt x="100" y="283"/>
                  </a:lnTo>
                  <a:lnTo>
                    <a:pt x="106" y="238"/>
                  </a:lnTo>
                  <a:lnTo>
                    <a:pt x="115" y="195"/>
                  </a:lnTo>
                  <a:lnTo>
                    <a:pt x="126" y="153"/>
                  </a:lnTo>
                  <a:lnTo>
                    <a:pt x="139" y="114"/>
                  </a:lnTo>
                  <a:lnTo>
                    <a:pt x="153" y="77"/>
                  </a:lnTo>
                  <a:lnTo>
                    <a:pt x="169" y="43"/>
                  </a:lnTo>
                  <a:lnTo>
                    <a:pt x="87" y="0"/>
                  </a:lnTo>
                  <a:lnTo>
                    <a:pt x="69" y="39"/>
                  </a:lnTo>
                  <a:lnTo>
                    <a:pt x="52" y="81"/>
                  </a:lnTo>
                  <a:lnTo>
                    <a:pt x="37" y="127"/>
                  </a:lnTo>
                  <a:lnTo>
                    <a:pt x="24" y="174"/>
                  </a:lnTo>
                  <a:lnTo>
                    <a:pt x="15" y="222"/>
                  </a:lnTo>
                  <a:lnTo>
                    <a:pt x="7" y="271"/>
                  </a:lnTo>
                  <a:lnTo>
                    <a:pt x="2" y="323"/>
                  </a:lnTo>
                  <a:lnTo>
                    <a:pt x="0" y="374"/>
                  </a:lnTo>
                  <a:lnTo>
                    <a:pt x="0" y="427"/>
                  </a:lnTo>
                  <a:lnTo>
                    <a:pt x="2" y="479"/>
                  </a:lnTo>
                  <a:lnTo>
                    <a:pt x="9" y="531"/>
                  </a:lnTo>
                  <a:lnTo>
                    <a:pt x="17" y="584"/>
                  </a:lnTo>
                  <a:lnTo>
                    <a:pt x="29" y="635"/>
                  </a:lnTo>
                  <a:lnTo>
                    <a:pt x="44" y="686"/>
                  </a:lnTo>
                  <a:lnTo>
                    <a:pt x="65" y="736"/>
                  </a:lnTo>
                  <a:lnTo>
                    <a:pt x="87" y="784"/>
                  </a:lnTo>
                  <a:lnTo>
                    <a:pt x="87" y="782"/>
                  </a:lnTo>
                  <a:lnTo>
                    <a:pt x="87" y="784"/>
                  </a:lnTo>
                  <a:lnTo>
                    <a:pt x="100" y="799"/>
                  </a:lnTo>
                  <a:lnTo>
                    <a:pt x="117" y="807"/>
                  </a:lnTo>
                  <a:lnTo>
                    <a:pt x="134" y="807"/>
                  </a:lnTo>
                  <a:lnTo>
                    <a:pt x="151" y="801"/>
                  </a:lnTo>
                  <a:lnTo>
                    <a:pt x="164" y="791"/>
                  </a:lnTo>
                  <a:lnTo>
                    <a:pt x="173" y="777"/>
                  </a:lnTo>
                  <a:lnTo>
                    <a:pt x="175" y="759"/>
                  </a:lnTo>
                  <a:lnTo>
                    <a:pt x="169" y="739"/>
                  </a:lnTo>
                  <a:lnTo>
                    <a:pt x="169" y="74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1269" name="Freeform 31"/>
            <p:cNvSpPr>
              <a:spLocks/>
            </p:cNvSpPr>
            <p:nvPr/>
          </p:nvSpPr>
          <p:spPr bwMode="auto">
            <a:xfrm>
              <a:off x="1299" y="1681"/>
              <a:ext cx="157" cy="281"/>
            </a:xfrm>
            <a:custGeom>
              <a:avLst/>
              <a:gdLst>
                <a:gd name="T0" fmla="*/ 6 w 787"/>
                <a:gd name="T1" fmla="*/ 11 h 1404"/>
                <a:gd name="T2" fmla="*/ 6 w 787"/>
                <a:gd name="T3" fmla="*/ 11 h 1404"/>
                <a:gd name="T4" fmla="*/ 1 w 787"/>
                <a:gd name="T5" fmla="*/ 0 h 1404"/>
                <a:gd name="T6" fmla="*/ 0 w 787"/>
                <a:gd name="T7" fmla="*/ 0 h 1404"/>
                <a:gd name="T8" fmla="*/ 6 w 787"/>
                <a:gd name="T9" fmla="*/ 11 h 1404"/>
                <a:gd name="T10" fmla="*/ 6 w 787"/>
                <a:gd name="T11" fmla="*/ 11 h 1404"/>
                <a:gd name="T12" fmla="*/ 6 w 787"/>
                <a:gd name="T13" fmla="*/ 11 h 1404"/>
                <a:gd name="T14" fmla="*/ 6 w 787"/>
                <a:gd name="T15" fmla="*/ 11 h 1404"/>
                <a:gd name="T16" fmla="*/ 6 w 787"/>
                <a:gd name="T17" fmla="*/ 11 h 1404"/>
                <a:gd name="T18" fmla="*/ 6 w 787"/>
                <a:gd name="T19" fmla="*/ 11 h 1404"/>
                <a:gd name="T20" fmla="*/ 6 w 787"/>
                <a:gd name="T21" fmla="*/ 11 h 1404"/>
                <a:gd name="T22" fmla="*/ 6 w 787"/>
                <a:gd name="T23" fmla="*/ 11 h 1404"/>
                <a:gd name="T24" fmla="*/ 6 w 787"/>
                <a:gd name="T25" fmla="*/ 11 h 1404"/>
                <a:gd name="T26" fmla="*/ 6 w 787"/>
                <a:gd name="T27" fmla="*/ 11 h 1404"/>
                <a:gd name="T28" fmla="*/ 6 w 787"/>
                <a:gd name="T29" fmla="*/ 11 h 1404"/>
                <a:gd name="T30" fmla="*/ 6 w 787"/>
                <a:gd name="T31" fmla="*/ 11 h 1404"/>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787"/>
                <a:gd name="T49" fmla="*/ 0 h 1404"/>
                <a:gd name="T50" fmla="*/ 787 w 787"/>
                <a:gd name="T51" fmla="*/ 1404 h 1404"/>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787" h="1404">
                  <a:moveTo>
                    <a:pt x="781" y="1334"/>
                  </a:moveTo>
                  <a:lnTo>
                    <a:pt x="781" y="1337"/>
                  </a:lnTo>
                  <a:lnTo>
                    <a:pt x="82" y="0"/>
                  </a:lnTo>
                  <a:lnTo>
                    <a:pt x="0" y="42"/>
                  </a:lnTo>
                  <a:lnTo>
                    <a:pt x="699" y="1379"/>
                  </a:lnTo>
                  <a:lnTo>
                    <a:pt x="699" y="1381"/>
                  </a:lnTo>
                  <a:lnTo>
                    <a:pt x="699" y="1379"/>
                  </a:lnTo>
                  <a:lnTo>
                    <a:pt x="712" y="1395"/>
                  </a:lnTo>
                  <a:lnTo>
                    <a:pt x="727" y="1402"/>
                  </a:lnTo>
                  <a:lnTo>
                    <a:pt x="744" y="1404"/>
                  </a:lnTo>
                  <a:lnTo>
                    <a:pt x="761" y="1398"/>
                  </a:lnTo>
                  <a:lnTo>
                    <a:pt x="775" y="1388"/>
                  </a:lnTo>
                  <a:lnTo>
                    <a:pt x="784" y="1373"/>
                  </a:lnTo>
                  <a:lnTo>
                    <a:pt x="787" y="1357"/>
                  </a:lnTo>
                  <a:lnTo>
                    <a:pt x="781" y="1337"/>
                  </a:lnTo>
                  <a:lnTo>
                    <a:pt x="781" y="13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1270" name="Freeform 32"/>
            <p:cNvSpPr>
              <a:spLocks/>
            </p:cNvSpPr>
            <p:nvPr/>
          </p:nvSpPr>
          <p:spPr bwMode="auto">
            <a:xfrm>
              <a:off x="1439" y="1948"/>
              <a:ext cx="125" cy="76"/>
            </a:xfrm>
            <a:custGeom>
              <a:avLst/>
              <a:gdLst>
                <a:gd name="T0" fmla="*/ 5 w 628"/>
                <a:gd name="T1" fmla="*/ 2 h 383"/>
                <a:gd name="T2" fmla="*/ 5 w 628"/>
                <a:gd name="T3" fmla="*/ 2 h 383"/>
                <a:gd name="T4" fmla="*/ 4 w 628"/>
                <a:gd name="T5" fmla="*/ 2 h 383"/>
                <a:gd name="T6" fmla="*/ 4 w 628"/>
                <a:gd name="T7" fmla="*/ 2 h 383"/>
                <a:gd name="T8" fmla="*/ 4 w 628"/>
                <a:gd name="T9" fmla="*/ 2 h 383"/>
                <a:gd name="T10" fmla="*/ 3 w 628"/>
                <a:gd name="T11" fmla="*/ 2 h 383"/>
                <a:gd name="T12" fmla="*/ 3 w 628"/>
                <a:gd name="T13" fmla="*/ 2 h 383"/>
                <a:gd name="T14" fmla="*/ 3 w 628"/>
                <a:gd name="T15" fmla="*/ 2 h 383"/>
                <a:gd name="T16" fmla="*/ 3 w 628"/>
                <a:gd name="T17" fmla="*/ 2 h 383"/>
                <a:gd name="T18" fmla="*/ 2 w 628"/>
                <a:gd name="T19" fmla="*/ 2 h 383"/>
                <a:gd name="T20" fmla="*/ 2 w 628"/>
                <a:gd name="T21" fmla="*/ 2 h 383"/>
                <a:gd name="T22" fmla="*/ 2 w 628"/>
                <a:gd name="T23" fmla="*/ 1 h 383"/>
                <a:gd name="T24" fmla="*/ 2 w 628"/>
                <a:gd name="T25" fmla="*/ 1 h 383"/>
                <a:gd name="T26" fmla="*/ 1 w 628"/>
                <a:gd name="T27" fmla="*/ 1 h 383"/>
                <a:gd name="T28" fmla="*/ 1 w 628"/>
                <a:gd name="T29" fmla="*/ 1 h 383"/>
                <a:gd name="T30" fmla="*/ 1 w 628"/>
                <a:gd name="T31" fmla="*/ 1 h 383"/>
                <a:gd name="T32" fmla="*/ 1 w 628"/>
                <a:gd name="T33" fmla="*/ 0 h 383"/>
                <a:gd name="T34" fmla="*/ 1 w 628"/>
                <a:gd name="T35" fmla="*/ 0 h 383"/>
                <a:gd name="T36" fmla="*/ 0 w 628"/>
                <a:gd name="T37" fmla="*/ 0 h 383"/>
                <a:gd name="T38" fmla="*/ 0 w 628"/>
                <a:gd name="T39" fmla="*/ 1 h 383"/>
                <a:gd name="T40" fmla="*/ 0 w 628"/>
                <a:gd name="T41" fmla="*/ 1 h 383"/>
                <a:gd name="T42" fmla="*/ 1 w 628"/>
                <a:gd name="T43" fmla="*/ 1 h 383"/>
                <a:gd name="T44" fmla="*/ 1 w 628"/>
                <a:gd name="T45" fmla="*/ 1 h 383"/>
                <a:gd name="T46" fmla="*/ 1 w 628"/>
                <a:gd name="T47" fmla="*/ 2 h 383"/>
                <a:gd name="T48" fmla="*/ 1 w 628"/>
                <a:gd name="T49" fmla="*/ 2 h 383"/>
                <a:gd name="T50" fmla="*/ 2 w 628"/>
                <a:gd name="T51" fmla="*/ 2 h 383"/>
                <a:gd name="T52" fmla="*/ 2 w 628"/>
                <a:gd name="T53" fmla="*/ 2 h 383"/>
                <a:gd name="T54" fmla="*/ 2 w 628"/>
                <a:gd name="T55" fmla="*/ 2 h 383"/>
                <a:gd name="T56" fmla="*/ 3 w 628"/>
                <a:gd name="T57" fmla="*/ 3 h 383"/>
                <a:gd name="T58" fmla="*/ 3 w 628"/>
                <a:gd name="T59" fmla="*/ 3 h 383"/>
                <a:gd name="T60" fmla="*/ 3 w 628"/>
                <a:gd name="T61" fmla="*/ 3 h 383"/>
                <a:gd name="T62" fmla="*/ 4 w 628"/>
                <a:gd name="T63" fmla="*/ 3 h 383"/>
                <a:gd name="T64" fmla="*/ 4 w 628"/>
                <a:gd name="T65" fmla="*/ 3 h 383"/>
                <a:gd name="T66" fmla="*/ 4 w 628"/>
                <a:gd name="T67" fmla="*/ 3 h 383"/>
                <a:gd name="T68" fmla="*/ 5 w 628"/>
                <a:gd name="T69" fmla="*/ 3 h 383"/>
                <a:gd name="T70" fmla="*/ 5 w 628"/>
                <a:gd name="T71" fmla="*/ 3 h 383"/>
                <a:gd name="T72" fmla="*/ 5 w 628"/>
                <a:gd name="T73" fmla="*/ 3 h 383"/>
                <a:gd name="T74" fmla="*/ 5 w 628"/>
                <a:gd name="T75" fmla="*/ 3 h 383"/>
                <a:gd name="T76" fmla="*/ 5 w 628"/>
                <a:gd name="T77" fmla="*/ 3 h 383"/>
                <a:gd name="T78" fmla="*/ 5 w 628"/>
                <a:gd name="T79" fmla="*/ 3 h 383"/>
                <a:gd name="T80" fmla="*/ 5 w 628"/>
                <a:gd name="T81" fmla="*/ 3 h 383"/>
                <a:gd name="T82" fmla="*/ 5 w 628"/>
                <a:gd name="T83" fmla="*/ 3 h 383"/>
                <a:gd name="T84" fmla="*/ 5 w 628"/>
                <a:gd name="T85" fmla="*/ 2 h 383"/>
                <a:gd name="T86" fmla="*/ 5 w 628"/>
                <a:gd name="T87" fmla="*/ 2 h 383"/>
                <a:gd name="T88" fmla="*/ 5 w 628"/>
                <a:gd name="T89" fmla="*/ 2 h 383"/>
                <a:gd name="T90" fmla="*/ 5 w 628"/>
                <a:gd name="T91" fmla="*/ 2 h 38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628"/>
                <a:gd name="T139" fmla="*/ 0 h 383"/>
                <a:gd name="T140" fmla="*/ 628 w 628"/>
                <a:gd name="T141" fmla="*/ 383 h 38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628" h="383">
                  <a:moveTo>
                    <a:pt x="581" y="289"/>
                  </a:moveTo>
                  <a:lnTo>
                    <a:pt x="582" y="289"/>
                  </a:lnTo>
                  <a:lnTo>
                    <a:pt x="541" y="287"/>
                  </a:lnTo>
                  <a:lnTo>
                    <a:pt x="500" y="283"/>
                  </a:lnTo>
                  <a:lnTo>
                    <a:pt x="462" y="276"/>
                  </a:lnTo>
                  <a:lnTo>
                    <a:pt x="424" y="268"/>
                  </a:lnTo>
                  <a:lnTo>
                    <a:pt x="389" y="255"/>
                  </a:lnTo>
                  <a:lnTo>
                    <a:pt x="352" y="242"/>
                  </a:lnTo>
                  <a:lnTo>
                    <a:pt x="320" y="227"/>
                  </a:lnTo>
                  <a:lnTo>
                    <a:pt x="287" y="209"/>
                  </a:lnTo>
                  <a:lnTo>
                    <a:pt x="255" y="189"/>
                  </a:lnTo>
                  <a:lnTo>
                    <a:pt x="226" y="168"/>
                  </a:lnTo>
                  <a:lnTo>
                    <a:pt x="198" y="145"/>
                  </a:lnTo>
                  <a:lnTo>
                    <a:pt x="172" y="119"/>
                  </a:lnTo>
                  <a:lnTo>
                    <a:pt x="146" y="92"/>
                  </a:lnTo>
                  <a:lnTo>
                    <a:pt x="122" y="64"/>
                  </a:lnTo>
                  <a:lnTo>
                    <a:pt x="100" y="33"/>
                  </a:lnTo>
                  <a:lnTo>
                    <a:pt x="82" y="0"/>
                  </a:lnTo>
                  <a:lnTo>
                    <a:pt x="0" y="47"/>
                  </a:lnTo>
                  <a:lnTo>
                    <a:pt x="23" y="85"/>
                  </a:lnTo>
                  <a:lnTo>
                    <a:pt x="49" y="120"/>
                  </a:lnTo>
                  <a:lnTo>
                    <a:pt x="76" y="153"/>
                  </a:lnTo>
                  <a:lnTo>
                    <a:pt x="104" y="185"/>
                  </a:lnTo>
                  <a:lnTo>
                    <a:pt x="137" y="215"/>
                  </a:lnTo>
                  <a:lnTo>
                    <a:pt x="170" y="241"/>
                  </a:lnTo>
                  <a:lnTo>
                    <a:pt x="204" y="267"/>
                  </a:lnTo>
                  <a:lnTo>
                    <a:pt x="240" y="289"/>
                  </a:lnTo>
                  <a:lnTo>
                    <a:pt x="277" y="309"/>
                  </a:lnTo>
                  <a:lnTo>
                    <a:pt x="317" y="329"/>
                  </a:lnTo>
                  <a:lnTo>
                    <a:pt x="358" y="344"/>
                  </a:lnTo>
                  <a:lnTo>
                    <a:pt x="400" y="357"/>
                  </a:lnTo>
                  <a:lnTo>
                    <a:pt x="444" y="367"/>
                  </a:lnTo>
                  <a:lnTo>
                    <a:pt x="488" y="374"/>
                  </a:lnTo>
                  <a:lnTo>
                    <a:pt x="534" y="380"/>
                  </a:lnTo>
                  <a:lnTo>
                    <a:pt x="580" y="383"/>
                  </a:lnTo>
                  <a:lnTo>
                    <a:pt x="581" y="383"/>
                  </a:lnTo>
                  <a:lnTo>
                    <a:pt x="580" y="383"/>
                  </a:lnTo>
                  <a:lnTo>
                    <a:pt x="600" y="379"/>
                  </a:lnTo>
                  <a:lnTo>
                    <a:pt x="615" y="369"/>
                  </a:lnTo>
                  <a:lnTo>
                    <a:pt x="624" y="353"/>
                  </a:lnTo>
                  <a:lnTo>
                    <a:pt x="628" y="337"/>
                  </a:lnTo>
                  <a:lnTo>
                    <a:pt x="625" y="319"/>
                  </a:lnTo>
                  <a:lnTo>
                    <a:pt x="617" y="304"/>
                  </a:lnTo>
                  <a:lnTo>
                    <a:pt x="602" y="294"/>
                  </a:lnTo>
                  <a:lnTo>
                    <a:pt x="582" y="289"/>
                  </a:lnTo>
                  <a:lnTo>
                    <a:pt x="581" y="28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1271" name="Freeform 33"/>
            <p:cNvSpPr>
              <a:spLocks/>
            </p:cNvSpPr>
            <p:nvPr/>
          </p:nvSpPr>
          <p:spPr bwMode="auto">
            <a:xfrm>
              <a:off x="1587" y="1880"/>
              <a:ext cx="85" cy="49"/>
            </a:xfrm>
            <a:custGeom>
              <a:avLst/>
              <a:gdLst>
                <a:gd name="T0" fmla="*/ 3 w 426"/>
                <a:gd name="T1" fmla="*/ 0 h 245"/>
                <a:gd name="T2" fmla="*/ 3 w 426"/>
                <a:gd name="T3" fmla="*/ 0 h 245"/>
                <a:gd name="T4" fmla="*/ 3 w 426"/>
                <a:gd name="T5" fmla="*/ 0 h 245"/>
                <a:gd name="T6" fmla="*/ 3 w 426"/>
                <a:gd name="T7" fmla="*/ 0 h 245"/>
                <a:gd name="T8" fmla="*/ 2 w 426"/>
                <a:gd name="T9" fmla="*/ 0 h 245"/>
                <a:gd name="T10" fmla="*/ 2 w 426"/>
                <a:gd name="T11" fmla="*/ 0 h 245"/>
                <a:gd name="T12" fmla="*/ 2 w 426"/>
                <a:gd name="T13" fmla="*/ 0 h 245"/>
                <a:gd name="T14" fmla="*/ 2 w 426"/>
                <a:gd name="T15" fmla="*/ 0 h 245"/>
                <a:gd name="T16" fmla="*/ 1 w 426"/>
                <a:gd name="T17" fmla="*/ 0 h 245"/>
                <a:gd name="T18" fmla="*/ 1 w 426"/>
                <a:gd name="T19" fmla="*/ 1 h 245"/>
                <a:gd name="T20" fmla="*/ 1 w 426"/>
                <a:gd name="T21" fmla="*/ 1 h 245"/>
                <a:gd name="T22" fmla="*/ 1 w 426"/>
                <a:gd name="T23" fmla="*/ 1 h 245"/>
                <a:gd name="T24" fmla="*/ 0 w 426"/>
                <a:gd name="T25" fmla="*/ 1 h 245"/>
                <a:gd name="T26" fmla="*/ 0 w 426"/>
                <a:gd name="T27" fmla="*/ 1 h 245"/>
                <a:gd name="T28" fmla="*/ 0 w 426"/>
                <a:gd name="T29" fmla="*/ 1 h 245"/>
                <a:gd name="T30" fmla="*/ 0 w 426"/>
                <a:gd name="T31" fmla="*/ 2 h 245"/>
                <a:gd name="T32" fmla="*/ 0 w 426"/>
                <a:gd name="T33" fmla="*/ 2 h 245"/>
                <a:gd name="T34" fmla="*/ 0 w 426"/>
                <a:gd name="T35" fmla="*/ 2 h 245"/>
                <a:gd name="T36" fmla="*/ 0 w 426"/>
                <a:gd name="T37" fmla="*/ 2 h 245"/>
                <a:gd name="T38" fmla="*/ 0 w 426"/>
                <a:gd name="T39" fmla="*/ 2 h 245"/>
                <a:gd name="T40" fmla="*/ 0 w 426"/>
                <a:gd name="T41" fmla="*/ 2 h 245"/>
                <a:gd name="T42" fmla="*/ 0 w 426"/>
                <a:gd name="T43" fmla="*/ 1 h 245"/>
                <a:gd name="T44" fmla="*/ 0 w 426"/>
                <a:gd name="T45" fmla="*/ 1 h 245"/>
                <a:gd name="T46" fmla="*/ 0 w 426"/>
                <a:gd name="T47" fmla="*/ 1 h 245"/>
                <a:gd name="T48" fmla="*/ 1 w 426"/>
                <a:gd name="T49" fmla="*/ 1 h 245"/>
                <a:gd name="T50" fmla="*/ 1 w 426"/>
                <a:gd name="T51" fmla="*/ 1 h 245"/>
                <a:gd name="T52" fmla="*/ 1 w 426"/>
                <a:gd name="T53" fmla="*/ 1 h 245"/>
                <a:gd name="T54" fmla="*/ 1 w 426"/>
                <a:gd name="T55" fmla="*/ 1 h 245"/>
                <a:gd name="T56" fmla="*/ 2 w 426"/>
                <a:gd name="T57" fmla="*/ 0 h 245"/>
                <a:gd name="T58" fmla="*/ 2 w 426"/>
                <a:gd name="T59" fmla="*/ 0 h 245"/>
                <a:gd name="T60" fmla="*/ 2 w 426"/>
                <a:gd name="T61" fmla="*/ 0 h 245"/>
                <a:gd name="T62" fmla="*/ 2 w 426"/>
                <a:gd name="T63" fmla="*/ 0 h 245"/>
                <a:gd name="T64" fmla="*/ 3 w 426"/>
                <a:gd name="T65" fmla="*/ 0 h 245"/>
                <a:gd name="T66" fmla="*/ 3 w 426"/>
                <a:gd name="T67" fmla="*/ 0 h 245"/>
                <a:gd name="T68" fmla="*/ 3 w 426"/>
                <a:gd name="T69" fmla="*/ 0 h 245"/>
                <a:gd name="T70" fmla="*/ 3 w 426"/>
                <a:gd name="T71" fmla="*/ 0 h 245"/>
                <a:gd name="T72" fmla="*/ 3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426" y="0"/>
                  </a:moveTo>
                  <a:lnTo>
                    <a:pt x="426" y="0"/>
                  </a:lnTo>
                  <a:lnTo>
                    <a:pt x="384" y="1"/>
                  </a:lnTo>
                  <a:lnTo>
                    <a:pt x="340" y="4"/>
                  </a:lnTo>
                  <a:lnTo>
                    <a:pt x="300" y="10"/>
                  </a:lnTo>
                  <a:lnTo>
                    <a:pt x="262" y="18"/>
                  </a:lnTo>
                  <a:lnTo>
                    <a:pt x="224" y="29"/>
                  </a:lnTo>
                  <a:lnTo>
                    <a:pt x="189" y="41"/>
                  </a:lnTo>
                  <a:lnTo>
                    <a:pt x="157" y="55"/>
                  </a:lnTo>
                  <a:lnTo>
                    <a:pt x="126" y="70"/>
                  </a:lnTo>
                  <a:lnTo>
                    <a:pt x="99" y="89"/>
                  </a:lnTo>
                  <a:lnTo>
                    <a:pt x="74" y="106"/>
                  </a:lnTo>
                  <a:lnTo>
                    <a:pt x="52" y="126"/>
                  </a:lnTo>
                  <a:lnTo>
                    <a:pt x="34" y="148"/>
                  </a:lnTo>
                  <a:lnTo>
                    <a:pt x="19" y="171"/>
                  </a:lnTo>
                  <a:lnTo>
                    <a:pt x="9" y="194"/>
                  </a:lnTo>
                  <a:lnTo>
                    <a:pt x="3" y="219"/>
                  </a:lnTo>
                  <a:lnTo>
                    <a:pt x="0" y="245"/>
                  </a:lnTo>
                  <a:lnTo>
                    <a:pt x="12" y="245"/>
                  </a:lnTo>
                  <a:lnTo>
                    <a:pt x="15" y="221"/>
                  </a:lnTo>
                  <a:lnTo>
                    <a:pt x="20" y="199"/>
                  </a:lnTo>
                  <a:lnTo>
                    <a:pt x="31" y="178"/>
                  </a:lnTo>
                  <a:lnTo>
                    <a:pt x="44" y="156"/>
                  </a:lnTo>
                  <a:lnTo>
                    <a:pt x="61" y="136"/>
                  </a:lnTo>
                  <a:lnTo>
                    <a:pt x="81" y="116"/>
                  </a:lnTo>
                  <a:lnTo>
                    <a:pt x="106" y="98"/>
                  </a:lnTo>
                  <a:lnTo>
                    <a:pt x="133" y="82"/>
                  </a:lnTo>
                  <a:lnTo>
                    <a:pt x="162" y="66"/>
                  </a:lnTo>
                  <a:lnTo>
                    <a:pt x="194" y="52"/>
                  </a:lnTo>
                  <a:lnTo>
                    <a:pt x="229" y="41"/>
                  </a:lnTo>
                  <a:lnTo>
                    <a:pt x="264" y="30"/>
                  </a:lnTo>
                  <a:lnTo>
                    <a:pt x="303" y="22"/>
                  </a:lnTo>
                  <a:lnTo>
                    <a:pt x="343" y="16"/>
                  </a:lnTo>
                  <a:lnTo>
                    <a:pt x="384" y="12"/>
                  </a:lnTo>
                  <a:lnTo>
                    <a:pt x="426" y="11"/>
                  </a:lnTo>
                  <a:lnTo>
                    <a:pt x="42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1272" name="Freeform 34"/>
            <p:cNvSpPr>
              <a:spLocks/>
            </p:cNvSpPr>
            <p:nvPr/>
          </p:nvSpPr>
          <p:spPr bwMode="auto">
            <a:xfrm>
              <a:off x="1587" y="1929"/>
              <a:ext cx="85" cy="49"/>
            </a:xfrm>
            <a:custGeom>
              <a:avLst/>
              <a:gdLst>
                <a:gd name="T0" fmla="*/ 0 w 426"/>
                <a:gd name="T1" fmla="*/ 0 h 245"/>
                <a:gd name="T2" fmla="*/ 0 w 426"/>
                <a:gd name="T3" fmla="*/ 0 h 245"/>
                <a:gd name="T4" fmla="*/ 0 w 426"/>
                <a:gd name="T5" fmla="*/ 0 h 245"/>
                <a:gd name="T6" fmla="*/ 0 w 426"/>
                <a:gd name="T7" fmla="*/ 0 h 245"/>
                <a:gd name="T8" fmla="*/ 0 w 426"/>
                <a:gd name="T9" fmla="*/ 1 h 245"/>
                <a:gd name="T10" fmla="*/ 0 w 426"/>
                <a:gd name="T11" fmla="*/ 1 h 245"/>
                <a:gd name="T12" fmla="*/ 0 w 426"/>
                <a:gd name="T13" fmla="*/ 1 h 245"/>
                <a:gd name="T14" fmla="*/ 1 w 426"/>
                <a:gd name="T15" fmla="*/ 1 h 245"/>
                <a:gd name="T16" fmla="*/ 1 w 426"/>
                <a:gd name="T17" fmla="*/ 1 h 245"/>
                <a:gd name="T18" fmla="*/ 1 w 426"/>
                <a:gd name="T19" fmla="*/ 1 h 245"/>
                <a:gd name="T20" fmla="*/ 1 w 426"/>
                <a:gd name="T21" fmla="*/ 2 h 245"/>
                <a:gd name="T22" fmla="*/ 2 w 426"/>
                <a:gd name="T23" fmla="*/ 2 h 245"/>
                <a:gd name="T24" fmla="*/ 2 w 426"/>
                <a:gd name="T25" fmla="*/ 2 h 245"/>
                <a:gd name="T26" fmla="*/ 2 w 426"/>
                <a:gd name="T27" fmla="*/ 2 h 245"/>
                <a:gd name="T28" fmla="*/ 2 w 426"/>
                <a:gd name="T29" fmla="*/ 2 h 245"/>
                <a:gd name="T30" fmla="*/ 3 w 426"/>
                <a:gd name="T31" fmla="*/ 2 h 245"/>
                <a:gd name="T32" fmla="*/ 3 w 426"/>
                <a:gd name="T33" fmla="*/ 2 h 245"/>
                <a:gd name="T34" fmla="*/ 3 w 426"/>
                <a:gd name="T35" fmla="*/ 2 h 245"/>
                <a:gd name="T36" fmla="*/ 3 w 426"/>
                <a:gd name="T37" fmla="*/ 2 h 245"/>
                <a:gd name="T38" fmla="*/ 3 w 426"/>
                <a:gd name="T39" fmla="*/ 2 h 245"/>
                <a:gd name="T40" fmla="*/ 3 w 426"/>
                <a:gd name="T41" fmla="*/ 2 h 245"/>
                <a:gd name="T42" fmla="*/ 2 w 426"/>
                <a:gd name="T43" fmla="*/ 2 h 245"/>
                <a:gd name="T44" fmla="*/ 2 w 426"/>
                <a:gd name="T45" fmla="*/ 2 h 245"/>
                <a:gd name="T46" fmla="*/ 2 w 426"/>
                <a:gd name="T47" fmla="*/ 2 h 245"/>
                <a:gd name="T48" fmla="*/ 2 w 426"/>
                <a:gd name="T49" fmla="*/ 2 h 245"/>
                <a:gd name="T50" fmla="*/ 1 w 426"/>
                <a:gd name="T51" fmla="*/ 1 h 245"/>
                <a:gd name="T52" fmla="*/ 1 w 426"/>
                <a:gd name="T53" fmla="*/ 1 h 245"/>
                <a:gd name="T54" fmla="*/ 1 w 426"/>
                <a:gd name="T55" fmla="*/ 1 h 245"/>
                <a:gd name="T56" fmla="*/ 1 w 426"/>
                <a:gd name="T57" fmla="*/ 1 h 245"/>
                <a:gd name="T58" fmla="*/ 0 w 426"/>
                <a:gd name="T59" fmla="*/ 1 h 245"/>
                <a:gd name="T60" fmla="*/ 0 w 426"/>
                <a:gd name="T61" fmla="*/ 1 h 245"/>
                <a:gd name="T62" fmla="*/ 0 w 426"/>
                <a:gd name="T63" fmla="*/ 1 h 245"/>
                <a:gd name="T64" fmla="*/ 0 w 426"/>
                <a:gd name="T65" fmla="*/ 0 h 245"/>
                <a:gd name="T66" fmla="*/ 0 w 426"/>
                <a:gd name="T67" fmla="*/ 0 h 245"/>
                <a:gd name="T68" fmla="*/ 0 w 426"/>
                <a:gd name="T69" fmla="*/ 0 h 245"/>
                <a:gd name="T70" fmla="*/ 0 w 426"/>
                <a:gd name="T71" fmla="*/ 0 h 245"/>
                <a:gd name="T72" fmla="*/ 0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0" y="0"/>
                  </a:moveTo>
                  <a:lnTo>
                    <a:pt x="0" y="0"/>
                  </a:lnTo>
                  <a:lnTo>
                    <a:pt x="3" y="25"/>
                  </a:lnTo>
                  <a:lnTo>
                    <a:pt x="9" y="50"/>
                  </a:lnTo>
                  <a:lnTo>
                    <a:pt x="19" y="73"/>
                  </a:lnTo>
                  <a:lnTo>
                    <a:pt x="34" y="96"/>
                  </a:lnTo>
                  <a:lnTo>
                    <a:pt x="52" y="118"/>
                  </a:lnTo>
                  <a:lnTo>
                    <a:pt x="74" y="138"/>
                  </a:lnTo>
                  <a:lnTo>
                    <a:pt x="99" y="156"/>
                  </a:lnTo>
                  <a:lnTo>
                    <a:pt x="126" y="174"/>
                  </a:lnTo>
                  <a:lnTo>
                    <a:pt x="157" y="190"/>
                  </a:lnTo>
                  <a:lnTo>
                    <a:pt x="189" y="204"/>
                  </a:lnTo>
                  <a:lnTo>
                    <a:pt x="224" y="215"/>
                  </a:lnTo>
                  <a:lnTo>
                    <a:pt x="262" y="226"/>
                  </a:lnTo>
                  <a:lnTo>
                    <a:pt x="300" y="234"/>
                  </a:lnTo>
                  <a:lnTo>
                    <a:pt x="340" y="240"/>
                  </a:lnTo>
                  <a:lnTo>
                    <a:pt x="384" y="244"/>
                  </a:lnTo>
                  <a:lnTo>
                    <a:pt x="426" y="245"/>
                  </a:lnTo>
                  <a:lnTo>
                    <a:pt x="426" y="233"/>
                  </a:lnTo>
                  <a:lnTo>
                    <a:pt x="384" y="232"/>
                  </a:lnTo>
                  <a:lnTo>
                    <a:pt x="343" y="228"/>
                  </a:lnTo>
                  <a:lnTo>
                    <a:pt x="303" y="222"/>
                  </a:lnTo>
                  <a:lnTo>
                    <a:pt x="264" y="214"/>
                  </a:lnTo>
                  <a:lnTo>
                    <a:pt x="229" y="204"/>
                  </a:lnTo>
                  <a:lnTo>
                    <a:pt x="194" y="192"/>
                  </a:lnTo>
                  <a:lnTo>
                    <a:pt x="162" y="178"/>
                  </a:lnTo>
                  <a:lnTo>
                    <a:pt x="133" y="163"/>
                  </a:lnTo>
                  <a:lnTo>
                    <a:pt x="106" y="146"/>
                  </a:lnTo>
                  <a:lnTo>
                    <a:pt x="81" y="129"/>
                  </a:lnTo>
                  <a:lnTo>
                    <a:pt x="61" y="109"/>
                  </a:lnTo>
                  <a:lnTo>
                    <a:pt x="44" y="89"/>
                  </a:lnTo>
                  <a:lnTo>
                    <a:pt x="31" y="66"/>
                  </a:lnTo>
                  <a:lnTo>
                    <a:pt x="20" y="45"/>
                  </a:lnTo>
                  <a:lnTo>
                    <a:pt x="15" y="2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1273" name="Freeform 35"/>
            <p:cNvSpPr>
              <a:spLocks/>
            </p:cNvSpPr>
            <p:nvPr/>
          </p:nvSpPr>
          <p:spPr bwMode="auto">
            <a:xfrm>
              <a:off x="878" y="1448"/>
              <a:ext cx="792" cy="954"/>
            </a:xfrm>
            <a:custGeom>
              <a:avLst/>
              <a:gdLst>
                <a:gd name="T0" fmla="*/ 13 w 3960"/>
                <a:gd name="T1" fmla="*/ 38 h 4768"/>
                <a:gd name="T2" fmla="*/ 14 w 3960"/>
                <a:gd name="T3" fmla="*/ 38 h 4768"/>
                <a:gd name="T4" fmla="*/ 15 w 3960"/>
                <a:gd name="T5" fmla="*/ 38 h 4768"/>
                <a:gd name="T6" fmla="*/ 15 w 3960"/>
                <a:gd name="T7" fmla="*/ 38 h 4768"/>
                <a:gd name="T8" fmla="*/ 16 w 3960"/>
                <a:gd name="T9" fmla="*/ 38 h 4768"/>
                <a:gd name="T10" fmla="*/ 17 w 3960"/>
                <a:gd name="T11" fmla="*/ 38 h 4768"/>
                <a:gd name="T12" fmla="*/ 17 w 3960"/>
                <a:gd name="T13" fmla="*/ 38 h 4768"/>
                <a:gd name="T14" fmla="*/ 18 w 3960"/>
                <a:gd name="T15" fmla="*/ 38 h 4768"/>
                <a:gd name="T16" fmla="*/ 18 w 3960"/>
                <a:gd name="T17" fmla="*/ 38 h 4768"/>
                <a:gd name="T18" fmla="*/ 29 w 3960"/>
                <a:gd name="T19" fmla="*/ 30 h 4768"/>
                <a:gd name="T20" fmla="*/ 30 w 3960"/>
                <a:gd name="T21" fmla="*/ 30 h 4768"/>
                <a:gd name="T22" fmla="*/ 30 w 3960"/>
                <a:gd name="T23" fmla="*/ 29 h 4768"/>
                <a:gd name="T24" fmla="*/ 31 w 3960"/>
                <a:gd name="T25" fmla="*/ 28 h 4768"/>
                <a:gd name="T26" fmla="*/ 31 w 3960"/>
                <a:gd name="T27" fmla="*/ 28 h 4768"/>
                <a:gd name="T28" fmla="*/ 31 w 3960"/>
                <a:gd name="T29" fmla="*/ 27 h 4768"/>
                <a:gd name="T30" fmla="*/ 32 w 3960"/>
                <a:gd name="T31" fmla="*/ 26 h 4768"/>
                <a:gd name="T32" fmla="*/ 32 w 3960"/>
                <a:gd name="T33" fmla="*/ 25 h 4768"/>
                <a:gd name="T34" fmla="*/ 32 w 3960"/>
                <a:gd name="T35" fmla="*/ 11 h 4768"/>
                <a:gd name="T36" fmla="*/ 32 w 3960"/>
                <a:gd name="T37" fmla="*/ 10 h 4768"/>
                <a:gd name="T38" fmla="*/ 31 w 3960"/>
                <a:gd name="T39" fmla="*/ 9 h 4768"/>
                <a:gd name="T40" fmla="*/ 31 w 3960"/>
                <a:gd name="T41" fmla="*/ 9 h 4768"/>
                <a:gd name="T42" fmla="*/ 31 w 3960"/>
                <a:gd name="T43" fmla="*/ 8 h 4768"/>
                <a:gd name="T44" fmla="*/ 31 w 3960"/>
                <a:gd name="T45" fmla="*/ 8 h 4768"/>
                <a:gd name="T46" fmla="*/ 30 w 3960"/>
                <a:gd name="T47" fmla="*/ 7 h 4768"/>
                <a:gd name="T48" fmla="*/ 30 w 3960"/>
                <a:gd name="T49" fmla="*/ 7 h 4768"/>
                <a:gd name="T50" fmla="*/ 29 w 3960"/>
                <a:gd name="T51" fmla="*/ 6 h 4768"/>
                <a:gd name="T52" fmla="*/ 19 w 3960"/>
                <a:gd name="T53" fmla="*/ 1 h 4768"/>
                <a:gd name="T54" fmla="*/ 18 w 3960"/>
                <a:gd name="T55" fmla="*/ 0 h 4768"/>
                <a:gd name="T56" fmla="*/ 17 w 3960"/>
                <a:gd name="T57" fmla="*/ 0 h 4768"/>
                <a:gd name="T58" fmla="*/ 17 w 3960"/>
                <a:gd name="T59" fmla="*/ 0 h 4768"/>
                <a:gd name="T60" fmla="*/ 16 w 3960"/>
                <a:gd name="T61" fmla="*/ 0 h 4768"/>
                <a:gd name="T62" fmla="*/ 15 w 3960"/>
                <a:gd name="T63" fmla="*/ 0 h 4768"/>
                <a:gd name="T64" fmla="*/ 14 w 3960"/>
                <a:gd name="T65" fmla="*/ 0 h 4768"/>
                <a:gd name="T66" fmla="*/ 14 w 3960"/>
                <a:gd name="T67" fmla="*/ 0 h 4768"/>
                <a:gd name="T68" fmla="*/ 2 w 3960"/>
                <a:gd name="T69" fmla="*/ 6 h 4768"/>
                <a:gd name="T70" fmla="*/ 2 w 3960"/>
                <a:gd name="T71" fmla="*/ 7 h 4768"/>
                <a:gd name="T72" fmla="*/ 1 w 3960"/>
                <a:gd name="T73" fmla="*/ 7 h 4768"/>
                <a:gd name="T74" fmla="*/ 1 w 3960"/>
                <a:gd name="T75" fmla="*/ 8 h 4768"/>
                <a:gd name="T76" fmla="*/ 1 w 3960"/>
                <a:gd name="T77" fmla="*/ 8 h 4768"/>
                <a:gd name="T78" fmla="*/ 0 w 3960"/>
                <a:gd name="T79" fmla="*/ 9 h 4768"/>
                <a:gd name="T80" fmla="*/ 0 w 3960"/>
                <a:gd name="T81" fmla="*/ 9 h 4768"/>
                <a:gd name="T82" fmla="*/ 0 w 3960"/>
                <a:gd name="T83" fmla="*/ 10 h 4768"/>
                <a:gd name="T84" fmla="*/ 0 w 3960"/>
                <a:gd name="T85" fmla="*/ 11 h 4768"/>
                <a:gd name="T86" fmla="*/ 0 w 3960"/>
                <a:gd name="T87" fmla="*/ 25 h 4768"/>
                <a:gd name="T88" fmla="*/ 0 w 3960"/>
                <a:gd name="T89" fmla="*/ 26 h 4768"/>
                <a:gd name="T90" fmla="*/ 0 w 3960"/>
                <a:gd name="T91" fmla="*/ 27 h 4768"/>
                <a:gd name="T92" fmla="*/ 1 w 3960"/>
                <a:gd name="T93" fmla="*/ 28 h 4768"/>
                <a:gd name="T94" fmla="*/ 1 w 3960"/>
                <a:gd name="T95" fmla="*/ 29 h 4768"/>
                <a:gd name="T96" fmla="*/ 1 w 3960"/>
                <a:gd name="T97" fmla="*/ 29 h 4768"/>
                <a:gd name="T98" fmla="*/ 2 w 3960"/>
                <a:gd name="T99" fmla="*/ 30 h 4768"/>
                <a:gd name="T100" fmla="*/ 3 w 3960"/>
                <a:gd name="T101" fmla="*/ 31 h 4768"/>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w 3960"/>
                <a:gd name="T154" fmla="*/ 0 h 4768"/>
                <a:gd name="T155" fmla="*/ 3960 w 3960"/>
                <a:gd name="T156" fmla="*/ 4768 h 4768"/>
              </a:gdLst>
              <a:ahLst/>
              <a:cxnLst>
                <a:cxn ang="T102">
                  <a:pos x="T0" y="T1"/>
                </a:cxn>
                <a:cxn ang="T103">
                  <a:pos x="T2" y="T3"/>
                </a:cxn>
                <a:cxn ang="T104">
                  <a:pos x="T4" y="T5"/>
                </a:cxn>
                <a:cxn ang="T105">
                  <a:pos x="T6" y="T7"/>
                </a:cxn>
                <a:cxn ang="T106">
                  <a:pos x="T8" y="T9"/>
                </a:cxn>
                <a:cxn ang="T107">
                  <a:pos x="T10" y="T11"/>
                </a:cxn>
                <a:cxn ang="T108">
                  <a:pos x="T12" y="T13"/>
                </a:cxn>
                <a:cxn ang="T109">
                  <a:pos x="T14" y="T15"/>
                </a:cxn>
                <a:cxn ang="T110">
                  <a:pos x="T16" y="T17"/>
                </a:cxn>
                <a:cxn ang="T111">
                  <a:pos x="T18" y="T19"/>
                </a:cxn>
                <a:cxn ang="T112">
                  <a:pos x="T20" y="T21"/>
                </a:cxn>
                <a:cxn ang="T113">
                  <a:pos x="T22" y="T23"/>
                </a:cxn>
                <a:cxn ang="T114">
                  <a:pos x="T24" y="T25"/>
                </a:cxn>
                <a:cxn ang="T115">
                  <a:pos x="T26" y="T27"/>
                </a:cxn>
                <a:cxn ang="T116">
                  <a:pos x="T28" y="T29"/>
                </a:cxn>
                <a:cxn ang="T117">
                  <a:pos x="T30" y="T31"/>
                </a:cxn>
                <a:cxn ang="T118">
                  <a:pos x="T32" y="T33"/>
                </a:cxn>
                <a:cxn ang="T119">
                  <a:pos x="T34" y="T35"/>
                </a:cxn>
                <a:cxn ang="T120">
                  <a:pos x="T36" y="T37"/>
                </a:cxn>
                <a:cxn ang="T121">
                  <a:pos x="T38" y="T39"/>
                </a:cxn>
                <a:cxn ang="T122">
                  <a:pos x="T40" y="T41"/>
                </a:cxn>
                <a:cxn ang="T123">
                  <a:pos x="T42" y="T43"/>
                </a:cxn>
                <a:cxn ang="T124">
                  <a:pos x="T44" y="T45"/>
                </a:cxn>
                <a:cxn ang="T125">
                  <a:pos x="T46" y="T47"/>
                </a:cxn>
                <a:cxn ang="T126">
                  <a:pos x="T48" y="T49"/>
                </a:cxn>
                <a:cxn ang="T127">
                  <a:pos x="T50" y="T51"/>
                </a:cxn>
                <a:cxn ang="T128">
                  <a:pos x="T52" y="T53"/>
                </a:cxn>
                <a:cxn ang="T129">
                  <a:pos x="T54" y="T55"/>
                </a:cxn>
                <a:cxn ang="T130">
                  <a:pos x="T56" y="T57"/>
                </a:cxn>
                <a:cxn ang="T131">
                  <a:pos x="T58" y="T59"/>
                </a:cxn>
                <a:cxn ang="T132">
                  <a:pos x="T60" y="T61"/>
                </a:cxn>
                <a:cxn ang="T133">
                  <a:pos x="T62" y="T63"/>
                </a:cxn>
                <a:cxn ang="T134">
                  <a:pos x="T64" y="T65"/>
                </a:cxn>
                <a:cxn ang="T135">
                  <a:pos x="T66" y="T67"/>
                </a:cxn>
                <a:cxn ang="T136">
                  <a:pos x="T68" y="T69"/>
                </a:cxn>
                <a:cxn ang="T137">
                  <a:pos x="T70" y="T71"/>
                </a:cxn>
                <a:cxn ang="T138">
                  <a:pos x="T72" y="T73"/>
                </a:cxn>
                <a:cxn ang="T139">
                  <a:pos x="T74" y="T75"/>
                </a:cxn>
                <a:cxn ang="T140">
                  <a:pos x="T76" y="T77"/>
                </a:cxn>
                <a:cxn ang="T141">
                  <a:pos x="T78" y="T79"/>
                </a:cxn>
                <a:cxn ang="T142">
                  <a:pos x="T80" y="T81"/>
                </a:cxn>
                <a:cxn ang="T143">
                  <a:pos x="T82" y="T83"/>
                </a:cxn>
                <a:cxn ang="T144">
                  <a:pos x="T84" y="T85"/>
                </a:cxn>
                <a:cxn ang="T145">
                  <a:pos x="T86" y="T87"/>
                </a:cxn>
                <a:cxn ang="T146">
                  <a:pos x="T88" y="T89"/>
                </a:cxn>
                <a:cxn ang="T147">
                  <a:pos x="T90" y="T91"/>
                </a:cxn>
                <a:cxn ang="T148">
                  <a:pos x="T92" y="T93"/>
                </a:cxn>
                <a:cxn ang="T149">
                  <a:pos x="T94" y="T95"/>
                </a:cxn>
                <a:cxn ang="T150">
                  <a:pos x="T96" y="T97"/>
                </a:cxn>
                <a:cxn ang="T151">
                  <a:pos x="T98" y="T99"/>
                </a:cxn>
                <a:cxn ang="T152">
                  <a:pos x="T100" y="T101"/>
                </a:cxn>
              </a:cxnLst>
              <a:rect l="T153" t="T154" r="T155" b="T156"/>
              <a:pathLst>
                <a:path w="3960" h="4768">
                  <a:moveTo>
                    <a:pt x="353" y="3849"/>
                  </a:moveTo>
                  <a:lnTo>
                    <a:pt x="1661" y="4700"/>
                  </a:lnTo>
                  <a:lnTo>
                    <a:pt x="1697" y="4717"/>
                  </a:lnTo>
                  <a:lnTo>
                    <a:pt x="1736" y="4731"/>
                  </a:lnTo>
                  <a:lnTo>
                    <a:pt x="1776" y="4742"/>
                  </a:lnTo>
                  <a:lnTo>
                    <a:pt x="1818" y="4753"/>
                  </a:lnTo>
                  <a:lnTo>
                    <a:pt x="1860" y="4760"/>
                  </a:lnTo>
                  <a:lnTo>
                    <a:pt x="1902" y="4765"/>
                  </a:lnTo>
                  <a:lnTo>
                    <a:pt x="1946" y="4768"/>
                  </a:lnTo>
                  <a:lnTo>
                    <a:pt x="1988" y="4768"/>
                  </a:lnTo>
                  <a:lnTo>
                    <a:pt x="2031" y="4767"/>
                  </a:lnTo>
                  <a:lnTo>
                    <a:pt x="2073" y="4763"/>
                  </a:lnTo>
                  <a:lnTo>
                    <a:pt x="2114" y="4758"/>
                  </a:lnTo>
                  <a:lnTo>
                    <a:pt x="2154" y="4751"/>
                  </a:lnTo>
                  <a:lnTo>
                    <a:pt x="2193" y="4740"/>
                  </a:lnTo>
                  <a:lnTo>
                    <a:pt x="2230" y="4729"/>
                  </a:lnTo>
                  <a:lnTo>
                    <a:pt x="2264" y="4715"/>
                  </a:lnTo>
                  <a:lnTo>
                    <a:pt x="2297" y="4700"/>
                  </a:lnTo>
                  <a:lnTo>
                    <a:pt x="3639" y="3825"/>
                  </a:lnTo>
                  <a:lnTo>
                    <a:pt x="3673" y="3795"/>
                  </a:lnTo>
                  <a:lnTo>
                    <a:pt x="3707" y="3761"/>
                  </a:lnTo>
                  <a:lnTo>
                    <a:pt x="3738" y="3725"/>
                  </a:lnTo>
                  <a:lnTo>
                    <a:pt x="3768" y="3685"/>
                  </a:lnTo>
                  <a:lnTo>
                    <a:pt x="3796" y="3644"/>
                  </a:lnTo>
                  <a:lnTo>
                    <a:pt x="3821" y="3599"/>
                  </a:lnTo>
                  <a:lnTo>
                    <a:pt x="3846" y="3553"/>
                  </a:lnTo>
                  <a:lnTo>
                    <a:pt x="3868" y="3505"/>
                  </a:lnTo>
                  <a:lnTo>
                    <a:pt x="3888" y="3456"/>
                  </a:lnTo>
                  <a:lnTo>
                    <a:pt x="3907" y="3406"/>
                  </a:lnTo>
                  <a:lnTo>
                    <a:pt x="3922" y="3354"/>
                  </a:lnTo>
                  <a:lnTo>
                    <a:pt x="3935" y="3303"/>
                  </a:lnTo>
                  <a:lnTo>
                    <a:pt x="3946" y="3250"/>
                  </a:lnTo>
                  <a:lnTo>
                    <a:pt x="3953" y="3197"/>
                  </a:lnTo>
                  <a:lnTo>
                    <a:pt x="3957" y="3144"/>
                  </a:lnTo>
                  <a:lnTo>
                    <a:pt x="3960" y="3092"/>
                  </a:lnTo>
                  <a:lnTo>
                    <a:pt x="3959" y="1313"/>
                  </a:lnTo>
                  <a:lnTo>
                    <a:pt x="3955" y="1271"/>
                  </a:lnTo>
                  <a:lnTo>
                    <a:pt x="3949" y="1229"/>
                  </a:lnTo>
                  <a:lnTo>
                    <a:pt x="3941" y="1189"/>
                  </a:lnTo>
                  <a:lnTo>
                    <a:pt x="3930" y="1149"/>
                  </a:lnTo>
                  <a:lnTo>
                    <a:pt x="3918" y="1111"/>
                  </a:lnTo>
                  <a:lnTo>
                    <a:pt x="3902" y="1075"/>
                  </a:lnTo>
                  <a:lnTo>
                    <a:pt x="3886" y="1040"/>
                  </a:lnTo>
                  <a:lnTo>
                    <a:pt x="3867" y="1006"/>
                  </a:lnTo>
                  <a:lnTo>
                    <a:pt x="3846" y="973"/>
                  </a:lnTo>
                  <a:lnTo>
                    <a:pt x="3823" y="942"/>
                  </a:lnTo>
                  <a:lnTo>
                    <a:pt x="3798" y="913"/>
                  </a:lnTo>
                  <a:lnTo>
                    <a:pt x="3771" y="886"/>
                  </a:lnTo>
                  <a:lnTo>
                    <a:pt x="3743" y="860"/>
                  </a:lnTo>
                  <a:lnTo>
                    <a:pt x="3714" y="837"/>
                  </a:lnTo>
                  <a:lnTo>
                    <a:pt x="3682" y="816"/>
                  </a:lnTo>
                  <a:lnTo>
                    <a:pt x="3649" y="796"/>
                  </a:lnTo>
                  <a:lnTo>
                    <a:pt x="2386" y="83"/>
                  </a:lnTo>
                  <a:lnTo>
                    <a:pt x="2350" y="65"/>
                  </a:lnTo>
                  <a:lnTo>
                    <a:pt x="2310" y="50"/>
                  </a:lnTo>
                  <a:lnTo>
                    <a:pt x="2268" y="36"/>
                  </a:lnTo>
                  <a:lnTo>
                    <a:pt x="2223" y="24"/>
                  </a:lnTo>
                  <a:lnTo>
                    <a:pt x="2178" y="15"/>
                  </a:lnTo>
                  <a:lnTo>
                    <a:pt x="2131" y="8"/>
                  </a:lnTo>
                  <a:lnTo>
                    <a:pt x="2082" y="3"/>
                  </a:lnTo>
                  <a:lnTo>
                    <a:pt x="2032" y="0"/>
                  </a:lnTo>
                  <a:lnTo>
                    <a:pt x="1982" y="1"/>
                  </a:lnTo>
                  <a:lnTo>
                    <a:pt x="1933" y="3"/>
                  </a:lnTo>
                  <a:lnTo>
                    <a:pt x="1882" y="9"/>
                  </a:lnTo>
                  <a:lnTo>
                    <a:pt x="1833" y="17"/>
                  </a:lnTo>
                  <a:lnTo>
                    <a:pt x="1785" y="29"/>
                  </a:lnTo>
                  <a:lnTo>
                    <a:pt x="1737" y="43"/>
                  </a:lnTo>
                  <a:lnTo>
                    <a:pt x="1691" y="62"/>
                  </a:lnTo>
                  <a:lnTo>
                    <a:pt x="1647" y="83"/>
                  </a:lnTo>
                  <a:lnTo>
                    <a:pt x="311" y="782"/>
                  </a:lnTo>
                  <a:lnTo>
                    <a:pt x="276" y="803"/>
                  </a:lnTo>
                  <a:lnTo>
                    <a:pt x="243" y="826"/>
                  </a:lnTo>
                  <a:lnTo>
                    <a:pt x="213" y="852"/>
                  </a:lnTo>
                  <a:lnTo>
                    <a:pt x="184" y="879"/>
                  </a:lnTo>
                  <a:lnTo>
                    <a:pt x="155" y="908"/>
                  </a:lnTo>
                  <a:lnTo>
                    <a:pt x="131" y="939"/>
                  </a:lnTo>
                  <a:lnTo>
                    <a:pt x="107" y="971"/>
                  </a:lnTo>
                  <a:lnTo>
                    <a:pt x="86" y="1005"/>
                  </a:lnTo>
                  <a:lnTo>
                    <a:pt x="68" y="1040"/>
                  </a:lnTo>
                  <a:lnTo>
                    <a:pt x="50" y="1076"/>
                  </a:lnTo>
                  <a:lnTo>
                    <a:pt x="36" y="1115"/>
                  </a:lnTo>
                  <a:lnTo>
                    <a:pt x="23" y="1153"/>
                  </a:lnTo>
                  <a:lnTo>
                    <a:pt x="14" y="1195"/>
                  </a:lnTo>
                  <a:lnTo>
                    <a:pt x="7" y="1236"/>
                  </a:lnTo>
                  <a:lnTo>
                    <a:pt x="2" y="1279"/>
                  </a:lnTo>
                  <a:lnTo>
                    <a:pt x="0" y="1322"/>
                  </a:lnTo>
                  <a:lnTo>
                    <a:pt x="0" y="3093"/>
                  </a:lnTo>
                  <a:lnTo>
                    <a:pt x="2" y="3147"/>
                  </a:lnTo>
                  <a:lnTo>
                    <a:pt x="7" y="3202"/>
                  </a:lnTo>
                  <a:lnTo>
                    <a:pt x="15" y="3257"/>
                  </a:lnTo>
                  <a:lnTo>
                    <a:pt x="27" y="3312"/>
                  </a:lnTo>
                  <a:lnTo>
                    <a:pt x="42" y="3366"/>
                  </a:lnTo>
                  <a:lnTo>
                    <a:pt x="59" y="3420"/>
                  </a:lnTo>
                  <a:lnTo>
                    <a:pt x="79" y="3474"/>
                  </a:lnTo>
                  <a:lnTo>
                    <a:pt x="102" y="3525"/>
                  </a:lnTo>
                  <a:lnTo>
                    <a:pt x="127" y="3576"/>
                  </a:lnTo>
                  <a:lnTo>
                    <a:pt x="154" y="3624"/>
                  </a:lnTo>
                  <a:lnTo>
                    <a:pt x="184" y="3670"/>
                  </a:lnTo>
                  <a:lnTo>
                    <a:pt x="214" y="3712"/>
                  </a:lnTo>
                  <a:lnTo>
                    <a:pt x="247" y="3752"/>
                  </a:lnTo>
                  <a:lnTo>
                    <a:pt x="281" y="3788"/>
                  </a:lnTo>
                  <a:lnTo>
                    <a:pt x="317" y="3821"/>
                  </a:lnTo>
                  <a:lnTo>
                    <a:pt x="353" y="384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1274" name="Freeform 36"/>
            <p:cNvSpPr>
              <a:spLocks/>
            </p:cNvSpPr>
            <p:nvPr/>
          </p:nvSpPr>
          <p:spPr bwMode="auto">
            <a:xfrm>
              <a:off x="943" y="2210"/>
              <a:ext cx="276" cy="187"/>
            </a:xfrm>
            <a:custGeom>
              <a:avLst/>
              <a:gdLst>
                <a:gd name="T0" fmla="*/ 11 w 1380"/>
                <a:gd name="T1" fmla="*/ 7 h 937"/>
                <a:gd name="T2" fmla="*/ 11 w 1380"/>
                <a:gd name="T3" fmla="*/ 7 h 937"/>
                <a:gd name="T4" fmla="*/ 0 w 1380"/>
                <a:gd name="T5" fmla="*/ 0 h 937"/>
                <a:gd name="T6" fmla="*/ 0 w 1380"/>
                <a:gd name="T7" fmla="*/ 1 h 937"/>
                <a:gd name="T8" fmla="*/ 10 w 1380"/>
                <a:gd name="T9" fmla="*/ 7 h 937"/>
                <a:gd name="T10" fmla="*/ 10 w 1380"/>
                <a:gd name="T11" fmla="*/ 7 h 937"/>
                <a:gd name="T12" fmla="*/ 10 w 1380"/>
                <a:gd name="T13" fmla="*/ 7 h 937"/>
                <a:gd name="T14" fmla="*/ 11 w 1380"/>
                <a:gd name="T15" fmla="*/ 7 h 937"/>
                <a:gd name="T16" fmla="*/ 11 w 1380"/>
                <a:gd name="T17" fmla="*/ 7 h 937"/>
                <a:gd name="T18" fmla="*/ 11 w 1380"/>
                <a:gd name="T19" fmla="*/ 7 h 937"/>
                <a:gd name="T20" fmla="*/ 11 w 1380"/>
                <a:gd name="T21" fmla="*/ 7 h 937"/>
                <a:gd name="T22" fmla="*/ 11 w 1380"/>
                <a:gd name="T23" fmla="*/ 7 h 937"/>
                <a:gd name="T24" fmla="*/ 11 w 1380"/>
                <a:gd name="T25" fmla="*/ 7 h 937"/>
                <a:gd name="T26" fmla="*/ 11 w 1380"/>
                <a:gd name="T27" fmla="*/ 7 h 937"/>
                <a:gd name="T28" fmla="*/ 11 w 1380"/>
                <a:gd name="T29" fmla="*/ 7 h 937"/>
                <a:gd name="T30" fmla="*/ 11 w 1380"/>
                <a:gd name="T31" fmla="*/ 7 h 93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80"/>
                <a:gd name="T49" fmla="*/ 0 h 937"/>
                <a:gd name="T50" fmla="*/ 1380 w 1380"/>
                <a:gd name="T51" fmla="*/ 937 h 93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80" h="937">
                  <a:moveTo>
                    <a:pt x="1354" y="848"/>
                  </a:moveTo>
                  <a:lnTo>
                    <a:pt x="1359" y="851"/>
                  </a:lnTo>
                  <a:lnTo>
                    <a:pt x="51" y="0"/>
                  </a:lnTo>
                  <a:lnTo>
                    <a:pt x="0" y="78"/>
                  </a:lnTo>
                  <a:lnTo>
                    <a:pt x="1307" y="929"/>
                  </a:lnTo>
                  <a:lnTo>
                    <a:pt x="1312" y="932"/>
                  </a:lnTo>
                  <a:lnTo>
                    <a:pt x="1307" y="929"/>
                  </a:lnTo>
                  <a:lnTo>
                    <a:pt x="1326" y="937"/>
                  </a:lnTo>
                  <a:lnTo>
                    <a:pt x="1345" y="936"/>
                  </a:lnTo>
                  <a:lnTo>
                    <a:pt x="1360" y="929"/>
                  </a:lnTo>
                  <a:lnTo>
                    <a:pt x="1372" y="916"/>
                  </a:lnTo>
                  <a:lnTo>
                    <a:pt x="1379" y="899"/>
                  </a:lnTo>
                  <a:lnTo>
                    <a:pt x="1380" y="883"/>
                  </a:lnTo>
                  <a:lnTo>
                    <a:pt x="1374" y="865"/>
                  </a:lnTo>
                  <a:lnTo>
                    <a:pt x="1359" y="851"/>
                  </a:lnTo>
                  <a:lnTo>
                    <a:pt x="1354" y="84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1275" name="Freeform 37"/>
            <p:cNvSpPr>
              <a:spLocks/>
            </p:cNvSpPr>
            <p:nvPr/>
          </p:nvSpPr>
          <p:spPr bwMode="auto">
            <a:xfrm>
              <a:off x="1206" y="2379"/>
              <a:ext cx="140" cy="32"/>
            </a:xfrm>
            <a:custGeom>
              <a:avLst/>
              <a:gdLst>
                <a:gd name="T0" fmla="*/ 5 w 703"/>
                <a:gd name="T1" fmla="*/ 0 h 162"/>
                <a:gd name="T2" fmla="*/ 5 w 703"/>
                <a:gd name="T3" fmla="*/ 0 h 162"/>
                <a:gd name="T4" fmla="*/ 5 w 703"/>
                <a:gd name="T5" fmla="*/ 0 h 162"/>
                <a:gd name="T6" fmla="*/ 5 w 703"/>
                <a:gd name="T7" fmla="*/ 0 h 162"/>
                <a:gd name="T8" fmla="*/ 4 w 703"/>
                <a:gd name="T9" fmla="*/ 0 h 162"/>
                <a:gd name="T10" fmla="*/ 4 w 703"/>
                <a:gd name="T11" fmla="*/ 0 h 162"/>
                <a:gd name="T12" fmla="*/ 4 w 703"/>
                <a:gd name="T13" fmla="*/ 0 h 162"/>
                <a:gd name="T14" fmla="*/ 3 w 703"/>
                <a:gd name="T15" fmla="*/ 1 h 162"/>
                <a:gd name="T16" fmla="*/ 3 w 703"/>
                <a:gd name="T17" fmla="*/ 1 h 162"/>
                <a:gd name="T18" fmla="*/ 3 w 703"/>
                <a:gd name="T19" fmla="*/ 1 h 162"/>
                <a:gd name="T20" fmla="*/ 2 w 703"/>
                <a:gd name="T21" fmla="*/ 1 h 162"/>
                <a:gd name="T22" fmla="*/ 2 w 703"/>
                <a:gd name="T23" fmla="*/ 1 h 162"/>
                <a:gd name="T24" fmla="*/ 2 w 703"/>
                <a:gd name="T25" fmla="*/ 0 h 162"/>
                <a:gd name="T26" fmla="*/ 1 w 703"/>
                <a:gd name="T27" fmla="*/ 0 h 162"/>
                <a:gd name="T28" fmla="*/ 1 w 703"/>
                <a:gd name="T29" fmla="*/ 0 h 162"/>
                <a:gd name="T30" fmla="*/ 1 w 703"/>
                <a:gd name="T31" fmla="*/ 0 h 162"/>
                <a:gd name="T32" fmla="*/ 1 w 703"/>
                <a:gd name="T33" fmla="*/ 0 h 162"/>
                <a:gd name="T34" fmla="*/ 0 w 703"/>
                <a:gd name="T35" fmla="*/ 0 h 162"/>
                <a:gd name="T36" fmla="*/ 0 w 703"/>
                <a:gd name="T37" fmla="*/ 1 h 162"/>
                <a:gd name="T38" fmla="*/ 0 w 703"/>
                <a:gd name="T39" fmla="*/ 1 h 162"/>
                <a:gd name="T40" fmla="*/ 1 w 703"/>
                <a:gd name="T41" fmla="*/ 1 h 162"/>
                <a:gd name="T42" fmla="*/ 1 w 703"/>
                <a:gd name="T43" fmla="*/ 1 h 162"/>
                <a:gd name="T44" fmla="*/ 1 w 703"/>
                <a:gd name="T45" fmla="*/ 1 h 162"/>
                <a:gd name="T46" fmla="*/ 2 w 703"/>
                <a:gd name="T47" fmla="*/ 1 h 162"/>
                <a:gd name="T48" fmla="*/ 2 w 703"/>
                <a:gd name="T49" fmla="*/ 1 h 162"/>
                <a:gd name="T50" fmla="*/ 2 w 703"/>
                <a:gd name="T51" fmla="*/ 1 h 162"/>
                <a:gd name="T52" fmla="*/ 3 w 703"/>
                <a:gd name="T53" fmla="*/ 1 h 162"/>
                <a:gd name="T54" fmla="*/ 3 w 703"/>
                <a:gd name="T55" fmla="*/ 1 h 162"/>
                <a:gd name="T56" fmla="*/ 3 w 703"/>
                <a:gd name="T57" fmla="*/ 1 h 162"/>
                <a:gd name="T58" fmla="*/ 4 w 703"/>
                <a:gd name="T59" fmla="*/ 1 h 162"/>
                <a:gd name="T60" fmla="*/ 4 w 703"/>
                <a:gd name="T61" fmla="*/ 1 h 162"/>
                <a:gd name="T62" fmla="*/ 5 w 703"/>
                <a:gd name="T63" fmla="*/ 1 h 162"/>
                <a:gd name="T64" fmla="*/ 5 w 703"/>
                <a:gd name="T65" fmla="*/ 1 h 162"/>
                <a:gd name="T66" fmla="*/ 5 w 703"/>
                <a:gd name="T67" fmla="*/ 1 h 162"/>
                <a:gd name="T68" fmla="*/ 5 w 703"/>
                <a:gd name="T69" fmla="*/ 1 h 162"/>
                <a:gd name="T70" fmla="*/ 5 w 703"/>
                <a:gd name="T71" fmla="*/ 1 h 162"/>
                <a:gd name="T72" fmla="*/ 5 w 703"/>
                <a:gd name="T73" fmla="*/ 1 h 162"/>
                <a:gd name="T74" fmla="*/ 5 w 703"/>
                <a:gd name="T75" fmla="*/ 1 h 162"/>
                <a:gd name="T76" fmla="*/ 6 w 703"/>
                <a:gd name="T77" fmla="*/ 0 h 162"/>
                <a:gd name="T78" fmla="*/ 6 w 703"/>
                <a:gd name="T79" fmla="*/ 0 h 162"/>
                <a:gd name="T80" fmla="*/ 6 w 703"/>
                <a:gd name="T81" fmla="*/ 0 h 162"/>
                <a:gd name="T82" fmla="*/ 5 w 703"/>
                <a:gd name="T83" fmla="*/ 0 h 162"/>
                <a:gd name="T84" fmla="*/ 5 w 703"/>
                <a:gd name="T85" fmla="*/ 0 h 162"/>
                <a:gd name="T86" fmla="*/ 5 w 703"/>
                <a:gd name="T87" fmla="*/ 0 h 162"/>
                <a:gd name="T88" fmla="*/ 5 w 703"/>
                <a:gd name="T89" fmla="*/ 0 h 162"/>
                <a:gd name="T90" fmla="*/ 5 w 703"/>
                <a:gd name="T91" fmla="*/ 0 h 162"/>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703"/>
                <a:gd name="T139" fmla="*/ 0 h 162"/>
                <a:gd name="T140" fmla="*/ 703 w 703"/>
                <a:gd name="T141" fmla="*/ 162 h 162"/>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703" h="162">
                  <a:moveTo>
                    <a:pt x="631" y="8"/>
                  </a:moveTo>
                  <a:lnTo>
                    <a:pt x="636" y="6"/>
                  </a:lnTo>
                  <a:lnTo>
                    <a:pt x="606" y="20"/>
                  </a:lnTo>
                  <a:lnTo>
                    <a:pt x="575" y="32"/>
                  </a:lnTo>
                  <a:lnTo>
                    <a:pt x="540" y="42"/>
                  </a:lnTo>
                  <a:lnTo>
                    <a:pt x="504" y="52"/>
                  </a:lnTo>
                  <a:lnTo>
                    <a:pt x="467" y="59"/>
                  </a:lnTo>
                  <a:lnTo>
                    <a:pt x="428" y="64"/>
                  </a:lnTo>
                  <a:lnTo>
                    <a:pt x="389" y="67"/>
                  </a:lnTo>
                  <a:lnTo>
                    <a:pt x="348" y="68"/>
                  </a:lnTo>
                  <a:lnTo>
                    <a:pt x="308" y="68"/>
                  </a:lnTo>
                  <a:lnTo>
                    <a:pt x="267" y="65"/>
                  </a:lnTo>
                  <a:lnTo>
                    <a:pt x="226" y="61"/>
                  </a:lnTo>
                  <a:lnTo>
                    <a:pt x="187" y="54"/>
                  </a:lnTo>
                  <a:lnTo>
                    <a:pt x="148" y="44"/>
                  </a:lnTo>
                  <a:lnTo>
                    <a:pt x="110" y="33"/>
                  </a:lnTo>
                  <a:lnTo>
                    <a:pt x="75" y="20"/>
                  </a:lnTo>
                  <a:lnTo>
                    <a:pt x="42" y="5"/>
                  </a:lnTo>
                  <a:lnTo>
                    <a:pt x="0" y="89"/>
                  </a:lnTo>
                  <a:lnTo>
                    <a:pt x="40" y="107"/>
                  </a:lnTo>
                  <a:lnTo>
                    <a:pt x="82" y="122"/>
                  </a:lnTo>
                  <a:lnTo>
                    <a:pt x="124" y="135"/>
                  </a:lnTo>
                  <a:lnTo>
                    <a:pt x="169" y="146"/>
                  </a:lnTo>
                  <a:lnTo>
                    <a:pt x="214" y="153"/>
                  </a:lnTo>
                  <a:lnTo>
                    <a:pt x="258" y="158"/>
                  </a:lnTo>
                  <a:lnTo>
                    <a:pt x="303" y="162"/>
                  </a:lnTo>
                  <a:lnTo>
                    <a:pt x="348" y="162"/>
                  </a:lnTo>
                  <a:lnTo>
                    <a:pt x="394" y="161"/>
                  </a:lnTo>
                  <a:lnTo>
                    <a:pt x="439" y="157"/>
                  </a:lnTo>
                  <a:lnTo>
                    <a:pt x="481" y="150"/>
                  </a:lnTo>
                  <a:lnTo>
                    <a:pt x="525" y="143"/>
                  </a:lnTo>
                  <a:lnTo>
                    <a:pt x="566" y="132"/>
                  </a:lnTo>
                  <a:lnTo>
                    <a:pt x="606" y="121"/>
                  </a:lnTo>
                  <a:lnTo>
                    <a:pt x="643" y="105"/>
                  </a:lnTo>
                  <a:lnTo>
                    <a:pt x="678" y="88"/>
                  </a:lnTo>
                  <a:lnTo>
                    <a:pt x="683" y="86"/>
                  </a:lnTo>
                  <a:lnTo>
                    <a:pt x="678" y="88"/>
                  </a:lnTo>
                  <a:lnTo>
                    <a:pt x="695" y="75"/>
                  </a:lnTo>
                  <a:lnTo>
                    <a:pt x="702" y="60"/>
                  </a:lnTo>
                  <a:lnTo>
                    <a:pt x="703" y="42"/>
                  </a:lnTo>
                  <a:lnTo>
                    <a:pt x="698" y="26"/>
                  </a:lnTo>
                  <a:lnTo>
                    <a:pt x="688" y="12"/>
                  </a:lnTo>
                  <a:lnTo>
                    <a:pt x="674" y="3"/>
                  </a:lnTo>
                  <a:lnTo>
                    <a:pt x="656" y="0"/>
                  </a:lnTo>
                  <a:lnTo>
                    <a:pt x="636" y="6"/>
                  </a:lnTo>
                  <a:lnTo>
                    <a:pt x="631"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1276" name="Freeform 38"/>
            <p:cNvSpPr>
              <a:spLocks/>
            </p:cNvSpPr>
            <p:nvPr/>
          </p:nvSpPr>
          <p:spPr bwMode="auto">
            <a:xfrm>
              <a:off x="1332" y="2204"/>
              <a:ext cx="283" cy="192"/>
            </a:xfrm>
            <a:custGeom>
              <a:avLst/>
              <a:gdLst>
                <a:gd name="T0" fmla="*/ 11 w 1415"/>
                <a:gd name="T1" fmla="*/ 0 h 960"/>
                <a:gd name="T2" fmla="*/ 11 w 1415"/>
                <a:gd name="T3" fmla="*/ 0 h 960"/>
                <a:gd name="T4" fmla="*/ 0 w 1415"/>
                <a:gd name="T5" fmla="*/ 7 h 960"/>
                <a:gd name="T6" fmla="*/ 0 w 1415"/>
                <a:gd name="T7" fmla="*/ 8 h 960"/>
                <a:gd name="T8" fmla="*/ 11 w 1415"/>
                <a:gd name="T9" fmla="*/ 1 h 960"/>
                <a:gd name="T10" fmla="*/ 11 w 1415"/>
                <a:gd name="T11" fmla="*/ 1 h 960"/>
                <a:gd name="T12" fmla="*/ 11 w 1415"/>
                <a:gd name="T13" fmla="*/ 1 h 960"/>
                <a:gd name="T14" fmla="*/ 11 w 1415"/>
                <a:gd name="T15" fmla="*/ 1 h 960"/>
                <a:gd name="T16" fmla="*/ 11 w 1415"/>
                <a:gd name="T17" fmla="*/ 0 h 960"/>
                <a:gd name="T18" fmla="*/ 11 w 1415"/>
                <a:gd name="T19" fmla="*/ 0 h 960"/>
                <a:gd name="T20" fmla="*/ 11 w 1415"/>
                <a:gd name="T21" fmla="*/ 0 h 960"/>
                <a:gd name="T22" fmla="*/ 11 w 1415"/>
                <a:gd name="T23" fmla="*/ 0 h 960"/>
                <a:gd name="T24" fmla="*/ 11 w 1415"/>
                <a:gd name="T25" fmla="*/ 0 h 960"/>
                <a:gd name="T26" fmla="*/ 11 w 1415"/>
                <a:gd name="T27" fmla="*/ 0 h 960"/>
                <a:gd name="T28" fmla="*/ 11 w 1415"/>
                <a:gd name="T29" fmla="*/ 0 h 960"/>
                <a:gd name="T30" fmla="*/ 11 w 1415"/>
                <a:gd name="T31" fmla="*/ 0 h 96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15"/>
                <a:gd name="T49" fmla="*/ 0 h 960"/>
                <a:gd name="T50" fmla="*/ 1415 w 1415"/>
                <a:gd name="T51" fmla="*/ 960 h 96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15" h="960">
                  <a:moveTo>
                    <a:pt x="1338" y="10"/>
                  </a:moveTo>
                  <a:lnTo>
                    <a:pt x="1342" y="8"/>
                  </a:lnTo>
                  <a:lnTo>
                    <a:pt x="0" y="882"/>
                  </a:lnTo>
                  <a:lnTo>
                    <a:pt x="52" y="960"/>
                  </a:lnTo>
                  <a:lnTo>
                    <a:pt x="1393" y="85"/>
                  </a:lnTo>
                  <a:lnTo>
                    <a:pt x="1397" y="83"/>
                  </a:lnTo>
                  <a:lnTo>
                    <a:pt x="1393" y="85"/>
                  </a:lnTo>
                  <a:lnTo>
                    <a:pt x="1409" y="71"/>
                  </a:lnTo>
                  <a:lnTo>
                    <a:pt x="1415" y="53"/>
                  </a:lnTo>
                  <a:lnTo>
                    <a:pt x="1413" y="37"/>
                  </a:lnTo>
                  <a:lnTo>
                    <a:pt x="1406" y="21"/>
                  </a:lnTo>
                  <a:lnTo>
                    <a:pt x="1395" y="8"/>
                  </a:lnTo>
                  <a:lnTo>
                    <a:pt x="1379" y="1"/>
                  </a:lnTo>
                  <a:lnTo>
                    <a:pt x="1361" y="0"/>
                  </a:lnTo>
                  <a:lnTo>
                    <a:pt x="1342" y="8"/>
                  </a:lnTo>
                  <a:lnTo>
                    <a:pt x="1338" y="1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1277" name="Freeform 39"/>
            <p:cNvSpPr>
              <a:spLocks/>
            </p:cNvSpPr>
            <p:nvPr/>
          </p:nvSpPr>
          <p:spPr bwMode="auto">
            <a:xfrm>
              <a:off x="1599" y="2057"/>
              <a:ext cx="80" cy="163"/>
            </a:xfrm>
            <a:custGeom>
              <a:avLst/>
              <a:gdLst>
                <a:gd name="T0" fmla="*/ 2 w 398"/>
                <a:gd name="T1" fmla="*/ 0 h 817"/>
                <a:gd name="T2" fmla="*/ 2 w 398"/>
                <a:gd name="T3" fmla="*/ 0 h 817"/>
                <a:gd name="T4" fmla="*/ 2 w 398"/>
                <a:gd name="T5" fmla="*/ 1 h 817"/>
                <a:gd name="T6" fmla="*/ 2 w 398"/>
                <a:gd name="T7" fmla="*/ 1 h 817"/>
                <a:gd name="T8" fmla="*/ 2 w 398"/>
                <a:gd name="T9" fmla="*/ 2 h 817"/>
                <a:gd name="T10" fmla="*/ 2 w 398"/>
                <a:gd name="T11" fmla="*/ 2 h 817"/>
                <a:gd name="T12" fmla="*/ 2 w 398"/>
                <a:gd name="T13" fmla="*/ 2 h 817"/>
                <a:gd name="T14" fmla="*/ 2 w 398"/>
                <a:gd name="T15" fmla="*/ 3 h 817"/>
                <a:gd name="T16" fmla="*/ 2 w 398"/>
                <a:gd name="T17" fmla="*/ 3 h 817"/>
                <a:gd name="T18" fmla="*/ 2 w 398"/>
                <a:gd name="T19" fmla="*/ 4 h 817"/>
                <a:gd name="T20" fmla="*/ 2 w 398"/>
                <a:gd name="T21" fmla="*/ 4 h 817"/>
                <a:gd name="T22" fmla="*/ 1 w 398"/>
                <a:gd name="T23" fmla="*/ 4 h 817"/>
                <a:gd name="T24" fmla="*/ 1 w 398"/>
                <a:gd name="T25" fmla="*/ 5 h 817"/>
                <a:gd name="T26" fmla="*/ 1 w 398"/>
                <a:gd name="T27" fmla="*/ 5 h 817"/>
                <a:gd name="T28" fmla="*/ 1 w 398"/>
                <a:gd name="T29" fmla="*/ 5 h 817"/>
                <a:gd name="T30" fmla="*/ 1 w 398"/>
                <a:gd name="T31" fmla="*/ 5 h 817"/>
                <a:gd name="T32" fmla="*/ 0 w 398"/>
                <a:gd name="T33" fmla="*/ 6 h 817"/>
                <a:gd name="T34" fmla="*/ 0 w 398"/>
                <a:gd name="T35" fmla="*/ 6 h 817"/>
                <a:gd name="T36" fmla="*/ 0 w 398"/>
                <a:gd name="T37" fmla="*/ 7 h 817"/>
                <a:gd name="T38" fmla="*/ 1 w 398"/>
                <a:gd name="T39" fmla="*/ 6 h 817"/>
                <a:gd name="T40" fmla="*/ 1 w 398"/>
                <a:gd name="T41" fmla="*/ 6 h 817"/>
                <a:gd name="T42" fmla="*/ 1 w 398"/>
                <a:gd name="T43" fmla="*/ 6 h 817"/>
                <a:gd name="T44" fmla="*/ 2 w 398"/>
                <a:gd name="T45" fmla="*/ 5 h 817"/>
                <a:gd name="T46" fmla="*/ 2 w 398"/>
                <a:gd name="T47" fmla="*/ 5 h 817"/>
                <a:gd name="T48" fmla="*/ 2 w 398"/>
                <a:gd name="T49" fmla="*/ 5 h 817"/>
                <a:gd name="T50" fmla="*/ 2 w 398"/>
                <a:gd name="T51" fmla="*/ 4 h 817"/>
                <a:gd name="T52" fmla="*/ 2 w 398"/>
                <a:gd name="T53" fmla="*/ 4 h 817"/>
                <a:gd name="T54" fmla="*/ 3 w 398"/>
                <a:gd name="T55" fmla="*/ 3 h 817"/>
                <a:gd name="T56" fmla="*/ 3 w 398"/>
                <a:gd name="T57" fmla="*/ 3 h 817"/>
                <a:gd name="T58" fmla="*/ 3 w 398"/>
                <a:gd name="T59" fmla="*/ 3 h 817"/>
                <a:gd name="T60" fmla="*/ 3 w 398"/>
                <a:gd name="T61" fmla="*/ 2 h 817"/>
                <a:gd name="T62" fmla="*/ 3 w 398"/>
                <a:gd name="T63" fmla="*/ 2 h 817"/>
                <a:gd name="T64" fmla="*/ 3 w 398"/>
                <a:gd name="T65" fmla="*/ 1 h 817"/>
                <a:gd name="T66" fmla="*/ 3 w 398"/>
                <a:gd name="T67" fmla="*/ 1 h 817"/>
                <a:gd name="T68" fmla="*/ 3 w 398"/>
                <a:gd name="T69" fmla="*/ 0 h 817"/>
                <a:gd name="T70" fmla="*/ 3 w 398"/>
                <a:gd name="T71" fmla="*/ 0 h 817"/>
                <a:gd name="T72" fmla="*/ 3 w 398"/>
                <a:gd name="T73" fmla="*/ 0 h 817"/>
                <a:gd name="T74" fmla="*/ 3 w 398"/>
                <a:gd name="T75" fmla="*/ 0 h 817"/>
                <a:gd name="T76" fmla="*/ 3 w 398"/>
                <a:gd name="T77" fmla="*/ 0 h 817"/>
                <a:gd name="T78" fmla="*/ 3 w 398"/>
                <a:gd name="T79" fmla="*/ 0 h 817"/>
                <a:gd name="T80" fmla="*/ 3 w 398"/>
                <a:gd name="T81" fmla="*/ 0 h 817"/>
                <a:gd name="T82" fmla="*/ 3 w 398"/>
                <a:gd name="T83" fmla="*/ 0 h 817"/>
                <a:gd name="T84" fmla="*/ 3 w 398"/>
                <a:gd name="T85" fmla="*/ 0 h 817"/>
                <a:gd name="T86" fmla="*/ 2 w 398"/>
                <a:gd name="T87" fmla="*/ 0 h 817"/>
                <a:gd name="T88" fmla="*/ 2 w 398"/>
                <a:gd name="T89" fmla="*/ 0 h 817"/>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398"/>
                <a:gd name="T136" fmla="*/ 0 h 817"/>
                <a:gd name="T137" fmla="*/ 398 w 398"/>
                <a:gd name="T138" fmla="*/ 817 h 817"/>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398" h="817">
                  <a:moveTo>
                    <a:pt x="304" y="47"/>
                  </a:moveTo>
                  <a:lnTo>
                    <a:pt x="304" y="47"/>
                  </a:lnTo>
                  <a:lnTo>
                    <a:pt x="301" y="97"/>
                  </a:lnTo>
                  <a:lnTo>
                    <a:pt x="297" y="147"/>
                  </a:lnTo>
                  <a:lnTo>
                    <a:pt x="291" y="198"/>
                  </a:lnTo>
                  <a:lnTo>
                    <a:pt x="280" y="247"/>
                  </a:lnTo>
                  <a:lnTo>
                    <a:pt x="268" y="297"/>
                  </a:lnTo>
                  <a:lnTo>
                    <a:pt x="253" y="347"/>
                  </a:lnTo>
                  <a:lnTo>
                    <a:pt x="236" y="395"/>
                  </a:lnTo>
                  <a:lnTo>
                    <a:pt x="217" y="442"/>
                  </a:lnTo>
                  <a:lnTo>
                    <a:pt x="195" y="487"/>
                  </a:lnTo>
                  <a:lnTo>
                    <a:pt x="171" y="532"/>
                  </a:lnTo>
                  <a:lnTo>
                    <a:pt x="147" y="574"/>
                  </a:lnTo>
                  <a:lnTo>
                    <a:pt x="121" y="613"/>
                  </a:lnTo>
                  <a:lnTo>
                    <a:pt x="93" y="650"/>
                  </a:lnTo>
                  <a:lnTo>
                    <a:pt x="64" y="684"/>
                  </a:lnTo>
                  <a:lnTo>
                    <a:pt x="32" y="716"/>
                  </a:lnTo>
                  <a:lnTo>
                    <a:pt x="0" y="744"/>
                  </a:lnTo>
                  <a:lnTo>
                    <a:pt x="59" y="817"/>
                  </a:lnTo>
                  <a:lnTo>
                    <a:pt x="95" y="784"/>
                  </a:lnTo>
                  <a:lnTo>
                    <a:pt x="132" y="748"/>
                  </a:lnTo>
                  <a:lnTo>
                    <a:pt x="166" y="709"/>
                  </a:lnTo>
                  <a:lnTo>
                    <a:pt x="196" y="667"/>
                  </a:lnTo>
                  <a:lnTo>
                    <a:pt x="227" y="623"/>
                  </a:lnTo>
                  <a:lnTo>
                    <a:pt x="253" y="576"/>
                  </a:lnTo>
                  <a:lnTo>
                    <a:pt x="279" y="530"/>
                  </a:lnTo>
                  <a:lnTo>
                    <a:pt x="301" y="479"/>
                  </a:lnTo>
                  <a:lnTo>
                    <a:pt x="323" y="428"/>
                  </a:lnTo>
                  <a:lnTo>
                    <a:pt x="342" y="375"/>
                  </a:lnTo>
                  <a:lnTo>
                    <a:pt x="359" y="321"/>
                  </a:lnTo>
                  <a:lnTo>
                    <a:pt x="372" y="268"/>
                  </a:lnTo>
                  <a:lnTo>
                    <a:pt x="382" y="212"/>
                  </a:lnTo>
                  <a:lnTo>
                    <a:pt x="391" y="157"/>
                  </a:lnTo>
                  <a:lnTo>
                    <a:pt x="395" y="102"/>
                  </a:lnTo>
                  <a:lnTo>
                    <a:pt x="398" y="47"/>
                  </a:lnTo>
                  <a:lnTo>
                    <a:pt x="394" y="27"/>
                  </a:lnTo>
                  <a:lnTo>
                    <a:pt x="383" y="11"/>
                  </a:lnTo>
                  <a:lnTo>
                    <a:pt x="368" y="3"/>
                  </a:lnTo>
                  <a:lnTo>
                    <a:pt x="351" y="0"/>
                  </a:lnTo>
                  <a:lnTo>
                    <a:pt x="333" y="3"/>
                  </a:lnTo>
                  <a:lnTo>
                    <a:pt x="319" y="11"/>
                  </a:lnTo>
                  <a:lnTo>
                    <a:pt x="307" y="27"/>
                  </a:lnTo>
                  <a:lnTo>
                    <a:pt x="304" y="4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1278" name="Freeform 40"/>
            <p:cNvSpPr>
              <a:spLocks/>
            </p:cNvSpPr>
            <p:nvPr/>
          </p:nvSpPr>
          <p:spPr bwMode="auto">
            <a:xfrm>
              <a:off x="1660" y="1701"/>
              <a:ext cx="19" cy="365"/>
            </a:xfrm>
            <a:custGeom>
              <a:avLst/>
              <a:gdLst>
                <a:gd name="T0" fmla="*/ 0 w 95"/>
                <a:gd name="T1" fmla="*/ 0 h 1826"/>
                <a:gd name="T2" fmla="*/ 0 w 95"/>
                <a:gd name="T3" fmla="*/ 0 h 1826"/>
                <a:gd name="T4" fmla="*/ 0 w 95"/>
                <a:gd name="T5" fmla="*/ 15 h 1826"/>
                <a:gd name="T6" fmla="*/ 1 w 95"/>
                <a:gd name="T7" fmla="*/ 15 h 1826"/>
                <a:gd name="T8" fmla="*/ 1 w 95"/>
                <a:gd name="T9" fmla="*/ 0 h 1826"/>
                <a:gd name="T10" fmla="*/ 1 w 95"/>
                <a:gd name="T11" fmla="*/ 0 h 1826"/>
                <a:gd name="T12" fmla="*/ 1 w 95"/>
                <a:gd name="T13" fmla="*/ 0 h 1826"/>
                <a:gd name="T14" fmla="*/ 1 w 95"/>
                <a:gd name="T15" fmla="*/ 0 h 1826"/>
                <a:gd name="T16" fmla="*/ 1 w 95"/>
                <a:gd name="T17" fmla="*/ 0 h 1826"/>
                <a:gd name="T18" fmla="*/ 1 w 95"/>
                <a:gd name="T19" fmla="*/ 0 h 1826"/>
                <a:gd name="T20" fmla="*/ 0 w 95"/>
                <a:gd name="T21" fmla="*/ 0 h 1826"/>
                <a:gd name="T22" fmla="*/ 0 w 95"/>
                <a:gd name="T23" fmla="*/ 0 h 1826"/>
                <a:gd name="T24" fmla="*/ 0 w 95"/>
                <a:gd name="T25" fmla="*/ 0 h 1826"/>
                <a:gd name="T26" fmla="*/ 0 w 95"/>
                <a:gd name="T27" fmla="*/ 0 h 1826"/>
                <a:gd name="T28" fmla="*/ 0 w 95"/>
                <a:gd name="T29" fmla="*/ 0 h 1826"/>
                <a:gd name="T30" fmla="*/ 0 w 95"/>
                <a:gd name="T31" fmla="*/ 0 h 182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95"/>
                <a:gd name="T49" fmla="*/ 0 h 1826"/>
                <a:gd name="T50" fmla="*/ 95 w 95"/>
                <a:gd name="T51" fmla="*/ 1826 h 182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95" h="1826">
                  <a:moveTo>
                    <a:pt x="0" y="49"/>
                  </a:moveTo>
                  <a:lnTo>
                    <a:pt x="0" y="47"/>
                  </a:lnTo>
                  <a:lnTo>
                    <a:pt x="1" y="1826"/>
                  </a:lnTo>
                  <a:lnTo>
                    <a:pt x="95" y="1826"/>
                  </a:lnTo>
                  <a:lnTo>
                    <a:pt x="93" y="47"/>
                  </a:lnTo>
                  <a:lnTo>
                    <a:pt x="93" y="45"/>
                  </a:lnTo>
                  <a:lnTo>
                    <a:pt x="93" y="47"/>
                  </a:lnTo>
                  <a:lnTo>
                    <a:pt x="90" y="27"/>
                  </a:lnTo>
                  <a:lnTo>
                    <a:pt x="79" y="12"/>
                  </a:lnTo>
                  <a:lnTo>
                    <a:pt x="64" y="4"/>
                  </a:lnTo>
                  <a:lnTo>
                    <a:pt x="47" y="0"/>
                  </a:lnTo>
                  <a:lnTo>
                    <a:pt x="29" y="4"/>
                  </a:lnTo>
                  <a:lnTo>
                    <a:pt x="15" y="12"/>
                  </a:lnTo>
                  <a:lnTo>
                    <a:pt x="3" y="27"/>
                  </a:lnTo>
                  <a:lnTo>
                    <a:pt x="0" y="47"/>
                  </a:lnTo>
                  <a:lnTo>
                    <a:pt x="0" y="4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1279" name="Freeform 41"/>
            <p:cNvSpPr>
              <a:spLocks/>
            </p:cNvSpPr>
            <p:nvPr/>
          </p:nvSpPr>
          <p:spPr bwMode="auto">
            <a:xfrm>
              <a:off x="1598" y="1598"/>
              <a:ext cx="81" cy="113"/>
            </a:xfrm>
            <a:custGeom>
              <a:avLst/>
              <a:gdLst>
                <a:gd name="T0" fmla="*/ 0 w 401"/>
                <a:gd name="T1" fmla="*/ 1 h 566"/>
                <a:gd name="T2" fmla="*/ 0 w 401"/>
                <a:gd name="T3" fmla="*/ 1 h 566"/>
                <a:gd name="T4" fmla="*/ 0 w 401"/>
                <a:gd name="T5" fmla="*/ 1 h 566"/>
                <a:gd name="T6" fmla="*/ 1 w 401"/>
                <a:gd name="T7" fmla="*/ 1 h 566"/>
                <a:gd name="T8" fmla="*/ 1 w 401"/>
                <a:gd name="T9" fmla="*/ 1 h 566"/>
                <a:gd name="T10" fmla="*/ 1 w 401"/>
                <a:gd name="T11" fmla="*/ 1 h 566"/>
                <a:gd name="T12" fmla="*/ 1 w 401"/>
                <a:gd name="T13" fmla="*/ 2 h 566"/>
                <a:gd name="T14" fmla="*/ 1 w 401"/>
                <a:gd name="T15" fmla="*/ 2 h 566"/>
                <a:gd name="T16" fmla="*/ 2 w 401"/>
                <a:gd name="T17" fmla="*/ 2 h 566"/>
                <a:gd name="T18" fmla="*/ 2 w 401"/>
                <a:gd name="T19" fmla="*/ 2 h 566"/>
                <a:gd name="T20" fmla="*/ 2 w 401"/>
                <a:gd name="T21" fmla="*/ 2 h 566"/>
                <a:gd name="T22" fmla="*/ 2 w 401"/>
                <a:gd name="T23" fmla="*/ 3 h 566"/>
                <a:gd name="T24" fmla="*/ 2 w 401"/>
                <a:gd name="T25" fmla="*/ 3 h 566"/>
                <a:gd name="T26" fmla="*/ 2 w 401"/>
                <a:gd name="T27" fmla="*/ 3 h 566"/>
                <a:gd name="T28" fmla="*/ 2 w 401"/>
                <a:gd name="T29" fmla="*/ 4 h 566"/>
                <a:gd name="T30" fmla="*/ 2 w 401"/>
                <a:gd name="T31" fmla="*/ 4 h 566"/>
                <a:gd name="T32" fmla="*/ 2 w 401"/>
                <a:gd name="T33" fmla="*/ 4 h 566"/>
                <a:gd name="T34" fmla="*/ 3 w 401"/>
                <a:gd name="T35" fmla="*/ 5 h 566"/>
                <a:gd name="T36" fmla="*/ 3 w 401"/>
                <a:gd name="T37" fmla="*/ 4 h 566"/>
                <a:gd name="T38" fmla="*/ 3 w 401"/>
                <a:gd name="T39" fmla="*/ 4 h 566"/>
                <a:gd name="T40" fmla="*/ 3 w 401"/>
                <a:gd name="T41" fmla="*/ 4 h 566"/>
                <a:gd name="T42" fmla="*/ 3 w 401"/>
                <a:gd name="T43" fmla="*/ 3 h 566"/>
                <a:gd name="T44" fmla="*/ 3 w 401"/>
                <a:gd name="T45" fmla="*/ 3 h 566"/>
                <a:gd name="T46" fmla="*/ 3 w 401"/>
                <a:gd name="T47" fmla="*/ 3 h 566"/>
                <a:gd name="T48" fmla="*/ 3 w 401"/>
                <a:gd name="T49" fmla="*/ 2 h 566"/>
                <a:gd name="T50" fmla="*/ 3 w 401"/>
                <a:gd name="T51" fmla="*/ 2 h 566"/>
                <a:gd name="T52" fmla="*/ 2 w 401"/>
                <a:gd name="T53" fmla="*/ 2 h 566"/>
                <a:gd name="T54" fmla="*/ 2 w 401"/>
                <a:gd name="T55" fmla="*/ 2 h 566"/>
                <a:gd name="T56" fmla="*/ 2 w 401"/>
                <a:gd name="T57" fmla="*/ 1 h 566"/>
                <a:gd name="T58" fmla="*/ 2 w 401"/>
                <a:gd name="T59" fmla="*/ 1 h 566"/>
                <a:gd name="T60" fmla="*/ 2 w 401"/>
                <a:gd name="T61" fmla="*/ 1 h 566"/>
                <a:gd name="T62" fmla="*/ 1 w 401"/>
                <a:gd name="T63" fmla="*/ 1 h 566"/>
                <a:gd name="T64" fmla="*/ 1 w 401"/>
                <a:gd name="T65" fmla="*/ 0 h 566"/>
                <a:gd name="T66" fmla="*/ 1 w 401"/>
                <a:gd name="T67" fmla="*/ 0 h 566"/>
                <a:gd name="T68" fmla="*/ 1 w 401"/>
                <a:gd name="T69" fmla="*/ 0 h 566"/>
                <a:gd name="T70" fmla="*/ 1 w 401"/>
                <a:gd name="T71" fmla="*/ 0 h 566"/>
                <a:gd name="T72" fmla="*/ 1 w 401"/>
                <a:gd name="T73" fmla="*/ 0 h 566"/>
                <a:gd name="T74" fmla="*/ 0 w 401"/>
                <a:gd name="T75" fmla="*/ 0 h 566"/>
                <a:gd name="T76" fmla="*/ 0 w 401"/>
                <a:gd name="T77" fmla="*/ 0 h 566"/>
                <a:gd name="T78" fmla="*/ 0 w 401"/>
                <a:gd name="T79" fmla="*/ 0 h 566"/>
                <a:gd name="T80" fmla="*/ 0 w 401"/>
                <a:gd name="T81" fmla="*/ 0 h 566"/>
                <a:gd name="T82" fmla="*/ 0 w 401"/>
                <a:gd name="T83" fmla="*/ 0 h 566"/>
                <a:gd name="T84" fmla="*/ 0 w 401"/>
                <a:gd name="T85" fmla="*/ 0 h 566"/>
                <a:gd name="T86" fmla="*/ 0 w 401"/>
                <a:gd name="T87" fmla="*/ 1 h 566"/>
                <a:gd name="T88" fmla="*/ 0 w 401"/>
                <a:gd name="T89" fmla="*/ 1 h 56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401"/>
                <a:gd name="T136" fmla="*/ 0 h 566"/>
                <a:gd name="T137" fmla="*/ 401 w 401"/>
                <a:gd name="T138" fmla="*/ 566 h 566"/>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401" h="566">
                  <a:moveTo>
                    <a:pt x="23" y="88"/>
                  </a:moveTo>
                  <a:lnTo>
                    <a:pt x="23" y="88"/>
                  </a:lnTo>
                  <a:lnTo>
                    <a:pt x="53" y="107"/>
                  </a:lnTo>
                  <a:lnTo>
                    <a:pt x="83" y="125"/>
                  </a:lnTo>
                  <a:lnTo>
                    <a:pt x="108" y="147"/>
                  </a:lnTo>
                  <a:lnTo>
                    <a:pt x="135" y="171"/>
                  </a:lnTo>
                  <a:lnTo>
                    <a:pt x="160" y="196"/>
                  </a:lnTo>
                  <a:lnTo>
                    <a:pt x="182" y="223"/>
                  </a:lnTo>
                  <a:lnTo>
                    <a:pt x="205" y="251"/>
                  </a:lnTo>
                  <a:lnTo>
                    <a:pt x="223" y="281"/>
                  </a:lnTo>
                  <a:lnTo>
                    <a:pt x="240" y="312"/>
                  </a:lnTo>
                  <a:lnTo>
                    <a:pt x="256" y="345"/>
                  </a:lnTo>
                  <a:lnTo>
                    <a:pt x="270" y="379"/>
                  </a:lnTo>
                  <a:lnTo>
                    <a:pt x="282" y="414"/>
                  </a:lnTo>
                  <a:lnTo>
                    <a:pt x="291" y="450"/>
                  </a:lnTo>
                  <a:lnTo>
                    <a:pt x="299" y="488"/>
                  </a:lnTo>
                  <a:lnTo>
                    <a:pt x="304" y="526"/>
                  </a:lnTo>
                  <a:lnTo>
                    <a:pt x="308" y="566"/>
                  </a:lnTo>
                  <a:lnTo>
                    <a:pt x="401" y="562"/>
                  </a:lnTo>
                  <a:lnTo>
                    <a:pt x="398" y="517"/>
                  </a:lnTo>
                  <a:lnTo>
                    <a:pt x="391" y="471"/>
                  </a:lnTo>
                  <a:lnTo>
                    <a:pt x="383" y="429"/>
                  </a:lnTo>
                  <a:lnTo>
                    <a:pt x="371" y="386"/>
                  </a:lnTo>
                  <a:lnTo>
                    <a:pt x="357" y="346"/>
                  </a:lnTo>
                  <a:lnTo>
                    <a:pt x="340" y="307"/>
                  </a:lnTo>
                  <a:lnTo>
                    <a:pt x="324" y="270"/>
                  </a:lnTo>
                  <a:lnTo>
                    <a:pt x="303" y="232"/>
                  </a:lnTo>
                  <a:lnTo>
                    <a:pt x="280" y="197"/>
                  </a:lnTo>
                  <a:lnTo>
                    <a:pt x="255" y="164"/>
                  </a:lnTo>
                  <a:lnTo>
                    <a:pt x="228" y="132"/>
                  </a:lnTo>
                  <a:lnTo>
                    <a:pt x="199" y="103"/>
                  </a:lnTo>
                  <a:lnTo>
                    <a:pt x="169" y="76"/>
                  </a:lnTo>
                  <a:lnTo>
                    <a:pt x="137" y="50"/>
                  </a:lnTo>
                  <a:lnTo>
                    <a:pt x="103" y="27"/>
                  </a:lnTo>
                  <a:lnTo>
                    <a:pt x="67" y="6"/>
                  </a:lnTo>
                  <a:lnTo>
                    <a:pt x="48" y="0"/>
                  </a:lnTo>
                  <a:lnTo>
                    <a:pt x="30" y="2"/>
                  </a:lnTo>
                  <a:lnTo>
                    <a:pt x="16" y="12"/>
                  </a:lnTo>
                  <a:lnTo>
                    <a:pt x="5" y="25"/>
                  </a:lnTo>
                  <a:lnTo>
                    <a:pt x="0" y="41"/>
                  </a:lnTo>
                  <a:lnTo>
                    <a:pt x="0" y="59"/>
                  </a:lnTo>
                  <a:lnTo>
                    <a:pt x="8" y="75"/>
                  </a:lnTo>
                  <a:lnTo>
                    <a:pt x="23"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1280" name="Freeform 42"/>
            <p:cNvSpPr>
              <a:spLocks/>
            </p:cNvSpPr>
            <p:nvPr/>
          </p:nvSpPr>
          <p:spPr bwMode="auto">
            <a:xfrm>
              <a:off x="1346" y="1455"/>
              <a:ext cx="266" cy="160"/>
            </a:xfrm>
            <a:custGeom>
              <a:avLst/>
              <a:gdLst>
                <a:gd name="T0" fmla="*/ 0 w 1330"/>
                <a:gd name="T1" fmla="*/ 1 h 801"/>
                <a:gd name="T2" fmla="*/ 0 w 1330"/>
                <a:gd name="T3" fmla="*/ 1 h 801"/>
                <a:gd name="T4" fmla="*/ 10 w 1330"/>
                <a:gd name="T5" fmla="*/ 6 h 801"/>
                <a:gd name="T6" fmla="*/ 11 w 1330"/>
                <a:gd name="T7" fmla="*/ 6 h 801"/>
                <a:gd name="T8" fmla="*/ 1 w 1330"/>
                <a:gd name="T9" fmla="*/ 0 h 801"/>
                <a:gd name="T10" fmla="*/ 1 w 1330"/>
                <a:gd name="T11" fmla="*/ 0 h 801"/>
                <a:gd name="T12" fmla="*/ 1 w 1330"/>
                <a:gd name="T13" fmla="*/ 0 h 801"/>
                <a:gd name="T14" fmla="*/ 0 w 1330"/>
                <a:gd name="T15" fmla="*/ 0 h 801"/>
                <a:gd name="T16" fmla="*/ 0 w 1330"/>
                <a:gd name="T17" fmla="*/ 0 h 801"/>
                <a:gd name="T18" fmla="*/ 0 w 1330"/>
                <a:gd name="T19" fmla="*/ 0 h 801"/>
                <a:gd name="T20" fmla="*/ 0 w 1330"/>
                <a:gd name="T21" fmla="*/ 0 h 801"/>
                <a:gd name="T22" fmla="*/ 0 w 1330"/>
                <a:gd name="T23" fmla="*/ 0 h 801"/>
                <a:gd name="T24" fmla="*/ 0 w 1330"/>
                <a:gd name="T25" fmla="*/ 0 h 801"/>
                <a:gd name="T26" fmla="*/ 0 w 1330"/>
                <a:gd name="T27" fmla="*/ 1 h 801"/>
                <a:gd name="T28" fmla="*/ 0 w 1330"/>
                <a:gd name="T29" fmla="*/ 1 h 801"/>
                <a:gd name="T30" fmla="*/ 0 w 1330"/>
                <a:gd name="T31" fmla="*/ 1 h 801"/>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30"/>
                <a:gd name="T49" fmla="*/ 0 h 801"/>
                <a:gd name="T50" fmla="*/ 1330 w 1330"/>
                <a:gd name="T51" fmla="*/ 801 h 801"/>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30" h="801">
                  <a:moveTo>
                    <a:pt x="24" y="88"/>
                  </a:moveTo>
                  <a:lnTo>
                    <a:pt x="23" y="88"/>
                  </a:lnTo>
                  <a:lnTo>
                    <a:pt x="1286" y="801"/>
                  </a:lnTo>
                  <a:lnTo>
                    <a:pt x="1330" y="719"/>
                  </a:lnTo>
                  <a:lnTo>
                    <a:pt x="67" y="6"/>
                  </a:lnTo>
                  <a:lnTo>
                    <a:pt x="66" y="6"/>
                  </a:lnTo>
                  <a:lnTo>
                    <a:pt x="67" y="6"/>
                  </a:lnTo>
                  <a:lnTo>
                    <a:pt x="48" y="0"/>
                  </a:lnTo>
                  <a:lnTo>
                    <a:pt x="30" y="2"/>
                  </a:lnTo>
                  <a:lnTo>
                    <a:pt x="16" y="12"/>
                  </a:lnTo>
                  <a:lnTo>
                    <a:pt x="5" y="25"/>
                  </a:lnTo>
                  <a:lnTo>
                    <a:pt x="0" y="41"/>
                  </a:lnTo>
                  <a:lnTo>
                    <a:pt x="0" y="59"/>
                  </a:lnTo>
                  <a:lnTo>
                    <a:pt x="8" y="75"/>
                  </a:lnTo>
                  <a:lnTo>
                    <a:pt x="23" y="88"/>
                  </a:lnTo>
                  <a:lnTo>
                    <a:pt x="24"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1281" name="Freeform 43"/>
            <p:cNvSpPr>
              <a:spLocks/>
            </p:cNvSpPr>
            <p:nvPr/>
          </p:nvSpPr>
          <p:spPr bwMode="auto">
            <a:xfrm>
              <a:off x="1198" y="1439"/>
              <a:ext cx="161" cy="35"/>
            </a:xfrm>
            <a:custGeom>
              <a:avLst/>
              <a:gdLst>
                <a:gd name="T0" fmla="*/ 1 w 806"/>
                <a:gd name="T1" fmla="*/ 1 h 177"/>
                <a:gd name="T2" fmla="*/ 1 w 806"/>
                <a:gd name="T3" fmla="*/ 1 h 177"/>
                <a:gd name="T4" fmla="*/ 1 w 806"/>
                <a:gd name="T5" fmla="*/ 1 h 177"/>
                <a:gd name="T6" fmla="*/ 1 w 806"/>
                <a:gd name="T7" fmla="*/ 1 h 177"/>
                <a:gd name="T8" fmla="*/ 2 w 806"/>
                <a:gd name="T9" fmla="*/ 1 h 177"/>
                <a:gd name="T10" fmla="*/ 2 w 806"/>
                <a:gd name="T11" fmla="*/ 1 h 177"/>
                <a:gd name="T12" fmla="*/ 2 w 806"/>
                <a:gd name="T13" fmla="*/ 1 h 177"/>
                <a:gd name="T14" fmla="*/ 3 w 806"/>
                <a:gd name="T15" fmla="*/ 1 h 177"/>
                <a:gd name="T16" fmla="*/ 3 w 806"/>
                <a:gd name="T17" fmla="*/ 1 h 177"/>
                <a:gd name="T18" fmla="*/ 3 w 806"/>
                <a:gd name="T19" fmla="*/ 1 h 177"/>
                <a:gd name="T20" fmla="*/ 4 w 806"/>
                <a:gd name="T21" fmla="*/ 1 h 177"/>
                <a:gd name="T22" fmla="*/ 4 w 806"/>
                <a:gd name="T23" fmla="*/ 1 h 177"/>
                <a:gd name="T24" fmla="*/ 5 w 806"/>
                <a:gd name="T25" fmla="*/ 1 h 177"/>
                <a:gd name="T26" fmla="*/ 5 w 806"/>
                <a:gd name="T27" fmla="*/ 1 h 177"/>
                <a:gd name="T28" fmla="*/ 5 w 806"/>
                <a:gd name="T29" fmla="*/ 1 h 177"/>
                <a:gd name="T30" fmla="*/ 6 w 806"/>
                <a:gd name="T31" fmla="*/ 1 h 177"/>
                <a:gd name="T32" fmla="*/ 6 w 806"/>
                <a:gd name="T33" fmla="*/ 1 h 177"/>
                <a:gd name="T34" fmla="*/ 6 w 806"/>
                <a:gd name="T35" fmla="*/ 1 h 177"/>
                <a:gd name="T36" fmla="*/ 6 w 806"/>
                <a:gd name="T37" fmla="*/ 1 h 177"/>
                <a:gd name="T38" fmla="*/ 6 w 806"/>
                <a:gd name="T39" fmla="*/ 1 h 177"/>
                <a:gd name="T40" fmla="*/ 6 w 806"/>
                <a:gd name="T41" fmla="*/ 0 h 177"/>
                <a:gd name="T42" fmla="*/ 5 w 806"/>
                <a:gd name="T43" fmla="*/ 0 h 177"/>
                <a:gd name="T44" fmla="*/ 5 w 806"/>
                <a:gd name="T45" fmla="*/ 0 h 177"/>
                <a:gd name="T46" fmla="*/ 5 w 806"/>
                <a:gd name="T47" fmla="*/ 0 h 177"/>
                <a:gd name="T48" fmla="*/ 4 w 806"/>
                <a:gd name="T49" fmla="*/ 0 h 177"/>
                <a:gd name="T50" fmla="*/ 4 w 806"/>
                <a:gd name="T51" fmla="*/ 0 h 177"/>
                <a:gd name="T52" fmla="*/ 3 w 806"/>
                <a:gd name="T53" fmla="*/ 0 h 177"/>
                <a:gd name="T54" fmla="*/ 3 w 806"/>
                <a:gd name="T55" fmla="*/ 0 h 177"/>
                <a:gd name="T56" fmla="*/ 3 w 806"/>
                <a:gd name="T57" fmla="*/ 0 h 177"/>
                <a:gd name="T58" fmla="*/ 2 w 806"/>
                <a:gd name="T59" fmla="*/ 0 h 177"/>
                <a:gd name="T60" fmla="*/ 2 w 806"/>
                <a:gd name="T61" fmla="*/ 0 h 177"/>
                <a:gd name="T62" fmla="*/ 1 w 806"/>
                <a:gd name="T63" fmla="*/ 0 h 177"/>
                <a:gd name="T64" fmla="*/ 1 w 806"/>
                <a:gd name="T65" fmla="*/ 0 h 177"/>
                <a:gd name="T66" fmla="*/ 1 w 806"/>
                <a:gd name="T67" fmla="*/ 1 h 177"/>
                <a:gd name="T68" fmla="*/ 0 w 806"/>
                <a:gd name="T69" fmla="*/ 1 h 177"/>
                <a:gd name="T70" fmla="*/ 0 w 806"/>
                <a:gd name="T71" fmla="*/ 1 h 177"/>
                <a:gd name="T72" fmla="*/ 0 w 806"/>
                <a:gd name="T73" fmla="*/ 1 h 177"/>
                <a:gd name="T74" fmla="*/ 0 w 806"/>
                <a:gd name="T75" fmla="*/ 1 h 177"/>
                <a:gd name="T76" fmla="*/ 0 w 806"/>
                <a:gd name="T77" fmla="*/ 1 h 177"/>
                <a:gd name="T78" fmla="*/ 0 w 806"/>
                <a:gd name="T79" fmla="*/ 1 h 177"/>
                <a:gd name="T80" fmla="*/ 0 w 806"/>
                <a:gd name="T81" fmla="*/ 1 h 177"/>
                <a:gd name="T82" fmla="*/ 0 w 806"/>
                <a:gd name="T83" fmla="*/ 1 h 177"/>
                <a:gd name="T84" fmla="*/ 0 w 806"/>
                <a:gd name="T85" fmla="*/ 1 h 177"/>
                <a:gd name="T86" fmla="*/ 0 w 806"/>
                <a:gd name="T87" fmla="*/ 1 h 177"/>
                <a:gd name="T88" fmla="*/ 1 w 806"/>
                <a:gd name="T89" fmla="*/ 1 h 177"/>
                <a:gd name="T90" fmla="*/ 1 w 806"/>
                <a:gd name="T91" fmla="*/ 1 h 17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806"/>
                <a:gd name="T139" fmla="*/ 0 h 177"/>
                <a:gd name="T140" fmla="*/ 806 w 806"/>
                <a:gd name="T141" fmla="*/ 177 h 17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806" h="177">
                  <a:moveTo>
                    <a:pt x="67" y="171"/>
                  </a:moveTo>
                  <a:lnTo>
                    <a:pt x="68" y="171"/>
                  </a:lnTo>
                  <a:lnTo>
                    <a:pt x="109" y="151"/>
                  </a:lnTo>
                  <a:lnTo>
                    <a:pt x="151" y="135"/>
                  </a:lnTo>
                  <a:lnTo>
                    <a:pt x="196" y="122"/>
                  </a:lnTo>
                  <a:lnTo>
                    <a:pt x="242" y="110"/>
                  </a:lnTo>
                  <a:lnTo>
                    <a:pt x="287" y="102"/>
                  </a:lnTo>
                  <a:lnTo>
                    <a:pt x="335" y="97"/>
                  </a:lnTo>
                  <a:lnTo>
                    <a:pt x="382" y="95"/>
                  </a:lnTo>
                  <a:lnTo>
                    <a:pt x="430" y="94"/>
                  </a:lnTo>
                  <a:lnTo>
                    <a:pt x="477" y="97"/>
                  </a:lnTo>
                  <a:lnTo>
                    <a:pt x="524" y="102"/>
                  </a:lnTo>
                  <a:lnTo>
                    <a:pt x="568" y="108"/>
                  </a:lnTo>
                  <a:lnTo>
                    <a:pt x="612" y="117"/>
                  </a:lnTo>
                  <a:lnTo>
                    <a:pt x="654" y="128"/>
                  </a:lnTo>
                  <a:lnTo>
                    <a:pt x="693" y="141"/>
                  </a:lnTo>
                  <a:lnTo>
                    <a:pt x="730" y="155"/>
                  </a:lnTo>
                  <a:lnTo>
                    <a:pt x="764" y="171"/>
                  </a:lnTo>
                  <a:lnTo>
                    <a:pt x="806" y="89"/>
                  </a:lnTo>
                  <a:lnTo>
                    <a:pt x="768" y="70"/>
                  </a:lnTo>
                  <a:lnTo>
                    <a:pt x="725" y="54"/>
                  </a:lnTo>
                  <a:lnTo>
                    <a:pt x="680" y="39"/>
                  </a:lnTo>
                  <a:lnTo>
                    <a:pt x="633" y="26"/>
                  </a:lnTo>
                  <a:lnTo>
                    <a:pt x="585" y="16"/>
                  </a:lnTo>
                  <a:lnTo>
                    <a:pt x="536" y="8"/>
                  </a:lnTo>
                  <a:lnTo>
                    <a:pt x="484" y="3"/>
                  </a:lnTo>
                  <a:lnTo>
                    <a:pt x="433" y="0"/>
                  </a:lnTo>
                  <a:lnTo>
                    <a:pt x="380" y="1"/>
                  </a:lnTo>
                  <a:lnTo>
                    <a:pt x="328" y="3"/>
                  </a:lnTo>
                  <a:lnTo>
                    <a:pt x="276" y="10"/>
                  </a:lnTo>
                  <a:lnTo>
                    <a:pt x="223" y="19"/>
                  </a:lnTo>
                  <a:lnTo>
                    <a:pt x="172" y="30"/>
                  </a:lnTo>
                  <a:lnTo>
                    <a:pt x="121" y="46"/>
                  </a:lnTo>
                  <a:lnTo>
                    <a:pt x="72" y="67"/>
                  </a:lnTo>
                  <a:lnTo>
                    <a:pt x="24" y="89"/>
                  </a:lnTo>
                  <a:lnTo>
                    <a:pt x="25" y="89"/>
                  </a:lnTo>
                  <a:lnTo>
                    <a:pt x="24" y="89"/>
                  </a:lnTo>
                  <a:lnTo>
                    <a:pt x="8" y="102"/>
                  </a:lnTo>
                  <a:lnTo>
                    <a:pt x="0" y="118"/>
                  </a:lnTo>
                  <a:lnTo>
                    <a:pt x="0" y="136"/>
                  </a:lnTo>
                  <a:lnTo>
                    <a:pt x="6" y="152"/>
                  </a:lnTo>
                  <a:lnTo>
                    <a:pt x="17" y="165"/>
                  </a:lnTo>
                  <a:lnTo>
                    <a:pt x="31" y="175"/>
                  </a:lnTo>
                  <a:lnTo>
                    <a:pt x="48" y="177"/>
                  </a:lnTo>
                  <a:lnTo>
                    <a:pt x="68" y="171"/>
                  </a:lnTo>
                  <a:lnTo>
                    <a:pt x="67" y="1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1282" name="Freeform 44"/>
            <p:cNvSpPr>
              <a:spLocks/>
            </p:cNvSpPr>
            <p:nvPr/>
          </p:nvSpPr>
          <p:spPr bwMode="auto">
            <a:xfrm>
              <a:off x="931" y="1456"/>
              <a:ext cx="280" cy="158"/>
            </a:xfrm>
            <a:custGeom>
              <a:avLst/>
              <a:gdLst>
                <a:gd name="T0" fmla="*/ 1 w 1402"/>
                <a:gd name="T1" fmla="*/ 6 h 787"/>
                <a:gd name="T2" fmla="*/ 1 w 1402"/>
                <a:gd name="T3" fmla="*/ 6 h 787"/>
                <a:gd name="T4" fmla="*/ 11 w 1402"/>
                <a:gd name="T5" fmla="*/ 1 h 787"/>
                <a:gd name="T6" fmla="*/ 11 w 1402"/>
                <a:gd name="T7" fmla="*/ 0 h 787"/>
                <a:gd name="T8" fmla="*/ 0 w 1402"/>
                <a:gd name="T9" fmla="*/ 6 h 787"/>
                <a:gd name="T10" fmla="*/ 0 w 1402"/>
                <a:gd name="T11" fmla="*/ 6 h 787"/>
                <a:gd name="T12" fmla="*/ 0 w 1402"/>
                <a:gd name="T13" fmla="*/ 6 h 787"/>
                <a:gd name="T14" fmla="*/ 0 w 1402"/>
                <a:gd name="T15" fmla="*/ 6 h 787"/>
                <a:gd name="T16" fmla="*/ 0 w 1402"/>
                <a:gd name="T17" fmla="*/ 6 h 787"/>
                <a:gd name="T18" fmla="*/ 0 w 1402"/>
                <a:gd name="T19" fmla="*/ 6 h 787"/>
                <a:gd name="T20" fmla="*/ 0 w 1402"/>
                <a:gd name="T21" fmla="*/ 6 h 787"/>
                <a:gd name="T22" fmla="*/ 0 w 1402"/>
                <a:gd name="T23" fmla="*/ 6 h 787"/>
                <a:gd name="T24" fmla="*/ 0 w 1402"/>
                <a:gd name="T25" fmla="*/ 6 h 787"/>
                <a:gd name="T26" fmla="*/ 0 w 1402"/>
                <a:gd name="T27" fmla="*/ 6 h 787"/>
                <a:gd name="T28" fmla="*/ 1 w 1402"/>
                <a:gd name="T29" fmla="*/ 6 h 787"/>
                <a:gd name="T30" fmla="*/ 1 w 1402"/>
                <a:gd name="T31" fmla="*/ 6 h 78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02"/>
                <a:gd name="T49" fmla="*/ 0 h 787"/>
                <a:gd name="T50" fmla="*/ 1402 w 1402"/>
                <a:gd name="T51" fmla="*/ 787 h 78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02" h="787">
                  <a:moveTo>
                    <a:pt x="69" y="781"/>
                  </a:moveTo>
                  <a:lnTo>
                    <a:pt x="66" y="781"/>
                  </a:lnTo>
                  <a:lnTo>
                    <a:pt x="1402" y="82"/>
                  </a:lnTo>
                  <a:lnTo>
                    <a:pt x="1360" y="0"/>
                  </a:lnTo>
                  <a:lnTo>
                    <a:pt x="24" y="699"/>
                  </a:lnTo>
                  <a:lnTo>
                    <a:pt x="22" y="699"/>
                  </a:lnTo>
                  <a:lnTo>
                    <a:pt x="24" y="699"/>
                  </a:lnTo>
                  <a:lnTo>
                    <a:pt x="8" y="712"/>
                  </a:lnTo>
                  <a:lnTo>
                    <a:pt x="1" y="727"/>
                  </a:lnTo>
                  <a:lnTo>
                    <a:pt x="0" y="744"/>
                  </a:lnTo>
                  <a:lnTo>
                    <a:pt x="5" y="761"/>
                  </a:lnTo>
                  <a:lnTo>
                    <a:pt x="15" y="775"/>
                  </a:lnTo>
                  <a:lnTo>
                    <a:pt x="30" y="784"/>
                  </a:lnTo>
                  <a:lnTo>
                    <a:pt x="46" y="787"/>
                  </a:lnTo>
                  <a:lnTo>
                    <a:pt x="66" y="781"/>
                  </a:lnTo>
                  <a:lnTo>
                    <a:pt x="69" y="7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1283" name="Freeform 45"/>
            <p:cNvSpPr>
              <a:spLocks/>
            </p:cNvSpPr>
            <p:nvPr/>
          </p:nvSpPr>
          <p:spPr bwMode="auto">
            <a:xfrm>
              <a:off x="868" y="1596"/>
              <a:ext cx="77" cy="126"/>
            </a:xfrm>
            <a:custGeom>
              <a:avLst/>
              <a:gdLst>
                <a:gd name="T0" fmla="*/ 1 w 382"/>
                <a:gd name="T1" fmla="*/ 5 h 628"/>
                <a:gd name="T2" fmla="*/ 1 w 382"/>
                <a:gd name="T3" fmla="*/ 5 h 628"/>
                <a:gd name="T4" fmla="*/ 1 w 382"/>
                <a:gd name="T5" fmla="*/ 4 h 628"/>
                <a:gd name="T6" fmla="*/ 1 w 382"/>
                <a:gd name="T7" fmla="*/ 4 h 628"/>
                <a:gd name="T8" fmla="*/ 1 w 382"/>
                <a:gd name="T9" fmla="*/ 4 h 628"/>
                <a:gd name="T10" fmla="*/ 1 w 382"/>
                <a:gd name="T11" fmla="*/ 3 h 628"/>
                <a:gd name="T12" fmla="*/ 1 w 382"/>
                <a:gd name="T13" fmla="*/ 3 h 628"/>
                <a:gd name="T14" fmla="*/ 1 w 382"/>
                <a:gd name="T15" fmla="*/ 3 h 628"/>
                <a:gd name="T16" fmla="*/ 1 w 382"/>
                <a:gd name="T17" fmla="*/ 3 h 628"/>
                <a:gd name="T18" fmla="*/ 1 w 382"/>
                <a:gd name="T19" fmla="*/ 2 h 628"/>
                <a:gd name="T20" fmla="*/ 2 w 382"/>
                <a:gd name="T21" fmla="*/ 2 h 628"/>
                <a:gd name="T22" fmla="*/ 2 w 382"/>
                <a:gd name="T23" fmla="*/ 2 h 628"/>
                <a:gd name="T24" fmla="*/ 2 w 382"/>
                <a:gd name="T25" fmla="*/ 2 h 628"/>
                <a:gd name="T26" fmla="*/ 2 w 382"/>
                <a:gd name="T27" fmla="*/ 1 h 628"/>
                <a:gd name="T28" fmla="*/ 2 w 382"/>
                <a:gd name="T29" fmla="*/ 1 h 628"/>
                <a:gd name="T30" fmla="*/ 3 w 382"/>
                <a:gd name="T31" fmla="*/ 1 h 628"/>
                <a:gd name="T32" fmla="*/ 3 w 382"/>
                <a:gd name="T33" fmla="*/ 1 h 628"/>
                <a:gd name="T34" fmla="*/ 3 w 382"/>
                <a:gd name="T35" fmla="*/ 1 h 628"/>
                <a:gd name="T36" fmla="*/ 3 w 382"/>
                <a:gd name="T37" fmla="*/ 0 h 628"/>
                <a:gd name="T38" fmla="*/ 2 w 382"/>
                <a:gd name="T39" fmla="*/ 0 h 628"/>
                <a:gd name="T40" fmla="*/ 2 w 382"/>
                <a:gd name="T41" fmla="*/ 0 h 628"/>
                <a:gd name="T42" fmla="*/ 2 w 382"/>
                <a:gd name="T43" fmla="*/ 1 h 628"/>
                <a:gd name="T44" fmla="*/ 2 w 382"/>
                <a:gd name="T45" fmla="*/ 1 h 628"/>
                <a:gd name="T46" fmla="*/ 1 w 382"/>
                <a:gd name="T47" fmla="*/ 1 h 628"/>
                <a:gd name="T48" fmla="*/ 1 w 382"/>
                <a:gd name="T49" fmla="*/ 1 h 628"/>
                <a:gd name="T50" fmla="*/ 1 w 382"/>
                <a:gd name="T51" fmla="*/ 2 h 628"/>
                <a:gd name="T52" fmla="*/ 1 w 382"/>
                <a:gd name="T53" fmla="*/ 2 h 628"/>
                <a:gd name="T54" fmla="*/ 1 w 382"/>
                <a:gd name="T55" fmla="*/ 2 h 628"/>
                <a:gd name="T56" fmla="*/ 0 w 382"/>
                <a:gd name="T57" fmla="*/ 3 h 628"/>
                <a:gd name="T58" fmla="*/ 0 w 382"/>
                <a:gd name="T59" fmla="*/ 3 h 628"/>
                <a:gd name="T60" fmla="*/ 0 w 382"/>
                <a:gd name="T61" fmla="*/ 3 h 628"/>
                <a:gd name="T62" fmla="*/ 0 w 382"/>
                <a:gd name="T63" fmla="*/ 4 h 628"/>
                <a:gd name="T64" fmla="*/ 0 w 382"/>
                <a:gd name="T65" fmla="*/ 4 h 628"/>
                <a:gd name="T66" fmla="*/ 0 w 382"/>
                <a:gd name="T67" fmla="*/ 4 h 628"/>
                <a:gd name="T68" fmla="*/ 0 w 382"/>
                <a:gd name="T69" fmla="*/ 5 h 628"/>
                <a:gd name="T70" fmla="*/ 0 w 382"/>
                <a:gd name="T71" fmla="*/ 5 h 628"/>
                <a:gd name="T72" fmla="*/ 0 w 382"/>
                <a:gd name="T73" fmla="*/ 5 h 628"/>
                <a:gd name="T74" fmla="*/ 0 w 382"/>
                <a:gd name="T75" fmla="*/ 5 h 628"/>
                <a:gd name="T76" fmla="*/ 0 w 382"/>
                <a:gd name="T77" fmla="*/ 5 h 628"/>
                <a:gd name="T78" fmla="*/ 0 w 382"/>
                <a:gd name="T79" fmla="*/ 5 h 628"/>
                <a:gd name="T80" fmla="*/ 0 w 382"/>
                <a:gd name="T81" fmla="*/ 5 h 628"/>
                <a:gd name="T82" fmla="*/ 1 w 382"/>
                <a:gd name="T83" fmla="*/ 5 h 628"/>
                <a:gd name="T84" fmla="*/ 1 w 382"/>
                <a:gd name="T85" fmla="*/ 5 h 628"/>
                <a:gd name="T86" fmla="*/ 1 w 382"/>
                <a:gd name="T87" fmla="*/ 5 h 628"/>
                <a:gd name="T88" fmla="*/ 1 w 382"/>
                <a:gd name="T89" fmla="*/ 5 h 628"/>
                <a:gd name="T90" fmla="*/ 1 w 382"/>
                <a:gd name="T91" fmla="*/ 5 h 628"/>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382"/>
                <a:gd name="T139" fmla="*/ 0 h 628"/>
                <a:gd name="T140" fmla="*/ 382 w 382"/>
                <a:gd name="T141" fmla="*/ 628 h 628"/>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382" h="628">
                  <a:moveTo>
                    <a:pt x="94" y="581"/>
                  </a:moveTo>
                  <a:lnTo>
                    <a:pt x="94" y="582"/>
                  </a:lnTo>
                  <a:lnTo>
                    <a:pt x="96" y="541"/>
                  </a:lnTo>
                  <a:lnTo>
                    <a:pt x="99" y="500"/>
                  </a:lnTo>
                  <a:lnTo>
                    <a:pt x="106" y="463"/>
                  </a:lnTo>
                  <a:lnTo>
                    <a:pt x="115" y="424"/>
                  </a:lnTo>
                  <a:lnTo>
                    <a:pt x="127" y="389"/>
                  </a:lnTo>
                  <a:lnTo>
                    <a:pt x="140" y="353"/>
                  </a:lnTo>
                  <a:lnTo>
                    <a:pt x="156" y="320"/>
                  </a:lnTo>
                  <a:lnTo>
                    <a:pt x="173" y="287"/>
                  </a:lnTo>
                  <a:lnTo>
                    <a:pt x="193" y="255"/>
                  </a:lnTo>
                  <a:lnTo>
                    <a:pt x="214" y="226"/>
                  </a:lnTo>
                  <a:lnTo>
                    <a:pt x="238" y="198"/>
                  </a:lnTo>
                  <a:lnTo>
                    <a:pt x="263" y="172"/>
                  </a:lnTo>
                  <a:lnTo>
                    <a:pt x="290" y="146"/>
                  </a:lnTo>
                  <a:lnTo>
                    <a:pt x="318" y="122"/>
                  </a:lnTo>
                  <a:lnTo>
                    <a:pt x="349" y="101"/>
                  </a:lnTo>
                  <a:lnTo>
                    <a:pt x="382" y="82"/>
                  </a:lnTo>
                  <a:lnTo>
                    <a:pt x="335" y="0"/>
                  </a:lnTo>
                  <a:lnTo>
                    <a:pt x="297" y="23"/>
                  </a:lnTo>
                  <a:lnTo>
                    <a:pt x="262" y="49"/>
                  </a:lnTo>
                  <a:lnTo>
                    <a:pt x="229" y="76"/>
                  </a:lnTo>
                  <a:lnTo>
                    <a:pt x="198" y="104"/>
                  </a:lnTo>
                  <a:lnTo>
                    <a:pt x="167" y="137"/>
                  </a:lnTo>
                  <a:lnTo>
                    <a:pt x="142" y="170"/>
                  </a:lnTo>
                  <a:lnTo>
                    <a:pt x="116" y="204"/>
                  </a:lnTo>
                  <a:lnTo>
                    <a:pt x="94" y="240"/>
                  </a:lnTo>
                  <a:lnTo>
                    <a:pt x="74" y="278"/>
                  </a:lnTo>
                  <a:lnTo>
                    <a:pt x="54" y="317"/>
                  </a:lnTo>
                  <a:lnTo>
                    <a:pt x="38" y="359"/>
                  </a:lnTo>
                  <a:lnTo>
                    <a:pt x="26" y="401"/>
                  </a:lnTo>
                  <a:lnTo>
                    <a:pt x="15" y="444"/>
                  </a:lnTo>
                  <a:lnTo>
                    <a:pt x="8" y="489"/>
                  </a:lnTo>
                  <a:lnTo>
                    <a:pt x="2" y="534"/>
                  </a:lnTo>
                  <a:lnTo>
                    <a:pt x="0" y="580"/>
                  </a:lnTo>
                  <a:lnTo>
                    <a:pt x="0" y="581"/>
                  </a:lnTo>
                  <a:lnTo>
                    <a:pt x="0" y="580"/>
                  </a:lnTo>
                  <a:lnTo>
                    <a:pt x="3" y="600"/>
                  </a:lnTo>
                  <a:lnTo>
                    <a:pt x="14" y="615"/>
                  </a:lnTo>
                  <a:lnTo>
                    <a:pt x="29" y="625"/>
                  </a:lnTo>
                  <a:lnTo>
                    <a:pt x="45" y="628"/>
                  </a:lnTo>
                  <a:lnTo>
                    <a:pt x="63" y="626"/>
                  </a:lnTo>
                  <a:lnTo>
                    <a:pt x="78" y="616"/>
                  </a:lnTo>
                  <a:lnTo>
                    <a:pt x="89" y="602"/>
                  </a:lnTo>
                  <a:lnTo>
                    <a:pt x="94" y="582"/>
                  </a:lnTo>
                  <a:lnTo>
                    <a:pt x="94" y="5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1284" name="Freeform 46"/>
            <p:cNvSpPr>
              <a:spLocks/>
            </p:cNvSpPr>
            <p:nvPr/>
          </p:nvSpPr>
          <p:spPr bwMode="auto">
            <a:xfrm>
              <a:off x="868" y="1712"/>
              <a:ext cx="19" cy="364"/>
            </a:xfrm>
            <a:custGeom>
              <a:avLst/>
              <a:gdLst>
                <a:gd name="T0" fmla="*/ 1 w 94"/>
                <a:gd name="T1" fmla="*/ 14 h 1818"/>
                <a:gd name="T2" fmla="*/ 1 w 94"/>
                <a:gd name="T3" fmla="*/ 14 h 1818"/>
                <a:gd name="T4" fmla="*/ 1 w 94"/>
                <a:gd name="T5" fmla="*/ 0 h 1818"/>
                <a:gd name="T6" fmla="*/ 0 w 94"/>
                <a:gd name="T7" fmla="*/ 0 h 1818"/>
                <a:gd name="T8" fmla="*/ 0 w 94"/>
                <a:gd name="T9" fmla="*/ 14 h 1818"/>
                <a:gd name="T10" fmla="*/ 0 w 94"/>
                <a:gd name="T11" fmla="*/ 14 h 1818"/>
                <a:gd name="T12" fmla="*/ 0 w 94"/>
                <a:gd name="T13" fmla="*/ 14 h 1818"/>
                <a:gd name="T14" fmla="*/ 0 w 94"/>
                <a:gd name="T15" fmla="*/ 14 h 1818"/>
                <a:gd name="T16" fmla="*/ 0 w 94"/>
                <a:gd name="T17" fmla="*/ 14 h 1818"/>
                <a:gd name="T18" fmla="*/ 0 w 94"/>
                <a:gd name="T19" fmla="*/ 15 h 1818"/>
                <a:gd name="T20" fmla="*/ 0 w 94"/>
                <a:gd name="T21" fmla="*/ 15 h 1818"/>
                <a:gd name="T22" fmla="*/ 1 w 94"/>
                <a:gd name="T23" fmla="*/ 15 h 1818"/>
                <a:gd name="T24" fmla="*/ 1 w 94"/>
                <a:gd name="T25" fmla="*/ 14 h 1818"/>
                <a:gd name="T26" fmla="*/ 1 w 94"/>
                <a:gd name="T27" fmla="*/ 14 h 1818"/>
                <a:gd name="T28" fmla="*/ 1 w 94"/>
                <a:gd name="T29" fmla="*/ 14 h 1818"/>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94"/>
                <a:gd name="T46" fmla="*/ 0 h 1818"/>
                <a:gd name="T47" fmla="*/ 94 w 94"/>
                <a:gd name="T48" fmla="*/ 1818 h 1818"/>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94" h="1818">
                  <a:moveTo>
                    <a:pt x="94" y="1771"/>
                  </a:moveTo>
                  <a:lnTo>
                    <a:pt x="94" y="1771"/>
                  </a:lnTo>
                  <a:lnTo>
                    <a:pt x="94" y="0"/>
                  </a:lnTo>
                  <a:lnTo>
                    <a:pt x="0" y="0"/>
                  </a:lnTo>
                  <a:lnTo>
                    <a:pt x="0" y="1771"/>
                  </a:lnTo>
                  <a:lnTo>
                    <a:pt x="3" y="1791"/>
                  </a:lnTo>
                  <a:lnTo>
                    <a:pt x="15" y="1806"/>
                  </a:lnTo>
                  <a:lnTo>
                    <a:pt x="29" y="1814"/>
                  </a:lnTo>
                  <a:lnTo>
                    <a:pt x="47" y="1818"/>
                  </a:lnTo>
                  <a:lnTo>
                    <a:pt x="64" y="1814"/>
                  </a:lnTo>
                  <a:lnTo>
                    <a:pt x="79" y="1806"/>
                  </a:lnTo>
                  <a:lnTo>
                    <a:pt x="90" y="1791"/>
                  </a:lnTo>
                  <a:lnTo>
                    <a:pt x="94" y="17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1285" name="Freeform 47"/>
            <p:cNvSpPr>
              <a:spLocks/>
            </p:cNvSpPr>
            <p:nvPr/>
          </p:nvSpPr>
          <p:spPr bwMode="auto">
            <a:xfrm>
              <a:off x="868" y="2067"/>
              <a:ext cx="90" cy="160"/>
            </a:xfrm>
            <a:custGeom>
              <a:avLst/>
              <a:gdLst>
                <a:gd name="T0" fmla="*/ 3 w 449"/>
                <a:gd name="T1" fmla="*/ 6 h 803"/>
                <a:gd name="T2" fmla="*/ 3 w 449"/>
                <a:gd name="T3" fmla="*/ 6 h 803"/>
                <a:gd name="T4" fmla="*/ 3 w 449"/>
                <a:gd name="T5" fmla="*/ 5 h 803"/>
                <a:gd name="T6" fmla="*/ 3 w 449"/>
                <a:gd name="T7" fmla="*/ 5 h 803"/>
                <a:gd name="T8" fmla="*/ 3 w 449"/>
                <a:gd name="T9" fmla="*/ 5 h 803"/>
                <a:gd name="T10" fmla="*/ 2 w 449"/>
                <a:gd name="T11" fmla="*/ 5 h 803"/>
                <a:gd name="T12" fmla="*/ 2 w 449"/>
                <a:gd name="T13" fmla="*/ 4 h 803"/>
                <a:gd name="T14" fmla="*/ 2 w 449"/>
                <a:gd name="T15" fmla="*/ 4 h 803"/>
                <a:gd name="T16" fmla="*/ 2 w 449"/>
                <a:gd name="T17" fmla="*/ 4 h 803"/>
                <a:gd name="T18" fmla="*/ 2 w 449"/>
                <a:gd name="T19" fmla="*/ 3 h 803"/>
                <a:gd name="T20" fmla="*/ 1 w 449"/>
                <a:gd name="T21" fmla="*/ 3 h 803"/>
                <a:gd name="T22" fmla="*/ 1 w 449"/>
                <a:gd name="T23" fmla="*/ 2 h 803"/>
                <a:gd name="T24" fmla="*/ 1 w 449"/>
                <a:gd name="T25" fmla="*/ 2 h 803"/>
                <a:gd name="T26" fmla="*/ 1 w 449"/>
                <a:gd name="T27" fmla="*/ 2 h 803"/>
                <a:gd name="T28" fmla="*/ 1 w 449"/>
                <a:gd name="T29" fmla="*/ 1 h 803"/>
                <a:gd name="T30" fmla="*/ 1 w 449"/>
                <a:gd name="T31" fmla="*/ 1 h 803"/>
                <a:gd name="T32" fmla="*/ 1 w 449"/>
                <a:gd name="T33" fmla="*/ 0 h 803"/>
                <a:gd name="T34" fmla="*/ 1 w 449"/>
                <a:gd name="T35" fmla="*/ 0 h 803"/>
                <a:gd name="T36" fmla="*/ 0 w 449"/>
                <a:gd name="T37" fmla="*/ 0 h 803"/>
                <a:gd name="T38" fmla="*/ 0 w 449"/>
                <a:gd name="T39" fmla="*/ 0 h 803"/>
                <a:gd name="T40" fmla="*/ 0 w 449"/>
                <a:gd name="T41" fmla="*/ 1 h 803"/>
                <a:gd name="T42" fmla="*/ 0 w 449"/>
                <a:gd name="T43" fmla="*/ 1 h 803"/>
                <a:gd name="T44" fmla="*/ 0 w 449"/>
                <a:gd name="T45" fmla="*/ 2 h 803"/>
                <a:gd name="T46" fmla="*/ 0 w 449"/>
                <a:gd name="T47" fmla="*/ 2 h 803"/>
                <a:gd name="T48" fmla="*/ 0 w 449"/>
                <a:gd name="T49" fmla="*/ 3 h 803"/>
                <a:gd name="T50" fmla="*/ 1 w 449"/>
                <a:gd name="T51" fmla="*/ 3 h 803"/>
                <a:gd name="T52" fmla="*/ 1 w 449"/>
                <a:gd name="T53" fmla="*/ 4 h 803"/>
                <a:gd name="T54" fmla="*/ 1 w 449"/>
                <a:gd name="T55" fmla="*/ 4 h 803"/>
                <a:gd name="T56" fmla="*/ 1 w 449"/>
                <a:gd name="T57" fmla="*/ 4 h 803"/>
                <a:gd name="T58" fmla="*/ 2 w 449"/>
                <a:gd name="T59" fmla="*/ 5 h 803"/>
                <a:gd name="T60" fmla="*/ 2 w 449"/>
                <a:gd name="T61" fmla="*/ 5 h 803"/>
                <a:gd name="T62" fmla="*/ 2 w 449"/>
                <a:gd name="T63" fmla="*/ 5 h 803"/>
                <a:gd name="T64" fmla="*/ 2 w 449"/>
                <a:gd name="T65" fmla="*/ 6 h 803"/>
                <a:gd name="T66" fmla="*/ 3 w 449"/>
                <a:gd name="T67" fmla="*/ 6 h 803"/>
                <a:gd name="T68" fmla="*/ 3 w 449"/>
                <a:gd name="T69" fmla="*/ 6 h 803"/>
                <a:gd name="T70" fmla="*/ 3 w 449"/>
                <a:gd name="T71" fmla="*/ 6 h 803"/>
                <a:gd name="T72" fmla="*/ 3 w 449"/>
                <a:gd name="T73" fmla="*/ 6 h 803"/>
                <a:gd name="T74" fmla="*/ 3 w 449"/>
                <a:gd name="T75" fmla="*/ 6 h 803"/>
                <a:gd name="T76" fmla="*/ 3 w 449"/>
                <a:gd name="T77" fmla="*/ 6 h 803"/>
                <a:gd name="T78" fmla="*/ 3 w 449"/>
                <a:gd name="T79" fmla="*/ 6 h 803"/>
                <a:gd name="T80" fmla="*/ 4 w 449"/>
                <a:gd name="T81" fmla="*/ 6 h 803"/>
                <a:gd name="T82" fmla="*/ 4 w 449"/>
                <a:gd name="T83" fmla="*/ 6 h 803"/>
                <a:gd name="T84" fmla="*/ 4 w 449"/>
                <a:gd name="T85" fmla="*/ 6 h 803"/>
                <a:gd name="T86" fmla="*/ 4 w 449"/>
                <a:gd name="T87" fmla="*/ 6 h 803"/>
                <a:gd name="T88" fmla="*/ 3 w 449"/>
                <a:gd name="T89" fmla="*/ 6 h 803"/>
                <a:gd name="T90" fmla="*/ 3 w 449"/>
                <a:gd name="T91" fmla="*/ 6 h 80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449"/>
                <a:gd name="T139" fmla="*/ 0 h 803"/>
                <a:gd name="T140" fmla="*/ 449 w 449"/>
                <a:gd name="T141" fmla="*/ 803 h 80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449" h="803">
                  <a:moveTo>
                    <a:pt x="426" y="717"/>
                  </a:moveTo>
                  <a:lnTo>
                    <a:pt x="427" y="717"/>
                  </a:lnTo>
                  <a:lnTo>
                    <a:pt x="395" y="693"/>
                  </a:lnTo>
                  <a:lnTo>
                    <a:pt x="361" y="662"/>
                  </a:lnTo>
                  <a:lnTo>
                    <a:pt x="329" y="628"/>
                  </a:lnTo>
                  <a:lnTo>
                    <a:pt x="299" y="591"/>
                  </a:lnTo>
                  <a:lnTo>
                    <a:pt x="269" y="551"/>
                  </a:lnTo>
                  <a:lnTo>
                    <a:pt x="241" y="507"/>
                  </a:lnTo>
                  <a:lnTo>
                    <a:pt x="215" y="460"/>
                  </a:lnTo>
                  <a:lnTo>
                    <a:pt x="191" y="412"/>
                  </a:lnTo>
                  <a:lnTo>
                    <a:pt x="170" y="363"/>
                  </a:lnTo>
                  <a:lnTo>
                    <a:pt x="151" y="312"/>
                  </a:lnTo>
                  <a:lnTo>
                    <a:pt x="133" y="259"/>
                  </a:lnTo>
                  <a:lnTo>
                    <a:pt x="119" y="207"/>
                  </a:lnTo>
                  <a:lnTo>
                    <a:pt x="108" y="156"/>
                  </a:lnTo>
                  <a:lnTo>
                    <a:pt x="101" y="103"/>
                  </a:lnTo>
                  <a:lnTo>
                    <a:pt x="96" y="51"/>
                  </a:lnTo>
                  <a:lnTo>
                    <a:pt x="94" y="0"/>
                  </a:lnTo>
                  <a:lnTo>
                    <a:pt x="0" y="0"/>
                  </a:lnTo>
                  <a:lnTo>
                    <a:pt x="2" y="56"/>
                  </a:lnTo>
                  <a:lnTo>
                    <a:pt x="7" y="115"/>
                  </a:lnTo>
                  <a:lnTo>
                    <a:pt x="16" y="172"/>
                  </a:lnTo>
                  <a:lnTo>
                    <a:pt x="28" y="231"/>
                  </a:lnTo>
                  <a:lnTo>
                    <a:pt x="44" y="287"/>
                  </a:lnTo>
                  <a:lnTo>
                    <a:pt x="62" y="342"/>
                  </a:lnTo>
                  <a:lnTo>
                    <a:pt x="83" y="398"/>
                  </a:lnTo>
                  <a:lnTo>
                    <a:pt x="106" y="452"/>
                  </a:lnTo>
                  <a:lnTo>
                    <a:pt x="133" y="505"/>
                  </a:lnTo>
                  <a:lnTo>
                    <a:pt x="161" y="554"/>
                  </a:lnTo>
                  <a:lnTo>
                    <a:pt x="192" y="602"/>
                  </a:lnTo>
                  <a:lnTo>
                    <a:pt x="224" y="647"/>
                  </a:lnTo>
                  <a:lnTo>
                    <a:pt x="259" y="689"/>
                  </a:lnTo>
                  <a:lnTo>
                    <a:pt x="295" y="728"/>
                  </a:lnTo>
                  <a:lnTo>
                    <a:pt x="334" y="763"/>
                  </a:lnTo>
                  <a:lnTo>
                    <a:pt x="374" y="795"/>
                  </a:lnTo>
                  <a:lnTo>
                    <a:pt x="375" y="795"/>
                  </a:lnTo>
                  <a:lnTo>
                    <a:pt x="374" y="795"/>
                  </a:lnTo>
                  <a:lnTo>
                    <a:pt x="392" y="803"/>
                  </a:lnTo>
                  <a:lnTo>
                    <a:pt x="411" y="803"/>
                  </a:lnTo>
                  <a:lnTo>
                    <a:pt x="426" y="795"/>
                  </a:lnTo>
                  <a:lnTo>
                    <a:pt x="439" y="782"/>
                  </a:lnTo>
                  <a:lnTo>
                    <a:pt x="446" y="766"/>
                  </a:lnTo>
                  <a:lnTo>
                    <a:pt x="449" y="749"/>
                  </a:lnTo>
                  <a:lnTo>
                    <a:pt x="441" y="732"/>
                  </a:lnTo>
                  <a:lnTo>
                    <a:pt x="427" y="717"/>
                  </a:lnTo>
                  <a:lnTo>
                    <a:pt x="426" y="71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1286" name="Freeform 48"/>
            <p:cNvSpPr>
              <a:spLocks/>
            </p:cNvSpPr>
            <p:nvPr/>
          </p:nvSpPr>
          <p:spPr bwMode="auto">
            <a:xfrm>
              <a:off x="883" y="1673"/>
              <a:ext cx="379" cy="690"/>
            </a:xfrm>
            <a:custGeom>
              <a:avLst/>
              <a:gdLst>
                <a:gd name="T0" fmla="*/ 12 w 1897"/>
                <a:gd name="T1" fmla="*/ 6 h 3450"/>
                <a:gd name="T2" fmla="*/ 13 w 1897"/>
                <a:gd name="T3" fmla="*/ 7 h 3450"/>
                <a:gd name="T4" fmla="*/ 13 w 1897"/>
                <a:gd name="T5" fmla="*/ 7 h 3450"/>
                <a:gd name="T6" fmla="*/ 14 w 1897"/>
                <a:gd name="T7" fmla="*/ 8 h 3450"/>
                <a:gd name="T8" fmla="*/ 14 w 1897"/>
                <a:gd name="T9" fmla="*/ 9 h 3450"/>
                <a:gd name="T10" fmla="*/ 15 w 1897"/>
                <a:gd name="T11" fmla="*/ 10 h 3450"/>
                <a:gd name="T12" fmla="*/ 15 w 1897"/>
                <a:gd name="T13" fmla="*/ 11 h 3450"/>
                <a:gd name="T14" fmla="*/ 15 w 1897"/>
                <a:gd name="T15" fmla="*/ 11 h 3450"/>
                <a:gd name="T16" fmla="*/ 15 w 1897"/>
                <a:gd name="T17" fmla="*/ 12 h 3450"/>
                <a:gd name="T18" fmla="*/ 15 w 1897"/>
                <a:gd name="T19" fmla="*/ 26 h 3450"/>
                <a:gd name="T20" fmla="*/ 15 w 1897"/>
                <a:gd name="T21" fmla="*/ 26 h 3450"/>
                <a:gd name="T22" fmla="*/ 15 w 1897"/>
                <a:gd name="T23" fmla="*/ 27 h 3450"/>
                <a:gd name="T24" fmla="*/ 15 w 1897"/>
                <a:gd name="T25" fmla="*/ 27 h 3450"/>
                <a:gd name="T26" fmla="*/ 14 w 1897"/>
                <a:gd name="T27" fmla="*/ 27 h 3450"/>
                <a:gd name="T28" fmla="*/ 14 w 1897"/>
                <a:gd name="T29" fmla="*/ 28 h 3450"/>
                <a:gd name="T30" fmla="*/ 13 w 1897"/>
                <a:gd name="T31" fmla="*/ 28 h 3450"/>
                <a:gd name="T32" fmla="*/ 13 w 1897"/>
                <a:gd name="T33" fmla="*/ 27 h 3450"/>
                <a:gd name="T34" fmla="*/ 3 w 1897"/>
                <a:gd name="T35" fmla="*/ 21 h 3450"/>
                <a:gd name="T36" fmla="*/ 2 w 1897"/>
                <a:gd name="T37" fmla="*/ 21 h 3450"/>
                <a:gd name="T38" fmla="*/ 2 w 1897"/>
                <a:gd name="T39" fmla="*/ 20 h 3450"/>
                <a:gd name="T40" fmla="*/ 1 w 1897"/>
                <a:gd name="T41" fmla="*/ 19 h 3450"/>
                <a:gd name="T42" fmla="*/ 1 w 1897"/>
                <a:gd name="T43" fmla="*/ 19 h 3450"/>
                <a:gd name="T44" fmla="*/ 0 w 1897"/>
                <a:gd name="T45" fmla="*/ 18 h 3450"/>
                <a:gd name="T46" fmla="*/ 0 w 1897"/>
                <a:gd name="T47" fmla="*/ 17 h 3450"/>
                <a:gd name="T48" fmla="*/ 0 w 1897"/>
                <a:gd name="T49" fmla="*/ 16 h 3450"/>
                <a:gd name="T50" fmla="*/ 0 w 1897"/>
                <a:gd name="T51" fmla="*/ 15 h 3450"/>
                <a:gd name="T52" fmla="*/ 0 w 1897"/>
                <a:gd name="T53" fmla="*/ 2 h 3450"/>
                <a:gd name="T54" fmla="*/ 0 w 1897"/>
                <a:gd name="T55" fmla="*/ 1 h 3450"/>
                <a:gd name="T56" fmla="*/ 0 w 1897"/>
                <a:gd name="T57" fmla="*/ 1 h 3450"/>
                <a:gd name="T58" fmla="*/ 1 w 1897"/>
                <a:gd name="T59" fmla="*/ 0 h 3450"/>
                <a:gd name="T60" fmla="*/ 1 w 1897"/>
                <a:gd name="T61" fmla="*/ 0 h 3450"/>
                <a:gd name="T62" fmla="*/ 1 w 1897"/>
                <a:gd name="T63" fmla="*/ 0 h 3450"/>
                <a:gd name="T64" fmla="*/ 2 w 1897"/>
                <a:gd name="T65" fmla="*/ 0 h 3450"/>
                <a:gd name="T66" fmla="*/ 3 w 1897"/>
                <a:gd name="T67" fmla="*/ 0 h 3450"/>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897"/>
                <a:gd name="T103" fmla="*/ 0 h 3450"/>
                <a:gd name="T104" fmla="*/ 1897 w 1897"/>
                <a:gd name="T105" fmla="*/ 3450 h 3450"/>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897" h="3450">
                  <a:moveTo>
                    <a:pt x="357" y="49"/>
                  </a:moveTo>
                  <a:lnTo>
                    <a:pt x="1542" y="806"/>
                  </a:lnTo>
                  <a:lnTo>
                    <a:pt x="1579" y="832"/>
                  </a:lnTo>
                  <a:lnTo>
                    <a:pt x="1614" y="861"/>
                  </a:lnTo>
                  <a:lnTo>
                    <a:pt x="1648" y="895"/>
                  </a:lnTo>
                  <a:lnTo>
                    <a:pt x="1681" y="933"/>
                  </a:lnTo>
                  <a:lnTo>
                    <a:pt x="1711" y="973"/>
                  </a:lnTo>
                  <a:lnTo>
                    <a:pt x="1740" y="1016"/>
                  </a:lnTo>
                  <a:lnTo>
                    <a:pt x="1768" y="1062"/>
                  </a:lnTo>
                  <a:lnTo>
                    <a:pt x="1793" y="1109"/>
                  </a:lnTo>
                  <a:lnTo>
                    <a:pt x="1816" y="1158"/>
                  </a:lnTo>
                  <a:lnTo>
                    <a:pt x="1836" y="1208"/>
                  </a:lnTo>
                  <a:lnTo>
                    <a:pt x="1854" y="1260"/>
                  </a:lnTo>
                  <a:lnTo>
                    <a:pt x="1869" y="1313"/>
                  </a:lnTo>
                  <a:lnTo>
                    <a:pt x="1881" y="1364"/>
                  </a:lnTo>
                  <a:lnTo>
                    <a:pt x="1890" y="1417"/>
                  </a:lnTo>
                  <a:lnTo>
                    <a:pt x="1895" y="1469"/>
                  </a:lnTo>
                  <a:lnTo>
                    <a:pt x="1897" y="1519"/>
                  </a:lnTo>
                  <a:lnTo>
                    <a:pt x="1897" y="3142"/>
                  </a:lnTo>
                  <a:lnTo>
                    <a:pt x="1895" y="3190"/>
                  </a:lnTo>
                  <a:lnTo>
                    <a:pt x="1890" y="3235"/>
                  </a:lnTo>
                  <a:lnTo>
                    <a:pt x="1881" y="3276"/>
                  </a:lnTo>
                  <a:lnTo>
                    <a:pt x="1869" y="3313"/>
                  </a:lnTo>
                  <a:lnTo>
                    <a:pt x="1854" y="3346"/>
                  </a:lnTo>
                  <a:lnTo>
                    <a:pt x="1836" y="3375"/>
                  </a:lnTo>
                  <a:lnTo>
                    <a:pt x="1816" y="3398"/>
                  </a:lnTo>
                  <a:lnTo>
                    <a:pt x="1793" y="3418"/>
                  </a:lnTo>
                  <a:lnTo>
                    <a:pt x="1768" y="3434"/>
                  </a:lnTo>
                  <a:lnTo>
                    <a:pt x="1740" y="3444"/>
                  </a:lnTo>
                  <a:lnTo>
                    <a:pt x="1711" y="3450"/>
                  </a:lnTo>
                  <a:lnTo>
                    <a:pt x="1681" y="3450"/>
                  </a:lnTo>
                  <a:lnTo>
                    <a:pt x="1648" y="3445"/>
                  </a:lnTo>
                  <a:lnTo>
                    <a:pt x="1614" y="3436"/>
                  </a:lnTo>
                  <a:lnTo>
                    <a:pt x="1579" y="3421"/>
                  </a:lnTo>
                  <a:lnTo>
                    <a:pt x="1542" y="3400"/>
                  </a:lnTo>
                  <a:lnTo>
                    <a:pt x="357" y="2643"/>
                  </a:lnTo>
                  <a:lnTo>
                    <a:pt x="320" y="2618"/>
                  </a:lnTo>
                  <a:lnTo>
                    <a:pt x="285" y="2588"/>
                  </a:lnTo>
                  <a:lnTo>
                    <a:pt x="251" y="2554"/>
                  </a:lnTo>
                  <a:lnTo>
                    <a:pt x="218" y="2517"/>
                  </a:lnTo>
                  <a:lnTo>
                    <a:pt x="187" y="2477"/>
                  </a:lnTo>
                  <a:lnTo>
                    <a:pt x="157" y="2433"/>
                  </a:lnTo>
                  <a:lnTo>
                    <a:pt x="130" y="2388"/>
                  </a:lnTo>
                  <a:lnTo>
                    <a:pt x="105" y="2341"/>
                  </a:lnTo>
                  <a:lnTo>
                    <a:pt x="81" y="2292"/>
                  </a:lnTo>
                  <a:lnTo>
                    <a:pt x="61" y="2241"/>
                  </a:lnTo>
                  <a:lnTo>
                    <a:pt x="44" y="2190"/>
                  </a:lnTo>
                  <a:lnTo>
                    <a:pt x="29" y="2138"/>
                  </a:lnTo>
                  <a:lnTo>
                    <a:pt x="17" y="2085"/>
                  </a:lnTo>
                  <a:lnTo>
                    <a:pt x="7" y="2033"/>
                  </a:lnTo>
                  <a:lnTo>
                    <a:pt x="3" y="1981"/>
                  </a:lnTo>
                  <a:lnTo>
                    <a:pt x="0" y="1931"/>
                  </a:lnTo>
                  <a:lnTo>
                    <a:pt x="0" y="308"/>
                  </a:lnTo>
                  <a:lnTo>
                    <a:pt x="3" y="260"/>
                  </a:lnTo>
                  <a:lnTo>
                    <a:pt x="7" y="215"/>
                  </a:lnTo>
                  <a:lnTo>
                    <a:pt x="17" y="174"/>
                  </a:lnTo>
                  <a:lnTo>
                    <a:pt x="29" y="137"/>
                  </a:lnTo>
                  <a:lnTo>
                    <a:pt x="44" y="104"/>
                  </a:lnTo>
                  <a:lnTo>
                    <a:pt x="61" y="76"/>
                  </a:lnTo>
                  <a:lnTo>
                    <a:pt x="81" y="51"/>
                  </a:lnTo>
                  <a:lnTo>
                    <a:pt x="105" y="31"/>
                  </a:lnTo>
                  <a:lnTo>
                    <a:pt x="130" y="16"/>
                  </a:lnTo>
                  <a:lnTo>
                    <a:pt x="157" y="5"/>
                  </a:lnTo>
                  <a:lnTo>
                    <a:pt x="187" y="0"/>
                  </a:lnTo>
                  <a:lnTo>
                    <a:pt x="218" y="0"/>
                  </a:lnTo>
                  <a:lnTo>
                    <a:pt x="251" y="3"/>
                  </a:lnTo>
                  <a:lnTo>
                    <a:pt x="285" y="14"/>
                  </a:lnTo>
                  <a:lnTo>
                    <a:pt x="320" y="29"/>
                  </a:lnTo>
                  <a:lnTo>
                    <a:pt x="357" y="49"/>
                  </a:lnTo>
                  <a:close/>
                </a:path>
              </a:pathLst>
            </a:custGeom>
            <a:solidFill>
              <a:srgbClr val="BFBFB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1287" name="Freeform 49"/>
            <p:cNvSpPr>
              <a:spLocks/>
            </p:cNvSpPr>
            <p:nvPr/>
          </p:nvSpPr>
          <p:spPr bwMode="auto">
            <a:xfrm>
              <a:off x="1268" y="1663"/>
              <a:ext cx="393" cy="711"/>
            </a:xfrm>
            <a:custGeom>
              <a:avLst/>
              <a:gdLst>
                <a:gd name="T0" fmla="*/ 3 w 1962"/>
                <a:gd name="T1" fmla="*/ 7 h 3555"/>
                <a:gd name="T2" fmla="*/ 2 w 1962"/>
                <a:gd name="T3" fmla="*/ 7 h 3555"/>
                <a:gd name="T4" fmla="*/ 2 w 1962"/>
                <a:gd name="T5" fmla="*/ 8 h 3555"/>
                <a:gd name="T6" fmla="*/ 1 w 1962"/>
                <a:gd name="T7" fmla="*/ 8 h 3555"/>
                <a:gd name="T8" fmla="*/ 1 w 1962"/>
                <a:gd name="T9" fmla="*/ 9 h 3555"/>
                <a:gd name="T10" fmla="*/ 1 w 1962"/>
                <a:gd name="T11" fmla="*/ 10 h 3555"/>
                <a:gd name="T12" fmla="*/ 0 w 1962"/>
                <a:gd name="T13" fmla="*/ 11 h 3555"/>
                <a:gd name="T14" fmla="*/ 0 w 1962"/>
                <a:gd name="T15" fmla="*/ 12 h 3555"/>
                <a:gd name="T16" fmla="*/ 0 w 1962"/>
                <a:gd name="T17" fmla="*/ 13 h 3555"/>
                <a:gd name="T18" fmla="*/ 0 w 1962"/>
                <a:gd name="T19" fmla="*/ 26 h 3555"/>
                <a:gd name="T20" fmla="*/ 0 w 1962"/>
                <a:gd name="T21" fmla="*/ 27 h 3555"/>
                <a:gd name="T22" fmla="*/ 0 w 1962"/>
                <a:gd name="T23" fmla="*/ 28 h 3555"/>
                <a:gd name="T24" fmla="*/ 1 w 1962"/>
                <a:gd name="T25" fmla="*/ 28 h 3555"/>
                <a:gd name="T26" fmla="*/ 1 w 1962"/>
                <a:gd name="T27" fmla="*/ 28 h 3555"/>
                <a:gd name="T28" fmla="*/ 2 w 1962"/>
                <a:gd name="T29" fmla="*/ 28 h 3555"/>
                <a:gd name="T30" fmla="*/ 2 w 1962"/>
                <a:gd name="T31" fmla="*/ 28 h 3555"/>
                <a:gd name="T32" fmla="*/ 3 w 1962"/>
                <a:gd name="T33" fmla="*/ 28 h 3555"/>
                <a:gd name="T34" fmla="*/ 13 w 1962"/>
                <a:gd name="T35" fmla="*/ 22 h 3555"/>
                <a:gd name="T36" fmla="*/ 13 w 1962"/>
                <a:gd name="T37" fmla="*/ 21 h 3555"/>
                <a:gd name="T38" fmla="*/ 14 w 1962"/>
                <a:gd name="T39" fmla="*/ 21 h 3555"/>
                <a:gd name="T40" fmla="*/ 14 w 1962"/>
                <a:gd name="T41" fmla="*/ 20 h 3555"/>
                <a:gd name="T42" fmla="*/ 15 w 1962"/>
                <a:gd name="T43" fmla="*/ 19 h 3555"/>
                <a:gd name="T44" fmla="*/ 15 w 1962"/>
                <a:gd name="T45" fmla="*/ 18 h 3555"/>
                <a:gd name="T46" fmla="*/ 16 w 1962"/>
                <a:gd name="T47" fmla="*/ 18 h 3555"/>
                <a:gd name="T48" fmla="*/ 16 w 1962"/>
                <a:gd name="T49" fmla="*/ 17 h 3555"/>
                <a:gd name="T50" fmla="*/ 16 w 1962"/>
                <a:gd name="T51" fmla="*/ 16 h 3555"/>
                <a:gd name="T52" fmla="*/ 16 w 1962"/>
                <a:gd name="T53" fmla="*/ 2 h 3555"/>
                <a:gd name="T54" fmla="*/ 16 w 1962"/>
                <a:gd name="T55" fmla="*/ 1 h 3555"/>
                <a:gd name="T56" fmla="*/ 15 w 1962"/>
                <a:gd name="T57" fmla="*/ 1 h 3555"/>
                <a:gd name="T58" fmla="*/ 15 w 1962"/>
                <a:gd name="T59" fmla="*/ 0 h 3555"/>
                <a:gd name="T60" fmla="*/ 15 w 1962"/>
                <a:gd name="T61" fmla="*/ 0 h 3555"/>
                <a:gd name="T62" fmla="*/ 14 w 1962"/>
                <a:gd name="T63" fmla="*/ 0 h 3555"/>
                <a:gd name="T64" fmla="*/ 14 w 1962"/>
                <a:gd name="T65" fmla="*/ 0 h 3555"/>
                <a:gd name="T66" fmla="*/ 13 w 1962"/>
                <a:gd name="T67" fmla="*/ 0 h 3555"/>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962"/>
                <a:gd name="T103" fmla="*/ 0 h 3555"/>
                <a:gd name="T104" fmla="*/ 1962 w 1962"/>
                <a:gd name="T105" fmla="*/ 3555 h 3555"/>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962" h="3555">
                  <a:moveTo>
                    <a:pt x="1594" y="50"/>
                  </a:moveTo>
                  <a:lnTo>
                    <a:pt x="368" y="831"/>
                  </a:lnTo>
                  <a:lnTo>
                    <a:pt x="330" y="858"/>
                  </a:lnTo>
                  <a:lnTo>
                    <a:pt x="294" y="888"/>
                  </a:lnTo>
                  <a:lnTo>
                    <a:pt x="259" y="922"/>
                  </a:lnTo>
                  <a:lnTo>
                    <a:pt x="225" y="961"/>
                  </a:lnTo>
                  <a:lnTo>
                    <a:pt x="193" y="1003"/>
                  </a:lnTo>
                  <a:lnTo>
                    <a:pt x="163" y="1047"/>
                  </a:lnTo>
                  <a:lnTo>
                    <a:pt x="133" y="1094"/>
                  </a:lnTo>
                  <a:lnTo>
                    <a:pt x="108" y="1143"/>
                  </a:lnTo>
                  <a:lnTo>
                    <a:pt x="84" y="1193"/>
                  </a:lnTo>
                  <a:lnTo>
                    <a:pt x="63" y="1246"/>
                  </a:lnTo>
                  <a:lnTo>
                    <a:pt x="44" y="1299"/>
                  </a:lnTo>
                  <a:lnTo>
                    <a:pt x="29" y="1353"/>
                  </a:lnTo>
                  <a:lnTo>
                    <a:pt x="16" y="1405"/>
                  </a:lnTo>
                  <a:lnTo>
                    <a:pt x="7" y="1459"/>
                  </a:lnTo>
                  <a:lnTo>
                    <a:pt x="2" y="1512"/>
                  </a:lnTo>
                  <a:lnTo>
                    <a:pt x="0" y="1565"/>
                  </a:lnTo>
                  <a:lnTo>
                    <a:pt x="0" y="3237"/>
                  </a:lnTo>
                  <a:lnTo>
                    <a:pt x="2" y="3287"/>
                  </a:lnTo>
                  <a:lnTo>
                    <a:pt x="7" y="3333"/>
                  </a:lnTo>
                  <a:lnTo>
                    <a:pt x="16" y="3375"/>
                  </a:lnTo>
                  <a:lnTo>
                    <a:pt x="29" y="3413"/>
                  </a:lnTo>
                  <a:lnTo>
                    <a:pt x="44" y="3447"/>
                  </a:lnTo>
                  <a:lnTo>
                    <a:pt x="63" y="3477"/>
                  </a:lnTo>
                  <a:lnTo>
                    <a:pt x="84" y="3502"/>
                  </a:lnTo>
                  <a:lnTo>
                    <a:pt x="108" y="3522"/>
                  </a:lnTo>
                  <a:lnTo>
                    <a:pt x="133" y="3538"/>
                  </a:lnTo>
                  <a:lnTo>
                    <a:pt x="163" y="3549"/>
                  </a:lnTo>
                  <a:lnTo>
                    <a:pt x="193" y="3555"/>
                  </a:lnTo>
                  <a:lnTo>
                    <a:pt x="225" y="3555"/>
                  </a:lnTo>
                  <a:lnTo>
                    <a:pt x="259" y="3550"/>
                  </a:lnTo>
                  <a:lnTo>
                    <a:pt x="294" y="3541"/>
                  </a:lnTo>
                  <a:lnTo>
                    <a:pt x="330" y="3524"/>
                  </a:lnTo>
                  <a:lnTo>
                    <a:pt x="368" y="3503"/>
                  </a:lnTo>
                  <a:lnTo>
                    <a:pt x="1594" y="2722"/>
                  </a:lnTo>
                  <a:lnTo>
                    <a:pt x="1632" y="2696"/>
                  </a:lnTo>
                  <a:lnTo>
                    <a:pt x="1668" y="2665"/>
                  </a:lnTo>
                  <a:lnTo>
                    <a:pt x="1703" y="2631"/>
                  </a:lnTo>
                  <a:lnTo>
                    <a:pt x="1737" y="2592"/>
                  </a:lnTo>
                  <a:lnTo>
                    <a:pt x="1769" y="2551"/>
                  </a:lnTo>
                  <a:lnTo>
                    <a:pt x="1799" y="2506"/>
                  </a:lnTo>
                  <a:lnTo>
                    <a:pt x="1829" y="2460"/>
                  </a:lnTo>
                  <a:lnTo>
                    <a:pt x="1854" y="2411"/>
                  </a:lnTo>
                  <a:lnTo>
                    <a:pt x="1878" y="2361"/>
                  </a:lnTo>
                  <a:lnTo>
                    <a:pt x="1899" y="2308"/>
                  </a:lnTo>
                  <a:lnTo>
                    <a:pt x="1918" y="2256"/>
                  </a:lnTo>
                  <a:lnTo>
                    <a:pt x="1933" y="2202"/>
                  </a:lnTo>
                  <a:lnTo>
                    <a:pt x="1946" y="2149"/>
                  </a:lnTo>
                  <a:lnTo>
                    <a:pt x="1955" y="2095"/>
                  </a:lnTo>
                  <a:lnTo>
                    <a:pt x="1960" y="2042"/>
                  </a:lnTo>
                  <a:lnTo>
                    <a:pt x="1962" y="1989"/>
                  </a:lnTo>
                  <a:lnTo>
                    <a:pt x="1962" y="319"/>
                  </a:lnTo>
                  <a:lnTo>
                    <a:pt x="1960" y="269"/>
                  </a:lnTo>
                  <a:lnTo>
                    <a:pt x="1955" y="223"/>
                  </a:lnTo>
                  <a:lnTo>
                    <a:pt x="1946" y="180"/>
                  </a:lnTo>
                  <a:lnTo>
                    <a:pt x="1933" y="143"/>
                  </a:lnTo>
                  <a:lnTo>
                    <a:pt x="1918" y="109"/>
                  </a:lnTo>
                  <a:lnTo>
                    <a:pt x="1899" y="79"/>
                  </a:lnTo>
                  <a:lnTo>
                    <a:pt x="1878" y="54"/>
                  </a:lnTo>
                  <a:lnTo>
                    <a:pt x="1854" y="33"/>
                  </a:lnTo>
                  <a:lnTo>
                    <a:pt x="1829" y="17"/>
                  </a:lnTo>
                  <a:lnTo>
                    <a:pt x="1799" y="7"/>
                  </a:lnTo>
                  <a:lnTo>
                    <a:pt x="1769" y="0"/>
                  </a:lnTo>
                  <a:lnTo>
                    <a:pt x="1737" y="0"/>
                  </a:lnTo>
                  <a:lnTo>
                    <a:pt x="1703" y="4"/>
                  </a:lnTo>
                  <a:lnTo>
                    <a:pt x="1668" y="14"/>
                  </a:lnTo>
                  <a:lnTo>
                    <a:pt x="1632" y="29"/>
                  </a:lnTo>
                  <a:lnTo>
                    <a:pt x="1594" y="50"/>
                  </a:lnTo>
                  <a:close/>
                </a:path>
              </a:pathLst>
            </a:custGeom>
            <a:solidFill>
              <a:srgbClr val="E5E5E5"/>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1288" name="Freeform 50"/>
            <p:cNvSpPr>
              <a:spLocks noEditPoints="1"/>
            </p:cNvSpPr>
            <p:nvPr/>
          </p:nvSpPr>
          <p:spPr bwMode="auto">
            <a:xfrm>
              <a:off x="916" y="1589"/>
              <a:ext cx="697" cy="698"/>
            </a:xfrm>
            <a:custGeom>
              <a:avLst/>
              <a:gdLst>
                <a:gd name="T0" fmla="*/ 16 w 3485"/>
                <a:gd name="T1" fmla="*/ 0 h 3490"/>
                <a:gd name="T2" fmla="*/ 17 w 3485"/>
                <a:gd name="T3" fmla="*/ 2 h 3490"/>
                <a:gd name="T4" fmla="*/ 17 w 3485"/>
                <a:gd name="T5" fmla="*/ 3 h 3490"/>
                <a:gd name="T6" fmla="*/ 14 w 3485"/>
                <a:gd name="T7" fmla="*/ 4 h 3490"/>
                <a:gd name="T8" fmla="*/ 12 w 3485"/>
                <a:gd name="T9" fmla="*/ 4 h 3490"/>
                <a:gd name="T10" fmla="*/ 11 w 3485"/>
                <a:gd name="T11" fmla="*/ 2 h 3490"/>
                <a:gd name="T12" fmla="*/ 11 w 3485"/>
                <a:gd name="T13" fmla="*/ 1 h 3490"/>
                <a:gd name="T14" fmla="*/ 14 w 3485"/>
                <a:gd name="T15" fmla="*/ 0 h 3490"/>
                <a:gd name="T16" fmla="*/ 3 w 3485"/>
                <a:gd name="T17" fmla="*/ 7 h 3490"/>
                <a:gd name="T18" fmla="*/ 4 w 3485"/>
                <a:gd name="T19" fmla="*/ 9 h 3490"/>
                <a:gd name="T20" fmla="*/ 3 w 3485"/>
                <a:gd name="T21" fmla="*/ 12 h 3490"/>
                <a:gd name="T22" fmla="*/ 2 w 3485"/>
                <a:gd name="T23" fmla="*/ 13 h 3490"/>
                <a:gd name="T24" fmla="*/ 1 w 3485"/>
                <a:gd name="T25" fmla="*/ 12 h 3490"/>
                <a:gd name="T26" fmla="*/ 0 w 3485"/>
                <a:gd name="T27" fmla="*/ 10 h 3490"/>
                <a:gd name="T28" fmla="*/ 0 w 3485"/>
                <a:gd name="T29" fmla="*/ 8 h 3490"/>
                <a:gd name="T30" fmla="*/ 2 w 3485"/>
                <a:gd name="T31" fmla="*/ 6 h 3490"/>
                <a:gd name="T32" fmla="*/ 10 w 3485"/>
                <a:gd name="T33" fmla="*/ 20 h 3490"/>
                <a:gd name="T34" fmla="*/ 11 w 3485"/>
                <a:gd name="T35" fmla="*/ 22 h 3490"/>
                <a:gd name="T36" fmla="*/ 11 w 3485"/>
                <a:gd name="T37" fmla="*/ 25 h 3490"/>
                <a:gd name="T38" fmla="*/ 10 w 3485"/>
                <a:gd name="T39" fmla="*/ 27 h 3490"/>
                <a:gd name="T40" fmla="*/ 8 w 3485"/>
                <a:gd name="T41" fmla="*/ 26 h 3490"/>
                <a:gd name="T42" fmla="*/ 7 w 3485"/>
                <a:gd name="T43" fmla="*/ 24 h 3490"/>
                <a:gd name="T44" fmla="*/ 7 w 3485"/>
                <a:gd name="T45" fmla="*/ 22 h 3490"/>
                <a:gd name="T46" fmla="*/ 8 w 3485"/>
                <a:gd name="T47" fmla="*/ 20 h 3490"/>
                <a:gd name="T48" fmla="*/ 20 w 3485"/>
                <a:gd name="T49" fmla="*/ 21 h 3490"/>
                <a:gd name="T50" fmla="*/ 21 w 3485"/>
                <a:gd name="T51" fmla="*/ 23 h 3490"/>
                <a:gd name="T52" fmla="*/ 21 w 3485"/>
                <a:gd name="T53" fmla="*/ 26 h 3490"/>
                <a:gd name="T54" fmla="*/ 20 w 3485"/>
                <a:gd name="T55" fmla="*/ 28 h 3490"/>
                <a:gd name="T56" fmla="*/ 18 w 3485"/>
                <a:gd name="T57" fmla="*/ 28 h 3490"/>
                <a:gd name="T58" fmla="*/ 17 w 3485"/>
                <a:gd name="T59" fmla="*/ 26 h 3490"/>
                <a:gd name="T60" fmla="*/ 17 w 3485"/>
                <a:gd name="T61" fmla="*/ 23 h 3490"/>
                <a:gd name="T62" fmla="*/ 18 w 3485"/>
                <a:gd name="T63" fmla="*/ 21 h 3490"/>
                <a:gd name="T64" fmla="*/ 19 w 3485"/>
                <a:gd name="T65" fmla="*/ 11 h 3490"/>
                <a:gd name="T66" fmla="*/ 20 w 3485"/>
                <a:gd name="T67" fmla="*/ 13 h 3490"/>
                <a:gd name="T68" fmla="*/ 21 w 3485"/>
                <a:gd name="T69" fmla="*/ 15 h 3490"/>
                <a:gd name="T70" fmla="*/ 20 w 3485"/>
                <a:gd name="T71" fmla="*/ 17 h 3490"/>
                <a:gd name="T72" fmla="*/ 18 w 3485"/>
                <a:gd name="T73" fmla="*/ 17 h 3490"/>
                <a:gd name="T74" fmla="*/ 17 w 3485"/>
                <a:gd name="T75" fmla="*/ 16 h 3490"/>
                <a:gd name="T76" fmla="*/ 17 w 3485"/>
                <a:gd name="T77" fmla="*/ 13 h 3490"/>
                <a:gd name="T78" fmla="*/ 18 w 3485"/>
                <a:gd name="T79" fmla="*/ 11 h 3490"/>
                <a:gd name="T80" fmla="*/ 26 w 3485"/>
                <a:gd name="T81" fmla="*/ 7 h 3490"/>
                <a:gd name="T82" fmla="*/ 27 w 3485"/>
                <a:gd name="T83" fmla="*/ 8 h 3490"/>
                <a:gd name="T84" fmla="*/ 27 w 3485"/>
                <a:gd name="T85" fmla="*/ 11 h 3490"/>
                <a:gd name="T86" fmla="*/ 26 w 3485"/>
                <a:gd name="T87" fmla="*/ 13 h 3490"/>
                <a:gd name="T88" fmla="*/ 25 w 3485"/>
                <a:gd name="T89" fmla="*/ 13 h 3490"/>
                <a:gd name="T90" fmla="*/ 24 w 3485"/>
                <a:gd name="T91" fmla="*/ 12 h 3490"/>
                <a:gd name="T92" fmla="*/ 24 w 3485"/>
                <a:gd name="T93" fmla="*/ 9 h 3490"/>
                <a:gd name="T94" fmla="*/ 24 w 3485"/>
                <a:gd name="T95" fmla="*/ 7 h 3490"/>
                <a:gd name="T96" fmla="*/ 26 w 3485"/>
                <a:gd name="T97" fmla="*/ 17 h 3490"/>
                <a:gd name="T98" fmla="*/ 27 w 3485"/>
                <a:gd name="T99" fmla="*/ 18 h 3490"/>
                <a:gd name="T100" fmla="*/ 28 w 3485"/>
                <a:gd name="T101" fmla="*/ 21 h 3490"/>
                <a:gd name="T102" fmla="*/ 27 w 3485"/>
                <a:gd name="T103" fmla="*/ 23 h 3490"/>
                <a:gd name="T104" fmla="*/ 26 w 3485"/>
                <a:gd name="T105" fmla="*/ 24 h 3490"/>
                <a:gd name="T106" fmla="*/ 24 w 3485"/>
                <a:gd name="T107" fmla="*/ 23 h 3490"/>
                <a:gd name="T108" fmla="*/ 24 w 3485"/>
                <a:gd name="T109" fmla="*/ 20 h 3490"/>
                <a:gd name="T110" fmla="*/ 25 w 3485"/>
                <a:gd name="T111" fmla="*/ 18 h 3490"/>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w 3485"/>
                <a:gd name="T169" fmla="*/ 0 h 3490"/>
                <a:gd name="T170" fmla="*/ 3485 w 3485"/>
                <a:gd name="T171" fmla="*/ 3490 h 3490"/>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T168" t="T169" r="T170" b="T171"/>
              <a:pathLst>
                <a:path w="3485" h="3490">
                  <a:moveTo>
                    <a:pt x="1754" y="0"/>
                  </a:moveTo>
                  <a:lnTo>
                    <a:pt x="1797" y="2"/>
                  </a:lnTo>
                  <a:lnTo>
                    <a:pt x="1840" y="5"/>
                  </a:lnTo>
                  <a:lnTo>
                    <a:pt x="1881" y="12"/>
                  </a:lnTo>
                  <a:lnTo>
                    <a:pt x="1921" y="20"/>
                  </a:lnTo>
                  <a:lnTo>
                    <a:pt x="1959" y="31"/>
                  </a:lnTo>
                  <a:lnTo>
                    <a:pt x="1994" y="44"/>
                  </a:lnTo>
                  <a:lnTo>
                    <a:pt x="2028" y="59"/>
                  </a:lnTo>
                  <a:lnTo>
                    <a:pt x="2058" y="74"/>
                  </a:lnTo>
                  <a:lnTo>
                    <a:pt x="2086" y="93"/>
                  </a:lnTo>
                  <a:lnTo>
                    <a:pt x="2111" y="113"/>
                  </a:lnTo>
                  <a:lnTo>
                    <a:pt x="2132" y="133"/>
                  </a:lnTo>
                  <a:lnTo>
                    <a:pt x="2151" y="155"/>
                  </a:lnTo>
                  <a:lnTo>
                    <a:pt x="2165" y="179"/>
                  </a:lnTo>
                  <a:lnTo>
                    <a:pt x="2175" y="203"/>
                  </a:lnTo>
                  <a:lnTo>
                    <a:pt x="2182" y="229"/>
                  </a:lnTo>
                  <a:lnTo>
                    <a:pt x="2185" y="255"/>
                  </a:lnTo>
                  <a:lnTo>
                    <a:pt x="2182" y="281"/>
                  </a:lnTo>
                  <a:lnTo>
                    <a:pt x="2175" y="305"/>
                  </a:lnTo>
                  <a:lnTo>
                    <a:pt x="2165" y="330"/>
                  </a:lnTo>
                  <a:lnTo>
                    <a:pt x="2151" y="353"/>
                  </a:lnTo>
                  <a:lnTo>
                    <a:pt x="2132" y="376"/>
                  </a:lnTo>
                  <a:lnTo>
                    <a:pt x="2111" y="397"/>
                  </a:lnTo>
                  <a:lnTo>
                    <a:pt x="2086" y="417"/>
                  </a:lnTo>
                  <a:lnTo>
                    <a:pt x="2058" y="434"/>
                  </a:lnTo>
                  <a:lnTo>
                    <a:pt x="2028" y="451"/>
                  </a:lnTo>
                  <a:lnTo>
                    <a:pt x="1994" y="466"/>
                  </a:lnTo>
                  <a:lnTo>
                    <a:pt x="1959" y="479"/>
                  </a:lnTo>
                  <a:lnTo>
                    <a:pt x="1921" y="489"/>
                  </a:lnTo>
                  <a:lnTo>
                    <a:pt x="1881" y="498"/>
                  </a:lnTo>
                  <a:lnTo>
                    <a:pt x="1840" y="505"/>
                  </a:lnTo>
                  <a:lnTo>
                    <a:pt x="1797" y="508"/>
                  </a:lnTo>
                  <a:lnTo>
                    <a:pt x="1754" y="509"/>
                  </a:lnTo>
                  <a:lnTo>
                    <a:pt x="1710" y="508"/>
                  </a:lnTo>
                  <a:lnTo>
                    <a:pt x="1667" y="505"/>
                  </a:lnTo>
                  <a:lnTo>
                    <a:pt x="1626" y="498"/>
                  </a:lnTo>
                  <a:lnTo>
                    <a:pt x="1586" y="489"/>
                  </a:lnTo>
                  <a:lnTo>
                    <a:pt x="1548" y="479"/>
                  </a:lnTo>
                  <a:lnTo>
                    <a:pt x="1512" y="466"/>
                  </a:lnTo>
                  <a:lnTo>
                    <a:pt x="1479" y="451"/>
                  </a:lnTo>
                  <a:lnTo>
                    <a:pt x="1449" y="434"/>
                  </a:lnTo>
                  <a:lnTo>
                    <a:pt x="1421" y="417"/>
                  </a:lnTo>
                  <a:lnTo>
                    <a:pt x="1395" y="397"/>
                  </a:lnTo>
                  <a:lnTo>
                    <a:pt x="1374" y="376"/>
                  </a:lnTo>
                  <a:lnTo>
                    <a:pt x="1355" y="353"/>
                  </a:lnTo>
                  <a:lnTo>
                    <a:pt x="1341" y="330"/>
                  </a:lnTo>
                  <a:lnTo>
                    <a:pt x="1331" y="305"/>
                  </a:lnTo>
                  <a:lnTo>
                    <a:pt x="1324" y="281"/>
                  </a:lnTo>
                  <a:lnTo>
                    <a:pt x="1321" y="255"/>
                  </a:lnTo>
                  <a:lnTo>
                    <a:pt x="1324" y="229"/>
                  </a:lnTo>
                  <a:lnTo>
                    <a:pt x="1331" y="203"/>
                  </a:lnTo>
                  <a:lnTo>
                    <a:pt x="1341" y="179"/>
                  </a:lnTo>
                  <a:lnTo>
                    <a:pt x="1355" y="155"/>
                  </a:lnTo>
                  <a:lnTo>
                    <a:pt x="1374" y="133"/>
                  </a:lnTo>
                  <a:lnTo>
                    <a:pt x="1395" y="113"/>
                  </a:lnTo>
                  <a:lnTo>
                    <a:pt x="1421" y="93"/>
                  </a:lnTo>
                  <a:lnTo>
                    <a:pt x="1449" y="74"/>
                  </a:lnTo>
                  <a:lnTo>
                    <a:pt x="1479" y="59"/>
                  </a:lnTo>
                  <a:lnTo>
                    <a:pt x="1512" y="44"/>
                  </a:lnTo>
                  <a:lnTo>
                    <a:pt x="1548" y="31"/>
                  </a:lnTo>
                  <a:lnTo>
                    <a:pt x="1586" y="20"/>
                  </a:lnTo>
                  <a:lnTo>
                    <a:pt x="1626" y="12"/>
                  </a:lnTo>
                  <a:lnTo>
                    <a:pt x="1667" y="5"/>
                  </a:lnTo>
                  <a:lnTo>
                    <a:pt x="1710" y="2"/>
                  </a:lnTo>
                  <a:lnTo>
                    <a:pt x="1754" y="0"/>
                  </a:lnTo>
                  <a:close/>
                  <a:moveTo>
                    <a:pt x="239" y="786"/>
                  </a:moveTo>
                  <a:lnTo>
                    <a:pt x="263" y="788"/>
                  </a:lnTo>
                  <a:lnTo>
                    <a:pt x="287" y="794"/>
                  </a:lnTo>
                  <a:lnTo>
                    <a:pt x="309" y="805"/>
                  </a:lnTo>
                  <a:lnTo>
                    <a:pt x="331" y="819"/>
                  </a:lnTo>
                  <a:lnTo>
                    <a:pt x="352" y="836"/>
                  </a:lnTo>
                  <a:lnTo>
                    <a:pt x="372" y="857"/>
                  </a:lnTo>
                  <a:lnTo>
                    <a:pt x="390" y="882"/>
                  </a:lnTo>
                  <a:lnTo>
                    <a:pt x="407" y="909"/>
                  </a:lnTo>
                  <a:lnTo>
                    <a:pt x="423" y="940"/>
                  </a:lnTo>
                  <a:lnTo>
                    <a:pt x="437" y="971"/>
                  </a:lnTo>
                  <a:lnTo>
                    <a:pt x="448" y="1006"/>
                  </a:lnTo>
                  <a:lnTo>
                    <a:pt x="459" y="1043"/>
                  </a:lnTo>
                  <a:lnTo>
                    <a:pt x="467" y="1081"/>
                  </a:lnTo>
                  <a:lnTo>
                    <a:pt x="473" y="1121"/>
                  </a:lnTo>
                  <a:lnTo>
                    <a:pt x="476" y="1163"/>
                  </a:lnTo>
                  <a:lnTo>
                    <a:pt x="478" y="1206"/>
                  </a:lnTo>
                  <a:lnTo>
                    <a:pt x="476" y="1248"/>
                  </a:lnTo>
                  <a:lnTo>
                    <a:pt x="473" y="1290"/>
                  </a:lnTo>
                  <a:lnTo>
                    <a:pt x="467" y="1330"/>
                  </a:lnTo>
                  <a:lnTo>
                    <a:pt x="459" y="1367"/>
                  </a:lnTo>
                  <a:lnTo>
                    <a:pt x="448" y="1405"/>
                  </a:lnTo>
                  <a:lnTo>
                    <a:pt x="437" y="1439"/>
                  </a:lnTo>
                  <a:lnTo>
                    <a:pt x="423" y="1472"/>
                  </a:lnTo>
                  <a:lnTo>
                    <a:pt x="407" y="1501"/>
                  </a:lnTo>
                  <a:lnTo>
                    <a:pt x="390" y="1528"/>
                  </a:lnTo>
                  <a:lnTo>
                    <a:pt x="372" y="1553"/>
                  </a:lnTo>
                  <a:lnTo>
                    <a:pt x="352" y="1574"/>
                  </a:lnTo>
                  <a:lnTo>
                    <a:pt x="331" y="1591"/>
                  </a:lnTo>
                  <a:lnTo>
                    <a:pt x="309" y="1605"/>
                  </a:lnTo>
                  <a:lnTo>
                    <a:pt x="287" y="1616"/>
                  </a:lnTo>
                  <a:lnTo>
                    <a:pt x="263" y="1622"/>
                  </a:lnTo>
                  <a:lnTo>
                    <a:pt x="239" y="1624"/>
                  </a:lnTo>
                  <a:lnTo>
                    <a:pt x="214" y="1622"/>
                  </a:lnTo>
                  <a:lnTo>
                    <a:pt x="191" y="1616"/>
                  </a:lnTo>
                  <a:lnTo>
                    <a:pt x="168" y="1605"/>
                  </a:lnTo>
                  <a:lnTo>
                    <a:pt x="146" y="1591"/>
                  </a:lnTo>
                  <a:lnTo>
                    <a:pt x="125" y="1574"/>
                  </a:lnTo>
                  <a:lnTo>
                    <a:pt x="105" y="1553"/>
                  </a:lnTo>
                  <a:lnTo>
                    <a:pt x="87" y="1528"/>
                  </a:lnTo>
                  <a:lnTo>
                    <a:pt x="70" y="1501"/>
                  </a:lnTo>
                  <a:lnTo>
                    <a:pt x="55" y="1472"/>
                  </a:lnTo>
                  <a:lnTo>
                    <a:pt x="41" y="1439"/>
                  </a:lnTo>
                  <a:lnTo>
                    <a:pt x="29" y="1405"/>
                  </a:lnTo>
                  <a:lnTo>
                    <a:pt x="18" y="1367"/>
                  </a:lnTo>
                  <a:lnTo>
                    <a:pt x="10" y="1330"/>
                  </a:lnTo>
                  <a:lnTo>
                    <a:pt x="4" y="1290"/>
                  </a:lnTo>
                  <a:lnTo>
                    <a:pt x="1" y="1248"/>
                  </a:lnTo>
                  <a:lnTo>
                    <a:pt x="0" y="1206"/>
                  </a:lnTo>
                  <a:lnTo>
                    <a:pt x="1" y="1163"/>
                  </a:lnTo>
                  <a:lnTo>
                    <a:pt x="4" y="1121"/>
                  </a:lnTo>
                  <a:lnTo>
                    <a:pt x="10" y="1081"/>
                  </a:lnTo>
                  <a:lnTo>
                    <a:pt x="18" y="1043"/>
                  </a:lnTo>
                  <a:lnTo>
                    <a:pt x="29" y="1006"/>
                  </a:lnTo>
                  <a:lnTo>
                    <a:pt x="41" y="971"/>
                  </a:lnTo>
                  <a:lnTo>
                    <a:pt x="55" y="940"/>
                  </a:lnTo>
                  <a:lnTo>
                    <a:pt x="70" y="909"/>
                  </a:lnTo>
                  <a:lnTo>
                    <a:pt x="87" y="882"/>
                  </a:lnTo>
                  <a:lnTo>
                    <a:pt x="105" y="857"/>
                  </a:lnTo>
                  <a:lnTo>
                    <a:pt x="125" y="836"/>
                  </a:lnTo>
                  <a:lnTo>
                    <a:pt x="146" y="819"/>
                  </a:lnTo>
                  <a:lnTo>
                    <a:pt x="168" y="805"/>
                  </a:lnTo>
                  <a:lnTo>
                    <a:pt x="191" y="794"/>
                  </a:lnTo>
                  <a:lnTo>
                    <a:pt x="214" y="788"/>
                  </a:lnTo>
                  <a:lnTo>
                    <a:pt x="239" y="786"/>
                  </a:lnTo>
                  <a:close/>
                  <a:moveTo>
                    <a:pt x="1119" y="2495"/>
                  </a:moveTo>
                  <a:lnTo>
                    <a:pt x="1143" y="2498"/>
                  </a:lnTo>
                  <a:lnTo>
                    <a:pt x="1167" y="2504"/>
                  </a:lnTo>
                  <a:lnTo>
                    <a:pt x="1190" y="2514"/>
                  </a:lnTo>
                  <a:lnTo>
                    <a:pt x="1211" y="2528"/>
                  </a:lnTo>
                  <a:lnTo>
                    <a:pt x="1232" y="2546"/>
                  </a:lnTo>
                  <a:lnTo>
                    <a:pt x="1252" y="2567"/>
                  </a:lnTo>
                  <a:lnTo>
                    <a:pt x="1271" y="2592"/>
                  </a:lnTo>
                  <a:lnTo>
                    <a:pt x="1288" y="2618"/>
                  </a:lnTo>
                  <a:lnTo>
                    <a:pt x="1304" y="2648"/>
                  </a:lnTo>
                  <a:lnTo>
                    <a:pt x="1318" y="2681"/>
                  </a:lnTo>
                  <a:lnTo>
                    <a:pt x="1329" y="2715"/>
                  </a:lnTo>
                  <a:lnTo>
                    <a:pt x="1340" y="2752"/>
                  </a:lnTo>
                  <a:lnTo>
                    <a:pt x="1348" y="2790"/>
                  </a:lnTo>
                  <a:lnTo>
                    <a:pt x="1354" y="2830"/>
                  </a:lnTo>
                  <a:lnTo>
                    <a:pt x="1358" y="2872"/>
                  </a:lnTo>
                  <a:lnTo>
                    <a:pt x="1359" y="2914"/>
                  </a:lnTo>
                  <a:lnTo>
                    <a:pt x="1358" y="2956"/>
                  </a:lnTo>
                  <a:lnTo>
                    <a:pt x="1354" y="2998"/>
                  </a:lnTo>
                  <a:lnTo>
                    <a:pt x="1348" y="3038"/>
                  </a:lnTo>
                  <a:lnTo>
                    <a:pt x="1340" y="3077"/>
                  </a:lnTo>
                  <a:lnTo>
                    <a:pt x="1329" y="3113"/>
                  </a:lnTo>
                  <a:lnTo>
                    <a:pt x="1318" y="3147"/>
                  </a:lnTo>
                  <a:lnTo>
                    <a:pt x="1304" y="3180"/>
                  </a:lnTo>
                  <a:lnTo>
                    <a:pt x="1288" y="3209"/>
                  </a:lnTo>
                  <a:lnTo>
                    <a:pt x="1271" y="3238"/>
                  </a:lnTo>
                  <a:lnTo>
                    <a:pt x="1252" y="3261"/>
                  </a:lnTo>
                  <a:lnTo>
                    <a:pt x="1232" y="3282"/>
                  </a:lnTo>
                  <a:lnTo>
                    <a:pt x="1211" y="3301"/>
                  </a:lnTo>
                  <a:lnTo>
                    <a:pt x="1190" y="3315"/>
                  </a:lnTo>
                  <a:lnTo>
                    <a:pt x="1167" y="3325"/>
                  </a:lnTo>
                  <a:lnTo>
                    <a:pt x="1143" y="3331"/>
                  </a:lnTo>
                  <a:lnTo>
                    <a:pt x="1119" y="3334"/>
                  </a:lnTo>
                  <a:lnTo>
                    <a:pt x="1094" y="3331"/>
                  </a:lnTo>
                  <a:lnTo>
                    <a:pt x="1070" y="3325"/>
                  </a:lnTo>
                  <a:lnTo>
                    <a:pt x="1048" y="3315"/>
                  </a:lnTo>
                  <a:lnTo>
                    <a:pt x="1026" y="3301"/>
                  </a:lnTo>
                  <a:lnTo>
                    <a:pt x="1005" y="3282"/>
                  </a:lnTo>
                  <a:lnTo>
                    <a:pt x="985" y="3261"/>
                  </a:lnTo>
                  <a:lnTo>
                    <a:pt x="967" y="3238"/>
                  </a:lnTo>
                  <a:lnTo>
                    <a:pt x="950" y="3209"/>
                  </a:lnTo>
                  <a:lnTo>
                    <a:pt x="935" y="3180"/>
                  </a:lnTo>
                  <a:lnTo>
                    <a:pt x="921" y="3147"/>
                  </a:lnTo>
                  <a:lnTo>
                    <a:pt x="909" y="3113"/>
                  </a:lnTo>
                  <a:lnTo>
                    <a:pt x="898" y="3077"/>
                  </a:lnTo>
                  <a:lnTo>
                    <a:pt x="890" y="3038"/>
                  </a:lnTo>
                  <a:lnTo>
                    <a:pt x="884" y="2998"/>
                  </a:lnTo>
                  <a:lnTo>
                    <a:pt x="881" y="2956"/>
                  </a:lnTo>
                  <a:lnTo>
                    <a:pt x="880" y="2914"/>
                  </a:lnTo>
                  <a:lnTo>
                    <a:pt x="881" y="2872"/>
                  </a:lnTo>
                  <a:lnTo>
                    <a:pt x="884" y="2830"/>
                  </a:lnTo>
                  <a:lnTo>
                    <a:pt x="890" y="2790"/>
                  </a:lnTo>
                  <a:lnTo>
                    <a:pt x="898" y="2752"/>
                  </a:lnTo>
                  <a:lnTo>
                    <a:pt x="909" y="2715"/>
                  </a:lnTo>
                  <a:lnTo>
                    <a:pt x="921" y="2681"/>
                  </a:lnTo>
                  <a:lnTo>
                    <a:pt x="935" y="2648"/>
                  </a:lnTo>
                  <a:lnTo>
                    <a:pt x="950" y="2618"/>
                  </a:lnTo>
                  <a:lnTo>
                    <a:pt x="967" y="2592"/>
                  </a:lnTo>
                  <a:lnTo>
                    <a:pt x="985" y="2567"/>
                  </a:lnTo>
                  <a:lnTo>
                    <a:pt x="1005" y="2546"/>
                  </a:lnTo>
                  <a:lnTo>
                    <a:pt x="1026" y="2528"/>
                  </a:lnTo>
                  <a:lnTo>
                    <a:pt x="1048" y="2514"/>
                  </a:lnTo>
                  <a:lnTo>
                    <a:pt x="1070" y="2504"/>
                  </a:lnTo>
                  <a:lnTo>
                    <a:pt x="1094" y="2498"/>
                  </a:lnTo>
                  <a:lnTo>
                    <a:pt x="1119" y="2495"/>
                  </a:lnTo>
                  <a:close/>
                  <a:moveTo>
                    <a:pt x="2380" y="2651"/>
                  </a:moveTo>
                  <a:lnTo>
                    <a:pt x="2405" y="2654"/>
                  </a:lnTo>
                  <a:lnTo>
                    <a:pt x="2428" y="2660"/>
                  </a:lnTo>
                  <a:lnTo>
                    <a:pt x="2452" y="2670"/>
                  </a:lnTo>
                  <a:lnTo>
                    <a:pt x="2473" y="2684"/>
                  </a:lnTo>
                  <a:lnTo>
                    <a:pt x="2494" y="2703"/>
                  </a:lnTo>
                  <a:lnTo>
                    <a:pt x="2514" y="2724"/>
                  </a:lnTo>
                  <a:lnTo>
                    <a:pt x="2533" y="2747"/>
                  </a:lnTo>
                  <a:lnTo>
                    <a:pt x="2550" y="2774"/>
                  </a:lnTo>
                  <a:lnTo>
                    <a:pt x="2565" y="2805"/>
                  </a:lnTo>
                  <a:lnTo>
                    <a:pt x="2580" y="2838"/>
                  </a:lnTo>
                  <a:lnTo>
                    <a:pt x="2591" y="2872"/>
                  </a:lnTo>
                  <a:lnTo>
                    <a:pt x="2602" y="2908"/>
                  </a:lnTo>
                  <a:lnTo>
                    <a:pt x="2610" y="2947"/>
                  </a:lnTo>
                  <a:lnTo>
                    <a:pt x="2616" y="2987"/>
                  </a:lnTo>
                  <a:lnTo>
                    <a:pt x="2619" y="3029"/>
                  </a:lnTo>
                  <a:lnTo>
                    <a:pt x="2621" y="3071"/>
                  </a:lnTo>
                  <a:lnTo>
                    <a:pt x="2619" y="3113"/>
                  </a:lnTo>
                  <a:lnTo>
                    <a:pt x="2616" y="3155"/>
                  </a:lnTo>
                  <a:lnTo>
                    <a:pt x="2610" y="3195"/>
                  </a:lnTo>
                  <a:lnTo>
                    <a:pt x="2602" y="3233"/>
                  </a:lnTo>
                  <a:lnTo>
                    <a:pt x="2591" y="3270"/>
                  </a:lnTo>
                  <a:lnTo>
                    <a:pt x="2580" y="3304"/>
                  </a:lnTo>
                  <a:lnTo>
                    <a:pt x="2565" y="3337"/>
                  </a:lnTo>
                  <a:lnTo>
                    <a:pt x="2550" y="3367"/>
                  </a:lnTo>
                  <a:lnTo>
                    <a:pt x="2533" y="3393"/>
                  </a:lnTo>
                  <a:lnTo>
                    <a:pt x="2514" y="3418"/>
                  </a:lnTo>
                  <a:lnTo>
                    <a:pt x="2494" y="3439"/>
                  </a:lnTo>
                  <a:lnTo>
                    <a:pt x="2473" y="3457"/>
                  </a:lnTo>
                  <a:lnTo>
                    <a:pt x="2452" y="3471"/>
                  </a:lnTo>
                  <a:lnTo>
                    <a:pt x="2428" y="3481"/>
                  </a:lnTo>
                  <a:lnTo>
                    <a:pt x="2405" y="3487"/>
                  </a:lnTo>
                  <a:lnTo>
                    <a:pt x="2380" y="3490"/>
                  </a:lnTo>
                  <a:lnTo>
                    <a:pt x="2356" y="3487"/>
                  </a:lnTo>
                  <a:lnTo>
                    <a:pt x="2332" y="3481"/>
                  </a:lnTo>
                  <a:lnTo>
                    <a:pt x="2310" y="3471"/>
                  </a:lnTo>
                  <a:lnTo>
                    <a:pt x="2288" y="3457"/>
                  </a:lnTo>
                  <a:lnTo>
                    <a:pt x="2267" y="3439"/>
                  </a:lnTo>
                  <a:lnTo>
                    <a:pt x="2248" y="3418"/>
                  </a:lnTo>
                  <a:lnTo>
                    <a:pt x="2229" y="3393"/>
                  </a:lnTo>
                  <a:lnTo>
                    <a:pt x="2212" y="3367"/>
                  </a:lnTo>
                  <a:lnTo>
                    <a:pt x="2196" y="3337"/>
                  </a:lnTo>
                  <a:lnTo>
                    <a:pt x="2182" y="3304"/>
                  </a:lnTo>
                  <a:lnTo>
                    <a:pt x="2171" y="3270"/>
                  </a:lnTo>
                  <a:lnTo>
                    <a:pt x="2160" y="3233"/>
                  </a:lnTo>
                  <a:lnTo>
                    <a:pt x="2152" y="3195"/>
                  </a:lnTo>
                  <a:lnTo>
                    <a:pt x="2146" y="3155"/>
                  </a:lnTo>
                  <a:lnTo>
                    <a:pt x="2142" y="3113"/>
                  </a:lnTo>
                  <a:lnTo>
                    <a:pt x="2141" y="3071"/>
                  </a:lnTo>
                  <a:lnTo>
                    <a:pt x="2142" y="3029"/>
                  </a:lnTo>
                  <a:lnTo>
                    <a:pt x="2146" y="2987"/>
                  </a:lnTo>
                  <a:lnTo>
                    <a:pt x="2152" y="2947"/>
                  </a:lnTo>
                  <a:lnTo>
                    <a:pt x="2160" y="2908"/>
                  </a:lnTo>
                  <a:lnTo>
                    <a:pt x="2171" y="2872"/>
                  </a:lnTo>
                  <a:lnTo>
                    <a:pt x="2182" y="2838"/>
                  </a:lnTo>
                  <a:lnTo>
                    <a:pt x="2196" y="2805"/>
                  </a:lnTo>
                  <a:lnTo>
                    <a:pt x="2212" y="2774"/>
                  </a:lnTo>
                  <a:lnTo>
                    <a:pt x="2229" y="2747"/>
                  </a:lnTo>
                  <a:lnTo>
                    <a:pt x="2248" y="2724"/>
                  </a:lnTo>
                  <a:lnTo>
                    <a:pt x="2267" y="2703"/>
                  </a:lnTo>
                  <a:lnTo>
                    <a:pt x="2288" y="2684"/>
                  </a:lnTo>
                  <a:lnTo>
                    <a:pt x="2310" y="2670"/>
                  </a:lnTo>
                  <a:lnTo>
                    <a:pt x="2332" y="2660"/>
                  </a:lnTo>
                  <a:lnTo>
                    <a:pt x="2356" y="2654"/>
                  </a:lnTo>
                  <a:lnTo>
                    <a:pt x="2380" y="2651"/>
                  </a:lnTo>
                  <a:close/>
                  <a:moveTo>
                    <a:pt x="2342" y="1355"/>
                  </a:moveTo>
                  <a:lnTo>
                    <a:pt x="2366" y="1357"/>
                  </a:lnTo>
                  <a:lnTo>
                    <a:pt x="2390" y="1363"/>
                  </a:lnTo>
                  <a:lnTo>
                    <a:pt x="2412" y="1373"/>
                  </a:lnTo>
                  <a:lnTo>
                    <a:pt x="2434" y="1387"/>
                  </a:lnTo>
                  <a:lnTo>
                    <a:pt x="2455" y="1405"/>
                  </a:lnTo>
                  <a:lnTo>
                    <a:pt x="2475" y="1426"/>
                  </a:lnTo>
                  <a:lnTo>
                    <a:pt x="2493" y="1451"/>
                  </a:lnTo>
                  <a:lnTo>
                    <a:pt x="2510" y="1478"/>
                  </a:lnTo>
                  <a:lnTo>
                    <a:pt x="2526" y="1507"/>
                  </a:lnTo>
                  <a:lnTo>
                    <a:pt x="2540" y="1540"/>
                  </a:lnTo>
                  <a:lnTo>
                    <a:pt x="2551" y="1574"/>
                  </a:lnTo>
                  <a:lnTo>
                    <a:pt x="2562" y="1611"/>
                  </a:lnTo>
                  <a:lnTo>
                    <a:pt x="2570" y="1649"/>
                  </a:lnTo>
                  <a:lnTo>
                    <a:pt x="2576" y="1689"/>
                  </a:lnTo>
                  <a:lnTo>
                    <a:pt x="2580" y="1731"/>
                  </a:lnTo>
                  <a:lnTo>
                    <a:pt x="2581" y="1773"/>
                  </a:lnTo>
                  <a:lnTo>
                    <a:pt x="2580" y="1815"/>
                  </a:lnTo>
                  <a:lnTo>
                    <a:pt x="2576" y="1858"/>
                  </a:lnTo>
                  <a:lnTo>
                    <a:pt x="2570" y="1897"/>
                  </a:lnTo>
                  <a:lnTo>
                    <a:pt x="2562" y="1936"/>
                  </a:lnTo>
                  <a:lnTo>
                    <a:pt x="2551" y="1972"/>
                  </a:lnTo>
                  <a:lnTo>
                    <a:pt x="2540" y="2008"/>
                  </a:lnTo>
                  <a:lnTo>
                    <a:pt x="2526" y="2039"/>
                  </a:lnTo>
                  <a:lnTo>
                    <a:pt x="2510" y="2070"/>
                  </a:lnTo>
                  <a:lnTo>
                    <a:pt x="2493" y="2097"/>
                  </a:lnTo>
                  <a:lnTo>
                    <a:pt x="2475" y="2121"/>
                  </a:lnTo>
                  <a:lnTo>
                    <a:pt x="2455" y="2142"/>
                  </a:lnTo>
                  <a:lnTo>
                    <a:pt x="2434" y="2160"/>
                  </a:lnTo>
                  <a:lnTo>
                    <a:pt x="2412" y="2174"/>
                  </a:lnTo>
                  <a:lnTo>
                    <a:pt x="2390" y="2185"/>
                  </a:lnTo>
                  <a:lnTo>
                    <a:pt x="2366" y="2191"/>
                  </a:lnTo>
                  <a:lnTo>
                    <a:pt x="2342" y="2193"/>
                  </a:lnTo>
                  <a:lnTo>
                    <a:pt x="2317" y="2191"/>
                  </a:lnTo>
                  <a:lnTo>
                    <a:pt x="2294" y="2185"/>
                  </a:lnTo>
                  <a:lnTo>
                    <a:pt x="2270" y="2174"/>
                  </a:lnTo>
                  <a:lnTo>
                    <a:pt x="2249" y="2160"/>
                  </a:lnTo>
                  <a:lnTo>
                    <a:pt x="2228" y="2142"/>
                  </a:lnTo>
                  <a:lnTo>
                    <a:pt x="2208" y="2121"/>
                  </a:lnTo>
                  <a:lnTo>
                    <a:pt x="2189" y="2097"/>
                  </a:lnTo>
                  <a:lnTo>
                    <a:pt x="2173" y="2070"/>
                  </a:lnTo>
                  <a:lnTo>
                    <a:pt x="2157" y="2039"/>
                  </a:lnTo>
                  <a:lnTo>
                    <a:pt x="2142" y="2008"/>
                  </a:lnTo>
                  <a:lnTo>
                    <a:pt x="2131" y="1972"/>
                  </a:lnTo>
                  <a:lnTo>
                    <a:pt x="2120" y="1936"/>
                  </a:lnTo>
                  <a:lnTo>
                    <a:pt x="2112" y="1897"/>
                  </a:lnTo>
                  <a:lnTo>
                    <a:pt x="2106" y="1858"/>
                  </a:lnTo>
                  <a:lnTo>
                    <a:pt x="2103" y="1815"/>
                  </a:lnTo>
                  <a:lnTo>
                    <a:pt x="2101" y="1773"/>
                  </a:lnTo>
                  <a:lnTo>
                    <a:pt x="2103" y="1731"/>
                  </a:lnTo>
                  <a:lnTo>
                    <a:pt x="2106" y="1689"/>
                  </a:lnTo>
                  <a:lnTo>
                    <a:pt x="2112" y="1649"/>
                  </a:lnTo>
                  <a:lnTo>
                    <a:pt x="2120" y="1611"/>
                  </a:lnTo>
                  <a:lnTo>
                    <a:pt x="2131" y="1574"/>
                  </a:lnTo>
                  <a:lnTo>
                    <a:pt x="2142" y="1540"/>
                  </a:lnTo>
                  <a:lnTo>
                    <a:pt x="2157" y="1507"/>
                  </a:lnTo>
                  <a:lnTo>
                    <a:pt x="2173" y="1478"/>
                  </a:lnTo>
                  <a:lnTo>
                    <a:pt x="2189" y="1451"/>
                  </a:lnTo>
                  <a:lnTo>
                    <a:pt x="2208" y="1426"/>
                  </a:lnTo>
                  <a:lnTo>
                    <a:pt x="2228" y="1405"/>
                  </a:lnTo>
                  <a:lnTo>
                    <a:pt x="2249" y="1387"/>
                  </a:lnTo>
                  <a:lnTo>
                    <a:pt x="2270" y="1373"/>
                  </a:lnTo>
                  <a:lnTo>
                    <a:pt x="2294" y="1363"/>
                  </a:lnTo>
                  <a:lnTo>
                    <a:pt x="2317" y="1357"/>
                  </a:lnTo>
                  <a:lnTo>
                    <a:pt x="2342" y="1355"/>
                  </a:lnTo>
                  <a:close/>
                  <a:moveTo>
                    <a:pt x="3179" y="819"/>
                  </a:moveTo>
                  <a:lnTo>
                    <a:pt x="3204" y="821"/>
                  </a:lnTo>
                  <a:lnTo>
                    <a:pt x="3227" y="827"/>
                  </a:lnTo>
                  <a:lnTo>
                    <a:pt x="3250" y="838"/>
                  </a:lnTo>
                  <a:lnTo>
                    <a:pt x="3272" y="852"/>
                  </a:lnTo>
                  <a:lnTo>
                    <a:pt x="3293" y="869"/>
                  </a:lnTo>
                  <a:lnTo>
                    <a:pt x="3312" y="890"/>
                  </a:lnTo>
                  <a:lnTo>
                    <a:pt x="3331" y="915"/>
                  </a:lnTo>
                  <a:lnTo>
                    <a:pt x="3348" y="942"/>
                  </a:lnTo>
                  <a:lnTo>
                    <a:pt x="3363" y="971"/>
                  </a:lnTo>
                  <a:lnTo>
                    <a:pt x="3377" y="1004"/>
                  </a:lnTo>
                  <a:lnTo>
                    <a:pt x="3389" y="1038"/>
                  </a:lnTo>
                  <a:lnTo>
                    <a:pt x="3400" y="1076"/>
                  </a:lnTo>
                  <a:lnTo>
                    <a:pt x="3408" y="1113"/>
                  </a:lnTo>
                  <a:lnTo>
                    <a:pt x="3414" y="1153"/>
                  </a:lnTo>
                  <a:lnTo>
                    <a:pt x="3417" y="1195"/>
                  </a:lnTo>
                  <a:lnTo>
                    <a:pt x="3418" y="1237"/>
                  </a:lnTo>
                  <a:lnTo>
                    <a:pt x="3417" y="1280"/>
                  </a:lnTo>
                  <a:lnTo>
                    <a:pt x="3414" y="1322"/>
                  </a:lnTo>
                  <a:lnTo>
                    <a:pt x="3408" y="1362"/>
                  </a:lnTo>
                  <a:lnTo>
                    <a:pt x="3400" y="1399"/>
                  </a:lnTo>
                  <a:lnTo>
                    <a:pt x="3389" y="1437"/>
                  </a:lnTo>
                  <a:lnTo>
                    <a:pt x="3377" y="1471"/>
                  </a:lnTo>
                  <a:lnTo>
                    <a:pt x="3363" y="1503"/>
                  </a:lnTo>
                  <a:lnTo>
                    <a:pt x="3348" y="1533"/>
                  </a:lnTo>
                  <a:lnTo>
                    <a:pt x="3331" y="1560"/>
                  </a:lnTo>
                  <a:lnTo>
                    <a:pt x="3312" y="1584"/>
                  </a:lnTo>
                  <a:lnTo>
                    <a:pt x="3293" y="1605"/>
                  </a:lnTo>
                  <a:lnTo>
                    <a:pt x="3272" y="1623"/>
                  </a:lnTo>
                  <a:lnTo>
                    <a:pt x="3250" y="1637"/>
                  </a:lnTo>
                  <a:lnTo>
                    <a:pt x="3227" y="1648"/>
                  </a:lnTo>
                  <a:lnTo>
                    <a:pt x="3204" y="1654"/>
                  </a:lnTo>
                  <a:lnTo>
                    <a:pt x="3179" y="1656"/>
                  </a:lnTo>
                  <a:lnTo>
                    <a:pt x="3155" y="1654"/>
                  </a:lnTo>
                  <a:lnTo>
                    <a:pt x="3131" y="1648"/>
                  </a:lnTo>
                  <a:lnTo>
                    <a:pt x="3108" y="1637"/>
                  </a:lnTo>
                  <a:lnTo>
                    <a:pt x="3087" y="1623"/>
                  </a:lnTo>
                  <a:lnTo>
                    <a:pt x="3066" y="1605"/>
                  </a:lnTo>
                  <a:lnTo>
                    <a:pt x="3046" y="1584"/>
                  </a:lnTo>
                  <a:lnTo>
                    <a:pt x="3027" y="1560"/>
                  </a:lnTo>
                  <a:lnTo>
                    <a:pt x="3011" y="1533"/>
                  </a:lnTo>
                  <a:lnTo>
                    <a:pt x="2994" y="1503"/>
                  </a:lnTo>
                  <a:lnTo>
                    <a:pt x="2980" y="1471"/>
                  </a:lnTo>
                  <a:lnTo>
                    <a:pt x="2968" y="1437"/>
                  </a:lnTo>
                  <a:lnTo>
                    <a:pt x="2958" y="1399"/>
                  </a:lnTo>
                  <a:lnTo>
                    <a:pt x="2950" y="1362"/>
                  </a:lnTo>
                  <a:lnTo>
                    <a:pt x="2944" y="1322"/>
                  </a:lnTo>
                  <a:lnTo>
                    <a:pt x="2940" y="1280"/>
                  </a:lnTo>
                  <a:lnTo>
                    <a:pt x="2939" y="1237"/>
                  </a:lnTo>
                  <a:lnTo>
                    <a:pt x="2940" y="1195"/>
                  </a:lnTo>
                  <a:lnTo>
                    <a:pt x="2944" y="1153"/>
                  </a:lnTo>
                  <a:lnTo>
                    <a:pt x="2950" y="1113"/>
                  </a:lnTo>
                  <a:lnTo>
                    <a:pt x="2958" y="1076"/>
                  </a:lnTo>
                  <a:lnTo>
                    <a:pt x="2968" y="1038"/>
                  </a:lnTo>
                  <a:lnTo>
                    <a:pt x="2980" y="1004"/>
                  </a:lnTo>
                  <a:lnTo>
                    <a:pt x="2994" y="971"/>
                  </a:lnTo>
                  <a:lnTo>
                    <a:pt x="3011" y="942"/>
                  </a:lnTo>
                  <a:lnTo>
                    <a:pt x="3027" y="915"/>
                  </a:lnTo>
                  <a:lnTo>
                    <a:pt x="3046" y="890"/>
                  </a:lnTo>
                  <a:lnTo>
                    <a:pt x="3066" y="869"/>
                  </a:lnTo>
                  <a:lnTo>
                    <a:pt x="3087" y="852"/>
                  </a:lnTo>
                  <a:lnTo>
                    <a:pt x="3108" y="838"/>
                  </a:lnTo>
                  <a:lnTo>
                    <a:pt x="3131" y="827"/>
                  </a:lnTo>
                  <a:lnTo>
                    <a:pt x="3155" y="821"/>
                  </a:lnTo>
                  <a:lnTo>
                    <a:pt x="3179" y="819"/>
                  </a:lnTo>
                  <a:close/>
                  <a:moveTo>
                    <a:pt x="3246" y="2144"/>
                  </a:moveTo>
                  <a:lnTo>
                    <a:pt x="3271" y="2146"/>
                  </a:lnTo>
                  <a:lnTo>
                    <a:pt x="3294" y="2152"/>
                  </a:lnTo>
                  <a:lnTo>
                    <a:pt x="3316" y="2162"/>
                  </a:lnTo>
                  <a:lnTo>
                    <a:pt x="3339" y="2176"/>
                  </a:lnTo>
                  <a:lnTo>
                    <a:pt x="3360" y="2194"/>
                  </a:lnTo>
                  <a:lnTo>
                    <a:pt x="3380" y="2215"/>
                  </a:lnTo>
                  <a:lnTo>
                    <a:pt x="3397" y="2240"/>
                  </a:lnTo>
                  <a:lnTo>
                    <a:pt x="3415" y="2267"/>
                  </a:lnTo>
                  <a:lnTo>
                    <a:pt x="3430" y="2296"/>
                  </a:lnTo>
                  <a:lnTo>
                    <a:pt x="3444" y="2329"/>
                  </a:lnTo>
                  <a:lnTo>
                    <a:pt x="3456" y="2363"/>
                  </a:lnTo>
                  <a:lnTo>
                    <a:pt x="3466" y="2400"/>
                  </a:lnTo>
                  <a:lnTo>
                    <a:pt x="3475" y="2438"/>
                  </a:lnTo>
                  <a:lnTo>
                    <a:pt x="3480" y="2478"/>
                  </a:lnTo>
                  <a:lnTo>
                    <a:pt x="3484" y="2520"/>
                  </a:lnTo>
                  <a:lnTo>
                    <a:pt x="3485" y="2562"/>
                  </a:lnTo>
                  <a:lnTo>
                    <a:pt x="3484" y="2604"/>
                  </a:lnTo>
                  <a:lnTo>
                    <a:pt x="3480" y="2647"/>
                  </a:lnTo>
                  <a:lnTo>
                    <a:pt x="3475" y="2686"/>
                  </a:lnTo>
                  <a:lnTo>
                    <a:pt x="3466" y="2725"/>
                  </a:lnTo>
                  <a:lnTo>
                    <a:pt x="3456" y="2762"/>
                  </a:lnTo>
                  <a:lnTo>
                    <a:pt x="3444" y="2796"/>
                  </a:lnTo>
                  <a:lnTo>
                    <a:pt x="3430" y="2828"/>
                  </a:lnTo>
                  <a:lnTo>
                    <a:pt x="3415" y="2858"/>
                  </a:lnTo>
                  <a:lnTo>
                    <a:pt x="3397" y="2886"/>
                  </a:lnTo>
                  <a:lnTo>
                    <a:pt x="3380" y="2909"/>
                  </a:lnTo>
                  <a:lnTo>
                    <a:pt x="3360" y="2930"/>
                  </a:lnTo>
                  <a:lnTo>
                    <a:pt x="3339" y="2949"/>
                  </a:lnTo>
                  <a:lnTo>
                    <a:pt x="3316" y="2963"/>
                  </a:lnTo>
                  <a:lnTo>
                    <a:pt x="3294" y="2974"/>
                  </a:lnTo>
                  <a:lnTo>
                    <a:pt x="3271" y="2980"/>
                  </a:lnTo>
                  <a:lnTo>
                    <a:pt x="3246" y="2982"/>
                  </a:lnTo>
                  <a:lnTo>
                    <a:pt x="3222" y="2980"/>
                  </a:lnTo>
                  <a:lnTo>
                    <a:pt x="3198" y="2974"/>
                  </a:lnTo>
                  <a:lnTo>
                    <a:pt x="3176" y="2963"/>
                  </a:lnTo>
                  <a:lnTo>
                    <a:pt x="3154" y="2949"/>
                  </a:lnTo>
                  <a:lnTo>
                    <a:pt x="3133" y="2930"/>
                  </a:lnTo>
                  <a:lnTo>
                    <a:pt x="3113" y="2909"/>
                  </a:lnTo>
                  <a:lnTo>
                    <a:pt x="3095" y="2886"/>
                  </a:lnTo>
                  <a:lnTo>
                    <a:pt x="3077" y="2858"/>
                  </a:lnTo>
                  <a:lnTo>
                    <a:pt x="3062" y="2828"/>
                  </a:lnTo>
                  <a:lnTo>
                    <a:pt x="3048" y="2796"/>
                  </a:lnTo>
                  <a:lnTo>
                    <a:pt x="3036" y="2762"/>
                  </a:lnTo>
                  <a:lnTo>
                    <a:pt x="3026" y="2725"/>
                  </a:lnTo>
                  <a:lnTo>
                    <a:pt x="3018" y="2686"/>
                  </a:lnTo>
                  <a:lnTo>
                    <a:pt x="3012" y="2647"/>
                  </a:lnTo>
                  <a:lnTo>
                    <a:pt x="3008" y="2604"/>
                  </a:lnTo>
                  <a:lnTo>
                    <a:pt x="3007" y="2562"/>
                  </a:lnTo>
                  <a:lnTo>
                    <a:pt x="3008" y="2520"/>
                  </a:lnTo>
                  <a:lnTo>
                    <a:pt x="3012" y="2478"/>
                  </a:lnTo>
                  <a:lnTo>
                    <a:pt x="3018" y="2438"/>
                  </a:lnTo>
                  <a:lnTo>
                    <a:pt x="3026" y="2400"/>
                  </a:lnTo>
                  <a:lnTo>
                    <a:pt x="3036" y="2363"/>
                  </a:lnTo>
                  <a:lnTo>
                    <a:pt x="3048" y="2329"/>
                  </a:lnTo>
                  <a:lnTo>
                    <a:pt x="3062" y="2296"/>
                  </a:lnTo>
                  <a:lnTo>
                    <a:pt x="3077" y="2267"/>
                  </a:lnTo>
                  <a:lnTo>
                    <a:pt x="3095" y="2240"/>
                  </a:lnTo>
                  <a:lnTo>
                    <a:pt x="3113" y="2215"/>
                  </a:lnTo>
                  <a:lnTo>
                    <a:pt x="3133" y="2194"/>
                  </a:lnTo>
                  <a:lnTo>
                    <a:pt x="3154" y="2176"/>
                  </a:lnTo>
                  <a:lnTo>
                    <a:pt x="3176" y="2162"/>
                  </a:lnTo>
                  <a:lnTo>
                    <a:pt x="3198" y="2152"/>
                  </a:lnTo>
                  <a:lnTo>
                    <a:pt x="3222" y="2146"/>
                  </a:lnTo>
                  <a:lnTo>
                    <a:pt x="3246" y="214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1289" name="Freeform 51"/>
            <p:cNvSpPr>
              <a:spLocks/>
            </p:cNvSpPr>
            <p:nvPr/>
          </p:nvSpPr>
          <p:spPr bwMode="auto">
            <a:xfrm>
              <a:off x="1267" y="1588"/>
              <a:ext cx="87" cy="52"/>
            </a:xfrm>
            <a:custGeom>
              <a:avLst/>
              <a:gdLst>
                <a:gd name="T0" fmla="*/ 3 w 437"/>
                <a:gd name="T1" fmla="*/ 2 h 260"/>
                <a:gd name="T2" fmla="*/ 3 w 437"/>
                <a:gd name="T3" fmla="*/ 2 h 260"/>
                <a:gd name="T4" fmla="*/ 3 w 437"/>
                <a:gd name="T5" fmla="*/ 2 h 260"/>
                <a:gd name="T6" fmla="*/ 3 w 437"/>
                <a:gd name="T7" fmla="*/ 2 h 260"/>
                <a:gd name="T8" fmla="*/ 3 w 437"/>
                <a:gd name="T9" fmla="*/ 1 h 260"/>
                <a:gd name="T10" fmla="*/ 3 w 437"/>
                <a:gd name="T11" fmla="*/ 1 h 260"/>
                <a:gd name="T12" fmla="*/ 3 w 437"/>
                <a:gd name="T13" fmla="*/ 1 h 260"/>
                <a:gd name="T14" fmla="*/ 3 w 437"/>
                <a:gd name="T15" fmla="*/ 1 h 260"/>
                <a:gd name="T16" fmla="*/ 3 w 437"/>
                <a:gd name="T17" fmla="*/ 1 h 260"/>
                <a:gd name="T18" fmla="*/ 2 w 437"/>
                <a:gd name="T19" fmla="*/ 1 h 260"/>
                <a:gd name="T20" fmla="*/ 2 w 437"/>
                <a:gd name="T21" fmla="*/ 0 h 260"/>
                <a:gd name="T22" fmla="*/ 2 w 437"/>
                <a:gd name="T23" fmla="*/ 0 h 260"/>
                <a:gd name="T24" fmla="*/ 2 w 437"/>
                <a:gd name="T25" fmla="*/ 0 h 260"/>
                <a:gd name="T26" fmla="*/ 1 w 437"/>
                <a:gd name="T27" fmla="*/ 0 h 260"/>
                <a:gd name="T28" fmla="*/ 1 w 437"/>
                <a:gd name="T29" fmla="*/ 0 h 260"/>
                <a:gd name="T30" fmla="*/ 1 w 437"/>
                <a:gd name="T31" fmla="*/ 0 h 260"/>
                <a:gd name="T32" fmla="*/ 0 w 437"/>
                <a:gd name="T33" fmla="*/ 0 h 260"/>
                <a:gd name="T34" fmla="*/ 0 w 437"/>
                <a:gd name="T35" fmla="*/ 0 h 260"/>
                <a:gd name="T36" fmla="*/ 0 w 437"/>
                <a:gd name="T37" fmla="*/ 0 h 260"/>
                <a:gd name="T38" fmla="*/ 0 w 437"/>
                <a:gd name="T39" fmla="*/ 0 h 260"/>
                <a:gd name="T40" fmla="*/ 1 w 437"/>
                <a:gd name="T41" fmla="*/ 0 h 260"/>
                <a:gd name="T42" fmla="*/ 1 w 437"/>
                <a:gd name="T43" fmla="*/ 0 h 260"/>
                <a:gd name="T44" fmla="*/ 1 w 437"/>
                <a:gd name="T45" fmla="*/ 0 h 260"/>
                <a:gd name="T46" fmla="*/ 2 w 437"/>
                <a:gd name="T47" fmla="*/ 0 h 260"/>
                <a:gd name="T48" fmla="*/ 2 w 437"/>
                <a:gd name="T49" fmla="*/ 0 h 260"/>
                <a:gd name="T50" fmla="*/ 2 w 437"/>
                <a:gd name="T51" fmla="*/ 1 h 260"/>
                <a:gd name="T52" fmla="*/ 2 w 437"/>
                <a:gd name="T53" fmla="*/ 1 h 260"/>
                <a:gd name="T54" fmla="*/ 3 w 437"/>
                <a:gd name="T55" fmla="*/ 1 h 260"/>
                <a:gd name="T56" fmla="*/ 3 w 437"/>
                <a:gd name="T57" fmla="*/ 1 h 260"/>
                <a:gd name="T58" fmla="*/ 3 w 437"/>
                <a:gd name="T59" fmla="*/ 1 h 260"/>
                <a:gd name="T60" fmla="*/ 3 w 437"/>
                <a:gd name="T61" fmla="*/ 1 h 260"/>
                <a:gd name="T62" fmla="*/ 3 w 437"/>
                <a:gd name="T63" fmla="*/ 1 h 260"/>
                <a:gd name="T64" fmla="*/ 3 w 437"/>
                <a:gd name="T65" fmla="*/ 2 h 260"/>
                <a:gd name="T66" fmla="*/ 3 w 437"/>
                <a:gd name="T67" fmla="*/ 2 h 260"/>
                <a:gd name="T68" fmla="*/ 3 w 437"/>
                <a:gd name="T69" fmla="*/ 2 h 260"/>
                <a:gd name="T70" fmla="*/ 3 w 437"/>
                <a:gd name="T71" fmla="*/ 2 h 260"/>
                <a:gd name="T72" fmla="*/ 3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437" y="260"/>
                  </a:moveTo>
                  <a:lnTo>
                    <a:pt x="437" y="260"/>
                  </a:lnTo>
                  <a:lnTo>
                    <a:pt x="434" y="233"/>
                  </a:lnTo>
                  <a:lnTo>
                    <a:pt x="427" y="206"/>
                  </a:lnTo>
                  <a:lnTo>
                    <a:pt x="417" y="181"/>
                  </a:lnTo>
                  <a:lnTo>
                    <a:pt x="401" y="157"/>
                  </a:lnTo>
                  <a:lnTo>
                    <a:pt x="383" y="133"/>
                  </a:lnTo>
                  <a:lnTo>
                    <a:pt x="360" y="113"/>
                  </a:lnTo>
                  <a:lnTo>
                    <a:pt x="336" y="93"/>
                  </a:lnTo>
                  <a:lnTo>
                    <a:pt x="308" y="73"/>
                  </a:lnTo>
                  <a:lnTo>
                    <a:pt x="276" y="58"/>
                  </a:lnTo>
                  <a:lnTo>
                    <a:pt x="242" y="43"/>
                  </a:lnTo>
                  <a:lnTo>
                    <a:pt x="207" y="30"/>
                  </a:lnTo>
                  <a:lnTo>
                    <a:pt x="168" y="19"/>
                  </a:lnTo>
                  <a:lnTo>
                    <a:pt x="128" y="11"/>
                  </a:lnTo>
                  <a:lnTo>
                    <a:pt x="87" y="4"/>
                  </a:lnTo>
                  <a:lnTo>
                    <a:pt x="43" y="1"/>
                  </a:lnTo>
                  <a:lnTo>
                    <a:pt x="0" y="0"/>
                  </a:lnTo>
                  <a:lnTo>
                    <a:pt x="0" y="11"/>
                  </a:lnTo>
                  <a:lnTo>
                    <a:pt x="43" y="12"/>
                  </a:lnTo>
                  <a:lnTo>
                    <a:pt x="85" y="16"/>
                  </a:lnTo>
                  <a:lnTo>
                    <a:pt x="126" y="23"/>
                  </a:lnTo>
                  <a:lnTo>
                    <a:pt x="166" y="31"/>
                  </a:lnTo>
                  <a:lnTo>
                    <a:pt x="202" y="42"/>
                  </a:lnTo>
                  <a:lnTo>
                    <a:pt x="237" y="55"/>
                  </a:lnTo>
                  <a:lnTo>
                    <a:pt x="271" y="70"/>
                  </a:lnTo>
                  <a:lnTo>
                    <a:pt x="301" y="85"/>
                  </a:lnTo>
                  <a:lnTo>
                    <a:pt x="329" y="103"/>
                  </a:lnTo>
                  <a:lnTo>
                    <a:pt x="353" y="123"/>
                  </a:lnTo>
                  <a:lnTo>
                    <a:pt x="373" y="143"/>
                  </a:lnTo>
                  <a:lnTo>
                    <a:pt x="392" y="164"/>
                  </a:lnTo>
                  <a:lnTo>
                    <a:pt x="405" y="186"/>
                  </a:lnTo>
                  <a:lnTo>
                    <a:pt x="415" y="211"/>
                  </a:lnTo>
                  <a:lnTo>
                    <a:pt x="422" y="235"/>
                  </a:lnTo>
                  <a:lnTo>
                    <a:pt x="425" y="260"/>
                  </a:lnTo>
                  <a:lnTo>
                    <a:pt x="437"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1290" name="Freeform 52"/>
            <p:cNvSpPr>
              <a:spLocks/>
            </p:cNvSpPr>
            <p:nvPr/>
          </p:nvSpPr>
          <p:spPr bwMode="auto">
            <a:xfrm>
              <a:off x="1267" y="1640"/>
              <a:ext cx="87" cy="52"/>
            </a:xfrm>
            <a:custGeom>
              <a:avLst/>
              <a:gdLst>
                <a:gd name="T0" fmla="*/ 0 w 437"/>
                <a:gd name="T1" fmla="*/ 2 h 260"/>
                <a:gd name="T2" fmla="*/ 0 w 437"/>
                <a:gd name="T3" fmla="*/ 2 h 260"/>
                <a:gd name="T4" fmla="*/ 0 w 437"/>
                <a:gd name="T5" fmla="*/ 2 h 260"/>
                <a:gd name="T6" fmla="*/ 1 w 437"/>
                <a:gd name="T7" fmla="*/ 2 h 260"/>
                <a:gd name="T8" fmla="*/ 1 w 437"/>
                <a:gd name="T9" fmla="*/ 2 h 260"/>
                <a:gd name="T10" fmla="*/ 1 w 437"/>
                <a:gd name="T11" fmla="*/ 2 h 260"/>
                <a:gd name="T12" fmla="*/ 2 w 437"/>
                <a:gd name="T13" fmla="*/ 2 h 260"/>
                <a:gd name="T14" fmla="*/ 2 w 437"/>
                <a:gd name="T15" fmla="*/ 2 h 260"/>
                <a:gd name="T16" fmla="*/ 2 w 437"/>
                <a:gd name="T17" fmla="*/ 2 h 260"/>
                <a:gd name="T18" fmla="*/ 2 w 437"/>
                <a:gd name="T19" fmla="*/ 1 h 260"/>
                <a:gd name="T20" fmla="*/ 3 w 437"/>
                <a:gd name="T21" fmla="*/ 1 h 260"/>
                <a:gd name="T22" fmla="*/ 3 w 437"/>
                <a:gd name="T23" fmla="*/ 1 h 260"/>
                <a:gd name="T24" fmla="*/ 3 w 437"/>
                <a:gd name="T25" fmla="*/ 1 h 260"/>
                <a:gd name="T26" fmla="*/ 3 w 437"/>
                <a:gd name="T27" fmla="*/ 1 h 260"/>
                <a:gd name="T28" fmla="*/ 3 w 437"/>
                <a:gd name="T29" fmla="*/ 1 h 260"/>
                <a:gd name="T30" fmla="*/ 3 w 437"/>
                <a:gd name="T31" fmla="*/ 0 h 260"/>
                <a:gd name="T32" fmla="*/ 3 w 437"/>
                <a:gd name="T33" fmla="*/ 0 h 260"/>
                <a:gd name="T34" fmla="*/ 3 w 437"/>
                <a:gd name="T35" fmla="*/ 0 h 260"/>
                <a:gd name="T36" fmla="*/ 3 w 437"/>
                <a:gd name="T37" fmla="*/ 0 h 260"/>
                <a:gd name="T38" fmla="*/ 3 w 437"/>
                <a:gd name="T39" fmla="*/ 0 h 260"/>
                <a:gd name="T40" fmla="*/ 3 w 437"/>
                <a:gd name="T41" fmla="*/ 0 h 260"/>
                <a:gd name="T42" fmla="*/ 3 w 437"/>
                <a:gd name="T43" fmla="*/ 1 h 260"/>
                <a:gd name="T44" fmla="*/ 3 w 437"/>
                <a:gd name="T45" fmla="*/ 1 h 260"/>
                <a:gd name="T46" fmla="*/ 3 w 437"/>
                <a:gd name="T47" fmla="*/ 1 h 260"/>
                <a:gd name="T48" fmla="*/ 3 w 437"/>
                <a:gd name="T49" fmla="*/ 1 h 260"/>
                <a:gd name="T50" fmla="*/ 3 w 437"/>
                <a:gd name="T51" fmla="*/ 1 h 260"/>
                <a:gd name="T52" fmla="*/ 2 w 437"/>
                <a:gd name="T53" fmla="*/ 1 h 260"/>
                <a:gd name="T54" fmla="*/ 2 w 437"/>
                <a:gd name="T55" fmla="*/ 2 h 260"/>
                <a:gd name="T56" fmla="*/ 2 w 437"/>
                <a:gd name="T57" fmla="*/ 2 h 260"/>
                <a:gd name="T58" fmla="*/ 2 w 437"/>
                <a:gd name="T59" fmla="*/ 2 h 260"/>
                <a:gd name="T60" fmla="*/ 1 w 437"/>
                <a:gd name="T61" fmla="*/ 2 h 260"/>
                <a:gd name="T62" fmla="*/ 1 w 437"/>
                <a:gd name="T63" fmla="*/ 2 h 260"/>
                <a:gd name="T64" fmla="*/ 1 w 437"/>
                <a:gd name="T65" fmla="*/ 2 h 260"/>
                <a:gd name="T66" fmla="*/ 0 w 437"/>
                <a:gd name="T67" fmla="*/ 2 h 260"/>
                <a:gd name="T68" fmla="*/ 0 w 437"/>
                <a:gd name="T69" fmla="*/ 2 h 260"/>
                <a:gd name="T70" fmla="*/ 0 w 437"/>
                <a:gd name="T71" fmla="*/ 2 h 260"/>
                <a:gd name="T72" fmla="*/ 0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0" y="260"/>
                  </a:moveTo>
                  <a:lnTo>
                    <a:pt x="0" y="260"/>
                  </a:lnTo>
                  <a:lnTo>
                    <a:pt x="43" y="259"/>
                  </a:lnTo>
                  <a:lnTo>
                    <a:pt x="87" y="255"/>
                  </a:lnTo>
                  <a:lnTo>
                    <a:pt x="128" y="248"/>
                  </a:lnTo>
                  <a:lnTo>
                    <a:pt x="168" y="240"/>
                  </a:lnTo>
                  <a:lnTo>
                    <a:pt x="207" y="230"/>
                  </a:lnTo>
                  <a:lnTo>
                    <a:pt x="242" y="217"/>
                  </a:lnTo>
                  <a:lnTo>
                    <a:pt x="276" y="202"/>
                  </a:lnTo>
                  <a:lnTo>
                    <a:pt x="308" y="185"/>
                  </a:lnTo>
                  <a:lnTo>
                    <a:pt x="336" y="166"/>
                  </a:lnTo>
                  <a:lnTo>
                    <a:pt x="360" y="146"/>
                  </a:lnTo>
                  <a:lnTo>
                    <a:pt x="383" y="125"/>
                  </a:lnTo>
                  <a:lnTo>
                    <a:pt x="401" y="102"/>
                  </a:lnTo>
                  <a:lnTo>
                    <a:pt x="417" y="77"/>
                  </a:lnTo>
                  <a:lnTo>
                    <a:pt x="427" y="53"/>
                  </a:lnTo>
                  <a:lnTo>
                    <a:pt x="434" y="27"/>
                  </a:lnTo>
                  <a:lnTo>
                    <a:pt x="437" y="0"/>
                  </a:lnTo>
                  <a:lnTo>
                    <a:pt x="425" y="0"/>
                  </a:lnTo>
                  <a:lnTo>
                    <a:pt x="422" y="24"/>
                  </a:lnTo>
                  <a:lnTo>
                    <a:pt x="415" y="48"/>
                  </a:lnTo>
                  <a:lnTo>
                    <a:pt x="405" y="73"/>
                  </a:lnTo>
                  <a:lnTo>
                    <a:pt x="392" y="95"/>
                  </a:lnTo>
                  <a:lnTo>
                    <a:pt x="373" y="116"/>
                  </a:lnTo>
                  <a:lnTo>
                    <a:pt x="353" y="137"/>
                  </a:lnTo>
                  <a:lnTo>
                    <a:pt x="329" y="157"/>
                  </a:lnTo>
                  <a:lnTo>
                    <a:pt x="301" y="173"/>
                  </a:lnTo>
                  <a:lnTo>
                    <a:pt x="271" y="190"/>
                  </a:lnTo>
                  <a:lnTo>
                    <a:pt x="237" y="205"/>
                  </a:lnTo>
                  <a:lnTo>
                    <a:pt x="202" y="218"/>
                  </a:lnTo>
                  <a:lnTo>
                    <a:pt x="166" y="228"/>
                  </a:lnTo>
                  <a:lnTo>
                    <a:pt x="126" y="237"/>
                  </a:lnTo>
                  <a:lnTo>
                    <a:pt x="85" y="244"/>
                  </a:lnTo>
                  <a:lnTo>
                    <a:pt x="43" y="247"/>
                  </a:lnTo>
                  <a:lnTo>
                    <a:pt x="0" y="248"/>
                  </a:lnTo>
                  <a:lnTo>
                    <a:pt x="0"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1291" name="Freeform 53"/>
            <p:cNvSpPr>
              <a:spLocks/>
            </p:cNvSpPr>
            <p:nvPr/>
          </p:nvSpPr>
          <p:spPr bwMode="auto">
            <a:xfrm>
              <a:off x="1179" y="1640"/>
              <a:ext cx="88" cy="52"/>
            </a:xfrm>
            <a:custGeom>
              <a:avLst/>
              <a:gdLst>
                <a:gd name="T0" fmla="*/ 0 w 439"/>
                <a:gd name="T1" fmla="*/ 0 h 260"/>
                <a:gd name="T2" fmla="*/ 0 w 439"/>
                <a:gd name="T3" fmla="*/ 0 h 260"/>
                <a:gd name="T4" fmla="*/ 0 w 439"/>
                <a:gd name="T5" fmla="*/ 0 h 260"/>
                <a:gd name="T6" fmla="*/ 0 w 439"/>
                <a:gd name="T7" fmla="*/ 0 h 260"/>
                <a:gd name="T8" fmla="*/ 0 w 439"/>
                <a:gd name="T9" fmla="*/ 1 h 260"/>
                <a:gd name="T10" fmla="*/ 0 w 439"/>
                <a:gd name="T11" fmla="*/ 1 h 260"/>
                <a:gd name="T12" fmla="*/ 0 w 439"/>
                <a:gd name="T13" fmla="*/ 1 h 260"/>
                <a:gd name="T14" fmla="*/ 1 w 439"/>
                <a:gd name="T15" fmla="*/ 1 h 260"/>
                <a:gd name="T16" fmla="*/ 1 w 439"/>
                <a:gd name="T17" fmla="*/ 1 h 260"/>
                <a:gd name="T18" fmla="*/ 1 w 439"/>
                <a:gd name="T19" fmla="*/ 1 h 260"/>
                <a:gd name="T20" fmla="*/ 1 w 439"/>
                <a:gd name="T21" fmla="*/ 2 h 260"/>
                <a:gd name="T22" fmla="*/ 2 w 439"/>
                <a:gd name="T23" fmla="*/ 2 h 260"/>
                <a:gd name="T24" fmla="*/ 2 w 439"/>
                <a:gd name="T25" fmla="*/ 2 h 260"/>
                <a:gd name="T26" fmla="*/ 2 w 439"/>
                <a:gd name="T27" fmla="*/ 2 h 260"/>
                <a:gd name="T28" fmla="*/ 2 w 439"/>
                <a:gd name="T29" fmla="*/ 2 h 260"/>
                <a:gd name="T30" fmla="*/ 3 w 439"/>
                <a:gd name="T31" fmla="*/ 2 h 260"/>
                <a:gd name="T32" fmla="*/ 3 w 439"/>
                <a:gd name="T33" fmla="*/ 2 h 260"/>
                <a:gd name="T34" fmla="*/ 4 w 439"/>
                <a:gd name="T35" fmla="*/ 2 h 260"/>
                <a:gd name="T36" fmla="*/ 4 w 439"/>
                <a:gd name="T37" fmla="*/ 2 h 260"/>
                <a:gd name="T38" fmla="*/ 3 w 439"/>
                <a:gd name="T39" fmla="*/ 2 h 260"/>
                <a:gd name="T40" fmla="*/ 3 w 439"/>
                <a:gd name="T41" fmla="*/ 2 h 260"/>
                <a:gd name="T42" fmla="*/ 3 w 439"/>
                <a:gd name="T43" fmla="*/ 2 h 260"/>
                <a:gd name="T44" fmla="*/ 2 w 439"/>
                <a:gd name="T45" fmla="*/ 2 h 260"/>
                <a:gd name="T46" fmla="*/ 2 w 439"/>
                <a:gd name="T47" fmla="*/ 2 h 260"/>
                <a:gd name="T48" fmla="*/ 2 w 439"/>
                <a:gd name="T49" fmla="*/ 2 h 260"/>
                <a:gd name="T50" fmla="*/ 1 w 439"/>
                <a:gd name="T51" fmla="*/ 2 h 260"/>
                <a:gd name="T52" fmla="*/ 1 w 439"/>
                <a:gd name="T53" fmla="*/ 1 h 260"/>
                <a:gd name="T54" fmla="*/ 1 w 439"/>
                <a:gd name="T55" fmla="*/ 1 h 260"/>
                <a:gd name="T56" fmla="*/ 1 w 439"/>
                <a:gd name="T57" fmla="*/ 1 h 260"/>
                <a:gd name="T58" fmla="*/ 1 w 439"/>
                <a:gd name="T59" fmla="*/ 1 h 260"/>
                <a:gd name="T60" fmla="*/ 0 w 439"/>
                <a:gd name="T61" fmla="*/ 1 h 260"/>
                <a:gd name="T62" fmla="*/ 0 w 439"/>
                <a:gd name="T63" fmla="*/ 1 h 260"/>
                <a:gd name="T64" fmla="*/ 0 w 439"/>
                <a:gd name="T65" fmla="*/ 0 h 260"/>
                <a:gd name="T66" fmla="*/ 0 w 439"/>
                <a:gd name="T67" fmla="*/ 0 h 260"/>
                <a:gd name="T68" fmla="*/ 0 w 439"/>
                <a:gd name="T69" fmla="*/ 0 h 260"/>
                <a:gd name="T70" fmla="*/ 0 w 439"/>
                <a:gd name="T71" fmla="*/ 0 h 260"/>
                <a:gd name="T72" fmla="*/ 0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0" y="0"/>
                  </a:moveTo>
                  <a:lnTo>
                    <a:pt x="0" y="0"/>
                  </a:lnTo>
                  <a:lnTo>
                    <a:pt x="3" y="27"/>
                  </a:lnTo>
                  <a:lnTo>
                    <a:pt x="10" y="53"/>
                  </a:lnTo>
                  <a:lnTo>
                    <a:pt x="20" y="77"/>
                  </a:lnTo>
                  <a:lnTo>
                    <a:pt x="35" y="102"/>
                  </a:lnTo>
                  <a:lnTo>
                    <a:pt x="54" y="125"/>
                  </a:lnTo>
                  <a:lnTo>
                    <a:pt x="76" y="146"/>
                  </a:lnTo>
                  <a:lnTo>
                    <a:pt x="102" y="166"/>
                  </a:lnTo>
                  <a:lnTo>
                    <a:pt x="130" y="185"/>
                  </a:lnTo>
                  <a:lnTo>
                    <a:pt x="162" y="202"/>
                  </a:lnTo>
                  <a:lnTo>
                    <a:pt x="195" y="217"/>
                  </a:lnTo>
                  <a:lnTo>
                    <a:pt x="231" y="230"/>
                  </a:lnTo>
                  <a:lnTo>
                    <a:pt x="270" y="240"/>
                  </a:lnTo>
                  <a:lnTo>
                    <a:pt x="310" y="248"/>
                  </a:lnTo>
                  <a:lnTo>
                    <a:pt x="351" y="255"/>
                  </a:lnTo>
                  <a:lnTo>
                    <a:pt x="395" y="259"/>
                  </a:lnTo>
                  <a:lnTo>
                    <a:pt x="439" y="260"/>
                  </a:lnTo>
                  <a:lnTo>
                    <a:pt x="439" y="248"/>
                  </a:lnTo>
                  <a:lnTo>
                    <a:pt x="395" y="247"/>
                  </a:lnTo>
                  <a:lnTo>
                    <a:pt x="353" y="244"/>
                  </a:lnTo>
                  <a:lnTo>
                    <a:pt x="312" y="237"/>
                  </a:lnTo>
                  <a:lnTo>
                    <a:pt x="272" y="228"/>
                  </a:lnTo>
                  <a:lnTo>
                    <a:pt x="236" y="218"/>
                  </a:lnTo>
                  <a:lnTo>
                    <a:pt x="200" y="205"/>
                  </a:lnTo>
                  <a:lnTo>
                    <a:pt x="167" y="190"/>
                  </a:lnTo>
                  <a:lnTo>
                    <a:pt x="137" y="173"/>
                  </a:lnTo>
                  <a:lnTo>
                    <a:pt x="109" y="157"/>
                  </a:lnTo>
                  <a:lnTo>
                    <a:pt x="84" y="137"/>
                  </a:lnTo>
                  <a:lnTo>
                    <a:pt x="64" y="116"/>
                  </a:lnTo>
                  <a:lnTo>
                    <a:pt x="45" y="95"/>
                  </a:lnTo>
                  <a:lnTo>
                    <a:pt x="32" y="73"/>
                  </a:lnTo>
                  <a:lnTo>
                    <a:pt x="21" y="48"/>
                  </a:lnTo>
                  <a:lnTo>
                    <a:pt x="14" y="24"/>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1292" name="Freeform 54"/>
            <p:cNvSpPr>
              <a:spLocks/>
            </p:cNvSpPr>
            <p:nvPr/>
          </p:nvSpPr>
          <p:spPr bwMode="auto">
            <a:xfrm>
              <a:off x="1179" y="1588"/>
              <a:ext cx="88" cy="52"/>
            </a:xfrm>
            <a:custGeom>
              <a:avLst/>
              <a:gdLst>
                <a:gd name="T0" fmla="*/ 4 w 439"/>
                <a:gd name="T1" fmla="*/ 0 h 260"/>
                <a:gd name="T2" fmla="*/ 4 w 439"/>
                <a:gd name="T3" fmla="*/ 0 h 260"/>
                <a:gd name="T4" fmla="*/ 3 w 439"/>
                <a:gd name="T5" fmla="*/ 0 h 260"/>
                <a:gd name="T6" fmla="*/ 3 w 439"/>
                <a:gd name="T7" fmla="*/ 0 h 260"/>
                <a:gd name="T8" fmla="*/ 2 w 439"/>
                <a:gd name="T9" fmla="*/ 0 h 260"/>
                <a:gd name="T10" fmla="*/ 2 w 439"/>
                <a:gd name="T11" fmla="*/ 0 h 260"/>
                <a:gd name="T12" fmla="*/ 2 w 439"/>
                <a:gd name="T13" fmla="*/ 0 h 260"/>
                <a:gd name="T14" fmla="*/ 2 w 439"/>
                <a:gd name="T15" fmla="*/ 0 h 260"/>
                <a:gd name="T16" fmla="*/ 1 w 439"/>
                <a:gd name="T17" fmla="*/ 0 h 260"/>
                <a:gd name="T18" fmla="*/ 1 w 439"/>
                <a:gd name="T19" fmla="*/ 1 h 260"/>
                <a:gd name="T20" fmla="*/ 1 w 439"/>
                <a:gd name="T21" fmla="*/ 1 h 260"/>
                <a:gd name="T22" fmla="*/ 1 w 439"/>
                <a:gd name="T23" fmla="*/ 1 h 260"/>
                <a:gd name="T24" fmla="*/ 0 w 439"/>
                <a:gd name="T25" fmla="*/ 1 h 260"/>
                <a:gd name="T26" fmla="*/ 0 w 439"/>
                <a:gd name="T27" fmla="*/ 1 h 260"/>
                <a:gd name="T28" fmla="*/ 0 w 439"/>
                <a:gd name="T29" fmla="*/ 1 h 260"/>
                <a:gd name="T30" fmla="*/ 0 w 439"/>
                <a:gd name="T31" fmla="*/ 2 h 260"/>
                <a:gd name="T32" fmla="*/ 0 w 439"/>
                <a:gd name="T33" fmla="*/ 2 h 260"/>
                <a:gd name="T34" fmla="*/ 0 w 439"/>
                <a:gd name="T35" fmla="*/ 2 h 260"/>
                <a:gd name="T36" fmla="*/ 0 w 439"/>
                <a:gd name="T37" fmla="*/ 2 h 260"/>
                <a:gd name="T38" fmla="*/ 0 w 439"/>
                <a:gd name="T39" fmla="*/ 2 h 260"/>
                <a:gd name="T40" fmla="*/ 0 w 439"/>
                <a:gd name="T41" fmla="*/ 2 h 260"/>
                <a:gd name="T42" fmla="*/ 0 w 439"/>
                <a:gd name="T43" fmla="*/ 1 h 260"/>
                <a:gd name="T44" fmla="*/ 0 w 439"/>
                <a:gd name="T45" fmla="*/ 1 h 260"/>
                <a:gd name="T46" fmla="*/ 1 w 439"/>
                <a:gd name="T47" fmla="*/ 1 h 260"/>
                <a:gd name="T48" fmla="*/ 1 w 439"/>
                <a:gd name="T49" fmla="*/ 1 h 260"/>
                <a:gd name="T50" fmla="*/ 1 w 439"/>
                <a:gd name="T51" fmla="*/ 1 h 260"/>
                <a:gd name="T52" fmla="*/ 1 w 439"/>
                <a:gd name="T53" fmla="*/ 1 h 260"/>
                <a:gd name="T54" fmla="*/ 1 w 439"/>
                <a:gd name="T55" fmla="*/ 1 h 260"/>
                <a:gd name="T56" fmla="*/ 2 w 439"/>
                <a:gd name="T57" fmla="*/ 0 h 260"/>
                <a:gd name="T58" fmla="*/ 2 w 439"/>
                <a:gd name="T59" fmla="*/ 0 h 260"/>
                <a:gd name="T60" fmla="*/ 2 w 439"/>
                <a:gd name="T61" fmla="*/ 0 h 260"/>
                <a:gd name="T62" fmla="*/ 3 w 439"/>
                <a:gd name="T63" fmla="*/ 0 h 260"/>
                <a:gd name="T64" fmla="*/ 3 w 439"/>
                <a:gd name="T65" fmla="*/ 0 h 260"/>
                <a:gd name="T66" fmla="*/ 3 w 439"/>
                <a:gd name="T67" fmla="*/ 0 h 260"/>
                <a:gd name="T68" fmla="*/ 4 w 439"/>
                <a:gd name="T69" fmla="*/ 0 h 260"/>
                <a:gd name="T70" fmla="*/ 4 w 439"/>
                <a:gd name="T71" fmla="*/ 0 h 260"/>
                <a:gd name="T72" fmla="*/ 4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439" y="0"/>
                  </a:moveTo>
                  <a:lnTo>
                    <a:pt x="439" y="0"/>
                  </a:lnTo>
                  <a:lnTo>
                    <a:pt x="395" y="1"/>
                  </a:lnTo>
                  <a:lnTo>
                    <a:pt x="351" y="4"/>
                  </a:lnTo>
                  <a:lnTo>
                    <a:pt x="310" y="11"/>
                  </a:lnTo>
                  <a:lnTo>
                    <a:pt x="270" y="19"/>
                  </a:lnTo>
                  <a:lnTo>
                    <a:pt x="231" y="30"/>
                  </a:lnTo>
                  <a:lnTo>
                    <a:pt x="195" y="43"/>
                  </a:lnTo>
                  <a:lnTo>
                    <a:pt x="162" y="58"/>
                  </a:lnTo>
                  <a:lnTo>
                    <a:pt x="130" y="73"/>
                  </a:lnTo>
                  <a:lnTo>
                    <a:pt x="102" y="93"/>
                  </a:lnTo>
                  <a:lnTo>
                    <a:pt x="76" y="113"/>
                  </a:lnTo>
                  <a:lnTo>
                    <a:pt x="54" y="133"/>
                  </a:lnTo>
                  <a:lnTo>
                    <a:pt x="35" y="157"/>
                  </a:lnTo>
                  <a:lnTo>
                    <a:pt x="20" y="181"/>
                  </a:lnTo>
                  <a:lnTo>
                    <a:pt x="10" y="206"/>
                  </a:lnTo>
                  <a:lnTo>
                    <a:pt x="3" y="233"/>
                  </a:lnTo>
                  <a:lnTo>
                    <a:pt x="0" y="260"/>
                  </a:lnTo>
                  <a:lnTo>
                    <a:pt x="12" y="260"/>
                  </a:lnTo>
                  <a:lnTo>
                    <a:pt x="14" y="235"/>
                  </a:lnTo>
                  <a:lnTo>
                    <a:pt x="21" y="211"/>
                  </a:lnTo>
                  <a:lnTo>
                    <a:pt x="32" y="186"/>
                  </a:lnTo>
                  <a:lnTo>
                    <a:pt x="45" y="164"/>
                  </a:lnTo>
                  <a:lnTo>
                    <a:pt x="64" y="143"/>
                  </a:lnTo>
                  <a:lnTo>
                    <a:pt x="84" y="123"/>
                  </a:lnTo>
                  <a:lnTo>
                    <a:pt x="109" y="103"/>
                  </a:lnTo>
                  <a:lnTo>
                    <a:pt x="137" y="85"/>
                  </a:lnTo>
                  <a:lnTo>
                    <a:pt x="167" y="70"/>
                  </a:lnTo>
                  <a:lnTo>
                    <a:pt x="200" y="55"/>
                  </a:lnTo>
                  <a:lnTo>
                    <a:pt x="236" y="42"/>
                  </a:lnTo>
                  <a:lnTo>
                    <a:pt x="272" y="31"/>
                  </a:lnTo>
                  <a:lnTo>
                    <a:pt x="312" y="23"/>
                  </a:lnTo>
                  <a:lnTo>
                    <a:pt x="353" y="16"/>
                  </a:lnTo>
                  <a:lnTo>
                    <a:pt x="395" y="12"/>
                  </a:lnTo>
                  <a:lnTo>
                    <a:pt x="439" y="11"/>
                  </a:lnTo>
                  <a:lnTo>
                    <a:pt x="439"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1293" name="Freeform 55"/>
            <p:cNvSpPr>
              <a:spLocks/>
            </p:cNvSpPr>
            <p:nvPr/>
          </p:nvSpPr>
          <p:spPr bwMode="auto">
            <a:xfrm>
              <a:off x="964" y="1745"/>
              <a:ext cx="48" cy="85"/>
            </a:xfrm>
            <a:custGeom>
              <a:avLst/>
              <a:gdLst>
                <a:gd name="T0" fmla="*/ 2 w 244"/>
                <a:gd name="T1" fmla="*/ 3 h 426"/>
                <a:gd name="T2" fmla="*/ 2 w 244"/>
                <a:gd name="T3" fmla="*/ 3 h 426"/>
                <a:gd name="T4" fmla="*/ 2 w 244"/>
                <a:gd name="T5" fmla="*/ 3 h 426"/>
                <a:gd name="T6" fmla="*/ 2 w 244"/>
                <a:gd name="T7" fmla="*/ 3 h 426"/>
                <a:gd name="T8" fmla="*/ 2 w 244"/>
                <a:gd name="T9" fmla="*/ 2 h 426"/>
                <a:gd name="T10" fmla="*/ 2 w 244"/>
                <a:gd name="T11" fmla="*/ 2 h 426"/>
                <a:gd name="T12" fmla="*/ 2 w 244"/>
                <a:gd name="T13" fmla="*/ 2 h 426"/>
                <a:gd name="T14" fmla="*/ 2 w 244"/>
                <a:gd name="T15" fmla="*/ 2 h 426"/>
                <a:gd name="T16" fmla="*/ 1 w 244"/>
                <a:gd name="T17" fmla="*/ 1 h 426"/>
                <a:gd name="T18" fmla="*/ 1 w 244"/>
                <a:gd name="T19" fmla="*/ 1 h 426"/>
                <a:gd name="T20" fmla="*/ 1 w 244"/>
                <a:gd name="T21" fmla="*/ 1 h 426"/>
                <a:gd name="T22" fmla="*/ 1 w 244"/>
                <a:gd name="T23" fmla="*/ 1 h 426"/>
                <a:gd name="T24" fmla="*/ 1 w 244"/>
                <a:gd name="T25" fmla="*/ 0 h 426"/>
                <a:gd name="T26" fmla="*/ 1 w 244"/>
                <a:gd name="T27" fmla="*/ 0 h 426"/>
                <a:gd name="T28" fmla="*/ 1 w 244"/>
                <a:gd name="T29" fmla="*/ 0 h 426"/>
                <a:gd name="T30" fmla="*/ 0 w 244"/>
                <a:gd name="T31" fmla="*/ 0 h 426"/>
                <a:gd name="T32" fmla="*/ 0 w 244"/>
                <a:gd name="T33" fmla="*/ 0 h 426"/>
                <a:gd name="T34" fmla="*/ 0 w 244"/>
                <a:gd name="T35" fmla="*/ 0 h 426"/>
                <a:gd name="T36" fmla="*/ 0 w 244"/>
                <a:gd name="T37" fmla="*/ 0 h 426"/>
                <a:gd name="T38" fmla="*/ 0 w 244"/>
                <a:gd name="T39" fmla="*/ 0 h 426"/>
                <a:gd name="T40" fmla="*/ 0 w 244"/>
                <a:gd name="T41" fmla="*/ 0 h 426"/>
                <a:gd name="T42" fmla="*/ 1 w 244"/>
                <a:gd name="T43" fmla="*/ 0 h 426"/>
                <a:gd name="T44" fmla="*/ 1 w 244"/>
                <a:gd name="T45" fmla="*/ 0 h 426"/>
                <a:gd name="T46" fmla="*/ 1 w 244"/>
                <a:gd name="T47" fmla="*/ 0 h 426"/>
                <a:gd name="T48" fmla="*/ 1 w 244"/>
                <a:gd name="T49" fmla="*/ 1 h 426"/>
                <a:gd name="T50" fmla="*/ 1 w 244"/>
                <a:gd name="T51" fmla="*/ 1 h 426"/>
                <a:gd name="T52" fmla="*/ 1 w 244"/>
                <a:gd name="T53" fmla="*/ 1 h 426"/>
                <a:gd name="T54" fmla="*/ 1 w 244"/>
                <a:gd name="T55" fmla="*/ 1 h 426"/>
                <a:gd name="T56" fmla="*/ 1 w 244"/>
                <a:gd name="T57" fmla="*/ 2 h 426"/>
                <a:gd name="T58" fmla="*/ 2 w 244"/>
                <a:gd name="T59" fmla="*/ 2 h 426"/>
                <a:gd name="T60" fmla="*/ 2 w 244"/>
                <a:gd name="T61" fmla="*/ 2 h 426"/>
                <a:gd name="T62" fmla="*/ 2 w 244"/>
                <a:gd name="T63" fmla="*/ 2 h 426"/>
                <a:gd name="T64" fmla="*/ 2 w 244"/>
                <a:gd name="T65" fmla="*/ 3 h 426"/>
                <a:gd name="T66" fmla="*/ 2 w 244"/>
                <a:gd name="T67" fmla="*/ 3 h 426"/>
                <a:gd name="T68" fmla="*/ 2 w 244"/>
                <a:gd name="T69" fmla="*/ 3 h 426"/>
                <a:gd name="T70" fmla="*/ 2 w 244"/>
                <a:gd name="T71" fmla="*/ 3 h 426"/>
                <a:gd name="T72" fmla="*/ 2 w 244"/>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6"/>
                <a:gd name="T113" fmla="*/ 244 w 244"/>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6">
                  <a:moveTo>
                    <a:pt x="244" y="426"/>
                  </a:moveTo>
                  <a:lnTo>
                    <a:pt x="244" y="426"/>
                  </a:lnTo>
                  <a:lnTo>
                    <a:pt x="243" y="383"/>
                  </a:lnTo>
                  <a:lnTo>
                    <a:pt x="240" y="340"/>
                  </a:lnTo>
                  <a:lnTo>
                    <a:pt x="234" y="300"/>
                  </a:lnTo>
                  <a:lnTo>
                    <a:pt x="226" y="262"/>
                  </a:lnTo>
                  <a:lnTo>
                    <a:pt x="215" y="224"/>
                  </a:lnTo>
                  <a:lnTo>
                    <a:pt x="203" y="189"/>
                  </a:lnTo>
                  <a:lnTo>
                    <a:pt x="189" y="157"/>
                  </a:lnTo>
                  <a:lnTo>
                    <a:pt x="174" y="126"/>
                  </a:lnTo>
                  <a:lnTo>
                    <a:pt x="155" y="99"/>
                  </a:lnTo>
                  <a:lnTo>
                    <a:pt x="138" y="74"/>
                  </a:lnTo>
                  <a:lnTo>
                    <a:pt x="118" y="52"/>
                  </a:lnTo>
                  <a:lnTo>
                    <a:pt x="96" y="34"/>
                  </a:lnTo>
                  <a:lnTo>
                    <a:pt x="73" y="19"/>
                  </a:lnTo>
                  <a:lnTo>
                    <a:pt x="50" y="8"/>
                  </a:lnTo>
                  <a:lnTo>
                    <a:pt x="25" y="2"/>
                  </a:lnTo>
                  <a:lnTo>
                    <a:pt x="0" y="0"/>
                  </a:lnTo>
                  <a:lnTo>
                    <a:pt x="0" y="12"/>
                  </a:lnTo>
                  <a:lnTo>
                    <a:pt x="23" y="14"/>
                  </a:lnTo>
                  <a:lnTo>
                    <a:pt x="45" y="20"/>
                  </a:lnTo>
                  <a:lnTo>
                    <a:pt x="66" y="31"/>
                  </a:lnTo>
                  <a:lnTo>
                    <a:pt x="89" y="43"/>
                  </a:lnTo>
                  <a:lnTo>
                    <a:pt x="109" y="61"/>
                  </a:lnTo>
                  <a:lnTo>
                    <a:pt x="129" y="81"/>
                  </a:lnTo>
                  <a:lnTo>
                    <a:pt x="146" y="106"/>
                  </a:lnTo>
                  <a:lnTo>
                    <a:pt x="162" y="133"/>
                  </a:lnTo>
                  <a:lnTo>
                    <a:pt x="178" y="162"/>
                  </a:lnTo>
                  <a:lnTo>
                    <a:pt x="192" y="194"/>
                  </a:lnTo>
                  <a:lnTo>
                    <a:pt x="203" y="229"/>
                  </a:lnTo>
                  <a:lnTo>
                    <a:pt x="214" y="264"/>
                  </a:lnTo>
                  <a:lnTo>
                    <a:pt x="222" y="303"/>
                  </a:lnTo>
                  <a:lnTo>
                    <a:pt x="228" y="342"/>
                  </a:lnTo>
                  <a:lnTo>
                    <a:pt x="232" y="383"/>
                  </a:lnTo>
                  <a:lnTo>
                    <a:pt x="233" y="426"/>
                  </a:lnTo>
                  <a:lnTo>
                    <a:pt x="244"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1294" name="Freeform 56"/>
            <p:cNvSpPr>
              <a:spLocks/>
            </p:cNvSpPr>
            <p:nvPr/>
          </p:nvSpPr>
          <p:spPr bwMode="auto">
            <a:xfrm>
              <a:off x="964" y="1830"/>
              <a:ext cx="48" cy="85"/>
            </a:xfrm>
            <a:custGeom>
              <a:avLst/>
              <a:gdLst>
                <a:gd name="T0" fmla="*/ 0 w 244"/>
                <a:gd name="T1" fmla="*/ 3 h 424"/>
                <a:gd name="T2" fmla="*/ 0 w 244"/>
                <a:gd name="T3" fmla="*/ 3 h 424"/>
                <a:gd name="T4" fmla="*/ 0 w 244"/>
                <a:gd name="T5" fmla="*/ 3 h 424"/>
                <a:gd name="T6" fmla="*/ 0 w 244"/>
                <a:gd name="T7" fmla="*/ 3 h 424"/>
                <a:gd name="T8" fmla="*/ 1 w 244"/>
                <a:gd name="T9" fmla="*/ 3 h 424"/>
                <a:gd name="T10" fmla="*/ 1 w 244"/>
                <a:gd name="T11" fmla="*/ 3 h 424"/>
                <a:gd name="T12" fmla="*/ 1 w 244"/>
                <a:gd name="T13" fmla="*/ 3 h 424"/>
                <a:gd name="T14" fmla="*/ 1 w 244"/>
                <a:gd name="T15" fmla="*/ 3 h 424"/>
                <a:gd name="T16" fmla="*/ 1 w 244"/>
                <a:gd name="T17" fmla="*/ 3 h 424"/>
                <a:gd name="T18" fmla="*/ 1 w 244"/>
                <a:gd name="T19" fmla="*/ 2 h 424"/>
                <a:gd name="T20" fmla="*/ 1 w 244"/>
                <a:gd name="T21" fmla="*/ 2 h 424"/>
                <a:gd name="T22" fmla="*/ 2 w 244"/>
                <a:gd name="T23" fmla="*/ 2 h 424"/>
                <a:gd name="T24" fmla="*/ 2 w 244"/>
                <a:gd name="T25" fmla="*/ 2 h 424"/>
                <a:gd name="T26" fmla="*/ 2 w 244"/>
                <a:gd name="T27" fmla="*/ 1 h 424"/>
                <a:gd name="T28" fmla="*/ 2 w 244"/>
                <a:gd name="T29" fmla="*/ 1 h 424"/>
                <a:gd name="T30" fmla="*/ 2 w 244"/>
                <a:gd name="T31" fmla="*/ 1 h 424"/>
                <a:gd name="T32" fmla="*/ 2 w 244"/>
                <a:gd name="T33" fmla="*/ 0 h 424"/>
                <a:gd name="T34" fmla="*/ 2 w 244"/>
                <a:gd name="T35" fmla="*/ 0 h 424"/>
                <a:gd name="T36" fmla="*/ 2 w 244"/>
                <a:gd name="T37" fmla="*/ 0 h 424"/>
                <a:gd name="T38" fmla="*/ 2 w 244"/>
                <a:gd name="T39" fmla="*/ 0 h 424"/>
                <a:gd name="T40" fmla="*/ 2 w 244"/>
                <a:gd name="T41" fmla="*/ 1 h 424"/>
                <a:gd name="T42" fmla="*/ 2 w 244"/>
                <a:gd name="T43" fmla="*/ 1 h 424"/>
                <a:gd name="T44" fmla="*/ 2 w 244"/>
                <a:gd name="T45" fmla="*/ 1 h 424"/>
                <a:gd name="T46" fmla="*/ 2 w 244"/>
                <a:gd name="T47" fmla="*/ 2 h 424"/>
                <a:gd name="T48" fmla="*/ 1 w 244"/>
                <a:gd name="T49" fmla="*/ 2 h 424"/>
                <a:gd name="T50" fmla="*/ 1 w 244"/>
                <a:gd name="T51" fmla="*/ 2 h 424"/>
                <a:gd name="T52" fmla="*/ 1 w 244"/>
                <a:gd name="T53" fmla="*/ 2 h 424"/>
                <a:gd name="T54" fmla="*/ 1 w 244"/>
                <a:gd name="T55" fmla="*/ 3 h 424"/>
                <a:gd name="T56" fmla="*/ 1 w 244"/>
                <a:gd name="T57" fmla="*/ 3 h 424"/>
                <a:gd name="T58" fmla="*/ 1 w 244"/>
                <a:gd name="T59" fmla="*/ 3 h 424"/>
                <a:gd name="T60" fmla="*/ 1 w 244"/>
                <a:gd name="T61" fmla="*/ 3 h 424"/>
                <a:gd name="T62" fmla="*/ 1 w 244"/>
                <a:gd name="T63" fmla="*/ 3 h 424"/>
                <a:gd name="T64" fmla="*/ 0 w 244"/>
                <a:gd name="T65" fmla="*/ 3 h 424"/>
                <a:gd name="T66" fmla="*/ 0 w 244"/>
                <a:gd name="T67" fmla="*/ 3 h 424"/>
                <a:gd name="T68" fmla="*/ 0 w 244"/>
                <a:gd name="T69" fmla="*/ 3 h 424"/>
                <a:gd name="T70" fmla="*/ 0 w 244"/>
                <a:gd name="T71" fmla="*/ 3 h 424"/>
                <a:gd name="T72" fmla="*/ 0 w 244"/>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4"/>
                <a:gd name="T113" fmla="*/ 244 w 244"/>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4">
                  <a:moveTo>
                    <a:pt x="0" y="424"/>
                  </a:moveTo>
                  <a:lnTo>
                    <a:pt x="0" y="424"/>
                  </a:lnTo>
                  <a:lnTo>
                    <a:pt x="25" y="422"/>
                  </a:lnTo>
                  <a:lnTo>
                    <a:pt x="50" y="416"/>
                  </a:lnTo>
                  <a:lnTo>
                    <a:pt x="73" y="405"/>
                  </a:lnTo>
                  <a:lnTo>
                    <a:pt x="96" y="390"/>
                  </a:lnTo>
                  <a:lnTo>
                    <a:pt x="118" y="373"/>
                  </a:lnTo>
                  <a:lnTo>
                    <a:pt x="138" y="350"/>
                  </a:lnTo>
                  <a:lnTo>
                    <a:pt x="155" y="326"/>
                  </a:lnTo>
                  <a:lnTo>
                    <a:pt x="173" y="299"/>
                  </a:lnTo>
                  <a:lnTo>
                    <a:pt x="189" y="268"/>
                  </a:lnTo>
                  <a:lnTo>
                    <a:pt x="203" y="235"/>
                  </a:lnTo>
                  <a:lnTo>
                    <a:pt x="215" y="201"/>
                  </a:lnTo>
                  <a:lnTo>
                    <a:pt x="226" y="163"/>
                  </a:lnTo>
                  <a:lnTo>
                    <a:pt x="234" y="125"/>
                  </a:lnTo>
                  <a:lnTo>
                    <a:pt x="240" y="85"/>
                  </a:lnTo>
                  <a:lnTo>
                    <a:pt x="243" y="42"/>
                  </a:lnTo>
                  <a:lnTo>
                    <a:pt x="244" y="0"/>
                  </a:lnTo>
                  <a:lnTo>
                    <a:pt x="233" y="0"/>
                  </a:lnTo>
                  <a:lnTo>
                    <a:pt x="232" y="42"/>
                  </a:lnTo>
                  <a:lnTo>
                    <a:pt x="228" y="83"/>
                  </a:lnTo>
                  <a:lnTo>
                    <a:pt x="222" y="123"/>
                  </a:lnTo>
                  <a:lnTo>
                    <a:pt x="214" y="160"/>
                  </a:lnTo>
                  <a:lnTo>
                    <a:pt x="203" y="197"/>
                  </a:lnTo>
                  <a:lnTo>
                    <a:pt x="192" y="231"/>
                  </a:lnTo>
                  <a:lnTo>
                    <a:pt x="178" y="263"/>
                  </a:lnTo>
                  <a:lnTo>
                    <a:pt x="164" y="292"/>
                  </a:lnTo>
                  <a:lnTo>
                    <a:pt x="146" y="319"/>
                  </a:lnTo>
                  <a:lnTo>
                    <a:pt x="129" y="343"/>
                  </a:lnTo>
                  <a:lnTo>
                    <a:pt x="109" y="363"/>
                  </a:lnTo>
                  <a:lnTo>
                    <a:pt x="89" y="381"/>
                  </a:lnTo>
                  <a:lnTo>
                    <a:pt x="66" y="394"/>
                  </a:lnTo>
                  <a:lnTo>
                    <a:pt x="45" y="404"/>
                  </a:lnTo>
                  <a:lnTo>
                    <a:pt x="23" y="410"/>
                  </a:lnTo>
                  <a:lnTo>
                    <a:pt x="0" y="412"/>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1295" name="Freeform 57"/>
            <p:cNvSpPr>
              <a:spLocks/>
            </p:cNvSpPr>
            <p:nvPr/>
          </p:nvSpPr>
          <p:spPr bwMode="auto">
            <a:xfrm>
              <a:off x="915" y="1830"/>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1" y="42"/>
                  </a:lnTo>
                  <a:lnTo>
                    <a:pt x="4" y="85"/>
                  </a:lnTo>
                  <a:lnTo>
                    <a:pt x="10" y="125"/>
                  </a:lnTo>
                  <a:lnTo>
                    <a:pt x="19" y="163"/>
                  </a:lnTo>
                  <a:lnTo>
                    <a:pt x="29" y="201"/>
                  </a:lnTo>
                  <a:lnTo>
                    <a:pt x="41" y="235"/>
                  </a:lnTo>
                  <a:lnTo>
                    <a:pt x="55" y="268"/>
                  </a:lnTo>
                  <a:lnTo>
                    <a:pt x="71" y="299"/>
                  </a:lnTo>
                  <a:lnTo>
                    <a:pt x="89" y="326"/>
                  </a:lnTo>
                  <a:lnTo>
                    <a:pt x="106" y="350"/>
                  </a:lnTo>
                  <a:lnTo>
                    <a:pt x="126" y="373"/>
                  </a:lnTo>
                  <a:lnTo>
                    <a:pt x="149" y="390"/>
                  </a:lnTo>
                  <a:lnTo>
                    <a:pt x="171" y="405"/>
                  </a:lnTo>
                  <a:lnTo>
                    <a:pt x="194" y="416"/>
                  </a:lnTo>
                  <a:lnTo>
                    <a:pt x="219" y="422"/>
                  </a:lnTo>
                  <a:lnTo>
                    <a:pt x="245" y="424"/>
                  </a:lnTo>
                  <a:lnTo>
                    <a:pt x="245" y="412"/>
                  </a:lnTo>
                  <a:lnTo>
                    <a:pt x="221" y="410"/>
                  </a:lnTo>
                  <a:lnTo>
                    <a:pt x="199" y="404"/>
                  </a:lnTo>
                  <a:lnTo>
                    <a:pt x="178" y="394"/>
                  </a:lnTo>
                  <a:lnTo>
                    <a:pt x="156" y="381"/>
                  </a:lnTo>
                  <a:lnTo>
                    <a:pt x="136" y="363"/>
                  </a:lnTo>
                  <a:lnTo>
                    <a:pt x="116" y="343"/>
                  </a:lnTo>
                  <a:lnTo>
                    <a:pt x="98" y="319"/>
                  </a:lnTo>
                  <a:lnTo>
                    <a:pt x="81" y="292"/>
                  </a:lnTo>
                  <a:lnTo>
                    <a:pt x="67" y="263"/>
                  </a:lnTo>
                  <a:lnTo>
                    <a:pt x="52" y="231"/>
                  </a:lnTo>
                  <a:lnTo>
                    <a:pt x="41" y="197"/>
                  </a:lnTo>
                  <a:lnTo>
                    <a:pt x="30" y="160"/>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1296" name="Freeform 58"/>
            <p:cNvSpPr>
              <a:spLocks/>
            </p:cNvSpPr>
            <p:nvPr/>
          </p:nvSpPr>
          <p:spPr bwMode="auto">
            <a:xfrm>
              <a:off x="915" y="1745"/>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0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19" y="2"/>
                  </a:lnTo>
                  <a:lnTo>
                    <a:pt x="194" y="8"/>
                  </a:lnTo>
                  <a:lnTo>
                    <a:pt x="171" y="19"/>
                  </a:lnTo>
                  <a:lnTo>
                    <a:pt x="149" y="34"/>
                  </a:lnTo>
                  <a:lnTo>
                    <a:pt x="126" y="52"/>
                  </a:lnTo>
                  <a:lnTo>
                    <a:pt x="106" y="74"/>
                  </a:lnTo>
                  <a:lnTo>
                    <a:pt x="89" y="99"/>
                  </a:lnTo>
                  <a:lnTo>
                    <a:pt x="70" y="126"/>
                  </a:lnTo>
                  <a:lnTo>
                    <a:pt x="55" y="157"/>
                  </a:lnTo>
                  <a:lnTo>
                    <a:pt x="41" y="189"/>
                  </a:lnTo>
                  <a:lnTo>
                    <a:pt x="29" y="224"/>
                  </a:lnTo>
                  <a:lnTo>
                    <a:pt x="19" y="262"/>
                  </a:lnTo>
                  <a:lnTo>
                    <a:pt x="10" y="300"/>
                  </a:lnTo>
                  <a:lnTo>
                    <a:pt x="4" y="340"/>
                  </a:lnTo>
                  <a:lnTo>
                    <a:pt x="1" y="383"/>
                  </a:lnTo>
                  <a:lnTo>
                    <a:pt x="0" y="426"/>
                  </a:lnTo>
                  <a:lnTo>
                    <a:pt x="11" y="426"/>
                  </a:lnTo>
                  <a:lnTo>
                    <a:pt x="13" y="383"/>
                  </a:lnTo>
                  <a:lnTo>
                    <a:pt x="16" y="342"/>
                  </a:lnTo>
                  <a:lnTo>
                    <a:pt x="22" y="303"/>
                  </a:lnTo>
                  <a:lnTo>
                    <a:pt x="30" y="264"/>
                  </a:lnTo>
                  <a:lnTo>
                    <a:pt x="41" y="229"/>
                  </a:lnTo>
                  <a:lnTo>
                    <a:pt x="52" y="194"/>
                  </a:lnTo>
                  <a:lnTo>
                    <a:pt x="67" y="162"/>
                  </a:lnTo>
                  <a:lnTo>
                    <a:pt x="82" y="133"/>
                  </a:lnTo>
                  <a:lnTo>
                    <a:pt x="98" y="106"/>
                  </a:lnTo>
                  <a:lnTo>
                    <a:pt x="116" y="81"/>
                  </a:lnTo>
                  <a:lnTo>
                    <a:pt x="136" y="61"/>
                  </a:lnTo>
                  <a:lnTo>
                    <a:pt x="156" y="43"/>
                  </a:lnTo>
                  <a:lnTo>
                    <a:pt x="178" y="31"/>
                  </a:lnTo>
                  <a:lnTo>
                    <a:pt x="199" y="20"/>
                  </a:lnTo>
                  <a:lnTo>
                    <a:pt x="221"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1297" name="Freeform 59"/>
            <p:cNvSpPr>
              <a:spLocks/>
            </p:cNvSpPr>
            <p:nvPr/>
          </p:nvSpPr>
          <p:spPr bwMode="auto">
            <a:xfrm>
              <a:off x="1140" y="2087"/>
              <a:ext cx="49" cy="85"/>
            </a:xfrm>
            <a:custGeom>
              <a:avLst/>
              <a:gdLst>
                <a:gd name="T0" fmla="*/ 2 w 246"/>
                <a:gd name="T1" fmla="*/ 3 h 424"/>
                <a:gd name="T2" fmla="*/ 2 w 246"/>
                <a:gd name="T3" fmla="*/ 3 h 424"/>
                <a:gd name="T4" fmla="*/ 2 w 246"/>
                <a:gd name="T5" fmla="*/ 3 h 424"/>
                <a:gd name="T6" fmla="*/ 2 w 246"/>
                <a:gd name="T7" fmla="*/ 3 h 424"/>
                <a:gd name="T8" fmla="*/ 2 w 246"/>
                <a:gd name="T9" fmla="*/ 2 h 424"/>
                <a:gd name="T10" fmla="*/ 2 w 246"/>
                <a:gd name="T11" fmla="*/ 2 h 424"/>
                <a:gd name="T12" fmla="*/ 2 w 246"/>
                <a:gd name="T13" fmla="*/ 2 h 424"/>
                <a:gd name="T14" fmla="*/ 2 w 246"/>
                <a:gd name="T15" fmla="*/ 2 h 424"/>
                <a:gd name="T16" fmla="*/ 2 w 246"/>
                <a:gd name="T17" fmla="*/ 1 h 424"/>
                <a:gd name="T18" fmla="*/ 1 w 246"/>
                <a:gd name="T19" fmla="*/ 1 h 424"/>
                <a:gd name="T20" fmla="*/ 1 w 246"/>
                <a:gd name="T21" fmla="*/ 1 h 424"/>
                <a:gd name="T22" fmla="*/ 1 w 246"/>
                <a:gd name="T23" fmla="*/ 1 h 424"/>
                <a:gd name="T24" fmla="*/ 1 w 246"/>
                <a:gd name="T25" fmla="*/ 0 h 424"/>
                <a:gd name="T26" fmla="*/ 1 w 246"/>
                <a:gd name="T27" fmla="*/ 0 h 424"/>
                <a:gd name="T28" fmla="*/ 1 w 246"/>
                <a:gd name="T29" fmla="*/ 0 h 424"/>
                <a:gd name="T30" fmla="*/ 0 w 246"/>
                <a:gd name="T31" fmla="*/ 0 h 424"/>
                <a:gd name="T32" fmla="*/ 0 w 246"/>
                <a:gd name="T33" fmla="*/ 0 h 424"/>
                <a:gd name="T34" fmla="*/ 0 w 246"/>
                <a:gd name="T35" fmla="*/ 0 h 424"/>
                <a:gd name="T36" fmla="*/ 0 w 246"/>
                <a:gd name="T37" fmla="*/ 0 h 424"/>
                <a:gd name="T38" fmla="*/ 0 w 246"/>
                <a:gd name="T39" fmla="*/ 0 h 424"/>
                <a:gd name="T40" fmla="*/ 0 w 246"/>
                <a:gd name="T41" fmla="*/ 0 h 424"/>
                <a:gd name="T42" fmla="*/ 1 w 246"/>
                <a:gd name="T43" fmla="*/ 0 h 424"/>
                <a:gd name="T44" fmla="*/ 1 w 246"/>
                <a:gd name="T45" fmla="*/ 0 h 424"/>
                <a:gd name="T46" fmla="*/ 1 w 246"/>
                <a:gd name="T47" fmla="*/ 0 h 424"/>
                <a:gd name="T48" fmla="*/ 1 w 246"/>
                <a:gd name="T49" fmla="*/ 1 h 424"/>
                <a:gd name="T50" fmla="*/ 1 w 246"/>
                <a:gd name="T51" fmla="*/ 1 h 424"/>
                <a:gd name="T52" fmla="*/ 1 w 246"/>
                <a:gd name="T53" fmla="*/ 1 h 424"/>
                <a:gd name="T54" fmla="*/ 1 w 246"/>
                <a:gd name="T55" fmla="*/ 1 h 424"/>
                <a:gd name="T56" fmla="*/ 2 w 246"/>
                <a:gd name="T57" fmla="*/ 2 h 424"/>
                <a:gd name="T58" fmla="*/ 2 w 246"/>
                <a:gd name="T59" fmla="*/ 2 h 424"/>
                <a:gd name="T60" fmla="*/ 2 w 246"/>
                <a:gd name="T61" fmla="*/ 2 h 424"/>
                <a:gd name="T62" fmla="*/ 2 w 246"/>
                <a:gd name="T63" fmla="*/ 2 h 424"/>
                <a:gd name="T64" fmla="*/ 2 w 246"/>
                <a:gd name="T65" fmla="*/ 3 h 424"/>
                <a:gd name="T66" fmla="*/ 2 w 246"/>
                <a:gd name="T67" fmla="*/ 3 h 424"/>
                <a:gd name="T68" fmla="*/ 2 w 246"/>
                <a:gd name="T69" fmla="*/ 3 h 424"/>
                <a:gd name="T70" fmla="*/ 2 w 246"/>
                <a:gd name="T71" fmla="*/ 3 h 424"/>
                <a:gd name="T72" fmla="*/ 2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424"/>
                  </a:moveTo>
                  <a:lnTo>
                    <a:pt x="246" y="424"/>
                  </a:lnTo>
                  <a:lnTo>
                    <a:pt x="244" y="382"/>
                  </a:lnTo>
                  <a:lnTo>
                    <a:pt x="241" y="338"/>
                  </a:lnTo>
                  <a:lnTo>
                    <a:pt x="235" y="298"/>
                  </a:lnTo>
                  <a:lnTo>
                    <a:pt x="227" y="261"/>
                  </a:lnTo>
                  <a:lnTo>
                    <a:pt x="216" y="222"/>
                  </a:lnTo>
                  <a:lnTo>
                    <a:pt x="205" y="188"/>
                  </a:lnTo>
                  <a:lnTo>
                    <a:pt x="190" y="155"/>
                  </a:lnTo>
                  <a:lnTo>
                    <a:pt x="174" y="125"/>
                  </a:lnTo>
                  <a:lnTo>
                    <a:pt x="157" y="98"/>
                  </a:lnTo>
                  <a:lnTo>
                    <a:pt x="138" y="73"/>
                  </a:lnTo>
                  <a:lnTo>
                    <a:pt x="118" y="51"/>
                  </a:lnTo>
                  <a:lnTo>
                    <a:pt x="96" y="34"/>
                  </a:lnTo>
                  <a:lnTo>
                    <a:pt x="74" y="18"/>
                  </a:lnTo>
                  <a:lnTo>
                    <a:pt x="50" y="8"/>
                  </a:lnTo>
                  <a:lnTo>
                    <a:pt x="25" y="2"/>
                  </a:lnTo>
                  <a:lnTo>
                    <a:pt x="0" y="0"/>
                  </a:lnTo>
                  <a:lnTo>
                    <a:pt x="0" y="11"/>
                  </a:lnTo>
                  <a:lnTo>
                    <a:pt x="23" y="14"/>
                  </a:lnTo>
                  <a:lnTo>
                    <a:pt x="45" y="19"/>
                  </a:lnTo>
                  <a:lnTo>
                    <a:pt x="67" y="30"/>
                  </a:lnTo>
                  <a:lnTo>
                    <a:pt x="89" y="43"/>
                  </a:lnTo>
                  <a:lnTo>
                    <a:pt x="108" y="60"/>
                  </a:lnTo>
                  <a:lnTo>
                    <a:pt x="128" y="80"/>
                  </a:lnTo>
                  <a:lnTo>
                    <a:pt x="147" y="105"/>
                  </a:lnTo>
                  <a:lnTo>
                    <a:pt x="165" y="132"/>
                  </a:lnTo>
                  <a:lnTo>
                    <a:pt x="179" y="160"/>
                  </a:lnTo>
                  <a:lnTo>
                    <a:pt x="193" y="193"/>
                  </a:lnTo>
                  <a:lnTo>
                    <a:pt x="205" y="227"/>
                  </a:lnTo>
                  <a:lnTo>
                    <a:pt x="215" y="263"/>
                  </a:lnTo>
                  <a:lnTo>
                    <a:pt x="223" y="301"/>
                  </a:lnTo>
                  <a:lnTo>
                    <a:pt x="229" y="341"/>
                  </a:lnTo>
                  <a:lnTo>
                    <a:pt x="233" y="382"/>
                  </a:lnTo>
                  <a:lnTo>
                    <a:pt x="234" y="424"/>
                  </a:lnTo>
                  <a:lnTo>
                    <a:pt x="246"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1298" name="Freeform 60"/>
            <p:cNvSpPr>
              <a:spLocks/>
            </p:cNvSpPr>
            <p:nvPr/>
          </p:nvSpPr>
          <p:spPr bwMode="auto">
            <a:xfrm>
              <a:off x="1140" y="2172"/>
              <a:ext cx="49" cy="85"/>
            </a:xfrm>
            <a:custGeom>
              <a:avLst/>
              <a:gdLst>
                <a:gd name="T0" fmla="*/ 0 w 246"/>
                <a:gd name="T1" fmla="*/ 3 h 426"/>
                <a:gd name="T2" fmla="*/ 0 w 246"/>
                <a:gd name="T3" fmla="*/ 3 h 426"/>
                <a:gd name="T4" fmla="*/ 0 w 246"/>
                <a:gd name="T5" fmla="*/ 3 h 426"/>
                <a:gd name="T6" fmla="*/ 0 w 246"/>
                <a:gd name="T7" fmla="*/ 3 h 426"/>
                <a:gd name="T8" fmla="*/ 1 w 246"/>
                <a:gd name="T9" fmla="*/ 3 h 426"/>
                <a:gd name="T10" fmla="*/ 1 w 246"/>
                <a:gd name="T11" fmla="*/ 3 h 426"/>
                <a:gd name="T12" fmla="*/ 1 w 246"/>
                <a:gd name="T13" fmla="*/ 3 h 426"/>
                <a:gd name="T14" fmla="*/ 1 w 246"/>
                <a:gd name="T15" fmla="*/ 3 h 426"/>
                <a:gd name="T16" fmla="*/ 1 w 246"/>
                <a:gd name="T17" fmla="*/ 3 h 426"/>
                <a:gd name="T18" fmla="*/ 1 w 246"/>
                <a:gd name="T19" fmla="*/ 2 h 426"/>
                <a:gd name="T20" fmla="*/ 2 w 246"/>
                <a:gd name="T21" fmla="*/ 2 h 426"/>
                <a:gd name="T22" fmla="*/ 2 w 246"/>
                <a:gd name="T23" fmla="*/ 2 h 426"/>
                <a:gd name="T24" fmla="*/ 2 w 246"/>
                <a:gd name="T25" fmla="*/ 2 h 426"/>
                <a:gd name="T26" fmla="*/ 2 w 246"/>
                <a:gd name="T27" fmla="*/ 1 h 426"/>
                <a:gd name="T28" fmla="*/ 2 w 246"/>
                <a:gd name="T29" fmla="*/ 1 h 426"/>
                <a:gd name="T30" fmla="*/ 2 w 246"/>
                <a:gd name="T31" fmla="*/ 1 h 426"/>
                <a:gd name="T32" fmla="*/ 2 w 246"/>
                <a:gd name="T33" fmla="*/ 0 h 426"/>
                <a:gd name="T34" fmla="*/ 2 w 246"/>
                <a:gd name="T35" fmla="*/ 0 h 426"/>
                <a:gd name="T36" fmla="*/ 2 w 246"/>
                <a:gd name="T37" fmla="*/ 0 h 426"/>
                <a:gd name="T38" fmla="*/ 2 w 246"/>
                <a:gd name="T39" fmla="*/ 0 h 426"/>
                <a:gd name="T40" fmla="*/ 2 w 246"/>
                <a:gd name="T41" fmla="*/ 1 h 426"/>
                <a:gd name="T42" fmla="*/ 2 w 246"/>
                <a:gd name="T43" fmla="*/ 1 h 426"/>
                <a:gd name="T44" fmla="*/ 2 w 246"/>
                <a:gd name="T45" fmla="*/ 1 h 426"/>
                <a:gd name="T46" fmla="*/ 2 w 246"/>
                <a:gd name="T47" fmla="*/ 2 h 426"/>
                <a:gd name="T48" fmla="*/ 2 w 246"/>
                <a:gd name="T49" fmla="*/ 2 h 426"/>
                <a:gd name="T50" fmla="*/ 1 w 246"/>
                <a:gd name="T51" fmla="*/ 2 h 426"/>
                <a:gd name="T52" fmla="*/ 1 w 246"/>
                <a:gd name="T53" fmla="*/ 2 h 426"/>
                <a:gd name="T54" fmla="*/ 1 w 246"/>
                <a:gd name="T55" fmla="*/ 3 h 426"/>
                <a:gd name="T56" fmla="*/ 1 w 246"/>
                <a:gd name="T57" fmla="*/ 3 h 426"/>
                <a:gd name="T58" fmla="*/ 1 w 246"/>
                <a:gd name="T59" fmla="*/ 3 h 426"/>
                <a:gd name="T60" fmla="*/ 1 w 246"/>
                <a:gd name="T61" fmla="*/ 3 h 426"/>
                <a:gd name="T62" fmla="*/ 1 w 246"/>
                <a:gd name="T63" fmla="*/ 3 h 426"/>
                <a:gd name="T64" fmla="*/ 0 w 246"/>
                <a:gd name="T65" fmla="*/ 3 h 426"/>
                <a:gd name="T66" fmla="*/ 0 w 246"/>
                <a:gd name="T67" fmla="*/ 3 h 426"/>
                <a:gd name="T68" fmla="*/ 0 w 246"/>
                <a:gd name="T69" fmla="*/ 3 h 426"/>
                <a:gd name="T70" fmla="*/ 0 w 246"/>
                <a:gd name="T71" fmla="*/ 3 h 426"/>
                <a:gd name="T72" fmla="*/ 0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426"/>
                  </a:moveTo>
                  <a:lnTo>
                    <a:pt x="0" y="426"/>
                  </a:lnTo>
                  <a:lnTo>
                    <a:pt x="25" y="423"/>
                  </a:lnTo>
                  <a:lnTo>
                    <a:pt x="50" y="417"/>
                  </a:lnTo>
                  <a:lnTo>
                    <a:pt x="74" y="407"/>
                  </a:lnTo>
                  <a:lnTo>
                    <a:pt x="96" y="392"/>
                  </a:lnTo>
                  <a:lnTo>
                    <a:pt x="118" y="373"/>
                  </a:lnTo>
                  <a:lnTo>
                    <a:pt x="138" y="350"/>
                  </a:lnTo>
                  <a:lnTo>
                    <a:pt x="157" y="327"/>
                  </a:lnTo>
                  <a:lnTo>
                    <a:pt x="175" y="299"/>
                  </a:lnTo>
                  <a:lnTo>
                    <a:pt x="190" y="268"/>
                  </a:lnTo>
                  <a:lnTo>
                    <a:pt x="205" y="236"/>
                  </a:lnTo>
                  <a:lnTo>
                    <a:pt x="216" y="202"/>
                  </a:lnTo>
                  <a:lnTo>
                    <a:pt x="227" y="164"/>
                  </a:lnTo>
                  <a:lnTo>
                    <a:pt x="235" y="125"/>
                  </a:lnTo>
                  <a:lnTo>
                    <a:pt x="241" y="86"/>
                  </a:lnTo>
                  <a:lnTo>
                    <a:pt x="244" y="42"/>
                  </a:lnTo>
                  <a:lnTo>
                    <a:pt x="246" y="0"/>
                  </a:lnTo>
                  <a:lnTo>
                    <a:pt x="234" y="0"/>
                  </a:lnTo>
                  <a:lnTo>
                    <a:pt x="233" y="42"/>
                  </a:lnTo>
                  <a:lnTo>
                    <a:pt x="229" y="83"/>
                  </a:lnTo>
                  <a:lnTo>
                    <a:pt x="223" y="123"/>
                  </a:lnTo>
                  <a:lnTo>
                    <a:pt x="215" y="162"/>
                  </a:lnTo>
                  <a:lnTo>
                    <a:pt x="205" y="197"/>
                  </a:lnTo>
                  <a:lnTo>
                    <a:pt x="193" y="231"/>
                  </a:lnTo>
                  <a:lnTo>
                    <a:pt x="179" y="264"/>
                  </a:lnTo>
                  <a:lnTo>
                    <a:pt x="164" y="292"/>
                  </a:lnTo>
                  <a:lnTo>
                    <a:pt x="147" y="320"/>
                  </a:lnTo>
                  <a:lnTo>
                    <a:pt x="128" y="343"/>
                  </a:lnTo>
                  <a:lnTo>
                    <a:pt x="108" y="363"/>
                  </a:lnTo>
                  <a:lnTo>
                    <a:pt x="89" y="382"/>
                  </a:lnTo>
                  <a:lnTo>
                    <a:pt x="67" y="395"/>
                  </a:lnTo>
                  <a:lnTo>
                    <a:pt x="45" y="406"/>
                  </a:lnTo>
                  <a:lnTo>
                    <a:pt x="23" y="411"/>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1299" name="Freeform 61"/>
            <p:cNvSpPr>
              <a:spLocks/>
            </p:cNvSpPr>
            <p:nvPr/>
          </p:nvSpPr>
          <p:spPr bwMode="auto">
            <a:xfrm>
              <a:off x="1091" y="2172"/>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4" y="86"/>
                  </a:lnTo>
                  <a:lnTo>
                    <a:pt x="10" y="125"/>
                  </a:lnTo>
                  <a:lnTo>
                    <a:pt x="18" y="164"/>
                  </a:lnTo>
                  <a:lnTo>
                    <a:pt x="29" y="202"/>
                  </a:lnTo>
                  <a:lnTo>
                    <a:pt x="41" y="236"/>
                  </a:lnTo>
                  <a:lnTo>
                    <a:pt x="55" y="268"/>
                  </a:lnTo>
                  <a:lnTo>
                    <a:pt x="70" y="299"/>
                  </a:lnTo>
                  <a:lnTo>
                    <a:pt x="89" y="327"/>
                  </a:lnTo>
                  <a:lnTo>
                    <a:pt x="106" y="350"/>
                  </a:lnTo>
                  <a:lnTo>
                    <a:pt x="126" y="373"/>
                  </a:lnTo>
                  <a:lnTo>
                    <a:pt x="148" y="392"/>
                  </a:lnTo>
                  <a:lnTo>
                    <a:pt x="171" y="407"/>
                  </a:lnTo>
                  <a:lnTo>
                    <a:pt x="194" y="417"/>
                  </a:lnTo>
                  <a:lnTo>
                    <a:pt x="219" y="423"/>
                  </a:lnTo>
                  <a:lnTo>
                    <a:pt x="245" y="426"/>
                  </a:lnTo>
                  <a:lnTo>
                    <a:pt x="245" y="414"/>
                  </a:lnTo>
                  <a:lnTo>
                    <a:pt x="221" y="411"/>
                  </a:lnTo>
                  <a:lnTo>
                    <a:pt x="199" y="406"/>
                  </a:lnTo>
                  <a:lnTo>
                    <a:pt x="178" y="395"/>
                  </a:lnTo>
                  <a:lnTo>
                    <a:pt x="155" y="382"/>
                  </a:lnTo>
                  <a:lnTo>
                    <a:pt x="136" y="363"/>
                  </a:lnTo>
                  <a:lnTo>
                    <a:pt x="116" y="343"/>
                  </a:lnTo>
                  <a:lnTo>
                    <a:pt x="98" y="320"/>
                  </a:lnTo>
                  <a:lnTo>
                    <a:pt x="82" y="292"/>
                  </a:lnTo>
                  <a:lnTo>
                    <a:pt x="66" y="264"/>
                  </a:lnTo>
                  <a:lnTo>
                    <a:pt x="52" y="231"/>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1300" name="Freeform 62"/>
            <p:cNvSpPr>
              <a:spLocks/>
            </p:cNvSpPr>
            <p:nvPr/>
          </p:nvSpPr>
          <p:spPr bwMode="auto">
            <a:xfrm>
              <a:off x="1091" y="2087"/>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4" y="8"/>
                  </a:lnTo>
                  <a:lnTo>
                    <a:pt x="171" y="18"/>
                  </a:lnTo>
                  <a:lnTo>
                    <a:pt x="148" y="34"/>
                  </a:lnTo>
                  <a:lnTo>
                    <a:pt x="126" y="51"/>
                  </a:lnTo>
                  <a:lnTo>
                    <a:pt x="106" y="73"/>
                  </a:lnTo>
                  <a:lnTo>
                    <a:pt x="89" y="98"/>
                  </a:lnTo>
                  <a:lnTo>
                    <a:pt x="71" y="125"/>
                  </a:lnTo>
                  <a:lnTo>
                    <a:pt x="55" y="155"/>
                  </a:lnTo>
                  <a:lnTo>
                    <a:pt x="41" y="188"/>
                  </a:lnTo>
                  <a:lnTo>
                    <a:pt x="29" y="222"/>
                  </a:lnTo>
                  <a:lnTo>
                    <a:pt x="18" y="261"/>
                  </a:lnTo>
                  <a:lnTo>
                    <a:pt x="10" y="298"/>
                  </a:lnTo>
                  <a:lnTo>
                    <a:pt x="4" y="338"/>
                  </a:lnTo>
                  <a:lnTo>
                    <a:pt x="1" y="382"/>
                  </a:lnTo>
                  <a:lnTo>
                    <a:pt x="0" y="424"/>
                  </a:lnTo>
                  <a:lnTo>
                    <a:pt x="11" y="424"/>
                  </a:lnTo>
                  <a:lnTo>
                    <a:pt x="13" y="382"/>
                  </a:lnTo>
                  <a:lnTo>
                    <a:pt x="16" y="341"/>
                  </a:lnTo>
                  <a:lnTo>
                    <a:pt x="22" y="301"/>
                  </a:lnTo>
                  <a:lnTo>
                    <a:pt x="30" y="263"/>
                  </a:lnTo>
                  <a:lnTo>
                    <a:pt x="41" y="227"/>
                  </a:lnTo>
                  <a:lnTo>
                    <a:pt x="52" y="193"/>
                  </a:lnTo>
                  <a:lnTo>
                    <a:pt x="66" y="160"/>
                  </a:lnTo>
                  <a:lnTo>
                    <a:pt x="80" y="132"/>
                  </a:lnTo>
                  <a:lnTo>
                    <a:pt x="98" y="105"/>
                  </a:lnTo>
                  <a:lnTo>
                    <a:pt x="116" y="80"/>
                  </a:lnTo>
                  <a:lnTo>
                    <a:pt x="136" y="60"/>
                  </a:lnTo>
                  <a:lnTo>
                    <a:pt x="155" y="43"/>
                  </a:lnTo>
                  <a:lnTo>
                    <a:pt x="178" y="30"/>
                  </a:lnTo>
                  <a:lnTo>
                    <a:pt x="199" y="19"/>
                  </a:lnTo>
                  <a:lnTo>
                    <a:pt x="221" y="14"/>
                  </a:lnTo>
                  <a:lnTo>
                    <a:pt x="245" y="11"/>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1301" name="Freeform 63"/>
            <p:cNvSpPr>
              <a:spLocks/>
            </p:cNvSpPr>
            <p:nvPr/>
          </p:nvSpPr>
          <p:spPr bwMode="auto">
            <a:xfrm>
              <a:off x="1392" y="2118"/>
              <a:ext cx="49" cy="85"/>
            </a:xfrm>
            <a:custGeom>
              <a:avLst/>
              <a:gdLst>
                <a:gd name="T0" fmla="*/ 2 w 246"/>
                <a:gd name="T1" fmla="*/ 3 h 426"/>
                <a:gd name="T2" fmla="*/ 2 w 246"/>
                <a:gd name="T3" fmla="*/ 3 h 426"/>
                <a:gd name="T4" fmla="*/ 2 w 246"/>
                <a:gd name="T5" fmla="*/ 3 h 426"/>
                <a:gd name="T6" fmla="*/ 2 w 246"/>
                <a:gd name="T7" fmla="*/ 3 h 426"/>
                <a:gd name="T8" fmla="*/ 2 w 246"/>
                <a:gd name="T9" fmla="*/ 2 h 426"/>
                <a:gd name="T10" fmla="*/ 2 w 246"/>
                <a:gd name="T11" fmla="*/ 2 h 426"/>
                <a:gd name="T12" fmla="*/ 2 w 246"/>
                <a:gd name="T13" fmla="*/ 2 h 426"/>
                <a:gd name="T14" fmla="*/ 2 w 246"/>
                <a:gd name="T15" fmla="*/ 2 h 426"/>
                <a:gd name="T16" fmla="*/ 2 w 246"/>
                <a:gd name="T17" fmla="*/ 1 h 426"/>
                <a:gd name="T18" fmla="*/ 1 w 246"/>
                <a:gd name="T19" fmla="*/ 1 h 426"/>
                <a:gd name="T20" fmla="*/ 1 w 246"/>
                <a:gd name="T21" fmla="*/ 1 h 426"/>
                <a:gd name="T22" fmla="*/ 1 w 246"/>
                <a:gd name="T23" fmla="*/ 1 h 426"/>
                <a:gd name="T24" fmla="*/ 1 w 246"/>
                <a:gd name="T25" fmla="*/ 0 h 426"/>
                <a:gd name="T26" fmla="*/ 1 w 246"/>
                <a:gd name="T27" fmla="*/ 0 h 426"/>
                <a:gd name="T28" fmla="*/ 1 w 246"/>
                <a:gd name="T29" fmla="*/ 0 h 426"/>
                <a:gd name="T30" fmla="*/ 0 w 246"/>
                <a:gd name="T31" fmla="*/ 0 h 426"/>
                <a:gd name="T32" fmla="*/ 0 w 246"/>
                <a:gd name="T33" fmla="*/ 0 h 426"/>
                <a:gd name="T34" fmla="*/ 0 w 246"/>
                <a:gd name="T35" fmla="*/ 0 h 426"/>
                <a:gd name="T36" fmla="*/ 0 w 246"/>
                <a:gd name="T37" fmla="*/ 0 h 426"/>
                <a:gd name="T38" fmla="*/ 0 w 246"/>
                <a:gd name="T39" fmla="*/ 0 h 426"/>
                <a:gd name="T40" fmla="*/ 0 w 246"/>
                <a:gd name="T41" fmla="*/ 0 h 426"/>
                <a:gd name="T42" fmla="*/ 1 w 246"/>
                <a:gd name="T43" fmla="*/ 0 h 426"/>
                <a:gd name="T44" fmla="*/ 1 w 246"/>
                <a:gd name="T45" fmla="*/ 0 h 426"/>
                <a:gd name="T46" fmla="*/ 1 w 246"/>
                <a:gd name="T47" fmla="*/ 1 h 426"/>
                <a:gd name="T48" fmla="*/ 1 w 246"/>
                <a:gd name="T49" fmla="*/ 1 h 426"/>
                <a:gd name="T50" fmla="*/ 1 w 246"/>
                <a:gd name="T51" fmla="*/ 1 h 426"/>
                <a:gd name="T52" fmla="*/ 1 w 246"/>
                <a:gd name="T53" fmla="*/ 1 h 426"/>
                <a:gd name="T54" fmla="*/ 1 w 246"/>
                <a:gd name="T55" fmla="*/ 1 h 426"/>
                <a:gd name="T56" fmla="*/ 2 w 246"/>
                <a:gd name="T57" fmla="*/ 2 h 426"/>
                <a:gd name="T58" fmla="*/ 2 w 246"/>
                <a:gd name="T59" fmla="*/ 2 h 426"/>
                <a:gd name="T60" fmla="*/ 2 w 246"/>
                <a:gd name="T61" fmla="*/ 2 h 426"/>
                <a:gd name="T62" fmla="*/ 2 w 246"/>
                <a:gd name="T63" fmla="*/ 2 h 426"/>
                <a:gd name="T64" fmla="*/ 2 w 246"/>
                <a:gd name="T65" fmla="*/ 3 h 426"/>
                <a:gd name="T66" fmla="*/ 2 w 246"/>
                <a:gd name="T67" fmla="*/ 3 h 426"/>
                <a:gd name="T68" fmla="*/ 2 w 246"/>
                <a:gd name="T69" fmla="*/ 3 h 426"/>
                <a:gd name="T70" fmla="*/ 2 w 246"/>
                <a:gd name="T71" fmla="*/ 3 h 426"/>
                <a:gd name="T72" fmla="*/ 2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246" y="426"/>
                  </a:moveTo>
                  <a:lnTo>
                    <a:pt x="246" y="426"/>
                  </a:lnTo>
                  <a:lnTo>
                    <a:pt x="245" y="384"/>
                  </a:lnTo>
                  <a:lnTo>
                    <a:pt x="242" y="340"/>
                  </a:lnTo>
                  <a:lnTo>
                    <a:pt x="236" y="301"/>
                  </a:lnTo>
                  <a:lnTo>
                    <a:pt x="228" y="262"/>
                  </a:lnTo>
                  <a:lnTo>
                    <a:pt x="217" y="224"/>
                  </a:lnTo>
                  <a:lnTo>
                    <a:pt x="205" y="190"/>
                  </a:lnTo>
                  <a:lnTo>
                    <a:pt x="191" y="158"/>
                  </a:lnTo>
                  <a:lnTo>
                    <a:pt x="176" y="126"/>
                  </a:lnTo>
                  <a:lnTo>
                    <a:pt x="157" y="99"/>
                  </a:lnTo>
                  <a:lnTo>
                    <a:pt x="139" y="75"/>
                  </a:lnTo>
                  <a:lnTo>
                    <a:pt x="119" y="53"/>
                  </a:lnTo>
                  <a:lnTo>
                    <a:pt x="96" y="34"/>
                  </a:lnTo>
                  <a:lnTo>
                    <a:pt x="75" y="19"/>
                  </a:lnTo>
                  <a:lnTo>
                    <a:pt x="51" y="9"/>
                  </a:lnTo>
                  <a:lnTo>
                    <a:pt x="26" y="3"/>
                  </a:lnTo>
                  <a:lnTo>
                    <a:pt x="0" y="0"/>
                  </a:lnTo>
                  <a:lnTo>
                    <a:pt x="0" y="12"/>
                  </a:lnTo>
                  <a:lnTo>
                    <a:pt x="24" y="15"/>
                  </a:lnTo>
                  <a:lnTo>
                    <a:pt x="46" y="20"/>
                  </a:lnTo>
                  <a:lnTo>
                    <a:pt x="68" y="31"/>
                  </a:lnTo>
                  <a:lnTo>
                    <a:pt x="89" y="44"/>
                  </a:lnTo>
                  <a:lnTo>
                    <a:pt x="109" y="63"/>
                  </a:lnTo>
                  <a:lnTo>
                    <a:pt x="129" y="83"/>
                  </a:lnTo>
                  <a:lnTo>
                    <a:pt x="148" y="106"/>
                  </a:lnTo>
                  <a:lnTo>
                    <a:pt x="164" y="133"/>
                  </a:lnTo>
                  <a:lnTo>
                    <a:pt x="180" y="162"/>
                  </a:lnTo>
                  <a:lnTo>
                    <a:pt x="194" y="195"/>
                  </a:lnTo>
                  <a:lnTo>
                    <a:pt x="205" y="229"/>
                  </a:lnTo>
                  <a:lnTo>
                    <a:pt x="216" y="264"/>
                  </a:lnTo>
                  <a:lnTo>
                    <a:pt x="224" y="303"/>
                  </a:lnTo>
                  <a:lnTo>
                    <a:pt x="230" y="343"/>
                  </a:lnTo>
                  <a:lnTo>
                    <a:pt x="233" y="384"/>
                  </a:lnTo>
                  <a:lnTo>
                    <a:pt x="235" y="426"/>
                  </a:lnTo>
                  <a:lnTo>
                    <a:pt x="246"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1302" name="Freeform 64"/>
            <p:cNvSpPr>
              <a:spLocks/>
            </p:cNvSpPr>
            <p:nvPr/>
          </p:nvSpPr>
          <p:spPr bwMode="auto">
            <a:xfrm>
              <a:off x="1392" y="2203"/>
              <a:ext cx="49" cy="85"/>
            </a:xfrm>
            <a:custGeom>
              <a:avLst/>
              <a:gdLst>
                <a:gd name="T0" fmla="*/ 0 w 246"/>
                <a:gd name="T1" fmla="*/ 3 h 424"/>
                <a:gd name="T2" fmla="*/ 0 w 246"/>
                <a:gd name="T3" fmla="*/ 3 h 424"/>
                <a:gd name="T4" fmla="*/ 0 w 246"/>
                <a:gd name="T5" fmla="*/ 3 h 424"/>
                <a:gd name="T6" fmla="*/ 0 w 246"/>
                <a:gd name="T7" fmla="*/ 3 h 424"/>
                <a:gd name="T8" fmla="*/ 1 w 246"/>
                <a:gd name="T9" fmla="*/ 3 h 424"/>
                <a:gd name="T10" fmla="*/ 1 w 246"/>
                <a:gd name="T11" fmla="*/ 3 h 424"/>
                <a:gd name="T12" fmla="*/ 1 w 246"/>
                <a:gd name="T13" fmla="*/ 3 h 424"/>
                <a:gd name="T14" fmla="*/ 1 w 246"/>
                <a:gd name="T15" fmla="*/ 3 h 424"/>
                <a:gd name="T16" fmla="*/ 1 w 246"/>
                <a:gd name="T17" fmla="*/ 3 h 424"/>
                <a:gd name="T18" fmla="*/ 1 w 246"/>
                <a:gd name="T19" fmla="*/ 2 h 424"/>
                <a:gd name="T20" fmla="*/ 2 w 246"/>
                <a:gd name="T21" fmla="*/ 2 h 424"/>
                <a:gd name="T22" fmla="*/ 2 w 246"/>
                <a:gd name="T23" fmla="*/ 2 h 424"/>
                <a:gd name="T24" fmla="*/ 2 w 246"/>
                <a:gd name="T25" fmla="*/ 2 h 424"/>
                <a:gd name="T26" fmla="*/ 2 w 246"/>
                <a:gd name="T27" fmla="*/ 1 h 424"/>
                <a:gd name="T28" fmla="*/ 2 w 246"/>
                <a:gd name="T29" fmla="*/ 1 h 424"/>
                <a:gd name="T30" fmla="*/ 2 w 246"/>
                <a:gd name="T31" fmla="*/ 1 h 424"/>
                <a:gd name="T32" fmla="*/ 2 w 246"/>
                <a:gd name="T33" fmla="*/ 0 h 424"/>
                <a:gd name="T34" fmla="*/ 2 w 246"/>
                <a:gd name="T35" fmla="*/ 0 h 424"/>
                <a:gd name="T36" fmla="*/ 2 w 246"/>
                <a:gd name="T37" fmla="*/ 0 h 424"/>
                <a:gd name="T38" fmla="*/ 2 w 246"/>
                <a:gd name="T39" fmla="*/ 0 h 424"/>
                <a:gd name="T40" fmla="*/ 2 w 246"/>
                <a:gd name="T41" fmla="*/ 1 h 424"/>
                <a:gd name="T42" fmla="*/ 2 w 246"/>
                <a:gd name="T43" fmla="*/ 1 h 424"/>
                <a:gd name="T44" fmla="*/ 2 w 246"/>
                <a:gd name="T45" fmla="*/ 1 h 424"/>
                <a:gd name="T46" fmla="*/ 2 w 246"/>
                <a:gd name="T47" fmla="*/ 2 h 424"/>
                <a:gd name="T48" fmla="*/ 2 w 246"/>
                <a:gd name="T49" fmla="*/ 2 h 424"/>
                <a:gd name="T50" fmla="*/ 1 w 246"/>
                <a:gd name="T51" fmla="*/ 2 h 424"/>
                <a:gd name="T52" fmla="*/ 1 w 246"/>
                <a:gd name="T53" fmla="*/ 2 h 424"/>
                <a:gd name="T54" fmla="*/ 1 w 246"/>
                <a:gd name="T55" fmla="*/ 3 h 424"/>
                <a:gd name="T56" fmla="*/ 1 w 246"/>
                <a:gd name="T57" fmla="*/ 3 h 424"/>
                <a:gd name="T58" fmla="*/ 1 w 246"/>
                <a:gd name="T59" fmla="*/ 3 h 424"/>
                <a:gd name="T60" fmla="*/ 1 w 246"/>
                <a:gd name="T61" fmla="*/ 3 h 424"/>
                <a:gd name="T62" fmla="*/ 1 w 246"/>
                <a:gd name="T63" fmla="*/ 3 h 424"/>
                <a:gd name="T64" fmla="*/ 0 w 246"/>
                <a:gd name="T65" fmla="*/ 3 h 424"/>
                <a:gd name="T66" fmla="*/ 0 w 246"/>
                <a:gd name="T67" fmla="*/ 3 h 424"/>
                <a:gd name="T68" fmla="*/ 0 w 246"/>
                <a:gd name="T69" fmla="*/ 3 h 424"/>
                <a:gd name="T70" fmla="*/ 0 w 246"/>
                <a:gd name="T71" fmla="*/ 3 h 424"/>
                <a:gd name="T72" fmla="*/ 0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0" y="424"/>
                  </a:moveTo>
                  <a:lnTo>
                    <a:pt x="0" y="424"/>
                  </a:lnTo>
                  <a:lnTo>
                    <a:pt x="26" y="422"/>
                  </a:lnTo>
                  <a:lnTo>
                    <a:pt x="51" y="416"/>
                  </a:lnTo>
                  <a:lnTo>
                    <a:pt x="75" y="406"/>
                  </a:lnTo>
                  <a:lnTo>
                    <a:pt x="96" y="390"/>
                  </a:lnTo>
                  <a:lnTo>
                    <a:pt x="119" y="373"/>
                  </a:lnTo>
                  <a:lnTo>
                    <a:pt x="139" y="351"/>
                  </a:lnTo>
                  <a:lnTo>
                    <a:pt x="157" y="326"/>
                  </a:lnTo>
                  <a:lnTo>
                    <a:pt x="175" y="299"/>
                  </a:lnTo>
                  <a:lnTo>
                    <a:pt x="191" y="269"/>
                  </a:lnTo>
                  <a:lnTo>
                    <a:pt x="205" y="236"/>
                  </a:lnTo>
                  <a:lnTo>
                    <a:pt x="217" y="202"/>
                  </a:lnTo>
                  <a:lnTo>
                    <a:pt x="228" y="163"/>
                  </a:lnTo>
                  <a:lnTo>
                    <a:pt x="236" y="125"/>
                  </a:lnTo>
                  <a:lnTo>
                    <a:pt x="242" y="86"/>
                  </a:lnTo>
                  <a:lnTo>
                    <a:pt x="245" y="42"/>
                  </a:lnTo>
                  <a:lnTo>
                    <a:pt x="246" y="0"/>
                  </a:lnTo>
                  <a:lnTo>
                    <a:pt x="235" y="0"/>
                  </a:lnTo>
                  <a:lnTo>
                    <a:pt x="233" y="42"/>
                  </a:lnTo>
                  <a:lnTo>
                    <a:pt x="230" y="83"/>
                  </a:lnTo>
                  <a:lnTo>
                    <a:pt x="224" y="123"/>
                  </a:lnTo>
                  <a:lnTo>
                    <a:pt x="216" y="161"/>
                  </a:lnTo>
                  <a:lnTo>
                    <a:pt x="205" y="197"/>
                  </a:lnTo>
                  <a:lnTo>
                    <a:pt x="194" y="231"/>
                  </a:lnTo>
                  <a:lnTo>
                    <a:pt x="180" y="264"/>
                  </a:lnTo>
                  <a:lnTo>
                    <a:pt x="166" y="292"/>
                  </a:lnTo>
                  <a:lnTo>
                    <a:pt x="148" y="319"/>
                  </a:lnTo>
                  <a:lnTo>
                    <a:pt x="129" y="344"/>
                  </a:lnTo>
                  <a:lnTo>
                    <a:pt x="109" y="364"/>
                  </a:lnTo>
                  <a:lnTo>
                    <a:pt x="89" y="381"/>
                  </a:lnTo>
                  <a:lnTo>
                    <a:pt x="68" y="394"/>
                  </a:lnTo>
                  <a:lnTo>
                    <a:pt x="46" y="405"/>
                  </a:lnTo>
                  <a:lnTo>
                    <a:pt x="24" y="410"/>
                  </a:lnTo>
                  <a:lnTo>
                    <a:pt x="0" y="413"/>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1303" name="Freeform 65"/>
            <p:cNvSpPr>
              <a:spLocks/>
            </p:cNvSpPr>
            <p:nvPr/>
          </p:nvSpPr>
          <p:spPr bwMode="auto">
            <a:xfrm>
              <a:off x="1343" y="2203"/>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2" y="42"/>
                  </a:lnTo>
                  <a:lnTo>
                    <a:pt x="5" y="86"/>
                  </a:lnTo>
                  <a:lnTo>
                    <a:pt x="11" y="125"/>
                  </a:lnTo>
                  <a:lnTo>
                    <a:pt x="19" y="163"/>
                  </a:lnTo>
                  <a:lnTo>
                    <a:pt x="30" y="202"/>
                  </a:lnTo>
                  <a:lnTo>
                    <a:pt x="41" y="236"/>
                  </a:lnTo>
                  <a:lnTo>
                    <a:pt x="56" y="269"/>
                  </a:lnTo>
                  <a:lnTo>
                    <a:pt x="72" y="299"/>
                  </a:lnTo>
                  <a:lnTo>
                    <a:pt x="90" y="326"/>
                  </a:lnTo>
                  <a:lnTo>
                    <a:pt x="108" y="351"/>
                  </a:lnTo>
                  <a:lnTo>
                    <a:pt x="127" y="373"/>
                  </a:lnTo>
                  <a:lnTo>
                    <a:pt x="149" y="390"/>
                  </a:lnTo>
                  <a:lnTo>
                    <a:pt x="172" y="406"/>
                  </a:lnTo>
                  <a:lnTo>
                    <a:pt x="195" y="416"/>
                  </a:lnTo>
                  <a:lnTo>
                    <a:pt x="220" y="422"/>
                  </a:lnTo>
                  <a:lnTo>
                    <a:pt x="245" y="424"/>
                  </a:lnTo>
                  <a:lnTo>
                    <a:pt x="245" y="413"/>
                  </a:lnTo>
                  <a:lnTo>
                    <a:pt x="222" y="410"/>
                  </a:lnTo>
                  <a:lnTo>
                    <a:pt x="200" y="405"/>
                  </a:lnTo>
                  <a:lnTo>
                    <a:pt x="179" y="394"/>
                  </a:lnTo>
                  <a:lnTo>
                    <a:pt x="156" y="381"/>
                  </a:lnTo>
                  <a:lnTo>
                    <a:pt x="136" y="364"/>
                  </a:lnTo>
                  <a:lnTo>
                    <a:pt x="118" y="344"/>
                  </a:lnTo>
                  <a:lnTo>
                    <a:pt x="99" y="319"/>
                  </a:lnTo>
                  <a:lnTo>
                    <a:pt x="81" y="292"/>
                  </a:lnTo>
                  <a:lnTo>
                    <a:pt x="67" y="264"/>
                  </a:lnTo>
                  <a:lnTo>
                    <a:pt x="53" y="231"/>
                  </a:lnTo>
                  <a:lnTo>
                    <a:pt x="41" y="197"/>
                  </a:lnTo>
                  <a:lnTo>
                    <a:pt x="31" y="161"/>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1304" name="Freeform 66"/>
            <p:cNvSpPr>
              <a:spLocks/>
            </p:cNvSpPr>
            <p:nvPr/>
          </p:nvSpPr>
          <p:spPr bwMode="auto">
            <a:xfrm>
              <a:off x="1343" y="2118"/>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1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20" y="3"/>
                  </a:lnTo>
                  <a:lnTo>
                    <a:pt x="195" y="9"/>
                  </a:lnTo>
                  <a:lnTo>
                    <a:pt x="172" y="19"/>
                  </a:lnTo>
                  <a:lnTo>
                    <a:pt x="149" y="34"/>
                  </a:lnTo>
                  <a:lnTo>
                    <a:pt x="127" y="53"/>
                  </a:lnTo>
                  <a:lnTo>
                    <a:pt x="108" y="75"/>
                  </a:lnTo>
                  <a:lnTo>
                    <a:pt x="90" y="99"/>
                  </a:lnTo>
                  <a:lnTo>
                    <a:pt x="71" y="126"/>
                  </a:lnTo>
                  <a:lnTo>
                    <a:pt x="56" y="158"/>
                  </a:lnTo>
                  <a:lnTo>
                    <a:pt x="41" y="190"/>
                  </a:lnTo>
                  <a:lnTo>
                    <a:pt x="30" y="224"/>
                  </a:lnTo>
                  <a:lnTo>
                    <a:pt x="19" y="262"/>
                  </a:lnTo>
                  <a:lnTo>
                    <a:pt x="11" y="301"/>
                  </a:lnTo>
                  <a:lnTo>
                    <a:pt x="5" y="340"/>
                  </a:lnTo>
                  <a:lnTo>
                    <a:pt x="2" y="384"/>
                  </a:lnTo>
                  <a:lnTo>
                    <a:pt x="0" y="426"/>
                  </a:lnTo>
                  <a:lnTo>
                    <a:pt x="12" y="426"/>
                  </a:lnTo>
                  <a:lnTo>
                    <a:pt x="13" y="384"/>
                  </a:lnTo>
                  <a:lnTo>
                    <a:pt x="17" y="343"/>
                  </a:lnTo>
                  <a:lnTo>
                    <a:pt x="23" y="303"/>
                  </a:lnTo>
                  <a:lnTo>
                    <a:pt x="31" y="264"/>
                  </a:lnTo>
                  <a:lnTo>
                    <a:pt x="41" y="229"/>
                  </a:lnTo>
                  <a:lnTo>
                    <a:pt x="53" y="195"/>
                  </a:lnTo>
                  <a:lnTo>
                    <a:pt x="67" y="162"/>
                  </a:lnTo>
                  <a:lnTo>
                    <a:pt x="82" y="133"/>
                  </a:lnTo>
                  <a:lnTo>
                    <a:pt x="99" y="106"/>
                  </a:lnTo>
                  <a:lnTo>
                    <a:pt x="118" y="83"/>
                  </a:lnTo>
                  <a:lnTo>
                    <a:pt x="136" y="63"/>
                  </a:lnTo>
                  <a:lnTo>
                    <a:pt x="156" y="44"/>
                  </a:lnTo>
                  <a:lnTo>
                    <a:pt x="179" y="31"/>
                  </a:lnTo>
                  <a:lnTo>
                    <a:pt x="200" y="20"/>
                  </a:lnTo>
                  <a:lnTo>
                    <a:pt x="222" y="15"/>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1305" name="Freeform 67"/>
            <p:cNvSpPr>
              <a:spLocks/>
            </p:cNvSpPr>
            <p:nvPr/>
          </p:nvSpPr>
          <p:spPr bwMode="auto">
            <a:xfrm>
              <a:off x="1384" y="1859"/>
              <a:ext cx="49" cy="84"/>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1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3" y="382"/>
                  </a:lnTo>
                  <a:lnTo>
                    <a:pt x="240" y="339"/>
                  </a:lnTo>
                  <a:lnTo>
                    <a:pt x="234" y="299"/>
                  </a:lnTo>
                  <a:lnTo>
                    <a:pt x="226" y="261"/>
                  </a:lnTo>
                  <a:lnTo>
                    <a:pt x="215" y="222"/>
                  </a:lnTo>
                  <a:lnTo>
                    <a:pt x="204" y="188"/>
                  </a:lnTo>
                  <a:lnTo>
                    <a:pt x="189" y="156"/>
                  </a:lnTo>
                  <a:lnTo>
                    <a:pt x="173" y="125"/>
                  </a:lnTo>
                  <a:lnTo>
                    <a:pt x="155" y="98"/>
                  </a:lnTo>
                  <a:lnTo>
                    <a:pt x="138" y="74"/>
                  </a:lnTo>
                  <a:lnTo>
                    <a:pt x="118" y="51"/>
                  </a:lnTo>
                  <a:lnTo>
                    <a:pt x="96" y="34"/>
                  </a:lnTo>
                  <a:lnTo>
                    <a:pt x="73" y="18"/>
                  </a:lnTo>
                  <a:lnTo>
                    <a:pt x="50" y="8"/>
                  </a:lnTo>
                  <a:lnTo>
                    <a:pt x="25" y="2"/>
                  </a:lnTo>
                  <a:lnTo>
                    <a:pt x="0" y="0"/>
                  </a:lnTo>
                  <a:lnTo>
                    <a:pt x="0" y="11"/>
                  </a:lnTo>
                  <a:lnTo>
                    <a:pt x="23" y="14"/>
                  </a:lnTo>
                  <a:lnTo>
                    <a:pt x="45" y="20"/>
                  </a:lnTo>
                  <a:lnTo>
                    <a:pt x="66" y="30"/>
                  </a:lnTo>
                  <a:lnTo>
                    <a:pt x="89" y="43"/>
                  </a:lnTo>
                  <a:lnTo>
                    <a:pt x="109" y="61"/>
                  </a:lnTo>
                  <a:lnTo>
                    <a:pt x="129" y="81"/>
                  </a:lnTo>
                  <a:lnTo>
                    <a:pt x="146" y="105"/>
                  </a:lnTo>
                  <a:lnTo>
                    <a:pt x="164" y="132"/>
                  </a:lnTo>
                  <a:lnTo>
                    <a:pt x="178" y="160"/>
                  </a:lnTo>
                  <a:lnTo>
                    <a:pt x="192" y="193"/>
                  </a:lnTo>
                  <a:lnTo>
                    <a:pt x="204" y="227"/>
                  </a:lnTo>
                  <a:lnTo>
                    <a:pt x="214" y="264"/>
                  </a:lnTo>
                  <a:lnTo>
                    <a:pt x="222" y="301"/>
                  </a:lnTo>
                  <a:lnTo>
                    <a:pt x="228"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1306" name="Freeform 68"/>
            <p:cNvSpPr>
              <a:spLocks/>
            </p:cNvSpPr>
            <p:nvPr/>
          </p:nvSpPr>
          <p:spPr bwMode="auto">
            <a:xfrm>
              <a:off x="1384" y="1943"/>
              <a:ext cx="49" cy="86"/>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5" y="423"/>
                  </a:lnTo>
                  <a:lnTo>
                    <a:pt x="50" y="418"/>
                  </a:lnTo>
                  <a:lnTo>
                    <a:pt x="73" y="407"/>
                  </a:lnTo>
                  <a:lnTo>
                    <a:pt x="96" y="392"/>
                  </a:lnTo>
                  <a:lnTo>
                    <a:pt x="118" y="374"/>
                  </a:lnTo>
                  <a:lnTo>
                    <a:pt x="138" y="352"/>
                  </a:lnTo>
                  <a:lnTo>
                    <a:pt x="155" y="327"/>
                  </a:lnTo>
                  <a:lnTo>
                    <a:pt x="174" y="300"/>
                  </a:lnTo>
                  <a:lnTo>
                    <a:pt x="189" y="269"/>
                  </a:lnTo>
                  <a:lnTo>
                    <a:pt x="204" y="237"/>
                  </a:lnTo>
                  <a:lnTo>
                    <a:pt x="215" y="202"/>
                  </a:lnTo>
                  <a:lnTo>
                    <a:pt x="226" y="164"/>
                  </a:lnTo>
                  <a:lnTo>
                    <a:pt x="234" y="126"/>
                  </a:lnTo>
                  <a:lnTo>
                    <a:pt x="240" y="86"/>
                  </a:lnTo>
                  <a:lnTo>
                    <a:pt x="243" y="42"/>
                  </a:lnTo>
                  <a:lnTo>
                    <a:pt x="245" y="0"/>
                  </a:lnTo>
                  <a:lnTo>
                    <a:pt x="233" y="0"/>
                  </a:lnTo>
                  <a:lnTo>
                    <a:pt x="232" y="42"/>
                  </a:lnTo>
                  <a:lnTo>
                    <a:pt x="228" y="83"/>
                  </a:lnTo>
                  <a:lnTo>
                    <a:pt x="222" y="123"/>
                  </a:lnTo>
                  <a:lnTo>
                    <a:pt x="214" y="162"/>
                  </a:lnTo>
                  <a:lnTo>
                    <a:pt x="204" y="197"/>
                  </a:lnTo>
                  <a:lnTo>
                    <a:pt x="192" y="232"/>
                  </a:lnTo>
                  <a:lnTo>
                    <a:pt x="178" y="264"/>
                  </a:lnTo>
                  <a:lnTo>
                    <a:pt x="163" y="293"/>
                  </a:lnTo>
                  <a:lnTo>
                    <a:pt x="146" y="320"/>
                  </a:lnTo>
                  <a:lnTo>
                    <a:pt x="129" y="345"/>
                  </a:lnTo>
                  <a:lnTo>
                    <a:pt x="109" y="365"/>
                  </a:lnTo>
                  <a:lnTo>
                    <a:pt x="89" y="382"/>
                  </a:lnTo>
                  <a:lnTo>
                    <a:pt x="66" y="395"/>
                  </a:lnTo>
                  <a:lnTo>
                    <a:pt x="45" y="406"/>
                  </a:lnTo>
                  <a:lnTo>
                    <a:pt x="23"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1307" name="Freeform 69"/>
            <p:cNvSpPr>
              <a:spLocks/>
            </p:cNvSpPr>
            <p:nvPr/>
          </p:nvSpPr>
          <p:spPr bwMode="auto">
            <a:xfrm>
              <a:off x="1335" y="1943"/>
              <a:ext cx="49" cy="86"/>
            </a:xfrm>
            <a:custGeom>
              <a:avLst/>
              <a:gdLst>
                <a:gd name="T0" fmla="*/ 0 w 246"/>
                <a:gd name="T1" fmla="*/ 0 h 426"/>
                <a:gd name="T2" fmla="*/ 0 w 246"/>
                <a:gd name="T3" fmla="*/ 0 h 426"/>
                <a:gd name="T4" fmla="*/ 0 w 246"/>
                <a:gd name="T5" fmla="*/ 0 h 426"/>
                <a:gd name="T6" fmla="*/ 0 w 246"/>
                <a:gd name="T7" fmla="*/ 1 h 426"/>
                <a:gd name="T8" fmla="*/ 0 w 246"/>
                <a:gd name="T9" fmla="*/ 1 h 426"/>
                <a:gd name="T10" fmla="*/ 0 w 246"/>
                <a:gd name="T11" fmla="*/ 1 h 426"/>
                <a:gd name="T12" fmla="*/ 0 w 246"/>
                <a:gd name="T13" fmla="*/ 2 h 426"/>
                <a:gd name="T14" fmla="*/ 0 w 246"/>
                <a:gd name="T15" fmla="*/ 2 h 426"/>
                <a:gd name="T16" fmla="*/ 0 w 246"/>
                <a:gd name="T17" fmla="*/ 2 h 426"/>
                <a:gd name="T18" fmla="*/ 1 w 246"/>
                <a:gd name="T19" fmla="*/ 2 h 426"/>
                <a:gd name="T20" fmla="*/ 1 w 246"/>
                <a:gd name="T21" fmla="*/ 3 h 426"/>
                <a:gd name="T22" fmla="*/ 1 w 246"/>
                <a:gd name="T23" fmla="*/ 3 h 426"/>
                <a:gd name="T24" fmla="*/ 1 w 246"/>
                <a:gd name="T25" fmla="*/ 3 h 426"/>
                <a:gd name="T26" fmla="*/ 1 w 246"/>
                <a:gd name="T27" fmla="*/ 3 h 426"/>
                <a:gd name="T28" fmla="*/ 1 w 246"/>
                <a:gd name="T29" fmla="*/ 3 h 426"/>
                <a:gd name="T30" fmla="*/ 2 w 246"/>
                <a:gd name="T31" fmla="*/ 3 h 426"/>
                <a:gd name="T32" fmla="*/ 2 w 246"/>
                <a:gd name="T33" fmla="*/ 3 h 426"/>
                <a:gd name="T34" fmla="*/ 2 w 246"/>
                <a:gd name="T35" fmla="*/ 3 h 426"/>
                <a:gd name="T36" fmla="*/ 2 w 246"/>
                <a:gd name="T37" fmla="*/ 3 h 426"/>
                <a:gd name="T38" fmla="*/ 2 w 246"/>
                <a:gd name="T39" fmla="*/ 3 h 426"/>
                <a:gd name="T40" fmla="*/ 2 w 246"/>
                <a:gd name="T41" fmla="*/ 3 h 426"/>
                <a:gd name="T42" fmla="*/ 1 w 246"/>
                <a:gd name="T43" fmla="*/ 3 h 426"/>
                <a:gd name="T44" fmla="*/ 1 w 246"/>
                <a:gd name="T45" fmla="*/ 3 h 426"/>
                <a:gd name="T46" fmla="*/ 1 w 246"/>
                <a:gd name="T47" fmla="*/ 3 h 426"/>
                <a:gd name="T48" fmla="*/ 1 w 246"/>
                <a:gd name="T49" fmla="*/ 3 h 426"/>
                <a:gd name="T50" fmla="*/ 1 w 246"/>
                <a:gd name="T51" fmla="*/ 3 h 426"/>
                <a:gd name="T52" fmla="*/ 1 w 246"/>
                <a:gd name="T53" fmla="*/ 2 h 426"/>
                <a:gd name="T54" fmla="*/ 1 w 246"/>
                <a:gd name="T55" fmla="*/ 2 h 426"/>
                <a:gd name="T56" fmla="*/ 0 w 246"/>
                <a:gd name="T57" fmla="*/ 2 h 426"/>
                <a:gd name="T58" fmla="*/ 0 w 246"/>
                <a:gd name="T59" fmla="*/ 2 h 426"/>
                <a:gd name="T60" fmla="*/ 0 w 246"/>
                <a:gd name="T61" fmla="*/ 1 h 426"/>
                <a:gd name="T62" fmla="*/ 0 w 246"/>
                <a:gd name="T63" fmla="*/ 1 h 426"/>
                <a:gd name="T64" fmla="*/ 0 w 246"/>
                <a:gd name="T65" fmla="*/ 1 h 426"/>
                <a:gd name="T66" fmla="*/ 0 w 246"/>
                <a:gd name="T67" fmla="*/ 0 h 426"/>
                <a:gd name="T68" fmla="*/ 0 w 246"/>
                <a:gd name="T69" fmla="*/ 0 h 426"/>
                <a:gd name="T70" fmla="*/ 0 w 246"/>
                <a:gd name="T71" fmla="*/ 0 h 426"/>
                <a:gd name="T72" fmla="*/ 0 w 246"/>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0"/>
                  </a:moveTo>
                  <a:lnTo>
                    <a:pt x="0" y="0"/>
                  </a:lnTo>
                  <a:lnTo>
                    <a:pt x="1" y="42"/>
                  </a:lnTo>
                  <a:lnTo>
                    <a:pt x="4" y="86"/>
                  </a:lnTo>
                  <a:lnTo>
                    <a:pt x="10" y="126"/>
                  </a:lnTo>
                  <a:lnTo>
                    <a:pt x="18" y="164"/>
                  </a:lnTo>
                  <a:lnTo>
                    <a:pt x="29" y="202"/>
                  </a:lnTo>
                  <a:lnTo>
                    <a:pt x="41" y="237"/>
                  </a:lnTo>
                  <a:lnTo>
                    <a:pt x="55" y="269"/>
                  </a:lnTo>
                  <a:lnTo>
                    <a:pt x="71" y="300"/>
                  </a:lnTo>
                  <a:lnTo>
                    <a:pt x="89" y="327"/>
                  </a:lnTo>
                  <a:lnTo>
                    <a:pt x="107" y="352"/>
                  </a:lnTo>
                  <a:lnTo>
                    <a:pt x="127" y="374"/>
                  </a:lnTo>
                  <a:lnTo>
                    <a:pt x="150" y="392"/>
                  </a:lnTo>
                  <a:lnTo>
                    <a:pt x="171" y="407"/>
                  </a:lnTo>
                  <a:lnTo>
                    <a:pt x="195" y="418"/>
                  </a:lnTo>
                  <a:lnTo>
                    <a:pt x="220" y="423"/>
                  </a:lnTo>
                  <a:lnTo>
                    <a:pt x="246" y="426"/>
                  </a:lnTo>
                  <a:lnTo>
                    <a:pt x="246" y="414"/>
                  </a:lnTo>
                  <a:lnTo>
                    <a:pt x="222" y="412"/>
                  </a:lnTo>
                  <a:lnTo>
                    <a:pt x="200" y="406"/>
                  </a:lnTo>
                  <a:lnTo>
                    <a:pt x="178" y="395"/>
                  </a:lnTo>
                  <a:lnTo>
                    <a:pt x="157" y="382"/>
                  </a:lnTo>
                  <a:lnTo>
                    <a:pt x="137" y="365"/>
                  </a:lnTo>
                  <a:lnTo>
                    <a:pt x="117" y="345"/>
                  </a:lnTo>
                  <a:lnTo>
                    <a:pt x="98" y="320"/>
                  </a:lnTo>
                  <a:lnTo>
                    <a:pt x="83" y="293"/>
                  </a:lnTo>
                  <a:lnTo>
                    <a:pt x="66" y="264"/>
                  </a:lnTo>
                  <a:lnTo>
                    <a:pt x="52" y="232"/>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1308" name="Freeform 70"/>
            <p:cNvSpPr>
              <a:spLocks/>
            </p:cNvSpPr>
            <p:nvPr/>
          </p:nvSpPr>
          <p:spPr bwMode="auto">
            <a:xfrm>
              <a:off x="1335" y="1859"/>
              <a:ext cx="49" cy="84"/>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1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0" y="2"/>
                  </a:lnTo>
                  <a:lnTo>
                    <a:pt x="195" y="8"/>
                  </a:lnTo>
                  <a:lnTo>
                    <a:pt x="171" y="18"/>
                  </a:lnTo>
                  <a:lnTo>
                    <a:pt x="150" y="34"/>
                  </a:lnTo>
                  <a:lnTo>
                    <a:pt x="127" y="51"/>
                  </a:lnTo>
                  <a:lnTo>
                    <a:pt x="107" y="74"/>
                  </a:lnTo>
                  <a:lnTo>
                    <a:pt x="89" y="98"/>
                  </a:lnTo>
                  <a:lnTo>
                    <a:pt x="72" y="125"/>
                  </a:lnTo>
                  <a:lnTo>
                    <a:pt x="55" y="156"/>
                  </a:lnTo>
                  <a:lnTo>
                    <a:pt x="41" y="188"/>
                  </a:lnTo>
                  <a:lnTo>
                    <a:pt x="29" y="222"/>
                  </a:lnTo>
                  <a:lnTo>
                    <a:pt x="18" y="261"/>
                  </a:lnTo>
                  <a:lnTo>
                    <a:pt x="10" y="299"/>
                  </a:lnTo>
                  <a:lnTo>
                    <a:pt x="4" y="339"/>
                  </a:lnTo>
                  <a:lnTo>
                    <a:pt x="1" y="382"/>
                  </a:lnTo>
                  <a:lnTo>
                    <a:pt x="0" y="424"/>
                  </a:lnTo>
                  <a:lnTo>
                    <a:pt x="11" y="424"/>
                  </a:lnTo>
                  <a:lnTo>
                    <a:pt x="13" y="382"/>
                  </a:lnTo>
                  <a:lnTo>
                    <a:pt x="16" y="341"/>
                  </a:lnTo>
                  <a:lnTo>
                    <a:pt x="22" y="301"/>
                  </a:lnTo>
                  <a:lnTo>
                    <a:pt x="30" y="264"/>
                  </a:lnTo>
                  <a:lnTo>
                    <a:pt x="41" y="227"/>
                  </a:lnTo>
                  <a:lnTo>
                    <a:pt x="52" y="193"/>
                  </a:lnTo>
                  <a:lnTo>
                    <a:pt x="66" y="160"/>
                  </a:lnTo>
                  <a:lnTo>
                    <a:pt x="82" y="132"/>
                  </a:lnTo>
                  <a:lnTo>
                    <a:pt x="98" y="105"/>
                  </a:lnTo>
                  <a:lnTo>
                    <a:pt x="117" y="81"/>
                  </a:lnTo>
                  <a:lnTo>
                    <a:pt x="137" y="61"/>
                  </a:lnTo>
                  <a:lnTo>
                    <a:pt x="157" y="43"/>
                  </a:lnTo>
                  <a:lnTo>
                    <a:pt x="178" y="30"/>
                  </a:lnTo>
                  <a:lnTo>
                    <a:pt x="200" y="20"/>
                  </a:lnTo>
                  <a:lnTo>
                    <a:pt x="222" y="14"/>
                  </a:lnTo>
                  <a:lnTo>
                    <a:pt x="246" y="11"/>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1309" name="Freeform 71"/>
            <p:cNvSpPr>
              <a:spLocks/>
            </p:cNvSpPr>
            <p:nvPr/>
          </p:nvSpPr>
          <p:spPr bwMode="auto">
            <a:xfrm>
              <a:off x="1552" y="1751"/>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1" y="339"/>
                  </a:lnTo>
                  <a:lnTo>
                    <a:pt x="235" y="299"/>
                  </a:lnTo>
                  <a:lnTo>
                    <a:pt x="226" y="261"/>
                  </a:lnTo>
                  <a:lnTo>
                    <a:pt x="216" y="223"/>
                  </a:lnTo>
                  <a:lnTo>
                    <a:pt x="204" y="189"/>
                  </a:lnTo>
                  <a:lnTo>
                    <a:pt x="190" y="156"/>
                  </a:lnTo>
                  <a:lnTo>
                    <a:pt x="174" y="125"/>
                  </a:lnTo>
                  <a:lnTo>
                    <a:pt x="156" y="98"/>
                  </a:lnTo>
                  <a:lnTo>
                    <a:pt x="137" y="74"/>
                  </a:lnTo>
                  <a:lnTo>
                    <a:pt x="119" y="52"/>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8" y="81"/>
                  </a:lnTo>
                  <a:lnTo>
                    <a:pt x="147" y="105"/>
                  </a:lnTo>
                  <a:lnTo>
                    <a:pt x="164" y="132"/>
                  </a:lnTo>
                  <a:lnTo>
                    <a:pt x="178" y="161"/>
                  </a:lnTo>
                  <a:lnTo>
                    <a:pt x="193" y="193"/>
                  </a:lnTo>
                  <a:lnTo>
                    <a:pt x="204" y="227"/>
                  </a:lnTo>
                  <a:lnTo>
                    <a:pt x="215" y="264"/>
                  </a:lnTo>
                  <a:lnTo>
                    <a:pt x="223" y="301"/>
                  </a:lnTo>
                  <a:lnTo>
                    <a:pt x="229" y="341"/>
                  </a:lnTo>
                  <a:lnTo>
                    <a:pt x="232" y="382"/>
                  </a:lnTo>
                  <a:lnTo>
                    <a:pt x="234"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1310" name="Freeform 72"/>
            <p:cNvSpPr>
              <a:spLocks/>
            </p:cNvSpPr>
            <p:nvPr/>
          </p:nvSpPr>
          <p:spPr bwMode="auto">
            <a:xfrm>
              <a:off x="1552" y="1836"/>
              <a:ext cx="49" cy="85"/>
            </a:xfrm>
            <a:custGeom>
              <a:avLst/>
              <a:gdLst>
                <a:gd name="T0" fmla="*/ 0 w 245"/>
                <a:gd name="T1" fmla="*/ 3 h 425"/>
                <a:gd name="T2" fmla="*/ 0 w 245"/>
                <a:gd name="T3" fmla="*/ 3 h 425"/>
                <a:gd name="T4" fmla="*/ 0 w 245"/>
                <a:gd name="T5" fmla="*/ 3 h 425"/>
                <a:gd name="T6" fmla="*/ 0 w 245"/>
                <a:gd name="T7" fmla="*/ 3 h 425"/>
                <a:gd name="T8" fmla="*/ 1 w 245"/>
                <a:gd name="T9" fmla="*/ 3 h 425"/>
                <a:gd name="T10" fmla="*/ 1 w 245"/>
                <a:gd name="T11" fmla="*/ 3 h 425"/>
                <a:gd name="T12" fmla="*/ 1 w 245"/>
                <a:gd name="T13" fmla="*/ 3 h 425"/>
                <a:gd name="T14" fmla="*/ 1 w 245"/>
                <a:gd name="T15" fmla="*/ 3 h 425"/>
                <a:gd name="T16" fmla="*/ 1 w 245"/>
                <a:gd name="T17" fmla="*/ 3 h 425"/>
                <a:gd name="T18" fmla="*/ 1 w 245"/>
                <a:gd name="T19" fmla="*/ 2 h 425"/>
                <a:gd name="T20" fmla="*/ 2 w 245"/>
                <a:gd name="T21" fmla="*/ 2 h 425"/>
                <a:gd name="T22" fmla="*/ 2 w 245"/>
                <a:gd name="T23" fmla="*/ 2 h 425"/>
                <a:gd name="T24" fmla="*/ 2 w 245"/>
                <a:gd name="T25" fmla="*/ 2 h 425"/>
                <a:gd name="T26" fmla="*/ 2 w 245"/>
                <a:gd name="T27" fmla="*/ 1 h 425"/>
                <a:gd name="T28" fmla="*/ 2 w 245"/>
                <a:gd name="T29" fmla="*/ 1 h 425"/>
                <a:gd name="T30" fmla="*/ 2 w 245"/>
                <a:gd name="T31" fmla="*/ 1 h 425"/>
                <a:gd name="T32" fmla="*/ 2 w 245"/>
                <a:gd name="T33" fmla="*/ 0 h 425"/>
                <a:gd name="T34" fmla="*/ 2 w 245"/>
                <a:gd name="T35" fmla="*/ 0 h 425"/>
                <a:gd name="T36" fmla="*/ 2 w 245"/>
                <a:gd name="T37" fmla="*/ 0 h 425"/>
                <a:gd name="T38" fmla="*/ 2 w 245"/>
                <a:gd name="T39" fmla="*/ 0 h 425"/>
                <a:gd name="T40" fmla="*/ 2 w 245"/>
                <a:gd name="T41" fmla="*/ 1 h 425"/>
                <a:gd name="T42" fmla="*/ 2 w 245"/>
                <a:gd name="T43" fmla="*/ 1 h 425"/>
                <a:gd name="T44" fmla="*/ 2 w 245"/>
                <a:gd name="T45" fmla="*/ 1 h 425"/>
                <a:gd name="T46" fmla="*/ 2 w 245"/>
                <a:gd name="T47" fmla="*/ 2 h 425"/>
                <a:gd name="T48" fmla="*/ 2 w 245"/>
                <a:gd name="T49" fmla="*/ 2 h 425"/>
                <a:gd name="T50" fmla="*/ 1 w 245"/>
                <a:gd name="T51" fmla="*/ 2 h 425"/>
                <a:gd name="T52" fmla="*/ 1 w 245"/>
                <a:gd name="T53" fmla="*/ 2 h 425"/>
                <a:gd name="T54" fmla="*/ 1 w 245"/>
                <a:gd name="T55" fmla="*/ 3 h 425"/>
                <a:gd name="T56" fmla="*/ 1 w 245"/>
                <a:gd name="T57" fmla="*/ 3 h 425"/>
                <a:gd name="T58" fmla="*/ 1 w 245"/>
                <a:gd name="T59" fmla="*/ 3 h 425"/>
                <a:gd name="T60" fmla="*/ 1 w 245"/>
                <a:gd name="T61" fmla="*/ 3 h 425"/>
                <a:gd name="T62" fmla="*/ 1 w 245"/>
                <a:gd name="T63" fmla="*/ 3 h 425"/>
                <a:gd name="T64" fmla="*/ 0 w 245"/>
                <a:gd name="T65" fmla="*/ 3 h 425"/>
                <a:gd name="T66" fmla="*/ 0 w 245"/>
                <a:gd name="T67" fmla="*/ 3 h 425"/>
                <a:gd name="T68" fmla="*/ 0 w 245"/>
                <a:gd name="T69" fmla="*/ 3 h 425"/>
                <a:gd name="T70" fmla="*/ 0 w 245"/>
                <a:gd name="T71" fmla="*/ 3 h 425"/>
                <a:gd name="T72" fmla="*/ 0 w 245"/>
                <a:gd name="T73" fmla="*/ 3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5"/>
                <a:gd name="T113" fmla="*/ 245 w 245"/>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5">
                  <a:moveTo>
                    <a:pt x="0" y="425"/>
                  </a:moveTo>
                  <a:lnTo>
                    <a:pt x="0" y="425"/>
                  </a:lnTo>
                  <a:lnTo>
                    <a:pt x="26" y="422"/>
                  </a:lnTo>
                  <a:lnTo>
                    <a:pt x="51" y="417"/>
                  </a:lnTo>
                  <a:lnTo>
                    <a:pt x="74" y="406"/>
                  </a:lnTo>
                  <a:lnTo>
                    <a:pt x="96" y="391"/>
                  </a:lnTo>
                  <a:lnTo>
                    <a:pt x="119" y="373"/>
                  </a:lnTo>
                  <a:lnTo>
                    <a:pt x="137" y="351"/>
                  </a:lnTo>
                  <a:lnTo>
                    <a:pt x="156" y="326"/>
                  </a:lnTo>
                  <a:lnTo>
                    <a:pt x="174" y="299"/>
                  </a:lnTo>
                  <a:lnTo>
                    <a:pt x="190" y="269"/>
                  </a:lnTo>
                  <a:lnTo>
                    <a:pt x="204" y="236"/>
                  </a:lnTo>
                  <a:lnTo>
                    <a:pt x="216" y="202"/>
                  </a:lnTo>
                  <a:lnTo>
                    <a:pt x="226" y="163"/>
                  </a:lnTo>
                  <a:lnTo>
                    <a:pt x="235" y="126"/>
                  </a:lnTo>
                  <a:lnTo>
                    <a:pt x="241" y="86"/>
                  </a:lnTo>
                  <a:lnTo>
                    <a:pt x="244" y="43"/>
                  </a:lnTo>
                  <a:lnTo>
                    <a:pt x="245" y="0"/>
                  </a:lnTo>
                  <a:lnTo>
                    <a:pt x="234" y="0"/>
                  </a:lnTo>
                  <a:lnTo>
                    <a:pt x="232" y="43"/>
                  </a:lnTo>
                  <a:lnTo>
                    <a:pt x="229" y="84"/>
                  </a:lnTo>
                  <a:lnTo>
                    <a:pt x="223" y="123"/>
                  </a:lnTo>
                  <a:lnTo>
                    <a:pt x="215" y="161"/>
                  </a:lnTo>
                  <a:lnTo>
                    <a:pt x="204" y="197"/>
                  </a:lnTo>
                  <a:lnTo>
                    <a:pt x="193" y="231"/>
                  </a:lnTo>
                  <a:lnTo>
                    <a:pt x="178" y="264"/>
                  </a:lnTo>
                  <a:lnTo>
                    <a:pt x="164" y="292"/>
                  </a:lnTo>
                  <a:lnTo>
                    <a:pt x="147" y="319"/>
                  </a:lnTo>
                  <a:lnTo>
                    <a:pt x="128" y="344"/>
                  </a:lnTo>
                  <a:lnTo>
                    <a:pt x="109" y="364"/>
                  </a:lnTo>
                  <a:lnTo>
                    <a:pt x="89" y="381"/>
                  </a:lnTo>
                  <a:lnTo>
                    <a:pt x="67" y="394"/>
                  </a:lnTo>
                  <a:lnTo>
                    <a:pt x="46" y="405"/>
                  </a:lnTo>
                  <a:lnTo>
                    <a:pt x="24" y="411"/>
                  </a:lnTo>
                  <a:lnTo>
                    <a:pt x="0" y="413"/>
                  </a:lnTo>
                  <a:lnTo>
                    <a:pt x="0" y="425"/>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1311" name="Freeform 73"/>
            <p:cNvSpPr>
              <a:spLocks/>
            </p:cNvSpPr>
            <p:nvPr/>
          </p:nvSpPr>
          <p:spPr bwMode="auto">
            <a:xfrm>
              <a:off x="1502" y="1836"/>
              <a:ext cx="50" cy="85"/>
            </a:xfrm>
            <a:custGeom>
              <a:avLst/>
              <a:gdLst>
                <a:gd name="T0" fmla="*/ 0 w 246"/>
                <a:gd name="T1" fmla="*/ 0 h 425"/>
                <a:gd name="T2" fmla="*/ 0 w 246"/>
                <a:gd name="T3" fmla="*/ 0 h 425"/>
                <a:gd name="T4" fmla="*/ 0 w 246"/>
                <a:gd name="T5" fmla="*/ 0 h 425"/>
                <a:gd name="T6" fmla="*/ 0 w 246"/>
                <a:gd name="T7" fmla="*/ 1 h 425"/>
                <a:gd name="T8" fmla="*/ 0 w 246"/>
                <a:gd name="T9" fmla="*/ 1 h 425"/>
                <a:gd name="T10" fmla="*/ 0 w 246"/>
                <a:gd name="T11" fmla="*/ 1 h 425"/>
                <a:gd name="T12" fmla="*/ 0 w 246"/>
                <a:gd name="T13" fmla="*/ 2 h 425"/>
                <a:gd name="T14" fmla="*/ 0 w 246"/>
                <a:gd name="T15" fmla="*/ 2 h 425"/>
                <a:gd name="T16" fmla="*/ 0 w 246"/>
                <a:gd name="T17" fmla="*/ 2 h 425"/>
                <a:gd name="T18" fmla="*/ 1 w 246"/>
                <a:gd name="T19" fmla="*/ 2 h 425"/>
                <a:gd name="T20" fmla="*/ 1 w 246"/>
                <a:gd name="T21" fmla="*/ 3 h 425"/>
                <a:gd name="T22" fmla="*/ 1 w 246"/>
                <a:gd name="T23" fmla="*/ 3 h 425"/>
                <a:gd name="T24" fmla="*/ 1 w 246"/>
                <a:gd name="T25" fmla="*/ 3 h 425"/>
                <a:gd name="T26" fmla="*/ 1 w 246"/>
                <a:gd name="T27" fmla="*/ 3 h 425"/>
                <a:gd name="T28" fmla="*/ 1 w 246"/>
                <a:gd name="T29" fmla="*/ 3 h 425"/>
                <a:gd name="T30" fmla="*/ 2 w 246"/>
                <a:gd name="T31" fmla="*/ 3 h 425"/>
                <a:gd name="T32" fmla="*/ 2 w 246"/>
                <a:gd name="T33" fmla="*/ 3 h 425"/>
                <a:gd name="T34" fmla="*/ 2 w 246"/>
                <a:gd name="T35" fmla="*/ 3 h 425"/>
                <a:gd name="T36" fmla="*/ 2 w 246"/>
                <a:gd name="T37" fmla="*/ 3 h 425"/>
                <a:gd name="T38" fmla="*/ 2 w 246"/>
                <a:gd name="T39" fmla="*/ 3 h 425"/>
                <a:gd name="T40" fmla="*/ 2 w 246"/>
                <a:gd name="T41" fmla="*/ 3 h 425"/>
                <a:gd name="T42" fmla="*/ 1 w 246"/>
                <a:gd name="T43" fmla="*/ 3 h 425"/>
                <a:gd name="T44" fmla="*/ 1 w 246"/>
                <a:gd name="T45" fmla="*/ 3 h 425"/>
                <a:gd name="T46" fmla="*/ 1 w 246"/>
                <a:gd name="T47" fmla="*/ 3 h 425"/>
                <a:gd name="T48" fmla="*/ 1 w 246"/>
                <a:gd name="T49" fmla="*/ 3 h 425"/>
                <a:gd name="T50" fmla="*/ 1 w 246"/>
                <a:gd name="T51" fmla="*/ 3 h 425"/>
                <a:gd name="T52" fmla="*/ 1 w 246"/>
                <a:gd name="T53" fmla="*/ 2 h 425"/>
                <a:gd name="T54" fmla="*/ 1 w 246"/>
                <a:gd name="T55" fmla="*/ 2 h 425"/>
                <a:gd name="T56" fmla="*/ 0 w 246"/>
                <a:gd name="T57" fmla="*/ 2 h 425"/>
                <a:gd name="T58" fmla="*/ 0 w 246"/>
                <a:gd name="T59" fmla="*/ 2 h 425"/>
                <a:gd name="T60" fmla="*/ 0 w 246"/>
                <a:gd name="T61" fmla="*/ 1 h 425"/>
                <a:gd name="T62" fmla="*/ 0 w 246"/>
                <a:gd name="T63" fmla="*/ 1 h 425"/>
                <a:gd name="T64" fmla="*/ 0 w 246"/>
                <a:gd name="T65" fmla="*/ 1 h 425"/>
                <a:gd name="T66" fmla="*/ 0 w 246"/>
                <a:gd name="T67" fmla="*/ 0 h 425"/>
                <a:gd name="T68" fmla="*/ 0 w 246"/>
                <a:gd name="T69" fmla="*/ 0 h 425"/>
                <a:gd name="T70" fmla="*/ 0 w 246"/>
                <a:gd name="T71" fmla="*/ 0 h 425"/>
                <a:gd name="T72" fmla="*/ 0 w 246"/>
                <a:gd name="T73" fmla="*/ 0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5"/>
                <a:gd name="T113" fmla="*/ 246 w 246"/>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5">
                  <a:moveTo>
                    <a:pt x="0" y="0"/>
                  </a:moveTo>
                  <a:lnTo>
                    <a:pt x="0" y="0"/>
                  </a:lnTo>
                  <a:lnTo>
                    <a:pt x="2" y="43"/>
                  </a:lnTo>
                  <a:lnTo>
                    <a:pt x="5" y="86"/>
                  </a:lnTo>
                  <a:lnTo>
                    <a:pt x="11" y="126"/>
                  </a:lnTo>
                  <a:lnTo>
                    <a:pt x="19" y="163"/>
                  </a:lnTo>
                  <a:lnTo>
                    <a:pt x="30" y="202"/>
                  </a:lnTo>
                  <a:lnTo>
                    <a:pt x="41" y="236"/>
                  </a:lnTo>
                  <a:lnTo>
                    <a:pt x="55" y="269"/>
                  </a:lnTo>
                  <a:lnTo>
                    <a:pt x="73" y="299"/>
                  </a:lnTo>
                  <a:lnTo>
                    <a:pt x="89" y="326"/>
                  </a:lnTo>
                  <a:lnTo>
                    <a:pt x="108" y="351"/>
                  </a:lnTo>
                  <a:lnTo>
                    <a:pt x="128" y="373"/>
                  </a:lnTo>
                  <a:lnTo>
                    <a:pt x="150" y="391"/>
                  </a:lnTo>
                  <a:lnTo>
                    <a:pt x="171" y="406"/>
                  </a:lnTo>
                  <a:lnTo>
                    <a:pt x="196" y="417"/>
                  </a:lnTo>
                  <a:lnTo>
                    <a:pt x="221" y="422"/>
                  </a:lnTo>
                  <a:lnTo>
                    <a:pt x="246" y="425"/>
                  </a:lnTo>
                  <a:lnTo>
                    <a:pt x="246" y="413"/>
                  </a:lnTo>
                  <a:lnTo>
                    <a:pt x="223" y="411"/>
                  </a:lnTo>
                  <a:lnTo>
                    <a:pt x="201" y="405"/>
                  </a:lnTo>
                  <a:lnTo>
                    <a:pt x="178" y="394"/>
                  </a:lnTo>
                  <a:lnTo>
                    <a:pt x="157" y="381"/>
                  </a:lnTo>
                  <a:lnTo>
                    <a:pt x="137" y="364"/>
                  </a:lnTo>
                  <a:lnTo>
                    <a:pt x="117" y="344"/>
                  </a:lnTo>
                  <a:lnTo>
                    <a:pt x="99" y="319"/>
                  </a:lnTo>
                  <a:lnTo>
                    <a:pt x="82" y="292"/>
                  </a:lnTo>
                  <a:lnTo>
                    <a:pt x="67" y="264"/>
                  </a:lnTo>
                  <a:lnTo>
                    <a:pt x="53" y="231"/>
                  </a:lnTo>
                  <a:lnTo>
                    <a:pt x="41" y="197"/>
                  </a:lnTo>
                  <a:lnTo>
                    <a:pt x="31" y="161"/>
                  </a:lnTo>
                  <a:lnTo>
                    <a:pt x="23" y="123"/>
                  </a:lnTo>
                  <a:lnTo>
                    <a:pt x="17" y="84"/>
                  </a:lnTo>
                  <a:lnTo>
                    <a:pt x="13" y="4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1312" name="Freeform 74"/>
            <p:cNvSpPr>
              <a:spLocks/>
            </p:cNvSpPr>
            <p:nvPr/>
          </p:nvSpPr>
          <p:spPr bwMode="auto">
            <a:xfrm>
              <a:off x="1502" y="1751"/>
              <a:ext cx="50" cy="85"/>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2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1" y="2"/>
                  </a:lnTo>
                  <a:lnTo>
                    <a:pt x="196" y="8"/>
                  </a:lnTo>
                  <a:lnTo>
                    <a:pt x="171" y="19"/>
                  </a:lnTo>
                  <a:lnTo>
                    <a:pt x="150" y="34"/>
                  </a:lnTo>
                  <a:lnTo>
                    <a:pt x="128" y="52"/>
                  </a:lnTo>
                  <a:lnTo>
                    <a:pt x="108" y="74"/>
                  </a:lnTo>
                  <a:lnTo>
                    <a:pt x="89" y="98"/>
                  </a:lnTo>
                  <a:lnTo>
                    <a:pt x="73" y="125"/>
                  </a:lnTo>
                  <a:lnTo>
                    <a:pt x="55" y="156"/>
                  </a:lnTo>
                  <a:lnTo>
                    <a:pt x="41" y="189"/>
                  </a:lnTo>
                  <a:lnTo>
                    <a:pt x="30" y="223"/>
                  </a:lnTo>
                  <a:lnTo>
                    <a:pt x="19" y="261"/>
                  </a:lnTo>
                  <a:lnTo>
                    <a:pt x="11" y="299"/>
                  </a:lnTo>
                  <a:lnTo>
                    <a:pt x="5" y="339"/>
                  </a:lnTo>
                  <a:lnTo>
                    <a:pt x="2" y="382"/>
                  </a:lnTo>
                  <a:lnTo>
                    <a:pt x="0" y="424"/>
                  </a:lnTo>
                  <a:lnTo>
                    <a:pt x="12" y="424"/>
                  </a:lnTo>
                  <a:lnTo>
                    <a:pt x="13" y="382"/>
                  </a:lnTo>
                  <a:lnTo>
                    <a:pt x="17" y="341"/>
                  </a:lnTo>
                  <a:lnTo>
                    <a:pt x="23" y="301"/>
                  </a:lnTo>
                  <a:lnTo>
                    <a:pt x="31" y="264"/>
                  </a:lnTo>
                  <a:lnTo>
                    <a:pt x="41" y="227"/>
                  </a:lnTo>
                  <a:lnTo>
                    <a:pt x="53" y="193"/>
                  </a:lnTo>
                  <a:lnTo>
                    <a:pt x="67" y="161"/>
                  </a:lnTo>
                  <a:lnTo>
                    <a:pt x="82" y="132"/>
                  </a:lnTo>
                  <a:lnTo>
                    <a:pt x="99" y="105"/>
                  </a:lnTo>
                  <a:lnTo>
                    <a:pt x="117" y="81"/>
                  </a:lnTo>
                  <a:lnTo>
                    <a:pt x="137" y="61"/>
                  </a:lnTo>
                  <a:lnTo>
                    <a:pt x="157" y="43"/>
                  </a:lnTo>
                  <a:lnTo>
                    <a:pt x="178" y="30"/>
                  </a:lnTo>
                  <a:lnTo>
                    <a:pt x="201" y="20"/>
                  </a:lnTo>
                  <a:lnTo>
                    <a:pt x="223" y="14"/>
                  </a:lnTo>
                  <a:lnTo>
                    <a:pt x="246" y="12"/>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1313" name="Freeform 75"/>
            <p:cNvSpPr>
              <a:spLocks/>
            </p:cNvSpPr>
            <p:nvPr/>
          </p:nvSpPr>
          <p:spPr bwMode="auto">
            <a:xfrm>
              <a:off x="1565" y="2016"/>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0" y="339"/>
                  </a:lnTo>
                  <a:lnTo>
                    <a:pt x="234" y="299"/>
                  </a:lnTo>
                  <a:lnTo>
                    <a:pt x="226" y="261"/>
                  </a:lnTo>
                  <a:lnTo>
                    <a:pt x="216" y="223"/>
                  </a:lnTo>
                  <a:lnTo>
                    <a:pt x="204" y="189"/>
                  </a:lnTo>
                  <a:lnTo>
                    <a:pt x="190" y="156"/>
                  </a:lnTo>
                  <a:lnTo>
                    <a:pt x="174" y="125"/>
                  </a:lnTo>
                  <a:lnTo>
                    <a:pt x="156" y="98"/>
                  </a:lnTo>
                  <a:lnTo>
                    <a:pt x="138" y="74"/>
                  </a:lnTo>
                  <a:lnTo>
                    <a:pt x="118" y="51"/>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9" y="81"/>
                  </a:lnTo>
                  <a:lnTo>
                    <a:pt x="147" y="105"/>
                  </a:lnTo>
                  <a:lnTo>
                    <a:pt x="164" y="132"/>
                  </a:lnTo>
                  <a:lnTo>
                    <a:pt x="178" y="160"/>
                  </a:lnTo>
                  <a:lnTo>
                    <a:pt x="192" y="193"/>
                  </a:lnTo>
                  <a:lnTo>
                    <a:pt x="204" y="227"/>
                  </a:lnTo>
                  <a:lnTo>
                    <a:pt x="215" y="264"/>
                  </a:lnTo>
                  <a:lnTo>
                    <a:pt x="223" y="301"/>
                  </a:lnTo>
                  <a:lnTo>
                    <a:pt x="229"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1314" name="Freeform 76"/>
            <p:cNvSpPr>
              <a:spLocks/>
            </p:cNvSpPr>
            <p:nvPr/>
          </p:nvSpPr>
          <p:spPr bwMode="auto">
            <a:xfrm>
              <a:off x="1565" y="2101"/>
              <a:ext cx="49" cy="85"/>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6" y="423"/>
                  </a:lnTo>
                  <a:lnTo>
                    <a:pt x="51" y="418"/>
                  </a:lnTo>
                  <a:lnTo>
                    <a:pt x="74" y="407"/>
                  </a:lnTo>
                  <a:lnTo>
                    <a:pt x="96" y="392"/>
                  </a:lnTo>
                  <a:lnTo>
                    <a:pt x="118" y="373"/>
                  </a:lnTo>
                  <a:lnTo>
                    <a:pt x="138" y="351"/>
                  </a:lnTo>
                  <a:lnTo>
                    <a:pt x="156" y="327"/>
                  </a:lnTo>
                  <a:lnTo>
                    <a:pt x="175" y="299"/>
                  </a:lnTo>
                  <a:lnTo>
                    <a:pt x="190" y="269"/>
                  </a:lnTo>
                  <a:lnTo>
                    <a:pt x="204" y="236"/>
                  </a:lnTo>
                  <a:lnTo>
                    <a:pt x="216" y="202"/>
                  </a:lnTo>
                  <a:lnTo>
                    <a:pt x="226" y="164"/>
                  </a:lnTo>
                  <a:lnTo>
                    <a:pt x="234" y="126"/>
                  </a:lnTo>
                  <a:lnTo>
                    <a:pt x="240" y="86"/>
                  </a:lnTo>
                  <a:lnTo>
                    <a:pt x="244" y="42"/>
                  </a:lnTo>
                  <a:lnTo>
                    <a:pt x="245" y="0"/>
                  </a:lnTo>
                  <a:lnTo>
                    <a:pt x="233" y="0"/>
                  </a:lnTo>
                  <a:lnTo>
                    <a:pt x="232" y="42"/>
                  </a:lnTo>
                  <a:lnTo>
                    <a:pt x="229" y="83"/>
                  </a:lnTo>
                  <a:lnTo>
                    <a:pt x="223" y="123"/>
                  </a:lnTo>
                  <a:lnTo>
                    <a:pt x="215" y="162"/>
                  </a:lnTo>
                  <a:lnTo>
                    <a:pt x="204" y="197"/>
                  </a:lnTo>
                  <a:lnTo>
                    <a:pt x="192" y="231"/>
                  </a:lnTo>
                  <a:lnTo>
                    <a:pt x="178" y="264"/>
                  </a:lnTo>
                  <a:lnTo>
                    <a:pt x="163" y="292"/>
                  </a:lnTo>
                  <a:lnTo>
                    <a:pt x="147" y="320"/>
                  </a:lnTo>
                  <a:lnTo>
                    <a:pt x="129" y="344"/>
                  </a:lnTo>
                  <a:lnTo>
                    <a:pt x="109" y="364"/>
                  </a:lnTo>
                  <a:lnTo>
                    <a:pt x="89" y="382"/>
                  </a:lnTo>
                  <a:lnTo>
                    <a:pt x="67" y="395"/>
                  </a:lnTo>
                  <a:lnTo>
                    <a:pt x="46" y="406"/>
                  </a:lnTo>
                  <a:lnTo>
                    <a:pt x="24"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1315" name="Freeform 77"/>
            <p:cNvSpPr>
              <a:spLocks/>
            </p:cNvSpPr>
            <p:nvPr/>
          </p:nvSpPr>
          <p:spPr bwMode="auto">
            <a:xfrm>
              <a:off x="1516" y="2101"/>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5" y="86"/>
                  </a:lnTo>
                  <a:lnTo>
                    <a:pt x="11" y="126"/>
                  </a:lnTo>
                  <a:lnTo>
                    <a:pt x="19" y="164"/>
                  </a:lnTo>
                  <a:lnTo>
                    <a:pt x="30" y="202"/>
                  </a:lnTo>
                  <a:lnTo>
                    <a:pt x="41" y="236"/>
                  </a:lnTo>
                  <a:lnTo>
                    <a:pt x="55" y="269"/>
                  </a:lnTo>
                  <a:lnTo>
                    <a:pt x="71" y="299"/>
                  </a:lnTo>
                  <a:lnTo>
                    <a:pt x="89" y="327"/>
                  </a:lnTo>
                  <a:lnTo>
                    <a:pt x="107" y="351"/>
                  </a:lnTo>
                  <a:lnTo>
                    <a:pt x="127" y="373"/>
                  </a:lnTo>
                  <a:lnTo>
                    <a:pt x="149" y="392"/>
                  </a:lnTo>
                  <a:lnTo>
                    <a:pt x="171" y="407"/>
                  </a:lnTo>
                  <a:lnTo>
                    <a:pt x="195" y="418"/>
                  </a:lnTo>
                  <a:lnTo>
                    <a:pt x="219" y="423"/>
                  </a:lnTo>
                  <a:lnTo>
                    <a:pt x="245" y="426"/>
                  </a:lnTo>
                  <a:lnTo>
                    <a:pt x="245" y="414"/>
                  </a:lnTo>
                  <a:lnTo>
                    <a:pt x="222" y="412"/>
                  </a:lnTo>
                  <a:lnTo>
                    <a:pt x="199" y="406"/>
                  </a:lnTo>
                  <a:lnTo>
                    <a:pt x="178" y="395"/>
                  </a:lnTo>
                  <a:lnTo>
                    <a:pt x="156" y="382"/>
                  </a:lnTo>
                  <a:lnTo>
                    <a:pt x="136" y="364"/>
                  </a:lnTo>
                  <a:lnTo>
                    <a:pt x="116" y="344"/>
                  </a:lnTo>
                  <a:lnTo>
                    <a:pt x="99" y="320"/>
                  </a:lnTo>
                  <a:lnTo>
                    <a:pt x="82" y="292"/>
                  </a:lnTo>
                  <a:lnTo>
                    <a:pt x="67" y="264"/>
                  </a:lnTo>
                  <a:lnTo>
                    <a:pt x="53" y="231"/>
                  </a:lnTo>
                  <a:lnTo>
                    <a:pt x="41" y="197"/>
                  </a:lnTo>
                  <a:lnTo>
                    <a:pt x="31" y="162"/>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1316" name="Freeform 78"/>
            <p:cNvSpPr>
              <a:spLocks/>
            </p:cNvSpPr>
            <p:nvPr/>
          </p:nvSpPr>
          <p:spPr bwMode="auto">
            <a:xfrm>
              <a:off x="1516" y="2016"/>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5" y="8"/>
                  </a:lnTo>
                  <a:lnTo>
                    <a:pt x="171" y="19"/>
                  </a:lnTo>
                  <a:lnTo>
                    <a:pt x="149" y="34"/>
                  </a:lnTo>
                  <a:lnTo>
                    <a:pt x="127" y="51"/>
                  </a:lnTo>
                  <a:lnTo>
                    <a:pt x="107" y="74"/>
                  </a:lnTo>
                  <a:lnTo>
                    <a:pt x="89" y="98"/>
                  </a:lnTo>
                  <a:lnTo>
                    <a:pt x="72" y="125"/>
                  </a:lnTo>
                  <a:lnTo>
                    <a:pt x="55" y="156"/>
                  </a:lnTo>
                  <a:lnTo>
                    <a:pt x="41" y="189"/>
                  </a:lnTo>
                  <a:lnTo>
                    <a:pt x="30" y="223"/>
                  </a:lnTo>
                  <a:lnTo>
                    <a:pt x="19" y="261"/>
                  </a:lnTo>
                  <a:lnTo>
                    <a:pt x="11" y="299"/>
                  </a:lnTo>
                  <a:lnTo>
                    <a:pt x="5" y="339"/>
                  </a:lnTo>
                  <a:lnTo>
                    <a:pt x="1" y="382"/>
                  </a:lnTo>
                  <a:lnTo>
                    <a:pt x="0" y="424"/>
                  </a:lnTo>
                  <a:lnTo>
                    <a:pt x="12" y="424"/>
                  </a:lnTo>
                  <a:lnTo>
                    <a:pt x="13" y="382"/>
                  </a:lnTo>
                  <a:lnTo>
                    <a:pt x="17" y="341"/>
                  </a:lnTo>
                  <a:lnTo>
                    <a:pt x="23" y="301"/>
                  </a:lnTo>
                  <a:lnTo>
                    <a:pt x="31" y="264"/>
                  </a:lnTo>
                  <a:lnTo>
                    <a:pt x="41" y="227"/>
                  </a:lnTo>
                  <a:lnTo>
                    <a:pt x="53" y="193"/>
                  </a:lnTo>
                  <a:lnTo>
                    <a:pt x="67" y="160"/>
                  </a:lnTo>
                  <a:lnTo>
                    <a:pt x="81" y="132"/>
                  </a:lnTo>
                  <a:lnTo>
                    <a:pt x="99" y="105"/>
                  </a:lnTo>
                  <a:lnTo>
                    <a:pt x="116" y="81"/>
                  </a:lnTo>
                  <a:lnTo>
                    <a:pt x="136" y="61"/>
                  </a:lnTo>
                  <a:lnTo>
                    <a:pt x="156" y="43"/>
                  </a:lnTo>
                  <a:lnTo>
                    <a:pt x="178" y="30"/>
                  </a:lnTo>
                  <a:lnTo>
                    <a:pt x="199" y="20"/>
                  </a:lnTo>
                  <a:lnTo>
                    <a:pt x="222"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grpSp>
        <p:nvGrpSpPr>
          <p:cNvPr id="181258" name="Group 79"/>
          <p:cNvGrpSpPr>
            <a:grpSpLocks/>
          </p:cNvGrpSpPr>
          <p:nvPr/>
        </p:nvGrpSpPr>
        <p:grpSpPr bwMode="auto">
          <a:xfrm rot="-223274">
            <a:off x="1995488" y="2768600"/>
            <a:ext cx="744537" cy="733425"/>
            <a:chOff x="2757" y="1666"/>
            <a:chExt cx="812" cy="800"/>
          </a:xfrm>
        </p:grpSpPr>
        <p:sp>
          <p:nvSpPr>
            <p:cNvPr id="181260" name="Freeform 80"/>
            <p:cNvSpPr>
              <a:spLocks/>
            </p:cNvSpPr>
            <p:nvPr/>
          </p:nvSpPr>
          <p:spPr bwMode="auto">
            <a:xfrm>
              <a:off x="2762" y="1667"/>
              <a:ext cx="807" cy="584"/>
            </a:xfrm>
            <a:custGeom>
              <a:avLst/>
              <a:gdLst>
                <a:gd name="T0" fmla="*/ 497 w 807"/>
                <a:gd name="T1" fmla="*/ 583 h 584"/>
                <a:gd name="T2" fmla="*/ 0 w 807"/>
                <a:gd name="T3" fmla="*/ 452 h 584"/>
                <a:gd name="T4" fmla="*/ 337 w 807"/>
                <a:gd name="T5" fmla="*/ 0 h 584"/>
                <a:gd name="T6" fmla="*/ 806 w 807"/>
                <a:gd name="T7" fmla="*/ 98 h 584"/>
                <a:gd name="T8" fmla="*/ 497 w 807"/>
                <a:gd name="T9" fmla="*/ 583 h 584"/>
                <a:gd name="T10" fmla="*/ 0 60000 65536"/>
                <a:gd name="T11" fmla="*/ 0 60000 65536"/>
                <a:gd name="T12" fmla="*/ 0 60000 65536"/>
                <a:gd name="T13" fmla="*/ 0 60000 65536"/>
                <a:gd name="T14" fmla="*/ 0 60000 65536"/>
                <a:gd name="T15" fmla="*/ 0 w 807"/>
                <a:gd name="T16" fmla="*/ 0 h 584"/>
                <a:gd name="T17" fmla="*/ 807 w 807"/>
                <a:gd name="T18" fmla="*/ 584 h 584"/>
              </a:gdLst>
              <a:ahLst/>
              <a:cxnLst>
                <a:cxn ang="T10">
                  <a:pos x="T0" y="T1"/>
                </a:cxn>
                <a:cxn ang="T11">
                  <a:pos x="T2" y="T3"/>
                </a:cxn>
                <a:cxn ang="T12">
                  <a:pos x="T4" y="T5"/>
                </a:cxn>
                <a:cxn ang="T13">
                  <a:pos x="T6" y="T7"/>
                </a:cxn>
                <a:cxn ang="T14">
                  <a:pos x="T8" y="T9"/>
                </a:cxn>
              </a:cxnLst>
              <a:rect l="T15" t="T16" r="T17" b="T18"/>
              <a:pathLst>
                <a:path w="807" h="584">
                  <a:moveTo>
                    <a:pt x="497" y="583"/>
                  </a:moveTo>
                  <a:lnTo>
                    <a:pt x="0" y="452"/>
                  </a:lnTo>
                  <a:lnTo>
                    <a:pt x="337" y="0"/>
                  </a:lnTo>
                  <a:lnTo>
                    <a:pt x="806" y="98"/>
                  </a:lnTo>
                  <a:lnTo>
                    <a:pt x="497" y="583"/>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181261" name="Freeform 81"/>
            <p:cNvSpPr>
              <a:spLocks/>
            </p:cNvSpPr>
            <p:nvPr/>
          </p:nvSpPr>
          <p:spPr bwMode="auto">
            <a:xfrm>
              <a:off x="2882" y="1861"/>
              <a:ext cx="578" cy="384"/>
            </a:xfrm>
            <a:custGeom>
              <a:avLst/>
              <a:gdLst>
                <a:gd name="T0" fmla="*/ 377 w 578"/>
                <a:gd name="T1" fmla="*/ 383 h 384"/>
                <a:gd name="T2" fmla="*/ 0 w 578"/>
                <a:gd name="T3" fmla="*/ 291 h 384"/>
                <a:gd name="T4" fmla="*/ 217 w 578"/>
                <a:gd name="T5" fmla="*/ 0 h 384"/>
                <a:gd name="T6" fmla="*/ 577 w 578"/>
                <a:gd name="T7" fmla="*/ 74 h 384"/>
                <a:gd name="T8" fmla="*/ 377 w 578"/>
                <a:gd name="T9" fmla="*/ 383 h 384"/>
                <a:gd name="T10" fmla="*/ 0 60000 65536"/>
                <a:gd name="T11" fmla="*/ 0 60000 65536"/>
                <a:gd name="T12" fmla="*/ 0 60000 65536"/>
                <a:gd name="T13" fmla="*/ 0 60000 65536"/>
                <a:gd name="T14" fmla="*/ 0 60000 65536"/>
                <a:gd name="T15" fmla="*/ 0 w 578"/>
                <a:gd name="T16" fmla="*/ 0 h 384"/>
                <a:gd name="T17" fmla="*/ 578 w 578"/>
                <a:gd name="T18" fmla="*/ 384 h 384"/>
              </a:gdLst>
              <a:ahLst/>
              <a:cxnLst>
                <a:cxn ang="T10">
                  <a:pos x="T0" y="T1"/>
                </a:cxn>
                <a:cxn ang="T11">
                  <a:pos x="T2" y="T3"/>
                </a:cxn>
                <a:cxn ang="T12">
                  <a:pos x="T4" y="T5"/>
                </a:cxn>
                <a:cxn ang="T13">
                  <a:pos x="T6" y="T7"/>
                </a:cxn>
                <a:cxn ang="T14">
                  <a:pos x="T8" y="T9"/>
                </a:cxn>
              </a:cxnLst>
              <a:rect l="T15" t="T16" r="T17" b="T18"/>
              <a:pathLst>
                <a:path w="578" h="384">
                  <a:moveTo>
                    <a:pt x="377" y="383"/>
                  </a:moveTo>
                  <a:lnTo>
                    <a:pt x="0" y="291"/>
                  </a:lnTo>
                  <a:lnTo>
                    <a:pt x="217" y="0"/>
                  </a:lnTo>
                  <a:lnTo>
                    <a:pt x="577" y="74"/>
                  </a:lnTo>
                  <a:lnTo>
                    <a:pt x="377" y="383"/>
                  </a:lnTo>
                </a:path>
              </a:pathLst>
            </a:custGeom>
            <a:solidFill>
              <a:srgbClr val="E22B00"/>
            </a:solidFill>
            <a:ln>
              <a:noFill/>
            </a:ln>
            <a:extLst>
              <a:ext uri="{91240B29-F687-4F45-9708-019B960494DF}">
                <a14:hiddenLine xmlns:a14="http://schemas.microsoft.com/office/drawing/2010/main" w="12700" cap="rnd" cmpd="sng">
                  <a:solidFill>
                    <a:srgbClr val="000000"/>
                  </a:solidFill>
                  <a:prstDash val="solid"/>
                  <a:round/>
                  <a:headEnd type="none" w="med" len="med"/>
                  <a:tailEnd type="none" w="med" len="med"/>
                </a14:hiddenLine>
              </a:ext>
            </a:extLst>
          </p:spPr>
          <p:txBody>
            <a:bodyPr/>
            <a:lstStyle/>
            <a:p>
              <a:endParaRPr lang="fr-FR"/>
            </a:p>
          </p:txBody>
        </p:sp>
        <p:sp>
          <p:nvSpPr>
            <p:cNvPr id="181262" name="Line 82"/>
            <p:cNvSpPr>
              <a:spLocks noChangeShapeType="1"/>
            </p:cNvSpPr>
            <p:nvPr/>
          </p:nvSpPr>
          <p:spPr bwMode="auto">
            <a:xfrm>
              <a:off x="3102" y="1862"/>
              <a:ext cx="352" cy="7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fr-FR"/>
            </a:p>
          </p:txBody>
        </p:sp>
        <p:sp>
          <p:nvSpPr>
            <p:cNvPr id="181263" name="Freeform 83"/>
            <p:cNvSpPr>
              <a:spLocks/>
            </p:cNvSpPr>
            <p:nvPr/>
          </p:nvSpPr>
          <p:spPr bwMode="auto">
            <a:xfrm>
              <a:off x="2762" y="1666"/>
              <a:ext cx="337" cy="485"/>
            </a:xfrm>
            <a:custGeom>
              <a:avLst/>
              <a:gdLst>
                <a:gd name="T0" fmla="*/ 336 w 337"/>
                <a:gd name="T1" fmla="*/ 194 h 485"/>
                <a:gd name="T2" fmla="*/ 118 w 337"/>
                <a:gd name="T3" fmla="*/ 484 h 485"/>
                <a:gd name="T4" fmla="*/ 0 w 337"/>
                <a:gd name="T5" fmla="*/ 452 h 485"/>
                <a:gd name="T6" fmla="*/ 336 w 337"/>
                <a:gd name="T7" fmla="*/ 0 h 485"/>
                <a:gd name="T8" fmla="*/ 336 w 337"/>
                <a:gd name="T9" fmla="*/ 152 h 485"/>
                <a:gd name="T10" fmla="*/ 336 w 337"/>
                <a:gd name="T11" fmla="*/ 194 h 485"/>
                <a:gd name="T12" fmla="*/ 0 60000 65536"/>
                <a:gd name="T13" fmla="*/ 0 60000 65536"/>
                <a:gd name="T14" fmla="*/ 0 60000 65536"/>
                <a:gd name="T15" fmla="*/ 0 60000 65536"/>
                <a:gd name="T16" fmla="*/ 0 60000 65536"/>
                <a:gd name="T17" fmla="*/ 0 60000 65536"/>
                <a:gd name="T18" fmla="*/ 0 w 337"/>
                <a:gd name="T19" fmla="*/ 0 h 485"/>
                <a:gd name="T20" fmla="*/ 337 w 337"/>
                <a:gd name="T21" fmla="*/ 485 h 485"/>
              </a:gdLst>
              <a:ahLst/>
              <a:cxnLst>
                <a:cxn ang="T12">
                  <a:pos x="T0" y="T1"/>
                </a:cxn>
                <a:cxn ang="T13">
                  <a:pos x="T2" y="T3"/>
                </a:cxn>
                <a:cxn ang="T14">
                  <a:pos x="T4" y="T5"/>
                </a:cxn>
                <a:cxn ang="T15">
                  <a:pos x="T6" y="T7"/>
                </a:cxn>
                <a:cxn ang="T16">
                  <a:pos x="T8" y="T9"/>
                </a:cxn>
                <a:cxn ang="T17">
                  <a:pos x="T10" y="T11"/>
                </a:cxn>
              </a:cxnLst>
              <a:rect l="T18" t="T19" r="T20" b="T21"/>
              <a:pathLst>
                <a:path w="337" h="485">
                  <a:moveTo>
                    <a:pt x="336" y="194"/>
                  </a:moveTo>
                  <a:lnTo>
                    <a:pt x="118" y="484"/>
                  </a:lnTo>
                  <a:lnTo>
                    <a:pt x="0" y="452"/>
                  </a:lnTo>
                  <a:lnTo>
                    <a:pt x="336" y="0"/>
                  </a:lnTo>
                  <a:lnTo>
                    <a:pt x="336" y="152"/>
                  </a:lnTo>
                  <a:lnTo>
                    <a:pt x="336" y="194"/>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181264" name="Freeform 84"/>
            <p:cNvSpPr>
              <a:spLocks/>
            </p:cNvSpPr>
            <p:nvPr/>
          </p:nvSpPr>
          <p:spPr bwMode="auto">
            <a:xfrm>
              <a:off x="2757" y="2124"/>
              <a:ext cx="509" cy="339"/>
            </a:xfrm>
            <a:custGeom>
              <a:avLst/>
              <a:gdLst>
                <a:gd name="T0" fmla="*/ 0 w 506"/>
                <a:gd name="T1" fmla="*/ 0 h 345"/>
                <a:gd name="T2" fmla="*/ 1 w 506"/>
                <a:gd name="T3" fmla="*/ 198 h 345"/>
                <a:gd name="T4" fmla="*/ 514 w 506"/>
                <a:gd name="T5" fmla="*/ 326 h 345"/>
                <a:gd name="T6" fmla="*/ 513 w 506"/>
                <a:gd name="T7" fmla="*/ 124 h 345"/>
                <a:gd name="T8" fmla="*/ 0 60000 65536"/>
                <a:gd name="T9" fmla="*/ 0 60000 65536"/>
                <a:gd name="T10" fmla="*/ 0 60000 65536"/>
                <a:gd name="T11" fmla="*/ 0 60000 65536"/>
                <a:gd name="T12" fmla="*/ 0 w 506"/>
                <a:gd name="T13" fmla="*/ 0 h 345"/>
                <a:gd name="T14" fmla="*/ 506 w 506"/>
                <a:gd name="T15" fmla="*/ 345 h 345"/>
              </a:gdLst>
              <a:ahLst/>
              <a:cxnLst>
                <a:cxn ang="T8">
                  <a:pos x="T0" y="T1"/>
                </a:cxn>
                <a:cxn ang="T9">
                  <a:pos x="T2" y="T3"/>
                </a:cxn>
                <a:cxn ang="T10">
                  <a:pos x="T4" y="T5"/>
                </a:cxn>
                <a:cxn ang="T11">
                  <a:pos x="T6" y="T7"/>
                </a:cxn>
              </a:cxnLst>
              <a:rect l="T12" t="T13" r="T14" b="T15"/>
              <a:pathLst>
                <a:path w="506" h="345">
                  <a:moveTo>
                    <a:pt x="0" y="0"/>
                  </a:moveTo>
                  <a:lnTo>
                    <a:pt x="1" y="209"/>
                  </a:lnTo>
                  <a:lnTo>
                    <a:pt x="505" y="344"/>
                  </a:lnTo>
                  <a:lnTo>
                    <a:pt x="504" y="130"/>
                  </a:lnTo>
                </a:path>
              </a:pathLst>
            </a:custGeom>
            <a:solidFill>
              <a:srgbClr val="FC2C1C"/>
            </a:solidFill>
            <a:ln w="12700" cap="rnd" cmpd="sng">
              <a:solidFill>
                <a:schemeClr val="bg2"/>
              </a:solidFill>
              <a:prstDash val="solid"/>
              <a:round/>
              <a:headEnd type="none" w="med" len="med"/>
              <a:tailEnd type="none" w="med" len="med"/>
            </a:ln>
          </p:spPr>
          <p:txBody>
            <a:bodyPr/>
            <a:lstStyle/>
            <a:p>
              <a:endParaRPr lang="fr-FR"/>
            </a:p>
          </p:txBody>
        </p:sp>
        <p:sp>
          <p:nvSpPr>
            <p:cNvPr id="181265" name="AutoShape 85"/>
            <p:cNvSpPr>
              <a:spLocks noChangeArrowheads="1"/>
            </p:cNvSpPr>
            <p:nvPr/>
          </p:nvSpPr>
          <p:spPr bwMode="auto">
            <a:xfrm rot="16200000" flipH="1">
              <a:off x="3067" y="1967"/>
              <a:ext cx="693" cy="306"/>
            </a:xfrm>
            <a:prstGeom prst="parallelogram">
              <a:avLst>
                <a:gd name="adj" fmla="val 156202"/>
              </a:avLst>
            </a:prstGeom>
            <a:solidFill>
              <a:srgbClr val="FC2C1C"/>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sp>
        <p:nvSpPr>
          <p:cNvPr id="181259" name="Text Box 86"/>
          <p:cNvSpPr txBox="1">
            <a:spLocks noChangeArrowheads="1"/>
          </p:cNvSpPr>
          <p:nvPr/>
        </p:nvSpPr>
        <p:spPr bwMode="auto">
          <a:xfrm>
            <a:off x="604838" y="5259388"/>
            <a:ext cx="6543675" cy="4429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eaLnBrk="1" hangingPunct="1">
              <a:spcBef>
                <a:spcPct val="0"/>
              </a:spcBef>
              <a:buFontTx/>
              <a:buNone/>
            </a:pPr>
            <a:r>
              <a:rPr lang="fr-FR" altLang="fr-FR" sz="2300"/>
              <a:t>4. Pointez la production sur votre feuille de suivi</a:t>
            </a:r>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82275" name="Group 3"/>
          <p:cNvGrpSpPr>
            <a:grpSpLocks/>
          </p:cNvGrpSpPr>
          <p:nvPr/>
        </p:nvGrpSpPr>
        <p:grpSpPr bwMode="auto">
          <a:xfrm>
            <a:off x="7073900" y="215900"/>
            <a:ext cx="1878013" cy="1250950"/>
            <a:chOff x="4456" y="136"/>
            <a:chExt cx="1183" cy="788"/>
          </a:xfrm>
        </p:grpSpPr>
        <p:grpSp>
          <p:nvGrpSpPr>
            <p:cNvPr id="182343" name="Group 4"/>
            <p:cNvGrpSpPr>
              <a:grpSpLocks/>
            </p:cNvGrpSpPr>
            <p:nvPr/>
          </p:nvGrpSpPr>
          <p:grpSpPr bwMode="auto">
            <a:xfrm>
              <a:off x="4766" y="232"/>
              <a:ext cx="873" cy="692"/>
              <a:chOff x="2185" y="310"/>
              <a:chExt cx="873" cy="692"/>
            </a:xfrm>
          </p:grpSpPr>
          <p:sp>
            <p:nvSpPr>
              <p:cNvPr id="182354" name="Freeform 5"/>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accent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2355" name="Freeform 6"/>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2356" name="Freeform 7"/>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2357" name="Freeform 8"/>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2358" name="Freeform 9"/>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2359" name="Freeform 10"/>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2360" name="Freeform 11"/>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grpSp>
          <p:nvGrpSpPr>
            <p:cNvPr id="182344" name="Group 12"/>
            <p:cNvGrpSpPr>
              <a:grpSpLocks/>
            </p:cNvGrpSpPr>
            <p:nvPr/>
          </p:nvGrpSpPr>
          <p:grpSpPr bwMode="auto">
            <a:xfrm>
              <a:off x="4949" y="336"/>
              <a:ext cx="591" cy="468"/>
              <a:chOff x="2185" y="310"/>
              <a:chExt cx="873" cy="692"/>
            </a:xfrm>
          </p:grpSpPr>
          <p:sp>
            <p:nvSpPr>
              <p:cNvPr id="182347" name="Freeform 13"/>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2348" name="Freeform 14"/>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2349" name="Freeform 15"/>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2350" name="Freeform 16"/>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2351" name="Freeform 17"/>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2352" name="Freeform 18"/>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2353" name="Freeform 19"/>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pic>
          <p:nvPicPr>
            <p:cNvPr id="182345" name="Picture 20"/>
            <p:cNvPicPr>
              <a:picLocks noChangeAspect="1" noChangeArrowheads="1"/>
            </p:cNvPicPr>
            <p:nvPr/>
          </p:nvPicPr>
          <p:blipFill>
            <a:blip r:embed="rId3" cstate="print">
              <a:extLst>
                <a:ext uri="{28A0092B-C50C-407E-A947-70E740481C1C}">
                  <a14:useLocalDpi xmlns:a14="http://schemas.microsoft.com/office/drawing/2010/main" val="0"/>
                </a:ext>
              </a:extLst>
            </a:blip>
            <a:srcRect l="-4282" t="-4369" r="-5199" b="-12012"/>
            <a:stretch>
              <a:fillRect/>
            </a:stretch>
          </p:blipFill>
          <p:spPr bwMode="auto">
            <a:xfrm>
              <a:off x="4456" y="136"/>
              <a:ext cx="480" cy="5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82346" name="Text Box 21"/>
            <p:cNvSpPr txBox="1">
              <a:spLocks noChangeArrowheads="1"/>
            </p:cNvSpPr>
            <p:nvPr/>
          </p:nvSpPr>
          <p:spPr bwMode="auto">
            <a:xfrm>
              <a:off x="5066" y="314"/>
              <a:ext cx="356" cy="49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4500" b="1">
                  <a:solidFill>
                    <a:srgbClr val="FF0000"/>
                  </a:solidFill>
                  <a:latin typeface="Arial Black" pitchFamily="34" charset="0"/>
                </a:rPr>
                <a:t>5</a:t>
              </a:r>
              <a:endParaRPr lang="fr-FR" altLang="fr-FR" sz="3200">
                <a:solidFill>
                  <a:schemeClr val="tx1"/>
                </a:solidFill>
                <a:latin typeface="Arial Black" pitchFamily="34" charset="0"/>
              </a:endParaRPr>
            </a:p>
          </p:txBody>
        </p:sp>
      </p:grpSp>
      <p:sp>
        <p:nvSpPr>
          <p:cNvPr id="182276" name="Text Box 22"/>
          <p:cNvSpPr txBox="1">
            <a:spLocks noChangeArrowheads="1"/>
          </p:cNvSpPr>
          <p:nvPr/>
        </p:nvSpPr>
        <p:spPr bwMode="auto">
          <a:xfrm>
            <a:off x="1938338" y="3533775"/>
            <a:ext cx="828675"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a:spcBef>
                <a:spcPct val="0"/>
              </a:spcBef>
              <a:buFontTx/>
              <a:buNone/>
            </a:pPr>
            <a:r>
              <a:rPr lang="fr-FR" altLang="fr-FR" sz="2400">
                <a:solidFill>
                  <a:srgbClr val="FC2C1C"/>
                </a:solidFill>
              </a:rPr>
              <a:t>1 R5</a:t>
            </a:r>
          </a:p>
        </p:txBody>
      </p:sp>
      <p:sp>
        <p:nvSpPr>
          <p:cNvPr id="182277" name="Rectangle 23"/>
          <p:cNvSpPr>
            <a:spLocks noGrp="1" noChangeArrowheads="1"/>
          </p:cNvSpPr>
          <p:nvPr>
            <p:ph type="title"/>
          </p:nvPr>
        </p:nvSpPr>
        <p:spPr>
          <a:xfrm>
            <a:off x="611188" y="0"/>
            <a:ext cx="6388100" cy="647700"/>
          </a:xfrm>
        </p:spPr>
        <p:txBody>
          <a:bodyPr/>
          <a:lstStyle/>
          <a:p>
            <a:pPr eaLnBrk="1" hangingPunct="1"/>
            <a:r>
              <a:rPr lang="fr-FR" altLang="fr-FR"/>
              <a:t>Sem. 4 - Lundi</a:t>
            </a:r>
          </a:p>
        </p:txBody>
      </p:sp>
      <p:sp>
        <p:nvSpPr>
          <p:cNvPr id="182278" name="Text Box 24"/>
          <p:cNvSpPr txBox="1">
            <a:spLocks noChangeArrowheads="1"/>
          </p:cNvSpPr>
          <p:nvPr/>
        </p:nvSpPr>
        <p:spPr bwMode="auto">
          <a:xfrm>
            <a:off x="574675" y="2030413"/>
            <a:ext cx="3557588"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2. Livrez les commandes</a:t>
            </a:r>
          </a:p>
        </p:txBody>
      </p:sp>
      <p:sp>
        <p:nvSpPr>
          <p:cNvPr id="182279" name="Text Box 25"/>
          <p:cNvSpPr txBox="1">
            <a:spLocks noChangeArrowheads="1"/>
          </p:cNvSpPr>
          <p:nvPr/>
        </p:nvSpPr>
        <p:spPr bwMode="auto">
          <a:xfrm>
            <a:off x="566738" y="1154113"/>
            <a:ext cx="1946275"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1. Tirez le dé</a:t>
            </a:r>
          </a:p>
        </p:txBody>
      </p:sp>
      <p:sp>
        <p:nvSpPr>
          <p:cNvPr id="182280" name="Text Box 26"/>
          <p:cNvSpPr txBox="1">
            <a:spLocks noChangeArrowheads="1"/>
          </p:cNvSpPr>
          <p:nvPr/>
        </p:nvSpPr>
        <p:spPr bwMode="auto">
          <a:xfrm>
            <a:off x="579438" y="4316413"/>
            <a:ext cx="18796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3. Produisez</a:t>
            </a:r>
          </a:p>
        </p:txBody>
      </p:sp>
      <p:grpSp>
        <p:nvGrpSpPr>
          <p:cNvPr id="182281" name="Group 27"/>
          <p:cNvGrpSpPr>
            <a:grpSpLocks/>
          </p:cNvGrpSpPr>
          <p:nvPr/>
        </p:nvGrpSpPr>
        <p:grpSpPr bwMode="auto">
          <a:xfrm>
            <a:off x="2843213" y="1106488"/>
            <a:ext cx="446087" cy="534987"/>
            <a:chOff x="868" y="1439"/>
            <a:chExt cx="811" cy="972"/>
          </a:xfrm>
        </p:grpSpPr>
        <p:sp>
          <p:nvSpPr>
            <p:cNvPr id="182292" name="Freeform 28"/>
            <p:cNvSpPr>
              <a:spLocks/>
            </p:cNvSpPr>
            <p:nvPr/>
          </p:nvSpPr>
          <p:spPr bwMode="auto">
            <a:xfrm>
              <a:off x="1548" y="2014"/>
              <a:ext cx="123" cy="100"/>
            </a:xfrm>
            <a:custGeom>
              <a:avLst/>
              <a:gdLst>
                <a:gd name="T0" fmla="*/ 5 w 618"/>
                <a:gd name="T1" fmla="*/ 0 h 502"/>
                <a:gd name="T2" fmla="*/ 5 w 618"/>
                <a:gd name="T3" fmla="*/ 0 h 502"/>
                <a:gd name="T4" fmla="*/ 0 w 618"/>
                <a:gd name="T5" fmla="*/ 4 h 502"/>
                <a:gd name="T6" fmla="*/ 0 w 618"/>
                <a:gd name="T7" fmla="*/ 4 h 502"/>
                <a:gd name="T8" fmla="*/ 5 w 618"/>
                <a:gd name="T9" fmla="*/ 0 h 502"/>
                <a:gd name="T10" fmla="*/ 5 w 618"/>
                <a:gd name="T11" fmla="*/ 0 h 502"/>
                <a:gd name="T12" fmla="*/ 5 w 618"/>
                <a:gd name="T13" fmla="*/ 0 h 502"/>
                <a:gd name="T14" fmla="*/ 5 w 618"/>
                <a:gd name="T15" fmla="*/ 0 h 502"/>
                <a:gd name="T16" fmla="*/ 5 w 618"/>
                <a:gd name="T17" fmla="*/ 0 h 502"/>
                <a:gd name="T18" fmla="*/ 5 w 618"/>
                <a:gd name="T19" fmla="*/ 0 h 502"/>
                <a:gd name="T20" fmla="*/ 5 w 618"/>
                <a:gd name="T21" fmla="*/ 0 h 502"/>
                <a:gd name="T22" fmla="*/ 5 w 618"/>
                <a:gd name="T23" fmla="*/ 0 h 502"/>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618"/>
                <a:gd name="T37" fmla="*/ 0 h 502"/>
                <a:gd name="T38" fmla="*/ 618 w 618"/>
                <a:gd name="T39" fmla="*/ 502 h 502"/>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618" h="502">
                  <a:moveTo>
                    <a:pt x="611" y="0"/>
                  </a:moveTo>
                  <a:lnTo>
                    <a:pt x="606" y="2"/>
                  </a:lnTo>
                  <a:lnTo>
                    <a:pt x="0" y="490"/>
                  </a:lnTo>
                  <a:lnTo>
                    <a:pt x="10" y="502"/>
                  </a:lnTo>
                  <a:lnTo>
                    <a:pt x="616" y="14"/>
                  </a:lnTo>
                  <a:lnTo>
                    <a:pt x="611" y="16"/>
                  </a:lnTo>
                  <a:lnTo>
                    <a:pt x="616" y="14"/>
                  </a:lnTo>
                  <a:lnTo>
                    <a:pt x="618" y="9"/>
                  </a:lnTo>
                  <a:lnTo>
                    <a:pt x="617" y="3"/>
                  </a:lnTo>
                  <a:lnTo>
                    <a:pt x="612" y="1"/>
                  </a:lnTo>
                  <a:lnTo>
                    <a:pt x="606" y="2"/>
                  </a:lnTo>
                  <a:lnTo>
                    <a:pt x="611"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2293" name="Freeform 29"/>
            <p:cNvSpPr>
              <a:spLocks/>
            </p:cNvSpPr>
            <p:nvPr/>
          </p:nvSpPr>
          <p:spPr bwMode="auto">
            <a:xfrm>
              <a:off x="876" y="1852"/>
              <a:ext cx="82" cy="373"/>
            </a:xfrm>
            <a:custGeom>
              <a:avLst/>
              <a:gdLst>
                <a:gd name="T0" fmla="*/ 3 w 413"/>
                <a:gd name="T1" fmla="*/ 15 h 1865"/>
                <a:gd name="T2" fmla="*/ 3 w 413"/>
                <a:gd name="T3" fmla="*/ 15 h 1865"/>
                <a:gd name="T4" fmla="*/ 0 w 413"/>
                <a:gd name="T5" fmla="*/ 0 h 1865"/>
                <a:gd name="T6" fmla="*/ 0 w 413"/>
                <a:gd name="T7" fmla="*/ 0 h 1865"/>
                <a:gd name="T8" fmla="*/ 3 w 413"/>
                <a:gd name="T9" fmla="*/ 15 h 1865"/>
                <a:gd name="T10" fmla="*/ 3 w 413"/>
                <a:gd name="T11" fmla="*/ 15 h 1865"/>
                <a:gd name="T12" fmla="*/ 3 w 413"/>
                <a:gd name="T13" fmla="*/ 15 h 1865"/>
                <a:gd name="T14" fmla="*/ 3 w 413"/>
                <a:gd name="T15" fmla="*/ 15 h 1865"/>
                <a:gd name="T16" fmla="*/ 3 w 413"/>
                <a:gd name="T17" fmla="*/ 15 h 1865"/>
                <a:gd name="T18" fmla="*/ 3 w 413"/>
                <a:gd name="T19" fmla="*/ 15 h 1865"/>
                <a:gd name="T20" fmla="*/ 3 w 413"/>
                <a:gd name="T21" fmla="*/ 15 h 1865"/>
                <a:gd name="T22" fmla="*/ 3 w 413"/>
                <a:gd name="T23" fmla="*/ 15 h 186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413"/>
                <a:gd name="T37" fmla="*/ 0 h 1865"/>
                <a:gd name="T38" fmla="*/ 413 w 413"/>
                <a:gd name="T39" fmla="*/ 1865 h 1865"/>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413" h="1865">
                  <a:moveTo>
                    <a:pt x="400" y="1864"/>
                  </a:moveTo>
                  <a:lnTo>
                    <a:pt x="413" y="1856"/>
                  </a:lnTo>
                  <a:lnTo>
                    <a:pt x="17" y="0"/>
                  </a:lnTo>
                  <a:lnTo>
                    <a:pt x="0" y="2"/>
                  </a:lnTo>
                  <a:lnTo>
                    <a:pt x="396" y="1858"/>
                  </a:lnTo>
                  <a:lnTo>
                    <a:pt x="409" y="1850"/>
                  </a:lnTo>
                  <a:lnTo>
                    <a:pt x="396" y="1858"/>
                  </a:lnTo>
                  <a:lnTo>
                    <a:pt x="400" y="1864"/>
                  </a:lnTo>
                  <a:lnTo>
                    <a:pt x="406" y="1865"/>
                  </a:lnTo>
                  <a:lnTo>
                    <a:pt x="410" y="1862"/>
                  </a:lnTo>
                  <a:lnTo>
                    <a:pt x="413" y="1856"/>
                  </a:lnTo>
                  <a:lnTo>
                    <a:pt x="400" y="186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2294" name="Freeform 30"/>
            <p:cNvSpPr>
              <a:spLocks/>
            </p:cNvSpPr>
            <p:nvPr/>
          </p:nvSpPr>
          <p:spPr bwMode="auto">
            <a:xfrm>
              <a:off x="1282" y="1533"/>
              <a:ext cx="35" cy="161"/>
            </a:xfrm>
            <a:custGeom>
              <a:avLst/>
              <a:gdLst>
                <a:gd name="T0" fmla="*/ 1 w 175"/>
                <a:gd name="T1" fmla="*/ 6 h 807"/>
                <a:gd name="T2" fmla="*/ 1 w 175"/>
                <a:gd name="T3" fmla="*/ 6 h 807"/>
                <a:gd name="T4" fmla="*/ 1 w 175"/>
                <a:gd name="T5" fmla="*/ 6 h 807"/>
                <a:gd name="T6" fmla="*/ 1 w 175"/>
                <a:gd name="T7" fmla="*/ 5 h 807"/>
                <a:gd name="T8" fmla="*/ 1 w 175"/>
                <a:gd name="T9" fmla="*/ 5 h 807"/>
                <a:gd name="T10" fmla="*/ 1 w 175"/>
                <a:gd name="T11" fmla="*/ 5 h 807"/>
                <a:gd name="T12" fmla="*/ 1 w 175"/>
                <a:gd name="T13" fmla="*/ 4 h 807"/>
                <a:gd name="T14" fmla="*/ 1 w 175"/>
                <a:gd name="T15" fmla="*/ 4 h 807"/>
                <a:gd name="T16" fmla="*/ 1 w 175"/>
                <a:gd name="T17" fmla="*/ 3 h 807"/>
                <a:gd name="T18" fmla="*/ 1 w 175"/>
                <a:gd name="T19" fmla="*/ 3 h 807"/>
                <a:gd name="T20" fmla="*/ 1 w 175"/>
                <a:gd name="T21" fmla="*/ 3 h 807"/>
                <a:gd name="T22" fmla="*/ 1 w 175"/>
                <a:gd name="T23" fmla="*/ 2 h 807"/>
                <a:gd name="T24" fmla="*/ 1 w 175"/>
                <a:gd name="T25" fmla="*/ 2 h 807"/>
                <a:gd name="T26" fmla="*/ 1 w 175"/>
                <a:gd name="T27" fmla="*/ 2 h 807"/>
                <a:gd name="T28" fmla="*/ 1 w 175"/>
                <a:gd name="T29" fmla="*/ 1 h 807"/>
                <a:gd name="T30" fmla="*/ 1 w 175"/>
                <a:gd name="T31" fmla="*/ 1 h 807"/>
                <a:gd name="T32" fmla="*/ 1 w 175"/>
                <a:gd name="T33" fmla="*/ 1 h 807"/>
                <a:gd name="T34" fmla="*/ 1 w 175"/>
                <a:gd name="T35" fmla="*/ 0 h 807"/>
                <a:gd name="T36" fmla="*/ 1 w 175"/>
                <a:gd name="T37" fmla="*/ 0 h 807"/>
                <a:gd name="T38" fmla="*/ 1 w 175"/>
                <a:gd name="T39" fmla="*/ 0 h 807"/>
                <a:gd name="T40" fmla="*/ 0 w 175"/>
                <a:gd name="T41" fmla="*/ 1 h 807"/>
                <a:gd name="T42" fmla="*/ 0 w 175"/>
                <a:gd name="T43" fmla="*/ 1 h 807"/>
                <a:gd name="T44" fmla="*/ 0 w 175"/>
                <a:gd name="T45" fmla="*/ 1 h 807"/>
                <a:gd name="T46" fmla="*/ 0 w 175"/>
                <a:gd name="T47" fmla="*/ 2 h 807"/>
                <a:gd name="T48" fmla="*/ 0 w 175"/>
                <a:gd name="T49" fmla="*/ 2 h 807"/>
                <a:gd name="T50" fmla="*/ 0 w 175"/>
                <a:gd name="T51" fmla="*/ 3 h 807"/>
                <a:gd name="T52" fmla="*/ 0 w 175"/>
                <a:gd name="T53" fmla="*/ 3 h 807"/>
                <a:gd name="T54" fmla="*/ 0 w 175"/>
                <a:gd name="T55" fmla="*/ 3 h 807"/>
                <a:gd name="T56" fmla="*/ 0 w 175"/>
                <a:gd name="T57" fmla="*/ 4 h 807"/>
                <a:gd name="T58" fmla="*/ 0 w 175"/>
                <a:gd name="T59" fmla="*/ 4 h 807"/>
                <a:gd name="T60" fmla="*/ 0 w 175"/>
                <a:gd name="T61" fmla="*/ 5 h 807"/>
                <a:gd name="T62" fmla="*/ 0 w 175"/>
                <a:gd name="T63" fmla="*/ 5 h 807"/>
                <a:gd name="T64" fmla="*/ 0 w 175"/>
                <a:gd name="T65" fmla="*/ 5 h 807"/>
                <a:gd name="T66" fmla="*/ 1 w 175"/>
                <a:gd name="T67" fmla="*/ 6 h 807"/>
                <a:gd name="T68" fmla="*/ 1 w 175"/>
                <a:gd name="T69" fmla="*/ 6 h 807"/>
                <a:gd name="T70" fmla="*/ 1 w 175"/>
                <a:gd name="T71" fmla="*/ 6 h 807"/>
                <a:gd name="T72" fmla="*/ 1 w 175"/>
                <a:gd name="T73" fmla="*/ 6 h 807"/>
                <a:gd name="T74" fmla="*/ 1 w 175"/>
                <a:gd name="T75" fmla="*/ 6 h 807"/>
                <a:gd name="T76" fmla="*/ 1 w 175"/>
                <a:gd name="T77" fmla="*/ 6 h 807"/>
                <a:gd name="T78" fmla="*/ 1 w 175"/>
                <a:gd name="T79" fmla="*/ 6 h 807"/>
                <a:gd name="T80" fmla="*/ 1 w 175"/>
                <a:gd name="T81" fmla="*/ 6 h 807"/>
                <a:gd name="T82" fmla="*/ 1 w 175"/>
                <a:gd name="T83" fmla="*/ 6 h 807"/>
                <a:gd name="T84" fmla="*/ 1 w 175"/>
                <a:gd name="T85" fmla="*/ 6 h 807"/>
                <a:gd name="T86" fmla="*/ 1 w 175"/>
                <a:gd name="T87" fmla="*/ 6 h 807"/>
                <a:gd name="T88" fmla="*/ 1 w 175"/>
                <a:gd name="T89" fmla="*/ 6 h 807"/>
                <a:gd name="T90" fmla="*/ 1 w 175"/>
                <a:gd name="T91" fmla="*/ 6 h 80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175"/>
                <a:gd name="T139" fmla="*/ 0 h 807"/>
                <a:gd name="T140" fmla="*/ 175 w 175"/>
                <a:gd name="T141" fmla="*/ 807 h 80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175" h="807">
                  <a:moveTo>
                    <a:pt x="169" y="740"/>
                  </a:moveTo>
                  <a:lnTo>
                    <a:pt x="169" y="739"/>
                  </a:lnTo>
                  <a:lnTo>
                    <a:pt x="149" y="698"/>
                  </a:lnTo>
                  <a:lnTo>
                    <a:pt x="133" y="656"/>
                  </a:lnTo>
                  <a:lnTo>
                    <a:pt x="120" y="611"/>
                  </a:lnTo>
                  <a:lnTo>
                    <a:pt x="108" y="565"/>
                  </a:lnTo>
                  <a:lnTo>
                    <a:pt x="100" y="520"/>
                  </a:lnTo>
                  <a:lnTo>
                    <a:pt x="96" y="472"/>
                  </a:lnTo>
                  <a:lnTo>
                    <a:pt x="93" y="425"/>
                  </a:lnTo>
                  <a:lnTo>
                    <a:pt x="93" y="377"/>
                  </a:lnTo>
                  <a:lnTo>
                    <a:pt x="96" y="330"/>
                  </a:lnTo>
                  <a:lnTo>
                    <a:pt x="100" y="283"/>
                  </a:lnTo>
                  <a:lnTo>
                    <a:pt x="106" y="238"/>
                  </a:lnTo>
                  <a:lnTo>
                    <a:pt x="115" y="195"/>
                  </a:lnTo>
                  <a:lnTo>
                    <a:pt x="126" y="153"/>
                  </a:lnTo>
                  <a:lnTo>
                    <a:pt x="139" y="114"/>
                  </a:lnTo>
                  <a:lnTo>
                    <a:pt x="153" y="77"/>
                  </a:lnTo>
                  <a:lnTo>
                    <a:pt x="169" y="43"/>
                  </a:lnTo>
                  <a:lnTo>
                    <a:pt x="87" y="0"/>
                  </a:lnTo>
                  <a:lnTo>
                    <a:pt x="69" y="39"/>
                  </a:lnTo>
                  <a:lnTo>
                    <a:pt x="52" y="81"/>
                  </a:lnTo>
                  <a:lnTo>
                    <a:pt x="37" y="127"/>
                  </a:lnTo>
                  <a:lnTo>
                    <a:pt x="24" y="174"/>
                  </a:lnTo>
                  <a:lnTo>
                    <a:pt x="15" y="222"/>
                  </a:lnTo>
                  <a:lnTo>
                    <a:pt x="7" y="271"/>
                  </a:lnTo>
                  <a:lnTo>
                    <a:pt x="2" y="323"/>
                  </a:lnTo>
                  <a:lnTo>
                    <a:pt x="0" y="374"/>
                  </a:lnTo>
                  <a:lnTo>
                    <a:pt x="0" y="427"/>
                  </a:lnTo>
                  <a:lnTo>
                    <a:pt x="2" y="479"/>
                  </a:lnTo>
                  <a:lnTo>
                    <a:pt x="9" y="531"/>
                  </a:lnTo>
                  <a:lnTo>
                    <a:pt x="17" y="584"/>
                  </a:lnTo>
                  <a:lnTo>
                    <a:pt x="29" y="635"/>
                  </a:lnTo>
                  <a:lnTo>
                    <a:pt x="44" y="686"/>
                  </a:lnTo>
                  <a:lnTo>
                    <a:pt x="65" y="736"/>
                  </a:lnTo>
                  <a:lnTo>
                    <a:pt x="87" y="784"/>
                  </a:lnTo>
                  <a:lnTo>
                    <a:pt x="87" y="782"/>
                  </a:lnTo>
                  <a:lnTo>
                    <a:pt x="87" y="784"/>
                  </a:lnTo>
                  <a:lnTo>
                    <a:pt x="100" y="799"/>
                  </a:lnTo>
                  <a:lnTo>
                    <a:pt x="117" y="807"/>
                  </a:lnTo>
                  <a:lnTo>
                    <a:pt x="134" y="807"/>
                  </a:lnTo>
                  <a:lnTo>
                    <a:pt x="151" y="801"/>
                  </a:lnTo>
                  <a:lnTo>
                    <a:pt x="164" y="791"/>
                  </a:lnTo>
                  <a:lnTo>
                    <a:pt x="173" y="777"/>
                  </a:lnTo>
                  <a:lnTo>
                    <a:pt x="175" y="759"/>
                  </a:lnTo>
                  <a:lnTo>
                    <a:pt x="169" y="739"/>
                  </a:lnTo>
                  <a:lnTo>
                    <a:pt x="169" y="74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2295" name="Freeform 31"/>
            <p:cNvSpPr>
              <a:spLocks/>
            </p:cNvSpPr>
            <p:nvPr/>
          </p:nvSpPr>
          <p:spPr bwMode="auto">
            <a:xfrm>
              <a:off x="1299" y="1681"/>
              <a:ext cx="157" cy="281"/>
            </a:xfrm>
            <a:custGeom>
              <a:avLst/>
              <a:gdLst>
                <a:gd name="T0" fmla="*/ 6 w 787"/>
                <a:gd name="T1" fmla="*/ 11 h 1404"/>
                <a:gd name="T2" fmla="*/ 6 w 787"/>
                <a:gd name="T3" fmla="*/ 11 h 1404"/>
                <a:gd name="T4" fmla="*/ 1 w 787"/>
                <a:gd name="T5" fmla="*/ 0 h 1404"/>
                <a:gd name="T6" fmla="*/ 0 w 787"/>
                <a:gd name="T7" fmla="*/ 0 h 1404"/>
                <a:gd name="T8" fmla="*/ 6 w 787"/>
                <a:gd name="T9" fmla="*/ 11 h 1404"/>
                <a:gd name="T10" fmla="*/ 6 w 787"/>
                <a:gd name="T11" fmla="*/ 11 h 1404"/>
                <a:gd name="T12" fmla="*/ 6 w 787"/>
                <a:gd name="T13" fmla="*/ 11 h 1404"/>
                <a:gd name="T14" fmla="*/ 6 w 787"/>
                <a:gd name="T15" fmla="*/ 11 h 1404"/>
                <a:gd name="T16" fmla="*/ 6 w 787"/>
                <a:gd name="T17" fmla="*/ 11 h 1404"/>
                <a:gd name="T18" fmla="*/ 6 w 787"/>
                <a:gd name="T19" fmla="*/ 11 h 1404"/>
                <a:gd name="T20" fmla="*/ 6 w 787"/>
                <a:gd name="T21" fmla="*/ 11 h 1404"/>
                <a:gd name="T22" fmla="*/ 6 w 787"/>
                <a:gd name="T23" fmla="*/ 11 h 1404"/>
                <a:gd name="T24" fmla="*/ 6 w 787"/>
                <a:gd name="T25" fmla="*/ 11 h 1404"/>
                <a:gd name="T26" fmla="*/ 6 w 787"/>
                <a:gd name="T27" fmla="*/ 11 h 1404"/>
                <a:gd name="T28" fmla="*/ 6 w 787"/>
                <a:gd name="T29" fmla="*/ 11 h 1404"/>
                <a:gd name="T30" fmla="*/ 6 w 787"/>
                <a:gd name="T31" fmla="*/ 11 h 1404"/>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787"/>
                <a:gd name="T49" fmla="*/ 0 h 1404"/>
                <a:gd name="T50" fmla="*/ 787 w 787"/>
                <a:gd name="T51" fmla="*/ 1404 h 1404"/>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787" h="1404">
                  <a:moveTo>
                    <a:pt x="781" y="1334"/>
                  </a:moveTo>
                  <a:lnTo>
                    <a:pt x="781" y="1337"/>
                  </a:lnTo>
                  <a:lnTo>
                    <a:pt x="82" y="0"/>
                  </a:lnTo>
                  <a:lnTo>
                    <a:pt x="0" y="42"/>
                  </a:lnTo>
                  <a:lnTo>
                    <a:pt x="699" y="1379"/>
                  </a:lnTo>
                  <a:lnTo>
                    <a:pt x="699" y="1381"/>
                  </a:lnTo>
                  <a:lnTo>
                    <a:pt x="699" y="1379"/>
                  </a:lnTo>
                  <a:lnTo>
                    <a:pt x="712" y="1395"/>
                  </a:lnTo>
                  <a:lnTo>
                    <a:pt x="727" y="1402"/>
                  </a:lnTo>
                  <a:lnTo>
                    <a:pt x="744" y="1404"/>
                  </a:lnTo>
                  <a:lnTo>
                    <a:pt x="761" y="1398"/>
                  </a:lnTo>
                  <a:lnTo>
                    <a:pt x="775" y="1388"/>
                  </a:lnTo>
                  <a:lnTo>
                    <a:pt x="784" y="1373"/>
                  </a:lnTo>
                  <a:lnTo>
                    <a:pt x="787" y="1357"/>
                  </a:lnTo>
                  <a:lnTo>
                    <a:pt x="781" y="1337"/>
                  </a:lnTo>
                  <a:lnTo>
                    <a:pt x="781" y="13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2296" name="Freeform 32"/>
            <p:cNvSpPr>
              <a:spLocks/>
            </p:cNvSpPr>
            <p:nvPr/>
          </p:nvSpPr>
          <p:spPr bwMode="auto">
            <a:xfrm>
              <a:off x="1439" y="1948"/>
              <a:ext cx="125" cy="76"/>
            </a:xfrm>
            <a:custGeom>
              <a:avLst/>
              <a:gdLst>
                <a:gd name="T0" fmla="*/ 5 w 628"/>
                <a:gd name="T1" fmla="*/ 2 h 383"/>
                <a:gd name="T2" fmla="*/ 5 w 628"/>
                <a:gd name="T3" fmla="*/ 2 h 383"/>
                <a:gd name="T4" fmla="*/ 4 w 628"/>
                <a:gd name="T5" fmla="*/ 2 h 383"/>
                <a:gd name="T6" fmla="*/ 4 w 628"/>
                <a:gd name="T7" fmla="*/ 2 h 383"/>
                <a:gd name="T8" fmla="*/ 4 w 628"/>
                <a:gd name="T9" fmla="*/ 2 h 383"/>
                <a:gd name="T10" fmla="*/ 3 w 628"/>
                <a:gd name="T11" fmla="*/ 2 h 383"/>
                <a:gd name="T12" fmla="*/ 3 w 628"/>
                <a:gd name="T13" fmla="*/ 2 h 383"/>
                <a:gd name="T14" fmla="*/ 3 w 628"/>
                <a:gd name="T15" fmla="*/ 2 h 383"/>
                <a:gd name="T16" fmla="*/ 3 w 628"/>
                <a:gd name="T17" fmla="*/ 2 h 383"/>
                <a:gd name="T18" fmla="*/ 2 w 628"/>
                <a:gd name="T19" fmla="*/ 2 h 383"/>
                <a:gd name="T20" fmla="*/ 2 w 628"/>
                <a:gd name="T21" fmla="*/ 2 h 383"/>
                <a:gd name="T22" fmla="*/ 2 w 628"/>
                <a:gd name="T23" fmla="*/ 1 h 383"/>
                <a:gd name="T24" fmla="*/ 2 w 628"/>
                <a:gd name="T25" fmla="*/ 1 h 383"/>
                <a:gd name="T26" fmla="*/ 1 w 628"/>
                <a:gd name="T27" fmla="*/ 1 h 383"/>
                <a:gd name="T28" fmla="*/ 1 w 628"/>
                <a:gd name="T29" fmla="*/ 1 h 383"/>
                <a:gd name="T30" fmla="*/ 1 w 628"/>
                <a:gd name="T31" fmla="*/ 1 h 383"/>
                <a:gd name="T32" fmla="*/ 1 w 628"/>
                <a:gd name="T33" fmla="*/ 0 h 383"/>
                <a:gd name="T34" fmla="*/ 1 w 628"/>
                <a:gd name="T35" fmla="*/ 0 h 383"/>
                <a:gd name="T36" fmla="*/ 0 w 628"/>
                <a:gd name="T37" fmla="*/ 0 h 383"/>
                <a:gd name="T38" fmla="*/ 0 w 628"/>
                <a:gd name="T39" fmla="*/ 1 h 383"/>
                <a:gd name="T40" fmla="*/ 0 w 628"/>
                <a:gd name="T41" fmla="*/ 1 h 383"/>
                <a:gd name="T42" fmla="*/ 1 w 628"/>
                <a:gd name="T43" fmla="*/ 1 h 383"/>
                <a:gd name="T44" fmla="*/ 1 w 628"/>
                <a:gd name="T45" fmla="*/ 1 h 383"/>
                <a:gd name="T46" fmla="*/ 1 w 628"/>
                <a:gd name="T47" fmla="*/ 2 h 383"/>
                <a:gd name="T48" fmla="*/ 1 w 628"/>
                <a:gd name="T49" fmla="*/ 2 h 383"/>
                <a:gd name="T50" fmla="*/ 2 w 628"/>
                <a:gd name="T51" fmla="*/ 2 h 383"/>
                <a:gd name="T52" fmla="*/ 2 w 628"/>
                <a:gd name="T53" fmla="*/ 2 h 383"/>
                <a:gd name="T54" fmla="*/ 2 w 628"/>
                <a:gd name="T55" fmla="*/ 2 h 383"/>
                <a:gd name="T56" fmla="*/ 3 w 628"/>
                <a:gd name="T57" fmla="*/ 3 h 383"/>
                <a:gd name="T58" fmla="*/ 3 w 628"/>
                <a:gd name="T59" fmla="*/ 3 h 383"/>
                <a:gd name="T60" fmla="*/ 3 w 628"/>
                <a:gd name="T61" fmla="*/ 3 h 383"/>
                <a:gd name="T62" fmla="*/ 4 w 628"/>
                <a:gd name="T63" fmla="*/ 3 h 383"/>
                <a:gd name="T64" fmla="*/ 4 w 628"/>
                <a:gd name="T65" fmla="*/ 3 h 383"/>
                <a:gd name="T66" fmla="*/ 4 w 628"/>
                <a:gd name="T67" fmla="*/ 3 h 383"/>
                <a:gd name="T68" fmla="*/ 5 w 628"/>
                <a:gd name="T69" fmla="*/ 3 h 383"/>
                <a:gd name="T70" fmla="*/ 5 w 628"/>
                <a:gd name="T71" fmla="*/ 3 h 383"/>
                <a:gd name="T72" fmla="*/ 5 w 628"/>
                <a:gd name="T73" fmla="*/ 3 h 383"/>
                <a:gd name="T74" fmla="*/ 5 w 628"/>
                <a:gd name="T75" fmla="*/ 3 h 383"/>
                <a:gd name="T76" fmla="*/ 5 w 628"/>
                <a:gd name="T77" fmla="*/ 3 h 383"/>
                <a:gd name="T78" fmla="*/ 5 w 628"/>
                <a:gd name="T79" fmla="*/ 3 h 383"/>
                <a:gd name="T80" fmla="*/ 5 w 628"/>
                <a:gd name="T81" fmla="*/ 3 h 383"/>
                <a:gd name="T82" fmla="*/ 5 w 628"/>
                <a:gd name="T83" fmla="*/ 3 h 383"/>
                <a:gd name="T84" fmla="*/ 5 w 628"/>
                <a:gd name="T85" fmla="*/ 2 h 383"/>
                <a:gd name="T86" fmla="*/ 5 w 628"/>
                <a:gd name="T87" fmla="*/ 2 h 383"/>
                <a:gd name="T88" fmla="*/ 5 w 628"/>
                <a:gd name="T89" fmla="*/ 2 h 383"/>
                <a:gd name="T90" fmla="*/ 5 w 628"/>
                <a:gd name="T91" fmla="*/ 2 h 38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628"/>
                <a:gd name="T139" fmla="*/ 0 h 383"/>
                <a:gd name="T140" fmla="*/ 628 w 628"/>
                <a:gd name="T141" fmla="*/ 383 h 38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628" h="383">
                  <a:moveTo>
                    <a:pt x="581" y="289"/>
                  </a:moveTo>
                  <a:lnTo>
                    <a:pt x="582" y="289"/>
                  </a:lnTo>
                  <a:lnTo>
                    <a:pt x="541" y="287"/>
                  </a:lnTo>
                  <a:lnTo>
                    <a:pt x="500" y="283"/>
                  </a:lnTo>
                  <a:lnTo>
                    <a:pt x="462" y="276"/>
                  </a:lnTo>
                  <a:lnTo>
                    <a:pt x="424" y="268"/>
                  </a:lnTo>
                  <a:lnTo>
                    <a:pt x="389" y="255"/>
                  </a:lnTo>
                  <a:lnTo>
                    <a:pt x="352" y="242"/>
                  </a:lnTo>
                  <a:lnTo>
                    <a:pt x="320" y="227"/>
                  </a:lnTo>
                  <a:lnTo>
                    <a:pt x="287" y="209"/>
                  </a:lnTo>
                  <a:lnTo>
                    <a:pt x="255" y="189"/>
                  </a:lnTo>
                  <a:lnTo>
                    <a:pt x="226" y="168"/>
                  </a:lnTo>
                  <a:lnTo>
                    <a:pt x="198" y="145"/>
                  </a:lnTo>
                  <a:lnTo>
                    <a:pt x="172" y="119"/>
                  </a:lnTo>
                  <a:lnTo>
                    <a:pt x="146" y="92"/>
                  </a:lnTo>
                  <a:lnTo>
                    <a:pt x="122" y="64"/>
                  </a:lnTo>
                  <a:lnTo>
                    <a:pt x="100" y="33"/>
                  </a:lnTo>
                  <a:lnTo>
                    <a:pt x="82" y="0"/>
                  </a:lnTo>
                  <a:lnTo>
                    <a:pt x="0" y="47"/>
                  </a:lnTo>
                  <a:lnTo>
                    <a:pt x="23" y="85"/>
                  </a:lnTo>
                  <a:lnTo>
                    <a:pt x="49" y="120"/>
                  </a:lnTo>
                  <a:lnTo>
                    <a:pt x="76" y="153"/>
                  </a:lnTo>
                  <a:lnTo>
                    <a:pt x="104" y="185"/>
                  </a:lnTo>
                  <a:lnTo>
                    <a:pt x="137" y="215"/>
                  </a:lnTo>
                  <a:lnTo>
                    <a:pt x="170" y="241"/>
                  </a:lnTo>
                  <a:lnTo>
                    <a:pt x="204" y="267"/>
                  </a:lnTo>
                  <a:lnTo>
                    <a:pt x="240" y="289"/>
                  </a:lnTo>
                  <a:lnTo>
                    <a:pt x="277" y="309"/>
                  </a:lnTo>
                  <a:lnTo>
                    <a:pt x="317" y="329"/>
                  </a:lnTo>
                  <a:lnTo>
                    <a:pt x="358" y="344"/>
                  </a:lnTo>
                  <a:lnTo>
                    <a:pt x="400" y="357"/>
                  </a:lnTo>
                  <a:lnTo>
                    <a:pt x="444" y="367"/>
                  </a:lnTo>
                  <a:lnTo>
                    <a:pt x="488" y="374"/>
                  </a:lnTo>
                  <a:lnTo>
                    <a:pt x="534" y="380"/>
                  </a:lnTo>
                  <a:lnTo>
                    <a:pt x="580" y="383"/>
                  </a:lnTo>
                  <a:lnTo>
                    <a:pt x="581" y="383"/>
                  </a:lnTo>
                  <a:lnTo>
                    <a:pt x="580" y="383"/>
                  </a:lnTo>
                  <a:lnTo>
                    <a:pt x="600" y="379"/>
                  </a:lnTo>
                  <a:lnTo>
                    <a:pt x="615" y="369"/>
                  </a:lnTo>
                  <a:lnTo>
                    <a:pt x="624" y="353"/>
                  </a:lnTo>
                  <a:lnTo>
                    <a:pt x="628" y="337"/>
                  </a:lnTo>
                  <a:lnTo>
                    <a:pt x="625" y="319"/>
                  </a:lnTo>
                  <a:lnTo>
                    <a:pt x="617" y="304"/>
                  </a:lnTo>
                  <a:lnTo>
                    <a:pt x="602" y="294"/>
                  </a:lnTo>
                  <a:lnTo>
                    <a:pt x="582" y="289"/>
                  </a:lnTo>
                  <a:lnTo>
                    <a:pt x="581" y="28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2297" name="Freeform 33"/>
            <p:cNvSpPr>
              <a:spLocks/>
            </p:cNvSpPr>
            <p:nvPr/>
          </p:nvSpPr>
          <p:spPr bwMode="auto">
            <a:xfrm>
              <a:off x="1587" y="1880"/>
              <a:ext cx="85" cy="49"/>
            </a:xfrm>
            <a:custGeom>
              <a:avLst/>
              <a:gdLst>
                <a:gd name="T0" fmla="*/ 3 w 426"/>
                <a:gd name="T1" fmla="*/ 0 h 245"/>
                <a:gd name="T2" fmla="*/ 3 w 426"/>
                <a:gd name="T3" fmla="*/ 0 h 245"/>
                <a:gd name="T4" fmla="*/ 3 w 426"/>
                <a:gd name="T5" fmla="*/ 0 h 245"/>
                <a:gd name="T6" fmla="*/ 3 w 426"/>
                <a:gd name="T7" fmla="*/ 0 h 245"/>
                <a:gd name="T8" fmla="*/ 2 w 426"/>
                <a:gd name="T9" fmla="*/ 0 h 245"/>
                <a:gd name="T10" fmla="*/ 2 w 426"/>
                <a:gd name="T11" fmla="*/ 0 h 245"/>
                <a:gd name="T12" fmla="*/ 2 w 426"/>
                <a:gd name="T13" fmla="*/ 0 h 245"/>
                <a:gd name="T14" fmla="*/ 2 w 426"/>
                <a:gd name="T15" fmla="*/ 0 h 245"/>
                <a:gd name="T16" fmla="*/ 1 w 426"/>
                <a:gd name="T17" fmla="*/ 0 h 245"/>
                <a:gd name="T18" fmla="*/ 1 w 426"/>
                <a:gd name="T19" fmla="*/ 1 h 245"/>
                <a:gd name="T20" fmla="*/ 1 w 426"/>
                <a:gd name="T21" fmla="*/ 1 h 245"/>
                <a:gd name="T22" fmla="*/ 1 w 426"/>
                <a:gd name="T23" fmla="*/ 1 h 245"/>
                <a:gd name="T24" fmla="*/ 0 w 426"/>
                <a:gd name="T25" fmla="*/ 1 h 245"/>
                <a:gd name="T26" fmla="*/ 0 w 426"/>
                <a:gd name="T27" fmla="*/ 1 h 245"/>
                <a:gd name="T28" fmla="*/ 0 w 426"/>
                <a:gd name="T29" fmla="*/ 1 h 245"/>
                <a:gd name="T30" fmla="*/ 0 w 426"/>
                <a:gd name="T31" fmla="*/ 2 h 245"/>
                <a:gd name="T32" fmla="*/ 0 w 426"/>
                <a:gd name="T33" fmla="*/ 2 h 245"/>
                <a:gd name="T34" fmla="*/ 0 w 426"/>
                <a:gd name="T35" fmla="*/ 2 h 245"/>
                <a:gd name="T36" fmla="*/ 0 w 426"/>
                <a:gd name="T37" fmla="*/ 2 h 245"/>
                <a:gd name="T38" fmla="*/ 0 w 426"/>
                <a:gd name="T39" fmla="*/ 2 h 245"/>
                <a:gd name="T40" fmla="*/ 0 w 426"/>
                <a:gd name="T41" fmla="*/ 2 h 245"/>
                <a:gd name="T42" fmla="*/ 0 w 426"/>
                <a:gd name="T43" fmla="*/ 1 h 245"/>
                <a:gd name="T44" fmla="*/ 0 w 426"/>
                <a:gd name="T45" fmla="*/ 1 h 245"/>
                <a:gd name="T46" fmla="*/ 0 w 426"/>
                <a:gd name="T47" fmla="*/ 1 h 245"/>
                <a:gd name="T48" fmla="*/ 1 w 426"/>
                <a:gd name="T49" fmla="*/ 1 h 245"/>
                <a:gd name="T50" fmla="*/ 1 w 426"/>
                <a:gd name="T51" fmla="*/ 1 h 245"/>
                <a:gd name="T52" fmla="*/ 1 w 426"/>
                <a:gd name="T53" fmla="*/ 1 h 245"/>
                <a:gd name="T54" fmla="*/ 1 w 426"/>
                <a:gd name="T55" fmla="*/ 1 h 245"/>
                <a:gd name="T56" fmla="*/ 2 w 426"/>
                <a:gd name="T57" fmla="*/ 0 h 245"/>
                <a:gd name="T58" fmla="*/ 2 w 426"/>
                <a:gd name="T59" fmla="*/ 0 h 245"/>
                <a:gd name="T60" fmla="*/ 2 w 426"/>
                <a:gd name="T61" fmla="*/ 0 h 245"/>
                <a:gd name="T62" fmla="*/ 2 w 426"/>
                <a:gd name="T63" fmla="*/ 0 h 245"/>
                <a:gd name="T64" fmla="*/ 3 w 426"/>
                <a:gd name="T65" fmla="*/ 0 h 245"/>
                <a:gd name="T66" fmla="*/ 3 w 426"/>
                <a:gd name="T67" fmla="*/ 0 h 245"/>
                <a:gd name="T68" fmla="*/ 3 w 426"/>
                <a:gd name="T69" fmla="*/ 0 h 245"/>
                <a:gd name="T70" fmla="*/ 3 w 426"/>
                <a:gd name="T71" fmla="*/ 0 h 245"/>
                <a:gd name="T72" fmla="*/ 3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426" y="0"/>
                  </a:moveTo>
                  <a:lnTo>
                    <a:pt x="426" y="0"/>
                  </a:lnTo>
                  <a:lnTo>
                    <a:pt x="384" y="1"/>
                  </a:lnTo>
                  <a:lnTo>
                    <a:pt x="340" y="4"/>
                  </a:lnTo>
                  <a:lnTo>
                    <a:pt x="300" y="10"/>
                  </a:lnTo>
                  <a:lnTo>
                    <a:pt x="262" y="18"/>
                  </a:lnTo>
                  <a:lnTo>
                    <a:pt x="224" y="29"/>
                  </a:lnTo>
                  <a:lnTo>
                    <a:pt x="189" y="41"/>
                  </a:lnTo>
                  <a:lnTo>
                    <a:pt x="157" y="55"/>
                  </a:lnTo>
                  <a:lnTo>
                    <a:pt x="126" y="70"/>
                  </a:lnTo>
                  <a:lnTo>
                    <a:pt x="99" y="89"/>
                  </a:lnTo>
                  <a:lnTo>
                    <a:pt x="74" y="106"/>
                  </a:lnTo>
                  <a:lnTo>
                    <a:pt x="52" y="126"/>
                  </a:lnTo>
                  <a:lnTo>
                    <a:pt x="34" y="148"/>
                  </a:lnTo>
                  <a:lnTo>
                    <a:pt x="19" y="171"/>
                  </a:lnTo>
                  <a:lnTo>
                    <a:pt x="9" y="194"/>
                  </a:lnTo>
                  <a:lnTo>
                    <a:pt x="3" y="219"/>
                  </a:lnTo>
                  <a:lnTo>
                    <a:pt x="0" y="245"/>
                  </a:lnTo>
                  <a:lnTo>
                    <a:pt x="12" y="245"/>
                  </a:lnTo>
                  <a:lnTo>
                    <a:pt x="15" y="221"/>
                  </a:lnTo>
                  <a:lnTo>
                    <a:pt x="20" y="199"/>
                  </a:lnTo>
                  <a:lnTo>
                    <a:pt x="31" y="178"/>
                  </a:lnTo>
                  <a:lnTo>
                    <a:pt x="44" y="156"/>
                  </a:lnTo>
                  <a:lnTo>
                    <a:pt x="61" y="136"/>
                  </a:lnTo>
                  <a:lnTo>
                    <a:pt x="81" y="116"/>
                  </a:lnTo>
                  <a:lnTo>
                    <a:pt x="106" y="98"/>
                  </a:lnTo>
                  <a:lnTo>
                    <a:pt x="133" y="82"/>
                  </a:lnTo>
                  <a:lnTo>
                    <a:pt x="162" y="66"/>
                  </a:lnTo>
                  <a:lnTo>
                    <a:pt x="194" y="52"/>
                  </a:lnTo>
                  <a:lnTo>
                    <a:pt x="229" y="41"/>
                  </a:lnTo>
                  <a:lnTo>
                    <a:pt x="264" y="30"/>
                  </a:lnTo>
                  <a:lnTo>
                    <a:pt x="303" y="22"/>
                  </a:lnTo>
                  <a:lnTo>
                    <a:pt x="343" y="16"/>
                  </a:lnTo>
                  <a:lnTo>
                    <a:pt x="384" y="12"/>
                  </a:lnTo>
                  <a:lnTo>
                    <a:pt x="426" y="11"/>
                  </a:lnTo>
                  <a:lnTo>
                    <a:pt x="42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2298" name="Freeform 34"/>
            <p:cNvSpPr>
              <a:spLocks/>
            </p:cNvSpPr>
            <p:nvPr/>
          </p:nvSpPr>
          <p:spPr bwMode="auto">
            <a:xfrm>
              <a:off x="1587" y="1929"/>
              <a:ext cx="85" cy="49"/>
            </a:xfrm>
            <a:custGeom>
              <a:avLst/>
              <a:gdLst>
                <a:gd name="T0" fmla="*/ 0 w 426"/>
                <a:gd name="T1" fmla="*/ 0 h 245"/>
                <a:gd name="T2" fmla="*/ 0 w 426"/>
                <a:gd name="T3" fmla="*/ 0 h 245"/>
                <a:gd name="T4" fmla="*/ 0 w 426"/>
                <a:gd name="T5" fmla="*/ 0 h 245"/>
                <a:gd name="T6" fmla="*/ 0 w 426"/>
                <a:gd name="T7" fmla="*/ 0 h 245"/>
                <a:gd name="T8" fmla="*/ 0 w 426"/>
                <a:gd name="T9" fmla="*/ 1 h 245"/>
                <a:gd name="T10" fmla="*/ 0 w 426"/>
                <a:gd name="T11" fmla="*/ 1 h 245"/>
                <a:gd name="T12" fmla="*/ 0 w 426"/>
                <a:gd name="T13" fmla="*/ 1 h 245"/>
                <a:gd name="T14" fmla="*/ 1 w 426"/>
                <a:gd name="T15" fmla="*/ 1 h 245"/>
                <a:gd name="T16" fmla="*/ 1 w 426"/>
                <a:gd name="T17" fmla="*/ 1 h 245"/>
                <a:gd name="T18" fmla="*/ 1 w 426"/>
                <a:gd name="T19" fmla="*/ 1 h 245"/>
                <a:gd name="T20" fmla="*/ 1 w 426"/>
                <a:gd name="T21" fmla="*/ 2 h 245"/>
                <a:gd name="T22" fmla="*/ 2 w 426"/>
                <a:gd name="T23" fmla="*/ 2 h 245"/>
                <a:gd name="T24" fmla="*/ 2 w 426"/>
                <a:gd name="T25" fmla="*/ 2 h 245"/>
                <a:gd name="T26" fmla="*/ 2 w 426"/>
                <a:gd name="T27" fmla="*/ 2 h 245"/>
                <a:gd name="T28" fmla="*/ 2 w 426"/>
                <a:gd name="T29" fmla="*/ 2 h 245"/>
                <a:gd name="T30" fmla="*/ 3 w 426"/>
                <a:gd name="T31" fmla="*/ 2 h 245"/>
                <a:gd name="T32" fmla="*/ 3 w 426"/>
                <a:gd name="T33" fmla="*/ 2 h 245"/>
                <a:gd name="T34" fmla="*/ 3 w 426"/>
                <a:gd name="T35" fmla="*/ 2 h 245"/>
                <a:gd name="T36" fmla="*/ 3 w 426"/>
                <a:gd name="T37" fmla="*/ 2 h 245"/>
                <a:gd name="T38" fmla="*/ 3 w 426"/>
                <a:gd name="T39" fmla="*/ 2 h 245"/>
                <a:gd name="T40" fmla="*/ 3 w 426"/>
                <a:gd name="T41" fmla="*/ 2 h 245"/>
                <a:gd name="T42" fmla="*/ 2 w 426"/>
                <a:gd name="T43" fmla="*/ 2 h 245"/>
                <a:gd name="T44" fmla="*/ 2 w 426"/>
                <a:gd name="T45" fmla="*/ 2 h 245"/>
                <a:gd name="T46" fmla="*/ 2 w 426"/>
                <a:gd name="T47" fmla="*/ 2 h 245"/>
                <a:gd name="T48" fmla="*/ 2 w 426"/>
                <a:gd name="T49" fmla="*/ 2 h 245"/>
                <a:gd name="T50" fmla="*/ 1 w 426"/>
                <a:gd name="T51" fmla="*/ 1 h 245"/>
                <a:gd name="T52" fmla="*/ 1 w 426"/>
                <a:gd name="T53" fmla="*/ 1 h 245"/>
                <a:gd name="T54" fmla="*/ 1 w 426"/>
                <a:gd name="T55" fmla="*/ 1 h 245"/>
                <a:gd name="T56" fmla="*/ 1 w 426"/>
                <a:gd name="T57" fmla="*/ 1 h 245"/>
                <a:gd name="T58" fmla="*/ 0 w 426"/>
                <a:gd name="T59" fmla="*/ 1 h 245"/>
                <a:gd name="T60" fmla="*/ 0 w 426"/>
                <a:gd name="T61" fmla="*/ 1 h 245"/>
                <a:gd name="T62" fmla="*/ 0 w 426"/>
                <a:gd name="T63" fmla="*/ 1 h 245"/>
                <a:gd name="T64" fmla="*/ 0 w 426"/>
                <a:gd name="T65" fmla="*/ 0 h 245"/>
                <a:gd name="T66" fmla="*/ 0 w 426"/>
                <a:gd name="T67" fmla="*/ 0 h 245"/>
                <a:gd name="T68" fmla="*/ 0 w 426"/>
                <a:gd name="T69" fmla="*/ 0 h 245"/>
                <a:gd name="T70" fmla="*/ 0 w 426"/>
                <a:gd name="T71" fmla="*/ 0 h 245"/>
                <a:gd name="T72" fmla="*/ 0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0" y="0"/>
                  </a:moveTo>
                  <a:lnTo>
                    <a:pt x="0" y="0"/>
                  </a:lnTo>
                  <a:lnTo>
                    <a:pt x="3" y="25"/>
                  </a:lnTo>
                  <a:lnTo>
                    <a:pt x="9" y="50"/>
                  </a:lnTo>
                  <a:lnTo>
                    <a:pt x="19" y="73"/>
                  </a:lnTo>
                  <a:lnTo>
                    <a:pt x="34" y="96"/>
                  </a:lnTo>
                  <a:lnTo>
                    <a:pt x="52" y="118"/>
                  </a:lnTo>
                  <a:lnTo>
                    <a:pt x="74" y="138"/>
                  </a:lnTo>
                  <a:lnTo>
                    <a:pt x="99" y="156"/>
                  </a:lnTo>
                  <a:lnTo>
                    <a:pt x="126" y="174"/>
                  </a:lnTo>
                  <a:lnTo>
                    <a:pt x="157" y="190"/>
                  </a:lnTo>
                  <a:lnTo>
                    <a:pt x="189" y="204"/>
                  </a:lnTo>
                  <a:lnTo>
                    <a:pt x="224" y="215"/>
                  </a:lnTo>
                  <a:lnTo>
                    <a:pt x="262" y="226"/>
                  </a:lnTo>
                  <a:lnTo>
                    <a:pt x="300" y="234"/>
                  </a:lnTo>
                  <a:lnTo>
                    <a:pt x="340" y="240"/>
                  </a:lnTo>
                  <a:lnTo>
                    <a:pt x="384" y="244"/>
                  </a:lnTo>
                  <a:lnTo>
                    <a:pt x="426" y="245"/>
                  </a:lnTo>
                  <a:lnTo>
                    <a:pt x="426" y="233"/>
                  </a:lnTo>
                  <a:lnTo>
                    <a:pt x="384" y="232"/>
                  </a:lnTo>
                  <a:lnTo>
                    <a:pt x="343" y="228"/>
                  </a:lnTo>
                  <a:lnTo>
                    <a:pt x="303" y="222"/>
                  </a:lnTo>
                  <a:lnTo>
                    <a:pt x="264" y="214"/>
                  </a:lnTo>
                  <a:lnTo>
                    <a:pt x="229" y="204"/>
                  </a:lnTo>
                  <a:lnTo>
                    <a:pt x="194" y="192"/>
                  </a:lnTo>
                  <a:lnTo>
                    <a:pt x="162" y="178"/>
                  </a:lnTo>
                  <a:lnTo>
                    <a:pt x="133" y="163"/>
                  </a:lnTo>
                  <a:lnTo>
                    <a:pt x="106" y="146"/>
                  </a:lnTo>
                  <a:lnTo>
                    <a:pt x="81" y="129"/>
                  </a:lnTo>
                  <a:lnTo>
                    <a:pt x="61" y="109"/>
                  </a:lnTo>
                  <a:lnTo>
                    <a:pt x="44" y="89"/>
                  </a:lnTo>
                  <a:lnTo>
                    <a:pt x="31" y="66"/>
                  </a:lnTo>
                  <a:lnTo>
                    <a:pt x="20" y="45"/>
                  </a:lnTo>
                  <a:lnTo>
                    <a:pt x="15" y="2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2299" name="Freeform 35"/>
            <p:cNvSpPr>
              <a:spLocks/>
            </p:cNvSpPr>
            <p:nvPr/>
          </p:nvSpPr>
          <p:spPr bwMode="auto">
            <a:xfrm>
              <a:off x="878" y="1448"/>
              <a:ext cx="792" cy="954"/>
            </a:xfrm>
            <a:custGeom>
              <a:avLst/>
              <a:gdLst>
                <a:gd name="T0" fmla="*/ 13 w 3960"/>
                <a:gd name="T1" fmla="*/ 38 h 4768"/>
                <a:gd name="T2" fmla="*/ 14 w 3960"/>
                <a:gd name="T3" fmla="*/ 38 h 4768"/>
                <a:gd name="T4" fmla="*/ 15 w 3960"/>
                <a:gd name="T5" fmla="*/ 38 h 4768"/>
                <a:gd name="T6" fmla="*/ 15 w 3960"/>
                <a:gd name="T7" fmla="*/ 38 h 4768"/>
                <a:gd name="T8" fmla="*/ 16 w 3960"/>
                <a:gd name="T9" fmla="*/ 38 h 4768"/>
                <a:gd name="T10" fmla="*/ 17 w 3960"/>
                <a:gd name="T11" fmla="*/ 38 h 4768"/>
                <a:gd name="T12" fmla="*/ 17 w 3960"/>
                <a:gd name="T13" fmla="*/ 38 h 4768"/>
                <a:gd name="T14" fmla="*/ 18 w 3960"/>
                <a:gd name="T15" fmla="*/ 38 h 4768"/>
                <a:gd name="T16" fmla="*/ 18 w 3960"/>
                <a:gd name="T17" fmla="*/ 38 h 4768"/>
                <a:gd name="T18" fmla="*/ 29 w 3960"/>
                <a:gd name="T19" fmla="*/ 30 h 4768"/>
                <a:gd name="T20" fmla="*/ 30 w 3960"/>
                <a:gd name="T21" fmla="*/ 30 h 4768"/>
                <a:gd name="T22" fmla="*/ 30 w 3960"/>
                <a:gd name="T23" fmla="*/ 29 h 4768"/>
                <a:gd name="T24" fmla="*/ 31 w 3960"/>
                <a:gd name="T25" fmla="*/ 28 h 4768"/>
                <a:gd name="T26" fmla="*/ 31 w 3960"/>
                <a:gd name="T27" fmla="*/ 28 h 4768"/>
                <a:gd name="T28" fmla="*/ 31 w 3960"/>
                <a:gd name="T29" fmla="*/ 27 h 4768"/>
                <a:gd name="T30" fmla="*/ 32 w 3960"/>
                <a:gd name="T31" fmla="*/ 26 h 4768"/>
                <a:gd name="T32" fmla="*/ 32 w 3960"/>
                <a:gd name="T33" fmla="*/ 25 h 4768"/>
                <a:gd name="T34" fmla="*/ 32 w 3960"/>
                <a:gd name="T35" fmla="*/ 11 h 4768"/>
                <a:gd name="T36" fmla="*/ 32 w 3960"/>
                <a:gd name="T37" fmla="*/ 10 h 4768"/>
                <a:gd name="T38" fmla="*/ 31 w 3960"/>
                <a:gd name="T39" fmla="*/ 9 h 4768"/>
                <a:gd name="T40" fmla="*/ 31 w 3960"/>
                <a:gd name="T41" fmla="*/ 9 h 4768"/>
                <a:gd name="T42" fmla="*/ 31 w 3960"/>
                <a:gd name="T43" fmla="*/ 8 h 4768"/>
                <a:gd name="T44" fmla="*/ 31 w 3960"/>
                <a:gd name="T45" fmla="*/ 8 h 4768"/>
                <a:gd name="T46" fmla="*/ 30 w 3960"/>
                <a:gd name="T47" fmla="*/ 7 h 4768"/>
                <a:gd name="T48" fmla="*/ 30 w 3960"/>
                <a:gd name="T49" fmla="*/ 7 h 4768"/>
                <a:gd name="T50" fmla="*/ 29 w 3960"/>
                <a:gd name="T51" fmla="*/ 6 h 4768"/>
                <a:gd name="T52" fmla="*/ 19 w 3960"/>
                <a:gd name="T53" fmla="*/ 1 h 4768"/>
                <a:gd name="T54" fmla="*/ 18 w 3960"/>
                <a:gd name="T55" fmla="*/ 0 h 4768"/>
                <a:gd name="T56" fmla="*/ 17 w 3960"/>
                <a:gd name="T57" fmla="*/ 0 h 4768"/>
                <a:gd name="T58" fmla="*/ 17 w 3960"/>
                <a:gd name="T59" fmla="*/ 0 h 4768"/>
                <a:gd name="T60" fmla="*/ 16 w 3960"/>
                <a:gd name="T61" fmla="*/ 0 h 4768"/>
                <a:gd name="T62" fmla="*/ 15 w 3960"/>
                <a:gd name="T63" fmla="*/ 0 h 4768"/>
                <a:gd name="T64" fmla="*/ 14 w 3960"/>
                <a:gd name="T65" fmla="*/ 0 h 4768"/>
                <a:gd name="T66" fmla="*/ 14 w 3960"/>
                <a:gd name="T67" fmla="*/ 0 h 4768"/>
                <a:gd name="T68" fmla="*/ 2 w 3960"/>
                <a:gd name="T69" fmla="*/ 6 h 4768"/>
                <a:gd name="T70" fmla="*/ 2 w 3960"/>
                <a:gd name="T71" fmla="*/ 7 h 4768"/>
                <a:gd name="T72" fmla="*/ 1 w 3960"/>
                <a:gd name="T73" fmla="*/ 7 h 4768"/>
                <a:gd name="T74" fmla="*/ 1 w 3960"/>
                <a:gd name="T75" fmla="*/ 8 h 4768"/>
                <a:gd name="T76" fmla="*/ 1 w 3960"/>
                <a:gd name="T77" fmla="*/ 8 h 4768"/>
                <a:gd name="T78" fmla="*/ 0 w 3960"/>
                <a:gd name="T79" fmla="*/ 9 h 4768"/>
                <a:gd name="T80" fmla="*/ 0 w 3960"/>
                <a:gd name="T81" fmla="*/ 9 h 4768"/>
                <a:gd name="T82" fmla="*/ 0 w 3960"/>
                <a:gd name="T83" fmla="*/ 10 h 4768"/>
                <a:gd name="T84" fmla="*/ 0 w 3960"/>
                <a:gd name="T85" fmla="*/ 11 h 4768"/>
                <a:gd name="T86" fmla="*/ 0 w 3960"/>
                <a:gd name="T87" fmla="*/ 25 h 4768"/>
                <a:gd name="T88" fmla="*/ 0 w 3960"/>
                <a:gd name="T89" fmla="*/ 26 h 4768"/>
                <a:gd name="T90" fmla="*/ 0 w 3960"/>
                <a:gd name="T91" fmla="*/ 27 h 4768"/>
                <a:gd name="T92" fmla="*/ 1 w 3960"/>
                <a:gd name="T93" fmla="*/ 28 h 4768"/>
                <a:gd name="T94" fmla="*/ 1 w 3960"/>
                <a:gd name="T95" fmla="*/ 29 h 4768"/>
                <a:gd name="T96" fmla="*/ 1 w 3960"/>
                <a:gd name="T97" fmla="*/ 29 h 4768"/>
                <a:gd name="T98" fmla="*/ 2 w 3960"/>
                <a:gd name="T99" fmla="*/ 30 h 4768"/>
                <a:gd name="T100" fmla="*/ 3 w 3960"/>
                <a:gd name="T101" fmla="*/ 31 h 4768"/>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w 3960"/>
                <a:gd name="T154" fmla="*/ 0 h 4768"/>
                <a:gd name="T155" fmla="*/ 3960 w 3960"/>
                <a:gd name="T156" fmla="*/ 4768 h 4768"/>
              </a:gdLst>
              <a:ahLst/>
              <a:cxnLst>
                <a:cxn ang="T102">
                  <a:pos x="T0" y="T1"/>
                </a:cxn>
                <a:cxn ang="T103">
                  <a:pos x="T2" y="T3"/>
                </a:cxn>
                <a:cxn ang="T104">
                  <a:pos x="T4" y="T5"/>
                </a:cxn>
                <a:cxn ang="T105">
                  <a:pos x="T6" y="T7"/>
                </a:cxn>
                <a:cxn ang="T106">
                  <a:pos x="T8" y="T9"/>
                </a:cxn>
                <a:cxn ang="T107">
                  <a:pos x="T10" y="T11"/>
                </a:cxn>
                <a:cxn ang="T108">
                  <a:pos x="T12" y="T13"/>
                </a:cxn>
                <a:cxn ang="T109">
                  <a:pos x="T14" y="T15"/>
                </a:cxn>
                <a:cxn ang="T110">
                  <a:pos x="T16" y="T17"/>
                </a:cxn>
                <a:cxn ang="T111">
                  <a:pos x="T18" y="T19"/>
                </a:cxn>
                <a:cxn ang="T112">
                  <a:pos x="T20" y="T21"/>
                </a:cxn>
                <a:cxn ang="T113">
                  <a:pos x="T22" y="T23"/>
                </a:cxn>
                <a:cxn ang="T114">
                  <a:pos x="T24" y="T25"/>
                </a:cxn>
                <a:cxn ang="T115">
                  <a:pos x="T26" y="T27"/>
                </a:cxn>
                <a:cxn ang="T116">
                  <a:pos x="T28" y="T29"/>
                </a:cxn>
                <a:cxn ang="T117">
                  <a:pos x="T30" y="T31"/>
                </a:cxn>
                <a:cxn ang="T118">
                  <a:pos x="T32" y="T33"/>
                </a:cxn>
                <a:cxn ang="T119">
                  <a:pos x="T34" y="T35"/>
                </a:cxn>
                <a:cxn ang="T120">
                  <a:pos x="T36" y="T37"/>
                </a:cxn>
                <a:cxn ang="T121">
                  <a:pos x="T38" y="T39"/>
                </a:cxn>
                <a:cxn ang="T122">
                  <a:pos x="T40" y="T41"/>
                </a:cxn>
                <a:cxn ang="T123">
                  <a:pos x="T42" y="T43"/>
                </a:cxn>
                <a:cxn ang="T124">
                  <a:pos x="T44" y="T45"/>
                </a:cxn>
                <a:cxn ang="T125">
                  <a:pos x="T46" y="T47"/>
                </a:cxn>
                <a:cxn ang="T126">
                  <a:pos x="T48" y="T49"/>
                </a:cxn>
                <a:cxn ang="T127">
                  <a:pos x="T50" y="T51"/>
                </a:cxn>
                <a:cxn ang="T128">
                  <a:pos x="T52" y="T53"/>
                </a:cxn>
                <a:cxn ang="T129">
                  <a:pos x="T54" y="T55"/>
                </a:cxn>
                <a:cxn ang="T130">
                  <a:pos x="T56" y="T57"/>
                </a:cxn>
                <a:cxn ang="T131">
                  <a:pos x="T58" y="T59"/>
                </a:cxn>
                <a:cxn ang="T132">
                  <a:pos x="T60" y="T61"/>
                </a:cxn>
                <a:cxn ang="T133">
                  <a:pos x="T62" y="T63"/>
                </a:cxn>
                <a:cxn ang="T134">
                  <a:pos x="T64" y="T65"/>
                </a:cxn>
                <a:cxn ang="T135">
                  <a:pos x="T66" y="T67"/>
                </a:cxn>
                <a:cxn ang="T136">
                  <a:pos x="T68" y="T69"/>
                </a:cxn>
                <a:cxn ang="T137">
                  <a:pos x="T70" y="T71"/>
                </a:cxn>
                <a:cxn ang="T138">
                  <a:pos x="T72" y="T73"/>
                </a:cxn>
                <a:cxn ang="T139">
                  <a:pos x="T74" y="T75"/>
                </a:cxn>
                <a:cxn ang="T140">
                  <a:pos x="T76" y="T77"/>
                </a:cxn>
                <a:cxn ang="T141">
                  <a:pos x="T78" y="T79"/>
                </a:cxn>
                <a:cxn ang="T142">
                  <a:pos x="T80" y="T81"/>
                </a:cxn>
                <a:cxn ang="T143">
                  <a:pos x="T82" y="T83"/>
                </a:cxn>
                <a:cxn ang="T144">
                  <a:pos x="T84" y="T85"/>
                </a:cxn>
                <a:cxn ang="T145">
                  <a:pos x="T86" y="T87"/>
                </a:cxn>
                <a:cxn ang="T146">
                  <a:pos x="T88" y="T89"/>
                </a:cxn>
                <a:cxn ang="T147">
                  <a:pos x="T90" y="T91"/>
                </a:cxn>
                <a:cxn ang="T148">
                  <a:pos x="T92" y="T93"/>
                </a:cxn>
                <a:cxn ang="T149">
                  <a:pos x="T94" y="T95"/>
                </a:cxn>
                <a:cxn ang="T150">
                  <a:pos x="T96" y="T97"/>
                </a:cxn>
                <a:cxn ang="T151">
                  <a:pos x="T98" y="T99"/>
                </a:cxn>
                <a:cxn ang="T152">
                  <a:pos x="T100" y="T101"/>
                </a:cxn>
              </a:cxnLst>
              <a:rect l="T153" t="T154" r="T155" b="T156"/>
              <a:pathLst>
                <a:path w="3960" h="4768">
                  <a:moveTo>
                    <a:pt x="353" y="3849"/>
                  </a:moveTo>
                  <a:lnTo>
                    <a:pt x="1661" y="4700"/>
                  </a:lnTo>
                  <a:lnTo>
                    <a:pt x="1697" y="4717"/>
                  </a:lnTo>
                  <a:lnTo>
                    <a:pt x="1736" y="4731"/>
                  </a:lnTo>
                  <a:lnTo>
                    <a:pt x="1776" y="4742"/>
                  </a:lnTo>
                  <a:lnTo>
                    <a:pt x="1818" y="4753"/>
                  </a:lnTo>
                  <a:lnTo>
                    <a:pt x="1860" y="4760"/>
                  </a:lnTo>
                  <a:lnTo>
                    <a:pt x="1902" y="4765"/>
                  </a:lnTo>
                  <a:lnTo>
                    <a:pt x="1946" y="4768"/>
                  </a:lnTo>
                  <a:lnTo>
                    <a:pt x="1988" y="4768"/>
                  </a:lnTo>
                  <a:lnTo>
                    <a:pt x="2031" y="4767"/>
                  </a:lnTo>
                  <a:lnTo>
                    <a:pt x="2073" y="4763"/>
                  </a:lnTo>
                  <a:lnTo>
                    <a:pt x="2114" y="4758"/>
                  </a:lnTo>
                  <a:lnTo>
                    <a:pt x="2154" y="4751"/>
                  </a:lnTo>
                  <a:lnTo>
                    <a:pt x="2193" y="4740"/>
                  </a:lnTo>
                  <a:lnTo>
                    <a:pt x="2230" y="4729"/>
                  </a:lnTo>
                  <a:lnTo>
                    <a:pt x="2264" y="4715"/>
                  </a:lnTo>
                  <a:lnTo>
                    <a:pt x="2297" y="4700"/>
                  </a:lnTo>
                  <a:lnTo>
                    <a:pt x="3639" y="3825"/>
                  </a:lnTo>
                  <a:lnTo>
                    <a:pt x="3673" y="3795"/>
                  </a:lnTo>
                  <a:lnTo>
                    <a:pt x="3707" y="3761"/>
                  </a:lnTo>
                  <a:lnTo>
                    <a:pt x="3738" y="3725"/>
                  </a:lnTo>
                  <a:lnTo>
                    <a:pt x="3768" y="3685"/>
                  </a:lnTo>
                  <a:lnTo>
                    <a:pt x="3796" y="3644"/>
                  </a:lnTo>
                  <a:lnTo>
                    <a:pt x="3821" y="3599"/>
                  </a:lnTo>
                  <a:lnTo>
                    <a:pt x="3846" y="3553"/>
                  </a:lnTo>
                  <a:lnTo>
                    <a:pt x="3868" y="3505"/>
                  </a:lnTo>
                  <a:lnTo>
                    <a:pt x="3888" y="3456"/>
                  </a:lnTo>
                  <a:lnTo>
                    <a:pt x="3907" y="3406"/>
                  </a:lnTo>
                  <a:lnTo>
                    <a:pt x="3922" y="3354"/>
                  </a:lnTo>
                  <a:lnTo>
                    <a:pt x="3935" y="3303"/>
                  </a:lnTo>
                  <a:lnTo>
                    <a:pt x="3946" y="3250"/>
                  </a:lnTo>
                  <a:lnTo>
                    <a:pt x="3953" y="3197"/>
                  </a:lnTo>
                  <a:lnTo>
                    <a:pt x="3957" y="3144"/>
                  </a:lnTo>
                  <a:lnTo>
                    <a:pt x="3960" y="3092"/>
                  </a:lnTo>
                  <a:lnTo>
                    <a:pt x="3959" y="1313"/>
                  </a:lnTo>
                  <a:lnTo>
                    <a:pt x="3955" y="1271"/>
                  </a:lnTo>
                  <a:lnTo>
                    <a:pt x="3949" y="1229"/>
                  </a:lnTo>
                  <a:lnTo>
                    <a:pt x="3941" y="1189"/>
                  </a:lnTo>
                  <a:lnTo>
                    <a:pt x="3930" y="1149"/>
                  </a:lnTo>
                  <a:lnTo>
                    <a:pt x="3918" y="1111"/>
                  </a:lnTo>
                  <a:lnTo>
                    <a:pt x="3902" y="1075"/>
                  </a:lnTo>
                  <a:lnTo>
                    <a:pt x="3886" y="1040"/>
                  </a:lnTo>
                  <a:lnTo>
                    <a:pt x="3867" y="1006"/>
                  </a:lnTo>
                  <a:lnTo>
                    <a:pt x="3846" y="973"/>
                  </a:lnTo>
                  <a:lnTo>
                    <a:pt x="3823" y="942"/>
                  </a:lnTo>
                  <a:lnTo>
                    <a:pt x="3798" y="913"/>
                  </a:lnTo>
                  <a:lnTo>
                    <a:pt x="3771" y="886"/>
                  </a:lnTo>
                  <a:lnTo>
                    <a:pt x="3743" y="860"/>
                  </a:lnTo>
                  <a:lnTo>
                    <a:pt x="3714" y="837"/>
                  </a:lnTo>
                  <a:lnTo>
                    <a:pt x="3682" y="816"/>
                  </a:lnTo>
                  <a:lnTo>
                    <a:pt x="3649" y="796"/>
                  </a:lnTo>
                  <a:lnTo>
                    <a:pt x="2386" y="83"/>
                  </a:lnTo>
                  <a:lnTo>
                    <a:pt x="2350" y="65"/>
                  </a:lnTo>
                  <a:lnTo>
                    <a:pt x="2310" y="50"/>
                  </a:lnTo>
                  <a:lnTo>
                    <a:pt x="2268" y="36"/>
                  </a:lnTo>
                  <a:lnTo>
                    <a:pt x="2223" y="24"/>
                  </a:lnTo>
                  <a:lnTo>
                    <a:pt x="2178" y="15"/>
                  </a:lnTo>
                  <a:lnTo>
                    <a:pt x="2131" y="8"/>
                  </a:lnTo>
                  <a:lnTo>
                    <a:pt x="2082" y="3"/>
                  </a:lnTo>
                  <a:lnTo>
                    <a:pt x="2032" y="0"/>
                  </a:lnTo>
                  <a:lnTo>
                    <a:pt x="1982" y="1"/>
                  </a:lnTo>
                  <a:lnTo>
                    <a:pt x="1933" y="3"/>
                  </a:lnTo>
                  <a:lnTo>
                    <a:pt x="1882" y="9"/>
                  </a:lnTo>
                  <a:lnTo>
                    <a:pt x="1833" y="17"/>
                  </a:lnTo>
                  <a:lnTo>
                    <a:pt x="1785" y="29"/>
                  </a:lnTo>
                  <a:lnTo>
                    <a:pt x="1737" y="43"/>
                  </a:lnTo>
                  <a:lnTo>
                    <a:pt x="1691" y="62"/>
                  </a:lnTo>
                  <a:lnTo>
                    <a:pt x="1647" y="83"/>
                  </a:lnTo>
                  <a:lnTo>
                    <a:pt x="311" y="782"/>
                  </a:lnTo>
                  <a:lnTo>
                    <a:pt x="276" y="803"/>
                  </a:lnTo>
                  <a:lnTo>
                    <a:pt x="243" y="826"/>
                  </a:lnTo>
                  <a:lnTo>
                    <a:pt x="213" y="852"/>
                  </a:lnTo>
                  <a:lnTo>
                    <a:pt x="184" y="879"/>
                  </a:lnTo>
                  <a:lnTo>
                    <a:pt x="155" y="908"/>
                  </a:lnTo>
                  <a:lnTo>
                    <a:pt x="131" y="939"/>
                  </a:lnTo>
                  <a:lnTo>
                    <a:pt x="107" y="971"/>
                  </a:lnTo>
                  <a:lnTo>
                    <a:pt x="86" y="1005"/>
                  </a:lnTo>
                  <a:lnTo>
                    <a:pt x="68" y="1040"/>
                  </a:lnTo>
                  <a:lnTo>
                    <a:pt x="50" y="1076"/>
                  </a:lnTo>
                  <a:lnTo>
                    <a:pt x="36" y="1115"/>
                  </a:lnTo>
                  <a:lnTo>
                    <a:pt x="23" y="1153"/>
                  </a:lnTo>
                  <a:lnTo>
                    <a:pt x="14" y="1195"/>
                  </a:lnTo>
                  <a:lnTo>
                    <a:pt x="7" y="1236"/>
                  </a:lnTo>
                  <a:lnTo>
                    <a:pt x="2" y="1279"/>
                  </a:lnTo>
                  <a:lnTo>
                    <a:pt x="0" y="1322"/>
                  </a:lnTo>
                  <a:lnTo>
                    <a:pt x="0" y="3093"/>
                  </a:lnTo>
                  <a:lnTo>
                    <a:pt x="2" y="3147"/>
                  </a:lnTo>
                  <a:lnTo>
                    <a:pt x="7" y="3202"/>
                  </a:lnTo>
                  <a:lnTo>
                    <a:pt x="15" y="3257"/>
                  </a:lnTo>
                  <a:lnTo>
                    <a:pt x="27" y="3312"/>
                  </a:lnTo>
                  <a:lnTo>
                    <a:pt x="42" y="3366"/>
                  </a:lnTo>
                  <a:lnTo>
                    <a:pt x="59" y="3420"/>
                  </a:lnTo>
                  <a:lnTo>
                    <a:pt x="79" y="3474"/>
                  </a:lnTo>
                  <a:lnTo>
                    <a:pt x="102" y="3525"/>
                  </a:lnTo>
                  <a:lnTo>
                    <a:pt x="127" y="3576"/>
                  </a:lnTo>
                  <a:lnTo>
                    <a:pt x="154" y="3624"/>
                  </a:lnTo>
                  <a:lnTo>
                    <a:pt x="184" y="3670"/>
                  </a:lnTo>
                  <a:lnTo>
                    <a:pt x="214" y="3712"/>
                  </a:lnTo>
                  <a:lnTo>
                    <a:pt x="247" y="3752"/>
                  </a:lnTo>
                  <a:lnTo>
                    <a:pt x="281" y="3788"/>
                  </a:lnTo>
                  <a:lnTo>
                    <a:pt x="317" y="3821"/>
                  </a:lnTo>
                  <a:lnTo>
                    <a:pt x="353" y="384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2300" name="Freeform 36"/>
            <p:cNvSpPr>
              <a:spLocks/>
            </p:cNvSpPr>
            <p:nvPr/>
          </p:nvSpPr>
          <p:spPr bwMode="auto">
            <a:xfrm>
              <a:off x="943" y="2210"/>
              <a:ext cx="276" cy="187"/>
            </a:xfrm>
            <a:custGeom>
              <a:avLst/>
              <a:gdLst>
                <a:gd name="T0" fmla="*/ 11 w 1380"/>
                <a:gd name="T1" fmla="*/ 7 h 937"/>
                <a:gd name="T2" fmla="*/ 11 w 1380"/>
                <a:gd name="T3" fmla="*/ 7 h 937"/>
                <a:gd name="T4" fmla="*/ 0 w 1380"/>
                <a:gd name="T5" fmla="*/ 0 h 937"/>
                <a:gd name="T6" fmla="*/ 0 w 1380"/>
                <a:gd name="T7" fmla="*/ 1 h 937"/>
                <a:gd name="T8" fmla="*/ 10 w 1380"/>
                <a:gd name="T9" fmla="*/ 7 h 937"/>
                <a:gd name="T10" fmla="*/ 10 w 1380"/>
                <a:gd name="T11" fmla="*/ 7 h 937"/>
                <a:gd name="T12" fmla="*/ 10 w 1380"/>
                <a:gd name="T13" fmla="*/ 7 h 937"/>
                <a:gd name="T14" fmla="*/ 11 w 1380"/>
                <a:gd name="T15" fmla="*/ 7 h 937"/>
                <a:gd name="T16" fmla="*/ 11 w 1380"/>
                <a:gd name="T17" fmla="*/ 7 h 937"/>
                <a:gd name="T18" fmla="*/ 11 w 1380"/>
                <a:gd name="T19" fmla="*/ 7 h 937"/>
                <a:gd name="T20" fmla="*/ 11 w 1380"/>
                <a:gd name="T21" fmla="*/ 7 h 937"/>
                <a:gd name="T22" fmla="*/ 11 w 1380"/>
                <a:gd name="T23" fmla="*/ 7 h 937"/>
                <a:gd name="T24" fmla="*/ 11 w 1380"/>
                <a:gd name="T25" fmla="*/ 7 h 937"/>
                <a:gd name="T26" fmla="*/ 11 w 1380"/>
                <a:gd name="T27" fmla="*/ 7 h 937"/>
                <a:gd name="T28" fmla="*/ 11 w 1380"/>
                <a:gd name="T29" fmla="*/ 7 h 937"/>
                <a:gd name="T30" fmla="*/ 11 w 1380"/>
                <a:gd name="T31" fmla="*/ 7 h 93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80"/>
                <a:gd name="T49" fmla="*/ 0 h 937"/>
                <a:gd name="T50" fmla="*/ 1380 w 1380"/>
                <a:gd name="T51" fmla="*/ 937 h 93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80" h="937">
                  <a:moveTo>
                    <a:pt x="1354" y="848"/>
                  </a:moveTo>
                  <a:lnTo>
                    <a:pt x="1359" y="851"/>
                  </a:lnTo>
                  <a:lnTo>
                    <a:pt x="51" y="0"/>
                  </a:lnTo>
                  <a:lnTo>
                    <a:pt x="0" y="78"/>
                  </a:lnTo>
                  <a:lnTo>
                    <a:pt x="1307" y="929"/>
                  </a:lnTo>
                  <a:lnTo>
                    <a:pt x="1312" y="932"/>
                  </a:lnTo>
                  <a:lnTo>
                    <a:pt x="1307" y="929"/>
                  </a:lnTo>
                  <a:lnTo>
                    <a:pt x="1326" y="937"/>
                  </a:lnTo>
                  <a:lnTo>
                    <a:pt x="1345" y="936"/>
                  </a:lnTo>
                  <a:lnTo>
                    <a:pt x="1360" y="929"/>
                  </a:lnTo>
                  <a:lnTo>
                    <a:pt x="1372" y="916"/>
                  </a:lnTo>
                  <a:lnTo>
                    <a:pt x="1379" y="899"/>
                  </a:lnTo>
                  <a:lnTo>
                    <a:pt x="1380" y="883"/>
                  </a:lnTo>
                  <a:lnTo>
                    <a:pt x="1374" y="865"/>
                  </a:lnTo>
                  <a:lnTo>
                    <a:pt x="1359" y="851"/>
                  </a:lnTo>
                  <a:lnTo>
                    <a:pt x="1354" y="84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2301" name="Freeform 37"/>
            <p:cNvSpPr>
              <a:spLocks/>
            </p:cNvSpPr>
            <p:nvPr/>
          </p:nvSpPr>
          <p:spPr bwMode="auto">
            <a:xfrm>
              <a:off x="1206" y="2379"/>
              <a:ext cx="140" cy="32"/>
            </a:xfrm>
            <a:custGeom>
              <a:avLst/>
              <a:gdLst>
                <a:gd name="T0" fmla="*/ 5 w 703"/>
                <a:gd name="T1" fmla="*/ 0 h 162"/>
                <a:gd name="T2" fmla="*/ 5 w 703"/>
                <a:gd name="T3" fmla="*/ 0 h 162"/>
                <a:gd name="T4" fmla="*/ 5 w 703"/>
                <a:gd name="T5" fmla="*/ 0 h 162"/>
                <a:gd name="T6" fmla="*/ 5 w 703"/>
                <a:gd name="T7" fmla="*/ 0 h 162"/>
                <a:gd name="T8" fmla="*/ 4 w 703"/>
                <a:gd name="T9" fmla="*/ 0 h 162"/>
                <a:gd name="T10" fmla="*/ 4 w 703"/>
                <a:gd name="T11" fmla="*/ 0 h 162"/>
                <a:gd name="T12" fmla="*/ 4 w 703"/>
                <a:gd name="T13" fmla="*/ 0 h 162"/>
                <a:gd name="T14" fmla="*/ 3 w 703"/>
                <a:gd name="T15" fmla="*/ 1 h 162"/>
                <a:gd name="T16" fmla="*/ 3 w 703"/>
                <a:gd name="T17" fmla="*/ 1 h 162"/>
                <a:gd name="T18" fmla="*/ 3 w 703"/>
                <a:gd name="T19" fmla="*/ 1 h 162"/>
                <a:gd name="T20" fmla="*/ 2 w 703"/>
                <a:gd name="T21" fmla="*/ 1 h 162"/>
                <a:gd name="T22" fmla="*/ 2 w 703"/>
                <a:gd name="T23" fmla="*/ 1 h 162"/>
                <a:gd name="T24" fmla="*/ 2 w 703"/>
                <a:gd name="T25" fmla="*/ 0 h 162"/>
                <a:gd name="T26" fmla="*/ 1 w 703"/>
                <a:gd name="T27" fmla="*/ 0 h 162"/>
                <a:gd name="T28" fmla="*/ 1 w 703"/>
                <a:gd name="T29" fmla="*/ 0 h 162"/>
                <a:gd name="T30" fmla="*/ 1 w 703"/>
                <a:gd name="T31" fmla="*/ 0 h 162"/>
                <a:gd name="T32" fmla="*/ 1 w 703"/>
                <a:gd name="T33" fmla="*/ 0 h 162"/>
                <a:gd name="T34" fmla="*/ 0 w 703"/>
                <a:gd name="T35" fmla="*/ 0 h 162"/>
                <a:gd name="T36" fmla="*/ 0 w 703"/>
                <a:gd name="T37" fmla="*/ 1 h 162"/>
                <a:gd name="T38" fmla="*/ 0 w 703"/>
                <a:gd name="T39" fmla="*/ 1 h 162"/>
                <a:gd name="T40" fmla="*/ 1 w 703"/>
                <a:gd name="T41" fmla="*/ 1 h 162"/>
                <a:gd name="T42" fmla="*/ 1 w 703"/>
                <a:gd name="T43" fmla="*/ 1 h 162"/>
                <a:gd name="T44" fmla="*/ 1 w 703"/>
                <a:gd name="T45" fmla="*/ 1 h 162"/>
                <a:gd name="T46" fmla="*/ 2 w 703"/>
                <a:gd name="T47" fmla="*/ 1 h 162"/>
                <a:gd name="T48" fmla="*/ 2 w 703"/>
                <a:gd name="T49" fmla="*/ 1 h 162"/>
                <a:gd name="T50" fmla="*/ 2 w 703"/>
                <a:gd name="T51" fmla="*/ 1 h 162"/>
                <a:gd name="T52" fmla="*/ 3 w 703"/>
                <a:gd name="T53" fmla="*/ 1 h 162"/>
                <a:gd name="T54" fmla="*/ 3 w 703"/>
                <a:gd name="T55" fmla="*/ 1 h 162"/>
                <a:gd name="T56" fmla="*/ 3 w 703"/>
                <a:gd name="T57" fmla="*/ 1 h 162"/>
                <a:gd name="T58" fmla="*/ 4 w 703"/>
                <a:gd name="T59" fmla="*/ 1 h 162"/>
                <a:gd name="T60" fmla="*/ 4 w 703"/>
                <a:gd name="T61" fmla="*/ 1 h 162"/>
                <a:gd name="T62" fmla="*/ 5 w 703"/>
                <a:gd name="T63" fmla="*/ 1 h 162"/>
                <a:gd name="T64" fmla="*/ 5 w 703"/>
                <a:gd name="T65" fmla="*/ 1 h 162"/>
                <a:gd name="T66" fmla="*/ 5 w 703"/>
                <a:gd name="T67" fmla="*/ 1 h 162"/>
                <a:gd name="T68" fmla="*/ 5 w 703"/>
                <a:gd name="T69" fmla="*/ 1 h 162"/>
                <a:gd name="T70" fmla="*/ 5 w 703"/>
                <a:gd name="T71" fmla="*/ 1 h 162"/>
                <a:gd name="T72" fmla="*/ 5 w 703"/>
                <a:gd name="T73" fmla="*/ 1 h 162"/>
                <a:gd name="T74" fmla="*/ 5 w 703"/>
                <a:gd name="T75" fmla="*/ 1 h 162"/>
                <a:gd name="T76" fmla="*/ 6 w 703"/>
                <a:gd name="T77" fmla="*/ 0 h 162"/>
                <a:gd name="T78" fmla="*/ 6 w 703"/>
                <a:gd name="T79" fmla="*/ 0 h 162"/>
                <a:gd name="T80" fmla="*/ 6 w 703"/>
                <a:gd name="T81" fmla="*/ 0 h 162"/>
                <a:gd name="T82" fmla="*/ 5 w 703"/>
                <a:gd name="T83" fmla="*/ 0 h 162"/>
                <a:gd name="T84" fmla="*/ 5 w 703"/>
                <a:gd name="T85" fmla="*/ 0 h 162"/>
                <a:gd name="T86" fmla="*/ 5 w 703"/>
                <a:gd name="T87" fmla="*/ 0 h 162"/>
                <a:gd name="T88" fmla="*/ 5 w 703"/>
                <a:gd name="T89" fmla="*/ 0 h 162"/>
                <a:gd name="T90" fmla="*/ 5 w 703"/>
                <a:gd name="T91" fmla="*/ 0 h 162"/>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703"/>
                <a:gd name="T139" fmla="*/ 0 h 162"/>
                <a:gd name="T140" fmla="*/ 703 w 703"/>
                <a:gd name="T141" fmla="*/ 162 h 162"/>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703" h="162">
                  <a:moveTo>
                    <a:pt x="631" y="8"/>
                  </a:moveTo>
                  <a:lnTo>
                    <a:pt x="636" y="6"/>
                  </a:lnTo>
                  <a:lnTo>
                    <a:pt x="606" y="20"/>
                  </a:lnTo>
                  <a:lnTo>
                    <a:pt x="575" y="32"/>
                  </a:lnTo>
                  <a:lnTo>
                    <a:pt x="540" y="42"/>
                  </a:lnTo>
                  <a:lnTo>
                    <a:pt x="504" y="52"/>
                  </a:lnTo>
                  <a:lnTo>
                    <a:pt x="467" y="59"/>
                  </a:lnTo>
                  <a:lnTo>
                    <a:pt x="428" y="64"/>
                  </a:lnTo>
                  <a:lnTo>
                    <a:pt x="389" y="67"/>
                  </a:lnTo>
                  <a:lnTo>
                    <a:pt x="348" y="68"/>
                  </a:lnTo>
                  <a:lnTo>
                    <a:pt x="308" y="68"/>
                  </a:lnTo>
                  <a:lnTo>
                    <a:pt x="267" y="65"/>
                  </a:lnTo>
                  <a:lnTo>
                    <a:pt x="226" y="61"/>
                  </a:lnTo>
                  <a:lnTo>
                    <a:pt x="187" y="54"/>
                  </a:lnTo>
                  <a:lnTo>
                    <a:pt x="148" y="44"/>
                  </a:lnTo>
                  <a:lnTo>
                    <a:pt x="110" y="33"/>
                  </a:lnTo>
                  <a:lnTo>
                    <a:pt x="75" y="20"/>
                  </a:lnTo>
                  <a:lnTo>
                    <a:pt x="42" y="5"/>
                  </a:lnTo>
                  <a:lnTo>
                    <a:pt x="0" y="89"/>
                  </a:lnTo>
                  <a:lnTo>
                    <a:pt x="40" y="107"/>
                  </a:lnTo>
                  <a:lnTo>
                    <a:pt x="82" y="122"/>
                  </a:lnTo>
                  <a:lnTo>
                    <a:pt x="124" y="135"/>
                  </a:lnTo>
                  <a:lnTo>
                    <a:pt x="169" y="146"/>
                  </a:lnTo>
                  <a:lnTo>
                    <a:pt x="214" y="153"/>
                  </a:lnTo>
                  <a:lnTo>
                    <a:pt x="258" y="158"/>
                  </a:lnTo>
                  <a:lnTo>
                    <a:pt x="303" y="162"/>
                  </a:lnTo>
                  <a:lnTo>
                    <a:pt x="348" y="162"/>
                  </a:lnTo>
                  <a:lnTo>
                    <a:pt x="394" y="161"/>
                  </a:lnTo>
                  <a:lnTo>
                    <a:pt x="439" y="157"/>
                  </a:lnTo>
                  <a:lnTo>
                    <a:pt x="481" y="150"/>
                  </a:lnTo>
                  <a:lnTo>
                    <a:pt x="525" y="143"/>
                  </a:lnTo>
                  <a:lnTo>
                    <a:pt x="566" y="132"/>
                  </a:lnTo>
                  <a:lnTo>
                    <a:pt x="606" y="121"/>
                  </a:lnTo>
                  <a:lnTo>
                    <a:pt x="643" y="105"/>
                  </a:lnTo>
                  <a:lnTo>
                    <a:pt x="678" y="88"/>
                  </a:lnTo>
                  <a:lnTo>
                    <a:pt x="683" y="86"/>
                  </a:lnTo>
                  <a:lnTo>
                    <a:pt x="678" y="88"/>
                  </a:lnTo>
                  <a:lnTo>
                    <a:pt x="695" y="75"/>
                  </a:lnTo>
                  <a:lnTo>
                    <a:pt x="702" y="60"/>
                  </a:lnTo>
                  <a:lnTo>
                    <a:pt x="703" y="42"/>
                  </a:lnTo>
                  <a:lnTo>
                    <a:pt x="698" y="26"/>
                  </a:lnTo>
                  <a:lnTo>
                    <a:pt x="688" y="12"/>
                  </a:lnTo>
                  <a:lnTo>
                    <a:pt x="674" y="3"/>
                  </a:lnTo>
                  <a:lnTo>
                    <a:pt x="656" y="0"/>
                  </a:lnTo>
                  <a:lnTo>
                    <a:pt x="636" y="6"/>
                  </a:lnTo>
                  <a:lnTo>
                    <a:pt x="631"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2302" name="Freeform 38"/>
            <p:cNvSpPr>
              <a:spLocks/>
            </p:cNvSpPr>
            <p:nvPr/>
          </p:nvSpPr>
          <p:spPr bwMode="auto">
            <a:xfrm>
              <a:off x="1332" y="2204"/>
              <a:ext cx="283" cy="192"/>
            </a:xfrm>
            <a:custGeom>
              <a:avLst/>
              <a:gdLst>
                <a:gd name="T0" fmla="*/ 11 w 1415"/>
                <a:gd name="T1" fmla="*/ 0 h 960"/>
                <a:gd name="T2" fmla="*/ 11 w 1415"/>
                <a:gd name="T3" fmla="*/ 0 h 960"/>
                <a:gd name="T4" fmla="*/ 0 w 1415"/>
                <a:gd name="T5" fmla="*/ 7 h 960"/>
                <a:gd name="T6" fmla="*/ 0 w 1415"/>
                <a:gd name="T7" fmla="*/ 8 h 960"/>
                <a:gd name="T8" fmla="*/ 11 w 1415"/>
                <a:gd name="T9" fmla="*/ 1 h 960"/>
                <a:gd name="T10" fmla="*/ 11 w 1415"/>
                <a:gd name="T11" fmla="*/ 1 h 960"/>
                <a:gd name="T12" fmla="*/ 11 w 1415"/>
                <a:gd name="T13" fmla="*/ 1 h 960"/>
                <a:gd name="T14" fmla="*/ 11 w 1415"/>
                <a:gd name="T15" fmla="*/ 1 h 960"/>
                <a:gd name="T16" fmla="*/ 11 w 1415"/>
                <a:gd name="T17" fmla="*/ 0 h 960"/>
                <a:gd name="T18" fmla="*/ 11 w 1415"/>
                <a:gd name="T19" fmla="*/ 0 h 960"/>
                <a:gd name="T20" fmla="*/ 11 w 1415"/>
                <a:gd name="T21" fmla="*/ 0 h 960"/>
                <a:gd name="T22" fmla="*/ 11 w 1415"/>
                <a:gd name="T23" fmla="*/ 0 h 960"/>
                <a:gd name="T24" fmla="*/ 11 w 1415"/>
                <a:gd name="T25" fmla="*/ 0 h 960"/>
                <a:gd name="T26" fmla="*/ 11 w 1415"/>
                <a:gd name="T27" fmla="*/ 0 h 960"/>
                <a:gd name="T28" fmla="*/ 11 w 1415"/>
                <a:gd name="T29" fmla="*/ 0 h 960"/>
                <a:gd name="T30" fmla="*/ 11 w 1415"/>
                <a:gd name="T31" fmla="*/ 0 h 96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15"/>
                <a:gd name="T49" fmla="*/ 0 h 960"/>
                <a:gd name="T50" fmla="*/ 1415 w 1415"/>
                <a:gd name="T51" fmla="*/ 960 h 96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15" h="960">
                  <a:moveTo>
                    <a:pt x="1338" y="10"/>
                  </a:moveTo>
                  <a:lnTo>
                    <a:pt x="1342" y="8"/>
                  </a:lnTo>
                  <a:lnTo>
                    <a:pt x="0" y="882"/>
                  </a:lnTo>
                  <a:lnTo>
                    <a:pt x="52" y="960"/>
                  </a:lnTo>
                  <a:lnTo>
                    <a:pt x="1393" y="85"/>
                  </a:lnTo>
                  <a:lnTo>
                    <a:pt x="1397" y="83"/>
                  </a:lnTo>
                  <a:lnTo>
                    <a:pt x="1393" y="85"/>
                  </a:lnTo>
                  <a:lnTo>
                    <a:pt x="1409" y="71"/>
                  </a:lnTo>
                  <a:lnTo>
                    <a:pt x="1415" y="53"/>
                  </a:lnTo>
                  <a:lnTo>
                    <a:pt x="1413" y="37"/>
                  </a:lnTo>
                  <a:lnTo>
                    <a:pt x="1406" y="21"/>
                  </a:lnTo>
                  <a:lnTo>
                    <a:pt x="1395" y="8"/>
                  </a:lnTo>
                  <a:lnTo>
                    <a:pt x="1379" y="1"/>
                  </a:lnTo>
                  <a:lnTo>
                    <a:pt x="1361" y="0"/>
                  </a:lnTo>
                  <a:lnTo>
                    <a:pt x="1342" y="8"/>
                  </a:lnTo>
                  <a:lnTo>
                    <a:pt x="1338" y="1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2303" name="Freeform 39"/>
            <p:cNvSpPr>
              <a:spLocks/>
            </p:cNvSpPr>
            <p:nvPr/>
          </p:nvSpPr>
          <p:spPr bwMode="auto">
            <a:xfrm>
              <a:off x="1599" y="2057"/>
              <a:ext cx="80" cy="163"/>
            </a:xfrm>
            <a:custGeom>
              <a:avLst/>
              <a:gdLst>
                <a:gd name="T0" fmla="*/ 2 w 398"/>
                <a:gd name="T1" fmla="*/ 0 h 817"/>
                <a:gd name="T2" fmla="*/ 2 w 398"/>
                <a:gd name="T3" fmla="*/ 0 h 817"/>
                <a:gd name="T4" fmla="*/ 2 w 398"/>
                <a:gd name="T5" fmla="*/ 1 h 817"/>
                <a:gd name="T6" fmla="*/ 2 w 398"/>
                <a:gd name="T7" fmla="*/ 1 h 817"/>
                <a:gd name="T8" fmla="*/ 2 w 398"/>
                <a:gd name="T9" fmla="*/ 2 h 817"/>
                <a:gd name="T10" fmla="*/ 2 w 398"/>
                <a:gd name="T11" fmla="*/ 2 h 817"/>
                <a:gd name="T12" fmla="*/ 2 w 398"/>
                <a:gd name="T13" fmla="*/ 2 h 817"/>
                <a:gd name="T14" fmla="*/ 2 w 398"/>
                <a:gd name="T15" fmla="*/ 3 h 817"/>
                <a:gd name="T16" fmla="*/ 2 w 398"/>
                <a:gd name="T17" fmla="*/ 3 h 817"/>
                <a:gd name="T18" fmla="*/ 2 w 398"/>
                <a:gd name="T19" fmla="*/ 4 h 817"/>
                <a:gd name="T20" fmla="*/ 2 w 398"/>
                <a:gd name="T21" fmla="*/ 4 h 817"/>
                <a:gd name="T22" fmla="*/ 1 w 398"/>
                <a:gd name="T23" fmla="*/ 4 h 817"/>
                <a:gd name="T24" fmla="*/ 1 w 398"/>
                <a:gd name="T25" fmla="*/ 5 h 817"/>
                <a:gd name="T26" fmla="*/ 1 w 398"/>
                <a:gd name="T27" fmla="*/ 5 h 817"/>
                <a:gd name="T28" fmla="*/ 1 w 398"/>
                <a:gd name="T29" fmla="*/ 5 h 817"/>
                <a:gd name="T30" fmla="*/ 1 w 398"/>
                <a:gd name="T31" fmla="*/ 5 h 817"/>
                <a:gd name="T32" fmla="*/ 0 w 398"/>
                <a:gd name="T33" fmla="*/ 6 h 817"/>
                <a:gd name="T34" fmla="*/ 0 w 398"/>
                <a:gd name="T35" fmla="*/ 6 h 817"/>
                <a:gd name="T36" fmla="*/ 0 w 398"/>
                <a:gd name="T37" fmla="*/ 7 h 817"/>
                <a:gd name="T38" fmla="*/ 1 w 398"/>
                <a:gd name="T39" fmla="*/ 6 h 817"/>
                <a:gd name="T40" fmla="*/ 1 w 398"/>
                <a:gd name="T41" fmla="*/ 6 h 817"/>
                <a:gd name="T42" fmla="*/ 1 w 398"/>
                <a:gd name="T43" fmla="*/ 6 h 817"/>
                <a:gd name="T44" fmla="*/ 2 w 398"/>
                <a:gd name="T45" fmla="*/ 5 h 817"/>
                <a:gd name="T46" fmla="*/ 2 w 398"/>
                <a:gd name="T47" fmla="*/ 5 h 817"/>
                <a:gd name="T48" fmla="*/ 2 w 398"/>
                <a:gd name="T49" fmla="*/ 5 h 817"/>
                <a:gd name="T50" fmla="*/ 2 w 398"/>
                <a:gd name="T51" fmla="*/ 4 h 817"/>
                <a:gd name="T52" fmla="*/ 2 w 398"/>
                <a:gd name="T53" fmla="*/ 4 h 817"/>
                <a:gd name="T54" fmla="*/ 3 w 398"/>
                <a:gd name="T55" fmla="*/ 3 h 817"/>
                <a:gd name="T56" fmla="*/ 3 w 398"/>
                <a:gd name="T57" fmla="*/ 3 h 817"/>
                <a:gd name="T58" fmla="*/ 3 w 398"/>
                <a:gd name="T59" fmla="*/ 3 h 817"/>
                <a:gd name="T60" fmla="*/ 3 w 398"/>
                <a:gd name="T61" fmla="*/ 2 h 817"/>
                <a:gd name="T62" fmla="*/ 3 w 398"/>
                <a:gd name="T63" fmla="*/ 2 h 817"/>
                <a:gd name="T64" fmla="*/ 3 w 398"/>
                <a:gd name="T65" fmla="*/ 1 h 817"/>
                <a:gd name="T66" fmla="*/ 3 w 398"/>
                <a:gd name="T67" fmla="*/ 1 h 817"/>
                <a:gd name="T68" fmla="*/ 3 w 398"/>
                <a:gd name="T69" fmla="*/ 0 h 817"/>
                <a:gd name="T70" fmla="*/ 3 w 398"/>
                <a:gd name="T71" fmla="*/ 0 h 817"/>
                <a:gd name="T72" fmla="*/ 3 w 398"/>
                <a:gd name="T73" fmla="*/ 0 h 817"/>
                <a:gd name="T74" fmla="*/ 3 w 398"/>
                <a:gd name="T75" fmla="*/ 0 h 817"/>
                <a:gd name="T76" fmla="*/ 3 w 398"/>
                <a:gd name="T77" fmla="*/ 0 h 817"/>
                <a:gd name="T78" fmla="*/ 3 w 398"/>
                <a:gd name="T79" fmla="*/ 0 h 817"/>
                <a:gd name="T80" fmla="*/ 3 w 398"/>
                <a:gd name="T81" fmla="*/ 0 h 817"/>
                <a:gd name="T82" fmla="*/ 3 w 398"/>
                <a:gd name="T83" fmla="*/ 0 h 817"/>
                <a:gd name="T84" fmla="*/ 3 w 398"/>
                <a:gd name="T85" fmla="*/ 0 h 817"/>
                <a:gd name="T86" fmla="*/ 2 w 398"/>
                <a:gd name="T87" fmla="*/ 0 h 817"/>
                <a:gd name="T88" fmla="*/ 2 w 398"/>
                <a:gd name="T89" fmla="*/ 0 h 817"/>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398"/>
                <a:gd name="T136" fmla="*/ 0 h 817"/>
                <a:gd name="T137" fmla="*/ 398 w 398"/>
                <a:gd name="T138" fmla="*/ 817 h 817"/>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398" h="817">
                  <a:moveTo>
                    <a:pt x="304" y="47"/>
                  </a:moveTo>
                  <a:lnTo>
                    <a:pt x="304" y="47"/>
                  </a:lnTo>
                  <a:lnTo>
                    <a:pt x="301" y="97"/>
                  </a:lnTo>
                  <a:lnTo>
                    <a:pt x="297" y="147"/>
                  </a:lnTo>
                  <a:lnTo>
                    <a:pt x="291" y="198"/>
                  </a:lnTo>
                  <a:lnTo>
                    <a:pt x="280" y="247"/>
                  </a:lnTo>
                  <a:lnTo>
                    <a:pt x="268" y="297"/>
                  </a:lnTo>
                  <a:lnTo>
                    <a:pt x="253" y="347"/>
                  </a:lnTo>
                  <a:lnTo>
                    <a:pt x="236" y="395"/>
                  </a:lnTo>
                  <a:lnTo>
                    <a:pt x="217" y="442"/>
                  </a:lnTo>
                  <a:lnTo>
                    <a:pt x="195" y="487"/>
                  </a:lnTo>
                  <a:lnTo>
                    <a:pt x="171" y="532"/>
                  </a:lnTo>
                  <a:lnTo>
                    <a:pt x="147" y="574"/>
                  </a:lnTo>
                  <a:lnTo>
                    <a:pt x="121" y="613"/>
                  </a:lnTo>
                  <a:lnTo>
                    <a:pt x="93" y="650"/>
                  </a:lnTo>
                  <a:lnTo>
                    <a:pt x="64" y="684"/>
                  </a:lnTo>
                  <a:lnTo>
                    <a:pt x="32" y="716"/>
                  </a:lnTo>
                  <a:lnTo>
                    <a:pt x="0" y="744"/>
                  </a:lnTo>
                  <a:lnTo>
                    <a:pt x="59" y="817"/>
                  </a:lnTo>
                  <a:lnTo>
                    <a:pt x="95" y="784"/>
                  </a:lnTo>
                  <a:lnTo>
                    <a:pt x="132" y="748"/>
                  </a:lnTo>
                  <a:lnTo>
                    <a:pt x="166" y="709"/>
                  </a:lnTo>
                  <a:lnTo>
                    <a:pt x="196" y="667"/>
                  </a:lnTo>
                  <a:lnTo>
                    <a:pt x="227" y="623"/>
                  </a:lnTo>
                  <a:lnTo>
                    <a:pt x="253" y="576"/>
                  </a:lnTo>
                  <a:lnTo>
                    <a:pt x="279" y="530"/>
                  </a:lnTo>
                  <a:lnTo>
                    <a:pt x="301" y="479"/>
                  </a:lnTo>
                  <a:lnTo>
                    <a:pt x="323" y="428"/>
                  </a:lnTo>
                  <a:lnTo>
                    <a:pt x="342" y="375"/>
                  </a:lnTo>
                  <a:lnTo>
                    <a:pt x="359" y="321"/>
                  </a:lnTo>
                  <a:lnTo>
                    <a:pt x="372" y="268"/>
                  </a:lnTo>
                  <a:lnTo>
                    <a:pt x="382" y="212"/>
                  </a:lnTo>
                  <a:lnTo>
                    <a:pt x="391" y="157"/>
                  </a:lnTo>
                  <a:lnTo>
                    <a:pt x="395" y="102"/>
                  </a:lnTo>
                  <a:lnTo>
                    <a:pt x="398" y="47"/>
                  </a:lnTo>
                  <a:lnTo>
                    <a:pt x="394" y="27"/>
                  </a:lnTo>
                  <a:lnTo>
                    <a:pt x="383" y="11"/>
                  </a:lnTo>
                  <a:lnTo>
                    <a:pt x="368" y="3"/>
                  </a:lnTo>
                  <a:lnTo>
                    <a:pt x="351" y="0"/>
                  </a:lnTo>
                  <a:lnTo>
                    <a:pt x="333" y="3"/>
                  </a:lnTo>
                  <a:lnTo>
                    <a:pt x="319" y="11"/>
                  </a:lnTo>
                  <a:lnTo>
                    <a:pt x="307" y="27"/>
                  </a:lnTo>
                  <a:lnTo>
                    <a:pt x="304" y="4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2304" name="Freeform 40"/>
            <p:cNvSpPr>
              <a:spLocks/>
            </p:cNvSpPr>
            <p:nvPr/>
          </p:nvSpPr>
          <p:spPr bwMode="auto">
            <a:xfrm>
              <a:off x="1660" y="1701"/>
              <a:ext cx="19" cy="365"/>
            </a:xfrm>
            <a:custGeom>
              <a:avLst/>
              <a:gdLst>
                <a:gd name="T0" fmla="*/ 0 w 95"/>
                <a:gd name="T1" fmla="*/ 0 h 1826"/>
                <a:gd name="T2" fmla="*/ 0 w 95"/>
                <a:gd name="T3" fmla="*/ 0 h 1826"/>
                <a:gd name="T4" fmla="*/ 0 w 95"/>
                <a:gd name="T5" fmla="*/ 15 h 1826"/>
                <a:gd name="T6" fmla="*/ 1 w 95"/>
                <a:gd name="T7" fmla="*/ 15 h 1826"/>
                <a:gd name="T8" fmla="*/ 1 w 95"/>
                <a:gd name="T9" fmla="*/ 0 h 1826"/>
                <a:gd name="T10" fmla="*/ 1 w 95"/>
                <a:gd name="T11" fmla="*/ 0 h 1826"/>
                <a:gd name="T12" fmla="*/ 1 w 95"/>
                <a:gd name="T13" fmla="*/ 0 h 1826"/>
                <a:gd name="T14" fmla="*/ 1 w 95"/>
                <a:gd name="T15" fmla="*/ 0 h 1826"/>
                <a:gd name="T16" fmla="*/ 1 w 95"/>
                <a:gd name="T17" fmla="*/ 0 h 1826"/>
                <a:gd name="T18" fmla="*/ 1 w 95"/>
                <a:gd name="T19" fmla="*/ 0 h 1826"/>
                <a:gd name="T20" fmla="*/ 0 w 95"/>
                <a:gd name="T21" fmla="*/ 0 h 1826"/>
                <a:gd name="T22" fmla="*/ 0 w 95"/>
                <a:gd name="T23" fmla="*/ 0 h 1826"/>
                <a:gd name="T24" fmla="*/ 0 w 95"/>
                <a:gd name="T25" fmla="*/ 0 h 1826"/>
                <a:gd name="T26" fmla="*/ 0 w 95"/>
                <a:gd name="T27" fmla="*/ 0 h 1826"/>
                <a:gd name="T28" fmla="*/ 0 w 95"/>
                <a:gd name="T29" fmla="*/ 0 h 1826"/>
                <a:gd name="T30" fmla="*/ 0 w 95"/>
                <a:gd name="T31" fmla="*/ 0 h 182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95"/>
                <a:gd name="T49" fmla="*/ 0 h 1826"/>
                <a:gd name="T50" fmla="*/ 95 w 95"/>
                <a:gd name="T51" fmla="*/ 1826 h 182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95" h="1826">
                  <a:moveTo>
                    <a:pt x="0" y="49"/>
                  </a:moveTo>
                  <a:lnTo>
                    <a:pt x="0" y="47"/>
                  </a:lnTo>
                  <a:lnTo>
                    <a:pt x="1" y="1826"/>
                  </a:lnTo>
                  <a:lnTo>
                    <a:pt x="95" y="1826"/>
                  </a:lnTo>
                  <a:lnTo>
                    <a:pt x="93" y="47"/>
                  </a:lnTo>
                  <a:lnTo>
                    <a:pt x="93" y="45"/>
                  </a:lnTo>
                  <a:lnTo>
                    <a:pt x="93" y="47"/>
                  </a:lnTo>
                  <a:lnTo>
                    <a:pt x="90" y="27"/>
                  </a:lnTo>
                  <a:lnTo>
                    <a:pt x="79" y="12"/>
                  </a:lnTo>
                  <a:lnTo>
                    <a:pt x="64" y="4"/>
                  </a:lnTo>
                  <a:lnTo>
                    <a:pt x="47" y="0"/>
                  </a:lnTo>
                  <a:lnTo>
                    <a:pt x="29" y="4"/>
                  </a:lnTo>
                  <a:lnTo>
                    <a:pt x="15" y="12"/>
                  </a:lnTo>
                  <a:lnTo>
                    <a:pt x="3" y="27"/>
                  </a:lnTo>
                  <a:lnTo>
                    <a:pt x="0" y="47"/>
                  </a:lnTo>
                  <a:lnTo>
                    <a:pt x="0" y="4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2305" name="Freeform 41"/>
            <p:cNvSpPr>
              <a:spLocks/>
            </p:cNvSpPr>
            <p:nvPr/>
          </p:nvSpPr>
          <p:spPr bwMode="auto">
            <a:xfrm>
              <a:off x="1598" y="1598"/>
              <a:ext cx="81" cy="113"/>
            </a:xfrm>
            <a:custGeom>
              <a:avLst/>
              <a:gdLst>
                <a:gd name="T0" fmla="*/ 0 w 401"/>
                <a:gd name="T1" fmla="*/ 1 h 566"/>
                <a:gd name="T2" fmla="*/ 0 w 401"/>
                <a:gd name="T3" fmla="*/ 1 h 566"/>
                <a:gd name="T4" fmla="*/ 0 w 401"/>
                <a:gd name="T5" fmla="*/ 1 h 566"/>
                <a:gd name="T6" fmla="*/ 1 w 401"/>
                <a:gd name="T7" fmla="*/ 1 h 566"/>
                <a:gd name="T8" fmla="*/ 1 w 401"/>
                <a:gd name="T9" fmla="*/ 1 h 566"/>
                <a:gd name="T10" fmla="*/ 1 w 401"/>
                <a:gd name="T11" fmla="*/ 1 h 566"/>
                <a:gd name="T12" fmla="*/ 1 w 401"/>
                <a:gd name="T13" fmla="*/ 2 h 566"/>
                <a:gd name="T14" fmla="*/ 1 w 401"/>
                <a:gd name="T15" fmla="*/ 2 h 566"/>
                <a:gd name="T16" fmla="*/ 2 w 401"/>
                <a:gd name="T17" fmla="*/ 2 h 566"/>
                <a:gd name="T18" fmla="*/ 2 w 401"/>
                <a:gd name="T19" fmla="*/ 2 h 566"/>
                <a:gd name="T20" fmla="*/ 2 w 401"/>
                <a:gd name="T21" fmla="*/ 2 h 566"/>
                <a:gd name="T22" fmla="*/ 2 w 401"/>
                <a:gd name="T23" fmla="*/ 3 h 566"/>
                <a:gd name="T24" fmla="*/ 2 w 401"/>
                <a:gd name="T25" fmla="*/ 3 h 566"/>
                <a:gd name="T26" fmla="*/ 2 w 401"/>
                <a:gd name="T27" fmla="*/ 3 h 566"/>
                <a:gd name="T28" fmla="*/ 2 w 401"/>
                <a:gd name="T29" fmla="*/ 4 h 566"/>
                <a:gd name="T30" fmla="*/ 2 w 401"/>
                <a:gd name="T31" fmla="*/ 4 h 566"/>
                <a:gd name="T32" fmla="*/ 2 w 401"/>
                <a:gd name="T33" fmla="*/ 4 h 566"/>
                <a:gd name="T34" fmla="*/ 3 w 401"/>
                <a:gd name="T35" fmla="*/ 5 h 566"/>
                <a:gd name="T36" fmla="*/ 3 w 401"/>
                <a:gd name="T37" fmla="*/ 4 h 566"/>
                <a:gd name="T38" fmla="*/ 3 w 401"/>
                <a:gd name="T39" fmla="*/ 4 h 566"/>
                <a:gd name="T40" fmla="*/ 3 w 401"/>
                <a:gd name="T41" fmla="*/ 4 h 566"/>
                <a:gd name="T42" fmla="*/ 3 w 401"/>
                <a:gd name="T43" fmla="*/ 3 h 566"/>
                <a:gd name="T44" fmla="*/ 3 w 401"/>
                <a:gd name="T45" fmla="*/ 3 h 566"/>
                <a:gd name="T46" fmla="*/ 3 w 401"/>
                <a:gd name="T47" fmla="*/ 3 h 566"/>
                <a:gd name="T48" fmla="*/ 3 w 401"/>
                <a:gd name="T49" fmla="*/ 2 h 566"/>
                <a:gd name="T50" fmla="*/ 3 w 401"/>
                <a:gd name="T51" fmla="*/ 2 h 566"/>
                <a:gd name="T52" fmla="*/ 2 w 401"/>
                <a:gd name="T53" fmla="*/ 2 h 566"/>
                <a:gd name="T54" fmla="*/ 2 w 401"/>
                <a:gd name="T55" fmla="*/ 2 h 566"/>
                <a:gd name="T56" fmla="*/ 2 w 401"/>
                <a:gd name="T57" fmla="*/ 1 h 566"/>
                <a:gd name="T58" fmla="*/ 2 w 401"/>
                <a:gd name="T59" fmla="*/ 1 h 566"/>
                <a:gd name="T60" fmla="*/ 2 w 401"/>
                <a:gd name="T61" fmla="*/ 1 h 566"/>
                <a:gd name="T62" fmla="*/ 1 w 401"/>
                <a:gd name="T63" fmla="*/ 1 h 566"/>
                <a:gd name="T64" fmla="*/ 1 w 401"/>
                <a:gd name="T65" fmla="*/ 0 h 566"/>
                <a:gd name="T66" fmla="*/ 1 w 401"/>
                <a:gd name="T67" fmla="*/ 0 h 566"/>
                <a:gd name="T68" fmla="*/ 1 w 401"/>
                <a:gd name="T69" fmla="*/ 0 h 566"/>
                <a:gd name="T70" fmla="*/ 1 w 401"/>
                <a:gd name="T71" fmla="*/ 0 h 566"/>
                <a:gd name="T72" fmla="*/ 1 w 401"/>
                <a:gd name="T73" fmla="*/ 0 h 566"/>
                <a:gd name="T74" fmla="*/ 0 w 401"/>
                <a:gd name="T75" fmla="*/ 0 h 566"/>
                <a:gd name="T76" fmla="*/ 0 w 401"/>
                <a:gd name="T77" fmla="*/ 0 h 566"/>
                <a:gd name="T78" fmla="*/ 0 w 401"/>
                <a:gd name="T79" fmla="*/ 0 h 566"/>
                <a:gd name="T80" fmla="*/ 0 w 401"/>
                <a:gd name="T81" fmla="*/ 0 h 566"/>
                <a:gd name="T82" fmla="*/ 0 w 401"/>
                <a:gd name="T83" fmla="*/ 0 h 566"/>
                <a:gd name="T84" fmla="*/ 0 w 401"/>
                <a:gd name="T85" fmla="*/ 0 h 566"/>
                <a:gd name="T86" fmla="*/ 0 w 401"/>
                <a:gd name="T87" fmla="*/ 1 h 566"/>
                <a:gd name="T88" fmla="*/ 0 w 401"/>
                <a:gd name="T89" fmla="*/ 1 h 56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401"/>
                <a:gd name="T136" fmla="*/ 0 h 566"/>
                <a:gd name="T137" fmla="*/ 401 w 401"/>
                <a:gd name="T138" fmla="*/ 566 h 566"/>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401" h="566">
                  <a:moveTo>
                    <a:pt x="23" y="88"/>
                  </a:moveTo>
                  <a:lnTo>
                    <a:pt x="23" y="88"/>
                  </a:lnTo>
                  <a:lnTo>
                    <a:pt x="53" y="107"/>
                  </a:lnTo>
                  <a:lnTo>
                    <a:pt x="83" y="125"/>
                  </a:lnTo>
                  <a:lnTo>
                    <a:pt x="108" y="147"/>
                  </a:lnTo>
                  <a:lnTo>
                    <a:pt x="135" y="171"/>
                  </a:lnTo>
                  <a:lnTo>
                    <a:pt x="160" y="196"/>
                  </a:lnTo>
                  <a:lnTo>
                    <a:pt x="182" y="223"/>
                  </a:lnTo>
                  <a:lnTo>
                    <a:pt x="205" y="251"/>
                  </a:lnTo>
                  <a:lnTo>
                    <a:pt x="223" y="281"/>
                  </a:lnTo>
                  <a:lnTo>
                    <a:pt x="240" y="312"/>
                  </a:lnTo>
                  <a:lnTo>
                    <a:pt x="256" y="345"/>
                  </a:lnTo>
                  <a:lnTo>
                    <a:pt x="270" y="379"/>
                  </a:lnTo>
                  <a:lnTo>
                    <a:pt x="282" y="414"/>
                  </a:lnTo>
                  <a:lnTo>
                    <a:pt x="291" y="450"/>
                  </a:lnTo>
                  <a:lnTo>
                    <a:pt x="299" y="488"/>
                  </a:lnTo>
                  <a:lnTo>
                    <a:pt x="304" y="526"/>
                  </a:lnTo>
                  <a:lnTo>
                    <a:pt x="308" y="566"/>
                  </a:lnTo>
                  <a:lnTo>
                    <a:pt x="401" y="562"/>
                  </a:lnTo>
                  <a:lnTo>
                    <a:pt x="398" y="517"/>
                  </a:lnTo>
                  <a:lnTo>
                    <a:pt x="391" y="471"/>
                  </a:lnTo>
                  <a:lnTo>
                    <a:pt x="383" y="429"/>
                  </a:lnTo>
                  <a:lnTo>
                    <a:pt x="371" y="386"/>
                  </a:lnTo>
                  <a:lnTo>
                    <a:pt x="357" y="346"/>
                  </a:lnTo>
                  <a:lnTo>
                    <a:pt x="340" y="307"/>
                  </a:lnTo>
                  <a:lnTo>
                    <a:pt x="324" y="270"/>
                  </a:lnTo>
                  <a:lnTo>
                    <a:pt x="303" y="232"/>
                  </a:lnTo>
                  <a:lnTo>
                    <a:pt x="280" y="197"/>
                  </a:lnTo>
                  <a:lnTo>
                    <a:pt x="255" y="164"/>
                  </a:lnTo>
                  <a:lnTo>
                    <a:pt x="228" y="132"/>
                  </a:lnTo>
                  <a:lnTo>
                    <a:pt x="199" y="103"/>
                  </a:lnTo>
                  <a:lnTo>
                    <a:pt x="169" y="76"/>
                  </a:lnTo>
                  <a:lnTo>
                    <a:pt x="137" y="50"/>
                  </a:lnTo>
                  <a:lnTo>
                    <a:pt x="103" y="27"/>
                  </a:lnTo>
                  <a:lnTo>
                    <a:pt x="67" y="6"/>
                  </a:lnTo>
                  <a:lnTo>
                    <a:pt x="48" y="0"/>
                  </a:lnTo>
                  <a:lnTo>
                    <a:pt x="30" y="2"/>
                  </a:lnTo>
                  <a:lnTo>
                    <a:pt x="16" y="12"/>
                  </a:lnTo>
                  <a:lnTo>
                    <a:pt x="5" y="25"/>
                  </a:lnTo>
                  <a:lnTo>
                    <a:pt x="0" y="41"/>
                  </a:lnTo>
                  <a:lnTo>
                    <a:pt x="0" y="59"/>
                  </a:lnTo>
                  <a:lnTo>
                    <a:pt x="8" y="75"/>
                  </a:lnTo>
                  <a:lnTo>
                    <a:pt x="23"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2306" name="Freeform 42"/>
            <p:cNvSpPr>
              <a:spLocks/>
            </p:cNvSpPr>
            <p:nvPr/>
          </p:nvSpPr>
          <p:spPr bwMode="auto">
            <a:xfrm>
              <a:off x="1346" y="1455"/>
              <a:ext cx="266" cy="160"/>
            </a:xfrm>
            <a:custGeom>
              <a:avLst/>
              <a:gdLst>
                <a:gd name="T0" fmla="*/ 0 w 1330"/>
                <a:gd name="T1" fmla="*/ 1 h 801"/>
                <a:gd name="T2" fmla="*/ 0 w 1330"/>
                <a:gd name="T3" fmla="*/ 1 h 801"/>
                <a:gd name="T4" fmla="*/ 10 w 1330"/>
                <a:gd name="T5" fmla="*/ 6 h 801"/>
                <a:gd name="T6" fmla="*/ 11 w 1330"/>
                <a:gd name="T7" fmla="*/ 6 h 801"/>
                <a:gd name="T8" fmla="*/ 1 w 1330"/>
                <a:gd name="T9" fmla="*/ 0 h 801"/>
                <a:gd name="T10" fmla="*/ 1 w 1330"/>
                <a:gd name="T11" fmla="*/ 0 h 801"/>
                <a:gd name="T12" fmla="*/ 1 w 1330"/>
                <a:gd name="T13" fmla="*/ 0 h 801"/>
                <a:gd name="T14" fmla="*/ 0 w 1330"/>
                <a:gd name="T15" fmla="*/ 0 h 801"/>
                <a:gd name="T16" fmla="*/ 0 w 1330"/>
                <a:gd name="T17" fmla="*/ 0 h 801"/>
                <a:gd name="T18" fmla="*/ 0 w 1330"/>
                <a:gd name="T19" fmla="*/ 0 h 801"/>
                <a:gd name="T20" fmla="*/ 0 w 1330"/>
                <a:gd name="T21" fmla="*/ 0 h 801"/>
                <a:gd name="T22" fmla="*/ 0 w 1330"/>
                <a:gd name="T23" fmla="*/ 0 h 801"/>
                <a:gd name="T24" fmla="*/ 0 w 1330"/>
                <a:gd name="T25" fmla="*/ 0 h 801"/>
                <a:gd name="T26" fmla="*/ 0 w 1330"/>
                <a:gd name="T27" fmla="*/ 1 h 801"/>
                <a:gd name="T28" fmla="*/ 0 w 1330"/>
                <a:gd name="T29" fmla="*/ 1 h 801"/>
                <a:gd name="T30" fmla="*/ 0 w 1330"/>
                <a:gd name="T31" fmla="*/ 1 h 801"/>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30"/>
                <a:gd name="T49" fmla="*/ 0 h 801"/>
                <a:gd name="T50" fmla="*/ 1330 w 1330"/>
                <a:gd name="T51" fmla="*/ 801 h 801"/>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30" h="801">
                  <a:moveTo>
                    <a:pt x="24" y="88"/>
                  </a:moveTo>
                  <a:lnTo>
                    <a:pt x="23" y="88"/>
                  </a:lnTo>
                  <a:lnTo>
                    <a:pt x="1286" y="801"/>
                  </a:lnTo>
                  <a:lnTo>
                    <a:pt x="1330" y="719"/>
                  </a:lnTo>
                  <a:lnTo>
                    <a:pt x="67" y="6"/>
                  </a:lnTo>
                  <a:lnTo>
                    <a:pt x="66" y="6"/>
                  </a:lnTo>
                  <a:lnTo>
                    <a:pt x="67" y="6"/>
                  </a:lnTo>
                  <a:lnTo>
                    <a:pt x="48" y="0"/>
                  </a:lnTo>
                  <a:lnTo>
                    <a:pt x="30" y="2"/>
                  </a:lnTo>
                  <a:lnTo>
                    <a:pt x="16" y="12"/>
                  </a:lnTo>
                  <a:lnTo>
                    <a:pt x="5" y="25"/>
                  </a:lnTo>
                  <a:lnTo>
                    <a:pt x="0" y="41"/>
                  </a:lnTo>
                  <a:lnTo>
                    <a:pt x="0" y="59"/>
                  </a:lnTo>
                  <a:lnTo>
                    <a:pt x="8" y="75"/>
                  </a:lnTo>
                  <a:lnTo>
                    <a:pt x="23" y="88"/>
                  </a:lnTo>
                  <a:lnTo>
                    <a:pt x="24"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2307" name="Freeform 43"/>
            <p:cNvSpPr>
              <a:spLocks/>
            </p:cNvSpPr>
            <p:nvPr/>
          </p:nvSpPr>
          <p:spPr bwMode="auto">
            <a:xfrm>
              <a:off x="1198" y="1439"/>
              <a:ext cx="161" cy="35"/>
            </a:xfrm>
            <a:custGeom>
              <a:avLst/>
              <a:gdLst>
                <a:gd name="T0" fmla="*/ 1 w 806"/>
                <a:gd name="T1" fmla="*/ 1 h 177"/>
                <a:gd name="T2" fmla="*/ 1 w 806"/>
                <a:gd name="T3" fmla="*/ 1 h 177"/>
                <a:gd name="T4" fmla="*/ 1 w 806"/>
                <a:gd name="T5" fmla="*/ 1 h 177"/>
                <a:gd name="T6" fmla="*/ 1 w 806"/>
                <a:gd name="T7" fmla="*/ 1 h 177"/>
                <a:gd name="T8" fmla="*/ 2 w 806"/>
                <a:gd name="T9" fmla="*/ 1 h 177"/>
                <a:gd name="T10" fmla="*/ 2 w 806"/>
                <a:gd name="T11" fmla="*/ 1 h 177"/>
                <a:gd name="T12" fmla="*/ 2 w 806"/>
                <a:gd name="T13" fmla="*/ 1 h 177"/>
                <a:gd name="T14" fmla="*/ 3 w 806"/>
                <a:gd name="T15" fmla="*/ 1 h 177"/>
                <a:gd name="T16" fmla="*/ 3 w 806"/>
                <a:gd name="T17" fmla="*/ 1 h 177"/>
                <a:gd name="T18" fmla="*/ 3 w 806"/>
                <a:gd name="T19" fmla="*/ 1 h 177"/>
                <a:gd name="T20" fmla="*/ 4 w 806"/>
                <a:gd name="T21" fmla="*/ 1 h 177"/>
                <a:gd name="T22" fmla="*/ 4 w 806"/>
                <a:gd name="T23" fmla="*/ 1 h 177"/>
                <a:gd name="T24" fmla="*/ 5 w 806"/>
                <a:gd name="T25" fmla="*/ 1 h 177"/>
                <a:gd name="T26" fmla="*/ 5 w 806"/>
                <a:gd name="T27" fmla="*/ 1 h 177"/>
                <a:gd name="T28" fmla="*/ 5 w 806"/>
                <a:gd name="T29" fmla="*/ 1 h 177"/>
                <a:gd name="T30" fmla="*/ 6 w 806"/>
                <a:gd name="T31" fmla="*/ 1 h 177"/>
                <a:gd name="T32" fmla="*/ 6 w 806"/>
                <a:gd name="T33" fmla="*/ 1 h 177"/>
                <a:gd name="T34" fmla="*/ 6 w 806"/>
                <a:gd name="T35" fmla="*/ 1 h 177"/>
                <a:gd name="T36" fmla="*/ 6 w 806"/>
                <a:gd name="T37" fmla="*/ 1 h 177"/>
                <a:gd name="T38" fmla="*/ 6 w 806"/>
                <a:gd name="T39" fmla="*/ 1 h 177"/>
                <a:gd name="T40" fmla="*/ 6 w 806"/>
                <a:gd name="T41" fmla="*/ 0 h 177"/>
                <a:gd name="T42" fmla="*/ 5 w 806"/>
                <a:gd name="T43" fmla="*/ 0 h 177"/>
                <a:gd name="T44" fmla="*/ 5 w 806"/>
                <a:gd name="T45" fmla="*/ 0 h 177"/>
                <a:gd name="T46" fmla="*/ 5 w 806"/>
                <a:gd name="T47" fmla="*/ 0 h 177"/>
                <a:gd name="T48" fmla="*/ 4 w 806"/>
                <a:gd name="T49" fmla="*/ 0 h 177"/>
                <a:gd name="T50" fmla="*/ 4 w 806"/>
                <a:gd name="T51" fmla="*/ 0 h 177"/>
                <a:gd name="T52" fmla="*/ 3 w 806"/>
                <a:gd name="T53" fmla="*/ 0 h 177"/>
                <a:gd name="T54" fmla="*/ 3 w 806"/>
                <a:gd name="T55" fmla="*/ 0 h 177"/>
                <a:gd name="T56" fmla="*/ 3 w 806"/>
                <a:gd name="T57" fmla="*/ 0 h 177"/>
                <a:gd name="T58" fmla="*/ 2 w 806"/>
                <a:gd name="T59" fmla="*/ 0 h 177"/>
                <a:gd name="T60" fmla="*/ 2 w 806"/>
                <a:gd name="T61" fmla="*/ 0 h 177"/>
                <a:gd name="T62" fmla="*/ 1 w 806"/>
                <a:gd name="T63" fmla="*/ 0 h 177"/>
                <a:gd name="T64" fmla="*/ 1 w 806"/>
                <a:gd name="T65" fmla="*/ 0 h 177"/>
                <a:gd name="T66" fmla="*/ 1 w 806"/>
                <a:gd name="T67" fmla="*/ 1 h 177"/>
                <a:gd name="T68" fmla="*/ 0 w 806"/>
                <a:gd name="T69" fmla="*/ 1 h 177"/>
                <a:gd name="T70" fmla="*/ 0 w 806"/>
                <a:gd name="T71" fmla="*/ 1 h 177"/>
                <a:gd name="T72" fmla="*/ 0 w 806"/>
                <a:gd name="T73" fmla="*/ 1 h 177"/>
                <a:gd name="T74" fmla="*/ 0 w 806"/>
                <a:gd name="T75" fmla="*/ 1 h 177"/>
                <a:gd name="T76" fmla="*/ 0 w 806"/>
                <a:gd name="T77" fmla="*/ 1 h 177"/>
                <a:gd name="T78" fmla="*/ 0 w 806"/>
                <a:gd name="T79" fmla="*/ 1 h 177"/>
                <a:gd name="T80" fmla="*/ 0 w 806"/>
                <a:gd name="T81" fmla="*/ 1 h 177"/>
                <a:gd name="T82" fmla="*/ 0 w 806"/>
                <a:gd name="T83" fmla="*/ 1 h 177"/>
                <a:gd name="T84" fmla="*/ 0 w 806"/>
                <a:gd name="T85" fmla="*/ 1 h 177"/>
                <a:gd name="T86" fmla="*/ 0 w 806"/>
                <a:gd name="T87" fmla="*/ 1 h 177"/>
                <a:gd name="T88" fmla="*/ 1 w 806"/>
                <a:gd name="T89" fmla="*/ 1 h 177"/>
                <a:gd name="T90" fmla="*/ 1 w 806"/>
                <a:gd name="T91" fmla="*/ 1 h 17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806"/>
                <a:gd name="T139" fmla="*/ 0 h 177"/>
                <a:gd name="T140" fmla="*/ 806 w 806"/>
                <a:gd name="T141" fmla="*/ 177 h 17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806" h="177">
                  <a:moveTo>
                    <a:pt x="67" y="171"/>
                  </a:moveTo>
                  <a:lnTo>
                    <a:pt x="68" y="171"/>
                  </a:lnTo>
                  <a:lnTo>
                    <a:pt x="109" y="151"/>
                  </a:lnTo>
                  <a:lnTo>
                    <a:pt x="151" y="135"/>
                  </a:lnTo>
                  <a:lnTo>
                    <a:pt x="196" y="122"/>
                  </a:lnTo>
                  <a:lnTo>
                    <a:pt x="242" y="110"/>
                  </a:lnTo>
                  <a:lnTo>
                    <a:pt x="287" y="102"/>
                  </a:lnTo>
                  <a:lnTo>
                    <a:pt x="335" y="97"/>
                  </a:lnTo>
                  <a:lnTo>
                    <a:pt x="382" y="95"/>
                  </a:lnTo>
                  <a:lnTo>
                    <a:pt x="430" y="94"/>
                  </a:lnTo>
                  <a:lnTo>
                    <a:pt x="477" y="97"/>
                  </a:lnTo>
                  <a:lnTo>
                    <a:pt x="524" y="102"/>
                  </a:lnTo>
                  <a:lnTo>
                    <a:pt x="568" y="108"/>
                  </a:lnTo>
                  <a:lnTo>
                    <a:pt x="612" y="117"/>
                  </a:lnTo>
                  <a:lnTo>
                    <a:pt x="654" y="128"/>
                  </a:lnTo>
                  <a:lnTo>
                    <a:pt x="693" y="141"/>
                  </a:lnTo>
                  <a:lnTo>
                    <a:pt x="730" y="155"/>
                  </a:lnTo>
                  <a:lnTo>
                    <a:pt x="764" y="171"/>
                  </a:lnTo>
                  <a:lnTo>
                    <a:pt x="806" y="89"/>
                  </a:lnTo>
                  <a:lnTo>
                    <a:pt x="768" y="70"/>
                  </a:lnTo>
                  <a:lnTo>
                    <a:pt x="725" y="54"/>
                  </a:lnTo>
                  <a:lnTo>
                    <a:pt x="680" y="39"/>
                  </a:lnTo>
                  <a:lnTo>
                    <a:pt x="633" y="26"/>
                  </a:lnTo>
                  <a:lnTo>
                    <a:pt x="585" y="16"/>
                  </a:lnTo>
                  <a:lnTo>
                    <a:pt x="536" y="8"/>
                  </a:lnTo>
                  <a:lnTo>
                    <a:pt x="484" y="3"/>
                  </a:lnTo>
                  <a:lnTo>
                    <a:pt x="433" y="0"/>
                  </a:lnTo>
                  <a:lnTo>
                    <a:pt x="380" y="1"/>
                  </a:lnTo>
                  <a:lnTo>
                    <a:pt x="328" y="3"/>
                  </a:lnTo>
                  <a:lnTo>
                    <a:pt x="276" y="10"/>
                  </a:lnTo>
                  <a:lnTo>
                    <a:pt x="223" y="19"/>
                  </a:lnTo>
                  <a:lnTo>
                    <a:pt x="172" y="30"/>
                  </a:lnTo>
                  <a:lnTo>
                    <a:pt x="121" y="46"/>
                  </a:lnTo>
                  <a:lnTo>
                    <a:pt x="72" y="67"/>
                  </a:lnTo>
                  <a:lnTo>
                    <a:pt x="24" y="89"/>
                  </a:lnTo>
                  <a:lnTo>
                    <a:pt x="25" y="89"/>
                  </a:lnTo>
                  <a:lnTo>
                    <a:pt x="24" y="89"/>
                  </a:lnTo>
                  <a:lnTo>
                    <a:pt x="8" y="102"/>
                  </a:lnTo>
                  <a:lnTo>
                    <a:pt x="0" y="118"/>
                  </a:lnTo>
                  <a:lnTo>
                    <a:pt x="0" y="136"/>
                  </a:lnTo>
                  <a:lnTo>
                    <a:pt x="6" y="152"/>
                  </a:lnTo>
                  <a:lnTo>
                    <a:pt x="17" y="165"/>
                  </a:lnTo>
                  <a:lnTo>
                    <a:pt x="31" y="175"/>
                  </a:lnTo>
                  <a:lnTo>
                    <a:pt x="48" y="177"/>
                  </a:lnTo>
                  <a:lnTo>
                    <a:pt x="68" y="171"/>
                  </a:lnTo>
                  <a:lnTo>
                    <a:pt x="67" y="1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2308" name="Freeform 44"/>
            <p:cNvSpPr>
              <a:spLocks/>
            </p:cNvSpPr>
            <p:nvPr/>
          </p:nvSpPr>
          <p:spPr bwMode="auto">
            <a:xfrm>
              <a:off x="931" y="1456"/>
              <a:ext cx="280" cy="158"/>
            </a:xfrm>
            <a:custGeom>
              <a:avLst/>
              <a:gdLst>
                <a:gd name="T0" fmla="*/ 1 w 1402"/>
                <a:gd name="T1" fmla="*/ 6 h 787"/>
                <a:gd name="T2" fmla="*/ 1 w 1402"/>
                <a:gd name="T3" fmla="*/ 6 h 787"/>
                <a:gd name="T4" fmla="*/ 11 w 1402"/>
                <a:gd name="T5" fmla="*/ 1 h 787"/>
                <a:gd name="T6" fmla="*/ 11 w 1402"/>
                <a:gd name="T7" fmla="*/ 0 h 787"/>
                <a:gd name="T8" fmla="*/ 0 w 1402"/>
                <a:gd name="T9" fmla="*/ 6 h 787"/>
                <a:gd name="T10" fmla="*/ 0 w 1402"/>
                <a:gd name="T11" fmla="*/ 6 h 787"/>
                <a:gd name="T12" fmla="*/ 0 w 1402"/>
                <a:gd name="T13" fmla="*/ 6 h 787"/>
                <a:gd name="T14" fmla="*/ 0 w 1402"/>
                <a:gd name="T15" fmla="*/ 6 h 787"/>
                <a:gd name="T16" fmla="*/ 0 w 1402"/>
                <a:gd name="T17" fmla="*/ 6 h 787"/>
                <a:gd name="T18" fmla="*/ 0 w 1402"/>
                <a:gd name="T19" fmla="*/ 6 h 787"/>
                <a:gd name="T20" fmla="*/ 0 w 1402"/>
                <a:gd name="T21" fmla="*/ 6 h 787"/>
                <a:gd name="T22" fmla="*/ 0 w 1402"/>
                <a:gd name="T23" fmla="*/ 6 h 787"/>
                <a:gd name="T24" fmla="*/ 0 w 1402"/>
                <a:gd name="T25" fmla="*/ 6 h 787"/>
                <a:gd name="T26" fmla="*/ 0 w 1402"/>
                <a:gd name="T27" fmla="*/ 6 h 787"/>
                <a:gd name="T28" fmla="*/ 1 w 1402"/>
                <a:gd name="T29" fmla="*/ 6 h 787"/>
                <a:gd name="T30" fmla="*/ 1 w 1402"/>
                <a:gd name="T31" fmla="*/ 6 h 78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02"/>
                <a:gd name="T49" fmla="*/ 0 h 787"/>
                <a:gd name="T50" fmla="*/ 1402 w 1402"/>
                <a:gd name="T51" fmla="*/ 787 h 78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02" h="787">
                  <a:moveTo>
                    <a:pt x="69" y="781"/>
                  </a:moveTo>
                  <a:lnTo>
                    <a:pt x="66" y="781"/>
                  </a:lnTo>
                  <a:lnTo>
                    <a:pt x="1402" y="82"/>
                  </a:lnTo>
                  <a:lnTo>
                    <a:pt x="1360" y="0"/>
                  </a:lnTo>
                  <a:lnTo>
                    <a:pt x="24" y="699"/>
                  </a:lnTo>
                  <a:lnTo>
                    <a:pt x="22" y="699"/>
                  </a:lnTo>
                  <a:lnTo>
                    <a:pt x="24" y="699"/>
                  </a:lnTo>
                  <a:lnTo>
                    <a:pt x="8" y="712"/>
                  </a:lnTo>
                  <a:lnTo>
                    <a:pt x="1" y="727"/>
                  </a:lnTo>
                  <a:lnTo>
                    <a:pt x="0" y="744"/>
                  </a:lnTo>
                  <a:lnTo>
                    <a:pt x="5" y="761"/>
                  </a:lnTo>
                  <a:lnTo>
                    <a:pt x="15" y="775"/>
                  </a:lnTo>
                  <a:lnTo>
                    <a:pt x="30" y="784"/>
                  </a:lnTo>
                  <a:lnTo>
                    <a:pt x="46" y="787"/>
                  </a:lnTo>
                  <a:lnTo>
                    <a:pt x="66" y="781"/>
                  </a:lnTo>
                  <a:lnTo>
                    <a:pt x="69" y="7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2309" name="Freeform 45"/>
            <p:cNvSpPr>
              <a:spLocks/>
            </p:cNvSpPr>
            <p:nvPr/>
          </p:nvSpPr>
          <p:spPr bwMode="auto">
            <a:xfrm>
              <a:off x="868" y="1596"/>
              <a:ext cx="77" cy="126"/>
            </a:xfrm>
            <a:custGeom>
              <a:avLst/>
              <a:gdLst>
                <a:gd name="T0" fmla="*/ 1 w 382"/>
                <a:gd name="T1" fmla="*/ 5 h 628"/>
                <a:gd name="T2" fmla="*/ 1 w 382"/>
                <a:gd name="T3" fmla="*/ 5 h 628"/>
                <a:gd name="T4" fmla="*/ 1 w 382"/>
                <a:gd name="T5" fmla="*/ 4 h 628"/>
                <a:gd name="T6" fmla="*/ 1 w 382"/>
                <a:gd name="T7" fmla="*/ 4 h 628"/>
                <a:gd name="T8" fmla="*/ 1 w 382"/>
                <a:gd name="T9" fmla="*/ 4 h 628"/>
                <a:gd name="T10" fmla="*/ 1 w 382"/>
                <a:gd name="T11" fmla="*/ 3 h 628"/>
                <a:gd name="T12" fmla="*/ 1 w 382"/>
                <a:gd name="T13" fmla="*/ 3 h 628"/>
                <a:gd name="T14" fmla="*/ 1 w 382"/>
                <a:gd name="T15" fmla="*/ 3 h 628"/>
                <a:gd name="T16" fmla="*/ 1 w 382"/>
                <a:gd name="T17" fmla="*/ 3 h 628"/>
                <a:gd name="T18" fmla="*/ 1 w 382"/>
                <a:gd name="T19" fmla="*/ 2 h 628"/>
                <a:gd name="T20" fmla="*/ 2 w 382"/>
                <a:gd name="T21" fmla="*/ 2 h 628"/>
                <a:gd name="T22" fmla="*/ 2 w 382"/>
                <a:gd name="T23" fmla="*/ 2 h 628"/>
                <a:gd name="T24" fmla="*/ 2 w 382"/>
                <a:gd name="T25" fmla="*/ 2 h 628"/>
                <a:gd name="T26" fmla="*/ 2 w 382"/>
                <a:gd name="T27" fmla="*/ 1 h 628"/>
                <a:gd name="T28" fmla="*/ 2 w 382"/>
                <a:gd name="T29" fmla="*/ 1 h 628"/>
                <a:gd name="T30" fmla="*/ 3 w 382"/>
                <a:gd name="T31" fmla="*/ 1 h 628"/>
                <a:gd name="T32" fmla="*/ 3 w 382"/>
                <a:gd name="T33" fmla="*/ 1 h 628"/>
                <a:gd name="T34" fmla="*/ 3 w 382"/>
                <a:gd name="T35" fmla="*/ 1 h 628"/>
                <a:gd name="T36" fmla="*/ 3 w 382"/>
                <a:gd name="T37" fmla="*/ 0 h 628"/>
                <a:gd name="T38" fmla="*/ 2 w 382"/>
                <a:gd name="T39" fmla="*/ 0 h 628"/>
                <a:gd name="T40" fmla="*/ 2 w 382"/>
                <a:gd name="T41" fmla="*/ 0 h 628"/>
                <a:gd name="T42" fmla="*/ 2 w 382"/>
                <a:gd name="T43" fmla="*/ 1 h 628"/>
                <a:gd name="T44" fmla="*/ 2 w 382"/>
                <a:gd name="T45" fmla="*/ 1 h 628"/>
                <a:gd name="T46" fmla="*/ 1 w 382"/>
                <a:gd name="T47" fmla="*/ 1 h 628"/>
                <a:gd name="T48" fmla="*/ 1 w 382"/>
                <a:gd name="T49" fmla="*/ 1 h 628"/>
                <a:gd name="T50" fmla="*/ 1 w 382"/>
                <a:gd name="T51" fmla="*/ 2 h 628"/>
                <a:gd name="T52" fmla="*/ 1 w 382"/>
                <a:gd name="T53" fmla="*/ 2 h 628"/>
                <a:gd name="T54" fmla="*/ 1 w 382"/>
                <a:gd name="T55" fmla="*/ 2 h 628"/>
                <a:gd name="T56" fmla="*/ 0 w 382"/>
                <a:gd name="T57" fmla="*/ 3 h 628"/>
                <a:gd name="T58" fmla="*/ 0 w 382"/>
                <a:gd name="T59" fmla="*/ 3 h 628"/>
                <a:gd name="T60" fmla="*/ 0 w 382"/>
                <a:gd name="T61" fmla="*/ 3 h 628"/>
                <a:gd name="T62" fmla="*/ 0 w 382"/>
                <a:gd name="T63" fmla="*/ 4 h 628"/>
                <a:gd name="T64" fmla="*/ 0 w 382"/>
                <a:gd name="T65" fmla="*/ 4 h 628"/>
                <a:gd name="T66" fmla="*/ 0 w 382"/>
                <a:gd name="T67" fmla="*/ 4 h 628"/>
                <a:gd name="T68" fmla="*/ 0 w 382"/>
                <a:gd name="T69" fmla="*/ 5 h 628"/>
                <a:gd name="T70" fmla="*/ 0 w 382"/>
                <a:gd name="T71" fmla="*/ 5 h 628"/>
                <a:gd name="T72" fmla="*/ 0 w 382"/>
                <a:gd name="T73" fmla="*/ 5 h 628"/>
                <a:gd name="T74" fmla="*/ 0 w 382"/>
                <a:gd name="T75" fmla="*/ 5 h 628"/>
                <a:gd name="T76" fmla="*/ 0 w 382"/>
                <a:gd name="T77" fmla="*/ 5 h 628"/>
                <a:gd name="T78" fmla="*/ 0 w 382"/>
                <a:gd name="T79" fmla="*/ 5 h 628"/>
                <a:gd name="T80" fmla="*/ 0 w 382"/>
                <a:gd name="T81" fmla="*/ 5 h 628"/>
                <a:gd name="T82" fmla="*/ 1 w 382"/>
                <a:gd name="T83" fmla="*/ 5 h 628"/>
                <a:gd name="T84" fmla="*/ 1 w 382"/>
                <a:gd name="T85" fmla="*/ 5 h 628"/>
                <a:gd name="T86" fmla="*/ 1 w 382"/>
                <a:gd name="T87" fmla="*/ 5 h 628"/>
                <a:gd name="T88" fmla="*/ 1 w 382"/>
                <a:gd name="T89" fmla="*/ 5 h 628"/>
                <a:gd name="T90" fmla="*/ 1 w 382"/>
                <a:gd name="T91" fmla="*/ 5 h 628"/>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382"/>
                <a:gd name="T139" fmla="*/ 0 h 628"/>
                <a:gd name="T140" fmla="*/ 382 w 382"/>
                <a:gd name="T141" fmla="*/ 628 h 628"/>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382" h="628">
                  <a:moveTo>
                    <a:pt x="94" y="581"/>
                  </a:moveTo>
                  <a:lnTo>
                    <a:pt x="94" y="582"/>
                  </a:lnTo>
                  <a:lnTo>
                    <a:pt x="96" y="541"/>
                  </a:lnTo>
                  <a:lnTo>
                    <a:pt x="99" y="500"/>
                  </a:lnTo>
                  <a:lnTo>
                    <a:pt x="106" y="463"/>
                  </a:lnTo>
                  <a:lnTo>
                    <a:pt x="115" y="424"/>
                  </a:lnTo>
                  <a:lnTo>
                    <a:pt x="127" y="389"/>
                  </a:lnTo>
                  <a:lnTo>
                    <a:pt x="140" y="353"/>
                  </a:lnTo>
                  <a:lnTo>
                    <a:pt x="156" y="320"/>
                  </a:lnTo>
                  <a:lnTo>
                    <a:pt x="173" y="287"/>
                  </a:lnTo>
                  <a:lnTo>
                    <a:pt x="193" y="255"/>
                  </a:lnTo>
                  <a:lnTo>
                    <a:pt x="214" y="226"/>
                  </a:lnTo>
                  <a:lnTo>
                    <a:pt x="238" y="198"/>
                  </a:lnTo>
                  <a:lnTo>
                    <a:pt x="263" y="172"/>
                  </a:lnTo>
                  <a:lnTo>
                    <a:pt x="290" y="146"/>
                  </a:lnTo>
                  <a:lnTo>
                    <a:pt x="318" y="122"/>
                  </a:lnTo>
                  <a:lnTo>
                    <a:pt x="349" y="101"/>
                  </a:lnTo>
                  <a:lnTo>
                    <a:pt x="382" y="82"/>
                  </a:lnTo>
                  <a:lnTo>
                    <a:pt x="335" y="0"/>
                  </a:lnTo>
                  <a:lnTo>
                    <a:pt x="297" y="23"/>
                  </a:lnTo>
                  <a:lnTo>
                    <a:pt x="262" y="49"/>
                  </a:lnTo>
                  <a:lnTo>
                    <a:pt x="229" y="76"/>
                  </a:lnTo>
                  <a:lnTo>
                    <a:pt x="198" y="104"/>
                  </a:lnTo>
                  <a:lnTo>
                    <a:pt x="167" y="137"/>
                  </a:lnTo>
                  <a:lnTo>
                    <a:pt x="142" y="170"/>
                  </a:lnTo>
                  <a:lnTo>
                    <a:pt x="116" y="204"/>
                  </a:lnTo>
                  <a:lnTo>
                    <a:pt x="94" y="240"/>
                  </a:lnTo>
                  <a:lnTo>
                    <a:pt x="74" y="278"/>
                  </a:lnTo>
                  <a:lnTo>
                    <a:pt x="54" y="317"/>
                  </a:lnTo>
                  <a:lnTo>
                    <a:pt x="38" y="359"/>
                  </a:lnTo>
                  <a:lnTo>
                    <a:pt x="26" y="401"/>
                  </a:lnTo>
                  <a:lnTo>
                    <a:pt x="15" y="444"/>
                  </a:lnTo>
                  <a:lnTo>
                    <a:pt x="8" y="489"/>
                  </a:lnTo>
                  <a:lnTo>
                    <a:pt x="2" y="534"/>
                  </a:lnTo>
                  <a:lnTo>
                    <a:pt x="0" y="580"/>
                  </a:lnTo>
                  <a:lnTo>
                    <a:pt x="0" y="581"/>
                  </a:lnTo>
                  <a:lnTo>
                    <a:pt x="0" y="580"/>
                  </a:lnTo>
                  <a:lnTo>
                    <a:pt x="3" y="600"/>
                  </a:lnTo>
                  <a:lnTo>
                    <a:pt x="14" y="615"/>
                  </a:lnTo>
                  <a:lnTo>
                    <a:pt x="29" y="625"/>
                  </a:lnTo>
                  <a:lnTo>
                    <a:pt x="45" y="628"/>
                  </a:lnTo>
                  <a:lnTo>
                    <a:pt x="63" y="626"/>
                  </a:lnTo>
                  <a:lnTo>
                    <a:pt x="78" y="616"/>
                  </a:lnTo>
                  <a:lnTo>
                    <a:pt x="89" y="602"/>
                  </a:lnTo>
                  <a:lnTo>
                    <a:pt x="94" y="582"/>
                  </a:lnTo>
                  <a:lnTo>
                    <a:pt x="94" y="5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2310" name="Freeform 46"/>
            <p:cNvSpPr>
              <a:spLocks/>
            </p:cNvSpPr>
            <p:nvPr/>
          </p:nvSpPr>
          <p:spPr bwMode="auto">
            <a:xfrm>
              <a:off x="868" y="1712"/>
              <a:ext cx="19" cy="364"/>
            </a:xfrm>
            <a:custGeom>
              <a:avLst/>
              <a:gdLst>
                <a:gd name="T0" fmla="*/ 1 w 94"/>
                <a:gd name="T1" fmla="*/ 14 h 1818"/>
                <a:gd name="T2" fmla="*/ 1 w 94"/>
                <a:gd name="T3" fmla="*/ 14 h 1818"/>
                <a:gd name="T4" fmla="*/ 1 w 94"/>
                <a:gd name="T5" fmla="*/ 0 h 1818"/>
                <a:gd name="T6" fmla="*/ 0 w 94"/>
                <a:gd name="T7" fmla="*/ 0 h 1818"/>
                <a:gd name="T8" fmla="*/ 0 w 94"/>
                <a:gd name="T9" fmla="*/ 14 h 1818"/>
                <a:gd name="T10" fmla="*/ 0 w 94"/>
                <a:gd name="T11" fmla="*/ 14 h 1818"/>
                <a:gd name="T12" fmla="*/ 0 w 94"/>
                <a:gd name="T13" fmla="*/ 14 h 1818"/>
                <a:gd name="T14" fmla="*/ 0 w 94"/>
                <a:gd name="T15" fmla="*/ 14 h 1818"/>
                <a:gd name="T16" fmla="*/ 0 w 94"/>
                <a:gd name="T17" fmla="*/ 14 h 1818"/>
                <a:gd name="T18" fmla="*/ 0 w 94"/>
                <a:gd name="T19" fmla="*/ 15 h 1818"/>
                <a:gd name="T20" fmla="*/ 0 w 94"/>
                <a:gd name="T21" fmla="*/ 15 h 1818"/>
                <a:gd name="T22" fmla="*/ 1 w 94"/>
                <a:gd name="T23" fmla="*/ 15 h 1818"/>
                <a:gd name="T24" fmla="*/ 1 w 94"/>
                <a:gd name="T25" fmla="*/ 14 h 1818"/>
                <a:gd name="T26" fmla="*/ 1 w 94"/>
                <a:gd name="T27" fmla="*/ 14 h 1818"/>
                <a:gd name="T28" fmla="*/ 1 w 94"/>
                <a:gd name="T29" fmla="*/ 14 h 1818"/>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94"/>
                <a:gd name="T46" fmla="*/ 0 h 1818"/>
                <a:gd name="T47" fmla="*/ 94 w 94"/>
                <a:gd name="T48" fmla="*/ 1818 h 1818"/>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94" h="1818">
                  <a:moveTo>
                    <a:pt x="94" y="1771"/>
                  </a:moveTo>
                  <a:lnTo>
                    <a:pt x="94" y="1771"/>
                  </a:lnTo>
                  <a:lnTo>
                    <a:pt x="94" y="0"/>
                  </a:lnTo>
                  <a:lnTo>
                    <a:pt x="0" y="0"/>
                  </a:lnTo>
                  <a:lnTo>
                    <a:pt x="0" y="1771"/>
                  </a:lnTo>
                  <a:lnTo>
                    <a:pt x="3" y="1791"/>
                  </a:lnTo>
                  <a:lnTo>
                    <a:pt x="15" y="1806"/>
                  </a:lnTo>
                  <a:lnTo>
                    <a:pt x="29" y="1814"/>
                  </a:lnTo>
                  <a:lnTo>
                    <a:pt x="47" y="1818"/>
                  </a:lnTo>
                  <a:lnTo>
                    <a:pt x="64" y="1814"/>
                  </a:lnTo>
                  <a:lnTo>
                    <a:pt x="79" y="1806"/>
                  </a:lnTo>
                  <a:lnTo>
                    <a:pt x="90" y="1791"/>
                  </a:lnTo>
                  <a:lnTo>
                    <a:pt x="94" y="17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2311" name="Freeform 47"/>
            <p:cNvSpPr>
              <a:spLocks/>
            </p:cNvSpPr>
            <p:nvPr/>
          </p:nvSpPr>
          <p:spPr bwMode="auto">
            <a:xfrm>
              <a:off x="868" y="2067"/>
              <a:ext cx="90" cy="160"/>
            </a:xfrm>
            <a:custGeom>
              <a:avLst/>
              <a:gdLst>
                <a:gd name="T0" fmla="*/ 3 w 449"/>
                <a:gd name="T1" fmla="*/ 6 h 803"/>
                <a:gd name="T2" fmla="*/ 3 w 449"/>
                <a:gd name="T3" fmla="*/ 6 h 803"/>
                <a:gd name="T4" fmla="*/ 3 w 449"/>
                <a:gd name="T5" fmla="*/ 5 h 803"/>
                <a:gd name="T6" fmla="*/ 3 w 449"/>
                <a:gd name="T7" fmla="*/ 5 h 803"/>
                <a:gd name="T8" fmla="*/ 3 w 449"/>
                <a:gd name="T9" fmla="*/ 5 h 803"/>
                <a:gd name="T10" fmla="*/ 2 w 449"/>
                <a:gd name="T11" fmla="*/ 5 h 803"/>
                <a:gd name="T12" fmla="*/ 2 w 449"/>
                <a:gd name="T13" fmla="*/ 4 h 803"/>
                <a:gd name="T14" fmla="*/ 2 w 449"/>
                <a:gd name="T15" fmla="*/ 4 h 803"/>
                <a:gd name="T16" fmla="*/ 2 w 449"/>
                <a:gd name="T17" fmla="*/ 4 h 803"/>
                <a:gd name="T18" fmla="*/ 2 w 449"/>
                <a:gd name="T19" fmla="*/ 3 h 803"/>
                <a:gd name="T20" fmla="*/ 1 w 449"/>
                <a:gd name="T21" fmla="*/ 3 h 803"/>
                <a:gd name="T22" fmla="*/ 1 w 449"/>
                <a:gd name="T23" fmla="*/ 2 h 803"/>
                <a:gd name="T24" fmla="*/ 1 w 449"/>
                <a:gd name="T25" fmla="*/ 2 h 803"/>
                <a:gd name="T26" fmla="*/ 1 w 449"/>
                <a:gd name="T27" fmla="*/ 2 h 803"/>
                <a:gd name="T28" fmla="*/ 1 w 449"/>
                <a:gd name="T29" fmla="*/ 1 h 803"/>
                <a:gd name="T30" fmla="*/ 1 w 449"/>
                <a:gd name="T31" fmla="*/ 1 h 803"/>
                <a:gd name="T32" fmla="*/ 1 w 449"/>
                <a:gd name="T33" fmla="*/ 0 h 803"/>
                <a:gd name="T34" fmla="*/ 1 w 449"/>
                <a:gd name="T35" fmla="*/ 0 h 803"/>
                <a:gd name="T36" fmla="*/ 0 w 449"/>
                <a:gd name="T37" fmla="*/ 0 h 803"/>
                <a:gd name="T38" fmla="*/ 0 w 449"/>
                <a:gd name="T39" fmla="*/ 0 h 803"/>
                <a:gd name="T40" fmla="*/ 0 w 449"/>
                <a:gd name="T41" fmla="*/ 1 h 803"/>
                <a:gd name="T42" fmla="*/ 0 w 449"/>
                <a:gd name="T43" fmla="*/ 1 h 803"/>
                <a:gd name="T44" fmla="*/ 0 w 449"/>
                <a:gd name="T45" fmla="*/ 2 h 803"/>
                <a:gd name="T46" fmla="*/ 0 w 449"/>
                <a:gd name="T47" fmla="*/ 2 h 803"/>
                <a:gd name="T48" fmla="*/ 0 w 449"/>
                <a:gd name="T49" fmla="*/ 3 h 803"/>
                <a:gd name="T50" fmla="*/ 1 w 449"/>
                <a:gd name="T51" fmla="*/ 3 h 803"/>
                <a:gd name="T52" fmla="*/ 1 w 449"/>
                <a:gd name="T53" fmla="*/ 4 h 803"/>
                <a:gd name="T54" fmla="*/ 1 w 449"/>
                <a:gd name="T55" fmla="*/ 4 h 803"/>
                <a:gd name="T56" fmla="*/ 1 w 449"/>
                <a:gd name="T57" fmla="*/ 4 h 803"/>
                <a:gd name="T58" fmla="*/ 2 w 449"/>
                <a:gd name="T59" fmla="*/ 5 h 803"/>
                <a:gd name="T60" fmla="*/ 2 w 449"/>
                <a:gd name="T61" fmla="*/ 5 h 803"/>
                <a:gd name="T62" fmla="*/ 2 w 449"/>
                <a:gd name="T63" fmla="*/ 5 h 803"/>
                <a:gd name="T64" fmla="*/ 2 w 449"/>
                <a:gd name="T65" fmla="*/ 6 h 803"/>
                <a:gd name="T66" fmla="*/ 3 w 449"/>
                <a:gd name="T67" fmla="*/ 6 h 803"/>
                <a:gd name="T68" fmla="*/ 3 w 449"/>
                <a:gd name="T69" fmla="*/ 6 h 803"/>
                <a:gd name="T70" fmla="*/ 3 w 449"/>
                <a:gd name="T71" fmla="*/ 6 h 803"/>
                <a:gd name="T72" fmla="*/ 3 w 449"/>
                <a:gd name="T73" fmla="*/ 6 h 803"/>
                <a:gd name="T74" fmla="*/ 3 w 449"/>
                <a:gd name="T75" fmla="*/ 6 h 803"/>
                <a:gd name="T76" fmla="*/ 3 w 449"/>
                <a:gd name="T77" fmla="*/ 6 h 803"/>
                <a:gd name="T78" fmla="*/ 3 w 449"/>
                <a:gd name="T79" fmla="*/ 6 h 803"/>
                <a:gd name="T80" fmla="*/ 4 w 449"/>
                <a:gd name="T81" fmla="*/ 6 h 803"/>
                <a:gd name="T82" fmla="*/ 4 w 449"/>
                <a:gd name="T83" fmla="*/ 6 h 803"/>
                <a:gd name="T84" fmla="*/ 4 w 449"/>
                <a:gd name="T85" fmla="*/ 6 h 803"/>
                <a:gd name="T86" fmla="*/ 4 w 449"/>
                <a:gd name="T87" fmla="*/ 6 h 803"/>
                <a:gd name="T88" fmla="*/ 3 w 449"/>
                <a:gd name="T89" fmla="*/ 6 h 803"/>
                <a:gd name="T90" fmla="*/ 3 w 449"/>
                <a:gd name="T91" fmla="*/ 6 h 80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449"/>
                <a:gd name="T139" fmla="*/ 0 h 803"/>
                <a:gd name="T140" fmla="*/ 449 w 449"/>
                <a:gd name="T141" fmla="*/ 803 h 80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449" h="803">
                  <a:moveTo>
                    <a:pt x="426" y="717"/>
                  </a:moveTo>
                  <a:lnTo>
                    <a:pt x="427" y="717"/>
                  </a:lnTo>
                  <a:lnTo>
                    <a:pt x="395" y="693"/>
                  </a:lnTo>
                  <a:lnTo>
                    <a:pt x="361" y="662"/>
                  </a:lnTo>
                  <a:lnTo>
                    <a:pt x="329" y="628"/>
                  </a:lnTo>
                  <a:lnTo>
                    <a:pt x="299" y="591"/>
                  </a:lnTo>
                  <a:lnTo>
                    <a:pt x="269" y="551"/>
                  </a:lnTo>
                  <a:lnTo>
                    <a:pt x="241" y="507"/>
                  </a:lnTo>
                  <a:lnTo>
                    <a:pt x="215" y="460"/>
                  </a:lnTo>
                  <a:lnTo>
                    <a:pt x="191" y="412"/>
                  </a:lnTo>
                  <a:lnTo>
                    <a:pt x="170" y="363"/>
                  </a:lnTo>
                  <a:lnTo>
                    <a:pt x="151" y="312"/>
                  </a:lnTo>
                  <a:lnTo>
                    <a:pt x="133" y="259"/>
                  </a:lnTo>
                  <a:lnTo>
                    <a:pt x="119" y="207"/>
                  </a:lnTo>
                  <a:lnTo>
                    <a:pt x="108" y="156"/>
                  </a:lnTo>
                  <a:lnTo>
                    <a:pt x="101" y="103"/>
                  </a:lnTo>
                  <a:lnTo>
                    <a:pt x="96" y="51"/>
                  </a:lnTo>
                  <a:lnTo>
                    <a:pt x="94" y="0"/>
                  </a:lnTo>
                  <a:lnTo>
                    <a:pt x="0" y="0"/>
                  </a:lnTo>
                  <a:lnTo>
                    <a:pt x="2" y="56"/>
                  </a:lnTo>
                  <a:lnTo>
                    <a:pt x="7" y="115"/>
                  </a:lnTo>
                  <a:lnTo>
                    <a:pt x="16" y="172"/>
                  </a:lnTo>
                  <a:lnTo>
                    <a:pt x="28" y="231"/>
                  </a:lnTo>
                  <a:lnTo>
                    <a:pt x="44" y="287"/>
                  </a:lnTo>
                  <a:lnTo>
                    <a:pt x="62" y="342"/>
                  </a:lnTo>
                  <a:lnTo>
                    <a:pt x="83" y="398"/>
                  </a:lnTo>
                  <a:lnTo>
                    <a:pt x="106" y="452"/>
                  </a:lnTo>
                  <a:lnTo>
                    <a:pt x="133" y="505"/>
                  </a:lnTo>
                  <a:lnTo>
                    <a:pt x="161" y="554"/>
                  </a:lnTo>
                  <a:lnTo>
                    <a:pt x="192" y="602"/>
                  </a:lnTo>
                  <a:lnTo>
                    <a:pt x="224" y="647"/>
                  </a:lnTo>
                  <a:lnTo>
                    <a:pt x="259" y="689"/>
                  </a:lnTo>
                  <a:lnTo>
                    <a:pt x="295" y="728"/>
                  </a:lnTo>
                  <a:lnTo>
                    <a:pt x="334" y="763"/>
                  </a:lnTo>
                  <a:lnTo>
                    <a:pt x="374" y="795"/>
                  </a:lnTo>
                  <a:lnTo>
                    <a:pt x="375" y="795"/>
                  </a:lnTo>
                  <a:lnTo>
                    <a:pt x="374" y="795"/>
                  </a:lnTo>
                  <a:lnTo>
                    <a:pt x="392" y="803"/>
                  </a:lnTo>
                  <a:lnTo>
                    <a:pt x="411" y="803"/>
                  </a:lnTo>
                  <a:lnTo>
                    <a:pt x="426" y="795"/>
                  </a:lnTo>
                  <a:lnTo>
                    <a:pt x="439" y="782"/>
                  </a:lnTo>
                  <a:lnTo>
                    <a:pt x="446" y="766"/>
                  </a:lnTo>
                  <a:lnTo>
                    <a:pt x="449" y="749"/>
                  </a:lnTo>
                  <a:lnTo>
                    <a:pt x="441" y="732"/>
                  </a:lnTo>
                  <a:lnTo>
                    <a:pt x="427" y="717"/>
                  </a:lnTo>
                  <a:lnTo>
                    <a:pt x="426" y="71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2312" name="Freeform 48"/>
            <p:cNvSpPr>
              <a:spLocks/>
            </p:cNvSpPr>
            <p:nvPr/>
          </p:nvSpPr>
          <p:spPr bwMode="auto">
            <a:xfrm>
              <a:off x="883" y="1673"/>
              <a:ext cx="379" cy="690"/>
            </a:xfrm>
            <a:custGeom>
              <a:avLst/>
              <a:gdLst>
                <a:gd name="T0" fmla="*/ 12 w 1897"/>
                <a:gd name="T1" fmla="*/ 6 h 3450"/>
                <a:gd name="T2" fmla="*/ 13 w 1897"/>
                <a:gd name="T3" fmla="*/ 7 h 3450"/>
                <a:gd name="T4" fmla="*/ 13 w 1897"/>
                <a:gd name="T5" fmla="*/ 7 h 3450"/>
                <a:gd name="T6" fmla="*/ 14 w 1897"/>
                <a:gd name="T7" fmla="*/ 8 h 3450"/>
                <a:gd name="T8" fmla="*/ 14 w 1897"/>
                <a:gd name="T9" fmla="*/ 9 h 3450"/>
                <a:gd name="T10" fmla="*/ 15 w 1897"/>
                <a:gd name="T11" fmla="*/ 10 h 3450"/>
                <a:gd name="T12" fmla="*/ 15 w 1897"/>
                <a:gd name="T13" fmla="*/ 11 h 3450"/>
                <a:gd name="T14" fmla="*/ 15 w 1897"/>
                <a:gd name="T15" fmla="*/ 11 h 3450"/>
                <a:gd name="T16" fmla="*/ 15 w 1897"/>
                <a:gd name="T17" fmla="*/ 12 h 3450"/>
                <a:gd name="T18" fmla="*/ 15 w 1897"/>
                <a:gd name="T19" fmla="*/ 26 h 3450"/>
                <a:gd name="T20" fmla="*/ 15 w 1897"/>
                <a:gd name="T21" fmla="*/ 26 h 3450"/>
                <a:gd name="T22" fmla="*/ 15 w 1897"/>
                <a:gd name="T23" fmla="*/ 27 h 3450"/>
                <a:gd name="T24" fmla="*/ 15 w 1897"/>
                <a:gd name="T25" fmla="*/ 27 h 3450"/>
                <a:gd name="T26" fmla="*/ 14 w 1897"/>
                <a:gd name="T27" fmla="*/ 27 h 3450"/>
                <a:gd name="T28" fmla="*/ 14 w 1897"/>
                <a:gd name="T29" fmla="*/ 28 h 3450"/>
                <a:gd name="T30" fmla="*/ 13 w 1897"/>
                <a:gd name="T31" fmla="*/ 28 h 3450"/>
                <a:gd name="T32" fmla="*/ 13 w 1897"/>
                <a:gd name="T33" fmla="*/ 27 h 3450"/>
                <a:gd name="T34" fmla="*/ 3 w 1897"/>
                <a:gd name="T35" fmla="*/ 21 h 3450"/>
                <a:gd name="T36" fmla="*/ 2 w 1897"/>
                <a:gd name="T37" fmla="*/ 21 h 3450"/>
                <a:gd name="T38" fmla="*/ 2 w 1897"/>
                <a:gd name="T39" fmla="*/ 20 h 3450"/>
                <a:gd name="T40" fmla="*/ 1 w 1897"/>
                <a:gd name="T41" fmla="*/ 19 h 3450"/>
                <a:gd name="T42" fmla="*/ 1 w 1897"/>
                <a:gd name="T43" fmla="*/ 19 h 3450"/>
                <a:gd name="T44" fmla="*/ 0 w 1897"/>
                <a:gd name="T45" fmla="*/ 18 h 3450"/>
                <a:gd name="T46" fmla="*/ 0 w 1897"/>
                <a:gd name="T47" fmla="*/ 17 h 3450"/>
                <a:gd name="T48" fmla="*/ 0 w 1897"/>
                <a:gd name="T49" fmla="*/ 16 h 3450"/>
                <a:gd name="T50" fmla="*/ 0 w 1897"/>
                <a:gd name="T51" fmla="*/ 15 h 3450"/>
                <a:gd name="T52" fmla="*/ 0 w 1897"/>
                <a:gd name="T53" fmla="*/ 2 h 3450"/>
                <a:gd name="T54" fmla="*/ 0 w 1897"/>
                <a:gd name="T55" fmla="*/ 1 h 3450"/>
                <a:gd name="T56" fmla="*/ 0 w 1897"/>
                <a:gd name="T57" fmla="*/ 1 h 3450"/>
                <a:gd name="T58" fmla="*/ 1 w 1897"/>
                <a:gd name="T59" fmla="*/ 0 h 3450"/>
                <a:gd name="T60" fmla="*/ 1 w 1897"/>
                <a:gd name="T61" fmla="*/ 0 h 3450"/>
                <a:gd name="T62" fmla="*/ 1 w 1897"/>
                <a:gd name="T63" fmla="*/ 0 h 3450"/>
                <a:gd name="T64" fmla="*/ 2 w 1897"/>
                <a:gd name="T65" fmla="*/ 0 h 3450"/>
                <a:gd name="T66" fmla="*/ 3 w 1897"/>
                <a:gd name="T67" fmla="*/ 0 h 3450"/>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897"/>
                <a:gd name="T103" fmla="*/ 0 h 3450"/>
                <a:gd name="T104" fmla="*/ 1897 w 1897"/>
                <a:gd name="T105" fmla="*/ 3450 h 3450"/>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897" h="3450">
                  <a:moveTo>
                    <a:pt x="357" y="49"/>
                  </a:moveTo>
                  <a:lnTo>
                    <a:pt x="1542" y="806"/>
                  </a:lnTo>
                  <a:lnTo>
                    <a:pt x="1579" y="832"/>
                  </a:lnTo>
                  <a:lnTo>
                    <a:pt x="1614" y="861"/>
                  </a:lnTo>
                  <a:lnTo>
                    <a:pt x="1648" y="895"/>
                  </a:lnTo>
                  <a:lnTo>
                    <a:pt x="1681" y="933"/>
                  </a:lnTo>
                  <a:lnTo>
                    <a:pt x="1711" y="973"/>
                  </a:lnTo>
                  <a:lnTo>
                    <a:pt x="1740" y="1016"/>
                  </a:lnTo>
                  <a:lnTo>
                    <a:pt x="1768" y="1062"/>
                  </a:lnTo>
                  <a:lnTo>
                    <a:pt x="1793" y="1109"/>
                  </a:lnTo>
                  <a:lnTo>
                    <a:pt x="1816" y="1158"/>
                  </a:lnTo>
                  <a:lnTo>
                    <a:pt x="1836" y="1208"/>
                  </a:lnTo>
                  <a:lnTo>
                    <a:pt x="1854" y="1260"/>
                  </a:lnTo>
                  <a:lnTo>
                    <a:pt x="1869" y="1313"/>
                  </a:lnTo>
                  <a:lnTo>
                    <a:pt x="1881" y="1364"/>
                  </a:lnTo>
                  <a:lnTo>
                    <a:pt x="1890" y="1417"/>
                  </a:lnTo>
                  <a:lnTo>
                    <a:pt x="1895" y="1469"/>
                  </a:lnTo>
                  <a:lnTo>
                    <a:pt x="1897" y="1519"/>
                  </a:lnTo>
                  <a:lnTo>
                    <a:pt x="1897" y="3142"/>
                  </a:lnTo>
                  <a:lnTo>
                    <a:pt x="1895" y="3190"/>
                  </a:lnTo>
                  <a:lnTo>
                    <a:pt x="1890" y="3235"/>
                  </a:lnTo>
                  <a:lnTo>
                    <a:pt x="1881" y="3276"/>
                  </a:lnTo>
                  <a:lnTo>
                    <a:pt x="1869" y="3313"/>
                  </a:lnTo>
                  <a:lnTo>
                    <a:pt x="1854" y="3346"/>
                  </a:lnTo>
                  <a:lnTo>
                    <a:pt x="1836" y="3375"/>
                  </a:lnTo>
                  <a:lnTo>
                    <a:pt x="1816" y="3398"/>
                  </a:lnTo>
                  <a:lnTo>
                    <a:pt x="1793" y="3418"/>
                  </a:lnTo>
                  <a:lnTo>
                    <a:pt x="1768" y="3434"/>
                  </a:lnTo>
                  <a:lnTo>
                    <a:pt x="1740" y="3444"/>
                  </a:lnTo>
                  <a:lnTo>
                    <a:pt x="1711" y="3450"/>
                  </a:lnTo>
                  <a:lnTo>
                    <a:pt x="1681" y="3450"/>
                  </a:lnTo>
                  <a:lnTo>
                    <a:pt x="1648" y="3445"/>
                  </a:lnTo>
                  <a:lnTo>
                    <a:pt x="1614" y="3436"/>
                  </a:lnTo>
                  <a:lnTo>
                    <a:pt x="1579" y="3421"/>
                  </a:lnTo>
                  <a:lnTo>
                    <a:pt x="1542" y="3400"/>
                  </a:lnTo>
                  <a:lnTo>
                    <a:pt x="357" y="2643"/>
                  </a:lnTo>
                  <a:lnTo>
                    <a:pt x="320" y="2618"/>
                  </a:lnTo>
                  <a:lnTo>
                    <a:pt x="285" y="2588"/>
                  </a:lnTo>
                  <a:lnTo>
                    <a:pt x="251" y="2554"/>
                  </a:lnTo>
                  <a:lnTo>
                    <a:pt x="218" y="2517"/>
                  </a:lnTo>
                  <a:lnTo>
                    <a:pt x="187" y="2477"/>
                  </a:lnTo>
                  <a:lnTo>
                    <a:pt x="157" y="2433"/>
                  </a:lnTo>
                  <a:lnTo>
                    <a:pt x="130" y="2388"/>
                  </a:lnTo>
                  <a:lnTo>
                    <a:pt x="105" y="2341"/>
                  </a:lnTo>
                  <a:lnTo>
                    <a:pt x="81" y="2292"/>
                  </a:lnTo>
                  <a:lnTo>
                    <a:pt x="61" y="2241"/>
                  </a:lnTo>
                  <a:lnTo>
                    <a:pt x="44" y="2190"/>
                  </a:lnTo>
                  <a:lnTo>
                    <a:pt x="29" y="2138"/>
                  </a:lnTo>
                  <a:lnTo>
                    <a:pt x="17" y="2085"/>
                  </a:lnTo>
                  <a:lnTo>
                    <a:pt x="7" y="2033"/>
                  </a:lnTo>
                  <a:lnTo>
                    <a:pt x="3" y="1981"/>
                  </a:lnTo>
                  <a:lnTo>
                    <a:pt x="0" y="1931"/>
                  </a:lnTo>
                  <a:lnTo>
                    <a:pt x="0" y="308"/>
                  </a:lnTo>
                  <a:lnTo>
                    <a:pt x="3" y="260"/>
                  </a:lnTo>
                  <a:lnTo>
                    <a:pt x="7" y="215"/>
                  </a:lnTo>
                  <a:lnTo>
                    <a:pt x="17" y="174"/>
                  </a:lnTo>
                  <a:lnTo>
                    <a:pt x="29" y="137"/>
                  </a:lnTo>
                  <a:lnTo>
                    <a:pt x="44" y="104"/>
                  </a:lnTo>
                  <a:lnTo>
                    <a:pt x="61" y="76"/>
                  </a:lnTo>
                  <a:lnTo>
                    <a:pt x="81" y="51"/>
                  </a:lnTo>
                  <a:lnTo>
                    <a:pt x="105" y="31"/>
                  </a:lnTo>
                  <a:lnTo>
                    <a:pt x="130" y="16"/>
                  </a:lnTo>
                  <a:lnTo>
                    <a:pt x="157" y="5"/>
                  </a:lnTo>
                  <a:lnTo>
                    <a:pt x="187" y="0"/>
                  </a:lnTo>
                  <a:lnTo>
                    <a:pt x="218" y="0"/>
                  </a:lnTo>
                  <a:lnTo>
                    <a:pt x="251" y="3"/>
                  </a:lnTo>
                  <a:lnTo>
                    <a:pt x="285" y="14"/>
                  </a:lnTo>
                  <a:lnTo>
                    <a:pt x="320" y="29"/>
                  </a:lnTo>
                  <a:lnTo>
                    <a:pt x="357" y="49"/>
                  </a:lnTo>
                  <a:close/>
                </a:path>
              </a:pathLst>
            </a:custGeom>
            <a:solidFill>
              <a:srgbClr val="BFBFB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2313" name="Freeform 49"/>
            <p:cNvSpPr>
              <a:spLocks/>
            </p:cNvSpPr>
            <p:nvPr/>
          </p:nvSpPr>
          <p:spPr bwMode="auto">
            <a:xfrm>
              <a:off x="1268" y="1663"/>
              <a:ext cx="393" cy="711"/>
            </a:xfrm>
            <a:custGeom>
              <a:avLst/>
              <a:gdLst>
                <a:gd name="T0" fmla="*/ 3 w 1962"/>
                <a:gd name="T1" fmla="*/ 7 h 3555"/>
                <a:gd name="T2" fmla="*/ 2 w 1962"/>
                <a:gd name="T3" fmla="*/ 7 h 3555"/>
                <a:gd name="T4" fmla="*/ 2 w 1962"/>
                <a:gd name="T5" fmla="*/ 8 h 3555"/>
                <a:gd name="T6" fmla="*/ 1 w 1962"/>
                <a:gd name="T7" fmla="*/ 8 h 3555"/>
                <a:gd name="T8" fmla="*/ 1 w 1962"/>
                <a:gd name="T9" fmla="*/ 9 h 3555"/>
                <a:gd name="T10" fmla="*/ 1 w 1962"/>
                <a:gd name="T11" fmla="*/ 10 h 3555"/>
                <a:gd name="T12" fmla="*/ 0 w 1962"/>
                <a:gd name="T13" fmla="*/ 11 h 3555"/>
                <a:gd name="T14" fmla="*/ 0 w 1962"/>
                <a:gd name="T15" fmla="*/ 12 h 3555"/>
                <a:gd name="T16" fmla="*/ 0 w 1962"/>
                <a:gd name="T17" fmla="*/ 13 h 3555"/>
                <a:gd name="T18" fmla="*/ 0 w 1962"/>
                <a:gd name="T19" fmla="*/ 26 h 3555"/>
                <a:gd name="T20" fmla="*/ 0 w 1962"/>
                <a:gd name="T21" fmla="*/ 27 h 3555"/>
                <a:gd name="T22" fmla="*/ 0 w 1962"/>
                <a:gd name="T23" fmla="*/ 28 h 3555"/>
                <a:gd name="T24" fmla="*/ 1 w 1962"/>
                <a:gd name="T25" fmla="*/ 28 h 3555"/>
                <a:gd name="T26" fmla="*/ 1 w 1962"/>
                <a:gd name="T27" fmla="*/ 28 h 3555"/>
                <a:gd name="T28" fmla="*/ 2 w 1962"/>
                <a:gd name="T29" fmla="*/ 28 h 3555"/>
                <a:gd name="T30" fmla="*/ 2 w 1962"/>
                <a:gd name="T31" fmla="*/ 28 h 3555"/>
                <a:gd name="T32" fmla="*/ 3 w 1962"/>
                <a:gd name="T33" fmla="*/ 28 h 3555"/>
                <a:gd name="T34" fmla="*/ 13 w 1962"/>
                <a:gd name="T35" fmla="*/ 22 h 3555"/>
                <a:gd name="T36" fmla="*/ 13 w 1962"/>
                <a:gd name="T37" fmla="*/ 21 h 3555"/>
                <a:gd name="T38" fmla="*/ 14 w 1962"/>
                <a:gd name="T39" fmla="*/ 21 h 3555"/>
                <a:gd name="T40" fmla="*/ 14 w 1962"/>
                <a:gd name="T41" fmla="*/ 20 h 3555"/>
                <a:gd name="T42" fmla="*/ 15 w 1962"/>
                <a:gd name="T43" fmla="*/ 19 h 3555"/>
                <a:gd name="T44" fmla="*/ 15 w 1962"/>
                <a:gd name="T45" fmla="*/ 18 h 3555"/>
                <a:gd name="T46" fmla="*/ 16 w 1962"/>
                <a:gd name="T47" fmla="*/ 18 h 3555"/>
                <a:gd name="T48" fmla="*/ 16 w 1962"/>
                <a:gd name="T49" fmla="*/ 17 h 3555"/>
                <a:gd name="T50" fmla="*/ 16 w 1962"/>
                <a:gd name="T51" fmla="*/ 16 h 3555"/>
                <a:gd name="T52" fmla="*/ 16 w 1962"/>
                <a:gd name="T53" fmla="*/ 2 h 3555"/>
                <a:gd name="T54" fmla="*/ 16 w 1962"/>
                <a:gd name="T55" fmla="*/ 1 h 3555"/>
                <a:gd name="T56" fmla="*/ 15 w 1962"/>
                <a:gd name="T57" fmla="*/ 1 h 3555"/>
                <a:gd name="T58" fmla="*/ 15 w 1962"/>
                <a:gd name="T59" fmla="*/ 0 h 3555"/>
                <a:gd name="T60" fmla="*/ 15 w 1962"/>
                <a:gd name="T61" fmla="*/ 0 h 3555"/>
                <a:gd name="T62" fmla="*/ 14 w 1962"/>
                <a:gd name="T63" fmla="*/ 0 h 3555"/>
                <a:gd name="T64" fmla="*/ 14 w 1962"/>
                <a:gd name="T65" fmla="*/ 0 h 3555"/>
                <a:gd name="T66" fmla="*/ 13 w 1962"/>
                <a:gd name="T67" fmla="*/ 0 h 3555"/>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962"/>
                <a:gd name="T103" fmla="*/ 0 h 3555"/>
                <a:gd name="T104" fmla="*/ 1962 w 1962"/>
                <a:gd name="T105" fmla="*/ 3555 h 3555"/>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962" h="3555">
                  <a:moveTo>
                    <a:pt x="1594" y="50"/>
                  </a:moveTo>
                  <a:lnTo>
                    <a:pt x="368" y="831"/>
                  </a:lnTo>
                  <a:lnTo>
                    <a:pt x="330" y="858"/>
                  </a:lnTo>
                  <a:lnTo>
                    <a:pt x="294" y="888"/>
                  </a:lnTo>
                  <a:lnTo>
                    <a:pt x="259" y="922"/>
                  </a:lnTo>
                  <a:lnTo>
                    <a:pt x="225" y="961"/>
                  </a:lnTo>
                  <a:lnTo>
                    <a:pt x="193" y="1003"/>
                  </a:lnTo>
                  <a:lnTo>
                    <a:pt x="163" y="1047"/>
                  </a:lnTo>
                  <a:lnTo>
                    <a:pt x="133" y="1094"/>
                  </a:lnTo>
                  <a:lnTo>
                    <a:pt x="108" y="1143"/>
                  </a:lnTo>
                  <a:lnTo>
                    <a:pt x="84" y="1193"/>
                  </a:lnTo>
                  <a:lnTo>
                    <a:pt x="63" y="1246"/>
                  </a:lnTo>
                  <a:lnTo>
                    <a:pt x="44" y="1299"/>
                  </a:lnTo>
                  <a:lnTo>
                    <a:pt x="29" y="1353"/>
                  </a:lnTo>
                  <a:lnTo>
                    <a:pt x="16" y="1405"/>
                  </a:lnTo>
                  <a:lnTo>
                    <a:pt x="7" y="1459"/>
                  </a:lnTo>
                  <a:lnTo>
                    <a:pt x="2" y="1512"/>
                  </a:lnTo>
                  <a:lnTo>
                    <a:pt x="0" y="1565"/>
                  </a:lnTo>
                  <a:lnTo>
                    <a:pt x="0" y="3237"/>
                  </a:lnTo>
                  <a:lnTo>
                    <a:pt x="2" y="3287"/>
                  </a:lnTo>
                  <a:lnTo>
                    <a:pt x="7" y="3333"/>
                  </a:lnTo>
                  <a:lnTo>
                    <a:pt x="16" y="3375"/>
                  </a:lnTo>
                  <a:lnTo>
                    <a:pt x="29" y="3413"/>
                  </a:lnTo>
                  <a:lnTo>
                    <a:pt x="44" y="3447"/>
                  </a:lnTo>
                  <a:lnTo>
                    <a:pt x="63" y="3477"/>
                  </a:lnTo>
                  <a:lnTo>
                    <a:pt x="84" y="3502"/>
                  </a:lnTo>
                  <a:lnTo>
                    <a:pt x="108" y="3522"/>
                  </a:lnTo>
                  <a:lnTo>
                    <a:pt x="133" y="3538"/>
                  </a:lnTo>
                  <a:lnTo>
                    <a:pt x="163" y="3549"/>
                  </a:lnTo>
                  <a:lnTo>
                    <a:pt x="193" y="3555"/>
                  </a:lnTo>
                  <a:lnTo>
                    <a:pt x="225" y="3555"/>
                  </a:lnTo>
                  <a:lnTo>
                    <a:pt x="259" y="3550"/>
                  </a:lnTo>
                  <a:lnTo>
                    <a:pt x="294" y="3541"/>
                  </a:lnTo>
                  <a:lnTo>
                    <a:pt x="330" y="3524"/>
                  </a:lnTo>
                  <a:lnTo>
                    <a:pt x="368" y="3503"/>
                  </a:lnTo>
                  <a:lnTo>
                    <a:pt x="1594" y="2722"/>
                  </a:lnTo>
                  <a:lnTo>
                    <a:pt x="1632" y="2696"/>
                  </a:lnTo>
                  <a:lnTo>
                    <a:pt x="1668" y="2665"/>
                  </a:lnTo>
                  <a:lnTo>
                    <a:pt x="1703" y="2631"/>
                  </a:lnTo>
                  <a:lnTo>
                    <a:pt x="1737" y="2592"/>
                  </a:lnTo>
                  <a:lnTo>
                    <a:pt x="1769" y="2551"/>
                  </a:lnTo>
                  <a:lnTo>
                    <a:pt x="1799" y="2506"/>
                  </a:lnTo>
                  <a:lnTo>
                    <a:pt x="1829" y="2460"/>
                  </a:lnTo>
                  <a:lnTo>
                    <a:pt x="1854" y="2411"/>
                  </a:lnTo>
                  <a:lnTo>
                    <a:pt x="1878" y="2361"/>
                  </a:lnTo>
                  <a:lnTo>
                    <a:pt x="1899" y="2308"/>
                  </a:lnTo>
                  <a:lnTo>
                    <a:pt x="1918" y="2256"/>
                  </a:lnTo>
                  <a:lnTo>
                    <a:pt x="1933" y="2202"/>
                  </a:lnTo>
                  <a:lnTo>
                    <a:pt x="1946" y="2149"/>
                  </a:lnTo>
                  <a:lnTo>
                    <a:pt x="1955" y="2095"/>
                  </a:lnTo>
                  <a:lnTo>
                    <a:pt x="1960" y="2042"/>
                  </a:lnTo>
                  <a:lnTo>
                    <a:pt x="1962" y="1989"/>
                  </a:lnTo>
                  <a:lnTo>
                    <a:pt x="1962" y="319"/>
                  </a:lnTo>
                  <a:lnTo>
                    <a:pt x="1960" y="269"/>
                  </a:lnTo>
                  <a:lnTo>
                    <a:pt x="1955" y="223"/>
                  </a:lnTo>
                  <a:lnTo>
                    <a:pt x="1946" y="180"/>
                  </a:lnTo>
                  <a:lnTo>
                    <a:pt x="1933" y="143"/>
                  </a:lnTo>
                  <a:lnTo>
                    <a:pt x="1918" y="109"/>
                  </a:lnTo>
                  <a:lnTo>
                    <a:pt x="1899" y="79"/>
                  </a:lnTo>
                  <a:lnTo>
                    <a:pt x="1878" y="54"/>
                  </a:lnTo>
                  <a:lnTo>
                    <a:pt x="1854" y="33"/>
                  </a:lnTo>
                  <a:lnTo>
                    <a:pt x="1829" y="17"/>
                  </a:lnTo>
                  <a:lnTo>
                    <a:pt x="1799" y="7"/>
                  </a:lnTo>
                  <a:lnTo>
                    <a:pt x="1769" y="0"/>
                  </a:lnTo>
                  <a:lnTo>
                    <a:pt x="1737" y="0"/>
                  </a:lnTo>
                  <a:lnTo>
                    <a:pt x="1703" y="4"/>
                  </a:lnTo>
                  <a:lnTo>
                    <a:pt x="1668" y="14"/>
                  </a:lnTo>
                  <a:lnTo>
                    <a:pt x="1632" y="29"/>
                  </a:lnTo>
                  <a:lnTo>
                    <a:pt x="1594" y="50"/>
                  </a:lnTo>
                  <a:close/>
                </a:path>
              </a:pathLst>
            </a:custGeom>
            <a:solidFill>
              <a:srgbClr val="E5E5E5"/>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2314" name="Freeform 50"/>
            <p:cNvSpPr>
              <a:spLocks noEditPoints="1"/>
            </p:cNvSpPr>
            <p:nvPr/>
          </p:nvSpPr>
          <p:spPr bwMode="auto">
            <a:xfrm>
              <a:off x="916" y="1589"/>
              <a:ext cx="697" cy="698"/>
            </a:xfrm>
            <a:custGeom>
              <a:avLst/>
              <a:gdLst>
                <a:gd name="T0" fmla="*/ 16 w 3485"/>
                <a:gd name="T1" fmla="*/ 0 h 3490"/>
                <a:gd name="T2" fmla="*/ 17 w 3485"/>
                <a:gd name="T3" fmla="*/ 2 h 3490"/>
                <a:gd name="T4" fmla="*/ 17 w 3485"/>
                <a:gd name="T5" fmla="*/ 3 h 3490"/>
                <a:gd name="T6" fmla="*/ 14 w 3485"/>
                <a:gd name="T7" fmla="*/ 4 h 3490"/>
                <a:gd name="T8" fmla="*/ 12 w 3485"/>
                <a:gd name="T9" fmla="*/ 4 h 3490"/>
                <a:gd name="T10" fmla="*/ 11 w 3485"/>
                <a:gd name="T11" fmla="*/ 2 h 3490"/>
                <a:gd name="T12" fmla="*/ 11 w 3485"/>
                <a:gd name="T13" fmla="*/ 1 h 3490"/>
                <a:gd name="T14" fmla="*/ 14 w 3485"/>
                <a:gd name="T15" fmla="*/ 0 h 3490"/>
                <a:gd name="T16" fmla="*/ 3 w 3485"/>
                <a:gd name="T17" fmla="*/ 7 h 3490"/>
                <a:gd name="T18" fmla="*/ 4 w 3485"/>
                <a:gd name="T19" fmla="*/ 9 h 3490"/>
                <a:gd name="T20" fmla="*/ 3 w 3485"/>
                <a:gd name="T21" fmla="*/ 12 h 3490"/>
                <a:gd name="T22" fmla="*/ 2 w 3485"/>
                <a:gd name="T23" fmla="*/ 13 h 3490"/>
                <a:gd name="T24" fmla="*/ 1 w 3485"/>
                <a:gd name="T25" fmla="*/ 12 h 3490"/>
                <a:gd name="T26" fmla="*/ 0 w 3485"/>
                <a:gd name="T27" fmla="*/ 10 h 3490"/>
                <a:gd name="T28" fmla="*/ 0 w 3485"/>
                <a:gd name="T29" fmla="*/ 8 h 3490"/>
                <a:gd name="T30" fmla="*/ 2 w 3485"/>
                <a:gd name="T31" fmla="*/ 6 h 3490"/>
                <a:gd name="T32" fmla="*/ 10 w 3485"/>
                <a:gd name="T33" fmla="*/ 20 h 3490"/>
                <a:gd name="T34" fmla="*/ 11 w 3485"/>
                <a:gd name="T35" fmla="*/ 22 h 3490"/>
                <a:gd name="T36" fmla="*/ 11 w 3485"/>
                <a:gd name="T37" fmla="*/ 25 h 3490"/>
                <a:gd name="T38" fmla="*/ 10 w 3485"/>
                <a:gd name="T39" fmla="*/ 27 h 3490"/>
                <a:gd name="T40" fmla="*/ 8 w 3485"/>
                <a:gd name="T41" fmla="*/ 26 h 3490"/>
                <a:gd name="T42" fmla="*/ 7 w 3485"/>
                <a:gd name="T43" fmla="*/ 24 h 3490"/>
                <a:gd name="T44" fmla="*/ 7 w 3485"/>
                <a:gd name="T45" fmla="*/ 22 h 3490"/>
                <a:gd name="T46" fmla="*/ 8 w 3485"/>
                <a:gd name="T47" fmla="*/ 20 h 3490"/>
                <a:gd name="T48" fmla="*/ 20 w 3485"/>
                <a:gd name="T49" fmla="*/ 21 h 3490"/>
                <a:gd name="T50" fmla="*/ 21 w 3485"/>
                <a:gd name="T51" fmla="*/ 23 h 3490"/>
                <a:gd name="T52" fmla="*/ 21 w 3485"/>
                <a:gd name="T53" fmla="*/ 26 h 3490"/>
                <a:gd name="T54" fmla="*/ 20 w 3485"/>
                <a:gd name="T55" fmla="*/ 28 h 3490"/>
                <a:gd name="T56" fmla="*/ 18 w 3485"/>
                <a:gd name="T57" fmla="*/ 28 h 3490"/>
                <a:gd name="T58" fmla="*/ 17 w 3485"/>
                <a:gd name="T59" fmla="*/ 26 h 3490"/>
                <a:gd name="T60" fmla="*/ 17 w 3485"/>
                <a:gd name="T61" fmla="*/ 23 h 3490"/>
                <a:gd name="T62" fmla="*/ 18 w 3485"/>
                <a:gd name="T63" fmla="*/ 21 h 3490"/>
                <a:gd name="T64" fmla="*/ 19 w 3485"/>
                <a:gd name="T65" fmla="*/ 11 h 3490"/>
                <a:gd name="T66" fmla="*/ 20 w 3485"/>
                <a:gd name="T67" fmla="*/ 13 h 3490"/>
                <a:gd name="T68" fmla="*/ 21 w 3485"/>
                <a:gd name="T69" fmla="*/ 15 h 3490"/>
                <a:gd name="T70" fmla="*/ 20 w 3485"/>
                <a:gd name="T71" fmla="*/ 17 h 3490"/>
                <a:gd name="T72" fmla="*/ 18 w 3485"/>
                <a:gd name="T73" fmla="*/ 17 h 3490"/>
                <a:gd name="T74" fmla="*/ 17 w 3485"/>
                <a:gd name="T75" fmla="*/ 16 h 3490"/>
                <a:gd name="T76" fmla="*/ 17 w 3485"/>
                <a:gd name="T77" fmla="*/ 13 h 3490"/>
                <a:gd name="T78" fmla="*/ 18 w 3485"/>
                <a:gd name="T79" fmla="*/ 11 h 3490"/>
                <a:gd name="T80" fmla="*/ 26 w 3485"/>
                <a:gd name="T81" fmla="*/ 7 h 3490"/>
                <a:gd name="T82" fmla="*/ 27 w 3485"/>
                <a:gd name="T83" fmla="*/ 8 h 3490"/>
                <a:gd name="T84" fmla="*/ 27 w 3485"/>
                <a:gd name="T85" fmla="*/ 11 h 3490"/>
                <a:gd name="T86" fmla="*/ 26 w 3485"/>
                <a:gd name="T87" fmla="*/ 13 h 3490"/>
                <a:gd name="T88" fmla="*/ 25 w 3485"/>
                <a:gd name="T89" fmla="*/ 13 h 3490"/>
                <a:gd name="T90" fmla="*/ 24 w 3485"/>
                <a:gd name="T91" fmla="*/ 12 h 3490"/>
                <a:gd name="T92" fmla="*/ 24 w 3485"/>
                <a:gd name="T93" fmla="*/ 9 h 3490"/>
                <a:gd name="T94" fmla="*/ 24 w 3485"/>
                <a:gd name="T95" fmla="*/ 7 h 3490"/>
                <a:gd name="T96" fmla="*/ 26 w 3485"/>
                <a:gd name="T97" fmla="*/ 17 h 3490"/>
                <a:gd name="T98" fmla="*/ 27 w 3485"/>
                <a:gd name="T99" fmla="*/ 18 h 3490"/>
                <a:gd name="T100" fmla="*/ 28 w 3485"/>
                <a:gd name="T101" fmla="*/ 21 h 3490"/>
                <a:gd name="T102" fmla="*/ 27 w 3485"/>
                <a:gd name="T103" fmla="*/ 23 h 3490"/>
                <a:gd name="T104" fmla="*/ 26 w 3485"/>
                <a:gd name="T105" fmla="*/ 24 h 3490"/>
                <a:gd name="T106" fmla="*/ 24 w 3485"/>
                <a:gd name="T107" fmla="*/ 23 h 3490"/>
                <a:gd name="T108" fmla="*/ 24 w 3485"/>
                <a:gd name="T109" fmla="*/ 20 h 3490"/>
                <a:gd name="T110" fmla="*/ 25 w 3485"/>
                <a:gd name="T111" fmla="*/ 18 h 3490"/>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w 3485"/>
                <a:gd name="T169" fmla="*/ 0 h 3490"/>
                <a:gd name="T170" fmla="*/ 3485 w 3485"/>
                <a:gd name="T171" fmla="*/ 3490 h 3490"/>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T168" t="T169" r="T170" b="T171"/>
              <a:pathLst>
                <a:path w="3485" h="3490">
                  <a:moveTo>
                    <a:pt x="1754" y="0"/>
                  </a:moveTo>
                  <a:lnTo>
                    <a:pt x="1797" y="2"/>
                  </a:lnTo>
                  <a:lnTo>
                    <a:pt x="1840" y="5"/>
                  </a:lnTo>
                  <a:lnTo>
                    <a:pt x="1881" y="12"/>
                  </a:lnTo>
                  <a:lnTo>
                    <a:pt x="1921" y="20"/>
                  </a:lnTo>
                  <a:lnTo>
                    <a:pt x="1959" y="31"/>
                  </a:lnTo>
                  <a:lnTo>
                    <a:pt x="1994" y="44"/>
                  </a:lnTo>
                  <a:lnTo>
                    <a:pt x="2028" y="59"/>
                  </a:lnTo>
                  <a:lnTo>
                    <a:pt x="2058" y="74"/>
                  </a:lnTo>
                  <a:lnTo>
                    <a:pt x="2086" y="93"/>
                  </a:lnTo>
                  <a:lnTo>
                    <a:pt x="2111" y="113"/>
                  </a:lnTo>
                  <a:lnTo>
                    <a:pt x="2132" y="133"/>
                  </a:lnTo>
                  <a:lnTo>
                    <a:pt x="2151" y="155"/>
                  </a:lnTo>
                  <a:lnTo>
                    <a:pt x="2165" y="179"/>
                  </a:lnTo>
                  <a:lnTo>
                    <a:pt x="2175" y="203"/>
                  </a:lnTo>
                  <a:lnTo>
                    <a:pt x="2182" y="229"/>
                  </a:lnTo>
                  <a:lnTo>
                    <a:pt x="2185" y="255"/>
                  </a:lnTo>
                  <a:lnTo>
                    <a:pt x="2182" y="281"/>
                  </a:lnTo>
                  <a:lnTo>
                    <a:pt x="2175" y="305"/>
                  </a:lnTo>
                  <a:lnTo>
                    <a:pt x="2165" y="330"/>
                  </a:lnTo>
                  <a:lnTo>
                    <a:pt x="2151" y="353"/>
                  </a:lnTo>
                  <a:lnTo>
                    <a:pt x="2132" y="376"/>
                  </a:lnTo>
                  <a:lnTo>
                    <a:pt x="2111" y="397"/>
                  </a:lnTo>
                  <a:lnTo>
                    <a:pt x="2086" y="417"/>
                  </a:lnTo>
                  <a:lnTo>
                    <a:pt x="2058" y="434"/>
                  </a:lnTo>
                  <a:lnTo>
                    <a:pt x="2028" y="451"/>
                  </a:lnTo>
                  <a:lnTo>
                    <a:pt x="1994" y="466"/>
                  </a:lnTo>
                  <a:lnTo>
                    <a:pt x="1959" y="479"/>
                  </a:lnTo>
                  <a:lnTo>
                    <a:pt x="1921" y="489"/>
                  </a:lnTo>
                  <a:lnTo>
                    <a:pt x="1881" y="498"/>
                  </a:lnTo>
                  <a:lnTo>
                    <a:pt x="1840" y="505"/>
                  </a:lnTo>
                  <a:lnTo>
                    <a:pt x="1797" y="508"/>
                  </a:lnTo>
                  <a:lnTo>
                    <a:pt x="1754" y="509"/>
                  </a:lnTo>
                  <a:lnTo>
                    <a:pt x="1710" y="508"/>
                  </a:lnTo>
                  <a:lnTo>
                    <a:pt x="1667" y="505"/>
                  </a:lnTo>
                  <a:lnTo>
                    <a:pt x="1626" y="498"/>
                  </a:lnTo>
                  <a:lnTo>
                    <a:pt x="1586" y="489"/>
                  </a:lnTo>
                  <a:lnTo>
                    <a:pt x="1548" y="479"/>
                  </a:lnTo>
                  <a:lnTo>
                    <a:pt x="1512" y="466"/>
                  </a:lnTo>
                  <a:lnTo>
                    <a:pt x="1479" y="451"/>
                  </a:lnTo>
                  <a:lnTo>
                    <a:pt x="1449" y="434"/>
                  </a:lnTo>
                  <a:lnTo>
                    <a:pt x="1421" y="417"/>
                  </a:lnTo>
                  <a:lnTo>
                    <a:pt x="1395" y="397"/>
                  </a:lnTo>
                  <a:lnTo>
                    <a:pt x="1374" y="376"/>
                  </a:lnTo>
                  <a:lnTo>
                    <a:pt x="1355" y="353"/>
                  </a:lnTo>
                  <a:lnTo>
                    <a:pt x="1341" y="330"/>
                  </a:lnTo>
                  <a:lnTo>
                    <a:pt x="1331" y="305"/>
                  </a:lnTo>
                  <a:lnTo>
                    <a:pt x="1324" y="281"/>
                  </a:lnTo>
                  <a:lnTo>
                    <a:pt x="1321" y="255"/>
                  </a:lnTo>
                  <a:lnTo>
                    <a:pt x="1324" y="229"/>
                  </a:lnTo>
                  <a:lnTo>
                    <a:pt x="1331" y="203"/>
                  </a:lnTo>
                  <a:lnTo>
                    <a:pt x="1341" y="179"/>
                  </a:lnTo>
                  <a:lnTo>
                    <a:pt x="1355" y="155"/>
                  </a:lnTo>
                  <a:lnTo>
                    <a:pt x="1374" y="133"/>
                  </a:lnTo>
                  <a:lnTo>
                    <a:pt x="1395" y="113"/>
                  </a:lnTo>
                  <a:lnTo>
                    <a:pt x="1421" y="93"/>
                  </a:lnTo>
                  <a:lnTo>
                    <a:pt x="1449" y="74"/>
                  </a:lnTo>
                  <a:lnTo>
                    <a:pt x="1479" y="59"/>
                  </a:lnTo>
                  <a:lnTo>
                    <a:pt x="1512" y="44"/>
                  </a:lnTo>
                  <a:lnTo>
                    <a:pt x="1548" y="31"/>
                  </a:lnTo>
                  <a:lnTo>
                    <a:pt x="1586" y="20"/>
                  </a:lnTo>
                  <a:lnTo>
                    <a:pt x="1626" y="12"/>
                  </a:lnTo>
                  <a:lnTo>
                    <a:pt x="1667" y="5"/>
                  </a:lnTo>
                  <a:lnTo>
                    <a:pt x="1710" y="2"/>
                  </a:lnTo>
                  <a:lnTo>
                    <a:pt x="1754" y="0"/>
                  </a:lnTo>
                  <a:close/>
                  <a:moveTo>
                    <a:pt x="239" y="786"/>
                  </a:moveTo>
                  <a:lnTo>
                    <a:pt x="263" y="788"/>
                  </a:lnTo>
                  <a:lnTo>
                    <a:pt x="287" y="794"/>
                  </a:lnTo>
                  <a:lnTo>
                    <a:pt x="309" y="805"/>
                  </a:lnTo>
                  <a:lnTo>
                    <a:pt x="331" y="819"/>
                  </a:lnTo>
                  <a:lnTo>
                    <a:pt x="352" y="836"/>
                  </a:lnTo>
                  <a:lnTo>
                    <a:pt x="372" y="857"/>
                  </a:lnTo>
                  <a:lnTo>
                    <a:pt x="390" y="882"/>
                  </a:lnTo>
                  <a:lnTo>
                    <a:pt x="407" y="909"/>
                  </a:lnTo>
                  <a:lnTo>
                    <a:pt x="423" y="940"/>
                  </a:lnTo>
                  <a:lnTo>
                    <a:pt x="437" y="971"/>
                  </a:lnTo>
                  <a:lnTo>
                    <a:pt x="448" y="1006"/>
                  </a:lnTo>
                  <a:lnTo>
                    <a:pt x="459" y="1043"/>
                  </a:lnTo>
                  <a:lnTo>
                    <a:pt x="467" y="1081"/>
                  </a:lnTo>
                  <a:lnTo>
                    <a:pt x="473" y="1121"/>
                  </a:lnTo>
                  <a:lnTo>
                    <a:pt x="476" y="1163"/>
                  </a:lnTo>
                  <a:lnTo>
                    <a:pt x="478" y="1206"/>
                  </a:lnTo>
                  <a:lnTo>
                    <a:pt x="476" y="1248"/>
                  </a:lnTo>
                  <a:lnTo>
                    <a:pt x="473" y="1290"/>
                  </a:lnTo>
                  <a:lnTo>
                    <a:pt x="467" y="1330"/>
                  </a:lnTo>
                  <a:lnTo>
                    <a:pt x="459" y="1367"/>
                  </a:lnTo>
                  <a:lnTo>
                    <a:pt x="448" y="1405"/>
                  </a:lnTo>
                  <a:lnTo>
                    <a:pt x="437" y="1439"/>
                  </a:lnTo>
                  <a:lnTo>
                    <a:pt x="423" y="1472"/>
                  </a:lnTo>
                  <a:lnTo>
                    <a:pt x="407" y="1501"/>
                  </a:lnTo>
                  <a:lnTo>
                    <a:pt x="390" y="1528"/>
                  </a:lnTo>
                  <a:lnTo>
                    <a:pt x="372" y="1553"/>
                  </a:lnTo>
                  <a:lnTo>
                    <a:pt x="352" y="1574"/>
                  </a:lnTo>
                  <a:lnTo>
                    <a:pt x="331" y="1591"/>
                  </a:lnTo>
                  <a:lnTo>
                    <a:pt x="309" y="1605"/>
                  </a:lnTo>
                  <a:lnTo>
                    <a:pt x="287" y="1616"/>
                  </a:lnTo>
                  <a:lnTo>
                    <a:pt x="263" y="1622"/>
                  </a:lnTo>
                  <a:lnTo>
                    <a:pt x="239" y="1624"/>
                  </a:lnTo>
                  <a:lnTo>
                    <a:pt x="214" y="1622"/>
                  </a:lnTo>
                  <a:lnTo>
                    <a:pt x="191" y="1616"/>
                  </a:lnTo>
                  <a:lnTo>
                    <a:pt x="168" y="1605"/>
                  </a:lnTo>
                  <a:lnTo>
                    <a:pt x="146" y="1591"/>
                  </a:lnTo>
                  <a:lnTo>
                    <a:pt x="125" y="1574"/>
                  </a:lnTo>
                  <a:lnTo>
                    <a:pt x="105" y="1553"/>
                  </a:lnTo>
                  <a:lnTo>
                    <a:pt x="87" y="1528"/>
                  </a:lnTo>
                  <a:lnTo>
                    <a:pt x="70" y="1501"/>
                  </a:lnTo>
                  <a:lnTo>
                    <a:pt x="55" y="1472"/>
                  </a:lnTo>
                  <a:lnTo>
                    <a:pt x="41" y="1439"/>
                  </a:lnTo>
                  <a:lnTo>
                    <a:pt x="29" y="1405"/>
                  </a:lnTo>
                  <a:lnTo>
                    <a:pt x="18" y="1367"/>
                  </a:lnTo>
                  <a:lnTo>
                    <a:pt x="10" y="1330"/>
                  </a:lnTo>
                  <a:lnTo>
                    <a:pt x="4" y="1290"/>
                  </a:lnTo>
                  <a:lnTo>
                    <a:pt x="1" y="1248"/>
                  </a:lnTo>
                  <a:lnTo>
                    <a:pt x="0" y="1206"/>
                  </a:lnTo>
                  <a:lnTo>
                    <a:pt x="1" y="1163"/>
                  </a:lnTo>
                  <a:lnTo>
                    <a:pt x="4" y="1121"/>
                  </a:lnTo>
                  <a:lnTo>
                    <a:pt x="10" y="1081"/>
                  </a:lnTo>
                  <a:lnTo>
                    <a:pt x="18" y="1043"/>
                  </a:lnTo>
                  <a:lnTo>
                    <a:pt x="29" y="1006"/>
                  </a:lnTo>
                  <a:lnTo>
                    <a:pt x="41" y="971"/>
                  </a:lnTo>
                  <a:lnTo>
                    <a:pt x="55" y="940"/>
                  </a:lnTo>
                  <a:lnTo>
                    <a:pt x="70" y="909"/>
                  </a:lnTo>
                  <a:lnTo>
                    <a:pt x="87" y="882"/>
                  </a:lnTo>
                  <a:lnTo>
                    <a:pt x="105" y="857"/>
                  </a:lnTo>
                  <a:lnTo>
                    <a:pt x="125" y="836"/>
                  </a:lnTo>
                  <a:lnTo>
                    <a:pt x="146" y="819"/>
                  </a:lnTo>
                  <a:lnTo>
                    <a:pt x="168" y="805"/>
                  </a:lnTo>
                  <a:lnTo>
                    <a:pt x="191" y="794"/>
                  </a:lnTo>
                  <a:lnTo>
                    <a:pt x="214" y="788"/>
                  </a:lnTo>
                  <a:lnTo>
                    <a:pt x="239" y="786"/>
                  </a:lnTo>
                  <a:close/>
                  <a:moveTo>
                    <a:pt x="1119" y="2495"/>
                  </a:moveTo>
                  <a:lnTo>
                    <a:pt x="1143" y="2498"/>
                  </a:lnTo>
                  <a:lnTo>
                    <a:pt x="1167" y="2504"/>
                  </a:lnTo>
                  <a:lnTo>
                    <a:pt x="1190" y="2514"/>
                  </a:lnTo>
                  <a:lnTo>
                    <a:pt x="1211" y="2528"/>
                  </a:lnTo>
                  <a:lnTo>
                    <a:pt x="1232" y="2546"/>
                  </a:lnTo>
                  <a:lnTo>
                    <a:pt x="1252" y="2567"/>
                  </a:lnTo>
                  <a:lnTo>
                    <a:pt x="1271" y="2592"/>
                  </a:lnTo>
                  <a:lnTo>
                    <a:pt x="1288" y="2618"/>
                  </a:lnTo>
                  <a:lnTo>
                    <a:pt x="1304" y="2648"/>
                  </a:lnTo>
                  <a:lnTo>
                    <a:pt x="1318" y="2681"/>
                  </a:lnTo>
                  <a:lnTo>
                    <a:pt x="1329" y="2715"/>
                  </a:lnTo>
                  <a:lnTo>
                    <a:pt x="1340" y="2752"/>
                  </a:lnTo>
                  <a:lnTo>
                    <a:pt x="1348" y="2790"/>
                  </a:lnTo>
                  <a:lnTo>
                    <a:pt x="1354" y="2830"/>
                  </a:lnTo>
                  <a:lnTo>
                    <a:pt x="1358" y="2872"/>
                  </a:lnTo>
                  <a:lnTo>
                    <a:pt x="1359" y="2914"/>
                  </a:lnTo>
                  <a:lnTo>
                    <a:pt x="1358" y="2956"/>
                  </a:lnTo>
                  <a:lnTo>
                    <a:pt x="1354" y="2998"/>
                  </a:lnTo>
                  <a:lnTo>
                    <a:pt x="1348" y="3038"/>
                  </a:lnTo>
                  <a:lnTo>
                    <a:pt x="1340" y="3077"/>
                  </a:lnTo>
                  <a:lnTo>
                    <a:pt x="1329" y="3113"/>
                  </a:lnTo>
                  <a:lnTo>
                    <a:pt x="1318" y="3147"/>
                  </a:lnTo>
                  <a:lnTo>
                    <a:pt x="1304" y="3180"/>
                  </a:lnTo>
                  <a:lnTo>
                    <a:pt x="1288" y="3209"/>
                  </a:lnTo>
                  <a:lnTo>
                    <a:pt x="1271" y="3238"/>
                  </a:lnTo>
                  <a:lnTo>
                    <a:pt x="1252" y="3261"/>
                  </a:lnTo>
                  <a:lnTo>
                    <a:pt x="1232" y="3282"/>
                  </a:lnTo>
                  <a:lnTo>
                    <a:pt x="1211" y="3301"/>
                  </a:lnTo>
                  <a:lnTo>
                    <a:pt x="1190" y="3315"/>
                  </a:lnTo>
                  <a:lnTo>
                    <a:pt x="1167" y="3325"/>
                  </a:lnTo>
                  <a:lnTo>
                    <a:pt x="1143" y="3331"/>
                  </a:lnTo>
                  <a:lnTo>
                    <a:pt x="1119" y="3334"/>
                  </a:lnTo>
                  <a:lnTo>
                    <a:pt x="1094" y="3331"/>
                  </a:lnTo>
                  <a:lnTo>
                    <a:pt x="1070" y="3325"/>
                  </a:lnTo>
                  <a:lnTo>
                    <a:pt x="1048" y="3315"/>
                  </a:lnTo>
                  <a:lnTo>
                    <a:pt x="1026" y="3301"/>
                  </a:lnTo>
                  <a:lnTo>
                    <a:pt x="1005" y="3282"/>
                  </a:lnTo>
                  <a:lnTo>
                    <a:pt x="985" y="3261"/>
                  </a:lnTo>
                  <a:lnTo>
                    <a:pt x="967" y="3238"/>
                  </a:lnTo>
                  <a:lnTo>
                    <a:pt x="950" y="3209"/>
                  </a:lnTo>
                  <a:lnTo>
                    <a:pt x="935" y="3180"/>
                  </a:lnTo>
                  <a:lnTo>
                    <a:pt x="921" y="3147"/>
                  </a:lnTo>
                  <a:lnTo>
                    <a:pt x="909" y="3113"/>
                  </a:lnTo>
                  <a:lnTo>
                    <a:pt x="898" y="3077"/>
                  </a:lnTo>
                  <a:lnTo>
                    <a:pt x="890" y="3038"/>
                  </a:lnTo>
                  <a:lnTo>
                    <a:pt x="884" y="2998"/>
                  </a:lnTo>
                  <a:lnTo>
                    <a:pt x="881" y="2956"/>
                  </a:lnTo>
                  <a:lnTo>
                    <a:pt x="880" y="2914"/>
                  </a:lnTo>
                  <a:lnTo>
                    <a:pt x="881" y="2872"/>
                  </a:lnTo>
                  <a:lnTo>
                    <a:pt x="884" y="2830"/>
                  </a:lnTo>
                  <a:lnTo>
                    <a:pt x="890" y="2790"/>
                  </a:lnTo>
                  <a:lnTo>
                    <a:pt x="898" y="2752"/>
                  </a:lnTo>
                  <a:lnTo>
                    <a:pt x="909" y="2715"/>
                  </a:lnTo>
                  <a:lnTo>
                    <a:pt x="921" y="2681"/>
                  </a:lnTo>
                  <a:lnTo>
                    <a:pt x="935" y="2648"/>
                  </a:lnTo>
                  <a:lnTo>
                    <a:pt x="950" y="2618"/>
                  </a:lnTo>
                  <a:lnTo>
                    <a:pt x="967" y="2592"/>
                  </a:lnTo>
                  <a:lnTo>
                    <a:pt x="985" y="2567"/>
                  </a:lnTo>
                  <a:lnTo>
                    <a:pt x="1005" y="2546"/>
                  </a:lnTo>
                  <a:lnTo>
                    <a:pt x="1026" y="2528"/>
                  </a:lnTo>
                  <a:lnTo>
                    <a:pt x="1048" y="2514"/>
                  </a:lnTo>
                  <a:lnTo>
                    <a:pt x="1070" y="2504"/>
                  </a:lnTo>
                  <a:lnTo>
                    <a:pt x="1094" y="2498"/>
                  </a:lnTo>
                  <a:lnTo>
                    <a:pt x="1119" y="2495"/>
                  </a:lnTo>
                  <a:close/>
                  <a:moveTo>
                    <a:pt x="2380" y="2651"/>
                  </a:moveTo>
                  <a:lnTo>
                    <a:pt x="2405" y="2654"/>
                  </a:lnTo>
                  <a:lnTo>
                    <a:pt x="2428" y="2660"/>
                  </a:lnTo>
                  <a:lnTo>
                    <a:pt x="2452" y="2670"/>
                  </a:lnTo>
                  <a:lnTo>
                    <a:pt x="2473" y="2684"/>
                  </a:lnTo>
                  <a:lnTo>
                    <a:pt x="2494" y="2703"/>
                  </a:lnTo>
                  <a:lnTo>
                    <a:pt x="2514" y="2724"/>
                  </a:lnTo>
                  <a:lnTo>
                    <a:pt x="2533" y="2747"/>
                  </a:lnTo>
                  <a:lnTo>
                    <a:pt x="2550" y="2774"/>
                  </a:lnTo>
                  <a:lnTo>
                    <a:pt x="2565" y="2805"/>
                  </a:lnTo>
                  <a:lnTo>
                    <a:pt x="2580" y="2838"/>
                  </a:lnTo>
                  <a:lnTo>
                    <a:pt x="2591" y="2872"/>
                  </a:lnTo>
                  <a:lnTo>
                    <a:pt x="2602" y="2908"/>
                  </a:lnTo>
                  <a:lnTo>
                    <a:pt x="2610" y="2947"/>
                  </a:lnTo>
                  <a:lnTo>
                    <a:pt x="2616" y="2987"/>
                  </a:lnTo>
                  <a:lnTo>
                    <a:pt x="2619" y="3029"/>
                  </a:lnTo>
                  <a:lnTo>
                    <a:pt x="2621" y="3071"/>
                  </a:lnTo>
                  <a:lnTo>
                    <a:pt x="2619" y="3113"/>
                  </a:lnTo>
                  <a:lnTo>
                    <a:pt x="2616" y="3155"/>
                  </a:lnTo>
                  <a:lnTo>
                    <a:pt x="2610" y="3195"/>
                  </a:lnTo>
                  <a:lnTo>
                    <a:pt x="2602" y="3233"/>
                  </a:lnTo>
                  <a:lnTo>
                    <a:pt x="2591" y="3270"/>
                  </a:lnTo>
                  <a:lnTo>
                    <a:pt x="2580" y="3304"/>
                  </a:lnTo>
                  <a:lnTo>
                    <a:pt x="2565" y="3337"/>
                  </a:lnTo>
                  <a:lnTo>
                    <a:pt x="2550" y="3367"/>
                  </a:lnTo>
                  <a:lnTo>
                    <a:pt x="2533" y="3393"/>
                  </a:lnTo>
                  <a:lnTo>
                    <a:pt x="2514" y="3418"/>
                  </a:lnTo>
                  <a:lnTo>
                    <a:pt x="2494" y="3439"/>
                  </a:lnTo>
                  <a:lnTo>
                    <a:pt x="2473" y="3457"/>
                  </a:lnTo>
                  <a:lnTo>
                    <a:pt x="2452" y="3471"/>
                  </a:lnTo>
                  <a:lnTo>
                    <a:pt x="2428" y="3481"/>
                  </a:lnTo>
                  <a:lnTo>
                    <a:pt x="2405" y="3487"/>
                  </a:lnTo>
                  <a:lnTo>
                    <a:pt x="2380" y="3490"/>
                  </a:lnTo>
                  <a:lnTo>
                    <a:pt x="2356" y="3487"/>
                  </a:lnTo>
                  <a:lnTo>
                    <a:pt x="2332" y="3481"/>
                  </a:lnTo>
                  <a:lnTo>
                    <a:pt x="2310" y="3471"/>
                  </a:lnTo>
                  <a:lnTo>
                    <a:pt x="2288" y="3457"/>
                  </a:lnTo>
                  <a:lnTo>
                    <a:pt x="2267" y="3439"/>
                  </a:lnTo>
                  <a:lnTo>
                    <a:pt x="2248" y="3418"/>
                  </a:lnTo>
                  <a:lnTo>
                    <a:pt x="2229" y="3393"/>
                  </a:lnTo>
                  <a:lnTo>
                    <a:pt x="2212" y="3367"/>
                  </a:lnTo>
                  <a:lnTo>
                    <a:pt x="2196" y="3337"/>
                  </a:lnTo>
                  <a:lnTo>
                    <a:pt x="2182" y="3304"/>
                  </a:lnTo>
                  <a:lnTo>
                    <a:pt x="2171" y="3270"/>
                  </a:lnTo>
                  <a:lnTo>
                    <a:pt x="2160" y="3233"/>
                  </a:lnTo>
                  <a:lnTo>
                    <a:pt x="2152" y="3195"/>
                  </a:lnTo>
                  <a:lnTo>
                    <a:pt x="2146" y="3155"/>
                  </a:lnTo>
                  <a:lnTo>
                    <a:pt x="2142" y="3113"/>
                  </a:lnTo>
                  <a:lnTo>
                    <a:pt x="2141" y="3071"/>
                  </a:lnTo>
                  <a:lnTo>
                    <a:pt x="2142" y="3029"/>
                  </a:lnTo>
                  <a:lnTo>
                    <a:pt x="2146" y="2987"/>
                  </a:lnTo>
                  <a:lnTo>
                    <a:pt x="2152" y="2947"/>
                  </a:lnTo>
                  <a:lnTo>
                    <a:pt x="2160" y="2908"/>
                  </a:lnTo>
                  <a:lnTo>
                    <a:pt x="2171" y="2872"/>
                  </a:lnTo>
                  <a:lnTo>
                    <a:pt x="2182" y="2838"/>
                  </a:lnTo>
                  <a:lnTo>
                    <a:pt x="2196" y="2805"/>
                  </a:lnTo>
                  <a:lnTo>
                    <a:pt x="2212" y="2774"/>
                  </a:lnTo>
                  <a:lnTo>
                    <a:pt x="2229" y="2747"/>
                  </a:lnTo>
                  <a:lnTo>
                    <a:pt x="2248" y="2724"/>
                  </a:lnTo>
                  <a:lnTo>
                    <a:pt x="2267" y="2703"/>
                  </a:lnTo>
                  <a:lnTo>
                    <a:pt x="2288" y="2684"/>
                  </a:lnTo>
                  <a:lnTo>
                    <a:pt x="2310" y="2670"/>
                  </a:lnTo>
                  <a:lnTo>
                    <a:pt x="2332" y="2660"/>
                  </a:lnTo>
                  <a:lnTo>
                    <a:pt x="2356" y="2654"/>
                  </a:lnTo>
                  <a:lnTo>
                    <a:pt x="2380" y="2651"/>
                  </a:lnTo>
                  <a:close/>
                  <a:moveTo>
                    <a:pt x="2342" y="1355"/>
                  </a:moveTo>
                  <a:lnTo>
                    <a:pt x="2366" y="1357"/>
                  </a:lnTo>
                  <a:lnTo>
                    <a:pt x="2390" y="1363"/>
                  </a:lnTo>
                  <a:lnTo>
                    <a:pt x="2412" y="1373"/>
                  </a:lnTo>
                  <a:lnTo>
                    <a:pt x="2434" y="1387"/>
                  </a:lnTo>
                  <a:lnTo>
                    <a:pt x="2455" y="1405"/>
                  </a:lnTo>
                  <a:lnTo>
                    <a:pt x="2475" y="1426"/>
                  </a:lnTo>
                  <a:lnTo>
                    <a:pt x="2493" y="1451"/>
                  </a:lnTo>
                  <a:lnTo>
                    <a:pt x="2510" y="1478"/>
                  </a:lnTo>
                  <a:lnTo>
                    <a:pt x="2526" y="1507"/>
                  </a:lnTo>
                  <a:lnTo>
                    <a:pt x="2540" y="1540"/>
                  </a:lnTo>
                  <a:lnTo>
                    <a:pt x="2551" y="1574"/>
                  </a:lnTo>
                  <a:lnTo>
                    <a:pt x="2562" y="1611"/>
                  </a:lnTo>
                  <a:lnTo>
                    <a:pt x="2570" y="1649"/>
                  </a:lnTo>
                  <a:lnTo>
                    <a:pt x="2576" y="1689"/>
                  </a:lnTo>
                  <a:lnTo>
                    <a:pt x="2580" y="1731"/>
                  </a:lnTo>
                  <a:lnTo>
                    <a:pt x="2581" y="1773"/>
                  </a:lnTo>
                  <a:lnTo>
                    <a:pt x="2580" y="1815"/>
                  </a:lnTo>
                  <a:lnTo>
                    <a:pt x="2576" y="1858"/>
                  </a:lnTo>
                  <a:lnTo>
                    <a:pt x="2570" y="1897"/>
                  </a:lnTo>
                  <a:lnTo>
                    <a:pt x="2562" y="1936"/>
                  </a:lnTo>
                  <a:lnTo>
                    <a:pt x="2551" y="1972"/>
                  </a:lnTo>
                  <a:lnTo>
                    <a:pt x="2540" y="2008"/>
                  </a:lnTo>
                  <a:lnTo>
                    <a:pt x="2526" y="2039"/>
                  </a:lnTo>
                  <a:lnTo>
                    <a:pt x="2510" y="2070"/>
                  </a:lnTo>
                  <a:lnTo>
                    <a:pt x="2493" y="2097"/>
                  </a:lnTo>
                  <a:lnTo>
                    <a:pt x="2475" y="2121"/>
                  </a:lnTo>
                  <a:lnTo>
                    <a:pt x="2455" y="2142"/>
                  </a:lnTo>
                  <a:lnTo>
                    <a:pt x="2434" y="2160"/>
                  </a:lnTo>
                  <a:lnTo>
                    <a:pt x="2412" y="2174"/>
                  </a:lnTo>
                  <a:lnTo>
                    <a:pt x="2390" y="2185"/>
                  </a:lnTo>
                  <a:lnTo>
                    <a:pt x="2366" y="2191"/>
                  </a:lnTo>
                  <a:lnTo>
                    <a:pt x="2342" y="2193"/>
                  </a:lnTo>
                  <a:lnTo>
                    <a:pt x="2317" y="2191"/>
                  </a:lnTo>
                  <a:lnTo>
                    <a:pt x="2294" y="2185"/>
                  </a:lnTo>
                  <a:lnTo>
                    <a:pt x="2270" y="2174"/>
                  </a:lnTo>
                  <a:lnTo>
                    <a:pt x="2249" y="2160"/>
                  </a:lnTo>
                  <a:lnTo>
                    <a:pt x="2228" y="2142"/>
                  </a:lnTo>
                  <a:lnTo>
                    <a:pt x="2208" y="2121"/>
                  </a:lnTo>
                  <a:lnTo>
                    <a:pt x="2189" y="2097"/>
                  </a:lnTo>
                  <a:lnTo>
                    <a:pt x="2173" y="2070"/>
                  </a:lnTo>
                  <a:lnTo>
                    <a:pt x="2157" y="2039"/>
                  </a:lnTo>
                  <a:lnTo>
                    <a:pt x="2142" y="2008"/>
                  </a:lnTo>
                  <a:lnTo>
                    <a:pt x="2131" y="1972"/>
                  </a:lnTo>
                  <a:lnTo>
                    <a:pt x="2120" y="1936"/>
                  </a:lnTo>
                  <a:lnTo>
                    <a:pt x="2112" y="1897"/>
                  </a:lnTo>
                  <a:lnTo>
                    <a:pt x="2106" y="1858"/>
                  </a:lnTo>
                  <a:lnTo>
                    <a:pt x="2103" y="1815"/>
                  </a:lnTo>
                  <a:lnTo>
                    <a:pt x="2101" y="1773"/>
                  </a:lnTo>
                  <a:lnTo>
                    <a:pt x="2103" y="1731"/>
                  </a:lnTo>
                  <a:lnTo>
                    <a:pt x="2106" y="1689"/>
                  </a:lnTo>
                  <a:lnTo>
                    <a:pt x="2112" y="1649"/>
                  </a:lnTo>
                  <a:lnTo>
                    <a:pt x="2120" y="1611"/>
                  </a:lnTo>
                  <a:lnTo>
                    <a:pt x="2131" y="1574"/>
                  </a:lnTo>
                  <a:lnTo>
                    <a:pt x="2142" y="1540"/>
                  </a:lnTo>
                  <a:lnTo>
                    <a:pt x="2157" y="1507"/>
                  </a:lnTo>
                  <a:lnTo>
                    <a:pt x="2173" y="1478"/>
                  </a:lnTo>
                  <a:lnTo>
                    <a:pt x="2189" y="1451"/>
                  </a:lnTo>
                  <a:lnTo>
                    <a:pt x="2208" y="1426"/>
                  </a:lnTo>
                  <a:lnTo>
                    <a:pt x="2228" y="1405"/>
                  </a:lnTo>
                  <a:lnTo>
                    <a:pt x="2249" y="1387"/>
                  </a:lnTo>
                  <a:lnTo>
                    <a:pt x="2270" y="1373"/>
                  </a:lnTo>
                  <a:lnTo>
                    <a:pt x="2294" y="1363"/>
                  </a:lnTo>
                  <a:lnTo>
                    <a:pt x="2317" y="1357"/>
                  </a:lnTo>
                  <a:lnTo>
                    <a:pt x="2342" y="1355"/>
                  </a:lnTo>
                  <a:close/>
                  <a:moveTo>
                    <a:pt x="3179" y="819"/>
                  </a:moveTo>
                  <a:lnTo>
                    <a:pt x="3204" y="821"/>
                  </a:lnTo>
                  <a:lnTo>
                    <a:pt x="3227" y="827"/>
                  </a:lnTo>
                  <a:lnTo>
                    <a:pt x="3250" y="838"/>
                  </a:lnTo>
                  <a:lnTo>
                    <a:pt x="3272" y="852"/>
                  </a:lnTo>
                  <a:lnTo>
                    <a:pt x="3293" y="869"/>
                  </a:lnTo>
                  <a:lnTo>
                    <a:pt x="3312" y="890"/>
                  </a:lnTo>
                  <a:lnTo>
                    <a:pt x="3331" y="915"/>
                  </a:lnTo>
                  <a:lnTo>
                    <a:pt x="3348" y="942"/>
                  </a:lnTo>
                  <a:lnTo>
                    <a:pt x="3363" y="971"/>
                  </a:lnTo>
                  <a:lnTo>
                    <a:pt x="3377" y="1004"/>
                  </a:lnTo>
                  <a:lnTo>
                    <a:pt x="3389" y="1038"/>
                  </a:lnTo>
                  <a:lnTo>
                    <a:pt x="3400" y="1076"/>
                  </a:lnTo>
                  <a:lnTo>
                    <a:pt x="3408" y="1113"/>
                  </a:lnTo>
                  <a:lnTo>
                    <a:pt x="3414" y="1153"/>
                  </a:lnTo>
                  <a:lnTo>
                    <a:pt x="3417" y="1195"/>
                  </a:lnTo>
                  <a:lnTo>
                    <a:pt x="3418" y="1237"/>
                  </a:lnTo>
                  <a:lnTo>
                    <a:pt x="3417" y="1280"/>
                  </a:lnTo>
                  <a:lnTo>
                    <a:pt x="3414" y="1322"/>
                  </a:lnTo>
                  <a:lnTo>
                    <a:pt x="3408" y="1362"/>
                  </a:lnTo>
                  <a:lnTo>
                    <a:pt x="3400" y="1399"/>
                  </a:lnTo>
                  <a:lnTo>
                    <a:pt x="3389" y="1437"/>
                  </a:lnTo>
                  <a:lnTo>
                    <a:pt x="3377" y="1471"/>
                  </a:lnTo>
                  <a:lnTo>
                    <a:pt x="3363" y="1503"/>
                  </a:lnTo>
                  <a:lnTo>
                    <a:pt x="3348" y="1533"/>
                  </a:lnTo>
                  <a:lnTo>
                    <a:pt x="3331" y="1560"/>
                  </a:lnTo>
                  <a:lnTo>
                    <a:pt x="3312" y="1584"/>
                  </a:lnTo>
                  <a:lnTo>
                    <a:pt x="3293" y="1605"/>
                  </a:lnTo>
                  <a:lnTo>
                    <a:pt x="3272" y="1623"/>
                  </a:lnTo>
                  <a:lnTo>
                    <a:pt x="3250" y="1637"/>
                  </a:lnTo>
                  <a:lnTo>
                    <a:pt x="3227" y="1648"/>
                  </a:lnTo>
                  <a:lnTo>
                    <a:pt x="3204" y="1654"/>
                  </a:lnTo>
                  <a:lnTo>
                    <a:pt x="3179" y="1656"/>
                  </a:lnTo>
                  <a:lnTo>
                    <a:pt x="3155" y="1654"/>
                  </a:lnTo>
                  <a:lnTo>
                    <a:pt x="3131" y="1648"/>
                  </a:lnTo>
                  <a:lnTo>
                    <a:pt x="3108" y="1637"/>
                  </a:lnTo>
                  <a:lnTo>
                    <a:pt x="3087" y="1623"/>
                  </a:lnTo>
                  <a:lnTo>
                    <a:pt x="3066" y="1605"/>
                  </a:lnTo>
                  <a:lnTo>
                    <a:pt x="3046" y="1584"/>
                  </a:lnTo>
                  <a:lnTo>
                    <a:pt x="3027" y="1560"/>
                  </a:lnTo>
                  <a:lnTo>
                    <a:pt x="3011" y="1533"/>
                  </a:lnTo>
                  <a:lnTo>
                    <a:pt x="2994" y="1503"/>
                  </a:lnTo>
                  <a:lnTo>
                    <a:pt x="2980" y="1471"/>
                  </a:lnTo>
                  <a:lnTo>
                    <a:pt x="2968" y="1437"/>
                  </a:lnTo>
                  <a:lnTo>
                    <a:pt x="2958" y="1399"/>
                  </a:lnTo>
                  <a:lnTo>
                    <a:pt x="2950" y="1362"/>
                  </a:lnTo>
                  <a:lnTo>
                    <a:pt x="2944" y="1322"/>
                  </a:lnTo>
                  <a:lnTo>
                    <a:pt x="2940" y="1280"/>
                  </a:lnTo>
                  <a:lnTo>
                    <a:pt x="2939" y="1237"/>
                  </a:lnTo>
                  <a:lnTo>
                    <a:pt x="2940" y="1195"/>
                  </a:lnTo>
                  <a:lnTo>
                    <a:pt x="2944" y="1153"/>
                  </a:lnTo>
                  <a:lnTo>
                    <a:pt x="2950" y="1113"/>
                  </a:lnTo>
                  <a:lnTo>
                    <a:pt x="2958" y="1076"/>
                  </a:lnTo>
                  <a:lnTo>
                    <a:pt x="2968" y="1038"/>
                  </a:lnTo>
                  <a:lnTo>
                    <a:pt x="2980" y="1004"/>
                  </a:lnTo>
                  <a:lnTo>
                    <a:pt x="2994" y="971"/>
                  </a:lnTo>
                  <a:lnTo>
                    <a:pt x="3011" y="942"/>
                  </a:lnTo>
                  <a:lnTo>
                    <a:pt x="3027" y="915"/>
                  </a:lnTo>
                  <a:lnTo>
                    <a:pt x="3046" y="890"/>
                  </a:lnTo>
                  <a:lnTo>
                    <a:pt x="3066" y="869"/>
                  </a:lnTo>
                  <a:lnTo>
                    <a:pt x="3087" y="852"/>
                  </a:lnTo>
                  <a:lnTo>
                    <a:pt x="3108" y="838"/>
                  </a:lnTo>
                  <a:lnTo>
                    <a:pt x="3131" y="827"/>
                  </a:lnTo>
                  <a:lnTo>
                    <a:pt x="3155" y="821"/>
                  </a:lnTo>
                  <a:lnTo>
                    <a:pt x="3179" y="819"/>
                  </a:lnTo>
                  <a:close/>
                  <a:moveTo>
                    <a:pt x="3246" y="2144"/>
                  </a:moveTo>
                  <a:lnTo>
                    <a:pt x="3271" y="2146"/>
                  </a:lnTo>
                  <a:lnTo>
                    <a:pt x="3294" y="2152"/>
                  </a:lnTo>
                  <a:lnTo>
                    <a:pt x="3316" y="2162"/>
                  </a:lnTo>
                  <a:lnTo>
                    <a:pt x="3339" y="2176"/>
                  </a:lnTo>
                  <a:lnTo>
                    <a:pt x="3360" y="2194"/>
                  </a:lnTo>
                  <a:lnTo>
                    <a:pt x="3380" y="2215"/>
                  </a:lnTo>
                  <a:lnTo>
                    <a:pt x="3397" y="2240"/>
                  </a:lnTo>
                  <a:lnTo>
                    <a:pt x="3415" y="2267"/>
                  </a:lnTo>
                  <a:lnTo>
                    <a:pt x="3430" y="2296"/>
                  </a:lnTo>
                  <a:lnTo>
                    <a:pt x="3444" y="2329"/>
                  </a:lnTo>
                  <a:lnTo>
                    <a:pt x="3456" y="2363"/>
                  </a:lnTo>
                  <a:lnTo>
                    <a:pt x="3466" y="2400"/>
                  </a:lnTo>
                  <a:lnTo>
                    <a:pt x="3475" y="2438"/>
                  </a:lnTo>
                  <a:lnTo>
                    <a:pt x="3480" y="2478"/>
                  </a:lnTo>
                  <a:lnTo>
                    <a:pt x="3484" y="2520"/>
                  </a:lnTo>
                  <a:lnTo>
                    <a:pt x="3485" y="2562"/>
                  </a:lnTo>
                  <a:lnTo>
                    <a:pt x="3484" y="2604"/>
                  </a:lnTo>
                  <a:lnTo>
                    <a:pt x="3480" y="2647"/>
                  </a:lnTo>
                  <a:lnTo>
                    <a:pt x="3475" y="2686"/>
                  </a:lnTo>
                  <a:lnTo>
                    <a:pt x="3466" y="2725"/>
                  </a:lnTo>
                  <a:lnTo>
                    <a:pt x="3456" y="2762"/>
                  </a:lnTo>
                  <a:lnTo>
                    <a:pt x="3444" y="2796"/>
                  </a:lnTo>
                  <a:lnTo>
                    <a:pt x="3430" y="2828"/>
                  </a:lnTo>
                  <a:lnTo>
                    <a:pt x="3415" y="2858"/>
                  </a:lnTo>
                  <a:lnTo>
                    <a:pt x="3397" y="2886"/>
                  </a:lnTo>
                  <a:lnTo>
                    <a:pt x="3380" y="2909"/>
                  </a:lnTo>
                  <a:lnTo>
                    <a:pt x="3360" y="2930"/>
                  </a:lnTo>
                  <a:lnTo>
                    <a:pt x="3339" y="2949"/>
                  </a:lnTo>
                  <a:lnTo>
                    <a:pt x="3316" y="2963"/>
                  </a:lnTo>
                  <a:lnTo>
                    <a:pt x="3294" y="2974"/>
                  </a:lnTo>
                  <a:lnTo>
                    <a:pt x="3271" y="2980"/>
                  </a:lnTo>
                  <a:lnTo>
                    <a:pt x="3246" y="2982"/>
                  </a:lnTo>
                  <a:lnTo>
                    <a:pt x="3222" y="2980"/>
                  </a:lnTo>
                  <a:lnTo>
                    <a:pt x="3198" y="2974"/>
                  </a:lnTo>
                  <a:lnTo>
                    <a:pt x="3176" y="2963"/>
                  </a:lnTo>
                  <a:lnTo>
                    <a:pt x="3154" y="2949"/>
                  </a:lnTo>
                  <a:lnTo>
                    <a:pt x="3133" y="2930"/>
                  </a:lnTo>
                  <a:lnTo>
                    <a:pt x="3113" y="2909"/>
                  </a:lnTo>
                  <a:lnTo>
                    <a:pt x="3095" y="2886"/>
                  </a:lnTo>
                  <a:lnTo>
                    <a:pt x="3077" y="2858"/>
                  </a:lnTo>
                  <a:lnTo>
                    <a:pt x="3062" y="2828"/>
                  </a:lnTo>
                  <a:lnTo>
                    <a:pt x="3048" y="2796"/>
                  </a:lnTo>
                  <a:lnTo>
                    <a:pt x="3036" y="2762"/>
                  </a:lnTo>
                  <a:lnTo>
                    <a:pt x="3026" y="2725"/>
                  </a:lnTo>
                  <a:lnTo>
                    <a:pt x="3018" y="2686"/>
                  </a:lnTo>
                  <a:lnTo>
                    <a:pt x="3012" y="2647"/>
                  </a:lnTo>
                  <a:lnTo>
                    <a:pt x="3008" y="2604"/>
                  </a:lnTo>
                  <a:lnTo>
                    <a:pt x="3007" y="2562"/>
                  </a:lnTo>
                  <a:lnTo>
                    <a:pt x="3008" y="2520"/>
                  </a:lnTo>
                  <a:lnTo>
                    <a:pt x="3012" y="2478"/>
                  </a:lnTo>
                  <a:lnTo>
                    <a:pt x="3018" y="2438"/>
                  </a:lnTo>
                  <a:lnTo>
                    <a:pt x="3026" y="2400"/>
                  </a:lnTo>
                  <a:lnTo>
                    <a:pt x="3036" y="2363"/>
                  </a:lnTo>
                  <a:lnTo>
                    <a:pt x="3048" y="2329"/>
                  </a:lnTo>
                  <a:lnTo>
                    <a:pt x="3062" y="2296"/>
                  </a:lnTo>
                  <a:lnTo>
                    <a:pt x="3077" y="2267"/>
                  </a:lnTo>
                  <a:lnTo>
                    <a:pt x="3095" y="2240"/>
                  </a:lnTo>
                  <a:lnTo>
                    <a:pt x="3113" y="2215"/>
                  </a:lnTo>
                  <a:lnTo>
                    <a:pt x="3133" y="2194"/>
                  </a:lnTo>
                  <a:lnTo>
                    <a:pt x="3154" y="2176"/>
                  </a:lnTo>
                  <a:lnTo>
                    <a:pt x="3176" y="2162"/>
                  </a:lnTo>
                  <a:lnTo>
                    <a:pt x="3198" y="2152"/>
                  </a:lnTo>
                  <a:lnTo>
                    <a:pt x="3222" y="2146"/>
                  </a:lnTo>
                  <a:lnTo>
                    <a:pt x="3246" y="214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2315" name="Freeform 51"/>
            <p:cNvSpPr>
              <a:spLocks/>
            </p:cNvSpPr>
            <p:nvPr/>
          </p:nvSpPr>
          <p:spPr bwMode="auto">
            <a:xfrm>
              <a:off x="1267" y="1588"/>
              <a:ext cx="87" cy="52"/>
            </a:xfrm>
            <a:custGeom>
              <a:avLst/>
              <a:gdLst>
                <a:gd name="T0" fmla="*/ 3 w 437"/>
                <a:gd name="T1" fmla="*/ 2 h 260"/>
                <a:gd name="T2" fmla="*/ 3 w 437"/>
                <a:gd name="T3" fmla="*/ 2 h 260"/>
                <a:gd name="T4" fmla="*/ 3 w 437"/>
                <a:gd name="T5" fmla="*/ 2 h 260"/>
                <a:gd name="T6" fmla="*/ 3 w 437"/>
                <a:gd name="T7" fmla="*/ 2 h 260"/>
                <a:gd name="T8" fmla="*/ 3 w 437"/>
                <a:gd name="T9" fmla="*/ 1 h 260"/>
                <a:gd name="T10" fmla="*/ 3 w 437"/>
                <a:gd name="T11" fmla="*/ 1 h 260"/>
                <a:gd name="T12" fmla="*/ 3 w 437"/>
                <a:gd name="T13" fmla="*/ 1 h 260"/>
                <a:gd name="T14" fmla="*/ 3 w 437"/>
                <a:gd name="T15" fmla="*/ 1 h 260"/>
                <a:gd name="T16" fmla="*/ 3 w 437"/>
                <a:gd name="T17" fmla="*/ 1 h 260"/>
                <a:gd name="T18" fmla="*/ 2 w 437"/>
                <a:gd name="T19" fmla="*/ 1 h 260"/>
                <a:gd name="T20" fmla="*/ 2 w 437"/>
                <a:gd name="T21" fmla="*/ 0 h 260"/>
                <a:gd name="T22" fmla="*/ 2 w 437"/>
                <a:gd name="T23" fmla="*/ 0 h 260"/>
                <a:gd name="T24" fmla="*/ 2 w 437"/>
                <a:gd name="T25" fmla="*/ 0 h 260"/>
                <a:gd name="T26" fmla="*/ 1 w 437"/>
                <a:gd name="T27" fmla="*/ 0 h 260"/>
                <a:gd name="T28" fmla="*/ 1 w 437"/>
                <a:gd name="T29" fmla="*/ 0 h 260"/>
                <a:gd name="T30" fmla="*/ 1 w 437"/>
                <a:gd name="T31" fmla="*/ 0 h 260"/>
                <a:gd name="T32" fmla="*/ 0 w 437"/>
                <a:gd name="T33" fmla="*/ 0 h 260"/>
                <a:gd name="T34" fmla="*/ 0 w 437"/>
                <a:gd name="T35" fmla="*/ 0 h 260"/>
                <a:gd name="T36" fmla="*/ 0 w 437"/>
                <a:gd name="T37" fmla="*/ 0 h 260"/>
                <a:gd name="T38" fmla="*/ 0 w 437"/>
                <a:gd name="T39" fmla="*/ 0 h 260"/>
                <a:gd name="T40" fmla="*/ 1 w 437"/>
                <a:gd name="T41" fmla="*/ 0 h 260"/>
                <a:gd name="T42" fmla="*/ 1 w 437"/>
                <a:gd name="T43" fmla="*/ 0 h 260"/>
                <a:gd name="T44" fmla="*/ 1 w 437"/>
                <a:gd name="T45" fmla="*/ 0 h 260"/>
                <a:gd name="T46" fmla="*/ 2 w 437"/>
                <a:gd name="T47" fmla="*/ 0 h 260"/>
                <a:gd name="T48" fmla="*/ 2 w 437"/>
                <a:gd name="T49" fmla="*/ 0 h 260"/>
                <a:gd name="T50" fmla="*/ 2 w 437"/>
                <a:gd name="T51" fmla="*/ 1 h 260"/>
                <a:gd name="T52" fmla="*/ 2 w 437"/>
                <a:gd name="T53" fmla="*/ 1 h 260"/>
                <a:gd name="T54" fmla="*/ 3 w 437"/>
                <a:gd name="T55" fmla="*/ 1 h 260"/>
                <a:gd name="T56" fmla="*/ 3 w 437"/>
                <a:gd name="T57" fmla="*/ 1 h 260"/>
                <a:gd name="T58" fmla="*/ 3 w 437"/>
                <a:gd name="T59" fmla="*/ 1 h 260"/>
                <a:gd name="T60" fmla="*/ 3 w 437"/>
                <a:gd name="T61" fmla="*/ 1 h 260"/>
                <a:gd name="T62" fmla="*/ 3 w 437"/>
                <a:gd name="T63" fmla="*/ 1 h 260"/>
                <a:gd name="T64" fmla="*/ 3 w 437"/>
                <a:gd name="T65" fmla="*/ 2 h 260"/>
                <a:gd name="T66" fmla="*/ 3 w 437"/>
                <a:gd name="T67" fmla="*/ 2 h 260"/>
                <a:gd name="T68" fmla="*/ 3 w 437"/>
                <a:gd name="T69" fmla="*/ 2 h 260"/>
                <a:gd name="T70" fmla="*/ 3 w 437"/>
                <a:gd name="T71" fmla="*/ 2 h 260"/>
                <a:gd name="T72" fmla="*/ 3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437" y="260"/>
                  </a:moveTo>
                  <a:lnTo>
                    <a:pt x="437" y="260"/>
                  </a:lnTo>
                  <a:lnTo>
                    <a:pt x="434" y="233"/>
                  </a:lnTo>
                  <a:lnTo>
                    <a:pt x="427" y="206"/>
                  </a:lnTo>
                  <a:lnTo>
                    <a:pt x="417" y="181"/>
                  </a:lnTo>
                  <a:lnTo>
                    <a:pt x="401" y="157"/>
                  </a:lnTo>
                  <a:lnTo>
                    <a:pt x="383" y="133"/>
                  </a:lnTo>
                  <a:lnTo>
                    <a:pt x="360" y="113"/>
                  </a:lnTo>
                  <a:lnTo>
                    <a:pt x="336" y="93"/>
                  </a:lnTo>
                  <a:lnTo>
                    <a:pt x="308" y="73"/>
                  </a:lnTo>
                  <a:lnTo>
                    <a:pt x="276" y="58"/>
                  </a:lnTo>
                  <a:lnTo>
                    <a:pt x="242" y="43"/>
                  </a:lnTo>
                  <a:lnTo>
                    <a:pt x="207" y="30"/>
                  </a:lnTo>
                  <a:lnTo>
                    <a:pt x="168" y="19"/>
                  </a:lnTo>
                  <a:lnTo>
                    <a:pt x="128" y="11"/>
                  </a:lnTo>
                  <a:lnTo>
                    <a:pt x="87" y="4"/>
                  </a:lnTo>
                  <a:lnTo>
                    <a:pt x="43" y="1"/>
                  </a:lnTo>
                  <a:lnTo>
                    <a:pt x="0" y="0"/>
                  </a:lnTo>
                  <a:lnTo>
                    <a:pt x="0" y="11"/>
                  </a:lnTo>
                  <a:lnTo>
                    <a:pt x="43" y="12"/>
                  </a:lnTo>
                  <a:lnTo>
                    <a:pt x="85" y="16"/>
                  </a:lnTo>
                  <a:lnTo>
                    <a:pt x="126" y="23"/>
                  </a:lnTo>
                  <a:lnTo>
                    <a:pt x="166" y="31"/>
                  </a:lnTo>
                  <a:lnTo>
                    <a:pt x="202" y="42"/>
                  </a:lnTo>
                  <a:lnTo>
                    <a:pt x="237" y="55"/>
                  </a:lnTo>
                  <a:lnTo>
                    <a:pt x="271" y="70"/>
                  </a:lnTo>
                  <a:lnTo>
                    <a:pt x="301" y="85"/>
                  </a:lnTo>
                  <a:lnTo>
                    <a:pt x="329" y="103"/>
                  </a:lnTo>
                  <a:lnTo>
                    <a:pt x="353" y="123"/>
                  </a:lnTo>
                  <a:lnTo>
                    <a:pt x="373" y="143"/>
                  </a:lnTo>
                  <a:lnTo>
                    <a:pt x="392" y="164"/>
                  </a:lnTo>
                  <a:lnTo>
                    <a:pt x="405" y="186"/>
                  </a:lnTo>
                  <a:lnTo>
                    <a:pt x="415" y="211"/>
                  </a:lnTo>
                  <a:lnTo>
                    <a:pt x="422" y="235"/>
                  </a:lnTo>
                  <a:lnTo>
                    <a:pt x="425" y="260"/>
                  </a:lnTo>
                  <a:lnTo>
                    <a:pt x="437"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2316" name="Freeform 52"/>
            <p:cNvSpPr>
              <a:spLocks/>
            </p:cNvSpPr>
            <p:nvPr/>
          </p:nvSpPr>
          <p:spPr bwMode="auto">
            <a:xfrm>
              <a:off x="1267" y="1640"/>
              <a:ext cx="87" cy="52"/>
            </a:xfrm>
            <a:custGeom>
              <a:avLst/>
              <a:gdLst>
                <a:gd name="T0" fmla="*/ 0 w 437"/>
                <a:gd name="T1" fmla="*/ 2 h 260"/>
                <a:gd name="T2" fmla="*/ 0 w 437"/>
                <a:gd name="T3" fmla="*/ 2 h 260"/>
                <a:gd name="T4" fmla="*/ 0 w 437"/>
                <a:gd name="T5" fmla="*/ 2 h 260"/>
                <a:gd name="T6" fmla="*/ 1 w 437"/>
                <a:gd name="T7" fmla="*/ 2 h 260"/>
                <a:gd name="T8" fmla="*/ 1 w 437"/>
                <a:gd name="T9" fmla="*/ 2 h 260"/>
                <a:gd name="T10" fmla="*/ 1 w 437"/>
                <a:gd name="T11" fmla="*/ 2 h 260"/>
                <a:gd name="T12" fmla="*/ 2 w 437"/>
                <a:gd name="T13" fmla="*/ 2 h 260"/>
                <a:gd name="T14" fmla="*/ 2 w 437"/>
                <a:gd name="T15" fmla="*/ 2 h 260"/>
                <a:gd name="T16" fmla="*/ 2 w 437"/>
                <a:gd name="T17" fmla="*/ 2 h 260"/>
                <a:gd name="T18" fmla="*/ 2 w 437"/>
                <a:gd name="T19" fmla="*/ 1 h 260"/>
                <a:gd name="T20" fmla="*/ 3 w 437"/>
                <a:gd name="T21" fmla="*/ 1 h 260"/>
                <a:gd name="T22" fmla="*/ 3 w 437"/>
                <a:gd name="T23" fmla="*/ 1 h 260"/>
                <a:gd name="T24" fmla="*/ 3 w 437"/>
                <a:gd name="T25" fmla="*/ 1 h 260"/>
                <a:gd name="T26" fmla="*/ 3 w 437"/>
                <a:gd name="T27" fmla="*/ 1 h 260"/>
                <a:gd name="T28" fmla="*/ 3 w 437"/>
                <a:gd name="T29" fmla="*/ 1 h 260"/>
                <a:gd name="T30" fmla="*/ 3 w 437"/>
                <a:gd name="T31" fmla="*/ 0 h 260"/>
                <a:gd name="T32" fmla="*/ 3 w 437"/>
                <a:gd name="T33" fmla="*/ 0 h 260"/>
                <a:gd name="T34" fmla="*/ 3 w 437"/>
                <a:gd name="T35" fmla="*/ 0 h 260"/>
                <a:gd name="T36" fmla="*/ 3 w 437"/>
                <a:gd name="T37" fmla="*/ 0 h 260"/>
                <a:gd name="T38" fmla="*/ 3 w 437"/>
                <a:gd name="T39" fmla="*/ 0 h 260"/>
                <a:gd name="T40" fmla="*/ 3 w 437"/>
                <a:gd name="T41" fmla="*/ 0 h 260"/>
                <a:gd name="T42" fmla="*/ 3 w 437"/>
                <a:gd name="T43" fmla="*/ 1 h 260"/>
                <a:gd name="T44" fmla="*/ 3 w 437"/>
                <a:gd name="T45" fmla="*/ 1 h 260"/>
                <a:gd name="T46" fmla="*/ 3 w 437"/>
                <a:gd name="T47" fmla="*/ 1 h 260"/>
                <a:gd name="T48" fmla="*/ 3 w 437"/>
                <a:gd name="T49" fmla="*/ 1 h 260"/>
                <a:gd name="T50" fmla="*/ 3 w 437"/>
                <a:gd name="T51" fmla="*/ 1 h 260"/>
                <a:gd name="T52" fmla="*/ 2 w 437"/>
                <a:gd name="T53" fmla="*/ 1 h 260"/>
                <a:gd name="T54" fmla="*/ 2 w 437"/>
                <a:gd name="T55" fmla="*/ 2 h 260"/>
                <a:gd name="T56" fmla="*/ 2 w 437"/>
                <a:gd name="T57" fmla="*/ 2 h 260"/>
                <a:gd name="T58" fmla="*/ 2 w 437"/>
                <a:gd name="T59" fmla="*/ 2 h 260"/>
                <a:gd name="T60" fmla="*/ 1 w 437"/>
                <a:gd name="T61" fmla="*/ 2 h 260"/>
                <a:gd name="T62" fmla="*/ 1 w 437"/>
                <a:gd name="T63" fmla="*/ 2 h 260"/>
                <a:gd name="T64" fmla="*/ 1 w 437"/>
                <a:gd name="T65" fmla="*/ 2 h 260"/>
                <a:gd name="T66" fmla="*/ 0 w 437"/>
                <a:gd name="T67" fmla="*/ 2 h 260"/>
                <a:gd name="T68" fmla="*/ 0 w 437"/>
                <a:gd name="T69" fmla="*/ 2 h 260"/>
                <a:gd name="T70" fmla="*/ 0 w 437"/>
                <a:gd name="T71" fmla="*/ 2 h 260"/>
                <a:gd name="T72" fmla="*/ 0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0" y="260"/>
                  </a:moveTo>
                  <a:lnTo>
                    <a:pt x="0" y="260"/>
                  </a:lnTo>
                  <a:lnTo>
                    <a:pt x="43" y="259"/>
                  </a:lnTo>
                  <a:lnTo>
                    <a:pt x="87" y="255"/>
                  </a:lnTo>
                  <a:lnTo>
                    <a:pt x="128" y="248"/>
                  </a:lnTo>
                  <a:lnTo>
                    <a:pt x="168" y="240"/>
                  </a:lnTo>
                  <a:lnTo>
                    <a:pt x="207" y="230"/>
                  </a:lnTo>
                  <a:lnTo>
                    <a:pt x="242" y="217"/>
                  </a:lnTo>
                  <a:lnTo>
                    <a:pt x="276" y="202"/>
                  </a:lnTo>
                  <a:lnTo>
                    <a:pt x="308" y="185"/>
                  </a:lnTo>
                  <a:lnTo>
                    <a:pt x="336" y="166"/>
                  </a:lnTo>
                  <a:lnTo>
                    <a:pt x="360" y="146"/>
                  </a:lnTo>
                  <a:lnTo>
                    <a:pt x="383" y="125"/>
                  </a:lnTo>
                  <a:lnTo>
                    <a:pt x="401" y="102"/>
                  </a:lnTo>
                  <a:lnTo>
                    <a:pt x="417" y="77"/>
                  </a:lnTo>
                  <a:lnTo>
                    <a:pt x="427" y="53"/>
                  </a:lnTo>
                  <a:lnTo>
                    <a:pt x="434" y="27"/>
                  </a:lnTo>
                  <a:lnTo>
                    <a:pt x="437" y="0"/>
                  </a:lnTo>
                  <a:lnTo>
                    <a:pt x="425" y="0"/>
                  </a:lnTo>
                  <a:lnTo>
                    <a:pt x="422" y="24"/>
                  </a:lnTo>
                  <a:lnTo>
                    <a:pt x="415" y="48"/>
                  </a:lnTo>
                  <a:lnTo>
                    <a:pt x="405" y="73"/>
                  </a:lnTo>
                  <a:lnTo>
                    <a:pt x="392" y="95"/>
                  </a:lnTo>
                  <a:lnTo>
                    <a:pt x="373" y="116"/>
                  </a:lnTo>
                  <a:lnTo>
                    <a:pt x="353" y="137"/>
                  </a:lnTo>
                  <a:lnTo>
                    <a:pt x="329" y="157"/>
                  </a:lnTo>
                  <a:lnTo>
                    <a:pt x="301" y="173"/>
                  </a:lnTo>
                  <a:lnTo>
                    <a:pt x="271" y="190"/>
                  </a:lnTo>
                  <a:lnTo>
                    <a:pt x="237" y="205"/>
                  </a:lnTo>
                  <a:lnTo>
                    <a:pt x="202" y="218"/>
                  </a:lnTo>
                  <a:lnTo>
                    <a:pt x="166" y="228"/>
                  </a:lnTo>
                  <a:lnTo>
                    <a:pt x="126" y="237"/>
                  </a:lnTo>
                  <a:lnTo>
                    <a:pt x="85" y="244"/>
                  </a:lnTo>
                  <a:lnTo>
                    <a:pt x="43" y="247"/>
                  </a:lnTo>
                  <a:lnTo>
                    <a:pt x="0" y="248"/>
                  </a:lnTo>
                  <a:lnTo>
                    <a:pt x="0"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2317" name="Freeform 53"/>
            <p:cNvSpPr>
              <a:spLocks/>
            </p:cNvSpPr>
            <p:nvPr/>
          </p:nvSpPr>
          <p:spPr bwMode="auto">
            <a:xfrm>
              <a:off x="1179" y="1640"/>
              <a:ext cx="88" cy="52"/>
            </a:xfrm>
            <a:custGeom>
              <a:avLst/>
              <a:gdLst>
                <a:gd name="T0" fmla="*/ 0 w 439"/>
                <a:gd name="T1" fmla="*/ 0 h 260"/>
                <a:gd name="T2" fmla="*/ 0 w 439"/>
                <a:gd name="T3" fmla="*/ 0 h 260"/>
                <a:gd name="T4" fmla="*/ 0 w 439"/>
                <a:gd name="T5" fmla="*/ 0 h 260"/>
                <a:gd name="T6" fmla="*/ 0 w 439"/>
                <a:gd name="T7" fmla="*/ 0 h 260"/>
                <a:gd name="T8" fmla="*/ 0 w 439"/>
                <a:gd name="T9" fmla="*/ 1 h 260"/>
                <a:gd name="T10" fmla="*/ 0 w 439"/>
                <a:gd name="T11" fmla="*/ 1 h 260"/>
                <a:gd name="T12" fmla="*/ 0 w 439"/>
                <a:gd name="T13" fmla="*/ 1 h 260"/>
                <a:gd name="T14" fmla="*/ 1 w 439"/>
                <a:gd name="T15" fmla="*/ 1 h 260"/>
                <a:gd name="T16" fmla="*/ 1 w 439"/>
                <a:gd name="T17" fmla="*/ 1 h 260"/>
                <a:gd name="T18" fmla="*/ 1 w 439"/>
                <a:gd name="T19" fmla="*/ 1 h 260"/>
                <a:gd name="T20" fmla="*/ 1 w 439"/>
                <a:gd name="T21" fmla="*/ 2 h 260"/>
                <a:gd name="T22" fmla="*/ 2 w 439"/>
                <a:gd name="T23" fmla="*/ 2 h 260"/>
                <a:gd name="T24" fmla="*/ 2 w 439"/>
                <a:gd name="T25" fmla="*/ 2 h 260"/>
                <a:gd name="T26" fmla="*/ 2 w 439"/>
                <a:gd name="T27" fmla="*/ 2 h 260"/>
                <a:gd name="T28" fmla="*/ 2 w 439"/>
                <a:gd name="T29" fmla="*/ 2 h 260"/>
                <a:gd name="T30" fmla="*/ 3 w 439"/>
                <a:gd name="T31" fmla="*/ 2 h 260"/>
                <a:gd name="T32" fmla="*/ 3 w 439"/>
                <a:gd name="T33" fmla="*/ 2 h 260"/>
                <a:gd name="T34" fmla="*/ 4 w 439"/>
                <a:gd name="T35" fmla="*/ 2 h 260"/>
                <a:gd name="T36" fmla="*/ 4 w 439"/>
                <a:gd name="T37" fmla="*/ 2 h 260"/>
                <a:gd name="T38" fmla="*/ 3 w 439"/>
                <a:gd name="T39" fmla="*/ 2 h 260"/>
                <a:gd name="T40" fmla="*/ 3 w 439"/>
                <a:gd name="T41" fmla="*/ 2 h 260"/>
                <a:gd name="T42" fmla="*/ 3 w 439"/>
                <a:gd name="T43" fmla="*/ 2 h 260"/>
                <a:gd name="T44" fmla="*/ 2 w 439"/>
                <a:gd name="T45" fmla="*/ 2 h 260"/>
                <a:gd name="T46" fmla="*/ 2 w 439"/>
                <a:gd name="T47" fmla="*/ 2 h 260"/>
                <a:gd name="T48" fmla="*/ 2 w 439"/>
                <a:gd name="T49" fmla="*/ 2 h 260"/>
                <a:gd name="T50" fmla="*/ 1 w 439"/>
                <a:gd name="T51" fmla="*/ 2 h 260"/>
                <a:gd name="T52" fmla="*/ 1 w 439"/>
                <a:gd name="T53" fmla="*/ 1 h 260"/>
                <a:gd name="T54" fmla="*/ 1 w 439"/>
                <a:gd name="T55" fmla="*/ 1 h 260"/>
                <a:gd name="T56" fmla="*/ 1 w 439"/>
                <a:gd name="T57" fmla="*/ 1 h 260"/>
                <a:gd name="T58" fmla="*/ 1 w 439"/>
                <a:gd name="T59" fmla="*/ 1 h 260"/>
                <a:gd name="T60" fmla="*/ 0 w 439"/>
                <a:gd name="T61" fmla="*/ 1 h 260"/>
                <a:gd name="T62" fmla="*/ 0 w 439"/>
                <a:gd name="T63" fmla="*/ 1 h 260"/>
                <a:gd name="T64" fmla="*/ 0 w 439"/>
                <a:gd name="T65" fmla="*/ 0 h 260"/>
                <a:gd name="T66" fmla="*/ 0 w 439"/>
                <a:gd name="T67" fmla="*/ 0 h 260"/>
                <a:gd name="T68" fmla="*/ 0 w 439"/>
                <a:gd name="T69" fmla="*/ 0 h 260"/>
                <a:gd name="T70" fmla="*/ 0 w 439"/>
                <a:gd name="T71" fmla="*/ 0 h 260"/>
                <a:gd name="T72" fmla="*/ 0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0" y="0"/>
                  </a:moveTo>
                  <a:lnTo>
                    <a:pt x="0" y="0"/>
                  </a:lnTo>
                  <a:lnTo>
                    <a:pt x="3" y="27"/>
                  </a:lnTo>
                  <a:lnTo>
                    <a:pt x="10" y="53"/>
                  </a:lnTo>
                  <a:lnTo>
                    <a:pt x="20" y="77"/>
                  </a:lnTo>
                  <a:lnTo>
                    <a:pt x="35" y="102"/>
                  </a:lnTo>
                  <a:lnTo>
                    <a:pt x="54" y="125"/>
                  </a:lnTo>
                  <a:lnTo>
                    <a:pt x="76" y="146"/>
                  </a:lnTo>
                  <a:lnTo>
                    <a:pt x="102" y="166"/>
                  </a:lnTo>
                  <a:lnTo>
                    <a:pt x="130" y="185"/>
                  </a:lnTo>
                  <a:lnTo>
                    <a:pt x="162" y="202"/>
                  </a:lnTo>
                  <a:lnTo>
                    <a:pt x="195" y="217"/>
                  </a:lnTo>
                  <a:lnTo>
                    <a:pt x="231" y="230"/>
                  </a:lnTo>
                  <a:lnTo>
                    <a:pt x="270" y="240"/>
                  </a:lnTo>
                  <a:lnTo>
                    <a:pt x="310" y="248"/>
                  </a:lnTo>
                  <a:lnTo>
                    <a:pt x="351" y="255"/>
                  </a:lnTo>
                  <a:lnTo>
                    <a:pt x="395" y="259"/>
                  </a:lnTo>
                  <a:lnTo>
                    <a:pt x="439" y="260"/>
                  </a:lnTo>
                  <a:lnTo>
                    <a:pt x="439" y="248"/>
                  </a:lnTo>
                  <a:lnTo>
                    <a:pt x="395" y="247"/>
                  </a:lnTo>
                  <a:lnTo>
                    <a:pt x="353" y="244"/>
                  </a:lnTo>
                  <a:lnTo>
                    <a:pt x="312" y="237"/>
                  </a:lnTo>
                  <a:lnTo>
                    <a:pt x="272" y="228"/>
                  </a:lnTo>
                  <a:lnTo>
                    <a:pt x="236" y="218"/>
                  </a:lnTo>
                  <a:lnTo>
                    <a:pt x="200" y="205"/>
                  </a:lnTo>
                  <a:lnTo>
                    <a:pt x="167" y="190"/>
                  </a:lnTo>
                  <a:lnTo>
                    <a:pt x="137" y="173"/>
                  </a:lnTo>
                  <a:lnTo>
                    <a:pt x="109" y="157"/>
                  </a:lnTo>
                  <a:lnTo>
                    <a:pt x="84" y="137"/>
                  </a:lnTo>
                  <a:lnTo>
                    <a:pt x="64" y="116"/>
                  </a:lnTo>
                  <a:lnTo>
                    <a:pt x="45" y="95"/>
                  </a:lnTo>
                  <a:lnTo>
                    <a:pt x="32" y="73"/>
                  </a:lnTo>
                  <a:lnTo>
                    <a:pt x="21" y="48"/>
                  </a:lnTo>
                  <a:lnTo>
                    <a:pt x="14" y="24"/>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2318" name="Freeform 54"/>
            <p:cNvSpPr>
              <a:spLocks/>
            </p:cNvSpPr>
            <p:nvPr/>
          </p:nvSpPr>
          <p:spPr bwMode="auto">
            <a:xfrm>
              <a:off x="1179" y="1588"/>
              <a:ext cx="88" cy="52"/>
            </a:xfrm>
            <a:custGeom>
              <a:avLst/>
              <a:gdLst>
                <a:gd name="T0" fmla="*/ 4 w 439"/>
                <a:gd name="T1" fmla="*/ 0 h 260"/>
                <a:gd name="T2" fmla="*/ 4 w 439"/>
                <a:gd name="T3" fmla="*/ 0 h 260"/>
                <a:gd name="T4" fmla="*/ 3 w 439"/>
                <a:gd name="T5" fmla="*/ 0 h 260"/>
                <a:gd name="T6" fmla="*/ 3 w 439"/>
                <a:gd name="T7" fmla="*/ 0 h 260"/>
                <a:gd name="T8" fmla="*/ 2 w 439"/>
                <a:gd name="T9" fmla="*/ 0 h 260"/>
                <a:gd name="T10" fmla="*/ 2 w 439"/>
                <a:gd name="T11" fmla="*/ 0 h 260"/>
                <a:gd name="T12" fmla="*/ 2 w 439"/>
                <a:gd name="T13" fmla="*/ 0 h 260"/>
                <a:gd name="T14" fmla="*/ 2 w 439"/>
                <a:gd name="T15" fmla="*/ 0 h 260"/>
                <a:gd name="T16" fmla="*/ 1 w 439"/>
                <a:gd name="T17" fmla="*/ 0 h 260"/>
                <a:gd name="T18" fmla="*/ 1 w 439"/>
                <a:gd name="T19" fmla="*/ 1 h 260"/>
                <a:gd name="T20" fmla="*/ 1 w 439"/>
                <a:gd name="T21" fmla="*/ 1 h 260"/>
                <a:gd name="T22" fmla="*/ 1 w 439"/>
                <a:gd name="T23" fmla="*/ 1 h 260"/>
                <a:gd name="T24" fmla="*/ 0 w 439"/>
                <a:gd name="T25" fmla="*/ 1 h 260"/>
                <a:gd name="T26" fmla="*/ 0 w 439"/>
                <a:gd name="T27" fmla="*/ 1 h 260"/>
                <a:gd name="T28" fmla="*/ 0 w 439"/>
                <a:gd name="T29" fmla="*/ 1 h 260"/>
                <a:gd name="T30" fmla="*/ 0 w 439"/>
                <a:gd name="T31" fmla="*/ 2 h 260"/>
                <a:gd name="T32" fmla="*/ 0 w 439"/>
                <a:gd name="T33" fmla="*/ 2 h 260"/>
                <a:gd name="T34" fmla="*/ 0 w 439"/>
                <a:gd name="T35" fmla="*/ 2 h 260"/>
                <a:gd name="T36" fmla="*/ 0 w 439"/>
                <a:gd name="T37" fmla="*/ 2 h 260"/>
                <a:gd name="T38" fmla="*/ 0 w 439"/>
                <a:gd name="T39" fmla="*/ 2 h 260"/>
                <a:gd name="T40" fmla="*/ 0 w 439"/>
                <a:gd name="T41" fmla="*/ 2 h 260"/>
                <a:gd name="T42" fmla="*/ 0 w 439"/>
                <a:gd name="T43" fmla="*/ 1 h 260"/>
                <a:gd name="T44" fmla="*/ 0 w 439"/>
                <a:gd name="T45" fmla="*/ 1 h 260"/>
                <a:gd name="T46" fmla="*/ 1 w 439"/>
                <a:gd name="T47" fmla="*/ 1 h 260"/>
                <a:gd name="T48" fmla="*/ 1 w 439"/>
                <a:gd name="T49" fmla="*/ 1 h 260"/>
                <a:gd name="T50" fmla="*/ 1 w 439"/>
                <a:gd name="T51" fmla="*/ 1 h 260"/>
                <a:gd name="T52" fmla="*/ 1 w 439"/>
                <a:gd name="T53" fmla="*/ 1 h 260"/>
                <a:gd name="T54" fmla="*/ 1 w 439"/>
                <a:gd name="T55" fmla="*/ 1 h 260"/>
                <a:gd name="T56" fmla="*/ 2 w 439"/>
                <a:gd name="T57" fmla="*/ 0 h 260"/>
                <a:gd name="T58" fmla="*/ 2 w 439"/>
                <a:gd name="T59" fmla="*/ 0 h 260"/>
                <a:gd name="T60" fmla="*/ 2 w 439"/>
                <a:gd name="T61" fmla="*/ 0 h 260"/>
                <a:gd name="T62" fmla="*/ 3 w 439"/>
                <a:gd name="T63" fmla="*/ 0 h 260"/>
                <a:gd name="T64" fmla="*/ 3 w 439"/>
                <a:gd name="T65" fmla="*/ 0 h 260"/>
                <a:gd name="T66" fmla="*/ 3 w 439"/>
                <a:gd name="T67" fmla="*/ 0 h 260"/>
                <a:gd name="T68" fmla="*/ 4 w 439"/>
                <a:gd name="T69" fmla="*/ 0 h 260"/>
                <a:gd name="T70" fmla="*/ 4 w 439"/>
                <a:gd name="T71" fmla="*/ 0 h 260"/>
                <a:gd name="T72" fmla="*/ 4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439" y="0"/>
                  </a:moveTo>
                  <a:lnTo>
                    <a:pt x="439" y="0"/>
                  </a:lnTo>
                  <a:lnTo>
                    <a:pt x="395" y="1"/>
                  </a:lnTo>
                  <a:lnTo>
                    <a:pt x="351" y="4"/>
                  </a:lnTo>
                  <a:lnTo>
                    <a:pt x="310" y="11"/>
                  </a:lnTo>
                  <a:lnTo>
                    <a:pt x="270" y="19"/>
                  </a:lnTo>
                  <a:lnTo>
                    <a:pt x="231" y="30"/>
                  </a:lnTo>
                  <a:lnTo>
                    <a:pt x="195" y="43"/>
                  </a:lnTo>
                  <a:lnTo>
                    <a:pt x="162" y="58"/>
                  </a:lnTo>
                  <a:lnTo>
                    <a:pt x="130" y="73"/>
                  </a:lnTo>
                  <a:lnTo>
                    <a:pt x="102" y="93"/>
                  </a:lnTo>
                  <a:lnTo>
                    <a:pt x="76" y="113"/>
                  </a:lnTo>
                  <a:lnTo>
                    <a:pt x="54" y="133"/>
                  </a:lnTo>
                  <a:lnTo>
                    <a:pt x="35" y="157"/>
                  </a:lnTo>
                  <a:lnTo>
                    <a:pt x="20" y="181"/>
                  </a:lnTo>
                  <a:lnTo>
                    <a:pt x="10" y="206"/>
                  </a:lnTo>
                  <a:lnTo>
                    <a:pt x="3" y="233"/>
                  </a:lnTo>
                  <a:lnTo>
                    <a:pt x="0" y="260"/>
                  </a:lnTo>
                  <a:lnTo>
                    <a:pt x="12" y="260"/>
                  </a:lnTo>
                  <a:lnTo>
                    <a:pt x="14" y="235"/>
                  </a:lnTo>
                  <a:lnTo>
                    <a:pt x="21" y="211"/>
                  </a:lnTo>
                  <a:lnTo>
                    <a:pt x="32" y="186"/>
                  </a:lnTo>
                  <a:lnTo>
                    <a:pt x="45" y="164"/>
                  </a:lnTo>
                  <a:lnTo>
                    <a:pt x="64" y="143"/>
                  </a:lnTo>
                  <a:lnTo>
                    <a:pt x="84" y="123"/>
                  </a:lnTo>
                  <a:lnTo>
                    <a:pt x="109" y="103"/>
                  </a:lnTo>
                  <a:lnTo>
                    <a:pt x="137" y="85"/>
                  </a:lnTo>
                  <a:lnTo>
                    <a:pt x="167" y="70"/>
                  </a:lnTo>
                  <a:lnTo>
                    <a:pt x="200" y="55"/>
                  </a:lnTo>
                  <a:lnTo>
                    <a:pt x="236" y="42"/>
                  </a:lnTo>
                  <a:lnTo>
                    <a:pt x="272" y="31"/>
                  </a:lnTo>
                  <a:lnTo>
                    <a:pt x="312" y="23"/>
                  </a:lnTo>
                  <a:lnTo>
                    <a:pt x="353" y="16"/>
                  </a:lnTo>
                  <a:lnTo>
                    <a:pt x="395" y="12"/>
                  </a:lnTo>
                  <a:lnTo>
                    <a:pt x="439" y="11"/>
                  </a:lnTo>
                  <a:lnTo>
                    <a:pt x="439"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2319" name="Freeform 55"/>
            <p:cNvSpPr>
              <a:spLocks/>
            </p:cNvSpPr>
            <p:nvPr/>
          </p:nvSpPr>
          <p:spPr bwMode="auto">
            <a:xfrm>
              <a:off x="964" y="1745"/>
              <a:ext cx="48" cy="85"/>
            </a:xfrm>
            <a:custGeom>
              <a:avLst/>
              <a:gdLst>
                <a:gd name="T0" fmla="*/ 2 w 244"/>
                <a:gd name="T1" fmla="*/ 3 h 426"/>
                <a:gd name="T2" fmla="*/ 2 w 244"/>
                <a:gd name="T3" fmla="*/ 3 h 426"/>
                <a:gd name="T4" fmla="*/ 2 w 244"/>
                <a:gd name="T5" fmla="*/ 3 h 426"/>
                <a:gd name="T6" fmla="*/ 2 w 244"/>
                <a:gd name="T7" fmla="*/ 3 h 426"/>
                <a:gd name="T8" fmla="*/ 2 w 244"/>
                <a:gd name="T9" fmla="*/ 2 h 426"/>
                <a:gd name="T10" fmla="*/ 2 w 244"/>
                <a:gd name="T11" fmla="*/ 2 h 426"/>
                <a:gd name="T12" fmla="*/ 2 w 244"/>
                <a:gd name="T13" fmla="*/ 2 h 426"/>
                <a:gd name="T14" fmla="*/ 2 w 244"/>
                <a:gd name="T15" fmla="*/ 2 h 426"/>
                <a:gd name="T16" fmla="*/ 1 w 244"/>
                <a:gd name="T17" fmla="*/ 1 h 426"/>
                <a:gd name="T18" fmla="*/ 1 w 244"/>
                <a:gd name="T19" fmla="*/ 1 h 426"/>
                <a:gd name="T20" fmla="*/ 1 w 244"/>
                <a:gd name="T21" fmla="*/ 1 h 426"/>
                <a:gd name="T22" fmla="*/ 1 w 244"/>
                <a:gd name="T23" fmla="*/ 1 h 426"/>
                <a:gd name="T24" fmla="*/ 1 w 244"/>
                <a:gd name="T25" fmla="*/ 0 h 426"/>
                <a:gd name="T26" fmla="*/ 1 w 244"/>
                <a:gd name="T27" fmla="*/ 0 h 426"/>
                <a:gd name="T28" fmla="*/ 1 w 244"/>
                <a:gd name="T29" fmla="*/ 0 h 426"/>
                <a:gd name="T30" fmla="*/ 0 w 244"/>
                <a:gd name="T31" fmla="*/ 0 h 426"/>
                <a:gd name="T32" fmla="*/ 0 w 244"/>
                <a:gd name="T33" fmla="*/ 0 h 426"/>
                <a:gd name="T34" fmla="*/ 0 w 244"/>
                <a:gd name="T35" fmla="*/ 0 h 426"/>
                <a:gd name="T36" fmla="*/ 0 w 244"/>
                <a:gd name="T37" fmla="*/ 0 h 426"/>
                <a:gd name="T38" fmla="*/ 0 w 244"/>
                <a:gd name="T39" fmla="*/ 0 h 426"/>
                <a:gd name="T40" fmla="*/ 0 w 244"/>
                <a:gd name="T41" fmla="*/ 0 h 426"/>
                <a:gd name="T42" fmla="*/ 1 w 244"/>
                <a:gd name="T43" fmla="*/ 0 h 426"/>
                <a:gd name="T44" fmla="*/ 1 w 244"/>
                <a:gd name="T45" fmla="*/ 0 h 426"/>
                <a:gd name="T46" fmla="*/ 1 w 244"/>
                <a:gd name="T47" fmla="*/ 0 h 426"/>
                <a:gd name="T48" fmla="*/ 1 w 244"/>
                <a:gd name="T49" fmla="*/ 1 h 426"/>
                <a:gd name="T50" fmla="*/ 1 w 244"/>
                <a:gd name="T51" fmla="*/ 1 h 426"/>
                <a:gd name="T52" fmla="*/ 1 w 244"/>
                <a:gd name="T53" fmla="*/ 1 h 426"/>
                <a:gd name="T54" fmla="*/ 1 w 244"/>
                <a:gd name="T55" fmla="*/ 1 h 426"/>
                <a:gd name="T56" fmla="*/ 1 w 244"/>
                <a:gd name="T57" fmla="*/ 2 h 426"/>
                <a:gd name="T58" fmla="*/ 2 w 244"/>
                <a:gd name="T59" fmla="*/ 2 h 426"/>
                <a:gd name="T60" fmla="*/ 2 w 244"/>
                <a:gd name="T61" fmla="*/ 2 h 426"/>
                <a:gd name="T62" fmla="*/ 2 w 244"/>
                <a:gd name="T63" fmla="*/ 2 h 426"/>
                <a:gd name="T64" fmla="*/ 2 w 244"/>
                <a:gd name="T65" fmla="*/ 3 h 426"/>
                <a:gd name="T66" fmla="*/ 2 w 244"/>
                <a:gd name="T67" fmla="*/ 3 h 426"/>
                <a:gd name="T68" fmla="*/ 2 w 244"/>
                <a:gd name="T69" fmla="*/ 3 h 426"/>
                <a:gd name="T70" fmla="*/ 2 w 244"/>
                <a:gd name="T71" fmla="*/ 3 h 426"/>
                <a:gd name="T72" fmla="*/ 2 w 244"/>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6"/>
                <a:gd name="T113" fmla="*/ 244 w 244"/>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6">
                  <a:moveTo>
                    <a:pt x="244" y="426"/>
                  </a:moveTo>
                  <a:lnTo>
                    <a:pt x="244" y="426"/>
                  </a:lnTo>
                  <a:lnTo>
                    <a:pt x="243" y="383"/>
                  </a:lnTo>
                  <a:lnTo>
                    <a:pt x="240" y="340"/>
                  </a:lnTo>
                  <a:lnTo>
                    <a:pt x="234" y="300"/>
                  </a:lnTo>
                  <a:lnTo>
                    <a:pt x="226" y="262"/>
                  </a:lnTo>
                  <a:lnTo>
                    <a:pt x="215" y="224"/>
                  </a:lnTo>
                  <a:lnTo>
                    <a:pt x="203" y="189"/>
                  </a:lnTo>
                  <a:lnTo>
                    <a:pt x="189" y="157"/>
                  </a:lnTo>
                  <a:lnTo>
                    <a:pt x="174" y="126"/>
                  </a:lnTo>
                  <a:lnTo>
                    <a:pt x="155" y="99"/>
                  </a:lnTo>
                  <a:lnTo>
                    <a:pt x="138" y="74"/>
                  </a:lnTo>
                  <a:lnTo>
                    <a:pt x="118" y="52"/>
                  </a:lnTo>
                  <a:lnTo>
                    <a:pt x="96" y="34"/>
                  </a:lnTo>
                  <a:lnTo>
                    <a:pt x="73" y="19"/>
                  </a:lnTo>
                  <a:lnTo>
                    <a:pt x="50" y="8"/>
                  </a:lnTo>
                  <a:lnTo>
                    <a:pt x="25" y="2"/>
                  </a:lnTo>
                  <a:lnTo>
                    <a:pt x="0" y="0"/>
                  </a:lnTo>
                  <a:lnTo>
                    <a:pt x="0" y="12"/>
                  </a:lnTo>
                  <a:lnTo>
                    <a:pt x="23" y="14"/>
                  </a:lnTo>
                  <a:lnTo>
                    <a:pt x="45" y="20"/>
                  </a:lnTo>
                  <a:lnTo>
                    <a:pt x="66" y="31"/>
                  </a:lnTo>
                  <a:lnTo>
                    <a:pt x="89" y="43"/>
                  </a:lnTo>
                  <a:lnTo>
                    <a:pt x="109" y="61"/>
                  </a:lnTo>
                  <a:lnTo>
                    <a:pt x="129" y="81"/>
                  </a:lnTo>
                  <a:lnTo>
                    <a:pt x="146" y="106"/>
                  </a:lnTo>
                  <a:lnTo>
                    <a:pt x="162" y="133"/>
                  </a:lnTo>
                  <a:lnTo>
                    <a:pt x="178" y="162"/>
                  </a:lnTo>
                  <a:lnTo>
                    <a:pt x="192" y="194"/>
                  </a:lnTo>
                  <a:lnTo>
                    <a:pt x="203" y="229"/>
                  </a:lnTo>
                  <a:lnTo>
                    <a:pt x="214" y="264"/>
                  </a:lnTo>
                  <a:lnTo>
                    <a:pt x="222" y="303"/>
                  </a:lnTo>
                  <a:lnTo>
                    <a:pt x="228" y="342"/>
                  </a:lnTo>
                  <a:lnTo>
                    <a:pt x="232" y="383"/>
                  </a:lnTo>
                  <a:lnTo>
                    <a:pt x="233" y="426"/>
                  </a:lnTo>
                  <a:lnTo>
                    <a:pt x="244"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2320" name="Freeform 56"/>
            <p:cNvSpPr>
              <a:spLocks/>
            </p:cNvSpPr>
            <p:nvPr/>
          </p:nvSpPr>
          <p:spPr bwMode="auto">
            <a:xfrm>
              <a:off x="964" y="1830"/>
              <a:ext cx="48" cy="85"/>
            </a:xfrm>
            <a:custGeom>
              <a:avLst/>
              <a:gdLst>
                <a:gd name="T0" fmla="*/ 0 w 244"/>
                <a:gd name="T1" fmla="*/ 3 h 424"/>
                <a:gd name="T2" fmla="*/ 0 w 244"/>
                <a:gd name="T3" fmla="*/ 3 h 424"/>
                <a:gd name="T4" fmla="*/ 0 w 244"/>
                <a:gd name="T5" fmla="*/ 3 h 424"/>
                <a:gd name="T6" fmla="*/ 0 w 244"/>
                <a:gd name="T7" fmla="*/ 3 h 424"/>
                <a:gd name="T8" fmla="*/ 1 w 244"/>
                <a:gd name="T9" fmla="*/ 3 h 424"/>
                <a:gd name="T10" fmla="*/ 1 w 244"/>
                <a:gd name="T11" fmla="*/ 3 h 424"/>
                <a:gd name="T12" fmla="*/ 1 w 244"/>
                <a:gd name="T13" fmla="*/ 3 h 424"/>
                <a:gd name="T14" fmla="*/ 1 w 244"/>
                <a:gd name="T15" fmla="*/ 3 h 424"/>
                <a:gd name="T16" fmla="*/ 1 w 244"/>
                <a:gd name="T17" fmla="*/ 3 h 424"/>
                <a:gd name="T18" fmla="*/ 1 w 244"/>
                <a:gd name="T19" fmla="*/ 2 h 424"/>
                <a:gd name="T20" fmla="*/ 1 w 244"/>
                <a:gd name="T21" fmla="*/ 2 h 424"/>
                <a:gd name="T22" fmla="*/ 2 w 244"/>
                <a:gd name="T23" fmla="*/ 2 h 424"/>
                <a:gd name="T24" fmla="*/ 2 w 244"/>
                <a:gd name="T25" fmla="*/ 2 h 424"/>
                <a:gd name="T26" fmla="*/ 2 w 244"/>
                <a:gd name="T27" fmla="*/ 1 h 424"/>
                <a:gd name="T28" fmla="*/ 2 w 244"/>
                <a:gd name="T29" fmla="*/ 1 h 424"/>
                <a:gd name="T30" fmla="*/ 2 w 244"/>
                <a:gd name="T31" fmla="*/ 1 h 424"/>
                <a:gd name="T32" fmla="*/ 2 w 244"/>
                <a:gd name="T33" fmla="*/ 0 h 424"/>
                <a:gd name="T34" fmla="*/ 2 w 244"/>
                <a:gd name="T35" fmla="*/ 0 h 424"/>
                <a:gd name="T36" fmla="*/ 2 w 244"/>
                <a:gd name="T37" fmla="*/ 0 h 424"/>
                <a:gd name="T38" fmla="*/ 2 w 244"/>
                <a:gd name="T39" fmla="*/ 0 h 424"/>
                <a:gd name="T40" fmla="*/ 2 w 244"/>
                <a:gd name="T41" fmla="*/ 1 h 424"/>
                <a:gd name="T42" fmla="*/ 2 w 244"/>
                <a:gd name="T43" fmla="*/ 1 h 424"/>
                <a:gd name="T44" fmla="*/ 2 w 244"/>
                <a:gd name="T45" fmla="*/ 1 h 424"/>
                <a:gd name="T46" fmla="*/ 2 w 244"/>
                <a:gd name="T47" fmla="*/ 2 h 424"/>
                <a:gd name="T48" fmla="*/ 1 w 244"/>
                <a:gd name="T49" fmla="*/ 2 h 424"/>
                <a:gd name="T50" fmla="*/ 1 w 244"/>
                <a:gd name="T51" fmla="*/ 2 h 424"/>
                <a:gd name="T52" fmla="*/ 1 w 244"/>
                <a:gd name="T53" fmla="*/ 2 h 424"/>
                <a:gd name="T54" fmla="*/ 1 w 244"/>
                <a:gd name="T55" fmla="*/ 3 h 424"/>
                <a:gd name="T56" fmla="*/ 1 w 244"/>
                <a:gd name="T57" fmla="*/ 3 h 424"/>
                <a:gd name="T58" fmla="*/ 1 w 244"/>
                <a:gd name="T59" fmla="*/ 3 h 424"/>
                <a:gd name="T60" fmla="*/ 1 w 244"/>
                <a:gd name="T61" fmla="*/ 3 h 424"/>
                <a:gd name="T62" fmla="*/ 1 w 244"/>
                <a:gd name="T63" fmla="*/ 3 h 424"/>
                <a:gd name="T64" fmla="*/ 0 w 244"/>
                <a:gd name="T65" fmla="*/ 3 h 424"/>
                <a:gd name="T66" fmla="*/ 0 w 244"/>
                <a:gd name="T67" fmla="*/ 3 h 424"/>
                <a:gd name="T68" fmla="*/ 0 w 244"/>
                <a:gd name="T69" fmla="*/ 3 h 424"/>
                <a:gd name="T70" fmla="*/ 0 w 244"/>
                <a:gd name="T71" fmla="*/ 3 h 424"/>
                <a:gd name="T72" fmla="*/ 0 w 244"/>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4"/>
                <a:gd name="T113" fmla="*/ 244 w 244"/>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4">
                  <a:moveTo>
                    <a:pt x="0" y="424"/>
                  </a:moveTo>
                  <a:lnTo>
                    <a:pt x="0" y="424"/>
                  </a:lnTo>
                  <a:lnTo>
                    <a:pt x="25" y="422"/>
                  </a:lnTo>
                  <a:lnTo>
                    <a:pt x="50" y="416"/>
                  </a:lnTo>
                  <a:lnTo>
                    <a:pt x="73" y="405"/>
                  </a:lnTo>
                  <a:lnTo>
                    <a:pt x="96" y="390"/>
                  </a:lnTo>
                  <a:lnTo>
                    <a:pt x="118" y="373"/>
                  </a:lnTo>
                  <a:lnTo>
                    <a:pt x="138" y="350"/>
                  </a:lnTo>
                  <a:lnTo>
                    <a:pt x="155" y="326"/>
                  </a:lnTo>
                  <a:lnTo>
                    <a:pt x="173" y="299"/>
                  </a:lnTo>
                  <a:lnTo>
                    <a:pt x="189" y="268"/>
                  </a:lnTo>
                  <a:lnTo>
                    <a:pt x="203" y="235"/>
                  </a:lnTo>
                  <a:lnTo>
                    <a:pt x="215" y="201"/>
                  </a:lnTo>
                  <a:lnTo>
                    <a:pt x="226" y="163"/>
                  </a:lnTo>
                  <a:lnTo>
                    <a:pt x="234" y="125"/>
                  </a:lnTo>
                  <a:lnTo>
                    <a:pt x="240" y="85"/>
                  </a:lnTo>
                  <a:lnTo>
                    <a:pt x="243" y="42"/>
                  </a:lnTo>
                  <a:lnTo>
                    <a:pt x="244" y="0"/>
                  </a:lnTo>
                  <a:lnTo>
                    <a:pt x="233" y="0"/>
                  </a:lnTo>
                  <a:lnTo>
                    <a:pt x="232" y="42"/>
                  </a:lnTo>
                  <a:lnTo>
                    <a:pt x="228" y="83"/>
                  </a:lnTo>
                  <a:lnTo>
                    <a:pt x="222" y="123"/>
                  </a:lnTo>
                  <a:lnTo>
                    <a:pt x="214" y="160"/>
                  </a:lnTo>
                  <a:lnTo>
                    <a:pt x="203" y="197"/>
                  </a:lnTo>
                  <a:lnTo>
                    <a:pt x="192" y="231"/>
                  </a:lnTo>
                  <a:lnTo>
                    <a:pt x="178" y="263"/>
                  </a:lnTo>
                  <a:lnTo>
                    <a:pt x="164" y="292"/>
                  </a:lnTo>
                  <a:lnTo>
                    <a:pt x="146" y="319"/>
                  </a:lnTo>
                  <a:lnTo>
                    <a:pt x="129" y="343"/>
                  </a:lnTo>
                  <a:lnTo>
                    <a:pt x="109" y="363"/>
                  </a:lnTo>
                  <a:lnTo>
                    <a:pt x="89" y="381"/>
                  </a:lnTo>
                  <a:lnTo>
                    <a:pt x="66" y="394"/>
                  </a:lnTo>
                  <a:lnTo>
                    <a:pt x="45" y="404"/>
                  </a:lnTo>
                  <a:lnTo>
                    <a:pt x="23" y="410"/>
                  </a:lnTo>
                  <a:lnTo>
                    <a:pt x="0" y="412"/>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2321" name="Freeform 57"/>
            <p:cNvSpPr>
              <a:spLocks/>
            </p:cNvSpPr>
            <p:nvPr/>
          </p:nvSpPr>
          <p:spPr bwMode="auto">
            <a:xfrm>
              <a:off x="915" y="1830"/>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1" y="42"/>
                  </a:lnTo>
                  <a:lnTo>
                    <a:pt x="4" y="85"/>
                  </a:lnTo>
                  <a:lnTo>
                    <a:pt x="10" y="125"/>
                  </a:lnTo>
                  <a:lnTo>
                    <a:pt x="19" y="163"/>
                  </a:lnTo>
                  <a:lnTo>
                    <a:pt x="29" y="201"/>
                  </a:lnTo>
                  <a:lnTo>
                    <a:pt x="41" y="235"/>
                  </a:lnTo>
                  <a:lnTo>
                    <a:pt x="55" y="268"/>
                  </a:lnTo>
                  <a:lnTo>
                    <a:pt x="71" y="299"/>
                  </a:lnTo>
                  <a:lnTo>
                    <a:pt x="89" y="326"/>
                  </a:lnTo>
                  <a:lnTo>
                    <a:pt x="106" y="350"/>
                  </a:lnTo>
                  <a:lnTo>
                    <a:pt x="126" y="373"/>
                  </a:lnTo>
                  <a:lnTo>
                    <a:pt x="149" y="390"/>
                  </a:lnTo>
                  <a:lnTo>
                    <a:pt x="171" y="405"/>
                  </a:lnTo>
                  <a:lnTo>
                    <a:pt x="194" y="416"/>
                  </a:lnTo>
                  <a:lnTo>
                    <a:pt x="219" y="422"/>
                  </a:lnTo>
                  <a:lnTo>
                    <a:pt x="245" y="424"/>
                  </a:lnTo>
                  <a:lnTo>
                    <a:pt x="245" y="412"/>
                  </a:lnTo>
                  <a:lnTo>
                    <a:pt x="221" y="410"/>
                  </a:lnTo>
                  <a:lnTo>
                    <a:pt x="199" y="404"/>
                  </a:lnTo>
                  <a:lnTo>
                    <a:pt x="178" y="394"/>
                  </a:lnTo>
                  <a:lnTo>
                    <a:pt x="156" y="381"/>
                  </a:lnTo>
                  <a:lnTo>
                    <a:pt x="136" y="363"/>
                  </a:lnTo>
                  <a:lnTo>
                    <a:pt x="116" y="343"/>
                  </a:lnTo>
                  <a:lnTo>
                    <a:pt x="98" y="319"/>
                  </a:lnTo>
                  <a:lnTo>
                    <a:pt x="81" y="292"/>
                  </a:lnTo>
                  <a:lnTo>
                    <a:pt x="67" y="263"/>
                  </a:lnTo>
                  <a:lnTo>
                    <a:pt x="52" y="231"/>
                  </a:lnTo>
                  <a:lnTo>
                    <a:pt x="41" y="197"/>
                  </a:lnTo>
                  <a:lnTo>
                    <a:pt x="30" y="160"/>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2322" name="Freeform 58"/>
            <p:cNvSpPr>
              <a:spLocks/>
            </p:cNvSpPr>
            <p:nvPr/>
          </p:nvSpPr>
          <p:spPr bwMode="auto">
            <a:xfrm>
              <a:off x="915" y="1745"/>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0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19" y="2"/>
                  </a:lnTo>
                  <a:lnTo>
                    <a:pt x="194" y="8"/>
                  </a:lnTo>
                  <a:lnTo>
                    <a:pt x="171" y="19"/>
                  </a:lnTo>
                  <a:lnTo>
                    <a:pt x="149" y="34"/>
                  </a:lnTo>
                  <a:lnTo>
                    <a:pt x="126" y="52"/>
                  </a:lnTo>
                  <a:lnTo>
                    <a:pt x="106" y="74"/>
                  </a:lnTo>
                  <a:lnTo>
                    <a:pt x="89" y="99"/>
                  </a:lnTo>
                  <a:lnTo>
                    <a:pt x="70" y="126"/>
                  </a:lnTo>
                  <a:lnTo>
                    <a:pt x="55" y="157"/>
                  </a:lnTo>
                  <a:lnTo>
                    <a:pt x="41" y="189"/>
                  </a:lnTo>
                  <a:lnTo>
                    <a:pt x="29" y="224"/>
                  </a:lnTo>
                  <a:lnTo>
                    <a:pt x="19" y="262"/>
                  </a:lnTo>
                  <a:lnTo>
                    <a:pt x="10" y="300"/>
                  </a:lnTo>
                  <a:lnTo>
                    <a:pt x="4" y="340"/>
                  </a:lnTo>
                  <a:lnTo>
                    <a:pt x="1" y="383"/>
                  </a:lnTo>
                  <a:lnTo>
                    <a:pt x="0" y="426"/>
                  </a:lnTo>
                  <a:lnTo>
                    <a:pt x="11" y="426"/>
                  </a:lnTo>
                  <a:lnTo>
                    <a:pt x="13" y="383"/>
                  </a:lnTo>
                  <a:lnTo>
                    <a:pt x="16" y="342"/>
                  </a:lnTo>
                  <a:lnTo>
                    <a:pt x="22" y="303"/>
                  </a:lnTo>
                  <a:lnTo>
                    <a:pt x="30" y="264"/>
                  </a:lnTo>
                  <a:lnTo>
                    <a:pt x="41" y="229"/>
                  </a:lnTo>
                  <a:lnTo>
                    <a:pt x="52" y="194"/>
                  </a:lnTo>
                  <a:lnTo>
                    <a:pt x="67" y="162"/>
                  </a:lnTo>
                  <a:lnTo>
                    <a:pt x="82" y="133"/>
                  </a:lnTo>
                  <a:lnTo>
                    <a:pt x="98" y="106"/>
                  </a:lnTo>
                  <a:lnTo>
                    <a:pt x="116" y="81"/>
                  </a:lnTo>
                  <a:lnTo>
                    <a:pt x="136" y="61"/>
                  </a:lnTo>
                  <a:lnTo>
                    <a:pt x="156" y="43"/>
                  </a:lnTo>
                  <a:lnTo>
                    <a:pt x="178" y="31"/>
                  </a:lnTo>
                  <a:lnTo>
                    <a:pt x="199" y="20"/>
                  </a:lnTo>
                  <a:lnTo>
                    <a:pt x="221"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2323" name="Freeform 59"/>
            <p:cNvSpPr>
              <a:spLocks/>
            </p:cNvSpPr>
            <p:nvPr/>
          </p:nvSpPr>
          <p:spPr bwMode="auto">
            <a:xfrm>
              <a:off x="1140" y="2087"/>
              <a:ext cx="49" cy="85"/>
            </a:xfrm>
            <a:custGeom>
              <a:avLst/>
              <a:gdLst>
                <a:gd name="T0" fmla="*/ 2 w 246"/>
                <a:gd name="T1" fmla="*/ 3 h 424"/>
                <a:gd name="T2" fmla="*/ 2 w 246"/>
                <a:gd name="T3" fmla="*/ 3 h 424"/>
                <a:gd name="T4" fmla="*/ 2 w 246"/>
                <a:gd name="T5" fmla="*/ 3 h 424"/>
                <a:gd name="T6" fmla="*/ 2 w 246"/>
                <a:gd name="T7" fmla="*/ 3 h 424"/>
                <a:gd name="T8" fmla="*/ 2 w 246"/>
                <a:gd name="T9" fmla="*/ 2 h 424"/>
                <a:gd name="T10" fmla="*/ 2 w 246"/>
                <a:gd name="T11" fmla="*/ 2 h 424"/>
                <a:gd name="T12" fmla="*/ 2 w 246"/>
                <a:gd name="T13" fmla="*/ 2 h 424"/>
                <a:gd name="T14" fmla="*/ 2 w 246"/>
                <a:gd name="T15" fmla="*/ 2 h 424"/>
                <a:gd name="T16" fmla="*/ 2 w 246"/>
                <a:gd name="T17" fmla="*/ 1 h 424"/>
                <a:gd name="T18" fmla="*/ 1 w 246"/>
                <a:gd name="T19" fmla="*/ 1 h 424"/>
                <a:gd name="T20" fmla="*/ 1 w 246"/>
                <a:gd name="T21" fmla="*/ 1 h 424"/>
                <a:gd name="T22" fmla="*/ 1 w 246"/>
                <a:gd name="T23" fmla="*/ 1 h 424"/>
                <a:gd name="T24" fmla="*/ 1 w 246"/>
                <a:gd name="T25" fmla="*/ 0 h 424"/>
                <a:gd name="T26" fmla="*/ 1 w 246"/>
                <a:gd name="T27" fmla="*/ 0 h 424"/>
                <a:gd name="T28" fmla="*/ 1 w 246"/>
                <a:gd name="T29" fmla="*/ 0 h 424"/>
                <a:gd name="T30" fmla="*/ 0 w 246"/>
                <a:gd name="T31" fmla="*/ 0 h 424"/>
                <a:gd name="T32" fmla="*/ 0 w 246"/>
                <a:gd name="T33" fmla="*/ 0 h 424"/>
                <a:gd name="T34" fmla="*/ 0 w 246"/>
                <a:gd name="T35" fmla="*/ 0 h 424"/>
                <a:gd name="T36" fmla="*/ 0 w 246"/>
                <a:gd name="T37" fmla="*/ 0 h 424"/>
                <a:gd name="T38" fmla="*/ 0 w 246"/>
                <a:gd name="T39" fmla="*/ 0 h 424"/>
                <a:gd name="T40" fmla="*/ 0 w 246"/>
                <a:gd name="T41" fmla="*/ 0 h 424"/>
                <a:gd name="T42" fmla="*/ 1 w 246"/>
                <a:gd name="T43" fmla="*/ 0 h 424"/>
                <a:gd name="T44" fmla="*/ 1 w 246"/>
                <a:gd name="T45" fmla="*/ 0 h 424"/>
                <a:gd name="T46" fmla="*/ 1 w 246"/>
                <a:gd name="T47" fmla="*/ 0 h 424"/>
                <a:gd name="T48" fmla="*/ 1 w 246"/>
                <a:gd name="T49" fmla="*/ 1 h 424"/>
                <a:gd name="T50" fmla="*/ 1 w 246"/>
                <a:gd name="T51" fmla="*/ 1 h 424"/>
                <a:gd name="T52" fmla="*/ 1 w 246"/>
                <a:gd name="T53" fmla="*/ 1 h 424"/>
                <a:gd name="T54" fmla="*/ 1 w 246"/>
                <a:gd name="T55" fmla="*/ 1 h 424"/>
                <a:gd name="T56" fmla="*/ 2 w 246"/>
                <a:gd name="T57" fmla="*/ 2 h 424"/>
                <a:gd name="T58" fmla="*/ 2 w 246"/>
                <a:gd name="T59" fmla="*/ 2 h 424"/>
                <a:gd name="T60" fmla="*/ 2 w 246"/>
                <a:gd name="T61" fmla="*/ 2 h 424"/>
                <a:gd name="T62" fmla="*/ 2 w 246"/>
                <a:gd name="T63" fmla="*/ 2 h 424"/>
                <a:gd name="T64" fmla="*/ 2 w 246"/>
                <a:gd name="T65" fmla="*/ 3 h 424"/>
                <a:gd name="T66" fmla="*/ 2 w 246"/>
                <a:gd name="T67" fmla="*/ 3 h 424"/>
                <a:gd name="T68" fmla="*/ 2 w 246"/>
                <a:gd name="T69" fmla="*/ 3 h 424"/>
                <a:gd name="T70" fmla="*/ 2 w 246"/>
                <a:gd name="T71" fmla="*/ 3 h 424"/>
                <a:gd name="T72" fmla="*/ 2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424"/>
                  </a:moveTo>
                  <a:lnTo>
                    <a:pt x="246" y="424"/>
                  </a:lnTo>
                  <a:lnTo>
                    <a:pt x="244" y="382"/>
                  </a:lnTo>
                  <a:lnTo>
                    <a:pt x="241" y="338"/>
                  </a:lnTo>
                  <a:lnTo>
                    <a:pt x="235" y="298"/>
                  </a:lnTo>
                  <a:lnTo>
                    <a:pt x="227" y="261"/>
                  </a:lnTo>
                  <a:lnTo>
                    <a:pt x="216" y="222"/>
                  </a:lnTo>
                  <a:lnTo>
                    <a:pt x="205" y="188"/>
                  </a:lnTo>
                  <a:lnTo>
                    <a:pt x="190" y="155"/>
                  </a:lnTo>
                  <a:lnTo>
                    <a:pt x="174" y="125"/>
                  </a:lnTo>
                  <a:lnTo>
                    <a:pt x="157" y="98"/>
                  </a:lnTo>
                  <a:lnTo>
                    <a:pt x="138" y="73"/>
                  </a:lnTo>
                  <a:lnTo>
                    <a:pt x="118" y="51"/>
                  </a:lnTo>
                  <a:lnTo>
                    <a:pt x="96" y="34"/>
                  </a:lnTo>
                  <a:lnTo>
                    <a:pt x="74" y="18"/>
                  </a:lnTo>
                  <a:lnTo>
                    <a:pt x="50" y="8"/>
                  </a:lnTo>
                  <a:lnTo>
                    <a:pt x="25" y="2"/>
                  </a:lnTo>
                  <a:lnTo>
                    <a:pt x="0" y="0"/>
                  </a:lnTo>
                  <a:lnTo>
                    <a:pt x="0" y="11"/>
                  </a:lnTo>
                  <a:lnTo>
                    <a:pt x="23" y="14"/>
                  </a:lnTo>
                  <a:lnTo>
                    <a:pt x="45" y="19"/>
                  </a:lnTo>
                  <a:lnTo>
                    <a:pt x="67" y="30"/>
                  </a:lnTo>
                  <a:lnTo>
                    <a:pt x="89" y="43"/>
                  </a:lnTo>
                  <a:lnTo>
                    <a:pt x="108" y="60"/>
                  </a:lnTo>
                  <a:lnTo>
                    <a:pt x="128" y="80"/>
                  </a:lnTo>
                  <a:lnTo>
                    <a:pt x="147" y="105"/>
                  </a:lnTo>
                  <a:lnTo>
                    <a:pt x="165" y="132"/>
                  </a:lnTo>
                  <a:lnTo>
                    <a:pt x="179" y="160"/>
                  </a:lnTo>
                  <a:lnTo>
                    <a:pt x="193" y="193"/>
                  </a:lnTo>
                  <a:lnTo>
                    <a:pt x="205" y="227"/>
                  </a:lnTo>
                  <a:lnTo>
                    <a:pt x="215" y="263"/>
                  </a:lnTo>
                  <a:lnTo>
                    <a:pt x="223" y="301"/>
                  </a:lnTo>
                  <a:lnTo>
                    <a:pt x="229" y="341"/>
                  </a:lnTo>
                  <a:lnTo>
                    <a:pt x="233" y="382"/>
                  </a:lnTo>
                  <a:lnTo>
                    <a:pt x="234" y="424"/>
                  </a:lnTo>
                  <a:lnTo>
                    <a:pt x="246"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2324" name="Freeform 60"/>
            <p:cNvSpPr>
              <a:spLocks/>
            </p:cNvSpPr>
            <p:nvPr/>
          </p:nvSpPr>
          <p:spPr bwMode="auto">
            <a:xfrm>
              <a:off x="1140" y="2172"/>
              <a:ext cx="49" cy="85"/>
            </a:xfrm>
            <a:custGeom>
              <a:avLst/>
              <a:gdLst>
                <a:gd name="T0" fmla="*/ 0 w 246"/>
                <a:gd name="T1" fmla="*/ 3 h 426"/>
                <a:gd name="T2" fmla="*/ 0 w 246"/>
                <a:gd name="T3" fmla="*/ 3 h 426"/>
                <a:gd name="T4" fmla="*/ 0 w 246"/>
                <a:gd name="T5" fmla="*/ 3 h 426"/>
                <a:gd name="T6" fmla="*/ 0 w 246"/>
                <a:gd name="T7" fmla="*/ 3 h 426"/>
                <a:gd name="T8" fmla="*/ 1 w 246"/>
                <a:gd name="T9" fmla="*/ 3 h 426"/>
                <a:gd name="T10" fmla="*/ 1 w 246"/>
                <a:gd name="T11" fmla="*/ 3 h 426"/>
                <a:gd name="T12" fmla="*/ 1 w 246"/>
                <a:gd name="T13" fmla="*/ 3 h 426"/>
                <a:gd name="T14" fmla="*/ 1 w 246"/>
                <a:gd name="T15" fmla="*/ 3 h 426"/>
                <a:gd name="T16" fmla="*/ 1 w 246"/>
                <a:gd name="T17" fmla="*/ 3 h 426"/>
                <a:gd name="T18" fmla="*/ 1 w 246"/>
                <a:gd name="T19" fmla="*/ 2 h 426"/>
                <a:gd name="T20" fmla="*/ 2 w 246"/>
                <a:gd name="T21" fmla="*/ 2 h 426"/>
                <a:gd name="T22" fmla="*/ 2 w 246"/>
                <a:gd name="T23" fmla="*/ 2 h 426"/>
                <a:gd name="T24" fmla="*/ 2 w 246"/>
                <a:gd name="T25" fmla="*/ 2 h 426"/>
                <a:gd name="T26" fmla="*/ 2 w 246"/>
                <a:gd name="T27" fmla="*/ 1 h 426"/>
                <a:gd name="T28" fmla="*/ 2 w 246"/>
                <a:gd name="T29" fmla="*/ 1 h 426"/>
                <a:gd name="T30" fmla="*/ 2 w 246"/>
                <a:gd name="T31" fmla="*/ 1 h 426"/>
                <a:gd name="T32" fmla="*/ 2 w 246"/>
                <a:gd name="T33" fmla="*/ 0 h 426"/>
                <a:gd name="T34" fmla="*/ 2 w 246"/>
                <a:gd name="T35" fmla="*/ 0 h 426"/>
                <a:gd name="T36" fmla="*/ 2 w 246"/>
                <a:gd name="T37" fmla="*/ 0 h 426"/>
                <a:gd name="T38" fmla="*/ 2 w 246"/>
                <a:gd name="T39" fmla="*/ 0 h 426"/>
                <a:gd name="T40" fmla="*/ 2 w 246"/>
                <a:gd name="T41" fmla="*/ 1 h 426"/>
                <a:gd name="T42" fmla="*/ 2 w 246"/>
                <a:gd name="T43" fmla="*/ 1 h 426"/>
                <a:gd name="T44" fmla="*/ 2 w 246"/>
                <a:gd name="T45" fmla="*/ 1 h 426"/>
                <a:gd name="T46" fmla="*/ 2 w 246"/>
                <a:gd name="T47" fmla="*/ 2 h 426"/>
                <a:gd name="T48" fmla="*/ 2 w 246"/>
                <a:gd name="T49" fmla="*/ 2 h 426"/>
                <a:gd name="T50" fmla="*/ 1 w 246"/>
                <a:gd name="T51" fmla="*/ 2 h 426"/>
                <a:gd name="T52" fmla="*/ 1 w 246"/>
                <a:gd name="T53" fmla="*/ 2 h 426"/>
                <a:gd name="T54" fmla="*/ 1 w 246"/>
                <a:gd name="T55" fmla="*/ 3 h 426"/>
                <a:gd name="T56" fmla="*/ 1 w 246"/>
                <a:gd name="T57" fmla="*/ 3 h 426"/>
                <a:gd name="T58" fmla="*/ 1 w 246"/>
                <a:gd name="T59" fmla="*/ 3 h 426"/>
                <a:gd name="T60" fmla="*/ 1 w 246"/>
                <a:gd name="T61" fmla="*/ 3 h 426"/>
                <a:gd name="T62" fmla="*/ 1 w 246"/>
                <a:gd name="T63" fmla="*/ 3 h 426"/>
                <a:gd name="T64" fmla="*/ 0 w 246"/>
                <a:gd name="T65" fmla="*/ 3 h 426"/>
                <a:gd name="T66" fmla="*/ 0 w 246"/>
                <a:gd name="T67" fmla="*/ 3 h 426"/>
                <a:gd name="T68" fmla="*/ 0 w 246"/>
                <a:gd name="T69" fmla="*/ 3 h 426"/>
                <a:gd name="T70" fmla="*/ 0 w 246"/>
                <a:gd name="T71" fmla="*/ 3 h 426"/>
                <a:gd name="T72" fmla="*/ 0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426"/>
                  </a:moveTo>
                  <a:lnTo>
                    <a:pt x="0" y="426"/>
                  </a:lnTo>
                  <a:lnTo>
                    <a:pt x="25" y="423"/>
                  </a:lnTo>
                  <a:lnTo>
                    <a:pt x="50" y="417"/>
                  </a:lnTo>
                  <a:lnTo>
                    <a:pt x="74" y="407"/>
                  </a:lnTo>
                  <a:lnTo>
                    <a:pt x="96" y="392"/>
                  </a:lnTo>
                  <a:lnTo>
                    <a:pt x="118" y="373"/>
                  </a:lnTo>
                  <a:lnTo>
                    <a:pt x="138" y="350"/>
                  </a:lnTo>
                  <a:lnTo>
                    <a:pt x="157" y="327"/>
                  </a:lnTo>
                  <a:lnTo>
                    <a:pt x="175" y="299"/>
                  </a:lnTo>
                  <a:lnTo>
                    <a:pt x="190" y="268"/>
                  </a:lnTo>
                  <a:lnTo>
                    <a:pt x="205" y="236"/>
                  </a:lnTo>
                  <a:lnTo>
                    <a:pt x="216" y="202"/>
                  </a:lnTo>
                  <a:lnTo>
                    <a:pt x="227" y="164"/>
                  </a:lnTo>
                  <a:lnTo>
                    <a:pt x="235" y="125"/>
                  </a:lnTo>
                  <a:lnTo>
                    <a:pt x="241" y="86"/>
                  </a:lnTo>
                  <a:lnTo>
                    <a:pt x="244" y="42"/>
                  </a:lnTo>
                  <a:lnTo>
                    <a:pt x="246" y="0"/>
                  </a:lnTo>
                  <a:lnTo>
                    <a:pt x="234" y="0"/>
                  </a:lnTo>
                  <a:lnTo>
                    <a:pt x="233" y="42"/>
                  </a:lnTo>
                  <a:lnTo>
                    <a:pt x="229" y="83"/>
                  </a:lnTo>
                  <a:lnTo>
                    <a:pt x="223" y="123"/>
                  </a:lnTo>
                  <a:lnTo>
                    <a:pt x="215" y="162"/>
                  </a:lnTo>
                  <a:lnTo>
                    <a:pt x="205" y="197"/>
                  </a:lnTo>
                  <a:lnTo>
                    <a:pt x="193" y="231"/>
                  </a:lnTo>
                  <a:lnTo>
                    <a:pt x="179" y="264"/>
                  </a:lnTo>
                  <a:lnTo>
                    <a:pt x="164" y="292"/>
                  </a:lnTo>
                  <a:lnTo>
                    <a:pt x="147" y="320"/>
                  </a:lnTo>
                  <a:lnTo>
                    <a:pt x="128" y="343"/>
                  </a:lnTo>
                  <a:lnTo>
                    <a:pt x="108" y="363"/>
                  </a:lnTo>
                  <a:lnTo>
                    <a:pt x="89" y="382"/>
                  </a:lnTo>
                  <a:lnTo>
                    <a:pt x="67" y="395"/>
                  </a:lnTo>
                  <a:lnTo>
                    <a:pt x="45" y="406"/>
                  </a:lnTo>
                  <a:lnTo>
                    <a:pt x="23" y="411"/>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2325" name="Freeform 61"/>
            <p:cNvSpPr>
              <a:spLocks/>
            </p:cNvSpPr>
            <p:nvPr/>
          </p:nvSpPr>
          <p:spPr bwMode="auto">
            <a:xfrm>
              <a:off x="1091" y="2172"/>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4" y="86"/>
                  </a:lnTo>
                  <a:lnTo>
                    <a:pt x="10" y="125"/>
                  </a:lnTo>
                  <a:lnTo>
                    <a:pt x="18" y="164"/>
                  </a:lnTo>
                  <a:lnTo>
                    <a:pt x="29" y="202"/>
                  </a:lnTo>
                  <a:lnTo>
                    <a:pt x="41" y="236"/>
                  </a:lnTo>
                  <a:lnTo>
                    <a:pt x="55" y="268"/>
                  </a:lnTo>
                  <a:lnTo>
                    <a:pt x="70" y="299"/>
                  </a:lnTo>
                  <a:lnTo>
                    <a:pt x="89" y="327"/>
                  </a:lnTo>
                  <a:lnTo>
                    <a:pt x="106" y="350"/>
                  </a:lnTo>
                  <a:lnTo>
                    <a:pt x="126" y="373"/>
                  </a:lnTo>
                  <a:lnTo>
                    <a:pt x="148" y="392"/>
                  </a:lnTo>
                  <a:lnTo>
                    <a:pt x="171" y="407"/>
                  </a:lnTo>
                  <a:lnTo>
                    <a:pt x="194" y="417"/>
                  </a:lnTo>
                  <a:lnTo>
                    <a:pt x="219" y="423"/>
                  </a:lnTo>
                  <a:lnTo>
                    <a:pt x="245" y="426"/>
                  </a:lnTo>
                  <a:lnTo>
                    <a:pt x="245" y="414"/>
                  </a:lnTo>
                  <a:lnTo>
                    <a:pt x="221" y="411"/>
                  </a:lnTo>
                  <a:lnTo>
                    <a:pt x="199" y="406"/>
                  </a:lnTo>
                  <a:lnTo>
                    <a:pt x="178" y="395"/>
                  </a:lnTo>
                  <a:lnTo>
                    <a:pt x="155" y="382"/>
                  </a:lnTo>
                  <a:lnTo>
                    <a:pt x="136" y="363"/>
                  </a:lnTo>
                  <a:lnTo>
                    <a:pt x="116" y="343"/>
                  </a:lnTo>
                  <a:lnTo>
                    <a:pt x="98" y="320"/>
                  </a:lnTo>
                  <a:lnTo>
                    <a:pt x="82" y="292"/>
                  </a:lnTo>
                  <a:lnTo>
                    <a:pt x="66" y="264"/>
                  </a:lnTo>
                  <a:lnTo>
                    <a:pt x="52" y="231"/>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2326" name="Freeform 62"/>
            <p:cNvSpPr>
              <a:spLocks/>
            </p:cNvSpPr>
            <p:nvPr/>
          </p:nvSpPr>
          <p:spPr bwMode="auto">
            <a:xfrm>
              <a:off x="1091" y="2087"/>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4" y="8"/>
                  </a:lnTo>
                  <a:lnTo>
                    <a:pt x="171" y="18"/>
                  </a:lnTo>
                  <a:lnTo>
                    <a:pt x="148" y="34"/>
                  </a:lnTo>
                  <a:lnTo>
                    <a:pt x="126" y="51"/>
                  </a:lnTo>
                  <a:lnTo>
                    <a:pt x="106" y="73"/>
                  </a:lnTo>
                  <a:lnTo>
                    <a:pt x="89" y="98"/>
                  </a:lnTo>
                  <a:lnTo>
                    <a:pt x="71" y="125"/>
                  </a:lnTo>
                  <a:lnTo>
                    <a:pt x="55" y="155"/>
                  </a:lnTo>
                  <a:lnTo>
                    <a:pt x="41" y="188"/>
                  </a:lnTo>
                  <a:lnTo>
                    <a:pt x="29" y="222"/>
                  </a:lnTo>
                  <a:lnTo>
                    <a:pt x="18" y="261"/>
                  </a:lnTo>
                  <a:lnTo>
                    <a:pt x="10" y="298"/>
                  </a:lnTo>
                  <a:lnTo>
                    <a:pt x="4" y="338"/>
                  </a:lnTo>
                  <a:lnTo>
                    <a:pt x="1" y="382"/>
                  </a:lnTo>
                  <a:lnTo>
                    <a:pt x="0" y="424"/>
                  </a:lnTo>
                  <a:lnTo>
                    <a:pt x="11" y="424"/>
                  </a:lnTo>
                  <a:lnTo>
                    <a:pt x="13" y="382"/>
                  </a:lnTo>
                  <a:lnTo>
                    <a:pt x="16" y="341"/>
                  </a:lnTo>
                  <a:lnTo>
                    <a:pt x="22" y="301"/>
                  </a:lnTo>
                  <a:lnTo>
                    <a:pt x="30" y="263"/>
                  </a:lnTo>
                  <a:lnTo>
                    <a:pt x="41" y="227"/>
                  </a:lnTo>
                  <a:lnTo>
                    <a:pt x="52" y="193"/>
                  </a:lnTo>
                  <a:lnTo>
                    <a:pt x="66" y="160"/>
                  </a:lnTo>
                  <a:lnTo>
                    <a:pt x="80" y="132"/>
                  </a:lnTo>
                  <a:lnTo>
                    <a:pt x="98" y="105"/>
                  </a:lnTo>
                  <a:lnTo>
                    <a:pt x="116" y="80"/>
                  </a:lnTo>
                  <a:lnTo>
                    <a:pt x="136" y="60"/>
                  </a:lnTo>
                  <a:lnTo>
                    <a:pt x="155" y="43"/>
                  </a:lnTo>
                  <a:lnTo>
                    <a:pt x="178" y="30"/>
                  </a:lnTo>
                  <a:lnTo>
                    <a:pt x="199" y="19"/>
                  </a:lnTo>
                  <a:lnTo>
                    <a:pt x="221" y="14"/>
                  </a:lnTo>
                  <a:lnTo>
                    <a:pt x="245" y="11"/>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2327" name="Freeform 63"/>
            <p:cNvSpPr>
              <a:spLocks/>
            </p:cNvSpPr>
            <p:nvPr/>
          </p:nvSpPr>
          <p:spPr bwMode="auto">
            <a:xfrm>
              <a:off x="1392" y="2118"/>
              <a:ext cx="49" cy="85"/>
            </a:xfrm>
            <a:custGeom>
              <a:avLst/>
              <a:gdLst>
                <a:gd name="T0" fmla="*/ 2 w 246"/>
                <a:gd name="T1" fmla="*/ 3 h 426"/>
                <a:gd name="T2" fmla="*/ 2 w 246"/>
                <a:gd name="T3" fmla="*/ 3 h 426"/>
                <a:gd name="T4" fmla="*/ 2 w 246"/>
                <a:gd name="T5" fmla="*/ 3 h 426"/>
                <a:gd name="T6" fmla="*/ 2 w 246"/>
                <a:gd name="T7" fmla="*/ 3 h 426"/>
                <a:gd name="T8" fmla="*/ 2 w 246"/>
                <a:gd name="T9" fmla="*/ 2 h 426"/>
                <a:gd name="T10" fmla="*/ 2 w 246"/>
                <a:gd name="T11" fmla="*/ 2 h 426"/>
                <a:gd name="T12" fmla="*/ 2 w 246"/>
                <a:gd name="T13" fmla="*/ 2 h 426"/>
                <a:gd name="T14" fmla="*/ 2 w 246"/>
                <a:gd name="T15" fmla="*/ 2 h 426"/>
                <a:gd name="T16" fmla="*/ 2 w 246"/>
                <a:gd name="T17" fmla="*/ 1 h 426"/>
                <a:gd name="T18" fmla="*/ 1 w 246"/>
                <a:gd name="T19" fmla="*/ 1 h 426"/>
                <a:gd name="T20" fmla="*/ 1 w 246"/>
                <a:gd name="T21" fmla="*/ 1 h 426"/>
                <a:gd name="T22" fmla="*/ 1 w 246"/>
                <a:gd name="T23" fmla="*/ 1 h 426"/>
                <a:gd name="T24" fmla="*/ 1 w 246"/>
                <a:gd name="T25" fmla="*/ 0 h 426"/>
                <a:gd name="T26" fmla="*/ 1 w 246"/>
                <a:gd name="T27" fmla="*/ 0 h 426"/>
                <a:gd name="T28" fmla="*/ 1 w 246"/>
                <a:gd name="T29" fmla="*/ 0 h 426"/>
                <a:gd name="T30" fmla="*/ 0 w 246"/>
                <a:gd name="T31" fmla="*/ 0 h 426"/>
                <a:gd name="T32" fmla="*/ 0 w 246"/>
                <a:gd name="T33" fmla="*/ 0 h 426"/>
                <a:gd name="T34" fmla="*/ 0 w 246"/>
                <a:gd name="T35" fmla="*/ 0 h 426"/>
                <a:gd name="T36" fmla="*/ 0 w 246"/>
                <a:gd name="T37" fmla="*/ 0 h 426"/>
                <a:gd name="T38" fmla="*/ 0 w 246"/>
                <a:gd name="T39" fmla="*/ 0 h 426"/>
                <a:gd name="T40" fmla="*/ 0 w 246"/>
                <a:gd name="T41" fmla="*/ 0 h 426"/>
                <a:gd name="T42" fmla="*/ 1 w 246"/>
                <a:gd name="T43" fmla="*/ 0 h 426"/>
                <a:gd name="T44" fmla="*/ 1 w 246"/>
                <a:gd name="T45" fmla="*/ 0 h 426"/>
                <a:gd name="T46" fmla="*/ 1 w 246"/>
                <a:gd name="T47" fmla="*/ 1 h 426"/>
                <a:gd name="T48" fmla="*/ 1 w 246"/>
                <a:gd name="T49" fmla="*/ 1 h 426"/>
                <a:gd name="T50" fmla="*/ 1 w 246"/>
                <a:gd name="T51" fmla="*/ 1 h 426"/>
                <a:gd name="T52" fmla="*/ 1 w 246"/>
                <a:gd name="T53" fmla="*/ 1 h 426"/>
                <a:gd name="T54" fmla="*/ 1 w 246"/>
                <a:gd name="T55" fmla="*/ 1 h 426"/>
                <a:gd name="T56" fmla="*/ 2 w 246"/>
                <a:gd name="T57" fmla="*/ 2 h 426"/>
                <a:gd name="T58" fmla="*/ 2 w 246"/>
                <a:gd name="T59" fmla="*/ 2 h 426"/>
                <a:gd name="T60" fmla="*/ 2 w 246"/>
                <a:gd name="T61" fmla="*/ 2 h 426"/>
                <a:gd name="T62" fmla="*/ 2 w 246"/>
                <a:gd name="T63" fmla="*/ 2 h 426"/>
                <a:gd name="T64" fmla="*/ 2 w 246"/>
                <a:gd name="T65" fmla="*/ 3 h 426"/>
                <a:gd name="T66" fmla="*/ 2 w 246"/>
                <a:gd name="T67" fmla="*/ 3 h 426"/>
                <a:gd name="T68" fmla="*/ 2 w 246"/>
                <a:gd name="T69" fmla="*/ 3 h 426"/>
                <a:gd name="T70" fmla="*/ 2 w 246"/>
                <a:gd name="T71" fmla="*/ 3 h 426"/>
                <a:gd name="T72" fmla="*/ 2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246" y="426"/>
                  </a:moveTo>
                  <a:lnTo>
                    <a:pt x="246" y="426"/>
                  </a:lnTo>
                  <a:lnTo>
                    <a:pt x="245" y="384"/>
                  </a:lnTo>
                  <a:lnTo>
                    <a:pt x="242" y="340"/>
                  </a:lnTo>
                  <a:lnTo>
                    <a:pt x="236" y="301"/>
                  </a:lnTo>
                  <a:lnTo>
                    <a:pt x="228" y="262"/>
                  </a:lnTo>
                  <a:lnTo>
                    <a:pt x="217" y="224"/>
                  </a:lnTo>
                  <a:lnTo>
                    <a:pt x="205" y="190"/>
                  </a:lnTo>
                  <a:lnTo>
                    <a:pt x="191" y="158"/>
                  </a:lnTo>
                  <a:lnTo>
                    <a:pt x="176" y="126"/>
                  </a:lnTo>
                  <a:lnTo>
                    <a:pt x="157" y="99"/>
                  </a:lnTo>
                  <a:lnTo>
                    <a:pt x="139" y="75"/>
                  </a:lnTo>
                  <a:lnTo>
                    <a:pt x="119" y="53"/>
                  </a:lnTo>
                  <a:lnTo>
                    <a:pt x="96" y="34"/>
                  </a:lnTo>
                  <a:lnTo>
                    <a:pt x="75" y="19"/>
                  </a:lnTo>
                  <a:lnTo>
                    <a:pt x="51" y="9"/>
                  </a:lnTo>
                  <a:lnTo>
                    <a:pt x="26" y="3"/>
                  </a:lnTo>
                  <a:lnTo>
                    <a:pt x="0" y="0"/>
                  </a:lnTo>
                  <a:lnTo>
                    <a:pt x="0" y="12"/>
                  </a:lnTo>
                  <a:lnTo>
                    <a:pt x="24" y="15"/>
                  </a:lnTo>
                  <a:lnTo>
                    <a:pt x="46" y="20"/>
                  </a:lnTo>
                  <a:lnTo>
                    <a:pt x="68" y="31"/>
                  </a:lnTo>
                  <a:lnTo>
                    <a:pt x="89" y="44"/>
                  </a:lnTo>
                  <a:lnTo>
                    <a:pt x="109" y="63"/>
                  </a:lnTo>
                  <a:lnTo>
                    <a:pt x="129" y="83"/>
                  </a:lnTo>
                  <a:lnTo>
                    <a:pt x="148" y="106"/>
                  </a:lnTo>
                  <a:lnTo>
                    <a:pt x="164" y="133"/>
                  </a:lnTo>
                  <a:lnTo>
                    <a:pt x="180" y="162"/>
                  </a:lnTo>
                  <a:lnTo>
                    <a:pt x="194" y="195"/>
                  </a:lnTo>
                  <a:lnTo>
                    <a:pt x="205" y="229"/>
                  </a:lnTo>
                  <a:lnTo>
                    <a:pt x="216" y="264"/>
                  </a:lnTo>
                  <a:lnTo>
                    <a:pt x="224" y="303"/>
                  </a:lnTo>
                  <a:lnTo>
                    <a:pt x="230" y="343"/>
                  </a:lnTo>
                  <a:lnTo>
                    <a:pt x="233" y="384"/>
                  </a:lnTo>
                  <a:lnTo>
                    <a:pt x="235" y="426"/>
                  </a:lnTo>
                  <a:lnTo>
                    <a:pt x="246"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2328" name="Freeform 64"/>
            <p:cNvSpPr>
              <a:spLocks/>
            </p:cNvSpPr>
            <p:nvPr/>
          </p:nvSpPr>
          <p:spPr bwMode="auto">
            <a:xfrm>
              <a:off x="1392" y="2203"/>
              <a:ext cx="49" cy="85"/>
            </a:xfrm>
            <a:custGeom>
              <a:avLst/>
              <a:gdLst>
                <a:gd name="T0" fmla="*/ 0 w 246"/>
                <a:gd name="T1" fmla="*/ 3 h 424"/>
                <a:gd name="T2" fmla="*/ 0 w 246"/>
                <a:gd name="T3" fmla="*/ 3 h 424"/>
                <a:gd name="T4" fmla="*/ 0 w 246"/>
                <a:gd name="T5" fmla="*/ 3 h 424"/>
                <a:gd name="T6" fmla="*/ 0 w 246"/>
                <a:gd name="T7" fmla="*/ 3 h 424"/>
                <a:gd name="T8" fmla="*/ 1 w 246"/>
                <a:gd name="T9" fmla="*/ 3 h 424"/>
                <a:gd name="T10" fmla="*/ 1 w 246"/>
                <a:gd name="T11" fmla="*/ 3 h 424"/>
                <a:gd name="T12" fmla="*/ 1 w 246"/>
                <a:gd name="T13" fmla="*/ 3 h 424"/>
                <a:gd name="T14" fmla="*/ 1 w 246"/>
                <a:gd name="T15" fmla="*/ 3 h 424"/>
                <a:gd name="T16" fmla="*/ 1 w 246"/>
                <a:gd name="T17" fmla="*/ 3 h 424"/>
                <a:gd name="T18" fmla="*/ 1 w 246"/>
                <a:gd name="T19" fmla="*/ 2 h 424"/>
                <a:gd name="T20" fmla="*/ 2 w 246"/>
                <a:gd name="T21" fmla="*/ 2 h 424"/>
                <a:gd name="T22" fmla="*/ 2 w 246"/>
                <a:gd name="T23" fmla="*/ 2 h 424"/>
                <a:gd name="T24" fmla="*/ 2 w 246"/>
                <a:gd name="T25" fmla="*/ 2 h 424"/>
                <a:gd name="T26" fmla="*/ 2 w 246"/>
                <a:gd name="T27" fmla="*/ 1 h 424"/>
                <a:gd name="T28" fmla="*/ 2 w 246"/>
                <a:gd name="T29" fmla="*/ 1 h 424"/>
                <a:gd name="T30" fmla="*/ 2 w 246"/>
                <a:gd name="T31" fmla="*/ 1 h 424"/>
                <a:gd name="T32" fmla="*/ 2 w 246"/>
                <a:gd name="T33" fmla="*/ 0 h 424"/>
                <a:gd name="T34" fmla="*/ 2 w 246"/>
                <a:gd name="T35" fmla="*/ 0 h 424"/>
                <a:gd name="T36" fmla="*/ 2 w 246"/>
                <a:gd name="T37" fmla="*/ 0 h 424"/>
                <a:gd name="T38" fmla="*/ 2 w 246"/>
                <a:gd name="T39" fmla="*/ 0 h 424"/>
                <a:gd name="T40" fmla="*/ 2 w 246"/>
                <a:gd name="T41" fmla="*/ 1 h 424"/>
                <a:gd name="T42" fmla="*/ 2 w 246"/>
                <a:gd name="T43" fmla="*/ 1 h 424"/>
                <a:gd name="T44" fmla="*/ 2 w 246"/>
                <a:gd name="T45" fmla="*/ 1 h 424"/>
                <a:gd name="T46" fmla="*/ 2 w 246"/>
                <a:gd name="T47" fmla="*/ 2 h 424"/>
                <a:gd name="T48" fmla="*/ 2 w 246"/>
                <a:gd name="T49" fmla="*/ 2 h 424"/>
                <a:gd name="T50" fmla="*/ 1 w 246"/>
                <a:gd name="T51" fmla="*/ 2 h 424"/>
                <a:gd name="T52" fmla="*/ 1 w 246"/>
                <a:gd name="T53" fmla="*/ 2 h 424"/>
                <a:gd name="T54" fmla="*/ 1 w 246"/>
                <a:gd name="T55" fmla="*/ 3 h 424"/>
                <a:gd name="T56" fmla="*/ 1 w 246"/>
                <a:gd name="T57" fmla="*/ 3 h 424"/>
                <a:gd name="T58" fmla="*/ 1 w 246"/>
                <a:gd name="T59" fmla="*/ 3 h 424"/>
                <a:gd name="T60" fmla="*/ 1 w 246"/>
                <a:gd name="T61" fmla="*/ 3 h 424"/>
                <a:gd name="T62" fmla="*/ 1 w 246"/>
                <a:gd name="T63" fmla="*/ 3 h 424"/>
                <a:gd name="T64" fmla="*/ 0 w 246"/>
                <a:gd name="T65" fmla="*/ 3 h 424"/>
                <a:gd name="T66" fmla="*/ 0 w 246"/>
                <a:gd name="T67" fmla="*/ 3 h 424"/>
                <a:gd name="T68" fmla="*/ 0 w 246"/>
                <a:gd name="T69" fmla="*/ 3 h 424"/>
                <a:gd name="T70" fmla="*/ 0 w 246"/>
                <a:gd name="T71" fmla="*/ 3 h 424"/>
                <a:gd name="T72" fmla="*/ 0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0" y="424"/>
                  </a:moveTo>
                  <a:lnTo>
                    <a:pt x="0" y="424"/>
                  </a:lnTo>
                  <a:lnTo>
                    <a:pt x="26" y="422"/>
                  </a:lnTo>
                  <a:lnTo>
                    <a:pt x="51" y="416"/>
                  </a:lnTo>
                  <a:lnTo>
                    <a:pt x="75" y="406"/>
                  </a:lnTo>
                  <a:lnTo>
                    <a:pt x="96" y="390"/>
                  </a:lnTo>
                  <a:lnTo>
                    <a:pt x="119" y="373"/>
                  </a:lnTo>
                  <a:lnTo>
                    <a:pt x="139" y="351"/>
                  </a:lnTo>
                  <a:lnTo>
                    <a:pt x="157" y="326"/>
                  </a:lnTo>
                  <a:lnTo>
                    <a:pt x="175" y="299"/>
                  </a:lnTo>
                  <a:lnTo>
                    <a:pt x="191" y="269"/>
                  </a:lnTo>
                  <a:lnTo>
                    <a:pt x="205" y="236"/>
                  </a:lnTo>
                  <a:lnTo>
                    <a:pt x="217" y="202"/>
                  </a:lnTo>
                  <a:lnTo>
                    <a:pt x="228" y="163"/>
                  </a:lnTo>
                  <a:lnTo>
                    <a:pt x="236" y="125"/>
                  </a:lnTo>
                  <a:lnTo>
                    <a:pt x="242" y="86"/>
                  </a:lnTo>
                  <a:lnTo>
                    <a:pt x="245" y="42"/>
                  </a:lnTo>
                  <a:lnTo>
                    <a:pt x="246" y="0"/>
                  </a:lnTo>
                  <a:lnTo>
                    <a:pt x="235" y="0"/>
                  </a:lnTo>
                  <a:lnTo>
                    <a:pt x="233" y="42"/>
                  </a:lnTo>
                  <a:lnTo>
                    <a:pt x="230" y="83"/>
                  </a:lnTo>
                  <a:lnTo>
                    <a:pt x="224" y="123"/>
                  </a:lnTo>
                  <a:lnTo>
                    <a:pt x="216" y="161"/>
                  </a:lnTo>
                  <a:lnTo>
                    <a:pt x="205" y="197"/>
                  </a:lnTo>
                  <a:lnTo>
                    <a:pt x="194" y="231"/>
                  </a:lnTo>
                  <a:lnTo>
                    <a:pt x="180" y="264"/>
                  </a:lnTo>
                  <a:lnTo>
                    <a:pt x="166" y="292"/>
                  </a:lnTo>
                  <a:lnTo>
                    <a:pt x="148" y="319"/>
                  </a:lnTo>
                  <a:lnTo>
                    <a:pt x="129" y="344"/>
                  </a:lnTo>
                  <a:lnTo>
                    <a:pt x="109" y="364"/>
                  </a:lnTo>
                  <a:lnTo>
                    <a:pt x="89" y="381"/>
                  </a:lnTo>
                  <a:lnTo>
                    <a:pt x="68" y="394"/>
                  </a:lnTo>
                  <a:lnTo>
                    <a:pt x="46" y="405"/>
                  </a:lnTo>
                  <a:lnTo>
                    <a:pt x="24" y="410"/>
                  </a:lnTo>
                  <a:lnTo>
                    <a:pt x="0" y="413"/>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2329" name="Freeform 65"/>
            <p:cNvSpPr>
              <a:spLocks/>
            </p:cNvSpPr>
            <p:nvPr/>
          </p:nvSpPr>
          <p:spPr bwMode="auto">
            <a:xfrm>
              <a:off x="1343" y="2203"/>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2" y="42"/>
                  </a:lnTo>
                  <a:lnTo>
                    <a:pt x="5" y="86"/>
                  </a:lnTo>
                  <a:lnTo>
                    <a:pt x="11" y="125"/>
                  </a:lnTo>
                  <a:lnTo>
                    <a:pt x="19" y="163"/>
                  </a:lnTo>
                  <a:lnTo>
                    <a:pt x="30" y="202"/>
                  </a:lnTo>
                  <a:lnTo>
                    <a:pt x="41" y="236"/>
                  </a:lnTo>
                  <a:lnTo>
                    <a:pt x="56" y="269"/>
                  </a:lnTo>
                  <a:lnTo>
                    <a:pt x="72" y="299"/>
                  </a:lnTo>
                  <a:lnTo>
                    <a:pt x="90" y="326"/>
                  </a:lnTo>
                  <a:lnTo>
                    <a:pt x="108" y="351"/>
                  </a:lnTo>
                  <a:lnTo>
                    <a:pt x="127" y="373"/>
                  </a:lnTo>
                  <a:lnTo>
                    <a:pt x="149" y="390"/>
                  </a:lnTo>
                  <a:lnTo>
                    <a:pt x="172" y="406"/>
                  </a:lnTo>
                  <a:lnTo>
                    <a:pt x="195" y="416"/>
                  </a:lnTo>
                  <a:lnTo>
                    <a:pt x="220" y="422"/>
                  </a:lnTo>
                  <a:lnTo>
                    <a:pt x="245" y="424"/>
                  </a:lnTo>
                  <a:lnTo>
                    <a:pt x="245" y="413"/>
                  </a:lnTo>
                  <a:lnTo>
                    <a:pt x="222" y="410"/>
                  </a:lnTo>
                  <a:lnTo>
                    <a:pt x="200" y="405"/>
                  </a:lnTo>
                  <a:lnTo>
                    <a:pt x="179" y="394"/>
                  </a:lnTo>
                  <a:lnTo>
                    <a:pt x="156" y="381"/>
                  </a:lnTo>
                  <a:lnTo>
                    <a:pt x="136" y="364"/>
                  </a:lnTo>
                  <a:lnTo>
                    <a:pt x="118" y="344"/>
                  </a:lnTo>
                  <a:lnTo>
                    <a:pt x="99" y="319"/>
                  </a:lnTo>
                  <a:lnTo>
                    <a:pt x="81" y="292"/>
                  </a:lnTo>
                  <a:lnTo>
                    <a:pt x="67" y="264"/>
                  </a:lnTo>
                  <a:lnTo>
                    <a:pt x="53" y="231"/>
                  </a:lnTo>
                  <a:lnTo>
                    <a:pt x="41" y="197"/>
                  </a:lnTo>
                  <a:lnTo>
                    <a:pt x="31" y="161"/>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2330" name="Freeform 66"/>
            <p:cNvSpPr>
              <a:spLocks/>
            </p:cNvSpPr>
            <p:nvPr/>
          </p:nvSpPr>
          <p:spPr bwMode="auto">
            <a:xfrm>
              <a:off x="1343" y="2118"/>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1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20" y="3"/>
                  </a:lnTo>
                  <a:lnTo>
                    <a:pt x="195" y="9"/>
                  </a:lnTo>
                  <a:lnTo>
                    <a:pt x="172" y="19"/>
                  </a:lnTo>
                  <a:lnTo>
                    <a:pt x="149" y="34"/>
                  </a:lnTo>
                  <a:lnTo>
                    <a:pt x="127" y="53"/>
                  </a:lnTo>
                  <a:lnTo>
                    <a:pt x="108" y="75"/>
                  </a:lnTo>
                  <a:lnTo>
                    <a:pt x="90" y="99"/>
                  </a:lnTo>
                  <a:lnTo>
                    <a:pt x="71" y="126"/>
                  </a:lnTo>
                  <a:lnTo>
                    <a:pt x="56" y="158"/>
                  </a:lnTo>
                  <a:lnTo>
                    <a:pt x="41" y="190"/>
                  </a:lnTo>
                  <a:lnTo>
                    <a:pt x="30" y="224"/>
                  </a:lnTo>
                  <a:lnTo>
                    <a:pt x="19" y="262"/>
                  </a:lnTo>
                  <a:lnTo>
                    <a:pt x="11" y="301"/>
                  </a:lnTo>
                  <a:lnTo>
                    <a:pt x="5" y="340"/>
                  </a:lnTo>
                  <a:lnTo>
                    <a:pt x="2" y="384"/>
                  </a:lnTo>
                  <a:lnTo>
                    <a:pt x="0" y="426"/>
                  </a:lnTo>
                  <a:lnTo>
                    <a:pt x="12" y="426"/>
                  </a:lnTo>
                  <a:lnTo>
                    <a:pt x="13" y="384"/>
                  </a:lnTo>
                  <a:lnTo>
                    <a:pt x="17" y="343"/>
                  </a:lnTo>
                  <a:lnTo>
                    <a:pt x="23" y="303"/>
                  </a:lnTo>
                  <a:lnTo>
                    <a:pt x="31" y="264"/>
                  </a:lnTo>
                  <a:lnTo>
                    <a:pt x="41" y="229"/>
                  </a:lnTo>
                  <a:lnTo>
                    <a:pt x="53" y="195"/>
                  </a:lnTo>
                  <a:lnTo>
                    <a:pt x="67" y="162"/>
                  </a:lnTo>
                  <a:lnTo>
                    <a:pt x="82" y="133"/>
                  </a:lnTo>
                  <a:lnTo>
                    <a:pt x="99" y="106"/>
                  </a:lnTo>
                  <a:lnTo>
                    <a:pt x="118" y="83"/>
                  </a:lnTo>
                  <a:lnTo>
                    <a:pt x="136" y="63"/>
                  </a:lnTo>
                  <a:lnTo>
                    <a:pt x="156" y="44"/>
                  </a:lnTo>
                  <a:lnTo>
                    <a:pt x="179" y="31"/>
                  </a:lnTo>
                  <a:lnTo>
                    <a:pt x="200" y="20"/>
                  </a:lnTo>
                  <a:lnTo>
                    <a:pt x="222" y="15"/>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2331" name="Freeform 67"/>
            <p:cNvSpPr>
              <a:spLocks/>
            </p:cNvSpPr>
            <p:nvPr/>
          </p:nvSpPr>
          <p:spPr bwMode="auto">
            <a:xfrm>
              <a:off x="1384" y="1859"/>
              <a:ext cx="49" cy="84"/>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1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3" y="382"/>
                  </a:lnTo>
                  <a:lnTo>
                    <a:pt x="240" y="339"/>
                  </a:lnTo>
                  <a:lnTo>
                    <a:pt x="234" y="299"/>
                  </a:lnTo>
                  <a:lnTo>
                    <a:pt x="226" y="261"/>
                  </a:lnTo>
                  <a:lnTo>
                    <a:pt x="215" y="222"/>
                  </a:lnTo>
                  <a:lnTo>
                    <a:pt x="204" y="188"/>
                  </a:lnTo>
                  <a:lnTo>
                    <a:pt x="189" y="156"/>
                  </a:lnTo>
                  <a:lnTo>
                    <a:pt x="173" y="125"/>
                  </a:lnTo>
                  <a:lnTo>
                    <a:pt x="155" y="98"/>
                  </a:lnTo>
                  <a:lnTo>
                    <a:pt x="138" y="74"/>
                  </a:lnTo>
                  <a:lnTo>
                    <a:pt x="118" y="51"/>
                  </a:lnTo>
                  <a:lnTo>
                    <a:pt x="96" y="34"/>
                  </a:lnTo>
                  <a:lnTo>
                    <a:pt x="73" y="18"/>
                  </a:lnTo>
                  <a:lnTo>
                    <a:pt x="50" y="8"/>
                  </a:lnTo>
                  <a:lnTo>
                    <a:pt x="25" y="2"/>
                  </a:lnTo>
                  <a:lnTo>
                    <a:pt x="0" y="0"/>
                  </a:lnTo>
                  <a:lnTo>
                    <a:pt x="0" y="11"/>
                  </a:lnTo>
                  <a:lnTo>
                    <a:pt x="23" y="14"/>
                  </a:lnTo>
                  <a:lnTo>
                    <a:pt x="45" y="20"/>
                  </a:lnTo>
                  <a:lnTo>
                    <a:pt x="66" y="30"/>
                  </a:lnTo>
                  <a:lnTo>
                    <a:pt x="89" y="43"/>
                  </a:lnTo>
                  <a:lnTo>
                    <a:pt x="109" y="61"/>
                  </a:lnTo>
                  <a:lnTo>
                    <a:pt x="129" y="81"/>
                  </a:lnTo>
                  <a:lnTo>
                    <a:pt x="146" y="105"/>
                  </a:lnTo>
                  <a:lnTo>
                    <a:pt x="164" y="132"/>
                  </a:lnTo>
                  <a:lnTo>
                    <a:pt x="178" y="160"/>
                  </a:lnTo>
                  <a:lnTo>
                    <a:pt x="192" y="193"/>
                  </a:lnTo>
                  <a:lnTo>
                    <a:pt x="204" y="227"/>
                  </a:lnTo>
                  <a:lnTo>
                    <a:pt x="214" y="264"/>
                  </a:lnTo>
                  <a:lnTo>
                    <a:pt x="222" y="301"/>
                  </a:lnTo>
                  <a:lnTo>
                    <a:pt x="228"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2332" name="Freeform 68"/>
            <p:cNvSpPr>
              <a:spLocks/>
            </p:cNvSpPr>
            <p:nvPr/>
          </p:nvSpPr>
          <p:spPr bwMode="auto">
            <a:xfrm>
              <a:off x="1384" y="1943"/>
              <a:ext cx="49" cy="86"/>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5" y="423"/>
                  </a:lnTo>
                  <a:lnTo>
                    <a:pt x="50" y="418"/>
                  </a:lnTo>
                  <a:lnTo>
                    <a:pt x="73" y="407"/>
                  </a:lnTo>
                  <a:lnTo>
                    <a:pt x="96" y="392"/>
                  </a:lnTo>
                  <a:lnTo>
                    <a:pt x="118" y="374"/>
                  </a:lnTo>
                  <a:lnTo>
                    <a:pt x="138" y="352"/>
                  </a:lnTo>
                  <a:lnTo>
                    <a:pt x="155" y="327"/>
                  </a:lnTo>
                  <a:lnTo>
                    <a:pt x="174" y="300"/>
                  </a:lnTo>
                  <a:lnTo>
                    <a:pt x="189" y="269"/>
                  </a:lnTo>
                  <a:lnTo>
                    <a:pt x="204" y="237"/>
                  </a:lnTo>
                  <a:lnTo>
                    <a:pt x="215" y="202"/>
                  </a:lnTo>
                  <a:lnTo>
                    <a:pt x="226" y="164"/>
                  </a:lnTo>
                  <a:lnTo>
                    <a:pt x="234" y="126"/>
                  </a:lnTo>
                  <a:lnTo>
                    <a:pt x="240" y="86"/>
                  </a:lnTo>
                  <a:lnTo>
                    <a:pt x="243" y="42"/>
                  </a:lnTo>
                  <a:lnTo>
                    <a:pt x="245" y="0"/>
                  </a:lnTo>
                  <a:lnTo>
                    <a:pt x="233" y="0"/>
                  </a:lnTo>
                  <a:lnTo>
                    <a:pt x="232" y="42"/>
                  </a:lnTo>
                  <a:lnTo>
                    <a:pt x="228" y="83"/>
                  </a:lnTo>
                  <a:lnTo>
                    <a:pt x="222" y="123"/>
                  </a:lnTo>
                  <a:lnTo>
                    <a:pt x="214" y="162"/>
                  </a:lnTo>
                  <a:lnTo>
                    <a:pt x="204" y="197"/>
                  </a:lnTo>
                  <a:lnTo>
                    <a:pt x="192" y="232"/>
                  </a:lnTo>
                  <a:lnTo>
                    <a:pt x="178" y="264"/>
                  </a:lnTo>
                  <a:lnTo>
                    <a:pt x="163" y="293"/>
                  </a:lnTo>
                  <a:lnTo>
                    <a:pt x="146" y="320"/>
                  </a:lnTo>
                  <a:lnTo>
                    <a:pt x="129" y="345"/>
                  </a:lnTo>
                  <a:lnTo>
                    <a:pt x="109" y="365"/>
                  </a:lnTo>
                  <a:lnTo>
                    <a:pt x="89" y="382"/>
                  </a:lnTo>
                  <a:lnTo>
                    <a:pt x="66" y="395"/>
                  </a:lnTo>
                  <a:lnTo>
                    <a:pt x="45" y="406"/>
                  </a:lnTo>
                  <a:lnTo>
                    <a:pt x="23"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2333" name="Freeform 69"/>
            <p:cNvSpPr>
              <a:spLocks/>
            </p:cNvSpPr>
            <p:nvPr/>
          </p:nvSpPr>
          <p:spPr bwMode="auto">
            <a:xfrm>
              <a:off x="1335" y="1943"/>
              <a:ext cx="49" cy="86"/>
            </a:xfrm>
            <a:custGeom>
              <a:avLst/>
              <a:gdLst>
                <a:gd name="T0" fmla="*/ 0 w 246"/>
                <a:gd name="T1" fmla="*/ 0 h 426"/>
                <a:gd name="T2" fmla="*/ 0 w 246"/>
                <a:gd name="T3" fmla="*/ 0 h 426"/>
                <a:gd name="T4" fmla="*/ 0 w 246"/>
                <a:gd name="T5" fmla="*/ 0 h 426"/>
                <a:gd name="T6" fmla="*/ 0 w 246"/>
                <a:gd name="T7" fmla="*/ 1 h 426"/>
                <a:gd name="T8" fmla="*/ 0 w 246"/>
                <a:gd name="T9" fmla="*/ 1 h 426"/>
                <a:gd name="T10" fmla="*/ 0 w 246"/>
                <a:gd name="T11" fmla="*/ 1 h 426"/>
                <a:gd name="T12" fmla="*/ 0 w 246"/>
                <a:gd name="T13" fmla="*/ 2 h 426"/>
                <a:gd name="T14" fmla="*/ 0 w 246"/>
                <a:gd name="T15" fmla="*/ 2 h 426"/>
                <a:gd name="T16" fmla="*/ 0 w 246"/>
                <a:gd name="T17" fmla="*/ 2 h 426"/>
                <a:gd name="T18" fmla="*/ 1 w 246"/>
                <a:gd name="T19" fmla="*/ 2 h 426"/>
                <a:gd name="T20" fmla="*/ 1 w 246"/>
                <a:gd name="T21" fmla="*/ 3 h 426"/>
                <a:gd name="T22" fmla="*/ 1 w 246"/>
                <a:gd name="T23" fmla="*/ 3 h 426"/>
                <a:gd name="T24" fmla="*/ 1 w 246"/>
                <a:gd name="T25" fmla="*/ 3 h 426"/>
                <a:gd name="T26" fmla="*/ 1 w 246"/>
                <a:gd name="T27" fmla="*/ 3 h 426"/>
                <a:gd name="T28" fmla="*/ 1 w 246"/>
                <a:gd name="T29" fmla="*/ 3 h 426"/>
                <a:gd name="T30" fmla="*/ 2 w 246"/>
                <a:gd name="T31" fmla="*/ 3 h 426"/>
                <a:gd name="T32" fmla="*/ 2 w 246"/>
                <a:gd name="T33" fmla="*/ 3 h 426"/>
                <a:gd name="T34" fmla="*/ 2 w 246"/>
                <a:gd name="T35" fmla="*/ 3 h 426"/>
                <a:gd name="T36" fmla="*/ 2 w 246"/>
                <a:gd name="T37" fmla="*/ 3 h 426"/>
                <a:gd name="T38" fmla="*/ 2 w 246"/>
                <a:gd name="T39" fmla="*/ 3 h 426"/>
                <a:gd name="T40" fmla="*/ 2 w 246"/>
                <a:gd name="T41" fmla="*/ 3 h 426"/>
                <a:gd name="T42" fmla="*/ 1 w 246"/>
                <a:gd name="T43" fmla="*/ 3 h 426"/>
                <a:gd name="T44" fmla="*/ 1 w 246"/>
                <a:gd name="T45" fmla="*/ 3 h 426"/>
                <a:gd name="T46" fmla="*/ 1 w 246"/>
                <a:gd name="T47" fmla="*/ 3 h 426"/>
                <a:gd name="T48" fmla="*/ 1 w 246"/>
                <a:gd name="T49" fmla="*/ 3 h 426"/>
                <a:gd name="T50" fmla="*/ 1 w 246"/>
                <a:gd name="T51" fmla="*/ 3 h 426"/>
                <a:gd name="T52" fmla="*/ 1 w 246"/>
                <a:gd name="T53" fmla="*/ 2 h 426"/>
                <a:gd name="T54" fmla="*/ 1 w 246"/>
                <a:gd name="T55" fmla="*/ 2 h 426"/>
                <a:gd name="T56" fmla="*/ 0 w 246"/>
                <a:gd name="T57" fmla="*/ 2 h 426"/>
                <a:gd name="T58" fmla="*/ 0 w 246"/>
                <a:gd name="T59" fmla="*/ 2 h 426"/>
                <a:gd name="T60" fmla="*/ 0 w 246"/>
                <a:gd name="T61" fmla="*/ 1 h 426"/>
                <a:gd name="T62" fmla="*/ 0 w 246"/>
                <a:gd name="T63" fmla="*/ 1 h 426"/>
                <a:gd name="T64" fmla="*/ 0 w 246"/>
                <a:gd name="T65" fmla="*/ 1 h 426"/>
                <a:gd name="T66" fmla="*/ 0 w 246"/>
                <a:gd name="T67" fmla="*/ 0 h 426"/>
                <a:gd name="T68" fmla="*/ 0 w 246"/>
                <a:gd name="T69" fmla="*/ 0 h 426"/>
                <a:gd name="T70" fmla="*/ 0 w 246"/>
                <a:gd name="T71" fmla="*/ 0 h 426"/>
                <a:gd name="T72" fmla="*/ 0 w 246"/>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0"/>
                  </a:moveTo>
                  <a:lnTo>
                    <a:pt x="0" y="0"/>
                  </a:lnTo>
                  <a:lnTo>
                    <a:pt x="1" y="42"/>
                  </a:lnTo>
                  <a:lnTo>
                    <a:pt x="4" y="86"/>
                  </a:lnTo>
                  <a:lnTo>
                    <a:pt x="10" y="126"/>
                  </a:lnTo>
                  <a:lnTo>
                    <a:pt x="18" y="164"/>
                  </a:lnTo>
                  <a:lnTo>
                    <a:pt x="29" y="202"/>
                  </a:lnTo>
                  <a:lnTo>
                    <a:pt x="41" y="237"/>
                  </a:lnTo>
                  <a:lnTo>
                    <a:pt x="55" y="269"/>
                  </a:lnTo>
                  <a:lnTo>
                    <a:pt x="71" y="300"/>
                  </a:lnTo>
                  <a:lnTo>
                    <a:pt x="89" y="327"/>
                  </a:lnTo>
                  <a:lnTo>
                    <a:pt x="107" y="352"/>
                  </a:lnTo>
                  <a:lnTo>
                    <a:pt x="127" y="374"/>
                  </a:lnTo>
                  <a:lnTo>
                    <a:pt x="150" y="392"/>
                  </a:lnTo>
                  <a:lnTo>
                    <a:pt x="171" y="407"/>
                  </a:lnTo>
                  <a:lnTo>
                    <a:pt x="195" y="418"/>
                  </a:lnTo>
                  <a:lnTo>
                    <a:pt x="220" y="423"/>
                  </a:lnTo>
                  <a:lnTo>
                    <a:pt x="246" y="426"/>
                  </a:lnTo>
                  <a:lnTo>
                    <a:pt x="246" y="414"/>
                  </a:lnTo>
                  <a:lnTo>
                    <a:pt x="222" y="412"/>
                  </a:lnTo>
                  <a:lnTo>
                    <a:pt x="200" y="406"/>
                  </a:lnTo>
                  <a:lnTo>
                    <a:pt x="178" y="395"/>
                  </a:lnTo>
                  <a:lnTo>
                    <a:pt x="157" y="382"/>
                  </a:lnTo>
                  <a:lnTo>
                    <a:pt x="137" y="365"/>
                  </a:lnTo>
                  <a:lnTo>
                    <a:pt x="117" y="345"/>
                  </a:lnTo>
                  <a:lnTo>
                    <a:pt x="98" y="320"/>
                  </a:lnTo>
                  <a:lnTo>
                    <a:pt x="83" y="293"/>
                  </a:lnTo>
                  <a:lnTo>
                    <a:pt x="66" y="264"/>
                  </a:lnTo>
                  <a:lnTo>
                    <a:pt x="52" y="232"/>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2334" name="Freeform 70"/>
            <p:cNvSpPr>
              <a:spLocks/>
            </p:cNvSpPr>
            <p:nvPr/>
          </p:nvSpPr>
          <p:spPr bwMode="auto">
            <a:xfrm>
              <a:off x="1335" y="1859"/>
              <a:ext cx="49" cy="84"/>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1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0" y="2"/>
                  </a:lnTo>
                  <a:lnTo>
                    <a:pt x="195" y="8"/>
                  </a:lnTo>
                  <a:lnTo>
                    <a:pt x="171" y="18"/>
                  </a:lnTo>
                  <a:lnTo>
                    <a:pt x="150" y="34"/>
                  </a:lnTo>
                  <a:lnTo>
                    <a:pt x="127" y="51"/>
                  </a:lnTo>
                  <a:lnTo>
                    <a:pt x="107" y="74"/>
                  </a:lnTo>
                  <a:lnTo>
                    <a:pt x="89" y="98"/>
                  </a:lnTo>
                  <a:lnTo>
                    <a:pt x="72" y="125"/>
                  </a:lnTo>
                  <a:lnTo>
                    <a:pt x="55" y="156"/>
                  </a:lnTo>
                  <a:lnTo>
                    <a:pt x="41" y="188"/>
                  </a:lnTo>
                  <a:lnTo>
                    <a:pt x="29" y="222"/>
                  </a:lnTo>
                  <a:lnTo>
                    <a:pt x="18" y="261"/>
                  </a:lnTo>
                  <a:lnTo>
                    <a:pt x="10" y="299"/>
                  </a:lnTo>
                  <a:lnTo>
                    <a:pt x="4" y="339"/>
                  </a:lnTo>
                  <a:lnTo>
                    <a:pt x="1" y="382"/>
                  </a:lnTo>
                  <a:lnTo>
                    <a:pt x="0" y="424"/>
                  </a:lnTo>
                  <a:lnTo>
                    <a:pt x="11" y="424"/>
                  </a:lnTo>
                  <a:lnTo>
                    <a:pt x="13" y="382"/>
                  </a:lnTo>
                  <a:lnTo>
                    <a:pt x="16" y="341"/>
                  </a:lnTo>
                  <a:lnTo>
                    <a:pt x="22" y="301"/>
                  </a:lnTo>
                  <a:lnTo>
                    <a:pt x="30" y="264"/>
                  </a:lnTo>
                  <a:lnTo>
                    <a:pt x="41" y="227"/>
                  </a:lnTo>
                  <a:lnTo>
                    <a:pt x="52" y="193"/>
                  </a:lnTo>
                  <a:lnTo>
                    <a:pt x="66" y="160"/>
                  </a:lnTo>
                  <a:lnTo>
                    <a:pt x="82" y="132"/>
                  </a:lnTo>
                  <a:lnTo>
                    <a:pt x="98" y="105"/>
                  </a:lnTo>
                  <a:lnTo>
                    <a:pt x="117" y="81"/>
                  </a:lnTo>
                  <a:lnTo>
                    <a:pt x="137" y="61"/>
                  </a:lnTo>
                  <a:lnTo>
                    <a:pt x="157" y="43"/>
                  </a:lnTo>
                  <a:lnTo>
                    <a:pt x="178" y="30"/>
                  </a:lnTo>
                  <a:lnTo>
                    <a:pt x="200" y="20"/>
                  </a:lnTo>
                  <a:lnTo>
                    <a:pt x="222" y="14"/>
                  </a:lnTo>
                  <a:lnTo>
                    <a:pt x="246" y="11"/>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2335" name="Freeform 71"/>
            <p:cNvSpPr>
              <a:spLocks/>
            </p:cNvSpPr>
            <p:nvPr/>
          </p:nvSpPr>
          <p:spPr bwMode="auto">
            <a:xfrm>
              <a:off x="1552" y="1751"/>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1" y="339"/>
                  </a:lnTo>
                  <a:lnTo>
                    <a:pt x="235" y="299"/>
                  </a:lnTo>
                  <a:lnTo>
                    <a:pt x="226" y="261"/>
                  </a:lnTo>
                  <a:lnTo>
                    <a:pt x="216" y="223"/>
                  </a:lnTo>
                  <a:lnTo>
                    <a:pt x="204" y="189"/>
                  </a:lnTo>
                  <a:lnTo>
                    <a:pt x="190" y="156"/>
                  </a:lnTo>
                  <a:lnTo>
                    <a:pt x="174" y="125"/>
                  </a:lnTo>
                  <a:lnTo>
                    <a:pt x="156" y="98"/>
                  </a:lnTo>
                  <a:lnTo>
                    <a:pt x="137" y="74"/>
                  </a:lnTo>
                  <a:lnTo>
                    <a:pt x="119" y="52"/>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8" y="81"/>
                  </a:lnTo>
                  <a:lnTo>
                    <a:pt x="147" y="105"/>
                  </a:lnTo>
                  <a:lnTo>
                    <a:pt x="164" y="132"/>
                  </a:lnTo>
                  <a:lnTo>
                    <a:pt x="178" y="161"/>
                  </a:lnTo>
                  <a:lnTo>
                    <a:pt x="193" y="193"/>
                  </a:lnTo>
                  <a:lnTo>
                    <a:pt x="204" y="227"/>
                  </a:lnTo>
                  <a:lnTo>
                    <a:pt x="215" y="264"/>
                  </a:lnTo>
                  <a:lnTo>
                    <a:pt x="223" y="301"/>
                  </a:lnTo>
                  <a:lnTo>
                    <a:pt x="229" y="341"/>
                  </a:lnTo>
                  <a:lnTo>
                    <a:pt x="232" y="382"/>
                  </a:lnTo>
                  <a:lnTo>
                    <a:pt x="234"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2336" name="Freeform 72"/>
            <p:cNvSpPr>
              <a:spLocks/>
            </p:cNvSpPr>
            <p:nvPr/>
          </p:nvSpPr>
          <p:spPr bwMode="auto">
            <a:xfrm>
              <a:off x="1552" y="1836"/>
              <a:ext cx="49" cy="85"/>
            </a:xfrm>
            <a:custGeom>
              <a:avLst/>
              <a:gdLst>
                <a:gd name="T0" fmla="*/ 0 w 245"/>
                <a:gd name="T1" fmla="*/ 3 h 425"/>
                <a:gd name="T2" fmla="*/ 0 w 245"/>
                <a:gd name="T3" fmla="*/ 3 h 425"/>
                <a:gd name="T4" fmla="*/ 0 w 245"/>
                <a:gd name="T5" fmla="*/ 3 h 425"/>
                <a:gd name="T6" fmla="*/ 0 w 245"/>
                <a:gd name="T7" fmla="*/ 3 h 425"/>
                <a:gd name="T8" fmla="*/ 1 w 245"/>
                <a:gd name="T9" fmla="*/ 3 h 425"/>
                <a:gd name="T10" fmla="*/ 1 w 245"/>
                <a:gd name="T11" fmla="*/ 3 h 425"/>
                <a:gd name="T12" fmla="*/ 1 w 245"/>
                <a:gd name="T13" fmla="*/ 3 h 425"/>
                <a:gd name="T14" fmla="*/ 1 w 245"/>
                <a:gd name="T15" fmla="*/ 3 h 425"/>
                <a:gd name="T16" fmla="*/ 1 w 245"/>
                <a:gd name="T17" fmla="*/ 3 h 425"/>
                <a:gd name="T18" fmla="*/ 1 w 245"/>
                <a:gd name="T19" fmla="*/ 2 h 425"/>
                <a:gd name="T20" fmla="*/ 2 w 245"/>
                <a:gd name="T21" fmla="*/ 2 h 425"/>
                <a:gd name="T22" fmla="*/ 2 w 245"/>
                <a:gd name="T23" fmla="*/ 2 h 425"/>
                <a:gd name="T24" fmla="*/ 2 w 245"/>
                <a:gd name="T25" fmla="*/ 2 h 425"/>
                <a:gd name="T26" fmla="*/ 2 w 245"/>
                <a:gd name="T27" fmla="*/ 1 h 425"/>
                <a:gd name="T28" fmla="*/ 2 w 245"/>
                <a:gd name="T29" fmla="*/ 1 h 425"/>
                <a:gd name="T30" fmla="*/ 2 w 245"/>
                <a:gd name="T31" fmla="*/ 1 h 425"/>
                <a:gd name="T32" fmla="*/ 2 w 245"/>
                <a:gd name="T33" fmla="*/ 0 h 425"/>
                <a:gd name="T34" fmla="*/ 2 w 245"/>
                <a:gd name="T35" fmla="*/ 0 h 425"/>
                <a:gd name="T36" fmla="*/ 2 w 245"/>
                <a:gd name="T37" fmla="*/ 0 h 425"/>
                <a:gd name="T38" fmla="*/ 2 w 245"/>
                <a:gd name="T39" fmla="*/ 0 h 425"/>
                <a:gd name="T40" fmla="*/ 2 w 245"/>
                <a:gd name="T41" fmla="*/ 1 h 425"/>
                <a:gd name="T42" fmla="*/ 2 w 245"/>
                <a:gd name="T43" fmla="*/ 1 h 425"/>
                <a:gd name="T44" fmla="*/ 2 w 245"/>
                <a:gd name="T45" fmla="*/ 1 h 425"/>
                <a:gd name="T46" fmla="*/ 2 w 245"/>
                <a:gd name="T47" fmla="*/ 2 h 425"/>
                <a:gd name="T48" fmla="*/ 2 w 245"/>
                <a:gd name="T49" fmla="*/ 2 h 425"/>
                <a:gd name="T50" fmla="*/ 1 w 245"/>
                <a:gd name="T51" fmla="*/ 2 h 425"/>
                <a:gd name="T52" fmla="*/ 1 w 245"/>
                <a:gd name="T53" fmla="*/ 2 h 425"/>
                <a:gd name="T54" fmla="*/ 1 w 245"/>
                <a:gd name="T55" fmla="*/ 3 h 425"/>
                <a:gd name="T56" fmla="*/ 1 w 245"/>
                <a:gd name="T57" fmla="*/ 3 h 425"/>
                <a:gd name="T58" fmla="*/ 1 w 245"/>
                <a:gd name="T59" fmla="*/ 3 h 425"/>
                <a:gd name="T60" fmla="*/ 1 w 245"/>
                <a:gd name="T61" fmla="*/ 3 h 425"/>
                <a:gd name="T62" fmla="*/ 1 w 245"/>
                <a:gd name="T63" fmla="*/ 3 h 425"/>
                <a:gd name="T64" fmla="*/ 0 w 245"/>
                <a:gd name="T65" fmla="*/ 3 h 425"/>
                <a:gd name="T66" fmla="*/ 0 w 245"/>
                <a:gd name="T67" fmla="*/ 3 h 425"/>
                <a:gd name="T68" fmla="*/ 0 w 245"/>
                <a:gd name="T69" fmla="*/ 3 h 425"/>
                <a:gd name="T70" fmla="*/ 0 w 245"/>
                <a:gd name="T71" fmla="*/ 3 h 425"/>
                <a:gd name="T72" fmla="*/ 0 w 245"/>
                <a:gd name="T73" fmla="*/ 3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5"/>
                <a:gd name="T113" fmla="*/ 245 w 245"/>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5">
                  <a:moveTo>
                    <a:pt x="0" y="425"/>
                  </a:moveTo>
                  <a:lnTo>
                    <a:pt x="0" y="425"/>
                  </a:lnTo>
                  <a:lnTo>
                    <a:pt x="26" y="422"/>
                  </a:lnTo>
                  <a:lnTo>
                    <a:pt x="51" y="417"/>
                  </a:lnTo>
                  <a:lnTo>
                    <a:pt x="74" y="406"/>
                  </a:lnTo>
                  <a:lnTo>
                    <a:pt x="96" y="391"/>
                  </a:lnTo>
                  <a:lnTo>
                    <a:pt x="119" y="373"/>
                  </a:lnTo>
                  <a:lnTo>
                    <a:pt x="137" y="351"/>
                  </a:lnTo>
                  <a:lnTo>
                    <a:pt x="156" y="326"/>
                  </a:lnTo>
                  <a:lnTo>
                    <a:pt x="174" y="299"/>
                  </a:lnTo>
                  <a:lnTo>
                    <a:pt x="190" y="269"/>
                  </a:lnTo>
                  <a:lnTo>
                    <a:pt x="204" y="236"/>
                  </a:lnTo>
                  <a:lnTo>
                    <a:pt x="216" y="202"/>
                  </a:lnTo>
                  <a:lnTo>
                    <a:pt x="226" y="163"/>
                  </a:lnTo>
                  <a:lnTo>
                    <a:pt x="235" y="126"/>
                  </a:lnTo>
                  <a:lnTo>
                    <a:pt x="241" y="86"/>
                  </a:lnTo>
                  <a:lnTo>
                    <a:pt x="244" y="43"/>
                  </a:lnTo>
                  <a:lnTo>
                    <a:pt x="245" y="0"/>
                  </a:lnTo>
                  <a:lnTo>
                    <a:pt x="234" y="0"/>
                  </a:lnTo>
                  <a:lnTo>
                    <a:pt x="232" y="43"/>
                  </a:lnTo>
                  <a:lnTo>
                    <a:pt x="229" y="84"/>
                  </a:lnTo>
                  <a:lnTo>
                    <a:pt x="223" y="123"/>
                  </a:lnTo>
                  <a:lnTo>
                    <a:pt x="215" y="161"/>
                  </a:lnTo>
                  <a:lnTo>
                    <a:pt x="204" y="197"/>
                  </a:lnTo>
                  <a:lnTo>
                    <a:pt x="193" y="231"/>
                  </a:lnTo>
                  <a:lnTo>
                    <a:pt x="178" y="264"/>
                  </a:lnTo>
                  <a:lnTo>
                    <a:pt x="164" y="292"/>
                  </a:lnTo>
                  <a:lnTo>
                    <a:pt x="147" y="319"/>
                  </a:lnTo>
                  <a:lnTo>
                    <a:pt x="128" y="344"/>
                  </a:lnTo>
                  <a:lnTo>
                    <a:pt x="109" y="364"/>
                  </a:lnTo>
                  <a:lnTo>
                    <a:pt x="89" y="381"/>
                  </a:lnTo>
                  <a:lnTo>
                    <a:pt x="67" y="394"/>
                  </a:lnTo>
                  <a:lnTo>
                    <a:pt x="46" y="405"/>
                  </a:lnTo>
                  <a:lnTo>
                    <a:pt x="24" y="411"/>
                  </a:lnTo>
                  <a:lnTo>
                    <a:pt x="0" y="413"/>
                  </a:lnTo>
                  <a:lnTo>
                    <a:pt x="0" y="425"/>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2337" name="Freeform 73"/>
            <p:cNvSpPr>
              <a:spLocks/>
            </p:cNvSpPr>
            <p:nvPr/>
          </p:nvSpPr>
          <p:spPr bwMode="auto">
            <a:xfrm>
              <a:off x="1502" y="1836"/>
              <a:ext cx="50" cy="85"/>
            </a:xfrm>
            <a:custGeom>
              <a:avLst/>
              <a:gdLst>
                <a:gd name="T0" fmla="*/ 0 w 246"/>
                <a:gd name="T1" fmla="*/ 0 h 425"/>
                <a:gd name="T2" fmla="*/ 0 w 246"/>
                <a:gd name="T3" fmla="*/ 0 h 425"/>
                <a:gd name="T4" fmla="*/ 0 w 246"/>
                <a:gd name="T5" fmla="*/ 0 h 425"/>
                <a:gd name="T6" fmla="*/ 0 w 246"/>
                <a:gd name="T7" fmla="*/ 1 h 425"/>
                <a:gd name="T8" fmla="*/ 0 w 246"/>
                <a:gd name="T9" fmla="*/ 1 h 425"/>
                <a:gd name="T10" fmla="*/ 0 w 246"/>
                <a:gd name="T11" fmla="*/ 1 h 425"/>
                <a:gd name="T12" fmla="*/ 0 w 246"/>
                <a:gd name="T13" fmla="*/ 2 h 425"/>
                <a:gd name="T14" fmla="*/ 0 w 246"/>
                <a:gd name="T15" fmla="*/ 2 h 425"/>
                <a:gd name="T16" fmla="*/ 0 w 246"/>
                <a:gd name="T17" fmla="*/ 2 h 425"/>
                <a:gd name="T18" fmla="*/ 1 w 246"/>
                <a:gd name="T19" fmla="*/ 2 h 425"/>
                <a:gd name="T20" fmla="*/ 1 w 246"/>
                <a:gd name="T21" fmla="*/ 3 h 425"/>
                <a:gd name="T22" fmla="*/ 1 w 246"/>
                <a:gd name="T23" fmla="*/ 3 h 425"/>
                <a:gd name="T24" fmla="*/ 1 w 246"/>
                <a:gd name="T25" fmla="*/ 3 h 425"/>
                <a:gd name="T26" fmla="*/ 1 w 246"/>
                <a:gd name="T27" fmla="*/ 3 h 425"/>
                <a:gd name="T28" fmla="*/ 1 w 246"/>
                <a:gd name="T29" fmla="*/ 3 h 425"/>
                <a:gd name="T30" fmla="*/ 2 w 246"/>
                <a:gd name="T31" fmla="*/ 3 h 425"/>
                <a:gd name="T32" fmla="*/ 2 w 246"/>
                <a:gd name="T33" fmla="*/ 3 h 425"/>
                <a:gd name="T34" fmla="*/ 2 w 246"/>
                <a:gd name="T35" fmla="*/ 3 h 425"/>
                <a:gd name="T36" fmla="*/ 2 w 246"/>
                <a:gd name="T37" fmla="*/ 3 h 425"/>
                <a:gd name="T38" fmla="*/ 2 w 246"/>
                <a:gd name="T39" fmla="*/ 3 h 425"/>
                <a:gd name="T40" fmla="*/ 2 w 246"/>
                <a:gd name="T41" fmla="*/ 3 h 425"/>
                <a:gd name="T42" fmla="*/ 1 w 246"/>
                <a:gd name="T43" fmla="*/ 3 h 425"/>
                <a:gd name="T44" fmla="*/ 1 w 246"/>
                <a:gd name="T45" fmla="*/ 3 h 425"/>
                <a:gd name="T46" fmla="*/ 1 w 246"/>
                <a:gd name="T47" fmla="*/ 3 h 425"/>
                <a:gd name="T48" fmla="*/ 1 w 246"/>
                <a:gd name="T49" fmla="*/ 3 h 425"/>
                <a:gd name="T50" fmla="*/ 1 w 246"/>
                <a:gd name="T51" fmla="*/ 3 h 425"/>
                <a:gd name="T52" fmla="*/ 1 w 246"/>
                <a:gd name="T53" fmla="*/ 2 h 425"/>
                <a:gd name="T54" fmla="*/ 1 w 246"/>
                <a:gd name="T55" fmla="*/ 2 h 425"/>
                <a:gd name="T56" fmla="*/ 0 w 246"/>
                <a:gd name="T57" fmla="*/ 2 h 425"/>
                <a:gd name="T58" fmla="*/ 0 w 246"/>
                <a:gd name="T59" fmla="*/ 2 h 425"/>
                <a:gd name="T60" fmla="*/ 0 w 246"/>
                <a:gd name="T61" fmla="*/ 1 h 425"/>
                <a:gd name="T62" fmla="*/ 0 w 246"/>
                <a:gd name="T63" fmla="*/ 1 h 425"/>
                <a:gd name="T64" fmla="*/ 0 w 246"/>
                <a:gd name="T65" fmla="*/ 1 h 425"/>
                <a:gd name="T66" fmla="*/ 0 w 246"/>
                <a:gd name="T67" fmla="*/ 0 h 425"/>
                <a:gd name="T68" fmla="*/ 0 w 246"/>
                <a:gd name="T69" fmla="*/ 0 h 425"/>
                <a:gd name="T70" fmla="*/ 0 w 246"/>
                <a:gd name="T71" fmla="*/ 0 h 425"/>
                <a:gd name="T72" fmla="*/ 0 w 246"/>
                <a:gd name="T73" fmla="*/ 0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5"/>
                <a:gd name="T113" fmla="*/ 246 w 246"/>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5">
                  <a:moveTo>
                    <a:pt x="0" y="0"/>
                  </a:moveTo>
                  <a:lnTo>
                    <a:pt x="0" y="0"/>
                  </a:lnTo>
                  <a:lnTo>
                    <a:pt x="2" y="43"/>
                  </a:lnTo>
                  <a:lnTo>
                    <a:pt x="5" y="86"/>
                  </a:lnTo>
                  <a:lnTo>
                    <a:pt x="11" y="126"/>
                  </a:lnTo>
                  <a:lnTo>
                    <a:pt x="19" y="163"/>
                  </a:lnTo>
                  <a:lnTo>
                    <a:pt x="30" y="202"/>
                  </a:lnTo>
                  <a:lnTo>
                    <a:pt x="41" y="236"/>
                  </a:lnTo>
                  <a:lnTo>
                    <a:pt x="55" y="269"/>
                  </a:lnTo>
                  <a:lnTo>
                    <a:pt x="73" y="299"/>
                  </a:lnTo>
                  <a:lnTo>
                    <a:pt x="89" y="326"/>
                  </a:lnTo>
                  <a:lnTo>
                    <a:pt x="108" y="351"/>
                  </a:lnTo>
                  <a:lnTo>
                    <a:pt x="128" y="373"/>
                  </a:lnTo>
                  <a:lnTo>
                    <a:pt x="150" y="391"/>
                  </a:lnTo>
                  <a:lnTo>
                    <a:pt x="171" y="406"/>
                  </a:lnTo>
                  <a:lnTo>
                    <a:pt x="196" y="417"/>
                  </a:lnTo>
                  <a:lnTo>
                    <a:pt x="221" y="422"/>
                  </a:lnTo>
                  <a:lnTo>
                    <a:pt x="246" y="425"/>
                  </a:lnTo>
                  <a:lnTo>
                    <a:pt x="246" y="413"/>
                  </a:lnTo>
                  <a:lnTo>
                    <a:pt x="223" y="411"/>
                  </a:lnTo>
                  <a:lnTo>
                    <a:pt x="201" y="405"/>
                  </a:lnTo>
                  <a:lnTo>
                    <a:pt x="178" y="394"/>
                  </a:lnTo>
                  <a:lnTo>
                    <a:pt x="157" y="381"/>
                  </a:lnTo>
                  <a:lnTo>
                    <a:pt x="137" y="364"/>
                  </a:lnTo>
                  <a:lnTo>
                    <a:pt x="117" y="344"/>
                  </a:lnTo>
                  <a:lnTo>
                    <a:pt x="99" y="319"/>
                  </a:lnTo>
                  <a:lnTo>
                    <a:pt x="82" y="292"/>
                  </a:lnTo>
                  <a:lnTo>
                    <a:pt x="67" y="264"/>
                  </a:lnTo>
                  <a:lnTo>
                    <a:pt x="53" y="231"/>
                  </a:lnTo>
                  <a:lnTo>
                    <a:pt x="41" y="197"/>
                  </a:lnTo>
                  <a:lnTo>
                    <a:pt x="31" y="161"/>
                  </a:lnTo>
                  <a:lnTo>
                    <a:pt x="23" y="123"/>
                  </a:lnTo>
                  <a:lnTo>
                    <a:pt x="17" y="84"/>
                  </a:lnTo>
                  <a:lnTo>
                    <a:pt x="13" y="4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2338" name="Freeform 74"/>
            <p:cNvSpPr>
              <a:spLocks/>
            </p:cNvSpPr>
            <p:nvPr/>
          </p:nvSpPr>
          <p:spPr bwMode="auto">
            <a:xfrm>
              <a:off x="1502" y="1751"/>
              <a:ext cx="50" cy="85"/>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2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1" y="2"/>
                  </a:lnTo>
                  <a:lnTo>
                    <a:pt x="196" y="8"/>
                  </a:lnTo>
                  <a:lnTo>
                    <a:pt x="171" y="19"/>
                  </a:lnTo>
                  <a:lnTo>
                    <a:pt x="150" y="34"/>
                  </a:lnTo>
                  <a:lnTo>
                    <a:pt x="128" y="52"/>
                  </a:lnTo>
                  <a:lnTo>
                    <a:pt x="108" y="74"/>
                  </a:lnTo>
                  <a:lnTo>
                    <a:pt x="89" y="98"/>
                  </a:lnTo>
                  <a:lnTo>
                    <a:pt x="73" y="125"/>
                  </a:lnTo>
                  <a:lnTo>
                    <a:pt x="55" y="156"/>
                  </a:lnTo>
                  <a:lnTo>
                    <a:pt x="41" y="189"/>
                  </a:lnTo>
                  <a:lnTo>
                    <a:pt x="30" y="223"/>
                  </a:lnTo>
                  <a:lnTo>
                    <a:pt x="19" y="261"/>
                  </a:lnTo>
                  <a:lnTo>
                    <a:pt x="11" y="299"/>
                  </a:lnTo>
                  <a:lnTo>
                    <a:pt x="5" y="339"/>
                  </a:lnTo>
                  <a:lnTo>
                    <a:pt x="2" y="382"/>
                  </a:lnTo>
                  <a:lnTo>
                    <a:pt x="0" y="424"/>
                  </a:lnTo>
                  <a:lnTo>
                    <a:pt x="12" y="424"/>
                  </a:lnTo>
                  <a:lnTo>
                    <a:pt x="13" y="382"/>
                  </a:lnTo>
                  <a:lnTo>
                    <a:pt x="17" y="341"/>
                  </a:lnTo>
                  <a:lnTo>
                    <a:pt x="23" y="301"/>
                  </a:lnTo>
                  <a:lnTo>
                    <a:pt x="31" y="264"/>
                  </a:lnTo>
                  <a:lnTo>
                    <a:pt x="41" y="227"/>
                  </a:lnTo>
                  <a:lnTo>
                    <a:pt x="53" y="193"/>
                  </a:lnTo>
                  <a:lnTo>
                    <a:pt x="67" y="161"/>
                  </a:lnTo>
                  <a:lnTo>
                    <a:pt x="82" y="132"/>
                  </a:lnTo>
                  <a:lnTo>
                    <a:pt x="99" y="105"/>
                  </a:lnTo>
                  <a:lnTo>
                    <a:pt x="117" y="81"/>
                  </a:lnTo>
                  <a:lnTo>
                    <a:pt x="137" y="61"/>
                  </a:lnTo>
                  <a:lnTo>
                    <a:pt x="157" y="43"/>
                  </a:lnTo>
                  <a:lnTo>
                    <a:pt x="178" y="30"/>
                  </a:lnTo>
                  <a:lnTo>
                    <a:pt x="201" y="20"/>
                  </a:lnTo>
                  <a:lnTo>
                    <a:pt x="223" y="14"/>
                  </a:lnTo>
                  <a:lnTo>
                    <a:pt x="246" y="12"/>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2339" name="Freeform 75"/>
            <p:cNvSpPr>
              <a:spLocks/>
            </p:cNvSpPr>
            <p:nvPr/>
          </p:nvSpPr>
          <p:spPr bwMode="auto">
            <a:xfrm>
              <a:off x="1565" y="2016"/>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0" y="339"/>
                  </a:lnTo>
                  <a:lnTo>
                    <a:pt x="234" y="299"/>
                  </a:lnTo>
                  <a:lnTo>
                    <a:pt x="226" y="261"/>
                  </a:lnTo>
                  <a:lnTo>
                    <a:pt x="216" y="223"/>
                  </a:lnTo>
                  <a:lnTo>
                    <a:pt x="204" y="189"/>
                  </a:lnTo>
                  <a:lnTo>
                    <a:pt x="190" y="156"/>
                  </a:lnTo>
                  <a:lnTo>
                    <a:pt x="174" y="125"/>
                  </a:lnTo>
                  <a:lnTo>
                    <a:pt x="156" y="98"/>
                  </a:lnTo>
                  <a:lnTo>
                    <a:pt x="138" y="74"/>
                  </a:lnTo>
                  <a:lnTo>
                    <a:pt x="118" y="51"/>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9" y="81"/>
                  </a:lnTo>
                  <a:lnTo>
                    <a:pt x="147" y="105"/>
                  </a:lnTo>
                  <a:lnTo>
                    <a:pt x="164" y="132"/>
                  </a:lnTo>
                  <a:lnTo>
                    <a:pt x="178" y="160"/>
                  </a:lnTo>
                  <a:lnTo>
                    <a:pt x="192" y="193"/>
                  </a:lnTo>
                  <a:lnTo>
                    <a:pt x="204" y="227"/>
                  </a:lnTo>
                  <a:lnTo>
                    <a:pt x="215" y="264"/>
                  </a:lnTo>
                  <a:lnTo>
                    <a:pt x="223" y="301"/>
                  </a:lnTo>
                  <a:lnTo>
                    <a:pt x="229"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2340" name="Freeform 76"/>
            <p:cNvSpPr>
              <a:spLocks/>
            </p:cNvSpPr>
            <p:nvPr/>
          </p:nvSpPr>
          <p:spPr bwMode="auto">
            <a:xfrm>
              <a:off x="1565" y="2101"/>
              <a:ext cx="49" cy="85"/>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6" y="423"/>
                  </a:lnTo>
                  <a:lnTo>
                    <a:pt x="51" y="418"/>
                  </a:lnTo>
                  <a:lnTo>
                    <a:pt x="74" y="407"/>
                  </a:lnTo>
                  <a:lnTo>
                    <a:pt x="96" y="392"/>
                  </a:lnTo>
                  <a:lnTo>
                    <a:pt x="118" y="373"/>
                  </a:lnTo>
                  <a:lnTo>
                    <a:pt x="138" y="351"/>
                  </a:lnTo>
                  <a:lnTo>
                    <a:pt x="156" y="327"/>
                  </a:lnTo>
                  <a:lnTo>
                    <a:pt x="175" y="299"/>
                  </a:lnTo>
                  <a:lnTo>
                    <a:pt x="190" y="269"/>
                  </a:lnTo>
                  <a:lnTo>
                    <a:pt x="204" y="236"/>
                  </a:lnTo>
                  <a:lnTo>
                    <a:pt x="216" y="202"/>
                  </a:lnTo>
                  <a:lnTo>
                    <a:pt x="226" y="164"/>
                  </a:lnTo>
                  <a:lnTo>
                    <a:pt x="234" y="126"/>
                  </a:lnTo>
                  <a:lnTo>
                    <a:pt x="240" y="86"/>
                  </a:lnTo>
                  <a:lnTo>
                    <a:pt x="244" y="42"/>
                  </a:lnTo>
                  <a:lnTo>
                    <a:pt x="245" y="0"/>
                  </a:lnTo>
                  <a:lnTo>
                    <a:pt x="233" y="0"/>
                  </a:lnTo>
                  <a:lnTo>
                    <a:pt x="232" y="42"/>
                  </a:lnTo>
                  <a:lnTo>
                    <a:pt x="229" y="83"/>
                  </a:lnTo>
                  <a:lnTo>
                    <a:pt x="223" y="123"/>
                  </a:lnTo>
                  <a:lnTo>
                    <a:pt x="215" y="162"/>
                  </a:lnTo>
                  <a:lnTo>
                    <a:pt x="204" y="197"/>
                  </a:lnTo>
                  <a:lnTo>
                    <a:pt x="192" y="231"/>
                  </a:lnTo>
                  <a:lnTo>
                    <a:pt x="178" y="264"/>
                  </a:lnTo>
                  <a:lnTo>
                    <a:pt x="163" y="292"/>
                  </a:lnTo>
                  <a:lnTo>
                    <a:pt x="147" y="320"/>
                  </a:lnTo>
                  <a:lnTo>
                    <a:pt x="129" y="344"/>
                  </a:lnTo>
                  <a:lnTo>
                    <a:pt x="109" y="364"/>
                  </a:lnTo>
                  <a:lnTo>
                    <a:pt x="89" y="382"/>
                  </a:lnTo>
                  <a:lnTo>
                    <a:pt x="67" y="395"/>
                  </a:lnTo>
                  <a:lnTo>
                    <a:pt x="46" y="406"/>
                  </a:lnTo>
                  <a:lnTo>
                    <a:pt x="24"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2341" name="Freeform 77"/>
            <p:cNvSpPr>
              <a:spLocks/>
            </p:cNvSpPr>
            <p:nvPr/>
          </p:nvSpPr>
          <p:spPr bwMode="auto">
            <a:xfrm>
              <a:off x="1516" y="2101"/>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5" y="86"/>
                  </a:lnTo>
                  <a:lnTo>
                    <a:pt x="11" y="126"/>
                  </a:lnTo>
                  <a:lnTo>
                    <a:pt x="19" y="164"/>
                  </a:lnTo>
                  <a:lnTo>
                    <a:pt x="30" y="202"/>
                  </a:lnTo>
                  <a:lnTo>
                    <a:pt x="41" y="236"/>
                  </a:lnTo>
                  <a:lnTo>
                    <a:pt x="55" y="269"/>
                  </a:lnTo>
                  <a:lnTo>
                    <a:pt x="71" y="299"/>
                  </a:lnTo>
                  <a:lnTo>
                    <a:pt x="89" y="327"/>
                  </a:lnTo>
                  <a:lnTo>
                    <a:pt x="107" y="351"/>
                  </a:lnTo>
                  <a:lnTo>
                    <a:pt x="127" y="373"/>
                  </a:lnTo>
                  <a:lnTo>
                    <a:pt x="149" y="392"/>
                  </a:lnTo>
                  <a:lnTo>
                    <a:pt x="171" y="407"/>
                  </a:lnTo>
                  <a:lnTo>
                    <a:pt x="195" y="418"/>
                  </a:lnTo>
                  <a:lnTo>
                    <a:pt x="219" y="423"/>
                  </a:lnTo>
                  <a:lnTo>
                    <a:pt x="245" y="426"/>
                  </a:lnTo>
                  <a:lnTo>
                    <a:pt x="245" y="414"/>
                  </a:lnTo>
                  <a:lnTo>
                    <a:pt x="222" y="412"/>
                  </a:lnTo>
                  <a:lnTo>
                    <a:pt x="199" y="406"/>
                  </a:lnTo>
                  <a:lnTo>
                    <a:pt x="178" y="395"/>
                  </a:lnTo>
                  <a:lnTo>
                    <a:pt x="156" y="382"/>
                  </a:lnTo>
                  <a:lnTo>
                    <a:pt x="136" y="364"/>
                  </a:lnTo>
                  <a:lnTo>
                    <a:pt x="116" y="344"/>
                  </a:lnTo>
                  <a:lnTo>
                    <a:pt x="99" y="320"/>
                  </a:lnTo>
                  <a:lnTo>
                    <a:pt x="82" y="292"/>
                  </a:lnTo>
                  <a:lnTo>
                    <a:pt x="67" y="264"/>
                  </a:lnTo>
                  <a:lnTo>
                    <a:pt x="53" y="231"/>
                  </a:lnTo>
                  <a:lnTo>
                    <a:pt x="41" y="197"/>
                  </a:lnTo>
                  <a:lnTo>
                    <a:pt x="31" y="162"/>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2342" name="Freeform 78"/>
            <p:cNvSpPr>
              <a:spLocks/>
            </p:cNvSpPr>
            <p:nvPr/>
          </p:nvSpPr>
          <p:spPr bwMode="auto">
            <a:xfrm>
              <a:off x="1516" y="2016"/>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5" y="8"/>
                  </a:lnTo>
                  <a:lnTo>
                    <a:pt x="171" y="19"/>
                  </a:lnTo>
                  <a:lnTo>
                    <a:pt x="149" y="34"/>
                  </a:lnTo>
                  <a:lnTo>
                    <a:pt x="127" y="51"/>
                  </a:lnTo>
                  <a:lnTo>
                    <a:pt x="107" y="74"/>
                  </a:lnTo>
                  <a:lnTo>
                    <a:pt x="89" y="98"/>
                  </a:lnTo>
                  <a:lnTo>
                    <a:pt x="72" y="125"/>
                  </a:lnTo>
                  <a:lnTo>
                    <a:pt x="55" y="156"/>
                  </a:lnTo>
                  <a:lnTo>
                    <a:pt x="41" y="189"/>
                  </a:lnTo>
                  <a:lnTo>
                    <a:pt x="30" y="223"/>
                  </a:lnTo>
                  <a:lnTo>
                    <a:pt x="19" y="261"/>
                  </a:lnTo>
                  <a:lnTo>
                    <a:pt x="11" y="299"/>
                  </a:lnTo>
                  <a:lnTo>
                    <a:pt x="5" y="339"/>
                  </a:lnTo>
                  <a:lnTo>
                    <a:pt x="1" y="382"/>
                  </a:lnTo>
                  <a:lnTo>
                    <a:pt x="0" y="424"/>
                  </a:lnTo>
                  <a:lnTo>
                    <a:pt x="12" y="424"/>
                  </a:lnTo>
                  <a:lnTo>
                    <a:pt x="13" y="382"/>
                  </a:lnTo>
                  <a:lnTo>
                    <a:pt x="17" y="341"/>
                  </a:lnTo>
                  <a:lnTo>
                    <a:pt x="23" y="301"/>
                  </a:lnTo>
                  <a:lnTo>
                    <a:pt x="31" y="264"/>
                  </a:lnTo>
                  <a:lnTo>
                    <a:pt x="41" y="227"/>
                  </a:lnTo>
                  <a:lnTo>
                    <a:pt x="53" y="193"/>
                  </a:lnTo>
                  <a:lnTo>
                    <a:pt x="67" y="160"/>
                  </a:lnTo>
                  <a:lnTo>
                    <a:pt x="81" y="132"/>
                  </a:lnTo>
                  <a:lnTo>
                    <a:pt x="99" y="105"/>
                  </a:lnTo>
                  <a:lnTo>
                    <a:pt x="116" y="81"/>
                  </a:lnTo>
                  <a:lnTo>
                    <a:pt x="136" y="61"/>
                  </a:lnTo>
                  <a:lnTo>
                    <a:pt x="156" y="43"/>
                  </a:lnTo>
                  <a:lnTo>
                    <a:pt x="178" y="30"/>
                  </a:lnTo>
                  <a:lnTo>
                    <a:pt x="199" y="20"/>
                  </a:lnTo>
                  <a:lnTo>
                    <a:pt x="222"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grpSp>
        <p:nvGrpSpPr>
          <p:cNvPr id="182282" name="Group 79"/>
          <p:cNvGrpSpPr>
            <a:grpSpLocks/>
          </p:cNvGrpSpPr>
          <p:nvPr/>
        </p:nvGrpSpPr>
        <p:grpSpPr bwMode="auto">
          <a:xfrm rot="-223274">
            <a:off x="1995488" y="2768600"/>
            <a:ext cx="744537" cy="733425"/>
            <a:chOff x="2757" y="1666"/>
            <a:chExt cx="812" cy="800"/>
          </a:xfrm>
        </p:grpSpPr>
        <p:sp>
          <p:nvSpPr>
            <p:cNvPr id="182286" name="Freeform 80"/>
            <p:cNvSpPr>
              <a:spLocks/>
            </p:cNvSpPr>
            <p:nvPr/>
          </p:nvSpPr>
          <p:spPr bwMode="auto">
            <a:xfrm>
              <a:off x="2762" y="1667"/>
              <a:ext cx="807" cy="584"/>
            </a:xfrm>
            <a:custGeom>
              <a:avLst/>
              <a:gdLst>
                <a:gd name="T0" fmla="*/ 497 w 807"/>
                <a:gd name="T1" fmla="*/ 583 h 584"/>
                <a:gd name="T2" fmla="*/ 0 w 807"/>
                <a:gd name="T3" fmla="*/ 452 h 584"/>
                <a:gd name="T4" fmla="*/ 337 w 807"/>
                <a:gd name="T5" fmla="*/ 0 h 584"/>
                <a:gd name="T6" fmla="*/ 806 w 807"/>
                <a:gd name="T7" fmla="*/ 98 h 584"/>
                <a:gd name="T8" fmla="*/ 497 w 807"/>
                <a:gd name="T9" fmla="*/ 583 h 584"/>
                <a:gd name="T10" fmla="*/ 0 60000 65536"/>
                <a:gd name="T11" fmla="*/ 0 60000 65536"/>
                <a:gd name="T12" fmla="*/ 0 60000 65536"/>
                <a:gd name="T13" fmla="*/ 0 60000 65536"/>
                <a:gd name="T14" fmla="*/ 0 60000 65536"/>
                <a:gd name="T15" fmla="*/ 0 w 807"/>
                <a:gd name="T16" fmla="*/ 0 h 584"/>
                <a:gd name="T17" fmla="*/ 807 w 807"/>
                <a:gd name="T18" fmla="*/ 584 h 584"/>
              </a:gdLst>
              <a:ahLst/>
              <a:cxnLst>
                <a:cxn ang="T10">
                  <a:pos x="T0" y="T1"/>
                </a:cxn>
                <a:cxn ang="T11">
                  <a:pos x="T2" y="T3"/>
                </a:cxn>
                <a:cxn ang="T12">
                  <a:pos x="T4" y="T5"/>
                </a:cxn>
                <a:cxn ang="T13">
                  <a:pos x="T6" y="T7"/>
                </a:cxn>
                <a:cxn ang="T14">
                  <a:pos x="T8" y="T9"/>
                </a:cxn>
              </a:cxnLst>
              <a:rect l="T15" t="T16" r="T17" b="T18"/>
              <a:pathLst>
                <a:path w="807" h="584">
                  <a:moveTo>
                    <a:pt x="497" y="583"/>
                  </a:moveTo>
                  <a:lnTo>
                    <a:pt x="0" y="452"/>
                  </a:lnTo>
                  <a:lnTo>
                    <a:pt x="337" y="0"/>
                  </a:lnTo>
                  <a:lnTo>
                    <a:pt x="806" y="98"/>
                  </a:lnTo>
                  <a:lnTo>
                    <a:pt x="497" y="583"/>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182287" name="Freeform 81"/>
            <p:cNvSpPr>
              <a:spLocks/>
            </p:cNvSpPr>
            <p:nvPr/>
          </p:nvSpPr>
          <p:spPr bwMode="auto">
            <a:xfrm>
              <a:off x="2882" y="1861"/>
              <a:ext cx="578" cy="384"/>
            </a:xfrm>
            <a:custGeom>
              <a:avLst/>
              <a:gdLst>
                <a:gd name="T0" fmla="*/ 377 w 578"/>
                <a:gd name="T1" fmla="*/ 383 h 384"/>
                <a:gd name="T2" fmla="*/ 0 w 578"/>
                <a:gd name="T3" fmla="*/ 291 h 384"/>
                <a:gd name="T4" fmla="*/ 217 w 578"/>
                <a:gd name="T5" fmla="*/ 0 h 384"/>
                <a:gd name="T6" fmla="*/ 577 w 578"/>
                <a:gd name="T7" fmla="*/ 74 h 384"/>
                <a:gd name="T8" fmla="*/ 377 w 578"/>
                <a:gd name="T9" fmla="*/ 383 h 384"/>
                <a:gd name="T10" fmla="*/ 0 60000 65536"/>
                <a:gd name="T11" fmla="*/ 0 60000 65536"/>
                <a:gd name="T12" fmla="*/ 0 60000 65536"/>
                <a:gd name="T13" fmla="*/ 0 60000 65536"/>
                <a:gd name="T14" fmla="*/ 0 60000 65536"/>
                <a:gd name="T15" fmla="*/ 0 w 578"/>
                <a:gd name="T16" fmla="*/ 0 h 384"/>
                <a:gd name="T17" fmla="*/ 578 w 578"/>
                <a:gd name="T18" fmla="*/ 384 h 384"/>
              </a:gdLst>
              <a:ahLst/>
              <a:cxnLst>
                <a:cxn ang="T10">
                  <a:pos x="T0" y="T1"/>
                </a:cxn>
                <a:cxn ang="T11">
                  <a:pos x="T2" y="T3"/>
                </a:cxn>
                <a:cxn ang="T12">
                  <a:pos x="T4" y="T5"/>
                </a:cxn>
                <a:cxn ang="T13">
                  <a:pos x="T6" y="T7"/>
                </a:cxn>
                <a:cxn ang="T14">
                  <a:pos x="T8" y="T9"/>
                </a:cxn>
              </a:cxnLst>
              <a:rect l="T15" t="T16" r="T17" b="T18"/>
              <a:pathLst>
                <a:path w="578" h="384">
                  <a:moveTo>
                    <a:pt x="377" y="383"/>
                  </a:moveTo>
                  <a:lnTo>
                    <a:pt x="0" y="291"/>
                  </a:lnTo>
                  <a:lnTo>
                    <a:pt x="217" y="0"/>
                  </a:lnTo>
                  <a:lnTo>
                    <a:pt x="577" y="74"/>
                  </a:lnTo>
                  <a:lnTo>
                    <a:pt x="377" y="383"/>
                  </a:lnTo>
                </a:path>
              </a:pathLst>
            </a:custGeom>
            <a:solidFill>
              <a:srgbClr val="E22B00"/>
            </a:solidFill>
            <a:ln>
              <a:noFill/>
            </a:ln>
            <a:extLst>
              <a:ext uri="{91240B29-F687-4F45-9708-019B960494DF}">
                <a14:hiddenLine xmlns:a14="http://schemas.microsoft.com/office/drawing/2010/main" w="12700" cap="rnd" cmpd="sng">
                  <a:solidFill>
                    <a:srgbClr val="000000"/>
                  </a:solidFill>
                  <a:prstDash val="solid"/>
                  <a:round/>
                  <a:headEnd type="none" w="med" len="med"/>
                  <a:tailEnd type="none" w="med" len="med"/>
                </a14:hiddenLine>
              </a:ext>
            </a:extLst>
          </p:spPr>
          <p:txBody>
            <a:bodyPr/>
            <a:lstStyle/>
            <a:p>
              <a:endParaRPr lang="fr-FR"/>
            </a:p>
          </p:txBody>
        </p:sp>
        <p:sp>
          <p:nvSpPr>
            <p:cNvPr id="182288" name="Line 82"/>
            <p:cNvSpPr>
              <a:spLocks noChangeShapeType="1"/>
            </p:cNvSpPr>
            <p:nvPr/>
          </p:nvSpPr>
          <p:spPr bwMode="auto">
            <a:xfrm>
              <a:off x="3102" y="1862"/>
              <a:ext cx="352" cy="7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fr-FR"/>
            </a:p>
          </p:txBody>
        </p:sp>
        <p:sp>
          <p:nvSpPr>
            <p:cNvPr id="182289" name="Freeform 83"/>
            <p:cNvSpPr>
              <a:spLocks/>
            </p:cNvSpPr>
            <p:nvPr/>
          </p:nvSpPr>
          <p:spPr bwMode="auto">
            <a:xfrm>
              <a:off x="2762" y="1666"/>
              <a:ext cx="337" cy="485"/>
            </a:xfrm>
            <a:custGeom>
              <a:avLst/>
              <a:gdLst>
                <a:gd name="T0" fmla="*/ 336 w 337"/>
                <a:gd name="T1" fmla="*/ 194 h 485"/>
                <a:gd name="T2" fmla="*/ 118 w 337"/>
                <a:gd name="T3" fmla="*/ 484 h 485"/>
                <a:gd name="T4" fmla="*/ 0 w 337"/>
                <a:gd name="T5" fmla="*/ 452 h 485"/>
                <a:gd name="T6" fmla="*/ 336 w 337"/>
                <a:gd name="T7" fmla="*/ 0 h 485"/>
                <a:gd name="T8" fmla="*/ 336 w 337"/>
                <a:gd name="T9" fmla="*/ 152 h 485"/>
                <a:gd name="T10" fmla="*/ 336 w 337"/>
                <a:gd name="T11" fmla="*/ 194 h 485"/>
                <a:gd name="T12" fmla="*/ 0 60000 65536"/>
                <a:gd name="T13" fmla="*/ 0 60000 65536"/>
                <a:gd name="T14" fmla="*/ 0 60000 65536"/>
                <a:gd name="T15" fmla="*/ 0 60000 65536"/>
                <a:gd name="T16" fmla="*/ 0 60000 65536"/>
                <a:gd name="T17" fmla="*/ 0 60000 65536"/>
                <a:gd name="T18" fmla="*/ 0 w 337"/>
                <a:gd name="T19" fmla="*/ 0 h 485"/>
                <a:gd name="T20" fmla="*/ 337 w 337"/>
                <a:gd name="T21" fmla="*/ 485 h 485"/>
              </a:gdLst>
              <a:ahLst/>
              <a:cxnLst>
                <a:cxn ang="T12">
                  <a:pos x="T0" y="T1"/>
                </a:cxn>
                <a:cxn ang="T13">
                  <a:pos x="T2" y="T3"/>
                </a:cxn>
                <a:cxn ang="T14">
                  <a:pos x="T4" y="T5"/>
                </a:cxn>
                <a:cxn ang="T15">
                  <a:pos x="T6" y="T7"/>
                </a:cxn>
                <a:cxn ang="T16">
                  <a:pos x="T8" y="T9"/>
                </a:cxn>
                <a:cxn ang="T17">
                  <a:pos x="T10" y="T11"/>
                </a:cxn>
              </a:cxnLst>
              <a:rect l="T18" t="T19" r="T20" b="T21"/>
              <a:pathLst>
                <a:path w="337" h="485">
                  <a:moveTo>
                    <a:pt x="336" y="194"/>
                  </a:moveTo>
                  <a:lnTo>
                    <a:pt x="118" y="484"/>
                  </a:lnTo>
                  <a:lnTo>
                    <a:pt x="0" y="452"/>
                  </a:lnTo>
                  <a:lnTo>
                    <a:pt x="336" y="0"/>
                  </a:lnTo>
                  <a:lnTo>
                    <a:pt x="336" y="152"/>
                  </a:lnTo>
                  <a:lnTo>
                    <a:pt x="336" y="194"/>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182290" name="Freeform 84"/>
            <p:cNvSpPr>
              <a:spLocks/>
            </p:cNvSpPr>
            <p:nvPr/>
          </p:nvSpPr>
          <p:spPr bwMode="auto">
            <a:xfrm>
              <a:off x="2757" y="2124"/>
              <a:ext cx="509" cy="339"/>
            </a:xfrm>
            <a:custGeom>
              <a:avLst/>
              <a:gdLst>
                <a:gd name="T0" fmla="*/ 0 w 506"/>
                <a:gd name="T1" fmla="*/ 0 h 345"/>
                <a:gd name="T2" fmla="*/ 1 w 506"/>
                <a:gd name="T3" fmla="*/ 198 h 345"/>
                <a:gd name="T4" fmla="*/ 514 w 506"/>
                <a:gd name="T5" fmla="*/ 326 h 345"/>
                <a:gd name="T6" fmla="*/ 513 w 506"/>
                <a:gd name="T7" fmla="*/ 124 h 345"/>
                <a:gd name="T8" fmla="*/ 0 60000 65536"/>
                <a:gd name="T9" fmla="*/ 0 60000 65536"/>
                <a:gd name="T10" fmla="*/ 0 60000 65536"/>
                <a:gd name="T11" fmla="*/ 0 60000 65536"/>
                <a:gd name="T12" fmla="*/ 0 w 506"/>
                <a:gd name="T13" fmla="*/ 0 h 345"/>
                <a:gd name="T14" fmla="*/ 506 w 506"/>
                <a:gd name="T15" fmla="*/ 345 h 345"/>
              </a:gdLst>
              <a:ahLst/>
              <a:cxnLst>
                <a:cxn ang="T8">
                  <a:pos x="T0" y="T1"/>
                </a:cxn>
                <a:cxn ang="T9">
                  <a:pos x="T2" y="T3"/>
                </a:cxn>
                <a:cxn ang="T10">
                  <a:pos x="T4" y="T5"/>
                </a:cxn>
                <a:cxn ang="T11">
                  <a:pos x="T6" y="T7"/>
                </a:cxn>
              </a:cxnLst>
              <a:rect l="T12" t="T13" r="T14" b="T15"/>
              <a:pathLst>
                <a:path w="506" h="345">
                  <a:moveTo>
                    <a:pt x="0" y="0"/>
                  </a:moveTo>
                  <a:lnTo>
                    <a:pt x="1" y="209"/>
                  </a:lnTo>
                  <a:lnTo>
                    <a:pt x="505" y="344"/>
                  </a:lnTo>
                  <a:lnTo>
                    <a:pt x="504" y="130"/>
                  </a:lnTo>
                </a:path>
              </a:pathLst>
            </a:custGeom>
            <a:solidFill>
              <a:srgbClr val="FC2C1C"/>
            </a:solidFill>
            <a:ln w="12700" cap="rnd" cmpd="sng">
              <a:solidFill>
                <a:schemeClr val="bg2"/>
              </a:solidFill>
              <a:prstDash val="solid"/>
              <a:round/>
              <a:headEnd type="none" w="med" len="med"/>
              <a:tailEnd type="none" w="med" len="med"/>
            </a:ln>
          </p:spPr>
          <p:txBody>
            <a:bodyPr/>
            <a:lstStyle/>
            <a:p>
              <a:endParaRPr lang="fr-FR"/>
            </a:p>
          </p:txBody>
        </p:sp>
        <p:sp>
          <p:nvSpPr>
            <p:cNvPr id="182291" name="AutoShape 85"/>
            <p:cNvSpPr>
              <a:spLocks noChangeArrowheads="1"/>
            </p:cNvSpPr>
            <p:nvPr/>
          </p:nvSpPr>
          <p:spPr bwMode="auto">
            <a:xfrm rot="16200000" flipH="1">
              <a:off x="3067" y="1967"/>
              <a:ext cx="693" cy="306"/>
            </a:xfrm>
            <a:prstGeom prst="parallelogram">
              <a:avLst>
                <a:gd name="adj" fmla="val 156202"/>
              </a:avLst>
            </a:prstGeom>
            <a:solidFill>
              <a:srgbClr val="FC2C1C"/>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sp>
        <p:nvSpPr>
          <p:cNvPr id="182283" name="Text Box 86"/>
          <p:cNvSpPr txBox="1">
            <a:spLocks noChangeArrowheads="1"/>
          </p:cNvSpPr>
          <p:nvPr/>
        </p:nvSpPr>
        <p:spPr bwMode="auto">
          <a:xfrm>
            <a:off x="604838" y="5259388"/>
            <a:ext cx="6543675" cy="4429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eaLnBrk="1" hangingPunct="1">
              <a:spcBef>
                <a:spcPct val="0"/>
              </a:spcBef>
              <a:buFontTx/>
              <a:buNone/>
            </a:pPr>
            <a:r>
              <a:rPr lang="fr-FR" altLang="fr-FR" sz="2300"/>
              <a:t>4. Pointez la production sur votre feuille de suivi</a:t>
            </a:r>
          </a:p>
        </p:txBody>
      </p:sp>
      <p:sp>
        <p:nvSpPr>
          <p:cNvPr id="182284" name="Text Box 87"/>
          <p:cNvSpPr txBox="1">
            <a:spLocks noChangeArrowheads="1"/>
          </p:cNvSpPr>
          <p:nvPr/>
        </p:nvSpPr>
        <p:spPr bwMode="auto">
          <a:xfrm>
            <a:off x="3805238" y="3492500"/>
            <a:ext cx="2312987"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a:spcBef>
                <a:spcPct val="0"/>
              </a:spcBef>
              <a:buFontTx/>
              <a:buNone/>
            </a:pPr>
            <a:r>
              <a:rPr lang="fr-FR" altLang="fr-FR" sz="2400">
                <a:solidFill>
                  <a:srgbClr val="FC2C1C"/>
                </a:solidFill>
              </a:rPr>
              <a:t>1 Couronne</a:t>
            </a:r>
          </a:p>
        </p:txBody>
      </p:sp>
      <p:sp>
        <p:nvSpPr>
          <p:cNvPr id="182285" name="Oval 88"/>
          <p:cNvSpPr>
            <a:spLocks noChangeArrowheads="1"/>
          </p:cNvSpPr>
          <p:nvPr/>
        </p:nvSpPr>
        <p:spPr bwMode="auto">
          <a:xfrm rot="-5400000">
            <a:off x="4715669" y="2929731"/>
            <a:ext cx="336550" cy="312738"/>
          </a:xfrm>
          <a:prstGeom prst="ellipse">
            <a:avLst/>
          </a:prstGeom>
          <a:solidFill>
            <a:schemeClr val="bg1"/>
          </a:solidFill>
          <a:ln w="9525">
            <a:solidFill>
              <a:schemeClr val="tx1"/>
            </a:solidFill>
            <a:round/>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83299" name="Group 3"/>
          <p:cNvGrpSpPr>
            <a:grpSpLocks/>
          </p:cNvGrpSpPr>
          <p:nvPr/>
        </p:nvGrpSpPr>
        <p:grpSpPr bwMode="auto">
          <a:xfrm>
            <a:off x="7073900" y="215900"/>
            <a:ext cx="1878013" cy="1250950"/>
            <a:chOff x="4456" y="136"/>
            <a:chExt cx="1183" cy="788"/>
          </a:xfrm>
        </p:grpSpPr>
        <p:grpSp>
          <p:nvGrpSpPr>
            <p:cNvPr id="183365" name="Group 4"/>
            <p:cNvGrpSpPr>
              <a:grpSpLocks/>
            </p:cNvGrpSpPr>
            <p:nvPr/>
          </p:nvGrpSpPr>
          <p:grpSpPr bwMode="auto">
            <a:xfrm>
              <a:off x="4766" y="232"/>
              <a:ext cx="873" cy="692"/>
              <a:chOff x="2185" y="310"/>
              <a:chExt cx="873" cy="692"/>
            </a:xfrm>
          </p:grpSpPr>
          <p:sp>
            <p:nvSpPr>
              <p:cNvPr id="183376" name="Freeform 5"/>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accent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3377" name="Freeform 6"/>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3378" name="Freeform 7"/>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3379" name="Freeform 8"/>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3380" name="Freeform 9"/>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3381" name="Freeform 10"/>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3382" name="Freeform 11"/>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grpSp>
          <p:nvGrpSpPr>
            <p:cNvPr id="183366" name="Group 12"/>
            <p:cNvGrpSpPr>
              <a:grpSpLocks/>
            </p:cNvGrpSpPr>
            <p:nvPr/>
          </p:nvGrpSpPr>
          <p:grpSpPr bwMode="auto">
            <a:xfrm>
              <a:off x="4949" y="336"/>
              <a:ext cx="591" cy="468"/>
              <a:chOff x="2185" y="310"/>
              <a:chExt cx="873" cy="692"/>
            </a:xfrm>
          </p:grpSpPr>
          <p:sp>
            <p:nvSpPr>
              <p:cNvPr id="183369" name="Freeform 13"/>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3370" name="Freeform 14"/>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3371" name="Freeform 15"/>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3372" name="Freeform 16"/>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3373" name="Freeform 17"/>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3374" name="Freeform 18"/>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3375" name="Freeform 19"/>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pic>
          <p:nvPicPr>
            <p:cNvPr id="183367" name="Picture 20"/>
            <p:cNvPicPr>
              <a:picLocks noChangeAspect="1" noChangeArrowheads="1"/>
            </p:cNvPicPr>
            <p:nvPr/>
          </p:nvPicPr>
          <p:blipFill>
            <a:blip r:embed="rId3" cstate="print">
              <a:extLst>
                <a:ext uri="{28A0092B-C50C-407E-A947-70E740481C1C}">
                  <a14:useLocalDpi xmlns:a14="http://schemas.microsoft.com/office/drawing/2010/main" val="0"/>
                </a:ext>
              </a:extLst>
            </a:blip>
            <a:srcRect l="-4282" t="-4369" r="-5199" b="-12012"/>
            <a:stretch>
              <a:fillRect/>
            </a:stretch>
          </p:blipFill>
          <p:spPr bwMode="auto">
            <a:xfrm>
              <a:off x="4456" y="136"/>
              <a:ext cx="480" cy="5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83368" name="Text Box 21"/>
            <p:cNvSpPr txBox="1">
              <a:spLocks noChangeArrowheads="1"/>
            </p:cNvSpPr>
            <p:nvPr/>
          </p:nvSpPr>
          <p:spPr bwMode="auto">
            <a:xfrm>
              <a:off x="5066" y="314"/>
              <a:ext cx="356" cy="49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4500" b="1">
                  <a:solidFill>
                    <a:srgbClr val="FF0000"/>
                  </a:solidFill>
                  <a:latin typeface="Arial Black" pitchFamily="34" charset="0"/>
                </a:rPr>
                <a:t>6</a:t>
              </a:r>
              <a:endParaRPr lang="fr-FR" altLang="fr-FR" sz="3200">
                <a:solidFill>
                  <a:schemeClr val="tx1"/>
                </a:solidFill>
                <a:latin typeface="Arial Black" pitchFamily="34" charset="0"/>
              </a:endParaRPr>
            </a:p>
          </p:txBody>
        </p:sp>
      </p:grpSp>
      <p:sp>
        <p:nvSpPr>
          <p:cNvPr id="183300" name="Text Box 22"/>
          <p:cNvSpPr txBox="1">
            <a:spLocks noChangeArrowheads="1"/>
          </p:cNvSpPr>
          <p:nvPr/>
        </p:nvSpPr>
        <p:spPr bwMode="auto">
          <a:xfrm>
            <a:off x="1938338" y="3533775"/>
            <a:ext cx="828675"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a:spcBef>
                <a:spcPct val="0"/>
              </a:spcBef>
              <a:buFontTx/>
              <a:buNone/>
            </a:pPr>
            <a:r>
              <a:rPr lang="fr-FR" altLang="fr-FR" sz="2400">
                <a:solidFill>
                  <a:srgbClr val="FC2C1C"/>
                </a:solidFill>
              </a:rPr>
              <a:t>1 R4</a:t>
            </a:r>
          </a:p>
        </p:txBody>
      </p:sp>
      <p:sp>
        <p:nvSpPr>
          <p:cNvPr id="183301" name="Rectangle 23"/>
          <p:cNvSpPr>
            <a:spLocks noGrp="1" noChangeArrowheads="1"/>
          </p:cNvSpPr>
          <p:nvPr>
            <p:ph type="title"/>
          </p:nvPr>
        </p:nvSpPr>
        <p:spPr>
          <a:xfrm>
            <a:off x="611188" y="0"/>
            <a:ext cx="6388100" cy="647700"/>
          </a:xfrm>
        </p:spPr>
        <p:txBody>
          <a:bodyPr/>
          <a:lstStyle/>
          <a:p>
            <a:pPr eaLnBrk="1" hangingPunct="1"/>
            <a:r>
              <a:rPr lang="fr-FR" altLang="fr-FR"/>
              <a:t>Sem. 4 - Lundi</a:t>
            </a:r>
          </a:p>
        </p:txBody>
      </p:sp>
      <p:sp>
        <p:nvSpPr>
          <p:cNvPr id="183302" name="Text Box 24"/>
          <p:cNvSpPr txBox="1">
            <a:spLocks noChangeArrowheads="1"/>
          </p:cNvSpPr>
          <p:nvPr/>
        </p:nvSpPr>
        <p:spPr bwMode="auto">
          <a:xfrm>
            <a:off x="574675" y="2030413"/>
            <a:ext cx="3557588"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2. Livrez les commandes</a:t>
            </a:r>
          </a:p>
        </p:txBody>
      </p:sp>
      <p:sp>
        <p:nvSpPr>
          <p:cNvPr id="183303" name="Text Box 25"/>
          <p:cNvSpPr txBox="1">
            <a:spLocks noChangeArrowheads="1"/>
          </p:cNvSpPr>
          <p:nvPr/>
        </p:nvSpPr>
        <p:spPr bwMode="auto">
          <a:xfrm>
            <a:off x="566738" y="1154113"/>
            <a:ext cx="1946275"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1. Tirez le dé</a:t>
            </a:r>
          </a:p>
        </p:txBody>
      </p:sp>
      <p:sp>
        <p:nvSpPr>
          <p:cNvPr id="183304" name="Text Box 26"/>
          <p:cNvSpPr txBox="1">
            <a:spLocks noChangeArrowheads="1"/>
          </p:cNvSpPr>
          <p:nvPr/>
        </p:nvSpPr>
        <p:spPr bwMode="auto">
          <a:xfrm>
            <a:off x="579438" y="4316413"/>
            <a:ext cx="18796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3. Produisez</a:t>
            </a:r>
          </a:p>
        </p:txBody>
      </p:sp>
      <p:grpSp>
        <p:nvGrpSpPr>
          <p:cNvPr id="183305" name="Group 27"/>
          <p:cNvGrpSpPr>
            <a:grpSpLocks/>
          </p:cNvGrpSpPr>
          <p:nvPr/>
        </p:nvGrpSpPr>
        <p:grpSpPr bwMode="auto">
          <a:xfrm>
            <a:off x="2843213" y="1106488"/>
            <a:ext cx="446087" cy="534987"/>
            <a:chOff x="868" y="1439"/>
            <a:chExt cx="811" cy="972"/>
          </a:xfrm>
        </p:grpSpPr>
        <p:sp>
          <p:nvSpPr>
            <p:cNvPr id="183314" name="Freeform 28"/>
            <p:cNvSpPr>
              <a:spLocks/>
            </p:cNvSpPr>
            <p:nvPr/>
          </p:nvSpPr>
          <p:spPr bwMode="auto">
            <a:xfrm>
              <a:off x="1548" y="2014"/>
              <a:ext cx="123" cy="100"/>
            </a:xfrm>
            <a:custGeom>
              <a:avLst/>
              <a:gdLst>
                <a:gd name="T0" fmla="*/ 5 w 618"/>
                <a:gd name="T1" fmla="*/ 0 h 502"/>
                <a:gd name="T2" fmla="*/ 5 w 618"/>
                <a:gd name="T3" fmla="*/ 0 h 502"/>
                <a:gd name="T4" fmla="*/ 0 w 618"/>
                <a:gd name="T5" fmla="*/ 4 h 502"/>
                <a:gd name="T6" fmla="*/ 0 w 618"/>
                <a:gd name="T7" fmla="*/ 4 h 502"/>
                <a:gd name="T8" fmla="*/ 5 w 618"/>
                <a:gd name="T9" fmla="*/ 0 h 502"/>
                <a:gd name="T10" fmla="*/ 5 w 618"/>
                <a:gd name="T11" fmla="*/ 0 h 502"/>
                <a:gd name="T12" fmla="*/ 5 w 618"/>
                <a:gd name="T13" fmla="*/ 0 h 502"/>
                <a:gd name="T14" fmla="*/ 5 w 618"/>
                <a:gd name="T15" fmla="*/ 0 h 502"/>
                <a:gd name="T16" fmla="*/ 5 w 618"/>
                <a:gd name="T17" fmla="*/ 0 h 502"/>
                <a:gd name="T18" fmla="*/ 5 w 618"/>
                <a:gd name="T19" fmla="*/ 0 h 502"/>
                <a:gd name="T20" fmla="*/ 5 w 618"/>
                <a:gd name="T21" fmla="*/ 0 h 502"/>
                <a:gd name="T22" fmla="*/ 5 w 618"/>
                <a:gd name="T23" fmla="*/ 0 h 502"/>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618"/>
                <a:gd name="T37" fmla="*/ 0 h 502"/>
                <a:gd name="T38" fmla="*/ 618 w 618"/>
                <a:gd name="T39" fmla="*/ 502 h 502"/>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618" h="502">
                  <a:moveTo>
                    <a:pt x="611" y="0"/>
                  </a:moveTo>
                  <a:lnTo>
                    <a:pt x="606" y="2"/>
                  </a:lnTo>
                  <a:lnTo>
                    <a:pt x="0" y="490"/>
                  </a:lnTo>
                  <a:lnTo>
                    <a:pt x="10" y="502"/>
                  </a:lnTo>
                  <a:lnTo>
                    <a:pt x="616" y="14"/>
                  </a:lnTo>
                  <a:lnTo>
                    <a:pt x="611" y="16"/>
                  </a:lnTo>
                  <a:lnTo>
                    <a:pt x="616" y="14"/>
                  </a:lnTo>
                  <a:lnTo>
                    <a:pt x="618" y="9"/>
                  </a:lnTo>
                  <a:lnTo>
                    <a:pt x="617" y="3"/>
                  </a:lnTo>
                  <a:lnTo>
                    <a:pt x="612" y="1"/>
                  </a:lnTo>
                  <a:lnTo>
                    <a:pt x="606" y="2"/>
                  </a:lnTo>
                  <a:lnTo>
                    <a:pt x="611"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3315" name="Freeform 29"/>
            <p:cNvSpPr>
              <a:spLocks/>
            </p:cNvSpPr>
            <p:nvPr/>
          </p:nvSpPr>
          <p:spPr bwMode="auto">
            <a:xfrm>
              <a:off x="876" y="1852"/>
              <a:ext cx="82" cy="373"/>
            </a:xfrm>
            <a:custGeom>
              <a:avLst/>
              <a:gdLst>
                <a:gd name="T0" fmla="*/ 3 w 413"/>
                <a:gd name="T1" fmla="*/ 15 h 1865"/>
                <a:gd name="T2" fmla="*/ 3 w 413"/>
                <a:gd name="T3" fmla="*/ 15 h 1865"/>
                <a:gd name="T4" fmla="*/ 0 w 413"/>
                <a:gd name="T5" fmla="*/ 0 h 1865"/>
                <a:gd name="T6" fmla="*/ 0 w 413"/>
                <a:gd name="T7" fmla="*/ 0 h 1865"/>
                <a:gd name="T8" fmla="*/ 3 w 413"/>
                <a:gd name="T9" fmla="*/ 15 h 1865"/>
                <a:gd name="T10" fmla="*/ 3 w 413"/>
                <a:gd name="T11" fmla="*/ 15 h 1865"/>
                <a:gd name="T12" fmla="*/ 3 w 413"/>
                <a:gd name="T13" fmla="*/ 15 h 1865"/>
                <a:gd name="T14" fmla="*/ 3 w 413"/>
                <a:gd name="T15" fmla="*/ 15 h 1865"/>
                <a:gd name="T16" fmla="*/ 3 w 413"/>
                <a:gd name="T17" fmla="*/ 15 h 1865"/>
                <a:gd name="T18" fmla="*/ 3 w 413"/>
                <a:gd name="T19" fmla="*/ 15 h 1865"/>
                <a:gd name="T20" fmla="*/ 3 w 413"/>
                <a:gd name="T21" fmla="*/ 15 h 1865"/>
                <a:gd name="T22" fmla="*/ 3 w 413"/>
                <a:gd name="T23" fmla="*/ 15 h 186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413"/>
                <a:gd name="T37" fmla="*/ 0 h 1865"/>
                <a:gd name="T38" fmla="*/ 413 w 413"/>
                <a:gd name="T39" fmla="*/ 1865 h 1865"/>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413" h="1865">
                  <a:moveTo>
                    <a:pt x="400" y="1864"/>
                  </a:moveTo>
                  <a:lnTo>
                    <a:pt x="413" y="1856"/>
                  </a:lnTo>
                  <a:lnTo>
                    <a:pt x="17" y="0"/>
                  </a:lnTo>
                  <a:lnTo>
                    <a:pt x="0" y="2"/>
                  </a:lnTo>
                  <a:lnTo>
                    <a:pt x="396" y="1858"/>
                  </a:lnTo>
                  <a:lnTo>
                    <a:pt x="409" y="1850"/>
                  </a:lnTo>
                  <a:lnTo>
                    <a:pt x="396" y="1858"/>
                  </a:lnTo>
                  <a:lnTo>
                    <a:pt x="400" y="1864"/>
                  </a:lnTo>
                  <a:lnTo>
                    <a:pt x="406" y="1865"/>
                  </a:lnTo>
                  <a:lnTo>
                    <a:pt x="410" y="1862"/>
                  </a:lnTo>
                  <a:lnTo>
                    <a:pt x="413" y="1856"/>
                  </a:lnTo>
                  <a:lnTo>
                    <a:pt x="400" y="186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3316" name="Freeform 30"/>
            <p:cNvSpPr>
              <a:spLocks/>
            </p:cNvSpPr>
            <p:nvPr/>
          </p:nvSpPr>
          <p:spPr bwMode="auto">
            <a:xfrm>
              <a:off x="1282" y="1533"/>
              <a:ext cx="35" cy="161"/>
            </a:xfrm>
            <a:custGeom>
              <a:avLst/>
              <a:gdLst>
                <a:gd name="T0" fmla="*/ 1 w 175"/>
                <a:gd name="T1" fmla="*/ 6 h 807"/>
                <a:gd name="T2" fmla="*/ 1 w 175"/>
                <a:gd name="T3" fmla="*/ 6 h 807"/>
                <a:gd name="T4" fmla="*/ 1 w 175"/>
                <a:gd name="T5" fmla="*/ 6 h 807"/>
                <a:gd name="T6" fmla="*/ 1 w 175"/>
                <a:gd name="T7" fmla="*/ 5 h 807"/>
                <a:gd name="T8" fmla="*/ 1 w 175"/>
                <a:gd name="T9" fmla="*/ 5 h 807"/>
                <a:gd name="T10" fmla="*/ 1 w 175"/>
                <a:gd name="T11" fmla="*/ 5 h 807"/>
                <a:gd name="T12" fmla="*/ 1 w 175"/>
                <a:gd name="T13" fmla="*/ 4 h 807"/>
                <a:gd name="T14" fmla="*/ 1 w 175"/>
                <a:gd name="T15" fmla="*/ 4 h 807"/>
                <a:gd name="T16" fmla="*/ 1 w 175"/>
                <a:gd name="T17" fmla="*/ 3 h 807"/>
                <a:gd name="T18" fmla="*/ 1 w 175"/>
                <a:gd name="T19" fmla="*/ 3 h 807"/>
                <a:gd name="T20" fmla="*/ 1 w 175"/>
                <a:gd name="T21" fmla="*/ 3 h 807"/>
                <a:gd name="T22" fmla="*/ 1 w 175"/>
                <a:gd name="T23" fmla="*/ 2 h 807"/>
                <a:gd name="T24" fmla="*/ 1 w 175"/>
                <a:gd name="T25" fmla="*/ 2 h 807"/>
                <a:gd name="T26" fmla="*/ 1 w 175"/>
                <a:gd name="T27" fmla="*/ 2 h 807"/>
                <a:gd name="T28" fmla="*/ 1 w 175"/>
                <a:gd name="T29" fmla="*/ 1 h 807"/>
                <a:gd name="T30" fmla="*/ 1 w 175"/>
                <a:gd name="T31" fmla="*/ 1 h 807"/>
                <a:gd name="T32" fmla="*/ 1 w 175"/>
                <a:gd name="T33" fmla="*/ 1 h 807"/>
                <a:gd name="T34" fmla="*/ 1 w 175"/>
                <a:gd name="T35" fmla="*/ 0 h 807"/>
                <a:gd name="T36" fmla="*/ 1 w 175"/>
                <a:gd name="T37" fmla="*/ 0 h 807"/>
                <a:gd name="T38" fmla="*/ 1 w 175"/>
                <a:gd name="T39" fmla="*/ 0 h 807"/>
                <a:gd name="T40" fmla="*/ 0 w 175"/>
                <a:gd name="T41" fmla="*/ 1 h 807"/>
                <a:gd name="T42" fmla="*/ 0 w 175"/>
                <a:gd name="T43" fmla="*/ 1 h 807"/>
                <a:gd name="T44" fmla="*/ 0 w 175"/>
                <a:gd name="T45" fmla="*/ 1 h 807"/>
                <a:gd name="T46" fmla="*/ 0 w 175"/>
                <a:gd name="T47" fmla="*/ 2 h 807"/>
                <a:gd name="T48" fmla="*/ 0 w 175"/>
                <a:gd name="T49" fmla="*/ 2 h 807"/>
                <a:gd name="T50" fmla="*/ 0 w 175"/>
                <a:gd name="T51" fmla="*/ 3 h 807"/>
                <a:gd name="T52" fmla="*/ 0 w 175"/>
                <a:gd name="T53" fmla="*/ 3 h 807"/>
                <a:gd name="T54" fmla="*/ 0 w 175"/>
                <a:gd name="T55" fmla="*/ 3 h 807"/>
                <a:gd name="T56" fmla="*/ 0 w 175"/>
                <a:gd name="T57" fmla="*/ 4 h 807"/>
                <a:gd name="T58" fmla="*/ 0 w 175"/>
                <a:gd name="T59" fmla="*/ 4 h 807"/>
                <a:gd name="T60" fmla="*/ 0 w 175"/>
                <a:gd name="T61" fmla="*/ 5 h 807"/>
                <a:gd name="T62" fmla="*/ 0 w 175"/>
                <a:gd name="T63" fmla="*/ 5 h 807"/>
                <a:gd name="T64" fmla="*/ 0 w 175"/>
                <a:gd name="T65" fmla="*/ 5 h 807"/>
                <a:gd name="T66" fmla="*/ 1 w 175"/>
                <a:gd name="T67" fmla="*/ 6 h 807"/>
                <a:gd name="T68" fmla="*/ 1 w 175"/>
                <a:gd name="T69" fmla="*/ 6 h 807"/>
                <a:gd name="T70" fmla="*/ 1 w 175"/>
                <a:gd name="T71" fmla="*/ 6 h 807"/>
                <a:gd name="T72" fmla="*/ 1 w 175"/>
                <a:gd name="T73" fmla="*/ 6 h 807"/>
                <a:gd name="T74" fmla="*/ 1 w 175"/>
                <a:gd name="T75" fmla="*/ 6 h 807"/>
                <a:gd name="T76" fmla="*/ 1 w 175"/>
                <a:gd name="T77" fmla="*/ 6 h 807"/>
                <a:gd name="T78" fmla="*/ 1 w 175"/>
                <a:gd name="T79" fmla="*/ 6 h 807"/>
                <a:gd name="T80" fmla="*/ 1 w 175"/>
                <a:gd name="T81" fmla="*/ 6 h 807"/>
                <a:gd name="T82" fmla="*/ 1 w 175"/>
                <a:gd name="T83" fmla="*/ 6 h 807"/>
                <a:gd name="T84" fmla="*/ 1 w 175"/>
                <a:gd name="T85" fmla="*/ 6 h 807"/>
                <a:gd name="T86" fmla="*/ 1 w 175"/>
                <a:gd name="T87" fmla="*/ 6 h 807"/>
                <a:gd name="T88" fmla="*/ 1 w 175"/>
                <a:gd name="T89" fmla="*/ 6 h 807"/>
                <a:gd name="T90" fmla="*/ 1 w 175"/>
                <a:gd name="T91" fmla="*/ 6 h 80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175"/>
                <a:gd name="T139" fmla="*/ 0 h 807"/>
                <a:gd name="T140" fmla="*/ 175 w 175"/>
                <a:gd name="T141" fmla="*/ 807 h 80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175" h="807">
                  <a:moveTo>
                    <a:pt x="169" y="740"/>
                  </a:moveTo>
                  <a:lnTo>
                    <a:pt x="169" y="739"/>
                  </a:lnTo>
                  <a:lnTo>
                    <a:pt x="149" y="698"/>
                  </a:lnTo>
                  <a:lnTo>
                    <a:pt x="133" y="656"/>
                  </a:lnTo>
                  <a:lnTo>
                    <a:pt x="120" y="611"/>
                  </a:lnTo>
                  <a:lnTo>
                    <a:pt x="108" y="565"/>
                  </a:lnTo>
                  <a:lnTo>
                    <a:pt x="100" y="520"/>
                  </a:lnTo>
                  <a:lnTo>
                    <a:pt x="96" y="472"/>
                  </a:lnTo>
                  <a:lnTo>
                    <a:pt x="93" y="425"/>
                  </a:lnTo>
                  <a:lnTo>
                    <a:pt x="93" y="377"/>
                  </a:lnTo>
                  <a:lnTo>
                    <a:pt x="96" y="330"/>
                  </a:lnTo>
                  <a:lnTo>
                    <a:pt x="100" y="283"/>
                  </a:lnTo>
                  <a:lnTo>
                    <a:pt x="106" y="238"/>
                  </a:lnTo>
                  <a:lnTo>
                    <a:pt x="115" y="195"/>
                  </a:lnTo>
                  <a:lnTo>
                    <a:pt x="126" y="153"/>
                  </a:lnTo>
                  <a:lnTo>
                    <a:pt x="139" y="114"/>
                  </a:lnTo>
                  <a:lnTo>
                    <a:pt x="153" y="77"/>
                  </a:lnTo>
                  <a:lnTo>
                    <a:pt x="169" y="43"/>
                  </a:lnTo>
                  <a:lnTo>
                    <a:pt x="87" y="0"/>
                  </a:lnTo>
                  <a:lnTo>
                    <a:pt x="69" y="39"/>
                  </a:lnTo>
                  <a:lnTo>
                    <a:pt x="52" y="81"/>
                  </a:lnTo>
                  <a:lnTo>
                    <a:pt x="37" y="127"/>
                  </a:lnTo>
                  <a:lnTo>
                    <a:pt x="24" y="174"/>
                  </a:lnTo>
                  <a:lnTo>
                    <a:pt x="15" y="222"/>
                  </a:lnTo>
                  <a:lnTo>
                    <a:pt x="7" y="271"/>
                  </a:lnTo>
                  <a:lnTo>
                    <a:pt x="2" y="323"/>
                  </a:lnTo>
                  <a:lnTo>
                    <a:pt x="0" y="374"/>
                  </a:lnTo>
                  <a:lnTo>
                    <a:pt x="0" y="427"/>
                  </a:lnTo>
                  <a:lnTo>
                    <a:pt x="2" y="479"/>
                  </a:lnTo>
                  <a:lnTo>
                    <a:pt x="9" y="531"/>
                  </a:lnTo>
                  <a:lnTo>
                    <a:pt x="17" y="584"/>
                  </a:lnTo>
                  <a:lnTo>
                    <a:pt x="29" y="635"/>
                  </a:lnTo>
                  <a:lnTo>
                    <a:pt x="44" y="686"/>
                  </a:lnTo>
                  <a:lnTo>
                    <a:pt x="65" y="736"/>
                  </a:lnTo>
                  <a:lnTo>
                    <a:pt x="87" y="784"/>
                  </a:lnTo>
                  <a:lnTo>
                    <a:pt x="87" y="782"/>
                  </a:lnTo>
                  <a:lnTo>
                    <a:pt x="87" y="784"/>
                  </a:lnTo>
                  <a:lnTo>
                    <a:pt x="100" y="799"/>
                  </a:lnTo>
                  <a:lnTo>
                    <a:pt x="117" y="807"/>
                  </a:lnTo>
                  <a:lnTo>
                    <a:pt x="134" y="807"/>
                  </a:lnTo>
                  <a:lnTo>
                    <a:pt x="151" y="801"/>
                  </a:lnTo>
                  <a:lnTo>
                    <a:pt x="164" y="791"/>
                  </a:lnTo>
                  <a:lnTo>
                    <a:pt x="173" y="777"/>
                  </a:lnTo>
                  <a:lnTo>
                    <a:pt x="175" y="759"/>
                  </a:lnTo>
                  <a:lnTo>
                    <a:pt x="169" y="739"/>
                  </a:lnTo>
                  <a:lnTo>
                    <a:pt x="169" y="74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3317" name="Freeform 31"/>
            <p:cNvSpPr>
              <a:spLocks/>
            </p:cNvSpPr>
            <p:nvPr/>
          </p:nvSpPr>
          <p:spPr bwMode="auto">
            <a:xfrm>
              <a:off x="1299" y="1681"/>
              <a:ext cx="157" cy="281"/>
            </a:xfrm>
            <a:custGeom>
              <a:avLst/>
              <a:gdLst>
                <a:gd name="T0" fmla="*/ 6 w 787"/>
                <a:gd name="T1" fmla="*/ 11 h 1404"/>
                <a:gd name="T2" fmla="*/ 6 w 787"/>
                <a:gd name="T3" fmla="*/ 11 h 1404"/>
                <a:gd name="T4" fmla="*/ 1 w 787"/>
                <a:gd name="T5" fmla="*/ 0 h 1404"/>
                <a:gd name="T6" fmla="*/ 0 w 787"/>
                <a:gd name="T7" fmla="*/ 0 h 1404"/>
                <a:gd name="T8" fmla="*/ 6 w 787"/>
                <a:gd name="T9" fmla="*/ 11 h 1404"/>
                <a:gd name="T10" fmla="*/ 6 w 787"/>
                <a:gd name="T11" fmla="*/ 11 h 1404"/>
                <a:gd name="T12" fmla="*/ 6 w 787"/>
                <a:gd name="T13" fmla="*/ 11 h 1404"/>
                <a:gd name="T14" fmla="*/ 6 w 787"/>
                <a:gd name="T15" fmla="*/ 11 h 1404"/>
                <a:gd name="T16" fmla="*/ 6 w 787"/>
                <a:gd name="T17" fmla="*/ 11 h 1404"/>
                <a:gd name="T18" fmla="*/ 6 w 787"/>
                <a:gd name="T19" fmla="*/ 11 h 1404"/>
                <a:gd name="T20" fmla="*/ 6 w 787"/>
                <a:gd name="T21" fmla="*/ 11 h 1404"/>
                <a:gd name="T22" fmla="*/ 6 w 787"/>
                <a:gd name="T23" fmla="*/ 11 h 1404"/>
                <a:gd name="T24" fmla="*/ 6 w 787"/>
                <a:gd name="T25" fmla="*/ 11 h 1404"/>
                <a:gd name="T26" fmla="*/ 6 w 787"/>
                <a:gd name="T27" fmla="*/ 11 h 1404"/>
                <a:gd name="T28" fmla="*/ 6 w 787"/>
                <a:gd name="T29" fmla="*/ 11 h 1404"/>
                <a:gd name="T30" fmla="*/ 6 w 787"/>
                <a:gd name="T31" fmla="*/ 11 h 1404"/>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787"/>
                <a:gd name="T49" fmla="*/ 0 h 1404"/>
                <a:gd name="T50" fmla="*/ 787 w 787"/>
                <a:gd name="T51" fmla="*/ 1404 h 1404"/>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787" h="1404">
                  <a:moveTo>
                    <a:pt x="781" y="1334"/>
                  </a:moveTo>
                  <a:lnTo>
                    <a:pt x="781" y="1337"/>
                  </a:lnTo>
                  <a:lnTo>
                    <a:pt x="82" y="0"/>
                  </a:lnTo>
                  <a:lnTo>
                    <a:pt x="0" y="42"/>
                  </a:lnTo>
                  <a:lnTo>
                    <a:pt x="699" y="1379"/>
                  </a:lnTo>
                  <a:lnTo>
                    <a:pt x="699" y="1381"/>
                  </a:lnTo>
                  <a:lnTo>
                    <a:pt x="699" y="1379"/>
                  </a:lnTo>
                  <a:lnTo>
                    <a:pt x="712" y="1395"/>
                  </a:lnTo>
                  <a:lnTo>
                    <a:pt x="727" y="1402"/>
                  </a:lnTo>
                  <a:lnTo>
                    <a:pt x="744" y="1404"/>
                  </a:lnTo>
                  <a:lnTo>
                    <a:pt x="761" y="1398"/>
                  </a:lnTo>
                  <a:lnTo>
                    <a:pt x="775" y="1388"/>
                  </a:lnTo>
                  <a:lnTo>
                    <a:pt x="784" y="1373"/>
                  </a:lnTo>
                  <a:lnTo>
                    <a:pt x="787" y="1357"/>
                  </a:lnTo>
                  <a:lnTo>
                    <a:pt x="781" y="1337"/>
                  </a:lnTo>
                  <a:lnTo>
                    <a:pt x="781" y="13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3318" name="Freeform 32"/>
            <p:cNvSpPr>
              <a:spLocks/>
            </p:cNvSpPr>
            <p:nvPr/>
          </p:nvSpPr>
          <p:spPr bwMode="auto">
            <a:xfrm>
              <a:off x="1439" y="1948"/>
              <a:ext cx="125" cy="76"/>
            </a:xfrm>
            <a:custGeom>
              <a:avLst/>
              <a:gdLst>
                <a:gd name="T0" fmla="*/ 5 w 628"/>
                <a:gd name="T1" fmla="*/ 2 h 383"/>
                <a:gd name="T2" fmla="*/ 5 w 628"/>
                <a:gd name="T3" fmla="*/ 2 h 383"/>
                <a:gd name="T4" fmla="*/ 4 w 628"/>
                <a:gd name="T5" fmla="*/ 2 h 383"/>
                <a:gd name="T6" fmla="*/ 4 w 628"/>
                <a:gd name="T7" fmla="*/ 2 h 383"/>
                <a:gd name="T8" fmla="*/ 4 w 628"/>
                <a:gd name="T9" fmla="*/ 2 h 383"/>
                <a:gd name="T10" fmla="*/ 3 w 628"/>
                <a:gd name="T11" fmla="*/ 2 h 383"/>
                <a:gd name="T12" fmla="*/ 3 w 628"/>
                <a:gd name="T13" fmla="*/ 2 h 383"/>
                <a:gd name="T14" fmla="*/ 3 w 628"/>
                <a:gd name="T15" fmla="*/ 2 h 383"/>
                <a:gd name="T16" fmla="*/ 3 w 628"/>
                <a:gd name="T17" fmla="*/ 2 h 383"/>
                <a:gd name="T18" fmla="*/ 2 w 628"/>
                <a:gd name="T19" fmla="*/ 2 h 383"/>
                <a:gd name="T20" fmla="*/ 2 w 628"/>
                <a:gd name="T21" fmla="*/ 2 h 383"/>
                <a:gd name="T22" fmla="*/ 2 w 628"/>
                <a:gd name="T23" fmla="*/ 1 h 383"/>
                <a:gd name="T24" fmla="*/ 2 w 628"/>
                <a:gd name="T25" fmla="*/ 1 h 383"/>
                <a:gd name="T26" fmla="*/ 1 w 628"/>
                <a:gd name="T27" fmla="*/ 1 h 383"/>
                <a:gd name="T28" fmla="*/ 1 w 628"/>
                <a:gd name="T29" fmla="*/ 1 h 383"/>
                <a:gd name="T30" fmla="*/ 1 w 628"/>
                <a:gd name="T31" fmla="*/ 1 h 383"/>
                <a:gd name="T32" fmla="*/ 1 w 628"/>
                <a:gd name="T33" fmla="*/ 0 h 383"/>
                <a:gd name="T34" fmla="*/ 1 w 628"/>
                <a:gd name="T35" fmla="*/ 0 h 383"/>
                <a:gd name="T36" fmla="*/ 0 w 628"/>
                <a:gd name="T37" fmla="*/ 0 h 383"/>
                <a:gd name="T38" fmla="*/ 0 w 628"/>
                <a:gd name="T39" fmla="*/ 1 h 383"/>
                <a:gd name="T40" fmla="*/ 0 w 628"/>
                <a:gd name="T41" fmla="*/ 1 h 383"/>
                <a:gd name="T42" fmla="*/ 1 w 628"/>
                <a:gd name="T43" fmla="*/ 1 h 383"/>
                <a:gd name="T44" fmla="*/ 1 w 628"/>
                <a:gd name="T45" fmla="*/ 1 h 383"/>
                <a:gd name="T46" fmla="*/ 1 w 628"/>
                <a:gd name="T47" fmla="*/ 2 h 383"/>
                <a:gd name="T48" fmla="*/ 1 w 628"/>
                <a:gd name="T49" fmla="*/ 2 h 383"/>
                <a:gd name="T50" fmla="*/ 2 w 628"/>
                <a:gd name="T51" fmla="*/ 2 h 383"/>
                <a:gd name="T52" fmla="*/ 2 w 628"/>
                <a:gd name="T53" fmla="*/ 2 h 383"/>
                <a:gd name="T54" fmla="*/ 2 w 628"/>
                <a:gd name="T55" fmla="*/ 2 h 383"/>
                <a:gd name="T56" fmla="*/ 3 w 628"/>
                <a:gd name="T57" fmla="*/ 3 h 383"/>
                <a:gd name="T58" fmla="*/ 3 w 628"/>
                <a:gd name="T59" fmla="*/ 3 h 383"/>
                <a:gd name="T60" fmla="*/ 3 w 628"/>
                <a:gd name="T61" fmla="*/ 3 h 383"/>
                <a:gd name="T62" fmla="*/ 4 w 628"/>
                <a:gd name="T63" fmla="*/ 3 h 383"/>
                <a:gd name="T64" fmla="*/ 4 w 628"/>
                <a:gd name="T65" fmla="*/ 3 h 383"/>
                <a:gd name="T66" fmla="*/ 4 w 628"/>
                <a:gd name="T67" fmla="*/ 3 h 383"/>
                <a:gd name="T68" fmla="*/ 5 w 628"/>
                <a:gd name="T69" fmla="*/ 3 h 383"/>
                <a:gd name="T70" fmla="*/ 5 w 628"/>
                <a:gd name="T71" fmla="*/ 3 h 383"/>
                <a:gd name="T72" fmla="*/ 5 w 628"/>
                <a:gd name="T73" fmla="*/ 3 h 383"/>
                <a:gd name="T74" fmla="*/ 5 w 628"/>
                <a:gd name="T75" fmla="*/ 3 h 383"/>
                <a:gd name="T76" fmla="*/ 5 w 628"/>
                <a:gd name="T77" fmla="*/ 3 h 383"/>
                <a:gd name="T78" fmla="*/ 5 w 628"/>
                <a:gd name="T79" fmla="*/ 3 h 383"/>
                <a:gd name="T80" fmla="*/ 5 w 628"/>
                <a:gd name="T81" fmla="*/ 3 h 383"/>
                <a:gd name="T82" fmla="*/ 5 w 628"/>
                <a:gd name="T83" fmla="*/ 3 h 383"/>
                <a:gd name="T84" fmla="*/ 5 w 628"/>
                <a:gd name="T85" fmla="*/ 2 h 383"/>
                <a:gd name="T86" fmla="*/ 5 w 628"/>
                <a:gd name="T87" fmla="*/ 2 h 383"/>
                <a:gd name="T88" fmla="*/ 5 w 628"/>
                <a:gd name="T89" fmla="*/ 2 h 383"/>
                <a:gd name="T90" fmla="*/ 5 w 628"/>
                <a:gd name="T91" fmla="*/ 2 h 38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628"/>
                <a:gd name="T139" fmla="*/ 0 h 383"/>
                <a:gd name="T140" fmla="*/ 628 w 628"/>
                <a:gd name="T141" fmla="*/ 383 h 38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628" h="383">
                  <a:moveTo>
                    <a:pt x="581" y="289"/>
                  </a:moveTo>
                  <a:lnTo>
                    <a:pt x="582" y="289"/>
                  </a:lnTo>
                  <a:lnTo>
                    <a:pt x="541" y="287"/>
                  </a:lnTo>
                  <a:lnTo>
                    <a:pt x="500" y="283"/>
                  </a:lnTo>
                  <a:lnTo>
                    <a:pt x="462" y="276"/>
                  </a:lnTo>
                  <a:lnTo>
                    <a:pt x="424" y="268"/>
                  </a:lnTo>
                  <a:lnTo>
                    <a:pt x="389" y="255"/>
                  </a:lnTo>
                  <a:lnTo>
                    <a:pt x="352" y="242"/>
                  </a:lnTo>
                  <a:lnTo>
                    <a:pt x="320" y="227"/>
                  </a:lnTo>
                  <a:lnTo>
                    <a:pt x="287" y="209"/>
                  </a:lnTo>
                  <a:lnTo>
                    <a:pt x="255" y="189"/>
                  </a:lnTo>
                  <a:lnTo>
                    <a:pt x="226" y="168"/>
                  </a:lnTo>
                  <a:lnTo>
                    <a:pt x="198" y="145"/>
                  </a:lnTo>
                  <a:lnTo>
                    <a:pt x="172" y="119"/>
                  </a:lnTo>
                  <a:lnTo>
                    <a:pt x="146" y="92"/>
                  </a:lnTo>
                  <a:lnTo>
                    <a:pt x="122" y="64"/>
                  </a:lnTo>
                  <a:lnTo>
                    <a:pt x="100" y="33"/>
                  </a:lnTo>
                  <a:lnTo>
                    <a:pt x="82" y="0"/>
                  </a:lnTo>
                  <a:lnTo>
                    <a:pt x="0" y="47"/>
                  </a:lnTo>
                  <a:lnTo>
                    <a:pt x="23" y="85"/>
                  </a:lnTo>
                  <a:lnTo>
                    <a:pt x="49" y="120"/>
                  </a:lnTo>
                  <a:lnTo>
                    <a:pt x="76" y="153"/>
                  </a:lnTo>
                  <a:lnTo>
                    <a:pt x="104" y="185"/>
                  </a:lnTo>
                  <a:lnTo>
                    <a:pt x="137" y="215"/>
                  </a:lnTo>
                  <a:lnTo>
                    <a:pt x="170" y="241"/>
                  </a:lnTo>
                  <a:lnTo>
                    <a:pt x="204" y="267"/>
                  </a:lnTo>
                  <a:lnTo>
                    <a:pt x="240" y="289"/>
                  </a:lnTo>
                  <a:lnTo>
                    <a:pt x="277" y="309"/>
                  </a:lnTo>
                  <a:lnTo>
                    <a:pt x="317" y="329"/>
                  </a:lnTo>
                  <a:lnTo>
                    <a:pt x="358" y="344"/>
                  </a:lnTo>
                  <a:lnTo>
                    <a:pt x="400" y="357"/>
                  </a:lnTo>
                  <a:lnTo>
                    <a:pt x="444" y="367"/>
                  </a:lnTo>
                  <a:lnTo>
                    <a:pt x="488" y="374"/>
                  </a:lnTo>
                  <a:lnTo>
                    <a:pt x="534" y="380"/>
                  </a:lnTo>
                  <a:lnTo>
                    <a:pt x="580" y="383"/>
                  </a:lnTo>
                  <a:lnTo>
                    <a:pt x="581" y="383"/>
                  </a:lnTo>
                  <a:lnTo>
                    <a:pt x="580" y="383"/>
                  </a:lnTo>
                  <a:lnTo>
                    <a:pt x="600" y="379"/>
                  </a:lnTo>
                  <a:lnTo>
                    <a:pt x="615" y="369"/>
                  </a:lnTo>
                  <a:lnTo>
                    <a:pt x="624" y="353"/>
                  </a:lnTo>
                  <a:lnTo>
                    <a:pt x="628" y="337"/>
                  </a:lnTo>
                  <a:lnTo>
                    <a:pt x="625" y="319"/>
                  </a:lnTo>
                  <a:lnTo>
                    <a:pt x="617" y="304"/>
                  </a:lnTo>
                  <a:lnTo>
                    <a:pt x="602" y="294"/>
                  </a:lnTo>
                  <a:lnTo>
                    <a:pt x="582" y="289"/>
                  </a:lnTo>
                  <a:lnTo>
                    <a:pt x="581" y="28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3319" name="Freeform 33"/>
            <p:cNvSpPr>
              <a:spLocks/>
            </p:cNvSpPr>
            <p:nvPr/>
          </p:nvSpPr>
          <p:spPr bwMode="auto">
            <a:xfrm>
              <a:off x="1587" y="1880"/>
              <a:ext cx="85" cy="49"/>
            </a:xfrm>
            <a:custGeom>
              <a:avLst/>
              <a:gdLst>
                <a:gd name="T0" fmla="*/ 3 w 426"/>
                <a:gd name="T1" fmla="*/ 0 h 245"/>
                <a:gd name="T2" fmla="*/ 3 w 426"/>
                <a:gd name="T3" fmla="*/ 0 h 245"/>
                <a:gd name="T4" fmla="*/ 3 w 426"/>
                <a:gd name="T5" fmla="*/ 0 h 245"/>
                <a:gd name="T6" fmla="*/ 3 w 426"/>
                <a:gd name="T7" fmla="*/ 0 h 245"/>
                <a:gd name="T8" fmla="*/ 2 w 426"/>
                <a:gd name="T9" fmla="*/ 0 h 245"/>
                <a:gd name="T10" fmla="*/ 2 w 426"/>
                <a:gd name="T11" fmla="*/ 0 h 245"/>
                <a:gd name="T12" fmla="*/ 2 w 426"/>
                <a:gd name="T13" fmla="*/ 0 h 245"/>
                <a:gd name="T14" fmla="*/ 2 w 426"/>
                <a:gd name="T15" fmla="*/ 0 h 245"/>
                <a:gd name="T16" fmla="*/ 1 w 426"/>
                <a:gd name="T17" fmla="*/ 0 h 245"/>
                <a:gd name="T18" fmla="*/ 1 w 426"/>
                <a:gd name="T19" fmla="*/ 1 h 245"/>
                <a:gd name="T20" fmla="*/ 1 w 426"/>
                <a:gd name="T21" fmla="*/ 1 h 245"/>
                <a:gd name="T22" fmla="*/ 1 w 426"/>
                <a:gd name="T23" fmla="*/ 1 h 245"/>
                <a:gd name="T24" fmla="*/ 0 w 426"/>
                <a:gd name="T25" fmla="*/ 1 h 245"/>
                <a:gd name="T26" fmla="*/ 0 w 426"/>
                <a:gd name="T27" fmla="*/ 1 h 245"/>
                <a:gd name="T28" fmla="*/ 0 w 426"/>
                <a:gd name="T29" fmla="*/ 1 h 245"/>
                <a:gd name="T30" fmla="*/ 0 w 426"/>
                <a:gd name="T31" fmla="*/ 2 h 245"/>
                <a:gd name="T32" fmla="*/ 0 w 426"/>
                <a:gd name="T33" fmla="*/ 2 h 245"/>
                <a:gd name="T34" fmla="*/ 0 w 426"/>
                <a:gd name="T35" fmla="*/ 2 h 245"/>
                <a:gd name="T36" fmla="*/ 0 w 426"/>
                <a:gd name="T37" fmla="*/ 2 h 245"/>
                <a:gd name="T38" fmla="*/ 0 w 426"/>
                <a:gd name="T39" fmla="*/ 2 h 245"/>
                <a:gd name="T40" fmla="*/ 0 w 426"/>
                <a:gd name="T41" fmla="*/ 2 h 245"/>
                <a:gd name="T42" fmla="*/ 0 w 426"/>
                <a:gd name="T43" fmla="*/ 1 h 245"/>
                <a:gd name="T44" fmla="*/ 0 w 426"/>
                <a:gd name="T45" fmla="*/ 1 h 245"/>
                <a:gd name="T46" fmla="*/ 0 w 426"/>
                <a:gd name="T47" fmla="*/ 1 h 245"/>
                <a:gd name="T48" fmla="*/ 1 w 426"/>
                <a:gd name="T49" fmla="*/ 1 h 245"/>
                <a:gd name="T50" fmla="*/ 1 w 426"/>
                <a:gd name="T51" fmla="*/ 1 h 245"/>
                <a:gd name="T52" fmla="*/ 1 w 426"/>
                <a:gd name="T53" fmla="*/ 1 h 245"/>
                <a:gd name="T54" fmla="*/ 1 w 426"/>
                <a:gd name="T55" fmla="*/ 1 h 245"/>
                <a:gd name="T56" fmla="*/ 2 w 426"/>
                <a:gd name="T57" fmla="*/ 0 h 245"/>
                <a:gd name="T58" fmla="*/ 2 w 426"/>
                <a:gd name="T59" fmla="*/ 0 h 245"/>
                <a:gd name="T60" fmla="*/ 2 w 426"/>
                <a:gd name="T61" fmla="*/ 0 h 245"/>
                <a:gd name="T62" fmla="*/ 2 w 426"/>
                <a:gd name="T63" fmla="*/ 0 h 245"/>
                <a:gd name="T64" fmla="*/ 3 w 426"/>
                <a:gd name="T65" fmla="*/ 0 h 245"/>
                <a:gd name="T66" fmla="*/ 3 w 426"/>
                <a:gd name="T67" fmla="*/ 0 h 245"/>
                <a:gd name="T68" fmla="*/ 3 w 426"/>
                <a:gd name="T69" fmla="*/ 0 h 245"/>
                <a:gd name="T70" fmla="*/ 3 w 426"/>
                <a:gd name="T71" fmla="*/ 0 h 245"/>
                <a:gd name="T72" fmla="*/ 3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426" y="0"/>
                  </a:moveTo>
                  <a:lnTo>
                    <a:pt x="426" y="0"/>
                  </a:lnTo>
                  <a:lnTo>
                    <a:pt x="384" y="1"/>
                  </a:lnTo>
                  <a:lnTo>
                    <a:pt x="340" y="4"/>
                  </a:lnTo>
                  <a:lnTo>
                    <a:pt x="300" y="10"/>
                  </a:lnTo>
                  <a:lnTo>
                    <a:pt x="262" y="18"/>
                  </a:lnTo>
                  <a:lnTo>
                    <a:pt x="224" y="29"/>
                  </a:lnTo>
                  <a:lnTo>
                    <a:pt x="189" y="41"/>
                  </a:lnTo>
                  <a:lnTo>
                    <a:pt x="157" y="55"/>
                  </a:lnTo>
                  <a:lnTo>
                    <a:pt x="126" y="70"/>
                  </a:lnTo>
                  <a:lnTo>
                    <a:pt x="99" y="89"/>
                  </a:lnTo>
                  <a:lnTo>
                    <a:pt x="74" y="106"/>
                  </a:lnTo>
                  <a:lnTo>
                    <a:pt x="52" y="126"/>
                  </a:lnTo>
                  <a:lnTo>
                    <a:pt x="34" y="148"/>
                  </a:lnTo>
                  <a:lnTo>
                    <a:pt x="19" y="171"/>
                  </a:lnTo>
                  <a:lnTo>
                    <a:pt x="9" y="194"/>
                  </a:lnTo>
                  <a:lnTo>
                    <a:pt x="3" y="219"/>
                  </a:lnTo>
                  <a:lnTo>
                    <a:pt x="0" y="245"/>
                  </a:lnTo>
                  <a:lnTo>
                    <a:pt x="12" y="245"/>
                  </a:lnTo>
                  <a:lnTo>
                    <a:pt x="15" y="221"/>
                  </a:lnTo>
                  <a:lnTo>
                    <a:pt x="20" y="199"/>
                  </a:lnTo>
                  <a:lnTo>
                    <a:pt x="31" y="178"/>
                  </a:lnTo>
                  <a:lnTo>
                    <a:pt x="44" y="156"/>
                  </a:lnTo>
                  <a:lnTo>
                    <a:pt x="61" y="136"/>
                  </a:lnTo>
                  <a:lnTo>
                    <a:pt x="81" y="116"/>
                  </a:lnTo>
                  <a:lnTo>
                    <a:pt x="106" y="98"/>
                  </a:lnTo>
                  <a:lnTo>
                    <a:pt x="133" y="82"/>
                  </a:lnTo>
                  <a:lnTo>
                    <a:pt x="162" y="66"/>
                  </a:lnTo>
                  <a:lnTo>
                    <a:pt x="194" y="52"/>
                  </a:lnTo>
                  <a:lnTo>
                    <a:pt x="229" y="41"/>
                  </a:lnTo>
                  <a:lnTo>
                    <a:pt x="264" y="30"/>
                  </a:lnTo>
                  <a:lnTo>
                    <a:pt x="303" y="22"/>
                  </a:lnTo>
                  <a:lnTo>
                    <a:pt x="343" y="16"/>
                  </a:lnTo>
                  <a:lnTo>
                    <a:pt x="384" y="12"/>
                  </a:lnTo>
                  <a:lnTo>
                    <a:pt x="426" y="11"/>
                  </a:lnTo>
                  <a:lnTo>
                    <a:pt x="42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3320" name="Freeform 34"/>
            <p:cNvSpPr>
              <a:spLocks/>
            </p:cNvSpPr>
            <p:nvPr/>
          </p:nvSpPr>
          <p:spPr bwMode="auto">
            <a:xfrm>
              <a:off x="1587" y="1929"/>
              <a:ext cx="85" cy="49"/>
            </a:xfrm>
            <a:custGeom>
              <a:avLst/>
              <a:gdLst>
                <a:gd name="T0" fmla="*/ 0 w 426"/>
                <a:gd name="T1" fmla="*/ 0 h 245"/>
                <a:gd name="T2" fmla="*/ 0 w 426"/>
                <a:gd name="T3" fmla="*/ 0 h 245"/>
                <a:gd name="T4" fmla="*/ 0 w 426"/>
                <a:gd name="T5" fmla="*/ 0 h 245"/>
                <a:gd name="T6" fmla="*/ 0 w 426"/>
                <a:gd name="T7" fmla="*/ 0 h 245"/>
                <a:gd name="T8" fmla="*/ 0 w 426"/>
                <a:gd name="T9" fmla="*/ 1 h 245"/>
                <a:gd name="T10" fmla="*/ 0 w 426"/>
                <a:gd name="T11" fmla="*/ 1 h 245"/>
                <a:gd name="T12" fmla="*/ 0 w 426"/>
                <a:gd name="T13" fmla="*/ 1 h 245"/>
                <a:gd name="T14" fmla="*/ 1 w 426"/>
                <a:gd name="T15" fmla="*/ 1 h 245"/>
                <a:gd name="T16" fmla="*/ 1 w 426"/>
                <a:gd name="T17" fmla="*/ 1 h 245"/>
                <a:gd name="T18" fmla="*/ 1 w 426"/>
                <a:gd name="T19" fmla="*/ 1 h 245"/>
                <a:gd name="T20" fmla="*/ 1 w 426"/>
                <a:gd name="T21" fmla="*/ 2 h 245"/>
                <a:gd name="T22" fmla="*/ 2 w 426"/>
                <a:gd name="T23" fmla="*/ 2 h 245"/>
                <a:gd name="T24" fmla="*/ 2 w 426"/>
                <a:gd name="T25" fmla="*/ 2 h 245"/>
                <a:gd name="T26" fmla="*/ 2 w 426"/>
                <a:gd name="T27" fmla="*/ 2 h 245"/>
                <a:gd name="T28" fmla="*/ 2 w 426"/>
                <a:gd name="T29" fmla="*/ 2 h 245"/>
                <a:gd name="T30" fmla="*/ 3 w 426"/>
                <a:gd name="T31" fmla="*/ 2 h 245"/>
                <a:gd name="T32" fmla="*/ 3 w 426"/>
                <a:gd name="T33" fmla="*/ 2 h 245"/>
                <a:gd name="T34" fmla="*/ 3 w 426"/>
                <a:gd name="T35" fmla="*/ 2 h 245"/>
                <a:gd name="T36" fmla="*/ 3 w 426"/>
                <a:gd name="T37" fmla="*/ 2 h 245"/>
                <a:gd name="T38" fmla="*/ 3 w 426"/>
                <a:gd name="T39" fmla="*/ 2 h 245"/>
                <a:gd name="T40" fmla="*/ 3 w 426"/>
                <a:gd name="T41" fmla="*/ 2 h 245"/>
                <a:gd name="T42" fmla="*/ 2 w 426"/>
                <a:gd name="T43" fmla="*/ 2 h 245"/>
                <a:gd name="T44" fmla="*/ 2 w 426"/>
                <a:gd name="T45" fmla="*/ 2 h 245"/>
                <a:gd name="T46" fmla="*/ 2 w 426"/>
                <a:gd name="T47" fmla="*/ 2 h 245"/>
                <a:gd name="T48" fmla="*/ 2 w 426"/>
                <a:gd name="T49" fmla="*/ 2 h 245"/>
                <a:gd name="T50" fmla="*/ 1 w 426"/>
                <a:gd name="T51" fmla="*/ 1 h 245"/>
                <a:gd name="T52" fmla="*/ 1 w 426"/>
                <a:gd name="T53" fmla="*/ 1 h 245"/>
                <a:gd name="T54" fmla="*/ 1 w 426"/>
                <a:gd name="T55" fmla="*/ 1 h 245"/>
                <a:gd name="T56" fmla="*/ 1 w 426"/>
                <a:gd name="T57" fmla="*/ 1 h 245"/>
                <a:gd name="T58" fmla="*/ 0 w 426"/>
                <a:gd name="T59" fmla="*/ 1 h 245"/>
                <a:gd name="T60" fmla="*/ 0 w 426"/>
                <a:gd name="T61" fmla="*/ 1 h 245"/>
                <a:gd name="T62" fmla="*/ 0 w 426"/>
                <a:gd name="T63" fmla="*/ 1 h 245"/>
                <a:gd name="T64" fmla="*/ 0 w 426"/>
                <a:gd name="T65" fmla="*/ 0 h 245"/>
                <a:gd name="T66" fmla="*/ 0 w 426"/>
                <a:gd name="T67" fmla="*/ 0 h 245"/>
                <a:gd name="T68" fmla="*/ 0 w 426"/>
                <a:gd name="T69" fmla="*/ 0 h 245"/>
                <a:gd name="T70" fmla="*/ 0 w 426"/>
                <a:gd name="T71" fmla="*/ 0 h 245"/>
                <a:gd name="T72" fmla="*/ 0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0" y="0"/>
                  </a:moveTo>
                  <a:lnTo>
                    <a:pt x="0" y="0"/>
                  </a:lnTo>
                  <a:lnTo>
                    <a:pt x="3" y="25"/>
                  </a:lnTo>
                  <a:lnTo>
                    <a:pt x="9" y="50"/>
                  </a:lnTo>
                  <a:lnTo>
                    <a:pt x="19" y="73"/>
                  </a:lnTo>
                  <a:lnTo>
                    <a:pt x="34" y="96"/>
                  </a:lnTo>
                  <a:lnTo>
                    <a:pt x="52" y="118"/>
                  </a:lnTo>
                  <a:lnTo>
                    <a:pt x="74" y="138"/>
                  </a:lnTo>
                  <a:lnTo>
                    <a:pt x="99" y="156"/>
                  </a:lnTo>
                  <a:lnTo>
                    <a:pt x="126" y="174"/>
                  </a:lnTo>
                  <a:lnTo>
                    <a:pt x="157" y="190"/>
                  </a:lnTo>
                  <a:lnTo>
                    <a:pt x="189" y="204"/>
                  </a:lnTo>
                  <a:lnTo>
                    <a:pt x="224" y="215"/>
                  </a:lnTo>
                  <a:lnTo>
                    <a:pt x="262" y="226"/>
                  </a:lnTo>
                  <a:lnTo>
                    <a:pt x="300" y="234"/>
                  </a:lnTo>
                  <a:lnTo>
                    <a:pt x="340" y="240"/>
                  </a:lnTo>
                  <a:lnTo>
                    <a:pt x="384" y="244"/>
                  </a:lnTo>
                  <a:lnTo>
                    <a:pt x="426" y="245"/>
                  </a:lnTo>
                  <a:lnTo>
                    <a:pt x="426" y="233"/>
                  </a:lnTo>
                  <a:lnTo>
                    <a:pt x="384" y="232"/>
                  </a:lnTo>
                  <a:lnTo>
                    <a:pt x="343" y="228"/>
                  </a:lnTo>
                  <a:lnTo>
                    <a:pt x="303" y="222"/>
                  </a:lnTo>
                  <a:lnTo>
                    <a:pt x="264" y="214"/>
                  </a:lnTo>
                  <a:lnTo>
                    <a:pt x="229" y="204"/>
                  </a:lnTo>
                  <a:lnTo>
                    <a:pt x="194" y="192"/>
                  </a:lnTo>
                  <a:lnTo>
                    <a:pt x="162" y="178"/>
                  </a:lnTo>
                  <a:lnTo>
                    <a:pt x="133" y="163"/>
                  </a:lnTo>
                  <a:lnTo>
                    <a:pt x="106" y="146"/>
                  </a:lnTo>
                  <a:lnTo>
                    <a:pt x="81" y="129"/>
                  </a:lnTo>
                  <a:lnTo>
                    <a:pt x="61" y="109"/>
                  </a:lnTo>
                  <a:lnTo>
                    <a:pt x="44" y="89"/>
                  </a:lnTo>
                  <a:lnTo>
                    <a:pt x="31" y="66"/>
                  </a:lnTo>
                  <a:lnTo>
                    <a:pt x="20" y="45"/>
                  </a:lnTo>
                  <a:lnTo>
                    <a:pt x="15" y="2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3321" name="Freeform 35"/>
            <p:cNvSpPr>
              <a:spLocks/>
            </p:cNvSpPr>
            <p:nvPr/>
          </p:nvSpPr>
          <p:spPr bwMode="auto">
            <a:xfrm>
              <a:off x="878" y="1448"/>
              <a:ext cx="792" cy="954"/>
            </a:xfrm>
            <a:custGeom>
              <a:avLst/>
              <a:gdLst>
                <a:gd name="T0" fmla="*/ 13 w 3960"/>
                <a:gd name="T1" fmla="*/ 38 h 4768"/>
                <a:gd name="T2" fmla="*/ 14 w 3960"/>
                <a:gd name="T3" fmla="*/ 38 h 4768"/>
                <a:gd name="T4" fmla="*/ 15 w 3960"/>
                <a:gd name="T5" fmla="*/ 38 h 4768"/>
                <a:gd name="T6" fmla="*/ 15 w 3960"/>
                <a:gd name="T7" fmla="*/ 38 h 4768"/>
                <a:gd name="T8" fmla="*/ 16 w 3960"/>
                <a:gd name="T9" fmla="*/ 38 h 4768"/>
                <a:gd name="T10" fmla="*/ 17 w 3960"/>
                <a:gd name="T11" fmla="*/ 38 h 4768"/>
                <a:gd name="T12" fmla="*/ 17 w 3960"/>
                <a:gd name="T13" fmla="*/ 38 h 4768"/>
                <a:gd name="T14" fmla="*/ 18 w 3960"/>
                <a:gd name="T15" fmla="*/ 38 h 4768"/>
                <a:gd name="T16" fmla="*/ 18 w 3960"/>
                <a:gd name="T17" fmla="*/ 38 h 4768"/>
                <a:gd name="T18" fmla="*/ 29 w 3960"/>
                <a:gd name="T19" fmla="*/ 30 h 4768"/>
                <a:gd name="T20" fmla="*/ 30 w 3960"/>
                <a:gd name="T21" fmla="*/ 30 h 4768"/>
                <a:gd name="T22" fmla="*/ 30 w 3960"/>
                <a:gd name="T23" fmla="*/ 29 h 4768"/>
                <a:gd name="T24" fmla="*/ 31 w 3960"/>
                <a:gd name="T25" fmla="*/ 28 h 4768"/>
                <a:gd name="T26" fmla="*/ 31 w 3960"/>
                <a:gd name="T27" fmla="*/ 28 h 4768"/>
                <a:gd name="T28" fmla="*/ 31 w 3960"/>
                <a:gd name="T29" fmla="*/ 27 h 4768"/>
                <a:gd name="T30" fmla="*/ 32 w 3960"/>
                <a:gd name="T31" fmla="*/ 26 h 4768"/>
                <a:gd name="T32" fmla="*/ 32 w 3960"/>
                <a:gd name="T33" fmla="*/ 25 h 4768"/>
                <a:gd name="T34" fmla="*/ 32 w 3960"/>
                <a:gd name="T35" fmla="*/ 11 h 4768"/>
                <a:gd name="T36" fmla="*/ 32 w 3960"/>
                <a:gd name="T37" fmla="*/ 10 h 4768"/>
                <a:gd name="T38" fmla="*/ 31 w 3960"/>
                <a:gd name="T39" fmla="*/ 9 h 4768"/>
                <a:gd name="T40" fmla="*/ 31 w 3960"/>
                <a:gd name="T41" fmla="*/ 9 h 4768"/>
                <a:gd name="T42" fmla="*/ 31 w 3960"/>
                <a:gd name="T43" fmla="*/ 8 h 4768"/>
                <a:gd name="T44" fmla="*/ 31 w 3960"/>
                <a:gd name="T45" fmla="*/ 8 h 4768"/>
                <a:gd name="T46" fmla="*/ 30 w 3960"/>
                <a:gd name="T47" fmla="*/ 7 h 4768"/>
                <a:gd name="T48" fmla="*/ 30 w 3960"/>
                <a:gd name="T49" fmla="*/ 7 h 4768"/>
                <a:gd name="T50" fmla="*/ 29 w 3960"/>
                <a:gd name="T51" fmla="*/ 6 h 4768"/>
                <a:gd name="T52" fmla="*/ 19 w 3960"/>
                <a:gd name="T53" fmla="*/ 1 h 4768"/>
                <a:gd name="T54" fmla="*/ 18 w 3960"/>
                <a:gd name="T55" fmla="*/ 0 h 4768"/>
                <a:gd name="T56" fmla="*/ 17 w 3960"/>
                <a:gd name="T57" fmla="*/ 0 h 4768"/>
                <a:gd name="T58" fmla="*/ 17 w 3960"/>
                <a:gd name="T59" fmla="*/ 0 h 4768"/>
                <a:gd name="T60" fmla="*/ 16 w 3960"/>
                <a:gd name="T61" fmla="*/ 0 h 4768"/>
                <a:gd name="T62" fmla="*/ 15 w 3960"/>
                <a:gd name="T63" fmla="*/ 0 h 4768"/>
                <a:gd name="T64" fmla="*/ 14 w 3960"/>
                <a:gd name="T65" fmla="*/ 0 h 4768"/>
                <a:gd name="T66" fmla="*/ 14 w 3960"/>
                <a:gd name="T67" fmla="*/ 0 h 4768"/>
                <a:gd name="T68" fmla="*/ 2 w 3960"/>
                <a:gd name="T69" fmla="*/ 6 h 4768"/>
                <a:gd name="T70" fmla="*/ 2 w 3960"/>
                <a:gd name="T71" fmla="*/ 7 h 4768"/>
                <a:gd name="T72" fmla="*/ 1 w 3960"/>
                <a:gd name="T73" fmla="*/ 7 h 4768"/>
                <a:gd name="T74" fmla="*/ 1 w 3960"/>
                <a:gd name="T75" fmla="*/ 8 h 4768"/>
                <a:gd name="T76" fmla="*/ 1 w 3960"/>
                <a:gd name="T77" fmla="*/ 8 h 4768"/>
                <a:gd name="T78" fmla="*/ 0 w 3960"/>
                <a:gd name="T79" fmla="*/ 9 h 4768"/>
                <a:gd name="T80" fmla="*/ 0 w 3960"/>
                <a:gd name="T81" fmla="*/ 9 h 4768"/>
                <a:gd name="T82" fmla="*/ 0 w 3960"/>
                <a:gd name="T83" fmla="*/ 10 h 4768"/>
                <a:gd name="T84" fmla="*/ 0 w 3960"/>
                <a:gd name="T85" fmla="*/ 11 h 4768"/>
                <a:gd name="T86" fmla="*/ 0 w 3960"/>
                <a:gd name="T87" fmla="*/ 25 h 4768"/>
                <a:gd name="T88" fmla="*/ 0 w 3960"/>
                <a:gd name="T89" fmla="*/ 26 h 4768"/>
                <a:gd name="T90" fmla="*/ 0 w 3960"/>
                <a:gd name="T91" fmla="*/ 27 h 4768"/>
                <a:gd name="T92" fmla="*/ 1 w 3960"/>
                <a:gd name="T93" fmla="*/ 28 h 4768"/>
                <a:gd name="T94" fmla="*/ 1 w 3960"/>
                <a:gd name="T95" fmla="*/ 29 h 4768"/>
                <a:gd name="T96" fmla="*/ 1 w 3960"/>
                <a:gd name="T97" fmla="*/ 29 h 4768"/>
                <a:gd name="T98" fmla="*/ 2 w 3960"/>
                <a:gd name="T99" fmla="*/ 30 h 4768"/>
                <a:gd name="T100" fmla="*/ 3 w 3960"/>
                <a:gd name="T101" fmla="*/ 31 h 4768"/>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w 3960"/>
                <a:gd name="T154" fmla="*/ 0 h 4768"/>
                <a:gd name="T155" fmla="*/ 3960 w 3960"/>
                <a:gd name="T156" fmla="*/ 4768 h 4768"/>
              </a:gdLst>
              <a:ahLst/>
              <a:cxnLst>
                <a:cxn ang="T102">
                  <a:pos x="T0" y="T1"/>
                </a:cxn>
                <a:cxn ang="T103">
                  <a:pos x="T2" y="T3"/>
                </a:cxn>
                <a:cxn ang="T104">
                  <a:pos x="T4" y="T5"/>
                </a:cxn>
                <a:cxn ang="T105">
                  <a:pos x="T6" y="T7"/>
                </a:cxn>
                <a:cxn ang="T106">
                  <a:pos x="T8" y="T9"/>
                </a:cxn>
                <a:cxn ang="T107">
                  <a:pos x="T10" y="T11"/>
                </a:cxn>
                <a:cxn ang="T108">
                  <a:pos x="T12" y="T13"/>
                </a:cxn>
                <a:cxn ang="T109">
                  <a:pos x="T14" y="T15"/>
                </a:cxn>
                <a:cxn ang="T110">
                  <a:pos x="T16" y="T17"/>
                </a:cxn>
                <a:cxn ang="T111">
                  <a:pos x="T18" y="T19"/>
                </a:cxn>
                <a:cxn ang="T112">
                  <a:pos x="T20" y="T21"/>
                </a:cxn>
                <a:cxn ang="T113">
                  <a:pos x="T22" y="T23"/>
                </a:cxn>
                <a:cxn ang="T114">
                  <a:pos x="T24" y="T25"/>
                </a:cxn>
                <a:cxn ang="T115">
                  <a:pos x="T26" y="T27"/>
                </a:cxn>
                <a:cxn ang="T116">
                  <a:pos x="T28" y="T29"/>
                </a:cxn>
                <a:cxn ang="T117">
                  <a:pos x="T30" y="T31"/>
                </a:cxn>
                <a:cxn ang="T118">
                  <a:pos x="T32" y="T33"/>
                </a:cxn>
                <a:cxn ang="T119">
                  <a:pos x="T34" y="T35"/>
                </a:cxn>
                <a:cxn ang="T120">
                  <a:pos x="T36" y="T37"/>
                </a:cxn>
                <a:cxn ang="T121">
                  <a:pos x="T38" y="T39"/>
                </a:cxn>
                <a:cxn ang="T122">
                  <a:pos x="T40" y="T41"/>
                </a:cxn>
                <a:cxn ang="T123">
                  <a:pos x="T42" y="T43"/>
                </a:cxn>
                <a:cxn ang="T124">
                  <a:pos x="T44" y="T45"/>
                </a:cxn>
                <a:cxn ang="T125">
                  <a:pos x="T46" y="T47"/>
                </a:cxn>
                <a:cxn ang="T126">
                  <a:pos x="T48" y="T49"/>
                </a:cxn>
                <a:cxn ang="T127">
                  <a:pos x="T50" y="T51"/>
                </a:cxn>
                <a:cxn ang="T128">
                  <a:pos x="T52" y="T53"/>
                </a:cxn>
                <a:cxn ang="T129">
                  <a:pos x="T54" y="T55"/>
                </a:cxn>
                <a:cxn ang="T130">
                  <a:pos x="T56" y="T57"/>
                </a:cxn>
                <a:cxn ang="T131">
                  <a:pos x="T58" y="T59"/>
                </a:cxn>
                <a:cxn ang="T132">
                  <a:pos x="T60" y="T61"/>
                </a:cxn>
                <a:cxn ang="T133">
                  <a:pos x="T62" y="T63"/>
                </a:cxn>
                <a:cxn ang="T134">
                  <a:pos x="T64" y="T65"/>
                </a:cxn>
                <a:cxn ang="T135">
                  <a:pos x="T66" y="T67"/>
                </a:cxn>
                <a:cxn ang="T136">
                  <a:pos x="T68" y="T69"/>
                </a:cxn>
                <a:cxn ang="T137">
                  <a:pos x="T70" y="T71"/>
                </a:cxn>
                <a:cxn ang="T138">
                  <a:pos x="T72" y="T73"/>
                </a:cxn>
                <a:cxn ang="T139">
                  <a:pos x="T74" y="T75"/>
                </a:cxn>
                <a:cxn ang="T140">
                  <a:pos x="T76" y="T77"/>
                </a:cxn>
                <a:cxn ang="T141">
                  <a:pos x="T78" y="T79"/>
                </a:cxn>
                <a:cxn ang="T142">
                  <a:pos x="T80" y="T81"/>
                </a:cxn>
                <a:cxn ang="T143">
                  <a:pos x="T82" y="T83"/>
                </a:cxn>
                <a:cxn ang="T144">
                  <a:pos x="T84" y="T85"/>
                </a:cxn>
                <a:cxn ang="T145">
                  <a:pos x="T86" y="T87"/>
                </a:cxn>
                <a:cxn ang="T146">
                  <a:pos x="T88" y="T89"/>
                </a:cxn>
                <a:cxn ang="T147">
                  <a:pos x="T90" y="T91"/>
                </a:cxn>
                <a:cxn ang="T148">
                  <a:pos x="T92" y="T93"/>
                </a:cxn>
                <a:cxn ang="T149">
                  <a:pos x="T94" y="T95"/>
                </a:cxn>
                <a:cxn ang="T150">
                  <a:pos x="T96" y="T97"/>
                </a:cxn>
                <a:cxn ang="T151">
                  <a:pos x="T98" y="T99"/>
                </a:cxn>
                <a:cxn ang="T152">
                  <a:pos x="T100" y="T101"/>
                </a:cxn>
              </a:cxnLst>
              <a:rect l="T153" t="T154" r="T155" b="T156"/>
              <a:pathLst>
                <a:path w="3960" h="4768">
                  <a:moveTo>
                    <a:pt x="353" y="3849"/>
                  </a:moveTo>
                  <a:lnTo>
                    <a:pt x="1661" y="4700"/>
                  </a:lnTo>
                  <a:lnTo>
                    <a:pt x="1697" y="4717"/>
                  </a:lnTo>
                  <a:lnTo>
                    <a:pt x="1736" y="4731"/>
                  </a:lnTo>
                  <a:lnTo>
                    <a:pt x="1776" y="4742"/>
                  </a:lnTo>
                  <a:lnTo>
                    <a:pt x="1818" y="4753"/>
                  </a:lnTo>
                  <a:lnTo>
                    <a:pt x="1860" y="4760"/>
                  </a:lnTo>
                  <a:lnTo>
                    <a:pt x="1902" y="4765"/>
                  </a:lnTo>
                  <a:lnTo>
                    <a:pt x="1946" y="4768"/>
                  </a:lnTo>
                  <a:lnTo>
                    <a:pt x="1988" y="4768"/>
                  </a:lnTo>
                  <a:lnTo>
                    <a:pt x="2031" y="4767"/>
                  </a:lnTo>
                  <a:lnTo>
                    <a:pt x="2073" y="4763"/>
                  </a:lnTo>
                  <a:lnTo>
                    <a:pt x="2114" y="4758"/>
                  </a:lnTo>
                  <a:lnTo>
                    <a:pt x="2154" y="4751"/>
                  </a:lnTo>
                  <a:lnTo>
                    <a:pt x="2193" y="4740"/>
                  </a:lnTo>
                  <a:lnTo>
                    <a:pt x="2230" y="4729"/>
                  </a:lnTo>
                  <a:lnTo>
                    <a:pt x="2264" y="4715"/>
                  </a:lnTo>
                  <a:lnTo>
                    <a:pt x="2297" y="4700"/>
                  </a:lnTo>
                  <a:lnTo>
                    <a:pt x="3639" y="3825"/>
                  </a:lnTo>
                  <a:lnTo>
                    <a:pt x="3673" y="3795"/>
                  </a:lnTo>
                  <a:lnTo>
                    <a:pt x="3707" y="3761"/>
                  </a:lnTo>
                  <a:lnTo>
                    <a:pt x="3738" y="3725"/>
                  </a:lnTo>
                  <a:lnTo>
                    <a:pt x="3768" y="3685"/>
                  </a:lnTo>
                  <a:lnTo>
                    <a:pt x="3796" y="3644"/>
                  </a:lnTo>
                  <a:lnTo>
                    <a:pt x="3821" y="3599"/>
                  </a:lnTo>
                  <a:lnTo>
                    <a:pt x="3846" y="3553"/>
                  </a:lnTo>
                  <a:lnTo>
                    <a:pt x="3868" y="3505"/>
                  </a:lnTo>
                  <a:lnTo>
                    <a:pt x="3888" y="3456"/>
                  </a:lnTo>
                  <a:lnTo>
                    <a:pt x="3907" y="3406"/>
                  </a:lnTo>
                  <a:lnTo>
                    <a:pt x="3922" y="3354"/>
                  </a:lnTo>
                  <a:lnTo>
                    <a:pt x="3935" y="3303"/>
                  </a:lnTo>
                  <a:lnTo>
                    <a:pt x="3946" y="3250"/>
                  </a:lnTo>
                  <a:lnTo>
                    <a:pt x="3953" y="3197"/>
                  </a:lnTo>
                  <a:lnTo>
                    <a:pt x="3957" y="3144"/>
                  </a:lnTo>
                  <a:lnTo>
                    <a:pt x="3960" y="3092"/>
                  </a:lnTo>
                  <a:lnTo>
                    <a:pt x="3959" y="1313"/>
                  </a:lnTo>
                  <a:lnTo>
                    <a:pt x="3955" y="1271"/>
                  </a:lnTo>
                  <a:lnTo>
                    <a:pt x="3949" y="1229"/>
                  </a:lnTo>
                  <a:lnTo>
                    <a:pt x="3941" y="1189"/>
                  </a:lnTo>
                  <a:lnTo>
                    <a:pt x="3930" y="1149"/>
                  </a:lnTo>
                  <a:lnTo>
                    <a:pt x="3918" y="1111"/>
                  </a:lnTo>
                  <a:lnTo>
                    <a:pt x="3902" y="1075"/>
                  </a:lnTo>
                  <a:lnTo>
                    <a:pt x="3886" y="1040"/>
                  </a:lnTo>
                  <a:lnTo>
                    <a:pt x="3867" y="1006"/>
                  </a:lnTo>
                  <a:lnTo>
                    <a:pt x="3846" y="973"/>
                  </a:lnTo>
                  <a:lnTo>
                    <a:pt x="3823" y="942"/>
                  </a:lnTo>
                  <a:lnTo>
                    <a:pt x="3798" y="913"/>
                  </a:lnTo>
                  <a:lnTo>
                    <a:pt x="3771" y="886"/>
                  </a:lnTo>
                  <a:lnTo>
                    <a:pt x="3743" y="860"/>
                  </a:lnTo>
                  <a:lnTo>
                    <a:pt x="3714" y="837"/>
                  </a:lnTo>
                  <a:lnTo>
                    <a:pt x="3682" y="816"/>
                  </a:lnTo>
                  <a:lnTo>
                    <a:pt x="3649" y="796"/>
                  </a:lnTo>
                  <a:lnTo>
                    <a:pt x="2386" y="83"/>
                  </a:lnTo>
                  <a:lnTo>
                    <a:pt x="2350" y="65"/>
                  </a:lnTo>
                  <a:lnTo>
                    <a:pt x="2310" y="50"/>
                  </a:lnTo>
                  <a:lnTo>
                    <a:pt x="2268" y="36"/>
                  </a:lnTo>
                  <a:lnTo>
                    <a:pt x="2223" y="24"/>
                  </a:lnTo>
                  <a:lnTo>
                    <a:pt x="2178" y="15"/>
                  </a:lnTo>
                  <a:lnTo>
                    <a:pt x="2131" y="8"/>
                  </a:lnTo>
                  <a:lnTo>
                    <a:pt x="2082" y="3"/>
                  </a:lnTo>
                  <a:lnTo>
                    <a:pt x="2032" y="0"/>
                  </a:lnTo>
                  <a:lnTo>
                    <a:pt x="1982" y="1"/>
                  </a:lnTo>
                  <a:lnTo>
                    <a:pt x="1933" y="3"/>
                  </a:lnTo>
                  <a:lnTo>
                    <a:pt x="1882" y="9"/>
                  </a:lnTo>
                  <a:lnTo>
                    <a:pt x="1833" y="17"/>
                  </a:lnTo>
                  <a:lnTo>
                    <a:pt x="1785" y="29"/>
                  </a:lnTo>
                  <a:lnTo>
                    <a:pt x="1737" y="43"/>
                  </a:lnTo>
                  <a:lnTo>
                    <a:pt x="1691" y="62"/>
                  </a:lnTo>
                  <a:lnTo>
                    <a:pt x="1647" y="83"/>
                  </a:lnTo>
                  <a:lnTo>
                    <a:pt x="311" y="782"/>
                  </a:lnTo>
                  <a:lnTo>
                    <a:pt x="276" y="803"/>
                  </a:lnTo>
                  <a:lnTo>
                    <a:pt x="243" y="826"/>
                  </a:lnTo>
                  <a:lnTo>
                    <a:pt x="213" y="852"/>
                  </a:lnTo>
                  <a:lnTo>
                    <a:pt x="184" y="879"/>
                  </a:lnTo>
                  <a:lnTo>
                    <a:pt x="155" y="908"/>
                  </a:lnTo>
                  <a:lnTo>
                    <a:pt x="131" y="939"/>
                  </a:lnTo>
                  <a:lnTo>
                    <a:pt x="107" y="971"/>
                  </a:lnTo>
                  <a:lnTo>
                    <a:pt x="86" y="1005"/>
                  </a:lnTo>
                  <a:lnTo>
                    <a:pt x="68" y="1040"/>
                  </a:lnTo>
                  <a:lnTo>
                    <a:pt x="50" y="1076"/>
                  </a:lnTo>
                  <a:lnTo>
                    <a:pt x="36" y="1115"/>
                  </a:lnTo>
                  <a:lnTo>
                    <a:pt x="23" y="1153"/>
                  </a:lnTo>
                  <a:lnTo>
                    <a:pt x="14" y="1195"/>
                  </a:lnTo>
                  <a:lnTo>
                    <a:pt x="7" y="1236"/>
                  </a:lnTo>
                  <a:lnTo>
                    <a:pt x="2" y="1279"/>
                  </a:lnTo>
                  <a:lnTo>
                    <a:pt x="0" y="1322"/>
                  </a:lnTo>
                  <a:lnTo>
                    <a:pt x="0" y="3093"/>
                  </a:lnTo>
                  <a:lnTo>
                    <a:pt x="2" y="3147"/>
                  </a:lnTo>
                  <a:lnTo>
                    <a:pt x="7" y="3202"/>
                  </a:lnTo>
                  <a:lnTo>
                    <a:pt x="15" y="3257"/>
                  </a:lnTo>
                  <a:lnTo>
                    <a:pt x="27" y="3312"/>
                  </a:lnTo>
                  <a:lnTo>
                    <a:pt x="42" y="3366"/>
                  </a:lnTo>
                  <a:lnTo>
                    <a:pt x="59" y="3420"/>
                  </a:lnTo>
                  <a:lnTo>
                    <a:pt x="79" y="3474"/>
                  </a:lnTo>
                  <a:lnTo>
                    <a:pt x="102" y="3525"/>
                  </a:lnTo>
                  <a:lnTo>
                    <a:pt x="127" y="3576"/>
                  </a:lnTo>
                  <a:lnTo>
                    <a:pt x="154" y="3624"/>
                  </a:lnTo>
                  <a:lnTo>
                    <a:pt x="184" y="3670"/>
                  </a:lnTo>
                  <a:lnTo>
                    <a:pt x="214" y="3712"/>
                  </a:lnTo>
                  <a:lnTo>
                    <a:pt x="247" y="3752"/>
                  </a:lnTo>
                  <a:lnTo>
                    <a:pt x="281" y="3788"/>
                  </a:lnTo>
                  <a:lnTo>
                    <a:pt x="317" y="3821"/>
                  </a:lnTo>
                  <a:lnTo>
                    <a:pt x="353" y="384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3322" name="Freeform 36"/>
            <p:cNvSpPr>
              <a:spLocks/>
            </p:cNvSpPr>
            <p:nvPr/>
          </p:nvSpPr>
          <p:spPr bwMode="auto">
            <a:xfrm>
              <a:off x="943" y="2210"/>
              <a:ext cx="276" cy="187"/>
            </a:xfrm>
            <a:custGeom>
              <a:avLst/>
              <a:gdLst>
                <a:gd name="T0" fmla="*/ 11 w 1380"/>
                <a:gd name="T1" fmla="*/ 7 h 937"/>
                <a:gd name="T2" fmla="*/ 11 w 1380"/>
                <a:gd name="T3" fmla="*/ 7 h 937"/>
                <a:gd name="T4" fmla="*/ 0 w 1380"/>
                <a:gd name="T5" fmla="*/ 0 h 937"/>
                <a:gd name="T6" fmla="*/ 0 w 1380"/>
                <a:gd name="T7" fmla="*/ 1 h 937"/>
                <a:gd name="T8" fmla="*/ 10 w 1380"/>
                <a:gd name="T9" fmla="*/ 7 h 937"/>
                <a:gd name="T10" fmla="*/ 10 w 1380"/>
                <a:gd name="T11" fmla="*/ 7 h 937"/>
                <a:gd name="T12" fmla="*/ 10 w 1380"/>
                <a:gd name="T13" fmla="*/ 7 h 937"/>
                <a:gd name="T14" fmla="*/ 11 w 1380"/>
                <a:gd name="T15" fmla="*/ 7 h 937"/>
                <a:gd name="T16" fmla="*/ 11 w 1380"/>
                <a:gd name="T17" fmla="*/ 7 h 937"/>
                <a:gd name="T18" fmla="*/ 11 w 1380"/>
                <a:gd name="T19" fmla="*/ 7 h 937"/>
                <a:gd name="T20" fmla="*/ 11 w 1380"/>
                <a:gd name="T21" fmla="*/ 7 h 937"/>
                <a:gd name="T22" fmla="*/ 11 w 1380"/>
                <a:gd name="T23" fmla="*/ 7 h 937"/>
                <a:gd name="T24" fmla="*/ 11 w 1380"/>
                <a:gd name="T25" fmla="*/ 7 h 937"/>
                <a:gd name="T26" fmla="*/ 11 w 1380"/>
                <a:gd name="T27" fmla="*/ 7 h 937"/>
                <a:gd name="T28" fmla="*/ 11 w 1380"/>
                <a:gd name="T29" fmla="*/ 7 h 937"/>
                <a:gd name="T30" fmla="*/ 11 w 1380"/>
                <a:gd name="T31" fmla="*/ 7 h 93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80"/>
                <a:gd name="T49" fmla="*/ 0 h 937"/>
                <a:gd name="T50" fmla="*/ 1380 w 1380"/>
                <a:gd name="T51" fmla="*/ 937 h 93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80" h="937">
                  <a:moveTo>
                    <a:pt x="1354" y="848"/>
                  </a:moveTo>
                  <a:lnTo>
                    <a:pt x="1359" y="851"/>
                  </a:lnTo>
                  <a:lnTo>
                    <a:pt x="51" y="0"/>
                  </a:lnTo>
                  <a:lnTo>
                    <a:pt x="0" y="78"/>
                  </a:lnTo>
                  <a:lnTo>
                    <a:pt x="1307" y="929"/>
                  </a:lnTo>
                  <a:lnTo>
                    <a:pt x="1312" y="932"/>
                  </a:lnTo>
                  <a:lnTo>
                    <a:pt x="1307" y="929"/>
                  </a:lnTo>
                  <a:lnTo>
                    <a:pt x="1326" y="937"/>
                  </a:lnTo>
                  <a:lnTo>
                    <a:pt x="1345" y="936"/>
                  </a:lnTo>
                  <a:lnTo>
                    <a:pt x="1360" y="929"/>
                  </a:lnTo>
                  <a:lnTo>
                    <a:pt x="1372" y="916"/>
                  </a:lnTo>
                  <a:lnTo>
                    <a:pt x="1379" y="899"/>
                  </a:lnTo>
                  <a:lnTo>
                    <a:pt x="1380" y="883"/>
                  </a:lnTo>
                  <a:lnTo>
                    <a:pt x="1374" y="865"/>
                  </a:lnTo>
                  <a:lnTo>
                    <a:pt x="1359" y="851"/>
                  </a:lnTo>
                  <a:lnTo>
                    <a:pt x="1354" y="84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3323" name="Freeform 37"/>
            <p:cNvSpPr>
              <a:spLocks/>
            </p:cNvSpPr>
            <p:nvPr/>
          </p:nvSpPr>
          <p:spPr bwMode="auto">
            <a:xfrm>
              <a:off x="1206" y="2379"/>
              <a:ext cx="140" cy="32"/>
            </a:xfrm>
            <a:custGeom>
              <a:avLst/>
              <a:gdLst>
                <a:gd name="T0" fmla="*/ 5 w 703"/>
                <a:gd name="T1" fmla="*/ 0 h 162"/>
                <a:gd name="T2" fmla="*/ 5 w 703"/>
                <a:gd name="T3" fmla="*/ 0 h 162"/>
                <a:gd name="T4" fmla="*/ 5 w 703"/>
                <a:gd name="T5" fmla="*/ 0 h 162"/>
                <a:gd name="T6" fmla="*/ 5 w 703"/>
                <a:gd name="T7" fmla="*/ 0 h 162"/>
                <a:gd name="T8" fmla="*/ 4 w 703"/>
                <a:gd name="T9" fmla="*/ 0 h 162"/>
                <a:gd name="T10" fmla="*/ 4 w 703"/>
                <a:gd name="T11" fmla="*/ 0 h 162"/>
                <a:gd name="T12" fmla="*/ 4 w 703"/>
                <a:gd name="T13" fmla="*/ 0 h 162"/>
                <a:gd name="T14" fmla="*/ 3 w 703"/>
                <a:gd name="T15" fmla="*/ 1 h 162"/>
                <a:gd name="T16" fmla="*/ 3 w 703"/>
                <a:gd name="T17" fmla="*/ 1 h 162"/>
                <a:gd name="T18" fmla="*/ 3 w 703"/>
                <a:gd name="T19" fmla="*/ 1 h 162"/>
                <a:gd name="T20" fmla="*/ 2 w 703"/>
                <a:gd name="T21" fmla="*/ 1 h 162"/>
                <a:gd name="T22" fmla="*/ 2 w 703"/>
                <a:gd name="T23" fmla="*/ 1 h 162"/>
                <a:gd name="T24" fmla="*/ 2 w 703"/>
                <a:gd name="T25" fmla="*/ 0 h 162"/>
                <a:gd name="T26" fmla="*/ 1 w 703"/>
                <a:gd name="T27" fmla="*/ 0 h 162"/>
                <a:gd name="T28" fmla="*/ 1 w 703"/>
                <a:gd name="T29" fmla="*/ 0 h 162"/>
                <a:gd name="T30" fmla="*/ 1 w 703"/>
                <a:gd name="T31" fmla="*/ 0 h 162"/>
                <a:gd name="T32" fmla="*/ 1 w 703"/>
                <a:gd name="T33" fmla="*/ 0 h 162"/>
                <a:gd name="T34" fmla="*/ 0 w 703"/>
                <a:gd name="T35" fmla="*/ 0 h 162"/>
                <a:gd name="T36" fmla="*/ 0 w 703"/>
                <a:gd name="T37" fmla="*/ 1 h 162"/>
                <a:gd name="T38" fmla="*/ 0 w 703"/>
                <a:gd name="T39" fmla="*/ 1 h 162"/>
                <a:gd name="T40" fmla="*/ 1 w 703"/>
                <a:gd name="T41" fmla="*/ 1 h 162"/>
                <a:gd name="T42" fmla="*/ 1 w 703"/>
                <a:gd name="T43" fmla="*/ 1 h 162"/>
                <a:gd name="T44" fmla="*/ 1 w 703"/>
                <a:gd name="T45" fmla="*/ 1 h 162"/>
                <a:gd name="T46" fmla="*/ 2 w 703"/>
                <a:gd name="T47" fmla="*/ 1 h 162"/>
                <a:gd name="T48" fmla="*/ 2 w 703"/>
                <a:gd name="T49" fmla="*/ 1 h 162"/>
                <a:gd name="T50" fmla="*/ 2 w 703"/>
                <a:gd name="T51" fmla="*/ 1 h 162"/>
                <a:gd name="T52" fmla="*/ 3 w 703"/>
                <a:gd name="T53" fmla="*/ 1 h 162"/>
                <a:gd name="T54" fmla="*/ 3 w 703"/>
                <a:gd name="T55" fmla="*/ 1 h 162"/>
                <a:gd name="T56" fmla="*/ 3 w 703"/>
                <a:gd name="T57" fmla="*/ 1 h 162"/>
                <a:gd name="T58" fmla="*/ 4 w 703"/>
                <a:gd name="T59" fmla="*/ 1 h 162"/>
                <a:gd name="T60" fmla="*/ 4 w 703"/>
                <a:gd name="T61" fmla="*/ 1 h 162"/>
                <a:gd name="T62" fmla="*/ 5 w 703"/>
                <a:gd name="T63" fmla="*/ 1 h 162"/>
                <a:gd name="T64" fmla="*/ 5 w 703"/>
                <a:gd name="T65" fmla="*/ 1 h 162"/>
                <a:gd name="T66" fmla="*/ 5 w 703"/>
                <a:gd name="T67" fmla="*/ 1 h 162"/>
                <a:gd name="T68" fmla="*/ 5 w 703"/>
                <a:gd name="T69" fmla="*/ 1 h 162"/>
                <a:gd name="T70" fmla="*/ 5 w 703"/>
                <a:gd name="T71" fmla="*/ 1 h 162"/>
                <a:gd name="T72" fmla="*/ 5 w 703"/>
                <a:gd name="T73" fmla="*/ 1 h 162"/>
                <a:gd name="T74" fmla="*/ 5 w 703"/>
                <a:gd name="T75" fmla="*/ 1 h 162"/>
                <a:gd name="T76" fmla="*/ 6 w 703"/>
                <a:gd name="T77" fmla="*/ 0 h 162"/>
                <a:gd name="T78" fmla="*/ 6 w 703"/>
                <a:gd name="T79" fmla="*/ 0 h 162"/>
                <a:gd name="T80" fmla="*/ 6 w 703"/>
                <a:gd name="T81" fmla="*/ 0 h 162"/>
                <a:gd name="T82" fmla="*/ 5 w 703"/>
                <a:gd name="T83" fmla="*/ 0 h 162"/>
                <a:gd name="T84" fmla="*/ 5 w 703"/>
                <a:gd name="T85" fmla="*/ 0 h 162"/>
                <a:gd name="T86" fmla="*/ 5 w 703"/>
                <a:gd name="T87" fmla="*/ 0 h 162"/>
                <a:gd name="T88" fmla="*/ 5 w 703"/>
                <a:gd name="T89" fmla="*/ 0 h 162"/>
                <a:gd name="T90" fmla="*/ 5 w 703"/>
                <a:gd name="T91" fmla="*/ 0 h 162"/>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703"/>
                <a:gd name="T139" fmla="*/ 0 h 162"/>
                <a:gd name="T140" fmla="*/ 703 w 703"/>
                <a:gd name="T141" fmla="*/ 162 h 162"/>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703" h="162">
                  <a:moveTo>
                    <a:pt x="631" y="8"/>
                  </a:moveTo>
                  <a:lnTo>
                    <a:pt x="636" y="6"/>
                  </a:lnTo>
                  <a:lnTo>
                    <a:pt x="606" y="20"/>
                  </a:lnTo>
                  <a:lnTo>
                    <a:pt x="575" y="32"/>
                  </a:lnTo>
                  <a:lnTo>
                    <a:pt x="540" y="42"/>
                  </a:lnTo>
                  <a:lnTo>
                    <a:pt x="504" y="52"/>
                  </a:lnTo>
                  <a:lnTo>
                    <a:pt x="467" y="59"/>
                  </a:lnTo>
                  <a:lnTo>
                    <a:pt x="428" y="64"/>
                  </a:lnTo>
                  <a:lnTo>
                    <a:pt x="389" y="67"/>
                  </a:lnTo>
                  <a:lnTo>
                    <a:pt x="348" y="68"/>
                  </a:lnTo>
                  <a:lnTo>
                    <a:pt x="308" y="68"/>
                  </a:lnTo>
                  <a:lnTo>
                    <a:pt x="267" y="65"/>
                  </a:lnTo>
                  <a:lnTo>
                    <a:pt x="226" y="61"/>
                  </a:lnTo>
                  <a:lnTo>
                    <a:pt x="187" y="54"/>
                  </a:lnTo>
                  <a:lnTo>
                    <a:pt x="148" y="44"/>
                  </a:lnTo>
                  <a:lnTo>
                    <a:pt x="110" y="33"/>
                  </a:lnTo>
                  <a:lnTo>
                    <a:pt x="75" y="20"/>
                  </a:lnTo>
                  <a:lnTo>
                    <a:pt x="42" y="5"/>
                  </a:lnTo>
                  <a:lnTo>
                    <a:pt x="0" y="89"/>
                  </a:lnTo>
                  <a:lnTo>
                    <a:pt x="40" y="107"/>
                  </a:lnTo>
                  <a:lnTo>
                    <a:pt x="82" y="122"/>
                  </a:lnTo>
                  <a:lnTo>
                    <a:pt x="124" y="135"/>
                  </a:lnTo>
                  <a:lnTo>
                    <a:pt x="169" y="146"/>
                  </a:lnTo>
                  <a:lnTo>
                    <a:pt x="214" y="153"/>
                  </a:lnTo>
                  <a:lnTo>
                    <a:pt x="258" y="158"/>
                  </a:lnTo>
                  <a:lnTo>
                    <a:pt x="303" y="162"/>
                  </a:lnTo>
                  <a:lnTo>
                    <a:pt x="348" y="162"/>
                  </a:lnTo>
                  <a:lnTo>
                    <a:pt x="394" y="161"/>
                  </a:lnTo>
                  <a:lnTo>
                    <a:pt x="439" y="157"/>
                  </a:lnTo>
                  <a:lnTo>
                    <a:pt x="481" y="150"/>
                  </a:lnTo>
                  <a:lnTo>
                    <a:pt x="525" y="143"/>
                  </a:lnTo>
                  <a:lnTo>
                    <a:pt x="566" y="132"/>
                  </a:lnTo>
                  <a:lnTo>
                    <a:pt x="606" y="121"/>
                  </a:lnTo>
                  <a:lnTo>
                    <a:pt x="643" y="105"/>
                  </a:lnTo>
                  <a:lnTo>
                    <a:pt x="678" y="88"/>
                  </a:lnTo>
                  <a:lnTo>
                    <a:pt x="683" y="86"/>
                  </a:lnTo>
                  <a:lnTo>
                    <a:pt x="678" y="88"/>
                  </a:lnTo>
                  <a:lnTo>
                    <a:pt x="695" y="75"/>
                  </a:lnTo>
                  <a:lnTo>
                    <a:pt x="702" y="60"/>
                  </a:lnTo>
                  <a:lnTo>
                    <a:pt x="703" y="42"/>
                  </a:lnTo>
                  <a:lnTo>
                    <a:pt x="698" y="26"/>
                  </a:lnTo>
                  <a:lnTo>
                    <a:pt x="688" y="12"/>
                  </a:lnTo>
                  <a:lnTo>
                    <a:pt x="674" y="3"/>
                  </a:lnTo>
                  <a:lnTo>
                    <a:pt x="656" y="0"/>
                  </a:lnTo>
                  <a:lnTo>
                    <a:pt x="636" y="6"/>
                  </a:lnTo>
                  <a:lnTo>
                    <a:pt x="631"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3324" name="Freeform 38"/>
            <p:cNvSpPr>
              <a:spLocks/>
            </p:cNvSpPr>
            <p:nvPr/>
          </p:nvSpPr>
          <p:spPr bwMode="auto">
            <a:xfrm>
              <a:off x="1332" y="2204"/>
              <a:ext cx="283" cy="192"/>
            </a:xfrm>
            <a:custGeom>
              <a:avLst/>
              <a:gdLst>
                <a:gd name="T0" fmla="*/ 11 w 1415"/>
                <a:gd name="T1" fmla="*/ 0 h 960"/>
                <a:gd name="T2" fmla="*/ 11 w 1415"/>
                <a:gd name="T3" fmla="*/ 0 h 960"/>
                <a:gd name="T4" fmla="*/ 0 w 1415"/>
                <a:gd name="T5" fmla="*/ 7 h 960"/>
                <a:gd name="T6" fmla="*/ 0 w 1415"/>
                <a:gd name="T7" fmla="*/ 8 h 960"/>
                <a:gd name="T8" fmla="*/ 11 w 1415"/>
                <a:gd name="T9" fmla="*/ 1 h 960"/>
                <a:gd name="T10" fmla="*/ 11 w 1415"/>
                <a:gd name="T11" fmla="*/ 1 h 960"/>
                <a:gd name="T12" fmla="*/ 11 w 1415"/>
                <a:gd name="T13" fmla="*/ 1 h 960"/>
                <a:gd name="T14" fmla="*/ 11 w 1415"/>
                <a:gd name="T15" fmla="*/ 1 h 960"/>
                <a:gd name="T16" fmla="*/ 11 w 1415"/>
                <a:gd name="T17" fmla="*/ 0 h 960"/>
                <a:gd name="T18" fmla="*/ 11 w 1415"/>
                <a:gd name="T19" fmla="*/ 0 h 960"/>
                <a:gd name="T20" fmla="*/ 11 w 1415"/>
                <a:gd name="T21" fmla="*/ 0 h 960"/>
                <a:gd name="T22" fmla="*/ 11 w 1415"/>
                <a:gd name="T23" fmla="*/ 0 h 960"/>
                <a:gd name="T24" fmla="*/ 11 w 1415"/>
                <a:gd name="T25" fmla="*/ 0 h 960"/>
                <a:gd name="T26" fmla="*/ 11 w 1415"/>
                <a:gd name="T27" fmla="*/ 0 h 960"/>
                <a:gd name="T28" fmla="*/ 11 w 1415"/>
                <a:gd name="T29" fmla="*/ 0 h 960"/>
                <a:gd name="T30" fmla="*/ 11 w 1415"/>
                <a:gd name="T31" fmla="*/ 0 h 96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15"/>
                <a:gd name="T49" fmla="*/ 0 h 960"/>
                <a:gd name="T50" fmla="*/ 1415 w 1415"/>
                <a:gd name="T51" fmla="*/ 960 h 96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15" h="960">
                  <a:moveTo>
                    <a:pt x="1338" y="10"/>
                  </a:moveTo>
                  <a:lnTo>
                    <a:pt x="1342" y="8"/>
                  </a:lnTo>
                  <a:lnTo>
                    <a:pt x="0" y="882"/>
                  </a:lnTo>
                  <a:lnTo>
                    <a:pt x="52" y="960"/>
                  </a:lnTo>
                  <a:lnTo>
                    <a:pt x="1393" y="85"/>
                  </a:lnTo>
                  <a:lnTo>
                    <a:pt x="1397" y="83"/>
                  </a:lnTo>
                  <a:lnTo>
                    <a:pt x="1393" y="85"/>
                  </a:lnTo>
                  <a:lnTo>
                    <a:pt x="1409" y="71"/>
                  </a:lnTo>
                  <a:lnTo>
                    <a:pt x="1415" y="53"/>
                  </a:lnTo>
                  <a:lnTo>
                    <a:pt x="1413" y="37"/>
                  </a:lnTo>
                  <a:lnTo>
                    <a:pt x="1406" y="21"/>
                  </a:lnTo>
                  <a:lnTo>
                    <a:pt x="1395" y="8"/>
                  </a:lnTo>
                  <a:lnTo>
                    <a:pt x="1379" y="1"/>
                  </a:lnTo>
                  <a:lnTo>
                    <a:pt x="1361" y="0"/>
                  </a:lnTo>
                  <a:lnTo>
                    <a:pt x="1342" y="8"/>
                  </a:lnTo>
                  <a:lnTo>
                    <a:pt x="1338" y="1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3325" name="Freeform 39"/>
            <p:cNvSpPr>
              <a:spLocks/>
            </p:cNvSpPr>
            <p:nvPr/>
          </p:nvSpPr>
          <p:spPr bwMode="auto">
            <a:xfrm>
              <a:off x="1599" y="2057"/>
              <a:ext cx="80" cy="163"/>
            </a:xfrm>
            <a:custGeom>
              <a:avLst/>
              <a:gdLst>
                <a:gd name="T0" fmla="*/ 2 w 398"/>
                <a:gd name="T1" fmla="*/ 0 h 817"/>
                <a:gd name="T2" fmla="*/ 2 w 398"/>
                <a:gd name="T3" fmla="*/ 0 h 817"/>
                <a:gd name="T4" fmla="*/ 2 w 398"/>
                <a:gd name="T5" fmla="*/ 1 h 817"/>
                <a:gd name="T6" fmla="*/ 2 w 398"/>
                <a:gd name="T7" fmla="*/ 1 h 817"/>
                <a:gd name="T8" fmla="*/ 2 w 398"/>
                <a:gd name="T9" fmla="*/ 2 h 817"/>
                <a:gd name="T10" fmla="*/ 2 w 398"/>
                <a:gd name="T11" fmla="*/ 2 h 817"/>
                <a:gd name="T12" fmla="*/ 2 w 398"/>
                <a:gd name="T13" fmla="*/ 2 h 817"/>
                <a:gd name="T14" fmla="*/ 2 w 398"/>
                <a:gd name="T15" fmla="*/ 3 h 817"/>
                <a:gd name="T16" fmla="*/ 2 w 398"/>
                <a:gd name="T17" fmla="*/ 3 h 817"/>
                <a:gd name="T18" fmla="*/ 2 w 398"/>
                <a:gd name="T19" fmla="*/ 4 h 817"/>
                <a:gd name="T20" fmla="*/ 2 w 398"/>
                <a:gd name="T21" fmla="*/ 4 h 817"/>
                <a:gd name="T22" fmla="*/ 1 w 398"/>
                <a:gd name="T23" fmla="*/ 4 h 817"/>
                <a:gd name="T24" fmla="*/ 1 w 398"/>
                <a:gd name="T25" fmla="*/ 5 h 817"/>
                <a:gd name="T26" fmla="*/ 1 w 398"/>
                <a:gd name="T27" fmla="*/ 5 h 817"/>
                <a:gd name="T28" fmla="*/ 1 w 398"/>
                <a:gd name="T29" fmla="*/ 5 h 817"/>
                <a:gd name="T30" fmla="*/ 1 w 398"/>
                <a:gd name="T31" fmla="*/ 5 h 817"/>
                <a:gd name="T32" fmla="*/ 0 w 398"/>
                <a:gd name="T33" fmla="*/ 6 h 817"/>
                <a:gd name="T34" fmla="*/ 0 w 398"/>
                <a:gd name="T35" fmla="*/ 6 h 817"/>
                <a:gd name="T36" fmla="*/ 0 w 398"/>
                <a:gd name="T37" fmla="*/ 7 h 817"/>
                <a:gd name="T38" fmla="*/ 1 w 398"/>
                <a:gd name="T39" fmla="*/ 6 h 817"/>
                <a:gd name="T40" fmla="*/ 1 w 398"/>
                <a:gd name="T41" fmla="*/ 6 h 817"/>
                <a:gd name="T42" fmla="*/ 1 w 398"/>
                <a:gd name="T43" fmla="*/ 6 h 817"/>
                <a:gd name="T44" fmla="*/ 2 w 398"/>
                <a:gd name="T45" fmla="*/ 5 h 817"/>
                <a:gd name="T46" fmla="*/ 2 w 398"/>
                <a:gd name="T47" fmla="*/ 5 h 817"/>
                <a:gd name="T48" fmla="*/ 2 w 398"/>
                <a:gd name="T49" fmla="*/ 5 h 817"/>
                <a:gd name="T50" fmla="*/ 2 w 398"/>
                <a:gd name="T51" fmla="*/ 4 h 817"/>
                <a:gd name="T52" fmla="*/ 2 w 398"/>
                <a:gd name="T53" fmla="*/ 4 h 817"/>
                <a:gd name="T54" fmla="*/ 3 w 398"/>
                <a:gd name="T55" fmla="*/ 3 h 817"/>
                <a:gd name="T56" fmla="*/ 3 w 398"/>
                <a:gd name="T57" fmla="*/ 3 h 817"/>
                <a:gd name="T58" fmla="*/ 3 w 398"/>
                <a:gd name="T59" fmla="*/ 3 h 817"/>
                <a:gd name="T60" fmla="*/ 3 w 398"/>
                <a:gd name="T61" fmla="*/ 2 h 817"/>
                <a:gd name="T62" fmla="*/ 3 w 398"/>
                <a:gd name="T63" fmla="*/ 2 h 817"/>
                <a:gd name="T64" fmla="*/ 3 w 398"/>
                <a:gd name="T65" fmla="*/ 1 h 817"/>
                <a:gd name="T66" fmla="*/ 3 w 398"/>
                <a:gd name="T67" fmla="*/ 1 h 817"/>
                <a:gd name="T68" fmla="*/ 3 w 398"/>
                <a:gd name="T69" fmla="*/ 0 h 817"/>
                <a:gd name="T70" fmla="*/ 3 w 398"/>
                <a:gd name="T71" fmla="*/ 0 h 817"/>
                <a:gd name="T72" fmla="*/ 3 w 398"/>
                <a:gd name="T73" fmla="*/ 0 h 817"/>
                <a:gd name="T74" fmla="*/ 3 w 398"/>
                <a:gd name="T75" fmla="*/ 0 h 817"/>
                <a:gd name="T76" fmla="*/ 3 w 398"/>
                <a:gd name="T77" fmla="*/ 0 h 817"/>
                <a:gd name="T78" fmla="*/ 3 w 398"/>
                <a:gd name="T79" fmla="*/ 0 h 817"/>
                <a:gd name="T80" fmla="*/ 3 w 398"/>
                <a:gd name="T81" fmla="*/ 0 h 817"/>
                <a:gd name="T82" fmla="*/ 3 w 398"/>
                <a:gd name="T83" fmla="*/ 0 h 817"/>
                <a:gd name="T84" fmla="*/ 3 w 398"/>
                <a:gd name="T85" fmla="*/ 0 h 817"/>
                <a:gd name="T86" fmla="*/ 2 w 398"/>
                <a:gd name="T87" fmla="*/ 0 h 817"/>
                <a:gd name="T88" fmla="*/ 2 w 398"/>
                <a:gd name="T89" fmla="*/ 0 h 817"/>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398"/>
                <a:gd name="T136" fmla="*/ 0 h 817"/>
                <a:gd name="T137" fmla="*/ 398 w 398"/>
                <a:gd name="T138" fmla="*/ 817 h 817"/>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398" h="817">
                  <a:moveTo>
                    <a:pt x="304" y="47"/>
                  </a:moveTo>
                  <a:lnTo>
                    <a:pt x="304" y="47"/>
                  </a:lnTo>
                  <a:lnTo>
                    <a:pt x="301" y="97"/>
                  </a:lnTo>
                  <a:lnTo>
                    <a:pt x="297" y="147"/>
                  </a:lnTo>
                  <a:lnTo>
                    <a:pt x="291" y="198"/>
                  </a:lnTo>
                  <a:lnTo>
                    <a:pt x="280" y="247"/>
                  </a:lnTo>
                  <a:lnTo>
                    <a:pt x="268" y="297"/>
                  </a:lnTo>
                  <a:lnTo>
                    <a:pt x="253" y="347"/>
                  </a:lnTo>
                  <a:lnTo>
                    <a:pt x="236" y="395"/>
                  </a:lnTo>
                  <a:lnTo>
                    <a:pt x="217" y="442"/>
                  </a:lnTo>
                  <a:lnTo>
                    <a:pt x="195" y="487"/>
                  </a:lnTo>
                  <a:lnTo>
                    <a:pt x="171" y="532"/>
                  </a:lnTo>
                  <a:lnTo>
                    <a:pt x="147" y="574"/>
                  </a:lnTo>
                  <a:lnTo>
                    <a:pt x="121" y="613"/>
                  </a:lnTo>
                  <a:lnTo>
                    <a:pt x="93" y="650"/>
                  </a:lnTo>
                  <a:lnTo>
                    <a:pt x="64" y="684"/>
                  </a:lnTo>
                  <a:lnTo>
                    <a:pt x="32" y="716"/>
                  </a:lnTo>
                  <a:lnTo>
                    <a:pt x="0" y="744"/>
                  </a:lnTo>
                  <a:lnTo>
                    <a:pt x="59" y="817"/>
                  </a:lnTo>
                  <a:lnTo>
                    <a:pt x="95" y="784"/>
                  </a:lnTo>
                  <a:lnTo>
                    <a:pt x="132" y="748"/>
                  </a:lnTo>
                  <a:lnTo>
                    <a:pt x="166" y="709"/>
                  </a:lnTo>
                  <a:lnTo>
                    <a:pt x="196" y="667"/>
                  </a:lnTo>
                  <a:lnTo>
                    <a:pt x="227" y="623"/>
                  </a:lnTo>
                  <a:lnTo>
                    <a:pt x="253" y="576"/>
                  </a:lnTo>
                  <a:lnTo>
                    <a:pt x="279" y="530"/>
                  </a:lnTo>
                  <a:lnTo>
                    <a:pt x="301" y="479"/>
                  </a:lnTo>
                  <a:lnTo>
                    <a:pt x="323" y="428"/>
                  </a:lnTo>
                  <a:lnTo>
                    <a:pt x="342" y="375"/>
                  </a:lnTo>
                  <a:lnTo>
                    <a:pt x="359" y="321"/>
                  </a:lnTo>
                  <a:lnTo>
                    <a:pt x="372" y="268"/>
                  </a:lnTo>
                  <a:lnTo>
                    <a:pt x="382" y="212"/>
                  </a:lnTo>
                  <a:lnTo>
                    <a:pt x="391" y="157"/>
                  </a:lnTo>
                  <a:lnTo>
                    <a:pt x="395" y="102"/>
                  </a:lnTo>
                  <a:lnTo>
                    <a:pt x="398" y="47"/>
                  </a:lnTo>
                  <a:lnTo>
                    <a:pt x="394" y="27"/>
                  </a:lnTo>
                  <a:lnTo>
                    <a:pt x="383" y="11"/>
                  </a:lnTo>
                  <a:lnTo>
                    <a:pt x="368" y="3"/>
                  </a:lnTo>
                  <a:lnTo>
                    <a:pt x="351" y="0"/>
                  </a:lnTo>
                  <a:lnTo>
                    <a:pt x="333" y="3"/>
                  </a:lnTo>
                  <a:lnTo>
                    <a:pt x="319" y="11"/>
                  </a:lnTo>
                  <a:lnTo>
                    <a:pt x="307" y="27"/>
                  </a:lnTo>
                  <a:lnTo>
                    <a:pt x="304" y="4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3326" name="Freeform 40"/>
            <p:cNvSpPr>
              <a:spLocks/>
            </p:cNvSpPr>
            <p:nvPr/>
          </p:nvSpPr>
          <p:spPr bwMode="auto">
            <a:xfrm>
              <a:off x="1660" y="1701"/>
              <a:ext cx="19" cy="365"/>
            </a:xfrm>
            <a:custGeom>
              <a:avLst/>
              <a:gdLst>
                <a:gd name="T0" fmla="*/ 0 w 95"/>
                <a:gd name="T1" fmla="*/ 0 h 1826"/>
                <a:gd name="T2" fmla="*/ 0 w 95"/>
                <a:gd name="T3" fmla="*/ 0 h 1826"/>
                <a:gd name="T4" fmla="*/ 0 w 95"/>
                <a:gd name="T5" fmla="*/ 15 h 1826"/>
                <a:gd name="T6" fmla="*/ 1 w 95"/>
                <a:gd name="T7" fmla="*/ 15 h 1826"/>
                <a:gd name="T8" fmla="*/ 1 w 95"/>
                <a:gd name="T9" fmla="*/ 0 h 1826"/>
                <a:gd name="T10" fmla="*/ 1 w 95"/>
                <a:gd name="T11" fmla="*/ 0 h 1826"/>
                <a:gd name="T12" fmla="*/ 1 w 95"/>
                <a:gd name="T13" fmla="*/ 0 h 1826"/>
                <a:gd name="T14" fmla="*/ 1 w 95"/>
                <a:gd name="T15" fmla="*/ 0 h 1826"/>
                <a:gd name="T16" fmla="*/ 1 w 95"/>
                <a:gd name="T17" fmla="*/ 0 h 1826"/>
                <a:gd name="T18" fmla="*/ 1 w 95"/>
                <a:gd name="T19" fmla="*/ 0 h 1826"/>
                <a:gd name="T20" fmla="*/ 0 w 95"/>
                <a:gd name="T21" fmla="*/ 0 h 1826"/>
                <a:gd name="T22" fmla="*/ 0 w 95"/>
                <a:gd name="T23" fmla="*/ 0 h 1826"/>
                <a:gd name="T24" fmla="*/ 0 w 95"/>
                <a:gd name="T25" fmla="*/ 0 h 1826"/>
                <a:gd name="T26" fmla="*/ 0 w 95"/>
                <a:gd name="T27" fmla="*/ 0 h 1826"/>
                <a:gd name="T28" fmla="*/ 0 w 95"/>
                <a:gd name="T29" fmla="*/ 0 h 1826"/>
                <a:gd name="T30" fmla="*/ 0 w 95"/>
                <a:gd name="T31" fmla="*/ 0 h 182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95"/>
                <a:gd name="T49" fmla="*/ 0 h 1826"/>
                <a:gd name="T50" fmla="*/ 95 w 95"/>
                <a:gd name="T51" fmla="*/ 1826 h 182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95" h="1826">
                  <a:moveTo>
                    <a:pt x="0" y="49"/>
                  </a:moveTo>
                  <a:lnTo>
                    <a:pt x="0" y="47"/>
                  </a:lnTo>
                  <a:lnTo>
                    <a:pt x="1" y="1826"/>
                  </a:lnTo>
                  <a:lnTo>
                    <a:pt x="95" y="1826"/>
                  </a:lnTo>
                  <a:lnTo>
                    <a:pt x="93" y="47"/>
                  </a:lnTo>
                  <a:lnTo>
                    <a:pt x="93" y="45"/>
                  </a:lnTo>
                  <a:lnTo>
                    <a:pt x="93" y="47"/>
                  </a:lnTo>
                  <a:lnTo>
                    <a:pt x="90" y="27"/>
                  </a:lnTo>
                  <a:lnTo>
                    <a:pt x="79" y="12"/>
                  </a:lnTo>
                  <a:lnTo>
                    <a:pt x="64" y="4"/>
                  </a:lnTo>
                  <a:lnTo>
                    <a:pt x="47" y="0"/>
                  </a:lnTo>
                  <a:lnTo>
                    <a:pt x="29" y="4"/>
                  </a:lnTo>
                  <a:lnTo>
                    <a:pt x="15" y="12"/>
                  </a:lnTo>
                  <a:lnTo>
                    <a:pt x="3" y="27"/>
                  </a:lnTo>
                  <a:lnTo>
                    <a:pt x="0" y="47"/>
                  </a:lnTo>
                  <a:lnTo>
                    <a:pt x="0" y="4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3327" name="Freeform 41"/>
            <p:cNvSpPr>
              <a:spLocks/>
            </p:cNvSpPr>
            <p:nvPr/>
          </p:nvSpPr>
          <p:spPr bwMode="auto">
            <a:xfrm>
              <a:off x="1598" y="1598"/>
              <a:ext cx="81" cy="113"/>
            </a:xfrm>
            <a:custGeom>
              <a:avLst/>
              <a:gdLst>
                <a:gd name="T0" fmla="*/ 0 w 401"/>
                <a:gd name="T1" fmla="*/ 1 h 566"/>
                <a:gd name="T2" fmla="*/ 0 w 401"/>
                <a:gd name="T3" fmla="*/ 1 h 566"/>
                <a:gd name="T4" fmla="*/ 0 w 401"/>
                <a:gd name="T5" fmla="*/ 1 h 566"/>
                <a:gd name="T6" fmla="*/ 1 w 401"/>
                <a:gd name="T7" fmla="*/ 1 h 566"/>
                <a:gd name="T8" fmla="*/ 1 w 401"/>
                <a:gd name="T9" fmla="*/ 1 h 566"/>
                <a:gd name="T10" fmla="*/ 1 w 401"/>
                <a:gd name="T11" fmla="*/ 1 h 566"/>
                <a:gd name="T12" fmla="*/ 1 w 401"/>
                <a:gd name="T13" fmla="*/ 2 h 566"/>
                <a:gd name="T14" fmla="*/ 1 w 401"/>
                <a:gd name="T15" fmla="*/ 2 h 566"/>
                <a:gd name="T16" fmla="*/ 2 w 401"/>
                <a:gd name="T17" fmla="*/ 2 h 566"/>
                <a:gd name="T18" fmla="*/ 2 w 401"/>
                <a:gd name="T19" fmla="*/ 2 h 566"/>
                <a:gd name="T20" fmla="*/ 2 w 401"/>
                <a:gd name="T21" fmla="*/ 2 h 566"/>
                <a:gd name="T22" fmla="*/ 2 w 401"/>
                <a:gd name="T23" fmla="*/ 3 h 566"/>
                <a:gd name="T24" fmla="*/ 2 w 401"/>
                <a:gd name="T25" fmla="*/ 3 h 566"/>
                <a:gd name="T26" fmla="*/ 2 w 401"/>
                <a:gd name="T27" fmla="*/ 3 h 566"/>
                <a:gd name="T28" fmla="*/ 2 w 401"/>
                <a:gd name="T29" fmla="*/ 4 h 566"/>
                <a:gd name="T30" fmla="*/ 2 w 401"/>
                <a:gd name="T31" fmla="*/ 4 h 566"/>
                <a:gd name="T32" fmla="*/ 2 w 401"/>
                <a:gd name="T33" fmla="*/ 4 h 566"/>
                <a:gd name="T34" fmla="*/ 3 w 401"/>
                <a:gd name="T35" fmla="*/ 5 h 566"/>
                <a:gd name="T36" fmla="*/ 3 w 401"/>
                <a:gd name="T37" fmla="*/ 4 h 566"/>
                <a:gd name="T38" fmla="*/ 3 w 401"/>
                <a:gd name="T39" fmla="*/ 4 h 566"/>
                <a:gd name="T40" fmla="*/ 3 w 401"/>
                <a:gd name="T41" fmla="*/ 4 h 566"/>
                <a:gd name="T42" fmla="*/ 3 w 401"/>
                <a:gd name="T43" fmla="*/ 3 h 566"/>
                <a:gd name="T44" fmla="*/ 3 w 401"/>
                <a:gd name="T45" fmla="*/ 3 h 566"/>
                <a:gd name="T46" fmla="*/ 3 w 401"/>
                <a:gd name="T47" fmla="*/ 3 h 566"/>
                <a:gd name="T48" fmla="*/ 3 w 401"/>
                <a:gd name="T49" fmla="*/ 2 h 566"/>
                <a:gd name="T50" fmla="*/ 3 w 401"/>
                <a:gd name="T51" fmla="*/ 2 h 566"/>
                <a:gd name="T52" fmla="*/ 2 w 401"/>
                <a:gd name="T53" fmla="*/ 2 h 566"/>
                <a:gd name="T54" fmla="*/ 2 w 401"/>
                <a:gd name="T55" fmla="*/ 2 h 566"/>
                <a:gd name="T56" fmla="*/ 2 w 401"/>
                <a:gd name="T57" fmla="*/ 1 h 566"/>
                <a:gd name="T58" fmla="*/ 2 w 401"/>
                <a:gd name="T59" fmla="*/ 1 h 566"/>
                <a:gd name="T60" fmla="*/ 2 w 401"/>
                <a:gd name="T61" fmla="*/ 1 h 566"/>
                <a:gd name="T62" fmla="*/ 1 w 401"/>
                <a:gd name="T63" fmla="*/ 1 h 566"/>
                <a:gd name="T64" fmla="*/ 1 w 401"/>
                <a:gd name="T65" fmla="*/ 0 h 566"/>
                <a:gd name="T66" fmla="*/ 1 w 401"/>
                <a:gd name="T67" fmla="*/ 0 h 566"/>
                <a:gd name="T68" fmla="*/ 1 w 401"/>
                <a:gd name="T69" fmla="*/ 0 h 566"/>
                <a:gd name="T70" fmla="*/ 1 w 401"/>
                <a:gd name="T71" fmla="*/ 0 h 566"/>
                <a:gd name="T72" fmla="*/ 1 w 401"/>
                <a:gd name="T73" fmla="*/ 0 h 566"/>
                <a:gd name="T74" fmla="*/ 0 w 401"/>
                <a:gd name="T75" fmla="*/ 0 h 566"/>
                <a:gd name="T76" fmla="*/ 0 w 401"/>
                <a:gd name="T77" fmla="*/ 0 h 566"/>
                <a:gd name="T78" fmla="*/ 0 w 401"/>
                <a:gd name="T79" fmla="*/ 0 h 566"/>
                <a:gd name="T80" fmla="*/ 0 w 401"/>
                <a:gd name="T81" fmla="*/ 0 h 566"/>
                <a:gd name="T82" fmla="*/ 0 w 401"/>
                <a:gd name="T83" fmla="*/ 0 h 566"/>
                <a:gd name="T84" fmla="*/ 0 w 401"/>
                <a:gd name="T85" fmla="*/ 0 h 566"/>
                <a:gd name="T86" fmla="*/ 0 w 401"/>
                <a:gd name="T87" fmla="*/ 1 h 566"/>
                <a:gd name="T88" fmla="*/ 0 w 401"/>
                <a:gd name="T89" fmla="*/ 1 h 56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401"/>
                <a:gd name="T136" fmla="*/ 0 h 566"/>
                <a:gd name="T137" fmla="*/ 401 w 401"/>
                <a:gd name="T138" fmla="*/ 566 h 566"/>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401" h="566">
                  <a:moveTo>
                    <a:pt x="23" y="88"/>
                  </a:moveTo>
                  <a:lnTo>
                    <a:pt x="23" y="88"/>
                  </a:lnTo>
                  <a:lnTo>
                    <a:pt x="53" y="107"/>
                  </a:lnTo>
                  <a:lnTo>
                    <a:pt x="83" y="125"/>
                  </a:lnTo>
                  <a:lnTo>
                    <a:pt x="108" y="147"/>
                  </a:lnTo>
                  <a:lnTo>
                    <a:pt x="135" y="171"/>
                  </a:lnTo>
                  <a:lnTo>
                    <a:pt x="160" y="196"/>
                  </a:lnTo>
                  <a:lnTo>
                    <a:pt x="182" y="223"/>
                  </a:lnTo>
                  <a:lnTo>
                    <a:pt x="205" y="251"/>
                  </a:lnTo>
                  <a:lnTo>
                    <a:pt x="223" y="281"/>
                  </a:lnTo>
                  <a:lnTo>
                    <a:pt x="240" y="312"/>
                  </a:lnTo>
                  <a:lnTo>
                    <a:pt x="256" y="345"/>
                  </a:lnTo>
                  <a:lnTo>
                    <a:pt x="270" y="379"/>
                  </a:lnTo>
                  <a:lnTo>
                    <a:pt x="282" y="414"/>
                  </a:lnTo>
                  <a:lnTo>
                    <a:pt x="291" y="450"/>
                  </a:lnTo>
                  <a:lnTo>
                    <a:pt x="299" y="488"/>
                  </a:lnTo>
                  <a:lnTo>
                    <a:pt x="304" y="526"/>
                  </a:lnTo>
                  <a:lnTo>
                    <a:pt x="308" y="566"/>
                  </a:lnTo>
                  <a:lnTo>
                    <a:pt x="401" y="562"/>
                  </a:lnTo>
                  <a:lnTo>
                    <a:pt x="398" y="517"/>
                  </a:lnTo>
                  <a:lnTo>
                    <a:pt x="391" y="471"/>
                  </a:lnTo>
                  <a:lnTo>
                    <a:pt x="383" y="429"/>
                  </a:lnTo>
                  <a:lnTo>
                    <a:pt x="371" y="386"/>
                  </a:lnTo>
                  <a:lnTo>
                    <a:pt x="357" y="346"/>
                  </a:lnTo>
                  <a:lnTo>
                    <a:pt x="340" y="307"/>
                  </a:lnTo>
                  <a:lnTo>
                    <a:pt x="324" y="270"/>
                  </a:lnTo>
                  <a:lnTo>
                    <a:pt x="303" y="232"/>
                  </a:lnTo>
                  <a:lnTo>
                    <a:pt x="280" y="197"/>
                  </a:lnTo>
                  <a:lnTo>
                    <a:pt x="255" y="164"/>
                  </a:lnTo>
                  <a:lnTo>
                    <a:pt x="228" y="132"/>
                  </a:lnTo>
                  <a:lnTo>
                    <a:pt x="199" y="103"/>
                  </a:lnTo>
                  <a:lnTo>
                    <a:pt x="169" y="76"/>
                  </a:lnTo>
                  <a:lnTo>
                    <a:pt x="137" y="50"/>
                  </a:lnTo>
                  <a:lnTo>
                    <a:pt x="103" y="27"/>
                  </a:lnTo>
                  <a:lnTo>
                    <a:pt x="67" y="6"/>
                  </a:lnTo>
                  <a:lnTo>
                    <a:pt x="48" y="0"/>
                  </a:lnTo>
                  <a:lnTo>
                    <a:pt x="30" y="2"/>
                  </a:lnTo>
                  <a:lnTo>
                    <a:pt x="16" y="12"/>
                  </a:lnTo>
                  <a:lnTo>
                    <a:pt x="5" y="25"/>
                  </a:lnTo>
                  <a:lnTo>
                    <a:pt x="0" y="41"/>
                  </a:lnTo>
                  <a:lnTo>
                    <a:pt x="0" y="59"/>
                  </a:lnTo>
                  <a:lnTo>
                    <a:pt x="8" y="75"/>
                  </a:lnTo>
                  <a:lnTo>
                    <a:pt x="23"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3328" name="Freeform 42"/>
            <p:cNvSpPr>
              <a:spLocks/>
            </p:cNvSpPr>
            <p:nvPr/>
          </p:nvSpPr>
          <p:spPr bwMode="auto">
            <a:xfrm>
              <a:off x="1346" y="1455"/>
              <a:ext cx="266" cy="160"/>
            </a:xfrm>
            <a:custGeom>
              <a:avLst/>
              <a:gdLst>
                <a:gd name="T0" fmla="*/ 0 w 1330"/>
                <a:gd name="T1" fmla="*/ 1 h 801"/>
                <a:gd name="T2" fmla="*/ 0 w 1330"/>
                <a:gd name="T3" fmla="*/ 1 h 801"/>
                <a:gd name="T4" fmla="*/ 10 w 1330"/>
                <a:gd name="T5" fmla="*/ 6 h 801"/>
                <a:gd name="T6" fmla="*/ 11 w 1330"/>
                <a:gd name="T7" fmla="*/ 6 h 801"/>
                <a:gd name="T8" fmla="*/ 1 w 1330"/>
                <a:gd name="T9" fmla="*/ 0 h 801"/>
                <a:gd name="T10" fmla="*/ 1 w 1330"/>
                <a:gd name="T11" fmla="*/ 0 h 801"/>
                <a:gd name="T12" fmla="*/ 1 w 1330"/>
                <a:gd name="T13" fmla="*/ 0 h 801"/>
                <a:gd name="T14" fmla="*/ 0 w 1330"/>
                <a:gd name="T15" fmla="*/ 0 h 801"/>
                <a:gd name="T16" fmla="*/ 0 w 1330"/>
                <a:gd name="T17" fmla="*/ 0 h 801"/>
                <a:gd name="T18" fmla="*/ 0 w 1330"/>
                <a:gd name="T19" fmla="*/ 0 h 801"/>
                <a:gd name="T20" fmla="*/ 0 w 1330"/>
                <a:gd name="T21" fmla="*/ 0 h 801"/>
                <a:gd name="T22" fmla="*/ 0 w 1330"/>
                <a:gd name="T23" fmla="*/ 0 h 801"/>
                <a:gd name="T24" fmla="*/ 0 w 1330"/>
                <a:gd name="T25" fmla="*/ 0 h 801"/>
                <a:gd name="T26" fmla="*/ 0 w 1330"/>
                <a:gd name="T27" fmla="*/ 1 h 801"/>
                <a:gd name="T28" fmla="*/ 0 w 1330"/>
                <a:gd name="T29" fmla="*/ 1 h 801"/>
                <a:gd name="T30" fmla="*/ 0 w 1330"/>
                <a:gd name="T31" fmla="*/ 1 h 801"/>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30"/>
                <a:gd name="T49" fmla="*/ 0 h 801"/>
                <a:gd name="T50" fmla="*/ 1330 w 1330"/>
                <a:gd name="T51" fmla="*/ 801 h 801"/>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30" h="801">
                  <a:moveTo>
                    <a:pt x="24" y="88"/>
                  </a:moveTo>
                  <a:lnTo>
                    <a:pt x="23" y="88"/>
                  </a:lnTo>
                  <a:lnTo>
                    <a:pt x="1286" y="801"/>
                  </a:lnTo>
                  <a:lnTo>
                    <a:pt x="1330" y="719"/>
                  </a:lnTo>
                  <a:lnTo>
                    <a:pt x="67" y="6"/>
                  </a:lnTo>
                  <a:lnTo>
                    <a:pt x="66" y="6"/>
                  </a:lnTo>
                  <a:lnTo>
                    <a:pt x="67" y="6"/>
                  </a:lnTo>
                  <a:lnTo>
                    <a:pt x="48" y="0"/>
                  </a:lnTo>
                  <a:lnTo>
                    <a:pt x="30" y="2"/>
                  </a:lnTo>
                  <a:lnTo>
                    <a:pt x="16" y="12"/>
                  </a:lnTo>
                  <a:lnTo>
                    <a:pt x="5" y="25"/>
                  </a:lnTo>
                  <a:lnTo>
                    <a:pt x="0" y="41"/>
                  </a:lnTo>
                  <a:lnTo>
                    <a:pt x="0" y="59"/>
                  </a:lnTo>
                  <a:lnTo>
                    <a:pt x="8" y="75"/>
                  </a:lnTo>
                  <a:lnTo>
                    <a:pt x="23" y="88"/>
                  </a:lnTo>
                  <a:lnTo>
                    <a:pt x="24"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3329" name="Freeform 43"/>
            <p:cNvSpPr>
              <a:spLocks/>
            </p:cNvSpPr>
            <p:nvPr/>
          </p:nvSpPr>
          <p:spPr bwMode="auto">
            <a:xfrm>
              <a:off x="1198" y="1439"/>
              <a:ext cx="161" cy="35"/>
            </a:xfrm>
            <a:custGeom>
              <a:avLst/>
              <a:gdLst>
                <a:gd name="T0" fmla="*/ 1 w 806"/>
                <a:gd name="T1" fmla="*/ 1 h 177"/>
                <a:gd name="T2" fmla="*/ 1 w 806"/>
                <a:gd name="T3" fmla="*/ 1 h 177"/>
                <a:gd name="T4" fmla="*/ 1 w 806"/>
                <a:gd name="T5" fmla="*/ 1 h 177"/>
                <a:gd name="T6" fmla="*/ 1 w 806"/>
                <a:gd name="T7" fmla="*/ 1 h 177"/>
                <a:gd name="T8" fmla="*/ 2 w 806"/>
                <a:gd name="T9" fmla="*/ 1 h 177"/>
                <a:gd name="T10" fmla="*/ 2 w 806"/>
                <a:gd name="T11" fmla="*/ 1 h 177"/>
                <a:gd name="T12" fmla="*/ 2 w 806"/>
                <a:gd name="T13" fmla="*/ 1 h 177"/>
                <a:gd name="T14" fmla="*/ 3 w 806"/>
                <a:gd name="T15" fmla="*/ 1 h 177"/>
                <a:gd name="T16" fmla="*/ 3 w 806"/>
                <a:gd name="T17" fmla="*/ 1 h 177"/>
                <a:gd name="T18" fmla="*/ 3 w 806"/>
                <a:gd name="T19" fmla="*/ 1 h 177"/>
                <a:gd name="T20" fmla="*/ 4 w 806"/>
                <a:gd name="T21" fmla="*/ 1 h 177"/>
                <a:gd name="T22" fmla="*/ 4 w 806"/>
                <a:gd name="T23" fmla="*/ 1 h 177"/>
                <a:gd name="T24" fmla="*/ 5 w 806"/>
                <a:gd name="T25" fmla="*/ 1 h 177"/>
                <a:gd name="T26" fmla="*/ 5 w 806"/>
                <a:gd name="T27" fmla="*/ 1 h 177"/>
                <a:gd name="T28" fmla="*/ 5 w 806"/>
                <a:gd name="T29" fmla="*/ 1 h 177"/>
                <a:gd name="T30" fmla="*/ 6 w 806"/>
                <a:gd name="T31" fmla="*/ 1 h 177"/>
                <a:gd name="T32" fmla="*/ 6 w 806"/>
                <a:gd name="T33" fmla="*/ 1 h 177"/>
                <a:gd name="T34" fmla="*/ 6 w 806"/>
                <a:gd name="T35" fmla="*/ 1 h 177"/>
                <a:gd name="T36" fmla="*/ 6 w 806"/>
                <a:gd name="T37" fmla="*/ 1 h 177"/>
                <a:gd name="T38" fmla="*/ 6 w 806"/>
                <a:gd name="T39" fmla="*/ 1 h 177"/>
                <a:gd name="T40" fmla="*/ 6 w 806"/>
                <a:gd name="T41" fmla="*/ 0 h 177"/>
                <a:gd name="T42" fmla="*/ 5 w 806"/>
                <a:gd name="T43" fmla="*/ 0 h 177"/>
                <a:gd name="T44" fmla="*/ 5 w 806"/>
                <a:gd name="T45" fmla="*/ 0 h 177"/>
                <a:gd name="T46" fmla="*/ 5 w 806"/>
                <a:gd name="T47" fmla="*/ 0 h 177"/>
                <a:gd name="T48" fmla="*/ 4 w 806"/>
                <a:gd name="T49" fmla="*/ 0 h 177"/>
                <a:gd name="T50" fmla="*/ 4 w 806"/>
                <a:gd name="T51" fmla="*/ 0 h 177"/>
                <a:gd name="T52" fmla="*/ 3 w 806"/>
                <a:gd name="T53" fmla="*/ 0 h 177"/>
                <a:gd name="T54" fmla="*/ 3 w 806"/>
                <a:gd name="T55" fmla="*/ 0 h 177"/>
                <a:gd name="T56" fmla="*/ 3 w 806"/>
                <a:gd name="T57" fmla="*/ 0 h 177"/>
                <a:gd name="T58" fmla="*/ 2 w 806"/>
                <a:gd name="T59" fmla="*/ 0 h 177"/>
                <a:gd name="T60" fmla="*/ 2 w 806"/>
                <a:gd name="T61" fmla="*/ 0 h 177"/>
                <a:gd name="T62" fmla="*/ 1 w 806"/>
                <a:gd name="T63" fmla="*/ 0 h 177"/>
                <a:gd name="T64" fmla="*/ 1 w 806"/>
                <a:gd name="T65" fmla="*/ 0 h 177"/>
                <a:gd name="T66" fmla="*/ 1 w 806"/>
                <a:gd name="T67" fmla="*/ 1 h 177"/>
                <a:gd name="T68" fmla="*/ 0 w 806"/>
                <a:gd name="T69" fmla="*/ 1 h 177"/>
                <a:gd name="T70" fmla="*/ 0 w 806"/>
                <a:gd name="T71" fmla="*/ 1 h 177"/>
                <a:gd name="T72" fmla="*/ 0 w 806"/>
                <a:gd name="T73" fmla="*/ 1 h 177"/>
                <a:gd name="T74" fmla="*/ 0 w 806"/>
                <a:gd name="T75" fmla="*/ 1 h 177"/>
                <a:gd name="T76" fmla="*/ 0 w 806"/>
                <a:gd name="T77" fmla="*/ 1 h 177"/>
                <a:gd name="T78" fmla="*/ 0 w 806"/>
                <a:gd name="T79" fmla="*/ 1 h 177"/>
                <a:gd name="T80" fmla="*/ 0 w 806"/>
                <a:gd name="T81" fmla="*/ 1 h 177"/>
                <a:gd name="T82" fmla="*/ 0 w 806"/>
                <a:gd name="T83" fmla="*/ 1 h 177"/>
                <a:gd name="T84" fmla="*/ 0 w 806"/>
                <a:gd name="T85" fmla="*/ 1 h 177"/>
                <a:gd name="T86" fmla="*/ 0 w 806"/>
                <a:gd name="T87" fmla="*/ 1 h 177"/>
                <a:gd name="T88" fmla="*/ 1 w 806"/>
                <a:gd name="T89" fmla="*/ 1 h 177"/>
                <a:gd name="T90" fmla="*/ 1 w 806"/>
                <a:gd name="T91" fmla="*/ 1 h 17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806"/>
                <a:gd name="T139" fmla="*/ 0 h 177"/>
                <a:gd name="T140" fmla="*/ 806 w 806"/>
                <a:gd name="T141" fmla="*/ 177 h 17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806" h="177">
                  <a:moveTo>
                    <a:pt x="67" y="171"/>
                  </a:moveTo>
                  <a:lnTo>
                    <a:pt x="68" y="171"/>
                  </a:lnTo>
                  <a:lnTo>
                    <a:pt x="109" y="151"/>
                  </a:lnTo>
                  <a:lnTo>
                    <a:pt x="151" y="135"/>
                  </a:lnTo>
                  <a:lnTo>
                    <a:pt x="196" y="122"/>
                  </a:lnTo>
                  <a:lnTo>
                    <a:pt x="242" y="110"/>
                  </a:lnTo>
                  <a:lnTo>
                    <a:pt x="287" y="102"/>
                  </a:lnTo>
                  <a:lnTo>
                    <a:pt x="335" y="97"/>
                  </a:lnTo>
                  <a:lnTo>
                    <a:pt x="382" y="95"/>
                  </a:lnTo>
                  <a:lnTo>
                    <a:pt x="430" y="94"/>
                  </a:lnTo>
                  <a:lnTo>
                    <a:pt x="477" y="97"/>
                  </a:lnTo>
                  <a:lnTo>
                    <a:pt x="524" y="102"/>
                  </a:lnTo>
                  <a:lnTo>
                    <a:pt x="568" y="108"/>
                  </a:lnTo>
                  <a:lnTo>
                    <a:pt x="612" y="117"/>
                  </a:lnTo>
                  <a:lnTo>
                    <a:pt x="654" y="128"/>
                  </a:lnTo>
                  <a:lnTo>
                    <a:pt x="693" y="141"/>
                  </a:lnTo>
                  <a:lnTo>
                    <a:pt x="730" y="155"/>
                  </a:lnTo>
                  <a:lnTo>
                    <a:pt x="764" y="171"/>
                  </a:lnTo>
                  <a:lnTo>
                    <a:pt x="806" y="89"/>
                  </a:lnTo>
                  <a:lnTo>
                    <a:pt x="768" y="70"/>
                  </a:lnTo>
                  <a:lnTo>
                    <a:pt x="725" y="54"/>
                  </a:lnTo>
                  <a:lnTo>
                    <a:pt x="680" y="39"/>
                  </a:lnTo>
                  <a:lnTo>
                    <a:pt x="633" y="26"/>
                  </a:lnTo>
                  <a:lnTo>
                    <a:pt x="585" y="16"/>
                  </a:lnTo>
                  <a:lnTo>
                    <a:pt x="536" y="8"/>
                  </a:lnTo>
                  <a:lnTo>
                    <a:pt x="484" y="3"/>
                  </a:lnTo>
                  <a:lnTo>
                    <a:pt x="433" y="0"/>
                  </a:lnTo>
                  <a:lnTo>
                    <a:pt x="380" y="1"/>
                  </a:lnTo>
                  <a:lnTo>
                    <a:pt x="328" y="3"/>
                  </a:lnTo>
                  <a:lnTo>
                    <a:pt x="276" y="10"/>
                  </a:lnTo>
                  <a:lnTo>
                    <a:pt x="223" y="19"/>
                  </a:lnTo>
                  <a:lnTo>
                    <a:pt x="172" y="30"/>
                  </a:lnTo>
                  <a:lnTo>
                    <a:pt x="121" y="46"/>
                  </a:lnTo>
                  <a:lnTo>
                    <a:pt x="72" y="67"/>
                  </a:lnTo>
                  <a:lnTo>
                    <a:pt x="24" y="89"/>
                  </a:lnTo>
                  <a:lnTo>
                    <a:pt x="25" y="89"/>
                  </a:lnTo>
                  <a:lnTo>
                    <a:pt x="24" y="89"/>
                  </a:lnTo>
                  <a:lnTo>
                    <a:pt x="8" y="102"/>
                  </a:lnTo>
                  <a:lnTo>
                    <a:pt x="0" y="118"/>
                  </a:lnTo>
                  <a:lnTo>
                    <a:pt x="0" y="136"/>
                  </a:lnTo>
                  <a:lnTo>
                    <a:pt x="6" y="152"/>
                  </a:lnTo>
                  <a:lnTo>
                    <a:pt x="17" y="165"/>
                  </a:lnTo>
                  <a:lnTo>
                    <a:pt x="31" y="175"/>
                  </a:lnTo>
                  <a:lnTo>
                    <a:pt x="48" y="177"/>
                  </a:lnTo>
                  <a:lnTo>
                    <a:pt x="68" y="171"/>
                  </a:lnTo>
                  <a:lnTo>
                    <a:pt x="67" y="1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3330" name="Freeform 44"/>
            <p:cNvSpPr>
              <a:spLocks/>
            </p:cNvSpPr>
            <p:nvPr/>
          </p:nvSpPr>
          <p:spPr bwMode="auto">
            <a:xfrm>
              <a:off x="931" y="1456"/>
              <a:ext cx="280" cy="158"/>
            </a:xfrm>
            <a:custGeom>
              <a:avLst/>
              <a:gdLst>
                <a:gd name="T0" fmla="*/ 1 w 1402"/>
                <a:gd name="T1" fmla="*/ 6 h 787"/>
                <a:gd name="T2" fmla="*/ 1 w 1402"/>
                <a:gd name="T3" fmla="*/ 6 h 787"/>
                <a:gd name="T4" fmla="*/ 11 w 1402"/>
                <a:gd name="T5" fmla="*/ 1 h 787"/>
                <a:gd name="T6" fmla="*/ 11 w 1402"/>
                <a:gd name="T7" fmla="*/ 0 h 787"/>
                <a:gd name="T8" fmla="*/ 0 w 1402"/>
                <a:gd name="T9" fmla="*/ 6 h 787"/>
                <a:gd name="T10" fmla="*/ 0 w 1402"/>
                <a:gd name="T11" fmla="*/ 6 h 787"/>
                <a:gd name="T12" fmla="*/ 0 w 1402"/>
                <a:gd name="T13" fmla="*/ 6 h 787"/>
                <a:gd name="T14" fmla="*/ 0 w 1402"/>
                <a:gd name="T15" fmla="*/ 6 h 787"/>
                <a:gd name="T16" fmla="*/ 0 w 1402"/>
                <a:gd name="T17" fmla="*/ 6 h 787"/>
                <a:gd name="T18" fmla="*/ 0 w 1402"/>
                <a:gd name="T19" fmla="*/ 6 h 787"/>
                <a:gd name="T20" fmla="*/ 0 w 1402"/>
                <a:gd name="T21" fmla="*/ 6 h 787"/>
                <a:gd name="T22" fmla="*/ 0 w 1402"/>
                <a:gd name="T23" fmla="*/ 6 h 787"/>
                <a:gd name="T24" fmla="*/ 0 w 1402"/>
                <a:gd name="T25" fmla="*/ 6 h 787"/>
                <a:gd name="T26" fmla="*/ 0 w 1402"/>
                <a:gd name="T27" fmla="*/ 6 h 787"/>
                <a:gd name="T28" fmla="*/ 1 w 1402"/>
                <a:gd name="T29" fmla="*/ 6 h 787"/>
                <a:gd name="T30" fmla="*/ 1 w 1402"/>
                <a:gd name="T31" fmla="*/ 6 h 78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02"/>
                <a:gd name="T49" fmla="*/ 0 h 787"/>
                <a:gd name="T50" fmla="*/ 1402 w 1402"/>
                <a:gd name="T51" fmla="*/ 787 h 78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02" h="787">
                  <a:moveTo>
                    <a:pt x="69" y="781"/>
                  </a:moveTo>
                  <a:lnTo>
                    <a:pt x="66" y="781"/>
                  </a:lnTo>
                  <a:lnTo>
                    <a:pt x="1402" y="82"/>
                  </a:lnTo>
                  <a:lnTo>
                    <a:pt x="1360" y="0"/>
                  </a:lnTo>
                  <a:lnTo>
                    <a:pt x="24" y="699"/>
                  </a:lnTo>
                  <a:lnTo>
                    <a:pt x="22" y="699"/>
                  </a:lnTo>
                  <a:lnTo>
                    <a:pt x="24" y="699"/>
                  </a:lnTo>
                  <a:lnTo>
                    <a:pt x="8" y="712"/>
                  </a:lnTo>
                  <a:lnTo>
                    <a:pt x="1" y="727"/>
                  </a:lnTo>
                  <a:lnTo>
                    <a:pt x="0" y="744"/>
                  </a:lnTo>
                  <a:lnTo>
                    <a:pt x="5" y="761"/>
                  </a:lnTo>
                  <a:lnTo>
                    <a:pt x="15" y="775"/>
                  </a:lnTo>
                  <a:lnTo>
                    <a:pt x="30" y="784"/>
                  </a:lnTo>
                  <a:lnTo>
                    <a:pt x="46" y="787"/>
                  </a:lnTo>
                  <a:lnTo>
                    <a:pt x="66" y="781"/>
                  </a:lnTo>
                  <a:lnTo>
                    <a:pt x="69" y="7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3331" name="Freeform 45"/>
            <p:cNvSpPr>
              <a:spLocks/>
            </p:cNvSpPr>
            <p:nvPr/>
          </p:nvSpPr>
          <p:spPr bwMode="auto">
            <a:xfrm>
              <a:off x="868" y="1596"/>
              <a:ext cx="77" cy="126"/>
            </a:xfrm>
            <a:custGeom>
              <a:avLst/>
              <a:gdLst>
                <a:gd name="T0" fmla="*/ 1 w 382"/>
                <a:gd name="T1" fmla="*/ 5 h 628"/>
                <a:gd name="T2" fmla="*/ 1 w 382"/>
                <a:gd name="T3" fmla="*/ 5 h 628"/>
                <a:gd name="T4" fmla="*/ 1 w 382"/>
                <a:gd name="T5" fmla="*/ 4 h 628"/>
                <a:gd name="T6" fmla="*/ 1 w 382"/>
                <a:gd name="T7" fmla="*/ 4 h 628"/>
                <a:gd name="T8" fmla="*/ 1 w 382"/>
                <a:gd name="T9" fmla="*/ 4 h 628"/>
                <a:gd name="T10" fmla="*/ 1 w 382"/>
                <a:gd name="T11" fmla="*/ 3 h 628"/>
                <a:gd name="T12" fmla="*/ 1 w 382"/>
                <a:gd name="T13" fmla="*/ 3 h 628"/>
                <a:gd name="T14" fmla="*/ 1 w 382"/>
                <a:gd name="T15" fmla="*/ 3 h 628"/>
                <a:gd name="T16" fmla="*/ 1 w 382"/>
                <a:gd name="T17" fmla="*/ 3 h 628"/>
                <a:gd name="T18" fmla="*/ 1 w 382"/>
                <a:gd name="T19" fmla="*/ 2 h 628"/>
                <a:gd name="T20" fmla="*/ 2 w 382"/>
                <a:gd name="T21" fmla="*/ 2 h 628"/>
                <a:gd name="T22" fmla="*/ 2 w 382"/>
                <a:gd name="T23" fmla="*/ 2 h 628"/>
                <a:gd name="T24" fmla="*/ 2 w 382"/>
                <a:gd name="T25" fmla="*/ 2 h 628"/>
                <a:gd name="T26" fmla="*/ 2 w 382"/>
                <a:gd name="T27" fmla="*/ 1 h 628"/>
                <a:gd name="T28" fmla="*/ 2 w 382"/>
                <a:gd name="T29" fmla="*/ 1 h 628"/>
                <a:gd name="T30" fmla="*/ 3 w 382"/>
                <a:gd name="T31" fmla="*/ 1 h 628"/>
                <a:gd name="T32" fmla="*/ 3 w 382"/>
                <a:gd name="T33" fmla="*/ 1 h 628"/>
                <a:gd name="T34" fmla="*/ 3 w 382"/>
                <a:gd name="T35" fmla="*/ 1 h 628"/>
                <a:gd name="T36" fmla="*/ 3 w 382"/>
                <a:gd name="T37" fmla="*/ 0 h 628"/>
                <a:gd name="T38" fmla="*/ 2 w 382"/>
                <a:gd name="T39" fmla="*/ 0 h 628"/>
                <a:gd name="T40" fmla="*/ 2 w 382"/>
                <a:gd name="T41" fmla="*/ 0 h 628"/>
                <a:gd name="T42" fmla="*/ 2 w 382"/>
                <a:gd name="T43" fmla="*/ 1 h 628"/>
                <a:gd name="T44" fmla="*/ 2 w 382"/>
                <a:gd name="T45" fmla="*/ 1 h 628"/>
                <a:gd name="T46" fmla="*/ 1 w 382"/>
                <a:gd name="T47" fmla="*/ 1 h 628"/>
                <a:gd name="T48" fmla="*/ 1 w 382"/>
                <a:gd name="T49" fmla="*/ 1 h 628"/>
                <a:gd name="T50" fmla="*/ 1 w 382"/>
                <a:gd name="T51" fmla="*/ 2 h 628"/>
                <a:gd name="T52" fmla="*/ 1 w 382"/>
                <a:gd name="T53" fmla="*/ 2 h 628"/>
                <a:gd name="T54" fmla="*/ 1 w 382"/>
                <a:gd name="T55" fmla="*/ 2 h 628"/>
                <a:gd name="T56" fmla="*/ 0 w 382"/>
                <a:gd name="T57" fmla="*/ 3 h 628"/>
                <a:gd name="T58" fmla="*/ 0 w 382"/>
                <a:gd name="T59" fmla="*/ 3 h 628"/>
                <a:gd name="T60" fmla="*/ 0 w 382"/>
                <a:gd name="T61" fmla="*/ 3 h 628"/>
                <a:gd name="T62" fmla="*/ 0 w 382"/>
                <a:gd name="T63" fmla="*/ 4 h 628"/>
                <a:gd name="T64" fmla="*/ 0 w 382"/>
                <a:gd name="T65" fmla="*/ 4 h 628"/>
                <a:gd name="T66" fmla="*/ 0 w 382"/>
                <a:gd name="T67" fmla="*/ 4 h 628"/>
                <a:gd name="T68" fmla="*/ 0 w 382"/>
                <a:gd name="T69" fmla="*/ 5 h 628"/>
                <a:gd name="T70" fmla="*/ 0 w 382"/>
                <a:gd name="T71" fmla="*/ 5 h 628"/>
                <a:gd name="T72" fmla="*/ 0 w 382"/>
                <a:gd name="T73" fmla="*/ 5 h 628"/>
                <a:gd name="T74" fmla="*/ 0 w 382"/>
                <a:gd name="T75" fmla="*/ 5 h 628"/>
                <a:gd name="T76" fmla="*/ 0 w 382"/>
                <a:gd name="T77" fmla="*/ 5 h 628"/>
                <a:gd name="T78" fmla="*/ 0 w 382"/>
                <a:gd name="T79" fmla="*/ 5 h 628"/>
                <a:gd name="T80" fmla="*/ 0 w 382"/>
                <a:gd name="T81" fmla="*/ 5 h 628"/>
                <a:gd name="T82" fmla="*/ 1 w 382"/>
                <a:gd name="T83" fmla="*/ 5 h 628"/>
                <a:gd name="T84" fmla="*/ 1 w 382"/>
                <a:gd name="T85" fmla="*/ 5 h 628"/>
                <a:gd name="T86" fmla="*/ 1 w 382"/>
                <a:gd name="T87" fmla="*/ 5 h 628"/>
                <a:gd name="T88" fmla="*/ 1 w 382"/>
                <a:gd name="T89" fmla="*/ 5 h 628"/>
                <a:gd name="T90" fmla="*/ 1 w 382"/>
                <a:gd name="T91" fmla="*/ 5 h 628"/>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382"/>
                <a:gd name="T139" fmla="*/ 0 h 628"/>
                <a:gd name="T140" fmla="*/ 382 w 382"/>
                <a:gd name="T141" fmla="*/ 628 h 628"/>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382" h="628">
                  <a:moveTo>
                    <a:pt x="94" y="581"/>
                  </a:moveTo>
                  <a:lnTo>
                    <a:pt x="94" y="582"/>
                  </a:lnTo>
                  <a:lnTo>
                    <a:pt x="96" y="541"/>
                  </a:lnTo>
                  <a:lnTo>
                    <a:pt x="99" y="500"/>
                  </a:lnTo>
                  <a:lnTo>
                    <a:pt x="106" y="463"/>
                  </a:lnTo>
                  <a:lnTo>
                    <a:pt x="115" y="424"/>
                  </a:lnTo>
                  <a:lnTo>
                    <a:pt x="127" y="389"/>
                  </a:lnTo>
                  <a:lnTo>
                    <a:pt x="140" y="353"/>
                  </a:lnTo>
                  <a:lnTo>
                    <a:pt x="156" y="320"/>
                  </a:lnTo>
                  <a:lnTo>
                    <a:pt x="173" y="287"/>
                  </a:lnTo>
                  <a:lnTo>
                    <a:pt x="193" y="255"/>
                  </a:lnTo>
                  <a:lnTo>
                    <a:pt x="214" y="226"/>
                  </a:lnTo>
                  <a:lnTo>
                    <a:pt x="238" y="198"/>
                  </a:lnTo>
                  <a:lnTo>
                    <a:pt x="263" y="172"/>
                  </a:lnTo>
                  <a:lnTo>
                    <a:pt x="290" y="146"/>
                  </a:lnTo>
                  <a:lnTo>
                    <a:pt x="318" y="122"/>
                  </a:lnTo>
                  <a:lnTo>
                    <a:pt x="349" y="101"/>
                  </a:lnTo>
                  <a:lnTo>
                    <a:pt x="382" y="82"/>
                  </a:lnTo>
                  <a:lnTo>
                    <a:pt x="335" y="0"/>
                  </a:lnTo>
                  <a:lnTo>
                    <a:pt x="297" y="23"/>
                  </a:lnTo>
                  <a:lnTo>
                    <a:pt x="262" y="49"/>
                  </a:lnTo>
                  <a:lnTo>
                    <a:pt x="229" y="76"/>
                  </a:lnTo>
                  <a:lnTo>
                    <a:pt x="198" y="104"/>
                  </a:lnTo>
                  <a:lnTo>
                    <a:pt x="167" y="137"/>
                  </a:lnTo>
                  <a:lnTo>
                    <a:pt x="142" y="170"/>
                  </a:lnTo>
                  <a:lnTo>
                    <a:pt x="116" y="204"/>
                  </a:lnTo>
                  <a:lnTo>
                    <a:pt x="94" y="240"/>
                  </a:lnTo>
                  <a:lnTo>
                    <a:pt x="74" y="278"/>
                  </a:lnTo>
                  <a:lnTo>
                    <a:pt x="54" y="317"/>
                  </a:lnTo>
                  <a:lnTo>
                    <a:pt x="38" y="359"/>
                  </a:lnTo>
                  <a:lnTo>
                    <a:pt x="26" y="401"/>
                  </a:lnTo>
                  <a:lnTo>
                    <a:pt x="15" y="444"/>
                  </a:lnTo>
                  <a:lnTo>
                    <a:pt x="8" y="489"/>
                  </a:lnTo>
                  <a:lnTo>
                    <a:pt x="2" y="534"/>
                  </a:lnTo>
                  <a:lnTo>
                    <a:pt x="0" y="580"/>
                  </a:lnTo>
                  <a:lnTo>
                    <a:pt x="0" y="581"/>
                  </a:lnTo>
                  <a:lnTo>
                    <a:pt x="0" y="580"/>
                  </a:lnTo>
                  <a:lnTo>
                    <a:pt x="3" y="600"/>
                  </a:lnTo>
                  <a:lnTo>
                    <a:pt x="14" y="615"/>
                  </a:lnTo>
                  <a:lnTo>
                    <a:pt x="29" y="625"/>
                  </a:lnTo>
                  <a:lnTo>
                    <a:pt x="45" y="628"/>
                  </a:lnTo>
                  <a:lnTo>
                    <a:pt x="63" y="626"/>
                  </a:lnTo>
                  <a:lnTo>
                    <a:pt x="78" y="616"/>
                  </a:lnTo>
                  <a:lnTo>
                    <a:pt x="89" y="602"/>
                  </a:lnTo>
                  <a:lnTo>
                    <a:pt x="94" y="582"/>
                  </a:lnTo>
                  <a:lnTo>
                    <a:pt x="94" y="5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3332" name="Freeform 46"/>
            <p:cNvSpPr>
              <a:spLocks/>
            </p:cNvSpPr>
            <p:nvPr/>
          </p:nvSpPr>
          <p:spPr bwMode="auto">
            <a:xfrm>
              <a:off x="868" y="1712"/>
              <a:ext cx="19" cy="364"/>
            </a:xfrm>
            <a:custGeom>
              <a:avLst/>
              <a:gdLst>
                <a:gd name="T0" fmla="*/ 1 w 94"/>
                <a:gd name="T1" fmla="*/ 14 h 1818"/>
                <a:gd name="T2" fmla="*/ 1 w 94"/>
                <a:gd name="T3" fmla="*/ 14 h 1818"/>
                <a:gd name="T4" fmla="*/ 1 w 94"/>
                <a:gd name="T5" fmla="*/ 0 h 1818"/>
                <a:gd name="T6" fmla="*/ 0 w 94"/>
                <a:gd name="T7" fmla="*/ 0 h 1818"/>
                <a:gd name="T8" fmla="*/ 0 w 94"/>
                <a:gd name="T9" fmla="*/ 14 h 1818"/>
                <a:gd name="T10" fmla="*/ 0 w 94"/>
                <a:gd name="T11" fmla="*/ 14 h 1818"/>
                <a:gd name="T12" fmla="*/ 0 w 94"/>
                <a:gd name="T13" fmla="*/ 14 h 1818"/>
                <a:gd name="T14" fmla="*/ 0 w 94"/>
                <a:gd name="T15" fmla="*/ 14 h 1818"/>
                <a:gd name="T16" fmla="*/ 0 w 94"/>
                <a:gd name="T17" fmla="*/ 14 h 1818"/>
                <a:gd name="T18" fmla="*/ 0 w 94"/>
                <a:gd name="T19" fmla="*/ 15 h 1818"/>
                <a:gd name="T20" fmla="*/ 0 w 94"/>
                <a:gd name="T21" fmla="*/ 15 h 1818"/>
                <a:gd name="T22" fmla="*/ 1 w 94"/>
                <a:gd name="T23" fmla="*/ 15 h 1818"/>
                <a:gd name="T24" fmla="*/ 1 w 94"/>
                <a:gd name="T25" fmla="*/ 14 h 1818"/>
                <a:gd name="T26" fmla="*/ 1 w 94"/>
                <a:gd name="T27" fmla="*/ 14 h 1818"/>
                <a:gd name="T28" fmla="*/ 1 w 94"/>
                <a:gd name="T29" fmla="*/ 14 h 1818"/>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94"/>
                <a:gd name="T46" fmla="*/ 0 h 1818"/>
                <a:gd name="T47" fmla="*/ 94 w 94"/>
                <a:gd name="T48" fmla="*/ 1818 h 1818"/>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94" h="1818">
                  <a:moveTo>
                    <a:pt x="94" y="1771"/>
                  </a:moveTo>
                  <a:lnTo>
                    <a:pt x="94" y="1771"/>
                  </a:lnTo>
                  <a:lnTo>
                    <a:pt x="94" y="0"/>
                  </a:lnTo>
                  <a:lnTo>
                    <a:pt x="0" y="0"/>
                  </a:lnTo>
                  <a:lnTo>
                    <a:pt x="0" y="1771"/>
                  </a:lnTo>
                  <a:lnTo>
                    <a:pt x="3" y="1791"/>
                  </a:lnTo>
                  <a:lnTo>
                    <a:pt x="15" y="1806"/>
                  </a:lnTo>
                  <a:lnTo>
                    <a:pt x="29" y="1814"/>
                  </a:lnTo>
                  <a:lnTo>
                    <a:pt x="47" y="1818"/>
                  </a:lnTo>
                  <a:lnTo>
                    <a:pt x="64" y="1814"/>
                  </a:lnTo>
                  <a:lnTo>
                    <a:pt x="79" y="1806"/>
                  </a:lnTo>
                  <a:lnTo>
                    <a:pt x="90" y="1791"/>
                  </a:lnTo>
                  <a:lnTo>
                    <a:pt x="94" y="17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3333" name="Freeform 47"/>
            <p:cNvSpPr>
              <a:spLocks/>
            </p:cNvSpPr>
            <p:nvPr/>
          </p:nvSpPr>
          <p:spPr bwMode="auto">
            <a:xfrm>
              <a:off x="868" y="2067"/>
              <a:ext cx="90" cy="160"/>
            </a:xfrm>
            <a:custGeom>
              <a:avLst/>
              <a:gdLst>
                <a:gd name="T0" fmla="*/ 3 w 449"/>
                <a:gd name="T1" fmla="*/ 6 h 803"/>
                <a:gd name="T2" fmla="*/ 3 w 449"/>
                <a:gd name="T3" fmla="*/ 6 h 803"/>
                <a:gd name="T4" fmla="*/ 3 w 449"/>
                <a:gd name="T5" fmla="*/ 5 h 803"/>
                <a:gd name="T6" fmla="*/ 3 w 449"/>
                <a:gd name="T7" fmla="*/ 5 h 803"/>
                <a:gd name="T8" fmla="*/ 3 w 449"/>
                <a:gd name="T9" fmla="*/ 5 h 803"/>
                <a:gd name="T10" fmla="*/ 2 w 449"/>
                <a:gd name="T11" fmla="*/ 5 h 803"/>
                <a:gd name="T12" fmla="*/ 2 w 449"/>
                <a:gd name="T13" fmla="*/ 4 h 803"/>
                <a:gd name="T14" fmla="*/ 2 w 449"/>
                <a:gd name="T15" fmla="*/ 4 h 803"/>
                <a:gd name="T16" fmla="*/ 2 w 449"/>
                <a:gd name="T17" fmla="*/ 4 h 803"/>
                <a:gd name="T18" fmla="*/ 2 w 449"/>
                <a:gd name="T19" fmla="*/ 3 h 803"/>
                <a:gd name="T20" fmla="*/ 1 w 449"/>
                <a:gd name="T21" fmla="*/ 3 h 803"/>
                <a:gd name="T22" fmla="*/ 1 w 449"/>
                <a:gd name="T23" fmla="*/ 2 h 803"/>
                <a:gd name="T24" fmla="*/ 1 w 449"/>
                <a:gd name="T25" fmla="*/ 2 h 803"/>
                <a:gd name="T26" fmla="*/ 1 w 449"/>
                <a:gd name="T27" fmla="*/ 2 h 803"/>
                <a:gd name="T28" fmla="*/ 1 w 449"/>
                <a:gd name="T29" fmla="*/ 1 h 803"/>
                <a:gd name="T30" fmla="*/ 1 w 449"/>
                <a:gd name="T31" fmla="*/ 1 h 803"/>
                <a:gd name="T32" fmla="*/ 1 w 449"/>
                <a:gd name="T33" fmla="*/ 0 h 803"/>
                <a:gd name="T34" fmla="*/ 1 w 449"/>
                <a:gd name="T35" fmla="*/ 0 h 803"/>
                <a:gd name="T36" fmla="*/ 0 w 449"/>
                <a:gd name="T37" fmla="*/ 0 h 803"/>
                <a:gd name="T38" fmla="*/ 0 w 449"/>
                <a:gd name="T39" fmla="*/ 0 h 803"/>
                <a:gd name="T40" fmla="*/ 0 w 449"/>
                <a:gd name="T41" fmla="*/ 1 h 803"/>
                <a:gd name="T42" fmla="*/ 0 w 449"/>
                <a:gd name="T43" fmla="*/ 1 h 803"/>
                <a:gd name="T44" fmla="*/ 0 w 449"/>
                <a:gd name="T45" fmla="*/ 2 h 803"/>
                <a:gd name="T46" fmla="*/ 0 w 449"/>
                <a:gd name="T47" fmla="*/ 2 h 803"/>
                <a:gd name="T48" fmla="*/ 0 w 449"/>
                <a:gd name="T49" fmla="*/ 3 h 803"/>
                <a:gd name="T50" fmla="*/ 1 w 449"/>
                <a:gd name="T51" fmla="*/ 3 h 803"/>
                <a:gd name="T52" fmla="*/ 1 w 449"/>
                <a:gd name="T53" fmla="*/ 4 h 803"/>
                <a:gd name="T54" fmla="*/ 1 w 449"/>
                <a:gd name="T55" fmla="*/ 4 h 803"/>
                <a:gd name="T56" fmla="*/ 1 w 449"/>
                <a:gd name="T57" fmla="*/ 4 h 803"/>
                <a:gd name="T58" fmla="*/ 2 w 449"/>
                <a:gd name="T59" fmla="*/ 5 h 803"/>
                <a:gd name="T60" fmla="*/ 2 w 449"/>
                <a:gd name="T61" fmla="*/ 5 h 803"/>
                <a:gd name="T62" fmla="*/ 2 w 449"/>
                <a:gd name="T63" fmla="*/ 5 h 803"/>
                <a:gd name="T64" fmla="*/ 2 w 449"/>
                <a:gd name="T65" fmla="*/ 6 h 803"/>
                <a:gd name="T66" fmla="*/ 3 w 449"/>
                <a:gd name="T67" fmla="*/ 6 h 803"/>
                <a:gd name="T68" fmla="*/ 3 w 449"/>
                <a:gd name="T69" fmla="*/ 6 h 803"/>
                <a:gd name="T70" fmla="*/ 3 w 449"/>
                <a:gd name="T71" fmla="*/ 6 h 803"/>
                <a:gd name="T72" fmla="*/ 3 w 449"/>
                <a:gd name="T73" fmla="*/ 6 h 803"/>
                <a:gd name="T74" fmla="*/ 3 w 449"/>
                <a:gd name="T75" fmla="*/ 6 h 803"/>
                <a:gd name="T76" fmla="*/ 3 w 449"/>
                <a:gd name="T77" fmla="*/ 6 h 803"/>
                <a:gd name="T78" fmla="*/ 3 w 449"/>
                <a:gd name="T79" fmla="*/ 6 h 803"/>
                <a:gd name="T80" fmla="*/ 4 w 449"/>
                <a:gd name="T81" fmla="*/ 6 h 803"/>
                <a:gd name="T82" fmla="*/ 4 w 449"/>
                <a:gd name="T83" fmla="*/ 6 h 803"/>
                <a:gd name="T84" fmla="*/ 4 w 449"/>
                <a:gd name="T85" fmla="*/ 6 h 803"/>
                <a:gd name="T86" fmla="*/ 4 w 449"/>
                <a:gd name="T87" fmla="*/ 6 h 803"/>
                <a:gd name="T88" fmla="*/ 3 w 449"/>
                <a:gd name="T89" fmla="*/ 6 h 803"/>
                <a:gd name="T90" fmla="*/ 3 w 449"/>
                <a:gd name="T91" fmla="*/ 6 h 80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449"/>
                <a:gd name="T139" fmla="*/ 0 h 803"/>
                <a:gd name="T140" fmla="*/ 449 w 449"/>
                <a:gd name="T141" fmla="*/ 803 h 80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449" h="803">
                  <a:moveTo>
                    <a:pt x="426" y="717"/>
                  </a:moveTo>
                  <a:lnTo>
                    <a:pt x="427" y="717"/>
                  </a:lnTo>
                  <a:lnTo>
                    <a:pt x="395" y="693"/>
                  </a:lnTo>
                  <a:lnTo>
                    <a:pt x="361" y="662"/>
                  </a:lnTo>
                  <a:lnTo>
                    <a:pt x="329" y="628"/>
                  </a:lnTo>
                  <a:lnTo>
                    <a:pt x="299" y="591"/>
                  </a:lnTo>
                  <a:lnTo>
                    <a:pt x="269" y="551"/>
                  </a:lnTo>
                  <a:lnTo>
                    <a:pt x="241" y="507"/>
                  </a:lnTo>
                  <a:lnTo>
                    <a:pt x="215" y="460"/>
                  </a:lnTo>
                  <a:lnTo>
                    <a:pt x="191" y="412"/>
                  </a:lnTo>
                  <a:lnTo>
                    <a:pt x="170" y="363"/>
                  </a:lnTo>
                  <a:lnTo>
                    <a:pt x="151" y="312"/>
                  </a:lnTo>
                  <a:lnTo>
                    <a:pt x="133" y="259"/>
                  </a:lnTo>
                  <a:lnTo>
                    <a:pt x="119" y="207"/>
                  </a:lnTo>
                  <a:lnTo>
                    <a:pt x="108" y="156"/>
                  </a:lnTo>
                  <a:lnTo>
                    <a:pt x="101" y="103"/>
                  </a:lnTo>
                  <a:lnTo>
                    <a:pt x="96" y="51"/>
                  </a:lnTo>
                  <a:lnTo>
                    <a:pt x="94" y="0"/>
                  </a:lnTo>
                  <a:lnTo>
                    <a:pt x="0" y="0"/>
                  </a:lnTo>
                  <a:lnTo>
                    <a:pt x="2" y="56"/>
                  </a:lnTo>
                  <a:lnTo>
                    <a:pt x="7" y="115"/>
                  </a:lnTo>
                  <a:lnTo>
                    <a:pt x="16" y="172"/>
                  </a:lnTo>
                  <a:lnTo>
                    <a:pt x="28" y="231"/>
                  </a:lnTo>
                  <a:lnTo>
                    <a:pt x="44" y="287"/>
                  </a:lnTo>
                  <a:lnTo>
                    <a:pt x="62" y="342"/>
                  </a:lnTo>
                  <a:lnTo>
                    <a:pt x="83" y="398"/>
                  </a:lnTo>
                  <a:lnTo>
                    <a:pt x="106" y="452"/>
                  </a:lnTo>
                  <a:lnTo>
                    <a:pt x="133" y="505"/>
                  </a:lnTo>
                  <a:lnTo>
                    <a:pt x="161" y="554"/>
                  </a:lnTo>
                  <a:lnTo>
                    <a:pt x="192" y="602"/>
                  </a:lnTo>
                  <a:lnTo>
                    <a:pt x="224" y="647"/>
                  </a:lnTo>
                  <a:lnTo>
                    <a:pt x="259" y="689"/>
                  </a:lnTo>
                  <a:lnTo>
                    <a:pt x="295" y="728"/>
                  </a:lnTo>
                  <a:lnTo>
                    <a:pt x="334" y="763"/>
                  </a:lnTo>
                  <a:lnTo>
                    <a:pt x="374" y="795"/>
                  </a:lnTo>
                  <a:lnTo>
                    <a:pt x="375" y="795"/>
                  </a:lnTo>
                  <a:lnTo>
                    <a:pt x="374" y="795"/>
                  </a:lnTo>
                  <a:lnTo>
                    <a:pt x="392" y="803"/>
                  </a:lnTo>
                  <a:lnTo>
                    <a:pt x="411" y="803"/>
                  </a:lnTo>
                  <a:lnTo>
                    <a:pt x="426" y="795"/>
                  </a:lnTo>
                  <a:lnTo>
                    <a:pt x="439" y="782"/>
                  </a:lnTo>
                  <a:lnTo>
                    <a:pt x="446" y="766"/>
                  </a:lnTo>
                  <a:lnTo>
                    <a:pt x="449" y="749"/>
                  </a:lnTo>
                  <a:lnTo>
                    <a:pt x="441" y="732"/>
                  </a:lnTo>
                  <a:lnTo>
                    <a:pt x="427" y="717"/>
                  </a:lnTo>
                  <a:lnTo>
                    <a:pt x="426" y="71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3334" name="Freeform 48"/>
            <p:cNvSpPr>
              <a:spLocks/>
            </p:cNvSpPr>
            <p:nvPr/>
          </p:nvSpPr>
          <p:spPr bwMode="auto">
            <a:xfrm>
              <a:off x="883" y="1673"/>
              <a:ext cx="379" cy="690"/>
            </a:xfrm>
            <a:custGeom>
              <a:avLst/>
              <a:gdLst>
                <a:gd name="T0" fmla="*/ 12 w 1897"/>
                <a:gd name="T1" fmla="*/ 6 h 3450"/>
                <a:gd name="T2" fmla="*/ 13 w 1897"/>
                <a:gd name="T3" fmla="*/ 7 h 3450"/>
                <a:gd name="T4" fmla="*/ 13 w 1897"/>
                <a:gd name="T5" fmla="*/ 7 h 3450"/>
                <a:gd name="T6" fmla="*/ 14 w 1897"/>
                <a:gd name="T7" fmla="*/ 8 h 3450"/>
                <a:gd name="T8" fmla="*/ 14 w 1897"/>
                <a:gd name="T9" fmla="*/ 9 h 3450"/>
                <a:gd name="T10" fmla="*/ 15 w 1897"/>
                <a:gd name="T11" fmla="*/ 10 h 3450"/>
                <a:gd name="T12" fmla="*/ 15 w 1897"/>
                <a:gd name="T13" fmla="*/ 11 h 3450"/>
                <a:gd name="T14" fmla="*/ 15 w 1897"/>
                <a:gd name="T15" fmla="*/ 11 h 3450"/>
                <a:gd name="T16" fmla="*/ 15 w 1897"/>
                <a:gd name="T17" fmla="*/ 12 h 3450"/>
                <a:gd name="T18" fmla="*/ 15 w 1897"/>
                <a:gd name="T19" fmla="*/ 26 h 3450"/>
                <a:gd name="T20" fmla="*/ 15 w 1897"/>
                <a:gd name="T21" fmla="*/ 26 h 3450"/>
                <a:gd name="T22" fmla="*/ 15 w 1897"/>
                <a:gd name="T23" fmla="*/ 27 h 3450"/>
                <a:gd name="T24" fmla="*/ 15 w 1897"/>
                <a:gd name="T25" fmla="*/ 27 h 3450"/>
                <a:gd name="T26" fmla="*/ 14 w 1897"/>
                <a:gd name="T27" fmla="*/ 27 h 3450"/>
                <a:gd name="T28" fmla="*/ 14 w 1897"/>
                <a:gd name="T29" fmla="*/ 28 h 3450"/>
                <a:gd name="T30" fmla="*/ 13 w 1897"/>
                <a:gd name="T31" fmla="*/ 28 h 3450"/>
                <a:gd name="T32" fmla="*/ 13 w 1897"/>
                <a:gd name="T33" fmla="*/ 27 h 3450"/>
                <a:gd name="T34" fmla="*/ 3 w 1897"/>
                <a:gd name="T35" fmla="*/ 21 h 3450"/>
                <a:gd name="T36" fmla="*/ 2 w 1897"/>
                <a:gd name="T37" fmla="*/ 21 h 3450"/>
                <a:gd name="T38" fmla="*/ 2 w 1897"/>
                <a:gd name="T39" fmla="*/ 20 h 3450"/>
                <a:gd name="T40" fmla="*/ 1 w 1897"/>
                <a:gd name="T41" fmla="*/ 19 h 3450"/>
                <a:gd name="T42" fmla="*/ 1 w 1897"/>
                <a:gd name="T43" fmla="*/ 19 h 3450"/>
                <a:gd name="T44" fmla="*/ 0 w 1897"/>
                <a:gd name="T45" fmla="*/ 18 h 3450"/>
                <a:gd name="T46" fmla="*/ 0 w 1897"/>
                <a:gd name="T47" fmla="*/ 17 h 3450"/>
                <a:gd name="T48" fmla="*/ 0 w 1897"/>
                <a:gd name="T49" fmla="*/ 16 h 3450"/>
                <a:gd name="T50" fmla="*/ 0 w 1897"/>
                <a:gd name="T51" fmla="*/ 15 h 3450"/>
                <a:gd name="T52" fmla="*/ 0 w 1897"/>
                <a:gd name="T53" fmla="*/ 2 h 3450"/>
                <a:gd name="T54" fmla="*/ 0 w 1897"/>
                <a:gd name="T55" fmla="*/ 1 h 3450"/>
                <a:gd name="T56" fmla="*/ 0 w 1897"/>
                <a:gd name="T57" fmla="*/ 1 h 3450"/>
                <a:gd name="T58" fmla="*/ 1 w 1897"/>
                <a:gd name="T59" fmla="*/ 0 h 3450"/>
                <a:gd name="T60" fmla="*/ 1 w 1897"/>
                <a:gd name="T61" fmla="*/ 0 h 3450"/>
                <a:gd name="T62" fmla="*/ 1 w 1897"/>
                <a:gd name="T63" fmla="*/ 0 h 3450"/>
                <a:gd name="T64" fmla="*/ 2 w 1897"/>
                <a:gd name="T65" fmla="*/ 0 h 3450"/>
                <a:gd name="T66" fmla="*/ 3 w 1897"/>
                <a:gd name="T67" fmla="*/ 0 h 3450"/>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897"/>
                <a:gd name="T103" fmla="*/ 0 h 3450"/>
                <a:gd name="T104" fmla="*/ 1897 w 1897"/>
                <a:gd name="T105" fmla="*/ 3450 h 3450"/>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897" h="3450">
                  <a:moveTo>
                    <a:pt x="357" y="49"/>
                  </a:moveTo>
                  <a:lnTo>
                    <a:pt x="1542" y="806"/>
                  </a:lnTo>
                  <a:lnTo>
                    <a:pt x="1579" y="832"/>
                  </a:lnTo>
                  <a:lnTo>
                    <a:pt x="1614" y="861"/>
                  </a:lnTo>
                  <a:lnTo>
                    <a:pt x="1648" y="895"/>
                  </a:lnTo>
                  <a:lnTo>
                    <a:pt x="1681" y="933"/>
                  </a:lnTo>
                  <a:lnTo>
                    <a:pt x="1711" y="973"/>
                  </a:lnTo>
                  <a:lnTo>
                    <a:pt x="1740" y="1016"/>
                  </a:lnTo>
                  <a:lnTo>
                    <a:pt x="1768" y="1062"/>
                  </a:lnTo>
                  <a:lnTo>
                    <a:pt x="1793" y="1109"/>
                  </a:lnTo>
                  <a:lnTo>
                    <a:pt x="1816" y="1158"/>
                  </a:lnTo>
                  <a:lnTo>
                    <a:pt x="1836" y="1208"/>
                  </a:lnTo>
                  <a:lnTo>
                    <a:pt x="1854" y="1260"/>
                  </a:lnTo>
                  <a:lnTo>
                    <a:pt x="1869" y="1313"/>
                  </a:lnTo>
                  <a:lnTo>
                    <a:pt x="1881" y="1364"/>
                  </a:lnTo>
                  <a:lnTo>
                    <a:pt x="1890" y="1417"/>
                  </a:lnTo>
                  <a:lnTo>
                    <a:pt x="1895" y="1469"/>
                  </a:lnTo>
                  <a:lnTo>
                    <a:pt x="1897" y="1519"/>
                  </a:lnTo>
                  <a:lnTo>
                    <a:pt x="1897" y="3142"/>
                  </a:lnTo>
                  <a:lnTo>
                    <a:pt x="1895" y="3190"/>
                  </a:lnTo>
                  <a:lnTo>
                    <a:pt x="1890" y="3235"/>
                  </a:lnTo>
                  <a:lnTo>
                    <a:pt x="1881" y="3276"/>
                  </a:lnTo>
                  <a:lnTo>
                    <a:pt x="1869" y="3313"/>
                  </a:lnTo>
                  <a:lnTo>
                    <a:pt x="1854" y="3346"/>
                  </a:lnTo>
                  <a:lnTo>
                    <a:pt x="1836" y="3375"/>
                  </a:lnTo>
                  <a:lnTo>
                    <a:pt x="1816" y="3398"/>
                  </a:lnTo>
                  <a:lnTo>
                    <a:pt x="1793" y="3418"/>
                  </a:lnTo>
                  <a:lnTo>
                    <a:pt x="1768" y="3434"/>
                  </a:lnTo>
                  <a:lnTo>
                    <a:pt x="1740" y="3444"/>
                  </a:lnTo>
                  <a:lnTo>
                    <a:pt x="1711" y="3450"/>
                  </a:lnTo>
                  <a:lnTo>
                    <a:pt x="1681" y="3450"/>
                  </a:lnTo>
                  <a:lnTo>
                    <a:pt x="1648" y="3445"/>
                  </a:lnTo>
                  <a:lnTo>
                    <a:pt x="1614" y="3436"/>
                  </a:lnTo>
                  <a:lnTo>
                    <a:pt x="1579" y="3421"/>
                  </a:lnTo>
                  <a:lnTo>
                    <a:pt x="1542" y="3400"/>
                  </a:lnTo>
                  <a:lnTo>
                    <a:pt x="357" y="2643"/>
                  </a:lnTo>
                  <a:lnTo>
                    <a:pt x="320" y="2618"/>
                  </a:lnTo>
                  <a:lnTo>
                    <a:pt x="285" y="2588"/>
                  </a:lnTo>
                  <a:lnTo>
                    <a:pt x="251" y="2554"/>
                  </a:lnTo>
                  <a:lnTo>
                    <a:pt x="218" y="2517"/>
                  </a:lnTo>
                  <a:lnTo>
                    <a:pt x="187" y="2477"/>
                  </a:lnTo>
                  <a:lnTo>
                    <a:pt x="157" y="2433"/>
                  </a:lnTo>
                  <a:lnTo>
                    <a:pt x="130" y="2388"/>
                  </a:lnTo>
                  <a:lnTo>
                    <a:pt x="105" y="2341"/>
                  </a:lnTo>
                  <a:lnTo>
                    <a:pt x="81" y="2292"/>
                  </a:lnTo>
                  <a:lnTo>
                    <a:pt x="61" y="2241"/>
                  </a:lnTo>
                  <a:lnTo>
                    <a:pt x="44" y="2190"/>
                  </a:lnTo>
                  <a:lnTo>
                    <a:pt x="29" y="2138"/>
                  </a:lnTo>
                  <a:lnTo>
                    <a:pt x="17" y="2085"/>
                  </a:lnTo>
                  <a:lnTo>
                    <a:pt x="7" y="2033"/>
                  </a:lnTo>
                  <a:lnTo>
                    <a:pt x="3" y="1981"/>
                  </a:lnTo>
                  <a:lnTo>
                    <a:pt x="0" y="1931"/>
                  </a:lnTo>
                  <a:lnTo>
                    <a:pt x="0" y="308"/>
                  </a:lnTo>
                  <a:lnTo>
                    <a:pt x="3" y="260"/>
                  </a:lnTo>
                  <a:lnTo>
                    <a:pt x="7" y="215"/>
                  </a:lnTo>
                  <a:lnTo>
                    <a:pt x="17" y="174"/>
                  </a:lnTo>
                  <a:lnTo>
                    <a:pt x="29" y="137"/>
                  </a:lnTo>
                  <a:lnTo>
                    <a:pt x="44" y="104"/>
                  </a:lnTo>
                  <a:lnTo>
                    <a:pt x="61" y="76"/>
                  </a:lnTo>
                  <a:lnTo>
                    <a:pt x="81" y="51"/>
                  </a:lnTo>
                  <a:lnTo>
                    <a:pt x="105" y="31"/>
                  </a:lnTo>
                  <a:lnTo>
                    <a:pt x="130" y="16"/>
                  </a:lnTo>
                  <a:lnTo>
                    <a:pt x="157" y="5"/>
                  </a:lnTo>
                  <a:lnTo>
                    <a:pt x="187" y="0"/>
                  </a:lnTo>
                  <a:lnTo>
                    <a:pt x="218" y="0"/>
                  </a:lnTo>
                  <a:lnTo>
                    <a:pt x="251" y="3"/>
                  </a:lnTo>
                  <a:lnTo>
                    <a:pt x="285" y="14"/>
                  </a:lnTo>
                  <a:lnTo>
                    <a:pt x="320" y="29"/>
                  </a:lnTo>
                  <a:lnTo>
                    <a:pt x="357" y="49"/>
                  </a:lnTo>
                  <a:close/>
                </a:path>
              </a:pathLst>
            </a:custGeom>
            <a:solidFill>
              <a:srgbClr val="BFBFB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3335" name="Freeform 49"/>
            <p:cNvSpPr>
              <a:spLocks/>
            </p:cNvSpPr>
            <p:nvPr/>
          </p:nvSpPr>
          <p:spPr bwMode="auto">
            <a:xfrm>
              <a:off x="1268" y="1663"/>
              <a:ext cx="393" cy="711"/>
            </a:xfrm>
            <a:custGeom>
              <a:avLst/>
              <a:gdLst>
                <a:gd name="T0" fmla="*/ 3 w 1962"/>
                <a:gd name="T1" fmla="*/ 7 h 3555"/>
                <a:gd name="T2" fmla="*/ 2 w 1962"/>
                <a:gd name="T3" fmla="*/ 7 h 3555"/>
                <a:gd name="T4" fmla="*/ 2 w 1962"/>
                <a:gd name="T5" fmla="*/ 8 h 3555"/>
                <a:gd name="T6" fmla="*/ 1 w 1962"/>
                <a:gd name="T7" fmla="*/ 8 h 3555"/>
                <a:gd name="T8" fmla="*/ 1 w 1962"/>
                <a:gd name="T9" fmla="*/ 9 h 3555"/>
                <a:gd name="T10" fmla="*/ 1 w 1962"/>
                <a:gd name="T11" fmla="*/ 10 h 3555"/>
                <a:gd name="T12" fmla="*/ 0 w 1962"/>
                <a:gd name="T13" fmla="*/ 11 h 3555"/>
                <a:gd name="T14" fmla="*/ 0 w 1962"/>
                <a:gd name="T15" fmla="*/ 12 h 3555"/>
                <a:gd name="T16" fmla="*/ 0 w 1962"/>
                <a:gd name="T17" fmla="*/ 13 h 3555"/>
                <a:gd name="T18" fmla="*/ 0 w 1962"/>
                <a:gd name="T19" fmla="*/ 26 h 3555"/>
                <a:gd name="T20" fmla="*/ 0 w 1962"/>
                <a:gd name="T21" fmla="*/ 27 h 3555"/>
                <a:gd name="T22" fmla="*/ 0 w 1962"/>
                <a:gd name="T23" fmla="*/ 28 h 3555"/>
                <a:gd name="T24" fmla="*/ 1 w 1962"/>
                <a:gd name="T25" fmla="*/ 28 h 3555"/>
                <a:gd name="T26" fmla="*/ 1 w 1962"/>
                <a:gd name="T27" fmla="*/ 28 h 3555"/>
                <a:gd name="T28" fmla="*/ 2 w 1962"/>
                <a:gd name="T29" fmla="*/ 28 h 3555"/>
                <a:gd name="T30" fmla="*/ 2 w 1962"/>
                <a:gd name="T31" fmla="*/ 28 h 3555"/>
                <a:gd name="T32" fmla="*/ 3 w 1962"/>
                <a:gd name="T33" fmla="*/ 28 h 3555"/>
                <a:gd name="T34" fmla="*/ 13 w 1962"/>
                <a:gd name="T35" fmla="*/ 22 h 3555"/>
                <a:gd name="T36" fmla="*/ 13 w 1962"/>
                <a:gd name="T37" fmla="*/ 21 h 3555"/>
                <a:gd name="T38" fmla="*/ 14 w 1962"/>
                <a:gd name="T39" fmla="*/ 21 h 3555"/>
                <a:gd name="T40" fmla="*/ 14 w 1962"/>
                <a:gd name="T41" fmla="*/ 20 h 3555"/>
                <a:gd name="T42" fmla="*/ 15 w 1962"/>
                <a:gd name="T43" fmla="*/ 19 h 3555"/>
                <a:gd name="T44" fmla="*/ 15 w 1962"/>
                <a:gd name="T45" fmla="*/ 18 h 3555"/>
                <a:gd name="T46" fmla="*/ 16 w 1962"/>
                <a:gd name="T47" fmla="*/ 18 h 3555"/>
                <a:gd name="T48" fmla="*/ 16 w 1962"/>
                <a:gd name="T49" fmla="*/ 17 h 3555"/>
                <a:gd name="T50" fmla="*/ 16 w 1962"/>
                <a:gd name="T51" fmla="*/ 16 h 3555"/>
                <a:gd name="T52" fmla="*/ 16 w 1962"/>
                <a:gd name="T53" fmla="*/ 2 h 3555"/>
                <a:gd name="T54" fmla="*/ 16 w 1962"/>
                <a:gd name="T55" fmla="*/ 1 h 3555"/>
                <a:gd name="T56" fmla="*/ 15 w 1962"/>
                <a:gd name="T57" fmla="*/ 1 h 3555"/>
                <a:gd name="T58" fmla="*/ 15 w 1962"/>
                <a:gd name="T59" fmla="*/ 0 h 3555"/>
                <a:gd name="T60" fmla="*/ 15 w 1962"/>
                <a:gd name="T61" fmla="*/ 0 h 3555"/>
                <a:gd name="T62" fmla="*/ 14 w 1962"/>
                <a:gd name="T63" fmla="*/ 0 h 3555"/>
                <a:gd name="T64" fmla="*/ 14 w 1962"/>
                <a:gd name="T65" fmla="*/ 0 h 3555"/>
                <a:gd name="T66" fmla="*/ 13 w 1962"/>
                <a:gd name="T67" fmla="*/ 0 h 3555"/>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962"/>
                <a:gd name="T103" fmla="*/ 0 h 3555"/>
                <a:gd name="T104" fmla="*/ 1962 w 1962"/>
                <a:gd name="T105" fmla="*/ 3555 h 3555"/>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962" h="3555">
                  <a:moveTo>
                    <a:pt x="1594" y="50"/>
                  </a:moveTo>
                  <a:lnTo>
                    <a:pt x="368" y="831"/>
                  </a:lnTo>
                  <a:lnTo>
                    <a:pt x="330" y="858"/>
                  </a:lnTo>
                  <a:lnTo>
                    <a:pt x="294" y="888"/>
                  </a:lnTo>
                  <a:lnTo>
                    <a:pt x="259" y="922"/>
                  </a:lnTo>
                  <a:lnTo>
                    <a:pt x="225" y="961"/>
                  </a:lnTo>
                  <a:lnTo>
                    <a:pt x="193" y="1003"/>
                  </a:lnTo>
                  <a:lnTo>
                    <a:pt x="163" y="1047"/>
                  </a:lnTo>
                  <a:lnTo>
                    <a:pt x="133" y="1094"/>
                  </a:lnTo>
                  <a:lnTo>
                    <a:pt x="108" y="1143"/>
                  </a:lnTo>
                  <a:lnTo>
                    <a:pt x="84" y="1193"/>
                  </a:lnTo>
                  <a:lnTo>
                    <a:pt x="63" y="1246"/>
                  </a:lnTo>
                  <a:lnTo>
                    <a:pt x="44" y="1299"/>
                  </a:lnTo>
                  <a:lnTo>
                    <a:pt x="29" y="1353"/>
                  </a:lnTo>
                  <a:lnTo>
                    <a:pt x="16" y="1405"/>
                  </a:lnTo>
                  <a:lnTo>
                    <a:pt x="7" y="1459"/>
                  </a:lnTo>
                  <a:lnTo>
                    <a:pt x="2" y="1512"/>
                  </a:lnTo>
                  <a:lnTo>
                    <a:pt x="0" y="1565"/>
                  </a:lnTo>
                  <a:lnTo>
                    <a:pt x="0" y="3237"/>
                  </a:lnTo>
                  <a:lnTo>
                    <a:pt x="2" y="3287"/>
                  </a:lnTo>
                  <a:lnTo>
                    <a:pt x="7" y="3333"/>
                  </a:lnTo>
                  <a:lnTo>
                    <a:pt x="16" y="3375"/>
                  </a:lnTo>
                  <a:lnTo>
                    <a:pt x="29" y="3413"/>
                  </a:lnTo>
                  <a:lnTo>
                    <a:pt x="44" y="3447"/>
                  </a:lnTo>
                  <a:lnTo>
                    <a:pt x="63" y="3477"/>
                  </a:lnTo>
                  <a:lnTo>
                    <a:pt x="84" y="3502"/>
                  </a:lnTo>
                  <a:lnTo>
                    <a:pt x="108" y="3522"/>
                  </a:lnTo>
                  <a:lnTo>
                    <a:pt x="133" y="3538"/>
                  </a:lnTo>
                  <a:lnTo>
                    <a:pt x="163" y="3549"/>
                  </a:lnTo>
                  <a:lnTo>
                    <a:pt x="193" y="3555"/>
                  </a:lnTo>
                  <a:lnTo>
                    <a:pt x="225" y="3555"/>
                  </a:lnTo>
                  <a:lnTo>
                    <a:pt x="259" y="3550"/>
                  </a:lnTo>
                  <a:lnTo>
                    <a:pt x="294" y="3541"/>
                  </a:lnTo>
                  <a:lnTo>
                    <a:pt x="330" y="3524"/>
                  </a:lnTo>
                  <a:lnTo>
                    <a:pt x="368" y="3503"/>
                  </a:lnTo>
                  <a:lnTo>
                    <a:pt x="1594" y="2722"/>
                  </a:lnTo>
                  <a:lnTo>
                    <a:pt x="1632" y="2696"/>
                  </a:lnTo>
                  <a:lnTo>
                    <a:pt x="1668" y="2665"/>
                  </a:lnTo>
                  <a:lnTo>
                    <a:pt x="1703" y="2631"/>
                  </a:lnTo>
                  <a:lnTo>
                    <a:pt x="1737" y="2592"/>
                  </a:lnTo>
                  <a:lnTo>
                    <a:pt x="1769" y="2551"/>
                  </a:lnTo>
                  <a:lnTo>
                    <a:pt x="1799" y="2506"/>
                  </a:lnTo>
                  <a:lnTo>
                    <a:pt x="1829" y="2460"/>
                  </a:lnTo>
                  <a:lnTo>
                    <a:pt x="1854" y="2411"/>
                  </a:lnTo>
                  <a:lnTo>
                    <a:pt x="1878" y="2361"/>
                  </a:lnTo>
                  <a:lnTo>
                    <a:pt x="1899" y="2308"/>
                  </a:lnTo>
                  <a:lnTo>
                    <a:pt x="1918" y="2256"/>
                  </a:lnTo>
                  <a:lnTo>
                    <a:pt x="1933" y="2202"/>
                  </a:lnTo>
                  <a:lnTo>
                    <a:pt x="1946" y="2149"/>
                  </a:lnTo>
                  <a:lnTo>
                    <a:pt x="1955" y="2095"/>
                  </a:lnTo>
                  <a:lnTo>
                    <a:pt x="1960" y="2042"/>
                  </a:lnTo>
                  <a:lnTo>
                    <a:pt x="1962" y="1989"/>
                  </a:lnTo>
                  <a:lnTo>
                    <a:pt x="1962" y="319"/>
                  </a:lnTo>
                  <a:lnTo>
                    <a:pt x="1960" y="269"/>
                  </a:lnTo>
                  <a:lnTo>
                    <a:pt x="1955" y="223"/>
                  </a:lnTo>
                  <a:lnTo>
                    <a:pt x="1946" y="180"/>
                  </a:lnTo>
                  <a:lnTo>
                    <a:pt x="1933" y="143"/>
                  </a:lnTo>
                  <a:lnTo>
                    <a:pt x="1918" y="109"/>
                  </a:lnTo>
                  <a:lnTo>
                    <a:pt x="1899" y="79"/>
                  </a:lnTo>
                  <a:lnTo>
                    <a:pt x="1878" y="54"/>
                  </a:lnTo>
                  <a:lnTo>
                    <a:pt x="1854" y="33"/>
                  </a:lnTo>
                  <a:lnTo>
                    <a:pt x="1829" y="17"/>
                  </a:lnTo>
                  <a:lnTo>
                    <a:pt x="1799" y="7"/>
                  </a:lnTo>
                  <a:lnTo>
                    <a:pt x="1769" y="0"/>
                  </a:lnTo>
                  <a:lnTo>
                    <a:pt x="1737" y="0"/>
                  </a:lnTo>
                  <a:lnTo>
                    <a:pt x="1703" y="4"/>
                  </a:lnTo>
                  <a:lnTo>
                    <a:pt x="1668" y="14"/>
                  </a:lnTo>
                  <a:lnTo>
                    <a:pt x="1632" y="29"/>
                  </a:lnTo>
                  <a:lnTo>
                    <a:pt x="1594" y="50"/>
                  </a:lnTo>
                  <a:close/>
                </a:path>
              </a:pathLst>
            </a:custGeom>
            <a:solidFill>
              <a:srgbClr val="E5E5E5"/>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3336" name="Freeform 50"/>
            <p:cNvSpPr>
              <a:spLocks noEditPoints="1"/>
            </p:cNvSpPr>
            <p:nvPr/>
          </p:nvSpPr>
          <p:spPr bwMode="auto">
            <a:xfrm>
              <a:off x="916" y="1589"/>
              <a:ext cx="697" cy="698"/>
            </a:xfrm>
            <a:custGeom>
              <a:avLst/>
              <a:gdLst>
                <a:gd name="T0" fmla="*/ 16 w 3485"/>
                <a:gd name="T1" fmla="*/ 0 h 3490"/>
                <a:gd name="T2" fmla="*/ 17 w 3485"/>
                <a:gd name="T3" fmla="*/ 2 h 3490"/>
                <a:gd name="T4" fmla="*/ 17 w 3485"/>
                <a:gd name="T5" fmla="*/ 3 h 3490"/>
                <a:gd name="T6" fmla="*/ 14 w 3485"/>
                <a:gd name="T7" fmla="*/ 4 h 3490"/>
                <a:gd name="T8" fmla="*/ 12 w 3485"/>
                <a:gd name="T9" fmla="*/ 4 h 3490"/>
                <a:gd name="T10" fmla="*/ 11 w 3485"/>
                <a:gd name="T11" fmla="*/ 2 h 3490"/>
                <a:gd name="T12" fmla="*/ 11 w 3485"/>
                <a:gd name="T13" fmla="*/ 1 h 3490"/>
                <a:gd name="T14" fmla="*/ 14 w 3485"/>
                <a:gd name="T15" fmla="*/ 0 h 3490"/>
                <a:gd name="T16" fmla="*/ 3 w 3485"/>
                <a:gd name="T17" fmla="*/ 7 h 3490"/>
                <a:gd name="T18" fmla="*/ 4 w 3485"/>
                <a:gd name="T19" fmla="*/ 9 h 3490"/>
                <a:gd name="T20" fmla="*/ 3 w 3485"/>
                <a:gd name="T21" fmla="*/ 12 h 3490"/>
                <a:gd name="T22" fmla="*/ 2 w 3485"/>
                <a:gd name="T23" fmla="*/ 13 h 3490"/>
                <a:gd name="T24" fmla="*/ 1 w 3485"/>
                <a:gd name="T25" fmla="*/ 12 h 3490"/>
                <a:gd name="T26" fmla="*/ 0 w 3485"/>
                <a:gd name="T27" fmla="*/ 10 h 3490"/>
                <a:gd name="T28" fmla="*/ 0 w 3485"/>
                <a:gd name="T29" fmla="*/ 8 h 3490"/>
                <a:gd name="T30" fmla="*/ 2 w 3485"/>
                <a:gd name="T31" fmla="*/ 6 h 3490"/>
                <a:gd name="T32" fmla="*/ 10 w 3485"/>
                <a:gd name="T33" fmla="*/ 20 h 3490"/>
                <a:gd name="T34" fmla="*/ 11 w 3485"/>
                <a:gd name="T35" fmla="*/ 22 h 3490"/>
                <a:gd name="T36" fmla="*/ 11 w 3485"/>
                <a:gd name="T37" fmla="*/ 25 h 3490"/>
                <a:gd name="T38" fmla="*/ 10 w 3485"/>
                <a:gd name="T39" fmla="*/ 27 h 3490"/>
                <a:gd name="T40" fmla="*/ 8 w 3485"/>
                <a:gd name="T41" fmla="*/ 26 h 3490"/>
                <a:gd name="T42" fmla="*/ 7 w 3485"/>
                <a:gd name="T43" fmla="*/ 24 h 3490"/>
                <a:gd name="T44" fmla="*/ 7 w 3485"/>
                <a:gd name="T45" fmla="*/ 22 h 3490"/>
                <a:gd name="T46" fmla="*/ 8 w 3485"/>
                <a:gd name="T47" fmla="*/ 20 h 3490"/>
                <a:gd name="T48" fmla="*/ 20 w 3485"/>
                <a:gd name="T49" fmla="*/ 21 h 3490"/>
                <a:gd name="T50" fmla="*/ 21 w 3485"/>
                <a:gd name="T51" fmla="*/ 23 h 3490"/>
                <a:gd name="T52" fmla="*/ 21 w 3485"/>
                <a:gd name="T53" fmla="*/ 26 h 3490"/>
                <a:gd name="T54" fmla="*/ 20 w 3485"/>
                <a:gd name="T55" fmla="*/ 28 h 3490"/>
                <a:gd name="T56" fmla="*/ 18 w 3485"/>
                <a:gd name="T57" fmla="*/ 28 h 3490"/>
                <a:gd name="T58" fmla="*/ 17 w 3485"/>
                <a:gd name="T59" fmla="*/ 26 h 3490"/>
                <a:gd name="T60" fmla="*/ 17 w 3485"/>
                <a:gd name="T61" fmla="*/ 23 h 3490"/>
                <a:gd name="T62" fmla="*/ 18 w 3485"/>
                <a:gd name="T63" fmla="*/ 21 h 3490"/>
                <a:gd name="T64" fmla="*/ 19 w 3485"/>
                <a:gd name="T65" fmla="*/ 11 h 3490"/>
                <a:gd name="T66" fmla="*/ 20 w 3485"/>
                <a:gd name="T67" fmla="*/ 13 h 3490"/>
                <a:gd name="T68" fmla="*/ 21 w 3485"/>
                <a:gd name="T69" fmla="*/ 15 h 3490"/>
                <a:gd name="T70" fmla="*/ 20 w 3485"/>
                <a:gd name="T71" fmla="*/ 17 h 3490"/>
                <a:gd name="T72" fmla="*/ 18 w 3485"/>
                <a:gd name="T73" fmla="*/ 17 h 3490"/>
                <a:gd name="T74" fmla="*/ 17 w 3485"/>
                <a:gd name="T75" fmla="*/ 16 h 3490"/>
                <a:gd name="T76" fmla="*/ 17 w 3485"/>
                <a:gd name="T77" fmla="*/ 13 h 3490"/>
                <a:gd name="T78" fmla="*/ 18 w 3485"/>
                <a:gd name="T79" fmla="*/ 11 h 3490"/>
                <a:gd name="T80" fmla="*/ 26 w 3485"/>
                <a:gd name="T81" fmla="*/ 7 h 3490"/>
                <a:gd name="T82" fmla="*/ 27 w 3485"/>
                <a:gd name="T83" fmla="*/ 8 h 3490"/>
                <a:gd name="T84" fmla="*/ 27 w 3485"/>
                <a:gd name="T85" fmla="*/ 11 h 3490"/>
                <a:gd name="T86" fmla="*/ 26 w 3485"/>
                <a:gd name="T87" fmla="*/ 13 h 3490"/>
                <a:gd name="T88" fmla="*/ 25 w 3485"/>
                <a:gd name="T89" fmla="*/ 13 h 3490"/>
                <a:gd name="T90" fmla="*/ 24 w 3485"/>
                <a:gd name="T91" fmla="*/ 12 h 3490"/>
                <a:gd name="T92" fmla="*/ 24 w 3485"/>
                <a:gd name="T93" fmla="*/ 9 h 3490"/>
                <a:gd name="T94" fmla="*/ 24 w 3485"/>
                <a:gd name="T95" fmla="*/ 7 h 3490"/>
                <a:gd name="T96" fmla="*/ 26 w 3485"/>
                <a:gd name="T97" fmla="*/ 17 h 3490"/>
                <a:gd name="T98" fmla="*/ 27 w 3485"/>
                <a:gd name="T99" fmla="*/ 18 h 3490"/>
                <a:gd name="T100" fmla="*/ 28 w 3485"/>
                <a:gd name="T101" fmla="*/ 21 h 3490"/>
                <a:gd name="T102" fmla="*/ 27 w 3485"/>
                <a:gd name="T103" fmla="*/ 23 h 3490"/>
                <a:gd name="T104" fmla="*/ 26 w 3485"/>
                <a:gd name="T105" fmla="*/ 24 h 3490"/>
                <a:gd name="T106" fmla="*/ 24 w 3485"/>
                <a:gd name="T107" fmla="*/ 23 h 3490"/>
                <a:gd name="T108" fmla="*/ 24 w 3485"/>
                <a:gd name="T109" fmla="*/ 20 h 3490"/>
                <a:gd name="T110" fmla="*/ 25 w 3485"/>
                <a:gd name="T111" fmla="*/ 18 h 3490"/>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w 3485"/>
                <a:gd name="T169" fmla="*/ 0 h 3490"/>
                <a:gd name="T170" fmla="*/ 3485 w 3485"/>
                <a:gd name="T171" fmla="*/ 3490 h 3490"/>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T168" t="T169" r="T170" b="T171"/>
              <a:pathLst>
                <a:path w="3485" h="3490">
                  <a:moveTo>
                    <a:pt x="1754" y="0"/>
                  </a:moveTo>
                  <a:lnTo>
                    <a:pt x="1797" y="2"/>
                  </a:lnTo>
                  <a:lnTo>
                    <a:pt x="1840" y="5"/>
                  </a:lnTo>
                  <a:lnTo>
                    <a:pt x="1881" y="12"/>
                  </a:lnTo>
                  <a:lnTo>
                    <a:pt x="1921" y="20"/>
                  </a:lnTo>
                  <a:lnTo>
                    <a:pt x="1959" y="31"/>
                  </a:lnTo>
                  <a:lnTo>
                    <a:pt x="1994" y="44"/>
                  </a:lnTo>
                  <a:lnTo>
                    <a:pt x="2028" y="59"/>
                  </a:lnTo>
                  <a:lnTo>
                    <a:pt x="2058" y="74"/>
                  </a:lnTo>
                  <a:lnTo>
                    <a:pt x="2086" y="93"/>
                  </a:lnTo>
                  <a:lnTo>
                    <a:pt x="2111" y="113"/>
                  </a:lnTo>
                  <a:lnTo>
                    <a:pt x="2132" y="133"/>
                  </a:lnTo>
                  <a:lnTo>
                    <a:pt x="2151" y="155"/>
                  </a:lnTo>
                  <a:lnTo>
                    <a:pt x="2165" y="179"/>
                  </a:lnTo>
                  <a:lnTo>
                    <a:pt x="2175" y="203"/>
                  </a:lnTo>
                  <a:lnTo>
                    <a:pt x="2182" y="229"/>
                  </a:lnTo>
                  <a:lnTo>
                    <a:pt x="2185" y="255"/>
                  </a:lnTo>
                  <a:lnTo>
                    <a:pt x="2182" y="281"/>
                  </a:lnTo>
                  <a:lnTo>
                    <a:pt x="2175" y="305"/>
                  </a:lnTo>
                  <a:lnTo>
                    <a:pt x="2165" y="330"/>
                  </a:lnTo>
                  <a:lnTo>
                    <a:pt x="2151" y="353"/>
                  </a:lnTo>
                  <a:lnTo>
                    <a:pt x="2132" y="376"/>
                  </a:lnTo>
                  <a:lnTo>
                    <a:pt x="2111" y="397"/>
                  </a:lnTo>
                  <a:lnTo>
                    <a:pt x="2086" y="417"/>
                  </a:lnTo>
                  <a:lnTo>
                    <a:pt x="2058" y="434"/>
                  </a:lnTo>
                  <a:lnTo>
                    <a:pt x="2028" y="451"/>
                  </a:lnTo>
                  <a:lnTo>
                    <a:pt x="1994" y="466"/>
                  </a:lnTo>
                  <a:lnTo>
                    <a:pt x="1959" y="479"/>
                  </a:lnTo>
                  <a:lnTo>
                    <a:pt x="1921" y="489"/>
                  </a:lnTo>
                  <a:lnTo>
                    <a:pt x="1881" y="498"/>
                  </a:lnTo>
                  <a:lnTo>
                    <a:pt x="1840" y="505"/>
                  </a:lnTo>
                  <a:lnTo>
                    <a:pt x="1797" y="508"/>
                  </a:lnTo>
                  <a:lnTo>
                    <a:pt x="1754" y="509"/>
                  </a:lnTo>
                  <a:lnTo>
                    <a:pt x="1710" y="508"/>
                  </a:lnTo>
                  <a:lnTo>
                    <a:pt x="1667" y="505"/>
                  </a:lnTo>
                  <a:lnTo>
                    <a:pt x="1626" y="498"/>
                  </a:lnTo>
                  <a:lnTo>
                    <a:pt x="1586" y="489"/>
                  </a:lnTo>
                  <a:lnTo>
                    <a:pt x="1548" y="479"/>
                  </a:lnTo>
                  <a:lnTo>
                    <a:pt x="1512" y="466"/>
                  </a:lnTo>
                  <a:lnTo>
                    <a:pt x="1479" y="451"/>
                  </a:lnTo>
                  <a:lnTo>
                    <a:pt x="1449" y="434"/>
                  </a:lnTo>
                  <a:lnTo>
                    <a:pt x="1421" y="417"/>
                  </a:lnTo>
                  <a:lnTo>
                    <a:pt x="1395" y="397"/>
                  </a:lnTo>
                  <a:lnTo>
                    <a:pt x="1374" y="376"/>
                  </a:lnTo>
                  <a:lnTo>
                    <a:pt x="1355" y="353"/>
                  </a:lnTo>
                  <a:lnTo>
                    <a:pt x="1341" y="330"/>
                  </a:lnTo>
                  <a:lnTo>
                    <a:pt x="1331" y="305"/>
                  </a:lnTo>
                  <a:lnTo>
                    <a:pt x="1324" y="281"/>
                  </a:lnTo>
                  <a:lnTo>
                    <a:pt x="1321" y="255"/>
                  </a:lnTo>
                  <a:lnTo>
                    <a:pt x="1324" y="229"/>
                  </a:lnTo>
                  <a:lnTo>
                    <a:pt x="1331" y="203"/>
                  </a:lnTo>
                  <a:lnTo>
                    <a:pt x="1341" y="179"/>
                  </a:lnTo>
                  <a:lnTo>
                    <a:pt x="1355" y="155"/>
                  </a:lnTo>
                  <a:lnTo>
                    <a:pt x="1374" y="133"/>
                  </a:lnTo>
                  <a:lnTo>
                    <a:pt x="1395" y="113"/>
                  </a:lnTo>
                  <a:lnTo>
                    <a:pt x="1421" y="93"/>
                  </a:lnTo>
                  <a:lnTo>
                    <a:pt x="1449" y="74"/>
                  </a:lnTo>
                  <a:lnTo>
                    <a:pt x="1479" y="59"/>
                  </a:lnTo>
                  <a:lnTo>
                    <a:pt x="1512" y="44"/>
                  </a:lnTo>
                  <a:lnTo>
                    <a:pt x="1548" y="31"/>
                  </a:lnTo>
                  <a:lnTo>
                    <a:pt x="1586" y="20"/>
                  </a:lnTo>
                  <a:lnTo>
                    <a:pt x="1626" y="12"/>
                  </a:lnTo>
                  <a:lnTo>
                    <a:pt x="1667" y="5"/>
                  </a:lnTo>
                  <a:lnTo>
                    <a:pt x="1710" y="2"/>
                  </a:lnTo>
                  <a:lnTo>
                    <a:pt x="1754" y="0"/>
                  </a:lnTo>
                  <a:close/>
                  <a:moveTo>
                    <a:pt x="239" y="786"/>
                  </a:moveTo>
                  <a:lnTo>
                    <a:pt x="263" y="788"/>
                  </a:lnTo>
                  <a:lnTo>
                    <a:pt x="287" y="794"/>
                  </a:lnTo>
                  <a:lnTo>
                    <a:pt x="309" y="805"/>
                  </a:lnTo>
                  <a:lnTo>
                    <a:pt x="331" y="819"/>
                  </a:lnTo>
                  <a:lnTo>
                    <a:pt x="352" y="836"/>
                  </a:lnTo>
                  <a:lnTo>
                    <a:pt x="372" y="857"/>
                  </a:lnTo>
                  <a:lnTo>
                    <a:pt x="390" y="882"/>
                  </a:lnTo>
                  <a:lnTo>
                    <a:pt x="407" y="909"/>
                  </a:lnTo>
                  <a:lnTo>
                    <a:pt x="423" y="940"/>
                  </a:lnTo>
                  <a:lnTo>
                    <a:pt x="437" y="971"/>
                  </a:lnTo>
                  <a:lnTo>
                    <a:pt x="448" y="1006"/>
                  </a:lnTo>
                  <a:lnTo>
                    <a:pt x="459" y="1043"/>
                  </a:lnTo>
                  <a:lnTo>
                    <a:pt x="467" y="1081"/>
                  </a:lnTo>
                  <a:lnTo>
                    <a:pt x="473" y="1121"/>
                  </a:lnTo>
                  <a:lnTo>
                    <a:pt x="476" y="1163"/>
                  </a:lnTo>
                  <a:lnTo>
                    <a:pt x="478" y="1206"/>
                  </a:lnTo>
                  <a:lnTo>
                    <a:pt x="476" y="1248"/>
                  </a:lnTo>
                  <a:lnTo>
                    <a:pt x="473" y="1290"/>
                  </a:lnTo>
                  <a:lnTo>
                    <a:pt x="467" y="1330"/>
                  </a:lnTo>
                  <a:lnTo>
                    <a:pt x="459" y="1367"/>
                  </a:lnTo>
                  <a:lnTo>
                    <a:pt x="448" y="1405"/>
                  </a:lnTo>
                  <a:lnTo>
                    <a:pt x="437" y="1439"/>
                  </a:lnTo>
                  <a:lnTo>
                    <a:pt x="423" y="1472"/>
                  </a:lnTo>
                  <a:lnTo>
                    <a:pt x="407" y="1501"/>
                  </a:lnTo>
                  <a:lnTo>
                    <a:pt x="390" y="1528"/>
                  </a:lnTo>
                  <a:lnTo>
                    <a:pt x="372" y="1553"/>
                  </a:lnTo>
                  <a:lnTo>
                    <a:pt x="352" y="1574"/>
                  </a:lnTo>
                  <a:lnTo>
                    <a:pt x="331" y="1591"/>
                  </a:lnTo>
                  <a:lnTo>
                    <a:pt x="309" y="1605"/>
                  </a:lnTo>
                  <a:lnTo>
                    <a:pt x="287" y="1616"/>
                  </a:lnTo>
                  <a:lnTo>
                    <a:pt x="263" y="1622"/>
                  </a:lnTo>
                  <a:lnTo>
                    <a:pt x="239" y="1624"/>
                  </a:lnTo>
                  <a:lnTo>
                    <a:pt x="214" y="1622"/>
                  </a:lnTo>
                  <a:lnTo>
                    <a:pt x="191" y="1616"/>
                  </a:lnTo>
                  <a:lnTo>
                    <a:pt x="168" y="1605"/>
                  </a:lnTo>
                  <a:lnTo>
                    <a:pt x="146" y="1591"/>
                  </a:lnTo>
                  <a:lnTo>
                    <a:pt x="125" y="1574"/>
                  </a:lnTo>
                  <a:lnTo>
                    <a:pt x="105" y="1553"/>
                  </a:lnTo>
                  <a:lnTo>
                    <a:pt x="87" y="1528"/>
                  </a:lnTo>
                  <a:lnTo>
                    <a:pt x="70" y="1501"/>
                  </a:lnTo>
                  <a:lnTo>
                    <a:pt x="55" y="1472"/>
                  </a:lnTo>
                  <a:lnTo>
                    <a:pt x="41" y="1439"/>
                  </a:lnTo>
                  <a:lnTo>
                    <a:pt x="29" y="1405"/>
                  </a:lnTo>
                  <a:lnTo>
                    <a:pt x="18" y="1367"/>
                  </a:lnTo>
                  <a:lnTo>
                    <a:pt x="10" y="1330"/>
                  </a:lnTo>
                  <a:lnTo>
                    <a:pt x="4" y="1290"/>
                  </a:lnTo>
                  <a:lnTo>
                    <a:pt x="1" y="1248"/>
                  </a:lnTo>
                  <a:lnTo>
                    <a:pt x="0" y="1206"/>
                  </a:lnTo>
                  <a:lnTo>
                    <a:pt x="1" y="1163"/>
                  </a:lnTo>
                  <a:lnTo>
                    <a:pt x="4" y="1121"/>
                  </a:lnTo>
                  <a:lnTo>
                    <a:pt x="10" y="1081"/>
                  </a:lnTo>
                  <a:lnTo>
                    <a:pt x="18" y="1043"/>
                  </a:lnTo>
                  <a:lnTo>
                    <a:pt x="29" y="1006"/>
                  </a:lnTo>
                  <a:lnTo>
                    <a:pt x="41" y="971"/>
                  </a:lnTo>
                  <a:lnTo>
                    <a:pt x="55" y="940"/>
                  </a:lnTo>
                  <a:lnTo>
                    <a:pt x="70" y="909"/>
                  </a:lnTo>
                  <a:lnTo>
                    <a:pt x="87" y="882"/>
                  </a:lnTo>
                  <a:lnTo>
                    <a:pt x="105" y="857"/>
                  </a:lnTo>
                  <a:lnTo>
                    <a:pt x="125" y="836"/>
                  </a:lnTo>
                  <a:lnTo>
                    <a:pt x="146" y="819"/>
                  </a:lnTo>
                  <a:lnTo>
                    <a:pt x="168" y="805"/>
                  </a:lnTo>
                  <a:lnTo>
                    <a:pt x="191" y="794"/>
                  </a:lnTo>
                  <a:lnTo>
                    <a:pt x="214" y="788"/>
                  </a:lnTo>
                  <a:lnTo>
                    <a:pt x="239" y="786"/>
                  </a:lnTo>
                  <a:close/>
                  <a:moveTo>
                    <a:pt x="1119" y="2495"/>
                  </a:moveTo>
                  <a:lnTo>
                    <a:pt x="1143" y="2498"/>
                  </a:lnTo>
                  <a:lnTo>
                    <a:pt x="1167" y="2504"/>
                  </a:lnTo>
                  <a:lnTo>
                    <a:pt x="1190" y="2514"/>
                  </a:lnTo>
                  <a:lnTo>
                    <a:pt x="1211" y="2528"/>
                  </a:lnTo>
                  <a:lnTo>
                    <a:pt x="1232" y="2546"/>
                  </a:lnTo>
                  <a:lnTo>
                    <a:pt x="1252" y="2567"/>
                  </a:lnTo>
                  <a:lnTo>
                    <a:pt x="1271" y="2592"/>
                  </a:lnTo>
                  <a:lnTo>
                    <a:pt x="1288" y="2618"/>
                  </a:lnTo>
                  <a:lnTo>
                    <a:pt x="1304" y="2648"/>
                  </a:lnTo>
                  <a:lnTo>
                    <a:pt x="1318" y="2681"/>
                  </a:lnTo>
                  <a:lnTo>
                    <a:pt x="1329" y="2715"/>
                  </a:lnTo>
                  <a:lnTo>
                    <a:pt x="1340" y="2752"/>
                  </a:lnTo>
                  <a:lnTo>
                    <a:pt x="1348" y="2790"/>
                  </a:lnTo>
                  <a:lnTo>
                    <a:pt x="1354" y="2830"/>
                  </a:lnTo>
                  <a:lnTo>
                    <a:pt x="1358" y="2872"/>
                  </a:lnTo>
                  <a:lnTo>
                    <a:pt x="1359" y="2914"/>
                  </a:lnTo>
                  <a:lnTo>
                    <a:pt x="1358" y="2956"/>
                  </a:lnTo>
                  <a:lnTo>
                    <a:pt x="1354" y="2998"/>
                  </a:lnTo>
                  <a:lnTo>
                    <a:pt x="1348" y="3038"/>
                  </a:lnTo>
                  <a:lnTo>
                    <a:pt x="1340" y="3077"/>
                  </a:lnTo>
                  <a:lnTo>
                    <a:pt x="1329" y="3113"/>
                  </a:lnTo>
                  <a:lnTo>
                    <a:pt x="1318" y="3147"/>
                  </a:lnTo>
                  <a:lnTo>
                    <a:pt x="1304" y="3180"/>
                  </a:lnTo>
                  <a:lnTo>
                    <a:pt x="1288" y="3209"/>
                  </a:lnTo>
                  <a:lnTo>
                    <a:pt x="1271" y="3238"/>
                  </a:lnTo>
                  <a:lnTo>
                    <a:pt x="1252" y="3261"/>
                  </a:lnTo>
                  <a:lnTo>
                    <a:pt x="1232" y="3282"/>
                  </a:lnTo>
                  <a:lnTo>
                    <a:pt x="1211" y="3301"/>
                  </a:lnTo>
                  <a:lnTo>
                    <a:pt x="1190" y="3315"/>
                  </a:lnTo>
                  <a:lnTo>
                    <a:pt x="1167" y="3325"/>
                  </a:lnTo>
                  <a:lnTo>
                    <a:pt x="1143" y="3331"/>
                  </a:lnTo>
                  <a:lnTo>
                    <a:pt x="1119" y="3334"/>
                  </a:lnTo>
                  <a:lnTo>
                    <a:pt x="1094" y="3331"/>
                  </a:lnTo>
                  <a:lnTo>
                    <a:pt x="1070" y="3325"/>
                  </a:lnTo>
                  <a:lnTo>
                    <a:pt x="1048" y="3315"/>
                  </a:lnTo>
                  <a:lnTo>
                    <a:pt x="1026" y="3301"/>
                  </a:lnTo>
                  <a:lnTo>
                    <a:pt x="1005" y="3282"/>
                  </a:lnTo>
                  <a:lnTo>
                    <a:pt x="985" y="3261"/>
                  </a:lnTo>
                  <a:lnTo>
                    <a:pt x="967" y="3238"/>
                  </a:lnTo>
                  <a:lnTo>
                    <a:pt x="950" y="3209"/>
                  </a:lnTo>
                  <a:lnTo>
                    <a:pt x="935" y="3180"/>
                  </a:lnTo>
                  <a:lnTo>
                    <a:pt x="921" y="3147"/>
                  </a:lnTo>
                  <a:lnTo>
                    <a:pt x="909" y="3113"/>
                  </a:lnTo>
                  <a:lnTo>
                    <a:pt x="898" y="3077"/>
                  </a:lnTo>
                  <a:lnTo>
                    <a:pt x="890" y="3038"/>
                  </a:lnTo>
                  <a:lnTo>
                    <a:pt x="884" y="2998"/>
                  </a:lnTo>
                  <a:lnTo>
                    <a:pt x="881" y="2956"/>
                  </a:lnTo>
                  <a:lnTo>
                    <a:pt x="880" y="2914"/>
                  </a:lnTo>
                  <a:lnTo>
                    <a:pt x="881" y="2872"/>
                  </a:lnTo>
                  <a:lnTo>
                    <a:pt x="884" y="2830"/>
                  </a:lnTo>
                  <a:lnTo>
                    <a:pt x="890" y="2790"/>
                  </a:lnTo>
                  <a:lnTo>
                    <a:pt x="898" y="2752"/>
                  </a:lnTo>
                  <a:lnTo>
                    <a:pt x="909" y="2715"/>
                  </a:lnTo>
                  <a:lnTo>
                    <a:pt x="921" y="2681"/>
                  </a:lnTo>
                  <a:lnTo>
                    <a:pt x="935" y="2648"/>
                  </a:lnTo>
                  <a:lnTo>
                    <a:pt x="950" y="2618"/>
                  </a:lnTo>
                  <a:lnTo>
                    <a:pt x="967" y="2592"/>
                  </a:lnTo>
                  <a:lnTo>
                    <a:pt x="985" y="2567"/>
                  </a:lnTo>
                  <a:lnTo>
                    <a:pt x="1005" y="2546"/>
                  </a:lnTo>
                  <a:lnTo>
                    <a:pt x="1026" y="2528"/>
                  </a:lnTo>
                  <a:lnTo>
                    <a:pt x="1048" y="2514"/>
                  </a:lnTo>
                  <a:lnTo>
                    <a:pt x="1070" y="2504"/>
                  </a:lnTo>
                  <a:lnTo>
                    <a:pt x="1094" y="2498"/>
                  </a:lnTo>
                  <a:lnTo>
                    <a:pt x="1119" y="2495"/>
                  </a:lnTo>
                  <a:close/>
                  <a:moveTo>
                    <a:pt x="2380" y="2651"/>
                  </a:moveTo>
                  <a:lnTo>
                    <a:pt x="2405" y="2654"/>
                  </a:lnTo>
                  <a:lnTo>
                    <a:pt x="2428" y="2660"/>
                  </a:lnTo>
                  <a:lnTo>
                    <a:pt x="2452" y="2670"/>
                  </a:lnTo>
                  <a:lnTo>
                    <a:pt x="2473" y="2684"/>
                  </a:lnTo>
                  <a:lnTo>
                    <a:pt x="2494" y="2703"/>
                  </a:lnTo>
                  <a:lnTo>
                    <a:pt x="2514" y="2724"/>
                  </a:lnTo>
                  <a:lnTo>
                    <a:pt x="2533" y="2747"/>
                  </a:lnTo>
                  <a:lnTo>
                    <a:pt x="2550" y="2774"/>
                  </a:lnTo>
                  <a:lnTo>
                    <a:pt x="2565" y="2805"/>
                  </a:lnTo>
                  <a:lnTo>
                    <a:pt x="2580" y="2838"/>
                  </a:lnTo>
                  <a:lnTo>
                    <a:pt x="2591" y="2872"/>
                  </a:lnTo>
                  <a:lnTo>
                    <a:pt x="2602" y="2908"/>
                  </a:lnTo>
                  <a:lnTo>
                    <a:pt x="2610" y="2947"/>
                  </a:lnTo>
                  <a:lnTo>
                    <a:pt x="2616" y="2987"/>
                  </a:lnTo>
                  <a:lnTo>
                    <a:pt x="2619" y="3029"/>
                  </a:lnTo>
                  <a:lnTo>
                    <a:pt x="2621" y="3071"/>
                  </a:lnTo>
                  <a:lnTo>
                    <a:pt x="2619" y="3113"/>
                  </a:lnTo>
                  <a:lnTo>
                    <a:pt x="2616" y="3155"/>
                  </a:lnTo>
                  <a:lnTo>
                    <a:pt x="2610" y="3195"/>
                  </a:lnTo>
                  <a:lnTo>
                    <a:pt x="2602" y="3233"/>
                  </a:lnTo>
                  <a:lnTo>
                    <a:pt x="2591" y="3270"/>
                  </a:lnTo>
                  <a:lnTo>
                    <a:pt x="2580" y="3304"/>
                  </a:lnTo>
                  <a:lnTo>
                    <a:pt x="2565" y="3337"/>
                  </a:lnTo>
                  <a:lnTo>
                    <a:pt x="2550" y="3367"/>
                  </a:lnTo>
                  <a:lnTo>
                    <a:pt x="2533" y="3393"/>
                  </a:lnTo>
                  <a:lnTo>
                    <a:pt x="2514" y="3418"/>
                  </a:lnTo>
                  <a:lnTo>
                    <a:pt x="2494" y="3439"/>
                  </a:lnTo>
                  <a:lnTo>
                    <a:pt x="2473" y="3457"/>
                  </a:lnTo>
                  <a:lnTo>
                    <a:pt x="2452" y="3471"/>
                  </a:lnTo>
                  <a:lnTo>
                    <a:pt x="2428" y="3481"/>
                  </a:lnTo>
                  <a:lnTo>
                    <a:pt x="2405" y="3487"/>
                  </a:lnTo>
                  <a:lnTo>
                    <a:pt x="2380" y="3490"/>
                  </a:lnTo>
                  <a:lnTo>
                    <a:pt x="2356" y="3487"/>
                  </a:lnTo>
                  <a:lnTo>
                    <a:pt x="2332" y="3481"/>
                  </a:lnTo>
                  <a:lnTo>
                    <a:pt x="2310" y="3471"/>
                  </a:lnTo>
                  <a:lnTo>
                    <a:pt x="2288" y="3457"/>
                  </a:lnTo>
                  <a:lnTo>
                    <a:pt x="2267" y="3439"/>
                  </a:lnTo>
                  <a:lnTo>
                    <a:pt x="2248" y="3418"/>
                  </a:lnTo>
                  <a:lnTo>
                    <a:pt x="2229" y="3393"/>
                  </a:lnTo>
                  <a:lnTo>
                    <a:pt x="2212" y="3367"/>
                  </a:lnTo>
                  <a:lnTo>
                    <a:pt x="2196" y="3337"/>
                  </a:lnTo>
                  <a:lnTo>
                    <a:pt x="2182" y="3304"/>
                  </a:lnTo>
                  <a:lnTo>
                    <a:pt x="2171" y="3270"/>
                  </a:lnTo>
                  <a:lnTo>
                    <a:pt x="2160" y="3233"/>
                  </a:lnTo>
                  <a:lnTo>
                    <a:pt x="2152" y="3195"/>
                  </a:lnTo>
                  <a:lnTo>
                    <a:pt x="2146" y="3155"/>
                  </a:lnTo>
                  <a:lnTo>
                    <a:pt x="2142" y="3113"/>
                  </a:lnTo>
                  <a:lnTo>
                    <a:pt x="2141" y="3071"/>
                  </a:lnTo>
                  <a:lnTo>
                    <a:pt x="2142" y="3029"/>
                  </a:lnTo>
                  <a:lnTo>
                    <a:pt x="2146" y="2987"/>
                  </a:lnTo>
                  <a:lnTo>
                    <a:pt x="2152" y="2947"/>
                  </a:lnTo>
                  <a:lnTo>
                    <a:pt x="2160" y="2908"/>
                  </a:lnTo>
                  <a:lnTo>
                    <a:pt x="2171" y="2872"/>
                  </a:lnTo>
                  <a:lnTo>
                    <a:pt x="2182" y="2838"/>
                  </a:lnTo>
                  <a:lnTo>
                    <a:pt x="2196" y="2805"/>
                  </a:lnTo>
                  <a:lnTo>
                    <a:pt x="2212" y="2774"/>
                  </a:lnTo>
                  <a:lnTo>
                    <a:pt x="2229" y="2747"/>
                  </a:lnTo>
                  <a:lnTo>
                    <a:pt x="2248" y="2724"/>
                  </a:lnTo>
                  <a:lnTo>
                    <a:pt x="2267" y="2703"/>
                  </a:lnTo>
                  <a:lnTo>
                    <a:pt x="2288" y="2684"/>
                  </a:lnTo>
                  <a:lnTo>
                    <a:pt x="2310" y="2670"/>
                  </a:lnTo>
                  <a:lnTo>
                    <a:pt x="2332" y="2660"/>
                  </a:lnTo>
                  <a:lnTo>
                    <a:pt x="2356" y="2654"/>
                  </a:lnTo>
                  <a:lnTo>
                    <a:pt x="2380" y="2651"/>
                  </a:lnTo>
                  <a:close/>
                  <a:moveTo>
                    <a:pt x="2342" y="1355"/>
                  </a:moveTo>
                  <a:lnTo>
                    <a:pt x="2366" y="1357"/>
                  </a:lnTo>
                  <a:lnTo>
                    <a:pt x="2390" y="1363"/>
                  </a:lnTo>
                  <a:lnTo>
                    <a:pt x="2412" y="1373"/>
                  </a:lnTo>
                  <a:lnTo>
                    <a:pt x="2434" y="1387"/>
                  </a:lnTo>
                  <a:lnTo>
                    <a:pt x="2455" y="1405"/>
                  </a:lnTo>
                  <a:lnTo>
                    <a:pt x="2475" y="1426"/>
                  </a:lnTo>
                  <a:lnTo>
                    <a:pt x="2493" y="1451"/>
                  </a:lnTo>
                  <a:lnTo>
                    <a:pt x="2510" y="1478"/>
                  </a:lnTo>
                  <a:lnTo>
                    <a:pt x="2526" y="1507"/>
                  </a:lnTo>
                  <a:lnTo>
                    <a:pt x="2540" y="1540"/>
                  </a:lnTo>
                  <a:lnTo>
                    <a:pt x="2551" y="1574"/>
                  </a:lnTo>
                  <a:lnTo>
                    <a:pt x="2562" y="1611"/>
                  </a:lnTo>
                  <a:lnTo>
                    <a:pt x="2570" y="1649"/>
                  </a:lnTo>
                  <a:lnTo>
                    <a:pt x="2576" y="1689"/>
                  </a:lnTo>
                  <a:lnTo>
                    <a:pt x="2580" y="1731"/>
                  </a:lnTo>
                  <a:lnTo>
                    <a:pt x="2581" y="1773"/>
                  </a:lnTo>
                  <a:lnTo>
                    <a:pt x="2580" y="1815"/>
                  </a:lnTo>
                  <a:lnTo>
                    <a:pt x="2576" y="1858"/>
                  </a:lnTo>
                  <a:lnTo>
                    <a:pt x="2570" y="1897"/>
                  </a:lnTo>
                  <a:lnTo>
                    <a:pt x="2562" y="1936"/>
                  </a:lnTo>
                  <a:lnTo>
                    <a:pt x="2551" y="1972"/>
                  </a:lnTo>
                  <a:lnTo>
                    <a:pt x="2540" y="2008"/>
                  </a:lnTo>
                  <a:lnTo>
                    <a:pt x="2526" y="2039"/>
                  </a:lnTo>
                  <a:lnTo>
                    <a:pt x="2510" y="2070"/>
                  </a:lnTo>
                  <a:lnTo>
                    <a:pt x="2493" y="2097"/>
                  </a:lnTo>
                  <a:lnTo>
                    <a:pt x="2475" y="2121"/>
                  </a:lnTo>
                  <a:lnTo>
                    <a:pt x="2455" y="2142"/>
                  </a:lnTo>
                  <a:lnTo>
                    <a:pt x="2434" y="2160"/>
                  </a:lnTo>
                  <a:lnTo>
                    <a:pt x="2412" y="2174"/>
                  </a:lnTo>
                  <a:lnTo>
                    <a:pt x="2390" y="2185"/>
                  </a:lnTo>
                  <a:lnTo>
                    <a:pt x="2366" y="2191"/>
                  </a:lnTo>
                  <a:lnTo>
                    <a:pt x="2342" y="2193"/>
                  </a:lnTo>
                  <a:lnTo>
                    <a:pt x="2317" y="2191"/>
                  </a:lnTo>
                  <a:lnTo>
                    <a:pt x="2294" y="2185"/>
                  </a:lnTo>
                  <a:lnTo>
                    <a:pt x="2270" y="2174"/>
                  </a:lnTo>
                  <a:lnTo>
                    <a:pt x="2249" y="2160"/>
                  </a:lnTo>
                  <a:lnTo>
                    <a:pt x="2228" y="2142"/>
                  </a:lnTo>
                  <a:lnTo>
                    <a:pt x="2208" y="2121"/>
                  </a:lnTo>
                  <a:lnTo>
                    <a:pt x="2189" y="2097"/>
                  </a:lnTo>
                  <a:lnTo>
                    <a:pt x="2173" y="2070"/>
                  </a:lnTo>
                  <a:lnTo>
                    <a:pt x="2157" y="2039"/>
                  </a:lnTo>
                  <a:lnTo>
                    <a:pt x="2142" y="2008"/>
                  </a:lnTo>
                  <a:lnTo>
                    <a:pt x="2131" y="1972"/>
                  </a:lnTo>
                  <a:lnTo>
                    <a:pt x="2120" y="1936"/>
                  </a:lnTo>
                  <a:lnTo>
                    <a:pt x="2112" y="1897"/>
                  </a:lnTo>
                  <a:lnTo>
                    <a:pt x="2106" y="1858"/>
                  </a:lnTo>
                  <a:lnTo>
                    <a:pt x="2103" y="1815"/>
                  </a:lnTo>
                  <a:lnTo>
                    <a:pt x="2101" y="1773"/>
                  </a:lnTo>
                  <a:lnTo>
                    <a:pt x="2103" y="1731"/>
                  </a:lnTo>
                  <a:lnTo>
                    <a:pt x="2106" y="1689"/>
                  </a:lnTo>
                  <a:lnTo>
                    <a:pt x="2112" y="1649"/>
                  </a:lnTo>
                  <a:lnTo>
                    <a:pt x="2120" y="1611"/>
                  </a:lnTo>
                  <a:lnTo>
                    <a:pt x="2131" y="1574"/>
                  </a:lnTo>
                  <a:lnTo>
                    <a:pt x="2142" y="1540"/>
                  </a:lnTo>
                  <a:lnTo>
                    <a:pt x="2157" y="1507"/>
                  </a:lnTo>
                  <a:lnTo>
                    <a:pt x="2173" y="1478"/>
                  </a:lnTo>
                  <a:lnTo>
                    <a:pt x="2189" y="1451"/>
                  </a:lnTo>
                  <a:lnTo>
                    <a:pt x="2208" y="1426"/>
                  </a:lnTo>
                  <a:lnTo>
                    <a:pt x="2228" y="1405"/>
                  </a:lnTo>
                  <a:lnTo>
                    <a:pt x="2249" y="1387"/>
                  </a:lnTo>
                  <a:lnTo>
                    <a:pt x="2270" y="1373"/>
                  </a:lnTo>
                  <a:lnTo>
                    <a:pt x="2294" y="1363"/>
                  </a:lnTo>
                  <a:lnTo>
                    <a:pt x="2317" y="1357"/>
                  </a:lnTo>
                  <a:lnTo>
                    <a:pt x="2342" y="1355"/>
                  </a:lnTo>
                  <a:close/>
                  <a:moveTo>
                    <a:pt x="3179" y="819"/>
                  </a:moveTo>
                  <a:lnTo>
                    <a:pt x="3204" y="821"/>
                  </a:lnTo>
                  <a:lnTo>
                    <a:pt x="3227" y="827"/>
                  </a:lnTo>
                  <a:lnTo>
                    <a:pt x="3250" y="838"/>
                  </a:lnTo>
                  <a:lnTo>
                    <a:pt x="3272" y="852"/>
                  </a:lnTo>
                  <a:lnTo>
                    <a:pt x="3293" y="869"/>
                  </a:lnTo>
                  <a:lnTo>
                    <a:pt x="3312" y="890"/>
                  </a:lnTo>
                  <a:lnTo>
                    <a:pt x="3331" y="915"/>
                  </a:lnTo>
                  <a:lnTo>
                    <a:pt x="3348" y="942"/>
                  </a:lnTo>
                  <a:lnTo>
                    <a:pt x="3363" y="971"/>
                  </a:lnTo>
                  <a:lnTo>
                    <a:pt x="3377" y="1004"/>
                  </a:lnTo>
                  <a:lnTo>
                    <a:pt x="3389" y="1038"/>
                  </a:lnTo>
                  <a:lnTo>
                    <a:pt x="3400" y="1076"/>
                  </a:lnTo>
                  <a:lnTo>
                    <a:pt x="3408" y="1113"/>
                  </a:lnTo>
                  <a:lnTo>
                    <a:pt x="3414" y="1153"/>
                  </a:lnTo>
                  <a:lnTo>
                    <a:pt x="3417" y="1195"/>
                  </a:lnTo>
                  <a:lnTo>
                    <a:pt x="3418" y="1237"/>
                  </a:lnTo>
                  <a:lnTo>
                    <a:pt x="3417" y="1280"/>
                  </a:lnTo>
                  <a:lnTo>
                    <a:pt x="3414" y="1322"/>
                  </a:lnTo>
                  <a:lnTo>
                    <a:pt x="3408" y="1362"/>
                  </a:lnTo>
                  <a:lnTo>
                    <a:pt x="3400" y="1399"/>
                  </a:lnTo>
                  <a:lnTo>
                    <a:pt x="3389" y="1437"/>
                  </a:lnTo>
                  <a:lnTo>
                    <a:pt x="3377" y="1471"/>
                  </a:lnTo>
                  <a:lnTo>
                    <a:pt x="3363" y="1503"/>
                  </a:lnTo>
                  <a:lnTo>
                    <a:pt x="3348" y="1533"/>
                  </a:lnTo>
                  <a:lnTo>
                    <a:pt x="3331" y="1560"/>
                  </a:lnTo>
                  <a:lnTo>
                    <a:pt x="3312" y="1584"/>
                  </a:lnTo>
                  <a:lnTo>
                    <a:pt x="3293" y="1605"/>
                  </a:lnTo>
                  <a:lnTo>
                    <a:pt x="3272" y="1623"/>
                  </a:lnTo>
                  <a:lnTo>
                    <a:pt x="3250" y="1637"/>
                  </a:lnTo>
                  <a:lnTo>
                    <a:pt x="3227" y="1648"/>
                  </a:lnTo>
                  <a:lnTo>
                    <a:pt x="3204" y="1654"/>
                  </a:lnTo>
                  <a:lnTo>
                    <a:pt x="3179" y="1656"/>
                  </a:lnTo>
                  <a:lnTo>
                    <a:pt x="3155" y="1654"/>
                  </a:lnTo>
                  <a:lnTo>
                    <a:pt x="3131" y="1648"/>
                  </a:lnTo>
                  <a:lnTo>
                    <a:pt x="3108" y="1637"/>
                  </a:lnTo>
                  <a:lnTo>
                    <a:pt x="3087" y="1623"/>
                  </a:lnTo>
                  <a:lnTo>
                    <a:pt x="3066" y="1605"/>
                  </a:lnTo>
                  <a:lnTo>
                    <a:pt x="3046" y="1584"/>
                  </a:lnTo>
                  <a:lnTo>
                    <a:pt x="3027" y="1560"/>
                  </a:lnTo>
                  <a:lnTo>
                    <a:pt x="3011" y="1533"/>
                  </a:lnTo>
                  <a:lnTo>
                    <a:pt x="2994" y="1503"/>
                  </a:lnTo>
                  <a:lnTo>
                    <a:pt x="2980" y="1471"/>
                  </a:lnTo>
                  <a:lnTo>
                    <a:pt x="2968" y="1437"/>
                  </a:lnTo>
                  <a:lnTo>
                    <a:pt x="2958" y="1399"/>
                  </a:lnTo>
                  <a:lnTo>
                    <a:pt x="2950" y="1362"/>
                  </a:lnTo>
                  <a:lnTo>
                    <a:pt x="2944" y="1322"/>
                  </a:lnTo>
                  <a:lnTo>
                    <a:pt x="2940" y="1280"/>
                  </a:lnTo>
                  <a:lnTo>
                    <a:pt x="2939" y="1237"/>
                  </a:lnTo>
                  <a:lnTo>
                    <a:pt x="2940" y="1195"/>
                  </a:lnTo>
                  <a:lnTo>
                    <a:pt x="2944" y="1153"/>
                  </a:lnTo>
                  <a:lnTo>
                    <a:pt x="2950" y="1113"/>
                  </a:lnTo>
                  <a:lnTo>
                    <a:pt x="2958" y="1076"/>
                  </a:lnTo>
                  <a:lnTo>
                    <a:pt x="2968" y="1038"/>
                  </a:lnTo>
                  <a:lnTo>
                    <a:pt x="2980" y="1004"/>
                  </a:lnTo>
                  <a:lnTo>
                    <a:pt x="2994" y="971"/>
                  </a:lnTo>
                  <a:lnTo>
                    <a:pt x="3011" y="942"/>
                  </a:lnTo>
                  <a:lnTo>
                    <a:pt x="3027" y="915"/>
                  </a:lnTo>
                  <a:lnTo>
                    <a:pt x="3046" y="890"/>
                  </a:lnTo>
                  <a:lnTo>
                    <a:pt x="3066" y="869"/>
                  </a:lnTo>
                  <a:lnTo>
                    <a:pt x="3087" y="852"/>
                  </a:lnTo>
                  <a:lnTo>
                    <a:pt x="3108" y="838"/>
                  </a:lnTo>
                  <a:lnTo>
                    <a:pt x="3131" y="827"/>
                  </a:lnTo>
                  <a:lnTo>
                    <a:pt x="3155" y="821"/>
                  </a:lnTo>
                  <a:lnTo>
                    <a:pt x="3179" y="819"/>
                  </a:lnTo>
                  <a:close/>
                  <a:moveTo>
                    <a:pt x="3246" y="2144"/>
                  </a:moveTo>
                  <a:lnTo>
                    <a:pt x="3271" y="2146"/>
                  </a:lnTo>
                  <a:lnTo>
                    <a:pt x="3294" y="2152"/>
                  </a:lnTo>
                  <a:lnTo>
                    <a:pt x="3316" y="2162"/>
                  </a:lnTo>
                  <a:lnTo>
                    <a:pt x="3339" y="2176"/>
                  </a:lnTo>
                  <a:lnTo>
                    <a:pt x="3360" y="2194"/>
                  </a:lnTo>
                  <a:lnTo>
                    <a:pt x="3380" y="2215"/>
                  </a:lnTo>
                  <a:lnTo>
                    <a:pt x="3397" y="2240"/>
                  </a:lnTo>
                  <a:lnTo>
                    <a:pt x="3415" y="2267"/>
                  </a:lnTo>
                  <a:lnTo>
                    <a:pt x="3430" y="2296"/>
                  </a:lnTo>
                  <a:lnTo>
                    <a:pt x="3444" y="2329"/>
                  </a:lnTo>
                  <a:lnTo>
                    <a:pt x="3456" y="2363"/>
                  </a:lnTo>
                  <a:lnTo>
                    <a:pt x="3466" y="2400"/>
                  </a:lnTo>
                  <a:lnTo>
                    <a:pt x="3475" y="2438"/>
                  </a:lnTo>
                  <a:lnTo>
                    <a:pt x="3480" y="2478"/>
                  </a:lnTo>
                  <a:lnTo>
                    <a:pt x="3484" y="2520"/>
                  </a:lnTo>
                  <a:lnTo>
                    <a:pt x="3485" y="2562"/>
                  </a:lnTo>
                  <a:lnTo>
                    <a:pt x="3484" y="2604"/>
                  </a:lnTo>
                  <a:lnTo>
                    <a:pt x="3480" y="2647"/>
                  </a:lnTo>
                  <a:lnTo>
                    <a:pt x="3475" y="2686"/>
                  </a:lnTo>
                  <a:lnTo>
                    <a:pt x="3466" y="2725"/>
                  </a:lnTo>
                  <a:lnTo>
                    <a:pt x="3456" y="2762"/>
                  </a:lnTo>
                  <a:lnTo>
                    <a:pt x="3444" y="2796"/>
                  </a:lnTo>
                  <a:lnTo>
                    <a:pt x="3430" y="2828"/>
                  </a:lnTo>
                  <a:lnTo>
                    <a:pt x="3415" y="2858"/>
                  </a:lnTo>
                  <a:lnTo>
                    <a:pt x="3397" y="2886"/>
                  </a:lnTo>
                  <a:lnTo>
                    <a:pt x="3380" y="2909"/>
                  </a:lnTo>
                  <a:lnTo>
                    <a:pt x="3360" y="2930"/>
                  </a:lnTo>
                  <a:lnTo>
                    <a:pt x="3339" y="2949"/>
                  </a:lnTo>
                  <a:lnTo>
                    <a:pt x="3316" y="2963"/>
                  </a:lnTo>
                  <a:lnTo>
                    <a:pt x="3294" y="2974"/>
                  </a:lnTo>
                  <a:lnTo>
                    <a:pt x="3271" y="2980"/>
                  </a:lnTo>
                  <a:lnTo>
                    <a:pt x="3246" y="2982"/>
                  </a:lnTo>
                  <a:lnTo>
                    <a:pt x="3222" y="2980"/>
                  </a:lnTo>
                  <a:lnTo>
                    <a:pt x="3198" y="2974"/>
                  </a:lnTo>
                  <a:lnTo>
                    <a:pt x="3176" y="2963"/>
                  </a:lnTo>
                  <a:lnTo>
                    <a:pt x="3154" y="2949"/>
                  </a:lnTo>
                  <a:lnTo>
                    <a:pt x="3133" y="2930"/>
                  </a:lnTo>
                  <a:lnTo>
                    <a:pt x="3113" y="2909"/>
                  </a:lnTo>
                  <a:lnTo>
                    <a:pt x="3095" y="2886"/>
                  </a:lnTo>
                  <a:lnTo>
                    <a:pt x="3077" y="2858"/>
                  </a:lnTo>
                  <a:lnTo>
                    <a:pt x="3062" y="2828"/>
                  </a:lnTo>
                  <a:lnTo>
                    <a:pt x="3048" y="2796"/>
                  </a:lnTo>
                  <a:lnTo>
                    <a:pt x="3036" y="2762"/>
                  </a:lnTo>
                  <a:lnTo>
                    <a:pt x="3026" y="2725"/>
                  </a:lnTo>
                  <a:lnTo>
                    <a:pt x="3018" y="2686"/>
                  </a:lnTo>
                  <a:lnTo>
                    <a:pt x="3012" y="2647"/>
                  </a:lnTo>
                  <a:lnTo>
                    <a:pt x="3008" y="2604"/>
                  </a:lnTo>
                  <a:lnTo>
                    <a:pt x="3007" y="2562"/>
                  </a:lnTo>
                  <a:lnTo>
                    <a:pt x="3008" y="2520"/>
                  </a:lnTo>
                  <a:lnTo>
                    <a:pt x="3012" y="2478"/>
                  </a:lnTo>
                  <a:lnTo>
                    <a:pt x="3018" y="2438"/>
                  </a:lnTo>
                  <a:lnTo>
                    <a:pt x="3026" y="2400"/>
                  </a:lnTo>
                  <a:lnTo>
                    <a:pt x="3036" y="2363"/>
                  </a:lnTo>
                  <a:lnTo>
                    <a:pt x="3048" y="2329"/>
                  </a:lnTo>
                  <a:lnTo>
                    <a:pt x="3062" y="2296"/>
                  </a:lnTo>
                  <a:lnTo>
                    <a:pt x="3077" y="2267"/>
                  </a:lnTo>
                  <a:lnTo>
                    <a:pt x="3095" y="2240"/>
                  </a:lnTo>
                  <a:lnTo>
                    <a:pt x="3113" y="2215"/>
                  </a:lnTo>
                  <a:lnTo>
                    <a:pt x="3133" y="2194"/>
                  </a:lnTo>
                  <a:lnTo>
                    <a:pt x="3154" y="2176"/>
                  </a:lnTo>
                  <a:lnTo>
                    <a:pt x="3176" y="2162"/>
                  </a:lnTo>
                  <a:lnTo>
                    <a:pt x="3198" y="2152"/>
                  </a:lnTo>
                  <a:lnTo>
                    <a:pt x="3222" y="2146"/>
                  </a:lnTo>
                  <a:lnTo>
                    <a:pt x="3246" y="214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3337" name="Freeform 51"/>
            <p:cNvSpPr>
              <a:spLocks/>
            </p:cNvSpPr>
            <p:nvPr/>
          </p:nvSpPr>
          <p:spPr bwMode="auto">
            <a:xfrm>
              <a:off x="1267" y="1588"/>
              <a:ext cx="87" cy="52"/>
            </a:xfrm>
            <a:custGeom>
              <a:avLst/>
              <a:gdLst>
                <a:gd name="T0" fmla="*/ 3 w 437"/>
                <a:gd name="T1" fmla="*/ 2 h 260"/>
                <a:gd name="T2" fmla="*/ 3 w 437"/>
                <a:gd name="T3" fmla="*/ 2 h 260"/>
                <a:gd name="T4" fmla="*/ 3 w 437"/>
                <a:gd name="T5" fmla="*/ 2 h 260"/>
                <a:gd name="T6" fmla="*/ 3 w 437"/>
                <a:gd name="T7" fmla="*/ 2 h 260"/>
                <a:gd name="T8" fmla="*/ 3 w 437"/>
                <a:gd name="T9" fmla="*/ 1 h 260"/>
                <a:gd name="T10" fmla="*/ 3 w 437"/>
                <a:gd name="T11" fmla="*/ 1 h 260"/>
                <a:gd name="T12" fmla="*/ 3 w 437"/>
                <a:gd name="T13" fmla="*/ 1 h 260"/>
                <a:gd name="T14" fmla="*/ 3 w 437"/>
                <a:gd name="T15" fmla="*/ 1 h 260"/>
                <a:gd name="T16" fmla="*/ 3 w 437"/>
                <a:gd name="T17" fmla="*/ 1 h 260"/>
                <a:gd name="T18" fmla="*/ 2 w 437"/>
                <a:gd name="T19" fmla="*/ 1 h 260"/>
                <a:gd name="T20" fmla="*/ 2 w 437"/>
                <a:gd name="T21" fmla="*/ 0 h 260"/>
                <a:gd name="T22" fmla="*/ 2 w 437"/>
                <a:gd name="T23" fmla="*/ 0 h 260"/>
                <a:gd name="T24" fmla="*/ 2 w 437"/>
                <a:gd name="T25" fmla="*/ 0 h 260"/>
                <a:gd name="T26" fmla="*/ 1 w 437"/>
                <a:gd name="T27" fmla="*/ 0 h 260"/>
                <a:gd name="T28" fmla="*/ 1 w 437"/>
                <a:gd name="T29" fmla="*/ 0 h 260"/>
                <a:gd name="T30" fmla="*/ 1 w 437"/>
                <a:gd name="T31" fmla="*/ 0 h 260"/>
                <a:gd name="T32" fmla="*/ 0 w 437"/>
                <a:gd name="T33" fmla="*/ 0 h 260"/>
                <a:gd name="T34" fmla="*/ 0 w 437"/>
                <a:gd name="T35" fmla="*/ 0 h 260"/>
                <a:gd name="T36" fmla="*/ 0 w 437"/>
                <a:gd name="T37" fmla="*/ 0 h 260"/>
                <a:gd name="T38" fmla="*/ 0 w 437"/>
                <a:gd name="T39" fmla="*/ 0 h 260"/>
                <a:gd name="T40" fmla="*/ 1 w 437"/>
                <a:gd name="T41" fmla="*/ 0 h 260"/>
                <a:gd name="T42" fmla="*/ 1 w 437"/>
                <a:gd name="T43" fmla="*/ 0 h 260"/>
                <a:gd name="T44" fmla="*/ 1 w 437"/>
                <a:gd name="T45" fmla="*/ 0 h 260"/>
                <a:gd name="T46" fmla="*/ 2 w 437"/>
                <a:gd name="T47" fmla="*/ 0 h 260"/>
                <a:gd name="T48" fmla="*/ 2 w 437"/>
                <a:gd name="T49" fmla="*/ 0 h 260"/>
                <a:gd name="T50" fmla="*/ 2 w 437"/>
                <a:gd name="T51" fmla="*/ 1 h 260"/>
                <a:gd name="T52" fmla="*/ 2 w 437"/>
                <a:gd name="T53" fmla="*/ 1 h 260"/>
                <a:gd name="T54" fmla="*/ 3 w 437"/>
                <a:gd name="T55" fmla="*/ 1 h 260"/>
                <a:gd name="T56" fmla="*/ 3 w 437"/>
                <a:gd name="T57" fmla="*/ 1 h 260"/>
                <a:gd name="T58" fmla="*/ 3 w 437"/>
                <a:gd name="T59" fmla="*/ 1 h 260"/>
                <a:gd name="T60" fmla="*/ 3 w 437"/>
                <a:gd name="T61" fmla="*/ 1 h 260"/>
                <a:gd name="T62" fmla="*/ 3 w 437"/>
                <a:gd name="T63" fmla="*/ 1 h 260"/>
                <a:gd name="T64" fmla="*/ 3 w 437"/>
                <a:gd name="T65" fmla="*/ 2 h 260"/>
                <a:gd name="T66" fmla="*/ 3 w 437"/>
                <a:gd name="T67" fmla="*/ 2 h 260"/>
                <a:gd name="T68" fmla="*/ 3 w 437"/>
                <a:gd name="T69" fmla="*/ 2 h 260"/>
                <a:gd name="T70" fmla="*/ 3 w 437"/>
                <a:gd name="T71" fmla="*/ 2 h 260"/>
                <a:gd name="T72" fmla="*/ 3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437" y="260"/>
                  </a:moveTo>
                  <a:lnTo>
                    <a:pt x="437" y="260"/>
                  </a:lnTo>
                  <a:lnTo>
                    <a:pt x="434" y="233"/>
                  </a:lnTo>
                  <a:lnTo>
                    <a:pt x="427" y="206"/>
                  </a:lnTo>
                  <a:lnTo>
                    <a:pt x="417" y="181"/>
                  </a:lnTo>
                  <a:lnTo>
                    <a:pt x="401" y="157"/>
                  </a:lnTo>
                  <a:lnTo>
                    <a:pt x="383" y="133"/>
                  </a:lnTo>
                  <a:lnTo>
                    <a:pt x="360" y="113"/>
                  </a:lnTo>
                  <a:lnTo>
                    <a:pt x="336" y="93"/>
                  </a:lnTo>
                  <a:lnTo>
                    <a:pt x="308" y="73"/>
                  </a:lnTo>
                  <a:lnTo>
                    <a:pt x="276" y="58"/>
                  </a:lnTo>
                  <a:lnTo>
                    <a:pt x="242" y="43"/>
                  </a:lnTo>
                  <a:lnTo>
                    <a:pt x="207" y="30"/>
                  </a:lnTo>
                  <a:lnTo>
                    <a:pt x="168" y="19"/>
                  </a:lnTo>
                  <a:lnTo>
                    <a:pt x="128" y="11"/>
                  </a:lnTo>
                  <a:lnTo>
                    <a:pt x="87" y="4"/>
                  </a:lnTo>
                  <a:lnTo>
                    <a:pt x="43" y="1"/>
                  </a:lnTo>
                  <a:lnTo>
                    <a:pt x="0" y="0"/>
                  </a:lnTo>
                  <a:lnTo>
                    <a:pt x="0" y="11"/>
                  </a:lnTo>
                  <a:lnTo>
                    <a:pt x="43" y="12"/>
                  </a:lnTo>
                  <a:lnTo>
                    <a:pt x="85" y="16"/>
                  </a:lnTo>
                  <a:lnTo>
                    <a:pt x="126" y="23"/>
                  </a:lnTo>
                  <a:lnTo>
                    <a:pt x="166" y="31"/>
                  </a:lnTo>
                  <a:lnTo>
                    <a:pt x="202" y="42"/>
                  </a:lnTo>
                  <a:lnTo>
                    <a:pt x="237" y="55"/>
                  </a:lnTo>
                  <a:lnTo>
                    <a:pt x="271" y="70"/>
                  </a:lnTo>
                  <a:lnTo>
                    <a:pt x="301" y="85"/>
                  </a:lnTo>
                  <a:lnTo>
                    <a:pt x="329" y="103"/>
                  </a:lnTo>
                  <a:lnTo>
                    <a:pt x="353" y="123"/>
                  </a:lnTo>
                  <a:lnTo>
                    <a:pt x="373" y="143"/>
                  </a:lnTo>
                  <a:lnTo>
                    <a:pt x="392" y="164"/>
                  </a:lnTo>
                  <a:lnTo>
                    <a:pt x="405" y="186"/>
                  </a:lnTo>
                  <a:lnTo>
                    <a:pt x="415" y="211"/>
                  </a:lnTo>
                  <a:lnTo>
                    <a:pt x="422" y="235"/>
                  </a:lnTo>
                  <a:lnTo>
                    <a:pt x="425" y="260"/>
                  </a:lnTo>
                  <a:lnTo>
                    <a:pt x="437"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3338" name="Freeform 52"/>
            <p:cNvSpPr>
              <a:spLocks/>
            </p:cNvSpPr>
            <p:nvPr/>
          </p:nvSpPr>
          <p:spPr bwMode="auto">
            <a:xfrm>
              <a:off x="1267" y="1640"/>
              <a:ext cx="87" cy="52"/>
            </a:xfrm>
            <a:custGeom>
              <a:avLst/>
              <a:gdLst>
                <a:gd name="T0" fmla="*/ 0 w 437"/>
                <a:gd name="T1" fmla="*/ 2 h 260"/>
                <a:gd name="T2" fmla="*/ 0 w 437"/>
                <a:gd name="T3" fmla="*/ 2 h 260"/>
                <a:gd name="T4" fmla="*/ 0 w 437"/>
                <a:gd name="T5" fmla="*/ 2 h 260"/>
                <a:gd name="T6" fmla="*/ 1 w 437"/>
                <a:gd name="T7" fmla="*/ 2 h 260"/>
                <a:gd name="T8" fmla="*/ 1 w 437"/>
                <a:gd name="T9" fmla="*/ 2 h 260"/>
                <a:gd name="T10" fmla="*/ 1 w 437"/>
                <a:gd name="T11" fmla="*/ 2 h 260"/>
                <a:gd name="T12" fmla="*/ 2 w 437"/>
                <a:gd name="T13" fmla="*/ 2 h 260"/>
                <a:gd name="T14" fmla="*/ 2 w 437"/>
                <a:gd name="T15" fmla="*/ 2 h 260"/>
                <a:gd name="T16" fmla="*/ 2 w 437"/>
                <a:gd name="T17" fmla="*/ 2 h 260"/>
                <a:gd name="T18" fmla="*/ 2 w 437"/>
                <a:gd name="T19" fmla="*/ 1 h 260"/>
                <a:gd name="T20" fmla="*/ 3 w 437"/>
                <a:gd name="T21" fmla="*/ 1 h 260"/>
                <a:gd name="T22" fmla="*/ 3 w 437"/>
                <a:gd name="T23" fmla="*/ 1 h 260"/>
                <a:gd name="T24" fmla="*/ 3 w 437"/>
                <a:gd name="T25" fmla="*/ 1 h 260"/>
                <a:gd name="T26" fmla="*/ 3 w 437"/>
                <a:gd name="T27" fmla="*/ 1 h 260"/>
                <a:gd name="T28" fmla="*/ 3 w 437"/>
                <a:gd name="T29" fmla="*/ 1 h 260"/>
                <a:gd name="T30" fmla="*/ 3 w 437"/>
                <a:gd name="T31" fmla="*/ 0 h 260"/>
                <a:gd name="T32" fmla="*/ 3 w 437"/>
                <a:gd name="T33" fmla="*/ 0 h 260"/>
                <a:gd name="T34" fmla="*/ 3 w 437"/>
                <a:gd name="T35" fmla="*/ 0 h 260"/>
                <a:gd name="T36" fmla="*/ 3 w 437"/>
                <a:gd name="T37" fmla="*/ 0 h 260"/>
                <a:gd name="T38" fmla="*/ 3 w 437"/>
                <a:gd name="T39" fmla="*/ 0 h 260"/>
                <a:gd name="T40" fmla="*/ 3 w 437"/>
                <a:gd name="T41" fmla="*/ 0 h 260"/>
                <a:gd name="T42" fmla="*/ 3 w 437"/>
                <a:gd name="T43" fmla="*/ 1 h 260"/>
                <a:gd name="T44" fmla="*/ 3 w 437"/>
                <a:gd name="T45" fmla="*/ 1 h 260"/>
                <a:gd name="T46" fmla="*/ 3 w 437"/>
                <a:gd name="T47" fmla="*/ 1 h 260"/>
                <a:gd name="T48" fmla="*/ 3 w 437"/>
                <a:gd name="T49" fmla="*/ 1 h 260"/>
                <a:gd name="T50" fmla="*/ 3 w 437"/>
                <a:gd name="T51" fmla="*/ 1 h 260"/>
                <a:gd name="T52" fmla="*/ 2 w 437"/>
                <a:gd name="T53" fmla="*/ 1 h 260"/>
                <a:gd name="T54" fmla="*/ 2 w 437"/>
                <a:gd name="T55" fmla="*/ 2 h 260"/>
                <a:gd name="T56" fmla="*/ 2 w 437"/>
                <a:gd name="T57" fmla="*/ 2 h 260"/>
                <a:gd name="T58" fmla="*/ 2 w 437"/>
                <a:gd name="T59" fmla="*/ 2 h 260"/>
                <a:gd name="T60" fmla="*/ 1 w 437"/>
                <a:gd name="T61" fmla="*/ 2 h 260"/>
                <a:gd name="T62" fmla="*/ 1 w 437"/>
                <a:gd name="T63" fmla="*/ 2 h 260"/>
                <a:gd name="T64" fmla="*/ 1 w 437"/>
                <a:gd name="T65" fmla="*/ 2 h 260"/>
                <a:gd name="T66" fmla="*/ 0 w 437"/>
                <a:gd name="T67" fmla="*/ 2 h 260"/>
                <a:gd name="T68" fmla="*/ 0 w 437"/>
                <a:gd name="T69" fmla="*/ 2 h 260"/>
                <a:gd name="T70" fmla="*/ 0 w 437"/>
                <a:gd name="T71" fmla="*/ 2 h 260"/>
                <a:gd name="T72" fmla="*/ 0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0" y="260"/>
                  </a:moveTo>
                  <a:lnTo>
                    <a:pt x="0" y="260"/>
                  </a:lnTo>
                  <a:lnTo>
                    <a:pt x="43" y="259"/>
                  </a:lnTo>
                  <a:lnTo>
                    <a:pt x="87" y="255"/>
                  </a:lnTo>
                  <a:lnTo>
                    <a:pt x="128" y="248"/>
                  </a:lnTo>
                  <a:lnTo>
                    <a:pt x="168" y="240"/>
                  </a:lnTo>
                  <a:lnTo>
                    <a:pt x="207" y="230"/>
                  </a:lnTo>
                  <a:lnTo>
                    <a:pt x="242" y="217"/>
                  </a:lnTo>
                  <a:lnTo>
                    <a:pt x="276" y="202"/>
                  </a:lnTo>
                  <a:lnTo>
                    <a:pt x="308" y="185"/>
                  </a:lnTo>
                  <a:lnTo>
                    <a:pt x="336" y="166"/>
                  </a:lnTo>
                  <a:lnTo>
                    <a:pt x="360" y="146"/>
                  </a:lnTo>
                  <a:lnTo>
                    <a:pt x="383" y="125"/>
                  </a:lnTo>
                  <a:lnTo>
                    <a:pt x="401" y="102"/>
                  </a:lnTo>
                  <a:lnTo>
                    <a:pt x="417" y="77"/>
                  </a:lnTo>
                  <a:lnTo>
                    <a:pt x="427" y="53"/>
                  </a:lnTo>
                  <a:lnTo>
                    <a:pt x="434" y="27"/>
                  </a:lnTo>
                  <a:lnTo>
                    <a:pt x="437" y="0"/>
                  </a:lnTo>
                  <a:lnTo>
                    <a:pt x="425" y="0"/>
                  </a:lnTo>
                  <a:lnTo>
                    <a:pt x="422" y="24"/>
                  </a:lnTo>
                  <a:lnTo>
                    <a:pt x="415" y="48"/>
                  </a:lnTo>
                  <a:lnTo>
                    <a:pt x="405" y="73"/>
                  </a:lnTo>
                  <a:lnTo>
                    <a:pt x="392" y="95"/>
                  </a:lnTo>
                  <a:lnTo>
                    <a:pt x="373" y="116"/>
                  </a:lnTo>
                  <a:lnTo>
                    <a:pt x="353" y="137"/>
                  </a:lnTo>
                  <a:lnTo>
                    <a:pt x="329" y="157"/>
                  </a:lnTo>
                  <a:lnTo>
                    <a:pt x="301" y="173"/>
                  </a:lnTo>
                  <a:lnTo>
                    <a:pt x="271" y="190"/>
                  </a:lnTo>
                  <a:lnTo>
                    <a:pt x="237" y="205"/>
                  </a:lnTo>
                  <a:lnTo>
                    <a:pt x="202" y="218"/>
                  </a:lnTo>
                  <a:lnTo>
                    <a:pt x="166" y="228"/>
                  </a:lnTo>
                  <a:lnTo>
                    <a:pt x="126" y="237"/>
                  </a:lnTo>
                  <a:lnTo>
                    <a:pt x="85" y="244"/>
                  </a:lnTo>
                  <a:lnTo>
                    <a:pt x="43" y="247"/>
                  </a:lnTo>
                  <a:lnTo>
                    <a:pt x="0" y="248"/>
                  </a:lnTo>
                  <a:lnTo>
                    <a:pt x="0"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3339" name="Freeform 53"/>
            <p:cNvSpPr>
              <a:spLocks/>
            </p:cNvSpPr>
            <p:nvPr/>
          </p:nvSpPr>
          <p:spPr bwMode="auto">
            <a:xfrm>
              <a:off x="1179" y="1640"/>
              <a:ext cx="88" cy="52"/>
            </a:xfrm>
            <a:custGeom>
              <a:avLst/>
              <a:gdLst>
                <a:gd name="T0" fmla="*/ 0 w 439"/>
                <a:gd name="T1" fmla="*/ 0 h 260"/>
                <a:gd name="T2" fmla="*/ 0 w 439"/>
                <a:gd name="T3" fmla="*/ 0 h 260"/>
                <a:gd name="T4" fmla="*/ 0 w 439"/>
                <a:gd name="T5" fmla="*/ 0 h 260"/>
                <a:gd name="T6" fmla="*/ 0 w 439"/>
                <a:gd name="T7" fmla="*/ 0 h 260"/>
                <a:gd name="T8" fmla="*/ 0 w 439"/>
                <a:gd name="T9" fmla="*/ 1 h 260"/>
                <a:gd name="T10" fmla="*/ 0 w 439"/>
                <a:gd name="T11" fmla="*/ 1 h 260"/>
                <a:gd name="T12" fmla="*/ 0 w 439"/>
                <a:gd name="T13" fmla="*/ 1 h 260"/>
                <a:gd name="T14" fmla="*/ 1 w 439"/>
                <a:gd name="T15" fmla="*/ 1 h 260"/>
                <a:gd name="T16" fmla="*/ 1 w 439"/>
                <a:gd name="T17" fmla="*/ 1 h 260"/>
                <a:gd name="T18" fmla="*/ 1 w 439"/>
                <a:gd name="T19" fmla="*/ 1 h 260"/>
                <a:gd name="T20" fmla="*/ 1 w 439"/>
                <a:gd name="T21" fmla="*/ 2 h 260"/>
                <a:gd name="T22" fmla="*/ 2 w 439"/>
                <a:gd name="T23" fmla="*/ 2 h 260"/>
                <a:gd name="T24" fmla="*/ 2 w 439"/>
                <a:gd name="T25" fmla="*/ 2 h 260"/>
                <a:gd name="T26" fmla="*/ 2 w 439"/>
                <a:gd name="T27" fmla="*/ 2 h 260"/>
                <a:gd name="T28" fmla="*/ 2 w 439"/>
                <a:gd name="T29" fmla="*/ 2 h 260"/>
                <a:gd name="T30" fmla="*/ 3 w 439"/>
                <a:gd name="T31" fmla="*/ 2 h 260"/>
                <a:gd name="T32" fmla="*/ 3 w 439"/>
                <a:gd name="T33" fmla="*/ 2 h 260"/>
                <a:gd name="T34" fmla="*/ 4 w 439"/>
                <a:gd name="T35" fmla="*/ 2 h 260"/>
                <a:gd name="T36" fmla="*/ 4 w 439"/>
                <a:gd name="T37" fmla="*/ 2 h 260"/>
                <a:gd name="T38" fmla="*/ 3 w 439"/>
                <a:gd name="T39" fmla="*/ 2 h 260"/>
                <a:gd name="T40" fmla="*/ 3 w 439"/>
                <a:gd name="T41" fmla="*/ 2 h 260"/>
                <a:gd name="T42" fmla="*/ 3 w 439"/>
                <a:gd name="T43" fmla="*/ 2 h 260"/>
                <a:gd name="T44" fmla="*/ 2 w 439"/>
                <a:gd name="T45" fmla="*/ 2 h 260"/>
                <a:gd name="T46" fmla="*/ 2 w 439"/>
                <a:gd name="T47" fmla="*/ 2 h 260"/>
                <a:gd name="T48" fmla="*/ 2 w 439"/>
                <a:gd name="T49" fmla="*/ 2 h 260"/>
                <a:gd name="T50" fmla="*/ 1 w 439"/>
                <a:gd name="T51" fmla="*/ 2 h 260"/>
                <a:gd name="T52" fmla="*/ 1 w 439"/>
                <a:gd name="T53" fmla="*/ 1 h 260"/>
                <a:gd name="T54" fmla="*/ 1 w 439"/>
                <a:gd name="T55" fmla="*/ 1 h 260"/>
                <a:gd name="T56" fmla="*/ 1 w 439"/>
                <a:gd name="T57" fmla="*/ 1 h 260"/>
                <a:gd name="T58" fmla="*/ 1 w 439"/>
                <a:gd name="T59" fmla="*/ 1 h 260"/>
                <a:gd name="T60" fmla="*/ 0 w 439"/>
                <a:gd name="T61" fmla="*/ 1 h 260"/>
                <a:gd name="T62" fmla="*/ 0 w 439"/>
                <a:gd name="T63" fmla="*/ 1 h 260"/>
                <a:gd name="T64" fmla="*/ 0 w 439"/>
                <a:gd name="T65" fmla="*/ 0 h 260"/>
                <a:gd name="T66" fmla="*/ 0 w 439"/>
                <a:gd name="T67" fmla="*/ 0 h 260"/>
                <a:gd name="T68" fmla="*/ 0 w 439"/>
                <a:gd name="T69" fmla="*/ 0 h 260"/>
                <a:gd name="T70" fmla="*/ 0 w 439"/>
                <a:gd name="T71" fmla="*/ 0 h 260"/>
                <a:gd name="T72" fmla="*/ 0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0" y="0"/>
                  </a:moveTo>
                  <a:lnTo>
                    <a:pt x="0" y="0"/>
                  </a:lnTo>
                  <a:lnTo>
                    <a:pt x="3" y="27"/>
                  </a:lnTo>
                  <a:lnTo>
                    <a:pt x="10" y="53"/>
                  </a:lnTo>
                  <a:lnTo>
                    <a:pt x="20" y="77"/>
                  </a:lnTo>
                  <a:lnTo>
                    <a:pt x="35" y="102"/>
                  </a:lnTo>
                  <a:lnTo>
                    <a:pt x="54" y="125"/>
                  </a:lnTo>
                  <a:lnTo>
                    <a:pt x="76" y="146"/>
                  </a:lnTo>
                  <a:lnTo>
                    <a:pt x="102" y="166"/>
                  </a:lnTo>
                  <a:lnTo>
                    <a:pt x="130" y="185"/>
                  </a:lnTo>
                  <a:lnTo>
                    <a:pt x="162" y="202"/>
                  </a:lnTo>
                  <a:lnTo>
                    <a:pt x="195" y="217"/>
                  </a:lnTo>
                  <a:lnTo>
                    <a:pt x="231" y="230"/>
                  </a:lnTo>
                  <a:lnTo>
                    <a:pt x="270" y="240"/>
                  </a:lnTo>
                  <a:lnTo>
                    <a:pt x="310" y="248"/>
                  </a:lnTo>
                  <a:lnTo>
                    <a:pt x="351" y="255"/>
                  </a:lnTo>
                  <a:lnTo>
                    <a:pt x="395" y="259"/>
                  </a:lnTo>
                  <a:lnTo>
                    <a:pt x="439" y="260"/>
                  </a:lnTo>
                  <a:lnTo>
                    <a:pt x="439" y="248"/>
                  </a:lnTo>
                  <a:lnTo>
                    <a:pt x="395" y="247"/>
                  </a:lnTo>
                  <a:lnTo>
                    <a:pt x="353" y="244"/>
                  </a:lnTo>
                  <a:lnTo>
                    <a:pt x="312" y="237"/>
                  </a:lnTo>
                  <a:lnTo>
                    <a:pt x="272" y="228"/>
                  </a:lnTo>
                  <a:lnTo>
                    <a:pt x="236" y="218"/>
                  </a:lnTo>
                  <a:lnTo>
                    <a:pt x="200" y="205"/>
                  </a:lnTo>
                  <a:lnTo>
                    <a:pt x="167" y="190"/>
                  </a:lnTo>
                  <a:lnTo>
                    <a:pt x="137" y="173"/>
                  </a:lnTo>
                  <a:lnTo>
                    <a:pt x="109" y="157"/>
                  </a:lnTo>
                  <a:lnTo>
                    <a:pt x="84" y="137"/>
                  </a:lnTo>
                  <a:lnTo>
                    <a:pt x="64" y="116"/>
                  </a:lnTo>
                  <a:lnTo>
                    <a:pt x="45" y="95"/>
                  </a:lnTo>
                  <a:lnTo>
                    <a:pt x="32" y="73"/>
                  </a:lnTo>
                  <a:lnTo>
                    <a:pt x="21" y="48"/>
                  </a:lnTo>
                  <a:lnTo>
                    <a:pt x="14" y="24"/>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3340" name="Freeform 54"/>
            <p:cNvSpPr>
              <a:spLocks/>
            </p:cNvSpPr>
            <p:nvPr/>
          </p:nvSpPr>
          <p:spPr bwMode="auto">
            <a:xfrm>
              <a:off x="1179" y="1588"/>
              <a:ext cx="88" cy="52"/>
            </a:xfrm>
            <a:custGeom>
              <a:avLst/>
              <a:gdLst>
                <a:gd name="T0" fmla="*/ 4 w 439"/>
                <a:gd name="T1" fmla="*/ 0 h 260"/>
                <a:gd name="T2" fmla="*/ 4 w 439"/>
                <a:gd name="T3" fmla="*/ 0 h 260"/>
                <a:gd name="T4" fmla="*/ 3 w 439"/>
                <a:gd name="T5" fmla="*/ 0 h 260"/>
                <a:gd name="T6" fmla="*/ 3 w 439"/>
                <a:gd name="T7" fmla="*/ 0 h 260"/>
                <a:gd name="T8" fmla="*/ 2 w 439"/>
                <a:gd name="T9" fmla="*/ 0 h 260"/>
                <a:gd name="T10" fmla="*/ 2 w 439"/>
                <a:gd name="T11" fmla="*/ 0 h 260"/>
                <a:gd name="T12" fmla="*/ 2 w 439"/>
                <a:gd name="T13" fmla="*/ 0 h 260"/>
                <a:gd name="T14" fmla="*/ 2 w 439"/>
                <a:gd name="T15" fmla="*/ 0 h 260"/>
                <a:gd name="T16" fmla="*/ 1 w 439"/>
                <a:gd name="T17" fmla="*/ 0 h 260"/>
                <a:gd name="T18" fmla="*/ 1 w 439"/>
                <a:gd name="T19" fmla="*/ 1 h 260"/>
                <a:gd name="T20" fmla="*/ 1 w 439"/>
                <a:gd name="T21" fmla="*/ 1 h 260"/>
                <a:gd name="T22" fmla="*/ 1 w 439"/>
                <a:gd name="T23" fmla="*/ 1 h 260"/>
                <a:gd name="T24" fmla="*/ 0 w 439"/>
                <a:gd name="T25" fmla="*/ 1 h 260"/>
                <a:gd name="T26" fmla="*/ 0 w 439"/>
                <a:gd name="T27" fmla="*/ 1 h 260"/>
                <a:gd name="T28" fmla="*/ 0 w 439"/>
                <a:gd name="T29" fmla="*/ 1 h 260"/>
                <a:gd name="T30" fmla="*/ 0 w 439"/>
                <a:gd name="T31" fmla="*/ 2 h 260"/>
                <a:gd name="T32" fmla="*/ 0 w 439"/>
                <a:gd name="T33" fmla="*/ 2 h 260"/>
                <a:gd name="T34" fmla="*/ 0 w 439"/>
                <a:gd name="T35" fmla="*/ 2 h 260"/>
                <a:gd name="T36" fmla="*/ 0 w 439"/>
                <a:gd name="T37" fmla="*/ 2 h 260"/>
                <a:gd name="T38" fmla="*/ 0 w 439"/>
                <a:gd name="T39" fmla="*/ 2 h 260"/>
                <a:gd name="T40" fmla="*/ 0 w 439"/>
                <a:gd name="T41" fmla="*/ 2 h 260"/>
                <a:gd name="T42" fmla="*/ 0 w 439"/>
                <a:gd name="T43" fmla="*/ 1 h 260"/>
                <a:gd name="T44" fmla="*/ 0 w 439"/>
                <a:gd name="T45" fmla="*/ 1 h 260"/>
                <a:gd name="T46" fmla="*/ 1 w 439"/>
                <a:gd name="T47" fmla="*/ 1 h 260"/>
                <a:gd name="T48" fmla="*/ 1 w 439"/>
                <a:gd name="T49" fmla="*/ 1 h 260"/>
                <a:gd name="T50" fmla="*/ 1 w 439"/>
                <a:gd name="T51" fmla="*/ 1 h 260"/>
                <a:gd name="T52" fmla="*/ 1 w 439"/>
                <a:gd name="T53" fmla="*/ 1 h 260"/>
                <a:gd name="T54" fmla="*/ 1 w 439"/>
                <a:gd name="T55" fmla="*/ 1 h 260"/>
                <a:gd name="T56" fmla="*/ 2 w 439"/>
                <a:gd name="T57" fmla="*/ 0 h 260"/>
                <a:gd name="T58" fmla="*/ 2 w 439"/>
                <a:gd name="T59" fmla="*/ 0 h 260"/>
                <a:gd name="T60" fmla="*/ 2 w 439"/>
                <a:gd name="T61" fmla="*/ 0 h 260"/>
                <a:gd name="T62" fmla="*/ 3 w 439"/>
                <a:gd name="T63" fmla="*/ 0 h 260"/>
                <a:gd name="T64" fmla="*/ 3 w 439"/>
                <a:gd name="T65" fmla="*/ 0 h 260"/>
                <a:gd name="T66" fmla="*/ 3 w 439"/>
                <a:gd name="T67" fmla="*/ 0 h 260"/>
                <a:gd name="T68" fmla="*/ 4 w 439"/>
                <a:gd name="T69" fmla="*/ 0 h 260"/>
                <a:gd name="T70" fmla="*/ 4 w 439"/>
                <a:gd name="T71" fmla="*/ 0 h 260"/>
                <a:gd name="T72" fmla="*/ 4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439" y="0"/>
                  </a:moveTo>
                  <a:lnTo>
                    <a:pt x="439" y="0"/>
                  </a:lnTo>
                  <a:lnTo>
                    <a:pt x="395" y="1"/>
                  </a:lnTo>
                  <a:lnTo>
                    <a:pt x="351" y="4"/>
                  </a:lnTo>
                  <a:lnTo>
                    <a:pt x="310" y="11"/>
                  </a:lnTo>
                  <a:lnTo>
                    <a:pt x="270" y="19"/>
                  </a:lnTo>
                  <a:lnTo>
                    <a:pt x="231" y="30"/>
                  </a:lnTo>
                  <a:lnTo>
                    <a:pt x="195" y="43"/>
                  </a:lnTo>
                  <a:lnTo>
                    <a:pt x="162" y="58"/>
                  </a:lnTo>
                  <a:lnTo>
                    <a:pt x="130" y="73"/>
                  </a:lnTo>
                  <a:lnTo>
                    <a:pt x="102" y="93"/>
                  </a:lnTo>
                  <a:lnTo>
                    <a:pt x="76" y="113"/>
                  </a:lnTo>
                  <a:lnTo>
                    <a:pt x="54" y="133"/>
                  </a:lnTo>
                  <a:lnTo>
                    <a:pt x="35" y="157"/>
                  </a:lnTo>
                  <a:lnTo>
                    <a:pt x="20" y="181"/>
                  </a:lnTo>
                  <a:lnTo>
                    <a:pt x="10" y="206"/>
                  </a:lnTo>
                  <a:lnTo>
                    <a:pt x="3" y="233"/>
                  </a:lnTo>
                  <a:lnTo>
                    <a:pt x="0" y="260"/>
                  </a:lnTo>
                  <a:lnTo>
                    <a:pt x="12" y="260"/>
                  </a:lnTo>
                  <a:lnTo>
                    <a:pt x="14" y="235"/>
                  </a:lnTo>
                  <a:lnTo>
                    <a:pt x="21" y="211"/>
                  </a:lnTo>
                  <a:lnTo>
                    <a:pt x="32" y="186"/>
                  </a:lnTo>
                  <a:lnTo>
                    <a:pt x="45" y="164"/>
                  </a:lnTo>
                  <a:lnTo>
                    <a:pt x="64" y="143"/>
                  </a:lnTo>
                  <a:lnTo>
                    <a:pt x="84" y="123"/>
                  </a:lnTo>
                  <a:lnTo>
                    <a:pt x="109" y="103"/>
                  </a:lnTo>
                  <a:lnTo>
                    <a:pt x="137" y="85"/>
                  </a:lnTo>
                  <a:lnTo>
                    <a:pt x="167" y="70"/>
                  </a:lnTo>
                  <a:lnTo>
                    <a:pt x="200" y="55"/>
                  </a:lnTo>
                  <a:lnTo>
                    <a:pt x="236" y="42"/>
                  </a:lnTo>
                  <a:lnTo>
                    <a:pt x="272" y="31"/>
                  </a:lnTo>
                  <a:lnTo>
                    <a:pt x="312" y="23"/>
                  </a:lnTo>
                  <a:lnTo>
                    <a:pt x="353" y="16"/>
                  </a:lnTo>
                  <a:lnTo>
                    <a:pt x="395" y="12"/>
                  </a:lnTo>
                  <a:lnTo>
                    <a:pt x="439" y="11"/>
                  </a:lnTo>
                  <a:lnTo>
                    <a:pt x="439"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3341" name="Freeform 55"/>
            <p:cNvSpPr>
              <a:spLocks/>
            </p:cNvSpPr>
            <p:nvPr/>
          </p:nvSpPr>
          <p:spPr bwMode="auto">
            <a:xfrm>
              <a:off x="964" y="1745"/>
              <a:ext cx="48" cy="85"/>
            </a:xfrm>
            <a:custGeom>
              <a:avLst/>
              <a:gdLst>
                <a:gd name="T0" fmla="*/ 2 w 244"/>
                <a:gd name="T1" fmla="*/ 3 h 426"/>
                <a:gd name="T2" fmla="*/ 2 w 244"/>
                <a:gd name="T3" fmla="*/ 3 h 426"/>
                <a:gd name="T4" fmla="*/ 2 w 244"/>
                <a:gd name="T5" fmla="*/ 3 h 426"/>
                <a:gd name="T6" fmla="*/ 2 w 244"/>
                <a:gd name="T7" fmla="*/ 3 h 426"/>
                <a:gd name="T8" fmla="*/ 2 w 244"/>
                <a:gd name="T9" fmla="*/ 2 h 426"/>
                <a:gd name="T10" fmla="*/ 2 w 244"/>
                <a:gd name="T11" fmla="*/ 2 h 426"/>
                <a:gd name="T12" fmla="*/ 2 w 244"/>
                <a:gd name="T13" fmla="*/ 2 h 426"/>
                <a:gd name="T14" fmla="*/ 2 w 244"/>
                <a:gd name="T15" fmla="*/ 2 h 426"/>
                <a:gd name="T16" fmla="*/ 1 w 244"/>
                <a:gd name="T17" fmla="*/ 1 h 426"/>
                <a:gd name="T18" fmla="*/ 1 w 244"/>
                <a:gd name="T19" fmla="*/ 1 h 426"/>
                <a:gd name="T20" fmla="*/ 1 w 244"/>
                <a:gd name="T21" fmla="*/ 1 h 426"/>
                <a:gd name="T22" fmla="*/ 1 w 244"/>
                <a:gd name="T23" fmla="*/ 1 h 426"/>
                <a:gd name="T24" fmla="*/ 1 w 244"/>
                <a:gd name="T25" fmla="*/ 0 h 426"/>
                <a:gd name="T26" fmla="*/ 1 w 244"/>
                <a:gd name="T27" fmla="*/ 0 h 426"/>
                <a:gd name="T28" fmla="*/ 1 w 244"/>
                <a:gd name="T29" fmla="*/ 0 h 426"/>
                <a:gd name="T30" fmla="*/ 0 w 244"/>
                <a:gd name="T31" fmla="*/ 0 h 426"/>
                <a:gd name="T32" fmla="*/ 0 w 244"/>
                <a:gd name="T33" fmla="*/ 0 h 426"/>
                <a:gd name="T34" fmla="*/ 0 w 244"/>
                <a:gd name="T35" fmla="*/ 0 h 426"/>
                <a:gd name="T36" fmla="*/ 0 w 244"/>
                <a:gd name="T37" fmla="*/ 0 h 426"/>
                <a:gd name="T38" fmla="*/ 0 w 244"/>
                <a:gd name="T39" fmla="*/ 0 h 426"/>
                <a:gd name="T40" fmla="*/ 0 w 244"/>
                <a:gd name="T41" fmla="*/ 0 h 426"/>
                <a:gd name="T42" fmla="*/ 1 w 244"/>
                <a:gd name="T43" fmla="*/ 0 h 426"/>
                <a:gd name="T44" fmla="*/ 1 w 244"/>
                <a:gd name="T45" fmla="*/ 0 h 426"/>
                <a:gd name="T46" fmla="*/ 1 w 244"/>
                <a:gd name="T47" fmla="*/ 0 h 426"/>
                <a:gd name="T48" fmla="*/ 1 w 244"/>
                <a:gd name="T49" fmla="*/ 1 h 426"/>
                <a:gd name="T50" fmla="*/ 1 w 244"/>
                <a:gd name="T51" fmla="*/ 1 h 426"/>
                <a:gd name="T52" fmla="*/ 1 w 244"/>
                <a:gd name="T53" fmla="*/ 1 h 426"/>
                <a:gd name="T54" fmla="*/ 1 w 244"/>
                <a:gd name="T55" fmla="*/ 1 h 426"/>
                <a:gd name="T56" fmla="*/ 1 w 244"/>
                <a:gd name="T57" fmla="*/ 2 h 426"/>
                <a:gd name="T58" fmla="*/ 2 w 244"/>
                <a:gd name="T59" fmla="*/ 2 h 426"/>
                <a:gd name="T60" fmla="*/ 2 w 244"/>
                <a:gd name="T61" fmla="*/ 2 h 426"/>
                <a:gd name="T62" fmla="*/ 2 w 244"/>
                <a:gd name="T63" fmla="*/ 2 h 426"/>
                <a:gd name="T64" fmla="*/ 2 w 244"/>
                <a:gd name="T65" fmla="*/ 3 h 426"/>
                <a:gd name="T66" fmla="*/ 2 w 244"/>
                <a:gd name="T67" fmla="*/ 3 h 426"/>
                <a:gd name="T68" fmla="*/ 2 w 244"/>
                <a:gd name="T69" fmla="*/ 3 h 426"/>
                <a:gd name="T70" fmla="*/ 2 w 244"/>
                <a:gd name="T71" fmla="*/ 3 h 426"/>
                <a:gd name="T72" fmla="*/ 2 w 244"/>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6"/>
                <a:gd name="T113" fmla="*/ 244 w 244"/>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6">
                  <a:moveTo>
                    <a:pt x="244" y="426"/>
                  </a:moveTo>
                  <a:lnTo>
                    <a:pt x="244" y="426"/>
                  </a:lnTo>
                  <a:lnTo>
                    <a:pt x="243" y="383"/>
                  </a:lnTo>
                  <a:lnTo>
                    <a:pt x="240" y="340"/>
                  </a:lnTo>
                  <a:lnTo>
                    <a:pt x="234" y="300"/>
                  </a:lnTo>
                  <a:lnTo>
                    <a:pt x="226" y="262"/>
                  </a:lnTo>
                  <a:lnTo>
                    <a:pt x="215" y="224"/>
                  </a:lnTo>
                  <a:lnTo>
                    <a:pt x="203" y="189"/>
                  </a:lnTo>
                  <a:lnTo>
                    <a:pt x="189" y="157"/>
                  </a:lnTo>
                  <a:lnTo>
                    <a:pt x="174" y="126"/>
                  </a:lnTo>
                  <a:lnTo>
                    <a:pt x="155" y="99"/>
                  </a:lnTo>
                  <a:lnTo>
                    <a:pt x="138" y="74"/>
                  </a:lnTo>
                  <a:lnTo>
                    <a:pt x="118" y="52"/>
                  </a:lnTo>
                  <a:lnTo>
                    <a:pt x="96" y="34"/>
                  </a:lnTo>
                  <a:lnTo>
                    <a:pt x="73" y="19"/>
                  </a:lnTo>
                  <a:lnTo>
                    <a:pt x="50" y="8"/>
                  </a:lnTo>
                  <a:lnTo>
                    <a:pt x="25" y="2"/>
                  </a:lnTo>
                  <a:lnTo>
                    <a:pt x="0" y="0"/>
                  </a:lnTo>
                  <a:lnTo>
                    <a:pt x="0" y="12"/>
                  </a:lnTo>
                  <a:lnTo>
                    <a:pt x="23" y="14"/>
                  </a:lnTo>
                  <a:lnTo>
                    <a:pt x="45" y="20"/>
                  </a:lnTo>
                  <a:lnTo>
                    <a:pt x="66" y="31"/>
                  </a:lnTo>
                  <a:lnTo>
                    <a:pt x="89" y="43"/>
                  </a:lnTo>
                  <a:lnTo>
                    <a:pt x="109" y="61"/>
                  </a:lnTo>
                  <a:lnTo>
                    <a:pt x="129" y="81"/>
                  </a:lnTo>
                  <a:lnTo>
                    <a:pt x="146" y="106"/>
                  </a:lnTo>
                  <a:lnTo>
                    <a:pt x="162" y="133"/>
                  </a:lnTo>
                  <a:lnTo>
                    <a:pt x="178" y="162"/>
                  </a:lnTo>
                  <a:lnTo>
                    <a:pt x="192" y="194"/>
                  </a:lnTo>
                  <a:lnTo>
                    <a:pt x="203" y="229"/>
                  </a:lnTo>
                  <a:lnTo>
                    <a:pt x="214" y="264"/>
                  </a:lnTo>
                  <a:lnTo>
                    <a:pt x="222" y="303"/>
                  </a:lnTo>
                  <a:lnTo>
                    <a:pt x="228" y="342"/>
                  </a:lnTo>
                  <a:lnTo>
                    <a:pt x="232" y="383"/>
                  </a:lnTo>
                  <a:lnTo>
                    <a:pt x="233" y="426"/>
                  </a:lnTo>
                  <a:lnTo>
                    <a:pt x="244"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3342" name="Freeform 56"/>
            <p:cNvSpPr>
              <a:spLocks/>
            </p:cNvSpPr>
            <p:nvPr/>
          </p:nvSpPr>
          <p:spPr bwMode="auto">
            <a:xfrm>
              <a:off x="964" y="1830"/>
              <a:ext cx="48" cy="85"/>
            </a:xfrm>
            <a:custGeom>
              <a:avLst/>
              <a:gdLst>
                <a:gd name="T0" fmla="*/ 0 w 244"/>
                <a:gd name="T1" fmla="*/ 3 h 424"/>
                <a:gd name="T2" fmla="*/ 0 w 244"/>
                <a:gd name="T3" fmla="*/ 3 h 424"/>
                <a:gd name="T4" fmla="*/ 0 w 244"/>
                <a:gd name="T5" fmla="*/ 3 h 424"/>
                <a:gd name="T6" fmla="*/ 0 w 244"/>
                <a:gd name="T7" fmla="*/ 3 h 424"/>
                <a:gd name="T8" fmla="*/ 1 w 244"/>
                <a:gd name="T9" fmla="*/ 3 h 424"/>
                <a:gd name="T10" fmla="*/ 1 w 244"/>
                <a:gd name="T11" fmla="*/ 3 h 424"/>
                <a:gd name="T12" fmla="*/ 1 w 244"/>
                <a:gd name="T13" fmla="*/ 3 h 424"/>
                <a:gd name="T14" fmla="*/ 1 w 244"/>
                <a:gd name="T15" fmla="*/ 3 h 424"/>
                <a:gd name="T16" fmla="*/ 1 w 244"/>
                <a:gd name="T17" fmla="*/ 3 h 424"/>
                <a:gd name="T18" fmla="*/ 1 w 244"/>
                <a:gd name="T19" fmla="*/ 2 h 424"/>
                <a:gd name="T20" fmla="*/ 1 w 244"/>
                <a:gd name="T21" fmla="*/ 2 h 424"/>
                <a:gd name="T22" fmla="*/ 2 w 244"/>
                <a:gd name="T23" fmla="*/ 2 h 424"/>
                <a:gd name="T24" fmla="*/ 2 w 244"/>
                <a:gd name="T25" fmla="*/ 2 h 424"/>
                <a:gd name="T26" fmla="*/ 2 w 244"/>
                <a:gd name="T27" fmla="*/ 1 h 424"/>
                <a:gd name="T28" fmla="*/ 2 w 244"/>
                <a:gd name="T29" fmla="*/ 1 h 424"/>
                <a:gd name="T30" fmla="*/ 2 w 244"/>
                <a:gd name="T31" fmla="*/ 1 h 424"/>
                <a:gd name="T32" fmla="*/ 2 w 244"/>
                <a:gd name="T33" fmla="*/ 0 h 424"/>
                <a:gd name="T34" fmla="*/ 2 w 244"/>
                <a:gd name="T35" fmla="*/ 0 h 424"/>
                <a:gd name="T36" fmla="*/ 2 w 244"/>
                <a:gd name="T37" fmla="*/ 0 h 424"/>
                <a:gd name="T38" fmla="*/ 2 w 244"/>
                <a:gd name="T39" fmla="*/ 0 h 424"/>
                <a:gd name="T40" fmla="*/ 2 w 244"/>
                <a:gd name="T41" fmla="*/ 1 h 424"/>
                <a:gd name="T42" fmla="*/ 2 w 244"/>
                <a:gd name="T43" fmla="*/ 1 h 424"/>
                <a:gd name="T44" fmla="*/ 2 w 244"/>
                <a:gd name="T45" fmla="*/ 1 h 424"/>
                <a:gd name="T46" fmla="*/ 2 w 244"/>
                <a:gd name="T47" fmla="*/ 2 h 424"/>
                <a:gd name="T48" fmla="*/ 1 w 244"/>
                <a:gd name="T49" fmla="*/ 2 h 424"/>
                <a:gd name="T50" fmla="*/ 1 w 244"/>
                <a:gd name="T51" fmla="*/ 2 h 424"/>
                <a:gd name="T52" fmla="*/ 1 w 244"/>
                <a:gd name="T53" fmla="*/ 2 h 424"/>
                <a:gd name="T54" fmla="*/ 1 w 244"/>
                <a:gd name="T55" fmla="*/ 3 h 424"/>
                <a:gd name="T56" fmla="*/ 1 w 244"/>
                <a:gd name="T57" fmla="*/ 3 h 424"/>
                <a:gd name="T58" fmla="*/ 1 w 244"/>
                <a:gd name="T59" fmla="*/ 3 h 424"/>
                <a:gd name="T60" fmla="*/ 1 w 244"/>
                <a:gd name="T61" fmla="*/ 3 h 424"/>
                <a:gd name="T62" fmla="*/ 1 w 244"/>
                <a:gd name="T63" fmla="*/ 3 h 424"/>
                <a:gd name="T64" fmla="*/ 0 w 244"/>
                <a:gd name="T65" fmla="*/ 3 h 424"/>
                <a:gd name="T66" fmla="*/ 0 w 244"/>
                <a:gd name="T67" fmla="*/ 3 h 424"/>
                <a:gd name="T68" fmla="*/ 0 w 244"/>
                <a:gd name="T69" fmla="*/ 3 h 424"/>
                <a:gd name="T70" fmla="*/ 0 w 244"/>
                <a:gd name="T71" fmla="*/ 3 h 424"/>
                <a:gd name="T72" fmla="*/ 0 w 244"/>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4"/>
                <a:gd name="T113" fmla="*/ 244 w 244"/>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4">
                  <a:moveTo>
                    <a:pt x="0" y="424"/>
                  </a:moveTo>
                  <a:lnTo>
                    <a:pt x="0" y="424"/>
                  </a:lnTo>
                  <a:lnTo>
                    <a:pt x="25" y="422"/>
                  </a:lnTo>
                  <a:lnTo>
                    <a:pt x="50" y="416"/>
                  </a:lnTo>
                  <a:lnTo>
                    <a:pt x="73" y="405"/>
                  </a:lnTo>
                  <a:lnTo>
                    <a:pt x="96" y="390"/>
                  </a:lnTo>
                  <a:lnTo>
                    <a:pt x="118" y="373"/>
                  </a:lnTo>
                  <a:lnTo>
                    <a:pt x="138" y="350"/>
                  </a:lnTo>
                  <a:lnTo>
                    <a:pt x="155" y="326"/>
                  </a:lnTo>
                  <a:lnTo>
                    <a:pt x="173" y="299"/>
                  </a:lnTo>
                  <a:lnTo>
                    <a:pt x="189" y="268"/>
                  </a:lnTo>
                  <a:lnTo>
                    <a:pt x="203" y="235"/>
                  </a:lnTo>
                  <a:lnTo>
                    <a:pt x="215" y="201"/>
                  </a:lnTo>
                  <a:lnTo>
                    <a:pt x="226" y="163"/>
                  </a:lnTo>
                  <a:lnTo>
                    <a:pt x="234" y="125"/>
                  </a:lnTo>
                  <a:lnTo>
                    <a:pt x="240" y="85"/>
                  </a:lnTo>
                  <a:lnTo>
                    <a:pt x="243" y="42"/>
                  </a:lnTo>
                  <a:lnTo>
                    <a:pt x="244" y="0"/>
                  </a:lnTo>
                  <a:lnTo>
                    <a:pt x="233" y="0"/>
                  </a:lnTo>
                  <a:lnTo>
                    <a:pt x="232" y="42"/>
                  </a:lnTo>
                  <a:lnTo>
                    <a:pt x="228" y="83"/>
                  </a:lnTo>
                  <a:lnTo>
                    <a:pt x="222" y="123"/>
                  </a:lnTo>
                  <a:lnTo>
                    <a:pt x="214" y="160"/>
                  </a:lnTo>
                  <a:lnTo>
                    <a:pt x="203" y="197"/>
                  </a:lnTo>
                  <a:lnTo>
                    <a:pt x="192" y="231"/>
                  </a:lnTo>
                  <a:lnTo>
                    <a:pt x="178" y="263"/>
                  </a:lnTo>
                  <a:lnTo>
                    <a:pt x="164" y="292"/>
                  </a:lnTo>
                  <a:lnTo>
                    <a:pt x="146" y="319"/>
                  </a:lnTo>
                  <a:lnTo>
                    <a:pt x="129" y="343"/>
                  </a:lnTo>
                  <a:lnTo>
                    <a:pt x="109" y="363"/>
                  </a:lnTo>
                  <a:lnTo>
                    <a:pt x="89" y="381"/>
                  </a:lnTo>
                  <a:lnTo>
                    <a:pt x="66" y="394"/>
                  </a:lnTo>
                  <a:lnTo>
                    <a:pt x="45" y="404"/>
                  </a:lnTo>
                  <a:lnTo>
                    <a:pt x="23" y="410"/>
                  </a:lnTo>
                  <a:lnTo>
                    <a:pt x="0" y="412"/>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3343" name="Freeform 57"/>
            <p:cNvSpPr>
              <a:spLocks/>
            </p:cNvSpPr>
            <p:nvPr/>
          </p:nvSpPr>
          <p:spPr bwMode="auto">
            <a:xfrm>
              <a:off x="915" y="1830"/>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1" y="42"/>
                  </a:lnTo>
                  <a:lnTo>
                    <a:pt x="4" y="85"/>
                  </a:lnTo>
                  <a:lnTo>
                    <a:pt x="10" y="125"/>
                  </a:lnTo>
                  <a:lnTo>
                    <a:pt x="19" y="163"/>
                  </a:lnTo>
                  <a:lnTo>
                    <a:pt x="29" y="201"/>
                  </a:lnTo>
                  <a:lnTo>
                    <a:pt x="41" y="235"/>
                  </a:lnTo>
                  <a:lnTo>
                    <a:pt x="55" y="268"/>
                  </a:lnTo>
                  <a:lnTo>
                    <a:pt x="71" y="299"/>
                  </a:lnTo>
                  <a:lnTo>
                    <a:pt x="89" y="326"/>
                  </a:lnTo>
                  <a:lnTo>
                    <a:pt x="106" y="350"/>
                  </a:lnTo>
                  <a:lnTo>
                    <a:pt x="126" y="373"/>
                  </a:lnTo>
                  <a:lnTo>
                    <a:pt x="149" y="390"/>
                  </a:lnTo>
                  <a:lnTo>
                    <a:pt x="171" y="405"/>
                  </a:lnTo>
                  <a:lnTo>
                    <a:pt x="194" y="416"/>
                  </a:lnTo>
                  <a:lnTo>
                    <a:pt x="219" y="422"/>
                  </a:lnTo>
                  <a:lnTo>
                    <a:pt x="245" y="424"/>
                  </a:lnTo>
                  <a:lnTo>
                    <a:pt x="245" y="412"/>
                  </a:lnTo>
                  <a:lnTo>
                    <a:pt x="221" y="410"/>
                  </a:lnTo>
                  <a:lnTo>
                    <a:pt x="199" y="404"/>
                  </a:lnTo>
                  <a:lnTo>
                    <a:pt x="178" y="394"/>
                  </a:lnTo>
                  <a:lnTo>
                    <a:pt x="156" y="381"/>
                  </a:lnTo>
                  <a:lnTo>
                    <a:pt x="136" y="363"/>
                  </a:lnTo>
                  <a:lnTo>
                    <a:pt x="116" y="343"/>
                  </a:lnTo>
                  <a:lnTo>
                    <a:pt x="98" y="319"/>
                  </a:lnTo>
                  <a:lnTo>
                    <a:pt x="81" y="292"/>
                  </a:lnTo>
                  <a:lnTo>
                    <a:pt x="67" y="263"/>
                  </a:lnTo>
                  <a:lnTo>
                    <a:pt x="52" y="231"/>
                  </a:lnTo>
                  <a:lnTo>
                    <a:pt x="41" y="197"/>
                  </a:lnTo>
                  <a:lnTo>
                    <a:pt x="30" y="160"/>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3344" name="Freeform 58"/>
            <p:cNvSpPr>
              <a:spLocks/>
            </p:cNvSpPr>
            <p:nvPr/>
          </p:nvSpPr>
          <p:spPr bwMode="auto">
            <a:xfrm>
              <a:off x="915" y="1745"/>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0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19" y="2"/>
                  </a:lnTo>
                  <a:lnTo>
                    <a:pt x="194" y="8"/>
                  </a:lnTo>
                  <a:lnTo>
                    <a:pt x="171" y="19"/>
                  </a:lnTo>
                  <a:lnTo>
                    <a:pt x="149" y="34"/>
                  </a:lnTo>
                  <a:lnTo>
                    <a:pt x="126" y="52"/>
                  </a:lnTo>
                  <a:lnTo>
                    <a:pt x="106" y="74"/>
                  </a:lnTo>
                  <a:lnTo>
                    <a:pt x="89" y="99"/>
                  </a:lnTo>
                  <a:lnTo>
                    <a:pt x="70" y="126"/>
                  </a:lnTo>
                  <a:lnTo>
                    <a:pt x="55" y="157"/>
                  </a:lnTo>
                  <a:lnTo>
                    <a:pt x="41" y="189"/>
                  </a:lnTo>
                  <a:lnTo>
                    <a:pt x="29" y="224"/>
                  </a:lnTo>
                  <a:lnTo>
                    <a:pt x="19" y="262"/>
                  </a:lnTo>
                  <a:lnTo>
                    <a:pt x="10" y="300"/>
                  </a:lnTo>
                  <a:lnTo>
                    <a:pt x="4" y="340"/>
                  </a:lnTo>
                  <a:lnTo>
                    <a:pt x="1" y="383"/>
                  </a:lnTo>
                  <a:lnTo>
                    <a:pt x="0" y="426"/>
                  </a:lnTo>
                  <a:lnTo>
                    <a:pt x="11" y="426"/>
                  </a:lnTo>
                  <a:lnTo>
                    <a:pt x="13" y="383"/>
                  </a:lnTo>
                  <a:lnTo>
                    <a:pt x="16" y="342"/>
                  </a:lnTo>
                  <a:lnTo>
                    <a:pt x="22" y="303"/>
                  </a:lnTo>
                  <a:lnTo>
                    <a:pt x="30" y="264"/>
                  </a:lnTo>
                  <a:lnTo>
                    <a:pt x="41" y="229"/>
                  </a:lnTo>
                  <a:lnTo>
                    <a:pt x="52" y="194"/>
                  </a:lnTo>
                  <a:lnTo>
                    <a:pt x="67" y="162"/>
                  </a:lnTo>
                  <a:lnTo>
                    <a:pt x="82" y="133"/>
                  </a:lnTo>
                  <a:lnTo>
                    <a:pt x="98" y="106"/>
                  </a:lnTo>
                  <a:lnTo>
                    <a:pt x="116" y="81"/>
                  </a:lnTo>
                  <a:lnTo>
                    <a:pt x="136" y="61"/>
                  </a:lnTo>
                  <a:lnTo>
                    <a:pt x="156" y="43"/>
                  </a:lnTo>
                  <a:lnTo>
                    <a:pt x="178" y="31"/>
                  </a:lnTo>
                  <a:lnTo>
                    <a:pt x="199" y="20"/>
                  </a:lnTo>
                  <a:lnTo>
                    <a:pt x="221"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3345" name="Freeform 59"/>
            <p:cNvSpPr>
              <a:spLocks/>
            </p:cNvSpPr>
            <p:nvPr/>
          </p:nvSpPr>
          <p:spPr bwMode="auto">
            <a:xfrm>
              <a:off x="1140" y="2087"/>
              <a:ext cx="49" cy="85"/>
            </a:xfrm>
            <a:custGeom>
              <a:avLst/>
              <a:gdLst>
                <a:gd name="T0" fmla="*/ 2 w 246"/>
                <a:gd name="T1" fmla="*/ 3 h 424"/>
                <a:gd name="T2" fmla="*/ 2 w 246"/>
                <a:gd name="T3" fmla="*/ 3 h 424"/>
                <a:gd name="T4" fmla="*/ 2 w 246"/>
                <a:gd name="T5" fmla="*/ 3 h 424"/>
                <a:gd name="T6" fmla="*/ 2 w 246"/>
                <a:gd name="T7" fmla="*/ 3 h 424"/>
                <a:gd name="T8" fmla="*/ 2 w 246"/>
                <a:gd name="T9" fmla="*/ 2 h 424"/>
                <a:gd name="T10" fmla="*/ 2 w 246"/>
                <a:gd name="T11" fmla="*/ 2 h 424"/>
                <a:gd name="T12" fmla="*/ 2 w 246"/>
                <a:gd name="T13" fmla="*/ 2 h 424"/>
                <a:gd name="T14" fmla="*/ 2 w 246"/>
                <a:gd name="T15" fmla="*/ 2 h 424"/>
                <a:gd name="T16" fmla="*/ 2 w 246"/>
                <a:gd name="T17" fmla="*/ 1 h 424"/>
                <a:gd name="T18" fmla="*/ 1 w 246"/>
                <a:gd name="T19" fmla="*/ 1 h 424"/>
                <a:gd name="T20" fmla="*/ 1 w 246"/>
                <a:gd name="T21" fmla="*/ 1 h 424"/>
                <a:gd name="T22" fmla="*/ 1 w 246"/>
                <a:gd name="T23" fmla="*/ 1 h 424"/>
                <a:gd name="T24" fmla="*/ 1 w 246"/>
                <a:gd name="T25" fmla="*/ 0 h 424"/>
                <a:gd name="T26" fmla="*/ 1 w 246"/>
                <a:gd name="T27" fmla="*/ 0 h 424"/>
                <a:gd name="T28" fmla="*/ 1 w 246"/>
                <a:gd name="T29" fmla="*/ 0 h 424"/>
                <a:gd name="T30" fmla="*/ 0 w 246"/>
                <a:gd name="T31" fmla="*/ 0 h 424"/>
                <a:gd name="T32" fmla="*/ 0 w 246"/>
                <a:gd name="T33" fmla="*/ 0 h 424"/>
                <a:gd name="T34" fmla="*/ 0 w 246"/>
                <a:gd name="T35" fmla="*/ 0 h 424"/>
                <a:gd name="T36" fmla="*/ 0 w 246"/>
                <a:gd name="T37" fmla="*/ 0 h 424"/>
                <a:gd name="T38" fmla="*/ 0 w 246"/>
                <a:gd name="T39" fmla="*/ 0 h 424"/>
                <a:gd name="T40" fmla="*/ 0 w 246"/>
                <a:gd name="T41" fmla="*/ 0 h 424"/>
                <a:gd name="T42" fmla="*/ 1 w 246"/>
                <a:gd name="T43" fmla="*/ 0 h 424"/>
                <a:gd name="T44" fmla="*/ 1 w 246"/>
                <a:gd name="T45" fmla="*/ 0 h 424"/>
                <a:gd name="T46" fmla="*/ 1 w 246"/>
                <a:gd name="T47" fmla="*/ 0 h 424"/>
                <a:gd name="T48" fmla="*/ 1 w 246"/>
                <a:gd name="T49" fmla="*/ 1 h 424"/>
                <a:gd name="T50" fmla="*/ 1 w 246"/>
                <a:gd name="T51" fmla="*/ 1 h 424"/>
                <a:gd name="T52" fmla="*/ 1 w 246"/>
                <a:gd name="T53" fmla="*/ 1 h 424"/>
                <a:gd name="T54" fmla="*/ 1 w 246"/>
                <a:gd name="T55" fmla="*/ 1 h 424"/>
                <a:gd name="T56" fmla="*/ 2 w 246"/>
                <a:gd name="T57" fmla="*/ 2 h 424"/>
                <a:gd name="T58" fmla="*/ 2 w 246"/>
                <a:gd name="T59" fmla="*/ 2 h 424"/>
                <a:gd name="T60" fmla="*/ 2 w 246"/>
                <a:gd name="T61" fmla="*/ 2 h 424"/>
                <a:gd name="T62" fmla="*/ 2 w 246"/>
                <a:gd name="T63" fmla="*/ 2 h 424"/>
                <a:gd name="T64" fmla="*/ 2 w 246"/>
                <a:gd name="T65" fmla="*/ 3 h 424"/>
                <a:gd name="T66" fmla="*/ 2 w 246"/>
                <a:gd name="T67" fmla="*/ 3 h 424"/>
                <a:gd name="T68" fmla="*/ 2 w 246"/>
                <a:gd name="T69" fmla="*/ 3 h 424"/>
                <a:gd name="T70" fmla="*/ 2 w 246"/>
                <a:gd name="T71" fmla="*/ 3 h 424"/>
                <a:gd name="T72" fmla="*/ 2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424"/>
                  </a:moveTo>
                  <a:lnTo>
                    <a:pt x="246" y="424"/>
                  </a:lnTo>
                  <a:lnTo>
                    <a:pt x="244" y="382"/>
                  </a:lnTo>
                  <a:lnTo>
                    <a:pt x="241" y="338"/>
                  </a:lnTo>
                  <a:lnTo>
                    <a:pt x="235" y="298"/>
                  </a:lnTo>
                  <a:lnTo>
                    <a:pt x="227" y="261"/>
                  </a:lnTo>
                  <a:lnTo>
                    <a:pt x="216" y="222"/>
                  </a:lnTo>
                  <a:lnTo>
                    <a:pt x="205" y="188"/>
                  </a:lnTo>
                  <a:lnTo>
                    <a:pt x="190" y="155"/>
                  </a:lnTo>
                  <a:lnTo>
                    <a:pt x="174" y="125"/>
                  </a:lnTo>
                  <a:lnTo>
                    <a:pt x="157" y="98"/>
                  </a:lnTo>
                  <a:lnTo>
                    <a:pt x="138" y="73"/>
                  </a:lnTo>
                  <a:lnTo>
                    <a:pt x="118" y="51"/>
                  </a:lnTo>
                  <a:lnTo>
                    <a:pt x="96" y="34"/>
                  </a:lnTo>
                  <a:lnTo>
                    <a:pt x="74" y="18"/>
                  </a:lnTo>
                  <a:lnTo>
                    <a:pt x="50" y="8"/>
                  </a:lnTo>
                  <a:lnTo>
                    <a:pt x="25" y="2"/>
                  </a:lnTo>
                  <a:lnTo>
                    <a:pt x="0" y="0"/>
                  </a:lnTo>
                  <a:lnTo>
                    <a:pt x="0" y="11"/>
                  </a:lnTo>
                  <a:lnTo>
                    <a:pt x="23" y="14"/>
                  </a:lnTo>
                  <a:lnTo>
                    <a:pt x="45" y="19"/>
                  </a:lnTo>
                  <a:lnTo>
                    <a:pt x="67" y="30"/>
                  </a:lnTo>
                  <a:lnTo>
                    <a:pt x="89" y="43"/>
                  </a:lnTo>
                  <a:lnTo>
                    <a:pt x="108" y="60"/>
                  </a:lnTo>
                  <a:lnTo>
                    <a:pt x="128" y="80"/>
                  </a:lnTo>
                  <a:lnTo>
                    <a:pt x="147" y="105"/>
                  </a:lnTo>
                  <a:lnTo>
                    <a:pt x="165" y="132"/>
                  </a:lnTo>
                  <a:lnTo>
                    <a:pt x="179" y="160"/>
                  </a:lnTo>
                  <a:lnTo>
                    <a:pt x="193" y="193"/>
                  </a:lnTo>
                  <a:lnTo>
                    <a:pt x="205" y="227"/>
                  </a:lnTo>
                  <a:lnTo>
                    <a:pt x="215" y="263"/>
                  </a:lnTo>
                  <a:lnTo>
                    <a:pt x="223" y="301"/>
                  </a:lnTo>
                  <a:lnTo>
                    <a:pt x="229" y="341"/>
                  </a:lnTo>
                  <a:lnTo>
                    <a:pt x="233" y="382"/>
                  </a:lnTo>
                  <a:lnTo>
                    <a:pt x="234" y="424"/>
                  </a:lnTo>
                  <a:lnTo>
                    <a:pt x="246"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3346" name="Freeform 60"/>
            <p:cNvSpPr>
              <a:spLocks/>
            </p:cNvSpPr>
            <p:nvPr/>
          </p:nvSpPr>
          <p:spPr bwMode="auto">
            <a:xfrm>
              <a:off x="1140" y="2172"/>
              <a:ext cx="49" cy="85"/>
            </a:xfrm>
            <a:custGeom>
              <a:avLst/>
              <a:gdLst>
                <a:gd name="T0" fmla="*/ 0 w 246"/>
                <a:gd name="T1" fmla="*/ 3 h 426"/>
                <a:gd name="T2" fmla="*/ 0 w 246"/>
                <a:gd name="T3" fmla="*/ 3 h 426"/>
                <a:gd name="T4" fmla="*/ 0 w 246"/>
                <a:gd name="T5" fmla="*/ 3 h 426"/>
                <a:gd name="T6" fmla="*/ 0 w 246"/>
                <a:gd name="T7" fmla="*/ 3 h 426"/>
                <a:gd name="T8" fmla="*/ 1 w 246"/>
                <a:gd name="T9" fmla="*/ 3 h 426"/>
                <a:gd name="T10" fmla="*/ 1 w 246"/>
                <a:gd name="T11" fmla="*/ 3 h 426"/>
                <a:gd name="T12" fmla="*/ 1 w 246"/>
                <a:gd name="T13" fmla="*/ 3 h 426"/>
                <a:gd name="T14" fmla="*/ 1 w 246"/>
                <a:gd name="T15" fmla="*/ 3 h 426"/>
                <a:gd name="T16" fmla="*/ 1 w 246"/>
                <a:gd name="T17" fmla="*/ 3 h 426"/>
                <a:gd name="T18" fmla="*/ 1 w 246"/>
                <a:gd name="T19" fmla="*/ 2 h 426"/>
                <a:gd name="T20" fmla="*/ 2 w 246"/>
                <a:gd name="T21" fmla="*/ 2 h 426"/>
                <a:gd name="T22" fmla="*/ 2 w 246"/>
                <a:gd name="T23" fmla="*/ 2 h 426"/>
                <a:gd name="T24" fmla="*/ 2 w 246"/>
                <a:gd name="T25" fmla="*/ 2 h 426"/>
                <a:gd name="T26" fmla="*/ 2 w 246"/>
                <a:gd name="T27" fmla="*/ 1 h 426"/>
                <a:gd name="T28" fmla="*/ 2 w 246"/>
                <a:gd name="T29" fmla="*/ 1 h 426"/>
                <a:gd name="T30" fmla="*/ 2 w 246"/>
                <a:gd name="T31" fmla="*/ 1 h 426"/>
                <a:gd name="T32" fmla="*/ 2 w 246"/>
                <a:gd name="T33" fmla="*/ 0 h 426"/>
                <a:gd name="T34" fmla="*/ 2 w 246"/>
                <a:gd name="T35" fmla="*/ 0 h 426"/>
                <a:gd name="T36" fmla="*/ 2 w 246"/>
                <a:gd name="T37" fmla="*/ 0 h 426"/>
                <a:gd name="T38" fmla="*/ 2 w 246"/>
                <a:gd name="T39" fmla="*/ 0 h 426"/>
                <a:gd name="T40" fmla="*/ 2 w 246"/>
                <a:gd name="T41" fmla="*/ 1 h 426"/>
                <a:gd name="T42" fmla="*/ 2 w 246"/>
                <a:gd name="T43" fmla="*/ 1 h 426"/>
                <a:gd name="T44" fmla="*/ 2 w 246"/>
                <a:gd name="T45" fmla="*/ 1 h 426"/>
                <a:gd name="T46" fmla="*/ 2 w 246"/>
                <a:gd name="T47" fmla="*/ 2 h 426"/>
                <a:gd name="T48" fmla="*/ 2 w 246"/>
                <a:gd name="T49" fmla="*/ 2 h 426"/>
                <a:gd name="T50" fmla="*/ 1 w 246"/>
                <a:gd name="T51" fmla="*/ 2 h 426"/>
                <a:gd name="T52" fmla="*/ 1 w 246"/>
                <a:gd name="T53" fmla="*/ 2 h 426"/>
                <a:gd name="T54" fmla="*/ 1 w 246"/>
                <a:gd name="T55" fmla="*/ 3 h 426"/>
                <a:gd name="T56" fmla="*/ 1 w 246"/>
                <a:gd name="T57" fmla="*/ 3 h 426"/>
                <a:gd name="T58" fmla="*/ 1 w 246"/>
                <a:gd name="T59" fmla="*/ 3 h 426"/>
                <a:gd name="T60" fmla="*/ 1 w 246"/>
                <a:gd name="T61" fmla="*/ 3 h 426"/>
                <a:gd name="T62" fmla="*/ 1 w 246"/>
                <a:gd name="T63" fmla="*/ 3 h 426"/>
                <a:gd name="T64" fmla="*/ 0 w 246"/>
                <a:gd name="T65" fmla="*/ 3 h 426"/>
                <a:gd name="T66" fmla="*/ 0 w 246"/>
                <a:gd name="T67" fmla="*/ 3 h 426"/>
                <a:gd name="T68" fmla="*/ 0 w 246"/>
                <a:gd name="T69" fmla="*/ 3 h 426"/>
                <a:gd name="T70" fmla="*/ 0 w 246"/>
                <a:gd name="T71" fmla="*/ 3 h 426"/>
                <a:gd name="T72" fmla="*/ 0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426"/>
                  </a:moveTo>
                  <a:lnTo>
                    <a:pt x="0" y="426"/>
                  </a:lnTo>
                  <a:lnTo>
                    <a:pt x="25" y="423"/>
                  </a:lnTo>
                  <a:lnTo>
                    <a:pt x="50" y="417"/>
                  </a:lnTo>
                  <a:lnTo>
                    <a:pt x="74" y="407"/>
                  </a:lnTo>
                  <a:lnTo>
                    <a:pt x="96" y="392"/>
                  </a:lnTo>
                  <a:lnTo>
                    <a:pt x="118" y="373"/>
                  </a:lnTo>
                  <a:lnTo>
                    <a:pt x="138" y="350"/>
                  </a:lnTo>
                  <a:lnTo>
                    <a:pt x="157" y="327"/>
                  </a:lnTo>
                  <a:lnTo>
                    <a:pt x="175" y="299"/>
                  </a:lnTo>
                  <a:lnTo>
                    <a:pt x="190" y="268"/>
                  </a:lnTo>
                  <a:lnTo>
                    <a:pt x="205" y="236"/>
                  </a:lnTo>
                  <a:lnTo>
                    <a:pt x="216" y="202"/>
                  </a:lnTo>
                  <a:lnTo>
                    <a:pt x="227" y="164"/>
                  </a:lnTo>
                  <a:lnTo>
                    <a:pt x="235" y="125"/>
                  </a:lnTo>
                  <a:lnTo>
                    <a:pt x="241" y="86"/>
                  </a:lnTo>
                  <a:lnTo>
                    <a:pt x="244" y="42"/>
                  </a:lnTo>
                  <a:lnTo>
                    <a:pt x="246" y="0"/>
                  </a:lnTo>
                  <a:lnTo>
                    <a:pt x="234" y="0"/>
                  </a:lnTo>
                  <a:lnTo>
                    <a:pt x="233" y="42"/>
                  </a:lnTo>
                  <a:lnTo>
                    <a:pt x="229" y="83"/>
                  </a:lnTo>
                  <a:lnTo>
                    <a:pt x="223" y="123"/>
                  </a:lnTo>
                  <a:lnTo>
                    <a:pt x="215" y="162"/>
                  </a:lnTo>
                  <a:lnTo>
                    <a:pt x="205" y="197"/>
                  </a:lnTo>
                  <a:lnTo>
                    <a:pt x="193" y="231"/>
                  </a:lnTo>
                  <a:lnTo>
                    <a:pt x="179" y="264"/>
                  </a:lnTo>
                  <a:lnTo>
                    <a:pt x="164" y="292"/>
                  </a:lnTo>
                  <a:lnTo>
                    <a:pt x="147" y="320"/>
                  </a:lnTo>
                  <a:lnTo>
                    <a:pt x="128" y="343"/>
                  </a:lnTo>
                  <a:lnTo>
                    <a:pt x="108" y="363"/>
                  </a:lnTo>
                  <a:lnTo>
                    <a:pt x="89" y="382"/>
                  </a:lnTo>
                  <a:lnTo>
                    <a:pt x="67" y="395"/>
                  </a:lnTo>
                  <a:lnTo>
                    <a:pt x="45" y="406"/>
                  </a:lnTo>
                  <a:lnTo>
                    <a:pt x="23" y="411"/>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3347" name="Freeform 61"/>
            <p:cNvSpPr>
              <a:spLocks/>
            </p:cNvSpPr>
            <p:nvPr/>
          </p:nvSpPr>
          <p:spPr bwMode="auto">
            <a:xfrm>
              <a:off x="1091" y="2172"/>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4" y="86"/>
                  </a:lnTo>
                  <a:lnTo>
                    <a:pt x="10" y="125"/>
                  </a:lnTo>
                  <a:lnTo>
                    <a:pt x="18" y="164"/>
                  </a:lnTo>
                  <a:lnTo>
                    <a:pt x="29" y="202"/>
                  </a:lnTo>
                  <a:lnTo>
                    <a:pt x="41" y="236"/>
                  </a:lnTo>
                  <a:lnTo>
                    <a:pt x="55" y="268"/>
                  </a:lnTo>
                  <a:lnTo>
                    <a:pt x="70" y="299"/>
                  </a:lnTo>
                  <a:lnTo>
                    <a:pt x="89" y="327"/>
                  </a:lnTo>
                  <a:lnTo>
                    <a:pt x="106" y="350"/>
                  </a:lnTo>
                  <a:lnTo>
                    <a:pt x="126" y="373"/>
                  </a:lnTo>
                  <a:lnTo>
                    <a:pt x="148" y="392"/>
                  </a:lnTo>
                  <a:lnTo>
                    <a:pt x="171" y="407"/>
                  </a:lnTo>
                  <a:lnTo>
                    <a:pt x="194" y="417"/>
                  </a:lnTo>
                  <a:lnTo>
                    <a:pt x="219" y="423"/>
                  </a:lnTo>
                  <a:lnTo>
                    <a:pt x="245" y="426"/>
                  </a:lnTo>
                  <a:lnTo>
                    <a:pt x="245" y="414"/>
                  </a:lnTo>
                  <a:lnTo>
                    <a:pt x="221" y="411"/>
                  </a:lnTo>
                  <a:lnTo>
                    <a:pt x="199" y="406"/>
                  </a:lnTo>
                  <a:lnTo>
                    <a:pt x="178" y="395"/>
                  </a:lnTo>
                  <a:lnTo>
                    <a:pt x="155" y="382"/>
                  </a:lnTo>
                  <a:lnTo>
                    <a:pt x="136" y="363"/>
                  </a:lnTo>
                  <a:lnTo>
                    <a:pt x="116" y="343"/>
                  </a:lnTo>
                  <a:lnTo>
                    <a:pt x="98" y="320"/>
                  </a:lnTo>
                  <a:lnTo>
                    <a:pt x="82" y="292"/>
                  </a:lnTo>
                  <a:lnTo>
                    <a:pt x="66" y="264"/>
                  </a:lnTo>
                  <a:lnTo>
                    <a:pt x="52" y="231"/>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3348" name="Freeform 62"/>
            <p:cNvSpPr>
              <a:spLocks/>
            </p:cNvSpPr>
            <p:nvPr/>
          </p:nvSpPr>
          <p:spPr bwMode="auto">
            <a:xfrm>
              <a:off x="1091" y="2087"/>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4" y="8"/>
                  </a:lnTo>
                  <a:lnTo>
                    <a:pt x="171" y="18"/>
                  </a:lnTo>
                  <a:lnTo>
                    <a:pt x="148" y="34"/>
                  </a:lnTo>
                  <a:lnTo>
                    <a:pt x="126" y="51"/>
                  </a:lnTo>
                  <a:lnTo>
                    <a:pt x="106" y="73"/>
                  </a:lnTo>
                  <a:lnTo>
                    <a:pt x="89" y="98"/>
                  </a:lnTo>
                  <a:lnTo>
                    <a:pt x="71" y="125"/>
                  </a:lnTo>
                  <a:lnTo>
                    <a:pt x="55" y="155"/>
                  </a:lnTo>
                  <a:lnTo>
                    <a:pt x="41" y="188"/>
                  </a:lnTo>
                  <a:lnTo>
                    <a:pt x="29" y="222"/>
                  </a:lnTo>
                  <a:lnTo>
                    <a:pt x="18" y="261"/>
                  </a:lnTo>
                  <a:lnTo>
                    <a:pt x="10" y="298"/>
                  </a:lnTo>
                  <a:lnTo>
                    <a:pt x="4" y="338"/>
                  </a:lnTo>
                  <a:lnTo>
                    <a:pt x="1" y="382"/>
                  </a:lnTo>
                  <a:lnTo>
                    <a:pt x="0" y="424"/>
                  </a:lnTo>
                  <a:lnTo>
                    <a:pt x="11" y="424"/>
                  </a:lnTo>
                  <a:lnTo>
                    <a:pt x="13" y="382"/>
                  </a:lnTo>
                  <a:lnTo>
                    <a:pt x="16" y="341"/>
                  </a:lnTo>
                  <a:lnTo>
                    <a:pt x="22" y="301"/>
                  </a:lnTo>
                  <a:lnTo>
                    <a:pt x="30" y="263"/>
                  </a:lnTo>
                  <a:lnTo>
                    <a:pt x="41" y="227"/>
                  </a:lnTo>
                  <a:lnTo>
                    <a:pt x="52" y="193"/>
                  </a:lnTo>
                  <a:lnTo>
                    <a:pt x="66" y="160"/>
                  </a:lnTo>
                  <a:lnTo>
                    <a:pt x="80" y="132"/>
                  </a:lnTo>
                  <a:lnTo>
                    <a:pt x="98" y="105"/>
                  </a:lnTo>
                  <a:lnTo>
                    <a:pt x="116" y="80"/>
                  </a:lnTo>
                  <a:lnTo>
                    <a:pt x="136" y="60"/>
                  </a:lnTo>
                  <a:lnTo>
                    <a:pt x="155" y="43"/>
                  </a:lnTo>
                  <a:lnTo>
                    <a:pt x="178" y="30"/>
                  </a:lnTo>
                  <a:lnTo>
                    <a:pt x="199" y="19"/>
                  </a:lnTo>
                  <a:lnTo>
                    <a:pt x="221" y="14"/>
                  </a:lnTo>
                  <a:lnTo>
                    <a:pt x="245" y="11"/>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3349" name="Freeform 63"/>
            <p:cNvSpPr>
              <a:spLocks/>
            </p:cNvSpPr>
            <p:nvPr/>
          </p:nvSpPr>
          <p:spPr bwMode="auto">
            <a:xfrm>
              <a:off x="1392" y="2118"/>
              <a:ext cx="49" cy="85"/>
            </a:xfrm>
            <a:custGeom>
              <a:avLst/>
              <a:gdLst>
                <a:gd name="T0" fmla="*/ 2 w 246"/>
                <a:gd name="T1" fmla="*/ 3 h 426"/>
                <a:gd name="T2" fmla="*/ 2 w 246"/>
                <a:gd name="T3" fmla="*/ 3 h 426"/>
                <a:gd name="T4" fmla="*/ 2 w 246"/>
                <a:gd name="T5" fmla="*/ 3 h 426"/>
                <a:gd name="T6" fmla="*/ 2 w 246"/>
                <a:gd name="T7" fmla="*/ 3 h 426"/>
                <a:gd name="T8" fmla="*/ 2 w 246"/>
                <a:gd name="T9" fmla="*/ 2 h 426"/>
                <a:gd name="T10" fmla="*/ 2 w 246"/>
                <a:gd name="T11" fmla="*/ 2 h 426"/>
                <a:gd name="T12" fmla="*/ 2 w 246"/>
                <a:gd name="T13" fmla="*/ 2 h 426"/>
                <a:gd name="T14" fmla="*/ 2 w 246"/>
                <a:gd name="T15" fmla="*/ 2 h 426"/>
                <a:gd name="T16" fmla="*/ 2 w 246"/>
                <a:gd name="T17" fmla="*/ 1 h 426"/>
                <a:gd name="T18" fmla="*/ 1 w 246"/>
                <a:gd name="T19" fmla="*/ 1 h 426"/>
                <a:gd name="T20" fmla="*/ 1 w 246"/>
                <a:gd name="T21" fmla="*/ 1 h 426"/>
                <a:gd name="T22" fmla="*/ 1 w 246"/>
                <a:gd name="T23" fmla="*/ 1 h 426"/>
                <a:gd name="T24" fmla="*/ 1 w 246"/>
                <a:gd name="T25" fmla="*/ 0 h 426"/>
                <a:gd name="T26" fmla="*/ 1 w 246"/>
                <a:gd name="T27" fmla="*/ 0 h 426"/>
                <a:gd name="T28" fmla="*/ 1 w 246"/>
                <a:gd name="T29" fmla="*/ 0 h 426"/>
                <a:gd name="T30" fmla="*/ 0 w 246"/>
                <a:gd name="T31" fmla="*/ 0 h 426"/>
                <a:gd name="T32" fmla="*/ 0 w 246"/>
                <a:gd name="T33" fmla="*/ 0 h 426"/>
                <a:gd name="T34" fmla="*/ 0 w 246"/>
                <a:gd name="T35" fmla="*/ 0 h 426"/>
                <a:gd name="T36" fmla="*/ 0 w 246"/>
                <a:gd name="T37" fmla="*/ 0 h 426"/>
                <a:gd name="T38" fmla="*/ 0 w 246"/>
                <a:gd name="T39" fmla="*/ 0 h 426"/>
                <a:gd name="T40" fmla="*/ 0 w 246"/>
                <a:gd name="T41" fmla="*/ 0 h 426"/>
                <a:gd name="T42" fmla="*/ 1 w 246"/>
                <a:gd name="T43" fmla="*/ 0 h 426"/>
                <a:gd name="T44" fmla="*/ 1 w 246"/>
                <a:gd name="T45" fmla="*/ 0 h 426"/>
                <a:gd name="T46" fmla="*/ 1 w 246"/>
                <a:gd name="T47" fmla="*/ 1 h 426"/>
                <a:gd name="T48" fmla="*/ 1 w 246"/>
                <a:gd name="T49" fmla="*/ 1 h 426"/>
                <a:gd name="T50" fmla="*/ 1 w 246"/>
                <a:gd name="T51" fmla="*/ 1 h 426"/>
                <a:gd name="T52" fmla="*/ 1 w 246"/>
                <a:gd name="T53" fmla="*/ 1 h 426"/>
                <a:gd name="T54" fmla="*/ 1 w 246"/>
                <a:gd name="T55" fmla="*/ 1 h 426"/>
                <a:gd name="T56" fmla="*/ 2 w 246"/>
                <a:gd name="T57" fmla="*/ 2 h 426"/>
                <a:gd name="T58" fmla="*/ 2 w 246"/>
                <a:gd name="T59" fmla="*/ 2 h 426"/>
                <a:gd name="T60" fmla="*/ 2 w 246"/>
                <a:gd name="T61" fmla="*/ 2 h 426"/>
                <a:gd name="T62" fmla="*/ 2 w 246"/>
                <a:gd name="T63" fmla="*/ 2 h 426"/>
                <a:gd name="T64" fmla="*/ 2 w 246"/>
                <a:gd name="T65" fmla="*/ 3 h 426"/>
                <a:gd name="T66" fmla="*/ 2 w 246"/>
                <a:gd name="T67" fmla="*/ 3 h 426"/>
                <a:gd name="T68" fmla="*/ 2 w 246"/>
                <a:gd name="T69" fmla="*/ 3 h 426"/>
                <a:gd name="T70" fmla="*/ 2 w 246"/>
                <a:gd name="T71" fmla="*/ 3 h 426"/>
                <a:gd name="T72" fmla="*/ 2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246" y="426"/>
                  </a:moveTo>
                  <a:lnTo>
                    <a:pt x="246" y="426"/>
                  </a:lnTo>
                  <a:lnTo>
                    <a:pt x="245" y="384"/>
                  </a:lnTo>
                  <a:lnTo>
                    <a:pt x="242" y="340"/>
                  </a:lnTo>
                  <a:lnTo>
                    <a:pt x="236" y="301"/>
                  </a:lnTo>
                  <a:lnTo>
                    <a:pt x="228" y="262"/>
                  </a:lnTo>
                  <a:lnTo>
                    <a:pt x="217" y="224"/>
                  </a:lnTo>
                  <a:lnTo>
                    <a:pt x="205" y="190"/>
                  </a:lnTo>
                  <a:lnTo>
                    <a:pt x="191" y="158"/>
                  </a:lnTo>
                  <a:lnTo>
                    <a:pt x="176" y="126"/>
                  </a:lnTo>
                  <a:lnTo>
                    <a:pt x="157" y="99"/>
                  </a:lnTo>
                  <a:lnTo>
                    <a:pt x="139" y="75"/>
                  </a:lnTo>
                  <a:lnTo>
                    <a:pt x="119" y="53"/>
                  </a:lnTo>
                  <a:lnTo>
                    <a:pt x="96" y="34"/>
                  </a:lnTo>
                  <a:lnTo>
                    <a:pt x="75" y="19"/>
                  </a:lnTo>
                  <a:lnTo>
                    <a:pt x="51" y="9"/>
                  </a:lnTo>
                  <a:lnTo>
                    <a:pt x="26" y="3"/>
                  </a:lnTo>
                  <a:lnTo>
                    <a:pt x="0" y="0"/>
                  </a:lnTo>
                  <a:lnTo>
                    <a:pt x="0" y="12"/>
                  </a:lnTo>
                  <a:lnTo>
                    <a:pt x="24" y="15"/>
                  </a:lnTo>
                  <a:lnTo>
                    <a:pt x="46" y="20"/>
                  </a:lnTo>
                  <a:lnTo>
                    <a:pt x="68" y="31"/>
                  </a:lnTo>
                  <a:lnTo>
                    <a:pt x="89" y="44"/>
                  </a:lnTo>
                  <a:lnTo>
                    <a:pt x="109" y="63"/>
                  </a:lnTo>
                  <a:lnTo>
                    <a:pt x="129" y="83"/>
                  </a:lnTo>
                  <a:lnTo>
                    <a:pt x="148" y="106"/>
                  </a:lnTo>
                  <a:lnTo>
                    <a:pt x="164" y="133"/>
                  </a:lnTo>
                  <a:lnTo>
                    <a:pt x="180" y="162"/>
                  </a:lnTo>
                  <a:lnTo>
                    <a:pt x="194" y="195"/>
                  </a:lnTo>
                  <a:lnTo>
                    <a:pt x="205" y="229"/>
                  </a:lnTo>
                  <a:lnTo>
                    <a:pt x="216" y="264"/>
                  </a:lnTo>
                  <a:lnTo>
                    <a:pt x="224" y="303"/>
                  </a:lnTo>
                  <a:lnTo>
                    <a:pt x="230" y="343"/>
                  </a:lnTo>
                  <a:lnTo>
                    <a:pt x="233" y="384"/>
                  </a:lnTo>
                  <a:lnTo>
                    <a:pt x="235" y="426"/>
                  </a:lnTo>
                  <a:lnTo>
                    <a:pt x="246"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3350" name="Freeform 64"/>
            <p:cNvSpPr>
              <a:spLocks/>
            </p:cNvSpPr>
            <p:nvPr/>
          </p:nvSpPr>
          <p:spPr bwMode="auto">
            <a:xfrm>
              <a:off x="1392" y="2203"/>
              <a:ext cx="49" cy="85"/>
            </a:xfrm>
            <a:custGeom>
              <a:avLst/>
              <a:gdLst>
                <a:gd name="T0" fmla="*/ 0 w 246"/>
                <a:gd name="T1" fmla="*/ 3 h 424"/>
                <a:gd name="T2" fmla="*/ 0 w 246"/>
                <a:gd name="T3" fmla="*/ 3 h 424"/>
                <a:gd name="T4" fmla="*/ 0 w 246"/>
                <a:gd name="T5" fmla="*/ 3 h 424"/>
                <a:gd name="T6" fmla="*/ 0 w 246"/>
                <a:gd name="T7" fmla="*/ 3 h 424"/>
                <a:gd name="T8" fmla="*/ 1 w 246"/>
                <a:gd name="T9" fmla="*/ 3 h 424"/>
                <a:gd name="T10" fmla="*/ 1 w 246"/>
                <a:gd name="T11" fmla="*/ 3 h 424"/>
                <a:gd name="T12" fmla="*/ 1 w 246"/>
                <a:gd name="T13" fmla="*/ 3 h 424"/>
                <a:gd name="T14" fmla="*/ 1 w 246"/>
                <a:gd name="T15" fmla="*/ 3 h 424"/>
                <a:gd name="T16" fmla="*/ 1 w 246"/>
                <a:gd name="T17" fmla="*/ 3 h 424"/>
                <a:gd name="T18" fmla="*/ 1 w 246"/>
                <a:gd name="T19" fmla="*/ 2 h 424"/>
                <a:gd name="T20" fmla="*/ 2 w 246"/>
                <a:gd name="T21" fmla="*/ 2 h 424"/>
                <a:gd name="T22" fmla="*/ 2 w 246"/>
                <a:gd name="T23" fmla="*/ 2 h 424"/>
                <a:gd name="T24" fmla="*/ 2 w 246"/>
                <a:gd name="T25" fmla="*/ 2 h 424"/>
                <a:gd name="T26" fmla="*/ 2 w 246"/>
                <a:gd name="T27" fmla="*/ 1 h 424"/>
                <a:gd name="T28" fmla="*/ 2 w 246"/>
                <a:gd name="T29" fmla="*/ 1 h 424"/>
                <a:gd name="T30" fmla="*/ 2 w 246"/>
                <a:gd name="T31" fmla="*/ 1 h 424"/>
                <a:gd name="T32" fmla="*/ 2 w 246"/>
                <a:gd name="T33" fmla="*/ 0 h 424"/>
                <a:gd name="T34" fmla="*/ 2 w 246"/>
                <a:gd name="T35" fmla="*/ 0 h 424"/>
                <a:gd name="T36" fmla="*/ 2 w 246"/>
                <a:gd name="T37" fmla="*/ 0 h 424"/>
                <a:gd name="T38" fmla="*/ 2 w 246"/>
                <a:gd name="T39" fmla="*/ 0 h 424"/>
                <a:gd name="T40" fmla="*/ 2 w 246"/>
                <a:gd name="T41" fmla="*/ 1 h 424"/>
                <a:gd name="T42" fmla="*/ 2 w 246"/>
                <a:gd name="T43" fmla="*/ 1 h 424"/>
                <a:gd name="T44" fmla="*/ 2 w 246"/>
                <a:gd name="T45" fmla="*/ 1 h 424"/>
                <a:gd name="T46" fmla="*/ 2 w 246"/>
                <a:gd name="T47" fmla="*/ 2 h 424"/>
                <a:gd name="T48" fmla="*/ 2 w 246"/>
                <a:gd name="T49" fmla="*/ 2 h 424"/>
                <a:gd name="T50" fmla="*/ 1 w 246"/>
                <a:gd name="T51" fmla="*/ 2 h 424"/>
                <a:gd name="T52" fmla="*/ 1 w 246"/>
                <a:gd name="T53" fmla="*/ 2 h 424"/>
                <a:gd name="T54" fmla="*/ 1 w 246"/>
                <a:gd name="T55" fmla="*/ 3 h 424"/>
                <a:gd name="T56" fmla="*/ 1 w 246"/>
                <a:gd name="T57" fmla="*/ 3 h 424"/>
                <a:gd name="T58" fmla="*/ 1 w 246"/>
                <a:gd name="T59" fmla="*/ 3 h 424"/>
                <a:gd name="T60" fmla="*/ 1 w 246"/>
                <a:gd name="T61" fmla="*/ 3 h 424"/>
                <a:gd name="T62" fmla="*/ 1 w 246"/>
                <a:gd name="T63" fmla="*/ 3 h 424"/>
                <a:gd name="T64" fmla="*/ 0 w 246"/>
                <a:gd name="T65" fmla="*/ 3 h 424"/>
                <a:gd name="T66" fmla="*/ 0 w 246"/>
                <a:gd name="T67" fmla="*/ 3 h 424"/>
                <a:gd name="T68" fmla="*/ 0 w 246"/>
                <a:gd name="T69" fmla="*/ 3 h 424"/>
                <a:gd name="T70" fmla="*/ 0 w 246"/>
                <a:gd name="T71" fmla="*/ 3 h 424"/>
                <a:gd name="T72" fmla="*/ 0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0" y="424"/>
                  </a:moveTo>
                  <a:lnTo>
                    <a:pt x="0" y="424"/>
                  </a:lnTo>
                  <a:lnTo>
                    <a:pt x="26" y="422"/>
                  </a:lnTo>
                  <a:lnTo>
                    <a:pt x="51" y="416"/>
                  </a:lnTo>
                  <a:lnTo>
                    <a:pt x="75" y="406"/>
                  </a:lnTo>
                  <a:lnTo>
                    <a:pt x="96" y="390"/>
                  </a:lnTo>
                  <a:lnTo>
                    <a:pt x="119" y="373"/>
                  </a:lnTo>
                  <a:lnTo>
                    <a:pt x="139" y="351"/>
                  </a:lnTo>
                  <a:lnTo>
                    <a:pt x="157" y="326"/>
                  </a:lnTo>
                  <a:lnTo>
                    <a:pt x="175" y="299"/>
                  </a:lnTo>
                  <a:lnTo>
                    <a:pt x="191" y="269"/>
                  </a:lnTo>
                  <a:lnTo>
                    <a:pt x="205" y="236"/>
                  </a:lnTo>
                  <a:lnTo>
                    <a:pt x="217" y="202"/>
                  </a:lnTo>
                  <a:lnTo>
                    <a:pt x="228" y="163"/>
                  </a:lnTo>
                  <a:lnTo>
                    <a:pt x="236" y="125"/>
                  </a:lnTo>
                  <a:lnTo>
                    <a:pt x="242" y="86"/>
                  </a:lnTo>
                  <a:lnTo>
                    <a:pt x="245" y="42"/>
                  </a:lnTo>
                  <a:lnTo>
                    <a:pt x="246" y="0"/>
                  </a:lnTo>
                  <a:lnTo>
                    <a:pt x="235" y="0"/>
                  </a:lnTo>
                  <a:lnTo>
                    <a:pt x="233" y="42"/>
                  </a:lnTo>
                  <a:lnTo>
                    <a:pt x="230" y="83"/>
                  </a:lnTo>
                  <a:lnTo>
                    <a:pt x="224" y="123"/>
                  </a:lnTo>
                  <a:lnTo>
                    <a:pt x="216" y="161"/>
                  </a:lnTo>
                  <a:lnTo>
                    <a:pt x="205" y="197"/>
                  </a:lnTo>
                  <a:lnTo>
                    <a:pt x="194" y="231"/>
                  </a:lnTo>
                  <a:lnTo>
                    <a:pt x="180" y="264"/>
                  </a:lnTo>
                  <a:lnTo>
                    <a:pt x="166" y="292"/>
                  </a:lnTo>
                  <a:lnTo>
                    <a:pt x="148" y="319"/>
                  </a:lnTo>
                  <a:lnTo>
                    <a:pt x="129" y="344"/>
                  </a:lnTo>
                  <a:lnTo>
                    <a:pt x="109" y="364"/>
                  </a:lnTo>
                  <a:lnTo>
                    <a:pt x="89" y="381"/>
                  </a:lnTo>
                  <a:lnTo>
                    <a:pt x="68" y="394"/>
                  </a:lnTo>
                  <a:lnTo>
                    <a:pt x="46" y="405"/>
                  </a:lnTo>
                  <a:lnTo>
                    <a:pt x="24" y="410"/>
                  </a:lnTo>
                  <a:lnTo>
                    <a:pt x="0" y="413"/>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3351" name="Freeform 65"/>
            <p:cNvSpPr>
              <a:spLocks/>
            </p:cNvSpPr>
            <p:nvPr/>
          </p:nvSpPr>
          <p:spPr bwMode="auto">
            <a:xfrm>
              <a:off x="1343" y="2203"/>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2" y="42"/>
                  </a:lnTo>
                  <a:lnTo>
                    <a:pt x="5" y="86"/>
                  </a:lnTo>
                  <a:lnTo>
                    <a:pt x="11" y="125"/>
                  </a:lnTo>
                  <a:lnTo>
                    <a:pt x="19" y="163"/>
                  </a:lnTo>
                  <a:lnTo>
                    <a:pt x="30" y="202"/>
                  </a:lnTo>
                  <a:lnTo>
                    <a:pt x="41" y="236"/>
                  </a:lnTo>
                  <a:lnTo>
                    <a:pt x="56" y="269"/>
                  </a:lnTo>
                  <a:lnTo>
                    <a:pt x="72" y="299"/>
                  </a:lnTo>
                  <a:lnTo>
                    <a:pt x="90" y="326"/>
                  </a:lnTo>
                  <a:lnTo>
                    <a:pt x="108" y="351"/>
                  </a:lnTo>
                  <a:lnTo>
                    <a:pt x="127" y="373"/>
                  </a:lnTo>
                  <a:lnTo>
                    <a:pt x="149" y="390"/>
                  </a:lnTo>
                  <a:lnTo>
                    <a:pt x="172" y="406"/>
                  </a:lnTo>
                  <a:lnTo>
                    <a:pt x="195" y="416"/>
                  </a:lnTo>
                  <a:lnTo>
                    <a:pt x="220" y="422"/>
                  </a:lnTo>
                  <a:lnTo>
                    <a:pt x="245" y="424"/>
                  </a:lnTo>
                  <a:lnTo>
                    <a:pt x="245" y="413"/>
                  </a:lnTo>
                  <a:lnTo>
                    <a:pt x="222" y="410"/>
                  </a:lnTo>
                  <a:lnTo>
                    <a:pt x="200" y="405"/>
                  </a:lnTo>
                  <a:lnTo>
                    <a:pt x="179" y="394"/>
                  </a:lnTo>
                  <a:lnTo>
                    <a:pt x="156" y="381"/>
                  </a:lnTo>
                  <a:lnTo>
                    <a:pt x="136" y="364"/>
                  </a:lnTo>
                  <a:lnTo>
                    <a:pt x="118" y="344"/>
                  </a:lnTo>
                  <a:lnTo>
                    <a:pt x="99" y="319"/>
                  </a:lnTo>
                  <a:lnTo>
                    <a:pt x="81" y="292"/>
                  </a:lnTo>
                  <a:lnTo>
                    <a:pt x="67" y="264"/>
                  </a:lnTo>
                  <a:lnTo>
                    <a:pt x="53" y="231"/>
                  </a:lnTo>
                  <a:lnTo>
                    <a:pt x="41" y="197"/>
                  </a:lnTo>
                  <a:lnTo>
                    <a:pt x="31" y="161"/>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3352" name="Freeform 66"/>
            <p:cNvSpPr>
              <a:spLocks/>
            </p:cNvSpPr>
            <p:nvPr/>
          </p:nvSpPr>
          <p:spPr bwMode="auto">
            <a:xfrm>
              <a:off x="1343" y="2118"/>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1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20" y="3"/>
                  </a:lnTo>
                  <a:lnTo>
                    <a:pt x="195" y="9"/>
                  </a:lnTo>
                  <a:lnTo>
                    <a:pt x="172" y="19"/>
                  </a:lnTo>
                  <a:lnTo>
                    <a:pt x="149" y="34"/>
                  </a:lnTo>
                  <a:lnTo>
                    <a:pt x="127" y="53"/>
                  </a:lnTo>
                  <a:lnTo>
                    <a:pt x="108" y="75"/>
                  </a:lnTo>
                  <a:lnTo>
                    <a:pt x="90" y="99"/>
                  </a:lnTo>
                  <a:lnTo>
                    <a:pt x="71" y="126"/>
                  </a:lnTo>
                  <a:lnTo>
                    <a:pt x="56" y="158"/>
                  </a:lnTo>
                  <a:lnTo>
                    <a:pt x="41" y="190"/>
                  </a:lnTo>
                  <a:lnTo>
                    <a:pt x="30" y="224"/>
                  </a:lnTo>
                  <a:lnTo>
                    <a:pt x="19" y="262"/>
                  </a:lnTo>
                  <a:lnTo>
                    <a:pt x="11" y="301"/>
                  </a:lnTo>
                  <a:lnTo>
                    <a:pt x="5" y="340"/>
                  </a:lnTo>
                  <a:lnTo>
                    <a:pt x="2" y="384"/>
                  </a:lnTo>
                  <a:lnTo>
                    <a:pt x="0" y="426"/>
                  </a:lnTo>
                  <a:lnTo>
                    <a:pt x="12" y="426"/>
                  </a:lnTo>
                  <a:lnTo>
                    <a:pt x="13" y="384"/>
                  </a:lnTo>
                  <a:lnTo>
                    <a:pt x="17" y="343"/>
                  </a:lnTo>
                  <a:lnTo>
                    <a:pt x="23" y="303"/>
                  </a:lnTo>
                  <a:lnTo>
                    <a:pt x="31" y="264"/>
                  </a:lnTo>
                  <a:lnTo>
                    <a:pt x="41" y="229"/>
                  </a:lnTo>
                  <a:lnTo>
                    <a:pt x="53" y="195"/>
                  </a:lnTo>
                  <a:lnTo>
                    <a:pt x="67" y="162"/>
                  </a:lnTo>
                  <a:lnTo>
                    <a:pt x="82" y="133"/>
                  </a:lnTo>
                  <a:lnTo>
                    <a:pt x="99" y="106"/>
                  </a:lnTo>
                  <a:lnTo>
                    <a:pt x="118" y="83"/>
                  </a:lnTo>
                  <a:lnTo>
                    <a:pt x="136" y="63"/>
                  </a:lnTo>
                  <a:lnTo>
                    <a:pt x="156" y="44"/>
                  </a:lnTo>
                  <a:lnTo>
                    <a:pt x="179" y="31"/>
                  </a:lnTo>
                  <a:lnTo>
                    <a:pt x="200" y="20"/>
                  </a:lnTo>
                  <a:lnTo>
                    <a:pt x="222" y="15"/>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3353" name="Freeform 67"/>
            <p:cNvSpPr>
              <a:spLocks/>
            </p:cNvSpPr>
            <p:nvPr/>
          </p:nvSpPr>
          <p:spPr bwMode="auto">
            <a:xfrm>
              <a:off x="1384" y="1859"/>
              <a:ext cx="49" cy="84"/>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1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3" y="382"/>
                  </a:lnTo>
                  <a:lnTo>
                    <a:pt x="240" y="339"/>
                  </a:lnTo>
                  <a:lnTo>
                    <a:pt x="234" y="299"/>
                  </a:lnTo>
                  <a:lnTo>
                    <a:pt x="226" y="261"/>
                  </a:lnTo>
                  <a:lnTo>
                    <a:pt x="215" y="222"/>
                  </a:lnTo>
                  <a:lnTo>
                    <a:pt x="204" y="188"/>
                  </a:lnTo>
                  <a:lnTo>
                    <a:pt x="189" y="156"/>
                  </a:lnTo>
                  <a:lnTo>
                    <a:pt x="173" y="125"/>
                  </a:lnTo>
                  <a:lnTo>
                    <a:pt x="155" y="98"/>
                  </a:lnTo>
                  <a:lnTo>
                    <a:pt x="138" y="74"/>
                  </a:lnTo>
                  <a:lnTo>
                    <a:pt x="118" y="51"/>
                  </a:lnTo>
                  <a:lnTo>
                    <a:pt x="96" y="34"/>
                  </a:lnTo>
                  <a:lnTo>
                    <a:pt x="73" y="18"/>
                  </a:lnTo>
                  <a:lnTo>
                    <a:pt x="50" y="8"/>
                  </a:lnTo>
                  <a:lnTo>
                    <a:pt x="25" y="2"/>
                  </a:lnTo>
                  <a:lnTo>
                    <a:pt x="0" y="0"/>
                  </a:lnTo>
                  <a:lnTo>
                    <a:pt x="0" y="11"/>
                  </a:lnTo>
                  <a:lnTo>
                    <a:pt x="23" y="14"/>
                  </a:lnTo>
                  <a:lnTo>
                    <a:pt x="45" y="20"/>
                  </a:lnTo>
                  <a:lnTo>
                    <a:pt x="66" y="30"/>
                  </a:lnTo>
                  <a:lnTo>
                    <a:pt x="89" y="43"/>
                  </a:lnTo>
                  <a:lnTo>
                    <a:pt x="109" y="61"/>
                  </a:lnTo>
                  <a:lnTo>
                    <a:pt x="129" y="81"/>
                  </a:lnTo>
                  <a:lnTo>
                    <a:pt x="146" y="105"/>
                  </a:lnTo>
                  <a:lnTo>
                    <a:pt x="164" y="132"/>
                  </a:lnTo>
                  <a:lnTo>
                    <a:pt x="178" y="160"/>
                  </a:lnTo>
                  <a:lnTo>
                    <a:pt x="192" y="193"/>
                  </a:lnTo>
                  <a:lnTo>
                    <a:pt x="204" y="227"/>
                  </a:lnTo>
                  <a:lnTo>
                    <a:pt x="214" y="264"/>
                  </a:lnTo>
                  <a:lnTo>
                    <a:pt x="222" y="301"/>
                  </a:lnTo>
                  <a:lnTo>
                    <a:pt x="228"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3354" name="Freeform 68"/>
            <p:cNvSpPr>
              <a:spLocks/>
            </p:cNvSpPr>
            <p:nvPr/>
          </p:nvSpPr>
          <p:spPr bwMode="auto">
            <a:xfrm>
              <a:off x="1384" y="1943"/>
              <a:ext cx="49" cy="86"/>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5" y="423"/>
                  </a:lnTo>
                  <a:lnTo>
                    <a:pt x="50" y="418"/>
                  </a:lnTo>
                  <a:lnTo>
                    <a:pt x="73" y="407"/>
                  </a:lnTo>
                  <a:lnTo>
                    <a:pt x="96" y="392"/>
                  </a:lnTo>
                  <a:lnTo>
                    <a:pt x="118" y="374"/>
                  </a:lnTo>
                  <a:lnTo>
                    <a:pt x="138" y="352"/>
                  </a:lnTo>
                  <a:lnTo>
                    <a:pt x="155" y="327"/>
                  </a:lnTo>
                  <a:lnTo>
                    <a:pt x="174" y="300"/>
                  </a:lnTo>
                  <a:lnTo>
                    <a:pt x="189" y="269"/>
                  </a:lnTo>
                  <a:lnTo>
                    <a:pt x="204" y="237"/>
                  </a:lnTo>
                  <a:lnTo>
                    <a:pt x="215" y="202"/>
                  </a:lnTo>
                  <a:lnTo>
                    <a:pt x="226" y="164"/>
                  </a:lnTo>
                  <a:lnTo>
                    <a:pt x="234" y="126"/>
                  </a:lnTo>
                  <a:lnTo>
                    <a:pt x="240" y="86"/>
                  </a:lnTo>
                  <a:lnTo>
                    <a:pt x="243" y="42"/>
                  </a:lnTo>
                  <a:lnTo>
                    <a:pt x="245" y="0"/>
                  </a:lnTo>
                  <a:lnTo>
                    <a:pt x="233" y="0"/>
                  </a:lnTo>
                  <a:lnTo>
                    <a:pt x="232" y="42"/>
                  </a:lnTo>
                  <a:lnTo>
                    <a:pt x="228" y="83"/>
                  </a:lnTo>
                  <a:lnTo>
                    <a:pt x="222" y="123"/>
                  </a:lnTo>
                  <a:lnTo>
                    <a:pt x="214" y="162"/>
                  </a:lnTo>
                  <a:lnTo>
                    <a:pt x="204" y="197"/>
                  </a:lnTo>
                  <a:lnTo>
                    <a:pt x="192" y="232"/>
                  </a:lnTo>
                  <a:lnTo>
                    <a:pt x="178" y="264"/>
                  </a:lnTo>
                  <a:lnTo>
                    <a:pt x="163" y="293"/>
                  </a:lnTo>
                  <a:lnTo>
                    <a:pt x="146" y="320"/>
                  </a:lnTo>
                  <a:lnTo>
                    <a:pt x="129" y="345"/>
                  </a:lnTo>
                  <a:lnTo>
                    <a:pt x="109" y="365"/>
                  </a:lnTo>
                  <a:lnTo>
                    <a:pt x="89" y="382"/>
                  </a:lnTo>
                  <a:lnTo>
                    <a:pt x="66" y="395"/>
                  </a:lnTo>
                  <a:lnTo>
                    <a:pt x="45" y="406"/>
                  </a:lnTo>
                  <a:lnTo>
                    <a:pt x="23"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3355" name="Freeform 69"/>
            <p:cNvSpPr>
              <a:spLocks/>
            </p:cNvSpPr>
            <p:nvPr/>
          </p:nvSpPr>
          <p:spPr bwMode="auto">
            <a:xfrm>
              <a:off x="1335" y="1943"/>
              <a:ext cx="49" cy="86"/>
            </a:xfrm>
            <a:custGeom>
              <a:avLst/>
              <a:gdLst>
                <a:gd name="T0" fmla="*/ 0 w 246"/>
                <a:gd name="T1" fmla="*/ 0 h 426"/>
                <a:gd name="T2" fmla="*/ 0 w 246"/>
                <a:gd name="T3" fmla="*/ 0 h 426"/>
                <a:gd name="T4" fmla="*/ 0 w 246"/>
                <a:gd name="T5" fmla="*/ 0 h 426"/>
                <a:gd name="T6" fmla="*/ 0 w 246"/>
                <a:gd name="T7" fmla="*/ 1 h 426"/>
                <a:gd name="T8" fmla="*/ 0 w 246"/>
                <a:gd name="T9" fmla="*/ 1 h 426"/>
                <a:gd name="T10" fmla="*/ 0 w 246"/>
                <a:gd name="T11" fmla="*/ 1 h 426"/>
                <a:gd name="T12" fmla="*/ 0 w 246"/>
                <a:gd name="T13" fmla="*/ 2 h 426"/>
                <a:gd name="T14" fmla="*/ 0 w 246"/>
                <a:gd name="T15" fmla="*/ 2 h 426"/>
                <a:gd name="T16" fmla="*/ 0 w 246"/>
                <a:gd name="T17" fmla="*/ 2 h 426"/>
                <a:gd name="T18" fmla="*/ 1 w 246"/>
                <a:gd name="T19" fmla="*/ 2 h 426"/>
                <a:gd name="T20" fmla="*/ 1 w 246"/>
                <a:gd name="T21" fmla="*/ 3 h 426"/>
                <a:gd name="T22" fmla="*/ 1 w 246"/>
                <a:gd name="T23" fmla="*/ 3 h 426"/>
                <a:gd name="T24" fmla="*/ 1 w 246"/>
                <a:gd name="T25" fmla="*/ 3 h 426"/>
                <a:gd name="T26" fmla="*/ 1 w 246"/>
                <a:gd name="T27" fmla="*/ 3 h 426"/>
                <a:gd name="T28" fmla="*/ 1 w 246"/>
                <a:gd name="T29" fmla="*/ 3 h 426"/>
                <a:gd name="T30" fmla="*/ 2 w 246"/>
                <a:gd name="T31" fmla="*/ 3 h 426"/>
                <a:gd name="T32" fmla="*/ 2 w 246"/>
                <a:gd name="T33" fmla="*/ 3 h 426"/>
                <a:gd name="T34" fmla="*/ 2 w 246"/>
                <a:gd name="T35" fmla="*/ 3 h 426"/>
                <a:gd name="T36" fmla="*/ 2 w 246"/>
                <a:gd name="T37" fmla="*/ 3 h 426"/>
                <a:gd name="T38" fmla="*/ 2 w 246"/>
                <a:gd name="T39" fmla="*/ 3 h 426"/>
                <a:gd name="T40" fmla="*/ 2 w 246"/>
                <a:gd name="T41" fmla="*/ 3 h 426"/>
                <a:gd name="T42" fmla="*/ 1 w 246"/>
                <a:gd name="T43" fmla="*/ 3 h 426"/>
                <a:gd name="T44" fmla="*/ 1 w 246"/>
                <a:gd name="T45" fmla="*/ 3 h 426"/>
                <a:gd name="T46" fmla="*/ 1 w 246"/>
                <a:gd name="T47" fmla="*/ 3 h 426"/>
                <a:gd name="T48" fmla="*/ 1 w 246"/>
                <a:gd name="T49" fmla="*/ 3 h 426"/>
                <a:gd name="T50" fmla="*/ 1 w 246"/>
                <a:gd name="T51" fmla="*/ 3 h 426"/>
                <a:gd name="T52" fmla="*/ 1 w 246"/>
                <a:gd name="T53" fmla="*/ 2 h 426"/>
                <a:gd name="T54" fmla="*/ 1 w 246"/>
                <a:gd name="T55" fmla="*/ 2 h 426"/>
                <a:gd name="T56" fmla="*/ 0 w 246"/>
                <a:gd name="T57" fmla="*/ 2 h 426"/>
                <a:gd name="T58" fmla="*/ 0 w 246"/>
                <a:gd name="T59" fmla="*/ 2 h 426"/>
                <a:gd name="T60" fmla="*/ 0 w 246"/>
                <a:gd name="T61" fmla="*/ 1 h 426"/>
                <a:gd name="T62" fmla="*/ 0 w 246"/>
                <a:gd name="T63" fmla="*/ 1 h 426"/>
                <a:gd name="T64" fmla="*/ 0 w 246"/>
                <a:gd name="T65" fmla="*/ 1 h 426"/>
                <a:gd name="T66" fmla="*/ 0 w 246"/>
                <a:gd name="T67" fmla="*/ 0 h 426"/>
                <a:gd name="T68" fmla="*/ 0 w 246"/>
                <a:gd name="T69" fmla="*/ 0 h 426"/>
                <a:gd name="T70" fmla="*/ 0 w 246"/>
                <a:gd name="T71" fmla="*/ 0 h 426"/>
                <a:gd name="T72" fmla="*/ 0 w 246"/>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0"/>
                  </a:moveTo>
                  <a:lnTo>
                    <a:pt x="0" y="0"/>
                  </a:lnTo>
                  <a:lnTo>
                    <a:pt x="1" y="42"/>
                  </a:lnTo>
                  <a:lnTo>
                    <a:pt x="4" y="86"/>
                  </a:lnTo>
                  <a:lnTo>
                    <a:pt x="10" y="126"/>
                  </a:lnTo>
                  <a:lnTo>
                    <a:pt x="18" y="164"/>
                  </a:lnTo>
                  <a:lnTo>
                    <a:pt x="29" y="202"/>
                  </a:lnTo>
                  <a:lnTo>
                    <a:pt x="41" y="237"/>
                  </a:lnTo>
                  <a:lnTo>
                    <a:pt x="55" y="269"/>
                  </a:lnTo>
                  <a:lnTo>
                    <a:pt x="71" y="300"/>
                  </a:lnTo>
                  <a:lnTo>
                    <a:pt x="89" y="327"/>
                  </a:lnTo>
                  <a:lnTo>
                    <a:pt x="107" y="352"/>
                  </a:lnTo>
                  <a:lnTo>
                    <a:pt x="127" y="374"/>
                  </a:lnTo>
                  <a:lnTo>
                    <a:pt x="150" y="392"/>
                  </a:lnTo>
                  <a:lnTo>
                    <a:pt x="171" y="407"/>
                  </a:lnTo>
                  <a:lnTo>
                    <a:pt x="195" y="418"/>
                  </a:lnTo>
                  <a:lnTo>
                    <a:pt x="220" y="423"/>
                  </a:lnTo>
                  <a:lnTo>
                    <a:pt x="246" y="426"/>
                  </a:lnTo>
                  <a:lnTo>
                    <a:pt x="246" y="414"/>
                  </a:lnTo>
                  <a:lnTo>
                    <a:pt x="222" y="412"/>
                  </a:lnTo>
                  <a:lnTo>
                    <a:pt x="200" y="406"/>
                  </a:lnTo>
                  <a:lnTo>
                    <a:pt x="178" y="395"/>
                  </a:lnTo>
                  <a:lnTo>
                    <a:pt x="157" y="382"/>
                  </a:lnTo>
                  <a:lnTo>
                    <a:pt x="137" y="365"/>
                  </a:lnTo>
                  <a:lnTo>
                    <a:pt x="117" y="345"/>
                  </a:lnTo>
                  <a:lnTo>
                    <a:pt x="98" y="320"/>
                  </a:lnTo>
                  <a:lnTo>
                    <a:pt x="83" y="293"/>
                  </a:lnTo>
                  <a:lnTo>
                    <a:pt x="66" y="264"/>
                  </a:lnTo>
                  <a:lnTo>
                    <a:pt x="52" y="232"/>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3356" name="Freeform 70"/>
            <p:cNvSpPr>
              <a:spLocks/>
            </p:cNvSpPr>
            <p:nvPr/>
          </p:nvSpPr>
          <p:spPr bwMode="auto">
            <a:xfrm>
              <a:off x="1335" y="1859"/>
              <a:ext cx="49" cy="84"/>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1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0" y="2"/>
                  </a:lnTo>
                  <a:lnTo>
                    <a:pt x="195" y="8"/>
                  </a:lnTo>
                  <a:lnTo>
                    <a:pt x="171" y="18"/>
                  </a:lnTo>
                  <a:lnTo>
                    <a:pt x="150" y="34"/>
                  </a:lnTo>
                  <a:lnTo>
                    <a:pt x="127" y="51"/>
                  </a:lnTo>
                  <a:lnTo>
                    <a:pt x="107" y="74"/>
                  </a:lnTo>
                  <a:lnTo>
                    <a:pt x="89" y="98"/>
                  </a:lnTo>
                  <a:lnTo>
                    <a:pt x="72" y="125"/>
                  </a:lnTo>
                  <a:lnTo>
                    <a:pt x="55" y="156"/>
                  </a:lnTo>
                  <a:lnTo>
                    <a:pt x="41" y="188"/>
                  </a:lnTo>
                  <a:lnTo>
                    <a:pt x="29" y="222"/>
                  </a:lnTo>
                  <a:lnTo>
                    <a:pt x="18" y="261"/>
                  </a:lnTo>
                  <a:lnTo>
                    <a:pt x="10" y="299"/>
                  </a:lnTo>
                  <a:lnTo>
                    <a:pt x="4" y="339"/>
                  </a:lnTo>
                  <a:lnTo>
                    <a:pt x="1" y="382"/>
                  </a:lnTo>
                  <a:lnTo>
                    <a:pt x="0" y="424"/>
                  </a:lnTo>
                  <a:lnTo>
                    <a:pt x="11" y="424"/>
                  </a:lnTo>
                  <a:lnTo>
                    <a:pt x="13" y="382"/>
                  </a:lnTo>
                  <a:lnTo>
                    <a:pt x="16" y="341"/>
                  </a:lnTo>
                  <a:lnTo>
                    <a:pt x="22" y="301"/>
                  </a:lnTo>
                  <a:lnTo>
                    <a:pt x="30" y="264"/>
                  </a:lnTo>
                  <a:lnTo>
                    <a:pt x="41" y="227"/>
                  </a:lnTo>
                  <a:lnTo>
                    <a:pt x="52" y="193"/>
                  </a:lnTo>
                  <a:lnTo>
                    <a:pt x="66" y="160"/>
                  </a:lnTo>
                  <a:lnTo>
                    <a:pt x="82" y="132"/>
                  </a:lnTo>
                  <a:lnTo>
                    <a:pt x="98" y="105"/>
                  </a:lnTo>
                  <a:lnTo>
                    <a:pt x="117" y="81"/>
                  </a:lnTo>
                  <a:lnTo>
                    <a:pt x="137" y="61"/>
                  </a:lnTo>
                  <a:lnTo>
                    <a:pt x="157" y="43"/>
                  </a:lnTo>
                  <a:lnTo>
                    <a:pt x="178" y="30"/>
                  </a:lnTo>
                  <a:lnTo>
                    <a:pt x="200" y="20"/>
                  </a:lnTo>
                  <a:lnTo>
                    <a:pt x="222" y="14"/>
                  </a:lnTo>
                  <a:lnTo>
                    <a:pt x="246" y="11"/>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3357" name="Freeform 71"/>
            <p:cNvSpPr>
              <a:spLocks/>
            </p:cNvSpPr>
            <p:nvPr/>
          </p:nvSpPr>
          <p:spPr bwMode="auto">
            <a:xfrm>
              <a:off x="1552" y="1751"/>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1" y="339"/>
                  </a:lnTo>
                  <a:lnTo>
                    <a:pt x="235" y="299"/>
                  </a:lnTo>
                  <a:lnTo>
                    <a:pt x="226" y="261"/>
                  </a:lnTo>
                  <a:lnTo>
                    <a:pt x="216" y="223"/>
                  </a:lnTo>
                  <a:lnTo>
                    <a:pt x="204" y="189"/>
                  </a:lnTo>
                  <a:lnTo>
                    <a:pt x="190" y="156"/>
                  </a:lnTo>
                  <a:lnTo>
                    <a:pt x="174" y="125"/>
                  </a:lnTo>
                  <a:lnTo>
                    <a:pt x="156" y="98"/>
                  </a:lnTo>
                  <a:lnTo>
                    <a:pt x="137" y="74"/>
                  </a:lnTo>
                  <a:lnTo>
                    <a:pt x="119" y="52"/>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8" y="81"/>
                  </a:lnTo>
                  <a:lnTo>
                    <a:pt x="147" y="105"/>
                  </a:lnTo>
                  <a:lnTo>
                    <a:pt x="164" y="132"/>
                  </a:lnTo>
                  <a:lnTo>
                    <a:pt x="178" y="161"/>
                  </a:lnTo>
                  <a:lnTo>
                    <a:pt x="193" y="193"/>
                  </a:lnTo>
                  <a:lnTo>
                    <a:pt x="204" y="227"/>
                  </a:lnTo>
                  <a:lnTo>
                    <a:pt x="215" y="264"/>
                  </a:lnTo>
                  <a:lnTo>
                    <a:pt x="223" y="301"/>
                  </a:lnTo>
                  <a:lnTo>
                    <a:pt x="229" y="341"/>
                  </a:lnTo>
                  <a:lnTo>
                    <a:pt x="232" y="382"/>
                  </a:lnTo>
                  <a:lnTo>
                    <a:pt x="234"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3358" name="Freeform 72"/>
            <p:cNvSpPr>
              <a:spLocks/>
            </p:cNvSpPr>
            <p:nvPr/>
          </p:nvSpPr>
          <p:spPr bwMode="auto">
            <a:xfrm>
              <a:off x="1552" y="1836"/>
              <a:ext cx="49" cy="85"/>
            </a:xfrm>
            <a:custGeom>
              <a:avLst/>
              <a:gdLst>
                <a:gd name="T0" fmla="*/ 0 w 245"/>
                <a:gd name="T1" fmla="*/ 3 h 425"/>
                <a:gd name="T2" fmla="*/ 0 w 245"/>
                <a:gd name="T3" fmla="*/ 3 h 425"/>
                <a:gd name="T4" fmla="*/ 0 w 245"/>
                <a:gd name="T5" fmla="*/ 3 h 425"/>
                <a:gd name="T6" fmla="*/ 0 w 245"/>
                <a:gd name="T7" fmla="*/ 3 h 425"/>
                <a:gd name="T8" fmla="*/ 1 w 245"/>
                <a:gd name="T9" fmla="*/ 3 h 425"/>
                <a:gd name="T10" fmla="*/ 1 w 245"/>
                <a:gd name="T11" fmla="*/ 3 h 425"/>
                <a:gd name="T12" fmla="*/ 1 w 245"/>
                <a:gd name="T13" fmla="*/ 3 h 425"/>
                <a:gd name="T14" fmla="*/ 1 w 245"/>
                <a:gd name="T15" fmla="*/ 3 h 425"/>
                <a:gd name="T16" fmla="*/ 1 w 245"/>
                <a:gd name="T17" fmla="*/ 3 h 425"/>
                <a:gd name="T18" fmla="*/ 1 w 245"/>
                <a:gd name="T19" fmla="*/ 2 h 425"/>
                <a:gd name="T20" fmla="*/ 2 w 245"/>
                <a:gd name="T21" fmla="*/ 2 h 425"/>
                <a:gd name="T22" fmla="*/ 2 w 245"/>
                <a:gd name="T23" fmla="*/ 2 h 425"/>
                <a:gd name="T24" fmla="*/ 2 w 245"/>
                <a:gd name="T25" fmla="*/ 2 h 425"/>
                <a:gd name="T26" fmla="*/ 2 w 245"/>
                <a:gd name="T27" fmla="*/ 1 h 425"/>
                <a:gd name="T28" fmla="*/ 2 w 245"/>
                <a:gd name="T29" fmla="*/ 1 h 425"/>
                <a:gd name="T30" fmla="*/ 2 w 245"/>
                <a:gd name="T31" fmla="*/ 1 h 425"/>
                <a:gd name="T32" fmla="*/ 2 w 245"/>
                <a:gd name="T33" fmla="*/ 0 h 425"/>
                <a:gd name="T34" fmla="*/ 2 w 245"/>
                <a:gd name="T35" fmla="*/ 0 h 425"/>
                <a:gd name="T36" fmla="*/ 2 w 245"/>
                <a:gd name="T37" fmla="*/ 0 h 425"/>
                <a:gd name="T38" fmla="*/ 2 w 245"/>
                <a:gd name="T39" fmla="*/ 0 h 425"/>
                <a:gd name="T40" fmla="*/ 2 w 245"/>
                <a:gd name="T41" fmla="*/ 1 h 425"/>
                <a:gd name="T42" fmla="*/ 2 w 245"/>
                <a:gd name="T43" fmla="*/ 1 h 425"/>
                <a:gd name="T44" fmla="*/ 2 w 245"/>
                <a:gd name="T45" fmla="*/ 1 h 425"/>
                <a:gd name="T46" fmla="*/ 2 w 245"/>
                <a:gd name="T47" fmla="*/ 2 h 425"/>
                <a:gd name="T48" fmla="*/ 2 w 245"/>
                <a:gd name="T49" fmla="*/ 2 h 425"/>
                <a:gd name="T50" fmla="*/ 1 w 245"/>
                <a:gd name="T51" fmla="*/ 2 h 425"/>
                <a:gd name="T52" fmla="*/ 1 w 245"/>
                <a:gd name="T53" fmla="*/ 2 h 425"/>
                <a:gd name="T54" fmla="*/ 1 w 245"/>
                <a:gd name="T55" fmla="*/ 3 h 425"/>
                <a:gd name="T56" fmla="*/ 1 w 245"/>
                <a:gd name="T57" fmla="*/ 3 h 425"/>
                <a:gd name="T58" fmla="*/ 1 w 245"/>
                <a:gd name="T59" fmla="*/ 3 h 425"/>
                <a:gd name="T60" fmla="*/ 1 w 245"/>
                <a:gd name="T61" fmla="*/ 3 h 425"/>
                <a:gd name="T62" fmla="*/ 1 w 245"/>
                <a:gd name="T63" fmla="*/ 3 h 425"/>
                <a:gd name="T64" fmla="*/ 0 w 245"/>
                <a:gd name="T65" fmla="*/ 3 h 425"/>
                <a:gd name="T66" fmla="*/ 0 w 245"/>
                <a:gd name="T67" fmla="*/ 3 h 425"/>
                <a:gd name="T68" fmla="*/ 0 w 245"/>
                <a:gd name="T69" fmla="*/ 3 h 425"/>
                <a:gd name="T70" fmla="*/ 0 w 245"/>
                <a:gd name="T71" fmla="*/ 3 h 425"/>
                <a:gd name="T72" fmla="*/ 0 w 245"/>
                <a:gd name="T73" fmla="*/ 3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5"/>
                <a:gd name="T113" fmla="*/ 245 w 245"/>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5">
                  <a:moveTo>
                    <a:pt x="0" y="425"/>
                  </a:moveTo>
                  <a:lnTo>
                    <a:pt x="0" y="425"/>
                  </a:lnTo>
                  <a:lnTo>
                    <a:pt x="26" y="422"/>
                  </a:lnTo>
                  <a:lnTo>
                    <a:pt x="51" y="417"/>
                  </a:lnTo>
                  <a:lnTo>
                    <a:pt x="74" y="406"/>
                  </a:lnTo>
                  <a:lnTo>
                    <a:pt x="96" y="391"/>
                  </a:lnTo>
                  <a:lnTo>
                    <a:pt x="119" y="373"/>
                  </a:lnTo>
                  <a:lnTo>
                    <a:pt x="137" y="351"/>
                  </a:lnTo>
                  <a:lnTo>
                    <a:pt x="156" y="326"/>
                  </a:lnTo>
                  <a:lnTo>
                    <a:pt x="174" y="299"/>
                  </a:lnTo>
                  <a:lnTo>
                    <a:pt x="190" y="269"/>
                  </a:lnTo>
                  <a:lnTo>
                    <a:pt x="204" y="236"/>
                  </a:lnTo>
                  <a:lnTo>
                    <a:pt x="216" y="202"/>
                  </a:lnTo>
                  <a:lnTo>
                    <a:pt x="226" y="163"/>
                  </a:lnTo>
                  <a:lnTo>
                    <a:pt x="235" y="126"/>
                  </a:lnTo>
                  <a:lnTo>
                    <a:pt x="241" y="86"/>
                  </a:lnTo>
                  <a:lnTo>
                    <a:pt x="244" y="43"/>
                  </a:lnTo>
                  <a:lnTo>
                    <a:pt x="245" y="0"/>
                  </a:lnTo>
                  <a:lnTo>
                    <a:pt x="234" y="0"/>
                  </a:lnTo>
                  <a:lnTo>
                    <a:pt x="232" y="43"/>
                  </a:lnTo>
                  <a:lnTo>
                    <a:pt x="229" y="84"/>
                  </a:lnTo>
                  <a:lnTo>
                    <a:pt x="223" y="123"/>
                  </a:lnTo>
                  <a:lnTo>
                    <a:pt x="215" y="161"/>
                  </a:lnTo>
                  <a:lnTo>
                    <a:pt x="204" y="197"/>
                  </a:lnTo>
                  <a:lnTo>
                    <a:pt x="193" y="231"/>
                  </a:lnTo>
                  <a:lnTo>
                    <a:pt x="178" y="264"/>
                  </a:lnTo>
                  <a:lnTo>
                    <a:pt x="164" y="292"/>
                  </a:lnTo>
                  <a:lnTo>
                    <a:pt x="147" y="319"/>
                  </a:lnTo>
                  <a:lnTo>
                    <a:pt x="128" y="344"/>
                  </a:lnTo>
                  <a:lnTo>
                    <a:pt x="109" y="364"/>
                  </a:lnTo>
                  <a:lnTo>
                    <a:pt x="89" y="381"/>
                  </a:lnTo>
                  <a:lnTo>
                    <a:pt x="67" y="394"/>
                  </a:lnTo>
                  <a:lnTo>
                    <a:pt x="46" y="405"/>
                  </a:lnTo>
                  <a:lnTo>
                    <a:pt x="24" y="411"/>
                  </a:lnTo>
                  <a:lnTo>
                    <a:pt x="0" y="413"/>
                  </a:lnTo>
                  <a:lnTo>
                    <a:pt x="0" y="425"/>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3359" name="Freeform 73"/>
            <p:cNvSpPr>
              <a:spLocks/>
            </p:cNvSpPr>
            <p:nvPr/>
          </p:nvSpPr>
          <p:spPr bwMode="auto">
            <a:xfrm>
              <a:off x="1502" y="1836"/>
              <a:ext cx="50" cy="85"/>
            </a:xfrm>
            <a:custGeom>
              <a:avLst/>
              <a:gdLst>
                <a:gd name="T0" fmla="*/ 0 w 246"/>
                <a:gd name="T1" fmla="*/ 0 h 425"/>
                <a:gd name="T2" fmla="*/ 0 w 246"/>
                <a:gd name="T3" fmla="*/ 0 h 425"/>
                <a:gd name="T4" fmla="*/ 0 w 246"/>
                <a:gd name="T5" fmla="*/ 0 h 425"/>
                <a:gd name="T6" fmla="*/ 0 w 246"/>
                <a:gd name="T7" fmla="*/ 1 h 425"/>
                <a:gd name="T8" fmla="*/ 0 w 246"/>
                <a:gd name="T9" fmla="*/ 1 h 425"/>
                <a:gd name="T10" fmla="*/ 0 w 246"/>
                <a:gd name="T11" fmla="*/ 1 h 425"/>
                <a:gd name="T12" fmla="*/ 0 w 246"/>
                <a:gd name="T13" fmla="*/ 2 h 425"/>
                <a:gd name="T14" fmla="*/ 0 w 246"/>
                <a:gd name="T15" fmla="*/ 2 h 425"/>
                <a:gd name="T16" fmla="*/ 0 w 246"/>
                <a:gd name="T17" fmla="*/ 2 h 425"/>
                <a:gd name="T18" fmla="*/ 1 w 246"/>
                <a:gd name="T19" fmla="*/ 2 h 425"/>
                <a:gd name="T20" fmla="*/ 1 w 246"/>
                <a:gd name="T21" fmla="*/ 3 h 425"/>
                <a:gd name="T22" fmla="*/ 1 w 246"/>
                <a:gd name="T23" fmla="*/ 3 h 425"/>
                <a:gd name="T24" fmla="*/ 1 w 246"/>
                <a:gd name="T25" fmla="*/ 3 h 425"/>
                <a:gd name="T26" fmla="*/ 1 w 246"/>
                <a:gd name="T27" fmla="*/ 3 h 425"/>
                <a:gd name="T28" fmla="*/ 1 w 246"/>
                <a:gd name="T29" fmla="*/ 3 h 425"/>
                <a:gd name="T30" fmla="*/ 2 w 246"/>
                <a:gd name="T31" fmla="*/ 3 h 425"/>
                <a:gd name="T32" fmla="*/ 2 w 246"/>
                <a:gd name="T33" fmla="*/ 3 h 425"/>
                <a:gd name="T34" fmla="*/ 2 w 246"/>
                <a:gd name="T35" fmla="*/ 3 h 425"/>
                <a:gd name="T36" fmla="*/ 2 w 246"/>
                <a:gd name="T37" fmla="*/ 3 h 425"/>
                <a:gd name="T38" fmla="*/ 2 w 246"/>
                <a:gd name="T39" fmla="*/ 3 h 425"/>
                <a:gd name="T40" fmla="*/ 2 w 246"/>
                <a:gd name="T41" fmla="*/ 3 h 425"/>
                <a:gd name="T42" fmla="*/ 1 w 246"/>
                <a:gd name="T43" fmla="*/ 3 h 425"/>
                <a:gd name="T44" fmla="*/ 1 w 246"/>
                <a:gd name="T45" fmla="*/ 3 h 425"/>
                <a:gd name="T46" fmla="*/ 1 w 246"/>
                <a:gd name="T47" fmla="*/ 3 h 425"/>
                <a:gd name="T48" fmla="*/ 1 w 246"/>
                <a:gd name="T49" fmla="*/ 3 h 425"/>
                <a:gd name="T50" fmla="*/ 1 w 246"/>
                <a:gd name="T51" fmla="*/ 3 h 425"/>
                <a:gd name="T52" fmla="*/ 1 w 246"/>
                <a:gd name="T53" fmla="*/ 2 h 425"/>
                <a:gd name="T54" fmla="*/ 1 w 246"/>
                <a:gd name="T55" fmla="*/ 2 h 425"/>
                <a:gd name="T56" fmla="*/ 0 w 246"/>
                <a:gd name="T57" fmla="*/ 2 h 425"/>
                <a:gd name="T58" fmla="*/ 0 w 246"/>
                <a:gd name="T59" fmla="*/ 2 h 425"/>
                <a:gd name="T60" fmla="*/ 0 w 246"/>
                <a:gd name="T61" fmla="*/ 1 h 425"/>
                <a:gd name="T62" fmla="*/ 0 w 246"/>
                <a:gd name="T63" fmla="*/ 1 h 425"/>
                <a:gd name="T64" fmla="*/ 0 w 246"/>
                <a:gd name="T65" fmla="*/ 1 h 425"/>
                <a:gd name="T66" fmla="*/ 0 w 246"/>
                <a:gd name="T67" fmla="*/ 0 h 425"/>
                <a:gd name="T68" fmla="*/ 0 w 246"/>
                <a:gd name="T69" fmla="*/ 0 h 425"/>
                <a:gd name="T70" fmla="*/ 0 w 246"/>
                <a:gd name="T71" fmla="*/ 0 h 425"/>
                <a:gd name="T72" fmla="*/ 0 w 246"/>
                <a:gd name="T73" fmla="*/ 0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5"/>
                <a:gd name="T113" fmla="*/ 246 w 246"/>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5">
                  <a:moveTo>
                    <a:pt x="0" y="0"/>
                  </a:moveTo>
                  <a:lnTo>
                    <a:pt x="0" y="0"/>
                  </a:lnTo>
                  <a:lnTo>
                    <a:pt x="2" y="43"/>
                  </a:lnTo>
                  <a:lnTo>
                    <a:pt x="5" y="86"/>
                  </a:lnTo>
                  <a:lnTo>
                    <a:pt x="11" y="126"/>
                  </a:lnTo>
                  <a:lnTo>
                    <a:pt x="19" y="163"/>
                  </a:lnTo>
                  <a:lnTo>
                    <a:pt x="30" y="202"/>
                  </a:lnTo>
                  <a:lnTo>
                    <a:pt x="41" y="236"/>
                  </a:lnTo>
                  <a:lnTo>
                    <a:pt x="55" y="269"/>
                  </a:lnTo>
                  <a:lnTo>
                    <a:pt x="73" y="299"/>
                  </a:lnTo>
                  <a:lnTo>
                    <a:pt x="89" y="326"/>
                  </a:lnTo>
                  <a:lnTo>
                    <a:pt x="108" y="351"/>
                  </a:lnTo>
                  <a:lnTo>
                    <a:pt x="128" y="373"/>
                  </a:lnTo>
                  <a:lnTo>
                    <a:pt x="150" y="391"/>
                  </a:lnTo>
                  <a:lnTo>
                    <a:pt x="171" y="406"/>
                  </a:lnTo>
                  <a:lnTo>
                    <a:pt x="196" y="417"/>
                  </a:lnTo>
                  <a:lnTo>
                    <a:pt x="221" y="422"/>
                  </a:lnTo>
                  <a:lnTo>
                    <a:pt x="246" y="425"/>
                  </a:lnTo>
                  <a:lnTo>
                    <a:pt x="246" y="413"/>
                  </a:lnTo>
                  <a:lnTo>
                    <a:pt x="223" y="411"/>
                  </a:lnTo>
                  <a:lnTo>
                    <a:pt x="201" y="405"/>
                  </a:lnTo>
                  <a:lnTo>
                    <a:pt x="178" y="394"/>
                  </a:lnTo>
                  <a:lnTo>
                    <a:pt x="157" y="381"/>
                  </a:lnTo>
                  <a:lnTo>
                    <a:pt x="137" y="364"/>
                  </a:lnTo>
                  <a:lnTo>
                    <a:pt x="117" y="344"/>
                  </a:lnTo>
                  <a:lnTo>
                    <a:pt x="99" y="319"/>
                  </a:lnTo>
                  <a:lnTo>
                    <a:pt x="82" y="292"/>
                  </a:lnTo>
                  <a:lnTo>
                    <a:pt x="67" y="264"/>
                  </a:lnTo>
                  <a:lnTo>
                    <a:pt x="53" y="231"/>
                  </a:lnTo>
                  <a:lnTo>
                    <a:pt x="41" y="197"/>
                  </a:lnTo>
                  <a:lnTo>
                    <a:pt x="31" y="161"/>
                  </a:lnTo>
                  <a:lnTo>
                    <a:pt x="23" y="123"/>
                  </a:lnTo>
                  <a:lnTo>
                    <a:pt x="17" y="84"/>
                  </a:lnTo>
                  <a:lnTo>
                    <a:pt x="13" y="4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3360" name="Freeform 74"/>
            <p:cNvSpPr>
              <a:spLocks/>
            </p:cNvSpPr>
            <p:nvPr/>
          </p:nvSpPr>
          <p:spPr bwMode="auto">
            <a:xfrm>
              <a:off x="1502" y="1751"/>
              <a:ext cx="50" cy="85"/>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2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1" y="2"/>
                  </a:lnTo>
                  <a:lnTo>
                    <a:pt x="196" y="8"/>
                  </a:lnTo>
                  <a:lnTo>
                    <a:pt x="171" y="19"/>
                  </a:lnTo>
                  <a:lnTo>
                    <a:pt x="150" y="34"/>
                  </a:lnTo>
                  <a:lnTo>
                    <a:pt x="128" y="52"/>
                  </a:lnTo>
                  <a:lnTo>
                    <a:pt x="108" y="74"/>
                  </a:lnTo>
                  <a:lnTo>
                    <a:pt x="89" y="98"/>
                  </a:lnTo>
                  <a:lnTo>
                    <a:pt x="73" y="125"/>
                  </a:lnTo>
                  <a:lnTo>
                    <a:pt x="55" y="156"/>
                  </a:lnTo>
                  <a:lnTo>
                    <a:pt x="41" y="189"/>
                  </a:lnTo>
                  <a:lnTo>
                    <a:pt x="30" y="223"/>
                  </a:lnTo>
                  <a:lnTo>
                    <a:pt x="19" y="261"/>
                  </a:lnTo>
                  <a:lnTo>
                    <a:pt x="11" y="299"/>
                  </a:lnTo>
                  <a:lnTo>
                    <a:pt x="5" y="339"/>
                  </a:lnTo>
                  <a:lnTo>
                    <a:pt x="2" y="382"/>
                  </a:lnTo>
                  <a:lnTo>
                    <a:pt x="0" y="424"/>
                  </a:lnTo>
                  <a:lnTo>
                    <a:pt x="12" y="424"/>
                  </a:lnTo>
                  <a:lnTo>
                    <a:pt x="13" y="382"/>
                  </a:lnTo>
                  <a:lnTo>
                    <a:pt x="17" y="341"/>
                  </a:lnTo>
                  <a:lnTo>
                    <a:pt x="23" y="301"/>
                  </a:lnTo>
                  <a:lnTo>
                    <a:pt x="31" y="264"/>
                  </a:lnTo>
                  <a:lnTo>
                    <a:pt x="41" y="227"/>
                  </a:lnTo>
                  <a:lnTo>
                    <a:pt x="53" y="193"/>
                  </a:lnTo>
                  <a:lnTo>
                    <a:pt x="67" y="161"/>
                  </a:lnTo>
                  <a:lnTo>
                    <a:pt x="82" y="132"/>
                  </a:lnTo>
                  <a:lnTo>
                    <a:pt x="99" y="105"/>
                  </a:lnTo>
                  <a:lnTo>
                    <a:pt x="117" y="81"/>
                  </a:lnTo>
                  <a:lnTo>
                    <a:pt x="137" y="61"/>
                  </a:lnTo>
                  <a:lnTo>
                    <a:pt x="157" y="43"/>
                  </a:lnTo>
                  <a:lnTo>
                    <a:pt x="178" y="30"/>
                  </a:lnTo>
                  <a:lnTo>
                    <a:pt x="201" y="20"/>
                  </a:lnTo>
                  <a:lnTo>
                    <a:pt x="223" y="14"/>
                  </a:lnTo>
                  <a:lnTo>
                    <a:pt x="246" y="12"/>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3361" name="Freeform 75"/>
            <p:cNvSpPr>
              <a:spLocks/>
            </p:cNvSpPr>
            <p:nvPr/>
          </p:nvSpPr>
          <p:spPr bwMode="auto">
            <a:xfrm>
              <a:off x="1565" y="2016"/>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0" y="339"/>
                  </a:lnTo>
                  <a:lnTo>
                    <a:pt x="234" y="299"/>
                  </a:lnTo>
                  <a:lnTo>
                    <a:pt x="226" y="261"/>
                  </a:lnTo>
                  <a:lnTo>
                    <a:pt x="216" y="223"/>
                  </a:lnTo>
                  <a:lnTo>
                    <a:pt x="204" y="189"/>
                  </a:lnTo>
                  <a:lnTo>
                    <a:pt x="190" y="156"/>
                  </a:lnTo>
                  <a:lnTo>
                    <a:pt x="174" y="125"/>
                  </a:lnTo>
                  <a:lnTo>
                    <a:pt x="156" y="98"/>
                  </a:lnTo>
                  <a:lnTo>
                    <a:pt x="138" y="74"/>
                  </a:lnTo>
                  <a:lnTo>
                    <a:pt x="118" y="51"/>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9" y="81"/>
                  </a:lnTo>
                  <a:lnTo>
                    <a:pt x="147" y="105"/>
                  </a:lnTo>
                  <a:lnTo>
                    <a:pt x="164" y="132"/>
                  </a:lnTo>
                  <a:lnTo>
                    <a:pt x="178" y="160"/>
                  </a:lnTo>
                  <a:lnTo>
                    <a:pt x="192" y="193"/>
                  </a:lnTo>
                  <a:lnTo>
                    <a:pt x="204" y="227"/>
                  </a:lnTo>
                  <a:lnTo>
                    <a:pt x="215" y="264"/>
                  </a:lnTo>
                  <a:lnTo>
                    <a:pt x="223" y="301"/>
                  </a:lnTo>
                  <a:lnTo>
                    <a:pt x="229"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3362" name="Freeform 76"/>
            <p:cNvSpPr>
              <a:spLocks/>
            </p:cNvSpPr>
            <p:nvPr/>
          </p:nvSpPr>
          <p:spPr bwMode="auto">
            <a:xfrm>
              <a:off x="1565" y="2101"/>
              <a:ext cx="49" cy="85"/>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6" y="423"/>
                  </a:lnTo>
                  <a:lnTo>
                    <a:pt x="51" y="418"/>
                  </a:lnTo>
                  <a:lnTo>
                    <a:pt x="74" y="407"/>
                  </a:lnTo>
                  <a:lnTo>
                    <a:pt x="96" y="392"/>
                  </a:lnTo>
                  <a:lnTo>
                    <a:pt x="118" y="373"/>
                  </a:lnTo>
                  <a:lnTo>
                    <a:pt x="138" y="351"/>
                  </a:lnTo>
                  <a:lnTo>
                    <a:pt x="156" y="327"/>
                  </a:lnTo>
                  <a:lnTo>
                    <a:pt x="175" y="299"/>
                  </a:lnTo>
                  <a:lnTo>
                    <a:pt x="190" y="269"/>
                  </a:lnTo>
                  <a:lnTo>
                    <a:pt x="204" y="236"/>
                  </a:lnTo>
                  <a:lnTo>
                    <a:pt x="216" y="202"/>
                  </a:lnTo>
                  <a:lnTo>
                    <a:pt x="226" y="164"/>
                  </a:lnTo>
                  <a:lnTo>
                    <a:pt x="234" y="126"/>
                  </a:lnTo>
                  <a:lnTo>
                    <a:pt x="240" y="86"/>
                  </a:lnTo>
                  <a:lnTo>
                    <a:pt x="244" y="42"/>
                  </a:lnTo>
                  <a:lnTo>
                    <a:pt x="245" y="0"/>
                  </a:lnTo>
                  <a:lnTo>
                    <a:pt x="233" y="0"/>
                  </a:lnTo>
                  <a:lnTo>
                    <a:pt x="232" y="42"/>
                  </a:lnTo>
                  <a:lnTo>
                    <a:pt x="229" y="83"/>
                  </a:lnTo>
                  <a:lnTo>
                    <a:pt x="223" y="123"/>
                  </a:lnTo>
                  <a:lnTo>
                    <a:pt x="215" y="162"/>
                  </a:lnTo>
                  <a:lnTo>
                    <a:pt x="204" y="197"/>
                  </a:lnTo>
                  <a:lnTo>
                    <a:pt x="192" y="231"/>
                  </a:lnTo>
                  <a:lnTo>
                    <a:pt x="178" y="264"/>
                  </a:lnTo>
                  <a:lnTo>
                    <a:pt x="163" y="292"/>
                  </a:lnTo>
                  <a:lnTo>
                    <a:pt x="147" y="320"/>
                  </a:lnTo>
                  <a:lnTo>
                    <a:pt x="129" y="344"/>
                  </a:lnTo>
                  <a:lnTo>
                    <a:pt x="109" y="364"/>
                  </a:lnTo>
                  <a:lnTo>
                    <a:pt x="89" y="382"/>
                  </a:lnTo>
                  <a:lnTo>
                    <a:pt x="67" y="395"/>
                  </a:lnTo>
                  <a:lnTo>
                    <a:pt x="46" y="406"/>
                  </a:lnTo>
                  <a:lnTo>
                    <a:pt x="24"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3363" name="Freeform 77"/>
            <p:cNvSpPr>
              <a:spLocks/>
            </p:cNvSpPr>
            <p:nvPr/>
          </p:nvSpPr>
          <p:spPr bwMode="auto">
            <a:xfrm>
              <a:off x="1516" y="2101"/>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5" y="86"/>
                  </a:lnTo>
                  <a:lnTo>
                    <a:pt x="11" y="126"/>
                  </a:lnTo>
                  <a:lnTo>
                    <a:pt x="19" y="164"/>
                  </a:lnTo>
                  <a:lnTo>
                    <a:pt x="30" y="202"/>
                  </a:lnTo>
                  <a:lnTo>
                    <a:pt x="41" y="236"/>
                  </a:lnTo>
                  <a:lnTo>
                    <a:pt x="55" y="269"/>
                  </a:lnTo>
                  <a:lnTo>
                    <a:pt x="71" y="299"/>
                  </a:lnTo>
                  <a:lnTo>
                    <a:pt x="89" y="327"/>
                  </a:lnTo>
                  <a:lnTo>
                    <a:pt x="107" y="351"/>
                  </a:lnTo>
                  <a:lnTo>
                    <a:pt x="127" y="373"/>
                  </a:lnTo>
                  <a:lnTo>
                    <a:pt x="149" y="392"/>
                  </a:lnTo>
                  <a:lnTo>
                    <a:pt x="171" y="407"/>
                  </a:lnTo>
                  <a:lnTo>
                    <a:pt x="195" y="418"/>
                  </a:lnTo>
                  <a:lnTo>
                    <a:pt x="219" y="423"/>
                  </a:lnTo>
                  <a:lnTo>
                    <a:pt x="245" y="426"/>
                  </a:lnTo>
                  <a:lnTo>
                    <a:pt x="245" y="414"/>
                  </a:lnTo>
                  <a:lnTo>
                    <a:pt x="222" y="412"/>
                  </a:lnTo>
                  <a:lnTo>
                    <a:pt x="199" y="406"/>
                  </a:lnTo>
                  <a:lnTo>
                    <a:pt x="178" y="395"/>
                  </a:lnTo>
                  <a:lnTo>
                    <a:pt x="156" y="382"/>
                  </a:lnTo>
                  <a:lnTo>
                    <a:pt x="136" y="364"/>
                  </a:lnTo>
                  <a:lnTo>
                    <a:pt x="116" y="344"/>
                  </a:lnTo>
                  <a:lnTo>
                    <a:pt x="99" y="320"/>
                  </a:lnTo>
                  <a:lnTo>
                    <a:pt x="82" y="292"/>
                  </a:lnTo>
                  <a:lnTo>
                    <a:pt x="67" y="264"/>
                  </a:lnTo>
                  <a:lnTo>
                    <a:pt x="53" y="231"/>
                  </a:lnTo>
                  <a:lnTo>
                    <a:pt x="41" y="197"/>
                  </a:lnTo>
                  <a:lnTo>
                    <a:pt x="31" y="162"/>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3364" name="Freeform 78"/>
            <p:cNvSpPr>
              <a:spLocks/>
            </p:cNvSpPr>
            <p:nvPr/>
          </p:nvSpPr>
          <p:spPr bwMode="auto">
            <a:xfrm>
              <a:off x="1516" y="2016"/>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5" y="8"/>
                  </a:lnTo>
                  <a:lnTo>
                    <a:pt x="171" y="19"/>
                  </a:lnTo>
                  <a:lnTo>
                    <a:pt x="149" y="34"/>
                  </a:lnTo>
                  <a:lnTo>
                    <a:pt x="127" y="51"/>
                  </a:lnTo>
                  <a:lnTo>
                    <a:pt x="107" y="74"/>
                  </a:lnTo>
                  <a:lnTo>
                    <a:pt x="89" y="98"/>
                  </a:lnTo>
                  <a:lnTo>
                    <a:pt x="72" y="125"/>
                  </a:lnTo>
                  <a:lnTo>
                    <a:pt x="55" y="156"/>
                  </a:lnTo>
                  <a:lnTo>
                    <a:pt x="41" y="189"/>
                  </a:lnTo>
                  <a:lnTo>
                    <a:pt x="30" y="223"/>
                  </a:lnTo>
                  <a:lnTo>
                    <a:pt x="19" y="261"/>
                  </a:lnTo>
                  <a:lnTo>
                    <a:pt x="11" y="299"/>
                  </a:lnTo>
                  <a:lnTo>
                    <a:pt x="5" y="339"/>
                  </a:lnTo>
                  <a:lnTo>
                    <a:pt x="1" y="382"/>
                  </a:lnTo>
                  <a:lnTo>
                    <a:pt x="0" y="424"/>
                  </a:lnTo>
                  <a:lnTo>
                    <a:pt x="12" y="424"/>
                  </a:lnTo>
                  <a:lnTo>
                    <a:pt x="13" y="382"/>
                  </a:lnTo>
                  <a:lnTo>
                    <a:pt x="17" y="341"/>
                  </a:lnTo>
                  <a:lnTo>
                    <a:pt x="23" y="301"/>
                  </a:lnTo>
                  <a:lnTo>
                    <a:pt x="31" y="264"/>
                  </a:lnTo>
                  <a:lnTo>
                    <a:pt x="41" y="227"/>
                  </a:lnTo>
                  <a:lnTo>
                    <a:pt x="53" y="193"/>
                  </a:lnTo>
                  <a:lnTo>
                    <a:pt x="67" y="160"/>
                  </a:lnTo>
                  <a:lnTo>
                    <a:pt x="81" y="132"/>
                  </a:lnTo>
                  <a:lnTo>
                    <a:pt x="99" y="105"/>
                  </a:lnTo>
                  <a:lnTo>
                    <a:pt x="116" y="81"/>
                  </a:lnTo>
                  <a:lnTo>
                    <a:pt x="136" y="61"/>
                  </a:lnTo>
                  <a:lnTo>
                    <a:pt x="156" y="43"/>
                  </a:lnTo>
                  <a:lnTo>
                    <a:pt x="178" y="30"/>
                  </a:lnTo>
                  <a:lnTo>
                    <a:pt x="199" y="20"/>
                  </a:lnTo>
                  <a:lnTo>
                    <a:pt x="222"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grpSp>
        <p:nvGrpSpPr>
          <p:cNvPr id="183306" name="Group 79"/>
          <p:cNvGrpSpPr>
            <a:grpSpLocks/>
          </p:cNvGrpSpPr>
          <p:nvPr/>
        </p:nvGrpSpPr>
        <p:grpSpPr bwMode="auto">
          <a:xfrm rot="-223274">
            <a:off x="1995488" y="2768600"/>
            <a:ext cx="744537" cy="733425"/>
            <a:chOff x="2757" y="1666"/>
            <a:chExt cx="812" cy="800"/>
          </a:xfrm>
        </p:grpSpPr>
        <p:sp>
          <p:nvSpPr>
            <p:cNvPr id="183308" name="Freeform 80"/>
            <p:cNvSpPr>
              <a:spLocks/>
            </p:cNvSpPr>
            <p:nvPr/>
          </p:nvSpPr>
          <p:spPr bwMode="auto">
            <a:xfrm>
              <a:off x="2762" y="1667"/>
              <a:ext cx="807" cy="584"/>
            </a:xfrm>
            <a:custGeom>
              <a:avLst/>
              <a:gdLst>
                <a:gd name="T0" fmla="*/ 497 w 807"/>
                <a:gd name="T1" fmla="*/ 583 h 584"/>
                <a:gd name="T2" fmla="*/ 0 w 807"/>
                <a:gd name="T3" fmla="*/ 452 h 584"/>
                <a:gd name="T4" fmla="*/ 337 w 807"/>
                <a:gd name="T5" fmla="*/ 0 h 584"/>
                <a:gd name="T6" fmla="*/ 806 w 807"/>
                <a:gd name="T7" fmla="*/ 98 h 584"/>
                <a:gd name="T8" fmla="*/ 497 w 807"/>
                <a:gd name="T9" fmla="*/ 583 h 584"/>
                <a:gd name="T10" fmla="*/ 0 60000 65536"/>
                <a:gd name="T11" fmla="*/ 0 60000 65536"/>
                <a:gd name="T12" fmla="*/ 0 60000 65536"/>
                <a:gd name="T13" fmla="*/ 0 60000 65536"/>
                <a:gd name="T14" fmla="*/ 0 60000 65536"/>
                <a:gd name="T15" fmla="*/ 0 w 807"/>
                <a:gd name="T16" fmla="*/ 0 h 584"/>
                <a:gd name="T17" fmla="*/ 807 w 807"/>
                <a:gd name="T18" fmla="*/ 584 h 584"/>
              </a:gdLst>
              <a:ahLst/>
              <a:cxnLst>
                <a:cxn ang="T10">
                  <a:pos x="T0" y="T1"/>
                </a:cxn>
                <a:cxn ang="T11">
                  <a:pos x="T2" y="T3"/>
                </a:cxn>
                <a:cxn ang="T12">
                  <a:pos x="T4" y="T5"/>
                </a:cxn>
                <a:cxn ang="T13">
                  <a:pos x="T6" y="T7"/>
                </a:cxn>
                <a:cxn ang="T14">
                  <a:pos x="T8" y="T9"/>
                </a:cxn>
              </a:cxnLst>
              <a:rect l="T15" t="T16" r="T17" b="T18"/>
              <a:pathLst>
                <a:path w="807" h="584">
                  <a:moveTo>
                    <a:pt x="497" y="583"/>
                  </a:moveTo>
                  <a:lnTo>
                    <a:pt x="0" y="452"/>
                  </a:lnTo>
                  <a:lnTo>
                    <a:pt x="337" y="0"/>
                  </a:lnTo>
                  <a:lnTo>
                    <a:pt x="806" y="98"/>
                  </a:lnTo>
                  <a:lnTo>
                    <a:pt x="497" y="583"/>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183309" name="Freeform 81"/>
            <p:cNvSpPr>
              <a:spLocks/>
            </p:cNvSpPr>
            <p:nvPr/>
          </p:nvSpPr>
          <p:spPr bwMode="auto">
            <a:xfrm>
              <a:off x="2882" y="1861"/>
              <a:ext cx="578" cy="384"/>
            </a:xfrm>
            <a:custGeom>
              <a:avLst/>
              <a:gdLst>
                <a:gd name="T0" fmla="*/ 377 w 578"/>
                <a:gd name="T1" fmla="*/ 383 h 384"/>
                <a:gd name="T2" fmla="*/ 0 w 578"/>
                <a:gd name="T3" fmla="*/ 291 h 384"/>
                <a:gd name="T4" fmla="*/ 217 w 578"/>
                <a:gd name="T5" fmla="*/ 0 h 384"/>
                <a:gd name="T6" fmla="*/ 577 w 578"/>
                <a:gd name="T7" fmla="*/ 74 h 384"/>
                <a:gd name="T8" fmla="*/ 377 w 578"/>
                <a:gd name="T9" fmla="*/ 383 h 384"/>
                <a:gd name="T10" fmla="*/ 0 60000 65536"/>
                <a:gd name="T11" fmla="*/ 0 60000 65536"/>
                <a:gd name="T12" fmla="*/ 0 60000 65536"/>
                <a:gd name="T13" fmla="*/ 0 60000 65536"/>
                <a:gd name="T14" fmla="*/ 0 60000 65536"/>
                <a:gd name="T15" fmla="*/ 0 w 578"/>
                <a:gd name="T16" fmla="*/ 0 h 384"/>
                <a:gd name="T17" fmla="*/ 578 w 578"/>
                <a:gd name="T18" fmla="*/ 384 h 384"/>
              </a:gdLst>
              <a:ahLst/>
              <a:cxnLst>
                <a:cxn ang="T10">
                  <a:pos x="T0" y="T1"/>
                </a:cxn>
                <a:cxn ang="T11">
                  <a:pos x="T2" y="T3"/>
                </a:cxn>
                <a:cxn ang="T12">
                  <a:pos x="T4" y="T5"/>
                </a:cxn>
                <a:cxn ang="T13">
                  <a:pos x="T6" y="T7"/>
                </a:cxn>
                <a:cxn ang="T14">
                  <a:pos x="T8" y="T9"/>
                </a:cxn>
              </a:cxnLst>
              <a:rect l="T15" t="T16" r="T17" b="T18"/>
              <a:pathLst>
                <a:path w="578" h="384">
                  <a:moveTo>
                    <a:pt x="377" y="383"/>
                  </a:moveTo>
                  <a:lnTo>
                    <a:pt x="0" y="291"/>
                  </a:lnTo>
                  <a:lnTo>
                    <a:pt x="217" y="0"/>
                  </a:lnTo>
                  <a:lnTo>
                    <a:pt x="577" y="74"/>
                  </a:lnTo>
                  <a:lnTo>
                    <a:pt x="377" y="383"/>
                  </a:lnTo>
                </a:path>
              </a:pathLst>
            </a:custGeom>
            <a:solidFill>
              <a:srgbClr val="E22B00"/>
            </a:solidFill>
            <a:ln>
              <a:noFill/>
            </a:ln>
            <a:extLst>
              <a:ext uri="{91240B29-F687-4F45-9708-019B960494DF}">
                <a14:hiddenLine xmlns:a14="http://schemas.microsoft.com/office/drawing/2010/main" w="12700" cap="rnd" cmpd="sng">
                  <a:solidFill>
                    <a:srgbClr val="000000"/>
                  </a:solidFill>
                  <a:prstDash val="solid"/>
                  <a:round/>
                  <a:headEnd type="none" w="med" len="med"/>
                  <a:tailEnd type="none" w="med" len="med"/>
                </a14:hiddenLine>
              </a:ext>
            </a:extLst>
          </p:spPr>
          <p:txBody>
            <a:bodyPr/>
            <a:lstStyle/>
            <a:p>
              <a:endParaRPr lang="fr-FR"/>
            </a:p>
          </p:txBody>
        </p:sp>
        <p:sp>
          <p:nvSpPr>
            <p:cNvPr id="183310" name="Line 82"/>
            <p:cNvSpPr>
              <a:spLocks noChangeShapeType="1"/>
            </p:cNvSpPr>
            <p:nvPr/>
          </p:nvSpPr>
          <p:spPr bwMode="auto">
            <a:xfrm>
              <a:off x="3102" y="1862"/>
              <a:ext cx="352" cy="7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fr-FR"/>
            </a:p>
          </p:txBody>
        </p:sp>
        <p:sp>
          <p:nvSpPr>
            <p:cNvPr id="183311" name="Freeform 83"/>
            <p:cNvSpPr>
              <a:spLocks/>
            </p:cNvSpPr>
            <p:nvPr/>
          </p:nvSpPr>
          <p:spPr bwMode="auto">
            <a:xfrm>
              <a:off x="2762" y="1666"/>
              <a:ext cx="337" cy="485"/>
            </a:xfrm>
            <a:custGeom>
              <a:avLst/>
              <a:gdLst>
                <a:gd name="T0" fmla="*/ 336 w 337"/>
                <a:gd name="T1" fmla="*/ 194 h 485"/>
                <a:gd name="T2" fmla="*/ 118 w 337"/>
                <a:gd name="T3" fmla="*/ 484 h 485"/>
                <a:gd name="T4" fmla="*/ 0 w 337"/>
                <a:gd name="T5" fmla="*/ 452 h 485"/>
                <a:gd name="T6" fmla="*/ 336 w 337"/>
                <a:gd name="T7" fmla="*/ 0 h 485"/>
                <a:gd name="T8" fmla="*/ 336 w 337"/>
                <a:gd name="T9" fmla="*/ 152 h 485"/>
                <a:gd name="T10" fmla="*/ 336 w 337"/>
                <a:gd name="T11" fmla="*/ 194 h 485"/>
                <a:gd name="T12" fmla="*/ 0 60000 65536"/>
                <a:gd name="T13" fmla="*/ 0 60000 65536"/>
                <a:gd name="T14" fmla="*/ 0 60000 65536"/>
                <a:gd name="T15" fmla="*/ 0 60000 65536"/>
                <a:gd name="T16" fmla="*/ 0 60000 65536"/>
                <a:gd name="T17" fmla="*/ 0 60000 65536"/>
                <a:gd name="T18" fmla="*/ 0 w 337"/>
                <a:gd name="T19" fmla="*/ 0 h 485"/>
                <a:gd name="T20" fmla="*/ 337 w 337"/>
                <a:gd name="T21" fmla="*/ 485 h 485"/>
              </a:gdLst>
              <a:ahLst/>
              <a:cxnLst>
                <a:cxn ang="T12">
                  <a:pos x="T0" y="T1"/>
                </a:cxn>
                <a:cxn ang="T13">
                  <a:pos x="T2" y="T3"/>
                </a:cxn>
                <a:cxn ang="T14">
                  <a:pos x="T4" y="T5"/>
                </a:cxn>
                <a:cxn ang="T15">
                  <a:pos x="T6" y="T7"/>
                </a:cxn>
                <a:cxn ang="T16">
                  <a:pos x="T8" y="T9"/>
                </a:cxn>
                <a:cxn ang="T17">
                  <a:pos x="T10" y="T11"/>
                </a:cxn>
              </a:cxnLst>
              <a:rect l="T18" t="T19" r="T20" b="T21"/>
              <a:pathLst>
                <a:path w="337" h="485">
                  <a:moveTo>
                    <a:pt x="336" y="194"/>
                  </a:moveTo>
                  <a:lnTo>
                    <a:pt x="118" y="484"/>
                  </a:lnTo>
                  <a:lnTo>
                    <a:pt x="0" y="452"/>
                  </a:lnTo>
                  <a:lnTo>
                    <a:pt x="336" y="0"/>
                  </a:lnTo>
                  <a:lnTo>
                    <a:pt x="336" y="152"/>
                  </a:lnTo>
                  <a:lnTo>
                    <a:pt x="336" y="194"/>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183312" name="Freeform 84"/>
            <p:cNvSpPr>
              <a:spLocks/>
            </p:cNvSpPr>
            <p:nvPr/>
          </p:nvSpPr>
          <p:spPr bwMode="auto">
            <a:xfrm>
              <a:off x="2757" y="2124"/>
              <a:ext cx="509" cy="339"/>
            </a:xfrm>
            <a:custGeom>
              <a:avLst/>
              <a:gdLst>
                <a:gd name="T0" fmla="*/ 0 w 506"/>
                <a:gd name="T1" fmla="*/ 0 h 345"/>
                <a:gd name="T2" fmla="*/ 1 w 506"/>
                <a:gd name="T3" fmla="*/ 198 h 345"/>
                <a:gd name="T4" fmla="*/ 514 w 506"/>
                <a:gd name="T5" fmla="*/ 326 h 345"/>
                <a:gd name="T6" fmla="*/ 513 w 506"/>
                <a:gd name="T7" fmla="*/ 124 h 345"/>
                <a:gd name="T8" fmla="*/ 0 60000 65536"/>
                <a:gd name="T9" fmla="*/ 0 60000 65536"/>
                <a:gd name="T10" fmla="*/ 0 60000 65536"/>
                <a:gd name="T11" fmla="*/ 0 60000 65536"/>
                <a:gd name="T12" fmla="*/ 0 w 506"/>
                <a:gd name="T13" fmla="*/ 0 h 345"/>
                <a:gd name="T14" fmla="*/ 506 w 506"/>
                <a:gd name="T15" fmla="*/ 345 h 345"/>
              </a:gdLst>
              <a:ahLst/>
              <a:cxnLst>
                <a:cxn ang="T8">
                  <a:pos x="T0" y="T1"/>
                </a:cxn>
                <a:cxn ang="T9">
                  <a:pos x="T2" y="T3"/>
                </a:cxn>
                <a:cxn ang="T10">
                  <a:pos x="T4" y="T5"/>
                </a:cxn>
                <a:cxn ang="T11">
                  <a:pos x="T6" y="T7"/>
                </a:cxn>
              </a:cxnLst>
              <a:rect l="T12" t="T13" r="T14" b="T15"/>
              <a:pathLst>
                <a:path w="506" h="345">
                  <a:moveTo>
                    <a:pt x="0" y="0"/>
                  </a:moveTo>
                  <a:lnTo>
                    <a:pt x="1" y="209"/>
                  </a:lnTo>
                  <a:lnTo>
                    <a:pt x="505" y="344"/>
                  </a:lnTo>
                  <a:lnTo>
                    <a:pt x="504" y="130"/>
                  </a:lnTo>
                </a:path>
              </a:pathLst>
            </a:custGeom>
            <a:solidFill>
              <a:srgbClr val="FC2C1C"/>
            </a:solidFill>
            <a:ln w="12700" cap="rnd" cmpd="sng">
              <a:solidFill>
                <a:schemeClr val="bg2"/>
              </a:solidFill>
              <a:prstDash val="solid"/>
              <a:round/>
              <a:headEnd type="none" w="med" len="med"/>
              <a:tailEnd type="none" w="med" len="med"/>
            </a:ln>
          </p:spPr>
          <p:txBody>
            <a:bodyPr/>
            <a:lstStyle/>
            <a:p>
              <a:endParaRPr lang="fr-FR"/>
            </a:p>
          </p:txBody>
        </p:sp>
        <p:sp>
          <p:nvSpPr>
            <p:cNvPr id="183313" name="AutoShape 85"/>
            <p:cNvSpPr>
              <a:spLocks noChangeArrowheads="1"/>
            </p:cNvSpPr>
            <p:nvPr/>
          </p:nvSpPr>
          <p:spPr bwMode="auto">
            <a:xfrm rot="16200000" flipH="1">
              <a:off x="3067" y="1967"/>
              <a:ext cx="693" cy="306"/>
            </a:xfrm>
            <a:prstGeom prst="parallelogram">
              <a:avLst>
                <a:gd name="adj" fmla="val 156202"/>
              </a:avLst>
            </a:prstGeom>
            <a:solidFill>
              <a:srgbClr val="FC2C1C"/>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sp>
        <p:nvSpPr>
          <p:cNvPr id="183307" name="Text Box 86"/>
          <p:cNvSpPr txBox="1">
            <a:spLocks noChangeArrowheads="1"/>
          </p:cNvSpPr>
          <p:nvPr/>
        </p:nvSpPr>
        <p:spPr bwMode="auto">
          <a:xfrm>
            <a:off x="604838" y="5259388"/>
            <a:ext cx="6543675" cy="4429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eaLnBrk="1" hangingPunct="1">
              <a:spcBef>
                <a:spcPct val="0"/>
              </a:spcBef>
              <a:buFontTx/>
              <a:buNone/>
            </a:pPr>
            <a:r>
              <a:rPr lang="fr-FR" altLang="fr-FR" sz="2300"/>
              <a:t>4. Pointez la production sur votre feuille de suivi</a:t>
            </a:r>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84323" name="Group 3"/>
          <p:cNvGrpSpPr>
            <a:grpSpLocks/>
          </p:cNvGrpSpPr>
          <p:nvPr/>
        </p:nvGrpSpPr>
        <p:grpSpPr bwMode="auto">
          <a:xfrm>
            <a:off x="7073900" y="215900"/>
            <a:ext cx="1878013" cy="1250950"/>
            <a:chOff x="4456" y="136"/>
            <a:chExt cx="1183" cy="788"/>
          </a:xfrm>
        </p:grpSpPr>
        <p:grpSp>
          <p:nvGrpSpPr>
            <p:cNvPr id="184389" name="Group 4"/>
            <p:cNvGrpSpPr>
              <a:grpSpLocks/>
            </p:cNvGrpSpPr>
            <p:nvPr/>
          </p:nvGrpSpPr>
          <p:grpSpPr bwMode="auto">
            <a:xfrm>
              <a:off x="4766" y="232"/>
              <a:ext cx="873" cy="692"/>
              <a:chOff x="2185" y="310"/>
              <a:chExt cx="873" cy="692"/>
            </a:xfrm>
          </p:grpSpPr>
          <p:sp>
            <p:nvSpPr>
              <p:cNvPr id="184400" name="Freeform 5"/>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accent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4401" name="Freeform 6"/>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4402" name="Freeform 7"/>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4403" name="Freeform 8"/>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4404" name="Freeform 9"/>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4405" name="Freeform 10"/>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4406" name="Freeform 11"/>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grpSp>
          <p:nvGrpSpPr>
            <p:cNvPr id="184390" name="Group 12"/>
            <p:cNvGrpSpPr>
              <a:grpSpLocks/>
            </p:cNvGrpSpPr>
            <p:nvPr/>
          </p:nvGrpSpPr>
          <p:grpSpPr bwMode="auto">
            <a:xfrm>
              <a:off x="4949" y="336"/>
              <a:ext cx="591" cy="468"/>
              <a:chOff x="2185" y="310"/>
              <a:chExt cx="873" cy="692"/>
            </a:xfrm>
          </p:grpSpPr>
          <p:sp>
            <p:nvSpPr>
              <p:cNvPr id="184393" name="Freeform 13"/>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4394" name="Freeform 14"/>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4395" name="Freeform 15"/>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4396" name="Freeform 16"/>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4397" name="Freeform 17"/>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4398" name="Freeform 18"/>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4399" name="Freeform 19"/>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pic>
          <p:nvPicPr>
            <p:cNvPr id="184391" name="Picture 20"/>
            <p:cNvPicPr>
              <a:picLocks noChangeAspect="1" noChangeArrowheads="1"/>
            </p:cNvPicPr>
            <p:nvPr/>
          </p:nvPicPr>
          <p:blipFill>
            <a:blip r:embed="rId3" cstate="print">
              <a:extLst>
                <a:ext uri="{28A0092B-C50C-407E-A947-70E740481C1C}">
                  <a14:useLocalDpi xmlns:a14="http://schemas.microsoft.com/office/drawing/2010/main" val="0"/>
                </a:ext>
              </a:extLst>
            </a:blip>
            <a:srcRect l="-4282" t="-4369" r="-5199" b="-12012"/>
            <a:stretch>
              <a:fillRect/>
            </a:stretch>
          </p:blipFill>
          <p:spPr bwMode="auto">
            <a:xfrm>
              <a:off x="4456" y="136"/>
              <a:ext cx="480" cy="5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84392" name="Text Box 21"/>
            <p:cNvSpPr txBox="1">
              <a:spLocks noChangeArrowheads="1"/>
            </p:cNvSpPr>
            <p:nvPr/>
          </p:nvSpPr>
          <p:spPr bwMode="auto">
            <a:xfrm>
              <a:off x="5066" y="314"/>
              <a:ext cx="356" cy="49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4500" b="1">
                  <a:solidFill>
                    <a:srgbClr val="FF0000"/>
                  </a:solidFill>
                  <a:latin typeface="Arial Black" pitchFamily="34" charset="0"/>
                </a:rPr>
                <a:t>7</a:t>
              </a:r>
              <a:endParaRPr lang="fr-FR" altLang="fr-FR" sz="3200">
                <a:solidFill>
                  <a:schemeClr val="tx1"/>
                </a:solidFill>
                <a:latin typeface="Arial Black" pitchFamily="34" charset="0"/>
              </a:endParaRPr>
            </a:p>
          </p:txBody>
        </p:sp>
      </p:grpSp>
      <p:sp>
        <p:nvSpPr>
          <p:cNvPr id="184324" name="Text Box 22"/>
          <p:cNvSpPr txBox="1">
            <a:spLocks noChangeArrowheads="1"/>
          </p:cNvSpPr>
          <p:nvPr/>
        </p:nvSpPr>
        <p:spPr bwMode="auto">
          <a:xfrm>
            <a:off x="1938338" y="3533775"/>
            <a:ext cx="828675"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a:spcBef>
                <a:spcPct val="0"/>
              </a:spcBef>
              <a:buFontTx/>
              <a:buNone/>
            </a:pPr>
            <a:r>
              <a:rPr lang="fr-FR" altLang="fr-FR" sz="2400">
                <a:solidFill>
                  <a:srgbClr val="FC2C1C"/>
                </a:solidFill>
              </a:rPr>
              <a:t>1 R3</a:t>
            </a:r>
          </a:p>
        </p:txBody>
      </p:sp>
      <p:sp>
        <p:nvSpPr>
          <p:cNvPr id="184325" name="Rectangle 23"/>
          <p:cNvSpPr>
            <a:spLocks noGrp="1" noChangeArrowheads="1"/>
          </p:cNvSpPr>
          <p:nvPr>
            <p:ph type="title"/>
          </p:nvPr>
        </p:nvSpPr>
        <p:spPr>
          <a:xfrm>
            <a:off x="611188" y="0"/>
            <a:ext cx="6388100" cy="647700"/>
          </a:xfrm>
        </p:spPr>
        <p:txBody>
          <a:bodyPr/>
          <a:lstStyle/>
          <a:p>
            <a:pPr eaLnBrk="1" hangingPunct="1"/>
            <a:r>
              <a:rPr lang="fr-FR" altLang="fr-FR"/>
              <a:t>Sem. 4 - Lundi</a:t>
            </a:r>
          </a:p>
        </p:txBody>
      </p:sp>
      <p:sp>
        <p:nvSpPr>
          <p:cNvPr id="184326" name="Text Box 24"/>
          <p:cNvSpPr txBox="1">
            <a:spLocks noChangeArrowheads="1"/>
          </p:cNvSpPr>
          <p:nvPr/>
        </p:nvSpPr>
        <p:spPr bwMode="auto">
          <a:xfrm>
            <a:off x="574675" y="2030413"/>
            <a:ext cx="3557588"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2. Livrez les commandes</a:t>
            </a:r>
          </a:p>
        </p:txBody>
      </p:sp>
      <p:sp>
        <p:nvSpPr>
          <p:cNvPr id="184327" name="Text Box 25"/>
          <p:cNvSpPr txBox="1">
            <a:spLocks noChangeArrowheads="1"/>
          </p:cNvSpPr>
          <p:nvPr/>
        </p:nvSpPr>
        <p:spPr bwMode="auto">
          <a:xfrm>
            <a:off x="566738" y="1154113"/>
            <a:ext cx="1946275"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1. Tirez le dé</a:t>
            </a:r>
          </a:p>
        </p:txBody>
      </p:sp>
      <p:sp>
        <p:nvSpPr>
          <p:cNvPr id="184328" name="Text Box 26"/>
          <p:cNvSpPr txBox="1">
            <a:spLocks noChangeArrowheads="1"/>
          </p:cNvSpPr>
          <p:nvPr/>
        </p:nvSpPr>
        <p:spPr bwMode="auto">
          <a:xfrm>
            <a:off x="579438" y="4316413"/>
            <a:ext cx="18796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3. Produisez</a:t>
            </a:r>
          </a:p>
        </p:txBody>
      </p:sp>
      <p:grpSp>
        <p:nvGrpSpPr>
          <p:cNvPr id="184329" name="Group 27"/>
          <p:cNvGrpSpPr>
            <a:grpSpLocks/>
          </p:cNvGrpSpPr>
          <p:nvPr/>
        </p:nvGrpSpPr>
        <p:grpSpPr bwMode="auto">
          <a:xfrm>
            <a:off x="2843213" y="1106488"/>
            <a:ext cx="446087" cy="534987"/>
            <a:chOff x="868" y="1439"/>
            <a:chExt cx="811" cy="972"/>
          </a:xfrm>
        </p:grpSpPr>
        <p:sp>
          <p:nvSpPr>
            <p:cNvPr id="184338" name="Freeform 28"/>
            <p:cNvSpPr>
              <a:spLocks/>
            </p:cNvSpPr>
            <p:nvPr/>
          </p:nvSpPr>
          <p:spPr bwMode="auto">
            <a:xfrm>
              <a:off x="1548" y="2014"/>
              <a:ext cx="123" cy="100"/>
            </a:xfrm>
            <a:custGeom>
              <a:avLst/>
              <a:gdLst>
                <a:gd name="T0" fmla="*/ 5 w 618"/>
                <a:gd name="T1" fmla="*/ 0 h 502"/>
                <a:gd name="T2" fmla="*/ 5 w 618"/>
                <a:gd name="T3" fmla="*/ 0 h 502"/>
                <a:gd name="T4" fmla="*/ 0 w 618"/>
                <a:gd name="T5" fmla="*/ 4 h 502"/>
                <a:gd name="T6" fmla="*/ 0 w 618"/>
                <a:gd name="T7" fmla="*/ 4 h 502"/>
                <a:gd name="T8" fmla="*/ 5 w 618"/>
                <a:gd name="T9" fmla="*/ 0 h 502"/>
                <a:gd name="T10" fmla="*/ 5 w 618"/>
                <a:gd name="T11" fmla="*/ 0 h 502"/>
                <a:gd name="T12" fmla="*/ 5 w 618"/>
                <a:gd name="T13" fmla="*/ 0 h 502"/>
                <a:gd name="T14" fmla="*/ 5 w 618"/>
                <a:gd name="T15" fmla="*/ 0 h 502"/>
                <a:gd name="T16" fmla="*/ 5 w 618"/>
                <a:gd name="T17" fmla="*/ 0 h 502"/>
                <a:gd name="T18" fmla="*/ 5 w 618"/>
                <a:gd name="T19" fmla="*/ 0 h 502"/>
                <a:gd name="T20" fmla="*/ 5 w 618"/>
                <a:gd name="T21" fmla="*/ 0 h 502"/>
                <a:gd name="T22" fmla="*/ 5 w 618"/>
                <a:gd name="T23" fmla="*/ 0 h 502"/>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618"/>
                <a:gd name="T37" fmla="*/ 0 h 502"/>
                <a:gd name="T38" fmla="*/ 618 w 618"/>
                <a:gd name="T39" fmla="*/ 502 h 502"/>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618" h="502">
                  <a:moveTo>
                    <a:pt x="611" y="0"/>
                  </a:moveTo>
                  <a:lnTo>
                    <a:pt x="606" y="2"/>
                  </a:lnTo>
                  <a:lnTo>
                    <a:pt x="0" y="490"/>
                  </a:lnTo>
                  <a:lnTo>
                    <a:pt x="10" y="502"/>
                  </a:lnTo>
                  <a:lnTo>
                    <a:pt x="616" y="14"/>
                  </a:lnTo>
                  <a:lnTo>
                    <a:pt x="611" y="16"/>
                  </a:lnTo>
                  <a:lnTo>
                    <a:pt x="616" y="14"/>
                  </a:lnTo>
                  <a:lnTo>
                    <a:pt x="618" y="9"/>
                  </a:lnTo>
                  <a:lnTo>
                    <a:pt x="617" y="3"/>
                  </a:lnTo>
                  <a:lnTo>
                    <a:pt x="612" y="1"/>
                  </a:lnTo>
                  <a:lnTo>
                    <a:pt x="606" y="2"/>
                  </a:lnTo>
                  <a:lnTo>
                    <a:pt x="611"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4339" name="Freeform 29"/>
            <p:cNvSpPr>
              <a:spLocks/>
            </p:cNvSpPr>
            <p:nvPr/>
          </p:nvSpPr>
          <p:spPr bwMode="auto">
            <a:xfrm>
              <a:off x="876" y="1852"/>
              <a:ext cx="82" cy="373"/>
            </a:xfrm>
            <a:custGeom>
              <a:avLst/>
              <a:gdLst>
                <a:gd name="T0" fmla="*/ 3 w 413"/>
                <a:gd name="T1" fmla="*/ 15 h 1865"/>
                <a:gd name="T2" fmla="*/ 3 w 413"/>
                <a:gd name="T3" fmla="*/ 15 h 1865"/>
                <a:gd name="T4" fmla="*/ 0 w 413"/>
                <a:gd name="T5" fmla="*/ 0 h 1865"/>
                <a:gd name="T6" fmla="*/ 0 w 413"/>
                <a:gd name="T7" fmla="*/ 0 h 1865"/>
                <a:gd name="T8" fmla="*/ 3 w 413"/>
                <a:gd name="T9" fmla="*/ 15 h 1865"/>
                <a:gd name="T10" fmla="*/ 3 w 413"/>
                <a:gd name="T11" fmla="*/ 15 h 1865"/>
                <a:gd name="T12" fmla="*/ 3 w 413"/>
                <a:gd name="T13" fmla="*/ 15 h 1865"/>
                <a:gd name="T14" fmla="*/ 3 w 413"/>
                <a:gd name="T15" fmla="*/ 15 h 1865"/>
                <a:gd name="T16" fmla="*/ 3 w 413"/>
                <a:gd name="T17" fmla="*/ 15 h 1865"/>
                <a:gd name="T18" fmla="*/ 3 w 413"/>
                <a:gd name="T19" fmla="*/ 15 h 1865"/>
                <a:gd name="T20" fmla="*/ 3 w 413"/>
                <a:gd name="T21" fmla="*/ 15 h 1865"/>
                <a:gd name="T22" fmla="*/ 3 w 413"/>
                <a:gd name="T23" fmla="*/ 15 h 186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413"/>
                <a:gd name="T37" fmla="*/ 0 h 1865"/>
                <a:gd name="T38" fmla="*/ 413 w 413"/>
                <a:gd name="T39" fmla="*/ 1865 h 1865"/>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413" h="1865">
                  <a:moveTo>
                    <a:pt x="400" y="1864"/>
                  </a:moveTo>
                  <a:lnTo>
                    <a:pt x="413" y="1856"/>
                  </a:lnTo>
                  <a:lnTo>
                    <a:pt x="17" y="0"/>
                  </a:lnTo>
                  <a:lnTo>
                    <a:pt x="0" y="2"/>
                  </a:lnTo>
                  <a:lnTo>
                    <a:pt x="396" y="1858"/>
                  </a:lnTo>
                  <a:lnTo>
                    <a:pt x="409" y="1850"/>
                  </a:lnTo>
                  <a:lnTo>
                    <a:pt x="396" y="1858"/>
                  </a:lnTo>
                  <a:lnTo>
                    <a:pt x="400" y="1864"/>
                  </a:lnTo>
                  <a:lnTo>
                    <a:pt x="406" y="1865"/>
                  </a:lnTo>
                  <a:lnTo>
                    <a:pt x="410" y="1862"/>
                  </a:lnTo>
                  <a:lnTo>
                    <a:pt x="413" y="1856"/>
                  </a:lnTo>
                  <a:lnTo>
                    <a:pt x="400" y="186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4340" name="Freeform 30"/>
            <p:cNvSpPr>
              <a:spLocks/>
            </p:cNvSpPr>
            <p:nvPr/>
          </p:nvSpPr>
          <p:spPr bwMode="auto">
            <a:xfrm>
              <a:off x="1282" y="1533"/>
              <a:ext cx="35" cy="161"/>
            </a:xfrm>
            <a:custGeom>
              <a:avLst/>
              <a:gdLst>
                <a:gd name="T0" fmla="*/ 1 w 175"/>
                <a:gd name="T1" fmla="*/ 6 h 807"/>
                <a:gd name="T2" fmla="*/ 1 w 175"/>
                <a:gd name="T3" fmla="*/ 6 h 807"/>
                <a:gd name="T4" fmla="*/ 1 w 175"/>
                <a:gd name="T5" fmla="*/ 6 h 807"/>
                <a:gd name="T6" fmla="*/ 1 w 175"/>
                <a:gd name="T7" fmla="*/ 5 h 807"/>
                <a:gd name="T8" fmla="*/ 1 w 175"/>
                <a:gd name="T9" fmla="*/ 5 h 807"/>
                <a:gd name="T10" fmla="*/ 1 w 175"/>
                <a:gd name="T11" fmla="*/ 5 h 807"/>
                <a:gd name="T12" fmla="*/ 1 w 175"/>
                <a:gd name="T13" fmla="*/ 4 h 807"/>
                <a:gd name="T14" fmla="*/ 1 w 175"/>
                <a:gd name="T15" fmla="*/ 4 h 807"/>
                <a:gd name="T16" fmla="*/ 1 w 175"/>
                <a:gd name="T17" fmla="*/ 3 h 807"/>
                <a:gd name="T18" fmla="*/ 1 w 175"/>
                <a:gd name="T19" fmla="*/ 3 h 807"/>
                <a:gd name="T20" fmla="*/ 1 w 175"/>
                <a:gd name="T21" fmla="*/ 3 h 807"/>
                <a:gd name="T22" fmla="*/ 1 w 175"/>
                <a:gd name="T23" fmla="*/ 2 h 807"/>
                <a:gd name="T24" fmla="*/ 1 w 175"/>
                <a:gd name="T25" fmla="*/ 2 h 807"/>
                <a:gd name="T26" fmla="*/ 1 w 175"/>
                <a:gd name="T27" fmla="*/ 2 h 807"/>
                <a:gd name="T28" fmla="*/ 1 w 175"/>
                <a:gd name="T29" fmla="*/ 1 h 807"/>
                <a:gd name="T30" fmla="*/ 1 w 175"/>
                <a:gd name="T31" fmla="*/ 1 h 807"/>
                <a:gd name="T32" fmla="*/ 1 w 175"/>
                <a:gd name="T33" fmla="*/ 1 h 807"/>
                <a:gd name="T34" fmla="*/ 1 w 175"/>
                <a:gd name="T35" fmla="*/ 0 h 807"/>
                <a:gd name="T36" fmla="*/ 1 w 175"/>
                <a:gd name="T37" fmla="*/ 0 h 807"/>
                <a:gd name="T38" fmla="*/ 1 w 175"/>
                <a:gd name="T39" fmla="*/ 0 h 807"/>
                <a:gd name="T40" fmla="*/ 0 w 175"/>
                <a:gd name="T41" fmla="*/ 1 h 807"/>
                <a:gd name="T42" fmla="*/ 0 w 175"/>
                <a:gd name="T43" fmla="*/ 1 h 807"/>
                <a:gd name="T44" fmla="*/ 0 w 175"/>
                <a:gd name="T45" fmla="*/ 1 h 807"/>
                <a:gd name="T46" fmla="*/ 0 w 175"/>
                <a:gd name="T47" fmla="*/ 2 h 807"/>
                <a:gd name="T48" fmla="*/ 0 w 175"/>
                <a:gd name="T49" fmla="*/ 2 h 807"/>
                <a:gd name="T50" fmla="*/ 0 w 175"/>
                <a:gd name="T51" fmla="*/ 3 h 807"/>
                <a:gd name="T52" fmla="*/ 0 w 175"/>
                <a:gd name="T53" fmla="*/ 3 h 807"/>
                <a:gd name="T54" fmla="*/ 0 w 175"/>
                <a:gd name="T55" fmla="*/ 3 h 807"/>
                <a:gd name="T56" fmla="*/ 0 w 175"/>
                <a:gd name="T57" fmla="*/ 4 h 807"/>
                <a:gd name="T58" fmla="*/ 0 w 175"/>
                <a:gd name="T59" fmla="*/ 4 h 807"/>
                <a:gd name="T60" fmla="*/ 0 w 175"/>
                <a:gd name="T61" fmla="*/ 5 h 807"/>
                <a:gd name="T62" fmla="*/ 0 w 175"/>
                <a:gd name="T63" fmla="*/ 5 h 807"/>
                <a:gd name="T64" fmla="*/ 0 w 175"/>
                <a:gd name="T65" fmla="*/ 5 h 807"/>
                <a:gd name="T66" fmla="*/ 1 w 175"/>
                <a:gd name="T67" fmla="*/ 6 h 807"/>
                <a:gd name="T68" fmla="*/ 1 w 175"/>
                <a:gd name="T69" fmla="*/ 6 h 807"/>
                <a:gd name="T70" fmla="*/ 1 w 175"/>
                <a:gd name="T71" fmla="*/ 6 h 807"/>
                <a:gd name="T72" fmla="*/ 1 w 175"/>
                <a:gd name="T73" fmla="*/ 6 h 807"/>
                <a:gd name="T74" fmla="*/ 1 w 175"/>
                <a:gd name="T75" fmla="*/ 6 h 807"/>
                <a:gd name="T76" fmla="*/ 1 w 175"/>
                <a:gd name="T77" fmla="*/ 6 h 807"/>
                <a:gd name="T78" fmla="*/ 1 w 175"/>
                <a:gd name="T79" fmla="*/ 6 h 807"/>
                <a:gd name="T80" fmla="*/ 1 w 175"/>
                <a:gd name="T81" fmla="*/ 6 h 807"/>
                <a:gd name="T82" fmla="*/ 1 w 175"/>
                <a:gd name="T83" fmla="*/ 6 h 807"/>
                <a:gd name="T84" fmla="*/ 1 w 175"/>
                <a:gd name="T85" fmla="*/ 6 h 807"/>
                <a:gd name="T86" fmla="*/ 1 w 175"/>
                <a:gd name="T87" fmla="*/ 6 h 807"/>
                <a:gd name="T88" fmla="*/ 1 w 175"/>
                <a:gd name="T89" fmla="*/ 6 h 807"/>
                <a:gd name="T90" fmla="*/ 1 w 175"/>
                <a:gd name="T91" fmla="*/ 6 h 80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175"/>
                <a:gd name="T139" fmla="*/ 0 h 807"/>
                <a:gd name="T140" fmla="*/ 175 w 175"/>
                <a:gd name="T141" fmla="*/ 807 h 80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175" h="807">
                  <a:moveTo>
                    <a:pt x="169" y="740"/>
                  </a:moveTo>
                  <a:lnTo>
                    <a:pt x="169" y="739"/>
                  </a:lnTo>
                  <a:lnTo>
                    <a:pt x="149" y="698"/>
                  </a:lnTo>
                  <a:lnTo>
                    <a:pt x="133" y="656"/>
                  </a:lnTo>
                  <a:lnTo>
                    <a:pt x="120" y="611"/>
                  </a:lnTo>
                  <a:lnTo>
                    <a:pt x="108" y="565"/>
                  </a:lnTo>
                  <a:lnTo>
                    <a:pt x="100" y="520"/>
                  </a:lnTo>
                  <a:lnTo>
                    <a:pt x="96" y="472"/>
                  </a:lnTo>
                  <a:lnTo>
                    <a:pt x="93" y="425"/>
                  </a:lnTo>
                  <a:lnTo>
                    <a:pt x="93" y="377"/>
                  </a:lnTo>
                  <a:lnTo>
                    <a:pt x="96" y="330"/>
                  </a:lnTo>
                  <a:lnTo>
                    <a:pt x="100" y="283"/>
                  </a:lnTo>
                  <a:lnTo>
                    <a:pt x="106" y="238"/>
                  </a:lnTo>
                  <a:lnTo>
                    <a:pt x="115" y="195"/>
                  </a:lnTo>
                  <a:lnTo>
                    <a:pt x="126" y="153"/>
                  </a:lnTo>
                  <a:lnTo>
                    <a:pt x="139" y="114"/>
                  </a:lnTo>
                  <a:lnTo>
                    <a:pt x="153" y="77"/>
                  </a:lnTo>
                  <a:lnTo>
                    <a:pt x="169" y="43"/>
                  </a:lnTo>
                  <a:lnTo>
                    <a:pt x="87" y="0"/>
                  </a:lnTo>
                  <a:lnTo>
                    <a:pt x="69" y="39"/>
                  </a:lnTo>
                  <a:lnTo>
                    <a:pt x="52" y="81"/>
                  </a:lnTo>
                  <a:lnTo>
                    <a:pt x="37" y="127"/>
                  </a:lnTo>
                  <a:lnTo>
                    <a:pt x="24" y="174"/>
                  </a:lnTo>
                  <a:lnTo>
                    <a:pt x="15" y="222"/>
                  </a:lnTo>
                  <a:lnTo>
                    <a:pt x="7" y="271"/>
                  </a:lnTo>
                  <a:lnTo>
                    <a:pt x="2" y="323"/>
                  </a:lnTo>
                  <a:lnTo>
                    <a:pt x="0" y="374"/>
                  </a:lnTo>
                  <a:lnTo>
                    <a:pt x="0" y="427"/>
                  </a:lnTo>
                  <a:lnTo>
                    <a:pt x="2" y="479"/>
                  </a:lnTo>
                  <a:lnTo>
                    <a:pt x="9" y="531"/>
                  </a:lnTo>
                  <a:lnTo>
                    <a:pt x="17" y="584"/>
                  </a:lnTo>
                  <a:lnTo>
                    <a:pt x="29" y="635"/>
                  </a:lnTo>
                  <a:lnTo>
                    <a:pt x="44" y="686"/>
                  </a:lnTo>
                  <a:lnTo>
                    <a:pt x="65" y="736"/>
                  </a:lnTo>
                  <a:lnTo>
                    <a:pt x="87" y="784"/>
                  </a:lnTo>
                  <a:lnTo>
                    <a:pt x="87" y="782"/>
                  </a:lnTo>
                  <a:lnTo>
                    <a:pt x="87" y="784"/>
                  </a:lnTo>
                  <a:lnTo>
                    <a:pt x="100" y="799"/>
                  </a:lnTo>
                  <a:lnTo>
                    <a:pt x="117" y="807"/>
                  </a:lnTo>
                  <a:lnTo>
                    <a:pt x="134" y="807"/>
                  </a:lnTo>
                  <a:lnTo>
                    <a:pt x="151" y="801"/>
                  </a:lnTo>
                  <a:lnTo>
                    <a:pt x="164" y="791"/>
                  </a:lnTo>
                  <a:lnTo>
                    <a:pt x="173" y="777"/>
                  </a:lnTo>
                  <a:lnTo>
                    <a:pt x="175" y="759"/>
                  </a:lnTo>
                  <a:lnTo>
                    <a:pt x="169" y="739"/>
                  </a:lnTo>
                  <a:lnTo>
                    <a:pt x="169" y="74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4341" name="Freeform 31"/>
            <p:cNvSpPr>
              <a:spLocks/>
            </p:cNvSpPr>
            <p:nvPr/>
          </p:nvSpPr>
          <p:spPr bwMode="auto">
            <a:xfrm>
              <a:off x="1299" y="1681"/>
              <a:ext cx="157" cy="281"/>
            </a:xfrm>
            <a:custGeom>
              <a:avLst/>
              <a:gdLst>
                <a:gd name="T0" fmla="*/ 6 w 787"/>
                <a:gd name="T1" fmla="*/ 11 h 1404"/>
                <a:gd name="T2" fmla="*/ 6 w 787"/>
                <a:gd name="T3" fmla="*/ 11 h 1404"/>
                <a:gd name="T4" fmla="*/ 1 w 787"/>
                <a:gd name="T5" fmla="*/ 0 h 1404"/>
                <a:gd name="T6" fmla="*/ 0 w 787"/>
                <a:gd name="T7" fmla="*/ 0 h 1404"/>
                <a:gd name="T8" fmla="*/ 6 w 787"/>
                <a:gd name="T9" fmla="*/ 11 h 1404"/>
                <a:gd name="T10" fmla="*/ 6 w 787"/>
                <a:gd name="T11" fmla="*/ 11 h 1404"/>
                <a:gd name="T12" fmla="*/ 6 w 787"/>
                <a:gd name="T13" fmla="*/ 11 h 1404"/>
                <a:gd name="T14" fmla="*/ 6 w 787"/>
                <a:gd name="T15" fmla="*/ 11 h 1404"/>
                <a:gd name="T16" fmla="*/ 6 w 787"/>
                <a:gd name="T17" fmla="*/ 11 h 1404"/>
                <a:gd name="T18" fmla="*/ 6 w 787"/>
                <a:gd name="T19" fmla="*/ 11 h 1404"/>
                <a:gd name="T20" fmla="*/ 6 w 787"/>
                <a:gd name="T21" fmla="*/ 11 h 1404"/>
                <a:gd name="T22" fmla="*/ 6 w 787"/>
                <a:gd name="T23" fmla="*/ 11 h 1404"/>
                <a:gd name="T24" fmla="*/ 6 w 787"/>
                <a:gd name="T25" fmla="*/ 11 h 1404"/>
                <a:gd name="T26" fmla="*/ 6 w 787"/>
                <a:gd name="T27" fmla="*/ 11 h 1404"/>
                <a:gd name="T28" fmla="*/ 6 w 787"/>
                <a:gd name="T29" fmla="*/ 11 h 1404"/>
                <a:gd name="T30" fmla="*/ 6 w 787"/>
                <a:gd name="T31" fmla="*/ 11 h 1404"/>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787"/>
                <a:gd name="T49" fmla="*/ 0 h 1404"/>
                <a:gd name="T50" fmla="*/ 787 w 787"/>
                <a:gd name="T51" fmla="*/ 1404 h 1404"/>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787" h="1404">
                  <a:moveTo>
                    <a:pt x="781" y="1334"/>
                  </a:moveTo>
                  <a:lnTo>
                    <a:pt x="781" y="1337"/>
                  </a:lnTo>
                  <a:lnTo>
                    <a:pt x="82" y="0"/>
                  </a:lnTo>
                  <a:lnTo>
                    <a:pt x="0" y="42"/>
                  </a:lnTo>
                  <a:lnTo>
                    <a:pt x="699" y="1379"/>
                  </a:lnTo>
                  <a:lnTo>
                    <a:pt x="699" y="1381"/>
                  </a:lnTo>
                  <a:lnTo>
                    <a:pt x="699" y="1379"/>
                  </a:lnTo>
                  <a:lnTo>
                    <a:pt x="712" y="1395"/>
                  </a:lnTo>
                  <a:lnTo>
                    <a:pt x="727" y="1402"/>
                  </a:lnTo>
                  <a:lnTo>
                    <a:pt x="744" y="1404"/>
                  </a:lnTo>
                  <a:lnTo>
                    <a:pt x="761" y="1398"/>
                  </a:lnTo>
                  <a:lnTo>
                    <a:pt x="775" y="1388"/>
                  </a:lnTo>
                  <a:lnTo>
                    <a:pt x="784" y="1373"/>
                  </a:lnTo>
                  <a:lnTo>
                    <a:pt x="787" y="1357"/>
                  </a:lnTo>
                  <a:lnTo>
                    <a:pt x="781" y="1337"/>
                  </a:lnTo>
                  <a:lnTo>
                    <a:pt x="781" y="13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4342" name="Freeform 32"/>
            <p:cNvSpPr>
              <a:spLocks/>
            </p:cNvSpPr>
            <p:nvPr/>
          </p:nvSpPr>
          <p:spPr bwMode="auto">
            <a:xfrm>
              <a:off x="1439" y="1948"/>
              <a:ext cx="125" cy="76"/>
            </a:xfrm>
            <a:custGeom>
              <a:avLst/>
              <a:gdLst>
                <a:gd name="T0" fmla="*/ 5 w 628"/>
                <a:gd name="T1" fmla="*/ 2 h 383"/>
                <a:gd name="T2" fmla="*/ 5 w 628"/>
                <a:gd name="T3" fmla="*/ 2 h 383"/>
                <a:gd name="T4" fmla="*/ 4 w 628"/>
                <a:gd name="T5" fmla="*/ 2 h 383"/>
                <a:gd name="T6" fmla="*/ 4 w 628"/>
                <a:gd name="T7" fmla="*/ 2 h 383"/>
                <a:gd name="T8" fmla="*/ 4 w 628"/>
                <a:gd name="T9" fmla="*/ 2 h 383"/>
                <a:gd name="T10" fmla="*/ 3 w 628"/>
                <a:gd name="T11" fmla="*/ 2 h 383"/>
                <a:gd name="T12" fmla="*/ 3 w 628"/>
                <a:gd name="T13" fmla="*/ 2 h 383"/>
                <a:gd name="T14" fmla="*/ 3 w 628"/>
                <a:gd name="T15" fmla="*/ 2 h 383"/>
                <a:gd name="T16" fmla="*/ 3 w 628"/>
                <a:gd name="T17" fmla="*/ 2 h 383"/>
                <a:gd name="T18" fmla="*/ 2 w 628"/>
                <a:gd name="T19" fmla="*/ 2 h 383"/>
                <a:gd name="T20" fmla="*/ 2 w 628"/>
                <a:gd name="T21" fmla="*/ 2 h 383"/>
                <a:gd name="T22" fmla="*/ 2 w 628"/>
                <a:gd name="T23" fmla="*/ 1 h 383"/>
                <a:gd name="T24" fmla="*/ 2 w 628"/>
                <a:gd name="T25" fmla="*/ 1 h 383"/>
                <a:gd name="T26" fmla="*/ 1 w 628"/>
                <a:gd name="T27" fmla="*/ 1 h 383"/>
                <a:gd name="T28" fmla="*/ 1 w 628"/>
                <a:gd name="T29" fmla="*/ 1 h 383"/>
                <a:gd name="T30" fmla="*/ 1 w 628"/>
                <a:gd name="T31" fmla="*/ 1 h 383"/>
                <a:gd name="T32" fmla="*/ 1 w 628"/>
                <a:gd name="T33" fmla="*/ 0 h 383"/>
                <a:gd name="T34" fmla="*/ 1 w 628"/>
                <a:gd name="T35" fmla="*/ 0 h 383"/>
                <a:gd name="T36" fmla="*/ 0 w 628"/>
                <a:gd name="T37" fmla="*/ 0 h 383"/>
                <a:gd name="T38" fmla="*/ 0 w 628"/>
                <a:gd name="T39" fmla="*/ 1 h 383"/>
                <a:gd name="T40" fmla="*/ 0 w 628"/>
                <a:gd name="T41" fmla="*/ 1 h 383"/>
                <a:gd name="T42" fmla="*/ 1 w 628"/>
                <a:gd name="T43" fmla="*/ 1 h 383"/>
                <a:gd name="T44" fmla="*/ 1 w 628"/>
                <a:gd name="T45" fmla="*/ 1 h 383"/>
                <a:gd name="T46" fmla="*/ 1 w 628"/>
                <a:gd name="T47" fmla="*/ 2 h 383"/>
                <a:gd name="T48" fmla="*/ 1 w 628"/>
                <a:gd name="T49" fmla="*/ 2 h 383"/>
                <a:gd name="T50" fmla="*/ 2 w 628"/>
                <a:gd name="T51" fmla="*/ 2 h 383"/>
                <a:gd name="T52" fmla="*/ 2 w 628"/>
                <a:gd name="T53" fmla="*/ 2 h 383"/>
                <a:gd name="T54" fmla="*/ 2 w 628"/>
                <a:gd name="T55" fmla="*/ 2 h 383"/>
                <a:gd name="T56" fmla="*/ 3 w 628"/>
                <a:gd name="T57" fmla="*/ 3 h 383"/>
                <a:gd name="T58" fmla="*/ 3 w 628"/>
                <a:gd name="T59" fmla="*/ 3 h 383"/>
                <a:gd name="T60" fmla="*/ 3 w 628"/>
                <a:gd name="T61" fmla="*/ 3 h 383"/>
                <a:gd name="T62" fmla="*/ 4 w 628"/>
                <a:gd name="T63" fmla="*/ 3 h 383"/>
                <a:gd name="T64" fmla="*/ 4 w 628"/>
                <a:gd name="T65" fmla="*/ 3 h 383"/>
                <a:gd name="T66" fmla="*/ 4 w 628"/>
                <a:gd name="T67" fmla="*/ 3 h 383"/>
                <a:gd name="T68" fmla="*/ 5 w 628"/>
                <a:gd name="T69" fmla="*/ 3 h 383"/>
                <a:gd name="T70" fmla="*/ 5 w 628"/>
                <a:gd name="T71" fmla="*/ 3 h 383"/>
                <a:gd name="T72" fmla="*/ 5 w 628"/>
                <a:gd name="T73" fmla="*/ 3 h 383"/>
                <a:gd name="T74" fmla="*/ 5 w 628"/>
                <a:gd name="T75" fmla="*/ 3 h 383"/>
                <a:gd name="T76" fmla="*/ 5 w 628"/>
                <a:gd name="T77" fmla="*/ 3 h 383"/>
                <a:gd name="T78" fmla="*/ 5 w 628"/>
                <a:gd name="T79" fmla="*/ 3 h 383"/>
                <a:gd name="T80" fmla="*/ 5 w 628"/>
                <a:gd name="T81" fmla="*/ 3 h 383"/>
                <a:gd name="T82" fmla="*/ 5 w 628"/>
                <a:gd name="T83" fmla="*/ 3 h 383"/>
                <a:gd name="T84" fmla="*/ 5 w 628"/>
                <a:gd name="T85" fmla="*/ 2 h 383"/>
                <a:gd name="T86" fmla="*/ 5 w 628"/>
                <a:gd name="T87" fmla="*/ 2 h 383"/>
                <a:gd name="T88" fmla="*/ 5 w 628"/>
                <a:gd name="T89" fmla="*/ 2 h 383"/>
                <a:gd name="T90" fmla="*/ 5 w 628"/>
                <a:gd name="T91" fmla="*/ 2 h 38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628"/>
                <a:gd name="T139" fmla="*/ 0 h 383"/>
                <a:gd name="T140" fmla="*/ 628 w 628"/>
                <a:gd name="T141" fmla="*/ 383 h 38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628" h="383">
                  <a:moveTo>
                    <a:pt x="581" y="289"/>
                  </a:moveTo>
                  <a:lnTo>
                    <a:pt x="582" y="289"/>
                  </a:lnTo>
                  <a:lnTo>
                    <a:pt x="541" y="287"/>
                  </a:lnTo>
                  <a:lnTo>
                    <a:pt x="500" y="283"/>
                  </a:lnTo>
                  <a:lnTo>
                    <a:pt x="462" y="276"/>
                  </a:lnTo>
                  <a:lnTo>
                    <a:pt x="424" y="268"/>
                  </a:lnTo>
                  <a:lnTo>
                    <a:pt x="389" y="255"/>
                  </a:lnTo>
                  <a:lnTo>
                    <a:pt x="352" y="242"/>
                  </a:lnTo>
                  <a:lnTo>
                    <a:pt x="320" y="227"/>
                  </a:lnTo>
                  <a:lnTo>
                    <a:pt x="287" y="209"/>
                  </a:lnTo>
                  <a:lnTo>
                    <a:pt x="255" y="189"/>
                  </a:lnTo>
                  <a:lnTo>
                    <a:pt x="226" y="168"/>
                  </a:lnTo>
                  <a:lnTo>
                    <a:pt x="198" y="145"/>
                  </a:lnTo>
                  <a:lnTo>
                    <a:pt x="172" y="119"/>
                  </a:lnTo>
                  <a:lnTo>
                    <a:pt x="146" y="92"/>
                  </a:lnTo>
                  <a:lnTo>
                    <a:pt x="122" y="64"/>
                  </a:lnTo>
                  <a:lnTo>
                    <a:pt x="100" y="33"/>
                  </a:lnTo>
                  <a:lnTo>
                    <a:pt x="82" y="0"/>
                  </a:lnTo>
                  <a:lnTo>
                    <a:pt x="0" y="47"/>
                  </a:lnTo>
                  <a:lnTo>
                    <a:pt x="23" y="85"/>
                  </a:lnTo>
                  <a:lnTo>
                    <a:pt x="49" y="120"/>
                  </a:lnTo>
                  <a:lnTo>
                    <a:pt x="76" y="153"/>
                  </a:lnTo>
                  <a:lnTo>
                    <a:pt x="104" y="185"/>
                  </a:lnTo>
                  <a:lnTo>
                    <a:pt x="137" y="215"/>
                  </a:lnTo>
                  <a:lnTo>
                    <a:pt x="170" y="241"/>
                  </a:lnTo>
                  <a:lnTo>
                    <a:pt x="204" y="267"/>
                  </a:lnTo>
                  <a:lnTo>
                    <a:pt x="240" y="289"/>
                  </a:lnTo>
                  <a:lnTo>
                    <a:pt x="277" y="309"/>
                  </a:lnTo>
                  <a:lnTo>
                    <a:pt x="317" y="329"/>
                  </a:lnTo>
                  <a:lnTo>
                    <a:pt x="358" y="344"/>
                  </a:lnTo>
                  <a:lnTo>
                    <a:pt x="400" y="357"/>
                  </a:lnTo>
                  <a:lnTo>
                    <a:pt x="444" y="367"/>
                  </a:lnTo>
                  <a:lnTo>
                    <a:pt x="488" y="374"/>
                  </a:lnTo>
                  <a:lnTo>
                    <a:pt x="534" y="380"/>
                  </a:lnTo>
                  <a:lnTo>
                    <a:pt x="580" y="383"/>
                  </a:lnTo>
                  <a:lnTo>
                    <a:pt x="581" y="383"/>
                  </a:lnTo>
                  <a:lnTo>
                    <a:pt x="580" y="383"/>
                  </a:lnTo>
                  <a:lnTo>
                    <a:pt x="600" y="379"/>
                  </a:lnTo>
                  <a:lnTo>
                    <a:pt x="615" y="369"/>
                  </a:lnTo>
                  <a:lnTo>
                    <a:pt x="624" y="353"/>
                  </a:lnTo>
                  <a:lnTo>
                    <a:pt x="628" y="337"/>
                  </a:lnTo>
                  <a:lnTo>
                    <a:pt x="625" y="319"/>
                  </a:lnTo>
                  <a:lnTo>
                    <a:pt x="617" y="304"/>
                  </a:lnTo>
                  <a:lnTo>
                    <a:pt x="602" y="294"/>
                  </a:lnTo>
                  <a:lnTo>
                    <a:pt x="582" y="289"/>
                  </a:lnTo>
                  <a:lnTo>
                    <a:pt x="581" y="28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4343" name="Freeform 33"/>
            <p:cNvSpPr>
              <a:spLocks/>
            </p:cNvSpPr>
            <p:nvPr/>
          </p:nvSpPr>
          <p:spPr bwMode="auto">
            <a:xfrm>
              <a:off x="1587" y="1880"/>
              <a:ext cx="85" cy="49"/>
            </a:xfrm>
            <a:custGeom>
              <a:avLst/>
              <a:gdLst>
                <a:gd name="T0" fmla="*/ 3 w 426"/>
                <a:gd name="T1" fmla="*/ 0 h 245"/>
                <a:gd name="T2" fmla="*/ 3 w 426"/>
                <a:gd name="T3" fmla="*/ 0 h 245"/>
                <a:gd name="T4" fmla="*/ 3 w 426"/>
                <a:gd name="T5" fmla="*/ 0 h 245"/>
                <a:gd name="T6" fmla="*/ 3 w 426"/>
                <a:gd name="T7" fmla="*/ 0 h 245"/>
                <a:gd name="T8" fmla="*/ 2 w 426"/>
                <a:gd name="T9" fmla="*/ 0 h 245"/>
                <a:gd name="T10" fmla="*/ 2 w 426"/>
                <a:gd name="T11" fmla="*/ 0 h 245"/>
                <a:gd name="T12" fmla="*/ 2 w 426"/>
                <a:gd name="T13" fmla="*/ 0 h 245"/>
                <a:gd name="T14" fmla="*/ 2 w 426"/>
                <a:gd name="T15" fmla="*/ 0 h 245"/>
                <a:gd name="T16" fmla="*/ 1 w 426"/>
                <a:gd name="T17" fmla="*/ 0 h 245"/>
                <a:gd name="T18" fmla="*/ 1 w 426"/>
                <a:gd name="T19" fmla="*/ 1 h 245"/>
                <a:gd name="T20" fmla="*/ 1 w 426"/>
                <a:gd name="T21" fmla="*/ 1 h 245"/>
                <a:gd name="T22" fmla="*/ 1 w 426"/>
                <a:gd name="T23" fmla="*/ 1 h 245"/>
                <a:gd name="T24" fmla="*/ 0 w 426"/>
                <a:gd name="T25" fmla="*/ 1 h 245"/>
                <a:gd name="T26" fmla="*/ 0 w 426"/>
                <a:gd name="T27" fmla="*/ 1 h 245"/>
                <a:gd name="T28" fmla="*/ 0 w 426"/>
                <a:gd name="T29" fmla="*/ 1 h 245"/>
                <a:gd name="T30" fmla="*/ 0 w 426"/>
                <a:gd name="T31" fmla="*/ 2 h 245"/>
                <a:gd name="T32" fmla="*/ 0 w 426"/>
                <a:gd name="T33" fmla="*/ 2 h 245"/>
                <a:gd name="T34" fmla="*/ 0 w 426"/>
                <a:gd name="T35" fmla="*/ 2 h 245"/>
                <a:gd name="T36" fmla="*/ 0 w 426"/>
                <a:gd name="T37" fmla="*/ 2 h 245"/>
                <a:gd name="T38" fmla="*/ 0 w 426"/>
                <a:gd name="T39" fmla="*/ 2 h 245"/>
                <a:gd name="T40" fmla="*/ 0 w 426"/>
                <a:gd name="T41" fmla="*/ 2 h 245"/>
                <a:gd name="T42" fmla="*/ 0 w 426"/>
                <a:gd name="T43" fmla="*/ 1 h 245"/>
                <a:gd name="T44" fmla="*/ 0 w 426"/>
                <a:gd name="T45" fmla="*/ 1 h 245"/>
                <a:gd name="T46" fmla="*/ 0 w 426"/>
                <a:gd name="T47" fmla="*/ 1 h 245"/>
                <a:gd name="T48" fmla="*/ 1 w 426"/>
                <a:gd name="T49" fmla="*/ 1 h 245"/>
                <a:gd name="T50" fmla="*/ 1 w 426"/>
                <a:gd name="T51" fmla="*/ 1 h 245"/>
                <a:gd name="T52" fmla="*/ 1 w 426"/>
                <a:gd name="T53" fmla="*/ 1 h 245"/>
                <a:gd name="T54" fmla="*/ 1 w 426"/>
                <a:gd name="T55" fmla="*/ 1 h 245"/>
                <a:gd name="T56" fmla="*/ 2 w 426"/>
                <a:gd name="T57" fmla="*/ 0 h 245"/>
                <a:gd name="T58" fmla="*/ 2 w 426"/>
                <a:gd name="T59" fmla="*/ 0 h 245"/>
                <a:gd name="T60" fmla="*/ 2 w 426"/>
                <a:gd name="T61" fmla="*/ 0 h 245"/>
                <a:gd name="T62" fmla="*/ 2 w 426"/>
                <a:gd name="T63" fmla="*/ 0 h 245"/>
                <a:gd name="T64" fmla="*/ 3 w 426"/>
                <a:gd name="T65" fmla="*/ 0 h 245"/>
                <a:gd name="T66" fmla="*/ 3 w 426"/>
                <a:gd name="T67" fmla="*/ 0 h 245"/>
                <a:gd name="T68" fmla="*/ 3 w 426"/>
                <a:gd name="T69" fmla="*/ 0 h 245"/>
                <a:gd name="T70" fmla="*/ 3 w 426"/>
                <a:gd name="T71" fmla="*/ 0 h 245"/>
                <a:gd name="T72" fmla="*/ 3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426" y="0"/>
                  </a:moveTo>
                  <a:lnTo>
                    <a:pt x="426" y="0"/>
                  </a:lnTo>
                  <a:lnTo>
                    <a:pt x="384" y="1"/>
                  </a:lnTo>
                  <a:lnTo>
                    <a:pt x="340" y="4"/>
                  </a:lnTo>
                  <a:lnTo>
                    <a:pt x="300" y="10"/>
                  </a:lnTo>
                  <a:lnTo>
                    <a:pt x="262" y="18"/>
                  </a:lnTo>
                  <a:lnTo>
                    <a:pt x="224" y="29"/>
                  </a:lnTo>
                  <a:lnTo>
                    <a:pt x="189" y="41"/>
                  </a:lnTo>
                  <a:lnTo>
                    <a:pt x="157" y="55"/>
                  </a:lnTo>
                  <a:lnTo>
                    <a:pt x="126" y="70"/>
                  </a:lnTo>
                  <a:lnTo>
                    <a:pt x="99" y="89"/>
                  </a:lnTo>
                  <a:lnTo>
                    <a:pt x="74" y="106"/>
                  </a:lnTo>
                  <a:lnTo>
                    <a:pt x="52" y="126"/>
                  </a:lnTo>
                  <a:lnTo>
                    <a:pt x="34" y="148"/>
                  </a:lnTo>
                  <a:lnTo>
                    <a:pt x="19" y="171"/>
                  </a:lnTo>
                  <a:lnTo>
                    <a:pt x="9" y="194"/>
                  </a:lnTo>
                  <a:lnTo>
                    <a:pt x="3" y="219"/>
                  </a:lnTo>
                  <a:lnTo>
                    <a:pt x="0" y="245"/>
                  </a:lnTo>
                  <a:lnTo>
                    <a:pt x="12" y="245"/>
                  </a:lnTo>
                  <a:lnTo>
                    <a:pt x="15" y="221"/>
                  </a:lnTo>
                  <a:lnTo>
                    <a:pt x="20" y="199"/>
                  </a:lnTo>
                  <a:lnTo>
                    <a:pt x="31" y="178"/>
                  </a:lnTo>
                  <a:lnTo>
                    <a:pt x="44" y="156"/>
                  </a:lnTo>
                  <a:lnTo>
                    <a:pt x="61" y="136"/>
                  </a:lnTo>
                  <a:lnTo>
                    <a:pt x="81" y="116"/>
                  </a:lnTo>
                  <a:lnTo>
                    <a:pt x="106" y="98"/>
                  </a:lnTo>
                  <a:lnTo>
                    <a:pt x="133" y="82"/>
                  </a:lnTo>
                  <a:lnTo>
                    <a:pt x="162" y="66"/>
                  </a:lnTo>
                  <a:lnTo>
                    <a:pt x="194" y="52"/>
                  </a:lnTo>
                  <a:lnTo>
                    <a:pt x="229" y="41"/>
                  </a:lnTo>
                  <a:lnTo>
                    <a:pt x="264" y="30"/>
                  </a:lnTo>
                  <a:lnTo>
                    <a:pt x="303" y="22"/>
                  </a:lnTo>
                  <a:lnTo>
                    <a:pt x="343" y="16"/>
                  </a:lnTo>
                  <a:lnTo>
                    <a:pt x="384" y="12"/>
                  </a:lnTo>
                  <a:lnTo>
                    <a:pt x="426" y="11"/>
                  </a:lnTo>
                  <a:lnTo>
                    <a:pt x="42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4344" name="Freeform 34"/>
            <p:cNvSpPr>
              <a:spLocks/>
            </p:cNvSpPr>
            <p:nvPr/>
          </p:nvSpPr>
          <p:spPr bwMode="auto">
            <a:xfrm>
              <a:off x="1587" y="1929"/>
              <a:ext cx="85" cy="49"/>
            </a:xfrm>
            <a:custGeom>
              <a:avLst/>
              <a:gdLst>
                <a:gd name="T0" fmla="*/ 0 w 426"/>
                <a:gd name="T1" fmla="*/ 0 h 245"/>
                <a:gd name="T2" fmla="*/ 0 w 426"/>
                <a:gd name="T3" fmla="*/ 0 h 245"/>
                <a:gd name="T4" fmla="*/ 0 w 426"/>
                <a:gd name="T5" fmla="*/ 0 h 245"/>
                <a:gd name="T6" fmla="*/ 0 w 426"/>
                <a:gd name="T7" fmla="*/ 0 h 245"/>
                <a:gd name="T8" fmla="*/ 0 w 426"/>
                <a:gd name="T9" fmla="*/ 1 h 245"/>
                <a:gd name="T10" fmla="*/ 0 w 426"/>
                <a:gd name="T11" fmla="*/ 1 h 245"/>
                <a:gd name="T12" fmla="*/ 0 w 426"/>
                <a:gd name="T13" fmla="*/ 1 h 245"/>
                <a:gd name="T14" fmla="*/ 1 w 426"/>
                <a:gd name="T15" fmla="*/ 1 h 245"/>
                <a:gd name="T16" fmla="*/ 1 w 426"/>
                <a:gd name="T17" fmla="*/ 1 h 245"/>
                <a:gd name="T18" fmla="*/ 1 w 426"/>
                <a:gd name="T19" fmla="*/ 1 h 245"/>
                <a:gd name="T20" fmla="*/ 1 w 426"/>
                <a:gd name="T21" fmla="*/ 2 h 245"/>
                <a:gd name="T22" fmla="*/ 2 w 426"/>
                <a:gd name="T23" fmla="*/ 2 h 245"/>
                <a:gd name="T24" fmla="*/ 2 w 426"/>
                <a:gd name="T25" fmla="*/ 2 h 245"/>
                <a:gd name="T26" fmla="*/ 2 w 426"/>
                <a:gd name="T27" fmla="*/ 2 h 245"/>
                <a:gd name="T28" fmla="*/ 2 w 426"/>
                <a:gd name="T29" fmla="*/ 2 h 245"/>
                <a:gd name="T30" fmla="*/ 3 w 426"/>
                <a:gd name="T31" fmla="*/ 2 h 245"/>
                <a:gd name="T32" fmla="*/ 3 w 426"/>
                <a:gd name="T33" fmla="*/ 2 h 245"/>
                <a:gd name="T34" fmla="*/ 3 w 426"/>
                <a:gd name="T35" fmla="*/ 2 h 245"/>
                <a:gd name="T36" fmla="*/ 3 w 426"/>
                <a:gd name="T37" fmla="*/ 2 h 245"/>
                <a:gd name="T38" fmla="*/ 3 w 426"/>
                <a:gd name="T39" fmla="*/ 2 h 245"/>
                <a:gd name="T40" fmla="*/ 3 w 426"/>
                <a:gd name="T41" fmla="*/ 2 h 245"/>
                <a:gd name="T42" fmla="*/ 2 w 426"/>
                <a:gd name="T43" fmla="*/ 2 h 245"/>
                <a:gd name="T44" fmla="*/ 2 w 426"/>
                <a:gd name="T45" fmla="*/ 2 h 245"/>
                <a:gd name="T46" fmla="*/ 2 w 426"/>
                <a:gd name="T47" fmla="*/ 2 h 245"/>
                <a:gd name="T48" fmla="*/ 2 w 426"/>
                <a:gd name="T49" fmla="*/ 2 h 245"/>
                <a:gd name="T50" fmla="*/ 1 w 426"/>
                <a:gd name="T51" fmla="*/ 1 h 245"/>
                <a:gd name="T52" fmla="*/ 1 w 426"/>
                <a:gd name="T53" fmla="*/ 1 h 245"/>
                <a:gd name="T54" fmla="*/ 1 w 426"/>
                <a:gd name="T55" fmla="*/ 1 h 245"/>
                <a:gd name="T56" fmla="*/ 1 w 426"/>
                <a:gd name="T57" fmla="*/ 1 h 245"/>
                <a:gd name="T58" fmla="*/ 0 w 426"/>
                <a:gd name="T59" fmla="*/ 1 h 245"/>
                <a:gd name="T60" fmla="*/ 0 w 426"/>
                <a:gd name="T61" fmla="*/ 1 h 245"/>
                <a:gd name="T62" fmla="*/ 0 w 426"/>
                <a:gd name="T63" fmla="*/ 1 h 245"/>
                <a:gd name="T64" fmla="*/ 0 w 426"/>
                <a:gd name="T65" fmla="*/ 0 h 245"/>
                <a:gd name="T66" fmla="*/ 0 w 426"/>
                <a:gd name="T67" fmla="*/ 0 h 245"/>
                <a:gd name="T68" fmla="*/ 0 w 426"/>
                <a:gd name="T69" fmla="*/ 0 h 245"/>
                <a:gd name="T70" fmla="*/ 0 w 426"/>
                <a:gd name="T71" fmla="*/ 0 h 245"/>
                <a:gd name="T72" fmla="*/ 0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0" y="0"/>
                  </a:moveTo>
                  <a:lnTo>
                    <a:pt x="0" y="0"/>
                  </a:lnTo>
                  <a:lnTo>
                    <a:pt x="3" y="25"/>
                  </a:lnTo>
                  <a:lnTo>
                    <a:pt x="9" y="50"/>
                  </a:lnTo>
                  <a:lnTo>
                    <a:pt x="19" y="73"/>
                  </a:lnTo>
                  <a:lnTo>
                    <a:pt x="34" y="96"/>
                  </a:lnTo>
                  <a:lnTo>
                    <a:pt x="52" y="118"/>
                  </a:lnTo>
                  <a:lnTo>
                    <a:pt x="74" y="138"/>
                  </a:lnTo>
                  <a:lnTo>
                    <a:pt x="99" y="156"/>
                  </a:lnTo>
                  <a:lnTo>
                    <a:pt x="126" y="174"/>
                  </a:lnTo>
                  <a:lnTo>
                    <a:pt x="157" y="190"/>
                  </a:lnTo>
                  <a:lnTo>
                    <a:pt x="189" y="204"/>
                  </a:lnTo>
                  <a:lnTo>
                    <a:pt x="224" y="215"/>
                  </a:lnTo>
                  <a:lnTo>
                    <a:pt x="262" y="226"/>
                  </a:lnTo>
                  <a:lnTo>
                    <a:pt x="300" y="234"/>
                  </a:lnTo>
                  <a:lnTo>
                    <a:pt x="340" y="240"/>
                  </a:lnTo>
                  <a:lnTo>
                    <a:pt x="384" y="244"/>
                  </a:lnTo>
                  <a:lnTo>
                    <a:pt x="426" y="245"/>
                  </a:lnTo>
                  <a:lnTo>
                    <a:pt x="426" y="233"/>
                  </a:lnTo>
                  <a:lnTo>
                    <a:pt x="384" y="232"/>
                  </a:lnTo>
                  <a:lnTo>
                    <a:pt x="343" y="228"/>
                  </a:lnTo>
                  <a:lnTo>
                    <a:pt x="303" y="222"/>
                  </a:lnTo>
                  <a:lnTo>
                    <a:pt x="264" y="214"/>
                  </a:lnTo>
                  <a:lnTo>
                    <a:pt x="229" y="204"/>
                  </a:lnTo>
                  <a:lnTo>
                    <a:pt x="194" y="192"/>
                  </a:lnTo>
                  <a:lnTo>
                    <a:pt x="162" y="178"/>
                  </a:lnTo>
                  <a:lnTo>
                    <a:pt x="133" y="163"/>
                  </a:lnTo>
                  <a:lnTo>
                    <a:pt x="106" y="146"/>
                  </a:lnTo>
                  <a:lnTo>
                    <a:pt x="81" y="129"/>
                  </a:lnTo>
                  <a:lnTo>
                    <a:pt x="61" y="109"/>
                  </a:lnTo>
                  <a:lnTo>
                    <a:pt x="44" y="89"/>
                  </a:lnTo>
                  <a:lnTo>
                    <a:pt x="31" y="66"/>
                  </a:lnTo>
                  <a:lnTo>
                    <a:pt x="20" y="45"/>
                  </a:lnTo>
                  <a:lnTo>
                    <a:pt x="15" y="2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4345" name="Freeform 35"/>
            <p:cNvSpPr>
              <a:spLocks/>
            </p:cNvSpPr>
            <p:nvPr/>
          </p:nvSpPr>
          <p:spPr bwMode="auto">
            <a:xfrm>
              <a:off x="878" y="1448"/>
              <a:ext cx="792" cy="954"/>
            </a:xfrm>
            <a:custGeom>
              <a:avLst/>
              <a:gdLst>
                <a:gd name="T0" fmla="*/ 13 w 3960"/>
                <a:gd name="T1" fmla="*/ 38 h 4768"/>
                <a:gd name="T2" fmla="*/ 14 w 3960"/>
                <a:gd name="T3" fmla="*/ 38 h 4768"/>
                <a:gd name="T4" fmla="*/ 15 w 3960"/>
                <a:gd name="T5" fmla="*/ 38 h 4768"/>
                <a:gd name="T6" fmla="*/ 15 w 3960"/>
                <a:gd name="T7" fmla="*/ 38 h 4768"/>
                <a:gd name="T8" fmla="*/ 16 w 3960"/>
                <a:gd name="T9" fmla="*/ 38 h 4768"/>
                <a:gd name="T10" fmla="*/ 17 w 3960"/>
                <a:gd name="T11" fmla="*/ 38 h 4768"/>
                <a:gd name="T12" fmla="*/ 17 w 3960"/>
                <a:gd name="T13" fmla="*/ 38 h 4768"/>
                <a:gd name="T14" fmla="*/ 18 w 3960"/>
                <a:gd name="T15" fmla="*/ 38 h 4768"/>
                <a:gd name="T16" fmla="*/ 18 w 3960"/>
                <a:gd name="T17" fmla="*/ 38 h 4768"/>
                <a:gd name="T18" fmla="*/ 29 w 3960"/>
                <a:gd name="T19" fmla="*/ 30 h 4768"/>
                <a:gd name="T20" fmla="*/ 30 w 3960"/>
                <a:gd name="T21" fmla="*/ 30 h 4768"/>
                <a:gd name="T22" fmla="*/ 30 w 3960"/>
                <a:gd name="T23" fmla="*/ 29 h 4768"/>
                <a:gd name="T24" fmla="*/ 31 w 3960"/>
                <a:gd name="T25" fmla="*/ 28 h 4768"/>
                <a:gd name="T26" fmla="*/ 31 w 3960"/>
                <a:gd name="T27" fmla="*/ 28 h 4768"/>
                <a:gd name="T28" fmla="*/ 31 w 3960"/>
                <a:gd name="T29" fmla="*/ 27 h 4768"/>
                <a:gd name="T30" fmla="*/ 32 w 3960"/>
                <a:gd name="T31" fmla="*/ 26 h 4768"/>
                <a:gd name="T32" fmla="*/ 32 w 3960"/>
                <a:gd name="T33" fmla="*/ 25 h 4768"/>
                <a:gd name="T34" fmla="*/ 32 w 3960"/>
                <a:gd name="T35" fmla="*/ 11 h 4768"/>
                <a:gd name="T36" fmla="*/ 32 w 3960"/>
                <a:gd name="T37" fmla="*/ 10 h 4768"/>
                <a:gd name="T38" fmla="*/ 31 w 3960"/>
                <a:gd name="T39" fmla="*/ 9 h 4768"/>
                <a:gd name="T40" fmla="*/ 31 w 3960"/>
                <a:gd name="T41" fmla="*/ 9 h 4768"/>
                <a:gd name="T42" fmla="*/ 31 w 3960"/>
                <a:gd name="T43" fmla="*/ 8 h 4768"/>
                <a:gd name="T44" fmla="*/ 31 w 3960"/>
                <a:gd name="T45" fmla="*/ 8 h 4768"/>
                <a:gd name="T46" fmla="*/ 30 w 3960"/>
                <a:gd name="T47" fmla="*/ 7 h 4768"/>
                <a:gd name="T48" fmla="*/ 30 w 3960"/>
                <a:gd name="T49" fmla="*/ 7 h 4768"/>
                <a:gd name="T50" fmla="*/ 29 w 3960"/>
                <a:gd name="T51" fmla="*/ 6 h 4768"/>
                <a:gd name="T52" fmla="*/ 19 w 3960"/>
                <a:gd name="T53" fmla="*/ 1 h 4768"/>
                <a:gd name="T54" fmla="*/ 18 w 3960"/>
                <a:gd name="T55" fmla="*/ 0 h 4768"/>
                <a:gd name="T56" fmla="*/ 17 w 3960"/>
                <a:gd name="T57" fmla="*/ 0 h 4768"/>
                <a:gd name="T58" fmla="*/ 17 w 3960"/>
                <a:gd name="T59" fmla="*/ 0 h 4768"/>
                <a:gd name="T60" fmla="*/ 16 w 3960"/>
                <a:gd name="T61" fmla="*/ 0 h 4768"/>
                <a:gd name="T62" fmla="*/ 15 w 3960"/>
                <a:gd name="T63" fmla="*/ 0 h 4768"/>
                <a:gd name="T64" fmla="*/ 14 w 3960"/>
                <a:gd name="T65" fmla="*/ 0 h 4768"/>
                <a:gd name="T66" fmla="*/ 14 w 3960"/>
                <a:gd name="T67" fmla="*/ 0 h 4768"/>
                <a:gd name="T68" fmla="*/ 2 w 3960"/>
                <a:gd name="T69" fmla="*/ 6 h 4768"/>
                <a:gd name="T70" fmla="*/ 2 w 3960"/>
                <a:gd name="T71" fmla="*/ 7 h 4768"/>
                <a:gd name="T72" fmla="*/ 1 w 3960"/>
                <a:gd name="T73" fmla="*/ 7 h 4768"/>
                <a:gd name="T74" fmla="*/ 1 w 3960"/>
                <a:gd name="T75" fmla="*/ 8 h 4768"/>
                <a:gd name="T76" fmla="*/ 1 w 3960"/>
                <a:gd name="T77" fmla="*/ 8 h 4768"/>
                <a:gd name="T78" fmla="*/ 0 w 3960"/>
                <a:gd name="T79" fmla="*/ 9 h 4768"/>
                <a:gd name="T80" fmla="*/ 0 w 3960"/>
                <a:gd name="T81" fmla="*/ 9 h 4768"/>
                <a:gd name="T82" fmla="*/ 0 w 3960"/>
                <a:gd name="T83" fmla="*/ 10 h 4768"/>
                <a:gd name="T84" fmla="*/ 0 w 3960"/>
                <a:gd name="T85" fmla="*/ 11 h 4768"/>
                <a:gd name="T86" fmla="*/ 0 w 3960"/>
                <a:gd name="T87" fmla="*/ 25 h 4768"/>
                <a:gd name="T88" fmla="*/ 0 w 3960"/>
                <a:gd name="T89" fmla="*/ 26 h 4768"/>
                <a:gd name="T90" fmla="*/ 0 w 3960"/>
                <a:gd name="T91" fmla="*/ 27 h 4768"/>
                <a:gd name="T92" fmla="*/ 1 w 3960"/>
                <a:gd name="T93" fmla="*/ 28 h 4768"/>
                <a:gd name="T94" fmla="*/ 1 w 3960"/>
                <a:gd name="T95" fmla="*/ 29 h 4768"/>
                <a:gd name="T96" fmla="*/ 1 w 3960"/>
                <a:gd name="T97" fmla="*/ 29 h 4768"/>
                <a:gd name="T98" fmla="*/ 2 w 3960"/>
                <a:gd name="T99" fmla="*/ 30 h 4768"/>
                <a:gd name="T100" fmla="*/ 3 w 3960"/>
                <a:gd name="T101" fmla="*/ 31 h 4768"/>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w 3960"/>
                <a:gd name="T154" fmla="*/ 0 h 4768"/>
                <a:gd name="T155" fmla="*/ 3960 w 3960"/>
                <a:gd name="T156" fmla="*/ 4768 h 4768"/>
              </a:gdLst>
              <a:ahLst/>
              <a:cxnLst>
                <a:cxn ang="T102">
                  <a:pos x="T0" y="T1"/>
                </a:cxn>
                <a:cxn ang="T103">
                  <a:pos x="T2" y="T3"/>
                </a:cxn>
                <a:cxn ang="T104">
                  <a:pos x="T4" y="T5"/>
                </a:cxn>
                <a:cxn ang="T105">
                  <a:pos x="T6" y="T7"/>
                </a:cxn>
                <a:cxn ang="T106">
                  <a:pos x="T8" y="T9"/>
                </a:cxn>
                <a:cxn ang="T107">
                  <a:pos x="T10" y="T11"/>
                </a:cxn>
                <a:cxn ang="T108">
                  <a:pos x="T12" y="T13"/>
                </a:cxn>
                <a:cxn ang="T109">
                  <a:pos x="T14" y="T15"/>
                </a:cxn>
                <a:cxn ang="T110">
                  <a:pos x="T16" y="T17"/>
                </a:cxn>
                <a:cxn ang="T111">
                  <a:pos x="T18" y="T19"/>
                </a:cxn>
                <a:cxn ang="T112">
                  <a:pos x="T20" y="T21"/>
                </a:cxn>
                <a:cxn ang="T113">
                  <a:pos x="T22" y="T23"/>
                </a:cxn>
                <a:cxn ang="T114">
                  <a:pos x="T24" y="T25"/>
                </a:cxn>
                <a:cxn ang="T115">
                  <a:pos x="T26" y="T27"/>
                </a:cxn>
                <a:cxn ang="T116">
                  <a:pos x="T28" y="T29"/>
                </a:cxn>
                <a:cxn ang="T117">
                  <a:pos x="T30" y="T31"/>
                </a:cxn>
                <a:cxn ang="T118">
                  <a:pos x="T32" y="T33"/>
                </a:cxn>
                <a:cxn ang="T119">
                  <a:pos x="T34" y="T35"/>
                </a:cxn>
                <a:cxn ang="T120">
                  <a:pos x="T36" y="T37"/>
                </a:cxn>
                <a:cxn ang="T121">
                  <a:pos x="T38" y="T39"/>
                </a:cxn>
                <a:cxn ang="T122">
                  <a:pos x="T40" y="T41"/>
                </a:cxn>
                <a:cxn ang="T123">
                  <a:pos x="T42" y="T43"/>
                </a:cxn>
                <a:cxn ang="T124">
                  <a:pos x="T44" y="T45"/>
                </a:cxn>
                <a:cxn ang="T125">
                  <a:pos x="T46" y="T47"/>
                </a:cxn>
                <a:cxn ang="T126">
                  <a:pos x="T48" y="T49"/>
                </a:cxn>
                <a:cxn ang="T127">
                  <a:pos x="T50" y="T51"/>
                </a:cxn>
                <a:cxn ang="T128">
                  <a:pos x="T52" y="T53"/>
                </a:cxn>
                <a:cxn ang="T129">
                  <a:pos x="T54" y="T55"/>
                </a:cxn>
                <a:cxn ang="T130">
                  <a:pos x="T56" y="T57"/>
                </a:cxn>
                <a:cxn ang="T131">
                  <a:pos x="T58" y="T59"/>
                </a:cxn>
                <a:cxn ang="T132">
                  <a:pos x="T60" y="T61"/>
                </a:cxn>
                <a:cxn ang="T133">
                  <a:pos x="T62" y="T63"/>
                </a:cxn>
                <a:cxn ang="T134">
                  <a:pos x="T64" y="T65"/>
                </a:cxn>
                <a:cxn ang="T135">
                  <a:pos x="T66" y="T67"/>
                </a:cxn>
                <a:cxn ang="T136">
                  <a:pos x="T68" y="T69"/>
                </a:cxn>
                <a:cxn ang="T137">
                  <a:pos x="T70" y="T71"/>
                </a:cxn>
                <a:cxn ang="T138">
                  <a:pos x="T72" y="T73"/>
                </a:cxn>
                <a:cxn ang="T139">
                  <a:pos x="T74" y="T75"/>
                </a:cxn>
                <a:cxn ang="T140">
                  <a:pos x="T76" y="T77"/>
                </a:cxn>
                <a:cxn ang="T141">
                  <a:pos x="T78" y="T79"/>
                </a:cxn>
                <a:cxn ang="T142">
                  <a:pos x="T80" y="T81"/>
                </a:cxn>
                <a:cxn ang="T143">
                  <a:pos x="T82" y="T83"/>
                </a:cxn>
                <a:cxn ang="T144">
                  <a:pos x="T84" y="T85"/>
                </a:cxn>
                <a:cxn ang="T145">
                  <a:pos x="T86" y="T87"/>
                </a:cxn>
                <a:cxn ang="T146">
                  <a:pos x="T88" y="T89"/>
                </a:cxn>
                <a:cxn ang="T147">
                  <a:pos x="T90" y="T91"/>
                </a:cxn>
                <a:cxn ang="T148">
                  <a:pos x="T92" y="T93"/>
                </a:cxn>
                <a:cxn ang="T149">
                  <a:pos x="T94" y="T95"/>
                </a:cxn>
                <a:cxn ang="T150">
                  <a:pos x="T96" y="T97"/>
                </a:cxn>
                <a:cxn ang="T151">
                  <a:pos x="T98" y="T99"/>
                </a:cxn>
                <a:cxn ang="T152">
                  <a:pos x="T100" y="T101"/>
                </a:cxn>
              </a:cxnLst>
              <a:rect l="T153" t="T154" r="T155" b="T156"/>
              <a:pathLst>
                <a:path w="3960" h="4768">
                  <a:moveTo>
                    <a:pt x="353" y="3849"/>
                  </a:moveTo>
                  <a:lnTo>
                    <a:pt x="1661" y="4700"/>
                  </a:lnTo>
                  <a:lnTo>
                    <a:pt x="1697" y="4717"/>
                  </a:lnTo>
                  <a:lnTo>
                    <a:pt x="1736" y="4731"/>
                  </a:lnTo>
                  <a:lnTo>
                    <a:pt x="1776" y="4742"/>
                  </a:lnTo>
                  <a:lnTo>
                    <a:pt x="1818" y="4753"/>
                  </a:lnTo>
                  <a:lnTo>
                    <a:pt x="1860" y="4760"/>
                  </a:lnTo>
                  <a:lnTo>
                    <a:pt x="1902" y="4765"/>
                  </a:lnTo>
                  <a:lnTo>
                    <a:pt x="1946" y="4768"/>
                  </a:lnTo>
                  <a:lnTo>
                    <a:pt x="1988" y="4768"/>
                  </a:lnTo>
                  <a:lnTo>
                    <a:pt x="2031" y="4767"/>
                  </a:lnTo>
                  <a:lnTo>
                    <a:pt x="2073" y="4763"/>
                  </a:lnTo>
                  <a:lnTo>
                    <a:pt x="2114" y="4758"/>
                  </a:lnTo>
                  <a:lnTo>
                    <a:pt x="2154" y="4751"/>
                  </a:lnTo>
                  <a:lnTo>
                    <a:pt x="2193" y="4740"/>
                  </a:lnTo>
                  <a:lnTo>
                    <a:pt x="2230" y="4729"/>
                  </a:lnTo>
                  <a:lnTo>
                    <a:pt x="2264" y="4715"/>
                  </a:lnTo>
                  <a:lnTo>
                    <a:pt x="2297" y="4700"/>
                  </a:lnTo>
                  <a:lnTo>
                    <a:pt x="3639" y="3825"/>
                  </a:lnTo>
                  <a:lnTo>
                    <a:pt x="3673" y="3795"/>
                  </a:lnTo>
                  <a:lnTo>
                    <a:pt x="3707" y="3761"/>
                  </a:lnTo>
                  <a:lnTo>
                    <a:pt x="3738" y="3725"/>
                  </a:lnTo>
                  <a:lnTo>
                    <a:pt x="3768" y="3685"/>
                  </a:lnTo>
                  <a:lnTo>
                    <a:pt x="3796" y="3644"/>
                  </a:lnTo>
                  <a:lnTo>
                    <a:pt x="3821" y="3599"/>
                  </a:lnTo>
                  <a:lnTo>
                    <a:pt x="3846" y="3553"/>
                  </a:lnTo>
                  <a:lnTo>
                    <a:pt x="3868" y="3505"/>
                  </a:lnTo>
                  <a:lnTo>
                    <a:pt x="3888" y="3456"/>
                  </a:lnTo>
                  <a:lnTo>
                    <a:pt x="3907" y="3406"/>
                  </a:lnTo>
                  <a:lnTo>
                    <a:pt x="3922" y="3354"/>
                  </a:lnTo>
                  <a:lnTo>
                    <a:pt x="3935" y="3303"/>
                  </a:lnTo>
                  <a:lnTo>
                    <a:pt x="3946" y="3250"/>
                  </a:lnTo>
                  <a:lnTo>
                    <a:pt x="3953" y="3197"/>
                  </a:lnTo>
                  <a:lnTo>
                    <a:pt x="3957" y="3144"/>
                  </a:lnTo>
                  <a:lnTo>
                    <a:pt x="3960" y="3092"/>
                  </a:lnTo>
                  <a:lnTo>
                    <a:pt x="3959" y="1313"/>
                  </a:lnTo>
                  <a:lnTo>
                    <a:pt x="3955" y="1271"/>
                  </a:lnTo>
                  <a:lnTo>
                    <a:pt x="3949" y="1229"/>
                  </a:lnTo>
                  <a:lnTo>
                    <a:pt x="3941" y="1189"/>
                  </a:lnTo>
                  <a:lnTo>
                    <a:pt x="3930" y="1149"/>
                  </a:lnTo>
                  <a:lnTo>
                    <a:pt x="3918" y="1111"/>
                  </a:lnTo>
                  <a:lnTo>
                    <a:pt x="3902" y="1075"/>
                  </a:lnTo>
                  <a:lnTo>
                    <a:pt x="3886" y="1040"/>
                  </a:lnTo>
                  <a:lnTo>
                    <a:pt x="3867" y="1006"/>
                  </a:lnTo>
                  <a:lnTo>
                    <a:pt x="3846" y="973"/>
                  </a:lnTo>
                  <a:lnTo>
                    <a:pt x="3823" y="942"/>
                  </a:lnTo>
                  <a:lnTo>
                    <a:pt x="3798" y="913"/>
                  </a:lnTo>
                  <a:lnTo>
                    <a:pt x="3771" y="886"/>
                  </a:lnTo>
                  <a:lnTo>
                    <a:pt x="3743" y="860"/>
                  </a:lnTo>
                  <a:lnTo>
                    <a:pt x="3714" y="837"/>
                  </a:lnTo>
                  <a:lnTo>
                    <a:pt x="3682" y="816"/>
                  </a:lnTo>
                  <a:lnTo>
                    <a:pt x="3649" y="796"/>
                  </a:lnTo>
                  <a:lnTo>
                    <a:pt x="2386" y="83"/>
                  </a:lnTo>
                  <a:lnTo>
                    <a:pt x="2350" y="65"/>
                  </a:lnTo>
                  <a:lnTo>
                    <a:pt x="2310" y="50"/>
                  </a:lnTo>
                  <a:lnTo>
                    <a:pt x="2268" y="36"/>
                  </a:lnTo>
                  <a:lnTo>
                    <a:pt x="2223" y="24"/>
                  </a:lnTo>
                  <a:lnTo>
                    <a:pt x="2178" y="15"/>
                  </a:lnTo>
                  <a:lnTo>
                    <a:pt x="2131" y="8"/>
                  </a:lnTo>
                  <a:lnTo>
                    <a:pt x="2082" y="3"/>
                  </a:lnTo>
                  <a:lnTo>
                    <a:pt x="2032" y="0"/>
                  </a:lnTo>
                  <a:lnTo>
                    <a:pt x="1982" y="1"/>
                  </a:lnTo>
                  <a:lnTo>
                    <a:pt x="1933" y="3"/>
                  </a:lnTo>
                  <a:lnTo>
                    <a:pt x="1882" y="9"/>
                  </a:lnTo>
                  <a:lnTo>
                    <a:pt x="1833" y="17"/>
                  </a:lnTo>
                  <a:lnTo>
                    <a:pt x="1785" y="29"/>
                  </a:lnTo>
                  <a:lnTo>
                    <a:pt x="1737" y="43"/>
                  </a:lnTo>
                  <a:lnTo>
                    <a:pt x="1691" y="62"/>
                  </a:lnTo>
                  <a:lnTo>
                    <a:pt x="1647" y="83"/>
                  </a:lnTo>
                  <a:lnTo>
                    <a:pt x="311" y="782"/>
                  </a:lnTo>
                  <a:lnTo>
                    <a:pt x="276" y="803"/>
                  </a:lnTo>
                  <a:lnTo>
                    <a:pt x="243" y="826"/>
                  </a:lnTo>
                  <a:lnTo>
                    <a:pt x="213" y="852"/>
                  </a:lnTo>
                  <a:lnTo>
                    <a:pt x="184" y="879"/>
                  </a:lnTo>
                  <a:lnTo>
                    <a:pt x="155" y="908"/>
                  </a:lnTo>
                  <a:lnTo>
                    <a:pt x="131" y="939"/>
                  </a:lnTo>
                  <a:lnTo>
                    <a:pt x="107" y="971"/>
                  </a:lnTo>
                  <a:lnTo>
                    <a:pt x="86" y="1005"/>
                  </a:lnTo>
                  <a:lnTo>
                    <a:pt x="68" y="1040"/>
                  </a:lnTo>
                  <a:lnTo>
                    <a:pt x="50" y="1076"/>
                  </a:lnTo>
                  <a:lnTo>
                    <a:pt x="36" y="1115"/>
                  </a:lnTo>
                  <a:lnTo>
                    <a:pt x="23" y="1153"/>
                  </a:lnTo>
                  <a:lnTo>
                    <a:pt x="14" y="1195"/>
                  </a:lnTo>
                  <a:lnTo>
                    <a:pt x="7" y="1236"/>
                  </a:lnTo>
                  <a:lnTo>
                    <a:pt x="2" y="1279"/>
                  </a:lnTo>
                  <a:lnTo>
                    <a:pt x="0" y="1322"/>
                  </a:lnTo>
                  <a:lnTo>
                    <a:pt x="0" y="3093"/>
                  </a:lnTo>
                  <a:lnTo>
                    <a:pt x="2" y="3147"/>
                  </a:lnTo>
                  <a:lnTo>
                    <a:pt x="7" y="3202"/>
                  </a:lnTo>
                  <a:lnTo>
                    <a:pt x="15" y="3257"/>
                  </a:lnTo>
                  <a:lnTo>
                    <a:pt x="27" y="3312"/>
                  </a:lnTo>
                  <a:lnTo>
                    <a:pt x="42" y="3366"/>
                  </a:lnTo>
                  <a:lnTo>
                    <a:pt x="59" y="3420"/>
                  </a:lnTo>
                  <a:lnTo>
                    <a:pt x="79" y="3474"/>
                  </a:lnTo>
                  <a:lnTo>
                    <a:pt x="102" y="3525"/>
                  </a:lnTo>
                  <a:lnTo>
                    <a:pt x="127" y="3576"/>
                  </a:lnTo>
                  <a:lnTo>
                    <a:pt x="154" y="3624"/>
                  </a:lnTo>
                  <a:lnTo>
                    <a:pt x="184" y="3670"/>
                  </a:lnTo>
                  <a:lnTo>
                    <a:pt x="214" y="3712"/>
                  </a:lnTo>
                  <a:lnTo>
                    <a:pt x="247" y="3752"/>
                  </a:lnTo>
                  <a:lnTo>
                    <a:pt x="281" y="3788"/>
                  </a:lnTo>
                  <a:lnTo>
                    <a:pt x="317" y="3821"/>
                  </a:lnTo>
                  <a:lnTo>
                    <a:pt x="353" y="384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4346" name="Freeform 36"/>
            <p:cNvSpPr>
              <a:spLocks/>
            </p:cNvSpPr>
            <p:nvPr/>
          </p:nvSpPr>
          <p:spPr bwMode="auto">
            <a:xfrm>
              <a:off x="943" y="2210"/>
              <a:ext cx="276" cy="187"/>
            </a:xfrm>
            <a:custGeom>
              <a:avLst/>
              <a:gdLst>
                <a:gd name="T0" fmla="*/ 11 w 1380"/>
                <a:gd name="T1" fmla="*/ 7 h 937"/>
                <a:gd name="T2" fmla="*/ 11 w 1380"/>
                <a:gd name="T3" fmla="*/ 7 h 937"/>
                <a:gd name="T4" fmla="*/ 0 w 1380"/>
                <a:gd name="T5" fmla="*/ 0 h 937"/>
                <a:gd name="T6" fmla="*/ 0 w 1380"/>
                <a:gd name="T7" fmla="*/ 1 h 937"/>
                <a:gd name="T8" fmla="*/ 10 w 1380"/>
                <a:gd name="T9" fmla="*/ 7 h 937"/>
                <a:gd name="T10" fmla="*/ 10 w 1380"/>
                <a:gd name="T11" fmla="*/ 7 h 937"/>
                <a:gd name="T12" fmla="*/ 10 w 1380"/>
                <a:gd name="T13" fmla="*/ 7 h 937"/>
                <a:gd name="T14" fmla="*/ 11 w 1380"/>
                <a:gd name="T15" fmla="*/ 7 h 937"/>
                <a:gd name="T16" fmla="*/ 11 w 1380"/>
                <a:gd name="T17" fmla="*/ 7 h 937"/>
                <a:gd name="T18" fmla="*/ 11 w 1380"/>
                <a:gd name="T19" fmla="*/ 7 h 937"/>
                <a:gd name="T20" fmla="*/ 11 w 1380"/>
                <a:gd name="T21" fmla="*/ 7 h 937"/>
                <a:gd name="T22" fmla="*/ 11 w 1380"/>
                <a:gd name="T23" fmla="*/ 7 h 937"/>
                <a:gd name="T24" fmla="*/ 11 w 1380"/>
                <a:gd name="T25" fmla="*/ 7 h 937"/>
                <a:gd name="T26" fmla="*/ 11 w 1380"/>
                <a:gd name="T27" fmla="*/ 7 h 937"/>
                <a:gd name="T28" fmla="*/ 11 w 1380"/>
                <a:gd name="T29" fmla="*/ 7 h 937"/>
                <a:gd name="T30" fmla="*/ 11 w 1380"/>
                <a:gd name="T31" fmla="*/ 7 h 93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80"/>
                <a:gd name="T49" fmla="*/ 0 h 937"/>
                <a:gd name="T50" fmla="*/ 1380 w 1380"/>
                <a:gd name="T51" fmla="*/ 937 h 93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80" h="937">
                  <a:moveTo>
                    <a:pt x="1354" y="848"/>
                  </a:moveTo>
                  <a:lnTo>
                    <a:pt x="1359" y="851"/>
                  </a:lnTo>
                  <a:lnTo>
                    <a:pt x="51" y="0"/>
                  </a:lnTo>
                  <a:lnTo>
                    <a:pt x="0" y="78"/>
                  </a:lnTo>
                  <a:lnTo>
                    <a:pt x="1307" y="929"/>
                  </a:lnTo>
                  <a:lnTo>
                    <a:pt x="1312" y="932"/>
                  </a:lnTo>
                  <a:lnTo>
                    <a:pt x="1307" y="929"/>
                  </a:lnTo>
                  <a:lnTo>
                    <a:pt x="1326" y="937"/>
                  </a:lnTo>
                  <a:lnTo>
                    <a:pt x="1345" y="936"/>
                  </a:lnTo>
                  <a:lnTo>
                    <a:pt x="1360" y="929"/>
                  </a:lnTo>
                  <a:lnTo>
                    <a:pt x="1372" y="916"/>
                  </a:lnTo>
                  <a:lnTo>
                    <a:pt x="1379" y="899"/>
                  </a:lnTo>
                  <a:lnTo>
                    <a:pt x="1380" y="883"/>
                  </a:lnTo>
                  <a:lnTo>
                    <a:pt x="1374" y="865"/>
                  </a:lnTo>
                  <a:lnTo>
                    <a:pt x="1359" y="851"/>
                  </a:lnTo>
                  <a:lnTo>
                    <a:pt x="1354" y="84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4347" name="Freeform 37"/>
            <p:cNvSpPr>
              <a:spLocks/>
            </p:cNvSpPr>
            <p:nvPr/>
          </p:nvSpPr>
          <p:spPr bwMode="auto">
            <a:xfrm>
              <a:off x="1206" y="2379"/>
              <a:ext cx="140" cy="32"/>
            </a:xfrm>
            <a:custGeom>
              <a:avLst/>
              <a:gdLst>
                <a:gd name="T0" fmla="*/ 5 w 703"/>
                <a:gd name="T1" fmla="*/ 0 h 162"/>
                <a:gd name="T2" fmla="*/ 5 w 703"/>
                <a:gd name="T3" fmla="*/ 0 h 162"/>
                <a:gd name="T4" fmla="*/ 5 w 703"/>
                <a:gd name="T5" fmla="*/ 0 h 162"/>
                <a:gd name="T6" fmla="*/ 5 w 703"/>
                <a:gd name="T7" fmla="*/ 0 h 162"/>
                <a:gd name="T8" fmla="*/ 4 w 703"/>
                <a:gd name="T9" fmla="*/ 0 h 162"/>
                <a:gd name="T10" fmla="*/ 4 w 703"/>
                <a:gd name="T11" fmla="*/ 0 h 162"/>
                <a:gd name="T12" fmla="*/ 4 w 703"/>
                <a:gd name="T13" fmla="*/ 0 h 162"/>
                <a:gd name="T14" fmla="*/ 3 w 703"/>
                <a:gd name="T15" fmla="*/ 1 h 162"/>
                <a:gd name="T16" fmla="*/ 3 w 703"/>
                <a:gd name="T17" fmla="*/ 1 h 162"/>
                <a:gd name="T18" fmla="*/ 3 w 703"/>
                <a:gd name="T19" fmla="*/ 1 h 162"/>
                <a:gd name="T20" fmla="*/ 2 w 703"/>
                <a:gd name="T21" fmla="*/ 1 h 162"/>
                <a:gd name="T22" fmla="*/ 2 w 703"/>
                <a:gd name="T23" fmla="*/ 1 h 162"/>
                <a:gd name="T24" fmla="*/ 2 w 703"/>
                <a:gd name="T25" fmla="*/ 0 h 162"/>
                <a:gd name="T26" fmla="*/ 1 w 703"/>
                <a:gd name="T27" fmla="*/ 0 h 162"/>
                <a:gd name="T28" fmla="*/ 1 w 703"/>
                <a:gd name="T29" fmla="*/ 0 h 162"/>
                <a:gd name="T30" fmla="*/ 1 w 703"/>
                <a:gd name="T31" fmla="*/ 0 h 162"/>
                <a:gd name="T32" fmla="*/ 1 w 703"/>
                <a:gd name="T33" fmla="*/ 0 h 162"/>
                <a:gd name="T34" fmla="*/ 0 w 703"/>
                <a:gd name="T35" fmla="*/ 0 h 162"/>
                <a:gd name="T36" fmla="*/ 0 w 703"/>
                <a:gd name="T37" fmla="*/ 1 h 162"/>
                <a:gd name="T38" fmla="*/ 0 w 703"/>
                <a:gd name="T39" fmla="*/ 1 h 162"/>
                <a:gd name="T40" fmla="*/ 1 w 703"/>
                <a:gd name="T41" fmla="*/ 1 h 162"/>
                <a:gd name="T42" fmla="*/ 1 w 703"/>
                <a:gd name="T43" fmla="*/ 1 h 162"/>
                <a:gd name="T44" fmla="*/ 1 w 703"/>
                <a:gd name="T45" fmla="*/ 1 h 162"/>
                <a:gd name="T46" fmla="*/ 2 w 703"/>
                <a:gd name="T47" fmla="*/ 1 h 162"/>
                <a:gd name="T48" fmla="*/ 2 w 703"/>
                <a:gd name="T49" fmla="*/ 1 h 162"/>
                <a:gd name="T50" fmla="*/ 2 w 703"/>
                <a:gd name="T51" fmla="*/ 1 h 162"/>
                <a:gd name="T52" fmla="*/ 3 w 703"/>
                <a:gd name="T53" fmla="*/ 1 h 162"/>
                <a:gd name="T54" fmla="*/ 3 w 703"/>
                <a:gd name="T55" fmla="*/ 1 h 162"/>
                <a:gd name="T56" fmla="*/ 3 w 703"/>
                <a:gd name="T57" fmla="*/ 1 h 162"/>
                <a:gd name="T58" fmla="*/ 4 w 703"/>
                <a:gd name="T59" fmla="*/ 1 h 162"/>
                <a:gd name="T60" fmla="*/ 4 w 703"/>
                <a:gd name="T61" fmla="*/ 1 h 162"/>
                <a:gd name="T62" fmla="*/ 5 w 703"/>
                <a:gd name="T63" fmla="*/ 1 h 162"/>
                <a:gd name="T64" fmla="*/ 5 w 703"/>
                <a:gd name="T65" fmla="*/ 1 h 162"/>
                <a:gd name="T66" fmla="*/ 5 w 703"/>
                <a:gd name="T67" fmla="*/ 1 h 162"/>
                <a:gd name="T68" fmla="*/ 5 w 703"/>
                <a:gd name="T69" fmla="*/ 1 h 162"/>
                <a:gd name="T70" fmla="*/ 5 w 703"/>
                <a:gd name="T71" fmla="*/ 1 h 162"/>
                <a:gd name="T72" fmla="*/ 5 w 703"/>
                <a:gd name="T73" fmla="*/ 1 h 162"/>
                <a:gd name="T74" fmla="*/ 5 w 703"/>
                <a:gd name="T75" fmla="*/ 1 h 162"/>
                <a:gd name="T76" fmla="*/ 6 w 703"/>
                <a:gd name="T77" fmla="*/ 0 h 162"/>
                <a:gd name="T78" fmla="*/ 6 w 703"/>
                <a:gd name="T79" fmla="*/ 0 h 162"/>
                <a:gd name="T80" fmla="*/ 6 w 703"/>
                <a:gd name="T81" fmla="*/ 0 h 162"/>
                <a:gd name="T82" fmla="*/ 5 w 703"/>
                <a:gd name="T83" fmla="*/ 0 h 162"/>
                <a:gd name="T84" fmla="*/ 5 w 703"/>
                <a:gd name="T85" fmla="*/ 0 h 162"/>
                <a:gd name="T86" fmla="*/ 5 w 703"/>
                <a:gd name="T87" fmla="*/ 0 h 162"/>
                <a:gd name="T88" fmla="*/ 5 w 703"/>
                <a:gd name="T89" fmla="*/ 0 h 162"/>
                <a:gd name="T90" fmla="*/ 5 w 703"/>
                <a:gd name="T91" fmla="*/ 0 h 162"/>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703"/>
                <a:gd name="T139" fmla="*/ 0 h 162"/>
                <a:gd name="T140" fmla="*/ 703 w 703"/>
                <a:gd name="T141" fmla="*/ 162 h 162"/>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703" h="162">
                  <a:moveTo>
                    <a:pt x="631" y="8"/>
                  </a:moveTo>
                  <a:lnTo>
                    <a:pt x="636" y="6"/>
                  </a:lnTo>
                  <a:lnTo>
                    <a:pt x="606" y="20"/>
                  </a:lnTo>
                  <a:lnTo>
                    <a:pt x="575" y="32"/>
                  </a:lnTo>
                  <a:lnTo>
                    <a:pt x="540" y="42"/>
                  </a:lnTo>
                  <a:lnTo>
                    <a:pt x="504" y="52"/>
                  </a:lnTo>
                  <a:lnTo>
                    <a:pt x="467" y="59"/>
                  </a:lnTo>
                  <a:lnTo>
                    <a:pt x="428" y="64"/>
                  </a:lnTo>
                  <a:lnTo>
                    <a:pt x="389" y="67"/>
                  </a:lnTo>
                  <a:lnTo>
                    <a:pt x="348" y="68"/>
                  </a:lnTo>
                  <a:lnTo>
                    <a:pt x="308" y="68"/>
                  </a:lnTo>
                  <a:lnTo>
                    <a:pt x="267" y="65"/>
                  </a:lnTo>
                  <a:lnTo>
                    <a:pt x="226" y="61"/>
                  </a:lnTo>
                  <a:lnTo>
                    <a:pt x="187" y="54"/>
                  </a:lnTo>
                  <a:lnTo>
                    <a:pt x="148" y="44"/>
                  </a:lnTo>
                  <a:lnTo>
                    <a:pt x="110" y="33"/>
                  </a:lnTo>
                  <a:lnTo>
                    <a:pt x="75" y="20"/>
                  </a:lnTo>
                  <a:lnTo>
                    <a:pt x="42" y="5"/>
                  </a:lnTo>
                  <a:lnTo>
                    <a:pt x="0" y="89"/>
                  </a:lnTo>
                  <a:lnTo>
                    <a:pt x="40" y="107"/>
                  </a:lnTo>
                  <a:lnTo>
                    <a:pt x="82" y="122"/>
                  </a:lnTo>
                  <a:lnTo>
                    <a:pt x="124" y="135"/>
                  </a:lnTo>
                  <a:lnTo>
                    <a:pt x="169" y="146"/>
                  </a:lnTo>
                  <a:lnTo>
                    <a:pt x="214" y="153"/>
                  </a:lnTo>
                  <a:lnTo>
                    <a:pt x="258" y="158"/>
                  </a:lnTo>
                  <a:lnTo>
                    <a:pt x="303" y="162"/>
                  </a:lnTo>
                  <a:lnTo>
                    <a:pt x="348" y="162"/>
                  </a:lnTo>
                  <a:lnTo>
                    <a:pt x="394" y="161"/>
                  </a:lnTo>
                  <a:lnTo>
                    <a:pt x="439" y="157"/>
                  </a:lnTo>
                  <a:lnTo>
                    <a:pt x="481" y="150"/>
                  </a:lnTo>
                  <a:lnTo>
                    <a:pt x="525" y="143"/>
                  </a:lnTo>
                  <a:lnTo>
                    <a:pt x="566" y="132"/>
                  </a:lnTo>
                  <a:lnTo>
                    <a:pt x="606" y="121"/>
                  </a:lnTo>
                  <a:lnTo>
                    <a:pt x="643" y="105"/>
                  </a:lnTo>
                  <a:lnTo>
                    <a:pt x="678" y="88"/>
                  </a:lnTo>
                  <a:lnTo>
                    <a:pt x="683" y="86"/>
                  </a:lnTo>
                  <a:lnTo>
                    <a:pt x="678" y="88"/>
                  </a:lnTo>
                  <a:lnTo>
                    <a:pt x="695" y="75"/>
                  </a:lnTo>
                  <a:lnTo>
                    <a:pt x="702" y="60"/>
                  </a:lnTo>
                  <a:lnTo>
                    <a:pt x="703" y="42"/>
                  </a:lnTo>
                  <a:lnTo>
                    <a:pt x="698" y="26"/>
                  </a:lnTo>
                  <a:lnTo>
                    <a:pt x="688" y="12"/>
                  </a:lnTo>
                  <a:lnTo>
                    <a:pt x="674" y="3"/>
                  </a:lnTo>
                  <a:lnTo>
                    <a:pt x="656" y="0"/>
                  </a:lnTo>
                  <a:lnTo>
                    <a:pt x="636" y="6"/>
                  </a:lnTo>
                  <a:lnTo>
                    <a:pt x="631"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4348" name="Freeform 38"/>
            <p:cNvSpPr>
              <a:spLocks/>
            </p:cNvSpPr>
            <p:nvPr/>
          </p:nvSpPr>
          <p:spPr bwMode="auto">
            <a:xfrm>
              <a:off x="1332" y="2204"/>
              <a:ext cx="283" cy="192"/>
            </a:xfrm>
            <a:custGeom>
              <a:avLst/>
              <a:gdLst>
                <a:gd name="T0" fmla="*/ 11 w 1415"/>
                <a:gd name="T1" fmla="*/ 0 h 960"/>
                <a:gd name="T2" fmla="*/ 11 w 1415"/>
                <a:gd name="T3" fmla="*/ 0 h 960"/>
                <a:gd name="T4" fmla="*/ 0 w 1415"/>
                <a:gd name="T5" fmla="*/ 7 h 960"/>
                <a:gd name="T6" fmla="*/ 0 w 1415"/>
                <a:gd name="T7" fmla="*/ 8 h 960"/>
                <a:gd name="T8" fmla="*/ 11 w 1415"/>
                <a:gd name="T9" fmla="*/ 1 h 960"/>
                <a:gd name="T10" fmla="*/ 11 w 1415"/>
                <a:gd name="T11" fmla="*/ 1 h 960"/>
                <a:gd name="T12" fmla="*/ 11 w 1415"/>
                <a:gd name="T13" fmla="*/ 1 h 960"/>
                <a:gd name="T14" fmla="*/ 11 w 1415"/>
                <a:gd name="T15" fmla="*/ 1 h 960"/>
                <a:gd name="T16" fmla="*/ 11 w 1415"/>
                <a:gd name="T17" fmla="*/ 0 h 960"/>
                <a:gd name="T18" fmla="*/ 11 w 1415"/>
                <a:gd name="T19" fmla="*/ 0 h 960"/>
                <a:gd name="T20" fmla="*/ 11 w 1415"/>
                <a:gd name="T21" fmla="*/ 0 h 960"/>
                <a:gd name="T22" fmla="*/ 11 w 1415"/>
                <a:gd name="T23" fmla="*/ 0 h 960"/>
                <a:gd name="T24" fmla="*/ 11 w 1415"/>
                <a:gd name="T25" fmla="*/ 0 h 960"/>
                <a:gd name="T26" fmla="*/ 11 w 1415"/>
                <a:gd name="T27" fmla="*/ 0 h 960"/>
                <a:gd name="T28" fmla="*/ 11 w 1415"/>
                <a:gd name="T29" fmla="*/ 0 h 960"/>
                <a:gd name="T30" fmla="*/ 11 w 1415"/>
                <a:gd name="T31" fmla="*/ 0 h 96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15"/>
                <a:gd name="T49" fmla="*/ 0 h 960"/>
                <a:gd name="T50" fmla="*/ 1415 w 1415"/>
                <a:gd name="T51" fmla="*/ 960 h 96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15" h="960">
                  <a:moveTo>
                    <a:pt x="1338" y="10"/>
                  </a:moveTo>
                  <a:lnTo>
                    <a:pt x="1342" y="8"/>
                  </a:lnTo>
                  <a:lnTo>
                    <a:pt x="0" y="882"/>
                  </a:lnTo>
                  <a:lnTo>
                    <a:pt x="52" y="960"/>
                  </a:lnTo>
                  <a:lnTo>
                    <a:pt x="1393" y="85"/>
                  </a:lnTo>
                  <a:lnTo>
                    <a:pt x="1397" y="83"/>
                  </a:lnTo>
                  <a:lnTo>
                    <a:pt x="1393" y="85"/>
                  </a:lnTo>
                  <a:lnTo>
                    <a:pt x="1409" y="71"/>
                  </a:lnTo>
                  <a:lnTo>
                    <a:pt x="1415" y="53"/>
                  </a:lnTo>
                  <a:lnTo>
                    <a:pt x="1413" y="37"/>
                  </a:lnTo>
                  <a:lnTo>
                    <a:pt x="1406" y="21"/>
                  </a:lnTo>
                  <a:lnTo>
                    <a:pt x="1395" y="8"/>
                  </a:lnTo>
                  <a:lnTo>
                    <a:pt x="1379" y="1"/>
                  </a:lnTo>
                  <a:lnTo>
                    <a:pt x="1361" y="0"/>
                  </a:lnTo>
                  <a:lnTo>
                    <a:pt x="1342" y="8"/>
                  </a:lnTo>
                  <a:lnTo>
                    <a:pt x="1338" y="1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4349" name="Freeform 39"/>
            <p:cNvSpPr>
              <a:spLocks/>
            </p:cNvSpPr>
            <p:nvPr/>
          </p:nvSpPr>
          <p:spPr bwMode="auto">
            <a:xfrm>
              <a:off x="1599" y="2057"/>
              <a:ext cx="80" cy="163"/>
            </a:xfrm>
            <a:custGeom>
              <a:avLst/>
              <a:gdLst>
                <a:gd name="T0" fmla="*/ 2 w 398"/>
                <a:gd name="T1" fmla="*/ 0 h 817"/>
                <a:gd name="T2" fmla="*/ 2 w 398"/>
                <a:gd name="T3" fmla="*/ 0 h 817"/>
                <a:gd name="T4" fmla="*/ 2 w 398"/>
                <a:gd name="T5" fmla="*/ 1 h 817"/>
                <a:gd name="T6" fmla="*/ 2 w 398"/>
                <a:gd name="T7" fmla="*/ 1 h 817"/>
                <a:gd name="T8" fmla="*/ 2 w 398"/>
                <a:gd name="T9" fmla="*/ 2 h 817"/>
                <a:gd name="T10" fmla="*/ 2 w 398"/>
                <a:gd name="T11" fmla="*/ 2 h 817"/>
                <a:gd name="T12" fmla="*/ 2 w 398"/>
                <a:gd name="T13" fmla="*/ 2 h 817"/>
                <a:gd name="T14" fmla="*/ 2 w 398"/>
                <a:gd name="T15" fmla="*/ 3 h 817"/>
                <a:gd name="T16" fmla="*/ 2 w 398"/>
                <a:gd name="T17" fmla="*/ 3 h 817"/>
                <a:gd name="T18" fmla="*/ 2 w 398"/>
                <a:gd name="T19" fmla="*/ 4 h 817"/>
                <a:gd name="T20" fmla="*/ 2 w 398"/>
                <a:gd name="T21" fmla="*/ 4 h 817"/>
                <a:gd name="T22" fmla="*/ 1 w 398"/>
                <a:gd name="T23" fmla="*/ 4 h 817"/>
                <a:gd name="T24" fmla="*/ 1 w 398"/>
                <a:gd name="T25" fmla="*/ 5 h 817"/>
                <a:gd name="T26" fmla="*/ 1 w 398"/>
                <a:gd name="T27" fmla="*/ 5 h 817"/>
                <a:gd name="T28" fmla="*/ 1 w 398"/>
                <a:gd name="T29" fmla="*/ 5 h 817"/>
                <a:gd name="T30" fmla="*/ 1 w 398"/>
                <a:gd name="T31" fmla="*/ 5 h 817"/>
                <a:gd name="T32" fmla="*/ 0 w 398"/>
                <a:gd name="T33" fmla="*/ 6 h 817"/>
                <a:gd name="T34" fmla="*/ 0 w 398"/>
                <a:gd name="T35" fmla="*/ 6 h 817"/>
                <a:gd name="T36" fmla="*/ 0 w 398"/>
                <a:gd name="T37" fmla="*/ 7 h 817"/>
                <a:gd name="T38" fmla="*/ 1 w 398"/>
                <a:gd name="T39" fmla="*/ 6 h 817"/>
                <a:gd name="T40" fmla="*/ 1 w 398"/>
                <a:gd name="T41" fmla="*/ 6 h 817"/>
                <a:gd name="T42" fmla="*/ 1 w 398"/>
                <a:gd name="T43" fmla="*/ 6 h 817"/>
                <a:gd name="T44" fmla="*/ 2 w 398"/>
                <a:gd name="T45" fmla="*/ 5 h 817"/>
                <a:gd name="T46" fmla="*/ 2 w 398"/>
                <a:gd name="T47" fmla="*/ 5 h 817"/>
                <a:gd name="T48" fmla="*/ 2 w 398"/>
                <a:gd name="T49" fmla="*/ 5 h 817"/>
                <a:gd name="T50" fmla="*/ 2 w 398"/>
                <a:gd name="T51" fmla="*/ 4 h 817"/>
                <a:gd name="T52" fmla="*/ 2 w 398"/>
                <a:gd name="T53" fmla="*/ 4 h 817"/>
                <a:gd name="T54" fmla="*/ 3 w 398"/>
                <a:gd name="T55" fmla="*/ 3 h 817"/>
                <a:gd name="T56" fmla="*/ 3 w 398"/>
                <a:gd name="T57" fmla="*/ 3 h 817"/>
                <a:gd name="T58" fmla="*/ 3 w 398"/>
                <a:gd name="T59" fmla="*/ 3 h 817"/>
                <a:gd name="T60" fmla="*/ 3 w 398"/>
                <a:gd name="T61" fmla="*/ 2 h 817"/>
                <a:gd name="T62" fmla="*/ 3 w 398"/>
                <a:gd name="T63" fmla="*/ 2 h 817"/>
                <a:gd name="T64" fmla="*/ 3 w 398"/>
                <a:gd name="T65" fmla="*/ 1 h 817"/>
                <a:gd name="T66" fmla="*/ 3 w 398"/>
                <a:gd name="T67" fmla="*/ 1 h 817"/>
                <a:gd name="T68" fmla="*/ 3 w 398"/>
                <a:gd name="T69" fmla="*/ 0 h 817"/>
                <a:gd name="T70" fmla="*/ 3 w 398"/>
                <a:gd name="T71" fmla="*/ 0 h 817"/>
                <a:gd name="T72" fmla="*/ 3 w 398"/>
                <a:gd name="T73" fmla="*/ 0 h 817"/>
                <a:gd name="T74" fmla="*/ 3 w 398"/>
                <a:gd name="T75" fmla="*/ 0 h 817"/>
                <a:gd name="T76" fmla="*/ 3 w 398"/>
                <a:gd name="T77" fmla="*/ 0 h 817"/>
                <a:gd name="T78" fmla="*/ 3 w 398"/>
                <a:gd name="T79" fmla="*/ 0 h 817"/>
                <a:gd name="T80" fmla="*/ 3 w 398"/>
                <a:gd name="T81" fmla="*/ 0 h 817"/>
                <a:gd name="T82" fmla="*/ 3 w 398"/>
                <a:gd name="T83" fmla="*/ 0 h 817"/>
                <a:gd name="T84" fmla="*/ 3 w 398"/>
                <a:gd name="T85" fmla="*/ 0 h 817"/>
                <a:gd name="T86" fmla="*/ 2 w 398"/>
                <a:gd name="T87" fmla="*/ 0 h 817"/>
                <a:gd name="T88" fmla="*/ 2 w 398"/>
                <a:gd name="T89" fmla="*/ 0 h 817"/>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398"/>
                <a:gd name="T136" fmla="*/ 0 h 817"/>
                <a:gd name="T137" fmla="*/ 398 w 398"/>
                <a:gd name="T138" fmla="*/ 817 h 817"/>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398" h="817">
                  <a:moveTo>
                    <a:pt x="304" y="47"/>
                  </a:moveTo>
                  <a:lnTo>
                    <a:pt x="304" y="47"/>
                  </a:lnTo>
                  <a:lnTo>
                    <a:pt x="301" y="97"/>
                  </a:lnTo>
                  <a:lnTo>
                    <a:pt x="297" y="147"/>
                  </a:lnTo>
                  <a:lnTo>
                    <a:pt x="291" y="198"/>
                  </a:lnTo>
                  <a:lnTo>
                    <a:pt x="280" y="247"/>
                  </a:lnTo>
                  <a:lnTo>
                    <a:pt x="268" y="297"/>
                  </a:lnTo>
                  <a:lnTo>
                    <a:pt x="253" y="347"/>
                  </a:lnTo>
                  <a:lnTo>
                    <a:pt x="236" y="395"/>
                  </a:lnTo>
                  <a:lnTo>
                    <a:pt x="217" y="442"/>
                  </a:lnTo>
                  <a:lnTo>
                    <a:pt x="195" y="487"/>
                  </a:lnTo>
                  <a:lnTo>
                    <a:pt x="171" y="532"/>
                  </a:lnTo>
                  <a:lnTo>
                    <a:pt x="147" y="574"/>
                  </a:lnTo>
                  <a:lnTo>
                    <a:pt x="121" y="613"/>
                  </a:lnTo>
                  <a:lnTo>
                    <a:pt x="93" y="650"/>
                  </a:lnTo>
                  <a:lnTo>
                    <a:pt x="64" y="684"/>
                  </a:lnTo>
                  <a:lnTo>
                    <a:pt x="32" y="716"/>
                  </a:lnTo>
                  <a:lnTo>
                    <a:pt x="0" y="744"/>
                  </a:lnTo>
                  <a:lnTo>
                    <a:pt x="59" y="817"/>
                  </a:lnTo>
                  <a:lnTo>
                    <a:pt x="95" y="784"/>
                  </a:lnTo>
                  <a:lnTo>
                    <a:pt x="132" y="748"/>
                  </a:lnTo>
                  <a:lnTo>
                    <a:pt x="166" y="709"/>
                  </a:lnTo>
                  <a:lnTo>
                    <a:pt x="196" y="667"/>
                  </a:lnTo>
                  <a:lnTo>
                    <a:pt x="227" y="623"/>
                  </a:lnTo>
                  <a:lnTo>
                    <a:pt x="253" y="576"/>
                  </a:lnTo>
                  <a:lnTo>
                    <a:pt x="279" y="530"/>
                  </a:lnTo>
                  <a:lnTo>
                    <a:pt x="301" y="479"/>
                  </a:lnTo>
                  <a:lnTo>
                    <a:pt x="323" y="428"/>
                  </a:lnTo>
                  <a:lnTo>
                    <a:pt x="342" y="375"/>
                  </a:lnTo>
                  <a:lnTo>
                    <a:pt x="359" y="321"/>
                  </a:lnTo>
                  <a:lnTo>
                    <a:pt x="372" y="268"/>
                  </a:lnTo>
                  <a:lnTo>
                    <a:pt x="382" y="212"/>
                  </a:lnTo>
                  <a:lnTo>
                    <a:pt x="391" y="157"/>
                  </a:lnTo>
                  <a:lnTo>
                    <a:pt x="395" y="102"/>
                  </a:lnTo>
                  <a:lnTo>
                    <a:pt x="398" y="47"/>
                  </a:lnTo>
                  <a:lnTo>
                    <a:pt x="394" y="27"/>
                  </a:lnTo>
                  <a:lnTo>
                    <a:pt x="383" y="11"/>
                  </a:lnTo>
                  <a:lnTo>
                    <a:pt x="368" y="3"/>
                  </a:lnTo>
                  <a:lnTo>
                    <a:pt x="351" y="0"/>
                  </a:lnTo>
                  <a:lnTo>
                    <a:pt x="333" y="3"/>
                  </a:lnTo>
                  <a:lnTo>
                    <a:pt x="319" y="11"/>
                  </a:lnTo>
                  <a:lnTo>
                    <a:pt x="307" y="27"/>
                  </a:lnTo>
                  <a:lnTo>
                    <a:pt x="304" y="4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4350" name="Freeform 40"/>
            <p:cNvSpPr>
              <a:spLocks/>
            </p:cNvSpPr>
            <p:nvPr/>
          </p:nvSpPr>
          <p:spPr bwMode="auto">
            <a:xfrm>
              <a:off x="1660" y="1701"/>
              <a:ext cx="19" cy="365"/>
            </a:xfrm>
            <a:custGeom>
              <a:avLst/>
              <a:gdLst>
                <a:gd name="T0" fmla="*/ 0 w 95"/>
                <a:gd name="T1" fmla="*/ 0 h 1826"/>
                <a:gd name="T2" fmla="*/ 0 w 95"/>
                <a:gd name="T3" fmla="*/ 0 h 1826"/>
                <a:gd name="T4" fmla="*/ 0 w 95"/>
                <a:gd name="T5" fmla="*/ 15 h 1826"/>
                <a:gd name="T6" fmla="*/ 1 w 95"/>
                <a:gd name="T7" fmla="*/ 15 h 1826"/>
                <a:gd name="T8" fmla="*/ 1 w 95"/>
                <a:gd name="T9" fmla="*/ 0 h 1826"/>
                <a:gd name="T10" fmla="*/ 1 w 95"/>
                <a:gd name="T11" fmla="*/ 0 h 1826"/>
                <a:gd name="T12" fmla="*/ 1 w 95"/>
                <a:gd name="T13" fmla="*/ 0 h 1826"/>
                <a:gd name="T14" fmla="*/ 1 w 95"/>
                <a:gd name="T15" fmla="*/ 0 h 1826"/>
                <a:gd name="T16" fmla="*/ 1 w 95"/>
                <a:gd name="T17" fmla="*/ 0 h 1826"/>
                <a:gd name="T18" fmla="*/ 1 w 95"/>
                <a:gd name="T19" fmla="*/ 0 h 1826"/>
                <a:gd name="T20" fmla="*/ 0 w 95"/>
                <a:gd name="T21" fmla="*/ 0 h 1826"/>
                <a:gd name="T22" fmla="*/ 0 w 95"/>
                <a:gd name="T23" fmla="*/ 0 h 1826"/>
                <a:gd name="T24" fmla="*/ 0 w 95"/>
                <a:gd name="T25" fmla="*/ 0 h 1826"/>
                <a:gd name="T26" fmla="*/ 0 w 95"/>
                <a:gd name="T27" fmla="*/ 0 h 1826"/>
                <a:gd name="T28" fmla="*/ 0 w 95"/>
                <a:gd name="T29" fmla="*/ 0 h 1826"/>
                <a:gd name="T30" fmla="*/ 0 w 95"/>
                <a:gd name="T31" fmla="*/ 0 h 182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95"/>
                <a:gd name="T49" fmla="*/ 0 h 1826"/>
                <a:gd name="T50" fmla="*/ 95 w 95"/>
                <a:gd name="T51" fmla="*/ 1826 h 182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95" h="1826">
                  <a:moveTo>
                    <a:pt x="0" y="49"/>
                  </a:moveTo>
                  <a:lnTo>
                    <a:pt x="0" y="47"/>
                  </a:lnTo>
                  <a:lnTo>
                    <a:pt x="1" y="1826"/>
                  </a:lnTo>
                  <a:lnTo>
                    <a:pt x="95" y="1826"/>
                  </a:lnTo>
                  <a:lnTo>
                    <a:pt x="93" y="47"/>
                  </a:lnTo>
                  <a:lnTo>
                    <a:pt x="93" y="45"/>
                  </a:lnTo>
                  <a:lnTo>
                    <a:pt x="93" y="47"/>
                  </a:lnTo>
                  <a:lnTo>
                    <a:pt x="90" y="27"/>
                  </a:lnTo>
                  <a:lnTo>
                    <a:pt x="79" y="12"/>
                  </a:lnTo>
                  <a:lnTo>
                    <a:pt x="64" y="4"/>
                  </a:lnTo>
                  <a:lnTo>
                    <a:pt x="47" y="0"/>
                  </a:lnTo>
                  <a:lnTo>
                    <a:pt x="29" y="4"/>
                  </a:lnTo>
                  <a:lnTo>
                    <a:pt x="15" y="12"/>
                  </a:lnTo>
                  <a:lnTo>
                    <a:pt x="3" y="27"/>
                  </a:lnTo>
                  <a:lnTo>
                    <a:pt x="0" y="47"/>
                  </a:lnTo>
                  <a:lnTo>
                    <a:pt x="0" y="4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4351" name="Freeform 41"/>
            <p:cNvSpPr>
              <a:spLocks/>
            </p:cNvSpPr>
            <p:nvPr/>
          </p:nvSpPr>
          <p:spPr bwMode="auto">
            <a:xfrm>
              <a:off x="1598" y="1598"/>
              <a:ext cx="81" cy="113"/>
            </a:xfrm>
            <a:custGeom>
              <a:avLst/>
              <a:gdLst>
                <a:gd name="T0" fmla="*/ 0 w 401"/>
                <a:gd name="T1" fmla="*/ 1 h 566"/>
                <a:gd name="T2" fmla="*/ 0 w 401"/>
                <a:gd name="T3" fmla="*/ 1 h 566"/>
                <a:gd name="T4" fmla="*/ 0 w 401"/>
                <a:gd name="T5" fmla="*/ 1 h 566"/>
                <a:gd name="T6" fmla="*/ 1 w 401"/>
                <a:gd name="T7" fmla="*/ 1 h 566"/>
                <a:gd name="T8" fmla="*/ 1 w 401"/>
                <a:gd name="T9" fmla="*/ 1 h 566"/>
                <a:gd name="T10" fmla="*/ 1 w 401"/>
                <a:gd name="T11" fmla="*/ 1 h 566"/>
                <a:gd name="T12" fmla="*/ 1 w 401"/>
                <a:gd name="T13" fmla="*/ 2 h 566"/>
                <a:gd name="T14" fmla="*/ 1 w 401"/>
                <a:gd name="T15" fmla="*/ 2 h 566"/>
                <a:gd name="T16" fmla="*/ 2 w 401"/>
                <a:gd name="T17" fmla="*/ 2 h 566"/>
                <a:gd name="T18" fmla="*/ 2 w 401"/>
                <a:gd name="T19" fmla="*/ 2 h 566"/>
                <a:gd name="T20" fmla="*/ 2 w 401"/>
                <a:gd name="T21" fmla="*/ 2 h 566"/>
                <a:gd name="T22" fmla="*/ 2 w 401"/>
                <a:gd name="T23" fmla="*/ 3 h 566"/>
                <a:gd name="T24" fmla="*/ 2 w 401"/>
                <a:gd name="T25" fmla="*/ 3 h 566"/>
                <a:gd name="T26" fmla="*/ 2 w 401"/>
                <a:gd name="T27" fmla="*/ 3 h 566"/>
                <a:gd name="T28" fmla="*/ 2 w 401"/>
                <a:gd name="T29" fmla="*/ 4 h 566"/>
                <a:gd name="T30" fmla="*/ 2 w 401"/>
                <a:gd name="T31" fmla="*/ 4 h 566"/>
                <a:gd name="T32" fmla="*/ 2 w 401"/>
                <a:gd name="T33" fmla="*/ 4 h 566"/>
                <a:gd name="T34" fmla="*/ 3 w 401"/>
                <a:gd name="T35" fmla="*/ 5 h 566"/>
                <a:gd name="T36" fmla="*/ 3 w 401"/>
                <a:gd name="T37" fmla="*/ 4 h 566"/>
                <a:gd name="T38" fmla="*/ 3 w 401"/>
                <a:gd name="T39" fmla="*/ 4 h 566"/>
                <a:gd name="T40" fmla="*/ 3 w 401"/>
                <a:gd name="T41" fmla="*/ 4 h 566"/>
                <a:gd name="T42" fmla="*/ 3 w 401"/>
                <a:gd name="T43" fmla="*/ 3 h 566"/>
                <a:gd name="T44" fmla="*/ 3 w 401"/>
                <a:gd name="T45" fmla="*/ 3 h 566"/>
                <a:gd name="T46" fmla="*/ 3 w 401"/>
                <a:gd name="T47" fmla="*/ 3 h 566"/>
                <a:gd name="T48" fmla="*/ 3 w 401"/>
                <a:gd name="T49" fmla="*/ 2 h 566"/>
                <a:gd name="T50" fmla="*/ 3 w 401"/>
                <a:gd name="T51" fmla="*/ 2 h 566"/>
                <a:gd name="T52" fmla="*/ 2 w 401"/>
                <a:gd name="T53" fmla="*/ 2 h 566"/>
                <a:gd name="T54" fmla="*/ 2 w 401"/>
                <a:gd name="T55" fmla="*/ 2 h 566"/>
                <a:gd name="T56" fmla="*/ 2 w 401"/>
                <a:gd name="T57" fmla="*/ 1 h 566"/>
                <a:gd name="T58" fmla="*/ 2 w 401"/>
                <a:gd name="T59" fmla="*/ 1 h 566"/>
                <a:gd name="T60" fmla="*/ 2 w 401"/>
                <a:gd name="T61" fmla="*/ 1 h 566"/>
                <a:gd name="T62" fmla="*/ 1 w 401"/>
                <a:gd name="T63" fmla="*/ 1 h 566"/>
                <a:gd name="T64" fmla="*/ 1 w 401"/>
                <a:gd name="T65" fmla="*/ 0 h 566"/>
                <a:gd name="T66" fmla="*/ 1 w 401"/>
                <a:gd name="T67" fmla="*/ 0 h 566"/>
                <a:gd name="T68" fmla="*/ 1 w 401"/>
                <a:gd name="T69" fmla="*/ 0 h 566"/>
                <a:gd name="T70" fmla="*/ 1 w 401"/>
                <a:gd name="T71" fmla="*/ 0 h 566"/>
                <a:gd name="T72" fmla="*/ 1 w 401"/>
                <a:gd name="T73" fmla="*/ 0 h 566"/>
                <a:gd name="T74" fmla="*/ 0 w 401"/>
                <a:gd name="T75" fmla="*/ 0 h 566"/>
                <a:gd name="T76" fmla="*/ 0 w 401"/>
                <a:gd name="T77" fmla="*/ 0 h 566"/>
                <a:gd name="T78" fmla="*/ 0 w 401"/>
                <a:gd name="T79" fmla="*/ 0 h 566"/>
                <a:gd name="T80" fmla="*/ 0 w 401"/>
                <a:gd name="T81" fmla="*/ 0 h 566"/>
                <a:gd name="T82" fmla="*/ 0 w 401"/>
                <a:gd name="T83" fmla="*/ 0 h 566"/>
                <a:gd name="T84" fmla="*/ 0 w 401"/>
                <a:gd name="T85" fmla="*/ 0 h 566"/>
                <a:gd name="T86" fmla="*/ 0 w 401"/>
                <a:gd name="T87" fmla="*/ 1 h 566"/>
                <a:gd name="T88" fmla="*/ 0 w 401"/>
                <a:gd name="T89" fmla="*/ 1 h 56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401"/>
                <a:gd name="T136" fmla="*/ 0 h 566"/>
                <a:gd name="T137" fmla="*/ 401 w 401"/>
                <a:gd name="T138" fmla="*/ 566 h 566"/>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401" h="566">
                  <a:moveTo>
                    <a:pt x="23" y="88"/>
                  </a:moveTo>
                  <a:lnTo>
                    <a:pt x="23" y="88"/>
                  </a:lnTo>
                  <a:lnTo>
                    <a:pt x="53" y="107"/>
                  </a:lnTo>
                  <a:lnTo>
                    <a:pt x="83" y="125"/>
                  </a:lnTo>
                  <a:lnTo>
                    <a:pt x="108" y="147"/>
                  </a:lnTo>
                  <a:lnTo>
                    <a:pt x="135" y="171"/>
                  </a:lnTo>
                  <a:lnTo>
                    <a:pt x="160" y="196"/>
                  </a:lnTo>
                  <a:lnTo>
                    <a:pt x="182" y="223"/>
                  </a:lnTo>
                  <a:lnTo>
                    <a:pt x="205" y="251"/>
                  </a:lnTo>
                  <a:lnTo>
                    <a:pt x="223" y="281"/>
                  </a:lnTo>
                  <a:lnTo>
                    <a:pt x="240" y="312"/>
                  </a:lnTo>
                  <a:lnTo>
                    <a:pt x="256" y="345"/>
                  </a:lnTo>
                  <a:lnTo>
                    <a:pt x="270" y="379"/>
                  </a:lnTo>
                  <a:lnTo>
                    <a:pt x="282" y="414"/>
                  </a:lnTo>
                  <a:lnTo>
                    <a:pt x="291" y="450"/>
                  </a:lnTo>
                  <a:lnTo>
                    <a:pt x="299" y="488"/>
                  </a:lnTo>
                  <a:lnTo>
                    <a:pt x="304" y="526"/>
                  </a:lnTo>
                  <a:lnTo>
                    <a:pt x="308" y="566"/>
                  </a:lnTo>
                  <a:lnTo>
                    <a:pt x="401" y="562"/>
                  </a:lnTo>
                  <a:lnTo>
                    <a:pt x="398" y="517"/>
                  </a:lnTo>
                  <a:lnTo>
                    <a:pt x="391" y="471"/>
                  </a:lnTo>
                  <a:lnTo>
                    <a:pt x="383" y="429"/>
                  </a:lnTo>
                  <a:lnTo>
                    <a:pt x="371" y="386"/>
                  </a:lnTo>
                  <a:lnTo>
                    <a:pt x="357" y="346"/>
                  </a:lnTo>
                  <a:lnTo>
                    <a:pt x="340" y="307"/>
                  </a:lnTo>
                  <a:lnTo>
                    <a:pt x="324" y="270"/>
                  </a:lnTo>
                  <a:lnTo>
                    <a:pt x="303" y="232"/>
                  </a:lnTo>
                  <a:lnTo>
                    <a:pt x="280" y="197"/>
                  </a:lnTo>
                  <a:lnTo>
                    <a:pt x="255" y="164"/>
                  </a:lnTo>
                  <a:lnTo>
                    <a:pt x="228" y="132"/>
                  </a:lnTo>
                  <a:lnTo>
                    <a:pt x="199" y="103"/>
                  </a:lnTo>
                  <a:lnTo>
                    <a:pt x="169" y="76"/>
                  </a:lnTo>
                  <a:lnTo>
                    <a:pt x="137" y="50"/>
                  </a:lnTo>
                  <a:lnTo>
                    <a:pt x="103" y="27"/>
                  </a:lnTo>
                  <a:lnTo>
                    <a:pt x="67" y="6"/>
                  </a:lnTo>
                  <a:lnTo>
                    <a:pt x="48" y="0"/>
                  </a:lnTo>
                  <a:lnTo>
                    <a:pt x="30" y="2"/>
                  </a:lnTo>
                  <a:lnTo>
                    <a:pt x="16" y="12"/>
                  </a:lnTo>
                  <a:lnTo>
                    <a:pt x="5" y="25"/>
                  </a:lnTo>
                  <a:lnTo>
                    <a:pt x="0" y="41"/>
                  </a:lnTo>
                  <a:lnTo>
                    <a:pt x="0" y="59"/>
                  </a:lnTo>
                  <a:lnTo>
                    <a:pt x="8" y="75"/>
                  </a:lnTo>
                  <a:lnTo>
                    <a:pt x="23"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4352" name="Freeform 42"/>
            <p:cNvSpPr>
              <a:spLocks/>
            </p:cNvSpPr>
            <p:nvPr/>
          </p:nvSpPr>
          <p:spPr bwMode="auto">
            <a:xfrm>
              <a:off x="1346" y="1455"/>
              <a:ext cx="266" cy="160"/>
            </a:xfrm>
            <a:custGeom>
              <a:avLst/>
              <a:gdLst>
                <a:gd name="T0" fmla="*/ 0 w 1330"/>
                <a:gd name="T1" fmla="*/ 1 h 801"/>
                <a:gd name="T2" fmla="*/ 0 w 1330"/>
                <a:gd name="T3" fmla="*/ 1 h 801"/>
                <a:gd name="T4" fmla="*/ 10 w 1330"/>
                <a:gd name="T5" fmla="*/ 6 h 801"/>
                <a:gd name="T6" fmla="*/ 11 w 1330"/>
                <a:gd name="T7" fmla="*/ 6 h 801"/>
                <a:gd name="T8" fmla="*/ 1 w 1330"/>
                <a:gd name="T9" fmla="*/ 0 h 801"/>
                <a:gd name="T10" fmla="*/ 1 w 1330"/>
                <a:gd name="T11" fmla="*/ 0 h 801"/>
                <a:gd name="T12" fmla="*/ 1 w 1330"/>
                <a:gd name="T13" fmla="*/ 0 h 801"/>
                <a:gd name="T14" fmla="*/ 0 w 1330"/>
                <a:gd name="T15" fmla="*/ 0 h 801"/>
                <a:gd name="T16" fmla="*/ 0 w 1330"/>
                <a:gd name="T17" fmla="*/ 0 h 801"/>
                <a:gd name="T18" fmla="*/ 0 w 1330"/>
                <a:gd name="T19" fmla="*/ 0 h 801"/>
                <a:gd name="T20" fmla="*/ 0 w 1330"/>
                <a:gd name="T21" fmla="*/ 0 h 801"/>
                <a:gd name="T22" fmla="*/ 0 w 1330"/>
                <a:gd name="T23" fmla="*/ 0 h 801"/>
                <a:gd name="T24" fmla="*/ 0 w 1330"/>
                <a:gd name="T25" fmla="*/ 0 h 801"/>
                <a:gd name="T26" fmla="*/ 0 w 1330"/>
                <a:gd name="T27" fmla="*/ 1 h 801"/>
                <a:gd name="T28" fmla="*/ 0 w 1330"/>
                <a:gd name="T29" fmla="*/ 1 h 801"/>
                <a:gd name="T30" fmla="*/ 0 w 1330"/>
                <a:gd name="T31" fmla="*/ 1 h 801"/>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30"/>
                <a:gd name="T49" fmla="*/ 0 h 801"/>
                <a:gd name="T50" fmla="*/ 1330 w 1330"/>
                <a:gd name="T51" fmla="*/ 801 h 801"/>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30" h="801">
                  <a:moveTo>
                    <a:pt x="24" y="88"/>
                  </a:moveTo>
                  <a:lnTo>
                    <a:pt x="23" y="88"/>
                  </a:lnTo>
                  <a:lnTo>
                    <a:pt x="1286" y="801"/>
                  </a:lnTo>
                  <a:lnTo>
                    <a:pt x="1330" y="719"/>
                  </a:lnTo>
                  <a:lnTo>
                    <a:pt x="67" y="6"/>
                  </a:lnTo>
                  <a:lnTo>
                    <a:pt x="66" y="6"/>
                  </a:lnTo>
                  <a:lnTo>
                    <a:pt x="67" y="6"/>
                  </a:lnTo>
                  <a:lnTo>
                    <a:pt x="48" y="0"/>
                  </a:lnTo>
                  <a:lnTo>
                    <a:pt x="30" y="2"/>
                  </a:lnTo>
                  <a:lnTo>
                    <a:pt x="16" y="12"/>
                  </a:lnTo>
                  <a:lnTo>
                    <a:pt x="5" y="25"/>
                  </a:lnTo>
                  <a:lnTo>
                    <a:pt x="0" y="41"/>
                  </a:lnTo>
                  <a:lnTo>
                    <a:pt x="0" y="59"/>
                  </a:lnTo>
                  <a:lnTo>
                    <a:pt x="8" y="75"/>
                  </a:lnTo>
                  <a:lnTo>
                    <a:pt x="23" y="88"/>
                  </a:lnTo>
                  <a:lnTo>
                    <a:pt x="24"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4353" name="Freeform 43"/>
            <p:cNvSpPr>
              <a:spLocks/>
            </p:cNvSpPr>
            <p:nvPr/>
          </p:nvSpPr>
          <p:spPr bwMode="auto">
            <a:xfrm>
              <a:off x="1198" y="1439"/>
              <a:ext cx="161" cy="35"/>
            </a:xfrm>
            <a:custGeom>
              <a:avLst/>
              <a:gdLst>
                <a:gd name="T0" fmla="*/ 1 w 806"/>
                <a:gd name="T1" fmla="*/ 1 h 177"/>
                <a:gd name="T2" fmla="*/ 1 w 806"/>
                <a:gd name="T3" fmla="*/ 1 h 177"/>
                <a:gd name="T4" fmla="*/ 1 w 806"/>
                <a:gd name="T5" fmla="*/ 1 h 177"/>
                <a:gd name="T6" fmla="*/ 1 w 806"/>
                <a:gd name="T7" fmla="*/ 1 h 177"/>
                <a:gd name="T8" fmla="*/ 2 w 806"/>
                <a:gd name="T9" fmla="*/ 1 h 177"/>
                <a:gd name="T10" fmla="*/ 2 w 806"/>
                <a:gd name="T11" fmla="*/ 1 h 177"/>
                <a:gd name="T12" fmla="*/ 2 w 806"/>
                <a:gd name="T13" fmla="*/ 1 h 177"/>
                <a:gd name="T14" fmla="*/ 3 w 806"/>
                <a:gd name="T15" fmla="*/ 1 h 177"/>
                <a:gd name="T16" fmla="*/ 3 w 806"/>
                <a:gd name="T17" fmla="*/ 1 h 177"/>
                <a:gd name="T18" fmla="*/ 3 w 806"/>
                <a:gd name="T19" fmla="*/ 1 h 177"/>
                <a:gd name="T20" fmla="*/ 4 w 806"/>
                <a:gd name="T21" fmla="*/ 1 h 177"/>
                <a:gd name="T22" fmla="*/ 4 w 806"/>
                <a:gd name="T23" fmla="*/ 1 h 177"/>
                <a:gd name="T24" fmla="*/ 5 w 806"/>
                <a:gd name="T25" fmla="*/ 1 h 177"/>
                <a:gd name="T26" fmla="*/ 5 w 806"/>
                <a:gd name="T27" fmla="*/ 1 h 177"/>
                <a:gd name="T28" fmla="*/ 5 w 806"/>
                <a:gd name="T29" fmla="*/ 1 h 177"/>
                <a:gd name="T30" fmla="*/ 6 w 806"/>
                <a:gd name="T31" fmla="*/ 1 h 177"/>
                <a:gd name="T32" fmla="*/ 6 w 806"/>
                <a:gd name="T33" fmla="*/ 1 h 177"/>
                <a:gd name="T34" fmla="*/ 6 w 806"/>
                <a:gd name="T35" fmla="*/ 1 h 177"/>
                <a:gd name="T36" fmla="*/ 6 w 806"/>
                <a:gd name="T37" fmla="*/ 1 h 177"/>
                <a:gd name="T38" fmla="*/ 6 w 806"/>
                <a:gd name="T39" fmla="*/ 1 h 177"/>
                <a:gd name="T40" fmla="*/ 6 w 806"/>
                <a:gd name="T41" fmla="*/ 0 h 177"/>
                <a:gd name="T42" fmla="*/ 5 w 806"/>
                <a:gd name="T43" fmla="*/ 0 h 177"/>
                <a:gd name="T44" fmla="*/ 5 w 806"/>
                <a:gd name="T45" fmla="*/ 0 h 177"/>
                <a:gd name="T46" fmla="*/ 5 w 806"/>
                <a:gd name="T47" fmla="*/ 0 h 177"/>
                <a:gd name="T48" fmla="*/ 4 w 806"/>
                <a:gd name="T49" fmla="*/ 0 h 177"/>
                <a:gd name="T50" fmla="*/ 4 w 806"/>
                <a:gd name="T51" fmla="*/ 0 h 177"/>
                <a:gd name="T52" fmla="*/ 3 w 806"/>
                <a:gd name="T53" fmla="*/ 0 h 177"/>
                <a:gd name="T54" fmla="*/ 3 w 806"/>
                <a:gd name="T55" fmla="*/ 0 h 177"/>
                <a:gd name="T56" fmla="*/ 3 w 806"/>
                <a:gd name="T57" fmla="*/ 0 h 177"/>
                <a:gd name="T58" fmla="*/ 2 w 806"/>
                <a:gd name="T59" fmla="*/ 0 h 177"/>
                <a:gd name="T60" fmla="*/ 2 w 806"/>
                <a:gd name="T61" fmla="*/ 0 h 177"/>
                <a:gd name="T62" fmla="*/ 1 w 806"/>
                <a:gd name="T63" fmla="*/ 0 h 177"/>
                <a:gd name="T64" fmla="*/ 1 w 806"/>
                <a:gd name="T65" fmla="*/ 0 h 177"/>
                <a:gd name="T66" fmla="*/ 1 w 806"/>
                <a:gd name="T67" fmla="*/ 1 h 177"/>
                <a:gd name="T68" fmla="*/ 0 w 806"/>
                <a:gd name="T69" fmla="*/ 1 h 177"/>
                <a:gd name="T70" fmla="*/ 0 w 806"/>
                <a:gd name="T71" fmla="*/ 1 h 177"/>
                <a:gd name="T72" fmla="*/ 0 w 806"/>
                <a:gd name="T73" fmla="*/ 1 h 177"/>
                <a:gd name="T74" fmla="*/ 0 w 806"/>
                <a:gd name="T75" fmla="*/ 1 h 177"/>
                <a:gd name="T76" fmla="*/ 0 w 806"/>
                <a:gd name="T77" fmla="*/ 1 h 177"/>
                <a:gd name="T78" fmla="*/ 0 w 806"/>
                <a:gd name="T79" fmla="*/ 1 h 177"/>
                <a:gd name="T80" fmla="*/ 0 w 806"/>
                <a:gd name="T81" fmla="*/ 1 h 177"/>
                <a:gd name="T82" fmla="*/ 0 w 806"/>
                <a:gd name="T83" fmla="*/ 1 h 177"/>
                <a:gd name="T84" fmla="*/ 0 w 806"/>
                <a:gd name="T85" fmla="*/ 1 h 177"/>
                <a:gd name="T86" fmla="*/ 0 w 806"/>
                <a:gd name="T87" fmla="*/ 1 h 177"/>
                <a:gd name="T88" fmla="*/ 1 w 806"/>
                <a:gd name="T89" fmla="*/ 1 h 177"/>
                <a:gd name="T90" fmla="*/ 1 w 806"/>
                <a:gd name="T91" fmla="*/ 1 h 17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806"/>
                <a:gd name="T139" fmla="*/ 0 h 177"/>
                <a:gd name="T140" fmla="*/ 806 w 806"/>
                <a:gd name="T141" fmla="*/ 177 h 17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806" h="177">
                  <a:moveTo>
                    <a:pt x="67" y="171"/>
                  </a:moveTo>
                  <a:lnTo>
                    <a:pt x="68" y="171"/>
                  </a:lnTo>
                  <a:lnTo>
                    <a:pt x="109" y="151"/>
                  </a:lnTo>
                  <a:lnTo>
                    <a:pt x="151" y="135"/>
                  </a:lnTo>
                  <a:lnTo>
                    <a:pt x="196" y="122"/>
                  </a:lnTo>
                  <a:lnTo>
                    <a:pt x="242" y="110"/>
                  </a:lnTo>
                  <a:lnTo>
                    <a:pt x="287" y="102"/>
                  </a:lnTo>
                  <a:lnTo>
                    <a:pt x="335" y="97"/>
                  </a:lnTo>
                  <a:lnTo>
                    <a:pt x="382" y="95"/>
                  </a:lnTo>
                  <a:lnTo>
                    <a:pt x="430" y="94"/>
                  </a:lnTo>
                  <a:lnTo>
                    <a:pt x="477" y="97"/>
                  </a:lnTo>
                  <a:lnTo>
                    <a:pt x="524" y="102"/>
                  </a:lnTo>
                  <a:lnTo>
                    <a:pt x="568" y="108"/>
                  </a:lnTo>
                  <a:lnTo>
                    <a:pt x="612" y="117"/>
                  </a:lnTo>
                  <a:lnTo>
                    <a:pt x="654" y="128"/>
                  </a:lnTo>
                  <a:lnTo>
                    <a:pt x="693" y="141"/>
                  </a:lnTo>
                  <a:lnTo>
                    <a:pt x="730" y="155"/>
                  </a:lnTo>
                  <a:lnTo>
                    <a:pt x="764" y="171"/>
                  </a:lnTo>
                  <a:lnTo>
                    <a:pt x="806" y="89"/>
                  </a:lnTo>
                  <a:lnTo>
                    <a:pt x="768" y="70"/>
                  </a:lnTo>
                  <a:lnTo>
                    <a:pt x="725" y="54"/>
                  </a:lnTo>
                  <a:lnTo>
                    <a:pt x="680" y="39"/>
                  </a:lnTo>
                  <a:lnTo>
                    <a:pt x="633" y="26"/>
                  </a:lnTo>
                  <a:lnTo>
                    <a:pt x="585" y="16"/>
                  </a:lnTo>
                  <a:lnTo>
                    <a:pt x="536" y="8"/>
                  </a:lnTo>
                  <a:lnTo>
                    <a:pt x="484" y="3"/>
                  </a:lnTo>
                  <a:lnTo>
                    <a:pt x="433" y="0"/>
                  </a:lnTo>
                  <a:lnTo>
                    <a:pt x="380" y="1"/>
                  </a:lnTo>
                  <a:lnTo>
                    <a:pt x="328" y="3"/>
                  </a:lnTo>
                  <a:lnTo>
                    <a:pt x="276" y="10"/>
                  </a:lnTo>
                  <a:lnTo>
                    <a:pt x="223" y="19"/>
                  </a:lnTo>
                  <a:lnTo>
                    <a:pt x="172" y="30"/>
                  </a:lnTo>
                  <a:lnTo>
                    <a:pt x="121" y="46"/>
                  </a:lnTo>
                  <a:lnTo>
                    <a:pt x="72" y="67"/>
                  </a:lnTo>
                  <a:lnTo>
                    <a:pt x="24" y="89"/>
                  </a:lnTo>
                  <a:lnTo>
                    <a:pt x="25" y="89"/>
                  </a:lnTo>
                  <a:lnTo>
                    <a:pt x="24" y="89"/>
                  </a:lnTo>
                  <a:lnTo>
                    <a:pt x="8" y="102"/>
                  </a:lnTo>
                  <a:lnTo>
                    <a:pt x="0" y="118"/>
                  </a:lnTo>
                  <a:lnTo>
                    <a:pt x="0" y="136"/>
                  </a:lnTo>
                  <a:lnTo>
                    <a:pt x="6" y="152"/>
                  </a:lnTo>
                  <a:lnTo>
                    <a:pt x="17" y="165"/>
                  </a:lnTo>
                  <a:lnTo>
                    <a:pt x="31" y="175"/>
                  </a:lnTo>
                  <a:lnTo>
                    <a:pt x="48" y="177"/>
                  </a:lnTo>
                  <a:lnTo>
                    <a:pt x="68" y="171"/>
                  </a:lnTo>
                  <a:lnTo>
                    <a:pt x="67" y="1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4354" name="Freeform 44"/>
            <p:cNvSpPr>
              <a:spLocks/>
            </p:cNvSpPr>
            <p:nvPr/>
          </p:nvSpPr>
          <p:spPr bwMode="auto">
            <a:xfrm>
              <a:off x="931" y="1456"/>
              <a:ext cx="280" cy="158"/>
            </a:xfrm>
            <a:custGeom>
              <a:avLst/>
              <a:gdLst>
                <a:gd name="T0" fmla="*/ 1 w 1402"/>
                <a:gd name="T1" fmla="*/ 6 h 787"/>
                <a:gd name="T2" fmla="*/ 1 w 1402"/>
                <a:gd name="T3" fmla="*/ 6 h 787"/>
                <a:gd name="T4" fmla="*/ 11 w 1402"/>
                <a:gd name="T5" fmla="*/ 1 h 787"/>
                <a:gd name="T6" fmla="*/ 11 w 1402"/>
                <a:gd name="T7" fmla="*/ 0 h 787"/>
                <a:gd name="T8" fmla="*/ 0 w 1402"/>
                <a:gd name="T9" fmla="*/ 6 h 787"/>
                <a:gd name="T10" fmla="*/ 0 w 1402"/>
                <a:gd name="T11" fmla="*/ 6 h 787"/>
                <a:gd name="T12" fmla="*/ 0 w 1402"/>
                <a:gd name="T13" fmla="*/ 6 h 787"/>
                <a:gd name="T14" fmla="*/ 0 w 1402"/>
                <a:gd name="T15" fmla="*/ 6 h 787"/>
                <a:gd name="T16" fmla="*/ 0 w 1402"/>
                <a:gd name="T17" fmla="*/ 6 h 787"/>
                <a:gd name="T18" fmla="*/ 0 w 1402"/>
                <a:gd name="T19" fmla="*/ 6 h 787"/>
                <a:gd name="T20" fmla="*/ 0 w 1402"/>
                <a:gd name="T21" fmla="*/ 6 h 787"/>
                <a:gd name="T22" fmla="*/ 0 w 1402"/>
                <a:gd name="T23" fmla="*/ 6 h 787"/>
                <a:gd name="T24" fmla="*/ 0 w 1402"/>
                <a:gd name="T25" fmla="*/ 6 h 787"/>
                <a:gd name="T26" fmla="*/ 0 w 1402"/>
                <a:gd name="T27" fmla="*/ 6 h 787"/>
                <a:gd name="T28" fmla="*/ 1 w 1402"/>
                <a:gd name="T29" fmla="*/ 6 h 787"/>
                <a:gd name="T30" fmla="*/ 1 w 1402"/>
                <a:gd name="T31" fmla="*/ 6 h 78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02"/>
                <a:gd name="T49" fmla="*/ 0 h 787"/>
                <a:gd name="T50" fmla="*/ 1402 w 1402"/>
                <a:gd name="T51" fmla="*/ 787 h 78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02" h="787">
                  <a:moveTo>
                    <a:pt x="69" y="781"/>
                  </a:moveTo>
                  <a:lnTo>
                    <a:pt x="66" y="781"/>
                  </a:lnTo>
                  <a:lnTo>
                    <a:pt x="1402" y="82"/>
                  </a:lnTo>
                  <a:lnTo>
                    <a:pt x="1360" y="0"/>
                  </a:lnTo>
                  <a:lnTo>
                    <a:pt x="24" y="699"/>
                  </a:lnTo>
                  <a:lnTo>
                    <a:pt x="22" y="699"/>
                  </a:lnTo>
                  <a:lnTo>
                    <a:pt x="24" y="699"/>
                  </a:lnTo>
                  <a:lnTo>
                    <a:pt x="8" y="712"/>
                  </a:lnTo>
                  <a:lnTo>
                    <a:pt x="1" y="727"/>
                  </a:lnTo>
                  <a:lnTo>
                    <a:pt x="0" y="744"/>
                  </a:lnTo>
                  <a:lnTo>
                    <a:pt x="5" y="761"/>
                  </a:lnTo>
                  <a:lnTo>
                    <a:pt x="15" y="775"/>
                  </a:lnTo>
                  <a:lnTo>
                    <a:pt x="30" y="784"/>
                  </a:lnTo>
                  <a:lnTo>
                    <a:pt x="46" y="787"/>
                  </a:lnTo>
                  <a:lnTo>
                    <a:pt x="66" y="781"/>
                  </a:lnTo>
                  <a:lnTo>
                    <a:pt x="69" y="7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4355" name="Freeform 45"/>
            <p:cNvSpPr>
              <a:spLocks/>
            </p:cNvSpPr>
            <p:nvPr/>
          </p:nvSpPr>
          <p:spPr bwMode="auto">
            <a:xfrm>
              <a:off x="868" y="1596"/>
              <a:ext cx="77" cy="126"/>
            </a:xfrm>
            <a:custGeom>
              <a:avLst/>
              <a:gdLst>
                <a:gd name="T0" fmla="*/ 1 w 382"/>
                <a:gd name="T1" fmla="*/ 5 h 628"/>
                <a:gd name="T2" fmla="*/ 1 w 382"/>
                <a:gd name="T3" fmla="*/ 5 h 628"/>
                <a:gd name="T4" fmla="*/ 1 w 382"/>
                <a:gd name="T5" fmla="*/ 4 h 628"/>
                <a:gd name="T6" fmla="*/ 1 w 382"/>
                <a:gd name="T7" fmla="*/ 4 h 628"/>
                <a:gd name="T8" fmla="*/ 1 w 382"/>
                <a:gd name="T9" fmla="*/ 4 h 628"/>
                <a:gd name="T10" fmla="*/ 1 w 382"/>
                <a:gd name="T11" fmla="*/ 3 h 628"/>
                <a:gd name="T12" fmla="*/ 1 w 382"/>
                <a:gd name="T13" fmla="*/ 3 h 628"/>
                <a:gd name="T14" fmla="*/ 1 w 382"/>
                <a:gd name="T15" fmla="*/ 3 h 628"/>
                <a:gd name="T16" fmla="*/ 1 w 382"/>
                <a:gd name="T17" fmla="*/ 3 h 628"/>
                <a:gd name="T18" fmla="*/ 1 w 382"/>
                <a:gd name="T19" fmla="*/ 2 h 628"/>
                <a:gd name="T20" fmla="*/ 2 w 382"/>
                <a:gd name="T21" fmla="*/ 2 h 628"/>
                <a:gd name="T22" fmla="*/ 2 w 382"/>
                <a:gd name="T23" fmla="*/ 2 h 628"/>
                <a:gd name="T24" fmla="*/ 2 w 382"/>
                <a:gd name="T25" fmla="*/ 2 h 628"/>
                <a:gd name="T26" fmla="*/ 2 w 382"/>
                <a:gd name="T27" fmla="*/ 1 h 628"/>
                <a:gd name="T28" fmla="*/ 2 w 382"/>
                <a:gd name="T29" fmla="*/ 1 h 628"/>
                <a:gd name="T30" fmla="*/ 3 w 382"/>
                <a:gd name="T31" fmla="*/ 1 h 628"/>
                <a:gd name="T32" fmla="*/ 3 w 382"/>
                <a:gd name="T33" fmla="*/ 1 h 628"/>
                <a:gd name="T34" fmla="*/ 3 w 382"/>
                <a:gd name="T35" fmla="*/ 1 h 628"/>
                <a:gd name="T36" fmla="*/ 3 w 382"/>
                <a:gd name="T37" fmla="*/ 0 h 628"/>
                <a:gd name="T38" fmla="*/ 2 w 382"/>
                <a:gd name="T39" fmla="*/ 0 h 628"/>
                <a:gd name="T40" fmla="*/ 2 w 382"/>
                <a:gd name="T41" fmla="*/ 0 h 628"/>
                <a:gd name="T42" fmla="*/ 2 w 382"/>
                <a:gd name="T43" fmla="*/ 1 h 628"/>
                <a:gd name="T44" fmla="*/ 2 w 382"/>
                <a:gd name="T45" fmla="*/ 1 h 628"/>
                <a:gd name="T46" fmla="*/ 1 w 382"/>
                <a:gd name="T47" fmla="*/ 1 h 628"/>
                <a:gd name="T48" fmla="*/ 1 w 382"/>
                <a:gd name="T49" fmla="*/ 1 h 628"/>
                <a:gd name="T50" fmla="*/ 1 w 382"/>
                <a:gd name="T51" fmla="*/ 2 h 628"/>
                <a:gd name="T52" fmla="*/ 1 w 382"/>
                <a:gd name="T53" fmla="*/ 2 h 628"/>
                <a:gd name="T54" fmla="*/ 1 w 382"/>
                <a:gd name="T55" fmla="*/ 2 h 628"/>
                <a:gd name="T56" fmla="*/ 0 w 382"/>
                <a:gd name="T57" fmla="*/ 3 h 628"/>
                <a:gd name="T58" fmla="*/ 0 w 382"/>
                <a:gd name="T59" fmla="*/ 3 h 628"/>
                <a:gd name="T60" fmla="*/ 0 w 382"/>
                <a:gd name="T61" fmla="*/ 3 h 628"/>
                <a:gd name="T62" fmla="*/ 0 w 382"/>
                <a:gd name="T63" fmla="*/ 4 h 628"/>
                <a:gd name="T64" fmla="*/ 0 w 382"/>
                <a:gd name="T65" fmla="*/ 4 h 628"/>
                <a:gd name="T66" fmla="*/ 0 w 382"/>
                <a:gd name="T67" fmla="*/ 4 h 628"/>
                <a:gd name="T68" fmla="*/ 0 w 382"/>
                <a:gd name="T69" fmla="*/ 5 h 628"/>
                <a:gd name="T70" fmla="*/ 0 w 382"/>
                <a:gd name="T71" fmla="*/ 5 h 628"/>
                <a:gd name="T72" fmla="*/ 0 w 382"/>
                <a:gd name="T73" fmla="*/ 5 h 628"/>
                <a:gd name="T74" fmla="*/ 0 w 382"/>
                <a:gd name="T75" fmla="*/ 5 h 628"/>
                <a:gd name="T76" fmla="*/ 0 w 382"/>
                <a:gd name="T77" fmla="*/ 5 h 628"/>
                <a:gd name="T78" fmla="*/ 0 w 382"/>
                <a:gd name="T79" fmla="*/ 5 h 628"/>
                <a:gd name="T80" fmla="*/ 0 w 382"/>
                <a:gd name="T81" fmla="*/ 5 h 628"/>
                <a:gd name="T82" fmla="*/ 1 w 382"/>
                <a:gd name="T83" fmla="*/ 5 h 628"/>
                <a:gd name="T84" fmla="*/ 1 w 382"/>
                <a:gd name="T85" fmla="*/ 5 h 628"/>
                <a:gd name="T86" fmla="*/ 1 w 382"/>
                <a:gd name="T87" fmla="*/ 5 h 628"/>
                <a:gd name="T88" fmla="*/ 1 w 382"/>
                <a:gd name="T89" fmla="*/ 5 h 628"/>
                <a:gd name="T90" fmla="*/ 1 w 382"/>
                <a:gd name="T91" fmla="*/ 5 h 628"/>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382"/>
                <a:gd name="T139" fmla="*/ 0 h 628"/>
                <a:gd name="T140" fmla="*/ 382 w 382"/>
                <a:gd name="T141" fmla="*/ 628 h 628"/>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382" h="628">
                  <a:moveTo>
                    <a:pt x="94" y="581"/>
                  </a:moveTo>
                  <a:lnTo>
                    <a:pt x="94" y="582"/>
                  </a:lnTo>
                  <a:lnTo>
                    <a:pt x="96" y="541"/>
                  </a:lnTo>
                  <a:lnTo>
                    <a:pt x="99" y="500"/>
                  </a:lnTo>
                  <a:lnTo>
                    <a:pt x="106" y="463"/>
                  </a:lnTo>
                  <a:lnTo>
                    <a:pt x="115" y="424"/>
                  </a:lnTo>
                  <a:lnTo>
                    <a:pt x="127" y="389"/>
                  </a:lnTo>
                  <a:lnTo>
                    <a:pt x="140" y="353"/>
                  </a:lnTo>
                  <a:lnTo>
                    <a:pt x="156" y="320"/>
                  </a:lnTo>
                  <a:lnTo>
                    <a:pt x="173" y="287"/>
                  </a:lnTo>
                  <a:lnTo>
                    <a:pt x="193" y="255"/>
                  </a:lnTo>
                  <a:lnTo>
                    <a:pt x="214" y="226"/>
                  </a:lnTo>
                  <a:lnTo>
                    <a:pt x="238" y="198"/>
                  </a:lnTo>
                  <a:lnTo>
                    <a:pt x="263" y="172"/>
                  </a:lnTo>
                  <a:lnTo>
                    <a:pt x="290" y="146"/>
                  </a:lnTo>
                  <a:lnTo>
                    <a:pt x="318" y="122"/>
                  </a:lnTo>
                  <a:lnTo>
                    <a:pt x="349" y="101"/>
                  </a:lnTo>
                  <a:lnTo>
                    <a:pt x="382" y="82"/>
                  </a:lnTo>
                  <a:lnTo>
                    <a:pt x="335" y="0"/>
                  </a:lnTo>
                  <a:lnTo>
                    <a:pt x="297" y="23"/>
                  </a:lnTo>
                  <a:lnTo>
                    <a:pt x="262" y="49"/>
                  </a:lnTo>
                  <a:lnTo>
                    <a:pt x="229" y="76"/>
                  </a:lnTo>
                  <a:lnTo>
                    <a:pt x="198" y="104"/>
                  </a:lnTo>
                  <a:lnTo>
                    <a:pt x="167" y="137"/>
                  </a:lnTo>
                  <a:lnTo>
                    <a:pt x="142" y="170"/>
                  </a:lnTo>
                  <a:lnTo>
                    <a:pt x="116" y="204"/>
                  </a:lnTo>
                  <a:lnTo>
                    <a:pt x="94" y="240"/>
                  </a:lnTo>
                  <a:lnTo>
                    <a:pt x="74" y="278"/>
                  </a:lnTo>
                  <a:lnTo>
                    <a:pt x="54" y="317"/>
                  </a:lnTo>
                  <a:lnTo>
                    <a:pt x="38" y="359"/>
                  </a:lnTo>
                  <a:lnTo>
                    <a:pt x="26" y="401"/>
                  </a:lnTo>
                  <a:lnTo>
                    <a:pt x="15" y="444"/>
                  </a:lnTo>
                  <a:lnTo>
                    <a:pt x="8" y="489"/>
                  </a:lnTo>
                  <a:lnTo>
                    <a:pt x="2" y="534"/>
                  </a:lnTo>
                  <a:lnTo>
                    <a:pt x="0" y="580"/>
                  </a:lnTo>
                  <a:lnTo>
                    <a:pt x="0" y="581"/>
                  </a:lnTo>
                  <a:lnTo>
                    <a:pt x="0" y="580"/>
                  </a:lnTo>
                  <a:lnTo>
                    <a:pt x="3" y="600"/>
                  </a:lnTo>
                  <a:lnTo>
                    <a:pt x="14" y="615"/>
                  </a:lnTo>
                  <a:lnTo>
                    <a:pt x="29" y="625"/>
                  </a:lnTo>
                  <a:lnTo>
                    <a:pt x="45" y="628"/>
                  </a:lnTo>
                  <a:lnTo>
                    <a:pt x="63" y="626"/>
                  </a:lnTo>
                  <a:lnTo>
                    <a:pt x="78" y="616"/>
                  </a:lnTo>
                  <a:lnTo>
                    <a:pt x="89" y="602"/>
                  </a:lnTo>
                  <a:lnTo>
                    <a:pt x="94" y="582"/>
                  </a:lnTo>
                  <a:lnTo>
                    <a:pt x="94" y="5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4356" name="Freeform 46"/>
            <p:cNvSpPr>
              <a:spLocks/>
            </p:cNvSpPr>
            <p:nvPr/>
          </p:nvSpPr>
          <p:spPr bwMode="auto">
            <a:xfrm>
              <a:off x="868" y="1712"/>
              <a:ext cx="19" cy="364"/>
            </a:xfrm>
            <a:custGeom>
              <a:avLst/>
              <a:gdLst>
                <a:gd name="T0" fmla="*/ 1 w 94"/>
                <a:gd name="T1" fmla="*/ 14 h 1818"/>
                <a:gd name="T2" fmla="*/ 1 w 94"/>
                <a:gd name="T3" fmla="*/ 14 h 1818"/>
                <a:gd name="T4" fmla="*/ 1 w 94"/>
                <a:gd name="T5" fmla="*/ 0 h 1818"/>
                <a:gd name="T6" fmla="*/ 0 w 94"/>
                <a:gd name="T7" fmla="*/ 0 h 1818"/>
                <a:gd name="T8" fmla="*/ 0 w 94"/>
                <a:gd name="T9" fmla="*/ 14 h 1818"/>
                <a:gd name="T10" fmla="*/ 0 w 94"/>
                <a:gd name="T11" fmla="*/ 14 h 1818"/>
                <a:gd name="T12" fmla="*/ 0 w 94"/>
                <a:gd name="T13" fmla="*/ 14 h 1818"/>
                <a:gd name="T14" fmla="*/ 0 w 94"/>
                <a:gd name="T15" fmla="*/ 14 h 1818"/>
                <a:gd name="T16" fmla="*/ 0 w 94"/>
                <a:gd name="T17" fmla="*/ 14 h 1818"/>
                <a:gd name="T18" fmla="*/ 0 w 94"/>
                <a:gd name="T19" fmla="*/ 15 h 1818"/>
                <a:gd name="T20" fmla="*/ 0 w 94"/>
                <a:gd name="T21" fmla="*/ 15 h 1818"/>
                <a:gd name="T22" fmla="*/ 1 w 94"/>
                <a:gd name="T23" fmla="*/ 15 h 1818"/>
                <a:gd name="T24" fmla="*/ 1 w 94"/>
                <a:gd name="T25" fmla="*/ 14 h 1818"/>
                <a:gd name="T26" fmla="*/ 1 w 94"/>
                <a:gd name="T27" fmla="*/ 14 h 1818"/>
                <a:gd name="T28" fmla="*/ 1 w 94"/>
                <a:gd name="T29" fmla="*/ 14 h 1818"/>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94"/>
                <a:gd name="T46" fmla="*/ 0 h 1818"/>
                <a:gd name="T47" fmla="*/ 94 w 94"/>
                <a:gd name="T48" fmla="*/ 1818 h 1818"/>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94" h="1818">
                  <a:moveTo>
                    <a:pt x="94" y="1771"/>
                  </a:moveTo>
                  <a:lnTo>
                    <a:pt x="94" y="1771"/>
                  </a:lnTo>
                  <a:lnTo>
                    <a:pt x="94" y="0"/>
                  </a:lnTo>
                  <a:lnTo>
                    <a:pt x="0" y="0"/>
                  </a:lnTo>
                  <a:lnTo>
                    <a:pt x="0" y="1771"/>
                  </a:lnTo>
                  <a:lnTo>
                    <a:pt x="3" y="1791"/>
                  </a:lnTo>
                  <a:lnTo>
                    <a:pt x="15" y="1806"/>
                  </a:lnTo>
                  <a:lnTo>
                    <a:pt x="29" y="1814"/>
                  </a:lnTo>
                  <a:lnTo>
                    <a:pt x="47" y="1818"/>
                  </a:lnTo>
                  <a:lnTo>
                    <a:pt x="64" y="1814"/>
                  </a:lnTo>
                  <a:lnTo>
                    <a:pt x="79" y="1806"/>
                  </a:lnTo>
                  <a:lnTo>
                    <a:pt x="90" y="1791"/>
                  </a:lnTo>
                  <a:lnTo>
                    <a:pt x="94" y="17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4357" name="Freeform 47"/>
            <p:cNvSpPr>
              <a:spLocks/>
            </p:cNvSpPr>
            <p:nvPr/>
          </p:nvSpPr>
          <p:spPr bwMode="auto">
            <a:xfrm>
              <a:off x="868" y="2067"/>
              <a:ext cx="90" cy="160"/>
            </a:xfrm>
            <a:custGeom>
              <a:avLst/>
              <a:gdLst>
                <a:gd name="T0" fmla="*/ 3 w 449"/>
                <a:gd name="T1" fmla="*/ 6 h 803"/>
                <a:gd name="T2" fmla="*/ 3 w 449"/>
                <a:gd name="T3" fmla="*/ 6 h 803"/>
                <a:gd name="T4" fmla="*/ 3 w 449"/>
                <a:gd name="T5" fmla="*/ 5 h 803"/>
                <a:gd name="T6" fmla="*/ 3 w 449"/>
                <a:gd name="T7" fmla="*/ 5 h 803"/>
                <a:gd name="T8" fmla="*/ 3 w 449"/>
                <a:gd name="T9" fmla="*/ 5 h 803"/>
                <a:gd name="T10" fmla="*/ 2 w 449"/>
                <a:gd name="T11" fmla="*/ 5 h 803"/>
                <a:gd name="T12" fmla="*/ 2 w 449"/>
                <a:gd name="T13" fmla="*/ 4 h 803"/>
                <a:gd name="T14" fmla="*/ 2 w 449"/>
                <a:gd name="T15" fmla="*/ 4 h 803"/>
                <a:gd name="T16" fmla="*/ 2 w 449"/>
                <a:gd name="T17" fmla="*/ 4 h 803"/>
                <a:gd name="T18" fmla="*/ 2 w 449"/>
                <a:gd name="T19" fmla="*/ 3 h 803"/>
                <a:gd name="T20" fmla="*/ 1 w 449"/>
                <a:gd name="T21" fmla="*/ 3 h 803"/>
                <a:gd name="T22" fmla="*/ 1 w 449"/>
                <a:gd name="T23" fmla="*/ 2 h 803"/>
                <a:gd name="T24" fmla="*/ 1 w 449"/>
                <a:gd name="T25" fmla="*/ 2 h 803"/>
                <a:gd name="T26" fmla="*/ 1 w 449"/>
                <a:gd name="T27" fmla="*/ 2 h 803"/>
                <a:gd name="T28" fmla="*/ 1 w 449"/>
                <a:gd name="T29" fmla="*/ 1 h 803"/>
                <a:gd name="T30" fmla="*/ 1 w 449"/>
                <a:gd name="T31" fmla="*/ 1 h 803"/>
                <a:gd name="T32" fmla="*/ 1 w 449"/>
                <a:gd name="T33" fmla="*/ 0 h 803"/>
                <a:gd name="T34" fmla="*/ 1 w 449"/>
                <a:gd name="T35" fmla="*/ 0 h 803"/>
                <a:gd name="T36" fmla="*/ 0 w 449"/>
                <a:gd name="T37" fmla="*/ 0 h 803"/>
                <a:gd name="T38" fmla="*/ 0 w 449"/>
                <a:gd name="T39" fmla="*/ 0 h 803"/>
                <a:gd name="T40" fmla="*/ 0 w 449"/>
                <a:gd name="T41" fmla="*/ 1 h 803"/>
                <a:gd name="T42" fmla="*/ 0 w 449"/>
                <a:gd name="T43" fmla="*/ 1 h 803"/>
                <a:gd name="T44" fmla="*/ 0 w 449"/>
                <a:gd name="T45" fmla="*/ 2 h 803"/>
                <a:gd name="T46" fmla="*/ 0 w 449"/>
                <a:gd name="T47" fmla="*/ 2 h 803"/>
                <a:gd name="T48" fmla="*/ 0 w 449"/>
                <a:gd name="T49" fmla="*/ 3 h 803"/>
                <a:gd name="T50" fmla="*/ 1 w 449"/>
                <a:gd name="T51" fmla="*/ 3 h 803"/>
                <a:gd name="T52" fmla="*/ 1 w 449"/>
                <a:gd name="T53" fmla="*/ 4 h 803"/>
                <a:gd name="T54" fmla="*/ 1 w 449"/>
                <a:gd name="T55" fmla="*/ 4 h 803"/>
                <a:gd name="T56" fmla="*/ 1 w 449"/>
                <a:gd name="T57" fmla="*/ 4 h 803"/>
                <a:gd name="T58" fmla="*/ 2 w 449"/>
                <a:gd name="T59" fmla="*/ 5 h 803"/>
                <a:gd name="T60" fmla="*/ 2 w 449"/>
                <a:gd name="T61" fmla="*/ 5 h 803"/>
                <a:gd name="T62" fmla="*/ 2 w 449"/>
                <a:gd name="T63" fmla="*/ 5 h 803"/>
                <a:gd name="T64" fmla="*/ 2 w 449"/>
                <a:gd name="T65" fmla="*/ 6 h 803"/>
                <a:gd name="T66" fmla="*/ 3 w 449"/>
                <a:gd name="T67" fmla="*/ 6 h 803"/>
                <a:gd name="T68" fmla="*/ 3 w 449"/>
                <a:gd name="T69" fmla="*/ 6 h 803"/>
                <a:gd name="T70" fmla="*/ 3 w 449"/>
                <a:gd name="T71" fmla="*/ 6 h 803"/>
                <a:gd name="T72" fmla="*/ 3 w 449"/>
                <a:gd name="T73" fmla="*/ 6 h 803"/>
                <a:gd name="T74" fmla="*/ 3 w 449"/>
                <a:gd name="T75" fmla="*/ 6 h 803"/>
                <a:gd name="T76" fmla="*/ 3 w 449"/>
                <a:gd name="T77" fmla="*/ 6 h 803"/>
                <a:gd name="T78" fmla="*/ 3 w 449"/>
                <a:gd name="T79" fmla="*/ 6 h 803"/>
                <a:gd name="T80" fmla="*/ 4 w 449"/>
                <a:gd name="T81" fmla="*/ 6 h 803"/>
                <a:gd name="T82" fmla="*/ 4 w 449"/>
                <a:gd name="T83" fmla="*/ 6 h 803"/>
                <a:gd name="T84" fmla="*/ 4 w 449"/>
                <a:gd name="T85" fmla="*/ 6 h 803"/>
                <a:gd name="T86" fmla="*/ 4 w 449"/>
                <a:gd name="T87" fmla="*/ 6 h 803"/>
                <a:gd name="T88" fmla="*/ 3 w 449"/>
                <a:gd name="T89" fmla="*/ 6 h 803"/>
                <a:gd name="T90" fmla="*/ 3 w 449"/>
                <a:gd name="T91" fmla="*/ 6 h 80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449"/>
                <a:gd name="T139" fmla="*/ 0 h 803"/>
                <a:gd name="T140" fmla="*/ 449 w 449"/>
                <a:gd name="T141" fmla="*/ 803 h 80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449" h="803">
                  <a:moveTo>
                    <a:pt x="426" y="717"/>
                  </a:moveTo>
                  <a:lnTo>
                    <a:pt x="427" y="717"/>
                  </a:lnTo>
                  <a:lnTo>
                    <a:pt x="395" y="693"/>
                  </a:lnTo>
                  <a:lnTo>
                    <a:pt x="361" y="662"/>
                  </a:lnTo>
                  <a:lnTo>
                    <a:pt x="329" y="628"/>
                  </a:lnTo>
                  <a:lnTo>
                    <a:pt x="299" y="591"/>
                  </a:lnTo>
                  <a:lnTo>
                    <a:pt x="269" y="551"/>
                  </a:lnTo>
                  <a:lnTo>
                    <a:pt x="241" y="507"/>
                  </a:lnTo>
                  <a:lnTo>
                    <a:pt x="215" y="460"/>
                  </a:lnTo>
                  <a:lnTo>
                    <a:pt x="191" y="412"/>
                  </a:lnTo>
                  <a:lnTo>
                    <a:pt x="170" y="363"/>
                  </a:lnTo>
                  <a:lnTo>
                    <a:pt x="151" y="312"/>
                  </a:lnTo>
                  <a:lnTo>
                    <a:pt x="133" y="259"/>
                  </a:lnTo>
                  <a:lnTo>
                    <a:pt x="119" y="207"/>
                  </a:lnTo>
                  <a:lnTo>
                    <a:pt x="108" y="156"/>
                  </a:lnTo>
                  <a:lnTo>
                    <a:pt x="101" y="103"/>
                  </a:lnTo>
                  <a:lnTo>
                    <a:pt x="96" y="51"/>
                  </a:lnTo>
                  <a:lnTo>
                    <a:pt x="94" y="0"/>
                  </a:lnTo>
                  <a:lnTo>
                    <a:pt x="0" y="0"/>
                  </a:lnTo>
                  <a:lnTo>
                    <a:pt x="2" y="56"/>
                  </a:lnTo>
                  <a:lnTo>
                    <a:pt x="7" y="115"/>
                  </a:lnTo>
                  <a:lnTo>
                    <a:pt x="16" y="172"/>
                  </a:lnTo>
                  <a:lnTo>
                    <a:pt x="28" y="231"/>
                  </a:lnTo>
                  <a:lnTo>
                    <a:pt x="44" y="287"/>
                  </a:lnTo>
                  <a:lnTo>
                    <a:pt x="62" y="342"/>
                  </a:lnTo>
                  <a:lnTo>
                    <a:pt x="83" y="398"/>
                  </a:lnTo>
                  <a:lnTo>
                    <a:pt x="106" y="452"/>
                  </a:lnTo>
                  <a:lnTo>
                    <a:pt x="133" y="505"/>
                  </a:lnTo>
                  <a:lnTo>
                    <a:pt x="161" y="554"/>
                  </a:lnTo>
                  <a:lnTo>
                    <a:pt x="192" y="602"/>
                  </a:lnTo>
                  <a:lnTo>
                    <a:pt x="224" y="647"/>
                  </a:lnTo>
                  <a:lnTo>
                    <a:pt x="259" y="689"/>
                  </a:lnTo>
                  <a:lnTo>
                    <a:pt x="295" y="728"/>
                  </a:lnTo>
                  <a:lnTo>
                    <a:pt x="334" y="763"/>
                  </a:lnTo>
                  <a:lnTo>
                    <a:pt x="374" y="795"/>
                  </a:lnTo>
                  <a:lnTo>
                    <a:pt x="375" y="795"/>
                  </a:lnTo>
                  <a:lnTo>
                    <a:pt x="374" y="795"/>
                  </a:lnTo>
                  <a:lnTo>
                    <a:pt x="392" y="803"/>
                  </a:lnTo>
                  <a:lnTo>
                    <a:pt x="411" y="803"/>
                  </a:lnTo>
                  <a:lnTo>
                    <a:pt x="426" y="795"/>
                  </a:lnTo>
                  <a:lnTo>
                    <a:pt x="439" y="782"/>
                  </a:lnTo>
                  <a:lnTo>
                    <a:pt x="446" y="766"/>
                  </a:lnTo>
                  <a:lnTo>
                    <a:pt x="449" y="749"/>
                  </a:lnTo>
                  <a:lnTo>
                    <a:pt x="441" y="732"/>
                  </a:lnTo>
                  <a:lnTo>
                    <a:pt x="427" y="717"/>
                  </a:lnTo>
                  <a:lnTo>
                    <a:pt x="426" y="71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4358" name="Freeform 48"/>
            <p:cNvSpPr>
              <a:spLocks/>
            </p:cNvSpPr>
            <p:nvPr/>
          </p:nvSpPr>
          <p:spPr bwMode="auto">
            <a:xfrm>
              <a:off x="883" y="1673"/>
              <a:ext cx="379" cy="690"/>
            </a:xfrm>
            <a:custGeom>
              <a:avLst/>
              <a:gdLst>
                <a:gd name="T0" fmla="*/ 12 w 1897"/>
                <a:gd name="T1" fmla="*/ 6 h 3450"/>
                <a:gd name="T2" fmla="*/ 13 w 1897"/>
                <a:gd name="T3" fmla="*/ 7 h 3450"/>
                <a:gd name="T4" fmla="*/ 13 w 1897"/>
                <a:gd name="T5" fmla="*/ 7 h 3450"/>
                <a:gd name="T6" fmla="*/ 14 w 1897"/>
                <a:gd name="T7" fmla="*/ 8 h 3450"/>
                <a:gd name="T8" fmla="*/ 14 w 1897"/>
                <a:gd name="T9" fmla="*/ 9 h 3450"/>
                <a:gd name="T10" fmla="*/ 15 w 1897"/>
                <a:gd name="T11" fmla="*/ 10 h 3450"/>
                <a:gd name="T12" fmla="*/ 15 w 1897"/>
                <a:gd name="T13" fmla="*/ 11 h 3450"/>
                <a:gd name="T14" fmla="*/ 15 w 1897"/>
                <a:gd name="T15" fmla="*/ 11 h 3450"/>
                <a:gd name="T16" fmla="*/ 15 w 1897"/>
                <a:gd name="T17" fmla="*/ 12 h 3450"/>
                <a:gd name="T18" fmla="*/ 15 w 1897"/>
                <a:gd name="T19" fmla="*/ 26 h 3450"/>
                <a:gd name="T20" fmla="*/ 15 w 1897"/>
                <a:gd name="T21" fmla="*/ 26 h 3450"/>
                <a:gd name="T22" fmla="*/ 15 w 1897"/>
                <a:gd name="T23" fmla="*/ 27 h 3450"/>
                <a:gd name="T24" fmla="*/ 15 w 1897"/>
                <a:gd name="T25" fmla="*/ 27 h 3450"/>
                <a:gd name="T26" fmla="*/ 14 w 1897"/>
                <a:gd name="T27" fmla="*/ 27 h 3450"/>
                <a:gd name="T28" fmla="*/ 14 w 1897"/>
                <a:gd name="T29" fmla="*/ 28 h 3450"/>
                <a:gd name="T30" fmla="*/ 13 w 1897"/>
                <a:gd name="T31" fmla="*/ 28 h 3450"/>
                <a:gd name="T32" fmla="*/ 13 w 1897"/>
                <a:gd name="T33" fmla="*/ 27 h 3450"/>
                <a:gd name="T34" fmla="*/ 3 w 1897"/>
                <a:gd name="T35" fmla="*/ 21 h 3450"/>
                <a:gd name="T36" fmla="*/ 2 w 1897"/>
                <a:gd name="T37" fmla="*/ 21 h 3450"/>
                <a:gd name="T38" fmla="*/ 2 w 1897"/>
                <a:gd name="T39" fmla="*/ 20 h 3450"/>
                <a:gd name="T40" fmla="*/ 1 w 1897"/>
                <a:gd name="T41" fmla="*/ 19 h 3450"/>
                <a:gd name="T42" fmla="*/ 1 w 1897"/>
                <a:gd name="T43" fmla="*/ 19 h 3450"/>
                <a:gd name="T44" fmla="*/ 0 w 1897"/>
                <a:gd name="T45" fmla="*/ 18 h 3450"/>
                <a:gd name="T46" fmla="*/ 0 w 1897"/>
                <a:gd name="T47" fmla="*/ 17 h 3450"/>
                <a:gd name="T48" fmla="*/ 0 w 1897"/>
                <a:gd name="T49" fmla="*/ 16 h 3450"/>
                <a:gd name="T50" fmla="*/ 0 w 1897"/>
                <a:gd name="T51" fmla="*/ 15 h 3450"/>
                <a:gd name="T52" fmla="*/ 0 w 1897"/>
                <a:gd name="T53" fmla="*/ 2 h 3450"/>
                <a:gd name="T54" fmla="*/ 0 w 1897"/>
                <a:gd name="T55" fmla="*/ 1 h 3450"/>
                <a:gd name="T56" fmla="*/ 0 w 1897"/>
                <a:gd name="T57" fmla="*/ 1 h 3450"/>
                <a:gd name="T58" fmla="*/ 1 w 1897"/>
                <a:gd name="T59" fmla="*/ 0 h 3450"/>
                <a:gd name="T60" fmla="*/ 1 w 1897"/>
                <a:gd name="T61" fmla="*/ 0 h 3450"/>
                <a:gd name="T62" fmla="*/ 1 w 1897"/>
                <a:gd name="T63" fmla="*/ 0 h 3450"/>
                <a:gd name="T64" fmla="*/ 2 w 1897"/>
                <a:gd name="T65" fmla="*/ 0 h 3450"/>
                <a:gd name="T66" fmla="*/ 3 w 1897"/>
                <a:gd name="T67" fmla="*/ 0 h 3450"/>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897"/>
                <a:gd name="T103" fmla="*/ 0 h 3450"/>
                <a:gd name="T104" fmla="*/ 1897 w 1897"/>
                <a:gd name="T105" fmla="*/ 3450 h 3450"/>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897" h="3450">
                  <a:moveTo>
                    <a:pt x="357" y="49"/>
                  </a:moveTo>
                  <a:lnTo>
                    <a:pt x="1542" y="806"/>
                  </a:lnTo>
                  <a:lnTo>
                    <a:pt x="1579" y="832"/>
                  </a:lnTo>
                  <a:lnTo>
                    <a:pt x="1614" y="861"/>
                  </a:lnTo>
                  <a:lnTo>
                    <a:pt x="1648" y="895"/>
                  </a:lnTo>
                  <a:lnTo>
                    <a:pt x="1681" y="933"/>
                  </a:lnTo>
                  <a:lnTo>
                    <a:pt x="1711" y="973"/>
                  </a:lnTo>
                  <a:lnTo>
                    <a:pt x="1740" y="1016"/>
                  </a:lnTo>
                  <a:lnTo>
                    <a:pt x="1768" y="1062"/>
                  </a:lnTo>
                  <a:lnTo>
                    <a:pt x="1793" y="1109"/>
                  </a:lnTo>
                  <a:lnTo>
                    <a:pt x="1816" y="1158"/>
                  </a:lnTo>
                  <a:lnTo>
                    <a:pt x="1836" y="1208"/>
                  </a:lnTo>
                  <a:lnTo>
                    <a:pt x="1854" y="1260"/>
                  </a:lnTo>
                  <a:lnTo>
                    <a:pt x="1869" y="1313"/>
                  </a:lnTo>
                  <a:lnTo>
                    <a:pt x="1881" y="1364"/>
                  </a:lnTo>
                  <a:lnTo>
                    <a:pt x="1890" y="1417"/>
                  </a:lnTo>
                  <a:lnTo>
                    <a:pt x="1895" y="1469"/>
                  </a:lnTo>
                  <a:lnTo>
                    <a:pt x="1897" y="1519"/>
                  </a:lnTo>
                  <a:lnTo>
                    <a:pt x="1897" y="3142"/>
                  </a:lnTo>
                  <a:lnTo>
                    <a:pt x="1895" y="3190"/>
                  </a:lnTo>
                  <a:lnTo>
                    <a:pt x="1890" y="3235"/>
                  </a:lnTo>
                  <a:lnTo>
                    <a:pt x="1881" y="3276"/>
                  </a:lnTo>
                  <a:lnTo>
                    <a:pt x="1869" y="3313"/>
                  </a:lnTo>
                  <a:lnTo>
                    <a:pt x="1854" y="3346"/>
                  </a:lnTo>
                  <a:lnTo>
                    <a:pt x="1836" y="3375"/>
                  </a:lnTo>
                  <a:lnTo>
                    <a:pt x="1816" y="3398"/>
                  </a:lnTo>
                  <a:lnTo>
                    <a:pt x="1793" y="3418"/>
                  </a:lnTo>
                  <a:lnTo>
                    <a:pt x="1768" y="3434"/>
                  </a:lnTo>
                  <a:lnTo>
                    <a:pt x="1740" y="3444"/>
                  </a:lnTo>
                  <a:lnTo>
                    <a:pt x="1711" y="3450"/>
                  </a:lnTo>
                  <a:lnTo>
                    <a:pt x="1681" y="3450"/>
                  </a:lnTo>
                  <a:lnTo>
                    <a:pt x="1648" y="3445"/>
                  </a:lnTo>
                  <a:lnTo>
                    <a:pt x="1614" y="3436"/>
                  </a:lnTo>
                  <a:lnTo>
                    <a:pt x="1579" y="3421"/>
                  </a:lnTo>
                  <a:lnTo>
                    <a:pt x="1542" y="3400"/>
                  </a:lnTo>
                  <a:lnTo>
                    <a:pt x="357" y="2643"/>
                  </a:lnTo>
                  <a:lnTo>
                    <a:pt x="320" y="2618"/>
                  </a:lnTo>
                  <a:lnTo>
                    <a:pt x="285" y="2588"/>
                  </a:lnTo>
                  <a:lnTo>
                    <a:pt x="251" y="2554"/>
                  </a:lnTo>
                  <a:lnTo>
                    <a:pt x="218" y="2517"/>
                  </a:lnTo>
                  <a:lnTo>
                    <a:pt x="187" y="2477"/>
                  </a:lnTo>
                  <a:lnTo>
                    <a:pt x="157" y="2433"/>
                  </a:lnTo>
                  <a:lnTo>
                    <a:pt x="130" y="2388"/>
                  </a:lnTo>
                  <a:lnTo>
                    <a:pt x="105" y="2341"/>
                  </a:lnTo>
                  <a:lnTo>
                    <a:pt x="81" y="2292"/>
                  </a:lnTo>
                  <a:lnTo>
                    <a:pt x="61" y="2241"/>
                  </a:lnTo>
                  <a:lnTo>
                    <a:pt x="44" y="2190"/>
                  </a:lnTo>
                  <a:lnTo>
                    <a:pt x="29" y="2138"/>
                  </a:lnTo>
                  <a:lnTo>
                    <a:pt x="17" y="2085"/>
                  </a:lnTo>
                  <a:lnTo>
                    <a:pt x="7" y="2033"/>
                  </a:lnTo>
                  <a:lnTo>
                    <a:pt x="3" y="1981"/>
                  </a:lnTo>
                  <a:lnTo>
                    <a:pt x="0" y="1931"/>
                  </a:lnTo>
                  <a:lnTo>
                    <a:pt x="0" y="308"/>
                  </a:lnTo>
                  <a:lnTo>
                    <a:pt x="3" y="260"/>
                  </a:lnTo>
                  <a:lnTo>
                    <a:pt x="7" y="215"/>
                  </a:lnTo>
                  <a:lnTo>
                    <a:pt x="17" y="174"/>
                  </a:lnTo>
                  <a:lnTo>
                    <a:pt x="29" y="137"/>
                  </a:lnTo>
                  <a:lnTo>
                    <a:pt x="44" y="104"/>
                  </a:lnTo>
                  <a:lnTo>
                    <a:pt x="61" y="76"/>
                  </a:lnTo>
                  <a:lnTo>
                    <a:pt x="81" y="51"/>
                  </a:lnTo>
                  <a:lnTo>
                    <a:pt x="105" y="31"/>
                  </a:lnTo>
                  <a:lnTo>
                    <a:pt x="130" y="16"/>
                  </a:lnTo>
                  <a:lnTo>
                    <a:pt x="157" y="5"/>
                  </a:lnTo>
                  <a:lnTo>
                    <a:pt x="187" y="0"/>
                  </a:lnTo>
                  <a:lnTo>
                    <a:pt x="218" y="0"/>
                  </a:lnTo>
                  <a:lnTo>
                    <a:pt x="251" y="3"/>
                  </a:lnTo>
                  <a:lnTo>
                    <a:pt x="285" y="14"/>
                  </a:lnTo>
                  <a:lnTo>
                    <a:pt x="320" y="29"/>
                  </a:lnTo>
                  <a:lnTo>
                    <a:pt x="357" y="49"/>
                  </a:lnTo>
                  <a:close/>
                </a:path>
              </a:pathLst>
            </a:custGeom>
            <a:solidFill>
              <a:srgbClr val="BFBFB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4359" name="Freeform 49"/>
            <p:cNvSpPr>
              <a:spLocks/>
            </p:cNvSpPr>
            <p:nvPr/>
          </p:nvSpPr>
          <p:spPr bwMode="auto">
            <a:xfrm>
              <a:off x="1268" y="1663"/>
              <a:ext cx="393" cy="711"/>
            </a:xfrm>
            <a:custGeom>
              <a:avLst/>
              <a:gdLst>
                <a:gd name="T0" fmla="*/ 3 w 1962"/>
                <a:gd name="T1" fmla="*/ 7 h 3555"/>
                <a:gd name="T2" fmla="*/ 2 w 1962"/>
                <a:gd name="T3" fmla="*/ 7 h 3555"/>
                <a:gd name="T4" fmla="*/ 2 w 1962"/>
                <a:gd name="T5" fmla="*/ 8 h 3555"/>
                <a:gd name="T6" fmla="*/ 1 w 1962"/>
                <a:gd name="T7" fmla="*/ 8 h 3555"/>
                <a:gd name="T8" fmla="*/ 1 w 1962"/>
                <a:gd name="T9" fmla="*/ 9 h 3555"/>
                <a:gd name="T10" fmla="*/ 1 w 1962"/>
                <a:gd name="T11" fmla="*/ 10 h 3555"/>
                <a:gd name="T12" fmla="*/ 0 w 1962"/>
                <a:gd name="T13" fmla="*/ 11 h 3555"/>
                <a:gd name="T14" fmla="*/ 0 w 1962"/>
                <a:gd name="T15" fmla="*/ 12 h 3555"/>
                <a:gd name="T16" fmla="*/ 0 w 1962"/>
                <a:gd name="T17" fmla="*/ 13 h 3555"/>
                <a:gd name="T18" fmla="*/ 0 w 1962"/>
                <a:gd name="T19" fmla="*/ 26 h 3555"/>
                <a:gd name="T20" fmla="*/ 0 w 1962"/>
                <a:gd name="T21" fmla="*/ 27 h 3555"/>
                <a:gd name="T22" fmla="*/ 0 w 1962"/>
                <a:gd name="T23" fmla="*/ 28 h 3555"/>
                <a:gd name="T24" fmla="*/ 1 w 1962"/>
                <a:gd name="T25" fmla="*/ 28 h 3555"/>
                <a:gd name="T26" fmla="*/ 1 w 1962"/>
                <a:gd name="T27" fmla="*/ 28 h 3555"/>
                <a:gd name="T28" fmla="*/ 2 w 1962"/>
                <a:gd name="T29" fmla="*/ 28 h 3555"/>
                <a:gd name="T30" fmla="*/ 2 w 1962"/>
                <a:gd name="T31" fmla="*/ 28 h 3555"/>
                <a:gd name="T32" fmla="*/ 3 w 1962"/>
                <a:gd name="T33" fmla="*/ 28 h 3555"/>
                <a:gd name="T34" fmla="*/ 13 w 1962"/>
                <a:gd name="T35" fmla="*/ 22 h 3555"/>
                <a:gd name="T36" fmla="*/ 13 w 1962"/>
                <a:gd name="T37" fmla="*/ 21 h 3555"/>
                <a:gd name="T38" fmla="*/ 14 w 1962"/>
                <a:gd name="T39" fmla="*/ 21 h 3555"/>
                <a:gd name="T40" fmla="*/ 14 w 1962"/>
                <a:gd name="T41" fmla="*/ 20 h 3555"/>
                <a:gd name="T42" fmla="*/ 15 w 1962"/>
                <a:gd name="T43" fmla="*/ 19 h 3555"/>
                <a:gd name="T44" fmla="*/ 15 w 1962"/>
                <a:gd name="T45" fmla="*/ 18 h 3555"/>
                <a:gd name="T46" fmla="*/ 16 w 1962"/>
                <a:gd name="T47" fmla="*/ 18 h 3555"/>
                <a:gd name="T48" fmla="*/ 16 w 1962"/>
                <a:gd name="T49" fmla="*/ 17 h 3555"/>
                <a:gd name="T50" fmla="*/ 16 w 1962"/>
                <a:gd name="T51" fmla="*/ 16 h 3555"/>
                <a:gd name="T52" fmla="*/ 16 w 1962"/>
                <a:gd name="T53" fmla="*/ 2 h 3555"/>
                <a:gd name="T54" fmla="*/ 16 w 1962"/>
                <a:gd name="T55" fmla="*/ 1 h 3555"/>
                <a:gd name="T56" fmla="*/ 15 w 1962"/>
                <a:gd name="T57" fmla="*/ 1 h 3555"/>
                <a:gd name="T58" fmla="*/ 15 w 1962"/>
                <a:gd name="T59" fmla="*/ 0 h 3555"/>
                <a:gd name="T60" fmla="*/ 15 w 1962"/>
                <a:gd name="T61" fmla="*/ 0 h 3555"/>
                <a:gd name="T62" fmla="*/ 14 w 1962"/>
                <a:gd name="T63" fmla="*/ 0 h 3555"/>
                <a:gd name="T64" fmla="*/ 14 w 1962"/>
                <a:gd name="T65" fmla="*/ 0 h 3555"/>
                <a:gd name="T66" fmla="*/ 13 w 1962"/>
                <a:gd name="T67" fmla="*/ 0 h 3555"/>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962"/>
                <a:gd name="T103" fmla="*/ 0 h 3555"/>
                <a:gd name="T104" fmla="*/ 1962 w 1962"/>
                <a:gd name="T105" fmla="*/ 3555 h 3555"/>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962" h="3555">
                  <a:moveTo>
                    <a:pt x="1594" y="50"/>
                  </a:moveTo>
                  <a:lnTo>
                    <a:pt x="368" y="831"/>
                  </a:lnTo>
                  <a:lnTo>
                    <a:pt x="330" y="858"/>
                  </a:lnTo>
                  <a:lnTo>
                    <a:pt x="294" y="888"/>
                  </a:lnTo>
                  <a:lnTo>
                    <a:pt x="259" y="922"/>
                  </a:lnTo>
                  <a:lnTo>
                    <a:pt x="225" y="961"/>
                  </a:lnTo>
                  <a:lnTo>
                    <a:pt x="193" y="1003"/>
                  </a:lnTo>
                  <a:lnTo>
                    <a:pt x="163" y="1047"/>
                  </a:lnTo>
                  <a:lnTo>
                    <a:pt x="133" y="1094"/>
                  </a:lnTo>
                  <a:lnTo>
                    <a:pt x="108" y="1143"/>
                  </a:lnTo>
                  <a:lnTo>
                    <a:pt x="84" y="1193"/>
                  </a:lnTo>
                  <a:lnTo>
                    <a:pt x="63" y="1246"/>
                  </a:lnTo>
                  <a:lnTo>
                    <a:pt x="44" y="1299"/>
                  </a:lnTo>
                  <a:lnTo>
                    <a:pt x="29" y="1353"/>
                  </a:lnTo>
                  <a:lnTo>
                    <a:pt x="16" y="1405"/>
                  </a:lnTo>
                  <a:lnTo>
                    <a:pt x="7" y="1459"/>
                  </a:lnTo>
                  <a:lnTo>
                    <a:pt x="2" y="1512"/>
                  </a:lnTo>
                  <a:lnTo>
                    <a:pt x="0" y="1565"/>
                  </a:lnTo>
                  <a:lnTo>
                    <a:pt x="0" y="3237"/>
                  </a:lnTo>
                  <a:lnTo>
                    <a:pt x="2" y="3287"/>
                  </a:lnTo>
                  <a:lnTo>
                    <a:pt x="7" y="3333"/>
                  </a:lnTo>
                  <a:lnTo>
                    <a:pt x="16" y="3375"/>
                  </a:lnTo>
                  <a:lnTo>
                    <a:pt x="29" y="3413"/>
                  </a:lnTo>
                  <a:lnTo>
                    <a:pt x="44" y="3447"/>
                  </a:lnTo>
                  <a:lnTo>
                    <a:pt x="63" y="3477"/>
                  </a:lnTo>
                  <a:lnTo>
                    <a:pt x="84" y="3502"/>
                  </a:lnTo>
                  <a:lnTo>
                    <a:pt x="108" y="3522"/>
                  </a:lnTo>
                  <a:lnTo>
                    <a:pt x="133" y="3538"/>
                  </a:lnTo>
                  <a:lnTo>
                    <a:pt x="163" y="3549"/>
                  </a:lnTo>
                  <a:lnTo>
                    <a:pt x="193" y="3555"/>
                  </a:lnTo>
                  <a:lnTo>
                    <a:pt x="225" y="3555"/>
                  </a:lnTo>
                  <a:lnTo>
                    <a:pt x="259" y="3550"/>
                  </a:lnTo>
                  <a:lnTo>
                    <a:pt x="294" y="3541"/>
                  </a:lnTo>
                  <a:lnTo>
                    <a:pt x="330" y="3524"/>
                  </a:lnTo>
                  <a:lnTo>
                    <a:pt x="368" y="3503"/>
                  </a:lnTo>
                  <a:lnTo>
                    <a:pt x="1594" y="2722"/>
                  </a:lnTo>
                  <a:lnTo>
                    <a:pt x="1632" y="2696"/>
                  </a:lnTo>
                  <a:lnTo>
                    <a:pt x="1668" y="2665"/>
                  </a:lnTo>
                  <a:lnTo>
                    <a:pt x="1703" y="2631"/>
                  </a:lnTo>
                  <a:lnTo>
                    <a:pt x="1737" y="2592"/>
                  </a:lnTo>
                  <a:lnTo>
                    <a:pt x="1769" y="2551"/>
                  </a:lnTo>
                  <a:lnTo>
                    <a:pt x="1799" y="2506"/>
                  </a:lnTo>
                  <a:lnTo>
                    <a:pt x="1829" y="2460"/>
                  </a:lnTo>
                  <a:lnTo>
                    <a:pt x="1854" y="2411"/>
                  </a:lnTo>
                  <a:lnTo>
                    <a:pt x="1878" y="2361"/>
                  </a:lnTo>
                  <a:lnTo>
                    <a:pt x="1899" y="2308"/>
                  </a:lnTo>
                  <a:lnTo>
                    <a:pt x="1918" y="2256"/>
                  </a:lnTo>
                  <a:lnTo>
                    <a:pt x="1933" y="2202"/>
                  </a:lnTo>
                  <a:lnTo>
                    <a:pt x="1946" y="2149"/>
                  </a:lnTo>
                  <a:lnTo>
                    <a:pt x="1955" y="2095"/>
                  </a:lnTo>
                  <a:lnTo>
                    <a:pt x="1960" y="2042"/>
                  </a:lnTo>
                  <a:lnTo>
                    <a:pt x="1962" y="1989"/>
                  </a:lnTo>
                  <a:lnTo>
                    <a:pt x="1962" y="319"/>
                  </a:lnTo>
                  <a:lnTo>
                    <a:pt x="1960" y="269"/>
                  </a:lnTo>
                  <a:lnTo>
                    <a:pt x="1955" y="223"/>
                  </a:lnTo>
                  <a:lnTo>
                    <a:pt x="1946" y="180"/>
                  </a:lnTo>
                  <a:lnTo>
                    <a:pt x="1933" y="143"/>
                  </a:lnTo>
                  <a:lnTo>
                    <a:pt x="1918" y="109"/>
                  </a:lnTo>
                  <a:lnTo>
                    <a:pt x="1899" y="79"/>
                  </a:lnTo>
                  <a:lnTo>
                    <a:pt x="1878" y="54"/>
                  </a:lnTo>
                  <a:lnTo>
                    <a:pt x="1854" y="33"/>
                  </a:lnTo>
                  <a:lnTo>
                    <a:pt x="1829" y="17"/>
                  </a:lnTo>
                  <a:lnTo>
                    <a:pt x="1799" y="7"/>
                  </a:lnTo>
                  <a:lnTo>
                    <a:pt x="1769" y="0"/>
                  </a:lnTo>
                  <a:lnTo>
                    <a:pt x="1737" y="0"/>
                  </a:lnTo>
                  <a:lnTo>
                    <a:pt x="1703" y="4"/>
                  </a:lnTo>
                  <a:lnTo>
                    <a:pt x="1668" y="14"/>
                  </a:lnTo>
                  <a:lnTo>
                    <a:pt x="1632" y="29"/>
                  </a:lnTo>
                  <a:lnTo>
                    <a:pt x="1594" y="50"/>
                  </a:lnTo>
                  <a:close/>
                </a:path>
              </a:pathLst>
            </a:custGeom>
            <a:solidFill>
              <a:srgbClr val="E5E5E5"/>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4360" name="Freeform 50"/>
            <p:cNvSpPr>
              <a:spLocks noEditPoints="1"/>
            </p:cNvSpPr>
            <p:nvPr/>
          </p:nvSpPr>
          <p:spPr bwMode="auto">
            <a:xfrm>
              <a:off x="916" y="1589"/>
              <a:ext cx="697" cy="698"/>
            </a:xfrm>
            <a:custGeom>
              <a:avLst/>
              <a:gdLst>
                <a:gd name="T0" fmla="*/ 16 w 3485"/>
                <a:gd name="T1" fmla="*/ 0 h 3490"/>
                <a:gd name="T2" fmla="*/ 17 w 3485"/>
                <a:gd name="T3" fmla="*/ 2 h 3490"/>
                <a:gd name="T4" fmla="*/ 17 w 3485"/>
                <a:gd name="T5" fmla="*/ 3 h 3490"/>
                <a:gd name="T6" fmla="*/ 14 w 3485"/>
                <a:gd name="T7" fmla="*/ 4 h 3490"/>
                <a:gd name="T8" fmla="*/ 12 w 3485"/>
                <a:gd name="T9" fmla="*/ 4 h 3490"/>
                <a:gd name="T10" fmla="*/ 11 w 3485"/>
                <a:gd name="T11" fmla="*/ 2 h 3490"/>
                <a:gd name="T12" fmla="*/ 11 w 3485"/>
                <a:gd name="T13" fmla="*/ 1 h 3490"/>
                <a:gd name="T14" fmla="*/ 14 w 3485"/>
                <a:gd name="T15" fmla="*/ 0 h 3490"/>
                <a:gd name="T16" fmla="*/ 3 w 3485"/>
                <a:gd name="T17" fmla="*/ 7 h 3490"/>
                <a:gd name="T18" fmla="*/ 4 w 3485"/>
                <a:gd name="T19" fmla="*/ 9 h 3490"/>
                <a:gd name="T20" fmla="*/ 3 w 3485"/>
                <a:gd name="T21" fmla="*/ 12 h 3490"/>
                <a:gd name="T22" fmla="*/ 2 w 3485"/>
                <a:gd name="T23" fmla="*/ 13 h 3490"/>
                <a:gd name="T24" fmla="*/ 1 w 3485"/>
                <a:gd name="T25" fmla="*/ 12 h 3490"/>
                <a:gd name="T26" fmla="*/ 0 w 3485"/>
                <a:gd name="T27" fmla="*/ 10 h 3490"/>
                <a:gd name="T28" fmla="*/ 0 w 3485"/>
                <a:gd name="T29" fmla="*/ 8 h 3490"/>
                <a:gd name="T30" fmla="*/ 2 w 3485"/>
                <a:gd name="T31" fmla="*/ 6 h 3490"/>
                <a:gd name="T32" fmla="*/ 10 w 3485"/>
                <a:gd name="T33" fmla="*/ 20 h 3490"/>
                <a:gd name="T34" fmla="*/ 11 w 3485"/>
                <a:gd name="T35" fmla="*/ 22 h 3490"/>
                <a:gd name="T36" fmla="*/ 11 w 3485"/>
                <a:gd name="T37" fmla="*/ 25 h 3490"/>
                <a:gd name="T38" fmla="*/ 10 w 3485"/>
                <a:gd name="T39" fmla="*/ 27 h 3490"/>
                <a:gd name="T40" fmla="*/ 8 w 3485"/>
                <a:gd name="T41" fmla="*/ 26 h 3490"/>
                <a:gd name="T42" fmla="*/ 7 w 3485"/>
                <a:gd name="T43" fmla="*/ 24 h 3490"/>
                <a:gd name="T44" fmla="*/ 7 w 3485"/>
                <a:gd name="T45" fmla="*/ 22 h 3490"/>
                <a:gd name="T46" fmla="*/ 8 w 3485"/>
                <a:gd name="T47" fmla="*/ 20 h 3490"/>
                <a:gd name="T48" fmla="*/ 20 w 3485"/>
                <a:gd name="T49" fmla="*/ 21 h 3490"/>
                <a:gd name="T50" fmla="*/ 21 w 3485"/>
                <a:gd name="T51" fmla="*/ 23 h 3490"/>
                <a:gd name="T52" fmla="*/ 21 w 3485"/>
                <a:gd name="T53" fmla="*/ 26 h 3490"/>
                <a:gd name="T54" fmla="*/ 20 w 3485"/>
                <a:gd name="T55" fmla="*/ 28 h 3490"/>
                <a:gd name="T56" fmla="*/ 18 w 3485"/>
                <a:gd name="T57" fmla="*/ 28 h 3490"/>
                <a:gd name="T58" fmla="*/ 17 w 3485"/>
                <a:gd name="T59" fmla="*/ 26 h 3490"/>
                <a:gd name="T60" fmla="*/ 17 w 3485"/>
                <a:gd name="T61" fmla="*/ 23 h 3490"/>
                <a:gd name="T62" fmla="*/ 18 w 3485"/>
                <a:gd name="T63" fmla="*/ 21 h 3490"/>
                <a:gd name="T64" fmla="*/ 19 w 3485"/>
                <a:gd name="T65" fmla="*/ 11 h 3490"/>
                <a:gd name="T66" fmla="*/ 20 w 3485"/>
                <a:gd name="T67" fmla="*/ 13 h 3490"/>
                <a:gd name="T68" fmla="*/ 21 w 3485"/>
                <a:gd name="T69" fmla="*/ 15 h 3490"/>
                <a:gd name="T70" fmla="*/ 20 w 3485"/>
                <a:gd name="T71" fmla="*/ 17 h 3490"/>
                <a:gd name="T72" fmla="*/ 18 w 3485"/>
                <a:gd name="T73" fmla="*/ 17 h 3490"/>
                <a:gd name="T74" fmla="*/ 17 w 3485"/>
                <a:gd name="T75" fmla="*/ 16 h 3490"/>
                <a:gd name="T76" fmla="*/ 17 w 3485"/>
                <a:gd name="T77" fmla="*/ 13 h 3490"/>
                <a:gd name="T78" fmla="*/ 18 w 3485"/>
                <a:gd name="T79" fmla="*/ 11 h 3490"/>
                <a:gd name="T80" fmla="*/ 26 w 3485"/>
                <a:gd name="T81" fmla="*/ 7 h 3490"/>
                <a:gd name="T82" fmla="*/ 27 w 3485"/>
                <a:gd name="T83" fmla="*/ 8 h 3490"/>
                <a:gd name="T84" fmla="*/ 27 w 3485"/>
                <a:gd name="T85" fmla="*/ 11 h 3490"/>
                <a:gd name="T86" fmla="*/ 26 w 3485"/>
                <a:gd name="T87" fmla="*/ 13 h 3490"/>
                <a:gd name="T88" fmla="*/ 25 w 3485"/>
                <a:gd name="T89" fmla="*/ 13 h 3490"/>
                <a:gd name="T90" fmla="*/ 24 w 3485"/>
                <a:gd name="T91" fmla="*/ 12 h 3490"/>
                <a:gd name="T92" fmla="*/ 24 w 3485"/>
                <a:gd name="T93" fmla="*/ 9 h 3490"/>
                <a:gd name="T94" fmla="*/ 24 w 3485"/>
                <a:gd name="T95" fmla="*/ 7 h 3490"/>
                <a:gd name="T96" fmla="*/ 26 w 3485"/>
                <a:gd name="T97" fmla="*/ 17 h 3490"/>
                <a:gd name="T98" fmla="*/ 27 w 3485"/>
                <a:gd name="T99" fmla="*/ 18 h 3490"/>
                <a:gd name="T100" fmla="*/ 28 w 3485"/>
                <a:gd name="T101" fmla="*/ 21 h 3490"/>
                <a:gd name="T102" fmla="*/ 27 w 3485"/>
                <a:gd name="T103" fmla="*/ 23 h 3490"/>
                <a:gd name="T104" fmla="*/ 26 w 3485"/>
                <a:gd name="T105" fmla="*/ 24 h 3490"/>
                <a:gd name="T106" fmla="*/ 24 w 3485"/>
                <a:gd name="T107" fmla="*/ 23 h 3490"/>
                <a:gd name="T108" fmla="*/ 24 w 3485"/>
                <a:gd name="T109" fmla="*/ 20 h 3490"/>
                <a:gd name="T110" fmla="*/ 25 w 3485"/>
                <a:gd name="T111" fmla="*/ 18 h 3490"/>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w 3485"/>
                <a:gd name="T169" fmla="*/ 0 h 3490"/>
                <a:gd name="T170" fmla="*/ 3485 w 3485"/>
                <a:gd name="T171" fmla="*/ 3490 h 3490"/>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T168" t="T169" r="T170" b="T171"/>
              <a:pathLst>
                <a:path w="3485" h="3490">
                  <a:moveTo>
                    <a:pt x="1754" y="0"/>
                  </a:moveTo>
                  <a:lnTo>
                    <a:pt x="1797" y="2"/>
                  </a:lnTo>
                  <a:lnTo>
                    <a:pt x="1840" y="5"/>
                  </a:lnTo>
                  <a:lnTo>
                    <a:pt x="1881" y="12"/>
                  </a:lnTo>
                  <a:lnTo>
                    <a:pt x="1921" y="20"/>
                  </a:lnTo>
                  <a:lnTo>
                    <a:pt x="1959" y="31"/>
                  </a:lnTo>
                  <a:lnTo>
                    <a:pt x="1994" y="44"/>
                  </a:lnTo>
                  <a:lnTo>
                    <a:pt x="2028" y="59"/>
                  </a:lnTo>
                  <a:lnTo>
                    <a:pt x="2058" y="74"/>
                  </a:lnTo>
                  <a:lnTo>
                    <a:pt x="2086" y="93"/>
                  </a:lnTo>
                  <a:lnTo>
                    <a:pt x="2111" y="113"/>
                  </a:lnTo>
                  <a:lnTo>
                    <a:pt x="2132" y="133"/>
                  </a:lnTo>
                  <a:lnTo>
                    <a:pt x="2151" y="155"/>
                  </a:lnTo>
                  <a:lnTo>
                    <a:pt x="2165" y="179"/>
                  </a:lnTo>
                  <a:lnTo>
                    <a:pt x="2175" y="203"/>
                  </a:lnTo>
                  <a:lnTo>
                    <a:pt x="2182" y="229"/>
                  </a:lnTo>
                  <a:lnTo>
                    <a:pt x="2185" y="255"/>
                  </a:lnTo>
                  <a:lnTo>
                    <a:pt x="2182" y="281"/>
                  </a:lnTo>
                  <a:lnTo>
                    <a:pt x="2175" y="305"/>
                  </a:lnTo>
                  <a:lnTo>
                    <a:pt x="2165" y="330"/>
                  </a:lnTo>
                  <a:lnTo>
                    <a:pt x="2151" y="353"/>
                  </a:lnTo>
                  <a:lnTo>
                    <a:pt x="2132" y="376"/>
                  </a:lnTo>
                  <a:lnTo>
                    <a:pt x="2111" y="397"/>
                  </a:lnTo>
                  <a:lnTo>
                    <a:pt x="2086" y="417"/>
                  </a:lnTo>
                  <a:lnTo>
                    <a:pt x="2058" y="434"/>
                  </a:lnTo>
                  <a:lnTo>
                    <a:pt x="2028" y="451"/>
                  </a:lnTo>
                  <a:lnTo>
                    <a:pt x="1994" y="466"/>
                  </a:lnTo>
                  <a:lnTo>
                    <a:pt x="1959" y="479"/>
                  </a:lnTo>
                  <a:lnTo>
                    <a:pt x="1921" y="489"/>
                  </a:lnTo>
                  <a:lnTo>
                    <a:pt x="1881" y="498"/>
                  </a:lnTo>
                  <a:lnTo>
                    <a:pt x="1840" y="505"/>
                  </a:lnTo>
                  <a:lnTo>
                    <a:pt x="1797" y="508"/>
                  </a:lnTo>
                  <a:lnTo>
                    <a:pt x="1754" y="509"/>
                  </a:lnTo>
                  <a:lnTo>
                    <a:pt x="1710" y="508"/>
                  </a:lnTo>
                  <a:lnTo>
                    <a:pt x="1667" y="505"/>
                  </a:lnTo>
                  <a:lnTo>
                    <a:pt x="1626" y="498"/>
                  </a:lnTo>
                  <a:lnTo>
                    <a:pt x="1586" y="489"/>
                  </a:lnTo>
                  <a:lnTo>
                    <a:pt x="1548" y="479"/>
                  </a:lnTo>
                  <a:lnTo>
                    <a:pt x="1512" y="466"/>
                  </a:lnTo>
                  <a:lnTo>
                    <a:pt x="1479" y="451"/>
                  </a:lnTo>
                  <a:lnTo>
                    <a:pt x="1449" y="434"/>
                  </a:lnTo>
                  <a:lnTo>
                    <a:pt x="1421" y="417"/>
                  </a:lnTo>
                  <a:lnTo>
                    <a:pt x="1395" y="397"/>
                  </a:lnTo>
                  <a:lnTo>
                    <a:pt x="1374" y="376"/>
                  </a:lnTo>
                  <a:lnTo>
                    <a:pt x="1355" y="353"/>
                  </a:lnTo>
                  <a:lnTo>
                    <a:pt x="1341" y="330"/>
                  </a:lnTo>
                  <a:lnTo>
                    <a:pt x="1331" y="305"/>
                  </a:lnTo>
                  <a:lnTo>
                    <a:pt x="1324" y="281"/>
                  </a:lnTo>
                  <a:lnTo>
                    <a:pt x="1321" y="255"/>
                  </a:lnTo>
                  <a:lnTo>
                    <a:pt x="1324" y="229"/>
                  </a:lnTo>
                  <a:lnTo>
                    <a:pt x="1331" y="203"/>
                  </a:lnTo>
                  <a:lnTo>
                    <a:pt x="1341" y="179"/>
                  </a:lnTo>
                  <a:lnTo>
                    <a:pt x="1355" y="155"/>
                  </a:lnTo>
                  <a:lnTo>
                    <a:pt x="1374" y="133"/>
                  </a:lnTo>
                  <a:lnTo>
                    <a:pt x="1395" y="113"/>
                  </a:lnTo>
                  <a:lnTo>
                    <a:pt x="1421" y="93"/>
                  </a:lnTo>
                  <a:lnTo>
                    <a:pt x="1449" y="74"/>
                  </a:lnTo>
                  <a:lnTo>
                    <a:pt x="1479" y="59"/>
                  </a:lnTo>
                  <a:lnTo>
                    <a:pt x="1512" y="44"/>
                  </a:lnTo>
                  <a:lnTo>
                    <a:pt x="1548" y="31"/>
                  </a:lnTo>
                  <a:lnTo>
                    <a:pt x="1586" y="20"/>
                  </a:lnTo>
                  <a:lnTo>
                    <a:pt x="1626" y="12"/>
                  </a:lnTo>
                  <a:lnTo>
                    <a:pt x="1667" y="5"/>
                  </a:lnTo>
                  <a:lnTo>
                    <a:pt x="1710" y="2"/>
                  </a:lnTo>
                  <a:lnTo>
                    <a:pt x="1754" y="0"/>
                  </a:lnTo>
                  <a:close/>
                  <a:moveTo>
                    <a:pt x="239" y="786"/>
                  </a:moveTo>
                  <a:lnTo>
                    <a:pt x="263" y="788"/>
                  </a:lnTo>
                  <a:lnTo>
                    <a:pt x="287" y="794"/>
                  </a:lnTo>
                  <a:lnTo>
                    <a:pt x="309" y="805"/>
                  </a:lnTo>
                  <a:lnTo>
                    <a:pt x="331" y="819"/>
                  </a:lnTo>
                  <a:lnTo>
                    <a:pt x="352" y="836"/>
                  </a:lnTo>
                  <a:lnTo>
                    <a:pt x="372" y="857"/>
                  </a:lnTo>
                  <a:lnTo>
                    <a:pt x="390" y="882"/>
                  </a:lnTo>
                  <a:lnTo>
                    <a:pt x="407" y="909"/>
                  </a:lnTo>
                  <a:lnTo>
                    <a:pt x="423" y="940"/>
                  </a:lnTo>
                  <a:lnTo>
                    <a:pt x="437" y="971"/>
                  </a:lnTo>
                  <a:lnTo>
                    <a:pt x="448" y="1006"/>
                  </a:lnTo>
                  <a:lnTo>
                    <a:pt x="459" y="1043"/>
                  </a:lnTo>
                  <a:lnTo>
                    <a:pt x="467" y="1081"/>
                  </a:lnTo>
                  <a:lnTo>
                    <a:pt x="473" y="1121"/>
                  </a:lnTo>
                  <a:lnTo>
                    <a:pt x="476" y="1163"/>
                  </a:lnTo>
                  <a:lnTo>
                    <a:pt x="478" y="1206"/>
                  </a:lnTo>
                  <a:lnTo>
                    <a:pt x="476" y="1248"/>
                  </a:lnTo>
                  <a:lnTo>
                    <a:pt x="473" y="1290"/>
                  </a:lnTo>
                  <a:lnTo>
                    <a:pt x="467" y="1330"/>
                  </a:lnTo>
                  <a:lnTo>
                    <a:pt x="459" y="1367"/>
                  </a:lnTo>
                  <a:lnTo>
                    <a:pt x="448" y="1405"/>
                  </a:lnTo>
                  <a:lnTo>
                    <a:pt x="437" y="1439"/>
                  </a:lnTo>
                  <a:lnTo>
                    <a:pt x="423" y="1472"/>
                  </a:lnTo>
                  <a:lnTo>
                    <a:pt x="407" y="1501"/>
                  </a:lnTo>
                  <a:lnTo>
                    <a:pt x="390" y="1528"/>
                  </a:lnTo>
                  <a:lnTo>
                    <a:pt x="372" y="1553"/>
                  </a:lnTo>
                  <a:lnTo>
                    <a:pt x="352" y="1574"/>
                  </a:lnTo>
                  <a:lnTo>
                    <a:pt x="331" y="1591"/>
                  </a:lnTo>
                  <a:lnTo>
                    <a:pt x="309" y="1605"/>
                  </a:lnTo>
                  <a:lnTo>
                    <a:pt x="287" y="1616"/>
                  </a:lnTo>
                  <a:lnTo>
                    <a:pt x="263" y="1622"/>
                  </a:lnTo>
                  <a:lnTo>
                    <a:pt x="239" y="1624"/>
                  </a:lnTo>
                  <a:lnTo>
                    <a:pt x="214" y="1622"/>
                  </a:lnTo>
                  <a:lnTo>
                    <a:pt x="191" y="1616"/>
                  </a:lnTo>
                  <a:lnTo>
                    <a:pt x="168" y="1605"/>
                  </a:lnTo>
                  <a:lnTo>
                    <a:pt x="146" y="1591"/>
                  </a:lnTo>
                  <a:lnTo>
                    <a:pt x="125" y="1574"/>
                  </a:lnTo>
                  <a:lnTo>
                    <a:pt x="105" y="1553"/>
                  </a:lnTo>
                  <a:lnTo>
                    <a:pt x="87" y="1528"/>
                  </a:lnTo>
                  <a:lnTo>
                    <a:pt x="70" y="1501"/>
                  </a:lnTo>
                  <a:lnTo>
                    <a:pt x="55" y="1472"/>
                  </a:lnTo>
                  <a:lnTo>
                    <a:pt x="41" y="1439"/>
                  </a:lnTo>
                  <a:lnTo>
                    <a:pt x="29" y="1405"/>
                  </a:lnTo>
                  <a:lnTo>
                    <a:pt x="18" y="1367"/>
                  </a:lnTo>
                  <a:lnTo>
                    <a:pt x="10" y="1330"/>
                  </a:lnTo>
                  <a:lnTo>
                    <a:pt x="4" y="1290"/>
                  </a:lnTo>
                  <a:lnTo>
                    <a:pt x="1" y="1248"/>
                  </a:lnTo>
                  <a:lnTo>
                    <a:pt x="0" y="1206"/>
                  </a:lnTo>
                  <a:lnTo>
                    <a:pt x="1" y="1163"/>
                  </a:lnTo>
                  <a:lnTo>
                    <a:pt x="4" y="1121"/>
                  </a:lnTo>
                  <a:lnTo>
                    <a:pt x="10" y="1081"/>
                  </a:lnTo>
                  <a:lnTo>
                    <a:pt x="18" y="1043"/>
                  </a:lnTo>
                  <a:lnTo>
                    <a:pt x="29" y="1006"/>
                  </a:lnTo>
                  <a:lnTo>
                    <a:pt x="41" y="971"/>
                  </a:lnTo>
                  <a:lnTo>
                    <a:pt x="55" y="940"/>
                  </a:lnTo>
                  <a:lnTo>
                    <a:pt x="70" y="909"/>
                  </a:lnTo>
                  <a:lnTo>
                    <a:pt x="87" y="882"/>
                  </a:lnTo>
                  <a:lnTo>
                    <a:pt x="105" y="857"/>
                  </a:lnTo>
                  <a:lnTo>
                    <a:pt x="125" y="836"/>
                  </a:lnTo>
                  <a:lnTo>
                    <a:pt x="146" y="819"/>
                  </a:lnTo>
                  <a:lnTo>
                    <a:pt x="168" y="805"/>
                  </a:lnTo>
                  <a:lnTo>
                    <a:pt x="191" y="794"/>
                  </a:lnTo>
                  <a:lnTo>
                    <a:pt x="214" y="788"/>
                  </a:lnTo>
                  <a:lnTo>
                    <a:pt x="239" y="786"/>
                  </a:lnTo>
                  <a:close/>
                  <a:moveTo>
                    <a:pt x="1119" y="2495"/>
                  </a:moveTo>
                  <a:lnTo>
                    <a:pt x="1143" y="2498"/>
                  </a:lnTo>
                  <a:lnTo>
                    <a:pt x="1167" y="2504"/>
                  </a:lnTo>
                  <a:lnTo>
                    <a:pt x="1190" y="2514"/>
                  </a:lnTo>
                  <a:lnTo>
                    <a:pt x="1211" y="2528"/>
                  </a:lnTo>
                  <a:lnTo>
                    <a:pt x="1232" y="2546"/>
                  </a:lnTo>
                  <a:lnTo>
                    <a:pt x="1252" y="2567"/>
                  </a:lnTo>
                  <a:lnTo>
                    <a:pt x="1271" y="2592"/>
                  </a:lnTo>
                  <a:lnTo>
                    <a:pt x="1288" y="2618"/>
                  </a:lnTo>
                  <a:lnTo>
                    <a:pt x="1304" y="2648"/>
                  </a:lnTo>
                  <a:lnTo>
                    <a:pt x="1318" y="2681"/>
                  </a:lnTo>
                  <a:lnTo>
                    <a:pt x="1329" y="2715"/>
                  </a:lnTo>
                  <a:lnTo>
                    <a:pt x="1340" y="2752"/>
                  </a:lnTo>
                  <a:lnTo>
                    <a:pt x="1348" y="2790"/>
                  </a:lnTo>
                  <a:lnTo>
                    <a:pt x="1354" y="2830"/>
                  </a:lnTo>
                  <a:lnTo>
                    <a:pt x="1358" y="2872"/>
                  </a:lnTo>
                  <a:lnTo>
                    <a:pt x="1359" y="2914"/>
                  </a:lnTo>
                  <a:lnTo>
                    <a:pt x="1358" y="2956"/>
                  </a:lnTo>
                  <a:lnTo>
                    <a:pt x="1354" y="2998"/>
                  </a:lnTo>
                  <a:lnTo>
                    <a:pt x="1348" y="3038"/>
                  </a:lnTo>
                  <a:lnTo>
                    <a:pt x="1340" y="3077"/>
                  </a:lnTo>
                  <a:lnTo>
                    <a:pt x="1329" y="3113"/>
                  </a:lnTo>
                  <a:lnTo>
                    <a:pt x="1318" y="3147"/>
                  </a:lnTo>
                  <a:lnTo>
                    <a:pt x="1304" y="3180"/>
                  </a:lnTo>
                  <a:lnTo>
                    <a:pt x="1288" y="3209"/>
                  </a:lnTo>
                  <a:lnTo>
                    <a:pt x="1271" y="3238"/>
                  </a:lnTo>
                  <a:lnTo>
                    <a:pt x="1252" y="3261"/>
                  </a:lnTo>
                  <a:lnTo>
                    <a:pt x="1232" y="3282"/>
                  </a:lnTo>
                  <a:lnTo>
                    <a:pt x="1211" y="3301"/>
                  </a:lnTo>
                  <a:lnTo>
                    <a:pt x="1190" y="3315"/>
                  </a:lnTo>
                  <a:lnTo>
                    <a:pt x="1167" y="3325"/>
                  </a:lnTo>
                  <a:lnTo>
                    <a:pt x="1143" y="3331"/>
                  </a:lnTo>
                  <a:lnTo>
                    <a:pt x="1119" y="3334"/>
                  </a:lnTo>
                  <a:lnTo>
                    <a:pt x="1094" y="3331"/>
                  </a:lnTo>
                  <a:lnTo>
                    <a:pt x="1070" y="3325"/>
                  </a:lnTo>
                  <a:lnTo>
                    <a:pt x="1048" y="3315"/>
                  </a:lnTo>
                  <a:lnTo>
                    <a:pt x="1026" y="3301"/>
                  </a:lnTo>
                  <a:lnTo>
                    <a:pt x="1005" y="3282"/>
                  </a:lnTo>
                  <a:lnTo>
                    <a:pt x="985" y="3261"/>
                  </a:lnTo>
                  <a:lnTo>
                    <a:pt x="967" y="3238"/>
                  </a:lnTo>
                  <a:lnTo>
                    <a:pt x="950" y="3209"/>
                  </a:lnTo>
                  <a:lnTo>
                    <a:pt x="935" y="3180"/>
                  </a:lnTo>
                  <a:lnTo>
                    <a:pt x="921" y="3147"/>
                  </a:lnTo>
                  <a:lnTo>
                    <a:pt x="909" y="3113"/>
                  </a:lnTo>
                  <a:lnTo>
                    <a:pt x="898" y="3077"/>
                  </a:lnTo>
                  <a:lnTo>
                    <a:pt x="890" y="3038"/>
                  </a:lnTo>
                  <a:lnTo>
                    <a:pt x="884" y="2998"/>
                  </a:lnTo>
                  <a:lnTo>
                    <a:pt x="881" y="2956"/>
                  </a:lnTo>
                  <a:lnTo>
                    <a:pt x="880" y="2914"/>
                  </a:lnTo>
                  <a:lnTo>
                    <a:pt x="881" y="2872"/>
                  </a:lnTo>
                  <a:lnTo>
                    <a:pt x="884" y="2830"/>
                  </a:lnTo>
                  <a:lnTo>
                    <a:pt x="890" y="2790"/>
                  </a:lnTo>
                  <a:lnTo>
                    <a:pt x="898" y="2752"/>
                  </a:lnTo>
                  <a:lnTo>
                    <a:pt x="909" y="2715"/>
                  </a:lnTo>
                  <a:lnTo>
                    <a:pt x="921" y="2681"/>
                  </a:lnTo>
                  <a:lnTo>
                    <a:pt x="935" y="2648"/>
                  </a:lnTo>
                  <a:lnTo>
                    <a:pt x="950" y="2618"/>
                  </a:lnTo>
                  <a:lnTo>
                    <a:pt x="967" y="2592"/>
                  </a:lnTo>
                  <a:lnTo>
                    <a:pt x="985" y="2567"/>
                  </a:lnTo>
                  <a:lnTo>
                    <a:pt x="1005" y="2546"/>
                  </a:lnTo>
                  <a:lnTo>
                    <a:pt x="1026" y="2528"/>
                  </a:lnTo>
                  <a:lnTo>
                    <a:pt x="1048" y="2514"/>
                  </a:lnTo>
                  <a:lnTo>
                    <a:pt x="1070" y="2504"/>
                  </a:lnTo>
                  <a:lnTo>
                    <a:pt x="1094" y="2498"/>
                  </a:lnTo>
                  <a:lnTo>
                    <a:pt x="1119" y="2495"/>
                  </a:lnTo>
                  <a:close/>
                  <a:moveTo>
                    <a:pt x="2380" y="2651"/>
                  </a:moveTo>
                  <a:lnTo>
                    <a:pt x="2405" y="2654"/>
                  </a:lnTo>
                  <a:lnTo>
                    <a:pt x="2428" y="2660"/>
                  </a:lnTo>
                  <a:lnTo>
                    <a:pt x="2452" y="2670"/>
                  </a:lnTo>
                  <a:lnTo>
                    <a:pt x="2473" y="2684"/>
                  </a:lnTo>
                  <a:lnTo>
                    <a:pt x="2494" y="2703"/>
                  </a:lnTo>
                  <a:lnTo>
                    <a:pt x="2514" y="2724"/>
                  </a:lnTo>
                  <a:lnTo>
                    <a:pt x="2533" y="2747"/>
                  </a:lnTo>
                  <a:lnTo>
                    <a:pt x="2550" y="2774"/>
                  </a:lnTo>
                  <a:lnTo>
                    <a:pt x="2565" y="2805"/>
                  </a:lnTo>
                  <a:lnTo>
                    <a:pt x="2580" y="2838"/>
                  </a:lnTo>
                  <a:lnTo>
                    <a:pt x="2591" y="2872"/>
                  </a:lnTo>
                  <a:lnTo>
                    <a:pt x="2602" y="2908"/>
                  </a:lnTo>
                  <a:lnTo>
                    <a:pt x="2610" y="2947"/>
                  </a:lnTo>
                  <a:lnTo>
                    <a:pt x="2616" y="2987"/>
                  </a:lnTo>
                  <a:lnTo>
                    <a:pt x="2619" y="3029"/>
                  </a:lnTo>
                  <a:lnTo>
                    <a:pt x="2621" y="3071"/>
                  </a:lnTo>
                  <a:lnTo>
                    <a:pt x="2619" y="3113"/>
                  </a:lnTo>
                  <a:lnTo>
                    <a:pt x="2616" y="3155"/>
                  </a:lnTo>
                  <a:lnTo>
                    <a:pt x="2610" y="3195"/>
                  </a:lnTo>
                  <a:lnTo>
                    <a:pt x="2602" y="3233"/>
                  </a:lnTo>
                  <a:lnTo>
                    <a:pt x="2591" y="3270"/>
                  </a:lnTo>
                  <a:lnTo>
                    <a:pt x="2580" y="3304"/>
                  </a:lnTo>
                  <a:lnTo>
                    <a:pt x="2565" y="3337"/>
                  </a:lnTo>
                  <a:lnTo>
                    <a:pt x="2550" y="3367"/>
                  </a:lnTo>
                  <a:lnTo>
                    <a:pt x="2533" y="3393"/>
                  </a:lnTo>
                  <a:lnTo>
                    <a:pt x="2514" y="3418"/>
                  </a:lnTo>
                  <a:lnTo>
                    <a:pt x="2494" y="3439"/>
                  </a:lnTo>
                  <a:lnTo>
                    <a:pt x="2473" y="3457"/>
                  </a:lnTo>
                  <a:lnTo>
                    <a:pt x="2452" y="3471"/>
                  </a:lnTo>
                  <a:lnTo>
                    <a:pt x="2428" y="3481"/>
                  </a:lnTo>
                  <a:lnTo>
                    <a:pt x="2405" y="3487"/>
                  </a:lnTo>
                  <a:lnTo>
                    <a:pt x="2380" y="3490"/>
                  </a:lnTo>
                  <a:lnTo>
                    <a:pt x="2356" y="3487"/>
                  </a:lnTo>
                  <a:lnTo>
                    <a:pt x="2332" y="3481"/>
                  </a:lnTo>
                  <a:lnTo>
                    <a:pt x="2310" y="3471"/>
                  </a:lnTo>
                  <a:lnTo>
                    <a:pt x="2288" y="3457"/>
                  </a:lnTo>
                  <a:lnTo>
                    <a:pt x="2267" y="3439"/>
                  </a:lnTo>
                  <a:lnTo>
                    <a:pt x="2248" y="3418"/>
                  </a:lnTo>
                  <a:lnTo>
                    <a:pt x="2229" y="3393"/>
                  </a:lnTo>
                  <a:lnTo>
                    <a:pt x="2212" y="3367"/>
                  </a:lnTo>
                  <a:lnTo>
                    <a:pt x="2196" y="3337"/>
                  </a:lnTo>
                  <a:lnTo>
                    <a:pt x="2182" y="3304"/>
                  </a:lnTo>
                  <a:lnTo>
                    <a:pt x="2171" y="3270"/>
                  </a:lnTo>
                  <a:lnTo>
                    <a:pt x="2160" y="3233"/>
                  </a:lnTo>
                  <a:lnTo>
                    <a:pt x="2152" y="3195"/>
                  </a:lnTo>
                  <a:lnTo>
                    <a:pt x="2146" y="3155"/>
                  </a:lnTo>
                  <a:lnTo>
                    <a:pt x="2142" y="3113"/>
                  </a:lnTo>
                  <a:lnTo>
                    <a:pt x="2141" y="3071"/>
                  </a:lnTo>
                  <a:lnTo>
                    <a:pt x="2142" y="3029"/>
                  </a:lnTo>
                  <a:lnTo>
                    <a:pt x="2146" y="2987"/>
                  </a:lnTo>
                  <a:lnTo>
                    <a:pt x="2152" y="2947"/>
                  </a:lnTo>
                  <a:lnTo>
                    <a:pt x="2160" y="2908"/>
                  </a:lnTo>
                  <a:lnTo>
                    <a:pt x="2171" y="2872"/>
                  </a:lnTo>
                  <a:lnTo>
                    <a:pt x="2182" y="2838"/>
                  </a:lnTo>
                  <a:lnTo>
                    <a:pt x="2196" y="2805"/>
                  </a:lnTo>
                  <a:lnTo>
                    <a:pt x="2212" y="2774"/>
                  </a:lnTo>
                  <a:lnTo>
                    <a:pt x="2229" y="2747"/>
                  </a:lnTo>
                  <a:lnTo>
                    <a:pt x="2248" y="2724"/>
                  </a:lnTo>
                  <a:lnTo>
                    <a:pt x="2267" y="2703"/>
                  </a:lnTo>
                  <a:lnTo>
                    <a:pt x="2288" y="2684"/>
                  </a:lnTo>
                  <a:lnTo>
                    <a:pt x="2310" y="2670"/>
                  </a:lnTo>
                  <a:lnTo>
                    <a:pt x="2332" y="2660"/>
                  </a:lnTo>
                  <a:lnTo>
                    <a:pt x="2356" y="2654"/>
                  </a:lnTo>
                  <a:lnTo>
                    <a:pt x="2380" y="2651"/>
                  </a:lnTo>
                  <a:close/>
                  <a:moveTo>
                    <a:pt x="2342" y="1355"/>
                  </a:moveTo>
                  <a:lnTo>
                    <a:pt x="2366" y="1357"/>
                  </a:lnTo>
                  <a:lnTo>
                    <a:pt x="2390" y="1363"/>
                  </a:lnTo>
                  <a:lnTo>
                    <a:pt x="2412" y="1373"/>
                  </a:lnTo>
                  <a:lnTo>
                    <a:pt x="2434" y="1387"/>
                  </a:lnTo>
                  <a:lnTo>
                    <a:pt x="2455" y="1405"/>
                  </a:lnTo>
                  <a:lnTo>
                    <a:pt x="2475" y="1426"/>
                  </a:lnTo>
                  <a:lnTo>
                    <a:pt x="2493" y="1451"/>
                  </a:lnTo>
                  <a:lnTo>
                    <a:pt x="2510" y="1478"/>
                  </a:lnTo>
                  <a:lnTo>
                    <a:pt x="2526" y="1507"/>
                  </a:lnTo>
                  <a:lnTo>
                    <a:pt x="2540" y="1540"/>
                  </a:lnTo>
                  <a:lnTo>
                    <a:pt x="2551" y="1574"/>
                  </a:lnTo>
                  <a:lnTo>
                    <a:pt x="2562" y="1611"/>
                  </a:lnTo>
                  <a:lnTo>
                    <a:pt x="2570" y="1649"/>
                  </a:lnTo>
                  <a:lnTo>
                    <a:pt x="2576" y="1689"/>
                  </a:lnTo>
                  <a:lnTo>
                    <a:pt x="2580" y="1731"/>
                  </a:lnTo>
                  <a:lnTo>
                    <a:pt x="2581" y="1773"/>
                  </a:lnTo>
                  <a:lnTo>
                    <a:pt x="2580" y="1815"/>
                  </a:lnTo>
                  <a:lnTo>
                    <a:pt x="2576" y="1858"/>
                  </a:lnTo>
                  <a:lnTo>
                    <a:pt x="2570" y="1897"/>
                  </a:lnTo>
                  <a:lnTo>
                    <a:pt x="2562" y="1936"/>
                  </a:lnTo>
                  <a:lnTo>
                    <a:pt x="2551" y="1972"/>
                  </a:lnTo>
                  <a:lnTo>
                    <a:pt x="2540" y="2008"/>
                  </a:lnTo>
                  <a:lnTo>
                    <a:pt x="2526" y="2039"/>
                  </a:lnTo>
                  <a:lnTo>
                    <a:pt x="2510" y="2070"/>
                  </a:lnTo>
                  <a:lnTo>
                    <a:pt x="2493" y="2097"/>
                  </a:lnTo>
                  <a:lnTo>
                    <a:pt x="2475" y="2121"/>
                  </a:lnTo>
                  <a:lnTo>
                    <a:pt x="2455" y="2142"/>
                  </a:lnTo>
                  <a:lnTo>
                    <a:pt x="2434" y="2160"/>
                  </a:lnTo>
                  <a:lnTo>
                    <a:pt x="2412" y="2174"/>
                  </a:lnTo>
                  <a:lnTo>
                    <a:pt x="2390" y="2185"/>
                  </a:lnTo>
                  <a:lnTo>
                    <a:pt x="2366" y="2191"/>
                  </a:lnTo>
                  <a:lnTo>
                    <a:pt x="2342" y="2193"/>
                  </a:lnTo>
                  <a:lnTo>
                    <a:pt x="2317" y="2191"/>
                  </a:lnTo>
                  <a:lnTo>
                    <a:pt x="2294" y="2185"/>
                  </a:lnTo>
                  <a:lnTo>
                    <a:pt x="2270" y="2174"/>
                  </a:lnTo>
                  <a:lnTo>
                    <a:pt x="2249" y="2160"/>
                  </a:lnTo>
                  <a:lnTo>
                    <a:pt x="2228" y="2142"/>
                  </a:lnTo>
                  <a:lnTo>
                    <a:pt x="2208" y="2121"/>
                  </a:lnTo>
                  <a:lnTo>
                    <a:pt x="2189" y="2097"/>
                  </a:lnTo>
                  <a:lnTo>
                    <a:pt x="2173" y="2070"/>
                  </a:lnTo>
                  <a:lnTo>
                    <a:pt x="2157" y="2039"/>
                  </a:lnTo>
                  <a:lnTo>
                    <a:pt x="2142" y="2008"/>
                  </a:lnTo>
                  <a:lnTo>
                    <a:pt x="2131" y="1972"/>
                  </a:lnTo>
                  <a:lnTo>
                    <a:pt x="2120" y="1936"/>
                  </a:lnTo>
                  <a:lnTo>
                    <a:pt x="2112" y="1897"/>
                  </a:lnTo>
                  <a:lnTo>
                    <a:pt x="2106" y="1858"/>
                  </a:lnTo>
                  <a:lnTo>
                    <a:pt x="2103" y="1815"/>
                  </a:lnTo>
                  <a:lnTo>
                    <a:pt x="2101" y="1773"/>
                  </a:lnTo>
                  <a:lnTo>
                    <a:pt x="2103" y="1731"/>
                  </a:lnTo>
                  <a:lnTo>
                    <a:pt x="2106" y="1689"/>
                  </a:lnTo>
                  <a:lnTo>
                    <a:pt x="2112" y="1649"/>
                  </a:lnTo>
                  <a:lnTo>
                    <a:pt x="2120" y="1611"/>
                  </a:lnTo>
                  <a:lnTo>
                    <a:pt x="2131" y="1574"/>
                  </a:lnTo>
                  <a:lnTo>
                    <a:pt x="2142" y="1540"/>
                  </a:lnTo>
                  <a:lnTo>
                    <a:pt x="2157" y="1507"/>
                  </a:lnTo>
                  <a:lnTo>
                    <a:pt x="2173" y="1478"/>
                  </a:lnTo>
                  <a:lnTo>
                    <a:pt x="2189" y="1451"/>
                  </a:lnTo>
                  <a:lnTo>
                    <a:pt x="2208" y="1426"/>
                  </a:lnTo>
                  <a:lnTo>
                    <a:pt x="2228" y="1405"/>
                  </a:lnTo>
                  <a:lnTo>
                    <a:pt x="2249" y="1387"/>
                  </a:lnTo>
                  <a:lnTo>
                    <a:pt x="2270" y="1373"/>
                  </a:lnTo>
                  <a:lnTo>
                    <a:pt x="2294" y="1363"/>
                  </a:lnTo>
                  <a:lnTo>
                    <a:pt x="2317" y="1357"/>
                  </a:lnTo>
                  <a:lnTo>
                    <a:pt x="2342" y="1355"/>
                  </a:lnTo>
                  <a:close/>
                  <a:moveTo>
                    <a:pt x="3179" y="819"/>
                  </a:moveTo>
                  <a:lnTo>
                    <a:pt x="3204" y="821"/>
                  </a:lnTo>
                  <a:lnTo>
                    <a:pt x="3227" y="827"/>
                  </a:lnTo>
                  <a:lnTo>
                    <a:pt x="3250" y="838"/>
                  </a:lnTo>
                  <a:lnTo>
                    <a:pt x="3272" y="852"/>
                  </a:lnTo>
                  <a:lnTo>
                    <a:pt x="3293" y="869"/>
                  </a:lnTo>
                  <a:lnTo>
                    <a:pt x="3312" y="890"/>
                  </a:lnTo>
                  <a:lnTo>
                    <a:pt x="3331" y="915"/>
                  </a:lnTo>
                  <a:lnTo>
                    <a:pt x="3348" y="942"/>
                  </a:lnTo>
                  <a:lnTo>
                    <a:pt x="3363" y="971"/>
                  </a:lnTo>
                  <a:lnTo>
                    <a:pt x="3377" y="1004"/>
                  </a:lnTo>
                  <a:lnTo>
                    <a:pt x="3389" y="1038"/>
                  </a:lnTo>
                  <a:lnTo>
                    <a:pt x="3400" y="1076"/>
                  </a:lnTo>
                  <a:lnTo>
                    <a:pt x="3408" y="1113"/>
                  </a:lnTo>
                  <a:lnTo>
                    <a:pt x="3414" y="1153"/>
                  </a:lnTo>
                  <a:lnTo>
                    <a:pt x="3417" y="1195"/>
                  </a:lnTo>
                  <a:lnTo>
                    <a:pt x="3418" y="1237"/>
                  </a:lnTo>
                  <a:lnTo>
                    <a:pt x="3417" y="1280"/>
                  </a:lnTo>
                  <a:lnTo>
                    <a:pt x="3414" y="1322"/>
                  </a:lnTo>
                  <a:lnTo>
                    <a:pt x="3408" y="1362"/>
                  </a:lnTo>
                  <a:lnTo>
                    <a:pt x="3400" y="1399"/>
                  </a:lnTo>
                  <a:lnTo>
                    <a:pt x="3389" y="1437"/>
                  </a:lnTo>
                  <a:lnTo>
                    <a:pt x="3377" y="1471"/>
                  </a:lnTo>
                  <a:lnTo>
                    <a:pt x="3363" y="1503"/>
                  </a:lnTo>
                  <a:lnTo>
                    <a:pt x="3348" y="1533"/>
                  </a:lnTo>
                  <a:lnTo>
                    <a:pt x="3331" y="1560"/>
                  </a:lnTo>
                  <a:lnTo>
                    <a:pt x="3312" y="1584"/>
                  </a:lnTo>
                  <a:lnTo>
                    <a:pt x="3293" y="1605"/>
                  </a:lnTo>
                  <a:lnTo>
                    <a:pt x="3272" y="1623"/>
                  </a:lnTo>
                  <a:lnTo>
                    <a:pt x="3250" y="1637"/>
                  </a:lnTo>
                  <a:lnTo>
                    <a:pt x="3227" y="1648"/>
                  </a:lnTo>
                  <a:lnTo>
                    <a:pt x="3204" y="1654"/>
                  </a:lnTo>
                  <a:lnTo>
                    <a:pt x="3179" y="1656"/>
                  </a:lnTo>
                  <a:lnTo>
                    <a:pt x="3155" y="1654"/>
                  </a:lnTo>
                  <a:lnTo>
                    <a:pt x="3131" y="1648"/>
                  </a:lnTo>
                  <a:lnTo>
                    <a:pt x="3108" y="1637"/>
                  </a:lnTo>
                  <a:lnTo>
                    <a:pt x="3087" y="1623"/>
                  </a:lnTo>
                  <a:lnTo>
                    <a:pt x="3066" y="1605"/>
                  </a:lnTo>
                  <a:lnTo>
                    <a:pt x="3046" y="1584"/>
                  </a:lnTo>
                  <a:lnTo>
                    <a:pt x="3027" y="1560"/>
                  </a:lnTo>
                  <a:lnTo>
                    <a:pt x="3011" y="1533"/>
                  </a:lnTo>
                  <a:lnTo>
                    <a:pt x="2994" y="1503"/>
                  </a:lnTo>
                  <a:lnTo>
                    <a:pt x="2980" y="1471"/>
                  </a:lnTo>
                  <a:lnTo>
                    <a:pt x="2968" y="1437"/>
                  </a:lnTo>
                  <a:lnTo>
                    <a:pt x="2958" y="1399"/>
                  </a:lnTo>
                  <a:lnTo>
                    <a:pt x="2950" y="1362"/>
                  </a:lnTo>
                  <a:lnTo>
                    <a:pt x="2944" y="1322"/>
                  </a:lnTo>
                  <a:lnTo>
                    <a:pt x="2940" y="1280"/>
                  </a:lnTo>
                  <a:lnTo>
                    <a:pt x="2939" y="1237"/>
                  </a:lnTo>
                  <a:lnTo>
                    <a:pt x="2940" y="1195"/>
                  </a:lnTo>
                  <a:lnTo>
                    <a:pt x="2944" y="1153"/>
                  </a:lnTo>
                  <a:lnTo>
                    <a:pt x="2950" y="1113"/>
                  </a:lnTo>
                  <a:lnTo>
                    <a:pt x="2958" y="1076"/>
                  </a:lnTo>
                  <a:lnTo>
                    <a:pt x="2968" y="1038"/>
                  </a:lnTo>
                  <a:lnTo>
                    <a:pt x="2980" y="1004"/>
                  </a:lnTo>
                  <a:lnTo>
                    <a:pt x="2994" y="971"/>
                  </a:lnTo>
                  <a:lnTo>
                    <a:pt x="3011" y="942"/>
                  </a:lnTo>
                  <a:lnTo>
                    <a:pt x="3027" y="915"/>
                  </a:lnTo>
                  <a:lnTo>
                    <a:pt x="3046" y="890"/>
                  </a:lnTo>
                  <a:lnTo>
                    <a:pt x="3066" y="869"/>
                  </a:lnTo>
                  <a:lnTo>
                    <a:pt x="3087" y="852"/>
                  </a:lnTo>
                  <a:lnTo>
                    <a:pt x="3108" y="838"/>
                  </a:lnTo>
                  <a:lnTo>
                    <a:pt x="3131" y="827"/>
                  </a:lnTo>
                  <a:lnTo>
                    <a:pt x="3155" y="821"/>
                  </a:lnTo>
                  <a:lnTo>
                    <a:pt x="3179" y="819"/>
                  </a:lnTo>
                  <a:close/>
                  <a:moveTo>
                    <a:pt x="3246" y="2144"/>
                  </a:moveTo>
                  <a:lnTo>
                    <a:pt x="3271" y="2146"/>
                  </a:lnTo>
                  <a:lnTo>
                    <a:pt x="3294" y="2152"/>
                  </a:lnTo>
                  <a:lnTo>
                    <a:pt x="3316" y="2162"/>
                  </a:lnTo>
                  <a:lnTo>
                    <a:pt x="3339" y="2176"/>
                  </a:lnTo>
                  <a:lnTo>
                    <a:pt x="3360" y="2194"/>
                  </a:lnTo>
                  <a:lnTo>
                    <a:pt x="3380" y="2215"/>
                  </a:lnTo>
                  <a:lnTo>
                    <a:pt x="3397" y="2240"/>
                  </a:lnTo>
                  <a:lnTo>
                    <a:pt x="3415" y="2267"/>
                  </a:lnTo>
                  <a:lnTo>
                    <a:pt x="3430" y="2296"/>
                  </a:lnTo>
                  <a:lnTo>
                    <a:pt x="3444" y="2329"/>
                  </a:lnTo>
                  <a:lnTo>
                    <a:pt x="3456" y="2363"/>
                  </a:lnTo>
                  <a:lnTo>
                    <a:pt x="3466" y="2400"/>
                  </a:lnTo>
                  <a:lnTo>
                    <a:pt x="3475" y="2438"/>
                  </a:lnTo>
                  <a:lnTo>
                    <a:pt x="3480" y="2478"/>
                  </a:lnTo>
                  <a:lnTo>
                    <a:pt x="3484" y="2520"/>
                  </a:lnTo>
                  <a:lnTo>
                    <a:pt x="3485" y="2562"/>
                  </a:lnTo>
                  <a:lnTo>
                    <a:pt x="3484" y="2604"/>
                  </a:lnTo>
                  <a:lnTo>
                    <a:pt x="3480" y="2647"/>
                  </a:lnTo>
                  <a:lnTo>
                    <a:pt x="3475" y="2686"/>
                  </a:lnTo>
                  <a:lnTo>
                    <a:pt x="3466" y="2725"/>
                  </a:lnTo>
                  <a:lnTo>
                    <a:pt x="3456" y="2762"/>
                  </a:lnTo>
                  <a:lnTo>
                    <a:pt x="3444" y="2796"/>
                  </a:lnTo>
                  <a:lnTo>
                    <a:pt x="3430" y="2828"/>
                  </a:lnTo>
                  <a:lnTo>
                    <a:pt x="3415" y="2858"/>
                  </a:lnTo>
                  <a:lnTo>
                    <a:pt x="3397" y="2886"/>
                  </a:lnTo>
                  <a:lnTo>
                    <a:pt x="3380" y="2909"/>
                  </a:lnTo>
                  <a:lnTo>
                    <a:pt x="3360" y="2930"/>
                  </a:lnTo>
                  <a:lnTo>
                    <a:pt x="3339" y="2949"/>
                  </a:lnTo>
                  <a:lnTo>
                    <a:pt x="3316" y="2963"/>
                  </a:lnTo>
                  <a:lnTo>
                    <a:pt x="3294" y="2974"/>
                  </a:lnTo>
                  <a:lnTo>
                    <a:pt x="3271" y="2980"/>
                  </a:lnTo>
                  <a:lnTo>
                    <a:pt x="3246" y="2982"/>
                  </a:lnTo>
                  <a:lnTo>
                    <a:pt x="3222" y="2980"/>
                  </a:lnTo>
                  <a:lnTo>
                    <a:pt x="3198" y="2974"/>
                  </a:lnTo>
                  <a:lnTo>
                    <a:pt x="3176" y="2963"/>
                  </a:lnTo>
                  <a:lnTo>
                    <a:pt x="3154" y="2949"/>
                  </a:lnTo>
                  <a:lnTo>
                    <a:pt x="3133" y="2930"/>
                  </a:lnTo>
                  <a:lnTo>
                    <a:pt x="3113" y="2909"/>
                  </a:lnTo>
                  <a:lnTo>
                    <a:pt x="3095" y="2886"/>
                  </a:lnTo>
                  <a:lnTo>
                    <a:pt x="3077" y="2858"/>
                  </a:lnTo>
                  <a:lnTo>
                    <a:pt x="3062" y="2828"/>
                  </a:lnTo>
                  <a:lnTo>
                    <a:pt x="3048" y="2796"/>
                  </a:lnTo>
                  <a:lnTo>
                    <a:pt x="3036" y="2762"/>
                  </a:lnTo>
                  <a:lnTo>
                    <a:pt x="3026" y="2725"/>
                  </a:lnTo>
                  <a:lnTo>
                    <a:pt x="3018" y="2686"/>
                  </a:lnTo>
                  <a:lnTo>
                    <a:pt x="3012" y="2647"/>
                  </a:lnTo>
                  <a:lnTo>
                    <a:pt x="3008" y="2604"/>
                  </a:lnTo>
                  <a:lnTo>
                    <a:pt x="3007" y="2562"/>
                  </a:lnTo>
                  <a:lnTo>
                    <a:pt x="3008" y="2520"/>
                  </a:lnTo>
                  <a:lnTo>
                    <a:pt x="3012" y="2478"/>
                  </a:lnTo>
                  <a:lnTo>
                    <a:pt x="3018" y="2438"/>
                  </a:lnTo>
                  <a:lnTo>
                    <a:pt x="3026" y="2400"/>
                  </a:lnTo>
                  <a:lnTo>
                    <a:pt x="3036" y="2363"/>
                  </a:lnTo>
                  <a:lnTo>
                    <a:pt x="3048" y="2329"/>
                  </a:lnTo>
                  <a:lnTo>
                    <a:pt x="3062" y="2296"/>
                  </a:lnTo>
                  <a:lnTo>
                    <a:pt x="3077" y="2267"/>
                  </a:lnTo>
                  <a:lnTo>
                    <a:pt x="3095" y="2240"/>
                  </a:lnTo>
                  <a:lnTo>
                    <a:pt x="3113" y="2215"/>
                  </a:lnTo>
                  <a:lnTo>
                    <a:pt x="3133" y="2194"/>
                  </a:lnTo>
                  <a:lnTo>
                    <a:pt x="3154" y="2176"/>
                  </a:lnTo>
                  <a:lnTo>
                    <a:pt x="3176" y="2162"/>
                  </a:lnTo>
                  <a:lnTo>
                    <a:pt x="3198" y="2152"/>
                  </a:lnTo>
                  <a:lnTo>
                    <a:pt x="3222" y="2146"/>
                  </a:lnTo>
                  <a:lnTo>
                    <a:pt x="3246" y="214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4361" name="Freeform 51"/>
            <p:cNvSpPr>
              <a:spLocks/>
            </p:cNvSpPr>
            <p:nvPr/>
          </p:nvSpPr>
          <p:spPr bwMode="auto">
            <a:xfrm>
              <a:off x="1267" y="1588"/>
              <a:ext cx="87" cy="52"/>
            </a:xfrm>
            <a:custGeom>
              <a:avLst/>
              <a:gdLst>
                <a:gd name="T0" fmla="*/ 3 w 437"/>
                <a:gd name="T1" fmla="*/ 2 h 260"/>
                <a:gd name="T2" fmla="*/ 3 w 437"/>
                <a:gd name="T3" fmla="*/ 2 h 260"/>
                <a:gd name="T4" fmla="*/ 3 w 437"/>
                <a:gd name="T5" fmla="*/ 2 h 260"/>
                <a:gd name="T6" fmla="*/ 3 w 437"/>
                <a:gd name="T7" fmla="*/ 2 h 260"/>
                <a:gd name="T8" fmla="*/ 3 w 437"/>
                <a:gd name="T9" fmla="*/ 1 h 260"/>
                <a:gd name="T10" fmla="*/ 3 w 437"/>
                <a:gd name="T11" fmla="*/ 1 h 260"/>
                <a:gd name="T12" fmla="*/ 3 w 437"/>
                <a:gd name="T13" fmla="*/ 1 h 260"/>
                <a:gd name="T14" fmla="*/ 3 w 437"/>
                <a:gd name="T15" fmla="*/ 1 h 260"/>
                <a:gd name="T16" fmla="*/ 3 w 437"/>
                <a:gd name="T17" fmla="*/ 1 h 260"/>
                <a:gd name="T18" fmla="*/ 2 w 437"/>
                <a:gd name="T19" fmla="*/ 1 h 260"/>
                <a:gd name="T20" fmla="*/ 2 w 437"/>
                <a:gd name="T21" fmla="*/ 0 h 260"/>
                <a:gd name="T22" fmla="*/ 2 w 437"/>
                <a:gd name="T23" fmla="*/ 0 h 260"/>
                <a:gd name="T24" fmla="*/ 2 w 437"/>
                <a:gd name="T25" fmla="*/ 0 h 260"/>
                <a:gd name="T26" fmla="*/ 1 w 437"/>
                <a:gd name="T27" fmla="*/ 0 h 260"/>
                <a:gd name="T28" fmla="*/ 1 w 437"/>
                <a:gd name="T29" fmla="*/ 0 h 260"/>
                <a:gd name="T30" fmla="*/ 1 w 437"/>
                <a:gd name="T31" fmla="*/ 0 h 260"/>
                <a:gd name="T32" fmla="*/ 0 w 437"/>
                <a:gd name="T33" fmla="*/ 0 h 260"/>
                <a:gd name="T34" fmla="*/ 0 w 437"/>
                <a:gd name="T35" fmla="*/ 0 h 260"/>
                <a:gd name="T36" fmla="*/ 0 w 437"/>
                <a:gd name="T37" fmla="*/ 0 h 260"/>
                <a:gd name="T38" fmla="*/ 0 w 437"/>
                <a:gd name="T39" fmla="*/ 0 h 260"/>
                <a:gd name="T40" fmla="*/ 1 w 437"/>
                <a:gd name="T41" fmla="*/ 0 h 260"/>
                <a:gd name="T42" fmla="*/ 1 w 437"/>
                <a:gd name="T43" fmla="*/ 0 h 260"/>
                <a:gd name="T44" fmla="*/ 1 w 437"/>
                <a:gd name="T45" fmla="*/ 0 h 260"/>
                <a:gd name="T46" fmla="*/ 2 w 437"/>
                <a:gd name="T47" fmla="*/ 0 h 260"/>
                <a:gd name="T48" fmla="*/ 2 w 437"/>
                <a:gd name="T49" fmla="*/ 0 h 260"/>
                <a:gd name="T50" fmla="*/ 2 w 437"/>
                <a:gd name="T51" fmla="*/ 1 h 260"/>
                <a:gd name="T52" fmla="*/ 2 w 437"/>
                <a:gd name="T53" fmla="*/ 1 h 260"/>
                <a:gd name="T54" fmla="*/ 3 w 437"/>
                <a:gd name="T55" fmla="*/ 1 h 260"/>
                <a:gd name="T56" fmla="*/ 3 w 437"/>
                <a:gd name="T57" fmla="*/ 1 h 260"/>
                <a:gd name="T58" fmla="*/ 3 w 437"/>
                <a:gd name="T59" fmla="*/ 1 h 260"/>
                <a:gd name="T60" fmla="*/ 3 w 437"/>
                <a:gd name="T61" fmla="*/ 1 h 260"/>
                <a:gd name="T62" fmla="*/ 3 w 437"/>
                <a:gd name="T63" fmla="*/ 1 h 260"/>
                <a:gd name="T64" fmla="*/ 3 w 437"/>
                <a:gd name="T65" fmla="*/ 2 h 260"/>
                <a:gd name="T66" fmla="*/ 3 w 437"/>
                <a:gd name="T67" fmla="*/ 2 h 260"/>
                <a:gd name="T68" fmla="*/ 3 w 437"/>
                <a:gd name="T69" fmla="*/ 2 h 260"/>
                <a:gd name="T70" fmla="*/ 3 w 437"/>
                <a:gd name="T71" fmla="*/ 2 h 260"/>
                <a:gd name="T72" fmla="*/ 3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437" y="260"/>
                  </a:moveTo>
                  <a:lnTo>
                    <a:pt x="437" y="260"/>
                  </a:lnTo>
                  <a:lnTo>
                    <a:pt x="434" y="233"/>
                  </a:lnTo>
                  <a:lnTo>
                    <a:pt x="427" y="206"/>
                  </a:lnTo>
                  <a:lnTo>
                    <a:pt x="417" y="181"/>
                  </a:lnTo>
                  <a:lnTo>
                    <a:pt x="401" y="157"/>
                  </a:lnTo>
                  <a:lnTo>
                    <a:pt x="383" y="133"/>
                  </a:lnTo>
                  <a:lnTo>
                    <a:pt x="360" y="113"/>
                  </a:lnTo>
                  <a:lnTo>
                    <a:pt x="336" y="93"/>
                  </a:lnTo>
                  <a:lnTo>
                    <a:pt x="308" y="73"/>
                  </a:lnTo>
                  <a:lnTo>
                    <a:pt x="276" y="58"/>
                  </a:lnTo>
                  <a:lnTo>
                    <a:pt x="242" y="43"/>
                  </a:lnTo>
                  <a:lnTo>
                    <a:pt x="207" y="30"/>
                  </a:lnTo>
                  <a:lnTo>
                    <a:pt x="168" y="19"/>
                  </a:lnTo>
                  <a:lnTo>
                    <a:pt x="128" y="11"/>
                  </a:lnTo>
                  <a:lnTo>
                    <a:pt x="87" y="4"/>
                  </a:lnTo>
                  <a:lnTo>
                    <a:pt x="43" y="1"/>
                  </a:lnTo>
                  <a:lnTo>
                    <a:pt x="0" y="0"/>
                  </a:lnTo>
                  <a:lnTo>
                    <a:pt x="0" y="11"/>
                  </a:lnTo>
                  <a:lnTo>
                    <a:pt x="43" y="12"/>
                  </a:lnTo>
                  <a:lnTo>
                    <a:pt x="85" y="16"/>
                  </a:lnTo>
                  <a:lnTo>
                    <a:pt x="126" y="23"/>
                  </a:lnTo>
                  <a:lnTo>
                    <a:pt x="166" y="31"/>
                  </a:lnTo>
                  <a:lnTo>
                    <a:pt x="202" y="42"/>
                  </a:lnTo>
                  <a:lnTo>
                    <a:pt x="237" y="55"/>
                  </a:lnTo>
                  <a:lnTo>
                    <a:pt x="271" y="70"/>
                  </a:lnTo>
                  <a:lnTo>
                    <a:pt x="301" y="85"/>
                  </a:lnTo>
                  <a:lnTo>
                    <a:pt x="329" y="103"/>
                  </a:lnTo>
                  <a:lnTo>
                    <a:pt x="353" y="123"/>
                  </a:lnTo>
                  <a:lnTo>
                    <a:pt x="373" y="143"/>
                  </a:lnTo>
                  <a:lnTo>
                    <a:pt x="392" y="164"/>
                  </a:lnTo>
                  <a:lnTo>
                    <a:pt x="405" y="186"/>
                  </a:lnTo>
                  <a:lnTo>
                    <a:pt x="415" y="211"/>
                  </a:lnTo>
                  <a:lnTo>
                    <a:pt x="422" y="235"/>
                  </a:lnTo>
                  <a:lnTo>
                    <a:pt x="425" y="260"/>
                  </a:lnTo>
                  <a:lnTo>
                    <a:pt x="437"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4362" name="Freeform 52"/>
            <p:cNvSpPr>
              <a:spLocks/>
            </p:cNvSpPr>
            <p:nvPr/>
          </p:nvSpPr>
          <p:spPr bwMode="auto">
            <a:xfrm>
              <a:off x="1267" y="1640"/>
              <a:ext cx="87" cy="52"/>
            </a:xfrm>
            <a:custGeom>
              <a:avLst/>
              <a:gdLst>
                <a:gd name="T0" fmla="*/ 0 w 437"/>
                <a:gd name="T1" fmla="*/ 2 h 260"/>
                <a:gd name="T2" fmla="*/ 0 w 437"/>
                <a:gd name="T3" fmla="*/ 2 h 260"/>
                <a:gd name="T4" fmla="*/ 0 w 437"/>
                <a:gd name="T5" fmla="*/ 2 h 260"/>
                <a:gd name="T6" fmla="*/ 1 w 437"/>
                <a:gd name="T7" fmla="*/ 2 h 260"/>
                <a:gd name="T8" fmla="*/ 1 w 437"/>
                <a:gd name="T9" fmla="*/ 2 h 260"/>
                <a:gd name="T10" fmla="*/ 1 w 437"/>
                <a:gd name="T11" fmla="*/ 2 h 260"/>
                <a:gd name="T12" fmla="*/ 2 w 437"/>
                <a:gd name="T13" fmla="*/ 2 h 260"/>
                <a:gd name="T14" fmla="*/ 2 w 437"/>
                <a:gd name="T15" fmla="*/ 2 h 260"/>
                <a:gd name="T16" fmla="*/ 2 w 437"/>
                <a:gd name="T17" fmla="*/ 2 h 260"/>
                <a:gd name="T18" fmla="*/ 2 w 437"/>
                <a:gd name="T19" fmla="*/ 1 h 260"/>
                <a:gd name="T20" fmla="*/ 3 w 437"/>
                <a:gd name="T21" fmla="*/ 1 h 260"/>
                <a:gd name="T22" fmla="*/ 3 w 437"/>
                <a:gd name="T23" fmla="*/ 1 h 260"/>
                <a:gd name="T24" fmla="*/ 3 w 437"/>
                <a:gd name="T25" fmla="*/ 1 h 260"/>
                <a:gd name="T26" fmla="*/ 3 w 437"/>
                <a:gd name="T27" fmla="*/ 1 h 260"/>
                <a:gd name="T28" fmla="*/ 3 w 437"/>
                <a:gd name="T29" fmla="*/ 1 h 260"/>
                <a:gd name="T30" fmla="*/ 3 w 437"/>
                <a:gd name="T31" fmla="*/ 0 h 260"/>
                <a:gd name="T32" fmla="*/ 3 w 437"/>
                <a:gd name="T33" fmla="*/ 0 h 260"/>
                <a:gd name="T34" fmla="*/ 3 w 437"/>
                <a:gd name="T35" fmla="*/ 0 h 260"/>
                <a:gd name="T36" fmla="*/ 3 w 437"/>
                <a:gd name="T37" fmla="*/ 0 h 260"/>
                <a:gd name="T38" fmla="*/ 3 w 437"/>
                <a:gd name="T39" fmla="*/ 0 h 260"/>
                <a:gd name="T40" fmla="*/ 3 w 437"/>
                <a:gd name="T41" fmla="*/ 0 h 260"/>
                <a:gd name="T42" fmla="*/ 3 w 437"/>
                <a:gd name="T43" fmla="*/ 1 h 260"/>
                <a:gd name="T44" fmla="*/ 3 w 437"/>
                <a:gd name="T45" fmla="*/ 1 h 260"/>
                <a:gd name="T46" fmla="*/ 3 w 437"/>
                <a:gd name="T47" fmla="*/ 1 h 260"/>
                <a:gd name="T48" fmla="*/ 3 w 437"/>
                <a:gd name="T49" fmla="*/ 1 h 260"/>
                <a:gd name="T50" fmla="*/ 3 w 437"/>
                <a:gd name="T51" fmla="*/ 1 h 260"/>
                <a:gd name="T52" fmla="*/ 2 w 437"/>
                <a:gd name="T53" fmla="*/ 1 h 260"/>
                <a:gd name="T54" fmla="*/ 2 w 437"/>
                <a:gd name="T55" fmla="*/ 2 h 260"/>
                <a:gd name="T56" fmla="*/ 2 w 437"/>
                <a:gd name="T57" fmla="*/ 2 h 260"/>
                <a:gd name="T58" fmla="*/ 2 w 437"/>
                <a:gd name="T59" fmla="*/ 2 h 260"/>
                <a:gd name="T60" fmla="*/ 1 w 437"/>
                <a:gd name="T61" fmla="*/ 2 h 260"/>
                <a:gd name="T62" fmla="*/ 1 w 437"/>
                <a:gd name="T63" fmla="*/ 2 h 260"/>
                <a:gd name="T64" fmla="*/ 1 w 437"/>
                <a:gd name="T65" fmla="*/ 2 h 260"/>
                <a:gd name="T66" fmla="*/ 0 w 437"/>
                <a:gd name="T67" fmla="*/ 2 h 260"/>
                <a:gd name="T68" fmla="*/ 0 w 437"/>
                <a:gd name="T69" fmla="*/ 2 h 260"/>
                <a:gd name="T70" fmla="*/ 0 w 437"/>
                <a:gd name="T71" fmla="*/ 2 h 260"/>
                <a:gd name="T72" fmla="*/ 0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0" y="260"/>
                  </a:moveTo>
                  <a:lnTo>
                    <a:pt x="0" y="260"/>
                  </a:lnTo>
                  <a:lnTo>
                    <a:pt x="43" y="259"/>
                  </a:lnTo>
                  <a:lnTo>
                    <a:pt x="87" y="255"/>
                  </a:lnTo>
                  <a:lnTo>
                    <a:pt x="128" y="248"/>
                  </a:lnTo>
                  <a:lnTo>
                    <a:pt x="168" y="240"/>
                  </a:lnTo>
                  <a:lnTo>
                    <a:pt x="207" y="230"/>
                  </a:lnTo>
                  <a:lnTo>
                    <a:pt x="242" y="217"/>
                  </a:lnTo>
                  <a:lnTo>
                    <a:pt x="276" y="202"/>
                  </a:lnTo>
                  <a:lnTo>
                    <a:pt x="308" y="185"/>
                  </a:lnTo>
                  <a:lnTo>
                    <a:pt x="336" y="166"/>
                  </a:lnTo>
                  <a:lnTo>
                    <a:pt x="360" y="146"/>
                  </a:lnTo>
                  <a:lnTo>
                    <a:pt x="383" y="125"/>
                  </a:lnTo>
                  <a:lnTo>
                    <a:pt x="401" y="102"/>
                  </a:lnTo>
                  <a:lnTo>
                    <a:pt x="417" y="77"/>
                  </a:lnTo>
                  <a:lnTo>
                    <a:pt x="427" y="53"/>
                  </a:lnTo>
                  <a:lnTo>
                    <a:pt x="434" y="27"/>
                  </a:lnTo>
                  <a:lnTo>
                    <a:pt x="437" y="0"/>
                  </a:lnTo>
                  <a:lnTo>
                    <a:pt x="425" y="0"/>
                  </a:lnTo>
                  <a:lnTo>
                    <a:pt x="422" y="24"/>
                  </a:lnTo>
                  <a:lnTo>
                    <a:pt x="415" y="48"/>
                  </a:lnTo>
                  <a:lnTo>
                    <a:pt x="405" y="73"/>
                  </a:lnTo>
                  <a:lnTo>
                    <a:pt x="392" y="95"/>
                  </a:lnTo>
                  <a:lnTo>
                    <a:pt x="373" y="116"/>
                  </a:lnTo>
                  <a:lnTo>
                    <a:pt x="353" y="137"/>
                  </a:lnTo>
                  <a:lnTo>
                    <a:pt x="329" y="157"/>
                  </a:lnTo>
                  <a:lnTo>
                    <a:pt x="301" y="173"/>
                  </a:lnTo>
                  <a:lnTo>
                    <a:pt x="271" y="190"/>
                  </a:lnTo>
                  <a:lnTo>
                    <a:pt x="237" y="205"/>
                  </a:lnTo>
                  <a:lnTo>
                    <a:pt x="202" y="218"/>
                  </a:lnTo>
                  <a:lnTo>
                    <a:pt x="166" y="228"/>
                  </a:lnTo>
                  <a:lnTo>
                    <a:pt x="126" y="237"/>
                  </a:lnTo>
                  <a:lnTo>
                    <a:pt x="85" y="244"/>
                  </a:lnTo>
                  <a:lnTo>
                    <a:pt x="43" y="247"/>
                  </a:lnTo>
                  <a:lnTo>
                    <a:pt x="0" y="248"/>
                  </a:lnTo>
                  <a:lnTo>
                    <a:pt x="0"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4363" name="Freeform 53"/>
            <p:cNvSpPr>
              <a:spLocks/>
            </p:cNvSpPr>
            <p:nvPr/>
          </p:nvSpPr>
          <p:spPr bwMode="auto">
            <a:xfrm>
              <a:off x="1179" y="1640"/>
              <a:ext cx="88" cy="52"/>
            </a:xfrm>
            <a:custGeom>
              <a:avLst/>
              <a:gdLst>
                <a:gd name="T0" fmla="*/ 0 w 439"/>
                <a:gd name="T1" fmla="*/ 0 h 260"/>
                <a:gd name="T2" fmla="*/ 0 w 439"/>
                <a:gd name="T3" fmla="*/ 0 h 260"/>
                <a:gd name="T4" fmla="*/ 0 w 439"/>
                <a:gd name="T5" fmla="*/ 0 h 260"/>
                <a:gd name="T6" fmla="*/ 0 w 439"/>
                <a:gd name="T7" fmla="*/ 0 h 260"/>
                <a:gd name="T8" fmla="*/ 0 w 439"/>
                <a:gd name="T9" fmla="*/ 1 h 260"/>
                <a:gd name="T10" fmla="*/ 0 w 439"/>
                <a:gd name="T11" fmla="*/ 1 h 260"/>
                <a:gd name="T12" fmla="*/ 0 w 439"/>
                <a:gd name="T13" fmla="*/ 1 h 260"/>
                <a:gd name="T14" fmla="*/ 1 w 439"/>
                <a:gd name="T15" fmla="*/ 1 h 260"/>
                <a:gd name="T16" fmla="*/ 1 w 439"/>
                <a:gd name="T17" fmla="*/ 1 h 260"/>
                <a:gd name="T18" fmla="*/ 1 w 439"/>
                <a:gd name="T19" fmla="*/ 1 h 260"/>
                <a:gd name="T20" fmla="*/ 1 w 439"/>
                <a:gd name="T21" fmla="*/ 2 h 260"/>
                <a:gd name="T22" fmla="*/ 2 w 439"/>
                <a:gd name="T23" fmla="*/ 2 h 260"/>
                <a:gd name="T24" fmla="*/ 2 w 439"/>
                <a:gd name="T25" fmla="*/ 2 h 260"/>
                <a:gd name="T26" fmla="*/ 2 w 439"/>
                <a:gd name="T27" fmla="*/ 2 h 260"/>
                <a:gd name="T28" fmla="*/ 2 w 439"/>
                <a:gd name="T29" fmla="*/ 2 h 260"/>
                <a:gd name="T30" fmla="*/ 3 w 439"/>
                <a:gd name="T31" fmla="*/ 2 h 260"/>
                <a:gd name="T32" fmla="*/ 3 w 439"/>
                <a:gd name="T33" fmla="*/ 2 h 260"/>
                <a:gd name="T34" fmla="*/ 4 w 439"/>
                <a:gd name="T35" fmla="*/ 2 h 260"/>
                <a:gd name="T36" fmla="*/ 4 w 439"/>
                <a:gd name="T37" fmla="*/ 2 h 260"/>
                <a:gd name="T38" fmla="*/ 3 w 439"/>
                <a:gd name="T39" fmla="*/ 2 h 260"/>
                <a:gd name="T40" fmla="*/ 3 w 439"/>
                <a:gd name="T41" fmla="*/ 2 h 260"/>
                <a:gd name="T42" fmla="*/ 3 w 439"/>
                <a:gd name="T43" fmla="*/ 2 h 260"/>
                <a:gd name="T44" fmla="*/ 2 w 439"/>
                <a:gd name="T45" fmla="*/ 2 h 260"/>
                <a:gd name="T46" fmla="*/ 2 w 439"/>
                <a:gd name="T47" fmla="*/ 2 h 260"/>
                <a:gd name="T48" fmla="*/ 2 w 439"/>
                <a:gd name="T49" fmla="*/ 2 h 260"/>
                <a:gd name="T50" fmla="*/ 1 w 439"/>
                <a:gd name="T51" fmla="*/ 2 h 260"/>
                <a:gd name="T52" fmla="*/ 1 w 439"/>
                <a:gd name="T53" fmla="*/ 1 h 260"/>
                <a:gd name="T54" fmla="*/ 1 w 439"/>
                <a:gd name="T55" fmla="*/ 1 h 260"/>
                <a:gd name="T56" fmla="*/ 1 w 439"/>
                <a:gd name="T57" fmla="*/ 1 h 260"/>
                <a:gd name="T58" fmla="*/ 1 w 439"/>
                <a:gd name="T59" fmla="*/ 1 h 260"/>
                <a:gd name="T60" fmla="*/ 0 w 439"/>
                <a:gd name="T61" fmla="*/ 1 h 260"/>
                <a:gd name="T62" fmla="*/ 0 w 439"/>
                <a:gd name="T63" fmla="*/ 1 h 260"/>
                <a:gd name="T64" fmla="*/ 0 w 439"/>
                <a:gd name="T65" fmla="*/ 0 h 260"/>
                <a:gd name="T66" fmla="*/ 0 w 439"/>
                <a:gd name="T67" fmla="*/ 0 h 260"/>
                <a:gd name="T68" fmla="*/ 0 w 439"/>
                <a:gd name="T69" fmla="*/ 0 h 260"/>
                <a:gd name="T70" fmla="*/ 0 w 439"/>
                <a:gd name="T71" fmla="*/ 0 h 260"/>
                <a:gd name="T72" fmla="*/ 0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0" y="0"/>
                  </a:moveTo>
                  <a:lnTo>
                    <a:pt x="0" y="0"/>
                  </a:lnTo>
                  <a:lnTo>
                    <a:pt x="3" y="27"/>
                  </a:lnTo>
                  <a:lnTo>
                    <a:pt x="10" y="53"/>
                  </a:lnTo>
                  <a:lnTo>
                    <a:pt x="20" y="77"/>
                  </a:lnTo>
                  <a:lnTo>
                    <a:pt x="35" y="102"/>
                  </a:lnTo>
                  <a:lnTo>
                    <a:pt x="54" y="125"/>
                  </a:lnTo>
                  <a:lnTo>
                    <a:pt x="76" y="146"/>
                  </a:lnTo>
                  <a:lnTo>
                    <a:pt x="102" y="166"/>
                  </a:lnTo>
                  <a:lnTo>
                    <a:pt x="130" y="185"/>
                  </a:lnTo>
                  <a:lnTo>
                    <a:pt x="162" y="202"/>
                  </a:lnTo>
                  <a:lnTo>
                    <a:pt x="195" y="217"/>
                  </a:lnTo>
                  <a:lnTo>
                    <a:pt x="231" y="230"/>
                  </a:lnTo>
                  <a:lnTo>
                    <a:pt x="270" y="240"/>
                  </a:lnTo>
                  <a:lnTo>
                    <a:pt x="310" y="248"/>
                  </a:lnTo>
                  <a:lnTo>
                    <a:pt x="351" y="255"/>
                  </a:lnTo>
                  <a:lnTo>
                    <a:pt x="395" y="259"/>
                  </a:lnTo>
                  <a:lnTo>
                    <a:pt x="439" y="260"/>
                  </a:lnTo>
                  <a:lnTo>
                    <a:pt x="439" y="248"/>
                  </a:lnTo>
                  <a:lnTo>
                    <a:pt x="395" y="247"/>
                  </a:lnTo>
                  <a:lnTo>
                    <a:pt x="353" y="244"/>
                  </a:lnTo>
                  <a:lnTo>
                    <a:pt x="312" y="237"/>
                  </a:lnTo>
                  <a:lnTo>
                    <a:pt x="272" y="228"/>
                  </a:lnTo>
                  <a:lnTo>
                    <a:pt x="236" y="218"/>
                  </a:lnTo>
                  <a:lnTo>
                    <a:pt x="200" y="205"/>
                  </a:lnTo>
                  <a:lnTo>
                    <a:pt x="167" y="190"/>
                  </a:lnTo>
                  <a:lnTo>
                    <a:pt x="137" y="173"/>
                  </a:lnTo>
                  <a:lnTo>
                    <a:pt x="109" y="157"/>
                  </a:lnTo>
                  <a:lnTo>
                    <a:pt x="84" y="137"/>
                  </a:lnTo>
                  <a:lnTo>
                    <a:pt x="64" y="116"/>
                  </a:lnTo>
                  <a:lnTo>
                    <a:pt x="45" y="95"/>
                  </a:lnTo>
                  <a:lnTo>
                    <a:pt x="32" y="73"/>
                  </a:lnTo>
                  <a:lnTo>
                    <a:pt x="21" y="48"/>
                  </a:lnTo>
                  <a:lnTo>
                    <a:pt x="14" y="24"/>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4364" name="Freeform 54"/>
            <p:cNvSpPr>
              <a:spLocks/>
            </p:cNvSpPr>
            <p:nvPr/>
          </p:nvSpPr>
          <p:spPr bwMode="auto">
            <a:xfrm>
              <a:off x="1179" y="1588"/>
              <a:ext cx="88" cy="52"/>
            </a:xfrm>
            <a:custGeom>
              <a:avLst/>
              <a:gdLst>
                <a:gd name="T0" fmla="*/ 4 w 439"/>
                <a:gd name="T1" fmla="*/ 0 h 260"/>
                <a:gd name="T2" fmla="*/ 4 w 439"/>
                <a:gd name="T3" fmla="*/ 0 h 260"/>
                <a:gd name="T4" fmla="*/ 3 w 439"/>
                <a:gd name="T5" fmla="*/ 0 h 260"/>
                <a:gd name="T6" fmla="*/ 3 w 439"/>
                <a:gd name="T7" fmla="*/ 0 h 260"/>
                <a:gd name="T8" fmla="*/ 2 w 439"/>
                <a:gd name="T9" fmla="*/ 0 h 260"/>
                <a:gd name="T10" fmla="*/ 2 w 439"/>
                <a:gd name="T11" fmla="*/ 0 h 260"/>
                <a:gd name="T12" fmla="*/ 2 w 439"/>
                <a:gd name="T13" fmla="*/ 0 h 260"/>
                <a:gd name="T14" fmla="*/ 2 w 439"/>
                <a:gd name="T15" fmla="*/ 0 h 260"/>
                <a:gd name="T16" fmla="*/ 1 w 439"/>
                <a:gd name="T17" fmla="*/ 0 h 260"/>
                <a:gd name="T18" fmla="*/ 1 w 439"/>
                <a:gd name="T19" fmla="*/ 1 h 260"/>
                <a:gd name="T20" fmla="*/ 1 w 439"/>
                <a:gd name="T21" fmla="*/ 1 h 260"/>
                <a:gd name="T22" fmla="*/ 1 w 439"/>
                <a:gd name="T23" fmla="*/ 1 h 260"/>
                <a:gd name="T24" fmla="*/ 0 w 439"/>
                <a:gd name="T25" fmla="*/ 1 h 260"/>
                <a:gd name="T26" fmla="*/ 0 w 439"/>
                <a:gd name="T27" fmla="*/ 1 h 260"/>
                <a:gd name="T28" fmla="*/ 0 w 439"/>
                <a:gd name="T29" fmla="*/ 1 h 260"/>
                <a:gd name="T30" fmla="*/ 0 w 439"/>
                <a:gd name="T31" fmla="*/ 2 h 260"/>
                <a:gd name="T32" fmla="*/ 0 w 439"/>
                <a:gd name="T33" fmla="*/ 2 h 260"/>
                <a:gd name="T34" fmla="*/ 0 w 439"/>
                <a:gd name="T35" fmla="*/ 2 h 260"/>
                <a:gd name="T36" fmla="*/ 0 w 439"/>
                <a:gd name="T37" fmla="*/ 2 h 260"/>
                <a:gd name="T38" fmla="*/ 0 w 439"/>
                <a:gd name="T39" fmla="*/ 2 h 260"/>
                <a:gd name="T40" fmla="*/ 0 w 439"/>
                <a:gd name="T41" fmla="*/ 2 h 260"/>
                <a:gd name="T42" fmla="*/ 0 w 439"/>
                <a:gd name="T43" fmla="*/ 1 h 260"/>
                <a:gd name="T44" fmla="*/ 0 w 439"/>
                <a:gd name="T45" fmla="*/ 1 h 260"/>
                <a:gd name="T46" fmla="*/ 1 w 439"/>
                <a:gd name="T47" fmla="*/ 1 h 260"/>
                <a:gd name="T48" fmla="*/ 1 w 439"/>
                <a:gd name="T49" fmla="*/ 1 h 260"/>
                <a:gd name="T50" fmla="*/ 1 w 439"/>
                <a:gd name="T51" fmla="*/ 1 h 260"/>
                <a:gd name="T52" fmla="*/ 1 w 439"/>
                <a:gd name="T53" fmla="*/ 1 h 260"/>
                <a:gd name="T54" fmla="*/ 1 w 439"/>
                <a:gd name="T55" fmla="*/ 1 h 260"/>
                <a:gd name="T56" fmla="*/ 2 w 439"/>
                <a:gd name="T57" fmla="*/ 0 h 260"/>
                <a:gd name="T58" fmla="*/ 2 w 439"/>
                <a:gd name="T59" fmla="*/ 0 h 260"/>
                <a:gd name="T60" fmla="*/ 2 w 439"/>
                <a:gd name="T61" fmla="*/ 0 h 260"/>
                <a:gd name="T62" fmla="*/ 3 w 439"/>
                <a:gd name="T63" fmla="*/ 0 h 260"/>
                <a:gd name="T64" fmla="*/ 3 w 439"/>
                <a:gd name="T65" fmla="*/ 0 h 260"/>
                <a:gd name="T66" fmla="*/ 3 w 439"/>
                <a:gd name="T67" fmla="*/ 0 h 260"/>
                <a:gd name="T68" fmla="*/ 4 w 439"/>
                <a:gd name="T69" fmla="*/ 0 h 260"/>
                <a:gd name="T70" fmla="*/ 4 w 439"/>
                <a:gd name="T71" fmla="*/ 0 h 260"/>
                <a:gd name="T72" fmla="*/ 4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439" y="0"/>
                  </a:moveTo>
                  <a:lnTo>
                    <a:pt x="439" y="0"/>
                  </a:lnTo>
                  <a:lnTo>
                    <a:pt x="395" y="1"/>
                  </a:lnTo>
                  <a:lnTo>
                    <a:pt x="351" y="4"/>
                  </a:lnTo>
                  <a:lnTo>
                    <a:pt x="310" y="11"/>
                  </a:lnTo>
                  <a:lnTo>
                    <a:pt x="270" y="19"/>
                  </a:lnTo>
                  <a:lnTo>
                    <a:pt x="231" y="30"/>
                  </a:lnTo>
                  <a:lnTo>
                    <a:pt x="195" y="43"/>
                  </a:lnTo>
                  <a:lnTo>
                    <a:pt x="162" y="58"/>
                  </a:lnTo>
                  <a:lnTo>
                    <a:pt x="130" y="73"/>
                  </a:lnTo>
                  <a:lnTo>
                    <a:pt x="102" y="93"/>
                  </a:lnTo>
                  <a:lnTo>
                    <a:pt x="76" y="113"/>
                  </a:lnTo>
                  <a:lnTo>
                    <a:pt x="54" y="133"/>
                  </a:lnTo>
                  <a:lnTo>
                    <a:pt x="35" y="157"/>
                  </a:lnTo>
                  <a:lnTo>
                    <a:pt x="20" y="181"/>
                  </a:lnTo>
                  <a:lnTo>
                    <a:pt x="10" y="206"/>
                  </a:lnTo>
                  <a:lnTo>
                    <a:pt x="3" y="233"/>
                  </a:lnTo>
                  <a:lnTo>
                    <a:pt x="0" y="260"/>
                  </a:lnTo>
                  <a:lnTo>
                    <a:pt x="12" y="260"/>
                  </a:lnTo>
                  <a:lnTo>
                    <a:pt x="14" y="235"/>
                  </a:lnTo>
                  <a:lnTo>
                    <a:pt x="21" y="211"/>
                  </a:lnTo>
                  <a:lnTo>
                    <a:pt x="32" y="186"/>
                  </a:lnTo>
                  <a:lnTo>
                    <a:pt x="45" y="164"/>
                  </a:lnTo>
                  <a:lnTo>
                    <a:pt x="64" y="143"/>
                  </a:lnTo>
                  <a:lnTo>
                    <a:pt x="84" y="123"/>
                  </a:lnTo>
                  <a:lnTo>
                    <a:pt x="109" y="103"/>
                  </a:lnTo>
                  <a:lnTo>
                    <a:pt x="137" y="85"/>
                  </a:lnTo>
                  <a:lnTo>
                    <a:pt x="167" y="70"/>
                  </a:lnTo>
                  <a:lnTo>
                    <a:pt x="200" y="55"/>
                  </a:lnTo>
                  <a:lnTo>
                    <a:pt x="236" y="42"/>
                  </a:lnTo>
                  <a:lnTo>
                    <a:pt x="272" y="31"/>
                  </a:lnTo>
                  <a:lnTo>
                    <a:pt x="312" y="23"/>
                  </a:lnTo>
                  <a:lnTo>
                    <a:pt x="353" y="16"/>
                  </a:lnTo>
                  <a:lnTo>
                    <a:pt x="395" y="12"/>
                  </a:lnTo>
                  <a:lnTo>
                    <a:pt x="439" y="11"/>
                  </a:lnTo>
                  <a:lnTo>
                    <a:pt x="439"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4365" name="Freeform 55"/>
            <p:cNvSpPr>
              <a:spLocks/>
            </p:cNvSpPr>
            <p:nvPr/>
          </p:nvSpPr>
          <p:spPr bwMode="auto">
            <a:xfrm>
              <a:off x="964" y="1745"/>
              <a:ext cx="48" cy="85"/>
            </a:xfrm>
            <a:custGeom>
              <a:avLst/>
              <a:gdLst>
                <a:gd name="T0" fmla="*/ 2 w 244"/>
                <a:gd name="T1" fmla="*/ 3 h 426"/>
                <a:gd name="T2" fmla="*/ 2 w 244"/>
                <a:gd name="T3" fmla="*/ 3 h 426"/>
                <a:gd name="T4" fmla="*/ 2 w 244"/>
                <a:gd name="T5" fmla="*/ 3 h 426"/>
                <a:gd name="T6" fmla="*/ 2 w 244"/>
                <a:gd name="T7" fmla="*/ 3 h 426"/>
                <a:gd name="T8" fmla="*/ 2 w 244"/>
                <a:gd name="T9" fmla="*/ 2 h 426"/>
                <a:gd name="T10" fmla="*/ 2 w 244"/>
                <a:gd name="T11" fmla="*/ 2 h 426"/>
                <a:gd name="T12" fmla="*/ 2 w 244"/>
                <a:gd name="T13" fmla="*/ 2 h 426"/>
                <a:gd name="T14" fmla="*/ 2 w 244"/>
                <a:gd name="T15" fmla="*/ 2 h 426"/>
                <a:gd name="T16" fmla="*/ 1 w 244"/>
                <a:gd name="T17" fmla="*/ 1 h 426"/>
                <a:gd name="T18" fmla="*/ 1 w 244"/>
                <a:gd name="T19" fmla="*/ 1 h 426"/>
                <a:gd name="T20" fmla="*/ 1 w 244"/>
                <a:gd name="T21" fmla="*/ 1 h 426"/>
                <a:gd name="T22" fmla="*/ 1 w 244"/>
                <a:gd name="T23" fmla="*/ 1 h 426"/>
                <a:gd name="T24" fmla="*/ 1 w 244"/>
                <a:gd name="T25" fmla="*/ 0 h 426"/>
                <a:gd name="T26" fmla="*/ 1 w 244"/>
                <a:gd name="T27" fmla="*/ 0 h 426"/>
                <a:gd name="T28" fmla="*/ 1 w 244"/>
                <a:gd name="T29" fmla="*/ 0 h 426"/>
                <a:gd name="T30" fmla="*/ 0 w 244"/>
                <a:gd name="T31" fmla="*/ 0 h 426"/>
                <a:gd name="T32" fmla="*/ 0 w 244"/>
                <a:gd name="T33" fmla="*/ 0 h 426"/>
                <a:gd name="T34" fmla="*/ 0 w 244"/>
                <a:gd name="T35" fmla="*/ 0 h 426"/>
                <a:gd name="T36" fmla="*/ 0 w 244"/>
                <a:gd name="T37" fmla="*/ 0 h 426"/>
                <a:gd name="T38" fmla="*/ 0 w 244"/>
                <a:gd name="T39" fmla="*/ 0 h 426"/>
                <a:gd name="T40" fmla="*/ 0 w 244"/>
                <a:gd name="T41" fmla="*/ 0 h 426"/>
                <a:gd name="T42" fmla="*/ 1 w 244"/>
                <a:gd name="T43" fmla="*/ 0 h 426"/>
                <a:gd name="T44" fmla="*/ 1 w 244"/>
                <a:gd name="T45" fmla="*/ 0 h 426"/>
                <a:gd name="T46" fmla="*/ 1 w 244"/>
                <a:gd name="T47" fmla="*/ 0 h 426"/>
                <a:gd name="T48" fmla="*/ 1 w 244"/>
                <a:gd name="T49" fmla="*/ 1 h 426"/>
                <a:gd name="T50" fmla="*/ 1 w 244"/>
                <a:gd name="T51" fmla="*/ 1 h 426"/>
                <a:gd name="T52" fmla="*/ 1 w 244"/>
                <a:gd name="T53" fmla="*/ 1 h 426"/>
                <a:gd name="T54" fmla="*/ 1 w 244"/>
                <a:gd name="T55" fmla="*/ 1 h 426"/>
                <a:gd name="T56" fmla="*/ 1 w 244"/>
                <a:gd name="T57" fmla="*/ 2 h 426"/>
                <a:gd name="T58" fmla="*/ 2 w 244"/>
                <a:gd name="T59" fmla="*/ 2 h 426"/>
                <a:gd name="T60" fmla="*/ 2 w 244"/>
                <a:gd name="T61" fmla="*/ 2 h 426"/>
                <a:gd name="T62" fmla="*/ 2 w 244"/>
                <a:gd name="T63" fmla="*/ 2 h 426"/>
                <a:gd name="T64" fmla="*/ 2 w 244"/>
                <a:gd name="T65" fmla="*/ 3 h 426"/>
                <a:gd name="T66" fmla="*/ 2 w 244"/>
                <a:gd name="T67" fmla="*/ 3 h 426"/>
                <a:gd name="T68" fmla="*/ 2 w 244"/>
                <a:gd name="T69" fmla="*/ 3 h 426"/>
                <a:gd name="T70" fmla="*/ 2 w 244"/>
                <a:gd name="T71" fmla="*/ 3 h 426"/>
                <a:gd name="T72" fmla="*/ 2 w 244"/>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6"/>
                <a:gd name="T113" fmla="*/ 244 w 244"/>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6">
                  <a:moveTo>
                    <a:pt x="244" y="426"/>
                  </a:moveTo>
                  <a:lnTo>
                    <a:pt x="244" y="426"/>
                  </a:lnTo>
                  <a:lnTo>
                    <a:pt x="243" y="383"/>
                  </a:lnTo>
                  <a:lnTo>
                    <a:pt x="240" y="340"/>
                  </a:lnTo>
                  <a:lnTo>
                    <a:pt x="234" y="300"/>
                  </a:lnTo>
                  <a:lnTo>
                    <a:pt x="226" y="262"/>
                  </a:lnTo>
                  <a:lnTo>
                    <a:pt x="215" y="224"/>
                  </a:lnTo>
                  <a:lnTo>
                    <a:pt x="203" y="189"/>
                  </a:lnTo>
                  <a:lnTo>
                    <a:pt x="189" y="157"/>
                  </a:lnTo>
                  <a:lnTo>
                    <a:pt x="174" y="126"/>
                  </a:lnTo>
                  <a:lnTo>
                    <a:pt x="155" y="99"/>
                  </a:lnTo>
                  <a:lnTo>
                    <a:pt x="138" y="74"/>
                  </a:lnTo>
                  <a:lnTo>
                    <a:pt x="118" y="52"/>
                  </a:lnTo>
                  <a:lnTo>
                    <a:pt x="96" y="34"/>
                  </a:lnTo>
                  <a:lnTo>
                    <a:pt x="73" y="19"/>
                  </a:lnTo>
                  <a:lnTo>
                    <a:pt x="50" y="8"/>
                  </a:lnTo>
                  <a:lnTo>
                    <a:pt x="25" y="2"/>
                  </a:lnTo>
                  <a:lnTo>
                    <a:pt x="0" y="0"/>
                  </a:lnTo>
                  <a:lnTo>
                    <a:pt x="0" y="12"/>
                  </a:lnTo>
                  <a:lnTo>
                    <a:pt x="23" y="14"/>
                  </a:lnTo>
                  <a:lnTo>
                    <a:pt x="45" y="20"/>
                  </a:lnTo>
                  <a:lnTo>
                    <a:pt x="66" y="31"/>
                  </a:lnTo>
                  <a:lnTo>
                    <a:pt x="89" y="43"/>
                  </a:lnTo>
                  <a:lnTo>
                    <a:pt x="109" y="61"/>
                  </a:lnTo>
                  <a:lnTo>
                    <a:pt x="129" y="81"/>
                  </a:lnTo>
                  <a:lnTo>
                    <a:pt x="146" y="106"/>
                  </a:lnTo>
                  <a:lnTo>
                    <a:pt x="162" y="133"/>
                  </a:lnTo>
                  <a:lnTo>
                    <a:pt x="178" y="162"/>
                  </a:lnTo>
                  <a:lnTo>
                    <a:pt x="192" y="194"/>
                  </a:lnTo>
                  <a:lnTo>
                    <a:pt x="203" y="229"/>
                  </a:lnTo>
                  <a:lnTo>
                    <a:pt x="214" y="264"/>
                  </a:lnTo>
                  <a:lnTo>
                    <a:pt x="222" y="303"/>
                  </a:lnTo>
                  <a:lnTo>
                    <a:pt x="228" y="342"/>
                  </a:lnTo>
                  <a:lnTo>
                    <a:pt x="232" y="383"/>
                  </a:lnTo>
                  <a:lnTo>
                    <a:pt x="233" y="426"/>
                  </a:lnTo>
                  <a:lnTo>
                    <a:pt x="244"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4366" name="Freeform 56"/>
            <p:cNvSpPr>
              <a:spLocks/>
            </p:cNvSpPr>
            <p:nvPr/>
          </p:nvSpPr>
          <p:spPr bwMode="auto">
            <a:xfrm>
              <a:off x="964" y="1830"/>
              <a:ext cx="48" cy="85"/>
            </a:xfrm>
            <a:custGeom>
              <a:avLst/>
              <a:gdLst>
                <a:gd name="T0" fmla="*/ 0 w 244"/>
                <a:gd name="T1" fmla="*/ 3 h 424"/>
                <a:gd name="T2" fmla="*/ 0 w 244"/>
                <a:gd name="T3" fmla="*/ 3 h 424"/>
                <a:gd name="T4" fmla="*/ 0 w 244"/>
                <a:gd name="T5" fmla="*/ 3 h 424"/>
                <a:gd name="T6" fmla="*/ 0 w 244"/>
                <a:gd name="T7" fmla="*/ 3 h 424"/>
                <a:gd name="T8" fmla="*/ 1 w 244"/>
                <a:gd name="T9" fmla="*/ 3 h 424"/>
                <a:gd name="T10" fmla="*/ 1 w 244"/>
                <a:gd name="T11" fmla="*/ 3 h 424"/>
                <a:gd name="T12" fmla="*/ 1 w 244"/>
                <a:gd name="T13" fmla="*/ 3 h 424"/>
                <a:gd name="T14" fmla="*/ 1 w 244"/>
                <a:gd name="T15" fmla="*/ 3 h 424"/>
                <a:gd name="T16" fmla="*/ 1 w 244"/>
                <a:gd name="T17" fmla="*/ 3 h 424"/>
                <a:gd name="T18" fmla="*/ 1 w 244"/>
                <a:gd name="T19" fmla="*/ 2 h 424"/>
                <a:gd name="T20" fmla="*/ 1 w 244"/>
                <a:gd name="T21" fmla="*/ 2 h 424"/>
                <a:gd name="T22" fmla="*/ 2 w 244"/>
                <a:gd name="T23" fmla="*/ 2 h 424"/>
                <a:gd name="T24" fmla="*/ 2 w 244"/>
                <a:gd name="T25" fmla="*/ 2 h 424"/>
                <a:gd name="T26" fmla="*/ 2 w 244"/>
                <a:gd name="T27" fmla="*/ 1 h 424"/>
                <a:gd name="T28" fmla="*/ 2 w 244"/>
                <a:gd name="T29" fmla="*/ 1 h 424"/>
                <a:gd name="T30" fmla="*/ 2 w 244"/>
                <a:gd name="T31" fmla="*/ 1 h 424"/>
                <a:gd name="T32" fmla="*/ 2 w 244"/>
                <a:gd name="T33" fmla="*/ 0 h 424"/>
                <a:gd name="T34" fmla="*/ 2 w 244"/>
                <a:gd name="T35" fmla="*/ 0 h 424"/>
                <a:gd name="T36" fmla="*/ 2 w 244"/>
                <a:gd name="T37" fmla="*/ 0 h 424"/>
                <a:gd name="T38" fmla="*/ 2 w 244"/>
                <a:gd name="T39" fmla="*/ 0 h 424"/>
                <a:gd name="T40" fmla="*/ 2 w 244"/>
                <a:gd name="T41" fmla="*/ 1 h 424"/>
                <a:gd name="T42" fmla="*/ 2 w 244"/>
                <a:gd name="T43" fmla="*/ 1 h 424"/>
                <a:gd name="T44" fmla="*/ 2 w 244"/>
                <a:gd name="T45" fmla="*/ 1 h 424"/>
                <a:gd name="T46" fmla="*/ 2 w 244"/>
                <a:gd name="T47" fmla="*/ 2 h 424"/>
                <a:gd name="T48" fmla="*/ 1 w 244"/>
                <a:gd name="T49" fmla="*/ 2 h 424"/>
                <a:gd name="T50" fmla="*/ 1 w 244"/>
                <a:gd name="T51" fmla="*/ 2 h 424"/>
                <a:gd name="T52" fmla="*/ 1 w 244"/>
                <a:gd name="T53" fmla="*/ 2 h 424"/>
                <a:gd name="T54" fmla="*/ 1 w 244"/>
                <a:gd name="T55" fmla="*/ 3 h 424"/>
                <a:gd name="T56" fmla="*/ 1 w 244"/>
                <a:gd name="T57" fmla="*/ 3 h 424"/>
                <a:gd name="T58" fmla="*/ 1 w 244"/>
                <a:gd name="T59" fmla="*/ 3 h 424"/>
                <a:gd name="T60" fmla="*/ 1 w 244"/>
                <a:gd name="T61" fmla="*/ 3 h 424"/>
                <a:gd name="T62" fmla="*/ 1 w 244"/>
                <a:gd name="T63" fmla="*/ 3 h 424"/>
                <a:gd name="T64" fmla="*/ 0 w 244"/>
                <a:gd name="T65" fmla="*/ 3 h 424"/>
                <a:gd name="T66" fmla="*/ 0 w 244"/>
                <a:gd name="T67" fmla="*/ 3 h 424"/>
                <a:gd name="T68" fmla="*/ 0 w 244"/>
                <a:gd name="T69" fmla="*/ 3 h 424"/>
                <a:gd name="T70" fmla="*/ 0 w 244"/>
                <a:gd name="T71" fmla="*/ 3 h 424"/>
                <a:gd name="T72" fmla="*/ 0 w 244"/>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4"/>
                <a:gd name="T113" fmla="*/ 244 w 244"/>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4">
                  <a:moveTo>
                    <a:pt x="0" y="424"/>
                  </a:moveTo>
                  <a:lnTo>
                    <a:pt x="0" y="424"/>
                  </a:lnTo>
                  <a:lnTo>
                    <a:pt x="25" y="422"/>
                  </a:lnTo>
                  <a:lnTo>
                    <a:pt x="50" y="416"/>
                  </a:lnTo>
                  <a:lnTo>
                    <a:pt x="73" y="405"/>
                  </a:lnTo>
                  <a:lnTo>
                    <a:pt x="96" y="390"/>
                  </a:lnTo>
                  <a:lnTo>
                    <a:pt x="118" y="373"/>
                  </a:lnTo>
                  <a:lnTo>
                    <a:pt x="138" y="350"/>
                  </a:lnTo>
                  <a:lnTo>
                    <a:pt x="155" y="326"/>
                  </a:lnTo>
                  <a:lnTo>
                    <a:pt x="173" y="299"/>
                  </a:lnTo>
                  <a:lnTo>
                    <a:pt x="189" y="268"/>
                  </a:lnTo>
                  <a:lnTo>
                    <a:pt x="203" y="235"/>
                  </a:lnTo>
                  <a:lnTo>
                    <a:pt x="215" y="201"/>
                  </a:lnTo>
                  <a:lnTo>
                    <a:pt x="226" y="163"/>
                  </a:lnTo>
                  <a:lnTo>
                    <a:pt x="234" y="125"/>
                  </a:lnTo>
                  <a:lnTo>
                    <a:pt x="240" y="85"/>
                  </a:lnTo>
                  <a:lnTo>
                    <a:pt x="243" y="42"/>
                  </a:lnTo>
                  <a:lnTo>
                    <a:pt x="244" y="0"/>
                  </a:lnTo>
                  <a:lnTo>
                    <a:pt x="233" y="0"/>
                  </a:lnTo>
                  <a:lnTo>
                    <a:pt x="232" y="42"/>
                  </a:lnTo>
                  <a:lnTo>
                    <a:pt x="228" y="83"/>
                  </a:lnTo>
                  <a:lnTo>
                    <a:pt x="222" y="123"/>
                  </a:lnTo>
                  <a:lnTo>
                    <a:pt x="214" y="160"/>
                  </a:lnTo>
                  <a:lnTo>
                    <a:pt x="203" y="197"/>
                  </a:lnTo>
                  <a:lnTo>
                    <a:pt x="192" y="231"/>
                  </a:lnTo>
                  <a:lnTo>
                    <a:pt x="178" y="263"/>
                  </a:lnTo>
                  <a:lnTo>
                    <a:pt x="164" y="292"/>
                  </a:lnTo>
                  <a:lnTo>
                    <a:pt x="146" y="319"/>
                  </a:lnTo>
                  <a:lnTo>
                    <a:pt x="129" y="343"/>
                  </a:lnTo>
                  <a:lnTo>
                    <a:pt x="109" y="363"/>
                  </a:lnTo>
                  <a:lnTo>
                    <a:pt x="89" y="381"/>
                  </a:lnTo>
                  <a:lnTo>
                    <a:pt x="66" y="394"/>
                  </a:lnTo>
                  <a:lnTo>
                    <a:pt x="45" y="404"/>
                  </a:lnTo>
                  <a:lnTo>
                    <a:pt x="23" y="410"/>
                  </a:lnTo>
                  <a:lnTo>
                    <a:pt x="0" y="412"/>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4367" name="Freeform 57"/>
            <p:cNvSpPr>
              <a:spLocks/>
            </p:cNvSpPr>
            <p:nvPr/>
          </p:nvSpPr>
          <p:spPr bwMode="auto">
            <a:xfrm>
              <a:off x="915" y="1830"/>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1" y="42"/>
                  </a:lnTo>
                  <a:lnTo>
                    <a:pt x="4" y="85"/>
                  </a:lnTo>
                  <a:lnTo>
                    <a:pt x="10" y="125"/>
                  </a:lnTo>
                  <a:lnTo>
                    <a:pt x="19" y="163"/>
                  </a:lnTo>
                  <a:lnTo>
                    <a:pt x="29" y="201"/>
                  </a:lnTo>
                  <a:lnTo>
                    <a:pt x="41" y="235"/>
                  </a:lnTo>
                  <a:lnTo>
                    <a:pt x="55" y="268"/>
                  </a:lnTo>
                  <a:lnTo>
                    <a:pt x="71" y="299"/>
                  </a:lnTo>
                  <a:lnTo>
                    <a:pt x="89" y="326"/>
                  </a:lnTo>
                  <a:lnTo>
                    <a:pt x="106" y="350"/>
                  </a:lnTo>
                  <a:lnTo>
                    <a:pt x="126" y="373"/>
                  </a:lnTo>
                  <a:lnTo>
                    <a:pt x="149" y="390"/>
                  </a:lnTo>
                  <a:lnTo>
                    <a:pt x="171" y="405"/>
                  </a:lnTo>
                  <a:lnTo>
                    <a:pt x="194" y="416"/>
                  </a:lnTo>
                  <a:lnTo>
                    <a:pt x="219" y="422"/>
                  </a:lnTo>
                  <a:lnTo>
                    <a:pt x="245" y="424"/>
                  </a:lnTo>
                  <a:lnTo>
                    <a:pt x="245" y="412"/>
                  </a:lnTo>
                  <a:lnTo>
                    <a:pt x="221" y="410"/>
                  </a:lnTo>
                  <a:lnTo>
                    <a:pt x="199" y="404"/>
                  </a:lnTo>
                  <a:lnTo>
                    <a:pt x="178" y="394"/>
                  </a:lnTo>
                  <a:lnTo>
                    <a:pt x="156" y="381"/>
                  </a:lnTo>
                  <a:lnTo>
                    <a:pt x="136" y="363"/>
                  </a:lnTo>
                  <a:lnTo>
                    <a:pt x="116" y="343"/>
                  </a:lnTo>
                  <a:lnTo>
                    <a:pt x="98" y="319"/>
                  </a:lnTo>
                  <a:lnTo>
                    <a:pt x="81" y="292"/>
                  </a:lnTo>
                  <a:lnTo>
                    <a:pt x="67" y="263"/>
                  </a:lnTo>
                  <a:lnTo>
                    <a:pt x="52" y="231"/>
                  </a:lnTo>
                  <a:lnTo>
                    <a:pt x="41" y="197"/>
                  </a:lnTo>
                  <a:lnTo>
                    <a:pt x="30" y="160"/>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4368" name="Freeform 58"/>
            <p:cNvSpPr>
              <a:spLocks/>
            </p:cNvSpPr>
            <p:nvPr/>
          </p:nvSpPr>
          <p:spPr bwMode="auto">
            <a:xfrm>
              <a:off x="915" y="1745"/>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0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19" y="2"/>
                  </a:lnTo>
                  <a:lnTo>
                    <a:pt x="194" y="8"/>
                  </a:lnTo>
                  <a:lnTo>
                    <a:pt x="171" y="19"/>
                  </a:lnTo>
                  <a:lnTo>
                    <a:pt x="149" y="34"/>
                  </a:lnTo>
                  <a:lnTo>
                    <a:pt x="126" y="52"/>
                  </a:lnTo>
                  <a:lnTo>
                    <a:pt x="106" y="74"/>
                  </a:lnTo>
                  <a:lnTo>
                    <a:pt x="89" y="99"/>
                  </a:lnTo>
                  <a:lnTo>
                    <a:pt x="70" y="126"/>
                  </a:lnTo>
                  <a:lnTo>
                    <a:pt x="55" y="157"/>
                  </a:lnTo>
                  <a:lnTo>
                    <a:pt x="41" y="189"/>
                  </a:lnTo>
                  <a:lnTo>
                    <a:pt x="29" y="224"/>
                  </a:lnTo>
                  <a:lnTo>
                    <a:pt x="19" y="262"/>
                  </a:lnTo>
                  <a:lnTo>
                    <a:pt x="10" y="300"/>
                  </a:lnTo>
                  <a:lnTo>
                    <a:pt x="4" y="340"/>
                  </a:lnTo>
                  <a:lnTo>
                    <a:pt x="1" y="383"/>
                  </a:lnTo>
                  <a:lnTo>
                    <a:pt x="0" y="426"/>
                  </a:lnTo>
                  <a:lnTo>
                    <a:pt x="11" y="426"/>
                  </a:lnTo>
                  <a:lnTo>
                    <a:pt x="13" y="383"/>
                  </a:lnTo>
                  <a:lnTo>
                    <a:pt x="16" y="342"/>
                  </a:lnTo>
                  <a:lnTo>
                    <a:pt x="22" y="303"/>
                  </a:lnTo>
                  <a:lnTo>
                    <a:pt x="30" y="264"/>
                  </a:lnTo>
                  <a:lnTo>
                    <a:pt x="41" y="229"/>
                  </a:lnTo>
                  <a:lnTo>
                    <a:pt x="52" y="194"/>
                  </a:lnTo>
                  <a:lnTo>
                    <a:pt x="67" y="162"/>
                  </a:lnTo>
                  <a:lnTo>
                    <a:pt x="82" y="133"/>
                  </a:lnTo>
                  <a:lnTo>
                    <a:pt x="98" y="106"/>
                  </a:lnTo>
                  <a:lnTo>
                    <a:pt x="116" y="81"/>
                  </a:lnTo>
                  <a:lnTo>
                    <a:pt x="136" y="61"/>
                  </a:lnTo>
                  <a:lnTo>
                    <a:pt x="156" y="43"/>
                  </a:lnTo>
                  <a:lnTo>
                    <a:pt x="178" y="31"/>
                  </a:lnTo>
                  <a:lnTo>
                    <a:pt x="199" y="20"/>
                  </a:lnTo>
                  <a:lnTo>
                    <a:pt x="221"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4369" name="Freeform 59"/>
            <p:cNvSpPr>
              <a:spLocks/>
            </p:cNvSpPr>
            <p:nvPr/>
          </p:nvSpPr>
          <p:spPr bwMode="auto">
            <a:xfrm>
              <a:off x="1140" y="2087"/>
              <a:ext cx="49" cy="85"/>
            </a:xfrm>
            <a:custGeom>
              <a:avLst/>
              <a:gdLst>
                <a:gd name="T0" fmla="*/ 2 w 246"/>
                <a:gd name="T1" fmla="*/ 3 h 424"/>
                <a:gd name="T2" fmla="*/ 2 w 246"/>
                <a:gd name="T3" fmla="*/ 3 h 424"/>
                <a:gd name="T4" fmla="*/ 2 w 246"/>
                <a:gd name="T5" fmla="*/ 3 h 424"/>
                <a:gd name="T6" fmla="*/ 2 w 246"/>
                <a:gd name="T7" fmla="*/ 3 h 424"/>
                <a:gd name="T8" fmla="*/ 2 w 246"/>
                <a:gd name="T9" fmla="*/ 2 h 424"/>
                <a:gd name="T10" fmla="*/ 2 w 246"/>
                <a:gd name="T11" fmla="*/ 2 h 424"/>
                <a:gd name="T12" fmla="*/ 2 w 246"/>
                <a:gd name="T13" fmla="*/ 2 h 424"/>
                <a:gd name="T14" fmla="*/ 2 w 246"/>
                <a:gd name="T15" fmla="*/ 2 h 424"/>
                <a:gd name="T16" fmla="*/ 2 w 246"/>
                <a:gd name="T17" fmla="*/ 1 h 424"/>
                <a:gd name="T18" fmla="*/ 1 w 246"/>
                <a:gd name="T19" fmla="*/ 1 h 424"/>
                <a:gd name="T20" fmla="*/ 1 w 246"/>
                <a:gd name="T21" fmla="*/ 1 h 424"/>
                <a:gd name="T22" fmla="*/ 1 w 246"/>
                <a:gd name="T23" fmla="*/ 1 h 424"/>
                <a:gd name="T24" fmla="*/ 1 w 246"/>
                <a:gd name="T25" fmla="*/ 0 h 424"/>
                <a:gd name="T26" fmla="*/ 1 w 246"/>
                <a:gd name="T27" fmla="*/ 0 h 424"/>
                <a:gd name="T28" fmla="*/ 1 w 246"/>
                <a:gd name="T29" fmla="*/ 0 h 424"/>
                <a:gd name="T30" fmla="*/ 0 w 246"/>
                <a:gd name="T31" fmla="*/ 0 h 424"/>
                <a:gd name="T32" fmla="*/ 0 w 246"/>
                <a:gd name="T33" fmla="*/ 0 h 424"/>
                <a:gd name="T34" fmla="*/ 0 w 246"/>
                <a:gd name="T35" fmla="*/ 0 h 424"/>
                <a:gd name="T36" fmla="*/ 0 w 246"/>
                <a:gd name="T37" fmla="*/ 0 h 424"/>
                <a:gd name="T38" fmla="*/ 0 w 246"/>
                <a:gd name="T39" fmla="*/ 0 h 424"/>
                <a:gd name="T40" fmla="*/ 0 w 246"/>
                <a:gd name="T41" fmla="*/ 0 h 424"/>
                <a:gd name="T42" fmla="*/ 1 w 246"/>
                <a:gd name="T43" fmla="*/ 0 h 424"/>
                <a:gd name="T44" fmla="*/ 1 w 246"/>
                <a:gd name="T45" fmla="*/ 0 h 424"/>
                <a:gd name="T46" fmla="*/ 1 w 246"/>
                <a:gd name="T47" fmla="*/ 0 h 424"/>
                <a:gd name="T48" fmla="*/ 1 w 246"/>
                <a:gd name="T49" fmla="*/ 1 h 424"/>
                <a:gd name="T50" fmla="*/ 1 w 246"/>
                <a:gd name="T51" fmla="*/ 1 h 424"/>
                <a:gd name="T52" fmla="*/ 1 w 246"/>
                <a:gd name="T53" fmla="*/ 1 h 424"/>
                <a:gd name="T54" fmla="*/ 1 w 246"/>
                <a:gd name="T55" fmla="*/ 1 h 424"/>
                <a:gd name="T56" fmla="*/ 2 w 246"/>
                <a:gd name="T57" fmla="*/ 2 h 424"/>
                <a:gd name="T58" fmla="*/ 2 w 246"/>
                <a:gd name="T59" fmla="*/ 2 h 424"/>
                <a:gd name="T60" fmla="*/ 2 w 246"/>
                <a:gd name="T61" fmla="*/ 2 h 424"/>
                <a:gd name="T62" fmla="*/ 2 w 246"/>
                <a:gd name="T63" fmla="*/ 2 h 424"/>
                <a:gd name="T64" fmla="*/ 2 w 246"/>
                <a:gd name="T65" fmla="*/ 3 h 424"/>
                <a:gd name="T66" fmla="*/ 2 w 246"/>
                <a:gd name="T67" fmla="*/ 3 h 424"/>
                <a:gd name="T68" fmla="*/ 2 w 246"/>
                <a:gd name="T69" fmla="*/ 3 h 424"/>
                <a:gd name="T70" fmla="*/ 2 w 246"/>
                <a:gd name="T71" fmla="*/ 3 h 424"/>
                <a:gd name="T72" fmla="*/ 2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424"/>
                  </a:moveTo>
                  <a:lnTo>
                    <a:pt x="246" y="424"/>
                  </a:lnTo>
                  <a:lnTo>
                    <a:pt x="244" y="382"/>
                  </a:lnTo>
                  <a:lnTo>
                    <a:pt x="241" y="338"/>
                  </a:lnTo>
                  <a:lnTo>
                    <a:pt x="235" y="298"/>
                  </a:lnTo>
                  <a:lnTo>
                    <a:pt x="227" y="261"/>
                  </a:lnTo>
                  <a:lnTo>
                    <a:pt x="216" y="222"/>
                  </a:lnTo>
                  <a:lnTo>
                    <a:pt x="205" y="188"/>
                  </a:lnTo>
                  <a:lnTo>
                    <a:pt x="190" y="155"/>
                  </a:lnTo>
                  <a:lnTo>
                    <a:pt x="174" y="125"/>
                  </a:lnTo>
                  <a:lnTo>
                    <a:pt x="157" y="98"/>
                  </a:lnTo>
                  <a:lnTo>
                    <a:pt x="138" y="73"/>
                  </a:lnTo>
                  <a:lnTo>
                    <a:pt x="118" y="51"/>
                  </a:lnTo>
                  <a:lnTo>
                    <a:pt x="96" y="34"/>
                  </a:lnTo>
                  <a:lnTo>
                    <a:pt x="74" y="18"/>
                  </a:lnTo>
                  <a:lnTo>
                    <a:pt x="50" y="8"/>
                  </a:lnTo>
                  <a:lnTo>
                    <a:pt x="25" y="2"/>
                  </a:lnTo>
                  <a:lnTo>
                    <a:pt x="0" y="0"/>
                  </a:lnTo>
                  <a:lnTo>
                    <a:pt x="0" y="11"/>
                  </a:lnTo>
                  <a:lnTo>
                    <a:pt x="23" y="14"/>
                  </a:lnTo>
                  <a:lnTo>
                    <a:pt x="45" y="19"/>
                  </a:lnTo>
                  <a:lnTo>
                    <a:pt x="67" y="30"/>
                  </a:lnTo>
                  <a:lnTo>
                    <a:pt x="89" y="43"/>
                  </a:lnTo>
                  <a:lnTo>
                    <a:pt x="108" y="60"/>
                  </a:lnTo>
                  <a:lnTo>
                    <a:pt x="128" y="80"/>
                  </a:lnTo>
                  <a:lnTo>
                    <a:pt x="147" y="105"/>
                  </a:lnTo>
                  <a:lnTo>
                    <a:pt x="165" y="132"/>
                  </a:lnTo>
                  <a:lnTo>
                    <a:pt x="179" y="160"/>
                  </a:lnTo>
                  <a:lnTo>
                    <a:pt x="193" y="193"/>
                  </a:lnTo>
                  <a:lnTo>
                    <a:pt x="205" y="227"/>
                  </a:lnTo>
                  <a:lnTo>
                    <a:pt x="215" y="263"/>
                  </a:lnTo>
                  <a:lnTo>
                    <a:pt x="223" y="301"/>
                  </a:lnTo>
                  <a:lnTo>
                    <a:pt x="229" y="341"/>
                  </a:lnTo>
                  <a:lnTo>
                    <a:pt x="233" y="382"/>
                  </a:lnTo>
                  <a:lnTo>
                    <a:pt x="234" y="424"/>
                  </a:lnTo>
                  <a:lnTo>
                    <a:pt x="246"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4370" name="Freeform 60"/>
            <p:cNvSpPr>
              <a:spLocks/>
            </p:cNvSpPr>
            <p:nvPr/>
          </p:nvSpPr>
          <p:spPr bwMode="auto">
            <a:xfrm>
              <a:off x="1140" y="2172"/>
              <a:ext cx="49" cy="85"/>
            </a:xfrm>
            <a:custGeom>
              <a:avLst/>
              <a:gdLst>
                <a:gd name="T0" fmla="*/ 0 w 246"/>
                <a:gd name="T1" fmla="*/ 3 h 426"/>
                <a:gd name="T2" fmla="*/ 0 w 246"/>
                <a:gd name="T3" fmla="*/ 3 h 426"/>
                <a:gd name="T4" fmla="*/ 0 w 246"/>
                <a:gd name="T5" fmla="*/ 3 h 426"/>
                <a:gd name="T6" fmla="*/ 0 w 246"/>
                <a:gd name="T7" fmla="*/ 3 h 426"/>
                <a:gd name="T8" fmla="*/ 1 w 246"/>
                <a:gd name="T9" fmla="*/ 3 h 426"/>
                <a:gd name="T10" fmla="*/ 1 w 246"/>
                <a:gd name="T11" fmla="*/ 3 h 426"/>
                <a:gd name="T12" fmla="*/ 1 w 246"/>
                <a:gd name="T13" fmla="*/ 3 h 426"/>
                <a:gd name="T14" fmla="*/ 1 w 246"/>
                <a:gd name="T15" fmla="*/ 3 h 426"/>
                <a:gd name="T16" fmla="*/ 1 w 246"/>
                <a:gd name="T17" fmla="*/ 3 h 426"/>
                <a:gd name="T18" fmla="*/ 1 w 246"/>
                <a:gd name="T19" fmla="*/ 2 h 426"/>
                <a:gd name="T20" fmla="*/ 2 w 246"/>
                <a:gd name="T21" fmla="*/ 2 h 426"/>
                <a:gd name="T22" fmla="*/ 2 w 246"/>
                <a:gd name="T23" fmla="*/ 2 h 426"/>
                <a:gd name="T24" fmla="*/ 2 w 246"/>
                <a:gd name="T25" fmla="*/ 2 h 426"/>
                <a:gd name="T26" fmla="*/ 2 w 246"/>
                <a:gd name="T27" fmla="*/ 1 h 426"/>
                <a:gd name="T28" fmla="*/ 2 w 246"/>
                <a:gd name="T29" fmla="*/ 1 h 426"/>
                <a:gd name="T30" fmla="*/ 2 w 246"/>
                <a:gd name="T31" fmla="*/ 1 h 426"/>
                <a:gd name="T32" fmla="*/ 2 w 246"/>
                <a:gd name="T33" fmla="*/ 0 h 426"/>
                <a:gd name="T34" fmla="*/ 2 w 246"/>
                <a:gd name="T35" fmla="*/ 0 h 426"/>
                <a:gd name="T36" fmla="*/ 2 w 246"/>
                <a:gd name="T37" fmla="*/ 0 h 426"/>
                <a:gd name="T38" fmla="*/ 2 w 246"/>
                <a:gd name="T39" fmla="*/ 0 h 426"/>
                <a:gd name="T40" fmla="*/ 2 w 246"/>
                <a:gd name="T41" fmla="*/ 1 h 426"/>
                <a:gd name="T42" fmla="*/ 2 w 246"/>
                <a:gd name="T43" fmla="*/ 1 h 426"/>
                <a:gd name="T44" fmla="*/ 2 w 246"/>
                <a:gd name="T45" fmla="*/ 1 h 426"/>
                <a:gd name="T46" fmla="*/ 2 w 246"/>
                <a:gd name="T47" fmla="*/ 2 h 426"/>
                <a:gd name="T48" fmla="*/ 2 w 246"/>
                <a:gd name="T49" fmla="*/ 2 h 426"/>
                <a:gd name="T50" fmla="*/ 1 w 246"/>
                <a:gd name="T51" fmla="*/ 2 h 426"/>
                <a:gd name="T52" fmla="*/ 1 w 246"/>
                <a:gd name="T53" fmla="*/ 2 h 426"/>
                <a:gd name="T54" fmla="*/ 1 w 246"/>
                <a:gd name="T55" fmla="*/ 3 h 426"/>
                <a:gd name="T56" fmla="*/ 1 w 246"/>
                <a:gd name="T57" fmla="*/ 3 h 426"/>
                <a:gd name="T58" fmla="*/ 1 w 246"/>
                <a:gd name="T59" fmla="*/ 3 h 426"/>
                <a:gd name="T60" fmla="*/ 1 w 246"/>
                <a:gd name="T61" fmla="*/ 3 h 426"/>
                <a:gd name="T62" fmla="*/ 1 w 246"/>
                <a:gd name="T63" fmla="*/ 3 h 426"/>
                <a:gd name="T64" fmla="*/ 0 w 246"/>
                <a:gd name="T65" fmla="*/ 3 h 426"/>
                <a:gd name="T66" fmla="*/ 0 w 246"/>
                <a:gd name="T67" fmla="*/ 3 h 426"/>
                <a:gd name="T68" fmla="*/ 0 w 246"/>
                <a:gd name="T69" fmla="*/ 3 h 426"/>
                <a:gd name="T70" fmla="*/ 0 w 246"/>
                <a:gd name="T71" fmla="*/ 3 h 426"/>
                <a:gd name="T72" fmla="*/ 0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426"/>
                  </a:moveTo>
                  <a:lnTo>
                    <a:pt x="0" y="426"/>
                  </a:lnTo>
                  <a:lnTo>
                    <a:pt x="25" y="423"/>
                  </a:lnTo>
                  <a:lnTo>
                    <a:pt x="50" y="417"/>
                  </a:lnTo>
                  <a:lnTo>
                    <a:pt x="74" y="407"/>
                  </a:lnTo>
                  <a:lnTo>
                    <a:pt x="96" y="392"/>
                  </a:lnTo>
                  <a:lnTo>
                    <a:pt x="118" y="373"/>
                  </a:lnTo>
                  <a:lnTo>
                    <a:pt x="138" y="350"/>
                  </a:lnTo>
                  <a:lnTo>
                    <a:pt x="157" y="327"/>
                  </a:lnTo>
                  <a:lnTo>
                    <a:pt x="175" y="299"/>
                  </a:lnTo>
                  <a:lnTo>
                    <a:pt x="190" y="268"/>
                  </a:lnTo>
                  <a:lnTo>
                    <a:pt x="205" y="236"/>
                  </a:lnTo>
                  <a:lnTo>
                    <a:pt x="216" y="202"/>
                  </a:lnTo>
                  <a:lnTo>
                    <a:pt x="227" y="164"/>
                  </a:lnTo>
                  <a:lnTo>
                    <a:pt x="235" y="125"/>
                  </a:lnTo>
                  <a:lnTo>
                    <a:pt x="241" y="86"/>
                  </a:lnTo>
                  <a:lnTo>
                    <a:pt x="244" y="42"/>
                  </a:lnTo>
                  <a:lnTo>
                    <a:pt x="246" y="0"/>
                  </a:lnTo>
                  <a:lnTo>
                    <a:pt x="234" y="0"/>
                  </a:lnTo>
                  <a:lnTo>
                    <a:pt x="233" y="42"/>
                  </a:lnTo>
                  <a:lnTo>
                    <a:pt x="229" y="83"/>
                  </a:lnTo>
                  <a:lnTo>
                    <a:pt x="223" y="123"/>
                  </a:lnTo>
                  <a:lnTo>
                    <a:pt x="215" y="162"/>
                  </a:lnTo>
                  <a:lnTo>
                    <a:pt x="205" y="197"/>
                  </a:lnTo>
                  <a:lnTo>
                    <a:pt x="193" y="231"/>
                  </a:lnTo>
                  <a:lnTo>
                    <a:pt x="179" y="264"/>
                  </a:lnTo>
                  <a:lnTo>
                    <a:pt x="164" y="292"/>
                  </a:lnTo>
                  <a:lnTo>
                    <a:pt x="147" y="320"/>
                  </a:lnTo>
                  <a:lnTo>
                    <a:pt x="128" y="343"/>
                  </a:lnTo>
                  <a:lnTo>
                    <a:pt x="108" y="363"/>
                  </a:lnTo>
                  <a:lnTo>
                    <a:pt x="89" y="382"/>
                  </a:lnTo>
                  <a:lnTo>
                    <a:pt x="67" y="395"/>
                  </a:lnTo>
                  <a:lnTo>
                    <a:pt x="45" y="406"/>
                  </a:lnTo>
                  <a:lnTo>
                    <a:pt x="23" y="411"/>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4371" name="Freeform 61"/>
            <p:cNvSpPr>
              <a:spLocks/>
            </p:cNvSpPr>
            <p:nvPr/>
          </p:nvSpPr>
          <p:spPr bwMode="auto">
            <a:xfrm>
              <a:off x="1091" y="2172"/>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4" y="86"/>
                  </a:lnTo>
                  <a:lnTo>
                    <a:pt x="10" y="125"/>
                  </a:lnTo>
                  <a:lnTo>
                    <a:pt x="18" y="164"/>
                  </a:lnTo>
                  <a:lnTo>
                    <a:pt x="29" y="202"/>
                  </a:lnTo>
                  <a:lnTo>
                    <a:pt x="41" y="236"/>
                  </a:lnTo>
                  <a:lnTo>
                    <a:pt x="55" y="268"/>
                  </a:lnTo>
                  <a:lnTo>
                    <a:pt x="70" y="299"/>
                  </a:lnTo>
                  <a:lnTo>
                    <a:pt x="89" y="327"/>
                  </a:lnTo>
                  <a:lnTo>
                    <a:pt x="106" y="350"/>
                  </a:lnTo>
                  <a:lnTo>
                    <a:pt x="126" y="373"/>
                  </a:lnTo>
                  <a:lnTo>
                    <a:pt x="148" y="392"/>
                  </a:lnTo>
                  <a:lnTo>
                    <a:pt x="171" y="407"/>
                  </a:lnTo>
                  <a:lnTo>
                    <a:pt x="194" y="417"/>
                  </a:lnTo>
                  <a:lnTo>
                    <a:pt x="219" y="423"/>
                  </a:lnTo>
                  <a:lnTo>
                    <a:pt x="245" y="426"/>
                  </a:lnTo>
                  <a:lnTo>
                    <a:pt x="245" y="414"/>
                  </a:lnTo>
                  <a:lnTo>
                    <a:pt x="221" y="411"/>
                  </a:lnTo>
                  <a:lnTo>
                    <a:pt x="199" y="406"/>
                  </a:lnTo>
                  <a:lnTo>
                    <a:pt x="178" y="395"/>
                  </a:lnTo>
                  <a:lnTo>
                    <a:pt x="155" y="382"/>
                  </a:lnTo>
                  <a:lnTo>
                    <a:pt x="136" y="363"/>
                  </a:lnTo>
                  <a:lnTo>
                    <a:pt x="116" y="343"/>
                  </a:lnTo>
                  <a:lnTo>
                    <a:pt x="98" y="320"/>
                  </a:lnTo>
                  <a:lnTo>
                    <a:pt x="82" y="292"/>
                  </a:lnTo>
                  <a:lnTo>
                    <a:pt x="66" y="264"/>
                  </a:lnTo>
                  <a:lnTo>
                    <a:pt x="52" y="231"/>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4372" name="Freeform 62"/>
            <p:cNvSpPr>
              <a:spLocks/>
            </p:cNvSpPr>
            <p:nvPr/>
          </p:nvSpPr>
          <p:spPr bwMode="auto">
            <a:xfrm>
              <a:off x="1091" y="2087"/>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4" y="8"/>
                  </a:lnTo>
                  <a:lnTo>
                    <a:pt x="171" y="18"/>
                  </a:lnTo>
                  <a:lnTo>
                    <a:pt x="148" y="34"/>
                  </a:lnTo>
                  <a:lnTo>
                    <a:pt x="126" y="51"/>
                  </a:lnTo>
                  <a:lnTo>
                    <a:pt x="106" y="73"/>
                  </a:lnTo>
                  <a:lnTo>
                    <a:pt x="89" y="98"/>
                  </a:lnTo>
                  <a:lnTo>
                    <a:pt x="71" y="125"/>
                  </a:lnTo>
                  <a:lnTo>
                    <a:pt x="55" y="155"/>
                  </a:lnTo>
                  <a:lnTo>
                    <a:pt x="41" y="188"/>
                  </a:lnTo>
                  <a:lnTo>
                    <a:pt x="29" y="222"/>
                  </a:lnTo>
                  <a:lnTo>
                    <a:pt x="18" y="261"/>
                  </a:lnTo>
                  <a:lnTo>
                    <a:pt x="10" y="298"/>
                  </a:lnTo>
                  <a:lnTo>
                    <a:pt x="4" y="338"/>
                  </a:lnTo>
                  <a:lnTo>
                    <a:pt x="1" y="382"/>
                  </a:lnTo>
                  <a:lnTo>
                    <a:pt x="0" y="424"/>
                  </a:lnTo>
                  <a:lnTo>
                    <a:pt x="11" y="424"/>
                  </a:lnTo>
                  <a:lnTo>
                    <a:pt x="13" y="382"/>
                  </a:lnTo>
                  <a:lnTo>
                    <a:pt x="16" y="341"/>
                  </a:lnTo>
                  <a:lnTo>
                    <a:pt x="22" y="301"/>
                  </a:lnTo>
                  <a:lnTo>
                    <a:pt x="30" y="263"/>
                  </a:lnTo>
                  <a:lnTo>
                    <a:pt x="41" y="227"/>
                  </a:lnTo>
                  <a:lnTo>
                    <a:pt x="52" y="193"/>
                  </a:lnTo>
                  <a:lnTo>
                    <a:pt x="66" y="160"/>
                  </a:lnTo>
                  <a:lnTo>
                    <a:pt x="80" y="132"/>
                  </a:lnTo>
                  <a:lnTo>
                    <a:pt x="98" y="105"/>
                  </a:lnTo>
                  <a:lnTo>
                    <a:pt x="116" y="80"/>
                  </a:lnTo>
                  <a:lnTo>
                    <a:pt x="136" y="60"/>
                  </a:lnTo>
                  <a:lnTo>
                    <a:pt x="155" y="43"/>
                  </a:lnTo>
                  <a:lnTo>
                    <a:pt x="178" y="30"/>
                  </a:lnTo>
                  <a:lnTo>
                    <a:pt x="199" y="19"/>
                  </a:lnTo>
                  <a:lnTo>
                    <a:pt x="221" y="14"/>
                  </a:lnTo>
                  <a:lnTo>
                    <a:pt x="245" y="11"/>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4373" name="Freeform 63"/>
            <p:cNvSpPr>
              <a:spLocks/>
            </p:cNvSpPr>
            <p:nvPr/>
          </p:nvSpPr>
          <p:spPr bwMode="auto">
            <a:xfrm>
              <a:off x="1392" y="2118"/>
              <a:ext cx="49" cy="85"/>
            </a:xfrm>
            <a:custGeom>
              <a:avLst/>
              <a:gdLst>
                <a:gd name="T0" fmla="*/ 2 w 246"/>
                <a:gd name="T1" fmla="*/ 3 h 426"/>
                <a:gd name="T2" fmla="*/ 2 w 246"/>
                <a:gd name="T3" fmla="*/ 3 h 426"/>
                <a:gd name="T4" fmla="*/ 2 w 246"/>
                <a:gd name="T5" fmla="*/ 3 h 426"/>
                <a:gd name="T6" fmla="*/ 2 w 246"/>
                <a:gd name="T7" fmla="*/ 3 h 426"/>
                <a:gd name="T8" fmla="*/ 2 w 246"/>
                <a:gd name="T9" fmla="*/ 2 h 426"/>
                <a:gd name="T10" fmla="*/ 2 w 246"/>
                <a:gd name="T11" fmla="*/ 2 h 426"/>
                <a:gd name="T12" fmla="*/ 2 w 246"/>
                <a:gd name="T13" fmla="*/ 2 h 426"/>
                <a:gd name="T14" fmla="*/ 2 w 246"/>
                <a:gd name="T15" fmla="*/ 2 h 426"/>
                <a:gd name="T16" fmla="*/ 2 w 246"/>
                <a:gd name="T17" fmla="*/ 1 h 426"/>
                <a:gd name="T18" fmla="*/ 1 w 246"/>
                <a:gd name="T19" fmla="*/ 1 h 426"/>
                <a:gd name="T20" fmla="*/ 1 w 246"/>
                <a:gd name="T21" fmla="*/ 1 h 426"/>
                <a:gd name="T22" fmla="*/ 1 w 246"/>
                <a:gd name="T23" fmla="*/ 1 h 426"/>
                <a:gd name="T24" fmla="*/ 1 w 246"/>
                <a:gd name="T25" fmla="*/ 0 h 426"/>
                <a:gd name="T26" fmla="*/ 1 w 246"/>
                <a:gd name="T27" fmla="*/ 0 h 426"/>
                <a:gd name="T28" fmla="*/ 1 w 246"/>
                <a:gd name="T29" fmla="*/ 0 h 426"/>
                <a:gd name="T30" fmla="*/ 0 w 246"/>
                <a:gd name="T31" fmla="*/ 0 h 426"/>
                <a:gd name="T32" fmla="*/ 0 w 246"/>
                <a:gd name="T33" fmla="*/ 0 h 426"/>
                <a:gd name="T34" fmla="*/ 0 w 246"/>
                <a:gd name="T35" fmla="*/ 0 h 426"/>
                <a:gd name="T36" fmla="*/ 0 w 246"/>
                <a:gd name="T37" fmla="*/ 0 h 426"/>
                <a:gd name="T38" fmla="*/ 0 w 246"/>
                <a:gd name="T39" fmla="*/ 0 h 426"/>
                <a:gd name="T40" fmla="*/ 0 w 246"/>
                <a:gd name="T41" fmla="*/ 0 h 426"/>
                <a:gd name="T42" fmla="*/ 1 w 246"/>
                <a:gd name="T43" fmla="*/ 0 h 426"/>
                <a:gd name="T44" fmla="*/ 1 w 246"/>
                <a:gd name="T45" fmla="*/ 0 h 426"/>
                <a:gd name="T46" fmla="*/ 1 w 246"/>
                <a:gd name="T47" fmla="*/ 1 h 426"/>
                <a:gd name="T48" fmla="*/ 1 w 246"/>
                <a:gd name="T49" fmla="*/ 1 h 426"/>
                <a:gd name="T50" fmla="*/ 1 w 246"/>
                <a:gd name="T51" fmla="*/ 1 h 426"/>
                <a:gd name="T52" fmla="*/ 1 w 246"/>
                <a:gd name="T53" fmla="*/ 1 h 426"/>
                <a:gd name="T54" fmla="*/ 1 w 246"/>
                <a:gd name="T55" fmla="*/ 1 h 426"/>
                <a:gd name="T56" fmla="*/ 2 w 246"/>
                <a:gd name="T57" fmla="*/ 2 h 426"/>
                <a:gd name="T58" fmla="*/ 2 w 246"/>
                <a:gd name="T59" fmla="*/ 2 h 426"/>
                <a:gd name="T60" fmla="*/ 2 w 246"/>
                <a:gd name="T61" fmla="*/ 2 h 426"/>
                <a:gd name="T62" fmla="*/ 2 w 246"/>
                <a:gd name="T63" fmla="*/ 2 h 426"/>
                <a:gd name="T64" fmla="*/ 2 w 246"/>
                <a:gd name="T65" fmla="*/ 3 h 426"/>
                <a:gd name="T66" fmla="*/ 2 w 246"/>
                <a:gd name="T67" fmla="*/ 3 h 426"/>
                <a:gd name="T68" fmla="*/ 2 w 246"/>
                <a:gd name="T69" fmla="*/ 3 h 426"/>
                <a:gd name="T70" fmla="*/ 2 w 246"/>
                <a:gd name="T71" fmla="*/ 3 h 426"/>
                <a:gd name="T72" fmla="*/ 2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246" y="426"/>
                  </a:moveTo>
                  <a:lnTo>
                    <a:pt x="246" y="426"/>
                  </a:lnTo>
                  <a:lnTo>
                    <a:pt x="245" y="384"/>
                  </a:lnTo>
                  <a:lnTo>
                    <a:pt x="242" y="340"/>
                  </a:lnTo>
                  <a:lnTo>
                    <a:pt x="236" y="301"/>
                  </a:lnTo>
                  <a:lnTo>
                    <a:pt x="228" y="262"/>
                  </a:lnTo>
                  <a:lnTo>
                    <a:pt x="217" y="224"/>
                  </a:lnTo>
                  <a:lnTo>
                    <a:pt x="205" y="190"/>
                  </a:lnTo>
                  <a:lnTo>
                    <a:pt x="191" y="158"/>
                  </a:lnTo>
                  <a:lnTo>
                    <a:pt x="176" y="126"/>
                  </a:lnTo>
                  <a:lnTo>
                    <a:pt x="157" y="99"/>
                  </a:lnTo>
                  <a:lnTo>
                    <a:pt x="139" y="75"/>
                  </a:lnTo>
                  <a:lnTo>
                    <a:pt x="119" y="53"/>
                  </a:lnTo>
                  <a:lnTo>
                    <a:pt x="96" y="34"/>
                  </a:lnTo>
                  <a:lnTo>
                    <a:pt x="75" y="19"/>
                  </a:lnTo>
                  <a:lnTo>
                    <a:pt x="51" y="9"/>
                  </a:lnTo>
                  <a:lnTo>
                    <a:pt x="26" y="3"/>
                  </a:lnTo>
                  <a:lnTo>
                    <a:pt x="0" y="0"/>
                  </a:lnTo>
                  <a:lnTo>
                    <a:pt x="0" y="12"/>
                  </a:lnTo>
                  <a:lnTo>
                    <a:pt x="24" y="15"/>
                  </a:lnTo>
                  <a:lnTo>
                    <a:pt x="46" y="20"/>
                  </a:lnTo>
                  <a:lnTo>
                    <a:pt x="68" y="31"/>
                  </a:lnTo>
                  <a:lnTo>
                    <a:pt x="89" y="44"/>
                  </a:lnTo>
                  <a:lnTo>
                    <a:pt x="109" y="63"/>
                  </a:lnTo>
                  <a:lnTo>
                    <a:pt x="129" y="83"/>
                  </a:lnTo>
                  <a:lnTo>
                    <a:pt x="148" y="106"/>
                  </a:lnTo>
                  <a:lnTo>
                    <a:pt x="164" y="133"/>
                  </a:lnTo>
                  <a:lnTo>
                    <a:pt x="180" y="162"/>
                  </a:lnTo>
                  <a:lnTo>
                    <a:pt x="194" y="195"/>
                  </a:lnTo>
                  <a:lnTo>
                    <a:pt x="205" y="229"/>
                  </a:lnTo>
                  <a:lnTo>
                    <a:pt x="216" y="264"/>
                  </a:lnTo>
                  <a:lnTo>
                    <a:pt x="224" y="303"/>
                  </a:lnTo>
                  <a:lnTo>
                    <a:pt x="230" y="343"/>
                  </a:lnTo>
                  <a:lnTo>
                    <a:pt x="233" y="384"/>
                  </a:lnTo>
                  <a:lnTo>
                    <a:pt x="235" y="426"/>
                  </a:lnTo>
                  <a:lnTo>
                    <a:pt x="246"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4374" name="Freeform 64"/>
            <p:cNvSpPr>
              <a:spLocks/>
            </p:cNvSpPr>
            <p:nvPr/>
          </p:nvSpPr>
          <p:spPr bwMode="auto">
            <a:xfrm>
              <a:off x="1392" y="2203"/>
              <a:ext cx="49" cy="85"/>
            </a:xfrm>
            <a:custGeom>
              <a:avLst/>
              <a:gdLst>
                <a:gd name="T0" fmla="*/ 0 w 246"/>
                <a:gd name="T1" fmla="*/ 3 h 424"/>
                <a:gd name="T2" fmla="*/ 0 w 246"/>
                <a:gd name="T3" fmla="*/ 3 h 424"/>
                <a:gd name="T4" fmla="*/ 0 w 246"/>
                <a:gd name="T5" fmla="*/ 3 h 424"/>
                <a:gd name="T6" fmla="*/ 0 w 246"/>
                <a:gd name="T7" fmla="*/ 3 h 424"/>
                <a:gd name="T8" fmla="*/ 1 w 246"/>
                <a:gd name="T9" fmla="*/ 3 h 424"/>
                <a:gd name="T10" fmla="*/ 1 w 246"/>
                <a:gd name="T11" fmla="*/ 3 h 424"/>
                <a:gd name="T12" fmla="*/ 1 w 246"/>
                <a:gd name="T13" fmla="*/ 3 h 424"/>
                <a:gd name="T14" fmla="*/ 1 w 246"/>
                <a:gd name="T15" fmla="*/ 3 h 424"/>
                <a:gd name="T16" fmla="*/ 1 w 246"/>
                <a:gd name="T17" fmla="*/ 3 h 424"/>
                <a:gd name="T18" fmla="*/ 1 w 246"/>
                <a:gd name="T19" fmla="*/ 2 h 424"/>
                <a:gd name="T20" fmla="*/ 2 w 246"/>
                <a:gd name="T21" fmla="*/ 2 h 424"/>
                <a:gd name="T22" fmla="*/ 2 w 246"/>
                <a:gd name="T23" fmla="*/ 2 h 424"/>
                <a:gd name="T24" fmla="*/ 2 w 246"/>
                <a:gd name="T25" fmla="*/ 2 h 424"/>
                <a:gd name="T26" fmla="*/ 2 w 246"/>
                <a:gd name="T27" fmla="*/ 1 h 424"/>
                <a:gd name="T28" fmla="*/ 2 w 246"/>
                <a:gd name="T29" fmla="*/ 1 h 424"/>
                <a:gd name="T30" fmla="*/ 2 w 246"/>
                <a:gd name="T31" fmla="*/ 1 h 424"/>
                <a:gd name="T32" fmla="*/ 2 w 246"/>
                <a:gd name="T33" fmla="*/ 0 h 424"/>
                <a:gd name="T34" fmla="*/ 2 w 246"/>
                <a:gd name="T35" fmla="*/ 0 h 424"/>
                <a:gd name="T36" fmla="*/ 2 w 246"/>
                <a:gd name="T37" fmla="*/ 0 h 424"/>
                <a:gd name="T38" fmla="*/ 2 w 246"/>
                <a:gd name="T39" fmla="*/ 0 h 424"/>
                <a:gd name="T40" fmla="*/ 2 w 246"/>
                <a:gd name="T41" fmla="*/ 1 h 424"/>
                <a:gd name="T42" fmla="*/ 2 w 246"/>
                <a:gd name="T43" fmla="*/ 1 h 424"/>
                <a:gd name="T44" fmla="*/ 2 w 246"/>
                <a:gd name="T45" fmla="*/ 1 h 424"/>
                <a:gd name="T46" fmla="*/ 2 w 246"/>
                <a:gd name="T47" fmla="*/ 2 h 424"/>
                <a:gd name="T48" fmla="*/ 2 w 246"/>
                <a:gd name="T49" fmla="*/ 2 h 424"/>
                <a:gd name="T50" fmla="*/ 1 w 246"/>
                <a:gd name="T51" fmla="*/ 2 h 424"/>
                <a:gd name="T52" fmla="*/ 1 w 246"/>
                <a:gd name="T53" fmla="*/ 2 h 424"/>
                <a:gd name="T54" fmla="*/ 1 w 246"/>
                <a:gd name="T55" fmla="*/ 3 h 424"/>
                <a:gd name="T56" fmla="*/ 1 w 246"/>
                <a:gd name="T57" fmla="*/ 3 h 424"/>
                <a:gd name="T58" fmla="*/ 1 w 246"/>
                <a:gd name="T59" fmla="*/ 3 h 424"/>
                <a:gd name="T60" fmla="*/ 1 w 246"/>
                <a:gd name="T61" fmla="*/ 3 h 424"/>
                <a:gd name="T62" fmla="*/ 1 w 246"/>
                <a:gd name="T63" fmla="*/ 3 h 424"/>
                <a:gd name="T64" fmla="*/ 0 w 246"/>
                <a:gd name="T65" fmla="*/ 3 h 424"/>
                <a:gd name="T66" fmla="*/ 0 w 246"/>
                <a:gd name="T67" fmla="*/ 3 h 424"/>
                <a:gd name="T68" fmla="*/ 0 w 246"/>
                <a:gd name="T69" fmla="*/ 3 h 424"/>
                <a:gd name="T70" fmla="*/ 0 w 246"/>
                <a:gd name="T71" fmla="*/ 3 h 424"/>
                <a:gd name="T72" fmla="*/ 0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0" y="424"/>
                  </a:moveTo>
                  <a:lnTo>
                    <a:pt x="0" y="424"/>
                  </a:lnTo>
                  <a:lnTo>
                    <a:pt x="26" y="422"/>
                  </a:lnTo>
                  <a:lnTo>
                    <a:pt x="51" y="416"/>
                  </a:lnTo>
                  <a:lnTo>
                    <a:pt x="75" y="406"/>
                  </a:lnTo>
                  <a:lnTo>
                    <a:pt x="96" y="390"/>
                  </a:lnTo>
                  <a:lnTo>
                    <a:pt x="119" y="373"/>
                  </a:lnTo>
                  <a:lnTo>
                    <a:pt x="139" y="351"/>
                  </a:lnTo>
                  <a:lnTo>
                    <a:pt x="157" y="326"/>
                  </a:lnTo>
                  <a:lnTo>
                    <a:pt x="175" y="299"/>
                  </a:lnTo>
                  <a:lnTo>
                    <a:pt x="191" y="269"/>
                  </a:lnTo>
                  <a:lnTo>
                    <a:pt x="205" y="236"/>
                  </a:lnTo>
                  <a:lnTo>
                    <a:pt x="217" y="202"/>
                  </a:lnTo>
                  <a:lnTo>
                    <a:pt x="228" y="163"/>
                  </a:lnTo>
                  <a:lnTo>
                    <a:pt x="236" y="125"/>
                  </a:lnTo>
                  <a:lnTo>
                    <a:pt x="242" y="86"/>
                  </a:lnTo>
                  <a:lnTo>
                    <a:pt x="245" y="42"/>
                  </a:lnTo>
                  <a:lnTo>
                    <a:pt x="246" y="0"/>
                  </a:lnTo>
                  <a:lnTo>
                    <a:pt x="235" y="0"/>
                  </a:lnTo>
                  <a:lnTo>
                    <a:pt x="233" y="42"/>
                  </a:lnTo>
                  <a:lnTo>
                    <a:pt x="230" y="83"/>
                  </a:lnTo>
                  <a:lnTo>
                    <a:pt x="224" y="123"/>
                  </a:lnTo>
                  <a:lnTo>
                    <a:pt x="216" y="161"/>
                  </a:lnTo>
                  <a:lnTo>
                    <a:pt x="205" y="197"/>
                  </a:lnTo>
                  <a:lnTo>
                    <a:pt x="194" y="231"/>
                  </a:lnTo>
                  <a:lnTo>
                    <a:pt x="180" y="264"/>
                  </a:lnTo>
                  <a:lnTo>
                    <a:pt x="166" y="292"/>
                  </a:lnTo>
                  <a:lnTo>
                    <a:pt x="148" y="319"/>
                  </a:lnTo>
                  <a:lnTo>
                    <a:pt x="129" y="344"/>
                  </a:lnTo>
                  <a:lnTo>
                    <a:pt x="109" y="364"/>
                  </a:lnTo>
                  <a:lnTo>
                    <a:pt x="89" y="381"/>
                  </a:lnTo>
                  <a:lnTo>
                    <a:pt x="68" y="394"/>
                  </a:lnTo>
                  <a:lnTo>
                    <a:pt x="46" y="405"/>
                  </a:lnTo>
                  <a:lnTo>
                    <a:pt x="24" y="410"/>
                  </a:lnTo>
                  <a:lnTo>
                    <a:pt x="0" y="413"/>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4375" name="Freeform 65"/>
            <p:cNvSpPr>
              <a:spLocks/>
            </p:cNvSpPr>
            <p:nvPr/>
          </p:nvSpPr>
          <p:spPr bwMode="auto">
            <a:xfrm>
              <a:off x="1343" y="2203"/>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2" y="42"/>
                  </a:lnTo>
                  <a:lnTo>
                    <a:pt x="5" y="86"/>
                  </a:lnTo>
                  <a:lnTo>
                    <a:pt x="11" y="125"/>
                  </a:lnTo>
                  <a:lnTo>
                    <a:pt x="19" y="163"/>
                  </a:lnTo>
                  <a:lnTo>
                    <a:pt x="30" y="202"/>
                  </a:lnTo>
                  <a:lnTo>
                    <a:pt x="41" y="236"/>
                  </a:lnTo>
                  <a:lnTo>
                    <a:pt x="56" y="269"/>
                  </a:lnTo>
                  <a:lnTo>
                    <a:pt x="72" y="299"/>
                  </a:lnTo>
                  <a:lnTo>
                    <a:pt x="90" y="326"/>
                  </a:lnTo>
                  <a:lnTo>
                    <a:pt x="108" y="351"/>
                  </a:lnTo>
                  <a:lnTo>
                    <a:pt x="127" y="373"/>
                  </a:lnTo>
                  <a:lnTo>
                    <a:pt x="149" y="390"/>
                  </a:lnTo>
                  <a:lnTo>
                    <a:pt x="172" y="406"/>
                  </a:lnTo>
                  <a:lnTo>
                    <a:pt x="195" y="416"/>
                  </a:lnTo>
                  <a:lnTo>
                    <a:pt x="220" y="422"/>
                  </a:lnTo>
                  <a:lnTo>
                    <a:pt x="245" y="424"/>
                  </a:lnTo>
                  <a:lnTo>
                    <a:pt x="245" y="413"/>
                  </a:lnTo>
                  <a:lnTo>
                    <a:pt x="222" y="410"/>
                  </a:lnTo>
                  <a:lnTo>
                    <a:pt x="200" y="405"/>
                  </a:lnTo>
                  <a:lnTo>
                    <a:pt x="179" y="394"/>
                  </a:lnTo>
                  <a:lnTo>
                    <a:pt x="156" y="381"/>
                  </a:lnTo>
                  <a:lnTo>
                    <a:pt x="136" y="364"/>
                  </a:lnTo>
                  <a:lnTo>
                    <a:pt x="118" y="344"/>
                  </a:lnTo>
                  <a:lnTo>
                    <a:pt x="99" y="319"/>
                  </a:lnTo>
                  <a:lnTo>
                    <a:pt x="81" y="292"/>
                  </a:lnTo>
                  <a:lnTo>
                    <a:pt x="67" y="264"/>
                  </a:lnTo>
                  <a:lnTo>
                    <a:pt x="53" y="231"/>
                  </a:lnTo>
                  <a:lnTo>
                    <a:pt x="41" y="197"/>
                  </a:lnTo>
                  <a:lnTo>
                    <a:pt x="31" y="161"/>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4376" name="Freeform 66"/>
            <p:cNvSpPr>
              <a:spLocks/>
            </p:cNvSpPr>
            <p:nvPr/>
          </p:nvSpPr>
          <p:spPr bwMode="auto">
            <a:xfrm>
              <a:off x="1343" y="2118"/>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1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20" y="3"/>
                  </a:lnTo>
                  <a:lnTo>
                    <a:pt x="195" y="9"/>
                  </a:lnTo>
                  <a:lnTo>
                    <a:pt x="172" y="19"/>
                  </a:lnTo>
                  <a:lnTo>
                    <a:pt x="149" y="34"/>
                  </a:lnTo>
                  <a:lnTo>
                    <a:pt x="127" y="53"/>
                  </a:lnTo>
                  <a:lnTo>
                    <a:pt x="108" y="75"/>
                  </a:lnTo>
                  <a:lnTo>
                    <a:pt x="90" y="99"/>
                  </a:lnTo>
                  <a:lnTo>
                    <a:pt x="71" y="126"/>
                  </a:lnTo>
                  <a:lnTo>
                    <a:pt x="56" y="158"/>
                  </a:lnTo>
                  <a:lnTo>
                    <a:pt x="41" y="190"/>
                  </a:lnTo>
                  <a:lnTo>
                    <a:pt x="30" y="224"/>
                  </a:lnTo>
                  <a:lnTo>
                    <a:pt x="19" y="262"/>
                  </a:lnTo>
                  <a:lnTo>
                    <a:pt x="11" y="301"/>
                  </a:lnTo>
                  <a:lnTo>
                    <a:pt x="5" y="340"/>
                  </a:lnTo>
                  <a:lnTo>
                    <a:pt x="2" y="384"/>
                  </a:lnTo>
                  <a:lnTo>
                    <a:pt x="0" y="426"/>
                  </a:lnTo>
                  <a:lnTo>
                    <a:pt x="12" y="426"/>
                  </a:lnTo>
                  <a:lnTo>
                    <a:pt x="13" y="384"/>
                  </a:lnTo>
                  <a:lnTo>
                    <a:pt x="17" y="343"/>
                  </a:lnTo>
                  <a:lnTo>
                    <a:pt x="23" y="303"/>
                  </a:lnTo>
                  <a:lnTo>
                    <a:pt x="31" y="264"/>
                  </a:lnTo>
                  <a:lnTo>
                    <a:pt x="41" y="229"/>
                  </a:lnTo>
                  <a:lnTo>
                    <a:pt x="53" y="195"/>
                  </a:lnTo>
                  <a:lnTo>
                    <a:pt x="67" y="162"/>
                  </a:lnTo>
                  <a:lnTo>
                    <a:pt x="82" y="133"/>
                  </a:lnTo>
                  <a:lnTo>
                    <a:pt x="99" y="106"/>
                  </a:lnTo>
                  <a:lnTo>
                    <a:pt x="118" y="83"/>
                  </a:lnTo>
                  <a:lnTo>
                    <a:pt x="136" y="63"/>
                  </a:lnTo>
                  <a:lnTo>
                    <a:pt x="156" y="44"/>
                  </a:lnTo>
                  <a:lnTo>
                    <a:pt x="179" y="31"/>
                  </a:lnTo>
                  <a:lnTo>
                    <a:pt x="200" y="20"/>
                  </a:lnTo>
                  <a:lnTo>
                    <a:pt x="222" y="15"/>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4377" name="Freeform 67"/>
            <p:cNvSpPr>
              <a:spLocks/>
            </p:cNvSpPr>
            <p:nvPr/>
          </p:nvSpPr>
          <p:spPr bwMode="auto">
            <a:xfrm>
              <a:off x="1384" y="1859"/>
              <a:ext cx="49" cy="84"/>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1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3" y="382"/>
                  </a:lnTo>
                  <a:lnTo>
                    <a:pt x="240" y="339"/>
                  </a:lnTo>
                  <a:lnTo>
                    <a:pt x="234" y="299"/>
                  </a:lnTo>
                  <a:lnTo>
                    <a:pt x="226" y="261"/>
                  </a:lnTo>
                  <a:lnTo>
                    <a:pt x="215" y="222"/>
                  </a:lnTo>
                  <a:lnTo>
                    <a:pt x="204" y="188"/>
                  </a:lnTo>
                  <a:lnTo>
                    <a:pt x="189" y="156"/>
                  </a:lnTo>
                  <a:lnTo>
                    <a:pt x="173" y="125"/>
                  </a:lnTo>
                  <a:lnTo>
                    <a:pt x="155" y="98"/>
                  </a:lnTo>
                  <a:lnTo>
                    <a:pt x="138" y="74"/>
                  </a:lnTo>
                  <a:lnTo>
                    <a:pt x="118" y="51"/>
                  </a:lnTo>
                  <a:lnTo>
                    <a:pt x="96" y="34"/>
                  </a:lnTo>
                  <a:lnTo>
                    <a:pt x="73" y="18"/>
                  </a:lnTo>
                  <a:lnTo>
                    <a:pt x="50" y="8"/>
                  </a:lnTo>
                  <a:lnTo>
                    <a:pt x="25" y="2"/>
                  </a:lnTo>
                  <a:lnTo>
                    <a:pt x="0" y="0"/>
                  </a:lnTo>
                  <a:lnTo>
                    <a:pt x="0" y="11"/>
                  </a:lnTo>
                  <a:lnTo>
                    <a:pt x="23" y="14"/>
                  </a:lnTo>
                  <a:lnTo>
                    <a:pt x="45" y="20"/>
                  </a:lnTo>
                  <a:lnTo>
                    <a:pt x="66" y="30"/>
                  </a:lnTo>
                  <a:lnTo>
                    <a:pt x="89" y="43"/>
                  </a:lnTo>
                  <a:lnTo>
                    <a:pt x="109" y="61"/>
                  </a:lnTo>
                  <a:lnTo>
                    <a:pt x="129" y="81"/>
                  </a:lnTo>
                  <a:lnTo>
                    <a:pt x="146" y="105"/>
                  </a:lnTo>
                  <a:lnTo>
                    <a:pt x="164" y="132"/>
                  </a:lnTo>
                  <a:lnTo>
                    <a:pt x="178" y="160"/>
                  </a:lnTo>
                  <a:lnTo>
                    <a:pt x="192" y="193"/>
                  </a:lnTo>
                  <a:lnTo>
                    <a:pt x="204" y="227"/>
                  </a:lnTo>
                  <a:lnTo>
                    <a:pt x="214" y="264"/>
                  </a:lnTo>
                  <a:lnTo>
                    <a:pt x="222" y="301"/>
                  </a:lnTo>
                  <a:lnTo>
                    <a:pt x="228"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4378" name="Freeform 68"/>
            <p:cNvSpPr>
              <a:spLocks/>
            </p:cNvSpPr>
            <p:nvPr/>
          </p:nvSpPr>
          <p:spPr bwMode="auto">
            <a:xfrm>
              <a:off x="1384" y="1943"/>
              <a:ext cx="49" cy="86"/>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5" y="423"/>
                  </a:lnTo>
                  <a:lnTo>
                    <a:pt x="50" y="418"/>
                  </a:lnTo>
                  <a:lnTo>
                    <a:pt x="73" y="407"/>
                  </a:lnTo>
                  <a:lnTo>
                    <a:pt x="96" y="392"/>
                  </a:lnTo>
                  <a:lnTo>
                    <a:pt x="118" y="374"/>
                  </a:lnTo>
                  <a:lnTo>
                    <a:pt x="138" y="352"/>
                  </a:lnTo>
                  <a:lnTo>
                    <a:pt x="155" y="327"/>
                  </a:lnTo>
                  <a:lnTo>
                    <a:pt x="174" y="300"/>
                  </a:lnTo>
                  <a:lnTo>
                    <a:pt x="189" y="269"/>
                  </a:lnTo>
                  <a:lnTo>
                    <a:pt x="204" y="237"/>
                  </a:lnTo>
                  <a:lnTo>
                    <a:pt x="215" y="202"/>
                  </a:lnTo>
                  <a:lnTo>
                    <a:pt x="226" y="164"/>
                  </a:lnTo>
                  <a:lnTo>
                    <a:pt x="234" y="126"/>
                  </a:lnTo>
                  <a:lnTo>
                    <a:pt x="240" y="86"/>
                  </a:lnTo>
                  <a:lnTo>
                    <a:pt x="243" y="42"/>
                  </a:lnTo>
                  <a:lnTo>
                    <a:pt x="245" y="0"/>
                  </a:lnTo>
                  <a:lnTo>
                    <a:pt x="233" y="0"/>
                  </a:lnTo>
                  <a:lnTo>
                    <a:pt x="232" y="42"/>
                  </a:lnTo>
                  <a:lnTo>
                    <a:pt x="228" y="83"/>
                  </a:lnTo>
                  <a:lnTo>
                    <a:pt x="222" y="123"/>
                  </a:lnTo>
                  <a:lnTo>
                    <a:pt x="214" y="162"/>
                  </a:lnTo>
                  <a:lnTo>
                    <a:pt x="204" y="197"/>
                  </a:lnTo>
                  <a:lnTo>
                    <a:pt x="192" y="232"/>
                  </a:lnTo>
                  <a:lnTo>
                    <a:pt x="178" y="264"/>
                  </a:lnTo>
                  <a:lnTo>
                    <a:pt x="163" y="293"/>
                  </a:lnTo>
                  <a:lnTo>
                    <a:pt x="146" y="320"/>
                  </a:lnTo>
                  <a:lnTo>
                    <a:pt x="129" y="345"/>
                  </a:lnTo>
                  <a:lnTo>
                    <a:pt x="109" y="365"/>
                  </a:lnTo>
                  <a:lnTo>
                    <a:pt x="89" y="382"/>
                  </a:lnTo>
                  <a:lnTo>
                    <a:pt x="66" y="395"/>
                  </a:lnTo>
                  <a:lnTo>
                    <a:pt x="45" y="406"/>
                  </a:lnTo>
                  <a:lnTo>
                    <a:pt x="23"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4379" name="Freeform 69"/>
            <p:cNvSpPr>
              <a:spLocks/>
            </p:cNvSpPr>
            <p:nvPr/>
          </p:nvSpPr>
          <p:spPr bwMode="auto">
            <a:xfrm>
              <a:off x="1335" y="1943"/>
              <a:ext cx="49" cy="86"/>
            </a:xfrm>
            <a:custGeom>
              <a:avLst/>
              <a:gdLst>
                <a:gd name="T0" fmla="*/ 0 w 246"/>
                <a:gd name="T1" fmla="*/ 0 h 426"/>
                <a:gd name="T2" fmla="*/ 0 w 246"/>
                <a:gd name="T3" fmla="*/ 0 h 426"/>
                <a:gd name="T4" fmla="*/ 0 w 246"/>
                <a:gd name="T5" fmla="*/ 0 h 426"/>
                <a:gd name="T6" fmla="*/ 0 w 246"/>
                <a:gd name="T7" fmla="*/ 1 h 426"/>
                <a:gd name="T8" fmla="*/ 0 w 246"/>
                <a:gd name="T9" fmla="*/ 1 h 426"/>
                <a:gd name="T10" fmla="*/ 0 w 246"/>
                <a:gd name="T11" fmla="*/ 1 h 426"/>
                <a:gd name="T12" fmla="*/ 0 w 246"/>
                <a:gd name="T13" fmla="*/ 2 h 426"/>
                <a:gd name="T14" fmla="*/ 0 w 246"/>
                <a:gd name="T15" fmla="*/ 2 h 426"/>
                <a:gd name="T16" fmla="*/ 0 w 246"/>
                <a:gd name="T17" fmla="*/ 2 h 426"/>
                <a:gd name="T18" fmla="*/ 1 w 246"/>
                <a:gd name="T19" fmla="*/ 2 h 426"/>
                <a:gd name="T20" fmla="*/ 1 w 246"/>
                <a:gd name="T21" fmla="*/ 3 h 426"/>
                <a:gd name="T22" fmla="*/ 1 w 246"/>
                <a:gd name="T23" fmla="*/ 3 h 426"/>
                <a:gd name="T24" fmla="*/ 1 w 246"/>
                <a:gd name="T25" fmla="*/ 3 h 426"/>
                <a:gd name="T26" fmla="*/ 1 w 246"/>
                <a:gd name="T27" fmla="*/ 3 h 426"/>
                <a:gd name="T28" fmla="*/ 1 w 246"/>
                <a:gd name="T29" fmla="*/ 3 h 426"/>
                <a:gd name="T30" fmla="*/ 2 w 246"/>
                <a:gd name="T31" fmla="*/ 3 h 426"/>
                <a:gd name="T32" fmla="*/ 2 w 246"/>
                <a:gd name="T33" fmla="*/ 3 h 426"/>
                <a:gd name="T34" fmla="*/ 2 w 246"/>
                <a:gd name="T35" fmla="*/ 3 h 426"/>
                <a:gd name="T36" fmla="*/ 2 w 246"/>
                <a:gd name="T37" fmla="*/ 3 h 426"/>
                <a:gd name="T38" fmla="*/ 2 w 246"/>
                <a:gd name="T39" fmla="*/ 3 h 426"/>
                <a:gd name="T40" fmla="*/ 2 w 246"/>
                <a:gd name="T41" fmla="*/ 3 h 426"/>
                <a:gd name="T42" fmla="*/ 1 w 246"/>
                <a:gd name="T43" fmla="*/ 3 h 426"/>
                <a:gd name="T44" fmla="*/ 1 w 246"/>
                <a:gd name="T45" fmla="*/ 3 h 426"/>
                <a:gd name="T46" fmla="*/ 1 w 246"/>
                <a:gd name="T47" fmla="*/ 3 h 426"/>
                <a:gd name="T48" fmla="*/ 1 w 246"/>
                <a:gd name="T49" fmla="*/ 3 h 426"/>
                <a:gd name="T50" fmla="*/ 1 w 246"/>
                <a:gd name="T51" fmla="*/ 3 h 426"/>
                <a:gd name="T52" fmla="*/ 1 w 246"/>
                <a:gd name="T53" fmla="*/ 2 h 426"/>
                <a:gd name="T54" fmla="*/ 1 w 246"/>
                <a:gd name="T55" fmla="*/ 2 h 426"/>
                <a:gd name="T56" fmla="*/ 0 w 246"/>
                <a:gd name="T57" fmla="*/ 2 h 426"/>
                <a:gd name="T58" fmla="*/ 0 w 246"/>
                <a:gd name="T59" fmla="*/ 2 h 426"/>
                <a:gd name="T60" fmla="*/ 0 w 246"/>
                <a:gd name="T61" fmla="*/ 1 h 426"/>
                <a:gd name="T62" fmla="*/ 0 w 246"/>
                <a:gd name="T63" fmla="*/ 1 h 426"/>
                <a:gd name="T64" fmla="*/ 0 w 246"/>
                <a:gd name="T65" fmla="*/ 1 h 426"/>
                <a:gd name="T66" fmla="*/ 0 w 246"/>
                <a:gd name="T67" fmla="*/ 0 h 426"/>
                <a:gd name="T68" fmla="*/ 0 w 246"/>
                <a:gd name="T69" fmla="*/ 0 h 426"/>
                <a:gd name="T70" fmla="*/ 0 w 246"/>
                <a:gd name="T71" fmla="*/ 0 h 426"/>
                <a:gd name="T72" fmla="*/ 0 w 246"/>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0"/>
                  </a:moveTo>
                  <a:lnTo>
                    <a:pt x="0" y="0"/>
                  </a:lnTo>
                  <a:lnTo>
                    <a:pt x="1" y="42"/>
                  </a:lnTo>
                  <a:lnTo>
                    <a:pt x="4" y="86"/>
                  </a:lnTo>
                  <a:lnTo>
                    <a:pt x="10" y="126"/>
                  </a:lnTo>
                  <a:lnTo>
                    <a:pt x="18" y="164"/>
                  </a:lnTo>
                  <a:lnTo>
                    <a:pt x="29" y="202"/>
                  </a:lnTo>
                  <a:lnTo>
                    <a:pt x="41" y="237"/>
                  </a:lnTo>
                  <a:lnTo>
                    <a:pt x="55" y="269"/>
                  </a:lnTo>
                  <a:lnTo>
                    <a:pt x="71" y="300"/>
                  </a:lnTo>
                  <a:lnTo>
                    <a:pt x="89" y="327"/>
                  </a:lnTo>
                  <a:lnTo>
                    <a:pt x="107" y="352"/>
                  </a:lnTo>
                  <a:lnTo>
                    <a:pt x="127" y="374"/>
                  </a:lnTo>
                  <a:lnTo>
                    <a:pt x="150" y="392"/>
                  </a:lnTo>
                  <a:lnTo>
                    <a:pt x="171" y="407"/>
                  </a:lnTo>
                  <a:lnTo>
                    <a:pt x="195" y="418"/>
                  </a:lnTo>
                  <a:lnTo>
                    <a:pt x="220" y="423"/>
                  </a:lnTo>
                  <a:lnTo>
                    <a:pt x="246" y="426"/>
                  </a:lnTo>
                  <a:lnTo>
                    <a:pt x="246" y="414"/>
                  </a:lnTo>
                  <a:lnTo>
                    <a:pt x="222" y="412"/>
                  </a:lnTo>
                  <a:lnTo>
                    <a:pt x="200" y="406"/>
                  </a:lnTo>
                  <a:lnTo>
                    <a:pt x="178" y="395"/>
                  </a:lnTo>
                  <a:lnTo>
                    <a:pt x="157" y="382"/>
                  </a:lnTo>
                  <a:lnTo>
                    <a:pt x="137" y="365"/>
                  </a:lnTo>
                  <a:lnTo>
                    <a:pt x="117" y="345"/>
                  </a:lnTo>
                  <a:lnTo>
                    <a:pt x="98" y="320"/>
                  </a:lnTo>
                  <a:lnTo>
                    <a:pt x="83" y="293"/>
                  </a:lnTo>
                  <a:lnTo>
                    <a:pt x="66" y="264"/>
                  </a:lnTo>
                  <a:lnTo>
                    <a:pt x="52" y="232"/>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4380" name="Freeform 70"/>
            <p:cNvSpPr>
              <a:spLocks/>
            </p:cNvSpPr>
            <p:nvPr/>
          </p:nvSpPr>
          <p:spPr bwMode="auto">
            <a:xfrm>
              <a:off x="1335" y="1859"/>
              <a:ext cx="49" cy="84"/>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1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0" y="2"/>
                  </a:lnTo>
                  <a:lnTo>
                    <a:pt x="195" y="8"/>
                  </a:lnTo>
                  <a:lnTo>
                    <a:pt x="171" y="18"/>
                  </a:lnTo>
                  <a:lnTo>
                    <a:pt x="150" y="34"/>
                  </a:lnTo>
                  <a:lnTo>
                    <a:pt x="127" y="51"/>
                  </a:lnTo>
                  <a:lnTo>
                    <a:pt x="107" y="74"/>
                  </a:lnTo>
                  <a:lnTo>
                    <a:pt x="89" y="98"/>
                  </a:lnTo>
                  <a:lnTo>
                    <a:pt x="72" y="125"/>
                  </a:lnTo>
                  <a:lnTo>
                    <a:pt x="55" y="156"/>
                  </a:lnTo>
                  <a:lnTo>
                    <a:pt x="41" y="188"/>
                  </a:lnTo>
                  <a:lnTo>
                    <a:pt x="29" y="222"/>
                  </a:lnTo>
                  <a:lnTo>
                    <a:pt x="18" y="261"/>
                  </a:lnTo>
                  <a:lnTo>
                    <a:pt x="10" y="299"/>
                  </a:lnTo>
                  <a:lnTo>
                    <a:pt x="4" y="339"/>
                  </a:lnTo>
                  <a:lnTo>
                    <a:pt x="1" y="382"/>
                  </a:lnTo>
                  <a:lnTo>
                    <a:pt x="0" y="424"/>
                  </a:lnTo>
                  <a:lnTo>
                    <a:pt x="11" y="424"/>
                  </a:lnTo>
                  <a:lnTo>
                    <a:pt x="13" y="382"/>
                  </a:lnTo>
                  <a:lnTo>
                    <a:pt x="16" y="341"/>
                  </a:lnTo>
                  <a:lnTo>
                    <a:pt x="22" y="301"/>
                  </a:lnTo>
                  <a:lnTo>
                    <a:pt x="30" y="264"/>
                  </a:lnTo>
                  <a:lnTo>
                    <a:pt x="41" y="227"/>
                  </a:lnTo>
                  <a:lnTo>
                    <a:pt x="52" y="193"/>
                  </a:lnTo>
                  <a:lnTo>
                    <a:pt x="66" y="160"/>
                  </a:lnTo>
                  <a:lnTo>
                    <a:pt x="82" y="132"/>
                  </a:lnTo>
                  <a:lnTo>
                    <a:pt x="98" y="105"/>
                  </a:lnTo>
                  <a:lnTo>
                    <a:pt x="117" y="81"/>
                  </a:lnTo>
                  <a:lnTo>
                    <a:pt x="137" y="61"/>
                  </a:lnTo>
                  <a:lnTo>
                    <a:pt x="157" y="43"/>
                  </a:lnTo>
                  <a:lnTo>
                    <a:pt x="178" y="30"/>
                  </a:lnTo>
                  <a:lnTo>
                    <a:pt x="200" y="20"/>
                  </a:lnTo>
                  <a:lnTo>
                    <a:pt x="222" y="14"/>
                  </a:lnTo>
                  <a:lnTo>
                    <a:pt x="246" y="11"/>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4381" name="Freeform 71"/>
            <p:cNvSpPr>
              <a:spLocks/>
            </p:cNvSpPr>
            <p:nvPr/>
          </p:nvSpPr>
          <p:spPr bwMode="auto">
            <a:xfrm>
              <a:off x="1552" y="1751"/>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1" y="339"/>
                  </a:lnTo>
                  <a:lnTo>
                    <a:pt x="235" y="299"/>
                  </a:lnTo>
                  <a:lnTo>
                    <a:pt x="226" y="261"/>
                  </a:lnTo>
                  <a:lnTo>
                    <a:pt x="216" y="223"/>
                  </a:lnTo>
                  <a:lnTo>
                    <a:pt x="204" y="189"/>
                  </a:lnTo>
                  <a:lnTo>
                    <a:pt x="190" y="156"/>
                  </a:lnTo>
                  <a:lnTo>
                    <a:pt x="174" y="125"/>
                  </a:lnTo>
                  <a:lnTo>
                    <a:pt x="156" y="98"/>
                  </a:lnTo>
                  <a:lnTo>
                    <a:pt x="137" y="74"/>
                  </a:lnTo>
                  <a:lnTo>
                    <a:pt x="119" y="52"/>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8" y="81"/>
                  </a:lnTo>
                  <a:lnTo>
                    <a:pt x="147" y="105"/>
                  </a:lnTo>
                  <a:lnTo>
                    <a:pt x="164" y="132"/>
                  </a:lnTo>
                  <a:lnTo>
                    <a:pt x="178" y="161"/>
                  </a:lnTo>
                  <a:lnTo>
                    <a:pt x="193" y="193"/>
                  </a:lnTo>
                  <a:lnTo>
                    <a:pt x="204" y="227"/>
                  </a:lnTo>
                  <a:lnTo>
                    <a:pt x="215" y="264"/>
                  </a:lnTo>
                  <a:lnTo>
                    <a:pt x="223" y="301"/>
                  </a:lnTo>
                  <a:lnTo>
                    <a:pt x="229" y="341"/>
                  </a:lnTo>
                  <a:lnTo>
                    <a:pt x="232" y="382"/>
                  </a:lnTo>
                  <a:lnTo>
                    <a:pt x="234"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4382" name="Freeform 72"/>
            <p:cNvSpPr>
              <a:spLocks/>
            </p:cNvSpPr>
            <p:nvPr/>
          </p:nvSpPr>
          <p:spPr bwMode="auto">
            <a:xfrm>
              <a:off x="1552" y="1836"/>
              <a:ext cx="49" cy="85"/>
            </a:xfrm>
            <a:custGeom>
              <a:avLst/>
              <a:gdLst>
                <a:gd name="T0" fmla="*/ 0 w 245"/>
                <a:gd name="T1" fmla="*/ 3 h 425"/>
                <a:gd name="T2" fmla="*/ 0 w 245"/>
                <a:gd name="T3" fmla="*/ 3 h 425"/>
                <a:gd name="T4" fmla="*/ 0 w 245"/>
                <a:gd name="T5" fmla="*/ 3 h 425"/>
                <a:gd name="T6" fmla="*/ 0 w 245"/>
                <a:gd name="T7" fmla="*/ 3 h 425"/>
                <a:gd name="T8" fmla="*/ 1 w 245"/>
                <a:gd name="T9" fmla="*/ 3 h 425"/>
                <a:gd name="T10" fmla="*/ 1 w 245"/>
                <a:gd name="T11" fmla="*/ 3 h 425"/>
                <a:gd name="T12" fmla="*/ 1 w 245"/>
                <a:gd name="T13" fmla="*/ 3 h 425"/>
                <a:gd name="T14" fmla="*/ 1 w 245"/>
                <a:gd name="T15" fmla="*/ 3 h 425"/>
                <a:gd name="T16" fmla="*/ 1 w 245"/>
                <a:gd name="T17" fmla="*/ 3 h 425"/>
                <a:gd name="T18" fmla="*/ 1 w 245"/>
                <a:gd name="T19" fmla="*/ 2 h 425"/>
                <a:gd name="T20" fmla="*/ 2 w 245"/>
                <a:gd name="T21" fmla="*/ 2 h 425"/>
                <a:gd name="T22" fmla="*/ 2 w 245"/>
                <a:gd name="T23" fmla="*/ 2 h 425"/>
                <a:gd name="T24" fmla="*/ 2 w 245"/>
                <a:gd name="T25" fmla="*/ 2 h 425"/>
                <a:gd name="T26" fmla="*/ 2 w 245"/>
                <a:gd name="T27" fmla="*/ 1 h 425"/>
                <a:gd name="T28" fmla="*/ 2 w 245"/>
                <a:gd name="T29" fmla="*/ 1 h 425"/>
                <a:gd name="T30" fmla="*/ 2 w 245"/>
                <a:gd name="T31" fmla="*/ 1 h 425"/>
                <a:gd name="T32" fmla="*/ 2 w 245"/>
                <a:gd name="T33" fmla="*/ 0 h 425"/>
                <a:gd name="T34" fmla="*/ 2 w 245"/>
                <a:gd name="T35" fmla="*/ 0 h 425"/>
                <a:gd name="T36" fmla="*/ 2 w 245"/>
                <a:gd name="T37" fmla="*/ 0 h 425"/>
                <a:gd name="T38" fmla="*/ 2 w 245"/>
                <a:gd name="T39" fmla="*/ 0 h 425"/>
                <a:gd name="T40" fmla="*/ 2 w 245"/>
                <a:gd name="T41" fmla="*/ 1 h 425"/>
                <a:gd name="T42" fmla="*/ 2 w 245"/>
                <a:gd name="T43" fmla="*/ 1 h 425"/>
                <a:gd name="T44" fmla="*/ 2 w 245"/>
                <a:gd name="T45" fmla="*/ 1 h 425"/>
                <a:gd name="T46" fmla="*/ 2 w 245"/>
                <a:gd name="T47" fmla="*/ 2 h 425"/>
                <a:gd name="T48" fmla="*/ 2 w 245"/>
                <a:gd name="T49" fmla="*/ 2 h 425"/>
                <a:gd name="T50" fmla="*/ 1 w 245"/>
                <a:gd name="T51" fmla="*/ 2 h 425"/>
                <a:gd name="T52" fmla="*/ 1 w 245"/>
                <a:gd name="T53" fmla="*/ 2 h 425"/>
                <a:gd name="T54" fmla="*/ 1 w 245"/>
                <a:gd name="T55" fmla="*/ 3 h 425"/>
                <a:gd name="T56" fmla="*/ 1 w 245"/>
                <a:gd name="T57" fmla="*/ 3 h 425"/>
                <a:gd name="T58" fmla="*/ 1 w 245"/>
                <a:gd name="T59" fmla="*/ 3 h 425"/>
                <a:gd name="T60" fmla="*/ 1 w 245"/>
                <a:gd name="T61" fmla="*/ 3 h 425"/>
                <a:gd name="T62" fmla="*/ 1 w 245"/>
                <a:gd name="T63" fmla="*/ 3 h 425"/>
                <a:gd name="T64" fmla="*/ 0 w 245"/>
                <a:gd name="T65" fmla="*/ 3 h 425"/>
                <a:gd name="T66" fmla="*/ 0 w 245"/>
                <a:gd name="T67" fmla="*/ 3 h 425"/>
                <a:gd name="T68" fmla="*/ 0 w 245"/>
                <a:gd name="T69" fmla="*/ 3 h 425"/>
                <a:gd name="T70" fmla="*/ 0 w 245"/>
                <a:gd name="T71" fmla="*/ 3 h 425"/>
                <a:gd name="T72" fmla="*/ 0 w 245"/>
                <a:gd name="T73" fmla="*/ 3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5"/>
                <a:gd name="T113" fmla="*/ 245 w 245"/>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5">
                  <a:moveTo>
                    <a:pt x="0" y="425"/>
                  </a:moveTo>
                  <a:lnTo>
                    <a:pt x="0" y="425"/>
                  </a:lnTo>
                  <a:lnTo>
                    <a:pt x="26" y="422"/>
                  </a:lnTo>
                  <a:lnTo>
                    <a:pt x="51" y="417"/>
                  </a:lnTo>
                  <a:lnTo>
                    <a:pt x="74" y="406"/>
                  </a:lnTo>
                  <a:lnTo>
                    <a:pt x="96" y="391"/>
                  </a:lnTo>
                  <a:lnTo>
                    <a:pt x="119" y="373"/>
                  </a:lnTo>
                  <a:lnTo>
                    <a:pt x="137" y="351"/>
                  </a:lnTo>
                  <a:lnTo>
                    <a:pt x="156" y="326"/>
                  </a:lnTo>
                  <a:lnTo>
                    <a:pt x="174" y="299"/>
                  </a:lnTo>
                  <a:lnTo>
                    <a:pt x="190" y="269"/>
                  </a:lnTo>
                  <a:lnTo>
                    <a:pt x="204" y="236"/>
                  </a:lnTo>
                  <a:lnTo>
                    <a:pt x="216" y="202"/>
                  </a:lnTo>
                  <a:lnTo>
                    <a:pt x="226" y="163"/>
                  </a:lnTo>
                  <a:lnTo>
                    <a:pt x="235" y="126"/>
                  </a:lnTo>
                  <a:lnTo>
                    <a:pt x="241" y="86"/>
                  </a:lnTo>
                  <a:lnTo>
                    <a:pt x="244" y="43"/>
                  </a:lnTo>
                  <a:lnTo>
                    <a:pt x="245" y="0"/>
                  </a:lnTo>
                  <a:lnTo>
                    <a:pt x="234" y="0"/>
                  </a:lnTo>
                  <a:lnTo>
                    <a:pt x="232" y="43"/>
                  </a:lnTo>
                  <a:lnTo>
                    <a:pt x="229" y="84"/>
                  </a:lnTo>
                  <a:lnTo>
                    <a:pt x="223" y="123"/>
                  </a:lnTo>
                  <a:lnTo>
                    <a:pt x="215" y="161"/>
                  </a:lnTo>
                  <a:lnTo>
                    <a:pt x="204" y="197"/>
                  </a:lnTo>
                  <a:lnTo>
                    <a:pt x="193" y="231"/>
                  </a:lnTo>
                  <a:lnTo>
                    <a:pt x="178" y="264"/>
                  </a:lnTo>
                  <a:lnTo>
                    <a:pt x="164" y="292"/>
                  </a:lnTo>
                  <a:lnTo>
                    <a:pt x="147" y="319"/>
                  </a:lnTo>
                  <a:lnTo>
                    <a:pt x="128" y="344"/>
                  </a:lnTo>
                  <a:lnTo>
                    <a:pt x="109" y="364"/>
                  </a:lnTo>
                  <a:lnTo>
                    <a:pt x="89" y="381"/>
                  </a:lnTo>
                  <a:lnTo>
                    <a:pt x="67" y="394"/>
                  </a:lnTo>
                  <a:lnTo>
                    <a:pt x="46" y="405"/>
                  </a:lnTo>
                  <a:lnTo>
                    <a:pt x="24" y="411"/>
                  </a:lnTo>
                  <a:lnTo>
                    <a:pt x="0" y="413"/>
                  </a:lnTo>
                  <a:lnTo>
                    <a:pt x="0" y="425"/>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4383" name="Freeform 73"/>
            <p:cNvSpPr>
              <a:spLocks/>
            </p:cNvSpPr>
            <p:nvPr/>
          </p:nvSpPr>
          <p:spPr bwMode="auto">
            <a:xfrm>
              <a:off x="1502" y="1836"/>
              <a:ext cx="50" cy="85"/>
            </a:xfrm>
            <a:custGeom>
              <a:avLst/>
              <a:gdLst>
                <a:gd name="T0" fmla="*/ 0 w 246"/>
                <a:gd name="T1" fmla="*/ 0 h 425"/>
                <a:gd name="T2" fmla="*/ 0 w 246"/>
                <a:gd name="T3" fmla="*/ 0 h 425"/>
                <a:gd name="T4" fmla="*/ 0 w 246"/>
                <a:gd name="T5" fmla="*/ 0 h 425"/>
                <a:gd name="T6" fmla="*/ 0 w 246"/>
                <a:gd name="T7" fmla="*/ 1 h 425"/>
                <a:gd name="T8" fmla="*/ 0 w 246"/>
                <a:gd name="T9" fmla="*/ 1 h 425"/>
                <a:gd name="T10" fmla="*/ 0 w 246"/>
                <a:gd name="T11" fmla="*/ 1 h 425"/>
                <a:gd name="T12" fmla="*/ 0 w 246"/>
                <a:gd name="T13" fmla="*/ 2 h 425"/>
                <a:gd name="T14" fmla="*/ 0 w 246"/>
                <a:gd name="T15" fmla="*/ 2 h 425"/>
                <a:gd name="T16" fmla="*/ 0 w 246"/>
                <a:gd name="T17" fmla="*/ 2 h 425"/>
                <a:gd name="T18" fmla="*/ 1 w 246"/>
                <a:gd name="T19" fmla="*/ 2 h 425"/>
                <a:gd name="T20" fmla="*/ 1 w 246"/>
                <a:gd name="T21" fmla="*/ 3 h 425"/>
                <a:gd name="T22" fmla="*/ 1 w 246"/>
                <a:gd name="T23" fmla="*/ 3 h 425"/>
                <a:gd name="T24" fmla="*/ 1 w 246"/>
                <a:gd name="T25" fmla="*/ 3 h 425"/>
                <a:gd name="T26" fmla="*/ 1 w 246"/>
                <a:gd name="T27" fmla="*/ 3 h 425"/>
                <a:gd name="T28" fmla="*/ 1 w 246"/>
                <a:gd name="T29" fmla="*/ 3 h 425"/>
                <a:gd name="T30" fmla="*/ 2 w 246"/>
                <a:gd name="T31" fmla="*/ 3 h 425"/>
                <a:gd name="T32" fmla="*/ 2 w 246"/>
                <a:gd name="T33" fmla="*/ 3 h 425"/>
                <a:gd name="T34" fmla="*/ 2 w 246"/>
                <a:gd name="T35" fmla="*/ 3 h 425"/>
                <a:gd name="T36" fmla="*/ 2 w 246"/>
                <a:gd name="T37" fmla="*/ 3 h 425"/>
                <a:gd name="T38" fmla="*/ 2 w 246"/>
                <a:gd name="T39" fmla="*/ 3 h 425"/>
                <a:gd name="T40" fmla="*/ 2 w 246"/>
                <a:gd name="T41" fmla="*/ 3 h 425"/>
                <a:gd name="T42" fmla="*/ 1 w 246"/>
                <a:gd name="T43" fmla="*/ 3 h 425"/>
                <a:gd name="T44" fmla="*/ 1 w 246"/>
                <a:gd name="T45" fmla="*/ 3 h 425"/>
                <a:gd name="T46" fmla="*/ 1 w 246"/>
                <a:gd name="T47" fmla="*/ 3 h 425"/>
                <a:gd name="T48" fmla="*/ 1 w 246"/>
                <a:gd name="T49" fmla="*/ 3 h 425"/>
                <a:gd name="T50" fmla="*/ 1 w 246"/>
                <a:gd name="T51" fmla="*/ 3 h 425"/>
                <a:gd name="T52" fmla="*/ 1 w 246"/>
                <a:gd name="T53" fmla="*/ 2 h 425"/>
                <a:gd name="T54" fmla="*/ 1 w 246"/>
                <a:gd name="T55" fmla="*/ 2 h 425"/>
                <a:gd name="T56" fmla="*/ 0 w 246"/>
                <a:gd name="T57" fmla="*/ 2 h 425"/>
                <a:gd name="T58" fmla="*/ 0 w 246"/>
                <a:gd name="T59" fmla="*/ 2 h 425"/>
                <a:gd name="T60" fmla="*/ 0 w 246"/>
                <a:gd name="T61" fmla="*/ 1 h 425"/>
                <a:gd name="T62" fmla="*/ 0 w 246"/>
                <a:gd name="T63" fmla="*/ 1 h 425"/>
                <a:gd name="T64" fmla="*/ 0 w 246"/>
                <a:gd name="T65" fmla="*/ 1 h 425"/>
                <a:gd name="T66" fmla="*/ 0 w 246"/>
                <a:gd name="T67" fmla="*/ 0 h 425"/>
                <a:gd name="T68" fmla="*/ 0 w 246"/>
                <a:gd name="T69" fmla="*/ 0 h 425"/>
                <a:gd name="T70" fmla="*/ 0 w 246"/>
                <a:gd name="T71" fmla="*/ 0 h 425"/>
                <a:gd name="T72" fmla="*/ 0 w 246"/>
                <a:gd name="T73" fmla="*/ 0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5"/>
                <a:gd name="T113" fmla="*/ 246 w 246"/>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5">
                  <a:moveTo>
                    <a:pt x="0" y="0"/>
                  </a:moveTo>
                  <a:lnTo>
                    <a:pt x="0" y="0"/>
                  </a:lnTo>
                  <a:lnTo>
                    <a:pt x="2" y="43"/>
                  </a:lnTo>
                  <a:lnTo>
                    <a:pt x="5" y="86"/>
                  </a:lnTo>
                  <a:lnTo>
                    <a:pt x="11" y="126"/>
                  </a:lnTo>
                  <a:lnTo>
                    <a:pt x="19" y="163"/>
                  </a:lnTo>
                  <a:lnTo>
                    <a:pt x="30" y="202"/>
                  </a:lnTo>
                  <a:lnTo>
                    <a:pt x="41" y="236"/>
                  </a:lnTo>
                  <a:lnTo>
                    <a:pt x="55" y="269"/>
                  </a:lnTo>
                  <a:lnTo>
                    <a:pt x="73" y="299"/>
                  </a:lnTo>
                  <a:lnTo>
                    <a:pt x="89" y="326"/>
                  </a:lnTo>
                  <a:lnTo>
                    <a:pt x="108" y="351"/>
                  </a:lnTo>
                  <a:lnTo>
                    <a:pt x="128" y="373"/>
                  </a:lnTo>
                  <a:lnTo>
                    <a:pt x="150" y="391"/>
                  </a:lnTo>
                  <a:lnTo>
                    <a:pt x="171" y="406"/>
                  </a:lnTo>
                  <a:lnTo>
                    <a:pt x="196" y="417"/>
                  </a:lnTo>
                  <a:lnTo>
                    <a:pt x="221" y="422"/>
                  </a:lnTo>
                  <a:lnTo>
                    <a:pt x="246" y="425"/>
                  </a:lnTo>
                  <a:lnTo>
                    <a:pt x="246" y="413"/>
                  </a:lnTo>
                  <a:lnTo>
                    <a:pt x="223" y="411"/>
                  </a:lnTo>
                  <a:lnTo>
                    <a:pt x="201" y="405"/>
                  </a:lnTo>
                  <a:lnTo>
                    <a:pt x="178" y="394"/>
                  </a:lnTo>
                  <a:lnTo>
                    <a:pt x="157" y="381"/>
                  </a:lnTo>
                  <a:lnTo>
                    <a:pt x="137" y="364"/>
                  </a:lnTo>
                  <a:lnTo>
                    <a:pt x="117" y="344"/>
                  </a:lnTo>
                  <a:lnTo>
                    <a:pt x="99" y="319"/>
                  </a:lnTo>
                  <a:lnTo>
                    <a:pt x="82" y="292"/>
                  </a:lnTo>
                  <a:lnTo>
                    <a:pt x="67" y="264"/>
                  </a:lnTo>
                  <a:lnTo>
                    <a:pt x="53" y="231"/>
                  </a:lnTo>
                  <a:lnTo>
                    <a:pt x="41" y="197"/>
                  </a:lnTo>
                  <a:lnTo>
                    <a:pt x="31" y="161"/>
                  </a:lnTo>
                  <a:lnTo>
                    <a:pt x="23" y="123"/>
                  </a:lnTo>
                  <a:lnTo>
                    <a:pt x="17" y="84"/>
                  </a:lnTo>
                  <a:lnTo>
                    <a:pt x="13" y="4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4384" name="Freeform 74"/>
            <p:cNvSpPr>
              <a:spLocks/>
            </p:cNvSpPr>
            <p:nvPr/>
          </p:nvSpPr>
          <p:spPr bwMode="auto">
            <a:xfrm>
              <a:off x="1502" y="1751"/>
              <a:ext cx="50" cy="85"/>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2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1" y="2"/>
                  </a:lnTo>
                  <a:lnTo>
                    <a:pt x="196" y="8"/>
                  </a:lnTo>
                  <a:lnTo>
                    <a:pt x="171" y="19"/>
                  </a:lnTo>
                  <a:lnTo>
                    <a:pt x="150" y="34"/>
                  </a:lnTo>
                  <a:lnTo>
                    <a:pt x="128" y="52"/>
                  </a:lnTo>
                  <a:lnTo>
                    <a:pt x="108" y="74"/>
                  </a:lnTo>
                  <a:lnTo>
                    <a:pt x="89" y="98"/>
                  </a:lnTo>
                  <a:lnTo>
                    <a:pt x="73" y="125"/>
                  </a:lnTo>
                  <a:lnTo>
                    <a:pt x="55" y="156"/>
                  </a:lnTo>
                  <a:lnTo>
                    <a:pt x="41" y="189"/>
                  </a:lnTo>
                  <a:lnTo>
                    <a:pt x="30" y="223"/>
                  </a:lnTo>
                  <a:lnTo>
                    <a:pt x="19" y="261"/>
                  </a:lnTo>
                  <a:lnTo>
                    <a:pt x="11" y="299"/>
                  </a:lnTo>
                  <a:lnTo>
                    <a:pt x="5" y="339"/>
                  </a:lnTo>
                  <a:lnTo>
                    <a:pt x="2" y="382"/>
                  </a:lnTo>
                  <a:lnTo>
                    <a:pt x="0" y="424"/>
                  </a:lnTo>
                  <a:lnTo>
                    <a:pt x="12" y="424"/>
                  </a:lnTo>
                  <a:lnTo>
                    <a:pt x="13" y="382"/>
                  </a:lnTo>
                  <a:lnTo>
                    <a:pt x="17" y="341"/>
                  </a:lnTo>
                  <a:lnTo>
                    <a:pt x="23" y="301"/>
                  </a:lnTo>
                  <a:lnTo>
                    <a:pt x="31" y="264"/>
                  </a:lnTo>
                  <a:lnTo>
                    <a:pt x="41" y="227"/>
                  </a:lnTo>
                  <a:lnTo>
                    <a:pt x="53" y="193"/>
                  </a:lnTo>
                  <a:lnTo>
                    <a:pt x="67" y="161"/>
                  </a:lnTo>
                  <a:lnTo>
                    <a:pt x="82" y="132"/>
                  </a:lnTo>
                  <a:lnTo>
                    <a:pt x="99" y="105"/>
                  </a:lnTo>
                  <a:lnTo>
                    <a:pt x="117" y="81"/>
                  </a:lnTo>
                  <a:lnTo>
                    <a:pt x="137" y="61"/>
                  </a:lnTo>
                  <a:lnTo>
                    <a:pt x="157" y="43"/>
                  </a:lnTo>
                  <a:lnTo>
                    <a:pt x="178" y="30"/>
                  </a:lnTo>
                  <a:lnTo>
                    <a:pt x="201" y="20"/>
                  </a:lnTo>
                  <a:lnTo>
                    <a:pt x="223" y="14"/>
                  </a:lnTo>
                  <a:lnTo>
                    <a:pt x="246" y="12"/>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4385" name="Freeform 75"/>
            <p:cNvSpPr>
              <a:spLocks/>
            </p:cNvSpPr>
            <p:nvPr/>
          </p:nvSpPr>
          <p:spPr bwMode="auto">
            <a:xfrm>
              <a:off x="1565" y="2016"/>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0" y="339"/>
                  </a:lnTo>
                  <a:lnTo>
                    <a:pt x="234" y="299"/>
                  </a:lnTo>
                  <a:lnTo>
                    <a:pt x="226" y="261"/>
                  </a:lnTo>
                  <a:lnTo>
                    <a:pt x="216" y="223"/>
                  </a:lnTo>
                  <a:lnTo>
                    <a:pt x="204" y="189"/>
                  </a:lnTo>
                  <a:lnTo>
                    <a:pt x="190" y="156"/>
                  </a:lnTo>
                  <a:lnTo>
                    <a:pt x="174" y="125"/>
                  </a:lnTo>
                  <a:lnTo>
                    <a:pt x="156" y="98"/>
                  </a:lnTo>
                  <a:lnTo>
                    <a:pt x="138" y="74"/>
                  </a:lnTo>
                  <a:lnTo>
                    <a:pt x="118" y="51"/>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9" y="81"/>
                  </a:lnTo>
                  <a:lnTo>
                    <a:pt x="147" y="105"/>
                  </a:lnTo>
                  <a:lnTo>
                    <a:pt x="164" y="132"/>
                  </a:lnTo>
                  <a:lnTo>
                    <a:pt x="178" y="160"/>
                  </a:lnTo>
                  <a:lnTo>
                    <a:pt x="192" y="193"/>
                  </a:lnTo>
                  <a:lnTo>
                    <a:pt x="204" y="227"/>
                  </a:lnTo>
                  <a:lnTo>
                    <a:pt x="215" y="264"/>
                  </a:lnTo>
                  <a:lnTo>
                    <a:pt x="223" y="301"/>
                  </a:lnTo>
                  <a:lnTo>
                    <a:pt x="229"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4386" name="Freeform 76"/>
            <p:cNvSpPr>
              <a:spLocks/>
            </p:cNvSpPr>
            <p:nvPr/>
          </p:nvSpPr>
          <p:spPr bwMode="auto">
            <a:xfrm>
              <a:off x="1565" y="2101"/>
              <a:ext cx="49" cy="85"/>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6" y="423"/>
                  </a:lnTo>
                  <a:lnTo>
                    <a:pt x="51" y="418"/>
                  </a:lnTo>
                  <a:lnTo>
                    <a:pt x="74" y="407"/>
                  </a:lnTo>
                  <a:lnTo>
                    <a:pt x="96" y="392"/>
                  </a:lnTo>
                  <a:lnTo>
                    <a:pt x="118" y="373"/>
                  </a:lnTo>
                  <a:lnTo>
                    <a:pt x="138" y="351"/>
                  </a:lnTo>
                  <a:lnTo>
                    <a:pt x="156" y="327"/>
                  </a:lnTo>
                  <a:lnTo>
                    <a:pt x="175" y="299"/>
                  </a:lnTo>
                  <a:lnTo>
                    <a:pt x="190" y="269"/>
                  </a:lnTo>
                  <a:lnTo>
                    <a:pt x="204" y="236"/>
                  </a:lnTo>
                  <a:lnTo>
                    <a:pt x="216" y="202"/>
                  </a:lnTo>
                  <a:lnTo>
                    <a:pt x="226" y="164"/>
                  </a:lnTo>
                  <a:lnTo>
                    <a:pt x="234" y="126"/>
                  </a:lnTo>
                  <a:lnTo>
                    <a:pt x="240" y="86"/>
                  </a:lnTo>
                  <a:lnTo>
                    <a:pt x="244" y="42"/>
                  </a:lnTo>
                  <a:lnTo>
                    <a:pt x="245" y="0"/>
                  </a:lnTo>
                  <a:lnTo>
                    <a:pt x="233" y="0"/>
                  </a:lnTo>
                  <a:lnTo>
                    <a:pt x="232" y="42"/>
                  </a:lnTo>
                  <a:lnTo>
                    <a:pt x="229" y="83"/>
                  </a:lnTo>
                  <a:lnTo>
                    <a:pt x="223" y="123"/>
                  </a:lnTo>
                  <a:lnTo>
                    <a:pt x="215" y="162"/>
                  </a:lnTo>
                  <a:lnTo>
                    <a:pt x="204" y="197"/>
                  </a:lnTo>
                  <a:lnTo>
                    <a:pt x="192" y="231"/>
                  </a:lnTo>
                  <a:lnTo>
                    <a:pt x="178" y="264"/>
                  </a:lnTo>
                  <a:lnTo>
                    <a:pt x="163" y="292"/>
                  </a:lnTo>
                  <a:lnTo>
                    <a:pt x="147" y="320"/>
                  </a:lnTo>
                  <a:lnTo>
                    <a:pt x="129" y="344"/>
                  </a:lnTo>
                  <a:lnTo>
                    <a:pt x="109" y="364"/>
                  </a:lnTo>
                  <a:lnTo>
                    <a:pt x="89" y="382"/>
                  </a:lnTo>
                  <a:lnTo>
                    <a:pt x="67" y="395"/>
                  </a:lnTo>
                  <a:lnTo>
                    <a:pt x="46" y="406"/>
                  </a:lnTo>
                  <a:lnTo>
                    <a:pt x="24"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4387" name="Freeform 77"/>
            <p:cNvSpPr>
              <a:spLocks/>
            </p:cNvSpPr>
            <p:nvPr/>
          </p:nvSpPr>
          <p:spPr bwMode="auto">
            <a:xfrm>
              <a:off x="1516" y="2101"/>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5" y="86"/>
                  </a:lnTo>
                  <a:lnTo>
                    <a:pt x="11" y="126"/>
                  </a:lnTo>
                  <a:lnTo>
                    <a:pt x="19" y="164"/>
                  </a:lnTo>
                  <a:lnTo>
                    <a:pt x="30" y="202"/>
                  </a:lnTo>
                  <a:lnTo>
                    <a:pt x="41" y="236"/>
                  </a:lnTo>
                  <a:lnTo>
                    <a:pt x="55" y="269"/>
                  </a:lnTo>
                  <a:lnTo>
                    <a:pt x="71" y="299"/>
                  </a:lnTo>
                  <a:lnTo>
                    <a:pt x="89" y="327"/>
                  </a:lnTo>
                  <a:lnTo>
                    <a:pt x="107" y="351"/>
                  </a:lnTo>
                  <a:lnTo>
                    <a:pt x="127" y="373"/>
                  </a:lnTo>
                  <a:lnTo>
                    <a:pt x="149" y="392"/>
                  </a:lnTo>
                  <a:lnTo>
                    <a:pt x="171" y="407"/>
                  </a:lnTo>
                  <a:lnTo>
                    <a:pt x="195" y="418"/>
                  </a:lnTo>
                  <a:lnTo>
                    <a:pt x="219" y="423"/>
                  </a:lnTo>
                  <a:lnTo>
                    <a:pt x="245" y="426"/>
                  </a:lnTo>
                  <a:lnTo>
                    <a:pt x="245" y="414"/>
                  </a:lnTo>
                  <a:lnTo>
                    <a:pt x="222" y="412"/>
                  </a:lnTo>
                  <a:lnTo>
                    <a:pt x="199" y="406"/>
                  </a:lnTo>
                  <a:lnTo>
                    <a:pt x="178" y="395"/>
                  </a:lnTo>
                  <a:lnTo>
                    <a:pt x="156" y="382"/>
                  </a:lnTo>
                  <a:lnTo>
                    <a:pt x="136" y="364"/>
                  </a:lnTo>
                  <a:lnTo>
                    <a:pt x="116" y="344"/>
                  </a:lnTo>
                  <a:lnTo>
                    <a:pt x="99" y="320"/>
                  </a:lnTo>
                  <a:lnTo>
                    <a:pt x="82" y="292"/>
                  </a:lnTo>
                  <a:lnTo>
                    <a:pt x="67" y="264"/>
                  </a:lnTo>
                  <a:lnTo>
                    <a:pt x="53" y="231"/>
                  </a:lnTo>
                  <a:lnTo>
                    <a:pt x="41" y="197"/>
                  </a:lnTo>
                  <a:lnTo>
                    <a:pt x="31" y="162"/>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4388" name="Freeform 78"/>
            <p:cNvSpPr>
              <a:spLocks/>
            </p:cNvSpPr>
            <p:nvPr/>
          </p:nvSpPr>
          <p:spPr bwMode="auto">
            <a:xfrm>
              <a:off x="1516" y="2016"/>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5" y="8"/>
                  </a:lnTo>
                  <a:lnTo>
                    <a:pt x="171" y="19"/>
                  </a:lnTo>
                  <a:lnTo>
                    <a:pt x="149" y="34"/>
                  </a:lnTo>
                  <a:lnTo>
                    <a:pt x="127" y="51"/>
                  </a:lnTo>
                  <a:lnTo>
                    <a:pt x="107" y="74"/>
                  </a:lnTo>
                  <a:lnTo>
                    <a:pt x="89" y="98"/>
                  </a:lnTo>
                  <a:lnTo>
                    <a:pt x="72" y="125"/>
                  </a:lnTo>
                  <a:lnTo>
                    <a:pt x="55" y="156"/>
                  </a:lnTo>
                  <a:lnTo>
                    <a:pt x="41" y="189"/>
                  </a:lnTo>
                  <a:lnTo>
                    <a:pt x="30" y="223"/>
                  </a:lnTo>
                  <a:lnTo>
                    <a:pt x="19" y="261"/>
                  </a:lnTo>
                  <a:lnTo>
                    <a:pt x="11" y="299"/>
                  </a:lnTo>
                  <a:lnTo>
                    <a:pt x="5" y="339"/>
                  </a:lnTo>
                  <a:lnTo>
                    <a:pt x="1" y="382"/>
                  </a:lnTo>
                  <a:lnTo>
                    <a:pt x="0" y="424"/>
                  </a:lnTo>
                  <a:lnTo>
                    <a:pt x="12" y="424"/>
                  </a:lnTo>
                  <a:lnTo>
                    <a:pt x="13" y="382"/>
                  </a:lnTo>
                  <a:lnTo>
                    <a:pt x="17" y="341"/>
                  </a:lnTo>
                  <a:lnTo>
                    <a:pt x="23" y="301"/>
                  </a:lnTo>
                  <a:lnTo>
                    <a:pt x="31" y="264"/>
                  </a:lnTo>
                  <a:lnTo>
                    <a:pt x="41" y="227"/>
                  </a:lnTo>
                  <a:lnTo>
                    <a:pt x="53" y="193"/>
                  </a:lnTo>
                  <a:lnTo>
                    <a:pt x="67" y="160"/>
                  </a:lnTo>
                  <a:lnTo>
                    <a:pt x="81" y="132"/>
                  </a:lnTo>
                  <a:lnTo>
                    <a:pt x="99" y="105"/>
                  </a:lnTo>
                  <a:lnTo>
                    <a:pt x="116" y="81"/>
                  </a:lnTo>
                  <a:lnTo>
                    <a:pt x="136" y="61"/>
                  </a:lnTo>
                  <a:lnTo>
                    <a:pt x="156" y="43"/>
                  </a:lnTo>
                  <a:lnTo>
                    <a:pt x="178" y="30"/>
                  </a:lnTo>
                  <a:lnTo>
                    <a:pt x="199" y="20"/>
                  </a:lnTo>
                  <a:lnTo>
                    <a:pt x="222"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grpSp>
        <p:nvGrpSpPr>
          <p:cNvPr id="184330" name="Group 79"/>
          <p:cNvGrpSpPr>
            <a:grpSpLocks/>
          </p:cNvGrpSpPr>
          <p:nvPr/>
        </p:nvGrpSpPr>
        <p:grpSpPr bwMode="auto">
          <a:xfrm rot="-223274">
            <a:off x="1995488" y="2768600"/>
            <a:ext cx="744537" cy="733425"/>
            <a:chOff x="2757" y="1666"/>
            <a:chExt cx="812" cy="800"/>
          </a:xfrm>
        </p:grpSpPr>
        <p:sp>
          <p:nvSpPr>
            <p:cNvPr id="184332" name="Freeform 80"/>
            <p:cNvSpPr>
              <a:spLocks/>
            </p:cNvSpPr>
            <p:nvPr/>
          </p:nvSpPr>
          <p:spPr bwMode="auto">
            <a:xfrm>
              <a:off x="2762" y="1667"/>
              <a:ext cx="807" cy="584"/>
            </a:xfrm>
            <a:custGeom>
              <a:avLst/>
              <a:gdLst>
                <a:gd name="T0" fmla="*/ 497 w 807"/>
                <a:gd name="T1" fmla="*/ 583 h 584"/>
                <a:gd name="T2" fmla="*/ 0 w 807"/>
                <a:gd name="T3" fmla="*/ 452 h 584"/>
                <a:gd name="T4" fmla="*/ 337 w 807"/>
                <a:gd name="T5" fmla="*/ 0 h 584"/>
                <a:gd name="T6" fmla="*/ 806 w 807"/>
                <a:gd name="T7" fmla="*/ 98 h 584"/>
                <a:gd name="T8" fmla="*/ 497 w 807"/>
                <a:gd name="T9" fmla="*/ 583 h 584"/>
                <a:gd name="T10" fmla="*/ 0 60000 65536"/>
                <a:gd name="T11" fmla="*/ 0 60000 65536"/>
                <a:gd name="T12" fmla="*/ 0 60000 65536"/>
                <a:gd name="T13" fmla="*/ 0 60000 65536"/>
                <a:gd name="T14" fmla="*/ 0 60000 65536"/>
                <a:gd name="T15" fmla="*/ 0 w 807"/>
                <a:gd name="T16" fmla="*/ 0 h 584"/>
                <a:gd name="T17" fmla="*/ 807 w 807"/>
                <a:gd name="T18" fmla="*/ 584 h 584"/>
              </a:gdLst>
              <a:ahLst/>
              <a:cxnLst>
                <a:cxn ang="T10">
                  <a:pos x="T0" y="T1"/>
                </a:cxn>
                <a:cxn ang="T11">
                  <a:pos x="T2" y="T3"/>
                </a:cxn>
                <a:cxn ang="T12">
                  <a:pos x="T4" y="T5"/>
                </a:cxn>
                <a:cxn ang="T13">
                  <a:pos x="T6" y="T7"/>
                </a:cxn>
                <a:cxn ang="T14">
                  <a:pos x="T8" y="T9"/>
                </a:cxn>
              </a:cxnLst>
              <a:rect l="T15" t="T16" r="T17" b="T18"/>
              <a:pathLst>
                <a:path w="807" h="584">
                  <a:moveTo>
                    <a:pt x="497" y="583"/>
                  </a:moveTo>
                  <a:lnTo>
                    <a:pt x="0" y="452"/>
                  </a:lnTo>
                  <a:lnTo>
                    <a:pt x="337" y="0"/>
                  </a:lnTo>
                  <a:lnTo>
                    <a:pt x="806" y="98"/>
                  </a:lnTo>
                  <a:lnTo>
                    <a:pt x="497" y="583"/>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184333" name="Freeform 81"/>
            <p:cNvSpPr>
              <a:spLocks/>
            </p:cNvSpPr>
            <p:nvPr/>
          </p:nvSpPr>
          <p:spPr bwMode="auto">
            <a:xfrm>
              <a:off x="2882" y="1861"/>
              <a:ext cx="578" cy="384"/>
            </a:xfrm>
            <a:custGeom>
              <a:avLst/>
              <a:gdLst>
                <a:gd name="T0" fmla="*/ 377 w 578"/>
                <a:gd name="T1" fmla="*/ 383 h 384"/>
                <a:gd name="T2" fmla="*/ 0 w 578"/>
                <a:gd name="T3" fmla="*/ 291 h 384"/>
                <a:gd name="T4" fmla="*/ 217 w 578"/>
                <a:gd name="T5" fmla="*/ 0 h 384"/>
                <a:gd name="T6" fmla="*/ 577 w 578"/>
                <a:gd name="T7" fmla="*/ 74 h 384"/>
                <a:gd name="T8" fmla="*/ 377 w 578"/>
                <a:gd name="T9" fmla="*/ 383 h 384"/>
                <a:gd name="T10" fmla="*/ 0 60000 65536"/>
                <a:gd name="T11" fmla="*/ 0 60000 65536"/>
                <a:gd name="T12" fmla="*/ 0 60000 65536"/>
                <a:gd name="T13" fmla="*/ 0 60000 65536"/>
                <a:gd name="T14" fmla="*/ 0 60000 65536"/>
                <a:gd name="T15" fmla="*/ 0 w 578"/>
                <a:gd name="T16" fmla="*/ 0 h 384"/>
                <a:gd name="T17" fmla="*/ 578 w 578"/>
                <a:gd name="T18" fmla="*/ 384 h 384"/>
              </a:gdLst>
              <a:ahLst/>
              <a:cxnLst>
                <a:cxn ang="T10">
                  <a:pos x="T0" y="T1"/>
                </a:cxn>
                <a:cxn ang="T11">
                  <a:pos x="T2" y="T3"/>
                </a:cxn>
                <a:cxn ang="T12">
                  <a:pos x="T4" y="T5"/>
                </a:cxn>
                <a:cxn ang="T13">
                  <a:pos x="T6" y="T7"/>
                </a:cxn>
                <a:cxn ang="T14">
                  <a:pos x="T8" y="T9"/>
                </a:cxn>
              </a:cxnLst>
              <a:rect l="T15" t="T16" r="T17" b="T18"/>
              <a:pathLst>
                <a:path w="578" h="384">
                  <a:moveTo>
                    <a:pt x="377" y="383"/>
                  </a:moveTo>
                  <a:lnTo>
                    <a:pt x="0" y="291"/>
                  </a:lnTo>
                  <a:lnTo>
                    <a:pt x="217" y="0"/>
                  </a:lnTo>
                  <a:lnTo>
                    <a:pt x="577" y="74"/>
                  </a:lnTo>
                  <a:lnTo>
                    <a:pt x="377" y="383"/>
                  </a:lnTo>
                </a:path>
              </a:pathLst>
            </a:custGeom>
            <a:solidFill>
              <a:srgbClr val="E22B00"/>
            </a:solidFill>
            <a:ln>
              <a:noFill/>
            </a:ln>
            <a:extLst>
              <a:ext uri="{91240B29-F687-4F45-9708-019B960494DF}">
                <a14:hiddenLine xmlns:a14="http://schemas.microsoft.com/office/drawing/2010/main" w="12700" cap="rnd" cmpd="sng">
                  <a:solidFill>
                    <a:srgbClr val="000000"/>
                  </a:solidFill>
                  <a:prstDash val="solid"/>
                  <a:round/>
                  <a:headEnd type="none" w="med" len="med"/>
                  <a:tailEnd type="none" w="med" len="med"/>
                </a14:hiddenLine>
              </a:ext>
            </a:extLst>
          </p:spPr>
          <p:txBody>
            <a:bodyPr/>
            <a:lstStyle/>
            <a:p>
              <a:endParaRPr lang="fr-FR"/>
            </a:p>
          </p:txBody>
        </p:sp>
        <p:sp>
          <p:nvSpPr>
            <p:cNvPr id="184334" name="Line 82"/>
            <p:cNvSpPr>
              <a:spLocks noChangeShapeType="1"/>
            </p:cNvSpPr>
            <p:nvPr/>
          </p:nvSpPr>
          <p:spPr bwMode="auto">
            <a:xfrm>
              <a:off x="3102" y="1862"/>
              <a:ext cx="352" cy="7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fr-FR"/>
            </a:p>
          </p:txBody>
        </p:sp>
        <p:sp>
          <p:nvSpPr>
            <p:cNvPr id="184335" name="Freeform 83"/>
            <p:cNvSpPr>
              <a:spLocks/>
            </p:cNvSpPr>
            <p:nvPr/>
          </p:nvSpPr>
          <p:spPr bwMode="auto">
            <a:xfrm>
              <a:off x="2762" y="1666"/>
              <a:ext cx="337" cy="485"/>
            </a:xfrm>
            <a:custGeom>
              <a:avLst/>
              <a:gdLst>
                <a:gd name="T0" fmla="*/ 336 w 337"/>
                <a:gd name="T1" fmla="*/ 194 h 485"/>
                <a:gd name="T2" fmla="*/ 118 w 337"/>
                <a:gd name="T3" fmla="*/ 484 h 485"/>
                <a:gd name="T4" fmla="*/ 0 w 337"/>
                <a:gd name="T5" fmla="*/ 452 h 485"/>
                <a:gd name="T6" fmla="*/ 336 w 337"/>
                <a:gd name="T7" fmla="*/ 0 h 485"/>
                <a:gd name="T8" fmla="*/ 336 w 337"/>
                <a:gd name="T9" fmla="*/ 152 h 485"/>
                <a:gd name="T10" fmla="*/ 336 w 337"/>
                <a:gd name="T11" fmla="*/ 194 h 485"/>
                <a:gd name="T12" fmla="*/ 0 60000 65536"/>
                <a:gd name="T13" fmla="*/ 0 60000 65536"/>
                <a:gd name="T14" fmla="*/ 0 60000 65536"/>
                <a:gd name="T15" fmla="*/ 0 60000 65536"/>
                <a:gd name="T16" fmla="*/ 0 60000 65536"/>
                <a:gd name="T17" fmla="*/ 0 60000 65536"/>
                <a:gd name="T18" fmla="*/ 0 w 337"/>
                <a:gd name="T19" fmla="*/ 0 h 485"/>
                <a:gd name="T20" fmla="*/ 337 w 337"/>
                <a:gd name="T21" fmla="*/ 485 h 485"/>
              </a:gdLst>
              <a:ahLst/>
              <a:cxnLst>
                <a:cxn ang="T12">
                  <a:pos x="T0" y="T1"/>
                </a:cxn>
                <a:cxn ang="T13">
                  <a:pos x="T2" y="T3"/>
                </a:cxn>
                <a:cxn ang="T14">
                  <a:pos x="T4" y="T5"/>
                </a:cxn>
                <a:cxn ang="T15">
                  <a:pos x="T6" y="T7"/>
                </a:cxn>
                <a:cxn ang="T16">
                  <a:pos x="T8" y="T9"/>
                </a:cxn>
                <a:cxn ang="T17">
                  <a:pos x="T10" y="T11"/>
                </a:cxn>
              </a:cxnLst>
              <a:rect l="T18" t="T19" r="T20" b="T21"/>
              <a:pathLst>
                <a:path w="337" h="485">
                  <a:moveTo>
                    <a:pt x="336" y="194"/>
                  </a:moveTo>
                  <a:lnTo>
                    <a:pt x="118" y="484"/>
                  </a:lnTo>
                  <a:lnTo>
                    <a:pt x="0" y="452"/>
                  </a:lnTo>
                  <a:lnTo>
                    <a:pt x="336" y="0"/>
                  </a:lnTo>
                  <a:lnTo>
                    <a:pt x="336" y="152"/>
                  </a:lnTo>
                  <a:lnTo>
                    <a:pt x="336" y="194"/>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184336" name="Freeform 84"/>
            <p:cNvSpPr>
              <a:spLocks/>
            </p:cNvSpPr>
            <p:nvPr/>
          </p:nvSpPr>
          <p:spPr bwMode="auto">
            <a:xfrm>
              <a:off x="2757" y="2124"/>
              <a:ext cx="509" cy="339"/>
            </a:xfrm>
            <a:custGeom>
              <a:avLst/>
              <a:gdLst>
                <a:gd name="T0" fmla="*/ 0 w 506"/>
                <a:gd name="T1" fmla="*/ 0 h 345"/>
                <a:gd name="T2" fmla="*/ 1 w 506"/>
                <a:gd name="T3" fmla="*/ 198 h 345"/>
                <a:gd name="T4" fmla="*/ 514 w 506"/>
                <a:gd name="T5" fmla="*/ 326 h 345"/>
                <a:gd name="T6" fmla="*/ 513 w 506"/>
                <a:gd name="T7" fmla="*/ 124 h 345"/>
                <a:gd name="T8" fmla="*/ 0 60000 65536"/>
                <a:gd name="T9" fmla="*/ 0 60000 65536"/>
                <a:gd name="T10" fmla="*/ 0 60000 65536"/>
                <a:gd name="T11" fmla="*/ 0 60000 65536"/>
                <a:gd name="T12" fmla="*/ 0 w 506"/>
                <a:gd name="T13" fmla="*/ 0 h 345"/>
                <a:gd name="T14" fmla="*/ 506 w 506"/>
                <a:gd name="T15" fmla="*/ 345 h 345"/>
              </a:gdLst>
              <a:ahLst/>
              <a:cxnLst>
                <a:cxn ang="T8">
                  <a:pos x="T0" y="T1"/>
                </a:cxn>
                <a:cxn ang="T9">
                  <a:pos x="T2" y="T3"/>
                </a:cxn>
                <a:cxn ang="T10">
                  <a:pos x="T4" y="T5"/>
                </a:cxn>
                <a:cxn ang="T11">
                  <a:pos x="T6" y="T7"/>
                </a:cxn>
              </a:cxnLst>
              <a:rect l="T12" t="T13" r="T14" b="T15"/>
              <a:pathLst>
                <a:path w="506" h="345">
                  <a:moveTo>
                    <a:pt x="0" y="0"/>
                  </a:moveTo>
                  <a:lnTo>
                    <a:pt x="1" y="209"/>
                  </a:lnTo>
                  <a:lnTo>
                    <a:pt x="505" y="344"/>
                  </a:lnTo>
                  <a:lnTo>
                    <a:pt x="504" y="130"/>
                  </a:lnTo>
                </a:path>
              </a:pathLst>
            </a:custGeom>
            <a:solidFill>
              <a:srgbClr val="FC2C1C"/>
            </a:solidFill>
            <a:ln w="12700" cap="rnd" cmpd="sng">
              <a:solidFill>
                <a:schemeClr val="bg2"/>
              </a:solidFill>
              <a:prstDash val="solid"/>
              <a:round/>
              <a:headEnd type="none" w="med" len="med"/>
              <a:tailEnd type="none" w="med" len="med"/>
            </a:ln>
          </p:spPr>
          <p:txBody>
            <a:bodyPr/>
            <a:lstStyle/>
            <a:p>
              <a:endParaRPr lang="fr-FR"/>
            </a:p>
          </p:txBody>
        </p:sp>
        <p:sp>
          <p:nvSpPr>
            <p:cNvPr id="184337" name="AutoShape 85"/>
            <p:cNvSpPr>
              <a:spLocks noChangeArrowheads="1"/>
            </p:cNvSpPr>
            <p:nvPr/>
          </p:nvSpPr>
          <p:spPr bwMode="auto">
            <a:xfrm rot="16200000" flipH="1">
              <a:off x="3067" y="1967"/>
              <a:ext cx="693" cy="306"/>
            </a:xfrm>
            <a:prstGeom prst="parallelogram">
              <a:avLst>
                <a:gd name="adj" fmla="val 156202"/>
              </a:avLst>
            </a:prstGeom>
            <a:solidFill>
              <a:srgbClr val="FC2C1C"/>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sp>
        <p:nvSpPr>
          <p:cNvPr id="184331" name="Text Box 86"/>
          <p:cNvSpPr txBox="1">
            <a:spLocks noChangeArrowheads="1"/>
          </p:cNvSpPr>
          <p:nvPr/>
        </p:nvSpPr>
        <p:spPr bwMode="auto">
          <a:xfrm>
            <a:off x="604838" y="5259388"/>
            <a:ext cx="6543675" cy="4429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eaLnBrk="1" hangingPunct="1">
              <a:spcBef>
                <a:spcPct val="0"/>
              </a:spcBef>
              <a:buFontTx/>
              <a:buNone/>
            </a:pPr>
            <a:r>
              <a:rPr lang="fr-FR" altLang="fr-FR" sz="2300"/>
              <a:t>4. Pointez la production sur votre feuille de suivi</a:t>
            </a:r>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85347" name="Group 3"/>
          <p:cNvGrpSpPr>
            <a:grpSpLocks/>
          </p:cNvGrpSpPr>
          <p:nvPr/>
        </p:nvGrpSpPr>
        <p:grpSpPr bwMode="auto">
          <a:xfrm>
            <a:off x="7073900" y="215900"/>
            <a:ext cx="1878013" cy="1250950"/>
            <a:chOff x="4456" y="136"/>
            <a:chExt cx="1183" cy="788"/>
          </a:xfrm>
        </p:grpSpPr>
        <p:grpSp>
          <p:nvGrpSpPr>
            <p:cNvPr id="185406" name="Group 4"/>
            <p:cNvGrpSpPr>
              <a:grpSpLocks/>
            </p:cNvGrpSpPr>
            <p:nvPr/>
          </p:nvGrpSpPr>
          <p:grpSpPr bwMode="auto">
            <a:xfrm>
              <a:off x="4766" y="232"/>
              <a:ext cx="873" cy="692"/>
              <a:chOff x="2185" y="310"/>
              <a:chExt cx="873" cy="692"/>
            </a:xfrm>
          </p:grpSpPr>
          <p:sp>
            <p:nvSpPr>
              <p:cNvPr id="185417" name="Freeform 5"/>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accent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5418" name="Freeform 6"/>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5419" name="Freeform 7"/>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5420" name="Freeform 8"/>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5421" name="Freeform 9"/>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5422" name="Freeform 10"/>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5423" name="Freeform 11"/>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grpSp>
          <p:nvGrpSpPr>
            <p:cNvPr id="185407" name="Group 12"/>
            <p:cNvGrpSpPr>
              <a:grpSpLocks/>
            </p:cNvGrpSpPr>
            <p:nvPr/>
          </p:nvGrpSpPr>
          <p:grpSpPr bwMode="auto">
            <a:xfrm>
              <a:off x="4949" y="336"/>
              <a:ext cx="591" cy="468"/>
              <a:chOff x="2185" y="310"/>
              <a:chExt cx="873" cy="692"/>
            </a:xfrm>
          </p:grpSpPr>
          <p:sp>
            <p:nvSpPr>
              <p:cNvPr id="185410" name="Freeform 13"/>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5411" name="Freeform 14"/>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5412" name="Freeform 15"/>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5413" name="Freeform 16"/>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5414" name="Freeform 17"/>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5415" name="Freeform 18"/>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5416" name="Freeform 19"/>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pic>
          <p:nvPicPr>
            <p:cNvPr id="185408" name="Picture 20"/>
            <p:cNvPicPr>
              <a:picLocks noChangeAspect="1" noChangeArrowheads="1"/>
            </p:cNvPicPr>
            <p:nvPr/>
          </p:nvPicPr>
          <p:blipFill>
            <a:blip r:embed="rId3" cstate="print">
              <a:extLst>
                <a:ext uri="{28A0092B-C50C-407E-A947-70E740481C1C}">
                  <a14:useLocalDpi xmlns:a14="http://schemas.microsoft.com/office/drawing/2010/main" val="0"/>
                </a:ext>
              </a:extLst>
            </a:blip>
            <a:srcRect l="-4282" t="-4369" r="-5199" b="-12012"/>
            <a:stretch>
              <a:fillRect/>
            </a:stretch>
          </p:blipFill>
          <p:spPr bwMode="auto">
            <a:xfrm>
              <a:off x="4456" y="136"/>
              <a:ext cx="480" cy="5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85409" name="Text Box 21"/>
            <p:cNvSpPr txBox="1">
              <a:spLocks noChangeArrowheads="1"/>
            </p:cNvSpPr>
            <p:nvPr/>
          </p:nvSpPr>
          <p:spPr bwMode="auto">
            <a:xfrm>
              <a:off x="5066" y="314"/>
              <a:ext cx="356" cy="49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4500" b="1">
                  <a:solidFill>
                    <a:srgbClr val="FF0000"/>
                  </a:solidFill>
                  <a:latin typeface="Arial Black" pitchFamily="34" charset="0"/>
                </a:rPr>
                <a:t>8</a:t>
              </a:r>
              <a:endParaRPr lang="fr-FR" altLang="fr-FR" sz="3200">
                <a:solidFill>
                  <a:schemeClr val="tx1"/>
                </a:solidFill>
                <a:latin typeface="Arial Black" pitchFamily="34" charset="0"/>
              </a:endParaRPr>
            </a:p>
          </p:txBody>
        </p:sp>
      </p:grpSp>
      <p:sp>
        <p:nvSpPr>
          <p:cNvPr id="185348" name="Rectangle 23"/>
          <p:cNvSpPr>
            <a:spLocks noGrp="1" noChangeArrowheads="1"/>
          </p:cNvSpPr>
          <p:nvPr>
            <p:ph type="title"/>
          </p:nvPr>
        </p:nvSpPr>
        <p:spPr>
          <a:xfrm>
            <a:off x="611188" y="0"/>
            <a:ext cx="6388100" cy="647700"/>
          </a:xfrm>
        </p:spPr>
        <p:txBody>
          <a:bodyPr/>
          <a:lstStyle/>
          <a:p>
            <a:pPr eaLnBrk="1" hangingPunct="1"/>
            <a:r>
              <a:rPr lang="fr-FR" altLang="fr-FR"/>
              <a:t>Sem. 4 - Lundi</a:t>
            </a:r>
          </a:p>
        </p:txBody>
      </p:sp>
      <p:sp>
        <p:nvSpPr>
          <p:cNvPr id="185349" name="Text Box 24"/>
          <p:cNvSpPr txBox="1">
            <a:spLocks noChangeArrowheads="1"/>
          </p:cNvSpPr>
          <p:nvPr/>
        </p:nvSpPr>
        <p:spPr bwMode="auto">
          <a:xfrm>
            <a:off x="571500" y="2030413"/>
            <a:ext cx="3217863"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2. Pas de commandes</a:t>
            </a:r>
          </a:p>
        </p:txBody>
      </p:sp>
      <p:sp>
        <p:nvSpPr>
          <p:cNvPr id="185350" name="Text Box 25"/>
          <p:cNvSpPr txBox="1">
            <a:spLocks noChangeArrowheads="1"/>
          </p:cNvSpPr>
          <p:nvPr/>
        </p:nvSpPr>
        <p:spPr bwMode="auto">
          <a:xfrm>
            <a:off x="566738" y="1154113"/>
            <a:ext cx="1946275"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1. Tirez le dé</a:t>
            </a:r>
          </a:p>
        </p:txBody>
      </p:sp>
      <p:sp>
        <p:nvSpPr>
          <p:cNvPr id="185351" name="Text Box 26"/>
          <p:cNvSpPr txBox="1">
            <a:spLocks noChangeArrowheads="1"/>
          </p:cNvSpPr>
          <p:nvPr/>
        </p:nvSpPr>
        <p:spPr bwMode="auto">
          <a:xfrm>
            <a:off x="566738" y="4316413"/>
            <a:ext cx="18796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3. Produisez</a:t>
            </a:r>
          </a:p>
        </p:txBody>
      </p:sp>
      <p:grpSp>
        <p:nvGrpSpPr>
          <p:cNvPr id="185352" name="Group 27"/>
          <p:cNvGrpSpPr>
            <a:grpSpLocks/>
          </p:cNvGrpSpPr>
          <p:nvPr/>
        </p:nvGrpSpPr>
        <p:grpSpPr bwMode="auto">
          <a:xfrm>
            <a:off x="2843213" y="1106488"/>
            <a:ext cx="446087" cy="534987"/>
            <a:chOff x="868" y="1439"/>
            <a:chExt cx="811" cy="972"/>
          </a:xfrm>
        </p:grpSpPr>
        <p:sp>
          <p:nvSpPr>
            <p:cNvPr id="185355" name="Freeform 28"/>
            <p:cNvSpPr>
              <a:spLocks/>
            </p:cNvSpPr>
            <p:nvPr/>
          </p:nvSpPr>
          <p:spPr bwMode="auto">
            <a:xfrm>
              <a:off x="1548" y="2014"/>
              <a:ext cx="123" cy="100"/>
            </a:xfrm>
            <a:custGeom>
              <a:avLst/>
              <a:gdLst>
                <a:gd name="T0" fmla="*/ 5 w 618"/>
                <a:gd name="T1" fmla="*/ 0 h 502"/>
                <a:gd name="T2" fmla="*/ 5 w 618"/>
                <a:gd name="T3" fmla="*/ 0 h 502"/>
                <a:gd name="T4" fmla="*/ 0 w 618"/>
                <a:gd name="T5" fmla="*/ 4 h 502"/>
                <a:gd name="T6" fmla="*/ 0 w 618"/>
                <a:gd name="T7" fmla="*/ 4 h 502"/>
                <a:gd name="T8" fmla="*/ 5 w 618"/>
                <a:gd name="T9" fmla="*/ 0 h 502"/>
                <a:gd name="T10" fmla="*/ 5 w 618"/>
                <a:gd name="T11" fmla="*/ 0 h 502"/>
                <a:gd name="T12" fmla="*/ 5 w 618"/>
                <a:gd name="T13" fmla="*/ 0 h 502"/>
                <a:gd name="T14" fmla="*/ 5 w 618"/>
                <a:gd name="T15" fmla="*/ 0 h 502"/>
                <a:gd name="T16" fmla="*/ 5 w 618"/>
                <a:gd name="T17" fmla="*/ 0 h 502"/>
                <a:gd name="T18" fmla="*/ 5 w 618"/>
                <a:gd name="T19" fmla="*/ 0 h 502"/>
                <a:gd name="T20" fmla="*/ 5 w 618"/>
                <a:gd name="T21" fmla="*/ 0 h 502"/>
                <a:gd name="T22" fmla="*/ 5 w 618"/>
                <a:gd name="T23" fmla="*/ 0 h 502"/>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618"/>
                <a:gd name="T37" fmla="*/ 0 h 502"/>
                <a:gd name="T38" fmla="*/ 618 w 618"/>
                <a:gd name="T39" fmla="*/ 502 h 502"/>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618" h="502">
                  <a:moveTo>
                    <a:pt x="611" y="0"/>
                  </a:moveTo>
                  <a:lnTo>
                    <a:pt x="606" y="2"/>
                  </a:lnTo>
                  <a:lnTo>
                    <a:pt x="0" y="490"/>
                  </a:lnTo>
                  <a:lnTo>
                    <a:pt x="10" y="502"/>
                  </a:lnTo>
                  <a:lnTo>
                    <a:pt x="616" y="14"/>
                  </a:lnTo>
                  <a:lnTo>
                    <a:pt x="611" y="16"/>
                  </a:lnTo>
                  <a:lnTo>
                    <a:pt x="616" y="14"/>
                  </a:lnTo>
                  <a:lnTo>
                    <a:pt x="618" y="9"/>
                  </a:lnTo>
                  <a:lnTo>
                    <a:pt x="617" y="3"/>
                  </a:lnTo>
                  <a:lnTo>
                    <a:pt x="612" y="1"/>
                  </a:lnTo>
                  <a:lnTo>
                    <a:pt x="606" y="2"/>
                  </a:lnTo>
                  <a:lnTo>
                    <a:pt x="611"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5356" name="Freeform 29"/>
            <p:cNvSpPr>
              <a:spLocks/>
            </p:cNvSpPr>
            <p:nvPr/>
          </p:nvSpPr>
          <p:spPr bwMode="auto">
            <a:xfrm>
              <a:off x="876" y="1852"/>
              <a:ext cx="82" cy="373"/>
            </a:xfrm>
            <a:custGeom>
              <a:avLst/>
              <a:gdLst>
                <a:gd name="T0" fmla="*/ 3 w 413"/>
                <a:gd name="T1" fmla="*/ 15 h 1865"/>
                <a:gd name="T2" fmla="*/ 3 w 413"/>
                <a:gd name="T3" fmla="*/ 15 h 1865"/>
                <a:gd name="T4" fmla="*/ 0 w 413"/>
                <a:gd name="T5" fmla="*/ 0 h 1865"/>
                <a:gd name="T6" fmla="*/ 0 w 413"/>
                <a:gd name="T7" fmla="*/ 0 h 1865"/>
                <a:gd name="T8" fmla="*/ 3 w 413"/>
                <a:gd name="T9" fmla="*/ 15 h 1865"/>
                <a:gd name="T10" fmla="*/ 3 w 413"/>
                <a:gd name="T11" fmla="*/ 15 h 1865"/>
                <a:gd name="T12" fmla="*/ 3 w 413"/>
                <a:gd name="T13" fmla="*/ 15 h 1865"/>
                <a:gd name="T14" fmla="*/ 3 w 413"/>
                <a:gd name="T15" fmla="*/ 15 h 1865"/>
                <a:gd name="T16" fmla="*/ 3 w 413"/>
                <a:gd name="T17" fmla="*/ 15 h 1865"/>
                <a:gd name="T18" fmla="*/ 3 w 413"/>
                <a:gd name="T19" fmla="*/ 15 h 1865"/>
                <a:gd name="T20" fmla="*/ 3 w 413"/>
                <a:gd name="T21" fmla="*/ 15 h 1865"/>
                <a:gd name="T22" fmla="*/ 3 w 413"/>
                <a:gd name="T23" fmla="*/ 15 h 186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413"/>
                <a:gd name="T37" fmla="*/ 0 h 1865"/>
                <a:gd name="T38" fmla="*/ 413 w 413"/>
                <a:gd name="T39" fmla="*/ 1865 h 1865"/>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413" h="1865">
                  <a:moveTo>
                    <a:pt x="400" y="1864"/>
                  </a:moveTo>
                  <a:lnTo>
                    <a:pt x="413" y="1856"/>
                  </a:lnTo>
                  <a:lnTo>
                    <a:pt x="17" y="0"/>
                  </a:lnTo>
                  <a:lnTo>
                    <a:pt x="0" y="2"/>
                  </a:lnTo>
                  <a:lnTo>
                    <a:pt x="396" y="1858"/>
                  </a:lnTo>
                  <a:lnTo>
                    <a:pt x="409" y="1850"/>
                  </a:lnTo>
                  <a:lnTo>
                    <a:pt x="396" y="1858"/>
                  </a:lnTo>
                  <a:lnTo>
                    <a:pt x="400" y="1864"/>
                  </a:lnTo>
                  <a:lnTo>
                    <a:pt x="406" y="1865"/>
                  </a:lnTo>
                  <a:lnTo>
                    <a:pt x="410" y="1862"/>
                  </a:lnTo>
                  <a:lnTo>
                    <a:pt x="413" y="1856"/>
                  </a:lnTo>
                  <a:lnTo>
                    <a:pt x="400" y="186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5357" name="Freeform 30"/>
            <p:cNvSpPr>
              <a:spLocks/>
            </p:cNvSpPr>
            <p:nvPr/>
          </p:nvSpPr>
          <p:spPr bwMode="auto">
            <a:xfrm>
              <a:off x="1282" y="1533"/>
              <a:ext cx="35" cy="161"/>
            </a:xfrm>
            <a:custGeom>
              <a:avLst/>
              <a:gdLst>
                <a:gd name="T0" fmla="*/ 1 w 175"/>
                <a:gd name="T1" fmla="*/ 6 h 807"/>
                <a:gd name="T2" fmla="*/ 1 w 175"/>
                <a:gd name="T3" fmla="*/ 6 h 807"/>
                <a:gd name="T4" fmla="*/ 1 w 175"/>
                <a:gd name="T5" fmla="*/ 6 h 807"/>
                <a:gd name="T6" fmla="*/ 1 w 175"/>
                <a:gd name="T7" fmla="*/ 5 h 807"/>
                <a:gd name="T8" fmla="*/ 1 w 175"/>
                <a:gd name="T9" fmla="*/ 5 h 807"/>
                <a:gd name="T10" fmla="*/ 1 w 175"/>
                <a:gd name="T11" fmla="*/ 5 h 807"/>
                <a:gd name="T12" fmla="*/ 1 w 175"/>
                <a:gd name="T13" fmla="*/ 4 h 807"/>
                <a:gd name="T14" fmla="*/ 1 w 175"/>
                <a:gd name="T15" fmla="*/ 4 h 807"/>
                <a:gd name="T16" fmla="*/ 1 w 175"/>
                <a:gd name="T17" fmla="*/ 3 h 807"/>
                <a:gd name="T18" fmla="*/ 1 w 175"/>
                <a:gd name="T19" fmla="*/ 3 h 807"/>
                <a:gd name="T20" fmla="*/ 1 w 175"/>
                <a:gd name="T21" fmla="*/ 3 h 807"/>
                <a:gd name="T22" fmla="*/ 1 w 175"/>
                <a:gd name="T23" fmla="*/ 2 h 807"/>
                <a:gd name="T24" fmla="*/ 1 w 175"/>
                <a:gd name="T25" fmla="*/ 2 h 807"/>
                <a:gd name="T26" fmla="*/ 1 w 175"/>
                <a:gd name="T27" fmla="*/ 2 h 807"/>
                <a:gd name="T28" fmla="*/ 1 w 175"/>
                <a:gd name="T29" fmla="*/ 1 h 807"/>
                <a:gd name="T30" fmla="*/ 1 w 175"/>
                <a:gd name="T31" fmla="*/ 1 h 807"/>
                <a:gd name="T32" fmla="*/ 1 w 175"/>
                <a:gd name="T33" fmla="*/ 1 h 807"/>
                <a:gd name="T34" fmla="*/ 1 w 175"/>
                <a:gd name="T35" fmla="*/ 0 h 807"/>
                <a:gd name="T36" fmla="*/ 1 w 175"/>
                <a:gd name="T37" fmla="*/ 0 h 807"/>
                <a:gd name="T38" fmla="*/ 1 w 175"/>
                <a:gd name="T39" fmla="*/ 0 h 807"/>
                <a:gd name="T40" fmla="*/ 0 w 175"/>
                <a:gd name="T41" fmla="*/ 1 h 807"/>
                <a:gd name="T42" fmla="*/ 0 w 175"/>
                <a:gd name="T43" fmla="*/ 1 h 807"/>
                <a:gd name="T44" fmla="*/ 0 w 175"/>
                <a:gd name="T45" fmla="*/ 1 h 807"/>
                <a:gd name="T46" fmla="*/ 0 w 175"/>
                <a:gd name="T47" fmla="*/ 2 h 807"/>
                <a:gd name="T48" fmla="*/ 0 w 175"/>
                <a:gd name="T49" fmla="*/ 2 h 807"/>
                <a:gd name="T50" fmla="*/ 0 w 175"/>
                <a:gd name="T51" fmla="*/ 3 h 807"/>
                <a:gd name="T52" fmla="*/ 0 w 175"/>
                <a:gd name="T53" fmla="*/ 3 h 807"/>
                <a:gd name="T54" fmla="*/ 0 w 175"/>
                <a:gd name="T55" fmla="*/ 3 h 807"/>
                <a:gd name="T56" fmla="*/ 0 w 175"/>
                <a:gd name="T57" fmla="*/ 4 h 807"/>
                <a:gd name="T58" fmla="*/ 0 w 175"/>
                <a:gd name="T59" fmla="*/ 4 h 807"/>
                <a:gd name="T60" fmla="*/ 0 w 175"/>
                <a:gd name="T61" fmla="*/ 5 h 807"/>
                <a:gd name="T62" fmla="*/ 0 w 175"/>
                <a:gd name="T63" fmla="*/ 5 h 807"/>
                <a:gd name="T64" fmla="*/ 0 w 175"/>
                <a:gd name="T65" fmla="*/ 5 h 807"/>
                <a:gd name="T66" fmla="*/ 1 w 175"/>
                <a:gd name="T67" fmla="*/ 6 h 807"/>
                <a:gd name="T68" fmla="*/ 1 w 175"/>
                <a:gd name="T69" fmla="*/ 6 h 807"/>
                <a:gd name="T70" fmla="*/ 1 w 175"/>
                <a:gd name="T71" fmla="*/ 6 h 807"/>
                <a:gd name="T72" fmla="*/ 1 w 175"/>
                <a:gd name="T73" fmla="*/ 6 h 807"/>
                <a:gd name="T74" fmla="*/ 1 w 175"/>
                <a:gd name="T75" fmla="*/ 6 h 807"/>
                <a:gd name="T76" fmla="*/ 1 w 175"/>
                <a:gd name="T77" fmla="*/ 6 h 807"/>
                <a:gd name="T78" fmla="*/ 1 w 175"/>
                <a:gd name="T79" fmla="*/ 6 h 807"/>
                <a:gd name="T80" fmla="*/ 1 w 175"/>
                <a:gd name="T81" fmla="*/ 6 h 807"/>
                <a:gd name="T82" fmla="*/ 1 w 175"/>
                <a:gd name="T83" fmla="*/ 6 h 807"/>
                <a:gd name="T84" fmla="*/ 1 w 175"/>
                <a:gd name="T85" fmla="*/ 6 h 807"/>
                <a:gd name="T86" fmla="*/ 1 w 175"/>
                <a:gd name="T87" fmla="*/ 6 h 807"/>
                <a:gd name="T88" fmla="*/ 1 w 175"/>
                <a:gd name="T89" fmla="*/ 6 h 807"/>
                <a:gd name="T90" fmla="*/ 1 w 175"/>
                <a:gd name="T91" fmla="*/ 6 h 80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175"/>
                <a:gd name="T139" fmla="*/ 0 h 807"/>
                <a:gd name="T140" fmla="*/ 175 w 175"/>
                <a:gd name="T141" fmla="*/ 807 h 80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175" h="807">
                  <a:moveTo>
                    <a:pt x="169" y="740"/>
                  </a:moveTo>
                  <a:lnTo>
                    <a:pt x="169" y="739"/>
                  </a:lnTo>
                  <a:lnTo>
                    <a:pt x="149" y="698"/>
                  </a:lnTo>
                  <a:lnTo>
                    <a:pt x="133" y="656"/>
                  </a:lnTo>
                  <a:lnTo>
                    <a:pt x="120" y="611"/>
                  </a:lnTo>
                  <a:lnTo>
                    <a:pt x="108" y="565"/>
                  </a:lnTo>
                  <a:lnTo>
                    <a:pt x="100" y="520"/>
                  </a:lnTo>
                  <a:lnTo>
                    <a:pt x="96" y="472"/>
                  </a:lnTo>
                  <a:lnTo>
                    <a:pt x="93" y="425"/>
                  </a:lnTo>
                  <a:lnTo>
                    <a:pt x="93" y="377"/>
                  </a:lnTo>
                  <a:lnTo>
                    <a:pt x="96" y="330"/>
                  </a:lnTo>
                  <a:lnTo>
                    <a:pt x="100" y="283"/>
                  </a:lnTo>
                  <a:lnTo>
                    <a:pt x="106" y="238"/>
                  </a:lnTo>
                  <a:lnTo>
                    <a:pt x="115" y="195"/>
                  </a:lnTo>
                  <a:lnTo>
                    <a:pt x="126" y="153"/>
                  </a:lnTo>
                  <a:lnTo>
                    <a:pt x="139" y="114"/>
                  </a:lnTo>
                  <a:lnTo>
                    <a:pt x="153" y="77"/>
                  </a:lnTo>
                  <a:lnTo>
                    <a:pt x="169" y="43"/>
                  </a:lnTo>
                  <a:lnTo>
                    <a:pt x="87" y="0"/>
                  </a:lnTo>
                  <a:lnTo>
                    <a:pt x="69" y="39"/>
                  </a:lnTo>
                  <a:lnTo>
                    <a:pt x="52" y="81"/>
                  </a:lnTo>
                  <a:lnTo>
                    <a:pt x="37" y="127"/>
                  </a:lnTo>
                  <a:lnTo>
                    <a:pt x="24" y="174"/>
                  </a:lnTo>
                  <a:lnTo>
                    <a:pt x="15" y="222"/>
                  </a:lnTo>
                  <a:lnTo>
                    <a:pt x="7" y="271"/>
                  </a:lnTo>
                  <a:lnTo>
                    <a:pt x="2" y="323"/>
                  </a:lnTo>
                  <a:lnTo>
                    <a:pt x="0" y="374"/>
                  </a:lnTo>
                  <a:lnTo>
                    <a:pt x="0" y="427"/>
                  </a:lnTo>
                  <a:lnTo>
                    <a:pt x="2" y="479"/>
                  </a:lnTo>
                  <a:lnTo>
                    <a:pt x="9" y="531"/>
                  </a:lnTo>
                  <a:lnTo>
                    <a:pt x="17" y="584"/>
                  </a:lnTo>
                  <a:lnTo>
                    <a:pt x="29" y="635"/>
                  </a:lnTo>
                  <a:lnTo>
                    <a:pt x="44" y="686"/>
                  </a:lnTo>
                  <a:lnTo>
                    <a:pt x="65" y="736"/>
                  </a:lnTo>
                  <a:lnTo>
                    <a:pt x="87" y="784"/>
                  </a:lnTo>
                  <a:lnTo>
                    <a:pt x="87" y="782"/>
                  </a:lnTo>
                  <a:lnTo>
                    <a:pt x="87" y="784"/>
                  </a:lnTo>
                  <a:lnTo>
                    <a:pt x="100" y="799"/>
                  </a:lnTo>
                  <a:lnTo>
                    <a:pt x="117" y="807"/>
                  </a:lnTo>
                  <a:lnTo>
                    <a:pt x="134" y="807"/>
                  </a:lnTo>
                  <a:lnTo>
                    <a:pt x="151" y="801"/>
                  </a:lnTo>
                  <a:lnTo>
                    <a:pt x="164" y="791"/>
                  </a:lnTo>
                  <a:lnTo>
                    <a:pt x="173" y="777"/>
                  </a:lnTo>
                  <a:lnTo>
                    <a:pt x="175" y="759"/>
                  </a:lnTo>
                  <a:lnTo>
                    <a:pt x="169" y="739"/>
                  </a:lnTo>
                  <a:lnTo>
                    <a:pt x="169" y="74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5358" name="Freeform 31"/>
            <p:cNvSpPr>
              <a:spLocks/>
            </p:cNvSpPr>
            <p:nvPr/>
          </p:nvSpPr>
          <p:spPr bwMode="auto">
            <a:xfrm>
              <a:off x="1299" y="1681"/>
              <a:ext cx="157" cy="281"/>
            </a:xfrm>
            <a:custGeom>
              <a:avLst/>
              <a:gdLst>
                <a:gd name="T0" fmla="*/ 6 w 787"/>
                <a:gd name="T1" fmla="*/ 11 h 1404"/>
                <a:gd name="T2" fmla="*/ 6 w 787"/>
                <a:gd name="T3" fmla="*/ 11 h 1404"/>
                <a:gd name="T4" fmla="*/ 1 w 787"/>
                <a:gd name="T5" fmla="*/ 0 h 1404"/>
                <a:gd name="T6" fmla="*/ 0 w 787"/>
                <a:gd name="T7" fmla="*/ 0 h 1404"/>
                <a:gd name="T8" fmla="*/ 6 w 787"/>
                <a:gd name="T9" fmla="*/ 11 h 1404"/>
                <a:gd name="T10" fmla="*/ 6 w 787"/>
                <a:gd name="T11" fmla="*/ 11 h 1404"/>
                <a:gd name="T12" fmla="*/ 6 w 787"/>
                <a:gd name="T13" fmla="*/ 11 h 1404"/>
                <a:gd name="T14" fmla="*/ 6 w 787"/>
                <a:gd name="T15" fmla="*/ 11 h 1404"/>
                <a:gd name="T16" fmla="*/ 6 w 787"/>
                <a:gd name="T17" fmla="*/ 11 h 1404"/>
                <a:gd name="T18" fmla="*/ 6 w 787"/>
                <a:gd name="T19" fmla="*/ 11 h 1404"/>
                <a:gd name="T20" fmla="*/ 6 w 787"/>
                <a:gd name="T21" fmla="*/ 11 h 1404"/>
                <a:gd name="T22" fmla="*/ 6 w 787"/>
                <a:gd name="T23" fmla="*/ 11 h 1404"/>
                <a:gd name="T24" fmla="*/ 6 w 787"/>
                <a:gd name="T25" fmla="*/ 11 h 1404"/>
                <a:gd name="T26" fmla="*/ 6 w 787"/>
                <a:gd name="T27" fmla="*/ 11 h 1404"/>
                <a:gd name="T28" fmla="*/ 6 w 787"/>
                <a:gd name="T29" fmla="*/ 11 h 1404"/>
                <a:gd name="T30" fmla="*/ 6 w 787"/>
                <a:gd name="T31" fmla="*/ 11 h 1404"/>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787"/>
                <a:gd name="T49" fmla="*/ 0 h 1404"/>
                <a:gd name="T50" fmla="*/ 787 w 787"/>
                <a:gd name="T51" fmla="*/ 1404 h 1404"/>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787" h="1404">
                  <a:moveTo>
                    <a:pt x="781" y="1334"/>
                  </a:moveTo>
                  <a:lnTo>
                    <a:pt x="781" y="1337"/>
                  </a:lnTo>
                  <a:lnTo>
                    <a:pt x="82" y="0"/>
                  </a:lnTo>
                  <a:lnTo>
                    <a:pt x="0" y="42"/>
                  </a:lnTo>
                  <a:lnTo>
                    <a:pt x="699" y="1379"/>
                  </a:lnTo>
                  <a:lnTo>
                    <a:pt x="699" y="1381"/>
                  </a:lnTo>
                  <a:lnTo>
                    <a:pt x="699" y="1379"/>
                  </a:lnTo>
                  <a:lnTo>
                    <a:pt x="712" y="1395"/>
                  </a:lnTo>
                  <a:lnTo>
                    <a:pt x="727" y="1402"/>
                  </a:lnTo>
                  <a:lnTo>
                    <a:pt x="744" y="1404"/>
                  </a:lnTo>
                  <a:lnTo>
                    <a:pt x="761" y="1398"/>
                  </a:lnTo>
                  <a:lnTo>
                    <a:pt x="775" y="1388"/>
                  </a:lnTo>
                  <a:lnTo>
                    <a:pt x="784" y="1373"/>
                  </a:lnTo>
                  <a:lnTo>
                    <a:pt x="787" y="1357"/>
                  </a:lnTo>
                  <a:lnTo>
                    <a:pt x="781" y="1337"/>
                  </a:lnTo>
                  <a:lnTo>
                    <a:pt x="781" y="13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5359" name="Freeform 32"/>
            <p:cNvSpPr>
              <a:spLocks/>
            </p:cNvSpPr>
            <p:nvPr/>
          </p:nvSpPr>
          <p:spPr bwMode="auto">
            <a:xfrm>
              <a:off x="1439" y="1948"/>
              <a:ext cx="125" cy="76"/>
            </a:xfrm>
            <a:custGeom>
              <a:avLst/>
              <a:gdLst>
                <a:gd name="T0" fmla="*/ 5 w 628"/>
                <a:gd name="T1" fmla="*/ 2 h 383"/>
                <a:gd name="T2" fmla="*/ 5 w 628"/>
                <a:gd name="T3" fmla="*/ 2 h 383"/>
                <a:gd name="T4" fmla="*/ 4 w 628"/>
                <a:gd name="T5" fmla="*/ 2 h 383"/>
                <a:gd name="T6" fmla="*/ 4 w 628"/>
                <a:gd name="T7" fmla="*/ 2 h 383"/>
                <a:gd name="T8" fmla="*/ 4 w 628"/>
                <a:gd name="T9" fmla="*/ 2 h 383"/>
                <a:gd name="T10" fmla="*/ 3 w 628"/>
                <a:gd name="T11" fmla="*/ 2 h 383"/>
                <a:gd name="T12" fmla="*/ 3 w 628"/>
                <a:gd name="T13" fmla="*/ 2 h 383"/>
                <a:gd name="T14" fmla="*/ 3 w 628"/>
                <a:gd name="T15" fmla="*/ 2 h 383"/>
                <a:gd name="T16" fmla="*/ 3 w 628"/>
                <a:gd name="T17" fmla="*/ 2 h 383"/>
                <a:gd name="T18" fmla="*/ 2 w 628"/>
                <a:gd name="T19" fmla="*/ 2 h 383"/>
                <a:gd name="T20" fmla="*/ 2 w 628"/>
                <a:gd name="T21" fmla="*/ 2 h 383"/>
                <a:gd name="T22" fmla="*/ 2 w 628"/>
                <a:gd name="T23" fmla="*/ 1 h 383"/>
                <a:gd name="T24" fmla="*/ 2 w 628"/>
                <a:gd name="T25" fmla="*/ 1 h 383"/>
                <a:gd name="T26" fmla="*/ 1 w 628"/>
                <a:gd name="T27" fmla="*/ 1 h 383"/>
                <a:gd name="T28" fmla="*/ 1 w 628"/>
                <a:gd name="T29" fmla="*/ 1 h 383"/>
                <a:gd name="T30" fmla="*/ 1 w 628"/>
                <a:gd name="T31" fmla="*/ 1 h 383"/>
                <a:gd name="T32" fmla="*/ 1 w 628"/>
                <a:gd name="T33" fmla="*/ 0 h 383"/>
                <a:gd name="T34" fmla="*/ 1 w 628"/>
                <a:gd name="T35" fmla="*/ 0 h 383"/>
                <a:gd name="T36" fmla="*/ 0 w 628"/>
                <a:gd name="T37" fmla="*/ 0 h 383"/>
                <a:gd name="T38" fmla="*/ 0 w 628"/>
                <a:gd name="T39" fmla="*/ 1 h 383"/>
                <a:gd name="T40" fmla="*/ 0 w 628"/>
                <a:gd name="T41" fmla="*/ 1 h 383"/>
                <a:gd name="T42" fmla="*/ 1 w 628"/>
                <a:gd name="T43" fmla="*/ 1 h 383"/>
                <a:gd name="T44" fmla="*/ 1 w 628"/>
                <a:gd name="T45" fmla="*/ 1 h 383"/>
                <a:gd name="T46" fmla="*/ 1 w 628"/>
                <a:gd name="T47" fmla="*/ 2 h 383"/>
                <a:gd name="T48" fmla="*/ 1 w 628"/>
                <a:gd name="T49" fmla="*/ 2 h 383"/>
                <a:gd name="T50" fmla="*/ 2 w 628"/>
                <a:gd name="T51" fmla="*/ 2 h 383"/>
                <a:gd name="T52" fmla="*/ 2 w 628"/>
                <a:gd name="T53" fmla="*/ 2 h 383"/>
                <a:gd name="T54" fmla="*/ 2 w 628"/>
                <a:gd name="T55" fmla="*/ 2 h 383"/>
                <a:gd name="T56" fmla="*/ 3 w 628"/>
                <a:gd name="T57" fmla="*/ 3 h 383"/>
                <a:gd name="T58" fmla="*/ 3 w 628"/>
                <a:gd name="T59" fmla="*/ 3 h 383"/>
                <a:gd name="T60" fmla="*/ 3 w 628"/>
                <a:gd name="T61" fmla="*/ 3 h 383"/>
                <a:gd name="T62" fmla="*/ 4 w 628"/>
                <a:gd name="T63" fmla="*/ 3 h 383"/>
                <a:gd name="T64" fmla="*/ 4 w 628"/>
                <a:gd name="T65" fmla="*/ 3 h 383"/>
                <a:gd name="T66" fmla="*/ 4 w 628"/>
                <a:gd name="T67" fmla="*/ 3 h 383"/>
                <a:gd name="T68" fmla="*/ 5 w 628"/>
                <a:gd name="T69" fmla="*/ 3 h 383"/>
                <a:gd name="T70" fmla="*/ 5 w 628"/>
                <a:gd name="T71" fmla="*/ 3 h 383"/>
                <a:gd name="T72" fmla="*/ 5 w 628"/>
                <a:gd name="T73" fmla="*/ 3 h 383"/>
                <a:gd name="T74" fmla="*/ 5 w 628"/>
                <a:gd name="T75" fmla="*/ 3 h 383"/>
                <a:gd name="T76" fmla="*/ 5 w 628"/>
                <a:gd name="T77" fmla="*/ 3 h 383"/>
                <a:gd name="T78" fmla="*/ 5 w 628"/>
                <a:gd name="T79" fmla="*/ 3 h 383"/>
                <a:gd name="T80" fmla="*/ 5 w 628"/>
                <a:gd name="T81" fmla="*/ 3 h 383"/>
                <a:gd name="T82" fmla="*/ 5 w 628"/>
                <a:gd name="T83" fmla="*/ 3 h 383"/>
                <a:gd name="T84" fmla="*/ 5 w 628"/>
                <a:gd name="T85" fmla="*/ 2 h 383"/>
                <a:gd name="T86" fmla="*/ 5 w 628"/>
                <a:gd name="T87" fmla="*/ 2 h 383"/>
                <a:gd name="T88" fmla="*/ 5 w 628"/>
                <a:gd name="T89" fmla="*/ 2 h 383"/>
                <a:gd name="T90" fmla="*/ 5 w 628"/>
                <a:gd name="T91" fmla="*/ 2 h 38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628"/>
                <a:gd name="T139" fmla="*/ 0 h 383"/>
                <a:gd name="T140" fmla="*/ 628 w 628"/>
                <a:gd name="T141" fmla="*/ 383 h 38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628" h="383">
                  <a:moveTo>
                    <a:pt x="581" y="289"/>
                  </a:moveTo>
                  <a:lnTo>
                    <a:pt x="582" y="289"/>
                  </a:lnTo>
                  <a:lnTo>
                    <a:pt x="541" y="287"/>
                  </a:lnTo>
                  <a:lnTo>
                    <a:pt x="500" y="283"/>
                  </a:lnTo>
                  <a:lnTo>
                    <a:pt x="462" y="276"/>
                  </a:lnTo>
                  <a:lnTo>
                    <a:pt x="424" y="268"/>
                  </a:lnTo>
                  <a:lnTo>
                    <a:pt x="389" y="255"/>
                  </a:lnTo>
                  <a:lnTo>
                    <a:pt x="352" y="242"/>
                  </a:lnTo>
                  <a:lnTo>
                    <a:pt x="320" y="227"/>
                  </a:lnTo>
                  <a:lnTo>
                    <a:pt x="287" y="209"/>
                  </a:lnTo>
                  <a:lnTo>
                    <a:pt x="255" y="189"/>
                  </a:lnTo>
                  <a:lnTo>
                    <a:pt x="226" y="168"/>
                  </a:lnTo>
                  <a:lnTo>
                    <a:pt x="198" y="145"/>
                  </a:lnTo>
                  <a:lnTo>
                    <a:pt x="172" y="119"/>
                  </a:lnTo>
                  <a:lnTo>
                    <a:pt x="146" y="92"/>
                  </a:lnTo>
                  <a:lnTo>
                    <a:pt x="122" y="64"/>
                  </a:lnTo>
                  <a:lnTo>
                    <a:pt x="100" y="33"/>
                  </a:lnTo>
                  <a:lnTo>
                    <a:pt x="82" y="0"/>
                  </a:lnTo>
                  <a:lnTo>
                    <a:pt x="0" y="47"/>
                  </a:lnTo>
                  <a:lnTo>
                    <a:pt x="23" y="85"/>
                  </a:lnTo>
                  <a:lnTo>
                    <a:pt x="49" y="120"/>
                  </a:lnTo>
                  <a:lnTo>
                    <a:pt x="76" y="153"/>
                  </a:lnTo>
                  <a:lnTo>
                    <a:pt x="104" y="185"/>
                  </a:lnTo>
                  <a:lnTo>
                    <a:pt x="137" y="215"/>
                  </a:lnTo>
                  <a:lnTo>
                    <a:pt x="170" y="241"/>
                  </a:lnTo>
                  <a:lnTo>
                    <a:pt x="204" y="267"/>
                  </a:lnTo>
                  <a:lnTo>
                    <a:pt x="240" y="289"/>
                  </a:lnTo>
                  <a:lnTo>
                    <a:pt x="277" y="309"/>
                  </a:lnTo>
                  <a:lnTo>
                    <a:pt x="317" y="329"/>
                  </a:lnTo>
                  <a:lnTo>
                    <a:pt x="358" y="344"/>
                  </a:lnTo>
                  <a:lnTo>
                    <a:pt x="400" y="357"/>
                  </a:lnTo>
                  <a:lnTo>
                    <a:pt x="444" y="367"/>
                  </a:lnTo>
                  <a:lnTo>
                    <a:pt x="488" y="374"/>
                  </a:lnTo>
                  <a:lnTo>
                    <a:pt x="534" y="380"/>
                  </a:lnTo>
                  <a:lnTo>
                    <a:pt x="580" y="383"/>
                  </a:lnTo>
                  <a:lnTo>
                    <a:pt x="581" y="383"/>
                  </a:lnTo>
                  <a:lnTo>
                    <a:pt x="580" y="383"/>
                  </a:lnTo>
                  <a:lnTo>
                    <a:pt x="600" y="379"/>
                  </a:lnTo>
                  <a:lnTo>
                    <a:pt x="615" y="369"/>
                  </a:lnTo>
                  <a:lnTo>
                    <a:pt x="624" y="353"/>
                  </a:lnTo>
                  <a:lnTo>
                    <a:pt x="628" y="337"/>
                  </a:lnTo>
                  <a:lnTo>
                    <a:pt x="625" y="319"/>
                  </a:lnTo>
                  <a:lnTo>
                    <a:pt x="617" y="304"/>
                  </a:lnTo>
                  <a:lnTo>
                    <a:pt x="602" y="294"/>
                  </a:lnTo>
                  <a:lnTo>
                    <a:pt x="582" y="289"/>
                  </a:lnTo>
                  <a:lnTo>
                    <a:pt x="581" y="28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5360" name="Freeform 33"/>
            <p:cNvSpPr>
              <a:spLocks/>
            </p:cNvSpPr>
            <p:nvPr/>
          </p:nvSpPr>
          <p:spPr bwMode="auto">
            <a:xfrm>
              <a:off x="1587" y="1880"/>
              <a:ext cx="85" cy="49"/>
            </a:xfrm>
            <a:custGeom>
              <a:avLst/>
              <a:gdLst>
                <a:gd name="T0" fmla="*/ 3 w 426"/>
                <a:gd name="T1" fmla="*/ 0 h 245"/>
                <a:gd name="T2" fmla="*/ 3 w 426"/>
                <a:gd name="T3" fmla="*/ 0 h 245"/>
                <a:gd name="T4" fmla="*/ 3 w 426"/>
                <a:gd name="T5" fmla="*/ 0 h 245"/>
                <a:gd name="T6" fmla="*/ 3 w 426"/>
                <a:gd name="T7" fmla="*/ 0 h 245"/>
                <a:gd name="T8" fmla="*/ 2 w 426"/>
                <a:gd name="T9" fmla="*/ 0 h 245"/>
                <a:gd name="T10" fmla="*/ 2 w 426"/>
                <a:gd name="T11" fmla="*/ 0 h 245"/>
                <a:gd name="T12" fmla="*/ 2 w 426"/>
                <a:gd name="T13" fmla="*/ 0 h 245"/>
                <a:gd name="T14" fmla="*/ 2 w 426"/>
                <a:gd name="T15" fmla="*/ 0 h 245"/>
                <a:gd name="T16" fmla="*/ 1 w 426"/>
                <a:gd name="T17" fmla="*/ 0 h 245"/>
                <a:gd name="T18" fmla="*/ 1 w 426"/>
                <a:gd name="T19" fmla="*/ 1 h 245"/>
                <a:gd name="T20" fmla="*/ 1 w 426"/>
                <a:gd name="T21" fmla="*/ 1 h 245"/>
                <a:gd name="T22" fmla="*/ 1 w 426"/>
                <a:gd name="T23" fmla="*/ 1 h 245"/>
                <a:gd name="T24" fmla="*/ 0 w 426"/>
                <a:gd name="T25" fmla="*/ 1 h 245"/>
                <a:gd name="T26" fmla="*/ 0 w 426"/>
                <a:gd name="T27" fmla="*/ 1 h 245"/>
                <a:gd name="T28" fmla="*/ 0 w 426"/>
                <a:gd name="T29" fmla="*/ 1 h 245"/>
                <a:gd name="T30" fmla="*/ 0 w 426"/>
                <a:gd name="T31" fmla="*/ 2 h 245"/>
                <a:gd name="T32" fmla="*/ 0 w 426"/>
                <a:gd name="T33" fmla="*/ 2 h 245"/>
                <a:gd name="T34" fmla="*/ 0 w 426"/>
                <a:gd name="T35" fmla="*/ 2 h 245"/>
                <a:gd name="T36" fmla="*/ 0 w 426"/>
                <a:gd name="T37" fmla="*/ 2 h 245"/>
                <a:gd name="T38" fmla="*/ 0 w 426"/>
                <a:gd name="T39" fmla="*/ 2 h 245"/>
                <a:gd name="T40" fmla="*/ 0 w 426"/>
                <a:gd name="T41" fmla="*/ 2 h 245"/>
                <a:gd name="T42" fmla="*/ 0 w 426"/>
                <a:gd name="T43" fmla="*/ 1 h 245"/>
                <a:gd name="T44" fmla="*/ 0 w 426"/>
                <a:gd name="T45" fmla="*/ 1 h 245"/>
                <a:gd name="T46" fmla="*/ 0 w 426"/>
                <a:gd name="T47" fmla="*/ 1 h 245"/>
                <a:gd name="T48" fmla="*/ 1 w 426"/>
                <a:gd name="T49" fmla="*/ 1 h 245"/>
                <a:gd name="T50" fmla="*/ 1 w 426"/>
                <a:gd name="T51" fmla="*/ 1 h 245"/>
                <a:gd name="T52" fmla="*/ 1 w 426"/>
                <a:gd name="T53" fmla="*/ 1 h 245"/>
                <a:gd name="T54" fmla="*/ 1 w 426"/>
                <a:gd name="T55" fmla="*/ 1 h 245"/>
                <a:gd name="T56" fmla="*/ 2 w 426"/>
                <a:gd name="T57" fmla="*/ 0 h 245"/>
                <a:gd name="T58" fmla="*/ 2 w 426"/>
                <a:gd name="T59" fmla="*/ 0 h 245"/>
                <a:gd name="T60" fmla="*/ 2 w 426"/>
                <a:gd name="T61" fmla="*/ 0 h 245"/>
                <a:gd name="T62" fmla="*/ 2 w 426"/>
                <a:gd name="T63" fmla="*/ 0 h 245"/>
                <a:gd name="T64" fmla="*/ 3 w 426"/>
                <a:gd name="T65" fmla="*/ 0 h 245"/>
                <a:gd name="T66" fmla="*/ 3 w 426"/>
                <a:gd name="T67" fmla="*/ 0 h 245"/>
                <a:gd name="T68" fmla="*/ 3 w 426"/>
                <a:gd name="T69" fmla="*/ 0 h 245"/>
                <a:gd name="T70" fmla="*/ 3 w 426"/>
                <a:gd name="T71" fmla="*/ 0 h 245"/>
                <a:gd name="T72" fmla="*/ 3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426" y="0"/>
                  </a:moveTo>
                  <a:lnTo>
                    <a:pt x="426" y="0"/>
                  </a:lnTo>
                  <a:lnTo>
                    <a:pt x="384" y="1"/>
                  </a:lnTo>
                  <a:lnTo>
                    <a:pt x="340" y="4"/>
                  </a:lnTo>
                  <a:lnTo>
                    <a:pt x="300" y="10"/>
                  </a:lnTo>
                  <a:lnTo>
                    <a:pt x="262" y="18"/>
                  </a:lnTo>
                  <a:lnTo>
                    <a:pt x="224" y="29"/>
                  </a:lnTo>
                  <a:lnTo>
                    <a:pt x="189" y="41"/>
                  </a:lnTo>
                  <a:lnTo>
                    <a:pt x="157" y="55"/>
                  </a:lnTo>
                  <a:lnTo>
                    <a:pt x="126" y="70"/>
                  </a:lnTo>
                  <a:lnTo>
                    <a:pt x="99" y="89"/>
                  </a:lnTo>
                  <a:lnTo>
                    <a:pt x="74" y="106"/>
                  </a:lnTo>
                  <a:lnTo>
                    <a:pt x="52" y="126"/>
                  </a:lnTo>
                  <a:lnTo>
                    <a:pt x="34" y="148"/>
                  </a:lnTo>
                  <a:lnTo>
                    <a:pt x="19" y="171"/>
                  </a:lnTo>
                  <a:lnTo>
                    <a:pt x="9" y="194"/>
                  </a:lnTo>
                  <a:lnTo>
                    <a:pt x="3" y="219"/>
                  </a:lnTo>
                  <a:lnTo>
                    <a:pt x="0" y="245"/>
                  </a:lnTo>
                  <a:lnTo>
                    <a:pt x="12" y="245"/>
                  </a:lnTo>
                  <a:lnTo>
                    <a:pt x="15" y="221"/>
                  </a:lnTo>
                  <a:lnTo>
                    <a:pt x="20" y="199"/>
                  </a:lnTo>
                  <a:lnTo>
                    <a:pt x="31" y="178"/>
                  </a:lnTo>
                  <a:lnTo>
                    <a:pt x="44" y="156"/>
                  </a:lnTo>
                  <a:lnTo>
                    <a:pt x="61" y="136"/>
                  </a:lnTo>
                  <a:lnTo>
                    <a:pt x="81" y="116"/>
                  </a:lnTo>
                  <a:lnTo>
                    <a:pt x="106" y="98"/>
                  </a:lnTo>
                  <a:lnTo>
                    <a:pt x="133" y="82"/>
                  </a:lnTo>
                  <a:lnTo>
                    <a:pt x="162" y="66"/>
                  </a:lnTo>
                  <a:lnTo>
                    <a:pt x="194" y="52"/>
                  </a:lnTo>
                  <a:lnTo>
                    <a:pt x="229" y="41"/>
                  </a:lnTo>
                  <a:lnTo>
                    <a:pt x="264" y="30"/>
                  </a:lnTo>
                  <a:lnTo>
                    <a:pt x="303" y="22"/>
                  </a:lnTo>
                  <a:lnTo>
                    <a:pt x="343" y="16"/>
                  </a:lnTo>
                  <a:lnTo>
                    <a:pt x="384" y="12"/>
                  </a:lnTo>
                  <a:lnTo>
                    <a:pt x="426" y="11"/>
                  </a:lnTo>
                  <a:lnTo>
                    <a:pt x="42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5361" name="Freeform 34"/>
            <p:cNvSpPr>
              <a:spLocks/>
            </p:cNvSpPr>
            <p:nvPr/>
          </p:nvSpPr>
          <p:spPr bwMode="auto">
            <a:xfrm>
              <a:off x="1587" y="1929"/>
              <a:ext cx="85" cy="49"/>
            </a:xfrm>
            <a:custGeom>
              <a:avLst/>
              <a:gdLst>
                <a:gd name="T0" fmla="*/ 0 w 426"/>
                <a:gd name="T1" fmla="*/ 0 h 245"/>
                <a:gd name="T2" fmla="*/ 0 w 426"/>
                <a:gd name="T3" fmla="*/ 0 h 245"/>
                <a:gd name="T4" fmla="*/ 0 w 426"/>
                <a:gd name="T5" fmla="*/ 0 h 245"/>
                <a:gd name="T6" fmla="*/ 0 w 426"/>
                <a:gd name="T7" fmla="*/ 0 h 245"/>
                <a:gd name="T8" fmla="*/ 0 w 426"/>
                <a:gd name="T9" fmla="*/ 1 h 245"/>
                <a:gd name="T10" fmla="*/ 0 w 426"/>
                <a:gd name="T11" fmla="*/ 1 h 245"/>
                <a:gd name="T12" fmla="*/ 0 w 426"/>
                <a:gd name="T13" fmla="*/ 1 h 245"/>
                <a:gd name="T14" fmla="*/ 1 w 426"/>
                <a:gd name="T15" fmla="*/ 1 h 245"/>
                <a:gd name="T16" fmla="*/ 1 w 426"/>
                <a:gd name="T17" fmla="*/ 1 h 245"/>
                <a:gd name="T18" fmla="*/ 1 w 426"/>
                <a:gd name="T19" fmla="*/ 1 h 245"/>
                <a:gd name="T20" fmla="*/ 1 w 426"/>
                <a:gd name="T21" fmla="*/ 2 h 245"/>
                <a:gd name="T22" fmla="*/ 2 w 426"/>
                <a:gd name="T23" fmla="*/ 2 h 245"/>
                <a:gd name="T24" fmla="*/ 2 w 426"/>
                <a:gd name="T25" fmla="*/ 2 h 245"/>
                <a:gd name="T26" fmla="*/ 2 w 426"/>
                <a:gd name="T27" fmla="*/ 2 h 245"/>
                <a:gd name="T28" fmla="*/ 2 w 426"/>
                <a:gd name="T29" fmla="*/ 2 h 245"/>
                <a:gd name="T30" fmla="*/ 3 w 426"/>
                <a:gd name="T31" fmla="*/ 2 h 245"/>
                <a:gd name="T32" fmla="*/ 3 w 426"/>
                <a:gd name="T33" fmla="*/ 2 h 245"/>
                <a:gd name="T34" fmla="*/ 3 w 426"/>
                <a:gd name="T35" fmla="*/ 2 h 245"/>
                <a:gd name="T36" fmla="*/ 3 w 426"/>
                <a:gd name="T37" fmla="*/ 2 h 245"/>
                <a:gd name="T38" fmla="*/ 3 w 426"/>
                <a:gd name="T39" fmla="*/ 2 h 245"/>
                <a:gd name="T40" fmla="*/ 3 w 426"/>
                <a:gd name="T41" fmla="*/ 2 h 245"/>
                <a:gd name="T42" fmla="*/ 2 w 426"/>
                <a:gd name="T43" fmla="*/ 2 h 245"/>
                <a:gd name="T44" fmla="*/ 2 w 426"/>
                <a:gd name="T45" fmla="*/ 2 h 245"/>
                <a:gd name="T46" fmla="*/ 2 w 426"/>
                <a:gd name="T47" fmla="*/ 2 h 245"/>
                <a:gd name="T48" fmla="*/ 2 w 426"/>
                <a:gd name="T49" fmla="*/ 2 h 245"/>
                <a:gd name="T50" fmla="*/ 1 w 426"/>
                <a:gd name="T51" fmla="*/ 1 h 245"/>
                <a:gd name="T52" fmla="*/ 1 w 426"/>
                <a:gd name="T53" fmla="*/ 1 h 245"/>
                <a:gd name="T54" fmla="*/ 1 w 426"/>
                <a:gd name="T55" fmla="*/ 1 h 245"/>
                <a:gd name="T56" fmla="*/ 1 w 426"/>
                <a:gd name="T57" fmla="*/ 1 h 245"/>
                <a:gd name="T58" fmla="*/ 0 w 426"/>
                <a:gd name="T59" fmla="*/ 1 h 245"/>
                <a:gd name="T60" fmla="*/ 0 w 426"/>
                <a:gd name="T61" fmla="*/ 1 h 245"/>
                <a:gd name="T62" fmla="*/ 0 w 426"/>
                <a:gd name="T63" fmla="*/ 1 h 245"/>
                <a:gd name="T64" fmla="*/ 0 w 426"/>
                <a:gd name="T65" fmla="*/ 0 h 245"/>
                <a:gd name="T66" fmla="*/ 0 w 426"/>
                <a:gd name="T67" fmla="*/ 0 h 245"/>
                <a:gd name="T68" fmla="*/ 0 w 426"/>
                <a:gd name="T69" fmla="*/ 0 h 245"/>
                <a:gd name="T70" fmla="*/ 0 w 426"/>
                <a:gd name="T71" fmla="*/ 0 h 245"/>
                <a:gd name="T72" fmla="*/ 0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0" y="0"/>
                  </a:moveTo>
                  <a:lnTo>
                    <a:pt x="0" y="0"/>
                  </a:lnTo>
                  <a:lnTo>
                    <a:pt x="3" y="25"/>
                  </a:lnTo>
                  <a:lnTo>
                    <a:pt x="9" y="50"/>
                  </a:lnTo>
                  <a:lnTo>
                    <a:pt x="19" y="73"/>
                  </a:lnTo>
                  <a:lnTo>
                    <a:pt x="34" y="96"/>
                  </a:lnTo>
                  <a:lnTo>
                    <a:pt x="52" y="118"/>
                  </a:lnTo>
                  <a:lnTo>
                    <a:pt x="74" y="138"/>
                  </a:lnTo>
                  <a:lnTo>
                    <a:pt x="99" y="156"/>
                  </a:lnTo>
                  <a:lnTo>
                    <a:pt x="126" y="174"/>
                  </a:lnTo>
                  <a:lnTo>
                    <a:pt x="157" y="190"/>
                  </a:lnTo>
                  <a:lnTo>
                    <a:pt x="189" y="204"/>
                  </a:lnTo>
                  <a:lnTo>
                    <a:pt x="224" y="215"/>
                  </a:lnTo>
                  <a:lnTo>
                    <a:pt x="262" y="226"/>
                  </a:lnTo>
                  <a:lnTo>
                    <a:pt x="300" y="234"/>
                  </a:lnTo>
                  <a:lnTo>
                    <a:pt x="340" y="240"/>
                  </a:lnTo>
                  <a:lnTo>
                    <a:pt x="384" y="244"/>
                  </a:lnTo>
                  <a:lnTo>
                    <a:pt x="426" y="245"/>
                  </a:lnTo>
                  <a:lnTo>
                    <a:pt x="426" y="233"/>
                  </a:lnTo>
                  <a:lnTo>
                    <a:pt x="384" y="232"/>
                  </a:lnTo>
                  <a:lnTo>
                    <a:pt x="343" y="228"/>
                  </a:lnTo>
                  <a:lnTo>
                    <a:pt x="303" y="222"/>
                  </a:lnTo>
                  <a:lnTo>
                    <a:pt x="264" y="214"/>
                  </a:lnTo>
                  <a:lnTo>
                    <a:pt x="229" y="204"/>
                  </a:lnTo>
                  <a:lnTo>
                    <a:pt x="194" y="192"/>
                  </a:lnTo>
                  <a:lnTo>
                    <a:pt x="162" y="178"/>
                  </a:lnTo>
                  <a:lnTo>
                    <a:pt x="133" y="163"/>
                  </a:lnTo>
                  <a:lnTo>
                    <a:pt x="106" y="146"/>
                  </a:lnTo>
                  <a:lnTo>
                    <a:pt x="81" y="129"/>
                  </a:lnTo>
                  <a:lnTo>
                    <a:pt x="61" y="109"/>
                  </a:lnTo>
                  <a:lnTo>
                    <a:pt x="44" y="89"/>
                  </a:lnTo>
                  <a:lnTo>
                    <a:pt x="31" y="66"/>
                  </a:lnTo>
                  <a:lnTo>
                    <a:pt x="20" y="45"/>
                  </a:lnTo>
                  <a:lnTo>
                    <a:pt x="15" y="2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5362" name="Freeform 35"/>
            <p:cNvSpPr>
              <a:spLocks/>
            </p:cNvSpPr>
            <p:nvPr/>
          </p:nvSpPr>
          <p:spPr bwMode="auto">
            <a:xfrm>
              <a:off x="878" y="1448"/>
              <a:ext cx="792" cy="954"/>
            </a:xfrm>
            <a:custGeom>
              <a:avLst/>
              <a:gdLst>
                <a:gd name="T0" fmla="*/ 13 w 3960"/>
                <a:gd name="T1" fmla="*/ 38 h 4768"/>
                <a:gd name="T2" fmla="*/ 14 w 3960"/>
                <a:gd name="T3" fmla="*/ 38 h 4768"/>
                <a:gd name="T4" fmla="*/ 15 w 3960"/>
                <a:gd name="T5" fmla="*/ 38 h 4768"/>
                <a:gd name="T6" fmla="*/ 15 w 3960"/>
                <a:gd name="T7" fmla="*/ 38 h 4768"/>
                <a:gd name="T8" fmla="*/ 16 w 3960"/>
                <a:gd name="T9" fmla="*/ 38 h 4768"/>
                <a:gd name="T10" fmla="*/ 17 w 3960"/>
                <a:gd name="T11" fmla="*/ 38 h 4768"/>
                <a:gd name="T12" fmla="*/ 17 w 3960"/>
                <a:gd name="T13" fmla="*/ 38 h 4768"/>
                <a:gd name="T14" fmla="*/ 18 w 3960"/>
                <a:gd name="T15" fmla="*/ 38 h 4768"/>
                <a:gd name="T16" fmla="*/ 18 w 3960"/>
                <a:gd name="T17" fmla="*/ 38 h 4768"/>
                <a:gd name="T18" fmla="*/ 29 w 3960"/>
                <a:gd name="T19" fmla="*/ 30 h 4768"/>
                <a:gd name="T20" fmla="*/ 30 w 3960"/>
                <a:gd name="T21" fmla="*/ 30 h 4768"/>
                <a:gd name="T22" fmla="*/ 30 w 3960"/>
                <a:gd name="T23" fmla="*/ 29 h 4768"/>
                <a:gd name="T24" fmla="*/ 31 w 3960"/>
                <a:gd name="T25" fmla="*/ 28 h 4768"/>
                <a:gd name="T26" fmla="*/ 31 w 3960"/>
                <a:gd name="T27" fmla="*/ 28 h 4768"/>
                <a:gd name="T28" fmla="*/ 31 w 3960"/>
                <a:gd name="T29" fmla="*/ 27 h 4768"/>
                <a:gd name="T30" fmla="*/ 32 w 3960"/>
                <a:gd name="T31" fmla="*/ 26 h 4768"/>
                <a:gd name="T32" fmla="*/ 32 w 3960"/>
                <a:gd name="T33" fmla="*/ 25 h 4768"/>
                <a:gd name="T34" fmla="*/ 32 w 3960"/>
                <a:gd name="T35" fmla="*/ 11 h 4768"/>
                <a:gd name="T36" fmla="*/ 32 w 3960"/>
                <a:gd name="T37" fmla="*/ 10 h 4768"/>
                <a:gd name="T38" fmla="*/ 31 w 3960"/>
                <a:gd name="T39" fmla="*/ 9 h 4768"/>
                <a:gd name="T40" fmla="*/ 31 w 3960"/>
                <a:gd name="T41" fmla="*/ 9 h 4768"/>
                <a:gd name="T42" fmla="*/ 31 w 3960"/>
                <a:gd name="T43" fmla="*/ 8 h 4768"/>
                <a:gd name="T44" fmla="*/ 31 w 3960"/>
                <a:gd name="T45" fmla="*/ 8 h 4768"/>
                <a:gd name="T46" fmla="*/ 30 w 3960"/>
                <a:gd name="T47" fmla="*/ 7 h 4768"/>
                <a:gd name="T48" fmla="*/ 30 w 3960"/>
                <a:gd name="T49" fmla="*/ 7 h 4768"/>
                <a:gd name="T50" fmla="*/ 29 w 3960"/>
                <a:gd name="T51" fmla="*/ 6 h 4768"/>
                <a:gd name="T52" fmla="*/ 19 w 3960"/>
                <a:gd name="T53" fmla="*/ 1 h 4768"/>
                <a:gd name="T54" fmla="*/ 18 w 3960"/>
                <a:gd name="T55" fmla="*/ 0 h 4768"/>
                <a:gd name="T56" fmla="*/ 17 w 3960"/>
                <a:gd name="T57" fmla="*/ 0 h 4768"/>
                <a:gd name="T58" fmla="*/ 17 w 3960"/>
                <a:gd name="T59" fmla="*/ 0 h 4768"/>
                <a:gd name="T60" fmla="*/ 16 w 3960"/>
                <a:gd name="T61" fmla="*/ 0 h 4768"/>
                <a:gd name="T62" fmla="*/ 15 w 3960"/>
                <a:gd name="T63" fmla="*/ 0 h 4768"/>
                <a:gd name="T64" fmla="*/ 14 w 3960"/>
                <a:gd name="T65" fmla="*/ 0 h 4768"/>
                <a:gd name="T66" fmla="*/ 14 w 3960"/>
                <a:gd name="T67" fmla="*/ 0 h 4768"/>
                <a:gd name="T68" fmla="*/ 2 w 3960"/>
                <a:gd name="T69" fmla="*/ 6 h 4768"/>
                <a:gd name="T70" fmla="*/ 2 w 3960"/>
                <a:gd name="T71" fmla="*/ 7 h 4768"/>
                <a:gd name="T72" fmla="*/ 1 w 3960"/>
                <a:gd name="T73" fmla="*/ 7 h 4768"/>
                <a:gd name="T74" fmla="*/ 1 w 3960"/>
                <a:gd name="T75" fmla="*/ 8 h 4768"/>
                <a:gd name="T76" fmla="*/ 1 w 3960"/>
                <a:gd name="T77" fmla="*/ 8 h 4768"/>
                <a:gd name="T78" fmla="*/ 0 w 3960"/>
                <a:gd name="T79" fmla="*/ 9 h 4768"/>
                <a:gd name="T80" fmla="*/ 0 w 3960"/>
                <a:gd name="T81" fmla="*/ 9 h 4768"/>
                <a:gd name="T82" fmla="*/ 0 w 3960"/>
                <a:gd name="T83" fmla="*/ 10 h 4768"/>
                <a:gd name="T84" fmla="*/ 0 w 3960"/>
                <a:gd name="T85" fmla="*/ 11 h 4768"/>
                <a:gd name="T86" fmla="*/ 0 w 3960"/>
                <a:gd name="T87" fmla="*/ 25 h 4768"/>
                <a:gd name="T88" fmla="*/ 0 w 3960"/>
                <a:gd name="T89" fmla="*/ 26 h 4768"/>
                <a:gd name="T90" fmla="*/ 0 w 3960"/>
                <a:gd name="T91" fmla="*/ 27 h 4768"/>
                <a:gd name="T92" fmla="*/ 1 w 3960"/>
                <a:gd name="T93" fmla="*/ 28 h 4768"/>
                <a:gd name="T94" fmla="*/ 1 w 3960"/>
                <a:gd name="T95" fmla="*/ 29 h 4768"/>
                <a:gd name="T96" fmla="*/ 1 w 3960"/>
                <a:gd name="T97" fmla="*/ 29 h 4768"/>
                <a:gd name="T98" fmla="*/ 2 w 3960"/>
                <a:gd name="T99" fmla="*/ 30 h 4768"/>
                <a:gd name="T100" fmla="*/ 3 w 3960"/>
                <a:gd name="T101" fmla="*/ 31 h 4768"/>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w 3960"/>
                <a:gd name="T154" fmla="*/ 0 h 4768"/>
                <a:gd name="T155" fmla="*/ 3960 w 3960"/>
                <a:gd name="T156" fmla="*/ 4768 h 4768"/>
              </a:gdLst>
              <a:ahLst/>
              <a:cxnLst>
                <a:cxn ang="T102">
                  <a:pos x="T0" y="T1"/>
                </a:cxn>
                <a:cxn ang="T103">
                  <a:pos x="T2" y="T3"/>
                </a:cxn>
                <a:cxn ang="T104">
                  <a:pos x="T4" y="T5"/>
                </a:cxn>
                <a:cxn ang="T105">
                  <a:pos x="T6" y="T7"/>
                </a:cxn>
                <a:cxn ang="T106">
                  <a:pos x="T8" y="T9"/>
                </a:cxn>
                <a:cxn ang="T107">
                  <a:pos x="T10" y="T11"/>
                </a:cxn>
                <a:cxn ang="T108">
                  <a:pos x="T12" y="T13"/>
                </a:cxn>
                <a:cxn ang="T109">
                  <a:pos x="T14" y="T15"/>
                </a:cxn>
                <a:cxn ang="T110">
                  <a:pos x="T16" y="T17"/>
                </a:cxn>
                <a:cxn ang="T111">
                  <a:pos x="T18" y="T19"/>
                </a:cxn>
                <a:cxn ang="T112">
                  <a:pos x="T20" y="T21"/>
                </a:cxn>
                <a:cxn ang="T113">
                  <a:pos x="T22" y="T23"/>
                </a:cxn>
                <a:cxn ang="T114">
                  <a:pos x="T24" y="T25"/>
                </a:cxn>
                <a:cxn ang="T115">
                  <a:pos x="T26" y="T27"/>
                </a:cxn>
                <a:cxn ang="T116">
                  <a:pos x="T28" y="T29"/>
                </a:cxn>
                <a:cxn ang="T117">
                  <a:pos x="T30" y="T31"/>
                </a:cxn>
                <a:cxn ang="T118">
                  <a:pos x="T32" y="T33"/>
                </a:cxn>
                <a:cxn ang="T119">
                  <a:pos x="T34" y="T35"/>
                </a:cxn>
                <a:cxn ang="T120">
                  <a:pos x="T36" y="T37"/>
                </a:cxn>
                <a:cxn ang="T121">
                  <a:pos x="T38" y="T39"/>
                </a:cxn>
                <a:cxn ang="T122">
                  <a:pos x="T40" y="T41"/>
                </a:cxn>
                <a:cxn ang="T123">
                  <a:pos x="T42" y="T43"/>
                </a:cxn>
                <a:cxn ang="T124">
                  <a:pos x="T44" y="T45"/>
                </a:cxn>
                <a:cxn ang="T125">
                  <a:pos x="T46" y="T47"/>
                </a:cxn>
                <a:cxn ang="T126">
                  <a:pos x="T48" y="T49"/>
                </a:cxn>
                <a:cxn ang="T127">
                  <a:pos x="T50" y="T51"/>
                </a:cxn>
                <a:cxn ang="T128">
                  <a:pos x="T52" y="T53"/>
                </a:cxn>
                <a:cxn ang="T129">
                  <a:pos x="T54" y="T55"/>
                </a:cxn>
                <a:cxn ang="T130">
                  <a:pos x="T56" y="T57"/>
                </a:cxn>
                <a:cxn ang="T131">
                  <a:pos x="T58" y="T59"/>
                </a:cxn>
                <a:cxn ang="T132">
                  <a:pos x="T60" y="T61"/>
                </a:cxn>
                <a:cxn ang="T133">
                  <a:pos x="T62" y="T63"/>
                </a:cxn>
                <a:cxn ang="T134">
                  <a:pos x="T64" y="T65"/>
                </a:cxn>
                <a:cxn ang="T135">
                  <a:pos x="T66" y="T67"/>
                </a:cxn>
                <a:cxn ang="T136">
                  <a:pos x="T68" y="T69"/>
                </a:cxn>
                <a:cxn ang="T137">
                  <a:pos x="T70" y="T71"/>
                </a:cxn>
                <a:cxn ang="T138">
                  <a:pos x="T72" y="T73"/>
                </a:cxn>
                <a:cxn ang="T139">
                  <a:pos x="T74" y="T75"/>
                </a:cxn>
                <a:cxn ang="T140">
                  <a:pos x="T76" y="T77"/>
                </a:cxn>
                <a:cxn ang="T141">
                  <a:pos x="T78" y="T79"/>
                </a:cxn>
                <a:cxn ang="T142">
                  <a:pos x="T80" y="T81"/>
                </a:cxn>
                <a:cxn ang="T143">
                  <a:pos x="T82" y="T83"/>
                </a:cxn>
                <a:cxn ang="T144">
                  <a:pos x="T84" y="T85"/>
                </a:cxn>
                <a:cxn ang="T145">
                  <a:pos x="T86" y="T87"/>
                </a:cxn>
                <a:cxn ang="T146">
                  <a:pos x="T88" y="T89"/>
                </a:cxn>
                <a:cxn ang="T147">
                  <a:pos x="T90" y="T91"/>
                </a:cxn>
                <a:cxn ang="T148">
                  <a:pos x="T92" y="T93"/>
                </a:cxn>
                <a:cxn ang="T149">
                  <a:pos x="T94" y="T95"/>
                </a:cxn>
                <a:cxn ang="T150">
                  <a:pos x="T96" y="T97"/>
                </a:cxn>
                <a:cxn ang="T151">
                  <a:pos x="T98" y="T99"/>
                </a:cxn>
                <a:cxn ang="T152">
                  <a:pos x="T100" y="T101"/>
                </a:cxn>
              </a:cxnLst>
              <a:rect l="T153" t="T154" r="T155" b="T156"/>
              <a:pathLst>
                <a:path w="3960" h="4768">
                  <a:moveTo>
                    <a:pt x="353" y="3849"/>
                  </a:moveTo>
                  <a:lnTo>
                    <a:pt x="1661" y="4700"/>
                  </a:lnTo>
                  <a:lnTo>
                    <a:pt x="1697" y="4717"/>
                  </a:lnTo>
                  <a:lnTo>
                    <a:pt x="1736" y="4731"/>
                  </a:lnTo>
                  <a:lnTo>
                    <a:pt x="1776" y="4742"/>
                  </a:lnTo>
                  <a:lnTo>
                    <a:pt x="1818" y="4753"/>
                  </a:lnTo>
                  <a:lnTo>
                    <a:pt x="1860" y="4760"/>
                  </a:lnTo>
                  <a:lnTo>
                    <a:pt x="1902" y="4765"/>
                  </a:lnTo>
                  <a:lnTo>
                    <a:pt x="1946" y="4768"/>
                  </a:lnTo>
                  <a:lnTo>
                    <a:pt x="1988" y="4768"/>
                  </a:lnTo>
                  <a:lnTo>
                    <a:pt x="2031" y="4767"/>
                  </a:lnTo>
                  <a:lnTo>
                    <a:pt x="2073" y="4763"/>
                  </a:lnTo>
                  <a:lnTo>
                    <a:pt x="2114" y="4758"/>
                  </a:lnTo>
                  <a:lnTo>
                    <a:pt x="2154" y="4751"/>
                  </a:lnTo>
                  <a:lnTo>
                    <a:pt x="2193" y="4740"/>
                  </a:lnTo>
                  <a:lnTo>
                    <a:pt x="2230" y="4729"/>
                  </a:lnTo>
                  <a:lnTo>
                    <a:pt x="2264" y="4715"/>
                  </a:lnTo>
                  <a:lnTo>
                    <a:pt x="2297" y="4700"/>
                  </a:lnTo>
                  <a:lnTo>
                    <a:pt x="3639" y="3825"/>
                  </a:lnTo>
                  <a:lnTo>
                    <a:pt x="3673" y="3795"/>
                  </a:lnTo>
                  <a:lnTo>
                    <a:pt x="3707" y="3761"/>
                  </a:lnTo>
                  <a:lnTo>
                    <a:pt x="3738" y="3725"/>
                  </a:lnTo>
                  <a:lnTo>
                    <a:pt x="3768" y="3685"/>
                  </a:lnTo>
                  <a:lnTo>
                    <a:pt x="3796" y="3644"/>
                  </a:lnTo>
                  <a:lnTo>
                    <a:pt x="3821" y="3599"/>
                  </a:lnTo>
                  <a:lnTo>
                    <a:pt x="3846" y="3553"/>
                  </a:lnTo>
                  <a:lnTo>
                    <a:pt x="3868" y="3505"/>
                  </a:lnTo>
                  <a:lnTo>
                    <a:pt x="3888" y="3456"/>
                  </a:lnTo>
                  <a:lnTo>
                    <a:pt x="3907" y="3406"/>
                  </a:lnTo>
                  <a:lnTo>
                    <a:pt x="3922" y="3354"/>
                  </a:lnTo>
                  <a:lnTo>
                    <a:pt x="3935" y="3303"/>
                  </a:lnTo>
                  <a:lnTo>
                    <a:pt x="3946" y="3250"/>
                  </a:lnTo>
                  <a:lnTo>
                    <a:pt x="3953" y="3197"/>
                  </a:lnTo>
                  <a:lnTo>
                    <a:pt x="3957" y="3144"/>
                  </a:lnTo>
                  <a:lnTo>
                    <a:pt x="3960" y="3092"/>
                  </a:lnTo>
                  <a:lnTo>
                    <a:pt x="3959" y="1313"/>
                  </a:lnTo>
                  <a:lnTo>
                    <a:pt x="3955" y="1271"/>
                  </a:lnTo>
                  <a:lnTo>
                    <a:pt x="3949" y="1229"/>
                  </a:lnTo>
                  <a:lnTo>
                    <a:pt x="3941" y="1189"/>
                  </a:lnTo>
                  <a:lnTo>
                    <a:pt x="3930" y="1149"/>
                  </a:lnTo>
                  <a:lnTo>
                    <a:pt x="3918" y="1111"/>
                  </a:lnTo>
                  <a:lnTo>
                    <a:pt x="3902" y="1075"/>
                  </a:lnTo>
                  <a:lnTo>
                    <a:pt x="3886" y="1040"/>
                  </a:lnTo>
                  <a:lnTo>
                    <a:pt x="3867" y="1006"/>
                  </a:lnTo>
                  <a:lnTo>
                    <a:pt x="3846" y="973"/>
                  </a:lnTo>
                  <a:lnTo>
                    <a:pt x="3823" y="942"/>
                  </a:lnTo>
                  <a:lnTo>
                    <a:pt x="3798" y="913"/>
                  </a:lnTo>
                  <a:lnTo>
                    <a:pt x="3771" y="886"/>
                  </a:lnTo>
                  <a:lnTo>
                    <a:pt x="3743" y="860"/>
                  </a:lnTo>
                  <a:lnTo>
                    <a:pt x="3714" y="837"/>
                  </a:lnTo>
                  <a:lnTo>
                    <a:pt x="3682" y="816"/>
                  </a:lnTo>
                  <a:lnTo>
                    <a:pt x="3649" y="796"/>
                  </a:lnTo>
                  <a:lnTo>
                    <a:pt x="2386" y="83"/>
                  </a:lnTo>
                  <a:lnTo>
                    <a:pt x="2350" y="65"/>
                  </a:lnTo>
                  <a:lnTo>
                    <a:pt x="2310" y="50"/>
                  </a:lnTo>
                  <a:lnTo>
                    <a:pt x="2268" y="36"/>
                  </a:lnTo>
                  <a:lnTo>
                    <a:pt x="2223" y="24"/>
                  </a:lnTo>
                  <a:lnTo>
                    <a:pt x="2178" y="15"/>
                  </a:lnTo>
                  <a:lnTo>
                    <a:pt x="2131" y="8"/>
                  </a:lnTo>
                  <a:lnTo>
                    <a:pt x="2082" y="3"/>
                  </a:lnTo>
                  <a:lnTo>
                    <a:pt x="2032" y="0"/>
                  </a:lnTo>
                  <a:lnTo>
                    <a:pt x="1982" y="1"/>
                  </a:lnTo>
                  <a:lnTo>
                    <a:pt x="1933" y="3"/>
                  </a:lnTo>
                  <a:lnTo>
                    <a:pt x="1882" y="9"/>
                  </a:lnTo>
                  <a:lnTo>
                    <a:pt x="1833" y="17"/>
                  </a:lnTo>
                  <a:lnTo>
                    <a:pt x="1785" y="29"/>
                  </a:lnTo>
                  <a:lnTo>
                    <a:pt x="1737" y="43"/>
                  </a:lnTo>
                  <a:lnTo>
                    <a:pt x="1691" y="62"/>
                  </a:lnTo>
                  <a:lnTo>
                    <a:pt x="1647" y="83"/>
                  </a:lnTo>
                  <a:lnTo>
                    <a:pt x="311" y="782"/>
                  </a:lnTo>
                  <a:lnTo>
                    <a:pt x="276" y="803"/>
                  </a:lnTo>
                  <a:lnTo>
                    <a:pt x="243" y="826"/>
                  </a:lnTo>
                  <a:lnTo>
                    <a:pt x="213" y="852"/>
                  </a:lnTo>
                  <a:lnTo>
                    <a:pt x="184" y="879"/>
                  </a:lnTo>
                  <a:lnTo>
                    <a:pt x="155" y="908"/>
                  </a:lnTo>
                  <a:lnTo>
                    <a:pt x="131" y="939"/>
                  </a:lnTo>
                  <a:lnTo>
                    <a:pt x="107" y="971"/>
                  </a:lnTo>
                  <a:lnTo>
                    <a:pt x="86" y="1005"/>
                  </a:lnTo>
                  <a:lnTo>
                    <a:pt x="68" y="1040"/>
                  </a:lnTo>
                  <a:lnTo>
                    <a:pt x="50" y="1076"/>
                  </a:lnTo>
                  <a:lnTo>
                    <a:pt x="36" y="1115"/>
                  </a:lnTo>
                  <a:lnTo>
                    <a:pt x="23" y="1153"/>
                  </a:lnTo>
                  <a:lnTo>
                    <a:pt x="14" y="1195"/>
                  </a:lnTo>
                  <a:lnTo>
                    <a:pt x="7" y="1236"/>
                  </a:lnTo>
                  <a:lnTo>
                    <a:pt x="2" y="1279"/>
                  </a:lnTo>
                  <a:lnTo>
                    <a:pt x="0" y="1322"/>
                  </a:lnTo>
                  <a:lnTo>
                    <a:pt x="0" y="3093"/>
                  </a:lnTo>
                  <a:lnTo>
                    <a:pt x="2" y="3147"/>
                  </a:lnTo>
                  <a:lnTo>
                    <a:pt x="7" y="3202"/>
                  </a:lnTo>
                  <a:lnTo>
                    <a:pt x="15" y="3257"/>
                  </a:lnTo>
                  <a:lnTo>
                    <a:pt x="27" y="3312"/>
                  </a:lnTo>
                  <a:lnTo>
                    <a:pt x="42" y="3366"/>
                  </a:lnTo>
                  <a:lnTo>
                    <a:pt x="59" y="3420"/>
                  </a:lnTo>
                  <a:lnTo>
                    <a:pt x="79" y="3474"/>
                  </a:lnTo>
                  <a:lnTo>
                    <a:pt x="102" y="3525"/>
                  </a:lnTo>
                  <a:lnTo>
                    <a:pt x="127" y="3576"/>
                  </a:lnTo>
                  <a:lnTo>
                    <a:pt x="154" y="3624"/>
                  </a:lnTo>
                  <a:lnTo>
                    <a:pt x="184" y="3670"/>
                  </a:lnTo>
                  <a:lnTo>
                    <a:pt x="214" y="3712"/>
                  </a:lnTo>
                  <a:lnTo>
                    <a:pt x="247" y="3752"/>
                  </a:lnTo>
                  <a:lnTo>
                    <a:pt x="281" y="3788"/>
                  </a:lnTo>
                  <a:lnTo>
                    <a:pt x="317" y="3821"/>
                  </a:lnTo>
                  <a:lnTo>
                    <a:pt x="353" y="384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5363" name="Freeform 36"/>
            <p:cNvSpPr>
              <a:spLocks/>
            </p:cNvSpPr>
            <p:nvPr/>
          </p:nvSpPr>
          <p:spPr bwMode="auto">
            <a:xfrm>
              <a:off x="943" y="2210"/>
              <a:ext cx="276" cy="187"/>
            </a:xfrm>
            <a:custGeom>
              <a:avLst/>
              <a:gdLst>
                <a:gd name="T0" fmla="*/ 11 w 1380"/>
                <a:gd name="T1" fmla="*/ 7 h 937"/>
                <a:gd name="T2" fmla="*/ 11 w 1380"/>
                <a:gd name="T3" fmla="*/ 7 h 937"/>
                <a:gd name="T4" fmla="*/ 0 w 1380"/>
                <a:gd name="T5" fmla="*/ 0 h 937"/>
                <a:gd name="T6" fmla="*/ 0 w 1380"/>
                <a:gd name="T7" fmla="*/ 1 h 937"/>
                <a:gd name="T8" fmla="*/ 10 w 1380"/>
                <a:gd name="T9" fmla="*/ 7 h 937"/>
                <a:gd name="T10" fmla="*/ 10 w 1380"/>
                <a:gd name="T11" fmla="*/ 7 h 937"/>
                <a:gd name="T12" fmla="*/ 10 w 1380"/>
                <a:gd name="T13" fmla="*/ 7 h 937"/>
                <a:gd name="T14" fmla="*/ 11 w 1380"/>
                <a:gd name="T15" fmla="*/ 7 h 937"/>
                <a:gd name="T16" fmla="*/ 11 w 1380"/>
                <a:gd name="T17" fmla="*/ 7 h 937"/>
                <a:gd name="T18" fmla="*/ 11 w 1380"/>
                <a:gd name="T19" fmla="*/ 7 h 937"/>
                <a:gd name="T20" fmla="*/ 11 w 1380"/>
                <a:gd name="T21" fmla="*/ 7 h 937"/>
                <a:gd name="T22" fmla="*/ 11 w 1380"/>
                <a:gd name="T23" fmla="*/ 7 h 937"/>
                <a:gd name="T24" fmla="*/ 11 w 1380"/>
                <a:gd name="T25" fmla="*/ 7 h 937"/>
                <a:gd name="T26" fmla="*/ 11 w 1380"/>
                <a:gd name="T27" fmla="*/ 7 h 937"/>
                <a:gd name="T28" fmla="*/ 11 w 1380"/>
                <a:gd name="T29" fmla="*/ 7 h 937"/>
                <a:gd name="T30" fmla="*/ 11 w 1380"/>
                <a:gd name="T31" fmla="*/ 7 h 93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80"/>
                <a:gd name="T49" fmla="*/ 0 h 937"/>
                <a:gd name="T50" fmla="*/ 1380 w 1380"/>
                <a:gd name="T51" fmla="*/ 937 h 93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80" h="937">
                  <a:moveTo>
                    <a:pt x="1354" y="848"/>
                  </a:moveTo>
                  <a:lnTo>
                    <a:pt x="1359" y="851"/>
                  </a:lnTo>
                  <a:lnTo>
                    <a:pt x="51" y="0"/>
                  </a:lnTo>
                  <a:lnTo>
                    <a:pt x="0" y="78"/>
                  </a:lnTo>
                  <a:lnTo>
                    <a:pt x="1307" y="929"/>
                  </a:lnTo>
                  <a:lnTo>
                    <a:pt x="1312" y="932"/>
                  </a:lnTo>
                  <a:lnTo>
                    <a:pt x="1307" y="929"/>
                  </a:lnTo>
                  <a:lnTo>
                    <a:pt x="1326" y="937"/>
                  </a:lnTo>
                  <a:lnTo>
                    <a:pt x="1345" y="936"/>
                  </a:lnTo>
                  <a:lnTo>
                    <a:pt x="1360" y="929"/>
                  </a:lnTo>
                  <a:lnTo>
                    <a:pt x="1372" y="916"/>
                  </a:lnTo>
                  <a:lnTo>
                    <a:pt x="1379" y="899"/>
                  </a:lnTo>
                  <a:lnTo>
                    <a:pt x="1380" y="883"/>
                  </a:lnTo>
                  <a:lnTo>
                    <a:pt x="1374" y="865"/>
                  </a:lnTo>
                  <a:lnTo>
                    <a:pt x="1359" y="851"/>
                  </a:lnTo>
                  <a:lnTo>
                    <a:pt x="1354" y="84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5364" name="Freeform 37"/>
            <p:cNvSpPr>
              <a:spLocks/>
            </p:cNvSpPr>
            <p:nvPr/>
          </p:nvSpPr>
          <p:spPr bwMode="auto">
            <a:xfrm>
              <a:off x="1206" y="2379"/>
              <a:ext cx="140" cy="32"/>
            </a:xfrm>
            <a:custGeom>
              <a:avLst/>
              <a:gdLst>
                <a:gd name="T0" fmla="*/ 5 w 703"/>
                <a:gd name="T1" fmla="*/ 0 h 162"/>
                <a:gd name="T2" fmla="*/ 5 w 703"/>
                <a:gd name="T3" fmla="*/ 0 h 162"/>
                <a:gd name="T4" fmla="*/ 5 w 703"/>
                <a:gd name="T5" fmla="*/ 0 h 162"/>
                <a:gd name="T6" fmla="*/ 5 w 703"/>
                <a:gd name="T7" fmla="*/ 0 h 162"/>
                <a:gd name="T8" fmla="*/ 4 w 703"/>
                <a:gd name="T9" fmla="*/ 0 h 162"/>
                <a:gd name="T10" fmla="*/ 4 w 703"/>
                <a:gd name="T11" fmla="*/ 0 h 162"/>
                <a:gd name="T12" fmla="*/ 4 w 703"/>
                <a:gd name="T13" fmla="*/ 0 h 162"/>
                <a:gd name="T14" fmla="*/ 3 w 703"/>
                <a:gd name="T15" fmla="*/ 1 h 162"/>
                <a:gd name="T16" fmla="*/ 3 w 703"/>
                <a:gd name="T17" fmla="*/ 1 h 162"/>
                <a:gd name="T18" fmla="*/ 3 w 703"/>
                <a:gd name="T19" fmla="*/ 1 h 162"/>
                <a:gd name="T20" fmla="*/ 2 w 703"/>
                <a:gd name="T21" fmla="*/ 1 h 162"/>
                <a:gd name="T22" fmla="*/ 2 w 703"/>
                <a:gd name="T23" fmla="*/ 1 h 162"/>
                <a:gd name="T24" fmla="*/ 2 w 703"/>
                <a:gd name="T25" fmla="*/ 0 h 162"/>
                <a:gd name="T26" fmla="*/ 1 w 703"/>
                <a:gd name="T27" fmla="*/ 0 h 162"/>
                <a:gd name="T28" fmla="*/ 1 w 703"/>
                <a:gd name="T29" fmla="*/ 0 h 162"/>
                <a:gd name="T30" fmla="*/ 1 w 703"/>
                <a:gd name="T31" fmla="*/ 0 h 162"/>
                <a:gd name="T32" fmla="*/ 1 w 703"/>
                <a:gd name="T33" fmla="*/ 0 h 162"/>
                <a:gd name="T34" fmla="*/ 0 w 703"/>
                <a:gd name="T35" fmla="*/ 0 h 162"/>
                <a:gd name="T36" fmla="*/ 0 w 703"/>
                <a:gd name="T37" fmla="*/ 1 h 162"/>
                <a:gd name="T38" fmla="*/ 0 w 703"/>
                <a:gd name="T39" fmla="*/ 1 h 162"/>
                <a:gd name="T40" fmla="*/ 1 w 703"/>
                <a:gd name="T41" fmla="*/ 1 h 162"/>
                <a:gd name="T42" fmla="*/ 1 w 703"/>
                <a:gd name="T43" fmla="*/ 1 h 162"/>
                <a:gd name="T44" fmla="*/ 1 w 703"/>
                <a:gd name="T45" fmla="*/ 1 h 162"/>
                <a:gd name="T46" fmla="*/ 2 w 703"/>
                <a:gd name="T47" fmla="*/ 1 h 162"/>
                <a:gd name="T48" fmla="*/ 2 w 703"/>
                <a:gd name="T49" fmla="*/ 1 h 162"/>
                <a:gd name="T50" fmla="*/ 2 w 703"/>
                <a:gd name="T51" fmla="*/ 1 h 162"/>
                <a:gd name="T52" fmla="*/ 3 w 703"/>
                <a:gd name="T53" fmla="*/ 1 h 162"/>
                <a:gd name="T54" fmla="*/ 3 w 703"/>
                <a:gd name="T55" fmla="*/ 1 h 162"/>
                <a:gd name="T56" fmla="*/ 3 w 703"/>
                <a:gd name="T57" fmla="*/ 1 h 162"/>
                <a:gd name="T58" fmla="*/ 4 w 703"/>
                <a:gd name="T59" fmla="*/ 1 h 162"/>
                <a:gd name="T60" fmla="*/ 4 w 703"/>
                <a:gd name="T61" fmla="*/ 1 h 162"/>
                <a:gd name="T62" fmla="*/ 5 w 703"/>
                <a:gd name="T63" fmla="*/ 1 h 162"/>
                <a:gd name="T64" fmla="*/ 5 w 703"/>
                <a:gd name="T65" fmla="*/ 1 h 162"/>
                <a:gd name="T66" fmla="*/ 5 w 703"/>
                <a:gd name="T67" fmla="*/ 1 h 162"/>
                <a:gd name="T68" fmla="*/ 5 w 703"/>
                <a:gd name="T69" fmla="*/ 1 h 162"/>
                <a:gd name="T70" fmla="*/ 5 w 703"/>
                <a:gd name="T71" fmla="*/ 1 h 162"/>
                <a:gd name="T72" fmla="*/ 5 w 703"/>
                <a:gd name="T73" fmla="*/ 1 h 162"/>
                <a:gd name="T74" fmla="*/ 5 w 703"/>
                <a:gd name="T75" fmla="*/ 1 h 162"/>
                <a:gd name="T76" fmla="*/ 6 w 703"/>
                <a:gd name="T77" fmla="*/ 0 h 162"/>
                <a:gd name="T78" fmla="*/ 6 w 703"/>
                <a:gd name="T79" fmla="*/ 0 h 162"/>
                <a:gd name="T80" fmla="*/ 6 w 703"/>
                <a:gd name="T81" fmla="*/ 0 h 162"/>
                <a:gd name="T82" fmla="*/ 5 w 703"/>
                <a:gd name="T83" fmla="*/ 0 h 162"/>
                <a:gd name="T84" fmla="*/ 5 w 703"/>
                <a:gd name="T85" fmla="*/ 0 h 162"/>
                <a:gd name="T86" fmla="*/ 5 w 703"/>
                <a:gd name="T87" fmla="*/ 0 h 162"/>
                <a:gd name="T88" fmla="*/ 5 w 703"/>
                <a:gd name="T89" fmla="*/ 0 h 162"/>
                <a:gd name="T90" fmla="*/ 5 w 703"/>
                <a:gd name="T91" fmla="*/ 0 h 162"/>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703"/>
                <a:gd name="T139" fmla="*/ 0 h 162"/>
                <a:gd name="T140" fmla="*/ 703 w 703"/>
                <a:gd name="T141" fmla="*/ 162 h 162"/>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703" h="162">
                  <a:moveTo>
                    <a:pt x="631" y="8"/>
                  </a:moveTo>
                  <a:lnTo>
                    <a:pt x="636" y="6"/>
                  </a:lnTo>
                  <a:lnTo>
                    <a:pt x="606" y="20"/>
                  </a:lnTo>
                  <a:lnTo>
                    <a:pt x="575" y="32"/>
                  </a:lnTo>
                  <a:lnTo>
                    <a:pt x="540" y="42"/>
                  </a:lnTo>
                  <a:lnTo>
                    <a:pt x="504" y="52"/>
                  </a:lnTo>
                  <a:lnTo>
                    <a:pt x="467" y="59"/>
                  </a:lnTo>
                  <a:lnTo>
                    <a:pt x="428" y="64"/>
                  </a:lnTo>
                  <a:lnTo>
                    <a:pt x="389" y="67"/>
                  </a:lnTo>
                  <a:lnTo>
                    <a:pt x="348" y="68"/>
                  </a:lnTo>
                  <a:lnTo>
                    <a:pt x="308" y="68"/>
                  </a:lnTo>
                  <a:lnTo>
                    <a:pt x="267" y="65"/>
                  </a:lnTo>
                  <a:lnTo>
                    <a:pt x="226" y="61"/>
                  </a:lnTo>
                  <a:lnTo>
                    <a:pt x="187" y="54"/>
                  </a:lnTo>
                  <a:lnTo>
                    <a:pt x="148" y="44"/>
                  </a:lnTo>
                  <a:lnTo>
                    <a:pt x="110" y="33"/>
                  </a:lnTo>
                  <a:lnTo>
                    <a:pt x="75" y="20"/>
                  </a:lnTo>
                  <a:lnTo>
                    <a:pt x="42" y="5"/>
                  </a:lnTo>
                  <a:lnTo>
                    <a:pt x="0" y="89"/>
                  </a:lnTo>
                  <a:lnTo>
                    <a:pt x="40" y="107"/>
                  </a:lnTo>
                  <a:lnTo>
                    <a:pt x="82" y="122"/>
                  </a:lnTo>
                  <a:lnTo>
                    <a:pt x="124" y="135"/>
                  </a:lnTo>
                  <a:lnTo>
                    <a:pt x="169" y="146"/>
                  </a:lnTo>
                  <a:lnTo>
                    <a:pt x="214" y="153"/>
                  </a:lnTo>
                  <a:lnTo>
                    <a:pt x="258" y="158"/>
                  </a:lnTo>
                  <a:lnTo>
                    <a:pt x="303" y="162"/>
                  </a:lnTo>
                  <a:lnTo>
                    <a:pt x="348" y="162"/>
                  </a:lnTo>
                  <a:lnTo>
                    <a:pt x="394" y="161"/>
                  </a:lnTo>
                  <a:lnTo>
                    <a:pt x="439" y="157"/>
                  </a:lnTo>
                  <a:lnTo>
                    <a:pt x="481" y="150"/>
                  </a:lnTo>
                  <a:lnTo>
                    <a:pt x="525" y="143"/>
                  </a:lnTo>
                  <a:lnTo>
                    <a:pt x="566" y="132"/>
                  </a:lnTo>
                  <a:lnTo>
                    <a:pt x="606" y="121"/>
                  </a:lnTo>
                  <a:lnTo>
                    <a:pt x="643" y="105"/>
                  </a:lnTo>
                  <a:lnTo>
                    <a:pt x="678" y="88"/>
                  </a:lnTo>
                  <a:lnTo>
                    <a:pt x="683" y="86"/>
                  </a:lnTo>
                  <a:lnTo>
                    <a:pt x="678" y="88"/>
                  </a:lnTo>
                  <a:lnTo>
                    <a:pt x="695" y="75"/>
                  </a:lnTo>
                  <a:lnTo>
                    <a:pt x="702" y="60"/>
                  </a:lnTo>
                  <a:lnTo>
                    <a:pt x="703" y="42"/>
                  </a:lnTo>
                  <a:lnTo>
                    <a:pt x="698" y="26"/>
                  </a:lnTo>
                  <a:lnTo>
                    <a:pt x="688" y="12"/>
                  </a:lnTo>
                  <a:lnTo>
                    <a:pt x="674" y="3"/>
                  </a:lnTo>
                  <a:lnTo>
                    <a:pt x="656" y="0"/>
                  </a:lnTo>
                  <a:lnTo>
                    <a:pt x="636" y="6"/>
                  </a:lnTo>
                  <a:lnTo>
                    <a:pt x="631"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5365" name="Freeform 38"/>
            <p:cNvSpPr>
              <a:spLocks/>
            </p:cNvSpPr>
            <p:nvPr/>
          </p:nvSpPr>
          <p:spPr bwMode="auto">
            <a:xfrm>
              <a:off x="1332" y="2204"/>
              <a:ext cx="283" cy="192"/>
            </a:xfrm>
            <a:custGeom>
              <a:avLst/>
              <a:gdLst>
                <a:gd name="T0" fmla="*/ 11 w 1415"/>
                <a:gd name="T1" fmla="*/ 0 h 960"/>
                <a:gd name="T2" fmla="*/ 11 w 1415"/>
                <a:gd name="T3" fmla="*/ 0 h 960"/>
                <a:gd name="T4" fmla="*/ 0 w 1415"/>
                <a:gd name="T5" fmla="*/ 7 h 960"/>
                <a:gd name="T6" fmla="*/ 0 w 1415"/>
                <a:gd name="T7" fmla="*/ 8 h 960"/>
                <a:gd name="T8" fmla="*/ 11 w 1415"/>
                <a:gd name="T9" fmla="*/ 1 h 960"/>
                <a:gd name="T10" fmla="*/ 11 w 1415"/>
                <a:gd name="T11" fmla="*/ 1 h 960"/>
                <a:gd name="T12" fmla="*/ 11 w 1415"/>
                <a:gd name="T13" fmla="*/ 1 h 960"/>
                <a:gd name="T14" fmla="*/ 11 w 1415"/>
                <a:gd name="T15" fmla="*/ 1 h 960"/>
                <a:gd name="T16" fmla="*/ 11 w 1415"/>
                <a:gd name="T17" fmla="*/ 0 h 960"/>
                <a:gd name="T18" fmla="*/ 11 w 1415"/>
                <a:gd name="T19" fmla="*/ 0 h 960"/>
                <a:gd name="T20" fmla="*/ 11 w 1415"/>
                <a:gd name="T21" fmla="*/ 0 h 960"/>
                <a:gd name="T22" fmla="*/ 11 w 1415"/>
                <a:gd name="T23" fmla="*/ 0 h 960"/>
                <a:gd name="T24" fmla="*/ 11 w 1415"/>
                <a:gd name="T25" fmla="*/ 0 h 960"/>
                <a:gd name="T26" fmla="*/ 11 w 1415"/>
                <a:gd name="T27" fmla="*/ 0 h 960"/>
                <a:gd name="T28" fmla="*/ 11 w 1415"/>
                <a:gd name="T29" fmla="*/ 0 h 960"/>
                <a:gd name="T30" fmla="*/ 11 w 1415"/>
                <a:gd name="T31" fmla="*/ 0 h 96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15"/>
                <a:gd name="T49" fmla="*/ 0 h 960"/>
                <a:gd name="T50" fmla="*/ 1415 w 1415"/>
                <a:gd name="T51" fmla="*/ 960 h 96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15" h="960">
                  <a:moveTo>
                    <a:pt x="1338" y="10"/>
                  </a:moveTo>
                  <a:lnTo>
                    <a:pt x="1342" y="8"/>
                  </a:lnTo>
                  <a:lnTo>
                    <a:pt x="0" y="882"/>
                  </a:lnTo>
                  <a:lnTo>
                    <a:pt x="52" y="960"/>
                  </a:lnTo>
                  <a:lnTo>
                    <a:pt x="1393" y="85"/>
                  </a:lnTo>
                  <a:lnTo>
                    <a:pt x="1397" y="83"/>
                  </a:lnTo>
                  <a:lnTo>
                    <a:pt x="1393" y="85"/>
                  </a:lnTo>
                  <a:lnTo>
                    <a:pt x="1409" y="71"/>
                  </a:lnTo>
                  <a:lnTo>
                    <a:pt x="1415" y="53"/>
                  </a:lnTo>
                  <a:lnTo>
                    <a:pt x="1413" y="37"/>
                  </a:lnTo>
                  <a:lnTo>
                    <a:pt x="1406" y="21"/>
                  </a:lnTo>
                  <a:lnTo>
                    <a:pt x="1395" y="8"/>
                  </a:lnTo>
                  <a:lnTo>
                    <a:pt x="1379" y="1"/>
                  </a:lnTo>
                  <a:lnTo>
                    <a:pt x="1361" y="0"/>
                  </a:lnTo>
                  <a:lnTo>
                    <a:pt x="1342" y="8"/>
                  </a:lnTo>
                  <a:lnTo>
                    <a:pt x="1338" y="1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5366" name="Freeform 39"/>
            <p:cNvSpPr>
              <a:spLocks/>
            </p:cNvSpPr>
            <p:nvPr/>
          </p:nvSpPr>
          <p:spPr bwMode="auto">
            <a:xfrm>
              <a:off x="1599" y="2057"/>
              <a:ext cx="80" cy="163"/>
            </a:xfrm>
            <a:custGeom>
              <a:avLst/>
              <a:gdLst>
                <a:gd name="T0" fmla="*/ 2 w 398"/>
                <a:gd name="T1" fmla="*/ 0 h 817"/>
                <a:gd name="T2" fmla="*/ 2 w 398"/>
                <a:gd name="T3" fmla="*/ 0 h 817"/>
                <a:gd name="T4" fmla="*/ 2 w 398"/>
                <a:gd name="T5" fmla="*/ 1 h 817"/>
                <a:gd name="T6" fmla="*/ 2 w 398"/>
                <a:gd name="T7" fmla="*/ 1 h 817"/>
                <a:gd name="T8" fmla="*/ 2 w 398"/>
                <a:gd name="T9" fmla="*/ 2 h 817"/>
                <a:gd name="T10" fmla="*/ 2 w 398"/>
                <a:gd name="T11" fmla="*/ 2 h 817"/>
                <a:gd name="T12" fmla="*/ 2 w 398"/>
                <a:gd name="T13" fmla="*/ 2 h 817"/>
                <a:gd name="T14" fmla="*/ 2 w 398"/>
                <a:gd name="T15" fmla="*/ 3 h 817"/>
                <a:gd name="T16" fmla="*/ 2 w 398"/>
                <a:gd name="T17" fmla="*/ 3 h 817"/>
                <a:gd name="T18" fmla="*/ 2 w 398"/>
                <a:gd name="T19" fmla="*/ 4 h 817"/>
                <a:gd name="T20" fmla="*/ 2 w 398"/>
                <a:gd name="T21" fmla="*/ 4 h 817"/>
                <a:gd name="T22" fmla="*/ 1 w 398"/>
                <a:gd name="T23" fmla="*/ 4 h 817"/>
                <a:gd name="T24" fmla="*/ 1 w 398"/>
                <a:gd name="T25" fmla="*/ 5 h 817"/>
                <a:gd name="T26" fmla="*/ 1 w 398"/>
                <a:gd name="T27" fmla="*/ 5 h 817"/>
                <a:gd name="T28" fmla="*/ 1 w 398"/>
                <a:gd name="T29" fmla="*/ 5 h 817"/>
                <a:gd name="T30" fmla="*/ 1 w 398"/>
                <a:gd name="T31" fmla="*/ 5 h 817"/>
                <a:gd name="T32" fmla="*/ 0 w 398"/>
                <a:gd name="T33" fmla="*/ 6 h 817"/>
                <a:gd name="T34" fmla="*/ 0 w 398"/>
                <a:gd name="T35" fmla="*/ 6 h 817"/>
                <a:gd name="T36" fmla="*/ 0 w 398"/>
                <a:gd name="T37" fmla="*/ 7 h 817"/>
                <a:gd name="T38" fmla="*/ 1 w 398"/>
                <a:gd name="T39" fmla="*/ 6 h 817"/>
                <a:gd name="T40" fmla="*/ 1 w 398"/>
                <a:gd name="T41" fmla="*/ 6 h 817"/>
                <a:gd name="T42" fmla="*/ 1 w 398"/>
                <a:gd name="T43" fmla="*/ 6 h 817"/>
                <a:gd name="T44" fmla="*/ 2 w 398"/>
                <a:gd name="T45" fmla="*/ 5 h 817"/>
                <a:gd name="T46" fmla="*/ 2 w 398"/>
                <a:gd name="T47" fmla="*/ 5 h 817"/>
                <a:gd name="T48" fmla="*/ 2 w 398"/>
                <a:gd name="T49" fmla="*/ 5 h 817"/>
                <a:gd name="T50" fmla="*/ 2 w 398"/>
                <a:gd name="T51" fmla="*/ 4 h 817"/>
                <a:gd name="T52" fmla="*/ 2 w 398"/>
                <a:gd name="T53" fmla="*/ 4 h 817"/>
                <a:gd name="T54" fmla="*/ 3 w 398"/>
                <a:gd name="T55" fmla="*/ 3 h 817"/>
                <a:gd name="T56" fmla="*/ 3 w 398"/>
                <a:gd name="T57" fmla="*/ 3 h 817"/>
                <a:gd name="T58" fmla="*/ 3 w 398"/>
                <a:gd name="T59" fmla="*/ 3 h 817"/>
                <a:gd name="T60" fmla="*/ 3 w 398"/>
                <a:gd name="T61" fmla="*/ 2 h 817"/>
                <a:gd name="T62" fmla="*/ 3 w 398"/>
                <a:gd name="T63" fmla="*/ 2 h 817"/>
                <a:gd name="T64" fmla="*/ 3 w 398"/>
                <a:gd name="T65" fmla="*/ 1 h 817"/>
                <a:gd name="T66" fmla="*/ 3 w 398"/>
                <a:gd name="T67" fmla="*/ 1 h 817"/>
                <a:gd name="T68" fmla="*/ 3 w 398"/>
                <a:gd name="T69" fmla="*/ 0 h 817"/>
                <a:gd name="T70" fmla="*/ 3 w 398"/>
                <a:gd name="T71" fmla="*/ 0 h 817"/>
                <a:gd name="T72" fmla="*/ 3 w 398"/>
                <a:gd name="T73" fmla="*/ 0 h 817"/>
                <a:gd name="T74" fmla="*/ 3 w 398"/>
                <a:gd name="T75" fmla="*/ 0 h 817"/>
                <a:gd name="T76" fmla="*/ 3 w 398"/>
                <a:gd name="T77" fmla="*/ 0 h 817"/>
                <a:gd name="T78" fmla="*/ 3 w 398"/>
                <a:gd name="T79" fmla="*/ 0 h 817"/>
                <a:gd name="T80" fmla="*/ 3 w 398"/>
                <a:gd name="T81" fmla="*/ 0 h 817"/>
                <a:gd name="T82" fmla="*/ 3 w 398"/>
                <a:gd name="T83" fmla="*/ 0 h 817"/>
                <a:gd name="T84" fmla="*/ 3 w 398"/>
                <a:gd name="T85" fmla="*/ 0 h 817"/>
                <a:gd name="T86" fmla="*/ 2 w 398"/>
                <a:gd name="T87" fmla="*/ 0 h 817"/>
                <a:gd name="T88" fmla="*/ 2 w 398"/>
                <a:gd name="T89" fmla="*/ 0 h 817"/>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398"/>
                <a:gd name="T136" fmla="*/ 0 h 817"/>
                <a:gd name="T137" fmla="*/ 398 w 398"/>
                <a:gd name="T138" fmla="*/ 817 h 817"/>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398" h="817">
                  <a:moveTo>
                    <a:pt x="304" y="47"/>
                  </a:moveTo>
                  <a:lnTo>
                    <a:pt x="304" y="47"/>
                  </a:lnTo>
                  <a:lnTo>
                    <a:pt x="301" y="97"/>
                  </a:lnTo>
                  <a:lnTo>
                    <a:pt x="297" y="147"/>
                  </a:lnTo>
                  <a:lnTo>
                    <a:pt x="291" y="198"/>
                  </a:lnTo>
                  <a:lnTo>
                    <a:pt x="280" y="247"/>
                  </a:lnTo>
                  <a:lnTo>
                    <a:pt x="268" y="297"/>
                  </a:lnTo>
                  <a:lnTo>
                    <a:pt x="253" y="347"/>
                  </a:lnTo>
                  <a:lnTo>
                    <a:pt x="236" y="395"/>
                  </a:lnTo>
                  <a:lnTo>
                    <a:pt x="217" y="442"/>
                  </a:lnTo>
                  <a:lnTo>
                    <a:pt x="195" y="487"/>
                  </a:lnTo>
                  <a:lnTo>
                    <a:pt x="171" y="532"/>
                  </a:lnTo>
                  <a:lnTo>
                    <a:pt x="147" y="574"/>
                  </a:lnTo>
                  <a:lnTo>
                    <a:pt x="121" y="613"/>
                  </a:lnTo>
                  <a:lnTo>
                    <a:pt x="93" y="650"/>
                  </a:lnTo>
                  <a:lnTo>
                    <a:pt x="64" y="684"/>
                  </a:lnTo>
                  <a:lnTo>
                    <a:pt x="32" y="716"/>
                  </a:lnTo>
                  <a:lnTo>
                    <a:pt x="0" y="744"/>
                  </a:lnTo>
                  <a:lnTo>
                    <a:pt x="59" y="817"/>
                  </a:lnTo>
                  <a:lnTo>
                    <a:pt x="95" y="784"/>
                  </a:lnTo>
                  <a:lnTo>
                    <a:pt x="132" y="748"/>
                  </a:lnTo>
                  <a:lnTo>
                    <a:pt x="166" y="709"/>
                  </a:lnTo>
                  <a:lnTo>
                    <a:pt x="196" y="667"/>
                  </a:lnTo>
                  <a:lnTo>
                    <a:pt x="227" y="623"/>
                  </a:lnTo>
                  <a:lnTo>
                    <a:pt x="253" y="576"/>
                  </a:lnTo>
                  <a:lnTo>
                    <a:pt x="279" y="530"/>
                  </a:lnTo>
                  <a:lnTo>
                    <a:pt x="301" y="479"/>
                  </a:lnTo>
                  <a:lnTo>
                    <a:pt x="323" y="428"/>
                  </a:lnTo>
                  <a:lnTo>
                    <a:pt x="342" y="375"/>
                  </a:lnTo>
                  <a:lnTo>
                    <a:pt x="359" y="321"/>
                  </a:lnTo>
                  <a:lnTo>
                    <a:pt x="372" y="268"/>
                  </a:lnTo>
                  <a:lnTo>
                    <a:pt x="382" y="212"/>
                  </a:lnTo>
                  <a:lnTo>
                    <a:pt x="391" y="157"/>
                  </a:lnTo>
                  <a:lnTo>
                    <a:pt x="395" y="102"/>
                  </a:lnTo>
                  <a:lnTo>
                    <a:pt x="398" y="47"/>
                  </a:lnTo>
                  <a:lnTo>
                    <a:pt x="394" y="27"/>
                  </a:lnTo>
                  <a:lnTo>
                    <a:pt x="383" y="11"/>
                  </a:lnTo>
                  <a:lnTo>
                    <a:pt x="368" y="3"/>
                  </a:lnTo>
                  <a:lnTo>
                    <a:pt x="351" y="0"/>
                  </a:lnTo>
                  <a:lnTo>
                    <a:pt x="333" y="3"/>
                  </a:lnTo>
                  <a:lnTo>
                    <a:pt x="319" y="11"/>
                  </a:lnTo>
                  <a:lnTo>
                    <a:pt x="307" y="27"/>
                  </a:lnTo>
                  <a:lnTo>
                    <a:pt x="304" y="4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5367" name="Freeform 40"/>
            <p:cNvSpPr>
              <a:spLocks/>
            </p:cNvSpPr>
            <p:nvPr/>
          </p:nvSpPr>
          <p:spPr bwMode="auto">
            <a:xfrm>
              <a:off x="1660" y="1701"/>
              <a:ext cx="19" cy="365"/>
            </a:xfrm>
            <a:custGeom>
              <a:avLst/>
              <a:gdLst>
                <a:gd name="T0" fmla="*/ 0 w 95"/>
                <a:gd name="T1" fmla="*/ 0 h 1826"/>
                <a:gd name="T2" fmla="*/ 0 w 95"/>
                <a:gd name="T3" fmla="*/ 0 h 1826"/>
                <a:gd name="T4" fmla="*/ 0 w 95"/>
                <a:gd name="T5" fmla="*/ 15 h 1826"/>
                <a:gd name="T6" fmla="*/ 1 w 95"/>
                <a:gd name="T7" fmla="*/ 15 h 1826"/>
                <a:gd name="T8" fmla="*/ 1 w 95"/>
                <a:gd name="T9" fmla="*/ 0 h 1826"/>
                <a:gd name="T10" fmla="*/ 1 w 95"/>
                <a:gd name="T11" fmla="*/ 0 h 1826"/>
                <a:gd name="T12" fmla="*/ 1 w 95"/>
                <a:gd name="T13" fmla="*/ 0 h 1826"/>
                <a:gd name="T14" fmla="*/ 1 w 95"/>
                <a:gd name="T15" fmla="*/ 0 h 1826"/>
                <a:gd name="T16" fmla="*/ 1 w 95"/>
                <a:gd name="T17" fmla="*/ 0 h 1826"/>
                <a:gd name="T18" fmla="*/ 1 w 95"/>
                <a:gd name="T19" fmla="*/ 0 h 1826"/>
                <a:gd name="T20" fmla="*/ 0 w 95"/>
                <a:gd name="T21" fmla="*/ 0 h 1826"/>
                <a:gd name="T22" fmla="*/ 0 w 95"/>
                <a:gd name="T23" fmla="*/ 0 h 1826"/>
                <a:gd name="T24" fmla="*/ 0 w 95"/>
                <a:gd name="T25" fmla="*/ 0 h 1826"/>
                <a:gd name="T26" fmla="*/ 0 w 95"/>
                <a:gd name="T27" fmla="*/ 0 h 1826"/>
                <a:gd name="T28" fmla="*/ 0 w 95"/>
                <a:gd name="T29" fmla="*/ 0 h 1826"/>
                <a:gd name="T30" fmla="*/ 0 w 95"/>
                <a:gd name="T31" fmla="*/ 0 h 182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95"/>
                <a:gd name="T49" fmla="*/ 0 h 1826"/>
                <a:gd name="T50" fmla="*/ 95 w 95"/>
                <a:gd name="T51" fmla="*/ 1826 h 182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95" h="1826">
                  <a:moveTo>
                    <a:pt x="0" y="49"/>
                  </a:moveTo>
                  <a:lnTo>
                    <a:pt x="0" y="47"/>
                  </a:lnTo>
                  <a:lnTo>
                    <a:pt x="1" y="1826"/>
                  </a:lnTo>
                  <a:lnTo>
                    <a:pt x="95" y="1826"/>
                  </a:lnTo>
                  <a:lnTo>
                    <a:pt x="93" y="47"/>
                  </a:lnTo>
                  <a:lnTo>
                    <a:pt x="93" y="45"/>
                  </a:lnTo>
                  <a:lnTo>
                    <a:pt x="93" y="47"/>
                  </a:lnTo>
                  <a:lnTo>
                    <a:pt x="90" y="27"/>
                  </a:lnTo>
                  <a:lnTo>
                    <a:pt x="79" y="12"/>
                  </a:lnTo>
                  <a:lnTo>
                    <a:pt x="64" y="4"/>
                  </a:lnTo>
                  <a:lnTo>
                    <a:pt x="47" y="0"/>
                  </a:lnTo>
                  <a:lnTo>
                    <a:pt x="29" y="4"/>
                  </a:lnTo>
                  <a:lnTo>
                    <a:pt x="15" y="12"/>
                  </a:lnTo>
                  <a:lnTo>
                    <a:pt x="3" y="27"/>
                  </a:lnTo>
                  <a:lnTo>
                    <a:pt x="0" y="47"/>
                  </a:lnTo>
                  <a:lnTo>
                    <a:pt x="0" y="4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5368" name="Freeform 41"/>
            <p:cNvSpPr>
              <a:spLocks/>
            </p:cNvSpPr>
            <p:nvPr/>
          </p:nvSpPr>
          <p:spPr bwMode="auto">
            <a:xfrm>
              <a:off x="1598" y="1598"/>
              <a:ext cx="81" cy="113"/>
            </a:xfrm>
            <a:custGeom>
              <a:avLst/>
              <a:gdLst>
                <a:gd name="T0" fmla="*/ 0 w 401"/>
                <a:gd name="T1" fmla="*/ 1 h 566"/>
                <a:gd name="T2" fmla="*/ 0 w 401"/>
                <a:gd name="T3" fmla="*/ 1 h 566"/>
                <a:gd name="T4" fmla="*/ 0 w 401"/>
                <a:gd name="T5" fmla="*/ 1 h 566"/>
                <a:gd name="T6" fmla="*/ 1 w 401"/>
                <a:gd name="T7" fmla="*/ 1 h 566"/>
                <a:gd name="T8" fmla="*/ 1 w 401"/>
                <a:gd name="T9" fmla="*/ 1 h 566"/>
                <a:gd name="T10" fmla="*/ 1 w 401"/>
                <a:gd name="T11" fmla="*/ 1 h 566"/>
                <a:gd name="T12" fmla="*/ 1 w 401"/>
                <a:gd name="T13" fmla="*/ 2 h 566"/>
                <a:gd name="T14" fmla="*/ 1 w 401"/>
                <a:gd name="T15" fmla="*/ 2 h 566"/>
                <a:gd name="T16" fmla="*/ 2 w 401"/>
                <a:gd name="T17" fmla="*/ 2 h 566"/>
                <a:gd name="T18" fmla="*/ 2 w 401"/>
                <a:gd name="T19" fmla="*/ 2 h 566"/>
                <a:gd name="T20" fmla="*/ 2 w 401"/>
                <a:gd name="T21" fmla="*/ 2 h 566"/>
                <a:gd name="T22" fmla="*/ 2 w 401"/>
                <a:gd name="T23" fmla="*/ 3 h 566"/>
                <a:gd name="T24" fmla="*/ 2 w 401"/>
                <a:gd name="T25" fmla="*/ 3 h 566"/>
                <a:gd name="T26" fmla="*/ 2 w 401"/>
                <a:gd name="T27" fmla="*/ 3 h 566"/>
                <a:gd name="T28" fmla="*/ 2 w 401"/>
                <a:gd name="T29" fmla="*/ 4 h 566"/>
                <a:gd name="T30" fmla="*/ 2 w 401"/>
                <a:gd name="T31" fmla="*/ 4 h 566"/>
                <a:gd name="T32" fmla="*/ 2 w 401"/>
                <a:gd name="T33" fmla="*/ 4 h 566"/>
                <a:gd name="T34" fmla="*/ 3 w 401"/>
                <a:gd name="T35" fmla="*/ 5 h 566"/>
                <a:gd name="T36" fmla="*/ 3 w 401"/>
                <a:gd name="T37" fmla="*/ 4 h 566"/>
                <a:gd name="T38" fmla="*/ 3 w 401"/>
                <a:gd name="T39" fmla="*/ 4 h 566"/>
                <a:gd name="T40" fmla="*/ 3 w 401"/>
                <a:gd name="T41" fmla="*/ 4 h 566"/>
                <a:gd name="T42" fmla="*/ 3 w 401"/>
                <a:gd name="T43" fmla="*/ 3 h 566"/>
                <a:gd name="T44" fmla="*/ 3 w 401"/>
                <a:gd name="T45" fmla="*/ 3 h 566"/>
                <a:gd name="T46" fmla="*/ 3 w 401"/>
                <a:gd name="T47" fmla="*/ 3 h 566"/>
                <a:gd name="T48" fmla="*/ 3 w 401"/>
                <a:gd name="T49" fmla="*/ 2 h 566"/>
                <a:gd name="T50" fmla="*/ 3 w 401"/>
                <a:gd name="T51" fmla="*/ 2 h 566"/>
                <a:gd name="T52" fmla="*/ 2 w 401"/>
                <a:gd name="T53" fmla="*/ 2 h 566"/>
                <a:gd name="T54" fmla="*/ 2 w 401"/>
                <a:gd name="T55" fmla="*/ 2 h 566"/>
                <a:gd name="T56" fmla="*/ 2 w 401"/>
                <a:gd name="T57" fmla="*/ 1 h 566"/>
                <a:gd name="T58" fmla="*/ 2 w 401"/>
                <a:gd name="T59" fmla="*/ 1 h 566"/>
                <a:gd name="T60" fmla="*/ 2 w 401"/>
                <a:gd name="T61" fmla="*/ 1 h 566"/>
                <a:gd name="T62" fmla="*/ 1 w 401"/>
                <a:gd name="T63" fmla="*/ 1 h 566"/>
                <a:gd name="T64" fmla="*/ 1 w 401"/>
                <a:gd name="T65" fmla="*/ 0 h 566"/>
                <a:gd name="T66" fmla="*/ 1 w 401"/>
                <a:gd name="T67" fmla="*/ 0 h 566"/>
                <a:gd name="T68" fmla="*/ 1 w 401"/>
                <a:gd name="T69" fmla="*/ 0 h 566"/>
                <a:gd name="T70" fmla="*/ 1 w 401"/>
                <a:gd name="T71" fmla="*/ 0 h 566"/>
                <a:gd name="T72" fmla="*/ 1 w 401"/>
                <a:gd name="T73" fmla="*/ 0 h 566"/>
                <a:gd name="T74" fmla="*/ 0 w 401"/>
                <a:gd name="T75" fmla="*/ 0 h 566"/>
                <a:gd name="T76" fmla="*/ 0 w 401"/>
                <a:gd name="T77" fmla="*/ 0 h 566"/>
                <a:gd name="T78" fmla="*/ 0 w 401"/>
                <a:gd name="T79" fmla="*/ 0 h 566"/>
                <a:gd name="T80" fmla="*/ 0 w 401"/>
                <a:gd name="T81" fmla="*/ 0 h 566"/>
                <a:gd name="T82" fmla="*/ 0 w 401"/>
                <a:gd name="T83" fmla="*/ 0 h 566"/>
                <a:gd name="T84" fmla="*/ 0 w 401"/>
                <a:gd name="T85" fmla="*/ 0 h 566"/>
                <a:gd name="T86" fmla="*/ 0 w 401"/>
                <a:gd name="T87" fmla="*/ 1 h 566"/>
                <a:gd name="T88" fmla="*/ 0 w 401"/>
                <a:gd name="T89" fmla="*/ 1 h 56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401"/>
                <a:gd name="T136" fmla="*/ 0 h 566"/>
                <a:gd name="T137" fmla="*/ 401 w 401"/>
                <a:gd name="T138" fmla="*/ 566 h 566"/>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401" h="566">
                  <a:moveTo>
                    <a:pt x="23" y="88"/>
                  </a:moveTo>
                  <a:lnTo>
                    <a:pt x="23" y="88"/>
                  </a:lnTo>
                  <a:lnTo>
                    <a:pt x="53" y="107"/>
                  </a:lnTo>
                  <a:lnTo>
                    <a:pt x="83" y="125"/>
                  </a:lnTo>
                  <a:lnTo>
                    <a:pt x="108" y="147"/>
                  </a:lnTo>
                  <a:lnTo>
                    <a:pt x="135" y="171"/>
                  </a:lnTo>
                  <a:lnTo>
                    <a:pt x="160" y="196"/>
                  </a:lnTo>
                  <a:lnTo>
                    <a:pt x="182" y="223"/>
                  </a:lnTo>
                  <a:lnTo>
                    <a:pt x="205" y="251"/>
                  </a:lnTo>
                  <a:lnTo>
                    <a:pt x="223" y="281"/>
                  </a:lnTo>
                  <a:lnTo>
                    <a:pt x="240" y="312"/>
                  </a:lnTo>
                  <a:lnTo>
                    <a:pt x="256" y="345"/>
                  </a:lnTo>
                  <a:lnTo>
                    <a:pt x="270" y="379"/>
                  </a:lnTo>
                  <a:lnTo>
                    <a:pt x="282" y="414"/>
                  </a:lnTo>
                  <a:lnTo>
                    <a:pt x="291" y="450"/>
                  </a:lnTo>
                  <a:lnTo>
                    <a:pt x="299" y="488"/>
                  </a:lnTo>
                  <a:lnTo>
                    <a:pt x="304" y="526"/>
                  </a:lnTo>
                  <a:lnTo>
                    <a:pt x="308" y="566"/>
                  </a:lnTo>
                  <a:lnTo>
                    <a:pt x="401" y="562"/>
                  </a:lnTo>
                  <a:lnTo>
                    <a:pt x="398" y="517"/>
                  </a:lnTo>
                  <a:lnTo>
                    <a:pt x="391" y="471"/>
                  </a:lnTo>
                  <a:lnTo>
                    <a:pt x="383" y="429"/>
                  </a:lnTo>
                  <a:lnTo>
                    <a:pt x="371" y="386"/>
                  </a:lnTo>
                  <a:lnTo>
                    <a:pt x="357" y="346"/>
                  </a:lnTo>
                  <a:lnTo>
                    <a:pt x="340" y="307"/>
                  </a:lnTo>
                  <a:lnTo>
                    <a:pt x="324" y="270"/>
                  </a:lnTo>
                  <a:lnTo>
                    <a:pt x="303" y="232"/>
                  </a:lnTo>
                  <a:lnTo>
                    <a:pt x="280" y="197"/>
                  </a:lnTo>
                  <a:lnTo>
                    <a:pt x="255" y="164"/>
                  </a:lnTo>
                  <a:lnTo>
                    <a:pt x="228" y="132"/>
                  </a:lnTo>
                  <a:lnTo>
                    <a:pt x="199" y="103"/>
                  </a:lnTo>
                  <a:lnTo>
                    <a:pt x="169" y="76"/>
                  </a:lnTo>
                  <a:lnTo>
                    <a:pt x="137" y="50"/>
                  </a:lnTo>
                  <a:lnTo>
                    <a:pt x="103" y="27"/>
                  </a:lnTo>
                  <a:lnTo>
                    <a:pt x="67" y="6"/>
                  </a:lnTo>
                  <a:lnTo>
                    <a:pt x="48" y="0"/>
                  </a:lnTo>
                  <a:lnTo>
                    <a:pt x="30" y="2"/>
                  </a:lnTo>
                  <a:lnTo>
                    <a:pt x="16" y="12"/>
                  </a:lnTo>
                  <a:lnTo>
                    <a:pt x="5" y="25"/>
                  </a:lnTo>
                  <a:lnTo>
                    <a:pt x="0" y="41"/>
                  </a:lnTo>
                  <a:lnTo>
                    <a:pt x="0" y="59"/>
                  </a:lnTo>
                  <a:lnTo>
                    <a:pt x="8" y="75"/>
                  </a:lnTo>
                  <a:lnTo>
                    <a:pt x="23"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5369" name="Freeform 42"/>
            <p:cNvSpPr>
              <a:spLocks/>
            </p:cNvSpPr>
            <p:nvPr/>
          </p:nvSpPr>
          <p:spPr bwMode="auto">
            <a:xfrm>
              <a:off x="1346" y="1455"/>
              <a:ext cx="266" cy="160"/>
            </a:xfrm>
            <a:custGeom>
              <a:avLst/>
              <a:gdLst>
                <a:gd name="T0" fmla="*/ 0 w 1330"/>
                <a:gd name="T1" fmla="*/ 1 h 801"/>
                <a:gd name="T2" fmla="*/ 0 w 1330"/>
                <a:gd name="T3" fmla="*/ 1 h 801"/>
                <a:gd name="T4" fmla="*/ 10 w 1330"/>
                <a:gd name="T5" fmla="*/ 6 h 801"/>
                <a:gd name="T6" fmla="*/ 11 w 1330"/>
                <a:gd name="T7" fmla="*/ 6 h 801"/>
                <a:gd name="T8" fmla="*/ 1 w 1330"/>
                <a:gd name="T9" fmla="*/ 0 h 801"/>
                <a:gd name="T10" fmla="*/ 1 w 1330"/>
                <a:gd name="T11" fmla="*/ 0 h 801"/>
                <a:gd name="T12" fmla="*/ 1 w 1330"/>
                <a:gd name="T13" fmla="*/ 0 h 801"/>
                <a:gd name="T14" fmla="*/ 0 w 1330"/>
                <a:gd name="T15" fmla="*/ 0 h 801"/>
                <a:gd name="T16" fmla="*/ 0 w 1330"/>
                <a:gd name="T17" fmla="*/ 0 h 801"/>
                <a:gd name="T18" fmla="*/ 0 w 1330"/>
                <a:gd name="T19" fmla="*/ 0 h 801"/>
                <a:gd name="T20" fmla="*/ 0 w 1330"/>
                <a:gd name="T21" fmla="*/ 0 h 801"/>
                <a:gd name="T22" fmla="*/ 0 w 1330"/>
                <a:gd name="T23" fmla="*/ 0 h 801"/>
                <a:gd name="T24" fmla="*/ 0 w 1330"/>
                <a:gd name="T25" fmla="*/ 0 h 801"/>
                <a:gd name="T26" fmla="*/ 0 w 1330"/>
                <a:gd name="T27" fmla="*/ 1 h 801"/>
                <a:gd name="T28" fmla="*/ 0 w 1330"/>
                <a:gd name="T29" fmla="*/ 1 h 801"/>
                <a:gd name="T30" fmla="*/ 0 w 1330"/>
                <a:gd name="T31" fmla="*/ 1 h 801"/>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30"/>
                <a:gd name="T49" fmla="*/ 0 h 801"/>
                <a:gd name="T50" fmla="*/ 1330 w 1330"/>
                <a:gd name="T51" fmla="*/ 801 h 801"/>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30" h="801">
                  <a:moveTo>
                    <a:pt x="24" y="88"/>
                  </a:moveTo>
                  <a:lnTo>
                    <a:pt x="23" y="88"/>
                  </a:lnTo>
                  <a:lnTo>
                    <a:pt x="1286" y="801"/>
                  </a:lnTo>
                  <a:lnTo>
                    <a:pt x="1330" y="719"/>
                  </a:lnTo>
                  <a:lnTo>
                    <a:pt x="67" y="6"/>
                  </a:lnTo>
                  <a:lnTo>
                    <a:pt x="66" y="6"/>
                  </a:lnTo>
                  <a:lnTo>
                    <a:pt x="67" y="6"/>
                  </a:lnTo>
                  <a:lnTo>
                    <a:pt x="48" y="0"/>
                  </a:lnTo>
                  <a:lnTo>
                    <a:pt x="30" y="2"/>
                  </a:lnTo>
                  <a:lnTo>
                    <a:pt x="16" y="12"/>
                  </a:lnTo>
                  <a:lnTo>
                    <a:pt x="5" y="25"/>
                  </a:lnTo>
                  <a:lnTo>
                    <a:pt x="0" y="41"/>
                  </a:lnTo>
                  <a:lnTo>
                    <a:pt x="0" y="59"/>
                  </a:lnTo>
                  <a:lnTo>
                    <a:pt x="8" y="75"/>
                  </a:lnTo>
                  <a:lnTo>
                    <a:pt x="23" y="88"/>
                  </a:lnTo>
                  <a:lnTo>
                    <a:pt x="24"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5370" name="Freeform 43"/>
            <p:cNvSpPr>
              <a:spLocks/>
            </p:cNvSpPr>
            <p:nvPr/>
          </p:nvSpPr>
          <p:spPr bwMode="auto">
            <a:xfrm>
              <a:off x="1198" y="1439"/>
              <a:ext cx="161" cy="35"/>
            </a:xfrm>
            <a:custGeom>
              <a:avLst/>
              <a:gdLst>
                <a:gd name="T0" fmla="*/ 1 w 806"/>
                <a:gd name="T1" fmla="*/ 1 h 177"/>
                <a:gd name="T2" fmla="*/ 1 w 806"/>
                <a:gd name="T3" fmla="*/ 1 h 177"/>
                <a:gd name="T4" fmla="*/ 1 w 806"/>
                <a:gd name="T5" fmla="*/ 1 h 177"/>
                <a:gd name="T6" fmla="*/ 1 w 806"/>
                <a:gd name="T7" fmla="*/ 1 h 177"/>
                <a:gd name="T8" fmla="*/ 2 w 806"/>
                <a:gd name="T9" fmla="*/ 1 h 177"/>
                <a:gd name="T10" fmla="*/ 2 w 806"/>
                <a:gd name="T11" fmla="*/ 1 h 177"/>
                <a:gd name="T12" fmla="*/ 2 w 806"/>
                <a:gd name="T13" fmla="*/ 1 h 177"/>
                <a:gd name="T14" fmla="*/ 3 w 806"/>
                <a:gd name="T15" fmla="*/ 1 h 177"/>
                <a:gd name="T16" fmla="*/ 3 w 806"/>
                <a:gd name="T17" fmla="*/ 1 h 177"/>
                <a:gd name="T18" fmla="*/ 3 w 806"/>
                <a:gd name="T19" fmla="*/ 1 h 177"/>
                <a:gd name="T20" fmla="*/ 4 w 806"/>
                <a:gd name="T21" fmla="*/ 1 h 177"/>
                <a:gd name="T22" fmla="*/ 4 w 806"/>
                <a:gd name="T23" fmla="*/ 1 h 177"/>
                <a:gd name="T24" fmla="*/ 5 w 806"/>
                <a:gd name="T25" fmla="*/ 1 h 177"/>
                <a:gd name="T26" fmla="*/ 5 w 806"/>
                <a:gd name="T27" fmla="*/ 1 h 177"/>
                <a:gd name="T28" fmla="*/ 5 w 806"/>
                <a:gd name="T29" fmla="*/ 1 h 177"/>
                <a:gd name="T30" fmla="*/ 6 w 806"/>
                <a:gd name="T31" fmla="*/ 1 h 177"/>
                <a:gd name="T32" fmla="*/ 6 w 806"/>
                <a:gd name="T33" fmla="*/ 1 h 177"/>
                <a:gd name="T34" fmla="*/ 6 w 806"/>
                <a:gd name="T35" fmla="*/ 1 h 177"/>
                <a:gd name="T36" fmla="*/ 6 w 806"/>
                <a:gd name="T37" fmla="*/ 1 h 177"/>
                <a:gd name="T38" fmla="*/ 6 w 806"/>
                <a:gd name="T39" fmla="*/ 1 h 177"/>
                <a:gd name="T40" fmla="*/ 6 w 806"/>
                <a:gd name="T41" fmla="*/ 0 h 177"/>
                <a:gd name="T42" fmla="*/ 5 w 806"/>
                <a:gd name="T43" fmla="*/ 0 h 177"/>
                <a:gd name="T44" fmla="*/ 5 w 806"/>
                <a:gd name="T45" fmla="*/ 0 h 177"/>
                <a:gd name="T46" fmla="*/ 5 w 806"/>
                <a:gd name="T47" fmla="*/ 0 h 177"/>
                <a:gd name="T48" fmla="*/ 4 w 806"/>
                <a:gd name="T49" fmla="*/ 0 h 177"/>
                <a:gd name="T50" fmla="*/ 4 w 806"/>
                <a:gd name="T51" fmla="*/ 0 h 177"/>
                <a:gd name="T52" fmla="*/ 3 w 806"/>
                <a:gd name="T53" fmla="*/ 0 h 177"/>
                <a:gd name="T54" fmla="*/ 3 w 806"/>
                <a:gd name="T55" fmla="*/ 0 h 177"/>
                <a:gd name="T56" fmla="*/ 3 w 806"/>
                <a:gd name="T57" fmla="*/ 0 h 177"/>
                <a:gd name="T58" fmla="*/ 2 w 806"/>
                <a:gd name="T59" fmla="*/ 0 h 177"/>
                <a:gd name="T60" fmla="*/ 2 w 806"/>
                <a:gd name="T61" fmla="*/ 0 h 177"/>
                <a:gd name="T62" fmla="*/ 1 w 806"/>
                <a:gd name="T63" fmla="*/ 0 h 177"/>
                <a:gd name="T64" fmla="*/ 1 w 806"/>
                <a:gd name="T65" fmla="*/ 0 h 177"/>
                <a:gd name="T66" fmla="*/ 1 w 806"/>
                <a:gd name="T67" fmla="*/ 1 h 177"/>
                <a:gd name="T68" fmla="*/ 0 w 806"/>
                <a:gd name="T69" fmla="*/ 1 h 177"/>
                <a:gd name="T70" fmla="*/ 0 w 806"/>
                <a:gd name="T71" fmla="*/ 1 h 177"/>
                <a:gd name="T72" fmla="*/ 0 w 806"/>
                <a:gd name="T73" fmla="*/ 1 h 177"/>
                <a:gd name="T74" fmla="*/ 0 w 806"/>
                <a:gd name="T75" fmla="*/ 1 h 177"/>
                <a:gd name="T76" fmla="*/ 0 w 806"/>
                <a:gd name="T77" fmla="*/ 1 h 177"/>
                <a:gd name="T78" fmla="*/ 0 w 806"/>
                <a:gd name="T79" fmla="*/ 1 h 177"/>
                <a:gd name="T80" fmla="*/ 0 w 806"/>
                <a:gd name="T81" fmla="*/ 1 h 177"/>
                <a:gd name="T82" fmla="*/ 0 w 806"/>
                <a:gd name="T83" fmla="*/ 1 h 177"/>
                <a:gd name="T84" fmla="*/ 0 w 806"/>
                <a:gd name="T85" fmla="*/ 1 h 177"/>
                <a:gd name="T86" fmla="*/ 0 w 806"/>
                <a:gd name="T87" fmla="*/ 1 h 177"/>
                <a:gd name="T88" fmla="*/ 1 w 806"/>
                <a:gd name="T89" fmla="*/ 1 h 177"/>
                <a:gd name="T90" fmla="*/ 1 w 806"/>
                <a:gd name="T91" fmla="*/ 1 h 17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806"/>
                <a:gd name="T139" fmla="*/ 0 h 177"/>
                <a:gd name="T140" fmla="*/ 806 w 806"/>
                <a:gd name="T141" fmla="*/ 177 h 17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806" h="177">
                  <a:moveTo>
                    <a:pt x="67" y="171"/>
                  </a:moveTo>
                  <a:lnTo>
                    <a:pt x="68" y="171"/>
                  </a:lnTo>
                  <a:lnTo>
                    <a:pt x="109" y="151"/>
                  </a:lnTo>
                  <a:lnTo>
                    <a:pt x="151" y="135"/>
                  </a:lnTo>
                  <a:lnTo>
                    <a:pt x="196" y="122"/>
                  </a:lnTo>
                  <a:lnTo>
                    <a:pt x="242" y="110"/>
                  </a:lnTo>
                  <a:lnTo>
                    <a:pt x="287" y="102"/>
                  </a:lnTo>
                  <a:lnTo>
                    <a:pt x="335" y="97"/>
                  </a:lnTo>
                  <a:lnTo>
                    <a:pt x="382" y="95"/>
                  </a:lnTo>
                  <a:lnTo>
                    <a:pt x="430" y="94"/>
                  </a:lnTo>
                  <a:lnTo>
                    <a:pt x="477" y="97"/>
                  </a:lnTo>
                  <a:lnTo>
                    <a:pt x="524" y="102"/>
                  </a:lnTo>
                  <a:lnTo>
                    <a:pt x="568" y="108"/>
                  </a:lnTo>
                  <a:lnTo>
                    <a:pt x="612" y="117"/>
                  </a:lnTo>
                  <a:lnTo>
                    <a:pt x="654" y="128"/>
                  </a:lnTo>
                  <a:lnTo>
                    <a:pt x="693" y="141"/>
                  </a:lnTo>
                  <a:lnTo>
                    <a:pt x="730" y="155"/>
                  </a:lnTo>
                  <a:lnTo>
                    <a:pt x="764" y="171"/>
                  </a:lnTo>
                  <a:lnTo>
                    <a:pt x="806" y="89"/>
                  </a:lnTo>
                  <a:lnTo>
                    <a:pt x="768" y="70"/>
                  </a:lnTo>
                  <a:lnTo>
                    <a:pt x="725" y="54"/>
                  </a:lnTo>
                  <a:lnTo>
                    <a:pt x="680" y="39"/>
                  </a:lnTo>
                  <a:lnTo>
                    <a:pt x="633" y="26"/>
                  </a:lnTo>
                  <a:lnTo>
                    <a:pt x="585" y="16"/>
                  </a:lnTo>
                  <a:lnTo>
                    <a:pt x="536" y="8"/>
                  </a:lnTo>
                  <a:lnTo>
                    <a:pt x="484" y="3"/>
                  </a:lnTo>
                  <a:lnTo>
                    <a:pt x="433" y="0"/>
                  </a:lnTo>
                  <a:lnTo>
                    <a:pt x="380" y="1"/>
                  </a:lnTo>
                  <a:lnTo>
                    <a:pt x="328" y="3"/>
                  </a:lnTo>
                  <a:lnTo>
                    <a:pt x="276" y="10"/>
                  </a:lnTo>
                  <a:lnTo>
                    <a:pt x="223" y="19"/>
                  </a:lnTo>
                  <a:lnTo>
                    <a:pt x="172" y="30"/>
                  </a:lnTo>
                  <a:lnTo>
                    <a:pt x="121" y="46"/>
                  </a:lnTo>
                  <a:lnTo>
                    <a:pt x="72" y="67"/>
                  </a:lnTo>
                  <a:lnTo>
                    <a:pt x="24" y="89"/>
                  </a:lnTo>
                  <a:lnTo>
                    <a:pt x="25" y="89"/>
                  </a:lnTo>
                  <a:lnTo>
                    <a:pt x="24" y="89"/>
                  </a:lnTo>
                  <a:lnTo>
                    <a:pt x="8" y="102"/>
                  </a:lnTo>
                  <a:lnTo>
                    <a:pt x="0" y="118"/>
                  </a:lnTo>
                  <a:lnTo>
                    <a:pt x="0" y="136"/>
                  </a:lnTo>
                  <a:lnTo>
                    <a:pt x="6" y="152"/>
                  </a:lnTo>
                  <a:lnTo>
                    <a:pt x="17" y="165"/>
                  </a:lnTo>
                  <a:lnTo>
                    <a:pt x="31" y="175"/>
                  </a:lnTo>
                  <a:lnTo>
                    <a:pt x="48" y="177"/>
                  </a:lnTo>
                  <a:lnTo>
                    <a:pt x="68" y="171"/>
                  </a:lnTo>
                  <a:lnTo>
                    <a:pt x="67" y="1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5371" name="Freeform 44"/>
            <p:cNvSpPr>
              <a:spLocks/>
            </p:cNvSpPr>
            <p:nvPr/>
          </p:nvSpPr>
          <p:spPr bwMode="auto">
            <a:xfrm>
              <a:off x="931" y="1456"/>
              <a:ext cx="280" cy="158"/>
            </a:xfrm>
            <a:custGeom>
              <a:avLst/>
              <a:gdLst>
                <a:gd name="T0" fmla="*/ 1 w 1402"/>
                <a:gd name="T1" fmla="*/ 6 h 787"/>
                <a:gd name="T2" fmla="*/ 1 w 1402"/>
                <a:gd name="T3" fmla="*/ 6 h 787"/>
                <a:gd name="T4" fmla="*/ 11 w 1402"/>
                <a:gd name="T5" fmla="*/ 1 h 787"/>
                <a:gd name="T6" fmla="*/ 11 w 1402"/>
                <a:gd name="T7" fmla="*/ 0 h 787"/>
                <a:gd name="T8" fmla="*/ 0 w 1402"/>
                <a:gd name="T9" fmla="*/ 6 h 787"/>
                <a:gd name="T10" fmla="*/ 0 w 1402"/>
                <a:gd name="T11" fmla="*/ 6 h 787"/>
                <a:gd name="T12" fmla="*/ 0 w 1402"/>
                <a:gd name="T13" fmla="*/ 6 h 787"/>
                <a:gd name="T14" fmla="*/ 0 w 1402"/>
                <a:gd name="T15" fmla="*/ 6 h 787"/>
                <a:gd name="T16" fmla="*/ 0 w 1402"/>
                <a:gd name="T17" fmla="*/ 6 h 787"/>
                <a:gd name="T18" fmla="*/ 0 w 1402"/>
                <a:gd name="T19" fmla="*/ 6 h 787"/>
                <a:gd name="T20" fmla="*/ 0 w 1402"/>
                <a:gd name="T21" fmla="*/ 6 h 787"/>
                <a:gd name="T22" fmla="*/ 0 w 1402"/>
                <a:gd name="T23" fmla="*/ 6 h 787"/>
                <a:gd name="T24" fmla="*/ 0 w 1402"/>
                <a:gd name="T25" fmla="*/ 6 h 787"/>
                <a:gd name="T26" fmla="*/ 0 w 1402"/>
                <a:gd name="T27" fmla="*/ 6 h 787"/>
                <a:gd name="T28" fmla="*/ 1 w 1402"/>
                <a:gd name="T29" fmla="*/ 6 h 787"/>
                <a:gd name="T30" fmla="*/ 1 w 1402"/>
                <a:gd name="T31" fmla="*/ 6 h 78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02"/>
                <a:gd name="T49" fmla="*/ 0 h 787"/>
                <a:gd name="T50" fmla="*/ 1402 w 1402"/>
                <a:gd name="T51" fmla="*/ 787 h 78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02" h="787">
                  <a:moveTo>
                    <a:pt x="69" y="781"/>
                  </a:moveTo>
                  <a:lnTo>
                    <a:pt x="66" y="781"/>
                  </a:lnTo>
                  <a:lnTo>
                    <a:pt x="1402" y="82"/>
                  </a:lnTo>
                  <a:lnTo>
                    <a:pt x="1360" y="0"/>
                  </a:lnTo>
                  <a:lnTo>
                    <a:pt x="24" y="699"/>
                  </a:lnTo>
                  <a:lnTo>
                    <a:pt x="22" y="699"/>
                  </a:lnTo>
                  <a:lnTo>
                    <a:pt x="24" y="699"/>
                  </a:lnTo>
                  <a:lnTo>
                    <a:pt x="8" y="712"/>
                  </a:lnTo>
                  <a:lnTo>
                    <a:pt x="1" y="727"/>
                  </a:lnTo>
                  <a:lnTo>
                    <a:pt x="0" y="744"/>
                  </a:lnTo>
                  <a:lnTo>
                    <a:pt x="5" y="761"/>
                  </a:lnTo>
                  <a:lnTo>
                    <a:pt x="15" y="775"/>
                  </a:lnTo>
                  <a:lnTo>
                    <a:pt x="30" y="784"/>
                  </a:lnTo>
                  <a:lnTo>
                    <a:pt x="46" y="787"/>
                  </a:lnTo>
                  <a:lnTo>
                    <a:pt x="66" y="781"/>
                  </a:lnTo>
                  <a:lnTo>
                    <a:pt x="69" y="7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5372" name="Freeform 45"/>
            <p:cNvSpPr>
              <a:spLocks/>
            </p:cNvSpPr>
            <p:nvPr/>
          </p:nvSpPr>
          <p:spPr bwMode="auto">
            <a:xfrm>
              <a:off x="868" y="1596"/>
              <a:ext cx="77" cy="126"/>
            </a:xfrm>
            <a:custGeom>
              <a:avLst/>
              <a:gdLst>
                <a:gd name="T0" fmla="*/ 1 w 382"/>
                <a:gd name="T1" fmla="*/ 5 h 628"/>
                <a:gd name="T2" fmla="*/ 1 w 382"/>
                <a:gd name="T3" fmla="*/ 5 h 628"/>
                <a:gd name="T4" fmla="*/ 1 w 382"/>
                <a:gd name="T5" fmla="*/ 4 h 628"/>
                <a:gd name="T6" fmla="*/ 1 w 382"/>
                <a:gd name="T7" fmla="*/ 4 h 628"/>
                <a:gd name="T8" fmla="*/ 1 w 382"/>
                <a:gd name="T9" fmla="*/ 4 h 628"/>
                <a:gd name="T10" fmla="*/ 1 w 382"/>
                <a:gd name="T11" fmla="*/ 3 h 628"/>
                <a:gd name="T12" fmla="*/ 1 w 382"/>
                <a:gd name="T13" fmla="*/ 3 h 628"/>
                <a:gd name="T14" fmla="*/ 1 w 382"/>
                <a:gd name="T15" fmla="*/ 3 h 628"/>
                <a:gd name="T16" fmla="*/ 1 w 382"/>
                <a:gd name="T17" fmla="*/ 3 h 628"/>
                <a:gd name="T18" fmla="*/ 1 w 382"/>
                <a:gd name="T19" fmla="*/ 2 h 628"/>
                <a:gd name="T20" fmla="*/ 2 w 382"/>
                <a:gd name="T21" fmla="*/ 2 h 628"/>
                <a:gd name="T22" fmla="*/ 2 w 382"/>
                <a:gd name="T23" fmla="*/ 2 h 628"/>
                <a:gd name="T24" fmla="*/ 2 w 382"/>
                <a:gd name="T25" fmla="*/ 2 h 628"/>
                <a:gd name="T26" fmla="*/ 2 w 382"/>
                <a:gd name="T27" fmla="*/ 1 h 628"/>
                <a:gd name="T28" fmla="*/ 2 w 382"/>
                <a:gd name="T29" fmla="*/ 1 h 628"/>
                <a:gd name="T30" fmla="*/ 3 w 382"/>
                <a:gd name="T31" fmla="*/ 1 h 628"/>
                <a:gd name="T32" fmla="*/ 3 w 382"/>
                <a:gd name="T33" fmla="*/ 1 h 628"/>
                <a:gd name="T34" fmla="*/ 3 w 382"/>
                <a:gd name="T35" fmla="*/ 1 h 628"/>
                <a:gd name="T36" fmla="*/ 3 w 382"/>
                <a:gd name="T37" fmla="*/ 0 h 628"/>
                <a:gd name="T38" fmla="*/ 2 w 382"/>
                <a:gd name="T39" fmla="*/ 0 h 628"/>
                <a:gd name="T40" fmla="*/ 2 w 382"/>
                <a:gd name="T41" fmla="*/ 0 h 628"/>
                <a:gd name="T42" fmla="*/ 2 w 382"/>
                <a:gd name="T43" fmla="*/ 1 h 628"/>
                <a:gd name="T44" fmla="*/ 2 w 382"/>
                <a:gd name="T45" fmla="*/ 1 h 628"/>
                <a:gd name="T46" fmla="*/ 1 w 382"/>
                <a:gd name="T47" fmla="*/ 1 h 628"/>
                <a:gd name="T48" fmla="*/ 1 w 382"/>
                <a:gd name="T49" fmla="*/ 1 h 628"/>
                <a:gd name="T50" fmla="*/ 1 w 382"/>
                <a:gd name="T51" fmla="*/ 2 h 628"/>
                <a:gd name="T52" fmla="*/ 1 w 382"/>
                <a:gd name="T53" fmla="*/ 2 h 628"/>
                <a:gd name="T54" fmla="*/ 1 w 382"/>
                <a:gd name="T55" fmla="*/ 2 h 628"/>
                <a:gd name="T56" fmla="*/ 0 w 382"/>
                <a:gd name="T57" fmla="*/ 3 h 628"/>
                <a:gd name="T58" fmla="*/ 0 w 382"/>
                <a:gd name="T59" fmla="*/ 3 h 628"/>
                <a:gd name="T60" fmla="*/ 0 w 382"/>
                <a:gd name="T61" fmla="*/ 3 h 628"/>
                <a:gd name="T62" fmla="*/ 0 w 382"/>
                <a:gd name="T63" fmla="*/ 4 h 628"/>
                <a:gd name="T64" fmla="*/ 0 w 382"/>
                <a:gd name="T65" fmla="*/ 4 h 628"/>
                <a:gd name="T66" fmla="*/ 0 w 382"/>
                <a:gd name="T67" fmla="*/ 4 h 628"/>
                <a:gd name="T68" fmla="*/ 0 w 382"/>
                <a:gd name="T69" fmla="*/ 5 h 628"/>
                <a:gd name="T70" fmla="*/ 0 w 382"/>
                <a:gd name="T71" fmla="*/ 5 h 628"/>
                <a:gd name="T72" fmla="*/ 0 w 382"/>
                <a:gd name="T73" fmla="*/ 5 h 628"/>
                <a:gd name="T74" fmla="*/ 0 w 382"/>
                <a:gd name="T75" fmla="*/ 5 h 628"/>
                <a:gd name="T76" fmla="*/ 0 w 382"/>
                <a:gd name="T77" fmla="*/ 5 h 628"/>
                <a:gd name="T78" fmla="*/ 0 w 382"/>
                <a:gd name="T79" fmla="*/ 5 h 628"/>
                <a:gd name="T80" fmla="*/ 0 w 382"/>
                <a:gd name="T81" fmla="*/ 5 h 628"/>
                <a:gd name="T82" fmla="*/ 1 w 382"/>
                <a:gd name="T83" fmla="*/ 5 h 628"/>
                <a:gd name="T84" fmla="*/ 1 w 382"/>
                <a:gd name="T85" fmla="*/ 5 h 628"/>
                <a:gd name="T86" fmla="*/ 1 w 382"/>
                <a:gd name="T87" fmla="*/ 5 h 628"/>
                <a:gd name="T88" fmla="*/ 1 w 382"/>
                <a:gd name="T89" fmla="*/ 5 h 628"/>
                <a:gd name="T90" fmla="*/ 1 w 382"/>
                <a:gd name="T91" fmla="*/ 5 h 628"/>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382"/>
                <a:gd name="T139" fmla="*/ 0 h 628"/>
                <a:gd name="T140" fmla="*/ 382 w 382"/>
                <a:gd name="T141" fmla="*/ 628 h 628"/>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382" h="628">
                  <a:moveTo>
                    <a:pt x="94" y="581"/>
                  </a:moveTo>
                  <a:lnTo>
                    <a:pt x="94" y="582"/>
                  </a:lnTo>
                  <a:lnTo>
                    <a:pt x="96" y="541"/>
                  </a:lnTo>
                  <a:lnTo>
                    <a:pt x="99" y="500"/>
                  </a:lnTo>
                  <a:lnTo>
                    <a:pt x="106" y="463"/>
                  </a:lnTo>
                  <a:lnTo>
                    <a:pt x="115" y="424"/>
                  </a:lnTo>
                  <a:lnTo>
                    <a:pt x="127" y="389"/>
                  </a:lnTo>
                  <a:lnTo>
                    <a:pt x="140" y="353"/>
                  </a:lnTo>
                  <a:lnTo>
                    <a:pt x="156" y="320"/>
                  </a:lnTo>
                  <a:lnTo>
                    <a:pt x="173" y="287"/>
                  </a:lnTo>
                  <a:lnTo>
                    <a:pt x="193" y="255"/>
                  </a:lnTo>
                  <a:lnTo>
                    <a:pt x="214" y="226"/>
                  </a:lnTo>
                  <a:lnTo>
                    <a:pt x="238" y="198"/>
                  </a:lnTo>
                  <a:lnTo>
                    <a:pt x="263" y="172"/>
                  </a:lnTo>
                  <a:lnTo>
                    <a:pt x="290" y="146"/>
                  </a:lnTo>
                  <a:lnTo>
                    <a:pt x="318" y="122"/>
                  </a:lnTo>
                  <a:lnTo>
                    <a:pt x="349" y="101"/>
                  </a:lnTo>
                  <a:lnTo>
                    <a:pt x="382" y="82"/>
                  </a:lnTo>
                  <a:lnTo>
                    <a:pt x="335" y="0"/>
                  </a:lnTo>
                  <a:lnTo>
                    <a:pt x="297" y="23"/>
                  </a:lnTo>
                  <a:lnTo>
                    <a:pt x="262" y="49"/>
                  </a:lnTo>
                  <a:lnTo>
                    <a:pt x="229" y="76"/>
                  </a:lnTo>
                  <a:lnTo>
                    <a:pt x="198" y="104"/>
                  </a:lnTo>
                  <a:lnTo>
                    <a:pt x="167" y="137"/>
                  </a:lnTo>
                  <a:lnTo>
                    <a:pt x="142" y="170"/>
                  </a:lnTo>
                  <a:lnTo>
                    <a:pt x="116" y="204"/>
                  </a:lnTo>
                  <a:lnTo>
                    <a:pt x="94" y="240"/>
                  </a:lnTo>
                  <a:lnTo>
                    <a:pt x="74" y="278"/>
                  </a:lnTo>
                  <a:lnTo>
                    <a:pt x="54" y="317"/>
                  </a:lnTo>
                  <a:lnTo>
                    <a:pt x="38" y="359"/>
                  </a:lnTo>
                  <a:lnTo>
                    <a:pt x="26" y="401"/>
                  </a:lnTo>
                  <a:lnTo>
                    <a:pt x="15" y="444"/>
                  </a:lnTo>
                  <a:lnTo>
                    <a:pt x="8" y="489"/>
                  </a:lnTo>
                  <a:lnTo>
                    <a:pt x="2" y="534"/>
                  </a:lnTo>
                  <a:lnTo>
                    <a:pt x="0" y="580"/>
                  </a:lnTo>
                  <a:lnTo>
                    <a:pt x="0" y="581"/>
                  </a:lnTo>
                  <a:lnTo>
                    <a:pt x="0" y="580"/>
                  </a:lnTo>
                  <a:lnTo>
                    <a:pt x="3" y="600"/>
                  </a:lnTo>
                  <a:lnTo>
                    <a:pt x="14" y="615"/>
                  </a:lnTo>
                  <a:lnTo>
                    <a:pt x="29" y="625"/>
                  </a:lnTo>
                  <a:lnTo>
                    <a:pt x="45" y="628"/>
                  </a:lnTo>
                  <a:lnTo>
                    <a:pt x="63" y="626"/>
                  </a:lnTo>
                  <a:lnTo>
                    <a:pt x="78" y="616"/>
                  </a:lnTo>
                  <a:lnTo>
                    <a:pt x="89" y="602"/>
                  </a:lnTo>
                  <a:lnTo>
                    <a:pt x="94" y="582"/>
                  </a:lnTo>
                  <a:lnTo>
                    <a:pt x="94" y="5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5373" name="Freeform 46"/>
            <p:cNvSpPr>
              <a:spLocks/>
            </p:cNvSpPr>
            <p:nvPr/>
          </p:nvSpPr>
          <p:spPr bwMode="auto">
            <a:xfrm>
              <a:off x="868" y="1712"/>
              <a:ext cx="19" cy="364"/>
            </a:xfrm>
            <a:custGeom>
              <a:avLst/>
              <a:gdLst>
                <a:gd name="T0" fmla="*/ 1 w 94"/>
                <a:gd name="T1" fmla="*/ 14 h 1818"/>
                <a:gd name="T2" fmla="*/ 1 w 94"/>
                <a:gd name="T3" fmla="*/ 14 h 1818"/>
                <a:gd name="T4" fmla="*/ 1 w 94"/>
                <a:gd name="T5" fmla="*/ 0 h 1818"/>
                <a:gd name="T6" fmla="*/ 0 w 94"/>
                <a:gd name="T7" fmla="*/ 0 h 1818"/>
                <a:gd name="T8" fmla="*/ 0 w 94"/>
                <a:gd name="T9" fmla="*/ 14 h 1818"/>
                <a:gd name="T10" fmla="*/ 0 w 94"/>
                <a:gd name="T11" fmla="*/ 14 h 1818"/>
                <a:gd name="T12" fmla="*/ 0 w 94"/>
                <a:gd name="T13" fmla="*/ 14 h 1818"/>
                <a:gd name="T14" fmla="*/ 0 w 94"/>
                <a:gd name="T15" fmla="*/ 14 h 1818"/>
                <a:gd name="T16" fmla="*/ 0 w 94"/>
                <a:gd name="T17" fmla="*/ 14 h 1818"/>
                <a:gd name="T18" fmla="*/ 0 w 94"/>
                <a:gd name="T19" fmla="*/ 15 h 1818"/>
                <a:gd name="T20" fmla="*/ 0 w 94"/>
                <a:gd name="T21" fmla="*/ 15 h 1818"/>
                <a:gd name="T22" fmla="*/ 1 w 94"/>
                <a:gd name="T23" fmla="*/ 15 h 1818"/>
                <a:gd name="T24" fmla="*/ 1 w 94"/>
                <a:gd name="T25" fmla="*/ 14 h 1818"/>
                <a:gd name="T26" fmla="*/ 1 w 94"/>
                <a:gd name="T27" fmla="*/ 14 h 1818"/>
                <a:gd name="T28" fmla="*/ 1 w 94"/>
                <a:gd name="T29" fmla="*/ 14 h 1818"/>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94"/>
                <a:gd name="T46" fmla="*/ 0 h 1818"/>
                <a:gd name="T47" fmla="*/ 94 w 94"/>
                <a:gd name="T48" fmla="*/ 1818 h 1818"/>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94" h="1818">
                  <a:moveTo>
                    <a:pt x="94" y="1771"/>
                  </a:moveTo>
                  <a:lnTo>
                    <a:pt x="94" y="1771"/>
                  </a:lnTo>
                  <a:lnTo>
                    <a:pt x="94" y="0"/>
                  </a:lnTo>
                  <a:lnTo>
                    <a:pt x="0" y="0"/>
                  </a:lnTo>
                  <a:lnTo>
                    <a:pt x="0" y="1771"/>
                  </a:lnTo>
                  <a:lnTo>
                    <a:pt x="3" y="1791"/>
                  </a:lnTo>
                  <a:lnTo>
                    <a:pt x="15" y="1806"/>
                  </a:lnTo>
                  <a:lnTo>
                    <a:pt x="29" y="1814"/>
                  </a:lnTo>
                  <a:lnTo>
                    <a:pt x="47" y="1818"/>
                  </a:lnTo>
                  <a:lnTo>
                    <a:pt x="64" y="1814"/>
                  </a:lnTo>
                  <a:lnTo>
                    <a:pt x="79" y="1806"/>
                  </a:lnTo>
                  <a:lnTo>
                    <a:pt x="90" y="1791"/>
                  </a:lnTo>
                  <a:lnTo>
                    <a:pt x="94" y="17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5374" name="Freeform 47"/>
            <p:cNvSpPr>
              <a:spLocks/>
            </p:cNvSpPr>
            <p:nvPr/>
          </p:nvSpPr>
          <p:spPr bwMode="auto">
            <a:xfrm>
              <a:off x="868" y="2067"/>
              <a:ext cx="90" cy="160"/>
            </a:xfrm>
            <a:custGeom>
              <a:avLst/>
              <a:gdLst>
                <a:gd name="T0" fmla="*/ 3 w 449"/>
                <a:gd name="T1" fmla="*/ 6 h 803"/>
                <a:gd name="T2" fmla="*/ 3 w 449"/>
                <a:gd name="T3" fmla="*/ 6 h 803"/>
                <a:gd name="T4" fmla="*/ 3 w 449"/>
                <a:gd name="T5" fmla="*/ 5 h 803"/>
                <a:gd name="T6" fmla="*/ 3 w 449"/>
                <a:gd name="T7" fmla="*/ 5 h 803"/>
                <a:gd name="T8" fmla="*/ 3 w 449"/>
                <a:gd name="T9" fmla="*/ 5 h 803"/>
                <a:gd name="T10" fmla="*/ 2 w 449"/>
                <a:gd name="T11" fmla="*/ 5 h 803"/>
                <a:gd name="T12" fmla="*/ 2 w 449"/>
                <a:gd name="T13" fmla="*/ 4 h 803"/>
                <a:gd name="T14" fmla="*/ 2 w 449"/>
                <a:gd name="T15" fmla="*/ 4 h 803"/>
                <a:gd name="T16" fmla="*/ 2 w 449"/>
                <a:gd name="T17" fmla="*/ 4 h 803"/>
                <a:gd name="T18" fmla="*/ 2 w 449"/>
                <a:gd name="T19" fmla="*/ 3 h 803"/>
                <a:gd name="T20" fmla="*/ 1 w 449"/>
                <a:gd name="T21" fmla="*/ 3 h 803"/>
                <a:gd name="T22" fmla="*/ 1 w 449"/>
                <a:gd name="T23" fmla="*/ 2 h 803"/>
                <a:gd name="T24" fmla="*/ 1 w 449"/>
                <a:gd name="T25" fmla="*/ 2 h 803"/>
                <a:gd name="T26" fmla="*/ 1 w 449"/>
                <a:gd name="T27" fmla="*/ 2 h 803"/>
                <a:gd name="T28" fmla="*/ 1 w 449"/>
                <a:gd name="T29" fmla="*/ 1 h 803"/>
                <a:gd name="T30" fmla="*/ 1 w 449"/>
                <a:gd name="T31" fmla="*/ 1 h 803"/>
                <a:gd name="T32" fmla="*/ 1 w 449"/>
                <a:gd name="T33" fmla="*/ 0 h 803"/>
                <a:gd name="T34" fmla="*/ 1 w 449"/>
                <a:gd name="T35" fmla="*/ 0 h 803"/>
                <a:gd name="T36" fmla="*/ 0 w 449"/>
                <a:gd name="T37" fmla="*/ 0 h 803"/>
                <a:gd name="T38" fmla="*/ 0 w 449"/>
                <a:gd name="T39" fmla="*/ 0 h 803"/>
                <a:gd name="T40" fmla="*/ 0 w 449"/>
                <a:gd name="T41" fmla="*/ 1 h 803"/>
                <a:gd name="T42" fmla="*/ 0 w 449"/>
                <a:gd name="T43" fmla="*/ 1 h 803"/>
                <a:gd name="T44" fmla="*/ 0 w 449"/>
                <a:gd name="T45" fmla="*/ 2 h 803"/>
                <a:gd name="T46" fmla="*/ 0 w 449"/>
                <a:gd name="T47" fmla="*/ 2 h 803"/>
                <a:gd name="T48" fmla="*/ 0 w 449"/>
                <a:gd name="T49" fmla="*/ 3 h 803"/>
                <a:gd name="T50" fmla="*/ 1 w 449"/>
                <a:gd name="T51" fmla="*/ 3 h 803"/>
                <a:gd name="T52" fmla="*/ 1 w 449"/>
                <a:gd name="T53" fmla="*/ 4 h 803"/>
                <a:gd name="T54" fmla="*/ 1 w 449"/>
                <a:gd name="T55" fmla="*/ 4 h 803"/>
                <a:gd name="T56" fmla="*/ 1 w 449"/>
                <a:gd name="T57" fmla="*/ 4 h 803"/>
                <a:gd name="T58" fmla="*/ 2 w 449"/>
                <a:gd name="T59" fmla="*/ 5 h 803"/>
                <a:gd name="T60" fmla="*/ 2 w 449"/>
                <a:gd name="T61" fmla="*/ 5 h 803"/>
                <a:gd name="T62" fmla="*/ 2 w 449"/>
                <a:gd name="T63" fmla="*/ 5 h 803"/>
                <a:gd name="T64" fmla="*/ 2 w 449"/>
                <a:gd name="T65" fmla="*/ 6 h 803"/>
                <a:gd name="T66" fmla="*/ 3 w 449"/>
                <a:gd name="T67" fmla="*/ 6 h 803"/>
                <a:gd name="T68" fmla="*/ 3 w 449"/>
                <a:gd name="T69" fmla="*/ 6 h 803"/>
                <a:gd name="T70" fmla="*/ 3 w 449"/>
                <a:gd name="T71" fmla="*/ 6 h 803"/>
                <a:gd name="T72" fmla="*/ 3 w 449"/>
                <a:gd name="T73" fmla="*/ 6 h 803"/>
                <a:gd name="T74" fmla="*/ 3 w 449"/>
                <a:gd name="T75" fmla="*/ 6 h 803"/>
                <a:gd name="T76" fmla="*/ 3 w 449"/>
                <a:gd name="T77" fmla="*/ 6 h 803"/>
                <a:gd name="T78" fmla="*/ 3 w 449"/>
                <a:gd name="T79" fmla="*/ 6 h 803"/>
                <a:gd name="T80" fmla="*/ 4 w 449"/>
                <a:gd name="T81" fmla="*/ 6 h 803"/>
                <a:gd name="T82" fmla="*/ 4 w 449"/>
                <a:gd name="T83" fmla="*/ 6 h 803"/>
                <a:gd name="T84" fmla="*/ 4 w 449"/>
                <a:gd name="T85" fmla="*/ 6 h 803"/>
                <a:gd name="T86" fmla="*/ 4 w 449"/>
                <a:gd name="T87" fmla="*/ 6 h 803"/>
                <a:gd name="T88" fmla="*/ 3 w 449"/>
                <a:gd name="T89" fmla="*/ 6 h 803"/>
                <a:gd name="T90" fmla="*/ 3 w 449"/>
                <a:gd name="T91" fmla="*/ 6 h 80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449"/>
                <a:gd name="T139" fmla="*/ 0 h 803"/>
                <a:gd name="T140" fmla="*/ 449 w 449"/>
                <a:gd name="T141" fmla="*/ 803 h 80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449" h="803">
                  <a:moveTo>
                    <a:pt x="426" y="717"/>
                  </a:moveTo>
                  <a:lnTo>
                    <a:pt x="427" y="717"/>
                  </a:lnTo>
                  <a:lnTo>
                    <a:pt x="395" y="693"/>
                  </a:lnTo>
                  <a:lnTo>
                    <a:pt x="361" y="662"/>
                  </a:lnTo>
                  <a:lnTo>
                    <a:pt x="329" y="628"/>
                  </a:lnTo>
                  <a:lnTo>
                    <a:pt x="299" y="591"/>
                  </a:lnTo>
                  <a:lnTo>
                    <a:pt x="269" y="551"/>
                  </a:lnTo>
                  <a:lnTo>
                    <a:pt x="241" y="507"/>
                  </a:lnTo>
                  <a:lnTo>
                    <a:pt x="215" y="460"/>
                  </a:lnTo>
                  <a:lnTo>
                    <a:pt x="191" y="412"/>
                  </a:lnTo>
                  <a:lnTo>
                    <a:pt x="170" y="363"/>
                  </a:lnTo>
                  <a:lnTo>
                    <a:pt x="151" y="312"/>
                  </a:lnTo>
                  <a:lnTo>
                    <a:pt x="133" y="259"/>
                  </a:lnTo>
                  <a:lnTo>
                    <a:pt x="119" y="207"/>
                  </a:lnTo>
                  <a:lnTo>
                    <a:pt x="108" y="156"/>
                  </a:lnTo>
                  <a:lnTo>
                    <a:pt x="101" y="103"/>
                  </a:lnTo>
                  <a:lnTo>
                    <a:pt x="96" y="51"/>
                  </a:lnTo>
                  <a:lnTo>
                    <a:pt x="94" y="0"/>
                  </a:lnTo>
                  <a:lnTo>
                    <a:pt x="0" y="0"/>
                  </a:lnTo>
                  <a:lnTo>
                    <a:pt x="2" y="56"/>
                  </a:lnTo>
                  <a:lnTo>
                    <a:pt x="7" y="115"/>
                  </a:lnTo>
                  <a:lnTo>
                    <a:pt x="16" y="172"/>
                  </a:lnTo>
                  <a:lnTo>
                    <a:pt x="28" y="231"/>
                  </a:lnTo>
                  <a:lnTo>
                    <a:pt x="44" y="287"/>
                  </a:lnTo>
                  <a:lnTo>
                    <a:pt x="62" y="342"/>
                  </a:lnTo>
                  <a:lnTo>
                    <a:pt x="83" y="398"/>
                  </a:lnTo>
                  <a:lnTo>
                    <a:pt x="106" y="452"/>
                  </a:lnTo>
                  <a:lnTo>
                    <a:pt x="133" y="505"/>
                  </a:lnTo>
                  <a:lnTo>
                    <a:pt x="161" y="554"/>
                  </a:lnTo>
                  <a:lnTo>
                    <a:pt x="192" y="602"/>
                  </a:lnTo>
                  <a:lnTo>
                    <a:pt x="224" y="647"/>
                  </a:lnTo>
                  <a:lnTo>
                    <a:pt x="259" y="689"/>
                  </a:lnTo>
                  <a:lnTo>
                    <a:pt x="295" y="728"/>
                  </a:lnTo>
                  <a:lnTo>
                    <a:pt x="334" y="763"/>
                  </a:lnTo>
                  <a:lnTo>
                    <a:pt x="374" y="795"/>
                  </a:lnTo>
                  <a:lnTo>
                    <a:pt x="375" y="795"/>
                  </a:lnTo>
                  <a:lnTo>
                    <a:pt x="374" y="795"/>
                  </a:lnTo>
                  <a:lnTo>
                    <a:pt x="392" y="803"/>
                  </a:lnTo>
                  <a:lnTo>
                    <a:pt x="411" y="803"/>
                  </a:lnTo>
                  <a:lnTo>
                    <a:pt x="426" y="795"/>
                  </a:lnTo>
                  <a:lnTo>
                    <a:pt x="439" y="782"/>
                  </a:lnTo>
                  <a:lnTo>
                    <a:pt x="446" y="766"/>
                  </a:lnTo>
                  <a:lnTo>
                    <a:pt x="449" y="749"/>
                  </a:lnTo>
                  <a:lnTo>
                    <a:pt x="441" y="732"/>
                  </a:lnTo>
                  <a:lnTo>
                    <a:pt x="427" y="717"/>
                  </a:lnTo>
                  <a:lnTo>
                    <a:pt x="426" y="71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5375" name="Freeform 48"/>
            <p:cNvSpPr>
              <a:spLocks/>
            </p:cNvSpPr>
            <p:nvPr/>
          </p:nvSpPr>
          <p:spPr bwMode="auto">
            <a:xfrm>
              <a:off x="883" y="1673"/>
              <a:ext cx="379" cy="690"/>
            </a:xfrm>
            <a:custGeom>
              <a:avLst/>
              <a:gdLst>
                <a:gd name="T0" fmla="*/ 12 w 1897"/>
                <a:gd name="T1" fmla="*/ 6 h 3450"/>
                <a:gd name="T2" fmla="*/ 13 w 1897"/>
                <a:gd name="T3" fmla="*/ 7 h 3450"/>
                <a:gd name="T4" fmla="*/ 13 w 1897"/>
                <a:gd name="T5" fmla="*/ 7 h 3450"/>
                <a:gd name="T6" fmla="*/ 14 w 1897"/>
                <a:gd name="T7" fmla="*/ 8 h 3450"/>
                <a:gd name="T8" fmla="*/ 14 w 1897"/>
                <a:gd name="T9" fmla="*/ 9 h 3450"/>
                <a:gd name="T10" fmla="*/ 15 w 1897"/>
                <a:gd name="T11" fmla="*/ 10 h 3450"/>
                <a:gd name="T12" fmla="*/ 15 w 1897"/>
                <a:gd name="T13" fmla="*/ 11 h 3450"/>
                <a:gd name="T14" fmla="*/ 15 w 1897"/>
                <a:gd name="T15" fmla="*/ 11 h 3450"/>
                <a:gd name="T16" fmla="*/ 15 w 1897"/>
                <a:gd name="T17" fmla="*/ 12 h 3450"/>
                <a:gd name="T18" fmla="*/ 15 w 1897"/>
                <a:gd name="T19" fmla="*/ 26 h 3450"/>
                <a:gd name="T20" fmla="*/ 15 w 1897"/>
                <a:gd name="T21" fmla="*/ 26 h 3450"/>
                <a:gd name="T22" fmla="*/ 15 w 1897"/>
                <a:gd name="T23" fmla="*/ 27 h 3450"/>
                <a:gd name="T24" fmla="*/ 15 w 1897"/>
                <a:gd name="T25" fmla="*/ 27 h 3450"/>
                <a:gd name="T26" fmla="*/ 14 w 1897"/>
                <a:gd name="T27" fmla="*/ 27 h 3450"/>
                <a:gd name="T28" fmla="*/ 14 w 1897"/>
                <a:gd name="T29" fmla="*/ 28 h 3450"/>
                <a:gd name="T30" fmla="*/ 13 w 1897"/>
                <a:gd name="T31" fmla="*/ 28 h 3450"/>
                <a:gd name="T32" fmla="*/ 13 w 1897"/>
                <a:gd name="T33" fmla="*/ 27 h 3450"/>
                <a:gd name="T34" fmla="*/ 3 w 1897"/>
                <a:gd name="T35" fmla="*/ 21 h 3450"/>
                <a:gd name="T36" fmla="*/ 2 w 1897"/>
                <a:gd name="T37" fmla="*/ 21 h 3450"/>
                <a:gd name="T38" fmla="*/ 2 w 1897"/>
                <a:gd name="T39" fmla="*/ 20 h 3450"/>
                <a:gd name="T40" fmla="*/ 1 w 1897"/>
                <a:gd name="T41" fmla="*/ 19 h 3450"/>
                <a:gd name="T42" fmla="*/ 1 w 1897"/>
                <a:gd name="T43" fmla="*/ 19 h 3450"/>
                <a:gd name="T44" fmla="*/ 0 w 1897"/>
                <a:gd name="T45" fmla="*/ 18 h 3450"/>
                <a:gd name="T46" fmla="*/ 0 w 1897"/>
                <a:gd name="T47" fmla="*/ 17 h 3450"/>
                <a:gd name="T48" fmla="*/ 0 w 1897"/>
                <a:gd name="T49" fmla="*/ 16 h 3450"/>
                <a:gd name="T50" fmla="*/ 0 w 1897"/>
                <a:gd name="T51" fmla="*/ 15 h 3450"/>
                <a:gd name="T52" fmla="*/ 0 w 1897"/>
                <a:gd name="T53" fmla="*/ 2 h 3450"/>
                <a:gd name="T54" fmla="*/ 0 w 1897"/>
                <a:gd name="T55" fmla="*/ 1 h 3450"/>
                <a:gd name="T56" fmla="*/ 0 w 1897"/>
                <a:gd name="T57" fmla="*/ 1 h 3450"/>
                <a:gd name="T58" fmla="*/ 1 w 1897"/>
                <a:gd name="T59" fmla="*/ 0 h 3450"/>
                <a:gd name="T60" fmla="*/ 1 w 1897"/>
                <a:gd name="T61" fmla="*/ 0 h 3450"/>
                <a:gd name="T62" fmla="*/ 1 w 1897"/>
                <a:gd name="T63" fmla="*/ 0 h 3450"/>
                <a:gd name="T64" fmla="*/ 2 w 1897"/>
                <a:gd name="T65" fmla="*/ 0 h 3450"/>
                <a:gd name="T66" fmla="*/ 3 w 1897"/>
                <a:gd name="T67" fmla="*/ 0 h 3450"/>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897"/>
                <a:gd name="T103" fmla="*/ 0 h 3450"/>
                <a:gd name="T104" fmla="*/ 1897 w 1897"/>
                <a:gd name="T105" fmla="*/ 3450 h 3450"/>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897" h="3450">
                  <a:moveTo>
                    <a:pt x="357" y="49"/>
                  </a:moveTo>
                  <a:lnTo>
                    <a:pt x="1542" y="806"/>
                  </a:lnTo>
                  <a:lnTo>
                    <a:pt x="1579" y="832"/>
                  </a:lnTo>
                  <a:lnTo>
                    <a:pt x="1614" y="861"/>
                  </a:lnTo>
                  <a:lnTo>
                    <a:pt x="1648" y="895"/>
                  </a:lnTo>
                  <a:lnTo>
                    <a:pt x="1681" y="933"/>
                  </a:lnTo>
                  <a:lnTo>
                    <a:pt x="1711" y="973"/>
                  </a:lnTo>
                  <a:lnTo>
                    <a:pt x="1740" y="1016"/>
                  </a:lnTo>
                  <a:lnTo>
                    <a:pt x="1768" y="1062"/>
                  </a:lnTo>
                  <a:lnTo>
                    <a:pt x="1793" y="1109"/>
                  </a:lnTo>
                  <a:lnTo>
                    <a:pt x="1816" y="1158"/>
                  </a:lnTo>
                  <a:lnTo>
                    <a:pt x="1836" y="1208"/>
                  </a:lnTo>
                  <a:lnTo>
                    <a:pt x="1854" y="1260"/>
                  </a:lnTo>
                  <a:lnTo>
                    <a:pt x="1869" y="1313"/>
                  </a:lnTo>
                  <a:lnTo>
                    <a:pt x="1881" y="1364"/>
                  </a:lnTo>
                  <a:lnTo>
                    <a:pt x="1890" y="1417"/>
                  </a:lnTo>
                  <a:lnTo>
                    <a:pt x="1895" y="1469"/>
                  </a:lnTo>
                  <a:lnTo>
                    <a:pt x="1897" y="1519"/>
                  </a:lnTo>
                  <a:lnTo>
                    <a:pt x="1897" y="3142"/>
                  </a:lnTo>
                  <a:lnTo>
                    <a:pt x="1895" y="3190"/>
                  </a:lnTo>
                  <a:lnTo>
                    <a:pt x="1890" y="3235"/>
                  </a:lnTo>
                  <a:lnTo>
                    <a:pt x="1881" y="3276"/>
                  </a:lnTo>
                  <a:lnTo>
                    <a:pt x="1869" y="3313"/>
                  </a:lnTo>
                  <a:lnTo>
                    <a:pt x="1854" y="3346"/>
                  </a:lnTo>
                  <a:lnTo>
                    <a:pt x="1836" y="3375"/>
                  </a:lnTo>
                  <a:lnTo>
                    <a:pt x="1816" y="3398"/>
                  </a:lnTo>
                  <a:lnTo>
                    <a:pt x="1793" y="3418"/>
                  </a:lnTo>
                  <a:lnTo>
                    <a:pt x="1768" y="3434"/>
                  </a:lnTo>
                  <a:lnTo>
                    <a:pt x="1740" y="3444"/>
                  </a:lnTo>
                  <a:lnTo>
                    <a:pt x="1711" y="3450"/>
                  </a:lnTo>
                  <a:lnTo>
                    <a:pt x="1681" y="3450"/>
                  </a:lnTo>
                  <a:lnTo>
                    <a:pt x="1648" y="3445"/>
                  </a:lnTo>
                  <a:lnTo>
                    <a:pt x="1614" y="3436"/>
                  </a:lnTo>
                  <a:lnTo>
                    <a:pt x="1579" y="3421"/>
                  </a:lnTo>
                  <a:lnTo>
                    <a:pt x="1542" y="3400"/>
                  </a:lnTo>
                  <a:lnTo>
                    <a:pt x="357" y="2643"/>
                  </a:lnTo>
                  <a:lnTo>
                    <a:pt x="320" y="2618"/>
                  </a:lnTo>
                  <a:lnTo>
                    <a:pt x="285" y="2588"/>
                  </a:lnTo>
                  <a:lnTo>
                    <a:pt x="251" y="2554"/>
                  </a:lnTo>
                  <a:lnTo>
                    <a:pt x="218" y="2517"/>
                  </a:lnTo>
                  <a:lnTo>
                    <a:pt x="187" y="2477"/>
                  </a:lnTo>
                  <a:lnTo>
                    <a:pt x="157" y="2433"/>
                  </a:lnTo>
                  <a:lnTo>
                    <a:pt x="130" y="2388"/>
                  </a:lnTo>
                  <a:lnTo>
                    <a:pt x="105" y="2341"/>
                  </a:lnTo>
                  <a:lnTo>
                    <a:pt x="81" y="2292"/>
                  </a:lnTo>
                  <a:lnTo>
                    <a:pt x="61" y="2241"/>
                  </a:lnTo>
                  <a:lnTo>
                    <a:pt x="44" y="2190"/>
                  </a:lnTo>
                  <a:lnTo>
                    <a:pt x="29" y="2138"/>
                  </a:lnTo>
                  <a:lnTo>
                    <a:pt x="17" y="2085"/>
                  </a:lnTo>
                  <a:lnTo>
                    <a:pt x="7" y="2033"/>
                  </a:lnTo>
                  <a:lnTo>
                    <a:pt x="3" y="1981"/>
                  </a:lnTo>
                  <a:lnTo>
                    <a:pt x="0" y="1931"/>
                  </a:lnTo>
                  <a:lnTo>
                    <a:pt x="0" y="308"/>
                  </a:lnTo>
                  <a:lnTo>
                    <a:pt x="3" y="260"/>
                  </a:lnTo>
                  <a:lnTo>
                    <a:pt x="7" y="215"/>
                  </a:lnTo>
                  <a:lnTo>
                    <a:pt x="17" y="174"/>
                  </a:lnTo>
                  <a:lnTo>
                    <a:pt x="29" y="137"/>
                  </a:lnTo>
                  <a:lnTo>
                    <a:pt x="44" y="104"/>
                  </a:lnTo>
                  <a:lnTo>
                    <a:pt x="61" y="76"/>
                  </a:lnTo>
                  <a:lnTo>
                    <a:pt x="81" y="51"/>
                  </a:lnTo>
                  <a:lnTo>
                    <a:pt x="105" y="31"/>
                  </a:lnTo>
                  <a:lnTo>
                    <a:pt x="130" y="16"/>
                  </a:lnTo>
                  <a:lnTo>
                    <a:pt x="157" y="5"/>
                  </a:lnTo>
                  <a:lnTo>
                    <a:pt x="187" y="0"/>
                  </a:lnTo>
                  <a:lnTo>
                    <a:pt x="218" y="0"/>
                  </a:lnTo>
                  <a:lnTo>
                    <a:pt x="251" y="3"/>
                  </a:lnTo>
                  <a:lnTo>
                    <a:pt x="285" y="14"/>
                  </a:lnTo>
                  <a:lnTo>
                    <a:pt x="320" y="29"/>
                  </a:lnTo>
                  <a:lnTo>
                    <a:pt x="357" y="49"/>
                  </a:lnTo>
                  <a:close/>
                </a:path>
              </a:pathLst>
            </a:custGeom>
            <a:solidFill>
              <a:srgbClr val="BFBFB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5376" name="Freeform 49"/>
            <p:cNvSpPr>
              <a:spLocks/>
            </p:cNvSpPr>
            <p:nvPr/>
          </p:nvSpPr>
          <p:spPr bwMode="auto">
            <a:xfrm>
              <a:off x="1268" y="1663"/>
              <a:ext cx="393" cy="711"/>
            </a:xfrm>
            <a:custGeom>
              <a:avLst/>
              <a:gdLst>
                <a:gd name="T0" fmla="*/ 3 w 1962"/>
                <a:gd name="T1" fmla="*/ 7 h 3555"/>
                <a:gd name="T2" fmla="*/ 2 w 1962"/>
                <a:gd name="T3" fmla="*/ 7 h 3555"/>
                <a:gd name="T4" fmla="*/ 2 w 1962"/>
                <a:gd name="T5" fmla="*/ 8 h 3555"/>
                <a:gd name="T6" fmla="*/ 1 w 1962"/>
                <a:gd name="T7" fmla="*/ 8 h 3555"/>
                <a:gd name="T8" fmla="*/ 1 w 1962"/>
                <a:gd name="T9" fmla="*/ 9 h 3555"/>
                <a:gd name="T10" fmla="*/ 1 w 1962"/>
                <a:gd name="T11" fmla="*/ 10 h 3555"/>
                <a:gd name="T12" fmla="*/ 0 w 1962"/>
                <a:gd name="T13" fmla="*/ 11 h 3555"/>
                <a:gd name="T14" fmla="*/ 0 w 1962"/>
                <a:gd name="T15" fmla="*/ 12 h 3555"/>
                <a:gd name="T16" fmla="*/ 0 w 1962"/>
                <a:gd name="T17" fmla="*/ 13 h 3555"/>
                <a:gd name="T18" fmla="*/ 0 w 1962"/>
                <a:gd name="T19" fmla="*/ 26 h 3555"/>
                <a:gd name="T20" fmla="*/ 0 w 1962"/>
                <a:gd name="T21" fmla="*/ 27 h 3555"/>
                <a:gd name="T22" fmla="*/ 0 w 1962"/>
                <a:gd name="T23" fmla="*/ 28 h 3555"/>
                <a:gd name="T24" fmla="*/ 1 w 1962"/>
                <a:gd name="T25" fmla="*/ 28 h 3555"/>
                <a:gd name="T26" fmla="*/ 1 w 1962"/>
                <a:gd name="T27" fmla="*/ 28 h 3555"/>
                <a:gd name="T28" fmla="*/ 2 w 1962"/>
                <a:gd name="T29" fmla="*/ 28 h 3555"/>
                <a:gd name="T30" fmla="*/ 2 w 1962"/>
                <a:gd name="T31" fmla="*/ 28 h 3555"/>
                <a:gd name="T32" fmla="*/ 3 w 1962"/>
                <a:gd name="T33" fmla="*/ 28 h 3555"/>
                <a:gd name="T34" fmla="*/ 13 w 1962"/>
                <a:gd name="T35" fmla="*/ 22 h 3555"/>
                <a:gd name="T36" fmla="*/ 13 w 1962"/>
                <a:gd name="T37" fmla="*/ 21 h 3555"/>
                <a:gd name="T38" fmla="*/ 14 w 1962"/>
                <a:gd name="T39" fmla="*/ 21 h 3555"/>
                <a:gd name="T40" fmla="*/ 14 w 1962"/>
                <a:gd name="T41" fmla="*/ 20 h 3555"/>
                <a:gd name="T42" fmla="*/ 15 w 1962"/>
                <a:gd name="T43" fmla="*/ 19 h 3555"/>
                <a:gd name="T44" fmla="*/ 15 w 1962"/>
                <a:gd name="T45" fmla="*/ 18 h 3555"/>
                <a:gd name="T46" fmla="*/ 16 w 1962"/>
                <a:gd name="T47" fmla="*/ 18 h 3555"/>
                <a:gd name="T48" fmla="*/ 16 w 1962"/>
                <a:gd name="T49" fmla="*/ 17 h 3555"/>
                <a:gd name="T50" fmla="*/ 16 w 1962"/>
                <a:gd name="T51" fmla="*/ 16 h 3555"/>
                <a:gd name="T52" fmla="*/ 16 w 1962"/>
                <a:gd name="T53" fmla="*/ 2 h 3555"/>
                <a:gd name="T54" fmla="*/ 16 w 1962"/>
                <a:gd name="T55" fmla="*/ 1 h 3555"/>
                <a:gd name="T56" fmla="*/ 15 w 1962"/>
                <a:gd name="T57" fmla="*/ 1 h 3555"/>
                <a:gd name="T58" fmla="*/ 15 w 1962"/>
                <a:gd name="T59" fmla="*/ 0 h 3555"/>
                <a:gd name="T60" fmla="*/ 15 w 1962"/>
                <a:gd name="T61" fmla="*/ 0 h 3555"/>
                <a:gd name="T62" fmla="*/ 14 w 1962"/>
                <a:gd name="T63" fmla="*/ 0 h 3555"/>
                <a:gd name="T64" fmla="*/ 14 w 1962"/>
                <a:gd name="T65" fmla="*/ 0 h 3555"/>
                <a:gd name="T66" fmla="*/ 13 w 1962"/>
                <a:gd name="T67" fmla="*/ 0 h 3555"/>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962"/>
                <a:gd name="T103" fmla="*/ 0 h 3555"/>
                <a:gd name="T104" fmla="*/ 1962 w 1962"/>
                <a:gd name="T105" fmla="*/ 3555 h 3555"/>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962" h="3555">
                  <a:moveTo>
                    <a:pt x="1594" y="50"/>
                  </a:moveTo>
                  <a:lnTo>
                    <a:pt x="368" y="831"/>
                  </a:lnTo>
                  <a:lnTo>
                    <a:pt x="330" y="858"/>
                  </a:lnTo>
                  <a:lnTo>
                    <a:pt x="294" y="888"/>
                  </a:lnTo>
                  <a:lnTo>
                    <a:pt x="259" y="922"/>
                  </a:lnTo>
                  <a:lnTo>
                    <a:pt x="225" y="961"/>
                  </a:lnTo>
                  <a:lnTo>
                    <a:pt x="193" y="1003"/>
                  </a:lnTo>
                  <a:lnTo>
                    <a:pt x="163" y="1047"/>
                  </a:lnTo>
                  <a:lnTo>
                    <a:pt x="133" y="1094"/>
                  </a:lnTo>
                  <a:lnTo>
                    <a:pt x="108" y="1143"/>
                  </a:lnTo>
                  <a:lnTo>
                    <a:pt x="84" y="1193"/>
                  </a:lnTo>
                  <a:lnTo>
                    <a:pt x="63" y="1246"/>
                  </a:lnTo>
                  <a:lnTo>
                    <a:pt x="44" y="1299"/>
                  </a:lnTo>
                  <a:lnTo>
                    <a:pt x="29" y="1353"/>
                  </a:lnTo>
                  <a:lnTo>
                    <a:pt x="16" y="1405"/>
                  </a:lnTo>
                  <a:lnTo>
                    <a:pt x="7" y="1459"/>
                  </a:lnTo>
                  <a:lnTo>
                    <a:pt x="2" y="1512"/>
                  </a:lnTo>
                  <a:lnTo>
                    <a:pt x="0" y="1565"/>
                  </a:lnTo>
                  <a:lnTo>
                    <a:pt x="0" y="3237"/>
                  </a:lnTo>
                  <a:lnTo>
                    <a:pt x="2" y="3287"/>
                  </a:lnTo>
                  <a:lnTo>
                    <a:pt x="7" y="3333"/>
                  </a:lnTo>
                  <a:lnTo>
                    <a:pt x="16" y="3375"/>
                  </a:lnTo>
                  <a:lnTo>
                    <a:pt x="29" y="3413"/>
                  </a:lnTo>
                  <a:lnTo>
                    <a:pt x="44" y="3447"/>
                  </a:lnTo>
                  <a:lnTo>
                    <a:pt x="63" y="3477"/>
                  </a:lnTo>
                  <a:lnTo>
                    <a:pt x="84" y="3502"/>
                  </a:lnTo>
                  <a:lnTo>
                    <a:pt x="108" y="3522"/>
                  </a:lnTo>
                  <a:lnTo>
                    <a:pt x="133" y="3538"/>
                  </a:lnTo>
                  <a:lnTo>
                    <a:pt x="163" y="3549"/>
                  </a:lnTo>
                  <a:lnTo>
                    <a:pt x="193" y="3555"/>
                  </a:lnTo>
                  <a:lnTo>
                    <a:pt x="225" y="3555"/>
                  </a:lnTo>
                  <a:lnTo>
                    <a:pt x="259" y="3550"/>
                  </a:lnTo>
                  <a:lnTo>
                    <a:pt x="294" y="3541"/>
                  </a:lnTo>
                  <a:lnTo>
                    <a:pt x="330" y="3524"/>
                  </a:lnTo>
                  <a:lnTo>
                    <a:pt x="368" y="3503"/>
                  </a:lnTo>
                  <a:lnTo>
                    <a:pt x="1594" y="2722"/>
                  </a:lnTo>
                  <a:lnTo>
                    <a:pt x="1632" y="2696"/>
                  </a:lnTo>
                  <a:lnTo>
                    <a:pt x="1668" y="2665"/>
                  </a:lnTo>
                  <a:lnTo>
                    <a:pt x="1703" y="2631"/>
                  </a:lnTo>
                  <a:lnTo>
                    <a:pt x="1737" y="2592"/>
                  </a:lnTo>
                  <a:lnTo>
                    <a:pt x="1769" y="2551"/>
                  </a:lnTo>
                  <a:lnTo>
                    <a:pt x="1799" y="2506"/>
                  </a:lnTo>
                  <a:lnTo>
                    <a:pt x="1829" y="2460"/>
                  </a:lnTo>
                  <a:lnTo>
                    <a:pt x="1854" y="2411"/>
                  </a:lnTo>
                  <a:lnTo>
                    <a:pt x="1878" y="2361"/>
                  </a:lnTo>
                  <a:lnTo>
                    <a:pt x="1899" y="2308"/>
                  </a:lnTo>
                  <a:lnTo>
                    <a:pt x="1918" y="2256"/>
                  </a:lnTo>
                  <a:lnTo>
                    <a:pt x="1933" y="2202"/>
                  </a:lnTo>
                  <a:lnTo>
                    <a:pt x="1946" y="2149"/>
                  </a:lnTo>
                  <a:lnTo>
                    <a:pt x="1955" y="2095"/>
                  </a:lnTo>
                  <a:lnTo>
                    <a:pt x="1960" y="2042"/>
                  </a:lnTo>
                  <a:lnTo>
                    <a:pt x="1962" y="1989"/>
                  </a:lnTo>
                  <a:lnTo>
                    <a:pt x="1962" y="319"/>
                  </a:lnTo>
                  <a:lnTo>
                    <a:pt x="1960" y="269"/>
                  </a:lnTo>
                  <a:lnTo>
                    <a:pt x="1955" y="223"/>
                  </a:lnTo>
                  <a:lnTo>
                    <a:pt x="1946" y="180"/>
                  </a:lnTo>
                  <a:lnTo>
                    <a:pt x="1933" y="143"/>
                  </a:lnTo>
                  <a:lnTo>
                    <a:pt x="1918" y="109"/>
                  </a:lnTo>
                  <a:lnTo>
                    <a:pt x="1899" y="79"/>
                  </a:lnTo>
                  <a:lnTo>
                    <a:pt x="1878" y="54"/>
                  </a:lnTo>
                  <a:lnTo>
                    <a:pt x="1854" y="33"/>
                  </a:lnTo>
                  <a:lnTo>
                    <a:pt x="1829" y="17"/>
                  </a:lnTo>
                  <a:lnTo>
                    <a:pt x="1799" y="7"/>
                  </a:lnTo>
                  <a:lnTo>
                    <a:pt x="1769" y="0"/>
                  </a:lnTo>
                  <a:lnTo>
                    <a:pt x="1737" y="0"/>
                  </a:lnTo>
                  <a:lnTo>
                    <a:pt x="1703" y="4"/>
                  </a:lnTo>
                  <a:lnTo>
                    <a:pt x="1668" y="14"/>
                  </a:lnTo>
                  <a:lnTo>
                    <a:pt x="1632" y="29"/>
                  </a:lnTo>
                  <a:lnTo>
                    <a:pt x="1594" y="50"/>
                  </a:lnTo>
                  <a:close/>
                </a:path>
              </a:pathLst>
            </a:custGeom>
            <a:solidFill>
              <a:srgbClr val="E5E5E5"/>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5377" name="Freeform 50"/>
            <p:cNvSpPr>
              <a:spLocks noEditPoints="1"/>
            </p:cNvSpPr>
            <p:nvPr/>
          </p:nvSpPr>
          <p:spPr bwMode="auto">
            <a:xfrm>
              <a:off x="916" y="1589"/>
              <a:ext cx="697" cy="698"/>
            </a:xfrm>
            <a:custGeom>
              <a:avLst/>
              <a:gdLst>
                <a:gd name="T0" fmla="*/ 16 w 3485"/>
                <a:gd name="T1" fmla="*/ 0 h 3490"/>
                <a:gd name="T2" fmla="*/ 17 w 3485"/>
                <a:gd name="T3" fmla="*/ 2 h 3490"/>
                <a:gd name="T4" fmla="*/ 17 w 3485"/>
                <a:gd name="T5" fmla="*/ 3 h 3490"/>
                <a:gd name="T6" fmla="*/ 14 w 3485"/>
                <a:gd name="T7" fmla="*/ 4 h 3490"/>
                <a:gd name="T8" fmla="*/ 12 w 3485"/>
                <a:gd name="T9" fmla="*/ 4 h 3490"/>
                <a:gd name="T10" fmla="*/ 11 w 3485"/>
                <a:gd name="T11" fmla="*/ 2 h 3490"/>
                <a:gd name="T12" fmla="*/ 11 w 3485"/>
                <a:gd name="T13" fmla="*/ 1 h 3490"/>
                <a:gd name="T14" fmla="*/ 14 w 3485"/>
                <a:gd name="T15" fmla="*/ 0 h 3490"/>
                <a:gd name="T16" fmla="*/ 3 w 3485"/>
                <a:gd name="T17" fmla="*/ 7 h 3490"/>
                <a:gd name="T18" fmla="*/ 4 w 3485"/>
                <a:gd name="T19" fmla="*/ 9 h 3490"/>
                <a:gd name="T20" fmla="*/ 3 w 3485"/>
                <a:gd name="T21" fmla="*/ 12 h 3490"/>
                <a:gd name="T22" fmla="*/ 2 w 3485"/>
                <a:gd name="T23" fmla="*/ 13 h 3490"/>
                <a:gd name="T24" fmla="*/ 1 w 3485"/>
                <a:gd name="T25" fmla="*/ 12 h 3490"/>
                <a:gd name="T26" fmla="*/ 0 w 3485"/>
                <a:gd name="T27" fmla="*/ 10 h 3490"/>
                <a:gd name="T28" fmla="*/ 0 w 3485"/>
                <a:gd name="T29" fmla="*/ 8 h 3490"/>
                <a:gd name="T30" fmla="*/ 2 w 3485"/>
                <a:gd name="T31" fmla="*/ 6 h 3490"/>
                <a:gd name="T32" fmla="*/ 10 w 3485"/>
                <a:gd name="T33" fmla="*/ 20 h 3490"/>
                <a:gd name="T34" fmla="*/ 11 w 3485"/>
                <a:gd name="T35" fmla="*/ 22 h 3490"/>
                <a:gd name="T36" fmla="*/ 11 w 3485"/>
                <a:gd name="T37" fmla="*/ 25 h 3490"/>
                <a:gd name="T38" fmla="*/ 10 w 3485"/>
                <a:gd name="T39" fmla="*/ 27 h 3490"/>
                <a:gd name="T40" fmla="*/ 8 w 3485"/>
                <a:gd name="T41" fmla="*/ 26 h 3490"/>
                <a:gd name="T42" fmla="*/ 7 w 3485"/>
                <a:gd name="T43" fmla="*/ 24 h 3490"/>
                <a:gd name="T44" fmla="*/ 7 w 3485"/>
                <a:gd name="T45" fmla="*/ 22 h 3490"/>
                <a:gd name="T46" fmla="*/ 8 w 3485"/>
                <a:gd name="T47" fmla="*/ 20 h 3490"/>
                <a:gd name="T48" fmla="*/ 20 w 3485"/>
                <a:gd name="T49" fmla="*/ 21 h 3490"/>
                <a:gd name="T50" fmla="*/ 21 w 3485"/>
                <a:gd name="T51" fmla="*/ 23 h 3490"/>
                <a:gd name="T52" fmla="*/ 21 w 3485"/>
                <a:gd name="T53" fmla="*/ 26 h 3490"/>
                <a:gd name="T54" fmla="*/ 20 w 3485"/>
                <a:gd name="T55" fmla="*/ 28 h 3490"/>
                <a:gd name="T56" fmla="*/ 18 w 3485"/>
                <a:gd name="T57" fmla="*/ 28 h 3490"/>
                <a:gd name="T58" fmla="*/ 17 w 3485"/>
                <a:gd name="T59" fmla="*/ 26 h 3490"/>
                <a:gd name="T60" fmla="*/ 17 w 3485"/>
                <a:gd name="T61" fmla="*/ 23 h 3490"/>
                <a:gd name="T62" fmla="*/ 18 w 3485"/>
                <a:gd name="T63" fmla="*/ 21 h 3490"/>
                <a:gd name="T64" fmla="*/ 19 w 3485"/>
                <a:gd name="T65" fmla="*/ 11 h 3490"/>
                <a:gd name="T66" fmla="*/ 20 w 3485"/>
                <a:gd name="T67" fmla="*/ 13 h 3490"/>
                <a:gd name="T68" fmla="*/ 21 w 3485"/>
                <a:gd name="T69" fmla="*/ 15 h 3490"/>
                <a:gd name="T70" fmla="*/ 20 w 3485"/>
                <a:gd name="T71" fmla="*/ 17 h 3490"/>
                <a:gd name="T72" fmla="*/ 18 w 3485"/>
                <a:gd name="T73" fmla="*/ 17 h 3490"/>
                <a:gd name="T74" fmla="*/ 17 w 3485"/>
                <a:gd name="T75" fmla="*/ 16 h 3490"/>
                <a:gd name="T76" fmla="*/ 17 w 3485"/>
                <a:gd name="T77" fmla="*/ 13 h 3490"/>
                <a:gd name="T78" fmla="*/ 18 w 3485"/>
                <a:gd name="T79" fmla="*/ 11 h 3490"/>
                <a:gd name="T80" fmla="*/ 26 w 3485"/>
                <a:gd name="T81" fmla="*/ 7 h 3490"/>
                <a:gd name="T82" fmla="*/ 27 w 3485"/>
                <a:gd name="T83" fmla="*/ 8 h 3490"/>
                <a:gd name="T84" fmla="*/ 27 w 3485"/>
                <a:gd name="T85" fmla="*/ 11 h 3490"/>
                <a:gd name="T86" fmla="*/ 26 w 3485"/>
                <a:gd name="T87" fmla="*/ 13 h 3490"/>
                <a:gd name="T88" fmla="*/ 25 w 3485"/>
                <a:gd name="T89" fmla="*/ 13 h 3490"/>
                <a:gd name="T90" fmla="*/ 24 w 3485"/>
                <a:gd name="T91" fmla="*/ 12 h 3490"/>
                <a:gd name="T92" fmla="*/ 24 w 3485"/>
                <a:gd name="T93" fmla="*/ 9 h 3490"/>
                <a:gd name="T94" fmla="*/ 24 w 3485"/>
                <a:gd name="T95" fmla="*/ 7 h 3490"/>
                <a:gd name="T96" fmla="*/ 26 w 3485"/>
                <a:gd name="T97" fmla="*/ 17 h 3490"/>
                <a:gd name="T98" fmla="*/ 27 w 3485"/>
                <a:gd name="T99" fmla="*/ 18 h 3490"/>
                <a:gd name="T100" fmla="*/ 28 w 3485"/>
                <a:gd name="T101" fmla="*/ 21 h 3490"/>
                <a:gd name="T102" fmla="*/ 27 w 3485"/>
                <a:gd name="T103" fmla="*/ 23 h 3490"/>
                <a:gd name="T104" fmla="*/ 26 w 3485"/>
                <a:gd name="T105" fmla="*/ 24 h 3490"/>
                <a:gd name="T106" fmla="*/ 24 w 3485"/>
                <a:gd name="T107" fmla="*/ 23 h 3490"/>
                <a:gd name="T108" fmla="*/ 24 w 3485"/>
                <a:gd name="T109" fmla="*/ 20 h 3490"/>
                <a:gd name="T110" fmla="*/ 25 w 3485"/>
                <a:gd name="T111" fmla="*/ 18 h 3490"/>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w 3485"/>
                <a:gd name="T169" fmla="*/ 0 h 3490"/>
                <a:gd name="T170" fmla="*/ 3485 w 3485"/>
                <a:gd name="T171" fmla="*/ 3490 h 3490"/>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T168" t="T169" r="T170" b="T171"/>
              <a:pathLst>
                <a:path w="3485" h="3490">
                  <a:moveTo>
                    <a:pt x="1754" y="0"/>
                  </a:moveTo>
                  <a:lnTo>
                    <a:pt x="1797" y="2"/>
                  </a:lnTo>
                  <a:lnTo>
                    <a:pt x="1840" y="5"/>
                  </a:lnTo>
                  <a:lnTo>
                    <a:pt x="1881" y="12"/>
                  </a:lnTo>
                  <a:lnTo>
                    <a:pt x="1921" y="20"/>
                  </a:lnTo>
                  <a:lnTo>
                    <a:pt x="1959" y="31"/>
                  </a:lnTo>
                  <a:lnTo>
                    <a:pt x="1994" y="44"/>
                  </a:lnTo>
                  <a:lnTo>
                    <a:pt x="2028" y="59"/>
                  </a:lnTo>
                  <a:lnTo>
                    <a:pt x="2058" y="74"/>
                  </a:lnTo>
                  <a:lnTo>
                    <a:pt x="2086" y="93"/>
                  </a:lnTo>
                  <a:lnTo>
                    <a:pt x="2111" y="113"/>
                  </a:lnTo>
                  <a:lnTo>
                    <a:pt x="2132" y="133"/>
                  </a:lnTo>
                  <a:lnTo>
                    <a:pt x="2151" y="155"/>
                  </a:lnTo>
                  <a:lnTo>
                    <a:pt x="2165" y="179"/>
                  </a:lnTo>
                  <a:lnTo>
                    <a:pt x="2175" y="203"/>
                  </a:lnTo>
                  <a:lnTo>
                    <a:pt x="2182" y="229"/>
                  </a:lnTo>
                  <a:lnTo>
                    <a:pt x="2185" y="255"/>
                  </a:lnTo>
                  <a:lnTo>
                    <a:pt x="2182" y="281"/>
                  </a:lnTo>
                  <a:lnTo>
                    <a:pt x="2175" y="305"/>
                  </a:lnTo>
                  <a:lnTo>
                    <a:pt x="2165" y="330"/>
                  </a:lnTo>
                  <a:lnTo>
                    <a:pt x="2151" y="353"/>
                  </a:lnTo>
                  <a:lnTo>
                    <a:pt x="2132" y="376"/>
                  </a:lnTo>
                  <a:lnTo>
                    <a:pt x="2111" y="397"/>
                  </a:lnTo>
                  <a:lnTo>
                    <a:pt x="2086" y="417"/>
                  </a:lnTo>
                  <a:lnTo>
                    <a:pt x="2058" y="434"/>
                  </a:lnTo>
                  <a:lnTo>
                    <a:pt x="2028" y="451"/>
                  </a:lnTo>
                  <a:lnTo>
                    <a:pt x="1994" y="466"/>
                  </a:lnTo>
                  <a:lnTo>
                    <a:pt x="1959" y="479"/>
                  </a:lnTo>
                  <a:lnTo>
                    <a:pt x="1921" y="489"/>
                  </a:lnTo>
                  <a:lnTo>
                    <a:pt x="1881" y="498"/>
                  </a:lnTo>
                  <a:lnTo>
                    <a:pt x="1840" y="505"/>
                  </a:lnTo>
                  <a:lnTo>
                    <a:pt x="1797" y="508"/>
                  </a:lnTo>
                  <a:lnTo>
                    <a:pt x="1754" y="509"/>
                  </a:lnTo>
                  <a:lnTo>
                    <a:pt x="1710" y="508"/>
                  </a:lnTo>
                  <a:lnTo>
                    <a:pt x="1667" y="505"/>
                  </a:lnTo>
                  <a:lnTo>
                    <a:pt x="1626" y="498"/>
                  </a:lnTo>
                  <a:lnTo>
                    <a:pt x="1586" y="489"/>
                  </a:lnTo>
                  <a:lnTo>
                    <a:pt x="1548" y="479"/>
                  </a:lnTo>
                  <a:lnTo>
                    <a:pt x="1512" y="466"/>
                  </a:lnTo>
                  <a:lnTo>
                    <a:pt x="1479" y="451"/>
                  </a:lnTo>
                  <a:lnTo>
                    <a:pt x="1449" y="434"/>
                  </a:lnTo>
                  <a:lnTo>
                    <a:pt x="1421" y="417"/>
                  </a:lnTo>
                  <a:lnTo>
                    <a:pt x="1395" y="397"/>
                  </a:lnTo>
                  <a:lnTo>
                    <a:pt x="1374" y="376"/>
                  </a:lnTo>
                  <a:lnTo>
                    <a:pt x="1355" y="353"/>
                  </a:lnTo>
                  <a:lnTo>
                    <a:pt x="1341" y="330"/>
                  </a:lnTo>
                  <a:lnTo>
                    <a:pt x="1331" y="305"/>
                  </a:lnTo>
                  <a:lnTo>
                    <a:pt x="1324" y="281"/>
                  </a:lnTo>
                  <a:lnTo>
                    <a:pt x="1321" y="255"/>
                  </a:lnTo>
                  <a:lnTo>
                    <a:pt x="1324" y="229"/>
                  </a:lnTo>
                  <a:lnTo>
                    <a:pt x="1331" y="203"/>
                  </a:lnTo>
                  <a:lnTo>
                    <a:pt x="1341" y="179"/>
                  </a:lnTo>
                  <a:lnTo>
                    <a:pt x="1355" y="155"/>
                  </a:lnTo>
                  <a:lnTo>
                    <a:pt x="1374" y="133"/>
                  </a:lnTo>
                  <a:lnTo>
                    <a:pt x="1395" y="113"/>
                  </a:lnTo>
                  <a:lnTo>
                    <a:pt x="1421" y="93"/>
                  </a:lnTo>
                  <a:lnTo>
                    <a:pt x="1449" y="74"/>
                  </a:lnTo>
                  <a:lnTo>
                    <a:pt x="1479" y="59"/>
                  </a:lnTo>
                  <a:lnTo>
                    <a:pt x="1512" y="44"/>
                  </a:lnTo>
                  <a:lnTo>
                    <a:pt x="1548" y="31"/>
                  </a:lnTo>
                  <a:lnTo>
                    <a:pt x="1586" y="20"/>
                  </a:lnTo>
                  <a:lnTo>
                    <a:pt x="1626" y="12"/>
                  </a:lnTo>
                  <a:lnTo>
                    <a:pt x="1667" y="5"/>
                  </a:lnTo>
                  <a:lnTo>
                    <a:pt x="1710" y="2"/>
                  </a:lnTo>
                  <a:lnTo>
                    <a:pt x="1754" y="0"/>
                  </a:lnTo>
                  <a:close/>
                  <a:moveTo>
                    <a:pt x="239" y="786"/>
                  </a:moveTo>
                  <a:lnTo>
                    <a:pt x="263" y="788"/>
                  </a:lnTo>
                  <a:lnTo>
                    <a:pt x="287" y="794"/>
                  </a:lnTo>
                  <a:lnTo>
                    <a:pt x="309" y="805"/>
                  </a:lnTo>
                  <a:lnTo>
                    <a:pt x="331" y="819"/>
                  </a:lnTo>
                  <a:lnTo>
                    <a:pt x="352" y="836"/>
                  </a:lnTo>
                  <a:lnTo>
                    <a:pt x="372" y="857"/>
                  </a:lnTo>
                  <a:lnTo>
                    <a:pt x="390" y="882"/>
                  </a:lnTo>
                  <a:lnTo>
                    <a:pt x="407" y="909"/>
                  </a:lnTo>
                  <a:lnTo>
                    <a:pt x="423" y="940"/>
                  </a:lnTo>
                  <a:lnTo>
                    <a:pt x="437" y="971"/>
                  </a:lnTo>
                  <a:lnTo>
                    <a:pt x="448" y="1006"/>
                  </a:lnTo>
                  <a:lnTo>
                    <a:pt x="459" y="1043"/>
                  </a:lnTo>
                  <a:lnTo>
                    <a:pt x="467" y="1081"/>
                  </a:lnTo>
                  <a:lnTo>
                    <a:pt x="473" y="1121"/>
                  </a:lnTo>
                  <a:lnTo>
                    <a:pt x="476" y="1163"/>
                  </a:lnTo>
                  <a:lnTo>
                    <a:pt x="478" y="1206"/>
                  </a:lnTo>
                  <a:lnTo>
                    <a:pt x="476" y="1248"/>
                  </a:lnTo>
                  <a:lnTo>
                    <a:pt x="473" y="1290"/>
                  </a:lnTo>
                  <a:lnTo>
                    <a:pt x="467" y="1330"/>
                  </a:lnTo>
                  <a:lnTo>
                    <a:pt x="459" y="1367"/>
                  </a:lnTo>
                  <a:lnTo>
                    <a:pt x="448" y="1405"/>
                  </a:lnTo>
                  <a:lnTo>
                    <a:pt x="437" y="1439"/>
                  </a:lnTo>
                  <a:lnTo>
                    <a:pt x="423" y="1472"/>
                  </a:lnTo>
                  <a:lnTo>
                    <a:pt x="407" y="1501"/>
                  </a:lnTo>
                  <a:lnTo>
                    <a:pt x="390" y="1528"/>
                  </a:lnTo>
                  <a:lnTo>
                    <a:pt x="372" y="1553"/>
                  </a:lnTo>
                  <a:lnTo>
                    <a:pt x="352" y="1574"/>
                  </a:lnTo>
                  <a:lnTo>
                    <a:pt x="331" y="1591"/>
                  </a:lnTo>
                  <a:lnTo>
                    <a:pt x="309" y="1605"/>
                  </a:lnTo>
                  <a:lnTo>
                    <a:pt x="287" y="1616"/>
                  </a:lnTo>
                  <a:lnTo>
                    <a:pt x="263" y="1622"/>
                  </a:lnTo>
                  <a:lnTo>
                    <a:pt x="239" y="1624"/>
                  </a:lnTo>
                  <a:lnTo>
                    <a:pt x="214" y="1622"/>
                  </a:lnTo>
                  <a:lnTo>
                    <a:pt x="191" y="1616"/>
                  </a:lnTo>
                  <a:lnTo>
                    <a:pt x="168" y="1605"/>
                  </a:lnTo>
                  <a:lnTo>
                    <a:pt x="146" y="1591"/>
                  </a:lnTo>
                  <a:lnTo>
                    <a:pt x="125" y="1574"/>
                  </a:lnTo>
                  <a:lnTo>
                    <a:pt x="105" y="1553"/>
                  </a:lnTo>
                  <a:lnTo>
                    <a:pt x="87" y="1528"/>
                  </a:lnTo>
                  <a:lnTo>
                    <a:pt x="70" y="1501"/>
                  </a:lnTo>
                  <a:lnTo>
                    <a:pt x="55" y="1472"/>
                  </a:lnTo>
                  <a:lnTo>
                    <a:pt x="41" y="1439"/>
                  </a:lnTo>
                  <a:lnTo>
                    <a:pt x="29" y="1405"/>
                  </a:lnTo>
                  <a:lnTo>
                    <a:pt x="18" y="1367"/>
                  </a:lnTo>
                  <a:lnTo>
                    <a:pt x="10" y="1330"/>
                  </a:lnTo>
                  <a:lnTo>
                    <a:pt x="4" y="1290"/>
                  </a:lnTo>
                  <a:lnTo>
                    <a:pt x="1" y="1248"/>
                  </a:lnTo>
                  <a:lnTo>
                    <a:pt x="0" y="1206"/>
                  </a:lnTo>
                  <a:lnTo>
                    <a:pt x="1" y="1163"/>
                  </a:lnTo>
                  <a:lnTo>
                    <a:pt x="4" y="1121"/>
                  </a:lnTo>
                  <a:lnTo>
                    <a:pt x="10" y="1081"/>
                  </a:lnTo>
                  <a:lnTo>
                    <a:pt x="18" y="1043"/>
                  </a:lnTo>
                  <a:lnTo>
                    <a:pt x="29" y="1006"/>
                  </a:lnTo>
                  <a:lnTo>
                    <a:pt x="41" y="971"/>
                  </a:lnTo>
                  <a:lnTo>
                    <a:pt x="55" y="940"/>
                  </a:lnTo>
                  <a:lnTo>
                    <a:pt x="70" y="909"/>
                  </a:lnTo>
                  <a:lnTo>
                    <a:pt x="87" y="882"/>
                  </a:lnTo>
                  <a:lnTo>
                    <a:pt x="105" y="857"/>
                  </a:lnTo>
                  <a:lnTo>
                    <a:pt x="125" y="836"/>
                  </a:lnTo>
                  <a:lnTo>
                    <a:pt x="146" y="819"/>
                  </a:lnTo>
                  <a:lnTo>
                    <a:pt x="168" y="805"/>
                  </a:lnTo>
                  <a:lnTo>
                    <a:pt x="191" y="794"/>
                  </a:lnTo>
                  <a:lnTo>
                    <a:pt x="214" y="788"/>
                  </a:lnTo>
                  <a:lnTo>
                    <a:pt x="239" y="786"/>
                  </a:lnTo>
                  <a:close/>
                  <a:moveTo>
                    <a:pt x="1119" y="2495"/>
                  </a:moveTo>
                  <a:lnTo>
                    <a:pt x="1143" y="2498"/>
                  </a:lnTo>
                  <a:lnTo>
                    <a:pt x="1167" y="2504"/>
                  </a:lnTo>
                  <a:lnTo>
                    <a:pt x="1190" y="2514"/>
                  </a:lnTo>
                  <a:lnTo>
                    <a:pt x="1211" y="2528"/>
                  </a:lnTo>
                  <a:lnTo>
                    <a:pt x="1232" y="2546"/>
                  </a:lnTo>
                  <a:lnTo>
                    <a:pt x="1252" y="2567"/>
                  </a:lnTo>
                  <a:lnTo>
                    <a:pt x="1271" y="2592"/>
                  </a:lnTo>
                  <a:lnTo>
                    <a:pt x="1288" y="2618"/>
                  </a:lnTo>
                  <a:lnTo>
                    <a:pt x="1304" y="2648"/>
                  </a:lnTo>
                  <a:lnTo>
                    <a:pt x="1318" y="2681"/>
                  </a:lnTo>
                  <a:lnTo>
                    <a:pt x="1329" y="2715"/>
                  </a:lnTo>
                  <a:lnTo>
                    <a:pt x="1340" y="2752"/>
                  </a:lnTo>
                  <a:lnTo>
                    <a:pt x="1348" y="2790"/>
                  </a:lnTo>
                  <a:lnTo>
                    <a:pt x="1354" y="2830"/>
                  </a:lnTo>
                  <a:lnTo>
                    <a:pt x="1358" y="2872"/>
                  </a:lnTo>
                  <a:lnTo>
                    <a:pt x="1359" y="2914"/>
                  </a:lnTo>
                  <a:lnTo>
                    <a:pt x="1358" y="2956"/>
                  </a:lnTo>
                  <a:lnTo>
                    <a:pt x="1354" y="2998"/>
                  </a:lnTo>
                  <a:lnTo>
                    <a:pt x="1348" y="3038"/>
                  </a:lnTo>
                  <a:lnTo>
                    <a:pt x="1340" y="3077"/>
                  </a:lnTo>
                  <a:lnTo>
                    <a:pt x="1329" y="3113"/>
                  </a:lnTo>
                  <a:lnTo>
                    <a:pt x="1318" y="3147"/>
                  </a:lnTo>
                  <a:lnTo>
                    <a:pt x="1304" y="3180"/>
                  </a:lnTo>
                  <a:lnTo>
                    <a:pt x="1288" y="3209"/>
                  </a:lnTo>
                  <a:lnTo>
                    <a:pt x="1271" y="3238"/>
                  </a:lnTo>
                  <a:lnTo>
                    <a:pt x="1252" y="3261"/>
                  </a:lnTo>
                  <a:lnTo>
                    <a:pt x="1232" y="3282"/>
                  </a:lnTo>
                  <a:lnTo>
                    <a:pt x="1211" y="3301"/>
                  </a:lnTo>
                  <a:lnTo>
                    <a:pt x="1190" y="3315"/>
                  </a:lnTo>
                  <a:lnTo>
                    <a:pt x="1167" y="3325"/>
                  </a:lnTo>
                  <a:lnTo>
                    <a:pt x="1143" y="3331"/>
                  </a:lnTo>
                  <a:lnTo>
                    <a:pt x="1119" y="3334"/>
                  </a:lnTo>
                  <a:lnTo>
                    <a:pt x="1094" y="3331"/>
                  </a:lnTo>
                  <a:lnTo>
                    <a:pt x="1070" y="3325"/>
                  </a:lnTo>
                  <a:lnTo>
                    <a:pt x="1048" y="3315"/>
                  </a:lnTo>
                  <a:lnTo>
                    <a:pt x="1026" y="3301"/>
                  </a:lnTo>
                  <a:lnTo>
                    <a:pt x="1005" y="3282"/>
                  </a:lnTo>
                  <a:lnTo>
                    <a:pt x="985" y="3261"/>
                  </a:lnTo>
                  <a:lnTo>
                    <a:pt x="967" y="3238"/>
                  </a:lnTo>
                  <a:lnTo>
                    <a:pt x="950" y="3209"/>
                  </a:lnTo>
                  <a:lnTo>
                    <a:pt x="935" y="3180"/>
                  </a:lnTo>
                  <a:lnTo>
                    <a:pt x="921" y="3147"/>
                  </a:lnTo>
                  <a:lnTo>
                    <a:pt x="909" y="3113"/>
                  </a:lnTo>
                  <a:lnTo>
                    <a:pt x="898" y="3077"/>
                  </a:lnTo>
                  <a:lnTo>
                    <a:pt x="890" y="3038"/>
                  </a:lnTo>
                  <a:lnTo>
                    <a:pt x="884" y="2998"/>
                  </a:lnTo>
                  <a:lnTo>
                    <a:pt x="881" y="2956"/>
                  </a:lnTo>
                  <a:lnTo>
                    <a:pt x="880" y="2914"/>
                  </a:lnTo>
                  <a:lnTo>
                    <a:pt x="881" y="2872"/>
                  </a:lnTo>
                  <a:lnTo>
                    <a:pt x="884" y="2830"/>
                  </a:lnTo>
                  <a:lnTo>
                    <a:pt x="890" y="2790"/>
                  </a:lnTo>
                  <a:lnTo>
                    <a:pt x="898" y="2752"/>
                  </a:lnTo>
                  <a:lnTo>
                    <a:pt x="909" y="2715"/>
                  </a:lnTo>
                  <a:lnTo>
                    <a:pt x="921" y="2681"/>
                  </a:lnTo>
                  <a:lnTo>
                    <a:pt x="935" y="2648"/>
                  </a:lnTo>
                  <a:lnTo>
                    <a:pt x="950" y="2618"/>
                  </a:lnTo>
                  <a:lnTo>
                    <a:pt x="967" y="2592"/>
                  </a:lnTo>
                  <a:lnTo>
                    <a:pt x="985" y="2567"/>
                  </a:lnTo>
                  <a:lnTo>
                    <a:pt x="1005" y="2546"/>
                  </a:lnTo>
                  <a:lnTo>
                    <a:pt x="1026" y="2528"/>
                  </a:lnTo>
                  <a:lnTo>
                    <a:pt x="1048" y="2514"/>
                  </a:lnTo>
                  <a:lnTo>
                    <a:pt x="1070" y="2504"/>
                  </a:lnTo>
                  <a:lnTo>
                    <a:pt x="1094" y="2498"/>
                  </a:lnTo>
                  <a:lnTo>
                    <a:pt x="1119" y="2495"/>
                  </a:lnTo>
                  <a:close/>
                  <a:moveTo>
                    <a:pt x="2380" y="2651"/>
                  </a:moveTo>
                  <a:lnTo>
                    <a:pt x="2405" y="2654"/>
                  </a:lnTo>
                  <a:lnTo>
                    <a:pt x="2428" y="2660"/>
                  </a:lnTo>
                  <a:lnTo>
                    <a:pt x="2452" y="2670"/>
                  </a:lnTo>
                  <a:lnTo>
                    <a:pt x="2473" y="2684"/>
                  </a:lnTo>
                  <a:lnTo>
                    <a:pt x="2494" y="2703"/>
                  </a:lnTo>
                  <a:lnTo>
                    <a:pt x="2514" y="2724"/>
                  </a:lnTo>
                  <a:lnTo>
                    <a:pt x="2533" y="2747"/>
                  </a:lnTo>
                  <a:lnTo>
                    <a:pt x="2550" y="2774"/>
                  </a:lnTo>
                  <a:lnTo>
                    <a:pt x="2565" y="2805"/>
                  </a:lnTo>
                  <a:lnTo>
                    <a:pt x="2580" y="2838"/>
                  </a:lnTo>
                  <a:lnTo>
                    <a:pt x="2591" y="2872"/>
                  </a:lnTo>
                  <a:lnTo>
                    <a:pt x="2602" y="2908"/>
                  </a:lnTo>
                  <a:lnTo>
                    <a:pt x="2610" y="2947"/>
                  </a:lnTo>
                  <a:lnTo>
                    <a:pt x="2616" y="2987"/>
                  </a:lnTo>
                  <a:lnTo>
                    <a:pt x="2619" y="3029"/>
                  </a:lnTo>
                  <a:lnTo>
                    <a:pt x="2621" y="3071"/>
                  </a:lnTo>
                  <a:lnTo>
                    <a:pt x="2619" y="3113"/>
                  </a:lnTo>
                  <a:lnTo>
                    <a:pt x="2616" y="3155"/>
                  </a:lnTo>
                  <a:lnTo>
                    <a:pt x="2610" y="3195"/>
                  </a:lnTo>
                  <a:lnTo>
                    <a:pt x="2602" y="3233"/>
                  </a:lnTo>
                  <a:lnTo>
                    <a:pt x="2591" y="3270"/>
                  </a:lnTo>
                  <a:lnTo>
                    <a:pt x="2580" y="3304"/>
                  </a:lnTo>
                  <a:lnTo>
                    <a:pt x="2565" y="3337"/>
                  </a:lnTo>
                  <a:lnTo>
                    <a:pt x="2550" y="3367"/>
                  </a:lnTo>
                  <a:lnTo>
                    <a:pt x="2533" y="3393"/>
                  </a:lnTo>
                  <a:lnTo>
                    <a:pt x="2514" y="3418"/>
                  </a:lnTo>
                  <a:lnTo>
                    <a:pt x="2494" y="3439"/>
                  </a:lnTo>
                  <a:lnTo>
                    <a:pt x="2473" y="3457"/>
                  </a:lnTo>
                  <a:lnTo>
                    <a:pt x="2452" y="3471"/>
                  </a:lnTo>
                  <a:lnTo>
                    <a:pt x="2428" y="3481"/>
                  </a:lnTo>
                  <a:lnTo>
                    <a:pt x="2405" y="3487"/>
                  </a:lnTo>
                  <a:lnTo>
                    <a:pt x="2380" y="3490"/>
                  </a:lnTo>
                  <a:lnTo>
                    <a:pt x="2356" y="3487"/>
                  </a:lnTo>
                  <a:lnTo>
                    <a:pt x="2332" y="3481"/>
                  </a:lnTo>
                  <a:lnTo>
                    <a:pt x="2310" y="3471"/>
                  </a:lnTo>
                  <a:lnTo>
                    <a:pt x="2288" y="3457"/>
                  </a:lnTo>
                  <a:lnTo>
                    <a:pt x="2267" y="3439"/>
                  </a:lnTo>
                  <a:lnTo>
                    <a:pt x="2248" y="3418"/>
                  </a:lnTo>
                  <a:lnTo>
                    <a:pt x="2229" y="3393"/>
                  </a:lnTo>
                  <a:lnTo>
                    <a:pt x="2212" y="3367"/>
                  </a:lnTo>
                  <a:lnTo>
                    <a:pt x="2196" y="3337"/>
                  </a:lnTo>
                  <a:lnTo>
                    <a:pt x="2182" y="3304"/>
                  </a:lnTo>
                  <a:lnTo>
                    <a:pt x="2171" y="3270"/>
                  </a:lnTo>
                  <a:lnTo>
                    <a:pt x="2160" y="3233"/>
                  </a:lnTo>
                  <a:lnTo>
                    <a:pt x="2152" y="3195"/>
                  </a:lnTo>
                  <a:lnTo>
                    <a:pt x="2146" y="3155"/>
                  </a:lnTo>
                  <a:lnTo>
                    <a:pt x="2142" y="3113"/>
                  </a:lnTo>
                  <a:lnTo>
                    <a:pt x="2141" y="3071"/>
                  </a:lnTo>
                  <a:lnTo>
                    <a:pt x="2142" y="3029"/>
                  </a:lnTo>
                  <a:lnTo>
                    <a:pt x="2146" y="2987"/>
                  </a:lnTo>
                  <a:lnTo>
                    <a:pt x="2152" y="2947"/>
                  </a:lnTo>
                  <a:lnTo>
                    <a:pt x="2160" y="2908"/>
                  </a:lnTo>
                  <a:lnTo>
                    <a:pt x="2171" y="2872"/>
                  </a:lnTo>
                  <a:lnTo>
                    <a:pt x="2182" y="2838"/>
                  </a:lnTo>
                  <a:lnTo>
                    <a:pt x="2196" y="2805"/>
                  </a:lnTo>
                  <a:lnTo>
                    <a:pt x="2212" y="2774"/>
                  </a:lnTo>
                  <a:lnTo>
                    <a:pt x="2229" y="2747"/>
                  </a:lnTo>
                  <a:lnTo>
                    <a:pt x="2248" y="2724"/>
                  </a:lnTo>
                  <a:lnTo>
                    <a:pt x="2267" y="2703"/>
                  </a:lnTo>
                  <a:lnTo>
                    <a:pt x="2288" y="2684"/>
                  </a:lnTo>
                  <a:lnTo>
                    <a:pt x="2310" y="2670"/>
                  </a:lnTo>
                  <a:lnTo>
                    <a:pt x="2332" y="2660"/>
                  </a:lnTo>
                  <a:lnTo>
                    <a:pt x="2356" y="2654"/>
                  </a:lnTo>
                  <a:lnTo>
                    <a:pt x="2380" y="2651"/>
                  </a:lnTo>
                  <a:close/>
                  <a:moveTo>
                    <a:pt x="2342" y="1355"/>
                  </a:moveTo>
                  <a:lnTo>
                    <a:pt x="2366" y="1357"/>
                  </a:lnTo>
                  <a:lnTo>
                    <a:pt x="2390" y="1363"/>
                  </a:lnTo>
                  <a:lnTo>
                    <a:pt x="2412" y="1373"/>
                  </a:lnTo>
                  <a:lnTo>
                    <a:pt x="2434" y="1387"/>
                  </a:lnTo>
                  <a:lnTo>
                    <a:pt x="2455" y="1405"/>
                  </a:lnTo>
                  <a:lnTo>
                    <a:pt x="2475" y="1426"/>
                  </a:lnTo>
                  <a:lnTo>
                    <a:pt x="2493" y="1451"/>
                  </a:lnTo>
                  <a:lnTo>
                    <a:pt x="2510" y="1478"/>
                  </a:lnTo>
                  <a:lnTo>
                    <a:pt x="2526" y="1507"/>
                  </a:lnTo>
                  <a:lnTo>
                    <a:pt x="2540" y="1540"/>
                  </a:lnTo>
                  <a:lnTo>
                    <a:pt x="2551" y="1574"/>
                  </a:lnTo>
                  <a:lnTo>
                    <a:pt x="2562" y="1611"/>
                  </a:lnTo>
                  <a:lnTo>
                    <a:pt x="2570" y="1649"/>
                  </a:lnTo>
                  <a:lnTo>
                    <a:pt x="2576" y="1689"/>
                  </a:lnTo>
                  <a:lnTo>
                    <a:pt x="2580" y="1731"/>
                  </a:lnTo>
                  <a:lnTo>
                    <a:pt x="2581" y="1773"/>
                  </a:lnTo>
                  <a:lnTo>
                    <a:pt x="2580" y="1815"/>
                  </a:lnTo>
                  <a:lnTo>
                    <a:pt x="2576" y="1858"/>
                  </a:lnTo>
                  <a:lnTo>
                    <a:pt x="2570" y="1897"/>
                  </a:lnTo>
                  <a:lnTo>
                    <a:pt x="2562" y="1936"/>
                  </a:lnTo>
                  <a:lnTo>
                    <a:pt x="2551" y="1972"/>
                  </a:lnTo>
                  <a:lnTo>
                    <a:pt x="2540" y="2008"/>
                  </a:lnTo>
                  <a:lnTo>
                    <a:pt x="2526" y="2039"/>
                  </a:lnTo>
                  <a:lnTo>
                    <a:pt x="2510" y="2070"/>
                  </a:lnTo>
                  <a:lnTo>
                    <a:pt x="2493" y="2097"/>
                  </a:lnTo>
                  <a:lnTo>
                    <a:pt x="2475" y="2121"/>
                  </a:lnTo>
                  <a:lnTo>
                    <a:pt x="2455" y="2142"/>
                  </a:lnTo>
                  <a:lnTo>
                    <a:pt x="2434" y="2160"/>
                  </a:lnTo>
                  <a:lnTo>
                    <a:pt x="2412" y="2174"/>
                  </a:lnTo>
                  <a:lnTo>
                    <a:pt x="2390" y="2185"/>
                  </a:lnTo>
                  <a:lnTo>
                    <a:pt x="2366" y="2191"/>
                  </a:lnTo>
                  <a:lnTo>
                    <a:pt x="2342" y="2193"/>
                  </a:lnTo>
                  <a:lnTo>
                    <a:pt x="2317" y="2191"/>
                  </a:lnTo>
                  <a:lnTo>
                    <a:pt x="2294" y="2185"/>
                  </a:lnTo>
                  <a:lnTo>
                    <a:pt x="2270" y="2174"/>
                  </a:lnTo>
                  <a:lnTo>
                    <a:pt x="2249" y="2160"/>
                  </a:lnTo>
                  <a:lnTo>
                    <a:pt x="2228" y="2142"/>
                  </a:lnTo>
                  <a:lnTo>
                    <a:pt x="2208" y="2121"/>
                  </a:lnTo>
                  <a:lnTo>
                    <a:pt x="2189" y="2097"/>
                  </a:lnTo>
                  <a:lnTo>
                    <a:pt x="2173" y="2070"/>
                  </a:lnTo>
                  <a:lnTo>
                    <a:pt x="2157" y="2039"/>
                  </a:lnTo>
                  <a:lnTo>
                    <a:pt x="2142" y="2008"/>
                  </a:lnTo>
                  <a:lnTo>
                    <a:pt x="2131" y="1972"/>
                  </a:lnTo>
                  <a:lnTo>
                    <a:pt x="2120" y="1936"/>
                  </a:lnTo>
                  <a:lnTo>
                    <a:pt x="2112" y="1897"/>
                  </a:lnTo>
                  <a:lnTo>
                    <a:pt x="2106" y="1858"/>
                  </a:lnTo>
                  <a:lnTo>
                    <a:pt x="2103" y="1815"/>
                  </a:lnTo>
                  <a:lnTo>
                    <a:pt x="2101" y="1773"/>
                  </a:lnTo>
                  <a:lnTo>
                    <a:pt x="2103" y="1731"/>
                  </a:lnTo>
                  <a:lnTo>
                    <a:pt x="2106" y="1689"/>
                  </a:lnTo>
                  <a:lnTo>
                    <a:pt x="2112" y="1649"/>
                  </a:lnTo>
                  <a:lnTo>
                    <a:pt x="2120" y="1611"/>
                  </a:lnTo>
                  <a:lnTo>
                    <a:pt x="2131" y="1574"/>
                  </a:lnTo>
                  <a:lnTo>
                    <a:pt x="2142" y="1540"/>
                  </a:lnTo>
                  <a:lnTo>
                    <a:pt x="2157" y="1507"/>
                  </a:lnTo>
                  <a:lnTo>
                    <a:pt x="2173" y="1478"/>
                  </a:lnTo>
                  <a:lnTo>
                    <a:pt x="2189" y="1451"/>
                  </a:lnTo>
                  <a:lnTo>
                    <a:pt x="2208" y="1426"/>
                  </a:lnTo>
                  <a:lnTo>
                    <a:pt x="2228" y="1405"/>
                  </a:lnTo>
                  <a:lnTo>
                    <a:pt x="2249" y="1387"/>
                  </a:lnTo>
                  <a:lnTo>
                    <a:pt x="2270" y="1373"/>
                  </a:lnTo>
                  <a:lnTo>
                    <a:pt x="2294" y="1363"/>
                  </a:lnTo>
                  <a:lnTo>
                    <a:pt x="2317" y="1357"/>
                  </a:lnTo>
                  <a:lnTo>
                    <a:pt x="2342" y="1355"/>
                  </a:lnTo>
                  <a:close/>
                  <a:moveTo>
                    <a:pt x="3179" y="819"/>
                  </a:moveTo>
                  <a:lnTo>
                    <a:pt x="3204" y="821"/>
                  </a:lnTo>
                  <a:lnTo>
                    <a:pt x="3227" y="827"/>
                  </a:lnTo>
                  <a:lnTo>
                    <a:pt x="3250" y="838"/>
                  </a:lnTo>
                  <a:lnTo>
                    <a:pt x="3272" y="852"/>
                  </a:lnTo>
                  <a:lnTo>
                    <a:pt x="3293" y="869"/>
                  </a:lnTo>
                  <a:lnTo>
                    <a:pt x="3312" y="890"/>
                  </a:lnTo>
                  <a:lnTo>
                    <a:pt x="3331" y="915"/>
                  </a:lnTo>
                  <a:lnTo>
                    <a:pt x="3348" y="942"/>
                  </a:lnTo>
                  <a:lnTo>
                    <a:pt x="3363" y="971"/>
                  </a:lnTo>
                  <a:lnTo>
                    <a:pt x="3377" y="1004"/>
                  </a:lnTo>
                  <a:lnTo>
                    <a:pt x="3389" y="1038"/>
                  </a:lnTo>
                  <a:lnTo>
                    <a:pt x="3400" y="1076"/>
                  </a:lnTo>
                  <a:lnTo>
                    <a:pt x="3408" y="1113"/>
                  </a:lnTo>
                  <a:lnTo>
                    <a:pt x="3414" y="1153"/>
                  </a:lnTo>
                  <a:lnTo>
                    <a:pt x="3417" y="1195"/>
                  </a:lnTo>
                  <a:lnTo>
                    <a:pt x="3418" y="1237"/>
                  </a:lnTo>
                  <a:lnTo>
                    <a:pt x="3417" y="1280"/>
                  </a:lnTo>
                  <a:lnTo>
                    <a:pt x="3414" y="1322"/>
                  </a:lnTo>
                  <a:lnTo>
                    <a:pt x="3408" y="1362"/>
                  </a:lnTo>
                  <a:lnTo>
                    <a:pt x="3400" y="1399"/>
                  </a:lnTo>
                  <a:lnTo>
                    <a:pt x="3389" y="1437"/>
                  </a:lnTo>
                  <a:lnTo>
                    <a:pt x="3377" y="1471"/>
                  </a:lnTo>
                  <a:lnTo>
                    <a:pt x="3363" y="1503"/>
                  </a:lnTo>
                  <a:lnTo>
                    <a:pt x="3348" y="1533"/>
                  </a:lnTo>
                  <a:lnTo>
                    <a:pt x="3331" y="1560"/>
                  </a:lnTo>
                  <a:lnTo>
                    <a:pt x="3312" y="1584"/>
                  </a:lnTo>
                  <a:lnTo>
                    <a:pt x="3293" y="1605"/>
                  </a:lnTo>
                  <a:lnTo>
                    <a:pt x="3272" y="1623"/>
                  </a:lnTo>
                  <a:lnTo>
                    <a:pt x="3250" y="1637"/>
                  </a:lnTo>
                  <a:lnTo>
                    <a:pt x="3227" y="1648"/>
                  </a:lnTo>
                  <a:lnTo>
                    <a:pt x="3204" y="1654"/>
                  </a:lnTo>
                  <a:lnTo>
                    <a:pt x="3179" y="1656"/>
                  </a:lnTo>
                  <a:lnTo>
                    <a:pt x="3155" y="1654"/>
                  </a:lnTo>
                  <a:lnTo>
                    <a:pt x="3131" y="1648"/>
                  </a:lnTo>
                  <a:lnTo>
                    <a:pt x="3108" y="1637"/>
                  </a:lnTo>
                  <a:lnTo>
                    <a:pt x="3087" y="1623"/>
                  </a:lnTo>
                  <a:lnTo>
                    <a:pt x="3066" y="1605"/>
                  </a:lnTo>
                  <a:lnTo>
                    <a:pt x="3046" y="1584"/>
                  </a:lnTo>
                  <a:lnTo>
                    <a:pt x="3027" y="1560"/>
                  </a:lnTo>
                  <a:lnTo>
                    <a:pt x="3011" y="1533"/>
                  </a:lnTo>
                  <a:lnTo>
                    <a:pt x="2994" y="1503"/>
                  </a:lnTo>
                  <a:lnTo>
                    <a:pt x="2980" y="1471"/>
                  </a:lnTo>
                  <a:lnTo>
                    <a:pt x="2968" y="1437"/>
                  </a:lnTo>
                  <a:lnTo>
                    <a:pt x="2958" y="1399"/>
                  </a:lnTo>
                  <a:lnTo>
                    <a:pt x="2950" y="1362"/>
                  </a:lnTo>
                  <a:lnTo>
                    <a:pt x="2944" y="1322"/>
                  </a:lnTo>
                  <a:lnTo>
                    <a:pt x="2940" y="1280"/>
                  </a:lnTo>
                  <a:lnTo>
                    <a:pt x="2939" y="1237"/>
                  </a:lnTo>
                  <a:lnTo>
                    <a:pt x="2940" y="1195"/>
                  </a:lnTo>
                  <a:lnTo>
                    <a:pt x="2944" y="1153"/>
                  </a:lnTo>
                  <a:lnTo>
                    <a:pt x="2950" y="1113"/>
                  </a:lnTo>
                  <a:lnTo>
                    <a:pt x="2958" y="1076"/>
                  </a:lnTo>
                  <a:lnTo>
                    <a:pt x="2968" y="1038"/>
                  </a:lnTo>
                  <a:lnTo>
                    <a:pt x="2980" y="1004"/>
                  </a:lnTo>
                  <a:lnTo>
                    <a:pt x="2994" y="971"/>
                  </a:lnTo>
                  <a:lnTo>
                    <a:pt x="3011" y="942"/>
                  </a:lnTo>
                  <a:lnTo>
                    <a:pt x="3027" y="915"/>
                  </a:lnTo>
                  <a:lnTo>
                    <a:pt x="3046" y="890"/>
                  </a:lnTo>
                  <a:lnTo>
                    <a:pt x="3066" y="869"/>
                  </a:lnTo>
                  <a:lnTo>
                    <a:pt x="3087" y="852"/>
                  </a:lnTo>
                  <a:lnTo>
                    <a:pt x="3108" y="838"/>
                  </a:lnTo>
                  <a:lnTo>
                    <a:pt x="3131" y="827"/>
                  </a:lnTo>
                  <a:lnTo>
                    <a:pt x="3155" y="821"/>
                  </a:lnTo>
                  <a:lnTo>
                    <a:pt x="3179" y="819"/>
                  </a:lnTo>
                  <a:close/>
                  <a:moveTo>
                    <a:pt x="3246" y="2144"/>
                  </a:moveTo>
                  <a:lnTo>
                    <a:pt x="3271" y="2146"/>
                  </a:lnTo>
                  <a:lnTo>
                    <a:pt x="3294" y="2152"/>
                  </a:lnTo>
                  <a:lnTo>
                    <a:pt x="3316" y="2162"/>
                  </a:lnTo>
                  <a:lnTo>
                    <a:pt x="3339" y="2176"/>
                  </a:lnTo>
                  <a:lnTo>
                    <a:pt x="3360" y="2194"/>
                  </a:lnTo>
                  <a:lnTo>
                    <a:pt x="3380" y="2215"/>
                  </a:lnTo>
                  <a:lnTo>
                    <a:pt x="3397" y="2240"/>
                  </a:lnTo>
                  <a:lnTo>
                    <a:pt x="3415" y="2267"/>
                  </a:lnTo>
                  <a:lnTo>
                    <a:pt x="3430" y="2296"/>
                  </a:lnTo>
                  <a:lnTo>
                    <a:pt x="3444" y="2329"/>
                  </a:lnTo>
                  <a:lnTo>
                    <a:pt x="3456" y="2363"/>
                  </a:lnTo>
                  <a:lnTo>
                    <a:pt x="3466" y="2400"/>
                  </a:lnTo>
                  <a:lnTo>
                    <a:pt x="3475" y="2438"/>
                  </a:lnTo>
                  <a:lnTo>
                    <a:pt x="3480" y="2478"/>
                  </a:lnTo>
                  <a:lnTo>
                    <a:pt x="3484" y="2520"/>
                  </a:lnTo>
                  <a:lnTo>
                    <a:pt x="3485" y="2562"/>
                  </a:lnTo>
                  <a:lnTo>
                    <a:pt x="3484" y="2604"/>
                  </a:lnTo>
                  <a:lnTo>
                    <a:pt x="3480" y="2647"/>
                  </a:lnTo>
                  <a:lnTo>
                    <a:pt x="3475" y="2686"/>
                  </a:lnTo>
                  <a:lnTo>
                    <a:pt x="3466" y="2725"/>
                  </a:lnTo>
                  <a:lnTo>
                    <a:pt x="3456" y="2762"/>
                  </a:lnTo>
                  <a:lnTo>
                    <a:pt x="3444" y="2796"/>
                  </a:lnTo>
                  <a:lnTo>
                    <a:pt x="3430" y="2828"/>
                  </a:lnTo>
                  <a:lnTo>
                    <a:pt x="3415" y="2858"/>
                  </a:lnTo>
                  <a:lnTo>
                    <a:pt x="3397" y="2886"/>
                  </a:lnTo>
                  <a:lnTo>
                    <a:pt x="3380" y="2909"/>
                  </a:lnTo>
                  <a:lnTo>
                    <a:pt x="3360" y="2930"/>
                  </a:lnTo>
                  <a:lnTo>
                    <a:pt x="3339" y="2949"/>
                  </a:lnTo>
                  <a:lnTo>
                    <a:pt x="3316" y="2963"/>
                  </a:lnTo>
                  <a:lnTo>
                    <a:pt x="3294" y="2974"/>
                  </a:lnTo>
                  <a:lnTo>
                    <a:pt x="3271" y="2980"/>
                  </a:lnTo>
                  <a:lnTo>
                    <a:pt x="3246" y="2982"/>
                  </a:lnTo>
                  <a:lnTo>
                    <a:pt x="3222" y="2980"/>
                  </a:lnTo>
                  <a:lnTo>
                    <a:pt x="3198" y="2974"/>
                  </a:lnTo>
                  <a:lnTo>
                    <a:pt x="3176" y="2963"/>
                  </a:lnTo>
                  <a:lnTo>
                    <a:pt x="3154" y="2949"/>
                  </a:lnTo>
                  <a:lnTo>
                    <a:pt x="3133" y="2930"/>
                  </a:lnTo>
                  <a:lnTo>
                    <a:pt x="3113" y="2909"/>
                  </a:lnTo>
                  <a:lnTo>
                    <a:pt x="3095" y="2886"/>
                  </a:lnTo>
                  <a:lnTo>
                    <a:pt x="3077" y="2858"/>
                  </a:lnTo>
                  <a:lnTo>
                    <a:pt x="3062" y="2828"/>
                  </a:lnTo>
                  <a:lnTo>
                    <a:pt x="3048" y="2796"/>
                  </a:lnTo>
                  <a:lnTo>
                    <a:pt x="3036" y="2762"/>
                  </a:lnTo>
                  <a:lnTo>
                    <a:pt x="3026" y="2725"/>
                  </a:lnTo>
                  <a:lnTo>
                    <a:pt x="3018" y="2686"/>
                  </a:lnTo>
                  <a:lnTo>
                    <a:pt x="3012" y="2647"/>
                  </a:lnTo>
                  <a:lnTo>
                    <a:pt x="3008" y="2604"/>
                  </a:lnTo>
                  <a:lnTo>
                    <a:pt x="3007" y="2562"/>
                  </a:lnTo>
                  <a:lnTo>
                    <a:pt x="3008" y="2520"/>
                  </a:lnTo>
                  <a:lnTo>
                    <a:pt x="3012" y="2478"/>
                  </a:lnTo>
                  <a:lnTo>
                    <a:pt x="3018" y="2438"/>
                  </a:lnTo>
                  <a:lnTo>
                    <a:pt x="3026" y="2400"/>
                  </a:lnTo>
                  <a:lnTo>
                    <a:pt x="3036" y="2363"/>
                  </a:lnTo>
                  <a:lnTo>
                    <a:pt x="3048" y="2329"/>
                  </a:lnTo>
                  <a:lnTo>
                    <a:pt x="3062" y="2296"/>
                  </a:lnTo>
                  <a:lnTo>
                    <a:pt x="3077" y="2267"/>
                  </a:lnTo>
                  <a:lnTo>
                    <a:pt x="3095" y="2240"/>
                  </a:lnTo>
                  <a:lnTo>
                    <a:pt x="3113" y="2215"/>
                  </a:lnTo>
                  <a:lnTo>
                    <a:pt x="3133" y="2194"/>
                  </a:lnTo>
                  <a:lnTo>
                    <a:pt x="3154" y="2176"/>
                  </a:lnTo>
                  <a:lnTo>
                    <a:pt x="3176" y="2162"/>
                  </a:lnTo>
                  <a:lnTo>
                    <a:pt x="3198" y="2152"/>
                  </a:lnTo>
                  <a:lnTo>
                    <a:pt x="3222" y="2146"/>
                  </a:lnTo>
                  <a:lnTo>
                    <a:pt x="3246" y="214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5378" name="Freeform 51"/>
            <p:cNvSpPr>
              <a:spLocks/>
            </p:cNvSpPr>
            <p:nvPr/>
          </p:nvSpPr>
          <p:spPr bwMode="auto">
            <a:xfrm>
              <a:off x="1267" y="1588"/>
              <a:ext cx="87" cy="52"/>
            </a:xfrm>
            <a:custGeom>
              <a:avLst/>
              <a:gdLst>
                <a:gd name="T0" fmla="*/ 3 w 437"/>
                <a:gd name="T1" fmla="*/ 2 h 260"/>
                <a:gd name="T2" fmla="*/ 3 w 437"/>
                <a:gd name="T3" fmla="*/ 2 h 260"/>
                <a:gd name="T4" fmla="*/ 3 w 437"/>
                <a:gd name="T5" fmla="*/ 2 h 260"/>
                <a:gd name="T6" fmla="*/ 3 w 437"/>
                <a:gd name="T7" fmla="*/ 2 h 260"/>
                <a:gd name="T8" fmla="*/ 3 w 437"/>
                <a:gd name="T9" fmla="*/ 1 h 260"/>
                <a:gd name="T10" fmla="*/ 3 w 437"/>
                <a:gd name="T11" fmla="*/ 1 h 260"/>
                <a:gd name="T12" fmla="*/ 3 w 437"/>
                <a:gd name="T13" fmla="*/ 1 h 260"/>
                <a:gd name="T14" fmla="*/ 3 w 437"/>
                <a:gd name="T15" fmla="*/ 1 h 260"/>
                <a:gd name="T16" fmla="*/ 3 w 437"/>
                <a:gd name="T17" fmla="*/ 1 h 260"/>
                <a:gd name="T18" fmla="*/ 2 w 437"/>
                <a:gd name="T19" fmla="*/ 1 h 260"/>
                <a:gd name="T20" fmla="*/ 2 w 437"/>
                <a:gd name="T21" fmla="*/ 0 h 260"/>
                <a:gd name="T22" fmla="*/ 2 w 437"/>
                <a:gd name="T23" fmla="*/ 0 h 260"/>
                <a:gd name="T24" fmla="*/ 2 w 437"/>
                <a:gd name="T25" fmla="*/ 0 h 260"/>
                <a:gd name="T26" fmla="*/ 1 w 437"/>
                <a:gd name="T27" fmla="*/ 0 h 260"/>
                <a:gd name="T28" fmla="*/ 1 w 437"/>
                <a:gd name="T29" fmla="*/ 0 h 260"/>
                <a:gd name="T30" fmla="*/ 1 w 437"/>
                <a:gd name="T31" fmla="*/ 0 h 260"/>
                <a:gd name="T32" fmla="*/ 0 w 437"/>
                <a:gd name="T33" fmla="*/ 0 h 260"/>
                <a:gd name="T34" fmla="*/ 0 w 437"/>
                <a:gd name="T35" fmla="*/ 0 h 260"/>
                <a:gd name="T36" fmla="*/ 0 w 437"/>
                <a:gd name="T37" fmla="*/ 0 h 260"/>
                <a:gd name="T38" fmla="*/ 0 w 437"/>
                <a:gd name="T39" fmla="*/ 0 h 260"/>
                <a:gd name="T40" fmla="*/ 1 w 437"/>
                <a:gd name="T41" fmla="*/ 0 h 260"/>
                <a:gd name="T42" fmla="*/ 1 w 437"/>
                <a:gd name="T43" fmla="*/ 0 h 260"/>
                <a:gd name="T44" fmla="*/ 1 w 437"/>
                <a:gd name="T45" fmla="*/ 0 h 260"/>
                <a:gd name="T46" fmla="*/ 2 w 437"/>
                <a:gd name="T47" fmla="*/ 0 h 260"/>
                <a:gd name="T48" fmla="*/ 2 w 437"/>
                <a:gd name="T49" fmla="*/ 0 h 260"/>
                <a:gd name="T50" fmla="*/ 2 w 437"/>
                <a:gd name="T51" fmla="*/ 1 h 260"/>
                <a:gd name="T52" fmla="*/ 2 w 437"/>
                <a:gd name="T53" fmla="*/ 1 h 260"/>
                <a:gd name="T54" fmla="*/ 3 w 437"/>
                <a:gd name="T55" fmla="*/ 1 h 260"/>
                <a:gd name="T56" fmla="*/ 3 w 437"/>
                <a:gd name="T57" fmla="*/ 1 h 260"/>
                <a:gd name="T58" fmla="*/ 3 w 437"/>
                <a:gd name="T59" fmla="*/ 1 h 260"/>
                <a:gd name="T60" fmla="*/ 3 w 437"/>
                <a:gd name="T61" fmla="*/ 1 h 260"/>
                <a:gd name="T62" fmla="*/ 3 w 437"/>
                <a:gd name="T63" fmla="*/ 1 h 260"/>
                <a:gd name="T64" fmla="*/ 3 w 437"/>
                <a:gd name="T65" fmla="*/ 2 h 260"/>
                <a:gd name="T66" fmla="*/ 3 w 437"/>
                <a:gd name="T67" fmla="*/ 2 h 260"/>
                <a:gd name="T68" fmla="*/ 3 w 437"/>
                <a:gd name="T69" fmla="*/ 2 h 260"/>
                <a:gd name="T70" fmla="*/ 3 w 437"/>
                <a:gd name="T71" fmla="*/ 2 h 260"/>
                <a:gd name="T72" fmla="*/ 3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437" y="260"/>
                  </a:moveTo>
                  <a:lnTo>
                    <a:pt x="437" y="260"/>
                  </a:lnTo>
                  <a:lnTo>
                    <a:pt x="434" y="233"/>
                  </a:lnTo>
                  <a:lnTo>
                    <a:pt x="427" y="206"/>
                  </a:lnTo>
                  <a:lnTo>
                    <a:pt x="417" y="181"/>
                  </a:lnTo>
                  <a:lnTo>
                    <a:pt x="401" y="157"/>
                  </a:lnTo>
                  <a:lnTo>
                    <a:pt x="383" y="133"/>
                  </a:lnTo>
                  <a:lnTo>
                    <a:pt x="360" y="113"/>
                  </a:lnTo>
                  <a:lnTo>
                    <a:pt x="336" y="93"/>
                  </a:lnTo>
                  <a:lnTo>
                    <a:pt x="308" y="73"/>
                  </a:lnTo>
                  <a:lnTo>
                    <a:pt x="276" y="58"/>
                  </a:lnTo>
                  <a:lnTo>
                    <a:pt x="242" y="43"/>
                  </a:lnTo>
                  <a:lnTo>
                    <a:pt x="207" y="30"/>
                  </a:lnTo>
                  <a:lnTo>
                    <a:pt x="168" y="19"/>
                  </a:lnTo>
                  <a:lnTo>
                    <a:pt x="128" y="11"/>
                  </a:lnTo>
                  <a:lnTo>
                    <a:pt x="87" y="4"/>
                  </a:lnTo>
                  <a:lnTo>
                    <a:pt x="43" y="1"/>
                  </a:lnTo>
                  <a:lnTo>
                    <a:pt x="0" y="0"/>
                  </a:lnTo>
                  <a:lnTo>
                    <a:pt x="0" y="11"/>
                  </a:lnTo>
                  <a:lnTo>
                    <a:pt x="43" y="12"/>
                  </a:lnTo>
                  <a:lnTo>
                    <a:pt x="85" y="16"/>
                  </a:lnTo>
                  <a:lnTo>
                    <a:pt x="126" y="23"/>
                  </a:lnTo>
                  <a:lnTo>
                    <a:pt x="166" y="31"/>
                  </a:lnTo>
                  <a:lnTo>
                    <a:pt x="202" y="42"/>
                  </a:lnTo>
                  <a:lnTo>
                    <a:pt x="237" y="55"/>
                  </a:lnTo>
                  <a:lnTo>
                    <a:pt x="271" y="70"/>
                  </a:lnTo>
                  <a:lnTo>
                    <a:pt x="301" y="85"/>
                  </a:lnTo>
                  <a:lnTo>
                    <a:pt x="329" y="103"/>
                  </a:lnTo>
                  <a:lnTo>
                    <a:pt x="353" y="123"/>
                  </a:lnTo>
                  <a:lnTo>
                    <a:pt x="373" y="143"/>
                  </a:lnTo>
                  <a:lnTo>
                    <a:pt x="392" y="164"/>
                  </a:lnTo>
                  <a:lnTo>
                    <a:pt x="405" y="186"/>
                  </a:lnTo>
                  <a:lnTo>
                    <a:pt x="415" y="211"/>
                  </a:lnTo>
                  <a:lnTo>
                    <a:pt x="422" y="235"/>
                  </a:lnTo>
                  <a:lnTo>
                    <a:pt x="425" y="260"/>
                  </a:lnTo>
                  <a:lnTo>
                    <a:pt x="437"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5379" name="Freeform 52"/>
            <p:cNvSpPr>
              <a:spLocks/>
            </p:cNvSpPr>
            <p:nvPr/>
          </p:nvSpPr>
          <p:spPr bwMode="auto">
            <a:xfrm>
              <a:off x="1267" y="1640"/>
              <a:ext cx="87" cy="52"/>
            </a:xfrm>
            <a:custGeom>
              <a:avLst/>
              <a:gdLst>
                <a:gd name="T0" fmla="*/ 0 w 437"/>
                <a:gd name="T1" fmla="*/ 2 h 260"/>
                <a:gd name="T2" fmla="*/ 0 w 437"/>
                <a:gd name="T3" fmla="*/ 2 h 260"/>
                <a:gd name="T4" fmla="*/ 0 w 437"/>
                <a:gd name="T5" fmla="*/ 2 h 260"/>
                <a:gd name="T6" fmla="*/ 1 w 437"/>
                <a:gd name="T7" fmla="*/ 2 h 260"/>
                <a:gd name="T8" fmla="*/ 1 w 437"/>
                <a:gd name="T9" fmla="*/ 2 h 260"/>
                <a:gd name="T10" fmla="*/ 1 w 437"/>
                <a:gd name="T11" fmla="*/ 2 h 260"/>
                <a:gd name="T12" fmla="*/ 2 w 437"/>
                <a:gd name="T13" fmla="*/ 2 h 260"/>
                <a:gd name="T14" fmla="*/ 2 w 437"/>
                <a:gd name="T15" fmla="*/ 2 h 260"/>
                <a:gd name="T16" fmla="*/ 2 w 437"/>
                <a:gd name="T17" fmla="*/ 2 h 260"/>
                <a:gd name="T18" fmla="*/ 2 w 437"/>
                <a:gd name="T19" fmla="*/ 1 h 260"/>
                <a:gd name="T20" fmla="*/ 3 w 437"/>
                <a:gd name="T21" fmla="*/ 1 h 260"/>
                <a:gd name="T22" fmla="*/ 3 w 437"/>
                <a:gd name="T23" fmla="*/ 1 h 260"/>
                <a:gd name="T24" fmla="*/ 3 w 437"/>
                <a:gd name="T25" fmla="*/ 1 h 260"/>
                <a:gd name="T26" fmla="*/ 3 w 437"/>
                <a:gd name="T27" fmla="*/ 1 h 260"/>
                <a:gd name="T28" fmla="*/ 3 w 437"/>
                <a:gd name="T29" fmla="*/ 1 h 260"/>
                <a:gd name="T30" fmla="*/ 3 w 437"/>
                <a:gd name="T31" fmla="*/ 0 h 260"/>
                <a:gd name="T32" fmla="*/ 3 w 437"/>
                <a:gd name="T33" fmla="*/ 0 h 260"/>
                <a:gd name="T34" fmla="*/ 3 w 437"/>
                <a:gd name="T35" fmla="*/ 0 h 260"/>
                <a:gd name="T36" fmla="*/ 3 w 437"/>
                <a:gd name="T37" fmla="*/ 0 h 260"/>
                <a:gd name="T38" fmla="*/ 3 w 437"/>
                <a:gd name="T39" fmla="*/ 0 h 260"/>
                <a:gd name="T40" fmla="*/ 3 w 437"/>
                <a:gd name="T41" fmla="*/ 0 h 260"/>
                <a:gd name="T42" fmla="*/ 3 w 437"/>
                <a:gd name="T43" fmla="*/ 1 h 260"/>
                <a:gd name="T44" fmla="*/ 3 w 437"/>
                <a:gd name="T45" fmla="*/ 1 h 260"/>
                <a:gd name="T46" fmla="*/ 3 w 437"/>
                <a:gd name="T47" fmla="*/ 1 h 260"/>
                <a:gd name="T48" fmla="*/ 3 w 437"/>
                <a:gd name="T49" fmla="*/ 1 h 260"/>
                <a:gd name="T50" fmla="*/ 3 w 437"/>
                <a:gd name="T51" fmla="*/ 1 h 260"/>
                <a:gd name="T52" fmla="*/ 2 w 437"/>
                <a:gd name="T53" fmla="*/ 1 h 260"/>
                <a:gd name="T54" fmla="*/ 2 w 437"/>
                <a:gd name="T55" fmla="*/ 2 h 260"/>
                <a:gd name="T56" fmla="*/ 2 w 437"/>
                <a:gd name="T57" fmla="*/ 2 h 260"/>
                <a:gd name="T58" fmla="*/ 2 w 437"/>
                <a:gd name="T59" fmla="*/ 2 h 260"/>
                <a:gd name="T60" fmla="*/ 1 w 437"/>
                <a:gd name="T61" fmla="*/ 2 h 260"/>
                <a:gd name="T62" fmla="*/ 1 w 437"/>
                <a:gd name="T63" fmla="*/ 2 h 260"/>
                <a:gd name="T64" fmla="*/ 1 w 437"/>
                <a:gd name="T65" fmla="*/ 2 h 260"/>
                <a:gd name="T66" fmla="*/ 0 w 437"/>
                <a:gd name="T67" fmla="*/ 2 h 260"/>
                <a:gd name="T68" fmla="*/ 0 w 437"/>
                <a:gd name="T69" fmla="*/ 2 h 260"/>
                <a:gd name="T70" fmla="*/ 0 w 437"/>
                <a:gd name="T71" fmla="*/ 2 h 260"/>
                <a:gd name="T72" fmla="*/ 0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0" y="260"/>
                  </a:moveTo>
                  <a:lnTo>
                    <a:pt x="0" y="260"/>
                  </a:lnTo>
                  <a:lnTo>
                    <a:pt x="43" y="259"/>
                  </a:lnTo>
                  <a:lnTo>
                    <a:pt x="87" y="255"/>
                  </a:lnTo>
                  <a:lnTo>
                    <a:pt x="128" y="248"/>
                  </a:lnTo>
                  <a:lnTo>
                    <a:pt x="168" y="240"/>
                  </a:lnTo>
                  <a:lnTo>
                    <a:pt x="207" y="230"/>
                  </a:lnTo>
                  <a:lnTo>
                    <a:pt x="242" y="217"/>
                  </a:lnTo>
                  <a:lnTo>
                    <a:pt x="276" y="202"/>
                  </a:lnTo>
                  <a:lnTo>
                    <a:pt x="308" y="185"/>
                  </a:lnTo>
                  <a:lnTo>
                    <a:pt x="336" y="166"/>
                  </a:lnTo>
                  <a:lnTo>
                    <a:pt x="360" y="146"/>
                  </a:lnTo>
                  <a:lnTo>
                    <a:pt x="383" y="125"/>
                  </a:lnTo>
                  <a:lnTo>
                    <a:pt x="401" y="102"/>
                  </a:lnTo>
                  <a:lnTo>
                    <a:pt x="417" y="77"/>
                  </a:lnTo>
                  <a:lnTo>
                    <a:pt x="427" y="53"/>
                  </a:lnTo>
                  <a:lnTo>
                    <a:pt x="434" y="27"/>
                  </a:lnTo>
                  <a:lnTo>
                    <a:pt x="437" y="0"/>
                  </a:lnTo>
                  <a:lnTo>
                    <a:pt x="425" y="0"/>
                  </a:lnTo>
                  <a:lnTo>
                    <a:pt x="422" y="24"/>
                  </a:lnTo>
                  <a:lnTo>
                    <a:pt x="415" y="48"/>
                  </a:lnTo>
                  <a:lnTo>
                    <a:pt x="405" y="73"/>
                  </a:lnTo>
                  <a:lnTo>
                    <a:pt x="392" y="95"/>
                  </a:lnTo>
                  <a:lnTo>
                    <a:pt x="373" y="116"/>
                  </a:lnTo>
                  <a:lnTo>
                    <a:pt x="353" y="137"/>
                  </a:lnTo>
                  <a:lnTo>
                    <a:pt x="329" y="157"/>
                  </a:lnTo>
                  <a:lnTo>
                    <a:pt x="301" y="173"/>
                  </a:lnTo>
                  <a:lnTo>
                    <a:pt x="271" y="190"/>
                  </a:lnTo>
                  <a:lnTo>
                    <a:pt x="237" y="205"/>
                  </a:lnTo>
                  <a:lnTo>
                    <a:pt x="202" y="218"/>
                  </a:lnTo>
                  <a:lnTo>
                    <a:pt x="166" y="228"/>
                  </a:lnTo>
                  <a:lnTo>
                    <a:pt x="126" y="237"/>
                  </a:lnTo>
                  <a:lnTo>
                    <a:pt x="85" y="244"/>
                  </a:lnTo>
                  <a:lnTo>
                    <a:pt x="43" y="247"/>
                  </a:lnTo>
                  <a:lnTo>
                    <a:pt x="0" y="248"/>
                  </a:lnTo>
                  <a:lnTo>
                    <a:pt x="0"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5380" name="Freeform 53"/>
            <p:cNvSpPr>
              <a:spLocks/>
            </p:cNvSpPr>
            <p:nvPr/>
          </p:nvSpPr>
          <p:spPr bwMode="auto">
            <a:xfrm>
              <a:off x="1179" y="1640"/>
              <a:ext cx="88" cy="52"/>
            </a:xfrm>
            <a:custGeom>
              <a:avLst/>
              <a:gdLst>
                <a:gd name="T0" fmla="*/ 0 w 439"/>
                <a:gd name="T1" fmla="*/ 0 h 260"/>
                <a:gd name="T2" fmla="*/ 0 w 439"/>
                <a:gd name="T3" fmla="*/ 0 h 260"/>
                <a:gd name="T4" fmla="*/ 0 w 439"/>
                <a:gd name="T5" fmla="*/ 0 h 260"/>
                <a:gd name="T6" fmla="*/ 0 w 439"/>
                <a:gd name="T7" fmla="*/ 0 h 260"/>
                <a:gd name="T8" fmla="*/ 0 w 439"/>
                <a:gd name="T9" fmla="*/ 1 h 260"/>
                <a:gd name="T10" fmla="*/ 0 w 439"/>
                <a:gd name="T11" fmla="*/ 1 h 260"/>
                <a:gd name="T12" fmla="*/ 0 w 439"/>
                <a:gd name="T13" fmla="*/ 1 h 260"/>
                <a:gd name="T14" fmla="*/ 1 w 439"/>
                <a:gd name="T15" fmla="*/ 1 h 260"/>
                <a:gd name="T16" fmla="*/ 1 w 439"/>
                <a:gd name="T17" fmla="*/ 1 h 260"/>
                <a:gd name="T18" fmla="*/ 1 w 439"/>
                <a:gd name="T19" fmla="*/ 1 h 260"/>
                <a:gd name="T20" fmla="*/ 1 w 439"/>
                <a:gd name="T21" fmla="*/ 2 h 260"/>
                <a:gd name="T22" fmla="*/ 2 w 439"/>
                <a:gd name="T23" fmla="*/ 2 h 260"/>
                <a:gd name="T24" fmla="*/ 2 w 439"/>
                <a:gd name="T25" fmla="*/ 2 h 260"/>
                <a:gd name="T26" fmla="*/ 2 w 439"/>
                <a:gd name="T27" fmla="*/ 2 h 260"/>
                <a:gd name="T28" fmla="*/ 2 w 439"/>
                <a:gd name="T29" fmla="*/ 2 h 260"/>
                <a:gd name="T30" fmla="*/ 3 w 439"/>
                <a:gd name="T31" fmla="*/ 2 h 260"/>
                <a:gd name="T32" fmla="*/ 3 w 439"/>
                <a:gd name="T33" fmla="*/ 2 h 260"/>
                <a:gd name="T34" fmla="*/ 4 w 439"/>
                <a:gd name="T35" fmla="*/ 2 h 260"/>
                <a:gd name="T36" fmla="*/ 4 w 439"/>
                <a:gd name="T37" fmla="*/ 2 h 260"/>
                <a:gd name="T38" fmla="*/ 3 w 439"/>
                <a:gd name="T39" fmla="*/ 2 h 260"/>
                <a:gd name="T40" fmla="*/ 3 w 439"/>
                <a:gd name="T41" fmla="*/ 2 h 260"/>
                <a:gd name="T42" fmla="*/ 3 w 439"/>
                <a:gd name="T43" fmla="*/ 2 h 260"/>
                <a:gd name="T44" fmla="*/ 2 w 439"/>
                <a:gd name="T45" fmla="*/ 2 h 260"/>
                <a:gd name="T46" fmla="*/ 2 w 439"/>
                <a:gd name="T47" fmla="*/ 2 h 260"/>
                <a:gd name="T48" fmla="*/ 2 w 439"/>
                <a:gd name="T49" fmla="*/ 2 h 260"/>
                <a:gd name="T50" fmla="*/ 1 w 439"/>
                <a:gd name="T51" fmla="*/ 2 h 260"/>
                <a:gd name="T52" fmla="*/ 1 w 439"/>
                <a:gd name="T53" fmla="*/ 1 h 260"/>
                <a:gd name="T54" fmla="*/ 1 w 439"/>
                <a:gd name="T55" fmla="*/ 1 h 260"/>
                <a:gd name="T56" fmla="*/ 1 w 439"/>
                <a:gd name="T57" fmla="*/ 1 h 260"/>
                <a:gd name="T58" fmla="*/ 1 w 439"/>
                <a:gd name="T59" fmla="*/ 1 h 260"/>
                <a:gd name="T60" fmla="*/ 0 w 439"/>
                <a:gd name="T61" fmla="*/ 1 h 260"/>
                <a:gd name="T62" fmla="*/ 0 w 439"/>
                <a:gd name="T63" fmla="*/ 1 h 260"/>
                <a:gd name="T64" fmla="*/ 0 w 439"/>
                <a:gd name="T65" fmla="*/ 0 h 260"/>
                <a:gd name="T66" fmla="*/ 0 w 439"/>
                <a:gd name="T67" fmla="*/ 0 h 260"/>
                <a:gd name="T68" fmla="*/ 0 w 439"/>
                <a:gd name="T69" fmla="*/ 0 h 260"/>
                <a:gd name="T70" fmla="*/ 0 w 439"/>
                <a:gd name="T71" fmla="*/ 0 h 260"/>
                <a:gd name="T72" fmla="*/ 0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0" y="0"/>
                  </a:moveTo>
                  <a:lnTo>
                    <a:pt x="0" y="0"/>
                  </a:lnTo>
                  <a:lnTo>
                    <a:pt x="3" y="27"/>
                  </a:lnTo>
                  <a:lnTo>
                    <a:pt x="10" y="53"/>
                  </a:lnTo>
                  <a:lnTo>
                    <a:pt x="20" y="77"/>
                  </a:lnTo>
                  <a:lnTo>
                    <a:pt x="35" y="102"/>
                  </a:lnTo>
                  <a:lnTo>
                    <a:pt x="54" y="125"/>
                  </a:lnTo>
                  <a:lnTo>
                    <a:pt x="76" y="146"/>
                  </a:lnTo>
                  <a:lnTo>
                    <a:pt x="102" y="166"/>
                  </a:lnTo>
                  <a:lnTo>
                    <a:pt x="130" y="185"/>
                  </a:lnTo>
                  <a:lnTo>
                    <a:pt x="162" y="202"/>
                  </a:lnTo>
                  <a:lnTo>
                    <a:pt x="195" y="217"/>
                  </a:lnTo>
                  <a:lnTo>
                    <a:pt x="231" y="230"/>
                  </a:lnTo>
                  <a:lnTo>
                    <a:pt x="270" y="240"/>
                  </a:lnTo>
                  <a:lnTo>
                    <a:pt x="310" y="248"/>
                  </a:lnTo>
                  <a:lnTo>
                    <a:pt x="351" y="255"/>
                  </a:lnTo>
                  <a:lnTo>
                    <a:pt x="395" y="259"/>
                  </a:lnTo>
                  <a:lnTo>
                    <a:pt x="439" y="260"/>
                  </a:lnTo>
                  <a:lnTo>
                    <a:pt x="439" y="248"/>
                  </a:lnTo>
                  <a:lnTo>
                    <a:pt x="395" y="247"/>
                  </a:lnTo>
                  <a:lnTo>
                    <a:pt x="353" y="244"/>
                  </a:lnTo>
                  <a:lnTo>
                    <a:pt x="312" y="237"/>
                  </a:lnTo>
                  <a:lnTo>
                    <a:pt x="272" y="228"/>
                  </a:lnTo>
                  <a:lnTo>
                    <a:pt x="236" y="218"/>
                  </a:lnTo>
                  <a:lnTo>
                    <a:pt x="200" y="205"/>
                  </a:lnTo>
                  <a:lnTo>
                    <a:pt x="167" y="190"/>
                  </a:lnTo>
                  <a:lnTo>
                    <a:pt x="137" y="173"/>
                  </a:lnTo>
                  <a:lnTo>
                    <a:pt x="109" y="157"/>
                  </a:lnTo>
                  <a:lnTo>
                    <a:pt x="84" y="137"/>
                  </a:lnTo>
                  <a:lnTo>
                    <a:pt x="64" y="116"/>
                  </a:lnTo>
                  <a:lnTo>
                    <a:pt x="45" y="95"/>
                  </a:lnTo>
                  <a:lnTo>
                    <a:pt x="32" y="73"/>
                  </a:lnTo>
                  <a:lnTo>
                    <a:pt x="21" y="48"/>
                  </a:lnTo>
                  <a:lnTo>
                    <a:pt x="14" y="24"/>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5381" name="Freeform 54"/>
            <p:cNvSpPr>
              <a:spLocks/>
            </p:cNvSpPr>
            <p:nvPr/>
          </p:nvSpPr>
          <p:spPr bwMode="auto">
            <a:xfrm>
              <a:off x="1179" y="1588"/>
              <a:ext cx="88" cy="52"/>
            </a:xfrm>
            <a:custGeom>
              <a:avLst/>
              <a:gdLst>
                <a:gd name="T0" fmla="*/ 4 w 439"/>
                <a:gd name="T1" fmla="*/ 0 h 260"/>
                <a:gd name="T2" fmla="*/ 4 w 439"/>
                <a:gd name="T3" fmla="*/ 0 h 260"/>
                <a:gd name="T4" fmla="*/ 3 w 439"/>
                <a:gd name="T5" fmla="*/ 0 h 260"/>
                <a:gd name="T6" fmla="*/ 3 w 439"/>
                <a:gd name="T7" fmla="*/ 0 h 260"/>
                <a:gd name="T8" fmla="*/ 2 w 439"/>
                <a:gd name="T9" fmla="*/ 0 h 260"/>
                <a:gd name="T10" fmla="*/ 2 w 439"/>
                <a:gd name="T11" fmla="*/ 0 h 260"/>
                <a:gd name="T12" fmla="*/ 2 w 439"/>
                <a:gd name="T13" fmla="*/ 0 h 260"/>
                <a:gd name="T14" fmla="*/ 2 w 439"/>
                <a:gd name="T15" fmla="*/ 0 h 260"/>
                <a:gd name="T16" fmla="*/ 1 w 439"/>
                <a:gd name="T17" fmla="*/ 0 h 260"/>
                <a:gd name="T18" fmla="*/ 1 w 439"/>
                <a:gd name="T19" fmla="*/ 1 h 260"/>
                <a:gd name="T20" fmla="*/ 1 w 439"/>
                <a:gd name="T21" fmla="*/ 1 h 260"/>
                <a:gd name="T22" fmla="*/ 1 w 439"/>
                <a:gd name="T23" fmla="*/ 1 h 260"/>
                <a:gd name="T24" fmla="*/ 0 w 439"/>
                <a:gd name="T25" fmla="*/ 1 h 260"/>
                <a:gd name="T26" fmla="*/ 0 w 439"/>
                <a:gd name="T27" fmla="*/ 1 h 260"/>
                <a:gd name="T28" fmla="*/ 0 w 439"/>
                <a:gd name="T29" fmla="*/ 1 h 260"/>
                <a:gd name="T30" fmla="*/ 0 w 439"/>
                <a:gd name="T31" fmla="*/ 2 h 260"/>
                <a:gd name="T32" fmla="*/ 0 w 439"/>
                <a:gd name="T33" fmla="*/ 2 h 260"/>
                <a:gd name="T34" fmla="*/ 0 w 439"/>
                <a:gd name="T35" fmla="*/ 2 h 260"/>
                <a:gd name="T36" fmla="*/ 0 w 439"/>
                <a:gd name="T37" fmla="*/ 2 h 260"/>
                <a:gd name="T38" fmla="*/ 0 w 439"/>
                <a:gd name="T39" fmla="*/ 2 h 260"/>
                <a:gd name="T40" fmla="*/ 0 w 439"/>
                <a:gd name="T41" fmla="*/ 2 h 260"/>
                <a:gd name="T42" fmla="*/ 0 w 439"/>
                <a:gd name="T43" fmla="*/ 1 h 260"/>
                <a:gd name="T44" fmla="*/ 0 w 439"/>
                <a:gd name="T45" fmla="*/ 1 h 260"/>
                <a:gd name="T46" fmla="*/ 1 w 439"/>
                <a:gd name="T47" fmla="*/ 1 h 260"/>
                <a:gd name="T48" fmla="*/ 1 w 439"/>
                <a:gd name="T49" fmla="*/ 1 h 260"/>
                <a:gd name="T50" fmla="*/ 1 w 439"/>
                <a:gd name="T51" fmla="*/ 1 h 260"/>
                <a:gd name="T52" fmla="*/ 1 w 439"/>
                <a:gd name="T53" fmla="*/ 1 h 260"/>
                <a:gd name="T54" fmla="*/ 1 w 439"/>
                <a:gd name="T55" fmla="*/ 1 h 260"/>
                <a:gd name="T56" fmla="*/ 2 w 439"/>
                <a:gd name="T57" fmla="*/ 0 h 260"/>
                <a:gd name="T58" fmla="*/ 2 w 439"/>
                <a:gd name="T59" fmla="*/ 0 h 260"/>
                <a:gd name="T60" fmla="*/ 2 w 439"/>
                <a:gd name="T61" fmla="*/ 0 h 260"/>
                <a:gd name="T62" fmla="*/ 3 w 439"/>
                <a:gd name="T63" fmla="*/ 0 h 260"/>
                <a:gd name="T64" fmla="*/ 3 w 439"/>
                <a:gd name="T65" fmla="*/ 0 h 260"/>
                <a:gd name="T66" fmla="*/ 3 w 439"/>
                <a:gd name="T67" fmla="*/ 0 h 260"/>
                <a:gd name="T68" fmla="*/ 4 w 439"/>
                <a:gd name="T69" fmla="*/ 0 h 260"/>
                <a:gd name="T70" fmla="*/ 4 w 439"/>
                <a:gd name="T71" fmla="*/ 0 h 260"/>
                <a:gd name="T72" fmla="*/ 4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439" y="0"/>
                  </a:moveTo>
                  <a:lnTo>
                    <a:pt x="439" y="0"/>
                  </a:lnTo>
                  <a:lnTo>
                    <a:pt x="395" y="1"/>
                  </a:lnTo>
                  <a:lnTo>
                    <a:pt x="351" y="4"/>
                  </a:lnTo>
                  <a:lnTo>
                    <a:pt x="310" y="11"/>
                  </a:lnTo>
                  <a:lnTo>
                    <a:pt x="270" y="19"/>
                  </a:lnTo>
                  <a:lnTo>
                    <a:pt x="231" y="30"/>
                  </a:lnTo>
                  <a:lnTo>
                    <a:pt x="195" y="43"/>
                  </a:lnTo>
                  <a:lnTo>
                    <a:pt x="162" y="58"/>
                  </a:lnTo>
                  <a:lnTo>
                    <a:pt x="130" y="73"/>
                  </a:lnTo>
                  <a:lnTo>
                    <a:pt x="102" y="93"/>
                  </a:lnTo>
                  <a:lnTo>
                    <a:pt x="76" y="113"/>
                  </a:lnTo>
                  <a:lnTo>
                    <a:pt x="54" y="133"/>
                  </a:lnTo>
                  <a:lnTo>
                    <a:pt x="35" y="157"/>
                  </a:lnTo>
                  <a:lnTo>
                    <a:pt x="20" y="181"/>
                  </a:lnTo>
                  <a:lnTo>
                    <a:pt x="10" y="206"/>
                  </a:lnTo>
                  <a:lnTo>
                    <a:pt x="3" y="233"/>
                  </a:lnTo>
                  <a:lnTo>
                    <a:pt x="0" y="260"/>
                  </a:lnTo>
                  <a:lnTo>
                    <a:pt x="12" y="260"/>
                  </a:lnTo>
                  <a:lnTo>
                    <a:pt x="14" y="235"/>
                  </a:lnTo>
                  <a:lnTo>
                    <a:pt x="21" y="211"/>
                  </a:lnTo>
                  <a:lnTo>
                    <a:pt x="32" y="186"/>
                  </a:lnTo>
                  <a:lnTo>
                    <a:pt x="45" y="164"/>
                  </a:lnTo>
                  <a:lnTo>
                    <a:pt x="64" y="143"/>
                  </a:lnTo>
                  <a:lnTo>
                    <a:pt x="84" y="123"/>
                  </a:lnTo>
                  <a:lnTo>
                    <a:pt x="109" y="103"/>
                  </a:lnTo>
                  <a:lnTo>
                    <a:pt x="137" y="85"/>
                  </a:lnTo>
                  <a:lnTo>
                    <a:pt x="167" y="70"/>
                  </a:lnTo>
                  <a:lnTo>
                    <a:pt x="200" y="55"/>
                  </a:lnTo>
                  <a:lnTo>
                    <a:pt x="236" y="42"/>
                  </a:lnTo>
                  <a:lnTo>
                    <a:pt x="272" y="31"/>
                  </a:lnTo>
                  <a:lnTo>
                    <a:pt x="312" y="23"/>
                  </a:lnTo>
                  <a:lnTo>
                    <a:pt x="353" y="16"/>
                  </a:lnTo>
                  <a:lnTo>
                    <a:pt x="395" y="12"/>
                  </a:lnTo>
                  <a:lnTo>
                    <a:pt x="439" y="11"/>
                  </a:lnTo>
                  <a:lnTo>
                    <a:pt x="439"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5382" name="Freeform 55"/>
            <p:cNvSpPr>
              <a:spLocks/>
            </p:cNvSpPr>
            <p:nvPr/>
          </p:nvSpPr>
          <p:spPr bwMode="auto">
            <a:xfrm>
              <a:off x="964" y="1745"/>
              <a:ext cx="48" cy="85"/>
            </a:xfrm>
            <a:custGeom>
              <a:avLst/>
              <a:gdLst>
                <a:gd name="T0" fmla="*/ 2 w 244"/>
                <a:gd name="T1" fmla="*/ 3 h 426"/>
                <a:gd name="T2" fmla="*/ 2 w 244"/>
                <a:gd name="T3" fmla="*/ 3 h 426"/>
                <a:gd name="T4" fmla="*/ 2 w 244"/>
                <a:gd name="T5" fmla="*/ 3 h 426"/>
                <a:gd name="T6" fmla="*/ 2 w 244"/>
                <a:gd name="T7" fmla="*/ 3 h 426"/>
                <a:gd name="T8" fmla="*/ 2 w 244"/>
                <a:gd name="T9" fmla="*/ 2 h 426"/>
                <a:gd name="T10" fmla="*/ 2 w 244"/>
                <a:gd name="T11" fmla="*/ 2 h 426"/>
                <a:gd name="T12" fmla="*/ 2 w 244"/>
                <a:gd name="T13" fmla="*/ 2 h 426"/>
                <a:gd name="T14" fmla="*/ 2 w 244"/>
                <a:gd name="T15" fmla="*/ 2 h 426"/>
                <a:gd name="T16" fmla="*/ 1 w 244"/>
                <a:gd name="T17" fmla="*/ 1 h 426"/>
                <a:gd name="T18" fmla="*/ 1 w 244"/>
                <a:gd name="T19" fmla="*/ 1 h 426"/>
                <a:gd name="T20" fmla="*/ 1 w 244"/>
                <a:gd name="T21" fmla="*/ 1 h 426"/>
                <a:gd name="T22" fmla="*/ 1 w 244"/>
                <a:gd name="T23" fmla="*/ 1 h 426"/>
                <a:gd name="T24" fmla="*/ 1 w 244"/>
                <a:gd name="T25" fmla="*/ 0 h 426"/>
                <a:gd name="T26" fmla="*/ 1 w 244"/>
                <a:gd name="T27" fmla="*/ 0 h 426"/>
                <a:gd name="T28" fmla="*/ 1 w 244"/>
                <a:gd name="T29" fmla="*/ 0 h 426"/>
                <a:gd name="T30" fmla="*/ 0 w 244"/>
                <a:gd name="T31" fmla="*/ 0 h 426"/>
                <a:gd name="T32" fmla="*/ 0 w 244"/>
                <a:gd name="T33" fmla="*/ 0 h 426"/>
                <a:gd name="T34" fmla="*/ 0 w 244"/>
                <a:gd name="T35" fmla="*/ 0 h 426"/>
                <a:gd name="T36" fmla="*/ 0 w 244"/>
                <a:gd name="T37" fmla="*/ 0 h 426"/>
                <a:gd name="T38" fmla="*/ 0 w 244"/>
                <a:gd name="T39" fmla="*/ 0 h 426"/>
                <a:gd name="T40" fmla="*/ 0 w 244"/>
                <a:gd name="T41" fmla="*/ 0 h 426"/>
                <a:gd name="T42" fmla="*/ 1 w 244"/>
                <a:gd name="T43" fmla="*/ 0 h 426"/>
                <a:gd name="T44" fmla="*/ 1 w 244"/>
                <a:gd name="T45" fmla="*/ 0 h 426"/>
                <a:gd name="T46" fmla="*/ 1 w 244"/>
                <a:gd name="T47" fmla="*/ 0 h 426"/>
                <a:gd name="T48" fmla="*/ 1 w 244"/>
                <a:gd name="T49" fmla="*/ 1 h 426"/>
                <a:gd name="T50" fmla="*/ 1 w 244"/>
                <a:gd name="T51" fmla="*/ 1 h 426"/>
                <a:gd name="T52" fmla="*/ 1 w 244"/>
                <a:gd name="T53" fmla="*/ 1 h 426"/>
                <a:gd name="T54" fmla="*/ 1 w 244"/>
                <a:gd name="T55" fmla="*/ 1 h 426"/>
                <a:gd name="T56" fmla="*/ 1 w 244"/>
                <a:gd name="T57" fmla="*/ 2 h 426"/>
                <a:gd name="T58" fmla="*/ 2 w 244"/>
                <a:gd name="T59" fmla="*/ 2 h 426"/>
                <a:gd name="T60" fmla="*/ 2 w 244"/>
                <a:gd name="T61" fmla="*/ 2 h 426"/>
                <a:gd name="T62" fmla="*/ 2 w 244"/>
                <a:gd name="T63" fmla="*/ 2 h 426"/>
                <a:gd name="T64" fmla="*/ 2 w 244"/>
                <a:gd name="T65" fmla="*/ 3 h 426"/>
                <a:gd name="T66" fmla="*/ 2 w 244"/>
                <a:gd name="T67" fmla="*/ 3 h 426"/>
                <a:gd name="T68" fmla="*/ 2 w 244"/>
                <a:gd name="T69" fmla="*/ 3 h 426"/>
                <a:gd name="T70" fmla="*/ 2 w 244"/>
                <a:gd name="T71" fmla="*/ 3 h 426"/>
                <a:gd name="T72" fmla="*/ 2 w 244"/>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6"/>
                <a:gd name="T113" fmla="*/ 244 w 244"/>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6">
                  <a:moveTo>
                    <a:pt x="244" y="426"/>
                  </a:moveTo>
                  <a:lnTo>
                    <a:pt x="244" y="426"/>
                  </a:lnTo>
                  <a:lnTo>
                    <a:pt x="243" y="383"/>
                  </a:lnTo>
                  <a:lnTo>
                    <a:pt x="240" y="340"/>
                  </a:lnTo>
                  <a:lnTo>
                    <a:pt x="234" y="300"/>
                  </a:lnTo>
                  <a:lnTo>
                    <a:pt x="226" y="262"/>
                  </a:lnTo>
                  <a:lnTo>
                    <a:pt x="215" y="224"/>
                  </a:lnTo>
                  <a:lnTo>
                    <a:pt x="203" y="189"/>
                  </a:lnTo>
                  <a:lnTo>
                    <a:pt x="189" y="157"/>
                  </a:lnTo>
                  <a:lnTo>
                    <a:pt x="174" y="126"/>
                  </a:lnTo>
                  <a:lnTo>
                    <a:pt x="155" y="99"/>
                  </a:lnTo>
                  <a:lnTo>
                    <a:pt x="138" y="74"/>
                  </a:lnTo>
                  <a:lnTo>
                    <a:pt x="118" y="52"/>
                  </a:lnTo>
                  <a:lnTo>
                    <a:pt x="96" y="34"/>
                  </a:lnTo>
                  <a:lnTo>
                    <a:pt x="73" y="19"/>
                  </a:lnTo>
                  <a:lnTo>
                    <a:pt x="50" y="8"/>
                  </a:lnTo>
                  <a:lnTo>
                    <a:pt x="25" y="2"/>
                  </a:lnTo>
                  <a:lnTo>
                    <a:pt x="0" y="0"/>
                  </a:lnTo>
                  <a:lnTo>
                    <a:pt x="0" y="12"/>
                  </a:lnTo>
                  <a:lnTo>
                    <a:pt x="23" y="14"/>
                  </a:lnTo>
                  <a:lnTo>
                    <a:pt x="45" y="20"/>
                  </a:lnTo>
                  <a:lnTo>
                    <a:pt x="66" y="31"/>
                  </a:lnTo>
                  <a:lnTo>
                    <a:pt x="89" y="43"/>
                  </a:lnTo>
                  <a:lnTo>
                    <a:pt x="109" y="61"/>
                  </a:lnTo>
                  <a:lnTo>
                    <a:pt x="129" y="81"/>
                  </a:lnTo>
                  <a:lnTo>
                    <a:pt x="146" y="106"/>
                  </a:lnTo>
                  <a:lnTo>
                    <a:pt x="162" y="133"/>
                  </a:lnTo>
                  <a:lnTo>
                    <a:pt x="178" y="162"/>
                  </a:lnTo>
                  <a:lnTo>
                    <a:pt x="192" y="194"/>
                  </a:lnTo>
                  <a:lnTo>
                    <a:pt x="203" y="229"/>
                  </a:lnTo>
                  <a:lnTo>
                    <a:pt x="214" y="264"/>
                  </a:lnTo>
                  <a:lnTo>
                    <a:pt x="222" y="303"/>
                  </a:lnTo>
                  <a:lnTo>
                    <a:pt x="228" y="342"/>
                  </a:lnTo>
                  <a:lnTo>
                    <a:pt x="232" y="383"/>
                  </a:lnTo>
                  <a:lnTo>
                    <a:pt x="233" y="426"/>
                  </a:lnTo>
                  <a:lnTo>
                    <a:pt x="244"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5383" name="Freeform 56"/>
            <p:cNvSpPr>
              <a:spLocks/>
            </p:cNvSpPr>
            <p:nvPr/>
          </p:nvSpPr>
          <p:spPr bwMode="auto">
            <a:xfrm>
              <a:off x="964" y="1830"/>
              <a:ext cx="48" cy="85"/>
            </a:xfrm>
            <a:custGeom>
              <a:avLst/>
              <a:gdLst>
                <a:gd name="T0" fmla="*/ 0 w 244"/>
                <a:gd name="T1" fmla="*/ 3 h 424"/>
                <a:gd name="T2" fmla="*/ 0 w 244"/>
                <a:gd name="T3" fmla="*/ 3 h 424"/>
                <a:gd name="T4" fmla="*/ 0 w 244"/>
                <a:gd name="T5" fmla="*/ 3 h 424"/>
                <a:gd name="T6" fmla="*/ 0 w 244"/>
                <a:gd name="T7" fmla="*/ 3 h 424"/>
                <a:gd name="T8" fmla="*/ 1 w 244"/>
                <a:gd name="T9" fmla="*/ 3 h 424"/>
                <a:gd name="T10" fmla="*/ 1 w 244"/>
                <a:gd name="T11" fmla="*/ 3 h 424"/>
                <a:gd name="T12" fmla="*/ 1 w 244"/>
                <a:gd name="T13" fmla="*/ 3 h 424"/>
                <a:gd name="T14" fmla="*/ 1 w 244"/>
                <a:gd name="T15" fmla="*/ 3 h 424"/>
                <a:gd name="T16" fmla="*/ 1 w 244"/>
                <a:gd name="T17" fmla="*/ 3 h 424"/>
                <a:gd name="T18" fmla="*/ 1 w 244"/>
                <a:gd name="T19" fmla="*/ 2 h 424"/>
                <a:gd name="T20" fmla="*/ 1 w 244"/>
                <a:gd name="T21" fmla="*/ 2 h 424"/>
                <a:gd name="T22" fmla="*/ 2 w 244"/>
                <a:gd name="T23" fmla="*/ 2 h 424"/>
                <a:gd name="T24" fmla="*/ 2 w 244"/>
                <a:gd name="T25" fmla="*/ 2 h 424"/>
                <a:gd name="T26" fmla="*/ 2 w 244"/>
                <a:gd name="T27" fmla="*/ 1 h 424"/>
                <a:gd name="T28" fmla="*/ 2 w 244"/>
                <a:gd name="T29" fmla="*/ 1 h 424"/>
                <a:gd name="T30" fmla="*/ 2 w 244"/>
                <a:gd name="T31" fmla="*/ 1 h 424"/>
                <a:gd name="T32" fmla="*/ 2 w 244"/>
                <a:gd name="T33" fmla="*/ 0 h 424"/>
                <a:gd name="T34" fmla="*/ 2 w 244"/>
                <a:gd name="T35" fmla="*/ 0 h 424"/>
                <a:gd name="T36" fmla="*/ 2 w 244"/>
                <a:gd name="T37" fmla="*/ 0 h 424"/>
                <a:gd name="T38" fmla="*/ 2 w 244"/>
                <a:gd name="T39" fmla="*/ 0 h 424"/>
                <a:gd name="T40" fmla="*/ 2 w 244"/>
                <a:gd name="T41" fmla="*/ 1 h 424"/>
                <a:gd name="T42" fmla="*/ 2 w 244"/>
                <a:gd name="T43" fmla="*/ 1 h 424"/>
                <a:gd name="T44" fmla="*/ 2 w 244"/>
                <a:gd name="T45" fmla="*/ 1 h 424"/>
                <a:gd name="T46" fmla="*/ 2 w 244"/>
                <a:gd name="T47" fmla="*/ 2 h 424"/>
                <a:gd name="T48" fmla="*/ 1 w 244"/>
                <a:gd name="T49" fmla="*/ 2 h 424"/>
                <a:gd name="T50" fmla="*/ 1 w 244"/>
                <a:gd name="T51" fmla="*/ 2 h 424"/>
                <a:gd name="T52" fmla="*/ 1 w 244"/>
                <a:gd name="T53" fmla="*/ 2 h 424"/>
                <a:gd name="T54" fmla="*/ 1 w 244"/>
                <a:gd name="T55" fmla="*/ 3 h 424"/>
                <a:gd name="T56" fmla="*/ 1 w 244"/>
                <a:gd name="T57" fmla="*/ 3 h 424"/>
                <a:gd name="T58" fmla="*/ 1 w 244"/>
                <a:gd name="T59" fmla="*/ 3 h 424"/>
                <a:gd name="T60" fmla="*/ 1 w 244"/>
                <a:gd name="T61" fmla="*/ 3 h 424"/>
                <a:gd name="T62" fmla="*/ 1 w 244"/>
                <a:gd name="T63" fmla="*/ 3 h 424"/>
                <a:gd name="T64" fmla="*/ 0 w 244"/>
                <a:gd name="T65" fmla="*/ 3 h 424"/>
                <a:gd name="T66" fmla="*/ 0 w 244"/>
                <a:gd name="T67" fmla="*/ 3 h 424"/>
                <a:gd name="T68" fmla="*/ 0 w 244"/>
                <a:gd name="T69" fmla="*/ 3 h 424"/>
                <a:gd name="T70" fmla="*/ 0 w 244"/>
                <a:gd name="T71" fmla="*/ 3 h 424"/>
                <a:gd name="T72" fmla="*/ 0 w 244"/>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4"/>
                <a:gd name="T113" fmla="*/ 244 w 244"/>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4">
                  <a:moveTo>
                    <a:pt x="0" y="424"/>
                  </a:moveTo>
                  <a:lnTo>
                    <a:pt x="0" y="424"/>
                  </a:lnTo>
                  <a:lnTo>
                    <a:pt x="25" y="422"/>
                  </a:lnTo>
                  <a:lnTo>
                    <a:pt x="50" y="416"/>
                  </a:lnTo>
                  <a:lnTo>
                    <a:pt x="73" y="405"/>
                  </a:lnTo>
                  <a:lnTo>
                    <a:pt x="96" y="390"/>
                  </a:lnTo>
                  <a:lnTo>
                    <a:pt x="118" y="373"/>
                  </a:lnTo>
                  <a:lnTo>
                    <a:pt x="138" y="350"/>
                  </a:lnTo>
                  <a:lnTo>
                    <a:pt x="155" y="326"/>
                  </a:lnTo>
                  <a:lnTo>
                    <a:pt x="173" y="299"/>
                  </a:lnTo>
                  <a:lnTo>
                    <a:pt x="189" y="268"/>
                  </a:lnTo>
                  <a:lnTo>
                    <a:pt x="203" y="235"/>
                  </a:lnTo>
                  <a:lnTo>
                    <a:pt x="215" y="201"/>
                  </a:lnTo>
                  <a:lnTo>
                    <a:pt x="226" y="163"/>
                  </a:lnTo>
                  <a:lnTo>
                    <a:pt x="234" y="125"/>
                  </a:lnTo>
                  <a:lnTo>
                    <a:pt x="240" y="85"/>
                  </a:lnTo>
                  <a:lnTo>
                    <a:pt x="243" y="42"/>
                  </a:lnTo>
                  <a:lnTo>
                    <a:pt x="244" y="0"/>
                  </a:lnTo>
                  <a:lnTo>
                    <a:pt x="233" y="0"/>
                  </a:lnTo>
                  <a:lnTo>
                    <a:pt x="232" y="42"/>
                  </a:lnTo>
                  <a:lnTo>
                    <a:pt x="228" y="83"/>
                  </a:lnTo>
                  <a:lnTo>
                    <a:pt x="222" y="123"/>
                  </a:lnTo>
                  <a:lnTo>
                    <a:pt x="214" y="160"/>
                  </a:lnTo>
                  <a:lnTo>
                    <a:pt x="203" y="197"/>
                  </a:lnTo>
                  <a:lnTo>
                    <a:pt x="192" y="231"/>
                  </a:lnTo>
                  <a:lnTo>
                    <a:pt x="178" y="263"/>
                  </a:lnTo>
                  <a:lnTo>
                    <a:pt x="164" y="292"/>
                  </a:lnTo>
                  <a:lnTo>
                    <a:pt x="146" y="319"/>
                  </a:lnTo>
                  <a:lnTo>
                    <a:pt x="129" y="343"/>
                  </a:lnTo>
                  <a:lnTo>
                    <a:pt x="109" y="363"/>
                  </a:lnTo>
                  <a:lnTo>
                    <a:pt x="89" y="381"/>
                  </a:lnTo>
                  <a:lnTo>
                    <a:pt x="66" y="394"/>
                  </a:lnTo>
                  <a:lnTo>
                    <a:pt x="45" y="404"/>
                  </a:lnTo>
                  <a:lnTo>
                    <a:pt x="23" y="410"/>
                  </a:lnTo>
                  <a:lnTo>
                    <a:pt x="0" y="412"/>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5384" name="Freeform 57"/>
            <p:cNvSpPr>
              <a:spLocks/>
            </p:cNvSpPr>
            <p:nvPr/>
          </p:nvSpPr>
          <p:spPr bwMode="auto">
            <a:xfrm>
              <a:off x="915" y="1830"/>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1" y="42"/>
                  </a:lnTo>
                  <a:lnTo>
                    <a:pt x="4" y="85"/>
                  </a:lnTo>
                  <a:lnTo>
                    <a:pt x="10" y="125"/>
                  </a:lnTo>
                  <a:lnTo>
                    <a:pt x="19" y="163"/>
                  </a:lnTo>
                  <a:lnTo>
                    <a:pt x="29" y="201"/>
                  </a:lnTo>
                  <a:lnTo>
                    <a:pt x="41" y="235"/>
                  </a:lnTo>
                  <a:lnTo>
                    <a:pt x="55" y="268"/>
                  </a:lnTo>
                  <a:lnTo>
                    <a:pt x="71" y="299"/>
                  </a:lnTo>
                  <a:lnTo>
                    <a:pt x="89" y="326"/>
                  </a:lnTo>
                  <a:lnTo>
                    <a:pt x="106" y="350"/>
                  </a:lnTo>
                  <a:lnTo>
                    <a:pt x="126" y="373"/>
                  </a:lnTo>
                  <a:lnTo>
                    <a:pt x="149" y="390"/>
                  </a:lnTo>
                  <a:lnTo>
                    <a:pt x="171" y="405"/>
                  </a:lnTo>
                  <a:lnTo>
                    <a:pt x="194" y="416"/>
                  </a:lnTo>
                  <a:lnTo>
                    <a:pt x="219" y="422"/>
                  </a:lnTo>
                  <a:lnTo>
                    <a:pt x="245" y="424"/>
                  </a:lnTo>
                  <a:lnTo>
                    <a:pt x="245" y="412"/>
                  </a:lnTo>
                  <a:lnTo>
                    <a:pt x="221" y="410"/>
                  </a:lnTo>
                  <a:lnTo>
                    <a:pt x="199" y="404"/>
                  </a:lnTo>
                  <a:lnTo>
                    <a:pt x="178" y="394"/>
                  </a:lnTo>
                  <a:lnTo>
                    <a:pt x="156" y="381"/>
                  </a:lnTo>
                  <a:lnTo>
                    <a:pt x="136" y="363"/>
                  </a:lnTo>
                  <a:lnTo>
                    <a:pt x="116" y="343"/>
                  </a:lnTo>
                  <a:lnTo>
                    <a:pt x="98" y="319"/>
                  </a:lnTo>
                  <a:lnTo>
                    <a:pt x="81" y="292"/>
                  </a:lnTo>
                  <a:lnTo>
                    <a:pt x="67" y="263"/>
                  </a:lnTo>
                  <a:lnTo>
                    <a:pt x="52" y="231"/>
                  </a:lnTo>
                  <a:lnTo>
                    <a:pt x="41" y="197"/>
                  </a:lnTo>
                  <a:lnTo>
                    <a:pt x="30" y="160"/>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5385" name="Freeform 58"/>
            <p:cNvSpPr>
              <a:spLocks/>
            </p:cNvSpPr>
            <p:nvPr/>
          </p:nvSpPr>
          <p:spPr bwMode="auto">
            <a:xfrm>
              <a:off x="915" y="1745"/>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0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19" y="2"/>
                  </a:lnTo>
                  <a:lnTo>
                    <a:pt x="194" y="8"/>
                  </a:lnTo>
                  <a:lnTo>
                    <a:pt x="171" y="19"/>
                  </a:lnTo>
                  <a:lnTo>
                    <a:pt x="149" y="34"/>
                  </a:lnTo>
                  <a:lnTo>
                    <a:pt x="126" y="52"/>
                  </a:lnTo>
                  <a:lnTo>
                    <a:pt x="106" y="74"/>
                  </a:lnTo>
                  <a:lnTo>
                    <a:pt x="89" y="99"/>
                  </a:lnTo>
                  <a:lnTo>
                    <a:pt x="70" y="126"/>
                  </a:lnTo>
                  <a:lnTo>
                    <a:pt x="55" y="157"/>
                  </a:lnTo>
                  <a:lnTo>
                    <a:pt x="41" y="189"/>
                  </a:lnTo>
                  <a:lnTo>
                    <a:pt x="29" y="224"/>
                  </a:lnTo>
                  <a:lnTo>
                    <a:pt x="19" y="262"/>
                  </a:lnTo>
                  <a:lnTo>
                    <a:pt x="10" y="300"/>
                  </a:lnTo>
                  <a:lnTo>
                    <a:pt x="4" y="340"/>
                  </a:lnTo>
                  <a:lnTo>
                    <a:pt x="1" y="383"/>
                  </a:lnTo>
                  <a:lnTo>
                    <a:pt x="0" y="426"/>
                  </a:lnTo>
                  <a:lnTo>
                    <a:pt x="11" y="426"/>
                  </a:lnTo>
                  <a:lnTo>
                    <a:pt x="13" y="383"/>
                  </a:lnTo>
                  <a:lnTo>
                    <a:pt x="16" y="342"/>
                  </a:lnTo>
                  <a:lnTo>
                    <a:pt x="22" y="303"/>
                  </a:lnTo>
                  <a:lnTo>
                    <a:pt x="30" y="264"/>
                  </a:lnTo>
                  <a:lnTo>
                    <a:pt x="41" y="229"/>
                  </a:lnTo>
                  <a:lnTo>
                    <a:pt x="52" y="194"/>
                  </a:lnTo>
                  <a:lnTo>
                    <a:pt x="67" y="162"/>
                  </a:lnTo>
                  <a:lnTo>
                    <a:pt x="82" y="133"/>
                  </a:lnTo>
                  <a:lnTo>
                    <a:pt x="98" y="106"/>
                  </a:lnTo>
                  <a:lnTo>
                    <a:pt x="116" y="81"/>
                  </a:lnTo>
                  <a:lnTo>
                    <a:pt x="136" y="61"/>
                  </a:lnTo>
                  <a:lnTo>
                    <a:pt x="156" y="43"/>
                  </a:lnTo>
                  <a:lnTo>
                    <a:pt x="178" y="31"/>
                  </a:lnTo>
                  <a:lnTo>
                    <a:pt x="199" y="20"/>
                  </a:lnTo>
                  <a:lnTo>
                    <a:pt x="221"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5386" name="Freeform 59"/>
            <p:cNvSpPr>
              <a:spLocks/>
            </p:cNvSpPr>
            <p:nvPr/>
          </p:nvSpPr>
          <p:spPr bwMode="auto">
            <a:xfrm>
              <a:off x="1140" y="2087"/>
              <a:ext cx="49" cy="85"/>
            </a:xfrm>
            <a:custGeom>
              <a:avLst/>
              <a:gdLst>
                <a:gd name="T0" fmla="*/ 2 w 246"/>
                <a:gd name="T1" fmla="*/ 3 h 424"/>
                <a:gd name="T2" fmla="*/ 2 w 246"/>
                <a:gd name="T3" fmla="*/ 3 h 424"/>
                <a:gd name="T4" fmla="*/ 2 w 246"/>
                <a:gd name="T5" fmla="*/ 3 h 424"/>
                <a:gd name="T6" fmla="*/ 2 w 246"/>
                <a:gd name="T7" fmla="*/ 3 h 424"/>
                <a:gd name="T8" fmla="*/ 2 w 246"/>
                <a:gd name="T9" fmla="*/ 2 h 424"/>
                <a:gd name="T10" fmla="*/ 2 w 246"/>
                <a:gd name="T11" fmla="*/ 2 h 424"/>
                <a:gd name="T12" fmla="*/ 2 w 246"/>
                <a:gd name="T13" fmla="*/ 2 h 424"/>
                <a:gd name="T14" fmla="*/ 2 w 246"/>
                <a:gd name="T15" fmla="*/ 2 h 424"/>
                <a:gd name="T16" fmla="*/ 2 w 246"/>
                <a:gd name="T17" fmla="*/ 1 h 424"/>
                <a:gd name="T18" fmla="*/ 1 w 246"/>
                <a:gd name="T19" fmla="*/ 1 h 424"/>
                <a:gd name="T20" fmla="*/ 1 w 246"/>
                <a:gd name="T21" fmla="*/ 1 h 424"/>
                <a:gd name="T22" fmla="*/ 1 w 246"/>
                <a:gd name="T23" fmla="*/ 1 h 424"/>
                <a:gd name="T24" fmla="*/ 1 w 246"/>
                <a:gd name="T25" fmla="*/ 0 h 424"/>
                <a:gd name="T26" fmla="*/ 1 w 246"/>
                <a:gd name="T27" fmla="*/ 0 h 424"/>
                <a:gd name="T28" fmla="*/ 1 w 246"/>
                <a:gd name="T29" fmla="*/ 0 h 424"/>
                <a:gd name="T30" fmla="*/ 0 w 246"/>
                <a:gd name="T31" fmla="*/ 0 h 424"/>
                <a:gd name="T32" fmla="*/ 0 w 246"/>
                <a:gd name="T33" fmla="*/ 0 h 424"/>
                <a:gd name="T34" fmla="*/ 0 w 246"/>
                <a:gd name="T35" fmla="*/ 0 h 424"/>
                <a:gd name="T36" fmla="*/ 0 w 246"/>
                <a:gd name="T37" fmla="*/ 0 h 424"/>
                <a:gd name="T38" fmla="*/ 0 w 246"/>
                <a:gd name="T39" fmla="*/ 0 h 424"/>
                <a:gd name="T40" fmla="*/ 0 w 246"/>
                <a:gd name="T41" fmla="*/ 0 h 424"/>
                <a:gd name="T42" fmla="*/ 1 w 246"/>
                <a:gd name="T43" fmla="*/ 0 h 424"/>
                <a:gd name="T44" fmla="*/ 1 w 246"/>
                <a:gd name="T45" fmla="*/ 0 h 424"/>
                <a:gd name="T46" fmla="*/ 1 w 246"/>
                <a:gd name="T47" fmla="*/ 0 h 424"/>
                <a:gd name="T48" fmla="*/ 1 w 246"/>
                <a:gd name="T49" fmla="*/ 1 h 424"/>
                <a:gd name="T50" fmla="*/ 1 w 246"/>
                <a:gd name="T51" fmla="*/ 1 h 424"/>
                <a:gd name="T52" fmla="*/ 1 w 246"/>
                <a:gd name="T53" fmla="*/ 1 h 424"/>
                <a:gd name="T54" fmla="*/ 1 w 246"/>
                <a:gd name="T55" fmla="*/ 1 h 424"/>
                <a:gd name="T56" fmla="*/ 2 w 246"/>
                <a:gd name="T57" fmla="*/ 2 h 424"/>
                <a:gd name="T58" fmla="*/ 2 w 246"/>
                <a:gd name="T59" fmla="*/ 2 h 424"/>
                <a:gd name="T60" fmla="*/ 2 w 246"/>
                <a:gd name="T61" fmla="*/ 2 h 424"/>
                <a:gd name="T62" fmla="*/ 2 w 246"/>
                <a:gd name="T63" fmla="*/ 2 h 424"/>
                <a:gd name="T64" fmla="*/ 2 w 246"/>
                <a:gd name="T65" fmla="*/ 3 h 424"/>
                <a:gd name="T66" fmla="*/ 2 w 246"/>
                <a:gd name="T67" fmla="*/ 3 h 424"/>
                <a:gd name="T68" fmla="*/ 2 w 246"/>
                <a:gd name="T69" fmla="*/ 3 h 424"/>
                <a:gd name="T70" fmla="*/ 2 w 246"/>
                <a:gd name="T71" fmla="*/ 3 h 424"/>
                <a:gd name="T72" fmla="*/ 2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424"/>
                  </a:moveTo>
                  <a:lnTo>
                    <a:pt x="246" y="424"/>
                  </a:lnTo>
                  <a:lnTo>
                    <a:pt x="244" y="382"/>
                  </a:lnTo>
                  <a:lnTo>
                    <a:pt x="241" y="338"/>
                  </a:lnTo>
                  <a:lnTo>
                    <a:pt x="235" y="298"/>
                  </a:lnTo>
                  <a:lnTo>
                    <a:pt x="227" y="261"/>
                  </a:lnTo>
                  <a:lnTo>
                    <a:pt x="216" y="222"/>
                  </a:lnTo>
                  <a:lnTo>
                    <a:pt x="205" y="188"/>
                  </a:lnTo>
                  <a:lnTo>
                    <a:pt x="190" y="155"/>
                  </a:lnTo>
                  <a:lnTo>
                    <a:pt x="174" y="125"/>
                  </a:lnTo>
                  <a:lnTo>
                    <a:pt x="157" y="98"/>
                  </a:lnTo>
                  <a:lnTo>
                    <a:pt x="138" y="73"/>
                  </a:lnTo>
                  <a:lnTo>
                    <a:pt x="118" y="51"/>
                  </a:lnTo>
                  <a:lnTo>
                    <a:pt x="96" y="34"/>
                  </a:lnTo>
                  <a:lnTo>
                    <a:pt x="74" y="18"/>
                  </a:lnTo>
                  <a:lnTo>
                    <a:pt x="50" y="8"/>
                  </a:lnTo>
                  <a:lnTo>
                    <a:pt x="25" y="2"/>
                  </a:lnTo>
                  <a:lnTo>
                    <a:pt x="0" y="0"/>
                  </a:lnTo>
                  <a:lnTo>
                    <a:pt x="0" y="11"/>
                  </a:lnTo>
                  <a:lnTo>
                    <a:pt x="23" y="14"/>
                  </a:lnTo>
                  <a:lnTo>
                    <a:pt x="45" y="19"/>
                  </a:lnTo>
                  <a:lnTo>
                    <a:pt x="67" y="30"/>
                  </a:lnTo>
                  <a:lnTo>
                    <a:pt x="89" y="43"/>
                  </a:lnTo>
                  <a:lnTo>
                    <a:pt x="108" y="60"/>
                  </a:lnTo>
                  <a:lnTo>
                    <a:pt x="128" y="80"/>
                  </a:lnTo>
                  <a:lnTo>
                    <a:pt x="147" y="105"/>
                  </a:lnTo>
                  <a:lnTo>
                    <a:pt x="165" y="132"/>
                  </a:lnTo>
                  <a:lnTo>
                    <a:pt x="179" y="160"/>
                  </a:lnTo>
                  <a:lnTo>
                    <a:pt x="193" y="193"/>
                  </a:lnTo>
                  <a:lnTo>
                    <a:pt x="205" y="227"/>
                  </a:lnTo>
                  <a:lnTo>
                    <a:pt x="215" y="263"/>
                  </a:lnTo>
                  <a:lnTo>
                    <a:pt x="223" y="301"/>
                  </a:lnTo>
                  <a:lnTo>
                    <a:pt x="229" y="341"/>
                  </a:lnTo>
                  <a:lnTo>
                    <a:pt x="233" y="382"/>
                  </a:lnTo>
                  <a:lnTo>
                    <a:pt x="234" y="424"/>
                  </a:lnTo>
                  <a:lnTo>
                    <a:pt x="246"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5387" name="Freeform 60"/>
            <p:cNvSpPr>
              <a:spLocks/>
            </p:cNvSpPr>
            <p:nvPr/>
          </p:nvSpPr>
          <p:spPr bwMode="auto">
            <a:xfrm>
              <a:off x="1140" y="2172"/>
              <a:ext cx="49" cy="85"/>
            </a:xfrm>
            <a:custGeom>
              <a:avLst/>
              <a:gdLst>
                <a:gd name="T0" fmla="*/ 0 w 246"/>
                <a:gd name="T1" fmla="*/ 3 h 426"/>
                <a:gd name="T2" fmla="*/ 0 w 246"/>
                <a:gd name="T3" fmla="*/ 3 h 426"/>
                <a:gd name="T4" fmla="*/ 0 w 246"/>
                <a:gd name="T5" fmla="*/ 3 h 426"/>
                <a:gd name="T6" fmla="*/ 0 w 246"/>
                <a:gd name="T7" fmla="*/ 3 h 426"/>
                <a:gd name="T8" fmla="*/ 1 w 246"/>
                <a:gd name="T9" fmla="*/ 3 h 426"/>
                <a:gd name="T10" fmla="*/ 1 w 246"/>
                <a:gd name="T11" fmla="*/ 3 h 426"/>
                <a:gd name="T12" fmla="*/ 1 w 246"/>
                <a:gd name="T13" fmla="*/ 3 h 426"/>
                <a:gd name="T14" fmla="*/ 1 w 246"/>
                <a:gd name="T15" fmla="*/ 3 h 426"/>
                <a:gd name="T16" fmla="*/ 1 w 246"/>
                <a:gd name="T17" fmla="*/ 3 h 426"/>
                <a:gd name="T18" fmla="*/ 1 w 246"/>
                <a:gd name="T19" fmla="*/ 2 h 426"/>
                <a:gd name="T20" fmla="*/ 2 w 246"/>
                <a:gd name="T21" fmla="*/ 2 h 426"/>
                <a:gd name="T22" fmla="*/ 2 w 246"/>
                <a:gd name="T23" fmla="*/ 2 h 426"/>
                <a:gd name="T24" fmla="*/ 2 w 246"/>
                <a:gd name="T25" fmla="*/ 2 h 426"/>
                <a:gd name="T26" fmla="*/ 2 w 246"/>
                <a:gd name="T27" fmla="*/ 1 h 426"/>
                <a:gd name="T28" fmla="*/ 2 w 246"/>
                <a:gd name="T29" fmla="*/ 1 h 426"/>
                <a:gd name="T30" fmla="*/ 2 w 246"/>
                <a:gd name="T31" fmla="*/ 1 h 426"/>
                <a:gd name="T32" fmla="*/ 2 w 246"/>
                <a:gd name="T33" fmla="*/ 0 h 426"/>
                <a:gd name="T34" fmla="*/ 2 w 246"/>
                <a:gd name="T35" fmla="*/ 0 h 426"/>
                <a:gd name="T36" fmla="*/ 2 w 246"/>
                <a:gd name="T37" fmla="*/ 0 h 426"/>
                <a:gd name="T38" fmla="*/ 2 w 246"/>
                <a:gd name="T39" fmla="*/ 0 h 426"/>
                <a:gd name="T40" fmla="*/ 2 w 246"/>
                <a:gd name="T41" fmla="*/ 1 h 426"/>
                <a:gd name="T42" fmla="*/ 2 w 246"/>
                <a:gd name="T43" fmla="*/ 1 h 426"/>
                <a:gd name="T44" fmla="*/ 2 w 246"/>
                <a:gd name="T45" fmla="*/ 1 h 426"/>
                <a:gd name="T46" fmla="*/ 2 w 246"/>
                <a:gd name="T47" fmla="*/ 2 h 426"/>
                <a:gd name="T48" fmla="*/ 2 w 246"/>
                <a:gd name="T49" fmla="*/ 2 h 426"/>
                <a:gd name="T50" fmla="*/ 1 w 246"/>
                <a:gd name="T51" fmla="*/ 2 h 426"/>
                <a:gd name="T52" fmla="*/ 1 w 246"/>
                <a:gd name="T53" fmla="*/ 2 h 426"/>
                <a:gd name="T54" fmla="*/ 1 w 246"/>
                <a:gd name="T55" fmla="*/ 3 h 426"/>
                <a:gd name="T56" fmla="*/ 1 w 246"/>
                <a:gd name="T57" fmla="*/ 3 h 426"/>
                <a:gd name="T58" fmla="*/ 1 w 246"/>
                <a:gd name="T59" fmla="*/ 3 h 426"/>
                <a:gd name="T60" fmla="*/ 1 w 246"/>
                <a:gd name="T61" fmla="*/ 3 h 426"/>
                <a:gd name="T62" fmla="*/ 1 w 246"/>
                <a:gd name="T63" fmla="*/ 3 h 426"/>
                <a:gd name="T64" fmla="*/ 0 w 246"/>
                <a:gd name="T65" fmla="*/ 3 h 426"/>
                <a:gd name="T66" fmla="*/ 0 w 246"/>
                <a:gd name="T67" fmla="*/ 3 h 426"/>
                <a:gd name="T68" fmla="*/ 0 w 246"/>
                <a:gd name="T69" fmla="*/ 3 h 426"/>
                <a:gd name="T70" fmla="*/ 0 w 246"/>
                <a:gd name="T71" fmla="*/ 3 h 426"/>
                <a:gd name="T72" fmla="*/ 0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426"/>
                  </a:moveTo>
                  <a:lnTo>
                    <a:pt x="0" y="426"/>
                  </a:lnTo>
                  <a:lnTo>
                    <a:pt x="25" y="423"/>
                  </a:lnTo>
                  <a:lnTo>
                    <a:pt x="50" y="417"/>
                  </a:lnTo>
                  <a:lnTo>
                    <a:pt x="74" y="407"/>
                  </a:lnTo>
                  <a:lnTo>
                    <a:pt x="96" y="392"/>
                  </a:lnTo>
                  <a:lnTo>
                    <a:pt x="118" y="373"/>
                  </a:lnTo>
                  <a:lnTo>
                    <a:pt x="138" y="350"/>
                  </a:lnTo>
                  <a:lnTo>
                    <a:pt x="157" y="327"/>
                  </a:lnTo>
                  <a:lnTo>
                    <a:pt x="175" y="299"/>
                  </a:lnTo>
                  <a:lnTo>
                    <a:pt x="190" y="268"/>
                  </a:lnTo>
                  <a:lnTo>
                    <a:pt x="205" y="236"/>
                  </a:lnTo>
                  <a:lnTo>
                    <a:pt x="216" y="202"/>
                  </a:lnTo>
                  <a:lnTo>
                    <a:pt x="227" y="164"/>
                  </a:lnTo>
                  <a:lnTo>
                    <a:pt x="235" y="125"/>
                  </a:lnTo>
                  <a:lnTo>
                    <a:pt x="241" y="86"/>
                  </a:lnTo>
                  <a:lnTo>
                    <a:pt x="244" y="42"/>
                  </a:lnTo>
                  <a:lnTo>
                    <a:pt x="246" y="0"/>
                  </a:lnTo>
                  <a:lnTo>
                    <a:pt x="234" y="0"/>
                  </a:lnTo>
                  <a:lnTo>
                    <a:pt x="233" y="42"/>
                  </a:lnTo>
                  <a:lnTo>
                    <a:pt x="229" y="83"/>
                  </a:lnTo>
                  <a:lnTo>
                    <a:pt x="223" y="123"/>
                  </a:lnTo>
                  <a:lnTo>
                    <a:pt x="215" y="162"/>
                  </a:lnTo>
                  <a:lnTo>
                    <a:pt x="205" y="197"/>
                  </a:lnTo>
                  <a:lnTo>
                    <a:pt x="193" y="231"/>
                  </a:lnTo>
                  <a:lnTo>
                    <a:pt x="179" y="264"/>
                  </a:lnTo>
                  <a:lnTo>
                    <a:pt x="164" y="292"/>
                  </a:lnTo>
                  <a:lnTo>
                    <a:pt x="147" y="320"/>
                  </a:lnTo>
                  <a:lnTo>
                    <a:pt x="128" y="343"/>
                  </a:lnTo>
                  <a:lnTo>
                    <a:pt x="108" y="363"/>
                  </a:lnTo>
                  <a:lnTo>
                    <a:pt x="89" y="382"/>
                  </a:lnTo>
                  <a:lnTo>
                    <a:pt x="67" y="395"/>
                  </a:lnTo>
                  <a:lnTo>
                    <a:pt x="45" y="406"/>
                  </a:lnTo>
                  <a:lnTo>
                    <a:pt x="23" y="411"/>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5388" name="Freeform 61"/>
            <p:cNvSpPr>
              <a:spLocks/>
            </p:cNvSpPr>
            <p:nvPr/>
          </p:nvSpPr>
          <p:spPr bwMode="auto">
            <a:xfrm>
              <a:off x="1091" y="2172"/>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4" y="86"/>
                  </a:lnTo>
                  <a:lnTo>
                    <a:pt x="10" y="125"/>
                  </a:lnTo>
                  <a:lnTo>
                    <a:pt x="18" y="164"/>
                  </a:lnTo>
                  <a:lnTo>
                    <a:pt x="29" y="202"/>
                  </a:lnTo>
                  <a:lnTo>
                    <a:pt x="41" y="236"/>
                  </a:lnTo>
                  <a:lnTo>
                    <a:pt x="55" y="268"/>
                  </a:lnTo>
                  <a:lnTo>
                    <a:pt x="70" y="299"/>
                  </a:lnTo>
                  <a:lnTo>
                    <a:pt x="89" y="327"/>
                  </a:lnTo>
                  <a:lnTo>
                    <a:pt x="106" y="350"/>
                  </a:lnTo>
                  <a:lnTo>
                    <a:pt x="126" y="373"/>
                  </a:lnTo>
                  <a:lnTo>
                    <a:pt x="148" y="392"/>
                  </a:lnTo>
                  <a:lnTo>
                    <a:pt x="171" y="407"/>
                  </a:lnTo>
                  <a:lnTo>
                    <a:pt x="194" y="417"/>
                  </a:lnTo>
                  <a:lnTo>
                    <a:pt x="219" y="423"/>
                  </a:lnTo>
                  <a:lnTo>
                    <a:pt x="245" y="426"/>
                  </a:lnTo>
                  <a:lnTo>
                    <a:pt x="245" y="414"/>
                  </a:lnTo>
                  <a:lnTo>
                    <a:pt x="221" y="411"/>
                  </a:lnTo>
                  <a:lnTo>
                    <a:pt x="199" y="406"/>
                  </a:lnTo>
                  <a:lnTo>
                    <a:pt x="178" y="395"/>
                  </a:lnTo>
                  <a:lnTo>
                    <a:pt x="155" y="382"/>
                  </a:lnTo>
                  <a:lnTo>
                    <a:pt x="136" y="363"/>
                  </a:lnTo>
                  <a:lnTo>
                    <a:pt x="116" y="343"/>
                  </a:lnTo>
                  <a:lnTo>
                    <a:pt x="98" y="320"/>
                  </a:lnTo>
                  <a:lnTo>
                    <a:pt x="82" y="292"/>
                  </a:lnTo>
                  <a:lnTo>
                    <a:pt x="66" y="264"/>
                  </a:lnTo>
                  <a:lnTo>
                    <a:pt x="52" y="231"/>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5389" name="Freeform 62"/>
            <p:cNvSpPr>
              <a:spLocks/>
            </p:cNvSpPr>
            <p:nvPr/>
          </p:nvSpPr>
          <p:spPr bwMode="auto">
            <a:xfrm>
              <a:off x="1091" y="2087"/>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4" y="8"/>
                  </a:lnTo>
                  <a:lnTo>
                    <a:pt x="171" y="18"/>
                  </a:lnTo>
                  <a:lnTo>
                    <a:pt x="148" y="34"/>
                  </a:lnTo>
                  <a:lnTo>
                    <a:pt x="126" y="51"/>
                  </a:lnTo>
                  <a:lnTo>
                    <a:pt x="106" y="73"/>
                  </a:lnTo>
                  <a:lnTo>
                    <a:pt x="89" y="98"/>
                  </a:lnTo>
                  <a:lnTo>
                    <a:pt x="71" y="125"/>
                  </a:lnTo>
                  <a:lnTo>
                    <a:pt x="55" y="155"/>
                  </a:lnTo>
                  <a:lnTo>
                    <a:pt x="41" y="188"/>
                  </a:lnTo>
                  <a:lnTo>
                    <a:pt x="29" y="222"/>
                  </a:lnTo>
                  <a:lnTo>
                    <a:pt x="18" y="261"/>
                  </a:lnTo>
                  <a:lnTo>
                    <a:pt x="10" y="298"/>
                  </a:lnTo>
                  <a:lnTo>
                    <a:pt x="4" y="338"/>
                  </a:lnTo>
                  <a:lnTo>
                    <a:pt x="1" y="382"/>
                  </a:lnTo>
                  <a:lnTo>
                    <a:pt x="0" y="424"/>
                  </a:lnTo>
                  <a:lnTo>
                    <a:pt x="11" y="424"/>
                  </a:lnTo>
                  <a:lnTo>
                    <a:pt x="13" y="382"/>
                  </a:lnTo>
                  <a:lnTo>
                    <a:pt x="16" y="341"/>
                  </a:lnTo>
                  <a:lnTo>
                    <a:pt x="22" y="301"/>
                  </a:lnTo>
                  <a:lnTo>
                    <a:pt x="30" y="263"/>
                  </a:lnTo>
                  <a:lnTo>
                    <a:pt x="41" y="227"/>
                  </a:lnTo>
                  <a:lnTo>
                    <a:pt x="52" y="193"/>
                  </a:lnTo>
                  <a:lnTo>
                    <a:pt x="66" y="160"/>
                  </a:lnTo>
                  <a:lnTo>
                    <a:pt x="80" y="132"/>
                  </a:lnTo>
                  <a:lnTo>
                    <a:pt x="98" y="105"/>
                  </a:lnTo>
                  <a:lnTo>
                    <a:pt x="116" y="80"/>
                  </a:lnTo>
                  <a:lnTo>
                    <a:pt x="136" y="60"/>
                  </a:lnTo>
                  <a:lnTo>
                    <a:pt x="155" y="43"/>
                  </a:lnTo>
                  <a:lnTo>
                    <a:pt x="178" y="30"/>
                  </a:lnTo>
                  <a:lnTo>
                    <a:pt x="199" y="19"/>
                  </a:lnTo>
                  <a:lnTo>
                    <a:pt x="221" y="14"/>
                  </a:lnTo>
                  <a:lnTo>
                    <a:pt x="245" y="11"/>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5390" name="Freeform 63"/>
            <p:cNvSpPr>
              <a:spLocks/>
            </p:cNvSpPr>
            <p:nvPr/>
          </p:nvSpPr>
          <p:spPr bwMode="auto">
            <a:xfrm>
              <a:off x="1392" y="2118"/>
              <a:ext cx="49" cy="85"/>
            </a:xfrm>
            <a:custGeom>
              <a:avLst/>
              <a:gdLst>
                <a:gd name="T0" fmla="*/ 2 w 246"/>
                <a:gd name="T1" fmla="*/ 3 h 426"/>
                <a:gd name="T2" fmla="*/ 2 w 246"/>
                <a:gd name="T3" fmla="*/ 3 h 426"/>
                <a:gd name="T4" fmla="*/ 2 w 246"/>
                <a:gd name="T5" fmla="*/ 3 h 426"/>
                <a:gd name="T6" fmla="*/ 2 w 246"/>
                <a:gd name="T7" fmla="*/ 3 h 426"/>
                <a:gd name="T8" fmla="*/ 2 w 246"/>
                <a:gd name="T9" fmla="*/ 2 h 426"/>
                <a:gd name="T10" fmla="*/ 2 w 246"/>
                <a:gd name="T11" fmla="*/ 2 h 426"/>
                <a:gd name="T12" fmla="*/ 2 w 246"/>
                <a:gd name="T13" fmla="*/ 2 h 426"/>
                <a:gd name="T14" fmla="*/ 2 w 246"/>
                <a:gd name="T15" fmla="*/ 2 h 426"/>
                <a:gd name="T16" fmla="*/ 2 w 246"/>
                <a:gd name="T17" fmla="*/ 1 h 426"/>
                <a:gd name="T18" fmla="*/ 1 w 246"/>
                <a:gd name="T19" fmla="*/ 1 h 426"/>
                <a:gd name="T20" fmla="*/ 1 w 246"/>
                <a:gd name="T21" fmla="*/ 1 h 426"/>
                <a:gd name="T22" fmla="*/ 1 w 246"/>
                <a:gd name="T23" fmla="*/ 1 h 426"/>
                <a:gd name="T24" fmla="*/ 1 w 246"/>
                <a:gd name="T25" fmla="*/ 0 h 426"/>
                <a:gd name="T26" fmla="*/ 1 w 246"/>
                <a:gd name="T27" fmla="*/ 0 h 426"/>
                <a:gd name="T28" fmla="*/ 1 w 246"/>
                <a:gd name="T29" fmla="*/ 0 h 426"/>
                <a:gd name="T30" fmla="*/ 0 w 246"/>
                <a:gd name="T31" fmla="*/ 0 h 426"/>
                <a:gd name="T32" fmla="*/ 0 w 246"/>
                <a:gd name="T33" fmla="*/ 0 h 426"/>
                <a:gd name="T34" fmla="*/ 0 w 246"/>
                <a:gd name="T35" fmla="*/ 0 h 426"/>
                <a:gd name="T36" fmla="*/ 0 w 246"/>
                <a:gd name="T37" fmla="*/ 0 h 426"/>
                <a:gd name="T38" fmla="*/ 0 w 246"/>
                <a:gd name="T39" fmla="*/ 0 h 426"/>
                <a:gd name="T40" fmla="*/ 0 w 246"/>
                <a:gd name="T41" fmla="*/ 0 h 426"/>
                <a:gd name="T42" fmla="*/ 1 w 246"/>
                <a:gd name="T43" fmla="*/ 0 h 426"/>
                <a:gd name="T44" fmla="*/ 1 w 246"/>
                <a:gd name="T45" fmla="*/ 0 h 426"/>
                <a:gd name="T46" fmla="*/ 1 w 246"/>
                <a:gd name="T47" fmla="*/ 1 h 426"/>
                <a:gd name="T48" fmla="*/ 1 w 246"/>
                <a:gd name="T49" fmla="*/ 1 h 426"/>
                <a:gd name="T50" fmla="*/ 1 w 246"/>
                <a:gd name="T51" fmla="*/ 1 h 426"/>
                <a:gd name="T52" fmla="*/ 1 w 246"/>
                <a:gd name="T53" fmla="*/ 1 h 426"/>
                <a:gd name="T54" fmla="*/ 1 w 246"/>
                <a:gd name="T55" fmla="*/ 1 h 426"/>
                <a:gd name="T56" fmla="*/ 2 w 246"/>
                <a:gd name="T57" fmla="*/ 2 h 426"/>
                <a:gd name="T58" fmla="*/ 2 w 246"/>
                <a:gd name="T59" fmla="*/ 2 h 426"/>
                <a:gd name="T60" fmla="*/ 2 w 246"/>
                <a:gd name="T61" fmla="*/ 2 h 426"/>
                <a:gd name="T62" fmla="*/ 2 w 246"/>
                <a:gd name="T63" fmla="*/ 2 h 426"/>
                <a:gd name="T64" fmla="*/ 2 w 246"/>
                <a:gd name="T65" fmla="*/ 3 h 426"/>
                <a:gd name="T66" fmla="*/ 2 w 246"/>
                <a:gd name="T67" fmla="*/ 3 h 426"/>
                <a:gd name="T68" fmla="*/ 2 w 246"/>
                <a:gd name="T69" fmla="*/ 3 h 426"/>
                <a:gd name="T70" fmla="*/ 2 w 246"/>
                <a:gd name="T71" fmla="*/ 3 h 426"/>
                <a:gd name="T72" fmla="*/ 2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246" y="426"/>
                  </a:moveTo>
                  <a:lnTo>
                    <a:pt x="246" y="426"/>
                  </a:lnTo>
                  <a:lnTo>
                    <a:pt x="245" y="384"/>
                  </a:lnTo>
                  <a:lnTo>
                    <a:pt x="242" y="340"/>
                  </a:lnTo>
                  <a:lnTo>
                    <a:pt x="236" y="301"/>
                  </a:lnTo>
                  <a:lnTo>
                    <a:pt x="228" y="262"/>
                  </a:lnTo>
                  <a:lnTo>
                    <a:pt x="217" y="224"/>
                  </a:lnTo>
                  <a:lnTo>
                    <a:pt x="205" y="190"/>
                  </a:lnTo>
                  <a:lnTo>
                    <a:pt x="191" y="158"/>
                  </a:lnTo>
                  <a:lnTo>
                    <a:pt x="176" y="126"/>
                  </a:lnTo>
                  <a:lnTo>
                    <a:pt x="157" y="99"/>
                  </a:lnTo>
                  <a:lnTo>
                    <a:pt x="139" y="75"/>
                  </a:lnTo>
                  <a:lnTo>
                    <a:pt x="119" y="53"/>
                  </a:lnTo>
                  <a:lnTo>
                    <a:pt x="96" y="34"/>
                  </a:lnTo>
                  <a:lnTo>
                    <a:pt x="75" y="19"/>
                  </a:lnTo>
                  <a:lnTo>
                    <a:pt x="51" y="9"/>
                  </a:lnTo>
                  <a:lnTo>
                    <a:pt x="26" y="3"/>
                  </a:lnTo>
                  <a:lnTo>
                    <a:pt x="0" y="0"/>
                  </a:lnTo>
                  <a:lnTo>
                    <a:pt x="0" y="12"/>
                  </a:lnTo>
                  <a:lnTo>
                    <a:pt x="24" y="15"/>
                  </a:lnTo>
                  <a:lnTo>
                    <a:pt x="46" y="20"/>
                  </a:lnTo>
                  <a:lnTo>
                    <a:pt x="68" y="31"/>
                  </a:lnTo>
                  <a:lnTo>
                    <a:pt x="89" y="44"/>
                  </a:lnTo>
                  <a:lnTo>
                    <a:pt x="109" y="63"/>
                  </a:lnTo>
                  <a:lnTo>
                    <a:pt x="129" y="83"/>
                  </a:lnTo>
                  <a:lnTo>
                    <a:pt x="148" y="106"/>
                  </a:lnTo>
                  <a:lnTo>
                    <a:pt x="164" y="133"/>
                  </a:lnTo>
                  <a:lnTo>
                    <a:pt x="180" y="162"/>
                  </a:lnTo>
                  <a:lnTo>
                    <a:pt x="194" y="195"/>
                  </a:lnTo>
                  <a:lnTo>
                    <a:pt x="205" y="229"/>
                  </a:lnTo>
                  <a:lnTo>
                    <a:pt x="216" y="264"/>
                  </a:lnTo>
                  <a:lnTo>
                    <a:pt x="224" y="303"/>
                  </a:lnTo>
                  <a:lnTo>
                    <a:pt x="230" y="343"/>
                  </a:lnTo>
                  <a:lnTo>
                    <a:pt x="233" y="384"/>
                  </a:lnTo>
                  <a:lnTo>
                    <a:pt x="235" y="426"/>
                  </a:lnTo>
                  <a:lnTo>
                    <a:pt x="246"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5391" name="Freeform 64"/>
            <p:cNvSpPr>
              <a:spLocks/>
            </p:cNvSpPr>
            <p:nvPr/>
          </p:nvSpPr>
          <p:spPr bwMode="auto">
            <a:xfrm>
              <a:off x="1392" y="2203"/>
              <a:ext cx="49" cy="85"/>
            </a:xfrm>
            <a:custGeom>
              <a:avLst/>
              <a:gdLst>
                <a:gd name="T0" fmla="*/ 0 w 246"/>
                <a:gd name="T1" fmla="*/ 3 h 424"/>
                <a:gd name="T2" fmla="*/ 0 w 246"/>
                <a:gd name="T3" fmla="*/ 3 h 424"/>
                <a:gd name="T4" fmla="*/ 0 w 246"/>
                <a:gd name="T5" fmla="*/ 3 h 424"/>
                <a:gd name="T6" fmla="*/ 0 w 246"/>
                <a:gd name="T7" fmla="*/ 3 h 424"/>
                <a:gd name="T8" fmla="*/ 1 w 246"/>
                <a:gd name="T9" fmla="*/ 3 h 424"/>
                <a:gd name="T10" fmla="*/ 1 w 246"/>
                <a:gd name="T11" fmla="*/ 3 h 424"/>
                <a:gd name="T12" fmla="*/ 1 w 246"/>
                <a:gd name="T13" fmla="*/ 3 h 424"/>
                <a:gd name="T14" fmla="*/ 1 w 246"/>
                <a:gd name="T15" fmla="*/ 3 h 424"/>
                <a:gd name="T16" fmla="*/ 1 w 246"/>
                <a:gd name="T17" fmla="*/ 3 h 424"/>
                <a:gd name="T18" fmla="*/ 1 w 246"/>
                <a:gd name="T19" fmla="*/ 2 h 424"/>
                <a:gd name="T20" fmla="*/ 2 w 246"/>
                <a:gd name="T21" fmla="*/ 2 h 424"/>
                <a:gd name="T22" fmla="*/ 2 w 246"/>
                <a:gd name="T23" fmla="*/ 2 h 424"/>
                <a:gd name="T24" fmla="*/ 2 w 246"/>
                <a:gd name="T25" fmla="*/ 2 h 424"/>
                <a:gd name="T26" fmla="*/ 2 w 246"/>
                <a:gd name="T27" fmla="*/ 1 h 424"/>
                <a:gd name="T28" fmla="*/ 2 w 246"/>
                <a:gd name="T29" fmla="*/ 1 h 424"/>
                <a:gd name="T30" fmla="*/ 2 w 246"/>
                <a:gd name="T31" fmla="*/ 1 h 424"/>
                <a:gd name="T32" fmla="*/ 2 w 246"/>
                <a:gd name="T33" fmla="*/ 0 h 424"/>
                <a:gd name="T34" fmla="*/ 2 w 246"/>
                <a:gd name="T35" fmla="*/ 0 h 424"/>
                <a:gd name="T36" fmla="*/ 2 w 246"/>
                <a:gd name="T37" fmla="*/ 0 h 424"/>
                <a:gd name="T38" fmla="*/ 2 w 246"/>
                <a:gd name="T39" fmla="*/ 0 h 424"/>
                <a:gd name="T40" fmla="*/ 2 w 246"/>
                <a:gd name="T41" fmla="*/ 1 h 424"/>
                <a:gd name="T42" fmla="*/ 2 w 246"/>
                <a:gd name="T43" fmla="*/ 1 h 424"/>
                <a:gd name="T44" fmla="*/ 2 w 246"/>
                <a:gd name="T45" fmla="*/ 1 h 424"/>
                <a:gd name="T46" fmla="*/ 2 w 246"/>
                <a:gd name="T47" fmla="*/ 2 h 424"/>
                <a:gd name="T48" fmla="*/ 2 w 246"/>
                <a:gd name="T49" fmla="*/ 2 h 424"/>
                <a:gd name="T50" fmla="*/ 1 w 246"/>
                <a:gd name="T51" fmla="*/ 2 h 424"/>
                <a:gd name="T52" fmla="*/ 1 w 246"/>
                <a:gd name="T53" fmla="*/ 2 h 424"/>
                <a:gd name="T54" fmla="*/ 1 w 246"/>
                <a:gd name="T55" fmla="*/ 3 h 424"/>
                <a:gd name="T56" fmla="*/ 1 w 246"/>
                <a:gd name="T57" fmla="*/ 3 h 424"/>
                <a:gd name="T58" fmla="*/ 1 w 246"/>
                <a:gd name="T59" fmla="*/ 3 h 424"/>
                <a:gd name="T60" fmla="*/ 1 w 246"/>
                <a:gd name="T61" fmla="*/ 3 h 424"/>
                <a:gd name="T62" fmla="*/ 1 w 246"/>
                <a:gd name="T63" fmla="*/ 3 h 424"/>
                <a:gd name="T64" fmla="*/ 0 w 246"/>
                <a:gd name="T65" fmla="*/ 3 h 424"/>
                <a:gd name="T66" fmla="*/ 0 w 246"/>
                <a:gd name="T67" fmla="*/ 3 h 424"/>
                <a:gd name="T68" fmla="*/ 0 w 246"/>
                <a:gd name="T69" fmla="*/ 3 h 424"/>
                <a:gd name="T70" fmla="*/ 0 w 246"/>
                <a:gd name="T71" fmla="*/ 3 h 424"/>
                <a:gd name="T72" fmla="*/ 0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0" y="424"/>
                  </a:moveTo>
                  <a:lnTo>
                    <a:pt x="0" y="424"/>
                  </a:lnTo>
                  <a:lnTo>
                    <a:pt x="26" y="422"/>
                  </a:lnTo>
                  <a:lnTo>
                    <a:pt x="51" y="416"/>
                  </a:lnTo>
                  <a:lnTo>
                    <a:pt x="75" y="406"/>
                  </a:lnTo>
                  <a:lnTo>
                    <a:pt x="96" y="390"/>
                  </a:lnTo>
                  <a:lnTo>
                    <a:pt x="119" y="373"/>
                  </a:lnTo>
                  <a:lnTo>
                    <a:pt x="139" y="351"/>
                  </a:lnTo>
                  <a:lnTo>
                    <a:pt x="157" y="326"/>
                  </a:lnTo>
                  <a:lnTo>
                    <a:pt x="175" y="299"/>
                  </a:lnTo>
                  <a:lnTo>
                    <a:pt x="191" y="269"/>
                  </a:lnTo>
                  <a:lnTo>
                    <a:pt x="205" y="236"/>
                  </a:lnTo>
                  <a:lnTo>
                    <a:pt x="217" y="202"/>
                  </a:lnTo>
                  <a:lnTo>
                    <a:pt x="228" y="163"/>
                  </a:lnTo>
                  <a:lnTo>
                    <a:pt x="236" y="125"/>
                  </a:lnTo>
                  <a:lnTo>
                    <a:pt x="242" y="86"/>
                  </a:lnTo>
                  <a:lnTo>
                    <a:pt x="245" y="42"/>
                  </a:lnTo>
                  <a:lnTo>
                    <a:pt x="246" y="0"/>
                  </a:lnTo>
                  <a:lnTo>
                    <a:pt x="235" y="0"/>
                  </a:lnTo>
                  <a:lnTo>
                    <a:pt x="233" y="42"/>
                  </a:lnTo>
                  <a:lnTo>
                    <a:pt x="230" y="83"/>
                  </a:lnTo>
                  <a:lnTo>
                    <a:pt x="224" y="123"/>
                  </a:lnTo>
                  <a:lnTo>
                    <a:pt x="216" y="161"/>
                  </a:lnTo>
                  <a:lnTo>
                    <a:pt x="205" y="197"/>
                  </a:lnTo>
                  <a:lnTo>
                    <a:pt x="194" y="231"/>
                  </a:lnTo>
                  <a:lnTo>
                    <a:pt x="180" y="264"/>
                  </a:lnTo>
                  <a:lnTo>
                    <a:pt x="166" y="292"/>
                  </a:lnTo>
                  <a:lnTo>
                    <a:pt x="148" y="319"/>
                  </a:lnTo>
                  <a:lnTo>
                    <a:pt x="129" y="344"/>
                  </a:lnTo>
                  <a:lnTo>
                    <a:pt x="109" y="364"/>
                  </a:lnTo>
                  <a:lnTo>
                    <a:pt x="89" y="381"/>
                  </a:lnTo>
                  <a:lnTo>
                    <a:pt x="68" y="394"/>
                  </a:lnTo>
                  <a:lnTo>
                    <a:pt x="46" y="405"/>
                  </a:lnTo>
                  <a:lnTo>
                    <a:pt x="24" y="410"/>
                  </a:lnTo>
                  <a:lnTo>
                    <a:pt x="0" y="413"/>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5392" name="Freeform 65"/>
            <p:cNvSpPr>
              <a:spLocks/>
            </p:cNvSpPr>
            <p:nvPr/>
          </p:nvSpPr>
          <p:spPr bwMode="auto">
            <a:xfrm>
              <a:off x="1343" y="2203"/>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2" y="42"/>
                  </a:lnTo>
                  <a:lnTo>
                    <a:pt x="5" y="86"/>
                  </a:lnTo>
                  <a:lnTo>
                    <a:pt x="11" y="125"/>
                  </a:lnTo>
                  <a:lnTo>
                    <a:pt x="19" y="163"/>
                  </a:lnTo>
                  <a:lnTo>
                    <a:pt x="30" y="202"/>
                  </a:lnTo>
                  <a:lnTo>
                    <a:pt x="41" y="236"/>
                  </a:lnTo>
                  <a:lnTo>
                    <a:pt x="56" y="269"/>
                  </a:lnTo>
                  <a:lnTo>
                    <a:pt x="72" y="299"/>
                  </a:lnTo>
                  <a:lnTo>
                    <a:pt x="90" y="326"/>
                  </a:lnTo>
                  <a:lnTo>
                    <a:pt x="108" y="351"/>
                  </a:lnTo>
                  <a:lnTo>
                    <a:pt x="127" y="373"/>
                  </a:lnTo>
                  <a:lnTo>
                    <a:pt x="149" y="390"/>
                  </a:lnTo>
                  <a:lnTo>
                    <a:pt x="172" y="406"/>
                  </a:lnTo>
                  <a:lnTo>
                    <a:pt x="195" y="416"/>
                  </a:lnTo>
                  <a:lnTo>
                    <a:pt x="220" y="422"/>
                  </a:lnTo>
                  <a:lnTo>
                    <a:pt x="245" y="424"/>
                  </a:lnTo>
                  <a:lnTo>
                    <a:pt x="245" y="413"/>
                  </a:lnTo>
                  <a:lnTo>
                    <a:pt x="222" y="410"/>
                  </a:lnTo>
                  <a:lnTo>
                    <a:pt x="200" y="405"/>
                  </a:lnTo>
                  <a:lnTo>
                    <a:pt x="179" y="394"/>
                  </a:lnTo>
                  <a:lnTo>
                    <a:pt x="156" y="381"/>
                  </a:lnTo>
                  <a:lnTo>
                    <a:pt x="136" y="364"/>
                  </a:lnTo>
                  <a:lnTo>
                    <a:pt x="118" y="344"/>
                  </a:lnTo>
                  <a:lnTo>
                    <a:pt x="99" y="319"/>
                  </a:lnTo>
                  <a:lnTo>
                    <a:pt x="81" y="292"/>
                  </a:lnTo>
                  <a:lnTo>
                    <a:pt x="67" y="264"/>
                  </a:lnTo>
                  <a:lnTo>
                    <a:pt x="53" y="231"/>
                  </a:lnTo>
                  <a:lnTo>
                    <a:pt x="41" y="197"/>
                  </a:lnTo>
                  <a:lnTo>
                    <a:pt x="31" y="161"/>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5393" name="Freeform 66"/>
            <p:cNvSpPr>
              <a:spLocks/>
            </p:cNvSpPr>
            <p:nvPr/>
          </p:nvSpPr>
          <p:spPr bwMode="auto">
            <a:xfrm>
              <a:off x="1343" y="2118"/>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1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20" y="3"/>
                  </a:lnTo>
                  <a:lnTo>
                    <a:pt x="195" y="9"/>
                  </a:lnTo>
                  <a:lnTo>
                    <a:pt x="172" y="19"/>
                  </a:lnTo>
                  <a:lnTo>
                    <a:pt x="149" y="34"/>
                  </a:lnTo>
                  <a:lnTo>
                    <a:pt x="127" y="53"/>
                  </a:lnTo>
                  <a:lnTo>
                    <a:pt x="108" y="75"/>
                  </a:lnTo>
                  <a:lnTo>
                    <a:pt x="90" y="99"/>
                  </a:lnTo>
                  <a:lnTo>
                    <a:pt x="71" y="126"/>
                  </a:lnTo>
                  <a:lnTo>
                    <a:pt x="56" y="158"/>
                  </a:lnTo>
                  <a:lnTo>
                    <a:pt x="41" y="190"/>
                  </a:lnTo>
                  <a:lnTo>
                    <a:pt x="30" y="224"/>
                  </a:lnTo>
                  <a:lnTo>
                    <a:pt x="19" y="262"/>
                  </a:lnTo>
                  <a:lnTo>
                    <a:pt x="11" y="301"/>
                  </a:lnTo>
                  <a:lnTo>
                    <a:pt x="5" y="340"/>
                  </a:lnTo>
                  <a:lnTo>
                    <a:pt x="2" y="384"/>
                  </a:lnTo>
                  <a:lnTo>
                    <a:pt x="0" y="426"/>
                  </a:lnTo>
                  <a:lnTo>
                    <a:pt x="12" y="426"/>
                  </a:lnTo>
                  <a:lnTo>
                    <a:pt x="13" y="384"/>
                  </a:lnTo>
                  <a:lnTo>
                    <a:pt x="17" y="343"/>
                  </a:lnTo>
                  <a:lnTo>
                    <a:pt x="23" y="303"/>
                  </a:lnTo>
                  <a:lnTo>
                    <a:pt x="31" y="264"/>
                  </a:lnTo>
                  <a:lnTo>
                    <a:pt x="41" y="229"/>
                  </a:lnTo>
                  <a:lnTo>
                    <a:pt x="53" y="195"/>
                  </a:lnTo>
                  <a:lnTo>
                    <a:pt x="67" y="162"/>
                  </a:lnTo>
                  <a:lnTo>
                    <a:pt x="82" y="133"/>
                  </a:lnTo>
                  <a:lnTo>
                    <a:pt x="99" y="106"/>
                  </a:lnTo>
                  <a:lnTo>
                    <a:pt x="118" y="83"/>
                  </a:lnTo>
                  <a:lnTo>
                    <a:pt x="136" y="63"/>
                  </a:lnTo>
                  <a:lnTo>
                    <a:pt x="156" y="44"/>
                  </a:lnTo>
                  <a:lnTo>
                    <a:pt x="179" y="31"/>
                  </a:lnTo>
                  <a:lnTo>
                    <a:pt x="200" y="20"/>
                  </a:lnTo>
                  <a:lnTo>
                    <a:pt x="222" y="15"/>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5394" name="Freeform 67"/>
            <p:cNvSpPr>
              <a:spLocks/>
            </p:cNvSpPr>
            <p:nvPr/>
          </p:nvSpPr>
          <p:spPr bwMode="auto">
            <a:xfrm>
              <a:off x="1384" y="1859"/>
              <a:ext cx="49" cy="84"/>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1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3" y="382"/>
                  </a:lnTo>
                  <a:lnTo>
                    <a:pt x="240" y="339"/>
                  </a:lnTo>
                  <a:lnTo>
                    <a:pt x="234" y="299"/>
                  </a:lnTo>
                  <a:lnTo>
                    <a:pt x="226" y="261"/>
                  </a:lnTo>
                  <a:lnTo>
                    <a:pt x="215" y="222"/>
                  </a:lnTo>
                  <a:lnTo>
                    <a:pt x="204" y="188"/>
                  </a:lnTo>
                  <a:lnTo>
                    <a:pt x="189" y="156"/>
                  </a:lnTo>
                  <a:lnTo>
                    <a:pt x="173" y="125"/>
                  </a:lnTo>
                  <a:lnTo>
                    <a:pt x="155" y="98"/>
                  </a:lnTo>
                  <a:lnTo>
                    <a:pt x="138" y="74"/>
                  </a:lnTo>
                  <a:lnTo>
                    <a:pt x="118" y="51"/>
                  </a:lnTo>
                  <a:lnTo>
                    <a:pt x="96" y="34"/>
                  </a:lnTo>
                  <a:lnTo>
                    <a:pt x="73" y="18"/>
                  </a:lnTo>
                  <a:lnTo>
                    <a:pt x="50" y="8"/>
                  </a:lnTo>
                  <a:lnTo>
                    <a:pt x="25" y="2"/>
                  </a:lnTo>
                  <a:lnTo>
                    <a:pt x="0" y="0"/>
                  </a:lnTo>
                  <a:lnTo>
                    <a:pt x="0" y="11"/>
                  </a:lnTo>
                  <a:lnTo>
                    <a:pt x="23" y="14"/>
                  </a:lnTo>
                  <a:lnTo>
                    <a:pt x="45" y="20"/>
                  </a:lnTo>
                  <a:lnTo>
                    <a:pt x="66" y="30"/>
                  </a:lnTo>
                  <a:lnTo>
                    <a:pt x="89" y="43"/>
                  </a:lnTo>
                  <a:lnTo>
                    <a:pt x="109" y="61"/>
                  </a:lnTo>
                  <a:lnTo>
                    <a:pt x="129" y="81"/>
                  </a:lnTo>
                  <a:lnTo>
                    <a:pt x="146" y="105"/>
                  </a:lnTo>
                  <a:lnTo>
                    <a:pt x="164" y="132"/>
                  </a:lnTo>
                  <a:lnTo>
                    <a:pt x="178" y="160"/>
                  </a:lnTo>
                  <a:lnTo>
                    <a:pt x="192" y="193"/>
                  </a:lnTo>
                  <a:lnTo>
                    <a:pt x="204" y="227"/>
                  </a:lnTo>
                  <a:lnTo>
                    <a:pt x="214" y="264"/>
                  </a:lnTo>
                  <a:lnTo>
                    <a:pt x="222" y="301"/>
                  </a:lnTo>
                  <a:lnTo>
                    <a:pt x="228"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5395" name="Freeform 68"/>
            <p:cNvSpPr>
              <a:spLocks/>
            </p:cNvSpPr>
            <p:nvPr/>
          </p:nvSpPr>
          <p:spPr bwMode="auto">
            <a:xfrm>
              <a:off x="1384" y="1943"/>
              <a:ext cx="49" cy="86"/>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5" y="423"/>
                  </a:lnTo>
                  <a:lnTo>
                    <a:pt x="50" y="418"/>
                  </a:lnTo>
                  <a:lnTo>
                    <a:pt x="73" y="407"/>
                  </a:lnTo>
                  <a:lnTo>
                    <a:pt x="96" y="392"/>
                  </a:lnTo>
                  <a:lnTo>
                    <a:pt x="118" y="374"/>
                  </a:lnTo>
                  <a:lnTo>
                    <a:pt x="138" y="352"/>
                  </a:lnTo>
                  <a:lnTo>
                    <a:pt x="155" y="327"/>
                  </a:lnTo>
                  <a:lnTo>
                    <a:pt x="174" y="300"/>
                  </a:lnTo>
                  <a:lnTo>
                    <a:pt x="189" y="269"/>
                  </a:lnTo>
                  <a:lnTo>
                    <a:pt x="204" y="237"/>
                  </a:lnTo>
                  <a:lnTo>
                    <a:pt x="215" y="202"/>
                  </a:lnTo>
                  <a:lnTo>
                    <a:pt x="226" y="164"/>
                  </a:lnTo>
                  <a:lnTo>
                    <a:pt x="234" y="126"/>
                  </a:lnTo>
                  <a:lnTo>
                    <a:pt x="240" y="86"/>
                  </a:lnTo>
                  <a:lnTo>
                    <a:pt x="243" y="42"/>
                  </a:lnTo>
                  <a:lnTo>
                    <a:pt x="245" y="0"/>
                  </a:lnTo>
                  <a:lnTo>
                    <a:pt x="233" y="0"/>
                  </a:lnTo>
                  <a:lnTo>
                    <a:pt x="232" y="42"/>
                  </a:lnTo>
                  <a:lnTo>
                    <a:pt x="228" y="83"/>
                  </a:lnTo>
                  <a:lnTo>
                    <a:pt x="222" y="123"/>
                  </a:lnTo>
                  <a:lnTo>
                    <a:pt x="214" y="162"/>
                  </a:lnTo>
                  <a:lnTo>
                    <a:pt x="204" y="197"/>
                  </a:lnTo>
                  <a:lnTo>
                    <a:pt x="192" y="232"/>
                  </a:lnTo>
                  <a:lnTo>
                    <a:pt x="178" y="264"/>
                  </a:lnTo>
                  <a:lnTo>
                    <a:pt x="163" y="293"/>
                  </a:lnTo>
                  <a:lnTo>
                    <a:pt x="146" y="320"/>
                  </a:lnTo>
                  <a:lnTo>
                    <a:pt x="129" y="345"/>
                  </a:lnTo>
                  <a:lnTo>
                    <a:pt x="109" y="365"/>
                  </a:lnTo>
                  <a:lnTo>
                    <a:pt x="89" y="382"/>
                  </a:lnTo>
                  <a:lnTo>
                    <a:pt x="66" y="395"/>
                  </a:lnTo>
                  <a:lnTo>
                    <a:pt x="45" y="406"/>
                  </a:lnTo>
                  <a:lnTo>
                    <a:pt x="23"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5396" name="Freeform 69"/>
            <p:cNvSpPr>
              <a:spLocks/>
            </p:cNvSpPr>
            <p:nvPr/>
          </p:nvSpPr>
          <p:spPr bwMode="auto">
            <a:xfrm>
              <a:off x="1335" y="1943"/>
              <a:ext cx="49" cy="86"/>
            </a:xfrm>
            <a:custGeom>
              <a:avLst/>
              <a:gdLst>
                <a:gd name="T0" fmla="*/ 0 w 246"/>
                <a:gd name="T1" fmla="*/ 0 h 426"/>
                <a:gd name="T2" fmla="*/ 0 w 246"/>
                <a:gd name="T3" fmla="*/ 0 h 426"/>
                <a:gd name="T4" fmla="*/ 0 w 246"/>
                <a:gd name="T5" fmla="*/ 0 h 426"/>
                <a:gd name="T6" fmla="*/ 0 w 246"/>
                <a:gd name="T7" fmla="*/ 1 h 426"/>
                <a:gd name="T8" fmla="*/ 0 w 246"/>
                <a:gd name="T9" fmla="*/ 1 h 426"/>
                <a:gd name="T10" fmla="*/ 0 w 246"/>
                <a:gd name="T11" fmla="*/ 1 h 426"/>
                <a:gd name="T12" fmla="*/ 0 w 246"/>
                <a:gd name="T13" fmla="*/ 2 h 426"/>
                <a:gd name="T14" fmla="*/ 0 w 246"/>
                <a:gd name="T15" fmla="*/ 2 h 426"/>
                <a:gd name="T16" fmla="*/ 0 w 246"/>
                <a:gd name="T17" fmla="*/ 2 h 426"/>
                <a:gd name="T18" fmla="*/ 1 w 246"/>
                <a:gd name="T19" fmla="*/ 2 h 426"/>
                <a:gd name="T20" fmla="*/ 1 w 246"/>
                <a:gd name="T21" fmla="*/ 3 h 426"/>
                <a:gd name="T22" fmla="*/ 1 w 246"/>
                <a:gd name="T23" fmla="*/ 3 h 426"/>
                <a:gd name="T24" fmla="*/ 1 w 246"/>
                <a:gd name="T25" fmla="*/ 3 h 426"/>
                <a:gd name="T26" fmla="*/ 1 w 246"/>
                <a:gd name="T27" fmla="*/ 3 h 426"/>
                <a:gd name="T28" fmla="*/ 1 w 246"/>
                <a:gd name="T29" fmla="*/ 3 h 426"/>
                <a:gd name="T30" fmla="*/ 2 w 246"/>
                <a:gd name="T31" fmla="*/ 3 h 426"/>
                <a:gd name="T32" fmla="*/ 2 w 246"/>
                <a:gd name="T33" fmla="*/ 3 h 426"/>
                <a:gd name="T34" fmla="*/ 2 w 246"/>
                <a:gd name="T35" fmla="*/ 3 h 426"/>
                <a:gd name="T36" fmla="*/ 2 w 246"/>
                <a:gd name="T37" fmla="*/ 3 h 426"/>
                <a:gd name="T38" fmla="*/ 2 w 246"/>
                <a:gd name="T39" fmla="*/ 3 h 426"/>
                <a:gd name="T40" fmla="*/ 2 w 246"/>
                <a:gd name="T41" fmla="*/ 3 h 426"/>
                <a:gd name="T42" fmla="*/ 1 w 246"/>
                <a:gd name="T43" fmla="*/ 3 h 426"/>
                <a:gd name="T44" fmla="*/ 1 w 246"/>
                <a:gd name="T45" fmla="*/ 3 h 426"/>
                <a:gd name="T46" fmla="*/ 1 w 246"/>
                <a:gd name="T47" fmla="*/ 3 h 426"/>
                <a:gd name="T48" fmla="*/ 1 w 246"/>
                <a:gd name="T49" fmla="*/ 3 h 426"/>
                <a:gd name="T50" fmla="*/ 1 w 246"/>
                <a:gd name="T51" fmla="*/ 3 h 426"/>
                <a:gd name="T52" fmla="*/ 1 w 246"/>
                <a:gd name="T53" fmla="*/ 2 h 426"/>
                <a:gd name="T54" fmla="*/ 1 w 246"/>
                <a:gd name="T55" fmla="*/ 2 h 426"/>
                <a:gd name="T56" fmla="*/ 0 w 246"/>
                <a:gd name="T57" fmla="*/ 2 h 426"/>
                <a:gd name="T58" fmla="*/ 0 w 246"/>
                <a:gd name="T59" fmla="*/ 2 h 426"/>
                <a:gd name="T60" fmla="*/ 0 w 246"/>
                <a:gd name="T61" fmla="*/ 1 h 426"/>
                <a:gd name="T62" fmla="*/ 0 w 246"/>
                <a:gd name="T63" fmla="*/ 1 h 426"/>
                <a:gd name="T64" fmla="*/ 0 w 246"/>
                <a:gd name="T65" fmla="*/ 1 h 426"/>
                <a:gd name="T66" fmla="*/ 0 w 246"/>
                <a:gd name="T67" fmla="*/ 0 h 426"/>
                <a:gd name="T68" fmla="*/ 0 w 246"/>
                <a:gd name="T69" fmla="*/ 0 h 426"/>
                <a:gd name="T70" fmla="*/ 0 w 246"/>
                <a:gd name="T71" fmla="*/ 0 h 426"/>
                <a:gd name="T72" fmla="*/ 0 w 246"/>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0"/>
                  </a:moveTo>
                  <a:lnTo>
                    <a:pt x="0" y="0"/>
                  </a:lnTo>
                  <a:lnTo>
                    <a:pt x="1" y="42"/>
                  </a:lnTo>
                  <a:lnTo>
                    <a:pt x="4" y="86"/>
                  </a:lnTo>
                  <a:lnTo>
                    <a:pt x="10" y="126"/>
                  </a:lnTo>
                  <a:lnTo>
                    <a:pt x="18" y="164"/>
                  </a:lnTo>
                  <a:lnTo>
                    <a:pt x="29" y="202"/>
                  </a:lnTo>
                  <a:lnTo>
                    <a:pt x="41" y="237"/>
                  </a:lnTo>
                  <a:lnTo>
                    <a:pt x="55" y="269"/>
                  </a:lnTo>
                  <a:lnTo>
                    <a:pt x="71" y="300"/>
                  </a:lnTo>
                  <a:lnTo>
                    <a:pt x="89" y="327"/>
                  </a:lnTo>
                  <a:lnTo>
                    <a:pt x="107" y="352"/>
                  </a:lnTo>
                  <a:lnTo>
                    <a:pt x="127" y="374"/>
                  </a:lnTo>
                  <a:lnTo>
                    <a:pt x="150" y="392"/>
                  </a:lnTo>
                  <a:lnTo>
                    <a:pt x="171" y="407"/>
                  </a:lnTo>
                  <a:lnTo>
                    <a:pt x="195" y="418"/>
                  </a:lnTo>
                  <a:lnTo>
                    <a:pt x="220" y="423"/>
                  </a:lnTo>
                  <a:lnTo>
                    <a:pt x="246" y="426"/>
                  </a:lnTo>
                  <a:lnTo>
                    <a:pt x="246" y="414"/>
                  </a:lnTo>
                  <a:lnTo>
                    <a:pt x="222" y="412"/>
                  </a:lnTo>
                  <a:lnTo>
                    <a:pt x="200" y="406"/>
                  </a:lnTo>
                  <a:lnTo>
                    <a:pt x="178" y="395"/>
                  </a:lnTo>
                  <a:lnTo>
                    <a:pt x="157" y="382"/>
                  </a:lnTo>
                  <a:lnTo>
                    <a:pt x="137" y="365"/>
                  </a:lnTo>
                  <a:lnTo>
                    <a:pt x="117" y="345"/>
                  </a:lnTo>
                  <a:lnTo>
                    <a:pt x="98" y="320"/>
                  </a:lnTo>
                  <a:lnTo>
                    <a:pt x="83" y="293"/>
                  </a:lnTo>
                  <a:lnTo>
                    <a:pt x="66" y="264"/>
                  </a:lnTo>
                  <a:lnTo>
                    <a:pt x="52" y="232"/>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5397" name="Freeform 70"/>
            <p:cNvSpPr>
              <a:spLocks/>
            </p:cNvSpPr>
            <p:nvPr/>
          </p:nvSpPr>
          <p:spPr bwMode="auto">
            <a:xfrm>
              <a:off x="1335" y="1859"/>
              <a:ext cx="49" cy="84"/>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1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0" y="2"/>
                  </a:lnTo>
                  <a:lnTo>
                    <a:pt x="195" y="8"/>
                  </a:lnTo>
                  <a:lnTo>
                    <a:pt x="171" y="18"/>
                  </a:lnTo>
                  <a:lnTo>
                    <a:pt x="150" y="34"/>
                  </a:lnTo>
                  <a:lnTo>
                    <a:pt x="127" y="51"/>
                  </a:lnTo>
                  <a:lnTo>
                    <a:pt x="107" y="74"/>
                  </a:lnTo>
                  <a:lnTo>
                    <a:pt x="89" y="98"/>
                  </a:lnTo>
                  <a:lnTo>
                    <a:pt x="72" y="125"/>
                  </a:lnTo>
                  <a:lnTo>
                    <a:pt x="55" y="156"/>
                  </a:lnTo>
                  <a:lnTo>
                    <a:pt x="41" y="188"/>
                  </a:lnTo>
                  <a:lnTo>
                    <a:pt x="29" y="222"/>
                  </a:lnTo>
                  <a:lnTo>
                    <a:pt x="18" y="261"/>
                  </a:lnTo>
                  <a:lnTo>
                    <a:pt x="10" y="299"/>
                  </a:lnTo>
                  <a:lnTo>
                    <a:pt x="4" y="339"/>
                  </a:lnTo>
                  <a:lnTo>
                    <a:pt x="1" y="382"/>
                  </a:lnTo>
                  <a:lnTo>
                    <a:pt x="0" y="424"/>
                  </a:lnTo>
                  <a:lnTo>
                    <a:pt x="11" y="424"/>
                  </a:lnTo>
                  <a:lnTo>
                    <a:pt x="13" y="382"/>
                  </a:lnTo>
                  <a:lnTo>
                    <a:pt x="16" y="341"/>
                  </a:lnTo>
                  <a:lnTo>
                    <a:pt x="22" y="301"/>
                  </a:lnTo>
                  <a:lnTo>
                    <a:pt x="30" y="264"/>
                  </a:lnTo>
                  <a:lnTo>
                    <a:pt x="41" y="227"/>
                  </a:lnTo>
                  <a:lnTo>
                    <a:pt x="52" y="193"/>
                  </a:lnTo>
                  <a:lnTo>
                    <a:pt x="66" y="160"/>
                  </a:lnTo>
                  <a:lnTo>
                    <a:pt x="82" y="132"/>
                  </a:lnTo>
                  <a:lnTo>
                    <a:pt x="98" y="105"/>
                  </a:lnTo>
                  <a:lnTo>
                    <a:pt x="117" y="81"/>
                  </a:lnTo>
                  <a:lnTo>
                    <a:pt x="137" y="61"/>
                  </a:lnTo>
                  <a:lnTo>
                    <a:pt x="157" y="43"/>
                  </a:lnTo>
                  <a:lnTo>
                    <a:pt x="178" y="30"/>
                  </a:lnTo>
                  <a:lnTo>
                    <a:pt x="200" y="20"/>
                  </a:lnTo>
                  <a:lnTo>
                    <a:pt x="222" y="14"/>
                  </a:lnTo>
                  <a:lnTo>
                    <a:pt x="246" y="11"/>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5398" name="Freeform 71"/>
            <p:cNvSpPr>
              <a:spLocks/>
            </p:cNvSpPr>
            <p:nvPr/>
          </p:nvSpPr>
          <p:spPr bwMode="auto">
            <a:xfrm>
              <a:off x="1552" y="1751"/>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1" y="339"/>
                  </a:lnTo>
                  <a:lnTo>
                    <a:pt x="235" y="299"/>
                  </a:lnTo>
                  <a:lnTo>
                    <a:pt x="226" y="261"/>
                  </a:lnTo>
                  <a:lnTo>
                    <a:pt x="216" y="223"/>
                  </a:lnTo>
                  <a:lnTo>
                    <a:pt x="204" y="189"/>
                  </a:lnTo>
                  <a:lnTo>
                    <a:pt x="190" y="156"/>
                  </a:lnTo>
                  <a:lnTo>
                    <a:pt x="174" y="125"/>
                  </a:lnTo>
                  <a:lnTo>
                    <a:pt x="156" y="98"/>
                  </a:lnTo>
                  <a:lnTo>
                    <a:pt x="137" y="74"/>
                  </a:lnTo>
                  <a:lnTo>
                    <a:pt x="119" y="52"/>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8" y="81"/>
                  </a:lnTo>
                  <a:lnTo>
                    <a:pt x="147" y="105"/>
                  </a:lnTo>
                  <a:lnTo>
                    <a:pt x="164" y="132"/>
                  </a:lnTo>
                  <a:lnTo>
                    <a:pt x="178" y="161"/>
                  </a:lnTo>
                  <a:lnTo>
                    <a:pt x="193" y="193"/>
                  </a:lnTo>
                  <a:lnTo>
                    <a:pt x="204" y="227"/>
                  </a:lnTo>
                  <a:lnTo>
                    <a:pt x="215" y="264"/>
                  </a:lnTo>
                  <a:lnTo>
                    <a:pt x="223" y="301"/>
                  </a:lnTo>
                  <a:lnTo>
                    <a:pt x="229" y="341"/>
                  </a:lnTo>
                  <a:lnTo>
                    <a:pt x="232" y="382"/>
                  </a:lnTo>
                  <a:lnTo>
                    <a:pt x="234"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5399" name="Freeform 72"/>
            <p:cNvSpPr>
              <a:spLocks/>
            </p:cNvSpPr>
            <p:nvPr/>
          </p:nvSpPr>
          <p:spPr bwMode="auto">
            <a:xfrm>
              <a:off x="1552" y="1836"/>
              <a:ext cx="49" cy="85"/>
            </a:xfrm>
            <a:custGeom>
              <a:avLst/>
              <a:gdLst>
                <a:gd name="T0" fmla="*/ 0 w 245"/>
                <a:gd name="T1" fmla="*/ 3 h 425"/>
                <a:gd name="T2" fmla="*/ 0 w 245"/>
                <a:gd name="T3" fmla="*/ 3 h 425"/>
                <a:gd name="T4" fmla="*/ 0 w 245"/>
                <a:gd name="T5" fmla="*/ 3 h 425"/>
                <a:gd name="T6" fmla="*/ 0 w 245"/>
                <a:gd name="T7" fmla="*/ 3 h 425"/>
                <a:gd name="T8" fmla="*/ 1 w 245"/>
                <a:gd name="T9" fmla="*/ 3 h 425"/>
                <a:gd name="T10" fmla="*/ 1 w 245"/>
                <a:gd name="T11" fmla="*/ 3 h 425"/>
                <a:gd name="T12" fmla="*/ 1 w 245"/>
                <a:gd name="T13" fmla="*/ 3 h 425"/>
                <a:gd name="T14" fmla="*/ 1 w 245"/>
                <a:gd name="T15" fmla="*/ 3 h 425"/>
                <a:gd name="T16" fmla="*/ 1 w 245"/>
                <a:gd name="T17" fmla="*/ 3 h 425"/>
                <a:gd name="T18" fmla="*/ 1 w 245"/>
                <a:gd name="T19" fmla="*/ 2 h 425"/>
                <a:gd name="T20" fmla="*/ 2 w 245"/>
                <a:gd name="T21" fmla="*/ 2 h 425"/>
                <a:gd name="T22" fmla="*/ 2 w 245"/>
                <a:gd name="T23" fmla="*/ 2 h 425"/>
                <a:gd name="T24" fmla="*/ 2 w 245"/>
                <a:gd name="T25" fmla="*/ 2 h 425"/>
                <a:gd name="T26" fmla="*/ 2 w 245"/>
                <a:gd name="T27" fmla="*/ 1 h 425"/>
                <a:gd name="T28" fmla="*/ 2 w 245"/>
                <a:gd name="T29" fmla="*/ 1 h 425"/>
                <a:gd name="T30" fmla="*/ 2 w 245"/>
                <a:gd name="T31" fmla="*/ 1 h 425"/>
                <a:gd name="T32" fmla="*/ 2 w 245"/>
                <a:gd name="T33" fmla="*/ 0 h 425"/>
                <a:gd name="T34" fmla="*/ 2 w 245"/>
                <a:gd name="T35" fmla="*/ 0 h 425"/>
                <a:gd name="T36" fmla="*/ 2 w 245"/>
                <a:gd name="T37" fmla="*/ 0 h 425"/>
                <a:gd name="T38" fmla="*/ 2 w 245"/>
                <a:gd name="T39" fmla="*/ 0 h 425"/>
                <a:gd name="T40" fmla="*/ 2 w 245"/>
                <a:gd name="T41" fmla="*/ 1 h 425"/>
                <a:gd name="T42" fmla="*/ 2 w 245"/>
                <a:gd name="T43" fmla="*/ 1 h 425"/>
                <a:gd name="T44" fmla="*/ 2 w 245"/>
                <a:gd name="T45" fmla="*/ 1 h 425"/>
                <a:gd name="T46" fmla="*/ 2 w 245"/>
                <a:gd name="T47" fmla="*/ 2 h 425"/>
                <a:gd name="T48" fmla="*/ 2 w 245"/>
                <a:gd name="T49" fmla="*/ 2 h 425"/>
                <a:gd name="T50" fmla="*/ 1 w 245"/>
                <a:gd name="T51" fmla="*/ 2 h 425"/>
                <a:gd name="T52" fmla="*/ 1 w 245"/>
                <a:gd name="T53" fmla="*/ 2 h 425"/>
                <a:gd name="T54" fmla="*/ 1 w 245"/>
                <a:gd name="T55" fmla="*/ 3 h 425"/>
                <a:gd name="T56" fmla="*/ 1 w 245"/>
                <a:gd name="T57" fmla="*/ 3 h 425"/>
                <a:gd name="T58" fmla="*/ 1 w 245"/>
                <a:gd name="T59" fmla="*/ 3 h 425"/>
                <a:gd name="T60" fmla="*/ 1 w 245"/>
                <a:gd name="T61" fmla="*/ 3 h 425"/>
                <a:gd name="T62" fmla="*/ 1 w 245"/>
                <a:gd name="T63" fmla="*/ 3 h 425"/>
                <a:gd name="T64" fmla="*/ 0 w 245"/>
                <a:gd name="T65" fmla="*/ 3 h 425"/>
                <a:gd name="T66" fmla="*/ 0 w 245"/>
                <a:gd name="T67" fmla="*/ 3 h 425"/>
                <a:gd name="T68" fmla="*/ 0 w 245"/>
                <a:gd name="T69" fmla="*/ 3 h 425"/>
                <a:gd name="T70" fmla="*/ 0 w 245"/>
                <a:gd name="T71" fmla="*/ 3 h 425"/>
                <a:gd name="T72" fmla="*/ 0 w 245"/>
                <a:gd name="T73" fmla="*/ 3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5"/>
                <a:gd name="T113" fmla="*/ 245 w 245"/>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5">
                  <a:moveTo>
                    <a:pt x="0" y="425"/>
                  </a:moveTo>
                  <a:lnTo>
                    <a:pt x="0" y="425"/>
                  </a:lnTo>
                  <a:lnTo>
                    <a:pt x="26" y="422"/>
                  </a:lnTo>
                  <a:lnTo>
                    <a:pt x="51" y="417"/>
                  </a:lnTo>
                  <a:lnTo>
                    <a:pt x="74" y="406"/>
                  </a:lnTo>
                  <a:lnTo>
                    <a:pt x="96" y="391"/>
                  </a:lnTo>
                  <a:lnTo>
                    <a:pt x="119" y="373"/>
                  </a:lnTo>
                  <a:lnTo>
                    <a:pt x="137" y="351"/>
                  </a:lnTo>
                  <a:lnTo>
                    <a:pt x="156" y="326"/>
                  </a:lnTo>
                  <a:lnTo>
                    <a:pt x="174" y="299"/>
                  </a:lnTo>
                  <a:lnTo>
                    <a:pt x="190" y="269"/>
                  </a:lnTo>
                  <a:lnTo>
                    <a:pt x="204" y="236"/>
                  </a:lnTo>
                  <a:lnTo>
                    <a:pt x="216" y="202"/>
                  </a:lnTo>
                  <a:lnTo>
                    <a:pt x="226" y="163"/>
                  </a:lnTo>
                  <a:lnTo>
                    <a:pt x="235" y="126"/>
                  </a:lnTo>
                  <a:lnTo>
                    <a:pt x="241" y="86"/>
                  </a:lnTo>
                  <a:lnTo>
                    <a:pt x="244" y="43"/>
                  </a:lnTo>
                  <a:lnTo>
                    <a:pt x="245" y="0"/>
                  </a:lnTo>
                  <a:lnTo>
                    <a:pt x="234" y="0"/>
                  </a:lnTo>
                  <a:lnTo>
                    <a:pt x="232" y="43"/>
                  </a:lnTo>
                  <a:lnTo>
                    <a:pt x="229" y="84"/>
                  </a:lnTo>
                  <a:lnTo>
                    <a:pt x="223" y="123"/>
                  </a:lnTo>
                  <a:lnTo>
                    <a:pt x="215" y="161"/>
                  </a:lnTo>
                  <a:lnTo>
                    <a:pt x="204" y="197"/>
                  </a:lnTo>
                  <a:lnTo>
                    <a:pt x="193" y="231"/>
                  </a:lnTo>
                  <a:lnTo>
                    <a:pt x="178" y="264"/>
                  </a:lnTo>
                  <a:lnTo>
                    <a:pt x="164" y="292"/>
                  </a:lnTo>
                  <a:lnTo>
                    <a:pt x="147" y="319"/>
                  </a:lnTo>
                  <a:lnTo>
                    <a:pt x="128" y="344"/>
                  </a:lnTo>
                  <a:lnTo>
                    <a:pt x="109" y="364"/>
                  </a:lnTo>
                  <a:lnTo>
                    <a:pt x="89" y="381"/>
                  </a:lnTo>
                  <a:lnTo>
                    <a:pt x="67" y="394"/>
                  </a:lnTo>
                  <a:lnTo>
                    <a:pt x="46" y="405"/>
                  </a:lnTo>
                  <a:lnTo>
                    <a:pt x="24" y="411"/>
                  </a:lnTo>
                  <a:lnTo>
                    <a:pt x="0" y="413"/>
                  </a:lnTo>
                  <a:lnTo>
                    <a:pt x="0" y="425"/>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5400" name="Freeform 73"/>
            <p:cNvSpPr>
              <a:spLocks/>
            </p:cNvSpPr>
            <p:nvPr/>
          </p:nvSpPr>
          <p:spPr bwMode="auto">
            <a:xfrm>
              <a:off x="1502" y="1836"/>
              <a:ext cx="50" cy="85"/>
            </a:xfrm>
            <a:custGeom>
              <a:avLst/>
              <a:gdLst>
                <a:gd name="T0" fmla="*/ 0 w 246"/>
                <a:gd name="T1" fmla="*/ 0 h 425"/>
                <a:gd name="T2" fmla="*/ 0 w 246"/>
                <a:gd name="T3" fmla="*/ 0 h 425"/>
                <a:gd name="T4" fmla="*/ 0 w 246"/>
                <a:gd name="T5" fmla="*/ 0 h 425"/>
                <a:gd name="T6" fmla="*/ 0 w 246"/>
                <a:gd name="T7" fmla="*/ 1 h 425"/>
                <a:gd name="T8" fmla="*/ 0 w 246"/>
                <a:gd name="T9" fmla="*/ 1 h 425"/>
                <a:gd name="T10" fmla="*/ 0 w 246"/>
                <a:gd name="T11" fmla="*/ 1 h 425"/>
                <a:gd name="T12" fmla="*/ 0 w 246"/>
                <a:gd name="T13" fmla="*/ 2 h 425"/>
                <a:gd name="T14" fmla="*/ 0 w 246"/>
                <a:gd name="T15" fmla="*/ 2 h 425"/>
                <a:gd name="T16" fmla="*/ 0 w 246"/>
                <a:gd name="T17" fmla="*/ 2 h 425"/>
                <a:gd name="T18" fmla="*/ 1 w 246"/>
                <a:gd name="T19" fmla="*/ 2 h 425"/>
                <a:gd name="T20" fmla="*/ 1 w 246"/>
                <a:gd name="T21" fmla="*/ 3 h 425"/>
                <a:gd name="T22" fmla="*/ 1 w 246"/>
                <a:gd name="T23" fmla="*/ 3 h 425"/>
                <a:gd name="T24" fmla="*/ 1 w 246"/>
                <a:gd name="T25" fmla="*/ 3 h 425"/>
                <a:gd name="T26" fmla="*/ 1 w 246"/>
                <a:gd name="T27" fmla="*/ 3 h 425"/>
                <a:gd name="T28" fmla="*/ 1 w 246"/>
                <a:gd name="T29" fmla="*/ 3 h 425"/>
                <a:gd name="T30" fmla="*/ 2 w 246"/>
                <a:gd name="T31" fmla="*/ 3 h 425"/>
                <a:gd name="T32" fmla="*/ 2 w 246"/>
                <a:gd name="T33" fmla="*/ 3 h 425"/>
                <a:gd name="T34" fmla="*/ 2 w 246"/>
                <a:gd name="T35" fmla="*/ 3 h 425"/>
                <a:gd name="T36" fmla="*/ 2 w 246"/>
                <a:gd name="T37" fmla="*/ 3 h 425"/>
                <a:gd name="T38" fmla="*/ 2 w 246"/>
                <a:gd name="T39" fmla="*/ 3 h 425"/>
                <a:gd name="T40" fmla="*/ 2 w 246"/>
                <a:gd name="T41" fmla="*/ 3 h 425"/>
                <a:gd name="T42" fmla="*/ 1 w 246"/>
                <a:gd name="T43" fmla="*/ 3 h 425"/>
                <a:gd name="T44" fmla="*/ 1 w 246"/>
                <a:gd name="T45" fmla="*/ 3 h 425"/>
                <a:gd name="T46" fmla="*/ 1 w 246"/>
                <a:gd name="T47" fmla="*/ 3 h 425"/>
                <a:gd name="T48" fmla="*/ 1 w 246"/>
                <a:gd name="T49" fmla="*/ 3 h 425"/>
                <a:gd name="T50" fmla="*/ 1 w 246"/>
                <a:gd name="T51" fmla="*/ 3 h 425"/>
                <a:gd name="T52" fmla="*/ 1 w 246"/>
                <a:gd name="T53" fmla="*/ 2 h 425"/>
                <a:gd name="T54" fmla="*/ 1 w 246"/>
                <a:gd name="T55" fmla="*/ 2 h 425"/>
                <a:gd name="T56" fmla="*/ 0 w 246"/>
                <a:gd name="T57" fmla="*/ 2 h 425"/>
                <a:gd name="T58" fmla="*/ 0 w 246"/>
                <a:gd name="T59" fmla="*/ 2 h 425"/>
                <a:gd name="T60" fmla="*/ 0 w 246"/>
                <a:gd name="T61" fmla="*/ 1 h 425"/>
                <a:gd name="T62" fmla="*/ 0 w 246"/>
                <a:gd name="T63" fmla="*/ 1 h 425"/>
                <a:gd name="T64" fmla="*/ 0 w 246"/>
                <a:gd name="T65" fmla="*/ 1 h 425"/>
                <a:gd name="T66" fmla="*/ 0 w 246"/>
                <a:gd name="T67" fmla="*/ 0 h 425"/>
                <a:gd name="T68" fmla="*/ 0 w 246"/>
                <a:gd name="T69" fmla="*/ 0 h 425"/>
                <a:gd name="T70" fmla="*/ 0 w 246"/>
                <a:gd name="T71" fmla="*/ 0 h 425"/>
                <a:gd name="T72" fmla="*/ 0 w 246"/>
                <a:gd name="T73" fmla="*/ 0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5"/>
                <a:gd name="T113" fmla="*/ 246 w 246"/>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5">
                  <a:moveTo>
                    <a:pt x="0" y="0"/>
                  </a:moveTo>
                  <a:lnTo>
                    <a:pt x="0" y="0"/>
                  </a:lnTo>
                  <a:lnTo>
                    <a:pt x="2" y="43"/>
                  </a:lnTo>
                  <a:lnTo>
                    <a:pt x="5" y="86"/>
                  </a:lnTo>
                  <a:lnTo>
                    <a:pt x="11" y="126"/>
                  </a:lnTo>
                  <a:lnTo>
                    <a:pt x="19" y="163"/>
                  </a:lnTo>
                  <a:lnTo>
                    <a:pt x="30" y="202"/>
                  </a:lnTo>
                  <a:lnTo>
                    <a:pt x="41" y="236"/>
                  </a:lnTo>
                  <a:lnTo>
                    <a:pt x="55" y="269"/>
                  </a:lnTo>
                  <a:lnTo>
                    <a:pt x="73" y="299"/>
                  </a:lnTo>
                  <a:lnTo>
                    <a:pt x="89" y="326"/>
                  </a:lnTo>
                  <a:lnTo>
                    <a:pt x="108" y="351"/>
                  </a:lnTo>
                  <a:lnTo>
                    <a:pt x="128" y="373"/>
                  </a:lnTo>
                  <a:lnTo>
                    <a:pt x="150" y="391"/>
                  </a:lnTo>
                  <a:lnTo>
                    <a:pt x="171" y="406"/>
                  </a:lnTo>
                  <a:lnTo>
                    <a:pt x="196" y="417"/>
                  </a:lnTo>
                  <a:lnTo>
                    <a:pt x="221" y="422"/>
                  </a:lnTo>
                  <a:lnTo>
                    <a:pt x="246" y="425"/>
                  </a:lnTo>
                  <a:lnTo>
                    <a:pt x="246" y="413"/>
                  </a:lnTo>
                  <a:lnTo>
                    <a:pt x="223" y="411"/>
                  </a:lnTo>
                  <a:lnTo>
                    <a:pt x="201" y="405"/>
                  </a:lnTo>
                  <a:lnTo>
                    <a:pt x="178" y="394"/>
                  </a:lnTo>
                  <a:lnTo>
                    <a:pt x="157" y="381"/>
                  </a:lnTo>
                  <a:lnTo>
                    <a:pt x="137" y="364"/>
                  </a:lnTo>
                  <a:lnTo>
                    <a:pt x="117" y="344"/>
                  </a:lnTo>
                  <a:lnTo>
                    <a:pt x="99" y="319"/>
                  </a:lnTo>
                  <a:lnTo>
                    <a:pt x="82" y="292"/>
                  </a:lnTo>
                  <a:lnTo>
                    <a:pt x="67" y="264"/>
                  </a:lnTo>
                  <a:lnTo>
                    <a:pt x="53" y="231"/>
                  </a:lnTo>
                  <a:lnTo>
                    <a:pt x="41" y="197"/>
                  </a:lnTo>
                  <a:lnTo>
                    <a:pt x="31" y="161"/>
                  </a:lnTo>
                  <a:lnTo>
                    <a:pt x="23" y="123"/>
                  </a:lnTo>
                  <a:lnTo>
                    <a:pt x="17" y="84"/>
                  </a:lnTo>
                  <a:lnTo>
                    <a:pt x="13" y="4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5401" name="Freeform 74"/>
            <p:cNvSpPr>
              <a:spLocks/>
            </p:cNvSpPr>
            <p:nvPr/>
          </p:nvSpPr>
          <p:spPr bwMode="auto">
            <a:xfrm>
              <a:off x="1502" y="1751"/>
              <a:ext cx="50" cy="85"/>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2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1" y="2"/>
                  </a:lnTo>
                  <a:lnTo>
                    <a:pt x="196" y="8"/>
                  </a:lnTo>
                  <a:lnTo>
                    <a:pt x="171" y="19"/>
                  </a:lnTo>
                  <a:lnTo>
                    <a:pt x="150" y="34"/>
                  </a:lnTo>
                  <a:lnTo>
                    <a:pt x="128" y="52"/>
                  </a:lnTo>
                  <a:lnTo>
                    <a:pt x="108" y="74"/>
                  </a:lnTo>
                  <a:lnTo>
                    <a:pt x="89" y="98"/>
                  </a:lnTo>
                  <a:lnTo>
                    <a:pt x="73" y="125"/>
                  </a:lnTo>
                  <a:lnTo>
                    <a:pt x="55" y="156"/>
                  </a:lnTo>
                  <a:lnTo>
                    <a:pt x="41" y="189"/>
                  </a:lnTo>
                  <a:lnTo>
                    <a:pt x="30" y="223"/>
                  </a:lnTo>
                  <a:lnTo>
                    <a:pt x="19" y="261"/>
                  </a:lnTo>
                  <a:lnTo>
                    <a:pt x="11" y="299"/>
                  </a:lnTo>
                  <a:lnTo>
                    <a:pt x="5" y="339"/>
                  </a:lnTo>
                  <a:lnTo>
                    <a:pt x="2" y="382"/>
                  </a:lnTo>
                  <a:lnTo>
                    <a:pt x="0" y="424"/>
                  </a:lnTo>
                  <a:lnTo>
                    <a:pt x="12" y="424"/>
                  </a:lnTo>
                  <a:lnTo>
                    <a:pt x="13" y="382"/>
                  </a:lnTo>
                  <a:lnTo>
                    <a:pt x="17" y="341"/>
                  </a:lnTo>
                  <a:lnTo>
                    <a:pt x="23" y="301"/>
                  </a:lnTo>
                  <a:lnTo>
                    <a:pt x="31" y="264"/>
                  </a:lnTo>
                  <a:lnTo>
                    <a:pt x="41" y="227"/>
                  </a:lnTo>
                  <a:lnTo>
                    <a:pt x="53" y="193"/>
                  </a:lnTo>
                  <a:lnTo>
                    <a:pt x="67" y="161"/>
                  </a:lnTo>
                  <a:lnTo>
                    <a:pt x="82" y="132"/>
                  </a:lnTo>
                  <a:lnTo>
                    <a:pt x="99" y="105"/>
                  </a:lnTo>
                  <a:lnTo>
                    <a:pt x="117" y="81"/>
                  </a:lnTo>
                  <a:lnTo>
                    <a:pt x="137" y="61"/>
                  </a:lnTo>
                  <a:lnTo>
                    <a:pt x="157" y="43"/>
                  </a:lnTo>
                  <a:lnTo>
                    <a:pt x="178" y="30"/>
                  </a:lnTo>
                  <a:lnTo>
                    <a:pt x="201" y="20"/>
                  </a:lnTo>
                  <a:lnTo>
                    <a:pt x="223" y="14"/>
                  </a:lnTo>
                  <a:lnTo>
                    <a:pt x="246" y="12"/>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5402" name="Freeform 75"/>
            <p:cNvSpPr>
              <a:spLocks/>
            </p:cNvSpPr>
            <p:nvPr/>
          </p:nvSpPr>
          <p:spPr bwMode="auto">
            <a:xfrm>
              <a:off x="1565" y="2016"/>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0" y="339"/>
                  </a:lnTo>
                  <a:lnTo>
                    <a:pt x="234" y="299"/>
                  </a:lnTo>
                  <a:lnTo>
                    <a:pt x="226" y="261"/>
                  </a:lnTo>
                  <a:lnTo>
                    <a:pt x="216" y="223"/>
                  </a:lnTo>
                  <a:lnTo>
                    <a:pt x="204" y="189"/>
                  </a:lnTo>
                  <a:lnTo>
                    <a:pt x="190" y="156"/>
                  </a:lnTo>
                  <a:lnTo>
                    <a:pt x="174" y="125"/>
                  </a:lnTo>
                  <a:lnTo>
                    <a:pt x="156" y="98"/>
                  </a:lnTo>
                  <a:lnTo>
                    <a:pt x="138" y="74"/>
                  </a:lnTo>
                  <a:lnTo>
                    <a:pt x="118" y="51"/>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9" y="81"/>
                  </a:lnTo>
                  <a:lnTo>
                    <a:pt x="147" y="105"/>
                  </a:lnTo>
                  <a:lnTo>
                    <a:pt x="164" y="132"/>
                  </a:lnTo>
                  <a:lnTo>
                    <a:pt x="178" y="160"/>
                  </a:lnTo>
                  <a:lnTo>
                    <a:pt x="192" y="193"/>
                  </a:lnTo>
                  <a:lnTo>
                    <a:pt x="204" y="227"/>
                  </a:lnTo>
                  <a:lnTo>
                    <a:pt x="215" y="264"/>
                  </a:lnTo>
                  <a:lnTo>
                    <a:pt x="223" y="301"/>
                  </a:lnTo>
                  <a:lnTo>
                    <a:pt x="229"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5403" name="Freeform 76"/>
            <p:cNvSpPr>
              <a:spLocks/>
            </p:cNvSpPr>
            <p:nvPr/>
          </p:nvSpPr>
          <p:spPr bwMode="auto">
            <a:xfrm>
              <a:off x="1565" y="2101"/>
              <a:ext cx="49" cy="85"/>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6" y="423"/>
                  </a:lnTo>
                  <a:lnTo>
                    <a:pt x="51" y="418"/>
                  </a:lnTo>
                  <a:lnTo>
                    <a:pt x="74" y="407"/>
                  </a:lnTo>
                  <a:lnTo>
                    <a:pt x="96" y="392"/>
                  </a:lnTo>
                  <a:lnTo>
                    <a:pt x="118" y="373"/>
                  </a:lnTo>
                  <a:lnTo>
                    <a:pt x="138" y="351"/>
                  </a:lnTo>
                  <a:lnTo>
                    <a:pt x="156" y="327"/>
                  </a:lnTo>
                  <a:lnTo>
                    <a:pt x="175" y="299"/>
                  </a:lnTo>
                  <a:lnTo>
                    <a:pt x="190" y="269"/>
                  </a:lnTo>
                  <a:lnTo>
                    <a:pt x="204" y="236"/>
                  </a:lnTo>
                  <a:lnTo>
                    <a:pt x="216" y="202"/>
                  </a:lnTo>
                  <a:lnTo>
                    <a:pt x="226" y="164"/>
                  </a:lnTo>
                  <a:lnTo>
                    <a:pt x="234" y="126"/>
                  </a:lnTo>
                  <a:lnTo>
                    <a:pt x="240" y="86"/>
                  </a:lnTo>
                  <a:lnTo>
                    <a:pt x="244" y="42"/>
                  </a:lnTo>
                  <a:lnTo>
                    <a:pt x="245" y="0"/>
                  </a:lnTo>
                  <a:lnTo>
                    <a:pt x="233" y="0"/>
                  </a:lnTo>
                  <a:lnTo>
                    <a:pt x="232" y="42"/>
                  </a:lnTo>
                  <a:lnTo>
                    <a:pt x="229" y="83"/>
                  </a:lnTo>
                  <a:lnTo>
                    <a:pt x="223" y="123"/>
                  </a:lnTo>
                  <a:lnTo>
                    <a:pt x="215" y="162"/>
                  </a:lnTo>
                  <a:lnTo>
                    <a:pt x="204" y="197"/>
                  </a:lnTo>
                  <a:lnTo>
                    <a:pt x="192" y="231"/>
                  </a:lnTo>
                  <a:lnTo>
                    <a:pt x="178" y="264"/>
                  </a:lnTo>
                  <a:lnTo>
                    <a:pt x="163" y="292"/>
                  </a:lnTo>
                  <a:lnTo>
                    <a:pt x="147" y="320"/>
                  </a:lnTo>
                  <a:lnTo>
                    <a:pt x="129" y="344"/>
                  </a:lnTo>
                  <a:lnTo>
                    <a:pt x="109" y="364"/>
                  </a:lnTo>
                  <a:lnTo>
                    <a:pt x="89" y="382"/>
                  </a:lnTo>
                  <a:lnTo>
                    <a:pt x="67" y="395"/>
                  </a:lnTo>
                  <a:lnTo>
                    <a:pt x="46" y="406"/>
                  </a:lnTo>
                  <a:lnTo>
                    <a:pt x="24"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5404" name="Freeform 77"/>
            <p:cNvSpPr>
              <a:spLocks/>
            </p:cNvSpPr>
            <p:nvPr/>
          </p:nvSpPr>
          <p:spPr bwMode="auto">
            <a:xfrm>
              <a:off x="1516" y="2101"/>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5" y="86"/>
                  </a:lnTo>
                  <a:lnTo>
                    <a:pt x="11" y="126"/>
                  </a:lnTo>
                  <a:lnTo>
                    <a:pt x="19" y="164"/>
                  </a:lnTo>
                  <a:lnTo>
                    <a:pt x="30" y="202"/>
                  </a:lnTo>
                  <a:lnTo>
                    <a:pt x="41" y="236"/>
                  </a:lnTo>
                  <a:lnTo>
                    <a:pt x="55" y="269"/>
                  </a:lnTo>
                  <a:lnTo>
                    <a:pt x="71" y="299"/>
                  </a:lnTo>
                  <a:lnTo>
                    <a:pt x="89" y="327"/>
                  </a:lnTo>
                  <a:lnTo>
                    <a:pt x="107" y="351"/>
                  </a:lnTo>
                  <a:lnTo>
                    <a:pt x="127" y="373"/>
                  </a:lnTo>
                  <a:lnTo>
                    <a:pt x="149" y="392"/>
                  </a:lnTo>
                  <a:lnTo>
                    <a:pt x="171" y="407"/>
                  </a:lnTo>
                  <a:lnTo>
                    <a:pt x="195" y="418"/>
                  </a:lnTo>
                  <a:lnTo>
                    <a:pt x="219" y="423"/>
                  </a:lnTo>
                  <a:lnTo>
                    <a:pt x="245" y="426"/>
                  </a:lnTo>
                  <a:lnTo>
                    <a:pt x="245" y="414"/>
                  </a:lnTo>
                  <a:lnTo>
                    <a:pt x="222" y="412"/>
                  </a:lnTo>
                  <a:lnTo>
                    <a:pt x="199" y="406"/>
                  </a:lnTo>
                  <a:lnTo>
                    <a:pt x="178" y="395"/>
                  </a:lnTo>
                  <a:lnTo>
                    <a:pt x="156" y="382"/>
                  </a:lnTo>
                  <a:lnTo>
                    <a:pt x="136" y="364"/>
                  </a:lnTo>
                  <a:lnTo>
                    <a:pt x="116" y="344"/>
                  </a:lnTo>
                  <a:lnTo>
                    <a:pt x="99" y="320"/>
                  </a:lnTo>
                  <a:lnTo>
                    <a:pt x="82" y="292"/>
                  </a:lnTo>
                  <a:lnTo>
                    <a:pt x="67" y="264"/>
                  </a:lnTo>
                  <a:lnTo>
                    <a:pt x="53" y="231"/>
                  </a:lnTo>
                  <a:lnTo>
                    <a:pt x="41" y="197"/>
                  </a:lnTo>
                  <a:lnTo>
                    <a:pt x="31" y="162"/>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5405" name="Freeform 78"/>
            <p:cNvSpPr>
              <a:spLocks/>
            </p:cNvSpPr>
            <p:nvPr/>
          </p:nvSpPr>
          <p:spPr bwMode="auto">
            <a:xfrm>
              <a:off x="1516" y="2016"/>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5" y="8"/>
                  </a:lnTo>
                  <a:lnTo>
                    <a:pt x="171" y="19"/>
                  </a:lnTo>
                  <a:lnTo>
                    <a:pt x="149" y="34"/>
                  </a:lnTo>
                  <a:lnTo>
                    <a:pt x="127" y="51"/>
                  </a:lnTo>
                  <a:lnTo>
                    <a:pt x="107" y="74"/>
                  </a:lnTo>
                  <a:lnTo>
                    <a:pt x="89" y="98"/>
                  </a:lnTo>
                  <a:lnTo>
                    <a:pt x="72" y="125"/>
                  </a:lnTo>
                  <a:lnTo>
                    <a:pt x="55" y="156"/>
                  </a:lnTo>
                  <a:lnTo>
                    <a:pt x="41" y="189"/>
                  </a:lnTo>
                  <a:lnTo>
                    <a:pt x="30" y="223"/>
                  </a:lnTo>
                  <a:lnTo>
                    <a:pt x="19" y="261"/>
                  </a:lnTo>
                  <a:lnTo>
                    <a:pt x="11" y="299"/>
                  </a:lnTo>
                  <a:lnTo>
                    <a:pt x="5" y="339"/>
                  </a:lnTo>
                  <a:lnTo>
                    <a:pt x="1" y="382"/>
                  </a:lnTo>
                  <a:lnTo>
                    <a:pt x="0" y="424"/>
                  </a:lnTo>
                  <a:lnTo>
                    <a:pt x="12" y="424"/>
                  </a:lnTo>
                  <a:lnTo>
                    <a:pt x="13" y="382"/>
                  </a:lnTo>
                  <a:lnTo>
                    <a:pt x="17" y="341"/>
                  </a:lnTo>
                  <a:lnTo>
                    <a:pt x="23" y="301"/>
                  </a:lnTo>
                  <a:lnTo>
                    <a:pt x="31" y="264"/>
                  </a:lnTo>
                  <a:lnTo>
                    <a:pt x="41" y="227"/>
                  </a:lnTo>
                  <a:lnTo>
                    <a:pt x="53" y="193"/>
                  </a:lnTo>
                  <a:lnTo>
                    <a:pt x="67" y="160"/>
                  </a:lnTo>
                  <a:lnTo>
                    <a:pt x="81" y="132"/>
                  </a:lnTo>
                  <a:lnTo>
                    <a:pt x="99" y="105"/>
                  </a:lnTo>
                  <a:lnTo>
                    <a:pt x="116" y="81"/>
                  </a:lnTo>
                  <a:lnTo>
                    <a:pt x="136" y="61"/>
                  </a:lnTo>
                  <a:lnTo>
                    <a:pt x="156" y="43"/>
                  </a:lnTo>
                  <a:lnTo>
                    <a:pt x="178" y="30"/>
                  </a:lnTo>
                  <a:lnTo>
                    <a:pt x="199" y="20"/>
                  </a:lnTo>
                  <a:lnTo>
                    <a:pt x="222"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sp>
        <p:nvSpPr>
          <p:cNvPr id="185353" name="Text Box 86"/>
          <p:cNvSpPr txBox="1">
            <a:spLocks noChangeArrowheads="1"/>
          </p:cNvSpPr>
          <p:nvPr/>
        </p:nvSpPr>
        <p:spPr bwMode="auto">
          <a:xfrm>
            <a:off x="566738" y="5259388"/>
            <a:ext cx="6543675" cy="4429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eaLnBrk="1" hangingPunct="1">
              <a:spcBef>
                <a:spcPct val="0"/>
              </a:spcBef>
              <a:buFontTx/>
              <a:buNone/>
            </a:pPr>
            <a:r>
              <a:rPr lang="fr-FR" altLang="fr-FR" sz="2300"/>
              <a:t>4. Pointez la production sur votre feuille de suivi</a:t>
            </a:r>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86371" name="Group 3"/>
          <p:cNvGrpSpPr>
            <a:grpSpLocks/>
          </p:cNvGrpSpPr>
          <p:nvPr/>
        </p:nvGrpSpPr>
        <p:grpSpPr bwMode="auto">
          <a:xfrm>
            <a:off x="7073900" y="215900"/>
            <a:ext cx="1878013" cy="1250950"/>
            <a:chOff x="4456" y="136"/>
            <a:chExt cx="1183" cy="788"/>
          </a:xfrm>
        </p:grpSpPr>
        <p:grpSp>
          <p:nvGrpSpPr>
            <p:cNvPr id="186437" name="Group 4"/>
            <p:cNvGrpSpPr>
              <a:grpSpLocks/>
            </p:cNvGrpSpPr>
            <p:nvPr/>
          </p:nvGrpSpPr>
          <p:grpSpPr bwMode="auto">
            <a:xfrm>
              <a:off x="4766" y="232"/>
              <a:ext cx="873" cy="692"/>
              <a:chOff x="2185" y="310"/>
              <a:chExt cx="873" cy="692"/>
            </a:xfrm>
          </p:grpSpPr>
          <p:sp>
            <p:nvSpPr>
              <p:cNvPr id="186448" name="Freeform 5"/>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accent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6449" name="Freeform 6"/>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6450" name="Freeform 7"/>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6451" name="Freeform 8"/>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6452" name="Freeform 9"/>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6453" name="Freeform 10"/>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6454" name="Freeform 11"/>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grpSp>
          <p:nvGrpSpPr>
            <p:cNvPr id="186438" name="Group 12"/>
            <p:cNvGrpSpPr>
              <a:grpSpLocks/>
            </p:cNvGrpSpPr>
            <p:nvPr/>
          </p:nvGrpSpPr>
          <p:grpSpPr bwMode="auto">
            <a:xfrm>
              <a:off x="4949" y="336"/>
              <a:ext cx="591" cy="468"/>
              <a:chOff x="2185" y="310"/>
              <a:chExt cx="873" cy="692"/>
            </a:xfrm>
          </p:grpSpPr>
          <p:sp>
            <p:nvSpPr>
              <p:cNvPr id="186441" name="Freeform 13"/>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6442" name="Freeform 14"/>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6443" name="Freeform 15"/>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6444" name="Freeform 16"/>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6445" name="Freeform 17"/>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6446" name="Freeform 18"/>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6447" name="Freeform 19"/>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pic>
          <p:nvPicPr>
            <p:cNvPr id="186439" name="Picture 20"/>
            <p:cNvPicPr>
              <a:picLocks noChangeAspect="1" noChangeArrowheads="1"/>
            </p:cNvPicPr>
            <p:nvPr/>
          </p:nvPicPr>
          <p:blipFill>
            <a:blip r:embed="rId3" cstate="print">
              <a:extLst>
                <a:ext uri="{28A0092B-C50C-407E-A947-70E740481C1C}">
                  <a14:useLocalDpi xmlns:a14="http://schemas.microsoft.com/office/drawing/2010/main" val="0"/>
                </a:ext>
              </a:extLst>
            </a:blip>
            <a:srcRect l="-4282" t="-4369" r="-5199" b="-12012"/>
            <a:stretch>
              <a:fillRect/>
            </a:stretch>
          </p:blipFill>
          <p:spPr bwMode="auto">
            <a:xfrm>
              <a:off x="4456" y="136"/>
              <a:ext cx="480" cy="5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86440" name="Text Box 21"/>
            <p:cNvSpPr txBox="1">
              <a:spLocks noChangeArrowheads="1"/>
            </p:cNvSpPr>
            <p:nvPr/>
          </p:nvSpPr>
          <p:spPr bwMode="auto">
            <a:xfrm>
              <a:off x="5066" y="314"/>
              <a:ext cx="356" cy="49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4500" b="1">
                  <a:solidFill>
                    <a:srgbClr val="FF0000"/>
                  </a:solidFill>
                  <a:latin typeface="Arial Black" pitchFamily="34" charset="0"/>
                </a:rPr>
                <a:t>9</a:t>
              </a:r>
              <a:endParaRPr lang="fr-FR" altLang="fr-FR" sz="3200">
                <a:solidFill>
                  <a:schemeClr val="tx1"/>
                </a:solidFill>
                <a:latin typeface="Arial Black" pitchFamily="34" charset="0"/>
              </a:endParaRPr>
            </a:p>
          </p:txBody>
        </p:sp>
      </p:grpSp>
      <p:sp>
        <p:nvSpPr>
          <p:cNvPr id="186372" name="Text Box 22"/>
          <p:cNvSpPr txBox="1">
            <a:spLocks noChangeArrowheads="1"/>
          </p:cNvSpPr>
          <p:nvPr/>
        </p:nvSpPr>
        <p:spPr bwMode="auto">
          <a:xfrm>
            <a:off x="1798638" y="3622675"/>
            <a:ext cx="828675"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a:spcBef>
                <a:spcPct val="0"/>
              </a:spcBef>
              <a:buFontTx/>
              <a:buNone/>
            </a:pPr>
            <a:r>
              <a:rPr lang="fr-FR" altLang="fr-FR" sz="2400">
                <a:solidFill>
                  <a:srgbClr val="FC2C1C"/>
                </a:solidFill>
              </a:rPr>
              <a:t>1 R1</a:t>
            </a:r>
          </a:p>
        </p:txBody>
      </p:sp>
      <p:sp>
        <p:nvSpPr>
          <p:cNvPr id="186373" name="Rectangle 25"/>
          <p:cNvSpPr>
            <a:spLocks noGrp="1" noChangeArrowheads="1"/>
          </p:cNvSpPr>
          <p:nvPr>
            <p:ph type="title"/>
          </p:nvPr>
        </p:nvSpPr>
        <p:spPr>
          <a:xfrm>
            <a:off x="1525588" y="0"/>
            <a:ext cx="5553075" cy="647700"/>
          </a:xfrm>
        </p:spPr>
        <p:txBody>
          <a:bodyPr/>
          <a:lstStyle/>
          <a:p>
            <a:pPr eaLnBrk="1" hangingPunct="1"/>
            <a:r>
              <a:rPr lang="fr-FR" altLang="fr-FR"/>
              <a:t>Sem. 4 - Mardi </a:t>
            </a:r>
            <a:r>
              <a:rPr lang="fr-FR" altLang="fr-FR" sz="1800"/>
              <a:t>(St Jacques de la Manche)</a:t>
            </a:r>
          </a:p>
        </p:txBody>
      </p:sp>
      <p:sp>
        <p:nvSpPr>
          <p:cNvPr id="186374" name="Text Box 26"/>
          <p:cNvSpPr txBox="1">
            <a:spLocks noChangeArrowheads="1"/>
          </p:cNvSpPr>
          <p:nvPr/>
        </p:nvSpPr>
        <p:spPr bwMode="auto">
          <a:xfrm>
            <a:off x="574675" y="1868488"/>
            <a:ext cx="3557588"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2. Livrez les commandes</a:t>
            </a:r>
          </a:p>
        </p:txBody>
      </p:sp>
      <p:sp>
        <p:nvSpPr>
          <p:cNvPr id="186375" name="Text Box 27"/>
          <p:cNvSpPr txBox="1">
            <a:spLocks noChangeArrowheads="1"/>
          </p:cNvSpPr>
          <p:nvPr/>
        </p:nvSpPr>
        <p:spPr bwMode="auto">
          <a:xfrm>
            <a:off x="566738" y="1154113"/>
            <a:ext cx="1946275"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1. Tirez le dé</a:t>
            </a:r>
          </a:p>
        </p:txBody>
      </p:sp>
      <p:sp>
        <p:nvSpPr>
          <p:cNvPr id="186376" name="Text Box 28"/>
          <p:cNvSpPr txBox="1">
            <a:spLocks noChangeArrowheads="1"/>
          </p:cNvSpPr>
          <p:nvPr/>
        </p:nvSpPr>
        <p:spPr bwMode="auto">
          <a:xfrm>
            <a:off x="579438" y="4449763"/>
            <a:ext cx="18796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3. Produisez</a:t>
            </a:r>
          </a:p>
        </p:txBody>
      </p:sp>
      <p:grpSp>
        <p:nvGrpSpPr>
          <p:cNvPr id="186377" name="Group 29"/>
          <p:cNvGrpSpPr>
            <a:grpSpLocks/>
          </p:cNvGrpSpPr>
          <p:nvPr/>
        </p:nvGrpSpPr>
        <p:grpSpPr bwMode="auto">
          <a:xfrm>
            <a:off x="2843213" y="1106488"/>
            <a:ext cx="446087" cy="534987"/>
            <a:chOff x="868" y="1439"/>
            <a:chExt cx="811" cy="972"/>
          </a:xfrm>
        </p:grpSpPr>
        <p:sp>
          <p:nvSpPr>
            <p:cNvPr id="186386" name="Freeform 30"/>
            <p:cNvSpPr>
              <a:spLocks/>
            </p:cNvSpPr>
            <p:nvPr/>
          </p:nvSpPr>
          <p:spPr bwMode="auto">
            <a:xfrm>
              <a:off x="1548" y="2014"/>
              <a:ext cx="123" cy="100"/>
            </a:xfrm>
            <a:custGeom>
              <a:avLst/>
              <a:gdLst>
                <a:gd name="T0" fmla="*/ 5 w 618"/>
                <a:gd name="T1" fmla="*/ 0 h 502"/>
                <a:gd name="T2" fmla="*/ 5 w 618"/>
                <a:gd name="T3" fmla="*/ 0 h 502"/>
                <a:gd name="T4" fmla="*/ 0 w 618"/>
                <a:gd name="T5" fmla="*/ 4 h 502"/>
                <a:gd name="T6" fmla="*/ 0 w 618"/>
                <a:gd name="T7" fmla="*/ 4 h 502"/>
                <a:gd name="T8" fmla="*/ 5 w 618"/>
                <a:gd name="T9" fmla="*/ 0 h 502"/>
                <a:gd name="T10" fmla="*/ 5 w 618"/>
                <a:gd name="T11" fmla="*/ 0 h 502"/>
                <a:gd name="T12" fmla="*/ 5 w 618"/>
                <a:gd name="T13" fmla="*/ 0 h 502"/>
                <a:gd name="T14" fmla="*/ 5 w 618"/>
                <a:gd name="T15" fmla="*/ 0 h 502"/>
                <a:gd name="T16" fmla="*/ 5 w 618"/>
                <a:gd name="T17" fmla="*/ 0 h 502"/>
                <a:gd name="T18" fmla="*/ 5 w 618"/>
                <a:gd name="T19" fmla="*/ 0 h 502"/>
                <a:gd name="T20" fmla="*/ 5 w 618"/>
                <a:gd name="T21" fmla="*/ 0 h 502"/>
                <a:gd name="T22" fmla="*/ 5 w 618"/>
                <a:gd name="T23" fmla="*/ 0 h 502"/>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618"/>
                <a:gd name="T37" fmla="*/ 0 h 502"/>
                <a:gd name="T38" fmla="*/ 618 w 618"/>
                <a:gd name="T39" fmla="*/ 502 h 502"/>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618" h="502">
                  <a:moveTo>
                    <a:pt x="611" y="0"/>
                  </a:moveTo>
                  <a:lnTo>
                    <a:pt x="606" y="2"/>
                  </a:lnTo>
                  <a:lnTo>
                    <a:pt x="0" y="490"/>
                  </a:lnTo>
                  <a:lnTo>
                    <a:pt x="10" y="502"/>
                  </a:lnTo>
                  <a:lnTo>
                    <a:pt x="616" y="14"/>
                  </a:lnTo>
                  <a:lnTo>
                    <a:pt x="611" y="16"/>
                  </a:lnTo>
                  <a:lnTo>
                    <a:pt x="616" y="14"/>
                  </a:lnTo>
                  <a:lnTo>
                    <a:pt x="618" y="9"/>
                  </a:lnTo>
                  <a:lnTo>
                    <a:pt x="617" y="3"/>
                  </a:lnTo>
                  <a:lnTo>
                    <a:pt x="612" y="1"/>
                  </a:lnTo>
                  <a:lnTo>
                    <a:pt x="606" y="2"/>
                  </a:lnTo>
                  <a:lnTo>
                    <a:pt x="611"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6387" name="Freeform 31"/>
            <p:cNvSpPr>
              <a:spLocks/>
            </p:cNvSpPr>
            <p:nvPr/>
          </p:nvSpPr>
          <p:spPr bwMode="auto">
            <a:xfrm>
              <a:off x="876" y="1852"/>
              <a:ext cx="82" cy="373"/>
            </a:xfrm>
            <a:custGeom>
              <a:avLst/>
              <a:gdLst>
                <a:gd name="T0" fmla="*/ 3 w 413"/>
                <a:gd name="T1" fmla="*/ 15 h 1865"/>
                <a:gd name="T2" fmla="*/ 3 w 413"/>
                <a:gd name="T3" fmla="*/ 15 h 1865"/>
                <a:gd name="T4" fmla="*/ 0 w 413"/>
                <a:gd name="T5" fmla="*/ 0 h 1865"/>
                <a:gd name="T6" fmla="*/ 0 w 413"/>
                <a:gd name="T7" fmla="*/ 0 h 1865"/>
                <a:gd name="T8" fmla="*/ 3 w 413"/>
                <a:gd name="T9" fmla="*/ 15 h 1865"/>
                <a:gd name="T10" fmla="*/ 3 w 413"/>
                <a:gd name="T11" fmla="*/ 15 h 1865"/>
                <a:gd name="T12" fmla="*/ 3 w 413"/>
                <a:gd name="T13" fmla="*/ 15 h 1865"/>
                <a:gd name="T14" fmla="*/ 3 w 413"/>
                <a:gd name="T15" fmla="*/ 15 h 1865"/>
                <a:gd name="T16" fmla="*/ 3 w 413"/>
                <a:gd name="T17" fmla="*/ 15 h 1865"/>
                <a:gd name="T18" fmla="*/ 3 w 413"/>
                <a:gd name="T19" fmla="*/ 15 h 1865"/>
                <a:gd name="T20" fmla="*/ 3 w 413"/>
                <a:gd name="T21" fmla="*/ 15 h 1865"/>
                <a:gd name="T22" fmla="*/ 3 w 413"/>
                <a:gd name="T23" fmla="*/ 15 h 186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413"/>
                <a:gd name="T37" fmla="*/ 0 h 1865"/>
                <a:gd name="T38" fmla="*/ 413 w 413"/>
                <a:gd name="T39" fmla="*/ 1865 h 1865"/>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413" h="1865">
                  <a:moveTo>
                    <a:pt x="400" y="1864"/>
                  </a:moveTo>
                  <a:lnTo>
                    <a:pt x="413" y="1856"/>
                  </a:lnTo>
                  <a:lnTo>
                    <a:pt x="17" y="0"/>
                  </a:lnTo>
                  <a:lnTo>
                    <a:pt x="0" y="2"/>
                  </a:lnTo>
                  <a:lnTo>
                    <a:pt x="396" y="1858"/>
                  </a:lnTo>
                  <a:lnTo>
                    <a:pt x="409" y="1850"/>
                  </a:lnTo>
                  <a:lnTo>
                    <a:pt x="396" y="1858"/>
                  </a:lnTo>
                  <a:lnTo>
                    <a:pt x="400" y="1864"/>
                  </a:lnTo>
                  <a:lnTo>
                    <a:pt x="406" y="1865"/>
                  </a:lnTo>
                  <a:lnTo>
                    <a:pt x="410" y="1862"/>
                  </a:lnTo>
                  <a:lnTo>
                    <a:pt x="413" y="1856"/>
                  </a:lnTo>
                  <a:lnTo>
                    <a:pt x="400" y="186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6388" name="Freeform 32"/>
            <p:cNvSpPr>
              <a:spLocks/>
            </p:cNvSpPr>
            <p:nvPr/>
          </p:nvSpPr>
          <p:spPr bwMode="auto">
            <a:xfrm>
              <a:off x="1282" y="1533"/>
              <a:ext cx="35" cy="161"/>
            </a:xfrm>
            <a:custGeom>
              <a:avLst/>
              <a:gdLst>
                <a:gd name="T0" fmla="*/ 1 w 175"/>
                <a:gd name="T1" fmla="*/ 6 h 807"/>
                <a:gd name="T2" fmla="*/ 1 w 175"/>
                <a:gd name="T3" fmla="*/ 6 h 807"/>
                <a:gd name="T4" fmla="*/ 1 w 175"/>
                <a:gd name="T5" fmla="*/ 6 h 807"/>
                <a:gd name="T6" fmla="*/ 1 w 175"/>
                <a:gd name="T7" fmla="*/ 5 h 807"/>
                <a:gd name="T8" fmla="*/ 1 w 175"/>
                <a:gd name="T9" fmla="*/ 5 h 807"/>
                <a:gd name="T10" fmla="*/ 1 w 175"/>
                <a:gd name="T11" fmla="*/ 5 h 807"/>
                <a:gd name="T12" fmla="*/ 1 w 175"/>
                <a:gd name="T13" fmla="*/ 4 h 807"/>
                <a:gd name="T14" fmla="*/ 1 w 175"/>
                <a:gd name="T15" fmla="*/ 4 h 807"/>
                <a:gd name="T16" fmla="*/ 1 w 175"/>
                <a:gd name="T17" fmla="*/ 3 h 807"/>
                <a:gd name="T18" fmla="*/ 1 w 175"/>
                <a:gd name="T19" fmla="*/ 3 h 807"/>
                <a:gd name="T20" fmla="*/ 1 w 175"/>
                <a:gd name="T21" fmla="*/ 3 h 807"/>
                <a:gd name="T22" fmla="*/ 1 w 175"/>
                <a:gd name="T23" fmla="*/ 2 h 807"/>
                <a:gd name="T24" fmla="*/ 1 w 175"/>
                <a:gd name="T25" fmla="*/ 2 h 807"/>
                <a:gd name="T26" fmla="*/ 1 w 175"/>
                <a:gd name="T27" fmla="*/ 2 h 807"/>
                <a:gd name="T28" fmla="*/ 1 w 175"/>
                <a:gd name="T29" fmla="*/ 1 h 807"/>
                <a:gd name="T30" fmla="*/ 1 w 175"/>
                <a:gd name="T31" fmla="*/ 1 h 807"/>
                <a:gd name="T32" fmla="*/ 1 w 175"/>
                <a:gd name="T33" fmla="*/ 1 h 807"/>
                <a:gd name="T34" fmla="*/ 1 w 175"/>
                <a:gd name="T35" fmla="*/ 0 h 807"/>
                <a:gd name="T36" fmla="*/ 1 w 175"/>
                <a:gd name="T37" fmla="*/ 0 h 807"/>
                <a:gd name="T38" fmla="*/ 1 w 175"/>
                <a:gd name="T39" fmla="*/ 0 h 807"/>
                <a:gd name="T40" fmla="*/ 0 w 175"/>
                <a:gd name="T41" fmla="*/ 1 h 807"/>
                <a:gd name="T42" fmla="*/ 0 w 175"/>
                <a:gd name="T43" fmla="*/ 1 h 807"/>
                <a:gd name="T44" fmla="*/ 0 w 175"/>
                <a:gd name="T45" fmla="*/ 1 h 807"/>
                <a:gd name="T46" fmla="*/ 0 w 175"/>
                <a:gd name="T47" fmla="*/ 2 h 807"/>
                <a:gd name="T48" fmla="*/ 0 w 175"/>
                <a:gd name="T49" fmla="*/ 2 h 807"/>
                <a:gd name="T50" fmla="*/ 0 w 175"/>
                <a:gd name="T51" fmla="*/ 3 h 807"/>
                <a:gd name="T52" fmla="*/ 0 w 175"/>
                <a:gd name="T53" fmla="*/ 3 h 807"/>
                <a:gd name="T54" fmla="*/ 0 w 175"/>
                <a:gd name="T55" fmla="*/ 3 h 807"/>
                <a:gd name="T56" fmla="*/ 0 w 175"/>
                <a:gd name="T57" fmla="*/ 4 h 807"/>
                <a:gd name="T58" fmla="*/ 0 w 175"/>
                <a:gd name="T59" fmla="*/ 4 h 807"/>
                <a:gd name="T60" fmla="*/ 0 w 175"/>
                <a:gd name="T61" fmla="*/ 5 h 807"/>
                <a:gd name="T62" fmla="*/ 0 w 175"/>
                <a:gd name="T63" fmla="*/ 5 h 807"/>
                <a:gd name="T64" fmla="*/ 0 w 175"/>
                <a:gd name="T65" fmla="*/ 5 h 807"/>
                <a:gd name="T66" fmla="*/ 1 w 175"/>
                <a:gd name="T67" fmla="*/ 6 h 807"/>
                <a:gd name="T68" fmla="*/ 1 w 175"/>
                <a:gd name="T69" fmla="*/ 6 h 807"/>
                <a:gd name="T70" fmla="*/ 1 w 175"/>
                <a:gd name="T71" fmla="*/ 6 h 807"/>
                <a:gd name="T72" fmla="*/ 1 w 175"/>
                <a:gd name="T73" fmla="*/ 6 h 807"/>
                <a:gd name="T74" fmla="*/ 1 w 175"/>
                <a:gd name="T75" fmla="*/ 6 h 807"/>
                <a:gd name="T76" fmla="*/ 1 w 175"/>
                <a:gd name="T77" fmla="*/ 6 h 807"/>
                <a:gd name="T78" fmla="*/ 1 w 175"/>
                <a:gd name="T79" fmla="*/ 6 h 807"/>
                <a:gd name="T80" fmla="*/ 1 w 175"/>
                <a:gd name="T81" fmla="*/ 6 h 807"/>
                <a:gd name="T82" fmla="*/ 1 w 175"/>
                <a:gd name="T83" fmla="*/ 6 h 807"/>
                <a:gd name="T84" fmla="*/ 1 w 175"/>
                <a:gd name="T85" fmla="*/ 6 h 807"/>
                <a:gd name="T86" fmla="*/ 1 w 175"/>
                <a:gd name="T87" fmla="*/ 6 h 807"/>
                <a:gd name="T88" fmla="*/ 1 w 175"/>
                <a:gd name="T89" fmla="*/ 6 h 807"/>
                <a:gd name="T90" fmla="*/ 1 w 175"/>
                <a:gd name="T91" fmla="*/ 6 h 80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175"/>
                <a:gd name="T139" fmla="*/ 0 h 807"/>
                <a:gd name="T140" fmla="*/ 175 w 175"/>
                <a:gd name="T141" fmla="*/ 807 h 80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175" h="807">
                  <a:moveTo>
                    <a:pt x="169" y="740"/>
                  </a:moveTo>
                  <a:lnTo>
                    <a:pt x="169" y="739"/>
                  </a:lnTo>
                  <a:lnTo>
                    <a:pt x="149" y="698"/>
                  </a:lnTo>
                  <a:lnTo>
                    <a:pt x="133" y="656"/>
                  </a:lnTo>
                  <a:lnTo>
                    <a:pt x="120" y="611"/>
                  </a:lnTo>
                  <a:lnTo>
                    <a:pt x="108" y="565"/>
                  </a:lnTo>
                  <a:lnTo>
                    <a:pt x="100" y="520"/>
                  </a:lnTo>
                  <a:lnTo>
                    <a:pt x="96" y="472"/>
                  </a:lnTo>
                  <a:lnTo>
                    <a:pt x="93" y="425"/>
                  </a:lnTo>
                  <a:lnTo>
                    <a:pt x="93" y="377"/>
                  </a:lnTo>
                  <a:lnTo>
                    <a:pt x="96" y="330"/>
                  </a:lnTo>
                  <a:lnTo>
                    <a:pt x="100" y="283"/>
                  </a:lnTo>
                  <a:lnTo>
                    <a:pt x="106" y="238"/>
                  </a:lnTo>
                  <a:lnTo>
                    <a:pt x="115" y="195"/>
                  </a:lnTo>
                  <a:lnTo>
                    <a:pt x="126" y="153"/>
                  </a:lnTo>
                  <a:lnTo>
                    <a:pt x="139" y="114"/>
                  </a:lnTo>
                  <a:lnTo>
                    <a:pt x="153" y="77"/>
                  </a:lnTo>
                  <a:lnTo>
                    <a:pt x="169" y="43"/>
                  </a:lnTo>
                  <a:lnTo>
                    <a:pt x="87" y="0"/>
                  </a:lnTo>
                  <a:lnTo>
                    <a:pt x="69" y="39"/>
                  </a:lnTo>
                  <a:lnTo>
                    <a:pt x="52" y="81"/>
                  </a:lnTo>
                  <a:lnTo>
                    <a:pt x="37" y="127"/>
                  </a:lnTo>
                  <a:lnTo>
                    <a:pt x="24" y="174"/>
                  </a:lnTo>
                  <a:lnTo>
                    <a:pt x="15" y="222"/>
                  </a:lnTo>
                  <a:lnTo>
                    <a:pt x="7" y="271"/>
                  </a:lnTo>
                  <a:lnTo>
                    <a:pt x="2" y="323"/>
                  </a:lnTo>
                  <a:lnTo>
                    <a:pt x="0" y="374"/>
                  </a:lnTo>
                  <a:lnTo>
                    <a:pt x="0" y="427"/>
                  </a:lnTo>
                  <a:lnTo>
                    <a:pt x="2" y="479"/>
                  </a:lnTo>
                  <a:lnTo>
                    <a:pt x="9" y="531"/>
                  </a:lnTo>
                  <a:lnTo>
                    <a:pt x="17" y="584"/>
                  </a:lnTo>
                  <a:lnTo>
                    <a:pt x="29" y="635"/>
                  </a:lnTo>
                  <a:lnTo>
                    <a:pt x="44" y="686"/>
                  </a:lnTo>
                  <a:lnTo>
                    <a:pt x="65" y="736"/>
                  </a:lnTo>
                  <a:lnTo>
                    <a:pt x="87" y="784"/>
                  </a:lnTo>
                  <a:lnTo>
                    <a:pt x="87" y="782"/>
                  </a:lnTo>
                  <a:lnTo>
                    <a:pt x="87" y="784"/>
                  </a:lnTo>
                  <a:lnTo>
                    <a:pt x="100" y="799"/>
                  </a:lnTo>
                  <a:lnTo>
                    <a:pt x="117" y="807"/>
                  </a:lnTo>
                  <a:lnTo>
                    <a:pt x="134" y="807"/>
                  </a:lnTo>
                  <a:lnTo>
                    <a:pt x="151" y="801"/>
                  </a:lnTo>
                  <a:lnTo>
                    <a:pt x="164" y="791"/>
                  </a:lnTo>
                  <a:lnTo>
                    <a:pt x="173" y="777"/>
                  </a:lnTo>
                  <a:lnTo>
                    <a:pt x="175" y="759"/>
                  </a:lnTo>
                  <a:lnTo>
                    <a:pt x="169" y="739"/>
                  </a:lnTo>
                  <a:lnTo>
                    <a:pt x="169" y="74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6389" name="Freeform 33"/>
            <p:cNvSpPr>
              <a:spLocks/>
            </p:cNvSpPr>
            <p:nvPr/>
          </p:nvSpPr>
          <p:spPr bwMode="auto">
            <a:xfrm>
              <a:off x="1299" y="1681"/>
              <a:ext cx="157" cy="281"/>
            </a:xfrm>
            <a:custGeom>
              <a:avLst/>
              <a:gdLst>
                <a:gd name="T0" fmla="*/ 6 w 787"/>
                <a:gd name="T1" fmla="*/ 11 h 1404"/>
                <a:gd name="T2" fmla="*/ 6 w 787"/>
                <a:gd name="T3" fmla="*/ 11 h 1404"/>
                <a:gd name="T4" fmla="*/ 1 w 787"/>
                <a:gd name="T5" fmla="*/ 0 h 1404"/>
                <a:gd name="T6" fmla="*/ 0 w 787"/>
                <a:gd name="T7" fmla="*/ 0 h 1404"/>
                <a:gd name="T8" fmla="*/ 6 w 787"/>
                <a:gd name="T9" fmla="*/ 11 h 1404"/>
                <a:gd name="T10" fmla="*/ 6 w 787"/>
                <a:gd name="T11" fmla="*/ 11 h 1404"/>
                <a:gd name="T12" fmla="*/ 6 w 787"/>
                <a:gd name="T13" fmla="*/ 11 h 1404"/>
                <a:gd name="T14" fmla="*/ 6 w 787"/>
                <a:gd name="T15" fmla="*/ 11 h 1404"/>
                <a:gd name="T16" fmla="*/ 6 w 787"/>
                <a:gd name="T17" fmla="*/ 11 h 1404"/>
                <a:gd name="T18" fmla="*/ 6 w 787"/>
                <a:gd name="T19" fmla="*/ 11 h 1404"/>
                <a:gd name="T20" fmla="*/ 6 w 787"/>
                <a:gd name="T21" fmla="*/ 11 h 1404"/>
                <a:gd name="T22" fmla="*/ 6 w 787"/>
                <a:gd name="T23" fmla="*/ 11 h 1404"/>
                <a:gd name="T24" fmla="*/ 6 w 787"/>
                <a:gd name="T25" fmla="*/ 11 h 1404"/>
                <a:gd name="T26" fmla="*/ 6 w 787"/>
                <a:gd name="T27" fmla="*/ 11 h 1404"/>
                <a:gd name="T28" fmla="*/ 6 w 787"/>
                <a:gd name="T29" fmla="*/ 11 h 1404"/>
                <a:gd name="T30" fmla="*/ 6 w 787"/>
                <a:gd name="T31" fmla="*/ 11 h 1404"/>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787"/>
                <a:gd name="T49" fmla="*/ 0 h 1404"/>
                <a:gd name="T50" fmla="*/ 787 w 787"/>
                <a:gd name="T51" fmla="*/ 1404 h 1404"/>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787" h="1404">
                  <a:moveTo>
                    <a:pt x="781" y="1334"/>
                  </a:moveTo>
                  <a:lnTo>
                    <a:pt x="781" y="1337"/>
                  </a:lnTo>
                  <a:lnTo>
                    <a:pt x="82" y="0"/>
                  </a:lnTo>
                  <a:lnTo>
                    <a:pt x="0" y="42"/>
                  </a:lnTo>
                  <a:lnTo>
                    <a:pt x="699" y="1379"/>
                  </a:lnTo>
                  <a:lnTo>
                    <a:pt x="699" y="1381"/>
                  </a:lnTo>
                  <a:lnTo>
                    <a:pt x="699" y="1379"/>
                  </a:lnTo>
                  <a:lnTo>
                    <a:pt x="712" y="1395"/>
                  </a:lnTo>
                  <a:lnTo>
                    <a:pt x="727" y="1402"/>
                  </a:lnTo>
                  <a:lnTo>
                    <a:pt x="744" y="1404"/>
                  </a:lnTo>
                  <a:lnTo>
                    <a:pt x="761" y="1398"/>
                  </a:lnTo>
                  <a:lnTo>
                    <a:pt x="775" y="1388"/>
                  </a:lnTo>
                  <a:lnTo>
                    <a:pt x="784" y="1373"/>
                  </a:lnTo>
                  <a:lnTo>
                    <a:pt x="787" y="1357"/>
                  </a:lnTo>
                  <a:lnTo>
                    <a:pt x="781" y="1337"/>
                  </a:lnTo>
                  <a:lnTo>
                    <a:pt x="781" y="13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6390" name="Freeform 34"/>
            <p:cNvSpPr>
              <a:spLocks/>
            </p:cNvSpPr>
            <p:nvPr/>
          </p:nvSpPr>
          <p:spPr bwMode="auto">
            <a:xfrm>
              <a:off x="1439" y="1948"/>
              <a:ext cx="125" cy="76"/>
            </a:xfrm>
            <a:custGeom>
              <a:avLst/>
              <a:gdLst>
                <a:gd name="T0" fmla="*/ 5 w 628"/>
                <a:gd name="T1" fmla="*/ 2 h 383"/>
                <a:gd name="T2" fmla="*/ 5 w 628"/>
                <a:gd name="T3" fmla="*/ 2 h 383"/>
                <a:gd name="T4" fmla="*/ 4 w 628"/>
                <a:gd name="T5" fmla="*/ 2 h 383"/>
                <a:gd name="T6" fmla="*/ 4 w 628"/>
                <a:gd name="T7" fmla="*/ 2 h 383"/>
                <a:gd name="T8" fmla="*/ 4 w 628"/>
                <a:gd name="T9" fmla="*/ 2 h 383"/>
                <a:gd name="T10" fmla="*/ 3 w 628"/>
                <a:gd name="T11" fmla="*/ 2 h 383"/>
                <a:gd name="T12" fmla="*/ 3 w 628"/>
                <a:gd name="T13" fmla="*/ 2 h 383"/>
                <a:gd name="T14" fmla="*/ 3 w 628"/>
                <a:gd name="T15" fmla="*/ 2 h 383"/>
                <a:gd name="T16" fmla="*/ 3 w 628"/>
                <a:gd name="T17" fmla="*/ 2 h 383"/>
                <a:gd name="T18" fmla="*/ 2 w 628"/>
                <a:gd name="T19" fmla="*/ 2 h 383"/>
                <a:gd name="T20" fmla="*/ 2 w 628"/>
                <a:gd name="T21" fmla="*/ 2 h 383"/>
                <a:gd name="T22" fmla="*/ 2 w 628"/>
                <a:gd name="T23" fmla="*/ 1 h 383"/>
                <a:gd name="T24" fmla="*/ 2 w 628"/>
                <a:gd name="T25" fmla="*/ 1 h 383"/>
                <a:gd name="T26" fmla="*/ 1 w 628"/>
                <a:gd name="T27" fmla="*/ 1 h 383"/>
                <a:gd name="T28" fmla="*/ 1 w 628"/>
                <a:gd name="T29" fmla="*/ 1 h 383"/>
                <a:gd name="T30" fmla="*/ 1 w 628"/>
                <a:gd name="T31" fmla="*/ 1 h 383"/>
                <a:gd name="T32" fmla="*/ 1 w 628"/>
                <a:gd name="T33" fmla="*/ 0 h 383"/>
                <a:gd name="T34" fmla="*/ 1 w 628"/>
                <a:gd name="T35" fmla="*/ 0 h 383"/>
                <a:gd name="T36" fmla="*/ 0 w 628"/>
                <a:gd name="T37" fmla="*/ 0 h 383"/>
                <a:gd name="T38" fmla="*/ 0 w 628"/>
                <a:gd name="T39" fmla="*/ 1 h 383"/>
                <a:gd name="T40" fmla="*/ 0 w 628"/>
                <a:gd name="T41" fmla="*/ 1 h 383"/>
                <a:gd name="T42" fmla="*/ 1 w 628"/>
                <a:gd name="T43" fmla="*/ 1 h 383"/>
                <a:gd name="T44" fmla="*/ 1 w 628"/>
                <a:gd name="T45" fmla="*/ 1 h 383"/>
                <a:gd name="T46" fmla="*/ 1 w 628"/>
                <a:gd name="T47" fmla="*/ 2 h 383"/>
                <a:gd name="T48" fmla="*/ 1 w 628"/>
                <a:gd name="T49" fmla="*/ 2 h 383"/>
                <a:gd name="T50" fmla="*/ 2 w 628"/>
                <a:gd name="T51" fmla="*/ 2 h 383"/>
                <a:gd name="T52" fmla="*/ 2 w 628"/>
                <a:gd name="T53" fmla="*/ 2 h 383"/>
                <a:gd name="T54" fmla="*/ 2 w 628"/>
                <a:gd name="T55" fmla="*/ 2 h 383"/>
                <a:gd name="T56" fmla="*/ 3 w 628"/>
                <a:gd name="T57" fmla="*/ 3 h 383"/>
                <a:gd name="T58" fmla="*/ 3 w 628"/>
                <a:gd name="T59" fmla="*/ 3 h 383"/>
                <a:gd name="T60" fmla="*/ 3 w 628"/>
                <a:gd name="T61" fmla="*/ 3 h 383"/>
                <a:gd name="T62" fmla="*/ 4 w 628"/>
                <a:gd name="T63" fmla="*/ 3 h 383"/>
                <a:gd name="T64" fmla="*/ 4 w 628"/>
                <a:gd name="T65" fmla="*/ 3 h 383"/>
                <a:gd name="T66" fmla="*/ 4 w 628"/>
                <a:gd name="T67" fmla="*/ 3 h 383"/>
                <a:gd name="T68" fmla="*/ 5 w 628"/>
                <a:gd name="T69" fmla="*/ 3 h 383"/>
                <a:gd name="T70" fmla="*/ 5 w 628"/>
                <a:gd name="T71" fmla="*/ 3 h 383"/>
                <a:gd name="T72" fmla="*/ 5 w 628"/>
                <a:gd name="T73" fmla="*/ 3 h 383"/>
                <a:gd name="T74" fmla="*/ 5 w 628"/>
                <a:gd name="T75" fmla="*/ 3 h 383"/>
                <a:gd name="T76" fmla="*/ 5 w 628"/>
                <a:gd name="T77" fmla="*/ 3 h 383"/>
                <a:gd name="T78" fmla="*/ 5 w 628"/>
                <a:gd name="T79" fmla="*/ 3 h 383"/>
                <a:gd name="T80" fmla="*/ 5 w 628"/>
                <a:gd name="T81" fmla="*/ 3 h 383"/>
                <a:gd name="T82" fmla="*/ 5 w 628"/>
                <a:gd name="T83" fmla="*/ 3 h 383"/>
                <a:gd name="T84" fmla="*/ 5 w 628"/>
                <a:gd name="T85" fmla="*/ 2 h 383"/>
                <a:gd name="T86" fmla="*/ 5 w 628"/>
                <a:gd name="T87" fmla="*/ 2 h 383"/>
                <a:gd name="T88" fmla="*/ 5 w 628"/>
                <a:gd name="T89" fmla="*/ 2 h 383"/>
                <a:gd name="T90" fmla="*/ 5 w 628"/>
                <a:gd name="T91" fmla="*/ 2 h 38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628"/>
                <a:gd name="T139" fmla="*/ 0 h 383"/>
                <a:gd name="T140" fmla="*/ 628 w 628"/>
                <a:gd name="T141" fmla="*/ 383 h 38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628" h="383">
                  <a:moveTo>
                    <a:pt x="581" y="289"/>
                  </a:moveTo>
                  <a:lnTo>
                    <a:pt x="582" y="289"/>
                  </a:lnTo>
                  <a:lnTo>
                    <a:pt x="541" y="287"/>
                  </a:lnTo>
                  <a:lnTo>
                    <a:pt x="500" y="283"/>
                  </a:lnTo>
                  <a:lnTo>
                    <a:pt x="462" y="276"/>
                  </a:lnTo>
                  <a:lnTo>
                    <a:pt x="424" y="268"/>
                  </a:lnTo>
                  <a:lnTo>
                    <a:pt x="389" y="255"/>
                  </a:lnTo>
                  <a:lnTo>
                    <a:pt x="352" y="242"/>
                  </a:lnTo>
                  <a:lnTo>
                    <a:pt x="320" y="227"/>
                  </a:lnTo>
                  <a:lnTo>
                    <a:pt x="287" y="209"/>
                  </a:lnTo>
                  <a:lnTo>
                    <a:pt x="255" y="189"/>
                  </a:lnTo>
                  <a:lnTo>
                    <a:pt x="226" y="168"/>
                  </a:lnTo>
                  <a:lnTo>
                    <a:pt x="198" y="145"/>
                  </a:lnTo>
                  <a:lnTo>
                    <a:pt x="172" y="119"/>
                  </a:lnTo>
                  <a:lnTo>
                    <a:pt x="146" y="92"/>
                  </a:lnTo>
                  <a:lnTo>
                    <a:pt x="122" y="64"/>
                  </a:lnTo>
                  <a:lnTo>
                    <a:pt x="100" y="33"/>
                  </a:lnTo>
                  <a:lnTo>
                    <a:pt x="82" y="0"/>
                  </a:lnTo>
                  <a:lnTo>
                    <a:pt x="0" y="47"/>
                  </a:lnTo>
                  <a:lnTo>
                    <a:pt x="23" y="85"/>
                  </a:lnTo>
                  <a:lnTo>
                    <a:pt x="49" y="120"/>
                  </a:lnTo>
                  <a:lnTo>
                    <a:pt x="76" y="153"/>
                  </a:lnTo>
                  <a:lnTo>
                    <a:pt x="104" y="185"/>
                  </a:lnTo>
                  <a:lnTo>
                    <a:pt x="137" y="215"/>
                  </a:lnTo>
                  <a:lnTo>
                    <a:pt x="170" y="241"/>
                  </a:lnTo>
                  <a:lnTo>
                    <a:pt x="204" y="267"/>
                  </a:lnTo>
                  <a:lnTo>
                    <a:pt x="240" y="289"/>
                  </a:lnTo>
                  <a:lnTo>
                    <a:pt x="277" y="309"/>
                  </a:lnTo>
                  <a:lnTo>
                    <a:pt x="317" y="329"/>
                  </a:lnTo>
                  <a:lnTo>
                    <a:pt x="358" y="344"/>
                  </a:lnTo>
                  <a:lnTo>
                    <a:pt x="400" y="357"/>
                  </a:lnTo>
                  <a:lnTo>
                    <a:pt x="444" y="367"/>
                  </a:lnTo>
                  <a:lnTo>
                    <a:pt x="488" y="374"/>
                  </a:lnTo>
                  <a:lnTo>
                    <a:pt x="534" y="380"/>
                  </a:lnTo>
                  <a:lnTo>
                    <a:pt x="580" y="383"/>
                  </a:lnTo>
                  <a:lnTo>
                    <a:pt x="581" y="383"/>
                  </a:lnTo>
                  <a:lnTo>
                    <a:pt x="580" y="383"/>
                  </a:lnTo>
                  <a:lnTo>
                    <a:pt x="600" y="379"/>
                  </a:lnTo>
                  <a:lnTo>
                    <a:pt x="615" y="369"/>
                  </a:lnTo>
                  <a:lnTo>
                    <a:pt x="624" y="353"/>
                  </a:lnTo>
                  <a:lnTo>
                    <a:pt x="628" y="337"/>
                  </a:lnTo>
                  <a:lnTo>
                    <a:pt x="625" y="319"/>
                  </a:lnTo>
                  <a:lnTo>
                    <a:pt x="617" y="304"/>
                  </a:lnTo>
                  <a:lnTo>
                    <a:pt x="602" y="294"/>
                  </a:lnTo>
                  <a:lnTo>
                    <a:pt x="582" y="289"/>
                  </a:lnTo>
                  <a:lnTo>
                    <a:pt x="581" y="28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6391" name="Freeform 35"/>
            <p:cNvSpPr>
              <a:spLocks/>
            </p:cNvSpPr>
            <p:nvPr/>
          </p:nvSpPr>
          <p:spPr bwMode="auto">
            <a:xfrm>
              <a:off x="1587" y="1880"/>
              <a:ext cx="85" cy="49"/>
            </a:xfrm>
            <a:custGeom>
              <a:avLst/>
              <a:gdLst>
                <a:gd name="T0" fmla="*/ 3 w 426"/>
                <a:gd name="T1" fmla="*/ 0 h 245"/>
                <a:gd name="T2" fmla="*/ 3 w 426"/>
                <a:gd name="T3" fmla="*/ 0 h 245"/>
                <a:gd name="T4" fmla="*/ 3 w 426"/>
                <a:gd name="T5" fmla="*/ 0 h 245"/>
                <a:gd name="T6" fmla="*/ 3 w 426"/>
                <a:gd name="T7" fmla="*/ 0 h 245"/>
                <a:gd name="T8" fmla="*/ 2 w 426"/>
                <a:gd name="T9" fmla="*/ 0 h 245"/>
                <a:gd name="T10" fmla="*/ 2 w 426"/>
                <a:gd name="T11" fmla="*/ 0 h 245"/>
                <a:gd name="T12" fmla="*/ 2 w 426"/>
                <a:gd name="T13" fmla="*/ 0 h 245"/>
                <a:gd name="T14" fmla="*/ 2 w 426"/>
                <a:gd name="T15" fmla="*/ 0 h 245"/>
                <a:gd name="T16" fmla="*/ 1 w 426"/>
                <a:gd name="T17" fmla="*/ 0 h 245"/>
                <a:gd name="T18" fmla="*/ 1 w 426"/>
                <a:gd name="T19" fmla="*/ 1 h 245"/>
                <a:gd name="T20" fmla="*/ 1 w 426"/>
                <a:gd name="T21" fmla="*/ 1 h 245"/>
                <a:gd name="T22" fmla="*/ 1 w 426"/>
                <a:gd name="T23" fmla="*/ 1 h 245"/>
                <a:gd name="T24" fmla="*/ 0 w 426"/>
                <a:gd name="T25" fmla="*/ 1 h 245"/>
                <a:gd name="T26" fmla="*/ 0 w 426"/>
                <a:gd name="T27" fmla="*/ 1 h 245"/>
                <a:gd name="T28" fmla="*/ 0 w 426"/>
                <a:gd name="T29" fmla="*/ 1 h 245"/>
                <a:gd name="T30" fmla="*/ 0 w 426"/>
                <a:gd name="T31" fmla="*/ 2 h 245"/>
                <a:gd name="T32" fmla="*/ 0 w 426"/>
                <a:gd name="T33" fmla="*/ 2 h 245"/>
                <a:gd name="T34" fmla="*/ 0 w 426"/>
                <a:gd name="T35" fmla="*/ 2 h 245"/>
                <a:gd name="T36" fmla="*/ 0 w 426"/>
                <a:gd name="T37" fmla="*/ 2 h 245"/>
                <a:gd name="T38" fmla="*/ 0 w 426"/>
                <a:gd name="T39" fmla="*/ 2 h 245"/>
                <a:gd name="T40" fmla="*/ 0 w 426"/>
                <a:gd name="T41" fmla="*/ 2 h 245"/>
                <a:gd name="T42" fmla="*/ 0 w 426"/>
                <a:gd name="T43" fmla="*/ 1 h 245"/>
                <a:gd name="T44" fmla="*/ 0 w 426"/>
                <a:gd name="T45" fmla="*/ 1 h 245"/>
                <a:gd name="T46" fmla="*/ 0 w 426"/>
                <a:gd name="T47" fmla="*/ 1 h 245"/>
                <a:gd name="T48" fmla="*/ 1 w 426"/>
                <a:gd name="T49" fmla="*/ 1 h 245"/>
                <a:gd name="T50" fmla="*/ 1 w 426"/>
                <a:gd name="T51" fmla="*/ 1 h 245"/>
                <a:gd name="T52" fmla="*/ 1 w 426"/>
                <a:gd name="T53" fmla="*/ 1 h 245"/>
                <a:gd name="T54" fmla="*/ 1 w 426"/>
                <a:gd name="T55" fmla="*/ 1 h 245"/>
                <a:gd name="T56" fmla="*/ 2 w 426"/>
                <a:gd name="T57" fmla="*/ 0 h 245"/>
                <a:gd name="T58" fmla="*/ 2 w 426"/>
                <a:gd name="T59" fmla="*/ 0 h 245"/>
                <a:gd name="T60" fmla="*/ 2 w 426"/>
                <a:gd name="T61" fmla="*/ 0 h 245"/>
                <a:gd name="T62" fmla="*/ 2 w 426"/>
                <a:gd name="T63" fmla="*/ 0 h 245"/>
                <a:gd name="T64" fmla="*/ 3 w 426"/>
                <a:gd name="T65" fmla="*/ 0 h 245"/>
                <a:gd name="T66" fmla="*/ 3 w 426"/>
                <a:gd name="T67" fmla="*/ 0 h 245"/>
                <a:gd name="T68" fmla="*/ 3 w 426"/>
                <a:gd name="T69" fmla="*/ 0 h 245"/>
                <a:gd name="T70" fmla="*/ 3 w 426"/>
                <a:gd name="T71" fmla="*/ 0 h 245"/>
                <a:gd name="T72" fmla="*/ 3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426" y="0"/>
                  </a:moveTo>
                  <a:lnTo>
                    <a:pt x="426" y="0"/>
                  </a:lnTo>
                  <a:lnTo>
                    <a:pt x="384" y="1"/>
                  </a:lnTo>
                  <a:lnTo>
                    <a:pt x="340" y="4"/>
                  </a:lnTo>
                  <a:lnTo>
                    <a:pt x="300" y="10"/>
                  </a:lnTo>
                  <a:lnTo>
                    <a:pt x="262" y="18"/>
                  </a:lnTo>
                  <a:lnTo>
                    <a:pt x="224" y="29"/>
                  </a:lnTo>
                  <a:lnTo>
                    <a:pt x="189" y="41"/>
                  </a:lnTo>
                  <a:lnTo>
                    <a:pt x="157" y="55"/>
                  </a:lnTo>
                  <a:lnTo>
                    <a:pt x="126" y="70"/>
                  </a:lnTo>
                  <a:lnTo>
                    <a:pt x="99" y="89"/>
                  </a:lnTo>
                  <a:lnTo>
                    <a:pt x="74" y="106"/>
                  </a:lnTo>
                  <a:lnTo>
                    <a:pt x="52" y="126"/>
                  </a:lnTo>
                  <a:lnTo>
                    <a:pt x="34" y="148"/>
                  </a:lnTo>
                  <a:lnTo>
                    <a:pt x="19" y="171"/>
                  </a:lnTo>
                  <a:lnTo>
                    <a:pt x="9" y="194"/>
                  </a:lnTo>
                  <a:lnTo>
                    <a:pt x="3" y="219"/>
                  </a:lnTo>
                  <a:lnTo>
                    <a:pt x="0" y="245"/>
                  </a:lnTo>
                  <a:lnTo>
                    <a:pt x="12" y="245"/>
                  </a:lnTo>
                  <a:lnTo>
                    <a:pt x="15" y="221"/>
                  </a:lnTo>
                  <a:lnTo>
                    <a:pt x="20" y="199"/>
                  </a:lnTo>
                  <a:lnTo>
                    <a:pt x="31" y="178"/>
                  </a:lnTo>
                  <a:lnTo>
                    <a:pt x="44" y="156"/>
                  </a:lnTo>
                  <a:lnTo>
                    <a:pt x="61" y="136"/>
                  </a:lnTo>
                  <a:lnTo>
                    <a:pt x="81" y="116"/>
                  </a:lnTo>
                  <a:lnTo>
                    <a:pt x="106" y="98"/>
                  </a:lnTo>
                  <a:lnTo>
                    <a:pt x="133" y="82"/>
                  </a:lnTo>
                  <a:lnTo>
                    <a:pt x="162" y="66"/>
                  </a:lnTo>
                  <a:lnTo>
                    <a:pt x="194" y="52"/>
                  </a:lnTo>
                  <a:lnTo>
                    <a:pt x="229" y="41"/>
                  </a:lnTo>
                  <a:lnTo>
                    <a:pt x="264" y="30"/>
                  </a:lnTo>
                  <a:lnTo>
                    <a:pt x="303" y="22"/>
                  </a:lnTo>
                  <a:lnTo>
                    <a:pt x="343" y="16"/>
                  </a:lnTo>
                  <a:lnTo>
                    <a:pt x="384" y="12"/>
                  </a:lnTo>
                  <a:lnTo>
                    <a:pt x="426" y="11"/>
                  </a:lnTo>
                  <a:lnTo>
                    <a:pt x="42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6392" name="Freeform 36"/>
            <p:cNvSpPr>
              <a:spLocks/>
            </p:cNvSpPr>
            <p:nvPr/>
          </p:nvSpPr>
          <p:spPr bwMode="auto">
            <a:xfrm>
              <a:off x="1587" y="1929"/>
              <a:ext cx="85" cy="49"/>
            </a:xfrm>
            <a:custGeom>
              <a:avLst/>
              <a:gdLst>
                <a:gd name="T0" fmla="*/ 0 w 426"/>
                <a:gd name="T1" fmla="*/ 0 h 245"/>
                <a:gd name="T2" fmla="*/ 0 w 426"/>
                <a:gd name="T3" fmla="*/ 0 h 245"/>
                <a:gd name="T4" fmla="*/ 0 w 426"/>
                <a:gd name="T5" fmla="*/ 0 h 245"/>
                <a:gd name="T6" fmla="*/ 0 w 426"/>
                <a:gd name="T7" fmla="*/ 0 h 245"/>
                <a:gd name="T8" fmla="*/ 0 w 426"/>
                <a:gd name="T9" fmla="*/ 1 h 245"/>
                <a:gd name="T10" fmla="*/ 0 w 426"/>
                <a:gd name="T11" fmla="*/ 1 h 245"/>
                <a:gd name="T12" fmla="*/ 0 w 426"/>
                <a:gd name="T13" fmla="*/ 1 h 245"/>
                <a:gd name="T14" fmla="*/ 1 w 426"/>
                <a:gd name="T15" fmla="*/ 1 h 245"/>
                <a:gd name="T16" fmla="*/ 1 w 426"/>
                <a:gd name="T17" fmla="*/ 1 h 245"/>
                <a:gd name="T18" fmla="*/ 1 w 426"/>
                <a:gd name="T19" fmla="*/ 1 h 245"/>
                <a:gd name="T20" fmla="*/ 1 w 426"/>
                <a:gd name="T21" fmla="*/ 2 h 245"/>
                <a:gd name="T22" fmla="*/ 2 w 426"/>
                <a:gd name="T23" fmla="*/ 2 h 245"/>
                <a:gd name="T24" fmla="*/ 2 w 426"/>
                <a:gd name="T25" fmla="*/ 2 h 245"/>
                <a:gd name="T26" fmla="*/ 2 w 426"/>
                <a:gd name="T27" fmla="*/ 2 h 245"/>
                <a:gd name="T28" fmla="*/ 2 w 426"/>
                <a:gd name="T29" fmla="*/ 2 h 245"/>
                <a:gd name="T30" fmla="*/ 3 w 426"/>
                <a:gd name="T31" fmla="*/ 2 h 245"/>
                <a:gd name="T32" fmla="*/ 3 w 426"/>
                <a:gd name="T33" fmla="*/ 2 h 245"/>
                <a:gd name="T34" fmla="*/ 3 w 426"/>
                <a:gd name="T35" fmla="*/ 2 h 245"/>
                <a:gd name="T36" fmla="*/ 3 w 426"/>
                <a:gd name="T37" fmla="*/ 2 h 245"/>
                <a:gd name="T38" fmla="*/ 3 w 426"/>
                <a:gd name="T39" fmla="*/ 2 h 245"/>
                <a:gd name="T40" fmla="*/ 3 w 426"/>
                <a:gd name="T41" fmla="*/ 2 h 245"/>
                <a:gd name="T42" fmla="*/ 2 w 426"/>
                <a:gd name="T43" fmla="*/ 2 h 245"/>
                <a:gd name="T44" fmla="*/ 2 w 426"/>
                <a:gd name="T45" fmla="*/ 2 h 245"/>
                <a:gd name="T46" fmla="*/ 2 w 426"/>
                <a:gd name="T47" fmla="*/ 2 h 245"/>
                <a:gd name="T48" fmla="*/ 2 w 426"/>
                <a:gd name="T49" fmla="*/ 2 h 245"/>
                <a:gd name="T50" fmla="*/ 1 w 426"/>
                <a:gd name="T51" fmla="*/ 1 h 245"/>
                <a:gd name="T52" fmla="*/ 1 w 426"/>
                <a:gd name="T53" fmla="*/ 1 h 245"/>
                <a:gd name="T54" fmla="*/ 1 w 426"/>
                <a:gd name="T55" fmla="*/ 1 h 245"/>
                <a:gd name="T56" fmla="*/ 1 w 426"/>
                <a:gd name="T57" fmla="*/ 1 h 245"/>
                <a:gd name="T58" fmla="*/ 0 w 426"/>
                <a:gd name="T59" fmla="*/ 1 h 245"/>
                <a:gd name="T60" fmla="*/ 0 w 426"/>
                <a:gd name="T61" fmla="*/ 1 h 245"/>
                <a:gd name="T62" fmla="*/ 0 w 426"/>
                <a:gd name="T63" fmla="*/ 1 h 245"/>
                <a:gd name="T64" fmla="*/ 0 w 426"/>
                <a:gd name="T65" fmla="*/ 0 h 245"/>
                <a:gd name="T66" fmla="*/ 0 w 426"/>
                <a:gd name="T67" fmla="*/ 0 h 245"/>
                <a:gd name="T68" fmla="*/ 0 w 426"/>
                <a:gd name="T69" fmla="*/ 0 h 245"/>
                <a:gd name="T70" fmla="*/ 0 w 426"/>
                <a:gd name="T71" fmla="*/ 0 h 245"/>
                <a:gd name="T72" fmla="*/ 0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0" y="0"/>
                  </a:moveTo>
                  <a:lnTo>
                    <a:pt x="0" y="0"/>
                  </a:lnTo>
                  <a:lnTo>
                    <a:pt x="3" y="25"/>
                  </a:lnTo>
                  <a:lnTo>
                    <a:pt x="9" y="50"/>
                  </a:lnTo>
                  <a:lnTo>
                    <a:pt x="19" y="73"/>
                  </a:lnTo>
                  <a:lnTo>
                    <a:pt x="34" y="96"/>
                  </a:lnTo>
                  <a:lnTo>
                    <a:pt x="52" y="118"/>
                  </a:lnTo>
                  <a:lnTo>
                    <a:pt x="74" y="138"/>
                  </a:lnTo>
                  <a:lnTo>
                    <a:pt x="99" y="156"/>
                  </a:lnTo>
                  <a:lnTo>
                    <a:pt x="126" y="174"/>
                  </a:lnTo>
                  <a:lnTo>
                    <a:pt x="157" y="190"/>
                  </a:lnTo>
                  <a:lnTo>
                    <a:pt x="189" y="204"/>
                  </a:lnTo>
                  <a:lnTo>
                    <a:pt x="224" y="215"/>
                  </a:lnTo>
                  <a:lnTo>
                    <a:pt x="262" y="226"/>
                  </a:lnTo>
                  <a:lnTo>
                    <a:pt x="300" y="234"/>
                  </a:lnTo>
                  <a:lnTo>
                    <a:pt x="340" y="240"/>
                  </a:lnTo>
                  <a:lnTo>
                    <a:pt x="384" y="244"/>
                  </a:lnTo>
                  <a:lnTo>
                    <a:pt x="426" y="245"/>
                  </a:lnTo>
                  <a:lnTo>
                    <a:pt x="426" y="233"/>
                  </a:lnTo>
                  <a:lnTo>
                    <a:pt x="384" y="232"/>
                  </a:lnTo>
                  <a:lnTo>
                    <a:pt x="343" y="228"/>
                  </a:lnTo>
                  <a:lnTo>
                    <a:pt x="303" y="222"/>
                  </a:lnTo>
                  <a:lnTo>
                    <a:pt x="264" y="214"/>
                  </a:lnTo>
                  <a:lnTo>
                    <a:pt x="229" y="204"/>
                  </a:lnTo>
                  <a:lnTo>
                    <a:pt x="194" y="192"/>
                  </a:lnTo>
                  <a:lnTo>
                    <a:pt x="162" y="178"/>
                  </a:lnTo>
                  <a:lnTo>
                    <a:pt x="133" y="163"/>
                  </a:lnTo>
                  <a:lnTo>
                    <a:pt x="106" y="146"/>
                  </a:lnTo>
                  <a:lnTo>
                    <a:pt x="81" y="129"/>
                  </a:lnTo>
                  <a:lnTo>
                    <a:pt x="61" y="109"/>
                  </a:lnTo>
                  <a:lnTo>
                    <a:pt x="44" y="89"/>
                  </a:lnTo>
                  <a:lnTo>
                    <a:pt x="31" y="66"/>
                  </a:lnTo>
                  <a:lnTo>
                    <a:pt x="20" y="45"/>
                  </a:lnTo>
                  <a:lnTo>
                    <a:pt x="15" y="2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6393" name="Freeform 37"/>
            <p:cNvSpPr>
              <a:spLocks/>
            </p:cNvSpPr>
            <p:nvPr/>
          </p:nvSpPr>
          <p:spPr bwMode="auto">
            <a:xfrm>
              <a:off x="878" y="1448"/>
              <a:ext cx="792" cy="954"/>
            </a:xfrm>
            <a:custGeom>
              <a:avLst/>
              <a:gdLst>
                <a:gd name="T0" fmla="*/ 13 w 3960"/>
                <a:gd name="T1" fmla="*/ 38 h 4768"/>
                <a:gd name="T2" fmla="*/ 14 w 3960"/>
                <a:gd name="T3" fmla="*/ 38 h 4768"/>
                <a:gd name="T4" fmla="*/ 15 w 3960"/>
                <a:gd name="T5" fmla="*/ 38 h 4768"/>
                <a:gd name="T6" fmla="*/ 15 w 3960"/>
                <a:gd name="T7" fmla="*/ 38 h 4768"/>
                <a:gd name="T8" fmla="*/ 16 w 3960"/>
                <a:gd name="T9" fmla="*/ 38 h 4768"/>
                <a:gd name="T10" fmla="*/ 17 w 3960"/>
                <a:gd name="T11" fmla="*/ 38 h 4768"/>
                <a:gd name="T12" fmla="*/ 17 w 3960"/>
                <a:gd name="T13" fmla="*/ 38 h 4768"/>
                <a:gd name="T14" fmla="*/ 18 w 3960"/>
                <a:gd name="T15" fmla="*/ 38 h 4768"/>
                <a:gd name="T16" fmla="*/ 18 w 3960"/>
                <a:gd name="T17" fmla="*/ 38 h 4768"/>
                <a:gd name="T18" fmla="*/ 29 w 3960"/>
                <a:gd name="T19" fmla="*/ 30 h 4768"/>
                <a:gd name="T20" fmla="*/ 30 w 3960"/>
                <a:gd name="T21" fmla="*/ 30 h 4768"/>
                <a:gd name="T22" fmla="*/ 30 w 3960"/>
                <a:gd name="T23" fmla="*/ 29 h 4768"/>
                <a:gd name="T24" fmla="*/ 31 w 3960"/>
                <a:gd name="T25" fmla="*/ 28 h 4768"/>
                <a:gd name="T26" fmla="*/ 31 w 3960"/>
                <a:gd name="T27" fmla="*/ 28 h 4768"/>
                <a:gd name="T28" fmla="*/ 31 w 3960"/>
                <a:gd name="T29" fmla="*/ 27 h 4768"/>
                <a:gd name="T30" fmla="*/ 32 w 3960"/>
                <a:gd name="T31" fmla="*/ 26 h 4768"/>
                <a:gd name="T32" fmla="*/ 32 w 3960"/>
                <a:gd name="T33" fmla="*/ 25 h 4768"/>
                <a:gd name="T34" fmla="*/ 32 w 3960"/>
                <a:gd name="T35" fmla="*/ 11 h 4768"/>
                <a:gd name="T36" fmla="*/ 32 w 3960"/>
                <a:gd name="T37" fmla="*/ 10 h 4768"/>
                <a:gd name="T38" fmla="*/ 31 w 3960"/>
                <a:gd name="T39" fmla="*/ 9 h 4768"/>
                <a:gd name="T40" fmla="*/ 31 w 3960"/>
                <a:gd name="T41" fmla="*/ 9 h 4768"/>
                <a:gd name="T42" fmla="*/ 31 w 3960"/>
                <a:gd name="T43" fmla="*/ 8 h 4768"/>
                <a:gd name="T44" fmla="*/ 31 w 3960"/>
                <a:gd name="T45" fmla="*/ 8 h 4768"/>
                <a:gd name="T46" fmla="*/ 30 w 3960"/>
                <a:gd name="T47" fmla="*/ 7 h 4768"/>
                <a:gd name="T48" fmla="*/ 30 w 3960"/>
                <a:gd name="T49" fmla="*/ 7 h 4768"/>
                <a:gd name="T50" fmla="*/ 29 w 3960"/>
                <a:gd name="T51" fmla="*/ 6 h 4768"/>
                <a:gd name="T52" fmla="*/ 19 w 3960"/>
                <a:gd name="T53" fmla="*/ 1 h 4768"/>
                <a:gd name="T54" fmla="*/ 18 w 3960"/>
                <a:gd name="T55" fmla="*/ 0 h 4768"/>
                <a:gd name="T56" fmla="*/ 17 w 3960"/>
                <a:gd name="T57" fmla="*/ 0 h 4768"/>
                <a:gd name="T58" fmla="*/ 17 w 3960"/>
                <a:gd name="T59" fmla="*/ 0 h 4768"/>
                <a:gd name="T60" fmla="*/ 16 w 3960"/>
                <a:gd name="T61" fmla="*/ 0 h 4768"/>
                <a:gd name="T62" fmla="*/ 15 w 3960"/>
                <a:gd name="T63" fmla="*/ 0 h 4768"/>
                <a:gd name="T64" fmla="*/ 14 w 3960"/>
                <a:gd name="T65" fmla="*/ 0 h 4768"/>
                <a:gd name="T66" fmla="*/ 14 w 3960"/>
                <a:gd name="T67" fmla="*/ 0 h 4768"/>
                <a:gd name="T68" fmla="*/ 2 w 3960"/>
                <a:gd name="T69" fmla="*/ 6 h 4768"/>
                <a:gd name="T70" fmla="*/ 2 w 3960"/>
                <a:gd name="T71" fmla="*/ 7 h 4768"/>
                <a:gd name="T72" fmla="*/ 1 w 3960"/>
                <a:gd name="T73" fmla="*/ 7 h 4768"/>
                <a:gd name="T74" fmla="*/ 1 w 3960"/>
                <a:gd name="T75" fmla="*/ 8 h 4768"/>
                <a:gd name="T76" fmla="*/ 1 w 3960"/>
                <a:gd name="T77" fmla="*/ 8 h 4768"/>
                <a:gd name="T78" fmla="*/ 0 w 3960"/>
                <a:gd name="T79" fmla="*/ 9 h 4768"/>
                <a:gd name="T80" fmla="*/ 0 w 3960"/>
                <a:gd name="T81" fmla="*/ 9 h 4768"/>
                <a:gd name="T82" fmla="*/ 0 w 3960"/>
                <a:gd name="T83" fmla="*/ 10 h 4768"/>
                <a:gd name="T84" fmla="*/ 0 w 3960"/>
                <a:gd name="T85" fmla="*/ 11 h 4768"/>
                <a:gd name="T86" fmla="*/ 0 w 3960"/>
                <a:gd name="T87" fmla="*/ 25 h 4768"/>
                <a:gd name="T88" fmla="*/ 0 w 3960"/>
                <a:gd name="T89" fmla="*/ 26 h 4768"/>
                <a:gd name="T90" fmla="*/ 0 w 3960"/>
                <a:gd name="T91" fmla="*/ 27 h 4768"/>
                <a:gd name="T92" fmla="*/ 1 w 3960"/>
                <a:gd name="T93" fmla="*/ 28 h 4768"/>
                <a:gd name="T94" fmla="*/ 1 w 3960"/>
                <a:gd name="T95" fmla="*/ 29 h 4768"/>
                <a:gd name="T96" fmla="*/ 1 w 3960"/>
                <a:gd name="T97" fmla="*/ 29 h 4768"/>
                <a:gd name="T98" fmla="*/ 2 w 3960"/>
                <a:gd name="T99" fmla="*/ 30 h 4768"/>
                <a:gd name="T100" fmla="*/ 3 w 3960"/>
                <a:gd name="T101" fmla="*/ 31 h 4768"/>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w 3960"/>
                <a:gd name="T154" fmla="*/ 0 h 4768"/>
                <a:gd name="T155" fmla="*/ 3960 w 3960"/>
                <a:gd name="T156" fmla="*/ 4768 h 4768"/>
              </a:gdLst>
              <a:ahLst/>
              <a:cxnLst>
                <a:cxn ang="T102">
                  <a:pos x="T0" y="T1"/>
                </a:cxn>
                <a:cxn ang="T103">
                  <a:pos x="T2" y="T3"/>
                </a:cxn>
                <a:cxn ang="T104">
                  <a:pos x="T4" y="T5"/>
                </a:cxn>
                <a:cxn ang="T105">
                  <a:pos x="T6" y="T7"/>
                </a:cxn>
                <a:cxn ang="T106">
                  <a:pos x="T8" y="T9"/>
                </a:cxn>
                <a:cxn ang="T107">
                  <a:pos x="T10" y="T11"/>
                </a:cxn>
                <a:cxn ang="T108">
                  <a:pos x="T12" y="T13"/>
                </a:cxn>
                <a:cxn ang="T109">
                  <a:pos x="T14" y="T15"/>
                </a:cxn>
                <a:cxn ang="T110">
                  <a:pos x="T16" y="T17"/>
                </a:cxn>
                <a:cxn ang="T111">
                  <a:pos x="T18" y="T19"/>
                </a:cxn>
                <a:cxn ang="T112">
                  <a:pos x="T20" y="T21"/>
                </a:cxn>
                <a:cxn ang="T113">
                  <a:pos x="T22" y="T23"/>
                </a:cxn>
                <a:cxn ang="T114">
                  <a:pos x="T24" y="T25"/>
                </a:cxn>
                <a:cxn ang="T115">
                  <a:pos x="T26" y="T27"/>
                </a:cxn>
                <a:cxn ang="T116">
                  <a:pos x="T28" y="T29"/>
                </a:cxn>
                <a:cxn ang="T117">
                  <a:pos x="T30" y="T31"/>
                </a:cxn>
                <a:cxn ang="T118">
                  <a:pos x="T32" y="T33"/>
                </a:cxn>
                <a:cxn ang="T119">
                  <a:pos x="T34" y="T35"/>
                </a:cxn>
                <a:cxn ang="T120">
                  <a:pos x="T36" y="T37"/>
                </a:cxn>
                <a:cxn ang="T121">
                  <a:pos x="T38" y="T39"/>
                </a:cxn>
                <a:cxn ang="T122">
                  <a:pos x="T40" y="T41"/>
                </a:cxn>
                <a:cxn ang="T123">
                  <a:pos x="T42" y="T43"/>
                </a:cxn>
                <a:cxn ang="T124">
                  <a:pos x="T44" y="T45"/>
                </a:cxn>
                <a:cxn ang="T125">
                  <a:pos x="T46" y="T47"/>
                </a:cxn>
                <a:cxn ang="T126">
                  <a:pos x="T48" y="T49"/>
                </a:cxn>
                <a:cxn ang="T127">
                  <a:pos x="T50" y="T51"/>
                </a:cxn>
                <a:cxn ang="T128">
                  <a:pos x="T52" y="T53"/>
                </a:cxn>
                <a:cxn ang="T129">
                  <a:pos x="T54" y="T55"/>
                </a:cxn>
                <a:cxn ang="T130">
                  <a:pos x="T56" y="T57"/>
                </a:cxn>
                <a:cxn ang="T131">
                  <a:pos x="T58" y="T59"/>
                </a:cxn>
                <a:cxn ang="T132">
                  <a:pos x="T60" y="T61"/>
                </a:cxn>
                <a:cxn ang="T133">
                  <a:pos x="T62" y="T63"/>
                </a:cxn>
                <a:cxn ang="T134">
                  <a:pos x="T64" y="T65"/>
                </a:cxn>
                <a:cxn ang="T135">
                  <a:pos x="T66" y="T67"/>
                </a:cxn>
                <a:cxn ang="T136">
                  <a:pos x="T68" y="T69"/>
                </a:cxn>
                <a:cxn ang="T137">
                  <a:pos x="T70" y="T71"/>
                </a:cxn>
                <a:cxn ang="T138">
                  <a:pos x="T72" y="T73"/>
                </a:cxn>
                <a:cxn ang="T139">
                  <a:pos x="T74" y="T75"/>
                </a:cxn>
                <a:cxn ang="T140">
                  <a:pos x="T76" y="T77"/>
                </a:cxn>
                <a:cxn ang="T141">
                  <a:pos x="T78" y="T79"/>
                </a:cxn>
                <a:cxn ang="T142">
                  <a:pos x="T80" y="T81"/>
                </a:cxn>
                <a:cxn ang="T143">
                  <a:pos x="T82" y="T83"/>
                </a:cxn>
                <a:cxn ang="T144">
                  <a:pos x="T84" y="T85"/>
                </a:cxn>
                <a:cxn ang="T145">
                  <a:pos x="T86" y="T87"/>
                </a:cxn>
                <a:cxn ang="T146">
                  <a:pos x="T88" y="T89"/>
                </a:cxn>
                <a:cxn ang="T147">
                  <a:pos x="T90" y="T91"/>
                </a:cxn>
                <a:cxn ang="T148">
                  <a:pos x="T92" y="T93"/>
                </a:cxn>
                <a:cxn ang="T149">
                  <a:pos x="T94" y="T95"/>
                </a:cxn>
                <a:cxn ang="T150">
                  <a:pos x="T96" y="T97"/>
                </a:cxn>
                <a:cxn ang="T151">
                  <a:pos x="T98" y="T99"/>
                </a:cxn>
                <a:cxn ang="T152">
                  <a:pos x="T100" y="T101"/>
                </a:cxn>
              </a:cxnLst>
              <a:rect l="T153" t="T154" r="T155" b="T156"/>
              <a:pathLst>
                <a:path w="3960" h="4768">
                  <a:moveTo>
                    <a:pt x="353" y="3849"/>
                  </a:moveTo>
                  <a:lnTo>
                    <a:pt x="1661" y="4700"/>
                  </a:lnTo>
                  <a:lnTo>
                    <a:pt x="1697" y="4717"/>
                  </a:lnTo>
                  <a:lnTo>
                    <a:pt x="1736" y="4731"/>
                  </a:lnTo>
                  <a:lnTo>
                    <a:pt x="1776" y="4742"/>
                  </a:lnTo>
                  <a:lnTo>
                    <a:pt x="1818" y="4753"/>
                  </a:lnTo>
                  <a:lnTo>
                    <a:pt x="1860" y="4760"/>
                  </a:lnTo>
                  <a:lnTo>
                    <a:pt x="1902" y="4765"/>
                  </a:lnTo>
                  <a:lnTo>
                    <a:pt x="1946" y="4768"/>
                  </a:lnTo>
                  <a:lnTo>
                    <a:pt x="1988" y="4768"/>
                  </a:lnTo>
                  <a:lnTo>
                    <a:pt x="2031" y="4767"/>
                  </a:lnTo>
                  <a:lnTo>
                    <a:pt x="2073" y="4763"/>
                  </a:lnTo>
                  <a:lnTo>
                    <a:pt x="2114" y="4758"/>
                  </a:lnTo>
                  <a:lnTo>
                    <a:pt x="2154" y="4751"/>
                  </a:lnTo>
                  <a:lnTo>
                    <a:pt x="2193" y="4740"/>
                  </a:lnTo>
                  <a:lnTo>
                    <a:pt x="2230" y="4729"/>
                  </a:lnTo>
                  <a:lnTo>
                    <a:pt x="2264" y="4715"/>
                  </a:lnTo>
                  <a:lnTo>
                    <a:pt x="2297" y="4700"/>
                  </a:lnTo>
                  <a:lnTo>
                    <a:pt x="3639" y="3825"/>
                  </a:lnTo>
                  <a:lnTo>
                    <a:pt x="3673" y="3795"/>
                  </a:lnTo>
                  <a:lnTo>
                    <a:pt x="3707" y="3761"/>
                  </a:lnTo>
                  <a:lnTo>
                    <a:pt x="3738" y="3725"/>
                  </a:lnTo>
                  <a:lnTo>
                    <a:pt x="3768" y="3685"/>
                  </a:lnTo>
                  <a:lnTo>
                    <a:pt x="3796" y="3644"/>
                  </a:lnTo>
                  <a:lnTo>
                    <a:pt x="3821" y="3599"/>
                  </a:lnTo>
                  <a:lnTo>
                    <a:pt x="3846" y="3553"/>
                  </a:lnTo>
                  <a:lnTo>
                    <a:pt x="3868" y="3505"/>
                  </a:lnTo>
                  <a:lnTo>
                    <a:pt x="3888" y="3456"/>
                  </a:lnTo>
                  <a:lnTo>
                    <a:pt x="3907" y="3406"/>
                  </a:lnTo>
                  <a:lnTo>
                    <a:pt x="3922" y="3354"/>
                  </a:lnTo>
                  <a:lnTo>
                    <a:pt x="3935" y="3303"/>
                  </a:lnTo>
                  <a:lnTo>
                    <a:pt x="3946" y="3250"/>
                  </a:lnTo>
                  <a:lnTo>
                    <a:pt x="3953" y="3197"/>
                  </a:lnTo>
                  <a:lnTo>
                    <a:pt x="3957" y="3144"/>
                  </a:lnTo>
                  <a:lnTo>
                    <a:pt x="3960" y="3092"/>
                  </a:lnTo>
                  <a:lnTo>
                    <a:pt x="3959" y="1313"/>
                  </a:lnTo>
                  <a:lnTo>
                    <a:pt x="3955" y="1271"/>
                  </a:lnTo>
                  <a:lnTo>
                    <a:pt x="3949" y="1229"/>
                  </a:lnTo>
                  <a:lnTo>
                    <a:pt x="3941" y="1189"/>
                  </a:lnTo>
                  <a:lnTo>
                    <a:pt x="3930" y="1149"/>
                  </a:lnTo>
                  <a:lnTo>
                    <a:pt x="3918" y="1111"/>
                  </a:lnTo>
                  <a:lnTo>
                    <a:pt x="3902" y="1075"/>
                  </a:lnTo>
                  <a:lnTo>
                    <a:pt x="3886" y="1040"/>
                  </a:lnTo>
                  <a:lnTo>
                    <a:pt x="3867" y="1006"/>
                  </a:lnTo>
                  <a:lnTo>
                    <a:pt x="3846" y="973"/>
                  </a:lnTo>
                  <a:lnTo>
                    <a:pt x="3823" y="942"/>
                  </a:lnTo>
                  <a:lnTo>
                    <a:pt x="3798" y="913"/>
                  </a:lnTo>
                  <a:lnTo>
                    <a:pt x="3771" y="886"/>
                  </a:lnTo>
                  <a:lnTo>
                    <a:pt x="3743" y="860"/>
                  </a:lnTo>
                  <a:lnTo>
                    <a:pt x="3714" y="837"/>
                  </a:lnTo>
                  <a:lnTo>
                    <a:pt x="3682" y="816"/>
                  </a:lnTo>
                  <a:lnTo>
                    <a:pt x="3649" y="796"/>
                  </a:lnTo>
                  <a:lnTo>
                    <a:pt x="2386" y="83"/>
                  </a:lnTo>
                  <a:lnTo>
                    <a:pt x="2350" y="65"/>
                  </a:lnTo>
                  <a:lnTo>
                    <a:pt x="2310" y="50"/>
                  </a:lnTo>
                  <a:lnTo>
                    <a:pt x="2268" y="36"/>
                  </a:lnTo>
                  <a:lnTo>
                    <a:pt x="2223" y="24"/>
                  </a:lnTo>
                  <a:lnTo>
                    <a:pt x="2178" y="15"/>
                  </a:lnTo>
                  <a:lnTo>
                    <a:pt x="2131" y="8"/>
                  </a:lnTo>
                  <a:lnTo>
                    <a:pt x="2082" y="3"/>
                  </a:lnTo>
                  <a:lnTo>
                    <a:pt x="2032" y="0"/>
                  </a:lnTo>
                  <a:lnTo>
                    <a:pt x="1982" y="1"/>
                  </a:lnTo>
                  <a:lnTo>
                    <a:pt x="1933" y="3"/>
                  </a:lnTo>
                  <a:lnTo>
                    <a:pt x="1882" y="9"/>
                  </a:lnTo>
                  <a:lnTo>
                    <a:pt x="1833" y="17"/>
                  </a:lnTo>
                  <a:lnTo>
                    <a:pt x="1785" y="29"/>
                  </a:lnTo>
                  <a:lnTo>
                    <a:pt x="1737" y="43"/>
                  </a:lnTo>
                  <a:lnTo>
                    <a:pt x="1691" y="62"/>
                  </a:lnTo>
                  <a:lnTo>
                    <a:pt x="1647" y="83"/>
                  </a:lnTo>
                  <a:lnTo>
                    <a:pt x="311" y="782"/>
                  </a:lnTo>
                  <a:lnTo>
                    <a:pt x="276" y="803"/>
                  </a:lnTo>
                  <a:lnTo>
                    <a:pt x="243" y="826"/>
                  </a:lnTo>
                  <a:lnTo>
                    <a:pt x="213" y="852"/>
                  </a:lnTo>
                  <a:lnTo>
                    <a:pt x="184" y="879"/>
                  </a:lnTo>
                  <a:lnTo>
                    <a:pt x="155" y="908"/>
                  </a:lnTo>
                  <a:lnTo>
                    <a:pt x="131" y="939"/>
                  </a:lnTo>
                  <a:lnTo>
                    <a:pt x="107" y="971"/>
                  </a:lnTo>
                  <a:lnTo>
                    <a:pt x="86" y="1005"/>
                  </a:lnTo>
                  <a:lnTo>
                    <a:pt x="68" y="1040"/>
                  </a:lnTo>
                  <a:lnTo>
                    <a:pt x="50" y="1076"/>
                  </a:lnTo>
                  <a:lnTo>
                    <a:pt x="36" y="1115"/>
                  </a:lnTo>
                  <a:lnTo>
                    <a:pt x="23" y="1153"/>
                  </a:lnTo>
                  <a:lnTo>
                    <a:pt x="14" y="1195"/>
                  </a:lnTo>
                  <a:lnTo>
                    <a:pt x="7" y="1236"/>
                  </a:lnTo>
                  <a:lnTo>
                    <a:pt x="2" y="1279"/>
                  </a:lnTo>
                  <a:lnTo>
                    <a:pt x="0" y="1322"/>
                  </a:lnTo>
                  <a:lnTo>
                    <a:pt x="0" y="3093"/>
                  </a:lnTo>
                  <a:lnTo>
                    <a:pt x="2" y="3147"/>
                  </a:lnTo>
                  <a:lnTo>
                    <a:pt x="7" y="3202"/>
                  </a:lnTo>
                  <a:lnTo>
                    <a:pt x="15" y="3257"/>
                  </a:lnTo>
                  <a:lnTo>
                    <a:pt x="27" y="3312"/>
                  </a:lnTo>
                  <a:lnTo>
                    <a:pt x="42" y="3366"/>
                  </a:lnTo>
                  <a:lnTo>
                    <a:pt x="59" y="3420"/>
                  </a:lnTo>
                  <a:lnTo>
                    <a:pt x="79" y="3474"/>
                  </a:lnTo>
                  <a:lnTo>
                    <a:pt x="102" y="3525"/>
                  </a:lnTo>
                  <a:lnTo>
                    <a:pt x="127" y="3576"/>
                  </a:lnTo>
                  <a:lnTo>
                    <a:pt x="154" y="3624"/>
                  </a:lnTo>
                  <a:lnTo>
                    <a:pt x="184" y="3670"/>
                  </a:lnTo>
                  <a:lnTo>
                    <a:pt x="214" y="3712"/>
                  </a:lnTo>
                  <a:lnTo>
                    <a:pt x="247" y="3752"/>
                  </a:lnTo>
                  <a:lnTo>
                    <a:pt x="281" y="3788"/>
                  </a:lnTo>
                  <a:lnTo>
                    <a:pt x="317" y="3821"/>
                  </a:lnTo>
                  <a:lnTo>
                    <a:pt x="353" y="384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6394" name="Freeform 38"/>
            <p:cNvSpPr>
              <a:spLocks/>
            </p:cNvSpPr>
            <p:nvPr/>
          </p:nvSpPr>
          <p:spPr bwMode="auto">
            <a:xfrm>
              <a:off x="943" y="2210"/>
              <a:ext cx="276" cy="187"/>
            </a:xfrm>
            <a:custGeom>
              <a:avLst/>
              <a:gdLst>
                <a:gd name="T0" fmla="*/ 11 w 1380"/>
                <a:gd name="T1" fmla="*/ 7 h 937"/>
                <a:gd name="T2" fmla="*/ 11 w 1380"/>
                <a:gd name="T3" fmla="*/ 7 h 937"/>
                <a:gd name="T4" fmla="*/ 0 w 1380"/>
                <a:gd name="T5" fmla="*/ 0 h 937"/>
                <a:gd name="T6" fmla="*/ 0 w 1380"/>
                <a:gd name="T7" fmla="*/ 1 h 937"/>
                <a:gd name="T8" fmla="*/ 10 w 1380"/>
                <a:gd name="T9" fmla="*/ 7 h 937"/>
                <a:gd name="T10" fmla="*/ 10 w 1380"/>
                <a:gd name="T11" fmla="*/ 7 h 937"/>
                <a:gd name="T12" fmla="*/ 10 w 1380"/>
                <a:gd name="T13" fmla="*/ 7 h 937"/>
                <a:gd name="T14" fmla="*/ 11 w 1380"/>
                <a:gd name="T15" fmla="*/ 7 h 937"/>
                <a:gd name="T16" fmla="*/ 11 w 1380"/>
                <a:gd name="T17" fmla="*/ 7 h 937"/>
                <a:gd name="T18" fmla="*/ 11 w 1380"/>
                <a:gd name="T19" fmla="*/ 7 h 937"/>
                <a:gd name="T20" fmla="*/ 11 w 1380"/>
                <a:gd name="T21" fmla="*/ 7 h 937"/>
                <a:gd name="T22" fmla="*/ 11 w 1380"/>
                <a:gd name="T23" fmla="*/ 7 h 937"/>
                <a:gd name="T24" fmla="*/ 11 w 1380"/>
                <a:gd name="T25" fmla="*/ 7 h 937"/>
                <a:gd name="T26" fmla="*/ 11 w 1380"/>
                <a:gd name="T27" fmla="*/ 7 h 937"/>
                <a:gd name="T28" fmla="*/ 11 w 1380"/>
                <a:gd name="T29" fmla="*/ 7 h 937"/>
                <a:gd name="T30" fmla="*/ 11 w 1380"/>
                <a:gd name="T31" fmla="*/ 7 h 93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80"/>
                <a:gd name="T49" fmla="*/ 0 h 937"/>
                <a:gd name="T50" fmla="*/ 1380 w 1380"/>
                <a:gd name="T51" fmla="*/ 937 h 93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80" h="937">
                  <a:moveTo>
                    <a:pt x="1354" y="848"/>
                  </a:moveTo>
                  <a:lnTo>
                    <a:pt x="1359" y="851"/>
                  </a:lnTo>
                  <a:lnTo>
                    <a:pt x="51" y="0"/>
                  </a:lnTo>
                  <a:lnTo>
                    <a:pt x="0" y="78"/>
                  </a:lnTo>
                  <a:lnTo>
                    <a:pt x="1307" y="929"/>
                  </a:lnTo>
                  <a:lnTo>
                    <a:pt x="1312" y="932"/>
                  </a:lnTo>
                  <a:lnTo>
                    <a:pt x="1307" y="929"/>
                  </a:lnTo>
                  <a:lnTo>
                    <a:pt x="1326" y="937"/>
                  </a:lnTo>
                  <a:lnTo>
                    <a:pt x="1345" y="936"/>
                  </a:lnTo>
                  <a:lnTo>
                    <a:pt x="1360" y="929"/>
                  </a:lnTo>
                  <a:lnTo>
                    <a:pt x="1372" y="916"/>
                  </a:lnTo>
                  <a:lnTo>
                    <a:pt x="1379" y="899"/>
                  </a:lnTo>
                  <a:lnTo>
                    <a:pt x="1380" y="883"/>
                  </a:lnTo>
                  <a:lnTo>
                    <a:pt x="1374" y="865"/>
                  </a:lnTo>
                  <a:lnTo>
                    <a:pt x="1359" y="851"/>
                  </a:lnTo>
                  <a:lnTo>
                    <a:pt x="1354" y="84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6395" name="Freeform 39"/>
            <p:cNvSpPr>
              <a:spLocks/>
            </p:cNvSpPr>
            <p:nvPr/>
          </p:nvSpPr>
          <p:spPr bwMode="auto">
            <a:xfrm>
              <a:off x="1206" y="2379"/>
              <a:ext cx="140" cy="32"/>
            </a:xfrm>
            <a:custGeom>
              <a:avLst/>
              <a:gdLst>
                <a:gd name="T0" fmla="*/ 5 w 703"/>
                <a:gd name="T1" fmla="*/ 0 h 162"/>
                <a:gd name="T2" fmla="*/ 5 w 703"/>
                <a:gd name="T3" fmla="*/ 0 h 162"/>
                <a:gd name="T4" fmla="*/ 5 w 703"/>
                <a:gd name="T5" fmla="*/ 0 h 162"/>
                <a:gd name="T6" fmla="*/ 5 w 703"/>
                <a:gd name="T7" fmla="*/ 0 h 162"/>
                <a:gd name="T8" fmla="*/ 4 w 703"/>
                <a:gd name="T9" fmla="*/ 0 h 162"/>
                <a:gd name="T10" fmla="*/ 4 w 703"/>
                <a:gd name="T11" fmla="*/ 0 h 162"/>
                <a:gd name="T12" fmla="*/ 4 w 703"/>
                <a:gd name="T13" fmla="*/ 0 h 162"/>
                <a:gd name="T14" fmla="*/ 3 w 703"/>
                <a:gd name="T15" fmla="*/ 1 h 162"/>
                <a:gd name="T16" fmla="*/ 3 w 703"/>
                <a:gd name="T17" fmla="*/ 1 h 162"/>
                <a:gd name="T18" fmla="*/ 3 w 703"/>
                <a:gd name="T19" fmla="*/ 1 h 162"/>
                <a:gd name="T20" fmla="*/ 2 w 703"/>
                <a:gd name="T21" fmla="*/ 1 h 162"/>
                <a:gd name="T22" fmla="*/ 2 w 703"/>
                <a:gd name="T23" fmla="*/ 1 h 162"/>
                <a:gd name="T24" fmla="*/ 2 w 703"/>
                <a:gd name="T25" fmla="*/ 0 h 162"/>
                <a:gd name="T26" fmla="*/ 1 w 703"/>
                <a:gd name="T27" fmla="*/ 0 h 162"/>
                <a:gd name="T28" fmla="*/ 1 w 703"/>
                <a:gd name="T29" fmla="*/ 0 h 162"/>
                <a:gd name="T30" fmla="*/ 1 w 703"/>
                <a:gd name="T31" fmla="*/ 0 h 162"/>
                <a:gd name="T32" fmla="*/ 1 w 703"/>
                <a:gd name="T33" fmla="*/ 0 h 162"/>
                <a:gd name="T34" fmla="*/ 0 w 703"/>
                <a:gd name="T35" fmla="*/ 0 h 162"/>
                <a:gd name="T36" fmla="*/ 0 w 703"/>
                <a:gd name="T37" fmla="*/ 1 h 162"/>
                <a:gd name="T38" fmla="*/ 0 w 703"/>
                <a:gd name="T39" fmla="*/ 1 h 162"/>
                <a:gd name="T40" fmla="*/ 1 w 703"/>
                <a:gd name="T41" fmla="*/ 1 h 162"/>
                <a:gd name="T42" fmla="*/ 1 w 703"/>
                <a:gd name="T43" fmla="*/ 1 h 162"/>
                <a:gd name="T44" fmla="*/ 1 w 703"/>
                <a:gd name="T45" fmla="*/ 1 h 162"/>
                <a:gd name="T46" fmla="*/ 2 w 703"/>
                <a:gd name="T47" fmla="*/ 1 h 162"/>
                <a:gd name="T48" fmla="*/ 2 w 703"/>
                <a:gd name="T49" fmla="*/ 1 h 162"/>
                <a:gd name="T50" fmla="*/ 2 w 703"/>
                <a:gd name="T51" fmla="*/ 1 h 162"/>
                <a:gd name="T52" fmla="*/ 3 w 703"/>
                <a:gd name="T53" fmla="*/ 1 h 162"/>
                <a:gd name="T54" fmla="*/ 3 w 703"/>
                <a:gd name="T55" fmla="*/ 1 h 162"/>
                <a:gd name="T56" fmla="*/ 3 w 703"/>
                <a:gd name="T57" fmla="*/ 1 h 162"/>
                <a:gd name="T58" fmla="*/ 4 w 703"/>
                <a:gd name="T59" fmla="*/ 1 h 162"/>
                <a:gd name="T60" fmla="*/ 4 w 703"/>
                <a:gd name="T61" fmla="*/ 1 h 162"/>
                <a:gd name="T62" fmla="*/ 5 w 703"/>
                <a:gd name="T63" fmla="*/ 1 h 162"/>
                <a:gd name="T64" fmla="*/ 5 w 703"/>
                <a:gd name="T65" fmla="*/ 1 h 162"/>
                <a:gd name="T66" fmla="*/ 5 w 703"/>
                <a:gd name="T67" fmla="*/ 1 h 162"/>
                <a:gd name="T68" fmla="*/ 5 w 703"/>
                <a:gd name="T69" fmla="*/ 1 h 162"/>
                <a:gd name="T70" fmla="*/ 5 w 703"/>
                <a:gd name="T71" fmla="*/ 1 h 162"/>
                <a:gd name="T72" fmla="*/ 5 w 703"/>
                <a:gd name="T73" fmla="*/ 1 h 162"/>
                <a:gd name="T74" fmla="*/ 5 w 703"/>
                <a:gd name="T75" fmla="*/ 1 h 162"/>
                <a:gd name="T76" fmla="*/ 6 w 703"/>
                <a:gd name="T77" fmla="*/ 0 h 162"/>
                <a:gd name="T78" fmla="*/ 6 w 703"/>
                <a:gd name="T79" fmla="*/ 0 h 162"/>
                <a:gd name="T80" fmla="*/ 6 w 703"/>
                <a:gd name="T81" fmla="*/ 0 h 162"/>
                <a:gd name="T82" fmla="*/ 5 w 703"/>
                <a:gd name="T83" fmla="*/ 0 h 162"/>
                <a:gd name="T84" fmla="*/ 5 w 703"/>
                <a:gd name="T85" fmla="*/ 0 h 162"/>
                <a:gd name="T86" fmla="*/ 5 w 703"/>
                <a:gd name="T87" fmla="*/ 0 h 162"/>
                <a:gd name="T88" fmla="*/ 5 w 703"/>
                <a:gd name="T89" fmla="*/ 0 h 162"/>
                <a:gd name="T90" fmla="*/ 5 w 703"/>
                <a:gd name="T91" fmla="*/ 0 h 162"/>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703"/>
                <a:gd name="T139" fmla="*/ 0 h 162"/>
                <a:gd name="T140" fmla="*/ 703 w 703"/>
                <a:gd name="T141" fmla="*/ 162 h 162"/>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703" h="162">
                  <a:moveTo>
                    <a:pt x="631" y="8"/>
                  </a:moveTo>
                  <a:lnTo>
                    <a:pt x="636" y="6"/>
                  </a:lnTo>
                  <a:lnTo>
                    <a:pt x="606" y="20"/>
                  </a:lnTo>
                  <a:lnTo>
                    <a:pt x="575" y="32"/>
                  </a:lnTo>
                  <a:lnTo>
                    <a:pt x="540" y="42"/>
                  </a:lnTo>
                  <a:lnTo>
                    <a:pt x="504" y="52"/>
                  </a:lnTo>
                  <a:lnTo>
                    <a:pt x="467" y="59"/>
                  </a:lnTo>
                  <a:lnTo>
                    <a:pt x="428" y="64"/>
                  </a:lnTo>
                  <a:lnTo>
                    <a:pt x="389" y="67"/>
                  </a:lnTo>
                  <a:lnTo>
                    <a:pt x="348" y="68"/>
                  </a:lnTo>
                  <a:lnTo>
                    <a:pt x="308" y="68"/>
                  </a:lnTo>
                  <a:lnTo>
                    <a:pt x="267" y="65"/>
                  </a:lnTo>
                  <a:lnTo>
                    <a:pt x="226" y="61"/>
                  </a:lnTo>
                  <a:lnTo>
                    <a:pt x="187" y="54"/>
                  </a:lnTo>
                  <a:lnTo>
                    <a:pt x="148" y="44"/>
                  </a:lnTo>
                  <a:lnTo>
                    <a:pt x="110" y="33"/>
                  </a:lnTo>
                  <a:lnTo>
                    <a:pt x="75" y="20"/>
                  </a:lnTo>
                  <a:lnTo>
                    <a:pt x="42" y="5"/>
                  </a:lnTo>
                  <a:lnTo>
                    <a:pt x="0" y="89"/>
                  </a:lnTo>
                  <a:lnTo>
                    <a:pt x="40" y="107"/>
                  </a:lnTo>
                  <a:lnTo>
                    <a:pt x="82" y="122"/>
                  </a:lnTo>
                  <a:lnTo>
                    <a:pt x="124" y="135"/>
                  </a:lnTo>
                  <a:lnTo>
                    <a:pt x="169" y="146"/>
                  </a:lnTo>
                  <a:lnTo>
                    <a:pt x="214" y="153"/>
                  </a:lnTo>
                  <a:lnTo>
                    <a:pt x="258" y="158"/>
                  </a:lnTo>
                  <a:lnTo>
                    <a:pt x="303" y="162"/>
                  </a:lnTo>
                  <a:lnTo>
                    <a:pt x="348" y="162"/>
                  </a:lnTo>
                  <a:lnTo>
                    <a:pt x="394" y="161"/>
                  </a:lnTo>
                  <a:lnTo>
                    <a:pt x="439" y="157"/>
                  </a:lnTo>
                  <a:lnTo>
                    <a:pt x="481" y="150"/>
                  </a:lnTo>
                  <a:lnTo>
                    <a:pt x="525" y="143"/>
                  </a:lnTo>
                  <a:lnTo>
                    <a:pt x="566" y="132"/>
                  </a:lnTo>
                  <a:lnTo>
                    <a:pt x="606" y="121"/>
                  </a:lnTo>
                  <a:lnTo>
                    <a:pt x="643" y="105"/>
                  </a:lnTo>
                  <a:lnTo>
                    <a:pt x="678" y="88"/>
                  </a:lnTo>
                  <a:lnTo>
                    <a:pt x="683" y="86"/>
                  </a:lnTo>
                  <a:lnTo>
                    <a:pt x="678" y="88"/>
                  </a:lnTo>
                  <a:lnTo>
                    <a:pt x="695" y="75"/>
                  </a:lnTo>
                  <a:lnTo>
                    <a:pt x="702" y="60"/>
                  </a:lnTo>
                  <a:lnTo>
                    <a:pt x="703" y="42"/>
                  </a:lnTo>
                  <a:lnTo>
                    <a:pt x="698" y="26"/>
                  </a:lnTo>
                  <a:lnTo>
                    <a:pt x="688" y="12"/>
                  </a:lnTo>
                  <a:lnTo>
                    <a:pt x="674" y="3"/>
                  </a:lnTo>
                  <a:lnTo>
                    <a:pt x="656" y="0"/>
                  </a:lnTo>
                  <a:lnTo>
                    <a:pt x="636" y="6"/>
                  </a:lnTo>
                  <a:lnTo>
                    <a:pt x="631"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6396" name="Freeform 40"/>
            <p:cNvSpPr>
              <a:spLocks/>
            </p:cNvSpPr>
            <p:nvPr/>
          </p:nvSpPr>
          <p:spPr bwMode="auto">
            <a:xfrm>
              <a:off x="1332" y="2204"/>
              <a:ext cx="283" cy="192"/>
            </a:xfrm>
            <a:custGeom>
              <a:avLst/>
              <a:gdLst>
                <a:gd name="T0" fmla="*/ 11 w 1415"/>
                <a:gd name="T1" fmla="*/ 0 h 960"/>
                <a:gd name="T2" fmla="*/ 11 w 1415"/>
                <a:gd name="T3" fmla="*/ 0 h 960"/>
                <a:gd name="T4" fmla="*/ 0 w 1415"/>
                <a:gd name="T5" fmla="*/ 7 h 960"/>
                <a:gd name="T6" fmla="*/ 0 w 1415"/>
                <a:gd name="T7" fmla="*/ 8 h 960"/>
                <a:gd name="T8" fmla="*/ 11 w 1415"/>
                <a:gd name="T9" fmla="*/ 1 h 960"/>
                <a:gd name="T10" fmla="*/ 11 w 1415"/>
                <a:gd name="T11" fmla="*/ 1 h 960"/>
                <a:gd name="T12" fmla="*/ 11 w 1415"/>
                <a:gd name="T13" fmla="*/ 1 h 960"/>
                <a:gd name="T14" fmla="*/ 11 w 1415"/>
                <a:gd name="T15" fmla="*/ 1 h 960"/>
                <a:gd name="T16" fmla="*/ 11 w 1415"/>
                <a:gd name="T17" fmla="*/ 0 h 960"/>
                <a:gd name="T18" fmla="*/ 11 w 1415"/>
                <a:gd name="T19" fmla="*/ 0 h 960"/>
                <a:gd name="T20" fmla="*/ 11 w 1415"/>
                <a:gd name="T21" fmla="*/ 0 h 960"/>
                <a:gd name="T22" fmla="*/ 11 w 1415"/>
                <a:gd name="T23" fmla="*/ 0 h 960"/>
                <a:gd name="T24" fmla="*/ 11 w 1415"/>
                <a:gd name="T25" fmla="*/ 0 h 960"/>
                <a:gd name="T26" fmla="*/ 11 w 1415"/>
                <a:gd name="T27" fmla="*/ 0 h 960"/>
                <a:gd name="T28" fmla="*/ 11 w 1415"/>
                <a:gd name="T29" fmla="*/ 0 h 960"/>
                <a:gd name="T30" fmla="*/ 11 w 1415"/>
                <a:gd name="T31" fmla="*/ 0 h 96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15"/>
                <a:gd name="T49" fmla="*/ 0 h 960"/>
                <a:gd name="T50" fmla="*/ 1415 w 1415"/>
                <a:gd name="T51" fmla="*/ 960 h 96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15" h="960">
                  <a:moveTo>
                    <a:pt x="1338" y="10"/>
                  </a:moveTo>
                  <a:lnTo>
                    <a:pt x="1342" y="8"/>
                  </a:lnTo>
                  <a:lnTo>
                    <a:pt x="0" y="882"/>
                  </a:lnTo>
                  <a:lnTo>
                    <a:pt x="52" y="960"/>
                  </a:lnTo>
                  <a:lnTo>
                    <a:pt x="1393" y="85"/>
                  </a:lnTo>
                  <a:lnTo>
                    <a:pt x="1397" y="83"/>
                  </a:lnTo>
                  <a:lnTo>
                    <a:pt x="1393" y="85"/>
                  </a:lnTo>
                  <a:lnTo>
                    <a:pt x="1409" y="71"/>
                  </a:lnTo>
                  <a:lnTo>
                    <a:pt x="1415" y="53"/>
                  </a:lnTo>
                  <a:lnTo>
                    <a:pt x="1413" y="37"/>
                  </a:lnTo>
                  <a:lnTo>
                    <a:pt x="1406" y="21"/>
                  </a:lnTo>
                  <a:lnTo>
                    <a:pt x="1395" y="8"/>
                  </a:lnTo>
                  <a:lnTo>
                    <a:pt x="1379" y="1"/>
                  </a:lnTo>
                  <a:lnTo>
                    <a:pt x="1361" y="0"/>
                  </a:lnTo>
                  <a:lnTo>
                    <a:pt x="1342" y="8"/>
                  </a:lnTo>
                  <a:lnTo>
                    <a:pt x="1338" y="1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6397" name="Freeform 41"/>
            <p:cNvSpPr>
              <a:spLocks/>
            </p:cNvSpPr>
            <p:nvPr/>
          </p:nvSpPr>
          <p:spPr bwMode="auto">
            <a:xfrm>
              <a:off x="1599" y="2057"/>
              <a:ext cx="80" cy="163"/>
            </a:xfrm>
            <a:custGeom>
              <a:avLst/>
              <a:gdLst>
                <a:gd name="T0" fmla="*/ 2 w 398"/>
                <a:gd name="T1" fmla="*/ 0 h 817"/>
                <a:gd name="T2" fmla="*/ 2 w 398"/>
                <a:gd name="T3" fmla="*/ 0 h 817"/>
                <a:gd name="T4" fmla="*/ 2 w 398"/>
                <a:gd name="T5" fmla="*/ 1 h 817"/>
                <a:gd name="T6" fmla="*/ 2 w 398"/>
                <a:gd name="T7" fmla="*/ 1 h 817"/>
                <a:gd name="T8" fmla="*/ 2 w 398"/>
                <a:gd name="T9" fmla="*/ 2 h 817"/>
                <a:gd name="T10" fmla="*/ 2 w 398"/>
                <a:gd name="T11" fmla="*/ 2 h 817"/>
                <a:gd name="T12" fmla="*/ 2 w 398"/>
                <a:gd name="T13" fmla="*/ 2 h 817"/>
                <a:gd name="T14" fmla="*/ 2 w 398"/>
                <a:gd name="T15" fmla="*/ 3 h 817"/>
                <a:gd name="T16" fmla="*/ 2 w 398"/>
                <a:gd name="T17" fmla="*/ 3 h 817"/>
                <a:gd name="T18" fmla="*/ 2 w 398"/>
                <a:gd name="T19" fmla="*/ 4 h 817"/>
                <a:gd name="T20" fmla="*/ 2 w 398"/>
                <a:gd name="T21" fmla="*/ 4 h 817"/>
                <a:gd name="T22" fmla="*/ 1 w 398"/>
                <a:gd name="T23" fmla="*/ 4 h 817"/>
                <a:gd name="T24" fmla="*/ 1 w 398"/>
                <a:gd name="T25" fmla="*/ 5 h 817"/>
                <a:gd name="T26" fmla="*/ 1 w 398"/>
                <a:gd name="T27" fmla="*/ 5 h 817"/>
                <a:gd name="T28" fmla="*/ 1 w 398"/>
                <a:gd name="T29" fmla="*/ 5 h 817"/>
                <a:gd name="T30" fmla="*/ 1 w 398"/>
                <a:gd name="T31" fmla="*/ 5 h 817"/>
                <a:gd name="T32" fmla="*/ 0 w 398"/>
                <a:gd name="T33" fmla="*/ 6 h 817"/>
                <a:gd name="T34" fmla="*/ 0 w 398"/>
                <a:gd name="T35" fmla="*/ 6 h 817"/>
                <a:gd name="T36" fmla="*/ 0 w 398"/>
                <a:gd name="T37" fmla="*/ 7 h 817"/>
                <a:gd name="T38" fmla="*/ 1 w 398"/>
                <a:gd name="T39" fmla="*/ 6 h 817"/>
                <a:gd name="T40" fmla="*/ 1 w 398"/>
                <a:gd name="T41" fmla="*/ 6 h 817"/>
                <a:gd name="T42" fmla="*/ 1 w 398"/>
                <a:gd name="T43" fmla="*/ 6 h 817"/>
                <a:gd name="T44" fmla="*/ 2 w 398"/>
                <a:gd name="T45" fmla="*/ 5 h 817"/>
                <a:gd name="T46" fmla="*/ 2 w 398"/>
                <a:gd name="T47" fmla="*/ 5 h 817"/>
                <a:gd name="T48" fmla="*/ 2 w 398"/>
                <a:gd name="T49" fmla="*/ 5 h 817"/>
                <a:gd name="T50" fmla="*/ 2 w 398"/>
                <a:gd name="T51" fmla="*/ 4 h 817"/>
                <a:gd name="T52" fmla="*/ 2 w 398"/>
                <a:gd name="T53" fmla="*/ 4 h 817"/>
                <a:gd name="T54" fmla="*/ 3 w 398"/>
                <a:gd name="T55" fmla="*/ 3 h 817"/>
                <a:gd name="T56" fmla="*/ 3 w 398"/>
                <a:gd name="T57" fmla="*/ 3 h 817"/>
                <a:gd name="T58" fmla="*/ 3 w 398"/>
                <a:gd name="T59" fmla="*/ 3 h 817"/>
                <a:gd name="T60" fmla="*/ 3 w 398"/>
                <a:gd name="T61" fmla="*/ 2 h 817"/>
                <a:gd name="T62" fmla="*/ 3 w 398"/>
                <a:gd name="T63" fmla="*/ 2 h 817"/>
                <a:gd name="T64" fmla="*/ 3 w 398"/>
                <a:gd name="T65" fmla="*/ 1 h 817"/>
                <a:gd name="T66" fmla="*/ 3 w 398"/>
                <a:gd name="T67" fmla="*/ 1 h 817"/>
                <a:gd name="T68" fmla="*/ 3 w 398"/>
                <a:gd name="T69" fmla="*/ 0 h 817"/>
                <a:gd name="T70" fmla="*/ 3 w 398"/>
                <a:gd name="T71" fmla="*/ 0 h 817"/>
                <a:gd name="T72" fmla="*/ 3 w 398"/>
                <a:gd name="T73" fmla="*/ 0 h 817"/>
                <a:gd name="T74" fmla="*/ 3 w 398"/>
                <a:gd name="T75" fmla="*/ 0 h 817"/>
                <a:gd name="T76" fmla="*/ 3 w 398"/>
                <a:gd name="T77" fmla="*/ 0 h 817"/>
                <a:gd name="T78" fmla="*/ 3 w 398"/>
                <a:gd name="T79" fmla="*/ 0 h 817"/>
                <a:gd name="T80" fmla="*/ 3 w 398"/>
                <a:gd name="T81" fmla="*/ 0 h 817"/>
                <a:gd name="T82" fmla="*/ 3 w 398"/>
                <a:gd name="T83" fmla="*/ 0 h 817"/>
                <a:gd name="T84" fmla="*/ 3 w 398"/>
                <a:gd name="T85" fmla="*/ 0 h 817"/>
                <a:gd name="T86" fmla="*/ 2 w 398"/>
                <a:gd name="T87" fmla="*/ 0 h 817"/>
                <a:gd name="T88" fmla="*/ 2 w 398"/>
                <a:gd name="T89" fmla="*/ 0 h 817"/>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398"/>
                <a:gd name="T136" fmla="*/ 0 h 817"/>
                <a:gd name="T137" fmla="*/ 398 w 398"/>
                <a:gd name="T138" fmla="*/ 817 h 817"/>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398" h="817">
                  <a:moveTo>
                    <a:pt x="304" y="47"/>
                  </a:moveTo>
                  <a:lnTo>
                    <a:pt x="304" y="47"/>
                  </a:lnTo>
                  <a:lnTo>
                    <a:pt x="301" y="97"/>
                  </a:lnTo>
                  <a:lnTo>
                    <a:pt x="297" y="147"/>
                  </a:lnTo>
                  <a:lnTo>
                    <a:pt x="291" y="198"/>
                  </a:lnTo>
                  <a:lnTo>
                    <a:pt x="280" y="247"/>
                  </a:lnTo>
                  <a:lnTo>
                    <a:pt x="268" y="297"/>
                  </a:lnTo>
                  <a:lnTo>
                    <a:pt x="253" y="347"/>
                  </a:lnTo>
                  <a:lnTo>
                    <a:pt x="236" y="395"/>
                  </a:lnTo>
                  <a:lnTo>
                    <a:pt x="217" y="442"/>
                  </a:lnTo>
                  <a:lnTo>
                    <a:pt x="195" y="487"/>
                  </a:lnTo>
                  <a:lnTo>
                    <a:pt x="171" y="532"/>
                  </a:lnTo>
                  <a:lnTo>
                    <a:pt x="147" y="574"/>
                  </a:lnTo>
                  <a:lnTo>
                    <a:pt x="121" y="613"/>
                  </a:lnTo>
                  <a:lnTo>
                    <a:pt x="93" y="650"/>
                  </a:lnTo>
                  <a:lnTo>
                    <a:pt x="64" y="684"/>
                  </a:lnTo>
                  <a:lnTo>
                    <a:pt x="32" y="716"/>
                  </a:lnTo>
                  <a:lnTo>
                    <a:pt x="0" y="744"/>
                  </a:lnTo>
                  <a:lnTo>
                    <a:pt x="59" y="817"/>
                  </a:lnTo>
                  <a:lnTo>
                    <a:pt x="95" y="784"/>
                  </a:lnTo>
                  <a:lnTo>
                    <a:pt x="132" y="748"/>
                  </a:lnTo>
                  <a:lnTo>
                    <a:pt x="166" y="709"/>
                  </a:lnTo>
                  <a:lnTo>
                    <a:pt x="196" y="667"/>
                  </a:lnTo>
                  <a:lnTo>
                    <a:pt x="227" y="623"/>
                  </a:lnTo>
                  <a:lnTo>
                    <a:pt x="253" y="576"/>
                  </a:lnTo>
                  <a:lnTo>
                    <a:pt x="279" y="530"/>
                  </a:lnTo>
                  <a:lnTo>
                    <a:pt x="301" y="479"/>
                  </a:lnTo>
                  <a:lnTo>
                    <a:pt x="323" y="428"/>
                  </a:lnTo>
                  <a:lnTo>
                    <a:pt x="342" y="375"/>
                  </a:lnTo>
                  <a:lnTo>
                    <a:pt x="359" y="321"/>
                  </a:lnTo>
                  <a:lnTo>
                    <a:pt x="372" y="268"/>
                  </a:lnTo>
                  <a:lnTo>
                    <a:pt x="382" y="212"/>
                  </a:lnTo>
                  <a:lnTo>
                    <a:pt x="391" y="157"/>
                  </a:lnTo>
                  <a:lnTo>
                    <a:pt x="395" y="102"/>
                  </a:lnTo>
                  <a:lnTo>
                    <a:pt x="398" y="47"/>
                  </a:lnTo>
                  <a:lnTo>
                    <a:pt x="394" y="27"/>
                  </a:lnTo>
                  <a:lnTo>
                    <a:pt x="383" y="11"/>
                  </a:lnTo>
                  <a:lnTo>
                    <a:pt x="368" y="3"/>
                  </a:lnTo>
                  <a:lnTo>
                    <a:pt x="351" y="0"/>
                  </a:lnTo>
                  <a:lnTo>
                    <a:pt x="333" y="3"/>
                  </a:lnTo>
                  <a:lnTo>
                    <a:pt x="319" y="11"/>
                  </a:lnTo>
                  <a:lnTo>
                    <a:pt x="307" y="27"/>
                  </a:lnTo>
                  <a:lnTo>
                    <a:pt x="304" y="4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6398" name="Freeform 42"/>
            <p:cNvSpPr>
              <a:spLocks/>
            </p:cNvSpPr>
            <p:nvPr/>
          </p:nvSpPr>
          <p:spPr bwMode="auto">
            <a:xfrm>
              <a:off x="1660" y="1701"/>
              <a:ext cx="19" cy="365"/>
            </a:xfrm>
            <a:custGeom>
              <a:avLst/>
              <a:gdLst>
                <a:gd name="T0" fmla="*/ 0 w 95"/>
                <a:gd name="T1" fmla="*/ 0 h 1826"/>
                <a:gd name="T2" fmla="*/ 0 w 95"/>
                <a:gd name="T3" fmla="*/ 0 h 1826"/>
                <a:gd name="T4" fmla="*/ 0 w 95"/>
                <a:gd name="T5" fmla="*/ 15 h 1826"/>
                <a:gd name="T6" fmla="*/ 1 w 95"/>
                <a:gd name="T7" fmla="*/ 15 h 1826"/>
                <a:gd name="T8" fmla="*/ 1 w 95"/>
                <a:gd name="T9" fmla="*/ 0 h 1826"/>
                <a:gd name="T10" fmla="*/ 1 w 95"/>
                <a:gd name="T11" fmla="*/ 0 h 1826"/>
                <a:gd name="T12" fmla="*/ 1 w 95"/>
                <a:gd name="T13" fmla="*/ 0 h 1826"/>
                <a:gd name="T14" fmla="*/ 1 w 95"/>
                <a:gd name="T15" fmla="*/ 0 h 1826"/>
                <a:gd name="T16" fmla="*/ 1 w 95"/>
                <a:gd name="T17" fmla="*/ 0 h 1826"/>
                <a:gd name="T18" fmla="*/ 1 w 95"/>
                <a:gd name="T19" fmla="*/ 0 h 1826"/>
                <a:gd name="T20" fmla="*/ 0 w 95"/>
                <a:gd name="T21" fmla="*/ 0 h 1826"/>
                <a:gd name="T22" fmla="*/ 0 w 95"/>
                <a:gd name="T23" fmla="*/ 0 h 1826"/>
                <a:gd name="T24" fmla="*/ 0 w 95"/>
                <a:gd name="T25" fmla="*/ 0 h 1826"/>
                <a:gd name="T26" fmla="*/ 0 w 95"/>
                <a:gd name="T27" fmla="*/ 0 h 1826"/>
                <a:gd name="T28" fmla="*/ 0 w 95"/>
                <a:gd name="T29" fmla="*/ 0 h 1826"/>
                <a:gd name="T30" fmla="*/ 0 w 95"/>
                <a:gd name="T31" fmla="*/ 0 h 182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95"/>
                <a:gd name="T49" fmla="*/ 0 h 1826"/>
                <a:gd name="T50" fmla="*/ 95 w 95"/>
                <a:gd name="T51" fmla="*/ 1826 h 182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95" h="1826">
                  <a:moveTo>
                    <a:pt x="0" y="49"/>
                  </a:moveTo>
                  <a:lnTo>
                    <a:pt x="0" y="47"/>
                  </a:lnTo>
                  <a:lnTo>
                    <a:pt x="1" y="1826"/>
                  </a:lnTo>
                  <a:lnTo>
                    <a:pt x="95" y="1826"/>
                  </a:lnTo>
                  <a:lnTo>
                    <a:pt x="93" y="47"/>
                  </a:lnTo>
                  <a:lnTo>
                    <a:pt x="93" y="45"/>
                  </a:lnTo>
                  <a:lnTo>
                    <a:pt x="93" y="47"/>
                  </a:lnTo>
                  <a:lnTo>
                    <a:pt x="90" y="27"/>
                  </a:lnTo>
                  <a:lnTo>
                    <a:pt x="79" y="12"/>
                  </a:lnTo>
                  <a:lnTo>
                    <a:pt x="64" y="4"/>
                  </a:lnTo>
                  <a:lnTo>
                    <a:pt x="47" y="0"/>
                  </a:lnTo>
                  <a:lnTo>
                    <a:pt x="29" y="4"/>
                  </a:lnTo>
                  <a:lnTo>
                    <a:pt x="15" y="12"/>
                  </a:lnTo>
                  <a:lnTo>
                    <a:pt x="3" y="27"/>
                  </a:lnTo>
                  <a:lnTo>
                    <a:pt x="0" y="47"/>
                  </a:lnTo>
                  <a:lnTo>
                    <a:pt x="0" y="4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6399" name="Freeform 43"/>
            <p:cNvSpPr>
              <a:spLocks/>
            </p:cNvSpPr>
            <p:nvPr/>
          </p:nvSpPr>
          <p:spPr bwMode="auto">
            <a:xfrm>
              <a:off x="1598" y="1598"/>
              <a:ext cx="81" cy="113"/>
            </a:xfrm>
            <a:custGeom>
              <a:avLst/>
              <a:gdLst>
                <a:gd name="T0" fmla="*/ 0 w 401"/>
                <a:gd name="T1" fmla="*/ 1 h 566"/>
                <a:gd name="T2" fmla="*/ 0 w 401"/>
                <a:gd name="T3" fmla="*/ 1 h 566"/>
                <a:gd name="T4" fmla="*/ 0 w 401"/>
                <a:gd name="T5" fmla="*/ 1 h 566"/>
                <a:gd name="T6" fmla="*/ 1 w 401"/>
                <a:gd name="T7" fmla="*/ 1 h 566"/>
                <a:gd name="T8" fmla="*/ 1 w 401"/>
                <a:gd name="T9" fmla="*/ 1 h 566"/>
                <a:gd name="T10" fmla="*/ 1 w 401"/>
                <a:gd name="T11" fmla="*/ 1 h 566"/>
                <a:gd name="T12" fmla="*/ 1 w 401"/>
                <a:gd name="T13" fmla="*/ 2 h 566"/>
                <a:gd name="T14" fmla="*/ 1 w 401"/>
                <a:gd name="T15" fmla="*/ 2 h 566"/>
                <a:gd name="T16" fmla="*/ 2 w 401"/>
                <a:gd name="T17" fmla="*/ 2 h 566"/>
                <a:gd name="T18" fmla="*/ 2 w 401"/>
                <a:gd name="T19" fmla="*/ 2 h 566"/>
                <a:gd name="T20" fmla="*/ 2 w 401"/>
                <a:gd name="T21" fmla="*/ 2 h 566"/>
                <a:gd name="T22" fmla="*/ 2 w 401"/>
                <a:gd name="T23" fmla="*/ 3 h 566"/>
                <a:gd name="T24" fmla="*/ 2 w 401"/>
                <a:gd name="T25" fmla="*/ 3 h 566"/>
                <a:gd name="T26" fmla="*/ 2 w 401"/>
                <a:gd name="T27" fmla="*/ 3 h 566"/>
                <a:gd name="T28" fmla="*/ 2 w 401"/>
                <a:gd name="T29" fmla="*/ 4 h 566"/>
                <a:gd name="T30" fmla="*/ 2 w 401"/>
                <a:gd name="T31" fmla="*/ 4 h 566"/>
                <a:gd name="T32" fmla="*/ 2 w 401"/>
                <a:gd name="T33" fmla="*/ 4 h 566"/>
                <a:gd name="T34" fmla="*/ 3 w 401"/>
                <a:gd name="T35" fmla="*/ 5 h 566"/>
                <a:gd name="T36" fmla="*/ 3 w 401"/>
                <a:gd name="T37" fmla="*/ 4 h 566"/>
                <a:gd name="T38" fmla="*/ 3 w 401"/>
                <a:gd name="T39" fmla="*/ 4 h 566"/>
                <a:gd name="T40" fmla="*/ 3 w 401"/>
                <a:gd name="T41" fmla="*/ 4 h 566"/>
                <a:gd name="T42" fmla="*/ 3 w 401"/>
                <a:gd name="T43" fmla="*/ 3 h 566"/>
                <a:gd name="T44" fmla="*/ 3 w 401"/>
                <a:gd name="T45" fmla="*/ 3 h 566"/>
                <a:gd name="T46" fmla="*/ 3 w 401"/>
                <a:gd name="T47" fmla="*/ 3 h 566"/>
                <a:gd name="T48" fmla="*/ 3 w 401"/>
                <a:gd name="T49" fmla="*/ 2 h 566"/>
                <a:gd name="T50" fmla="*/ 3 w 401"/>
                <a:gd name="T51" fmla="*/ 2 h 566"/>
                <a:gd name="T52" fmla="*/ 2 w 401"/>
                <a:gd name="T53" fmla="*/ 2 h 566"/>
                <a:gd name="T54" fmla="*/ 2 w 401"/>
                <a:gd name="T55" fmla="*/ 2 h 566"/>
                <a:gd name="T56" fmla="*/ 2 w 401"/>
                <a:gd name="T57" fmla="*/ 1 h 566"/>
                <a:gd name="T58" fmla="*/ 2 w 401"/>
                <a:gd name="T59" fmla="*/ 1 h 566"/>
                <a:gd name="T60" fmla="*/ 2 w 401"/>
                <a:gd name="T61" fmla="*/ 1 h 566"/>
                <a:gd name="T62" fmla="*/ 1 w 401"/>
                <a:gd name="T63" fmla="*/ 1 h 566"/>
                <a:gd name="T64" fmla="*/ 1 w 401"/>
                <a:gd name="T65" fmla="*/ 0 h 566"/>
                <a:gd name="T66" fmla="*/ 1 w 401"/>
                <a:gd name="T67" fmla="*/ 0 h 566"/>
                <a:gd name="T68" fmla="*/ 1 w 401"/>
                <a:gd name="T69" fmla="*/ 0 h 566"/>
                <a:gd name="T70" fmla="*/ 1 w 401"/>
                <a:gd name="T71" fmla="*/ 0 h 566"/>
                <a:gd name="T72" fmla="*/ 1 w 401"/>
                <a:gd name="T73" fmla="*/ 0 h 566"/>
                <a:gd name="T74" fmla="*/ 0 w 401"/>
                <a:gd name="T75" fmla="*/ 0 h 566"/>
                <a:gd name="T76" fmla="*/ 0 w 401"/>
                <a:gd name="T77" fmla="*/ 0 h 566"/>
                <a:gd name="T78" fmla="*/ 0 w 401"/>
                <a:gd name="T79" fmla="*/ 0 h 566"/>
                <a:gd name="T80" fmla="*/ 0 w 401"/>
                <a:gd name="T81" fmla="*/ 0 h 566"/>
                <a:gd name="T82" fmla="*/ 0 w 401"/>
                <a:gd name="T83" fmla="*/ 0 h 566"/>
                <a:gd name="T84" fmla="*/ 0 w 401"/>
                <a:gd name="T85" fmla="*/ 0 h 566"/>
                <a:gd name="T86" fmla="*/ 0 w 401"/>
                <a:gd name="T87" fmla="*/ 1 h 566"/>
                <a:gd name="T88" fmla="*/ 0 w 401"/>
                <a:gd name="T89" fmla="*/ 1 h 56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401"/>
                <a:gd name="T136" fmla="*/ 0 h 566"/>
                <a:gd name="T137" fmla="*/ 401 w 401"/>
                <a:gd name="T138" fmla="*/ 566 h 566"/>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401" h="566">
                  <a:moveTo>
                    <a:pt x="23" y="88"/>
                  </a:moveTo>
                  <a:lnTo>
                    <a:pt x="23" y="88"/>
                  </a:lnTo>
                  <a:lnTo>
                    <a:pt x="53" y="107"/>
                  </a:lnTo>
                  <a:lnTo>
                    <a:pt x="83" y="125"/>
                  </a:lnTo>
                  <a:lnTo>
                    <a:pt x="108" y="147"/>
                  </a:lnTo>
                  <a:lnTo>
                    <a:pt x="135" y="171"/>
                  </a:lnTo>
                  <a:lnTo>
                    <a:pt x="160" y="196"/>
                  </a:lnTo>
                  <a:lnTo>
                    <a:pt x="182" y="223"/>
                  </a:lnTo>
                  <a:lnTo>
                    <a:pt x="205" y="251"/>
                  </a:lnTo>
                  <a:lnTo>
                    <a:pt x="223" y="281"/>
                  </a:lnTo>
                  <a:lnTo>
                    <a:pt x="240" y="312"/>
                  </a:lnTo>
                  <a:lnTo>
                    <a:pt x="256" y="345"/>
                  </a:lnTo>
                  <a:lnTo>
                    <a:pt x="270" y="379"/>
                  </a:lnTo>
                  <a:lnTo>
                    <a:pt x="282" y="414"/>
                  </a:lnTo>
                  <a:lnTo>
                    <a:pt x="291" y="450"/>
                  </a:lnTo>
                  <a:lnTo>
                    <a:pt x="299" y="488"/>
                  </a:lnTo>
                  <a:lnTo>
                    <a:pt x="304" y="526"/>
                  </a:lnTo>
                  <a:lnTo>
                    <a:pt x="308" y="566"/>
                  </a:lnTo>
                  <a:lnTo>
                    <a:pt x="401" y="562"/>
                  </a:lnTo>
                  <a:lnTo>
                    <a:pt x="398" y="517"/>
                  </a:lnTo>
                  <a:lnTo>
                    <a:pt x="391" y="471"/>
                  </a:lnTo>
                  <a:lnTo>
                    <a:pt x="383" y="429"/>
                  </a:lnTo>
                  <a:lnTo>
                    <a:pt x="371" y="386"/>
                  </a:lnTo>
                  <a:lnTo>
                    <a:pt x="357" y="346"/>
                  </a:lnTo>
                  <a:lnTo>
                    <a:pt x="340" y="307"/>
                  </a:lnTo>
                  <a:lnTo>
                    <a:pt x="324" y="270"/>
                  </a:lnTo>
                  <a:lnTo>
                    <a:pt x="303" y="232"/>
                  </a:lnTo>
                  <a:lnTo>
                    <a:pt x="280" y="197"/>
                  </a:lnTo>
                  <a:lnTo>
                    <a:pt x="255" y="164"/>
                  </a:lnTo>
                  <a:lnTo>
                    <a:pt x="228" y="132"/>
                  </a:lnTo>
                  <a:lnTo>
                    <a:pt x="199" y="103"/>
                  </a:lnTo>
                  <a:lnTo>
                    <a:pt x="169" y="76"/>
                  </a:lnTo>
                  <a:lnTo>
                    <a:pt x="137" y="50"/>
                  </a:lnTo>
                  <a:lnTo>
                    <a:pt x="103" y="27"/>
                  </a:lnTo>
                  <a:lnTo>
                    <a:pt x="67" y="6"/>
                  </a:lnTo>
                  <a:lnTo>
                    <a:pt x="48" y="0"/>
                  </a:lnTo>
                  <a:lnTo>
                    <a:pt x="30" y="2"/>
                  </a:lnTo>
                  <a:lnTo>
                    <a:pt x="16" y="12"/>
                  </a:lnTo>
                  <a:lnTo>
                    <a:pt x="5" y="25"/>
                  </a:lnTo>
                  <a:lnTo>
                    <a:pt x="0" y="41"/>
                  </a:lnTo>
                  <a:lnTo>
                    <a:pt x="0" y="59"/>
                  </a:lnTo>
                  <a:lnTo>
                    <a:pt x="8" y="75"/>
                  </a:lnTo>
                  <a:lnTo>
                    <a:pt x="23"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6400" name="Freeform 44"/>
            <p:cNvSpPr>
              <a:spLocks/>
            </p:cNvSpPr>
            <p:nvPr/>
          </p:nvSpPr>
          <p:spPr bwMode="auto">
            <a:xfrm>
              <a:off x="1346" y="1455"/>
              <a:ext cx="266" cy="160"/>
            </a:xfrm>
            <a:custGeom>
              <a:avLst/>
              <a:gdLst>
                <a:gd name="T0" fmla="*/ 0 w 1330"/>
                <a:gd name="T1" fmla="*/ 1 h 801"/>
                <a:gd name="T2" fmla="*/ 0 w 1330"/>
                <a:gd name="T3" fmla="*/ 1 h 801"/>
                <a:gd name="T4" fmla="*/ 10 w 1330"/>
                <a:gd name="T5" fmla="*/ 6 h 801"/>
                <a:gd name="T6" fmla="*/ 11 w 1330"/>
                <a:gd name="T7" fmla="*/ 6 h 801"/>
                <a:gd name="T8" fmla="*/ 1 w 1330"/>
                <a:gd name="T9" fmla="*/ 0 h 801"/>
                <a:gd name="T10" fmla="*/ 1 w 1330"/>
                <a:gd name="T11" fmla="*/ 0 h 801"/>
                <a:gd name="T12" fmla="*/ 1 w 1330"/>
                <a:gd name="T13" fmla="*/ 0 h 801"/>
                <a:gd name="T14" fmla="*/ 0 w 1330"/>
                <a:gd name="T15" fmla="*/ 0 h 801"/>
                <a:gd name="T16" fmla="*/ 0 w 1330"/>
                <a:gd name="T17" fmla="*/ 0 h 801"/>
                <a:gd name="T18" fmla="*/ 0 w 1330"/>
                <a:gd name="T19" fmla="*/ 0 h 801"/>
                <a:gd name="T20" fmla="*/ 0 w 1330"/>
                <a:gd name="T21" fmla="*/ 0 h 801"/>
                <a:gd name="T22" fmla="*/ 0 w 1330"/>
                <a:gd name="T23" fmla="*/ 0 h 801"/>
                <a:gd name="T24" fmla="*/ 0 w 1330"/>
                <a:gd name="T25" fmla="*/ 0 h 801"/>
                <a:gd name="T26" fmla="*/ 0 w 1330"/>
                <a:gd name="T27" fmla="*/ 1 h 801"/>
                <a:gd name="T28" fmla="*/ 0 w 1330"/>
                <a:gd name="T29" fmla="*/ 1 h 801"/>
                <a:gd name="T30" fmla="*/ 0 w 1330"/>
                <a:gd name="T31" fmla="*/ 1 h 801"/>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30"/>
                <a:gd name="T49" fmla="*/ 0 h 801"/>
                <a:gd name="T50" fmla="*/ 1330 w 1330"/>
                <a:gd name="T51" fmla="*/ 801 h 801"/>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30" h="801">
                  <a:moveTo>
                    <a:pt x="24" y="88"/>
                  </a:moveTo>
                  <a:lnTo>
                    <a:pt x="23" y="88"/>
                  </a:lnTo>
                  <a:lnTo>
                    <a:pt x="1286" y="801"/>
                  </a:lnTo>
                  <a:lnTo>
                    <a:pt x="1330" y="719"/>
                  </a:lnTo>
                  <a:lnTo>
                    <a:pt x="67" y="6"/>
                  </a:lnTo>
                  <a:lnTo>
                    <a:pt x="66" y="6"/>
                  </a:lnTo>
                  <a:lnTo>
                    <a:pt x="67" y="6"/>
                  </a:lnTo>
                  <a:lnTo>
                    <a:pt x="48" y="0"/>
                  </a:lnTo>
                  <a:lnTo>
                    <a:pt x="30" y="2"/>
                  </a:lnTo>
                  <a:lnTo>
                    <a:pt x="16" y="12"/>
                  </a:lnTo>
                  <a:lnTo>
                    <a:pt x="5" y="25"/>
                  </a:lnTo>
                  <a:lnTo>
                    <a:pt x="0" y="41"/>
                  </a:lnTo>
                  <a:lnTo>
                    <a:pt x="0" y="59"/>
                  </a:lnTo>
                  <a:lnTo>
                    <a:pt x="8" y="75"/>
                  </a:lnTo>
                  <a:lnTo>
                    <a:pt x="23" y="88"/>
                  </a:lnTo>
                  <a:lnTo>
                    <a:pt x="24"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6401" name="Freeform 45"/>
            <p:cNvSpPr>
              <a:spLocks/>
            </p:cNvSpPr>
            <p:nvPr/>
          </p:nvSpPr>
          <p:spPr bwMode="auto">
            <a:xfrm>
              <a:off x="1198" y="1439"/>
              <a:ext cx="161" cy="35"/>
            </a:xfrm>
            <a:custGeom>
              <a:avLst/>
              <a:gdLst>
                <a:gd name="T0" fmla="*/ 1 w 806"/>
                <a:gd name="T1" fmla="*/ 1 h 177"/>
                <a:gd name="T2" fmla="*/ 1 w 806"/>
                <a:gd name="T3" fmla="*/ 1 h 177"/>
                <a:gd name="T4" fmla="*/ 1 w 806"/>
                <a:gd name="T5" fmla="*/ 1 h 177"/>
                <a:gd name="T6" fmla="*/ 1 w 806"/>
                <a:gd name="T7" fmla="*/ 1 h 177"/>
                <a:gd name="T8" fmla="*/ 2 w 806"/>
                <a:gd name="T9" fmla="*/ 1 h 177"/>
                <a:gd name="T10" fmla="*/ 2 w 806"/>
                <a:gd name="T11" fmla="*/ 1 h 177"/>
                <a:gd name="T12" fmla="*/ 2 w 806"/>
                <a:gd name="T13" fmla="*/ 1 h 177"/>
                <a:gd name="T14" fmla="*/ 3 w 806"/>
                <a:gd name="T15" fmla="*/ 1 h 177"/>
                <a:gd name="T16" fmla="*/ 3 w 806"/>
                <a:gd name="T17" fmla="*/ 1 h 177"/>
                <a:gd name="T18" fmla="*/ 3 w 806"/>
                <a:gd name="T19" fmla="*/ 1 h 177"/>
                <a:gd name="T20" fmla="*/ 4 w 806"/>
                <a:gd name="T21" fmla="*/ 1 h 177"/>
                <a:gd name="T22" fmla="*/ 4 w 806"/>
                <a:gd name="T23" fmla="*/ 1 h 177"/>
                <a:gd name="T24" fmla="*/ 5 w 806"/>
                <a:gd name="T25" fmla="*/ 1 h 177"/>
                <a:gd name="T26" fmla="*/ 5 w 806"/>
                <a:gd name="T27" fmla="*/ 1 h 177"/>
                <a:gd name="T28" fmla="*/ 5 w 806"/>
                <a:gd name="T29" fmla="*/ 1 h 177"/>
                <a:gd name="T30" fmla="*/ 6 w 806"/>
                <a:gd name="T31" fmla="*/ 1 h 177"/>
                <a:gd name="T32" fmla="*/ 6 w 806"/>
                <a:gd name="T33" fmla="*/ 1 h 177"/>
                <a:gd name="T34" fmla="*/ 6 w 806"/>
                <a:gd name="T35" fmla="*/ 1 h 177"/>
                <a:gd name="T36" fmla="*/ 6 w 806"/>
                <a:gd name="T37" fmla="*/ 1 h 177"/>
                <a:gd name="T38" fmla="*/ 6 w 806"/>
                <a:gd name="T39" fmla="*/ 1 h 177"/>
                <a:gd name="T40" fmla="*/ 6 w 806"/>
                <a:gd name="T41" fmla="*/ 0 h 177"/>
                <a:gd name="T42" fmla="*/ 5 w 806"/>
                <a:gd name="T43" fmla="*/ 0 h 177"/>
                <a:gd name="T44" fmla="*/ 5 w 806"/>
                <a:gd name="T45" fmla="*/ 0 h 177"/>
                <a:gd name="T46" fmla="*/ 5 w 806"/>
                <a:gd name="T47" fmla="*/ 0 h 177"/>
                <a:gd name="T48" fmla="*/ 4 w 806"/>
                <a:gd name="T49" fmla="*/ 0 h 177"/>
                <a:gd name="T50" fmla="*/ 4 w 806"/>
                <a:gd name="T51" fmla="*/ 0 h 177"/>
                <a:gd name="T52" fmla="*/ 3 w 806"/>
                <a:gd name="T53" fmla="*/ 0 h 177"/>
                <a:gd name="T54" fmla="*/ 3 w 806"/>
                <a:gd name="T55" fmla="*/ 0 h 177"/>
                <a:gd name="T56" fmla="*/ 3 w 806"/>
                <a:gd name="T57" fmla="*/ 0 h 177"/>
                <a:gd name="T58" fmla="*/ 2 w 806"/>
                <a:gd name="T59" fmla="*/ 0 h 177"/>
                <a:gd name="T60" fmla="*/ 2 w 806"/>
                <a:gd name="T61" fmla="*/ 0 h 177"/>
                <a:gd name="T62" fmla="*/ 1 w 806"/>
                <a:gd name="T63" fmla="*/ 0 h 177"/>
                <a:gd name="T64" fmla="*/ 1 w 806"/>
                <a:gd name="T65" fmla="*/ 0 h 177"/>
                <a:gd name="T66" fmla="*/ 1 w 806"/>
                <a:gd name="T67" fmla="*/ 1 h 177"/>
                <a:gd name="T68" fmla="*/ 0 w 806"/>
                <a:gd name="T69" fmla="*/ 1 h 177"/>
                <a:gd name="T70" fmla="*/ 0 w 806"/>
                <a:gd name="T71" fmla="*/ 1 h 177"/>
                <a:gd name="T72" fmla="*/ 0 w 806"/>
                <a:gd name="T73" fmla="*/ 1 h 177"/>
                <a:gd name="T74" fmla="*/ 0 w 806"/>
                <a:gd name="T75" fmla="*/ 1 h 177"/>
                <a:gd name="T76" fmla="*/ 0 w 806"/>
                <a:gd name="T77" fmla="*/ 1 h 177"/>
                <a:gd name="T78" fmla="*/ 0 w 806"/>
                <a:gd name="T79" fmla="*/ 1 h 177"/>
                <a:gd name="T80" fmla="*/ 0 w 806"/>
                <a:gd name="T81" fmla="*/ 1 h 177"/>
                <a:gd name="T82" fmla="*/ 0 w 806"/>
                <a:gd name="T83" fmla="*/ 1 h 177"/>
                <a:gd name="T84" fmla="*/ 0 w 806"/>
                <a:gd name="T85" fmla="*/ 1 h 177"/>
                <a:gd name="T86" fmla="*/ 0 w 806"/>
                <a:gd name="T87" fmla="*/ 1 h 177"/>
                <a:gd name="T88" fmla="*/ 1 w 806"/>
                <a:gd name="T89" fmla="*/ 1 h 177"/>
                <a:gd name="T90" fmla="*/ 1 w 806"/>
                <a:gd name="T91" fmla="*/ 1 h 17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806"/>
                <a:gd name="T139" fmla="*/ 0 h 177"/>
                <a:gd name="T140" fmla="*/ 806 w 806"/>
                <a:gd name="T141" fmla="*/ 177 h 17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806" h="177">
                  <a:moveTo>
                    <a:pt x="67" y="171"/>
                  </a:moveTo>
                  <a:lnTo>
                    <a:pt x="68" y="171"/>
                  </a:lnTo>
                  <a:lnTo>
                    <a:pt x="109" y="151"/>
                  </a:lnTo>
                  <a:lnTo>
                    <a:pt x="151" y="135"/>
                  </a:lnTo>
                  <a:lnTo>
                    <a:pt x="196" y="122"/>
                  </a:lnTo>
                  <a:lnTo>
                    <a:pt x="242" y="110"/>
                  </a:lnTo>
                  <a:lnTo>
                    <a:pt x="287" y="102"/>
                  </a:lnTo>
                  <a:lnTo>
                    <a:pt x="335" y="97"/>
                  </a:lnTo>
                  <a:lnTo>
                    <a:pt x="382" y="95"/>
                  </a:lnTo>
                  <a:lnTo>
                    <a:pt x="430" y="94"/>
                  </a:lnTo>
                  <a:lnTo>
                    <a:pt x="477" y="97"/>
                  </a:lnTo>
                  <a:lnTo>
                    <a:pt x="524" y="102"/>
                  </a:lnTo>
                  <a:lnTo>
                    <a:pt x="568" y="108"/>
                  </a:lnTo>
                  <a:lnTo>
                    <a:pt x="612" y="117"/>
                  </a:lnTo>
                  <a:lnTo>
                    <a:pt x="654" y="128"/>
                  </a:lnTo>
                  <a:lnTo>
                    <a:pt x="693" y="141"/>
                  </a:lnTo>
                  <a:lnTo>
                    <a:pt x="730" y="155"/>
                  </a:lnTo>
                  <a:lnTo>
                    <a:pt x="764" y="171"/>
                  </a:lnTo>
                  <a:lnTo>
                    <a:pt x="806" y="89"/>
                  </a:lnTo>
                  <a:lnTo>
                    <a:pt x="768" y="70"/>
                  </a:lnTo>
                  <a:lnTo>
                    <a:pt x="725" y="54"/>
                  </a:lnTo>
                  <a:lnTo>
                    <a:pt x="680" y="39"/>
                  </a:lnTo>
                  <a:lnTo>
                    <a:pt x="633" y="26"/>
                  </a:lnTo>
                  <a:lnTo>
                    <a:pt x="585" y="16"/>
                  </a:lnTo>
                  <a:lnTo>
                    <a:pt x="536" y="8"/>
                  </a:lnTo>
                  <a:lnTo>
                    <a:pt x="484" y="3"/>
                  </a:lnTo>
                  <a:lnTo>
                    <a:pt x="433" y="0"/>
                  </a:lnTo>
                  <a:lnTo>
                    <a:pt x="380" y="1"/>
                  </a:lnTo>
                  <a:lnTo>
                    <a:pt x="328" y="3"/>
                  </a:lnTo>
                  <a:lnTo>
                    <a:pt x="276" y="10"/>
                  </a:lnTo>
                  <a:lnTo>
                    <a:pt x="223" y="19"/>
                  </a:lnTo>
                  <a:lnTo>
                    <a:pt x="172" y="30"/>
                  </a:lnTo>
                  <a:lnTo>
                    <a:pt x="121" y="46"/>
                  </a:lnTo>
                  <a:lnTo>
                    <a:pt x="72" y="67"/>
                  </a:lnTo>
                  <a:lnTo>
                    <a:pt x="24" y="89"/>
                  </a:lnTo>
                  <a:lnTo>
                    <a:pt x="25" y="89"/>
                  </a:lnTo>
                  <a:lnTo>
                    <a:pt x="24" y="89"/>
                  </a:lnTo>
                  <a:lnTo>
                    <a:pt x="8" y="102"/>
                  </a:lnTo>
                  <a:lnTo>
                    <a:pt x="0" y="118"/>
                  </a:lnTo>
                  <a:lnTo>
                    <a:pt x="0" y="136"/>
                  </a:lnTo>
                  <a:lnTo>
                    <a:pt x="6" y="152"/>
                  </a:lnTo>
                  <a:lnTo>
                    <a:pt x="17" y="165"/>
                  </a:lnTo>
                  <a:lnTo>
                    <a:pt x="31" y="175"/>
                  </a:lnTo>
                  <a:lnTo>
                    <a:pt x="48" y="177"/>
                  </a:lnTo>
                  <a:lnTo>
                    <a:pt x="68" y="171"/>
                  </a:lnTo>
                  <a:lnTo>
                    <a:pt x="67" y="1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6402" name="Freeform 46"/>
            <p:cNvSpPr>
              <a:spLocks/>
            </p:cNvSpPr>
            <p:nvPr/>
          </p:nvSpPr>
          <p:spPr bwMode="auto">
            <a:xfrm>
              <a:off x="931" y="1456"/>
              <a:ext cx="280" cy="158"/>
            </a:xfrm>
            <a:custGeom>
              <a:avLst/>
              <a:gdLst>
                <a:gd name="T0" fmla="*/ 1 w 1402"/>
                <a:gd name="T1" fmla="*/ 6 h 787"/>
                <a:gd name="T2" fmla="*/ 1 w 1402"/>
                <a:gd name="T3" fmla="*/ 6 h 787"/>
                <a:gd name="T4" fmla="*/ 11 w 1402"/>
                <a:gd name="T5" fmla="*/ 1 h 787"/>
                <a:gd name="T6" fmla="*/ 11 w 1402"/>
                <a:gd name="T7" fmla="*/ 0 h 787"/>
                <a:gd name="T8" fmla="*/ 0 w 1402"/>
                <a:gd name="T9" fmla="*/ 6 h 787"/>
                <a:gd name="T10" fmla="*/ 0 w 1402"/>
                <a:gd name="T11" fmla="*/ 6 h 787"/>
                <a:gd name="T12" fmla="*/ 0 w 1402"/>
                <a:gd name="T13" fmla="*/ 6 h 787"/>
                <a:gd name="T14" fmla="*/ 0 w 1402"/>
                <a:gd name="T15" fmla="*/ 6 h 787"/>
                <a:gd name="T16" fmla="*/ 0 w 1402"/>
                <a:gd name="T17" fmla="*/ 6 h 787"/>
                <a:gd name="T18" fmla="*/ 0 w 1402"/>
                <a:gd name="T19" fmla="*/ 6 h 787"/>
                <a:gd name="T20" fmla="*/ 0 w 1402"/>
                <a:gd name="T21" fmla="*/ 6 h 787"/>
                <a:gd name="T22" fmla="*/ 0 w 1402"/>
                <a:gd name="T23" fmla="*/ 6 h 787"/>
                <a:gd name="T24" fmla="*/ 0 w 1402"/>
                <a:gd name="T25" fmla="*/ 6 h 787"/>
                <a:gd name="T26" fmla="*/ 0 w 1402"/>
                <a:gd name="T27" fmla="*/ 6 h 787"/>
                <a:gd name="T28" fmla="*/ 1 w 1402"/>
                <a:gd name="T29" fmla="*/ 6 h 787"/>
                <a:gd name="T30" fmla="*/ 1 w 1402"/>
                <a:gd name="T31" fmla="*/ 6 h 78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02"/>
                <a:gd name="T49" fmla="*/ 0 h 787"/>
                <a:gd name="T50" fmla="*/ 1402 w 1402"/>
                <a:gd name="T51" fmla="*/ 787 h 78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02" h="787">
                  <a:moveTo>
                    <a:pt x="69" y="781"/>
                  </a:moveTo>
                  <a:lnTo>
                    <a:pt x="66" y="781"/>
                  </a:lnTo>
                  <a:lnTo>
                    <a:pt x="1402" y="82"/>
                  </a:lnTo>
                  <a:lnTo>
                    <a:pt x="1360" y="0"/>
                  </a:lnTo>
                  <a:lnTo>
                    <a:pt x="24" y="699"/>
                  </a:lnTo>
                  <a:lnTo>
                    <a:pt x="22" y="699"/>
                  </a:lnTo>
                  <a:lnTo>
                    <a:pt x="24" y="699"/>
                  </a:lnTo>
                  <a:lnTo>
                    <a:pt x="8" y="712"/>
                  </a:lnTo>
                  <a:lnTo>
                    <a:pt x="1" y="727"/>
                  </a:lnTo>
                  <a:lnTo>
                    <a:pt x="0" y="744"/>
                  </a:lnTo>
                  <a:lnTo>
                    <a:pt x="5" y="761"/>
                  </a:lnTo>
                  <a:lnTo>
                    <a:pt x="15" y="775"/>
                  </a:lnTo>
                  <a:lnTo>
                    <a:pt x="30" y="784"/>
                  </a:lnTo>
                  <a:lnTo>
                    <a:pt x="46" y="787"/>
                  </a:lnTo>
                  <a:lnTo>
                    <a:pt x="66" y="781"/>
                  </a:lnTo>
                  <a:lnTo>
                    <a:pt x="69" y="7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6403" name="Freeform 47"/>
            <p:cNvSpPr>
              <a:spLocks/>
            </p:cNvSpPr>
            <p:nvPr/>
          </p:nvSpPr>
          <p:spPr bwMode="auto">
            <a:xfrm>
              <a:off x="868" y="1596"/>
              <a:ext cx="77" cy="126"/>
            </a:xfrm>
            <a:custGeom>
              <a:avLst/>
              <a:gdLst>
                <a:gd name="T0" fmla="*/ 1 w 382"/>
                <a:gd name="T1" fmla="*/ 5 h 628"/>
                <a:gd name="T2" fmla="*/ 1 w 382"/>
                <a:gd name="T3" fmla="*/ 5 h 628"/>
                <a:gd name="T4" fmla="*/ 1 w 382"/>
                <a:gd name="T5" fmla="*/ 4 h 628"/>
                <a:gd name="T6" fmla="*/ 1 w 382"/>
                <a:gd name="T7" fmla="*/ 4 h 628"/>
                <a:gd name="T8" fmla="*/ 1 w 382"/>
                <a:gd name="T9" fmla="*/ 4 h 628"/>
                <a:gd name="T10" fmla="*/ 1 w 382"/>
                <a:gd name="T11" fmla="*/ 3 h 628"/>
                <a:gd name="T12" fmla="*/ 1 w 382"/>
                <a:gd name="T13" fmla="*/ 3 h 628"/>
                <a:gd name="T14" fmla="*/ 1 w 382"/>
                <a:gd name="T15" fmla="*/ 3 h 628"/>
                <a:gd name="T16" fmla="*/ 1 w 382"/>
                <a:gd name="T17" fmla="*/ 3 h 628"/>
                <a:gd name="T18" fmla="*/ 1 w 382"/>
                <a:gd name="T19" fmla="*/ 2 h 628"/>
                <a:gd name="T20" fmla="*/ 2 w 382"/>
                <a:gd name="T21" fmla="*/ 2 h 628"/>
                <a:gd name="T22" fmla="*/ 2 w 382"/>
                <a:gd name="T23" fmla="*/ 2 h 628"/>
                <a:gd name="T24" fmla="*/ 2 w 382"/>
                <a:gd name="T25" fmla="*/ 2 h 628"/>
                <a:gd name="T26" fmla="*/ 2 w 382"/>
                <a:gd name="T27" fmla="*/ 1 h 628"/>
                <a:gd name="T28" fmla="*/ 2 w 382"/>
                <a:gd name="T29" fmla="*/ 1 h 628"/>
                <a:gd name="T30" fmla="*/ 3 w 382"/>
                <a:gd name="T31" fmla="*/ 1 h 628"/>
                <a:gd name="T32" fmla="*/ 3 w 382"/>
                <a:gd name="T33" fmla="*/ 1 h 628"/>
                <a:gd name="T34" fmla="*/ 3 w 382"/>
                <a:gd name="T35" fmla="*/ 1 h 628"/>
                <a:gd name="T36" fmla="*/ 3 w 382"/>
                <a:gd name="T37" fmla="*/ 0 h 628"/>
                <a:gd name="T38" fmla="*/ 2 w 382"/>
                <a:gd name="T39" fmla="*/ 0 h 628"/>
                <a:gd name="T40" fmla="*/ 2 w 382"/>
                <a:gd name="T41" fmla="*/ 0 h 628"/>
                <a:gd name="T42" fmla="*/ 2 w 382"/>
                <a:gd name="T43" fmla="*/ 1 h 628"/>
                <a:gd name="T44" fmla="*/ 2 w 382"/>
                <a:gd name="T45" fmla="*/ 1 h 628"/>
                <a:gd name="T46" fmla="*/ 1 w 382"/>
                <a:gd name="T47" fmla="*/ 1 h 628"/>
                <a:gd name="T48" fmla="*/ 1 w 382"/>
                <a:gd name="T49" fmla="*/ 1 h 628"/>
                <a:gd name="T50" fmla="*/ 1 w 382"/>
                <a:gd name="T51" fmla="*/ 2 h 628"/>
                <a:gd name="T52" fmla="*/ 1 w 382"/>
                <a:gd name="T53" fmla="*/ 2 h 628"/>
                <a:gd name="T54" fmla="*/ 1 w 382"/>
                <a:gd name="T55" fmla="*/ 2 h 628"/>
                <a:gd name="T56" fmla="*/ 0 w 382"/>
                <a:gd name="T57" fmla="*/ 3 h 628"/>
                <a:gd name="T58" fmla="*/ 0 w 382"/>
                <a:gd name="T59" fmla="*/ 3 h 628"/>
                <a:gd name="T60" fmla="*/ 0 w 382"/>
                <a:gd name="T61" fmla="*/ 3 h 628"/>
                <a:gd name="T62" fmla="*/ 0 w 382"/>
                <a:gd name="T63" fmla="*/ 4 h 628"/>
                <a:gd name="T64" fmla="*/ 0 w 382"/>
                <a:gd name="T65" fmla="*/ 4 h 628"/>
                <a:gd name="T66" fmla="*/ 0 w 382"/>
                <a:gd name="T67" fmla="*/ 4 h 628"/>
                <a:gd name="T68" fmla="*/ 0 w 382"/>
                <a:gd name="T69" fmla="*/ 5 h 628"/>
                <a:gd name="T70" fmla="*/ 0 w 382"/>
                <a:gd name="T71" fmla="*/ 5 h 628"/>
                <a:gd name="T72" fmla="*/ 0 w 382"/>
                <a:gd name="T73" fmla="*/ 5 h 628"/>
                <a:gd name="T74" fmla="*/ 0 w 382"/>
                <a:gd name="T75" fmla="*/ 5 h 628"/>
                <a:gd name="T76" fmla="*/ 0 w 382"/>
                <a:gd name="T77" fmla="*/ 5 h 628"/>
                <a:gd name="T78" fmla="*/ 0 w 382"/>
                <a:gd name="T79" fmla="*/ 5 h 628"/>
                <a:gd name="T80" fmla="*/ 0 w 382"/>
                <a:gd name="T81" fmla="*/ 5 h 628"/>
                <a:gd name="T82" fmla="*/ 1 w 382"/>
                <a:gd name="T83" fmla="*/ 5 h 628"/>
                <a:gd name="T84" fmla="*/ 1 w 382"/>
                <a:gd name="T85" fmla="*/ 5 h 628"/>
                <a:gd name="T86" fmla="*/ 1 w 382"/>
                <a:gd name="T87" fmla="*/ 5 h 628"/>
                <a:gd name="T88" fmla="*/ 1 w 382"/>
                <a:gd name="T89" fmla="*/ 5 h 628"/>
                <a:gd name="T90" fmla="*/ 1 w 382"/>
                <a:gd name="T91" fmla="*/ 5 h 628"/>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382"/>
                <a:gd name="T139" fmla="*/ 0 h 628"/>
                <a:gd name="T140" fmla="*/ 382 w 382"/>
                <a:gd name="T141" fmla="*/ 628 h 628"/>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382" h="628">
                  <a:moveTo>
                    <a:pt x="94" y="581"/>
                  </a:moveTo>
                  <a:lnTo>
                    <a:pt x="94" y="582"/>
                  </a:lnTo>
                  <a:lnTo>
                    <a:pt x="96" y="541"/>
                  </a:lnTo>
                  <a:lnTo>
                    <a:pt x="99" y="500"/>
                  </a:lnTo>
                  <a:lnTo>
                    <a:pt x="106" y="463"/>
                  </a:lnTo>
                  <a:lnTo>
                    <a:pt x="115" y="424"/>
                  </a:lnTo>
                  <a:lnTo>
                    <a:pt x="127" y="389"/>
                  </a:lnTo>
                  <a:lnTo>
                    <a:pt x="140" y="353"/>
                  </a:lnTo>
                  <a:lnTo>
                    <a:pt x="156" y="320"/>
                  </a:lnTo>
                  <a:lnTo>
                    <a:pt x="173" y="287"/>
                  </a:lnTo>
                  <a:lnTo>
                    <a:pt x="193" y="255"/>
                  </a:lnTo>
                  <a:lnTo>
                    <a:pt x="214" y="226"/>
                  </a:lnTo>
                  <a:lnTo>
                    <a:pt x="238" y="198"/>
                  </a:lnTo>
                  <a:lnTo>
                    <a:pt x="263" y="172"/>
                  </a:lnTo>
                  <a:lnTo>
                    <a:pt x="290" y="146"/>
                  </a:lnTo>
                  <a:lnTo>
                    <a:pt x="318" y="122"/>
                  </a:lnTo>
                  <a:lnTo>
                    <a:pt x="349" y="101"/>
                  </a:lnTo>
                  <a:lnTo>
                    <a:pt x="382" y="82"/>
                  </a:lnTo>
                  <a:lnTo>
                    <a:pt x="335" y="0"/>
                  </a:lnTo>
                  <a:lnTo>
                    <a:pt x="297" y="23"/>
                  </a:lnTo>
                  <a:lnTo>
                    <a:pt x="262" y="49"/>
                  </a:lnTo>
                  <a:lnTo>
                    <a:pt x="229" y="76"/>
                  </a:lnTo>
                  <a:lnTo>
                    <a:pt x="198" y="104"/>
                  </a:lnTo>
                  <a:lnTo>
                    <a:pt x="167" y="137"/>
                  </a:lnTo>
                  <a:lnTo>
                    <a:pt x="142" y="170"/>
                  </a:lnTo>
                  <a:lnTo>
                    <a:pt x="116" y="204"/>
                  </a:lnTo>
                  <a:lnTo>
                    <a:pt x="94" y="240"/>
                  </a:lnTo>
                  <a:lnTo>
                    <a:pt x="74" y="278"/>
                  </a:lnTo>
                  <a:lnTo>
                    <a:pt x="54" y="317"/>
                  </a:lnTo>
                  <a:lnTo>
                    <a:pt x="38" y="359"/>
                  </a:lnTo>
                  <a:lnTo>
                    <a:pt x="26" y="401"/>
                  </a:lnTo>
                  <a:lnTo>
                    <a:pt x="15" y="444"/>
                  </a:lnTo>
                  <a:lnTo>
                    <a:pt x="8" y="489"/>
                  </a:lnTo>
                  <a:lnTo>
                    <a:pt x="2" y="534"/>
                  </a:lnTo>
                  <a:lnTo>
                    <a:pt x="0" y="580"/>
                  </a:lnTo>
                  <a:lnTo>
                    <a:pt x="0" y="581"/>
                  </a:lnTo>
                  <a:lnTo>
                    <a:pt x="0" y="580"/>
                  </a:lnTo>
                  <a:lnTo>
                    <a:pt x="3" y="600"/>
                  </a:lnTo>
                  <a:lnTo>
                    <a:pt x="14" y="615"/>
                  </a:lnTo>
                  <a:lnTo>
                    <a:pt x="29" y="625"/>
                  </a:lnTo>
                  <a:lnTo>
                    <a:pt x="45" y="628"/>
                  </a:lnTo>
                  <a:lnTo>
                    <a:pt x="63" y="626"/>
                  </a:lnTo>
                  <a:lnTo>
                    <a:pt x="78" y="616"/>
                  </a:lnTo>
                  <a:lnTo>
                    <a:pt x="89" y="602"/>
                  </a:lnTo>
                  <a:lnTo>
                    <a:pt x="94" y="582"/>
                  </a:lnTo>
                  <a:lnTo>
                    <a:pt x="94" y="5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6404" name="Freeform 48"/>
            <p:cNvSpPr>
              <a:spLocks/>
            </p:cNvSpPr>
            <p:nvPr/>
          </p:nvSpPr>
          <p:spPr bwMode="auto">
            <a:xfrm>
              <a:off x="868" y="1712"/>
              <a:ext cx="19" cy="364"/>
            </a:xfrm>
            <a:custGeom>
              <a:avLst/>
              <a:gdLst>
                <a:gd name="T0" fmla="*/ 1 w 94"/>
                <a:gd name="T1" fmla="*/ 14 h 1818"/>
                <a:gd name="T2" fmla="*/ 1 w 94"/>
                <a:gd name="T3" fmla="*/ 14 h 1818"/>
                <a:gd name="T4" fmla="*/ 1 w 94"/>
                <a:gd name="T5" fmla="*/ 0 h 1818"/>
                <a:gd name="T6" fmla="*/ 0 w 94"/>
                <a:gd name="T7" fmla="*/ 0 h 1818"/>
                <a:gd name="T8" fmla="*/ 0 w 94"/>
                <a:gd name="T9" fmla="*/ 14 h 1818"/>
                <a:gd name="T10" fmla="*/ 0 w 94"/>
                <a:gd name="T11" fmla="*/ 14 h 1818"/>
                <a:gd name="T12" fmla="*/ 0 w 94"/>
                <a:gd name="T13" fmla="*/ 14 h 1818"/>
                <a:gd name="T14" fmla="*/ 0 w 94"/>
                <a:gd name="T15" fmla="*/ 14 h 1818"/>
                <a:gd name="T16" fmla="*/ 0 w 94"/>
                <a:gd name="T17" fmla="*/ 14 h 1818"/>
                <a:gd name="T18" fmla="*/ 0 w 94"/>
                <a:gd name="T19" fmla="*/ 15 h 1818"/>
                <a:gd name="T20" fmla="*/ 0 w 94"/>
                <a:gd name="T21" fmla="*/ 15 h 1818"/>
                <a:gd name="T22" fmla="*/ 1 w 94"/>
                <a:gd name="T23" fmla="*/ 15 h 1818"/>
                <a:gd name="T24" fmla="*/ 1 w 94"/>
                <a:gd name="T25" fmla="*/ 14 h 1818"/>
                <a:gd name="T26" fmla="*/ 1 w 94"/>
                <a:gd name="T27" fmla="*/ 14 h 1818"/>
                <a:gd name="T28" fmla="*/ 1 w 94"/>
                <a:gd name="T29" fmla="*/ 14 h 1818"/>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94"/>
                <a:gd name="T46" fmla="*/ 0 h 1818"/>
                <a:gd name="T47" fmla="*/ 94 w 94"/>
                <a:gd name="T48" fmla="*/ 1818 h 1818"/>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94" h="1818">
                  <a:moveTo>
                    <a:pt x="94" y="1771"/>
                  </a:moveTo>
                  <a:lnTo>
                    <a:pt x="94" y="1771"/>
                  </a:lnTo>
                  <a:lnTo>
                    <a:pt x="94" y="0"/>
                  </a:lnTo>
                  <a:lnTo>
                    <a:pt x="0" y="0"/>
                  </a:lnTo>
                  <a:lnTo>
                    <a:pt x="0" y="1771"/>
                  </a:lnTo>
                  <a:lnTo>
                    <a:pt x="3" y="1791"/>
                  </a:lnTo>
                  <a:lnTo>
                    <a:pt x="15" y="1806"/>
                  </a:lnTo>
                  <a:lnTo>
                    <a:pt x="29" y="1814"/>
                  </a:lnTo>
                  <a:lnTo>
                    <a:pt x="47" y="1818"/>
                  </a:lnTo>
                  <a:lnTo>
                    <a:pt x="64" y="1814"/>
                  </a:lnTo>
                  <a:lnTo>
                    <a:pt x="79" y="1806"/>
                  </a:lnTo>
                  <a:lnTo>
                    <a:pt x="90" y="1791"/>
                  </a:lnTo>
                  <a:lnTo>
                    <a:pt x="94" y="17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6405" name="Freeform 49"/>
            <p:cNvSpPr>
              <a:spLocks/>
            </p:cNvSpPr>
            <p:nvPr/>
          </p:nvSpPr>
          <p:spPr bwMode="auto">
            <a:xfrm>
              <a:off x="868" y="2067"/>
              <a:ext cx="90" cy="160"/>
            </a:xfrm>
            <a:custGeom>
              <a:avLst/>
              <a:gdLst>
                <a:gd name="T0" fmla="*/ 3 w 449"/>
                <a:gd name="T1" fmla="*/ 6 h 803"/>
                <a:gd name="T2" fmla="*/ 3 w 449"/>
                <a:gd name="T3" fmla="*/ 6 h 803"/>
                <a:gd name="T4" fmla="*/ 3 w 449"/>
                <a:gd name="T5" fmla="*/ 5 h 803"/>
                <a:gd name="T6" fmla="*/ 3 w 449"/>
                <a:gd name="T7" fmla="*/ 5 h 803"/>
                <a:gd name="T8" fmla="*/ 3 w 449"/>
                <a:gd name="T9" fmla="*/ 5 h 803"/>
                <a:gd name="T10" fmla="*/ 2 w 449"/>
                <a:gd name="T11" fmla="*/ 5 h 803"/>
                <a:gd name="T12" fmla="*/ 2 w 449"/>
                <a:gd name="T13" fmla="*/ 4 h 803"/>
                <a:gd name="T14" fmla="*/ 2 w 449"/>
                <a:gd name="T15" fmla="*/ 4 h 803"/>
                <a:gd name="T16" fmla="*/ 2 w 449"/>
                <a:gd name="T17" fmla="*/ 4 h 803"/>
                <a:gd name="T18" fmla="*/ 2 w 449"/>
                <a:gd name="T19" fmla="*/ 3 h 803"/>
                <a:gd name="T20" fmla="*/ 1 w 449"/>
                <a:gd name="T21" fmla="*/ 3 h 803"/>
                <a:gd name="T22" fmla="*/ 1 w 449"/>
                <a:gd name="T23" fmla="*/ 2 h 803"/>
                <a:gd name="T24" fmla="*/ 1 w 449"/>
                <a:gd name="T25" fmla="*/ 2 h 803"/>
                <a:gd name="T26" fmla="*/ 1 w 449"/>
                <a:gd name="T27" fmla="*/ 2 h 803"/>
                <a:gd name="T28" fmla="*/ 1 w 449"/>
                <a:gd name="T29" fmla="*/ 1 h 803"/>
                <a:gd name="T30" fmla="*/ 1 w 449"/>
                <a:gd name="T31" fmla="*/ 1 h 803"/>
                <a:gd name="T32" fmla="*/ 1 w 449"/>
                <a:gd name="T33" fmla="*/ 0 h 803"/>
                <a:gd name="T34" fmla="*/ 1 w 449"/>
                <a:gd name="T35" fmla="*/ 0 h 803"/>
                <a:gd name="T36" fmla="*/ 0 w 449"/>
                <a:gd name="T37" fmla="*/ 0 h 803"/>
                <a:gd name="T38" fmla="*/ 0 w 449"/>
                <a:gd name="T39" fmla="*/ 0 h 803"/>
                <a:gd name="T40" fmla="*/ 0 w 449"/>
                <a:gd name="T41" fmla="*/ 1 h 803"/>
                <a:gd name="T42" fmla="*/ 0 w 449"/>
                <a:gd name="T43" fmla="*/ 1 h 803"/>
                <a:gd name="T44" fmla="*/ 0 w 449"/>
                <a:gd name="T45" fmla="*/ 2 h 803"/>
                <a:gd name="T46" fmla="*/ 0 w 449"/>
                <a:gd name="T47" fmla="*/ 2 h 803"/>
                <a:gd name="T48" fmla="*/ 0 w 449"/>
                <a:gd name="T49" fmla="*/ 3 h 803"/>
                <a:gd name="T50" fmla="*/ 1 w 449"/>
                <a:gd name="T51" fmla="*/ 3 h 803"/>
                <a:gd name="T52" fmla="*/ 1 w 449"/>
                <a:gd name="T53" fmla="*/ 4 h 803"/>
                <a:gd name="T54" fmla="*/ 1 w 449"/>
                <a:gd name="T55" fmla="*/ 4 h 803"/>
                <a:gd name="T56" fmla="*/ 1 w 449"/>
                <a:gd name="T57" fmla="*/ 4 h 803"/>
                <a:gd name="T58" fmla="*/ 2 w 449"/>
                <a:gd name="T59" fmla="*/ 5 h 803"/>
                <a:gd name="T60" fmla="*/ 2 w 449"/>
                <a:gd name="T61" fmla="*/ 5 h 803"/>
                <a:gd name="T62" fmla="*/ 2 w 449"/>
                <a:gd name="T63" fmla="*/ 5 h 803"/>
                <a:gd name="T64" fmla="*/ 2 w 449"/>
                <a:gd name="T65" fmla="*/ 6 h 803"/>
                <a:gd name="T66" fmla="*/ 3 w 449"/>
                <a:gd name="T67" fmla="*/ 6 h 803"/>
                <a:gd name="T68" fmla="*/ 3 w 449"/>
                <a:gd name="T69" fmla="*/ 6 h 803"/>
                <a:gd name="T70" fmla="*/ 3 w 449"/>
                <a:gd name="T71" fmla="*/ 6 h 803"/>
                <a:gd name="T72" fmla="*/ 3 w 449"/>
                <a:gd name="T73" fmla="*/ 6 h 803"/>
                <a:gd name="T74" fmla="*/ 3 w 449"/>
                <a:gd name="T75" fmla="*/ 6 h 803"/>
                <a:gd name="T76" fmla="*/ 3 w 449"/>
                <a:gd name="T77" fmla="*/ 6 h 803"/>
                <a:gd name="T78" fmla="*/ 3 w 449"/>
                <a:gd name="T79" fmla="*/ 6 h 803"/>
                <a:gd name="T80" fmla="*/ 4 w 449"/>
                <a:gd name="T81" fmla="*/ 6 h 803"/>
                <a:gd name="T82" fmla="*/ 4 w 449"/>
                <a:gd name="T83" fmla="*/ 6 h 803"/>
                <a:gd name="T84" fmla="*/ 4 w 449"/>
                <a:gd name="T85" fmla="*/ 6 h 803"/>
                <a:gd name="T86" fmla="*/ 4 w 449"/>
                <a:gd name="T87" fmla="*/ 6 h 803"/>
                <a:gd name="T88" fmla="*/ 3 w 449"/>
                <a:gd name="T89" fmla="*/ 6 h 803"/>
                <a:gd name="T90" fmla="*/ 3 w 449"/>
                <a:gd name="T91" fmla="*/ 6 h 80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449"/>
                <a:gd name="T139" fmla="*/ 0 h 803"/>
                <a:gd name="T140" fmla="*/ 449 w 449"/>
                <a:gd name="T141" fmla="*/ 803 h 80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449" h="803">
                  <a:moveTo>
                    <a:pt x="426" y="717"/>
                  </a:moveTo>
                  <a:lnTo>
                    <a:pt x="427" y="717"/>
                  </a:lnTo>
                  <a:lnTo>
                    <a:pt x="395" y="693"/>
                  </a:lnTo>
                  <a:lnTo>
                    <a:pt x="361" y="662"/>
                  </a:lnTo>
                  <a:lnTo>
                    <a:pt x="329" y="628"/>
                  </a:lnTo>
                  <a:lnTo>
                    <a:pt x="299" y="591"/>
                  </a:lnTo>
                  <a:lnTo>
                    <a:pt x="269" y="551"/>
                  </a:lnTo>
                  <a:lnTo>
                    <a:pt x="241" y="507"/>
                  </a:lnTo>
                  <a:lnTo>
                    <a:pt x="215" y="460"/>
                  </a:lnTo>
                  <a:lnTo>
                    <a:pt x="191" y="412"/>
                  </a:lnTo>
                  <a:lnTo>
                    <a:pt x="170" y="363"/>
                  </a:lnTo>
                  <a:lnTo>
                    <a:pt x="151" y="312"/>
                  </a:lnTo>
                  <a:lnTo>
                    <a:pt x="133" y="259"/>
                  </a:lnTo>
                  <a:lnTo>
                    <a:pt x="119" y="207"/>
                  </a:lnTo>
                  <a:lnTo>
                    <a:pt x="108" y="156"/>
                  </a:lnTo>
                  <a:lnTo>
                    <a:pt x="101" y="103"/>
                  </a:lnTo>
                  <a:lnTo>
                    <a:pt x="96" y="51"/>
                  </a:lnTo>
                  <a:lnTo>
                    <a:pt x="94" y="0"/>
                  </a:lnTo>
                  <a:lnTo>
                    <a:pt x="0" y="0"/>
                  </a:lnTo>
                  <a:lnTo>
                    <a:pt x="2" y="56"/>
                  </a:lnTo>
                  <a:lnTo>
                    <a:pt x="7" y="115"/>
                  </a:lnTo>
                  <a:lnTo>
                    <a:pt x="16" y="172"/>
                  </a:lnTo>
                  <a:lnTo>
                    <a:pt x="28" y="231"/>
                  </a:lnTo>
                  <a:lnTo>
                    <a:pt x="44" y="287"/>
                  </a:lnTo>
                  <a:lnTo>
                    <a:pt x="62" y="342"/>
                  </a:lnTo>
                  <a:lnTo>
                    <a:pt x="83" y="398"/>
                  </a:lnTo>
                  <a:lnTo>
                    <a:pt x="106" y="452"/>
                  </a:lnTo>
                  <a:lnTo>
                    <a:pt x="133" y="505"/>
                  </a:lnTo>
                  <a:lnTo>
                    <a:pt x="161" y="554"/>
                  </a:lnTo>
                  <a:lnTo>
                    <a:pt x="192" y="602"/>
                  </a:lnTo>
                  <a:lnTo>
                    <a:pt x="224" y="647"/>
                  </a:lnTo>
                  <a:lnTo>
                    <a:pt x="259" y="689"/>
                  </a:lnTo>
                  <a:lnTo>
                    <a:pt x="295" y="728"/>
                  </a:lnTo>
                  <a:lnTo>
                    <a:pt x="334" y="763"/>
                  </a:lnTo>
                  <a:lnTo>
                    <a:pt x="374" y="795"/>
                  </a:lnTo>
                  <a:lnTo>
                    <a:pt x="375" y="795"/>
                  </a:lnTo>
                  <a:lnTo>
                    <a:pt x="374" y="795"/>
                  </a:lnTo>
                  <a:lnTo>
                    <a:pt x="392" y="803"/>
                  </a:lnTo>
                  <a:lnTo>
                    <a:pt x="411" y="803"/>
                  </a:lnTo>
                  <a:lnTo>
                    <a:pt x="426" y="795"/>
                  </a:lnTo>
                  <a:lnTo>
                    <a:pt x="439" y="782"/>
                  </a:lnTo>
                  <a:lnTo>
                    <a:pt x="446" y="766"/>
                  </a:lnTo>
                  <a:lnTo>
                    <a:pt x="449" y="749"/>
                  </a:lnTo>
                  <a:lnTo>
                    <a:pt x="441" y="732"/>
                  </a:lnTo>
                  <a:lnTo>
                    <a:pt x="427" y="717"/>
                  </a:lnTo>
                  <a:lnTo>
                    <a:pt x="426" y="71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6406" name="Freeform 50"/>
            <p:cNvSpPr>
              <a:spLocks/>
            </p:cNvSpPr>
            <p:nvPr/>
          </p:nvSpPr>
          <p:spPr bwMode="auto">
            <a:xfrm>
              <a:off x="883" y="1673"/>
              <a:ext cx="379" cy="690"/>
            </a:xfrm>
            <a:custGeom>
              <a:avLst/>
              <a:gdLst>
                <a:gd name="T0" fmla="*/ 12 w 1897"/>
                <a:gd name="T1" fmla="*/ 6 h 3450"/>
                <a:gd name="T2" fmla="*/ 13 w 1897"/>
                <a:gd name="T3" fmla="*/ 7 h 3450"/>
                <a:gd name="T4" fmla="*/ 13 w 1897"/>
                <a:gd name="T5" fmla="*/ 7 h 3450"/>
                <a:gd name="T6" fmla="*/ 14 w 1897"/>
                <a:gd name="T7" fmla="*/ 8 h 3450"/>
                <a:gd name="T8" fmla="*/ 14 w 1897"/>
                <a:gd name="T9" fmla="*/ 9 h 3450"/>
                <a:gd name="T10" fmla="*/ 15 w 1897"/>
                <a:gd name="T11" fmla="*/ 10 h 3450"/>
                <a:gd name="T12" fmla="*/ 15 w 1897"/>
                <a:gd name="T13" fmla="*/ 11 h 3450"/>
                <a:gd name="T14" fmla="*/ 15 w 1897"/>
                <a:gd name="T15" fmla="*/ 11 h 3450"/>
                <a:gd name="T16" fmla="*/ 15 w 1897"/>
                <a:gd name="T17" fmla="*/ 12 h 3450"/>
                <a:gd name="T18" fmla="*/ 15 w 1897"/>
                <a:gd name="T19" fmla="*/ 26 h 3450"/>
                <a:gd name="T20" fmla="*/ 15 w 1897"/>
                <a:gd name="T21" fmla="*/ 26 h 3450"/>
                <a:gd name="T22" fmla="*/ 15 w 1897"/>
                <a:gd name="T23" fmla="*/ 27 h 3450"/>
                <a:gd name="T24" fmla="*/ 15 w 1897"/>
                <a:gd name="T25" fmla="*/ 27 h 3450"/>
                <a:gd name="T26" fmla="*/ 14 w 1897"/>
                <a:gd name="T27" fmla="*/ 27 h 3450"/>
                <a:gd name="T28" fmla="*/ 14 w 1897"/>
                <a:gd name="T29" fmla="*/ 28 h 3450"/>
                <a:gd name="T30" fmla="*/ 13 w 1897"/>
                <a:gd name="T31" fmla="*/ 28 h 3450"/>
                <a:gd name="T32" fmla="*/ 13 w 1897"/>
                <a:gd name="T33" fmla="*/ 27 h 3450"/>
                <a:gd name="T34" fmla="*/ 3 w 1897"/>
                <a:gd name="T35" fmla="*/ 21 h 3450"/>
                <a:gd name="T36" fmla="*/ 2 w 1897"/>
                <a:gd name="T37" fmla="*/ 21 h 3450"/>
                <a:gd name="T38" fmla="*/ 2 w 1897"/>
                <a:gd name="T39" fmla="*/ 20 h 3450"/>
                <a:gd name="T40" fmla="*/ 1 w 1897"/>
                <a:gd name="T41" fmla="*/ 19 h 3450"/>
                <a:gd name="T42" fmla="*/ 1 w 1897"/>
                <a:gd name="T43" fmla="*/ 19 h 3450"/>
                <a:gd name="T44" fmla="*/ 0 w 1897"/>
                <a:gd name="T45" fmla="*/ 18 h 3450"/>
                <a:gd name="T46" fmla="*/ 0 w 1897"/>
                <a:gd name="T47" fmla="*/ 17 h 3450"/>
                <a:gd name="T48" fmla="*/ 0 w 1897"/>
                <a:gd name="T49" fmla="*/ 16 h 3450"/>
                <a:gd name="T50" fmla="*/ 0 w 1897"/>
                <a:gd name="T51" fmla="*/ 15 h 3450"/>
                <a:gd name="T52" fmla="*/ 0 w 1897"/>
                <a:gd name="T53" fmla="*/ 2 h 3450"/>
                <a:gd name="T54" fmla="*/ 0 w 1897"/>
                <a:gd name="T55" fmla="*/ 1 h 3450"/>
                <a:gd name="T56" fmla="*/ 0 w 1897"/>
                <a:gd name="T57" fmla="*/ 1 h 3450"/>
                <a:gd name="T58" fmla="*/ 1 w 1897"/>
                <a:gd name="T59" fmla="*/ 0 h 3450"/>
                <a:gd name="T60" fmla="*/ 1 w 1897"/>
                <a:gd name="T61" fmla="*/ 0 h 3450"/>
                <a:gd name="T62" fmla="*/ 1 w 1897"/>
                <a:gd name="T63" fmla="*/ 0 h 3450"/>
                <a:gd name="T64" fmla="*/ 2 w 1897"/>
                <a:gd name="T65" fmla="*/ 0 h 3450"/>
                <a:gd name="T66" fmla="*/ 3 w 1897"/>
                <a:gd name="T67" fmla="*/ 0 h 3450"/>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897"/>
                <a:gd name="T103" fmla="*/ 0 h 3450"/>
                <a:gd name="T104" fmla="*/ 1897 w 1897"/>
                <a:gd name="T105" fmla="*/ 3450 h 3450"/>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897" h="3450">
                  <a:moveTo>
                    <a:pt x="357" y="49"/>
                  </a:moveTo>
                  <a:lnTo>
                    <a:pt x="1542" y="806"/>
                  </a:lnTo>
                  <a:lnTo>
                    <a:pt x="1579" y="832"/>
                  </a:lnTo>
                  <a:lnTo>
                    <a:pt x="1614" y="861"/>
                  </a:lnTo>
                  <a:lnTo>
                    <a:pt x="1648" y="895"/>
                  </a:lnTo>
                  <a:lnTo>
                    <a:pt x="1681" y="933"/>
                  </a:lnTo>
                  <a:lnTo>
                    <a:pt x="1711" y="973"/>
                  </a:lnTo>
                  <a:lnTo>
                    <a:pt x="1740" y="1016"/>
                  </a:lnTo>
                  <a:lnTo>
                    <a:pt x="1768" y="1062"/>
                  </a:lnTo>
                  <a:lnTo>
                    <a:pt x="1793" y="1109"/>
                  </a:lnTo>
                  <a:lnTo>
                    <a:pt x="1816" y="1158"/>
                  </a:lnTo>
                  <a:lnTo>
                    <a:pt x="1836" y="1208"/>
                  </a:lnTo>
                  <a:lnTo>
                    <a:pt x="1854" y="1260"/>
                  </a:lnTo>
                  <a:lnTo>
                    <a:pt x="1869" y="1313"/>
                  </a:lnTo>
                  <a:lnTo>
                    <a:pt x="1881" y="1364"/>
                  </a:lnTo>
                  <a:lnTo>
                    <a:pt x="1890" y="1417"/>
                  </a:lnTo>
                  <a:lnTo>
                    <a:pt x="1895" y="1469"/>
                  </a:lnTo>
                  <a:lnTo>
                    <a:pt x="1897" y="1519"/>
                  </a:lnTo>
                  <a:lnTo>
                    <a:pt x="1897" y="3142"/>
                  </a:lnTo>
                  <a:lnTo>
                    <a:pt x="1895" y="3190"/>
                  </a:lnTo>
                  <a:lnTo>
                    <a:pt x="1890" y="3235"/>
                  </a:lnTo>
                  <a:lnTo>
                    <a:pt x="1881" y="3276"/>
                  </a:lnTo>
                  <a:lnTo>
                    <a:pt x="1869" y="3313"/>
                  </a:lnTo>
                  <a:lnTo>
                    <a:pt x="1854" y="3346"/>
                  </a:lnTo>
                  <a:lnTo>
                    <a:pt x="1836" y="3375"/>
                  </a:lnTo>
                  <a:lnTo>
                    <a:pt x="1816" y="3398"/>
                  </a:lnTo>
                  <a:lnTo>
                    <a:pt x="1793" y="3418"/>
                  </a:lnTo>
                  <a:lnTo>
                    <a:pt x="1768" y="3434"/>
                  </a:lnTo>
                  <a:lnTo>
                    <a:pt x="1740" y="3444"/>
                  </a:lnTo>
                  <a:lnTo>
                    <a:pt x="1711" y="3450"/>
                  </a:lnTo>
                  <a:lnTo>
                    <a:pt x="1681" y="3450"/>
                  </a:lnTo>
                  <a:lnTo>
                    <a:pt x="1648" y="3445"/>
                  </a:lnTo>
                  <a:lnTo>
                    <a:pt x="1614" y="3436"/>
                  </a:lnTo>
                  <a:lnTo>
                    <a:pt x="1579" y="3421"/>
                  </a:lnTo>
                  <a:lnTo>
                    <a:pt x="1542" y="3400"/>
                  </a:lnTo>
                  <a:lnTo>
                    <a:pt x="357" y="2643"/>
                  </a:lnTo>
                  <a:lnTo>
                    <a:pt x="320" y="2618"/>
                  </a:lnTo>
                  <a:lnTo>
                    <a:pt x="285" y="2588"/>
                  </a:lnTo>
                  <a:lnTo>
                    <a:pt x="251" y="2554"/>
                  </a:lnTo>
                  <a:lnTo>
                    <a:pt x="218" y="2517"/>
                  </a:lnTo>
                  <a:lnTo>
                    <a:pt x="187" y="2477"/>
                  </a:lnTo>
                  <a:lnTo>
                    <a:pt x="157" y="2433"/>
                  </a:lnTo>
                  <a:lnTo>
                    <a:pt x="130" y="2388"/>
                  </a:lnTo>
                  <a:lnTo>
                    <a:pt x="105" y="2341"/>
                  </a:lnTo>
                  <a:lnTo>
                    <a:pt x="81" y="2292"/>
                  </a:lnTo>
                  <a:lnTo>
                    <a:pt x="61" y="2241"/>
                  </a:lnTo>
                  <a:lnTo>
                    <a:pt x="44" y="2190"/>
                  </a:lnTo>
                  <a:lnTo>
                    <a:pt x="29" y="2138"/>
                  </a:lnTo>
                  <a:lnTo>
                    <a:pt x="17" y="2085"/>
                  </a:lnTo>
                  <a:lnTo>
                    <a:pt x="7" y="2033"/>
                  </a:lnTo>
                  <a:lnTo>
                    <a:pt x="3" y="1981"/>
                  </a:lnTo>
                  <a:lnTo>
                    <a:pt x="0" y="1931"/>
                  </a:lnTo>
                  <a:lnTo>
                    <a:pt x="0" y="308"/>
                  </a:lnTo>
                  <a:lnTo>
                    <a:pt x="3" y="260"/>
                  </a:lnTo>
                  <a:lnTo>
                    <a:pt x="7" y="215"/>
                  </a:lnTo>
                  <a:lnTo>
                    <a:pt x="17" y="174"/>
                  </a:lnTo>
                  <a:lnTo>
                    <a:pt x="29" y="137"/>
                  </a:lnTo>
                  <a:lnTo>
                    <a:pt x="44" y="104"/>
                  </a:lnTo>
                  <a:lnTo>
                    <a:pt x="61" y="76"/>
                  </a:lnTo>
                  <a:lnTo>
                    <a:pt x="81" y="51"/>
                  </a:lnTo>
                  <a:lnTo>
                    <a:pt x="105" y="31"/>
                  </a:lnTo>
                  <a:lnTo>
                    <a:pt x="130" y="16"/>
                  </a:lnTo>
                  <a:lnTo>
                    <a:pt x="157" y="5"/>
                  </a:lnTo>
                  <a:lnTo>
                    <a:pt x="187" y="0"/>
                  </a:lnTo>
                  <a:lnTo>
                    <a:pt x="218" y="0"/>
                  </a:lnTo>
                  <a:lnTo>
                    <a:pt x="251" y="3"/>
                  </a:lnTo>
                  <a:lnTo>
                    <a:pt x="285" y="14"/>
                  </a:lnTo>
                  <a:lnTo>
                    <a:pt x="320" y="29"/>
                  </a:lnTo>
                  <a:lnTo>
                    <a:pt x="357" y="49"/>
                  </a:lnTo>
                  <a:close/>
                </a:path>
              </a:pathLst>
            </a:custGeom>
            <a:solidFill>
              <a:srgbClr val="BFBFB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6407" name="Freeform 51"/>
            <p:cNvSpPr>
              <a:spLocks/>
            </p:cNvSpPr>
            <p:nvPr/>
          </p:nvSpPr>
          <p:spPr bwMode="auto">
            <a:xfrm>
              <a:off x="1268" y="1663"/>
              <a:ext cx="393" cy="711"/>
            </a:xfrm>
            <a:custGeom>
              <a:avLst/>
              <a:gdLst>
                <a:gd name="T0" fmla="*/ 3 w 1962"/>
                <a:gd name="T1" fmla="*/ 7 h 3555"/>
                <a:gd name="T2" fmla="*/ 2 w 1962"/>
                <a:gd name="T3" fmla="*/ 7 h 3555"/>
                <a:gd name="T4" fmla="*/ 2 w 1962"/>
                <a:gd name="T5" fmla="*/ 8 h 3555"/>
                <a:gd name="T6" fmla="*/ 1 w 1962"/>
                <a:gd name="T7" fmla="*/ 8 h 3555"/>
                <a:gd name="T8" fmla="*/ 1 w 1962"/>
                <a:gd name="T9" fmla="*/ 9 h 3555"/>
                <a:gd name="T10" fmla="*/ 1 w 1962"/>
                <a:gd name="T11" fmla="*/ 10 h 3555"/>
                <a:gd name="T12" fmla="*/ 0 w 1962"/>
                <a:gd name="T13" fmla="*/ 11 h 3555"/>
                <a:gd name="T14" fmla="*/ 0 w 1962"/>
                <a:gd name="T15" fmla="*/ 12 h 3555"/>
                <a:gd name="T16" fmla="*/ 0 w 1962"/>
                <a:gd name="T17" fmla="*/ 13 h 3555"/>
                <a:gd name="T18" fmla="*/ 0 w 1962"/>
                <a:gd name="T19" fmla="*/ 26 h 3555"/>
                <a:gd name="T20" fmla="*/ 0 w 1962"/>
                <a:gd name="T21" fmla="*/ 27 h 3555"/>
                <a:gd name="T22" fmla="*/ 0 w 1962"/>
                <a:gd name="T23" fmla="*/ 28 h 3555"/>
                <a:gd name="T24" fmla="*/ 1 w 1962"/>
                <a:gd name="T25" fmla="*/ 28 h 3555"/>
                <a:gd name="T26" fmla="*/ 1 w 1962"/>
                <a:gd name="T27" fmla="*/ 28 h 3555"/>
                <a:gd name="T28" fmla="*/ 2 w 1962"/>
                <a:gd name="T29" fmla="*/ 28 h 3555"/>
                <a:gd name="T30" fmla="*/ 2 w 1962"/>
                <a:gd name="T31" fmla="*/ 28 h 3555"/>
                <a:gd name="T32" fmla="*/ 3 w 1962"/>
                <a:gd name="T33" fmla="*/ 28 h 3555"/>
                <a:gd name="T34" fmla="*/ 13 w 1962"/>
                <a:gd name="T35" fmla="*/ 22 h 3555"/>
                <a:gd name="T36" fmla="*/ 13 w 1962"/>
                <a:gd name="T37" fmla="*/ 21 h 3555"/>
                <a:gd name="T38" fmla="*/ 14 w 1962"/>
                <a:gd name="T39" fmla="*/ 21 h 3555"/>
                <a:gd name="T40" fmla="*/ 14 w 1962"/>
                <a:gd name="T41" fmla="*/ 20 h 3555"/>
                <a:gd name="T42" fmla="*/ 15 w 1962"/>
                <a:gd name="T43" fmla="*/ 19 h 3555"/>
                <a:gd name="T44" fmla="*/ 15 w 1962"/>
                <a:gd name="T45" fmla="*/ 18 h 3555"/>
                <a:gd name="T46" fmla="*/ 16 w 1962"/>
                <a:gd name="T47" fmla="*/ 18 h 3555"/>
                <a:gd name="T48" fmla="*/ 16 w 1962"/>
                <a:gd name="T49" fmla="*/ 17 h 3555"/>
                <a:gd name="T50" fmla="*/ 16 w 1962"/>
                <a:gd name="T51" fmla="*/ 16 h 3555"/>
                <a:gd name="T52" fmla="*/ 16 w 1962"/>
                <a:gd name="T53" fmla="*/ 2 h 3555"/>
                <a:gd name="T54" fmla="*/ 16 w 1962"/>
                <a:gd name="T55" fmla="*/ 1 h 3555"/>
                <a:gd name="T56" fmla="*/ 15 w 1962"/>
                <a:gd name="T57" fmla="*/ 1 h 3555"/>
                <a:gd name="T58" fmla="*/ 15 w 1962"/>
                <a:gd name="T59" fmla="*/ 0 h 3555"/>
                <a:gd name="T60" fmla="*/ 15 w 1962"/>
                <a:gd name="T61" fmla="*/ 0 h 3555"/>
                <a:gd name="T62" fmla="*/ 14 w 1962"/>
                <a:gd name="T63" fmla="*/ 0 h 3555"/>
                <a:gd name="T64" fmla="*/ 14 w 1962"/>
                <a:gd name="T65" fmla="*/ 0 h 3555"/>
                <a:gd name="T66" fmla="*/ 13 w 1962"/>
                <a:gd name="T67" fmla="*/ 0 h 3555"/>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962"/>
                <a:gd name="T103" fmla="*/ 0 h 3555"/>
                <a:gd name="T104" fmla="*/ 1962 w 1962"/>
                <a:gd name="T105" fmla="*/ 3555 h 3555"/>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962" h="3555">
                  <a:moveTo>
                    <a:pt x="1594" y="50"/>
                  </a:moveTo>
                  <a:lnTo>
                    <a:pt x="368" y="831"/>
                  </a:lnTo>
                  <a:lnTo>
                    <a:pt x="330" y="858"/>
                  </a:lnTo>
                  <a:lnTo>
                    <a:pt x="294" y="888"/>
                  </a:lnTo>
                  <a:lnTo>
                    <a:pt x="259" y="922"/>
                  </a:lnTo>
                  <a:lnTo>
                    <a:pt x="225" y="961"/>
                  </a:lnTo>
                  <a:lnTo>
                    <a:pt x="193" y="1003"/>
                  </a:lnTo>
                  <a:lnTo>
                    <a:pt x="163" y="1047"/>
                  </a:lnTo>
                  <a:lnTo>
                    <a:pt x="133" y="1094"/>
                  </a:lnTo>
                  <a:lnTo>
                    <a:pt x="108" y="1143"/>
                  </a:lnTo>
                  <a:lnTo>
                    <a:pt x="84" y="1193"/>
                  </a:lnTo>
                  <a:lnTo>
                    <a:pt x="63" y="1246"/>
                  </a:lnTo>
                  <a:lnTo>
                    <a:pt x="44" y="1299"/>
                  </a:lnTo>
                  <a:lnTo>
                    <a:pt x="29" y="1353"/>
                  </a:lnTo>
                  <a:lnTo>
                    <a:pt x="16" y="1405"/>
                  </a:lnTo>
                  <a:lnTo>
                    <a:pt x="7" y="1459"/>
                  </a:lnTo>
                  <a:lnTo>
                    <a:pt x="2" y="1512"/>
                  </a:lnTo>
                  <a:lnTo>
                    <a:pt x="0" y="1565"/>
                  </a:lnTo>
                  <a:lnTo>
                    <a:pt x="0" y="3237"/>
                  </a:lnTo>
                  <a:lnTo>
                    <a:pt x="2" y="3287"/>
                  </a:lnTo>
                  <a:lnTo>
                    <a:pt x="7" y="3333"/>
                  </a:lnTo>
                  <a:lnTo>
                    <a:pt x="16" y="3375"/>
                  </a:lnTo>
                  <a:lnTo>
                    <a:pt x="29" y="3413"/>
                  </a:lnTo>
                  <a:lnTo>
                    <a:pt x="44" y="3447"/>
                  </a:lnTo>
                  <a:lnTo>
                    <a:pt x="63" y="3477"/>
                  </a:lnTo>
                  <a:lnTo>
                    <a:pt x="84" y="3502"/>
                  </a:lnTo>
                  <a:lnTo>
                    <a:pt x="108" y="3522"/>
                  </a:lnTo>
                  <a:lnTo>
                    <a:pt x="133" y="3538"/>
                  </a:lnTo>
                  <a:lnTo>
                    <a:pt x="163" y="3549"/>
                  </a:lnTo>
                  <a:lnTo>
                    <a:pt x="193" y="3555"/>
                  </a:lnTo>
                  <a:lnTo>
                    <a:pt x="225" y="3555"/>
                  </a:lnTo>
                  <a:lnTo>
                    <a:pt x="259" y="3550"/>
                  </a:lnTo>
                  <a:lnTo>
                    <a:pt x="294" y="3541"/>
                  </a:lnTo>
                  <a:lnTo>
                    <a:pt x="330" y="3524"/>
                  </a:lnTo>
                  <a:lnTo>
                    <a:pt x="368" y="3503"/>
                  </a:lnTo>
                  <a:lnTo>
                    <a:pt x="1594" y="2722"/>
                  </a:lnTo>
                  <a:lnTo>
                    <a:pt x="1632" y="2696"/>
                  </a:lnTo>
                  <a:lnTo>
                    <a:pt x="1668" y="2665"/>
                  </a:lnTo>
                  <a:lnTo>
                    <a:pt x="1703" y="2631"/>
                  </a:lnTo>
                  <a:lnTo>
                    <a:pt x="1737" y="2592"/>
                  </a:lnTo>
                  <a:lnTo>
                    <a:pt x="1769" y="2551"/>
                  </a:lnTo>
                  <a:lnTo>
                    <a:pt x="1799" y="2506"/>
                  </a:lnTo>
                  <a:lnTo>
                    <a:pt x="1829" y="2460"/>
                  </a:lnTo>
                  <a:lnTo>
                    <a:pt x="1854" y="2411"/>
                  </a:lnTo>
                  <a:lnTo>
                    <a:pt x="1878" y="2361"/>
                  </a:lnTo>
                  <a:lnTo>
                    <a:pt x="1899" y="2308"/>
                  </a:lnTo>
                  <a:lnTo>
                    <a:pt x="1918" y="2256"/>
                  </a:lnTo>
                  <a:lnTo>
                    <a:pt x="1933" y="2202"/>
                  </a:lnTo>
                  <a:lnTo>
                    <a:pt x="1946" y="2149"/>
                  </a:lnTo>
                  <a:lnTo>
                    <a:pt x="1955" y="2095"/>
                  </a:lnTo>
                  <a:lnTo>
                    <a:pt x="1960" y="2042"/>
                  </a:lnTo>
                  <a:lnTo>
                    <a:pt x="1962" y="1989"/>
                  </a:lnTo>
                  <a:lnTo>
                    <a:pt x="1962" y="319"/>
                  </a:lnTo>
                  <a:lnTo>
                    <a:pt x="1960" y="269"/>
                  </a:lnTo>
                  <a:lnTo>
                    <a:pt x="1955" y="223"/>
                  </a:lnTo>
                  <a:lnTo>
                    <a:pt x="1946" y="180"/>
                  </a:lnTo>
                  <a:lnTo>
                    <a:pt x="1933" y="143"/>
                  </a:lnTo>
                  <a:lnTo>
                    <a:pt x="1918" y="109"/>
                  </a:lnTo>
                  <a:lnTo>
                    <a:pt x="1899" y="79"/>
                  </a:lnTo>
                  <a:lnTo>
                    <a:pt x="1878" y="54"/>
                  </a:lnTo>
                  <a:lnTo>
                    <a:pt x="1854" y="33"/>
                  </a:lnTo>
                  <a:lnTo>
                    <a:pt x="1829" y="17"/>
                  </a:lnTo>
                  <a:lnTo>
                    <a:pt x="1799" y="7"/>
                  </a:lnTo>
                  <a:lnTo>
                    <a:pt x="1769" y="0"/>
                  </a:lnTo>
                  <a:lnTo>
                    <a:pt x="1737" y="0"/>
                  </a:lnTo>
                  <a:lnTo>
                    <a:pt x="1703" y="4"/>
                  </a:lnTo>
                  <a:lnTo>
                    <a:pt x="1668" y="14"/>
                  </a:lnTo>
                  <a:lnTo>
                    <a:pt x="1632" y="29"/>
                  </a:lnTo>
                  <a:lnTo>
                    <a:pt x="1594" y="50"/>
                  </a:lnTo>
                  <a:close/>
                </a:path>
              </a:pathLst>
            </a:custGeom>
            <a:solidFill>
              <a:srgbClr val="E5E5E5"/>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6408" name="Freeform 52"/>
            <p:cNvSpPr>
              <a:spLocks noEditPoints="1"/>
            </p:cNvSpPr>
            <p:nvPr/>
          </p:nvSpPr>
          <p:spPr bwMode="auto">
            <a:xfrm>
              <a:off x="916" y="1589"/>
              <a:ext cx="697" cy="698"/>
            </a:xfrm>
            <a:custGeom>
              <a:avLst/>
              <a:gdLst>
                <a:gd name="T0" fmla="*/ 16 w 3485"/>
                <a:gd name="T1" fmla="*/ 0 h 3490"/>
                <a:gd name="T2" fmla="*/ 17 w 3485"/>
                <a:gd name="T3" fmla="*/ 2 h 3490"/>
                <a:gd name="T4" fmla="*/ 17 w 3485"/>
                <a:gd name="T5" fmla="*/ 3 h 3490"/>
                <a:gd name="T6" fmla="*/ 14 w 3485"/>
                <a:gd name="T7" fmla="*/ 4 h 3490"/>
                <a:gd name="T8" fmla="*/ 12 w 3485"/>
                <a:gd name="T9" fmla="*/ 4 h 3490"/>
                <a:gd name="T10" fmla="*/ 11 w 3485"/>
                <a:gd name="T11" fmla="*/ 2 h 3490"/>
                <a:gd name="T12" fmla="*/ 11 w 3485"/>
                <a:gd name="T13" fmla="*/ 1 h 3490"/>
                <a:gd name="T14" fmla="*/ 14 w 3485"/>
                <a:gd name="T15" fmla="*/ 0 h 3490"/>
                <a:gd name="T16" fmla="*/ 3 w 3485"/>
                <a:gd name="T17" fmla="*/ 7 h 3490"/>
                <a:gd name="T18" fmla="*/ 4 w 3485"/>
                <a:gd name="T19" fmla="*/ 9 h 3490"/>
                <a:gd name="T20" fmla="*/ 3 w 3485"/>
                <a:gd name="T21" fmla="*/ 12 h 3490"/>
                <a:gd name="T22" fmla="*/ 2 w 3485"/>
                <a:gd name="T23" fmla="*/ 13 h 3490"/>
                <a:gd name="T24" fmla="*/ 1 w 3485"/>
                <a:gd name="T25" fmla="*/ 12 h 3490"/>
                <a:gd name="T26" fmla="*/ 0 w 3485"/>
                <a:gd name="T27" fmla="*/ 10 h 3490"/>
                <a:gd name="T28" fmla="*/ 0 w 3485"/>
                <a:gd name="T29" fmla="*/ 8 h 3490"/>
                <a:gd name="T30" fmla="*/ 2 w 3485"/>
                <a:gd name="T31" fmla="*/ 6 h 3490"/>
                <a:gd name="T32" fmla="*/ 10 w 3485"/>
                <a:gd name="T33" fmla="*/ 20 h 3490"/>
                <a:gd name="T34" fmla="*/ 11 w 3485"/>
                <a:gd name="T35" fmla="*/ 22 h 3490"/>
                <a:gd name="T36" fmla="*/ 11 w 3485"/>
                <a:gd name="T37" fmla="*/ 25 h 3490"/>
                <a:gd name="T38" fmla="*/ 10 w 3485"/>
                <a:gd name="T39" fmla="*/ 27 h 3490"/>
                <a:gd name="T40" fmla="*/ 8 w 3485"/>
                <a:gd name="T41" fmla="*/ 26 h 3490"/>
                <a:gd name="T42" fmla="*/ 7 w 3485"/>
                <a:gd name="T43" fmla="*/ 24 h 3490"/>
                <a:gd name="T44" fmla="*/ 7 w 3485"/>
                <a:gd name="T45" fmla="*/ 22 h 3490"/>
                <a:gd name="T46" fmla="*/ 8 w 3485"/>
                <a:gd name="T47" fmla="*/ 20 h 3490"/>
                <a:gd name="T48" fmla="*/ 20 w 3485"/>
                <a:gd name="T49" fmla="*/ 21 h 3490"/>
                <a:gd name="T50" fmla="*/ 21 w 3485"/>
                <a:gd name="T51" fmla="*/ 23 h 3490"/>
                <a:gd name="T52" fmla="*/ 21 w 3485"/>
                <a:gd name="T53" fmla="*/ 26 h 3490"/>
                <a:gd name="T54" fmla="*/ 20 w 3485"/>
                <a:gd name="T55" fmla="*/ 28 h 3490"/>
                <a:gd name="T56" fmla="*/ 18 w 3485"/>
                <a:gd name="T57" fmla="*/ 28 h 3490"/>
                <a:gd name="T58" fmla="*/ 17 w 3485"/>
                <a:gd name="T59" fmla="*/ 26 h 3490"/>
                <a:gd name="T60" fmla="*/ 17 w 3485"/>
                <a:gd name="T61" fmla="*/ 23 h 3490"/>
                <a:gd name="T62" fmla="*/ 18 w 3485"/>
                <a:gd name="T63" fmla="*/ 21 h 3490"/>
                <a:gd name="T64" fmla="*/ 19 w 3485"/>
                <a:gd name="T65" fmla="*/ 11 h 3490"/>
                <a:gd name="T66" fmla="*/ 20 w 3485"/>
                <a:gd name="T67" fmla="*/ 13 h 3490"/>
                <a:gd name="T68" fmla="*/ 21 w 3485"/>
                <a:gd name="T69" fmla="*/ 15 h 3490"/>
                <a:gd name="T70" fmla="*/ 20 w 3485"/>
                <a:gd name="T71" fmla="*/ 17 h 3490"/>
                <a:gd name="T72" fmla="*/ 18 w 3485"/>
                <a:gd name="T73" fmla="*/ 17 h 3490"/>
                <a:gd name="T74" fmla="*/ 17 w 3485"/>
                <a:gd name="T75" fmla="*/ 16 h 3490"/>
                <a:gd name="T76" fmla="*/ 17 w 3485"/>
                <a:gd name="T77" fmla="*/ 13 h 3490"/>
                <a:gd name="T78" fmla="*/ 18 w 3485"/>
                <a:gd name="T79" fmla="*/ 11 h 3490"/>
                <a:gd name="T80" fmla="*/ 26 w 3485"/>
                <a:gd name="T81" fmla="*/ 7 h 3490"/>
                <a:gd name="T82" fmla="*/ 27 w 3485"/>
                <a:gd name="T83" fmla="*/ 8 h 3490"/>
                <a:gd name="T84" fmla="*/ 27 w 3485"/>
                <a:gd name="T85" fmla="*/ 11 h 3490"/>
                <a:gd name="T86" fmla="*/ 26 w 3485"/>
                <a:gd name="T87" fmla="*/ 13 h 3490"/>
                <a:gd name="T88" fmla="*/ 25 w 3485"/>
                <a:gd name="T89" fmla="*/ 13 h 3490"/>
                <a:gd name="T90" fmla="*/ 24 w 3485"/>
                <a:gd name="T91" fmla="*/ 12 h 3490"/>
                <a:gd name="T92" fmla="*/ 24 w 3485"/>
                <a:gd name="T93" fmla="*/ 9 h 3490"/>
                <a:gd name="T94" fmla="*/ 24 w 3485"/>
                <a:gd name="T95" fmla="*/ 7 h 3490"/>
                <a:gd name="T96" fmla="*/ 26 w 3485"/>
                <a:gd name="T97" fmla="*/ 17 h 3490"/>
                <a:gd name="T98" fmla="*/ 27 w 3485"/>
                <a:gd name="T99" fmla="*/ 18 h 3490"/>
                <a:gd name="T100" fmla="*/ 28 w 3485"/>
                <a:gd name="T101" fmla="*/ 21 h 3490"/>
                <a:gd name="T102" fmla="*/ 27 w 3485"/>
                <a:gd name="T103" fmla="*/ 23 h 3490"/>
                <a:gd name="T104" fmla="*/ 26 w 3485"/>
                <a:gd name="T105" fmla="*/ 24 h 3490"/>
                <a:gd name="T106" fmla="*/ 24 w 3485"/>
                <a:gd name="T107" fmla="*/ 23 h 3490"/>
                <a:gd name="T108" fmla="*/ 24 w 3485"/>
                <a:gd name="T109" fmla="*/ 20 h 3490"/>
                <a:gd name="T110" fmla="*/ 25 w 3485"/>
                <a:gd name="T111" fmla="*/ 18 h 3490"/>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w 3485"/>
                <a:gd name="T169" fmla="*/ 0 h 3490"/>
                <a:gd name="T170" fmla="*/ 3485 w 3485"/>
                <a:gd name="T171" fmla="*/ 3490 h 3490"/>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T168" t="T169" r="T170" b="T171"/>
              <a:pathLst>
                <a:path w="3485" h="3490">
                  <a:moveTo>
                    <a:pt x="1754" y="0"/>
                  </a:moveTo>
                  <a:lnTo>
                    <a:pt x="1797" y="2"/>
                  </a:lnTo>
                  <a:lnTo>
                    <a:pt x="1840" y="5"/>
                  </a:lnTo>
                  <a:lnTo>
                    <a:pt x="1881" y="12"/>
                  </a:lnTo>
                  <a:lnTo>
                    <a:pt x="1921" y="20"/>
                  </a:lnTo>
                  <a:lnTo>
                    <a:pt x="1959" y="31"/>
                  </a:lnTo>
                  <a:lnTo>
                    <a:pt x="1994" y="44"/>
                  </a:lnTo>
                  <a:lnTo>
                    <a:pt x="2028" y="59"/>
                  </a:lnTo>
                  <a:lnTo>
                    <a:pt x="2058" y="74"/>
                  </a:lnTo>
                  <a:lnTo>
                    <a:pt x="2086" y="93"/>
                  </a:lnTo>
                  <a:lnTo>
                    <a:pt x="2111" y="113"/>
                  </a:lnTo>
                  <a:lnTo>
                    <a:pt x="2132" y="133"/>
                  </a:lnTo>
                  <a:lnTo>
                    <a:pt x="2151" y="155"/>
                  </a:lnTo>
                  <a:lnTo>
                    <a:pt x="2165" y="179"/>
                  </a:lnTo>
                  <a:lnTo>
                    <a:pt x="2175" y="203"/>
                  </a:lnTo>
                  <a:lnTo>
                    <a:pt x="2182" y="229"/>
                  </a:lnTo>
                  <a:lnTo>
                    <a:pt x="2185" y="255"/>
                  </a:lnTo>
                  <a:lnTo>
                    <a:pt x="2182" y="281"/>
                  </a:lnTo>
                  <a:lnTo>
                    <a:pt x="2175" y="305"/>
                  </a:lnTo>
                  <a:lnTo>
                    <a:pt x="2165" y="330"/>
                  </a:lnTo>
                  <a:lnTo>
                    <a:pt x="2151" y="353"/>
                  </a:lnTo>
                  <a:lnTo>
                    <a:pt x="2132" y="376"/>
                  </a:lnTo>
                  <a:lnTo>
                    <a:pt x="2111" y="397"/>
                  </a:lnTo>
                  <a:lnTo>
                    <a:pt x="2086" y="417"/>
                  </a:lnTo>
                  <a:lnTo>
                    <a:pt x="2058" y="434"/>
                  </a:lnTo>
                  <a:lnTo>
                    <a:pt x="2028" y="451"/>
                  </a:lnTo>
                  <a:lnTo>
                    <a:pt x="1994" y="466"/>
                  </a:lnTo>
                  <a:lnTo>
                    <a:pt x="1959" y="479"/>
                  </a:lnTo>
                  <a:lnTo>
                    <a:pt x="1921" y="489"/>
                  </a:lnTo>
                  <a:lnTo>
                    <a:pt x="1881" y="498"/>
                  </a:lnTo>
                  <a:lnTo>
                    <a:pt x="1840" y="505"/>
                  </a:lnTo>
                  <a:lnTo>
                    <a:pt x="1797" y="508"/>
                  </a:lnTo>
                  <a:lnTo>
                    <a:pt x="1754" y="509"/>
                  </a:lnTo>
                  <a:lnTo>
                    <a:pt x="1710" y="508"/>
                  </a:lnTo>
                  <a:lnTo>
                    <a:pt x="1667" y="505"/>
                  </a:lnTo>
                  <a:lnTo>
                    <a:pt x="1626" y="498"/>
                  </a:lnTo>
                  <a:lnTo>
                    <a:pt x="1586" y="489"/>
                  </a:lnTo>
                  <a:lnTo>
                    <a:pt x="1548" y="479"/>
                  </a:lnTo>
                  <a:lnTo>
                    <a:pt x="1512" y="466"/>
                  </a:lnTo>
                  <a:lnTo>
                    <a:pt x="1479" y="451"/>
                  </a:lnTo>
                  <a:lnTo>
                    <a:pt x="1449" y="434"/>
                  </a:lnTo>
                  <a:lnTo>
                    <a:pt x="1421" y="417"/>
                  </a:lnTo>
                  <a:lnTo>
                    <a:pt x="1395" y="397"/>
                  </a:lnTo>
                  <a:lnTo>
                    <a:pt x="1374" y="376"/>
                  </a:lnTo>
                  <a:lnTo>
                    <a:pt x="1355" y="353"/>
                  </a:lnTo>
                  <a:lnTo>
                    <a:pt x="1341" y="330"/>
                  </a:lnTo>
                  <a:lnTo>
                    <a:pt x="1331" y="305"/>
                  </a:lnTo>
                  <a:lnTo>
                    <a:pt x="1324" y="281"/>
                  </a:lnTo>
                  <a:lnTo>
                    <a:pt x="1321" y="255"/>
                  </a:lnTo>
                  <a:lnTo>
                    <a:pt x="1324" y="229"/>
                  </a:lnTo>
                  <a:lnTo>
                    <a:pt x="1331" y="203"/>
                  </a:lnTo>
                  <a:lnTo>
                    <a:pt x="1341" y="179"/>
                  </a:lnTo>
                  <a:lnTo>
                    <a:pt x="1355" y="155"/>
                  </a:lnTo>
                  <a:lnTo>
                    <a:pt x="1374" y="133"/>
                  </a:lnTo>
                  <a:lnTo>
                    <a:pt x="1395" y="113"/>
                  </a:lnTo>
                  <a:lnTo>
                    <a:pt x="1421" y="93"/>
                  </a:lnTo>
                  <a:lnTo>
                    <a:pt x="1449" y="74"/>
                  </a:lnTo>
                  <a:lnTo>
                    <a:pt x="1479" y="59"/>
                  </a:lnTo>
                  <a:lnTo>
                    <a:pt x="1512" y="44"/>
                  </a:lnTo>
                  <a:lnTo>
                    <a:pt x="1548" y="31"/>
                  </a:lnTo>
                  <a:lnTo>
                    <a:pt x="1586" y="20"/>
                  </a:lnTo>
                  <a:lnTo>
                    <a:pt x="1626" y="12"/>
                  </a:lnTo>
                  <a:lnTo>
                    <a:pt x="1667" y="5"/>
                  </a:lnTo>
                  <a:lnTo>
                    <a:pt x="1710" y="2"/>
                  </a:lnTo>
                  <a:lnTo>
                    <a:pt x="1754" y="0"/>
                  </a:lnTo>
                  <a:close/>
                  <a:moveTo>
                    <a:pt x="239" y="786"/>
                  </a:moveTo>
                  <a:lnTo>
                    <a:pt x="263" y="788"/>
                  </a:lnTo>
                  <a:lnTo>
                    <a:pt x="287" y="794"/>
                  </a:lnTo>
                  <a:lnTo>
                    <a:pt x="309" y="805"/>
                  </a:lnTo>
                  <a:lnTo>
                    <a:pt x="331" y="819"/>
                  </a:lnTo>
                  <a:lnTo>
                    <a:pt x="352" y="836"/>
                  </a:lnTo>
                  <a:lnTo>
                    <a:pt x="372" y="857"/>
                  </a:lnTo>
                  <a:lnTo>
                    <a:pt x="390" y="882"/>
                  </a:lnTo>
                  <a:lnTo>
                    <a:pt x="407" y="909"/>
                  </a:lnTo>
                  <a:lnTo>
                    <a:pt x="423" y="940"/>
                  </a:lnTo>
                  <a:lnTo>
                    <a:pt x="437" y="971"/>
                  </a:lnTo>
                  <a:lnTo>
                    <a:pt x="448" y="1006"/>
                  </a:lnTo>
                  <a:lnTo>
                    <a:pt x="459" y="1043"/>
                  </a:lnTo>
                  <a:lnTo>
                    <a:pt x="467" y="1081"/>
                  </a:lnTo>
                  <a:lnTo>
                    <a:pt x="473" y="1121"/>
                  </a:lnTo>
                  <a:lnTo>
                    <a:pt x="476" y="1163"/>
                  </a:lnTo>
                  <a:lnTo>
                    <a:pt x="478" y="1206"/>
                  </a:lnTo>
                  <a:lnTo>
                    <a:pt x="476" y="1248"/>
                  </a:lnTo>
                  <a:lnTo>
                    <a:pt x="473" y="1290"/>
                  </a:lnTo>
                  <a:lnTo>
                    <a:pt x="467" y="1330"/>
                  </a:lnTo>
                  <a:lnTo>
                    <a:pt x="459" y="1367"/>
                  </a:lnTo>
                  <a:lnTo>
                    <a:pt x="448" y="1405"/>
                  </a:lnTo>
                  <a:lnTo>
                    <a:pt x="437" y="1439"/>
                  </a:lnTo>
                  <a:lnTo>
                    <a:pt x="423" y="1472"/>
                  </a:lnTo>
                  <a:lnTo>
                    <a:pt x="407" y="1501"/>
                  </a:lnTo>
                  <a:lnTo>
                    <a:pt x="390" y="1528"/>
                  </a:lnTo>
                  <a:lnTo>
                    <a:pt x="372" y="1553"/>
                  </a:lnTo>
                  <a:lnTo>
                    <a:pt x="352" y="1574"/>
                  </a:lnTo>
                  <a:lnTo>
                    <a:pt x="331" y="1591"/>
                  </a:lnTo>
                  <a:lnTo>
                    <a:pt x="309" y="1605"/>
                  </a:lnTo>
                  <a:lnTo>
                    <a:pt x="287" y="1616"/>
                  </a:lnTo>
                  <a:lnTo>
                    <a:pt x="263" y="1622"/>
                  </a:lnTo>
                  <a:lnTo>
                    <a:pt x="239" y="1624"/>
                  </a:lnTo>
                  <a:lnTo>
                    <a:pt x="214" y="1622"/>
                  </a:lnTo>
                  <a:lnTo>
                    <a:pt x="191" y="1616"/>
                  </a:lnTo>
                  <a:lnTo>
                    <a:pt x="168" y="1605"/>
                  </a:lnTo>
                  <a:lnTo>
                    <a:pt x="146" y="1591"/>
                  </a:lnTo>
                  <a:lnTo>
                    <a:pt x="125" y="1574"/>
                  </a:lnTo>
                  <a:lnTo>
                    <a:pt x="105" y="1553"/>
                  </a:lnTo>
                  <a:lnTo>
                    <a:pt x="87" y="1528"/>
                  </a:lnTo>
                  <a:lnTo>
                    <a:pt x="70" y="1501"/>
                  </a:lnTo>
                  <a:lnTo>
                    <a:pt x="55" y="1472"/>
                  </a:lnTo>
                  <a:lnTo>
                    <a:pt x="41" y="1439"/>
                  </a:lnTo>
                  <a:lnTo>
                    <a:pt x="29" y="1405"/>
                  </a:lnTo>
                  <a:lnTo>
                    <a:pt x="18" y="1367"/>
                  </a:lnTo>
                  <a:lnTo>
                    <a:pt x="10" y="1330"/>
                  </a:lnTo>
                  <a:lnTo>
                    <a:pt x="4" y="1290"/>
                  </a:lnTo>
                  <a:lnTo>
                    <a:pt x="1" y="1248"/>
                  </a:lnTo>
                  <a:lnTo>
                    <a:pt x="0" y="1206"/>
                  </a:lnTo>
                  <a:lnTo>
                    <a:pt x="1" y="1163"/>
                  </a:lnTo>
                  <a:lnTo>
                    <a:pt x="4" y="1121"/>
                  </a:lnTo>
                  <a:lnTo>
                    <a:pt x="10" y="1081"/>
                  </a:lnTo>
                  <a:lnTo>
                    <a:pt x="18" y="1043"/>
                  </a:lnTo>
                  <a:lnTo>
                    <a:pt x="29" y="1006"/>
                  </a:lnTo>
                  <a:lnTo>
                    <a:pt x="41" y="971"/>
                  </a:lnTo>
                  <a:lnTo>
                    <a:pt x="55" y="940"/>
                  </a:lnTo>
                  <a:lnTo>
                    <a:pt x="70" y="909"/>
                  </a:lnTo>
                  <a:lnTo>
                    <a:pt x="87" y="882"/>
                  </a:lnTo>
                  <a:lnTo>
                    <a:pt x="105" y="857"/>
                  </a:lnTo>
                  <a:lnTo>
                    <a:pt x="125" y="836"/>
                  </a:lnTo>
                  <a:lnTo>
                    <a:pt x="146" y="819"/>
                  </a:lnTo>
                  <a:lnTo>
                    <a:pt x="168" y="805"/>
                  </a:lnTo>
                  <a:lnTo>
                    <a:pt x="191" y="794"/>
                  </a:lnTo>
                  <a:lnTo>
                    <a:pt x="214" y="788"/>
                  </a:lnTo>
                  <a:lnTo>
                    <a:pt x="239" y="786"/>
                  </a:lnTo>
                  <a:close/>
                  <a:moveTo>
                    <a:pt x="1119" y="2495"/>
                  </a:moveTo>
                  <a:lnTo>
                    <a:pt x="1143" y="2498"/>
                  </a:lnTo>
                  <a:lnTo>
                    <a:pt x="1167" y="2504"/>
                  </a:lnTo>
                  <a:lnTo>
                    <a:pt x="1190" y="2514"/>
                  </a:lnTo>
                  <a:lnTo>
                    <a:pt x="1211" y="2528"/>
                  </a:lnTo>
                  <a:lnTo>
                    <a:pt x="1232" y="2546"/>
                  </a:lnTo>
                  <a:lnTo>
                    <a:pt x="1252" y="2567"/>
                  </a:lnTo>
                  <a:lnTo>
                    <a:pt x="1271" y="2592"/>
                  </a:lnTo>
                  <a:lnTo>
                    <a:pt x="1288" y="2618"/>
                  </a:lnTo>
                  <a:lnTo>
                    <a:pt x="1304" y="2648"/>
                  </a:lnTo>
                  <a:lnTo>
                    <a:pt x="1318" y="2681"/>
                  </a:lnTo>
                  <a:lnTo>
                    <a:pt x="1329" y="2715"/>
                  </a:lnTo>
                  <a:lnTo>
                    <a:pt x="1340" y="2752"/>
                  </a:lnTo>
                  <a:lnTo>
                    <a:pt x="1348" y="2790"/>
                  </a:lnTo>
                  <a:lnTo>
                    <a:pt x="1354" y="2830"/>
                  </a:lnTo>
                  <a:lnTo>
                    <a:pt x="1358" y="2872"/>
                  </a:lnTo>
                  <a:lnTo>
                    <a:pt x="1359" y="2914"/>
                  </a:lnTo>
                  <a:lnTo>
                    <a:pt x="1358" y="2956"/>
                  </a:lnTo>
                  <a:lnTo>
                    <a:pt x="1354" y="2998"/>
                  </a:lnTo>
                  <a:lnTo>
                    <a:pt x="1348" y="3038"/>
                  </a:lnTo>
                  <a:lnTo>
                    <a:pt x="1340" y="3077"/>
                  </a:lnTo>
                  <a:lnTo>
                    <a:pt x="1329" y="3113"/>
                  </a:lnTo>
                  <a:lnTo>
                    <a:pt x="1318" y="3147"/>
                  </a:lnTo>
                  <a:lnTo>
                    <a:pt x="1304" y="3180"/>
                  </a:lnTo>
                  <a:lnTo>
                    <a:pt x="1288" y="3209"/>
                  </a:lnTo>
                  <a:lnTo>
                    <a:pt x="1271" y="3238"/>
                  </a:lnTo>
                  <a:lnTo>
                    <a:pt x="1252" y="3261"/>
                  </a:lnTo>
                  <a:lnTo>
                    <a:pt x="1232" y="3282"/>
                  </a:lnTo>
                  <a:lnTo>
                    <a:pt x="1211" y="3301"/>
                  </a:lnTo>
                  <a:lnTo>
                    <a:pt x="1190" y="3315"/>
                  </a:lnTo>
                  <a:lnTo>
                    <a:pt x="1167" y="3325"/>
                  </a:lnTo>
                  <a:lnTo>
                    <a:pt x="1143" y="3331"/>
                  </a:lnTo>
                  <a:lnTo>
                    <a:pt x="1119" y="3334"/>
                  </a:lnTo>
                  <a:lnTo>
                    <a:pt x="1094" y="3331"/>
                  </a:lnTo>
                  <a:lnTo>
                    <a:pt x="1070" y="3325"/>
                  </a:lnTo>
                  <a:lnTo>
                    <a:pt x="1048" y="3315"/>
                  </a:lnTo>
                  <a:lnTo>
                    <a:pt x="1026" y="3301"/>
                  </a:lnTo>
                  <a:lnTo>
                    <a:pt x="1005" y="3282"/>
                  </a:lnTo>
                  <a:lnTo>
                    <a:pt x="985" y="3261"/>
                  </a:lnTo>
                  <a:lnTo>
                    <a:pt x="967" y="3238"/>
                  </a:lnTo>
                  <a:lnTo>
                    <a:pt x="950" y="3209"/>
                  </a:lnTo>
                  <a:lnTo>
                    <a:pt x="935" y="3180"/>
                  </a:lnTo>
                  <a:lnTo>
                    <a:pt x="921" y="3147"/>
                  </a:lnTo>
                  <a:lnTo>
                    <a:pt x="909" y="3113"/>
                  </a:lnTo>
                  <a:lnTo>
                    <a:pt x="898" y="3077"/>
                  </a:lnTo>
                  <a:lnTo>
                    <a:pt x="890" y="3038"/>
                  </a:lnTo>
                  <a:lnTo>
                    <a:pt x="884" y="2998"/>
                  </a:lnTo>
                  <a:lnTo>
                    <a:pt x="881" y="2956"/>
                  </a:lnTo>
                  <a:lnTo>
                    <a:pt x="880" y="2914"/>
                  </a:lnTo>
                  <a:lnTo>
                    <a:pt x="881" y="2872"/>
                  </a:lnTo>
                  <a:lnTo>
                    <a:pt x="884" y="2830"/>
                  </a:lnTo>
                  <a:lnTo>
                    <a:pt x="890" y="2790"/>
                  </a:lnTo>
                  <a:lnTo>
                    <a:pt x="898" y="2752"/>
                  </a:lnTo>
                  <a:lnTo>
                    <a:pt x="909" y="2715"/>
                  </a:lnTo>
                  <a:lnTo>
                    <a:pt x="921" y="2681"/>
                  </a:lnTo>
                  <a:lnTo>
                    <a:pt x="935" y="2648"/>
                  </a:lnTo>
                  <a:lnTo>
                    <a:pt x="950" y="2618"/>
                  </a:lnTo>
                  <a:lnTo>
                    <a:pt x="967" y="2592"/>
                  </a:lnTo>
                  <a:lnTo>
                    <a:pt x="985" y="2567"/>
                  </a:lnTo>
                  <a:lnTo>
                    <a:pt x="1005" y="2546"/>
                  </a:lnTo>
                  <a:lnTo>
                    <a:pt x="1026" y="2528"/>
                  </a:lnTo>
                  <a:lnTo>
                    <a:pt x="1048" y="2514"/>
                  </a:lnTo>
                  <a:lnTo>
                    <a:pt x="1070" y="2504"/>
                  </a:lnTo>
                  <a:lnTo>
                    <a:pt x="1094" y="2498"/>
                  </a:lnTo>
                  <a:lnTo>
                    <a:pt x="1119" y="2495"/>
                  </a:lnTo>
                  <a:close/>
                  <a:moveTo>
                    <a:pt x="2380" y="2651"/>
                  </a:moveTo>
                  <a:lnTo>
                    <a:pt x="2405" y="2654"/>
                  </a:lnTo>
                  <a:lnTo>
                    <a:pt x="2428" y="2660"/>
                  </a:lnTo>
                  <a:lnTo>
                    <a:pt x="2452" y="2670"/>
                  </a:lnTo>
                  <a:lnTo>
                    <a:pt x="2473" y="2684"/>
                  </a:lnTo>
                  <a:lnTo>
                    <a:pt x="2494" y="2703"/>
                  </a:lnTo>
                  <a:lnTo>
                    <a:pt x="2514" y="2724"/>
                  </a:lnTo>
                  <a:lnTo>
                    <a:pt x="2533" y="2747"/>
                  </a:lnTo>
                  <a:lnTo>
                    <a:pt x="2550" y="2774"/>
                  </a:lnTo>
                  <a:lnTo>
                    <a:pt x="2565" y="2805"/>
                  </a:lnTo>
                  <a:lnTo>
                    <a:pt x="2580" y="2838"/>
                  </a:lnTo>
                  <a:lnTo>
                    <a:pt x="2591" y="2872"/>
                  </a:lnTo>
                  <a:lnTo>
                    <a:pt x="2602" y="2908"/>
                  </a:lnTo>
                  <a:lnTo>
                    <a:pt x="2610" y="2947"/>
                  </a:lnTo>
                  <a:lnTo>
                    <a:pt x="2616" y="2987"/>
                  </a:lnTo>
                  <a:lnTo>
                    <a:pt x="2619" y="3029"/>
                  </a:lnTo>
                  <a:lnTo>
                    <a:pt x="2621" y="3071"/>
                  </a:lnTo>
                  <a:lnTo>
                    <a:pt x="2619" y="3113"/>
                  </a:lnTo>
                  <a:lnTo>
                    <a:pt x="2616" y="3155"/>
                  </a:lnTo>
                  <a:lnTo>
                    <a:pt x="2610" y="3195"/>
                  </a:lnTo>
                  <a:lnTo>
                    <a:pt x="2602" y="3233"/>
                  </a:lnTo>
                  <a:lnTo>
                    <a:pt x="2591" y="3270"/>
                  </a:lnTo>
                  <a:lnTo>
                    <a:pt x="2580" y="3304"/>
                  </a:lnTo>
                  <a:lnTo>
                    <a:pt x="2565" y="3337"/>
                  </a:lnTo>
                  <a:lnTo>
                    <a:pt x="2550" y="3367"/>
                  </a:lnTo>
                  <a:lnTo>
                    <a:pt x="2533" y="3393"/>
                  </a:lnTo>
                  <a:lnTo>
                    <a:pt x="2514" y="3418"/>
                  </a:lnTo>
                  <a:lnTo>
                    <a:pt x="2494" y="3439"/>
                  </a:lnTo>
                  <a:lnTo>
                    <a:pt x="2473" y="3457"/>
                  </a:lnTo>
                  <a:lnTo>
                    <a:pt x="2452" y="3471"/>
                  </a:lnTo>
                  <a:lnTo>
                    <a:pt x="2428" y="3481"/>
                  </a:lnTo>
                  <a:lnTo>
                    <a:pt x="2405" y="3487"/>
                  </a:lnTo>
                  <a:lnTo>
                    <a:pt x="2380" y="3490"/>
                  </a:lnTo>
                  <a:lnTo>
                    <a:pt x="2356" y="3487"/>
                  </a:lnTo>
                  <a:lnTo>
                    <a:pt x="2332" y="3481"/>
                  </a:lnTo>
                  <a:lnTo>
                    <a:pt x="2310" y="3471"/>
                  </a:lnTo>
                  <a:lnTo>
                    <a:pt x="2288" y="3457"/>
                  </a:lnTo>
                  <a:lnTo>
                    <a:pt x="2267" y="3439"/>
                  </a:lnTo>
                  <a:lnTo>
                    <a:pt x="2248" y="3418"/>
                  </a:lnTo>
                  <a:lnTo>
                    <a:pt x="2229" y="3393"/>
                  </a:lnTo>
                  <a:lnTo>
                    <a:pt x="2212" y="3367"/>
                  </a:lnTo>
                  <a:lnTo>
                    <a:pt x="2196" y="3337"/>
                  </a:lnTo>
                  <a:lnTo>
                    <a:pt x="2182" y="3304"/>
                  </a:lnTo>
                  <a:lnTo>
                    <a:pt x="2171" y="3270"/>
                  </a:lnTo>
                  <a:lnTo>
                    <a:pt x="2160" y="3233"/>
                  </a:lnTo>
                  <a:lnTo>
                    <a:pt x="2152" y="3195"/>
                  </a:lnTo>
                  <a:lnTo>
                    <a:pt x="2146" y="3155"/>
                  </a:lnTo>
                  <a:lnTo>
                    <a:pt x="2142" y="3113"/>
                  </a:lnTo>
                  <a:lnTo>
                    <a:pt x="2141" y="3071"/>
                  </a:lnTo>
                  <a:lnTo>
                    <a:pt x="2142" y="3029"/>
                  </a:lnTo>
                  <a:lnTo>
                    <a:pt x="2146" y="2987"/>
                  </a:lnTo>
                  <a:lnTo>
                    <a:pt x="2152" y="2947"/>
                  </a:lnTo>
                  <a:lnTo>
                    <a:pt x="2160" y="2908"/>
                  </a:lnTo>
                  <a:lnTo>
                    <a:pt x="2171" y="2872"/>
                  </a:lnTo>
                  <a:lnTo>
                    <a:pt x="2182" y="2838"/>
                  </a:lnTo>
                  <a:lnTo>
                    <a:pt x="2196" y="2805"/>
                  </a:lnTo>
                  <a:lnTo>
                    <a:pt x="2212" y="2774"/>
                  </a:lnTo>
                  <a:lnTo>
                    <a:pt x="2229" y="2747"/>
                  </a:lnTo>
                  <a:lnTo>
                    <a:pt x="2248" y="2724"/>
                  </a:lnTo>
                  <a:lnTo>
                    <a:pt x="2267" y="2703"/>
                  </a:lnTo>
                  <a:lnTo>
                    <a:pt x="2288" y="2684"/>
                  </a:lnTo>
                  <a:lnTo>
                    <a:pt x="2310" y="2670"/>
                  </a:lnTo>
                  <a:lnTo>
                    <a:pt x="2332" y="2660"/>
                  </a:lnTo>
                  <a:lnTo>
                    <a:pt x="2356" y="2654"/>
                  </a:lnTo>
                  <a:lnTo>
                    <a:pt x="2380" y="2651"/>
                  </a:lnTo>
                  <a:close/>
                  <a:moveTo>
                    <a:pt x="2342" y="1355"/>
                  </a:moveTo>
                  <a:lnTo>
                    <a:pt x="2366" y="1357"/>
                  </a:lnTo>
                  <a:lnTo>
                    <a:pt x="2390" y="1363"/>
                  </a:lnTo>
                  <a:lnTo>
                    <a:pt x="2412" y="1373"/>
                  </a:lnTo>
                  <a:lnTo>
                    <a:pt x="2434" y="1387"/>
                  </a:lnTo>
                  <a:lnTo>
                    <a:pt x="2455" y="1405"/>
                  </a:lnTo>
                  <a:lnTo>
                    <a:pt x="2475" y="1426"/>
                  </a:lnTo>
                  <a:lnTo>
                    <a:pt x="2493" y="1451"/>
                  </a:lnTo>
                  <a:lnTo>
                    <a:pt x="2510" y="1478"/>
                  </a:lnTo>
                  <a:lnTo>
                    <a:pt x="2526" y="1507"/>
                  </a:lnTo>
                  <a:lnTo>
                    <a:pt x="2540" y="1540"/>
                  </a:lnTo>
                  <a:lnTo>
                    <a:pt x="2551" y="1574"/>
                  </a:lnTo>
                  <a:lnTo>
                    <a:pt x="2562" y="1611"/>
                  </a:lnTo>
                  <a:lnTo>
                    <a:pt x="2570" y="1649"/>
                  </a:lnTo>
                  <a:lnTo>
                    <a:pt x="2576" y="1689"/>
                  </a:lnTo>
                  <a:lnTo>
                    <a:pt x="2580" y="1731"/>
                  </a:lnTo>
                  <a:lnTo>
                    <a:pt x="2581" y="1773"/>
                  </a:lnTo>
                  <a:lnTo>
                    <a:pt x="2580" y="1815"/>
                  </a:lnTo>
                  <a:lnTo>
                    <a:pt x="2576" y="1858"/>
                  </a:lnTo>
                  <a:lnTo>
                    <a:pt x="2570" y="1897"/>
                  </a:lnTo>
                  <a:lnTo>
                    <a:pt x="2562" y="1936"/>
                  </a:lnTo>
                  <a:lnTo>
                    <a:pt x="2551" y="1972"/>
                  </a:lnTo>
                  <a:lnTo>
                    <a:pt x="2540" y="2008"/>
                  </a:lnTo>
                  <a:lnTo>
                    <a:pt x="2526" y="2039"/>
                  </a:lnTo>
                  <a:lnTo>
                    <a:pt x="2510" y="2070"/>
                  </a:lnTo>
                  <a:lnTo>
                    <a:pt x="2493" y="2097"/>
                  </a:lnTo>
                  <a:lnTo>
                    <a:pt x="2475" y="2121"/>
                  </a:lnTo>
                  <a:lnTo>
                    <a:pt x="2455" y="2142"/>
                  </a:lnTo>
                  <a:lnTo>
                    <a:pt x="2434" y="2160"/>
                  </a:lnTo>
                  <a:lnTo>
                    <a:pt x="2412" y="2174"/>
                  </a:lnTo>
                  <a:lnTo>
                    <a:pt x="2390" y="2185"/>
                  </a:lnTo>
                  <a:lnTo>
                    <a:pt x="2366" y="2191"/>
                  </a:lnTo>
                  <a:lnTo>
                    <a:pt x="2342" y="2193"/>
                  </a:lnTo>
                  <a:lnTo>
                    <a:pt x="2317" y="2191"/>
                  </a:lnTo>
                  <a:lnTo>
                    <a:pt x="2294" y="2185"/>
                  </a:lnTo>
                  <a:lnTo>
                    <a:pt x="2270" y="2174"/>
                  </a:lnTo>
                  <a:lnTo>
                    <a:pt x="2249" y="2160"/>
                  </a:lnTo>
                  <a:lnTo>
                    <a:pt x="2228" y="2142"/>
                  </a:lnTo>
                  <a:lnTo>
                    <a:pt x="2208" y="2121"/>
                  </a:lnTo>
                  <a:lnTo>
                    <a:pt x="2189" y="2097"/>
                  </a:lnTo>
                  <a:lnTo>
                    <a:pt x="2173" y="2070"/>
                  </a:lnTo>
                  <a:lnTo>
                    <a:pt x="2157" y="2039"/>
                  </a:lnTo>
                  <a:lnTo>
                    <a:pt x="2142" y="2008"/>
                  </a:lnTo>
                  <a:lnTo>
                    <a:pt x="2131" y="1972"/>
                  </a:lnTo>
                  <a:lnTo>
                    <a:pt x="2120" y="1936"/>
                  </a:lnTo>
                  <a:lnTo>
                    <a:pt x="2112" y="1897"/>
                  </a:lnTo>
                  <a:lnTo>
                    <a:pt x="2106" y="1858"/>
                  </a:lnTo>
                  <a:lnTo>
                    <a:pt x="2103" y="1815"/>
                  </a:lnTo>
                  <a:lnTo>
                    <a:pt x="2101" y="1773"/>
                  </a:lnTo>
                  <a:lnTo>
                    <a:pt x="2103" y="1731"/>
                  </a:lnTo>
                  <a:lnTo>
                    <a:pt x="2106" y="1689"/>
                  </a:lnTo>
                  <a:lnTo>
                    <a:pt x="2112" y="1649"/>
                  </a:lnTo>
                  <a:lnTo>
                    <a:pt x="2120" y="1611"/>
                  </a:lnTo>
                  <a:lnTo>
                    <a:pt x="2131" y="1574"/>
                  </a:lnTo>
                  <a:lnTo>
                    <a:pt x="2142" y="1540"/>
                  </a:lnTo>
                  <a:lnTo>
                    <a:pt x="2157" y="1507"/>
                  </a:lnTo>
                  <a:lnTo>
                    <a:pt x="2173" y="1478"/>
                  </a:lnTo>
                  <a:lnTo>
                    <a:pt x="2189" y="1451"/>
                  </a:lnTo>
                  <a:lnTo>
                    <a:pt x="2208" y="1426"/>
                  </a:lnTo>
                  <a:lnTo>
                    <a:pt x="2228" y="1405"/>
                  </a:lnTo>
                  <a:lnTo>
                    <a:pt x="2249" y="1387"/>
                  </a:lnTo>
                  <a:lnTo>
                    <a:pt x="2270" y="1373"/>
                  </a:lnTo>
                  <a:lnTo>
                    <a:pt x="2294" y="1363"/>
                  </a:lnTo>
                  <a:lnTo>
                    <a:pt x="2317" y="1357"/>
                  </a:lnTo>
                  <a:lnTo>
                    <a:pt x="2342" y="1355"/>
                  </a:lnTo>
                  <a:close/>
                  <a:moveTo>
                    <a:pt x="3179" y="819"/>
                  </a:moveTo>
                  <a:lnTo>
                    <a:pt x="3204" y="821"/>
                  </a:lnTo>
                  <a:lnTo>
                    <a:pt x="3227" y="827"/>
                  </a:lnTo>
                  <a:lnTo>
                    <a:pt x="3250" y="838"/>
                  </a:lnTo>
                  <a:lnTo>
                    <a:pt x="3272" y="852"/>
                  </a:lnTo>
                  <a:lnTo>
                    <a:pt x="3293" y="869"/>
                  </a:lnTo>
                  <a:lnTo>
                    <a:pt x="3312" y="890"/>
                  </a:lnTo>
                  <a:lnTo>
                    <a:pt x="3331" y="915"/>
                  </a:lnTo>
                  <a:lnTo>
                    <a:pt x="3348" y="942"/>
                  </a:lnTo>
                  <a:lnTo>
                    <a:pt x="3363" y="971"/>
                  </a:lnTo>
                  <a:lnTo>
                    <a:pt x="3377" y="1004"/>
                  </a:lnTo>
                  <a:lnTo>
                    <a:pt x="3389" y="1038"/>
                  </a:lnTo>
                  <a:lnTo>
                    <a:pt x="3400" y="1076"/>
                  </a:lnTo>
                  <a:lnTo>
                    <a:pt x="3408" y="1113"/>
                  </a:lnTo>
                  <a:lnTo>
                    <a:pt x="3414" y="1153"/>
                  </a:lnTo>
                  <a:lnTo>
                    <a:pt x="3417" y="1195"/>
                  </a:lnTo>
                  <a:lnTo>
                    <a:pt x="3418" y="1237"/>
                  </a:lnTo>
                  <a:lnTo>
                    <a:pt x="3417" y="1280"/>
                  </a:lnTo>
                  <a:lnTo>
                    <a:pt x="3414" y="1322"/>
                  </a:lnTo>
                  <a:lnTo>
                    <a:pt x="3408" y="1362"/>
                  </a:lnTo>
                  <a:lnTo>
                    <a:pt x="3400" y="1399"/>
                  </a:lnTo>
                  <a:lnTo>
                    <a:pt x="3389" y="1437"/>
                  </a:lnTo>
                  <a:lnTo>
                    <a:pt x="3377" y="1471"/>
                  </a:lnTo>
                  <a:lnTo>
                    <a:pt x="3363" y="1503"/>
                  </a:lnTo>
                  <a:lnTo>
                    <a:pt x="3348" y="1533"/>
                  </a:lnTo>
                  <a:lnTo>
                    <a:pt x="3331" y="1560"/>
                  </a:lnTo>
                  <a:lnTo>
                    <a:pt x="3312" y="1584"/>
                  </a:lnTo>
                  <a:lnTo>
                    <a:pt x="3293" y="1605"/>
                  </a:lnTo>
                  <a:lnTo>
                    <a:pt x="3272" y="1623"/>
                  </a:lnTo>
                  <a:lnTo>
                    <a:pt x="3250" y="1637"/>
                  </a:lnTo>
                  <a:lnTo>
                    <a:pt x="3227" y="1648"/>
                  </a:lnTo>
                  <a:lnTo>
                    <a:pt x="3204" y="1654"/>
                  </a:lnTo>
                  <a:lnTo>
                    <a:pt x="3179" y="1656"/>
                  </a:lnTo>
                  <a:lnTo>
                    <a:pt x="3155" y="1654"/>
                  </a:lnTo>
                  <a:lnTo>
                    <a:pt x="3131" y="1648"/>
                  </a:lnTo>
                  <a:lnTo>
                    <a:pt x="3108" y="1637"/>
                  </a:lnTo>
                  <a:lnTo>
                    <a:pt x="3087" y="1623"/>
                  </a:lnTo>
                  <a:lnTo>
                    <a:pt x="3066" y="1605"/>
                  </a:lnTo>
                  <a:lnTo>
                    <a:pt x="3046" y="1584"/>
                  </a:lnTo>
                  <a:lnTo>
                    <a:pt x="3027" y="1560"/>
                  </a:lnTo>
                  <a:lnTo>
                    <a:pt x="3011" y="1533"/>
                  </a:lnTo>
                  <a:lnTo>
                    <a:pt x="2994" y="1503"/>
                  </a:lnTo>
                  <a:lnTo>
                    <a:pt x="2980" y="1471"/>
                  </a:lnTo>
                  <a:lnTo>
                    <a:pt x="2968" y="1437"/>
                  </a:lnTo>
                  <a:lnTo>
                    <a:pt x="2958" y="1399"/>
                  </a:lnTo>
                  <a:lnTo>
                    <a:pt x="2950" y="1362"/>
                  </a:lnTo>
                  <a:lnTo>
                    <a:pt x="2944" y="1322"/>
                  </a:lnTo>
                  <a:lnTo>
                    <a:pt x="2940" y="1280"/>
                  </a:lnTo>
                  <a:lnTo>
                    <a:pt x="2939" y="1237"/>
                  </a:lnTo>
                  <a:lnTo>
                    <a:pt x="2940" y="1195"/>
                  </a:lnTo>
                  <a:lnTo>
                    <a:pt x="2944" y="1153"/>
                  </a:lnTo>
                  <a:lnTo>
                    <a:pt x="2950" y="1113"/>
                  </a:lnTo>
                  <a:lnTo>
                    <a:pt x="2958" y="1076"/>
                  </a:lnTo>
                  <a:lnTo>
                    <a:pt x="2968" y="1038"/>
                  </a:lnTo>
                  <a:lnTo>
                    <a:pt x="2980" y="1004"/>
                  </a:lnTo>
                  <a:lnTo>
                    <a:pt x="2994" y="971"/>
                  </a:lnTo>
                  <a:lnTo>
                    <a:pt x="3011" y="942"/>
                  </a:lnTo>
                  <a:lnTo>
                    <a:pt x="3027" y="915"/>
                  </a:lnTo>
                  <a:lnTo>
                    <a:pt x="3046" y="890"/>
                  </a:lnTo>
                  <a:lnTo>
                    <a:pt x="3066" y="869"/>
                  </a:lnTo>
                  <a:lnTo>
                    <a:pt x="3087" y="852"/>
                  </a:lnTo>
                  <a:lnTo>
                    <a:pt x="3108" y="838"/>
                  </a:lnTo>
                  <a:lnTo>
                    <a:pt x="3131" y="827"/>
                  </a:lnTo>
                  <a:lnTo>
                    <a:pt x="3155" y="821"/>
                  </a:lnTo>
                  <a:lnTo>
                    <a:pt x="3179" y="819"/>
                  </a:lnTo>
                  <a:close/>
                  <a:moveTo>
                    <a:pt x="3246" y="2144"/>
                  </a:moveTo>
                  <a:lnTo>
                    <a:pt x="3271" y="2146"/>
                  </a:lnTo>
                  <a:lnTo>
                    <a:pt x="3294" y="2152"/>
                  </a:lnTo>
                  <a:lnTo>
                    <a:pt x="3316" y="2162"/>
                  </a:lnTo>
                  <a:lnTo>
                    <a:pt x="3339" y="2176"/>
                  </a:lnTo>
                  <a:lnTo>
                    <a:pt x="3360" y="2194"/>
                  </a:lnTo>
                  <a:lnTo>
                    <a:pt x="3380" y="2215"/>
                  </a:lnTo>
                  <a:lnTo>
                    <a:pt x="3397" y="2240"/>
                  </a:lnTo>
                  <a:lnTo>
                    <a:pt x="3415" y="2267"/>
                  </a:lnTo>
                  <a:lnTo>
                    <a:pt x="3430" y="2296"/>
                  </a:lnTo>
                  <a:lnTo>
                    <a:pt x="3444" y="2329"/>
                  </a:lnTo>
                  <a:lnTo>
                    <a:pt x="3456" y="2363"/>
                  </a:lnTo>
                  <a:lnTo>
                    <a:pt x="3466" y="2400"/>
                  </a:lnTo>
                  <a:lnTo>
                    <a:pt x="3475" y="2438"/>
                  </a:lnTo>
                  <a:lnTo>
                    <a:pt x="3480" y="2478"/>
                  </a:lnTo>
                  <a:lnTo>
                    <a:pt x="3484" y="2520"/>
                  </a:lnTo>
                  <a:lnTo>
                    <a:pt x="3485" y="2562"/>
                  </a:lnTo>
                  <a:lnTo>
                    <a:pt x="3484" y="2604"/>
                  </a:lnTo>
                  <a:lnTo>
                    <a:pt x="3480" y="2647"/>
                  </a:lnTo>
                  <a:lnTo>
                    <a:pt x="3475" y="2686"/>
                  </a:lnTo>
                  <a:lnTo>
                    <a:pt x="3466" y="2725"/>
                  </a:lnTo>
                  <a:lnTo>
                    <a:pt x="3456" y="2762"/>
                  </a:lnTo>
                  <a:lnTo>
                    <a:pt x="3444" y="2796"/>
                  </a:lnTo>
                  <a:lnTo>
                    <a:pt x="3430" y="2828"/>
                  </a:lnTo>
                  <a:lnTo>
                    <a:pt x="3415" y="2858"/>
                  </a:lnTo>
                  <a:lnTo>
                    <a:pt x="3397" y="2886"/>
                  </a:lnTo>
                  <a:lnTo>
                    <a:pt x="3380" y="2909"/>
                  </a:lnTo>
                  <a:lnTo>
                    <a:pt x="3360" y="2930"/>
                  </a:lnTo>
                  <a:lnTo>
                    <a:pt x="3339" y="2949"/>
                  </a:lnTo>
                  <a:lnTo>
                    <a:pt x="3316" y="2963"/>
                  </a:lnTo>
                  <a:lnTo>
                    <a:pt x="3294" y="2974"/>
                  </a:lnTo>
                  <a:lnTo>
                    <a:pt x="3271" y="2980"/>
                  </a:lnTo>
                  <a:lnTo>
                    <a:pt x="3246" y="2982"/>
                  </a:lnTo>
                  <a:lnTo>
                    <a:pt x="3222" y="2980"/>
                  </a:lnTo>
                  <a:lnTo>
                    <a:pt x="3198" y="2974"/>
                  </a:lnTo>
                  <a:lnTo>
                    <a:pt x="3176" y="2963"/>
                  </a:lnTo>
                  <a:lnTo>
                    <a:pt x="3154" y="2949"/>
                  </a:lnTo>
                  <a:lnTo>
                    <a:pt x="3133" y="2930"/>
                  </a:lnTo>
                  <a:lnTo>
                    <a:pt x="3113" y="2909"/>
                  </a:lnTo>
                  <a:lnTo>
                    <a:pt x="3095" y="2886"/>
                  </a:lnTo>
                  <a:lnTo>
                    <a:pt x="3077" y="2858"/>
                  </a:lnTo>
                  <a:lnTo>
                    <a:pt x="3062" y="2828"/>
                  </a:lnTo>
                  <a:lnTo>
                    <a:pt x="3048" y="2796"/>
                  </a:lnTo>
                  <a:lnTo>
                    <a:pt x="3036" y="2762"/>
                  </a:lnTo>
                  <a:lnTo>
                    <a:pt x="3026" y="2725"/>
                  </a:lnTo>
                  <a:lnTo>
                    <a:pt x="3018" y="2686"/>
                  </a:lnTo>
                  <a:lnTo>
                    <a:pt x="3012" y="2647"/>
                  </a:lnTo>
                  <a:lnTo>
                    <a:pt x="3008" y="2604"/>
                  </a:lnTo>
                  <a:lnTo>
                    <a:pt x="3007" y="2562"/>
                  </a:lnTo>
                  <a:lnTo>
                    <a:pt x="3008" y="2520"/>
                  </a:lnTo>
                  <a:lnTo>
                    <a:pt x="3012" y="2478"/>
                  </a:lnTo>
                  <a:lnTo>
                    <a:pt x="3018" y="2438"/>
                  </a:lnTo>
                  <a:lnTo>
                    <a:pt x="3026" y="2400"/>
                  </a:lnTo>
                  <a:lnTo>
                    <a:pt x="3036" y="2363"/>
                  </a:lnTo>
                  <a:lnTo>
                    <a:pt x="3048" y="2329"/>
                  </a:lnTo>
                  <a:lnTo>
                    <a:pt x="3062" y="2296"/>
                  </a:lnTo>
                  <a:lnTo>
                    <a:pt x="3077" y="2267"/>
                  </a:lnTo>
                  <a:lnTo>
                    <a:pt x="3095" y="2240"/>
                  </a:lnTo>
                  <a:lnTo>
                    <a:pt x="3113" y="2215"/>
                  </a:lnTo>
                  <a:lnTo>
                    <a:pt x="3133" y="2194"/>
                  </a:lnTo>
                  <a:lnTo>
                    <a:pt x="3154" y="2176"/>
                  </a:lnTo>
                  <a:lnTo>
                    <a:pt x="3176" y="2162"/>
                  </a:lnTo>
                  <a:lnTo>
                    <a:pt x="3198" y="2152"/>
                  </a:lnTo>
                  <a:lnTo>
                    <a:pt x="3222" y="2146"/>
                  </a:lnTo>
                  <a:lnTo>
                    <a:pt x="3246" y="214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6409" name="Freeform 53"/>
            <p:cNvSpPr>
              <a:spLocks/>
            </p:cNvSpPr>
            <p:nvPr/>
          </p:nvSpPr>
          <p:spPr bwMode="auto">
            <a:xfrm>
              <a:off x="1267" y="1588"/>
              <a:ext cx="87" cy="52"/>
            </a:xfrm>
            <a:custGeom>
              <a:avLst/>
              <a:gdLst>
                <a:gd name="T0" fmla="*/ 3 w 437"/>
                <a:gd name="T1" fmla="*/ 2 h 260"/>
                <a:gd name="T2" fmla="*/ 3 w 437"/>
                <a:gd name="T3" fmla="*/ 2 h 260"/>
                <a:gd name="T4" fmla="*/ 3 w 437"/>
                <a:gd name="T5" fmla="*/ 2 h 260"/>
                <a:gd name="T6" fmla="*/ 3 w 437"/>
                <a:gd name="T7" fmla="*/ 2 h 260"/>
                <a:gd name="T8" fmla="*/ 3 w 437"/>
                <a:gd name="T9" fmla="*/ 1 h 260"/>
                <a:gd name="T10" fmla="*/ 3 w 437"/>
                <a:gd name="T11" fmla="*/ 1 h 260"/>
                <a:gd name="T12" fmla="*/ 3 w 437"/>
                <a:gd name="T13" fmla="*/ 1 h 260"/>
                <a:gd name="T14" fmla="*/ 3 w 437"/>
                <a:gd name="T15" fmla="*/ 1 h 260"/>
                <a:gd name="T16" fmla="*/ 3 w 437"/>
                <a:gd name="T17" fmla="*/ 1 h 260"/>
                <a:gd name="T18" fmla="*/ 2 w 437"/>
                <a:gd name="T19" fmla="*/ 1 h 260"/>
                <a:gd name="T20" fmla="*/ 2 w 437"/>
                <a:gd name="T21" fmla="*/ 0 h 260"/>
                <a:gd name="T22" fmla="*/ 2 w 437"/>
                <a:gd name="T23" fmla="*/ 0 h 260"/>
                <a:gd name="T24" fmla="*/ 2 w 437"/>
                <a:gd name="T25" fmla="*/ 0 h 260"/>
                <a:gd name="T26" fmla="*/ 1 w 437"/>
                <a:gd name="T27" fmla="*/ 0 h 260"/>
                <a:gd name="T28" fmla="*/ 1 w 437"/>
                <a:gd name="T29" fmla="*/ 0 h 260"/>
                <a:gd name="T30" fmla="*/ 1 w 437"/>
                <a:gd name="T31" fmla="*/ 0 h 260"/>
                <a:gd name="T32" fmla="*/ 0 w 437"/>
                <a:gd name="T33" fmla="*/ 0 h 260"/>
                <a:gd name="T34" fmla="*/ 0 w 437"/>
                <a:gd name="T35" fmla="*/ 0 h 260"/>
                <a:gd name="T36" fmla="*/ 0 w 437"/>
                <a:gd name="T37" fmla="*/ 0 h 260"/>
                <a:gd name="T38" fmla="*/ 0 w 437"/>
                <a:gd name="T39" fmla="*/ 0 h 260"/>
                <a:gd name="T40" fmla="*/ 1 w 437"/>
                <a:gd name="T41" fmla="*/ 0 h 260"/>
                <a:gd name="T42" fmla="*/ 1 w 437"/>
                <a:gd name="T43" fmla="*/ 0 h 260"/>
                <a:gd name="T44" fmla="*/ 1 w 437"/>
                <a:gd name="T45" fmla="*/ 0 h 260"/>
                <a:gd name="T46" fmla="*/ 2 w 437"/>
                <a:gd name="T47" fmla="*/ 0 h 260"/>
                <a:gd name="T48" fmla="*/ 2 w 437"/>
                <a:gd name="T49" fmla="*/ 0 h 260"/>
                <a:gd name="T50" fmla="*/ 2 w 437"/>
                <a:gd name="T51" fmla="*/ 1 h 260"/>
                <a:gd name="T52" fmla="*/ 2 w 437"/>
                <a:gd name="T53" fmla="*/ 1 h 260"/>
                <a:gd name="T54" fmla="*/ 3 w 437"/>
                <a:gd name="T55" fmla="*/ 1 h 260"/>
                <a:gd name="T56" fmla="*/ 3 w 437"/>
                <a:gd name="T57" fmla="*/ 1 h 260"/>
                <a:gd name="T58" fmla="*/ 3 w 437"/>
                <a:gd name="T59" fmla="*/ 1 h 260"/>
                <a:gd name="T60" fmla="*/ 3 w 437"/>
                <a:gd name="T61" fmla="*/ 1 h 260"/>
                <a:gd name="T62" fmla="*/ 3 w 437"/>
                <a:gd name="T63" fmla="*/ 1 h 260"/>
                <a:gd name="T64" fmla="*/ 3 w 437"/>
                <a:gd name="T65" fmla="*/ 2 h 260"/>
                <a:gd name="T66" fmla="*/ 3 w 437"/>
                <a:gd name="T67" fmla="*/ 2 h 260"/>
                <a:gd name="T68" fmla="*/ 3 w 437"/>
                <a:gd name="T69" fmla="*/ 2 h 260"/>
                <a:gd name="T70" fmla="*/ 3 w 437"/>
                <a:gd name="T71" fmla="*/ 2 h 260"/>
                <a:gd name="T72" fmla="*/ 3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437" y="260"/>
                  </a:moveTo>
                  <a:lnTo>
                    <a:pt x="437" y="260"/>
                  </a:lnTo>
                  <a:lnTo>
                    <a:pt x="434" y="233"/>
                  </a:lnTo>
                  <a:lnTo>
                    <a:pt x="427" y="206"/>
                  </a:lnTo>
                  <a:lnTo>
                    <a:pt x="417" y="181"/>
                  </a:lnTo>
                  <a:lnTo>
                    <a:pt x="401" y="157"/>
                  </a:lnTo>
                  <a:lnTo>
                    <a:pt x="383" y="133"/>
                  </a:lnTo>
                  <a:lnTo>
                    <a:pt x="360" y="113"/>
                  </a:lnTo>
                  <a:lnTo>
                    <a:pt x="336" y="93"/>
                  </a:lnTo>
                  <a:lnTo>
                    <a:pt x="308" y="73"/>
                  </a:lnTo>
                  <a:lnTo>
                    <a:pt x="276" y="58"/>
                  </a:lnTo>
                  <a:lnTo>
                    <a:pt x="242" y="43"/>
                  </a:lnTo>
                  <a:lnTo>
                    <a:pt x="207" y="30"/>
                  </a:lnTo>
                  <a:lnTo>
                    <a:pt x="168" y="19"/>
                  </a:lnTo>
                  <a:lnTo>
                    <a:pt x="128" y="11"/>
                  </a:lnTo>
                  <a:lnTo>
                    <a:pt x="87" y="4"/>
                  </a:lnTo>
                  <a:lnTo>
                    <a:pt x="43" y="1"/>
                  </a:lnTo>
                  <a:lnTo>
                    <a:pt x="0" y="0"/>
                  </a:lnTo>
                  <a:lnTo>
                    <a:pt x="0" y="11"/>
                  </a:lnTo>
                  <a:lnTo>
                    <a:pt x="43" y="12"/>
                  </a:lnTo>
                  <a:lnTo>
                    <a:pt x="85" y="16"/>
                  </a:lnTo>
                  <a:lnTo>
                    <a:pt x="126" y="23"/>
                  </a:lnTo>
                  <a:lnTo>
                    <a:pt x="166" y="31"/>
                  </a:lnTo>
                  <a:lnTo>
                    <a:pt x="202" y="42"/>
                  </a:lnTo>
                  <a:lnTo>
                    <a:pt x="237" y="55"/>
                  </a:lnTo>
                  <a:lnTo>
                    <a:pt x="271" y="70"/>
                  </a:lnTo>
                  <a:lnTo>
                    <a:pt x="301" y="85"/>
                  </a:lnTo>
                  <a:lnTo>
                    <a:pt x="329" y="103"/>
                  </a:lnTo>
                  <a:lnTo>
                    <a:pt x="353" y="123"/>
                  </a:lnTo>
                  <a:lnTo>
                    <a:pt x="373" y="143"/>
                  </a:lnTo>
                  <a:lnTo>
                    <a:pt x="392" y="164"/>
                  </a:lnTo>
                  <a:lnTo>
                    <a:pt x="405" y="186"/>
                  </a:lnTo>
                  <a:lnTo>
                    <a:pt x="415" y="211"/>
                  </a:lnTo>
                  <a:lnTo>
                    <a:pt x="422" y="235"/>
                  </a:lnTo>
                  <a:lnTo>
                    <a:pt x="425" y="260"/>
                  </a:lnTo>
                  <a:lnTo>
                    <a:pt x="437"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6410" name="Freeform 54"/>
            <p:cNvSpPr>
              <a:spLocks/>
            </p:cNvSpPr>
            <p:nvPr/>
          </p:nvSpPr>
          <p:spPr bwMode="auto">
            <a:xfrm>
              <a:off x="1267" y="1640"/>
              <a:ext cx="87" cy="52"/>
            </a:xfrm>
            <a:custGeom>
              <a:avLst/>
              <a:gdLst>
                <a:gd name="T0" fmla="*/ 0 w 437"/>
                <a:gd name="T1" fmla="*/ 2 h 260"/>
                <a:gd name="T2" fmla="*/ 0 w 437"/>
                <a:gd name="T3" fmla="*/ 2 h 260"/>
                <a:gd name="T4" fmla="*/ 0 w 437"/>
                <a:gd name="T5" fmla="*/ 2 h 260"/>
                <a:gd name="T6" fmla="*/ 1 w 437"/>
                <a:gd name="T7" fmla="*/ 2 h 260"/>
                <a:gd name="T8" fmla="*/ 1 w 437"/>
                <a:gd name="T9" fmla="*/ 2 h 260"/>
                <a:gd name="T10" fmla="*/ 1 w 437"/>
                <a:gd name="T11" fmla="*/ 2 h 260"/>
                <a:gd name="T12" fmla="*/ 2 w 437"/>
                <a:gd name="T13" fmla="*/ 2 h 260"/>
                <a:gd name="T14" fmla="*/ 2 w 437"/>
                <a:gd name="T15" fmla="*/ 2 h 260"/>
                <a:gd name="T16" fmla="*/ 2 w 437"/>
                <a:gd name="T17" fmla="*/ 2 h 260"/>
                <a:gd name="T18" fmla="*/ 2 w 437"/>
                <a:gd name="T19" fmla="*/ 1 h 260"/>
                <a:gd name="T20" fmla="*/ 3 w 437"/>
                <a:gd name="T21" fmla="*/ 1 h 260"/>
                <a:gd name="T22" fmla="*/ 3 w 437"/>
                <a:gd name="T23" fmla="*/ 1 h 260"/>
                <a:gd name="T24" fmla="*/ 3 w 437"/>
                <a:gd name="T25" fmla="*/ 1 h 260"/>
                <a:gd name="T26" fmla="*/ 3 w 437"/>
                <a:gd name="T27" fmla="*/ 1 h 260"/>
                <a:gd name="T28" fmla="*/ 3 w 437"/>
                <a:gd name="T29" fmla="*/ 1 h 260"/>
                <a:gd name="T30" fmla="*/ 3 w 437"/>
                <a:gd name="T31" fmla="*/ 0 h 260"/>
                <a:gd name="T32" fmla="*/ 3 w 437"/>
                <a:gd name="T33" fmla="*/ 0 h 260"/>
                <a:gd name="T34" fmla="*/ 3 w 437"/>
                <a:gd name="T35" fmla="*/ 0 h 260"/>
                <a:gd name="T36" fmla="*/ 3 w 437"/>
                <a:gd name="T37" fmla="*/ 0 h 260"/>
                <a:gd name="T38" fmla="*/ 3 w 437"/>
                <a:gd name="T39" fmla="*/ 0 h 260"/>
                <a:gd name="T40" fmla="*/ 3 w 437"/>
                <a:gd name="T41" fmla="*/ 0 h 260"/>
                <a:gd name="T42" fmla="*/ 3 w 437"/>
                <a:gd name="T43" fmla="*/ 1 h 260"/>
                <a:gd name="T44" fmla="*/ 3 w 437"/>
                <a:gd name="T45" fmla="*/ 1 h 260"/>
                <a:gd name="T46" fmla="*/ 3 w 437"/>
                <a:gd name="T47" fmla="*/ 1 h 260"/>
                <a:gd name="T48" fmla="*/ 3 w 437"/>
                <a:gd name="T49" fmla="*/ 1 h 260"/>
                <a:gd name="T50" fmla="*/ 3 w 437"/>
                <a:gd name="T51" fmla="*/ 1 h 260"/>
                <a:gd name="T52" fmla="*/ 2 w 437"/>
                <a:gd name="T53" fmla="*/ 1 h 260"/>
                <a:gd name="T54" fmla="*/ 2 w 437"/>
                <a:gd name="T55" fmla="*/ 2 h 260"/>
                <a:gd name="T56" fmla="*/ 2 w 437"/>
                <a:gd name="T57" fmla="*/ 2 h 260"/>
                <a:gd name="T58" fmla="*/ 2 w 437"/>
                <a:gd name="T59" fmla="*/ 2 h 260"/>
                <a:gd name="T60" fmla="*/ 1 w 437"/>
                <a:gd name="T61" fmla="*/ 2 h 260"/>
                <a:gd name="T62" fmla="*/ 1 w 437"/>
                <a:gd name="T63" fmla="*/ 2 h 260"/>
                <a:gd name="T64" fmla="*/ 1 w 437"/>
                <a:gd name="T65" fmla="*/ 2 h 260"/>
                <a:gd name="T66" fmla="*/ 0 w 437"/>
                <a:gd name="T67" fmla="*/ 2 h 260"/>
                <a:gd name="T68" fmla="*/ 0 w 437"/>
                <a:gd name="T69" fmla="*/ 2 h 260"/>
                <a:gd name="T70" fmla="*/ 0 w 437"/>
                <a:gd name="T71" fmla="*/ 2 h 260"/>
                <a:gd name="T72" fmla="*/ 0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0" y="260"/>
                  </a:moveTo>
                  <a:lnTo>
                    <a:pt x="0" y="260"/>
                  </a:lnTo>
                  <a:lnTo>
                    <a:pt x="43" y="259"/>
                  </a:lnTo>
                  <a:lnTo>
                    <a:pt x="87" y="255"/>
                  </a:lnTo>
                  <a:lnTo>
                    <a:pt x="128" y="248"/>
                  </a:lnTo>
                  <a:lnTo>
                    <a:pt x="168" y="240"/>
                  </a:lnTo>
                  <a:lnTo>
                    <a:pt x="207" y="230"/>
                  </a:lnTo>
                  <a:lnTo>
                    <a:pt x="242" y="217"/>
                  </a:lnTo>
                  <a:lnTo>
                    <a:pt x="276" y="202"/>
                  </a:lnTo>
                  <a:lnTo>
                    <a:pt x="308" y="185"/>
                  </a:lnTo>
                  <a:lnTo>
                    <a:pt x="336" y="166"/>
                  </a:lnTo>
                  <a:lnTo>
                    <a:pt x="360" y="146"/>
                  </a:lnTo>
                  <a:lnTo>
                    <a:pt x="383" y="125"/>
                  </a:lnTo>
                  <a:lnTo>
                    <a:pt x="401" y="102"/>
                  </a:lnTo>
                  <a:lnTo>
                    <a:pt x="417" y="77"/>
                  </a:lnTo>
                  <a:lnTo>
                    <a:pt x="427" y="53"/>
                  </a:lnTo>
                  <a:lnTo>
                    <a:pt x="434" y="27"/>
                  </a:lnTo>
                  <a:lnTo>
                    <a:pt x="437" y="0"/>
                  </a:lnTo>
                  <a:lnTo>
                    <a:pt x="425" y="0"/>
                  </a:lnTo>
                  <a:lnTo>
                    <a:pt x="422" y="24"/>
                  </a:lnTo>
                  <a:lnTo>
                    <a:pt x="415" y="48"/>
                  </a:lnTo>
                  <a:lnTo>
                    <a:pt x="405" y="73"/>
                  </a:lnTo>
                  <a:lnTo>
                    <a:pt x="392" y="95"/>
                  </a:lnTo>
                  <a:lnTo>
                    <a:pt x="373" y="116"/>
                  </a:lnTo>
                  <a:lnTo>
                    <a:pt x="353" y="137"/>
                  </a:lnTo>
                  <a:lnTo>
                    <a:pt x="329" y="157"/>
                  </a:lnTo>
                  <a:lnTo>
                    <a:pt x="301" y="173"/>
                  </a:lnTo>
                  <a:lnTo>
                    <a:pt x="271" y="190"/>
                  </a:lnTo>
                  <a:lnTo>
                    <a:pt x="237" y="205"/>
                  </a:lnTo>
                  <a:lnTo>
                    <a:pt x="202" y="218"/>
                  </a:lnTo>
                  <a:lnTo>
                    <a:pt x="166" y="228"/>
                  </a:lnTo>
                  <a:lnTo>
                    <a:pt x="126" y="237"/>
                  </a:lnTo>
                  <a:lnTo>
                    <a:pt x="85" y="244"/>
                  </a:lnTo>
                  <a:lnTo>
                    <a:pt x="43" y="247"/>
                  </a:lnTo>
                  <a:lnTo>
                    <a:pt x="0" y="248"/>
                  </a:lnTo>
                  <a:lnTo>
                    <a:pt x="0"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6411" name="Freeform 55"/>
            <p:cNvSpPr>
              <a:spLocks/>
            </p:cNvSpPr>
            <p:nvPr/>
          </p:nvSpPr>
          <p:spPr bwMode="auto">
            <a:xfrm>
              <a:off x="1179" y="1640"/>
              <a:ext cx="88" cy="52"/>
            </a:xfrm>
            <a:custGeom>
              <a:avLst/>
              <a:gdLst>
                <a:gd name="T0" fmla="*/ 0 w 439"/>
                <a:gd name="T1" fmla="*/ 0 h 260"/>
                <a:gd name="T2" fmla="*/ 0 w 439"/>
                <a:gd name="T3" fmla="*/ 0 h 260"/>
                <a:gd name="T4" fmla="*/ 0 w 439"/>
                <a:gd name="T5" fmla="*/ 0 h 260"/>
                <a:gd name="T6" fmla="*/ 0 w 439"/>
                <a:gd name="T7" fmla="*/ 0 h 260"/>
                <a:gd name="T8" fmla="*/ 0 w 439"/>
                <a:gd name="T9" fmla="*/ 1 h 260"/>
                <a:gd name="T10" fmla="*/ 0 w 439"/>
                <a:gd name="T11" fmla="*/ 1 h 260"/>
                <a:gd name="T12" fmla="*/ 0 w 439"/>
                <a:gd name="T13" fmla="*/ 1 h 260"/>
                <a:gd name="T14" fmla="*/ 1 w 439"/>
                <a:gd name="T15" fmla="*/ 1 h 260"/>
                <a:gd name="T16" fmla="*/ 1 w 439"/>
                <a:gd name="T17" fmla="*/ 1 h 260"/>
                <a:gd name="T18" fmla="*/ 1 w 439"/>
                <a:gd name="T19" fmla="*/ 1 h 260"/>
                <a:gd name="T20" fmla="*/ 1 w 439"/>
                <a:gd name="T21" fmla="*/ 2 h 260"/>
                <a:gd name="T22" fmla="*/ 2 w 439"/>
                <a:gd name="T23" fmla="*/ 2 h 260"/>
                <a:gd name="T24" fmla="*/ 2 w 439"/>
                <a:gd name="T25" fmla="*/ 2 h 260"/>
                <a:gd name="T26" fmla="*/ 2 w 439"/>
                <a:gd name="T27" fmla="*/ 2 h 260"/>
                <a:gd name="T28" fmla="*/ 2 w 439"/>
                <a:gd name="T29" fmla="*/ 2 h 260"/>
                <a:gd name="T30" fmla="*/ 3 w 439"/>
                <a:gd name="T31" fmla="*/ 2 h 260"/>
                <a:gd name="T32" fmla="*/ 3 w 439"/>
                <a:gd name="T33" fmla="*/ 2 h 260"/>
                <a:gd name="T34" fmla="*/ 4 w 439"/>
                <a:gd name="T35" fmla="*/ 2 h 260"/>
                <a:gd name="T36" fmla="*/ 4 w 439"/>
                <a:gd name="T37" fmla="*/ 2 h 260"/>
                <a:gd name="T38" fmla="*/ 3 w 439"/>
                <a:gd name="T39" fmla="*/ 2 h 260"/>
                <a:gd name="T40" fmla="*/ 3 w 439"/>
                <a:gd name="T41" fmla="*/ 2 h 260"/>
                <a:gd name="T42" fmla="*/ 3 w 439"/>
                <a:gd name="T43" fmla="*/ 2 h 260"/>
                <a:gd name="T44" fmla="*/ 2 w 439"/>
                <a:gd name="T45" fmla="*/ 2 h 260"/>
                <a:gd name="T46" fmla="*/ 2 w 439"/>
                <a:gd name="T47" fmla="*/ 2 h 260"/>
                <a:gd name="T48" fmla="*/ 2 w 439"/>
                <a:gd name="T49" fmla="*/ 2 h 260"/>
                <a:gd name="T50" fmla="*/ 1 w 439"/>
                <a:gd name="T51" fmla="*/ 2 h 260"/>
                <a:gd name="T52" fmla="*/ 1 w 439"/>
                <a:gd name="T53" fmla="*/ 1 h 260"/>
                <a:gd name="T54" fmla="*/ 1 w 439"/>
                <a:gd name="T55" fmla="*/ 1 h 260"/>
                <a:gd name="T56" fmla="*/ 1 w 439"/>
                <a:gd name="T57" fmla="*/ 1 h 260"/>
                <a:gd name="T58" fmla="*/ 1 w 439"/>
                <a:gd name="T59" fmla="*/ 1 h 260"/>
                <a:gd name="T60" fmla="*/ 0 w 439"/>
                <a:gd name="T61" fmla="*/ 1 h 260"/>
                <a:gd name="T62" fmla="*/ 0 w 439"/>
                <a:gd name="T63" fmla="*/ 1 h 260"/>
                <a:gd name="T64" fmla="*/ 0 w 439"/>
                <a:gd name="T65" fmla="*/ 0 h 260"/>
                <a:gd name="T66" fmla="*/ 0 w 439"/>
                <a:gd name="T67" fmla="*/ 0 h 260"/>
                <a:gd name="T68" fmla="*/ 0 w 439"/>
                <a:gd name="T69" fmla="*/ 0 h 260"/>
                <a:gd name="T70" fmla="*/ 0 w 439"/>
                <a:gd name="T71" fmla="*/ 0 h 260"/>
                <a:gd name="T72" fmla="*/ 0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0" y="0"/>
                  </a:moveTo>
                  <a:lnTo>
                    <a:pt x="0" y="0"/>
                  </a:lnTo>
                  <a:lnTo>
                    <a:pt x="3" y="27"/>
                  </a:lnTo>
                  <a:lnTo>
                    <a:pt x="10" y="53"/>
                  </a:lnTo>
                  <a:lnTo>
                    <a:pt x="20" y="77"/>
                  </a:lnTo>
                  <a:lnTo>
                    <a:pt x="35" y="102"/>
                  </a:lnTo>
                  <a:lnTo>
                    <a:pt x="54" y="125"/>
                  </a:lnTo>
                  <a:lnTo>
                    <a:pt x="76" y="146"/>
                  </a:lnTo>
                  <a:lnTo>
                    <a:pt x="102" y="166"/>
                  </a:lnTo>
                  <a:lnTo>
                    <a:pt x="130" y="185"/>
                  </a:lnTo>
                  <a:lnTo>
                    <a:pt x="162" y="202"/>
                  </a:lnTo>
                  <a:lnTo>
                    <a:pt x="195" y="217"/>
                  </a:lnTo>
                  <a:lnTo>
                    <a:pt x="231" y="230"/>
                  </a:lnTo>
                  <a:lnTo>
                    <a:pt x="270" y="240"/>
                  </a:lnTo>
                  <a:lnTo>
                    <a:pt x="310" y="248"/>
                  </a:lnTo>
                  <a:lnTo>
                    <a:pt x="351" y="255"/>
                  </a:lnTo>
                  <a:lnTo>
                    <a:pt x="395" y="259"/>
                  </a:lnTo>
                  <a:lnTo>
                    <a:pt x="439" y="260"/>
                  </a:lnTo>
                  <a:lnTo>
                    <a:pt x="439" y="248"/>
                  </a:lnTo>
                  <a:lnTo>
                    <a:pt x="395" y="247"/>
                  </a:lnTo>
                  <a:lnTo>
                    <a:pt x="353" y="244"/>
                  </a:lnTo>
                  <a:lnTo>
                    <a:pt x="312" y="237"/>
                  </a:lnTo>
                  <a:lnTo>
                    <a:pt x="272" y="228"/>
                  </a:lnTo>
                  <a:lnTo>
                    <a:pt x="236" y="218"/>
                  </a:lnTo>
                  <a:lnTo>
                    <a:pt x="200" y="205"/>
                  </a:lnTo>
                  <a:lnTo>
                    <a:pt x="167" y="190"/>
                  </a:lnTo>
                  <a:lnTo>
                    <a:pt x="137" y="173"/>
                  </a:lnTo>
                  <a:lnTo>
                    <a:pt x="109" y="157"/>
                  </a:lnTo>
                  <a:lnTo>
                    <a:pt x="84" y="137"/>
                  </a:lnTo>
                  <a:lnTo>
                    <a:pt x="64" y="116"/>
                  </a:lnTo>
                  <a:lnTo>
                    <a:pt x="45" y="95"/>
                  </a:lnTo>
                  <a:lnTo>
                    <a:pt x="32" y="73"/>
                  </a:lnTo>
                  <a:lnTo>
                    <a:pt x="21" y="48"/>
                  </a:lnTo>
                  <a:lnTo>
                    <a:pt x="14" y="24"/>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6412" name="Freeform 56"/>
            <p:cNvSpPr>
              <a:spLocks/>
            </p:cNvSpPr>
            <p:nvPr/>
          </p:nvSpPr>
          <p:spPr bwMode="auto">
            <a:xfrm>
              <a:off x="1179" y="1588"/>
              <a:ext cx="88" cy="52"/>
            </a:xfrm>
            <a:custGeom>
              <a:avLst/>
              <a:gdLst>
                <a:gd name="T0" fmla="*/ 4 w 439"/>
                <a:gd name="T1" fmla="*/ 0 h 260"/>
                <a:gd name="T2" fmla="*/ 4 w 439"/>
                <a:gd name="T3" fmla="*/ 0 h 260"/>
                <a:gd name="T4" fmla="*/ 3 w 439"/>
                <a:gd name="T5" fmla="*/ 0 h 260"/>
                <a:gd name="T6" fmla="*/ 3 w 439"/>
                <a:gd name="T7" fmla="*/ 0 h 260"/>
                <a:gd name="T8" fmla="*/ 2 w 439"/>
                <a:gd name="T9" fmla="*/ 0 h 260"/>
                <a:gd name="T10" fmla="*/ 2 w 439"/>
                <a:gd name="T11" fmla="*/ 0 h 260"/>
                <a:gd name="T12" fmla="*/ 2 w 439"/>
                <a:gd name="T13" fmla="*/ 0 h 260"/>
                <a:gd name="T14" fmla="*/ 2 w 439"/>
                <a:gd name="T15" fmla="*/ 0 h 260"/>
                <a:gd name="T16" fmla="*/ 1 w 439"/>
                <a:gd name="T17" fmla="*/ 0 h 260"/>
                <a:gd name="T18" fmla="*/ 1 w 439"/>
                <a:gd name="T19" fmla="*/ 1 h 260"/>
                <a:gd name="T20" fmla="*/ 1 w 439"/>
                <a:gd name="T21" fmla="*/ 1 h 260"/>
                <a:gd name="T22" fmla="*/ 1 w 439"/>
                <a:gd name="T23" fmla="*/ 1 h 260"/>
                <a:gd name="T24" fmla="*/ 0 w 439"/>
                <a:gd name="T25" fmla="*/ 1 h 260"/>
                <a:gd name="T26" fmla="*/ 0 w 439"/>
                <a:gd name="T27" fmla="*/ 1 h 260"/>
                <a:gd name="T28" fmla="*/ 0 w 439"/>
                <a:gd name="T29" fmla="*/ 1 h 260"/>
                <a:gd name="T30" fmla="*/ 0 w 439"/>
                <a:gd name="T31" fmla="*/ 2 h 260"/>
                <a:gd name="T32" fmla="*/ 0 w 439"/>
                <a:gd name="T33" fmla="*/ 2 h 260"/>
                <a:gd name="T34" fmla="*/ 0 w 439"/>
                <a:gd name="T35" fmla="*/ 2 h 260"/>
                <a:gd name="T36" fmla="*/ 0 w 439"/>
                <a:gd name="T37" fmla="*/ 2 h 260"/>
                <a:gd name="T38" fmla="*/ 0 w 439"/>
                <a:gd name="T39" fmla="*/ 2 h 260"/>
                <a:gd name="T40" fmla="*/ 0 w 439"/>
                <a:gd name="T41" fmla="*/ 2 h 260"/>
                <a:gd name="T42" fmla="*/ 0 w 439"/>
                <a:gd name="T43" fmla="*/ 1 h 260"/>
                <a:gd name="T44" fmla="*/ 0 w 439"/>
                <a:gd name="T45" fmla="*/ 1 h 260"/>
                <a:gd name="T46" fmla="*/ 1 w 439"/>
                <a:gd name="T47" fmla="*/ 1 h 260"/>
                <a:gd name="T48" fmla="*/ 1 w 439"/>
                <a:gd name="T49" fmla="*/ 1 h 260"/>
                <a:gd name="T50" fmla="*/ 1 w 439"/>
                <a:gd name="T51" fmla="*/ 1 h 260"/>
                <a:gd name="T52" fmla="*/ 1 w 439"/>
                <a:gd name="T53" fmla="*/ 1 h 260"/>
                <a:gd name="T54" fmla="*/ 1 w 439"/>
                <a:gd name="T55" fmla="*/ 1 h 260"/>
                <a:gd name="T56" fmla="*/ 2 w 439"/>
                <a:gd name="T57" fmla="*/ 0 h 260"/>
                <a:gd name="T58" fmla="*/ 2 w 439"/>
                <a:gd name="T59" fmla="*/ 0 h 260"/>
                <a:gd name="T60" fmla="*/ 2 w 439"/>
                <a:gd name="T61" fmla="*/ 0 h 260"/>
                <a:gd name="T62" fmla="*/ 3 w 439"/>
                <a:gd name="T63" fmla="*/ 0 h 260"/>
                <a:gd name="T64" fmla="*/ 3 w 439"/>
                <a:gd name="T65" fmla="*/ 0 h 260"/>
                <a:gd name="T66" fmla="*/ 3 w 439"/>
                <a:gd name="T67" fmla="*/ 0 h 260"/>
                <a:gd name="T68" fmla="*/ 4 w 439"/>
                <a:gd name="T69" fmla="*/ 0 h 260"/>
                <a:gd name="T70" fmla="*/ 4 w 439"/>
                <a:gd name="T71" fmla="*/ 0 h 260"/>
                <a:gd name="T72" fmla="*/ 4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439" y="0"/>
                  </a:moveTo>
                  <a:lnTo>
                    <a:pt x="439" y="0"/>
                  </a:lnTo>
                  <a:lnTo>
                    <a:pt x="395" y="1"/>
                  </a:lnTo>
                  <a:lnTo>
                    <a:pt x="351" y="4"/>
                  </a:lnTo>
                  <a:lnTo>
                    <a:pt x="310" y="11"/>
                  </a:lnTo>
                  <a:lnTo>
                    <a:pt x="270" y="19"/>
                  </a:lnTo>
                  <a:lnTo>
                    <a:pt x="231" y="30"/>
                  </a:lnTo>
                  <a:lnTo>
                    <a:pt x="195" y="43"/>
                  </a:lnTo>
                  <a:lnTo>
                    <a:pt x="162" y="58"/>
                  </a:lnTo>
                  <a:lnTo>
                    <a:pt x="130" y="73"/>
                  </a:lnTo>
                  <a:lnTo>
                    <a:pt x="102" y="93"/>
                  </a:lnTo>
                  <a:lnTo>
                    <a:pt x="76" y="113"/>
                  </a:lnTo>
                  <a:lnTo>
                    <a:pt x="54" y="133"/>
                  </a:lnTo>
                  <a:lnTo>
                    <a:pt x="35" y="157"/>
                  </a:lnTo>
                  <a:lnTo>
                    <a:pt x="20" y="181"/>
                  </a:lnTo>
                  <a:lnTo>
                    <a:pt x="10" y="206"/>
                  </a:lnTo>
                  <a:lnTo>
                    <a:pt x="3" y="233"/>
                  </a:lnTo>
                  <a:lnTo>
                    <a:pt x="0" y="260"/>
                  </a:lnTo>
                  <a:lnTo>
                    <a:pt x="12" y="260"/>
                  </a:lnTo>
                  <a:lnTo>
                    <a:pt x="14" y="235"/>
                  </a:lnTo>
                  <a:lnTo>
                    <a:pt x="21" y="211"/>
                  </a:lnTo>
                  <a:lnTo>
                    <a:pt x="32" y="186"/>
                  </a:lnTo>
                  <a:lnTo>
                    <a:pt x="45" y="164"/>
                  </a:lnTo>
                  <a:lnTo>
                    <a:pt x="64" y="143"/>
                  </a:lnTo>
                  <a:lnTo>
                    <a:pt x="84" y="123"/>
                  </a:lnTo>
                  <a:lnTo>
                    <a:pt x="109" y="103"/>
                  </a:lnTo>
                  <a:lnTo>
                    <a:pt x="137" y="85"/>
                  </a:lnTo>
                  <a:lnTo>
                    <a:pt x="167" y="70"/>
                  </a:lnTo>
                  <a:lnTo>
                    <a:pt x="200" y="55"/>
                  </a:lnTo>
                  <a:lnTo>
                    <a:pt x="236" y="42"/>
                  </a:lnTo>
                  <a:lnTo>
                    <a:pt x="272" y="31"/>
                  </a:lnTo>
                  <a:lnTo>
                    <a:pt x="312" y="23"/>
                  </a:lnTo>
                  <a:lnTo>
                    <a:pt x="353" y="16"/>
                  </a:lnTo>
                  <a:lnTo>
                    <a:pt x="395" y="12"/>
                  </a:lnTo>
                  <a:lnTo>
                    <a:pt x="439" y="11"/>
                  </a:lnTo>
                  <a:lnTo>
                    <a:pt x="439"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6413" name="Freeform 57"/>
            <p:cNvSpPr>
              <a:spLocks/>
            </p:cNvSpPr>
            <p:nvPr/>
          </p:nvSpPr>
          <p:spPr bwMode="auto">
            <a:xfrm>
              <a:off x="964" y="1745"/>
              <a:ext cx="48" cy="85"/>
            </a:xfrm>
            <a:custGeom>
              <a:avLst/>
              <a:gdLst>
                <a:gd name="T0" fmla="*/ 2 w 244"/>
                <a:gd name="T1" fmla="*/ 3 h 426"/>
                <a:gd name="T2" fmla="*/ 2 w 244"/>
                <a:gd name="T3" fmla="*/ 3 h 426"/>
                <a:gd name="T4" fmla="*/ 2 w 244"/>
                <a:gd name="T5" fmla="*/ 3 h 426"/>
                <a:gd name="T6" fmla="*/ 2 w 244"/>
                <a:gd name="T7" fmla="*/ 3 h 426"/>
                <a:gd name="T8" fmla="*/ 2 w 244"/>
                <a:gd name="T9" fmla="*/ 2 h 426"/>
                <a:gd name="T10" fmla="*/ 2 w 244"/>
                <a:gd name="T11" fmla="*/ 2 h 426"/>
                <a:gd name="T12" fmla="*/ 2 w 244"/>
                <a:gd name="T13" fmla="*/ 2 h 426"/>
                <a:gd name="T14" fmla="*/ 2 w 244"/>
                <a:gd name="T15" fmla="*/ 2 h 426"/>
                <a:gd name="T16" fmla="*/ 1 w 244"/>
                <a:gd name="T17" fmla="*/ 1 h 426"/>
                <a:gd name="T18" fmla="*/ 1 w 244"/>
                <a:gd name="T19" fmla="*/ 1 h 426"/>
                <a:gd name="T20" fmla="*/ 1 w 244"/>
                <a:gd name="T21" fmla="*/ 1 h 426"/>
                <a:gd name="T22" fmla="*/ 1 w 244"/>
                <a:gd name="T23" fmla="*/ 1 h 426"/>
                <a:gd name="T24" fmla="*/ 1 w 244"/>
                <a:gd name="T25" fmla="*/ 0 h 426"/>
                <a:gd name="T26" fmla="*/ 1 w 244"/>
                <a:gd name="T27" fmla="*/ 0 h 426"/>
                <a:gd name="T28" fmla="*/ 1 w 244"/>
                <a:gd name="T29" fmla="*/ 0 h 426"/>
                <a:gd name="T30" fmla="*/ 0 w 244"/>
                <a:gd name="T31" fmla="*/ 0 h 426"/>
                <a:gd name="T32" fmla="*/ 0 w 244"/>
                <a:gd name="T33" fmla="*/ 0 h 426"/>
                <a:gd name="T34" fmla="*/ 0 w 244"/>
                <a:gd name="T35" fmla="*/ 0 h 426"/>
                <a:gd name="T36" fmla="*/ 0 w 244"/>
                <a:gd name="T37" fmla="*/ 0 h 426"/>
                <a:gd name="T38" fmla="*/ 0 w 244"/>
                <a:gd name="T39" fmla="*/ 0 h 426"/>
                <a:gd name="T40" fmla="*/ 0 w 244"/>
                <a:gd name="T41" fmla="*/ 0 h 426"/>
                <a:gd name="T42" fmla="*/ 1 w 244"/>
                <a:gd name="T43" fmla="*/ 0 h 426"/>
                <a:gd name="T44" fmla="*/ 1 w 244"/>
                <a:gd name="T45" fmla="*/ 0 h 426"/>
                <a:gd name="T46" fmla="*/ 1 w 244"/>
                <a:gd name="T47" fmla="*/ 0 h 426"/>
                <a:gd name="T48" fmla="*/ 1 w 244"/>
                <a:gd name="T49" fmla="*/ 1 h 426"/>
                <a:gd name="T50" fmla="*/ 1 w 244"/>
                <a:gd name="T51" fmla="*/ 1 h 426"/>
                <a:gd name="T52" fmla="*/ 1 w 244"/>
                <a:gd name="T53" fmla="*/ 1 h 426"/>
                <a:gd name="T54" fmla="*/ 1 w 244"/>
                <a:gd name="T55" fmla="*/ 1 h 426"/>
                <a:gd name="T56" fmla="*/ 1 w 244"/>
                <a:gd name="T57" fmla="*/ 2 h 426"/>
                <a:gd name="T58" fmla="*/ 2 w 244"/>
                <a:gd name="T59" fmla="*/ 2 h 426"/>
                <a:gd name="T60" fmla="*/ 2 w 244"/>
                <a:gd name="T61" fmla="*/ 2 h 426"/>
                <a:gd name="T62" fmla="*/ 2 w 244"/>
                <a:gd name="T63" fmla="*/ 2 h 426"/>
                <a:gd name="T64" fmla="*/ 2 w 244"/>
                <a:gd name="T65" fmla="*/ 3 h 426"/>
                <a:gd name="T66" fmla="*/ 2 w 244"/>
                <a:gd name="T67" fmla="*/ 3 h 426"/>
                <a:gd name="T68" fmla="*/ 2 w 244"/>
                <a:gd name="T69" fmla="*/ 3 h 426"/>
                <a:gd name="T70" fmla="*/ 2 w 244"/>
                <a:gd name="T71" fmla="*/ 3 h 426"/>
                <a:gd name="T72" fmla="*/ 2 w 244"/>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6"/>
                <a:gd name="T113" fmla="*/ 244 w 244"/>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6">
                  <a:moveTo>
                    <a:pt x="244" y="426"/>
                  </a:moveTo>
                  <a:lnTo>
                    <a:pt x="244" y="426"/>
                  </a:lnTo>
                  <a:lnTo>
                    <a:pt x="243" y="383"/>
                  </a:lnTo>
                  <a:lnTo>
                    <a:pt x="240" y="340"/>
                  </a:lnTo>
                  <a:lnTo>
                    <a:pt x="234" y="300"/>
                  </a:lnTo>
                  <a:lnTo>
                    <a:pt x="226" y="262"/>
                  </a:lnTo>
                  <a:lnTo>
                    <a:pt x="215" y="224"/>
                  </a:lnTo>
                  <a:lnTo>
                    <a:pt x="203" y="189"/>
                  </a:lnTo>
                  <a:lnTo>
                    <a:pt x="189" y="157"/>
                  </a:lnTo>
                  <a:lnTo>
                    <a:pt x="174" y="126"/>
                  </a:lnTo>
                  <a:lnTo>
                    <a:pt x="155" y="99"/>
                  </a:lnTo>
                  <a:lnTo>
                    <a:pt x="138" y="74"/>
                  </a:lnTo>
                  <a:lnTo>
                    <a:pt x="118" y="52"/>
                  </a:lnTo>
                  <a:lnTo>
                    <a:pt x="96" y="34"/>
                  </a:lnTo>
                  <a:lnTo>
                    <a:pt x="73" y="19"/>
                  </a:lnTo>
                  <a:lnTo>
                    <a:pt x="50" y="8"/>
                  </a:lnTo>
                  <a:lnTo>
                    <a:pt x="25" y="2"/>
                  </a:lnTo>
                  <a:lnTo>
                    <a:pt x="0" y="0"/>
                  </a:lnTo>
                  <a:lnTo>
                    <a:pt x="0" y="12"/>
                  </a:lnTo>
                  <a:lnTo>
                    <a:pt x="23" y="14"/>
                  </a:lnTo>
                  <a:lnTo>
                    <a:pt x="45" y="20"/>
                  </a:lnTo>
                  <a:lnTo>
                    <a:pt x="66" y="31"/>
                  </a:lnTo>
                  <a:lnTo>
                    <a:pt x="89" y="43"/>
                  </a:lnTo>
                  <a:lnTo>
                    <a:pt x="109" y="61"/>
                  </a:lnTo>
                  <a:lnTo>
                    <a:pt x="129" y="81"/>
                  </a:lnTo>
                  <a:lnTo>
                    <a:pt x="146" y="106"/>
                  </a:lnTo>
                  <a:lnTo>
                    <a:pt x="162" y="133"/>
                  </a:lnTo>
                  <a:lnTo>
                    <a:pt x="178" y="162"/>
                  </a:lnTo>
                  <a:lnTo>
                    <a:pt x="192" y="194"/>
                  </a:lnTo>
                  <a:lnTo>
                    <a:pt x="203" y="229"/>
                  </a:lnTo>
                  <a:lnTo>
                    <a:pt x="214" y="264"/>
                  </a:lnTo>
                  <a:lnTo>
                    <a:pt x="222" y="303"/>
                  </a:lnTo>
                  <a:lnTo>
                    <a:pt x="228" y="342"/>
                  </a:lnTo>
                  <a:lnTo>
                    <a:pt x="232" y="383"/>
                  </a:lnTo>
                  <a:lnTo>
                    <a:pt x="233" y="426"/>
                  </a:lnTo>
                  <a:lnTo>
                    <a:pt x="244"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6414" name="Freeform 58"/>
            <p:cNvSpPr>
              <a:spLocks/>
            </p:cNvSpPr>
            <p:nvPr/>
          </p:nvSpPr>
          <p:spPr bwMode="auto">
            <a:xfrm>
              <a:off x="964" y="1830"/>
              <a:ext cx="48" cy="85"/>
            </a:xfrm>
            <a:custGeom>
              <a:avLst/>
              <a:gdLst>
                <a:gd name="T0" fmla="*/ 0 w 244"/>
                <a:gd name="T1" fmla="*/ 3 h 424"/>
                <a:gd name="T2" fmla="*/ 0 w 244"/>
                <a:gd name="T3" fmla="*/ 3 h 424"/>
                <a:gd name="T4" fmla="*/ 0 w 244"/>
                <a:gd name="T5" fmla="*/ 3 h 424"/>
                <a:gd name="T6" fmla="*/ 0 w 244"/>
                <a:gd name="T7" fmla="*/ 3 h 424"/>
                <a:gd name="T8" fmla="*/ 1 w 244"/>
                <a:gd name="T9" fmla="*/ 3 h 424"/>
                <a:gd name="T10" fmla="*/ 1 w 244"/>
                <a:gd name="T11" fmla="*/ 3 h 424"/>
                <a:gd name="T12" fmla="*/ 1 w 244"/>
                <a:gd name="T13" fmla="*/ 3 h 424"/>
                <a:gd name="T14" fmla="*/ 1 w 244"/>
                <a:gd name="T15" fmla="*/ 3 h 424"/>
                <a:gd name="T16" fmla="*/ 1 w 244"/>
                <a:gd name="T17" fmla="*/ 3 h 424"/>
                <a:gd name="T18" fmla="*/ 1 w 244"/>
                <a:gd name="T19" fmla="*/ 2 h 424"/>
                <a:gd name="T20" fmla="*/ 1 w 244"/>
                <a:gd name="T21" fmla="*/ 2 h 424"/>
                <a:gd name="T22" fmla="*/ 2 w 244"/>
                <a:gd name="T23" fmla="*/ 2 h 424"/>
                <a:gd name="T24" fmla="*/ 2 w 244"/>
                <a:gd name="T25" fmla="*/ 2 h 424"/>
                <a:gd name="T26" fmla="*/ 2 w 244"/>
                <a:gd name="T27" fmla="*/ 1 h 424"/>
                <a:gd name="T28" fmla="*/ 2 w 244"/>
                <a:gd name="T29" fmla="*/ 1 h 424"/>
                <a:gd name="T30" fmla="*/ 2 w 244"/>
                <a:gd name="T31" fmla="*/ 1 h 424"/>
                <a:gd name="T32" fmla="*/ 2 w 244"/>
                <a:gd name="T33" fmla="*/ 0 h 424"/>
                <a:gd name="T34" fmla="*/ 2 w 244"/>
                <a:gd name="T35" fmla="*/ 0 h 424"/>
                <a:gd name="T36" fmla="*/ 2 w 244"/>
                <a:gd name="T37" fmla="*/ 0 h 424"/>
                <a:gd name="T38" fmla="*/ 2 w 244"/>
                <a:gd name="T39" fmla="*/ 0 h 424"/>
                <a:gd name="T40" fmla="*/ 2 w 244"/>
                <a:gd name="T41" fmla="*/ 1 h 424"/>
                <a:gd name="T42" fmla="*/ 2 w 244"/>
                <a:gd name="T43" fmla="*/ 1 h 424"/>
                <a:gd name="T44" fmla="*/ 2 w 244"/>
                <a:gd name="T45" fmla="*/ 1 h 424"/>
                <a:gd name="T46" fmla="*/ 2 w 244"/>
                <a:gd name="T47" fmla="*/ 2 h 424"/>
                <a:gd name="T48" fmla="*/ 1 w 244"/>
                <a:gd name="T49" fmla="*/ 2 h 424"/>
                <a:gd name="T50" fmla="*/ 1 w 244"/>
                <a:gd name="T51" fmla="*/ 2 h 424"/>
                <a:gd name="T52" fmla="*/ 1 w 244"/>
                <a:gd name="T53" fmla="*/ 2 h 424"/>
                <a:gd name="T54" fmla="*/ 1 w 244"/>
                <a:gd name="T55" fmla="*/ 3 h 424"/>
                <a:gd name="T56" fmla="*/ 1 w 244"/>
                <a:gd name="T57" fmla="*/ 3 h 424"/>
                <a:gd name="T58" fmla="*/ 1 w 244"/>
                <a:gd name="T59" fmla="*/ 3 h 424"/>
                <a:gd name="T60" fmla="*/ 1 w 244"/>
                <a:gd name="T61" fmla="*/ 3 h 424"/>
                <a:gd name="T62" fmla="*/ 1 w 244"/>
                <a:gd name="T63" fmla="*/ 3 h 424"/>
                <a:gd name="T64" fmla="*/ 0 w 244"/>
                <a:gd name="T65" fmla="*/ 3 h 424"/>
                <a:gd name="T66" fmla="*/ 0 w 244"/>
                <a:gd name="T67" fmla="*/ 3 h 424"/>
                <a:gd name="T68" fmla="*/ 0 w 244"/>
                <a:gd name="T69" fmla="*/ 3 h 424"/>
                <a:gd name="T70" fmla="*/ 0 w 244"/>
                <a:gd name="T71" fmla="*/ 3 h 424"/>
                <a:gd name="T72" fmla="*/ 0 w 244"/>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4"/>
                <a:gd name="T113" fmla="*/ 244 w 244"/>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4">
                  <a:moveTo>
                    <a:pt x="0" y="424"/>
                  </a:moveTo>
                  <a:lnTo>
                    <a:pt x="0" y="424"/>
                  </a:lnTo>
                  <a:lnTo>
                    <a:pt x="25" y="422"/>
                  </a:lnTo>
                  <a:lnTo>
                    <a:pt x="50" y="416"/>
                  </a:lnTo>
                  <a:lnTo>
                    <a:pt x="73" y="405"/>
                  </a:lnTo>
                  <a:lnTo>
                    <a:pt x="96" y="390"/>
                  </a:lnTo>
                  <a:lnTo>
                    <a:pt x="118" y="373"/>
                  </a:lnTo>
                  <a:lnTo>
                    <a:pt x="138" y="350"/>
                  </a:lnTo>
                  <a:lnTo>
                    <a:pt x="155" y="326"/>
                  </a:lnTo>
                  <a:lnTo>
                    <a:pt x="173" y="299"/>
                  </a:lnTo>
                  <a:lnTo>
                    <a:pt x="189" y="268"/>
                  </a:lnTo>
                  <a:lnTo>
                    <a:pt x="203" y="235"/>
                  </a:lnTo>
                  <a:lnTo>
                    <a:pt x="215" y="201"/>
                  </a:lnTo>
                  <a:lnTo>
                    <a:pt x="226" y="163"/>
                  </a:lnTo>
                  <a:lnTo>
                    <a:pt x="234" y="125"/>
                  </a:lnTo>
                  <a:lnTo>
                    <a:pt x="240" y="85"/>
                  </a:lnTo>
                  <a:lnTo>
                    <a:pt x="243" y="42"/>
                  </a:lnTo>
                  <a:lnTo>
                    <a:pt x="244" y="0"/>
                  </a:lnTo>
                  <a:lnTo>
                    <a:pt x="233" y="0"/>
                  </a:lnTo>
                  <a:lnTo>
                    <a:pt x="232" y="42"/>
                  </a:lnTo>
                  <a:lnTo>
                    <a:pt x="228" y="83"/>
                  </a:lnTo>
                  <a:lnTo>
                    <a:pt x="222" y="123"/>
                  </a:lnTo>
                  <a:lnTo>
                    <a:pt x="214" y="160"/>
                  </a:lnTo>
                  <a:lnTo>
                    <a:pt x="203" y="197"/>
                  </a:lnTo>
                  <a:lnTo>
                    <a:pt x="192" y="231"/>
                  </a:lnTo>
                  <a:lnTo>
                    <a:pt x="178" y="263"/>
                  </a:lnTo>
                  <a:lnTo>
                    <a:pt x="164" y="292"/>
                  </a:lnTo>
                  <a:lnTo>
                    <a:pt x="146" y="319"/>
                  </a:lnTo>
                  <a:lnTo>
                    <a:pt x="129" y="343"/>
                  </a:lnTo>
                  <a:lnTo>
                    <a:pt x="109" y="363"/>
                  </a:lnTo>
                  <a:lnTo>
                    <a:pt x="89" y="381"/>
                  </a:lnTo>
                  <a:lnTo>
                    <a:pt x="66" y="394"/>
                  </a:lnTo>
                  <a:lnTo>
                    <a:pt x="45" y="404"/>
                  </a:lnTo>
                  <a:lnTo>
                    <a:pt x="23" y="410"/>
                  </a:lnTo>
                  <a:lnTo>
                    <a:pt x="0" y="412"/>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6415" name="Freeform 59"/>
            <p:cNvSpPr>
              <a:spLocks/>
            </p:cNvSpPr>
            <p:nvPr/>
          </p:nvSpPr>
          <p:spPr bwMode="auto">
            <a:xfrm>
              <a:off x="915" y="1830"/>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1" y="42"/>
                  </a:lnTo>
                  <a:lnTo>
                    <a:pt x="4" y="85"/>
                  </a:lnTo>
                  <a:lnTo>
                    <a:pt x="10" y="125"/>
                  </a:lnTo>
                  <a:lnTo>
                    <a:pt x="19" y="163"/>
                  </a:lnTo>
                  <a:lnTo>
                    <a:pt x="29" y="201"/>
                  </a:lnTo>
                  <a:lnTo>
                    <a:pt x="41" y="235"/>
                  </a:lnTo>
                  <a:lnTo>
                    <a:pt x="55" y="268"/>
                  </a:lnTo>
                  <a:lnTo>
                    <a:pt x="71" y="299"/>
                  </a:lnTo>
                  <a:lnTo>
                    <a:pt x="89" y="326"/>
                  </a:lnTo>
                  <a:lnTo>
                    <a:pt x="106" y="350"/>
                  </a:lnTo>
                  <a:lnTo>
                    <a:pt x="126" y="373"/>
                  </a:lnTo>
                  <a:lnTo>
                    <a:pt x="149" y="390"/>
                  </a:lnTo>
                  <a:lnTo>
                    <a:pt x="171" y="405"/>
                  </a:lnTo>
                  <a:lnTo>
                    <a:pt x="194" y="416"/>
                  </a:lnTo>
                  <a:lnTo>
                    <a:pt x="219" y="422"/>
                  </a:lnTo>
                  <a:lnTo>
                    <a:pt x="245" y="424"/>
                  </a:lnTo>
                  <a:lnTo>
                    <a:pt x="245" y="412"/>
                  </a:lnTo>
                  <a:lnTo>
                    <a:pt x="221" y="410"/>
                  </a:lnTo>
                  <a:lnTo>
                    <a:pt x="199" y="404"/>
                  </a:lnTo>
                  <a:lnTo>
                    <a:pt x="178" y="394"/>
                  </a:lnTo>
                  <a:lnTo>
                    <a:pt x="156" y="381"/>
                  </a:lnTo>
                  <a:lnTo>
                    <a:pt x="136" y="363"/>
                  </a:lnTo>
                  <a:lnTo>
                    <a:pt x="116" y="343"/>
                  </a:lnTo>
                  <a:lnTo>
                    <a:pt x="98" y="319"/>
                  </a:lnTo>
                  <a:lnTo>
                    <a:pt x="81" y="292"/>
                  </a:lnTo>
                  <a:lnTo>
                    <a:pt x="67" y="263"/>
                  </a:lnTo>
                  <a:lnTo>
                    <a:pt x="52" y="231"/>
                  </a:lnTo>
                  <a:lnTo>
                    <a:pt x="41" y="197"/>
                  </a:lnTo>
                  <a:lnTo>
                    <a:pt x="30" y="160"/>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6416" name="Freeform 60"/>
            <p:cNvSpPr>
              <a:spLocks/>
            </p:cNvSpPr>
            <p:nvPr/>
          </p:nvSpPr>
          <p:spPr bwMode="auto">
            <a:xfrm>
              <a:off x="915" y="1745"/>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0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19" y="2"/>
                  </a:lnTo>
                  <a:lnTo>
                    <a:pt x="194" y="8"/>
                  </a:lnTo>
                  <a:lnTo>
                    <a:pt x="171" y="19"/>
                  </a:lnTo>
                  <a:lnTo>
                    <a:pt x="149" y="34"/>
                  </a:lnTo>
                  <a:lnTo>
                    <a:pt x="126" y="52"/>
                  </a:lnTo>
                  <a:lnTo>
                    <a:pt x="106" y="74"/>
                  </a:lnTo>
                  <a:lnTo>
                    <a:pt x="89" y="99"/>
                  </a:lnTo>
                  <a:lnTo>
                    <a:pt x="70" y="126"/>
                  </a:lnTo>
                  <a:lnTo>
                    <a:pt x="55" y="157"/>
                  </a:lnTo>
                  <a:lnTo>
                    <a:pt x="41" y="189"/>
                  </a:lnTo>
                  <a:lnTo>
                    <a:pt x="29" y="224"/>
                  </a:lnTo>
                  <a:lnTo>
                    <a:pt x="19" y="262"/>
                  </a:lnTo>
                  <a:lnTo>
                    <a:pt x="10" y="300"/>
                  </a:lnTo>
                  <a:lnTo>
                    <a:pt x="4" y="340"/>
                  </a:lnTo>
                  <a:lnTo>
                    <a:pt x="1" y="383"/>
                  </a:lnTo>
                  <a:lnTo>
                    <a:pt x="0" y="426"/>
                  </a:lnTo>
                  <a:lnTo>
                    <a:pt x="11" y="426"/>
                  </a:lnTo>
                  <a:lnTo>
                    <a:pt x="13" y="383"/>
                  </a:lnTo>
                  <a:lnTo>
                    <a:pt x="16" y="342"/>
                  </a:lnTo>
                  <a:lnTo>
                    <a:pt x="22" y="303"/>
                  </a:lnTo>
                  <a:lnTo>
                    <a:pt x="30" y="264"/>
                  </a:lnTo>
                  <a:lnTo>
                    <a:pt x="41" y="229"/>
                  </a:lnTo>
                  <a:lnTo>
                    <a:pt x="52" y="194"/>
                  </a:lnTo>
                  <a:lnTo>
                    <a:pt x="67" y="162"/>
                  </a:lnTo>
                  <a:lnTo>
                    <a:pt x="82" y="133"/>
                  </a:lnTo>
                  <a:lnTo>
                    <a:pt x="98" y="106"/>
                  </a:lnTo>
                  <a:lnTo>
                    <a:pt x="116" y="81"/>
                  </a:lnTo>
                  <a:lnTo>
                    <a:pt x="136" y="61"/>
                  </a:lnTo>
                  <a:lnTo>
                    <a:pt x="156" y="43"/>
                  </a:lnTo>
                  <a:lnTo>
                    <a:pt x="178" y="31"/>
                  </a:lnTo>
                  <a:lnTo>
                    <a:pt x="199" y="20"/>
                  </a:lnTo>
                  <a:lnTo>
                    <a:pt x="221"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6417" name="Freeform 61"/>
            <p:cNvSpPr>
              <a:spLocks/>
            </p:cNvSpPr>
            <p:nvPr/>
          </p:nvSpPr>
          <p:spPr bwMode="auto">
            <a:xfrm>
              <a:off x="1140" y="2087"/>
              <a:ext cx="49" cy="85"/>
            </a:xfrm>
            <a:custGeom>
              <a:avLst/>
              <a:gdLst>
                <a:gd name="T0" fmla="*/ 2 w 246"/>
                <a:gd name="T1" fmla="*/ 3 h 424"/>
                <a:gd name="T2" fmla="*/ 2 w 246"/>
                <a:gd name="T3" fmla="*/ 3 h 424"/>
                <a:gd name="T4" fmla="*/ 2 w 246"/>
                <a:gd name="T5" fmla="*/ 3 h 424"/>
                <a:gd name="T6" fmla="*/ 2 w 246"/>
                <a:gd name="T7" fmla="*/ 3 h 424"/>
                <a:gd name="T8" fmla="*/ 2 w 246"/>
                <a:gd name="T9" fmla="*/ 2 h 424"/>
                <a:gd name="T10" fmla="*/ 2 w 246"/>
                <a:gd name="T11" fmla="*/ 2 h 424"/>
                <a:gd name="T12" fmla="*/ 2 w 246"/>
                <a:gd name="T13" fmla="*/ 2 h 424"/>
                <a:gd name="T14" fmla="*/ 2 w 246"/>
                <a:gd name="T15" fmla="*/ 2 h 424"/>
                <a:gd name="T16" fmla="*/ 2 w 246"/>
                <a:gd name="T17" fmla="*/ 1 h 424"/>
                <a:gd name="T18" fmla="*/ 1 w 246"/>
                <a:gd name="T19" fmla="*/ 1 h 424"/>
                <a:gd name="T20" fmla="*/ 1 w 246"/>
                <a:gd name="T21" fmla="*/ 1 h 424"/>
                <a:gd name="T22" fmla="*/ 1 w 246"/>
                <a:gd name="T23" fmla="*/ 1 h 424"/>
                <a:gd name="T24" fmla="*/ 1 w 246"/>
                <a:gd name="T25" fmla="*/ 0 h 424"/>
                <a:gd name="T26" fmla="*/ 1 w 246"/>
                <a:gd name="T27" fmla="*/ 0 h 424"/>
                <a:gd name="T28" fmla="*/ 1 w 246"/>
                <a:gd name="T29" fmla="*/ 0 h 424"/>
                <a:gd name="T30" fmla="*/ 0 w 246"/>
                <a:gd name="T31" fmla="*/ 0 h 424"/>
                <a:gd name="T32" fmla="*/ 0 w 246"/>
                <a:gd name="T33" fmla="*/ 0 h 424"/>
                <a:gd name="T34" fmla="*/ 0 w 246"/>
                <a:gd name="T35" fmla="*/ 0 h 424"/>
                <a:gd name="T36" fmla="*/ 0 w 246"/>
                <a:gd name="T37" fmla="*/ 0 h 424"/>
                <a:gd name="T38" fmla="*/ 0 w 246"/>
                <a:gd name="T39" fmla="*/ 0 h 424"/>
                <a:gd name="T40" fmla="*/ 0 w 246"/>
                <a:gd name="T41" fmla="*/ 0 h 424"/>
                <a:gd name="T42" fmla="*/ 1 w 246"/>
                <a:gd name="T43" fmla="*/ 0 h 424"/>
                <a:gd name="T44" fmla="*/ 1 w 246"/>
                <a:gd name="T45" fmla="*/ 0 h 424"/>
                <a:gd name="T46" fmla="*/ 1 w 246"/>
                <a:gd name="T47" fmla="*/ 0 h 424"/>
                <a:gd name="T48" fmla="*/ 1 w 246"/>
                <a:gd name="T49" fmla="*/ 1 h 424"/>
                <a:gd name="T50" fmla="*/ 1 w 246"/>
                <a:gd name="T51" fmla="*/ 1 h 424"/>
                <a:gd name="T52" fmla="*/ 1 w 246"/>
                <a:gd name="T53" fmla="*/ 1 h 424"/>
                <a:gd name="T54" fmla="*/ 1 w 246"/>
                <a:gd name="T55" fmla="*/ 1 h 424"/>
                <a:gd name="T56" fmla="*/ 2 w 246"/>
                <a:gd name="T57" fmla="*/ 2 h 424"/>
                <a:gd name="T58" fmla="*/ 2 w 246"/>
                <a:gd name="T59" fmla="*/ 2 h 424"/>
                <a:gd name="T60" fmla="*/ 2 w 246"/>
                <a:gd name="T61" fmla="*/ 2 h 424"/>
                <a:gd name="T62" fmla="*/ 2 w 246"/>
                <a:gd name="T63" fmla="*/ 2 h 424"/>
                <a:gd name="T64" fmla="*/ 2 w 246"/>
                <a:gd name="T65" fmla="*/ 3 h 424"/>
                <a:gd name="T66" fmla="*/ 2 w 246"/>
                <a:gd name="T67" fmla="*/ 3 h 424"/>
                <a:gd name="T68" fmla="*/ 2 w 246"/>
                <a:gd name="T69" fmla="*/ 3 h 424"/>
                <a:gd name="T70" fmla="*/ 2 w 246"/>
                <a:gd name="T71" fmla="*/ 3 h 424"/>
                <a:gd name="T72" fmla="*/ 2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424"/>
                  </a:moveTo>
                  <a:lnTo>
                    <a:pt x="246" y="424"/>
                  </a:lnTo>
                  <a:lnTo>
                    <a:pt x="244" y="382"/>
                  </a:lnTo>
                  <a:lnTo>
                    <a:pt x="241" y="338"/>
                  </a:lnTo>
                  <a:lnTo>
                    <a:pt x="235" y="298"/>
                  </a:lnTo>
                  <a:lnTo>
                    <a:pt x="227" y="261"/>
                  </a:lnTo>
                  <a:lnTo>
                    <a:pt x="216" y="222"/>
                  </a:lnTo>
                  <a:lnTo>
                    <a:pt x="205" y="188"/>
                  </a:lnTo>
                  <a:lnTo>
                    <a:pt x="190" y="155"/>
                  </a:lnTo>
                  <a:lnTo>
                    <a:pt x="174" y="125"/>
                  </a:lnTo>
                  <a:lnTo>
                    <a:pt x="157" y="98"/>
                  </a:lnTo>
                  <a:lnTo>
                    <a:pt x="138" y="73"/>
                  </a:lnTo>
                  <a:lnTo>
                    <a:pt x="118" y="51"/>
                  </a:lnTo>
                  <a:lnTo>
                    <a:pt x="96" y="34"/>
                  </a:lnTo>
                  <a:lnTo>
                    <a:pt x="74" y="18"/>
                  </a:lnTo>
                  <a:lnTo>
                    <a:pt x="50" y="8"/>
                  </a:lnTo>
                  <a:lnTo>
                    <a:pt x="25" y="2"/>
                  </a:lnTo>
                  <a:lnTo>
                    <a:pt x="0" y="0"/>
                  </a:lnTo>
                  <a:lnTo>
                    <a:pt x="0" y="11"/>
                  </a:lnTo>
                  <a:lnTo>
                    <a:pt x="23" y="14"/>
                  </a:lnTo>
                  <a:lnTo>
                    <a:pt x="45" y="19"/>
                  </a:lnTo>
                  <a:lnTo>
                    <a:pt x="67" y="30"/>
                  </a:lnTo>
                  <a:lnTo>
                    <a:pt x="89" y="43"/>
                  </a:lnTo>
                  <a:lnTo>
                    <a:pt x="108" y="60"/>
                  </a:lnTo>
                  <a:lnTo>
                    <a:pt x="128" y="80"/>
                  </a:lnTo>
                  <a:lnTo>
                    <a:pt x="147" y="105"/>
                  </a:lnTo>
                  <a:lnTo>
                    <a:pt x="165" y="132"/>
                  </a:lnTo>
                  <a:lnTo>
                    <a:pt x="179" y="160"/>
                  </a:lnTo>
                  <a:lnTo>
                    <a:pt x="193" y="193"/>
                  </a:lnTo>
                  <a:lnTo>
                    <a:pt x="205" y="227"/>
                  </a:lnTo>
                  <a:lnTo>
                    <a:pt x="215" y="263"/>
                  </a:lnTo>
                  <a:lnTo>
                    <a:pt x="223" y="301"/>
                  </a:lnTo>
                  <a:lnTo>
                    <a:pt x="229" y="341"/>
                  </a:lnTo>
                  <a:lnTo>
                    <a:pt x="233" y="382"/>
                  </a:lnTo>
                  <a:lnTo>
                    <a:pt x="234" y="424"/>
                  </a:lnTo>
                  <a:lnTo>
                    <a:pt x="246"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6418" name="Freeform 62"/>
            <p:cNvSpPr>
              <a:spLocks/>
            </p:cNvSpPr>
            <p:nvPr/>
          </p:nvSpPr>
          <p:spPr bwMode="auto">
            <a:xfrm>
              <a:off x="1140" y="2172"/>
              <a:ext cx="49" cy="85"/>
            </a:xfrm>
            <a:custGeom>
              <a:avLst/>
              <a:gdLst>
                <a:gd name="T0" fmla="*/ 0 w 246"/>
                <a:gd name="T1" fmla="*/ 3 h 426"/>
                <a:gd name="T2" fmla="*/ 0 w 246"/>
                <a:gd name="T3" fmla="*/ 3 h 426"/>
                <a:gd name="T4" fmla="*/ 0 w 246"/>
                <a:gd name="T5" fmla="*/ 3 h 426"/>
                <a:gd name="T6" fmla="*/ 0 w 246"/>
                <a:gd name="T7" fmla="*/ 3 h 426"/>
                <a:gd name="T8" fmla="*/ 1 w 246"/>
                <a:gd name="T9" fmla="*/ 3 h 426"/>
                <a:gd name="T10" fmla="*/ 1 w 246"/>
                <a:gd name="T11" fmla="*/ 3 h 426"/>
                <a:gd name="T12" fmla="*/ 1 w 246"/>
                <a:gd name="T13" fmla="*/ 3 h 426"/>
                <a:gd name="T14" fmla="*/ 1 w 246"/>
                <a:gd name="T15" fmla="*/ 3 h 426"/>
                <a:gd name="T16" fmla="*/ 1 w 246"/>
                <a:gd name="T17" fmla="*/ 3 h 426"/>
                <a:gd name="T18" fmla="*/ 1 w 246"/>
                <a:gd name="T19" fmla="*/ 2 h 426"/>
                <a:gd name="T20" fmla="*/ 2 w 246"/>
                <a:gd name="T21" fmla="*/ 2 h 426"/>
                <a:gd name="T22" fmla="*/ 2 w 246"/>
                <a:gd name="T23" fmla="*/ 2 h 426"/>
                <a:gd name="T24" fmla="*/ 2 w 246"/>
                <a:gd name="T25" fmla="*/ 2 h 426"/>
                <a:gd name="T26" fmla="*/ 2 w 246"/>
                <a:gd name="T27" fmla="*/ 1 h 426"/>
                <a:gd name="T28" fmla="*/ 2 w 246"/>
                <a:gd name="T29" fmla="*/ 1 h 426"/>
                <a:gd name="T30" fmla="*/ 2 w 246"/>
                <a:gd name="T31" fmla="*/ 1 h 426"/>
                <a:gd name="T32" fmla="*/ 2 w 246"/>
                <a:gd name="T33" fmla="*/ 0 h 426"/>
                <a:gd name="T34" fmla="*/ 2 w 246"/>
                <a:gd name="T35" fmla="*/ 0 h 426"/>
                <a:gd name="T36" fmla="*/ 2 w 246"/>
                <a:gd name="T37" fmla="*/ 0 h 426"/>
                <a:gd name="T38" fmla="*/ 2 w 246"/>
                <a:gd name="T39" fmla="*/ 0 h 426"/>
                <a:gd name="T40" fmla="*/ 2 w 246"/>
                <a:gd name="T41" fmla="*/ 1 h 426"/>
                <a:gd name="T42" fmla="*/ 2 w 246"/>
                <a:gd name="T43" fmla="*/ 1 h 426"/>
                <a:gd name="T44" fmla="*/ 2 w 246"/>
                <a:gd name="T45" fmla="*/ 1 h 426"/>
                <a:gd name="T46" fmla="*/ 2 w 246"/>
                <a:gd name="T47" fmla="*/ 2 h 426"/>
                <a:gd name="T48" fmla="*/ 2 w 246"/>
                <a:gd name="T49" fmla="*/ 2 h 426"/>
                <a:gd name="T50" fmla="*/ 1 w 246"/>
                <a:gd name="T51" fmla="*/ 2 h 426"/>
                <a:gd name="T52" fmla="*/ 1 w 246"/>
                <a:gd name="T53" fmla="*/ 2 h 426"/>
                <a:gd name="T54" fmla="*/ 1 w 246"/>
                <a:gd name="T55" fmla="*/ 3 h 426"/>
                <a:gd name="T56" fmla="*/ 1 w 246"/>
                <a:gd name="T57" fmla="*/ 3 h 426"/>
                <a:gd name="T58" fmla="*/ 1 w 246"/>
                <a:gd name="T59" fmla="*/ 3 h 426"/>
                <a:gd name="T60" fmla="*/ 1 w 246"/>
                <a:gd name="T61" fmla="*/ 3 h 426"/>
                <a:gd name="T62" fmla="*/ 1 w 246"/>
                <a:gd name="T63" fmla="*/ 3 h 426"/>
                <a:gd name="T64" fmla="*/ 0 w 246"/>
                <a:gd name="T65" fmla="*/ 3 h 426"/>
                <a:gd name="T66" fmla="*/ 0 w 246"/>
                <a:gd name="T67" fmla="*/ 3 h 426"/>
                <a:gd name="T68" fmla="*/ 0 w 246"/>
                <a:gd name="T69" fmla="*/ 3 h 426"/>
                <a:gd name="T70" fmla="*/ 0 w 246"/>
                <a:gd name="T71" fmla="*/ 3 h 426"/>
                <a:gd name="T72" fmla="*/ 0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426"/>
                  </a:moveTo>
                  <a:lnTo>
                    <a:pt x="0" y="426"/>
                  </a:lnTo>
                  <a:lnTo>
                    <a:pt x="25" y="423"/>
                  </a:lnTo>
                  <a:lnTo>
                    <a:pt x="50" y="417"/>
                  </a:lnTo>
                  <a:lnTo>
                    <a:pt x="74" y="407"/>
                  </a:lnTo>
                  <a:lnTo>
                    <a:pt x="96" y="392"/>
                  </a:lnTo>
                  <a:lnTo>
                    <a:pt x="118" y="373"/>
                  </a:lnTo>
                  <a:lnTo>
                    <a:pt x="138" y="350"/>
                  </a:lnTo>
                  <a:lnTo>
                    <a:pt x="157" y="327"/>
                  </a:lnTo>
                  <a:lnTo>
                    <a:pt x="175" y="299"/>
                  </a:lnTo>
                  <a:lnTo>
                    <a:pt x="190" y="268"/>
                  </a:lnTo>
                  <a:lnTo>
                    <a:pt x="205" y="236"/>
                  </a:lnTo>
                  <a:lnTo>
                    <a:pt x="216" y="202"/>
                  </a:lnTo>
                  <a:lnTo>
                    <a:pt x="227" y="164"/>
                  </a:lnTo>
                  <a:lnTo>
                    <a:pt x="235" y="125"/>
                  </a:lnTo>
                  <a:lnTo>
                    <a:pt x="241" y="86"/>
                  </a:lnTo>
                  <a:lnTo>
                    <a:pt x="244" y="42"/>
                  </a:lnTo>
                  <a:lnTo>
                    <a:pt x="246" y="0"/>
                  </a:lnTo>
                  <a:lnTo>
                    <a:pt x="234" y="0"/>
                  </a:lnTo>
                  <a:lnTo>
                    <a:pt x="233" y="42"/>
                  </a:lnTo>
                  <a:lnTo>
                    <a:pt x="229" y="83"/>
                  </a:lnTo>
                  <a:lnTo>
                    <a:pt x="223" y="123"/>
                  </a:lnTo>
                  <a:lnTo>
                    <a:pt x="215" y="162"/>
                  </a:lnTo>
                  <a:lnTo>
                    <a:pt x="205" y="197"/>
                  </a:lnTo>
                  <a:lnTo>
                    <a:pt x="193" y="231"/>
                  </a:lnTo>
                  <a:lnTo>
                    <a:pt x="179" y="264"/>
                  </a:lnTo>
                  <a:lnTo>
                    <a:pt x="164" y="292"/>
                  </a:lnTo>
                  <a:lnTo>
                    <a:pt x="147" y="320"/>
                  </a:lnTo>
                  <a:lnTo>
                    <a:pt x="128" y="343"/>
                  </a:lnTo>
                  <a:lnTo>
                    <a:pt x="108" y="363"/>
                  </a:lnTo>
                  <a:lnTo>
                    <a:pt x="89" y="382"/>
                  </a:lnTo>
                  <a:lnTo>
                    <a:pt x="67" y="395"/>
                  </a:lnTo>
                  <a:lnTo>
                    <a:pt x="45" y="406"/>
                  </a:lnTo>
                  <a:lnTo>
                    <a:pt x="23" y="411"/>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6419" name="Freeform 63"/>
            <p:cNvSpPr>
              <a:spLocks/>
            </p:cNvSpPr>
            <p:nvPr/>
          </p:nvSpPr>
          <p:spPr bwMode="auto">
            <a:xfrm>
              <a:off x="1091" y="2172"/>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4" y="86"/>
                  </a:lnTo>
                  <a:lnTo>
                    <a:pt x="10" y="125"/>
                  </a:lnTo>
                  <a:lnTo>
                    <a:pt x="18" y="164"/>
                  </a:lnTo>
                  <a:lnTo>
                    <a:pt x="29" y="202"/>
                  </a:lnTo>
                  <a:lnTo>
                    <a:pt x="41" y="236"/>
                  </a:lnTo>
                  <a:lnTo>
                    <a:pt x="55" y="268"/>
                  </a:lnTo>
                  <a:lnTo>
                    <a:pt x="70" y="299"/>
                  </a:lnTo>
                  <a:lnTo>
                    <a:pt x="89" y="327"/>
                  </a:lnTo>
                  <a:lnTo>
                    <a:pt x="106" y="350"/>
                  </a:lnTo>
                  <a:lnTo>
                    <a:pt x="126" y="373"/>
                  </a:lnTo>
                  <a:lnTo>
                    <a:pt x="148" y="392"/>
                  </a:lnTo>
                  <a:lnTo>
                    <a:pt x="171" y="407"/>
                  </a:lnTo>
                  <a:lnTo>
                    <a:pt x="194" y="417"/>
                  </a:lnTo>
                  <a:lnTo>
                    <a:pt x="219" y="423"/>
                  </a:lnTo>
                  <a:lnTo>
                    <a:pt x="245" y="426"/>
                  </a:lnTo>
                  <a:lnTo>
                    <a:pt x="245" y="414"/>
                  </a:lnTo>
                  <a:lnTo>
                    <a:pt x="221" y="411"/>
                  </a:lnTo>
                  <a:lnTo>
                    <a:pt x="199" y="406"/>
                  </a:lnTo>
                  <a:lnTo>
                    <a:pt x="178" y="395"/>
                  </a:lnTo>
                  <a:lnTo>
                    <a:pt x="155" y="382"/>
                  </a:lnTo>
                  <a:lnTo>
                    <a:pt x="136" y="363"/>
                  </a:lnTo>
                  <a:lnTo>
                    <a:pt x="116" y="343"/>
                  </a:lnTo>
                  <a:lnTo>
                    <a:pt x="98" y="320"/>
                  </a:lnTo>
                  <a:lnTo>
                    <a:pt x="82" y="292"/>
                  </a:lnTo>
                  <a:lnTo>
                    <a:pt x="66" y="264"/>
                  </a:lnTo>
                  <a:lnTo>
                    <a:pt x="52" y="231"/>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6420" name="Freeform 64"/>
            <p:cNvSpPr>
              <a:spLocks/>
            </p:cNvSpPr>
            <p:nvPr/>
          </p:nvSpPr>
          <p:spPr bwMode="auto">
            <a:xfrm>
              <a:off x="1091" y="2087"/>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4" y="8"/>
                  </a:lnTo>
                  <a:lnTo>
                    <a:pt x="171" y="18"/>
                  </a:lnTo>
                  <a:lnTo>
                    <a:pt x="148" y="34"/>
                  </a:lnTo>
                  <a:lnTo>
                    <a:pt x="126" y="51"/>
                  </a:lnTo>
                  <a:lnTo>
                    <a:pt x="106" y="73"/>
                  </a:lnTo>
                  <a:lnTo>
                    <a:pt x="89" y="98"/>
                  </a:lnTo>
                  <a:lnTo>
                    <a:pt x="71" y="125"/>
                  </a:lnTo>
                  <a:lnTo>
                    <a:pt x="55" y="155"/>
                  </a:lnTo>
                  <a:lnTo>
                    <a:pt x="41" y="188"/>
                  </a:lnTo>
                  <a:lnTo>
                    <a:pt x="29" y="222"/>
                  </a:lnTo>
                  <a:lnTo>
                    <a:pt x="18" y="261"/>
                  </a:lnTo>
                  <a:lnTo>
                    <a:pt x="10" y="298"/>
                  </a:lnTo>
                  <a:lnTo>
                    <a:pt x="4" y="338"/>
                  </a:lnTo>
                  <a:lnTo>
                    <a:pt x="1" y="382"/>
                  </a:lnTo>
                  <a:lnTo>
                    <a:pt x="0" y="424"/>
                  </a:lnTo>
                  <a:lnTo>
                    <a:pt x="11" y="424"/>
                  </a:lnTo>
                  <a:lnTo>
                    <a:pt x="13" y="382"/>
                  </a:lnTo>
                  <a:lnTo>
                    <a:pt x="16" y="341"/>
                  </a:lnTo>
                  <a:lnTo>
                    <a:pt x="22" y="301"/>
                  </a:lnTo>
                  <a:lnTo>
                    <a:pt x="30" y="263"/>
                  </a:lnTo>
                  <a:lnTo>
                    <a:pt x="41" y="227"/>
                  </a:lnTo>
                  <a:lnTo>
                    <a:pt x="52" y="193"/>
                  </a:lnTo>
                  <a:lnTo>
                    <a:pt x="66" y="160"/>
                  </a:lnTo>
                  <a:lnTo>
                    <a:pt x="80" y="132"/>
                  </a:lnTo>
                  <a:lnTo>
                    <a:pt x="98" y="105"/>
                  </a:lnTo>
                  <a:lnTo>
                    <a:pt x="116" y="80"/>
                  </a:lnTo>
                  <a:lnTo>
                    <a:pt x="136" y="60"/>
                  </a:lnTo>
                  <a:lnTo>
                    <a:pt x="155" y="43"/>
                  </a:lnTo>
                  <a:lnTo>
                    <a:pt x="178" y="30"/>
                  </a:lnTo>
                  <a:lnTo>
                    <a:pt x="199" y="19"/>
                  </a:lnTo>
                  <a:lnTo>
                    <a:pt x="221" y="14"/>
                  </a:lnTo>
                  <a:lnTo>
                    <a:pt x="245" y="11"/>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6421" name="Freeform 65"/>
            <p:cNvSpPr>
              <a:spLocks/>
            </p:cNvSpPr>
            <p:nvPr/>
          </p:nvSpPr>
          <p:spPr bwMode="auto">
            <a:xfrm>
              <a:off x="1392" y="2118"/>
              <a:ext cx="49" cy="85"/>
            </a:xfrm>
            <a:custGeom>
              <a:avLst/>
              <a:gdLst>
                <a:gd name="T0" fmla="*/ 2 w 246"/>
                <a:gd name="T1" fmla="*/ 3 h 426"/>
                <a:gd name="T2" fmla="*/ 2 w 246"/>
                <a:gd name="T3" fmla="*/ 3 h 426"/>
                <a:gd name="T4" fmla="*/ 2 w 246"/>
                <a:gd name="T5" fmla="*/ 3 h 426"/>
                <a:gd name="T6" fmla="*/ 2 w 246"/>
                <a:gd name="T7" fmla="*/ 3 h 426"/>
                <a:gd name="T8" fmla="*/ 2 w 246"/>
                <a:gd name="T9" fmla="*/ 2 h 426"/>
                <a:gd name="T10" fmla="*/ 2 w 246"/>
                <a:gd name="T11" fmla="*/ 2 h 426"/>
                <a:gd name="T12" fmla="*/ 2 w 246"/>
                <a:gd name="T13" fmla="*/ 2 h 426"/>
                <a:gd name="T14" fmla="*/ 2 w 246"/>
                <a:gd name="T15" fmla="*/ 2 h 426"/>
                <a:gd name="T16" fmla="*/ 2 w 246"/>
                <a:gd name="T17" fmla="*/ 1 h 426"/>
                <a:gd name="T18" fmla="*/ 1 w 246"/>
                <a:gd name="T19" fmla="*/ 1 h 426"/>
                <a:gd name="T20" fmla="*/ 1 w 246"/>
                <a:gd name="T21" fmla="*/ 1 h 426"/>
                <a:gd name="T22" fmla="*/ 1 w 246"/>
                <a:gd name="T23" fmla="*/ 1 h 426"/>
                <a:gd name="T24" fmla="*/ 1 w 246"/>
                <a:gd name="T25" fmla="*/ 0 h 426"/>
                <a:gd name="T26" fmla="*/ 1 w 246"/>
                <a:gd name="T27" fmla="*/ 0 h 426"/>
                <a:gd name="T28" fmla="*/ 1 w 246"/>
                <a:gd name="T29" fmla="*/ 0 h 426"/>
                <a:gd name="T30" fmla="*/ 0 w 246"/>
                <a:gd name="T31" fmla="*/ 0 h 426"/>
                <a:gd name="T32" fmla="*/ 0 w 246"/>
                <a:gd name="T33" fmla="*/ 0 h 426"/>
                <a:gd name="T34" fmla="*/ 0 w 246"/>
                <a:gd name="T35" fmla="*/ 0 h 426"/>
                <a:gd name="T36" fmla="*/ 0 w 246"/>
                <a:gd name="T37" fmla="*/ 0 h 426"/>
                <a:gd name="T38" fmla="*/ 0 w 246"/>
                <a:gd name="T39" fmla="*/ 0 h 426"/>
                <a:gd name="T40" fmla="*/ 0 w 246"/>
                <a:gd name="T41" fmla="*/ 0 h 426"/>
                <a:gd name="T42" fmla="*/ 1 w 246"/>
                <a:gd name="T43" fmla="*/ 0 h 426"/>
                <a:gd name="T44" fmla="*/ 1 w 246"/>
                <a:gd name="T45" fmla="*/ 0 h 426"/>
                <a:gd name="T46" fmla="*/ 1 w 246"/>
                <a:gd name="T47" fmla="*/ 1 h 426"/>
                <a:gd name="T48" fmla="*/ 1 w 246"/>
                <a:gd name="T49" fmla="*/ 1 h 426"/>
                <a:gd name="T50" fmla="*/ 1 w 246"/>
                <a:gd name="T51" fmla="*/ 1 h 426"/>
                <a:gd name="T52" fmla="*/ 1 w 246"/>
                <a:gd name="T53" fmla="*/ 1 h 426"/>
                <a:gd name="T54" fmla="*/ 1 w 246"/>
                <a:gd name="T55" fmla="*/ 1 h 426"/>
                <a:gd name="T56" fmla="*/ 2 w 246"/>
                <a:gd name="T57" fmla="*/ 2 h 426"/>
                <a:gd name="T58" fmla="*/ 2 w 246"/>
                <a:gd name="T59" fmla="*/ 2 h 426"/>
                <a:gd name="T60" fmla="*/ 2 w 246"/>
                <a:gd name="T61" fmla="*/ 2 h 426"/>
                <a:gd name="T62" fmla="*/ 2 w 246"/>
                <a:gd name="T63" fmla="*/ 2 h 426"/>
                <a:gd name="T64" fmla="*/ 2 w 246"/>
                <a:gd name="T65" fmla="*/ 3 h 426"/>
                <a:gd name="T66" fmla="*/ 2 w 246"/>
                <a:gd name="T67" fmla="*/ 3 h 426"/>
                <a:gd name="T68" fmla="*/ 2 w 246"/>
                <a:gd name="T69" fmla="*/ 3 h 426"/>
                <a:gd name="T70" fmla="*/ 2 w 246"/>
                <a:gd name="T71" fmla="*/ 3 h 426"/>
                <a:gd name="T72" fmla="*/ 2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246" y="426"/>
                  </a:moveTo>
                  <a:lnTo>
                    <a:pt x="246" y="426"/>
                  </a:lnTo>
                  <a:lnTo>
                    <a:pt x="245" y="384"/>
                  </a:lnTo>
                  <a:lnTo>
                    <a:pt x="242" y="340"/>
                  </a:lnTo>
                  <a:lnTo>
                    <a:pt x="236" y="301"/>
                  </a:lnTo>
                  <a:lnTo>
                    <a:pt x="228" y="262"/>
                  </a:lnTo>
                  <a:lnTo>
                    <a:pt x="217" y="224"/>
                  </a:lnTo>
                  <a:lnTo>
                    <a:pt x="205" y="190"/>
                  </a:lnTo>
                  <a:lnTo>
                    <a:pt x="191" y="158"/>
                  </a:lnTo>
                  <a:lnTo>
                    <a:pt x="176" y="126"/>
                  </a:lnTo>
                  <a:lnTo>
                    <a:pt x="157" y="99"/>
                  </a:lnTo>
                  <a:lnTo>
                    <a:pt x="139" y="75"/>
                  </a:lnTo>
                  <a:lnTo>
                    <a:pt x="119" y="53"/>
                  </a:lnTo>
                  <a:lnTo>
                    <a:pt x="96" y="34"/>
                  </a:lnTo>
                  <a:lnTo>
                    <a:pt x="75" y="19"/>
                  </a:lnTo>
                  <a:lnTo>
                    <a:pt x="51" y="9"/>
                  </a:lnTo>
                  <a:lnTo>
                    <a:pt x="26" y="3"/>
                  </a:lnTo>
                  <a:lnTo>
                    <a:pt x="0" y="0"/>
                  </a:lnTo>
                  <a:lnTo>
                    <a:pt x="0" y="12"/>
                  </a:lnTo>
                  <a:lnTo>
                    <a:pt x="24" y="15"/>
                  </a:lnTo>
                  <a:lnTo>
                    <a:pt x="46" y="20"/>
                  </a:lnTo>
                  <a:lnTo>
                    <a:pt x="68" y="31"/>
                  </a:lnTo>
                  <a:lnTo>
                    <a:pt x="89" y="44"/>
                  </a:lnTo>
                  <a:lnTo>
                    <a:pt x="109" y="63"/>
                  </a:lnTo>
                  <a:lnTo>
                    <a:pt x="129" y="83"/>
                  </a:lnTo>
                  <a:lnTo>
                    <a:pt x="148" y="106"/>
                  </a:lnTo>
                  <a:lnTo>
                    <a:pt x="164" y="133"/>
                  </a:lnTo>
                  <a:lnTo>
                    <a:pt x="180" y="162"/>
                  </a:lnTo>
                  <a:lnTo>
                    <a:pt x="194" y="195"/>
                  </a:lnTo>
                  <a:lnTo>
                    <a:pt x="205" y="229"/>
                  </a:lnTo>
                  <a:lnTo>
                    <a:pt x="216" y="264"/>
                  </a:lnTo>
                  <a:lnTo>
                    <a:pt x="224" y="303"/>
                  </a:lnTo>
                  <a:lnTo>
                    <a:pt x="230" y="343"/>
                  </a:lnTo>
                  <a:lnTo>
                    <a:pt x="233" y="384"/>
                  </a:lnTo>
                  <a:lnTo>
                    <a:pt x="235" y="426"/>
                  </a:lnTo>
                  <a:lnTo>
                    <a:pt x="246"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6422" name="Freeform 66"/>
            <p:cNvSpPr>
              <a:spLocks/>
            </p:cNvSpPr>
            <p:nvPr/>
          </p:nvSpPr>
          <p:spPr bwMode="auto">
            <a:xfrm>
              <a:off x="1392" y="2203"/>
              <a:ext cx="49" cy="85"/>
            </a:xfrm>
            <a:custGeom>
              <a:avLst/>
              <a:gdLst>
                <a:gd name="T0" fmla="*/ 0 w 246"/>
                <a:gd name="T1" fmla="*/ 3 h 424"/>
                <a:gd name="T2" fmla="*/ 0 w 246"/>
                <a:gd name="T3" fmla="*/ 3 h 424"/>
                <a:gd name="T4" fmla="*/ 0 w 246"/>
                <a:gd name="T5" fmla="*/ 3 h 424"/>
                <a:gd name="T6" fmla="*/ 0 w 246"/>
                <a:gd name="T7" fmla="*/ 3 h 424"/>
                <a:gd name="T8" fmla="*/ 1 w 246"/>
                <a:gd name="T9" fmla="*/ 3 h 424"/>
                <a:gd name="T10" fmla="*/ 1 w 246"/>
                <a:gd name="T11" fmla="*/ 3 h 424"/>
                <a:gd name="T12" fmla="*/ 1 w 246"/>
                <a:gd name="T13" fmla="*/ 3 h 424"/>
                <a:gd name="T14" fmla="*/ 1 w 246"/>
                <a:gd name="T15" fmla="*/ 3 h 424"/>
                <a:gd name="T16" fmla="*/ 1 w 246"/>
                <a:gd name="T17" fmla="*/ 3 h 424"/>
                <a:gd name="T18" fmla="*/ 1 w 246"/>
                <a:gd name="T19" fmla="*/ 2 h 424"/>
                <a:gd name="T20" fmla="*/ 2 w 246"/>
                <a:gd name="T21" fmla="*/ 2 h 424"/>
                <a:gd name="T22" fmla="*/ 2 w 246"/>
                <a:gd name="T23" fmla="*/ 2 h 424"/>
                <a:gd name="T24" fmla="*/ 2 w 246"/>
                <a:gd name="T25" fmla="*/ 2 h 424"/>
                <a:gd name="T26" fmla="*/ 2 w 246"/>
                <a:gd name="T27" fmla="*/ 1 h 424"/>
                <a:gd name="T28" fmla="*/ 2 w 246"/>
                <a:gd name="T29" fmla="*/ 1 h 424"/>
                <a:gd name="T30" fmla="*/ 2 w 246"/>
                <a:gd name="T31" fmla="*/ 1 h 424"/>
                <a:gd name="T32" fmla="*/ 2 w 246"/>
                <a:gd name="T33" fmla="*/ 0 h 424"/>
                <a:gd name="T34" fmla="*/ 2 w 246"/>
                <a:gd name="T35" fmla="*/ 0 h 424"/>
                <a:gd name="T36" fmla="*/ 2 w 246"/>
                <a:gd name="T37" fmla="*/ 0 h 424"/>
                <a:gd name="T38" fmla="*/ 2 w 246"/>
                <a:gd name="T39" fmla="*/ 0 h 424"/>
                <a:gd name="T40" fmla="*/ 2 w 246"/>
                <a:gd name="T41" fmla="*/ 1 h 424"/>
                <a:gd name="T42" fmla="*/ 2 w 246"/>
                <a:gd name="T43" fmla="*/ 1 h 424"/>
                <a:gd name="T44" fmla="*/ 2 w 246"/>
                <a:gd name="T45" fmla="*/ 1 h 424"/>
                <a:gd name="T46" fmla="*/ 2 w 246"/>
                <a:gd name="T47" fmla="*/ 2 h 424"/>
                <a:gd name="T48" fmla="*/ 2 w 246"/>
                <a:gd name="T49" fmla="*/ 2 h 424"/>
                <a:gd name="T50" fmla="*/ 1 w 246"/>
                <a:gd name="T51" fmla="*/ 2 h 424"/>
                <a:gd name="T52" fmla="*/ 1 w 246"/>
                <a:gd name="T53" fmla="*/ 2 h 424"/>
                <a:gd name="T54" fmla="*/ 1 w 246"/>
                <a:gd name="T55" fmla="*/ 3 h 424"/>
                <a:gd name="T56" fmla="*/ 1 w 246"/>
                <a:gd name="T57" fmla="*/ 3 h 424"/>
                <a:gd name="T58" fmla="*/ 1 w 246"/>
                <a:gd name="T59" fmla="*/ 3 h 424"/>
                <a:gd name="T60" fmla="*/ 1 w 246"/>
                <a:gd name="T61" fmla="*/ 3 h 424"/>
                <a:gd name="T62" fmla="*/ 1 w 246"/>
                <a:gd name="T63" fmla="*/ 3 h 424"/>
                <a:gd name="T64" fmla="*/ 0 w 246"/>
                <a:gd name="T65" fmla="*/ 3 h 424"/>
                <a:gd name="T66" fmla="*/ 0 w 246"/>
                <a:gd name="T67" fmla="*/ 3 h 424"/>
                <a:gd name="T68" fmla="*/ 0 w 246"/>
                <a:gd name="T69" fmla="*/ 3 h 424"/>
                <a:gd name="T70" fmla="*/ 0 w 246"/>
                <a:gd name="T71" fmla="*/ 3 h 424"/>
                <a:gd name="T72" fmla="*/ 0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0" y="424"/>
                  </a:moveTo>
                  <a:lnTo>
                    <a:pt x="0" y="424"/>
                  </a:lnTo>
                  <a:lnTo>
                    <a:pt x="26" y="422"/>
                  </a:lnTo>
                  <a:lnTo>
                    <a:pt x="51" y="416"/>
                  </a:lnTo>
                  <a:lnTo>
                    <a:pt x="75" y="406"/>
                  </a:lnTo>
                  <a:lnTo>
                    <a:pt x="96" y="390"/>
                  </a:lnTo>
                  <a:lnTo>
                    <a:pt x="119" y="373"/>
                  </a:lnTo>
                  <a:lnTo>
                    <a:pt x="139" y="351"/>
                  </a:lnTo>
                  <a:lnTo>
                    <a:pt x="157" y="326"/>
                  </a:lnTo>
                  <a:lnTo>
                    <a:pt x="175" y="299"/>
                  </a:lnTo>
                  <a:lnTo>
                    <a:pt x="191" y="269"/>
                  </a:lnTo>
                  <a:lnTo>
                    <a:pt x="205" y="236"/>
                  </a:lnTo>
                  <a:lnTo>
                    <a:pt x="217" y="202"/>
                  </a:lnTo>
                  <a:lnTo>
                    <a:pt x="228" y="163"/>
                  </a:lnTo>
                  <a:lnTo>
                    <a:pt x="236" y="125"/>
                  </a:lnTo>
                  <a:lnTo>
                    <a:pt x="242" y="86"/>
                  </a:lnTo>
                  <a:lnTo>
                    <a:pt x="245" y="42"/>
                  </a:lnTo>
                  <a:lnTo>
                    <a:pt x="246" y="0"/>
                  </a:lnTo>
                  <a:lnTo>
                    <a:pt x="235" y="0"/>
                  </a:lnTo>
                  <a:lnTo>
                    <a:pt x="233" y="42"/>
                  </a:lnTo>
                  <a:lnTo>
                    <a:pt x="230" y="83"/>
                  </a:lnTo>
                  <a:lnTo>
                    <a:pt x="224" y="123"/>
                  </a:lnTo>
                  <a:lnTo>
                    <a:pt x="216" y="161"/>
                  </a:lnTo>
                  <a:lnTo>
                    <a:pt x="205" y="197"/>
                  </a:lnTo>
                  <a:lnTo>
                    <a:pt x="194" y="231"/>
                  </a:lnTo>
                  <a:lnTo>
                    <a:pt x="180" y="264"/>
                  </a:lnTo>
                  <a:lnTo>
                    <a:pt x="166" y="292"/>
                  </a:lnTo>
                  <a:lnTo>
                    <a:pt x="148" y="319"/>
                  </a:lnTo>
                  <a:lnTo>
                    <a:pt x="129" y="344"/>
                  </a:lnTo>
                  <a:lnTo>
                    <a:pt x="109" y="364"/>
                  </a:lnTo>
                  <a:lnTo>
                    <a:pt x="89" y="381"/>
                  </a:lnTo>
                  <a:lnTo>
                    <a:pt x="68" y="394"/>
                  </a:lnTo>
                  <a:lnTo>
                    <a:pt x="46" y="405"/>
                  </a:lnTo>
                  <a:lnTo>
                    <a:pt x="24" y="410"/>
                  </a:lnTo>
                  <a:lnTo>
                    <a:pt x="0" y="413"/>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6423" name="Freeform 67"/>
            <p:cNvSpPr>
              <a:spLocks/>
            </p:cNvSpPr>
            <p:nvPr/>
          </p:nvSpPr>
          <p:spPr bwMode="auto">
            <a:xfrm>
              <a:off x="1343" y="2203"/>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2" y="42"/>
                  </a:lnTo>
                  <a:lnTo>
                    <a:pt x="5" y="86"/>
                  </a:lnTo>
                  <a:lnTo>
                    <a:pt x="11" y="125"/>
                  </a:lnTo>
                  <a:lnTo>
                    <a:pt x="19" y="163"/>
                  </a:lnTo>
                  <a:lnTo>
                    <a:pt x="30" y="202"/>
                  </a:lnTo>
                  <a:lnTo>
                    <a:pt x="41" y="236"/>
                  </a:lnTo>
                  <a:lnTo>
                    <a:pt x="56" y="269"/>
                  </a:lnTo>
                  <a:lnTo>
                    <a:pt x="72" y="299"/>
                  </a:lnTo>
                  <a:lnTo>
                    <a:pt x="90" y="326"/>
                  </a:lnTo>
                  <a:lnTo>
                    <a:pt x="108" y="351"/>
                  </a:lnTo>
                  <a:lnTo>
                    <a:pt x="127" y="373"/>
                  </a:lnTo>
                  <a:lnTo>
                    <a:pt x="149" y="390"/>
                  </a:lnTo>
                  <a:lnTo>
                    <a:pt x="172" y="406"/>
                  </a:lnTo>
                  <a:lnTo>
                    <a:pt x="195" y="416"/>
                  </a:lnTo>
                  <a:lnTo>
                    <a:pt x="220" y="422"/>
                  </a:lnTo>
                  <a:lnTo>
                    <a:pt x="245" y="424"/>
                  </a:lnTo>
                  <a:lnTo>
                    <a:pt x="245" y="413"/>
                  </a:lnTo>
                  <a:lnTo>
                    <a:pt x="222" y="410"/>
                  </a:lnTo>
                  <a:lnTo>
                    <a:pt x="200" y="405"/>
                  </a:lnTo>
                  <a:lnTo>
                    <a:pt x="179" y="394"/>
                  </a:lnTo>
                  <a:lnTo>
                    <a:pt x="156" y="381"/>
                  </a:lnTo>
                  <a:lnTo>
                    <a:pt x="136" y="364"/>
                  </a:lnTo>
                  <a:lnTo>
                    <a:pt x="118" y="344"/>
                  </a:lnTo>
                  <a:lnTo>
                    <a:pt x="99" y="319"/>
                  </a:lnTo>
                  <a:lnTo>
                    <a:pt x="81" y="292"/>
                  </a:lnTo>
                  <a:lnTo>
                    <a:pt x="67" y="264"/>
                  </a:lnTo>
                  <a:lnTo>
                    <a:pt x="53" y="231"/>
                  </a:lnTo>
                  <a:lnTo>
                    <a:pt x="41" y="197"/>
                  </a:lnTo>
                  <a:lnTo>
                    <a:pt x="31" y="161"/>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6424" name="Freeform 68"/>
            <p:cNvSpPr>
              <a:spLocks/>
            </p:cNvSpPr>
            <p:nvPr/>
          </p:nvSpPr>
          <p:spPr bwMode="auto">
            <a:xfrm>
              <a:off x="1343" y="2118"/>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1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20" y="3"/>
                  </a:lnTo>
                  <a:lnTo>
                    <a:pt x="195" y="9"/>
                  </a:lnTo>
                  <a:lnTo>
                    <a:pt x="172" y="19"/>
                  </a:lnTo>
                  <a:lnTo>
                    <a:pt x="149" y="34"/>
                  </a:lnTo>
                  <a:lnTo>
                    <a:pt x="127" y="53"/>
                  </a:lnTo>
                  <a:lnTo>
                    <a:pt x="108" y="75"/>
                  </a:lnTo>
                  <a:lnTo>
                    <a:pt x="90" y="99"/>
                  </a:lnTo>
                  <a:lnTo>
                    <a:pt x="71" y="126"/>
                  </a:lnTo>
                  <a:lnTo>
                    <a:pt x="56" y="158"/>
                  </a:lnTo>
                  <a:lnTo>
                    <a:pt x="41" y="190"/>
                  </a:lnTo>
                  <a:lnTo>
                    <a:pt x="30" y="224"/>
                  </a:lnTo>
                  <a:lnTo>
                    <a:pt x="19" y="262"/>
                  </a:lnTo>
                  <a:lnTo>
                    <a:pt x="11" y="301"/>
                  </a:lnTo>
                  <a:lnTo>
                    <a:pt x="5" y="340"/>
                  </a:lnTo>
                  <a:lnTo>
                    <a:pt x="2" y="384"/>
                  </a:lnTo>
                  <a:lnTo>
                    <a:pt x="0" y="426"/>
                  </a:lnTo>
                  <a:lnTo>
                    <a:pt x="12" y="426"/>
                  </a:lnTo>
                  <a:lnTo>
                    <a:pt x="13" y="384"/>
                  </a:lnTo>
                  <a:lnTo>
                    <a:pt x="17" y="343"/>
                  </a:lnTo>
                  <a:lnTo>
                    <a:pt x="23" y="303"/>
                  </a:lnTo>
                  <a:lnTo>
                    <a:pt x="31" y="264"/>
                  </a:lnTo>
                  <a:lnTo>
                    <a:pt x="41" y="229"/>
                  </a:lnTo>
                  <a:lnTo>
                    <a:pt x="53" y="195"/>
                  </a:lnTo>
                  <a:lnTo>
                    <a:pt x="67" y="162"/>
                  </a:lnTo>
                  <a:lnTo>
                    <a:pt x="82" y="133"/>
                  </a:lnTo>
                  <a:lnTo>
                    <a:pt x="99" y="106"/>
                  </a:lnTo>
                  <a:lnTo>
                    <a:pt x="118" y="83"/>
                  </a:lnTo>
                  <a:lnTo>
                    <a:pt x="136" y="63"/>
                  </a:lnTo>
                  <a:lnTo>
                    <a:pt x="156" y="44"/>
                  </a:lnTo>
                  <a:lnTo>
                    <a:pt x="179" y="31"/>
                  </a:lnTo>
                  <a:lnTo>
                    <a:pt x="200" y="20"/>
                  </a:lnTo>
                  <a:lnTo>
                    <a:pt x="222" y="15"/>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6425" name="Freeform 69"/>
            <p:cNvSpPr>
              <a:spLocks/>
            </p:cNvSpPr>
            <p:nvPr/>
          </p:nvSpPr>
          <p:spPr bwMode="auto">
            <a:xfrm>
              <a:off x="1384" y="1859"/>
              <a:ext cx="49" cy="84"/>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1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3" y="382"/>
                  </a:lnTo>
                  <a:lnTo>
                    <a:pt x="240" y="339"/>
                  </a:lnTo>
                  <a:lnTo>
                    <a:pt x="234" y="299"/>
                  </a:lnTo>
                  <a:lnTo>
                    <a:pt x="226" y="261"/>
                  </a:lnTo>
                  <a:lnTo>
                    <a:pt x="215" y="222"/>
                  </a:lnTo>
                  <a:lnTo>
                    <a:pt x="204" y="188"/>
                  </a:lnTo>
                  <a:lnTo>
                    <a:pt x="189" y="156"/>
                  </a:lnTo>
                  <a:lnTo>
                    <a:pt x="173" y="125"/>
                  </a:lnTo>
                  <a:lnTo>
                    <a:pt x="155" y="98"/>
                  </a:lnTo>
                  <a:lnTo>
                    <a:pt x="138" y="74"/>
                  </a:lnTo>
                  <a:lnTo>
                    <a:pt x="118" y="51"/>
                  </a:lnTo>
                  <a:lnTo>
                    <a:pt x="96" y="34"/>
                  </a:lnTo>
                  <a:lnTo>
                    <a:pt x="73" y="18"/>
                  </a:lnTo>
                  <a:lnTo>
                    <a:pt x="50" y="8"/>
                  </a:lnTo>
                  <a:lnTo>
                    <a:pt x="25" y="2"/>
                  </a:lnTo>
                  <a:lnTo>
                    <a:pt x="0" y="0"/>
                  </a:lnTo>
                  <a:lnTo>
                    <a:pt x="0" y="11"/>
                  </a:lnTo>
                  <a:lnTo>
                    <a:pt x="23" y="14"/>
                  </a:lnTo>
                  <a:lnTo>
                    <a:pt x="45" y="20"/>
                  </a:lnTo>
                  <a:lnTo>
                    <a:pt x="66" y="30"/>
                  </a:lnTo>
                  <a:lnTo>
                    <a:pt x="89" y="43"/>
                  </a:lnTo>
                  <a:lnTo>
                    <a:pt x="109" y="61"/>
                  </a:lnTo>
                  <a:lnTo>
                    <a:pt x="129" y="81"/>
                  </a:lnTo>
                  <a:lnTo>
                    <a:pt x="146" y="105"/>
                  </a:lnTo>
                  <a:lnTo>
                    <a:pt x="164" y="132"/>
                  </a:lnTo>
                  <a:lnTo>
                    <a:pt x="178" y="160"/>
                  </a:lnTo>
                  <a:lnTo>
                    <a:pt x="192" y="193"/>
                  </a:lnTo>
                  <a:lnTo>
                    <a:pt x="204" y="227"/>
                  </a:lnTo>
                  <a:lnTo>
                    <a:pt x="214" y="264"/>
                  </a:lnTo>
                  <a:lnTo>
                    <a:pt x="222" y="301"/>
                  </a:lnTo>
                  <a:lnTo>
                    <a:pt x="228"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6426" name="Freeform 70"/>
            <p:cNvSpPr>
              <a:spLocks/>
            </p:cNvSpPr>
            <p:nvPr/>
          </p:nvSpPr>
          <p:spPr bwMode="auto">
            <a:xfrm>
              <a:off x="1384" y="1943"/>
              <a:ext cx="49" cy="86"/>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5" y="423"/>
                  </a:lnTo>
                  <a:lnTo>
                    <a:pt x="50" y="418"/>
                  </a:lnTo>
                  <a:lnTo>
                    <a:pt x="73" y="407"/>
                  </a:lnTo>
                  <a:lnTo>
                    <a:pt x="96" y="392"/>
                  </a:lnTo>
                  <a:lnTo>
                    <a:pt x="118" y="374"/>
                  </a:lnTo>
                  <a:lnTo>
                    <a:pt x="138" y="352"/>
                  </a:lnTo>
                  <a:lnTo>
                    <a:pt x="155" y="327"/>
                  </a:lnTo>
                  <a:lnTo>
                    <a:pt x="174" y="300"/>
                  </a:lnTo>
                  <a:lnTo>
                    <a:pt x="189" y="269"/>
                  </a:lnTo>
                  <a:lnTo>
                    <a:pt x="204" y="237"/>
                  </a:lnTo>
                  <a:lnTo>
                    <a:pt x="215" y="202"/>
                  </a:lnTo>
                  <a:lnTo>
                    <a:pt x="226" y="164"/>
                  </a:lnTo>
                  <a:lnTo>
                    <a:pt x="234" y="126"/>
                  </a:lnTo>
                  <a:lnTo>
                    <a:pt x="240" y="86"/>
                  </a:lnTo>
                  <a:lnTo>
                    <a:pt x="243" y="42"/>
                  </a:lnTo>
                  <a:lnTo>
                    <a:pt x="245" y="0"/>
                  </a:lnTo>
                  <a:lnTo>
                    <a:pt x="233" y="0"/>
                  </a:lnTo>
                  <a:lnTo>
                    <a:pt x="232" y="42"/>
                  </a:lnTo>
                  <a:lnTo>
                    <a:pt x="228" y="83"/>
                  </a:lnTo>
                  <a:lnTo>
                    <a:pt x="222" y="123"/>
                  </a:lnTo>
                  <a:lnTo>
                    <a:pt x="214" y="162"/>
                  </a:lnTo>
                  <a:lnTo>
                    <a:pt x="204" y="197"/>
                  </a:lnTo>
                  <a:lnTo>
                    <a:pt x="192" y="232"/>
                  </a:lnTo>
                  <a:lnTo>
                    <a:pt x="178" y="264"/>
                  </a:lnTo>
                  <a:lnTo>
                    <a:pt x="163" y="293"/>
                  </a:lnTo>
                  <a:lnTo>
                    <a:pt x="146" y="320"/>
                  </a:lnTo>
                  <a:lnTo>
                    <a:pt x="129" y="345"/>
                  </a:lnTo>
                  <a:lnTo>
                    <a:pt x="109" y="365"/>
                  </a:lnTo>
                  <a:lnTo>
                    <a:pt x="89" y="382"/>
                  </a:lnTo>
                  <a:lnTo>
                    <a:pt x="66" y="395"/>
                  </a:lnTo>
                  <a:lnTo>
                    <a:pt x="45" y="406"/>
                  </a:lnTo>
                  <a:lnTo>
                    <a:pt x="23"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6427" name="Freeform 71"/>
            <p:cNvSpPr>
              <a:spLocks/>
            </p:cNvSpPr>
            <p:nvPr/>
          </p:nvSpPr>
          <p:spPr bwMode="auto">
            <a:xfrm>
              <a:off x="1335" y="1943"/>
              <a:ext cx="49" cy="86"/>
            </a:xfrm>
            <a:custGeom>
              <a:avLst/>
              <a:gdLst>
                <a:gd name="T0" fmla="*/ 0 w 246"/>
                <a:gd name="T1" fmla="*/ 0 h 426"/>
                <a:gd name="T2" fmla="*/ 0 w 246"/>
                <a:gd name="T3" fmla="*/ 0 h 426"/>
                <a:gd name="T4" fmla="*/ 0 w 246"/>
                <a:gd name="T5" fmla="*/ 0 h 426"/>
                <a:gd name="T6" fmla="*/ 0 w 246"/>
                <a:gd name="T7" fmla="*/ 1 h 426"/>
                <a:gd name="T8" fmla="*/ 0 w 246"/>
                <a:gd name="T9" fmla="*/ 1 h 426"/>
                <a:gd name="T10" fmla="*/ 0 w 246"/>
                <a:gd name="T11" fmla="*/ 1 h 426"/>
                <a:gd name="T12" fmla="*/ 0 w 246"/>
                <a:gd name="T13" fmla="*/ 2 h 426"/>
                <a:gd name="T14" fmla="*/ 0 w 246"/>
                <a:gd name="T15" fmla="*/ 2 h 426"/>
                <a:gd name="T16" fmla="*/ 0 w 246"/>
                <a:gd name="T17" fmla="*/ 2 h 426"/>
                <a:gd name="T18" fmla="*/ 1 w 246"/>
                <a:gd name="T19" fmla="*/ 2 h 426"/>
                <a:gd name="T20" fmla="*/ 1 w 246"/>
                <a:gd name="T21" fmla="*/ 3 h 426"/>
                <a:gd name="T22" fmla="*/ 1 w 246"/>
                <a:gd name="T23" fmla="*/ 3 h 426"/>
                <a:gd name="T24" fmla="*/ 1 w 246"/>
                <a:gd name="T25" fmla="*/ 3 h 426"/>
                <a:gd name="T26" fmla="*/ 1 w 246"/>
                <a:gd name="T27" fmla="*/ 3 h 426"/>
                <a:gd name="T28" fmla="*/ 1 w 246"/>
                <a:gd name="T29" fmla="*/ 3 h 426"/>
                <a:gd name="T30" fmla="*/ 2 w 246"/>
                <a:gd name="T31" fmla="*/ 3 h 426"/>
                <a:gd name="T32" fmla="*/ 2 w 246"/>
                <a:gd name="T33" fmla="*/ 3 h 426"/>
                <a:gd name="T34" fmla="*/ 2 w 246"/>
                <a:gd name="T35" fmla="*/ 3 h 426"/>
                <a:gd name="T36" fmla="*/ 2 w 246"/>
                <a:gd name="T37" fmla="*/ 3 h 426"/>
                <a:gd name="T38" fmla="*/ 2 w 246"/>
                <a:gd name="T39" fmla="*/ 3 h 426"/>
                <a:gd name="T40" fmla="*/ 2 w 246"/>
                <a:gd name="T41" fmla="*/ 3 h 426"/>
                <a:gd name="T42" fmla="*/ 1 w 246"/>
                <a:gd name="T43" fmla="*/ 3 h 426"/>
                <a:gd name="T44" fmla="*/ 1 w 246"/>
                <a:gd name="T45" fmla="*/ 3 h 426"/>
                <a:gd name="T46" fmla="*/ 1 w 246"/>
                <a:gd name="T47" fmla="*/ 3 h 426"/>
                <a:gd name="T48" fmla="*/ 1 w 246"/>
                <a:gd name="T49" fmla="*/ 3 h 426"/>
                <a:gd name="T50" fmla="*/ 1 w 246"/>
                <a:gd name="T51" fmla="*/ 3 h 426"/>
                <a:gd name="T52" fmla="*/ 1 w 246"/>
                <a:gd name="T53" fmla="*/ 2 h 426"/>
                <a:gd name="T54" fmla="*/ 1 w 246"/>
                <a:gd name="T55" fmla="*/ 2 h 426"/>
                <a:gd name="T56" fmla="*/ 0 w 246"/>
                <a:gd name="T57" fmla="*/ 2 h 426"/>
                <a:gd name="T58" fmla="*/ 0 w 246"/>
                <a:gd name="T59" fmla="*/ 2 h 426"/>
                <a:gd name="T60" fmla="*/ 0 w 246"/>
                <a:gd name="T61" fmla="*/ 1 h 426"/>
                <a:gd name="T62" fmla="*/ 0 w 246"/>
                <a:gd name="T63" fmla="*/ 1 h 426"/>
                <a:gd name="T64" fmla="*/ 0 w 246"/>
                <a:gd name="T65" fmla="*/ 1 h 426"/>
                <a:gd name="T66" fmla="*/ 0 w 246"/>
                <a:gd name="T67" fmla="*/ 0 h 426"/>
                <a:gd name="T68" fmla="*/ 0 w 246"/>
                <a:gd name="T69" fmla="*/ 0 h 426"/>
                <a:gd name="T70" fmla="*/ 0 w 246"/>
                <a:gd name="T71" fmla="*/ 0 h 426"/>
                <a:gd name="T72" fmla="*/ 0 w 246"/>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0"/>
                  </a:moveTo>
                  <a:lnTo>
                    <a:pt x="0" y="0"/>
                  </a:lnTo>
                  <a:lnTo>
                    <a:pt x="1" y="42"/>
                  </a:lnTo>
                  <a:lnTo>
                    <a:pt x="4" y="86"/>
                  </a:lnTo>
                  <a:lnTo>
                    <a:pt x="10" y="126"/>
                  </a:lnTo>
                  <a:lnTo>
                    <a:pt x="18" y="164"/>
                  </a:lnTo>
                  <a:lnTo>
                    <a:pt x="29" y="202"/>
                  </a:lnTo>
                  <a:lnTo>
                    <a:pt x="41" y="237"/>
                  </a:lnTo>
                  <a:lnTo>
                    <a:pt x="55" y="269"/>
                  </a:lnTo>
                  <a:lnTo>
                    <a:pt x="71" y="300"/>
                  </a:lnTo>
                  <a:lnTo>
                    <a:pt x="89" y="327"/>
                  </a:lnTo>
                  <a:lnTo>
                    <a:pt x="107" y="352"/>
                  </a:lnTo>
                  <a:lnTo>
                    <a:pt x="127" y="374"/>
                  </a:lnTo>
                  <a:lnTo>
                    <a:pt x="150" y="392"/>
                  </a:lnTo>
                  <a:lnTo>
                    <a:pt x="171" y="407"/>
                  </a:lnTo>
                  <a:lnTo>
                    <a:pt x="195" y="418"/>
                  </a:lnTo>
                  <a:lnTo>
                    <a:pt x="220" y="423"/>
                  </a:lnTo>
                  <a:lnTo>
                    <a:pt x="246" y="426"/>
                  </a:lnTo>
                  <a:lnTo>
                    <a:pt x="246" y="414"/>
                  </a:lnTo>
                  <a:lnTo>
                    <a:pt x="222" y="412"/>
                  </a:lnTo>
                  <a:lnTo>
                    <a:pt x="200" y="406"/>
                  </a:lnTo>
                  <a:lnTo>
                    <a:pt x="178" y="395"/>
                  </a:lnTo>
                  <a:lnTo>
                    <a:pt x="157" y="382"/>
                  </a:lnTo>
                  <a:lnTo>
                    <a:pt x="137" y="365"/>
                  </a:lnTo>
                  <a:lnTo>
                    <a:pt x="117" y="345"/>
                  </a:lnTo>
                  <a:lnTo>
                    <a:pt x="98" y="320"/>
                  </a:lnTo>
                  <a:lnTo>
                    <a:pt x="83" y="293"/>
                  </a:lnTo>
                  <a:lnTo>
                    <a:pt x="66" y="264"/>
                  </a:lnTo>
                  <a:lnTo>
                    <a:pt x="52" y="232"/>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6428" name="Freeform 72"/>
            <p:cNvSpPr>
              <a:spLocks/>
            </p:cNvSpPr>
            <p:nvPr/>
          </p:nvSpPr>
          <p:spPr bwMode="auto">
            <a:xfrm>
              <a:off x="1335" y="1859"/>
              <a:ext cx="49" cy="84"/>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1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0" y="2"/>
                  </a:lnTo>
                  <a:lnTo>
                    <a:pt x="195" y="8"/>
                  </a:lnTo>
                  <a:lnTo>
                    <a:pt x="171" y="18"/>
                  </a:lnTo>
                  <a:lnTo>
                    <a:pt x="150" y="34"/>
                  </a:lnTo>
                  <a:lnTo>
                    <a:pt x="127" y="51"/>
                  </a:lnTo>
                  <a:lnTo>
                    <a:pt x="107" y="74"/>
                  </a:lnTo>
                  <a:lnTo>
                    <a:pt x="89" y="98"/>
                  </a:lnTo>
                  <a:lnTo>
                    <a:pt x="72" y="125"/>
                  </a:lnTo>
                  <a:lnTo>
                    <a:pt x="55" y="156"/>
                  </a:lnTo>
                  <a:lnTo>
                    <a:pt x="41" y="188"/>
                  </a:lnTo>
                  <a:lnTo>
                    <a:pt x="29" y="222"/>
                  </a:lnTo>
                  <a:lnTo>
                    <a:pt x="18" y="261"/>
                  </a:lnTo>
                  <a:lnTo>
                    <a:pt x="10" y="299"/>
                  </a:lnTo>
                  <a:lnTo>
                    <a:pt x="4" y="339"/>
                  </a:lnTo>
                  <a:lnTo>
                    <a:pt x="1" y="382"/>
                  </a:lnTo>
                  <a:lnTo>
                    <a:pt x="0" y="424"/>
                  </a:lnTo>
                  <a:lnTo>
                    <a:pt x="11" y="424"/>
                  </a:lnTo>
                  <a:lnTo>
                    <a:pt x="13" y="382"/>
                  </a:lnTo>
                  <a:lnTo>
                    <a:pt x="16" y="341"/>
                  </a:lnTo>
                  <a:lnTo>
                    <a:pt x="22" y="301"/>
                  </a:lnTo>
                  <a:lnTo>
                    <a:pt x="30" y="264"/>
                  </a:lnTo>
                  <a:lnTo>
                    <a:pt x="41" y="227"/>
                  </a:lnTo>
                  <a:lnTo>
                    <a:pt x="52" y="193"/>
                  </a:lnTo>
                  <a:lnTo>
                    <a:pt x="66" y="160"/>
                  </a:lnTo>
                  <a:lnTo>
                    <a:pt x="82" y="132"/>
                  </a:lnTo>
                  <a:lnTo>
                    <a:pt x="98" y="105"/>
                  </a:lnTo>
                  <a:lnTo>
                    <a:pt x="117" y="81"/>
                  </a:lnTo>
                  <a:lnTo>
                    <a:pt x="137" y="61"/>
                  </a:lnTo>
                  <a:lnTo>
                    <a:pt x="157" y="43"/>
                  </a:lnTo>
                  <a:lnTo>
                    <a:pt x="178" y="30"/>
                  </a:lnTo>
                  <a:lnTo>
                    <a:pt x="200" y="20"/>
                  </a:lnTo>
                  <a:lnTo>
                    <a:pt x="222" y="14"/>
                  </a:lnTo>
                  <a:lnTo>
                    <a:pt x="246" y="11"/>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6429" name="Freeform 73"/>
            <p:cNvSpPr>
              <a:spLocks/>
            </p:cNvSpPr>
            <p:nvPr/>
          </p:nvSpPr>
          <p:spPr bwMode="auto">
            <a:xfrm>
              <a:off x="1552" y="1751"/>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1" y="339"/>
                  </a:lnTo>
                  <a:lnTo>
                    <a:pt x="235" y="299"/>
                  </a:lnTo>
                  <a:lnTo>
                    <a:pt x="226" y="261"/>
                  </a:lnTo>
                  <a:lnTo>
                    <a:pt x="216" y="223"/>
                  </a:lnTo>
                  <a:lnTo>
                    <a:pt x="204" y="189"/>
                  </a:lnTo>
                  <a:lnTo>
                    <a:pt x="190" y="156"/>
                  </a:lnTo>
                  <a:lnTo>
                    <a:pt x="174" y="125"/>
                  </a:lnTo>
                  <a:lnTo>
                    <a:pt x="156" y="98"/>
                  </a:lnTo>
                  <a:lnTo>
                    <a:pt x="137" y="74"/>
                  </a:lnTo>
                  <a:lnTo>
                    <a:pt x="119" y="52"/>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8" y="81"/>
                  </a:lnTo>
                  <a:lnTo>
                    <a:pt x="147" y="105"/>
                  </a:lnTo>
                  <a:lnTo>
                    <a:pt x="164" y="132"/>
                  </a:lnTo>
                  <a:lnTo>
                    <a:pt x="178" y="161"/>
                  </a:lnTo>
                  <a:lnTo>
                    <a:pt x="193" y="193"/>
                  </a:lnTo>
                  <a:lnTo>
                    <a:pt x="204" y="227"/>
                  </a:lnTo>
                  <a:lnTo>
                    <a:pt x="215" y="264"/>
                  </a:lnTo>
                  <a:lnTo>
                    <a:pt x="223" y="301"/>
                  </a:lnTo>
                  <a:lnTo>
                    <a:pt x="229" y="341"/>
                  </a:lnTo>
                  <a:lnTo>
                    <a:pt x="232" y="382"/>
                  </a:lnTo>
                  <a:lnTo>
                    <a:pt x="234"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6430" name="Freeform 74"/>
            <p:cNvSpPr>
              <a:spLocks/>
            </p:cNvSpPr>
            <p:nvPr/>
          </p:nvSpPr>
          <p:spPr bwMode="auto">
            <a:xfrm>
              <a:off x="1552" y="1836"/>
              <a:ext cx="49" cy="85"/>
            </a:xfrm>
            <a:custGeom>
              <a:avLst/>
              <a:gdLst>
                <a:gd name="T0" fmla="*/ 0 w 245"/>
                <a:gd name="T1" fmla="*/ 3 h 425"/>
                <a:gd name="T2" fmla="*/ 0 w 245"/>
                <a:gd name="T3" fmla="*/ 3 h 425"/>
                <a:gd name="T4" fmla="*/ 0 w 245"/>
                <a:gd name="T5" fmla="*/ 3 h 425"/>
                <a:gd name="T6" fmla="*/ 0 w 245"/>
                <a:gd name="T7" fmla="*/ 3 h 425"/>
                <a:gd name="T8" fmla="*/ 1 w 245"/>
                <a:gd name="T9" fmla="*/ 3 h 425"/>
                <a:gd name="T10" fmla="*/ 1 w 245"/>
                <a:gd name="T11" fmla="*/ 3 h 425"/>
                <a:gd name="T12" fmla="*/ 1 w 245"/>
                <a:gd name="T13" fmla="*/ 3 h 425"/>
                <a:gd name="T14" fmla="*/ 1 w 245"/>
                <a:gd name="T15" fmla="*/ 3 h 425"/>
                <a:gd name="T16" fmla="*/ 1 w 245"/>
                <a:gd name="T17" fmla="*/ 3 h 425"/>
                <a:gd name="T18" fmla="*/ 1 w 245"/>
                <a:gd name="T19" fmla="*/ 2 h 425"/>
                <a:gd name="T20" fmla="*/ 2 w 245"/>
                <a:gd name="T21" fmla="*/ 2 h 425"/>
                <a:gd name="T22" fmla="*/ 2 w 245"/>
                <a:gd name="T23" fmla="*/ 2 h 425"/>
                <a:gd name="T24" fmla="*/ 2 w 245"/>
                <a:gd name="T25" fmla="*/ 2 h 425"/>
                <a:gd name="T26" fmla="*/ 2 w 245"/>
                <a:gd name="T27" fmla="*/ 1 h 425"/>
                <a:gd name="T28" fmla="*/ 2 w 245"/>
                <a:gd name="T29" fmla="*/ 1 h 425"/>
                <a:gd name="T30" fmla="*/ 2 w 245"/>
                <a:gd name="T31" fmla="*/ 1 h 425"/>
                <a:gd name="T32" fmla="*/ 2 w 245"/>
                <a:gd name="T33" fmla="*/ 0 h 425"/>
                <a:gd name="T34" fmla="*/ 2 w 245"/>
                <a:gd name="T35" fmla="*/ 0 h 425"/>
                <a:gd name="T36" fmla="*/ 2 w 245"/>
                <a:gd name="T37" fmla="*/ 0 h 425"/>
                <a:gd name="T38" fmla="*/ 2 w 245"/>
                <a:gd name="T39" fmla="*/ 0 h 425"/>
                <a:gd name="T40" fmla="*/ 2 w 245"/>
                <a:gd name="T41" fmla="*/ 1 h 425"/>
                <a:gd name="T42" fmla="*/ 2 w 245"/>
                <a:gd name="T43" fmla="*/ 1 h 425"/>
                <a:gd name="T44" fmla="*/ 2 w 245"/>
                <a:gd name="T45" fmla="*/ 1 h 425"/>
                <a:gd name="T46" fmla="*/ 2 w 245"/>
                <a:gd name="T47" fmla="*/ 2 h 425"/>
                <a:gd name="T48" fmla="*/ 2 w 245"/>
                <a:gd name="T49" fmla="*/ 2 h 425"/>
                <a:gd name="T50" fmla="*/ 1 w 245"/>
                <a:gd name="T51" fmla="*/ 2 h 425"/>
                <a:gd name="T52" fmla="*/ 1 w 245"/>
                <a:gd name="T53" fmla="*/ 2 h 425"/>
                <a:gd name="T54" fmla="*/ 1 w 245"/>
                <a:gd name="T55" fmla="*/ 3 h 425"/>
                <a:gd name="T56" fmla="*/ 1 w 245"/>
                <a:gd name="T57" fmla="*/ 3 h 425"/>
                <a:gd name="T58" fmla="*/ 1 w 245"/>
                <a:gd name="T59" fmla="*/ 3 h 425"/>
                <a:gd name="T60" fmla="*/ 1 w 245"/>
                <a:gd name="T61" fmla="*/ 3 h 425"/>
                <a:gd name="T62" fmla="*/ 1 w 245"/>
                <a:gd name="T63" fmla="*/ 3 h 425"/>
                <a:gd name="T64" fmla="*/ 0 w 245"/>
                <a:gd name="T65" fmla="*/ 3 h 425"/>
                <a:gd name="T66" fmla="*/ 0 w 245"/>
                <a:gd name="T67" fmla="*/ 3 h 425"/>
                <a:gd name="T68" fmla="*/ 0 w 245"/>
                <a:gd name="T69" fmla="*/ 3 h 425"/>
                <a:gd name="T70" fmla="*/ 0 w 245"/>
                <a:gd name="T71" fmla="*/ 3 h 425"/>
                <a:gd name="T72" fmla="*/ 0 w 245"/>
                <a:gd name="T73" fmla="*/ 3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5"/>
                <a:gd name="T113" fmla="*/ 245 w 245"/>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5">
                  <a:moveTo>
                    <a:pt x="0" y="425"/>
                  </a:moveTo>
                  <a:lnTo>
                    <a:pt x="0" y="425"/>
                  </a:lnTo>
                  <a:lnTo>
                    <a:pt x="26" y="422"/>
                  </a:lnTo>
                  <a:lnTo>
                    <a:pt x="51" y="417"/>
                  </a:lnTo>
                  <a:lnTo>
                    <a:pt x="74" y="406"/>
                  </a:lnTo>
                  <a:lnTo>
                    <a:pt x="96" y="391"/>
                  </a:lnTo>
                  <a:lnTo>
                    <a:pt x="119" y="373"/>
                  </a:lnTo>
                  <a:lnTo>
                    <a:pt x="137" y="351"/>
                  </a:lnTo>
                  <a:lnTo>
                    <a:pt x="156" y="326"/>
                  </a:lnTo>
                  <a:lnTo>
                    <a:pt x="174" y="299"/>
                  </a:lnTo>
                  <a:lnTo>
                    <a:pt x="190" y="269"/>
                  </a:lnTo>
                  <a:lnTo>
                    <a:pt x="204" y="236"/>
                  </a:lnTo>
                  <a:lnTo>
                    <a:pt x="216" y="202"/>
                  </a:lnTo>
                  <a:lnTo>
                    <a:pt x="226" y="163"/>
                  </a:lnTo>
                  <a:lnTo>
                    <a:pt x="235" y="126"/>
                  </a:lnTo>
                  <a:lnTo>
                    <a:pt x="241" y="86"/>
                  </a:lnTo>
                  <a:lnTo>
                    <a:pt x="244" y="43"/>
                  </a:lnTo>
                  <a:lnTo>
                    <a:pt x="245" y="0"/>
                  </a:lnTo>
                  <a:lnTo>
                    <a:pt x="234" y="0"/>
                  </a:lnTo>
                  <a:lnTo>
                    <a:pt x="232" y="43"/>
                  </a:lnTo>
                  <a:lnTo>
                    <a:pt x="229" y="84"/>
                  </a:lnTo>
                  <a:lnTo>
                    <a:pt x="223" y="123"/>
                  </a:lnTo>
                  <a:lnTo>
                    <a:pt x="215" y="161"/>
                  </a:lnTo>
                  <a:lnTo>
                    <a:pt x="204" y="197"/>
                  </a:lnTo>
                  <a:lnTo>
                    <a:pt x="193" y="231"/>
                  </a:lnTo>
                  <a:lnTo>
                    <a:pt x="178" y="264"/>
                  </a:lnTo>
                  <a:lnTo>
                    <a:pt x="164" y="292"/>
                  </a:lnTo>
                  <a:lnTo>
                    <a:pt x="147" y="319"/>
                  </a:lnTo>
                  <a:lnTo>
                    <a:pt x="128" y="344"/>
                  </a:lnTo>
                  <a:lnTo>
                    <a:pt x="109" y="364"/>
                  </a:lnTo>
                  <a:lnTo>
                    <a:pt x="89" y="381"/>
                  </a:lnTo>
                  <a:lnTo>
                    <a:pt x="67" y="394"/>
                  </a:lnTo>
                  <a:lnTo>
                    <a:pt x="46" y="405"/>
                  </a:lnTo>
                  <a:lnTo>
                    <a:pt x="24" y="411"/>
                  </a:lnTo>
                  <a:lnTo>
                    <a:pt x="0" y="413"/>
                  </a:lnTo>
                  <a:lnTo>
                    <a:pt x="0" y="425"/>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6431" name="Freeform 75"/>
            <p:cNvSpPr>
              <a:spLocks/>
            </p:cNvSpPr>
            <p:nvPr/>
          </p:nvSpPr>
          <p:spPr bwMode="auto">
            <a:xfrm>
              <a:off x="1502" y="1836"/>
              <a:ext cx="50" cy="85"/>
            </a:xfrm>
            <a:custGeom>
              <a:avLst/>
              <a:gdLst>
                <a:gd name="T0" fmla="*/ 0 w 246"/>
                <a:gd name="T1" fmla="*/ 0 h 425"/>
                <a:gd name="T2" fmla="*/ 0 w 246"/>
                <a:gd name="T3" fmla="*/ 0 h 425"/>
                <a:gd name="T4" fmla="*/ 0 w 246"/>
                <a:gd name="T5" fmla="*/ 0 h 425"/>
                <a:gd name="T6" fmla="*/ 0 w 246"/>
                <a:gd name="T7" fmla="*/ 1 h 425"/>
                <a:gd name="T8" fmla="*/ 0 w 246"/>
                <a:gd name="T9" fmla="*/ 1 h 425"/>
                <a:gd name="T10" fmla="*/ 0 w 246"/>
                <a:gd name="T11" fmla="*/ 1 h 425"/>
                <a:gd name="T12" fmla="*/ 0 w 246"/>
                <a:gd name="T13" fmla="*/ 2 h 425"/>
                <a:gd name="T14" fmla="*/ 0 w 246"/>
                <a:gd name="T15" fmla="*/ 2 h 425"/>
                <a:gd name="T16" fmla="*/ 0 w 246"/>
                <a:gd name="T17" fmla="*/ 2 h 425"/>
                <a:gd name="T18" fmla="*/ 1 w 246"/>
                <a:gd name="T19" fmla="*/ 2 h 425"/>
                <a:gd name="T20" fmla="*/ 1 w 246"/>
                <a:gd name="T21" fmla="*/ 3 h 425"/>
                <a:gd name="T22" fmla="*/ 1 w 246"/>
                <a:gd name="T23" fmla="*/ 3 h 425"/>
                <a:gd name="T24" fmla="*/ 1 w 246"/>
                <a:gd name="T25" fmla="*/ 3 h 425"/>
                <a:gd name="T26" fmla="*/ 1 w 246"/>
                <a:gd name="T27" fmla="*/ 3 h 425"/>
                <a:gd name="T28" fmla="*/ 1 w 246"/>
                <a:gd name="T29" fmla="*/ 3 h 425"/>
                <a:gd name="T30" fmla="*/ 2 w 246"/>
                <a:gd name="T31" fmla="*/ 3 h 425"/>
                <a:gd name="T32" fmla="*/ 2 w 246"/>
                <a:gd name="T33" fmla="*/ 3 h 425"/>
                <a:gd name="T34" fmla="*/ 2 w 246"/>
                <a:gd name="T35" fmla="*/ 3 h 425"/>
                <a:gd name="T36" fmla="*/ 2 w 246"/>
                <a:gd name="T37" fmla="*/ 3 h 425"/>
                <a:gd name="T38" fmla="*/ 2 w 246"/>
                <a:gd name="T39" fmla="*/ 3 h 425"/>
                <a:gd name="T40" fmla="*/ 2 w 246"/>
                <a:gd name="T41" fmla="*/ 3 h 425"/>
                <a:gd name="T42" fmla="*/ 1 w 246"/>
                <a:gd name="T43" fmla="*/ 3 h 425"/>
                <a:gd name="T44" fmla="*/ 1 w 246"/>
                <a:gd name="T45" fmla="*/ 3 h 425"/>
                <a:gd name="T46" fmla="*/ 1 w 246"/>
                <a:gd name="T47" fmla="*/ 3 h 425"/>
                <a:gd name="T48" fmla="*/ 1 w 246"/>
                <a:gd name="T49" fmla="*/ 3 h 425"/>
                <a:gd name="T50" fmla="*/ 1 w 246"/>
                <a:gd name="T51" fmla="*/ 3 h 425"/>
                <a:gd name="T52" fmla="*/ 1 w 246"/>
                <a:gd name="T53" fmla="*/ 2 h 425"/>
                <a:gd name="T54" fmla="*/ 1 w 246"/>
                <a:gd name="T55" fmla="*/ 2 h 425"/>
                <a:gd name="T56" fmla="*/ 0 w 246"/>
                <a:gd name="T57" fmla="*/ 2 h 425"/>
                <a:gd name="T58" fmla="*/ 0 w 246"/>
                <a:gd name="T59" fmla="*/ 2 h 425"/>
                <a:gd name="T60" fmla="*/ 0 w 246"/>
                <a:gd name="T61" fmla="*/ 1 h 425"/>
                <a:gd name="T62" fmla="*/ 0 w 246"/>
                <a:gd name="T63" fmla="*/ 1 h 425"/>
                <a:gd name="T64" fmla="*/ 0 w 246"/>
                <a:gd name="T65" fmla="*/ 1 h 425"/>
                <a:gd name="T66" fmla="*/ 0 w 246"/>
                <a:gd name="T67" fmla="*/ 0 h 425"/>
                <a:gd name="T68" fmla="*/ 0 w 246"/>
                <a:gd name="T69" fmla="*/ 0 h 425"/>
                <a:gd name="T70" fmla="*/ 0 w 246"/>
                <a:gd name="T71" fmla="*/ 0 h 425"/>
                <a:gd name="T72" fmla="*/ 0 w 246"/>
                <a:gd name="T73" fmla="*/ 0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5"/>
                <a:gd name="T113" fmla="*/ 246 w 246"/>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5">
                  <a:moveTo>
                    <a:pt x="0" y="0"/>
                  </a:moveTo>
                  <a:lnTo>
                    <a:pt x="0" y="0"/>
                  </a:lnTo>
                  <a:lnTo>
                    <a:pt x="2" y="43"/>
                  </a:lnTo>
                  <a:lnTo>
                    <a:pt x="5" y="86"/>
                  </a:lnTo>
                  <a:lnTo>
                    <a:pt x="11" y="126"/>
                  </a:lnTo>
                  <a:lnTo>
                    <a:pt x="19" y="163"/>
                  </a:lnTo>
                  <a:lnTo>
                    <a:pt x="30" y="202"/>
                  </a:lnTo>
                  <a:lnTo>
                    <a:pt x="41" y="236"/>
                  </a:lnTo>
                  <a:lnTo>
                    <a:pt x="55" y="269"/>
                  </a:lnTo>
                  <a:lnTo>
                    <a:pt x="73" y="299"/>
                  </a:lnTo>
                  <a:lnTo>
                    <a:pt x="89" y="326"/>
                  </a:lnTo>
                  <a:lnTo>
                    <a:pt x="108" y="351"/>
                  </a:lnTo>
                  <a:lnTo>
                    <a:pt x="128" y="373"/>
                  </a:lnTo>
                  <a:lnTo>
                    <a:pt x="150" y="391"/>
                  </a:lnTo>
                  <a:lnTo>
                    <a:pt x="171" y="406"/>
                  </a:lnTo>
                  <a:lnTo>
                    <a:pt x="196" y="417"/>
                  </a:lnTo>
                  <a:lnTo>
                    <a:pt x="221" y="422"/>
                  </a:lnTo>
                  <a:lnTo>
                    <a:pt x="246" y="425"/>
                  </a:lnTo>
                  <a:lnTo>
                    <a:pt x="246" y="413"/>
                  </a:lnTo>
                  <a:lnTo>
                    <a:pt x="223" y="411"/>
                  </a:lnTo>
                  <a:lnTo>
                    <a:pt x="201" y="405"/>
                  </a:lnTo>
                  <a:lnTo>
                    <a:pt x="178" y="394"/>
                  </a:lnTo>
                  <a:lnTo>
                    <a:pt x="157" y="381"/>
                  </a:lnTo>
                  <a:lnTo>
                    <a:pt x="137" y="364"/>
                  </a:lnTo>
                  <a:lnTo>
                    <a:pt x="117" y="344"/>
                  </a:lnTo>
                  <a:lnTo>
                    <a:pt x="99" y="319"/>
                  </a:lnTo>
                  <a:lnTo>
                    <a:pt x="82" y="292"/>
                  </a:lnTo>
                  <a:lnTo>
                    <a:pt x="67" y="264"/>
                  </a:lnTo>
                  <a:lnTo>
                    <a:pt x="53" y="231"/>
                  </a:lnTo>
                  <a:lnTo>
                    <a:pt x="41" y="197"/>
                  </a:lnTo>
                  <a:lnTo>
                    <a:pt x="31" y="161"/>
                  </a:lnTo>
                  <a:lnTo>
                    <a:pt x="23" y="123"/>
                  </a:lnTo>
                  <a:lnTo>
                    <a:pt x="17" y="84"/>
                  </a:lnTo>
                  <a:lnTo>
                    <a:pt x="13" y="4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6432" name="Freeform 76"/>
            <p:cNvSpPr>
              <a:spLocks/>
            </p:cNvSpPr>
            <p:nvPr/>
          </p:nvSpPr>
          <p:spPr bwMode="auto">
            <a:xfrm>
              <a:off x="1502" y="1751"/>
              <a:ext cx="50" cy="85"/>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2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1" y="2"/>
                  </a:lnTo>
                  <a:lnTo>
                    <a:pt x="196" y="8"/>
                  </a:lnTo>
                  <a:lnTo>
                    <a:pt x="171" y="19"/>
                  </a:lnTo>
                  <a:lnTo>
                    <a:pt x="150" y="34"/>
                  </a:lnTo>
                  <a:lnTo>
                    <a:pt x="128" y="52"/>
                  </a:lnTo>
                  <a:lnTo>
                    <a:pt x="108" y="74"/>
                  </a:lnTo>
                  <a:lnTo>
                    <a:pt x="89" y="98"/>
                  </a:lnTo>
                  <a:lnTo>
                    <a:pt x="73" y="125"/>
                  </a:lnTo>
                  <a:lnTo>
                    <a:pt x="55" y="156"/>
                  </a:lnTo>
                  <a:lnTo>
                    <a:pt x="41" y="189"/>
                  </a:lnTo>
                  <a:lnTo>
                    <a:pt x="30" y="223"/>
                  </a:lnTo>
                  <a:lnTo>
                    <a:pt x="19" y="261"/>
                  </a:lnTo>
                  <a:lnTo>
                    <a:pt x="11" y="299"/>
                  </a:lnTo>
                  <a:lnTo>
                    <a:pt x="5" y="339"/>
                  </a:lnTo>
                  <a:lnTo>
                    <a:pt x="2" y="382"/>
                  </a:lnTo>
                  <a:lnTo>
                    <a:pt x="0" y="424"/>
                  </a:lnTo>
                  <a:lnTo>
                    <a:pt x="12" y="424"/>
                  </a:lnTo>
                  <a:lnTo>
                    <a:pt x="13" y="382"/>
                  </a:lnTo>
                  <a:lnTo>
                    <a:pt x="17" y="341"/>
                  </a:lnTo>
                  <a:lnTo>
                    <a:pt x="23" y="301"/>
                  </a:lnTo>
                  <a:lnTo>
                    <a:pt x="31" y="264"/>
                  </a:lnTo>
                  <a:lnTo>
                    <a:pt x="41" y="227"/>
                  </a:lnTo>
                  <a:lnTo>
                    <a:pt x="53" y="193"/>
                  </a:lnTo>
                  <a:lnTo>
                    <a:pt x="67" y="161"/>
                  </a:lnTo>
                  <a:lnTo>
                    <a:pt x="82" y="132"/>
                  </a:lnTo>
                  <a:lnTo>
                    <a:pt x="99" y="105"/>
                  </a:lnTo>
                  <a:lnTo>
                    <a:pt x="117" y="81"/>
                  </a:lnTo>
                  <a:lnTo>
                    <a:pt x="137" y="61"/>
                  </a:lnTo>
                  <a:lnTo>
                    <a:pt x="157" y="43"/>
                  </a:lnTo>
                  <a:lnTo>
                    <a:pt x="178" y="30"/>
                  </a:lnTo>
                  <a:lnTo>
                    <a:pt x="201" y="20"/>
                  </a:lnTo>
                  <a:lnTo>
                    <a:pt x="223" y="14"/>
                  </a:lnTo>
                  <a:lnTo>
                    <a:pt x="246" y="12"/>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6433" name="Freeform 77"/>
            <p:cNvSpPr>
              <a:spLocks/>
            </p:cNvSpPr>
            <p:nvPr/>
          </p:nvSpPr>
          <p:spPr bwMode="auto">
            <a:xfrm>
              <a:off x="1565" y="2016"/>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0" y="339"/>
                  </a:lnTo>
                  <a:lnTo>
                    <a:pt x="234" y="299"/>
                  </a:lnTo>
                  <a:lnTo>
                    <a:pt x="226" y="261"/>
                  </a:lnTo>
                  <a:lnTo>
                    <a:pt x="216" y="223"/>
                  </a:lnTo>
                  <a:lnTo>
                    <a:pt x="204" y="189"/>
                  </a:lnTo>
                  <a:lnTo>
                    <a:pt x="190" y="156"/>
                  </a:lnTo>
                  <a:lnTo>
                    <a:pt x="174" y="125"/>
                  </a:lnTo>
                  <a:lnTo>
                    <a:pt x="156" y="98"/>
                  </a:lnTo>
                  <a:lnTo>
                    <a:pt x="138" y="74"/>
                  </a:lnTo>
                  <a:lnTo>
                    <a:pt x="118" y="51"/>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9" y="81"/>
                  </a:lnTo>
                  <a:lnTo>
                    <a:pt x="147" y="105"/>
                  </a:lnTo>
                  <a:lnTo>
                    <a:pt x="164" y="132"/>
                  </a:lnTo>
                  <a:lnTo>
                    <a:pt x="178" y="160"/>
                  </a:lnTo>
                  <a:lnTo>
                    <a:pt x="192" y="193"/>
                  </a:lnTo>
                  <a:lnTo>
                    <a:pt x="204" y="227"/>
                  </a:lnTo>
                  <a:lnTo>
                    <a:pt x="215" y="264"/>
                  </a:lnTo>
                  <a:lnTo>
                    <a:pt x="223" y="301"/>
                  </a:lnTo>
                  <a:lnTo>
                    <a:pt x="229"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6434" name="Freeform 78"/>
            <p:cNvSpPr>
              <a:spLocks/>
            </p:cNvSpPr>
            <p:nvPr/>
          </p:nvSpPr>
          <p:spPr bwMode="auto">
            <a:xfrm>
              <a:off x="1565" y="2101"/>
              <a:ext cx="49" cy="85"/>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6" y="423"/>
                  </a:lnTo>
                  <a:lnTo>
                    <a:pt x="51" y="418"/>
                  </a:lnTo>
                  <a:lnTo>
                    <a:pt x="74" y="407"/>
                  </a:lnTo>
                  <a:lnTo>
                    <a:pt x="96" y="392"/>
                  </a:lnTo>
                  <a:lnTo>
                    <a:pt x="118" y="373"/>
                  </a:lnTo>
                  <a:lnTo>
                    <a:pt x="138" y="351"/>
                  </a:lnTo>
                  <a:lnTo>
                    <a:pt x="156" y="327"/>
                  </a:lnTo>
                  <a:lnTo>
                    <a:pt x="175" y="299"/>
                  </a:lnTo>
                  <a:lnTo>
                    <a:pt x="190" y="269"/>
                  </a:lnTo>
                  <a:lnTo>
                    <a:pt x="204" y="236"/>
                  </a:lnTo>
                  <a:lnTo>
                    <a:pt x="216" y="202"/>
                  </a:lnTo>
                  <a:lnTo>
                    <a:pt x="226" y="164"/>
                  </a:lnTo>
                  <a:lnTo>
                    <a:pt x="234" y="126"/>
                  </a:lnTo>
                  <a:lnTo>
                    <a:pt x="240" y="86"/>
                  </a:lnTo>
                  <a:lnTo>
                    <a:pt x="244" y="42"/>
                  </a:lnTo>
                  <a:lnTo>
                    <a:pt x="245" y="0"/>
                  </a:lnTo>
                  <a:lnTo>
                    <a:pt x="233" y="0"/>
                  </a:lnTo>
                  <a:lnTo>
                    <a:pt x="232" y="42"/>
                  </a:lnTo>
                  <a:lnTo>
                    <a:pt x="229" y="83"/>
                  </a:lnTo>
                  <a:lnTo>
                    <a:pt x="223" y="123"/>
                  </a:lnTo>
                  <a:lnTo>
                    <a:pt x="215" y="162"/>
                  </a:lnTo>
                  <a:lnTo>
                    <a:pt x="204" y="197"/>
                  </a:lnTo>
                  <a:lnTo>
                    <a:pt x="192" y="231"/>
                  </a:lnTo>
                  <a:lnTo>
                    <a:pt x="178" y="264"/>
                  </a:lnTo>
                  <a:lnTo>
                    <a:pt x="163" y="292"/>
                  </a:lnTo>
                  <a:lnTo>
                    <a:pt x="147" y="320"/>
                  </a:lnTo>
                  <a:lnTo>
                    <a:pt x="129" y="344"/>
                  </a:lnTo>
                  <a:lnTo>
                    <a:pt x="109" y="364"/>
                  </a:lnTo>
                  <a:lnTo>
                    <a:pt x="89" y="382"/>
                  </a:lnTo>
                  <a:lnTo>
                    <a:pt x="67" y="395"/>
                  </a:lnTo>
                  <a:lnTo>
                    <a:pt x="46" y="406"/>
                  </a:lnTo>
                  <a:lnTo>
                    <a:pt x="24"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6435" name="Freeform 79"/>
            <p:cNvSpPr>
              <a:spLocks/>
            </p:cNvSpPr>
            <p:nvPr/>
          </p:nvSpPr>
          <p:spPr bwMode="auto">
            <a:xfrm>
              <a:off x="1516" y="2101"/>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5" y="86"/>
                  </a:lnTo>
                  <a:lnTo>
                    <a:pt x="11" y="126"/>
                  </a:lnTo>
                  <a:lnTo>
                    <a:pt x="19" y="164"/>
                  </a:lnTo>
                  <a:lnTo>
                    <a:pt x="30" y="202"/>
                  </a:lnTo>
                  <a:lnTo>
                    <a:pt x="41" y="236"/>
                  </a:lnTo>
                  <a:lnTo>
                    <a:pt x="55" y="269"/>
                  </a:lnTo>
                  <a:lnTo>
                    <a:pt x="71" y="299"/>
                  </a:lnTo>
                  <a:lnTo>
                    <a:pt x="89" y="327"/>
                  </a:lnTo>
                  <a:lnTo>
                    <a:pt x="107" y="351"/>
                  </a:lnTo>
                  <a:lnTo>
                    <a:pt x="127" y="373"/>
                  </a:lnTo>
                  <a:lnTo>
                    <a:pt x="149" y="392"/>
                  </a:lnTo>
                  <a:lnTo>
                    <a:pt x="171" y="407"/>
                  </a:lnTo>
                  <a:lnTo>
                    <a:pt x="195" y="418"/>
                  </a:lnTo>
                  <a:lnTo>
                    <a:pt x="219" y="423"/>
                  </a:lnTo>
                  <a:lnTo>
                    <a:pt x="245" y="426"/>
                  </a:lnTo>
                  <a:lnTo>
                    <a:pt x="245" y="414"/>
                  </a:lnTo>
                  <a:lnTo>
                    <a:pt x="222" y="412"/>
                  </a:lnTo>
                  <a:lnTo>
                    <a:pt x="199" y="406"/>
                  </a:lnTo>
                  <a:lnTo>
                    <a:pt x="178" y="395"/>
                  </a:lnTo>
                  <a:lnTo>
                    <a:pt x="156" y="382"/>
                  </a:lnTo>
                  <a:lnTo>
                    <a:pt x="136" y="364"/>
                  </a:lnTo>
                  <a:lnTo>
                    <a:pt x="116" y="344"/>
                  </a:lnTo>
                  <a:lnTo>
                    <a:pt x="99" y="320"/>
                  </a:lnTo>
                  <a:lnTo>
                    <a:pt x="82" y="292"/>
                  </a:lnTo>
                  <a:lnTo>
                    <a:pt x="67" y="264"/>
                  </a:lnTo>
                  <a:lnTo>
                    <a:pt x="53" y="231"/>
                  </a:lnTo>
                  <a:lnTo>
                    <a:pt x="41" y="197"/>
                  </a:lnTo>
                  <a:lnTo>
                    <a:pt x="31" y="162"/>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6436" name="Freeform 80"/>
            <p:cNvSpPr>
              <a:spLocks/>
            </p:cNvSpPr>
            <p:nvPr/>
          </p:nvSpPr>
          <p:spPr bwMode="auto">
            <a:xfrm>
              <a:off x="1516" y="2016"/>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5" y="8"/>
                  </a:lnTo>
                  <a:lnTo>
                    <a:pt x="171" y="19"/>
                  </a:lnTo>
                  <a:lnTo>
                    <a:pt x="149" y="34"/>
                  </a:lnTo>
                  <a:lnTo>
                    <a:pt x="127" y="51"/>
                  </a:lnTo>
                  <a:lnTo>
                    <a:pt x="107" y="74"/>
                  </a:lnTo>
                  <a:lnTo>
                    <a:pt x="89" y="98"/>
                  </a:lnTo>
                  <a:lnTo>
                    <a:pt x="72" y="125"/>
                  </a:lnTo>
                  <a:lnTo>
                    <a:pt x="55" y="156"/>
                  </a:lnTo>
                  <a:lnTo>
                    <a:pt x="41" y="189"/>
                  </a:lnTo>
                  <a:lnTo>
                    <a:pt x="30" y="223"/>
                  </a:lnTo>
                  <a:lnTo>
                    <a:pt x="19" y="261"/>
                  </a:lnTo>
                  <a:lnTo>
                    <a:pt x="11" y="299"/>
                  </a:lnTo>
                  <a:lnTo>
                    <a:pt x="5" y="339"/>
                  </a:lnTo>
                  <a:lnTo>
                    <a:pt x="1" y="382"/>
                  </a:lnTo>
                  <a:lnTo>
                    <a:pt x="0" y="424"/>
                  </a:lnTo>
                  <a:lnTo>
                    <a:pt x="12" y="424"/>
                  </a:lnTo>
                  <a:lnTo>
                    <a:pt x="13" y="382"/>
                  </a:lnTo>
                  <a:lnTo>
                    <a:pt x="17" y="341"/>
                  </a:lnTo>
                  <a:lnTo>
                    <a:pt x="23" y="301"/>
                  </a:lnTo>
                  <a:lnTo>
                    <a:pt x="31" y="264"/>
                  </a:lnTo>
                  <a:lnTo>
                    <a:pt x="41" y="227"/>
                  </a:lnTo>
                  <a:lnTo>
                    <a:pt x="53" y="193"/>
                  </a:lnTo>
                  <a:lnTo>
                    <a:pt x="67" y="160"/>
                  </a:lnTo>
                  <a:lnTo>
                    <a:pt x="81" y="132"/>
                  </a:lnTo>
                  <a:lnTo>
                    <a:pt x="99" y="105"/>
                  </a:lnTo>
                  <a:lnTo>
                    <a:pt x="116" y="81"/>
                  </a:lnTo>
                  <a:lnTo>
                    <a:pt x="136" y="61"/>
                  </a:lnTo>
                  <a:lnTo>
                    <a:pt x="156" y="43"/>
                  </a:lnTo>
                  <a:lnTo>
                    <a:pt x="178" y="30"/>
                  </a:lnTo>
                  <a:lnTo>
                    <a:pt x="199" y="20"/>
                  </a:lnTo>
                  <a:lnTo>
                    <a:pt x="222"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grpSp>
        <p:nvGrpSpPr>
          <p:cNvPr id="186378" name="Group 81"/>
          <p:cNvGrpSpPr>
            <a:grpSpLocks/>
          </p:cNvGrpSpPr>
          <p:nvPr/>
        </p:nvGrpSpPr>
        <p:grpSpPr bwMode="auto">
          <a:xfrm rot="-223274">
            <a:off x="1851025" y="2765425"/>
            <a:ext cx="744538" cy="733425"/>
            <a:chOff x="2757" y="1666"/>
            <a:chExt cx="812" cy="800"/>
          </a:xfrm>
        </p:grpSpPr>
        <p:sp>
          <p:nvSpPr>
            <p:cNvPr id="186380" name="Freeform 82"/>
            <p:cNvSpPr>
              <a:spLocks/>
            </p:cNvSpPr>
            <p:nvPr/>
          </p:nvSpPr>
          <p:spPr bwMode="auto">
            <a:xfrm>
              <a:off x="2762" y="1667"/>
              <a:ext cx="807" cy="584"/>
            </a:xfrm>
            <a:custGeom>
              <a:avLst/>
              <a:gdLst>
                <a:gd name="T0" fmla="*/ 497 w 807"/>
                <a:gd name="T1" fmla="*/ 583 h 584"/>
                <a:gd name="T2" fmla="*/ 0 w 807"/>
                <a:gd name="T3" fmla="*/ 452 h 584"/>
                <a:gd name="T4" fmla="*/ 337 w 807"/>
                <a:gd name="T5" fmla="*/ 0 h 584"/>
                <a:gd name="T6" fmla="*/ 806 w 807"/>
                <a:gd name="T7" fmla="*/ 98 h 584"/>
                <a:gd name="T8" fmla="*/ 497 w 807"/>
                <a:gd name="T9" fmla="*/ 583 h 584"/>
                <a:gd name="T10" fmla="*/ 0 60000 65536"/>
                <a:gd name="T11" fmla="*/ 0 60000 65536"/>
                <a:gd name="T12" fmla="*/ 0 60000 65536"/>
                <a:gd name="T13" fmla="*/ 0 60000 65536"/>
                <a:gd name="T14" fmla="*/ 0 60000 65536"/>
                <a:gd name="T15" fmla="*/ 0 w 807"/>
                <a:gd name="T16" fmla="*/ 0 h 584"/>
                <a:gd name="T17" fmla="*/ 807 w 807"/>
                <a:gd name="T18" fmla="*/ 584 h 584"/>
              </a:gdLst>
              <a:ahLst/>
              <a:cxnLst>
                <a:cxn ang="T10">
                  <a:pos x="T0" y="T1"/>
                </a:cxn>
                <a:cxn ang="T11">
                  <a:pos x="T2" y="T3"/>
                </a:cxn>
                <a:cxn ang="T12">
                  <a:pos x="T4" y="T5"/>
                </a:cxn>
                <a:cxn ang="T13">
                  <a:pos x="T6" y="T7"/>
                </a:cxn>
                <a:cxn ang="T14">
                  <a:pos x="T8" y="T9"/>
                </a:cxn>
              </a:cxnLst>
              <a:rect l="T15" t="T16" r="T17" b="T18"/>
              <a:pathLst>
                <a:path w="807" h="584">
                  <a:moveTo>
                    <a:pt x="497" y="583"/>
                  </a:moveTo>
                  <a:lnTo>
                    <a:pt x="0" y="452"/>
                  </a:lnTo>
                  <a:lnTo>
                    <a:pt x="337" y="0"/>
                  </a:lnTo>
                  <a:lnTo>
                    <a:pt x="806" y="98"/>
                  </a:lnTo>
                  <a:lnTo>
                    <a:pt x="497" y="583"/>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186381" name="Freeform 83"/>
            <p:cNvSpPr>
              <a:spLocks/>
            </p:cNvSpPr>
            <p:nvPr/>
          </p:nvSpPr>
          <p:spPr bwMode="auto">
            <a:xfrm>
              <a:off x="2882" y="1861"/>
              <a:ext cx="578" cy="384"/>
            </a:xfrm>
            <a:custGeom>
              <a:avLst/>
              <a:gdLst>
                <a:gd name="T0" fmla="*/ 377 w 578"/>
                <a:gd name="T1" fmla="*/ 383 h 384"/>
                <a:gd name="T2" fmla="*/ 0 w 578"/>
                <a:gd name="T3" fmla="*/ 291 h 384"/>
                <a:gd name="T4" fmla="*/ 217 w 578"/>
                <a:gd name="T5" fmla="*/ 0 h 384"/>
                <a:gd name="T6" fmla="*/ 577 w 578"/>
                <a:gd name="T7" fmla="*/ 74 h 384"/>
                <a:gd name="T8" fmla="*/ 377 w 578"/>
                <a:gd name="T9" fmla="*/ 383 h 384"/>
                <a:gd name="T10" fmla="*/ 0 60000 65536"/>
                <a:gd name="T11" fmla="*/ 0 60000 65536"/>
                <a:gd name="T12" fmla="*/ 0 60000 65536"/>
                <a:gd name="T13" fmla="*/ 0 60000 65536"/>
                <a:gd name="T14" fmla="*/ 0 60000 65536"/>
                <a:gd name="T15" fmla="*/ 0 w 578"/>
                <a:gd name="T16" fmla="*/ 0 h 384"/>
                <a:gd name="T17" fmla="*/ 578 w 578"/>
                <a:gd name="T18" fmla="*/ 384 h 384"/>
              </a:gdLst>
              <a:ahLst/>
              <a:cxnLst>
                <a:cxn ang="T10">
                  <a:pos x="T0" y="T1"/>
                </a:cxn>
                <a:cxn ang="T11">
                  <a:pos x="T2" y="T3"/>
                </a:cxn>
                <a:cxn ang="T12">
                  <a:pos x="T4" y="T5"/>
                </a:cxn>
                <a:cxn ang="T13">
                  <a:pos x="T6" y="T7"/>
                </a:cxn>
                <a:cxn ang="T14">
                  <a:pos x="T8" y="T9"/>
                </a:cxn>
              </a:cxnLst>
              <a:rect l="T15" t="T16" r="T17" b="T18"/>
              <a:pathLst>
                <a:path w="578" h="384">
                  <a:moveTo>
                    <a:pt x="377" y="383"/>
                  </a:moveTo>
                  <a:lnTo>
                    <a:pt x="0" y="291"/>
                  </a:lnTo>
                  <a:lnTo>
                    <a:pt x="217" y="0"/>
                  </a:lnTo>
                  <a:lnTo>
                    <a:pt x="577" y="74"/>
                  </a:lnTo>
                  <a:lnTo>
                    <a:pt x="377" y="383"/>
                  </a:lnTo>
                </a:path>
              </a:pathLst>
            </a:custGeom>
            <a:solidFill>
              <a:srgbClr val="E22B00"/>
            </a:solidFill>
            <a:ln>
              <a:noFill/>
            </a:ln>
            <a:extLst>
              <a:ext uri="{91240B29-F687-4F45-9708-019B960494DF}">
                <a14:hiddenLine xmlns:a14="http://schemas.microsoft.com/office/drawing/2010/main" w="12700" cap="rnd" cmpd="sng">
                  <a:solidFill>
                    <a:srgbClr val="000000"/>
                  </a:solidFill>
                  <a:prstDash val="solid"/>
                  <a:round/>
                  <a:headEnd type="none" w="med" len="med"/>
                  <a:tailEnd type="none" w="med" len="med"/>
                </a14:hiddenLine>
              </a:ext>
            </a:extLst>
          </p:spPr>
          <p:txBody>
            <a:bodyPr/>
            <a:lstStyle/>
            <a:p>
              <a:endParaRPr lang="fr-FR"/>
            </a:p>
          </p:txBody>
        </p:sp>
        <p:sp>
          <p:nvSpPr>
            <p:cNvPr id="186382" name="Line 84"/>
            <p:cNvSpPr>
              <a:spLocks noChangeShapeType="1"/>
            </p:cNvSpPr>
            <p:nvPr/>
          </p:nvSpPr>
          <p:spPr bwMode="auto">
            <a:xfrm>
              <a:off x="3102" y="1862"/>
              <a:ext cx="352" cy="7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fr-FR"/>
            </a:p>
          </p:txBody>
        </p:sp>
        <p:sp>
          <p:nvSpPr>
            <p:cNvPr id="186383" name="Freeform 85"/>
            <p:cNvSpPr>
              <a:spLocks/>
            </p:cNvSpPr>
            <p:nvPr/>
          </p:nvSpPr>
          <p:spPr bwMode="auto">
            <a:xfrm>
              <a:off x="2762" y="1666"/>
              <a:ext cx="337" cy="485"/>
            </a:xfrm>
            <a:custGeom>
              <a:avLst/>
              <a:gdLst>
                <a:gd name="T0" fmla="*/ 336 w 337"/>
                <a:gd name="T1" fmla="*/ 194 h 485"/>
                <a:gd name="T2" fmla="*/ 118 w 337"/>
                <a:gd name="T3" fmla="*/ 484 h 485"/>
                <a:gd name="T4" fmla="*/ 0 w 337"/>
                <a:gd name="T5" fmla="*/ 452 h 485"/>
                <a:gd name="T6" fmla="*/ 336 w 337"/>
                <a:gd name="T7" fmla="*/ 0 h 485"/>
                <a:gd name="T8" fmla="*/ 336 w 337"/>
                <a:gd name="T9" fmla="*/ 152 h 485"/>
                <a:gd name="T10" fmla="*/ 336 w 337"/>
                <a:gd name="T11" fmla="*/ 194 h 485"/>
                <a:gd name="T12" fmla="*/ 0 60000 65536"/>
                <a:gd name="T13" fmla="*/ 0 60000 65536"/>
                <a:gd name="T14" fmla="*/ 0 60000 65536"/>
                <a:gd name="T15" fmla="*/ 0 60000 65536"/>
                <a:gd name="T16" fmla="*/ 0 60000 65536"/>
                <a:gd name="T17" fmla="*/ 0 60000 65536"/>
                <a:gd name="T18" fmla="*/ 0 w 337"/>
                <a:gd name="T19" fmla="*/ 0 h 485"/>
                <a:gd name="T20" fmla="*/ 337 w 337"/>
                <a:gd name="T21" fmla="*/ 485 h 485"/>
              </a:gdLst>
              <a:ahLst/>
              <a:cxnLst>
                <a:cxn ang="T12">
                  <a:pos x="T0" y="T1"/>
                </a:cxn>
                <a:cxn ang="T13">
                  <a:pos x="T2" y="T3"/>
                </a:cxn>
                <a:cxn ang="T14">
                  <a:pos x="T4" y="T5"/>
                </a:cxn>
                <a:cxn ang="T15">
                  <a:pos x="T6" y="T7"/>
                </a:cxn>
                <a:cxn ang="T16">
                  <a:pos x="T8" y="T9"/>
                </a:cxn>
                <a:cxn ang="T17">
                  <a:pos x="T10" y="T11"/>
                </a:cxn>
              </a:cxnLst>
              <a:rect l="T18" t="T19" r="T20" b="T21"/>
              <a:pathLst>
                <a:path w="337" h="485">
                  <a:moveTo>
                    <a:pt x="336" y="194"/>
                  </a:moveTo>
                  <a:lnTo>
                    <a:pt x="118" y="484"/>
                  </a:lnTo>
                  <a:lnTo>
                    <a:pt x="0" y="452"/>
                  </a:lnTo>
                  <a:lnTo>
                    <a:pt x="336" y="0"/>
                  </a:lnTo>
                  <a:lnTo>
                    <a:pt x="336" y="152"/>
                  </a:lnTo>
                  <a:lnTo>
                    <a:pt x="336" y="194"/>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186384" name="Freeform 86"/>
            <p:cNvSpPr>
              <a:spLocks/>
            </p:cNvSpPr>
            <p:nvPr/>
          </p:nvSpPr>
          <p:spPr bwMode="auto">
            <a:xfrm>
              <a:off x="2757" y="2124"/>
              <a:ext cx="509" cy="339"/>
            </a:xfrm>
            <a:custGeom>
              <a:avLst/>
              <a:gdLst>
                <a:gd name="T0" fmla="*/ 0 w 506"/>
                <a:gd name="T1" fmla="*/ 0 h 345"/>
                <a:gd name="T2" fmla="*/ 1 w 506"/>
                <a:gd name="T3" fmla="*/ 198 h 345"/>
                <a:gd name="T4" fmla="*/ 514 w 506"/>
                <a:gd name="T5" fmla="*/ 326 h 345"/>
                <a:gd name="T6" fmla="*/ 513 w 506"/>
                <a:gd name="T7" fmla="*/ 124 h 345"/>
                <a:gd name="T8" fmla="*/ 0 60000 65536"/>
                <a:gd name="T9" fmla="*/ 0 60000 65536"/>
                <a:gd name="T10" fmla="*/ 0 60000 65536"/>
                <a:gd name="T11" fmla="*/ 0 60000 65536"/>
                <a:gd name="T12" fmla="*/ 0 w 506"/>
                <a:gd name="T13" fmla="*/ 0 h 345"/>
                <a:gd name="T14" fmla="*/ 506 w 506"/>
                <a:gd name="T15" fmla="*/ 345 h 345"/>
              </a:gdLst>
              <a:ahLst/>
              <a:cxnLst>
                <a:cxn ang="T8">
                  <a:pos x="T0" y="T1"/>
                </a:cxn>
                <a:cxn ang="T9">
                  <a:pos x="T2" y="T3"/>
                </a:cxn>
                <a:cxn ang="T10">
                  <a:pos x="T4" y="T5"/>
                </a:cxn>
                <a:cxn ang="T11">
                  <a:pos x="T6" y="T7"/>
                </a:cxn>
              </a:cxnLst>
              <a:rect l="T12" t="T13" r="T14" b="T15"/>
              <a:pathLst>
                <a:path w="506" h="345">
                  <a:moveTo>
                    <a:pt x="0" y="0"/>
                  </a:moveTo>
                  <a:lnTo>
                    <a:pt x="1" y="209"/>
                  </a:lnTo>
                  <a:lnTo>
                    <a:pt x="505" y="344"/>
                  </a:lnTo>
                  <a:lnTo>
                    <a:pt x="504" y="130"/>
                  </a:lnTo>
                </a:path>
              </a:pathLst>
            </a:custGeom>
            <a:solidFill>
              <a:srgbClr val="FC2C1C"/>
            </a:solidFill>
            <a:ln w="12700" cap="rnd" cmpd="sng">
              <a:solidFill>
                <a:schemeClr val="bg2"/>
              </a:solidFill>
              <a:prstDash val="solid"/>
              <a:round/>
              <a:headEnd type="none" w="med" len="med"/>
              <a:tailEnd type="none" w="med" len="med"/>
            </a:ln>
          </p:spPr>
          <p:txBody>
            <a:bodyPr/>
            <a:lstStyle/>
            <a:p>
              <a:endParaRPr lang="fr-FR"/>
            </a:p>
          </p:txBody>
        </p:sp>
        <p:sp>
          <p:nvSpPr>
            <p:cNvPr id="186385" name="AutoShape 87"/>
            <p:cNvSpPr>
              <a:spLocks noChangeArrowheads="1"/>
            </p:cNvSpPr>
            <p:nvPr/>
          </p:nvSpPr>
          <p:spPr bwMode="auto">
            <a:xfrm rot="16200000" flipH="1">
              <a:off x="3067" y="1967"/>
              <a:ext cx="693" cy="306"/>
            </a:xfrm>
            <a:prstGeom prst="parallelogram">
              <a:avLst>
                <a:gd name="adj" fmla="val 156202"/>
              </a:avLst>
            </a:prstGeom>
            <a:solidFill>
              <a:srgbClr val="FC2C1C"/>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sp>
        <p:nvSpPr>
          <p:cNvPr id="186379" name="Text Box 138"/>
          <p:cNvSpPr txBox="1">
            <a:spLocks noChangeArrowheads="1"/>
          </p:cNvSpPr>
          <p:nvPr/>
        </p:nvSpPr>
        <p:spPr bwMode="auto">
          <a:xfrm>
            <a:off x="604838" y="5364163"/>
            <a:ext cx="6543675" cy="4429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eaLnBrk="1" hangingPunct="1">
              <a:spcBef>
                <a:spcPct val="0"/>
              </a:spcBef>
              <a:buFontTx/>
              <a:buNone/>
            </a:pPr>
            <a:r>
              <a:rPr lang="fr-FR" altLang="fr-FR" sz="2300"/>
              <a:t>4. Pointez la production sur votre feuille de suivi</a:t>
            </a:r>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87395" name="Group 3"/>
          <p:cNvGrpSpPr>
            <a:grpSpLocks/>
          </p:cNvGrpSpPr>
          <p:nvPr/>
        </p:nvGrpSpPr>
        <p:grpSpPr bwMode="auto">
          <a:xfrm>
            <a:off x="7073900" y="215900"/>
            <a:ext cx="1878013" cy="1250950"/>
            <a:chOff x="4456" y="136"/>
            <a:chExt cx="1183" cy="788"/>
          </a:xfrm>
        </p:grpSpPr>
        <p:grpSp>
          <p:nvGrpSpPr>
            <p:cNvPr id="187461" name="Group 4"/>
            <p:cNvGrpSpPr>
              <a:grpSpLocks/>
            </p:cNvGrpSpPr>
            <p:nvPr/>
          </p:nvGrpSpPr>
          <p:grpSpPr bwMode="auto">
            <a:xfrm>
              <a:off x="4766" y="232"/>
              <a:ext cx="873" cy="692"/>
              <a:chOff x="2185" y="310"/>
              <a:chExt cx="873" cy="692"/>
            </a:xfrm>
          </p:grpSpPr>
          <p:sp>
            <p:nvSpPr>
              <p:cNvPr id="187472" name="Freeform 5"/>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accent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7473" name="Freeform 6"/>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7474" name="Freeform 7"/>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7475" name="Freeform 8"/>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7476" name="Freeform 9"/>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7477" name="Freeform 10"/>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7478" name="Freeform 11"/>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grpSp>
          <p:nvGrpSpPr>
            <p:cNvPr id="187462" name="Group 12"/>
            <p:cNvGrpSpPr>
              <a:grpSpLocks/>
            </p:cNvGrpSpPr>
            <p:nvPr/>
          </p:nvGrpSpPr>
          <p:grpSpPr bwMode="auto">
            <a:xfrm>
              <a:off x="4949" y="336"/>
              <a:ext cx="591" cy="468"/>
              <a:chOff x="2185" y="310"/>
              <a:chExt cx="873" cy="692"/>
            </a:xfrm>
          </p:grpSpPr>
          <p:sp>
            <p:nvSpPr>
              <p:cNvPr id="187465" name="Freeform 13"/>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7466" name="Freeform 14"/>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7467" name="Freeform 15"/>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7468" name="Freeform 16"/>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7469" name="Freeform 17"/>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7470" name="Freeform 18"/>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7471" name="Freeform 19"/>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pic>
          <p:nvPicPr>
            <p:cNvPr id="187463" name="Picture 20"/>
            <p:cNvPicPr>
              <a:picLocks noChangeAspect="1" noChangeArrowheads="1"/>
            </p:cNvPicPr>
            <p:nvPr/>
          </p:nvPicPr>
          <p:blipFill>
            <a:blip r:embed="rId3" cstate="print">
              <a:extLst>
                <a:ext uri="{28A0092B-C50C-407E-A947-70E740481C1C}">
                  <a14:useLocalDpi xmlns:a14="http://schemas.microsoft.com/office/drawing/2010/main" val="0"/>
                </a:ext>
              </a:extLst>
            </a:blip>
            <a:srcRect l="-4282" t="-4369" r="-5199" b="-12012"/>
            <a:stretch>
              <a:fillRect/>
            </a:stretch>
          </p:blipFill>
          <p:spPr bwMode="auto">
            <a:xfrm>
              <a:off x="4456" y="136"/>
              <a:ext cx="480" cy="5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87464" name="Text Box 21"/>
            <p:cNvSpPr txBox="1">
              <a:spLocks noChangeArrowheads="1"/>
            </p:cNvSpPr>
            <p:nvPr/>
          </p:nvSpPr>
          <p:spPr bwMode="auto">
            <a:xfrm>
              <a:off x="4946" y="314"/>
              <a:ext cx="596" cy="49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4500" b="1">
                  <a:solidFill>
                    <a:srgbClr val="FF0000"/>
                  </a:solidFill>
                  <a:latin typeface="Arial Black" pitchFamily="34" charset="0"/>
                </a:rPr>
                <a:t>10</a:t>
              </a:r>
              <a:endParaRPr lang="fr-FR" altLang="fr-FR" sz="3200">
                <a:solidFill>
                  <a:schemeClr val="tx1"/>
                </a:solidFill>
                <a:latin typeface="Arial Black" pitchFamily="34" charset="0"/>
              </a:endParaRPr>
            </a:p>
          </p:txBody>
        </p:sp>
      </p:grpSp>
      <p:sp>
        <p:nvSpPr>
          <p:cNvPr id="187396" name="Text Box 22"/>
          <p:cNvSpPr txBox="1">
            <a:spLocks noChangeArrowheads="1"/>
          </p:cNvSpPr>
          <p:nvPr/>
        </p:nvSpPr>
        <p:spPr bwMode="auto">
          <a:xfrm>
            <a:off x="1874838" y="3560763"/>
            <a:ext cx="828675"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a:spcBef>
                <a:spcPct val="0"/>
              </a:spcBef>
              <a:buFontTx/>
              <a:buNone/>
            </a:pPr>
            <a:r>
              <a:rPr lang="fr-FR" altLang="fr-FR" sz="2400">
                <a:solidFill>
                  <a:srgbClr val="FC2C1C"/>
                </a:solidFill>
              </a:rPr>
              <a:t>1 R4</a:t>
            </a:r>
          </a:p>
        </p:txBody>
      </p:sp>
      <p:sp>
        <p:nvSpPr>
          <p:cNvPr id="187397" name="Rectangle 23"/>
          <p:cNvSpPr>
            <a:spLocks noGrp="1" noChangeArrowheads="1"/>
          </p:cNvSpPr>
          <p:nvPr>
            <p:ph type="title"/>
          </p:nvPr>
        </p:nvSpPr>
        <p:spPr>
          <a:xfrm>
            <a:off x="611188" y="0"/>
            <a:ext cx="6388100" cy="647700"/>
          </a:xfrm>
        </p:spPr>
        <p:txBody>
          <a:bodyPr/>
          <a:lstStyle/>
          <a:p>
            <a:pPr eaLnBrk="1" hangingPunct="1"/>
            <a:r>
              <a:rPr lang="fr-FR" altLang="fr-FR"/>
              <a:t>Sem. 4 - Mardi</a:t>
            </a:r>
          </a:p>
        </p:txBody>
      </p:sp>
      <p:sp>
        <p:nvSpPr>
          <p:cNvPr id="187398" name="Text Box 24"/>
          <p:cNvSpPr txBox="1">
            <a:spLocks noChangeArrowheads="1"/>
          </p:cNvSpPr>
          <p:nvPr/>
        </p:nvSpPr>
        <p:spPr bwMode="auto">
          <a:xfrm>
            <a:off x="549275" y="2022475"/>
            <a:ext cx="3557588"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2. Livrez les commandes</a:t>
            </a:r>
          </a:p>
        </p:txBody>
      </p:sp>
      <p:sp>
        <p:nvSpPr>
          <p:cNvPr id="187399" name="Text Box 25"/>
          <p:cNvSpPr txBox="1">
            <a:spLocks noChangeArrowheads="1"/>
          </p:cNvSpPr>
          <p:nvPr/>
        </p:nvSpPr>
        <p:spPr bwMode="auto">
          <a:xfrm>
            <a:off x="566738" y="1154113"/>
            <a:ext cx="1946275"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1. Tirez le dé</a:t>
            </a:r>
          </a:p>
        </p:txBody>
      </p:sp>
      <p:sp>
        <p:nvSpPr>
          <p:cNvPr id="187400" name="Text Box 26"/>
          <p:cNvSpPr txBox="1">
            <a:spLocks noChangeArrowheads="1"/>
          </p:cNvSpPr>
          <p:nvPr/>
        </p:nvSpPr>
        <p:spPr bwMode="auto">
          <a:xfrm>
            <a:off x="579438" y="4316413"/>
            <a:ext cx="18796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3. Produisez</a:t>
            </a:r>
          </a:p>
        </p:txBody>
      </p:sp>
      <p:grpSp>
        <p:nvGrpSpPr>
          <p:cNvPr id="187401" name="Group 27"/>
          <p:cNvGrpSpPr>
            <a:grpSpLocks/>
          </p:cNvGrpSpPr>
          <p:nvPr/>
        </p:nvGrpSpPr>
        <p:grpSpPr bwMode="auto">
          <a:xfrm>
            <a:off x="2843213" y="1106488"/>
            <a:ext cx="446087" cy="534987"/>
            <a:chOff x="868" y="1439"/>
            <a:chExt cx="811" cy="972"/>
          </a:xfrm>
        </p:grpSpPr>
        <p:sp>
          <p:nvSpPr>
            <p:cNvPr id="187410" name="Freeform 28"/>
            <p:cNvSpPr>
              <a:spLocks/>
            </p:cNvSpPr>
            <p:nvPr/>
          </p:nvSpPr>
          <p:spPr bwMode="auto">
            <a:xfrm>
              <a:off x="1548" y="2014"/>
              <a:ext cx="123" cy="100"/>
            </a:xfrm>
            <a:custGeom>
              <a:avLst/>
              <a:gdLst>
                <a:gd name="T0" fmla="*/ 5 w 618"/>
                <a:gd name="T1" fmla="*/ 0 h 502"/>
                <a:gd name="T2" fmla="*/ 5 w 618"/>
                <a:gd name="T3" fmla="*/ 0 h 502"/>
                <a:gd name="T4" fmla="*/ 0 w 618"/>
                <a:gd name="T5" fmla="*/ 4 h 502"/>
                <a:gd name="T6" fmla="*/ 0 w 618"/>
                <a:gd name="T7" fmla="*/ 4 h 502"/>
                <a:gd name="T8" fmla="*/ 5 w 618"/>
                <a:gd name="T9" fmla="*/ 0 h 502"/>
                <a:gd name="T10" fmla="*/ 5 w 618"/>
                <a:gd name="T11" fmla="*/ 0 h 502"/>
                <a:gd name="T12" fmla="*/ 5 w 618"/>
                <a:gd name="T13" fmla="*/ 0 h 502"/>
                <a:gd name="T14" fmla="*/ 5 w 618"/>
                <a:gd name="T15" fmla="*/ 0 h 502"/>
                <a:gd name="T16" fmla="*/ 5 w 618"/>
                <a:gd name="T17" fmla="*/ 0 h 502"/>
                <a:gd name="T18" fmla="*/ 5 w 618"/>
                <a:gd name="T19" fmla="*/ 0 h 502"/>
                <a:gd name="T20" fmla="*/ 5 w 618"/>
                <a:gd name="T21" fmla="*/ 0 h 502"/>
                <a:gd name="T22" fmla="*/ 5 w 618"/>
                <a:gd name="T23" fmla="*/ 0 h 502"/>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618"/>
                <a:gd name="T37" fmla="*/ 0 h 502"/>
                <a:gd name="T38" fmla="*/ 618 w 618"/>
                <a:gd name="T39" fmla="*/ 502 h 502"/>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618" h="502">
                  <a:moveTo>
                    <a:pt x="611" y="0"/>
                  </a:moveTo>
                  <a:lnTo>
                    <a:pt x="606" y="2"/>
                  </a:lnTo>
                  <a:lnTo>
                    <a:pt x="0" y="490"/>
                  </a:lnTo>
                  <a:lnTo>
                    <a:pt x="10" y="502"/>
                  </a:lnTo>
                  <a:lnTo>
                    <a:pt x="616" y="14"/>
                  </a:lnTo>
                  <a:lnTo>
                    <a:pt x="611" y="16"/>
                  </a:lnTo>
                  <a:lnTo>
                    <a:pt x="616" y="14"/>
                  </a:lnTo>
                  <a:lnTo>
                    <a:pt x="618" y="9"/>
                  </a:lnTo>
                  <a:lnTo>
                    <a:pt x="617" y="3"/>
                  </a:lnTo>
                  <a:lnTo>
                    <a:pt x="612" y="1"/>
                  </a:lnTo>
                  <a:lnTo>
                    <a:pt x="606" y="2"/>
                  </a:lnTo>
                  <a:lnTo>
                    <a:pt x="611"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7411" name="Freeform 29"/>
            <p:cNvSpPr>
              <a:spLocks/>
            </p:cNvSpPr>
            <p:nvPr/>
          </p:nvSpPr>
          <p:spPr bwMode="auto">
            <a:xfrm>
              <a:off x="876" y="1852"/>
              <a:ext cx="82" cy="373"/>
            </a:xfrm>
            <a:custGeom>
              <a:avLst/>
              <a:gdLst>
                <a:gd name="T0" fmla="*/ 3 w 413"/>
                <a:gd name="T1" fmla="*/ 15 h 1865"/>
                <a:gd name="T2" fmla="*/ 3 w 413"/>
                <a:gd name="T3" fmla="*/ 15 h 1865"/>
                <a:gd name="T4" fmla="*/ 0 w 413"/>
                <a:gd name="T5" fmla="*/ 0 h 1865"/>
                <a:gd name="T6" fmla="*/ 0 w 413"/>
                <a:gd name="T7" fmla="*/ 0 h 1865"/>
                <a:gd name="T8" fmla="*/ 3 w 413"/>
                <a:gd name="T9" fmla="*/ 15 h 1865"/>
                <a:gd name="T10" fmla="*/ 3 w 413"/>
                <a:gd name="T11" fmla="*/ 15 h 1865"/>
                <a:gd name="T12" fmla="*/ 3 w 413"/>
                <a:gd name="T13" fmla="*/ 15 h 1865"/>
                <a:gd name="T14" fmla="*/ 3 w 413"/>
                <a:gd name="T15" fmla="*/ 15 h 1865"/>
                <a:gd name="T16" fmla="*/ 3 w 413"/>
                <a:gd name="T17" fmla="*/ 15 h 1865"/>
                <a:gd name="T18" fmla="*/ 3 w 413"/>
                <a:gd name="T19" fmla="*/ 15 h 1865"/>
                <a:gd name="T20" fmla="*/ 3 w 413"/>
                <a:gd name="T21" fmla="*/ 15 h 1865"/>
                <a:gd name="T22" fmla="*/ 3 w 413"/>
                <a:gd name="T23" fmla="*/ 15 h 186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413"/>
                <a:gd name="T37" fmla="*/ 0 h 1865"/>
                <a:gd name="T38" fmla="*/ 413 w 413"/>
                <a:gd name="T39" fmla="*/ 1865 h 1865"/>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413" h="1865">
                  <a:moveTo>
                    <a:pt x="400" y="1864"/>
                  </a:moveTo>
                  <a:lnTo>
                    <a:pt x="413" y="1856"/>
                  </a:lnTo>
                  <a:lnTo>
                    <a:pt x="17" y="0"/>
                  </a:lnTo>
                  <a:lnTo>
                    <a:pt x="0" y="2"/>
                  </a:lnTo>
                  <a:lnTo>
                    <a:pt x="396" y="1858"/>
                  </a:lnTo>
                  <a:lnTo>
                    <a:pt x="409" y="1850"/>
                  </a:lnTo>
                  <a:lnTo>
                    <a:pt x="396" y="1858"/>
                  </a:lnTo>
                  <a:lnTo>
                    <a:pt x="400" y="1864"/>
                  </a:lnTo>
                  <a:lnTo>
                    <a:pt x="406" y="1865"/>
                  </a:lnTo>
                  <a:lnTo>
                    <a:pt x="410" y="1862"/>
                  </a:lnTo>
                  <a:lnTo>
                    <a:pt x="413" y="1856"/>
                  </a:lnTo>
                  <a:lnTo>
                    <a:pt x="400" y="186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7412" name="Freeform 30"/>
            <p:cNvSpPr>
              <a:spLocks/>
            </p:cNvSpPr>
            <p:nvPr/>
          </p:nvSpPr>
          <p:spPr bwMode="auto">
            <a:xfrm>
              <a:off x="1282" y="1533"/>
              <a:ext cx="35" cy="161"/>
            </a:xfrm>
            <a:custGeom>
              <a:avLst/>
              <a:gdLst>
                <a:gd name="T0" fmla="*/ 1 w 175"/>
                <a:gd name="T1" fmla="*/ 6 h 807"/>
                <a:gd name="T2" fmla="*/ 1 w 175"/>
                <a:gd name="T3" fmla="*/ 6 h 807"/>
                <a:gd name="T4" fmla="*/ 1 w 175"/>
                <a:gd name="T5" fmla="*/ 6 h 807"/>
                <a:gd name="T6" fmla="*/ 1 w 175"/>
                <a:gd name="T7" fmla="*/ 5 h 807"/>
                <a:gd name="T8" fmla="*/ 1 w 175"/>
                <a:gd name="T9" fmla="*/ 5 h 807"/>
                <a:gd name="T10" fmla="*/ 1 w 175"/>
                <a:gd name="T11" fmla="*/ 5 h 807"/>
                <a:gd name="T12" fmla="*/ 1 w 175"/>
                <a:gd name="T13" fmla="*/ 4 h 807"/>
                <a:gd name="T14" fmla="*/ 1 w 175"/>
                <a:gd name="T15" fmla="*/ 4 h 807"/>
                <a:gd name="T16" fmla="*/ 1 w 175"/>
                <a:gd name="T17" fmla="*/ 3 h 807"/>
                <a:gd name="T18" fmla="*/ 1 w 175"/>
                <a:gd name="T19" fmla="*/ 3 h 807"/>
                <a:gd name="T20" fmla="*/ 1 w 175"/>
                <a:gd name="T21" fmla="*/ 3 h 807"/>
                <a:gd name="T22" fmla="*/ 1 w 175"/>
                <a:gd name="T23" fmla="*/ 2 h 807"/>
                <a:gd name="T24" fmla="*/ 1 w 175"/>
                <a:gd name="T25" fmla="*/ 2 h 807"/>
                <a:gd name="T26" fmla="*/ 1 w 175"/>
                <a:gd name="T27" fmla="*/ 2 h 807"/>
                <a:gd name="T28" fmla="*/ 1 w 175"/>
                <a:gd name="T29" fmla="*/ 1 h 807"/>
                <a:gd name="T30" fmla="*/ 1 w 175"/>
                <a:gd name="T31" fmla="*/ 1 h 807"/>
                <a:gd name="T32" fmla="*/ 1 w 175"/>
                <a:gd name="T33" fmla="*/ 1 h 807"/>
                <a:gd name="T34" fmla="*/ 1 w 175"/>
                <a:gd name="T35" fmla="*/ 0 h 807"/>
                <a:gd name="T36" fmla="*/ 1 w 175"/>
                <a:gd name="T37" fmla="*/ 0 h 807"/>
                <a:gd name="T38" fmla="*/ 1 w 175"/>
                <a:gd name="T39" fmla="*/ 0 h 807"/>
                <a:gd name="T40" fmla="*/ 0 w 175"/>
                <a:gd name="T41" fmla="*/ 1 h 807"/>
                <a:gd name="T42" fmla="*/ 0 w 175"/>
                <a:gd name="T43" fmla="*/ 1 h 807"/>
                <a:gd name="T44" fmla="*/ 0 w 175"/>
                <a:gd name="T45" fmla="*/ 1 h 807"/>
                <a:gd name="T46" fmla="*/ 0 w 175"/>
                <a:gd name="T47" fmla="*/ 2 h 807"/>
                <a:gd name="T48" fmla="*/ 0 w 175"/>
                <a:gd name="T49" fmla="*/ 2 h 807"/>
                <a:gd name="T50" fmla="*/ 0 w 175"/>
                <a:gd name="T51" fmla="*/ 3 h 807"/>
                <a:gd name="T52" fmla="*/ 0 w 175"/>
                <a:gd name="T53" fmla="*/ 3 h 807"/>
                <a:gd name="T54" fmla="*/ 0 w 175"/>
                <a:gd name="T55" fmla="*/ 3 h 807"/>
                <a:gd name="T56" fmla="*/ 0 w 175"/>
                <a:gd name="T57" fmla="*/ 4 h 807"/>
                <a:gd name="T58" fmla="*/ 0 w 175"/>
                <a:gd name="T59" fmla="*/ 4 h 807"/>
                <a:gd name="T60" fmla="*/ 0 w 175"/>
                <a:gd name="T61" fmla="*/ 5 h 807"/>
                <a:gd name="T62" fmla="*/ 0 w 175"/>
                <a:gd name="T63" fmla="*/ 5 h 807"/>
                <a:gd name="T64" fmla="*/ 0 w 175"/>
                <a:gd name="T65" fmla="*/ 5 h 807"/>
                <a:gd name="T66" fmla="*/ 1 w 175"/>
                <a:gd name="T67" fmla="*/ 6 h 807"/>
                <a:gd name="T68" fmla="*/ 1 w 175"/>
                <a:gd name="T69" fmla="*/ 6 h 807"/>
                <a:gd name="T70" fmla="*/ 1 w 175"/>
                <a:gd name="T71" fmla="*/ 6 h 807"/>
                <a:gd name="T72" fmla="*/ 1 w 175"/>
                <a:gd name="T73" fmla="*/ 6 h 807"/>
                <a:gd name="T74" fmla="*/ 1 w 175"/>
                <a:gd name="T75" fmla="*/ 6 h 807"/>
                <a:gd name="T76" fmla="*/ 1 w 175"/>
                <a:gd name="T77" fmla="*/ 6 h 807"/>
                <a:gd name="T78" fmla="*/ 1 w 175"/>
                <a:gd name="T79" fmla="*/ 6 h 807"/>
                <a:gd name="T80" fmla="*/ 1 w 175"/>
                <a:gd name="T81" fmla="*/ 6 h 807"/>
                <a:gd name="T82" fmla="*/ 1 w 175"/>
                <a:gd name="T83" fmla="*/ 6 h 807"/>
                <a:gd name="T84" fmla="*/ 1 w 175"/>
                <a:gd name="T85" fmla="*/ 6 h 807"/>
                <a:gd name="T86" fmla="*/ 1 w 175"/>
                <a:gd name="T87" fmla="*/ 6 h 807"/>
                <a:gd name="T88" fmla="*/ 1 w 175"/>
                <a:gd name="T89" fmla="*/ 6 h 807"/>
                <a:gd name="T90" fmla="*/ 1 w 175"/>
                <a:gd name="T91" fmla="*/ 6 h 80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175"/>
                <a:gd name="T139" fmla="*/ 0 h 807"/>
                <a:gd name="T140" fmla="*/ 175 w 175"/>
                <a:gd name="T141" fmla="*/ 807 h 80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175" h="807">
                  <a:moveTo>
                    <a:pt x="169" y="740"/>
                  </a:moveTo>
                  <a:lnTo>
                    <a:pt x="169" y="739"/>
                  </a:lnTo>
                  <a:lnTo>
                    <a:pt x="149" y="698"/>
                  </a:lnTo>
                  <a:lnTo>
                    <a:pt x="133" y="656"/>
                  </a:lnTo>
                  <a:lnTo>
                    <a:pt x="120" y="611"/>
                  </a:lnTo>
                  <a:lnTo>
                    <a:pt x="108" y="565"/>
                  </a:lnTo>
                  <a:lnTo>
                    <a:pt x="100" y="520"/>
                  </a:lnTo>
                  <a:lnTo>
                    <a:pt x="96" y="472"/>
                  </a:lnTo>
                  <a:lnTo>
                    <a:pt x="93" y="425"/>
                  </a:lnTo>
                  <a:lnTo>
                    <a:pt x="93" y="377"/>
                  </a:lnTo>
                  <a:lnTo>
                    <a:pt x="96" y="330"/>
                  </a:lnTo>
                  <a:lnTo>
                    <a:pt x="100" y="283"/>
                  </a:lnTo>
                  <a:lnTo>
                    <a:pt x="106" y="238"/>
                  </a:lnTo>
                  <a:lnTo>
                    <a:pt x="115" y="195"/>
                  </a:lnTo>
                  <a:lnTo>
                    <a:pt x="126" y="153"/>
                  </a:lnTo>
                  <a:lnTo>
                    <a:pt x="139" y="114"/>
                  </a:lnTo>
                  <a:lnTo>
                    <a:pt x="153" y="77"/>
                  </a:lnTo>
                  <a:lnTo>
                    <a:pt x="169" y="43"/>
                  </a:lnTo>
                  <a:lnTo>
                    <a:pt x="87" y="0"/>
                  </a:lnTo>
                  <a:lnTo>
                    <a:pt x="69" y="39"/>
                  </a:lnTo>
                  <a:lnTo>
                    <a:pt x="52" y="81"/>
                  </a:lnTo>
                  <a:lnTo>
                    <a:pt x="37" y="127"/>
                  </a:lnTo>
                  <a:lnTo>
                    <a:pt x="24" y="174"/>
                  </a:lnTo>
                  <a:lnTo>
                    <a:pt x="15" y="222"/>
                  </a:lnTo>
                  <a:lnTo>
                    <a:pt x="7" y="271"/>
                  </a:lnTo>
                  <a:lnTo>
                    <a:pt x="2" y="323"/>
                  </a:lnTo>
                  <a:lnTo>
                    <a:pt x="0" y="374"/>
                  </a:lnTo>
                  <a:lnTo>
                    <a:pt x="0" y="427"/>
                  </a:lnTo>
                  <a:lnTo>
                    <a:pt x="2" y="479"/>
                  </a:lnTo>
                  <a:lnTo>
                    <a:pt x="9" y="531"/>
                  </a:lnTo>
                  <a:lnTo>
                    <a:pt x="17" y="584"/>
                  </a:lnTo>
                  <a:lnTo>
                    <a:pt x="29" y="635"/>
                  </a:lnTo>
                  <a:lnTo>
                    <a:pt x="44" y="686"/>
                  </a:lnTo>
                  <a:lnTo>
                    <a:pt x="65" y="736"/>
                  </a:lnTo>
                  <a:lnTo>
                    <a:pt x="87" y="784"/>
                  </a:lnTo>
                  <a:lnTo>
                    <a:pt x="87" y="782"/>
                  </a:lnTo>
                  <a:lnTo>
                    <a:pt x="87" y="784"/>
                  </a:lnTo>
                  <a:lnTo>
                    <a:pt x="100" y="799"/>
                  </a:lnTo>
                  <a:lnTo>
                    <a:pt x="117" y="807"/>
                  </a:lnTo>
                  <a:lnTo>
                    <a:pt x="134" y="807"/>
                  </a:lnTo>
                  <a:lnTo>
                    <a:pt x="151" y="801"/>
                  </a:lnTo>
                  <a:lnTo>
                    <a:pt x="164" y="791"/>
                  </a:lnTo>
                  <a:lnTo>
                    <a:pt x="173" y="777"/>
                  </a:lnTo>
                  <a:lnTo>
                    <a:pt x="175" y="759"/>
                  </a:lnTo>
                  <a:lnTo>
                    <a:pt x="169" y="739"/>
                  </a:lnTo>
                  <a:lnTo>
                    <a:pt x="169" y="74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7413" name="Freeform 31"/>
            <p:cNvSpPr>
              <a:spLocks/>
            </p:cNvSpPr>
            <p:nvPr/>
          </p:nvSpPr>
          <p:spPr bwMode="auto">
            <a:xfrm>
              <a:off x="1299" y="1681"/>
              <a:ext cx="157" cy="281"/>
            </a:xfrm>
            <a:custGeom>
              <a:avLst/>
              <a:gdLst>
                <a:gd name="T0" fmla="*/ 6 w 787"/>
                <a:gd name="T1" fmla="*/ 11 h 1404"/>
                <a:gd name="T2" fmla="*/ 6 w 787"/>
                <a:gd name="T3" fmla="*/ 11 h 1404"/>
                <a:gd name="T4" fmla="*/ 1 w 787"/>
                <a:gd name="T5" fmla="*/ 0 h 1404"/>
                <a:gd name="T6" fmla="*/ 0 w 787"/>
                <a:gd name="T7" fmla="*/ 0 h 1404"/>
                <a:gd name="T8" fmla="*/ 6 w 787"/>
                <a:gd name="T9" fmla="*/ 11 h 1404"/>
                <a:gd name="T10" fmla="*/ 6 w 787"/>
                <a:gd name="T11" fmla="*/ 11 h 1404"/>
                <a:gd name="T12" fmla="*/ 6 w 787"/>
                <a:gd name="T13" fmla="*/ 11 h 1404"/>
                <a:gd name="T14" fmla="*/ 6 w 787"/>
                <a:gd name="T15" fmla="*/ 11 h 1404"/>
                <a:gd name="T16" fmla="*/ 6 w 787"/>
                <a:gd name="T17" fmla="*/ 11 h 1404"/>
                <a:gd name="T18" fmla="*/ 6 w 787"/>
                <a:gd name="T19" fmla="*/ 11 h 1404"/>
                <a:gd name="T20" fmla="*/ 6 w 787"/>
                <a:gd name="T21" fmla="*/ 11 h 1404"/>
                <a:gd name="T22" fmla="*/ 6 w 787"/>
                <a:gd name="T23" fmla="*/ 11 h 1404"/>
                <a:gd name="T24" fmla="*/ 6 w 787"/>
                <a:gd name="T25" fmla="*/ 11 h 1404"/>
                <a:gd name="T26" fmla="*/ 6 w 787"/>
                <a:gd name="T27" fmla="*/ 11 h 1404"/>
                <a:gd name="T28" fmla="*/ 6 w 787"/>
                <a:gd name="T29" fmla="*/ 11 h 1404"/>
                <a:gd name="T30" fmla="*/ 6 w 787"/>
                <a:gd name="T31" fmla="*/ 11 h 1404"/>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787"/>
                <a:gd name="T49" fmla="*/ 0 h 1404"/>
                <a:gd name="T50" fmla="*/ 787 w 787"/>
                <a:gd name="T51" fmla="*/ 1404 h 1404"/>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787" h="1404">
                  <a:moveTo>
                    <a:pt x="781" y="1334"/>
                  </a:moveTo>
                  <a:lnTo>
                    <a:pt x="781" y="1337"/>
                  </a:lnTo>
                  <a:lnTo>
                    <a:pt x="82" y="0"/>
                  </a:lnTo>
                  <a:lnTo>
                    <a:pt x="0" y="42"/>
                  </a:lnTo>
                  <a:lnTo>
                    <a:pt x="699" y="1379"/>
                  </a:lnTo>
                  <a:lnTo>
                    <a:pt x="699" y="1381"/>
                  </a:lnTo>
                  <a:lnTo>
                    <a:pt x="699" y="1379"/>
                  </a:lnTo>
                  <a:lnTo>
                    <a:pt x="712" y="1395"/>
                  </a:lnTo>
                  <a:lnTo>
                    <a:pt x="727" y="1402"/>
                  </a:lnTo>
                  <a:lnTo>
                    <a:pt x="744" y="1404"/>
                  </a:lnTo>
                  <a:lnTo>
                    <a:pt x="761" y="1398"/>
                  </a:lnTo>
                  <a:lnTo>
                    <a:pt x="775" y="1388"/>
                  </a:lnTo>
                  <a:lnTo>
                    <a:pt x="784" y="1373"/>
                  </a:lnTo>
                  <a:lnTo>
                    <a:pt x="787" y="1357"/>
                  </a:lnTo>
                  <a:lnTo>
                    <a:pt x="781" y="1337"/>
                  </a:lnTo>
                  <a:lnTo>
                    <a:pt x="781" y="13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7414" name="Freeform 32"/>
            <p:cNvSpPr>
              <a:spLocks/>
            </p:cNvSpPr>
            <p:nvPr/>
          </p:nvSpPr>
          <p:spPr bwMode="auto">
            <a:xfrm>
              <a:off x="1439" y="1948"/>
              <a:ext cx="125" cy="76"/>
            </a:xfrm>
            <a:custGeom>
              <a:avLst/>
              <a:gdLst>
                <a:gd name="T0" fmla="*/ 5 w 628"/>
                <a:gd name="T1" fmla="*/ 2 h 383"/>
                <a:gd name="T2" fmla="*/ 5 w 628"/>
                <a:gd name="T3" fmla="*/ 2 h 383"/>
                <a:gd name="T4" fmla="*/ 4 w 628"/>
                <a:gd name="T5" fmla="*/ 2 h 383"/>
                <a:gd name="T6" fmla="*/ 4 w 628"/>
                <a:gd name="T7" fmla="*/ 2 h 383"/>
                <a:gd name="T8" fmla="*/ 4 w 628"/>
                <a:gd name="T9" fmla="*/ 2 h 383"/>
                <a:gd name="T10" fmla="*/ 3 w 628"/>
                <a:gd name="T11" fmla="*/ 2 h 383"/>
                <a:gd name="T12" fmla="*/ 3 w 628"/>
                <a:gd name="T13" fmla="*/ 2 h 383"/>
                <a:gd name="T14" fmla="*/ 3 w 628"/>
                <a:gd name="T15" fmla="*/ 2 h 383"/>
                <a:gd name="T16" fmla="*/ 3 w 628"/>
                <a:gd name="T17" fmla="*/ 2 h 383"/>
                <a:gd name="T18" fmla="*/ 2 w 628"/>
                <a:gd name="T19" fmla="*/ 2 h 383"/>
                <a:gd name="T20" fmla="*/ 2 w 628"/>
                <a:gd name="T21" fmla="*/ 2 h 383"/>
                <a:gd name="T22" fmla="*/ 2 w 628"/>
                <a:gd name="T23" fmla="*/ 1 h 383"/>
                <a:gd name="T24" fmla="*/ 2 w 628"/>
                <a:gd name="T25" fmla="*/ 1 h 383"/>
                <a:gd name="T26" fmla="*/ 1 w 628"/>
                <a:gd name="T27" fmla="*/ 1 h 383"/>
                <a:gd name="T28" fmla="*/ 1 w 628"/>
                <a:gd name="T29" fmla="*/ 1 h 383"/>
                <a:gd name="T30" fmla="*/ 1 w 628"/>
                <a:gd name="T31" fmla="*/ 1 h 383"/>
                <a:gd name="T32" fmla="*/ 1 w 628"/>
                <a:gd name="T33" fmla="*/ 0 h 383"/>
                <a:gd name="T34" fmla="*/ 1 w 628"/>
                <a:gd name="T35" fmla="*/ 0 h 383"/>
                <a:gd name="T36" fmla="*/ 0 w 628"/>
                <a:gd name="T37" fmla="*/ 0 h 383"/>
                <a:gd name="T38" fmla="*/ 0 w 628"/>
                <a:gd name="T39" fmla="*/ 1 h 383"/>
                <a:gd name="T40" fmla="*/ 0 w 628"/>
                <a:gd name="T41" fmla="*/ 1 h 383"/>
                <a:gd name="T42" fmla="*/ 1 w 628"/>
                <a:gd name="T43" fmla="*/ 1 h 383"/>
                <a:gd name="T44" fmla="*/ 1 w 628"/>
                <a:gd name="T45" fmla="*/ 1 h 383"/>
                <a:gd name="T46" fmla="*/ 1 w 628"/>
                <a:gd name="T47" fmla="*/ 2 h 383"/>
                <a:gd name="T48" fmla="*/ 1 w 628"/>
                <a:gd name="T49" fmla="*/ 2 h 383"/>
                <a:gd name="T50" fmla="*/ 2 w 628"/>
                <a:gd name="T51" fmla="*/ 2 h 383"/>
                <a:gd name="T52" fmla="*/ 2 w 628"/>
                <a:gd name="T53" fmla="*/ 2 h 383"/>
                <a:gd name="T54" fmla="*/ 2 w 628"/>
                <a:gd name="T55" fmla="*/ 2 h 383"/>
                <a:gd name="T56" fmla="*/ 3 w 628"/>
                <a:gd name="T57" fmla="*/ 3 h 383"/>
                <a:gd name="T58" fmla="*/ 3 w 628"/>
                <a:gd name="T59" fmla="*/ 3 h 383"/>
                <a:gd name="T60" fmla="*/ 3 w 628"/>
                <a:gd name="T61" fmla="*/ 3 h 383"/>
                <a:gd name="T62" fmla="*/ 4 w 628"/>
                <a:gd name="T63" fmla="*/ 3 h 383"/>
                <a:gd name="T64" fmla="*/ 4 w 628"/>
                <a:gd name="T65" fmla="*/ 3 h 383"/>
                <a:gd name="T66" fmla="*/ 4 w 628"/>
                <a:gd name="T67" fmla="*/ 3 h 383"/>
                <a:gd name="T68" fmla="*/ 5 w 628"/>
                <a:gd name="T69" fmla="*/ 3 h 383"/>
                <a:gd name="T70" fmla="*/ 5 w 628"/>
                <a:gd name="T71" fmla="*/ 3 h 383"/>
                <a:gd name="T72" fmla="*/ 5 w 628"/>
                <a:gd name="T73" fmla="*/ 3 h 383"/>
                <a:gd name="T74" fmla="*/ 5 w 628"/>
                <a:gd name="T75" fmla="*/ 3 h 383"/>
                <a:gd name="T76" fmla="*/ 5 w 628"/>
                <a:gd name="T77" fmla="*/ 3 h 383"/>
                <a:gd name="T78" fmla="*/ 5 w 628"/>
                <a:gd name="T79" fmla="*/ 3 h 383"/>
                <a:gd name="T80" fmla="*/ 5 w 628"/>
                <a:gd name="T81" fmla="*/ 3 h 383"/>
                <a:gd name="T82" fmla="*/ 5 w 628"/>
                <a:gd name="T83" fmla="*/ 3 h 383"/>
                <a:gd name="T84" fmla="*/ 5 w 628"/>
                <a:gd name="T85" fmla="*/ 2 h 383"/>
                <a:gd name="T86" fmla="*/ 5 w 628"/>
                <a:gd name="T87" fmla="*/ 2 h 383"/>
                <a:gd name="T88" fmla="*/ 5 w 628"/>
                <a:gd name="T89" fmla="*/ 2 h 383"/>
                <a:gd name="T90" fmla="*/ 5 w 628"/>
                <a:gd name="T91" fmla="*/ 2 h 38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628"/>
                <a:gd name="T139" fmla="*/ 0 h 383"/>
                <a:gd name="T140" fmla="*/ 628 w 628"/>
                <a:gd name="T141" fmla="*/ 383 h 38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628" h="383">
                  <a:moveTo>
                    <a:pt x="581" y="289"/>
                  </a:moveTo>
                  <a:lnTo>
                    <a:pt x="582" y="289"/>
                  </a:lnTo>
                  <a:lnTo>
                    <a:pt x="541" y="287"/>
                  </a:lnTo>
                  <a:lnTo>
                    <a:pt x="500" y="283"/>
                  </a:lnTo>
                  <a:lnTo>
                    <a:pt x="462" y="276"/>
                  </a:lnTo>
                  <a:lnTo>
                    <a:pt x="424" y="268"/>
                  </a:lnTo>
                  <a:lnTo>
                    <a:pt x="389" y="255"/>
                  </a:lnTo>
                  <a:lnTo>
                    <a:pt x="352" y="242"/>
                  </a:lnTo>
                  <a:lnTo>
                    <a:pt x="320" y="227"/>
                  </a:lnTo>
                  <a:lnTo>
                    <a:pt x="287" y="209"/>
                  </a:lnTo>
                  <a:lnTo>
                    <a:pt x="255" y="189"/>
                  </a:lnTo>
                  <a:lnTo>
                    <a:pt x="226" y="168"/>
                  </a:lnTo>
                  <a:lnTo>
                    <a:pt x="198" y="145"/>
                  </a:lnTo>
                  <a:lnTo>
                    <a:pt x="172" y="119"/>
                  </a:lnTo>
                  <a:lnTo>
                    <a:pt x="146" y="92"/>
                  </a:lnTo>
                  <a:lnTo>
                    <a:pt x="122" y="64"/>
                  </a:lnTo>
                  <a:lnTo>
                    <a:pt x="100" y="33"/>
                  </a:lnTo>
                  <a:lnTo>
                    <a:pt x="82" y="0"/>
                  </a:lnTo>
                  <a:lnTo>
                    <a:pt x="0" y="47"/>
                  </a:lnTo>
                  <a:lnTo>
                    <a:pt x="23" y="85"/>
                  </a:lnTo>
                  <a:lnTo>
                    <a:pt x="49" y="120"/>
                  </a:lnTo>
                  <a:lnTo>
                    <a:pt x="76" y="153"/>
                  </a:lnTo>
                  <a:lnTo>
                    <a:pt x="104" y="185"/>
                  </a:lnTo>
                  <a:lnTo>
                    <a:pt x="137" y="215"/>
                  </a:lnTo>
                  <a:lnTo>
                    <a:pt x="170" y="241"/>
                  </a:lnTo>
                  <a:lnTo>
                    <a:pt x="204" y="267"/>
                  </a:lnTo>
                  <a:lnTo>
                    <a:pt x="240" y="289"/>
                  </a:lnTo>
                  <a:lnTo>
                    <a:pt x="277" y="309"/>
                  </a:lnTo>
                  <a:lnTo>
                    <a:pt x="317" y="329"/>
                  </a:lnTo>
                  <a:lnTo>
                    <a:pt x="358" y="344"/>
                  </a:lnTo>
                  <a:lnTo>
                    <a:pt x="400" y="357"/>
                  </a:lnTo>
                  <a:lnTo>
                    <a:pt x="444" y="367"/>
                  </a:lnTo>
                  <a:lnTo>
                    <a:pt x="488" y="374"/>
                  </a:lnTo>
                  <a:lnTo>
                    <a:pt x="534" y="380"/>
                  </a:lnTo>
                  <a:lnTo>
                    <a:pt x="580" y="383"/>
                  </a:lnTo>
                  <a:lnTo>
                    <a:pt x="581" y="383"/>
                  </a:lnTo>
                  <a:lnTo>
                    <a:pt x="580" y="383"/>
                  </a:lnTo>
                  <a:lnTo>
                    <a:pt x="600" y="379"/>
                  </a:lnTo>
                  <a:lnTo>
                    <a:pt x="615" y="369"/>
                  </a:lnTo>
                  <a:lnTo>
                    <a:pt x="624" y="353"/>
                  </a:lnTo>
                  <a:lnTo>
                    <a:pt x="628" y="337"/>
                  </a:lnTo>
                  <a:lnTo>
                    <a:pt x="625" y="319"/>
                  </a:lnTo>
                  <a:lnTo>
                    <a:pt x="617" y="304"/>
                  </a:lnTo>
                  <a:lnTo>
                    <a:pt x="602" y="294"/>
                  </a:lnTo>
                  <a:lnTo>
                    <a:pt x="582" y="289"/>
                  </a:lnTo>
                  <a:lnTo>
                    <a:pt x="581" y="28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7415" name="Freeform 33"/>
            <p:cNvSpPr>
              <a:spLocks/>
            </p:cNvSpPr>
            <p:nvPr/>
          </p:nvSpPr>
          <p:spPr bwMode="auto">
            <a:xfrm>
              <a:off x="1587" y="1880"/>
              <a:ext cx="85" cy="49"/>
            </a:xfrm>
            <a:custGeom>
              <a:avLst/>
              <a:gdLst>
                <a:gd name="T0" fmla="*/ 3 w 426"/>
                <a:gd name="T1" fmla="*/ 0 h 245"/>
                <a:gd name="T2" fmla="*/ 3 w 426"/>
                <a:gd name="T3" fmla="*/ 0 h 245"/>
                <a:gd name="T4" fmla="*/ 3 w 426"/>
                <a:gd name="T5" fmla="*/ 0 h 245"/>
                <a:gd name="T6" fmla="*/ 3 w 426"/>
                <a:gd name="T7" fmla="*/ 0 h 245"/>
                <a:gd name="T8" fmla="*/ 2 w 426"/>
                <a:gd name="T9" fmla="*/ 0 h 245"/>
                <a:gd name="T10" fmla="*/ 2 w 426"/>
                <a:gd name="T11" fmla="*/ 0 h 245"/>
                <a:gd name="T12" fmla="*/ 2 w 426"/>
                <a:gd name="T13" fmla="*/ 0 h 245"/>
                <a:gd name="T14" fmla="*/ 2 w 426"/>
                <a:gd name="T15" fmla="*/ 0 h 245"/>
                <a:gd name="T16" fmla="*/ 1 w 426"/>
                <a:gd name="T17" fmla="*/ 0 h 245"/>
                <a:gd name="T18" fmla="*/ 1 w 426"/>
                <a:gd name="T19" fmla="*/ 1 h 245"/>
                <a:gd name="T20" fmla="*/ 1 w 426"/>
                <a:gd name="T21" fmla="*/ 1 h 245"/>
                <a:gd name="T22" fmla="*/ 1 w 426"/>
                <a:gd name="T23" fmla="*/ 1 h 245"/>
                <a:gd name="T24" fmla="*/ 0 w 426"/>
                <a:gd name="T25" fmla="*/ 1 h 245"/>
                <a:gd name="T26" fmla="*/ 0 w 426"/>
                <a:gd name="T27" fmla="*/ 1 h 245"/>
                <a:gd name="T28" fmla="*/ 0 w 426"/>
                <a:gd name="T29" fmla="*/ 1 h 245"/>
                <a:gd name="T30" fmla="*/ 0 w 426"/>
                <a:gd name="T31" fmla="*/ 2 h 245"/>
                <a:gd name="T32" fmla="*/ 0 w 426"/>
                <a:gd name="T33" fmla="*/ 2 h 245"/>
                <a:gd name="T34" fmla="*/ 0 w 426"/>
                <a:gd name="T35" fmla="*/ 2 h 245"/>
                <a:gd name="T36" fmla="*/ 0 w 426"/>
                <a:gd name="T37" fmla="*/ 2 h 245"/>
                <a:gd name="T38" fmla="*/ 0 w 426"/>
                <a:gd name="T39" fmla="*/ 2 h 245"/>
                <a:gd name="T40" fmla="*/ 0 w 426"/>
                <a:gd name="T41" fmla="*/ 2 h 245"/>
                <a:gd name="T42" fmla="*/ 0 w 426"/>
                <a:gd name="T43" fmla="*/ 1 h 245"/>
                <a:gd name="T44" fmla="*/ 0 w 426"/>
                <a:gd name="T45" fmla="*/ 1 h 245"/>
                <a:gd name="T46" fmla="*/ 0 w 426"/>
                <a:gd name="T47" fmla="*/ 1 h 245"/>
                <a:gd name="T48" fmla="*/ 1 w 426"/>
                <a:gd name="T49" fmla="*/ 1 h 245"/>
                <a:gd name="T50" fmla="*/ 1 w 426"/>
                <a:gd name="T51" fmla="*/ 1 h 245"/>
                <a:gd name="T52" fmla="*/ 1 w 426"/>
                <a:gd name="T53" fmla="*/ 1 h 245"/>
                <a:gd name="T54" fmla="*/ 1 w 426"/>
                <a:gd name="T55" fmla="*/ 1 h 245"/>
                <a:gd name="T56" fmla="*/ 2 w 426"/>
                <a:gd name="T57" fmla="*/ 0 h 245"/>
                <a:gd name="T58" fmla="*/ 2 w 426"/>
                <a:gd name="T59" fmla="*/ 0 h 245"/>
                <a:gd name="T60" fmla="*/ 2 w 426"/>
                <a:gd name="T61" fmla="*/ 0 h 245"/>
                <a:gd name="T62" fmla="*/ 2 w 426"/>
                <a:gd name="T63" fmla="*/ 0 h 245"/>
                <a:gd name="T64" fmla="*/ 3 w 426"/>
                <a:gd name="T65" fmla="*/ 0 h 245"/>
                <a:gd name="T66" fmla="*/ 3 w 426"/>
                <a:gd name="T67" fmla="*/ 0 h 245"/>
                <a:gd name="T68" fmla="*/ 3 w 426"/>
                <a:gd name="T69" fmla="*/ 0 h 245"/>
                <a:gd name="T70" fmla="*/ 3 w 426"/>
                <a:gd name="T71" fmla="*/ 0 h 245"/>
                <a:gd name="T72" fmla="*/ 3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426" y="0"/>
                  </a:moveTo>
                  <a:lnTo>
                    <a:pt x="426" y="0"/>
                  </a:lnTo>
                  <a:lnTo>
                    <a:pt x="384" y="1"/>
                  </a:lnTo>
                  <a:lnTo>
                    <a:pt x="340" y="4"/>
                  </a:lnTo>
                  <a:lnTo>
                    <a:pt x="300" y="10"/>
                  </a:lnTo>
                  <a:lnTo>
                    <a:pt x="262" y="18"/>
                  </a:lnTo>
                  <a:lnTo>
                    <a:pt x="224" y="29"/>
                  </a:lnTo>
                  <a:lnTo>
                    <a:pt x="189" y="41"/>
                  </a:lnTo>
                  <a:lnTo>
                    <a:pt x="157" y="55"/>
                  </a:lnTo>
                  <a:lnTo>
                    <a:pt x="126" y="70"/>
                  </a:lnTo>
                  <a:lnTo>
                    <a:pt x="99" y="89"/>
                  </a:lnTo>
                  <a:lnTo>
                    <a:pt x="74" y="106"/>
                  </a:lnTo>
                  <a:lnTo>
                    <a:pt x="52" y="126"/>
                  </a:lnTo>
                  <a:lnTo>
                    <a:pt x="34" y="148"/>
                  </a:lnTo>
                  <a:lnTo>
                    <a:pt x="19" y="171"/>
                  </a:lnTo>
                  <a:lnTo>
                    <a:pt x="9" y="194"/>
                  </a:lnTo>
                  <a:lnTo>
                    <a:pt x="3" y="219"/>
                  </a:lnTo>
                  <a:lnTo>
                    <a:pt x="0" y="245"/>
                  </a:lnTo>
                  <a:lnTo>
                    <a:pt x="12" y="245"/>
                  </a:lnTo>
                  <a:lnTo>
                    <a:pt x="15" y="221"/>
                  </a:lnTo>
                  <a:lnTo>
                    <a:pt x="20" y="199"/>
                  </a:lnTo>
                  <a:lnTo>
                    <a:pt x="31" y="178"/>
                  </a:lnTo>
                  <a:lnTo>
                    <a:pt x="44" y="156"/>
                  </a:lnTo>
                  <a:lnTo>
                    <a:pt x="61" y="136"/>
                  </a:lnTo>
                  <a:lnTo>
                    <a:pt x="81" y="116"/>
                  </a:lnTo>
                  <a:lnTo>
                    <a:pt x="106" y="98"/>
                  </a:lnTo>
                  <a:lnTo>
                    <a:pt x="133" y="82"/>
                  </a:lnTo>
                  <a:lnTo>
                    <a:pt x="162" y="66"/>
                  </a:lnTo>
                  <a:lnTo>
                    <a:pt x="194" y="52"/>
                  </a:lnTo>
                  <a:lnTo>
                    <a:pt x="229" y="41"/>
                  </a:lnTo>
                  <a:lnTo>
                    <a:pt x="264" y="30"/>
                  </a:lnTo>
                  <a:lnTo>
                    <a:pt x="303" y="22"/>
                  </a:lnTo>
                  <a:lnTo>
                    <a:pt x="343" y="16"/>
                  </a:lnTo>
                  <a:lnTo>
                    <a:pt x="384" y="12"/>
                  </a:lnTo>
                  <a:lnTo>
                    <a:pt x="426" y="11"/>
                  </a:lnTo>
                  <a:lnTo>
                    <a:pt x="42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7416" name="Freeform 34"/>
            <p:cNvSpPr>
              <a:spLocks/>
            </p:cNvSpPr>
            <p:nvPr/>
          </p:nvSpPr>
          <p:spPr bwMode="auto">
            <a:xfrm>
              <a:off x="1587" y="1929"/>
              <a:ext cx="85" cy="49"/>
            </a:xfrm>
            <a:custGeom>
              <a:avLst/>
              <a:gdLst>
                <a:gd name="T0" fmla="*/ 0 w 426"/>
                <a:gd name="T1" fmla="*/ 0 h 245"/>
                <a:gd name="T2" fmla="*/ 0 w 426"/>
                <a:gd name="T3" fmla="*/ 0 h 245"/>
                <a:gd name="T4" fmla="*/ 0 w 426"/>
                <a:gd name="T5" fmla="*/ 0 h 245"/>
                <a:gd name="T6" fmla="*/ 0 w 426"/>
                <a:gd name="T7" fmla="*/ 0 h 245"/>
                <a:gd name="T8" fmla="*/ 0 w 426"/>
                <a:gd name="T9" fmla="*/ 1 h 245"/>
                <a:gd name="T10" fmla="*/ 0 w 426"/>
                <a:gd name="T11" fmla="*/ 1 h 245"/>
                <a:gd name="T12" fmla="*/ 0 w 426"/>
                <a:gd name="T13" fmla="*/ 1 h 245"/>
                <a:gd name="T14" fmla="*/ 1 w 426"/>
                <a:gd name="T15" fmla="*/ 1 h 245"/>
                <a:gd name="T16" fmla="*/ 1 w 426"/>
                <a:gd name="T17" fmla="*/ 1 h 245"/>
                <a:gd name="T18" fmla="*/ 1 w 426"/>
                <a:gd name="T19" fmla="*/ 1 h 245"/>
                <a:gd name="T20" fmla="*/ 1 w 426"/>
                <a:gd name="T21" fmla="*/ 2 h 245"/>
                <a:gd name="T22" fmla="*/ 2 w 426"/>
                <a:gd name="T23" fmla="*/ 2 h 245"/>
                <a:gd name="T24" fmla="*/ 2 w 426"/>
                <a:gd name="T25" fmla="*/ 2 h 245"/>
                <a:gd name="T26" fmla="*/ 2 w 426"/>
                <a:gd name="T27" fmla="*/ 2 h 245"/>
                <a:gd name="T28" fmla="*/ 2 w 426"/>
                <a:gd name="T29" fmla="*/ 2 h 245"/>
                <a:gd name="T30" fmla="*/ 3 w 426"/>
                <a:gd name="T31" fmla="*/ 2 h 245"/>
                <a:gd name="T32" fmla="*/ 3 w 426"/>
                <a:gd name="T33" fmla="*/ 2 h 245"/>
                <a:gd name="T34" fmla="*/ 3 w 426"/>
                <a:gd name="T35" fmla="*/ 2 h 245"/>
                <a:gd name="T36" fmla="*/ 3 w 426"/>
                <a:gd name="T37" fmla="*/ 2 h 245"/>
                <a:gd name="T38" fmla="*/ 3 w 426"/>
                <a:gd name="T39" fmla="*/ 2 h 245"/>
                <a:gd name="T40" fmla="*/ 3 w 426"/>
                <a:gd name="T41" fmla="*/ 2 h 245"/>
                <a:gd name="T42" fmla="*/ 2 w 426"/>
                <a:gd name="T43" fmla="*/ 2 h 245"/>
                <a:gd name="T44" fmla="*/ 2 w 426"/>
                <a:gd name="T45" fmla="*/ 2 h 245"/>
                <a:gd name="T46" fmla="*/ 2 w 426"/>
                <a:gd name="T47" fmla="*/ 2 h 245"/>
                <a:gd name="T48" fmla="*/ 2 w 426"/>
                <a:gd name="T49" fmla="*/ 2 h 245"/>
                <a:gd name="T50" fmla="*/ 1 w 426"/>
                <a:gd name="T51" fmla="*/ 1 h 245"/>
                <a:gd name="T52" fmla="*/ 1 w 426"/>
                <a:gd name="T53" fmla="*/ 1 h 245"/>
                <a:gd name="T54" fmla="*/ 1 w 426"/>
                <a:gd name="T55" fmla="*/ 1 h 245"/>
                <a:gd name="T56" fmla="*/ 1 w 426"/>
                <a:gd name="T57" fmla="*/ 1 h 245"/>
                <a:gd name="T58" fmla="*/ 0 w 426"/>
                <a:gd name="T59" fmla="*/ 1 h 245"/>
                <a:gd name="T60" fmla="*/ 0 w 426"/>
                <a:gd name="T61" fmla="*/ 1 h 245"/>
                <a:gd name="T62" fmla="*/ 0 w 426"/>
                <a:gd name="T63" fmla="*/ 1 h 245"/>
                <a:gd name="T64" fmla="*/ 0 w 426"/>
                <a:gd name="T65" fmla="*/ 0 h 245"/>
                <a:gd name="T66" fmla="*/ 0 w 426"/>
                <a:gd name="T67" fmla="*/ 0 h 245"/>
                <a:gd name="T68" fmla="*/ 0 w 426"/>
                <a:gd name="T69" fmla="*/ 0 h 245"/>
                <a:gd name="T70" fmla="*/ 0 w 426"/>
                <a:gd name="T71" fmla="*/ 0 h 245"/>
                <a:gd name="T72" fmla="*/ 0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0" y="0"/>
                  </a:moveTo>
                  <a:lnTo>
                    <a:pt x="0" y="0"/>
                  </a:lnTo>
                  <a:lnTo>
                    <a:pt x="3" y="25"/>
                  </a:lnTo>
                  <a:lnTo>
                    <a:pt x="9" y="50"/>
                  </a:lnTo>
                  <a:lnTo>
                    <a:pt x="19" y="73"/>
                  </a:lnTo>
                  <a:lnTo>
                    <a:pt x="34" y="96"/>
                  </a:lnTo>
                  <a:lnTo>
                    <a:pt x="52" y="118"/>
                  </a:lnTo>
                  <a:lnTo>
                    <a:pt x="74" y="138"/>
                  </a:lnTo>
                  <a:lnTo>
                    <a:pt x="99" y="156"/>
                  </a:lnTo>
                  <a:lnTo>
                    <a:pt x="126" y="174"/>
                  </a:lnTo>
                  <a:lnTo>
                    <a:pt x="157" y="190"/>
                  </a:lnTo>
                  <a:lnTo>
                    <a:pt x="189" y="204"/>
                  </a:lnTo>
                  <a:lnTo>
                    <a:pt x="224" y="215"/>
                  </a:lnTo>
                  <a:lnTo>
                    <a:pt x="262" y="226"/>
                  </a:lnTo>
                  <a:lnTo>
                    <a:pt x="300" y="234"/>
                  </a:lnTo>
                  <a:lnTo>
                    <a:pt x="340" y="240"/>
                  </a:lnTo>
                  <a:lnTo>
                    <a:pt x="384" y="244"/>
                  </a:lnTo>
                  <a:lnTo>
                    <a:pt x="426" y="245"/>
                  </a:lnTo>
                  <a:lnTo>
                    <a:pt x="426" y="233"/>
                  </a:lnTo>
                  <a:lnTo>
                    <a:pt x="384" y="232"/>
                  </a:lnTo>
                  <a:lnTo>
                    <a:pt x="343" y="228"/>
                  </a:lnTo>
                  <a:lnTo>
                    <a:pt x="303" y="222"/>
                  </a:lnTo>
                  <a:lnTo>
                    <a:pt x="264" y="214"/>
                  </a:lnTo>
                  <a:lnTo>
                    <a:pt x="229" y="204"/>
                  </a:lnTo>
                  <a:lnTo>
                    <a:pt x="194" y="192"/>
                  </a:lnTo>
                  <a:lnTo>
                    <a:pt x="162" y="178"/>
                  </a:lnTo>
                  <a:lnTo>
                    <a:pt x="133" y="163"/>
                  </a:lnTo>
                  <a:lnTo>
                    <a:pt x="106" y="146"/>
                  </a:lnTo>
                  <a:lnTo>
                    <a:pt x="81" y="129"/>
                  </a:lnTo>
                  <a:lnTo>
                    <a:pt x="61" y="109"/>
                  </a:lnTo>
                  <a:lnTo>
                    <a:pt x="44" y="89"/>
                  </a:lnTo>
                  <a:lnTo>
                    <a:pt x="31" y="66"/>
                  </a:lnTo>
                  <a:lnTo>
                    <a:pt x="20" y="45"/>
                  </a:lnTo>
                  <a:lnTo>
                    <a:pt x="15" y="2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7417" name="Freeform 35"/>
            <p:cNvSpPr>
              <a:spLocks/>
            </p:cNvSpPr>
            <p:nvPr/>
          </p:nvSpPr>
          <p:spPr bwMode="auto">
            <a:xfrm>
              <a:off x="878" y="1448"/>
              <a:ext cx="792" cy="954"/>
            </a:xfrm>
            <a:custGeom>
              <a:avLst/>
              <a:gdLst>
                <a:gd name="T0" fmla="*/ 13 w 3960"/>
                <a:gd name="T1" fmla="*/ 38 h 4768"/>
                <a:gd name="T2" fmla="*/ 14 w 3960"/>
                <a:gd name="T3" fmla="*/ 38 h 4768"/>
                <a:gd name="T4" fmla="*/ 15 w 3960"/>
                <a:gd name="T5" fmla="*/ 38 h 4768"/>
                <a:gd name="T6" fmla="*/ 15 w 3960"/>
                <a:gd name="T7" fmla="*/ 38 h 4768"/>
                <a:gd name="T8" fmla="*/ 16 w 3960"/>
                <a:gd name="T9" fmla="*/ 38 h 4768"/>
                <a:gd name="T10" fmla="*/ 17 w 3960"/>
                <a:gd name="T11" fmla="*/ 38 h 4768"/>
                <a:gd name="T12" fmla="*/ 17 w 3960"/>
                <a:gd name="T13" fmla="*/ 38 h 4768"/>
                <a:gd name="T14" fmla="*/ 18 w 3960"/>
                <a:gd name="T15" fmla="*/ 38 h 4768"/>
                <a:gd name="T16" fmla="*/ 18 w 3960"/>
                <a:gd name="T17" fmla="*/ 38 h 4768"/>
                <a:gd name="T18" fmla="*/ 29 w 3960"/>
                <a:gd name="T19" fmla="*/ 30 h 4768"/>
                <a:gd name="T20" fmla="*/ 30 w 3960"/>
                <a:gd name="T21" fmla="*/ 30 h 4768"/>
                <a:gd name="T22" fmla="*/ 30 w 3960"/>
                <a:gd name="T23" fmla="*/ 29 h 4768"/>
                <a:gd name="T24" fmla="*/ 31 w 3960"/>
                <a:gd name="T25" fmla="*/ 28 h 4768"/>
                <a:gd name="T26" fmla="*/ 31 w 3960"/>
                <a:gd name="T27" fmla="*/ 28 h 4768"/>
                <a:gd name="T28" fmla="*/ 31 w 3960"/>
                <a:gd name="T29" fmla="*/ 27 h 4768"/>
                <a:gd name="T30" fmla="*/ 32 w 3960"/>
                <a:gd name="T31" fmla="*/ 26 h 4768"/>
                <a:gd name="T32" fmla="*/ 32 w 3960"/>
                <a:gd name="T33" fmla="*/ 25 h 4768"/>
                <a:gd name="T34" fmla="*/ 32 w 3960"/>
                <a:gd name="T35" fmla="*/ 11 h 4768"/>
                <a:gd name="T36" fmla="*/ 32 w 3960"/>
                <a:gd name="T37" fmla="*/ 10 h 4768"/>
                <a:gd name="T38" fmla="*/ 31 w 3960"/>
                <a:gd name="T39" fmla="*/ 9 h 4768"/>
                <a:gd name="T40" fmla="*/ 31 w 3960"/>
                <a:gd name="T41" fmla="*/ 9 h 4768"/>
                <a:gd name="T42" fmla="*/ 31 w 3960"/>
                <a:gd name="T43" fmla="*/ 8 h 4768"/>
                <a:gd name="T44" fmla="*/ 31 w 3960"/>
                <a:gd name="T45" fmla="*/ 8 h 4768"/>
                <a:gd name="T46" fmla="*/ 30 w 3960"/>
                <a:gd name="T47" fmla="*/ 7 h 4768"/>
                <a:gd name="T48" fmla="*/ 30 w 3960"/>
                <a:gd name="T49" fmla="*/ 7 h 4768"/>
                <a:gd name="T50" fmla="*/ 29 w 3960"/>
                <a:gd name="T51" fmla="*/ 6 h 4768"/>
                <a:gd name="T52" fmla="*/ 19 w 3960"/>
                <a:gd name="T53" fmla="*/ 1 h 4768"/>
                <a:gd name="T54" fmla="*/ 18 w 3960"/>
                <a:gd name="T55" fmla="*/ 0 h 4768"/>
                <a:gd name="T56" fmla="*/ 17 w 3960"/>
                <a:gd name="T57" fmla="*/ 0 h 4768"/>
                <a:gd name="T58" fmla="*/ 17 w 3960"/>
                <a:gd name="T59" fmla="*/ 0 h 4768"/>
                <a:gd name="T60" fmla="*/ 16 w 3960"/>
                <a:gd name="T61" fmla="*/ 0 h 4768"/>
                <a:gd name="T62" fmla="*/ 15 w 3960"/>
                <a:gd name="T63" fmla="*/ 0 h 4768"/>
                <a:gd name="T64" fmla="*/ 14 w 3960"/>
                <a:gd name="T65" fmla="*/ 0 h 4768"/>
                <a:gd name="T66" fmla="*/ 14 w 3960"/>
                <a:gd name="T67" fmla="*/ 0 h 4768"/>
                <a:gd name="T68" fmla="*/ 2 w 3960"/>
                <a:gd name="T69" fmla="*/ 6 h 4768"/>
                <a:gd name="T70" fmla="*/ 2 w 3960"/>
                <a:gd name="T71" fmla="*/ 7 h 4768"/>
                <a:gd name="T72" fmla="*/ 1 w 3960"/>
                <a:gd name="T73" fmla="*/ 7 h 4768"/>
                <a:gd name="T74" fmla="*/ 1 w 3960"/>
                <a:gd name="T75" fmla="*/ 8 h 4768"/>
                <a:gd name="T76" fmla="*/ 1 w 3960"/>
                <a:gd name="T77" fmla="*/ 8 h 4768"/>
                <a:gd name="T78" fmla="*/ 0 w 3960"/>
                <a:gd name="T79" fmla="*/ 9 h 4768"/>
                <a:gd name="T80" fmla="*/ 0 w 3960"/>
                <a:gd name="T81" fmla="*/ 9 h 4768"/>
                <a:gd name="T82" fmla="*/ 0 w 3960"/>
                <a:gd name="T83" fmla="*/ 10 h 4768"/>
                <a:gd name="T84" fmla="*/ 0 w 3960"/>
                <a:gd name="T85" fmla="*/ 11 h 4768"/>
                <a:gd name="T86" fmla="*/ 0 w 3960"/>
                <a:gd name="T87" fmla="*/ 25 h 4768"/>
                <a:gd name="T88" fmla="*/ 0 w 3960"/>
                <a:gd name="T89" fmla="*/ 26 h 4768"/>
                <a:gd name="T90" fmla="*/ 0 w 3960"/>
                <a:gd name="T91" fmla="*/ 27 h 4768"/>
                <a:gd name="T92" fmla="*/ 1 w 3960"/>
                <a:gd name="T93" fmla="*/ 28 h 4768"/>
                <a:gd name="T94" fmla="*/ 1 w 3960"/>
                <a:gd name="T95" fmla="*/ 29 h 4768"/>
                <a:gd name="T96" fmla="*/ 1 w 3960"/>
                <a:gd name="T97" fmla="*/ 29 h 4768"/>
                <a:gd name="T98" fmla="*/ 2 w 3960"/>
                <a:gd name="T99" fmla="*/ 30 h 4768"/>
                <a:gd name="T100" fmla="*/ 3 w 3960"/>
                <a:gd name="T101" fmla="*/ 31 h 4768"/>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w 3960"/>
                <a:gd name="T154" fmla="*/ 0 h 4768"/>
                <a:gd name="T155" fmla="*/ 3960 w 3960"/>
                <a:gd name="T156" fmla="*/ 4768 h 4768"/>
              </a:gdLst>
              <a:ahLst/>
              <a:cxnLst>
                <a:cxn ang="T102">
                  <a:pos x="T0" y="T1"/>
                </a:cxn>
                <a:cxn ang="T103">
                  <a:pos x="T2" y="T3"/>
                </a:cxn>
                <a:cxn ang="T104">
                  <a:pos x="T4" y="T5"/>
                </a:cxn>
                <a:cxn ang="T105">
                  <a:pos x="T6" y="T7"/>
                </a:cxn>
                <a:cxn ang="T106">
                  <a:pos x="T8" y="T9"/>
                </a:cxn>
                <a:cxn ang="T107">
                  <a:pos x="T10" y="T11"/>
                </a:cxn>
                <a:cxn ang="T108">
                  <a:pos x="T12" y="T13"/>
                </a:cxn>
                <a:cxn ang="T109">
                  <a:pos x="T14" y="T15"/>
                </a:cxn>
                <a:cxn ang="T110">
                  <a:pos x="T16" y="T17"/>
                </a:cxn>
                <a:cxn ang="T111">
                  <a:pos x="T18" y="T19"/>
                </a:cxn>
                <a:cxn ang="T112">
                  <a:pos x="T20" y="T21"/>
                </a:cxn>
                <a:cxn ang="T113">
                  <a:pos x="T22" y="T23"/>
                </a:cxn>
                <a:cxn ang="T114">
                  <a:pos x="T24" y="T25"/>
                </a:cxn>
                <a:cxn ang="T115">
                  <a:pos x="T26" y="T27"/>
                </a:cxn>
                <a:cxn ang="T116">
                  <a:pos x="T28" y="T29"/>
                </a:cxn>
                <a:cxn ang="T117">
                  <a:pos x="T30" y="T31"/>
                </a:cxn>
                <a:cxn ang="T118">
                  <a:pos x="T32" y="T33"/>
                </a:cxn>
                <a:cxn ang="T119">
                  <a:pos x="T34" y="T35"/>
                </a:cxn>
                <a:cxn ang="T120">
                  <a:pos x="T36" y="T37"/>
                </a:cxn>
                <a:cxn ang="T121">
                  <a:pos x="T38" y="T39"/>
                </a:cxn>
                <a:cxn ang="T122">
                  <a:pos x="T40" y="T41"/>
                </a:cxn>
                <a:cxn ang="T123">
                  <a:pos x="T42" y="T43"/>
                </a:cxn>
                <a:cxn ang="T124">
                  <a:pos x="T44" y="T45"/>
                </a:cxn>
                <a:cxn ang="T125">
                  <a:pos x="T46" y="T47"/>
                </a:cxn>
                <a:cxn ang="T126">
                  <a:pos x="T48" y="T49"/>
                </a:cxn>
                <a:cxn ang="T127">
                  <a:pos x="T50" y="T51"/>
                </a:cxn>
                <a:cxn ang="T128">
                  <a:pos x="T52" y="T53"/>
                </a:cxn>
                <a:cxn ang="T129">
                  <a:pos x="T54" y="T55"/>
                </a:cxn>
                <a:cxn ang="T130">
                  <a:pos x="T56" y="T57"/>
                </a:cxn>
                <a:cxn ang="T131">
                  <a:pos x="T58" y="T59"/>
                </a:cxn>
                <a:cxn ang="T132">
                  <a:pos x="T60" y="T61"/>
                </a:cxn>
                <a:cxn ang="T133">
                  <a:pos x="T62" y="T63"/>
                </a:cxn>
                <a:cxn ang="T134">
                  <a:pos x="T64" y="T65"/>
                </a:cxn>
                <a:cxn ang="T135">
                  <a:pos x="T66" y="T67"/>
                </a:cxn>
                <a:cxn ang="T136">
                  <a:pos x="T68" y="T69"/>
                </a:cxn>
                <a:cxn ang="T137">
                  <a:pos x="T70" y="T71"/>
                </a:cxn>
                <a:cxn ang="T138">
                  <a:pos x="T72" y="T73"/>
                </a:cxn>
                <a:cxn ang="T139">
                  <a:pos x="T74" y="T75"/>
                </a:cxn>
                <a:cxn ang="T140">
                  <a:pos x="T76" y="T77"/>
                </a:cxn>
                <a:cxn ang="T141">
                  <a:pos x="T78" y="T79"/>
                </a:cxn>
                <a:cxn ang="T142">
                  <a:pos x="T80" y="T81"/>
                </a:cxn>
                <a:cxn ang="T143">
                  <a:pos x="T82" y="T83"/>
                </a:cxn>
                <a:cxn ang="T144">
                  <a:pos x="T84" y="T85"/>
                </a:cxn>
                <a:cxn ang="T145">
                  <a:pos x="T86" y="T87"/>
                </a:cxn>
                <a:cxn ang="T146">
                  <a:pos x="T88" y="T89"/>
                </a:cxn>
                <a:cxn ang="T147">
                  <a:pos x="T90" y="T91"/>
                </a:cxn>
                <a:cxn ang="T148">
                  <a:pos x="T92" y="T93"/>
                </a:cxn>
                <a:cxn ang="T149">
                  <a:pos x="T94" y="T95"/>
                </a:cxn>
                <a:cxn ang="T150">
                  <a:pos x="T96" y="T97"/>
                </a:cxn>
                <a:cxn ang="T151">
                  <a:pos x="T98" y="T99"/>
                </a:cxn>
                <a:cxn ang="T152">
                  <a:pos x="T100" y="T101"/>
                </a:cxn>
              </a:cxnLst>
              <a:rect l="T153" t="T154" r="T155" b="T156"/>
              <a:pathLst>
                <a:path w="3960" h="4768">
                  <a:moveTo>
                    <a:pt x="353" y="3849"/>
                  </a:moveTo>
                  <a:lnTo>
                    <a:pt x="1661" y="4700"/>
                  </a:lnTo>
                  <a:lnTo>
                    <a:pt x="1697" y="4717"/>
                  </a:lnTo>
                  <a:lnTo>
                    <a:pt x="1736" y="4731"/>
                  </a:lnTo>
                  <a:lnTo>
                    <a:pt x="1776" y="4742"/>
                  </a:lnTo>
                  <a:lnTo>
                    <a:pt x="1818" y="4753"/>
                  </a:lnTo>
                  <a:lnTo>
                    <a:pt x="1860" y="4760"/>
                  </a:lnTo>
                  <a:lnTo>
                    <a:pt x="1902" y="4765"/>
                  </a:lnTo>
                  <a:lnTo>
                    <a:pt x="1946" y="4768"/>
                  </a:lnTo>
                  <a:lnTo>
                    <a:pt x="1988" y="4768"/>
                  </a:lnTo>
                  <a:lnTo>
                    <a:pt x="2031" y="4767"/>
                  </a:lnTo>
                  <a:lnTo>
                    <a:pt x="2073" y="4763"/>
                  </a:lnTo>
                  <a:lnTo>
                    <a:pt x="2114" y="4758"/>
                  </a:lnTo>
                  <a:lnTo>
                    <a:pt x="2154" y="4751"/>
                  </a:lnTo>
                  <a:lnTo>
                    <a:pt x="2193" y="4740"/>
                  </a:lnTo>
                  <a:lnTo>
                    <a:pt x="2230" y="4729"/>
                  </a:lnTo>
                  <a:lnTo>
                    <a:pt x="2264" y="4715"/>
                  </a:lnTo>
                  <a:lnTo>
                    <a:pt x="2297" y="4700"/>
                  </a:lnTo>
                  <a:lnTo>
                    <a:pt x="3639" y="3825"/>
                  </a:lnTo>
                  <a:lnTo>
                    <a:pt x="3673" y="3795"/>
                  </a:lnTo>
                  <a:lnTo>
                    <a:pt x="3707" y="3761"/>
                  </a:lnTo>
                  <a:lnTo>
                    <a:pt x="3738" y="3725"/>
                  </a:lnTo>
                  <a:lnTo>
                    <a:pt x="3768" y="3685"/>
                  </a:lnTo>
                  <a:lnTo>
                    <a:pt x="3796" y="3644"/>
                  </a:lnTo>
                  <a:lnTo>
                    <a:pt x="3821" y="3599"/>
                  </a:lnTo>
                  <a:lnTo>
                    <a:pt x="3846" y="3553"/>
                  </a:lnTo>
                  <a:lnTo>
                    <a:pt x="3868" y="3505"/>
                  </a:lnTo>
                  <a:lnTo>
                    <a:pt x="3888" y="3456"/>
                  </a:lnTo>
                  <a:lnTo>
                    <a:pt x="3907" y="3406"/>
                  </a:lnTo>
                  <a:lnTo>
                    <a:pt x="3922" y="3354"/>
                  </a:lnTo>
                  <a:lnTo>
                    <a:pt x="3935" y="3303"/>
                  </a:lnTo>
                  <a:lnTo>
                    <a:pt x="3946" y="3250"/>
                  </a:lnTo>
                  <a:lnTo>
                    <a:pt x="3953" y="3197"/>
                  </a:lnTo>
                  <a:lnTo>
                    <a:pt x="3957" y="3144"/>
                  </a:lnTo>
                  <a:lnTo>
                    <a:pt x="3960" y="3092"/>
                  </a:lnTo>
                  <a:lnTo>
                    <a:pt x="3959" y="1313"/>
                  </a:lnTo>
                  <a:lnTo>
                    <a:pt x="3955" y="1271"/>
                  </a:lnTo>
                  <a:lnTo>
                    <a:pt x="3949" y="1229"/>
                  </a:lnTo>
                  <a:lnTo>
                    <a:pt x="3941" y="1189"/>
                  </a:lnTo>
                  <a:lnTo>
                    <a:pt x="3930" y="1149"/>
                  </a:lnTo>
                  <a:lnTo>
                    <a:pt x="3918" y="1111"/>
                  </a:lnTo>
                  <a:lnTo>
                    <a:pt x="3902" y="1075"/>
                  </a:lnTo>
                  <a:lnTo>
                    <a:pt x="3886" y="1040"/>
                  </a:lnTo>
                  <a:lnTo>
                    <a:pt x="3867" y="1006"/>
                  </a:lnTo>
                  <a:lnTo>
                    <a:pt x="3846" y="973"/>
                  </a:lnTo>
                  <a:lnTo>
                    <a:pt x="3823" y="942"/>
                  </a:lnTo>
                  <a:lnTo>
                    <a:pt x="3798" y="913"/>
                  </a:lnTo>
                  <a:lnTo>
                    <a:pt x="3771" y="886"/>
                  </a:lnTo>
                  <a:lnTo>
                    <a:pt x="3743" y="860"/>
                  </a:lnTo>
                  <a:lnTo>
                    <a:pt x="3714" y="837"/>
                  </a:lnTo>
                  <a:lnTo>
                    <a:pt x="3682" y="816"/>
                  </a:lnTo>
                  <a:lnTo>
                    <a:pt x="3649" y="796"/>
                  </a:lnTo>
                  <a:lnTo>
                    <a:pt x="2386" y="83"/>
                  </a:lnTo>
                  <a:lnTo>
                    <a:pt x="2350" y="65"/>
                  </a:lnTo>
                  <a:lnTo>
                    <a:pt x="2310" y="50"/>
                  </a:lnTo>
                  <a:lnTo>
                    <a:pt x="2268" y="36"/>
                  </a:lnTo>
                  <a:lnTo>
                    <a:pt x="2223" y="24"/>
                  </a:lnTo>
                  <a:lnTo>
                    <a:pt x="2178" y="15"/>
                  </a:lnTo>
                  <a:lnTo>
                    <a:pt x="2131" y="8"/>
                  </a:lnTo>
                  <a:lnTo>
                    <a:pt x="2082" y="3"/>
                  </a:lnTo>
                  <a:lnTo>
                    <a:pt x="2032" y="0"/>
                  </a:lnTo>
                  <a:lnTo>
                    <a:pt x="1982" y="1"/>
                  </a:lnTo>
                  <a:lnTo>
                    <a:pt x="1933" y="3"/>
                  </a:lnTo>
                  <a:lnTo>
                    <a:pt x="1882" y="9"/>
                  </a:lnTo>
                  <a:lnTo>
                    <a:pt x="1833" y="17"/>
                  </a:lnTo>
                  <a:lnTo>
                    <a:pt x="1785" y="29"/>
                  </a:lnTo>
                  <a:lnTo>
                    <a:pt x="1737" y="43"/>
                  </a:lnTo>
                  <a:lnTo>
                    <a:pt x="1691" y="62"/>
                  </a:lnTo>
                  <a:lnTo>
                    <a:pt x="1647" y="83"/>
                  </a:lnTo>
                  <a:lnTo>
                    <a:pt x="311" y="782"/>
                  </a:lnTo>
                  <a:lnTo>
                    <a:pt x="276" y="803"/>
                  </a:lnTo>
                  <a:lnTo>
                    <a:pt x="243" y="826"/>
                  </a:lnTo>
                  <a:lnTo>
                    <a:pt x="213" y="852"/>
                  </a:lnTo>
                  <a:lnTo>
                    <a:pt x="184" y="879"/>
                  </a:lnTo>
                  <a:lnTo>
                    <a:pt x="155" y="908"/>
                  </a:lnTo>
                  <a:lnTo>
                    <a:pt x="131" y="939"/>
                  </a:lnTo>
                  <a:lnTo>
                    <a:pt x="107" y="971"/>
                  </a:lnTo>
                  <a:lnTo>
                    <a:pt x="86" y="1005"/>
                  </a:lnTo>
                  <a:lnTo>
                    <a:pt x="68" y="1040"/>
                  </a:lnTo>
                  <a:lnTo>
                    <a:pt x="50" y="1076"/>
                  </a:lnTo>
                  <a:lnTo>
                    <a:pt x="36" y="1115"/>
                  </a:lnTo>
                  <a:lnTo>
                    <a:pt x="23" y="1153"/>
                  </a:lnTo>
                  <a:lnTo>
                    <a:pt x="14" y="1195"/>
                  </a:lnTo>
                  <a:lnTo>
                    <a:pt x="7" y="1236"/>
                  </a:lnTo>
                  <a:lnTo>
                    <a:pt x="2" y="1279"/>
                  </a:lnTo>
                  <a:lnTo>
                    <a:pt x="0" y="1322"/>
                  </a:lnTo>
                  <a:lnTo>
                    <a:pt x="0" y="3093"/>
                  </a:lnTo>
                  <a:lnTo>
                    <a:pt x="2" y="3147"/>
                  </a:lnTo>
                  <a:lnTo>
                    <a:pt x="7" y="3202"/>
                  </a:lnTo>
                  <a:lnTo>
                    <a:pt x="15" y="3257"/>
                  </a:lnTo>
                  <a:lnTo>
                    <a:pt x="27" y="3312"/>
                  </a:lnTo>
                  <a:lnTo>
                    <a:pt x="42" y="3366"/>
                  </a:lnTo>
                  <a:lnTo>
                    <a:pt x="59" y="3420"/>
                  </a:lnTo>
                  <a:lnTo>
                    <a:pt x="79" y="3474"/>
                  </a:lnTo>
                  <a:lnTo>
                    <a:pt x="102" y="3525"/>
                  </a:lnTo>
                  <a:lnTo>
                    <a:pt x="127" y="3576"/>
                  </a:lnTo>
                  <a:lnTo>
                    <a:pt x="154" y="3624"/>
                  </a:lnTo>
                  <a:lnTo>
                    <a:pt x="184" y="3670"/>
                  </a:lnTo>
                  <a:lnTo>
                    <a:pt x="214" y="3712"/>
                  </a:lnTo>
                  <a:lnTo>
                    <a:pt x="247" y="3752"/>
                  </a:lnTo>
                  <a:lnTo>
                    <a:pt x="281" y="3788"/>
                  </a:lnTo>
                  <a:lnTo>
                    <a:pt x="317" y="3821"/>
                  </a:lnTo>
                  <a:lnTo>
                    <a:pt x="353" y="384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7418" name="Freeform 36"/>
            <p:cNvSpPr>
              <a:spLocks/>
            </p:cNvSpPr>
            <p:nvPr/>
          </p:nvSpPr>
          <p:spPr bwMode="auto">
            <a:xfrm>
              <a:off x="943" y="2210"/>
              <a:ext cx="276" cy="187"/>
            </a:xfrm>
            <a:custGeom>
              <a:avLst/>
              <a:gdLst>
                <a:gd name="T0" fmla="*/ 11 w 1380"/>
                <a:gd name="T1" fmla="*/ 7 h 937"/>
                <a:gd name="T2" fmla="*/ 11 w 1380"/>
                <a:gd name="T3" fmla="*/ 7 h 937"/>
                <a:gd name="T4" fmla="*/ 0 w 1380"/>
                <a:gd name="T5" fmla="*/ 0 h 937"/>
                <a:gd name="T6" fmla="*/ 0 w 1380"/>
                <a:gd name="T7" fmla="*/ 1 h 937"/>
                <a:gd name="T8" fmla="*/ 10 w 1380"/>
                <a:gd name="T9" fmla="*/ 7 h 937"/>
                <a:gd name="T10" fmla="*/ 10 w 1380"/>
                <a:gd name="T11" fmla="*/ 7 h 937"/>
                <a:gd name="T12" fmla="*/ 10 w 1380"/>
                <a:gd name="T13" fmla="*/ 7 h 937"/>
                <a:gd name="T14" fmla="*/ 11 w 1380"/>
                <a:gd name="T15" fmla="*/ 7 h 937"/>
                <a:gd name="T16" fmla="*/ 11 w 1380"/>
                <a:gd name="T17" fmla="*/ 7 h 937"/>
                <a:gd name="T18" fmla="*/ 11 w 1380"/>
                <a:gd name="T19" fmla="*/ 7 h 937"/>
                <a:gd name="T20" fmla="*/ 11 w 1380"/>
                <a:gd name="T21" fmla="*/ 7 h 937"/>
                <a:gd name="T22" fmla="*/ 11 w 1380"/>
                <a:gd name="T23" fmla="*/ 7 h 937"/>
                <a:gd name="T24" fmla="*/ 11 w 1380"/>
                <a:gd name="T25" fmla="*/ 7 h 937"/>
                <a:gd name="T26" fmla="*/ 11 w 1380"/>
                <a:gd name="T27" fmla="*/ 7 h 937"/>
                <a:gd name="T28" fmla="*/ 11 w 1380"/>
                <a:gd name="T29" fmla="*/ 7 h 937"/>
                <a:gd name="T30" fmla="*/ 11 w 1380"/>
                <a:gd name="T31" fmla="*/ 7 h 93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80"/>
                <a:gd name="T49" fmla="*/ 0 h 937"/>
                <a:gd name="T50" fmla="*/ 1380 w 1380"/>
                <a:gd name="T51" fmla="*/ 937 h 93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80" h="937">
                  <a:moveTo>
                    <a:pt x="1354" y="848"/>
                  </a:moveTo>
                  <a:lnTo>
                    <a:pt x="1359" y="851"/>
                  </a:lnTo>
                  <a:lnTo>
                    <a:pt x="51" y="0"/>
                  </a:lnTo>
                  <a:lnTo>
                    <a:pt x="0" y="78"/>
                  </a:lnTo>
                  <a:lnTo>
                    <a:pt x="1307" y="929"/>
                  </a:lnTo>
                  <a:lnTo>
                    <a:pt x="1312" y="932"/>
                  </a:lnTo>
                  <a:lnTo>
                    <a:pt x="1307" y="929"/>
                  </a:lnTo>
                  <a:lnTo>
                    <a:pt x="1326" y="937"/>
                  </a:lnTo>
                  <a:lnTo>
                    <a:pt x="1345" y="936"/>
                  </a:lnTo>
                  <a:lnTo>
                    <a:pt x="1360" y="929"/>
                  </a:lnTo>
                  <a:lnTo>
                    <a:pt x="1372" y="916"/>
                  </a:lnTo>
                  <a:lnTo>
                    <a:pt x="1379" y="899"/>
                  </a:lnTo>
                  <a:lnTo>
                    <a:pt x="1380" y="883"/>
                  </a:lnTo>
                  <a:lnTo>
                    <a:pt x="1374" y="865"/>
                  </a:lnTo>
                  <a:lnTo>
                    <a:pt x="1359" y="851"/>
                  </a:lnTo>
                  <a:lnTo>
                    <a:pt x="1354" y="84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7419" name="Freeform 37"/>
            <p:cNvSpPr>
              <a:spLocks/>
            </p:cNvSpPr>
            <p:nvPr/>
          </p:nvSpPr>
          <p:spPr bwMode="auto">
            <a:xfrm>
              <a:off x="1206" y="2379"/>
              <a:ext cx="140" cy="32"/>
            </a:xfrm>
            <a:custGeom>
              <a:avLst/>
              <a:gdLst>
                <a:gd name="T0" fmla="*/ 5 w 703"/>
                <a:gd name="T1" fmla="*/ 0 h 162"/>
                <a:gd name="T2" fmla="*/ 5 w 703"/>
                <a:gd name="T3" fmla="*/ 0 h 162"/>
                <a:gd name="T4" fmla="*/ 5 w 703"/>
                <a:gd name="T5" fmla="*/ 0 h 162"/>
                <a:gd name="T6" fmla="*/ 5 w 703"/>
                <a:gd name="T7" fmla="*/ 0 h 162"/>
                <a:gd name="T8" fmla="*/ 4 w 703"/>
                <a:gd name="T9" fmla="*/ 0 h 162"/>
                <a:gd name="T10" fmla="*/ 4 w 703"/>
                <a:gd name="T11" fmla="*/ 0 h 162"/>
                <a:gd name="T12" fmla="*/ 4 w 703"/>
                <a:gd name="T13" fmla="*/ 0 h 162"/>
                <a:gd name="T14" fmla="*/ 3 w 703"/>
                <a:gd name="T15" fmla="*/ 1 h 162"/>
                <a:gd name="T16" fmla="*/ 3 w 703"/>
                <a:gd name="T17" fmla="*/ 1 h 162"/>
                <a:gd name="T18" fmla="*/ 3 w 703"/>
                <a:gd name="T19" fmla="*/ 1 h 162"/>
                <a:gd name="T20" fmla="*/ 2 w 703"/>
                <a:gd name="T21" fmla="*/ 1 h 162"/>
                <a:gd name="T22" fmla="*/ 2 w 703"/>
                <a:gd name="T23" fmla="*/ 1 h 162"/>
                <a:gd name="T24" fmla="*/ 2 w 703"/>
                <a:gd name="T25" fmla="*/ 0 h 162"/>
                <a:gd name="T26" fmla="*/ 1 w 703"/>
                <a:gd name="T27" fmla="*/ 0 h 162"/>
                <a:gd name="T28" fmla="*/ 1 w 703"/>
                <a:gd name="T29" fmla="*/ 0 h 162"/>
                <a:gd name="T30" fmla="*/ 1 w 703"/>
                <a:gd name="T31" fmla="*/ 0 h 162"/>
                <a:gd name="T32" fmla="*/ 1 w 703"/>
                <a:gd name="T33" fmla="*/ 0 h 162"/>
                <a:gd name="T34" fmla="*/ 0 w 703"/>
                <a:gd name="T35" fmla="*/ 0 h 162"/>
                <a:gd name="T36" fmla="*/ 0 w 703"/>
                <a:gd name="T37" fmla="*/ 1 h 162"/>
                <a:gd name="T38" fmla="*/ 0 w 703"/>
                <a:gd name="T39" fmla="*/ 1 h 162"/>
                <a:gd name="T40" fmla="*/ 1 w 703"/>
                <a:gd name="T41" fmla="*/ 1 h 162"/>
                <a:gd name="T42" fmla="*/ 1 w 703"/>
                <a:gd name="T43" fmla="*/ 1 h 162"/>
                <a:gd name="T44" fmla="*/ 1 w 703"/>
                <a:gd name="T45" fmla="*/ 1 h 162"/>
                <a:gd name="T46" fmla="*/ 2 w 703"/>
                <a:gd name="T47" fmla="*/ 1 h 162"/>
                <a:gd name="T48" fmla="*/ 2 w 703"/>
                <a:gd name="T49" fmla="*/ 1 h 162"/>
                <a:gd name="T50" fmla="*/ 2 w 703"/>
                <a:gd name="T51" fmla="*/ 1 h 162"/>
                <a:gd name="T52" fmla="*/ 3 w 703"/>
                <a:gd name="T53" fmla="*/ 1 h 162"/>
                <a:gd name="T54" fmla="*/ 3 w 703"/>
                <a:gd name="T55" fmla="*/ 1 h 162"/>
                <a:gd name="T56" fmla="*/ 3 w 703"/>
                <a:gd name="T57" fmla="*/ 1 h 162"/>
                <a:gd name="T58" fmla="*/ 4 w 703"/>
                <a:gd name="T59" fmla="*/ 1 h 162"/>
                <a:gd name="T60" fmla="*/ 4 w 703"/>
                <a:gd name="T61" fmla="*/ 1 h 162"/>
                <a:gd name="T62" fmla="*/ 5 w 703"/>
                <a:gd name="T63" fmla="*/ 1 h 162"/>
                <a:gd name="T64" fmla="*/ 5 w 703"/>
                <a:gd name="T65" fmla="*/ 1 h 162"/>
                <a:gd name="T66" fmla="*/ 5 w 703"/>
                <a:gd name="T67" fmla="*/ 1 h 162"/>
                <a:gd name="T68" fmla="*/ 5 w 703"/>
                <a:gd name="T69" fmla="*/ 1 h 162"/>
                <a:gd name="T70" fmla="*/ 5 w 703"/>
                <a:gd name="T71" fmla="*/ 1 h 162"/>
                <a:gd name="T72" fmla="*/ 5 w 703"/>
                <a:gd name="T73" fmla="*/ 1 h 162"/>
                <a:gd name="T74" fmla="*/ 5 w 703"/>
                <a:gd name="T75" fmla="*/ 1 h 162"/>
                <a:gd name="T76" fmla="*/ 6 w 703"/>
                <a:gd name="T77" fmla="*/ 0 h 162"/>
                <a:gd name="T78" fmla="*/ 6 w 703"/>
                <a:gd name="T79" fmla="*/ 0 h 162"/>
                <a:gd name="T80" fmla="*/ 6 w 703"/>
                <a:gd name="T81" fmla="*/ 0 h 162"/>
                <a:gd name="T82" fmla="*/ 5 w 703"/>
                <a:gd name="T83" fmla="*/ 0 h 162"/>
                <a:gd name="T84" fmla="*/ 5 w 703"/>
                <a:gd name="T85" fmla="*/ 0 h 162"/>
                <a:gd name="T86" fmla="*/ 5 w 703"/>
                <a:gd name="T87" fmla="*/ 0 h 162"/>
                <a:gd name="T88" fmla="*/ 5 w 703"/>
                <a:gd name="T89" fmla="*/ 0 h 162"/>
                <a:gd name="T90" fmla="*/ 5 w 703"/>
                <a:gd name="T91" fmla="*/ 0 h 162"/>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703"/>
                <a:gd name="T139" fmla="*/ 0 h 162"/>
                <a:gd name="T140" fmla="*/ 703 w 703"/>
                <a:gd name="T141" fmla="*/ 162 h 162"/>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703" h="162">
                  <a:moveTo>
                    <a:pt x="631" y="8"/>
                  </a:moveTo>
                  <a:lnTo>
                    <a:pt x="636" y="6"/>
                  </a:lnTo>
                  <a:lnTo>
                    <a:pt x="606" y="20"/>
                  </a:lnTo>
                  <a:lnTo>
                    <a:pt x="575" y="32"/>
                  </a:lnTo>
                  <a:lnTo>
                    <a:pt x="540" y="42"/>
                  </a:lnTo>
                  <a:lnTo>
                    <a:pt x="504" y="52"/>
                  </a:lnTo>
                  <a:lnTo>
                    <a:pt x="467" y="59"/>
                  </a:lnTo>
                  <a:lnTo>
                    <a:pt x="428" y="64"/>
                  </a:lnTo>
                  <a:lnTo>
                    <a:pt x="389" y="67"/>
                  </a:lnTo>
                  <a:lnTo>
                    <a:pt x="348" y="68"/>
                  </a:lnTo>
                  <a:lnTo>
                    <a:pt x="308" y="68"/>
                  </a:lnTo>
                  <a:lnTo>
                    <a:pt x="267" y="65"/>
                  </a:lnTo>
                  <a:lnTo>
                    <a:pt x="226" y="61"/>
                  </a:lnTo>
                  <a:lnTo>
                    <a:pt x="187" y="54"/>
                  </a:lnTo>
                  <a:lnTo>
                    <a:pt x="148" y="44"/>
                  </a:lnTo>
                  <a:lnTo>
                    <a:pt x="110" y="33"/>
                  </a:lnTo>
                  <a:lnTo>
                    <a:pt x="75" y="20"/>
                  </a:lnTo>
                  <a:lnTo>
                    <a:pt x="42" y="5"/>
                  </a:lnTo>
                  <a:lnTo>
                    <a:pt x="0" y="89"/>
                  </a:lnTo>
                  <a:lnTo>
                    <a:pt x="40" y="107"/>
                  </a:lnTo>
                  <a:lnTo>
                    <a:pt x="82" y="122"/>
                  </a:lnTo>
                  <a:lnTo>
                    <a:pt x="124" y="135"/>
                  </a:lnTo>
                  <a:lnTo>
                    <a:pt x="169" y="146"/>
                  </a:lnTo>
                  <a:lnTo>
                    <a:pt x="214" y="153"/>
                  </a:lnTo>
                  <a:lnTo>
                    <a:pt x="258" y="158"/>
                  </a:lnTo>
                  <a:lnTo>
                    <a:pt x="303" y="162"/>
                  </a:lnTo>
                  <a:lnTo>
                    <a:pt x="348" y="162"/>
                  </a:lnTo>
                  <a:lnTo>
                    <a:pt x="394" y="161"/>
                  </a:lnTo>
                  <a:lnTo>
                    <a:pt x="439" y="157"/>
                  </a:lnTo>
                  <a:lnTo>
                    <a:pt x="481" y="150"/>
                  </a:lnTo>
                  <a:lnTo>
                    <a:pt x="525" y="143"/>
                  </a:lnTo>
                  <a:lnTo>
                    <a:pt x="566" y="132"/>
                  </a:lnTo>
                  <a:lnTo>
                    <a:pt x="606" y="121"/>
                  </a:lnTo>
                  <a:lnTo>
                    <a:pt x="643" y="105"/>
                  </a:lnTo>
                  <a:lnTo>
                    <a:pt x="678" y="88"/>
                  </a:lnTo>
                  <a:lnTo>
                    <a:pt x="683" y="86"/>
                  </a:lnTo>
                  <a:lnTo>
                    <a:pt x="678" y="88"/>
                  </a:lnTo>
                  <a:lnTo>
                    <a:pt x="695" y="75"/>
                  </a:lnTo>
                  <a:lnTo>
                    <a:pt x="702" y="60"/>
                  </a:lnTo>
                  <a:lnTo>
                    <a:pt x="703" y="42"/>
                  </a:lnTo>
                  <a:lnTo>
                    <a:pt x="698" y="26"/>
                  </a:lnTo>
                  <a:lnTo>
                    <a:pt x="688" y="12"/>
                  </a:lnTo>
                  <a:lnTo>
                    <a:pt x="674" y="3"/>
                  </a:lnTo>
                  <a:lnTo>
                    <a:pt x="656" y="0"/>
                  </a:lnTo>
                  <a:lnTo>
                    <a:pt x="636" y="6"/>
                  </a:lnTo>
                  <a:lnTo>
                    <a:pt x="631"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7420" name="Freeform 38"/>
            <p:cNvSpPr>
              <a:spLocks/>
            </p:cNvSpPr>
            <p:nvPr/>
          </p:nvSpPr>
          <p:spPr bwMode="auto">
            <a:xfrm>
              <a:off x="1332" y="2204"/>
              <a:ext cx="283" cy="192"/>
            </a:xfrm>
            <a:custGeom>
              <a:avLst/>
              <a:gdLst>
                <a:gd name="T0" fmla="*/ 11 w 1415"/>
                <a:gd name="T1" fmla="*/ 0 h 960"/>
                <a:gd name="T2" fmla="*/ 11 w 1415"/>
                <a:gd name="T3" fmla="*/ 0 h 960"/>
                <a:gd name="T4" fmla="*/ 0 w 1415"/>
                <a:gd name="T5" fmla="*/ 7 h 960"/>
                <a:gd name="T6" fmla="*/ 0 w 1415"/>
                <a:gd name="T7" fmla="*/ 8 h 960"/>
                <a:gd name="T8" fmla="*/ 11 w 1415"/>
                <a:gd name="T9" fmla="*/ 1 h 960"/>
                <a:gd name="T10" fmla="*/ 11 w 1415"/>
                <a:gd name="T11" fmla="*/ 1 h 960"/>
                <a:gd name="T12" fmla="*/ 11 w 1415"/>
                <a:gd name="T13" fmla="*/ 1 h 960"/>
                <a:gd name="T14" fmla="*/ 11 w 1415"/>
                <a:gd name="T15" fmla="*/ 1 h 960"/>
                <a:gd name="T16" fmla="*/ 11 w 1415"/>
                <a:gd name="T17" fmla="*/ 0 h 960"/>
                <a:gd name="T18" fmla="*/ 11 w 1415"/>
                <a:gd name="T19" fmla="*/ 0 h 960"/>
                <a:gd name="T20" fmla="*/ 11 w 1415"/>
                <a:gd name="T21" fmla="*/ 0 h 960"/>
                <a:gd name="T22" fmla="*/ 11 w 1415"/>
                <a:gd name="T23" fmla="*/ 0 h 960"/>
                <a:gd name="T24" fmla="*/ 11 w 1415"/>
                <a:gd name="T25" fmla="*/ 0 h 960"/>
                <a:gd name="T26" fmla="*/ 11 w 1415"/>
                <a:gd name="T27" fmla="*/ 0 h 960"/>
                <a:gd name="T28" fmla="*/ 11 w 1415"/>
                <a:gd name="T29" fmla="*/ 0 h 960"/>
                <a:gd name="T30" fmla="*/ 11 w 1415"/>
                <a:gd name="T31" fmla="*/ 0 h 96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15"/>
                <a:gd name="T49" fmla="*/ 0 h 960"/>
                <a:gd name="T50" fmla="*/ 1415 w 1415"/>
                <a:gd name="T51" fmla="*/ 960 h 96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15" h="960">
                  <a:moveTo>
                    <a:pt x="1338" y="10"/>
                  </a:moveTo>
                  <a:lnTo>
                    <a:pt x="1342" y="8"/>
                  </a:lnTo>
                  <a:lnTo>
                    <a:pt x="0" y="882"/>
                  </a:lnTo>
                  <a:lnTo>
                    <a:pt x="52" y="960"/>
                  </a:lnTo>
                  <a:lnTo>
                    <a:pt x="1393" y="85"/>
                  </a:lnTo>
                  <a:lnTo>
                    <a:pt x="1397" y="83"/>
                  </a:lnTo>
                  <a:lnTo>
                    <a:pt x="1393" y="85"/>
                  </a:lnTo>
                  <a:lnTo>
                    <a:pt x="1409" y="71"/>
                  </a:lnTo>
                  <a:lnTo>
                    <a:pt x="1415" y="53"/>
                  </a:lnTo>
                  <a:lnTo>
                    <a:pt x="1413" y="37"/>
                  </a:lnTo>
                  <a:lnTo>
                    <a:pt x="1406" y="21"/>
                  </a:lnTo>
                  <a:lnTo>
                    <a:pt x="1395" y="8"/>
                  </a:lnTo>
                  <a:lnTo>
                    <a:pt x="1379" y="1"/>
                  </a:lnTo>
                  <a:lnTo>
                    <a:pt x="1361" y="0"/>
                  </a:lnTo>
                  <a:lnTo>
                    <a:pt x="1342" y="8"/>
                  </a:lnTo>
                  <a:lnTo>
                    <a:pt x="1338" y="1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7421" name="Freeform 39"/>
            <p:cNvSpPr>
              <a:spLocks/>
            </p:cNvSpPr>
            <p:nvPr/>
          </p:nvSpPr>
          <p:spPr bwMode="auto">
            <a:xfrm>
              <a:off x="1599" y="2057"/>
              <a:ext cx="80" cy="163"/>
            </a:xfrm>
            <a:custGeom>
              <a:avLst/>
              <a:gdLst>
                <a:gd name="T0" fmla="*/ 2 w 398"/>
                <a:gd name="T1" fmla="*/ 0 h 817"/>
                <a:gd name="T2" fmla="*/ 2 w 398"/>
                <a:gd name="T3" fmla="*/ 0 h 817"/>
                <a:gd name="T4" fmla="*/ 2 w 398"/>
                <a:gd name="T5" fmla="*/ 1 h 817"/>
                <a:gd name="T6" fmla="*/ 2 w 398"/>
                <a:gd name="T7" fmla="*/ 1 h 817"/>
                <a:gd name="T8" fmla="*/ 2 w 398"/>
                <a:gd name="T9" fmla="*/ 2 h 817"/>
                <a:gd name="T10" fmla="*/ 2 w 398"/>
                <a:gd name="T11" fmla="*/ 2 h 817"/>
                <a:gd name="T12" fmla="*/ 2 w 398"/>
                <a:gd name="T13" fmla="*/ 2 h 817"/>
                <a:gd name="T14" fmla="*/ 2 w 398"/>
                <a:gd name="T15" fmla="*/ 3 h 817"/>
                <a:gd name="T16" fmla="*/ 2 w 398"/>
                <a:gd name="T17" fmla="*/ 3 h 817"/>
                <a:gd name="T18" fmla="*/ 2 w 398"/>
                <a:gd name="T19" fmla="*/ 4 h 817"/>
                <a:gd name="T20" fmla="*/ 2 w 398"/>
                <a:gd name="T21" fmla="*/ 4 h 817"/>
                <a:gd name="T22" fmla="*/ 1 w 398"/>
                <a:gd name="T23" fmla="*/ 4 h 817"/>
                <a:gd name="T24" fmla="*/ 1 w 398"/>
                <a:gd name="T25" fmla="*/ 5 h 817"/>
                <a:gd name="T26" fmla="*/ 1 w 398"/>
                <a:gd name="T27" fmla="*/ 5 h 817"/>
                <a:gd name="T28" fmla="*/ 1 w 398"/>
                <a:gd name="T29" fmla="*/ 5 h 817"/>
                <a:gd name="T30" fmla="*/ 1 w 398"/>
                <a:gd name="T31" fmla="*/ 5 h 817"/>
                <a:gd name="T32" fmla="*/ 0 w 398"/>
                <a:gd name="T33" fmla="*/ 6 h 817"/>
                <a:gd name="T34" fmla="*/ 0 w 398"/>
                <a:gd name="T35" fmla="*/ 6 h 817"/>
                <a:gd name="T36" fmla="*/ 0 w 398"/>
                <a:gd name="T37" fmla="*/ 7 h 817"/>
                <a:gd name="T38" fmla="*/ 1 w 398"/>
                <a:gd name="T39" fmla="*/ 6 h 817"/>
                <a:gd name="T40" fmla="*/ 1 w 398"/>
                <a:gd name="T41" fmla="*/ 6 h 817"/>
                <a:gd name="T42" fmla="*/ 1 w 398"/>
                <a:gd name="T43" fmla="*/ 6 h 817"/>
                <a:gd name="T44" fmla="*/ 2 w 398"/>
                <a:gd name="T45" fmla="*/ 5 h 817"/>
                <a:gd name="T46" fmla="*/ 2 w 398"/>
                <a:gd name="T47" fmla="*/ 5 h 817"/>
                <a:gd name="T48" fmla="*/ 2 w 398"/>
                <a:gd name="T49" fmla="*/ 5 h 817"/>
                <a:gd name="T50" fmla="*/ 2 w 398"/>
                <a:gd name="T51" fmla="*/ 4 h 817"/>
                <a:gd name="T52" fmla="*/ 2 w 398"/>
                <a:gd name="T53" fmla="*/ 4 h 817"/>
                <a:gd name="T54" fmla="*/ 3 w 398"/>
                <a:gd name="T55" fmla="*/ 3 h 817"/>
                <a:gd name="T56" fmla="*/ 3 w 398"/>
                <a:gd name="T57" fmla="*/ 3 h 817"/>
                <a:gd name="T58" fmla="*/ 3 w 398"/>
                <a:gd name="T59" fmla="*/ 3 h 817"/>
                <a:gd name="T60" fmla="*/ 3 w 398"/>
                <a:gd name="T61" fmla="*/ 2 h 817"/>
                <a:gd name="T62" fmla="*/ 3 w 398"/>
                <a:gd name="T63" fmla="*/ 2 h 817"/>
                <a:gd name="T64" fmla="*/ 3 w 398"/>
                <a:gd name="T65" fmla="*/ 1 h 817"/>
                <a:gd name="T66" fmla="*/ 3 w 398"/>
                <a:gd name="T67" fmla="*/ 1 h 817"/>
                <a:gd name="T68" fmla="*/ 3 w 398"/>
                <a:gd name="T69" fmla="*/ 0 h 817"/>
                <a:gd name="T70" fmla="*/ 3 w 398"/>
                <a:gd name="T71" fmla="*/ 0 h 817"/>
                <a:gd name="T72" fmla="*/ 3 w 398"/>
                <a:gd name="T73" fmla="*/ 0 h 817"/>
                <a:gd name="T74" fmla="*/ 3 w 398"/>
                <a:gd name="T75" fmla="*/ 0 h 817"/>
                <a:gd name="T76" fmla="*/ 3 w 398"/>
                <a:gd name="T77" fmla="*/ 0 h 817"/>
                <a:gd name="T78" fmla="*/ 3 w 398"/>
                <a:gd name="T79" fmla="*/ 0 h 817"/>
                <a:gd name="T80" fmla="*/ 3 w 398"/>
                <a:gd name="T81" fmla="*/ 0 h 817"/>
                <a:gd name="T82" fmla="*/ 3 w 398"/>
                <a:gd name="T83" fmla="*/ 0 h 817"/>
                <a:gd name="T84" fmla="*/ 3 w 398"/>
                <a:gd name="T85" fmla="*/ 0 h 817"/>
                <a:gd name="T86" fmla="*/ 2 w 398"/>
                <a:gd name="T87" fmla="*/ 0 h 817"/>
                <a:gd name="T88" fmla="*/ 2 w 398"/>
                <a:gd name="T89" fmla="*/ 0 h 817"/>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398"/>
                <a:gd name="T136" fmla="*/ 0 h 817"/>
                <a:gd name="T137" fmla="*/ 398 w 398"/>
                <a:gd name="T138" fmla="*/ 817 h 817"/>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398" h="817">
                  <a:moveTo>
                    <a:pt x="304" y="47"/>
                  </a:moveTo>
                  <a:lnTo>
                    <a:pt x="304" y="47"/>
                  </a:lnTo>
                  <a:lnTo>
                    <a:pt x="301" y="97"/>
                  </a:lnTo>
                  <a:lnTo>
                    <a:pt x="297" y="147"/>
                  </a:lnTo>
                  <a:lnTo>
                    <a:pt x="291" y="198"/>
                  </a:lnTo>
                  <a:lnTo>
                    <a:pt x="280" y="247"/>
                  </a:lnTo>
                  <a:lnTo>
                    <a:pt x="268" y="297"/>
                  </a:lnTo>
                  <a:lnTo>
                    <a:pt x="253" y="347"/>
                  </a:lnTo>
                  <a:lnTo>
                    <a:pt x="236" y="395"/>
                  </a:lnTo>
                  <a:lnTo>
                    <a:pt x="217" y="442"/>
                  </a:lnTo>
                  <a:lnTo>
                    <a:pt x="195" y="487"/>
                  </a:lnTo>
                  <a:lnTo>
                    <a:pt x="171" y="532"/>
                  </a:lnTo>
                  <a:lnTo>
                    <a:pt x="147" y="574"/>
                  </a:lnTo>
                  <a:lnTo>
                    <a:pt x="121" y="613"/>
                  </a:lnTo>
                  <a:lnTo>
                    <a:pt x="93" y="650"/>
                  </a:lnTo>
                  <a:lnTo>
                    <a:pt x="64" y="684"/>
                  </a:lnTo>
                  <a:lnTo>
                    <a:pt x="32" y="716"/>
                  </a:lnTo>
                  <a:lnTo>
                    <a:pt x="0" y="744"/>
                  </a:lnTo>
                  <a:lnTo>
                    <a:pt x="59" y="817"/>
                  </a:lnTo>
                  <a:lnTo>
                    <a:pt x="95" y="784"/>
                  </a:lnTo>
                  <a:lnTo>
                    <a:pt x="132" y="748"/>
                  </a:lnTo>
                  <a:lnTo>
                    <a:pt x="166" y="709"/>
                  </a:lnTo>
                  <a:lnTo>
                    <a:pt x="196" y="667"/>
                  </a:lnTo>
                  <a:lnTo>
                    <a:pt x="227" y="623"/>
                  </a:lnTo>
                  <a:lnTo>
                    <a:pt x="253" y="576"/>
                  </a:lnTo>
                  <a:lnTo>
                    <a:pt x="279" y="530"/>
                  </a:lnTo>
                  <a:lnTo>
                    <a:pt x="301" y="479"/>
                  </a:lnTo>
                  <a:lnTo>
                    <a:pt x="323" y="428"/>
                  </a:lnTo>
                  <a:lnTo>
                    <a:pt x="342" y="375"/>
                  </a:lnTo>
                  <a:lnTo>
                    <a:pt x="359" y="321"/>
                  </a:lnTo>
                  <a:lnTo>
                    <a:pt x="372" y="268"/>
                  </a:lnTo>
                  <a:lnTo>
                    <a:pt x="382" y="212"/>
                  </a:lnTo>
                  <a:lnTo>
                    <a:pt x="391" y="157"/>
                  </a:lnTo>
                  <a:lnTo>
                    <a:pt x="395" y="102"/>
                  </a:lnTo>
                  <a:lnTo>
                    <a:pt x="398" y="47"/>
                  </a:lnTo>
                  <a:lnTo>
                    <a:pt x="394" y="27"/>
                  </a:lnTo>
                  <a:lnTo>
                    <a:pt x="383" y="11"/>
                  </a:lnTo>
                  <a:lnTo>
                    <a:pt x="368" y="3"/>
                  </a:lnTo>
                  <a:lnTo>
                    <a:pt x="351" y="0"/>
                  </a:lnTo>
                  <a:lnTo>
                    <a:pt x="333" y="3"/>
                  </a:lnTo>
                  <a:lnTo>
                    <a:pt x="319" y="11"/>
                  </a:lnTo>
                  <a:lnTo>
                    <a:pt x="307" y="27"/>
                  </a:lnTo>
                  <a:lnTo>
                    <a:pt x="304" y="4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7422" name="Freeform 40"/>
            <p:cNvSpPr>
              <a:spLocks/>
            </p:cNvSpPr>
            <p:nvPr/>
          </p:nvSpPr>
          <p:spPr bwMode="auto">
            <a:xfrm>
              <a:off x="1660" y="1701"/>
              <a:ext cx="19" cy="365"/>
            </a:xfrm>
            <a:custGeom>
              <a:avLst/>
              <a:gdLst>
                <a:gd name="T0" fmla="*/ 0 w 95"/>
                <a:gd name="T1" fmla="*/ 0 h 1826"/>
                <a:gd name="T2" fmla="*/ 0 w 95"/>
                <a:gd name="T3" fmla="*/ 0 h 1826"/>
                <a:gd name="T4" fmla="*/ 0 w 95"/>
                <a:gd name="T5" fmla="*/ 15 h 1826"/>
                <a:gd name="T6" fmla="*/ 1 w 95"/>
                <a:gd name="T7" fmla="*/ 15 h 1826"/>
                <a:gd name="T8" fmla="*/ 1 w 95"/>
                <a:gd name="T9" fmla="*/ 0 h 1826"/>
                <a:gd name="T10" fmla="*/ 1 w 95"/>
                <a:gd name="T11" fmla="*/ 0 h 1826"/>
                <a:gd name="T12" fmla="*/ 1 w 95"/>
                <a:gd name="T13" fmla="*/ 0 h 1826"/>
                <a:gd name="T14" fmla="*/ 1 w 95"/>
                <a:gd name="T15" fmla="*/ 0 h 1826"/>
                <a:gd name="T16" fmla="*/ 1 w 95"/>
                <a:gd name="T17" fmla="*/ 0 h 1826"/>
                <a:gd name="T18" fmla="*/ 1 w 95"/>
                <a:gd name="T19" fmla="*/ 0 h 1826"/>
                <a:gd name="T20" fmla="*/ 0 w 95"/>
                <a:gd name="T21" fmla="*/ 0 h 1826"/>
                <a:gd name="T22" fmla="*/ 0 w 95"/>
                <a:gd name="T23" fmla="*/ 0 h 1826"/>
                <a:gd name="T24" fmla="*/ 0 w 95"/>
                <a:gd name="T25" fmla="*/ 0 h 1826"/>
                <a:gd name="T26" fmla="*/ 0 w 95"/>
                <a:gd name="T27" fmla="*/ 0 h 1826"/>
                <a:gd name="T28" fmla="*/ 0 w 95"/>
                <a:gd name="T29" fmla="*/ 0 h 1826"/>
                <a:gd name="T30" fmla="*/ 0 w 95"/>
                <a:gd name="T31" fmla="*/ 0 h 182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95"/>
                <a:gd name="T49" fmla="*/ 0 h 1826"/>
                <a:gd name="T50" fmla="*/ 95 w 95"/>
                <a:gd name="T51" fmla="*/ 1826 h 182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95" h="1826">
                  <a:moveTo>
                    <a:pt x="0" y="49"/>
                  </a:moveTo>
                  <a:lnTo>
                    <a:pt x="0" y="47"/>
                  </a:lnTo>
                  <a:lnTo>
                    <a:pt x="1" y="1826"/>
                  </a:lnTo>
                  <a:lnTo>
                    <a:pt x="95" y="1826"/>
                  </a:lnTo>
                  <a:lnTo>
                    <a:pt x="93" y="47"/>
                  </a:lnTo>
                  <a:lnTo>
                    <a:pt x="93" y="45"/>
                  </a:lnTo>
                  <a:lnTo>
                    <a:pt x="93" y="47"/>
                  </a:lnTo>
                  <a:lnTo>
                    <a:pt x="90" y="27"/>
                  </a:lnTo>
                  <a:lnTo>
                    <a:pt x="79" y="12"/>
                  </a:lnTo>
                  <a:lnTo>
                    <a:pt x="64" y="4"/>
                  </a:lnTo>
                  <a:lnTo>
                    <a:pt x="47" y="0"/>
                  </a:lnTo>
                  <a:lnTo>
                    <a:pt x="29" y="4"/>
                  </a:lnTo>
                  <a:lnTo>
                    <a:pt x="15" y="12"/>
                  </a:lnTo>
                  <a:lnTo>
                    <a:pt x="3" y="27"/>
                  </a:lnTo>
                  <a:lnTo>
                    <a:pt x="0" y="47"/>
                  </a:lnTo>
                  <a:lnTo>
                    <a:pt x="0" y="4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7423" name="Freeform 41"/>
            <p:cNvSpPr>
              <a:spLocks/>
            </p:cNvSpPr>
            <p:nvPr/>
          </p:nvSpPr>
          <p:spPr bwMode="auto">
            <a:xfrm>
              <a:off x="1598" y="1598"/>
              <a:ext cx="81" cy="113"/>
            </a:xfrm>
            <a:custGeom>
              <a:avLst/>
              <a:gdLst>
                <a:gd name="T0" fmla="*/ 0 w 401"/>
                <a:gd name="T1" fmla="*/ 1 h 566"/>
                <a:gd name="T2" fmla="*/ 0 w 401"/>
                <a:gd name="T3" fmla="*/ 1 h 566"/>
                <a:gd name="T4" fmla="*/ 0 w 401"/>
                <a:gd name="T5" fmla="*/ 1 h 566"/>
                <a:gd name="T6" fmla="*/ 1 w 401"/>
                <a:gd name="T7" fmla="*/ 1 h 566"/>
                <a:gd name="T8" fmla="*/ 1 w 401"/>
                <a:gd name="T9" fmla="*/ 1 h 566"/>
                <a:gd name="T10" fmla="*/ 1 w 401"/>
                <a:gd name="T11" fmla="*/ 1 h 566"/>
                <a:gd name="T12" fmla="*/ 1 w 401"/>
                <a:gd name="T13" fmla="*/ 2 h 566"/>
                <a:gd name="T14" fmla="*/ 1 w 401"/>
                <a:gd name="T15" fmla="*/ 2 h 566"/>
                <a:gd name="T16" fmla="*/ 2 w 401"/>
                <a:gd name="T17" fmla="*/ 2 h 566"/>
                <a:gd name="T18" fmla="*/ 2 w 401"/>
                <a:gd name="T19" fmla="*/ 2 h 566"/>
                <a:gd name="T20" fmla="*/ 2 w 401"/>
                <a:gd name="T21" fmla="*/ 2 h 566"/>
                <a:gd name="T22" fmla="*/ 2 w 401"/>
                <a:gd name="T23" fmla="*/ 3 h 566"/>
                <a:gd name="T24" fmla="*/ 2 w 401"/>
                <a:gd name="T25" fmla="*/ 3 h 566"/>
                <a:gd name="T26" fmla="*/ 2 w 401"/>
                <a:gd name="T27" fmla="*/ 3 h 566"/>
                <a:gd name="T28" fmla="*/ 2 w 401"/>
                <a:gd name="T29" fmla="*/ 4 h 566"/>
                <a:gd name="T30" fmla="*/ 2 w 401"/>
                <a:gd name="T31" fmla="*/ 4 h 566"/>
                <a:gd name="T32" fmla="*/ 2 w 401"/>
                <a:gd name="T33" fmla="*/ 4 h 566"/>
                <a:gd name="T34" fmla="*/ 3 w 401"/>
                <a:gd name="T35" fmla="*/ 5 h 566"/>
                <a:gd name="T36" fmla="*/ 3 w 401"/>
                <a:gd name="T37" fmla="*/ 4 h 566"/>
                <a:gd name="T38" fmla="*/ 3 w 401"/>
                <a:gd name="T39" fmla="*/ 4 h 566"/>
                <a:gd name="T40" fmla="*/ 3 w 401"/>
                <a:gd name="T41" fmla="*/ 4 h 566"/>
                <a:gd name="T42" fmla="*/ 3 w 401"/>
                <a:gd name="T43" fmla="*/ 3 h 566"/>
                <a:gd name="T44" fmla="*/ 3 w 401"/>
                <a:gd name="T45" fmla="*/ 3 h 566"/>
                <a:gd name="T46" fmla="*/ 3 w 401"/>
                <a:gd name="T47" fmla="*/ 3 h 566"/>
                <a:gd name="T48" fmla="*/ 3 w 401"/>
                <a:gd name="T49" fmla="*/ 2 h 566"/>
                <a:gd name="T50" fmla="*/ 3 w 401"/>
                <a:gd name="T51" fmla="*/ 2 h 566"/>
                <a:gd name="T52" fmla="*/ 2 w 401"/>
                <a:gd name="T53" fmla="*/ 2 h 566"/>
                <a:gd name="T54" fmla="*/ 2 w 401"/>
                <a:gd name="T55" fmla="*/ 2 h 566"/>
                <a:gd name="T56" fmla="*/ 2 w 401"/>
                <a:gd name="T57" fmla="*/ 1 h 566"/>
                <a:gd name="T58" fmla="*/ 2 w 401"/>
                <a:gd name="T59" fmla="*/ 1 h 566"/>
                <a:gd name="T60" fmla="*/ 2 w 401"/>
                <a:gd name="T61" fmla="*/ 1 h 566"/>
                <a:gd name="T62" fmla="*/ 1 w 401"/>
                <a:gd name="T63" fmla="*/ 1 h 566"/>
                <a:gd name="T64" fmla="*/ 1 w 401"/>
                <a:gd name="T65" fmla="*/ 0 h 566"/>
                <a:gd name="T66" fmla="*/ 1 w 401"/>
                <a:gd name="T67" fmla="*/ 0 h 566"/>
                <a:gd name="T68" fmla="*/ 1 w 401"/>
                <a:gd name="T69" fmla="*/ 0 h 566"/>
                <a:gd name="T70" fmla="*/ 1 w 401"/>
                <a:gd name="T71" fmla="*/ 0 h 566"/>
                <a:gd name="T72" fmla="*/ 1 w 401"/>
                <a:gd name="T73" fmla="*/ 0 h 566"/>
                <a:gd name="T74" fmla="*/ 0 w 401"/>
                <a:gd name="T75" fmla="*/ 0 h 566"/>
                <a:gd name="T76" fmla="*/ 0 w 401"/>
                <a:gd name="T77" fmla="*/ 0 h 566"/>
                <a:gd name="T78" fmla="*/ 0 w 401"/>
                <a:gd name="T79" fmla="*/ 0 h 566"/>
                <a:gd name="T80" fmla="*/ 0 w 401"/>
                <a:gd name="T81" fmla="*/ 0 h 566"/>
                <a:gd name="T82" fmla="*/ 0 w 401"/>
                <a:gd name="T83" fmla="*/ 0 h 566"/>
                <a:gd name="T84" fmla="*/ 0 w 401"/>
                <a:gd name="T85" fmla="*/ 0 h 566"/>
                <a:gd name="T86" fmla="*/ 0 w 401"/>
                <a:gd name="T87" fmla="*/ 1 h 566"/>
                <a:gd name="T88" fmla="*/ 0 w 401"/>
                <a:gd name="T89" fmla="*/ 1 h 56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401"/>
                <a:gd name="T136" fmla="*/ 0 h 566"/>
                <a:gd name="T137" fmla="*/ 401 w 401"/>
                <a:gd name="T138" fmla="*/ 566 h 566"/>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401" h="566">
                  <a:moveTo>
                    <a:pt x="23" y="88"/>
                  </a:moveTo>
                  <a:lnTo>
                    <a:pt x="23" y="88"/>
                  </a:lnTo>
                  <a:lnTo>
                    <a:pt x="53" y="107"/>
                  </a:lnTo>
                  <a:lnTo>
                    <a:pt x="83" y="125"/>
                  </a:lnTo>
                  <a:lnTo>
                    <a:pt x="108" y="147"/>
                  </a:lnTo>
                  <a:lnTo>
                    <a:pt x="135" y="171"/>
                  </a:lnTo>
                  <a:lnTo>
                    <a:pt x="160" y="196"/>
                  </a:lnTo>
                  <a:lnTo>
                    <a:pt x="182" y="223"/>
                  </a:lnTo>
                  <a:lnTo>
                    <a:pt x="205" y="251"/>
                  </a:lnTo>
                  <a:lnTo>
                    <a:pt x="223" y="281"/>
                  </a:lnTo>
                  <a:lnTo>
                    <a:pt x="240" y="312"/>
                  </a:lnTo>
                  <a:lnTo>
                    <a:pt x="256" y="345"/>
                  </a:lnTo>
                  <a:lnTo>
                    <a:pt x="270" y="379"/>
                  </a:lnTo>
                  <a:lnTo>
                    <a:pt x="282" y="414"/>
                  </a:lnTo>
                  <a:lnTo>
                    <a:pt x="291" y="450"/>
                  </a:lnTo>
                  <a:lnTo>
                    <a:pt x="299" y="488"/>
                  </a:lnTo>
                  <a:lnTo>
                    <a:pt x="304" y="526"/>
                  </a:lnTo>
                  <a:lnTo>
                    <a:pt x="308" y="566"/>
                  </a:lnTo>
                  <a:lnTo>
                    <a:pt x="401" y="562"/>
                  </a:lnTo>
                  <a:lnTo>
                    <a:pt x="398" y="517"/>
                  </a:lnTo>
                  <a:lnTo>
                    <a:pt x="391" y="471"/>
                  </a:lnTo>
                  <a:lnTo>
                    <a:pt x="383" y="429"/>
                  </a:lnTo>
                  <a:lnTo>
                    <a:pt x="371" y="386"/>
                  </a:lnTo>
                  <a:lnTo>
                    <a:pt x="357" y="346"/>
                  </a:lnTo>
                  <a:lnTo>
                    <a:pt x="340" y="307"/>
                  </a:lnTo>
                  <a:lnTo>
                    <a:pt x="324" y="270"/>
                  </a:lnTo>
                  <a:lnTo>
                    <a:pt x="303" y="232"/>
                  </a:lnTo>
                  <a:lnTo>
                    <a:pt x="280" y="197"/>
                  </a:lnTo>
                  <a:lnTo>
                    <a:pt x="255" y="164"/>
                  </a:lnTo>
                  <a:lnTo>
                    <a:pt x="228" y="132"/>
                  </a:lnTo>
                  <a:lnTo>
                    <a:pt x="199" y="103"/>
                  </a:lnTo>
                  <a:lnTo>
                    <a:pt x="169" y="76"/>
                  </a:lnTo>
                  <a:lnTo>
                    <a:pt x="137" y="50"/>
                  </a:lnTo>
                  <a:lnTo>
                    <a:pt x="103" y="27"/>
                  </a:lnTo>
                  <a:lnTo>
                    <a:pt x="67" y="6"/>
                  </a:lnTo>
                  <a:lnTo>
                    <a:pt x="48" y="0"/>
                  </a:lnTo>
                  <a:lnTo>
                    <a:pt x="30" y="2"/>
                  </a:lnTo>
                  <a:lnTo>
                    <a:pt x="16" y="12"/>
                  </a:lnTo>
                  <a:lnTo>
                    <a:pt x="5" y="25"/>
                  </a:lnTo>
                  <a:lnTo>
                    <a:pt x="0" y="41"/>
                  </a:lnTo>
                  <a:lnTo>
                    <a:pt x="0" y="59"/>
                  </a:lnTo>
                  <a:lnTo>
                    <a:pt x="8" y="75"/>
                  </a:lnTo>
                  <a:lnTo>
                    <a:pt x="23"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7424" name="Freeform 42"/>
            <p:cNvSpPr>
              <a:spLocks/>
            </p:cNvSpPr>
            <p:nvPr/>
          </p:nvSpPr>
          <p:spPr bwMode="auto">
            <a:xfrm>
              <a:off x="1346" y="1455"/>
              <a:ext cx="266" cy="160"/>
            </a:xfrm>
            <a:custGeom>
              <a:avLst/>
              <a:gdLst>
                <a:gd name="T0" fmla="*/ 0 w 1330"/>
                <a:gd name="T1" fmla="*/ 1 h 801"/>
                <a:gd name="T2" fmla="*/ 0 w 1330"/>
                <a:gd name="T3" fmla="*/ 1 h 801"/>
                <a:gd name="T4" fmla="*/ 10 w 1330"/>
                <a:gd name="T5" fmla="*/ 6 h 801"/>
                <a:gd name="T6" fmla="*/ 11 w 1330"/>
                <a:gd name="T7" fmla="*/ 6 h 801"/>
                <a:gd name="T8" fmla="*/ 1 w 1330"/>
                <a:gd name="T9" fmla="*/ 0 h 801"/>
                <a:gd name="T10" fmla="*/ 1 w 1330"/>
                <a:gd name="T11" fmla="*/ 0 h 801"/>
                <a:gd name="T12" fmla="*/ 1 w 1330"/>
                <a:gd name="T13" fmla="*/ 0 h 801"/>
                <a:gd name="T14" fmla="*/ 0 w 1330"/>
                <a:gd name="T15" fmla="*/ 0 h 801"/>
                <a:gd name="T16" fmla="*/ 0 w 1330"/>
                <a:gd name="T17" fmla="*/ 0 h 801"/>
                <a:gd name="T18" fmla="*/ 0 w 1330"/>
                <a:gd name="T19" fmla="*/ 0 h 801"/>
                <a:gd name="T20" fmla="*/ 0 w 1330"/>
                <a:gd name="T21" fmla="*/ 0 h 801"/>
                <a:gd name="T22" fmla="*/ 0 w 1330"/>
                <a:gd name="T23" fmla="*/ 0 h 801"/>
                <a:gd name="T24" fmla="*/ 0 w 1330"/>
                <a:gd name="T25" fmla="*/ 0 h 801"/>
                <a:gd name="T26" fmla="*/ 0 w 1330"/>
                <a:gd name="T27" fmla="*/ 1 h 801"/>
                <a:gd name="T28" fmla="*/ 0 w 1330"/>
                <a:gd name="T29" fmla="*/ 1 h 801"/>
                <a:gd name="T30" fmla="*/ 0 w 1330"/>
                <a:gd name="T31" fmla="*/ 1 h 801"/>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30"/>
                <a:gd name="T49" fmla="*/ 0 h 801"/>
                <a:gd name="T50" fmla="*/ 1330 w 1330"/>
                <a:gd name="T51" fmla="*/ 801 h 801"/>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30" h="801">
                  <a:moveTo>
                    <a:pt x="24" y="88"/>
                  </a:moveTo>
                  <a:lnTo>
                    <a:pt x="23" y="88"/>
                  </a:lnTo>
                  <a:lnTo>
                    <a:pt x="1286" y="801"/>
                  </a:lnTo>
                  <a:lnTo>
                    <a:pt x="1330" y="719"/>
                  </a:lnTo>
                  <a:lnTo>
                    <a:pt x="67" y="6"/>
                  </a:lnTo>
                  <a:lnTo>
                    <a:pt x="66" y="6"/>
                  </a:lnTo>
                  <a:lnTo>
                    <a:pt x="67" y="6"/>
                  </a:lnTo>
                  <a:lnTo>
                    <a:pt x="48" y="0"/>
                  </a:lnTo>
                  <a:lnTo>
                    <a:pt x="30" y="2"/>
                  </a:lnTo>
                  <a:lnTo>
                    <a:pt x="16" y="12"/>
                  </a:lnTo>
                  <a:lnTo>
                    <a:pt x="5" y="25"/>
                  </a:lnTo>
                  <a:lnTo>
                    <a:pt x="0" y="41"/>
                  </a:lnTo>
                  <a:lnTo>
                    <a:pt x="0" y="59"/>
                  </a:lnTo>
                  <a:lnTo>
                    <a:pt x="8" y="75"/>
                  </a:lnTo>
                  <a:lnTo>
                    <a:pt x="23" y="88"/>
                  </a:lnTo>
                  <a:lnTo>
                    <a:pt x="24"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7425" name="Freeform 43"/>
            <p:cNvSpPr>
              <a:spLocks/>
            </p:cNvSpPr>
            <p:nvPr/>
          </p:nvSpPr>
          <p:spPr bwMode="auto">
            <a:xfrm>
              <a:off x="1198" y="1439"/>
              <a:ext cx="161" cy="35"/>
            </a:xfrm>
            <a:custGeom>
              <a:avLst/>
              <a:gdLst>
                <a:gd name="T0" fmla="*/ 1 w 806"/>
                <a:gd name="T1" fmla="*/ 1 h 177"/>
                <a:gd name="T2" fmla="*/ 1 w 806"/>
                <a:gd name="T3" fmla="*/ 1 h 177"/>
                <a:gd name="T4" fmla="*/ 1 w 806"/>
                <a:gd name="T5" fmla="*/ 1 h 177"/>
                <a:gd name="T6" fmla="*/ 1 w 806"/>
                <a:gd name="T7" fmla="*/ 1 h 177"/>
                <a:gd name="T8" fmla="*/ 2 w 806"/>
                <a:gd name="T9" fmla="*/ 1 h 177"/>
                <a:gd name="T10" fmla="*/ 2 w 806"/>
                <a:gd name="T11" fmla="*/ 1 h 177"/>
                <a:gd name="T12" fmla="*/ 2 w 806"/>
                <a:gd name="T13" fmla="*/ 1 h 177"/>
                <a:gd name="T14" fmla="*/ 3 w 806"/>
                <a:gd name="T15" fmla="*/ 1 h 177"/>
                <a:gd name="T16" fmla="*/ 3 w 806"/>
                <a:gd name="T17" fmla="*/ 1 h 177"/>
                <a:gd name="T18" fmla="*/ 3 w 806"/>
                <a:gd name="T19" fmla="*/ 1 h 177"/>
                <a:gd name="T20" fmla="*/ 4 w 806"/>
                <a:gd name="T21" fmla="*/ 1 h 177"/>
                <a:gd name="T22" fmla="*/ 4 w 806"/>
                <a:gd name="T23" fmla="*/ 1 h 177"/>
                <a:gd name="T24" fmla="*/ 5 w 806"/>
                <a:gd name="T25" fmla="*/ 1 h 177"/>
                <a:gd name="T26" fmla="*/ 5 w 806"/>
                <a:gd name="T27" fmla="*/ 1 h 177"/>
                <a:gd name="T28" fmla="*/ 5 w 806"/>
                <a:gd name="T29" fmla="*/ 1 h 177"/>
                <a:gd name="T30" fmla="*/ 6 w 806"/>
                <a:gd name="T31" fmla="*/ 1 h 177"/>
                <a:gd name="T32" fmla="*/ 6 w 806"/>
                <a:gd name="T33" fmla="*/ 1 h 177"/>
                <a:gd name="T34" fmla="*/ 6 w 806"/>
                <a:gd name="T35" fmla="*/ 1 h 177"/>
                <a:gd name="T36" fmla="*/ 6 w 806"/>
                <a:gd name="T37" fmla="*/ 1 h 177"/>
                <a:gd name="T38" fmla="*/ 6 w 806"/>
                <a:gd name="T39" fmla="*/ 1 h 177"/>
                <a:gd name="T40" fmla="*/ 6 w 806"/>
                <a:gd name="T41" fmla="*/ 0 h 177"/>
                <a:gd name="T42" fmla="*/ 5 w 806"/>
                <a:gd name="T43" fmla="*/ 0 h 177"/>
                <a:gd name="T44" fmla="*/ 5 w 806"/>
                <a:gd name="T45" fmla="*/ 0 h 177"/>
                <a:gd name="T46" fmla="*/ 5 w 806"/>
                <a:gd name="T47" fmla="*/ 0 h 177"/>
                <a:gd name="T48" fmla="*/ 4 w 806"/>
                <a:gd name="T49" fmla="*/ 0 h 177"/>
                <a:gd name="T50" fmla="*/ 4 w 806"/>
                <a:gd name="T51" fmla="*/ 0 h 177"/>
                <a:gd name="T52" fmla="*/ 3 w 806"/>
                <a:gd name="T53" fmla="*/ 0 h 177"/>
                <a:gd name="T54" fmla="*/ 3 w 806"/>
                <a:gd name="T55" fmla="*/ 0 h 177"/>
                <a:gd name="T56" fmla="*/ 3 w 806"/>
                <a:gd name="T57" fmla="*/ 0 h 177"/>
                <a:gd name="T58" fmla="*/ 2 w 806"/>
                <a:gd name="T59" fmla="*/ 0 h 177"/>
                <a:gd name="T60" fmla="*/ 2 w 806"/>
                <a:gd name="T61" fmla="*/ 0 h 177"/>
                <a:gd name="T62" fmla="*/ 1 w 806"/>
                <a:gd name="T63" fmla="*/ 0 h 177"/>
                <a:gd name="T64" fmla="*/ 1 w 806"/>
                <a:gd name="T65" fmla="*/ 0 h 177"/>
                <a:gd name="T66" fmla="*/ 1 w 806"/>
                <a:gd name="T67" fmla="*/ 1 h 177"/>
                <a:gd name="T68" fmla="*/ 0 w 806"/>
                <a:gd name="T69" fmla="*/ 1 h 177"/>
                <a:gd name="T70" fmla="*/ 0 w 806"/>
                <a:gd name="T71" fmla="*/ 1 h 177"/>
                <a:gd name="T72" fmla="*/ 0 w 806"/>
                <a:gd name="T73" fmla="*/ 1 h 177"/>
                <a:gd name="T74" fmla="*/ 0 w 806"/>
                <a:gd name="T75" fmla="*/ 1 h 177"/>
                <a:gd name="T76" fmla="*/ 0 w 806"/>
                <a:gd name="T77" fmla="*/ 1 h 177"/>
                <a:gd name="T78" fmla="*/ 0 w 806"/>
                <a:gd name="T79" fmla="*/ 1 h 177"/>
                <a:gd name="T80" fmla="*/ 0 w 806"/>
                <a:gd name="T81" fmla="*/ 1 h 177"/>
                <a:gd name="T82" fmla="*/ 0 w 806"/>
                <a:gd name="T83" fmla="*/ 1 h 177"/>
                <a:gd name="T84" fmla="*/ 0 w 806"/>
                <a:gd name="T85" fmla="*/ 1 h 177"/>
                <a:gd name="T86" fmla="*/ 0 w 806"/>
                <a:gd name="T87" fmla="*/ 1 h 177"/>
                <a:gd name="T88" fmla="*/ 1 w 806"/>
                <a:gd name="T89" fmla="*/ 1 h 177"/>
                <a:gd name="T90" fmla="*/ 1 w 806"/>
                <a:gd name="T91" fmla="*/ 1 h 17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806"/>
                <a:gd name="T139" fmla="*/ 0 h 177"/>
                <a:gd name="T140" fmla="*/ 806 w 806"/>
                <a:gd name="T141" fmla="*/ 177 h 17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806" h="177">
                  <a:moveTo>
                    <a:pt x="67" y="171"/>
                  </a:moveTo>
                  <a:lnTo>
                    <a:pt x="68" y="171"/>
                  </a:lnTo>
                  <a:lnTo>
                    <a:pt x="109" y="151"/>
                  </a:lnTo>
                  <a:lnTo>
                    <a:pt x="151" y="135"/>
                  </a:lnTo>
                  <a:lnTo>
                    <a:pt x="196" y="122"/>
                  </a:lnTo>
                  <a:lnTo>
                    <a:pt x="242" y="110"/>
                  </a:lnTo>
                  <a:lnTo>
                    <a:pt x="287" y="102"/>
                  </a:lnTo>
                  <a:lnTo>
                    <a:pt x="335" y="97"/>
                  </a:lnTo>
                  <a:lnTo>
                    <a:pt x="382" y="95"/>
                  </a:lnTo>
                  <a:lnTo>
                    <a:pt x="430" y="94"/>
                  </a:lnTo>
                  <a:lnTo>
                    <a:pt x="477" y="97"/>
                  </a:lnTo>
                  <a:lnTo>
                    <a:pt x="524" y="102"/>
                  </a:lnTo>
                  <a:lnTo>
                    <a:pt x="568" y="108"/>
                  </a:lnTo>
                  <a:lnTo>
                    <a:pt x="612" y="117"/>
                  </a:lnTo>
                  <a:lnTo>
                    <a:pt x="654" y="128"/>
                  </a:lnTo>
                  <a:lnTo>
                    <a:pt x="693" y="141"/>
                  </a:lnTo>
                  <a:lnTo>
                    <a:pt x="730" y="155"/>
                  </a:lnTo>
                  <a:lnTo>
                    <a:pt x="764" y="171"/>
                  </a:lnTo>
                  <a:lnTo>
                    <a:pt x="806" y="89"/>
                  </a:lnTo>
                  <a:lnTo>
                    <a:pt x="768" y="70"/>
                  </a:lnTo>
                  <a:lnTo>
                    <a:pt x="725" y="54"/>
                  </a:lnTo>
                  <a:lnTo>
                    <a:pt x="680" y="39"/>
                  </a:lnTo>
                  <a:lnTo>
                    <a:pt x="633" y="26"/>
                  </a:lnTo>
                  <a:lnTo>
                    <a:pt x="585" y="16"/>
                  </a:lnTo>
                  <a:lnTo>
                    <a:pt x="536" y="8"/>
                  </a:lnTo>
                  <a:lnTo>
                    <a:pt x="484" y="3"/>
                  </a:lnTo>
                  <a:lnTo>
                    <a:pt x="433" y="0"/>
                  </a:lnTo>
                  <a:lnTo>
                    <a:pt x="380" y="1"/>
                  </a:lnTo>
                  <a:lnTo>
                    <a:pt x="328" y="3"/>
                  </a:lnTo>
                  <a:lnTo>
                    <a:pt x="276" y="10"/>
                  </a:lnTo>
                  <a:lnTo>
                    <a:pt x="223" y="19"/>
                  </a:lnTo>
                  <a:lnTo>
                    <a:pt x="172" y="30"/>
                  </a:lnTo>
                  <a:lnTo>
                    <a:pt x="121" y="46"/>
                  </a:lnTo>
                  <a:lnTo>
                    <a:pt x="72" y="67"/>
                  </a:lnTo>
                  <a:lnTo>
                    <a:pt x="24" y="89"/>
                  </a:lnTo>
                  <a:lnTo>
                    <a:pt x="25" y="89"/>
                  </a:lnTo>
                  <a:lnTo>
                    <a:pt x="24" y="89"/>
                  </a:lnTo>
                  <a:lnTo>
                    <a:pt x="8" y="102"/>
                  </a:lnTo>
                  <a:lnTo>
                    <a:pt x="0" y="118"/>
                  </a:lnTo>
                  <a:lnTo>
                    <a:pt x="0" y="136"/>
                  </a:lnTo>
                  <a:lnTo>
                    <a:pt x="6" y="152"/>
                  </a:lnTo>
                  <a:lnTo>
                    <a:pt x="17" y="165"/>
                  </a:lnTo>
                  <a:lnTo>
                    <a:pt x="31" y="175"/>
                  </a:lnTo>
                  <a:lnTo>
                    <a:pt x="48" y="177"/>
                  </a:lnTo>
                  <a:lnTo>
                    <a:pt x="68" y="171"/>
                  </a:lnTo>
                  <a:lnTo>
                    <a:pt x="67" y="1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7426" name="Freeform 44"/>
            <p:cNvSpPr>
              <a:spLocks/>
            </p:cNvSpPr>
            <p:nvPr/>
          </p:nvSpPr>
          <p:spPr bwMode="auto">
            <a:xfrm>
              <a:off x="931" y="1456"/>
              <a:ext cx="280" cy="158"/>
            </a:xfrm>
            <a:custGeom>
              <a:avLst/>
              <a:gdLst>
                <a:gd name="T0" fmla="*/ 1 w 1402"/>
                <a:gd name="T1" fmla="*/ 6 h 787"/>
                <a:gd name="T2" fmla="*/ 1 w 1402"/>
                <a:gd name="T3" fmla="*/ 6 h 787"/>
                <a:gd name="T4" fmla="*/ 11 w 1402"/>
                <a:gd name="T5" fmla="*/ 1 h 787"/>
                <a:gd name="T6" fmla="*/ 11 w 1402"/>
                <a:gd name="T7" fmla="*/ 0 h 787"/>
                <a:gd name="T8" fmla="*/ 0 w 1402"/>
                <a:gd name="T9" fmla="*/ 6 h 787"/>
                <a:gd name="T10" fmla="*/ 0 w 1402"/>
                <a:gd name="T11" fmla="*/ 6 h 787"/>
                <a:gd name="T12" fmla="*/ 0 w 1402"/>
                <a:gd name="T13" fmla="*/ 6 h 787"/>
                <a:gd name="T14" fmla="*/ 0 w 1402"/>
                <a:gd name="T15" fmla="*/ 6 h 787"/>
                <a:gd name="T16" fmla="*/ 0 w 1402"/>
                <a:gd name="T17" fmla="*/ 6 h 787"/>
                <a:gd name="T18" fmla="*/ 0 w 1402"/>
                <a:gd name="T19" fmla="*/ 6 h 787"/>
                <a:gd name="T20" fmla="*/ 0 w 1402"/>
                <a:gd name="T21" fmla="*/ 6 h 787"/>
                <a:gd name="T22" fmla="*/ 0 w 1402"/>
                <a:gd name="T23" fmla="*/ 6 h 787"/>
                <a:gd name="T24" fmla="*/ 0 w 1402"/>
                <a:gd name="T25" fmla="*/ 6 h 787"/>
                <a:gd name="T26" fmla="*/ 0 w 1402"/>
                <a:gd name="T27" fmla="*/ 6 h 787"/>
                <a:gd name="T28" fmla="*/ 1 w 1402"/>
                <a:gd name="T29" fmla="*/ 6 h 787"/>
                <a:gd name="T30" fmla="*/ 1 w 1402"/>
                <a:gd name="T31" fmla="*/ 6 h 78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02"/>
                <a:gd name="T49" fmla="*/ 0 h 787"/>
                <a:gd name="T50" fmla="*/ 1402 w 1402"/>
                <a:gd name="T51" fmla="*/ 787 h 78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02" h="787">
                  <a:moveTo>
                    <a:pt x="69" y="781"/>
                  </a:moveTo>
                  <a:lnTo>
                    <a:pt x="66" y="781"/>
                  </a:lnTo>
                  <a:lnTo>
                    <a:pt x="1402" y="82"/>
                  </a:lnTo>
                  <a:lnTo>
                    <a:pt x="1360" y="0"/>
                  </a:lnTo>
                  <a:lnTo>
                    <a:pt x="24" y="699"/>
                  </a:lnTo>
                  <a:lnTo>
                    <a:pt x="22" y="699"/>
                  </a:lnTo>
                  <a:lnTo>
                    <a:pt x="24" y="699"/>
                  </a:lnTo>
                  <a:lnTo>
                    <a:pt x="8" y="712"/>
                  </a:lnTo>
                  <a:lnTo>
                    <a:pt x="1" y="727"/>
                  </a:lnTo>
                  <a:lnTo>
                    <a:pt x="0" y="744"/>
                  </a:lnTo>
                  <a:lnTo>
                    <a:pt x="5" y="761"/>
                  </a:lnTo>
                  <a:lnTo>
                    <a:pt x="15" y="775"/>
                  </a:lnTo>
                  <a:lnTo>
                    <a:pt x="30" y="784"/>
                  </a:lnTo>
                  <a:lnTo>
                    <a:pt x="46" y="787"/>
                  </a:lnTo>
                  <a:lnTo>
                    <a:pt x="66" y="781"/>
                  </a:lnTo>
                  <a:lnTo>
                    <a:pt x="69" y="7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7427" name="Freeform 45"/>
            <p:cNvSpPr>
              <a:spLocks/>
            </p:cNvSpPr>
            <p:nvPr/>
          </p:nvSpPr>
          <p:spPr bwMode="auto">
            <a:xfrm>
              <a:off x="868" y="1596"/>
              <a:ext cx="77" cy="126"/>
            </a:xfrm>
            <a:custGeom>
              <a:avLst/>
              <a:gdLst>
                <a:gd name="T0" fmla="*/ 1 w 382"/>
                <a:gd name="T1" fmla="*/ 5 h 628"/>
                <a:gd name="T2" fmla="*/ 1 w 382"/>
                <a:gd name="T3" fmla="*/ 5 h 628"/>
                <a:gd name="T4" fmla="*/ 1 w 382"/>
                <a:gd name="T5" fmla="*/ 4 h 628"/>
                <a:gd name="T6" fmla="*/ 1 w 382"/>
                <a:gd name="T7" fmla="*/ 4 h 628"/>
                <a:gd name="T8" fmla="*/ 1 w 382"/>
                <a:gd name="T9" fmla="*/ 4 h 628"/>
                <a:gd name="T10" fmla="*/ 1 w 382"/>
                <a:gd name="T11" fmla="*/ 3 h 628"/>
                <a:gd name="T12" fmla="*/ 1 w 382"/>
                <a:gd name="T13" fmla="*/ 3 h 628"/>
                <a:gd name="T14" fmla="*/ 1 w 382"/>
                <a:gd name="T15" fmla="*/ 3 h 628"/>
                <a:gd name="T16" fmla="*/ 1 w 382"/>
                <a:gd name="T17" fmla="*/ 3 h 628"/>
                <a:gd name="T18" fmla="*/ 1 w 382"/>
                <a:gd name="T19" fmla="*/ 2 h 628"/>
                <a:gd name="T20" fmla="*/ 2 w 382"/>
                <a:gd name="T21" fmla="*/ 2 h 628"/>
                <a:gd name="T22" fmla="*/ 2 w 382"/>
                <a:gd name="T23" fmla="*/ 2 h 628"/>
                <a:gd name="T24" fmla="*/ 2 w 382"/>
                <a:gd name="T25" fmla="*/ 2 h 628"/>
                <a:gd name="T26" fmla="*/ 2 w 382"/>
                <a:gd name="T27" fmla="*/ 1 h 628"/>
                <a:gd name="T28" fmla="*/ 2 w 382"/>
                <a:gd name="T29" fmla="*/ 1 h 628"/>
                <a:gd name="T30" fmla="*/ 3 w 382"/>
                <a:gd name="T31" fmla="*/ 1 h 628"/>
                <a:gd name="T32" fmla="*/ 3 w 382"/>
                <a:gd name="T33" fmla="*/ 1 h 628"/>
                <a:gd name="T34" fmla="*/ 3 w 382"/>
                <a:gd name="T35" fmla="*/ 1 h 628"/>
                <a:gd name="T36" fmla="*/ 3 w 382"/>
                <a:gd name="T37" fmla="*/ 0 h 628"/>
                <a:gd name="T38" fmla="*/ 2 w 382"/>
                <a:gd name="T39" fmla="*/ 0 h 628"/>
                <a:gd name="T40" fmla="*/ 2 w 382"/>
                <a:gd name="T41" fmla="*/ 0 h 628"/>
                <a:gd name="T42" fmla="*/ 2 w 382"/>
                <a:gd name="T43" fmla="*/ 1 h 628"/>
                <a:gd name="T44" fmla="*/ 2 w 382"/>
                <a:gd name="T45" fmla="*/ 1 h 628"/>
                <a:gd name="T46" fmla="*/ 1 w 382"/>
                <a:gd name="T47" fmla="*/ 1 h 628"/>
                <a:gd name="T48" fmla="*/ 1 w 382"/>
                <a:gd name="T49" fmla="*/ 1 h 628"/>
                <a:gd name="T50" fmla="*/ 1 w 382"/>
                <a:gd name="T51" fmla="*/ 2 h 628"/>
                <a:gd name="T52" fmla="*/ 1 w 382"/>
                <a:gd name="T53" fmla="*/ 2 h 628"/>
                <a:gd name="T54" fmla="*/ 1 w 382"/>
                <a:gd name="T55" fmla="*/ 2 h 628"/>
                <a:gd name="T56" fmla="*/ 0 w 382"/>
                <a:gd name="T57" fmla="*/ 3 h 628"/>
                <a:gd name="T58" fmla="*/ 0 w 382"/>
                <a:gd name="T59" fmla="*/ 3 h 628"/>
                <a:gd name="T60" fmla="*/ 0 w 382"/>
                <a:gd name="T61" fmla="*/ 3 h 628"/>
                <a:gd name="T62" fmla="*/ 0 w 382"/>
                <a:gd name="T63" fmla="*/ 4 h 628"/>
                <a:gd name="T64" fmla="*/ 0 w 382"/>
                <a:gd name="T65" fmla="*/ 4 h 628"/>
                <a:gd name="T66" fmla="*/ 0 w 382"/>
                <a:gd name="T67" fmla="*/ 4 h 628"/>
                <a:gd name="T68" fmla="*/ 0 w 382"/>
                <a:gd name="T69" fmla="*/ 5 h 628"/>
                <a:gd name="T70" fmla="*/ 0 w 382"/>
                <a:gd name="T71" fmla="*/ 5 h 628"/>
                <a:gd name="T72" fmla="*/ 0 w 382"/>
                <a:gd name="T73" fmla="*/ 5 h 628"/>
                <a:gd name="T74" fmla="*/ 0 w 382"/>
                <a:gd name="T75" fmla="*/ 5 h 628"/>
                <a:gd name="T76" fmla="*/ 0 w 382"/>
                <a:gd name="T77" fmla="*/ 5 h 628"/>
                <a:gd name="T78" fmla="*/ 0 w 382"/>
                <a:gd name="T79" fmla="*/ 5 h 628"/>
                <a:gd name="T80" fmla="*/ 0 w 382"/>
                <a:gd name="T81" fmla="*/ 5 h 628"/>
                <a:gd name="T82" fmla="*/ 1 w 382"/>
                <a:gd name="T83" fmla="*/ 5 h 628"/>
                <a:gd name="T84" fmla="*/ 1 w 382"/>
                <a:gd name="T85" fmla="*/ 5 h 628"/>
                <a:gd name="T86" fmla="*/ 1 w 382"/>
                <a:gd name="T87" fmla="*/ 5 h 628"/>
                <a:gd name="T88" fmla="*/ 1 w 382"/>
                <a:gd name="T89" fmla="*/ 5 h 628"/>
                <a:gd name="T90" fmla="*/ 1 w 382"/>
                <a:gd name="T91" fmla="*/ 5 h 628"/>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382"/>
                <a:gd name="T139" fmla="*/ 0 h 628"/>
                <a:gd name="T140" fmla="*/ 382 w 382"/>
                <a:gd name="T141" fmla="*/ 628 h 628"/>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382" h="628">
                  <a:moveTo>
                    <a:pt x="94" y="581"/>
                  </a:moveTo>
                  <a:lnTo>
                    <a:pt x="94" y="582"/>
                  </a:lnTo>
                  <a:lnTo>
                    <a:pt x="96" y="541"/>
                  </a:lnTo>
                  <a:lnTo>
                    <a:pt x="99" y="500"/>
                  </a:lnTo>
                  <a:lnTo>
                    <a:pt x="106" y="463"/>
                  </a:lnTo>
                  <a:lnTo>
                    <a:pt x="115" y="424"/>
                  </a:lnTo>
                  <a:lnTo>
                    <a:pt x="127" y="389"/>
                  </a:lnTo>
                  <a:lnTo>
                    <a:pt x="140" y="353"/>
                  </a:lnTo>
                  <a:lnTo>
                    <a:pt x="156" y="320"/>
                  </a:lnTo>
                  <a:lnTo>
                    <a:pt x="173" y="287"/>
                  </a:lnTo>
                  <a:lnTo>
                    <a:pt x="193" y="255"/>
                  </a:lnTo>
                  <a:lnTo>
                    <a:pt x="214" y="226"/>
                  </a:lnTo>
                  <a:lnTo>
                    <a:pt x="238" y="198"/>
                  </a:lnTo>
                  <a:lnTo>
                    <a:pt x="263" y="172"/>
                  </a:lnTo>
                  <a:lnTo>
                    <a:pt x="290" y="146"/>
                  </a:lnTo>
                  <a:lnTo>
                    <a:pt x="318" y="122"/>
                  </a:lnTo>
                  <a:lnTo>
                    <a:pt x="349" y="101"/>
                  </a:lnTo>
                  <a:lnTo>
                    <a:pt x="382" y="82"/>
                  </a:lnTo>
                  <a:lnTo>
                    <a:pt x="335" y="0"/>
                  </a:lnTo>
                  <a:lnTo>
                    <a:pt x="297" y="23"/>
                  </a:lnTo>
                  <a:lnTo>
                    <a:pt x="262" y="49"/>
                  </a:lnTo>
                  <a:lnTo>
                    <a:pt x="229" y="76"/>
                  </a:lnTo>
                  <a:lnTo>
                    <a:pt x="198" y="104"/>
                  </a:lnTo>
                  <a:lnTo>
                    <a:pt x="167" y="137"/>
                  </a:lnTo>
                  <a:lnTo>
                    <a:pt x="142" y="170"/>
                  </a:lnTo>
                  <a:lnTo>
                    <a:pt x="116" y="204"/>
                  </a:lnTo>
                  <a:lnTo>
                    <a:pt x="94" y="240"/>
                  </a:lnTo>
                  <a:lnTo>
                    <a:pt x="74" y="278"/>
                  </a:lnTo>
                  <a:lnTo>
                    <a:pt x="54" y="317"/>
                  </a:lnTo>
                  <a:lnTo>
                    <a:pt x="38" y="359"/>
                  </a:lnTo>
                  <a:lnTo>
                    <a:pt x="26" y="401"/>
                  </a:lnTo>
                  <a:lnTo>
                    <a:pt x="15" y="444"/>
                  </a:lnTo>
                  <a:lnTo>
                    <a:pt x="8" y="489"/>
                  </a:lnTo>
                  <a:lnTo>
                    <a:pt x="2" y="534"/>
                  </a:lnTo>
                  <a:lnTo>
                    <a:pt x="0" y="580"/>
                  </a:lnTo>
                  <a:lnTo>
                    <a:pt x="0" y="581"/>
                  </a:lnTo>
                  <a:lnTo>
                    <a:pt x="0" y="580"/>
                  </a:lnTo>
                  <a:lnTo>
                    <a:pt x="3" y="600"/>
                  </a:lnTo>
                  <a:lnTo>
                    <a:pt x="14" y="615"/>
                  </a:lnTo>
                  <a:lnTo>
                    <a:pt x="29" y="625"/>
                  </a:lnTo>
                  <a:lnTo>
                    <a:pt x="45" y="628"/>
                  </a:lnTo>
                  <a:lnTo>
                    <a:pt x="63" y="626"/>
                  </a:lnTo>
                  <a:lnTo>
                    <a:pt x="78" y="616"/>
                  </a:lnTo>
                  <a:lnTo>
                    <a:pt x="89" y="602"/>
                  </a:lnTo>
                  <a:lnTo>
                    <a:pt x="94" y="582"/>
                  </a:lnTo>
                  <a:lnTo>
                    <a:pt x="94" y="5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7428" name="Freeform 46"/>
            <p:cNvSpPr>
              <a:spLocks/>
            </p:cNvSpPr>
            <p:nvPr/>
          </p:nvSpPr>
          <p:spPr bwMode="auto">
            <a:xfrm>
              <a:off x="868" y="1712"/>
              <a:ext cx="19" cy="364"/>
            </a:xfrm>
            <a:custGeom>
              <a:avLst/>
              <a:gdLst>
                <a:gd name="T0" fmla="*/ 1 w 94"/>
                <a:gd name="T1" fmla="*/ 14 h 1818"/>
                <a:gd name="T2" fmla="*/ 1 w 94"/>
                <a:gd name="T3" fmla="*/ 14 h 1818"/>
                <a:gd name="T4" fmla="*/ 1 w 94"/>
                <a:gd name="T5" fmla="*/ 0 h 1818"/>
                <a:gd name="T6" fmla="*/ 0 w 94"/>
                <a:gd name="T7" fmla="*/ 0 h 1818"/>
                <a:gd name="T8" fmla="*/ 0 w 94"/>
                <a:gd name="T9" fmla="*/ 14 h 1818"/>
                <a:gd name="T10" fmla="*/ 0 w 94"/>
                <a:gd name="T11" fmla="*/ 14 h 1818"/>
                <a:gd name="T12" fmla="*/ 0 w 94"/>
                <a:gd name="T13" fmla="*/ 14 h 1818"/>
                <a:gd name="T14" fmla="*/ 0 w 94"/>
                <a:gd name="T15" fmla="*/ 14 h 1818"/>
                <a:gd name="T16" fmla="*/ 0 w 94"/>
                <a:gd name="T17" fmla="*/ 14 h 1818"/>
                <a:gd name="T18" fmla="*/ 0 w 94"/>
                <a:gd name="T19" fmla="*/ 15 h 1818"/>
                <a:gd name="T20" fmla="*/ 0 w 94"/>
                <a:gd name="T21" fmla="*/ 15 h 1818"/>
                <a:gd name="T22" fmla="*/ 1 w 94"/>
                <a:gd name="T23" fmla="*/ 15 h 1818"/>
                <a:gd name="T24" fmla="*/ 1 w 94"/>
                <a:gd name="T25" fmla="*/ 14 h 1818"/>
                <a:gd name="T26" fmla="*/ 1 w 94"/>
                <a:gd name="T27" fmla="*/ 14 h 1818"/>
                <a:gd name="T28" fmla="*/ 1 w 94"/>
                <a:gd name="T29" fmla="*/ 14 h 1818"/>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94"/>
                <a:gd name="T46" fmla="*/ 0 h 1818"/>
                <a:gd name="T47" fmla="*/ 94 w 94"/>
                <a:gd name="T48" fmla="*/ 1818 h 1818"/>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94" h="1818">
                  <a:moveTo>
                    <a:pt x="94" y="1771"/>
                  </a:moveTo>
                  <a:lnTo>
                    <a:pt x="94" y="1771"/>
                  </a:lnTo>
                  <a:lnTo>
                    <a:pt x="94" y="0"/>
                  </a:lnTo>
                  <a:lnTo>
                    <a:pt x="0" y="0"/>
                  </a:lnTo>
                  <a:lnTo>
                    <a:pt x="0" y="1771"/>
                  </a:lnTo>
                  <a:lnTo>
                    <a:pt x="3" y="1791"/>
                  </a:lnTo>
                  <a:lnTo>
                    <a:pt x="15" y="1806"/>
                  </a:lnTo>
                  <a:lnTo>
                    <a:pt x="29" y="1814"/>
                  </a:lnTo>
                  <a:lnTo>
                    <a:pt x="47" y="1818"/>
                  </a:lnTo>
                  <a:lnTo>
                    <a:pt x="64" y="1814"/>
                  </a:lnTo>
                  <a:lnTo>
                    <a:pt x="79" y="1806"/>
                  </a:lnTo>
                  <a:lnTo>
                    <a:pt x="90" y="1791"/>
                  </a:lnTo>
                  <a:lnTo>
                    <a:pt x="94" y="17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7429" name="Freeform 47"/>
            <p:cNvSpPr>
              <a:spLocks/>
            </p:cNvSpPr>
            <p:nvPr/>
          </p:nvSpPr>
          <p:spPr bwMode="auto">
            <a:xfrm>
              <a:off x="868" y="2067"/>
              <a:ext cx="90" cy="160"/>
            </a:xfrm>
            <a:custGeom>
              <a:avLst/>
              <a:gdLst>
                <a:gd name="T0" fmla="*/ 3 w 449"/>
                <a:gd name="T1" fmla="*/ 6 h 803"/>
                <a:gd name="T2" fmla="*/ 3 w 449"/>
                <a:gd name="T3" fmla="*/ 6 h 803"/>
                <a:gd name="T4" fmla="*/ 3 w 449"/>
                <a:gd name="T5" fmla="*/ 5 h 803"/>
                <a:gd name="T6" fmla="*/ 3 w 449"/>
                <a:gd name="T7" fmla="*/ 5 h 803"/>
                <a:gd name="T8" fmla="*/ 3 w 449"/>
                <a:gd name="T9" fmla="*/ 5 h 803"/>
                <a:gd name="T10" fmla="*/ 2 w 449"/>
                <a:gd name="T11" fmla="*/ 5 h 803"/>
                <a:gd name="T12" fmla="*/ 2 w 449"/>
                <a:gd name="T13" fmla="*/ 4 h 803"/>
                <a:gd name="T14" fmla="*/ 2 w 449"/>
                <a:gd name="T15" fmla="*/ 4 h 803"/>
                <a:gd name="T16" fmla="*/ 2 w 449"/>
                <a:gd name="T17" fmla="*/ 4 h 803"/>
                <a:gd name="T18" fmla="*/ 2 w 449"/>
                <a:gd name="T19" fmla="*/ 3 h 803"/>
                <a:gd name="T20" fmla="*/ 1 w 449"/>
                <a:gd name="T21" fmla="*/ 3 h 803"/>
                <a:gd name="T22" fmla="*/ 1 w 449"/>
                <a:gd name="T23" fmla="*/ 2 h 803"/>
                <a:gd name="T24" fmla="*/ 1 w 449"/>
                <a:gd name="T25" fmla="*/ 2 h 803"/>
                <a:gd name="T26" fmla="*/ 1 w 449"/>
                <a:gd name="T27" fmla="*/ 2 h 803"/>
                <a:gd name="T28" fmla="*/ 1 w 449"/>
                <a:gd name="T29" fmla="*/ 1 h 803"/>
                <a:gd name="T30" fmla="*/ 1 w 449"/>
                <a:gd name="T31" fmla="*/ 1 h 803"/>
                <a:gd name="T32" fmla="*/ 1 w 449"/>
                <a:gd name="T33" fmla="*/ 0 h 803"/>
                <a:gd name="T34" fmla="*/ 1 w 449"/>
                <a:gd name="T35" fmla="*/ 0 h 803"/>
                <a:gd name="T36" fmla="*/ 0 w 449"/>
                <a:gd name="T37" fmla="*/ 0 h 803"/>
                <a:gd name="T38" fmla="*/ 0 w 449"/>
                <a:gd name="T39" fmla="*/ 0 h 803"/>
                <a:gd name="T40" fmla="*/ 0 w 449"/>
                <a:gd name="T41" fmla="*/ 1 h 803"/>
                <a:gd name="T42" fmla="*/ 0 w 449"/>
                <a:gd name="T43" fmla="*/ 1 h 803"/>
                <a:gd name="T44" fmla="*/ 0 w 449"/>
                <a:gd name="T45" fmla="*/ 2 h 803"/>
                <a:gd name="T46" fmla="*/ 0 w 449"/>
                <a:gd name="T47" fmla="*/ 2 h 803"/>
                <a:gd name="T48" fmla="*/ 0 w 449"/>
                <a:gd name="T49" fmla="*/ 3 h 803"/>
                <a:gd name="T50" fmla="*/ 1 w 449"/>
                <a:gd name="T51" fmla="*/ 3 h 803"/>
                <a:gd name="T52" fmla="*/ 1 w 449"/>
                <a:gd name="T53" fmla="*/ 4 h 803"/>
                <a:gd name="T54" fmla="*/ 1 w 449"/>
                <a:gd name="T55" fmla="*/ 4 h 803"/>
                <a:gd name="T56" fmla="*/ 1 w 449"/>
                <a:gd name="T57" fmla="*/ 4 h 803"/>
                <a:gd name="T58" fmla="*/ 2 w 449"/>
                <a:gd name="T59" fmla="*/ 5 h 803"/>
                <a:gd name="T60" fmla="*/ 2 w 449"/>
                <a:gd name="T61" fmla="*/ 5 h 803"/>
                <a:gd name="T62" fmla="*/ 2 w 449"/>
                <a:gd name="T63" fmla="*/ 5 h 803"/>
                <a:gd name="T64" fmla="*/ 2 w 449"/>
                <a:gd name="T65" fmla="*/ 6 h 803"/>
                <a:gd name="T66" fmla="*/ 3 w 449"/>
                <a:gd name="T67" fmla="*/ 6 h 803"/>
                <a:gd name="T68" fmla="*/ 3 w 449"/>
                <a:gd name="T69" fmla="*/ 6 h 803"/>
                <a:gd name="T70" fmla="*/ 3 w 449"/>
                <a:gd name="T71" fmla="*/ 6 h 803"/>
                <a:gd name="T72" fmla="*/ 3 w 449"/>
                <a:gd name="T73" fmla="*/ 6 h 803"/>
                <a:gd name="T74" fmla="*/ 3 w 449"/>
                <a:gd name="T75" fmla="*/ 6 h 803"/>
                <a:gd name="T76" fmla="*/ 3 w 449"/>
                <a:gd name="T77" fmla="*/ 6 h 803"/>
                <a:gd name="T78" fmla="*/ 3 w 449"/>
                <a:gd name="T79" fmla="*/ 6 h 803"/>
                <a:gd name="T80" fmla="*/ 4 w 449"/>
                <a:gd name="T81" fmla="*/ 6 h 803"/>
                <a:gd name="T82" fmla="*/ 4 w 449"/>
                <a:gd name="T83" fmla="*/ 6 h 803"/>
                <a:gd name="T84" fmla="*/ 4 w 449"/>
                <a:gd name="T85" fmla="*/ 6 h 803"/>
                <a:gd name="T86" fmla="*/ 4 w 449"/>
                <a:gd name="T87" fmla="*/ 6 h 803"/>
                <a:gd name="T88" fmla="*/ 3 w 449"/>
                <a:gd name="T89" fmla="*/ 6 h 803"/>
                <a:gd name="T90" fmla="*/ 3 w 449"/>
                <a:gd name="T91" fmla="*/ 6 h 80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449"/>
                <a:gd name="T139" fmla="*/ 0 h 803"/>
                <a:gd name="T140" fmla="*/ 449 w 449"/>
                <a:gd name="T141" fmla="*/ 803 h 80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449" h="803">
                  <a:moveTo>
                    <a:pt x="426" y="717"/>
                  </a:moveTo>
                  <a:lnTo>
                    <a:pt x="427" y="717"/>
                  </a:lnTo>
                  <a:lnTo>
                    <a:pt x="395" y="693"/>
                  </a:lnTo>
                  <a:lnTo>
                    <a:pt x="361" y="662"/>
                  </a:lnTo>
                  <a:lnTo>
                    <a:pt x="329" y="628"/>
                  </a:lnTo>
                  <a:lnTo>
                    <a:pt x="299" y="591"/>
                  </a:lnTo>
                  <a:lnTo>
                    <a:pt x="269" y="551"/>
                  </a:lnTo>
                  <a:lnTo>
                    <a:pt x="241" y="507"/>
                  </a:lnTo>
                  <a:lnTo>
                    <a:pt x="215" y="460"/>
                  </a:lnTo>
                  <a:lnTo>
                    <a:pt x="191" y="412"/>
                  </a:lnTo>
                  <a:lnTo>
                    <a:pt x="170" y="363"/>
                  </a:lnTo>
                  <a:lnTo>
                    <a:pt x="151" y="312"/>
                  </a:lnTo>
                  <a:lnTo>
                    <a:pt x="133" y="259"/>
                  </a:lnTo>
                  <a:lnTo>
                    <a:pt x="119" y="207"/>
                  </a:lnTo>
                  <a:lnTo>
                    <a:pt x="108" y="156"/>
                  </a:lnTo>
                  <a:lnTo>
                    <a:pt x="101" y="103"/>
                  </a:lnTo>
                  <a:lnTo>
                    <a:pt x="96" y="51"/>
                  </a:lnTo>
                  <a:lnTo>
                    <a:pt x="94" y="0"/>
                  </a:lnTo>
                  <a:lnTo>
                    <a:pt x="0" y="0"/>
                  </a:lnTo>
                  <a:lnTo>
                    <a:pt x="2" y="56"/>
                  </a:lnTo>
                  <a:lnTo>
                    <a:pt x="7" y="115"/>
                  </a:lnTo>
                  <a:lnTo>
                    <a:pt x="16" y="172"/>
                  </a:lnTo>
                  <a:lnTo>
                    <a:pt x="28" y="231"/>
                  </a:lnTo>
                  <a:lnTo>
                    <a:pt x="44" y="287"/>
                  </a:lnTo>
                  <a:lnTo>
                    <a:pt x="62" y="342"/>
                  </a:lnTo>
                  <a:lnTo>
                    <a:pt x="83" y="398"/>
                  </a:lnTo>
                  <a:lnTo>
                    <a:pt x="106" y="452"/>
                  </a:lnTo>
                  <a:lnTo>
                    <a:pt x="133" y="505"/>
                  </a:lnTo>
                  <a:lnTo>
                    <a:pt x="161" y="554"/>
                  </a:lnTo>
                  <a:lnTo>
                    <a:pt x="192" y="602"/>
                  </a:lnTo>
                  <a:lnTo>
                    <a:pt x="224" y="647"/>
                  </a:lnTo>
                  <a:lnTo>
                    <a:pt x="259" y="689"/>
                  </a:lnTo>
                  <a:lnTo>
                    <a:pt x="295" y="728"/>
                  </a:lnTo>
                  <a:lnTo>
                    <a:pt x="334" y="763"/>
                  </a:lnTo>
                  <a:lnTo>
                    <a:pt x="374" y="795"/>
                  </a:lnTo>
                  <a:lnTo>
                    <a:pt x="375" y="795"/>
                  </a:lnTo>
                  <a:lnTo>
                    <a:pt x="374" y="795"/>
                  </a:lnTo>
                  <a:lnTo>
                    <a:pt x="392" y="803"/>
                  </a:lnTo>
                  <a:lnTo>
                    <a:pt x="411" y="803"/>
                  </a:lnTo>
                  <a:lnTo>
                    <a:pt x="426" y="795"/>
                  </a:lnTo>
                  <a:lnTo>
                    <a:pt x="439" y="782"/>
                  </a:lnTo>
                  <a:lnTo>
                    <a:pt x="446" y="766"/>
                  </a:lnTo>
                  <a:lnTo>
                    <a:pt x="449" y="749"/>
                  </a:lnTo>
                  <a:lnTo>
                    <a:pt x="441" y="732"/>
                  </a:lnTo>
                  <a:lnTo>
                    <a:pt x="427" y="717"/>
                  </a:lnTo>
                  <a:lnTo>
                    <a:pt x="426" y="71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7430" name="Freeform 48"/>
            <p:cNvSpPr>
              <a:spLocks/>
            </p:cNvSpPr>
            <p:nvPr/>
          </p:nvSpPr>
          <p:spPr bwMode="auto">
            <a:xfrm>
              <a:off x="883" y="1673"/>
              <a:ext cx="379" cy="690"/>
            </a:xfrm>
            <a:custGeom>
              <a:avLst/>
              <a:gdLst>
                <a:gd name="T0" fmla="*/ 12 w 1897"/>
                <a:gd name="T1" fmla="*/ 6 h 3450"/>
                <a:gd name="T2" fmla="*/ 13 w 1897"/>
                <a:gd name="T3" fmla="*/ 7 h 3450"/>
                <a:gd name="T4" fmla="*/ 13 w 1897"/>
                <a:gd name="T5" fmla="*/ 7 h 3450"/>
                <a:gd name="T6" fmla="*/ 14 w 1897"/>
                <a:gd name="T7" fmla="*/ 8 h 3450"/>
                <a:gd name="T8" fmla="*/ 14 w 1897"/>
                <a:gd name="T9" fmla="*/ 9 h 3450"/>
                <a:gd name="T10" fmla="*/ 15 w 1897"/>
                <a:gd name="T11" fmla="*/ 10 h 3450"/>
                <a:gd name="T12" fmla="*/ 15 w 1897"/>
                <a:gd name="T13" fmla="*/ 11 h 3450"/>
                <a:gd name="T14" fmla="*/ 15 w 1897"/>
                <a:gd name="T15" fmla="*/ 11 h 3450"/>
                <a:gd name="T16" fmla="*/ 15 w 1897"/>
                <a:gd name="T17" fmla="*/ 12 h 3450"/>
                <a:gd name="T18" fmla="*/ 15 w 1897"/>
                <a:gd name="T19" fmla="*/ 26 h 3450"/>
                <a:gd name="T20" fmla="*/ 15 w 1897"/>
                <a:gd name="T21" fmla="*/ 26 h 3450"/>
                <a:gd name="T22" fmla="*/ 15 w 1897"/>
                <a:gd name="T23" fmla="*/ 27 h 3450"/>
                <a:gd name="T24" fmla="*/ 15 w 1897"/>
                <a:gd name="T25" fmla="*/ 27 h 3450"/>
                <a:gd name="T26" fmla="*/ 14 w 1897"/>
                <a:gd name="T27" fmla="*/ 27 h 3450"/>
                <a:gd name="T28" fmla="*/ 14 w 1897"/>
                <a:gd name="T29" fmla="*/ 28 h 3450"/>
                <a:gd name="T30" fmla="*/ 13 w 1897"/>
                <a:gd name="T31" fmla="*/ 28 h 3450"/>
                <a:gd name="T32" fmla="*/ 13 w 1897"/>
                <a:gd name="T33" fmla="*/ 27 h 3450"/>
                <a:gd name="T34" fmla="*/ 3 w 1897"/>
                <a:gd name="T35" fmla="*/ 21 h 3450"/>
                <a:gd name="T36" fmla="*/ 2 w 1897"/>
                <a:gd name="T37" fmla="*/ 21 h 3450"/>
                <a:gd name="T38" fmla="*/ 2 w 1897"/>
                <a:gd name="T39" fmla="*/ 20 h 3450"/>
                <a:gd name="T40" fmla="*/ 1 w 1897"/>
                <a:gd name="T41" fmla="*/ 19 h 3450"/>
                <a:gd name="T42" fmla="*/ 1 w 1897"/>
                <a:gd name="T43" fmla="*/ 19 h 3450"/>
                <a:gd name="T44" fmla="*/ 0 w 1897"/>
                <a:gd name="T45" fmla="*/ 18 h 3450"/>
                <a:gd name="T46" fmla="*/ 0 w 1897"/>
                <a:gd name="T47" fmla="*/ 17 h 3450"/>
                <a:gd name="T48" fmla="*/ 0 w 1897"/>
                <a:gd name="T49" fmla="*/ 16 h 3450"/>
                <a:gd name="T50" fmla="*/ 0 w 1897"/>
                <a:gd name="T51" fmla="*/ 15 h 3450"/>
                <a:gd name="T52" fmla="*/ 0 w 1897"/>
                <a:gd name="T53" fmla="*/ 2 h 3450"/>
                <a:gd name="T54" fmla="*/ 0 w 1897"/>
                <a:gd name="T55" fmla="*/ 1 h 3450"/>
                <a:gd name="T56" fmla="*/ 0 w 1897"/>
                <a:gd name="T57" fmla="*/ 1 h 3450"/>
                <a:gd name="T58" fmla="*/ 1 w 1897"/>
                <a:gd name="T59" fmla="*/ 0 h 3450"/>
                <a:gd name="T60" fmla="*/ 1 w 1897"/>
                <a:gd name="T61" fmla="*/ 0 h 3450"/>
                <a:gd name="T62" fmla="*/ 1 w 1897"/>
                <a:gd name="T63" fmla="*/ 0 h 3450"/>
                <a:gd name="T64" fmla="*/ 2 w 1897"/>
                <a:gd name="T65" fmla="*/ 0 h 3450"/>
                <a:gd name="T66" fmla="*/ 3 w 1897"/>
                <a:gd name="T67" fmla="*/ 0 h 3450"/>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897"/>
                <a:gd name="T103" fmla="*/ 0 h 3450"/>
                <a:gd name="T104" fmla="*/ 1897 w 1897"/>
                <a:gd name="T105" fmla="*/ 3450 h 3450"/>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897" h="3450">
                  <a:moveTo>
                    <a:pt x="357" y="49"/>
                  </a:moveTo>
                  <a:lnTo>
                    <a:pt x="1542" y="806"/>
                  </a:lnTo>
                  <a:lnTo>
                    <a:pt x="1579" y="832"/>
                  </a:lnTo>
                  <a:lnTo>
                    <a:pt x="1614" y="861"/>
                  </a:lnTo>
                  <a:lnTo>
                    <a:pt x="1648" y="895"/>
                  </a:lnTo>
                  <a:lnTo>
                    <a:pt x="1681" y="933"/>
                  </a:lnTo>
                  <a:lnTo>
                    <a:pt x="1711" y="973"/>
                  </a:lnTo>
                  <a:lnTo>
                    <a:pt x="1740" y="1016"/>
                  </a:lnTo>
                  <a:lnTo>
                    <a:pt x="1768" y="1062"/>
                  </a:lnTo>
                  <a:lnTo>
                    <a:pt x="1793" y="1109"/>
                  </a:lnTo>
                  <a:lnTo>
                    <a:pt x="1816" y="1158"/>
                  </a:lnTo>
                  <a:lnTo>
                    <a:pt x="1836" y="1208"/>
                  </a:lnTo>
                  <a:lnTo>
                    <a:pt x="1854" y="1260"/>
                  </a:lnTo>
                  <a:lnTo>
                    <a:pt x="1869" y="1313"/>
                  </a:lnTo>
                  <a:lnTo>
                    <a:pt x="1881" y="1364"/>
                  </a:lnTo>
                  <a:lnTo>
                    <a:pt x="1890" y="1417"/>
                  </a:lnTo>
                  <a:lnTo>
                    <a:pt x="1895" y="1469"/>
                  </a:lnTo>
                  <a:lnTo>
                    <a:pt x="1897" y="1519"/>
                  </a:lnTo>
                  <a:lnTo>
                    <a:pt x="1897" y="3142"/>
                  </a:lnTo>
                  <a:lnTo>
                    <a:pt x="1895" y="3190"/>
                  </a:lnTo>
                  <a:lnTo>
                    <a:pt x="1890" y="3235"/>
                  </a:lnTo>
                  <a:lnTo>
                    <a:pt x="1881" y="3276"/>
                  </a:lnTo>
                  <a:lnTo>
                    <a:pt x="1869" y="3313"/>
                  </a:lnTo>
                  <a:lnTo>
                    <a:pt x="1854" y="3346"/>
                  </a:lnTo>
                  <a:lnTo>
                    <a:pt x="1836" y="3375"/>
                  </a:lnTo>
                  <a:lnTo>
                    <a:pt x="1816" y="3398"/>
                  </a:lnTo>
                  <a:lnTo>
                    <a:pt x="1793" y="3418"/>
                  </a:lnTo>
                  <a:lnTo>
                    <a:pt x="1768" y="3434"/>
                  </a:lnTo>
                  <a:lnTo>
                    <a:pt x="1740" y="3444"/>
                  </a:lnTo>
                  <a:lnTo>
                    <a:pt x="1711" y="3450"/>
                  </a:lnTo>
                  <a:lnTo>
                    <a:pt x="1681" y="3450"/>
                  </a:lnTo>
                  <a:lnTo>
                    <a:pt x="1648" y="3445"/>
                  </a:lnTo>
                  <a:lnTo>
                    <a:pt x="1614" y="3436"/>
                  </a:lnTo>
                  <a:lnTo>
                    <a:pt x="1579" y="3421"/>
                  </a:lnTo>
                  <a:lnTo>
                    <a:pt x="1542" y="3400"/>
                  </a:lnTo>
                  <a:lnTo>
                    <a:pt x="357" y="2643"/>
                  </a:lnTo>
                  <a:lnTo>
                    <a:pt x="320" y="2618"/>
                  </a:lnTo>
                  <a:lnTo>
                    <a:pt x="285" y="2588"/>
                  </a:lnTo>
                  <a:lnTo>
                    <a:pt x="251" y="2554"/>
                  </a:lnTo>
                  <a:lnTo>
                    <a:pt x="218" y="2517"/>
                  </a:lnTo>
                  <a:lnTo>
                    <a:pt x="187" y="2477"/>
                  </a:lnTo>
                  <a:lnTo>
                    <a:pt x="157" y="2433"/>
                  </a:lnTo>
                  <a:lnTo>
                    <a:pt x="130" y="2388"/>
                  </a:lnTo>
                  <a:lnTo>
                    <a:pt x="105" y="2341"/>
                  </a:lnTo>
                  <a:lnTo>
                    <a:pt x="81" y="2292"/>
                  </a:lnTo>
                  <a:lnTo>
                    <a:pt x="61" y="2241"/>
                  </a:lnTo>
                  <a:lnTo>
                    <a:pt x="44" y="2190"/>
                  </a:lnTo>
                  <a:lnTo>
                    <a:pt x="29" y="2138"/>
                  </a:lnTo>
                  <a:lnTo>
                    <a:pt x="17" y="2085"/>
                  </a:lnTo>
                  <a:lnTo>
                    <a:pt x="7" y="2033"/>
                  </a:lnTo>
                  <a:lnTo>
                    <a:pt x="3" y="1981"/>
                  </a:lnTo>
                  <a:lnTo>
                    <a:pt x="0" y="1931"/>
                  </a:lnTo>
                  <a:lnTo>
                    <a:pt x="0" y="308"/>
                  </a:lnTo>
                  <a:lnTo>
                    <a:pt x="3" y="260"/>
                  </a:lnTo>
                  <a:lnTo>
                    <a:pt x="7" y="215"/>
                  </a:lnTo>
                  <a:lnTo>
                    <a:pt x="17" y="174"/>
                  </a:lnTo>
                  <a:lnTo>
                    <a:pt x="29" y="137"/>
                  </a:lnTo>
                  <a:lnTo>
                    <a:pt x="44" y="104"/>
                  </a:lnTo>
                  <a:lnTo>
                    <a:pt x="61" y="76"/>
                  </a:lnTo>
                  <a:lnTo>
                    <a:pt x="81" y="51"/>
                  </a:lnTo>
                  <a:lnTo>
                    <a:pt x="105" y="31"/>
                  </a:lnTo>
                  <a:lnTo>
                    <a:pt x="130" y="16"/>
                  </a:lnTo>
                  <a:lnTo>
                    <a:pt x="157" y="5"/>
                  </a:lnTo>
                  <a:lnTo>
                    <a:pt x="187" y="0"/>
                  </a:lnTo>
                  <a:lnTo>
                    <a:pt x="218" y="0"/>
                  </a:lnTo>
                  <a:lnTo>
                    <a:pt x="251" y="3"/>
                  </a:lnTo>
                  <a:lnTo>
                    <a:pt x="285" y="14"/>
                  </a:lnTo>
                  <a:lnTo>
                    <a:pt x="320" y="29"/>
                  </a:lnTo>
                  <a:lnTo>
                    <a:pt x="357" y="49"/>
                  </a:lnTo>
                  <a:close/>
                </a:path>
              </a:pathLst>
            </a:custGeom>
            <a:solidFill>
              <a:srgbClr val="BFBFB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7431" name="Freeform 49"/>
            <p:cNvSpPr>
              <a:spLocks/>
            </p:cNvSpPr>
            <p:nvPr/>
          </p:nvSpPr>
          <p:spPr bwMode="auto">
            <a:xfrm>
              <a:off x="1268" y="1663"/>
              <a:ext cx="393" cy="711"/>
            </a:xfrm>
            <a:custGeom>
              <a:avLst/>
              <a:gdLst>
                <a:gd name="T0" fmla="*/ 3 w 1962"/>
                <a:gd name="T1" fmla="*/ 7 h 3555"/>
                <a:gd name="T2" fmla="*/ 2 w 1962"/>
                <a:gd name="T3" fmla="*/ 7 h 3555"/>
                <a:gd name="T4" fmla="*/ 2 w 1962"/>
                <a:gd name="T5" fmla="*/ 8 h 3555"/>
                <a:gd name="T6" fmla="*/ 1 w 1962"/>
                <a:gd name="T7" fmla="*/ 8 h 3555"/>
                <a:gd name="T8" fmla="*/ 1 w 1962"/>
                <a:gd name="T9" fmla="*/ 9 h 3555"/>
                <a:gd name="T10" fmla="*/ 1 w 1962"/>
                <a:gd name="T11" fmla="*/ 10 h 3555"/>
                <a:gd name="T12" fmla="*/ 0 w 1962"/>
                <a:gd name="T13" fmla="*/ 11 h 3555"/>
                <a:gd name="T14" fmla="*/ 0 w 1962"/>
                <a:gd name="T15" fmla="*/ 12 h 3555"/>
                <a:gd name="T16" fmla="*/ 0 w 1962"/>
                <a:gd name="T17" fmla="*/ 13 h 3555"/>
                <a:gd name="T18" fmla="*/ 0 w 1962"/>
                <a:gd name="T19" fmla="*/ 26 h 3555"/>
                <a:gd name="T20" fmla="*/ 0 w 1962"/>
                <a:gd name="T21" fmla="*/ 27 h 3555"/>
                <a:gd name="T22" fmla="*/ 0 w 1962"/>
                <a:gd name="T23" fmla="*/ 28 h 3555"/>
                <a:gd name="T24" fmla="*/ 1 w 1962"/>
                <a:gd name="T25" fmla="*/ 28 h 3555"/>
                <a:gd name="T26" fmla="*/ 1 w 1962"/>
                <a:gd name="T27" fmla="*/ 28 h 3555"/>
                <a:gd name="T28" fmla="*/ 2 w 1962"/>
                <a:gd name="T29" fmla="*/ 28 h 3555"/>
                <a:gd name="T30" fmla="*/ 2 w 1962"/>
                <a:gd name="T31" fmla="*/ 28 h 3555"/>
                <a:gd name="T32" fmla="*/ 3 w 1962"/>
                <a:gd name="T33" fmla="*/ 28 h 3555"/>
                <a:gd name="T34" fmla="*/ 13 w 1962"/>
                <a:gd name="T35" fmla="*/ 22 h 3555"/>
                <a:gd name="T36" fmla="*/ 13 w 1962"/>
                <a:gd name="T37" fmla="*/ 21 h 3555"/>
                <a:gd name="T38" fmla="*/ 14 w 1962"/>
                <a:gd name="T39" fmla="*/ 21 h 3555"/>
                <a:gd name="T40" fmla="*/ 14 w 1962"/>
                <a:gd name="T41" fmla="*/ 20 h 3555"/>
                <a:gd name="T42" fmla="*/ 15 w 1962"/>
                <a:gd name="T43" fmla="*/ 19 h 3555"/>
                <a:gd name="T44" fmla="*/ 15 w 1962"/>
                <a:gd name="T45" fmla="*/ 18 h 3555"/>
                <a:gd name="T46" fmla="*/ 16 w 1962"/>
                <a:gd name="T47" fmla="*/ 18 h 3555"/>
                <a:gd name="T48" fmla="*/ 16 w 1962"/>
                <a:gd name="T49" fmla="*/ 17 h 3555"/>
                <a:gd name="T50" fmla="*/ 16 w 1962"/>
                <a:gd name="T51" fmla="*/ 16 h 3555"/>
                <a:gd name="T52" fmla="*/ 16 w 1962"/>
                <a:gd name="T53" fmla="*/ 2 h 3555"/>
                <a:gd name="T54" fmla="*/ 16 w 1962"/>
                <a:gd name="T55" fmla="*/ 1 h 3555"/>
                <a:gd name="T56" fmla="*/ 15 w 1962"/>
                <a:gd name="T57" fmla="*/ 1 h 3555"/>
                <a:gd name="T58" fmla="*/ 15 w 1962"/>
                <a:gd name="T59" fmla="*/ 0 h 3555"/>
                <a:gd name="T60" fmla="*/ 15 w 1962"/>
                <a:gd name="T61" fmla="*/ 0 h 3555"/>
                <a:gd name="T62" fmla="*/ 14 w 1962"/>
                <a:gd name="T63" fmla="*/ 0 h 3555"/>
                <a:gd name="T64" fmla="*/ 14 w 1962"/>
                <a:gd name="T65" fmla="*/ 0 h 3555"/>
                <a:gd name="T66" fmla="*/ 13 w 1962"/>
                <a:gd name="T67" fmla="*/ 0 h 3555"/>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962"/>
                <a:gd name="T103" fmla="*/ 0 h 3555"/>
                <a:gd name="T104" fmla="*/ 1962 w 1962"/>
                <a:gd name="T105" fmla="*/ 3555 h 3555"/>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962" h="3555">
                  <a:moveTo>
                    <a:pt x="1594" y="50"/>
                  </a:moveTo>
                  <a:lnTo>
                    <a:pt x="368" y="831"/>
                  </a:lnTo>
                  <a:lnTo>
                    <a:pt x="330" y="858"/>
                  </a:lnTo>
                  <a:lnTo>
                    <a:pt x="294" y="888"/>
                  </a:lnTo>
                  <a:lnTo>
                    <a:pt x="259" y="922"/>
                  </a:lnTo>
                  <a:lnTo>
                    <a:pt x="225" y="961"/>
                  </a:lnTo>
                  <a:lnTo>
                    <a:pt x="193" y="1003"/>
                  </a:lnTo>
                  <a:lnTo>
                    <a:pt x="163" y="1047"/>
                  </a:lnTo>
                  <a:lnTo>
                    <a:pt x="133" y="1094"/>
                  </a:lnTo>
                  <a:lnTo>
                    <a:pt x="108" y="1143"/>
                  </a:lnTo>
                  <a:lnTo>
                    <a:pt x="84" y="1193"/>
                  </a:lnTo>
                  <a:lnTo>
                    <a:pt x="63" y="1246"/>
                  </a:lnTo>
                  <a:lnTo>
                    <a:pt x="44" y="1299"/>
                  </a:lnTo>
                  <a:lnTo>
                    <a:pt x="29" y="1353"/>
                  </a:lnTo>
                  <a:lnTo>
                    <a:pt x="16" y="1405"/>
                  </a:lnTo>
                  <a:lnTo>
                    <a:pt x="7" y="1459"/>
                  </a:lnTo>
                  <a:lnTo>
                    <a:pt x="2" y="1512"/>
                  </a:lnTo>
                  <a:lnTo>
                    <a:pt x="0" y="1565"/>
                  </a:lnTo>
                  <a:lnTo>
                    <a:pt x="0" y="3237"/>
                  </a:lnTo>
                  <a:lnTo>
                    <a:pt x="2" y="3287"/>
                  </a:lnTo>
                  <a:lnTo>
                    <a:pt x="7" y="3333"/>
                  </a:lnTo>
                  <a:lnTo>
                    <a:pt x="16" y="3375"/>
                  </a:lnTo>
                  <a:lnTo>
                    <a:pt x="29" y="3413"/>
                  </a:lnTo>
                  <a:lnTo>
                    <a:pt x="44" y="3447"/>
                  </a:lnTo>
                  <a:lnTo>
                    <a:pt x="63" y="3477"/>
                  </a:lnTo>
                  <a:lnTo>
                    <a:pt x="84" y="3502"/>
                  </a:lnTo>
                  <a:lnTo>
                    <a:pt x="108" y="3522"/>
                  </a:lnTo>
                  <a:lnTo>
                    <a:pt x="133" y="3538"/>
                  </a:lnTo>
                  <a:lnTo>
                    <a:pt x="163" y="3549"/>
                  </a:lnTo>
                  <a:lnTo>
                    <a:pt x="193" y="3555"/>
                  </a:lnTo>
                  <a:lnTo>
                    <a:pt x="225" y="3555"/>
                  </a:lnTo>
                  <a:lnTo>
                    <a:pt x="259" y="3550"/>
                  </a:lnTo>
                  <a:lnTo>
                    <a:pt x="294" y="3541"/>
                  </a:lnTo>
                  <a:lnTo>
                    <a:pt x="330" y="3524"/>
                  </a:lnTo>
                  <a:lnTo>
                    <a:pt x="368" y="3503"/>
                  </a:lnTo>
                  <a:lnTo>
                    <a:pt x="1594" y="2722"/>
                  </a:lnTo>
                  <a:lnTo>
                    <a:pt x="1632" y="2696"/>
                  </a:lnTo>
                  <a:lnTo>
                    <a:pt x="1668" y="2665"/>
                  </a:lnTo>
                  <a:lnTo>
                    <a:pt x="1703" y="2631"/>
                  </a:lnTo>
                  <a:lnTo>
                    <a:pt x="1737" y="2592"/>
                  </a:lnTo>
                  <a:lnTo>
                    <a:pt x="1769" y="2551"/>
                  </a:lnTo>
                  <a:lnTo>
                    <a:pt x="1799" y="2506"/>
                  </a:lnTo>
                  <a:lnTo>
                    <a:pt x="1829" y="2460"/>
                  </a:lnTo>
                  <a:lnTo>
                    <a:pt x="1854" y="2411"/>
                  </a:lnTo>
                  <a:lnTo>
                    <a:pt x="1878" y="2361"/>
                  </a:lnTo>
                  <a:lnTo>
                    <a:pt x="1899" y="2308"/>
                  </a:lnTo>
                  <a:lnTo>
                    <a:pt x="1918" y="2256"/>
                  </a:lnTo>
                  <a:lnTo>
                    <a:pt x="1933" y="2202"/>
                  </a:lnTo>
                  <a:lnTo>
                    <a:pt x="1946" y="2149"/>
                  </a:lnTo>
                  <a:lnTo>
                    <a:pt x="1955" y="2095"/>
                  </a:lnTo>
                  <a:lnTo>
                    <a:pt x="1960" y="2042"/>
                  </a:lnTo>
                  <a:lnTo>
                    <a:pt x="1962" y="1989"/>
                  </a:lnTo>
                  <a:lnTo>
                    <a:pt x="1962" y="319"/>
                  </a:lnTo>
                  <a:lnTo>
                    <a:pt x="1960" y="269"/>
                  </a:lnTo>
                  <a:lnTo>
                    <a:pt x="1955" y="223"/>
                  </a:lnTo>
                  <a:lnTo>
                    <a:pt x="1946" y="180"/>
                  </a:lnTo>
                  <a:lnTo>
                    <a:pt x="1933" y="143"/>
                  </a:lnTo>
                  <a:lnTo>
                    <a:pt x="1918" y="109"/>
                  </a:lnTo>
                  <a:lnTo>
                    <a:pt x="1899" y="79"/>
                  </a:lnTo>
                  <a:lnTo>
                    <a:pt x="1878" y="54"/>
                  </a:lnTo>
                  <a:lnTo>
                    <a:pt x="1854" y="33"/>
                  </a:lnTo>
                  <a:lnTo>
                    <a:pt x="1829" y="17"/>
                  </a:lnTo>
                  <a:lnTo>
                    <a:pt x="1799" y="7"/>
                  </a:lnTo>
                  <a:lnTo>
                    <a:pt x="1769" y="0"/>
                  </a:lnTo>
                  <a:lnTo>
                    <a:pt x="1737" y="0"/>
                  </a:lnTo>
                  <a:lnTo>
                    <a:pt x="1703" y="4"/>
                  </a:lnTo>
                  <a:lnTo>
                    <a:pt x="1668" y="14"/>
                  </a:lnTo>
                  <a:lnTo>
                    <a:pt x="1632" y="29"/>
                  </a:lnTo>
                  <a:lnTo>
                    <a:pt x="1594" y="50"/>
                  </a:lnTo>
                  <a:close/>
                </a:path>
              </a:pathLst>
            </a:custGeom>
            <a:solidFill>
              <a:srgbClr val="E5E5E5"/>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7432" name="Freeform 50"/>
            <p:cNvSpPr>
              <a:spLocks noEditPoints="1"/>
            </p:cNvSpPr>
            <p:nvPr/>
          </p:nvSpPr>
          <p:spPr bwMode="auto">
            <a:xfrm>
              <a:off x="916" y="1589"/>
              <a:ext cx="697" cy="698"/>
            </a:xfrm>
            <a:custGeom>
              <a:avLst/>
              <a:gdLst>
                <a:gd name="T0" fmla="*/ 16 w 3485"/>
                <a:gd name="T1" fmla="*/ 0 h 3490"/>
                <a:gd name="T2" fmla="*/ 17 w 3485"/>
                <a:gd name="T3" fmla="*/ 2 h 3490"/>
                <a:gd name="T4" fmla="*/ 17 w 3485"/>
                <a:gd name="T5" fmla="*/ 3 h 3490"/>
                <a:gd name="T6" fmla="*/ 14 w 3485"/>
                <a:gd name="T7" fmla="*/ 4 h 3490"/>
                <a:gd name="T8" fmla="*/ 12 w 3485"/>
                <a:gd name="T9" fmla="*/ 4 h 3490"/>
                <a:gd name="T10" fmla="*/ 11 w 3485"/>
                <a:gd name="T11" fmla="*/ 2 h 3490"/>
                <a:gd name="T12" fmla="*/ 11 w 3485"/>
                <a:gd name="T13" fmla="*/ 1 h 3490"/>
                <a:gd name="T14" fmla="*/ 14 w 3485"/>
                <a:gd name="T15" fmla="*/ 0 h 3490"/>
                <a:gd name="T16" fmla="*/ 3 w 3485"/>
                <a:gd name="T17" fmla="*/ 7 h 3490"/>
                <a:gd name="T18" fmla="*/ 4 w 3485"/>
                <a:gd name="T19" fmla="*/ 9 h 3490"/>
                <a:gd name="T20" fmla="*/ 3 w 3485"/>
                <a:gd name="T21" fmla="*/ 12 h 3490"/>
                <a:gd name="T22" fmla="*/ 2 w 3485"/>
                <a:gd name="T23" fmla="*/ 13 h 3490"/>
                <a:gd name="T24" fmla="*/ 1 w 3485"/>
                <a:gd name="T25" fmla="*/ 12 h 3490"/>
                <a:gd name="T26" fmla="*/ 0 w 3485"/>
                <a:gd name="T27" fmla="*/ 10 h 3490"/>
                <a:gd name="T28" fmla="*/ 0 w 3485"/>
                <a:gd name="T29" fmla="*/ 8 h 3490"/>
                <a:gd name="T30" fmla="*/ 2 w 3485"/>
                <a:gd name="T31" fmla="*/ 6 h 3490"/>
                <a:gd name="T32" fmla="*/ 10 w 3485"/>
                <a:gd name="T33" fmla="*/ 20 h 3490"/>
                <a:gd name="T34" fmla="*/ 11 w 3485"/>
                <a:gd name="T35" fmla="*/ 22 h 3490"/>
                <a:gd name="T36" fmla="*/ 11 w 3485"/>
                <a:gd name="T37" fmla="*/ 25 h 3490"/>
                <a:gd name="T38" fmla="*/ 10 w 3485"/>
                <a:gd name="T39" fmla="*/ 27 h 3490"/>
                <a:gd name="T40" fmla="*/ 8 w 3485"/>
                <a:gd name="T41" fmla="*/ 26 h 3490"/>
                <a:gd name="T42" fmla="*/ 7 w 3485"/>
                <a:gd name="T43" fmla="*/ 24 h 3490"/>
                <a:gd name="T44" fmla="*/ 7 w 3485"/>
                <a:gd name="T45" fmla="*/ 22 h 3490"/>
                <a:gd name="T46" fmla="*/ 8 w 3485"/>
                <a:gd name="T47" fmla="*/ 20 h 3490"/>
                <a:gd name="T48" fmla="*/ 20 w 3485"/>
                <a:gd name="T49" fmla="*/ 21 h 3490"/>
                <a:gd name="T50" fmla="*/ 21 w 3485"/>
                <a:gd name="T51" fmla="*/ 23 h 3490"/>
                <a:gd name="T52" fmla="*/ 21 w 3485"/>
                <a:gd name="T53" fmla="*/ 26 h 3490"/>
                <a:gd name="T54" fmla="*/ 20 w 3485"/>
                <a:gd name="T55" fmla="*/ 28 h 3490"/>
                <a:gd name="T56" fmla="*/ 18 w 3485"/>
                <a:gd name="T57" fmla="*/ 28 h 3490"/>
                <a:gd name="T58" fmla="*/ 17 w 3485"/>
                <a:gd name="T59" fmla="*/ 26 h 3490"/>
                <a:gd name="T60" fmla="*/ 17 w 3485"/>
                <a:gd name="T61" fmla="*/ 23 h 3490"/>
                <a:gd name="T62" fmla="*/ 18 w 3485"/>
                <a:gd name="T63" fmla="*/ 21 h 3490"/>
                <a:gd name="T64" fmla="*/ 19 w 3485"/>
                <a:gd name="T65" fmla="*/ 11 h 3490"/>
                <a:gd name="T66" fmla="*/ 20 w 3485"/>
                <a:gd name="T67" fmla="*/ 13 h 3490"/>
                <a:gd name="T68" fmla="*/ 21 w 3485"/>
                <a:gd name="T69" fmla="*/ 15 h 3490"/>
                <a:gd name="T70" fmla="*/ 20 w 3485"/>
                <a:gd name="T71" fmla="*/ 17 h 3490"/>
                <a:gd name="T72" fmla="*/ 18 w 3485"/>
                <a:gd name="T73" fmla="*/ 17 h 3490"/>
                <a:gd name="T74" fmla="*/ 17 w 3485"/>
                <a:gd name="T75" fmla="*/ 16 h 3490"/>
                <a:gd name="T76" fmla="*/ 17 w 3485"/>
                <a:gd name="T77" fmla="*/ 13 h 3490"/>
                <a:gd name="T78" fmla="*/ 18 w 3485"/>
                <a:gd name="T79" fmla="*/ 11 h 3490"/>
                <a:gd name="T80" fmla="*/ 26 w 3485"/>
                <a:gd name="T81" fmla="*/ 7 h 3490"/>
                <a:gd name="T82" fmla="*/ 27 w 3485"/>
                <a:gd name="T83" fmla="*/ 8 h 3490"/>
                <a:gd name="T84" fmla="*/ 27 w 3485"/>
                <a:gd name="T85" fmla="*/ 11 h 3490"/>
                <a:gd name="T86" fmla="*/ 26 w 3485"/>
                <a:gd name="T87" fmla="*/ 13 h 3490"/>
                <a:gd name="T88" fmla="*/ 25 w 3485"/>
                <a:gd name="T89" fmla="*/ 13 h 3490"/>
                <a:gd name="T90" fmla="*/ 24 w 3485"/>
                <a:gd name="T91" fmla="*/ 12 h 3490"/>
                <a:gd name="T92" fmla="*/ 24 w 3485"/>
                <a:gd name="T93" fmla="*/ 9 h 3490"/>
                <a:gd name="T94" fmla="*/ 24 w 3485"/>
                <a:gd name="T95" fmla="*/ 7 h 3490"/>
                <a:gd name="T96" fmla="*/ 26 w 3485"/>
                <a:gd name="T97" fmla="*/ 17 h 3490"/>
                <a:gd name="T98" fmla="*/ 27 w 3485"/>
                <a:gd name="T99" fmla="*/ 18 h 3490"/>
                <a:gd name="T100" fmla="*/ 28 w 3485"/>
                <a:gd name="T101" fmla="*/ 21 h 3490"/>
                <a:gd name="T102" fmla="*/ 27 w 3485"/>
                <a:gd name="T103" fmla="*/ 23 h 3490"/>
                <a:gd name="T104" fmla="*/ 26 w 3485"/>
                <a:gd name="T105" fmla="*/ 24 h 3490"/>
                <a:gd name="T106" fmla="*/ 24 w 3485"/>
                <a:gd name="T107" fmla="*/ 23 h 3490"/>
                <a:gd name="T108" fmla="*/ 24 w 3485"/>
                <a:gd name="T109" fmla="*/ 20 h 3490"/>
                <a:gd name="T110" fmla="*/ 25 w 3485"/>
                <a:gd name="T111" fmla="*/ 18 h 3490"/>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w 3485"/>
                <a:gd name="T169" fmla="*/ 0 h 3490"/>
                <a:gd name="T170" fmla="*/ 3485 w 3485"/>
                <a:gd name="T171" fmla="*/ 3490 h 3490"/>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T168" t="T169" r="T170" b="T171"/>
              <a:pathLst>
                <a:path w="3485" h="3490">
                  <a:moveTo>
                    <a:pt x="1754" y="0"/>
                  </a:moveTo>
                  <a:lnTo>
                    <a:pt x="1797" y="2"/>
                  </a:lnTo>
                  <a:lnTo>
                    <a:pt x="1840" y="5"/>
                  </a:lnTo>
                  <a:lnTo>
                    <a:pt x="1881" y="12"/>
                  </a:lnTo>
                  <a:lnTo>
                    <a:pt x="1921" y="20"/>
                  </a:lnTo>
                  <a:lnTo>
                    <a:pt x="1959" y="31"/>
                  </a:lnTo>
                  <a:lnTo>
                    <a:pt x="1994" y="44"/>
                  </a:lnTo>
                  <a:lnTo>
                    <a:pt x="2028" y="59"/>
                  </a:lnTo>
                  <a:lnTo>
                    <a:pt x="2058" y="74"/>
                  </a:lnTo>
                  <a:lnTo>
                    <a:pt x="2086" y="93"/>
                  </a:lnTo>
                  <a:lnTo>
                    <a:pt x="2111" y="113"/>
                  </a:lnTo>
                  <a:lnTo>
                    <a:pt x="2132" y="133"/>
                  </a:lnTo>
                  <a:lnTo>
                    <a:pt x="2151" y="155"/>
                  </a:lnTo>
                  <a:lnTo>
                    <a:pt x="2165" y="179"/>
                  </a:lnTo>
                  <a:lnTo>
                    <a:pt x="2175" y="203"/>
                  </a:lnTo>
                  <a:lnTo>
                    <a:pt x="2182" y="229"/>
                  </a:lnTo>
                  <a:lnTo>
                    <a:pt x="2185" y="255"/>
                  </a:lnTo>
                  <a:lnTo>
                    <a:pt x="2182" y="281"/>
                  </a:lnTo>
                  <a:lnTo>
                    <a:pt x="2175" y="305"/>
                  </a:lnTo>
                  <a:lnTo>
                    <a:pt x="2165" y="330"/>
                  </a:lnTo>
                  <a:lnTo>
                    <a:pt x="2151" y="353"/>
                  </a:lnTo>
                  <a:lnTo>
                    <a:pt x="2132" y="376"/>
                  </a:lnTo>
                  <a:lnTo>
                    <a:pt x="2111" y="397"/>
                  </a:lnTo>
                  <a:lnTo>
                    <a:pt x="2086" y="417"/>
                  </a:lnTo>
                  <a:lnTo>
                    <a:pt x="2058" y="434"/>
                  </a:lnTo>
                  <a:lnTo>
                    <a:pt x="2028" y="451"/>
                  </a:lnTo>
                  <a:lnTo>
                    <a:pt x="1994" y="466"/>
                  </a:lnTo>
                  <a:lnTo>
                    <a:pt x="1959" y="479"/>
                  </a:lnTo>
                  <a:lnTo>
                    <a:pt x="1921" y="489"/>
                  </a:lnTo>
                  <a:lnTo>
                    <a:pt x="1881" y="498"/>
                  </a:lnTo>
                  <a:lnTo>
                    <a:pt x="1840" y="505"/>
                  </a:lnTo>
                  <a:lnTo>
                    <a:pt x="1797" y="508"/>
                  </a:lnTo>
                  <a:lnTo>
                    <a:pt x="1754" y="509"/>
                  </a:lnTo>
                  <a:lnTo>
                    <a:pt x="1710" y="508"/>
                  </a:lnTo>
                  <a:lnTo>
                    <a:pt x="1667" y="505"/>
                  </a:lnTo>
                  <a:lnTo>
                    <a:pt x="1626" y="498"/>
                  </a:lnTo>
                  <a:lnTo>
                    <a:pt x="1586" y="489"/>
                  </a:lnTo>
                  <a:lnTo>
                    <a:pt x="1548" y="479"/>
                  </a:lnTo>
                  <a:lnTo>
                    <a:pt x="1512" y="466"/>
                  </a:lnTo>
                  <a:lnTo>
                    <a:pt x="1479" y="451"/>
                  </a:lnTo>
                  <a:lnTo>
                    <a:pt x="1449" y="434"/>
                  </a:lnTo>
                  <a:lnTo>
                    <a:pt x="1421" y="417"/>
                  </a:lnTo>
                  <a:lnTo>
                    <a:pt x="1395" y="397"/>
                  </a:lnTo>
                  <a:lnTo>
                    <a:pt x="1374" y="376"/>
                  </a:lnTo>
                  <a:lnTo>
                    <a:pt x="1355" y="353"/>
                  </a:lnTo>
                  <a:lnTo>
                    <a:pt x="1341" y="330"/>
                  </a:lnTo>
                  <a:lnTo>
                    <a:pt x="1331" y="305"/>
                  </a:lnTo>
                  <a:lnTo>
                    <a:pt x="1324" y="281"/>
                  </a:lnTo>
                  <a:lnTo>
                    <a:pt x="1321" y="255"/>
                  </a:lnTo>
                  <a:lnTo>
                    <a:pt x="1324" y="229"/>
                  </a:lnTo>
                  <a:lnTo>
                    <a:pt x="1331" y="203"/>
                  </a:lnTo>
                  <a:lnTo>
                    <a:pt x="1341" y="179"/>
                  </a:lnTo>
                  <a:lnTo>
                    <a:pt x="1355" y="155"/>
                  </a:lnTo>
                  <a:lnTo>
                    <a:pt x="1374" y="133"/>
                  </a:lnTo>
                  <a:lnTo>
                    <a:pt x="1395" y="113"/>
                  </a:lnTo>
                  <a:lnTo>
                    <a:pt x="1421" y="93"/>
                  </a:lnTo>
                  <a:lnTo>
                    <a:pt x="1449" y="74"/>
                  </a:lnTo>
                  <a:lnTo>
                    <a:pt x="1479" y="59"/>
                  </a:lnTo>
                  <a:lnTo>
                    <a:pt x="1512" y="44"/>
                  </a:lnTo>
                  <a:lnTo>
                    <a:pt x="1548" y="31"/>
                  </a:lnTo>
                  <a:lnTo>
                    <a:pt x="1586" y="20"/>
                  </a:lnTo>
                  <a:lnTo>
                    <a:pt x="1626" y="12"/>
                  </a:lnTo>
                  <a:lnTo>
                    <a:pt x="1667" y="5"/>
                  </a:lnTo>
                  <a:lnTo>
                    <a:pt x="1710" y="2"/>
                  </a:lnTo>
                  <a:lnTo>
                    <a:pt x="1754" y="0"/>
                  </a:lnTo>
                  <a:close/>
                  <a:moveTo>
                    <a:pt x="239" y="786"/>
                  </a:moveTo>
                  <a:lnTo>
                    <a:pt x="263" y="788"/>
                  </a:lnTo>
                  <a:lnTo>
                    <a:pt x="287" y="794"/>
                  </a:lnTo>
                  <a:lnTo>
                    <a:pt x="309" y="805"/>
                  </a:lnTo>
                  <a:lnTo>
                    <a:pt x="331" y="819"/>
                  </a:lnTo>
                  <a:lnTo>
                    <a:pt x="352" y="836"/>
                  </a:lnTo>
                  <a:lnTo>
                    <a:pt x="372" y="857"/>
                  </a:lnTo>
                  <a:lnTo>
                    <a:pt x="390" y="882"/>
                  </a:lnTo>
                  <a:lnTo>
                    <a:pt x="407" y="909"/>
                  </a:lnTo>
                  <a:lnTo>
                    <a:pt x="423" y="940"/>
                  </a:lnTo>
                  <a:lnTo>
                    <a:pt x="437" y="971"/>
                  </a:lnTo>
                  <a:lnTo>
                    <a:pt x="448" y="1006"/>
                  </a:lnTo>
                  <a:lnTo>
                    <a:pt x="459" y="1043"/>
                  </a:lnTo>
                  <a:lnTo>
                    <a:pt x="467" y="1081"/>
                  </a:lnTo>
                  <a:lnTo>
                    <a:pt x="473" y="1121"/>
                  </a:lnTo>
                  <a:lnTo>
                    <a:pt x="476" y="1163"/>
                  </a:lnTo>
                  <a:lnTo>
                    <a:pt x="478" y="1206"/>
                  </a:lnTo>
                  <a:lnTo>
                    <a:pt x="476" y="1248"/>
                  </a:lnTo>
                  <a:lnTo>
                    <a:pt x="473" y="1290"/>
                  </a:lnTo>
                  <a:lnTo>
                    <a:pt x="467" y="1330"/>
                  </a:lnTo>
                  <a:lnTo>
                    <a:pt x="459" y="1367"/>
                  </a:lnTo>
                  <a:lnTo>
                    <a:pt x="448" y="1405"/>
                  </a:lnTo>
                  <a:lnTo>
                    <a:pt x="437" y="1439"/>
                  </a:lnTo>
                  <a:lnTo>
                    <a:pt x="423" y="1472"/>
                  </a:lnTo>
                  <a:lnTo>
                    <a:pt x="407" y="1501"/>
                  </a:lnTo>
                  <a:lnTo>
                    <a:pt x="390" y="1528"/>
                  </a:lnTo>
                  <a:lnTo>
                    <a:pt x="372" y="1553"/>
                  </a:lnTo>
                  <a:lnTo>
                    <a:pt x="352" y="1574"/>
                  </a:lnTo>
                  <a:lnTo>
                    <a:pt x="331" y="1591"/>
                  </a:lnTo>
                  <a:lnTo>
                    <a:pt x="309" y="1605"/>
                  </a:lnTo>
                  <a:lnTo>
                    <a:pt x="287" y="1616"/>
                  </a:lnTo>
                  <a:lnTo>
                    <a:pt x="263" y="1622"/>
                  </a:lnTo>
                  <a:lnTo>
                    <a:pt x="239" y="1624"/>
                  </a:lnTo>
                  <a:lnTo>
                    <a:pt x="214" y="1622"/>
                  </a:lnTo>
                  <a:lnTo>
                    <a:pt x="191" y="1616"/>
                  </a:lnTo>
                  <a:lnTo>
                    <a:pt x="168" y="1605"/>
                  </a:lnTo>
                  <a:lnTo>
                    <a:pt x="146" y="1591"/>
                  </a:lnTo>
                  <a:lnTo>
                    <a:pt x="125" y="1574"/>
                  </a:lnTo>
                  <a:lnTo>
                    <a:pt x="105" y="1553"/>
                  </a:lnTo>
                  <a:lnTo>
                    <a:pt x="87" y="1528"/>
                  </a:lnTo>
                  <a:lnTo>
                    <a:pt x="70" y="1501"/>
                  </a:lnTo>
                  <a:lnTo>
                    <a:pt x="55" y="1472"/>
                  </a:lnTo>
                  <a:lnTo>
                    <a:pt x="41" y="1439"/>
                  </a:lnTo>
                  <a:lnTo>
                    <a:pt x="29" y="1405"/>
                  </a:lnTo>
                  <a:lnTo>
                    <a:pt x="18" y="1367"/>
                  </a:lnTo>
                  <a:lnTo>
                    <a:pt x="10" y="1330"/>
                  </a:lnTo>
                  <a:lnTo>
                    <a:pt x="4" y="1290"/>
                  </a:lnTo>
                  <a:lnTo>
                    <a:pt x="1" y="1248"/>
                  </a:lnTo>
                  <a:lnTo>
                    <a:pt x="0" y="1206"/>
                  </a:lnTo>
                  <a:lnTo>
                    <a:pt x="1" y="1163"/>
                  </a:lnTo>
                  <a:lnTo>
                    <a:pt x="4" y="1121"/>
                  </a:lnTo>
                  <a:lnTo>
                    <a:pt x="10" y="1081"/>
                  </a:lnTo>
                  <a:lnTo>
                    <a:pt x="18" y="1043"/>
                  </a:lnTo>
                  <a:lnTo>
                    <a:pt x="29" y="1006"/>
                  </a:lnTo>
                  <a:lnTo>
                    <a:pt x="41" y="971"/>
                  </a:lnTo>
                  <a:lnTo>
                    <a:pt x="55" y="940"/>
                  </a:lnTo>
                  <a:lnTo>
                    <a:pt x="70" y="909"/>
                  </a:lnTo>
                  <a:lnTo>
                    <a:pt x="87" y="882"/>
                  </a:lnTo>
                  <a:lnTo>
                    <a:pt x="105" y="857"/>
                  </a:lnTo>
                  <a:lnTo>
                    <a:pt x="125" y="836"/>
                  </a:lnTo>
                  <a:lnTo>
                    <a:pt x="146" y="819"/>
                  </a:lnTo>
                  <a:lnTo>
                    <a:pt x="168" y="805"/>
                  </a:lnTo>
                  <a:lnTo>
                    <a:pt x="191" y="794"/>
                  </a:lnTo>
                  <a:lnTo>
                    <a:pt x="214" y="788"/>
                  </a:lnTo>
                  <a:lnTo>
                    <a:pt x="239" y="786"/>
                  </a:lnTo>
                  <a:close/>
                  <a:moveTo>
                    <a:pt x="1119" y="2495"/>
                  </a:moveTo>
                  <a:lnTo>
                    <a:pt x="1143" y="2498"/>
                  </a:lnTo>
                  <a:lnTo>
                    <a:pt x="1167" y="2504"/>
                  </a:lnTo>
                  <a:lnTo>
                    <a:pt x="1190" y="2514"/>
                  </a:lnTo>
                  <a:lnTo>
                    <a:pt x="1211" y="2528"/>
                  </a:lnTo>
                  <a:lnTo>
                    <a:pt x="1232" y="2546"/>
                  </a:lnTo>
                  <a:lnTo>
                    <a:pt x="1252" y="2567"/>
                  </a:lnTo>
                  <a:lnTo>
                    <a:pt x="1271" y="2592"/>
                  </a:lnTo>
                  <a:lnTo>
                    <a:pt x="1288" y="2618"/>
                  </a:lnTo>
                  <a:lnTo>
                    <a:pt x="1304" y="2648"/>
                  </a:lnTo>
                  <a:lnTo>
                    <a:pt x="1318" y="2681"/>
                  </a:lnTo>
                  <a:lnTo>
                    <a:pt x="1329" y="2715"/>
                  </a:lnTo>
                  <a:lnTo>
                    <a:pt x="1340" y="2752"/>
                  </a:lnTo>
                  <a:lnTo>
                    <a:pt x="1348" y="2790"/>
                  </a:lnTo>
                  <a:lnTo>
                    <a:pt x="1354" y="2830"/>
                  </a:lnTo>
                  <a:lnTo>
                    <a:pt x="1358" y="2872"/>
                  </a:lnTo>
                  <a:lnTo>
                    <a:pt x="1359" y="2914"/>
                  </a:lnTo>
                  <a:lnTo>
                    <a:pt x="1358" y="2956"/>
                  </a:lnTo>
                  <a:lnTo>
                    <a:pt x="1354" y="2998"/>
                  </a:lnTo>
                  <a:lnTo>
                    <a:pt x="1348" y="3038"/>
                  </a:lnTo>
                  <a:lnTo>
                    <a:pt x="1340" y="3077"/>
                  </a:lnTo>
                  <a:lnTo>
                    <a:pt x="1329" y="3113"/>
                  </a:lnTo>
                  <a:lnTo>
                    <a:pt x="1318" y="3147"/>
                  </a:lnTo>
                  <a:lnTo>
                    <a:pt x="1304" y="3180"/>
                  </a:lnTo>
                  <a:lnTo>
                    <a:pt x="1288" y="3209"/>
                  </a:lnTo>
                  <a:lnTo>
                    <a:pt x="1271" y="3238"/>
                  </a:lnTo>
                  <a:lnTo>
                    <a:pt x="1252" y="3261"/>
                  </a:lnTo>
                  <a:lnTo>
                    <a:pt x="1232" y="3282"/>
                  </a:lnTo>
                  <a:lnTo>
                    <a:pt x="1211" y="3301"/>
                  </a:lnTo>
                  <a:lnTo>
                    <a:pt x="1190" y="3315"/>
                  </a:lnTo>
                  <a:lnTo>
                    <a:pt x="1167" y="3325"/>
                  </a:lnTo>
                  <a:lnTo>
                    <a:pt x="1143" y="3331"/>
                  </a:lnTo>
                  <a:lnTo>
                    <a:pt x="1119" y="3334"/>
                  </a:lnTo>
                  <a:lnTo>
                    <a:pt x="1094" y="3331"/>
                  </a:lnTo>
                  <a:lnTo>
                    <a:pt x="1070" y="3325"/>
                  </a:lnTo>
                  <a:lnTo>
                    <a:pt x="1048" y="3315"/>
                  </a:lnTo>
                  <a:lnTo>
                    <a:pt x="1026" y="3301"/>
                  </a:lnTo>
                  <a:lnTo>
                    <a:pt x="1005" y="3282"/>
                  </a:lnTo>
                  <a:lnTo>
                    <a:pt x="985" y="3261"/>
                  </a:lnTo>
                  <a:lnTo>
                    <a:pt x="967" y="3238"/>
                  </a:lnTo>
                  <a:lnTo>
                    <a:pt x="950" y="3209"/>
                  </a:lnTo>
                  <a:lnTo>
                    <a:pt x="935" y="3180"/>
                  </a:lnTo>
                  <a:lnTo>
                    <a:pt x="921" y="3147"/>
                  </a:lnTo>
                  <a:lnTo>
                    <a:pt x="909" y="3113"/>
                  </a:lnTo>
                  <a:lnTo>
                    <a:pt x="898" y="3077"/>
                  </a:lnTo>
                  <a:lnTo>
                    <a:pt x="890" y="3038"/>
                  </a:lnTo>
                  <a:lnTo>
                    <a:pt x="884" y="2998"/>
                  </a:lnTo>
                  <a:lnTo>
                    <a:pt x="881" y="2956"/>
                  </a:lnTo>
                  <a:lnTo>
                    <a:pt x="880" y="2914"/>
                  </a:lnTo>
                  <a:lnTo>
                    <a:pt x="881" y="2872"/>
                  </a:lnTo>
                  <a:lnTo>
                    <a:pt x="884" y="2830"/>
                  </a:lnTo>
                  <a:lnTo>
                    <a:pt x="890" y="2790"/>
                  </a:lnTo>
                  <a:lnTo>
                    <a:pt x="898" y="2752"/>
                  </a:lnTo>
                  <a:lnTo>
                    <a:pt x="909" y="2715"/>
                  </a:lnTo>
                  <a:lnTo>
                    <a:pt x="921" y="2681"/>
                  </a:lnTo>
                  <a:lnTo>
                    <a:pt x="935" y="2648"/>
                  </a:lnTo>
                  <a:lnTo>
                    <a:pt x="950" y="2618"/>
                  </a:lnTo>
                  <a:lnTo>
                    <a:pt x="967" y="2592"/>
                  </a:lnTo>
                  <a:lnTo>
                    <a:pt x="985" y="2567"/>
                  </a:lnTo>
                  <a:lnTo>
                    <a:pt x="1005" y="2546"/>
                  </a:lnTo>
                  <a:lnTo>
                    <a:pt x="1026" y="2528"/>
                  </a:lnTo>
                  <a:lnTo>
                    <a:pt x="1048" y="2514"/>
                  </a:lnTo>
                  <a:lnTo>
                    <a:pt x="1070" y="2504"/>
                  </a:lnTo>
                  <a:lnTo>
                    <a:pt x="1094" y="2498"/>
                  </a:lnTo>
                  <a:lnTo>
                    <a:pt x="1119" y="2495"/>
                  </a:lnTo>
                  <a:close/>
                  <a:moveTo>
                    <a:pt x="2380" y="2651"/>
                  </a:moveTo>
                  <a:lnTo>
                    <a:pt x="2405" y="2654"/>
                  </a:lnTo>
                  <a:lnTo>
                    <a:pt x="2428" y="2660"/>
                  </a:lnTo>
                  <a:lnTo>
                    <a:pt x="2452" y="2670"/>
                  </a:lnTo>
                  <a:lnTo>
                    <a:pt x="2473" y="2684"/>
                  </a:lnTo>
                  <a:lnTo>
                    <a:pt x="2494" y="2703"/>
                  </a:lnTo>
                  <a:lnTo>
                    <a:pt x="2514" y="2724"/>
                  </a:lnTo>
                  <a:lnTo>
                    <a:pt x="2533" y="2747"/>
                  </a:lnTo>
                  <a:lnTo>
                    <a:pt x="2550" y="2774"/>
                  </a:lnTo>
                  <a:lnTo>
                    <a:pt x="2565" y="2805"/>
                  </a:lnTo>
                  <a:lnTo>
                    <a:pt x="2580" y="2838"/>
                  </a:lnTo>
                  <a:lnTo>
                    <a:pt x="2591" y="2872"/>
                  </a:lnTo>
                  <a:lnTo>
                    <a:pt x="2602" y="2908"/>
                  </a:lnTo>
                  <a:lnTo>
                    <a:pt x="2610" y="2947"/>
                  </a:lnTo>
                  <a:lnTo>
                    <a:pt x="2616" y="2987"/>
                  </a:lnTo>
                  <a:lnTo>
                    <a:pt x="2619" y="3029"/>
                  </a:lnTo>
                  <a:lnTo>
                    <a:pt x="2621" y="3071"/>
                  </a:lnTo>
                  <a:lnTo>
                    <a:pt x="2619" y="3113"/>
                  </a:lnTo>
                  <a:lnTo>
                    <a:pt x="2616" y="3155"/>
                  </a:lnTo>
                  <a:lnTo>
                    <a:pt x="2610" y="3195"/>
                  </a:lnTo>
                  <a:lnTo>
                    <a:pt x="2602" y="3233"/>
                  </a:lnTo>
                  <a:lnTo>
                    <a:pt x="2591" y="3270"/>
                  </a:lnTo>
                  <a:lnTo>
                    <a:pt x="2580" y="3304"/>
                  </a:lnTo>
                  <a:lnTo>
                    <a:pt x="2565" y="3337"/>
                  </a:lnTo>
                  <a:lnTo>
                    <a:pt x="2550" y="3367"/>
                  </a:lnTo>
                  <a:lnTo>
                    <a:pt x="2533" y="3393"/>
                  </a:lnTo>
                  <a:lnTo>
                    <a:pt x="2514" y="3418"/>
                  </a:lnTo>
                  <a:lnTo>
                    <a:pt x="2494" y="3439"/>
                  </a:lnTo>
                  <a:lnTo>
                    <a:pt x="2473" y="3457"/>
                  </a:lnTo>
                  <a:lnTo>
                    <a:pt x="2452" y="3471"/>
                  </a:lnTo>
                  <a:lnTo>
                    <a:pt x="2428" y="3481"/>
                  </a:lnTo>
                  <a:lnTo>
                    <a:pt x="2405" y="3487"/>
                  </a:lnTo>
                  <a:lnTo>
                    <a:pt x="2380" y="3490"/>
                  </a:lnTo>
                  <a:lnTo>
                    <a:pt x="2356" y="3487"/>
                  </a:lnTo>
                  <a:lnTo>
                    <a:pt x="2332" y="3481"/>
                  </a:lnTo>
                  <a:lnTo>
                    <a:pt x="2310" y="3471"/>
                  </a:lnTo>
                  <a:lnTo>
                    <a:pt x="2288" y="3457"/>
                  </a:lnTo>
                  <a:lnTo>
                    <a:pt x="2267" y="3439"/>
                  </a:lnTo>
                  <a:lnTo>
                    <a:pt x="2248" y="3418"/>
                  </a:lnTo>
                  <a:lnTo>
                    <a:pt x="2229" y="3393"/>
                  </a:lnTo>
                  <a:lnTo>
                    <a:pt x="2212" y="3367"/>
                  </a:lnTo>
                  <a:lnTo>
                    <a:pt x="2196" y="3337"/>
                  </a:lnTo>
                  <a:lnTo>
                    <a:pt x="2182" y="3304"/>
                  </a:lnTo>
                  <a:lnTo>
                    <a:pt x="2171" y="3270"/>
                  </a:lnTo>
                  <a:lnTo>
                    <a:pt x="2160" y="3233"/>
                  </a:lnTo>
                  <a:lnTo>
                    <a:pt x="2152" y="3195"/>
                  </a:lnTo>
                  <a:lnTo>
                    <a:pt x="2146" y="3155"/>
                  </a:lnTo>
                  <a:lnTo>
                    <a:pt x="2142" y="3113"/>
                  </a:lnTo>
                  <a:lnTo>
                    <a:pt x="2141" y="3071"/>
                  </a:lnTo>
                  <a:lnTo>
                    <a:pt x="2142" y="3029"/>
                  </a:lnTo>
                  <a:lnTo>
                    <a:pt x="2146" y="2987"/>
                  </a:lnTo>
                  <a:lnTo>
                    <a:pt x="2152" y="2947"/>
                  </a:lnTo>
                  <a:lnTo>
                    <a:pt x="2160" y="2908"/>
                  </a:lnTo>
                  <a:lnTo>
                    <a:pt x="2171" y="2872"/>
                  </a:lnTo>
                  <a:lnTo>
                    <a:pt x="2182" y="2838"/>
                  </a:lnTo>
                  <a:lnTo>
                    <a:pt x="2196" y="2805"/>
                  </a:lnTo>
                  <a:lnTo>
                    <a:pt x="2212" y="2774"/>
                  </a:lnTo>
                  <a:lnTo>
                    <a:pt x="2229" y="2747"/>
                  </a:lnTo>
                  <a:lnTo>
                    <a:pt x="2248" y="2724"/>
                  </a:lnTo>
                  <a:lnTo>
                    <a:pt x="2267" y="2703"/>
                  </a:lnTo>
                  <a:lnTo>
                    <a:pt x="2288" y="2684"/>
                  </a:lnTo>
                  <a:lnTo>
                    <a:pt x="2310" y="2670"/>
                  </a:lnTo>
                  <a:lnTo>
                    <a:pt x="2332" y="2660"/>
                  </a:lnTo>
                  <a:lnTo>
                    <a:pt x="2356" y="2654"/>
                  </a:lnTo>
                  <a:lnTo>
                    <a:pt x="2380" y="2651"/>
                  </a:lnTo>
                  <a:close/>
                  <a:moveTo>
                    <a:pt x="2342" y="1355"/>
                  </a:moveTo>
                  <a:lnTo>
                    <a:pt x="2366" y="1357"/>
                  </a:lnTo>
                  <a:lnTo>
                    <a:pt x="2390" y="1363"/>
                  </a:lnTo>
                  <a:lnTo>
                    <a:pt x="2412" y="1373"/>
                  </a:lnTo>
                  <a:lnTo>
                    <a:pt x="2434" y="1387"/>
                  </a:lnTo>
                  <a:lnTo>
                    <a:pt x="2455" y="1405"/>
                  </a:lnTo>
                  <a:lnTo>
                    <a:pt x="2475" y="1426"/>
                  </a:lnTo>
                  <a:lnTo>
                    <a:pt x="2493" y="1451"/>
                  </a:lnTo>
                  <a:lnTo>
                    <a:pt x="2510" y="1478"/>
                  </a:lnTo>
                  <a:lnTo>
                    <a:pt x="2526" y="1507"/>
                  </a:lnTo>
                  <a:lnTo>
                    <a:pt x="2540" y="1540"/>
                  </a:lnTo>
                  <a:lnTo>
                    <a:pt x="2551" y="1574"/>
                  </a:lnTo>
                  <a:lnTo>
                    <a:pt x="2562" y="1611"/>
                  </a:lnTo>
                  <a:lnTo>
                    <a:pt x="2570" y="1649"/>
                  </a:lnTo>
                  <a:lnTo>
                    <a:pt x="2576" y="1689"/>
                  </a:lnTo>
                  <a:lnTo>
                    <a:pt x="2580" y="1731"/>
                  </a:lnTo>
                  <a:lnTo>
                    <a:pt x="2581" y="1773"/>
                  </a:lnTo>
                  <a:lnTo>
                    <a:pt x="2580" y="1815"/>
                  </a:lnTo>
                  <a:lnTo>
                    <a:pt x="2576" y="1858"/>
                  </a:lnTo>
                  <a:lnTo>
                    <a:pt x="2570" y="1897"/>
                  </a:lnTo>
                  <a:lnTo>
                    <a:pt x="2562" y="1936"/>
                  </a:lnTo>
                  <a:lnTo>
                    <a:pt x="2551" y="1972"/>
                  </a:lnTo>
                  <a:lnTo>
                    <a:pt x="2540" y="2008"/>
                  </a:lnTo>
                  <a:lnTo>
                    <a:pt x="2526" y="2039"/>
                  </a:lnTo>
                  <a:lnTo>
                    <a:pt x="2510" y="2070"/>
                  </a:lnTo>
                  <a:lnTo>
                    <a:pt x="2493" y="2097"/>
                  </a:lnTo>
                  <a:lnTo>
                    <a:pt x="2475" y="2121"/>
                  </a:lnTo>
                  <a:lnTo>
                    <a:pt x="2455" y="2142"/>
                  </a:lnTo>
                  <a:lnTo>
                    <a:pt x="2434" y="2160"/>
                  </a:lnTo>
                  <a:lnTo>
                    <a:pt x="2412" y="2174"/>
                  </a:lnTo>
                  <a:lnTo>
                    <a:pt x="2390" y="2185"/>
                  </a:lnTo>
                  <a:lnTo>
                    <a:pt x="2366" y="2191"/>
                  </a:lnTo>
                  <a:lnTo>
                    <a:pt x="2342" y="2193"/>
                  </a:lnTo>
                  <a:lnTo>
                    <a:pt x="2317" y="2191"/>
                  </a:lnTo>
                  <a:lnTo>
                    <a:pt x="2294" y="2185"/>
                  </a:lnTo>
                  <a:lnTo>
                    <a:pt x="2270" y="2174"/>
                  </a:lnTo>
                  <a:lnTo>
                    <a:pt x="2249" y="2160"/>
                  </a:lnTo>
                  <a:lnTo>
                    <a:pt x="2228" y="2142"/>
                  </a:lnTo>
                  <a:lnTo>
                    <a:pt x="2208" y="2121"/>
                  </a:lnTo>
                  <a:lnTo>
                    <a:pt x="2189" y="2097"/>
                  </a:lnTo>
                  <a:lnTo>
                    <a:pt x="2173" y="2070"/>
                  </a:lnTo>
                  <a:lnTo>
                    <a:pt x="2157" y="2039"/>
                  </a:lnTo>
                  <a:lnTo>
                    <a:pt x="2142" y="2008"/>
                  </a:lnTo>
                  <a:lnTo>
                    <a:pt x="2131" y="1972"/>
                  </a:lnTo>
                  <a:lnTo>
                    <a:pt x="2120" y="1936"/>
                  </a:lnTo>
                  <a:lnTo>
                    <a:pt x="2112" y="1897"/>
                  </a:lnTo>
                  <a:lnTo>
                    <a:pt x="2106" y="1858"/>
                  </a:lnTo>
                  <a:lnTo>
                    <a:pt x="2103" y="1815"/>
                  </a:lnTo>
                  <a:lnTo>
                    <a:pt x="2101" y="1773"/>
                  </a:lnTo>
                  <a:lnTo>
                    <a:pt x="2103" y="1731"/>
                  </a:lnTo>
                  <a:lnTo>
                    <a:pt x="2106" y="1689"/>
                  </a:lnTo>
                  <a:lnTo>
                    <a:pt x="2112" y="1649"/>
                  </a:lnTo>
                  <a:lnTo>
                    <a:pt x="2120" y="1611"/>
                  </a:lnTo>
                  <a:lnTo>
                    <a:pt x="2131" y="1574"/>
                  </a:lnTo>
                  <a:lnTo>
                    <a:pt x="2142" y="1540"/>
                  </a:lnTo>
                  <a:lnTo>
                    <a:pt x="2157" y="1507"/>
                  </a:lnTo>
                  <a:lnTo>
                    <a:pt x="2173" y="1478"/>
                  </a:lnTo>
                  <a:lnTo>
                    <a:pt x="2189" y="1451"/>
                  </a:lnTo>
                  <a:lnTo>
                    <a:pt x="2208" y="1426"/>
                  </a:lnTo>
                  <a:lnTo>
                    <a:pt x="2228" y="1405"/>
                  </a:lnTo>
                  <a:lnTo>
                    <a:pt x="2249" y="1387"/>
                  </a:lnTo>
                  <a:lnTo>
                    <a:pt x="2270" y="1373"/>
                  </a:lnTo>
                  <a:lnTo>
                    <a:pt x="2294" y="1363"/>
                  </a:lnTo>
                  <a:lnTo>
                    <a:pt x="2317" y="1357"/>
                  </a:lnTo>
                  <a:lnTo>
                    <a:pt x="2342" y="1355"/>
                  </a:lnTo>
                  <a:close/>
                  <a:moveTo>
                    <a:pt x="3179" y="819"/>
                  </a:moveTo>
                  <a:lnTo>
                    <a:pt x="3204" y="821"/>
                  </a:lnTo>
                  <a:lnTo>
                    <a:pt x="3227" y="827"/>
                  </a:lnTo>
                  <a:lnTo>
                    <a:pt x="3250" y="838"/>
                  </a:lnTo>
                  <a:lnTo>
                    <a:pt x="3272" y="852"/>
                  </a:lnTo>
                  <a:lnTo>
                    <a:pt x="3293" y="869"/>
                  </a:lnTo>
                  <a:lnTo>
                    <a:pt x="3312" y="890"/>
                  </a:lnTo>
                  <a:lnTo>
                    <a:pt x="3331" y="915"/>
                  </a:lnTo>
                  <a:lnTo>
                    <a:pt x="3348" y="942"/>
                  </a:lnTo>
                  <a:lnTo>
                    <a:pt x="3363" y="971"/>
                  </a:lnTo>
                  <a:lnTo>
                    <a:pt x="3377" y="1004"/>
                  </a:lnTo>
                  <a:lnTo>
                    <a:pt x="3389" y="1038"/>
                  </a:lnTo>
                  <a:lnTo>
                    <a:pt x="3400" y="1076"/>
                  </a:lnTo>
                  <a:lnTo>
                    <a:pt x="3408" y="1113"/>
                  </a:lnTo>
                  <a:lnTo>
                    <a:pt x="3414" y="1153"/>
                  </a:lnTo>
                  <a:lnTo>
                    <a:pt x="3417" y="1195"/>
                  </a:lnTo>
                  <a:lnTo>
                    <a:pt x="3418" y="1237"/>
                  </a:lnTo>
                  <a:lnTo>
                    <a:pt x="3417" y="1280"/>
                  </a:lnTo>
                  <a:lnTo>
                    <a:pt x="3414" y="1322"/>
                  </a:lnTo>
                  <a:lnTo>
                    <a:pt x="3408" y="1362"/>
                  </a:lnTo>
                  <a:lnTo>
                    <a:pt x="3400" y="1399"/>
                  </a:lnTo>
                  <a:lnTo>
                    <a:pt x="3389" y="1437"/>
                  </a:lnTo>
                  <a:lnTo>
                    <a:pt x="3377" y="1471"/>
                  </a:lnTo>
                  <a:lnTo>
                    <a:pt x="3363" y="1503"/>
                  </a:lnTo>
                  <a:lnTo>
                    <a:pt x="3348" y="1533"/>
                  </a:lnTo>
                  <a:lnTo>
                    <a:pt x="3331" y="1560"/>
                  </a:lnTo>
                  <a:lnTo>
                    <a:pt x="3312" y="1584"/>
                  </a:lnTo>
                  <a:lnTo>
                    <a:pt x="3293" y="1605"/>
                  </a:lnTo>
                  <a:lnTo>
                    <a:pt x="3272" y="1623"/>
                  </a:lnTo>
                  <a:lnTo>
                    <a:pt x="3250" y="1637"/>
                  </a:lnTo>
                  <a:lnTo>
                    <a:pt x="3227" y="1648"/>
                  </a:lnTo>
                  <a:lnTo>
                    <a:pt x="3204" y="1654"/>
                  </a:lnTo>
                  <a:lnTo>
                    <a:pt x="3179" y="1656"/>
                  </a:lnTo>
                  <a:lnTo>
                    <a:pt x="3155" y="1654"/>
                  </a:lnTo>
                  <a:lnTo>
                    <a:pt x="3131" y="1648"/>
                  </a:lnTo>
                  <a:lnTo>
                    <a:pt x="3108" y="1637"/>
                  </a:lnTo>
                  <a:lnTo>
                    <a:pt x="3087" y="1623"/>
                  </a:lnTo>
                  <a:lnTo>
                    <a:pt x="3066" y="1605"/>
                  </a:lnTo>
                  <a:lnTo>
                    <a:pt x="3046" y="1584"/>
                  </a:lnTo>
                  <a:lnTo>
                    <a:pt x="3027" y="1560"/>
                  </a:lnTo>
                  <a:lnTo>
                    <a:pt x="3011" y="1533"/>
                  </a:lnTo>
                  <a:lnTo>
                    <a:pt x="2994" y="1503"/>
                  </a:lnTo>
                  <a:lnTo>
                    <a:pt x="2980" y="1471"/>
                  </a:lnTo>
                  <a:lnTo>
                    <a:pt x="2968" y="1437"/>
                  </a:lnTo>
                  <a:lnTo>
                    <a:pt x="2958" y="1399"/>
                  </a:lnTo>
                  <a:lnTo>
                    <a:pt x="2950" y="1362"/>
                  </a:lnTo>
                  <a:lnTo>
                    <a:pt x="2944" y="1322"/>
                  </a:lnTo>
                  <a:lnTo>
                    <a:pt x="2940" y="1280"/>
                  </a:lnTo>
                  <a:lnTo>
                    <a:pt x="2939" y="1237"/>
                  </a:lnTo>
                  <a:lnTo>
                    <a:pt x="2940" y="1195"/>
                  </a:lnTo>
                  <a:lnTo>
                    <a:pt x="2944" y="1153"/>
                  </a:lnTo>
                  <a:lnTo>
                    <a:pt x="2950" y="1113"/>
                  </a:lnTo>
                  <a:lnTo>
                    <a:pt x="2958" y="1076"/>
                  </a:lnTo>
                  <a:lnTo>
                    <a:pt x="2968" y="1038"/>
                  </a:lnTo>
                  <a:lnTo>
                    <a:pt x="2980" y="1004"/>
                  </a:lnTo>
                  <a:lnTo>
                    <a:pt x="2994" y="971"/>
                  </a:lnTo>
                  <a:lnTo>
                    <a:pt x="3011" y="942"/>
                  </a:lnTo>
                  <a:lnTo>
                    <a:pt x="3027" y="915"/>
                  </a:lnTo>
                  <a:lnTo>
                    <a:pt x="3046" y="890"/>
                  </a:lnTo>
                  <a:lnTo>
                    <a:pt x="3066" y="869"/>
                  </a:lnTo>
                  <a:lnTo>
                    <a:pt x="3087" y="852"/>
                  </a:lnTo>
                  <a:lnTo>
                    <a:pt x="3108" y="838"/>
                  </a:lnTo>
                  <a:lnTo>
                    <a:pt x="3131" y="827"/>
                  </a:lnTo>
                  <a:lnTo>
                    <a:pt x="3155" y="821"/>
                  </a:lnTo>
                  <a:lnTo>
                    <a:pt x="3179" y="819"/>
                  </a:lnTo>
                  <a:close/>
                  <a:moveTo>
                    <a:pt x="3246" y="2144"/>
                  </a:moveTo>
                  <a:lnTo>
                    <a:pt x="3271" y="2146"/>
                  </a:lnTo>
                  <a:lnTo>
                    <a:pt x="3294" y="2152"/>
                  </a:lnTo>
                  <a:lnTo>
                    <a:pt x="3316" y="2162"/>
                  </a:lnTo>
                  <a:lnTo>
                    <a:pt x="3339" y="2176"/>
                  </a:lnTo>
                  <a:lnTo>
                    <a:pt x="3360" y="2194"/>
                  </a:lnTo>
                  <a:lnTo>
                    <a:pt x="3380" y="2215"/>
                  </a:lnTo>
                  <a:lnTo>
                    <a:pt x="3397" y="2240"/>
                  </a:lnTo>
                  <a:lnTo>
                    <a:pt x="3415" y="2267"/>
                  </a:lnTo>
                  <a:lnTo>
                    <a:pt x="3430" y="2296"/>
                  </a:lnTo>
                  <a:lnTo>
                    <a:pt x="3444" y="2329"/>
                  </a:lnTo>
                  <a:lnTo>
                    <a:pt x="3456" y="2363"/>
                  </a:lnTo>
                  <a:lnTo>
                    <a:pt x="3466" y="2400"/>
                  </a:lnTo>
                  <a:lnTo>
                    <a:pt x="3475" y="2438"/>
                  </a:lnTo>
                  <a:lnTo>
                    <a:pt x="3480" y="2478"/>
                  </a:lnTo>
                  <a:lnTo>
                    <a:pt x="3484" y="2520"/>
                  </a:lnTo>
                  <a:lnTo>
                    <a:pt x="3485" y="2562"/>
                  </a:lnTo>
                  <a:lnTo>
                    <a:pt x="3484" y="2604"/>
                  </a:lnTo>
                  <a:lnTo>
                    <a:pt x="3480" y="2647"/>
                  </a:lnTo>
                  <a:lnTo>
                    <a:pt x="3475" y="2686"/>
                  </a:lnTo>
                  <a:lnTo>
                    <a:pt x="3466" y="2725"/>
                  </a:lnTo>
                  <a:lnTo>
                    <a:pt x="3456" y="2762"/>
                  </a:lnTo>
                  <a:lnTo>
                    <a:pt x="3444" y="2796"/>
                  </a:lnTo>
                  <a:lnTo>
                    <a:pt x="3430" y="2828"/>
                  </a:lnTo>
                  <a:lnTo>
                    <a:pt x="3415" y="2858"/>
                  </a:lnTo>
                  <a:lnTo>
                    <a:pt x="3397" y="2886"/>
                  </a:lnTo>
                  <a:lnTo>
                    <a:pt x="3380" y="2909"/>
                  </a:lnTo>
                  <a:lnTo>
                    <a:pt x="3360" y="2930"/>
                  </a:lnTo>
                  <a:lnTo>
                    <a:pt x="3339" y="2949"/>
                  </a:lnTo>
                  <a:lnTo>
                    <a:pt x="3316" y="2963"/>
                  </a:lnTo>
                  <a:lnTo>
                    <a:pt x="3294" y="2974"/>
                  </a:lnTo>
                  <a:lnTo>
                    <a:pt x="3271" y="2980"/>
                  </a:lnTo>
                  <a:lnTo>
                    <a:pt x="3246" y="2982"/>
                  </a:lnTo>
                  <a:lnTo>
                    <a:pt x="3222" y="2980"/>
                  </a:lnTo>
                  <a:lnTo>
                    <a:pt x="3198" y="2974"/>
                  </a:lnTo>
                  <a:lnTo>
                    <a:pt x="3176" y="2963"/>
                  </a:lnTo>
                  <a:lnTo>
                    <a:pt x="3154" y="2949"/>
                  </a:lnTo>
                  <a:lnTo>
                    <a:pt x="3133" y="2930"/>
                  </a:lnTo>
                  <a:lnTo>
                    <a:pt x="3113" y="2909"/>
                  </a:lnTo>
                  <a:lnTo>
                    <a:pt x="3095" y="2886"/>
                  </a:lnTo>
                  <a:lnTo>
                    <a:pt x="3077" y="2858"/>
                  </a:lnTo>
                  <a:lnTo>
                    <a:pt x="3062" y="2828"/>
                  </a:lnTo>
                  <a:lnTo>
                    <a:pt x="3048" y="2796"/>
                  </a:lnTo>
                  <a:lnTo>
                    <a:pt x="3036" y="2762"/>
                  </a:lnTo>
                  <a:lnTo>
                    <a:pt x="3026" y="2725"/>
                  </a:lnTo>
                  <a:lnTo>
                    <a:pt x="3018" y="2686"/>
                  </a:lnTo>
                  <a:lnTo>
                    <a:pt x="3012" y="2647"/>
                  </a:lnTo>
                  <a:lnTo>
                    <a:pt x="3008" y="2604"/>
                  </a:lnTo>
                  <a:lnTo>
                    <a:pt x="3007" y="2562"/>
                  </a:lnTo>
                  <a:lnTo>
                    <a:pt x="3008" y="2520"/>
                  </a:lnTo>
                  <a:lnTo>
                    <a:pt x="3012" y="2478"/>
                  </a:lnTo>
                  <a:lnTo>
                    <a:pt x="3018" y="2438"/>
                  </a:lnTo>
                  <a:lnTo>
                    <a:pt x="3026" y="2400"/>
                  </a:lnTo>
                  <a:lnTo>
                    <a:pt x="3036" y="2363"/>
                  </a:lnTo>
                  <a:lnTo>
                    <a:pt x="3048" y="2329"/>
                  </a:lnTo>
                  <a:lnTo>
                    <a:pt x="3062" y="2296"/>
                  </a:lnTo>
                  <a:lnTo>
                    <a:pt x="3077" y="2267"/>
                  </a:lnTo>
                  <a:lnTo>
                    <a:pt x="3095" y="2240"/>
                  </a:lnTo>
                  <a:lnTo>
                    <a:pt x="3113" y="2215"/>
                  </a:lnTo>
                  <a:lnTo>
                    <a:pt x="3133" y="2194"/>
                  </a:lnTo>
                  <a:lnTo>
                    <a:pt x="3154" y="2176"/>
                  </a:lnTo>
                  <a:lnTo>
                    <a:pt x="3176" y="2162"/>
                  </a:lnTo>
                  <a:lnTo>
                    <a:pt x="3198" y="2152"/>
                  </a:lnTo>
                  <a:lnTo>
                    <a:pt x="3222" y="2146"/>
                  </a:lnTo>
                  <a:lnTo>
                    <a:pt x="3246" y="214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7433" name="Freeform 51"/>
            <p:cNvSpPr>
              <a:spLocks/>
            </p:cNvSpPr>
            <p:nvPr/>
          </p:nvSpPr>
          <p:spPr bwMode="auto">
            <a:xfrm>
              <a:off x="1267" y="1588"/>
              <a:ext cx="87" cy="52"/>
            </a:xfrm>
            <a:custGeom>
              <a:avLst/>
              <a:gdLst>
                <a:gd name="T0" fmla="*/ 3 w 437"/>
                <a:gd name="T1" fmla="*/ 2 h 260"/>
                <a:gd name="T2" fmla="*/ 3 w 437"/>
                <a:gd name="T3" fmla="*/ 2 h 260"/>
                <a:gd name="T4" fmla="*/ 3 w 437"/>
                <a:gd name="T5" fmla="*/ 2 h 260"/>
                <a:gd name="T6" fmla="*/ 3 w 437"/>
                <a:gd name="T7" fmla="*/ 2 h 260"/>
                <a:gd name="T8" fmla="*/ 3 w 437"/>
                <a:gd name="T9" fmla="*/ 1 h 260"/>
                <a:gd name="T10" fmla="*/ 3 w 437"/>
                <a:gd name="T11" fmla="*/ 1 h 260"/>
                <a:gd name="T12" fmla="*/ 3 w 437"/>
                <a:gd name="T13" fmla="*/ 1 h 260"/>
                <a:gd name="T14" fmla="*/ 3 w 437"/>
                <a:gd name="T15" fmla="*/ 1 h 260"/>
                <a:gd name="T16" fmla="*/ 3 w 437"/>
                <a:gd name="T17" fmla="*/ 1 h 260"/>
                <a:gd name="T18" fmla="*/ 2 w 437"/>
                <a:gd name="T19" fmla="*/ 1 h 260"/>
                <a:gd name="T20" fmla="*/ 2 w 437"/>
                <a:gd name="T21" fmla="*/ 0 h 260"/>
                <a:gd name="T22" fmla="*/ 2 w 437"/>
                <a:gd name="T23" fmla="*/ 0 h 260"/>
                <a:gd name="T24" fmla="*/ 2 w 437"/>
                <a:gd name="T25" fmla="*/ 0 h 260"/>
                <a:gd name="T26" fmla="*/ 1 w 437"/>
                <a:gd name="T27" fmla="*/ 0 h 260"/>
                <a:gd name="T28" fmla="*/ 1 w 437"/>
                <a:gd name="T29" fmla="*/ 0 h 260"/>
                <a:gd name="T30" fmla="*/ 1 w 437"/>
                <a:gd name="T31" fmla="*/ 0 h 260"/>
                <a:gd name="T32" fmla="*/ 0 w 437"/>
                <a:gd name="T33" fmla="*/ 0 h 260"/>
                <a:gd name="T34" fmla="*/ 0 w 437"/>
                <a:gd name="T35" fmla="*/ 0 h 260"/>
                <a:gd name="T36" fmla="*/ 0 w 437"/>
                <a:gd name="T37" fmla="*/ 0 h 260"/>
                <a:gd name="T38" fmla="*/ 0 w 437"/>
                <a:gd name="T39" fmla="*/ 0 h 260"/>
                <a:gd name="T40" fmla="*/ 1 w 437"/>
                <a:gd name="T41" fmla="*/ 0 h 260"/>
                <a:gd name="T42" fmla="*/ 1 w 437"/>
                <a:gd name="T43" fmla="*/ 0 h 260"/>
                <a:gd name="T44" fmla="*/ 1 w 437"/>
                <a:gd name="T45" fmla="*/ 0 h 260"/>
                <a:gd name="T46" fmla="*/ 2 w 437"/>
                <a:gd name="T47" fmla="*/ 0 h 260"/>
                <a:gd name="T48" fmla="*/ 2 w 437"/>
                <a:gd name="T49" fmla="*/ 0 h 260"/>
                <a:gd name="T50" fmla="*/ 2 w 437"/>
                <a:gd name="T51" fmla="*/ 1 h 260"/>
                <a:gd name="T52" fmla="*/ 2 w 437"/>
                <a:gd name="T53" fmla="*/ 1 h 260"/>
                <a:gd name="T54" fmla="*/ 3 w 437"/>
                <a:gd name="T55" fmla="*/ 1 h 260"/>
                <a:gd name="T56" fmla="*/ 3 w 437"/>
                <a:gd name="T57" fmla="*/ 1 h 260"/>
                <a:gd name="T58" fmla="*/ 3 w 437"/>
                <a:gd name="T59" fmla="*/ 1 h 260"/>
                <a:gd name="T60" fmla="*/ 3 w 437"/>
                <a:gd name="T61" fmla="*/ 1 h 260"/>
                <a:gd name="T62" fmla="*/ 3 w 437"/>
                <a:gd name="T63" fmla="*/ 1 h 260"/>
                <a:gd name="T64" fmla="*/ 3 w 437"/>
                <a:gd name="T65" fmla="*/ 2 h 260"/>
                <a:gd name="T66" fmla="*/ 3 w 437"/>
                <a:gd name="T67" fmla="*/ 2 h 260"/>
                <a:gd name="T68" fmla="*/ 3 w 437"/>
                <a:gd name="T69" fmla="*/ 2 h 260"/>
                <a:gd name="T70" fmla="*/ 3 w 437"/>
                <a:gd name="T71" fmla="*/ 2 h 260"/>
                <a:gd name="T72" fmla="*/ 3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437" y="260"/>
                  </a:moveTo>
                  <a:lnTo>
                    <a:pt x="437" y="260"/>
                  </a:lnTo>
                  <a:lnTo>
                    <a:pt x="434" y="233"/>
                  </a:lnTo>
                  <a:lnTo>
                    <a:pt x="427" y="206"/>
                  </a:lnTo>
                  <a:lnTo>
                    <a:pt x="417" y="181"/>
                  </a:lnTo>
                  <a:lnTo>
                    <a:pt x="401" y="157"/>
                  </a:lnTo>
                  <a:lnTo>
                    <a:pt x="383" y="133"/>
                  </a:lnTo>
                  <a:lnTo>
                    <a:pt x="360" y="113"/>
                  </a:lnTo>
                  <a:lnTo>
                    <a:pt x="336" y="93"/>
                  </a:lnTo>
                  <a:lnTo>
                    <a:pt x="308" y="73"/>
                  </a:lnTo>
                  <a:lnTo>
                    <a:pt x="276" y="58"/>
                  </a:lnTo>
                  <a:lnTo>
                    <a:pt x="242" y="43"/>
                  </a:lnTo>
                  <a:lnTo>
                    <a:pt x="207" y="30"/>
                  </a:lnTo>
                  <a:lnTo>
                    <a:pt x="168" y="19"/>
                  </a:lnTo>
                  <a:lnTo>
                    <a:pt x="128" y="11"/>
                  </a:lnTo>
                  <a:lnTo>
                    <a:pt x="87" y="4"/>
                  </a:lnTo>
                  <a:lnTo>
                    <a:pt x="43" y="1"/>
                  </a:lnTo>
                  <a:lnTo>
                    <a:pt x="0" y="0"/>
                  </a:lnTo>
                  <a:lnTo>
                    <a:pt x="0" y="11"/>
                  </a:lnTo>
                  <a:lnTo>
                    <a:pt x="43" y="12"/>
                  </a:lnTo>
                  <a:lnTo>
                    <a:pt x="85" y="16"/>
                  </a:lnTo>
                  <a:lnTo>
                    <a:pt x="126" y="23"/>
                  </a:lnTo>
                  <a:lnTo>
                    <a:pt x="166" y="31"/>
                  </a:lnTo>
                  <a:lnTo>
                    <a:pt x="202" y="42"/>
                  </a:lnTo>
                  <a:lnTo>
                    <a:pt x="237" y="55"/>
                  </a:lnTo>
                  <a:lnTo>
                    <a:pt x="271" y="70"/>
                  </a:lnTo>
                  <a:lnTo>
                    <a:pt x="301" y="85"/>
                  </a:lnTo>
                  <a:lnTo>
                    <a:pt x="329" y="103"/>
                  </a:lnTo>
                  <a:lnTo>
                    <a:pt x="353" y="123"/>
                  </a:lnTo>
                  <a:lnTo>
                    <a:pt x="373" y="143"/>
                  </a:lnTo>
                  <a:lnTo>
                    <a:pt x="392" y="164"/>
                  </a:lnTo>
                  <a:lnTo>
                    <a:pt x="405" y="186"/>
                  </a:lnTo>
                  <a:lnTo>
                    <a:pt x="415" y="211"/>
                  </a:lnTo>
                  <a:lnTo>
                    <a:pt x="422" y="235"/>
                  </a:lnTo>
                  <a:lnTo>
                    <a:pt x="425" y="260"/>
                  </a:lnTo>
                  <a:lnTo>
                    <a:pt x="437"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7434" name="Freeform 52"/>
            <p:cNvSpPr>
              <a:spLocks/>
            </p:cNvSpPr>
            <p:nvPr/>
          </p:nvSpPr>
          <p:spPr bwMode="auto">
            <a:xfrm>
              <a:off x="1267" y="1640"/>
              <a:ext cx="87" cy="52"/>
            </a:xfrm>
            <a:custGeom>
              <a:avLst/>
              <a:gdLst>
                <a:gd name="T0" fmla="*/ 0 w 437"/>
                <a:gd name="T1" fmla="*/ 2 h 260"/>
                <a:gd name="T2" fmla="*/ 0 w 437"/>
                <a:gd name="T3" fmla="*/ 2 h 260"/>
                <a:gd name="T4" fmla="*/ 0 w 437"/>
                <a:gd name="T5" fmla="*/ 2 h 260"/>
                <a:gd name="T6" fmla="*/ 1 w 437"/>
                <a:gd name="T7" fmla="*/ 2 h 260"/>
                <a:gd name="T8" fmla="*/ 1 w 437"/>
                <a:gd name="T9" fmla="*/ 2 h 260"/>
                <a:gd name="T10" fmla="*/ 1 w 437"/>
                <a:gd name="T11" fmla="*/ 2 h 260"/>
                <a:gd name="T12" fmla="*/ 2 w 437"/>
                <a:gd name="T13" fmla="*/ 2 h 260"/>
                <a:gd name="T14" fmla="*/ 2 w 437"/>
                <a:gd name="T15" fmla="*/ 2 h 260"/>
                <a:gd name="T16" fmla="*/ 2 w 437"/>
                <a:gd name="T17" fmla="*/ 2 h 260"/>
                <a:gd name="T18" fmla="*/ 2 w 437"/>
                <a:gd name="T19" fmla="*/ 1 h 260"/>
                <a:gd name="T20" fmla="*/ 3 w 437"/>
                <a:gd name="T21" fmla="*/ 1 h 260"/>
                <a:gd name="T22" fmla="*/ 3 w 437"/>
                <a:gd name="T23" fmla="*/ 1 h 260"/>
                <a:gd name="T24" fmla="*/ 3 w 437"/>
                <a:gd name="T25" fmla="*/ 1 h 260"/>
                <a:gd name="T26" fmla="*/ 3 w 437"/>
                <a:gd name="T27" fmla="*/ 1 h 260"/>
                <a:gd name="T28" fmla="*/ 3 w 437"/>
                <a:gd name="T29" fmla="*/ 1 h 260"/>
                <a:gd name="T30" fmla="*/ 3 w 437"/>
                <a:gd name="T31" fmla="*/ 0 h 260"/>
                <a:gd name="T32" fmla="*/ 3 w 437"/>
                <a:gd name="T33" fmla="*/ 0 h 260"/>
                <a:gd name="T34" fmla="*/ 3 w 437"/>
                <a:gd name="T35" fmla="*/ 0 h 260"/>
                <a:gd name="T36" fmla="*/ 3 w 437"/>
                <a:gd name="T37" fmla="*/ 0 h 260"/>
                <a:gd name="T38" fmla="*/ 3 w 437"/>
                <a:gd name="T39" fmla="*/ 0 h 260"/>
                <a:gd name="T40" fmla="*/ 3 w 437"/>
                <a:gd name="T41" fmla="*/ 0 h 260"/>
                <a:gd name="T42" fmla="*/ 3 w 437"/>
                <a:gd name="T43" fmla="*/ 1 h 260"/>
                <a:gd name="T44" fmla="*/ 3 w 437"/>
                <a:gd name="T45" fmla="*/ 1 h 260"/>
                <a:gd name="T46" fmla="*/ 3 w 437"/>
                <a:gd name="T47" fmla="*/ 1 h 260"/>
                <a:gd name="T48" fmla="*/ 3 w 437"/>
                <a:gd name="T49" fmla="*/ 1 h 260"/>
                <a:gd name="T50" fmla="*/ 3 w 437"/>
                <a:gd name="T51" fmla="*/ 1 h 260"/>
                <a:gd name="T52" fmla="*/ 2 w 437"/>
                <a:gd name="T53" fmla="*/ 1 h 260"/>
                <a:gd name="T54" fmla="*/ 2 w 437"/>
                <a:gd name="T55" fmla="*/ 2 h 260"/>
                <a:gd name="T56" fmla="*/ 2 w 437"/>
                <a:gd name="T57" fmla="*/ 2 h 260"/>
                <a:gd name="T58" fmla="*/ 2 w 437"/>
                <a:gd name="T59" fmla="*/ 2 h 260"/>
                <a:gd name="T60" fmla="*/ 1 w 437"/>
                <a:gd name="T61" fmla="*/ 2 h 260"/>
                <a:gd name="T62" fmla="*/ 1 w 437"/>
                <a:gd name="T63" fmla="*/ 2 h 260"/>
                <a:gd name="T64" fmla="*/ 1 w 437"/>
                <a:gd name="T65" fmla="*/ 2 h 260"/>
                <a:gd name="T66" fmla="*/ 0 w 437"/>
                <a:gd name="T67" fmla="*/ 2 h 260"/>
                <a:gd name="T68" fmla="*/ 0 w 437"/>
                <a:gd name="T69" fmla="*/ 2 h 260"/>
                <a:gd name="T70" fmla="*/ 0 w 437"/>
                <a:gd name="T71" fmla="*/ 2 h 260"/>
                <a:gd name="T72" fmla="*/ 0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0" y="260"/>
                  </a:moveTo>
                  <a:lnTo>
                    <a:pt x="0" y="260"/>
                  </a:lnTo>
                  <a:lnTo>
                    <a:pt x="43" y="259"/>
                  </a:lnTo>
                  <a:lnTo>
                    <a:pt x="87" y="255"/>
                  </a:lnTo>
                  <a:lnTo>
                    <a:pt x="128" y="248"/>
                  </a:lnTo>
                  <a:lnTo>
                    <a:pt x="168" y="240"/>
                  </a:lnTo>
                  <a:lnTo>
                    <a:pt x="207" y="230"/>
                  </a:lnTo>
                  <a:lnTo>
                    <a:pt x="242" y="217"/>
                  </a:lnTo>
                  <a:lnTo>
                    <a:pt x="276" y="202"/>
                  </a:lnTo>
                  <a:lnTo>
                    <a:pt x="308" y="185"/>
                  </a:lnTo>
                  <a:lnTo>
                    <a:pt x="336" y="166"/>
                  </a:lnTo>
                  <a:lnTo>
                    <a:pt x="360" y="146"/>
                  </a:lnTo>
                  <a:lnTo>
                    <a:pt x="383" y="125"/>
                  </a:lnTo>
                  <a:lnTo>
                    <a:pt x="401" y="102"/>
                  </a:lnTo>
                  <a:lnTo>
                    <a:pt x="417" y="77"/>
                  </a:lnTo>
                  <a:lnTo>
                    <a:pt x="427" y="53"/>
                  </a:lnTo>
                  <a:lnTo>
                    <a:pt x="434" y="27"/>
                  </a:lnTo>
                  <a:lnTo>
                    <a:pt x="437" y="0"/>
                  </a:lnTo>
                  <a:lnTo>
                    <a:pt x="425" y="0"/>
                  </a:lnTo>
                  <a:lnTo>
                    <a:pt x="422" y="24"/>
                  </a:lnTo>
                  <a:lnTo>
                    <a:pt x="415" y="48"/>
                  </a:lnTo>
                  <a:lnTo>
                    <a:pt x="405" y="73"/>
                  </a:lnTo>
                  <a:lnTo>
                    <a:pt x="392" y="95"/>
                  </a:lnTo>
                  <a:lnTo>
                    <a:pt x="373" y="116"/>
                  </a:lnTo>
                  <a:lnTo>
                    <a:pt x="353" y="137"/>
                  </a:lnTo>
                  <a:lnTo>
                    <a:pt x="329" y="157"/>
                  </a:lnTo>
                  <a:lnTo>
                    <a:pt x="301" y="173"/>
                  </a:lnTo>
                  <a:lnTo>
                    <a:pt x="271" y="190"/>
                  </a:lnTo>
                  <a:lnTo>
                    <a:pt x="237" y="205"/>
                  </a:lnTo>
                  <a:lnTo>
                    <a:pt x="202" y="218"/>
                  </a:lnTo>
                  <a:lnTo>
                    <a:pt x="166" y="228"/>
                  </a:lnTo>
                  <a:lnTo>
                    <a:pt x="126" y="237"/>
                  </a:lnTo>
                  <a:lnTo>
                    <a:pt x="85" y="244"/>
                  </a:lnTo>
                  <a:lnTo>
                    <a:pt x="43" y="247"/>
                  </a:lnTo>
                  <a:lnTo>
                    <a:pt x="0" y="248"/>
                  </a:lnTo>
                  <a:lnTo>
                    <a:pt x="0"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7435" name="Freeform 53"/>
            <p:cNvSpPr>
              <a:spLocks/>
            </p:cNvSpPr>
            <p:nvPr/>
          </p:nvSpPr>
          <p:spPr bwMode="auto">
            <a:xfrm>
              <a:off x="1179" y="1640"/>
              <a:ext cx="88" cy="52"/>
            </a:xfrm>
            <a:custGeom>
              <a:avLst/>
              <a:gdLst>
                <a:gd name="T0" fmla="*/ 0 w 439"/>
                <a:gd name="T1" fmla="*/ 0 h 260"/>
                <a:gd name="T2" fmla="*/ 0 w 439"/>
                <a:gd name="T3" fmla="*/ 0 h 260"/>
                <a:gd name="T4" fmla="*/ 0 w 439"/>
                <a:gd name="T5" fmla="*/ 0 h 260"/>
                <a:gd name="T6" fmla="*/ 0 w 439"/>
                <a:gd name="T7" fmla="*/ 0 h 260"/>
                <a:gd name="T8" fmla="*/ 0 w 439"/>
                <a:gd name="T9" fmla="*/ 1 h 260"/>
                <a:gd name="T10" fmla="*/ 0 w 439"/>
                <a:gd name="T11" fmla="*/ 1 h 260"/>
                <a:gd name="T12" fmla="*/ 0 w 439"/>
                <a:gd name="T13" fmla="*/ 1 h 260"/>
                <a:gd name="T14" fmla="*/ 1 w 439"/>
                <a:gd name="T15" fmla="*/ 1 h 260"/>
                <a:gd name="T16" fmla="*/ 1 w 439"/>
                <a:gd name="T17" fmla="*/ 1 h 260"/>
                <a:gd name="T18" fmla="*/ 1 w 439"/>
                <a:gd name="T19" fmla="*/ 1 h 260"/>
                <a:gd name="T20" fmla="*/ 1 w 439"/>
                <a:gd name="T21" fmla="*/ 2 h 260"/>
                <a:gd name="T22" fmla="*/ 2 w 439"/>
                <a:gd name="T23" fmla="*/ 2 h 260"/>
                <a:gd name="T24" fmla="*/ 2 w 439"/>
                <a:gd name="T25" fmla="*/ 2 h 260"/>
                <a:gd name="T26" fmla="*/ 2 w 439"/>
                <a:gd name="T27" fmla="*/ 2 h 260"/>
                <a:gd name="T28" fmla="*/ 2 w 439"/>
                <a:gd name="T29" fmla="*/ 2 h 260"/>
                <a:gd name="T30" fmla="*/ 3 w 439"/>
                <a:gd name="T31" fmla="*/ 2 h 260"/>
                <a:gd name="T32" fmla="*/ 3 w 439"/>
                <a:gd name="T33" fmla="*/ 2 h 260"/>
                <a:gd name="T34" fmla="*/ 4 w 439"/>
                <a:gd name="T35" fmla="*/ 2 h 260"/>
                <a:gd name="T36" fmla="*/ 4 w 439"/>
                <a:gd name="T37" fmla="*/ 2 h 260"/>
                <a:gd name="T38" fmla="*/ 3 w 439"/>
                <a:gd name="T39" fmla="*/ 2 h 260"/>
                <a:gd name="T40" fmla="*/ 3 w 439"/>
                <a:gd name="T41" fmla="*/ 2 h 260"/>
                <a:gd name="T42" fmla="*/ 3 w 439"/>
                <a:gd name="T43" fmla="*/ 2 h 260"/>
                <a:gd name="T44" fmla="*/ 2 w 439"/>
                <a:gd name="T45" fmla="*/ 2 h 260"/>
                <a:gd name="T46" fmla="*/ 2 w 439"/>
                <a:gd name="T47" fmla="*/ 2 h 260"/>
                <a:gd name="T48" fmla="*/ 2 w 439"/>
                <a:gd name="T49" fmla="*/ 2 h 260"/>
                <a:gd name="T50" fmla="*/ 1 w 439"/>
                <a:gd name="T51" fmla="*/ 2 h 260"/>
                <a:gd name="T52" fmla="*/ 1 w 439"/>
                <a:gd name="T53" fmla="*/ 1 h 260"/>
                <a:gd name="T54" fmla="*/ 1 w 439"/>
                <a:gd name="T55" fmla="*/ 1 h 260"/>
                <a:gd name="T56" fmla="*/ 1 w 439"/>
                <a:gd name="T57" fmla="*/ 1 h 260"/>
                <a:gd name="T58" fmla="*/ 1 w 439"/>
                <a:gd name="T59" fmla="*/ 1 h 260"/>
                <a:gd name="T60" fmla="*/ 0 w 439"/>
                <a:gd name="T61" fmla="*/ 1 h 260"/>
                <a:gd name="T62" fmla="*/ 0 w 439"/>
                <a:gd name="T63" fmla="*/ 1 h 260"/>
                <a:gd name="T64" fmla="*/ 0 w 439"/>
                <a:gd name="T65" fmla="*/ 0 h 260"/>
                <a:gd name="T66" fmla="*/ 0 w 439"/>
                <a:gd name="T67" fmla="*/ 0 h 260"/>
                <a:gd name="T68" fmla="*/ 0 w 439"/>
                <a:gd name="T69" fmla="*/ 0 h 260"/>
                <a:gd name="T70" fmla="*/ 0 w 439"/>
                <a:gd name="T71" fmla="*/ 0 h 260"/>
                <a:gd name="T72" fmla="*/ 0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0" y="0"/>
                  </a:moveTo>
                  <a:lnTo>
                    <a:pt x="0" y="0"/>
                  </a:lnTo>
                  <a:lnTo>
                    <a:pt x="3" y="27"/>
                  </a:lnTo>
                  <a:lnTo>
                    <a:pt x="10" y="53"/>
                  </a:lnTo>
                  <a:lnTo>
                    <a:pt x="20" y="77"/>
                  </a:lnTo>
                  <a:lnTo>
                    <a:pt x="35" y="102"/>
                  </a:lnTo>
                  <a:lnTo>
                    <a:pt x="54" y="125"/>
                  </a:lnTo>
                  <a:lnTo>
                    <a:pt x="76" y="146"/>
                  </a:lnTo>
                  <a:lnTo>
                    <a:pt x="102" y="166"/>
                  </a:lnTo>
                  <a:lnTo>
                    <a:pt x="130" y="185"/>
                  </a:lnTo>
                  <a:lnTo>
                    <a:pt x="162" y="202"/>
                  </a:lnTo>
                  <a:lnTo>
                    <a:pt x="195" y="217"/>
                  </a:lnTo>
                  <a:lnTo>
                    <a:pt x="231" y="230"/>
                  </a:lnTo>
                  <a:lnTo>
                    <a:pt x="270" y="240"/>
                  </a:lnTo>
                  <a:lnTo>
                    <a:pt x="310" y="248"/>
                  </a:lnTo>
                  <a:lnTo>
                    <a:pt x="351" y="255"/>
                  </a:lnTo>
                  <a:lnTo>
                    <a:pt x="395" y="259"/>
                  </a:lnTo>
                  <a:lnTo>
                    <a:pt x="439" y="260"/>
                  </a:lnTo>
                  <a:lnTo>
                    <a:pt x="439" y="248"/>
                  </a:lnTo>
                  <a:lnTo>
                    <a:pt x="395" y="247"/>
                  </a:lnTo>
                  <a:lnTo>
                    <a:pt x="353" y="244"/>
                  </a:lnTo>
                  <a:lnTo>
                    <a:pt x="312" y="237"/>
                  </a:lnTo>
                  <a:lnTo>
                    <a:pt x="272" y="228"/>
                  </a:lnTo>
                  <a:lnTo>
                    <a:pt x="236" y="218"/>
                  </a:lnTo>
                  <a:lnTo>
                    <a:pt x="200" y="205"/>
                  </a:lnTo>
                  <a:lnTo>
                    <a:pt x="167" y="190"/>
                  </a:lnTo>
                  <a:lnTo>
                    <a:pt x="137" y="173"/>
                  </a:lnTo>
                  <a:lnTo>
                    <a:pt x="109" y="157"/>
                  </a:lnTo>
                  <a:lnTo>
                    <a:pt x="84" y="137"/>
                  </a:lnTo>
                  <a:lnTo>
                    <a:pt x="64" y="116"/>
                  </a:lnTo>
                  <a:lnTo>
                    <a:pt x="45" y="95"/>
                  </a:lnTo>
                  <a:lnTo>
                    <a:pt x="32" y="73"/>
                  </a:lnTo>
                  <a:lnTo>
                    <a:pt x="21" y="48"/>
                  </a:lnTo>
                  <a:lnTo>
                    <a:pt x="14" y="24"/>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7436" name="Freeform 54"/>
            <p:cNvSpPr>
              <a:spLocks/>
            </p:cNvSpPr>
            <p:nvPr/>
          </p:nvSpPr>
          <p:spPr bwMode="auto">
            <a:xfrm>
              <a:off x="1179" y="1588"/>
              <a:ext cx="88" cy="52"/>
            </a:xfrm>
            <a:custGeom>
              <a:avLst/>
              <a:gdLst>
                <a:gd name="T0" fmla="*/ 4 w 439"/>
                <a:gd name="T1" fmla="*/ 0 h 260"/>
                <a:gd name="T2" fmla="*/ 4 w 439"/>
                <a:gd name="T3" fmla="*/ 0 h 260"/>
                <a:gd name="T4" fmla="*/ 3 w 439"/>
                <a:gd name="T5" fmla="*/ 0 h 260"/>
                <a:gd name="T6" fmla="*/ 3 w 439"/>
                <a:gd name="T7" fmla="*/ 0 h 260"/>
                <a:gd name="T8" fmla="*/ 2 w 439"/>
                <a:gd name="T9" fmla="*/ 0 h 260"/>
                <a:gd name="T10" fmla="*/ 2 w 439"/>
                <a:gd name="T11" fmla="*/ 0 h 260"/>
                <a:gd name="T12" fmla="*/ 2 w 439"/>
                <a:gd name="T13" fmla="*/ 0 h 260"/>
                <a:gd name="T14" fmla="*/ 2 w 439"/>
                <a:gd name="T15" fmla="*/ 0 h 260"/>
                <a:gd name="T16" fmla="*/ 1 w 439"/>
                <a:gd name="T17" fmla="*/ 0 h 260"/>
                <a:gd name="T18" fmla="*/ 1 w 439"/>
                <a:gd name="T19" fmla="*/ 1 h 260"/>
                <a:gd name="T20" fmla="*/ 1 w 439"/>
                <a:gd name="T21" fmla="*/ 1 h 260"/>
                <a:gd name="T22" fmla="*/ 1 w 439"/>
                <a:gd name="T23" fmla="*/ 1 h 260"/>
                <a:gd name="T24" fmla="*/ 0 w 439"/>
                <a:gd name="T25" fmla="*/ 1 h 260"/>
                <a:gd name="T26" fmla="*/ 0 w 439"/>
                <a:gd name="T27" fmla="*/ 1 h 260"/>
                <a:gd name="T28" fmla="*/ 0 w 439"/>
                <a:gd name="T29" fmla="*/ 1 h 260"/>
                <a:gd name="T30" fmla="*/ 0 w 439"/>
                <a:gd name="T31" fmla="*/ 2 h 260"/>
                <a:gd name="T32" fmla="*/ 0 w 439"/>
                <a:gd name="T33" fmla="*/ 2 h 260"/>
                <a:gd name="T34" fmla="*/ 0 w 439"/>
                <a:gd name="T35" fmla="*/ 2 h 260"/>
                <a:gd name="T36" fmla="*/ 0 w 439"/>
                <a:gd name="T37" fmla="*/ 2 h 260"/>
                <a:gd name="T38" fmla="*/ 0 w 439"/>
                <a:gd name="T39" fmla="*/ 2 h 260"/>
                <a:gd name="T40" fmla="*/ 0 w 439"/>
                <a:gd name="T41" fmla="*/ 2 h 260"/>
                <a:gd name="T42" fmla="*/ 0 w 439"/>
                <a:gd name="T43" fmla="*/ 1 h 260"/>
                <a:gd name="T44" fmla="*/ 0 w 439"/>
                <a:gd name="T45" fmla="*/ 1 h 260"/>
                <a:gd name="T46" fmla="*/ 1 w 439"/>
                <a:gd name="T47" fmla="*/ 1 h 260"/>
                <a:gd name="T48" fmla="*/ 1 w 439"/>
                <a:gd name="T49" fmla="*/ 1 h 260"/>
                <a:gd name="T50" fmla="*/ 1 w 439"/>
                <a:gd name="T51" fmla="*/ 1 h 260"/>
                <a:gd name="T52" fmla="*/ 1 w 439"/>
                <a:gd name="T53" fmla="*/ 1 h 260"/>
                <a:gd name="T54" fmla="*/ 1 w 439"/>
                <a:gd name="T55" fmla="*/ 1 h 260"/>
                <a:gd name="T56" fmla="*/ 2 w 439"/>
                <a:gd name="T57" fmla="*/ 0 h 260"/>
                <a:gd name="T58" fmla="*/ 2 w 439"/>
                <a:gd name="T59" fmla="*/ 0 h 260"/>
                <a:gd name="T60" fmla="*/ 2 w 439"/>
                <a:gd name="T61" fmla="*/ 0 h 260"/>
                <a:gd name="T62" fmla="*/ 3 w 439"/>
                <a:gd name="T63" fmla="*/ 0 h 260"/>
                <a:gd name="T64" fmla="*/ 3 w 439"/>
                <a:gd name="T65" fmla="*/ 0 h 260"/>
                <a:gd name="T66" fmla="*/ 3 w 439"/>
                <a:gd name="T67" fmla="*/ 0 h 260"/>
                <a:gd name="T68" fmla="*/ 4 w 439"/>
                <a:gd name="T69" fmla="*/ 0 h 260"/>
                <a:gd name="T70" fmla="*/ 4 w 439"/>
                <a:gd name="T71" fmla="*/ 0 h 260"/>
                <a:gd name="T72" fmla="*/ 4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439" y="0"/>
                  </a:moveTo>
                  <a:lnTo>
                    <a:pt x="439" y="0"/>
                  </a:lnTo>
                  <a:lnTo>
                    <a:pt x="395" y="1"/>
                  </a:lnTo>
                  <a:lnTo>
                    <a:pt x="351" y="4"/>
                  </a:lnTo>
                  <a:lnTo>
                    <a:pt x="310" y="11"/>
                  </a:lnTo>
                  <a:lnTo>
                    <a:pt x="270" y="19"/>
                  </a:lnTo>
                  <a:lnTo>
                    <a:pt x="231" y="30"/>
                  </a:lnTo>
                  <a:lnTo>
                    <a:pt x="195" y="43"/>
                  </a:lnTo>
                  <a:lnTo>
                    <a:pt x="162" y="58"/>
                  </a:lnTo>
                  <a:lnTo>
                    <a:pt x="130" y="73"/>
                  </a:lnTo>
                  <a:lnTo>
                    <a:pt x="102" y="93"/>
                  </a:lnTo>
                  <a:lnTo>
                    <a:pt x="76" y="113"/>
                  </a:lnTo>
                  <a:lnTo>
                    <a:pt x="54" y="133"/>
                  </a:lnTo>
                  <a:lnTo>
                    <a:pt x="35" y="157"/>
                  </a:lnTo>
                  <a:lnTo>
                    <a:pt x="20" y="181"/>
                  </a:lnTo>
                  <a:lnTo>
                    <a:pt x="10" y="206"/>
                  </a:lnTo>
                  <a:lnTo>
                    <a:pt x="3" y="233"/>
                  </a:lnTo>
                  <a:lnTo>
                    <a:pt x="0" y="260"/>
                  </a:lnTo>
                  <a:lnTo>
                    <a:pt x="12" y="260"/>
                  </a:lnTo>
                  <a:lnTo>
                    <a:pt x="14" y="235"/>
                  </a:lnTo>
                  <a:lnTo>
                    <a:pt x="21" y="211"/>
                  </a:lnTo>
                  <a:lnTo>
                    <a:pt x="32" y="186"/>
                  </a:lnTo>
                  <a:lnTo>
                    <a:pt x="45" y="164"/>
                  </a:lnTo>
                  <a:lnTo>
                    <a:pt x="64" y="143"/>
                  </a:lnTo>
                  <a:lnTo>
                    <a:pt x="84" y="123"/>
                  </a:lnTo>
                  <a:lnTo>
                    <a:pt x="109" y="103"/>
                  </a:lnTo>
                  <a:lnTo>
                    <a:pt x="137" y="85"/>
                  </a:lnTo>
                  <a:lnTo>
                    <a:pt x="167" y="70"/>
                  </a:lnTo>
                  <a:lnTo>
                    <a:pt x="200" y="55"/>
                  </a:lnTo>
                  <a:lnTo>
                    <a:pt x="236" y="42"/>
                  </a:lnTo>
                  <a:lnTo>
                    <a:pt x="272" y="31"/>
                  </a:lnTo>
                  <a:lnTo>
                    <a:pt x="312" y="23"/>
                  </a:lnTo>
                  <a:lnTo>
                    <a:pt x="353" y="16"/>
                  </a:lnTo>
                  <a:lnTo>
                    <a:pt x="395" y="12"/>
                  </a:lnTo>
                  <a:lnTo>
                    <a:pt x="439" y="11"/>
                  </a:lnTo>
                  <a:lnTo>
                    <a:pt x="439"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7437" name="Freeform 55"/>
            <p:cNvSpPr>
              <a:spLocks/>
            </p:cNvSpPr>
            <p:nvPr/>
          </p:nvSpPr>
          <p:spPr bwMode="auto">
            <a:xfrm>
              <a:off x="964" y="1745"/>
              <a:ext cx="48" cy="85"/>
            </a:xfrm>
            <a:custGeom>
              <a:avLst/>
              <a:gdLst>
                <a:gd name="T0" fmla="*/ 2 w 244"/>
                <a:gd name="T1" fmla="*/ 3 h 426"/>
                <a:gd name="T2" fmla="*/ 2 w 244"/>
                <a:gd name="T3" fmla="*/ 3 h 426"/>
                <a:gd name="T4" fmla="*/ 2 w 244"/>
                <a:gd name="T5" fmla="*/ 3 h 426"/>
                <a:gd name="T6" fmla="*/ 2 w 244"/>
                <a:gd name="T7" fmla="*/ 3 h 426"/>
                <a:gd name="T8" fmla="*/ 2 w 244"/>
                <a:gd name="T9" fmla="*/ 2 h 426"/>
                <a:gd name="T10" fmla="*/ 2 w 244"/>
                <a:gd name="T11" fmla="*/ 2 h 426"/>
                <a:gd name="T12" fmla="*/ 2 w 244"/>
                <a:gd name="T13" fmla="*/ 2 h 426"/>
                <a:gd name="T14" fmla="*/ 2 w 244"/>
                <a:gd name="T15" fmla="*/ 2 h 426"/>
                <a:gd name="T16" fmla="*/ 1 w 244"/>
                <a:gd name="T17" fmla="*/ 1 h 426"/>
                <a:gd name="T18" fmla="*/ 1 w 244"/>
                <a:gd name="T19" fmla="*/ 1 h 426"/>
                <a:gd name="T20" fmla="*/ 1 w 244"/>
                <a:gd name="T21" fmla="*/ 1 h 426"/>
                <a:gd name="T22" fmla="*/ 1 w 244"/>
                <a:gd name="T23" fmla="*/ 1 h 426"/>
                <a:gd name="T24" fmla="*/ 1 w 244"/>
                <a:gd name="T25" fmla="*/ 0 h 426"/>
                <a:gd name="T26" fmla="*/ 1 w 244"/>
                <a:gd name="T27" fmla="*/ 0 h 426"/>
                <a:gd name="T28" fmla="*/ 1 w 244"/>
                <a:gd name="T29" fmla="*/ 0 h 426"/>
                <a:gd name="T30" fmla="*/ 0 w 244"/>
                <a:gd name="T31" fmla="*/ 0 h 426"/>
                <a:gd name="T32" fmla="*/ 0 w 244"/>
                <a:gd name="T33" fmla="*/ 0 h 426"/>
                <a:gd name="T34" fmla="*/ 0 w 244"/>
                <a:gd name="T35" fmla="*/ 0 h 426"/>
                <a:gd name="T36" fmla="*/ 0 w 244"/>
                <a:gd name="T37" fmla="*/ 0 h 426"/>
                <a:gd name="T38" fmla="*/ 0 w 244"/>
                <a:gd name="T39" fmla="*/ 0 h 426"/>
                <a:gd name="T40" fmla="*/ 0 w 244"/>
                <a:gd name="T41" fmla="*/ 0 h 426"/>
                <a:gd name="T42" fmla="*/ 1 w 244"/>
                <a:gd name="T43" fmla="*/ 0 h 426"/>
                <a:gd name="T44" fmla="*/ 1 w 244"/>
                <a:gd name="T45" fmla="*/ 0 h 426"/>
                <a:gd name="T46" fmla="*/ 1 w 244"/>
                <a:gd name="T47" fmla="*/ 0 h 426"/>
                <a:gd name="T48" fmla="*/ 1 w 244"/>
                <a:gd name="T49" fmla="*/ 1 h 426"/>
                <a:gd name="T50" fmla="*/ 1 w 244"/>
                <a:gd name="T51" fmla="*/ 1 h 426"/>
                <a:gd name="T52" fmla="*/ 1 w 244"/>
                <a:gd name="T53" fmla="*/ 1 h 426"/>
                <a:gd name="T54" fmla="*/ 1 w 244"/>
                <a:gd name="T55" fmla="*/ 1 h 426"/>
                <a:gd name="T56" fmla="*/ 1 w 244"/>
                <a:gd name="T57" fmla="*/ 2 h 426"/>
                <a:gd name="T58" fmla="*/ 2 w 244"/>
                <a:gd name="T59" fmla="*/ 2 h 426"/>
                <a:gd name="T60" fmla="*/ 2 w 244"/>
                <a:gd name="T61" fmla="*/ 2 h 426"/>
                <a:gd name="T62" fmla="*/ 2 w 244"/>
                <a:gd name="T63" fmla="*/ 2 h 426"/>
                <a:gd name="T64" fmla="*/ 2 w 244"/>
                <a:gd name="T65" fmla="*/ 3 h 426"/>
                <a:gd name="T66" fmla="*/ 2 w 244"/>
                <a:gd name="T67" fmla="*/ 3 h 426"/>
                <a:gd name="T68" fmla="*/ 2 w 244"/>
                <a:gd name="T69" fmla="*/ 3 h 426"/>
                <a:gd name="T70" fmla="*/ 2 w 244"/>
                <a:gd name="T71" fmla="*/ 3 h 426"/>
                <a:gd name="T72" fmla="*/ 2 w 244"/>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6"/>
                <a:gd name="T113" fmla="*/ 244 w 244"/>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6">
                  <a:moveTo>
                    <a:pt x="244" y="426"/>
                  </a:moveTo>
                  <a:lnTo>
                    <a:pt x="244" y="426"/>
                  </a:lnTo>
                  <a:lnTo>
                    <a:pt x="243" y="383"/>
                  </a:lnTo>
                  <a:lnTo>
                    <a:pt x="240" y="340"/>
                  </a:lnTo>
                  <a:lnTo>
                    <a:pt x="234" y="300"/>
                  </a:lnTo>
                  <a:lnTo>
                    <a:pt x="226" y="262"/>
                  </a:lnTo>
                  <a:lnTo>
                    <a:pt x="215" y="224"/>
                  </a:lnTo>
                  <a:lnTo>
                    <a:pt x="203" y="189"/>
                  </a:lnTo>
                  <a:lnTo>
                    <a:pt x="189" y="157"/>
                  </a:lnTo>
                  <a:lnTo>
                    <a:pt x="174" y="126"/>
                  </a:lnTo>
                  <a:lnTo>
                    <a:pt x="155" y="99"/>
                  </a:lnTo>
                  <a:lnTo>
                    <a:pt x="138" y="74"/>
                  </a:lnTo>
                  <a:lnTo>
                    <a:pt x="118" y="52"/>
                  </a:lnTo>
                  <a:lnTo>
                    <a:pt x="96" y="34"/>
                  </a:lnTo>
                  <a:lnTo>
                    <a:pt x="73" y="19"/>
                  </a:lnTo>
                  <a:lnTo>
                    <a:pt x="50" y="8"/>
                  </a:lnTo>
                  <a:lnTo>
                    <a:pt x="25" y="2"/>
                  </a:lnTo>
                  <a:lnTo>
                    <a:pt x="0" y="0"/>
                  </a:lnTo>
                  <a:lnTo>
                    <a:pt x="0" y="12"/>
                  </a:lnTo>
                  <a:lnTo>
                    <a:pt x="23" y="14"/>
                  </a:lnTo>
                  <a:lnTo>
                    <a:pt x="45" y="20"/>
                  </a:lnTo>
                  <a:lnTo>
                    <a:pt x="66" y="31"/>
                  </a:lnTo>
                  <a:lnTo>
                    <a:pt x="89" y="43"/>
                  </a:lnTo>
                  <a:lnTo>
                    <a:pt x="109" y="61"/>
                  </a:lnTo>
                  <a:lnTo>
                    <a:pt x="129" y="81"/>
                  </a:lnTo>
                  <a:lnTo>
                    <a:pt x="146" y="106"/>
                  </a:lnTo>
                  <a:lnTo>
                    <a:pt x="162" y="133"/>
                  </a:lnTo>
                  <a:lnTo>
                    <a:pt x="178" y="162"/>
                  </a:lnTo>
                  <a:lnTo>
                    <a:pt x="192" y="194"/>
                  </a:lnTo>
                  <a:lnTo>
                    <a:pt x="203" y="229"/>
                  </a:lnTo>
                  <a:lnTo>
                    <a:pt x="214" y="264"/>
                  </a:lnTo>
                  <a:lnTo>
                    <a:pt x="222" y="303"/>
                  </a:lnTo>
                  <a:lnTo>
                    <a:pt x="228" y="342"/>
                  </a:lnTo>
                  <a:lnTo>
                    <a:pt x="232" y="383"/>
                  </a:lnTo>
                  <a:lnTo>
                    <a:pt x="233" y="426"/>
                  </a:lnTo>
                  <a:lnTo>
                    <a:pt x="244"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7438" name="Freeform 56"/>
            <p:cNvSpPr>
              <a:spLocks/>
            </p:cNvSpPr>
            <p:nvPr/>
          </p:nvSpPr>
          <p:spPr bwMode="auto">
            <a:xfrm>
              <a:off x="964" y="1830"/>
              <a:ext cx="48" cy="85"/>
            </a:xfrm>
            <a:custGeom>
              <a:avLst/>
              <a:gdLst>
                <a:gd name="T0" fmla="*/ 0 w 244"/>
                <a:gd name="T1" fmla="*/ 3 h 424"/>
                <a:gd name="T2" fmla="*/ 0 w 244"/>
                <a:gd name="T3" fmla="*/ 3 h 424"/>
                <a:gd name="T4" fmla="*/ 0 w 244"/>
                <a:gd name="T5" fmla="*/ 3 h 424"/>
                <a:gd name="T6" fmla="*/ 0 w 244"/>
                <a:gd name="T7" fmla="*/ 3 h 424"/>
                <a:gd name="T8" fmla="*/ 1 w 244"/>
                <a:gd name="T9" fmla="*/ 3 h 424"/>
                <a:gd name="T10" fmla="*/ 1 w 244"/>
                <a:gd name="T11" fmla="*/ 3 h 424"/>
                <a:gd name="T12" fmla="*/ 1 w 244"/>
                <a:gd name="T13" fmla="*/ 3 h 424"/>
                <a:gd name="T14" fmla="*/ 1 w 244"/>
                <a:gd name="T15" fmla="*/ 3 h 424"/>
                <a:gd name="T16" fmla="*/ 1 w 244"/>
                <a:gd name="T17" fmla="*/ 3 h 424"/>
                <a:gd name="T18" fmla="*/ 1 w 244"/>
                <a:gd name="T19" fmla="*/ 2 h 424"/>
                <a:gd name="T20" fmla="*/ 1 w 244"/>
                <a:gd name="T21" fmla="*/ 2 h 424"/>
                <a:gd name="T22" fmla="*/ 2 w 244"/>
                <a:gd name="T23" fmla="*/ 2 h 424"/>
                <a:gd name="T24" fmla="*/ 2 w 244"/>
                <a:gd name="T25" fmla="*/ 2 h 424"/>
                <a:gd name="T26" fmla="*/ 2 w 244"/>
                <a:gd name="T27" fmla="*/ 1 h 424"/>
                <a:gd name="T28" fmla="*/ 2 w 244"/>
                <a:gd name="T29" fmla="*/ 1 h 424"/>
                <a:gd name="T30" fmla="*/ 2 w 244"/>
                <a:gd name="T31" fmla="*/ 1 h 424"/>
                <a:gd name="T32" fmla="*/ 2 w 244"/>
                <a:gd name="T33" fmla="*/ 0 h 424"/>
                <a:gd name="T34" fmla="*/ 2 w 244"/>
                <a:gd name="T35" fmla="*/ 0 h 424"/>
                <a:gd name="T36" fmla="*/ 2 w 244"/>
                <a:gd name="T37" fmla="*/ 0 h 424"/>
                <a:gd name="T38" fmla="*/ 2 w 244"/>
                <a:gd name="T39" fmla="*/ 0 h 424"/>
                <a:gd name="T40" fmla="*/ 2 w 244"/>
                <a:gd name="T41" fmla="*/ 1 h 424"/>
                <a:gd name="T42" fmla="*/ 2 w 244"/>
                <a:gd name="T43" fmla="*/ 1 h 424"/>
                <a:gd name="T44" fmla="*/ 2 w 244"/>
                <a:gd name="T45" fmla="*/ 1 h 424"/>
                <a:gd name="T46" fmla="*/ 2 w 244"/>
                <a:gd name="T47" fmla="*/ 2 h 424"/>
                <a:gd name="T48" fmla="*/ 1 w 244"/>
                <a:gd name="T49" fmla="*/ 2 h 424"/>
                <a:gd name="T50" fmla="*/ 1 w 244"/>
                <a:gd name="T51" fmla="*/ 2 h 424"/>
                <a:gd name="T52" fmla="*/ 1 w 244"/>
                <a:gd name="T53" fmla="*/ 2 h 424"/>
                <a:gd name="T54" fmla="*/ 1 w 244"/>
                <a:gd name="T55" fmla="*/ 3 h 424"/>
                <a:gd name="T56" fmla="*/ 1 w 244"/>
                <a:gd name="T57" fmla="*/ 3 h 424"/>
                <a:gd name="T58" fmla="*/ 1 w 244"/>
                <a:gd name="T59" fmla="*/ 3 h 424"/>
                <a:gd name="T60" fmla="*/ 1 w 244"/>
                <a:gd name="T61" fmla="*/ 3 h 424"/>
                <a:gd name="T62" fmla="*/ 1 w 244"/>
                <a:gd name="T63" fmla="*/ 3 h 424"/>
                <a:gd name="T64" fmla="*/ 0 w 244"/>
                <a:gd name="T65" fmla="*/ 3 h 424"/>
                <a:gd name="T66" fmla="*/ 0 w 244"/>
                <a:gd name="T67" fmla="*/ 3 h 424"/>
                <a:gd name="T68" fmla="*/ 0 w 244"/>
                <a:gd name="T69" fmla="*/ 3 h 424"/>
                <a:gd name="T70" fmla="*/ 0 w 244"/>
                <a:gd name="T71" fmla="*/ 3 h 424"/>
                <a:gd name="T72" fmla="*/ 0 w 244"/>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4"/>
                <a:gd name="T113" fmla="*/ 244 w 244"/>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4">
                  <a:moveTo>
                    <a:pt x="0" y="424"/>
                  </a:moveTo>
                  <a:lnTo>
                    <a:pt x="0" y="424"/>
                  </a:lnTo>
                  <a:lnTo>
                    <a:pt x="25" y="422"/>
                  </a:lnTo>
                  <a:lnTo>
                    <a:pt x="50" y="416"/>
                  </a:lnTo>
                  <a:lnTo>
                    <a:pt x="73" y="405"/>
                  </a:lnTo>
                  <a:lnTo>
                    <a:pt x="96" y="390"/>
                  </a:lnTo>
                  <a:lnTo>
                    <a:pt x="118" y="373"/>
                  </a:lnTo>
                  <a:lnTo>
                    <a:pt x="138" y="350"/>
                  </a:lnTo>
                  <a:lnTo>
                    <a:pt x="155" y="326"/>
                  </a:lnTo>
                  <a:lnTo>
                    <a:pt x="173" y="299"/>
                  </a:lnTo>
                  <a:lnTo>
                    <a:pt x="189" y="268"/>
                  </a:lnTo>
                  <a:lnTo>
                    <a:pt x="203" y="235"/>
                  </a:lnTo>
                  <a:lnTo>
                    <a:pt x="215" y="201"/>
                  </a:lnTo>
                  <a:lnTo>
                    <a:pt x="226" y="163"/>
                  </a:lnTo>
                  <a:lnTo>
                    <a:pt x="234" y="125"/>
                  </a:lnTo>
                  <a:lnTo>
                    <a:pt x="240" y="85"/>
                  </a:lnTo>
                  <a:lnTo>
                    <a:pt x="243" y="42"/>
                  </a:lnTo>
                  <a:lnTo>
                    <a:pt x="244" y="0"/>
                  </a:lnTo>
                  <a:lnTo>
                    <a:pt x="233" y="0"/>
                  </a:lnTo>
                  <a:lnTo>
                    <a:pt x="232" y="42"/>
                  </a:lnTo>
                  <a:lnTo>
                    <a:pt x="228" y="83"/>
                  </a:lnTo>
                  <a:lnTo>
                    <a:pt x="222" y="123"/>
                  </a:lnTo>
                  <a:lnTo>
                    <a:pt x="214" y="160"/>
                  </a:lnTo>
                  <a:lnTo>
                    <a:pt x="203" y="197"/>
                  </a:lnTo>
                  <a:lnTo>
                    <a:pt x="192" y="231"/>
                  </a:lnTo>
                  <a:lnTo>
                    <a:pt x="178" y="263"/>
                  </a:lnTo>
                  <a:lnTo>
                    <a:pt x="164" y="292"/>
                  </a:lnTo>
                  <a:lnTo>
                    <a:pt x="146" y="319"/>
                  </a:lnTo>
                  <a:lnTo>
                    <a:pt x="129" y="343"/>
                  </a:lnTo>
                  <a:lnTo>
                    <a:pt x="109" y="363"/>
                  </a:lnTo>
                  <a:lnTo>
                    <a:pt x="89" y="381"/>
                  </a:lnTo>
                  <a:lnTo>
                    <a:pt x="66" y="394"/>
                  </a:lnTo>
                  <a:lnTo>
                    <a:pt x="45" y="404"/>
                  </a:lnTo>
                  <a:lnTo>
                    <a:pt x="23" y="410"/>
                  </a:lnTo>
                  <a:lnTo>
                    <a:pt x="0" y="412"/>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7439" name="Freeform 57"/>
            <p:cNvSpPr>
              <a:spLocks/>
            </p:cNvSpPr>
            <p:nvPr/>
          </p:nvSpPr>
          <p:spPr bwMode="auto">
            <a:xfrm>
              <a:off x="915" y="1830"/>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1" y="42"/>
                  </a:lnTo>
                  <a:lnTo>
                    <a:pt x="4" y="85"/>
                  </a:lnTo>
                  <a:lnTo>
                    <a:pt x="10" y="125"/>
                  </a:lnTo>
                  <a:lnTo>
                    <a:pt x="19" y="163"/>
                  </a:lnTo>
                  <a:lnTo>
                    <a:pt x="29" y="201"/>
                  </a:lnTo>
                  <a:lnTo>
                    <a:pt x="41" y="235"/>
                  </a:lnTo>
                  <a:lnTo>
                    <a:pt x="55" y="268"/>
                  </a:lnTo>
                  <a:lnTo>
                    <a:pt x="71" y="299"/>
                  </a:lnTo>
                  <a:lnTo>
                    <a:pt x="89" y="326"/>
                  </a:lnTo>
                  <a:lnTo>
                    <a:pt x="106" y="350"/>
                  </a:lnTo>
                  <a:lnTo>
                    <a:pt x="126" y="373"/>
                  </a:lnTo>
                  <a:lnTo>
                    <a:pt x="149" y="390"/>
                  </a:lnTo>
                  <a:lnTo>
                    <a:pt x="171" y="405"/>
                  </a:lnTo>
                  <a:lnTo>
                    <a:pt x="194" y="416"/>
                  </a:lnTo>
                  <a:lnTo>
                    <a:pt x="219" y="422"/>
                  </a:lnTo>
                  <a:lnTo>
                    <a:pt x="245" y="424"/>
                  </a:lnTo>
                  <a:lnTo>
                    <a:pt x="245" y="412"/>
                  </a:lnTo>
                  <a:lnTo>
                    <a:pt x="221" y="410"/>
                  </a:lnTo>
                  <a:lnTo>
                    <a:pt x="199" y="404"/>
                  </a:lnTo>
                  <a:lnTo>
                    <a:pt x="178" y="394"/>
                  </a:lnTo>
                  <a:lnTo>
                    <a:pt x="156" y="381"/>
                  </a:lnTo>
                  <a:lnTo>
                    <a:pt x="136" y="363"/>
                  </a:lnTo>
                  <a:lnTo>
                    <a:pt x="116" y="343"/>
                  </a:lnTo>
                  <a:lnTo>
                    <a:pt x="98" y="319"/>
                  </a:lnTo>
                  <a:lnTo>
                    <a:pt x="81" y="292"/>
                  </a:lnTo>
                  <a:lnTo>
                    <a:pt x="67" y="263"/>
                  </a:lnTo>
                  <a:lnTo>
                    <a:pt x="52" y="231"/>
                  </a:lnTo>
                  <a:lnTo>
                    <a:pt x="41" y="197"/>
                  </a:lnTo>
                  <a:lnTo>
                    <a:pt x="30" y="160"/>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7440" name="Freeform 58"/>
            <p:cNvSpPr>
              <a:spLocks/>
            </p:cNvSpPr>
            <p:nvPr/>
          </p:nvSpPr>
          <p:spPr bwMode="auto">
            <a:xfrm>
              <a:off x="915" y="1745"/>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0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19" y="2"/>
                  </a:lnTo>
                  <a:lnTo>
                    <a:pt x="194" y="8"/>
                  </a:lnTo>
                  <a:lnTo>
                    <a:pt x="171" y="19"/>
                  </a:lnTo>
                  <a:lnTo>
                    <a:pt x="149" y="34"/>
                  </a:lnTo>
                  <a:lnTo>
                    <a:pt x="126" y="52"/>
                  </a:lnTo>
                  <a:lnTo>
                    <a:pt x="106" y="74"/>
                  </a:lnTo>
                  <a:lnTo>
                    <a:pt x="89" y="99"/>
                  </a:lnTo>
                  <a:lnTo>
                    <a:pt x="70" y="126"/>
                  </a:lnTo>
                  <a:lnTo>
                    <a:pt x="55" y="157"/>
                  </a:lnTo>
                  <a:lnTo>
                    <a:pt x="41" y="189"/>
                  </a:lnTo>
                  <a:lnTo>
                    <a:pt x="29" y="224"/>
                  </a:lnTo>
                  <a:lnTo>
                    <a:pt x="19" y="262"/>
                  </a:lnTo>
                  <a:lnTo>
                    <a:pt x="10" y="300"/>
                  </a:lnTo>
                  <a:lnTo>
                    <a:pt x="4" y="340"/>
                  </a:lnTo>
                  <a:lnTo>
                    <a:pt x="1" y="383"/>
                  </a:lnTo>
                  <a:lnTo>
                    <a:pt x="0" y="426"/>
                  </a:lnTo>
                  <a:lnTo>
                    <a:pt x="11" y="426"/>
                  </a:lnTo>
                  <a:lnTo>
                    <a:pt x="13" y="383"/>
                  </a:lnTo>
                  <a:lnTo>
                    <a:pt x="16" y="342"/>
                  </a:lnTo>
                  <a:lnTo>
                    <a:pt x="22" y="303"/>
                  </a:lnTo>
                  <a:lnTo>
                    <a:pt x="30" y="264"/>
                  </a:lnTo>
                  <a:lnTo>
                    <a:pt x="41" y="229"/>
                  </a:lnTo>
                  <a:lnTo>
                    <a:pt x="52" y="194"/>
                  </a:lnTo>
                  <a:lnTo>
                    <a:pt x="67" y="162"/>
                  </a:lnTo>
                  <a:lnTo>
                    <a:pt x="82" y="133"/>
                  </a:lnTo>
                  <a:lnTo>
                    <a:pt x="98" y="106"/>
                  </a:lnTo>
                  <a:lnTo>
                    <a:pt x="116" y="81"/>
                  </a:lnTo>
                  <a:lnTo>
                    <a:pt x="136" y="61"/>
                  </a:lnTo>
                  <a:lnTo>
                    <a:pt x="156" y="43"/>
                  </a:lnTo>
                  <a:lnTo>
                    <a:pt x="178" y="31"/>
                  </a:lnTo>
                  <a:lnTo>
                    <a:pt x="199" y="20"/>
                  </a:lnTo>
                  <a:lnTo>
                    <a:pt x="221"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7441" name="Freeform 59"/>
            <p:cNvSpPr>
              <a:spLocks/>
            </p:cNvSpPr>
            <p:nvPr/>
          </p:nvSpPr>
          <p:spPr bwMode="auto">
            <a:xfrm>
              <a:off x="1140" y="2087"/>
              <a:ext cx="49" cy="85"/>
            </a:xfrm>
            <a:custGeom>
              <a:avLst/>
              <a:gdLst>
                <a:gd name="T0" fmla="*/ 2 w 246"/>
                <a:gd name="T1" fmla="*/ 3 h 424"/>
                <a:gd name="T2" fmla="*/ 2 w 246"/>
                <a:gd name="T3" fmla="*/ 3 h 424"/>
                <a:gd name="T4" fmla="*/ 2 w 246"/>
                <a:gd name="T5" fmla="*/ 3 h 424"/>
                <a:gd name="T6" fmla="*/ 2 w 246"/>
                <a:gd name="T7" fmla="*/ 3 h 424"/>
                <a:gd name="T8" fmla="*/ 2 w 246"/>
                <a:gd name="T9" fmla="*/ 2 h 424"/>
                <a:gd name="T10" fmla="*/ 2 w 246"/>
                <a:gd name="T11" fmla="*/ 2 h 424"/>
                <a:gd name="T12" fmla="*/ 2 w 246"/>
                <a:gd name="T13" fmla="*/ 2 h 424"/>
                <a:gd name="T14" fmla="*/ 2 w 246"/>
                <a:gd name="T15" fmla="*/ 2 h 424"/>
                <a:gd name="T16" fmla="*/ 2 w 246"/>
                <a:gd name="T17" fmla="*/ 1 h 424"/>
                <a:gd name="T18" fmla="*/ 1 w 246"/>
                <a:gd name="T19" fmla="*/ 1 h 424"/>
                <a:gd name="T20" fmla="*/ 1 w 246"/>
                <a:gd name="T21" fmla="*/ 1 h 424"/>
                <a:gd name="T22" fmla="*/ 1 w 246"/>
                <a:gd name="T23" fmla="*/ 1 h 424"/>
                <a:gd name="T24" fmla="*/ 1 w 246"/>
                <a:gd name="T25" fmla="*/ 0 h 424"/>
                <a:gd name="T26" fmla="*/ 1 w 246"/>
                <a:gd name="T27" fmla="*/ 0 h 424"/>
                <a:gd name="T28" fmla="*/ 1 w 246"/>
                <a:gd name="T29" fmla="*/ 0 h 424"/>
                <a:gd name="T30" fmla="*/ 0 w 246"/>
                <a:gd name="T31" fmla="*/ 0 h 424"/>
                <a:gd name="T32" fmla="*/ 0 w 246"/>
                <a:gd name="T33" fmla="*/ 0 h 424"/>
                <a:gd name="T34" fmla="*/ 0 w 246"/>
                <a:gd name="T35" fmla="*/ 0 h 424"/>
                <a:gd name="T36" fmla="*/ 0 w 246"/>
                <a:gd name="T37" fmla="*/ 0 h 424"/>
                <a:gd name="T38" fmla="*/ 0 w 246"/>
                <a:gd name="T39" fmla="*/ 0 h 424"/>
                <a:gd name="T40" fmla="*/ 0 w 246"/>
                <a:gd name="T41" fmla="*/ 0 h 424"/>
                <a:gd name="T42" fmla="*/ 1 w 246"/>
                <a:gd name="T43" fmla="*/ 0 h 424"/>
                <a:gd name="T44" fmla="*/ 1 w 246"/>
                <a:gd name="T45" fmla="*/ 0 h 424"/>
                <a:gd name="T46" fmla="*/ 1 w 246"/>
                <a:gd name="T47" fmla="*/ 0 h 424"/>
                <a:gd name="T48" fmla="*/ 1 w 246"/>
                <a:gd name="T49" fmla="*/ 1 h 424"/>
                <a:gd name="T50" fmla="*/ 1 w 246"/>
                <a:gd name="T51" fmla="*/ 1 h 424"/>
                <a:gd name="T52" fmla="*/ 1 w 246"/>
                <a:gd name="T53" fmla="*/ 1 h 424"/>
                <a:gd name="T54" fmla="*/ 1 w 246"/>
                <a:gd name="T55" fmla="*/ 1 h 424"/>
                <a:gd name="T56" fmla="*/ 2 w 246"/>
                <a:gd name="T57" fmla="*/ 2 h 424"/>
                <a:gd name="T58" fmla="*/ 2 w 246"/>
                <a:gd name="T59" fmla="*/ 2 h 424"/>
                <a:gd name="T60" fmla="*/ 2 w 246"/>
                <a:gd name="T61" fmla="*/ 2 h 424"/>
                <a:gd name="T62" fmla="*/ 2 w 246"/>
                <a:gd name="T63" fmla="*/ 2 h 424"/>
                <a:gd name="T64" fmla="*/ 2 w 246"/>
                <a:gd name="T65" fmla="*/ 3 h 424"/>
                <a:gd name="T66" fmla="*/ 2 w 246"/>
                <a:gd name="T67" fmla="*/ 3 h 424"/>
                <a:gd name="T68" fmla="*/ 2 w 246"/>
                <a:gd name="T69" fmla="*/ 3 h 424"/>
                <a:gd name="T70" fmla="*/ 2 w 246"/>
                <a:gd name="T71" fmla="*/ 3 h 424"/>
                <a:gd name="T72" fmla="*/ 2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424"/>
                  </a:moveTo>
                  <a:lnTo>
                    <a:pt x="246" y="424"/>
                  </a:lnTo>
                  <a:lnTo>
                    <a:pt x="244" y="382"/>
                  </a:lnTo>
                  <a:lnTo>
                    <a:pt x="241" y="338"/>
                  </a:lnTo>
                  <a:lnTo>
                    <a:pt x="235" y="298"/>
                  </a:lnTo>
                  <a:lnTo>
                    <a:pt x="227" y="261"/>
                  </a:lnTo>
                  <a:lnTo>
                    <a:pt x="216" y="222"/>
                  </a:lnTo>
                  <a:lnTo>
                    <a:pt x="205" y="188"/>
                  </a:lnTo>
                  <a:lnTo>
                    <a:pt x="190" y="155"/>
                  </a:lnTo>
                  <a:lnTo>
                    <a:pt x="174" y="125"/>
                  </a:lnTo>
                  <a:lnTo>
                    <a:pt x="157" y="98"/>
                  </a:lnTo>
                  <a:lnTo>
                    <a:pt x="138" y="73"/>
                  </a:lnTo>
                  <a:lnTo>
                    <a:pt x="118" y="51"/>
                  </a:lnTo>
                  <a:lnTo>
                    <a:pt x="96" y="34"/>
                  </a:lnTo>
                  <a:lnTo>
                    <a:pt x="74" y="18"/>
                  </a:lnTo>
                  <a:lnTo>
                    <a:pt x="50" y="8"/>
                  </a:lnTo>
                  <a:lnTo>
                    <a:pt x="25" y="2"/>
                  </a:lnTo>
                  <a:lnTo>
                    <a:pt x="0" y="0"/>
                  </a:lnTo>
                  <a:lnTo>
                    <a:pt x="0" y="11"/>
                  </a:lnTo>
                  <a:lnTo>
                    <a:pt x="23" y="14"/>
                  </a:lnTo>
                  <a:lnTo>
                    <a:pt x="45" y="19"/>
                  </a:lnTo>
                  <a:lnTo>
                    <a:pt x="67" y="30"/>
                  </a:lnTo>
                  <a:lnTo>
                    <a:pt x="89" y="43"/>
                  </a:lnTo>
                  <a:lnTo>
                    <a:pt x="108" y="60"/>
                  </a:lnTo>
                  <a:lnTo>
                    <a:pt x="128" y="80"/>
                  </a:lnTo>
                  <a:lnTo>
                    <a:pt x="147" y="105"/>
                  </a:lnTo>
                  <a:lnTo>
                    <a:pt x="165" y="132"/>
                  </a:lnTo>
                  <a:lnTo>
                    <a:pt x="179" y="160"/>
                  </a:lnTo>
                  <a:lnTo>
                    <a:pt x="193" y="193"/>
                  </a:lnTo>
                  <a:lnTo>
                    <a:pt x="205" y="227"/>
                  </a:lnTo>
                  <a:lnTo>
                    <a:pt x="215" y="263"/>
                  </a:lnTo>
                  <a:lnTo>
                    <a:pt x="223" y="301"/>
                  </a:lnTo>
                  <a:lnTo>
                    <a:pt x="229" y="341"/>
                  </a:lnTo>
                  <a:lnTo>
                    <a:pt x="233" y="382"/>
                  </a:lnTo>
                  <a:lnTo>
                    <a:pt x="234" y="424"/>
                  </a:lnTo>
                  <a:lnTo>
                    <a:pt x="246"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7442" name="Freeform 60"/>
            <p:cNvSpPr>
              <a:spLocks/>
            </p:cNvSpPr>
            <p:nvPr/>
          </p:nvSpPr>
          <p:spPr bwMode="auto">
            <a:xfrm>
              <a:off x="1140" y="2172"/>
              <a:ext cx="49" cy="85"/>
            </a:xfrm>
            <a:custGeom>
              <a:avLst/>
              <a:gdLst>
                <a:gd name="T0" fmla="*/ 0 w 246"/>
                <a:gd name="T1" fmla="*/ 3 h 426"/>
                <a:gd name="T2" fmla="*/ 0 w 246"/>
                <a:gd name="T3" fmla="*/ 3 h 426"/>
                <a:gd name="T4" fmla="*/ 0 w 246"/>
                <a:gd name="T5" fmla="*/ 3 h 426"/>
                <a:gd name="T6" fmla="*/ 0 w 246"/>
                <a:gd name="T7" fmla="*/ 3 h 426"/>
                <a:gd name="T8" fmla="*/ 1 w 246"/>
                <a:gd name="T9" fmla="*/ 3 h 426"/>
                <a:gd name="T10" fmla="*/ 1 w 246"/>
                <a:gd name="T11" fmla="*/ 3 h 426"/>
                <a:gd name="T12" fmla="*/ 1 w 246"/>
                <a:gd name="T13" fmla="*/ 3 h 426"/>
                <a:gd name="T14" fmla="*/ 1 w 246"/>
                <a:gd name="T15" fmla="*/ 3 h 426"/>
                <a:gd name="T16" fmla="*/ 1 w 246"/>
                <a:gd name="T17" fmla="*/ 3 h 426"/>
                <a:gd name="T18" fmla="*/ 1 w 246"/>
                <a:gd name="T19" fmla="*/ 2 h 426"/>
                <a:gd name="T20" fmla="*/ 2 w 246"/>
                <a:gd name="T21" fmla="*/ 2 h 426"/>
                <a:gd name="T22" fmla="*/ 2 w 246"/>
                <a:gd name="T23" fmla="*/ 2 h 426"/>
                <a:gd name="T24" fmla="*/ 2 w 246"/>
                <a:gd name="T25" fmla="*/ 2 h 426"/>
                <a:gd name="T26" fmla="*/ 2 w 246"/>
                <a:gd name="T27" fmla="*/ 1 h 426"/>
                <a:gd name="T28" fmla="*/ 2 w 246"/>
                <a:gd name="T29" fmla="*/ 1 h 426"/>
                <a:gd name="T30" fmla="*/ 2 w 246"/>
                <a:gd name="T31" fmla="*/ 1 h 426"/>
                <a:gd name="T32" fmla="*/ 2 w 246"/>
                <a:gd name="T33" fmla="*/ 0 h 426"/>
                <a:gd name="T34" fmla="*/ 2 w 246"/>
                <a:gd name="T35" fmla="*/ 0 h 426"/>
                <a:gd name="T36" fmla="*/ 2 w 246"/>
                <a:gd name="T37" fmla="*/ 0 h 426"/>
                <a:gd name="T38" fmla="*/ 2 w 246"/>
                <a:gd name="T39" fmla="*/ 0 h 426"/>
                <a:gd name="T40" fmla="*/ 2 w 246"/>
                <a:gd name="T41" fmla="*/ 1 h 426"/>
                <a:gd name="T42" fmla="*/ 2 w 246"/>
                <a:gd name="T43" fmla="*/ 1 h 426"/>
                <a:gd name="T44" fmla="*/ 2 w 246"/>
                <a:gd name="T45" fmla="*/ 1 h 426"/>
                <a:gd name="T46" fmla="*/ 2 w 246"/>
                <a:gd name="T47" fmla="*/ 2 h 426"/>
                <a:gd name="T48" fmla="*/ 2 w 246"/>
                <a:gd name="T49" fmla="*/ 2 h 426"/>
                <a:gd name="T50" fmla="*/ 1 w 246"/>
                <a:gd name="T51" fmla="*/ 2 h 426"/>
                <a:gd name="T52" fmla="*/ 1 w 246"/>
                <a:gd name="T53" fmla="*/ 2 h 426"/>
                <a:gd name="T54" fmla="*/ 1 w 246"/>
                <a:gd name="T55" fmla="*/ 3 h 426"/>
                <a:gd name="T56" fmla="*/ 1 w 246"/>
                <a:gd name="T57" fmla="*/ 3 h 426"/>
                <a:gd name="T58" fmla="*/ 1 w 246"/>
                <a:gd name="T59" fmla="*/ 3 h 426"/>
                <a:gd name="T60" fmla="*/ 1 w 246"/>
                <a:gd name="T61" fmla="*/ 3 h 426"/>
                <a:gd name="T62" fmla="*/ 1 w 246"/>
                <a:gd name="T63" fmla="*/ 3 h 426"/>
                <a:gd name="T64" fmla="*/ 0 w 246"/>
                <a:gd name="T65" fmla="*/ 3 h 426"/>
                <a:gd name="T66" fmla="*/ 0 w 246"/>
                <a:gd name="T67" fmla="*/ 3 h 426"/>
                <a:gd name="T68" fmla="*/ 0 w 246"/>
                <a:gd name="T69" fmla="*/ 3 h 426"/>
                <a:gd name="T70" fmla="*/ 0 w 246"/>
                <a:gd name="T71" fmla="*/ 3 h 426"/>
                <a:gd name="T72" fmla="*/ 0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426"/>
                  </a:moveTo>
                  <a:lnTo>
                    <a:pt x="0" y="426"/>
                  </a:lnTo>
                  <a:lnTo>
                    <a:pt x="25" y="423"/>
                  </a:lnTo>
                  <a:lnTo>
                    <a:pt x="50" y="417"/>
                  </a:lnTo>
                  <a:lnTo>
                    <a:pt x="74" y="407"/>
                  </a:lnTo>
                  <a:lnTo>
                    <a:pt x="96" y="392"/>
                  </a:lnTo>
                  <a:lnTo>
                    <a:pt x="118" y="373"/>
                  </a:lnTo>
                  <a:lnTo>
                    <a:pt x="138" y="350"/>
                  </a:lnTo>
                  <a:lnTo>
                    <a:pt x="157" y="327"/>
                  </a:lnTo>
                  <a:lnTo>
                    <a:pt x="175" y="299"/>
                  </a:lnTo>
                  <a:lnTo>
                    <a:pt x="190" y="268"/>
                  </a:lnTo>
                  <a:lnTo>
                    <a:pt x="205" y="236"/>
                  </a:lnTo>
                  <a:lnTo>
                    <a:pt x="216" y="202"/>
                  </a:lnTo>
                  <a:lnTo>
                    <a:pt x="227" y="164"/>
                  </a:lnTo>
                  <a:lnTo>
                    <a:pt x="235" y="125"/>
                  </a:lnTo>
                  <a:lnTo>
                    <a:pt x="241" y="86"/>
                  </a:lnTo>
                  <a:lnTo>
                    <a:pt x="244" y="42"/>
                  </a:lnTo>
                  <a:lnTo>
                    <a:pt x="246" y="0"/>
                  </a:lnTo>
                  <a:lnTo>
                    <a:pt x="234" y="0"/>
                  </a:lnTo>
                  <a:lnTo>
                    <a:pt x="233" y="42"/>
                  </a:lnTo>
                  <a:lnTo>
                    <a:pt x="229" y="83"/>
                  </a:lnTo>
                  <a:lnTo>
                    <a:pt x="223" y="123"/>
                  </a:lnTo>
                  <a:lnTo>
                    <a:pt x="215" y="162"/>
                  </a:lnTo>
                  <a:lnTo>
                    <a:pt x="205" y="197"/>
                  </a:lnTo>
                  <a:lnTo>
                    <a:pt x="193" y="231"/>
                  </a:lnTo>
                  <a:lnTo>
                    <a:pt x="179" y="264"/>
                  </a:lnTo>
                  <a:lnTo>
                    <a:pt x="164" y="292"/>
                  </a:lnTo>
                  <a:lnTo>
                    <a:pt x="147" y="320"/>
                  </a:lnTo>
                  <a:lnTo>
                    <a:pt x="128" y="343"/>
                  </a:lnTo>
                  <a:lnTo>
                    <a:pt x="108" y="363"/>
                  </a:lnTo>
                  <a:lnTo>
                    <a:pt x="89" y="382"/>
                  </a:lnTo>
                  <a:lnTo>
                    <a:pt x="67" y="395"/>
                  </a:lnTo>
                  <a:lnTo>
                    <a:pt x="45" y="406"/>
                  </a:lnTo>
                  <a:lnTo>
                    <a:pt x="23" y="411"/>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7443" name="Freeform 61"/>
            <p:cNvSpPr>
              <a:spLocks/>
            </p:cNvSpPr>
            <p:nvPr/>
          </p:nvSpPr>
          <p:spPr bwMode="auto">
            <a:xfrm>
              <a:off x="1091" y="2172"/>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4" y="86"/>
                  </a:lnTo>
                  <a:lnTo>
                    <a:pt x="10" y="125"/>
                  </a:lnTo>
                  <a:lnTo>
                    <a:pt x="18" y="164"/>
                  </a:lnTo>
                  <a:lnTo>
                    <a:pt x="29" y="202"/>
                  </a:lnTo>
                  <a:lnTo>
                    <a:pt x="41" y="236"/>
                  </a:lnTo>
                  <a:lnTo>
                    <a:pt x="55" y="268"/>
                  </a:lnTo>
                  <a:lnTo>
                    <a:pt x="70" y="299"/>
                  </a:lnTo>
                  <a:lnTo>
                    <a:pt x="89" y="327"/>
                  </a:lnTo>
                  <a:lnTo>
                    <a:pt x="106" y="350"/>
                  </a:lnTo>
                  <a:lnTo>
                    <a:pt x="126" y="373"/>
                  </a:lnTo>
                  <a:lnTo>
                    <a:pt x="148" y="392"/>
                  </a:lnTo>
                  <a:lnTo>
                    <a:pt x="171" y="407"/>
                  </a:lnTo>
                  <a:lnTo>
                    <a:pt x="194" y="417"/>
                  </a:lnTo>
                  <a:lnTo>
                    <a:pt x="219" y="423"/>
                  </a:lnTo>
                  <a:lnTo>
                    <a:pt x="245" y="426"/>
                  </a:lnTo>
                  <a:lnTo>
                    <a:pt x="245" y="414"/>
                  </a:lnTo>
                  <a:lnTo>
                    <a:pt x="221" y="411"/>
                  </a:lnTo>
                  <a:lnTo>
                    <a:pt x="199" y="406"/>
                  </a:lnTo>
                  <a:lnTo>
                    <a:pt x="178" y="395"/>
                  </a:lnTo>
                  <a:lnTo>
                    <a:pt x="155" y="382"/>
                  </a:lnTo>
                  <a:lnTo>
                    <a:pt x="136" y="363"/>
                  </a:lnTo>
                  <a:lnTo>
                    <a:pt x="116" y="343"/>
                  </a:lnTo>
                  <a:lnTo>
                    <a:pt x="98" y="320"/>
                  </a:lnTo>
                  <a:lnTo>
                    <a:pt x="82" y="292"/>
                  </a:lnTo>
                  <a:lnTo>
                    <a:pt x="66" y="264"/>
                  </a:lnTo>
                  <a:lnTo>
                    <a:pt x="52" y="231"/>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7444" name="Freeform 62"/>
            <p:cNvSpPr>
              <a:spLocks/>
            </p:cNvSpPr>
            <p:nvPr/>
          </p:nvSpPr>
          <p:spPr bwMode="auto">
            <a:xfrm>
              <a:off x="1091" y="2087"/>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4" y="8"/>
                  </a:lnTo>
                  <a:lnTo>
                    <a:pt x="171" y="18"/>
                  </a:lnTo>
                  <a:lnTo>
                    <a:pt x="148" y="34"/>
                  </a:lnTo>
                  <a:lnTo>
                    <a:pt x="126" y="51"/>
                  </a:lnTo>
                  <a:lnTo>
                    <a:pt x="106" y="73"/>
                  </a:lnTo>
                  <a:lnTo>
                    <a:pt x="89" y="98"/>
                  </a:lnTo>
                  <a:lnTo>
                    <a:pt x="71" y="125"/>
                  </a:lnTo>
                  <a:lnTo>
                    <a:pt x="55" y="155"/>
                  </a:lnTo>
                  <a:lnTo>
                    <a:pt x="41" y="188"/>
                  </a:lnTo>
                  <a:lnTo>
                    <a:pt x="29" y="222"/>
                  </a:lnTo>
                  <a:lnTo>
                    <a:pt x="18" y="261"/>
                  </a:lnTo>
                  <a:lnTo>
                    <a:pt x="10" y="298"/>
                  </a:lnTo>
                  <a:lnTo>
                    <a:pt x="4" y="338"/>
                  </a:lnTo>
                  <a:lnTo>
                    <a:pt x="1" y="382"/>
                  </a:lnTo>
                  <a:lnTo>
                    <a:pt x="0" y="424"/>
                  </a:lnTo>
                  <a:lnTo>
                    <a:pt x="11" y="424"/>
                  </a:lnTo>
                  <a:lnTo>
                    <a:pt x="13" y="382"/>
                  </a:lnTo>
                  <a:lnTo>
                    <a:pt x="16" y="341"/>
                  </a:lnTo>
                  <a:lnTo>
                    <a:pt x="22" y="301"/>
                  </a:lnTo>
                  <a:lnTo>
                    <a:pt x="30" y="263"/>
                  </a:lnTo>
                  <a:lnTo>
                    <a:pt x="41" y="227"/>
                  </a:lnTo>
                  <a:lnTo>
                    <a:pt x="52" y="193"/>
                  </a:lnTo>
                  <a:lnTo>
                    <a:pt x="66" y="160"/>
                  </a:lnTo>
                  <a:lnTo>
                    <a:pt x="80" y="132"/>
                  </a:lnTo>
                  <a:lnTo>
                    <a:pt x="98" y="105"/>
                  </a:lnTo>
                  <a:lnTo>
                    <a:pt x="116" y="80"/>
                  </a:lnTo>
                  <a:lnTo>
                    <a:pt x="136" y="60"/>
                  </a:lnTo>
                  <a:lnTo>
                    <a:pt x="155" y="43"/>
                  </a:lnTo>
                  <a:lnTo>
                    <a:pt x="178" y="30"/>
                  </a:lnTo>
                  <a:lnTo>
                    <a:pt x="199" y="19"/>
                  </a:lnTo>
                  <a:lnTo>
                    <a:pt x="221" y="14"/>
                  </a:lnTo>
                  <a:lnTo>
                    <a:pt x="245" y="11"/>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7445" name="Freeform 63"/>
            <p:cNvSpPr>
              <a:spLocks/>
            </p:cNvSpPr>
            <p:nvPr/>
          </p:nvSpPr>
          <p:spPr bwMode="auto">
            <a:xfrm>
              <a:off x="1392" y="2118"/>
              <a:ext cx="49" cy="85"/>
            </a:xfrm>
            <a:custGeom>
              <a:avLst/>
              <a:gdLst>
                <a:gd name="T0" fmla="*/ 2 w 246"/>
                <a:gd name="T1" fmla="*/ 3 h 426"/>
                <a:gd name="T2" fmla="*/ 2 w 246"/>
                <a:gd name="T3" fmla="*/ 3 h 426"/>
                <a:gd name="T4" fmla="*/ 2 w 246"/>
                <a:gd name="T5" fmla="*/ 3 h 426"/>
                <a:gd name="T6" fmla="*/ 2 w 246"/>
                <a:gd name="T7" fmla="*/ 3 h 426"/>
                <a:gd name="T8" fmla="*/ 2 w 246"/>
                <a:gd name="T9" fmla="*/ 2 h 426"/>
                <a:gd name="T10" fmla="*/ 2 w 246"/>
                <a:gd name="T11" fmla="*/ 2 h 426"/>
                <a:gd name="T12" fmla="*/ 2 w 246"/>
                <a:gd name="T13" fmla="*/ 2 h 426"/>
                <a:gd name="T14" fmla="*/ 2 w 246"/>
                <a:gd name="T15" fmla="*/ 2 h 426"/>
                <a:gd name="T16" fmla="*/ 2 w 246"/>
                <a:gd name="T17" fmla="*/ 1 h 426"/>
                <a:gd name="T18" fmla="*/ 1 w 246"/>
                <a:gd name="T19" fmla="*/ 1 h 426"/>
                <a:gd name="T20" fmla="*/ 1 w 246"/>
                <a:gd name="T21" fmla="*/ 1 h 426"/>
                <a:gd name="T22" fmla="*/ 1 w 246"/>
                <a:gd name="T23" fmla="*/ 1 h 426"/>
                <a:gd name="T24" fmla="*/ 1 w 246"/>
                <a:gd name="T25" fmla="*/ 0 h 426"/>
                <a:gd name="T26" fmla="*/ 1 w 246"/>
                <a:gd name="T27" fmla="*/ 0 h 426"/>
                <a:gd name="T28" fmla="*/ 1 w 246"/>
                <a:gd name="T29" fmla="*/ 0 h 426"/>
                <a:gd name="T30" fmla="*/ 0 w 246"/>
                <a:gd name="T31" fmla="*/ 0 h 426"/>
                <a:gd name="T32" fmla="*/ 0 w 246"/>
                <a:gd name="T33" fmla="*/ 0 h 426"/>
                <a:gd name="T34" fmla="*/ 0 w 246"/>
                <a:gd name="T35" fmla="*/ 0 h 426"/>
                <a:gd name="T36" fmla="*/ 0 w 246"/>
                <a:gd name="T37" fmla="*/ 0 h 426"/>
                <a:gd name="T38" fmla="*/ 0 w 246"/>
                <a:gd name="T39" fmla="*/ 0 h 426"/>
                <a:gd name="T40" fmla="*/ 0 w 246"/>
                <a:gd name="T41" fmla="*/ 0 h 426"/>
                <a:gd name="T42" fmla="*/ 1 w 246"/>
                <a:gd name="T43" fmla="*/ 0 h 426"/>
                <a:gd name="T44" fmla="*/ 1 w 246"/>
                <a:gd name="T45" fmla="*/ 0 h 426"/>
                <a:gd name="T46" fmla="*/ 1 w 246"/>
                <a:gd name="T47" fmla="*/ 1 h 426"/>
                <a:gd name="T48" fmla="*/ 1 w 246"/>
                <a:gd name="T49" fmla="*/ 1 h 426"/>
                <a:gd name="T50" fmla="*/ 1 w 246"/>
                <a:gd name="T51" fmla="*/ 1 h 426"/>
                <a:gd name="T52" fmla="*/ 1 w 246"/>
                <a:gd name="T53" fmla="*/ 1 h 426"/>
                <a:gd name="T54" fmla="*/ 1 w 246"/>
                <a:gd name="T55" fmla="*/ 1 h 426"/>
                <a:gd name="T56" fmla="*/ 2 w 246"/>
                <a:gd name="T57" fmla="*/ 2 h 426"/>
                <a:gd name="T58" fmla="*/ 2 w 246"/>
                <a:gd name="T59" fmla="*/ 2 h 426"/>
                <a:gd name="T60" fmla="*/ 2 w 246"/>
                <a:gd name="T61" fmla="*/ 2 h 426"/>
                <a:gd name="T62" fmla="*/ 2 w 246"/>
                <a:gd name="T63" fmla="*/ 2 h 426"/>
                <a:gd name="T64" fmla="*/ 2 w 246"/>
                <a:gd name="T65" fmla="*/ 3 h 426"/>
                <a:gd name="T66" fmla="*/ 2 w 246"/>
                <a:gd name="T67" fmla="*/ 3 h 426"/>
                <a:gd name="T68" fmla="*/ 2 w 246"/>
                <a:gd name="T69" fmla="*/ 3 h 426"/>
                <a:gd name="T70" fmla="*/ 2 w 246"/>
                <a:gd name="T71" fmla="*/ 3 h 426"/>
                <a:gd name="T72" fmla="*/ 2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246" y="426"/>
                  </a:moveTo>
                  <a:lnTo>
                    <a:pt x="246" y="426"/>
                  </a:lnTo>
                  <a:lnTo>
                    <a:pt x="245" y="384"/>
                  </a:lnTo>
                  <a:lnTo>
                    <a:pt x="242" y="340"/>
                  </a:lnTo>
                  <a:lnTo>
                    <a:pt x="236" y="301"/>
                  </a:lnTo>
                  <a:lnTo>
                    <a:pt x="228" y="262"/>
                  </a:lnTo>
                  <a:lnTo>
                    <a:pt x="217" y="224"/>
                  </a:lnTo>
                  <a:lnTo>
                    <a:pt x="205" y="190"/>
                  </a:lnTo>
                  <a:lnTo>
                    <a:pt x="191" y="158"/>
                  </a:lnTo>
                  <a:lnTo>
                    <a:pt x="176" y="126"/>
                  </a:lnTo>
                  <a:lnTo>
                    <a:pt x="157" y="99"/>
                  </a:lnTo>
                  <a:lnTo>
                    <a:pt x="139" y="75"/>
                  </a:lnTo>
                  <a:lnTo>
                    <a:pt x="119" y="53"/>
                  </a:lnTo>
                  <a:lnTo>
                    <a:pt x="96" y="34"/>
                  </a:lnTo>
                  <a:lnTo>
                    <a:pt x="75" y="19"/>
                  </a:lnTo>
                  <a:lnTo>
                    <a:pt x="51" y="9"/>
                  </a:lnTo>
                  <a:lnTo>
                    <a:pt x="26" y="3"/>
                  </a:lnTo>
                  <a:lnTo>
                    <a:pt x="0" y="0"/>
                  </a:lnTo>
                  <a:lnTo>
                    <a:pt x="0" y="12"/>
                  </a:lnTo>
                  <a:lnTo>
                    <a:pt x="24" y="15"/>
                  </a:lnTo>
                  <a:lnTo>
                    <a:pt x="46" y="20"/>
                  </a:lnTo>
                  <a:lnTo>
                    <a:pt x="68" y="31"/>
                  </a:lnTo>
                  <a:lnTo>
                    <a:pt x="89" y="44"/>
                  </a:lnTo>
                  <a:lnTo>
                    <a:pt x="109" y="63"/>
                  </a:lnTo>
                  <a:lnTo>
                    <a:pt x="129" y="83"/>
                  </a:lnTo>
                  <a:lnTo>
                    <a:pt x="148" y="106"/>
                  </a:lnTo>
                  <a:lnTo>
                    <a:pt x="164" y="133"/>
                  </a:lnTo>
                  <a:lnTo>
                    <a:pt x="180" y="162"/>
                  </a:lnTo>
                  <a:lnTo>
                    <a:pt x="194" y="195"/>
                  </a:lnTo>
                  <a:lnTo>
                    <a:pt x="205" y="229"/>
                  </a:lnTo>
                  <a:lnTo>
                    <a:pt x="216" y="264"/>
                  </a:lnTo>
                  <a:lnTo>
                    <a:pt x="224" y="303"/>
                  </a:lnTo>
                  <a:lnTo>
                    <a:pt x="230" y="343"/>
                  </a:lnTo>
                  <a:lnTo>
                    <a:pt x="233" y="384"/>
                  </a:lnTo>
                  <a:lnTo>
                    <a:pt x="235" y="426"/>
                  </a:lnTo>
                  <a:lnTo>
                    <a:pt x="246"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7446" name="Freeform 64"/>
            <p:cNvSpPr>
              <a:spLocks/>
            </p:cNvSpPr>
            <p:nvPr/>
          </p:nvSpPr>
          <p:spPr bwMode="auto">
            <a:xfrm>
              <a:off x="1392" y="2203"/>
              <a:ext cx="49" cy="85"/>
            </a:xfrm>
            <a:custGeom>
              <a:avLst/>
              <a:gdLst>
                <a:gd name="T0" fmla="*/ 0 w 246"/>
                <a:gd name="T1" fmla="*/ 3 h 424"/>
                <a:gd name="T2" fmla="*/ 0 w 246"/>
                <a:gd name="T3" fmla="*/ 3 h 424"/>
                <a:gd name="T4" fmla="*/ 0 w 246"/>
                <a:gd name="T5" fmla="*/ 3 h 424"/>
                <a:gd name="T6" fmla="*/ 0 w 246"/>
                <a:gd name="T7" fmla="*/ 3 h 424"/>
                <a:gd name="T8" fmla="*/ 1 w 246"/>
                <a:gd name="T9" fmla="*/ 3 h 424"/>
                <a:gd name="T10" fmla="*/ 1 w 246"/>
                <a:gd name="T11" fmla="*/ 3 h 424"/>
                <a:gd name="T12" fmla="*/ 1 w 246"/>
                <a:gd name="T13" fmla="*/ 3 h 424"/>
                <a:gd name="T14" fmla="*/ 1 w 246"/>
                <a:gd name="T15" fmla="*/ 3 h 424"/>
                <a:gd name="T16" fmla="*/ 1 w 246"/>
                <a:gd name="T17" fmla="*/ 3 h 424"/>
                <a:gd name="T18" fmla="*/ 1 w 246"/>
                <a:gd name="T19" fmla="*/ 2 h 424"/>
                <a:gd name="T20" fmla="*/ 2 w 246"/>
                <a:gd name="T21" fmla="*/ 2 h 424"/>
                <a:gd name="T22" fmla="*/ 2 w 246"/>
                <a:gd name="T23" fmla="*/ 2 h 424"/>
                <a:gd name="T24" fmla="*/ 2 w 246"/>
                <a:gd name="T25" fmla="*/ 2 h 424"/>
                <a:gd name="T26" fmla="*/ 2 w 246"/>
                <a:gd name="T27" fmla="*/ 1 h 424"/>
                <a:gd name="T28" fmla="*/ 2 w 246"/>
                <a:gd name="T29" fmla="*/ 1 h 424"/>
                <a:gd name="T30" fmla="*/ 2 w 246"/>
                <a:gd name="T31" fmla="*/ 1 h 424"/>
                <a:gd name="T32" fmla="*/ 2 w 246"/>
                <a:gd name="T33" fmla="*/ 0 h 424"/>
                <a:gd name="T34" fmla="*/ 2 w 246"/>
                <a:gd name="T35" fmla="*/ 0 h 424"/>
                <a:gd name="T36" fmla="*/ 2 w 246"/>
                <a:gd name="T37" fmla="*/ 0 h 424"/>
                <a:gd name="T38" fmla="*/ 2 w 246"/>
                <a:gd name="T39" fmla="*/ 0 h 424"/>
                <a:gd name="T40" fmla="*/ 2 w 246"/>
                <a:gd name="T41" fmla="*/ 1 h 424"/>
                <a:gd name="T42" fmla="*/ 2 w 246"/>
                <a:gd name="T43" fmla="*/ 1 h 424"/>
                <a:gd name="T44" fmla="*/ 2 w 246"/>
                <a:gd name="T45" fmla="*/ 1 h 424"/>
                <a:gd name="T46" fmla="*/ 2 w 246"/>
                <a:gd name="T47" fmla="*/ 2 h 424"/>
                <a:gd name="T48" fmla="*/ 2 w 246"/>
                <a:gd name="T49" fmla="*/ 2 h 424"/>
                <a:gd name="T50" fmla="*/ 1 w 246"/>
                <a:gd name="T51" fmla="*/ 2 h 424"/>
                <a:gd name="T52" fmla="*/ 1 w 246"/>
                <a:gd name="T53" fmla="*/ 2 h 424"/>
                <a:gd name="T54" fmla="*/ 1 w 246"/>
                <a:gd name="T55" fmla="*/ 3 h 424"/>
                <a:gd name="T56" fmla="*/ 1 w 246"/>
                <a:gd name="T57" fmla="*/ 3 h 424"/>
                <a:gd name="T58" fmla="*/ 1 w 246"/>
                <a:gd name="T59" fmla="*/ 3 h 424"/>
                <a:gd name="T60" fmla="*/ 1 w 246"/>
                <a:gd name="T61" fmla="*/ 3 h 424"/>
                <a:gd name="T62" fmla="*/ 1 w 246"/>
                <a:gd name="T63" fmla="*/ 3 h 424"/>
                <a:gd name="T64" fmla="*/ 0 w 246"/>
                <a:gd name="T65" fmla="*/ 3 h 424"/>
                <a:gd name="T66" fmla="*/ 0 w 246"/>
                <a:gd name="T67" fmla="*/ 3 h 424"/>
                <a:gd name="T68" fmla="*/ 0 w 246"/>
                <a:gd name="T69" fmla="*/ 3 h 424"/>
                <a:gd name="T70" fmla="*/ 0 w 246"/>
                <a:gd name="T71" fmla="*/ 3 h 424"/>
                <a:gd name="T72" fmla="*/ 0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0" y="424"/>
                  </a:moveTo>
                  <a:lnTo>
                    <a:pt x="0" y="424"/>
                  </a:lnTo>
                  <a:lnTo>
                    <a:pt x="26" y="422"/>
                  </a:lnTo>
                  <a:lnTo>
                    <a:pt x="51" y="416"/>
                  </a:lnTo>
                  <a:lnTo>
                    <a:pt x="75" y="406"/>
                  </a:lnTo>
                  <a:lnTo>
                    <a:pt x="96" y="390"/>
                  </a:lnTo>
                  <a:lnTo>
                    <a:pt x="119" y="373"/>
                  </a:lnTo>
                  <a:lnTo>
                    <a:pt x="139" y="351"/>
                  </a:lnTo>
                  <a:lnTo>
                    <a:pt x="157" y="326"/>
                  </a:lnTo>
                  <a:lnTo>
                    <a:pt x="175" y="299"/>
                  </a:lnTo>
                  <a:lnTo>
                    <a:pt x="191" y="269"/>
                  </a:lnTo>
                  <a:lnTo>
                    <a:pt x="205" y="236"/>
                  </a:lnTo>
                  <a:lnTo>
                    <a:pt x="217" y="202"/>
                  </a:lnTo>
                  <a:lnTo>
                    <a:pt x="228" y="163"/>
                  </a:lnTo>
                  <a:lnTo>
                    <a:pt x="236" y="125"/>
                  </a:lnTo>
                  <a:lnTo>
                    <a:pt x="242" y="86"/>
                  </a:lnTo>
                  <a:lnTo>
                    <a:pt x="245" y="42"/>
                  </a:lnTo>
                  <a:lnTo>
                    <a:pt x="246" y="0"/>
                  </a:lnTo>
                  <a:lnTo>
                    <a:pt x="235" y="0"/>
                  </a:lnTo>
                  <a:lnTo>
                    <a:pt x="233" y="42"/>
                  </a:lnTo>
                  <a:lnTo>
                    <a:pt x="230" y="83"/>
                  </a:lnTo>
                  <a:lnTo>
                    <a:pt x="224" y="123"/>
                  </a:lnTo>
                  <a:lnTo>
                    <a:pt x="216" y="161"/>
                  </a:lnTo>
                  <a:lnTo>
                    <a:pt x="205" y="197"/>
                  </a:lnTo>
                  <a:lnTo>
                    <a:pt x="194" y="231"/>
                  </a:lnTo>
                  <a:lnTo>
                    <a:pt x="180" y="264"/>
                  </a:lnTo>
                  <a:lnTo>
                    <a:pt x="166" y="292"/>
                  </a:lnTo>
                  <a:lnTo>
                    <a:pt x="148" y="319"/>
                  </a:lnTo>
                  <a:lnTo>
                    <a:pt x="129" y="344"/>
                  </a:lnTo>
                  <a:lnTo>
                    <a:pt x="109" y="364"/>
                  </a:lnTo>
                  <a:lnTo>
                    <a:pt x="89" y="381"/>
                  </a:lnTo>
                  <a:lnTo>
                    <a:pt x="68" y="394"/>
                  </a:lnTo>
                  <a:lnTo>
                    <a:pt x="46" y="405"/>
                  </a:lnTo>
                  <a:lnTo>
                    <a:pt x="24" y="410"/>
                  </a:lnTo>
                  <a:lnTo>
                    <a:pt x="0" y="413"/>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7447" name="Freeform 65"/>
            <p:cNvSpPr>
              <a:spLocks/>
            </p:cNvSpPr>
            <p:nvPr/>
          </p:nvSpPr>
          <p:spPr bwMode="auto">
            <a:xfrm>
              <a:off x="1343" y="2203"/>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2" y="42"/>
                  </a:lnTo>
                  <a:lnTo>
                    <a:pt x="5" y="86"/>
                  </a:lnTo>
                  <a:lnTo>
                    <a:pt x="11" y="125"/>
                  </a:lnTo>
                  <a:lnTo>
                    <a:pt x="19" y="163"/>
                  </a:lnTo>
                  <a:lnTo>
                    <a:pt x="30" y="202"/>
                  </a:lnTo>
                  <a:lnTo>
                    <a:pt x="41" y="236"/>
                  </a:lnTo>
                  <a:lnTo>
                    <a:pt x="56" y="269"/>
                  </a:lnTo>
                  <a:lnTo>
                    <a:pt x="72" y="299"/>
                  </a:lnTo>
                  <a:lnTo>
                    <a:pt x="90" y="326"/>
                  </a:lnTo>
                  <a:lnTo>
                    <a:pt x="108" y="351"/>
                  </a:lnTo>
                  <a:lnTo>
                    <a:pt x="127" y="373"/>
                  </a:lnTo>
                  <a:lnTo>
                    <a:pt x="149" y="390"/>
                  </a:lnTo>
                  <a:lnTo>
                    <a:pt x="172" y="406"/>
                  </a:lnTo>
                  <a:lnTo>
                    <a:pt x="195" y="416"/>
                  </a:lnTo>
                  <a:lnTo>
                    <a:pt x="220" y="422"/>
                  </a:lnTo>
                  <a:lnTo>
                    <a:pt x="245" y="424"/>
                  </a:lnTo>
                  <a:lnTo>
                    <a:pt x="245" y="413"/>
                  </a:lnTo>
                  <a:lnTo>
                    <a:pt x="222" y="410"/>
                  </a:lnTo>
                  <a:lnTo>
                    <a:pt x="200" y="405"/>
                  </a:lnTo>
                  <a:lnTo>
                    <a:pt x="179" y="394"/>
                  </a:lnTo>
                  <a:lnTo>
                    <a:pt x="156" y="381"/>
                  </a:lnTo>
                  <a:lnTo>
                    <a:pt x="136" y="364"/>
                  </a:lnTo>
                  <a:lnTo>
                    <a:pt x="118" y="344"/>
                  </a:lnTo>
                  <a:lnTo>
                    <a:pt x="99" y="319"/>
                  </a:lnTo>
                  <a:lnTo>
                    <a:pt x="81" y="292"/>
                  </a:lnTo>
                  <a:lnTo>
                    <a:pt x="67" y="264"/>
                  </a:lnTo>
                  <a:lnTo>
                    <a:pt x="53" y="231"/>
                  </a:lnTo>
                  <a:lnTo>
                    <a:pt x="41" y="197"/>
                  </a:lnTo>
                  <a:lnTo>
                    <a:pt x="31" y="161"/>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7448" name="Freeform 66"/>
            <p:cNvSpPr>
              <a:spLocks/>
            </p:cNvSpPr>
            <p:nvPr/>
          </p:nvSpPr>
          <p:spPr bwMode="auto">
            <a:xfrm>
              <a:off x="1343" y="2118"/>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1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20" y="3"/>
                  </a:lnTo>
                  <a:lnTo>
                    <a:pt x="195" y="9"/>
                  </a:lnTo>
                  <a:lnTo>
                    <a:pt x="172" y="19"/>
                  </a:lnTo>
                  <a:lnTo>
                    <a:pt x="149" y="34"/>
                  </a:lnTo>
                  <a:lnTo>
                    <a:pt x="127" y="53"/>
                  </a:lnTo>
                  <a:lnTo>
                    <a:pt x="108" y="75"/>
                  </a:lnTo>
                  <a:lnTo>
                    <a:pt x="90" y="99"/>
                  </a:lnTo>
                  <a:lnTo>
                    <a:pt x="71" y="126"/>
                  </a:lnTo>
                  <a:lnTo>
                    <a:pt x="56" y="158"/>
                  </a:lnTo>
                  <a:lnTo>
                    <a:pt x="41" y="190"/>
                  </a:lnTo>
                  <a:lnTo>
                    <a:pt x="30" y="224"/>
                  </a:lnTo>
                  <a:lnTo>
                    <a:pt x="19" y="262"/>
                  </a:lnTo>
                  <a:lnTo>
                    <a:pt x="11" y="301"/>
                  </a:lnTo>
                  <a:lnTo>
                    <a:pt x="5" y="340"/>
                  </a:lnTo>
                  <a:lnTo>
                    <a:pt x="2" y="384"/>
                  </a:lnTo>
                  <a:lnTo>
                    <a:pt x="0" y="426"/>
                  </a:lnTo>
                  <a:lnTo>
                    <a:pt x="12" y="426"/>
                  </a:lnTo>
                  <a:lnTo>
                    <a:pt x="13" y="384"/>
                  </a:lnTo>
                  <a:lnTo>
                    <a:pt x="17" y="343"/>
                  </a:lnTo>
                  <a:lnTo>
                    <a:pt x="23" y="303"/>
                  </a:lnTo>
                  <a:lnTo>
                    <a:pt x="31" y="264"/>
                  </a:lnTo>
                  <a:lnTo>
                    <a:pt x="41" y="229"/>
                  </a:lnTo>
                  <a:lnTo>
                    <a:pt x="53" y="195"/>
                  </a:lnTo>
                  <a:lnTo>
                    <a:pt x="67" y="162"/>
                  </a:lnTo>
                  <a:lnTo>
                    <a:pt x="82" y="133"/>
                  </a:lnTo>
                  <a:lnTo>
                    <a:pt x="99" y="106"/>
                  </a:lnTo>
                  <a:lnTo>
                    <a:pt x="118" y="83"/>
                  </a:lnTo>
                  <a:lnTo>
                    <a:pt x="136" y="63"/>
                  </a:lnTo>
                  <a:lnTo>
                    <a:pt x="156" y="44"/>
                  </a:lnTo>
                  <a:lnTo>
                    <a:pt x="179" y="31"/>
                  </a:lnTo>
                  <a:lnTo>
                    <a:pt x="200" y="20"/>
                  </a:lnTo>
                  <a:lnTo>
                    <a:pt x="222" y="15"/>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7449" name="Freeform 67"/>
            <p:cNvSpPr>
              <a:spLocks/>
            </p:cNvSpPr>
            <p:nvPr/>
          </p:nvSpPr>
          <p:spPr bwMode="auto">
            <a:xfrm>
              <a:off x="1384" y="1859"/>
              <a:ext cx="49" cy="84"/>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1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3" y="382"/>
                  </a:lnTo>
                  <a:lnTo>
                    <a:pt x="240" y="339"/>
                  </a:lnTo>
                  <a:lnTo>
                    <a:pt x="234" y="299"/>
                  </a:lnTo>
                  <a:lnTo>
                    <a:pt x="226" y="261"/>
                  </a:lnTo>
                  <a:lnTo>
                    <a:pt x="215" y="222"/>
                  </a:lnTo>
                  <a:lnTo>
                    <a:pt x="204" y="188"/>
                  </a:lnTo>
                  <a:lnTo>
                    <a:pt x="189" y="156"/>
                  </a:lnTo>
                  <a:lnTo>
                    <a:pt x="173" y="125"/>
                  </a:lnTo>
                  <a:lnTo>
                    <a:pt x="155" y="98"/>
                  </a:lnTo>
                  <a:lnTo>
                    <a:pt x="138" y="74"/>
                  </a:lnTo>
                  <a:lnTo>
                    <a:pt x="118" y="51"/>
                  </a:lnTo>
                  <a:lnTo>
                    <a:pt x="96" y="34"/>
                  </a:lnTo>
                  <a:lnTo>
                    <a:pt x="73" y="18"/>
                  </a:lnTo>
                  <a:lnTo>
                    <a:pt x="50" y="8"/>
                  </a:lnTo>
                  <a:lnTo>
                    <a:pt x="25" y="2"/>
                  </a:lnTo>
                  <a:lnTo>
                    <a:pt x="0" y="0"/>
                  </a:lnTo>
                  <a:lnTo>
                    <a:pt x="0" y="11"/>
                  </a:lnTo>
                  <a:lnTo>
                    <a:pt x="23" y="14"/>
                  </a:lnTo>
                  <a:lnTo>
                    <a:pt x="45" y="20"/>
                  </a:lnTo>
                  <a:lnTo>
                    <a:pt x="66" y="30"/>
                  </a:lnTo>
                  <a:lnTo>
                    <a:pt x="89" y="43"/>
                  </a:lnTo>
                  <a:lnTo>
                    <a:pt x="109" y="61"/>
                  </a:lnTo>
                  <a:lnTo>
                    <a:pt x="129" y="81"/>
                  </a:lnTo>
                  <a:lnTo>
                    <a:pt x="146" y="105"/>
                  </a:lnTo>
                  <a:lnTo>
                    <a:pt x="164" y="132"/>
                  </a:lnTo>
                  <a:lnTo>
                    <a:pt x="178" y="160"/>
                  </a:lnTo>
                  <a:lnTo>
                    <a:pt x="192" y="193"/>
                  </a:lnTo>
                  <a:lnTo>
                    <a:pt x="204" y="227"/>
                  </a:lnTo>
                  <a:lnTo>
                    <a:pt x="214" y="264"/>
                  </a:lnTo>
                  <a:lnTo>
                    <a:pt x="222" y="301"/>
                  </a:lnTo>
                  <a:lnTo>
                    <a:pt x="228"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7450" name="Freeform 68"/>
            <p:cNvSpPr>
              <a:spLocks/>
            </p:cNvSpPr>
            <p:nvPr/>
          </p:nvSpPr>
          <p:spPr bwMode="auto">
            <a:xfrm>
              <a:off x="1384" y="1943"/>
              <a:ext cx="49" cy="86"/>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5" y="423"/>
                  </a:lnTo>
                  <a:lnTo>
                    <a:pt x="50" y="418"/>
                  </a:lnTo>
                  <a:lnTo>
                    <a:pt x="73" y="407"/>
                  </a:lnTo>
                  <a:lnTo>
                    <a:pt x="96" y="392"/>
                  </a:lnTo>
                  <a:lnTo>
                    <a:pt x="118" y="374"/>
                  </a:lnTo>
                  <a:lnTo>
                    <a:pt x="138" y="352"/>
                  </a:lnTo>
                  <a:lnTo>
                    <a:pt x="155" y="327"/>
                  </a:lnTo>
                  <a:lnTo>
                    <a:pt x="174" y="300"/>
                  </a:lnTo>
                  <a:lnTo>
                    <a:pt x="189" y="269"/>
                  </a:lnTo>
                  <a:lnTo>
                    <a:pt x="204" y="237"/>
                  </a:lnTo>
                  <a:lnTo>
                    <a:pt x="215" y="202"/>
                  </a:lnTo>
                  <a:lnTo>
                    <a:pt x="226" y="164"/>
                  </a:lnTo>
                  <a:lnTo>
                    <a:pt x="234" y="126"/>
                  </a:lnTo>
                  <a:lnTo>
                    <a:pt x="240" y="86"/>
                  </a:lnTo>
                  <a:lnTo>
                    <a:pt x="243" y="42"/>
                  </a:lnTo>
                  <a:lnTo>
                    <a:pt x="245" y="0"/>
                  </a:lnTo>
                  <a:lnTo>
                    <a:pt x="233" y="0"/>
                  </a:lnTo>
                  <a:lnTo>
                    <a:pt x="232" y="42"/>
                  </a:lnTo>
                  <a:lnTo>
                    <a:pt x="228" y="83"/>
                  </a:lnTo>
                  <a:lnTo>
                    <a:pt x="222" y="123"/>
                  </a:lnTo>
                  <a:lnTo>
                    <a:pt x="214" y="162"/>
                  </a:lnTo>
                  <a:lnTo>
                    <a:pt x="204" y="197"/>
                  </a:lnTo>
                  <a:lnTo>
                    <a:pt x="192" y="232"/>
                  </a:lnTo>
                  <a:lnTo>
                    <a:pt x="178" y="264"/>
                  </a:lnTo>
                  <a:lnTo>
                    <a:pt x="163" y="293"/>
                  </a:lnTo>
                  <a:lnTo>
                    <a:pt x="146" y="320"/>
                  </a:lnTo>
                  <a:lnTo>
                    <a:pt x="129" y="345"/>
                  </a:lnTo>
                  <a:lnTo>
                    <a:pt x="109" y="365"/>
                  </a:lnTo>
                  <a:lnTo>
                    <a:pt x="89" y="382"/>
                  </a:lnTo>
                  <a:lnTo>
                    <a:pt x="66" y="395"/>
                  </a:lnTo>
                  <a:lnTo>
                    <a:pt x="45" y="406"/>
                  </a:lnTo>
                  <a:lnTo>
                    <a:pt x="23"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7451" name="Freeform 69"/>
            <p:cNvSpPr>
              <a:spLocks/>
            </p:cNvSpPr>
            <p:nvPr/>
          </p:nvSpPr>
          <p:spPr bwMode="auto">
            <a:xfrm>
              <a:off x="1335" y="1943"/>
              <a:ext cx="49" cy="86"/>
            </a:xfrm>
            <a:custGeom>
              <a:avLst/>
              <a:gdLst>
                <a:gd name="T0" fmla="*/ 0 w 246"/>
                <a:gd name="T1" fmla="*/ 0 h 426"/>
                <a:gd name="T2" fmla="*/ 0 w 246"/>
                <a:gd name="T3" fmla="*/ 0 h 426"/>
                <a:gd name="T4" fmla="*/ 0 w 246"/>
                <a:gd name="T5" fmla="*/ 0 h 426"/>
                <a:gd name="T6" fmla="*/ 0 w 246"/>
                <a:gd name="T7" fmla="*/ 1 h 426"/>
                <a:gd name="T8" fmla="*/ 0 w 246"/>
                <a:gd name="T9" fmla="*/ 1 h 426"/>
                <a:gd name="T10" fmla="*/ 0 w 246"/>
                <a:gd name="T11" fmla="*/ 1 h 426"/>
                <a:gd name="T12" fmla="*/ 0 w 246"/>
                <a:gd name="T13" fmla="*/ 2 h 426"/>
                <a:gd name="T14" fmla="*/ 0 w 246"/>
                <a:gd name="T15" fmla="*/ 2 h 426"/>
                <a:gd name="T16" fmla="*/ 0 w 246"/>
                <a:gd name="T17" fmla="*/ 2 h 426"/>
                <a:gd name="T18" fmla="*/ 1 w 246"/>
                <a:gd name="T19" fmla="*/ 2 h 426"/>
                <a:gd name="T20" fmla="*/ 1 w 246"/>
                <a:gd name="T21" fmla="*/ 3 h 426"/>
                <a:gd name="T22" fmla="*/ 1 w 246"/>
                <a:gd name="T23" fmla="*/ 3 h 426"/>
                <a:gd name="T24" fmla="*/ 1 w 246"/>
                <a:gd name="T25" fmla="*/ 3 h 426"/>
                <a:gd name="T26" fmla="*/ 1 w 246"/>
                <a:gd name="T27" fmla="*/ 3 h 426"/>
                <a:gd name="T28" fmla="*/ 1 w 246"/>
                <a:gd name="T29" fmla="*/ 3 h 426"/>
                <a:gd name="T30" fmla="*/ 2 w 246"/>
                <a:gd name="T31" fmla="*/ 3 h 426"/>
                <a:gd name="T32" fmla="*/ 2 w 246"/>
                <a:gd name="T33" fmla="*/ 3 h 426"/>
                <a:gd name="T34" fmla="*/ 2 w 246"/>
                <a:gd name="T35" fmla="*/ 3 h 426"/>
                <a:gd name="T36" fmla="*/ 2 w 246"/>
                <a:gd name="T37" fmla="*/ 3 h 426"/>
                <a:gd name="T38" fmla="*/ 2 w 246"/>
                <a:gd name="T39" fmla="*/ 3 h 426"/>
                <a:gd name="T40" fmla="*/ 2 w 246"/>
                <a:gd name="T41" fmla="*/ 3 h 426"/>
                <a:gd name="T42" fmla="*/ 1 w 246"/>
                <a:gd name="T43" fmla="*/ 3 h 426"/>
                <a:gd name="T44" fmla="*/ 1 w 246"/>
                <a:gd name="T45" fmla="*/ 3 h 426"/>
                <a:gd name="T46" fmla="*/ 1 w 246"/>
                <a:gd name="T47" fmla="*/ 3 h 426"/>
                <a:gd name="T48" fmla="*/ 1 w 246"/>
                <a:gd name="T49" fmla="*/ 3 h 426"/>
                <a:gd name="T50" fmla="*/ 1 w 246"/>
                <a:gd name="T51" fmla="*/ 3 h 426"/>
                <a:gd name="T52" fmla="*/ 1 w 246"/>
                <a:gd name="T53" fmla="*/ 2 h 426"/>
                <a:gd name="T54" fmla="*/ 1 w 246"/>
                <a:gd name="T55" fmla="*/ 2 h 426"/>
                <a:gd name="T56" fmla="*/ 0 w 246"/>
                <a:gd name="T57" fmla="*/ 2 h 426"/>
                <a:gd name="T58" fmla="*/ 0 w 246"/>
                <a:gd name="T59" fmla="*/ 2 h 426"/>
                <a:gd name="T60" fmla="*/ 0 w 246"/>
                <a:gd name="T61" fmla="*/ 1 h 426"/>
                <a:gd name="T62" fmla="*/ 0 w 246"/>
                <a:gd name="T63" fmla="*/ 1 h 426"/>
                <a:gd name="T64" fmla="*/ 0 w 246"/>
                <a:gd name="T65" fmla="*/ 1 h 426"/>
                <a:gd name="T66" fmla="*/ 0 w 246"/>
                <a:gd name="T67" fmla="*/ 0 h 426"/>
                <a:gd name="T68" fmla="*/ 0 w 246"/>
                <a:gd name="T69" fmla="*/ 0 h 426"/>
                <a:gd name="T70" fmla="*/ 0 w 246"/>
                <a:gd name="T71" fmla="*/ 0 h 426"/>
                <a:gd name="T72" fmla="*/ 0 w 246"/>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0"/>
                  </a:moveTo>
                  <a:lnTo>
                    <a:pt x="0" y="0"/>
                  </a:lnTo>
                  <a:lnTo>
                    <a:pt x="1" y="42"/>
                  </a:lnTo>
                  <a:lnTo>
                    <a:pt x="4" y="86"/>
                  </a:lnTo>
                  <a:lnTo>
                    <a:pt x="10" y="126"/>
                  </a:lnTo>
                  <a:lnTo>
                    <a:pt x="18" y="164"/>
                  </a:lnTo>
                  <a:lnTo>
                    <a:pt x="29" y="202"/>
                  </a:lnTo>
                  <a:lnTo>
                    <a:pt x="41" y="237"/>
                  </a:lnTo>
                  <a:lnTo>
                    <a:pt x="55" y="269"/>
                  </a:lnTo>
                  <a:lnTo>
                    <a:pt x="71" y="300"/>
                  </a:lnTo>
                  <a:lnTo>
                    <a:pt x="89" y="327"/>
                  </a:lnTo>
                  <a:lnTo>
                    <a:pt x="107" y="352"/>
                  </a:lnTo>
                  <a:lnTo>
                    <a:pt x="127" y="374"/>
                  </a:lnTo>
                  <a:lnTo>
                    <a:pt x="150" y="392"/>
                  </a:lnTo>
                  <a:lnTo>
                    <a:pt x="171" y="407"/>
                  </a:lnTo>
                  <a:lnTo>
                    <a:pt x="195" y="418"/>
                  </a:lnTo>
                  <a:lnTo>
                    <a:pt x="220" y="423"/>
                  </a:lnTo>
                  <a:lnTo>
                    <a:pt x="246" y="426"/>
                  </a:lnTo>
                  <a:lnTo>
                    <a:pt x="246" y="414"/>
                  </a:lnTo>
                  <a:lnTo>
                    <a:pt x="222" y="412"/>
                  </a:lnTo>
                  <a:lnTo>
                    <a:pt x="200" y="406"/>
                  </a:lnTo>
                  <a:lnTo>
                    <a:pt x="178" y="395"/>
                  </a:lnTo>
                  <a:lnTo>
                    <a:pt x="157" y="382"/>
                  </a:lnTo>
                  <a:lnTo>
                    <a:pt x="137" y="365"/>
                  </a:lnTo>
                  <a:lnTo>
                    <a:pt x="117" y="345"/>
                  </a:lnTo>
                  <a:lnTo>
                    <a:pt x="98" y="320"/>
                  </a:lnTo>
                  <a:lnTo>
                    <a:pt x="83" y="293"/>
                  </a:lnTo>
                  <a:lnTo>
                    <a:pt x="66" y="264"/>
                  </a:lnTo>
                  <a:lnTo>
                    <a:pt x="52" y="232"/>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7452" name="Freeform 70"/>
            <p:cNvSpPr>
              <a:spLocks/>
            </p:cNvSpPr>
            <p:nvPr/>
          </p:nvSpPr>
          <p:spPr bwMode="auto">
            <a:xfrm>
              <a:off x="1335" y="1859"/>
              <a:ext cx="49" cy="84"/>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1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0" y="2"/>
                  </a:lnTo>
                  <a:lnTo>
                    <a:pt x="195" y="8"/>
                  </a:lnTo>
                  <a:lnTo>
                    <a:pt x="171" y="18"/>
                  </a:lnTo>
                  <a:lnTo>
                    <a:pt x="150" y="34"/>
                  </a:lnTo>
                  <a:lnTo>
                    <a:pt x="127" y="51"/>
                  </a:lnTo>
                  <a:lnTo>
                    <a:pt x="107" y="74"/>
                  </a:lnTo>
                  <a:lnTo>
                    <a:pt x="89" y="98"/>
                  </a:lnTo>
                  <a:lnTo>
                    <a:pt x="72" y="125"/>
                  </a:lnTo>
                  <a:lnTo>
                    <a:pt x="55" y="156"/>
                  </a:lnTo>
                  <a:lnTo>
                    <a:pt x="41" y="188"/>
                  </a:lnTo>
                  <a:lnTo>
                    <a:pt x="29" y="222"/>
                  </a:lnTo>
                  <a:lnTo>
                    <a:pt x="18" y="261"/>
                  </a:lnTo>
                  <a:lnTo>
                    <a:pt x="10" y="299"/>
                  </a:lnTo>
                  <a:lnTo>
                    <a:pt x="4" y="339"/>
                  </a:lnTo>
                  <a:lnTo>
                    <a:pt x="1" y="382"/>
                  </a:lnTo>
                  <a:lnTo>
                    <a:pt x="0" y="424"/>
                  </a:lnTo>
                  <a:lnTo>
                    <a:pt x="11" y="424"/>
                  </a:lnTo>
                  <a:lnTo>
                    <a:pt x="13" y="382"/>
                  </a:lnTo>
                  <a:lnTo>
                    <a:pt x="16" y="341"/>
                  </a:lnTo>
                  <a:lnTo>
                    <a:pt x="22" y="301"/>
                  </a:lnTo>
                  <a:lnTo>
                    <a:pt x="30" y="264"/>
                  </a:lnTo>
                  <a:lnTo>
                    <a:pt x="41" y="227"/>
                  </a:lnTo>
                  <a:lnTo>
                    <a:pt x="52" y="193"/>
                  </a:lnTo>
                  <a:lnTo>
                    <a:pt x="66" y="160"/>
                  </a:lnTo>
                  <a:lnTo>
                    <a:pt x="82" y="132"/>
                  </a:lnTo>
                  <a:lnTo>
                    <a:pt x="98" y="105"/>
                  </a:lnTo>
                  <a:lnTo>
                    <a:pt x="117" y="81"/>
                  </a:lnTo>
                  <a:lnTo>
                    <a:pt x="137" y="61"/>
                  </a:lnTo>
                  <a:lnTo>
                    <a:pt x="157" y="43"/>
                  </a:lnTo>
                  <a:lnTo>
                    <a:pt x="178" y="30"/>
                  </a:lnTo>
                  <a:lnTo>
                    <a:pt x="200" y="20"/>
                  </a:lnTo>
                  <a:lnTo>
                    <a:pt x="222" y="14"/>
                  </a:lnTo>
                  <a:lnTo>
                    <a:pt x="246" y="11"/>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7453" name="Freeform 71"/>
            <p:cNvSpPr>
              <a:spLocks/>
            </p:cNvSpPr>
            <p:nvPr/>
          </p:nvSpPr>
          <p:spPr bwMode="auto">
            <a:xfrm>
              <a:off x="1552" y="1751"/>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1" y="339"/>
                  </a:lnTo>
                  <a:lnTo>
                    <a:pt x="235" y="299"/>
                  </a:lnTo>
                  <a:lnTo>
                    <a:pt x="226" y="261"/>
                  </a:lnTo>
                  <a:lnTo>
                    <a:pt x="216" y="223"/>
                  </a:lnTo>
                  <a:lnTo>
                    <a:pt x="204" y="189"/>
                  </a:lnTo>
                  <a:lnTo>
                    <a:pt x="190" y="156"/>
                  </a:lnTo>
                  <a:lnTo>
                    <a:pt x="174" y="125"/>
                  </a:lnTo>
                  <a:lnTo>
                    <a:pt x="156" y="98"/>
                  </a:lnTo>
                  <a:lnTo>
                    <a:pt x="137" y="74"/>
                  </a:lnTo>
                  <a:lnTo>
                    <a:pt x="119" y="52"/>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8" y="81"/>
                  </a:lnTo>
                  <a:lnTo>
                    <a:pt x="147" y="105"/>
                  </a:lnTo>
                  <a:lnTo>
                    <a:pt x="164" y="132"/>
                  </a:lnTo>
                  <a:lnTo>
                    <a:pt x="178" y="161"/>
                  </a:lnTo>
                  <a:lnTo>
                    <a:pt x="193" y="193"/>
                  </a:lnTo>
                  <a:lnTo>
                    <a:pt x="204" y="227"/>
                  </a:lnTo>
                  <a:lnTo>
                    <a:pt x="215" y="264"/>
                  </a:lnTo>
                  <a:lnTo>
                    <a:pt x="223" y="301"/>
                  </a:lnTo>
                  <a:lnTo>
                    <a:pt x="229" y="341"/>
                  </a:lnTo>
                  <a:lnTo>
                    <a:pt x="232" y="382"/>
                  </a:lnTo>
                  <a:lnTo>
                    <a:pt x="234"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7454" name="Freeform 72"/>
            <p:cNvSpPr>
              <a:spLocks/>
            </p:cNvSpPr>
            <p:nvPr/>
          </p:nvSpPr>
          <p:spPr bwMode="auto">
            <a:xfrm>
              <a:off x="1552" y="1836"/>
              <a:ext cx="49" cy="85"/>
            </a:xfrm>
            <a:custGeom>
              <a:avLst/>
              <a:gdLst>
                <a:gd name="T0" fmla="*/ 0 w 245"/>
                <a:gd name="T1" fmla="*/ 3 h 425"/>
                <a:gd name="T2" fmla="*/ 0 w 245"/>
                <a:gd name="T3" fmla="*/ 3 h 425"/>
                <a:gd name="T4" fmla="*/ 0 w 245"/>
                <a:gd name="T5" fmla="*/ 3 h 425"/>
                <a:gd name="T6" fmla="*/ 0 w 245"/>
                <a:gd name="T7" fmla="*/ 3 h 425"/>
                <a:gd name="T8" fmla="*/ 1 w 245"/>
                <a:gd name="T9" fmla="*/ 3 h 425"/>
                <a:gd name="T10" fmla="*/ 1 w 245"/>
                <a:gd name="T11" fmla="*/ 3 h 425"/>
                <a:gd name="T12" fmla="*/ 1 w 245"/>
                <a:gd name="T13" fmla="*/ 3 h 425"/>
                <a:gd name="T14" fmla="*/ 1 w 245"/>
                <a:gd name="T15" fmla="*/ 3 h 425"/>
                <a:gd name="T16" fmla="*/ 1 w 245"/>
                <a:gd name="T17" fmla="*/ 3 h 425"/>
                <a:gd name="T18" fmla="*/ 1 w 245"/>
                <a:gd name="T19" fmla="*/ 2 h 425"/>
                <a:gd name="T20" fmla="*/ 2 w 245"/>
                <a:gd name="T21" fmla="*/ 2 h 425"/>
                <a:gd name="T22" fmla="*/ 2 w 245"/>
                <a:gd name="T23" fmla="*/ 2 h 425"/>
                <a:gd name="T24" fmla="*/ 2 w 245"/>
                <a:gd name="T25" fmla="*/ 2 h 425"/>
                <a:gd name="T26" fmla="*/ 2 w 245"/>
                <a:gd name="T27" fmla="*/ 1 h 425"/>
                <a:gd name="T28" fmla="*/ 2 w 245"/>
                <a:gd name="T29" fmla="*/ 1 h 425"/>
                <a:gd name="T30" fmla="*/ 2 w 245"/>
                <a:gd name="T31" fmla="*/ 1 h 425"/>
                <a:gd name="T32" fmla="*/ 2 w 245"/>
                <a:gd name="T33" fmla="*/ 0 h 425"/>
                <a:gd name="T34" fmla="*/ 2 w 245"/>
                <a:gd name="T35" fmla="*/ 0 h 425"/>
                <a:gd name="T36" fmla="*/ 2 w 245"/>
                <a:gd name="T37" fmla="*/ 0 h 425"/>
                <a:gd name="T38" fmla="*/ 2 w 245"/>
                <a:gd name="T39" fmla="*/ 0 h 425"/>
                <a:gd name="T40" fmla="*/ 2 w 245"/>
                <a:gd name="T41" fmla="*/ 1 h 425"/>
                <a:gd name="T42" fmla="*/ 2 w 245"/>
                <a:gd name="T43" fmla="*/ 1 h 425"/>
                <a:gd name="T44" fmla="*/ 2 w 245"/>
                <a:gd name="T45" fmla="*/ 1 h 425"/>
                <a:gd name="T46" fmla="*/ 2 w 245"/>
                <a:gd name="T47" fmla="*/ 2 h 425"/>
                <a:gd name="T48" fmla="*/ 2 w 245"/>
                <a:gd name="T49" fmla="*/ 2 h 425"/>
                <a:gd name="T50" fmla="*/ 1 w 245"/>
                <a:gd name="T51" fmla="*/ 2 h 425"/>
                <a:gd name="T52" fmla="*/ 1 w 245"/>
                <a:gd name="T53" fmla="*/ 2 h 425"/>
                <a:gd name="T54" fmla="*/ 1 w 245"/>
                <a:gd name="T55" fmla="*/ 3 h 425"/>
                <a:gd name="T56" fmla="*/ 1 w 245"/>
                <a:gd name="T57" fmla="*/ 3 h 425"/>
                <a:gd name="T58" fmla="*/ 1 w 245"/>
                <a:gd name="T59" fmla="*/ 3 h 425"/>
                <a:gd name="T60" fmla="*/ 1 w 245"/>
                <a:gd name="T61" fmla="*/ 3 h 425"/>
                <a:gd name="T62" fmla="*/ 1 w 245"/>
                <a:gd name="T63" fmla="*/ 3 h 425"/>
                <a:gd name="T64" fmla="*/ 0 w 245"/>
                <a:gd name="T65" fmla="*/ 3 h 425"/>
                <a:gd name="T66" fmla="*/ 0 w 245"/>
                <a:gd name="T67" fmla="*/ 3 h 425"/>
                <a:gd name="T68" fmla="*/ 0 w 245"/>
                <a:gd name="T69" fmla="*/ 3 h 425"/>
                <a:gd name="T70" fmla="*/ 0 w 245"/>
                <a:gd name="T71" fmla="*/ 3 h 425"/>
                <a:gd name="T72" fmla="*/ 0 w 245"/>
                <a:gd name="T73" fmla="*/ 3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5"/>
                <a:gd name="T113" fmla="*/ 245 w 245"/>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5">
                  <a:moveTo>
                    <a:pt x="0" y="425"/>
                  </a:moveTo>
                  <a:lnTo>
                    <a:pt x="0" y="425"/>
                  </a:lnTo>
                  <a:lnTo>
                    <a:pt x="26" y="422"/>
                  </a:lnTo>
                  <a:lnTo>
                    <a:pt x="51" y="417"/>
                  </a:lnTo>
                  <a:lnTo>
                    <a:pt x="74" y="406"/>
                  </a:lnTo>
                  <a:lnTo>
                    <a:pt x="96" y="391"/>
                  </a:lnTo>
                  <a:lnTo>
                    <a:pt x="119" y="373"/>
                  </a:lnTo>
                  <a:lnTo>
                    <a:pt x="137" y="351"/>
                  </a:lnTo>
                  <a:lnTo>
                    <a:pt x="156" y="326"/>
                  </a:lnTo>
                  <a:lnTo>
                    <a:pt x="174" y="299"/>
                  </a:lnTo>
                  <a:lnTo>
                    <a:pt x="190" y="269"/>
                  </a:lnTo>
                  <a:lnTo>
                    <a:pt x="204" y="236"/>
                  </a:lnTo>
                  <a:lnTo>
                    <a:pt x="216" y="202"/>
                  </a:lnTo>
                  <a:lnTo>
                    <a:pt x="226" y="163"/>
                  </a:lnTo>
                  <a:lnTo>
                    <a:pt x="235" y="126"/>
                  </a:lnTo>
                  <a:lnTo>
                    <a:pt x="241" y="86"/>
                  </a:lnTo>
                  <a:lnTo>
                    <a:pt x="244" y="43"/>
                  </a:lnTo>
                  <a:lnTo>
                    <a:pt x="245" y="0"/>
                  </a:lnTo>
                  <a:lnTo>
                    <a:pt x="234" y="0"/>
                  </a:lnTo>
                  <a:lnTo>
                    <a:pt x="232" y="43"/>
                  </a:lnTo>
                  <a:lnTo>
                    <a:pt x="229" y="84"/>
                  </a:lnTo>
                  <a:lnTo>
                    <a:pt x="223" y="123"/>
                  </a:lnTo>
                  <a:lnTo>
                    <a:pt x="215" y="161"/>
                  </a:lnTo>
                  <a:lnTo>
                    <a:pt x="204" y="197"/>
                  </a:lnTo>
                  <a:lnTo>
                    <a:pt x="193" y="231"/>
                  </a:lnTo>
                  <a:lnTo>
                    <a:pt x="178" y="264"/>
                  </a:lnTo>
                  <a:lnTo>
                    <a:pt x="164" y="292"/>
                  </a:lnTo>
                  <a:lnTo>
                    <a:pt x="147" y="319"/>
                  </a:lnTo>
                  <a:lnTo>
                    <a:pt x="128" y="344"/>
                  </a:lnTo>
                  <a:lnTo>
                    <a:pt x="109" y="364"/>
                  </a:lnTo>
                  <a:lnTo>
                    <a:pt x="89" y="381"/>
                  </a:lnTo>
                  <a:lnTo>
                    <a:pt x="67" y="394"/>
                  </a:lnTo>
                  <a:lnTo>
                    <a:pt x="46" y="405"/>
                  </a:lnTo>
                  <a:lnTo>
                    <a:pt x="24" y="411"/>
                  </a:lnTo>
                  <a:lnTo>
                    <a:pt x="0" y="413"/>
                  </a:lnTo>
                  <a:lnTo>
                    <a:pt x="0" y="425"/>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7455" name="Freeform 73"/>
            <p:cNvSpPr>
              <a:spLocks/>
            </p:cNvSpPr>
            <p:nvPr/>
          </p:nvSpPr>
          <p:spPr bwMode="auto">
            <a:xfrm>
              <a:off x="1502" y="1836"/>
              <a:ext cx="50" cy="85"/>
            </a:xfrm>
            <a:custGeom>
              <a:avLst/>
              <a:gdLst>
                <a:gd name="T0" fmla="*/ 0 w 246"/>
                <a:gd name="T1" fmla="*/ 0 h 425"/>
                <a:gd name="T2" fmla="*/ 0 w 246"/>
                <a:gd name="T3" fmla="*/ 0 h 425"/>
                <a:gd name="T4" fmla="*/ 0 w 246"/>
                <a:gd name="T5" fmla="*/ 0 h 425"/>
                <a:gd name="T6" fmla="*/ 0 w 246"/>
                <a:gd name="T7" fmla="*/ 1 h 425"/>
                <a:gd name="T8" fmla="*/ 0 w 246"/>
                <a:gd name="T9" fmla="*/ 1 h 425"/>
                <a:gd name="T10" fmla="*/ 0 w 246"/>
                <a:gd name="T11" fmla="*/ 1 h 425"/>
                <a:gd name="T12" fmla="*/ 0 w 246"/>
                <a:gd name="T13" fmla="*/ 2 h 425"/>
                <a:gd name="T14" fmla="*/ 0 w 246"/>
                <a:gd name="T15" fmla="*/ 2 h 425"/>
                <a:gd name="T16" fmla="*/ 0 w 246"/>
                <a:gd name="T17" fmla="*/ 2 h 425"/>
                <a:gd name="T18" fmla="*/ 1 w 246"/>
                <a:gd name="T19" fmla="*/ 2 h 425"/>
                <a:gd name="T20" fmla="*/ 1 w 246"/>
                <a:gd name="T21" fmla="*/ 3 h 425"/>
                <a:gd name="T22" fmla="*/ 1 w 246"/>
                <a:gd name="T23" fmla="*/ 3 h 425"/>
                <a:gd name="T24" fmla="*/ 1 w 246"/>
                <a:gd name="T25" fmla="*/ 3 h 425"/>
                <a:gd name="T26" fmla="*/ 1 w 246"/>
                <a:gd name="T27" fmla="*/ 3 h 425"/>
                <a:gd name="T28" fmla="*/ 1 w 246"/>
                <a:gd name="T29" fmla="*/ 3 h 425"/>
                <a:gd name="T30" fmla="*/ 2 w 246"/>
                <a:gd name="T31" fmla="*/ 3 h 425"/>
                <a:gd name="T32" fmla="*/ 2 w 246"/>
                <a:gd name="T33" fmla="*/ 3 h 425"/>
                <a:gd name="T34" fmla="*/ 2 w 246"/>
                <a:gd name="T35" fmla="*/ 3 h 425"/>
                <a:gd name="T36" fmla="*/ 2 w 246"/>
                <a:gd name="T37" fmla="*/ 3 h 425"/>
                <a:gd name="T38" fmla="*/ 2 w 246"/>
                <a:gd name="T39" fmla="*/ 3 h 425"/>
                <a:gd name="T40" fmla="*/ 2 w 246"/>
                <a:gd name="T41" fmla="*/ 3 h 425"/>
                <a:gd name="T42" fmla="*/ 1 w 246"/>
                <a:gd name="T43" fmla="*/ 3 h 425"/>
                <a:gd name="T44" fmla="*/ 1 w 246"/>
                <a:gd name="T45" fmla="*/ 3 h 425"/>
                <a:gd name="T46" fmla="*/ 1 w 246"/>
                <a:gd name="T47" fmla="*/ 3 h 425"/>
                <a:gd name="T48" fmla="*/ 1 w 246"/>
                <a:gd name="T49" fmla="*/ 3 h 425"/>
                <a:gd name="T50" fmla="*/ 1 w 246"/>
                <a:gd name="T51" fmla="*/ 3 h 425"/>
                <a:gd name="T52" fmla="*/ 1 w 246"/>
                <a:gd name="T53" fmla="*/ 2 h 425"/>
                <a:gd name="T54" fmla="*/ 1 w 246"/>
                <a:gd name="T55" fmla="*/ 2 h 425"/>
                <a:gd name="T56" fmla="*/ 0 w 246"/>
                <a:gd name="T57" fmla="*/ 2 h 425"/>
                <a:gd name="T58" fmla="*/ 0 w 246"/>
                <a:gd name="T59" fmla="*/ 2 h 425"/>
                <a:gd name="T60" fmla="*/ 0 w 246"/>
                <a:gd name="T61" fmla="*/ 1 h 425"/>
                <a:gd name="T62" fmla="*/ 0 w 246"/>
                <a:gd name="T63" fmla="*/ 1 h 425"/>
                <a:gd name="T64" fmla="*/ 0 w 246"/>
                <a:gd name="T65" fmla="*/ 1 h 425"/>
                <a:gd name="T66" fmla="*/ 0 w 246"/>
                <a:gd name="T67" fmla="*/ 0 h 425"/>
                <a:gd name="T68" fmla="*/ 0 w 246"/>
                <a:gd name="T69" fmla="*/ 0 h 425"/>
                <a:gd name="T70" fmla="*/ 0 w 246"/>
                <a:gd name="T71" fmla="*/ 0 h 425"/>
                <a:gd name="T72" fmla="*/ 0 w 246"/>
                <a:gd name="T73" fmla="*/ 0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5"/>
                <a:gd name="T113" fmla="*/ 246 w 246"/>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5">
                  <a:moveTo>
                    <a:pt x="0" y="0"/>
                  </a:moveTo>
                  <a:lnTo>
                    <a:pt x="0" y="0"/>
                  </a:lnTo>
                  <a:lnTo>
                    <a:pt x="2" y="43"/>
                  </a:lnTo>
                  <a:lnTo>
                    <a:pt x="5" y="86"/>
                  </a:lnTo>
                  <a:lnTo>
                    <a:pt x="11" y="126"/>
                  </a:lnTo>
                  <a:lnTo>
                    <a:pt x="19" y="163"/>
                  </a:lnTo>
                  <a:lnTo>
                    <a:pt x="30" y="202"/>
                  </a:lnTo>
                  <a:lnTo>
                    <a:pt x="41" y="236"/>
                  </a:lnTo>
                  <a:lnTo>
                    <a:pt x="55" y="269"/>
                  </a:lnTo>
                  <a:lnTo>
                    <a:pt x="73" y="299"/>
                  </a:lnTo>
                  <a:lnTo>
                    <a:pt x="89" y="326"/>
                  </a:lnTo>
                  <a:lnTo>
                    <a:pt x="108" y="351"/>
                  </a:lnTo>
                  <a:lnTo>
                    <a:pt x="128" y="373"/>
                  </a:lnTo>
                  <a:lnTo>
                    <a:pt x="150" y="391"/>
                  </a:lnTo>
                  <a:lnTo>
                    <a:pt x="171" y="406"/>
                  </a:lnTo>
                  <a:lnTo>
                    <a:pt x="196" y="417"/>
                  </a:lnTo>
                  <a:lnTo>
                    <a:pt x="221" y="422"/>
                  </a:lnTo>
                  <a:lnTo>
                    <a:pt x="246" y="425"/>
                  </a:lnTo>
                  <a:lnTo>
                    <a:pt x="246" y="413"/>
                  </a:lnTo>
                  <a:lnTo>
                    <a:pt x="223" y="411"/>
                  </a:lnTo>
                  <a:lnTo>
                    <a:pt x="201" y="405"/>
                  </a:lnTo>
                  <a:lnTo>
                    <a:pt x="178" y="394"/>
                  </a:lnTo>
                  <a:lnTo>
                    <a:pt x="157" y="381"/>
                  </a:lnTo>
                  <a:lnTo>
                    <a:pt x="137" y="364"/>
                  </a:lnTo>
                  <a:lnTo>
                    <a:pt x="117" y="344"/>
                  </a:lnTo>
                  <a:lnTo>
                    <a:pt x="99" y="319"/>
                  </a:lnTo>
                  <a:lnTo>
                    <a:pt x="82" y="292"/>
                  </a:lnTo>
                  <a:lnTo>
                    <a:pt x="67" y="264"/>
                  </a:lnTo>
                  <a:lnTo>
                    <a:pt x="53" y="231"/>
                  </a:lnTo>
                  <a:lnTo>
                    <a:pt x="41" y="197"/>
                  </a:lnTo>
                  <a:lnTo>
                    <a:pt x="31" y="161"/>
                  </a:lnTo>
                  <a:lnTo>
                    <a:pt x="23" y="123"/>
                  </a:lnTo>
                  <a:lnTo>
                    <a:pt x="17" y="84"/>
                  </a:lnTo>
                  <a:lnTo>
                    <a:pt x="13" y="4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7456" name="Freeform 74"/>
            <p:cNvSpPr>
              <a:spLocks/>
            </p:cNvSpPr>
            <p:nvPr/>
          </p:nvSpPr>
          <p:spPr bwMode="auto">
            <a:xfrm>
              <a:off x="1502" y="1751"/>
              <a:ext cx="50" cy="85"/>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2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1" y="2"/>
                  </a:lnTo>
                  <a:lnTo>
                    <a:pt x="196" y="8"/>
                  </a:lnTo>
                  <a:lnTo>
                    <a:pt x="171" y="19"/>
                  </a:lnTo>
                  <a:lnTo>
                    <a:pt x="150" y="34"/>
                  </a:lnTo>
                  <a:lnTo>
                    <a:pt x="128" y="52"/>
                  </a:lnTo>
                  <a:lnTo>
                    <a:pt x="108" y="74"/>
                  </a:lnTo>
                  <a:lnTo>
                    <a:pt x="89" y="98"/>
                  </a:lnTo>
                  <a:lnTo>
                    <a:pt x="73" y="125"/>
                  </a:lnTo>
                  <a:lnTo>
                    <a:pt x="55" y="156"/>
                  </a:lnTo>
                  <a:lnTo>
                    <a:pt x="41" y="189"/>
                  </a:lnTo>
                  <a:lnTo>
                    <a:pt x="30" y="223"/>
                  </a:lnTo>
                  <a:lnTo>
                    <a:pt x="19" y="261"/>
                  </a:lnTo>
                  <a:lnTo>
                    <a:pt x="11" y="299"/>
                  </a:lnTo>
                  <a:lnTo>
                    <a:pt x="5" y="339"/>
                  </a:lnTo>
                  <a:lnTo>
                    <a:pt x="2" y="382"/>
                  </a:lnTo>
                  <a:lnTo>
                    <a:pt x="0" y="424"/>
                  </a:lnTo>
                  <a:lnTo>
                    <a:pt x="12" y="424"/>
                  </a:lnTo>
                  <a:lnTo>
                    <a:pt x="13" y="382"/>
                  </a:lnTo>
                  <a:lnTo>
                    <a:pt x="17" y="341"/>
                  </a:lnTo>
                  <a:lnTo>
                    <a:pt x="23" y="301"/>
                  </a:lnTo>
                  <a:lnTo>
                    <a:pt x="31" y="264"/>
                  </a:lnTo>
                  <a:lnTo>
                    <a:pt x="41" y="227"/>
                  </a:lnTo>
                  <a:lnTo>
                    <a:pt x="53" y="193"/>
                  </a:lnTo>
                  <a:lnTo>
                    <a:pt x="67" y="161"/>
                  </a:lnTo>
                  <a:lnTo>
                    <a:pt x="82" y="132"/>
                  </a:lnTo>
                  <a:lnTo>
                    <a:pt x="99" y="105"/>
                  </a:lnTo>
                  <a:lnTo>
                    <a:pt x="117" y="81"/>
                  </a:lnTo>
                  <a:lnTo>
                    <a:pt x="137" y="61"/>
                  </a:lnTo>
                  <a:lnTo>
                    <a:pt x="157" y="43"/>
                  </a:lnTo>
                  <a:lnTo>
                    <a:pt x="178" y="30"/>
                  </a:lnTo>
                  <a:lnTo>
                    <a:pt x="201" y="20"/>
                  </a:lnTo>
                  <a:lnTo>
                    <a:pt x="223" y="14"/>
                  </a:lnTo>
                  <a:lnTo>
                    <a:pt x="246" y="12"/>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7457" name="Freeform 75"/>
            <p:cNvSpPr>
              <a:spLocks/>
            </p:cNvSpPr>
            <p:nvPr/>
          </p:nvSpPr>
          <p:spPr bwMode="auto">
            <a:xfrm>
              <a:off x="1565" y="2016"/>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0" y="339"/>
                  </a:lnTo>
                  <a:lnTo>
                    <a:pt x="234" y="299"/>
                  </a:lnTo>
                  <a:lnTo>
                    <a:pt x="226" y="261"/>
                  </a:lnTo>
                  <a:lnTo>
                    <a:pt x="216" y="223"/>
                  </a:lnTo>
                  <a:lnTo>
                    <a:pt x="204" y="189"/>
                  </a:lnTo>
                  <a:lnTo>
                    <a:pt x="190" y="156"/>
                  </a:lnTo>
                  <a:lnTo>
                    <a:pt x="174" y="125"/>
                  </a:lnTo>
                  <a:lnTo>
                    <a:pt x="156" y="98"/>
                  </a:lnTo>
                  <a:lnTo>
                    <a:pt x="138" y="74"/>
                  </a:lnTo>
                  <a:lnTo>
                    <a:pt x="118" y="51"/>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9" y="81"/>
                  </a:lnTo>
                  <a:lnTo>
                    <a:pt x="147" y="105"/>
                  </a:lnTo>
                  <a:lnTo>
                    <a:pt x="164" y="132"/>
                  </a:lnTo>
                  <a:lnTo>
                    <a:pt x="178" y="160"/>
                  </a:lnTo>
                  <a:lnTo>
                    <a:pt x="192" y="193"/>
                  </a:lnTo>
                  <a:lnTo>
                    <a:pt x="204" y="227"/>
                  </a:lnTo>
                  <a:lnTo>
                    <a:pt x="215" y="264"/>
                  </a:lnTo>
                  <a:lnTo>
                    <a:pt x="223" y="301"/>
                  </a:lnTo>
                  <a:lnTo>
                    <a:pt x="229"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7458" name="Freeform 76"/>
            <p:cNvSpPr>
              <a:spLocks/>
            </p:cNvSpPr>
            <p:nvPr/>
          </p:nvSpPr>
          <p:spPr bwMode="auto">
            <a:xfrm>
              <a:off x="1565" y="2101"/>
              <a:ext cx="49" cy="85"/>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6" y="423"/>
                  </a:lnTo>
                  <a:lnTo>
                    <a:pt x="51" y="418"/>
                  </a:lnTo>
                  <a:lnTo>
                    <a:pt x="74" y="407"/>
                  </a:lnTo>
                  <a:lnTo>
                    <a:pt x="96" y="392"/>
                  </a:lnTo>
                  <a:lnTo>
                    <a:pt x="118" y="373"/>
                  </a:lnTo>
                  <a:lnTo>
                    <a:pt x="138" y="351"/>
                  </a:lnTo>
                  <a:lnTo>
                    <a:pt x="156" y="327"/>
                  </a:lnTo>
                  <a:lnTo>
                    <a:pt x="175" y="299"/>
                  </a:lnTo>
                  <a:lnTo>
                    <a:pt x="190" y="269"/>
                  </a:lnTo>
                  <a:lnTo>
                    <a:pt x="204" y="236"/>
                  </a:lnTo>
                  <a:lnTo>
                    <a:pt x="216" y="202"/>
                  </a:lnTo>
                  <a:lnTo>
                    <a:pt x="226" y="164"/>
                  </a:lnTo>
                  <a:lnTo>
                    <a:pt x="234" y="126"/>
                  </a:lnTo>
                  <a:lnTo>
                    <a:pt x="240" y="86"/>
                  </a:lnTo>
                  <a:lnTo>
                    <a:pt x="244" y="42"/>
                  </a:lnTo>
                  <a:lnTo>
                    <a:pt x="245" y="0"/>
                  </a:lnTo>
                  <a:lnTo>
                    <a:pt x="233" y="0"/>
                  </a:lnTo>
                  <a:lnTo>
                    <a:pt x="232" y="42"/>
                  </a:lnTo>
                  <a:lnTo>
                    <a:pt x="229" y="83"/>
                  </a:lnTo>
                  <a:lnTo>
                    <a:pt x="223" y="123"/>
                  </a:lnTo>
                  <a:lnTo>
                    <a:pt x="215" y="162"/>
                  </a:lnTo>
                  <a:lnTo>
                    <a:pt x="204" y="197"/>
                  </a:lnTo>
                  <a:lnTo>
                    <a:pt x="192" y="231"/>
                  </a:lnTo>
                  <a:lnTo>
                    <a:pt x="178" y="264"/>
                  </a:lnTo>
                  <a:lnTo>
                    <a:pt x="163" y="292"/>
                  </a:lnTo>
                  <a:lnTo>
                    <a:pt x="147" y="320"/>
                  </a:lnTo>
                  <a:lnTo>
                    <a:pt x="129" y="344"/>
                  </a:lnTo>
                  <a:lnTo>
                    <a:pt x="109" y="364"/>
                  </a:lnTo>
                  <a:lnTo>
                    <a:pt x="89" y="382"/>
                  </a:lnTo>
                  <a:lnTo>
                    <a:pt x="67" y="395"/>
                  </a:lnTo>
                  <a:lnTo>
                    <a:pt x="46" y="406"/>
                  </a:lnTo>
                  <a:lnTo>
                    <a:pt x="24"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7459" name="Freeform 77"/>
            <p:cNvSpPr>
              <a:spLocks/>
            </p:cNvSpPr>
            <p:nvPr/>
          </p:nvSpPr>
          <p:spPr bwMode="auto">
            <a:xfrm>
              <a:off x="1516" y="2101"/>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5" y="86"/>
                  </a:lnTo>
                  <a:lnTo>
                    <a:pt x="11" y="126"/>
                  </a:lnTo>
                  <a:lnTo>
                    <a:pt x="19" y="164"/>
                  </a:lnTo>
                  <a:lnTo>
                    <a:pt x="30" y="202"/>
                  </a:lnTo>
                  <a:lnTo>
                    <a:pt x="41" y="236"/>
                  </a:lnTo>
                  <a:lnTo>
                    <a:pt x="55" y="269"/>
                  </a:lnTo>
                  <a:lnTo>
                    <a:pt x="71" y="299"/>
                  </a:lnTo>
                  <a:lnTo>
                    <a:pt x="89" y="327"/>
                  </a:lnTo>
                  <a:lnTo>
                    <a:pt x="107" y="351"/>
                  </a:lnTo>
                  <a:lnTo>
                    <a:pt x="127" y="373"/>
                  </a:lnTo>
                  <a:lnTo>
                    <a:pt x="149" y="392"/>
                  </a:lnTo>
                  <a:lnTo>
                    <a:pt x="171" y="407"/>
                  </a:lnTo>
                  <a:lnTo>
                    <a:pt x="195" y="418"/>
                  </a:lnTo>
                  <a:lnTo>
                    <a:pt x="219" y="423"/>
                  </a:lnTo>
                  <a:lnTo>
                    <a:pt x="245" y="426"/>
                  </a:lnTo>
                  <a:lnTo>
                    <a:pt x="245" y="414"/>
                  </a:lnTo>
                  <a:lnTo>
                    <a:pt x="222" y="412"/>
                  </a:lnTo>
                  <a:lnTo>
                    <a:pt x="199" y="406"/>
                  </a:lnTo>
                  <a:lnTo>
                    <a:pt x="178" y="395"/>
                  </a:lnTo>
                  <a:lnTo>
                    <a:pt x="156" y="382"/>
                  </a:lnTo>
                  <a:lnTo>
                    <a:pt x="136" y="364"/>
                  </a:lnTo>
                  <a:lnTo>
                    <a:pt x="116" y="344"/>
                  </a:lnTo>
                  <a:lnTo>
                    <a:pt x="99" y="320"/>
                  </a:lnTo>
                  <a:lnTo>
                    <a:pt x="82" y="292"/>
                  </a:lnTo>
                  <a:lnTo>
                    <a:pt x="67" y="264"/>
                  </a:lnTo>
                  <a:lnTo>
                    <a:pt x="53" y="231"/>
                  </a:lnTo>
                  <a:lnTo>
                    <a:pt x="41" y="197"/>
                  </a:lnTo>
                  <a:lnTo>
                    <a:pt x="31" y="162"/>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7460" name="Freeform 78"/>
            <p:cNvSpPr>
              <a:spLocks/>
            </p:cNvSpPr>
            <p:nvPr/>
          </p:nvSpPr>
          <p:spPr bwMode="auto">
            <a:xfrm>
              <a:off x="1516" y="2016"/>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5" y="8"/>
                  </a:lnTo>
                  <a:lnTo>
                    <a:pt x="171" y="19"/>
                  </a:lnTo>
                  <a:lnTo>
                    <a:pt x="149" y="34"/>
                  </a:lnTo>
                  <a:lnTo>
                    <a:pt x="127" y="51"/>
                  </a:lnTo>
                  <a:lnTo>
                    <a:pt x="107" y="74"/>
                  </a:lnTo>
                  <a:lnTo>
                    <a:pt x="89" y="98"/>
                  </a:lnTo>
                  <a:lnTo>
                    <a:pt x="72" y="125"/>
                  </a:lnTo>
                  <a:lnTo>
                    <a:pt x="55" y="156"/>
                  </a:lnTo>
                  <a:lnTo>
                    <a:pt x="41" y="189"/>
                  </a:lnTo>
                  <a:lnTo>
                    <a:pt x="30" y="223"/>
                  </a:lnTo>
                  <a:lnTo>
                    <a:pt x="19" y="261"/>
                  </a:lnTo>
                  <a:lnTo>
                    <a:pt x="11" y="299"/>
                  </a:lnTo>
                  <a:lnTo>
                    <a:pt x="5" y="339"/>
                  </a:lnTo>
                  <a:lnTo>
                    <a:pt x="1" y="382"/>
                  </a:lnTo>
                  <a:lnTo>
                    <a:pt x="0" y="424"/>
                  </a:lnTo>
                  <a:lnTo>
                    <a:pt x="12" y="424"/>
                  </a:lnTo>
                  <a:lnTo>
                    <a:pt x="13" y="382"/>
                  </a:lnTo>
                  <a:lnTo>
                    <a:pt x="17" y="341"/>
                  </a:lnTo>
                  <a:lnTo>
                    <a:pt x="23" y="301"/>
                  </a:lnTo>
                  <a:lnTo>
                    <a:pt x="31" y="264"/>
                  </a:lnTo>
                  <a:lnTo>
                    <a:pt x="41" y="227"/>
                  </a:lnTo>
                  <a:lnTo>
                    <a:pt x="53" y="193"/>
                  </a:lnTo>
                  <a:lnTo>
                    <a:pt x="67" y="160"/>
                  </a:lnTo>
                  <a:lnTo>
                    <a:pt x="81" y="132"/>
                  </a:lnTo>
                  <a:lnTo>
                    <a:pt x="99" y="105"/>
                  </a:lnTo>
                  <a:lnTo>
                    <a:pt x="116" y="81"/>
                  </a:lnTo>
                  <a:lnTo>
                    <a:pt x="136" y="61"/>
                  </a:lnTo>
                  <a:lnTo>
                    <a:pt x="156" y="43"/>
                  </a:lnTo>
                  <a:lnTo>
                    <a:pt x="178" y="30"/>
                  </a:lnTo>
                  <a:lnTo>
                    <a:pt x="199" y="20"/>
                  </a:lnTo>
                  <a:lnTo>
                    <a:pt x="222"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grpSp>
        <p:nvGrpSpPr>
          <p:cNvPr id="187402" name="Group 79"/>
          <p:cNvGrpSpPr>
            <a:grpSpLocks/>
          </p:cNvGrpSpPr>
          <p:nvPr/>
        </p:nvGrpSpPr>
        <p:grpSpPr bwMode="auto">
          <a:xfrm rot="-223274">
            <a:off x="1931988" y="2795588"/>
            <a:ext cx="744537" cy="733425"/>
            <a:chOff x="2757" y="1666"/>
            <a:chExt cx="812" cy="800"/>
          </a:xfrm>
        </p:grpSpPr>
        <p:sp>
          <p:nvSpPr>
            <p:cNvPr id="187404" name="Freeform 80"/>
            <p:cNvSpPr>
              <a:spLocks/>
            </p:cNvSpPr>
            <p:nvPr/>
          </p:nvSpPr>
          <p:spPr bwMode="auto">
            <a:xfrm>
              <a:off x="2762" y="1667"/>
              <a:ext cx="807" cy="584"/>
            </a:xfrm>
            <a:custGeom>
              <a:avLst/>
              <a:gdLst>
                <a:gd name="T0" fmla="*/ 497 w 807"/>
                <a:gd name="T1" fmla="*/ 583 h 584"/>
                <a:gd name="T2" fmla="*/ 0 w 807"/>
                <a:gd name="T3" fmla="*/ 452 h 584"/>
                <a:gd name="T4" fmla="*/ 337 w 807"/>
                <a:gd name="T5" fmla="*/ 0 h 584"/>
                <a:gd name="T6" fmla="*/ 806 w 807"/>
                <a:gd name="T7" fmla="*/ 98 h 584"/>
                <a:gd name="T8" fmla="*/ 497 w 807"/>
                <a:gd name="T9" fmla="*/ 583 h 584"/>
                <a:gd name="T10" fmla="*/ 0 60000 65536"/>
                <a:gd name="T11" fmla="*/ 0 60000 65536"/>
                <a:gd name="T12" fmla="*/ 0 60000 65536"/>
                <a:gd name="T13" fmla="*/ 0 60000 65536"/>
                <a:gd name="T14" fmla="*/ 0 60000 65536"/>
                <a:gd name="T15" fmla="*/ 0 w 807"/>
                <a:gd name="T16" fmla="*/ 0 h 584"/>
                <a:gd name="T17" fmla="*/ 807 w 807"/>
                <a:gd name="T18" fmla="*/ 584 h 584"/>
              </a:gdLst>
              <a:ahLst/>
              <a:cxnLst>
                <a:cxn ang="T10">
                  <a:pos x="T0" y="T1"/>
                </a:cxn>
                <a:cxn ang="T11">
                  <a:pos x="T2" y="T3"/>
                </a:cxn>
                <a:cxn ang="T12">
                  <a:pos x="T4" y="T5"/>
                </a:cxn>
                <a:cxn ang="T13">
                  <a:pos x="T6" y="T7"/>
                </a:cxn>
                <a:cxn ang="T14">
                  <a:pos x="T8" y="T9"/>
                </a:cxn>
              </a:cxnLst>
              <a:rect l="T15" t="T16" r="T17" b="T18"/>
              <a:pathLst>
                <a:path w="807" h="584">
                  <a:moveTo>
                    <a:pt x="497" y="583"/>
                  </a:moveTo>
                  <a:lnTo>
                    <a:pt x="0" y="452"/>
                  </a:lnTo>
                  <a:lnTo>
                    <a:pt x="337" y="0"/>
                  </a:lnTo>
                  <a:lnTo>
                    <a:pt x="806" y="98"/>
                  </a:lnTo>
                  <a:lnTo>
                    <a:pt x="497" y="583"/>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187405" name="Freeform 81"/>
            <p:cNvSpPr>
              <a:spLocks/>
            </p:cNvSpPr>
            <p:nvPr/>
          </p:nvSpPr>
          <p:spPr bwMode="auto">
            <a:xfrm>
              <a:off x="2882" y="1861"/>
              <a:ext cx="578" cy="384"/>
            </a:xfrm>
            <a:custGeom>
              <a:avLst/>
              <a:gdLst>
                <a:gd name="T0" fmla="*/ 377 w 578"/>
                <a:gd name="T1" fmla="*/ 383 h 384"/>
                <a:gd name="T2" fmla="*/ 0 w 578"/>
                <a:gd name="T3" fmla="*/ 291 h 384"/>
                <a:gd name="T4" fmla="*/ 217 w 578"/>
                <a:gd name="T5" fmla="*/ 0 h 384"/>
                <a:gd name="T6" fmla="*/ 577 w 578"/>
                <a:gd name="T7" fmla="*/ 74 h 384"/>
                <a:gd name="T8" fmla="*/ 377 w 578"/>
                <a:gd name="T9" fmla="*/ 383 h 384"/>
                <a:gd name="T10" fmla="*/ 0 60000 65536"/>
                <a:gd name="T11" fmla="*/ 0 60000 65536"/>
                <a:gd name="T12" fmla="*/ 0 60000 65536"/>
                <a:gd name="T13" fmla="*/ 0 60000 65536"/>
                <a:gd name="T14" fmla="*/ 0 60000 65536"/>
                <a:gd name="T15" fmla="*/ 0 w 578"/>
                <a:gd name="T16" fmla="*/ 0 h 384"/>
                <a:gd name="T17" fmla="*/ 578 w 578"/>
                <a:gd name="T18" fmla="*/ 384 h 384"/>
              </a:gdLst>
              <a:ahLst/>
              <a:cxnLst>
                <a:cxn ang="T10">
                  <a:pos x="T0" y="T1"/>
                </a:cxn>
                <a:cxn ang="T11">
                  <a:pos x="T2" y="T3"/>
                </a:cxn>
                <a:cxn ang="T12">
                  <a:pos x="T4" y="T5"/>
                </a:cxn>
                <a:cxn ang="T13">
                  <a:pos x="T6" y="T7"/>
                </a:cxn>
                <a:cxn ang="T14">
                  <a:pos x="T8" y="T9"/>
                </a:cxn>
              </a:cxnLst>
              <a:rect l="T15" t="T16" r="T17" b="T18"/>
              <a:pathLst>
                <a:path w="578" h="384">
                  <a:moveTo>
                    <a:pt x="377" y="383"/>
                  </a:moveTo>
                  <a:lnTo>
                    <a:pt x="0" y="291"/>
                  </a:lnTo>
                  <a:lnTo>
                    <a:pt x="217" y="0"/>
                  </a:lnTo>
                  <a:lnTo>
                    <a:pt x="577" y="74"/>
                  </a:lnTo>
                  <a:lnTo>
                    <a:pt x="377" y="383"/>
                  </a:lnTo>
                </a:path>
              </a:pathLst>
            </a:custGeom>
            <a:solidFill>
              <a:srgbClr val="E22B00"/>
            </a:solidFill>
            <a:ln>
              <a:noFill/>
            </a:ln>
            <a:extLst>
              <a:ext uri="{91240B29-F687-4F45-9708-019B960494DF}">
                <a14:hiddenLine xmlns:a14="http://schemas.microsoft.com/office/drawing/2010/main" w="12700" cap="rnd" cmpd="sng">
                  <a:solidFill>
                    <a:srgbClr val="000000"/>
                  </a:solidFill>
                  <a:prstDash val="solid"/>
                  <a:round/>
                  <a:headEnd type="none" w="med" len="med"/>
                  <a:tailEnd type="none" w="med" len="med"/>
                </a14:hiddenLine>
              </a:ext>
            </a:extLst>
          </p:spPr>
          <p:txBody>
            <a:bodyPr/>
            <a:lstStyle/>
            <a:p>
              <a:endParaRPr lang="fr-FR"/>
            </a:p>
          </p:txBody>
        </p:sp>
        <p:sp>
          <p:nvSpPr>
            <p:cNvPr id="187406" name="Line 82"/>
            <p:cNvSpPr>
              <a:spLocks noChangeShapeType="1"/>
            </p:cNvSpPr>
            <p:nvPr/>
          </p:nvSpPr>
          <p:spPr bwMode="auto">
            <a:xfrm>
              <a:off x="3102" y="1862"/>
              <a:ext cx="352" cy="7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fr-FR"/>
            </a:p>
          </p:txBody>
        </p:sp>
        <p:sp>
          <p:nvSpPr>
            <p:cNvPr id="187407" name="Freeform 83"/>
            <p:cNvSpPr>
              <a:spLocks/>
            </p:cNvSpPr>
            <p:nvPr/>
          </p:nvSpPr>
          <p:spPr bwMode="auto">
            <a:xfrm>
              <a:off x="2762" y="1666"/>
              <a:ext cx="337" cy="485"/>
            </a:xfrm>
            <a:custGeom>
              <a:avLst/>
              <a:gdLst>
                <a:gd name="T0" fmla="*/ 336 w 337"/>
                <a:gd name="T1" fmla="*/ 194 h 485"/>
                <a:gd name="T2" fmla="*/ 118 w 337"/>
                <a:gd name="T3" fmla="*/ 484 h 485"/>
                <a:gd name="T4" fmla="*/ 0 w 337"/>
                <a:gd name="T5" fmla="*/ 452 h 485"/>
                <a:gd name="T6" fmla="*/ 336 w 337"/>
                <a:gd name="T7" fmla="*/ 0 h 485"/>
                <a:gd name="T8" fmla="*/ 336 w 337"/>
                <a:gd name="T9" fmla="*/ 152 h 485"/>
                <a:gd name="T10" fmla="*/ 336 w 337"/>
                <a:gd name="T11" fmla="*/ 194 h 485"/>
                <a:gd name="T12" fmla="*/ 0 60000 65536"/>
                <a:gd name="T13" fmla="*/ 0 60000 65536"/>
                <a:gd name="T14" fmla="*/ 0 60000 65536"/>
                <a:gd name="T15" fmla="*/ 0 60000 65536"/>
                <a:gd name="T16" fmla="*/ 0 60000 65536"/>
                <a:gd name="T17" fmla="*/ 0 60000 65536"/>
                <a:gd name="T18" fmla="*/ 0 w 337"/>
                <a:gd name="T19" fmla="*/ 0 h 485"/>
                <a:gd name="T20" fmla="*/ 337 w 337"/>
                <a:gd name="T21" fmla="*/ 485 h 485"/>
              </a:gdLst>
              <a:ahLst/>
              <a:cxnLst>
                <a:cxn ang="T12">
                  <a:pos x="T0" y="T1"/>
                </a:cxn>
                <a:cxn ang="T13">
                  <a:pos x="T2" y="T3"/>
                </a:cxn>
                <a:cxn ang="T14">
                  <a:pos x="T4" y="T5"/>
                </a:cxn>
                <a:cxn ang="T15">
                  <a:pos x="T6" y="T7"/>
                </a:cxn>
                <a:cxn ang="T16">
                  <a:pos x="T8" y="T9"/>
                </a:cxn>
                <a:cxn ang="T17">
                  <a:pos x="T10" y="T11"/>
                </a:cxn>
              </a:cxnLst>
              <a:rect l="T18" t="T19" r="T20" b="T21"/>
              <a:pathLst>
                <a:path w="337" h="485">
                  <a:moveTo>
                    <a:pt x="336" y="194"/>
                  </a:moveTo>
                  <a:lnTo>
                    <a:pt x="118" y="484"/>
                  </a:lnTo>
                  <a:lnTo>
                    <a:pt x="0" y="452"/>
                  </a:lnTo>
                  <a:lnTo>
                    <a:pt x="336" y="0"/>
                  </a:lnTo>
                  <a:lnTo>
                    <a:pt x="336" y="152"/>
                  </a:lnTo>
                  <a:lnTo>
                    <a:pt x="336" y="194"/>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187408" name="Freeform 84"/>
            <p:cNvSpPr>
              <a:spLocks/>
            </p:cNvSpPr>
            <p:nvPr/>
          </p:nvSpPr>
          <p:spPr bwMode="auto">
            <a:xfrm>
              <a:off x="2757" y="2124"/>
              <a:ext cx="509" cy="339"/>
            </a:xfrm>
            <a:custGeom>
              <a:avLst/>
              <a:gdLst>
                <a:gd name="T0" fmla="*/ 0 w 506"/>
                <a:gd name="T1" fmla="*/ 0 h 345"/>
                <a:gd name="T2" fmla="*/ 1 w 506"/>
                <a:gd name="T3" fmla="*/ 198 h 345"/>
                <a:gd name="T4" fmla="*/ 514 w 506"/>
                <a:gd name="T5" fmla="*/ 326 h 345"/>
                <a:gd name="T6" fmla="*/ 513 w 506"/>
                <a:gd name="T7" fmla="*/ 124 h 345"/>
                <a:gd name="T8" fmla="*/ 0 60000 65536"/>
                <a:gd name="T9" fmla="*/ 0 60000 65536"/>
                <a:gd name="T10" fmla="*/ 0 60000 65536"/>
                <a:gd name="T11" fmla="*/ 0 60000 65536"/>
                <a:gd name="T12" fmla="*/ 0 w 506"/>
                <a:gd name="T13" fmla="*/ 0 h 345"/>
                <a:gd name="T14" fmla="*/ 506 w 506"/>
                <a:gd name="T15" fmla="*/ 345 h 345"/>
              </a:gdLst>
              <a:ahLst/>
              <a:cxnLst>
                <a:cxn ang="T8">
                  <a:pos x="T0" y="T1"/>
                </a:cxn>
                <a:cxn ang="T9">
                  <a:pos x="T2" y="T3"/>
                </a:cxn>
                <a:cxn ang="T10">
                  <a:pos x="T4" y="T5"/>
                </a:cxn>
                <a:cxn ang="T11">
                  <a:pos x="T6" y="T7"/>
                </a:cxn>
              </a:cxnLst>
              <a:rect l="T12" t="T13" r="T14" b="T15"/>
              <a:pathLst>
                <a:path w="506" h="345">
                  <a:moveTo>
                    <a:pt x="0" y="0"/>
                  </a:moveTo>
                  <a:lnTo>
                    <a:pt x="1" y="209"/>
                  </a:lnTo>
                  <a:lnTo>
                    <a:pt x="505" y="344"/>
                  </a:lnTo>
                  <a:lnTo>
                    <a:pt x="504" y="130"/>
                  </a:lnTo>
                </a:path>
              </a:pathLst>
            </a:custGeom>
            <a:solidFill>
              <a:srgbClr val="FC2C1C"/>
            </a:solidFill>
            <a:ln w="12700" cap="rnd" cmpd="sng">
              <a:solidFill>
                <a:schemeClr val="bg2"/>
              </a:solidFill>
              <a:prstDash val="solid"/>
              <a:round/>
              <a:headEnd type="none" w="med" len="med"/>
              <a:tailEnd type="none" w="med" len="med"/>
            </a:ln>
          </p:spPr>
          <p:txBody>
            <a:bodyPr/>
            <a:lstStyle/>
            <a:p>
              <a:endParaRPr lang="fr-FR"/>
            </a:p>
          </p:txBody>
        </p:sp>
        <p:sp>
          <p:nvSpPr>
            <p:cNvPr id="187409" name="AutoShape 85"/>
            <p:cNvSpPr>
              <a:spLocks noChangeArrowheads="1"/>
            </p:cNvSpPr>
            <p:nvPr/>
          </p:nvSpPr>
          <p:spPr bwMode="auto">
            <a:xfrm rot="16200000" flipH="1">
              <a:off x="3067" y="1967"/>
              <a:ext cx="693" cy="306"/>
            </a:xfrm>
            <a:prstGeom prst="parallelogram">
              <a:avLst>
                <a:gd name="adj" fmla="val 156202"/>
              </a:avLst>
            </a:prstGeom>
            <a:solidFill>
              <a:srgbClr val="FC2C1C"/>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sp>
        <p:nvSpPr>
          <p:cNvPr id="187403" name="Text Box 86"/>
          <p:cNvSpPr txBox="1">
            <a:spLocks noChangeArrowheads="1"/>
          </p:cNvSpPr>
          <p:nvPr/>
        </p:nvSpPr>
        <p:spPr bwMode="auto">
          <a:xfrm>
            <a:off x="604838" y="5259388"/>
            <a:ext cx="6543675" cy="4429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eaLnBrk="1" hangingPunct="1">
              <a:spcBef>
                <a:spcPct val="0"/>
              </a:spcBef>
              <a:buFontTx/>
              <a:buNone/>
            </a:pPr>
            <a:r>
              <a:rPr lang="fr-FR" altLang="fr-FR" sz="2300"/>
              <a:t>4. Pointez la production sur votre feuille de suivi</a:t>
            </a:r>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88419" name="Group 3"/>
          <p:cNvGrpSpPr>
            <a:grpSpLocks/>
          </p:cNvGrpSpPr>
          <p:nvPr/>
        </p:nvGrpSpPr>
        <p:grpSpPr bwMode="auto">
          <a:xfrm>
            <a:off x="7073900" y="215900"/>
            <a:ext cx="1878013" cy="1250950"/>
            <a:chOff x="4456" y="136"/>
            <a:chExt cx="1183" cy="788"/>
          </a:xfrm>
        </p:grpSpPr>
        <p:grpSp>
          <p:nvGrpSpPr>
            <p:cNvPr id="188485" name="Group 4"/>
            <p:cNvGrpSpPr>
              <a:grpSpLocks/>
            </p:cNvGrpSpPr>
            <p:nvPr/>
          </p:nvGrpSpPr>
          <p:grpSpPr bwMode="auto">
            <a:xfrm>
              <a:off x="4766" y="232"/>
              <a:ext cx="873" cy="692"/>
              <a:chOff x="2185" y="310"/>
              <a:chExt cx="873" cy="692"/>
            </a:xfrm>
          </p:grpSpPr>
          <p:sp>
            <p:nvSpPr>
              <p:cNvPr id="188496" name="Freeform 5"/>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accent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8497" name="Freeform 6"/>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8498" name="Freeform 7"/>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8499" name="Freeform 8"/>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8500" name="Freeform 9"/>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8501" name="Freeform 10"/>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8502" name="Freeform 11"/>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grpSp>
          <p:nvGrpSpPr>
            <p:cNvPr id="188486" name="Group 12"/>
            <p:cNvGrpSpPr>
              <a:grpSpLocks/>
            </p:cNvGrpSpPr>
            <p:nvPr/>
          </p:nvGrpSpPr>
          <p:grpSpPr bwMode="auto">
            <a:xfrm>
              <a:off x="4949" y="336"/>
              <a:ext cx="591" cy="468"/>
              <a:chOff x="2185" y="310"/>
              <a:chExt cx="873" cy="692"/>
            </a:xfrm>
          </p:grpSpPr>
          <p:sp>
            <p:nvSpPr>
              <p:cNvPr id="188489" name="Freeform 13"/>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8490" name="Freeform 14"/>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8491" name="Freeform 15"/>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8492" name="Freeform 16"/>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8493" name="Freeform 17"/>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8494" name="Freeform 18"/>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8495" name="Freeform 19"/>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pic>
          <p:nvPicPr>
            <p:cNvPr id="188487" name="Picture 20"/>
            <p:cNvPicPr>
              <a:picLocks noChangeAspect="1" noChangeArrowheads="1"/>
            </p:cNvPicPr>
            <p:nvPr/>
          </p:nvPicPr>
          <p:blipFill>
            <a:blip r:embed="rId3" cstate="print">
              <a:extLst>
                <a:ext uri="{28A0092B-C50C-407E-A947-70E740481C1C}">
                  <a14:useLocalDpi xmlns:a14="http://schemas.microsoft.com/office/drawing/2010/main" val="0"/>
                </a:ext>
              </a:extLst>
            </a:blip>
            <a:srcRect l="-4282" t="-4369" r="-5199" b="-12012"/>
            <a:stretch>
              <a:fillRect/>
            </a:stretch>
          </p:blipFill>
          <p:spPr bwMode="auto">
            <a:xfrm>
              <a:off x="4456" y="136"/>
              <a:ext cx="480" cy="5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88488" name="Text Box 21"/>
            <p:cNvSpPr txBox="1">
              <a:spLocks noChangeArrowheads="1"/>
            </p:cNvSpPr>
            <p:nvPr/>
          </p:nvSpPr>
          <p:spPr bwMode="auto">
            <a:xfrm>
              <a:off x="4946" y="314"/>
              <a:ext cx="596" cy="49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4500" b="1">
                  <a:solidFill>
                    <a:srgbClr val="FF0000"/>
                  </a:solidFill>
                  <a:latin typeface="Arial Black" pitchFamily="34" charset="0"/>
                </a:rPr>
                <a:t>11</a:t>
              </a:r>
              <a:endParaRPr lang="fr-FR" altLang="fr-FR" sz="3200">
                <a:solidFill>
                  <a:schemeClr val="tx1"/>
                </a:solidFill>
                <a:latin typeface="Arial Black" pitchFamily="34" charset="0"/>
              </a:endParaRPr>
            </a:p>
          </p:txBody>
        </p:sp>
      </p:grpSp>
      <p:sp>
        <p:nvSpPr>
          <p:cNvPr id="188420" name="Text Box 22"/>
          <p:cNvSpPr txBox="1">
            <a:spLocks noChangeArrowheads="1"/>
          </p:cNvSpPr>
          <p:nvPr/>
        </p:nvSpPr>
        <p:spPr bwMode="auto">
          <a:xfrm>
            <a:off x="1938338" y="3533775"/>
            <a:ext cx="828675"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a:spcBef>
                <a:spcPct val="0"/>
              </a:spcBef>
              <a:buFontTx/>
              <a:buNone/>
            </a:pPr>
            <a:r>
              <a:rPr lang="fr-FR" altLang="fr-FR" sz="2400">
                <a:solidFill>
                  <a:srgbClr val="FC2C1C"/>
                </a:solidFill>
              </a:rPr>
              <a:t>1 R6</a:t>
            </a:r>
          </a:p>
        </p:txBody>
      </p:sp>
      <p:sp>
        <p:nvSpPr>
          <p:cNvPr id="188421" name="Rectangle 23"/>
          <p:cNvSpPr>
            <a:spLocks noGrp="1" noChangeArrowheads="1"/>
          </p:cNvSpPr>
          <p:nvPr>
            <p:ph type="title"/>
          </p:nvPr>
        </p:nvSpPr>
        <p:spPr>
          <a:xfrm>
            <a:off x="611188" y="0"/>
            <a:ext cx="6388100" cy="647700"/>
          </a:xfrm>
        </p:spPr>
        <p:txBody>
          <a:bodyPr/>
          <a:lstStyle/>
          <a:p>
            <a:pPr eaLnBrk="1" hangingPunct="1"/>
            <a:r>
              <a:rPr lang="fr-FR" altLang="fr-FR"/>
              <a:t>Sem. 4 - Mardi</a:t>
            </a:r>
          </a:p>
        </p:txBody>
      </p:sp>
      <p:sp>
        <p:nvSpPr>
          <p:cNvPr id="188422" name="Text Box 24"/>
          <p:cNvSpPr txBox="1">
            <a:spLocks noChangeArrowheads="1"/>
          </p:cNvSpPr>
          <p:nvPr/>
        </p:nvSpPr>
        <p:spPr bwMode="auto">
          <a:xfrm>
            <a:off x="574675" y="2030413"/>
            <a:ext cx="3557588"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2. Livrez les commandes</a:t>
            </a:r>
          </a:p>
        </p:txBody>
      </p:sp>
      <p:sp>
        <p:nvSpPr>
          <p:cNvPr id="188423" name="Text Box 25"/>
          <p:cNvSpPr txBox="1">
            <a:spLocks noChangeArrowheads="1"/>
          </p:cNvSpPr>
          <p:nvPr/>
        </p:nvSpPr>
        <p:spPr bwMode="auto">
          <a:xfrm>
            <a:off x="566738" y="1154113"/>
            <a:ext cx="1946275"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1. Tirez le dé</a:t>
            </a:r>
          </a:p>
        </p:txBody>
      </p:sp>
      <p:sp>
        <p:nvSpPr>
          <p:cNvPr id="188424" name="Text Box 26"/>
          <p:cNvSpPr txBox="1">
            <a:spLocks noChangeArrowheads="1"/>
          </p:cNvSpPr>
          <p:nvPr/>
        </p:nvSpPr>
        <p:spPr bwMode="auto">
          <a:xfrm>
            <a:off x="579438" y="4316413"/>
            <a:ext cx="18796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3. Produisez</a:t>
            </a:r>
          </a:p>
        </p:txBody>
      </p:sp>
      <p:grpSp>
        <p:nvGrpSpPr>
          <p:cNvPr id="188425" name="Group 27"/>
          <p:cNvGrpSpPr>
            <a:grpSpLocks/>
          </p:cNvGrpSpPr>
          <p:nvPr/>
        </p:nvGrpSpPr>
        <p:grpSpPr bwMode="auto">
          <a:xfrm>
            <a:off x="2843213" y="1106488"/>
            <a:ext cx="446087" cy="534987"/>
            <a:chOff x="868" y="1439"/>
            <a:chExt cx="811" cy="972"/>
          </a:xfrm>
        </p:grpSpPr>
        <p:sp>
          <p:nvSpPr>
            <p:cNvPr id="188434" name="Freeform 28"/>
            <p:cNvSpPr>
              <a:spLocks/>
            </p:cNvSpPr>
            <p:nvPr/>
          </p:nvSpPr>
          <p:spPr bwMode="auto">
            <a:xfrm>
              <a:off x="1548" y="2014"/>
              <a:ext cx="123" cy="100"/>
            </a:xfrm>
            <a:custGeom>
              <a:avLst/>
              <a:gdLst>
                <a:gd name="T0" fmla="*/ 5 w 618"/>
                <a:gd name="T1" fmla="*/ 0 h 502"/>
                <a:gd name="T2" fmla="*/ 5 w 618"/>
                <a:gd name="T3" fmla="*/ 0 h 502"/>
                <a:gd name="T4" fmla="*/ 0 w 618"/>
                <a:gd name="T5" fmla="*/ 4 h 502"/>
                <a:gd name="T6" fmla="*/ 0 w 618"/>
                <a:gd name="T7" fmla="*/ 4 h 502"/>
                <a:gd name="T8" fmla="*/ 5 w 618"/>
                <a:gd name="T9" fmla="*/ 0 h 502"/>
                <a:gd name="T10" fmla="*/ 5 w 618"/>
                <a:gd name="T11" fmla="*/ 0 h 502"/>
                <a:gd name="T12" fmla="*/ 5 w 618"/>
                <a:gd name="T13" fmla="*/ 0 h 502"/>
                <a:gd name="T14" fmla="*/ 5 w 618"/>
                <a:gd name="T15" fmla="*/ 0 h 502"/>
                <a:gd name="T16" fmla="*/ 5 w 618"/>
                <a:gd name="T17" fmla="*/ 0 h 502"/>
                <a:gd name="T18" fmla="*/ 5 w 618"/>
                <a:gd name="T19" fmla="*/ 0 h 502"/>
                <a:gd name="T20" fmla="*/ 5 w 618"/>
                <a:gd name="T21" fmla="*/ 0 h 502"/>
                <a:gd name="T22" fmla="*/ 5 w 618"/>
                <a:gd name="T23" fmla="*/ 0 h 502"/>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618"/>
                <a:gd name="T37" fmla="*/ 0 h 502"/>
                <a:gd name="T38" fmla="*/ 618 w 618"/>
                <a:gd name="T39" fmla="*/ 502 h 502"/>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618" h="502">
                  <a:moveTo>
                    <a:pt x="611" y="0"/>
                  </a:moveTo>
                  <a:lnTo>
                    <a:pt x="606" y="2"/>
                  </a:lnTo>
                  <a:lnTo>
                    <a:pt x="0" y="490"/>
                  </a:lnTo>
                  <a:lnTo>
                    <a:pt x="10" y="502"/>
                  </a:lnTo>
                  <a:lnTo>
                    <a:pt x="616" y="14"/>
                  </a:lnTo>
                  <a:lnTo>
                    <a:pt x="611" y="16"/>
                  </a:lnTo>
                  <a:lnTo>
                    <a:pt x="616" y="14"/>
                  </a:lnTo>
                  <a:lnTo>
                    <a:pt x="618" y="9"/>
                  </a:lnTo>
                  <a:lnTo>
                    <a:pt x="617" y="3"/>
                  </a:lnTo>
                  <a:lnTo>
                    <a:pt x="612" y="1"/>
                  </a:lnTo>
                  <a:lnTo>
                    <a:pt x="606" y="2"/>
                  </a:lnTo>
                  <a:lnTo>
                    <a:pt x="611"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8435" name="Freeform 29"/>
            <p:cNvSpPr>
              <a:spLocks/>
            </p:cNvSpPr>
            <p:nvPr/>
          </p:nvSpPr>
          <p:spPr bwMode="auto">
            <a:xfrm>
              <a:off x="876" y="1852"/>
              <a:ext cx="82" cy="373"/>
            </a:xfrm>
            <a:custGeom>
              <a:avLst/>
              <a:gdLst>
                <a:gd name="T0" fmla="*/ 3 w 413"/>
                <a:gd name="T1" fmla="*/ 15 h 1865"/>
                <a:gd name="T2" fmla="*/ 3 w 413"/>
                <a:gd name="T3" fmla="*/ 15 h 1865"/>
                <a:gd name="T4" fmla="*/ 0 w 413"/>
                <a:gd name="T5" fmla="*/ 0 h 1865"/>
                <a:gd name="T6" fmla="*/ 0 w 413"/>
                <a:gd name="T7" fmla="*/ 0 h 1865"/>
                <a:gd name="T8" fmla="*/ 3 w 413"/>
                <a:gd name="T9" fmla="*/ 15 h 1865"/>
                <a:gd name="T10" fmla="*/ 3 w 413"/>
                <a:gd name="T11" fmla="*/ 15 h 1865"/>
                <a:gd name="T12" fmla="*/ 3 w 413"/>
                <a:gd name="T13" fmla="*/ 15 h 1865"/>
                <a:gd name="T14" fmla="*/ 3 w 413"/>
                <a:gd name="T15" fmla="*/ 15 h 1865"/>
                <a:gd name="T16" fmla="*/ 3 w 413"/>
                <a:gd name="T17" fmla="*/ 15 h 1865"/>
                <a:gd name="T18" fmla="*/ 3 w 413"/>
                <a:gd name="T19" fmla="*/ 15 h 1865"/>
                <a:gd name="T20" fmla="*/ 3 w 413"/>
                <a:gd name="T21" fmla="*/ 15 h 1865"/>
                <a:gd name="T22" fmla="*/ 3 w 413"/>
                <a:gd name="T23" fmla="*/ 15 h 186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413"/>
                <a:gd name="T37" fmla="*/ 0 h 1865"/>
                <a:gd name="T38" fmla="*/ 413 w 413"/>
                <a:gd name="T39" fmla="*/ 1865 h 1865"/>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413" h="1865">
                  <a:moveTo>
                    <a:pt x="400" y="1864"/>
                  </a:moveTo>
                  <a:lnTo>
                    <a:pt x="413" y="1856"/>
                  </a:lnTo>
                  <a:lnTo>
                    <a:pt x="17" y="0"/>
                  </a:lnTo>
                  <a:lnTo>
                    <a:pt x="0" y="2"/>
                  </a:lnTo>
                  <a:lnTo>
                    <a:pt x="396" y="1858"/>
                  </a:lnTo>
                  <a:lnTo>
                    <a:pt x="409" y="1850"/>
                  </a:lnTo>
                  <a:lnTo>
                    <a:pt x="396" y="1858"/>
                  </a:lnTo>
                  <a:lnTo>
                    <a:pt x="400" y="1864"/>
                  </a:lnTo>
                  <a:lnTo>
                    <a:pt x="406" y="1865"/>
                  </a:lnTo>
                  <a:lnTo>
                    <a:pt x="410" y="1862"/>
                  </a:lnTo>
                  <a:lnTo>
                    <a:pt x="413" y="1856"/>
                  </a:lnTo>
                  <a:lnTo>
                    <a:pt x="400" y="186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8436" name="Freeform 30"/>
            <p:cNvSpPr>
              <a:spLocks/>
            </p:cNvSpPr>
            <p:nvPr/>
          </p:nvSpPr>
          <p:spPr bwMode="auto">
            <a:xfrm>
              <a:off x="1282" y="1533"/>
              <a:ext cx="35" cy="161"/>
            </a:xfrm>
            <a:custGeom>
              <a:avLst/>
              <a:gdLst>
                <a:gd name="T0" fmla="*/ 1 w 175"/>
                <a:gd name="T1" fmla="*/ 6 h 807"/>
                <a:gd name="T2" fmla="*/ 1 w 175"/>
                <a:gd name="T3" fmla="*/ 6 h 807"/>
                <a:gd name="T4" fmla="*/ 1 w 175"/>
                <a:gd name="T5" fmla="*/ 6 h 807"/>
                <a:gd name="T6" fmla="*/ 1 w 175"/>
                <a:gd name="T7" fmla="*/ 5 h 807"/>
                <a:gd name="T8" fmla="*/ 1 w 175"/>
                <a:gd name="T9" fmla="*/ 5 h 807"/>
                <a:gd name="T10" fmla="*/ 1 w 175"/>
                <a:gd name="T11" fmla="*/ 5 h 807"/>
                <a:gd name="T12" fmla="*/ 1 w 175"/>
                <a:gd name="T13" fmla="*/ 4 h 807"/>
                <a:gd name="T14" fmla="*/ 1 w 175"/>
                <a:gd name="T15" fmla="*/ 4 h 807"/>
                <a:gd name="T16" fmla="*/ 1 w 175"/>
                <a:gd name="T17" fmla="*/ 3 h 807"/>
                <a:gd name="T18" fmla="*/ 1 w 175"/>
                <a:gd name="T19" fmla="*/ 3 h 807"/>
                <a:gd name="T20" fmla="*/ 1 w 175"/>
                <a:gd name="T21" fmla="*/ 3 h 807"/>
                <a:gd name="T22" fmla="*/ 1 w 175"/>
                <a:gd name="T23" fmla="*/ 2 h 807"/>
                <a:gd name="T24" fmla="*/ 1 w 175"/>
                <a:gd name="T25" fmla="*/ 2 h 807"/>
                <a:gd name="T26" fmla="*/ 1 w 175"/>
                <a:gd name="T27" fmla="*/ 2 h 807"/>
                <a:gd name="T28" fmla="*/ 1 w 175"/>
                <a:gd name="T29" fmla="*/ 1 h 807"/>
                <a:gd name="T30" fmla="*/ 1 w 175"/>
                <a:gd name="T31" fmla="*/ 1 h 807"/>
                <a:gd name="T32" fmla="*/ 1 w 175"/>
                <a:gd name="T33" fmla="*/ 1 h 807"/>
                <a:gd name="T34" fmla="*/ 1 w 175"/>
                <a:gd name="T35" fmla="*/ 0 h 807"/>
                <a:gd name="T36" fmla="*/ 1 w 175"/>
                <a:gd name="T37" fmla="*/ 0 h 807"/>
                <a:gd name="T38" fmla="*/ 1 w 175"/>
                <a:gd name="T39" fmla="*/ 0 h 807"/>
                <a:gd name="T40" fmla="*/ 0 w 175"/>
                <a:gd name="T41" fmla="*/ 1 h 807"/>
                <a:gd name="T42" fmla="*/ 0 w 175"/>
                <a:gd name="T43" fmla="*/ 1 h 807"/>
                <a:gd name="T44" fmla="*/ 0 w 175"/>
                <a:gd name="T45" fmla="*/ 1 h 807"/>
                <a:gd name="T46" fmla="*/ 0 w 175"/>
                <a:gd name="T47" fmla="*/ 2 h 807"/>
                <a:gd name="T48" fmla="*/ 0 w 175"/>
                <a:gd name="T49" fmla="*/ 2 h 807"/>
                <a:gd name="T50" fmla="*/ 0 w 175"/>
                <a:gd name="T51" fmla="*/ 3 h 807"/>
                <a:gd name="T52" fmla="*/ 0 w 175"/>
                <a:gd name="T53" fmla="*/ 3 h 807"/>
                <a:gd name="T54" fmla="*/ 0 w 175"/>
                <a:gd name="T55" fmla="*/ 3 h 807"/>
                <a:gd name="T56" fmla="*/ 0 w 175"/>
                <a:gd name="T57" fmla="*/ 4 h 807"/>
                <a:gd name="T58" fmla="*/ 0 w 175"/>
                <a:gd name="T59" fmla="*/ 4 h 807"/>
                <a:gd name="T60" fmla="*/ 0 w 175"/>
                <a:gd name="T61" fmla="*/ 5 h 807"/>
                <a:gd name="T62" fmla="*/ 0 w 175"/>
                <a:gd name="T63" fmla="*/ 5 h 807"/>
                <a:gd name="T64" fmla="*/ 0 w 175"/>
                <a:gd name="T65" fmla="*/ 5 h 807"/>
                <a:gd name="T66" fmla="*/ 1 w 175"/>
                <a:gd name="T67" fmla="*/ 6 h 807"/>
                <a:gd name="T68" fmla="*/ 1 w 175"/>
                <a:gd name="T69" fmla="*/ 6 h 807"/>
                <a:gd name="T70" fmla="*/ 1 w 175"/>
                <a:gd name="T71" fmla="*/ 6 h 807"/>
                <a:gd name="T72" fmla="*/ 1 w 175"/>
                <a:gd name="T73" fmla="*/ 6 h 807"/>
                <a:gd name="T74" fmla="*/ 1 w 175"/>
                <a:gd name="T75" fmla="*/ 6 h 807"/>
                <a:gd name="T76" fmla="*/ 1 w 175"/>
                <a:gd name="T77" fmla="*/ 6 h 807"/>
                <a:gd name="T78" fmla="*/ 1 w 175"/>
                <a:gd name="T79" fmla="*/ 6 h 807"/>
                <a:gd name="T80" fmla="*/ 1 w 175"/>
                <a:gd name="T81" fmla="*/ 6 h 807"/>
                <a:gd name="T82" fmla="*/ 1 w 175"/>
                <a:gd name="T83" fmla="*/ 6 h 807"/>
                <a:gd name="T84" fmla="*/ 1 w 175"/>
                <a:gd name="T85" fmla="*/ 6 h 807"/>
                <a:gd name="T86" fmla="*/ 1 w 175"/>
                <a:gd name="T87" fmla="*/ 6 h 807"/>
                <a:gd name="T88" fmla="*/ 1 w 175"/>
                <a:gd name="T89" fmla="*/ 6 h 807"/>
                <a:gd name="T90" fmla="*/ 1 w 175"/>
                <a:gd name="T91" fmla="*/ 6 h 80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175"/>
                <a:gd name="T139" fmla="*/ 0 h 807"/>
                <a:gd name="T140" fmla="*/ 175 w 175"/>
                <a:gd name="T141" fmla="*/ 807 h 80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175" h="807">
                  <a:moveTo>
                    <a:pt x="169" y="740"/>
                  </a:moveTo>
                  <a:lnTo>
                    <a:pt x="169" y="739"/>
                  </a:lnTo>
                  <a:lnTo>
                    <a:pt x="149" y="698"/>
                  </a:lnTo>
                  <a:lnTo>
                    <a:pt x="133" y="656"/>
                  </a:lnTo>
                  <a:lnTo>
                    <a:pt x="120" y="611"/>
                  </a:lnTo>
                  <a:lnTo>
                    <a:pt x="108" y="565"/>
                  </a:lnTo>
                  <a:lnTo>
                    <a:pt x="100" y="520"/>
                  </a:lnTo>
                  <a:lnTo>
                    <a:pt x="96" y="472"/>
                  </a:lnTo>
                  <a:lnTo>
                    <a:pt x="93" y="425"/>
                  </a:lnTo>
                  <a:lnTo>
                    <a:pt x="93" y="377"/>
                  </a:lnTo>
                  <a:lnTo>
                    <a:pt x="96" y="330"/>
                  </a:lnTo>
                  <a:lnTo>
                    <a:pt x="100" y="283"/>
                  </a:lnTo>
                  <a:lnTo>
                    <a:pt x="106" y="238"/>
                  </a:lnTo>
                  <a:lnTo>
                    <a:pt x="115" y="195"/>
                  </a:lnTo>
                  <a:lnTo>
                    <a:pt x="126" y="153"/>
                  </a:lnTo>
                  <a:lnTo>
                    <a:pt x="139" y="114"/>
                  </a:lnTo>
                  <a:lnTo>
                    <a:pt x="153" y="77"/>
                  </a:lnTo>
                  <a:lnTo>
                    <a:pt x="169" y="43"/>
                  </a:lnTo>
                  <a:lnTo>
                    <a:pt x="87" y="0"/>
                  </a:lnTo>
                  <a:lnTo>
                    <a:pt x="69" y="39"/>
                  </a:lnTo>
                  <a:lnTo>
                    <a:pt x="52" y="81"/>
                  </a:lnTo>
                  <a:lnTo>
                    <a:pt x="37" y="127"/>
                  </a:lnTo>
                  <a:lnTo>
                    <a:pt x="24" y="174"/>
                  </a:lnTo>
                  <a:lnTo>
                    <a:pt x="15" y="222"/>
                  </a:lnTo>
                  <a:lnTo>
                    <a:pt x="7" y="271"/>
                  </a:lnTo>
                  <a:lnTo>
                    <a:pt x="2" y="323"/>
                  </a:lnTo>
                  <a:lnTo>
                    <a:pt x="0" y="374"/>
                  </a:lnTo>
                  <a:lnTo>
                    <a:pt x="0" y="427"/>
                  </a:lnTo>
                  <a:lnTo>
                    <a:pt x="2" y="479"/>
                  </a:lnTo>
                  <a:lnTo>
                    <a:pt x="9" y="531"/>
                  </a:lnTo>
                  <a:lnTo>
                    <a:pt x="17" y="584"/>
                  </a:lnTo>
                  <a:lnTo>
                    <a:pt x="29" y="635"/>
                  </a:lnTo>
                  <a:lnTo>
                    <a:pt x="44" y="686"/>
                  </a:lnTo>
                  <a:lnTo>
                    <a:pt x="65" y="736"/>
                  </a:lnTo>
                  <a:lnTo>
                    <a:pt x="87" y="784"/>
                  </a:lnTo>
                  <a:lnTo>
                    <a:pt x="87" y="782"/>
                  </a:lnTo>
                  <a:lnTo>
                    <a:pt x="87" y="784"/>
                  </a:lnTo>
                  <a:lnTo>
                    <a:pt x="100" y="799"/>
                  </a:lnTo>
                  <a:lnTo>
                    <a:pt x="117" y="807"/>
                  </a:lnTo>
                  <a:lnTo>
                    <a:pt x="134" y="807"/>
                  </a:lnTo>
                  <a:lnTo>
                    <a:pt x="151" y="801"/>
                  </a:lnTo>
                  <a:lnTo>
                    <a:pt x="164" y="791"/>
                  </a:lnTo>
                  <a:lnTo>
                    <a:pt x="173" y="777"/>
                  </a:lnTo>
                  <a:lnTo>
                    <a:pt x="175" y="759"/>
                  </a:lnTo>
                  <a:lnTo>
                    <a:pt x="169" y="739"/>
                  </a:lnTo>
                  <a:lnTo>
                    <a:pt x="169" y="74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8437" name="Freeform 31"/>
            <p:cNvSpPr>
              <a:spLocks/>
            </p:cNvSpPr>
            <p:nvPr/>
          </p:nvSpPr>
          <p:spPr bwMode="auto">
            <a:xfrm>
              <a:off x="1299" y="1681"/>
              <a:ext cx="157" cy="281"/>
            </a:xfrm>
            <a:custGeom>
              <a:avLst/>
              <a:gdLst>
                <a:gd name="T0" fmla="*/ 6 w 787"/>
                <a:gd name="T1" fmla="*/ 11 h 1404"/>
                <a:gd name="T2" fmla="*/ 6 w 787"/>
                <a:gd name="T3" fmla="*/ 11 h 1404"/>
                <a:gd name="T4" fmla="*/ 1 w 787"/>
                <a:gd name="T5" fmla="*/ 0 h 1404"/>
                <a:gd name="T6" fmla="*/ 0 w 787"/>
                <a:gd name="T7" fmla="*/ 0 h 1404"/>
                <a:gd name="T8" fmla="*/ 6 w 787"/>
                <a:gd name="T9" fmla="*/ 11 h 1404"/>
                <a:gd name="T10" fmla="*/ 6 w 787"/>
                <a:gd name="T11" fmla="*/ 11 h 1404"/>
                <a:gd name="T12" fmla="*/ 6 w 787"/>
                <a:gd name="T13" fmla="*/ 11 h 1404"/>
                <a:gd name="T14" fmla="*/ 6 w 787"/>
                <a:gd name="T15" fmla="*/ 11 h 1404"/>
                <a:gd name="T16" fmla="*/ 6 w 787"/>
                <a:gd name="T17" fmla="*/ 11 h 1404"/>
                <a:gd name="T18" fmla="*/ 6 w 787"/>
                <a:gd name="T19" fmla="*/ 11 h 1404"/>
                <a:gd name="T20" fmla="*/ 6 w 787"/>
                <a:gd name="T21" fmla="*/ 11 h 1404"/>
                <a:gd name="T22" fmla="*/ 6 w 787"/>
                <a:gd name="T23" fmla="*/ 11 h 1404"/>
                <a:gd name="T24" fmla="*/ 6 w 787"/>
                <a:gd name="T25" fmla="*/ 11 h 1404"/>
                <a:gd name="T26" fmla="*/ 6 w 787"/>
                <a:gd name="T27" fmla="*/ 11 h 1404"/>
                <a:gd name="T28" fmla="*/ 6 w 787"/>
                <a:gd name="T29" fmla="*/ 11 h 1404"/>
                <a:gd name="T30" fmla="*/ 6 w 787"/>
                <a:gd name="T31" fmla="*/ 11 h 1404"/>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787"/>
                <a:gd name="T49" fmla="*/ 0 h 1404"/>
                <a:gd name="T50" fmla="*/ 787 w 787"/>
                <a:gd name="T51" fmla="*/ 1404 h 1404"/>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787" h="1404">
                  <a:moveTo>
                    <a:pt x="781" y="1334"/>
                  </a:moveTo>
                  <a:lnTo>
                    <a:pt x="781" y="1337"/>
                  </a:lnTo>
                  <a:lnTo>
                    <a:pt x="82" y="0"/>
                  </a:lnTo>
                  <a:lnTo>
                    <a:pt x="0" y="42"/>
                  </a:lnTo>
                  <a:lnTo>
                    <a:pt x="699" y="1379"/>
                  </a:lnTo>
                  <a:lnTo>
                    <a:pt x="699" y="1381"/>
                  </a:lnTo>
                  <a:lnTo>
                    <a:pt x="699" y="1379"/>
                  </a:lnTo>
                  <a:lnTo>
                    <a:pt x="712" y="1395"/>
                  </a:lnTo>
                  <a:lnTo>
                    <a:pt x="727" y="1402"/>
                  </a:lnTo>
                  <a:lnTo>
                    <a:pt x="744" y="1404"/>
                  </a:lnTo>
                  <a:lnTo>
                    <a:pt x="761" y="1398"/>
                  </a:lnTo>
                  <a:lnTo>
                    <a:pt x="775" y="1388"/>
                  </a:lnTo>
                  <a:lnTo>
                    <a:pt x="784" y="1373"/>
                  </a:lnTo>
                  <a:lnTo>
                    <a:pt x="787" y="1357"/>
                  </a:lnTo>
                  <a:lnTo>
                    <a:pt x="781" y="1337"/>
                  </a:lnTo>
                  <a:lnTo>
                    <a:pt x="781" y="13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8438" name="Freeform 32"/>
            <p:cNvSpPr>
              <a:spLocks/>
            </p:cNvSpPr>
            <p:nvPr/>
          </p:nvSpPr>
          <p:spPr bwMode="auto">
            <a:xfrm>
              <a:off x="1439" y="1948"/>
              <a:ext cx="125" cy="76"/>
            </a:xfrm>
            <a:custGeom>
              <a:avLst/>
              <a:gdLst>
                <a:gd name="T0" fmla="*/ 5 w 628"/>
                <a:gd name="T1" fmla="*/ 2 h 383"/>
                <a:gd name="T2" fmla="*/ 5 w 628"/>
                <a:gd name="T3" fmla="*/ 2 h 383"/>
                <a:gd name="T4" fmla="*/ 4 w 628"/>
                <a:gd name="T5" fmla="*/ 2 h 383"/>
                <a:gd name="T6" fmla="*/ 4 w 628"/>
                <a:gd name="T7" fmla="*/ 2 h 383"/>
                <a:gd name="T8" fmla="*/ 4 w 628"/>
                <a:gd name="T9" fmla="*/ 2 h 383"/>
                <a:gd name="T10" fmla="*/ 3 w 628"/>
                <a:gd name="T11" fmla="*/ 2 h 383"/>
                <a:gd name="T12" fmla="*/ 3 w 628"/>
                <a:gd name="T13" fmla="*/ 2 h 383"/>
                <a:gd name="T14" fmla="*/ 3 w 628"/>
                <a:gd name="T15" fmla="*/ 2 h 383"/>
                <a:gd name="T16" fmla="*/ 3 w 628"/>
                <a:gd name="T17" fmla="*/ 2 h 383"/>
                <a:gd name="T18" fmla="*/ 2 w 628"/>
                <a:gd name="T19" fmla="*/ 2 h 383"/>
                <a:gd name="T20" fmla="*/ 2 w 628"/>
                <a:gd name="T21" fmla="*/ 2 h 383"/>
                <a:gd name="T22" fmla="*/ 2 w 628"/>
                <a:gd name="T23" fmla="*/ 1 h 383"/>
                <a:gd name="T24" fmla="*/ 2 w 628"/>
                <a:gd name="T25" fmla="*/ 1 h 383"/>
                <a:gd name="T26" fmla="*/ 1 w 628"/>
                <a:gd name="T27" fmla="*/ 1 h 383"/>
                <a:gd name="T28" fmla="*/ 1 w 628"/>
                <a:gd name="T29" fmla="*/ 1 h 383"/>
                <a:gd name="T30" fmla="*/ 1 w 628"/>
                <a:gd name="T31" fmla="*/ 1 h 383"/>
                <a:gd name="T32" fmla="*/ 1 w 628"/>
                <a:gd name="T33" fmla="*/ 0 h 383"/>
                <a:gd name="T34" fmla="*/ 1 w 628"/>
                <a:gd name="T35" fmla="*/ 0 h 383"/>
                <a:gd name="T36" fmla="*/ 0 w 628"/>
                <a:gd name="T37" fmla="*/ 0 h 383"/>
                <a:gd name="T38" fmla="*/ 0 w 628"/>
                <a:gd name="T39" fmla="*/ 1 h 383"/>
                <a:gd name="T40" fmla="*/ 0 w 628"/>
                <a:gd name="T41" fmla="*/ 1 h 383"/>
                <a:gd name="T42" fmla="*/ 1 w 628"/>
                <a:gd name="T43" fmla="*/ 1 h 383"/>
                <a:gd name="T44" fmla="*/ 1 w 628"/>
                <a:gd name="T45" fmla="*/ 1 h 383"/>
                <a:gd name="T46" fmla="*/ 1 w 628"/>
                <a:gd name="T47" fmla="*/ 2 h 383"/>
                <a:gd name="T48" fmla="*/ 1 w 628"/>
                <a:gd name="T49" fmla="*/ 2 h 383"/>
                <a:gd name="T50" fmla="*/ 2 w 628"/>
                <a:gd name="T51" fmla="*/ 2 h 383"/>
                <a:gd name="T52" fmla="*/ 2 w 628"/>
                <a:gd name="T53" fmla="*/ 2 h 383"/>
                <a:gd name="T54" fmla="*/ 2 w 628"/>
                <a:gd name="T55" fmla="*/ 2 h 383"/>
                <a:gd name="T56" fmla="*/ 3 w 628"/>
                <a:gd name="T57" fmla="*/ 3 h 383"/>
                <a:gd name="T58" fmla="*/ 3 w 628"/>
                <a:gd name="T59" fmla="*/ 3 h 383"/>
                <a:gd name="T60" fmla="*/ 3 w 628"/>
                <a:gd name="T61" fmla="*/ 3 h 383"/>
                <a:gd name="T62" fmla="*/ 4 w 628"/>
                <a:gd name="T63" fmla="*/ 3 h 383"/>
                <a:gd name="T64" fmla="*/ 4 w 628"/>
                <a:gd name="T65" fmla="*/ 3 h 383"/>
                <a:gd name="T66" fmla="*/ 4 w 628"/>
                <a:gd name="T67" fmla="*/ 3 h 383"/>
                <a:gd name="T68" fmla="*/ 5 w 628"/>
                <a:gd name="T69" fmla="*/ 3 h 383"/>
                <a:gd name="T70" fmla="*/ 5 w 628"/>
                <a:gd name="T71" fmla="*/ 3 h 383"/>
                <a:gd name="T72" fmla="*/ 5 w 628"/>
                <a:gd name="T73" fmla="*/ 3 h 383"/>
                <a:gd name="T74" fmla="*/ 5 w 628"/>
                <a:gd name="T75" fmla="*/ 3 h 383"/>
                <a:gd name="T76" fmla="*/ 5 w 628"/>
                <a:gd name="T77" fmla="*/ 3 h 383"/>
                <a:gd name="T78" fmla="*/ 5 w 628"/>
                <a:gd name="T79" fmla="*/ 3 h 383"/>
                <a:gd name="T80" fmla="*/ 5 w 628"/>
                <a:gd name="T81" fmla="*/ 3 h 383"/>
                <a:gd name="T82" fmla="*/ 5 w 628"/>
                <a:gd name="T83" fmla="*/ 3 h 383"/>
                <a:gd name="T84" fmla="*/ 5 w 628"/>
                <a:gd name="T85" fmla="*/ 2 h 383"/>
                <a:gd name="T86" fmla="*/ 5 w 628"/>
                <a:gd name="T87" fmla="*/ 2 h 383"/>
                <a:gd name="T88" fmla="*/ 5 w 628"/>
                <a:gd name="T89" fmla="*/ 2 h 383"/>
                <a:gd name="T90" fmla="*/ 5 w 628"/>
                <a:gd name="T91" fmla="*/ 2 h 38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628"/>
                <a:gd name="T139" fmla="*/ 0 h 383"/>
                <a:gd name="T140" fmla="*/ 628 w 628"/>
                <a:gd name="T141" fmla="*/ 383 h 38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628" h="383">
                  <a:moveTo>
                    <a:pt x="581" y="289"/>
                  </a:moveTo>
                  <a:lnTo>
                    <a:pt x="582" y="289"/>
                  </a:lnTo>
                  <a:lnTo>
                    <a:pt x="541" y="287"/>
                  </a:lnTo>
                  <a:lnTo>
                    <a:pt x="500" y="283"/>
                  </a:lnTo>
                  <a:lnTo>
                    <a:pt x="462" y="276"/>
                  </a:lnTo>
                  <a:lnTo>
                    <a:pt x="424" y="268"/>
                  </a:lnTo>
                  <a:lnTo>
                    <a:pt x="389" y="255"/>
                  </a:lnTo>
                  <a:lnTo>
                    <a:pt x="352" y="242"/>
                  </a:lnTo>
                  <a:lnTo>
                    <a:pt x="320" y="227"/>
                  </a:lnTo>
                  <a:lnTo>
                    <a:pt x="287" y="209"/>
                  </a:lnTo>
                  <a:lnTo>
                    <a:pt x="255" y="189"/>
                  </a:lnTo>
                  <a:lnTo>
                    <a:pt x="226" y="168"/>
                  </a:lnTo>
                  <a:lnTo>
                    <a:pt x="198" y="145"/>
                  </a:lnTo>
                  <a:lnTo>
                    <a:pt x="172" y="119"/>
                  </a:lnTo>
                  <a:lnTo>
                    <a:pt x="146" y="92"/>
                  </a:lnTo>
                  <a:lnTo>
                    <a:pt x="122" y="64"/>
                  </a:lnTo>
                  <a:lnTo>
                    <a:pt x="100" y="33"/>
                  </a:lnTo>
                  <a:lnTo>
                    <a:pt x="82" y="0"/>
                  </a:lnTo>
                  <a:lnTo>
                    <a:pt x="0" y="47"/>
                  </a:lnTo>
                  <a:lnTo>
                    <a:pt x="23" y="85"/>
                  </a:lnTo>
                  <a:lnTo>
                    <a:pt x="49" y="120"/>
                  </a:lnTo>
                  <a:lnTo>
                    <a:pt x="76" y="153"/>
                  </a:lnTo>
                  <a:lnTo>
                    <a:pt x="104" y="185"/>
                  </a:lnTo>
                  <a:lnTo>
                    <a:pt x="137" y="215"/>
                  </a:lnTo>
                  <a:lnTo>
                    <a:pt x="170" y="241"/>
                  </a:lnTo>
                  <a:lnTo>
                    <a:pt x="204" y="267"/>
                  </a:lnTo>
                  <a:lnTo>
                    <a:pt x="240" y="289"/>
                  </a:lnTo>
                  <a:lnTo>
                    <a:pt x="277" y="309"/>
                  </a:lnTo>
                  <a:lnTo>
                    <a:pt x="317" y="329"/>
                  </a:lnTo>
                  <a:lnTo>
                    <a:pt x="358" y="344"/>
                  </a:lnTo>
                  <a:lnTo>
                    <a:pt x="400" y="357"/>
                  </a:lnTo>
                  <a:lnTo>
                    <a:pt x="444" y="367"/>
                  </a:lnTo>
                  <a:lnTo>
                    <a:pt x="488" y="374"/>
                  </a:lnTo>
                  <a:lnTo>
                    <a:pt x="534" y="380"/>
                  </a:lnTo>
                  <a:lnTo>
                    <a:pt x="580" y="383"/>
                  </a:lnTo>
                  <a:lnTo>
                    <a:pt x="581" y="383"/>
                  </a:lnTo>
                  <a:lnTo>
                    <a:pt x="580" y="383"/>
                  </a:lnTo>
                  <a:lnTo>
                    <a:pt x="600" y="379"/>
                  </a:lnTo>
                  <a:lnTo>
                    <a:pt x="615" y="369"/>
                  </a:lnTo>
                  <a:lnTo>
                    <a:pt x="624" y="353"/>
                  </a:lnTo>
                  <a:lnTo>
                    <a:pt x="628" y="337"/>
                  </a:lnTo>
                  <a:lnTo>
                    <a:pt x="625" y="319"/>
                  </a:lnTo>
                  <a:lnTo>
                    <a:pt x="617" y="304"/>
                  </a:lnTo>
                  <a:lnTo>
                    <a:pt x="602" y="294"/>
                  </a:lnTo>
                  <a:lnTo>
                    <a:pt x="582" y="289"/>
                  </a:lnTo>
                  <a:lnTo>
                    <a:pt x="581" y="28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8439" name="Freeform 33"/>
            <p:cNvSpPr>
              <a:spLocks/>
            </p:cNvSpPr>
            <p:nvPr/>
          </p:nvSpPr>
          <p:spPr bwMode="auto">
            <a:xfrm>
              <a:off x="1587" y="1880"/>
              <a:ext cx="85" cy="49"/>
            </a:xfrm>
            <a:custGeom>
              <a:avLst/>
              <a:gdLst>
                <a:gd name="T0" fmla="*/ 3 w 426"/>
                <a:gd name="T1" fmla="*/ 0 h 245"/>
                <a:gd name="T2" fmla="*/ 3 w 426"/>
                <a:gd name="T3" fmla="*/ 0 h 245"/>
                <a:gd name="T4" fmla="*/ 3 w 426"/>
                <a:gd name="T5" fmla="*/ 0 h 245"/>
                <a:gd name="T6" fmla="*/ 3 w 426"/>
                <a:gd name="T7" fmla="*/ 0 h 245"/>
                <a:gd name="T8" fmla="*/ 2 w 426"/>
                <a:gd name="T9" fmla="*/ 0 h 245"/>
                <a:gd name="T10" fmla="*/ 2 w 426"/>
                <a:gd name="T11" fmla="*/ 0 h 245"/>
                <a:gd name="T12" fmla="*/ 2 w 426"/>
                <a:gd name="T13" fmla="*/ 0 h 245"/>
                <a:gd name="T14" fmla="*/ 2 w 426"/>
                <a:gd name="T15" fmla="*/ 0 h 245"/>
                <a:gd name="T16" fmla="*/ 1 w 426"/>
                <a:gd name="T17" fmla="*/ 0 h 245"/>
                <a:gd name="T18" fmla="*/ 1 w 426"/>
                <a:gd name="T19" fmla="*/ 1 h 245"/>
                <a:gd name="T20" fmla="*/ 1 w 426"/>
                <a:gd name="T21" fmla="*/ 1 h 245"/>
                <a:gd name="T22" fmla="*/ 1 w 426"/>
                <a:gd name="T23" fmla="*/ 1 h 245"/>
                <a:gd name="T24" fmla="*/ 0 w 426"/>
                <a:gd name="T25" fmla="*/ 1 h 245"/>
                <a:gd name="T26" fmla="*/ 0 w 426"/>
                <a:gd name="T27" fmla="*/ 1 h 245"/>
                <a:gd name="T28" fmla="*/ 0 w 426"/>
                <a:gd name="T29" fmla="*/ 1 h 245"/>
                <a:gd name="T30" fmla="*/ 0 w 426"/>
                <a:gd name="T31" fmla="*/ 2 h 245"/>
                <a:gd name="T32" fmla="*/ 0 w 426"/>
                <a:gd name="T33" fmla="*/ 2 h 245"/>
                <a:gd name="T34" fmla="*/ 0 w 426"/>
                <a:gd name="T35" fmla="*/ 2 h 245"/>
                <a:gd name="T36" fmla="*/ 0 w 426"/>
                <a:gd name="T37" fmla="*/ 2 h 245"/>
                <a:gd name="T38" fmla="*/ 0 w 426"/>
                <a:gd name="T39" fmla="*/ 2 h 245"/>
                <a:gd name="T40" fmla="*/ 0 w 426"/>
                <a:gd name="T41" fmla="*/ 2 h 245"/>
                <a:gd name="T42" fmla="*/ 0 w 426"/>
                <a:gd name="T43" fmla="*/ 1 h 245"/>
                <a:gd name="T44" fmla="*/ 0 w 426"/>
                <a:gd name="T45" fmla="*/ 1 h 245"/>
                <a:gd name="T46" fmla="*/ 0 w 426"/>
                <a:gd name="T47" fmla="*/ 1 h 245"/>
                <a:gd name="T48" fmla="*/ 1 w 426"/>
                <a:gd name="T49" fmla="*/ 1 h 245"/>
                <a:gd name="T50" fmla="*/ 1 w 426"/>
                <a:gd name="T51" fmla="*/ 1 h 245"/>
                <a:gd name="T52" fmla="*/ 1 w 426"/>
                <a:gd name="T53" fmla="*/ 1 h 245"/>
                <a:gd name="T54" fmla="*/ 1 w 426"/>
                <a:gd name="T55" fmla="*/ 1 h 245"/>
                <a:gd name="T56" fmla="*/ 2 w 426"/>
                <a:gd name="T57" fmla="*/ 0 h 245"/>
                <a:gd name="T58" fmla="*/ 2 w 426"/>
                <a:gd name="T59" fmla="*/ 0 h 245"/>
                <a:gd name="T60" fmla="*/ 2 w 426"/>
                <a:gd name="T61" fmla="*/ 0 h 245"/>
                <a:gd name="T62" fmla="*/ 2 w 426"/>
                <a:gd name="T63" fmla="*/ 0 h 245"/>
                <a:gd name="T64" fmla="*/ 3 w 426"/>
                <a:gd name="T65" fmla="*/ 0 h 245"/>
                <a:gd name="T66" fmla="*/ 3 w 426"/>
                <a:gd name="T67" fmla="*/ 0 h 245"/>
                <a:gd name="T68" fmla="*/ 3 w 426"/>
                <a:gd name="T69" fmla="*/ 0 h 245"/>
                <a:gd name="T70" fmla="*/ 3 w 426"/>
                <a:gd name="T71" fmla="*/ 0 h 245"/>
                <a:gd name="T72" fmla="*/ 3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426" y="0"/>
                  </a:moveTo>
                  <a:lnTo>
                    <a:pt x="426" y="0"/>
                  </a:lnTo>
                  <a:lnTo>
                    <a:pt x="384" y="1"/>
                  </a:lnTo>
                  <a:lnTo>
                    <a:pt x="340" y="4"/>
                  </a:lnTo>
                  <a:lnTo>
                    <a:pt x="300" y="10"/>
                  </a:lnTo>
                  <a:lnTo>
                    <a:pt x="262" y="18"/>
                  </a:lnTo>
                  <a:lnTo>
                    <a:pt x="224" y="29"/>
                  </a:lnTo>
                  <a:lnTo>
                    <a:pt x="189" y="41"/>
                  </a:lnTo>
                  <a:lnTo>
                    <a:pt x="157" y="55"/>
                  </a:lnTo>
                  <a:lnTo>
                    <a:pt x="126" y="70"/>
                  </a:lnTo>
                  <a:lnTo>
                    <a:pt x="99" y="89"/>
                  </a:lnTo>
                  <a:lnTo>
                    <a:pt x="74" y="106"/>
                  </a:lnTo>
                  <a:lnTo>
                    <a:pt x="52" y="126"/>
                  </a:lnTo>
                  <a:lnTo>
                    <a:pt x="34" y="148"/>
                  </a:lnTo>
                  <a:lnTo>
                    <a:pt x="19" y="171"/>
                  </a:lnTo>
                  <a:lnTo>
                    <a:pt x="9" y="194"/>
                  </a:lnTo>
                  <a:lnTo>
                    <a:pt x="3" y="219"/>
                  </a:lnTo>
                  <a:lnTo>
                    <a:pt x="0" y="245"/>
                  </a:lnTo>
                  <a:lnTo>
                    <a:pt x="12" y="245"/>
                  </a:lnTo>
                  <a:lnTo>
                    <a:pt x="15" y="221"/>
                  </a:lnTo>
                  <a:lnTo>
                    <a:pt x="20" y="199"/>
                  </a:lnTo>
                  <a:lnTo>
                    <a:pt x="31" y="178"/>
                  </a:lnTo>
                  <a:lnTo>
                    <a:pt x="44" y="156"/>
                  </a:lnTo>
                  <a:lnTo>
                    <a:pt x="61" y="136"/>
                  </a:lnTo>
                  <a:lnTo>
                    <a:pt x="81" y="116"/>
                  </a:lnTo>
                  <a:lnTo>
                    <a:pt x="106" y="98"/>
                  </a:lnTo>
                  <a:lnTo>
                    <a:pt x="133" y="82"/>
                  </a:lnTo>
                  <a:lnTo>
                    <a:pt x="162" y="66"/>
                  </a:lnTo>
                  <a:lnTo>
                    <a:pt x="194" y="52"/>
                  </a:lnTo>
                  <a:lnTo>
                    <a:pt x="229" y="41"/>
                  </a:lnTo>
                  <a:lnTo>
                    <a:pt x="264" y="30"/>
                  </a:lnTo>
                  <a:lnTo>
                    <a:pt x="303" y="22"/>
                  </a:lnTo>
                  <a:lnTo>
                    <a:pt x="343" y="16"/>
                  </a:lnTo>
                  <a:lnTo>
                    <a:pt x="384" y="12"/>
                  </a:lnTo>
                  <a:lnTo>
                    <a:pt x="426" y="11"/>
                  </a:lnTo>
                  <a:lnTo>
                    <a:pt x="42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8440" name="Freeform 34"/>
            <p:cNvSpPr>
              <a:spLocks/>
            </p:cNvSpPr>
            <p:nvPr/>
          </p:nvSpPr>
          <p:spPr bwMode="auto">
            <a:xfrm>
              <a:off x="1587" y="1929"/>
              <a:ext cx="85" cy="49"/>
            </a:xfrm>
            <a:custGeom>
              <a:avLst/>
              <a:gdLst>
                <a:gd name="T0" fmla="*/ 0 w 426"/>
                <a:gd name="T1" fmla="*/ 0 h 245"/>
                <a:gd name="T2" fmla="*/ 0 w 426"/>
                <a:gd name="T3" fmla="*/ 0 h 245"/>
                <a:gd name="T4" fmla="*/ 0 w 426"/>
                <a:gd name="T5" fmla="*/ 0 h 245"/>
                <a:gd name="T6" fmla="*/ 0 w 426"/>
                <a:gd name="T7" fmla="*/ 0 h 245"/>
                <a:gd name="T8" fmla="*/ 0 w 426"/>
                <a:gd name="T9" fmla="*/ 1 h 245"/>
                <a:gd name="T10" fmla="*/ 0 w 426"/>
                <a:gd name="T11" fmla="*/ 1 h 245"/>
                <a:gd name="T12" fmla="*/ 0 w 426"/>
                <a:gd name="T13" fmla="*/ 1 h 245"/>
                <a:gd name="T14" fmla="*/ 1 w 426"/>
                <a:gd name="T15" fmla="*/ 1 h 245"/>
                <a:gd name="T16" fmla="*/ 1 w 426"/>
                <a:gd name="T17" fmla="*/ 1 h 245"/>
                <a:gd name="T18" fmla="*/ 1 w 426"/>
                <a:gd name="T19" fmla="*/ 1 h 245"/>
                <a:gd name="T20" fmla="*/ 1 w 426"/>
                <a:gd name="T21" fmla="*/ 2 h 245"/>
                <a:gd name="T22" fmla="*/ 2 w 426"/>
                <a:gd name="T23" fmla="*/ 2 h 245"/>
                <a:gd name="T24" fmla="*/ 2 w 426"/>
                <a:gd name="T25" fmla="*/ 2 h 245"/>
                <a:gd name="T26" fmla="*/ 2 w 426"/>
                <a:gd name="T27" fmla="*/ 2 h 245"/>
                <a:gd name="T28" fmla="*/ 2 w 426"/>
                <a:gd name="T29" fmla="*/ 2 h 245"/>
                <a:gd name="T30" fmla="*/ 3 w 426"/>
                <a:gd name="T31" fmla="*/ 2 h 245"/>
                <a:gd name="T32" fmla="*/ 3 w 426"/>
                <a:gd name="T33" fmla="*/ 2 h 245"/>
                <a:gd name="T34" fmla="*/ 3 w 426"/>
                <a:gd name="T35" fmla="*/ 2 h 245"/>
                <a:gd name="T36" fmla="*/ 3 w 426"/>
                <a:gd name="T37" fmla="*/ 2 h 245"/>
                <a:gd name="T38" fmla="*/ 3 w 426"/>
                <a:gd name="T39" fmla="*/ 2 h 245"/>
                <a:gd name="T40" fmla="*/ 3 w 426"/>
                <a:gd name="T41" fmla="*/ 2 h 245"/>
                <a:gd name="T42" fmla="*/ 2 w 426"/>
                <a:gd name="T43" fmla="*/ 2 h 245"/>
                <a:gd name="T44" fmla="*/ 2 w 426"/>
                <a:gd name="T45" fmla="*/ 2 h 245"/>
                <a:gd name="T46" fmla="*/ 2 w 426"/>
                <a:gd name="T47" fmla="*/ 2 h 245"/>
                <a:gd name="T48" fmla="*/ 2 w 426"/>
                <a:gd name="T49" fmla="*/ 2 h 245"/>
                <a:gd name="T50" fmla="*/ 1 w 426"/>
                <a:gd name="T51" fmla="*/ 1 h 245"/>
                <a:gd name="T52" fmla="*/ 1 w 426"/>
                <a:gd name="T53" fmla="*/ 1 h 245"/>
                <a:gd name="T54" fmla="*/ 1 w 426"/>
                <a:gd name="T55" fmla="*/ 1 h 245"/>
                <a:gd name="T56" fmla="*/ 1 w 426"/>
                <a:gd name="T57" fmla="*/ 1 h 245"/>
                <a:gd name="T58" fmla="*/ 0 w 426"/>
                <a:gd name="T59" fmla="*/ 1 h 245"/>
                <a:gd name="T60" fmla="*/ 0 w 426"/>
                <a:gd name="T61" fmla="*/ 1 h 245"/>
                <a:gd name="T62" fmla="*/ 0 w 426"/>
                <a:gd name="T63" fmla="*/ 1 h 245"/>
                <a:gd name="T64" fmla="*/ 0 w 426"/>
                <a:gd name="T65" fmla="*/ 0 h 245"/>
                <a:gd name="T66" fmla="*/ 0 w 426"/>
                <a:gd name="T67" fmla="*/ 0 h 245"/>
                <a:gd name="T68" fmla="*/ 0 w 426"/>
                <a:gd name="T69" fmla="*/ 0 h 245"/>
                <a:gd name="T70" fmla="*/ 0 w 426"/>
                <a:gd name="T71" fmla="*/ 0 h 245"/>
                <a:gd name="T72" fmla="*/ 0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0" y="0"/>
                  </a:moveTo>
                  <a:lnTo>
                    <a:pt x="0" y="0"/>
                  </a:lnTo>
                  <a:lnTo>
                    <a:pt x="3" y="25"/>
                  </a:lnTo>
                  <a:lnTo>
                    <a:pt x="9" y="50"/>
                  </a:lnTo>
                  <a:lnTo>
                    <a:pt x="19" y="73"/>
                  </a:lnTo>
                  <a:lnTo>
                    <a:pt x="34" y="96"/>
                  </a:lnTo>
                  <a:lnTo>
                    <a:pt x="52" y="118"/>
                  </a:lnTo>
                  <a:lnTo>
                    <a:pt x="74" y="138"/>
                  </a:lnTo>
                  <a:lnTo>
                    <a:pt x="99" y="156"/>
                  </a:lnTo>
                  <a:lnTo>
                    <a:pt x="126" y="174"/>
                  </a:lnTo>
                  <a:lnTo>
                    <a:pt x="157" y="190"/>
                  </a:lnTo>
                  <a:lnTo>
                    <a:pt x="189" y="204"/>
                  </a:lnTo>
                  <a:lnTo>
                    <a:pt x="224" y="215"/>
                  </a:lnTo>
                  <a:lnTo>
                    <a:pt x="262" y="226"/>
                  </a:lnTo>
                  <a:lnTo>
                    <a:pt x="300" y="234"/>
                  </a:lnTo>
                  <a:lnTo>
                    <a:pt x="340" y="240"/>
                  </a:lnTo>
                  <a:lnTo>
                    <a:pt x="384" y="244"/>
                  </a:lnTo>
                  <a:lnTo>
                    <a:pt x="426" y="245"/>
                  </a:lnTo>
                  <a:lnTo>
                    <a:pt x="426" y="233"/>
                  </a:lnTo>
                  <a:lnTo>
                    <a:pt x="384" y="232"/>
                  </a:lnTo>
                  <a:lnTo>
                    <a:pt x="343" y="228"/>
                  </a:lnTo>
                  <a:lnTo>
                    <a:pt x="303" y="222"/>
                  </a:lnTo>
                  <a:lnTo>
                    <a:pt x="264" y="214"/>
                  </a:lnTo>
                  <a:lnTo>
                    <a:pt x="229" y="204"/>
                  </a:lnTo>
                  <a:lnTo>
                    <a:pt x="194" y="192"/>
                  </a:lnTo>
                  <a:lnTo>
                    <a:pt x="162" y="178"/>
                  </a:lnTo>
                  <a:lnTo>
                    <a:pt x="133" y="163"/>
                  </a:lnTo>
                  <a:lnTo>
                    <a:pt x="106" y="146"/>
                  </a:lnTo>
                  <a:lnTo>
                    <a:pt x="81" y="129"/>
                  </a:lnTo>
                  <a:lnTo>
                    <a:pt x="61" y="109"/>
                  </a:lnTo>
                  <a:lnTo>
                    <a:pt x="44" y="89"/>
                  </a:lnTo>
                  <a:lnTo>
                    <a:pt x="31" y="66"/>
                  </a:lnTo>
                  <a:lnTo>
                    <a:pt x="20" y="45"/>
                  </a:lnTo>
                  <a:lnTo>
                    <a:pt x="15" y="2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8441" name="Freeform 35"/>
            <p:cNvSpPr>
              <a:spLocks/>
            </p:cNvSpPr>
            <p:nvPr/>
          </p:nvSpPr>
          <p:spPr bwMode="auto">
            <a:xfrm>
              <a:off x="878" y="1448"/>
              <a:ext cx="792" cy="954"/>
            </a:xfrm>
            <a:custGeom>
              <a:avLst/>
              <a:gdLst>
                <a:gd name="T0" fmla="*/ 13 w 3960"/>
                <a:gd name="T1" fmla="*/ 38 h 4768"/>
                <a:gd name="T2" fmla="*/ 14 w 3960"/>
                <a:gd name="T3" fmla="*/ 38 h 4768"/>
                <a:gd name="T4" fmla="*/ 15 w 3960"/>
                <a:gd name="T5" fmla="*/ 38 h 4768"/>
                <a:gd name="T6" fmla="*/ 15 w 3960"/>
                <a:gd name="T7" fmla="*/ 38 h 4768"/>
                <a:gd name="T8" fmla="*/ 16 w 3960"/>
                <a:gd name="T9" fmla="*/ 38 h 4768"/>
                <a:gd name="T10" fmla="*/ 17 w 3960"/>
                <a:gd name="T11" fmla="*/ 38 h 4768"/>
                <a:gd name="T12" fmla="*/ 17 w 3960"/>
                <a:gd name="T13" fmla="*/ 38 h 4768"/>
                <a:gd name="T14" fmla="*/ 18 w 3960"/>
                <a:gd name="T15" fmla="*/ 38 h 4768"/>
                <a:gd name="T16" fmla="*/ 18 w 3960"/>
                <a:gd name="T17" fmla="*/ 38 h 4768"/>
                <a:gd name="T18" fmla="*/ 29 w 3960"/>
                <a:gd name="T19" fmla="*/ 30 h 4768"/>
                <a:gd name="T20" fmla="*/ 30 w 3960"/>
                <a:gd name="T21" fmla="*/ 30 h 4768"/>
                <a:gd name="T22" fmla="*/ 30 w 3960"/>
                <a:gd name="T23" fmla="*/ 29 h 4768"/>
                <a:gd name="T24" fmla="*/ 31 w 3960"/>
                <a:gd name="T25" fmla="*/ 28 h 4768"/>
                <a:gd name="T26" fmla="*/ 31 w 3960"/>
                <a:gd name="T27" fmla="*/ 28 h 4768"/>
                <a:gd name="T28" fmla="*/ 31 w 3960"/>
                <a:gd name="T29" fmla="*/ 27 h 4768"/>
                <a:gd name="T30" fmla="*/ 32 w 3960"/>
                <a:gd name="T31" fmla="*/ 26 h 4768"/>
                <a:gd name="T32" fmla="*/ 32 w 3960"/>
                <a:gd name="T33" fmla="*/ 25 h 4768"/>
                <a:gd name="T34" fmla="*/ 32 w 3960"/>
                <a:gd name="T35" fmla="*/ 11 h 4768"/>
                <a:gd name="T36" fmla="*/ 32 w 3960"/>
                <a:gd name="T37" fmla="*/ 10 h 4768"/>
                <a:gd name="T38" fmla="*/ 31 w 3960"/>
                <a:gd name="T39" fmla="*/ 9 h 4768"/>
                <a:gd name="T40" fmla="*/ 31 w 3960"/>
                <a:gd name="T41" fmla="*/ 9 h 4768"/>
                <a:gd name="T42" fmla="*/ 31 w 3960"/>
                <a:gd name="T43" fmla="*/ 8 h 4768"/>
                <a:gd name="T44" fmla="*/ 31 w 3960"/>
                <a:gd name="T45" fmla="*/ 8 h 4768"/>
                <a:gd name="T46" fmla="*/ 30 w 3960"/>
                <a:gd name="T47" fmla="*/ 7 h 4768"/>
                <a:gd name="T48" fmla="*/ 30 w 3960"/>
                <a:gd name="T49" fmla="*/ 7 h 4768"/>
                <a:gd name="T50" fmla="*/ 29 w 3960"/>
                <a:gd name="T51" fmla="*/ 6 h 4768"/>
                <a:gd name="T52" fmla="*/ 19 w 3960"/>
                <a:gd name="T53" fmla="*/ 1 h 4768"/>
                <a:gd name="T54" fmla="*/ 18 w 3960"/>
                <a:gd name="T55" fmla="*/ 0 h 4768"/>
                <a:gd name="T56" fmla="*/ 17 w 3960"/>
                <a:gd name="T57" fmla="*/ 0 h 4768"/>
                <a:gd name="T58" fmla="*/ 17 w 3960"/>
                <a:gd name="T59" fmla="*/ 0 h 4768"/>
                <a:gd name="T60" fmla="*/ 16 w 3960"/>
                <a:gd name="T61" fmla="*/ 0 h 4768"/>
                <a:gd name="T62" fmla="*/ 15 w 3960"/>
                <a:gd name="T63" fmla="*/ 0 h 4768"/>
                <a:gd name="T64" fmla="*/ 14 w 3960"/>
                <a:gd name="T65" fmla="*/ 0 h 4768"/>
                <a:gd name="T66" fmla="*/ 14 w 3960"/>
                <a:gd name="T67" fmla="*/ 0 h 4768"/>
                <a:gd name="T68" fmla="*/ 2 w 3960"/>
                <a:gd name="T69" fmla="*/ 6 h 4768"/>
                <a:gd name="T70" fmla="*/ 2 w 3960"/>
                <a:gd name="T71" fmla="*/ 7 h 4768"/>
                <a:gd name="T72" fmla="*/ 1 w 3960"/>
                <a:gd name="T73" fmla="*/ 7 h 4768"/>
                <a:gd name="T74" fmla="*/ 1 w 3960"/>
                <a:gd name="T75" fmla="*/ 8 h 4768"/>
                <a:gd name="T76" fmla="*/ 1 w 3960"/>
                <a:gd name="T77" fmla="*/ 8 h 4768"/>
                <a:gd name="T78" fmla="*/ 0 w 3960"/>
                <a:gd name="T79" fmla="*/ 9 h 4768"/>
                <a:gd name="T80" fmla="*/ 0 w 3960"/>
                <a:gd name="T81" fmla="*/ 9 h 4768"/>
                <a:gd name="T82" fmla="*/ 0 w 3960"/>
                <a:gd name="T83" fmla="*/ 10 h 4768"/>
                <a:gd name="T84" fmla="*/ 0 w 3960"/>
                <a:gd name="T85" fmla="*/ 11 h 4768"/>
                <a:gd name="T86" fmla="*/ 0 w 3960"/>
                <a:gd name="T87" fmla="*/ 25 h 4768"/>
                <a:gd name="T88" fmla="*/ 0 w 3960"/>
                <a:gd name="T89" fmla="*/ 26 h 4768"/>
                <a:gd name="T90" fmla="*/ 0 w 3960"/>
                <a:gd name="T91" fmla="*/ 27 h 4768"/>
                <a:gd name="T92" fmla="*/ 1 w 3960"/>
                <a:gd name="T93" fmla="*/ 28 h 4768"/>
                <a:gd name="T94" fmla="*/ 1 w 3960"/>
                <a:gd name="T95" fmla="*/ 29 h 4768"/>
                <a:gd name="T96" fmla="*/ 1 w 3960"/>
                <a:gd name="T97" fmla="*/ 29 h 4768"/>
                <a:gd name="T98" fmla="*/ 2 w 3960"/>
                <a:gd name="T99" fmla="*/ 30 h 4768"/>
                <a:gd name="T100" fmla="*/ 3 w 3960"/>
                <a:gd name="T101" fmla="*/ 31 h 4768"/>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w 3960"/>
                <a:gd name="T154" fmla="*/ 0 h 4768"/>
                <a:gd name="T155" fmla="*/ 3960 w 3960"/>
                <a:gd name="T156" fmla="*/ 4768 h 4768"/>
              </a:gdLst>
              <a:ahLst/>
              <a:cxnLst>
                <a:cxn ang="T102">
                  <a:pos x="T0" y="T1"/>
                </a:cxn>
                <a:cxn ang="T103">
                  <a:pos x="T2" y="T3"/>
                </a:cxn>
                <a:cxn ang="T104">
                  <a:pos x="T4" y="T5"/>
                </a:cxn>
                <a:cxn ang="T105">
                  <a:pos x="T6" y="T7"/>
                </a:cxn>
                <a:cxn ang="T106">
                  <a:pos x="T8" y="T9"/>
                </a:cxn>
                <a:cxn ang="T107">
                  <a:pos x="T10" y="T11"/>
                </a:cxn>
                <a:cxn ang="T108">
                  <a:pos x="T12" y="T13"/>
                </a:cxn>
                <a:cxn ang="T109">
                  <a:pos x="T14" y="T15"/>
                </a:cxn>
                <a:cxn ang="T110">
                  <a:pos x="T16" y="T17"/>
                </a:cxn>
                <a:cxn ang="T111">
                  <a:pos x="T18" y="T19"/>
                </a:cxn>
                <a:cxn ang="T112">
                  <a:pos x="T20" y="T21"/>
                </a:cxn>
                <a:cxn ang="T113">
                  <a:pos x="T22" y="T23"/>
                </a:cxn>
                <a:cxn ang="T114">
                  <a:pos x="T24" y="T25"/>
                </a:cxn>
                <a:cxn ang="T115">
                  <a:pos x="T26" y="T27"/>
                </a:cxn>
                <a:cxn ang="T116">
                  <a:pos x="T28" y="T29"/>
                </a:cxn>
                <a:cxn ang="T117">
                  <a:pos x="T30" y="T31"/>
                </a:cxn>
                <a:cxn ang="T118">
                  <a:pos x="T32" y="T33"/>
                </a:cxn>
                <a:cxn ang="T119">
                  <a:pos x="T34" y="T35"/>
                </a:cxn>
                <a:cxn ang="T120">
                  <a:pos x="T36" y="T37"/>
                </a:cxn>
                <a:cxn ang="T121">
                  <a:pos x="T38" y="T39"/>
                </a:cxn>
                <a:cxn ang="T122">
                  <a:pos x="T40" y="T41"/>
                </a:cxn>
                <a:cxn ang="T123">
                  <a:pos x="T42" y="T43"/>
                </a:cxn>
                <a:cxn ang="T124">
                  <a:pos x="T44" y="T45"/>
                </a:cxn>
                <a:cxn ang="T125">
                  <a:pos x="T46" y="T47"/>
                </a:cxn>
                <a:cxn ang="T126">
                  <a:pos x="T48" y="T49"/>
                </a:cxn>
                <a:cxn ang="T127">
                  <a:pos x="T50" y="T51"/>
                </a:cxn>
                <a:cxn ang="T128">
                  <a:pos x="T52" y="T53"/>
                </a:cxn>
                <a:cxn ang="T129">
                  <a:pos x="T54" y="T55"/>
                </a:cxn>
                <a:cxn ang="T130">
                  <a:pos x="T56" y="T57"/>
                </a:cxn>
                <a:cxn ang="T131">
                  <a:pos x="T58" y="T59"/>
                </a:cxn>
                <a:cxn ang="T132">
                  <a:pos x="T60" y="T61"/>
                </a:cxn>
                <a:cxn ang="T133">
                  <a:pos x="T62" y="T63"/>
                </a:cxn>
                <a:cxn ang="T134">
                  <a:pos x="T64" y="T65"/>
                </a:cxn>
                <a:cxn ang="T135">
                  <a:pos x="T66" y="T67"/>
                </a:cxn>
                <a:cxn ang="T136">
                  <a:pos x="T68" y="T69"/>
                </a:cxn>
                <a:cxn ang="T137">
                  <a:pos x="T70" y="T71"/>
                </a:cxn>
                <a:cxn ang="T138">
                  <a:pos x="T72" y="T73"/>
                </a:cxn>
                <a:cxn ang="T139">
                  <a:pos x="T74" y="T75"/>
                </a:cxn>
                <a:cxn ang="T140">
                  <a:pos x="T76" y="T77"/>
                </a:cxn>
                <a:cxn ang="T141">
                  <a:pos x="T78" y="T79"/>
                </a:cxn>
                <a:cxn ang="T142">
                  <a:pos x="T80" y="T81"/>
                </a:cxn>
                <a:cxn ang="T143">
                  <a:pos x="T82" y="T83"/>
                </a:cxn>
                <a:cxn ang="T144">
                  <a:pos x="T84" y="T85"/>
                </a:cxn>
                <a:cxn ang="T145">
                  <a:pos x="T86" y="T87"/>
                </a:cxn>
                <a:cxn ang="T146">
                  <a:pos x="T88" y="T89"/>
                </a:cxn>
                <a:cxn ang="T147">
                  <a:pos x="T90" y="T91"/>
                </a:cxn>
                <a:cxn ang="T148">
                  <a:pos x="T92" y="T93"/>
                </a:cxn>
                <a:cxn ang="T149">
                  <a:pos x="T94" y="T95"/>
                </a:cxn>
                <a:cxn ang="T150">
                  <a:pos x="T96" y="T97"/>
                </a:cxn>
                <a:cxn ang="T151">
                  <a:pos x="T98" y="T99"/>
                </a:cxn>
                <a:cxn ang="T152">
                  <a:pos x="T100" y="T101"/>
                </a:cxn>
              </a:cxnLst>
              <a:rect l="T153" t="T154" r="T155" b="T156"/>
              <a:pathLst>
                <a:path w="3960" h="4768">
                  <a:moveTo>
                    <a:pt x="353" y="3849"/>
                  </a:moveTo>
                  <a:lnTo>
                    <a:pt x="1661" y="4700"/>
                  </a:lnTo>
                  <a:lnTo>
                    <a:pt x="1697" y="4717"/>
                  </a:lnTo>
                  <a:lnTo>
                    <a:pt x="1736" y="4731"/>
                  </a:lnTo>
                  <a:lnTo>
                    <a:pt x="1776" y="4742"/>
                  </a:lnTo>
                  <a:lnTo>
                    <a:pt x="1818" y="4753"/>
                  </a:lnTo>
                  <a:lnTo>
                    <a:pt x="1860" y="4760"/>
                  </a:lnTo>
                  <a:lnTo>
                    <a:pt x="1902" y="4765"/>
                  </a:lnTo>
                  <a:lnTo>
                    <a:pt x="1946" y="4768"/>
                  </a:lnTo>
                  <a:lnTo>
                    <a:pt x="1988" y="4768"/>
                  </a:lnTo>
                  <a:lnTo>
                    <a:pt x="2031" y="4767"/>
                  </a:lnTo>
                  <a:lnTo>
                    <a:pt x="2073" y="4763"/>
                  </a:lnTo>
                  <a:lnTo>
                    <a:pt x="2114" y="4758"/>
                  </a:lnTo>
                  <a:lnTo>
                    <a:pt x="2154" y="4751"/>
                  </a:lnTo>
                  <a:lnTo>
                    <a:pt x="2193" y="4740"/>
                  </a:lnTo>
                  <a:lnTo>
                    <a:pt x="2230" y="4729"/>
                  </a:lnTo>
                  <a:lnTo>
                    <a:pt x="2264" y="4715"/>
                  </a:lnTo>
                  <a:lnTo>
                    <a:pt x="2297" y="4700"/>
                  </a:lnTo>
                  <a:lnTo>
                    <a:pt x="3639" y="3825"/>
                  </a:lnTo>
                  <a:lnTo>
                    <a:pt x="3673" y="3795"/>
                  </a:lnTo>
                  <a:lnTo>
                    <a:pt x="3707" y="3761"/>
                  </a:lnTo>
                  <a:lnTo>
                    <a:pt x="3738" y="3725"/>
                  </a:lnTo>
                  <a:lnTo>
                    <a:pt x="3768" y="3685"/>
                  </a:lnTo>
                  <a:lnTo>
                    <a:pt x="3796" y="3644"/>
                  </a:lnTo>
                  <a:lnTo>
                    <a:pt x="3821" y="3599"/>
                  </a:lnTo>
                  <a:lnTo>
                    <a:pt x="3846" y="3553"/>
                  </a:lnTo>
                  <a:lnTo>
                    <a:pt x="3868" y="3505"/>
                  </a:lnTo>
                  <a:lnTo>
                    <a:pt x="3888" y="3456"/>
                  </a:lnTo>
                  <a:lnTo>
                    <a:pt x="3907" y="3406"/>
                  </a:lnTo>
                  <a:lnTo>
                    <a:pt x="3922" y="3354"/>
                  </a:lnTo>
                  <a:lnTo>
                    <a:pt x="3935" y="3303"/>
                  </a:lnTo>
                  <a:lnTo>
                    <a:pt x="3946" y="3250"/>
                  </a:lnTo>
                  <a:lnTo>
                    <a:pt x="3953" y="3197"/>
                  </a:lnTo>
                  <a:lnTo>
                    <a:pt x="3957" y="3144"/>
                  </a:lnTo>
                  <a:lnTo>
                    <a:pt x="3960" y="3092"/>
                  </a:lnTo>
                  <a:lnTo>
                    <a:pt x="3959" y="1313"/>
                  </a:lnTo>
                  <a:lnTo>
                    <a:pt x="3955" y="1271"/>
                  </a:lnTo>
                  <a:lnTo>
                    <a:pt x="3949" y="1229"/>
                  </a:lnTo>
                  <a:lnTo>
                    <a:pt x="3941" y="1189"/>
                  </a:lnTo>
                  <a:lnTo>
                    <a:pt x="3930" y="1149"/>
                  </a:lnTo>
                  <a:lnTo>
                    <a:pt x="3918" y="1111"/>
                  </a:lnTo>
                  <a:lnTo>
                    <a:pt x="3902" y="1075"/>
                  </a:lnTo>
                  <a:lnTo>
                    <a:pt x="3886" y="1040"/>
                  </a:lnTo>
                  <a:lnTo>
                    <a:pt x="3867" y="1006"/>
                  </a:lnTo>
                  <a:lnTo>
                    <a:pt x="3846" y="973"/>
                  </a:lnTo>
                  <a:lnTo>
                    <a:pt x="3823" y="942"/>
                  </a:lnTo>
                  <a:lnTo>
                    <a:pt x="3798" y="913"/>
                  </a:lnTo>
                  <a:lnTo>
                    <a:pt x="3771" y="886"/>
                  </a:lnTo>
                  <a:lnTo>
                    <a:pt x="3743" y="860"/>
                  </a:lnTo>
                  <a:lnTo>
                    <a:pt x="3714" y="837"/>
                  </a:lnTo>
                  <a:lnTo>
                    <a:pt x="3682" y="816"/>
                  </a:lnTo>
                  <a:lnTo>
                    <a:pt x="3649" y="796"/>
                  </a:lnTo>
                  <a:lnTo>
                    <a:pt x="2386" y="83"/>
                  </a:lnTo>
                  <a:lnTo>
                    <a:pt x="2350" y="65"/>
                  </a:lnTo>
                  <a:lnTo>
                    <a:pt x="2310" y="50"/>
                  </a:lnTo>
                  <a:lnTo>
                    <a:pt x="2268" y="36"/>
                  </a:lnTo>
                  <a:lnTo>
                    <a:pt x="2223" y="24"/>
                  </a:lnTo>
                  <a:lnTo>
                    <a:pt x="2178" y="15"/>
                  </a:lnTo>
                  <a:lnTo>
                    <a:pt x="2131" y="8"/>
                  </a:lnTo>
                  <a:lnTo>
                    <a:pt x="2082" y="3"/>
                  </a:lnTo>
                  <a:lnTo>
                    <a:pt x="2032" y="0"/>
                  </a:lnTo>
                  <a:lnTo>
                    <a:pt x="1982" y="1"/>
                  </a:lnTo>
                  <a:lnTo>
                    <a:pt x="1933" y="3"/>
                  </a:lnTo>
                  <a:lnTo>
                    <a:pt x="1882" y="9"/>
                  </a:lnTo>
                  <a:lnTo>
                    <a:pt x="1833" y="17"/>
                  </a:lnTo>
                  <a:lnTo>
                    <a:pt x="1785" y="29"/>
                  </a:lnTo>
                  <a:lnTo>
                    <a:pt x="1737" y="43"/>
                  </a:lnTo>
                  <a:lnTo>
                    <a:pt x="1691" y="62"/>
                  </a:lnTo>
                  <a:lnTo>
                    <a:pt x="1647" y="83"/>
                  </a:lnTo>
                  <a:lnTo>
                    <a:pt x="311" y="782"/>
                  </a:lnTo>
                  <a:lnTo>
                    <a:pt x="276" y="803"/>
                  </a:lnTo>
                  <a:lnTo>
                    <a:pt x="243" y="826"/>
                  </a:lnTo>
                  <a:lnTo>
                    <a:pt x="213" y="852"/>
                  </a:lnTo>
                  <a:lnTo>
                    <a:pt x="184" y="879"/>
                  </a:lnTo>
                  <a:lnTo>
                    <a:pt x="155" y="908"/>
                  </a:lnTo>
                  <a:lnTo>
                    <a:pt x="131" y="939"/>
                  </a:lnTo>
                  <a:lnTo>
                    <a:pt x="107" y="971"/>
                  </a:lnTo>
                  <a:lnTo>
                    <a:pt x="86" y="1005"/>
                  </a:lnTo>
                  <a:lnTo>
                    <a:pt x="68" y="1040"/>
                  </a:lnTo>
                  <a:lnTo>
                    <a:pt x="50" y="1076"/>
                  </a:lnTo>
                  <a:lnTo>
                    <a:pt x="36" y="1115"/>
                  </a:lnTo>
                  <a:lnTo>
                    <a:pt x="23" y="1153"/>
                  </a:lnTo>
                  <a:lnTo>
                    <a:pt x="14" y="1195"/>
                  </a:lnTo>
                  <a:lnTo>
                    <a:pt x="7" y="1236"/>
                  </a:lnTo>
                  <a:lnTo>
                    <a:pt x="2" y="1279"/>
                  </a:lnTo>
                  <a:lnTo>
                    <a:pt x="0" y="1322"/>
                  </a:lnTo>
                  <a:lnTo>
                    <a:pt x="0" y="3093"/>
                  </a:lnTo>
                  <a:lnTo>
                    <a:pt x="2" y="3147"/>
                  </a:lnTo>
                  <a:lnTo>
                    <a:pt x="7" y="3202"/>
                  </a:lnTo>
                  <a:lnTo>
                    <a:pt x="15" y="3257"/>
                  </a:lnTo>
                  <a:lnTo>
                    <a:pt x="27" y="3312"/>
                  </a:lnTo>
                  <a:lnTo>
                    <a:pt x="42" y="3366"/>
                  </a:lnTo>
                  <a:lnTo>
                    <a:pt x="59" y="3420"/>
                  </a:lnTo>
                  <a:lnTo>
                    <a:pt x="79" y="3474"/>
                  </a:lnTo>
                  <a:lnTo>
                    <a:pt x="102" y="3525"/>
                  </a:lnTo>
                  <a:lnTo>
                    <a:pt x="127" y="3576"/>
                  </a:lnTo>
                  <a:lnTo>
                    <a:pt x="154" y="3624"/>
                  </a:lnTo>
                  <a:lnTo>
                    <a:pt x="184" y="3670"/>
                  </a:lnTo>
                  <a:lnTo>
                    <a:pt x="214" y="3712"/>
                  </a:lnTo>
                  <a:lnTo>
                    <a:pt x="247" y="3752"/>
                  </a:lnTo>
                  <a:lnTo>
                    <a:pt x="281" y="3788"/>
                  </a:lnTo>
                  <a:lnTo>
                    <a:pt x="317" y="3821"/>
                  </a:lnTo>
                  <a:lnTo>
                    <a:pt x="353" y="384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8442" name="Freeform 36"/>
            <p:cNvSpPr>
              <a:spLocks/>
            </p:cNvSpPr>
            <p:nvPr/>
          </p:nvSpPr>
          <p:spPr bwMode="auto">
            <a:xfrm>
              <a:off x="943" y="2210"/>
              <a:ext cx="276" cy="187"/>
            </a:xfrm>
            <a:custGeom>
              <a:avLst/>
              <a:gdLst>
                <a:gd name="T0" fmla="*/ 11 w 1380"/>
                <a:gd name="T1" fmla="*/ 7 h 937"/>
                <a:gd name="T2" fmla="*/ 11 w 1380"/>
                <a:gd name="T3" fmla="*/ 7 h 937"/>
                <a:gd name="T4" fmla="*/ 0 w 1380"/>
                <a:gd name="T5" fmla="*/ 0 h 937"/>
                <a:gd name="T6" fmla="*/ 0 w 1380"/>
                <a:gd name="T7" fmla="*/ 1 h 937"/>
                <a:gd name="T8" fmla="*/ 10 w 1380"/>
                <a:gd name="T9" fmla="*/ 7 h 937"/>
                <a:gd name="T10" fmla="*/ 10 w 1380"/>
                <a:gd name="T11" fmla="*/ 7 h 937"/>
                <a:gd name="T12" fmla="*/ 10 w 1380"/>
                <a:gd name="T13" fmla="*/ 7 h 937"/>
                <a:gd name="T14" fmla="*/ 11 w 1380"/>
                <a:gd name="T15" fmla="*/ 7 h 937"/>
                <a:gd name="T16" fmla="*/ 11 w 1380"/>
                <a:gd name="T17" fmla="*/ 7 h 937"/>
                <a:gd name="T18" fmla="*/ 11 w 1380"/>
                <a:gd name="T19" fmla="*/ 7 h 937"/>
                <a:gd name="T20" fmla="*/ 11 w 1380"/>
                <a:gd name="T21" fmla="*/ 7 h 937"/>
                <a:gd name="T22" fmla="*/ 11 w 1380"/>
                <a:gd name="T23" fmla="*/ 7 h 937"/>
                <a:gd name="T24" fmla="*/ 11 w 1380"/>
                <a:gd name="T25" fmla="*/ 7 h 937"/>
                <a:gd name="T26" fmla="*/ 11 w 1380"/>
                <a:gd name="T27" fmla="*/ 7 h 937"/>
                <a:gd name="T28" fmla="*/ 11 w 1380"/>
                <a:gd name="T29" fmla="*/ 7 h 937"/>
                <a:gd name="T30" fmla="*/ 11 w 1380"/>
                <a:gd name="T31" fmla="*/ 7 h 93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80"/>
                <a:gd name="T49" fmla="*/ 0 h 937"/>
                <a:gd name="T50" fmla="*/ 1380 w 1380"/>
                <a:gd name="T51" fmla="*/ 937 h 93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80" h="937">
                  <a:moveTo>
                    <a:pt x="1354" y="848"/>
                  </a:moveTo>
                  <a:lnTo>
                    <a:pt x="1359" y="851"/>
                  </a:lnTo>
                  <a:lnTo>
                    <a:pt x="51" y="0"/>
                  </a:lnTo>
                  <a:lnTo>
                    <a:pt x="0" y="78"/>
                  </a:lnTo>
                  <a:lnTo>
                    <a:pt x="1307" y="929"/>
                  </a:lnTo>
                  <a:lnTo>
                    <a:pt x="1312" y="932"/>
                  </a:lnTo>
                  <a:lnTo>
                    <a:pt x="1307" y="929"/>
                  </a:lnTo>
                  <a:lnTo>
                    <a:pt x="1326" y="937"/>
                  </a:lnTo>
                  <a:lnTo>
                    <a:pt x="1345" y="936"/>
                  </a:lnTo>
                  <a:lnTo>
                    <a:pt x="1360" y="929"/>
                  </a:lnTo>
                  <a:lnTo>
                    <a:pt x="1372" y="916"/>
                  </a:lnTo>
                  <a:lnTo>
                    <a:pt x="1379" y="899"/>
                  </a:lnTo>
                  <a:lnTo>
                    <a:pt x="1380" y="883"/>
                  </a:lnTo>
                  <a:lnTo>
                    <a:pt x="1374" y="865"/>
                  </a:lnTo>
                  <a:lnTo>
                    <a:pt x="1359" y="851"/>
                  </a:lnTo>
                  <a:lnTo>
                    <a:pt x="1354" y="84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8443" name="Freeform 37"/>
            <p:cNvSpPr>
              <a:spLocks/>
            </p:cNvSpPr>
            <p:nvPr/>
          </p:nvSpPr>
          <p:spPr bwMode="auto">
            <a:xfrm>
              <a:off x="1206" y="2379"/>
              <a:ext cx="140" cy="32"/>
            </a:xfrm>
            <a:custGeom>
              <a:avLst/>
              <a:gdLst>
                <a:gd name="T0" fmla="*/ 5 w 703"/>
                <a:gd name="T1" fmla="*/ 0 h 162"/>
                <a:gd name="T2" fmla="*/ 5 w 703"/>
                <a:gd name="T3" fmla="*/ 0 h 162"/>
                <a:gd name="T4" fmla="*/ 5 w 703"/>
                <a:gd name="T5" fmla="*/ 0 h 162"/>
                <a:gd name="T6" fmla="*/ 5 w 703"/>
                <a:gd name="T7" fmla="*/ 0 h 162"/>
                <a:gd name="T8" fmla="*/ 4 w 703"/>
                <a:gd name="T9" fmla="*/ 0 h 162"/>
                <a:gd name="T10" fmla="*/ 4 w 703"/>
                <a:gd name="T11" fmla="*/ 0 h 162"/>
                <a:gd name="T12" fmla="*/ 4 w 703"/>
                <a:gd name="T13" fmla="*/ 0 h 162"/>
                <a:gd name="T14" fmla="*/ 3 w 703"/>
                <a:gd name="T15" fmla="*/ 1 h 162"/>
                <a:gd name="T16" fmla="*/ 3 w 703"/>
                <a:gd name="T17" fmla="*/ 1 h 162"/>
                <a:gd name="T18" fmla="*/ 3 w 703"/>
                <a:gd name="T19" fmla="*/ 1 h 162"/>
                <a:gd name="T20" fmla="*/ 2 w 703"/>
                <a:gd name="T21" fmla="*/ 1 h 162"/>
                <a:gd name="T22" fmla="*/ 2 w 703"/>
                <a:gd name="T23" fmla="*/ 1 h 162"/>
                <a:gd name="T24" fmla="*/ 2 w 703"/>
                <a:gd name="T25" fmla="*/ 0 h 162"/>
                <a:gd name="T26" fmla="*/ 1 w 703"/>
                <a:gd name="T27" fmla="*/ 0 h 162"/>
                <a:gd name="T28" fmla="*/ 1 w 703"/>
                <a:gd name="T29" fmla="*/ 0 h 162"/>
                <a:gd name="T30" fmla="*/ 1 w 703"/>
                <a:gd name="T31" fmla="*/ 0 h 162"/>
                <a:gd name="T32" fmla="*/ 1 w 703"/>
                <a:gd name="T33" fmla="*/ 0 h 162"/>
                <a:gd name="T34" fmla="*/ 0 w 703"/>
                <a:gd name="T35" fmla="*/ 0 h 162"/>
                <a:gd name="T36" fmla="*/ 0 w 703"/>
                <a:gd name="T37" fmla="*/ 1 h 162"/>
                <a:gd name="T38" fmla="*/ 0 w 703"/>
                <a:gd name="T39" fmla="*/ 1 h 162"/>
                <a:gd name="T40" fmla="*/ 1 w 703"/>
                <a:gd name="T41" fmla="*/ 1 h 162"/>
                <a:gd name="T42" fmla="*/ 1 w 703"/>
                <a:gd name="T43" fmla="*/ 1 h 162"/>
                <a:gd name="T44" fmla="*/ 1 w 703"/>
                <a:gd name="T45" fmla="*/ 1 h 162"/>
                <a:gd name="T46" fmla="*/ 2 w 703"/>
                <a:gd name="T47" fmla="*/ 1 h 162"/>
                <a:gd name="T48" fmla="*/ 2 w 703"/>
                <a:gd name="T49" fmla="*/ 1 h 162"/>
                <a:gd name="T50" fmla="*/ 2 w 703"/>
                <a:gd name="T51" fmla="*/ 1 h 162"/>
                <a:gd name="T52" fmla="*/ 3 w 703"/>
                <a:gd name="T53" fmla="*/ 1 h 162"/>
                <a:gd name="T54" fmla="*/ 3 w 703"/>
                <a:gd name="T55" fmla="*/ 1 h 162"/>
                <a:gd name="T56" fmla="*/ 3 w 703"/>
                <a:gd name="T57" fmla="*/ 1 h 162"/>
                <a:gd name="T58" fmla="*/ 4 w 703"/>
                <a:gd name="T59" fmla="*/ 1 h 162"/>
                <a:gd name="T60" fmla="*/ 4 w 703"/>
                <a:gd name="T61" fmla="*/ 1 h 162"/>
                <a:gd name="T62" fmla="*/ 5 w 703"/>
                <a:gd name="T63" fmla="*/ 1 h 162"/>
                <a:gd name="T64" fmla="*/ 5 w 703"/>
                <a:gd name="T65" fmla="*/ 1 h 162"/>
                <a:gd name="T66" fmla="*/ 5 w 703"/>
                <a:gd name="T67" fmla="*/ 1 h 162"/>
                <a:gd name="T68" fmla="*/ 5 w 703"/>
                <a:gd name="T69" fmla="*/ 1 h 162"/>
                <a:gd name="T70" fmla="*/ 5 w 703"/>
                <a:gd name="T71" fmla="*/ 1 h 162"/>
                <a:gd name="T72" fmla="*/ 5 w 703"/>
                <a:gd name="T73" fmla="*/ 1 h 162"/>
                <a:gd name="T74" fmla="*/ 5 w 703"/>
                <a:gd name="T75" fmla="*/ 1 h 162"/>
                <a:gd name="T76" fmla="*/ 6 w 703"/>
                <a:gd name="T77" fmla="*/ 0 h 162"/>
                <a:gd name="T78" fmla="*/ 6 w 703"/>
                <a:gd name="T79" fmla="*/ 0 h 162"/>
                <a:gd name="T80" fmla="*/ 6 w 703"/>
                <a:gd name="T81" fmla="*/ 0 h 162"/>
                <a:gd name="T82" fmla="*/ 5 w 703"/>
                <a:gd name="T83" fmla="*/ 0 h 162"/>
                <a:gd name="T84" fmla="*/ 5 w 703"/>
                <a:gd name="T85" fmla="*/ 0 h 162"/>
                <a:gd name="T86" fmla="*/ 5 w 703"/>
                <a:gd name="T87" fmla="*/ 0 h 162"/>
                <a:gd name="T88" fmla="*/ 5 w 703"/>
                <a:gd name="T89" fmla="*/ 0 h 162"/>
                <a:gd name="T90" fmla="*/ 5 w 703"/>
                <a:gd name="T91" fmla="*/ 0 h 162"/>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703"/>
                <a:gd name="T139" fmla="*/ 0 h 162"/>
                <a:gd name="T140" fmla="*/ 703 w 703"/>
                <a:gd name="T141" fmla="*/ 162 h 162"/>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703" h="162">
                  <a:moveTo>
                    <a:pt x="631" y="8"/>
                  </a:moveTo>
                  <a:lnTo>
                    <a:pt x="636" y="6"/>
                  </a:lnTo>
                  <a:lnTo>
                    <a:pt x="606" y="20"/>
                  </a:lnTo>
                  <a:lnTo>
                    <a:pt x="575" y="32"/>
                  </a:lnTo>
                  <a:lnTo>
                    <a:pt x="540" y="42"/>
                  </a:lnTo>
                  <a:lnTo>
                    <a:pt x="504" y="52"/>
                  </a:lnTo>
                  <a:lnTo>
                    <a:pt x="467" y="59"/>
                  </a:lnTo>
                  <a:lnTo>
                    <a:pt x="428" y="64"/>
                  </a:lnTo>
                  <a:lnTo>
                    <a:pt x="389" y="67"/>
                  </a:lnTo>
                  <a:lnTo>
                    <a:pt x="348" y="68"/>
                  </a:lnTo>
                  <a:lnTo>
                    <a:pt x="308" y="68"/>
                  </a:lnTo>
                  <a:lnTo>
                    <a:pt x="267" y="65"/>
                  </a:lnTo>
                  <a:lnTo>
                    <a:pt x="226" y="61"/>
                  </a:lnTo>
                  <a:lnTo>
                    <a:pt x="187" y="54"/>
                  </a:lnTo>
                  <a:lnTo>
                    <a:pt x="148" y="44"/>
                  </a:lnTo>
                  <a:lnTo>
                    <a:pt x="110" y="33"/>
                  </a:lnTo>
                  <a:lnTo>
                    <a:pt x="75" y="20"/>
                  </a:lnTo>
                  <a:lnTo>
                    <a:pt x="42" y="5"/>
                  </a:lnTo>
                  <a:lnTo>
                    <a:pt x="0" y="89"/>
                  </a:lnTo>
                  <a:lnTo>
                    <a:pt x="40" y="107"/>
                  </a:lnTo>
                  <a:lnTo>
                    <a:pt x="82" y="122"/>
                  </a:lnTo>
                  <a:lnTo>
                    <a:pt x="124" y="135"/>
                  </a:lnTo>
                  <a:lnTo>
                    <a:pt x="169" y="146"/>
                  </a:lnTo>
                  <a:lnTo>
                    <a:pt x="214" y="153"/>
                  </a:lnTo>
                  <a:lnTo>
                    <a:pt x="258" y="158"/>
                  </a:lnTo>
                  <a:lnTo>
                    <a:pt x="303" y="162"/>
                  </a:lnTo>
                  <a:lnTo>
                    <a:pt x="348" y="162"/>
                  </a:lnTo>
                  <a:lnTo>
                    <a:pt x="394" y="161"/>
                  </a:lnTo>
                  <a:lnTo>
                    <a:pt x="439" y="157"/>
                  </a:lnTo>
                  <a:lnTo>
                    <a:pt x="481" y="150"/>
                  </a:lnTo>
                  <a:lnTo>
                    <a:pt x="525" y="143"/>
                  </a:lnTo>
                  <a:lnTo>
                    <a:pt x="566" y="132"/>
                  </a:lnTo>
                  <a:lnTo>
                    <a:pt x="606" y="121"/>
                  </a:lnTo>
                  <a:lnTo>
                    <a:pt x="643" y="105"/>
                  </a:lnTo>
                  <a:lnTo>
                    <a:pt x="678" y="88"/>
                  </a:lnTo>
                  <a:lnTo>
                    <a:pt x="683" y="86"/>
                  </a:lnTo>
                  <a:lnTo>
                    <a:pt x="678" y="88"/>
                  </a:lnTo>
                  <a:lnTo>
                    <a:pt x="695" y="75"/>
                  </a:lnTo>
                  <a:lnTo>
                    <a:pt x="702" y="60"/>
                  </a:lnTo>
                  <a:lnTo>
                    <a:pt x="703" y="42"/>
                  </a:lnTo>
                  <a:lnTo>
                    <a:pt x="698" y="26"/>
                  </a:lnTo>
                  <a:lnTo>
                    <a:pt x="688" y="12"/>
                  </a:lnTo>
                  <a:lnTo>
                    <a:pt x="674" y="3"/>
                  </a:lnTo>
                  <a:lnTo>
                    <a:pt x="656" y="0"/>
                  </a:lnTo>
                  <a:lnTo>
                    <a:pt x="636" y="6"/>
                  </a:lnTo>
                  <a:lnTo>
                    <a:pt x="631"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8444" name="Freeform 38"/>
            <p:cNvSpPr>
              <a:spLocks/>
            </p:cNvSpPr>
            <p:nvPr/>
          </p:nvSpPr>
          <p:spPr bwMode="auto">
            <a:xfrm>
              <a:off x="1332" y="2204"/>
              <a:ext cx="283" cy="192"/>
            </a:xfrm>
            <a:custGeom>
              <a:avLst/>
              <a:gdLst>
                <a:gd name="T0" fmla="*/ 11 w 1415"/>
                <a:gd name="T1" fmla="*/ 0 h 960"/>
                <a:gd name="T2" fmla="*/ 11 w 1415"/>
                <a:gd name="T3" fmla="*/ 0 h 960"/>
                <a:gd name="T4" fmla="*/ 0 w 1415"/>
                <a:gd name="T5" fmla="*/ 7 h 960"/>
                <a:gd name="T6" fmla="*/ 0 w 1415"/>
                <a:gd name="T7" fmla="*/ 8 h 960"/>
                <a:gd name="T8" fmla="*/ 11 w 1415"/>
                <a:gd name="T9" fmla="*/ 1 h 960"/>
                <a:gd name="T10" fmla="*/ 11 w 1415"/>
                <a:gd name="T11" fmla="*/ 1 h 960"/>
                <a:gd name="T12" fmla="*/ 11 w 1415"/>
                <a:gd name="T13" fmla="*/ 1 h 960"/>
                <a:gd name="T14" fmla="*/ 11 w 1415"/>
                <a:gd name="T15" fmla="*/ 1 h 960"/>
                <a:gd name="T16" fmla="*/ 11 w 1415"/>
                <a:gd name="T17" fmla="*/ 0 h 960"/>
                <a:gd name="T18" fmla="*/ 11 w 1415"/>
                <a:gd name="T19" fmla="*/ 0 h 960"/>
                <a:gd name="T20" fmla="*/ 11 w 1415"/>
                <a:gd name="T21" fmla="*/ 0 h 960"/>
                <a:gd name="T22" fmla="*/ 11 w 1415"/>
                <a:gd name="T23" fmla="*/ 0 h 960"/>
                <a:gd name="T24" fmla="*/ 11 w 1415"/>
                <a:gd name="T25" fmla="*/ 0 h 960"/>
                <a:gd name="T26" fmla="*/ 11 w 1415"/>
                <a:gd name="T27" fmla="*/ 0 h 960"/>
                <a:gd name="T28" fmla="*/ 11 w 1415"/>
                <a:gd name="T29" fmla="*/ 0 h 960"/>
                <a:gd name="T30" fmla="*/ 11 w 1415"/>
                <a:gd name="T31" fmla="*/ 0 h 96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15"/>
                <a:gd name="T49" fmla="*/ 0 h 960"/>
                <a:gd name="T50" fmla="*/ 1415 w 1415"/>
                <a:gd name="T51" fmla="*/ 960 h 96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15" h="960">
                  <a:moveTo>
                    <a:pt x="1338" y="10"/>
                  </a:moveTo>
                  <a:lnTo>
                    <a:pt x="1342" y="8"/>
                  </a:lnTo>
                  <a:lnTo>
                    <a:pt x="0" y="882"/>
                  </a:lnTo>
                  <a:lnTo>
                    <a:pt x="52" y="960"/>
                  </a:lnTo>
                  <a:lnTo>
                    <a:pt x="1393" y="85"/>
                  </a:lnTo>
                  <a:lnTo>
                    <a:pt x="1397" y="83"/>
                  </a:lnTo>
                  <a:lnTo>
                    <a:pt x="1393" y="85"/>
                  </a:lnTo>
                  <a:lnTo>
                    <a:pt x="1409" y="71"/>
                  </a:lnTo>
                  <a:lnTo>
                    <a:pt x="1415" y="53"/>
                  </a:lnTo>
                  <a:lnTo>
                    <a:pt x="1413" y="37"/>
                  </a:lnTo>
                  <a:lnTo>
                    <a:pt x="1406" y="21"/>
                  </a:lnTo>
                  <a:lnTo>
                    <a:pt x="1395" y="8"/>
                  </a:lnTo>
                  <a:lnTo>
                    <a:pt x="1379" y="1"/>
                  </a:lnTo>
                  <a:lnTo>
                    <a:pt x="1361" y="0"/>
                  </a:lnTo>
                  <a:lnTo>
                    <a:pt x="1342" y="8"/>
                  </a:lnTo>
                  <a:lnTo>
                    <a:pt x="1338" y="1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8445" name="Freeform 39"/>
            <p:cNvSpPr>
              <a:spLocks/>
            </p:cNvSpPr>
            <p:nvPr/>
          </p:nvSpPr>
          <p:spPr bwMode="auto">
            <a:xfrm>
              <a:off x="1599" y="2057"/>
              <a:ext cx="80" cy="163"/>
            </a:xfrm>
            <a:custGeom>
              <a:avLst/>
              <a:gdLst>
                <a:gd name="T0" fmla="*/ 2 w 398"/>
                <a:gd name="T1" fmla="*/ 0 h 817"/>
                <a:gd name="T2" fmla="*/ 2 w 398"/>
                <a:gd name="T3" fmla="*/ 0 h 817"/>
                <a:gd name="T4" fmla="*/ 2 w 398"/>
                <a:gd name="T5" fmla="*/ 1 h 817"/>
                <a:gd name="T6" fmla="*/ 2 w 398"/>
                <a:gd name="T7" fmla="*/ 1 h 817"/>
                <a:gd name="T8" fmla="*/ 2 w 398"/>
                <a:gd name="T9" fmla="*/ 2 h 817"/>
                <a:gd name="T10" fmla="*/ 2 w 398"/>
                <a:gd name="T11" fmla="*/ 2 h 817"/>
                <a:gd name="T12" fmla="*/ 2 w 398"/>
                <a:gd name="T13" fmla="*/ 2 h 817"/>
                <a:gd name="T14" fmla="*/ 2 w 398"/>
                <a:gd name="T15" fmla="*/ 3 h 817"/>
                <a:gd name="T16" fmla="*/ 2 w 398"/>
                <a:gd name="T17" fmla="*/ 3 h 817"/>
                <a:gd name="T18" fmla="*/ 2 w 398"/>
                <a:gd name="T19" fmla="*/ 4 h 817"/>
                <a:gd name="T20" fmla="*/ 2 w 398"/>
                <a:gd name="T21" fmla="*/ 4 h 817"/>
                <a:gd name="T22" fmla="*/ 1 w 398"/>
                <a:gd name="T23" fmla="*/ 4 h 817"/>
                <a:gd name="T24" fmla="*/ 1 w 398"/>
                <a:gd name="T25" fmla="*/ 5 h 817"/>
                <a:gd name="T26" fmla="*/ 1 w 398"/>
                <a:gd name="T27" fmla="*/ 5 h 817"/>
                <a:gd name="T28" fmla="*/ 1 w 398"/>
                <a:gd name="T29" fmla="*/ 5 h 817"/>
                <a:gd name="T30" fmla="*/ 1 w 398"/>
                <a:gd name="T31" fmla="*/ 5 h 817"/>
                <a:gd name="T32" fmla="*/ 0 w 398"/>
                <a:gd name="T33" fmla="*/ 6 h 817"/>
                <a:gd name="T34" fmla="*/ 0 w 398"/>
                <a:gd name="T35" fmla="*/ 6 h 817"/>
                <a:gd name="T36" fmla="*/ 0 w 398"/>
                <a:gd name="T37" fmla="*/ 7 h 817"/>
                <a:gd name="T38" fmla="*/ 1 w 398"/>
                <a:gd name="T39" fmla="*/ 6 h 817"/>
                <a:gd name="T40" fmla="*/ 1 w 398"/>
                <a:gd name="T41" fmla="*/ 6 h 817"/>
                <a:gd name="T42" fmla="*/ 1 w 398"/>
                <a:gd name="T43" fmla="*/ 6 h 817"/>
                <a:gd name="T44" fmla="*/ 2 w 398"/>
                <a:gd name="T45" fmla="*/ 5 h 817"/>
                <a:gd name="T46" fmla="*/ 2 w 398"/>
                <a:gd name="T47" fmla="*/ 5 h 817"/>
                <a:gd name="T48" fmla="*/ 2 w 398"/>
                <a:gd name="T49" fmla="*/ 5 h 817"/>
                <a:gd name="T50" fmla="*/ 2 w 398"/>
                <a:gd name="T51" fmla="*/ 4 h 817"/>
                <a:gd name="T52" fmla="*/ 2 w 398"/>
                <a:gd name="T53" fmla="*/ 4 h 817"/>
                <a:gd name="T54" fmla="*/ 3 w 398"/>
                <a:gd name="T55" fmla="*/ 3 h 817"/>
                <a:gd name="T56" fmla="*/ 3 w 398"/>
                <a:gd name="T57" fmla="*/ 3 h 817"/>
                <a:gd name="T58" fmla="*/ 3 w 398"/>
                <a:gd name="T59" fmla="*/ 3 h 817"/>
                <a:gd name="T60" fmla="*/ 3 w 398"/>
                <a:gd name="T61" fmla="*/ 2 h 817"/>
                <a:gd name="T62" fmla="*/ 3 w 398"/>
                <a:gd name="T63" fmla="*/ 2 h 817"/>
                <a:gd name="T64" fmla="*/ 3 w 398"/>
                <a:gd name="T65" fmla="*/ 1 h 817"/>
                <a:gd name="T66" fmla="*/ 3 w 398"/>
                <a:gd name="T67" fmla="*/ 1 h 817"/>
                <a:gd name="T68" fmla="*/ 3 w 398"/>
                <a:gd name="T69" fmla="*/ 0 h 817"/>
                <a:gd name="T70" fmla="*/ 3 w 398"/>
                <a:gd name="T71" fmla="*/ 0 h 817"/>
                <a:gd name="T72" fmla="*/ 3 w 398"/>
                <a:gd name="T73" fmla="*/ 0 h 817"/>
                <a:gd name="T74" fmla="*/ 3 w 398"/>
                <a:gd name="T75" fmla="*/ 0 h 817"/>
                <a:gd name="T76" fmla="*/ 3 w 398"/>
                <a:gd name="T77" fmla="*/ 0 h 817"/>
                <a:gd name="T78" fmla="*/ 3 w 398"/>
                <a:gd name="T79" fmla="*/ 0 h 817"/>
                <a:gd name="T80" fmla="*/ 3 w 398"/>
                <a:gd name="T81" fmla="*/ 0 h 817"/>
                <a:gd name="T82" fmla="*/ 3 w 398"/>
                <a:gd name="T83" fmla="*/ 0 h 817"/>
                <a:gd name="T84" fmla="*/ 3 w 398"/>
                <a:gd name="T85" fmla="*/ 0 h 817"/>
                <a:gd name="T86" fmla="*/ 2 w 398"/>
                <a:gd name="T87" fmla="*/ 0 h 817"/>
                <a:gd name="T88" fmla="*/ 2 w 398"/>
                <a:gd name="T89" fmla="*/ 0 h 817"/>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398"/>
                <a:gd name="T136" fmla="*/ 0 h 817"/>
                <a:gd name="T137" fmla="*/ 398 w 398"/>
                <a:gd name="T138" fmla="*/ 817 h 817"/>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398" h="817">
                  <a:moveTo>
                    <a:pt x="304" y="47"/>
                  </a:moveTo>
                  <a:lnTo>
                    <a:pt x="304" y="47"/>
                  </a:lnTo>
                  <a:lnTo>
                    <a:pt x="301" y="97"/>
                  </a:lnTo>
                  <a:lnTo>
                    <a:pt x="297" y="147"/>
                  </a:lnTo>
                  <a:lnTo>
                    <a:pt x="291" y="198"/>
                  </a:lnTo>
                  <a:lnTo>
                    <a:pt x="280" y="247"/>
                  </a:lnTo>
                  <a:lnTo>
                    <a:pt x="268" y="297"/>
                  </a:lnTo>
                  <a:lnTo>
                    <a:pt x="253" y="347"/>
                  </a:lnTo>
                  <a:lnTo>
                    <a:pt x="236" y="395"/>
                  </a:lnTo>
                  <a:lnTo>
                    <a:pt x="217" y="442"/>
                  </a:lnTo>
                  <a:lnTo>
                    <a:pt x="195" y="487"/>
                  </a:lnTo>
                  <a:lnTo>
                    <a:pt x="171" y="532"/>
                  </a:lnTo>
                  <a:lnTo>
                    <a:pt x="147" y="574"/>
                  </a:lnTo>
                  <a:lnTo>
                    <a:pt x="121" y="613"/>
                  </a:lnTo>
                  <a:lnTo>
                    <a:pt x="93" y="650"/>
                  </a:lnTo>
                  <a:lnTo>
                    <a:pt x="64" y="684"/>
                  </a:lnTo>
                  <a:lnTo>
                    <a:pt x="32" y="716"/>
                  </a:lnTo>
                  <a:lnTo>
                    <a:pt x="0" y="744"/>
                  </a:lnTo>
                  <a:lnTo>
                    <a:pt x="59" y="817"/>
                  </a:lnTo>
                  <a:lnTo>
                    <a:pt x="95" y="784"/>
                  </a:lnTo>
                  <a:lnTo>
                    <a:pt x="132" y="748"/>
                  </a:lnTo>
                  <a:lnTo>
                    <a:pt x="166" y="709"/>
                  </a:lnTo>
                  <a:lnTo>
                    <a:pt x="196" y="667"/>
                  </a:lnTo>
                  <a:lnTo>
                    <a:pt x="227" y="623"/>
                  </a:lnTo>
                  <a:lnTo>
                    <a:pt x="253" y="576"/>
                  </a:lnTo>
                  <a:lnTo>
                    <a:pt x="279" y="530"/>
                  </a:lnTo>
                  <a:lnTo>
                    <a:pt x="301" y="479"/>
                  </a:lnTo>
                  <a:lnTo>
                    <a:pt x="323" y="428"/>
                  </a:lnTo>
                  <a:lnTo>
                    <a:pt x="342" y="375"/>
                  </a:lnTo>
                  <a:lnTo>
                    <a:pt x="359" y="321"/>
                  </a:lnTo>
                  <a:lnTo>
                    <a:pt x="372" y="268"/>
                  </a:lnTo>
                  <a:lnTo>
                    <a:pt x="382" y="212"/>
                  </a:lnTo>
                  <a:lnTo>
                    <a:pt x="391" y="157"/>
                  </a:lnTo>
                  <a:lnTo>
                    <a:pt x="395" y="102"/>
                  </a:lnTo>
                  <a:lnTo>
                    <a:pt x="398" y="47"/>
                  </a:lnTo>
                  <a:lnTo>
                    <a:pt x="394" y="27"/>
                  </a:lnTo>
                  <a:lnTo>
                    <a:pt x="383" y="11"/>
                  </a:lnTo>
                  <a:lnTo>
                    <a:pt x="368" y="3"/>
                  </a:lnTo>
                  <a:lnTo>
                    <a:pt x="351" y="0"/>
                  </a:lnTo>
                  <a:lnTo>
                    <a:pt x="333" y="3"/>
                  </a:lnTo>
                  <a:lnTo>
                    <a:pt x="319" y="11"/>
                  </a:lnTo>
                  <a:lnTo>
                    <a:pt x="307" y="27"/>
                  </a:lnTo>
                  <a:lnTo>
                    <a:pt x="304" y="4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8446" name="Freeform 40"/>
            <p:cNvSpPr>
              <a:spLocks/>
            </p:cNvSpPr>
            <p:nvPr/>
          </p:nvSpPr>
          <p:spPr bwMode="auto">
            <a:xfrm>
              <a:off x="1660" y="1701"/>
              <a:ext cx="19" cy="365"/>
            </a:xfrm>
            <a:custGeom>
              <a:avLst/>
              <a:gdLst>
                <a:gd name="T0" fmla="*/ 0 w 95"/>
                <a:gd name="T1" fmla="*/ 0 h 1826"/>
                <a:gd name="T2" fmla="*/ 0 w 95"/>
                <a:gd name="T3" fmla="*/ 0 h 1826"/>
                <a:gd name="T4" fmla="*/ 0 w 95"/>
                <a:gd name="T5" fmla="*/ 15 h 1826"/>
                <a:gd name="T6" fmla="*/ 1 w 95"/>
                <a:gd name="T7" fmla="*/ 15 h 1826"/>
                <a:gd name="T8" fmla="*/ 1 w 95"/>
                <a:gd name="T9" fmla="*/ 0 h 1826"/>
                <a:gd name="T10" fmla="*/ 1 w 95"/>
                <a:gd name="T11" fmla="*/ 0 h 1826"/>
                <a:gd name="T12" fmla="*/ 1 w 95"/>
                <a:gd name="T13" fmla="*/ 0 h 1826"/>
                <a:gd name="T14" fmla="*/ 1 w 95"/>
                <a:gd name="T15" fmla="*/ 0 h 1826"/>
                <a:gd name="T16" fmla="*/ 1 w 95"/>
                <a:gd name="T17" fmla="*/ 0 h 1826"/>
                <a:gd name="T18" fmla="*/ 1 w 95"/>
                <a:gd name="T19" fmla="*/ 0 h 1826"/>
                <a:gd name="T20" fmla="*/ 0 w 95"/>
                <a:gd name="T21" fmla="*/ 0 h 1826"/>
                <a:gd name="T22" fmla="*/ 0 w 95"/>
                <a:gd name="T23" fmla="*/ 0 h 1826"/>
                <a:gd name="T24" fmla="*/ 0 w 95"/>
                <a:gd name="T25" fmla="*/ 0 h 1826"/>
                <a:gd name="T26" fmla="*/ 0 w 95"/>
                <a:gd name="T27" fmla="*/ 0 h 1826"/>
                <a:gd name="T28" fmla="*/ 0 w 95"/>
                <a:gd name="T29" fmla="*/ 0 h 1826"/>
                <a:gd name="T30" fmla="*/ 0 w 95"/>
                <a:gd name="T31" fmla="*/ 0 h 182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95"/>
                <a:gd name="T49" fmla="*/ 0 h 1826"/>
                <a:gd name="T50" fmla="*/ 95 w 95"/>
                <a:gd name="T51" fmla="*/ 1826 h 182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95" h="1826">
                  <a:moveTo>
                    <a:pt x="0" y="49"/>
                  </a:moveTo>
                  <a:lnTo>
                    <a:pt x="0" y="47"/>
                  </a:lnTo>
                  <a:lnTo>
                    <a:pt x="1" y="1826"/>
                  </a:lnTo>
                  <a:lnTo>
                    <a:pt x="95" y="1826"/>
                  </a:lnTo>
                  <a:lnTo>
                    <a:pt x="93" y="47"/>
                  </a:lnTo>
                  <a:lnTo>
                    <a:pt x="93" y="45"/>
                  </a:lnTo>
                  <a:lnTo>
                    <a:pt x="93" y="47"/>
                  </a:lnTo>
                  <a:lnTo>
                    <a:pt x="90" y="27"/>
                  </a:lnTo>
                  <a:lnTo>
                    <a:pt x="79" y="12"/>
                  </a:lnTo>
                  <a:lnTo>
                    <a:pt x="64" y="4"/>
                  </a:lnTo>
                  <a:lnTo>
                    <a:pt x="47" y="0"/>
                  </a:lnTo>
                  <a:lnTo>
                    <a:pt x="29" y="4"/>
                  </a:lnTo>
                  <a:lnTo>
                    <a:pt x="15" y="12"/>
                  </a:lnTo>
                  <a:lnTo>
                    <a:pt x="3" y="27"/>
                  </a:lnTo>
                  <a:lnTo>
                    <a:pt x="0" y="47"/>
                  </a:lnTo>
                  <a:lnTo>
                    <a:pt x="0" y="4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8447" name="Freeform 41"/>
            <p:cNvSpPr>
              <a:spLocks/>
            </p:cNvSpPr>
            <p:nvPr/>
          </p:nvSpPr>
          <p:spPr bwMode="auto">
            <a:xfrm>
              <a:off x="1598" y="1598"/>
              <a:ext cx="81" cy="113"/>
            </a:xfrm>
            <a:custGeom>
              <a:avLst/>
              <a:gdLst>
                <a:gd name="T0" fmla="*/ 0 w 401"/>
                <a:gd name="T1" fmla="*/ 1 h 566"/>
                <a:gd name="T2" fmla="*/ 0 w 401"/>
                <a:gd name="T3" fmla="*/ 1 h 566"/>
                <a:gd name="T4" fmla="*/ 0 w 401"/>
                <a:gd name="T5" fmla="*/ 1 h 566"/>
                <a:gd name="T6" fmla="*/ 1 w 401"/>
                <a:gd name="T7" fmla="*/ 1 h 566"/>
                <a:gd name="T8" fmla="*/ 1 w 401"/>
                <a:gd name="T9" fmla="*/ 1 h 566"/>
                <a:gd name="T10" fmla="*/ 1 w 401"/>
                <a:gd name="T11" fmla="*/ 1 h 566"/>
                <a:gd name="T12" fmla="*/ 1 w 401"/>
                <a:gd name="T13" fmla="*/ 2 h 566"/>
                <a:gd name="T14" fmla="*/ 1 w 401"/>
                <a:gd name="T15" fmla="*/ 2 h 566"/>
                <a:gd name="T16" fmla="*/ 2 w 401"/>
                <a:gd name="T17" fmla="*/ 2 h 566"/>
                <a:gd name="T18" fmla="*/ 2 w 401"/>
                <a:gd name="T19" fmla="*/ 2 h 566"/>
                <a:gd name="T20" fmla="*/ 2 w 401"/>
                <a:gd name="T21" fmla="*/ 2 h 566"/>
                <a:gd name="T22" fmla="*/ 2 w 401"/>
                <a:gd name="T23" fmla="*/ 3 h 566"/>
                <a:gd name="T24" fmla="*/ 2 w 401"/>
                <a:gd name="T25" fmla="*/ 3 h 566"/>
                <a:gd name="T26" fmla="*/ 2 w 401"/>
                <a:gd name="T27" fmla="*/ 3 h 566"/>
                <a:gd name="T28" fmla="*/ 2 w 401"/>
                <a:gd name="T29" fmla="*/ 4 h 566"/>
                <a:gd name="T30" fmla="*/ 2 w 401"/>
                <a:gd name="T31" fmla="*/ 4 h 566"/>
                <a:gd name="T32" fmla="*/ 2 w 401"/>
                <a:gd name="T33" fmla="*/ 4 h 566"/>
                <a:gd name="T34" fmla="*/ 3 w 401"/>
                <a:gd name="T35" fmla="*/ 5 h 566"/>
                <a:gd name="T36" fmla="*/ 3 w 401"/>
                <a:gd name="T37" fmla="*/ 4 h 566"/>
                <a:gd name="T38" fmla="*/ 3 w 401"/>
                <a:gd name="T39" fmla="*/ 4 h 566"/>
                <a:gd name="T40" fmla="*/ 3 w 401"/>
                <a:gd name="T41" fmla="*/ 4 h 566"/>
                <a:gd name="T42" fmla="*/ 3 w 401"/>
                <a:gd name="T43" fmla="*/ 3 h 566"/>
                <a:gd name="T44" fmla="*/ 3 w 401"/>
                <a:gd name="T45" fmla="*/ 3 h 566"/>
                <a:gd name="T46" fmla="*/ 3 w 401"/>
                <a:gd name="T47" fmla="*/ 3 h 566"/>
                <a:gd name="T48" fmla="*/ 3 w 401"/>
                <a:gd name="T49" fmla="*/ 2 h 566"/>
                <a:gd name="T50" fmla="*/ 3 w 401"/>
                <a:gd name="T51" fmla="*/ 2 h 566"/>
                <a:gd name="T52" fmla="*/ 2 w 401"/>
                <a:gd name="T53" fmla="*/ 2 h 566"/>
                <a:gd name="T54" fmla="*/ 2 w 401"/>
                <a:gd name="T55" fmla="*/ 2 h 566"/>
                <a:gd name="T56" fmla="*/ 2 w 401"/>
                <a:gd name="T57" fmla="*/ 1 h 566"/>
                <a:gd name="T58" fmla="*/ 2 w 401"/>
                <a:gd name="T59" fmla="*/ 1 h 566"/>
                <a:gd name="T60" fmla="*/ 2 w 401"/>
                <a:gd name="T61" fmla="*/ 1 h 566"/>
                <a:gd name="T62" fmla="*/ 1 w 401"/>
                <a:gd name="T63" fmla="*/ 1 h 566"/>
                <a:gd name="T64" fmla="*/ 1 w 401"/>
                <a:gd name="T65" fmla="*/ 0 h 566"/>
                <a:gd name="T66" fmla="*/ 1 w 401"/>
                <a:gd name="T67" fmla="*/ 0 h 566"/>
                <a:gd name="T68" fmla="*/ 1 w 401"/>
                <a:gd name="T69" fmla="*/ 0 h 566"/>
                <a:gd name="T70" fmla="*/ 1 w 401"/>
                <a:gd name="T71" fmla="*/ 0 h 566"/>
                <a:gd name="T72" fmla="*/ 1 w 401"/>
                <a:gd name="T73" fmla="*/ 0 h 566"/>
                <a:gd name="T74" fmla="*/ 0 w 401"/>
                <a:gd name="T75" fmla="*/ 0 h 566"/>
                <a:gd name="T76" fmla="*/ 0 w 401"/>
                <a:gd name="T77" fmla="*/ 0 h 566"/>
                <a:gd name="T78" fmla="*/ 0 w 401"/>
                <a:gd name="T79" fmla="*/ 0 h 566"/>
                <a:gd name="T80" fmla="*/ 0 w 401"/>
                <a:gd name="T81" fmla="*/ 0 h 566"/>
                <a:gd name="T82" fmla="*/ 0 w 401"/>
                <a:gd name="T83" fmla="*/ 0 h 566"/>
                <a:gd name="T84" fmla="*/ 0 w 401"/>
                <a:gd name="T85" fmla="*/ 0 h 566"/>
                <a:gd name="T86" fmla="*/ 0 w 401"/>
                <a:gd name="T87" fmla="*/ 1 h 566"/>
                <a:gd name="T88" fmla="*/ 0 w 401"/>
                <a:gd name="T89" fmla="*/ 1 h 56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401"/>
                <a:gd name="T136" fmla="*/ 0 h 566"/>
                <a:gd name="T137" fmla="*/ 401 w 401"/>
                <a:gd name="T138" fmla="*/ 566 h 566"/>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401" h="566">
                  <a:moveTo>
                    <a:pt x="23" y="88"/>
                  </a:moveTo>
                  <a:lnTo>
                    <a:pt x="23" y="88"/>
                  </a:lnTo>
                  <a:lnTo>
                    <a:pt x="53" y="107"/>
                  </a:lnTo>
                  <a:lnTo>
                    <a:pt x="83" y="125"/>
                  </a:lnTo>
                  <a:lnTo>
                    <a:pt x="108" y="147"/>
                  </a:lnTo>
                  <a:lnTo>
                    <a:pt x="135" y="171"/>
                  </a:lnTo>
                  <a:lnTo>
                    <a:pt x="160" y="196"/>
                  </a:lnTo>
                  <a:lnTo>
                    <a:pt x="182" y="223"/>
                  </a:lnTo>
                  <a:lnTo>
                    <a:pt x="205" y="251"/>
                  </a:lnTo>
                  <a:lnTo>
                    <a:pt x="223" y="281"/>
                  </a:lnTo>
                  <a:lnTo>
                    <a:pt x="240" y="312"/>
                  </a:lnTo>
                  <a:lnTo>
                    <a:pt x="256" y="345"/>
                  </a:lnTo>
                  <a:lnTo>
                    <a:pt x="270" y="379"/>
                  </a:lnTo>
                  <a:lnTo>
                    <a:pt x="282" y="414"/>
                  </a:lnTo>
                  <a:lnTo>
                    <a:pt x="291" y="450"/>
                  </a:lnTo>
                  <a:lnTo>
                    <a:pt x="299" y="488"/>
                  </a:lnTo>
                  <a:lnTo>
                    <a:pt x="304" y="526"/>
                  </a:lnTo>
                  <a:lnTo>
                    <a:pt x="308" y="566"/>
                  </a:lnTo>
                  <a:lnTo>
                    <a:pt x="401" y="562"/>
                  </a:lnTo>
                  <a:lnTo>
                    <a:pt x="398" y="517"/>
                  </a:lnTo>
                  <a:lnTo>
                    <a:pt x="391" y="471"/>
                  </a:lnTo>
                  <a:lnTo>
                    <a:pt x="383" y="429"/>
                  </a:lnTo>
                  <a:lnTo>
                    <a:pt x="371" y="386"/>
                  </a:lnTo>
                  <a:lnTo>
                    <a:pt x="357" y="346"/>
                  </a:lnTo>
                  <a:lnTo>
                    <a:pt x="340" y="307"/>
                  </a:lnTo>
                  <a:lnTo>
                    <a:pt x="324" y="270"/>
                  </a:lnTo>
                  <a:lnTo>
                    <a:pt x="303" y="232"/>
                  </a:lnTo>
                  <a:lnTo>
                    <a:pt x="280" y="197"/>
                  </a:lnTo>
                  <a:lnTo>
                    <a:pt x="255" y="164"/>
                  </a:lnTo>
                  <a:lnTo>
                    <a:pt x="228" y="132"/>
                  </a:lnTo>
                  <a:lnTo>
                    <a:pt x="199" y="103"/>
                  </a:lnTo>
                  <a:lnTo>
                    <a:pt x="169" y="76"/>
                  </a:lnTo>
                  <a:lnTo>
                    <a:pt x="137" y="50"/>
                  </a:lnTo>
                  <a:lnTo>
                    <a:pt x="103" y="27"/>
                  </a:lnTo>
                  <a:lnTo>
                    <a:pt x="67" y="6"/>
                  </a:lnTo>
                  <a:lnTo>
                    <a:pt x="48" y="0"/>
                  </a:lnTo>
                  <a:lnTo>
                    <a:pt x="30" y="2"/>
                  </a:lnTo>
                  <a:lnTo>
                    <a:pt x="16" y="12"/>
                  </a:lnTo>
                  <a:lnTo>
                    <a:pt x="5" y="25"/>
                  </a:lnTo>
                  <a:lnTo>
                    <a:pt x="0" y="41"/>
                  </a:lnTo>
                  <a:lnTo>
                    <a:pt x="0" y="59"/>
                  </a:lnTo>
                  <a:lnTo>
                    <a:pt x="8" y="75"/>
                  </a:lnTo>
                  <a:lnTo>
                    <a:pt x="23"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8448" name="Freeform 42"/>
            <p:cNvSpPr>
              <a:spLocks/>
            </p:cNvSpPr>
            <p:nvPr/>
          </p:nvSpPr>
          <p:spPr bwMode="auto">
            <a:xfrm>
              <a:off x="1346" y="1455"/>
              <a:ext cx="266" cy="160"/>
            </a:xfrm>
            <a:custGeom>
              <a:avLst/>
              <a:gdLst>
                <a:gd name="T0" fmla="*/ 0 w 1330"/>
                <a:gd name="T1" fmla="*/ 1 h 801"/>
                <a:gd name="T2" fmla="*/ 0 w 1330"/>
                <a:gd name="T3" fmla="*/ 1 h 801"/>
                <a:gd name="T4" fmla="*/ 10 w 1330"/>
                <a:gd name="T5" fmla="*/ 6 h 801"/>
                <a:gd name="T6" fmla="*/ 11 w 1330"/>
                <a:gd name="T7" fmla="*/ 6 h 801"/>
                <a:gd name="T8" fmla="*/ 1 w 1330"/>
                <a:gd name="T9" fmla="*/ 0 h 801"/>
                <a:gd name="T10" fmla="*/ 1 w 1330"/>
                <a:gd name="T11" fmla="*/ 0 h 801"/>
                <a:gd name="T12" fmla="*/ 1 w 1330"/>
                <a:gd name="T13" fmla="*/ 0 h 801"/>
                <a:gd name="T14" fmla="*/ 0 w 1330"/>
                <a:gd name="T15" fmla="*/ 0 h 801"/>
                <a:gd name="T16" fmla="*/ 0 w 1330"/>
                <a:gd name="T17" fmla="*/ 0 h 801"/>
                <a:gd name="T18" fmla="*/ 0 w 1330"/>
                <a:gd name="T19" fmla="*/ 0 h 801"/>
                <a:gd name="T20" fmla="*/ 0 w 1330"/>
                <a:gd name="T21" fmla="*/ 0 h 801"/>
                <a:gd name="T22" fmla="*/ 0 w 1330"/>
                <a:gd name="T23" fmla="*/ 0 h 801"/>
                <a:gd name="T24" fmla="*/ 0 w 1330"/>
                <a:gd name="T25" fmla="*/ 0 h 801"/>
                <a:gd name="T26" fmla="*/ 0 w 1330"/>
                <a:gd name="T27" fmla="*/ 1 h 801"/>
                <a:gd name="T28" fmla="*/ 0 w 1330"/>
                <a:gd name="T29" fmla="*/ 1 h 801"/>
                <a:gd name="T30" fmla="*/ 0 w 1330"/>
                <a:gd name="T31" fmla="*/ 1 h 801"/>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30"/>
                <a:gd name="T49" fmla="*/ 0 h 801"/>
                <a:gd name="T50" fmla="*/ 1330 w 1330"/>
                <a:gd name="T51" fmla="*/ 801 h 801"/>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30" h="801">
                  <a:moveTo>
                    <a:pt x="24" y="88"/>
                  </a:moveTo>
                  <a:lnTo>
                    <a:pt x="23" y="88"/>
                  </a:lnTo>
                  <a:lnTo>
                    <a:pt x="1286" y="801"/>
                  </a:lnTo>
                  <a:lnTo>
                    <a:pt x="1330" y="719"/>
                  </a:lnTo>
                  <a:lnTo>
                    <a:pt x="67" y="6"/>
                  </a:lnTo>
                  <a:lnTo>
                    <a:pt x="66" y="6"/>
                  </a:lnTo>
                  <a:lnTo>
                    <a:pt x="67" y="6"/>
                  </a:lnTo>
                  <a:lnTo>
                    <a:pt x="48" y="0"/>
                  </a:lnTo>
                  <a:lnTo>
                    <a:pt x="30" y="2"/>
                  </a:lnTo>
                  <a:lnTo>
                    <a:pt x="16" y="12"/>
                  </a:lnTo>
                  <a:lnTo>
                    <a:pt x="5" y="25"/>
                  </a:lnTo>
                  <a:lnTo>
                    <a:pt x="0" y="41"/>
                  </a:lnTo>
                  <a:lnTo>
                    <a:pt x="0" y="59"/>
                  </a:lnTo>
                  <a:lnTo>
                    <a:pt x="8" y="75"/>
                  </a:lnTo>
                  <a:lnTo>
                    <a:pt x="23" y="88"/>
                  </a:lnTo>
                  <a:lnTo>
                    <a:pt x="24"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8449" name="Freeform 43"/>
            <p:cNvSpPr>
              <a:spLocks/>
            </p:cNvSpPr>
            <p:nvPr/>
          </p:nvSpPr>
          <p:spPr bwMode="auto">
            <a:xfrm>
              <a:off x="1198" y="1439"/>
              <a:ext cx="161" cy="35"/>
            </a:xfrm>
            <a:custGeom>
              <a:avLst/>
              <a:gdLst>
                <a:gd name="T0" fmla="*/ 1 w 806"/>
                <a:gd name="T1" fmla="*/ 1 h 177"/>
                <a:gd name="T2" fmla="*/ 1 w 806"/>
                <a:gd name="T3" fmla="*/ 1 h 177"/>
                <a:gd name="T4" fmla="*/ 1 w 806"/>
                <a:gd name="T5" fmla="*/ 1 h 177"/>
                <a:gd name="T6" fmla="*/ 1 w 806"/>
                <a:gd name="T7" fmla="*/ 1 h 177"/>
                <a:gd name="T8" fmla="*/ 2 w 806"/>
                <a:gd name="T9" fmla="*/ 1 h 177"/>
                <a:gd name="T10" fmla="*/ 2 w 806"/>
                <a:gd name="T11" fmla="*/ 1 h 177"/>
                <a:gd name="T12" fmla="*/ 2 w 806"/>
                <a:gd name="T13" fmla="*/ 1 h 177"/>
                <a:gd name="T14" fmla="*/ 3 w 806"/>
                <a:gd name="T15" fmla="*/ 1 h 177"/>
                <a:gd name="T16" fmla="*/ 3 w 806"/>
                <a:gd name="T17" fmla="*/ 1 h 177"/>
                <a:gd name="T18" fmla="*/ 3 w 806"/>
                <a:gd name="T19" fmla="*/ 1 h 177"/>
                <a:gd name="T20" fmla="*/ 4 w 806"/>
                <a:gd name="T21" fmla="*/ 1 h 177"/>
                <a:gd name="T22" fmla="*/ 4 w 806"/>
                <a:gd name="T23" fmla="*/ 1 h 177"/>
                <a:gd name="T24" fmla="*/ 5 w 806"/>
                <a:gd name="T25" fmla="*/ 1 h 177"/>
                <a:gd name="T26" fmla="*/ 5 w 806"/>
                <a:gd name="T27" fmla="*/ 1 h 177"/>
                <a:gd name="T28" fmla="*/ 5 w 806"/>
                <a:gd name="T29" fmla="*/ 1 h 177"/>
                <a:gd name="T30" fmla="*/ 6 w 806"/>
                <a:gd name="T31" fmla="*/ 1 h 177"/>
                <a:gd name="T32" fmla="*/ 6 w 806"/>
                <a:gd name="T33" fmla="*/ 1 h 177"/>
                <a:gd name="T34" fmla="*/ 6 w 806"/>
                <a:gd name="T35" fmla="*/ 1 h 177"/>
                <a:gd name="T36" fmla="*/ 6 w 806"/>
                <a:gd name="T37" fmla="*/ 1 h 177"/>
                <a:gd name="T38" fmla="*/ 6 w 806"/>
                <a:gd name="T39" fmla="*/ 1 h 177"/>
                <a:gd name="T40" fmla="*/ 6 w 806"/>
                <a:gd name="T41" fmla="*/ 0 h 177"/>
                <a:gd name="T42" fmla="*/ 5 w 806"/>
                <a:gd name="T43" fmla="*/ 0 h 177"/>
                <a:gd name="T44" fmla="*/ 5 w 806"/>
                <a:gd name="T45" fmla="*/ 0 h 177"/>
                <a:gd name="T46" fmla="*/ 5 w 806"/>
                <a:gd name="T47" fmla="*/ 0 h 177"/>
                <a:gd name="T48" fmla="*/ 4 w 806"/>
                <a:gd name="T49" fmla="*/ 0 h 177"/>
                <a:gd name="T50" fmla="*/ 4 w 806"/>
                <a:gd name="T51" fmla="*/ 0 h 177"/>
                <a:gd name="T52" fmla="*/ 3 w 806"/>
                <a:gd name="T53" fmla="*/ 0 h 177"/>
                <a:gd name="T54" fmla="*/ 3 w 806"/>
                <a:gd name="T55" fmla="*/ 0 h 177"/>
                <a:gd name="T56" fmla="*/ 3 w 806"/>
                <a:gd name="T57" fmla="*/ 0 h 177"/>
                <a:gd name="T58" fmla="*/ 2 w 806"/>
                <a:gd name="T59" fmla="*/ 0 h 177"/>
                <a:gd name="T60" fmla="*/ 2 w 806"/>
                <a:gd name="T61" fmla="*/ 0 h 177"/>
                <a:gd name="T62" fmla="*/ 1 w 806"/>
                <a:gd name="T63" fmla="*/ 0 h 177"/>
                <a:gd name="T64" fmla="*/ 1 w 806"/>
                <a:gd name="T65" fmla="*/ 0 h 177"/>
                <a:gd name="T66" fmla="*/ 1 w 806"/>
                <a:gd name="T67" fmla="*/ 1 h 177"/>
                <a:gd name="T68" fmla="*/ 0 w 806"/>
                <a:gd name="T69" fmla="*/ 1 h 177"/>
                <a:gd name="T70" fmla="*/ 0 w 806"/>
                <a:gd name="T71" fmla="*/ 1 h 177"/>
                <a:gd name="T72" fmla="*/ 0 w 806"/>
                <a:gd name="T73" fmla="*/ 1 h 177"/>
                <a:gd name="T74" fmla="*/ 0 w 806"/>
                <a:gd name="T75" fmla="*/ 1 h 177"/>
                <a:gd name="T76" fmla="*/ 0 w 806"/>
                <a:gd name="T77" fmla="*/ 1 h 177"/>
                <a:gd name="T78" fmla="*/ 0 w 806"/>
                <a:gd name="T79" fmla="*/ 1 h 177"/>
                <a:gd name="T80" fmla="*/ 0 w 806"/>
                <a:gd name="T81" fmla="*/ 1 h 177"/>
                <a:gd name="T82" fmla="*/ 0 w 806"/>
                <a:gd name="T83" fmla="*/ 1 h 177"/>
                <a:gd name="T84" fmla="*/ 0 w 806"/>
                <a:gd name="T85" fmla="*/ 1 h 177"/>
                <a:gd name="T86" fmla="*/ 0 w 806"/>
                <a:gd name="T87" fmla="*/ 1 h 177"/>
                <a:gd name="T88" fmla="*/ 1 w 806"/>
                <a:gd name="T89" fmla="*/ 1 h 177"/>
                <a:gd name="T90" fmla="*/ 1 w 806"/>
                <a:gd name="T91" fmla="*/ 1 h 17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806"/>
                <a:gd name="T139" fmla="*/ 0 h 177"/>
                <a:gd name="T140" fmla="*/ 806 w 806"/>
                <a:gd name="T141" fmla="*/ 177 h 17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806" h="177">
                  <a:moveTo>
                    <a:pt x="67" y="171"/>
                  </a:moveTo>
                  <a:lnTo>
                    <a:pt x="68" y="171"/>
                  </a:lnTo>
                  <a:lnTo>
                    <a:pt x="109" y="151"/>
                  </a:lnTo>
                  <a:lnTo>
                    <a:pt x="151" y="135"/>
                  </a:lnTo>
                  <a:lnTo>
                    <a:pt x="196" y="122"/>
                  </a:lnTo>
                  <a:lnTo>
                    <a:pt x="242" y="110"/>
                  </a:lnTo>
                  <a:lnTo>
                    <a:pt x="287" y="102"/>
                  </a:lnTo>
                  <a:lnTo>
                    <a:pt x="335" y="97"/>
                  </a:lnTo>
                  <a:lnTo>
                    <a:pt x="382" y="95"/>
                  </a:lnTo>
                  <a:lnTo>
                    <a:pt x="430" y="94"/>
                  </a:lnTo>
                  <a:lnTo>
                    <a:pt x="477" y="97"/>
                  </a:lnTo>
                  <a:lnTo>
                    <a:pt x="524" y="102"/>
                  </a:lnTo>
                  <a:lnTo>
                    <a:pt x="568" y="108"/>
                  </a:lnTo>
                  <a:lnTo>
                    <a:pt x="612" y="117"/>
                  </a:lnTo>
                  <a:lnTo>
                    <a:pt x="654" y="128"/>
                  </a:lnTo>
                  <a:lnTo>
                    <a:pt x="693" y="141"/>
                  </a:lnTo>
                  <a:lnTo>
                    <a:pt x="730" y="155"/>
                  </a:lnTo>
                  <a:lnTo>
                    <a:pt x="764" y="171"/>
                  </a:lnTo>
                  <a:lnTo>
                    <a:pt x="806" y="89"/>
                  </a:lnTo>
                  <a:lnTo>
                    <a:pt x="768" y="70"/>
                  </a:lnTo>
                  <a:lnTo>
                    <a:pt x="725" y="54"/>
                  </a:lnTo>
                  <a:lnTo>
                    <a:pt x="680" y="39"/>
                  </a:lnTo>
                  <a:lnTo>
                    <a:pt x="633" y="26"/>
                  </a:lnTo>
                  <a:lnTo>
                    <a:pt x="585" y="16"/>
                  </a:lnTo>
                  <a:lnTo>
                    <a:pt x="536" y="8"/>
                  </a:lnTo>
                  <a:lnTo>
                    <a:pt x="484" y="3"/>
                  </a:lnTo>
                  <a:lnTo>
                    <a:pt x="433" y="0"/>
                  </a:lnTo>
                  <a:lnTo>
                    <a:pt x="380" y="1"/>
                  </a:lnTo>
                  <a:lnTo>
                    <a:pt x="328" y="3"/>
                  </a:lnTo>
                  <a:lnTo>
                    <a:pt x="276" y="10"/>
                  </a:lnTo>
                  <a:lnTo>
                    <a:pt x="223" y="19"/>
                  </a:lnTo>
                  <a:lnTo>
                    <a:pt x="172" y="30"/>
                  </a:lnTo>
                  <a:lnTo>
                    <a:pt x="121" y="46"/>
                  </a:lnTo>
                  <a:lnTo>
                    <a:pt x="72" y="67"/>
                  </a:lnTo>
                  <a:lnTo>
                    <a:pt x="24" y="89"/>
                  </a:lnTo>
                  <a:lnTo>
                    <a:pt x="25" y="89"/>
                  </a:lnTo>
                  <a:lnTo>
                    <a:pt x="24" y="89"/>
                  </a:lnTo>
                  <a:lnTo>
                    <a:pt x="8" y="102"/>
                  </a:lnTo>
                  <a:lnTo>
                    <a:pt x="0" y="118"/>
                  </a:lnTo>
                  <a:lnTo>
                    <a:pt x="0" y="136"/>
                  </a:lnTo>
                  <a:lnTo>
                    <a:pt x="6" y="152"/>
                  </a:lnTo>
                  <a:lnTo>
                    <a:pt x="17" y="165"/>
                  </a:lnTo>
                  <a:lnTo>
                    <a:pt x="31" y="175"/>
                  </a:lnTo>
                  <a:lnTo>
                    <a:pt x="48" y="177"/>
                  </a:lnTo>
                  <a:lnTo>
                    <a:pt x="68" y="171"/>
                  </a:lnTo>
                  <a:lnTo>
                    <a:pt x="67" y="1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8450" name="Freeform 44"/>
            <p:cNvSpPr>
              <a:spLocks/>
            </p:cNvSpPr>
            <p:nvPr/>
          </p:nvSpPr>
          <p:spPr bwMode="auto">
            <a:xfrm>
              <a:off x="931" y="1456"/>
              <a:ext cx="280" cy="158"/>
            </a:xfrm>
            <a:custGeom>
              <a:avLst/>
              <a:gdLst>
                <a:gd name="T0" fmla="*/ 1 w 1402"/>
                <a:gd name="T1" fmla="*/ 6 h 787"/>
                <a:gd name="T2" fmla="*/ 1 w 1402"/>
                <a:gd name="T3" fmla="*/ 6 h 787"/>
                <a:gd name="T4" fmla="*/ 11 w 1402"/>
                <a:gd name="T5" fmla="*/ 1 h 787"/>
                <a:gd name="T6" fmla="*/ 11 w 1402"/>
                <a:gd name="T7" fmla="*/ 0 h 787"/>
                <a:gd name="T8" fmla="*/ 0 w 1402"/>
                <a:gd name="T9" fmla="*/ 6 h 787"/>
                <a:gd name="T10" fmla="*/ 0 w 1402"/>
                <a:gd name="T11" fmla="*/ 6 h 787"/>
                <a:gd name="T12" fmla="*/ 0 w 1402"/>
                <a:gd name="T13" fmla="*/ 6 h 787"/>
                <a:gd name="T14" fmla="*/ 0 w 1402"/>
                <a:gd name="T15" fmla="*/ 6 h 787"/>
                <a:gd name="T16" fmla="*/ 0 w 1402"/>
                <a:gd name="T17" fmla="*/ 6 h 787"/>
                <a:gd name="T18" fmla="*/ 0 w 1402"/>
                <a:gd name="T19" fmla="*/ 6 h 787"/>
                <a:gd name="T20" fmla="*/ 0 w 1402"/>
                <a:gd name="T21" fmla="*/ 6 h 787"/>
                <a:gd name="T22" fmla="*/ 0 w 1402"/>
                <a:gd name="T23" fmla="*/ 6 h 787"/>
                <a:gd name="T24" fmla="*/ 0 w 1402"/>
                <a:gd name="T25" fmla="*/ 6 h 787"/>
                <a:gd name="T26" fmla="*/ 0 w 1402"/>
                <a:gd name="T27" fmla="*/ 6 h 787"/>
                <a:gd name="T28" fmla="*/ 1 w 1402"/>
                <a:gd name="T29" fmla="*/ 6 h 787"/>
                <a:gd name="T30" fmla="*/ 1 w 1402"/>
                <a:gd name="T31" fmla="*/ 6 h 78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02"/>
                <a:gd name="T49" fmla="*/ 0 h 787"/>
                <a:gd name="T50" fmla="*/ 1402 w 1402"/>
                <a:gd name="T51" fmla="*/ 787 h 78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02" h="787">
                  <a:moveTo>
                    <a:pt x="69" y="781"/>
                  </a:moveTo>
                  <a:lnTo>
                    <a:pt x="66" y="781"/>
                  </a:lnTo>
                  <a:lnTo>
                    <a:pt x="1402" y="82"/>
                  </a:lnTo>
                  <a:lnTo>
                    <a:pt x="1360" y="0"/>
                  </a:lnTo>
                  <a:lnTo>
                    <a:pt x="24" y="699"/>
                  </a:lnTo>
                  <a:lnTo>
                    <a:pt x="22" y="699"/>
                  </a:lnTo>
                  <a:lnTo>
                    <a:pt x="24" y="699"/>
                  </a:lnTo>
                  <a:lnTo>
                    <a:pt x="8" y="712"/>
                  </a:lnTo>
                  <a:lnTo>
                    <a:pt x="1" y="727"/>
                  </a:lnTo>
                  <a:lnTo>
                    <a:pt x="0" y="744"/>
                  </a:lnTo>
                  <a:lnTo>
                    <a:pt x="5" y="761"/>
                  </a:lnTo>
                  <a:lnTo>
                    <a:pt x="15" y="775"/>
                  </a:lnTo>
                  <a:lnTo>
                    <a:pt x="30" y="784"/>
                  </a:lnTo>
                  <a:lnTo>
                    <a:pt x="46" y="787"/>
                  </a:lnTo>
                  <a:lnTo>
                    <a:pt x="66" y="781"/>
                  </a:lnTo>
                  <a:lnTo>
                    <a:pt x="69" y="7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8451" name="Freeform 45"/>
            <p:cNvSpPr>
              <a:spLocks/>
            </p:cNvSpPr>
            <p:nvPr/>
          </p:nvSpPr>
          <p:spPr bwMode="auto">
            <a:xfrm>
              <a:off x="868" y="1596"/>
              <a:ext cx="77" cy="126"/>
            </a:xfrm>
            <a:custGeom>
              <a:avLst/>
              <a:gdLst>
                <a:gd name="T0" fmla="*/ 1 w 382"/>
                <a:gd name="T1" fmla="*/ 5 h 628"/>
                <a:gd name="T2" fmla="*/ 1 w 382"/>
                <a:gd name="T3" fmla="*/ 5 h 628"/>
                <a:gd name="T4" fmla="*/ 1 w 382"/>
                <a:gd name="T5" fmla="*/ 4 h 628"/>
                <a:gd name="T6" fmla="*/ 1 w 382"/>
                <a:gd name="T7" fmla="*/ 4 h 628"/>
                <a:gd name="T8" fmla="*/ 1 w 382"/>
                <a:gd name="T9" fmla="*/ 4 h 628"/>
                <a:gd name="T10" fmla="*/ 1 w 382"/>
                <a:gd name="T11" fmla="*/ 3 h 628"/>
                <a:gd name="T12" fmla="*/ 1 w 382"/>
                <a:gd name="T13" fmla="*/ 3 h 628"/>
                <a:gd name="T14" fmla="*/ 1 w 382"/>
                <a:gd name="T15" fmla="*/ 3 h 628"/>
                <a:gd name="T16" fmla="*/ 1 w 382"/>
                <a:gd name="T17" fmla="*/ 3 h 628"/>
                <a:gd name="T18" fmla="*/ 1 w 382"/>
                <a:gd name="T19" fmla="*/ 2 h 628"/>
                <a:gd name="T20" fmla="*/ 2 w 382"/>
                <a:gd name="T21" fmla="*/ 2 h 628"/>
                <a:gd name="T22" fmla="*/ 2 w 382"/>
                <a:gd name="T23" fmla="*/ 2 h 628"/>
                <a:gd name="T24" fmla="*/ 2 w 382"/>
                <a:gd name="T25" fmla="*/ 2 h 628"/>
                <a:gd name="T26" fmla="*/ 2 w 382"/>
                <a:gd name="T27" fmla="*/ 1 h 628"/>
                <a:gd name="T28" fmla="*/ 2 w 382"/>
                <a:gd name="T29" fmla="*/ 1 h 628"/>
                <a:gd name="T30" fmla="*/ 3 w 382"/>
                <a:gd name="T31" fmla="*/ 1 h 628"/>
                <a:gd name="T32" fmla="*/ 3 w 382"/>
                <a:gd name="T33" fmla="*/ 1 h 628"/>
                <a:gd name="T34" fmla="*/ 3 w 382"/>
                <a:gd name="T35" fmla="*/ 1 h 628"/>
                <a:gd name="T36" fmla="*/ 3 w 382"/>
                <a:gd name="T37" fmla="*/ 0 h 628"/>
                <a:gd name="T38" fmla="*/ 2 w 382"/>
                <a:gd name="T39" fmla="*/ 0 h 628"/>
                <a:gd name="T40" fmla="*/ 2 w 382"/>
                <a:gd name="T41" fmla="*/ 0 h 628"/>
                <a:gd name="T42" fmla="*/ 2 w 382"/>
                <a:gd name="T43" fmla="*/ 1 h 628"/>
                <a:gd name="T44" fmla="*/ 2 w 382"/>
                <a:gd name="T45" fmla="*/ 1 h 628"/>
                <a:gd name="T46" fmla="*/ 1 w 382"/>
                <a:gd name="T47" fmla="*/ 1 h 628"/>
                <a:gd name="T48" fmla="*/ 1 w 382"/>
                <a:gd name="T49" fmla="*/ 1 h 628"/>
                <a:gd name="T50" fmla="*/ 1 w 382"/>
                <a:gd name="T51" fmla="*/ 2 h 628"/>
                <a:gd name="T52" fmla="*/ 1 w 382"/>
                <a:gd name="T53" fmla="*/ 2 h 628"/>
                <a:gd name="T54" fmla="*/ 1 w 382"/>
                <a:gd name="T55" fmla="*/ 2 h 628"/>
                <a:gd name="T56" fmla="*/ 0 w 382"/>
                <a:gd name="T57" fmla="*/ 3 h 628"/>
                <a:gd name="T58" fmla="*/ 0 w 382"/>
                <a:gd name="T59" fmla="*/ 3 h 628"/>
                <a:gd name="T60" fmla="*/ 0 w 382"/>
                <a:gd name="T61" fmla="*/ 3 h 628"/>
                <a:gd name="T62" fmla="*/ 0 w 382"/>
                <a:gd name="T63" fmla="*/ 4 h 628"/>
                <a:gd name="T64" fmla="*/ 0 w 382"/>
                <a:gd name="T65" fmla="*/ 4 h 628"/>
                <a:gd name="T66" fmla="*/ 0 w 382"/>
                <a:gd name="T67" fmla="*/ 4 h 628"/>
                <a:gd name="T68" fmla="*/ 0 w 382"/>
                <a:gd name="T69" fmla="*/ 5 h 628"/>
                <a:gd name="T70" fmla="*/ 0 w 382"/>
                <a:gd name="T71" fmla="*/ 5 h 628"/>
                <a:gd name="T72" fmla="*/ 0 w 382"/>
                <a:gd name="T73" fmla="*/ 5 h 628"/>
                <a:gd name="T74" fmla="*/ 0 w 382"/>
                <a:gd name="T75" fmla="*/ 5 h 628"/>
                <a:gd name="T76" fmla="*/ 0 w 382"/>
                <a:gd name="T77" fmla="*/ 5 h 628"/>
                <a:gd name="T78" fmla="*/ 0 w 382"/>
                <a:gd name="T79" fmla="*/ 5 h 628"/>
                <a:gd name="T80" fmla="*/ 0 w 382"/>
                <a:gd name="T81" fmla="*/ 5 h 628"/>
                <a:gd name="T82" fmla="*/ 1 w 382"/>
                <a:gd name="T83" fmla="*/ 5 h 628"/>
                <a:gd name="T84" fmla="*/ 1 w 382"/>
                <a:gd name="T85" fmla="*/ 5 h 628"/>
                <a:gd name="T86" fmla="*/ 1 w 382"/>
                <a:gd name="T87" fmla="*/ 5 h 628"/>
                <a:gd name="T88" fmla="*/ 1 w 382"/>
                <a:gd name="T89" fmla="*/ 5 h 628"/>
                <a:gd name="T90" fmla="*/ 1 w 382"/>
                <a:gd name="T91" fmla="*/ 5 h 628"/>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382"/>
                <a:gd name="T139" fmla="*/ 0 h 628"/>
                <a:gd name="T140" fmla="*/ 382 w 382"/>
                <a:gd name="T141" fmla="*/ 628 h 628"/>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382" h="628">
                  <a:moveTo>
                    <a:pt x="94" y="581"/>
                  </a:moveTo>
                  <a:lnTo>
                    <a:pt x="94" y="582"/>
                  </a:lnTo>
                  <a:lnTo>
                    <a:pt x="96" y="541"/>
                  </a:lnTo>
                  <a:lnTo>
                    <a:pt x="99" y="500"/>
                  </a:lnTo>
                  <a:lnTo>
                    <a:pt x="106" y="463"/>
                  </a:lnTo>
                  <a:lnTo>
                    <a:pt x="115" y="424"/>
                  </a:lnTo>
                  <a:lnTo>
                    <a:pt x="127" y="389"/>
                  </a:lnTo>
                  <a:lnTo>
                    <a:pt x="140" y="353"/>
                  </a:lnTo>
                  <a:lnTo>
                    <a:pt x="156" y="320"/>
                  </a:lnTo>
                  <a:lnTo>
                    <a:pt x="173" y="287"/>
                  </a:lnTo>
                  <a:lnTo>
                    <a:pt x="193" y="255"/>
                  </a:lnTo>
                  <a:lnTo>
                    <a:pt x="214" y="226"/>
                  </a:lnTo>
                  <a:lnTo>
                    <a:pt x="238" y="198"/>
                  </a:lnTo>
                  <a:lnTo>
                    <a:pt x="263" y="172"/>
                  </a:lnTo>
                  <a:lnTo>
                    <a:pt x="290" y="146"/>
                  </a:lnTo>
                  <a:lnTo>
                    <a:pt x="318" y="122"/>
                  </a:lnTo>
                  <a:lnTo>
                    <a:pt x="349" y="101"/>
                  </a:lnTo>
                  <a:lnTo>
                    <a:pt x="382" y="82"/>
                  </a:lnTo>
                  <a:lnTo>
                    <a:pt x="335" y="0"/>
                  </a:lnTo>
                  <a:lnTo>
                    <a:pt x="297" y="23"/>
                  </a:lnTo>
                  <a:lnTo>
                    <a:pt x="262" y="49"/>
                  </a:lnTo>
                  <a:lnTo>
                    <a:pt x="229" y="76"/>
                  </a:lnTo>
                  <a:lnTo>
                    <a:pt x="198" y="104"/>
                  </a:lnTo>
                  <a:lnTo>
                    <a:pt x="167" y="137"/>
                  </a:lnTo>
                  <a:lnTo>
                    <a:pt x="142" y="170"/>
                  </a:lnTo>
                  <a:lnTo>
                    <a:pt x="116" y="204"/>
                  </a:lnTo>
                  <a:lnTo>
                    <a:pt x="94" y="240"/>
                  </a:lnTo>
                  <a:lnTo>
                    <a:pt x="74" y="278"/>
                  </a:lnTo>
                  <a:lnTo>
                    <a:pt x="54" y="317"/>
                  </a:lnTo>
                  <a:lnTo>
                    <a:pt x="38" y="359"/>
                  </a:lnTo>
                  <a:lnTo>
                    <a:pt x="26" y="401"/>
                  </a:lnTo>
                  <a:lnTo>
                    <a:pt x="15" y="444"/>
                  </a:lnTo>
                  <a:lnTo>
                    <a:pt x="8" y="489"/>
                  </a:lnTo>
                  <a:lnTo>
                    <a:pt x="2" y="534"/>
                  </a:lnTo>
                  <a:lnTo>
                    <a:pt x="0" y="580"/>
                  </a:lnTo>
                  <a:lnTo>
                    <a:pt x="0" y="581"/>
                  </a:lnTo>
                  <a:lnTo>
                    <a:pt x="0" y="580"/>
                  </a:lnTo>
                  <a:lnTo>
                    <a:pt x="3" y="600"/>
                  </a:lnTo>
                  <a:lnTo>
                    <a:pt x="14" y="615"/>
                  </a:lnTo>
                  <a:lnTo>
                    <a:pt x="29" y="625"/>
                  </a:lnTo>
                  <a:lnTo>
                    <a:pt x="45" y="628"/>
                  </a:lnTo>
                  <a:lnTo>
                    <a:pt x="63" y="626"/>
                  </a:lnTo>
                  <a:lnTo>
                    <a:pt x="78" y="616"/>
                  </a:lnTo>
                  <a:lnTo>
                    <a:pt x="89" y="602"/>
                  </a:lnTo>
                  <a:lnTo>
                    <a:pt x="94" y="582"/>
                  </a:lnTo>
                  <a:lnTo>
                    <a:pt x="94" y="5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8452" name="Freeform 46"/>
            <p:cNvSpPr>
              <a:spLocks/>
            </p:cNvSpPr>
            <p:nvPr/>
          </p:nvSpPr>
          <p:spPr bwMode="auto">
            <a:xfrm>
              <a:off x="868" y="1712"/>
              <a:ext cx="19" cy="364"/>
            </a:xfrm>
            <a:custGeom>
              <a:avLst/>
              <a:gdLst>
                <a:gd name="T0" fmla="*/ 1 w 94"/>
                <a:gd name="T1" fmla="*/ 14 h 1818"/>
                <a:gd name="T2" fmla="*/ 1 w 94"/>
                <a:gd name="T3" fmla="*/ 14 h 1818"/>
                <a:gd name="T4" fmla="*/ 1 w 94"/>
                <a:gd name="T5" fmla="*/ 0 h 1818"/>
                <a:gd name="T6" fmla="*/ 0 w 94"/>
                <a:gd name="T7" fmla="*/ 0 h 1818"/>
                <a:gd name="T8" fmla="*/ 0 w 94"/>
                <a:gd name="T9" fmla="*/ 14 h 1818"/>
                <a:gd name="T10" fmla="*/ 0 w 94"/>
                <a:gd name="T11" fmla="*/ 14 h 1818"/>
                <a:gd name="T12" fmla="*/ 0 w 94"/>
                <a:gd name="T13" fmla="*/ 14 h 1818"/>
                <a:gd name="T14" fmla="*/ 0 w 94"/>
                <a:gd name="T15" fmla="*/ 14 h 1818"/>
                <a:gd name="T16" fmla="*/ 0 w 94"/>
                <a:gd name="T17" fmla="*/ 14 h 1818"/>
                <a:gd name="T18" fmla="*/ 0 w 94"/>
                <a:gd name="T19" fmla="*/ 15 h 1818"/>
                <a:gd name="T20" fmla="*/ 0 w 94"/>
                <a:gd name="T21" fmla="*/ 15 h 1818"/>
                <a:gd name="T22" fmla="*/ 1 w 94"/>
                <a:gd name="T23" fmla="*/ 15 h 1818"/>
                <a:gd name="T24" fmla="*/ 1 w 94"/>
                <a:gd name="T25" fmla="*/ 14 h 1818"/>
                <a:gd name="T26" fmla="*/ 1 w 94"/>
                <a:gd name="T27" fmla="*/ 14 h 1818"/>
                <a:gd name="T28" fmla="*/ 1 w 94"/>
                <a:gd name="T29" fmla="*/ 14 h 1818"/>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94"/>
                <a:gd name="T46" fmla="*/ 0 h 1818"/>
                <a:gd name="T47" fmla="*/ 94 w 94"/>
                <a:gd name="T48" fmla="*/ 1818 h 1818"/>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94" h="1818">
                  <a:moveTo>
                    <a:pt x="94" y="1771"/>
                  </a:moveTo>
                  <a:lnTo>
                    <a:pt x="94" y="1771"/>
                  </a:lnTo>
                  <a:lnTo>
                    <a:pt x="94" y="0"/>
                  </a:lnTo>
                  <a:lnTo>
                    <a:pt x="0" y="0"/>
                  </a:lnTo>
                  <a:lnTo>
                    <a:pt x="0" y="1771"/>
                  </a:lnTo>
                  <a:lnTo>
                    <a:pt x="3" y="1791"/>
                  </a:lnTo>
                  <a:lnTo>
                    <a:pt x="15" y="1806"/>
                  </a:lnTo>
                  <a:lnTo>
                    <a:pt x="29" y="1814"/>
                  </a:lnTo>
                  <a:lnTo>
                    <a:pt x="47" y="1818"/>
                  </a:lnTo>
                  <a:lnTo>
                    <a:pt x="64" y="1814"/>
                  </a:lnTo>
                  <a:lnTo>
                    <a:pt x="79" y="1806"/>
                  </a:lnTo>
                  <a:lnTo>
                    <a:pt x="90" y="1791"/>
                  </a:lnTo>
                  <a:lnTo>
                    <a:pt x="94" y="17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8453" name="Freeform 47"/>
            <p:cNvSpPr>
              <a:spLocks/>
            </p:cNvSpPr>
            <p:nvPr/>
          </p:nvSpPr>
          <p:spPr bwMode="auto">
            <a:xfrm>
              <a:off x="868" y="2067"/>
              <a:ext cx="90" cy="160"/>
            </a:xfrm>
            <a:custGeom>
              <a:avLst/>
              <a:gdLst>
                <a:gd name="T0" fmla="*/ 3 w 449"/>
                <a:gd name="T1" fmla="*/ 6 h 803"/>
                <a:gd name="T2" fmla="*/ 3 w 449"/>
                <a:gd name="T3" fmla="*/ 6 h 803"/>
                <a:gd name="T4" fmla="*/ 3 w 449"/>
                <a:gd name="T5" fmla="*/ 5 h 803"/>
                <a:gd name="T6" fmla="*/ 3 w 449"/>
                <a:gd name="T7" fmla="*/ 5 h 803"/>
                <a:gd name="T8" fmla="*/ 3 w 449"/>
                <a:gd name="T9" fmla="*/ 5 h 803"/>
                <a:gd name="T10" fmla="*/ 2 w 449"/>
                <a:gd name="T11" fmla="*/ 5 h 803"/>
                <a:gd name="T12" fmla="*/ 2 w 449"/>
                <a:gd name="T13" fmla="*/ 4 h 803"/>
                <a:gd name="T14" fmla="*/ 2 w 449"/>
                <a:gd name="T15" fmla="*/ 4 h 803"/>
                <a:gd name="T16" fmla="*/ 2 w 449"/>
                <a:gd name="T17" fmla="*/ 4 h 803"/>
                <a:gd name="T18" fmla="*/ 2 w 449"/>
                <a:gd name="T19" fmla="*/ 3 h 803"/>
                <a:gd name="T20" fmla="*/ 1 w 449"/>
                <a:gd name="T21" fmla="*/ 3 h 803"/>
                <a:gd name="T22" fmla="*/ 1 w 449"/>
                <a:gd name="T23" fmla="*/ 2 h 803"/>
                <a:gd name="T24" fmla="*/ 1 w 449"/>
                <a:gd name="T25" fmla="*/ 2 h 803"/>
                <a:gd name="T26" fmla="*/ 1 w 449"/>
                <a:gd name="T27" fmla="*/ 2 h 803"/>
                <a:gd name="T28" fmla="*/ 1 w 449"/>
                <a:gd name="T29" fmla="*/ 1 h 803"/>
                <a:gd name="T30" fmla="*/ 1 w 449"/>
                <a:gd name="T31" fmla="*/ 1 h 803"/>
                <a:gd name="T32" fmla="*/ 1 w 449"/>
                <a:gd name="T33" fmla="*/ 0 h 803"/>
                <a:gd name="T34" fmla="*/ 1 w 449"/>
                <a:gd name="T35" fmla="*/ 0 h 803"/>
                <a:gd name="T36" fmla="*/ 0 w 449"/>
                <a:gd name="T37" fmla="*/ 0 h 803"/>
                <a:gd name="T38" fmla="*/ 0 w 449"/>
                <a:gd name="T39" fmla="*/ 0 h 803"/>
                <a:gd name="T40" fmla="*/ 0 w 449"/>
                <a:gd name="T41" fmla="*/ 1 h 803"/>
                <a:gd name="T42" fmla="*/ 0 w 449"/>
                <a:gd name="T43" fmla="*/ 1 h 803"/>
                <a:gd name="T44" fmla="*/ 0 w 449"/>
                <a:gd name="T45" fmla="*/ 2 h 803"/>
                <a:gd name="T46" fmla="*/ 0 w 449"/>
                <a:gd name="T47" fmla="*/ 2 h 803"/>
                <a:gd name="T48" fmla="*/ 0 w 449"/>
                <a:gd name="T49" fmla="*/ 3 h 803"/>
                <a:gd name="T50" fmla="*/ 1 w 449"/>
                <a:gd name="T51" fmla="*/ 3 h 803"/>
                <a:gd name="T52" fmla="*/ 1 w 449"/>
                <a:gd name="T53" fmla="*/ 4 h 803"/>
                <a:gd name="T54" fmla="*/ 1 w 449"/>
                <a:gd name="T55" fmla="*/ 4 h 803"/>
                <a:gd name="T56" fmla="*/ 1 w 449"/>
                <a:gd name="T57" fmla="*/ 4 h 803"/>
                <a:gd name="T58" fmla="*/ 2 w 449"/>
                <a:gd name="T59" fmla="*/ 5 h 803"/>
                <a:gd name="T60" fmla="*/ 2 w 449"/>
                <a:gd name="T61" fmla="*/ 5 h 803"/>
                <a:gd name="T62" fmla="*/ 2 w 449"/>
                <a:gd name="T63" fmla="*/ 5 h 803"/>
                <a:gd name="T64" fmla="*/ 2 w 449"/>
                <a:gd name="T65" fmla="*/ 6 h 803"/>
                <a:gd name="T66" fmla="*/ 3 w 449"/>
                <a:gd name="T67" fmla="*/ 6 h 803"/>
                <a:gd name="T68" fmla="*/ 3 w 449"/>
                <a:gd name="T69" fmla="*/ 6 h 803"/>
                <a:gd name="T70" fmla="*/ 3 w 449"/>
                <a:gd name="T71" fmla="*/ 6 h 803"/>
                <a:gd name="T72" fmla="*/ 3 w 449"/>
                <a:gd name="T73" fmla="*/ 6 h 803"/>
                <a:gd name="T74" fmla="*/ 3 w 449"/>
                <a:gd name="T75" fmla="*/ 6 h 803"/>
                <a:gd name="T76" fmla="*/ 3 w 449"/>
                <a:gd name="T77" fmla="*/ 6 h 803"/>
                <a:gd name="T78" fmla="*/ 3 w 449"/>
                <a:gd name="T79" fmla="*/ 6 h 803"/>
                <a:gd name="T80" fmla="*/ 4 w 449"/>
                <a:gd name="T81" fmla="*/ 6 h 803"/>
                <a:gd name="T82" fmla="*/ 4 w 449"/>
                <a:gd name="T83" fmla="*/ 6 h 803"/>
                <a:gd name="T84" fmla="*/ 4 w 449"/>
                <a:gd name="T85" fmla="*/ 6 h 803"/>
                <a:gd name="T86" fmla="*/ 4 w 449"/>
                <a:gd name="T87" fmla="*/ 6 h 803"/>
                <a:gd name="T88" fmla="*/ 3 w 449"/>
                <a:gd name="T89" fmla="*/ 6 h 803"/>
                <a:gd name="T90" fmla="*/ 3 w 449"/>
                <a:gd name="T91" fmla="*/ 6 h 80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449"/>
                <a:gd name="T139" fmla="*/ 0 h 803"/>
                <a:gd name="T140" fmla="*/ 449 w 449"/>
                <a:gd name="T141" fmla="*/ 803 h 80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449" h="803">
                  <a:moveTo>
                    <a:pt x="426" y="717"/>
                  </a:moveTo>
                  <a:lnTo>
                    <a:pt x="427" y="717"/>
                  </a:lnTo>
                  <a:lnTo>
                    <a:pt x="395" y="693"/>
                  </a:lnTo>
                  <a:lnTo>
                    <a:pt x="361" y="662"/>
                  </a:lnTo>
                  <a:lnTo>
                    <a:pt x="329" y="628"/>
                  </a:lnTo>
                  <a:lnTo>
                    <a:pt x="299" y="591"/>
                  </a:lnTo>
                  <a:lnTo>
                    <a:pt x="269" y="551"/>
                  </a:lnTo>
                  <a:lnTo>
                    <a:pt x="241" y="507"/>
                  </a:lnTo>
                  <a:lnTo>
                    <a:pt x="215" y="460"/>
                  </a:lnTo>
                  <a:lnTo>
                    <a:pt x="191" y="412"/>
                  </a:lnTo>
                  <a:lnTo>
                    <a:pt x="170" y="363"/>
                  </a:lnTo>
                  <a:lnTo>
                    <a:pt x="151" y="312"/>
                  </a:lnTo>
                  <a:lnTo>
                    <a:pt x="133" y="259"/>
                  </a:lnTo>
                  <a:lnTo>
                    <a:pt x="119" y="207"/>
                  </a:lnTo>
                  <a:lnTo>
                    <a:pt x="108" y="156"/>
                  </a:lnTo>
                  <a:lnTo>
                    <a:pt x="101" y="103"/>
                  </a:lnTo>
                  <a:lnTo>
                    <a:pt x="96" y="51"/>
                  </a:lnTo>
                  <a:lnTo>
                    <a:pt x="94" y="0"/>
                  </a:lnTo>
                  <a:lnTo>
                    <a:pt x="0" y="0"/>
                  </a:lnTo>
                  <a:lnTo>
                    <a:pt x="2" y="56"/>
                  </a:lnTo>
                  <a:lnTo>
                    <a:pt x="7" y="115"/>
                  </a:lnTo>
                  <a:lnTo>
                    <a:pt x="16" y="172"/>
                  </a:lnTo>
                  <a:lnTo>
                    <a:pt x="28" y="231"/>
                  </a:lnTo>
                  <a:lnTo>
                    <a:pt x="44" y="287"/>
                  </a:lnTo>
                  <a:lnTo>
                    <a:pt x="62" y="342"/>
                  </a:lnTo>
                  <a:lnTo>
                    <a:pt x="83" y="398"/>
                  </a:lnTo>
                  <a:lnTo>
                    <a:pt x="106" y="452"/>
                  </a:lnTo>
                  <a:lnTo>
                    <a:pt x="133" y="505"/>
                  </a:lnTo>
                  <a:lnTo>
                    <a:pt x="161" y="554"/>
                  </a:lnTo>
                  <a:lnTo>
                    <a:pt x="192" y="602"/>
                  </a:lnTo>
                  <a:lnTo>
                    <a:pt x="224" y="647"/>
                  </a:lnTo>
                  <a:lnTo>
                    <a:pt x="259" y="689"/>
                  </a:lnTo>
                  <a:lnTo>
                    <a:pt x="295" y="728"/>
                  </a:lnTo>
                  <a:lnTo>
                    <a:pt x="334" y="763"/>
                  </a:lnTo>
                  <a:lnTo>
                    <a:pt x="374" y="795"/>
                  </a:lnTo>
                  <a:lnTo>
                    <a:pt x="375" y="795"/>
                  </a:lnTo>
                  <a:lnTo>
                    <a:pt x="374" y="795"/>
                  </a:lnTo>
                  <a:lnTo>
                    <a:pt x="392" y="803"/>
                  </a:lnTo>
                  <a:lnTo>
                    <a:pt x="411" y="803"/>
                  </a:lnTo>
                  <a:lnTo>
                    <a:pt x="426" y="795"/>
                  </a:lnTo>
                  <a:lnTo>
                    <a:pt x="439" y="782"/>
                  </a:lnTo>
                  <a:lnTo>
                    <a:pt x="446" y="766"/>
                  </a:lnTo>
                  <a:lnTo>
                    <a:pt x="449" y="749"/>
                  </a:lnTo>
                  <a:lnTo>
                    <a:pt x="441" y="732"/>
                  </a:lnTo>
                  <a:lnTo>
                    <a:pt x="427" y="717"/>
                  </a:lnTo>
                  <a:lnTo>
                    <a:pt x="426" y="71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8454" name="Freeform 48"/>
            <p:cNvSpPr>
              <a:spLocks/>
            </p:cNvSpPr>
            <p:nvPr/>
          </p:nvSpPr>
          <p:spPr bwMode="auto">
            <a:xfrm>
              <a:off x="883" y="1673"/>
              <a:ext cx="379" cy="690"/>
            </a:xfrm>
            <a:custGeom>
              <a:avLst/>
              <a:gdLst>
                <a:gd name="T0" fmla="*/ 12 w 1897"/>
                <a:gd name="T1" fmla="*/ 6 h 3450"/>
                <a:gd name="T2" fmla="*/ 13 w 1897"/>
                <a:gd name="T3" fmla="*/ 7 h 3450"/>
                <a:gd name="T4" fmla="*/ 13 w 1897"/>
                <a:gd name="T5" fmla="*/ 7 h 3450"/>
                <a:gd name="T6" fmla="*/ 14 w 1897"/>
                <a:gd name="T7" fmla="*/ 8 h 3450"/>
                <a:gd name="T8" fmla="*/ 14 w 1897"/>
                <a:gd name="T9" fmla="*/ 9 h 3450"/>
                <a:gd name="T10" fmla="*/ 15 w 1897"/>
                <a:gd name="T11" fmla="*/ 10 h 3450"/>
                <a:gd name="T12" fmla="*/ 15 w 1897"/>
                <a:gd name="T13" fmla="*/ 11 h 3450"/>
                <a:gd name="T14" fmla="*/ 15 w 1897"/>
                <a:gd name="T15" fmla="*/ 11 h 3450"/>
                <a:gd name="T16" fmla="*/ 15 w 1897"/>
                <a:gd name="T17" fmla="*/ 12 h 3450"/>
                <a:gd name="T18" fmla="*/ 15 w 1897"/>
                <a:gd name="T19" fmla="*/ 26 h 3450"/>
                <a:gd name="T20" fmla="*/ 15 w 1897"/>
                <a:gd name="T21" fmla="*/ 26 h 3450"/>
                <a:gd name="T22" fmla="*/ 15 w 1897"/>
                <a:gd name="T23" fmla="*/ 27 h 3450"/>
                <a:gd name="T24" fmla="*/ 15 w 1897"/>
                <a:gd name="T25" fmla="*/ 27 h 3450"/>
                <a:gd name="T26" fmla="*/ 14 w 1897"/>
                <a:gd name="T27" fmla="*/ 27 h 3450"/>
                <a:gd name="T28" fmla="*/ 14 w 1897"/>
                <a:gd name="T29" fmla="*/ 28 h 3450"/>
                <a:gd name="T30" fmla="*/ 13 w 1897"/>
                <a:gd name="T31" fmla="*/ 28 h 3450"/>
                <a:gd name="T32" fmla="*/ 13 w 1897"/>
                <a:gd name="T33" fmla="*/ 27 h 3450"/>
                <a:gd name="T34" fmla="*/ 3 w 1897"/>
                <a:gd name="T35" fmla="*/ 21 h 3450"/>
                <a:gd name="T36" fmla="*/ 2 w 1897"/>
                <a:gd name="T37" fmla="*/ 21 h 3450"/>
                <a:gd name="T38" fmla="*/ 2 w 1897"/>
                <a:gd name="T39" fmla="*/ 20 h 3450"/>
                <a:gd name="T40" fmla="*/ 1 w 1897"/>
                <a:gd name="T41" fmla="*/ 19 h 3450"/>
                <a:gd name="T42" fmla="*/ 1 w 1897"/>
                <a:gd name="T43" fmla="*/ 19 h 3450"/>
                <a:gd name="T44" fmla="*/ 0 w 1897"/>
                <a:gd name="T45" fmla="*/ 18 h 3450"/>
                <a:gd name="T46" fmla="*/ 0 w 1897"/>
                <a:gd name="T47" fmla="*/ 17 h 3450"/>
                <a:gd name="T48" fmla="*/ 0 w 1897"/>
                <a:gd name="T49" fmla="*/ 16 h 3450"/>
                <a:gd name="T50" fmla="*/ 0 w 1897"/>
                <a:gd name="T51" fmla="*/ 15 h 3450"/>
                <a:gd name="T52" fmla="*/ 0 w 1897"/>
                <a:gd name="T53" fmla="*/ 2 h 3450"/>
                <a:gd name="T54" fmla="*/ 0 w 1897"/>
                <a:gd name="T55" fmla="*/ 1 h 3450"/>
                <a:gd name="T56" fmla="*/ 0 w 1897"/>
                <a:gd name="T57" fmla="*/ 1 h 3450"/>
                <a:gd name="T58" fmla="*/ 1 w 1897"/>
                <a:gd name="T59" fmla="*/ 0 h 3450"/>
                <a:gd name="T60" fmla="*/ 1 w 1897"/>
                <a:gd name="T61" fmla="*/ 0 h 3450"/>
                <a:gd name="T62" fmla="*/ 1 w 1897"/>
                <a:gd name="T63" fmla="*/ 0 h 3450"/>
                <a:gd name="T64" fmla="*/ 2 w 1897"/>
                <a:gd name="T65" fmla="*/ 0 h 3450"/>
                <a:gd name="T66" fmla="*/ 3 w 1897"/>
                <a:gd name="T67" fmla="*/ 0 h 3450"/>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897"/>
                <a:gd name="T103" fmla="*/ 0 h 3450"/>
                <a:gd name="T104" fmla="*/ 1897 w 1897"/>
                <a:gd name="T105" fmla="*/ 3450 h 3450"/>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897" h="3450">
                  <a:moveTo>
                    <a:pt x="357" y="49"/>
                  </a:moveTo>
                  <a:lnTo>
                    <a:pt x="1542" y="806"/>
                  </a:lnTo>
                  <a:lnTo>
                    <a:pt x="1579" y="832"/>
                  </a:lnTo>
                  <a:lnTo>
                    <a:pt x="1614" y="861"/>
                  </a:lnTo>
                  <a:lnTo>
                    <a:pt x="1648" y="895"/>
                  </a:lnTo>
                  <a:lnTo>
                    <a:pt x="1681" y="933"/>
                  </a:lnTo>
                  <a:lnTo>
                    <a:pt x="1711" y="973"/>
                  </a:lnTo>
                  <a:lnTo>
                    <a:pt x="1740" y="1016"/>
                  </a:lnTo>
                  <a:lnTo>
                    <a:pt x="1768" y="1062"/>
                  </a:lnTo>
                  <a:lnTo>
                    <a:pt x="1793" y="1109"/>
                  </a:lnTo>
                  <a:lnTo>
                    <a:pt x="1816" y="1158"/>
                  </a:lnTo>
                  <a:lnTo>
                    <a:pt x="1836" y="1208"/>
                  </a:lnTo>
                  <a:lnTo>
                    <a:pt x="1854" y="1260"/>
                  </a:lnTo>
                  <a:lnTo>
                    <a:pt x="1869" y="1313"/>
                  </a:lnTo>
                  <a:lnTo>
                    <a:pt x="1881" y="1364"/>
                  </a:lnTo>
                  <a:lnTo>
                    <a:pt x="1890" y="1417"/>
                  </a:lnTo>
                  <a:lnTo>
                    <a:pt x="1895" y="1469"/>
                  </a:lnTo>
                  <a:lnTo>
                    <a:pt x="1897" y="1519"/>
                  </a:lnTo>
                  <a:lnTo>
                    <a:pt x="1897" y="3142"/>
                  </a:lnTo>
                  <a:lnTo>
                    <a:pt x="1895" y="3190"/>
                  </a:lnTo>
                  <a:lnTo>
                    <a:pt x="1890" y="3235"/>
                  </a:lnTo>
                  <a:lnTo>
                    <a:pt x="1881" y="3276"/>
                  </a:lnTo>
                  <a:lnTo>
                    <a:pt x="1869" y="3313"/>
                  </a:lnTo>
                  <a:lnTo>
                    <a:pt x="1854" y="3346"/>
                  </a:lnTo>
                  <a:lnTo>
                    <a:pt x="1836" y="3375"/>
                  </a:lnTo>
                  <a:lnTo>
                    <a:pt x="1816" y="3398"/>
                  </a:lnTo>
                  <a:lnTo>
                    <a:pt x="1793" y="3418"/>
                  </a:lnTo>
                  <a:lnTo>
                    <a:pt x="1768" y="3434"/>
                  </a:lnTo>
                  <a:lnTo>
                    <a:pt x="1740" y="3444"/>
                  </a:lnTo>
                  <a:lnTo>
                    <a:pt x="1711" y="3450"/>
                  </a:lnTo>
                  <a:lnTo>
                    <a:pt x="1681" y="3450"/>
                  </a:lnTo>
                  <a:lnTo>
                    <a:pt x="1648" y="3445"/>
                  </a:lnTo>
                  <a:lnTo>
                    <a:pt x="1614" y="3436"/>
                  </a:lnTo>
                  <a:lnTo>
                    <a:pt x="1579" y="3421"/>
                  </a:lnTo>
                  <a:lnTo>
                    <a:pt x="1542" y="3400"/>
                  </a:lnTo>
                  <a:lnTo>
                    <a:pt x="357" y="2643"/>
                  </a:lnTo>
                  <a:lnTo>
                    <a:pt x="320" y="2618"/>
                  </a:lnTo>
                  <a:lnTo>
                    <a:pt x="285" y="2588"/>
                  </a:lnTo>
                  <a:lnTo>
                    <a:pt x="251" y="2554"/>
                  </a:lnTo>
                  <a:lnTo>
                    <a:pt x="218" y="2517"/>
                  </a:lnTo>
                  <a:lnTo>
                    <a:pt x="187" y="2477"/>
                  </a:lnTo>
                  <a:lnTo>
                    <a:pt x="157" y="2433"/>
                  </a:lnTo>
                  <a:lnTo>
                    <a:pt x="130" y="2388"/>
                  </a:lnTo>
                  <a:lnTo>
                    <a:pt x="105" y="2341"/>
                  </a:lnTo>
                  <a:lnTo>
                    <a:pt x="81" y="2292"/>
                  </a:lnTo>
                  <a:lnTo>
                    <a:pt x="61" y="2241"/>
                  </a:lnTo>
                  <a:lnTo>
                    <a:pt x="44" y="2190"/>
                  </a:lnTo>
                  <a:lnTo>
                    <a:pt x="29" y="2138"/>
                  </a:lnTo>
                  <a:lnTo>
                    <a:pt x="17" y="2085"/>
                  </a:lnTo>
                  <a:lnTo>
                    <a:pt x="7" y="2033"/>
                  </a:lnTo>
                  <a:lnTo>
                    <a:pt x="3" y="1981"/>
                  </a:lnTo>
                  <a:lnTo>
                    <a:pt x="0" y="1931"/>
                  </a:lnTo>
                  <a:lnTo>
                    <a:pt x="0" y="308"/>
                  </a:lnTo>
                  <a:lnTo>
                    <a:pt x="3" y="260"/>
                  </a:lnTo>
                  <a:lnTo>
                    <a:pt x="7" y="215"/>
                  </a:lnTo>
                  <a:lnTo>
                    <a:pt x="17" y="174"/>
                  </a:lnTo>
                  <a:lnTo>
                    <a:pt x="29" y="137"/>
                  </a:lnTo>
                  <a:lnTo>
                    <a:pt x="44" y="104"/>
                  </a:lnTo>
                  <a:lnTo>
                    <a:pt x="61" y="76"/>
                  </a:lnTo>
                  <a:lnTo>
                    <a:pt x="81" y="51"/>
                  </a:lnTo>
                  <a:lnTo>
                    <a:pt x="105" y="31"/>
                  </a:lnTo>
                  <a:lnTo>
                    <a:pt x="130" y="16"/>
                  </a:lnTo>
                  <a:lnTo>
                    <a:pt x="157" y="5"/>
                  </a:lnTo>
                  <a:lnTo>
                    <a:pt x="187" y="0"/>
                  </a:lnTo>
                  <a:lnTo>
                    <a:pt x="218" y="0"/>
                  </a:lnTo>
                  <a:lnTo>
                    <a:pt x="251" y="3"/>
                  </a:lnTo>
                  <a:lnTo>
                    <a:pt x="285" y="14"/>
                  </a:lnTo>
                  <a:lnTo>
                    <a:pt x="320" y="29"/>
                  </a:lnTo>
                  <a:lnTo>
                    <a:pt x="357" y="49"/>
                  </a:lnTo>
                  <a:close/>
                </a:path>
              </a:pathLst>
            </a:custGeom>
            <a:solidFill>
              <a:srgbClr val="BFBFB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8455" name="Freeform 49"/>
            <p:cNvSpPr>
              <a:spLocks/>
            </p:cNvSpPr>
            <p:nvPr/>
          </p:nvSpPr>
          <p:spPr bwMode="auto">
            <a:xfrm>
              <a:off x="1268" y="1663"/>
              <a:ext cx="393" cy="711"/>
            </a:xfrm>
            <a:custGeom>
              <a:avLst/>
              <a:gdLst>
                <a:gd name="T0" fmla="*/ 3 w 1962"/>
                <a:gd name="T1" fmla="*/ 7 h 3555"/>
                <a:gd name="T2" fmla="*/ 2 w 1962"/>
                <a:gd name="T3" fmla="*/ 7 h 3555"/>
                <a:gd name="T4" fmla="*/ 2 w 1962"/>
                <a:gd name="T5" fmla="*/ 8 h 3555"/>
                <a:gd name="T6" fmla="*/ 1 w 1962"/>
                <a:gd name="T7" fmla="*/ 8 h 3555"/>
                <a:gd name="T8" fmla="*/ 1 w 1962"/>
                <a:gd name="T9" fmla="*/ 9 h 3555"/>
                <a:gd name="T10" fmla="*/ 1 w 1962"/>
                <a:gd name="T11" fmla="*/ 10 h 3555"/>
                <a:gd name="T12" fmla="*/ 0 w 1962"/>
                <a:gd name="T13" fmla="*/ 11 h 3555"/>
                <a:gd name="T14" fmla="*/ 0 w 1962"/>
                <a:gd name="T15" fmla="*/ 12 h 3555"/>
                <a:gd name="T16" fmla="*/ 0 w 1962"/>
                <a:gd name="T17" fmla="*/ 13 h 3555"/>
                <a:gd name="T18" fmla="*/ 0 w 1962"/>
                <a:gd name="T19" fmla="*/ 26 h 3555"/>
                <a:gd name="T20" fmla="*/ 0 w 1962"/>
                <a:gd name="T21" fmla="*/ 27 h 3555"/>
                <a:gd name="T22" fmla="*/ 0 w 1962"/>
                <a:gd name="T23" fmla="*/ 28 h 3555"/>
                <a:gd name="T24" fmla="*/ 1 w 1962"/>
                <a:gd name="T25" fmla="*/ 28 h 3555"/>
                <a:gd name="T26" fmla="*/ 1 w 1962"/>
                <a:gd name="T27" fmla="*/ 28 h 3555"/>
                <a:gd name="T28" fmla="*/ 2 w 1962"/>
                <a:gd name="T29" fmla="*/ 28 h 3555"/>
                <a:gd name="T30" fmla="*/ 2 w 1962"/>
                <a:gd name="T31" fmla="*/ 28 h 3555"/>
                <a:gd name="T32" fmla="*/ 3 w 1962"/>
                <a:gd name="T33" fmla="*/ 28 h 3555"/>
                <a:gd name="T34" fmla="*/ 13 w 1962"/>
                <a:gd name="T35" fmla="*/ 22 h 3555"/>
                <a:gd name="T36" fmla="*/ 13 w 1962"/>
                <a:gd name="T37" fmla="*/ 21 h 3555"/>
                <a:gd name="T38" fmla="*/ 14 w 1962"/>
                <a:gd name="T39" fmla="*/ 21 h 3555"/>
                <a:gd name="T40" fmla="*/ 14 w 1962"/>
                <a:gd name="T41" fmla="*/ 20 h 3555"/>
                <a:gd name="T42" fmla="*/ 15 w 1962"/>
                <a:gd name="T43" fmla="*/ 19 h 3555"/>
                <a:gd name="T44" fmla="*/ 15 w 1962"/>
                <a:gd name="T45" fmla="*/ 18 h 3555"/>
                <a:gd name="T46" fmla="*/ 16 w 1962"/>
                <a:gd name="T47" fmla="*/ 18 h 3555"/>
                <a:gd name="T48" fmla="*/ 16 w 1962"/>
                <a:gd name="T49" fmla="*/ 17 h 3555"/>
                <a:gd name="T50" fmla="*/ 16 w 1962"/>
                <a:gd name="T51" fmla="*/ 16 h 3555"/>
                <a:gd name="T52" fmla="*/ 16 w 1962"/>
                <a:gd name="T53" fmla="*/ 2 h 3555"/>
                <a:gd name="T54" fmla="*/ 16 w 1962"/>
                <a:gd name="T55" fmla="*/ 1 h 3555"/>
                <a:gd name="T56" fmla="*/ 15 w 1962"/>
                <a:gd name="T57" fmla="*/ 1 h 3555"/>
                <a:gd name="T58" fmla="*/ 15 w 1962"/>
                <a:gd name="T59" fmla="*/ 0 h 3555"/>
                <a:gd name="T60" fmla="*/ 15 w 1962"/>
                <a:gd name="T61" fmla="*/ 0 h 3555"/>
                <a:gd name="T62" fmla="*/ 14 w 1962"/>
                <a:gd name="T63" fmla="*/ 0 h 3555"/>
                <a:gd name="T64" fmla="*/ 14 w 1962"/>
                <a:gd name="T65" fmla="*/ 0 h 3555"/>
                <a:gd name="T66" fmla="*/ 13 w 1962"/>
                <a:gd name="T67" fmla="*/ 0 h 3555"/>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962"/>
                <a:gd name="T103" fmla="*/ 0 h 3555"/>
                <a:gd name="T104" fmla="*/ 1962 w 1962"/>
                <a:gd name="T105" fmla="*/ 3555 h 3555"/>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962" h="3555">
                  <a:moveTo>
                    <a:pt x="1594" y="50"/>
                  </a:moveTo>
                  <a:lnTo>
                    <a:pt x="368" y="831"/>
                  </a:lnTo>
                  <a:lnTo>
                    <a:pt x="330" y="858"/>
                  </a:lnTo>
                  <a:lnTo>
                    <a:pt x="294" y="888"/>
                  </a:lnTo>
                  <a:lnTo>
                    <a:pt x="259" y="922"/>
                  </a:lnTo>
                  <a:lnTo>
                    <a:pt x="225" y="961"/>
                  </a:lnTo>
                  <a:lnTo>
                    <a:pt x="193" y="1003"/>
                  </a:lnTo>
                  <a:lnTo>
                    <a:pt x="163" y="1047"/>
                  </a:lnTo>
                  <a:lnTo>
                    <a:pt x="133" y="1094"/>
                  </a:lnTo>
                  <a:lnTo>
                    <a:pt x="108" y="1143"/>
                  </a:lnTo>
                  <a:lnTo>
                    <a:pt x="84" y="1193"/>
                  </a:lnTo>
                  <a:lnTo>
                    <a:pt x="63" y="1246"/>
                  </a:lnTo>
                  <a:lnTo>
                    <a:pt x="44" y="1299"/>
                  </a:lnTo>
                  <a:lnTo>
                    <a:pt x="29" y="1353"/>
                  </a:lnTo>
                  <a:lnTo>
                    <a:pt x="16" y="1405"/>
                  </a:lnTo>
                  <a:lnTo>
                    <a:pt x="7" y="1459"/>
                  </a:lnTo>
                  <a:lnTo>
                    <a:pt x="2" y="1512"/>
                  </a:lnTo>
                  <a:lnTo>
                    <a:pt x="0" y="1565"/>
                  </a:lnTo>
                  <a:lnTo>
                    <a:pt x="0" y="3237"/>
                  </a:lnTo>
                  <a:lnTo>
                    <a:pt x="2" y="3287"/>
                  </a:lnTo>
                  <a:lnTo>
                    <a:pt x="7" y="3333"/>
                  </a:lnTo>
                  <a:lnTo>
                    <a:pt x="16" y="3375"/>
                  </a:lnTo>
                  <a:lnTo>
                    <a:pt x="29" y="3413"/>
                  </a:lnTo>
                  <a:lnTo>
                    <a:pt x="44" y="3447"/>
                  </a:lnTo>
                  <a:lnTo>
                    <a:pt x="63" y="3477"/>
                  </a:lnTo>
                  <a:lnTo>
                    <a:pt x="84" y="3502"/>
                  </a:lnTo>
                  <a:lnTo>
                    <a:pt x="108" y="3522"/>
                  </a:lnTo>
                  <a:lnTo>
                    <a:pt x="133" y="3538"/>
                  </a:lnTo>
                  <a:lnTo>
                    <a:pt x="163" y="3549"/>
                  </a:lnTo>
                  <a:lnTo>
                    <a:pt x="193" y="3555"/>
                  </a:lnTo>
                  <a:lnTo>
                    <a:pt x="225" y="3555"/>
                  </a:lnTo>
                  <a:lnTo>
                    <a:pt x="259" y="3550"/>
                  </a:lnTo>
                  <a:lnTo>
                    <a:pt x="294" y="3541"/>
                  </a:lnTo>
                  <a:lnTo>
                    <a:pt x="330" y="3524"/>
                  </a:lnTo>
                  <a:lnTo>
                    <a:pt x="368" y="3503"/>
                  </a:lnTo>
                  <a:lnTo>
                    <a:pt x="1594" y="2722"/>
                  </a:lnTo>
                  <a:lnTo>
                    <a:pt x="1632" y="2696"/>
                  </a:lnTo>
                  <a:lnTo>
                    <a:pt x="1668" y="2665"/>
                  </a:lnTo>
                  <a:lnTo>
                    <a:pt x="1703" y="2631"/>
                  </a:lnTo>
                  <a:lnTo>
                    <a:pt x="1737" y="2592"/>
                  </a:lnTo>
                  <a:lnTo>
                    <a:pt x="1769" y="2551"/>
                  </a:lnTo>
                  <a:lnTo>
                    <a:pt x="1799" y="2506"/>
                  </a:lnTo>
                  <a:lnTo>
                    <a:pt x="1829" y="2460"/>
                  </a:lnTo>
                  <a:lnTo>
                    <a:pt x="1854" y="2411"/>
                  </a:lnTo>
                  <a:lnTo>
                    <a:pt x="1878" y="2361"/>
                  </a:lnTo>
                  <a:lnTo>
                    <a:pt x="1899" y="2308"/>
                  </a:lnTo>
                  <a:lnTo>
                    <a:pt x="1918" y="2256"/>
                  </a:lnTo>
                  <a:lnTo>
                    <a:pt x="1933" y="2202"/>
                  </a:lnTo>
                  <a:lnTo>
                    <a:pt x="1946" y="2149"/>
                  </a:lnTo>
                  <a:lnTo>
                    <a:pt x="1955" y="2095"/>
                  </a:lnTo>
                  <a:lnTo>
                    <a:pt x="1960" y="2042"/>
                  </a:lnTo>
                  <a:lnTo>
                    <a:pt x="1962" y="1989"/>
                  </a:lnTo>
                  <a:lnTo>
                    <a:pt x="1962" y="319"/>
                  </a:lnTo>
                  <a:lnTo>
                    <a:pt x="1960" y="269"/>
                  </a:lnTo>
                  <a:lnTo>
                    <a:pt x="1955" y="223"/>
                  </a:lnTo>
                  <a:lnTo>
                    <a:pt x="1946" y="180"/>
                  </a:lnTo>
                  <a:lnTo>
                    <a:pt x="1933" y="143"/>
                  </a:lnTo>
                  <a:lnTo>
                    <a:pt x="1918" y="109"/>
                  </a:lnTo>
                  <a:lnTo>
                    <a:pt x="1899" y="79"/>
                  </a:lnTo>
                  <a:lnTo>
                    <a:pt x="1878" y="54"/>
                  </a:lnTo>
                  <a:lnTo>
                    <a:pt x="1854" y="33"/>
                  </a:lnTo>
                  <a:lnTo>
                    <a:pt x="1829" y="17"/>
                  </a:lnTo>
                  <a:lnTo>
                    <a:pt x="1799" y="7"/>
                  </a:lnTo>
                  <a:lnTo>
                    <a:pt x="1769" y="0"/>
                  </a:lnTo>
                  <a:lnTo>
                    <a:pt x="1737" y="0"/>
                  </a:lnTo>
                  <a:lnTo>
                    <a:pt x="1703" y="4"/>
                  </a:lnTo>
                  <a:lnTo>
                    <a:pt x="1668" y="14"/>
                  </a:lnTo>
                  <a:lnTo>
                    <a:pt x="1632" y="29"/>
                  </a:lnTo>
                  <a:lnTo>
                    <a:pt x="1594" y="50"/>
                  </a:lnTo>
                  <a:close/>
                </a:path>
              </a:pathLst>
            </a:custGeom>
            <a:solidFill>
              <a:srgbClr val="E5E5E5"/>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8456" name="Freeform 50"/>
            <p:cNvSpPr>
              <a:spLocks noEditPoints="1"/>
            </p:cNvSpPr>
            <p:nvPr/>
          </p:nvSpPr>
          <p:spPr bwMode="auto">
            <a:xfrm>
              <a:off x="916" y="1589"/>
              <a:ext cx="697" cy="698"/>
            </a:xfrm>
            <a:custGeom>
              <a:avLst/>
              <a:gdLst>
                <a:gd name="T0" fmla="*/ 16 w 3485"/>
                <a:gd name="T1" fmla="*/ 0 h 3490"/>
                <a:gd name="T2" fmla="*/ 17 w 3485"/>
                <a:gd name="T3" fmla="*/ 2 h 3490"/>
                <a:gd name="T4" fmla="*/ 17 w 3485"/>
                <a:gd name="T5" fmla="*/ 3 h 3490"/>
                <a:gd name="T6" fmla="*/ 14 w 3485"/>
                <a:gd name="T7" fmla="*/ 4 h 3490"/>
                <a:gd name="T8" fmla="*/ 12 w 3485"/>
                <a:gd name="T9" fmla="*/ 4 h 3490"/>
                <a:gd name="T10" fmla="*/ 11 w 3485"/>
                <a:gd name="T11" fmla="*/ 2 h 3490"/>
                <a:gd name="T12" fmla="*/ 11 w 3485"/>
                <a:gd name="T13" fmla="*/ 1 h 3490"/>
                <a:gd name="T14" fmla="*/ 14 w 3485"/>
                <a:gd name="T15" fmla="*/ 0 h 3490"/>
                <a:gd name="T16" fmla="*/ 3 w 3485"/>
                <a:gd name="T17" fmla="*/ 7 h 3490"/>
                <a:gd name="T18" fmla="*/ 4 w 3485"/>
                <a:gd name="T19" fmla="*/ 9 h 3490"/>
                <a:gd name="T20" fmla="*/ 3 w 3485"/>
                <a:gd name="T21" fmla="*/ 12 h 3490"/>
                <a:gd name="T22" fmla="*/ 2 w 3485"/>
                <a:gd name="T23" fmla="*/ 13 h 3490"/>
                <a:gd name="T24" fmla="*/ 1 w 3485"/>
                <a:gd name="T25" fmla="*/ 12 h 3490"/>
                <a:gd name="T26" fmla="*/ 0 w 3485"/>
                <a:gd name="T27" fmla="*/ 10 h 3490"/>
                <a:gd name="T28" fmla="*/ 0 w 3485"/>
                <a:gd name="T29" fmla="*/ 8 h 3490"/>
                <a:gd name="T30" fmla="*/ 2 w 3485"/>
                <a:gd name="T31" fmla="*/ 6 h 3490"/>
                <a:gd name="T32" fmla="*/ 10 w 3485"/>
                <a:gd name="T33" fmla="*/ 20 h 3490"/>
                <a:gd name="T34" fmla="*/ 11 w 3485"/>
                <a:gd name="T35" fmla="*/ 22 h 3490"/>
                <a:gd name="T36" fmla="*/ 11 w 3485"/>
                <a:gd name="T37" fmla="*/ 25 h 3490"/>
                <a:gd name="T38" fmla="*/ 10 w 3485"/>
                <a:gd name="T39" fmla="*/ 27 h 3490"/>
                <a:gd name="T40" fmla="*/ 8 w 3485"/>
                <a:gd name="T41" fmla="*/ 26 h 3490"/>
                <a:gd name="T42" fmla="*/ 7 w 3485"/>
                <a:gd name="T43" fmla="*/ 24 h 3490"/>
                <a:gd name="T44" fmla="*/ 7 w 3485"/>
                <a:gd name="T45" fmla="*/ 22 h 3490"/>
                <a:gd name="T46" fmla="*/ 8 w 3485"/>
                <a:gd name="T47" fmla="*/ 20 h 3490"/>
                <a:gd name="T48" fmla="*/ 20 w 3485"/>
                <a:gd name="T49" fmla="*/ 21 h 3490"/>
                <a:gd name="T50" fmla="*/ 21 w 3485"/>
                <a:gd name="T51" fmla="*/ 23 h 3490"/>
                <a:gd name="T52" fmla="*/ 21 w 3485"/>
                <a:gd name="T53" fmla="*/ 26 h 3490"/>
                <a:gd name="T54" fmla="*/ 20 w 3485"/>
                <a:gd name="T55" fmla="*/ 28 h 3490"/>
                <a:gd name="T56" fmla="*/ 18 w 3485"/>
                <a:gd name="T57" fmla="*/ 28 h 3490"/>
                <a:gd name="T58" fmla="*/ 17 w 3485"/>
                <a:gd name="T59" fmla="*/ 26 h 3490"/>
                <a:gd name="T60" fmla="*/ 17 w 3485"/>
                <a:gd name="T61" fmla="*/ 23 h 3490"/>
                <a:gd name="T62" fmla="*/ 18 w 3485"/>
                <a:gd name="T63" fmla="*/ 21 h 3490"/>
                <a:gd name="T64" fmla="*/ 19 w 3485"/>
                <a:gd name="T65" fmla="*/ 11 h 3490"/>
                <a:gd name="T66" fmla="*/ 20 w 3485"/>
                <a:gd name="T67" fmla="*/ 13 h 3490"/>
                <a:gd name="T68" fmla="*/ 21 w 3485"/>
                <a:gd name="T69" fmla="*/ 15 h 3490"/>
                <a:gd name="T70" fmla="*/ 20 w 3485"/>
                <a:gd name="T71" fmla="*/ 17 h 3490"/>
                <a:gd name="T72" fmla="*/ 18 w 3485"/>
                <a:gd name="T73" fmla="*/ 17 h 3490"/>
                <a:gd name="T74" fmla="*/ 17 w 3485"/>
                <a:gd name="T75" fmla="*/ 16 h 3490"/>
                <a:gd name="T76" fmla="*/ 17 w 3485"/>
                <a:gd name="T77" fmla="*/ 13 h 3490"/>
                <a:gd name="T78" fmla="*/ 18 w 3485"/>
                <a:gd name="T79" fmla="*/ 11 h 3490"/>
                <a:gd name="T80" fmla="*/ 26 w 3485"/>
                <a:gd name="T81" fmla="*/ 7 h 3490"/>
                <a:gd name="T82" fmla="*/ 27 w 3485"/>
                <a:gd name="T83" fmla="*/ 8 h 3490"/>
                <a:gd name="T84" fmla="*/ 27 w 3485"/>
                <a:gd name="T85" fmla="*/ 11 h 3490"/>
                <a:gd name="T86" fmla="*/ 26 w 3485"/>
                <a:gd name="T87" fmla="*/ 13 h 3490"/>
                <a:gd name="T88" fmla="*/ 25 w 3485"/>
                <a:gd name="T89" fmla="*/ 13 h 3490"/>
                <a:gd name="T90" fmla="*/ 24 w 3485"/>
                <a:gd name="T91" fmla="*/ 12 h 3490"/>
                <a:gd name="T92" fmla="*/ 24 w 3485"/>
                <a:gd name="T93" fmla="*/ 9 h 3490"/>
                <a:gd name="T94" fmla="*/ 24 w 3485"/>
                <a:gd name="T95" fmla="*/ 7 h 3490"/>
                <a:gd name="T96" fmla="*/ 26 w 3485"/>
                <a:gd name="T97" fmla="*/ 17 h 3490"/>
                <a:gd name="T98" fmla="*/ 27 w 3485"/>
                <a:gd name="T99" fmla="*/ 18 h 3490"/>
                <a:gd name="T100" fmla="*/ 28 w 3485"/>
                <a:gd name="T101" fmla="*/ 21 h 3490"/>
                <a:gd name="T102" fmla="*/ 27 w 3485"/>
                <a:gd name="T103" fmla="*/ 23 h 3490"/>
                <a:gd name="T104" fmla="*/ 26 w 3485"/>
                <a:gd name="T105" fmla="*/ 24 h 3490"/>
                <a:gd name="T106" fmla="*/ 24 w 3485"/>
                <a:gd name="T107" fmla="*/ 23 h 3490"/>
                <a:gd name="T108" fmla="*/ 24 w 3485"/>
                <a:gd name="T109" fmla="*/ 20 h 3490"/>
                <a:gd name="T110" fmla="*/ 25 w 3485"/>
                <a:gd name="T111" fmla="*/ 18 h 3490"/>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w 3485"/>
                <a:gd name="T169" fmla="*/ 0 h 3490"/>
                <a:gd name="T170" fmla="*/ 3485 w 3485"/>
                <a:gd name="T171" fmla="*/ 3490 h 3490"/>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T168" t="T169" r="T170" b="T171"/>
              <a:pathLst>
                <a:path w="3485" h="3490">
                  <a:moveTo>
                    <a:pt x="1754" y="0"/>
                  </a:moveTo>
                  <a:lnTo>
                    <a:pt x="1797" y="2"/>
                  </a:lnTo>
                  <a:lnTo>
                    <a:pt x="1840" y="5"/>
                  </a:lnTo>
                  <a:lnTo>
                    <a:pt x="1881" y="12"/>
                  </a:lnTo>
                  <a:lnTo>
                    <a:pt x="1921" y="20"/>
                  </a:lnTo>
                  <a:lnTo>
                    <a:pt x="1959" y="31"/>
                  </a:lnTo>
                  <a:lnTo>
                    <a:pt x="1994" y="44"/>
                  </a:lnTo>
                  <a:lnTo>
                    <a:pt x="2028" y="59"/>
                  </a:lnTo>
                  <a:lnTo>
                    <a:pt x="2058" y="74"/>
                  </a:lnTo>
                  <a:lnTo>
                    <a:pt x="2086" y="93"/>
                  </a:lnTo>
                  <a:lnTo>
                    <a:pt x="2111" y="113"/>
                  </a:lnTo>
                  <a:lnTo>
                    <a:pt x="2132" y="133"/>
                  </a:lnTo>
                  <a:lnTo>
                    <a:pt x="2151" y="155"/>
                  </a:lnTo>
                  <a:lnTo>
                    <a:pt x="2165" y="179"/>
                  </a:lnTo>
                  <a:lnTo>
                    <a:pt x="2175" y="203"/>
                  </a:lnTo>
                  <a:lnTo>
                    <a:pt x="2182" y="229"/>
                  </a:lnTo>
                  <a:lnTo>
                    <a:pt x="2185" y="255"/>
                  </a:lnTo>
                  <a:lnTo>
                    <a:pt x="2182" y="281"/>
                  </a:lnTo>
                  <a:lnTo>
                    <a:pt x="2175" y="305"/>
                  </a:lnTo>
                  <a:lnTo>
                    <a:pt x="2165" y="330"/>
                  </a:lnTo>
                  <a:lnTo>
                    <a:pt x="2151" y="353"/>
                  </a:lnTo>
                  <a:lnTo>
                    <a:pt x="2132" y="376"/>
                  </a:lnTo>
                  <a:lnTo>
                    <a:pt x="2111" y="397"/>
                  </a:lnTo>
                  <a:lnTo>
                    <a:pt x="2086" y="417"/>
                  </a:lnTo>
                  <a:lnTo>
                    <a:pt x="2058" y="434"/>
                  </a:lnTo>
                  <a:lnTo>
                    <a:pt x="2028" y="451"/>
                  </a:lnTo>
                  <a:lnTo>
                    <a:pt x="1994" y="466"/>
                  </a:lnTo>
                  <a:lnTo>
                    <a:pt x="1959" y="479"/>
                  </a:lnTo>
                  <a:lnTo>
                    <a:pt x="1921" y="489"/>
                  </a:lnTo>
                  <a:lnTo>
                    <a:pt x="1881" y="498"/>
                  </a:lnTo>
                  <a:lnTo>
                    <a:pt x="1840" y="505"/>
                  </a:lnTo>
                  <a:lnTo>
                    <a:pt x="1797" y="508"/>
                  </a:lnTo>
                  <a:lnTo>
                    <a:pt x="1754" y="509"/>
                  </a:lnTo>
                  <a:lnTo>
                    <a:pt x="1710" y="508"/>
                  </a:lnTo>
                  <a:lnTo>
                    <a:pt x="1667" y="505"/>
                  </a:lnTo>
                  <a:lnTo>
                    <a:pt x="1626" y="498"/>
                  </a:lnTo>
                  <a:lnTo>
                    <a:pt x="1586" y="489"/>
                  </a:lnTo>
                  <a:lnTo>
                    <a:pt x="1548" y="479"/>
                  </a:lnTo>
                  <a:lnTo>
                    <a:pt x="1512" y="466"/>
                  </a:lnTo>
                  <a:lnTo>
                    <a:pt x="1479" y="451"/>
                  </a:lnTo>
                  <a:lnTo>
                    <a:pt x="1449" y="434"/>
                  </a:lnTo>
                  <a:lnTo>
                    <a:pt x="1421" y="417"/>
                  </a:lnTo>
                  <a:lnTo>
                    <a:pt x="1395" y="397"/>
                  </a:lnTo>
                  <a:lnTo>
                    <a:pt x="1374" y="376"/>
                  </a:lnTo>
                  <a:lnTo>
                    <a:pt x="1355" y="353"/>
                  </a:lnTo>
                  <a:lnTo>
                    <a:pt x="1341" y="330"/>
                  </a:lnTo>
                  <a:lnTo>
                    <a:pt x="1331" y="305"/>
                  </a:lnTo>
                  <a:lnTo>
                    <a:pt x="1324" y="281"/>
                  </a:lnTo>
                  <a:lnTo>
                    <a:pt x="1321" y="255"/>
                  </a:lnTo>
                  <a:lnTo>
                    <a:pt x="1324" y="229"/>
                  </a:lnTo>
                  <a:lnTo>
                    <a:pt x="1331" y="203"/>
                  </a:lnTo>
                  <a:lnTo>
                    <a:pt x="1341" y="179"/>
                  </a:lnTo>
                  <a:lnTo>
                    <a:pt x="1355" y="155"/>
                  </a:lnTo>
                  <a:lnTo>
                    <a:pt x="1374" y="133"/>
                  </a:lnTo>
                  <a:lnTo>
                    <a:pt x="1395" y="113"/>
                  </a:lnTo>
                  <a:lnTo>
                    <a:pt x="1421" y="93"/>
                  </a:lnTo>
                  <a:lnTo>
                    <a:pt x="1449" y="74"/>
                  </a:lnTo>
                  <a:lnTo>
                    <a:pt x="1479" y="59"/>
                  </a:lnTo>
                  <a:lnTo>
                    <a:pt x="1512" y="44"/>
                  </a:lnTo>
                  <a:lnTo>
                    <a:pt x="1548" y="31"/>
                  </a:lnTo>
                  <a:lnTo>
                    <a:pt x="1586" y="20"/>
                  </a:lnTo>
                  <a:lnTo>
                    <a:pt x="1626" y="12"/>
                  </a:lnTo>
                  <a:lnTo>
                    <a:pt x="1667" y="5"/>
                  </a:lnTo>
                  <a:lnTo>
                    <a:pt x="1710" y="2"/>
                  </a:lnTo>
                  <a:lnTo>
                    <a:pt x="1754" y="0"/>
                  </a:lnTo>
                  <a:close/>
                  <a:moveTo>
                    <a:pt x="239" y="786"/>
                  </a:moveTo>
                  <a:lnTo>
                    <a:pt x="263" y="788"/>
                  </a:lnTo>
                  <a:lnTo>
                    <a:pt x="287" y="794"/>
                  </a:lnTo>
                  <a:lnTo>
                    <a:pt x="309" y="805"/>
                  </a:lnTo>
                  <a:lnTo>
                    <a:pt x="331" y="819"/>
                  </a:lnTo>
                  <a:lnTo>
                    <a:pt x="352" y="836"/>
                  </a:lnTo>
                  <a:lnTo>
                    <a:pt x="372" y="857"/>
                  </a:lnTo>
                  <a:lnTo>
                    <a:pt x="390" y="882"/>
                  </a:lnTo>
                  <a:lnTo>
                    <a:pt x="407" y="909"/>
                  </a:lnTo>
                  <a:lnTo>
                    <a:pt x="423" y="940"/>
                  </a:lnTo>
                  <a:lnTo>
                    <a:pt x="437" y="971"/>
                  </a:lnTo>
                  <a:lnTo>
                    <a:pt x="448" y="1006"/>
                  </a:lnTo>
                  <a:lnTo>
                    <a:pt x="459" y="1043"/>
                  </a:lnTo>
                  <a:lnTo>
                    <a:pt x="467" y="1081"/>
                  </a:lnTo>
                  <a:lnTo>
                    <a:pt x="473" y="1121"/>
                  </a:lnTo>
                  <a:lnTo>
                    <a:pt x="476" y="1163"/>
                  </a:lnTo>
                  <a:lnTo>
                    <a:pt x="478" y="1206"/>
                  </a:lnTo>
                  <a:lnTo>
                    <a:pt x="476" y="1248"/>
                  </a:lnTo>
                  <a:lnTo>
                    <a:pt x="473" y="1290"/>
                  </a:lnTo>
                  <a:lnTo>
                    <a:pt x="467" y="1330"/>
                  </a:lnTo>
                  <a:lnTo>
                    <a:pt x="459" y="1367"/>
                  </a:lnTo>
                  <a:lnTo>
                    <a:pt x="448" y="1405"/>
                  </a:lnTo>
                  <a:lnTo>
                    <a:pt x="437" y="1439"/>
                  </a:lnTo>
                  <a:lnTo>
                    <a:pt x="423" y="1472"/>
                  </a:lnTo>
                  <a:lnTo>
                    <a:pt x="407" y="1501"/>
                  </a:lnTo>
                  <a:lnTo>
                    <a:pt x="390" y="1528"/>
                  </a:lnTo>
                  <a:lnTo>
                    <a:pt x="372" y="1553"/>
                  </a:lnTo>
                  <a:lnTo>
                    <a:pt x="352" y="1574"/>
                  </a:lnTo>
                  <a:lnTo>
                    <a:pt x="331" y="1591"/>
                  </a:lnTo>
                  <a:lnTo>
                    <a:pt x="309" y="1605"/>
                  </a:lnTo>
                  <a:lnTo>
                    <a:pt x="287" y="1616"/>
                  </a:lnTo>
                  <a:lnTo>
                    <a:pt x="263" y="1622"/>
                  </a:lnTo>
                  <a:lnTo>
                    <a:pt x="239" y="1624"/>
                  </a:lnTo>
                  <a:lnTo>
                    <a:pt x="214" y="1622"/>
                  </a:lnTo>
                  <a:lnTo>
                    <a:pt x="191" y="1616"/>
                  </a:lnTo>
                  <a:lnTo>
                    <a:pt x="168" y="1605"/>
                  </a:lnTo>
                  <a:lnTo>
                    <a:pt x="146" y="1591"/>
                  </a:lnTo>
                  <a:lnTo>
                    <a:pt x="125" y="1574"/>
                  </a:lnTo>
                  <a:lnTo>
                    <a:pt x="105" y="1553"/>
                  </a:lnTo>
                  <a:lnTo>
                    <a:pt x="87" y="1528"/>
                  </a:lnTo>
                  <a:lnTo>
                    <a:pt x="70" y="1501"/>
                  </a:lnTo>
                  <a:lnTo>
                    <a:pt x="55" y="1472"/>
                  </a:lnTo>
                  <a:lnTo>
                    <a:pt x="41" y="1439"/>
                  </a:lnTo>
                  <a:lnTo>
                    <a:pt x="29" y="1405"/>
                  </a:lnTo>
                  <a:lnTo>
                    <a:pt x="18" y="1367"/>
                  </a:lnTo>
                  <a:lnTo>
                    <a:pt x="10" y="1330"/>
                  </a:lnTo>
                  <a:lnTo>
                    <a:pt x="4" y="1290"/>
                  </a:lnTo>
                  <a:lnTo>
                    <a:pt x="1" y="1248"/>
                  </a:lnTo>
                  <a:lnTo>
                    <a:pt x="0" y="1206"/>
                  </a:lnTo>
                  <a:lnTo>
                    <a:pt x="1" y="1163"/>
                  </a:lnTo>
                  <a:lnTo>
                    <a:pt x="4" y="1121"/>
                  </a:lnTo>
                  <a:lnTo>
                    <a:pt x="10" y="1081"/>
                  </a:lnTo>
                  <a:lnTo>
                    <a:pt x="18" y="1043"/>
                  </a:lnTo>
                  <a:lnTo>
                    <a:pt x="29" y="1006"/>
                  </a:lnTo>
                  <a:lnTo>
                    <a:pt x="41" y="971"/>
                  </a:lnTo>
                  <a:lnTo>
                    <a:pt x="55" y="940"/>
                  </a:lnTo>
                  <a:lnTo>
                    <a:pt x="70" y="909"/>
                  </a:lnTo>
                  <a:lnTo>
                    <a:pt x="87" y="882"/>
                  </a:lnTo>
                  <a:lnTo>
                    <a:pt x="105" y="857"/>
                  </a:lnTo>
                  <a:lnTo>
                    <a:pt x="125" y="836"/>
                  </a:lnTo>
                  <a:lnTo>
                    <a:pt x="146" y="819"/>
                  </a:lnTo>
                  <a:lnTo>
                    <a:pt x="168" y="805"/>
                  </a:lnTo>
                  <a:lnTo>
                    <a:pt x="191" y="794"/>
                  </a:lnTo>
                  <a:lnTo>
                    <a:pt x="214" y="788"/>
                  </a:lnTo>
                  <a:lnTo>
                    <a:pt x="239" y="786"/>
                  </a:lnTo>
                  <a:close/>
                  <a:moveTo>
                    <a:pt x="1119" y="2495"/>
                  </a:moveTo>
                  <a:lnTo>
                    <a:pt x="1143" y="2498"/>
                  </a:lnTo>
                  <a:lnTo>
                    <a:pt x="1167" y="2504"/>
                  </a:lnTo>
                  <a:lnTo>
                    <a:pt x="1190" y="2514"/>
                  </a:lnTo>
                  <a:lnTo>
                    <a:pt x="1211" y="2528"/>
                  </a:lnTo>
                  <a:lnTo>
                    <a:pt x="1232" y="2546"/>
                  </a:lnTo>
                  <a:lnTo>
                    <a:pt x="1252" y="2567"/>
                  </a:lnTo>
                  <a:lnTo>
                    <a:pt x="1271" y="2592"/>
                  </a:lnTo>
                  <a:lnTo>
                    <a:pt x="1288" y="2618"/>
                  </a:lnTo>
                  <a:lnTo>
                    <a:pt x="1304" y="2648"/>
                  </a:lnTo>
                  <a:lnTo>
                    <a:pt x="1318" y="2681"/>
                  </a:lnTo>
                  <a:lnTo>
                    <a:pt x="1329" y="2715"/>
                  </a:lnTo>
                  <a:lnTo>
                    <a:pt x="1340" y="2752"/>
                  </a:lnTo>
                  <a:lnTo>
                    <a:pt x="1348" y="2790"/>
                  </a:lnTo>
                  <a:lnTo>
                    <a:pt x="1354" y="2830"/>
                  </a:lnTo>
                  <a:lnTo>
                    <a:pt x="1358" y="2872"/>
                  </a:lnTo>
                  <a:lnTo>
                    <a:pt x="1359" y="2914"/>
                  </a:lnTo>
                  <a:lnTo>
                    <a:pt x="1358" y="2956"/>
                  </a:lnTo>
                  <a:lnTo>
                    <a:pt x="1354" y="2998"/>
                  </a:lnTo>
                  <a:lnTo>
                    <a:pt x="1348" y="3038"/>
                  </a:lnTo>
                  <a:lnTo>
                    <a:pt x="1340" y="3077"/>
                  </a:lnTo>
                  <a:lnTo>
                    <a:pt x="1329" y="3113"/>
                  </a:lnTo>
                  <a:lnTo>
                    <a:pt x="1318" y="3147"/>
                  </a:lnTo>
                  <a:lnTo>
                    <a:pt x="1304" y="3180"/>
                  </a:lnTo>
                  <a:lnTo>
                    <a:pt x="1288" y="3209"/>
                  </a:lnTo>
                  <a:lnTo>
                    <a:pt x="1271" y="3238"/>
                  </a:lnTo>
                  <a:lnTo>
                    <a:pt x="1252" y="3261"/>
                  </a:lnTo>
                  <a:lnTo>
                    <a:pt x="1232" y="3282"/>
                  </a:lnTo>
                  <a:lnTo>
                    <a:pt x="1211" y="3301"/>
                  </a:lnTo>
                  <a:lnTo>
                    <a:pt x="1190" y="3315"/>
                  </a:lnTo>
                  <a:lnTo>
                    <a:pt x="1167" y="3325"/>
                  </a:lnTo>
                  <a:lnTo>
                    <a:pt x="1143" y="3331"/>
                  </a:lnTo>
                  <a:lnTo>
                    <a:pt x="1119" y="3334"/>
                  </a:lnTo>
                  <a:lnTo>
                    <a:pt x="1094" y="3331"/>
                  </a:lnTo>
                  <a:lnTo>
                    <a:pt x="1070" y="3325"/>
                  </a:lnTo>
                  <a:lnTo>
                    <a:pt x="1048" y="3315"/>
                  </a:lnTo>
                  <a:lnTo>
                    <a:pt x="1026" y="3301"/>
                  </a:lnTo>
                  <a:lnTo>
                    <a:pt x="1005" y="3282"/>
                  </a:lnTo>
                  <a:lnTo>
                    <a:pt x="985" y="3261"/>
                  </a:lnTo>
                  <a:lnTo>
                    <a:pt x="967" y="3238"/>
                  </a:lnTo>
                  <a:lnTo>
                    <a:pt x="950" y="3209"/>
                  </a:lnTo>
                  <a:lnTo>
                    <a:pt x="935" y="3180"/>
                  </a:lnTo>
                  <a:lnTo>
                    <a:pt x="921" y="3147"/>
                  </a:lnTo>
                  <a:lnTo>
                    <a:pt x="909" y="3113"/>
                  </a:lnTo>
                  <a:lnTo>
                    <a:pt x="898" y="3077"/>
                  </a:lnTo>
                  <a:lnTo>
                    <a:pt x="890" y="3038"/>
                  </a:lnTo>
                  <a:lnTo>
                    <a:pt x="884" y="2998"/>
                  </a:lnTo>
                  <a:lnTo>
                    <a:pt x="881" y="2956"/>
                  </a:lnTo>
                  <a:lnTo>
                    <a:pt x="880" y="2914"/>
                  </a:lnTo>
                  <a:lnTo>
                    <a:pt x="881" y="2872"/>
                  </a:lnTo>
                  <a:lnTo>
                    <a:pt x="884" y="2830"/>
                  </a:lnTo>
                  <a:lnTo>
                    <a:pt x="890" y="2790"/>
                  </a:lnTo>
                  <a:lnTo>
                    <a:pt x="898" y="2752"/>
                  </a:lnTo>
                  <a:lnTo>
                    <a:pt x="909" y="2715"/>
                  </a:lnTo>
                  <a:lnTo>
                    <a:pt x="921" y="2681"/>
                  </a:lnTo>
                  <a:lnTo>
                    <a:pt x="935" y="2648"/>
                  </a:lnTo>
                  <a:lnTo>
                    <a:pt x="950" y="2618"/>
                  </a:lnTo>
                  <a:lnTo>
                    <a:pt x="967" y="2592"/>
                  </a:lnTo>
                  <a:lnTo>
                    <a:pt x="985" y="2567"/>
                  </a:lnTo>
                  <a:lnTo>
                    <a:pt x="1005" y="2546"/>
                  </a:lnTo>
                  <a:lnTo>
                    <a:pt x="1026" y="2528"/>
                  </a:lnTo>
                  <a:lnTo>
                    <a:pt x="1048" y="2514"/>
                  </a:lnTo>
                  <a:lnTo>
                    <a:pt x="1070" y="2504"/>
                  </a:lnTo>
                  <a:lnTo>
                    <a:pt x="1094" y="2498"/>
                  </a:lnTo>
                  <a:lnTo>
                    <a:pt x="1119" y="2495"/>
                  </a:lnTo>
                  <a:close/>
                  <a:moveTo>
                    <a:pt x="2380" y="2651"/>
                  </a:moveTo>
                  <a:lnTo>
                    <a:pt x="2405" y="2654"/>
                  </a:lnTo>
                  <a:lnTo>
                    <a:pt x="2428" y="2660"/>
                  </a:lnTo>
                  <a:lnTo>
                    <a:pt x="2452" y="2670"/>
                  </a:lnTo>
                  <a:lnTo>
                    <a:pt x="2473" y="2684"/>
                  </a:lnTo>
                  <a:lnTo>
                    <a:pt x="2494" y="2703"/>
                  </a:lnTo>
                  <a:lnTo>
                    <a:pt x="2514" y="2724"/>
                  </a:lnTo>
                  <a:lnTo>
                    <a:pt x="2533" y="2747"/>
                  </a:lnTo>
                  <a:lnTo>
                    <a:pt x="2550" y="2774"/>
                  </a:lnTo>
                  <a:lnTo>
                    <a:pt x="2565" y="2805"/>
                  </a:lnTo>
                  <a:lnTo>
                    <a:pt x="2580" y="2838"/>
                  </a:lnTo>
                  <a:lnTo>
                    <a:pt x="2591" y="2872"/>
                  </a:lnTo>
                  <a:lnTo>
                    <a:pt x="2602" y="2908"/>
                  </a:lnTo>
                  <a:lnTo>
                    <a:pt x="2610" y="2947"/>
                  </a:lnTo>
                  <a:lnTo>
                    <a:pt x="2616" y="2987"/>
                  </a:lnTo>
                  <a:lnTo>
                    <a:pt x="2619" y="3029"/>
                  </a:lnTo>
                  <a:lnTo>
                    <a:pt x="2621" y="3071"/>
                  </a:lnTo>
                  <a:lnTo>
                    <a:pt x="2619" y="3113"/>
                  </a:lnTo>
                  <a:lnTo>
                    <a:pt x="2616" y="3155"/>
                  </a:lnTo>
                  <a:lnTo>
                    <a:pt x="2610" y="3195"/>
                  </a:lnTo>
                  <a:lnTo>
                    <a:pt x="2602" y="3233"/>
                  </a:lnTo>
                  <a:lnTo>
                    <a:pt x="2591" y="3270"/>
                  </a:lnTo>
                  <a:lnTo>
                    <a:pt x="2580" y="3304"/>
                  </a:lnTo>
                  <a:lnTo>
                    <a:pt x="2565" y="3337"/>
                  </a:lnTo>
                  <a:lnTo>
                    <a:pt x="2550" y="3367"/>
                  </a:lnTo>
                  <a:lnTo>
                    <a:pt x="2533" y="3393"/>
                  </a:lnTo>
                  <a:lnTo>
                    <a:pt x="2514" y="3418"/>
                  </a:lnTo>
                  <a:lnTo>
                    <a:pt x="2494" y="3439"/>
                  </a:lnTo>
                  <a:lnTo>
                    <a:pt x="2473" y="3457"/>
                  </a:lnTo>
                  <a:lnTo>
                    <a:pt x="2452" y="3471"/>
                  </a:lnTo>
                  <a:lnTo>
                    <a:pt x="2428" y="3481"/>
                  </a:lnTo>
                  <a:lnTo>
                    <a:pt x="2405" y="3487"/>
                  </a:lnTo>
                  <a:lnTo>
                    <a:pt x="2380" y="3490"/>
                  </a:lnTo>
                  <a:lnTo>
                    <a:pt x="2356" y="3487"/>
                  </a:lnTo>
                  <a:lnTo>
                    <a:pt x="2332" y="3481"/>
                  </a:lnTo>
                  <a:lnTo>
                    <a:pt x="2310" y="3471"/>
                  </a:lnTo>
                  <a:lnTo>
                    <a:pt x="2288" y="3457"/>
                  </a:lnTo>
                  <a:lnTo>
                    <a:pt x="2267" y="3439"/>
                  </a:lnTo>
                  <a:lnTo>
                    <a:pt x="2248" y="3418"/>
                  </a:lnTo>
                  <a:lnTo>
                    <a:pt x="2229" y="3393"/>
                  </a:lnTo>
                  <a:lnTo>
                    <a:pt x="2212" y="3367"/>
                  </a:lnTo>
                  <a:lnTo>
                    <a:pt x="2196" y="3337"/>
                  </a:lnTo>
                  <a:lnTo>
                    <a:pt x="2182" y="3304"/>
                  </a:lnTo>
                  <a:lnTo>
                    <a:pt x="2171" y="3270"/>
                  </a:lnTo>
                  <a:lnTo>
                    <a:pt x="2160" y="3233"/>
                  </a:lnTo>
                  <a:lnTo>
                    <a:pt x="2152" y="3195"/>
                  </a:lnTo>
                  <a:lnTo>
                    <a:pt x="2146" y="3155"/>
                  </a:lnTo>
                  <a:lnTo>
                    <a:pt x="2142" y="3113"/>
                  </a:lnTo>
                  <a:lnTo>
                    <a:pt x="2141" y="3071"/>
                  </a:lnTo>
                  <a:lnTo>
                    <a:pt x="2142" y="3029"/>
                  </a:lnTo>
                  <a:lnTo>
                    <a:pt x="2146" y="2987"/>
                  </a:lnTo>
                  <a:lnTo>
                    <a:pt x="2152" y="2947"/>
                  </a:lnTo>
                  <a:lnTo>
                    <a:pt x="2160" y="2908"/>
                  </a:lnTo>
                  <a:lnTo>
                    <a:pt x="2171" y="2872"/>
                  </a:lnTo>
                  <a:lnTo>
                    <a:pt x="2182" y="2838"/>
                  </a:lnTo>
                  <a:lnTo>
                    <a:pt x="2196" y="2805"/>
                  </a:lnTo>
                  <a:lnTo>
                    <a:pt x="2212" y="2774"/>
                  </a:lnTo>
                  <a:lnTo>
                    <a:pt x="2229" y="2747"/>
                  </a:lnTo>
                  <a:lnTo>
                    <a:pt x="2248" y="2724"/>
                  </a:lnTo>
                  <a:lnTo>
                    <a:pt x="2267" y="2703"/>
                  </a:lnTo>
                  <a:lnTo>
                    <a:pt x="2288" y="2684"/>
                  </a:lnTo>
                  <a:lnTo>
                    <a:pt x="2310" y="2670"/>
                  </a:lnTo>
                  <a:lnTo>
                    <a:pt x="2332" y="2660"/>
                  </a:lnTo>
                  <a:lnTo>
                    <a:pt x="2356" y="2654"/>
                  </a:lnTo>
                  <a:lnTo>
                    <a:pt x="2380" y="2651"/>
                  </a:lnTo>
                  <a:close/>
                  <a:moveTo>
                    <a:pt x="2342" y="1355"/>
                  </a:moveTo>
                  <a:lnTo>
                    <a:pt x="2366" y="1357"/>
                  </a:lnTo>
                  <a:lnTo>
                    <a:pt x="2390" y="1363"/>
                  </a:lnTo>
                  <a:lnTo>
                    <a:pt x="2412" y="1373"/>
                  </a:lnTo>
                  <a:lnTo>
                    <a:pt x="2434" y="1387"/>
                  </a:lnTo>
                  <a:lnTo>
                    <a:pt x="2455" y="1405"/>
                  </a:lnTo>
                  <a:lnTo>
                    <a:pt x="2475" y="1426"/>
                  </a:lnTo>
                  <a:lnTo>
                    <a:pt x="2493" y="1451"/>
                  </a:lnTo>
                  <a:lnTo>
                    <a:pt x="2510" y="1478"/>
                  </a:lnTo>
                  <a:lnTo>
                    <a:pt x="2526" y="1507"/>
                  </a:lnTo>
                  <a:lnTo>
                    <a:pt x="2540" y="1540"/>
                  </a:lnTo>
                  <a:lnTo>
                    <a:pt x="2551" y="1574"/>
                  </a:lnTo>
                  <a:lnTo>
                    <a:pt x="2562" y="1611"/>
                  </a:lnTo>
                  <a:lnTo>
                    <a:pt x="2570" y="1649"/>
                  </a:lnTo>
                  <a:lnTo>
                    <a:pt x="2576" y="1689"/>
                  </a:lnTo>
                  <a:lnTo>
                    <a:pt x="2580" y="1731"/>
                  </a:lnTo>
                  <a:lnTo>
                    <a:pt x="2581" y="1773"/>
                  </a:lnTo>
                  <a:lnTo>
                    <a:pt x="2580" y="1815"/>
                  </a:lnTo>
                  <a:lnTo>
                    <a:pt x="2576" y="1858"/>
                  </a:lnTo>
                  <a:lnTo>
                    <a:pt x="2570" y="1897"/>
                  </a:lnTo>
                  <a:lnTo>
                    <a:pt x="2562" y="1936"/>
                  </a:lnTo>
                  <a:lnTo>
                    <a:pt x="2551" y="1972"/>
                  </a:lnTo>
                  <a:lnTo>
                    <a:pt x="2540" y="2008"/>
                  </a:lnTo>
                  <a:lnTo>
                    <a:pt x="2526" y="2039"/>
                  </a:lnTo>
                  <a:lnTo>
                    <a:pt x="2510" y="2070"/>
                  </a:lnTo>
                  <a:lnTo>
                    <a:pt x="2493" y="2097"/>
                  </a:lnTo>
                  <a:lnTo>
                    <a:pt x="2475" y="2121"/>
                  </a:lnTo>
                  <a:lnTo>
                    <a:pt x="2455" y="2142"/>
                  </a:lnTo>
                  <a:lnTo>
                    <a:pt x="2434" y="2160"/>
                  </a:lnTo>
                  <a:lnTo>
                    <a:pt x="2412" y="2174"/>
                  </a:lnTo>
                  <a:lnTo>
                    <a:pt x="2390" y="2185"/>
                  </a:lnTo>
                  <a:lnTo>
                    <a:pt x="2366" y="2191"/>
                  </a:lnTo>
                  <a:lnTo>
                    <a:pt x="2342" y="2193"/>
                  </a:lnTo>
                  <a:lnTo>
                    <a:pt x="2317" y="2191"/>
                  </a:lnTo>
                  <a:lnTo>
                    <a:pt x="2294" y="2185"/>
                  </a:lnTo>
                  <a:lnTo>
                    <a:pt x="2270" y="2174"/>
                  </a:lnTo>
                  <a:lnTo>
                    <a:pt x="2249" y="2160"/>
                  </a:lnTo>
                  <a:lnTo>
                    <a:pt x="2228" y="2142"/>
                  </a:lnTo>
                  <a:lnTo>
                    <a:pt x="2208" y="2121"/>
                  </a:lnTo>
                  <a:lnTo>
                    <a:pt x="2189" y="2097"/>
                  </a:lnTo>
                  <a:lnTo>
                    <a:pt x="2173" y="2070"/>
                  </a:lnTo>
                  <a:lnTo>
                    <a:pt x="2157" y="2039"/>
                  </a:lnTo>
                  <a:lnTo>
                    <a:pt x="2142" y="2008"/>
                  </a:lnTo>
                  <a:lnTo>
                    <a:pt x="2131" y="1972"/>
                  </a:lnTo>
                  <a:lnTo>
                    <a:pt x="2120" y="1936"/>
                  </a:lnTo>
                  <a:lnTo>
                    <a:pt x="2112" y="1897"/>
                  </a:lnTo>
                  <a:lnTo>
                    <a:pt x="2106" y="1858"/>
                  </a:lnTo>
                  <a:lnTo>
                    <a:pt x="2103" y="1815"/>
                  </a:lnTo>
                  <a:lnTo>
                    <a:pt x="2101" y="1773"/>
                  </a:lnTo>
                  <a:lnTo>
                    <a:pt x="2103" y="1731"/>
                  </a:lnTo>
                  <a:lnTo>
                    <a:pt x="2106" y="1689"/>
                  </a:lnTo>
                  <a:lnTo>
                    <a:pt x="2112" y="1649"/>
                  </a:lnTo>
                  <a:lnTo>
                    <a:pt x="2120" y="1611"/>
                  </a:lnTo>
                  <a:lnTo>
                    <a:pt x="2131" y="1574"/>
                  </a:lnTo>
                  <a:lnTo>
                    <a:pt x="2142" y="1540"/>
                  </a:lnTo>
                  <a:lnTo>
                    <a:pt x="2157" y="1507"/>
                  </a:lnTo>
                  <a:lnTo>
                    <a:pt x="2173" y="1478"/>
                  </a:lnTo>
                  <a:lnTo>
                    <a:pt x="2189" y="1451"/>
                  </a:lnTo>
                  <a:lnTo>
                    <a:pt x="2208" y="1426"/>
                  </a:lnTo>
                  <a:lnTo>
                    <a:pt x="2228" y="1405"/>
                  </a:lnTo>
                  <a:lnTo>
                    <a:pt x="2249" y="1387"/>
                  </a:lnTo>
                  <a:lnTo>
                    <a:pt x="2270" y="1373"/>
                  </a:lnTo>
                  <a:lnTo>
                    <a:pt x="2294" y="1363"/>
                  </a:lnTo>
                  <a:lnTo>
                    <a:pt x="2317" y="1357"/>
                  </a:lnTo>
                  <a:lnTo>
                    <a:pt x="2342" y="1355"/>
                  </a:lnTo>
                  <a:close/>
                  <a:moveTo>
                    <a:pt x="3179" y="819"/>
                  </a:moveTo>
                  <a:lnTo>
                    <a:pt x="3204" y="821"/>
                  </a:lnTo>
                  <a:lnTo>
                    <a:pt x="3227" y="827"/>
                  </a:lnTo>
                  <a:lnTo>
                    <a:pt x="3250" y="838"/>
                  </a:lnTo>
                  <a:lnTo>
                    <a:pt x="3272" y="852"/>
                  </a:lnTo>
                  <a:lnTo>
                    <a:pt x="3293" y="869"/>
                  </a:lnTo>
                  <a:lnTo>
                    <a:pt x="3312" y="890"/>
                  </a:lnTo>
                  <a:lnTo>
                    <a:pt x="3331" y="915"/>
                  </a:lnTo>
                  <a:lnTo>
                    <a:pt x="3348" y="942"/>
                  </a:lnTo>
                  <a:lnTo>
                    <a:pt x="3363" y="971"/>
                  </a:lnTo>
                  <a:lnTo>
                    <a:pt x="3377" y="1004"/>
                  </a:lnTo>
                  <a:lnTo>
                    <a:pt x="3389" y="1038"/>
                  </a:lnTo>
                  <a:lnTo>
                    <a:pt x="3400" y="1076"/>
                  </a:lnTo>
                  <a:lnTo>
                    <a:pt x="3408" y="1113"/>
                  </a:lnTo>
                  <a:lnTo>
                    <a:pt x="3414" y="1153"/>
                  </a:lnTo>
                  <a:lnTo>
                    <a:pt x="3417" y="1195"/>
                  </a:lnTo>
                  <a:lnTo>
                    <a:pt x="3418" y="1237"/>
                  </a:lnTo>
                  <a:lnTo>
                    <a:pt x="3417" y="1280"/>
                  </a:lnTo>
                  <a:lnTo>
                    <a:pt x="3414" y="1322"/>
                  </a:lnTo>
                  <a:lnTo>
                    <a:pt x="3408" y="1362"/>
                  </a:lnTo>
                  <a:lnTo>
                    <a:pt x="3400" y="1399"/>
                  </a:lnTo>
                  <a:lnTo>
                    <a:pt x="3389" y="1437"/>
                  </a:lnTo>
                  <a:lnTo>
                    <a:pt x="3377" y="1471"/>
                  </a:lnTo>
                  <a:lnTo>
                    <a:pt x="3363" y="1503"/>
                  </a:lnTo>
                  <a:lnTo>
                    <a:pt x="3348" y="1533"/>
                  </a:lnTo>
                  <a:lnTo>
                    <a:pt x="3331" y="1560"/>
                  </a:lnTo>
                  <a:lnTo>
                    <a:pt x="3312" y="1584"/>
                  </a:lnTo>
                  <a:lnTo>
                    <a:pt x="3293" y="1605"/>
                  </a:lnTo>
                  <a:lnTo>
                    <a:pt x="3272" y="1623"/>
                  </a:lnTo>
                  <a:lnTo>
                    <a:pt x="3250" y="1637"/>
                  </a:lnTo>
                  <a:lnTo>
                    <a:pt x="3227" y="1648"/>
                  </a:lnTo>
                  <a:lnTo>
                    <a:pt x="3204" y="1654"/>
                  </a:lnTo>
                  <a:lnTo>
                    <a:pt x="3179" y="1656"/>
                  </a:lnTo>
                  <a:lnTo>
                    <a:pt x="3155" y="1654"/>
                  </a:lnTo>
                  <a:lnTo>
                    <a:pt x="3131" y="1648"/>
                  </a:lnTo>
                  <a:lnTo>
                    <a:pt x="3108" y="1637"/>
                  </a:lnTo>
                  <a:lnTo>
                    <a:pt x="3087" y="1623"/>
                  </a:lnTo>
                  <a:lnTo>
                    <a:pt x="3066" y="1605"/>
                  </a:lnTo>
                  <a:lnTo>
                    <a:pt x="3046" y="1584"/>
                  </a:lnTo>
                  <a:lnTo>
                    <a:pt x="3027" y="1560"/>
                  </a:lnTo>
                  <a:lnTo>
                    <a:pt x="3011" y="1533"/>
                  </a:lnTo>
                  <a:lnTo>
                    <a:pt x="2994" y="1503"/>
                  </a:lnTo>
                  <a:lnTo>
                    <a:pt x="2980" y="1471"/>
                  </a:lnTo>
                  <a:lnTo>
                    <a:pt x="2968" y="1437"/>
                  </a:lnTo>
                  <a:lnTo>
                    <a:pt x="2958" y="1399"/>
                  </a:lnTo>
                  <a:lnTo>
                    <a:pt x="2950" y="1362"/>
                  </a:lnTo>
                  <a:lnTo>
                    <a:pt x="2944" y="1322"/>
                  </a:lnTo>
                  <a:lnTo>
                    <a:pt x="2940" y="1280"/>
                  </a:lnTo>
                  <a:lnTo>
                    <a:pt x="2939" y="1237"/>
                  </a:lnTo>
                  <a:lnTo>
                    <a:pt x="2940" y="1195"/>
                  </a:lnTo>
                  <a:lnTo>
                    <a:pt x="2944" y="1153"/>
                  </a:lnTo>
                  <a:lnTo>
                    <a:pt x="2950" y="1113"/>
                  </a:lnTo>
                  <a:lnTo>
                    <a:pt x="2958" y="1076"/>
                  </a:lnTo>
                  <a:lnTo>
                    <a:pt x="2968" y="1038"/>
                  </a:lnTo>
                  <a:lnTo>
                    <a:pt x="2980" y="1004"/>
                  </a:lnTo>
                  <a:lnTo>
                    <a:pt x="2994" y="971"/>
                  </a:lnTo>
                  <a:lnTo>
                    <a:pt x="3011" y="942"/>
                  </a:lnTo>
                  <a:lnTo>
                    <a:pt x="3027" y="915"/>
                  </a:lnTo>
                  <a:lnTo>
                    <a:pt x="3046" y="890"/>
                  </a:lnTo>
                  <a:lnTo>
                    <a:pt x="3066" y="869"/>
                  </a:lnTo>
                  <a:lnTo>
                    <a:pt x="3087" y="852"/>
                  </a:lnTo>
                  <a:lnTo>
                    <a:pt x="3108" y="838"/>
                  </a:lnTo>
                  <a:lnTo>
                    <a:pt x="3131" y="827"/>
                  </a:lnTo>
                  <a:lnTo>
                    <a:pt x="3155" y="821"/>
                  </a:lnTo>
                  <a:lnTo>
                    <a:pt x="3179" y="819"/>
                  </a:lnTo>
                  <a:close/>
                  <a:moveTo>
                    <a:pt x="3246" y="2144"/>
                  </a:moveTo>
                  <a:lnTo>
                    <a:pt x="3271" y="2146"/>
                  </a:lnTo>
                  <a:lnTo>
                    <a:pt x="3294" y="2152"/>
                  </a:lnTo>
                  <a:lnTo>
                    <a:pt x="3316" y="2162"/>
                  </a:lnTo>
                  <a:lnTo>
                    <a:pt x="3339" y="2176"/>
                  </a:lnTo>
                  <a:lnTo>
                    <a:pt x="3360" y="2194"/>
                  </a:lnTo>
                  <a:lnTo>
                    <a:pt x="3380" y="2215"/>
                  </a:lnTo>
                  <a:lnTo>
                    <a:pt x="3397" y="2240"/>
                  </a:lnTo>
                  <a:lnTo>
                    <a:pt x="3415" y="2267"/>
                  </a:lnTo>
                  <a:lnTo>
                    <a:pt x="3430" y="2296"/>
                  </a:lnTo>
                  <a:lnTo>
                    <a:pt x="3444" y="2329"/>
                  </a:lnTo>
                  <a:lnTo>
                    <a:pt x="3456" y="2363"/>
                  </a:lnTo>
                  <a:lnTo>
                    <a:pt x="3466" y="2400"/>
                  </a:lnTo>
                  <a:lnTo>
                    <a:pt x="3475" y="2438"/>
                  </a:lnTo>
                  <a:lnTo>
                    <a:pt x="3480" y="2478"/>
                  </a:lnTo>
                  <a:lnTo>
                    <a:pt x="3484" y="2520"/>
                  </a:lnTo>
                  <a:lnTo>
                    <a:pt x="3485" y="2562"/>
                  </a:lnTo>
                  <a:lnTo>
                    <a:pt x="3484" y="2604"/>
                  </a:lnTo>
                  <a:lnTo>
                    <a:pt x="3480" y="2647"/>
                  </a:lnTo>
                  <a:lnTo>
                    <a:pt x="3475" y="2686"/>
                  </a:lnTo>
                  <a:lnTo>
                    <a:pt x="3466" y="2725"/>
                  </a:lnTo>
                  <a:lnTo>
                    <a:pt x="3456" y="2762"/>
                  </a:lnTo>
                  <a:lnTo>
                    <a:pt x="3444" y="2796"/>
                  </a:lnTo>
                  <a:lnTo>
                    <a:pt x="3430" y="2828"/>
                  </a:lnTo>
                  <a:lnTo>
                    <a:pt x="3415" y="2858"/>
                  </a:lnTo>
                  <a:lnTo>
                    <a:pt x="3397" y="2886"/>
                  </a:lnTo>
                  <a:lnTo>
                    <a:pt x="3380" y="2909"/>
                  </a:lnTo>
                  <a:lnTo>
                    <a:pt x="3360" y="2930"/>
                  </a:lnTo>
                  <a:lnTo>
                    <a:pt x="3339" y="2949"/>
                  </a:lnTo>
                  <a:lnTo>
                    <a:pt x="3316" y="2963"/>
                  </a:lnTo>
                  <a:lnTo>
                    <a:pt x="3294" y="2974"/>
                  </a:lnTo>
                  <a:lnTo>
                    <a:pt x="3271" y="2980"/>
                  </a:lnTo>
                  <a:lnTo>
                    <a:pt x="3246" y="2982"/>
                  </a:lnTo>
                  <a:lnTo>
                    <a:pt x="3222" y="2980"/>
                  </a:lnTo>
                  <a:lnTo>
                    <a:pt x="3198" y="2974"/>
                  </a:lnTo>
                  <a:lnTo>
                    <a:pt x="3176" y="2963"/>
                  </a:lnTo>
                  <a:lnTo>
                    <a:pt x="3154" y="2949"/>
                  </a:lnTo>
                  <a:lnTo>
                    <a:pt x="3133" y="2930"/>
                  </a:lnTo>
                  <a:lnTo>
                    <a:pt x="3113" y="2909"/>
                  </a:lnTo>
                  <a:lnTo>
                    <a:pt x="3095" y="2886"/>
                  </a:lnTo>
                  <a:lnTo>
                    <a:pt x="3077" y="2858"/>
                  </a:lnTo>
                  <a:lnTo>
                    <a:pt x="3062" y="2828"/>
                  </a:lnTo>
                  <a:lnTo>
                    <a:pt x="3048" y="2796"/>
                  </a:lnTo>
                  <a:lnTo>
                    <a:pt x="3036" y="2762"/>
                  </a:lnTo>
                  <a:lnTo>
                    <a:pt x="3026" y="2725"/>
                  </a:lnTo>
                  <a:lnTo>
                    <a:pt x="3018" y="2686"/>
                  </a:lnTo>
                  <a:lnTo>
                    <a:pt x="3012" y="2647"/>
                  </a:lnTo>
                  <a:lnTo>
                    <a:pt x="3008" y="2604"/>
                  </a:lnTo>
                  <a:lnTo>
                    <a:pt x="3007" y="2562"/>
                  </a:lnTo>
                  <a:lnTo>
                    <a:pt x="3008" y="2520"/>
                  </a:lnTo>
                  <a:lnTo>
                    <a:pt x="3012" y="2478"/>
                  </a:lnTo>
                  <a:lnTo>
                    <a:pt x="3018" y="2438"/>
                  </a:lnTo>
                  <a:lnTo>
                    <a:pt x="3026" y="2400"/>
                  </a:lnTo>
                  <a:lnTo>
                    <a:pt x="3036" y="2363"/>
                  </a:lnTo>
                  <a:lnTo>
                    <a:pt x="3048" y="2329"/>
                  </a:lnTo>
                  <a:lnTo>
                    <a:pt x="3062" y="2296"/>
                  </a:lnTo>
                  <a:lnTo>
                    <a:pt x="3077" y="2267"/>
                  </a:lnTo>
                  <a:lnTo>
                    <a:pt x="3095" y="2240"/>
                  </a:lnTo>
                  <a:lnTo>
                    <a:pt x="3113" y="2215"/>
                  </a:lnTo>
                  <a:lnTo>
                    <a:pt x="3133" y="2194"/>
                  </a:lnTo>
                  <a:lnTo>
                    <a:pt x="3154" y="2176"/>
                  </a:lnTo>
                  <a:lnTo>
                    <a:pt x="3176" y="2162"/>
                  </a:lnTo>
                  <a:lnTo>
                    <a:pt x="3198" y="2152"/>
                  </a:lnTo>
                  <a:lnTo>
                    <a:pt x="3222" y="2146"/>
                  </a:lnTo>
                  <a:lnTo>
                    <a:pt x="3246" y="214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8457" name="Freeform 51"/>
            <p:cNvSpPr>
              <a:spLocks/>
            </p:cNvSpPr>
            <p:nvPr/>
          </p:nvSpPr>
          <p:spPr bwMode="auto">
            <a:xfrm>
              <a:off x="1267" y="1588"/>
              <a:ext cx="87" cy="52"/>
            </a:xfrm>
            <a:custGeom>
              <a:avLst/>
              <a:gdLst>
                <a:gd name="T0" fmla="*/ 3 w 437"/>
                <a:gd name="T1" fmla="*/ 2 h 260"/>
                <a:gd name="T2" fmla="*/ 3 w 437"/>
                <a:gd name="T3" fmla="*/ 2 h 260"/>
                <a:gd name="T4" fmla="*/ 3 w 437"/>
                <a:gd name="T5" fmla="*/ 2 h 260"/>
                <a:gd name="T6" fmla="*/ 3 w 437"/>
                <a:gd name="T7" fmla="*/ 2 h 260"/>
                <a:gd name="T8" fmla="*/ 3 w 437"/>
                <a:gd name="T9" fmla="*/ 1 h 260"/>
                <a:gd name="T10" fmla="*/ 3 w 437"/>
                <a:gd name="T11" fmla="*/ 1 h 260"/>
                <a:gd name="T12" fmla="*/ 3 w 437"/>
                <a:gd name="T13" fmla="*/ 1 h 260"/>
                <a:gd name="T14" fmla="*/ 3 w 437"/>
                <a:gd name="T15" fmla="*/ 1 h 260"/>
                <a:gd name="T16" fmla="*/ 3 w 437"/>
                <a:gd name="T17" fmla="*/ 1 h 260"/>
                <a:gd name="T18" fmla="*/ 2 w 437"/>
                <a:gd name="T19" fmla="*/ 1 h 260"/>
                <a:gd name="T20" fmla="*/ 2 w 437"/>
                <a:gd name="T21" fmla="*/ 0 h 260"/>
                <a:gd name="T22" fmla="*/ 2 w 437"/>
                <a:gd name="T23" fmla="*/ 0 h 260"/>
                <a:gd name="T24" fmla="*/ 2 w 437"/>
                <a:gd name="T25" fmla="*/ 0 h 260"/>
                <a:gd name="T26" fmla="*/ 1 w 437"/>
                <a:gd name="T27" fmla="*/ 0 h 260"/>
                <a:gd name="T28" fmla="*/ 1 w 437"/>
                <a:gd name="T29" fmla="*/ 0 h 260"/>
                <a:gd name="T30" fmla="*/ 1 w 437"/>
                <a:gd name="T31" fmla="*/ 0 h 260"/>
                <a:gd name="T32" fmla="*/ 0 w 437"/>
                <a:gd name="T33" fmla="*/ 0 h 260"/>
                <a:gd name="T34" fmla="*/ 0 w 437"/>
                <a:gd name="T35" fmla="*/ 0 h 260"/>
                <a:gd name="T36" fmla="*/ 0 w 437"/>
                <a:gd name="T37" fmla="*/ 0 h 260"/>
                <a:gd name="T38" fmla="*/ 0 w 437"/>
                <a:gd name="T39" fmla="*/ 0 h 260"/>
                <a:gd name="T40" fmla="*/ 1 w 437"/>
                <a:gd name="T41" fmla="*/ 0 h 260"/>
                <a:gd name="T42" fmla="*/ 1 w 437"/>
                <a:gd name="T43" fmla="*/ 0 h 260"/>
                <a:gd name="T44" fmla="*/ 1 w 437"/>
                <a:gd name="T45" fmla="*/ 0 h 260"/>
                <a:gd name="T46" fmla="*/ 2 w 437"/>
                <a:gd name="T47" fmla="*/ 0 h 260"/>
                <a:gd name="T48" fmla="*/ 2 w 437"/>
                <a:gd name="T49" fmla="*/ 0 h 260"/>
                <a:gd name="T50" fmla="*/ 2 w 437"/>
                <a:gd name="T51" fmla="*/ 1 h 260"/>
                <a:gd name="T52" fmla="*/ 2 w 437"/>
                <a:gd name="T53" fmla="*/ 1 h 260"/>
                <a:gd name="T54" fmla="*/ 3 w 437"/>
                <a:gd name="T55" fmla="*/ 1 h 260"/>
                <a:gd name="T56" fmla="*/ 3 w 437"/>
                <a:gd name="T57" fmla="*/ 1 h 260"/>
                <a:gd name="T58" fmla="*/ 3 w 437"/>
                <a:gd name="T59" fmla="*/ 1 h 260"/>
                <a:gd name="T60" fmla="*/ 3 w 437"/>
                <a:gd name="T61" fmla="*/ 1 h 260"/>
                <a:gd name="T62" fmla="*/ 3 w 437"/>
                <a:gd name="T63" fmla="*/ 1 h 260"/>
                <a:gd name="T64" fmla="*/ 3 w 437"/>
                <a:gd name="T65" fmla="*/ 2 h 260"/>
                <a:gd name="T66" fmla="*/ 3 w 437"/>
                <a:gd name="T67" fmla="*/ 2 h 260"/>
                <a:gd name="T68" fmla="*/ 3 w 437"/>
                <a:gd name="T69" fmla="*/ 2 h 260"/>
                <a:gd name="T70" fmla="*/ 3 w 437"/>
                <a:gd name="T71" fmla="*/ 2 h 260"/>
                <a:gd name="T72" fmla="*/ 3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437" y="260"/>
                  </a:moveTo>
                  <a:lnTo>
                    <a:pt x="437" y="260"/>
                  </a:lnTo>
                  <a:lnTo>
                    <a:pt x="434" y="233"/>
                  </a:lnTo>
                  <a:lnTo>
                    <a:pt x="427" y="206"/>
                  </a:lnTo>
                  <a:lnTo>
                    <a:pt x="417" y="181"/>
                  </a:lnTo>
                  <a:lnTo>
                    <a:pt x="401" y="157"/>
                  </a:lnTo>
                  <a:lnTo>
                    <a:pt x="383" y="133"/>
                  </a:lnTo>
                  <a:lnTo>
                    <a:pt x="360" y="113"/>
                  </a:lnTo>
                  <a:lnTo>
                    <a:pt x="336" y="93"/>
                  </a:lnTo>
                  <a:lnTo>
                    <a:pt x="308" y="73"/>
                  </a:lnTo>
                  <a:lnTo>
                    <a:pt x="276" y="58"/>
                  </a:lnTo>
                  <a:lnTo>
                    <a:pt x="242" y="43"/>
                  </a:lnTo>
                  <a:lnTo>
                    <a:pt x="207" y="30"/>
                  </a:lnTo>
                  <a:lnTo>
                    <a:pt x="168" y="19"/>
                  </a:lnTo>
                  <a:lnTo>
                    <a:pt x="128" y="11"/>
                  </a:lnTo>
                  <a:lnTo>
                    <a:pt x="87" y="4"/>
                  </a:lnTo>
                  <a:lnTo>
                    <a:pt x="43" y="1"/>
                  </a:lnTo>
                  <a:lnTo>
                    <a:pt x="0" y="0"/>
                  </a:lnTo>
                  <a:lnTo>
                    <a:pt x="0" y="11"/>
                  </a:lnTo>
                  <a:lnTo>
                    <a:pt x="43" y="12"/>
                  </a:lnTo>
                  <a:lnTo>
                    <a:pt x="85" y="16"/>
                  </a:lnTo>
                  <a:lnTo>
                    <a:pt x="126" y="23"/>
                  </a:lnTo>
                  <a:lnTo>
                    <a:pt x="166" y="31"/>
                  </a:lnTo>
                  <a:lnTo>
                    <a:pt x="202" y="42"/>
                  </a:lnTo>
                  <a:lnTo>
                    <a:pt x="237" y="55"/>
                  </a:lnTo>
                  <a:lnTo>
                    <a:pt x="271" y="70"/>
                  </a:lnTo>
                  <a:lnTo>
                    <a:pt x="301" y="85"/>
                  </a:lnTo>
                  <a:lnTo>
                    <a:pt x="329" y="103"/>
                  </a:lnTo>
                  <a:lnTo>
                    <a:pt x="353" y="123"/>
                  </a:lnTo>
                  <a:lnTo>
                    <a:pt x="373" y="143"/>
                  </a:lnTo>
                  <a:lnTo>
                    <a:pt x="392" y="164"/>
                  </a:lnTo>
                  <a:lnTo>
                    <a:pt x="405" y="186"/>
                  </a:lnTo>
                  <a:lnTo>
                    <a:pt x="415" y="211"/>
                  </a:lnTo>
                  <a:lnTo>
                    <a:pt x="422" y="235"/>
                  </a:lnTo>
                  <a:lnTo>
                    <a:pt x="425" y="260"/>
                  </a:lnTo>
                  <a:lnTo>
                    <a:pt x="437"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8458" name="Freeform 52"/>
            <p:cNvSpPr>
              <a:spLocks/>
            </p:cNvSpPr>
            <p:nvPr/>
          </p:nvSpPr>
          <p:spPr bwMode="auto">
            <a:xfrm>
              <a:off x="1267" y="1640"/>
              <a:ext cx="87" cy="52"/>
            </a:xfrm>
            <a:custGeom>
              <a:avLst/>
              <a:gdLst>
                <a:gd name="T0" fmla="*/ 0 w 437"/>
                <a:gd name="T1" fmla="*/ 2 h 260"/>
                <a:gd name="T2" fmla="*/ 0 w 437"/>
                <a:gd name="T3" fmla="*/ 2 h 260"/>
                <a:gd name="T4" fmla="*/ 0 w 437"/>
                <a:gd name="T5" fmla="*/ 2 h 260"/>
                <a:gd name="T6" fmla="*/ 1 w 437"/>
                <a:gd name="T7" fmla="*/ 2 h 260"/>
                <a:gd name="T8" fmla="*/ 1 w 437"/>
                <a:gd name="T9" fmla="*/ 2 h 260"/>
                <a:gd name="T10" fmla="*/ 1 w 437"/>
                <a:gd name="T11" fmla="*/ 2 h 260"/>
                <a:gd name="T12" fmla="*/ 2 w 437"/>
                <a:gd name="T13" fmla="*/ 2 h 260"/>
                <a:gd name="T14" fmla="*/ 2 w 437"/>
                <a:gd name="T15" fmla="*/ 2 h 260"/>
                <a:gd name="T16" fmla="*/ 2 w 437"/>
                <a:gd name="T17" fmla="*/ 2 h 260"/>
                <a:gd name="T18" fmla="*/ 2 w 437"/>
                <a:gd name="T19" fmla="*/ 1 h 260"/>
                <a:gd name="T20" fmla="*/ 3 w 437"/>
                <a:gd name="T21" fmla="*/ 1 h 260"/>
                <a:gd name="T22" fmla="*/ 3 w 437"/>
                <a:gd name="T23" fmla="*/ 1 h 260"/>
                <a:gd name="T24" fmla="*/ 3 w 437"/>
                <a:gd name="T25" fmla="*/ 1 h 260"/>
                <a:gd name="T26" fmla="*/ 3 w 437"/>
                <a:gd name="T27" fmla="*/ 1 h 260"/>
                <a:gd name="T28" fmla="*/ 3 w 437"/>
                <a:gd name="T29" fmla="*/ 1 h 260"/>
                <a:gd name="T30" fmla="*/ 3 w 437"/>
                <a:gd name="T31" fmla="*/ 0 h 260"/>
                <a:gd name="T32" fmla="*/ 3 w 437"/>
                <a:gd name="T33" fmla="*/ 0 h 260"/>
                <a:gd name="T34" fmla="*/ 3 w 437"/>
                <a:gd name="T35" fmla="*/ 0 h 260"/>
                <a:gd name="T36" fmla="*/ 3 w 437"/>
                <a:gd name="T37" fmla="*/ 0 h 260"/>
                <a:gd name="T38" fmla="*/ 3 w 437"/>
                <a:gd name="T39" fmla="*/ 0 h 260"/>
                <a:gd name="T40" fmla="*/ 3 w 437"/>
                <a:gd name="T41" fmla="*/ 0 h 260"/>
                <a:gd name="T42" fmla="*/ 3 w 437"/>
                <a:gd name="T43" fmla="*/ 1 h 260"/>
                <a:gd name="T44" fmla="*/ 3 w 437"/>
                <a:gd name="T45" fmla="*/ 1 h 260"/>
                <a:gd name="T46" fmla="*/ 3 w 437"/>
                <a:gd name="T47" fmla="*/ 1 h 260"/>
                <a:gd name="T48" fmla="*/ 3 w 437"/>
                <a:gd name="T49" fmla="*/ 1 h 260"/>
                <a:gd name="T50" fmla="*/ 3 w 437"/>
                <a:gd name="T51" fmla="*/ 1 h 260"/>
                <a:gd name="T52" fmla="*/ 2 w 437"/>
                <a:gd name="T53" fmla="*/ 1 h 260"/>
                <a:gd name="T54" fmla="*/ 2 w 437"/>
                <a:gd name="T55" fmla="*/ 2 h 260"/>
                <a:gd name="T56" fmla="*/ 2 w 437"/>
                <a:gd name="T57" fmla="*/ 2 h 260"/>
                <a:gd name="T58" fmla="*/ 2 w 437"/>
                <a:gd name="T59" fmla="*/ 2 h 260"/>
                <a:gd name="T60" fmla="*/ 1 w 437"/>
                <a:gd name="T61" fmla="*/ 2 h 260"/>
                <a:gd name="T62" fmla="*/ 1 w 437"/>
                <a:gd name="T63" fmla="*/ 2 h 260"/>
                <a:gd name="T64" fmla="*/ 1 w 437"/>
                <a:gd name="T65" fmla="*/ 2 h 260"/>
                <a:gd name="T66" fmla="*/ 0 w 437"/>
                <a:gd name="T67" fmla="*/ 2 h 260"/>
                <a:gd name="T68" fmla="*/ 0 w 437"/>
                <a:gd name="T69" fmla="*/ 2 h 260"/>
                <a:gd name="T70" fmla="*/ 0 w 437"/>
                <a:gd name="T71" fmla="*/ 2 h 260"/>
                <a:gd name="T72" fmla="*/ 0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0" y="260"/>
                  </a:moveTo>
                  <a:lnTo>
                    <a:pt x="0" y="260"/>
                  </a:lnTo>
                  <a:lnTo>
                    <a:pt x="43" y="259"/>
                  </a:lnTo>
                  <a:lnTo>
                    <a:pt x="87" y="255"/>
                  </a:lnTo>
                  <a:lnTo>
                    <a:pt x="128" y="248"/>
                  </a:lnTo>
                  <a:lnTo>
                    <a:pt x="168" y="240"/>
                  </a:lnTo>
                  <a:lnTo>
                    <a:pt x="207" y="230"/>
                  </a:lnTo>
                  <a:lnTo>
                    <a:pt x="242" y="217"/>
                  </a:lnTo>
                  <a:lnTo>
                    <a:pt x="276" y="202"/>
                  </a:lnTo>
                  <a:lnTo>
                    <a:pt x="308" y="185"/>
                  </a:lnTo>
                  <a:lnTo>
                    <a:pt x="336" y="166"/>
                  </a:lnTo>
                  <a:lnTo>
                    <a:pt x="360" y="146"/>
                  </a:lnTo>
                  <a:lnTo>
                    <a:pt x="383" y="125"/>
                  </a:lnTo>
                  <a:lnTo>
                    <a:pt x="401" y="102"/>
                  </a:lnTo>
                  <a:lnTo>
                    <a:pt x="417" y="77"/>
                  </a:lnTo>
                  <a:lnTo>
                    <a:pt x="427" y="53"/>
                  </a:lnTo>
                  <a:lnTo>
                    <a:pt x="434" y="27"/>
                  </a:lnTo>
                  <a:lnTo>
                    <a:pt x="437" y="0"/>
                  </a:lnTo>
                  <a:lnTo>
                    <a:pt x="425" y="0"/>
                  </a:lnTo>
                  <a:lnTo>
                    <a:pt x="422" y="24"/>
                  </a:lnTo>
                  <a:lnTo>
                    <a:pt x="415" y="48"/>
                  </a:lnTo>
                  <a:lnTo>
                    <a:pt x="405" y="73"/>
                  </a:lnTo>
                  <a:lnTo>
                    <a:pt x="392" y="95"/>
                  </a:lnTo>
                  <a:lnTo>
                    <a:pt x="373" y="116"/>
                  </a:lnTo>
                  <a:lnTo>
                    <a:pt x="353" y="137"/>
                  </a:lnTo>
                  <a:lnTo>
                    <a:pt x="329" y="157"/>
                  </a:lnTo>
                  <a:lnTo>
                    <a:pt x="301" y="173"/>
                  </a:lnTo>
                  <a:lnTo>
                    <a:pt x="271" y="190"/>
                  </a:lnTo>
                  <a:lnTo>
                    <a:pt x="237" y="205"/>
                  </a:lnTo>
                  <a:lnTo>
                    <a:pt x="202" y="218"/>
                  </a:lnTo>
                  <a:lnTo>
                    <a:pt x="166" y="228"/>
                  </a:lnTo>
                  <a:lnTo>
                    <a:pt x="126" y="237"/>
                  </a:lnTo>
                  <a:lnTo>
                    <a:pt x="85" y="244"/>
                  </a:lnTo>
                  <a:lnTo>
                    <a:pt x="43" y="247"/>
                  </a:lnTo>
                  <a:lnTo>
                    <a:pt x="0" y="248"/>
                  </a:lnTo>
                  <a:lnTo>
                    <a:pt x="0"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8459" name="Freeform 53"/>
            <p:cNvSpPr>
              <a:spLocks/>
            </p:cNvSpPr>
            <p:nvPr/>
          </p:nvSpPr>
          <p:spPr bwMode="auto">
            <a:xfrm>
              <a:off x="1179" y="1640"/>
              <a:ext cx="88" cy="52"/>
            </a:xfrm>
            <a:custGeom>
              <a:avLst/>
              <a:gdLst>
                <a:gd name="T0" fmla="*/ 0 w 439"/>
                <a:gd name="T1" fmla="*/ 0 h 260"/>
                <a:gd name="T2" fmla="*/ 0 w 439"/>
                <a:gd name="T3" fmla="*/ 0 h 260"/>
                <a:gd name="T4" fmla="*/ 0 w 439"/>
                <a:gd name="T5" fmla="*/ 0 h 260"/>
                <a:gd name="T6" fmla="*/ 0 w 439"/>
                <a:gd name="T7" fmla="*/ 0 h 260"/>
                <a:gd name="T8" fmla="*/ 0 w 439"/>
                <a:gd name="T9" fmla="*/ 1 h 260"/>
                <a:gd name="T10" fmla="*/ 0 w 439"/>
                <a:gd name="T11" fmla="*/ 1 h 260"/>
                <a:gd name="T12" fmla="*/ 0 w 439"/>
                <a:gd name="T13" fmla="*/ 1 h 260"/>
                <a:gd name="T14" fmla="*/ 1 w 439"/>
                <a:gd name="T15" fmla="*/ 1 h 260"/>
                <a:gd name="T16" fmla="*/ 1 w 439"/>
                <a:gd name="T17" fmla="*/ 1 h 260"/>
                <a:gd name="T18" fmla="*/ 1 w 439"/>
                <a:gd name="T19" fmla="*/ 1 h 260"/>
                <a:gd name="T20" fmla="*/ 1 w 439"/>
                <a:gd name="T21" fmla="*/ 2 h 260"/>
                <a:gd name="T22" fmla="*/ 2 w 439"/>
                <a:gd name="T23" fmla="*/ 2 h 260"/>
                <a:gd name="T24" fmla="*/ 2 w 439"/>
                <a:gd name="T25" fmla="*/ 2 h 260"/>
                <a:gd name="T26" fmla="*/ 2 w 439"/>
                <a:gd name="T27" fmla="*/ 2 h 260"/>
                <a:gd name="T28" fmla="*/ 2 w 439"/>
                <a:gd name="T29" fmla="*/ 2 h 260"/>
                <a:gd name="T30" fmla="*/ 3 w 439"/>
                <a:gd name="T31" fmla="*/ 2 h 260"/>
                <a:gd name="T32" fmla="*/ 3 w 439"/>
                <a:gd name="T33" fmla="*/ 2 h 260"/>
                <a:gd name="T34" fmla="*/ 4 w 439"/>
                <a:gd name="T35" fmla="*/ 2 h 260"/>
                <a:gd name="T36" fmla="*/ 4 w 439"/>
                <a:gd name="T37" fmla="*/ 2 h 260"/>
                <a:gd name="T38" fmla="*/ 3 w 439"/>
                <a:gd name="T39" fmla="*/ 2 h 260"/>
                <a:gd name="T40" fmla="*/ 3 w 439"/>
                <a:gd name="T41" fmla="*/ 2 h 260"/>
                <a:gd name="T42" fmla="*/ 3 w 439"/>
                <a:gd name="T43" fmla="*/ 2 h 260"/>
                <a:gd name="T44" fmla="*/ 2 w 439"/>
                <a:gd name="T45" fmla="*/ 2 h 260"/>
                <a:gd name="T46" fmla="*/ 2 w 439"/>
                <a:gd name="T47" fmla="*/ 2 h 260"/>
                <a:gd name="T48" fmla="*/ 2 w 439"/>
                <a:gd name="T49" fmla="*/ 2 h 260"/>
                <a:gd name="T50" fmla="*/ 1 w 439"/>
                <a:gd name="T51" fmla="*/ 2 h 260"/>
                <a:gd name="T52" fmla="*/ 1 w 439"/>
                <a:gd name="T53" fmla="*/ 1 h 260"/>
                <a:gd name="T54" fmla="*/ 1 w 439"/>
                <a:gd name="T55" fmla="*/ 1 h 260"/>
                <a:gd name="T56" fmla="*/ 1 w 439"/>
                <a:gd name="T57" fmla="*/ 1 h 260"/>
                <a:gd name="T58" fmla="*/ 1 w 439"/>
                <a:gd name="T59" fmla="*/ 1 h 260"/>
                <a:gd name="T60" fmla="*/ 0 w 439"/>
                <a:gd name="T61" fmla="*/ 1 h 260"/>
                <a:gd name="T62" fmla="*/ 0 w 439"/>
                <a:gd name="T63" fmla="*/ 1 h 260"/>
                <a:gd name="T64" fmla="*/ 0 w 439"/>
                <a:gd name="T65" fmla="*/ 0 h 260"/>
                <a:gd name="T66" fmla="*/ 0 w 439"/>
                <a:gd name="T67" fmla="*/ 0 h 260"/>
                <a:gd name="T68" fmla="*/ 0 w 439"/>
                <a:gd name="T69" fmla="*/ 0 h 260"/>
                <a:gd name="T70" fmla="*/ 0 w 439"/>
                <a:gd name="T71" fmla="*/ 0 h 260"/>
                <a:gd name="T72" fmla="*/ 0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0" y="0"/>
                  </a:moveTo>
                  <a:lnTo>
                    <a:pt x="0" y="0"/>
                  </a:lnTo>
                  <a:lnTo>
                    <a:pt x="3" y="27"/>
                  </a:lnTo>
                  <a:lnTo>
                    <a:pt x="10" y="53"/>
                  </a:lnTo>
                  <a:lnTo>
                    <a:pt x="20" y="77"/>
                  </a:lnTo>
                  <a:lnTo>
                    <a:pt x="35" y="102"/>
                  </a:lnTo>
                  <a:lnTo>
                    <a:pt x="54" y="125"/>
                  </a:lnTo>
                  <a:lnTo>
                    <a:pt x="76" y="146"/>
                  </a:lnTo>
                  <a:lnTo>
                    <a:pt x="102" y="166"/>
                  </a:lnTo>
                  <a:lnTo>
                    <a:pt x="130" y="185"/>
                  </a:lnTo>
                  <a:lnTo>
                    <a:pt x="162" y="202"/>
                  </a:lnTo>
                  <a:lnTo>
                    <a:pt x="195" y="217"/>
                  </a:lnTo>
                  <a:lnTo>
                    <a:pt x="231" y="230"/>
                  </a:lnTo>
                  <a:lnTo>
                    <a:pt x="270" y="240"/>
                  </a:lnTo>
                  <a:lnTo>
                    <a:pt x="310" y="248"/>
                  </a:lnTo>
                  <a:lnTo>
                    <a:pt x="351" y="255"/>
                  </a:lnTo>
                  <a:lnTo>
                    <a:pt x="395" y="259"/>
                  </a:lnTo>
                  <a:lnTo>
                    <a:pt x="439" y="260"/>
                  </a:lnTo>
                  <a:lnTo>
                    <a:pt x="439" y="248"/>
                  </a:lnTo>
                  <a:lnTo>
                    <a:pt x="395" y="247"/>
                  </a:lnTo>
                  <a:lnTo>
                    <a:pt x="353" y="244"/>
                  </a:lnTo>
                  <a:lnTo>
                    <a:pt x="312" y="237"/>
                  </a:lnTo>
                  <a:lnTo>
                    <a:pt x="272" y="228"/>
                  </a:lnTo>
                  <a:lnTo>
                    <a:pt x="236" y="218"/>
                  </a:lnTo>
                  <a:lnTo>
                    <a:pt x="200" y="205"/>
                  </a:lnTo>
                  <a:lnTo>
                    <a:pt x="167" y="190"/>
                  </a:lnTo>
                  <a:lnTo>
                    <a:pt x="137" y="173"/>
                  </a:lnTo>
                  <a:lnTo>
                    <a:pt x="109" y="157"/>
                  </a:lnTo>
                  <a:lnTo>
                    <a:pt x="84" y="137"/>
                  </a:lnTo>
                  <a:lnTo>
                    <a:pt x="64" y="116"/>
                  </a:lnTo>
                  <a:lnTo>
                    <a:pt x="45" y="95"/>
                  </a:lnTo>
                  <a:lnTo>
                    <a:pt x="32" y="73"/>
                  </a:lnTo>
                  <a:lnTo>
                    <a:pt x="21" y="48"/>
                  </a:lnTo>
                  <a:lnTo>
                    <a:pt x="14" y="24"/>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8460" name="Freeform 54"/>
            <p:cNvSpPr>
              <a:spLocks/>
            </p:cNvSpPr>
            <p:nvPr/>
          </p:nvSpPr>
          <p:spPr bwMode="auto">
            <a:xfrm>
              <a:off x="1179" y="1588"/>
              <a:ext cx="88" cy="52"/>
            </a:xfrm>
            <a:custGeom>
              <a:avLst/>
              <a:gdLst>
                <a:gd name="T0" fmla="*/ 4 w 439"/>
                <a:gd name="T1" fmla="*/ 0 h 260"/>
                <a:gd name="T2" fmla="*/ 4 w 439"/>
                <a:gd name="T3" fmla="*/ 0 h 260"/>
                <a:gd name="T4" fmla="*/ 3 w 439"/>
                <a:gd name="T5" fmla="*/ 0 h 260"/>
                <a:gd name="T6" fmla="*/ 3 w 439"/>
                <a:gd name="T7" fmla="*/ 0 h 260"/>
                <a:gd name="T8" fmla="*/ 2 w 439"/>
                <a:gd name="T9" fmla="*/ 0 h 260"/>
                <a:gd name="T10" fmla="*/ 2 w 439"/>
                <a:gd name="T11" fmla="*/ 0 h 260"/>
                <a:gd name="T12" fmla="*/ 2 w 439"/>
                <a:gd name="T13" fmla="*/ 0 h 260"/>
                <a:gd name="T14" fmla="*/ 2 w 439"/>
                <a:gd name="T15" fmla="*/ 0 h 260"/>
                <a:gd name="T16" fmla="*/ 1 w 439"/>
                <a:gd name="T17" fmla="*/ 0 h 260"/>
                <a:gd name="T18" fmla="*/ 1 w 439"/>
                <a:gd name="T19" fmla="*/ 1 h 260"/>
                <a:gd name="T20" fmla="*/ 1 w 439"/>
                <a:gd name="T21" fmla="*/ 1 h 260"/>
                <a:gd name="T22" fmla="*/ 1 w 439"/>
                <a:gd name="T23" fmla="*/ 1 h 260"/>
                <a:gd name="T24" fmla="*/ 0 w 439"/>
                <a:gd name="T25" fmla="*/ 1 h 260"/>
                <a:gd name="T26" fmla="*/ 0 w 439"/>
                <a:gd name="T27" fmla="*/ 1 h 260"/>
                <a:gd name="T28" fmla="*/ 0 w 439"/>
                <a:gd name="T29" fmla="*/ 1 h 260"/>
                <a:gd name="T30" fmla="*/ 0 w 439"/>
                <a:gd name="T31" fmla="*/ 2 h 260"/>
                <a:gd name="T32" fmla="*/ 0 w 439"/>
                <a:gd name="T33" fmla="*/ 2 h 260"/>
                <a:gd name="T34" fmla="*/ 0 w 439"/>
                <a:gd name="T35" fmla="*/ 2 h 260"/>
                <a:gd name="T36" fmla="*/ 0 w 439"/>
                <a:gd name="T37" fmla="*/ 2 h 260"/>
                <a:gd name="T38" fmla="*/ 0 w 439"/>
                <a:gd name="T39" fmla="*/ 2 h 260"/>
                <a:gd name="T40" fmla="*/ 0 w 439"/>
                <a:gd name="T41" fmla="*/ 2 h 260"/>
                <a:gd name="T42" fmla="*/ 0 w 439"/>
                <a:gd name="T43" fmla="*/ 1 h 260"/>
                <a:gd name="T44" fmla="*/ 0 w 439"/>
                <a:gd name="T45" fmla="*/ 1 h 260"/>
                <a:gd name="T46" fmla="*/ 1 w 439"/>
                <a:gd name="T47" fmla="*/ 1 h 260"/>
                <a:gd name="T48" fmla="*/ 1 w 439"/>
                <a:gd name="T49" fmla="*/ 1 h 260"/>
                <a:gd name="T50" fmla="*/ 1 w 439"/>
                <a:gd name="T51" fmla="*/ 1 h 260"/>
                <a:gd name="T52" fmla="*/ 1 w 439"/>
                <a:gd name="T53" fmla="*/ 1 h 260"/>
                <a:gd name="T54" fmla="*/ 1 w 439"/>
                <a:gd name="T55" fmla="*/ 1 h 260"/>
                <a:gd name="T56" fmla="*/ 2 w 439"/>
                <a:gd name="T57" fmla="*/ 0 h 260"/>
                <a:gd name="T58" fmla="*/ 2 w 439"/>
                <a:gd name="T59" fmla="*/ 0 h 260"/>
                <a:gd name="T60" fmla="*/ 2 w 439"/>
                <a:gd name="T61" fmla="*/ 0 h 260"/>
                <a:gd name="T62" fmla="*/ 3 w 439"/>
                <a:gd name="T63" fmla="*/ 0 h 260"/>
                <a:gd name="T64" fmla="*/ 3 w 439"/>
                <a:gd name="T65" fmla="*/ 0 h 260"/>
                <a:gd name="T66" fmla="*/ 3 w 439"/>
                <a:gd name="T67" fmla="*/ 0 h 260"/>
                <a:gd name="T68" fmla="*/ 4 w 439"/>
                <a:gd name="T69" fmla="*/ 0 h 260"/>
                <a:gd name="T70" fmla="*/ 4 w 439"/>
                <a:gd name="T71" fmla="*/ 0 h 260"/>
                <a:gd name="T72" fmla="*/ 4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439" y="0"/>
                  </a:moveTo>
                  <a:lnTo>
                    <a:pt x="439" y="0"/>
                  </a:lnTo>
                  <a:lnTo>
                    <a:pt x="395" y="1"/>
                  </a:lnTo>
                  <a:lnTo>
                    <a:pt x="351" y="4"/>
                  </a:lnTo>
                  <a:lnTo>
                    <a:pt x="310" y="11"/>
                  </a:lnTo>
                  <a:lnTo>
                    <a:pt x="270" y="19"/>
                  </a:lnTo>
                  <a:lnTo>
                    <a:pt x="231" y="30"/>
                  </a:lnTo>
                  <a:lnTo>
                    <a:pt x="195" y="43"/>
                  </a:lnTo>
                  <a:lnTo>
                    <a:pt x="162" y="58"/>
                  </a:lnTo>
                  <a:lnTo>
                    <a:pt x="130" y="73"/>
                  </a:lnTo>
                  <a:lnTo>
                    <a:pt x="102" y="93"/>
                  </a:lnTo>
                  <a:lnTo>
                    <a:pt x="76" y="113"/>
                  </a:lnTo>
                  <a:lnTo>
                    <a:pt x="54" y="133"/>
                  </a:lnTo>
                  <a:lnTo>
                    <a:pt x="35" y="157"/>
                  </a:lnTo>
                  <a:lnTo>
                    <a:pt x="20" y="181"/>
                  </a:lnTo>
                  <a:lnTo>
                    <a:pt x="10" y="206"/>
                  </a:lnTo>
                  <a:lnTo>
                    <a:pt x="3" y="233"/>
                  </a:lnTo>
                  <a:lnTo>
                    <a:pt x="0" y="260"/>
                  </a:lnTo>
                  <a:lnTo>
                    <a:pt x="12" y="260"/>
                  </a:lnTo>
                  <a:lnTo>
                    <a:pt x="14" y="235"/>
                  </a:lnTo>
                  <a:lnTo>
                    <a:pt x="21" y="211"/>
                  </a:lnTo>
                  <a:lnTo>
                    <a:pt x="32" y="186"/>
                  </a:lnTo>
                  <a:lnTo>
                    <a:pt x="45" y="164"/>
                  </a:lnTo>
                  <a:lnTo>
                    <a:pt x="64" y="143"/>
                  </a:lnTo>
                  <a:lnTo>
                    <a:pt x="84" y="123"/>
                  </a:lnTo>
                  <a:lnTo>
                    <a:pt x="109" y="103"/>
                  </a:lnTo>
                  <a:lnTo>
                    <a:pt x="137" y="85"/>
                  </a:lnTo>
                  <a:lnTo>
                    <a:pt x="167" y="70"/>
                  </a:lnTo>
                  <a:lnTo>
                    <a:pt x="200" y="55"/>
                  </a:lnTo>
                  <a:lnTo>
                    <a:pt x="236" y="42"/>
                  </a:lnTo>
                  <a:lnTo>
                    <a:pt x="272" y="31"/>
                  </a:lnTo>
                  <a:lnTo>
                    <a:pt x="312" y="23"/>
                  </a:lnTo>
                  <a:lnTo>
                    <a:pt x="353" y="16"/>
                  </a:lnTo>
                  <a:lnTo>
                    <a:pt x="395" y="12"/>
                  </a:lnTo>
                  <a:lnTo>
                    <a:pt x="439" y="11"/>
                  </a:lnTo>
                  <a:lnTo>
                    <a:pt x="439"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8461" name="Freeform 55"/>
            <p:cNvSpPr>
              <a:spLocks/>
            </p:cNvSpPr>
            <p:nvPr/>
          </p:nvSpPr>
          <p:spPr bwMode="auto">
            <a:xfrm>
              <a:off x="964" y="1745"/>
              <a:ext cx="48" cy="85"/>
            </a:xfrm>
            <a:custGeom>
              <a:avLst/>
              <a:gdLst>
                <a:gd name="T0" fmla="*/ 2 w 244"/>
                <a:gd name="T1" fmla="*/ 3 h 426"/>
                <a:gd name="T2" fmla="*/ 2 w 244"/>
                <a:gd name="T3" fmla="*/ 3 h 426"/>
                <a:gd name="T4" fmla="*/ 2 w 244"/>
                <a:gd name="T5" fmla="*/ 3 h 426"/>
                <a:gd name="T6" fmla="*/ 2 w 244"/>
                <a:gd name="T7" fmla="*/ 3 h 426"/>
                <a:gd name="T8" fmla="*/ 2 w 244"/>
                <a:gd name="T9" fmla="*/ 2 h 426"/>
                <a:gd name="T10" fmla="*/ 2 w 244"/>
                <a:gd name="T11" fmla="*/ 2 h 426"/>
                <a:gd name="T12" fmla="*/ 2 w 244"/>
                <a:gd name="T13" fmla="*/ 2 h 426"/>
                <a:gd name="T14" fmla="*/ 2 w 244"/>
                <a:gd name="T15" fmla="*/ 2 h 426"/>
                <a:gd name="T16" fmla="*/ 1 w 244"/>
                <a:gd name="T17" fmla="*/ 1 h 426"/>
                <a:gd name="T18" fmla="*/ 1 w 244"/>
                <a:gd name="T19" fmla="*/ 1 h 426"/>
                <a:gd name="T20" fmla="*/ 1 w 244"/>
                <a:gd name="T21" fmla="*/ 1 h 426"/>
                <a:gd name="T22" fmla="*/ 1 w 244"/>
                <a:gd name="T23" fmla="*/ 1 h 426"/>
                <a:gd name="T24" fmla="*/ 1 w 244"/>
                <a:gd name="T25" fmla="*/ 0 h 426"/>
                <a:gd name="T26" fmla="*/ 1 w 244"/>
                <a:gd name="T27" fmla="*/ 0 h 426"/>
                <a:gd name="T28" fmla="*/ 1 w 244"/>
                <a:gd name="T29" fmla="*/ 0 h 426"/>
                <a:gd name="T30" fmla="*/ 0 w 244"/>
                <a:gd name="T31" fmla="*/ 0 h 426"/>
                <a:gd name="T32" fmla="*/ 0 w 244"/>
                <a:gd name="T33" fmla="*/ 0 h 426"/>
                <a:gd name="T34" fmla="*/ 0 w 244"/>
                <a:gd name="T35" fmla="*/ 0 h 426"/>
                <a:gd name="T36" fmla="*/ 0 w 244"/>
                <a:gd name="T37" fmla="*/ 0 h 426"/>
                <a:gd name="T38" fmla="*/ 0 w 244"/>
                <a:gd name="T39" fmla="*/ 0 h 426"/>
                <a:gd name="T40" fmla="*/ 0 w 244"/>
                <a:gd name="T41" fmla="*/ 0 h 426"/>
                <a:gd name="T42" fmla="*/ 1 w 244"/>
                <a:gd name="T43" fmla="*/ 0 h 426"/>
                <a:gd name="T44" fmla="*/ 1 w 244"/>
                <a:gd name="T45" fmla="*/ 0 h 426"/>
                <a:gd name="T46" fmla="*/ 1 w 244"/>
                <a:gd name="T47" fmla="*/ 0 h 426"/>
                <a:gd name="T48" fmla="*/ 1 w 244"/>
                <a:gd name="T49" fmla="*/ 1 h 426"/>
                <a:gd name="T50" fmla="*/ 1 w 244"/>
                <a:gd name="T51" fmla="*/ 1 h 426"/>
                <a:gd name="T52" fmla="*/ 1 w 244"/>
                <a:gd name="T53" fmla="*/ 1 h 426"/>
                <a:gd name="T54" fmla="*/ 1 w 244"/>
                <a:gd name="T55" fmla="*/ 1 h 426"/>
                <a:gd name="T56" fmla="*/ 1 w 244"/>
                <a:gd name="T57" fmla="*/ 2 h 426"/>
                <a:gd name="T58" fmla="*/ 2 w 244"/>
                <a:gd name="T59" fmla="*/ 2 h 426"/>
                <a:gd name="T60" fmla="*/ 2 w 244"/>
                <a:gd name="T61" fmla="*/ 2 h 426"/>
                <a:gd name="T62" fmla="*/ 2 w 244"/>
                <a:gd name="T63" fmla="*/ 2 h 426"/>
                <a:gd name="T64" fmla="*/ 2 w 244"/>
                <a:gd name="T65" fmla="*/ 3 h 426"/>
                <a:gd name="T66" fmla="*/ 2 w 244"/>
                <a:gd name="T67" fmla="*/ 3 h 426"/>
                <a:gd name="T68" fmla="*/ 2 w 244"/>
                <a:gd name="T69" fmla="*/ 3 h 426"/>
                <a:gd name="T70" fmla="*/ 2 w 244"/>
                <a:gd name="T71" fmla="*/ 3 h 426"/>
                <a:gd name="T72" fmla="*/ 2 w 244"/>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6"/>
                <a:gd name="T113" fmla="*/ 244 w 244"/>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6">
                  <a:moveTo>
                    <a:pt x="244" y="426"/>
                  </a:moveTo>
                  <a:lnTo>
                    <a:pt x="244" y="426"/>
                  </a:lnTo>
                  <a:lnTo>
                    <a:pt x="243" y="383"/>
                  </a:lnTo>
                  <a:lnTo>
                    <a:pt x="240" y="340"/>
                  </a:lnTo>
                  <a:lnTo>
                    <a:pt x="234" y="300"/>
                  </a:lnTo>
                  <a:lnTo>
                    <a:pt x="226" y="262"/>
                  </a:lnTo>
                  <a:lnTo>
                    <a:pt x="215" y="224"/>
                  </a:lnTo>
                  <a:lnTo>
                    <a:pt x="203" y="189"/>
                  </a:lnTo>
                  <a:lnTo>
                    <a:pt x="189" y="157"/>
                  </a:lnTo>
                  <a:lnTo>
                    <a:pt x="174" y="126"/>
                  </a:lnTo>
                  <a:lnTo>
                    <a:pt x="155" y="99"/>
                  </a:lnTo>
                  <a:lnTo>
                    <a:pt x="138" y="74"/>
                  </a:lnTo>
                  <a:lnTo>
                    <a:pt x="118" y="52"/>
                  </a:lnTo>
                  <a:lnTo>
                    <a:pt x="96" y="34"/>
                  </a:lnTo>
                  <a:lnTo>
                    <a:pt x="73" y="19"/>
                  </a:lnTo>
                  <a:lnTo>
                    <a:pt x="50" y="8"/>
                  </a:lnTo>
                  <a:lnTo>
                    <a:pt x="25" y="2"/>
                  </a:lnTo>
                  <a:lnTo>
                    <a:pt x="0" y="0"/>
                  </a:lnTo>
                  <a:lnTo>
                    <a:pt x="0" y="12"/>
                  </a:lnTo>
                  <a:lnTo>
                    <a:pt x="23" y="14"/>
                  </a:lnTo>
                  <a:lnTo>
                    <a:pt x="45" y="20"/>
                  </a:lnTo>
                  <a:lnTo>
                    <a:pt x="66" y="31"/>
                  </a:lnTo>
                  <a:lnTo>
                    <a:pt x="89" y="43"/>
                  </a:lnTo>
                  <a:lnTo>
                    <a:pt x="109" y="61"/>
                  </a:lnTo>
                  <a:lnTo>
                    <a:pt x="129" y="81"/>
                  </a:lnTo>
                  <a:lnTo>
                    <a:pt x="146" y="106"/>
                  </a:lnTo>
                  <a:lnTo>
                    <a:pt x="162" y="133"/>
                  </a:lnTo>
                  <a:lnTo>
                    <a:pt x="178" y="162"/>
                  </a:lnTo>
                  <a:lnTo>
                    <a:pt x="192" y="194"/>
                  </a:lnTo>
                  <a:lnTo>
                    <a:pt x="203" y="229"/>
                  </a:lnTo>
                  <a:lnTo>
                    <a:pt x="214" y="264"/>
                  </a:lnTo>
                  <a:lnTo>
                    <a:pt x="222" y="303"/>
                  </a:lnTo>
                  <a:lnTo>
                    <a:pt x="228" y="342"/>
                  </a:lnTo>
                  <a:lnTo>
                    <a:pt x="232" y="383"/>
                  </a:lnTo>
                  <a:lnTo>
                    <a:pt x="233" y="426"/>
                  </a:lnTo>
                  <a:lnTo>
                    <a:pt x="244"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8462" name="Freeform 56"/>
            <p:cNvSpPr>
              <a:spLocks/>
            </p:cNvSpPr>
            <p:nvPr/>
          </p:nvSpPr>
          <p:spPr bwMode="auto">
            <a:xfrm>
              <a:off x="964" y="1830"/>
              <a:ext cx="48" cy="85"/>
            </a:xfrm>
            <a:custGeom>
              <a:avLst/>
              <a:gdLst>
                <a:gd name="T0" fmla="*/ 0 w 244"/>
                <a:gd name="T1" fmla="*/ 3 h 424"/>
                <a:gd name="T2" fmla="*/ 0 w 244"/>
                <a:gd name="T3" fmla="*/ 3 h 424"/>
                <a:gd name="T4" fmla="*/ 0 w 244"/>
                <a:gd name="T5" fmla="*/ 3 h 424"/>
                <a:gd name="T6" fmla="*/ 0 w 244"/>
                <a:gd name="T7" fmla="*/ 3 h 424"/>
                <a:gd name="T8" fmla="*/ 1 w 244"/>
                <a:gd name="T9" fmla="*/ 3 h 424"/>
                <a:gd name="T10" fmla="*/ 1 w 244"/>
                <a:gd name="T11" fmla="*/ 3 h 424"/>
                <a:gd name="T12" fmla="*/ 1 w 244"/>
                <a:gd name="T13" fmla="*/ 3 h 424"/>
                <a:gd name="T14" fmla="*/ 1 w 244"/>
                <a:gd name="T15" fmla="*/ 3 h 424"/>
                <a:gd name="T16" fmla="*/ 1 w 244"/>
                <a:gd name="T17" fmla="*/ 3 h 424"/>
                <a:gd name="T18" fmla="*/ 1 w 244"/>
                <a:gd name="T19" fmla="*/ 2 h 424"/>
                <a:gd name="T20" fmla="*/ 1 w 244"/>
                <a:gd name="T21" fmla="*/ 2 h 424"/>
                <a:gd name="T22" fmla="*/ 2 w 244"/>
                <a:gd name="T23" fmla="*/ 2 h 424"/>
                <a:gd name="T24" fmla="*/ 2 w 244"/>
                <a:gd name="T25" fmla="*/ 2 h 424"/>
                <a:gd name="T26" fmla="*/ 2 w 244"/>
                <a:gd name="T27" fmla="*/ 1 h 424"/>
                <a:gd name="T28" fmla="*/ 2 w 244"/>
                <a:gd name="T29" fmla="*/ 1 h 424"/>
                <a:gd name="T30" fmla="*/ 2 w 244"/>
                <a:gd name="T31" fmla="*/ 1 h 424"/>
                <a:gd name="T32" fmla="*/ 2 w 244"/>
                <a:gd name="T33" fmla="*/ 0 h 424"/>
                <a:gd name="T34" fmla="*/ 2 w 244"/>
                <a:gd name="T35" fmla="*/ 0 h 424"/>
                <a:gd name="T36" fmla="*/ 2 w 244"/>
                <a:gd name="T37" fmla="*/ 0 h 424"/>
                <a:gd name="T38" fmla="*/ 2 w 244"/>
                <a:gd name="T39" fmla="*/ 0 h 424"/>
                <a:gd name="T40" fmla="*/ 2 w 244"/>
                <a:gd name="T41" fmla="*/ 1 h 424"/>
                <a:gd name="T42" fmla="*/ 2 w 244"/>
                <a:gd name="T43" fmla="*/ 1 h 424"/>
                <a:gd name="T44" fmla="*/ 2 w 244"/>
                <a:gd name="T45" fmla="*/ 1 h 424"/>
                <a:gd name="T46" fmla="*/ 2 w 244"/>
                <a:gd name="T47" fmla="*/ 2 h 424"/>
                <a:gd name="T48" fmla="*/ 1 w 244"/>
                <a:gd name="T49" fmla="*/ 2 h 424"/>
                <a:gd name="T50" fmla="*/ 1 w 244"/>
                <a:gd name="T51" fmla="*/ 2 h 424"/>
                <a:gd name="T52" fmla="*/ 1 w 244"/>
                <a:gd name="T53" fmla="*/ 2 h 424"/>
                <a:gd name="T54" fmla="*/ 1 w 244"/>
                <a:gd name="T55" fmla="*/ 3 h 424"/>
                <a:gd name="T56" fmla="*/ 1 w 244"/>
                <a:gd name="T57" fmla="*/ 3 h 424"/>
                <a:gd name="T58" fmla="*/ 1 w 244"/>
                <a:gd name="T59" fmla="*/ 3 h 424"/>
                <a:gd name="T60" fmla="*/ 1 w 244"/>
                <a:gd name="T61" fmla="*/ 3 h 424"/>
                <a:gd name="T62" fmla="*/ 1 w 244"/>
                <a:gd name="T63" fmla="*/ 3 h 424"/>
                <a:gd name="T64" fmla="*/ 0 w 244"/>
                <a:gd name="T65" fmla="*/ 3 h 424"/>
                <a:gd name="T66" fmla="*/ 0 w 244"/>
                <a:gd name="T67" fmla="*/ 3 h 424"/>
                <a:gd name="T68" fmla="*/ 0 w 244"/>
                <a:gd name="T69" fmla="*/ 3 h 424"/>
                <a:gd name="T70" fmla="*/ 0 w 244"/>
                <a:gd name="T71" fmla="*/ 3 h 424"/>
                <a:gd name="T72" fmla="*/ 0 w 244"/>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4"/>
                <a:gd name="T113" fmla="*/ 244 w 244"/>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4">
                  <a:moveTo>
                    <a:pt x="0" y="424"/>
                  </a:moveTo>
                  <a:lnTo>
                    <a:pt x="0" y="424"/>
                  </a:lnTo>
                  <a:lnTo>
                    <a:pt x="25" y="422"/>
                  </a:lnTo>
                  <a:lnTo>
                    <a:pt x="50" y="416"/>
                  </a:lnTo>
                  <a:lnTo>
                    <a:pt x="73" y="405"/>
                  </a:lnTo>
                  <a:lnTo>
                    <a:pt x="96" y="390"/>
                  </a:lnTo>
                  <a:lnTo>
                    <a:pt x="118" y="373"/>
                  </a:lnTo>
                  <a:lnTo>
                    <a:pt x="138" y="350"/>
                  </a:lnTo>
                  <a:lnTo>
                    <a:pt x="155" y="326"/>
                  </a:lnTo>
                  <a:lnTo>
                    <a:pt x="173" y="299"/>
                  </a:lnTo>
                  <a:lnTo>
                    <a:pt x="189" y="268"/>
                  </a:lnTo>
                  <a:lnTo>
                    <a:pt x="203" y="235"/>
                  </a:lnTo>
                  <a:lnTo>
                    <a:pt x="215" y="201"/>
                  </a:lnTo>
                  <a:lnTo>
                    <a:pt x="226" y="163"/>
                  </a:lnTo>
                  <a:lnTo>
                    <a:pt x="234" y="125"/>
                  </a:lnTo>
                  <a:lnTo>
                    <a:pt x="240" y="85"/>
                  </a:lnTo>
                  <a:lnTo>
                    <a:pt x="243" y="42"/>
                  </a:lnTo>
                  <a:lnTo>
                    <a:pt x="244" y="0"/>
                  </a:lnTo>
                  <a:lnTo>
                    <a:pt x="233" y="0"/>
                  </a:lnTo>
                  <a:lnTo>
                    <a:pt x="232" y="42"/>
                  </a:lnTo>
                  <a:lnTo>
                    <a:pt x="228" y="83"/>
                  </a:lnTo>
                  <a:lnTo>
                    <a:pt x="222" y="123"/>
                  </a:lnTo>
                  <a:lnTo>
                    <a:pt x="214" y="160"/>
                  </a:lnTo>
                  <a:lnTo>
                    <a:pt x="203" y="197"/>
                  </a:lnTo>
                  <a:lnTo>
                    <a:pt x="192" y="231"/>
                  </a:lnTo>
                  <a:lnTo>
                    <a:pt x="178" y="263"/>
                  </a:lnTo>
                  <a:lnTo>
                    <a:pt x="164" y="292"/>
                  </a:lnTo>
                  <a:lnTo>
                    <a:pt x="146" y="319"/>
                  </a:lnTo>
                  <a:lnTo>
                    <a:pt x="129" y="343"/>
                  </a:lnTo>
                  <a:lnTo>
                    <a:pt x="109" y="363"/>
                  </a:lnTo>
                  <a:lnTo>
                    <a:pt x="89" y="381"/>
                  </a:lnTo>
                  <a:lnTo>
                    <a:pt x="66" y="394"/>
                  </a:lnTo>
                  <a:lnTo>
                    <a:pt x="45" y="404"/>
                  </a:lnTo>
                  <a:lnTo>
                    <a:pt x="23" y="410"/>
                  </a:lnTo>
                  <a:lnTo>
                    <a:pt x="0" y="412"/>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8463" name="Freeform 57"/>
            <p:cNvSpPr>
              <a:spLocks/>
            </p:cNvSpPr>
            <p:nvPr/>
          </p:nvSpPr>
          <p:spPr bwMode="auto">
            <a:xfrm>
              <a:off x="915" y="1830"/>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1" y="42"/>
                  </a:lnTo>
                  <a:lnTo>
                    <a:pt x="4" y="85"/>
                  </a:lnTo>
                  <a:lnTo>
                    <a:pt x="10" y="125"/>
                  </a:lnTo>
                  <a:lnTo>
                    <a:pt x="19" y="163"/>
                  </a:lnTo>
                  <a:lnTo>
                    <a:pt x="29" y="201"/>
                  </a:lnTo>
                  <a:lnTo>
                    <a:pt x="41" y="235"/>
                  </a:lnTo>
                  <a:lnTo>
                    <a:pt x="55" y="268"/>
                  </a:lnTo>
                  <a:lnTo>
                    <a:pt x="71" y="299"/>
                  </a:lnTo>
                  <a:lnTo>
                    <a:pt x="89" y="326"/>
                  </a:lnTo>
                  <a:lnTo>
                    <a:pt x="106" y="350"/>
                  </a:lnTo>
                  <a:lnTo>
                    <a:pt x="126" y="373"/>
                  </a:lnTo>
                  <a:lnTo>
                    <a:pt x="149" y="390"/>
                  </a:lnTo>
                  <a:lnTo>
                    <a:pt x="171" y="405"/>
                  </a:lnTo>
                  <a:lnTo>
                    <a:pt x="194" y="416"/>
                  </a:lnTo>
                  <a:lnTo>
                    <a:pt x="219" y="422"/>
                  </a:lnTo>
                  <a:lnTo>
                    <a:pt x="245" y="424"/>
                  </a:lnTo>
                  <a:lnTo>
                    <a:pt x="245" y="412"/>
                  </a:lnTo>
                  <a:lnTo>
                    <a:pt x="221" y="410"/>
                  </a:lnTo>
                  <a:lnTo>
                    <a:pt x="199" y="404"/>
                  </a:lnTo>
                  <a:lnTo>
                    <a:pt x="178" y="394"/>
                  </a:lnTo>
                  <a:lnTo>
                    <a:pt x="156" y="381"/>
                  </a:lnTo>
                  <a:lnTo>
                    <a:pt x="136" y="363"/>
                  </a:lnTo>
                  <a:lnTo>
                    <a:pt x="116" y="343"/>
                  </a:lnTo>
                  <a:lnTo>
                    <a:pt x="98" y="319"/>
                  </a:lnTo>
                  <a:lnTo>
                    <a:pt x="81" y="292"/>
                  </a:lnTo>
                  <a:lnTo>
                    <a:pt x="67" y="263"/>
                  </a:lnTo>
                  <a:lnTo>
                    <a:pt x="52" y="231"/>
                  </a:lnTo>
                  <a:lnTo>
                    <a:pt x="41" y="197"/>
                  </a:lnTo>
                  <a:lnTo>
                    <a:pt x="30" y="160"/>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8464" name="Freeform 58"/>
            <p:cNvSpPr>
              <a:spLocks/>
            </p:cNvSpPr>
            <p:nvPr/>
          </p:nvSpPr>
          <p:spPr bwMode="auto">
            <a:xfrm>
              <a:off x="915" y="1745"/>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0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19" y="2"/>
                  </a:lnTo>
                  <a:lnTo>
                    <a:pt x="194" y="8"/>
                  </a:lnTo>
                  <a:lnTo>
                    <a:pt x="171" y="19"/>
                  </a:lnTo>
                  <a:lnTo>
                    <a:pt x="149" y="34"/>
                  </a:lnTo>
                  <a:lnTo>
                    <a:pt x="126" y="52"/>
                  </a:lnTo>
                  <a:lnTo>
                    <a:pt x="106" y="74"/>
                  </a:lnTo>
                  <a:lnTo>
                    <a:pt x="89" y="99"/>
                  </a:lnTo>
                  <a:lnTo>
                    <a:pt x="70" y="126"/>
                  </a:lnTo>
                  <a:lnTo>
                    <a:pt x="55" y="157"/>
                  </a:lnTo>
                  <a:lnTo>
                    <a:pt x="41" y="189"/>
                  </a:lnTo>
                  <a:lnTo>
                    <a:pt x="29" y="224"/>
                  </a:lnTo>
                  <a:lnTo>
                    <a:pt x="19" y="262"/>
                  </a:lnTo>
                  <a:lnTo>
                    <a:pt x="10" y="300"/>
                  </a:lnTo>
                  <a:lnTo>
                    <a:pt x="4" y="340"/>
                  </a:lnTo>
                  <a:lnTo>
                    <a:pt x="1" y="383"/>
                  </a:lnTo>
                  <a:lnTo>
                    <a:pt x="0" y="426"/>
                  </a:lnTo>
                  <a:lnTo>
                    <a:pt x="11" y="426"/>
                  </a:lnTo>
                  <a:lnTo>
                    <a:pt x="13" y="383"/>
                  </a:lnTo>
                  <a:lnTo>
                    <a:pt x="16" y="342"/>
                  </a:lnTo>
                  <a:lnTo>
                    <a:pt x="22" y="303"/>
                  </a:lnTo>
                  <a:lnTo>
                    <a:pt x="30" y="264"/>
                  </a:lnTo>
                  <a:lnTo>
                    <a:pt x="41" y="229"/>
                  </a:lnTo>
                  <a:lnTo>
                    <a:pt x="52" y="194"/>
                  </a:lnTo>
                  <a:lnTo>
                    <a:pt x="67" y="162"/>
                  </a:lnTo>
                  <a:lnTo>
                    <a:pt x="82" y="133"/>
                  </a:lnTo>
                  <a:lnTo>
                    <a:pt x="98" y="106"/>
                  </a:lnTo>
                  <a:lnTo>
                    <a:pt x="116" y="81"/>
                  </a:lnTo>
                  <a:lnTo>
                    <a:pt x="136" y="61"/>
                  </a:lnTo>
                  <a:lnTo>
                    <a:pt x="156" y="43"/>
                  </a:lnTo>
                  <a:lnTo>
                    <a:pt x="178" y="31"/>
                  </a:lnTo>
                  <a:lnTo>
                    <a:pt x="199" y="20"/>
                  </a:lnTo>
                  <a:lnTo>
                    <a:pt x="221"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8465" name="Freeform 59"/>
            <p:cNvSpPr>
              <a:spLocks/>
            </p:cNvSpPr>
            <p:nvPr/>
          </p:nvSpPr>
          <p:spPr bwMode="auto">
            <a:xfrm>
              <a:off x="1140" y="2087"/>
              <a:ext cx="49" cy="85"/>
            </a:xfrm>
            <a:custGeom>
              <a:avLst/>
              <a:gdLst>
                <a:gd name="T0" fmla="*/ 2 w 246"/>
                <a:gd name="T1" fmla="*/ 3 h 424"/>
                <a:gd name="T2" fmla="*/ 2 w 246"/>
                <a:gd name="T3" fmla="*/ 3 h 424"/>
                <a:gd name="T4" fmla="*/ 2 w 246"/>
                <a:gd name="T5" fmla="*/ 3 h 424"/>
                <a:gd name="T6" fmla="*/ 2 w 246"/>
                <a:gd name="T7" fmla="*/ 3 h 424"/>
                <a:gd name="T8" fmla="*/ 2 w 246"/>
                <a:gd name="T9" fmla="*/ 2 h 424"/>
                <a:gd name="T10" fmla="*/ 2 w 246"/>
                <a:gd name="T11" fmla="*/ 2 h 424"/>
                <a:gd name="T12" fmla="*/ 2 w 246"/>
                <a:gd name="T13" fmla="*/ 2 h 424"/>
                <a:gd name="T14" fmla="*/ 2 w 246"/>
                <a:gd name="T15" fmla="*/ 2 h 424"/>
                <a:gd name="T16" fmla="*/ 2 w 246"/>
                <a:gd name="T17" fmla="*/ 1 h 424"/>
                <a:gd name="T18" fmla="*/ 1 w 246"/>
                <a:gd name="T19" fmla="*/ 1 h 424"/>
                <a:gd name="T20" fmla="*/ 1 w 246"/>
                <a:gd name="T21" fmla="*/ 1 h 424"/>
                <a:gd name="T22" fmla="*/ 1 w 246"/>
                <a:gd name="T23" fmla="*/ 1 h 424"/>
                <a:gd name="T24" fmla="*/ 1 w 246"/>
                <a:gd name="T25" fmla="*/ 0 h 424"/>
                <a:gd name="T26" fmla="*/ 1 w 246"/>
                <a:gd name="T27" fmla="*/ 0 h 424"/>
                <a:gd name="T28" fmla="*/ 1 w 246"/>
                <a:gd name="T29" fmla="*/ 0 h 424"/>
                <a:gd name="T30" fmla="*/ 0 w 246"/>
                <a:gd name="T31" fmla="*/ 0 h 424"/>
                <a:gd name="T32" fmla="*/ 0 w 246"/>
                <a:gd name="T33" fmla="*/ 0 h 424"/>
                <a:gd name="T34" fmla="*/ 0 w 246"/>
                <a:gd name="T35" fmla="*/ 0 h 424"/>
                <a:gd name="T36" fmla="*/ 0 w 246"/>
                <a:gd name="T37" fmla="*/ 0 h 424"/>
                <a:gd name="T38" fmla="*/ 0 w 246"/>
                <a:gd name="T39" fmla="*/ 0 h 424"/>
                <a:gd name="T40" fmla="*/ 0 w 246"/>
                <a:gd name="T41" fmla="*/ 0 h 424"/>
                <a:gd name="T42" fmla="*/ 1 w 246"/>
                <a:gd name="T43" fmla="*/ 0 h 424"/>
                <a:gd name="T44" fmla="*/ 1 w 246"/>
                <a:gd name="T45" fmla="*/ 0 h 424"/>
                <a:gd name="T46" fmla="*/ 1 w 246"/>
                <a:gd name="T47" fmla="*/ 0 h 424"/>
                <a:gd name="T48" fmla="*/ 1 w 246"/>
                <a:gd name="T49" fmla="*/ 1 h 424"/>
                <a:gd name="T50" fmla="*/ 1 w 246"/>
                <a:gd name="T51" fmla="*/ 1 h 424"/>
                <a:gd name="T52" fmla="*/ 1 w 246"/>
                <a:gd name="T53" fmla="*/ 1 h 424"/>
                <a:gd name="T54" fmla="*/ 1 w 246"/>
                <a:gd name="T55" fmla="*/ 1 h 424"/>
                <a:gd name="T56" fmla="*/ 2 w 246"/>
                <a:gd name="T57" fmla="*/ 2 h 424"/>
                <a:gd name="T58" fmla="*/ 2 w 246"/>
                <a:gd name="T59" fmla="*/ 2 h 424"/>
                <a:gd name="T60" fmla="*/ 2 w 246"/>
                <a:gd name="T61" fmla="*/ 2 h 424"/>
                <a:gd name="T62" fmla="*/ 2 w 246"/>
                <a:gd name="T63" fmla="*/ 2 h 424"/>
                <a:gd name="T64" fmla="*/ 2 w 246"/>
                <a:gd name="T65" fmla="*/ 3 h 424"/>
                <a:gd name="T66" fmla="*/ 2 w 246"/>
                <a:gd name="T67" fmla="*/ 3 h 424"/>
                <a:gd name="T68" fmla="*/ 2 w 246"/>
                <a:gd name="T69" fmla="*/ 3 h 424"/>
                <a:gd name="T70" fmla="*/ 2 w 246"/>
                <a:gd name="T71" fmla="*/ 3 h 424"/>
                <a:gd name="T72" fmla="*/ 2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424"/>
                  </a:moveTo>
                  <a:lnTo>
                    <a:pt x="246" y="424"/>
                  </a:lnTo>
                  <a:lnTo>
                    <a:pt x="244" y="382"/>
                  </a:lnTo>
                  <a:lnTo>
                    <a:pt x="241" y="338"/>
                  </a:lnTo>
                  <a:lnTo>
                    <a:pt x="235" y="298"/>
                  </a:lnTo>
                  <a:lnTo>
                    <a:pt x="227" y="261"/>
                  </a:lnTo>
                  <a:lnTo>
                    <a:pt x="216" y="222"/>
                  </a:lnTo>
                  <a:lnTo>
                    <a:pt x="205" y="188"/>
                  </a:lnTo>
                  <a:lnTo>
                    <a:pt x="190" y="155"/>
                  </a:lnTo>
                  <a:lnTo>
                    <a:pt x="174" y="125"/>
                  </a:lnTo>
                  <a:lnTo>
                    <a:pt x="157" y="98"/>
                  </a:lnTo>
                  <a:lnTo>
                    <a:pt x="138" y="73"/>
                  </a:lnTo>
                  <a:lnTo>
                    <a:pt x="118" y="51"/>
                  </a:lnTo>
                  <a:lnTo>
                    <a:pt x="96" y="34"/>
                  </a:lnTo>
                  <a:lnTo>
                    <a:pt x="74" y="18"/>
                  </a:lnTo>
                  <a:lnTo>
                    <a:pt x="50" y="8"/>
                  </a:lnTo>
                  <a:lnTo>
                    <a:pt x="25" y="2"/>
                  </a:lnTo>
                  <a:lnTo>
                    <a:pt x="0" y="0"/>
                  </a:lnTo>
                  <a:lnTo>
                    <a:pt x="0" y="11"/>
                  </a:lnTo>
                  <a:lnTo>
                    <a:pt x="23" y="14"/>
                  </a:lnTo>
                  <a:lnTo>
                    <a:pt x="45" y="19"/>
                  </a:lnTo>
                  <a:lnTo>
                    <a:pt x="67" y="30"/>
                  </a:lnTo>
                  <a:lnTo>
                    <a:pt x="89" y="43"/>
                  </a:lnTo>
                  <a:lnTo>
                    <a:pt x="108" y="60"/>
                  </a:lnTo>
                  <a:lnTo>
                    <a:pt x="128" y="80"/>
                  </a:lnTo>
                  <a:lnTo>
                    <a:pt x="147" y="105"/>
                  </a:lnTo>
                  <a:lnTo>
                    <a:pt x="165" y="132"/>
                  </a:lnTo>
                  <a:lnTo>
                    <a:pt x="179" y="160"/>
                  </a:lnTo>
                  <a:lnTo>
                    <a:pt x="193" y="193"/>
                  </a:lnTo>
                  <a:lnTo>
                    <a:pt x="205" y="227"/>
                  </a:lnTo>
                  <a:lnTo>
                    <a:pt x="215" y="263"/>
                  </a:lnTo>
                  <a:lnTo>
                    <a:pt x="223" y="301"/>
                  </a:lnTo>
                  <a:lnTo>
                    <a:pt x="229" y="341"/>
                  </a:lnTo>
                  <a:lnTo>
                    <a:pt x="233" y="382"/>
                  </a:lnTo>
                  <a:lnTo>
                    <a:pt x="234" y="424"/>
                  </a:lnTo>
                  <a:lnTo>
                    <a:pt x="246"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8466" name="Freeform 60"/>
            <p:cNvSpPr>
              <a:spLocks/>
            </p:cNvSpPr>
            <p:nvPr/>
          </p:nvSpPr>
          <p:spPr bwMode="auto">
            <a:xfrm>
              <a:off x="1140" y="2172"/>
              <a:ext cx="49" cy="85"/>
            </a:xfrm>
            <a:custGeom>
              <a:avLst/>
              <a:gdLst>
                <a:gd name="T0" fmla="*/ 0 w 246"/>
                <a:gd name="T1" fmla="*/ 3 h 426"/>
                <a:gd name="T2" fmla="*/ 0 w 246"/>
                <a:gd name="T3" fmla="*/ 3 h 426"/>
                <a:gd name="T4" fmla="*/ 0 w 246"/>
                <a:gd name="T5" fmla="*/ 3 h 426"/>
                <a:gd name="T6" fmla="*/ 0 w 246"/>
                <a:gd name="T7" fmla="*/ 3 h 426"/>
                <a:gd name="T8" fmla="*/ 1 w 246"/>
                <a:gd name="T9" fmla="*/ 3 h 426"/>
                <a:gd name="T10" fmla="*/ 1 w 246"/>
                <a:gd name="T11" fmla="*/ 3 h 426"/>
                <a:gd name="T12" fmla="*/ 1 w 246"/>
                <a:gd name="T13" fmla="*/ 3 h 426"/>
                <a:gd name="T14" fmla="*/ 1 w 246"/>
                <a:gd name="T15" fmla="*/ 3 h 426"/>
                <a:gd name="T16" fmla="*/ 1 w 246"/>
                <a:gd name="T17" fmla="*/ 3 h 426"/>
                <a:gd name="T18" fmla="*/ 1 w 246"/>
                <a:gd name="T19" fmla="*/ 2 h 426"/>
                <a:gd name="T20" fmla="*/ 2 w 246"/>
                <a:gd name="T21" fmla="*/ 2 h 426"/>
                <a:gd name="T22" fmla="*/ 2 w 246"/>
                <a:gd name="T23" fmla="*/ 2 h 426"/>
                <a:gd name="T24" fmla="*/ 2 w 246"/>
                <a:gd name="T25" fmla="*/ 2 h 426"/>
                <a:gd name="T26" fmla="*/ 2 w 246"/>
                <a:gd name="T27" fmla="*/ 1 h 426"/>
                <a:gd name="T28" fmla="*/ 2 w 246"/>
                <a:gd name="T29" fmla="*/ 1 h 426"/>
                <a:gd name="T30" fmla="*/ 2 w 246"/>
                <a:gd name="T31" fmla="*/ 1 h 426"/>
                <a:gd name="T32" fmla="*/ 2 w 246"/>
                <a:gd name="T33" fmla="*/ 0 h 426"/>
                <a:gd name="T34" fmla="*/ 2 w 246"/>
                <a:gd name="T35" fmla="*/ 0 h 426"/>
                <a:gd name="T36" fmla="*/ 2 w 246"/>
                <a:gd name="T37" fmla="*/ 0 h 426"/>
                <a:gd name="T38" fmla="*/ 2 w 246"/>
                <a:gd name="T39" fmla="*/ 0 h 426"/>
                <a:gd name="T40" fmla="*/ 2 w 246"/>
                <a:gd name="T41" fmla="*/ 1 h 426"/>
                <a:gd name="T42" fmla="*/ 2 w 246"/>
                <a:gd name="T43" fmla="*/ 1 h 426"/>
                <a:gd name="T44" fmla="*/ 2 w 246"/>
                <a:gd name="T45" fmla="*/ 1 h 426"/>
                <a:gd name="T46" fmla="*/ 2 w 246"/>
                <a:gd name="T47" fmla="*/ 2 h 426"/>
                <a:gd name="T48" fmla="*/ 2 w 246"/>
                <a:gd name="T49" fmla="*/ 2 h 426"/>
                <a:gd name="T50" fmla="*/ 1 w 246"/>
                <a:gd name="T51" fmla="*/ 2 h 426"/>
                <a:gd name="T52" fmla="*/ 1 w 246"/>
                <a:gd name="T53" fmla="*/ 2 h 426"/>
                <a:gd name="T54" fmla="*/ 1 w 246"/>
                <a:gd name="T55" fmla="*/ 3 h 426"/>
                <a:gd name="T56" fmla="*/ 1 w 246"/>
                <a:gd name="T57" fmla="*/ 3 h 426"/>
                <a:gd name="T58" fmla="*/ 1 w 246"/>
                <a:gd name="T59" fmla="*/ 3 h 426"/>
                <a:gd name="T60" fmla="*/ 1 w 246"/>
                <a:gd name="T61" fmla="*/ 3 h 426"/>
                <a:gd name="T62" fmla="*/ 1 w 246"/>
                <a:gd name="T63" fmla="*/ 3 h 426"/>
                <a:gd name="T64" fmla="*/ 0 w 246"/>
                <a:gd name="T65" fmla="*/ 3 h 426"/>
                <a:gd name="T66" fmla="*/ 0 w 246"/>
                <a:gd name="T67" fmla="*/ 3 h 426"/>
                <a:gd name="T68" fmla="*/ 0 w 246"/>
                <a:gd name="T69" fmla="*/ 3 h 426"/>
                <a:gd name="T70" fmla="*/ 0 w 246"/>
                <a:gd name="T71" fmla="*/ 3 h 426"/>
                <a:gd name="T72" fmla="*/ 0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426"/>
                  </a:moveTo>
                  <a:lnTo>
                    <a:pt x="0" y="426"/>
                  </a:lnTo>
                  <a:lnTo>
                    <a:pt x="25" y="423"/>
                  </a:lnTo>
                  <a:lnTo>
                    <a:pt x="50" y="417"/>
                  </a:lnTo>
                  <a:lnTo>
                    <a:pt x="74" y="407"/>
                  </a:lnTo>
                  <a:lnTo>
                    <a:pt x="96" y="392"/>
                  </a:lnTo>
                  <a:lnTo>
                    <a:pt x="118" y="373"/>
                  </a:lnTo>
                  <a:lnTo>
                    <a:pt x="138" y="350"/>
                  </a:lnTo>
                  <a:lnTo>
                    <a:pt x="157" y="327"/>
                  </a:lnTo>
                  <a:lnTo>
                    <a:pt x="175" y="299"/>
                  </a:lnTo>
                  <a:lnTo>
                    <a:pt x="190" y="268"/>
                  </a:lnTo>
                  <a:lnTo>
                    <a:pt x="205" y="236"/>
                  </a:lnTo>
                  <a:lnTo>
                    <a:pt x="216" y="202"/>
                  </a:lnTo>
                  <a:lnTo>
                    <a:pt x="227" y="164"/>
                  </a:lnTo>
                  <a:lnTo>
                    <a:pt x="235" y="125"/>
                  </a:lnTo>
                  <a:lnTo>
                    <a:pt x="241" y="86"/>
                  </a:lnTo>
                  <a:lnTo>
                    <a:pt x="244" y="42"/>
                  </a:lnTo>
                  <a:lnTo>
                    <a:pt x="246" y="0"/>
                  </a:lnTo>
                  <a:lnTo>
                    <a:pt x="234" y="0"/>
                  </a:lnTo>
                  <a:lnTo>
                    <a:pt x="233" y="42"/>
                  </a:lnTo>
                  <a:lnTo>
                    <a:pt x="229" y="83"/>
                  </a:lnTo>
                  <a:lnTo>
                    <a:pt x="223" y="123"/>
                  </a:lnTo>
                  <a:lnTo>
                    <a:pt x="215" y="162"/>
                  </a:lnTo>
                  <a:lnTo>
                    <a:pt x="205" y="197"/>
                  </a:lnTo>
                  <a:lnTo>
                    <a:pt x="193" y="231"/>
                  </a:lnTo>
                  <a:lnTo>
                    <a:pt x="179" y="264"/>
                  </a:lnTo>
                  <a:lnTo>
                    <a:pt x="164" y="292"/>
                  </a:lnTo>
                  <a:lnTo>
                    <a:pt x="147" y="320"/>
                  </a:lnTo>
                  <a:lnTo>
                    <a:pt x="128" y="343"/>
                  </a:lnTo>
                  <a:lnTo>
                    <a:pt x="108" y="363"/>
                  </a:lnTo>
                  <a:lnTo>
                    <a:pt x="89" y="382"/>
                  </a:lnTo>
                  <a:lnTo>
                    <a:pt x="67" y="395"/>
                  </a:lnTo>
                  <a:lnTo>
                    <a:pt x="45" y="406"/>
                  </a:lnTo>
                  <a:lnTo>
                    <a:pt x="23" y="411"/>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8467" name="Freeform 61"/>
            <p:cNvSpPr>
              <a:spLocks/>
            </p:cNvSpPr>
            <p:nvPr/>
          </p:nvSpPr>
          <p:spPr bwMode="auto">
            <a:xfrm>
              <a:off x="1091" y="2172"/>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4" y="86"/>
                  </a:lnTo>
                  <a:lnTo>
                    <a:pt x="10" y="125"/>
                  </a:lnTo>
                  <a:lnTo>
                    <a:pt x="18" y="164"/>
                  </a:lnTo>
                  <a:lnTo>
                    <a:pt x="29" y="202"/>
                  </a:lnTo>
                  <a:lnTo>
                    <a:pt x="41" y="236"/>
                  </a:lnTo>
                  <a:lnTo>
                    <a:pt x="55" y="268"/>
                  </a:lnTo>
                  <a:lnTo>
                    <a:pt x="70" y="299"/>
                  </a:lnTo>
                  <a:lnTo>
                    <a:pt x="89" y="327"/>
                  </a:lnTo>
                  <a:lnTo>
                    <a:pt x="106" y="350"/>
                  </a:lnTo>
                  <a:lnTo>
                    <a:pt x="126" y="373"/>
                  </a:lnTo>
                  <a:lnTo>
                    <a:pt x="148" y="392"/>
                  </a:lnTo>
                  <a:lnTo>
                    <a:pt x="171" y="407"/>
                  </a:lnTo>
                  <a:lnTo>
                    <a:pt x="194" y="417"/>
                  </a:lnTo>
                  <a:lnTo>
                    <a:pt x="219" y="423"/>
                  </a:lnTo>
                  <a:lnTo>
                    <a:pt x="245" y="426"/>
                  </a:lnTo>
                  <a:lnTo>
                    <a:pt x="245" y="414"/>
                  </a:lnTo>
                  <a:lnTo>
                    <a:pt x="221" y="411"/>
                  </a:lnTo>
                  <a:lnTo>
                    <a:pt x="199" y="406"/>
                  </a:lnTo>
                  <a:lnTo>
                    <a:pt x="178" y="395"/>
                  </a:lnTo>
                  <a:lnTo>
                    <a:pt x="155" y="382"/>
                  </a:lnTo>
                  <a:lnTo>
                    <a:pt x="136" y="363"/>
                  </a:lnTo>
                  <a:lnTo>
                    <a:pt x="116" y="343"/>
                  </a:lnTo>
                  <a:lnTo>
                    <a:pt x="98" y="320"/>
                  </a:lnTo>
                  <a:lnTo>
                    <a:pt x="82" y="292"/>
                  </a:lnTo>
                  <a:lnTo>
                    <a:pt x="66" y="264"/>
                  </a:lnTo>
                  <a:lnTo>
                    <a:pt x="52" y="231"/>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8468" name="Freeform 62"/>
            <p:cNvSpPr>
              <a:spLocks/>
            </p:cNvSpPr>
            <p:nvPr/>
          </p:nvSpPr>
          <p:spPr bwMode="auto">
            <a:xfrm>
              <a:off x="1091" y="2087"/>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4" y="8"/>
                  </a:lnTo>
                  <a:lnTo>
                    <a:pt x="171" y="18"/>
                  </a:lnTo>
                  <a:lnTo>
                    <a:pt x="148" y="34"/>
                  </a:lnTo>
                  <a:lnTo>
                    <a:pt x="126" y="51"/>
                  </a:lnTo>
                  <a:lnTo>
                    <a:pt x="106" y="73"/>
                  </a:lnTo>
                  <a:lnTo>
                    <a:pt x="89" y="98"/>
                  </a:lnTo>
                  <a:lnTo>
                    <a:pt x="71" y="125"/>
                  </a:lnTo>
                  <a:lnTo>
                    <a:pt x="55" y="155"/>
                  </a:lnTo>
                  <a:lnTo>
                    <a:pt x="41" y="188"/>
                  </a:lnTo>
                  <a:lnTo>
                    <a:pt x="29" y="222"/>
                  </a:lnTo>
                  <a:lnTo>
                    <a:pt x="18" y="261"/>
                  </a:lnTo>
                  <a:lnTo>
                    <a:pt x="10" y="298"/>
                  </a:lnTo>
                  <a:lnTo>
                    <a:pt x="4" y="338"/>
                  </a:lnTo>
                  <a:lnTo>
                    <a:pt x="1" y="382"/>
                  </a:lnTo>
                  <a:lnTo>
                    <a:pt x="0" y="424"/>
                  </a:lnTo>
                  <a:lnTo>
                    <a:pt x="11" y="424"/>
                  </a:lnTo>
                  <a:lnTo>
                    <a:pt x="13" y="382"/>
                  </a:lnTo>
                  <a:lnTo>
                    <a:pt x="16" y="341"/>
                  </a:lnTo>
                  <a:lnTo>
                    <a:pt x="22" y="301"/>
                  </a:lnTo>
                  <a:lnTo>
                    <a:pt x="30" y="263"/>
                  </a:lnTo>
                  <a:lnTo>
                    <a:pt x="41" y="227"/>
                  </a:lnTo>
                  <a:lnTo>
                    <a:pt x="52" y="193"/>
                  </a:lnTo>
                  <a:lnTo>
                    <a:pt x="66" y="160"/>
                  </a:lnTo>
                  <a:lnTo>
                    <a:pt x="80" y="132"/>
                  </a:lnTo>
                  <a:lnTo>
                    <a:pt x="98" y="105"/>
                  </a:lnTo>
                  <a:lnTo>
                    <a:pt x="116" y="80"/>
                  </a:lnTo>
                  <a:lnTo>
                    <a:pt x="136" y="60"/>
                  </a:lnTo>
                  <a:lnTo>
                    <a:pt x="155" y="43"/>
                  </a:lnTo>
                  <a:lnTo>
                    <a:pt x="178" y="30"/>
                  </a:lnTo>
                  <a:lnTo>
                    <a:pt x="199" y="19"/>
                  </a:lnTo>
                  <a:lnTo>
                    <a:pt x="221" y="14"/>
                  </a:lnTo>
                  <a:lnTo>
                    <a:pt x="245" y="11"/>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8469" name="Freeform 63"/>
            <p:cNvSpPr>
              <a:spLocks/>
            </p:cNvSpPr>
            <p:nvPr/>
          </p:nvSpPr>
          <p:spPr bwMode="auto">
            <a:xfrm>
              <a:off x="1392" y="2118"/>
              <a:ext cx="49" cy="85"/>
            </a:xfrm>
            <a:custGeom>
              <a:avLst/>
              <a:gdLst>
                <a:gd name="T0" fmla="*/ 2 w 246"/>
                <a:gd name="T1" fmla="*/ 3 h 426"/>
                <a:gd name="T2" fmla="*/ 2 w 246"/>
                <a:gd name="T3" fmla="*/ 3 h 426"/>
                <a:gd name="T4" fmla="*/ 2 w 246"/>
                <a:gd name="T5" fmla="*/ 3 h 426"/>
                <a:gd name="T6" fmla="*/ 2 w 246"/>
                <a:gd name="T7" fmla="*/ 3 h 426"/>
                <a:gd name="T8" fmla="*/ 2 w 246"/>
                <a:gd name="T9" fmla="*/ 2 h 426"/>
                <a:gd name="T10" fmla="*/ 2 w 246"/>
                <a:gd name="T11" fmla="*/ 2 h 426"/>
                <a:gd name="T12" fmla="*/ 2 w 246"/>
                <a:gd name="T13" fmla="*/ 2 h 426"/>
                <a:gd name="T14" fmla="*/ 2 w 246"/>
                <a:gd name="T15" fmla="*/ 2 h 426"/>
                <a:gd name="T16" fmla="*/ 2 w 246"/>
                <a:gd name="T17" fmla="*/ 1 h 426"/>
                <a:gd name="T18" fmla="*/ 1 w 246"/>
                <a:gd name="T19" fmla="*/ 1 h 426"/>
                <a:gd name="T20" fmla="*/ 1 w 246"/>
                <a:gd name="T21" fmla="*/ 1 h 426"/>
                <a:gd name="T22" fmla="*/ 1 w 246"/>
                <a:gd name="T23" fmla="*/ 1 h 426"/>
                <a:gd name="T24" fmla="*/ 1 w 246"/>
                <a:gd name="T25" fmla="*/ 0 h 426"/>
                <a:gd name="T26" fmla="*/ 1 w 246"/>
                <a:gd name="T27" fmla="*/ 0 h 426"/>
                <a:gd name="T28" fmla="*/ 1 w 246"/>
                <a:gd name="T29" fmla="*/ 0 h 426"/>
                <a:gd name="T30" fmla="*/ 0 w 246"/>
                <a:gd name="T31" fmla="*/ 0 h 426"/>
                <a:gd name="T32" fmla="*/ 0 w 246"/>
                <a:gd name="T33" fmla="*/ 0 h 426"/>
                <a:gd name="T34" fmla="*/ 0 w 246"/>
                <a:gd name="T35" fmla="*/ 0 h 426"/>
                <a:gd name="T36" fmla="*/ 0 w 246"/>
                <a:gd name="T37" fmla="*/ 0 h 426"/>
                <a:gd name="T38" fmla="*/ 0 w 246"/>
                <a:gd name="T39" fmla="*/ 0 h 426"/>
                <a:gd name="T40" fmla="*/ 0 w 246"/>
                <a:gd name="T41" fmla="*/ 0 h 426"/>
                <a:gd name="T42" fmla="*/ 1 w 246"/>
                <a:gd name="T43" fmla="*/ 0 h 426"/>
                <a:gd name="T44" fmla="*/ 1 w 246"/>
                <a:gd name="T45" fmla="*/ 0 h 426"/>
                <a:gd name="T46" fmla="*/ 1 w 246"/>
                <a:gd name="T47" fmla="*/ 1 h 426"/>
                <a:gd name="T48" fmla="*/ 1 w 246"/>
                <a:gd name="T49" fmla="*/ 1 h 426"/>
                <a:gd name="T50" fmla="*/ 1 w 246"/>
                <a:gd name="T51" fmla="*/ 1 h 426"/>
                <a:gd name="T52" fmla="*/ 1 w 246"/>
                <a:gd name="T53" fmla="*/ 1 h 426"/>
                <a:gd name="T54" fmla="*/ 1 w 246"/>
                <a:gd name="T55" fmla="*/ 1 h 426"/>
                <a:gd name="T56" fmla="*/ 2 w 246"/>
                <a:gd name="T57" fmla="*/ 2 h 426"/>
                <a:gd name="T58" fmla="*/ 2 w 246"/>
                <a:gd name="T59" fmla="*/ 2 h 426"/>
                <a:gd name="T60" fmla="*/ 2 w 246"/>
                <a:gd name="T61" fmla="*/ 2 h 426"/>
                <a:gd name="T62" fmla="*/ 2 w 246"/>
                <a:gd name="T63" fmla="*/ 2 h 426"/>
                <a:gd name="T64" fmla="*/ 2 w 246"/>
                <a:gd name="T65" fmla="*/ 3 h 426"/>
                <a:gd name="T66" fmla="*/ 2 w 246"/>
                <a:gd name="T67" fmla="*/ 3 h 426"/>
                <a:gd name="T68" fmla="*/ 2 w 246"/>
                <a:gd name="T69" fmla="*/ 3 h 426"/>
                <a:gd name="T70" fmla="*/ 2 w 246"/>
                <a:gd name="T71" fmla="*/ 3 h 426"/>
                <a:gd name="T72" fmla="*/ 2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246" y="426"/>
                  </a:moveTo>
                  <a:lnTo>
                    <a:pt x="246" y="426"/>
                  </a:lnTo>
                  <a:lnTo>
                    <a:pt x="245" y="384"/>
                  </a:lnTo>
                  <a:lnTo>
                    <a:pt x="242" y="340"/>
                  </a:lnTo>
                  <a:lnTo>
                    <a:pt x="236" y="301"/>
                  </a:lnTo>
                  <a:lnTo>
                    <a:pt x="228" y="262"/>
                  </a:lnTo>
                  <a:lnTo>
                    <a:pt x="217" y="224"/>
                  </a:lnTo>
                  <a:lnTo>
                    <a:pt x="205" y="190"/>
                  </a:lnTo>
                  <a:lnTo>
                    <a:pt x="191" y="158"/>
                  </a:lnTo>
                  <a:lnTo>
                    <a:pt x="176" y="126"/>
                  </a:lnTo>
                  <a:lnTo>
                    <a:pt x="157" y="99"/>
                  </a:lnTo>
                  <a:lnTo>
                    <a:pt x="139" y="75"/>
                  </a:lnTo>
                  <a:lnTo>
                    <a:pt x="119" y="53"/>
                  </a:lnTo>
                  <a:lnTo>
                    <a:pt x="96" y="34"/>
                  </a:lnTo>
                  <a:lnTo>
                    <a:pt x="75" y="19"/>
                  </a:lnTo>
                  <a:lnTo>
                    <a:pt x="51" y="9"/>
                  </a:lnTo>
                  <a:lnTo>
                    <a:pt x="26" y="3"/>
                  </a:lnTo>
                  <a:lnTo>
                    <a:pt x="0" y="0"/>
                  </a:lnTo>
                  <a:lnTo>
                    <a:pt x="0" y="12"/>
                  </a:lnTo>
                  <a:lnTo>
                    <a:pt x="24" y="15"/>
                  </a:lnTo>
                  <a:lnTo>
                    <a:pt x="46" y="20"/>
                  </a:lnTo>
                  <a:lnTo>
                    <a:pt x="68" y="31"/>
                  </a:lnTo>
                  <a:lnTo>
                    <a:pt x="89" y="44"/>
                  </a:lnTo>
                  <a:lnTo>
                    <a:pt x="109" y="63"/>
                  </a:lnTo>
                  <a:lnTo>
                    <a:pt x="129" y="83"/>
                  </a:lnTo>
                  <a:lnTo>
                    <a:pt x="148" y="106"/>
                  </a:lnTo>
                  <a:lnTo>
                    <a:pt x="164" y="133"/>
                  </a:lnTo>
                  <a:lnTo>
                    <a:pt x="180" y="162"/>
                  </a:lnTo>
                  <a:lnTo>
                    <a:pt x="194" y="195"/>
                  </a:lnTo>
                  <a:lnTo>
                    <a:pt x="205" y="229"/>
                  </a:lnTo>
                  <a:lnTo>
                    <a:pt x="216" y="264"/>
                  </a:lnTo>
                  <a:lnTo>
                    <a:pt x="224" y="303"/>
                  </a:lnTo>
                  <a:lnTo>
                    <a:pt x="230" y="343"/>
                  </a:lnTo>
                  <a:lnTo>
                    <a:pt x="233" y="384"/>
                  </a:lnTo>
                  <a:lnTo>
                    <a:pt x="235" y="426"/>
                  </a:lnTo>
                  <a:lnTo>
                    <a:pt x="246"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8470" name="Freeform 64"/>
            <p:cNvSpPr>
              <a:spLocks/>
            </p:cNvSpPr>
            <p:nvPr/>
          </p:nvSpPr>
          <p:spPr bwMode="auto">
            <a:xfrm>
              <a:off x="1392" y="2203"/>
              <a:ext cx="49" cy="85"/>
            </a:xfrm>
            <a:custGeom>
              <a:avLst/>
              <a:gdLst>
                <a:gd name="T0" fmla="*/ 0 w 246"/>
                <a:gd name="T1" fmla="*/ 3 h 424"/>
                <a:gd name="T2" fmla="*/ 0 w 246"/>
                <a:gd name="T3" fmla="*/ 3 h 424"/>
                <a:gd name="T4" fmla="*/ 0 w 246"/>
                <a:gd name="T5" fmla="*/ 3 h 424"/>
                <a:gd name="T6" fmla="*/ 0 w 246"/>
                <a:gd name="T7" fmla="*/ 3 h 424"/>
                <a:gd name="T8" fmla="*/ 1 w 246"/>
                <a:gd name="T9" fmla="*/ 3 h 424"/>
                <a:gd name="T10" fmla="*/ 1 w 246"/>
                <a:gd name="T11" fmla="*/ 3 h 424"/>
                <a:gd name="T12" fmla="*/ 1 w 246"/>
                <a:gd name="T13" fmla="*/ 3 h 424"/>
                <a:gd name="T14" fmla="*/ 1 w 246"/>
                <a:gd name="T15" fmla="*/ 3 h 424"/>
                <a:gd name="T16" fmla="*/ 1 w 246"/>
                <a:gd name="T17" fmla="*/ 3 h 424"/>
                <a:gd name="T18" fmla="*/ 1 w 246"/>
                <a:gd name="T19" fmla="*/ 2 h 424"/>
                <a:gd name="T20" fmla="*/ 2 w 246"/>
                <a:gd name="T21" fmla="*/ 2 h 424"/>
                <a:gd name="T22" fmla="*/ 2 w 246"/>
                <a:gd name="T23" fmla="*/ 2 h 424"/>
                <a:gd name="T24" fmla="*/ 2 w 246"/>
                <a:gd name="T25" fmla="*/ 2 h 424"/>
                <a:gd name="T26" fmla="*/ 2 w 246"/>
                <a:gd name="T27" fmla="*/ 1 h 424"/>
                <a:gd name="T28" fmla="*/ 2 w 246"/>
                <a:gd name="T29" fmla="*/ 1 h 424"/>
                <a:gd name="T30" fmla="*/ 2 w 246"/>
                <a:gd name="T31" fmla="*/ 1 h 424"/>
                <a:gd name="T32" fmla="*/ 2 w 246"/>
                <a:gd name="T33" fmla="*/ 0 h 424"/>
                <a:gd name="T34" fmla="*/ 2 w 246"/>
                <a:gd name="T35" fmla="*/ 0 h 424"/>
                <a:gd name="T36" fmla="*/ 2 w 246"/>
                <a:gd name="T37" fmla="*/ 0 h 424"/>
                <a:gd name="T38" fmla="*/ 2 w 246"/>
                <a:gd name="T39" fmla="*/ 0 h 424"/>
                <a:gd name="T40" fmla="*/ 2 w 246"/>
                <a:gd name="T41" fmla="*/ 1 h 424"/>
                <a:gd name="T42" fmla="*/ 2 w 246"/>
                <a:gd name="T43" fmla="*/ 1 h 424"/>
                <a:gd name="T44" fmla="*/ 2 w 246"/>
                <a:gd name="T45" fmla="*/ 1 h 424"/>
                <a:gd name="T46" fmla="*/ 2 w 246"/>
                <a:gd name="T47" fmla="*/ 2 h 424"/>
                <a:gd name="T48" fmla="*/ 2 w 246"/>
                <a:gd name="T49" fmla="*/ 2 h 424"/>
                <a:gd name="T50" fmla="*/ 1 w 246"/>
                <a:gd name="T51" fmla="*/ 2 h 424"/>
                <a:gd name="T52" fmla="*/ 1 w 246"/>
                <a:gd name="T53" fmla="*/ 2 h 424"/>
                <a:gd name="T54" fmla="*/ 1 w 246"/>
                <a:gd name="T55" fmla="*/ 3 h 424"/>
                <a:gd name="T56" fmla="*/ 1 w 246"/>
                <a:gd name="T57" fmla="*/ 3 h 424"/>
                <a:gd name="T58" fmla="*/ 1 w 246"/>
                <a:gd name="T59" fmla="*/ 3 h 424"/>
                <a:gd name="T60" fmla="*/ 1 w 246"/>
                <a:gd name="T61" fmla="*/ 3 h 424"/>
                <a:gd name="T62" fmla="*/ 1 w 246"/>
                <a:gd name="T63" fmla="*/ 3 h 424"/>
                <a:gd name="T64" fmla="*/ 0 w 246"/>
                <a:gd name="T65" fmla="*/ 3 h 424"/>
                <a:gd name="T66" fmla="*/ 0 w 246"/>
                <a:gd name="T67" fmla="*/ 3 h 424"/>
                <a:gd name="T68" fmla="*/ 0 w 246"/>
                <a:gd name="T69" fmla="*/ 3 h 424"/>
                <a:gd name="T70" fmla="*/ 0 w 246"/>
                <a:gd name="T71" fmla="*/ 3 h 424"/>
                <a:gd name="T72" fmla="*/ 0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0" y="424"/>
                  </a:moveTo>
                  <a:lnTo>
                    <a:pt x="0" y="424"/>
                  </a:lnTo>
                  <a:lnTo>
                    <a:pt x="26" y="422"/>
                  </a:lnTo>
                  <a:lnTo>
                    <a:pt x="51" y="416"/>
                  </a:lnTo>
                  <a:lnTo>
                    <a:pt x="75" y="406"/>
                  </a:lnTo>
                  <a:lnTo>
                    <a:pt x="96" y="390"/>
                  </a:lnTo>
                  <a:lnTo>
                    <a:pt x="119" y="373"/>
                  </a:lnTo>
                  <a:lnTo>
                    <a:pt x="139" y="351"/>
                  </a:lnTo>
                  <a:lnTo>
                    <a:pt x="157" y="326"/>
                  </a:lnTo>
                  <a:lnTo>
                    <a:pt x="175" y="299"/>
                  </a:lnTo>
                  <a:lnTo>
                    <a:pt x="191" y="269"/>
                  </a:lnTo>
                  <a:lnTo>
                    <a:pt x="205" y="236"/>
                  </a:lnTo>
                  <a:lnTo>
                    <a:pt x="217" y="202"/>
                  </a:lnTo>
                  <a:lnTo>
                    <a:pt x="228" y="163"/>
                  </a:lnTo>
                  <a:lnTo>
                    <a:pt x="236" y="125"/>
                  </a:lnTo>
                  <a:lnTo>
                    <a:pt x="242" y="86"/>
                  </a:lnTo>
                  <a:lnTo>
                    <a:pt x="245" y="42"/>
                  </a:lnTo>
                  <a:lnTo>
                    <a:pt x="246" y="0"/>
                  </a:lnTo>
                  <a:lnTo>
                    <a:pt x="235" y="0"/>
                  </a:lnTo>
                  <a:lnTo>
                    <a:pt x="233" y="42"/>
                  </a:lnTo>
                  <a:lnTo>
                    <a:pt x="230" y="83"/>
                  </a:lnTo>
                  <a:lnTo>
                    <a:pt x="224" y="123"/>
                  </a:lnTo>
                  <a:lnTo>
                    <a:pt x="216" y="161"/>
                  </a:lnTo>
                  <a:lnTo>
                    <a:pt x="205" y="197"/>
                  </a:lnTo>
                  <a:lnTo>
                    <a:pt x="194" y="231"/>
                  </a:lnTo>
                  <a:lnTo>
                    <a:pt x="180" y="264"/>
                  </a:lnTo>
                  <a:lnTo>
                    <a:pt x="166" y="292"/>
                  </a:lnTo>
                  <a:lnTo>
                    <a:pt x="148" y="319"/>
                  </a:lnTo>
                  <a:lnTo>
                    <a:pt x="129" y="344"/>
                  </a:lnTo>
                  <a:lnTo>
                    <a:pt x="109" y="364"/>
                  </a:lnTo>
                  <a:lnTo>
                    <a:pt x="89" y="381"/>
                  </a:lnTo>
                  <a:lnTo>
                    <a:pt x="68" y="394"/>
                  </a:lnTo>
                  <a:lnTo>
                    <a:pt x="46" y="405"/>
                  </a:lnTo>
                  <a:lnTo>
                    <a:pt x="24" y="410"/>
                  </a:lnTo>
                  <a:lnTo>
                    <a:pt x="0" y="413"/>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8471" name="Freeform 65"/>
            <p:cNvSpPr>
              <a:spLocks/>
            </p:cNvSpPr>
            <p:nvPr/>
          </p:nvSpPr>
          <p:spPr bwMode="auto">
            <a:xfrm>
              <a:off x="1343" y="2203"/>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2" y="42"/>
                  </a:lnTo>
                  <a:lnTo>
                    <a:pt x="5" y="86"/>
                  </a:lnTo>
                  <a:lnTo>
                    <a:pt x="11" y="125"/>
                  </a:lnTo>
                  <a:lnTo>
                    <a:pt x="19" y="163"/>
                  </a:lnTo>
                  <a:lnTo>
                    <a:pt x="30" y="202"/>
                  </a:lnTo>
                  <a:lnTo>
                    <a:pt x="41" y="236"/>
                  </a:lnTo>
                  <a:lnTo>
                    <a:pt x="56" y="269"/>
                  </a:lnTo>
                  <a:lnTo>
                    <a:pt x="72" y="299"/>
                  </a:lnTo>
                  <a:lnTo>
                    <a:pt x="90" y="326"/>
                  </a:lnTo>
                  <a:lnTo>
                    <a:pt x="108" y="351"/>
                  </a:lnTo>
                  <a:lnTo>
                    <a:pt x="127" y="373"/>
                  </a:lnTo>
                  <a:lnTo>
                    <a:pt x="149" y="390"/>
                  </a:lnTo>
                  <a:lnTo>
                    <a:pt x="172" y="406"/>
                  </a:lnTo>
                  <a:lnTo>
                    <a:pt x="195" y="416"/>
                  </a:lnTo>
                  <a:lnTo>
                    <a:pt x="220" y="422"/>
                  </a:lnTo>
                  <a:lnTo>
                    <a:pt x="245" y="424"/>
                  </a:lnTo>
                  <a:lnTo>
                    <a:pt x="245" y="413"/>
                  </a:lnTo>
                  <a:lnTo>
                    <a:pt x="222" y="410"/>
                  </a:lnTo>
                  <a:lnTo>
                    <a:pt x="200" y="405"/>
                  </a:lnTo>
                  <a:lnTo>
                    <a:pt x="179" y="394"/>
                  </a:lnTo>
                  <a:lnTo>
                    <a:pt x="156" y="381"/>
                  </a:lnTo>
                  <a:lnTo>
                    <a:pt x="136" y="364"/>
                  </a:lnTo>
                  <a:lnTo>
                    <a:pt x="118" y="344"/>
                  </a:lnTo>
                  <a:lnTo>
                    <a:pt x="99" y="319"/>
                  </a:lnTo>
                  <a:lnTo>
                    <a:pt x="81" y="292"/>
                  </a:lnTo>
                  <a:lnTo>
                    <a:pt x="67" y="264"/>
                  </a:lnTo>
                  <a:lnTo>
                    <a:pt x="53" y="231"/>
                  </a:lnTo>
                  <a:lnTo>
                    <a:pt x="41" y="197"/>
                  </a:lnTo>
                  <a:lnTo>
                    <a:pt x="31" y="161"/>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8472" name="Freeform 66"/>
            <p:cNvSpPr>
              <a:spLocks/>
            </p:cNvSpPr>
            <p:nvPr/>
          </p:nvSpPr>
          <p:spPr bwMode="auto">
            <a:xfrm>
              <a:off x="1343" y="2118"/>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1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20" y="3"/>
                  </a:lnTo>
                  <a:lnTo>
                    <a:pt x="195" y="9"/>
                  </a:lnTo>
                  <a:lnTo>
                    <a:pt x="172" y="19"/>
                  </a:lnTo>
                  <a:lnTo>
                    <a:pt x="149" y="34"/>
                  </a:lnTo>
                  <a:lnTo>
                    <a:pt x="127" y="53"/>
                  </a:lnTo>
                  <a:lnTo>
                    <a:pt x="108" y="75"/>
                  </a:lnTo>
                  <a:lnTo>
                    <a:pt x="90" y="99"/>
                  </a:lnTo>
                  <a:lnTo>
                    <a:pt x="71" y="126"/>
                  </a:lnTo>
                  <a:lnTo>
                    <a:pt x="56" y="158"/>
                  </a:lnTo>
                  <a:lnTo>
                    <a:pt x="41" y="190"/>
                  </a:lnTo>
                  <a:lnTo>
                    <a:pt x="30" y="224"/>
                  </a:lnTo>
                  <a:lnTo>
                    <a:pt x="19" y="262"/>
                  </a:lnTo>
                  <a:lnTo>
                    <a:pt x="11" y="301"/>
                  </a:lnTo>
                  <a:lnTo>
                    <a:pt x="5" y="340"/>
                  </a:lnTo>
                  <a:lnTo>
                    <a:pt x="2" y="384"/>
                  </a:lnTo>
                  <a:lnTo>
                    <a:pt x="0" y="426"/>
                  </a:lnTo>
                  <a:lnTo>
                    <a:pt x="12" y="426"/>
                  </a:lnTo>
                  <a:lnTo>
                    <a:pt x="13" y="384"/>
                  </a:lnTo>
                  <a:lnTo>
                    <a:pt x="17" y="343"/>
                  </a:lnTo>
                  <a:lnTo>
                    <a:pt x="23" y="303"/>
                  </a:lnTo>
                  <a:lnTo>
                    <a:pt x="31" y="264"/>
                  </a:lnTo>
                  <a:lnTo>
                    <a:pt x="41" y="229"/>
                  </a:lnTo>
                  <a:lnTo>
                    <a:pt x="53" y="195"/>
                  </a:lnTo>
                  <a:lnTo>
                    <a:pt x="67" y="162"/>
                  </a:lnTo>
                  <a:lnTo>
                    <a:pt x="82" y="133"/>
                  </a:lnTo>
                  <a:lnTo>
                    <a:pt x="99" y="106"/>
                  </a:lnTo>
                  <a:lnTo>
                    <a:pt x="118" y="83"/>
                  </a:lnTo>
                  <a:lnTo>
                    <a:pt x="136" y="63"/>
                  </a:lnTo>
                  <a:lnTo>
                    <a:pt x="156" y="44"/>
                  </a:lnTo>
                  <a:lnTo>
                    <a:pt x="179" y="31"/>
                  </a:lnTo>
                  <a:lnTo>
                    <a:pt x="200" y="20"/>
                  </a:lnTo>
                  <a:lnTo>
                    <a:pt x="222" y="15"/>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8473" name="Freeform 67"/>
            <p:cNvSpPr>
              <a:spLocks/>
            </p:cNvSpPr>
            <p:nvPr/>
          </p:nvSpPr>
          <p:spPr bwMode="auto">
            <a:xfrm>
              <a:off x="1384" y="1859"/>
              <a:ext cx="49" cy="84"/>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1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3" y="382"/>
                  </a:lnTo>
                  <a:lnTo>
                    <a:pt x="240" y="339"/>
                  </a:lnTo>
                  <a:lnTo>
                    <a:pt x="234" y="299"/>
                  </a:lnTo>
                  <a:lnTo>
                    <a:pt x="226" y="261"/>
                  </a:lnTo>
                  <a:lnTo>
                    <a:pt x="215" y="222"/>
                  </a:lnTo>
                  <a:lnTo>
                    <a:pt x="204" y="188"/>
                  </a:lnTo>
                  <a:lnTo>
                    <a:pt x="189" y="156"/>
                  </a:lnTo>
                  <a:lnTo>
                    <a:pt x="173" y="125"/>
                  </a:lnTo>
                  <a:lnTo>
                    <a:pt x="155" y="98"/>
                  </a:lnTo>
                  <a:lnTo>
                    <a:pt x="138" y="74"/>
                  </a:lnTo>
                  <a:lnTo>
                    <a:pt x="118" y="51"/>
                  </a:lnTo>
                  <a:lnTo>
                    <a:pt x="96" y="34"/>
                  </a:lnTo>
                  <a:lnTo>
                    <a:pt x="73" y="18"/>
                  </a:lnTo>
                  <a:lnTo>
                    <a:pt x="50" y="8"/>
                  </a:lnTo>
                  <a:lnTo>
                    <a:pt x="25" y="2"/>
                  </a:lnTo>
                  <a:lnTo>
                    <a:pt x="0" y="0"/>
                  </a:lnTo>
                  <a:lnTo>
                    <a:pt x="0" y="11"/>
                  </a:lnTo>
                  <a:lnTo>
                    <a:pt x="23" y="14"/>
                  </a:lnTo>
                  <a:lnTo>
                    <a:pt x="45" y="20"/>
                  </a:lnTo>
                  <a:lnTo>
                    <a:pt x="66" y="30"/>
                  </a:lnTo>
                  <a:lnTo>
                    <a:pt x="89" y="43"/>
                  </a:lnTo>
                  <a:lnTo>
                    <a:pt x="109" y="61"/>
                  </a:lnTo>
                  <a:lnTo>
                    <a:pt x="129" y="81"/>
                  </a:lnTo>
                  <a:lnTo>
                    <a:pt x="146" y="105"/>
                  </a:lnTo>
                  <a:lnTo>
                    <a:pt x="164" y="132"/>
                  </a:lnTo>
                  <a:lnTo>
                    <a:pt x="178" y="160"/>
                  </a:lnTo>
                  <a:lnTo>
                    <a:pt x="192" y="193"/>
                  </a:lnTo>
                  <a:lnTo>
                    <a:pt x="204" y="227"/>
                  </a:lnTo>
                  <a:lnTo>
                    <a:pt x="214" y="264"/>
                  </a:lnTo>
                  <a:lnTo>
                    <a:pt x="222" y="301"/>
                  </a:lnTo>
                  <a:lnTo>
                    <a:pt x="228"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8474" name="Freeform 68"/>
            <p:cNvSpPr>
              <a:spLocks/>
            </p:cNvSpPr>
            <p:nvPr/>
          </p:nvSpPr>
          <p:spPr bwMode="auto">
            <a:xfrm>
              <a:off x="1384" y="1943"/>
              <a:ext cx="49" cy="86"/>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5" y="423"/>
                  </a:lnTo>
                  <a:lnTo>
                    <a:pt x="50" y="418"/>
                  </a:lnTo>
                  <a:lnTo>
                    <a:pt x="73" y="407"/>
                  </a:lnTo>
                  <a:lnTo>
                    <a:pt x="96" y="392"/>
                  </a:lnTo>
                  <a:lnTo>
                    <a:pt x="118" y="374"/>
                  </a:lnTo>
                  <a:lnTo>
                    <a:pt x="138" y="352"/>
                  </a:lnTo>
                  <a:lnTo>
                    <a:pt x="155" y="327"/>
                  </a:lnTo>
                  <a:lnTo>
                    <a:pt x="174" y="300"/>
                  </a:lnTo>
                  <a:lnTo>
                    <a:pt x="189" y="269"/>
                  </a:lnTo>
                  <a:lnTo>
                    <a:pt x="204" y="237"/>
                  </a:lnTo>
                  <a:lnTo>
                    <a:pt x="215" y="202"/>
                  </a:lnTo>
                  <a:lnTo>
                    <a:pt x="226" y="164"/>
                  </a:lnTo>
                  <a:lnTo>
                    <a:pt x="234" y="126"/>
                  </a:lnTo>
                  <a:lnTo>
                    <a:pt x="240" y="86"/>
                  </a:lnTo>
                  <a:lnTo>
                    <a:pt x="243" y="42"/>
                  </a:lnTo>
                  <a:lnTo>
                    <a:pt x="245" y="0"/>
                  </a:lnTo>
                  <a:lnTo>
                    <a:pt x="233" y="0"/>
                  </a:lnTo>
                  <a:lnTo>
                    <a:pt x="232" y="42"/>
                  </a:lnTo>
                  <a:lnTo>
                    <a:pt x="228" y="83"/>
                  </a:lnTo>
                  <a:lnTo>
                    <a:pt x="222" y="123"/>
                  </a:lnTo>
                  <a:lnTo>
                    <a:pt x="214" y="162"/>
                  </a:lnTo>
                  <a:lnTo>
                    <a:pt x="204" y="197"/>
                  </a:lnTo>
                  <a:lnTo>
                    <a:pt x="192" y="232"/>
                  </a:lnTo>
                  <a:lnTo>
                    <a:pt x="178" y="264"/>
                  </a:lnTo>
                  <a:lnTo>
                    <a:pt x="163" y="293"/>
                  </a:lnTo>
                  <a:lnTo>
                    <a:pt x="146" y="320"/>
                  </a:lnTo>
                  <a:lnTo>
                    <a:pt x="129" y="345"/>
                  </a:lnTo>
                  <a:lnTo>
                    <a:pt x="109" y="365"/>
                  </a:lnTo>
                  <a:lnTo>
                    <a:pt x="89" y="382"/>
                  </a:lnTo>
                  <a:lnTo>
                    <a:pt x="66" y="395"/>
                  </a:lnTo>
                  <a:lnTo>
                    <a:pt x="45" y="406"/>
                  </a:lnTo>
                  <a:lnTo>
                    <a:pt x="23"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8475" name="Freeform 69"/>
            <p:cNvSpPr>
              <a:spLocks/>
            </p:cNvSpPr>
            <p:nvPr/>
          </p:nvSpPr>
          <p:spPr bwMode="auto">
            <a:xfrm>
              <a:off x="1335" y="1943"/>
              <a:ext cx="49" cy="86"/>
            </a:xfrm>
            <a:custGeom>
              <a:avLst/>
              <a:gdLst>
                <a:gd name="T0" fmla="*/ 0 w 246"/>
                <a:gd name="T1" fmla="*/ 0 h 426"/>
                <a:gd name="T2" fmla="*/ 0 w 246"/>
                <a:gd name="T3" fmla="*/ 0 h 426"/>
                <a:gd name="T4" fmla="*/ 0 w 246"/>
                <a:gd name="T5" fmla="*/ 0 h 426"/>
                <a:gd name="T6" fmla="*/ 0 w 246"/>
                <a:gd name="T7" fmla="*/ 1 h 426"/>
                <a:gd name="T8" fmla="*/ 0 w 246"/>
                <a:gd name="T9" fmla="*/ 1 h 426"/>
                <a:gd name="T10" fmla="*/ 0 w 246"/>
                <a:gd name="T11" fmla="*/ 1 h 426"/>
                <a:gd name="T12" fmla="*/ 0 w 246"/>
                <a:gd name="T13" fmla="*/ 2 h 426"/>
                <a:gd name="T14" fmla="*/ 0 w 246"/>
                <a:gd name="T15" fmla="*/ 2 h 426"/>
                <a:gd name="T16" fmla="*/ 0 w 246"/>
                <a:gd name="T17" fmla="*/ 2 h 426"/>
                <a:gd name="T18" fmla="*/ 1 w 246"/>
                <a:gd name="T19" fmla="*/ 2 h 426"/>
                <a:gd name="T20" fmla="*/ 1 w 246"/>
                <a:gd name="T21" fmla="*/ 3 h 426"/>
                <a:gd name="T22" fmla="*/ 1 w 246"/>
                <a:gd name="T23" fmla="*/ 3 h 426"/>
                <a:gd name="T24" fmla="*/ 1 w 246"/>
                <a:gd name="T25" fmla="*/ 3 h 426"/>
                <a:gd name="T26" fmla="*/ 1 w 246"/>
                <a:gd name="T27" fmla="*/ 3 h 426"/>
                <a:gd name="T28" fmla="*/ 1 w 246"/>
                <a:gd name="T29" fmla="*/ 3 h 426"/>
                <a:gd name="T30" fmla="*/ 2 w 246"/>
                <a:gd name="T31" fmla="*/ 3 h 426"/>
                <a:gd name="T32" fmla="*/ 2 w 246"/>
                <a:gd name="T33" fmla="*/ 3 h 426"/>
                <a:gd name="T34" fmla="*/ 2 w 246"/>
                <a:gd name="T35" fmla="*/ 3 h 426"/>
                <a:gd name="T36" fmla="*/ 2 w 246"/>
                <a:gd name="T37" fmla="*/ 3 h 426"/>
                <a:gd name="T38" fmla="*/ 2 w 246"/>
                <a:gd name="T39" fmla="*/ 3 h 426"/>
                <a:gd name="T40" fmla="*/ 2 w 246"/>
                <a:gd name="T41" fmla="*/ 3 h 426"/>
                <a:gd name="T42" fmla="*/ 1 w 246"/>
                <a:gd name="T43" fmla="*/ 3 h 426"/>
                <a:gd name="T44" fmla="*/ 1 w 246"/>
                <a:gd name="T45" fmla="*/ 3 h 426"/>
                <a:gd name="T46" fmla="*/ 1 w 246"/>
                <a:gd name="T47" fmla="*/ 3 h 426"/>
                <a:gd name="T48" fmla="*/ 1 w 246"/>
                <a:gd name="T49" fmla="*/ 3 h 426"/>
                <a:gd name="T50" fmla="*/ 1 w 246"/>
                <a:gd name="T51" fmla="*/ 3 h 426"/>
                <a:gd name="T52" fmla="*/ 1 w 246"/>
                <a:gd name="T53" fmla="*/ 2 h 426"/>
                <a:gd name="T54" fmla="*/ 1 w 246"/>
                <a:gd name="T55" fmla="*/ 2 h 426"/>
                <a:gd name="T56" fmla="*/ 0 w 246"/>
                <a:gd name="T57" fmla="*/ 2 h 426"/>
                <a:gd name="T58" fmla="*/ 0 w 246"/>
                <a:gd name="T59" fmla="*/ 2 h 426"/>
                <a:gd name="T60" fmla="*/ 0 w 246"/>
                <a:gd name="T61" fmla="*/ 1 h 426"/>
                <a:gd name="T62" fmla="*/ 0 w 246"/>
                <a:gd name="T63" fmla="*/ 1 h 426"/>
                <a:gd name="T64" fmla="*/ 0 w 246"/>
                <a:gd name="T65" fmla="*/ 1 h 426"/>
                <a:gd name="T66" fmla="*/ 0 w 246"/>
                <a:gd name="T67" fmla="*/ 0 h 426"/>
                <a:gd name="T68" fmla="*/ 0 w 246"/>
                <a:gd name="T69" fmla="*/ 0 h 426"/>
                <a:gd name="T70" fmla="*/ 0 w 246"/>
                <a:gd name="T71" fmla="*/ 0 h 426"/>
                <a:gd name="T72" fmla="*/ 0 w 246"/>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0"/>
                  </a:moveTo>
                  <a:lnTo>
                    <a:pt x="0" y="0"/>
                  </a:lnTo>
                  <a:lnTo>
                    <a:pt x="1" y="42"/>
                  </a:lnTo>
                  <a:lnTo>
                    <a:pt x="4" y="86"/>
                  </a:lnTo>
                  <a:lnTo>
                    <a:pt x="10" y="126"/>
                  </a:lnTo>
                  <a:lnTo>
                    <a:pt x="18" y="164"/>
                  </a:lnTo>
                  <a:lnTo>
                    <a:pt x="29" y="202"/>
                  </a:lnTo>
                  <a:lnTo>
                    <a:pt x="41" y="237"/>
                  </a:lnTo>
                  <a:lnTo>
                    <a:pt x="55" y="269"/>
                  </a:lnTo>
                  <a:lnTo>
                    <a:pt x="71" y="300"/>
                  </a:lnTo>
                  <a:lnTo>
                    <a:pt x="89" y="327"/>
                  </a:lnTo>
                  <a:lnTo>
                    <a:pt x="107" y="352"/>
                  </a:lnTo>
                  <a:lnTo>
                    <a:pt x="127" y="374"/>
                  </a:lnTo>
                  <a:lnTo>
                    <a:pt x="150" y="392"/>
                  </a:lnTo>
                  <a:lnTo>
                    <a:pt x="171" y="407"/>
                  </a:lnTo>
                  <a:lnTo>
                    <a:pt x="195" y="418"/>
                  </a:lnTo>
                  <a:lnTo>
                    <a:pt x="220" y="423"/>
                  </a:lnTo>
                  <a:lnTo>
                    <a:pt x="246" y="426"/>
                  </a:lnTo>
                  <a:lnTo>
                    <a:pt x="246" y="414"/>
                  </a:lnTo>
                  <a:lnTo>
                    <a:pt x="222" y="412"/>
                  </a:lnTo>
                  <a:lnTo>
                    <a:pt x="200" y="406"/>
                  </a:lnTo>
                  <a:lnTo>
                    <a:pt x="178" y="395"/>
                  </a:lnTo>
                  <a:lnTo>
                    <a:pt x="157" y="382"/>
                  </a:lnTo>
                  <a:lnTo>
                    <a:pt x="137" y="365"/>
                  </a:lnTo>
                  <a:lnTo>
                    <a:pt x="117" y="345"/>
                  </a:lnTo>
                  <a:lnTo>
                    <a:pt x="98" y="320"/>
                  </a:lnTo>
                  <a:lnTo>
                    <a:pt x="83" y="293"/>
                  </a:lnTo>
                  <a:lnTo>
                    <a:pt x="66" y="264"/>
                  </a:lnTo>
                  <a:lnTo>
                    <a:pt x="52" y="232"/>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8476" name="Freeform 70"/>
            <p:cNvSpPr>
              <a:spLocks/>
            </p:cNvSpPr>
            <p:nvPr/>
          </p:nvSpPr>
          <p:spPr bwMode="auto">
            <a:xfrm>
              <a:off x="1335" y="1859"/>
              <a:ext cx="49" cy="84"/>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1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0" y="2"/>
                  </a:lnTo>
                  <a:lnTo>
                    <a:pt x="195" y="8"/>
                  </a:lnTo>
                  <a:lnTo>
                    <a:pt x="171" y="18"/>
                  </a:lnTo>
                  <a:lnTo>
                    <a:pt x="150" y="34"/>
                  </a:lnTo>
                  <a:lnTo>
                    <a:pt x="127" y="51"/>
                  </a:lnTo>
                  <a:lnTo>
                    <a:pt x="107" y="74"/>
                  </a:lnTo>
                  <a:lnTo>
                    <a:pt x="89" y="98"/>
                  </a:lnTo>
                  <a:lnTo>
                    <a:pt x="72" y="125"/>
                  </a:lnTo>
                  <a:lnTo>
                    <a:pt x="55" y="156"/>
                  </a:lnTo>
                  <a:lnTo>
                    <a:pt x="41" y="188"/>
                  </a:lnTo>
                  <a:lnTo>
                    <a:pt x="29" y="222"/>
                  </a:lnTo>
                  <a:lnTo>
                    <a:pt x="18" y="261"/>
                  </a:lnTo>
                  <a:lnTo>
                    <a:pt x="10" y="299"/>
                  </a:lnTo>
                  <a:lnTo>
                    <a:pt x="4" y="339"/>
                  </a:lnTo>
                  <a:lnTo>
                    <a:pt x="1" y="382"/>
                  </a:lnTo>
                  <a:lnTo>
                    <a:pt x="0" y="424"/>
                  </a:lnTo>
                  <a:lnTo>
                    <a:pt x="11" y="424"/>
                  </a:lnTo>
                  <a:lnTo>
                    <a:pt x="13" y="382"/>
                  </a:lnTo>
                  <a:lnTo>
                    <a:pt x="16" y="341"/>
                  </a:lnTo>
                  <a:lnTo>
                    <a:pt x="22" y="301"/>
                  </a:lnTo>
                  <a:lnTo>
                    <a:pt x="30" y="264"/>
                  </a:lnTo>
                  <a:lnTo>
                    <a:pt x="41" y="227"/>
                  </a:lnTo>
                  <a:lnTo>
                    <a:pt x="52" y="193"/>
                  </a:lnTo>
                  <a:lnTo>
                    <a:pt x="66" y="160"/>
                  </a:lnTo>
                  <a:lnTo>
                    <a:pt x="82" y="132"/>
                  </a:lnTo>
                  <a:lnTo>
                    <a:pt x="98" y="105"/>
                  </a:lnTo>
                  <a:lnTo>
                    <a:pt x="117" y="81"/>
                  </a:lnTo>
                  <a:lnTo>
                    <a:pt x="137" y="61"/>
                  </a:lnTo>
                  <a:lnTo>
                    <a:pt x="157" y="43"/>
                  </a:lnTo>
                  <a:lnTo>
                    <a:pt x="178" y="30"/>
                  </a:lnTo>
                  <a:lnTo>
                    <a:pt x="200" y="20"/>
                  </a:lnTo>
                  <a:lnTo>
                    <a:pt x="222" y="14"/>
                  </a:lnTo>
                  <a:lnTo>
                    <a:pt x="246" y="11"/>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8477" name="Freeform 71"/>
            <p:cNvSpPr>
              <a:spLocks/>
            </p:cNvSpPr>
            <p:nvPr/>
          </p:nvSpPr>
          <p:spPr bwMode="auto">
            <a:xfrm>
              <a:off x="1552" y="1751"/>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1" y="339"/>
                  </a:lnTo>
                  <a:lnTo>
                    <a:pt x="235" y="299"/>
                  </a:lnTo>
                  <a:lnTo>
                    <a:pt x="226" y="261"/>
                  </a:lnTo>
                  <a:lnTo>
                    <a:pt x="216" y="223"/>
                  </a:lnTo>
                  <a:lnTo>
                    <a:pt x="204" y="189"/>
                  </a:lnTo>
                  <a:lnTo>
                    <a:pt x="190" y="156"/>
                  </a:lnTo>
                  <a:lnTo>
                    <a:pt x="174" y="125"/>
                  </a:lnTo>
                  <a:lnTo>
                    <a:pt x="156" y="98"/>
                  </a:lnTo>
                  <a:lnTo>
                    <a:pt x="137" y="74"/>
                  </a:lnTo>
                  <a:lnTo>
                    <a:pt x="119" y="52"/>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8" y="81"/>
                  </a:lnTo>
                  <a:lnTo>
                    <a:pt x="147" y="105"/>
                  </a:lnTo>
                  <a:lnTo>
                    <a:pt x="164" y="132"/>
                  </a:lnTo>
                  <a:lnTo>
                    <a:pt x="178" y="161"/>
                  </a:lnTo>
                  <a:lnTo>
                    <a:pt x="193" y="193"/>
                  </a:lnTo>
                  <a:lnTo>
                    <a:pt x="204" y="227"/>
                  </a:lnTo>
                  <a:lnTo>
                    <a:pt x="215" y="264"/>
                  </a:lnTo>
                  <a:lnTo>
                    <a:pt x="223" y="301"/>
                  </a:lnTo>
                  <a:lnTo>
                    <a:pt x="229" y="341"/>
                  </a:lnTo>
                  <a:lnTo>
                    <a:pt x="232" y="382"/>
                  </a:lnTo>
                  <a:lnTo>
                    <a:pt x="234"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8478" name="Freeform 72"/>
            <p:cNvSpPr>
              <a:spLocks/>
            </p:cNvSpPr>
            <p:nvPr/>
          </p:nvSpPr>
          <p:spPr bwMode="auto">
            <a:xfrm>
              <a:off x="1552" y="1836"/>
              <a:ext cx="49" cy="85"/>
            </a:xfrm>
            <a:custGeom>
              <a:avLst/>
              <a:gdLst>
                <a:gd name="T0" fmla="*/ 0 w 245"/>
                <a:gd name="T1" fmla="*/ 3 h 425"/>
                <a:gd name="T2" fmla="*/ 0 w 245"/>
                <a:gd name="T3" fmla="*/ 3 h 425"/>
                <a:gd name="T4" fmla="*/ 0 w 245"/>
                <a:gd name="T5" fmla="*/ 3 h 425"/>
                <a:gd name="T6" fmla="*/ 0 w 245"/>
                <a:gd name="T7" fmla="*/ 3 h 425"/>
                <a:gd name="T8" fmla="*/ 1 w 245"/>
                <a:gd name="T9" fmla="*/ 3 h 425"/>
                <a:gd name="T10" fmla="*/ 1 w 245"/>
                <a:gd name="T11" fmla="*/ 3 h 425"/>
                <a:gd name="T12" fmla="*/ 1 w 245"/>
                <a:gd name="T13" fmla="*/ 3 h 425"/>
                <a:gd name="T14" fmla="*/ 1 w 245"/>
                <a:gd name="T15" fmla="*/ 3 h 425"/>
                <a:gd name="T16" fmla="*/ 1 w 245"/>
                <a:gd name="T17" fmla="*/ 3 h 425"/>
                <a:gd name="T18" fmla="*/ 1 w 245"/>
                <a:gd name="T19" fmla="*/ 2 h 425"/>
                <a:gd name="T20" fmla="*/ 2 w 245"/>
                <a:gd name="T21" fmla="*/ 2 h 425"/>
                <a:gd name="T22" fmla="*/ 2 w 245"/>
                <a:gd name="T23" fmla="*/ 2 h 425"/>
                <a:gd name="T24" fmla="*/ 2 w 245"/>
                <a:gd name="T25" fmla="*/ 2 h 425"/>
                <a:gd name="T26" fmla="*/ 2 w 245"/>
                <a:gd name="T27" fmla="*/ 1 h 425"/>
                <a:gd name="T28" fmla="*/ 2 w 245"/>
                <a:gd name="T29" fmla="*/ 1 h 425"/>
                <a:gd name="T30" fmla="*/ 2 w 245"/>
                <a:gd name="T31" fmla="*/ 1 h 425"/>
                <a:gd name="T32" fmla="*/ 2 w 245"/>
                <a:gd name="T33" fmla="*/ 0 h 425"/>
                <a:gd name="T34" fmla="*/ 2 w 245"/>
                <a:gd name="T35" fmla="*/ 0 h 425"/>
                <a:gd name="T36" fmla="*/ 2 w 245"/>
                <a:gd name="T37" fmla="*/ 0 h 425"/>
                <a:gd name="T38" fmla="*/ 2 w 245"/>
                <a:gd name="T39" fmla="*/ 0 h 425"/>
                <a:gd name="T40" fmla="*/ 2 w 245"/>
                <a:gd name="T41" fmla="*/ 1 h 425"/>
                <a:gd name="T42" fmla="*/ 2 w 245"/>
                <a:gd name="T43" fmla="*/ 1 h 425"/>
                <a:gd name="T44" fmla="*/ 2 w 245"/>
                <a:gd name="T45" fmla="*/ 1 h 425"/>
                <a:gd name="T46" fmla="*/ 2 w 245"/>
                <a:gd name="T47" fmla="*/ 2 h 425"/>
                <a:gd name="T48" fmla="*/ 2 w 245"/>
                <a:gd name="T49" fmla="*/ 2 h 425"/>
                <a:gd name="T50" fmla="*/ 1 w 245"/>
                <a:gd name="T51" fmla="*/ 2 h 425"/>
                <a:gd name="T52" fmla="*/ 1 w 245"/>
                <a:gd name="T53" fmla="*/ 2 h 425"/>
                <a:gd name="T54" fmla="*/ 1 w 245"/>
                <a:gd name="T55" fmla="*/ 3 h 425"/>
                <a:gd name="T56" fmla="*/ 1 w 245"/>
                <a:gd name="T57" fmla="*/ 3 h 425"/>
                <a:gd name="T58" fmla="*/ 1 w 245"/>
                <a:gd name="T59" fmla="*/ 3 h 425"/>
                <a:gd name="T60" fmla="*/ 1 w 245"/>
                <a:gd name="T61" fmla="*/ 3 h 425"/>
                <a:gd name="T62" fmla="*/ 1 w 245"/>
                <a:gd name="T63" fmla="*/ 3 h 425"/>
                <a:gd name="T64" fmla="*/ 0 w 245"/>
                <a:gd name="T65" fmla="*/ 3 h 425"/>
                <a:gd name="T66" fmla="*/ 0 w 245"/>
                <a:gd name="T67" fmla="*/ 3 h 425"/>
                <a:gd name="T68" fmla="*/ 0 w 245"/>
                <a:gd name="T69" fmla="*/ 3 h 425"/>
                <a:gd name="T70" fmla="*/ 0 w 245"/>
                <a:gd name="T71" fmla="*/ 3 h 425"/>
                <a:gd name="T72" fmla="*/ 0 w 245"/>
                <a:gd name="T73" fmla="*/ 3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5"/>
                <a:gd name="T113" fmla="*/ 245 w 245"/>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5">
                  <a:moveTo>
                    <a:pt x="0" y="425"/>
                  </a:moveTo>
                  <a:lnTo>
                    <a:pt x="0" y="425"/>
                  </a:lnTo>
                  <a:lnTo>
                    <a:pt x="26" y="422"/>
                  </a:lnTo>
                  <a:lnTo>
                    <a:pt x="51" y="417"/>
                  </a:lnTo>
                  <a:lnTo>
                    <a:pt x="74" y="406"/>
                  </a:lnTo>
                  <a:lnTo>
                    <a:pt x="96" y="391"/>
                  </a:lnTo>
                  <a:lnTo>
                    <a:pt x="119" y="373"/>
                  </a:lnTo>
                  <a:lnTo>
                    <a:pt x="137" y="351"/>
                  </a:lnTo>
                  <a:lnTo>
                    <a:pt x="156" y="326"/>
                  </a:lnTo>
                  <a:lnTo>
                    <a:pt x="174" y="299"/>
                  </a:lnTo>
                  <a:lnTo>
                    <a:pt x="190" y="269"/>
                  </a:lnTo>
                  <a:lnTo>
                    <a:pt x="204" y="236"/>
                  </a:lnTo>
                  <a:lnTo>
                    <a:pt x="216" y="202"/>
                  </a:lnTo>
                  <a:lnTo>
                    <a:pt x="226" y="163"/>
                  </a:lnTo>
                  <a:lnTo>
                    <a:pt x="235" y="126"/>
                  </a:lnTo>
                  <a:lnTo>
                    <a:pt x="241" y="86"/>
                  </a:lnTo>
                  <a:lnTo>
                    <a:pt x="244" y="43"/>
                  </a:lnTo>
                  <a:lnTo>
                    <a:pt x="245" y="0"/>
                  </a:lnTo>
                  <a:lnTo>
                    <a:pt x="234" y="0"/>
                  </a:lnTo>
                  <a:lnTo>
                    <a:pt x="232" y="43"/>
                  </a:lnTo>
                  <a:lnTo>
                    <a:pt x="229" y="84"/>
                  </a:lnTo>
                  <a:lnTo>
                    <a:pt x="223" y="123"/>
                  </a:lnTo>
                  <a:lnTo>
                    <a:pt x="215" y="161"/>
                  </a:lnTo>
                  <a:lnTo>
                    <a:pt x="204" y="197"/>
                  </a:lnTo>
                  <a:lnTo>
                    <a:pt x="193" y="231"/>
                  </a:lnTo>
                  <a:lnTo>
                    <a:pt x="178" y="264"/>
                  </a:lnTo>
                  <a:lnTo>
                    <a:pt x="164" y="292"/>
                  </a:lnTo>
                  <a:lnTo>
                    <a:pt x="147" y="319"/>
                  </a:lnTo>
                  <a:lnTo>
                    <a:pt x="128" y="344"/>
                  </a:lnTo>
                  <a:lnTo>
                    <a:pt x="109" y="364"/>
                  </a:lnTo>
                  <a:lnTo>
                    <a:pt x="89" y="381"/>
                  </a:lnTo>
                  <a:lnTo>
                    <a:pt x="67" y="394"/>
                  </a:lnTo>
                  <a:lnTo>
                    <a:pt x="46" y="405"/>
                  </a:lnTo>
                  <a:lnTo>
                    <a:pt x="24" y="411"/>
                  </a:lnTo>
                  <a:lnTo>
                    <a:pt x="0" y="413"/>
                  </a:lnTo>
                  <a:lnTo>
                    <a:pt x="0" y="425"/>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8479" name="Freeform 73"/>
            <p:cNvSpPr>
              <a:spLocks/>
            </p:cNvSpPr>
            <p:nvPr/>
          </p:nvSpPr>
          <p:spPr bwMode="auto">
            <a:xfrm>
              <a:off x="1502" y="1836"/>
              <a:ext cx="50" cy="85"/>
            </a:xfrm>
            <a:custGeom>
              <a:avLst/>
              <a:gdLst>
                <a:gd name="T0" fmla="*/ 0 w 246"/>
                <a:gd name="T1" fmla="*/ 0 h 425"/>
                <a:gd name="T2" fmla="*/ 0 w 246"/>
                <a:gd name="T3" fmla="*/ 0 h 425"/>
                <a:gd name="T4" fmla="*/ 0 w 246"/>
                <a:gd name="T5" fmla="*/ 0 h 425"/>
                <a:gd name="T6" fmla="*/ 0 w 246"/>
                <a:gd name="T7" fmla="*/ 1 h 425"/>
                <a:gd name="T8" fmla="*/ 0 w 246"/>
                <a:gd name="T9" fmla="*/ 1 h 425"/>
                <a:gd name="T10" fmla="*/ 0 w 246"/>
                <a:gd name="T11" fmla="*/ 1 h 425"/>
                <a:gd name="T12" fmla="*/ 0 w 246"/>
                <a:gd name="T13" fmla="*/ 2 h 425"/>
                <a:gd name="T14" fmla="*/ 0 w 246"/>
                <a:gd name="T15" fmla="*/ 2 h 425"/>
                <a:gd name="T16" fmla="*/ 0 w 246"/>
                <a:gd name="T17" fmla="*/ 2 h 425"/>
                <a:gd name="T18" fmla="*/ 1 w 246"/>
                <a:gd name="T19" fmla="*/ 2 h 425"/>
                <a:gd name="T20" fmla="*/ 1 w 246"/>
                <a:gd name="T21" fmla="*/ 3 h 425"/>
                <a:gd name="T22" fmla="*/ 1 w 246"/>
                <a:gd name="T23" fmla="*/ 3 h 425"/>
                <a:gd name="T24" fmla="*/ 1 w 246"/>
                <a:gd name="T25" fmla="*/ 3 h 425"/>
                <a:gd name="T26" fmla="*/ 1 w 246"/>
                <a:gd name="T27" fmla="*/ 3 h 425"/>
                <a:gd name="T28" fmla="*/ 1 w 246"/>
                <a:gd name="T29" fmla="*/ 3 h 425"/>
                <a:gd name="T30" fmla="*/ 2 w 246"/>
                <a:gd name="T31" fmla="*/ 3 h 425"/>
                <a:gd name="T32" fmla="*/ 2 w 246"/>
                <a:gd name="T33" fmla="*/ 3 h 425"/>
                <a:gd name="T34" fmla="*/ 2 w 246"/>
                <a:gd name="T35" fmla="*/ 3 h 425"/>
                <a:gd name="T36" fmla="*/ 2 w 246"/>
                <a:gd name="T37" fmla="*/ 3 h 425"/>
                <a:gd name="T38" fmla="*/ 2 w 246"/>
                <a:gd name="T39" fmla="*/ 3 h 425"/>
                <a:gd name="T40" fmla="*/ 2 w 246"/>
                <a:gd name="T41" fmla="*/ 3 h 425"/>
                <a:gd name="T42" fmla="*/ 1 w 246"/>
                <a:gd name="T43" fmla="*/ 3 h 425"/>
                <a:gd name="T44" fmla="*/ 1 w 246"/>
                <a:gd name="T45" fmla="*/ 3 h 425"/>
                <a:gd name="T46" fmla="*/ 1 w 246"/>
                <a:gd name="T47" fmla="*/ 3 h 425"/>
                <a:gd name="T48" fmla="*/ 1 w 246"/>
                <a:gd name="T49" fmla="*/ 3 h 425"/>
                <a:gd name="T50" fmla="*/ 1 w 246"/>
                <a:gd name="T51" fmla="*/ 3 h 425"/>
                <a:gd name="T52" fmla="*/ 1 w 246"/>
                <a:gd name="T53" fmla="*/ 2 h 425"/>
                <a:gd name="T54" fmla="*/ 1 w 246"/>
                <a:gd name="T55" fmla="*/ 2 h 425"/>
                <a:gd name="T56" fmla="*/ 0 w 246"/>
                <a:gd name="T57" fmla="*/ 2 h 425"/>
                <a:gd name="T58" fmla="*/ 0 w 246"/>
                <a:gd name="T59" fmla="*/ 2 h 425"/>
                <a:gd name="T60" fmla="*/ 0 w 246"/>
                <a:gd name="T61" fmla="*/ 1 h 425"/>
                <a:gd name="T62" fmla="*/ 0 w 246"/>
                <a:gd name="T63" fmla="*/ 1 h 425"/>
                <a:gd name="T64" fmla="*/ 0 w 246"/>
                <a:gd name="T65" fmla="*/ 1 h 425"/>
                <a:gd name="T66" fmla="*/ 0 w 246"/>
                <a:gd name="T67" fmla="*/ 0 h 425"/>
                <a:gd name="T68" fmla="*/ 0 w 246"/>
                <a:gd name="T69" fmla="*/ 0 h 425"/>
                <a:gd name="T70" fmla="*/ 0 w 246"/>
                <a:gd name="T71" fmla="*/ 0 h 425"/>
                <a:gd name="T72" fmla="*/ 0 w 246"/>
                <a:gd name="T73" fmla="*/ 0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5"/>
                <a:gd name="T113" fmla="*/ 246 w 246"/>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5">
                  <a:moveTo>
                    <a:pt x="0" y="0"/>
                  </a:moveTo>
                  <a:lnTo>
                    <a:pt x="0" y="0"/>
                  </a:lnTo>
                  <a:lnTo>
                    <a:pt x="2" y="43"/>
                  </a:lnTo>
                  <a:lnTo>
                    <a:pt x="5" y="86"/>
                  </a:lnTo>
                  <a:lnTo>
                    <a:pt x="11" y="126"/>
                  </a:lnTo>
                  <a:lnTo>
                    <a:pt x="19" y="163"/>
                  </a:lnTo>
                  <a:lnTo>
                    <a:pt x="30" y="202"/>
                  </a:lnTo>
                  <a:lnTo>
                    <a:pt x="41" y="236"/>
                  </a:lnTo>
                  <a:lnTo>
                    <a:pt x="55" y="269"/>
                  </a:lnTo>
                  <a:lnTo>
                    <a:pt x="73" y="299"/>
                  </a:lnTo>
                  <a:lnTo>
                    <a:pt x="89" y="326"/>
                  </a:lnTo>
                  <a:lnTo>
                    <a:pt x="108" y="351"/>
                  </a:lnTo>
                  <a:lnTo>
                    <a:pt x="128" y="373"/>
                  </a:lnTo>
                  <a:lnTo>
                    <a:pt x="150" y="391"/>
                  </a:lnTo>
                  <a:lnTo>
                    <a:pt x="171" y="406"/>
                  </a:lnTo>
                  <a:lnTo>
                    <a:pt x="196" y="417"/>
                  </a:lnTo>
                  <a:lnTo>
                    <a:pt x="221" y="422"/>
                  </a:lnTo>
                  <a:lnTo>
                    <a:pt x="246" y="425"/>
                  </a:lnTo>
                  <a:lnTo>
                    <a:pt x="246" y="413"/>
                  </a:lnTo>
                  <a:lnTo>
                    <a:pt x="223" y="411"/>
                  </a:lnTo>
                  <a:lnTo>
                    <a:pt x="201" y="405"/>
                  </a:lnTo>
                  <a:lnTo>
                    <a:pt x="178" y="394"/>
                  </a:lnTo>
                  <a:lnTo>
                    <a:pt x="157" y="381"/>
                  </a:lnTo>
                  <a:lnTo>
                    <a:pt x="137" y="364"/>
                  </a:lnTo>
                  <a:lnTo>
                    <a:pt x="117" y="344"/>
                  </a:lnTo>
                  <a:lnTo>
                    <a:pt x="99" y="319"/>
                  </a:lnTo>
                  <a:lnTo>
                    <a:pt x="82" y="292"/>
                  </a:lnTo>
                  <a:lnTo>
                    <a:pt x="67" y="264"/>
                  </a:lnTo>
                  <a:lnTo>
                    <a:pt x="53" y="231"/>
                  </a:lnTo>
                  <a:lnTo>
                    <a:pt x="41" y="197"/>
                  </a:lnTo>
                  <a:lnTo>
                    <a:pt x="31" y="161"/>
                  </a:lnTo>
                  <a:lnTo>
                    <a:pt x="23" y="123"/>
                  </a:lnTo>
                  <a:lnTo>
                    <a:pt x="17" y="84"/>
                  </a:lnTo>
                  <a:lnTo>
                    <a:pt x="13" y="4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8480" name="Freeform 74"/>
            <p:cNvSpPr>
              <a:spLocks/>
            </p:cNvSpPr>
            <p:nvPr/>
          </p:nvSpPr>
          <p:spPr bwMode="auto">
            <a:xfrm>
              <a:off x="1502" y="1751"/>
              <a:ext cx="50" cy="85"/>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2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1" y="2"/>
                  </a:lnTo>
                  <a:lnTo>
                    <a:pt x="196" y="8"/>
                  </a:lnTo>
                  <a:lnTo>
                    <a:pt x="171" y="19"/>
                  </a:lnTo>
                  <a:lnTo>
                    <a:pt x="150" y="34"/>
                  </a:lnTo>
                  <a:lnTo>
                    <a:pt x="128" y="52"/>
                  </a:lnTo>
                  <a:lnTo>
                    <a:pt x="108" y="74"/>
                  </a:lnTo>
                  <a:lnTo>
                    <a:pt x="89" y="98"/>
                  </a:lnTo>
                  <a:lnTo>
                    <a:pt x="73" y="125"/>
                  </a:lnTo>
                  <a:lnTo>
                    <a:pt x="55" y="156"/>
                  </a:lnTo>
                  <a:lnTo>
                    <a:pt x="41" y="189"/>
                  </a:lnTo>
                  <a:lnTo>
                    <a:pt x="30" y="223"/>
                  </a:lnTo>
                  <a:lnTo>
                    <a:pt x="19" y="261"/>
                  </a:lnTo>
                  <a:lnTo>
                    <a:pt x="11" y="299"/>
                  </a:lnTo>
                  <a:lnTo>
                    <a:pt x="5" y="339"/>
                  </a:lnTo>
                  <a:lnTo>
                    <a:pt x="2" y="382"/>
                  </a:lnTo>
                  <a:lnTo>
                    <a:pt x="0" y="424"/>
                  </a:lnTo>
                  <a:lnTo>
                    <a:pt x="12" y="424"/>
                  </a:lnTo>
                  <a:lnTo>
                    <a:pt x="13" y="382"/>
                  </a:lnTo>
                  <a:lnTo>
                    <a:pt x="17" y="341"/>
                  </a:lnTo>
                  <a:lnTo>
                    <a:pt x="23" y="301"/>
                  </a:lnTo>
                  <a:lnTo>
                    <a:pt x="31" y="264"/>
                  </a:lnTo>
                  <a:lnTo>
                    <a:pt x="41" y="227"/>
                  </a:lnTo>
                  <a:lnTo>
                    <a:pt x="53" y="193"/>
                  </a:lnTo>
                  <a:lnTo>
                    <a:pt x="67" y="161"/>
                  </a:lnTo>
                  <a:lnTo>
                    <a:pt x="82" y="132"/>
                  </a:lnTo>
                  <a:lnTo>
                    <a:pt x="99" y="105"/>
                  </a:lnTo>
                  <a:lnTo>
                    <a:pt x="117" y="81"/>
                  </a:lnTo>
                  <a:lnTo>
                    <a:pt x="137" y="61"/>
                  </a:lnTo>
                  <a:lnTo>
                    <a:pt x="157" y="43"/>
                  </a:lnTo>
                  <a:lnTo>
                    <a:pt x="178" y="30"/>
                  </a:lnTo>
                  <a:lnTo>
                    <a:pt x="201" y="20"/>
                  </a:lnTo>
                  <a:lnTo>
                    <a:pt x="223" y="14"/>
                  </a:lnTo>
                  <a:lnTo>
                    <a:pt x="246" y="12"/>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8481" name="Freeform 75"/>
            <p:cNvSpPr>
              <a:spLocks/>
            </p:cNvSpPr>
            <p:nvPr/>
          </p:nvSpPr>
          <p:spPr bwMode="auto">
            <a:xfrm>
              <a:off x="1565" y="2016"/>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0" y="339"/>
                  </a:lnTo>
                  <a:lnTo>
                    <a:pt x="234" y="299"/>
                  </a:lnTo>
                  <a:lnTo>
                    <a:pt x="226" y="261"/>
                  </a:lnTo>
                  <a:lnTo>
                    <a:pt x="216" y="223"/>
                  </a:lnTo>
                  <a:lnTo>
                    <a:pt x="204" y="189"/>
                  </a:lnTo>
                  <a:lnTo>
                    <a:pt x="190" y="156"/>
                  </a:lnTo>
                  <a:lnTo>
                    <a:pt x="174" y="125"/>
                  </a:lnTo>
                  <a:lnTo>
                    <a:pt x="156" y="98"/>
                  </a:lnTo>
                  <a:lnTo>
                    <a:pt x="138" y="74"/>
                  </a:lnTo>
                  <a:lnTo>
                    <a:pt x="118" y="51"/>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9" y="81"/>
                  </a:lnTo>
                  <a:lnTo>
                    <a:pt x="147" y="105"/>
                  </a:lnTo>
                  <a:lnTo>
                    <a:pt x="164" y="132"/>
                  </a:lnTo>
                  <a:lnTo>
                    <a:pt x="178" y="160"/>
                  </a:lnTo>
                  <a:lnTo>
                    <a:pt x="192" y="193"/>
                  </a:lnTo>
                  <a:lnTo>
                    <a:pt x="204" y="227"/>
                  </a:lnTo>
                  <a:lnTo>
                    <a:pt x="215" y="264"/>
                  </a:lnTo>
                  <a:lnTo>
                    <a:pt x="223" y="301"/>
                  </a:lnTo>
                  <a:lnTo>
                    <a:pt x="229"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8482" name="Freeform 76"/>
            <p:cNvSpPr>
              <a:spLocks/>
            </p:cNvSpPr>
            <p:nvPr/>
          </p:nvSpPr>
          <p:spPr bwMode="auto">
            <a:xfrm>
              <a:off x="1565" y="2101"/>
              <a:ext cx="49" cy="85"/>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6" y="423"/>
                  </a:lnTo>
                  <a:lnTo>
                    <a:pt x="51" y="418"/>
                  </a:lnTo>
                  <a:lnTo>
                    <a:pt x="74" y="407"/>
                  </a:lnTo>
                  <a:lnTo>
                    <a:pt x="96" y="392"/>
                  </a:lnTo>
                  <a:lnTo>
                    <a:pt x="118" y="373"/>
                  </a:lnTo>
                  <a:lnTo>
                    <a:pt x="138" y="351"/>
                  </a:lnTo>
                  <a:lnTo>
                    <a:pt x="156" y="327"/>
                  </a:lnTo>
                  <a:lnTo>
                    <a:pt x="175" y="299"/>
                  </a:lnTo>
                  <a:lnTo>
                    <a:pt x="190" y="269"/>
                  </a:lnTo>
                  <a:lnTo>
                    <a:pt x="204" y="236"/>
                  </a:lnTo>
                  <a:lnTo>
                    <a:pt x="216" y="202"/>
                  </a:lnTo>
                  <a:lnTo>
                    <a:pt x="226" y="164"/>
                  </a:lnTo>
                  <a:lnTo>
                    <a:pt x="234" y="126"/>
                  </a:lnTo>
                  <a:lnTo>
                    <a:pt x="240" y="86"/>
                  </a:lnTo>
                  <a:lnTo>
                    <a:pt x="244" y="42"/>
                  </a:lnTo>
                  <a:lnTo>
                    <a:pt x="245" y="0"/>
                  </a:lnTo>
                  <a:lnTo>
                    <a:pt x="233" y="0"/>
                  </a:lnTo>
                  <a:lnTo>
                    <a:pt x="232" y="42"/>
                  </a:lnTo>
                  <a:lnTo>
                    <a:pt x="229" y="83"/>
                  </a:lnTo>
                  <a:lnTo>
                    <a:pt x="223" y="123"/>
                  </a:lnTo>
                  <a:lnTo>
                    <a:pt x="215" y="162"/>
                  </a:lnTo>
                  <a:lnTo>
                    <a:pt x="204" y="197"/>
                  </a:lnTo>
                  <a:lnTo>
                    <a:pt x="192" y="231"/>
                  </a:lnTo>
                  <a:lnTo>
                    <a:pt x="178" y="264"/>
                  </a:lnTo>
                  <a:lnTo>
                    <a:pt x="163" y="292"/>
                  </a:lnTo>
                  <a:lnTo>
                    <a:pt x="147" y="320"/>
                  </a:lnTo>
                  <a:lnTo>
                    <a:pt x="129" y="344"/>
                  </a:lnTo>
                  <a:lnTo>
                    <a:pt x="109" y="364"/>
                  </a:lnTo>
                  <a:lnTo>
                    <a:pt x="89" y="382"/>
                  </a:lnTo>
                  <a:lnTo>
                    <a:pt x="67" y="395"/>
                  </a:lnTo>
                  <a:lnTo>
                    <a:pt x="46" y="406"/>
                  </a:lnTo>
                  <a:lnTo>
                    <a:pt x="24"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8483" name="Freeform 77"/>
            <p:cNvSpPr>
              <a:spLocks/>
            </p:cNvSpPr>
            <p:nvPr/>
          </p:nvSpPr>
          <p:spPr bwMode="auto">
            <a:xfrm>
              <a:off x="1516" y="2101"/>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5" y="86"/>
                  </a:lnTo>
                  <a:lnTo>
                    <a:pt x="11" y="126"/>
                  </a:lnTo>
                  <a:lnTo>
                    <a:pt x="19" y="164"/>
                  </a:lnTo>
                  <a:lnTo>
                    <a:pt x="30" y="202"/>
                  </a:lnTo>
                  <a:lnTo>
                    <a:pt x="41" y="236"/>
                  </a:lnTo>
                  <a:lnTo>
                    <a:pt x="55" y="269"/>
                  </a:lnTo>
                  <a:lnTo>
                    <a:pt x="71" y="299"/>
                  </a:lnTo>
                  <a:lnTo>
                    <a:pt x="89" y="327"/>
                  </a:lnTo>
                  <a:lnTo>
                    <a:pt x="107" y="351"/>
                  </a:lnTo>
                  <a:lnTo>
                    <a:pt x="127" y="373"/>
                  </a:lnTo>
                  <a:lnTo>
                    <a:pt x="149" y="392"/>
                  </a:lnTo>
                  <a:lnTo>
                    <a:pt x="171" y="407"/>
                  </a:lnTo>
                  <a:lnTo>
                    <a:pt x="195" y="418"/>
                  </a:lnTo>
                  <a:lnTo>
                    <a:pt x="219" y="423"/>
                  </a:lnTo>
                  <a:lnTo>
                    <a:pt x="245" y="426"/>
                  </a:lnTo>
                  <a:lnTo>
                    <a:pt x="245" y="414"/>
                  </a:lnTo>
                  <a:lnTo>
                    <a:pt x="222" y="412"/>
                  </a:lnTo>
                  <a:lnTo>
                    <a:pt x="199" y="406"/>
                  </a:lnTo>
                  <a:lnTo>
                    <a:pt x="178" y="395"/>
                  </a:lnTo>
                  <a:lnTo>
                    <a:pt x="156" y="382"/>
                  </a:lnTo>
                  <a:lnTo>
                    <a:pt x="136" y="364"/>
                  </a:lnTo>
                  <a:lnTo>
                    <a:pt x="116" y="344"/>
                  </a:lnTo>
                  <a:lnTo>
                    <a:pt x="99" y="320"/>
                  </a:lnTo>
                  <a:lnTo>
                    <a:pt x="82" y="292"/>
                  </a:lnTo>
                  <a:lnTo>
                    <a:pt x="67" y="264"/>
                  </a:lnTo>
                  <a:lnTo>
                    <a:pt x="53" y="231"/>
                  </a:lnTo>
                  <a:lnTo>
                    <a:pt x="41" y="197"/>
                  </a:lnTo>
                  <a:lnTo>
                    <a:pt x="31" y="162"/>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8484" name="Freeform 78"/>
            <p:cNvSpPr>
              <a:spLocks/>
            </p:cNvSpPr>
            <p:nvPr/>
          </p:nvSpPr>
          <p:spPr bwMode="auto">
            <a:xfrm>
              <a:off x="1516" y="2016"/>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5" y="8"/>
                  </a:lnTo>
                  <a:lnTo>
                    <a:pt x="171" y="19"/>
                  </a:lnTo>
                  <a:lnTo>
                    <a:pt x="149" y="34"/>
                  </a:lnTo>
                  <a:lnTo>
                    <a:pt x="127" y="51"/>
                  </a:lnTo>
                  <a:lnTo>
                    <a:pt x="107" y="74"/>
                  </a:lnTo>
                  <a:lnTo>
                    <a:pt x="89" y="98"/>
                  </a:lnTo>
                  <a:lnTo>
                    <a:pt x="72" y="125"/>
                  </a:lnTo>
                  <a:lnTo>
                    <a:pt x="55" y="156"/>
                  </a:lnTo>
                  <a:lnTo>
                    <a:pt x="41" y="189"/>
                  </a:lnTo>
                  <a:lnTo>
                    <a:pt x="30" y="223"/>
                  </a:lnTo>
                  <a:lnTo>
                    <a:pt x="19" y="261"/>
                  </a:lnTo>
                  <a:lnTo>
                    <a:pt x="11" y="299"/>
                  </a:lnTo>
                  <a:lnTo>
                    <a:pt x="5" y="339"/>
                  </a:lnTo>
                  <a:lnTo>
                    <a:pt x="1" y="382"/>
                  </a:lnTo>
                  <a:lnTo>
                    <a:pt x="0" y="424"/>
                  </a:lnTo>
                  <a:lnTo>
                    <a:pt x="12" y="424"/>
                  </a:lnTo>
                  <a:lnTo>
                    <a:pt x="13" y="382"/>
                  </a:lnTo>
                  <a:lnTo>
                    <a:pt x="17" y="341"/>
                  </a:lnTo>
                  <a:lnTo>
                    <a:pt x="23" y="301"/>
                  </a:lnTo>
                  <a:lnTo>
                    <a:pt x="31" y="264"/>
                  </a:lnTo>
                  <a:lnTo>
                    <a:pt x="41" y="227"/>
                  </a:lnTo>
                  <a:lnTo>
                    <a:pt x="53" y="193"/>
                  </a:lnTo>
                  <a:lnTo>
                    <a:pt x="67" y="160"/>
                  </a:lnTo>
                  <a:lnTo>
                    <a:pt x="81" y="132"/>
                  </a:lnTo>
                  <a:lnTo>
                    <a:pt x="99" y="105"/>
                  </a:lnTo>
                  <a:lnTo>
                    <a:pt x="116" y="81"/>
                  </a:lnTo>
                  <a:lnTo>
                    <a:pt x="136" y="61"/>
                  </a:lnTo>
                  <a:lnTo>
                    <a:pt x="156" y="43"/>
                  </a:lnTo>
                  <a:lnTo>
                    <a:pt x="178" y="30"/>
                  </a:lnTo>
                  <a:lnTo>
                    <a:pt x="199" y="20"/>
                  </a:lnTo>
                  <a:lnTo>
                    <a:pt x="222"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grpSp>
        <p:nvGrpSpPr>
          <p:cNvPr id="188426" name="Group 79"/>
          <p:cNvGrpSpPr>
            <a:grpSpLocks/>
          </p:cNvGrpSpPr>
          <p:nvPr/>
        </p:nvGrpSpPr>
        <p:grpSpPr bwMode="auto">
          <a:xfrm rot="-223274">
            <a:off x="1995488" y="2768600"/>
            <a:ext cx="744537" cy="733425"/>
            <a:chOff x="2757" y="1666"/>
            <a:chExt cx="812" cy="800"/>
          </a:xfrm>
        </p:grpSpPr>
        <p:sp>
          <p:nvSpPr>
            <p:cNvPr id="188428" name="Freeform 80"/>
            <p:cNvSpPr>
              <a:spLocks/>
            </p:cNvSpPr>
            <p:nvPr/>
          </p:nvSpPr>
          <p:spPr bwMode="auto">
            <a:xfrm>
              <a:off x="2762" y="1667"/>
              <a:ext cx="807" cy="584"/>
            </a:xfrm>
            <a:custGeom>
              <a:avLst/>
              <a:gdLst>
                <a:gd name="T0" fmla="*/ 497 w 807"/>
                <a:gd name="T1" fmla="*/ 583 h 584"/>
                <a:gd name="T2" fmla="*/ 0 w 807"/>
                <a:gd name="T3" fmla="*/ 452 h 584"/>
                <a:gd name="T4" fmla="*/ 337 w 807"/>
                <a:gd name="T5" fmla="*/ 0 h 584"/>
                <a:gd name="T6" fmla="*/ 806 w 807"/>
                <a:gd name="T7" fmla="*/ 98 h 584"/>
                <a:gd name="T8" fmla="*/ 497 w 807"/>
                <a:gd name="T9" fmla="*/ 583 h 584"/>
                <a:gd name="T10" fmla="*/ 0 60000 65536"/>
                <a:gd name="T11" fmla="*/ 0 60000 65536"/>
                <a:gd name="T12" fmla="*/ 0 60000 65536"/>
                <a:gd name="T13" fmla="*/ 0 60000 65536"/>
                <a:gd name="T14" fmla="*/ 0 60000 65536"/>
                <a:gd name="T15" fmla="*/ 0 w 807"/>
                <a:gd name="T16" fmla="*/ 0 h 584"/>
                <a:gd name="T17" fmla="*/ 807 w 807"/>
                <a:gd name="T18" fmla="*/ 584 h 584"/>
              </a:gdLst>
              <a:ahLst/>
              <a:cxnLst>
                <a:cxn ang="T10">
                  <a:pos x="T0" y="T1"/>
                </a:cxn>
                <a:cxn ang="T11">
                  <a:pos x="T2" y="T3"/>
                </a:cxn>
                <a:cxn ang="T12">
                  <a:pos x="T4" y="T5"/>
                </a:cxn>
                <a:cxn ang="T13">
                  <a:pos x="T6" y="T7"/>
                </a:cxn>
                <a:cxn ang="T14">
                  <a:pos x="T8" y="T9"/>
                </a:cxn>
              </a:cxnLst>
              <a:rect l="T15" t="T16" r="T17" b="T18"/>
              <a:pathLst>
                <a:path w="807" h="584">
                  <a:moveTo>
                    <a:pt x="497" y="583"/>
                  </a:moveTo>
                  <a:lnTo>
                    <a:pt x="0" y="452"/>
                  </a:lnTo>
                  <a:lnTo>
                    <a:pt x="337" y="0"/>
                  </a:lnTo>
                  <a:lnTo>
                    <a:pt x="806" y="98"/>
                  </a:lnTo>
                  <a:lnTo>
                    <a:pt x="497" y="583"/>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188429" name="Freeform 81"/>
            <p:cNvSpPr>
              <a:spLocks/>
            </p:cNvSpPr>
            <p:nvPr/>
          </p:nvSpPr>
          <p:spPr bwMode="auto">
            <a:xfrm>
              <a:off x="2882" y="1861"/>
              <a:ext cx="578" cy="384"/>
            </a:xfrm>
            <a:custGeom>
              <a:avLst/>
              <a:gdLst>
                <a:gd name="T0" fmla="*/ 377 w 578"/>
                <a:gd name="T1" fmla="*/ 383 h 384"/>
                <a:gd name="T2" fmla="*/ 0 w 578"/>
                <a:gd name="T3" fmla="*/ 291 h 384"/>
                <a:gd name="T4" fmla="*/ 217 w 578"/>
                <a:gd name="T5" fmla="*/ 0 h 384"/>
                <a:gd name="T6" fmla="*/ 577 w 578"/>
                <a:gd name="T7" fmla="*/ 74 h 384"/>
                <a:gd name="T8" fmla="*/ 377 w 578"/>
                <a:gd name="T9" fmla="*/ 383 h 384"/>
                <a:gd name="T10" fmla="*/ 0 60000 65536"/>
                <a:gd name="T11" fmla="*/ 0 60000 65536"/>
                <a:gd name="T12" fmla="*/ 0 60000 65536"/>
                <a:gd name="T13" fmla="*/ 0 60000 65536"/>
                <a:gd name="T14" fmla="*/ 0 60000 65536"/>
                <a:gd name="T15" fmla="*/ 0 w 578"/>
                <a:gd name="T16" fmla="*/ 0 h 384"/>
                <a:gd name="T17" fmla="*/ 578 w 578"/>
                <a:gd name="T18" fmla="*/ 384 h 384"/>
              </a:gdLst>
              <a:ahLst/>
              <a:cxnLst>
                <a:cxn ang="T10">
                  <a:pos x="T0" y="T1"/>
                </a:cxn>
                <a:cxn ang="T11">
                  <a:pos x="T2" y="T3"/>
                </a:cxn>
                <a:cxn ang="T12">
                  <a:pos x="T4" y="T5"/>
                </a:cxn>
                <a:cxn ang="T13">
                  <a:pos x="T6" y="T7"/>
                </a:cxn>
                <a:cxn ang="T14">
                  <a:pos x="T8" y="T9"/>
                </a:cxn>
              </a:cxnLst>
              <a:rect l="T15" t="T16" r="T17" b="T18"/>
              <a:pathLst>
                <a:path w="578" h="384">
                  <a:moveTo>
                    <a:pt x="377" y="383"/>
                  </a:moveTo>
                  <a:lnTo>
                    <a:pt x="0" y="291"/>
                  </a:lnTo>
                  <a:lnTo>
                    <a:pt x="217" y="0"/>
                  </a:lnTo>
                  <a:lnTo>
                    <a:pt x="577" y="74"/>
                  </a:lnTo>
                  <a:lnTo>
                    <a:pt x="377" y="383"/>
                  </a:lnTo>
                </a:path>
              </a:pathLst>
            </a:custGeom>
            <a:solidFill>
              <a:srgbClr val="E22B00"/>
            </a:solidFill>
            <a:ln>
              <a:noFill/>
            </a:ln>
            <a:extLst>
              <a:ext uri="{91240B29-F687-4F45-9708-019B960494DF}">
                <a14:hiddenLine xmlns:a14="http://schemas.microsoft.com/office/drawing/2010/main" w="12700" cap="rnd" cmpd="sng">
                  <a:solidFill>
                    <a:srgbClr val="000000"/>
                  </a:solidFill>
                  <a:prstDash val="solid"/>
                  <a:round/>
                  <a:headEnd type="none" w="med" len="med"/>
                  <a:tailEnd type="none" w="med" len="med"/>
                </a14:hiddenLine>
              </a:ext>
            </a:extLst>
          </p:spPr>
          <p:txBody>
            <a:bodyPr/>
            <a:lstStyle/>
            <a:p>
              <a:endParaRPr lang="fr-FR"/>
            </a:p>
          </p:txBody>
        </p:sp>
        <p:sp>
          <p:nvSpPr>
            <p:cNvPr id="188430" name="Line 82"/>
            <p:cNvSpPr>
              <a:spLocks noChangeShapeType="1"/>
            </p:cNvSpPr>
            <p:nvPr/>
          </p:nvSpPr>
          <p:spPr bwMode="auto">
            <a:xfrm>
              <a:off x="3102" y="1862"/>
              <a:ext cx="352" cy="7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fr-FR"/>
            </a:p>
          </p:txBody>
        </p:sp>
        <p:sp>
          <p:nvSpPr>
            <p:cNvPr id="188431" name="Freeform 83"/>
            <p:cNvSpPr>
              <a:spLocks/>
            </p:cNvSpPr>
            <p:nvPr/>
          </p:nvSpPr>
          <p:spPr bwMode="auto">
            <a:xfrm>
              <a:off x="2762" y="1666"/>
              <a:ext cx="337" cy="485"/>
            </a:xfrm>
            <a:custGeom>
              <a:avLst/>
              <a:gdLst>
                <a:gd name="T0" fmla="*/ 336 w 337"/>
                <a:gd name="T1" fmla="*/ 194 h 485"/>
                <a:gd name="T2" fmla="*/ 118 w 337"/>
                <a:gd name="T3" fmla="*/ 484 h 485"/>
                <a:gd name="T4" fmla="*/ 0 w 337"/>
                <a:gd name="T5" fmla="*/ 452 h 485"/>
                <a:gd name="T6" fmla="*/ 336 w 337"/>
                <a:gd name="T7" fmla="*/ 0 h 485"/>
                <a:gd name="T8" fmla="*/ 336 w 337"/>
                <a:gd name="T9" fmla="*/ 152 h 485"/>
                <a:gd name="T10" fmla="*/ 336 w 337"/>
                <a:gd name="T11" fmla="*/ 194 h 485"/>
                <a:gd name="T12" fmla="*/ 0 60000 65536"/>
                <a:gd name="T13" fmla="*/ 0 60000 65536"/>
                <a:gd name="T14" fmla="*/ 0 60000 65536"/>
                <a:gd name="T15" fmla="*/ 0 60000 65536"/>
                <a:gd name="T16" fmla="*/ 0 60000 65536"/>
                <a:gd name="T17" fmla="*/ 0 60000 65536"/>
                <a:gd name="T18" fmla="*/ 0 w 337"/>
                <a:gd name="T19" fmla="*/ 0 h 485"/>
                <a:gd name="T20" fmla="*/ 337 w 337"/>
                <a:gd name="T21" fmla="*/ 485 h 485"/>
              </a:gdLst>
              <a:ahLst/>
              <a:cxnLst>
                <a:cxn ang="T12">
                  <a:pos x="T0" y="T1"/>
                </a:cxn>
                <a:cxn ang="T13">
                  <a:pos x="T2" y="T3"/>
                </a:cxn>
                <a:cxn ang="T14">
                  <a:pos x="T4" y="T5"/>
                </a:cxn>
                <a:cxn ang="T15">
                  <a:pos x="T6" y="T7"/>
                </a:cxn>
                <a:cxn ang="T16">
                  <a:pos x="T8" y="T9"/>
                </a:cxn>
                <a:cxn ang="T17">
                  <a:pos x="T10" y="T11"/>
                </a:cxn>
              </a:cxnLst>
              <a:rect l="T18" t="T19" r="T20" b="T21"/>
              <a:pathLst>
                <a:path w="337" h="485">
                  <a:moveTo>
                    <a:pt x="336" y="194"/>
                  </a:moveTo>
                  <a:lnTo>
                    <a:pt x="118" y="484"/>
                  </a:lnTo>
                  <a:lnTo>
                    <a:pt x="0" y="452"/>
                  </a:lnTo>
                  <a:lnTo>
                    <a:pt x="336" y="0"/>
                  </a:lnTo>
                  <a:lnTo>
                    <a:pt x="336" y="152"/>
                  </a:lnTo>
                  <a:lnTo>
                    <a:pt x="336" y="194"/>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188432" name="Freeform 84"/>
            <p:cNvSpPr>
              <a:spLocks/>
            </p:cNvSpPr>
            <p:nvPr/>
          </p:nvSpPr>
          <p:spPr bwMode="auto">
            <a:xfrm>
              <a:off x="2757" y="2124"/>
              <a:ext cx="509" cy="339"/>
            </a:xfrm>
            <a:custGeom>
              <a:avLst/>
              <a:gdLst>
                <a:gd name="T0" fmla="*/ 0 w 506"/>
                <a:gd name="T1" fmla="*/ 0 h 345"/>
                <a:gd name="T2" fmla="*/ 1 w 506"/>
                <a:gd name="T3" fmla="*/ 198 h 345"/>
                <a:gd name="T4" fmla="*/ 514 w 506"/>
                <a:gd name="T5" fmla="*/ 326 h 345"/>
                <a:gd name="T6" fmla="*/ 513 w 506"/>
                <a:gd name="T7" fmla="*/ 124 h 345"/>
                <a:gd name="T8" fmla="*/ 0 60000 65536"/>
                <a:gd name="T9" fmla="*/ 0 60000 65536"/>
                <a:gd name="T10" fmla="*/ 0 60000 65536"/>
                <a:gd name="T11" fmla="*/ 0 60000 65536"/>
                <a:gd name="T12" fmla="*/ 0 w 506"/>
                <a:gd name="T13" fmla="*/ 0 h 345"/>
                <a:gd name="T14" fmla="*/ 506 w 506"/>
                <a:gd name="T15" fmla="*/ 345 h 345"/>
              </a:gdLst>
              <a:ahLst/>
              <a:cxnLst>
                <a:cxn ang="T8">
                  <a:pos x="T0" y="T1"/>
                </a:cxn>
                <a:cxn ang="T9">
                  <a:pos x="T2" y="T3"/>
                </a:cxn>
                <a:cxn ang="T10">
                  <a:pos x="T4" y="T5"/>
                </a:cxn>
                <a:cxn ang="T11">
                  <a:pos x="T6" y="T7"/>
                </a:cxn>
              </a:cxnLst>
              <a:rect l="T12" t="T13" r="T14" b="T15"/>
              <a:pathLst>
                <a:path w="506" h="345">
                  <a:moveTo>
                    <a:pt x="0" y="0"/>
                  </a:moveTo>
                  <a:lnTo>
                    <a:pt x="1" y="209"/>
                  </a:lnTo>
                  <a:lnTo>
                    <a:pt x="505" y="344"/>
                  </a:lnTo>
                  <a:lnTo>
                    <a:pt x="504" y="130"/>
                  </a:lnTo>
                </a:path>
              </a:pathLst>
            </a:custGeom>
            <a:solidFill>
              <a:srgbClr val="FC2C1C"/>
            </a:solidFill>
            <a:ln w="12700" cap="rnd" cmpd="sng">
              <a:solidFill>
                <a:schemeClr val="bg2"/>
              </a:solidFill>
              <a:prstDash val="solid"/>
              <a:round/>
              <a:headEnd type="none" w="med" len="med"/>
              <a:tailEnd type="none" w="med" len="med"/>
            </a:ln>
          </p:spPr>
          <p:txBody>
            <a:bodyPr/>
            <a:lstStyle/>
            <a:p>
              <a:endParaRPr lang="fr-FR"/>
            </a:p>
          </p:txBody>
        </p:sp>
        <p:sp>
          <p:nvSpPr>
            <p:cNvPr id="188433" name="AutoShape 85"/>
            <p:cNvSpPr>
              <a:spLocks noChangeArrowheads="1"/>
            </p:cNvSpPr>
            <p:nvPr/>
          </p:nvSpPr>
          <p:spPr bwMode="auto">
            <a:xfrm rot="16200000" flipH="1">
              <a:off x="3067" y="1967"/>
              <a:ext cx="693" cy="306"/>
            </a:xfrm>
            <a:prstGeom prst="parallelogram">
              <a:avLst>
                <a:gd name="adj" fmla="val 156202"/>
              </a:avLst>
            </a:prstGeom>
            <a:solidFill>
              <a:srgbClr val="FC2C1C"/>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sp>
        <p:nvSpPr>
          <p:cNvPr id="188427" name="Text Box 86"/>
          <p:cNvSpPr txBox="1">
            <a:spLocks noChangeArrowheads="1"/>
          </p:cNvSpPr>
          <p:nvPr/>
        </p:nvSpPr>
        <p:spPr bwMode="auto">
          <a:xfrm>
            <a:off x="604838" y="5259388"/>
            <a:ext cx="6543675" cy="4429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eaLnBrk="1" hangingPunct="1">
              <a:spcBef>
                <a:spcPct val="0"/>
              </a:spcBef>
              <a:buFontTx/>
              <a:buNone/>
            </a:pPr>
            <a:r>
              <a:rPr lang="fr-FR" altLang="fr-FR" sz="2300"/>
              <a:t>4. Pointez la production sur votre feuille de suivi</a:t>
            </a:r>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89443" name="Group 3"/>
          <p:cNvGrpSpPr>
            <a:grpSpLocks/>
          </p:cNvGrpSpPr>
          <p:nvPr/>
        </p:nvGrpSpPr>
        <p:grpSpPr bwMode="auto">
          <a:xfrm>
            <a:off x="7073900" y="215900"/>
            <a:ext cx="1878013" cy="1250950"/>
            <a:chOff x="4456" y="136"/>
            <a:chExt cx="1183" cy="788"/>
          </a:xfrm>
        </p:grpSpPr>
        <p:grpSp>
          <p:nvGrpSpPr>
            <p:cNvPr id="189509" name="Group 4"/>
            <p:cNvGrpSpPr>
              <a:grpSpLocks/>
            </p:cNvGrpSpPr>
            <p:nvPr/>
          </p:nvGrpSpPr>
          <p:grpSpPr bwMode="auto">
            <a:xfrm>
              <a:off x="4766" y="232"/>
              <a:ext cx="873" cy="692"/>
              <a:chOff x="2185" y="310"/>
              <a:chExt cx="873" cy="692"/>
            </a:xfrm>
          </p:grpSpPr>
          <p:sp>
            <p:nvSpPr>
              <p:cNvPr id="189520" name="Freeform 5"/>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accent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9521" name="Freeform 6"/>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9522" name="Freeform 7"/>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9523" name="Freeform 8"/>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9524" name="Freeform 9"/>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9525" name="Freeform 10"/>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9526" name="Freeform 11"/>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grpSp>
          <p:nvGrpSpPr>
            <p:cNvPr id="189510" name="Group 12"/>
            <p:cNvGrpSpPr>
              <a:grpSpLocks/>
            </p:cNvGrpSpPr>
            <p:nvPr/>
          </p:nvGrpSpPr>
          <p:grpSpPr bwMode="auto">
            <a:xfrm>
              <a:off x="4949" y="336"/>
              <a:ext cx="591" cy="468"/>
              <a:chOff x="2185" y="310"/>
              <a:chExt cx="873" cy="692"/>
            </a:xfrm>
          </p:grpSpPr>
          <p:sp>
            <p:nvSpPr>
              <p:cNvPr id="189513" name="Freeform 13"/>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9514" name="Freeform 14"/>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9515" name="Freeform 15"/>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9516" name="Freeform 16"/>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9517" name="Freeform 17"/>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9518" name="Freeform 18"/>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9519" name="Freeform 19"/>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pic>
          <p:nvPicPr>
            <p:cNvPr id="189511" name="Picture 20"/>
            <p:cNvPicPr>
              <a:picLocks noChangeAspect="1" noChangeArrowheads="1"/>
            </p:cNvPicPr>
            <p:nvPr/>
          </p:nvPicPr>
          <p:blipFill>
            <a:blip r:embed="rId3" cstate="print">
              <a:extLst>
                <a:ext uri="{28A0092B-C50C-407E-A947-70E740481C1C}">
                  <a14:useLocalDpi xmlns:a14="http://schemas.microsoft.com/office/drawing/2010/main" val="0"/>
                </a:ext>
              </a:extLst>
            </a:blip>
            <a:srcRect l="-4282" t="-4369" r="-5199" b="-12012"/>
            <a:stretch>
              <a:fillRect/>
            </a:stretch>
          </p:blipFill>
          <p:spPr bwMode="auto">
            <a:xfrm>
              <a:off x="4456" y="136"/>
              <a:ext cx="480" cy="5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89512" name="Text Box 21"/>
            <p:cNvSpPr txBox="1">
              <a:spLocks noChangeArrowheads="1"/>
            </p:cNvSpPr>
            <p:nvPr/>
          </p:nvSpPr>
          <p:spPr bwMode="auto">
            <a:xfrm>
              <a:off x="4946" y="314"/>
              <a:ext cx="596" cy="49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4500" b="1">
                  <a:solidFill>
                    <a:srgbClr val="FF0000"/>
                  </a:solidFill>
                  <a:latin typeface="Arial Black" pitchFamily="34" charset="0"/>
                </a:rPr>
                <a:t>12</a:t>
              </a:r>
              <a:endParaRPr lang="fr-FR" altLang="fr-FR" sz="3200">
                <a:solidFill>
                  <a:schemeClr val="tx1"/>
                </a:solidFill>
                <a:latin typeface="Arial Black" pitchFamily="34" charset="0"/>
              </a:endParaRPr>
            </a:p>
          </p:txBody>
        </p:sp>
      </p:grpSp>
      <p:sp>
        <p:nvSpPr>
          <p:cNvPr id="189444" name="Text Box 22"/>
          <p:cNvSpPr txBox="1">
            <a:spLocks noChangeArrowheads="1"/>
          </p:cNvSpPr>
          <p:nvPr/>
        </p:nvSpPr>
        <p:spPr bwMode="auto">
          <a:xfrm>
            <a:off x="1938338" y="3533775"/>
            <a:ext cx="828675"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a:spcBef>
                <a:spcPct val="0"/>
              </a:spcBef>
              <a:buFontTx/>
              <a:buNone/>
            </a:pPr>
            <a:r>
              <a:rPr lang="fr-FR" altLang="fr-FR" sz="2400">
                <a:solidFill>
                  <a:srgbClr val="FC2C1C"/>
                </a:solidFill>
              </a:rPr>
              <a:t>1 R4</a:t>
            </a:r>
          </a:p>
        </p:txBody>
      </p:sp>
      <p:sp>
        <p:nvSpPr>
          <p:cNvPr id="189445" name="Rectangle 23"/>
          <p:cNvSpPr>
            <a:spLocks noGrp="1" noChangeArrowheads="1"/>
          </p:cNvSpPr>
          <p:nvPr>
            <p:ph type="title"/>
          </p:nvPr>
        </p:nvSpPr>
        <p:spPr>
          <a:xfrm>
            <a:off x="611188" y="0"/>
            <a:ext cx="6388100" cy="647700"/>
          </a:xfrm>
        </p:spPr>
        <p:txBody>
          <a:bodyPr/>
          <a:lstStyle/>
          <a:p>
            <a:pPr eaLnBrk="1" hangingPunct="1"/>
            <a:r>
              <a:rPr lang="fr-FR" altLang="fr-FR"/>
              <a:t>Sem. 4 - Mardi</a:t>
            </a:r>
          </a:p>
        </p:txBody>
      </p:sp>
      <p:sp>
        <p:nvSpPr>
          <p:cNvPr id="189446" name="Text Box 24"/>
          <p:cNvSpPr txBox="1">
            <a:spLocks noChangeArrowheads="1"/>
          </p:cNvSpPr>
          <p:nvPr/>
        </p:nvSpPr>
        <p:spPr bwMode="auto">
          <a:xfrm>
            <a:off x="574675" y="2030413"/>
            <a:ext cx="3557588"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2. Livrez les commandes</a:t>
            </a:r>
          </a:p>
        </p:txBody>
      </p:sp>
      <p:sp>
        <p:nvSpPr>
          <p:cNvPr id="189447" name="Text Box 25"/>
          <p:cNvSpPr txBox="1">
            <a:spLocks noChangeArrowheads="1"/>
          </p:cNvSpPr>
          <p:nvPr/>
        </p:nvSpPr>
        <p:spPr bwMode="auto">
          <a:xfrm>
            <a:off x="566738" y="1154113"/>
            <a:ext cx="1946275"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1. Tirez le dé</a:t>
            </a:r>
          </a:p>
        </p:txBody>
      </p:sp>
      <p:sp>
        <p:nvSpPr>
          <p:cNvPr id="189448" name="Text Box 26"/>
          <p:cNvSpPr txBox="1">
            <a:spLocks noChangeArrowheads="1"/>
          </p:cNvSpPr>
          <p:nvPr/>
        </p:nvSpPr>
        <p:spPr bwMode="auto">
          <a:xfrm>
            <a:off x="579438" y="4316413"/>
            <a:ext cx="18796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3. Produisez</a:t>
            </a:r>
          </a:p>
        </p:txBody>
      </p:sp>
      <p:grpSp>
        <p:nvGrpSpPr>
          <p:cNvPr id="189449" name="Group 27"/>
          <p:cNvGrpSpPr>
            <a:grpSpLocks/>
          </p:cNvGrpSpPr>
          <p:nvPr/>
        </p:nvGrpSpPr>
        <p:grpSpPr bwMode="auto">
          <a:xfrm>
            <a:off x="2843213" y="1106488"/>
            <a:ext cx="446087" cy="534987"/>
            <a:chOff x="868" y="1439"/>
            <a:chExt cx="811" cy="972"/>
          </a:xfrm>
        </p:grpSpPr>
        <p:sp>
          <p:nvSpPr>
            <p:cNvPr id="189458" name="Freeform 28"/>
            <p:cNvSpPr>
              <a:spLocks/>
            </p:cNvSpPr>
            <p:nvPr/>
          </p:nvSpPr>
          <p:spPr bwMode="auto">
            <a:xfrm>
              <a:off x="1548" y="2014"/>
              <a:ext cx="123" cy="100"/>
            </a:xfrm>
            <a:custGeom>
              <a:avLst/>
              <a:gdLst>
                <a:gd name="T0" fmla="*/ 5 w 618"/>
                <a:gd name="T1" fmla="*/ 0 h 502"/>
                <a:gd name="T2" fmla="*/ 5 w 618"/>
                <a:gd name="T3" fmla="*/ 0 h 502"/>
                <a:gd name="T4" fmla="*/ 0 w 618"/>
                <a:gd name="T5" fmla="*/ 4 h 502"/>
                <a:gd name="T6" fmla="*/ 0 w 618"/>
                <a:gd name="T7" fmla="*/ 4 h 502"/>
                <a:gd name="T8" fmla="*/ 5 w 618"/>
                <a:gd name="T9" fmla="*/ 0 h 502"/>
                <a:gd name="T10" fmla="*/ 5 w 618"/>
                <a:gd name="T11" fmla="*/ 0 h 502"/>
                <a:gd name="T12" fmla="*/ 5 w 618"/>
                <a:gd name="T13" fmla="*/ 0 h 502"/>
                <a:gd name="T14" fmla="*/ 5 w 618"/>
                <a:gd name="T15" fmla="*/ 0 h 502"/>
                <a:gd name="T16" fmla="*/ 5 w 618"/>
                <a:gd name="T17" fmla="*/ 0 h 502"/>
                <a:gd name="T18" fmla="*/ 5 w 618"/>
                <a:gd name="T19" fmla="*/ 0 h 502"/>
                <a:gd name="T20" fmla="*/ 5 w 618"/>
                <a:gd name="T21" fmla="*/ 0 h 502"/>
                <a:gd name="T22" fmla="*/ 5 w 618"/>
                <a:gd name="T23" fmla="*/ 0 h 502"/>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618"/>
                <a:gd name="T37" fmla="*/ 0 h 502"/>
                <a:gd name="T38" fmla="*/ 618 w 618"/>
                <a:gd name="T39" fmla="*/ 502 h 502"/>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618" h="502">
                  <a:moveTo>
                    <a:pt x="611" y="0"/>
                  </a:moveTo>
                  <a:lnTo>
                    <a:pt x="606" y="2"/>
                  </a:lnTo>
                  <a:lnTo>
                    <a:pt x="0" y="490"/>
                  </a:lnTo>
                  <a:lnTo>
                    <a:pt x="10" y="502"/>
                  </a:lnTo>
                  <a:lnTo>
                    <a:pt x="616" y="14"/>
                  </a:lnTo>
                  <a:lnTo>
                    <a:pt x="611" y="16"/>
                  </a:lnTo>
                  <a:lnTo>
                    <a:pt x="616" y="14"/>
                  </a:lnTo>
                  <a:lnTo>
                    <a:pt x="618" y="9"/>
                  </a:lnTo>
                  <a:lnTo>
                    <a:pt x="617" y="3"/>
                  </a:lnTo>
                  <a:lnTo>
                    <a:pt x="612" y="1"/>
                  </a:lnTo>
                  <a:lnTo>
                    <a:pt x="606" y="2"/>
                  </a:lnTo>
                  <a:lnTo>
                    <a:pt x="611"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9459" name="Freeform 29"/>
            <p:cNvSpPr>
              <a:spLocks/>
            </p:cNvSpPr>
            <p:nvPr/>
          </p:nvSpPr>
          <p:spPr bwMode="auto">
            <a:xfrm>
              <a:off x="876" y="1852"/>
              <a:ext cx="82" cy="373"/>
            </a:xfrm>
            <a:custGeom>
              <a:avLst/>
              <a:gdLst>
                <a:gd name="T0" fmla="*/ 3 w 413"/>
                <a:gd name="T1" fmla="*/ 15 h 1865"/>
                <a:gd name="T2" fmla="*/ 3 w 413"/>
                <a:gd name="T3" fmla="*/ 15 h 1865"/>
                <a:gd name="T4" fmla="*/ 0 w 413"/>
                <a:gd name="T5" fmla="*/ 0 h 1865"/>
                <a:gd name="T6" fmla="*/ 0 w 413"/>
                <a:gd name="T7" fmla="*/ 0 h 1865"/>
                <a:gd name="T8" fmla="*/ 3 w 413"/>
                <a:gd name="T9" fmla="*/ 15 h 1865"/>
                <a:gd name="T10" fmla="*/ 3 w 413"/>
                <a:gd name="T11" fmla="*/ 15 h 1865"/>
                <a:gd name="T12" fmla="*/ 3 w 413"/>
                <a:gd name="T13" fmla="*/ 15 h 1865"/>
                <a:gd name="T14" fmla="*/ 3 w 413"/>
                <a:gd name="T15" fmla="*/ 15 h 1865"/>
                <a:gd name="T16" fmla="*/ 3 w 413"/>
                <a:gd name="T17" fmla="*/ 15 h 1865"/>
                <a:gd name="T18" fmla="*/ 3 w 413"/>
                <a:gd name="T19" fmla="*/ 15 h 1865"/>
                <a:gd name="T20" fmla="*/ 3 w 413"/>
                <a:gd name="T21" fmla="*/ 15 h 1865"/>
                <a:gd name="T22" fmla="*/ 3 w 413"/>
                <a:gd name="T23" fmla="*/ 15 h 186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413"/>
                <a:gd name="T37" fmla="*/ 0 h 1865"/>
                <a:gd name="T38" fmla="*/ 413 w 413"/>
                <a:gd name="T39" fmla="*/ 1865 h 1865"/>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413" h="1865">
                  <a:moveTo>
                    <a:pt x="400" y="1864"/>
                  </a:moveTo>
                  <a:lnTo>
                    <a:pt x="413" y="1856"/>
                  </a:lnTo>
                  <a:lnTo>
                    <a:pt x="17" y="0"/>
                  </a:lnTo>
                  <a:lnTo>
                    <a:pt x="0" y="2"/>
                  </a:lnTo>
                  <a:lnTo>
                    <a:pt x="396" y="1858"/>
                  </a:lnTo>
                  <a:lnTo>
                    <a:pt x="409" y="1850"/>
                  </a:lnTo>
                  <a:lnTo>
                    <a:pt x="396" y="1858"/>
                  </a:lnTo>
                  <a:lnTo>
                    <a:pt x="400" y="1864"/>
                  </a:lnTo>
                  <a:lnTo>
                    <a:pt x="406" y="1865"/>
                  </a:lnTo>
                  <a:lnTo>
                    <a:pt x="410" y="1862"/>
                  </a:lnTo>
                  <a:lnTo>
                    <a:pt x="413" y="1856"/>
                  </a:lnTo>
                  <a:lnTo>
                    <a:pt x="400" y="186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9460" name="Freeform 30"/>
            <p:cNvSpPr>
              <a:spLocks/>
            </p:cNvSpPr>
            <p:nvPr/>
          </p:nvSpPr>
          <p:spPr bwMode="auto">
            <a:xfrm>
              <a:off x="1282" y="1533"/>
              <a:ext cx="35" cy="161"/>
            </a:xfrm>
            <a:custGeom>
              <a:avLst/>
              <a:gdLst>
                <a:gd name="T0" fmla="*/ 1 w 175"/>
                <a:gd name="T1" fmla="*/ 6 h 807"/>
                <a:gd name="T2" fmla="*/ 1 w 175"/>
                <a:gd name="T3" fmla="*/ 6 h 807"/>
                <a:gd name="T4" fmla="*/ 1 w 175"/>
                <a:gd name="T5" fmla="*/ 6 h 807"/>
                <a:gd name="T6" fmla="*/ 1 w 175"/>
                <a:gd name="T7" fmla="*/ 5 h 807"/>
                <a:gd name="T8" fmla="*/ 1 w 175"/>
                <a:gd name="T9" fmla="*/ 5 h 807"/>
                <a:gd name="T10" fmla="*/ 1 w 175"/>
                <a:gd name="T11" fmla="*/ 5 h 807"/>
                <a:gd name="T12" fmla="*/ 1 w 175"/>
                <a:gd name="T13" fmla="*/ 4 h 807"/>
                <a:gd name="T14" fmla="*/ 1 w 175"/>
                <a:gd name="T15" fmla="*/ 4 h 807"/>
                <a:gd name="T16" fmla="*/ 1 w 175"/>
                <a:gd name="T17" fmla="*/ 3 h 807"/>
                <a:gd name="T18" fmla="*/ 1 w 175"/>
                <a:gd name="T19" fmla="*/ 3 h 807"/>
                <a:gd name="T20" fmla="*/ 1 w 175"/>
                <a:gd name="T21" fmla="*/ 3 h 807"/>
                <a:gd name="T22" fmla="*/ 1 w 175"/>
                <a:gd name="T23" fmla="*/ 2 h 807"/>
                <a:gd name="T24" fmla="*/ 1 w 175"/>
                <a:gd name="T25" fmla="*/ 2 h 807"/>
                <a:gd name="T26" fmla="*/ 1 w 175"/>
                <a:gd name="T27" fmla="*/ 2 h 807"/>
                <a:gd name="T28" fmla="*/ 1 w 175"/>
                <a:gd name="T29" fmla="*/ 1 h 807"/>
                <a:gd name="T30" fmla="*/ 1 w 175"/>
                <a:gd name="T31" fmla="*/ 1 h 807"/>
                <a:gd name="T32" fmla="*/ 1 w 175"/>
                <a:gd name="T33" fmla="*/ 1 h 807"/>
                <a:gd name="T34" fmla="*/ 1 w 175"/>
                <a:gd name="T35" fmla="*/ 0 h 807"/>
                <a:gd name="T36" fmla="*/ 1 w 175"/>
                <a:gd name="T37" fmla="*/ 0 h 807"/>
                <a:gd name="T38" fmla="*/ 1 w 175"/>
                <a:gd name="T39" fmla="*/ 0 h 807"/>
                <a:gd name="T40" fmla="*/ 0 w 175"/>
                <a:gd name="T41" fmla="*/ 1 h 807"/>
                <a:gd name="T42" fmla="*/ 0 w 175"/>
                <a:gd name="T43" fmla="*/ 1 h 807"/>
                <a:gd name="T44" fmla="*/ 0 w 175"/>
                <a:gd name="T45" fmla="*/ 1 h 807"/>
                <a:gd name="T46" fmla="*/ 0 w 175"/>
                <a:gd name="T47" fmla="*/ 2 h 807"/>
                <a:gd name="T48" fmla="*/ 0 w 175"/>
                <a:gd name="T49" fmla="*/ 2 h 807"/>
                <a:gd name="T50" fmla="*/ 0 w 175"/>
                <a:gd name="T51" fmla="*/ 3 h 807"/>
                <a:gd name="T52" fmla="*/ 0 w 175"/>
                <a:gd name="T53" fmla="*/ 3 h 807"/>
                <a:gd name="T54" fmla="*/ 0 w 175"/>
                <a:gd name="T55" fmla="*/ 3 h 807"/>
                <a:gd name="T56" fmla="*/ 0 w 175"/>
                <a:gd name="T57" fmla="*/ 4 h 807"/>
                <a:gd name="T58" fmla="*/ 0 w 175"/>
                <a:gd name="T59" fmla="*/ 4 h 807"/>
                <a:gd name="T60" fmla="*/ 0 w 175"/>
                <a:gd name="T61" fmla="*/ 5 h 807"/>
                <a:gd name="T62" fmla="*/ 0 w 175"/>
                <a:gd name="T63" fmla="*/ 5 h 807"/>
                <a:gd name="T64" fmla="*/ 0 w 175"/>
                <a:gd name="T65" fmla="*/ 5 h 807"/>
                <a:gd name="T66" fmla="*/ 1 w 175"/>
                <a:gd name="T67" fmla="*/ 6 h 807"/>
                <a:gd name="T68" fmla="*/ 1 w 175"/>
                <a:gd name="T69" fmla="*/ 6 h 807"/>
                <a:gd name="T70" fmla="*/ 1 w 175"/>
                <a:gd name="T71" fmla="*/ 6 h 807"/>
                <a:gd name="T72" fmla="*/ 1 w 175"/>
                <a:gd name="T73" fmla="*/ 6 h 807"/>
                <a:gd name="T74" fmla="*/ 1 w 175"/>
                <a:gd name="T75" fmla="*/ 6 h 807"/>
                <a:gd name="T76" fmla="*/ 1 w 175"/>
                <a:gd name="T77" fmla="*/ 6 h 807"/>
                <a:gd name="T78" fmla="*/ 1 w 175"/>
                <a:gd name="T79" fmla="*/ 6 h 807"/>
                <a:gd name="T80" fmla="*/ 1 w 175"/>
                <a:gd name="T81" fmla="*/ 6 h 807"/>
                <a:gd name="T82" fmla="*/ 1 w 175"/>
                <a:gd name="T83" fmla="*/ 6 h 807"/>
                <a:gd name="T84" fmla="*/ 1 w 175"/>
                <a:gd name="T85" fmla="*/ 6 h 807"/>
                <a:gd name="T86" fmla="*/ 1 w 175"/>
                <a:gd name="T87" fmla="*/ 6 h 807"/>
                <a:gd name="T88" fmla="*/ 1 w 175"/>
                <a:gd name="T89" fmla="*/ 6 h 807"/>
                <a:gd name="T90" fmla="*/ 1 w 175"/>
                <a:gd name="T91" fmla="*/ 6 h 80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175"/>
                <a:gd name="T139" fmla="*/ 0 h 807"/>
                <a:gd name="T140" fmla="*/ 175 w 175"/>
                <a:gd name="T141" fmla="*/ 807 h 80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175" h="807">
                  <a:moveTo>
                    <a:pt x="169" y="740"/>
                  </a:moveTo>
                  <a:lnTo>
                    <a:pt x="169" y="739"/>
                  </a:lnTo>
                  <a:lnTo>
                    <a:pt x="149" y="698"/>
                  </a:lnTo>
                  <a:lnTo>
                    <a:pt x="133" y="656"/>
                  </a:lnTo>
                  <a:lnTo>
                    <a:pt x="120" y="611"/>
                  </a:lnTo>
                  <a:lnTo>
                    <a:pt x="108" y="565"/>
                  </a:lnTo>
                  <a:lnTo>
                    <a:pt x="100" y="520"/>
                  </a:lnTo>
                  <a:lnTo>
                    <a:pt x="96" y="472"/>
                  </a:lnTo>
                  <a:lnTo>
                    <a:pt x="93" y="425"/>
                  </a:lnTo>
                  <a:lnTo>
                    <a:pt x="93" y="377"/>
                  </a:lnTo>
                  <a:lnTo>
                    <a:pt x="96" y="330"/>
                  </a:lnTo>
                  <a:lnTo>
                    <a:pt x="100" y="283"/>
                  </a:lnTo>
                  <a:lnTo>
                    <a:pt x="106" y="238"/>
                  </a:lnTo>
                  <a:lnTo>
                    <a:pt x="115" y="195"/>
                  </a:lnTo>
                  <a:lnTo>
                    <a:pt x="126" y="153"/>
                  </a:lnTo>
                  <a:lnTo>
                    <a:pt x="139" y="114"/>
                  </a:lnTo>
                  <a:lnTo>
                    <a:pt x="153" y="77"/>
                  </a:lnTo>
                  <a:lnTo>
                    <a:pt x="169" y="43"/>
                  </a:lnTo>
                  <a:lnTo>
                    <a:pt x="87" y="0"/>
                  </a:lnTo>
                  <a:lnTo>
                    <a:pt x="69" y="39"/>
                  </a:lnTo>
                  <a:lnTo>
                    <a:pt x="52" y="81"/>
                  </a:lnTo>
                  <a:lnTo>
                    <a:pt x="37" y="127"/>
                  </a:lnTo>
                  <a:lnTo>
                    <a:pt x="24" y="174"/>
                  </a:lnTo>
                  <a:lnTo>
                    <a:pt x="15" y="222"/>
                  </a:lnTo>
                  <a:lnTo>
                    <a:pt x="7" y="271"/>
                  </a:lnTo>
                  <a:lnTo>
                    <a:pt x="2" y="323"/>
                  </a:lnTo>
                  <a:lnTo>
                    <a:pt x="0" y="374"/>
                  </a:lnTo>
                  <a:lnTo>
                    <a:pt x="0" y="427"/>
                  </a:lnTo>
                  <a:lnTo>
                    <a:pt x="2" y="479"/>
                  </a:lnTo>
                  <a:lnTo>
                    <a:pt x="9" y="531"/>
                  </a:lnTo>
                  <a:lnTo>
                    <a:pt x="17" y="584"/>
                  </a:lnTo>
                  <a:lnTo>
                    <a:pt x="29" y="635"/>
                  </a:lnTo>
                  <a:lnTo>
                    <a:pt x="44" y="686"/>
                  </a:lnTo>
                  <a:lnTo>
                    <a:pt x="65" y="736"/>
                  </a:lnTo>
                  <a:lnTo>
                    <a:pt x="87" y="784"/>
                  </a:lnTo>
                  <a:lnTo>
                    <a:pt x="87" y="782"/>
                  </a:lnTo>
                  <a:lnTo>
                    <a:pt x="87" y="784"/>
                  </a:lnTo>
                  <a:lnTo>
                    <a:pt x="100" y="799"/>
                  </a:lnTo>
                  <a:lnTo>
                    <a:pt x="117" y="807"/>
                  </a:lnTo>
                  <a:lnTo>
                    <a:pt x="134" y="807"/>
                  </a:lnTo>
                  <a:lnTo>
                    <a:pt x="151" y="801"/>
                  </a:lnTo>
                  <a:lnTo>
                    <a:pt x="164" y="791"/>
                  </a:lnTo>
                  <a:lnTo>
                    <a:pt x="173" y="777"/>
                  </a:lnTo>
                  <a:lnTo>
                    <a:pt x="175" y="759"/>
                  </a:lnTo>
                  <a:lnTo>
                    <a:pt x="169" y="739"/>
                  </a:lnTo>
                  <a:lnTo>
                    <a:pt x="169" y="74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9461" name="Freeform 31"/>
            <p:cNvSpPr>
              <a:spLocks/>
            </p:cNvSpPr>
            <p:nvPr/>
          </p:nvSpPr>
          <p:spPr bwMode="auto">
            <a:xfrm>
              <a:off x="1299" y="1681"/>
              <a:ext cx="157" cy="281"/>
            </a:xfrm>
            <a:custGeom>
              <a:avLst/>
              <a:gdLst>
                <a:gd name="T0" fmla="*/ 6 w 787"/>
                <a:gd name="T1" fmla="*/ 11 h 1404"/>
                <a:gd name="T2" fmla="*/ 6 w 787"/>
                <a:gd name="T3" fmla="*/ 11 h 1404"/>
                <a:gd name="T4" fmla="*/ 1 w 787"/>
                <a:gd name="T5" fmla="*/ 0 h 1404"/>
                <a:gd name="T6" fmla="*/ 0 w 787"/>
                <a:gd name="T7" fmla="*/ 0 h 1404"/>
                <a:gd name="T8" fmla="*/ 6 w 787"/>
                <a:gd name="T9" fmla="*/ 11 h 1404"/>
                <a:gd name="T10" fmla="*/ 6 w 787"/>
                <a:gd name="T11" fmla="*/ 11 h 1404"/>
                <a:gd name="T12" fmla="*/ 6 w 787"/>
                <a:gd name="T13" fmla="*/ 11 h 1404"/>
                <a:gd name="T14" fmla="*/ 6 w 787"/>
                <a:gd name="T15" fmla="*/ 11 h 1404"/>
                <a:gd name="T16" fmla="*/ 6 w 787"/>
                <a:gd name="T17" fmla="*/ 11 h 1404"/>
                <a:gd name="T18" fmla="*/ 6 w 787"/>
                <a:gd name="T19" fmla="*/ 11 h 1404"/>
                <a:gd name="T20" fmla="*/ 6 w 787"/>
                <a:gd name="T21" fmla="*/ 11 h 1404"/>
                <a:gd name="T22" fmla="*/ 6 w 787"/>
                <a:gd name="T23" fmla="*/ 11 h 1404"/>
                <a:gd name="T24" fmla="*/ 6 w 787"/>
                <a:gd name="T25" fmla="*/ 11 h 1404"/>
                <a:gd name="T26" fmla="*/ 6 w 787"/>
                <a:gd name="T27" fmla="*/ 11 h 1404"/>
                <a:gd name="T28" fmla="*/ 6 w 787"/>
                <a:gd name="T29" fmla="*/ 11 h 1404"/>
                <a:gd name="T30" fmla="*/ 6 w 787"/>
                <a:gd name="T31" fmla="*/ 11 h 1404"/>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787"/>
                <a:gd name="T49" fmla="*/ 0 h 1404"/>
                <a:gd name="T50" fmla="*/ 787 w 787"/>
                <a:gd name="T51" fmla="*/ 1404 h 1404"/>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787" h="1404">
                  <a:moveTo>
                    <a:pt x="781" y="1334"/>
                  </a:moveTo>
                  <a:lnTo>
                    <a:pt x="781" y="1337"/>
                  </a:lnTo>
                  <a:lnTo>
                    <a:pt x="82" y="0"/>
                  </a:lnTo>
                  <a:lnTo>
                    <a:pt x="0" y="42"/>
                  </a:lnTo>
                  <a:lnTo>
                    <a:pt x="699" y="1379"/>
                  </a:lnTo>
                  <a:lnTo>
                    <a:pt x="699" y="1381"/>
                  </a:lnTo>
                  <a:lnTo>
                    <a:pt x="699" y="1379"/>
                  </a:lnTo>
                  <a:lnTo>
                    <a:pt x="712" y="1395"/>
                  </a:lnTo>
                  <a:lnTo>
                    <a:pt x="727" y="1402"/>
                  </a:lnTo>
                  <a:lnTo>
                    <a:pt x="744" y="1404"/>
                  </a:lnTo>
                  <a:lnTo>
                    <a:pt x="761" y="1398"/>
                  </a:lnTo>
                  <a:lnTo>
                    <a:pt x="775" y="1388"/>
                  </a:lnTo>
                  <a:lnTo>
                    <a:pt x="784" y="1373"/>
                  </a:lnTo>
                  <a:lnTo>
                    <a:pt x="787" y="1357"/>
                  </a:lnTo>
                  <a:lnTo>
                    <a:pt x="781" y="1337"/>
                  </a:lnTo>
                  <a:lnTo>
                    <a:pt x="781" y="13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9462" name="Freeform 32"/>
            <p:cNvSpPr>
              <a:spLocks/>
            </p:cNvSpPr>
            <p:nvPr/>
          </p:nvSpPr>
          <p:spPr bwMode="auto">
            <a:xfrm>
              <a:off x="1439" y="1948"/>
              <a:ext cx="125" cy="76"/>
            </a:xfrm>
            <a:custGeom>
              <a:avLst/>
              <a:gdLst>
                <a:gd name="T0" fmla="*/ 5 w 628"/>
                <a:gd name="T1" fmla="*/ 2 h 383"/>
                <a:gd name="T2" fmla="*/ 5 w 628"/>
                <a:gd name="T3" fmla="*/ 2 h 383"/>
                <a:gd name="T4" fmla="*/ 4 w 628"/>
                <a:gd name="T5" fmla="*/ 2 h 383"/>
                <a:gd name="T6" fmla="*/ 4 w 628"/>
                <a:gd name="T7" fmla="*/ 2 h 383"/>
                <a:gd name="T8" fmla="*/ 4 w 628"/>
                <a:gd name="T9" fmla="*/ 2 h 383"/>
                <a:gd name="T10" fmla="*/ 3 w 628"/>
                <a:gd name="T11" fmla="*/ 2 h 383"/>
                <a:gd name="T12" fmla="*/ 3 w 628"/>
                <a:gd name="T13" fmla="*/ 2 h 383"/>
                <a:gd name="T14" fmla="*/ 3 w 628"/>
                <a:gd name="T15" fmla="*/ 2 h 383"/>
                <a:gd name="T16" fmla="*/ 3 w 628"/>
                <a:gd name="T17" fmla="*/ 2 h 383"/>
                <a:gd name="T18" fmla="*/ 2 w 628"/>
                <a:gd name="T19" fmla="*/ 2 h 383"/>
                <a:gd name="T20" fmla="*/ 2 w 628"/>
                <a:gd name="T21" fmla="*/ 2 h 383"/>
                <a:gd name="T22" fmla="*/ 2 w 628"/>
                <a:gd name="T23" fmla="*/ 1 h 383"/>
                <a:gd name="T24" fmla="*/ 2 w 628"/>
                <a:gd name="T25" fmla="*/ 1 h 383"/>
                <a:gd name="T26" fmla="*/ 1 w 628"/>
                <a:gd name="T27" fmla="*/ 1 h 383"/>
                <a:gd name="T28" fmla="*/ 1 w 628"/>
                <a:gd name="T29" fmla="*/ 1 h 383"/>
                <a:gd name="T30" fmla="*/ 1 w 628"/>
                <a:gd name="T31" fmla="*/ 1 h 383"/>
                <a:gd name="T32" fmla="*/ 1 w 628"/>
                <a:gd name="T33" fmla="*/ 0 h 383"/>
                <a:gd name="T34" fmla="*/ 1 w 628"/>
                <a:gd name="T35" fmla="*/ 0 h 383"/>
                <a:gd name="T36" fmla="*/ 0 w 628"/>
                <a:gd name="T37" fmla="*/ 0 h 383"/>
                <a:gd name="T38" fmla="*/ 0 w 628"/>
                <a:gd name="T39" fmla="*/ 1 h 383"/>
                <a:gd name="T40" fmla="*/ 0 w 628"/>
                <a:gd name="T41" fmla="*/ 1 h 383"/>
                <a:gd name="T42" fmla="*/ 1 w 628"/>
                <a:gd name="T43" fmla="*/ 1 h 383"/>
                <a:gd name="T44" fmla="*/ 1 w 628"/>
                <a:gd name="T45" fmla="*/ 1 h 383"/>
                <a:gd name="T46" fmla="*/ 1 w 628"/>
                <a:gd name="T47" fmla="*/ 2 h 383"/>
                <a:gd name="T48" fmla="*/ 1 w 628"/>
                <a:gd name="T49" fmla="*/ 2 h 383"/>
                <a:gd name="T50" fmla="*/ 2 w 628"/>
                <a:gd name="T51" fmla="*/ 2 h 383"/>
                <a:gd name="T52" fmla="*/ 2 w 628"/>
                <a:gd name="T53" fmla="*/ 2 h 383"/>
                <a:gd name="T54" fmla="*/ 2 w 628"/>
                <a:gd name="T55" fmla="*/ 2 h 383"/>
                <a:gd name="T56" fmla="*/ 3 w 628"/>
                <a:gd name="T57" fmla="*/ 3 h 383"/>
                <a:gd name="T58" fmla="*/ 3 w 628"/>
                <a:gd name="T59" fmla="*/ 3 h 383"/>
                <a:gd name="T60" fmla="*/ 3 w 628"/>
                <a:gd name="T61" fmla="*/ 3 h 383"/>
                <a:gd name="T62" fmla="*/ 4 w 628"/>
                <a:gd name="T63" fmla="*/ 3 h 383"/>
                <a:gd name="T64" fmla="*/ 4 w 628"/>
                <a:gd name="T65" fmla="*/ 3 h 383"/>
                <a:gd name="T66" fmla="*/ 4 w 628"/>
                <a:gd name="T67" fmla="*/ 3 h 383"/>
                <a:gd name="T68" fmla="*/ 5 w 628"/>
                <a:gd name="T69" fmla="*/ 3 h 383"/>
                <a:gd name="T70" fmla="*/ 5 w 628"/>
                <a:gd name="T71" fmla="*/ 3 h 383"/>
                <a:gd name="T72" fmla="*/ 5 w 628"/>
                <a:gd name="T73" fmla="*/ 3 h 383"/>
                <a:gd name="T74" fmla="*/ 5 w 628"/>
                <a:gd name="T75" fmla="*/ 3 h 383"/>
                <a:gd name="T76" fmla="*/ 5 w 628"/>
                <a:gd name="T77" fmla="*/ 3 h 383"/>
                <a:gd name="T78" fmla="*/ 5 w 628"/>
                <a:gd name="T79" fmla="*/ 3 h 383"/>
                <a:gd name="T80" fmla="*/ 5 w 628"/>
                <a:gd name="T81" fmla="*/ 3 h 383"/>
                <a:gd name="T82" fmla="*/ 5 w 628"/>
                <a:gd name="T83" fmla="*/ 3 h 383"/>
                <a:gd name="T84" fmla="*/ 5 w 628"/>
                <a:gd name="T85" fmla="*/ 2 h 383"/>
                <a:gd name="T86" fmla="*/ 5 w 628"/>
                <a:gd name="T87" fmla="*/ 2 h 383"/>
                <a:gd name="T88" fmla="*/ 5 w 628"/>
                <a:gd name="T89" fmla="*/ 2 h 383"/>
                <a:gd name="T90" fmla="*/ 5 w 628"/>
                <a:gd name="T91" fmla="*/ 2 h 38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628"/>
                <a:gd name="T139" fmla="*/ 0 h 383"/>
                <a:gd name="T140" fmla="*/ 628 w 628"/>
                <a:gd name="T141" fmla="*/ 383 h 38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628" h="383">
                  <a:moveTo>
                    <a:pt x="581" y="289"/>
                  </a:moveTo>
                  <a:lnTo>
                    <a:pt x="582" y="289"/>
                  </a:lnTo>
                  <a:lnTo>
                    <a:pt x="541" y="287"/>
                  </a:lnTo>
                  <a:lnTo>
                    <a:pt x="500" y="283"/>
                  </a:lnTo>
                  <a:lnTo>
                    <a:pt x="462" y="276"/>
                  </a:lnTo>
                  <a:lnTo>
                    <a:pt x="424" y="268"/>
                  </a:lnTo>
                  <a:lnTo>
                    <a:pt x="389" y="255"/>
                  </a:lnTo>
                  <a:lnTo>
                    <a:pt x="352" y="242"/>
                  </a:lnTo>
                  <a:lnTo>
                    <a:pt x="320" y="227"/>
                  </a:lnTo>
                  <a:lnTo>
                    <a:pt x="287" y="209"/>
                  </a:lnTo>
                  <a:lnTo>
                    <a:pt x="255" y="189"/>
                  </a:lnTo>
                  <a:lnTo>
                    <a:pt x="226" y="168"/>
                  </a:lnTo>
                  <a:lnTo>
                    <a:pt x="198" y="145"/>
                  </a:lnTo>
                  <a:lnTo>
                    <a:pt x="172" y="119"/>
                  </a:lnTo>
                  <a:lnTo>
                    <a:pt x="146" y="92"/>
                  </a:lnTo>
                  <a:lnTo>
                    <a:pt x="122" y="64"/>
                  </a:lnTo>
                  <a:lnTo>
                    <a:pt x="100" y="33"/>
                  </a:lnTo>
                  <a:lnTo>
                    <a:pt x="82" y="0"/>
                  </a:lnTo>
                  <a:lnTo>
                    <a:pt x="0" y="47"/>
                  </a:lnTo>
                  <a:lnTo>
                    <a:pt x="23" y="85"/>
                  </a:lnTo>
                  <a:lnTo>
                    <a:pt x="49" y="120"/>
                  </a:lnTo>
                  <a:lnTo>
                    <a:pt x="76" y="153"/>
                  </a:lnTo>
                  <a:lnTo>
                    <a:pt x="104" y="185"/>
                  </a:lnTo>
                  <a:lnTo>
                    <a:pt x="137" y="215"/>
                  </a:lnTo>
                  <a:lnTo>
                    <a:pt x="170" y="241"/>
                  </a:lnTo>
                  <a:lnTo>
                    <a:pt x="204" y="267"/>
                  </a:lnTo>
                  <a:lnTo>
                    <a:pt x="240" y="289"/>
                  </a:lnTo>
                  <a:lnTo>
                    <a:pt x="277" y="309"/>
                  </a:lnTo>
                  <a:lnTo>
                    <a:pt x="317" y="329"/>
                  </a:lnTo>
                  <a:lnTo>
                    <a:pt x="358" y="344"/>
                  </a:lnTo>
                  <a:lnTo>
                    <a:pt x="400" y="357"/>
                  </a:lnTo>
                  <a:lnTo>
                    <a:pt x="444" y="367"/>
                  </a:lnTo>
                  <a:lnTo>
                    <a:pt x="488" y="374"/>
                  </a:lnTo>
                  <a:lnTo>
                    <a:pt x="534" y="380"/>
                  </a:lnTo>
                  <a:lnTo>
                    <a:pt x="580" y="383"/>
                  </a:lnTo>
                  <a:lnTo>
                    <a:pt x="581" y="383"/>
                  </a:lnTo>
                  <a:lnTo>
                    <a:pt x="580" y="383"/>
                  </a:lnTo>
                  <a:lnTo>
                    <a:pt x="600" y="379"/>
                  </a:lnTo>
                  <a:lnTo>
                    <a:pt x="615" y="369"/>
                  </a:lnTo>
                  <a:lnTo>
                    <a:pt x="624" y="353"/>
                  </a:lnTo>
                  <a:lnTo>
                    <a:pt x="628" y="337"/>
                  </a:lnTo>
                  <a:lnTo>
                    <a:pt x="625" y="319"/>
                  </a:lnTo>
                  <a:lnTo>
                    <a:pt x="617" y="304"/>
                  </a:lnTo>
                  <a:lnTo>
                    <a:pt x="602" y="294"/>
                  </a:lnTo>
                  <a:lnTo>
                    <a:pt x="582" y="289"/>
                  </a:lnTo>
                  <a:lnTo>
                    <a:pt x="581" y="28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9463" name="Freeform 33"/>
            <p:cNvSpPr>
              <a:spLocks/>
            </p:cNvSpPr>
            <p:nvPr/>
          </p:nvSpPr>
          <p:spPr bwMode="auto">
            <a:xfrm>
              <a:off x="1587" y="1880"/>
              <a:ext cx="85" cy="49"/>
            </a:xfrm>
            <a:custGeom>
              <a:avLst/>
              <a:gdLst>
                <a:gd name="T0" fmla="*/ 3 w 426"/>
                <a:gd name="T1" fmla="*/ 0 h 245"/>
                <a:gd name="T2" fmla="*/ 3 w 426"/>
                <a:gd name="T3" fmla="*/ 0 h 245"/>
                <a:gd name="T4" fmla="*/ 3 w 426"/>
                <a:gd name="T5" fmla="*/ 0 h 245"/>
                <a:gd name="T6" fmla="*/ 3 w 426"/>
                <a:gd name="T7" fmla="*/ 0 h 245"/>
                <a:gd name="T8" fmla="*/ 2 w 426"/>
                <a:gd name="T9" fmla="*/ 0 h 245"/>
                <a:gd name="T10" fmla="*/ 2 w 426"/>
                <a:gd name="T11" fmla="*/ 0 h 245"/>
                <a:gd name="T12" fmla="*/ 2 w 426"/>
                <a:gd name="T13" fmla="*/ 0 h 245"/>
                <a:gd name="T14" fmla="*/ 2 w 426"/>
                <a:gd name="T15" fmla="*/ 0 h 245"/>
                <a:gd name="T16" fmla="*/ 1 w 426"/>
                <a:gd name="T17" fmla="*/ 0 h 245"/>
                <a:gd name="T18" fmla="*/ 1 w 426"/>
                <a:gd name="T19" fmla="*/ 1 h 245"/>
                <a:gd name="T20" fmla="*/ 1 w 426"/>
                <a:gd name="T21" fmla="*/ 1 h 245"/>
                <a:gd name="T22" fmla="*/ 1 w 426"/>
                <a:gd name="T23" fmla="*/ 1 h 245"/>
                <a:gd name="T24" fmla="*/ 0 w 426"/>
                <a:gd name="T25" fmla="*/ 1 h 245"/>
                <a:gd name="T26" fmla="*/ 0 w 426"/>
                <a:gd name="T27" fmla="*/ 1 h 245"/>
                <a:gd name="T28" fmla="*/ 0 w 426"/>
                <a:gd name="T29" fmla="*/ 1 h 245"/>
                <a:gd name="T30" fmla="*/ 0 w 426"/>
                <a:gd name="T31" fmla="*/ 2 h 245"/>
                <a:gd name="T32" fmla="*/ 0 w 426"/>
                <a:gd name="T33" fmla="*/ 2 h 245"/>
                <a:gd name="T34" fmla="*/ 0 w 426"/>
                <a:gd name="T35" fmla="*/ 2 h 245"/>
                <a:gd name="T36" fmla="*/ 0 w 426"/>
                <a:gd name="T37" fmla="*/ 2 h 245"/>
                <a:gd name="T38" fmla="*/ 0 w 426"/>
                <a:gd name="T39" fmla="*/ 2 h 245"/>
                <a:gd name="T40" fmla="*/ 0 w 426"/>
                <a:gd name="T41" fmla="*/ 2 h 245"/>
                <a:gd name="T42" fmla="*/ 0 w 426"/>
                <a:gd name="T43" fmla="*/ 1 h 245"/>
                <a:gd name="T44" fmla="*/ 0 w 426"/>
                <a:gd name="T45" fmla="*/ 1 h 245"/>
                <a:gd name="T46" fmla="*/ 0 w 426"/>
                <a:gd name="T47" fmla="*/ 1 h 245"/>
                <a:gd name="T48" fmla="*/ 1 w 426"/>
                <a:gd name="T49" fmla="*/ 1 h 245"/>
                <a:gd name="T50" fmla="*/ 1 w 426"/>
                <a:gd name="T51" fmla="*/ 1 h 245"/>
                <a:gd name="T52" fmla="*/ 1 w 426"/>
                <a:gd name="T53" fmla="*/ 1 h 245"/>
                <a:gd name="T54" fmla="*/ 1 w 426"/>
                <a:gd name="T55" fmla="*/ 1 h 245"/>
                <a:gd name="T56" fmla="*/ 2 w 426"/>
                <a:gd name="T57" fmla="*/ 0 h 245"/>
                <a:gd name="T58" fmla="*/ 2 w 426"/>
                <a:gd name="T59" fmla="*/ 0 h 245"/>
                <a:gd name="T60" fmla="*/ 2 w 426"/>
                <a:gd name="T61" fmla="*/ 0 h 245"/>
                <a:gd name="T62" fmla="*/ 2 w 426"/>
                <a:gd name="T63" fmla="*/ 0 h 245"/>
                <a:gd name="T64" fmla="*/ 3 w 426"/>
                <a:gd name="T65" fmla="*/ 0 h 245"/>
                <a:gd name="T66" fmla="*/ 3 w 426"/>
                <a:gd name="T67" fmla="*/ 0 h 245"/>
                <a:gd name="T68" fmla="*/ 3 w 426"/>
                <a:gd name="T69" fmla="*/ 0 h 245"/>
                <a:gd name="T70" fmla="*/ 3 w 426"/>
                <a:gd name="T71" fmla="*/ 0 h 245"/>
                <a:gd name="T72" fmla="*/ 3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426" y="0"/>
                  </a:moveTo>
                  <a:lnTo>
                    <a:pt x="426" y="0"/>
                  </a:lnTo>
                  <a:lnTo>
                    <a:pt x="384" y="1"/>
                  </a:lnTo>
                  <a:lnTo>
                    <a:pt x="340" y="4"/>
                  </a:lnTo>
                  <a:lnTo>
                    <a:pt x="300" y="10"/>
                  </a:lnTo>
                  <a:lnTo>
                    <a:pt x="262" y="18"/>
                  </a:lnTo>
                  <a:lnTo>
                    <a:pt x="224" y="29"/>
                  </a:lnTo>
                  <a:lnTo>
                    <a:pt x="189" y="41"/>
                  </a:lnTo>
                  <a:lnTo>
                    <a:pt x="157" y="55"/>
                  </a:lnTo>
                  <a:lnTo>
                    <a:pt x="126" y="70"/>
                  </a:lnTo>
                  <a:lnTo>
                    <a:pt x="99" y="89"/>
                  </a:lnTo>
                  <a:lnTo>
                    <a:pt x="74" y="106"/>
                  </a:lnTo>
                  <a:lnTo>
                    <a:pt x="52" y="126"/>
                  </a:lnTo>
                  <a:lnTo>
                    <a:pt x="34" y="148"/>
                  </a:lnTo>
                  <a:lnTo>
                    <a:pt x="19" y="171"/>
                  </a:lnTo>
                  <a:lnTo>
                    <a:pt x="9" y="194"/>
                  </a:lnTo>
                  <a:lnTo>
                    <a:pt x="3" y="219"/>
                  </a:lnTo>
                  <a:lnTo>
                    <a:pt x="0" y="245"/>
                  </a:lnTo>
                  <a:lnTo>
                    <a:pt x="12" y="245"/>
                  </a:lnTo>
                  <a:lnTo>
                    <a:pt x="15" y="221"/>
                  </a:lnTo>
                  <a:lnTo>
                    <a:pt x="20" y="199"/>
                  </a:lnTo>
                  <a:lnTo>
                    <a:pt x="31" y="178"/>
                  </a:lnTo>
                  <a:lnTo>
                    <a:pt x="44" y="156"/>
                  </a:lnTo>
                  <a:lnTo>
                    <a:pt x="61" y="136"/>
                  </a:lnTo>
                  <a:lnTo>
                    <a:pt x="81" y="116"/>
                  </a:lnTo>
                  <a:lnTo>
                    <a:pt x="106" y="98"/>
                  </a:lnTo>
                  <a:lnTo>
                    <a:pt x="133" y="82"/>
                  </a:lnTo>
                  <a:lnTo>
                    <a:pt x="162" y="66"/>
                  </a:lnTo>
                  <a:lnTo>
                    <a:pt x="194" y="52"/>
                  </a:lnTo>
                  <a:lnTo>
                    <a:pt x="229" y="41"/>
                  </a:lnTo>
                  <a:lnTo>
                    <a:pt x="264" y="30"/>
                  </a:lnTo>
                  <a:lnTo>
                    <a:pt x="303" y="22"/>
                  </a:lnTo>
                  <a:lnTo>
                    <a:pt x="343" y="16"/>
                  </a:lnTo>
                  <a:lnTo>
                    <a:pt x="384" y="12"/>
                  </a:lnTo>
                  <a:lnTo>
                    <a:pt x="426" y="11"/>
                  </a:lnTo>
                  <a:lnTo>
                    <a:pt x="42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9464" name="Freeform 34"/>
            <p:cNvSpPr>
              <a:spLocks/>
            </p:cNvSpPr>
            <p:nvPr/>
          </p:nvSpPr>
          <p:spPr bwMode="auto">
            <a:xfrm>
              <a:off x="1587" y="1929"/>
              <a:ext cx="85" cy="49"/>
            </a:xfrm>
            <a:custGeom>
              <a:avLst/>
              <a:gdLst>
                <a:gd name="T0" fmla="*/ 0 w 426"/>
                <a:gd name="T1" fmla="*/ 0 h 245"/>
                <a:gd name="T2" fmla="*/ 0 w 426"/>
                <a:gd name="T3" fmla="*/ 0 h 245"/>
                <a:gd name="T4" fmla="*/ 0 w 426"/>
                <a:gd name="T5" fmla="*/ 0 h 245"/>
                <a:gd name="T6" fmla="*/ 0 w 426"/>
                <a:gd name="T7" fmla="*/ 0 h 245"/>
                <a:gd name="T8" fmla="*/ 0 w 426"/>
                <a:gd name="T9" fmla="*/ 1 h 245"/>
                <a:gd name="T10" fmla="*/ 0 w 426"/>
                <a:gd name="T11" fmla="*/ 1 h 245"/>
                <a:gd name="T12" fmla="*/ 0 w 426"/>
                <a:gd name="T13" fmla="*/ 1 h 245"/>
                <a:gd name="T14" fmla="*/ 1 w 426"/>
                <a:gd name="T15" fmla="*/ 1 h 245"/>
                <a:gd name="T16" fmla="*/ 1 w 426"/>
                <a:gd name="T17" fmla="*/ 1 h 245"/>
                <a:gd name="T18" fmla="*/ 1 w 426"/>
                <a:gd name="T19" fmla="*/ 1 h 245"/>
                <a:gd name="T20" fmla="*/ 1 w 426"/>
                <a:gd name="T21" fmla="*/ 2 h 245"/>
                <a:gd name="T22" fmla="*/ 2 w 426"/>
                <a:gd name="T23" fmla="*/ 2 h 245"/>
                <a:gd name="T24" fmla="*/ 2 w 426"/>
                <a:gd name="T25" fmla="*/ 2 h 245"/>
                <a:gd name="T26" fmla="*/ 2 w 426"/>
                <a:gd name="T27" fmla="*/ 2 h 245"/>
                <a:gd name="T28" fmla="*/ 2 w 426"/>
                <a:gd name="T29" fmla="*/ 2 h 245"/>
                <a:gd name="T30" fmla="*/ 3 w 426"/>
                <a:gd name="T31" fmla="*/ 2 h 245"/>
                <a:gd name="T32" fmla="*/ 3 w 426"/>
                <a:gd name="T33" fmla="*/ 2 h 245"/>
                <a:gd name="T34" fmla="*/ 3 w 426"/>
                <a:gd name="T35" fmla="*/ 2 h 245"/>
                <a:gd name="T36" fmla="*/ 3 w 426"/>
                <a:gd name="T37" fmla="*/ 2 h 245"/>
                <a:gd name="T38" fmla="*/ 3 w 426"/>
                <a:gd name="T39" fmla="*/ 2 h 245"/>
                <a:gd name="T40" fmla="*/ 3 w 426"/>
                <a:gd name="T41" fmla="*/ 2 h 245"/>
                <a:gd name="T42" fmla="*/ 2 w 426"/>
                <a:gd name="T43" fmla="*/ 2 h 245"/>
                <a:gd name="T44" fmla="*/ 2 w 426"/>
                <a:gd name="T45" fmla="*/ 2 h 245"/>
                <a:gd name="T46" fmla="*/ 2 w 426"/>
                <a:gd name="T47" fmla="*/ 2 h 245"/>
                <a:gd name="T48" fmla="*/ 2 w 426"/>
                <a:gd name="T49" fmla="*/ 2 h 245"/>
                <a:gd name="T50" fmla="*/ 1 w 426"/>
                <a:gd name="T51" fmla="*/ 1 h 245"/>
                <a:gd name="T52" fmla="*/ 1 w 426"/>
                <a:gd name="T53" fmla="*/ 1 h 245"/>
                <a:gd name="T54" fmla="*/ 1 w 426"/>
                <a:gd name="T55" fmla="*/ 1 h 245"/>
                <a:gd name="T56" fmla="*/ 1 w 426"/>
                <a:gd name="T57" fmla="*/ 1 h 245"/>
                <a:gd name="T58" fmla="*/ 0 w 426"/>
                <a:gd name="T59" fmla="*/ 1 h 245"/>
                <a:gd name="T60" fmla="*/ 0 w 426"/>
                <a:gd name="T61" fmla="*/ 1 h 245"/>
                <a:gd name="T62" fmla="*/ 0 w 426"/>
                <a:gd name="T63" fmla="*/ 1 h 245"/>
                <a:gd name="T64" fmla="*/ 0 w 426"/>
                <a:gd name="T65" fmla="*/ 0 h 245"/>
                <a:gd name="T66" fmla="*/ 0 w 426"/>
                <a:gd name="T67" fmla="*/ 0 h 245"/>
                <a:gd name="T68" fmla="*/ 0 w 426"/>
                <a:gd name="T69" fmla="*/ 0 h 245"/>
                <a:gd name="T70" fmla="*/ 0 w 426"/>
                <a:gd name="T71" fmla="*/ 0 h 245"/>
                <a:gd name="T72" fmla="*/ 0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0" y="0"/>
                  </a:moveTo>
                  <a:lnTo>
                    <a:pt x="0" y="0"/>
                  </a:lnTo>
                  <a:lnTo>
                    <a:pt x="3" y="25"/>
                  </a:lnTo>
                  <a:lnTo>
                    <a:pt x="9" y="50"/>
                  </a:lnTo>
                  <a:lnTo>
                    <a:pt x="19" y="73"/>
                  </a:lnTo>
                  <a:lnTo>
                    <a:pt x="34" y="96"/>
                  </a:lnTo>
                  <a:lnTo>
                    <a:pt x="52" y="118"/>
                  </a:lnTo>
                  <a:lnTo>
                    <a:pt x="74" y="138"/>
                  </a:lnTo>
                  <a:lnTo>
                    <a:pt x="99" y="156"/>
                  </a:lnTo>
                  <a:lnTo>
                    <a:pt x="126" y="174"/>
                  </a:lnTo>
                  <a:lnTo>
                    <a:pt x="157" y="190"/>
                  </a:lnTo>
                  <a:lnTo>
                    <a:pt x="189" y="204"/>
                  </a:lnTo>
                  <a:lnTo>
                    <a:pt x="224" y="215"/>
                  </a:lnTo>
                  <a:lnTo>
                    <a:pt x="262" y="226"/>
                  </a:lnTo>
                  <a:lnTo>
                    <a:pt x="300" y="234"/>
                  </a:lnTo>
                  <a:lnTo>
                    <a:pt x="340" y="240"/>
                  </a:lnTo>
                  <a:lnTo>
                    <a:pt x="384" y="244"/>
                  </a:lnTo>
                  <a:lnTo>
                    <a:pt x="426" y="245"/>
                  </a:lnTo>
                  <a:lnTo>
                    <a:pt x="426" y="233"/>
                  </a:lnTo>
                  <a:lnTo>
                    <a:pt x="384" y="232"/>
                  </a:lnTo>
                  <a:lnTo>
                    <a:pt x="343" y="228"/>
                  </a:lnTo>
                  <a:lnTo>
                    <a:pt x="303" y="222"/>
                  </a:lnTo>
                  <a:lnTo>
                    <a:pt x="264" y="214"/>
                  </a:lnTo>
                  <a:lnTo>
                    <a:pt x="229" y="204"/>
                  </a:lnTo>
                  <a:lnTo>
                    <a:pt x="194" y="192"/>
                  </a:lnTo>
                  <a:lnTo>
                    <a:pt x="162" y="178"/>
                  </a:lnTo>
                  <a:lnTo>
                    <a:pt x="133" y="163"/>
                  </a:lnTo>
                  <a:lnTo>
                    <a:pt x="106" y="146"/>
                  </a:lnTo>
                  <a:lnTo>
                    <a:pt x="81" y="129"/>
                  </a:lnTo>
                  <a:lnTo>
                    <a:pt x="61" y="109"/>
                  </a:lnTo>
                  <a:lnTo>
                    <a:pt x="44" y="89"/>
                  </a:lnTo>
                  <a:lnTo>
                    <a:pt x="31" y="66"/>
                  </a:lnTo>
                  <a:lnTo>
                    <a:pt x="20" y="45"/>
                  </a:lnTo>
                  <a:lnTo>
                    <a:pt x="15" y="2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9465" name="Freeform 35"/>
            <p:cNvSpPr>
              <a:spLocks/>
            </p:cNvSpPr>
            <p:nvPr/>
          </p:nvSpPr>
          <p:spPr bwMode="auto">
            <a:xfrm>
              <a:off x="878" y="1448"/>
              <a:ext cx="792" cy="954"/>
            </a:xfrm>
            <a:custGeom>
              <a:avLst/>
              <a:gdLst>
                <a:gd name="T0" fmla="*/ 13 w 3960"/>
                <a:gd name="T1" fmla="*/ 38 h 4768"/>
                <a:gd name="T2" fmla="*/ 14 w 3960"/>
                <a:gd name="T3" fmla="*/ 38 h 4768"/>
                <a:gd name="T4" fmla="*/ 15 w 3960"/>
                <a:gd name="T5" fmla="*/ 38 h 4768"/>
                <a:gd name="T6" fmla="*/ 15 w 3960"/>
                <a:gd name="T7" fmla="*/ 38 h 4768"/>
                <a:gd name="T8" fmla="*/ 16 w 3960"/>
                <a:gd name="T9" fmla="*/ 38 h 4768"/>
                <a:gd name="T10" fmla="*/ 17 w 3960"/>
                <a:gd name="T11" fmla="*/ 38 h 4768"/>
                <a:gd name="T12" fmla="*/ 17 w 3960"/>
                <a:gd name="T13" fmla="*/ 38 h 4768"/>
                <a:gd name="T14" fmla="*/ 18 w 3960"/>
                <a:gd name="T15" fmla="*/ 38 h 4768"/>
                <a:gd name="T16" fmla="*/ 18 w 3960"/>
                <a:gd name="T17" fmla="*/ 38 h 4768"/>
                <a:gd name="T18" fmla="*/ 29 w 3960"/>
                <a:gd name="T19" fmla="*/ 30 h 4768"/>
                <a:gd name="T20" fmla="*/ 30 w 3960"/>
                <a:gd name="T21" fmla="*/ 30 h 4768"/>
                <a:gd name="T22" fmla="*/ 30 w 3960"/>
                <a:gd name="T23" fmla="*/ 29 h 4768"/>
                <a:gd name="T24" fmla="*/ 31 w 3960"/>
                <a:gd name="T25" fmla="*/ 28 h 4768"/>
                <a:gd name="T26" fmla="*/ 31 w 3960"/>
                <a:gd name="T27" fmla="*/ 28 h 4768"/>
                <a:gd name="T28" fmla="*/ 31 w 3960"/>
                <a:gd name="T29" fmla="*/ 27 h 4768"/>
                <a:gd name="T30" fmla="*/ 32 w 3960"/>
                <a:gd name="T31" fmla="*/ 26 h 4768"/>
                <a:gd name="T32" fmla="*/ 32 w 3960"/>
                <a:gd name="T33" fmla="*/ 25 h 4768"/>
                <a:gd name="T34" fmla="*/ 32 w 3960"/>
                <a:gd name="T35" fmla="*/ 11 h 4768"/>
                <a:gd name="T36" fmla="*/ 32 w 3960"/>
                <a:gd name="T37" fmla="*/ 10 h 4768"/>
                <a:gd name="T38" fmla="*/ 31 w 3960"/>
                <a:gd name="T39" fmla="*/ 9 h 4768"/>
                <a:gd name="T40" fmla="*/ 31 w 3960"/>
                <a:gd name="T41" fmla="*/ 9 h 4768"/>
                <a:gd name="T42" fmla="*/ 31 w 3960"/>
                <a:gd name="T43" fmla="*/ 8 h 4768"/>
                <a:gd name="T44" fmla="*/ 31 w 3960"/>
                <a:gd name="T45" fmla="*/ 8 h 4768"/>
                <a:gd name="T46" fmla="*/ 30 w 3960"/>
                <a:gd name="T47" fmla="*/ 7 h 4768"/>
                <a:gd name="T48" fmla="*/ 30 w 3960"/>
                <a:gd name="T49" fmla="*/ 7 h 4768"/>
                <a:gd name="T50" fmla="*/ 29 w 3960"/>
                <a:gd name="T51" fmla="*/ 6 h 4768"/>
                <a:gd name="T52" fmla="*/ 19 w 3960"/>
                <a:gd name="T53" fmla="*/ 1 h 4768"/>
                <a:gd name="T54" fmla="*/ 18 w 3960"/>
                <a:gd name="T55" fmla="*/ 0 h 4768"/>
                <a:gd name="T56" fmla="*/ 17 w 3960"/>
                <a:gd name="T57" fmla="*/ 0 h 4768"/>
                <a:gd name="T58" fmla="*/ 17 w 3960"/>
                <a:gd name="T59" fmla="*/ 0 h 4768"/>
                <a:gd name="T60" fmla="*/ 16 w 3960"/>
                <a:gd name="T61" fmla="*/ 0 h 4768"/>
                <a:gd name="T62" fmla="*/ 15 w 3960"/>
                <a:gd name="T63" fmla="*/ 0 h 4768"/>
                <a:gd name="T64" fmla="*/ 14 w 3960"/>
                <a:gd name="T65" fmla="*/ 0 h 4768"/>
                <a:gd name="T66" fmla="*/ 14 w 3960"/>
                <a:gd name="T67" fmla="*/ 0 h 4768"/>
                <a:gd name="T68" fmla="*/ 2 w 3960"/>
                <a:gd name="T69" fmla="*/ 6 h 4768"/>
                <a:gd name="T70" fmla="*/ 2 w 3960"/>
                <a:gd name="T71" fmla="*/ 7 h 4768"/>
                <a:gd name="T72" fmla="*/ 1 w 3960"/>
                <a:gd name="T73" fmla="*/ 7 h 4768"/>
                <a:gd name="T74" fmla="*/ 1 w 3960"/>
                <a:gd name="T75" fmla="*/ 8 h 4768"/>
                <a:gd name="T76" fmla="*/ 1 w 3960"/>
                <a:gd name="T77" fmla="*/ 8 h 4768"/>
                <a:gd name="T78" fmla="*/ 0 w 3960"/>
                <a:gd name="T79" fmla="*/ 9 h 4768"/>
                <a:gd name="T80" fmla="*/ 0 w 3960"/>
                <a:gd name="T81" fmla="*/ 9 h 4768"/>
                <a:gd name="T82" fmla="*/ 0 w 3960"/>
                <a:gd name="T83" fmla="*/ 10 h 4768"/>
                <a:gd name="T84" fmla="*/ 0 w 3960"/>
                <a:gd name="T85" fmla="*/ 11 h 4768"/>
                <a:gd name="T86" fmla="*/ 0 w 3960"/>
                <a:gd name="T87" fmla="*/ 25 h 4768"/>
                <a:gd name="T88" fmla="*/ 0 w 3960"/>
                <a:gd name="T89" fmla="*/ 26 h 4768"/>
                <a:gd name="T90" fmla="*/ 0 w 3960"/>
                <a:gd name="T91" fmla="*/ 27 h 4768"/>
                <a:gd name="T92" fmla="*/ 1 w 3960"/>
                <a:gd name="T93" fmla="*/ 28 h 4768"/>
                <a:gd name="T94" fmla="*/ 1 w 3960"/>
                <a:gd name="T95" fmla="*/ 29 h 4768"/>
                <a:gd name="T96" fmla="*/ 1 w 3960"/>
                <a:gd name="T97" fmla="*/ 29 h 4768"/>
                <a:gd name="T98" fmla="*/ 2 w 3960"/>
                <a:gd name="T99" fmla="*/ 30 h 4768"/>
                <a:gd name="T100" fmla="*/ 3 w 3960"/>
                <a:gd name="T101" fmla="*/ 31 h 4768"/>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w 3960"/>
                <a:gd name="T154" fmla="*/ 0 h 4768"/>
                <a:gd name="T155" fmla="*/ 3960 w 3960"/>
                <a:gd name="T156" fmla="*/ 4768 h 4768"/>
              </a:gdLst>
              <a:ahLst/>
              <a:cxnLst>
                <a:cxn ang="T102">
                  <a:pos x="T0" y="T1"/>
                </a:cxn>
                <a:cxn ang="T103">
                  <a:pos x="T2" y="T3"/>
                </a:cxn>
                <a:cxn ang="T104">
                  <a:pos x="T4" y="T5"/>
                </a:cxn>
                <a:cxn ang="T105">
                  <a:pos x="T6" y="T7"/>
                </a:cxn>
                <a:cxn ang="T106">
                  <a:pos x="T8" y="T9"/>
                </a:cxn>
                <a:cxn ang="T107">
                  <a:pos x="T10" y="T11"/>
                </a:cxn>
                <a:cxn ang="T108">
                  <a:pos x="T12" y="T13"/>
                </a:cxn>
                <a:cxn ang="T109">
                  <a:pos x="T14" y="T15"/>
                </a:cxn>
                <a:cxn ang="T110">
                  <a:pos x="T16" y="T17"/>
                </a:cxn>
                <a:cxn ang="T111">
                  <a:pos x="T18" y="T19"/>
                </a:cxn>
                <a:cxn ang="T112">
                  <a:pos x="T20" y="T21"/>
                </a:cxn>
                <a:cxn ang="T113">
                  <a:pos x="T22" y="T23"/>
                </a:cxn>
                <a:cxn ang="T114">
                  <a:pos x="T24" y="T25"/>
                </a:cxn>
                <a:cxn ang="T115">
                  <a:pos x="T26" y="T27"/>
                </a:cxn>
                <a:cxn ang="T116">
                  <a:pos x="T28" y="T29"/>
                </a:cxn>
                <a:cxn ang="T117">
                  <a:pos x="T30" y="T31"/>
                </a:cxn>
                <a:cxn ang="T118">
                  <a:pos x="T32" y="T33"/>
                </a:cxn>
                <a:cxn ang="T119">
                  <a:pos x="T34" y="T35"/>
                </a:cxn>
                <a:cxn ang="T120">
                  <a:pos x="T36" y="T37"/>
                </a:cxn>
                <a:cxn ang="T121">
                  <a:pos x="T38" y="T39"/>
                </a:cxn>
                <a:cxn ang="T122">
                  <a:pos x="T40" y="T41"/>
                </a:cxn>
                <a:cxn ang="T123">
                  <a:pos x="T42" y="T43"/>
                </a:cxn>
                <a:cxn ang="T124">
                  <a:pos x="T44" y="T45"/>
                </a:cxn>
                <a:cxn ang="T125">
                  <a:pos x="T46" y="T47"/>
                </a:cxn>
                <a:cxn ang="T126">
                  <a:pos x="T48" y="T49"/>
                </a:cxn>
                <a:cxn ang="T127">
                  <a:pos x="T50" y="T51"/>
                </a:cxn>
                <a:cxn ang="T128">
                  <a:pos x="T52" y="T53"/>
                </a:cxn>
                <a:cxn ang="T129">
                  <a:pos x="T54" y="T55"/>
                </a:cxn>
                <a:cxn ang="T130">
                  <a:pos x="T56" y="T57"/>
                </a:cxn>
                <a:cxn ang="T131">
                  <a:pos x="T58" y="T59"/>
                </a:cxn>
                <a:cxn ang="T132">
                  <a:pos x="T60" y="T61"/>
                </a:cxn>
                <a:cxn ang="T133">
                  <a:pos x="T62" y="T63"/>
                </a:cxn>
                <a:cxn ang="T134">
                  <a:pos x="T64" y="T65"/>
                </a:cxn>
                <a:cxn ang="T135">
                  <a:pos x="T66" y="T67"/>
                </a:cxn>
                <a:cxn ang="T136">
                  <a:pos x="T68" y="T69"/>
                </a:cxn>
                <a:cxn ang="T137">
                  <a:pos x="T70" y="T71"/>
                </a:cxn>
                <a:cxn ang="T138">
                  <a:pos x="T72" y="T73"/>
                </a:cxn>
                <a:cxn ang="T139">
                  <a:pos x="T74" y="T75"/>
                </a:cxn>
                <a:cxn ang="T140">
                  <a:pos x="T76" y="T77"/>
                </a:cxn>
                <a:cxn ang="T141">
                  <a:pos x="T78" y="T79"/>
                </a:cxn>
                <a:cxn ang="T142">
                  <a:pos x="T80" y="T81"/>
                </a:cxn>
                <a:cxn ang="T143">
                  <a:pos x="T82" y="T83"/>
                </a:cxn>
                <a:cxn ang="T144">
                  <a:pos x="T84" y="T85"/>
                </a:cxn>
                <a:cxn ang="T145">
                  <a:pos x="T86" y="T87"/>
                </a:cxn>
                <a:cxn ang="T146">
                  <a:pos x="T88" y="T89"/>
                </a:cxn>
                <a:cxn ang="T147">
                  <a:pos x="T90" y="T91"/>
                </a:cxn>
                <a:cxn ang="T148">
                  <a:pos x="T92" y="T93"/>
                </a:cxn>
                <a:cxn ang="T149">
                  <a:pos x="T94" y="T95"/>
                </a:cxn>
                <a:cxn ang="T150">
                  <a:pos x="T96" y="T97"/>
                </a:cxn>
                <a:cxn ang="T151">
                  <a:pos x="T98" y="T99"/>
                </a:cxn>
                <a:cxn ang="T152">
                  <a:pos x="T100" y="T101"/>
                </a:cxn>
              </a:cxnLst>
              <a:rect l="T153" t="T154" r="T155" b="T156"/>
              <a:pathLst>
                <a:path w="3960" h="4768">
                  <a:moveTo>
                    <a:pt x="353" y="3849"/>
                  </a:moveTo>
                  <a:lnTo>
                    <a:pt x="1661" y="4700"/>
                  </a:lnTo>
                  <a:lnTo>
                    <a:pt x="1697" y="4717"/>
                  </a:lnTo>
                  <a:lnTo>
                    <a:pt x="1736" y="4731"/>
                  </a:lnTo>
                  <a:lnTo>
                    <a:pt x="1776" y="4742"/>
                  </a:lnTo>
                  <a:lnTo>
                    <a:pt x="1818" y="4753"/>
                  </a:lnTo>
                  <a:lnTo>
                    <a:pt x="1860" y="4760"/>
                  </a:lnTo>
                  <a:lnTo>
                    <a:pt x="1902" y="4765"/>
                  </a:lnTo>
                  <a:lnTo>
                    <a:pt x="1946" y="4768"/>
                  </a:lnTo>
                  <a:lnTo>
                    <a:pt x="1988" y="4768"/>
                  </a:lnTo>
                  <a:lnTo>
                    <a:pt x="2031" y="4767"/>
                  </a:lnTo>
                  <a:lnTo>
                    <a:pt x="2073" y="4763"/>
                  </a:lnTo>
                  <a:lnTo>
                    <a:pt x="2114" y="4758"/>
                  </a:lnTo>
                  <a:lnTo>
                    <a:pt x="2154" y="4751"/>
                  </a:lnTo>
                  <a:lnTo>
                    <a:pt x="2193" y="4740"/>
                  </a:lnTo>
                  <a:lnTo>
                    <a:pt x="2230" y="4729"/>
                  </a:lnTo>
                  <a:lnTo>
                    <a:pt x="2264" y="4715"/>
                  </a:lnTo>
                  <a:lnTo>
                    <a:pt x="2297" y="4700"/>
                  </a:lnTo>
                  <a:lnTo>
                    <a:pt x="3639" y="3825"/>
                  </a:lnTo>
                  <a:lnTo>
                    <a:pt x="3673" y="3795"/>
                  </a:lnTo>
                  <a:lnTo>
                    <a:pt x="3707" y="3761"/>
                  </a:lnTo>
                  <a:lnTo>
                    <a:pt x="3738" y="3725"/>
                  </a:lnTo>
                  <a:lnTo>
                    <a:pt x="3768" y="3685"/>
                  </a:lnTo>
                  <a:lnTo>
                    <a:pt x="3796" y="3644"/>
                  </a:lnTo>
                  <a:lnTo>
                    <a:pt x="3821" y="3599"/>
                  </a:lnTo>
                  <a:lnTo>
                    <a:pt x="3846" y="3553"/>
                  </a:lnTo>
                  <a:lnTo>
                    <a:pt x="3868" y="3505"/>
                  </a:lnTo>
                  <a:lnTo>
                    <a:pt x="3888" y="3456"/>
                  </a:lnTo>
                  <a:lnTo>
                    <a:pt x="3907" y="3406"/>
                  </a:lnTo>
                  <a:lnTo>
                    <a:pt x="3922" y="3354"/>
                  </a:lnTo>
                  <a:lnTo>
                    <a:pt x="3935" y="3303"/>
                  </a:lnTo>
                  <a:lnTo>
                    <a:pt x="3946" y="3250"/>
                  </a:lnTo>
                  <a:lnTo>
                    <a:pt x="3953" y="3197"/>
                  </a:lnTo>
                  <a:lnTo>
                    <a:pt x="3957" y="3144"/>
                  </a:lnTo>
                  <a:lnTo>
                    <a:pt x="3960" y="3092"/>
                  </a:lnTo>
                  <a:lnTo>
                    <a:pt x="3959" y="1313"/>
                  </a:lnTo>
                  <a:lnTo>
                    <a:pt x="3955" y="1271"/>
                  </a:lnTo>
                  <a:lnTo>
                    <a:pt x="3949" y="1229"/>
                  </a:lnTo>
                  <a:lnTo>
                    <a:pt x="3941" y="1189"/>
                  </a:lnTo>
                  <a:lnTo>
                    <a:pt x="3930" y="1149"/>
                  </a:lnTo>
                  <a:lnTo>
                    <a:pt x="3918" y="1111"/>
                  </a:lnTo>
                  <a:lnTo>
                    <a:pt x="3902" y="1075"/>
                  </a:lnTo>
                  <a:lnTo>
                    <a:pt x="3886" y="1040"/>
                  </a:lnTo>
                  <a:lnTo>
                    <a:pt x="3867" y="1006"/>
                  </a:lnTo>
                  <a:lnTo>
                    <a:pt x="3846" y="973"/>
                  </a:lnTo>
                  <a:lnTo>
                    <a:pt x="3823" y="942"/>
                  </a:lnTo>
                  <a:lnTo>
                    <a:pt x="3798" y="913"/>
                  </a:lnTo>
                  <a:lnTo>
                    <a:pt x="3771" y="886"/>
                  </a:lnTo>
                  <a:lnTo>
                    <a:pt x="3743" y="860"/>
                  </a:lnTo>
                  <a:lnTo>
                    <a:pt x="3714" y="837"/>
                  </a:lnTo>
                  <a:lnTo>
                    <a:pt x="3682" y="816"/>
                  </a:lnTo>
                  <a:lnTo>
                    <a:pt x="3649" y="796"/>
                  </a:lnTo>
                  <a:lnTo>
                    <a:pt x="2386" y="83"/>
                  </a:lnTo>
                  <a:lnTo>
                    <a:pt x="2350" y="65"/>
                  </a:lnTo>
                  <a:lnTo>
                    <a:pt x="2310" y="50"/>
                  </a:lnTo>
                  <a:lnTo>
                    <a:pt x="2268" y="36"/>
                  </a:lnTo>
                  <a:lnTo>
                    <a:pt x="2223" y="24"/>
                  </a:lnTo>
                  <a:lnTo>
                    <a:pt x="2178" y="15"/>
                  </a:lnTo>
                  <a:lnTo>
                    <a:pt x="2131" y="8"/>
                  </a:lnTo>
                  <a:lnTo>
                    <a:pt x="2082" y="3"/>
                  </a:lnTo>
                  <a:lnTo>
                    <a:pt x="2032" y="0"/>
                  </a:lnTo>
                  <a:lnTo>
                    <a:pt x="1982" y="1"/>
                  </a:lnTo>
                  <a:lnTo>
                    <a:pt x="1933" y="3"/>
                  </a:lnTo>
                  <a:lnTo>
                    <a:pt x="1882" y="9"/>
                  </a:lnTo>
                  <a:lnTo>
                    <a:pt x="1833" y="17"/>
                  </a:lnTo>
                  <a:lnTo>
                    <a:pt x="1785" y="29"/>
                  </a:lnTo>
                  <a:lnTo>
                    <a:pt x="1737" y="43"/>
                  </a:lnTo>
                  <a:lnTo>
                    <a:pt x="1691" y="62"/>
                  </a:lnTo>
                  <a:lnTo>
                    <a:pt x="1647" y="83"/>
                  </a:lnTo>
                  <a:lnTo>
                    <a:pt x="311" y="782"/>
                  </a:lnTo>
                  <a:lnTo>
                    <a:pt x="276" y="803"/>
                  </a:lnTo>
                  <a:lnTo>
                    <a:pt x="243" y="826"/>
                  </a:lnTo>
                  <a:lnTo>
                    <a:pt x="213" y="852"/>
                  </a:lnTo>
                  <a:lnTo>
                    <a:pt x="184" y="879"/>
                  </a:lnTo>
                  <a:lnTo>
                    <a:pt x="155" y="908"/>
                  </a:lnTo>
                  <a:lnTo>
                    <a:pt x="131" y="939"/>
                  </a:lnTo>
                  <a:lnTo>
                    <a:pt x="107" y="971"/>
                  </a:lnTo>
                  <a:lnTo>
                    <a:pt x="86" y="1005"/>
                  </a:lnTo>
                  <a:lnTo>
                    <a:pt x="68" y="1040"/>
                  </a:lnTo>
                  <a:lnTo>
                    <a:pt x="50" y="1076"/>
                  </a:lnTo>
                  <a:lnTo>
                    <a:pt x="36" y="1115"/>
                  </a:lnTo>
                  <a:lnTo>
                    <a:pt x="23" y="1153"/>
                  </a:lnTo>
                  <a:lnTo>
                    <a:pt x="14" y="1195"/>
                  </a:lnTo>
                  <a:lnTo>
                    <a:pt x="7" y="1236"/>
                  </a:lnTo>
                  <a:lnTo>
                    <a:pt x="2" y="1279"/>
                  </a:lnTo>
                  <a:lnTo>
                    <a:pt x="0" y="1322"/>
                  </a:lnTo>
                  <a:lnTo>
                    <a:pt x="0" y="3093"/>
                  </a:lnTo>
                  <a:lnTo>
                    <a:pt x="2" y="3147"/>
                  </a:lnTo>
                  <a:lnTo>
                    <a:pt x="7" y="3202"/>
                  </a:lnTo>
                  <a:lnTo>
                    <a:pt x="15" y="3257"/>
                  </a:lnTo>
                  <a:lnTo>
                    <a:pt x="27" y="3312"/>
                  </a:lnTo>
                  <a:lnTo>
                    <a:pt x="42" y="3366"/>
                  </a:lnTo>
                  <a:lnTo>
                    <a:pt x="59" y="3420"/>
                  </a:lnTo>
                  <a:lnTo>
                    <a:pt x="79" y="3474"/>
                  </a:lnTo>
                  <a:lnTo>
                    <a:pt x="102" y="3525"/>
                  </a:lnTo>
                  <a:lnTo>
                    <a:pt x="127" y="3576"/>
                  </a:lnTo>
                  <a:lnTo>
                    <a:pt x="154" y="3624"/>
                  </a:lnTo>
                  <a:lnTo>
                    <a:pt x="184" y="3670"/>
                  </a:lnTo>
                  <a:lnTo>
                    <a:pt x="214" y="3712"/>
                  </a:lnTo>
                  <a:lnTo>
                    <a:pt x="247" y="3752"/>
                  </a:lnTo>
                  <a:lnTo>
                    <a:pt x="281" y="3788"/>
                  </a:lnTo>
                  <a:lnTo>
                    <a:pt x="317" y="3821"/>
                  </a:lnTo>
                  <a:lnTo>
                    <a:pt x="353" y="384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9466" name="Freeform 36"/>
            <p:cNvSpPr>
              <a:spLocks/>
            </p:cNvSpPr>
            <p:nvPr/>
          </p:nvSpPr>
          <p:spPr bwMode="auto">
            <a:xfrm>
              <a:off x="943" y="2210"/>
              <a:ext cx="276" cy="187"/>
            </a:xfrm>
            <a:custGeom>
              <a:avLst/>
              <a:gdLst>
                <a:gd name="T0" fmla="*/ 11 w 1380"/>
                <a:gd name="T1" fmla="*/ 7 h 937"/>
                <a:gd name="T2" fmla="*/ 11 w 1380"/>
                <a:gd name="T3" fmla="*/ 7 h 937"/>
                <a:gd name="T4" fmla="*/ 0 w 1380"/>
                <a:gd name="T5" fmla="*/ 0 h 937"/>
                <a:gd name="T6" fmla="*/ 0 w 1380"/>
                <a:gd name="T7" fmla="*/ 1 h 937"/>
                <a:gd name="T8" fmla="*/ 10 w 1380"/>
                <a:gd name="T9" fmla="*/ 7 h 937"/>
                <a:gd name="T10" fmla="*/ 10 w 1380"/>
                <a:gd name="T11" fmla="*/ 7 h 937"/>
                <a:gd name="T12" fmla="*/ 10 w 1380"/>
                <a:gd name="T13" fmla="*/ 7 h 937"/>
                <a:gd name="T14" fmla="*/ 11 w 1380"/>
                <a:gd name="T15" fmla="*/ 7 h 937"/>
                <a:gd name="T16" fmla="*/ 11 w 1380"/>
                <a:gd name="T17" fmla="*/ 7 h 937"/>
                <a:gd name="T18" fmla="*/ 11 w 1380"/>
                <a:gd name="T19" fmla="*/ 7 h 937"/>
                <a:gd name="T20" fmla="*/ 11 w 1380"/>
                <a:gd name="T21" fmla="*/ 7 h 937"/>
                <a:gd name="T22" fmla="*/ 11 w 1380"/>
                <a:gd name="T23" fmla="*/ 7 h 937"/>
                <a:gd name="T24" fmla="*/ 11 w 1380"/>
                <a:gd name="T25" fmla="*/ 7 h 937"/>
                <a:gd name="T26" fmla="*/ 11 w 1380"/>
                <a:gd name="T27" fmla="*/ 7 h 937"/>
                <a:gd name="T28" fmla="*/ 11 w 1380"/>
                <a:gd name="T29" fmla="*/ 7 h 937"/>
                <a:gd name="T30" fmla="*/ 11 w 1380"/>
                <a:gd name="T31" fmla="*/ 7 h 93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80"/>
                <a:gd name="T49" fmla="*/ 0 h 937"/>
                <a:gd name="T50" fmla="*/ 1380 w 1380"/>
                <a:gd name="T51" fmla="*/ 937 h 93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80" h="937">
                  <a:moveTo>
                    <a:pt x="1354" y="848"/>
                  </a:moveTo>
                  <a:lnTo>
                    <a:pt x="1359" y="851"/>
                  </a:lnTo>
                  <a:lnTo>
                    <a:pt x="51" y="0"/>
                  </a:lnTo>
                  <a:lnTo>
                    <a:pt x="0" y="78"/>
                  </a:lnTo>
                  <a:lnTo>
                    <a:pt x="1307" y="929"/>
                  </a:lnTo>
                  <a:lnTo>
                    <a:pt x="1312" y="932"/>
                  </a:lnTo>
                  <a:lnTo>
                    <a:pt x="1307" y="929"/>
                  </a:lnTo>
                  <a:lnTo>
                    <a:pt x="1326" y="937"/>
                  </a:lnTo>
                  <a:lnTo>
                    <a:pt x="1345" y="936"/>
                  </a:lnTo>
                  <a:lnTo>
                    <a:pt x="1360" y="929"/>
                  </a:lnTo>
                  <a:lnTo>
                    <a:pt x="1372" y="916"/>
                  </a:lnTo>
                  <a:lnTo>
                    <a:pt x="1379" y="899"/>
                  </a:lnTo>
                  <a:lnTo>
                    <a:pt x="1380" y="883"/>
                  </a:lnTo>
                  <a:lnTo>
                    <a:pt x="1374" y="865"/>
                  </a:lnTo>
                  <a:lnTo>
                    <a:pt x="1359" y="851"/>
                  </a:lnTo>
                  <a:lnTo>
                    <a:pt x="1354" y="84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9467" name="Freeform 37"/>
            <p:cNvSpPr>
              <a:spLocks/>
            </p:cNvSpPr>
            <p:nvPr/>
          </p:nvSpPr>
          <p:spPr bwMode="auto">
            <a:xfrm>
              <a:off x="1206" y="2379"/>
              <a:ext cx="140" cy="32"/>
            </a:xfrm>
            <a:custGeom>
              <a:avLst/>
              <a:gdLst>
                <a:gd name="T0" fmla="*/ 5 w 703"/>
                <a:gd name="T1" fmla="*/ 0 h 162"/>
                <a:gd name="T2" fmla="*/ 5 w 703"/>
                <a:gd name="T3" fmla="*/ 0 h 162"/>
                <a:gd name="T4" fmla="*/ 5 w 703"/>
                <a:gd name="T5" fmla="*/ 0 h 162"/>
                <a:gd name="T6" fmla="*/ 5 w 703"/>
                <a:gd name="T7" fmla="*/ 0 h 162"/>
                <a:gd name="T8" fmla="*/ 4 w 703"/>
                <a:gd name="T9" fmla="*/ 0 h 162"/>
                <a:gd name="T10" fmla="*/ 4 w 703"/>
                <a:gd name="T11" fmla="*/ 0 h 162"/>
                <a:gd name="T12" fmla="*/ 4 w 703"/>
                <a:gd name="T13" fmla="*/ 0 h 162"/>
                <a:gd name="T14" fmla="*/ 3 w 703"/>
                <a:gd name="T15" fmla="*/ 1 h 162"/>
                <a:gd name="T16" fmla="*/ 3 w 703"/>
                <a:gd name="T17" fmla="*/ 1 h 162"/>
                <a:gd name="T18" fmla="*/ 3 w 703"/>
                <a:gd name="T19" fmla="*/ 1 h 162"/>
                <a:gd name="T20" fmla="*/ 2 w 703"/>
                <a:gd name="T21" fmla="*/ 1 h 162"/>
                <a:gd name="T22" fmla="*/ 2 w 703"/>
                <a:gd name="T23" fmla="*/ 1 h 162"/>
                <a:gd name="T24" fmla="*/ 2 w 703"/>
                <a:gd name="T25" fmla="*/ 0 h 162"/>
                <a:gd name="T26" fmla="*/ 1 w 703"/>
                <a:gd name="T27" fmla="*/ 0 h 162"/>
                <a:gd name="T28" fmla="*/ 1 w 703"/>
                <a:gd name="T29" fmla="*/ 0 h 162"/>
                <a:gd name="T30" fmla="*/ 1 w 703"/>
                <a:gd name="T31" fmla="*/ 0 h 162"/>
                <a:gd name="T32" fmla="*/ 1 w 703"/>
                <a:gd name="T33" fmla="*/ 0 h 162"/>
                <a:gd name="T34" fmla="*/ 0 w 703"/>
                <a:gd name="T35" fmla="*/ 0 h 162"/>
                <a:gd name="T36" fmla="*/ 0 w 703"/>
                <a:gd name="T37" fmla="*/ 1 h 162"/>
                <a:gd name="T38" fmla="*/ 0 w 703"/>
                <a:gd name="T39" fmla="*/ 1 h 162"/>
                <a:gd name="T40" fmla="*/ 1 w 703"/>
                <a:gd name="T41" fmla="*/ 1 h 162"/>
                <a:gd name="T42" fmla="*/ 1 w 703"/>
                <a:gd name="T43" fmla="*/ 1 h 162"/>
                <a:gd name="T44" fmla="*/ 1 w 703"/>
                <a:gd name="T45" fmla="*/ 1 h 162"/>
                <a:gd name="T46" fmla="*/ 2 w 703"/>
                <a:gd name="T47" fmla="*/ 1 h 162"/>
                <a:gd name="T48" fmla="*/ 2 w 703"/>
                <a:gd name="T49" fmla="*/ 1 h 162"/>
                <a:gd name="T50" fmla="*/ 2 w 703"/>
                <a:gd name="T51" fmla="*/ 1 h 162"/>
                <a:gd name="T52" fmla="*/ 3 w 703"/>
                <a:gd name="T53" fmla="*/ 1 h 162"/>
                <a:gd name="T54" fmla="*/ 3 w 703"/>
                <a:gd name="T55" fmla="*/ 1 h 162"/>
                <a:gd name="T56" fmla="*/ 3 w 703"/>
                <a:gd name="T57" fmla="*/ 1 h 162"/>
                <a:gd name="T58" fmla="*/ 4 w 703"/>
                <a:gd name="T59" fmla="*/ 1 h 162"/>
                <a:gd name="T60" fmla="*/ 4 w 703"/>
                <a:gd name="T61" fmla="*/ 1 h 162"/>
                <a:gd name="T62" fmla="*/ 5 w 703"/>
                <a:gd name="T63" fmla="*/ 1 h 162"/>
                <a:gd name="T64" fmla="*/ 5 w 703"/>
                <a:gd name="T65" fmla="*/ 1 h 162"/>
                <a:gd name="T66" fmla="*/ 5 w 703"/>
                <a:gd name="T67" fmla="*/ 1 h 162"/>
                <a:gd name="T68" fmla="*/ 5 w 703"/>
                <a:gd name="T69" fmla="*/ 1 h 162"/>
                <a:gd name="T70" fmla="*/ 5 w 703"/>
                <a:gd name="T71" fmla="*/ 1 h 162"/>
                <a:gd name="T72" fmla="*/ 5 w 703"/>
                <a:gd name="T73" fmla="*/ 1 h 162"/>
                <a:gd name="T74" fmla="*/ 5 w 703"/>
                <a:gd name="T75" fmla="*/ 1 h 162"/>
                <a:gd name="T76" fmla="*/ 6 w 703"/>
                <a:gd name="T77" fmla="*/ 0 h 162"/>
                <a:gd name="T78" fmla="*/ 6 w 703"/>
                <a:gd name="T79" fmla="*/ 0 h 162"/>
                <a:gd name="T80" fmla="*/ 6 w 703"/>
                <a:gd name="T81" fmla="*/ 0 h 162"/>
                <a:gd name="T82" fmla="*/ 5 w 703"/>
                <a:gd name="T83" fmla="*/ 0 h 162"/>
                <a:gd name="T84" fmla="*/ 5 w 703"/>
                <a:gd name="T85" fmla="*/ 0 h 162"/>
                <a:gd name="T86" fmla="*/ 5 w 703"/>
                <a:gd name="T87" fmla="*/ 0 h 162"/>
                <a:gd name="T88" fmla="*/ 5 w 703"/>
                <a:gd name="T89" fmla="*/ 0 h 162"/>
                <a:gd name="T90" fmla="*/ 5 w 703"/>
                <a:gd name="T91" fmla="*/ 0 h 162"/>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703"/>
                <a:gd name="T139" fmla="*/ 0 h 162"/>
                <a:gd name="T140" fmla="*/ 703 w 703"/>
                <a:gd name="T141" fmla="*/ 162 h 162"/>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703" h="162">
                  <a:moveTo>
                    <a:pt x="631" y="8"/>
                  </a:moveTo>
                  <a:lnTo>
                    <a:pt x="636" y="6"/>
                  </a:lnTo>
                  <a:lnTo>
                    <a:pt x="606" y="20"/>
                  </a:lnTo>
                  <a:lnTo>
                    <a:pt x="575" y="32"/>
                  </a:lnTo>
                  <a:lnTo>
                    <a:pt x="540" y="42"/>
                  </a:lnTo>
                  <a:lnTo>
                    <a:pt x="504" y="52"/>
                  </a:lnTo>
                  <a:lnTo>
                    <a:pt x="467" y="59"/>
                  </a:lnTo>
                  <a:lnTo>
                    <a:pt x="428" y="64"/>
                  </a:lnTo>
                  <a:lnTo>
                    <a:pt x="389" y="67"/>
                  </a:lnTo>
                  <a:lnTo>
                    <a:pt x="348" y="68"/>
                  </a:lnTo>
                  <a:lnTo>
                    <a:pt x="308" y="68"/>
                  </a:lnTo>
                  <a:lnTo>
                    <a:pt x="267" y="65"/>
                  </a:lnTo>
                  <a:lnTo>
                    <a:pt x="226" y="61"/>
                  </a:lnTo>
                  <a:lnTo>
                    <a:pt x="187" y="54"/>
                  </a:lnTo>
                  <a:lnTo>
                    <a:pt x="148" y="44"/>
                  </a:lnTo>
                  <a:lnTo>
                    <a:pt x="110" y="33"/>
                  </a:lnTo>
                  <a:lnTo>
                    <a:pt x="75" y="20"/>
                  </a:lnTo>
                  <a:lnTo>
                    <a:pt x="42" y="5"/>
                  </a:lnTo>
                  <a:lnTo>
                    <a:pt x="0" y="89"/>
                  </a:lnTo>
                  <a:lnTo>
                    <a:pt x="40" y="107"/>
                  </a:lnTo>
                  <a:lnTo>
                    <a:pt x="82" y="122"/>
                  </a:lnTo>
                  <a:lnTo>
                    <a:pt x="124" y="135"/>
                  </a:lnTo>
                  <a:lnTo>
                    <a:pt x="169" y="146"/>
                  </a:lnTo>
                  <a:lnTo>
                    <a:pt x="214" y="153"/>
                  </a:lnTo>
                  <a:lnTo>
                    <a:pt x="258" y="158"/>
                  </a:lnTo>
                  <a:lnTo>
                    <a:pt x="303" y="162"/>
                  </a:lnTo>
                  <a:lnTo>
                    <a:pt x="348" y="162"/>
                  </a:lnTo>
                  <a:lnTo>
                    <a:pt x="394" y="161"/>
                  </a:lnTo>
                  <a:lnTo>
                    <a:pt x="439" y="157"/>
                  </a:lnTo>
                  <a:lnTo>
                    <a:pt x="481" y="150"/>
                  </a:lnTo>
                  <a:lnTo>
                    <a:pt x="525" y="143"/>
                  </a:lnTo>
                  <a:lnTo>
                    <a:pt x="566" y="132"/>
                  </a:lnTo>
                  <a:lnTo>
                    <a:pt x="606" y="121"/>
                  </a:lnTo>
                  <a:lnTo>
                    <a:pt x="643" y="105"/>
                  </a:lnTo>
                  <a:lnTo>
                    <a:pt x="678" y="88"/>
                  </a:lnTo>
                  <a:lnTo>
                    <a:pt x="683" y="86"/>
                  </a:lnTo>
                  <a:lnTo>
                    <a:pt x="678" y="88"/>
                  </a:lnTo>
                  <a:lnTo>
                    <a:pt x="695" y="75"/>
                  </a:lnTo>
                  <a:lnTo>
                    <a:pt x="702" y="60"/>
                  </a:lnTo>
                  <a:lnTo>
                    <a:pt x="703" y="42"/>
                  </a:lnTo>
                  <a:lnTo>
                    <a:pt x="698" y="26"/>
                  </a:lnTo>
                  <a:lnTo>
                    <a:pt x="688" y="12"/>
                  </a:lnTo>
                  <a:lnTo>
                    <a:pt x="674" y="3"/>
                  </a:lnTo>
                  <a:lnTo>
                    <a:pt x="656" y="0"/>
                  </a:lnTo>
                  <a:lnTo>
                    <a:pt x="636" y="6"/>
                  </a:lnTo>
                  <a:lnTo>
                    <a:pt x="631"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9468" name="Freeform 38"/>
            <p:cNvSpPr>
              <a:spLocks/>
            </p:cNvSpPr>
            <p:nvPr/>
          </p:nvSpPr>
          <p:spPr bwMode="auto">
            <a:xfrm>
              <a:off x="1332" y="2204"/>
              <a:ext cx="283" cy="192"/>
            </a:xfrm>
            <a:custGeom>
              <a:avLst/>
              <a:gdLst>
                <a:gd name="T0" fmla="*/ 11 w 1415"/>
                <a:gd name="T1" fmla="*/ 0 h 960"/>
                <a:gd name="T2" fmla="*/ 11 w 1415"/>
                <a:gd name="T3" fmla="*/ 0 h 960"/>
                <a:gd name="T4" fmla="*/ 0 w 1415"/>
                <a:gd name="T5" fmla="*/ 7 h 960"/>
                <a:gd name="T6" fmla="*/ 0 w 1415"/>
                <a:gd name="T7" fmla="*/ 8 h 960"/>
                <a:gd name="T8" fmla="*/ 11 w 1415"/>
                <a:gd name="T9" fmla="*/ 1 h 960"/>
                <a:gd name="T10" fmla="*/ 11 w 1415"/>
                <a:gd name="T11" fmla="*/ 1 h 960"/>
                <a:gd name="T12" fmla="*/ 11 w 1415"/>
                <a:gd name="T13" fmla="*/ 1 h 960"/>
                <a:gd name="T14" fmla="*/ 11 w 1415"/>
                <a:gd name="T15" fmla="*/ 1 h 960"/>
                <a:gd name="T16" fmla="*/ 11 w 1415"/>
                <a:gd name="T17" fmla="*/ 0 h 960"/>
                <a:gd name="T18" fmla="*/ 11 w 1415"/>
                <a:gd name="T19" fmla="*/ 0 h 960"/>
                <a:gd name="T20" fmla="*/ 11 w 1415"/>
                <a:gd name="T21" fmla="*/ 0 h 960"/>
                <a:gd name="T22" fmla="*/ 11 w 1415"/>
                <a:gd name="T23" fmla="*/ 0 h 960"/>
                <a:gd name="T24" fmla="*/ 11 w 1415"/>
                <a:gd name="T25" fmla="*/ 0 h 960"/>
                <a:gd name="T26" fmla="*/ 11 w 1415"/>
                <a:gd name="T27" fmla="*/ 0 h 960"/>
                <a:gd name="T28" fmla="*/ 11 w 1415"/>
                <a:gd name="T29" fmla="*/ 0 h 960"/>
                <a:gd name="T30" fmla="*/ 11 w 1415"/>
                <a:gd name="T31" fmla="*/ 0 h 96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15"/>
                <a:gd name="T49" fmla="*/ 0 h 960"/>
                <a:gd name="T50" fmla="*/ 1415 w 1415"/>
                <a:gd name="T51" fmla="*/ 960 h 96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15" h="960">
                  <a:moveTo>
                    <a:pt x="1338" y="10"/>
                  </a:moveTo>
                  <a:lnTo>
                    <a:pt x="1342" y="8"/>
                  </a:lnTo>
                  <a:lnTo>
                    <a:pt x="0" y="882"/>
                  </a:lnTo>
                  <a:lnTo>
                    <a:pt x="52" y="960"/>
                  </a:lnTo>
                  <a:lnTo>
                    <a:pt x="1393" y="85"/>
                  </a:lnTo>
                  <a:lnTo>
                    <a:pt x="1397" y="83"/>
                  </a:lnTo>
                  <a:lnTo>
                    <a:pt x="1393" y="85"/>
                  </a:lnTo>
                  <a:lnTo>
                    <a:pt x="1409" y="71"/>
                  </a:lnTo>
                  <a:lnTo>
                    <a:pt x="1415" y="53"/>
                  </a:lnTo>
                  <a:lnTo>
                    <a:pt x="1413" y="37"/>
                  </a:lnTo>
                  <a:lnTo>
                    <a:pt x="1406" y="21"/>
                  </a:lnTo>
                  <a:lnTo>
                    <a:pt x="1395" y="8"/>
                  </a:lnTo>
                  <a:lnTo>
                    <a:pt x="1379" y="1"/>
                  </a:lnTo>
                  <a:lnTo>
                    <a:pt x="1361" y="0"/>
                  </a:lnTo>
                  <a:lnTo>
                    <a:pt x="1342" y="8"/>
                  </a:lnTo>
                  <a:lnTo>
                    <a:pt x="1338" y="1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9469" name="Freeform 39"/>
            <p:cNvSpPr>
              <a:spLocks/>
            </p:cNvSpPr>
            <p:nvPr/>
          </p:nvSpPr>
          <p:spPr bwMode="auto">
            <a:xfrm>
              <a:off x="1599" y="2057"/>
              <a:ext cx="80" cy="163"/>
            </a:xfrm>
            <a:custGeom>
              <a:avLst/>
              <a:gdLst>
                <a:gd name="T0" fmla="*/ 2 w 398"/>
                <a:gd name="T1" fmla="*/ 0 h 817"/>
                <a:gd name="T2" fmla="*/ 2 w 398"/>
                <a:gd name="T3" fmla="*/ 0 h 817"/>
                <a:gd name="T4" fmla="*/ 2 w 398"/>
                <a:gd name="T5" fmla="*/ 1 h 817"/>
                <a:gd name="T6" fmla="*/ 2 w 398"/>
                <a:gd name="T7" fmla="*/ 1 h 817"/>
                <a:gd name="T8" fmla="*/ 2 w 398"/>
                <a:gd name="T9" fmla="*/ 2 h 817"/>
                <a:gd name="T10" fmla="*/ 2 w 398"/>
                <a:gd name="T11" fmla="*/ 2 h 817"/>
                <a:gd name="T12" fmla="*/ 2 w 398"/>
                <a:gd name="T13" fmla="*/ 2 h 817"/>
                <a:gd name="T14" fmla="*/ 2 w 398"/>
                <a:gd name="T15" fmla="*/ 3 h 817"/>
                <a:gd name="T16" fmla="*/ 2 w 398"/>
                <a:gd name="T17" fmla="*/ 3 h 817"/>
                <a:gd name="T18" fmla="*/ 2 w 398"/>
                <a:gd name="T19" fmla="*/ 4 h 817"/>
                <a:gd name="T20" fmla="*/ 2 w 398"/>
                <a:gd name="T21" fmla="*/ 4 h 817"/>
                <a:gd name="T22" fmla="*/ 1 w 398"/>
                <a:gd name="T23" fmla="*/ 4 h 817"/>
                <a:gd name="T24" fmla="*/ 1 w 398"/>
                <a:gd name="T25" fmla="*/ 5 h 817"/>
                <a:gd name="T26" fmla="*/ 1 w 398"/>
                <a:gd name="T27" fmla="*/ 5 h 817"/>
                <a:gd name="T28" fmla="*/ 1 w 398"/>
                <a:gd name="T29" fmla="*/ 5 h 817"/>
                <a:gd name="T30" fmla="*/ 1 w 398"/>
                <a:gd name="T31" fmla="*/ 5 h 817"/>
                <a:gd name="T32" fmla="*/ 0 w 398"/>
                <a:gd name="T33" fmla="*/ 6 h 817"/>
                <a:gd name="T34" fmla="*/ 0 w 398"/>
                <a:gd name="T35" fmla="*/ 6 h 817"/>
                <a:gd name="T36" fmla="*/ 0 w 398"/>
                <a:gd name="T37" fmla="*/ 7 h 817"/>
                <a:gd name="T38" fmla="*/ 1 w 398"/>
                <a:gd name="T39" fmla="*/ 6 h 817"/>
                <a:gd name="T40" fmla="*/ 1 w 398"/>
                <a:gd name="T41" fmla="*/ 6 h 817"/>
                <a:gd name="T42" fmla="*/ 1 w 398"/>
                <a:gd name="T43" fmla="*/ 6 h 817"/>
                <a:gd name="T44" fmla="*/ 2 w 398"/>
                <a:gd name="T45" fmla="*/ 5 h 817"/>
                <a:gd name="T46" fmla="*/ 2 w 398"/>
                <a:gd name="T47" fmla="*/ 5 h 817"/>
                <a:gd name="T48" fmla="*/ 2 w 398"/>
                <a:gd name="T49" fmla="*/ 5 h 817"/>
                <a:gd name="T50" fmla="*/ 2 w 398"/>
                <a:gd name="T51" fmla="*/ 4 h 817"/>
                <a:gd name="T52" fmla="*/ 2 w 398"/>
                <a:gd name="T53" fmla="*/ 4 h 817"/>
                <a:gd name="T54" fmla="*/ 3 w 398"/>
                <a:gd name="T55" fmla="*/ 3 h 817"/>
                <a:gd name="T56" fmla="*/ 3 w 398"/>
                <a:gd name="T57" fmla="*/ 3 h 817"/>
                <a:gd name="T58" fmla="*/ 3 w 398"/>
                <a:gd name="T59" fmla="*/ 3 h 817"/>
                <a:gd name="T60" fmla="*/ 3 w 398"/>
                <a:gd name="T61" fmla="*/ 2 h 817"/>
                <a:gd name="T62" fmla="*/ 3 w 398"/>
                <a:gd name="T63" fmla="*/ 2 h 817"/>
                <a:gd name="T64" fmla="*/ 3 w 398"/>
                <a:gd name="T65" fmla="*/ 1 h 817"/>
                <a:gd name="T66" fmla="*/ 3 w 398"/>
                <a:gd name="T67" fmla="*/ 1 h 817"/>
                <a:gd name="T68" fmla="*/ 3 w 398"/>
                <a:gd name="T69" fmla="*/ 0 h 817"/>
                <a:gd name="T70" fmla="*/ 3 w 398"/>
                <a:gd name="T71" fmla="*/ 0 h 817"/>
                <a:gd name="T72" fmla="*/ 3 w 398"/>
                <a:gd name="T73" fmla="*/ 0 h 817"/>
                <a:gd name="T74" fmla="*/ 3 w 398"/>
                <a:gd name="T75" fmla="*/ 0 h 817"/>
                <a:gd name="T76" fmla="*/ 3 w 398"/>
                <a:gd name="T77" fmla="*/ 0 h 817"/>
                <a:gd name="T78" fmla="*/ 3 w 398"/>
                <a:gd name="T79" fmla="*/ 0 h 817"/>
                <a:gd name="T80" fmla="*/ 3 w 398"/>
                <a:gd name="T81" fmla="*/ 0 h 817"/>
                <a:gd name="T82" fmla="*/ 3 w 398"/>
                <a:gd name="T83" fmla="*/ 0 h 817"/>
                <a:gd name="T84" fmla="*/ 3 w 398"/>
                <a:gd name="T85" fmla="*/ 0 h 817"/>
                <a:gd name="T86" fmla="*/ 2 w 398"/>
                <a:gd name="T87" fmla="*/ 0 h 817"/>
                <a:gd name="T88" fmla="*/ 2 w 398"/>
                <a:gd name="T89" fmla="*/ 0 h 817"/>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398"/>
                <a:gd name="T136" fmla="*/ 0 h 817"/>
                <a:gd name="T137" fmla="*/ 398 w 398"/>
                <a:gd name="T138" fmla="*/ 817 h 817"/>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398" h="817">
                  <a:moveTo>
                    <a:pt x="304" y="47"/>
                  </a:moveTo>
                  <a:lnTo>
                    <a:pt x="304" y="47"/>
                  </a:lnTo>
                  <a:lnTo>
                    <a:pt x="301" y="97"/>
                  </a:lnTo>
                  <a:lnTo>
                    <a:pt x="297" y="147"/>
                  </a:lnTo>
                  <a:lnTo>
                    <a:pt x="291" y="198"/>
                  </a:lnTo>
                  <a:lnTo>
                    <a:pt x="280" y="247"/>
                  </a:lnTo>
                  <a:lnTo>
                    <a:pt x="268" y="297"/>
                  </a:lnTo>
                  <a:lnTo>
                    <a:pt x="253" y="347"/>
                  </a:lnTo>
                  <a:lnTo>
                    <a:pt x="236" y="395"/>
                  </a:lnTo>
                  <a:lnTo>
                    <a:pt x="217" y="442"/>
                  </a:lnTo>
                  <a:lnTo>
                    <a:pt x="195" y="487"/>
                  </a:lnTo>
                  <a:lnTo>
                    <a:pt x="171" y="532"/>
                  </a:lnTo>
                  <a:lnTo>
                    <a:pt x="147" y="574"/>
                  </a:lnTo>
                  <a:lnTo>
                    <a:pt x="121" y="613"/>
                  </a:lnTo>
                  <a:lnTo>
                    <a:pt x="93" y="650"/>
                  </a:lnTo>
                  <a:lnTo>
                    <a:pt x="64" y="684"/>
                  </a:lnTo>
                  <a:lnTo>
                    <a:pt x="32" y="716"/>
                  </a:lnTo>
                  <a:lnTo>
                    <a:pt x="0" y="744"/>
                  </a:lnTo>
                  <a:lnTo>
                    <a:pt x="59" y="817"/>
                  </a:lnTo>
                  <a:lnTo>
                    <a:pt x="95" y="784"/>
                  </a:lnTo>
                  <a:lnTo>
                    <a:pt x="132" y="748"/>
                  </a:lnTo>
                  <a:lnTo>
                    <a:pt x="166" y="709"/>
                  </a:lnTo>
                  <a:lnTo>
                    <a:pt x="196" y="667"/>
                  </a:lnTo>
                  <a:lnTo>
                    <a:pt x="227" y="623"/>
                  </a:lnTo>
                  <a:lnTo>
                    <a:pt x="253" y="576"/>
                  </a:lnTo>
                  <a:lnTo>
                    <a:pt x="279" y="530"/>
                  </a:lnTo>
                  <a:lnTo>
                    <a:pt x="301" y="479"/>
                  </a:lnTo>
                  <a:lnTo>
                    <a:pt x="323" y="428"/>
                  </a:lnTo>
                  <a:lnTo>
                    <a:pt x="342" y="375"/>
                  </a:lnTo>
                  <a:lnTo>
                    <a:pt x="359" y="321"/>
                  </a:lnTo>
                  <a:lnTo>
                    <a:pt x="372" y="268"/>
                  </a:lnTo>
                  <a:lnTo>
                    <a:pt x="382" y="212"/>
                  </a:lnTo>
                  <a:lnTo>
                    <a:pt x="391" y="157"/>
                  </a:lnTo>
                  <a:lnTo>
                    <a:pt x="395" y="102"/>
                  </a:lnTo>
                  <a:lnTo>
                    <a:pt x="398" y="47"/>
                  </a:lnTo>
                  <a:lnTo>
                    <a:pt x="394" y="27"/>
                  </a:lnTo>
                  <a:lnTo>
                    <a:pt x="383" y="11"/>
                  </a:lnTo>
                  <a:lnTo>
                    <a:pt x="368" y="3"/>
                  </a:lnTo>
                  <a:lnTo>
                    <a:pt x="351" y="0"/>
                  </a:lnTo>
                  <a:lnTo>
                    <a:pt x="333" y="3"/>
                  </a:lnTo>
                  <a:lnTo>
                    <a:pt x="319" y="11"/>
                  </a:lnTo>
                  <a:lnTo>
                    <a:pt x="307" y="27"/>
                  </a:lnTo>
                  <a:lnTo>
                    <a:pt x="304" y="4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9470" name="Freeform 40"/>
            <p:cNvSpPr>
              <a:spLocks/>
            </p:cNvSpPr>
            <p:nvPr/>
          </p:nvSpPr>
          <p:spPr bwMode="auto">
            <a:xfrm>
              <a:off x="1660" y="1701"/>
              <a:ext cx="19" cy="365"/>
            </a:xfrm>
            <a:custGeom>
              <a:avLst/>
              <a:gdLst>
                <a:gd name="T0" fmla="*/ 0 w 95"/>
                <a:gd name="T1" fmla="*/ 0 h 1826"/>
                <a:gd name="T2" fmla="*/ 0 w 95"/>
                <a:gd name="T3" fmla="*/ 0 h 1826"/>
                <a:gd name="T4" fmla="*/ 0 w 95"/>
                <a:gd name="T5" fmla="*/ 15 h 1826"/>
                <a:gd name="T6" fmla="*/ 1 w 95"/>
                <a:gd name="T7" fmla="*/ 15 h 1826"/>
                <a:gd name="T8" fmla="*/ 1 w 95"/>
                <a:gd name="T9" fmla="*/ 0 h 1826"/>
                <a:gd name="T10" fmla="*/ 1 w 95"/>
                <a:gd name="T11" fmla="*/ 0 h 1826"/>
                <a:gd name="T12" fmla="*/ 1 w 95"/>
                <a:gd name="T13" fmla="*/ 0 h 1826"/>
                <a:gd name="T14" fmla="*/ 1 w 95"/>
                <a:gd name="T15" fmla="*/ 0 h 1826"/>
                <a:gd name="T16" fmla="*/ 1 w 95"/>
                <a:gd name="T17" fmla="*/ 0 h 1826"/>
                <a:gd name="T18" fmla="*/ 1 w 95"/>
                <a:gd name="T19" fmla="*/ 0 h 1826"/>
                <a:gd name="T20" fmla="*/ 0 w 95"/>
                <a:gd name="T21" fmla="*/ 0 h 1826"/>
                <a:gd name="T22" fmla="*/ 0 w 95"/>
                <a:gd name="T23" fmla="*/ 0 h 1826"/>
                <a:gd name="T24" fmla="*/ 0 w 95"/>
                <a:gd name="T25" fmla="*/ 0 h 1826"/>
                <a:gd name="T26" fmla="*/ 0 w 95"/>
                <a:gd name="T27" fmla="*/ 0 h 1826"/>
                <a:gd name="T28" fmla="*/ 0 w 95"/>
                <a:gd name="T29" fmla="*/ 0 h 1826"/>
                <a:gd name="T30" fmla="*/ 0 w 95"/>
                <a:gd name="T31" fmla="*/ 0 h 182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95"/>
                <a:gd name="T49" fmla="*/ 0 h 1826"/>
                <a:gd name="T50" fmla="*/ 95 w 95"/>
                <a:gd name="T51" fmla="*/ 1826 h 182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95" h="1826">
                  <a:moveTo>
                    <a:pt x="0" y="49"/>
                  </a:moveTo>
                  <a:lnTo>
                    <a:pt x="0" y="47"/>
                  </a:lnTo>
                  <a:lnTo>
                    <a:pt x="1" y="1826"/>
                  </a:lnTo>
                  <a:lnTo>
                    <a:pt x="95" y="1826"/>
                  </a:lnTo>
                  <a:lnTo>
                    <a:pt x="93" y="47"/>
                  </a:lnTo>
                  <a:lnTo>
                    <a:pt x="93" y="45"/>
                  </a:lnTo>
                  <a:lnTo>
                    <a:pt x="93" y="47"/>
                  </a:lnTo>
                  <a:lnTo>
                    <a:pt x="90" y="27"/>
                  </a:lnTo>
                  <a:lnTo>
                    <a:pt x="79" y="12"/>
                  </a:lnTo>
                  <a:lnTo>
                    <a:pt x="64" y="4"/>
                  </a:lnTo>
                  <a:lnTo>
                    <a:pt x="47" y="0"/>
                  </a:lnTo>
                  <a:lnTo>
                    <a:pt x="29" y="4"/>
                  </a:lnTo>
                  <a:lnTo>
                    <a:pt x="15" y="12"/>
                  </a:lnTo>
                  <a:lnTo>
                    <a:pt x="3" y="27"/>
                  </a:lnTo>
                  <a:lnTo>
                    <a:pt x="0" y="47"/>
                  </a:lnTo>
                  <a:lnTo>
                    <a:pt x="0" y="4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9471" name="Freeform 41"/>
            <p:cNvSpPr>
              <a:spLocks/>
            </p:cNvSpPr>
            <p:nvPr/>
          </p:nvSpPr>
          <p:spPr bwMode="auto">
            <a:xfrm>
              <a:off x="1598" y="1598"/>
              <a:ext cx="81" cy="113"/>
            </a:xfrm>
            <a:custGeom>
              <a:avLst/>
              <a:gdLst>
                <a:gd name="T0" fmla="*/ 0 w 401"/>
                <a:gd name="T1" fmla="*/ 1 h 566"/>
                <a:gd name="T2" fmla="*/ 0 w 401"/>
                <a:gd name="T3" fmla="*/ 1 h 566"/>
                <a:gd name="T4" fmla="*/ 0 w 401"/>
                <a:gd name="T5" fmla="*/ 1 h 566"/>
                <a:gd name="T6" fmla="*/ 1 w 401"/>
                <a:gd name="T7" fmla="*/ 1 h 566"/>
                <a:gd name="T8" fmla="*/ 1 w 401"/>
                <a:gd name="T9" fmla="*/ 1 h 566"/>
                <a:gd name="T10" fmla="*/ 1 w 401"/>
                <a:gd name="T11" fmla="*/ 1 h 566"/>
                <a:gd name="T12" fmla="*/ 1 w 401"/>
                <a:gd name="T13" fmla="*/ 2 h 566"/>
                <a:gd name="T14" fmla="*/ 1 w 401"/>
                <a:gd name="T15" fmla="*/ 2 h 566"/>
                <a:gd name="T16" fmla="*/ 2 w 401"/>
                <a:gd name="T17" fmla="*/ 2 h 566"/>
                <a:gd name="T18" fmla="*/ 2 w 401"/>
                <a:gd name="T19" fmla="*/ 2 h 566"/>
                <a:gd name="T20" fmla="*/ 2 w 401"/>
                <a:gd name="T21" fmla="*/ 2 h 566"/>
                <a:gd name="T22" fmla="*/ 2 w 401"/>
                <a:gd name="T23" fmla="*/ 3 h 566"/>
                <a:gd name="T24" fmla="*/ 2 w 401"/>
                <a:gd name="T25" fmla="*/ 3 h 566"/>
                <a:gd name="T26" fmla="*/ 2 w 401"/>
                <a:gd name="T27" fmla="*/ 3 h 566"/>
                <a:gd name="T28" fmla="*/ 2 w 401"/>
                <a:gd name="T29" fmla="*/ 4 h 566"/>
                <a:gd name="T30" fmla="*/ 2 w 401"/>
                <a:gd name="T31" fmla="*/ 4 h 566"/>
                <a:gd name="T32" fmla="*/ 2 w 401"/>
                <a:gd name="T33" fmla="*/ 4 h 566"/>
                <a:gd name="T34" fmla="*/ 3 w 401"/>
                <a:gd name="T35" fmla="*/ 5 h 566"/>
                <a:gd name="T36" fmla="*/ 3 w 401"/>
                <a:gd name="T37" fmla="*/ 4 h 566"/>
                <a:gd name="T38" fmla="*/ 3 w 401"/>
                <a:gd name="T39" fmla="*/ 4 h 566"/>
                <a:gd name="T40" fmla="*/ 3 w 401"/>
                <a:gd name="T41" fmla="*/ 4 h 566"/>
                <a:gd name="T42" fmla="*/ 3 w 401"/>
                <a:gd name="T43" fmla="*/ 3 h 566"/>
                <a:gd name="T44" fmla="*/ 3 w 401"/>
                <a:gd name="T45" fmla="*/ 3 h 566"/>
                <a:gd name="T46" fmla="*/ 3 w 401"/>
                <a:gd name="T47" fmla="*/ 3 h 566"/>
                <a:gd name="T48" fmla="*/ 3 w 401"/>
                <a:gd name="T49" fmla="*/ 2 h 566"/>
                <a:gd name="T50" fmla="*/ 3 w 401"/>
                <a:gd name="T51" fmla="*/ 2 h 566"/>
                <a:gd name="T52" fmla="*/ 2 w 401"/>
                <a:gd name="T53" fmla="*/ 2 h 566"/>
                <a:gd name="T54" fmla="*/ 2 w 401"/>
                <a:gd name="T55" fmla="*/ 2 h 566"/>
                <a:gd name="T56" fmla="*/ 2 w 401"/>
                <a:gd name="T57" fmla="*/ 1 h 566"/>
                <a:gd name="T58" fmla="*/ 2 w 401"/>
                <a:gd name="T59" fmla="*/ 1 h 566"/>
                <a:gd name="T60" fmla="*/ 2 w 401"/>
                <a:gd name="T61" fmla="*/ 1 h 566"/>
                <a:gd name="T62" fmla="*/ 1 w 401"/>
                <a:gd name="T63" fmla="*/ 1 h 566"/>
                <a:gd name="T64" fmla="*/ 1 w 401"/>
                <a:gd name="T65" fmla="*/ 0 h 566"/>
                <a:gd name="T66" fmla="*/ 1 w 401"/>
                <a:gd name="T67" fmla="*/ 0 h 566"/>
                <a:gd name="T68" fmla="*/ 1 w 401"/>
                <a:gd name="T69" fmla="*/ 0 h 566"/>
                <a:gd name="T70" fmla="*/ 1 w 401"/>
                <a:gd name="T71" fmla="*/ 0 h 566"/>
                <a:gd name="T72" fmla="*/ 1 w 401"/>
                <a:gd name="T73" fmla="*/ 0 h 566"/>
                <a:gd name="T74" fmla="*/ 0 w 401"/>
                <a:gd name="T75" fmla="*/ 0 h 566"/>
                <a:gd name="T76" fmla="*/ 0 w 401"/>
                <a:gd name="T77" fmla="*/ 0 h 566"/>
                <a:gd name="T78" fmla="*/ 0 w 401"/>
                <a:gd name="T79" fmla="*/ 0 h 566"/>
                <a:gd name="T80" fmla="*/ 0 w 401"/>
                <a:gd name="T81" fmla="*/ 0 h 566"/>
                <a:gd name="T82" fmla="*/ 0 w 401"/>
                <a:gd name="T83" fmla="*/ 0 h 566"/>
                <a:gd name="T84" fmla="*/ 0 w 401"/>
                <a:gd name="T85" fmla="*/ 0 h 566"/>
                <a:gd name="T86" fmla="*/ 0 w 401"/>
                <a:gd name="T87" fmla="*/ 1 h 566"/>
                <a:gd name="T88" fmla="*/ 0 w 401"/>
                <a:gd name="T89" fmla="*/ 1 h 56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401"/>
                <a:gd name="T136" fmla="*/ 0 h 566"/>
                <a:gd name="T137" fmla="*/ 401 w 401"/>
                <a:gd name="T138" fmla="*/ 566 h 566"/>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401" h="566">
                  <a:moveTo>
                    <a:pt x="23" y="88"/>
                  </a:moveTo>
                  <a:lnTo>
                    <a:pt x="23" y="88"/>
                  </a:lnTo>
                  <a:lnTo>
                    <a:pt x="53" y="107"/>
                  </a:lnTo>
                  <a:lnTo>
                    <a:pt x="83" y="125"/>
                  </a:lnTo>
                  <a:lnTo>
                    <a:pt x="108" y="147"/>
                  </a:lnTo>
                  <a:lnTo>
                    <a:pt x="135" y="171"/>
                  </a:lnTo>
                  <a:lnTo>
                    <a:pt x="160" y="196"/>
                  </a:lnTo>
                  <a:lnTo>
                    <a:pt x="182" y="223"/>
                  </a:lnTo>
                  <a:lnTo>
                    <a:pt x="205" y="251"/>
                  </a:lnTo>
                  <a:lnTo>
                    <a:pt x="223" y="281"/>
                  </a:lnTo>
                  <a:lnTo>
                    <a:pt x="240" y="312"/>
                  </a:lnTo>
                  <a:lnTo>
                    <a:pt x="256" y="345"/>
                  </a:lnTo>
                  <a:lnTo>
                    <a:pt x="270" y="379"/>
                  </a:lnTo>
                  <a:lnTo>
                    <a:pt x="282" y="414"/>
                  </a:lnTo>
                  <a:lnTo>
                    <a:pt x="291" y="450"/>
                  </a:lnTo>
                  <a:lnTo>
                    <a:pt x="299" y="488"/>
                  </a:lnTo>
                  <a:lnTo>
                    <a:pt x="304" y="526"/>
                  </a:lnTo>
                  <a:lnTo>
                    <a:pt x="308" y="566"/>
                  </a:lnTo>
                  <a:lnTo>
                    <a:pt x="401" y="562"/>
                  </a:lnTo>
                  <a:lnTo>
                    <a:pt x="398" y="517"/>
                  </a:lnTo>
                  <a:lnTo>
                    <a:pt x="391" y="471"/>
                  </a:lnTo>
                  <a:lnTo>
                    <a:pt x="383" y="429"/>
                  </a:lnTo>
                  <a:lnTo>
                    <a:pt x="371" y="386"/>
                  </a:lnTo>
                  <a:lnTo>
                    <a:pt x="357" y="346"/>
                  </a:lnTo>
                  <a:lnTo>
                    <a:pt x="340" y="307"/>
                  </a:lnTo>
                  <a:lnTo>
                    <a:pt x="324" y="270"/>
                  </a:lnTo>
                  <a:lnTo>
                    <a:pt x="303" y="232"/>
                  </a:lnTo>
                  <a:lnTo>
                    <a:pt x="280" y="197"/>
                  </a:lnTo>
                  <a:lnTo>
                    <a:pt x="255" y="164"/>
                  </a:lnTo>
                  <a:lnTo>
                    <a:pt x="228" y="132"/>
                  </a:lnTo>
                  <a:lnTo>
                    <a:pt x="199" y="103"/>
                  </a:lnTo>
                  <a:lnTo>
                    <a:pt x="169" y="76"/>
                  </a:lnTo>
                  <a:lnTo>
                    <a:pt x="137" y="50"/>
                  </a:lnTo>
                  <a:lnTo>
                    <a:pt x="103" y="27"/>
                  </a:lnTo>
                  <a:lnTo>
                    <a:pt x="67" y="6"/>
                  </a:lnTo>
                  <a:lnTo>
                    <a:pt x="48" y="0"/>
                  </a:lnTo>
                  <a:lnTo>
                    <a:pt x="30" y="2"/>
                  </a:lnTo>
                  <a:lnTo>
                    <a:pt x="16" y="12"/>
                  </a:lnTo>
                  <a:lnTo>
                    <a:pt x="5" y="25"/>
                  </a:lnTo>
                  <a:lnTo>
                    <a:pt x="0" y="41"/>
                  </a:lnTo>
                  <a:lnTo>
                    <a:pt x="0" y="59"/>
                  </a:lnTo>
                  <a:lnTo>
                    <a:pt x="8" y="75"/>
                  </a:lnTo>
                  <a:lnTo>
                    <a:pt x="23"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9472" name="Freeform 42"/>
            <p:cNvSpPr>
              <a:spLocks/>
            </p:cNvSpPr>
            <p:nvPr/>
          </p:nvSpPr>
          <p:spPr bwMode="auto">
            <a:xfrm>
              <a:off x="1346" y="1455"/>
              <a:ext cx="266" cy="160"/>
            </a:xfrm>
            <a:custGeom>
              <a:avLst/>
              <a:gdLst>
                <a:gd name="T0" fmla="*/ 0 w 1330"/>
                <a:gd name="T1" fmla="*/ 1 h 801"/>
                <a:gd name="T2" fmla="*/ 0 w 1330"/>
                <a:gd name="T3" fmla="*/ 1 h 801"/>
                <a:gd name="T4" fmla="*/ 10 w 1330"/>
                <a:gd name="T5" fmla="*/ 6 h 801"/>
                <a:gd name="T6" fmla="*/ 11 w 1330"/>
                <a:gd name="T7" fmla="*/ 6 h 801"/>
                <a:gd name="T8" fmla="*/ 1 w 1330"/>
                <a:gd name="T9" fmla="*/ 0 h 801"/>
                <a:gd name="T10" fmla="*/ 1 w 1330"/>
                <a:gd name="T11" fmla="*/ 0 h 801"/>
                <a:gd name="T12" fmla="*/ 1 w 1330"/>
                <a:gd name="T13" fmla="*/ 0 h 801"/>
                <a:gd name="T14" fmla="*/ 0 w 1330"/>
                <a:gd name="T15" fmla="*/ 0 h 801"/>
                <a:gd name="T16" fmla="*/ 0 w 1330"/>
                <a:gd name="T17" fmla="*/ 0 h 801"/>
                <a:gd name="T18" fmla="*/ 0 w 1330"/>
                <a:gd name="T19" fmla="*/ 0 h 801"/>
                <a:gd name="T20" fmla="*/ 0 w 1330"/>
                <a:gd name="T21" fmla="*/ 0 h 801"/>
                <a:gd name="T22" fmla="*/ 0 w 1330"/>
                <a:gd name="T23" fmla="*/ 0 h 801"/>
                <a:gd name="T24" fmla="*/ 0 w 1330"/>
                <a:gd name="T25" fmla="*/ 0 h 801"/>
                <a:gd name="T26" fmla="*/ 0 w 1330"/>
                <a:gd name="T27" fmla="*/ 1 h 801"/>
                <a:gd name="T28" fmla="*/ 0 w 1330"/>
                <a:gd name="T29" fmla="*/ 1 h 801"/>
                <a:gd name="T30" fmla="*/ 0 w 1330"/>
                <a:gd name="T31" fmla="*/ 1 h 801"/>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30"/>
                <a:gd name="T49" fmla="*/ 0 h 801"/>
                <a:gd name="T50" fmla="*/ 1330 w 1330"/>
                <a:gd name="T51" fmla="*/ 801 h 801"/>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30" h="801">
                  <a:moveTo>
                    <a:pt x="24" y="88"/>
                  </a:moveTo>
                  <a:lnTo>
                    <a:pt x="23" y="88"/>
                  </a:lnTo>
                  <a:lnTo>
                    <a:pt x="1286" y="801"/>
                  </a:lnTo>
                  <a:lnTo>
                    <a:pt x="1330" y="719"/>
                  </a:lnTo>
                  <a:lnTo>
                    <a:pt x="67" y="6"/>
                  </a:lnTo>
                  <a:lnTo>
                    <a:pt x="66" y="6"/>
                  </a:lnTo>
                  <a:lnTo>
                    <a:pt x="67" y="6"/>
                  </a:lnTo>
                  <a:lnTo>
                    <a:pt x="48" y="0"/>
                  </a:lnTo>
                  <a:lnTo>
                    <a:pt x="30" y="2"/>
                  </a:lnTo>
                  <a:lnTo>
                    <a:pt x="16" y="12"/>
                  </a:lnTo>
                  <a:lnTo>
                    <a:pt x="5" y="25"/>
                  </a:lnTo>
                  <a:lnTo>
                    <a:pt x="0" y="41"/>
                  </a:lnTo>
                  <a:lnTo>
                    <a:pt x="0" y="59"/>
                  </a:lnTo>
                  <a:lnTo>
                    <a:pt x="8" y="75"/>
                  </a:lnTo>
                  <a:lnTo>
                    <a:pt x="23" y="88"/>
                  </a:lnTo>
                  <a:lnTo>
                    <a:pt x="24"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9473" name="Freeform 43"/>
            <p:cNvSpPr>
              <a:spLocks/>
            </p:cNvSpPr>
            <p:nvPr/>
          </p:nvSpPr>
          <p:spPr bwMode="auto">
            <a:xfrm>
              <a:off x="1198" y="1439"/>
              <a:ext cx="161" cy="35"/>
            </a:xfrm>
            <a:custGeom>
              <a:avLst/>
              <a:gdLst>
                <a:gd name="T0" fmla="*/ 1 w 806"/>
                <a:gd name="T1" fmla="*/ 1 h 177"/>
                <a:gd name="T2" fmla="*/ 1 w 806"/>
                <a:gd name="T3" fmla="*/ 1 h 177"/>
                <a:gd name="T4" fmla="*/ 1 w 806"/>
                <a:gd name="T5" fmla="*/ 1 h 177"/>
                <a:gd name="T6" fmla="*/ 1 w 806"/>
                <a:gd name="T7" fmla="*/ 1 h 177"/>
                <a:gd name="T8" fmla="*/ 2 w 806"/>
                <a:gd name="T9" fmla="*/ 1 h 177"/>
                <a:gd name="T10" fmla="*/ 2 w 806"/>
                <a:gd name="T11" fmla="*/ 1 h 177"/>
                <a:gd name="T12" fmla="*/ 2 w 806"/>
                <a:gd name="T13" fmla="*/ 1 h 177"/>
                <a:gd name="T14" fmla="*/ 3 w 806"/>
                <a:gd name="T15" fmla="*/ 1 h 177"/>
                <a:gd name="T16" fmla="*/ 3 w 806"/>
                <a:gd name="T17" fmla="*/ 1 h 177"/>
                <a:gd name="T18" fmla="*/ 3 w 806"/>
                <a:gd name="T19" fmla="*/ 1 h 177"/>
                <a:gd name="T20" fmla="*/ 4 w 806"/>
                <a:gd name="T21" fmla="*/ 1 h 177"/>
                <a:gd name="T22" fmla="*/ 4 w 806"/>
                <a:gd name="T23" fmla="*/ 1 h 177"/>
                <a:gd name="T24" fmla="*/ 5 w 806"/>
                <a:gd name="T25" fmla="*/ 1 h 177"/>
                <a:gd name="T26" fmla="*/ 5 w 806"/>
                <a:gd name="T27" fmla="*/ 1 h 177"/>
                <a:gd name="T28" fmla="*/ 5 w 806"/>
                <a:gd name="T29" fmla="*/ 1 h 177"/>
                <a:gd name="T30" fmla="*/ 6 w 806"/>
                <a:gd name="T31" fmla="*/ 1 h 177"/>
                <a:gd name="T32" fmla="*/ 6 w 806"/>
                <a:gd name="T33" fmla="*/ 1 h 177"/>
                <a:gd name="T34" fmla="*/ 6 w 806"/>
                <a:gd name="T35" fmla="*/ 1 h 177"/>
                <a:gd name="T36" fmla="*/ 6 w 806"/>
                <a:gd name="T37" fmla="*/ 1 h 177"/>
                <a:gd name="T38" fmla="*/ 6 w 806"/>
                <a:gd name="T39" fmla="*/ 1 h 177"/>
                <a:gd name="T40" fmla="*/ 6 w 806"/>
                <a:gd name="T41" fmla="*/ 0 h 177"/>
                <a:gd name="T42" fmla="*/ 5 w 806"/>
                <a:gd name="T43" fmla="*/ 0 h 177"/>
                <a:gd name="T44" fmla="*/ 5 w 806"/>
                <a:gd name="T45" fmla="*/ 0 h 177"/>
                <a:gd name="T46" fmla="*/ 5 w 806"/>
                <a:gd name="T47" fmla="*/ 0 h 177"/>
                <a:gd name="T48" fmla="*/ 4 w 806"/>
                <a:gd name="T49" fmla="*/ 0 h 177"/>
                <a:gd name="T50" fmla="*/ 4 w 806"/>
                <a:gd name="T51" fmla="*/ 0 h 177"/>
                <a:gd name="T52" fmla="*/ 3 w 806"/>
                <a:gd name="T53" fmla="*/ 0 h 177"/>
                <a:gd name="T54" fmla="*/ 3 w 806"/>
                <a:gd name="T55" fmla="*/ 0 h 177"/>
                <a:gd name="T56" fmla="*/ 3 w 806"/>
                <a:gd name="T57" fmla="*/ 0 h 177"/>
                <a:gd name="T58" fmla="*/ 2 w 806"/>
                <a:gd name="T59" fmla="*/ 0 h 177"/>
                <a:gd name="T60" fmla="*/ 2 w 806"/>
                <a:gd name="T61" fmla="*/ 0 h 177"/>
                <a:gd name="T62" fmla="*/ 1 w 806"/>
                <a:gd name="T63" fmla="*/ 0 h 177"/>
                <a:gd name="T64" fmla="*/ 1 w 806"/>
                <a:gd name="T65" fmla="*/ 0 h 177"/>
                <a:gd name="T66" fmla="*/ 1 w 806"/>
                <a:gd name="T67" fmla="*/ 1 h 177"/>
                <a:gd name="T68" fmla="*/ 0 w 806"/>
                <a:gd name="T69" fmla="*/ 1 h 177"/>
                <a:gd name="T70" fmla="*/ 0 w 806"/>
                <a:gd name="T71" fmla="*/ 1 h 177"/>
                <a:gd name="T72" fmla="*/ 0 w 806"/>
                <a:gd name="T73" fmla="*/ 1 h 177"/>
                <a:gd name="T74" fmla="*/ 0 w 806"/>
                <a:gd name="T75" fmla="*/ 1 h 177"/>
                <a:gd name="T76" fmla="*/ 0 w 806"/>
                <a:gd name="T77" fmla="*/ 1 h 177"/>
                <a:gd name="T78" fmla="*/ 0 w 806"/>
                <a:gd name="T79" fmla="*/ 1 h 177"/>
                <a:gd name="T80" fmla="*/ 0 w 806"/>
                <a:gd name="T81" fmla="*/ 1 h 177"/>
                <a:gd name="T82" fmla="*/ 0 w 806"/>
                <a:gd name="T83" fmla="*/ 1 h 177"/>
                <a:gd name="T84" fmla="*/ 0 w 806"/>
                <a:gd name="T85" fmla="*/ 1 h 177"/>
                <a:gd name="T86" fmla="*/ 0 w 806"/>
                <a:gd name="T87" fmla="*/ 1 h 177"/>
                <a:gd name="T88" fmla="*/ 1 w 806"/>
                <a:gd name="T89" fmla="*/ 1 h 177"/>
                <a:gd name="T90" fmla="*/ 1 w 806"/>
                <a:gd name="T91" fmla="*/ 1 h 17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806"/>
                <a:gd name="T139" fmla="*/ 0 h 177"/>
                <a:gd name="T140" fmla="*/ 806 w 806"/>
                <a:gd name="T141" fmla="*/ 177 h 17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806" h="177">
                  <a:moveTo>
                    <a:pt x="67" y="171"/>
                  </a:moveTo>
                  <a:lnTo>
                    <a:pt x="68" y="171"/>
                  </a:lnTo>
                  <a:lnTo>
                    <a:pt x="109" y="151"/>
                  </a:lnTo>
                  <a:lnTo>
                    <a:pt x="151" y="135"/>
                  </a:lnTo>
                  <a:lnTo>
                    <a:pt x="196" y="122"/>
                  </a:lnTo>
                  <a:lnTo>
                    <a:pt x="242" y="110"/>
                  </a:lnTo>
                  <a:lnTo>
                    <a:pt x="287" y="102"/>
                  </a:lnTo>
                  <a:lnTo>
                    <a:pt x="335" y="97"/>
                  </a:lnTo>
                  <a:lnTo>
                    <a:pt x="382" y="95"/>
                  </a:lnTo>
                  <a:lnTo>
                    <a:pt x="430" y="94"/>
                  </a:lnTo>
                  <a:lnTo>
                    <a:pt x="477" y="97"/>
                  </a:lnTo>
                  <a:lnTo>
                    <a:pt x="524" y="102"/>
                  </a:lnTo>
                  <a:lnTo>
                    <a:pt x="568" y="108"/>
                  </a:lnTo>
                  <a:lnTo>
                    <a:pt x="612" y="117"/>
                  </a:lnTo>
                  <a:lnTo>
                    <a:pt x="654" y="128"/>
                  </a:lnTo>
                  <a:lnTo>
                    <a:pt x="693" y="141"/>
                  </a:lnTo>
                  <a:lnTo>
                    <a:pt x="730" y="155"/>
                  </a:lnTo>
                  <a:lnTo>
                    <a:pt x="764" y="171"/>
                  </a:lnTo>
                  <a:lnTo>
                    <a:pt x="806" y="89"/>
                  </a:lnTo>
                  <a:lnTo>
                    <a:pt x="768" y="70"/>
                  </a:lnTo>
                  <a:lnTo>
                    <a:pt x="725" y="54"/>
                  </a:lnTo>
                  <a:lnTo>
                    <a:pt x="680" y="39"/>
                  </a:lnTo>
                  <a:lnTo>
                    <a:pt x="633" y="26"/>
                  </a:lnTo>
                  <a:lnTo>
                    <a:pt x="585" y="16"/>
                  </a:lnTo>
                  <a:lnTo>
                    <a:pt x="536" y="8"/>
                  </a:lnTo>
                  <a:lnTo>
                    <a:pt x="484" y="3"/>
                  </a:lnTo>
                  <a:lnTo>
                    <a:pt x="433" y="0"/>
                  </a:lnTo>
                  <a:lnTo>
                    <a:pt x="380" y="1"/>
                  </a:lnTo>
                  <a:lnTo>
                    <a:pt x="328" y="3"/>
                  </a:lnTo>
                  <a:lnTo>
                    <a:pt x="276" y="10"/>
                  </a:lnTo>
                  <a:lnTo>
                    <a:pt x="223" y="19"/>
                  </a:lnTo>
                  <a:lnTo>
                    <a:pt x="172" y="30"/>
                  </a:lnTo>
                  <a:lnTo>
                    <a:pt x="121" y="46"/>
                  </a:lnTo>
                  <a:lnTo>
                    <a:pt x="72" y="67"/>
                  </a:lnTo>
                  <a:lnTo>
                    <a:pt x="24" y="89"/>
                  </a:lnTo>
                  <a:lnTo>
                    <a:pt x="25" y="89"/>
                  </a:lnTo>
                  <a:lnTo>
                    <a:pt x="24" y="89"/>
                  </a:lnTo>
                  <a:lnTo>
                    <a:pt x="8" y="102"/>
                  </a:lnTo>
                  <a:lnTo>
                    <a:pt x="0" y="118"/>
                  </a:lnTo>
                  <a:lnTo>
                    <a:pt x="0" y="136"/>
                  </a:lnTo>
                  <a:lnTo>
                    <a:pt x="6" y="152"/>
                  </a:lnTo>
                  <a:lnTo>
                    <a:pt x="17" y="165"/>
                  </a:lnTo>
                  <a:lnTo>
                    <a:pt x="31" y="175"/>
                  </a:lnTo>
                  <a:lnTo>
                    <a:pt x="48" y="177"/>
                  </a:lnTo>
                  <a:lnTo>
                    <a:pt x="68" y="171"/>
                  </a:lnTo>
                  <a:lnTo>
                    <a:pt x="67" y="1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9474" name="Freeform 44"/>
            <p:cNvSpPr>
              <a:spLocks/>
            </p:cNvSpPr>
            <p:nvPr/>
          </p:nvSpPr>
          <p:spPr bwMode="auto">
            <a:xfrm>
              <a:off x="931" y="1456"/>
              <a:ext cx="280" cy="158"/>
            </a:xfrm>
            <a:custGeom>
              <a:avLst/>
              <a:gdLst>
                <a:gd name="T0" fmla="*/ 1 w 1402"/>
                <a:gd name="T1" fmla="*/ 6 h 787"/>
                <a:gd name="T2" fmla="*/ 1 w 1402"/>
                <a:gd name="T3" fmla="*/ 6 h 787"/>
                <a:gd name="T4" fmla="*/ 11 w 1402"/>
                <a:gd name="T5" fmla="*/ 1 h 787"/>
                <a:gd name="T6" fmla="*/ 11 w 1402"/>
                <a:gd name="T7" fmla="*/ 0 h 787"/>
                <a:gd name="T8" fmla="*/ 0 w 1402"/>
                <a:gd name="T9" fmla="*/ 6 h 787"/>
                <a:gd name="T10" fmla="*/ 0 w 1402"/>
                <a:gd name="T11" fmla="*/ 6 h 787"/>
                <a:gd name="T12" fmla="*/ 0 w 1402"/>
                <a:gd name="T13" fmla="*/ 6 h 787"/>
                <a:gd name="T14" fmla="*/ 0 w 1402"/>
                <a:gd name="T15" fmla="*/ 6 h 787"/>
                <a:gd name="T16" fmla="*/ 0 w 1402"/>
                <a:gd name="T17" fmla="*/ 6 h 787"/>
                <a:gd name="T18" fmla="*/ 0 w 1402"/>
                <a:gd name="T19" fmla="*/ 6 h 787"/>
                <a:gd name="T20" fmla="*/ 0 w 1402"/>
                <a:gd name="T21" fmla="*/ 6 h 787"/>
                <a:gd name="T22" fmla="*/ 0 w 1402"/>
                <a:gd name="T23" fmla="*/ 6 h 787"/>
                <a:gd name="T24" fmla="*/ 0 w 1402"/>
                <a:gd name="T25" fmla="*/ 6 h 787"/>
                <a:gd name="T26" fmla="*/ 0 w 1402"/>
                <a:gd name="T27" fmla="*/ 6 h 787"/>
                <a:gd name="T28" fmla="*/ 1 w 1402"/>
                <a:gd name="T29" fmla="*/ 6 h 787"/>
                <a:gd name="T30" fmla="*/ 1 w 1402"/>
                <a:gd name="T31" fmla="*/ 6 h 78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02"/>
                <a:gd name="T49" fmla="*/ 0 h 787"/>
                <a:gd name="T50" fmla="*/ 1402 w 1402"/>
                <a:gd name="T51" fmla="*/ 787 h 78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02" h="787">
                  <a:moveTo>
                    <a:pt x="69" y="781"/>
                  </a:moveTo>
                  <a:lnTo>
                    <a:pt x="66" y="781"/>
                  </a:lnTo>
                  <a:lnTo>
                    <a:pt x="1402" y="82"/>
                  </a:lnTo>
                  <a:lnTo>
                    <a:pt x="1360" y="0"/>
                  </a:lnTo>
                  <a:lnTo>
                    <a:pt x="24" y="699"/>
                  </a:lnTo>
                  <a:lnTo>
                    <a:pt x="22" y="699"/>
                  </a:lnTo>
                  <a:lnTo>
                    <a:pt x="24" y="699"/>
                  </a:lnTo>
                  <a:lnTo>
                    <a:pt x="8" y="712"/>
                  </a:lnTo>
                  <a:lnTo>
                    <a:pt x="1" y="727"/>
                  </a:lnTo>
                  <a:lnTo>
                    <a:pt x="0" y="744"/>
                  </a:lnTo>
                  <a:lnTo>
                    <a:pt x="5" y="761"/>
                  </a:lnTo>
                  <a:lnTo>
                    <a:pt x="15" y="775"/>
                  </a:lnTo>
                  <a:lnTo>
                    <a:pt x="30" y="784"/>
                  </a:lnTo>
                  <a:lnTo>
                    <a:pt x="46" y="787"/>
                  </a:lnTo>
                  <a:lnTo>
                    <a:pt x="66" y="781"/>
                  </a:lnTo>
                  <a:lnTo>
                    <a:pt x="69" y="7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9475" name="Freeform 45"/>
            <p:cNvSpPr>
              <a:spLocks/>
            </p:cNvSpPr>
            <p:nvPr/>
          </p:nvSpPr>
          <p:spPr bwMode="auto">
            <a:xfrm>
              <a:off x="868" y="1596"/>
              <a:ext cx="77" cy="126"/>
            </a:xfrm>
            <a:custGeom>
              <a:avLst/>
              <a:gdLst>
                <a:gd name="T0" fmla="*/ 1 w 382"/>
                <a:gd name="T1" fmla="*/ 5 h 628"/>
                <a:gd name="T2" fmla="*/ 1 w 382"/>
                <a:gd name="T3" fmla="*/ 5 h 628"/>
                <a:gd name="T4" fmla="*/ 1 w 382"/>
                <a:gd name="T5" fmla="*/ 4 h 628"/>
                <a:gd name="T6" fmla="*/ 1 w 382"/>
                <a:gd name="T7" fmla="*/ 4 h 628"/>
                <a:gd name="T8" fmla="*/ 1 w 382"/>
                <a:gd name="T9" fmla="*/ 4 h 628"/>
                <a:gd name="T10" fmla="*/ 1 w 382"/>
                <a:gd name="T11" fmla="*/ 3 h 628"/>
                <a:gd name="T12" fmla="*/ 1 w 382"/>
                <a:gd name="T13" fmla="*/ 3 h 628"/>
                <a:gd name="T14" fmla="*/ 1 w 382"/>
                <a:gd name="T15" fmla="*/ 3 h 628"/>
                <a:gd name="T16" fmla="*/ 1 w 382"/>
                <a:gd name="T17" fmla="*/ 3 h 628"/>
                <a:gd name="T18" fmla="*/ 1 w 382"/>
                <a:gd name="T19" fmla="*/ 2 h 628"/>
                <a:gd name="T20" fmla="*/ 2 w 382"/>
                <a:gd name="T21" fmla="*/ 2 h 628"/>
                <a:gd name="T22" fmla="*/ 2 w 382"/>
                <a:gd name="T23" fmla="*/ 2 h 628"/>
                <a:gd name="T24" fmla="*/ 2 w 382"/>
                <a:gd name="T25" fmla="*/ 2 h 628"/>
                <a:gd name="T26" fmla="*/ 2 w 382"/>
                <a:gd name="T27" fmla="*/ 1 h 628"/>
                <a:gd name="T28" fmla="*/ 2 w 382"/>
                <a:gd name="T29" fmla="*/ 1 h 628"/>
                <a:gd name="T30" fmla="*/ 3 w 382"/>
                <a:gd name="T31" fmla="*/ 1 h 628"/>
                <a:gd name="T32" fmla="*/ 3 w 382"/>
                <a:gd name="T33" fmla="*/ 1 h 628"/>
                <a:gd name="T34" fmla="*/ 3 w 382"/>
                <a:gd name="T35" fmla="*/ 1 h 628"/>
                <a:gd name="T36" fmla="*/ 3 w 382"/>
                <a:gd name="T37" fmla="*/ 0 h 628"/>
                <a:gd name="T38" fmla="*/ 2 w 382"/>
                <a:gd name="T39" fmla="*/ 0 h 628"/>
                <a:gd name="T40" fmla="*/ 2 w 382"/>
                <a:gd name="T41" fmla="*/ 0 h 628"/>
                <a:gd name="T42" fmla="*/ 2 w 382"/>
                <a:gd name="T43" fmla="*/ 1 h 628"/>
                <a:gd name="T44" fmla="*/ 2 w 382"/>
                <a:gd name="T45" fmla="*/ 1 h 628"/>
                <a:gd name="T46" fmla="*/ 1 w 382"/>
                <a:gd name="T47" fmla="*/ 1 h 628"/>
                <a:gd name="T48" fmla="*/ 1 w 382"/>
                <a:gd name="T49" fmla="*/ 1 h 628"/>
                <a:gd name="T50" fmla="*/ 1 w 382"/>
                <a:gd name="T51" fmla="*/ 2 h 628"/>
                <a:gd name="T52" fmla="*/ 1 w 382"/>
                <a:gd name="T53" fmla="*/ 2 h 628"/>
                <a:gd name="T54" fmla="*/ 1 w 382"/>
                <a:gd name="T55" fmla="*/ 2 h 628"/>
                <a:gd name="T56" fmla="*/ 0 w 382"/>
                <a:gd name="T57" fmla="*/ 3 h 628"/>
                <a:gd name="T58" fmla="*/ 0 w 382"/>
                <a:gd name="T59" fmla="*/ 3 h 628"/>
                <a:gd name="T60" fmla="*/ 0 w 382"/>
                <a:gd name="T61" fmla="*/ 3 h 628"/>
                <a:gd name="T62" fmla="*/ 0 w 382"/>
                <a:gd name="T63" fmla="*/ 4 h 628"/>
                <a:gd name="T64" fmla="*/ 0 w 382"/>
                <a:gd name="T65" fmla="*/ 4 h 628"/>
                <a:gd name="T66" fmla="*/ 0 w 382"/>
                <a:gd name="T67" fmla="*/ 4 h 628"/>
                <a:gd name="T68" fmla="*/ 0 w 382"/>
                <a:gd name="T69" fmla="*/ 5 h 628"/>
                <a:gd name="T70" fmla="*/ 0 w 382"/>
                <a:gd name="T71" fmla="*/ 5 h 628"/>
                <a:gd name="T72" fmla="*/ 0 w 382"/>
                <a:gd name="T73" fmla="*/ 5 h 628"/>
                <a:gd name="T74" fmla="*/ 0 w 382"/>
                <a:gd name="T75" fmla="*/ 5 h 628"/>
                <a:gd name="T76" fmla="*/ 0 w 382"/>
                <a:gd name="T77" fmla="*/ 5 h 628"/>
                <a:gd name="T78" fmla="*/ 0 w 382"/>
                <a:gd name="T79" fmla="*/ 5 h 628"/>
                <a:gd name="T80" fmla="*/ 0 w 382"/>
                <a:gd name="T81" fmla="*/ 5 h 628"/>
                <a:gd name="T82" fmla="*/ 1 w 382"/>
                <a:gd name="T83" fmla="*/ 5 h 628"/>
                <a:gd name="T84" fmla="*/ 1 w 382"/>
                <a:gd name="T85" fmla="*/ 5 h 628"/>
                <a:gd name="T86" fmla="*/ 1 w 382"/>
                <a:gd name="T87" fmla="*/ 5 h 628"/>
                <a:gd name="T88" fmla="*/ 1 w 382"/>
                <a:gd name="T89" fmla="*/ 5 h 628"/>
                <a:gd name="T90" fmla="*/ 1 w 382"/>
                <a:gd name="T91" fmla="*/ 5 h 628"/>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382"/>
                <a:gd name="T139" fmla="*/ 0 h 628"/>
                <a:gd name="T140" fmla="*/ 382 w 382"/>
                <a:gd name="T141" fmla="*/ 628 h 628"/>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382" h="628">
                  <a:moveTo>
                    <a:pt x="94" y="581"/>
                  </a:moveTo>
                  <a:lnTo>
                    <a:pt x="94" y="582"/>
                  </a:lnTo>
                  <a:lnTo>
                    <a:pt x="96" y="541"/>
                  </a:lnTo>
                  <a:lnTo>
                    <a:pt x="99" y="500"/>
                  </a:lnTo>
                  <a:lnTo>
                    <a:pt x="106" y="463"/>
                  </a:lnTo>
                  <a:lnTo>
                    <a:pt x="115" y="424"/>
                  </a:lnTo>
                  <a:lnTo>
                    <a:pt x="127" y="389"/>
                  </a:lnTo>
                  <a:lnTo>
                    <a:pt x="140" y="353"/>
                  </a:lnTo>
                  <a:lnTo>
                    <a:pt x="156" y="320"/>
                  </a:lnTo>
                  <a:lnTo>
                    <a:pt x="173" y="287"/>
                  </a:lnTo>
                  <a:lnTo>
                    <a:pt x="193" y="255"/>
                  </a:lnTo>
                  <a:lnTo>
                    <a:pt x="214" y="226"/>
                  </a:lnTo>
                  <a:lnTo>
                    <a:pt x="238" y="198"/>
                  </a:lnTo>
                  <a:lnTo>
                    <a:pt x="263" y="172"/>
                  </a:lnTo>
                  <a:lnTo>
                    <a:pt x="290" y="146"/>
                  </a:lnTo>
                  <a:lnTo>
                    <a:pt x="318" y="122"/>
                  </a:lnTo>
                  <a:lnTo>
                    <a:pt x="349" y="101"/>
                  </a:lnTo>
                  <a:lnTo>
                    <a:pt x="382" y="82"/>
                  </a:lnTo>
                  <a:lnTo>
                    <a:pt x="335" y="0"/>
                  </a:lnTo>
                  <a:lnTo>
                    <a:pt x="297" y="23"/>
                  </a:lnTo>
                  <a:lnTo>
                    <a:pt x="262" y="49"/>
                  </a:lnTo>
                  <a:lnTo>
                    <a:pt x="229" y="76"/>
                  </a:lnTo>
                  <a:lnTo>
                    <a:pt x="198" y="104"/>
                  </a:lnTo>
                  <a:lnTo>
                    <a:pt x="167" y="137"/>
                  </a:lnTo>
                  <a:lnTo>
                    <a:pt x="142" y="170"/>
                  </a:lnTo>
                  <a:lnTo>
                    <a:pt x="116" y="204"/>
                  </a:lnTo>
                  <a:lnTo>
                    <a:pt x="94" y="240"/>
                  </a:lnTo>
                  <a:lnTo>
                    <a:pt x="74" y="278"/>
                  </a:lnTo>
                  <a:lnTo>
                    <a:pt x="54" y="317"/>
                  </a:lnTo>
                  <a:lnTo>
                    <a:pt x="38" y="359"/>
                  </a:lnTo>
                  <a:lnTo>
                    <a:pt x="26" y="401"/>
                  </a:lnTo>
                  <a:lnTo>
                    <a:pt x="15" y="444"/>
                  </a:lnTo>
                  <a:lnTo>
                    <a:pt x="8" y="489"/>
                  </a:lnTo>
                  <a:lnTo>
                    <a:pt x="2" y="534"/>
                  </a:lnTo>
                  <a:lnTo>
                    <a:pt x="0" y="580"/>
                  </a:lnTo>
                  <a:lnTo>
                    <a:pt x="0" y="581"/>
                  </a:lnTo>
                  <a:lnTo>
                    <a:pt x="0" y="580"/>
                  </a:lnTo>
                  <a:lnTo>
                    <a:pt x="3" y="600"/>
                  </a:lnTo>
                  <a:lnTo>
                    <a:pt x="14" y="615"/>
                  </a:lnTo>
                  <a:lnTo>
                    <a:pt x="29" y="625"/>
                  </a:lnTo>
                  <a:lnTo>
                    <a:pt x="45" y="628"/>
                  </a:lnTo>
                  <a:lnTo>
                    <a:pt x="63" y="626"/>
                  </a:lnTo>
                  <a:lnTo>
                    <a:pt x="78" y="616"/>
                  </a:lnTo>
                  <a:lnTo>
                    <a:pt x="89" y="602"/>
                  </a:lnTo>
                  <a:lnTo>
                    <a:pt x="94" y="582"/>
                  </a:lnTo>
                  <a:lnTo>
                    <a:pt x="94" y="5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9476" name="Freeform 46"/>
            <p:cNvSpPr>
              <a:spLocks/>
            </p:cNvSpPr>
            <p:nvPr/>
          </p:nvSpPr>
          <p:spPr bwMode="auto">
            <a:xfrm>
              <a:off x="868" y="1712"/>
              <a:ext cx="19" cy="364"/>
            </a:xfrm>
            <a:custGeom>
              <a:avLst/>
              <a:gdLst>
                <a:gd name="T0" fmla="*/ 1 w 94"/>
                <a:gd name="T1" fmla="*/ 14 h 1818"/>
                <a:gd name="T2" fmla="*/ 1 w 94"/>
                <a:gd name="T3" fmla="*/ 14 h 1818"/>
                <a:gd name="T4" fmla="*/ 1 w 94"/>
                <a:gd name="T5" fmla="*/ 0 h 1818"/>
                <a:gd name="T6" fmla="*/ 0 w 94"/>
                <a:gd name="T7" fmla="*/ 0 h 1818"/>
                <a:gd name="T8" fmla="*/ 0 w 94"/>
                <a:gd name="T9" fmla="*/ 14 h 1818"/>
                <a:gd name="T10" fmla="*/ 0 w 94"/>
                <a:gd name="T11" fmla="*/ 14 h 1818"/>
                <a:gd name="T12" fmla="*/ 0 w 94"/>
                <a:gd name="T13" fmla="*/ 14 h 1818"/>
                <a:gd name="T14" fmla="*/ 0 w 94"/>
                <a:gd name="T15" fmla="*/ 14 h 1818"/>
                <a:gd name="T16" fmla="*/ 0 w 94"/>
                <a:gd name="T17" fmla="*/ 14 h 1818"/>
                <a:gd name="T18" fmla="*/ 0 w 94"/>
                <a:gd name="T19" fmla="*/ 15 h 1818"/>
                <a:gd name="T20" fmla="*/ 0 w 94"/>
                <a:gd name="T21" fmla="*/ 15 h 1818"/>
                <a:gd name="T22" fmla="*/ 1 w 94"/>
                <a:gd name="T23" fmla="*/ 15 h 1818"/>
                <a:gd name="T24" fmla="*/ 1 w 94"/>
                <a:gd name="T25" fmla="*/ 14 h 1818"/>
                <a:gd name="T26" fmla="*/ 1 w 94"/>
                <a:gd name="T27" fmla="*/ 14 h 1818"/>
                <a:gd name="T28" fmla="*/ 1 w 94"/>
                <a:gd name="T29" fmla="*/ 14 h 1818"/>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94"/>
                <a:gd name="T46" fmla="*/ 0 h 1818"/>
                <a:gd name="T47" fmla="*/ 94 w 94"/>
                <a:gd name="T48" fmla="*/ 1818 h 1818"/>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94" h="1818">
                  <a:moveTo>
                    <a:pt x="94" y="1771"/>
                  </a:moveTo>
                  <a:lnTo>
                    <a:pt x="94" y="1771"/>
                  </a:lnTo>
                  <a:lnTo>
                    <a:pt x="94" y="0"/>
                  </a:lnTo>
                  <a:lnTo>
                    <a:pt x="0" y="0"/>
                  </a:lnTo>
                  <a:lnTo>
                    <a:pt x="0" y="1771"/>
                  </a:lnTo>
                  <a:lnTo>
                    <a:pt x="3" y="1791"/>
                  </a:lnTo>
                  <a:lnTo>
                    <a:pt x="15" y="1806"/>
                  </a:lnTo>
                  <a:lnTo>
                    <a:pt x="29" y="1814"/>
                  </a:lnTo>
                  <a:lnTo>
                    <a:pt x="47" y="1818"/>
                  </a:lnTo>
                  <a:lnTo>
                    <a:pt x="64" y="1814"/>
                  </a:lnTo>
                  <a:lnTo>
                    <a:pt x="79" y="1806"/>
                  </a:lnTo>
                  <a:lnTo>
                    <a:pt x="90" y="1791"/>
                  </a:lnTo>
                  <a:lnTo>
                    <a:pt x="94" y="17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9477" name="Freeform 47"/>
            <p:cNvSpPr>
              <a:spLocks/>
            </p:cNvSpPr>
            <p:nvPr/>
          </p:nvSpPr>
          <p:spPr bwMode="auto">
            <a:xfrm>
              <a:off x="868" y="2067"/>
              <a:ext cx="90" cy="160"/>
            </a:xfrm>
            <a:custGeom>
              <a:avLst/>
              <a:gdLst>
                <a:gd name="T0" fmla="*/ 3 w 449"/>
                <a:gd name="T1" fmla="*/ 6 h 803"/>
                <a:gd name="T2" fmla="*/ 3 w 449"/>
                <a:gd name="T3" fmla="*/ 6 h 803"/>
                <a:gd name="T4" fmla="*/ 3 w 449"/>
                <a:gd name="T5" fmla="*/ 5 h 803"/>
                <a:gd name="T6" fmla="*/ 3 w 449"/>
                <a:gd name="T7" fmla="*/ 5 h 803"/>
                <a:gd name="T8" fmla="*/ 3 w 449"/>
                <a:gd name="T9" fmla="*/ 5 h 803"/>
                <a:gd name="T10" fmla="*/ 2 w 449"/>
                <a:gd name="T11" fmla="*/ 5 h 803"/>
                <a:gd name="T12" fmla="*/ 2 w 449"/>
                <a:gd name="T13" fmla="*/ 4 h 803"/>
                <a:gd name="T14" fmla="*/ 2 w 449"/>
                <a:gd name="T15" fmla="*/ 4 h 803"/>
                <a:gd name="T16" fmla="*/ 2 w 449"/>
                <a:gd name="T17" fmla="*/ 4 h 803"/>
                <a:gd name="T18" fmla="*/ 2 w 449"/>
                <a:gd name="T19" fmla="*/ 3 h 803"/>
                <a:gd name="T20" fmla="*/ 1 w 449"/>
                <a:gd name="T21" fmla="*/ 3 h 803"/>
                <a:gd name="T22" fmla="*/ 1 w 449"/>
                <a:gd name="T23" fmla="*/ 2 h 803"/>
                <a:gd name="T24" fmla="*/ 1 w 449"/>
                <a:gd name="T25" fmla="*/ 2 h 803"/>
                <a:gd name="T26" fmla="*/ 1 w 449"/>
                <a:gd name="T27" fmla="*/ 2 h 803"/>
                <a:gd name="T28" fmla="*/ 1 w 449"/>
                <a:gd name="T29" fmla="*/ 1 h 803"/>
                <a:gd name="T30" fmla="*/ 1 w 449"/>
                <a:gd name="T31" fmla="*/ 1 h 803"/>
                <a:gd name="T32" fmla="*/ 1 w 449"/>
                <a:gd name="T33" fmla="*/ 0 h 803"/>
                <a:gd name="T34" fmla="*/ 1 w 449"/>
                <a:gd name="T35" fmla="*/ 0 h 803"/>
                <a:gd name="T36" fmla="*/ 0 w 449"/>
                <a:gd name="T37" fmla="*/ 0 h 803"/>
                <a:gd name="T38" fmla="*/ 0 w 449"/>
                <a:gd name="T39" fmla="*/ 0 h 803"/>
                <a:gd name="T40" fmla="*/ 0 w 449"/>
                <a:gd name="T41" fmla="*/ 1 h 803"/>
                <a:gd name="T42" fmla="*/ 0 w 449"/>
                <a:gd name="T43" fmla="*/ 1 h 803"/>
                <a:gd name="T44" fmla="*/ 0 w 449"/>
                <a:gd name="T45" fmla="*/ 2 h 803"/>
                <a:gd name="T46" fmla="*/ 0 w 449"/>
                <a:gd name="T47" fmla="*/ 2 h 803"/>
                <a:gd name="T48" fmla="*/ 0 w 449"/>
                <a:gd name="T49" fmla="*/ 3 h 803"/>
                <a:gd name="T50" fmla="*/ 1 w 449"/>
                <a:gd name="T51" fmla="*/ 3 h 803"/>
                <a:gd name="T52" fmla="*/ 1 w 449"/>
                <a:gd name="T53" fmla="*/ 4 h 803"/>
                <a:gd name="T54" fmla="*/ 1 w 449"/>
                <a:gd name="T55" fmla="*/ 4 h 803"/>
                <a:gd name="T56" fmla="*/ 1 w 449"/>
                <a:gd name="T57" fmla="*/ 4 h 803"/>
                <a:gd name="T58" fmla="*/ 2 w 449"/>
                <a:gd name="T59" fmla="*/ 5 h 803"/>
                <a:gd name="T60" fmla="*/ 2 w 449"/>
                <a:gd name="T61" fmla="*/ 5 h 803"/>
                <a:gd name="T62" fmla="*/ 2 w 449"/>
                <a:gd name="T63" fmla="*/ 5 h 803"/>
                <a:gd name="T64" fmla="*/ 2 w 449"/>
                <a:gd name="T65" fmla="*/ 6 h 803"/>
                <a:gd name="T66" fmla="*/ 3 w 449"/>
                <a:gd name="T67" fmla="*/ 6 h 803"/>
                <a:gd name="T68" fmla="*/ 3 w 449"/>
                <a:gd name="T69" fmla="*/ 6 h 803"/>
                <a:gd name="T70" fmla="*/ 3 w 449"/>
                <a:gd name="T71" fmla="*/ 6 h 803"/>
                <a:gd name="T72" fmla="*/ 3 w 449"/>
                <a:gd name="T73" fmla="*/ 6 h 803"/>
                <a:gd name="T74" fmla="*/ 3 w 449"/>
                <a:gd name="T75" fmla="*/ 6 h 803"/>
                <a:gd name="T76" fmla="*/ 3 w 449"/>
                <a:gd name="T77" fmla="*/ 6 h 803"/>
                <a:gd name="T78" fmla="*/ 3 w 449"/>
                <a:gd name="T79" fmla="*/ 6 h 803"/>
                <a:gd name="T80" fmla="*/ 4 w 449"/>
                <a:gd name="T81" fmla="*/ 6 h 803"/>
                <a:gd name="T82" fmla="*/ 4 w 449"/>
                <a:gd name="T83" fmla="*/ 6 h 803"/>
                <a:gd name="T84" fmla="*/ 4 w 449"/>
                <a:gd name="T85" fmla="*/ 6 h 803"/>
                <a:gd name="T86" fmla="*/ 4 w 449"/>
                <a:gd name="T87" fmla="*/ 6 h 803"/>
                <a:gd name="T88" fmla="*/ 3 w 449"/>
                <a:gd name="T89" fmla="*/ 6 h 803"/>
                <a:gd name="T90" fmla="*/ 3 w 449"/>
                <a:gd name="T91" fmla="*/ 6 h 80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449"/>
                <a:gd name="T139" fmla="*/ 0 h 803"/>
                <a:gd name="T140" fmla="*/ 449 w 449"/>
                <a:gd name="T141" fmla="*/ 803 h 80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449" h="803">
                  <a:moveTo>
                    <a:pt x="426" y="717"/>
                  </a:moveTo>
                  <a:lnTo>
                    <a:pt x="427" y="717"/>
                  </a:lnTo>
                  <a:lnTo>
                    <a:pt x="395" y="693"/>
                  </a:lnTo>
                  <a:lnTo>
                    <a:pt x="361" y="662"/>
                  </a:lnTo>
                  <a:lnTo>
                    <a:pt x="329" y="628"/>
                  </a:lnTo>
                  <a:lnTo>
                    <a:pt x="299" y="591"/>
                  </a:lnTo>
                  <a:lnTo>
                    <a:pt x="269" y="551"/>
                  </a:lnTo>
                  <a:lnTo>
                    <a:pt x="241" y="507"/>
                  </a:lnTo>
                  <a:lnTo>
                    <a:pt x="215" y="460"/>
                  </a:lnTo>
                  <a:lnTo>
                    <a:pt x="191" y="412"/>
                  </a:lnTo>
                  <a:lnTo>
                    <a:pt x="170" y="363"/>
                  </a:lnTo>
                  <a:lnTo>
                    <a:pt x="151" y="312"/>
                  </a:lnTo>
                  <a:lnTo>
                    <a:pt x="133" y="259"/>
                  </a:lnTo>
                  <a:lnTo>
                    <a:pt x="119" y="207"/>
                  </a:lnTo>
                  <a:lnTo>
                    <a:pt x="108" y="156"/>
                  </a:lnTo>
                  <a:lnTo>
                    <a:pt x="101" y="103"/>
                  </a:lnTo>
                  <a:lnTo>
                    <a:pt x="96" y="51"/>
                  </a:lnTo>
                  <a:lnTo>
                    <a:pt x="94" y="0"/>
                  </a:lnTo>
                  <a:lnTo>
                    <a:pt x="0" y="0"/>
                  </a:lnTo>
                  <a:lnTo>
                    <a:pt x="2" y="56"/>
                  </a:lnTo>
                  <a:lnTo>
                    <a:pt x="7" y="115"/>
                  </a:lnTo>
                  <a:lnTo>
                    <a:pt x="16" y="172"/>
                  </a:lnTo>
                  <a:lnTo>
                    <a:pt x="28" y="231"/>
                  </a:lnTo>
                  <a:lnTo>
                    <a:pt x="44" y="287"/>
                  </a:lnTo>
                  <a:lnTo>
                    <a:pt x="62" y="342"/>
                  </a:lnTo>
                  <a:lnTo>
                    <a:pt x="83" y="398"/>
                  </a:lnTo>
                  <a:lnTo>
                    <a:pt x="106" y="452"/>
                  </a:lnTo>
                  <a:lnTo>
                    <a:pt x="133" y="505"/>
                  </a:lnTo>
                  <a:lnTo>
                    <a:pt x="161" y="554"/>
                  </a:lnTo>
                  <a:lnTo>
                    <a:pt x="192" y="602"/>
                  </a:lnTo>
                  <a:lnTo>
                    <a:pt x="224" y="647"/>
                  </a:lnTo>
                  <a:lnTo>
                    <a:pt x="259" y="689"/>
                  </a:lnTo>
                  <a:lnTo>
                    <a:pt x="295" y="728"/>
                  </a:lnTo>
                  <a:lnTo>
                    <a:pt x="334" y="763"/>
                  </a:lnTo>
                  <a:lnTo>
                    <a:pt x="374" y="795"/>
                  </a:lnTo>
                  <a:lnTo>
                    <a:pt x="375" y="795"/>
                  </a:lnTo>
                  <a:lnTo>
                    <a:pt x="374" y="795"/>
                  </a:lnTo>
                  <a:lnTo>
                    <a:pt x="392" y="803"/>
                  </a:lnTo>
                  <a:lnTo>
                    <a:pt x="411" y="803"/>
                  </a:lnTo>
                  <a:lnTo>
                    <a:pt x="426" y="795"/>
                  </a:lnTo>
                  <a:lnTo>
                    <a:pt x="439" y="782"/>
                  </a:lnTo>
                  <a:lnTo>
                    <a:pt x="446" y="766"/>
                  </a:lnTo>
                  <a:lnTo>
                    <a:pt x="449" y="749"/>
                  </a:lnTo>
                  <a:lnTo>
                    <a:pt x="441" y="732"/>
                  </a:lnTo>
                  <a:lnTo>
                    <a:pt x="427" y="717"/>
                  </a:lnTo>
                  <a:lnTo>
                    <a:pt x="426" y="71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9478" name="Freeform 48"/>
            <p:cNvSpPr>
              <a:spLocks/>
            </p:cNvSpPr>
            <p:nvPr/>
          </p:nvSpPr>
          <p:spPr bwMode="auto">
            <a:xfrm>
              <a:off x="883" y="1673"/>
              <a:ext cx="379" cy="690"/>
            </a:xfrm>
            <a:custGeom>
              <a:avLst/>
              <a:gdLst>
                <a:gd name="T0" fmla="*/ 12 w 1897"/>
                <a:gd name="T1" fmla="*/ 6 h 3450"/>
                <a:gd name="T2" fmla="*/ 13 w 1897"/>
                <a:gd name="T3" fmla="*/ 7 h 3450"/>
                <a:gd name="T4" fmla="*/ 13 w 1897"/>
                <a:gd name="T5" fmla="*/ 7 h 3450"/>
                <a:gd name="T6" fmla="*/ 14 w 1897"/>
                <a:gd name="T7" fmla="*/ 8 h 3450"/>
                <a:gd name="T8" fmla="*/ 14 w 1897"/>
                <a:gd name="T9" fmla="*/ 9 h 3450"/>
                <a:gd name="T10" fmla="*/ 15 w 1897"/>
                <a:gd name="T11" fmla="*/ 10 h 3450"/>
                <a:gd name="T12" fmla="*/ 15 w 1897"/>
                <a:gd name="T13" fmla="*/ 11 h 3450"/>
                <a:gd name="T14" fmla="*/ 15 w 1897"/>
                <a:gd name="T15" fmla="*/ 11 h 3450"/>
                <a:gd name="T16" fmla="*/ 15 w 1897"/>
                <a:gd name="T17" fmla="*/ 12 h 3450"/>
                <a:gd name="T18" fmla="*/ 15 w 1897"/>
                <a:gd name="T19" fmla="*/ 26 h 3450"/>
                <a:gd name="T20" fmla="*/ 15 w 1897"/>
                <a:gd name="T21" fmla="*/ 26 h 3450"/>
                <a:gd name="T22" fmla="*/ 15 w 1897"/>
                <a:gd name="T23" fmla="*/ 27 h 3450"/>
                <a:gd name="T24" fmla="*/ 15 w 1897"/>
                <a:gd name="T25" fmla="*/ 27 h 3450"/>
                <a:gd name="T26" fmla="*/ 14 w 1897"/>
                <a:gd name="T27" fmla="*/ 27 h 3450"/>
                <a:gd name="T28" fmla="*/ 14 w 1897"/>
                <a:gd name="T29" fmla="*/ 28 h 3450"/>
                <a:gd name="T30" fmla="*/ 13 w 1897"/>
                <a:gd name="T31" fmla="*/ 28 h 3450"/>
                <a:gd name="T32" fmla="*/ 13 w 1897"/>
                <a:gd name="T33" fmla="*/ 27 h 3450"/>
                <a:gd name="T34" fmla="*/ 3 w 1897"/>
                <a:gd name="T35" fmla="*/ 21 h 3450"/>
                <a:gd name="T36" fmla="*/ 2 w 1897"/>
                <a:gd name="T37" fmla="*/ 21 h 3450"/>
                <a:gd name="T38" fmla="*/ 2 w 1897"/>
                <a:gd name="T39" fmla="*/ 20 h 3450"/>
                <a:gd name="T40" fmla="*/ 1 w 1897"/>
                <a:gd name="T41" fmla="*/ 19 h 3450"/>
                <a:gd name="T42" fmla="*/ 1 w 1897"/>
                <a:gd name="T43" fmla="*/ 19 h 3450"/>
                <a:gd name="T44" fmla="*/ 0 w 1897"/>
                <a:gd name="T45" fmla="*/ 18 h 3450"/>
                <a:gd name="T46" fmla="*/ 0 w 1897"/>
                <a:gd name="T47" fmla="*/ 17 h 3450"/>
                <a:gd name="T48" fmla="*/ 0 w 1897"/>
                <a:gd name="T49" fmla="*/ 16 h 3450"/>
                <a:gd name="T50" fmla="*/ 0 w 1897"/>
                <a:gd name="T51" fmla="*/ 15 h 3450"/>
                <a:gd name="T52" fmla="*/ 0 w 1897"/>
                <a:gd name="T53" fmla="*/ 2 h 3450"/>
                <a:gd name="T54" fmla="*/ 0 w 1897"/>
                <a:gd name="T55" fmla="*/ 1 h 3450"/>
                <a:gd name="T56" fmla="*/ 0 w 1897"/>
                <a:gd name="T57" fmla="*/ 1 h 3450"/>
                <a:gd name="T58" fmla="*/ 1 w 1897"/>
                <a:gd name="T59" fmla="*/ 0 h 3450"/>
                <a:gd name="T60" fmla="*/ 1 w 1897"/>
                <a:gd name="T61" fmla="*/ 0 h 3450"/>
                <a:gd name="T62" fmla="*/ 1 w 1897"/>
                <a:gd name="T63" fmla="*/ 0 h 3450"/>
                <a:gd name="T64" fmla="*/ 2 w 1897"/>
                <a:gd name="T65" fmla="*/ 0 h 3450"/>
                <a:gd name="T66" fmla="*/ 3 w 1897"/>
                <a:gd name="T67" fmla="*/ 0 h 3450"/>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897"/>
                <a:gd name="T103" fmla="*/ 0 h 3450"/>
                <a:gd name="T104" fmla="*/ 1897 w 1897"/>
                <a:gd name="T105" fmla="*/ 3450 h 3450"/>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897" h="3450">
                  <a:moveTo>
                    <a:pt x="357" y="49"/>
                  </a:moveTo>
                  <a:lnTo>
                    <a:pt x="1542" y="806"/>
                  </a:lnTo>
                  <a:lnTo>
                    <a:pt x="1579" y="832"/>
                  </a:lnTo>
                  <a:lnTo>
                    <a:pt x="1614" y="861"/>
                  </a:lnTo>
                  <a:lnTo>
                    <a:pt x="1648" y="895"/>
                  </a:lnTo>
                  <a:lnTo>
                    <a:pt x="1681" y="933"/>
                  </a:lnTo>
                  <a:lnTo>
                    <a:pt x="1711" y="973"/>
                  </a:lnTo>
                  <a:lnTo>
                    <a:pt x="1740" y="1016"/>
                  </a:lnTo>
                  <a:lnTo>
                    <a:pt x="1768" y="1062"/>
                  </a:lnTo>
                  <a:lnTo>
                    <a:pt x="1793" y="1109"/>
                  </a:lnTo>
                  <a:lnTo>
                    <a:pt x="1816" y="1158"/>
                  </a:lnTo>
                  <a:lnTo>
                    <a:pt x="1836" y="1208"/>
                  </a:lnTo>
                  <a:lnTo>
                    <a:pt x="1854" y="1260"/>
                  </a:lnTo>
                  <a:lnTo>
                    <a:pt x="1869" y="1313"/>
                  </a:lnTo>
                  <a:lnTo>
                    <a:pt x="1881" y="1364"/>
                  </a:lnTo>
                  <a:lnTo>
                    <a:pt x="1890" y="1417"/>
                  </a:lnTo>
                  <a:lnTo>
                    <a:pt x="1895" y="1469"/>
                  </a:lnTo>
                  <a:lnTo>
                    <a:pt x="1897" y="1519"/>
                  </a:lnTo>
                  <a:lnTo>
                    <a:pt x="1897" y="3142"/>
                  </a:lnTo>
                  <a:lnTo>
                    <a:pt x="1895" y="3190"/>
                  </a:lnTo>
                  <a:lnTo>
                    <a:pt x="1890" y="3235"/>
                  </a:lnTo>
                  <a:lnTo>
                    <a:pt x="1881" y="3276"/>
                  </a:lnTo>
                  <a:lnTo>
                    <a:pt x="1869" y="3313"/>
                  </a:lnTo>
                  <a:lnTo>
                    <a:pt x="1854" y="3346"/>
                  </a:lnTo>
                  <a:lnTo>
                    <a:pt x="1836" y="3375"/>
                  </a:lnTo>
                  <a:lnTo>
                    <a:pt x="1816" y="3398"/>
                  </a:lnTo>
                  <a:lnTo>
                    <a:pt x="1793" y="3418"/>
                  </a:lnTo>
                  <a:lnTo>
                    <a:pt x="1768" y="3434"/>
                  </a:lnTo>
                  <a:lnTo>
                    <a:pt x="1740" y="3444"/>
                  </a:lnTo>
                  <a:lnTo>
                    <a:pt x="1711" y="3450"/>
                  </a:lnTo>
                  <a:lnTo>
                    <a:pt x="1681" y="3450"/>
                  </a:lnTo>
                  <a:lnTo>
                    <a:pt x="1648" y="3445"/>
                  </a:lnTo>
                  <a:lnTo>
                    <a:pt x="1614" y="3436"/>
                  </a:lnTo>
                  <a:lnTo>
                    <a:pt x="1579" y="3421"/>
                  </a:lnTo>
                  <a:lnTo>
                    <a:pt x="1542" y="3400"/>
                  </a:lnTo>
                  <a:lnTo>
                    <a:pt x="357" y="2643"/>
                  </a:lnTo>
                  <a:lnTo>
                    <a:pt x="320" y="2618"/>
                  </a:lnTo>
                  <a:lnTo>
                    <a:pt x="285" y="2588"/>
                  </a:lnTo>
                  <a:lnTo>
                    <a:pt x="251" y="2554"/>
                  </a:lnTo>
                  <a:lnTo>
                    <a:pt x="218" y="2517"/>
                  </a:lnTo>
                  <a:lnTo>
                    <a:pt x="187" y="2477"/>
                  </a:lnTo>
                  <a:lnTo>
                    <a:pt x="157" y="2433"/>
                  </a:lnTo>
                  <a:lnTo>
                    <a:pt x="130" y="2388"/>
                  </a:lnTo>
                  <a:lnTo>
                    <a:pt x="105" y="2341"/>
                  </a:lnTo>
                  <a:lnTo>
                    <a:pt x="81" y="2292"/>
                  </a:lnTo>
                  <a:lnTo>
                    <a:pt x="61" y="2241"/>
                  </a:lnTo>
                  <a:lnTo>
                    <a:pt x="44" y="2190"/>
                  </a:lnTo>
                  <a:lnTo>
                    <a:pt x="29" y="2138"/>
                  </a:lnTo>
                  <a:lnTo>
                    <a:pt x="17" y="2085"/>
                  </a:lnTo>
                  <a:lnTo>
                    <a:pt x="7" y="2033"/>
                  </a:lnTo>
                  <a:lnTo>
                    <a:pt x="3" y="1981"/>
                  </a:lnTo>
                  <a:lnTo>
                    <a:pt x="0" y="1931"/>
                  </a:lnTo>
                  <a:lnTo>
                    <a:pt x="0" y="308"/>
                  </a:lnTo>
                  <a:lnTo>
                    <a:pt x="3" y="260"/>
                  </a:lnTo>
                  <a:lnTo>
                    <a:pt x="7" y="215"/>
                  </a:lnTo>
                  <a:lnTo>
                    <a:pt x="17" y="174"/>
                  </a:lnTo>
                  <a:lnTo>
                    <a:pt x="29" y="137"/>
                  </a:lnTo>
                  <a:lnTo>
                    <a:pt x="44" y="104"/>
                  </a:lnTo>
                  <a:lnTo>
                    <a:pt x="61" y="76"/>
                  </a:lnTo>
                  <a:lnTo>
                    <a:pt x="81" y="51"/>
                  </a:lnTo>
                  <a:lnTo>
                    <a:pt x="105" y="31"/>
                  </a:lnTo>
                  <a:lnTo>
                    <a:pt x="130" y="16"/>
                  </a:lnTo>
                  <a:lnTo>
                    <a:pt x="157" y="5"/>
                  </a:lnTo>
                  <a:lnTo>
                    <a:pt x="187" y="0"/>
                  </a:lnTo>
                  <a:lnTo>
                    <a:pt x="218" y="0"/>
                  </a:lnTo>
                  <a:lnTo>
                    <a:pt x="251" y="3"/>
                  </a:lnTo>
                  <a:lnTo>
                    <a:pt x="285" y="14"/>
                  </a:lnTo>
                  <a:lnTo>
                    <a:pt x="320" y="29"/>
                  </a:lnTo>
                  <a:lnTo>
                    <a:pt x="357" y="49"/>
                  </a:lnTo>
                  <a:close/>
                </a:path>
              </a:pathLst>
            </a:custGeom>
            <a:solidFill>
              <a:srgbClr val="BFBFB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9479" name="Freeform 49"/>
            <p:cNvSpPr>
              <a:spLocks/>
            </p:cNvSpPr>
            <p:nvPr/>
          </p:nvSpPr>
          <p:spPr bwMode="auto">
            <a:xfrm>
              <a:off x="1268" y="1663"/>
              <a:ext cx="393" cy="711"/>
            </a:xfrm>
            <a:custGeom>
              <a:avLst/>
              <a:gdLst>
                <a:gd name="T0" fmla="*/ 3 w 1962"/>
                <a:gd name="T1" fmla="*/ 7 h 3555"/>
                <a:gd name="T2" fmla="*/ 2 w 1962"/>
                <a:gd name="T3" fmla="*/ 7 h 3555"/>
                <a:gd name="T4" fmla="*/ 2 w 1962"/>
                <a:gd name="T5" fmla="*/ 8 h 3555"/>
                <a:gd name="T6" fmla="*/ 1 w 1962"/>
                <a:gd name="T7" fmla="*/ 8 h 3555"/>
                <a:gd name="T8" fmla="*/ 1 w 1962"/>
                <a:gd name="T9" fmla="*/ 9 h 3555"/>
                <a:gd name="T10" fmla="*/ 1 w 1962"/>
                <a:gd name="T11" fmla="*/ 10 h 3555"/>
                <a:gd name="T12" fmla="*/ 0 w 1962"/>
                <a:gd name="T13" fmla="*/ 11 h 3555"/>
                <a:gd name="T14" fmla="*/ 0 w 1962"/>
                <a:gd name="T15" fmla="*/ 12 h 3555"/>
                <a:gd name="T16" fmla="*/ 0 w 1962"/>
                <a:gd name="T17" fmla="*/ 13 h 3555"/>
                <a:gd name="T18" fmla="*/ 0 w 1962"/>
                <a:gd name="T19" fmla="*/ 26 h 3555"/>
                <a:gd name="T20" fmla="*/ 0 w 1962"/>
                <a:gd name="T21" fmla="*/ 27 h 3555"/>
                <a:gd name="T22" fmla="*/ 0 w 1962"/>
                <a:gd name="T23" fmla="*/ 28 h 3555"/>
                <a:gd name="T24" fmla="*/ 1 w 1962"/>
                <a:gd name="T25" fmla="*/ 28 h 3555"/>
                <a:gd name="T26" fmla="*/ 1 w 1962"/>
                <a:gd name="T27" fmla="*/ 28 h 3555"/>
                <a:gd name="T28" fmla="*/ 2 w 1962"/>
                <a:gd name="T29" fmla="*/ 28 h 3555"/>
                <a:gd name="T30" fmla="*/ 2 w 1962"/>
                <a:gd name="T31" fmla="*/ 28 h 3555"/>
                <a:gd name="T32" fmla="*/ 3 w 1962"/>
                <a:gd name="T33" fmla="*/ 28 h 3555"/>
                <a:gd name="T34" fmla="*/ 13 w 1962"/>
                <a:gd name="T35" fmla="*/ 22 h 3555"/>
                <a:gd name="T36" fmla="*/ 13 w 1962"/>
                <a:gd name="T37" fmla="*/ 21 h 3555"/>
                <a:gd name="T38" fmla="*/ 14 w 1962"/>
                <a:gd name="T39" fmla="*/ 21 h 3555"/>
                <a:gd name="T40" fmla="*/ 14 w 1962"/>
                <a:gd name="T41" fmla="*/ 20 h 3555"/>
                <a:gd name="T42" fmla="*/ 15 w 1962"/>
                <a:gd name="T43" fmla="*/ 19 h 3555"/>
                <a:gd name="T44" fmla="*/ 15 w 1962"/>
                <a:gd name="T45" fmla="*/ 18 h 3555"/>
                <a:gd name="T46" fmla="*/ 16 w 1962"/>
                <a:gd name="T47" fmla="*/ 18 h 3555"/>
                <a:gd name="T48" fmla="*/ 16 w 1962"/>
                <a:gd name="T49" fmla="*/ 17 h 3555"/>
                <a:gd name="T50" fmla="*/ 16 w 1962"/>
                <a:gd name="T51" fmla="*/ 16 h 3555"/>
                <a:gd name="T52" fmla="*/ 16 w 1962"/>
                <a:gd name="T53" fmla="*/ 2 h 3555"/>
                <a:gd name="T54" fmla="*/ 16 w 1962"/>
                <a:gd name="T55" fmla="*/ 1 h 3555"/>
                <a:gd name="T56" fmla="*/ 15 w 1962"/>
                <a:gd name="T57" fmla="*/ 1 h 3555"/>
                <a:gd name="T58" fmla="*/ 15 w 1962"/>
                <a:gd name="T59" fmla="*/ 0 h 3555"/>
                <a:gd name="T60" fmla="*/ 15 w 1962"/>
                <a:gd name="T61" fmla="*/ 0 h 3555"/>
                <a:gd name="T62" fmla="*/ 14 w 1962"/>
                <a:gd name="T63" fmla="*/ 0 h 3555"/>
                <a:gd name="T64" fmla="*/ 14 w 1962"/>
                <a:gd name="T65" fmla="*/ 0 h 3555"/>
                <a:gd name="T66" fmla="*/ 13 w 1962"/>
                <a:gd name="T67" fmla="*/ 0 h 3555"/>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962"/>
                <a:gd name="T103" fmla="*/ 0 h 3555"/>
                <a:gd name="T104" fmla="*/ 1962 w 1962"/>
                <a:gd name="T105" fmla="*/ 3555 h 3555"/>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962" h="3555">
                  <a:moveTo>
                    <a:pt x="1594" y="50"/>
                  </a:moveTo>
                  <a:lnTo>
                    <a:pt x="368" y="831"/>
                  </a:lnTo>
                  <a:lnTo>
                    <a:pt x="330" y="858"/>
                  </a:lnTo>
                  <a:lnTo>
                    <a:pt x="294" y="888"/>
                  </a:lnTo>
                  <a:lnTo>
                    <a:pt x="259" y="922"/>
                  </a:lnTo>
                  <a:lnTo>
                    <a:pt x="225" y="961"/>
                  </a:lnTo>
                  <a:lnTo>
                    <a:pt x="193" y="1003"/>
                  </a:lnTo>
                  <a:lnTo>
                    <a:pt x="163" y="1047"/>
                  </a:lnTo>
                  <a:lnTo>
                    <a:pt x="133" y="1094"/>
                  </a:lnTo>
                  <a:lnTo>
                    <a:pt x="108" y="1143"/>
                  </a:lnTo>
                  <a:lnTo>
                    <a:pt x="84" y="1193"/>
                  </a:lnTo>
                  <a:lnTo>
                    <a:pt x="63" y="1246"/>
                  </a:lnTo>
                  <a:lnTo>
                    <a:pt x="44" y="1299"/>
                  </a:lnTo>
                  <a:lnTo>
                    <a:pt x="29" y="1353"/>
                  </a:lnTo>
                  <a:lnTo>
                    <a:pt x="16" y="1405"/>
                  </a:lnTo>
                  <a:lnTo>
                    <a:pt x="7" y="1459"/>
                  </a:lnTo>
                  <a:lnTo>
                    <a:pt x="2" y="1512"/>
                  </a:lnTo>
                  <a:lnTo>
                    <a:pt x="0" y="1565"/>
                  </a:lnTo>
                  <a:lnTo>
                    <a:pt x="0" y="3237"/>
                  </a:lnTo>
                  <a:lnTo>
                    <a:pt x="2" y="3287"/>
                  </a:lnTo>
                  <a:lnTo>
                    <a:pt x="7" y="3333"/>
                  </a:lnTo>
                  <a:lnTo>
                    <a:pt x="16" y="3375"/>
                  </a:lnTo>
                  <a:lnTo>
                    <a:pt x="29" y="3413"/>
                  </a:lnTo>
                  <a:lnTo>
                    <a:pt x="44" y="3447"/>
                  </a:lnTo>
                  <a:lnTo>
                    <a:pt x="63" y="3477"/>
                  </a:lnTo>
                  <a:lnTo>
                    <a:pt x="84" y="3502"/>
                  </a:lnTo>
                  <a:lnTo>
                    <a:pt x="108" y="3522"/>
                  </a:lnTo>
                  <a:lnTo>
                    <a:pt x="133" y="3538"/>
                  </a:lnTo>
                  <a:lnTo>
                    <a:pt x="163" y="3549"/>
                  </a:lnTo>
                  <a:lnTo>
                    <a:pt x="193" y="3555"/>
                  </a:lnTo>
                  <a:lnTo>
                    <a:pt x="225" y="3555"/>
                  </a:lnTo>
                  <a:lnTo>
                    <a:pt x="259" y="3550"/>
                  </a:lnTo>
                  <a:lnTo>
                    <a:pt x="294" y="3541"/>
                  </a:lnTo>
                  <a:lnTo>
                    <a:pt x="330" y="3524"/>
                  </a:lnTo>
                  <a:lnTo>
                    <a:pt x="368" y="3503"/>
                  </a:lnTo>
                  <a:lnTo>
                    <a:pt x="1594" y="2722"/>
                  </a:lnTo>
                  <a:lnTo>
                    <a:pt x="1632" y="2696"/>
                  </a:lnTo>
                  <a:lnTo>
                    <a:pt x="1668" y="2665"/>
                  </a:lnTo>
                  <a:lnTo>
                    <a:pt x="1703" y="2631"/>
                  </a:lnTo>
                  <a:lnTo>
                    <a:pt x="1737" y="2592"/>
                  </a:lnTo>
                  <a:lnTo>
                    <a:pt x="1769" y="2551"/>
                  </a:lnTo>
                  <a:lnTo>
                    <a:pt x="1799" y="2506"/>
                  </a:lnTo>
                  <a:lnTo>
                    <a:pt x="1829" y="2460"/>
                  </a:lnTo>
                  <a:lnTo>
                    <a:pt x="1854" y="2411"/>
                  </a:lnTo>
                  <a:lnTo>
                    <a:pt x="1878" y="2361"/>
                  </a:lnTo>
                  <a:lnTo>
                    <a:pt x="1899" y="2308"/>
                  </a:lnTo>
                  <a:lnTo>
                    <a:pt x="1918" y="2256"/>
                  </a:lnTo>
                  <a:lnTo>
                    <a:pt x="1933" y="2202"/>
                  </a:lnTo>
                  <a:lnTo>
                    <a:pt x="1946" y="2149"/>
                  </a:lnTo>
                  <a:lnTo>
                    <a:pt x="1955" y="2095"/>
                  </a:lnTo>
                  <a:lnTo>
                    <a:pt x="1960" y="2042"/>
                  </a:lnTo>
                  <a:lnTo>
                    <a:pt x="1962" y="1989"/>
                  </a:lnTo>
                  <a:lnTo>
                    <a:pt x="1962" y="319"/>
                  </a:lnTo>
                  <a:lnTo>
                    <a:pt x="1960" y="269"/>
                  </a:lnTo>
                  <a:lnTo>
                    <a:pt x="1955" y="223"/>
                  </a:lnTo>
                  <a:lnTo>
                    <a:pt x="1946" y="180"/>
                  </a:lnTo>
                  <a:lnTo>
                    <a:pt x="1933" y="143"/>
                  </a:lnTo>
                  <a:lnTo>
                    <a:pt x="1918" y="109"/>
                  </a:lnTo>
                  <a:lnTo>
                    <a:pt x="1899" y="79"/>
                  </a:lnTo>
                  <a:lnTo>
                    <a:pt x="1878" y="54"/>
                  </a:lnTo>
                  <a:lnTo>
                    <a:pt x="1854" y="33"/>
                  </a:lnTo>
                  <a:lnTo>
                    <a:pt x="1829" y="17"/>
                  </a:lnTo>
                  <a:lnTo>
                    <a:pt x="1799" y="7"/>
                  </a:lnTo>
                  <a:lnTo>
                    <a:pt x="1769" y="0"/>
                  </a:lnTo>
                  <a:lnTo>
                    <a:pt x="1737" y="0"/>
                  </a:lnTo>
                  <a:lnTo>
                    <a:pt x="1703" y="4"/>
                  </a:lnTo>
                  <a:lnTo>
                    <a:pt x="1668" y="14"/>
                  </a:lnTo>
                  <a:lnTo>
                    <a:pt x="1632" y="29"/>
                  </a:lnTo>
                  <a:lnTo>
                    <a:pt x="1594" y="50"/>
                  </a:lnTo>
                  <a:close/>
                </a:path>
              </a:pathLst>
            </a:custGeom>
            <a:solidFill>
              <a:srgbClr val="E5E5E5"/>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9480" name="Freeform 50"/>
            <p:cNvSpPr>
              <a:spLocks noEditPoints="1"/>
            </p:cNvSpPr>
            <p:nvPr/>
          </p:nvSpPr>
          <p:spPr bwMode="auto">
            <a:xfrm>
              <a:off x="916" y="1589"/>
              <a:ext cx="697" cy="698"/>
            </a:xfrm>
            <a:custGeom>
              <a:avLst/>
              <a:gdLst>
                <a:gd name="T0" fmla="*/ 16 w 3485"/>
                <a:gd name="T1" fmla="*/ 0 h 3490"/>
                <a:gd name="T2" fmla="*/ 17 w 3485"/>
                <a:gd name="T3" fmla="*/ 2 h 3490"/>
                <a:gd name="T4" fmla="*/ 17 w 3485"/>
                <a:gd name="T5" fmla="*/ 3 h 3490"/>
                <a:gd name="T6" fmla="*/ 14 w 3485"/>
                <a:gd name="T7" fmla="*/ 4 h 3490"/>
                <a:gd name="T8" fmla="*/ 12 w 3485"/>
                <a:gd name="T9" fmla="*/ 4 h 3490"/>
                <a:gd name="T10" fmla="*/ 11 w 3485"/>
                <a:gd name="T11" fmla="*/ 2 h 3490"/>
                <a:gd name="T12" fmla="*/ 11 w 3485"/>
                <a:gd name="T13" fmla="*/ 1 h 3490"/>
                <a:gd name="T14" fmla="*/ 14 w 3485"/>
                <a:gd name="T15" fmla="*/ 0 h 3490"/>
                <a:gd name="T16" fmla="*/ 3 w 3485"/>
                <a:gd name="T17" fmla="*/ 7 h 3490"/>
                <a:gd name="T18" fmla="*/ 4 w 3485"/>
                <a:gd name="T19" fmla="*/ 9 h 3490"/>
                <a:gd name="T20" fmla="*/ 3 w 3485"/>
                <a:gd name="T21" fmla="*/ 12 h 3490"/>
                <a:gd name="T22" fmla="*/ 2 w 3485"/>
                <a:gd name="T23" fmla="*/ 13 h 3490"/>
                <a:gd name="T24" fmla="*/ 1 w 3485"/>
                <a:gd name="T25" fmla="*/ 12 h 3490"/>
                <a:gd name="T26" fmla="*/ 0 w 3485"/>
                <a:gd name="T27" fmla="*/ 10 h 3490"/>
                <a:gd name="T28" fmla="*/ 0 w 3485"/>
                <a:gd name="T29" fmla="*/ 8 h 3490"/>
                <a:gd name="T30" fmla="*/ 2 w 3485"/>
                <a:gd name="T31" fmla="*/ 6 h 3490"/>
                <a:gd name="T32" fmla="*/ 10 w 3485"/>
                <a:gd name="T33" fmla="*/ 20 h 3490"/>
                <a:gd name="T34" fmla="*/ 11 w 3485"/>
                <a:gd name="T35" fmla="*/ 22 h 3490"/>
                <a:gd name="T36" fmla="*/ 11 w 3485"/>
                <a:gd name="T37" fmla="*/ 25 h 3490"/>
                <a:gd name="T38" fmla="*/ 10 w 3485"/>
                <a:gd name="T39" fmla="*/ 27 h 3490"/>
                <a:gd name="T40" fmla="*/ 8 w 3485"/>
                <a:gd name="T41" fmla="*/ 26 h 3490"/>
                <a:gd name="T42" fmla="*/ 7 w 3485"/>
                <a:gd name="T43" fmla="*/ 24 h 3490"/>
                <a:gd name="T44" fmla="*/ 7 w 3485"/>
                <a:gd name="T45" fmla="*/ 22 h 3490"/>
                <a:gd name="T46" fmla="*/ 8 w 3485"/>
                <a:gd name="T47" fmla="*/ 20 h 3490"/>
                <a:gd name="T48" fmla="*/ 20 w 3485"/>
                <a:gd name="T49" fmla="*/ 21 h 3490"/>
                <a:gd name="T50" fmla="*/ 21 w 3485"/>
                <a:gd name="T51" fmla="*/ 23 h 3490"/>
                <a:gd name="T52" fmla="*/ 21 w 3485"/>
                <a:gd name="T53" fmla="*/ 26 h 3490"/>
                <a:gd name="T54" fmla="*/ 20 w 3485"/>
                <a:gd name="T55" fmla="*/ 28 h 3490"/>
                <a:gd name="T56" fmla="*/ 18 w 3485"/>
                <a:gd name="T57" fmla="*/ 28 h 3490"/>
                <a:gd name="T58" fmla="*/ 17 w 3485"/>
                <a:gd name="T59" fmla="*/ 26 h 3490"/>
                <a:gd name="T60" fmla="*/ 17 w 3485"/>
                <a:gd name="T61" fmla="*/ 23 h 3490"/>
                <a:gd name="T62" fmla="*/ 18 w 3485"/>
                <a:gd name="T63" fmla="*/ 21 h 3490"/>
                <a:gd name="T64" fmla="*/ 19 w 3485"/>
                <a:gd name="T65" fmla="*/ 11 h 3490"/>
                <a:gd name="T66" fmla="*/ 20 w 3485"/>
                <a:gd name="T67" fmla="*/ 13 h 3490"/>
                <a:gd name="T68" fmla="*/ 21 w 3485"/>
                <a:gd name="T69" fmla="*/ 15 h 3490"/>
                <a:gd name="T70" fmla="*/ 20 w 3485"/>
                <a:gd name="T71" fmla="*/ 17 h 3490"/>
                <a:gd name="T72" fmla="*/ 18 w 3485"/>
                <a:gd name="T73" fmla="*/ 17 h 3490"/>
                <a:gd name="T74" fmla="*/ 17 w 3485"/>
                <a:gd name="T75" fmla="*/ 16 h 3490"/>
                <a:gd name="T76" fmla="*/ 17 w 3485"/>
                <a:gd name="T77" fmla="*/ 13 h 3490"/>
                <a:gd name="T78" fmla="*/ 18 w 3485"/>
                <a:gd name="T79" fmla="*/ 11 h 3490"/>
                <a:gd name="T80" fmla="*/ 26 w 3485"/>
                <a:gd name="T81" fmla="*/ 7 h 3490"/>
                <a:gd name="T82" fmla="*/ 27 w 3485"/>
                <a:gd name="T83" fmla="*/ 8 h 3490"/>
                <a:gd name="T84" fmla="*/ 27 w 3485"/>
                <a:gd name="T85" fmla="*/ 11 h 3490"/>
                <a:gd name="T86" fmla="*/ 26 w 3485"/>
                <a:gd name="T87" fmla="*/ 13 h 3490"/>
                <a:gd name="T88" fmla="*/ 25 w 3485"/>
                <a:gd name="T89" fmla="*/ 13 h 3490"/>
                <a:gd name="T90" fmla="*/ 24 w 3485"/>
                <a:gd name="T91" fmla="*/ 12 h 3490"/>
                <a:gd name="T92" fmla="*/ 24 w 3485"/>
                <a:gd name="T93" fmla="*/ 9 h 3490"/>
                <a:gd name="T94" fmla="*/ 24 w 3485"/>
                <a:gd name="T95" fmla="*/ 7 h 3490"/>
                <a:gd name="T96" fmla="*/ 26 w 3485"/>
                <a:gd name="T97" fmla="*/ 17 h 3490"/>
                <a:gd name="T98" fmla="*/ 27 w 3485"/>
                <a:gd name="T99" fmla="*/ 18 h 3490"/>
                <a:gd name="T100" fmla="*/ 28 w 3485"/>
                <a:gd name="T101" fmla="*/ 21 h 3490"/>
                <a:gd name="T102" fmla="*/ 27 w 3485"/>
                <a:gd name="T103" fmla="*/ 23 h 3490"/>
                <a:gd name="T104" fmla="*/ 26 w 3485"/>
                <a:gd name="T105" fmla="*/ 24 h 3490"/>
                <a:gd name="T106" fmla="*/ 24 w 3485"/>
                <a:gd name="T107" fmla="*/ 23 h 3490"/>
                <a:gd name="T108" fmla="*/ 24 w 3485"/>
                <a:gd name="T109" fmla="*/ 20 h 3490"/>
                <a:gd name="T110" fmla="*/ 25 w 3485"/>
                <a:gd name="T111" fmla="*/ 18 h 3490"/>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w 3485"/>
                <a:gd name="T169" fmla="*/ 0 h 3490"/>
                <a:gd name="T170" fmla="*/ 3485 w 3485"/>
                <a:gd name="T171" fmla="*/ 3490 h 3490"/>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T168" t="T169" r="T170" b="T171"/>
              <a:pathLst>
                <a:path w="3485" h="3490">
                  <a:moveTo>
                    <a:pt x="1754" y="0"/>
                  </a:moveTo>
                  <a:lnTo>
                    <a:pt x="1797" y="2"/>
                  </a:lnTo>
                  <a:lnTo>
                    <a:pt x="1840" y="5"/>
                  </a:lnTo>
                  <a:lnTo>
                    <a:pt x="1881" y="12"/>
                  </a:lnTo>
                  <a:lnTo>
                    <a:pt x="1921" y="20"/>
                  </a:lnTo>
                  <a:lnTo>
                    <a:pt x="1959" y="31"/>
                  </a:lnTo>
                  <a:lnTo>
                    <a:pt x="1994" y="44"/>
                  </a:lnTo>
                  <a:lnTo>
                    <a:pt x="2028" y="59"/>
                  </a:lnTo>
                  <a:lnTo>
                    <a:pt x="2058" y="74"/>
                  </a:lnTo>
                  <a:lnTo>
                    <a:pt x="2086" y="93"/>
                  </a:lnTo>
                  <a:lnTo>
                    <a:pt x="2111" y="113"/>
                  </a:lnTo>
                  <a:lnTo>
                    <a:pt x="2132" y="133"/>
                  </a:lnTo>
                  <a:lnTo>
                    <a:pt x="2151" y="155"/>
                  </a:lnTo>
                  <a:lnTo>
                    <a:pt x="2165" y="179"/>
                  </a:lnTo>
                  <a:lnTo>
                    <a:pt x="2175" y="203"/>
                  </a:lnTo>
                  <a:lnTo>
                    <a:pt x="2182" y="229"/>
                  </a:lnTo>
                  <a:lnTo>
                    <a:pt x="2185" y="255"/>
                  </a:lnTo>
                  <a:lnTo>
                    <a:pt x="2182" y="281"/>
                  </a:lnTo>
                  <a:lnTo>
                    <a:pt x="2175" y="305"/>
                  </a:lnTo>
                  <a:lnTo>
                    <a:pt x="2165" y="330"/>
                  </a:lnTo>
                  <a:lnTo>
                    <a:pt x="2151" y="353"/>
                  </a:lnTo>
                  <a:lnTo>
                    <a:pt x="2132" y="376"/>
                  </a:lnTo>
                  <a:lnTo>
                    <a:pt x="2111" y="397"/>
                  </a:lnTo>
                  <a:lnTo>
                    <a:pt x="2086" y="417"/>
                  </a:lnTo>
                  <a:lnTo>
                    <a:pt x="2058" y="434"/>
                  </a:lnTo>
                  <a:lnTo>
                    <a:pt x="2028" y="451"/>
                  </a:lnTo>
                  <a:lnTo>
                    <a:pt x="1994" y="466"/>
                  </a:lnTo>
                  <a:lnTo>
                    <a:pt x="1959" y="479"/>
                  </a:lnTo>
                  <a:lnTo>
                    <a:pt x="1921" y="489"/>
                  </a:lnTo>
                  <a:lnTo>
                    <a:pt x="1881" y="498"/>
                  </a:lnTo>
                  <a:lnTo>
                    <a:pt x="1840" y="505"/>
                  </a:lnTo>
                  <a:lnTo>
                    <a:pt x="1797" y="508"/>
                  </a:lnTo>
                  <a:lnTo>
                    <a:pt x="1754" y="509"/>
                  </a:lnTo>
                  <a:lnTo>
                    <a:pt x="1710" y="508"/>
                  </a:lnTo>
                  <a:lnTo>
                    <a:pt x="1667" y="505"/>
                  </a:lnTo>
                  <a:lnTo>
                    <a:pt x="1626" y="498"/>
                  </a:lnTo>
                  <a:lnTo>
                    <a:pt x="1586" y="489"/>
                  </a:lnTo>
                  <a:lnTo>
                    <a:pt x="1548" y="479"/>
                  </a:lnTo>
                  <a:lnTo>
                    <a:pt x="1512" y="466"/>
                  </a:lnTo>
                  <a:lnTo>
                    <a:pt x="1479" y="451"/>
                  </a:lnTo>
                  <a:lnTo>
                    <a:pt x="1449" y="434"/>
                  </a:lnTo>
                  <a:lnTo>
                    <a:pt x="1421" y="417"/>
                  </a:lnTo>
                  <a:lnTo>
                    <a:pt x="1395" y="397"/>
                  </a:lnTo>
                  <a:lnTo>
                    <a:pt x="1374" y="376"/>
                  </a:lnTo>
                  <a:lnTo>
                    <a:pt x="1355" y="353"/>
                  </a:lnTo>
                  <a:lnTo>
                    <a:pt x="1341" y="330"/>
                  </a:lnTo>
                  <a:lnTo>
                    <a:pt x="1331" y="305"/>
                  </a:lnTo>
                  <a:lnTo>
                    <a:pt x="1324" y="281"/>
                  </a:lnTo>
                  <a:lnTo>
                    <a:pt x="1321" y="255"/>
                  </a:lnTo>
                  <a:lnTo>
                    <a:pt x="1324" y="229"/>
                  </a:lnTo>
                  <a:lnTo>
                    <a:pt x="1331" y="203"/>
                  </a:lnTo>
                  <a:lnTo>
                    <a:pt x="1341" y="179"/>
                  </a:lnTo>
                  <a:lnTo>
                    <a:pt x="1355" y="155"/>
                  </a:lnTo>
                  <a:lnTo>
                    <a:pt x="1374" y="133"/>
                  </a:lnTo>
                  <a:lnTo>
                    <a:pt x="1395" y="113"/>
                  </a:lnTo>
                  <a:lnTo>
                    <a:pt x="1421" y="93"/>
                  </a:lnTo>
                  <a:lnTo>
                    <a:pt x="1449" y="74"/>
                  </a:lnTo>
                  <a:lnTo>
                    <a:pt x="1479" y="59"/>
                  </a:lnTo>
                  <a:lnTo>
                    <a:pt x="1512" y="44"/>
                  </a:lnTo>
                  <a:lnTo>
                    <a:pt x="1548" y="31"/>
                  </a:lnTo>
                  <a:lnTo>
                    <a:pt x="1586" y="20"/>
                  </a:lnTo>
                  <a:lnTo>
                    <a:pt x="1626" y="12"/>
                  </a:lnTo>
                  <a:lnTo>
                    <a:pt x="1667" y="5"/>
                  </a:lnTo>
                  <a:lnTo>
                    <a:pt x="1710" y="2"/>
                  </a:lnTo>
                  <a:lnTo>
                    <a:pt x="1754" y="0"/>
                  </a:lnTo>
                  <a:close/>
                  <a:moveTo>
                    <a:pt x="239" y="786"/>
                  </a:moveTo>
                  <a:lnTo>
                    <a:pt x="263" y="788"/>
                  </a:lnTo>
                  <a:lnTo>
                    <a:pt x="287" y="794"/>
                  </a:lnTo>
                  <a:lnTo>
                    <a:pt x="309" y="805"/>
                  </a:lnTo>
                  <a:lnTo>
                    <a:pt x="331" y="819"/>
                  </a:lnTo>
                  <a:lnTo>
                    <a:pt x="352" y="836"/>
                  </a:lnTo>
                  <a:lnTo>
                    <a:pt x="372" y="857"/>
                  </a:lnTo>
                  <a:lnTo>
                    <a:pt x="390" y="882"/>
                  </a:lnTo>
                  <a:lnTo>
                    <a:pt x="407" y="909"/>
                  </a:lnTo>
                  <a:lnTo>
                    <a:pt x="423" y="940"/>
                  </a:lnTo>
                  <a:lnTo>
                    <a:pt x="437" y="971"/>
                  </a:lnTo>
                  <a:lnTo>
                    <a:pt x="448" y="1006"/>
                  </a:lnTo>
                  <a:lnTo>
                    <a:pt x="459" y="1043"/>
                  </a:lnTo>
                  <a:lnTo>
                    <a:pt x="467" y="1081"/>
                  </a:lnTo>
                  <a:lnTo>
                    <a:pt x="473" y="1121"/>
                  </a:lnTo>
                  <a:lnTo>
                    <a:pt x="476" y="1163"/>
                  </a:lnTo>
                  <a:lnTo>
                    <a:pt x="478" y="1206"/>
                  </a:lnTo>
                  <a:lnTo>
                    <a:pt x="476" y="1248"/>
                  </a:lnTo>
                  <a:lnTo>
                    <a:pt x="473" y="1290"/>
                  </a:lnTo>
                  <a:lnTo>
                    <a:pt x="467" y="1330"/>
                  </a:lnTo>
                  <a:lnTo>
                    <a:pt x="459" y="1367"/>
                  </a:lnTo>
                  <a:lnTo>
                    <a:pt x="448" y="1405"/>
                  </a:lnTo>
                  <a:lnTo>
                    <a:pt x="437" y="1439"/>
                  </a:lnTo>
                  <a:lnTo>
                    <a:pt x="423" y="1472"/>
                  </a:lnTo>
                  <a:lnTo>
                    <a:pt x="407" y="1501"/>
                  </a:lnTo>
                  <a:lnTo>
                    <a:pt x="390" y="1528"/>
                  </a:lnTo>
                  <a:lnTo>
                    <a:pt x="372" y="1553"/>
                  </a:lnTo>
                  <a:lnTo>
                    <a:pt x="352" y="1574"/>
                  </a:lnTo>
                  <a:lnTo>
                    <a:pt x="331" y="1591"/>
                  </a:lnTo>
                  <a:lnTo>
                    <a:pt x="309" y="1605"/>
                  </a:lnTo>
                  <a:lnTo>
                    <a:pt x="287" y="1616"/>
                  </a:lnTo>
                  <a:lnTo>
                    <a:pt x="263" y="1622"/>
                  </a:lnTo>
                  <a:lnTo>
                    <a:pt x="239" y="1624"/>
                  </a:lnTo>
                  <a:lnTo>
                    <a:pt x="214" y="1622"/>
                  </a:lnTo>
                  <a:lnTo>
                    <a:pt x="191" y="1616"/>
                  </a:lnTo>
                  <a:lnTo>
                    <a:pt x="168" y="1605"/>
                  </a:lnTo>
                  <a:lnTo>
                    <a:pt x="146" y="1591"/>
                  </a:lnTo>
                  <a:lnTo>
                    <a:pt x="125" y="1574"/>
                  </a:lnTo>
                  <a:lnTo>
                    <a:pt x="105" y="1553"/>
                  </a:lnTo>
                  <a:lnTo>
                    <a:pt x="87" y="1528"/>
                  </a:lnTo>
                  <a:lnTo>
                    <a:pt x="70" y="1501"/>
                  </a:lnTo>
                  <a:lnTo>
                    <a:pt x="55" y="1472"/>
                  </a:lnTo>
                  <a:lnTo>
                    <a:pt x="41" y="1439"/>
                  </a:lnTo>
                  <a:lnTo>
                    <a:pt x="29" y="1405"/>
                  </a:lnTo>
                  <a:lnTo>
                    <a:pt x="18" y="1367"/>
                  </a:lnTo>
                  <a:lnTo>
                    <a:pt x="10" y="1330"/>
                  </a:lnTo>
                  <a:lnTo>
                    <a:pt x="4" y="1290"/>
                  </a:lnTo>
                  <a:lnTo>
                    <a:pt x="1" y="1248"/>
                  </a:lnTo>
                  <a:lnTo>
                    <a:pt x="0" y="1206"/>
                  </a:lnTo>
                  <a:lnTo>
                    <a:pt x="1" y="1163"/>
                  </a:lnTo>
                  <a:lnTo>
                    <a:pt x="4" y="1121"/>
                  </a:lnTo>
                  <a:lnTo>
                    <a:pt x="10" y="1081"/>
                  </a:lnTo>
                  <a:lnTo>
                    <a:pt x="18" y="1043"/>
                  </a:lnTo>
                  <a:lnTo>
                    <a:pt x="29" y="1006"/>
                  </a:lnTo>
                  <a:lnTo>
                    <a:pt x="41" y="971"/>
                  </a:lnTo>
                  <a:lnTo>
                    <a:pt x="55" y="940"/>
                  </a:lnTo>
                  <a:lnTo>
                    <a:pt x="70" y="909"/>
                  </a:lnTo>
                  <a:lnTo>
                    <a:pt x="87" y="882"/>
                  </a:lnTo>
                  <a:lnTo>
                    <a:pt x="105" y="857"/>
                  </a:lnTo>
                  <a:lnTo>
                    <a:pt x="125" y="836"/>
                  </a:lnTo>
                  <a:lnTo>
                    <a:pt x="146" y="819"/>
                  </a:lnTo>
                  <a:lnTo>
                    <a:pt x="168" y="805"/>
                  </a:lnTo>
                  <a:lnTo>
                    <a:pt x="191" y="794"/>
                  </a:lnTo>
                  <a:lnTo>
                    <a:pt x="214" y="788"/>
                  </a:lnTo>
                  <a:lnTo>
                    <a:pt x="239" y="786"/>
                  </a:lnTo>
                  <a:close/>
                  <a:moveTo>
                    <a:pt x="1119" y="2495"/>
                  </a:moveTo>
                  <a:lnTo>
                    <a:pt x="1143" y="2498"/>
                  </a:lnTo>
                  <a:lnTo>
                    <a:pt x="1167" y="2504"/>
                  </a:lnTo>
                  <a:lnTo>
                    <a:pt x="1190" y="2514"/>
                  </a:lnTo>
                  <a:lnTo>
                    <a:pt x="1211" y="2528"/>
                  </a:lnTo>
                  <a:lnTo>
                    <a:pt x="1232" y="2546"/>
                  </a:lnTo>
                  <a:lnTo>
                    <a:pt x="1252" y="2567"/>
                  </a:lnTo>
                  <a:lnTo>
                    <a:pt x="1271" y="2592"/>
                  </a:lnTo>
                  <a:lnTo>
                    <a:pt x="1288" y="2618"/>
                  </a:lnTo>
                  <a:lnTo>
                    <a:pt x="1304" y="2648"/>
                  </a:lnTo>
                  <a:lnTo>
                    <a:pt x="1318" y="2681"/>
                  </a:lnTo>
                  <a:lnTo>
                    <a:pt x="1329" y="2715"/>
                  </a:lnTo>
                  <a:lnTo>
                    <a:pt x="1340" y="2752"/>
                  </a:lnTo>
                  <a:lnTo>
                    <a:pt x="1348" y="2790"/>
                  </a:lnTo>
                  <a:lnTo>
                    <a:pt x="1354" y="2830"/>
                  </a:lnTo>
                  <a:lnTo>
                    <a:pt x="1358" y="2872"/>
                  </a:lnTo>
                  <a:lnTo>
                    <a:pt x="1359" y="2914"/>
                  </a:lnTo>
                  <a:lnTo>
                    <a:pt x="1358" y="2956"/>
                  </a:lnTo>
                  <a:lnTo>
                    <a:pt x="1354" y="2998"/>
                  </a:lnTo>
                  <a:lnTo>
                    <a:pt x="1348" y="3038"/>
                  </a:lnTo>
                  <a:lnTo>
                    <a:pt x="1340" y="3077"/>
                  </a:lnTo>
                  <a:lnTo>
                    <a:pt x="1329" y="3113"/>
                  </a:lnTo>
                  <a:lnTo>
                    <a:pt x="1318" y="3147"/>
                  </a:lnTo>
                  <a:lnTo>
                    <a:pt x="1304" y="3180"/>
                  </a:lnTo>
                  <a:lnTo>
                    <a:pt x="1288" y="3209"/>
                  </a:lnTo>
                  <a:lnTo>
                    <a:pt x="1271" y="3238"/>
                  </a:lnTo>
                  <a:lnTo>
                    <a:pt x="1252" y="3261"/>
                  </a:lnTo>
                  <a:lnTo>
                    <a:pt x="1232" y="3282"/>
                  </a:lnTo>
                  <a:lnTo>
                    <a:pt x="1211" y="3301"/>
                  </a:lnTo>
                  <a:lnTo>
                    <a:pt x="1190" y="3315"/>
                  </a:lnTo>
                  <a:lnTo>
                    <a:pt x="1167" y="3325"/>
                  </a:lnTo>
                  <a:lnTo>
                    <a:pt x="1143" y="3331"/>
                  </a:lnTo>
                  <a:lnTo>
                    <a:pt x="1119" y="3334"/>
                  </a:lnTo>
                  <a:lnTo>
                    <a:pt x="1094" y="3331"/>
                  </a:lnTo>
                  <a:lnTo>
                    <a:pt x="1070" y="3325"/>
                  </a:lnTo>
                  <a:lnTo>
                    <a:pt x="1048" y="3315"/>
                  </a:lnTo>
                  <a:lnTo>
                    <a:pt x="1026" y="3301"/>
                  </a:lnTo>
                  <a:lnTo>
                    <a:pt x="1005" y="3282"/>
                  </a:lnTo>
                  <a:lnTo>
                    <a:pt x="985" y="3261"/>
                  </a:lnTo>
                  <a:lnTo>
                    <a:pt x="967" y="3238"/>
                  </a:lnTo>
                  <a:lnTo>
                    <a:pt x="950" y="3209"/>
                  </a:lnTo>
                  <a:lnTo>
                    <a:pt x="935" y="3180"/>
                  </a:lnTo>
                  <a:lnTo>
                    <a:pt x="921" y="3147"/>
                  </a:lnTo>
                  <a:lnTo>
                    <a:pt x="909" y="3113"/>
                  </a:lnTo>
                  <a:lnTo>
                    <a:pt x="898" y="3077"/>
                  </a:lnTo>
                  <a:lnTo>
                    <a:pt x="890" y="3038"/>
                  </a:lnTo>
                  <a:lnTo>
                    <a:pt x="884" y="2998"/>
                  </a:lnTo>
                  <a:lnTo>
                    <a:pt x="881" y="2956"/>
                  </a:lnTo>
                  <a:lnTo>
                    <a:pt x="880" y="2914"/>
                  </a:lnTo>
                  <a:lnTo>
                    <a:pt x="881" y="2872"/>
                  </a:lnTo>
                  <a:lnTo>
                    <a:pt x="884" y="2830"/>
                  </a:lnTo>
                  <a:lnTo>
                    <a:pt x="890" y="2790"/>
                  </a:lnTo>
                  <a:lnTo>
                    <a:pt x="898" y="2752"/>
                  </a:lnTo>
                  <a:lnTo>
                    <a:pt x="909" y="2715"/>
                  </a:lnTo>
                  <a:lnTo>
                    <a:pt x="921" y="2681"/>
                  </a:lnTo>
                  <a:lnTo>
                    <a:pt x="935" y="2648"/>
                  </a:lnTo>
                  <a:lnTo>
                    <a:pt x="950" y="2618"/>
                  </a:lnTo>
                  <a:lnTo>
                    <a:pt x="967" y="2592"/>
                  </a:lnTo>
                  <a:lnTo>
                    <a:pt x="985" y="2567"/>
                  </a:lnTo>
                  <a:lnTo>
                    <a:pt x="1005" y="2546"/>
                  </a:lnTo>
                  <a:lnTo>
                    <a:pt x="1026" y="2528"/>
                  </a:lnTo>
                  <a:lnTo>
                    <a:pt x="1048" y="2514"/>
                  </a:lnTo>
                  <a:lnTo>
                    <a:pt x="1070" y="2504"/>
                  </a:lnTo>
                  <a:lnTo>
                    <a:pt x="1094" y="2498"/>
                  </a:lnTo>
                  <a:lnTo>
                    <a:pt x="1119" y="2495"/>
                  </a:lnTo>
                  <a:close/>
                  <a:moveTo>
                    <a:pt x="2380" y="2651"/>
                  </a:moveTo>
                  <a:lnTo>
                    <a:pt x="2405" y="2654"/>
                  </a:lnTo>
                  <a:lnTo>
                    <a:pt x="2428" y="2660"/>
                  </a:lnTo>
                  <a:lnTo>
                    <a:pt x="2452" y="2670"/>
                  </a:lnTo>
                  <a:lnTo>
                    <a:pt x="2473" y="2684"/>
                  </a:lnTo>
                  <a:lnTo>
                    <a:pt x="2494" y="2703"/>
                  </a:lnTo>
                  <a:lnTo>
                    <a:pt x="2514" y="2724"/>
                  </a:lnTo>
                  <a:lnTo>
                    <a:pt x="2533" y="2747"/>
                  </a:lnTo>
                  <a:lnTo>
                    <a:pt x="2550" y="2774"/>
                  </a:lnTo>
                  <a:lnTo>
                    <a:pt x="2565" y="2805"/>
                  </a:lnTo>
                  <a:lnTo>
                    <a:pt x="2580" y="2838"/>
                  </a:lnTo>
                  <a:lnTo>
                    <a:pt x="2591" y="2872"/>
                  </a:lnTo>
                  <a:lnTo>
                    <a:pt x="2602" y="2908"/>
                  </a:lnTo>
                  <a:lnTo>
                    <a:pt x="2610" y="2947"/>
                  </a:lnTo>
                  <a:lnTo>
                    <a:pt x="2616" y="2987"/>
                  </a:lnTo>
                  <a:lnTo>
                    <a:pt x="2619" y="3029"/>
                  </a:lnTo>
                  <a:lnTo>
                    <a:pt x="2621" y="3071"/>
                  </a:lnTo>
                  <a:lnTo>
                    <a:pt x="2619" y="3113"/>
                  </a:lnTo>
                  <a:lnTo>
                    <a:pt x="2616" y="3155"/>
                  </a:lnTo>
                  <a:lnTo>
                    <a:pt x="2610" y="3195"/>
                  </a:lnTo>
                  <a:lnTo>
                    <a:pt x="2602" y="3233"/>
                  </a:lnTo>
                  <a:lnTo>
                    <a:pt x="2591" y="3270"/>
                  </a:lnTo>
                  <a:lnTo>
                    <a:pt x="2580" y="3304"/>
                  </a:lnTo>
                  <a:lnTo>
                    <a:pt x="2565" y="3337"/>
                  </a:lnTo>
                  <a:lnTo>
                    <a:pt x="2550" y="3367"/>
                  </a:lnTo>
                  <a:lnTo>
                    <a:pt x="2533" y="3393"/>
                  </a:lnTo>
                  <a:lnTo>
                    <a:pt x="2514" y="3418"/>
                  </a:lnTo>
                  <a:lnTo>
                    <a:pt x="2494" y="3439"/>
                  </a:lnTo>
                  <a:lnTo>
                    <a:pt x="2473" y="3457"/>
                  </a:lnTo>
                  <a:lnTo>
                    <a:pt x="2452" y="3471"/>
                  </a:lnTo>
                  <a:lnTo>
                    <a:pt x="2428" y="3481"/>
                  </a:lnTo>
                  <a:lnTo>
                    <a:pt x="2405" y="3487"/>
                  </a:lnTo>
                  <a:lnTo>
                    <a:pt x="2380" y="3490"/>
                  </a:lnTo>
                  <a:lnTo>
                    <a:pt x="2356" y="3487"/>
                  </a:lnTo>
                  <a:lnTo>
                    <a:pt x="2332" y="3481"/>
                  </a:lnTo>
                  <a:lnTo>
                    <a:pt x="2310" y="3471"/>
                  </a:lnTo>
                  <a:lnTo>
                    <a:pt x="2288" y="3457"/>
                  </a:lnTo>
                  <a:lnTo>
                    <a:pt x="2267" y="3439"/>
                  </a:lnTo>
                  <a:lnTo>
                    <a:pt x="2248" y="3418"/>
                  </a:lnTo>
                  <a:lnTo>
                    <a:pt x="2229" y="3393"/>
                  </a:lnTo>
                  <a:lnTo>
                    <a:pt x="2212" y="3367"/>
                  </a:lnTo>
                  <a:lnTo>
                    <a:pt x="2196" y="3337"/>
                  </a:lnTo>
                  <a:lnTo>
                    <a:pt x="2182" y="3304"/>
                  </a:lnTo>
                  <a:lnTo>
                    <a:pt x="2171" y="3270"/>
                  </a:lnTo>
                  <a:lnTo>
                    <a:pt x="2160" y="3233"/>
                  </a:lnTo>
                  <a:lnTo>
                    <a:pt x="2152" y="3195"/>
                  </a:lnTo>
                  <a:lnTo>
                    <a:pt x="2146" y="3155"/>
                  </a:lnTo>
                  <a:lnTo>
                    <a:pt x="2142" y="3113"/>
                  </a:lnTo>
                  <a:lnTo>
                    <a:pt x="2141" y="3071"/>
                  </a:lnTo>
                  <a:lnTo>
                    <a:pt x="2142" y="3029"/>
                  </a:lnTo>
                  <a:lnTo>
                    <a:pt x="2146" y="2987"/>
                  </a:lnTo>
                  <a:lnTo>
                    <a:pt x="2152" y="2947"/>
                  </a:lnTo>
                  <a:lnTo>
                    <a:pt x="2160" y="2908"/>
                  </a:lnTo>
                  <a:lnTo>
                    <a:pt x="2171" y="2872"/>
                  </a:lnTo>
                  <a:lnTo>
                    <a:pt x="2182" y="2838"/>
                  </a:lnTo>
                  <a:lnTo>
                    <a:pt x="2196" y="2805"/>
                  </a:lnTo>
                  <a:lnTo>
                    <a:pt x="2212" y="2774"/>
                  </a:lnTo>
                  <a:lnTo>
                    <a:pt x="2229" y="2747"/>
                  </a:lnTo>
                  <a:lnTo>
                    <a:pt x="2248" y="2724"/>
                  </a:lnTo>
                  <a:lnTo>
                    <a:pt x="2267" y="2703"/>
                  </a:lnTo>
                  <a:lnTo>
                    <a:pt x="2288" y="2684"/>
                  </a:lnTo>
                  <a:lnTo>
                    <a:pt x="2310" y="2670"/>
                  </a:lnTo>
                  <a:lnTo>
                    <a:pt x="2332" y="2660"/>
                  </a:lnTo>
                  <a:lnTo>
                    <a:pt x="2356" y="2654"/>
                  </a:lnTo>
                  <a:lnTo>
                    <a:pt x="2380" y="2651"/>
                  </a:lnTo>
                  <a:close/>
                  <a:moveTo>
                    <a:pt x="2342" y="1355"/>
                  </a:moveTo>
                  <a:lnTo>
                    <a:pt x="2366" y="1357"/>
                  </a:lnTo>
                  <a:lnTo>
                    <a:pt x="2390" y="1363"/>
                  </a:lnTo>
                  <a:lnTo>
                    <a:pt x="2412" y="1373"/>
                  </a:lnTo>
                  <a:lnTo>
                    <a:pt x="2434" y="1387"/>
                  </a:lnTo>
                  <a:lnTo>
                    <a:pt x="2455" y="1405"/>
                  </a:lnTo>
                  <a:lnTo>
                    <a:pt x="2475" y="1426"/>
                  </a:lnTo>
                  <a:lnTo>
                    <a:pt x="2493" y="1451"/>
                  </a:lnTo>
                  <a:lnTo>
                    <a:pt x="2510" y="1478"/>
                  </a:lnTo>
                  <a:lnTo>
                    <a:pt x="2526" y="1507"/>
                  </a:lnTo>
                  <a:lnTo>
                    <a:pt x="2540" y="1540"/>
                  </a:lnTo>
                  <a:lnTo>
                    <a:pt x="2551" y="1574"/>
                  </a:lnTo>
                  <a:lnTo>
                    <a:pt x="2562" y="1611"/>
                  </a:lnTo>
                  <a:lnTo>
                    <a:pt x="2570" y="1649"/>
                  </a:lnTo>
                  <a:lnTo>
                    <a:pt x="2576" y="1689"/>
                  </a:lnTo>
                  <a:lnTo>
                    <a:pt x="2580" y="1731"/>
                  </a:lnTo>
                  <a:lnTo>
                    <a:pt x="2581" y="1773"/>
                  </a:lnTo>
                  <a:lnTo>
                    <a:pt x="2580" y="1815"/>
                  </a:lnTo>
                  <a:lnTo>
                    <a:pt x="2576" y="1858"/>
                  </a:lnTo>
                  <a:lnTo>
                    <a:pt x="2570" y="1897"/>
                  </a:lnTo>
                  <a:lnTo>
                    <a:pt x="2562" y="1936"/>
                  </a:lnTo>
                  <a:lnTo>
                    <a:pt x="2551" y="1972"/>
                  </a:lnTo>
                  <a:lnTo>
                    <a:pt x="2540" y="2008"/>
                  </a:lnTo>
                  <a:lnTo>
                    <a:pt x="2526" y="2039"/>
                  </a:lnTo>
                  <a:lnTo>
                    <a:pt x="2510" y="2070"/>
                  </a:lnTo>
                  <a:lnTo>
                    <a:pt x="2493" y="2097"/>
                  </a:lnTo>
                  <a:lnTo>
                    <a:pt x="2475" y="2121"/>
                  </a:lnTo>
                  <a:lnTo>
                    <a:pt x="2455" y="2142"/>
                  </a:lnTo>
                  <a:lnTo>
                    <a:pt x="2434" y="2160"/>
                  </a:lnTo>
                  <a:lnTo>
                    <a:pt x="2412" y="2174"/>
                  </a:lnTo>
                  <a:lnTo>
                    <a:pt x="2390" y="2185"/>
                  </a:lnTo>
                  <a:lnTo>
                    <a:pt x="2366" y="2191"/>
                  </a:lnTo>
                  <a:lnTo>
                    <a:pt x="2342" y="2193"/>
                  </a:lnTo>
                  <a:lnTo>
                    <a:pt x="2317" y="2191"/>
                  </a:lnTo>
                  <a:lnTo>
                    <a:pt x="2294" y="2185"/>
                  </a:lnTo>
                  <a:lnTo>
                    <a:pt x="2270" y="2174"/>
                  </a:lnTo>
                  <a:lnTo>
                    <a:pt x="2249" y="2160"/>
                  </a:lnTo>
                  <a:lnTo>
                    <a:pt x="2228" y="2142"/>
                  </a:lnTo>
                  <a:lnTo>
                    <a:pt x="2208" y="2121"/>
                  </a:lnTo>
                  <a:lnTo>
                    <a:pt x="2189" y="2097"/>
                  </a:lnTo>
                  <a:lnTo>
                    <a:pt x="2173" y="2070"/>
                  </a:lnTo>
                  <a:lnTo>
                    <a:pt x="2157" y="2039"/>
                  </a:lnTo>
                  <a:lnTo>
                    <a:pt x="2142" y="2008"/>
                  </a:lnTo>
                  <a:lnTo>
                    <a:pt x="2131" y="1972"/>
                  </a:lnTo>
                  <a:lnTo>
                    <a:pt x="2120" y="1936"/>
                  </a:lnTo>
                  <a:lnTo>
                    <a:pt x="2112" y="1897"/>
                  </a:lnTo>
                  <a:lnTo>
                    <a:pt x="2106" y="1858"/>
                  </a:lnTo>
                  <a:lnTo>
                    <a:pt x="2103" y="1815"/>
                  </a:lnTo>
                  <a:lnTo>
                    <a:pt x="2101" y="1773"/>
                  </a:lnTo>
                  <a:lnTo>
                    <a:pt x="2103" y="1731"/>
                  </a:lnTo>
                  <a:lnTo>
                    <a:pt x="2106" y="1689"/>
                  </a:lnTo>
                  <a:lnTo>
                    <a:pt x="2112" y="1649"/>
                  </a:lnTo>
                  <a:lnTo>
                    <a:pt x="2120" y="1611"/>
                  </a:lnTo>
                  <a:lnTo>
                    <a:pt x="2131" y="1574"/>
                  </a:lnTo>
                  <a:lnTo>
                    <a:pt x="2142" y="1540"/>
                  </a:lnTo>
                  <a:lnTo>
                    <a:pt x="2157" y="1507"/>
                  </a:lnTo>
                  <a:lnTo>
                    <a:pt x="2173" y="1478"/>
                  </a:lnTo>
                  <a:lnTo>
                    <a:pt x="2189" y="1451"/>
                  </a:lnTo>
                  <a:lnTo>
                    <a:pt x="2208" y="1426"/>
                  </a:lnTo>
                  <a:lnTo>
                    <a:pt x="2228" y="1405"/>
                  </a:lnTo>
                  <a:lnTo>
                    <a:pt x="2249" y="1387"/>
                  </a:lnTo>
                  <a:lnTo>
                    <a:pt x="2270" y="1373"/>
                  </a:lnTo>
                  <a:lnTo>
                    <a:pt x="2294" y="1363"/>
                  </a:lnTo>
                  <a:lnTo>
                    <a:pt x="2317" y="1357"/>
                  </a:lnTo>
                  <a:lnTo>
                    <a:pt x="2342" y="1355"/>
                  </a:lnTo>
                  <a:close/>
                  <a:moveTo>
                    <a:pt x="3179" y="819"/>
                  </a:moveTo>
                  <a:lnTo>
                    <a:pt x="3204" y="821"/>
                  </a:lnTo>
                  <a:lnTo>
                    <a:pt x="3227" y="827"/>
                  </a:lnTo>
                  <a:lnTo>
                    <a:pt x="3250" y="838"/>
                  </a:lnTo>
                  <a:lnTo>
                    <a:pt x="3272" y="852"/>
                  </a:lnTo>
                  <a:lnTo>
                    <a:pt x="3293" y="869"/>
                  </a:lnTo>
                  <a:lnTo>
                    <a:pt x="3312" y="890"/>
                  </a:lnTo>
                  <a:lnTo>
                    <a:pt x="3331" y="915"/>
                  </a:lnTo>
                  <a:lnTo>
                    <a:pt x="3348" y="942"/>
                  </a:lnTo>
                  <a:lnTo>
                    <a:pt x="3363" y="971"/>
                  </a:lnTo>
                  <a:lnTo>
                    <a:pt x="3377" y="1004"/>
                  </a:lnTo>
                  <a:lnTo>
                    <a:pt x="3389" y="1038"/>
                  </a:lnTo>
                  <a:lnTo>
                    <a:pt x="3400" y="1076"/>
                  </a:lnTo>
                  <a:lnTo>
                    <a:pt x="3408" y="1113"/>
                  </a:lnTo>
                  <a:lnTo>
                    <a:pt x="3414" y="1153"/>
                  </a:lnTo>
                  <a:lnTo>
                    <a:pt x="3417" y="1195"/>
                  </a:lnTo>
                  <a:lnTo>
                    <a:pt x="3418" y="1237"/>
                  </a:lnTo>
                  <a:lnTo>
                    <a:pt x="3417" y="1280"/>
                  </a:lnTo>
                  <a:lnTo>
                    <a:pt x="3414" y="1322"/>
                  </a:lnTo>
                  <a:lnTo>
                    <a:pt x="3408" y="1362"/>
                  </a:lnTo>
                  <a:lnTo>
                    <a:pt x="3400" y="1399"/>
                  </a:lnTo>
                  <a:lnTo>
                    <a:pt x="3389" y="1437"/>
                  </a:lnTo>
                  <a:lnTo>
                    <a:pt x="3377" y="1471"/>
                  </a:lnTo>
                  <a:lnTo>
                    <a:pt x="3363" y="1503"/>
                  </a:lnTo>
                  <a:lnTo>
                    <a:pt x="3348" y="1533"/>
                  </a:lnTo>
                  <a:lnTo>
                    <a:pt x="3331" y="1560"/>
                  </a:lnTo>
                  <a:lnTo>
                    <a:pt x="3312" y="1584"/>
                  </a:lnTo>
                  <a:lnTo>
                    <a:pt x="3293" y="1605"/>
                  </a:lnTo>
                  <a:lnTo>
                    <a:pt x="3272" y="1623"/>
                  </a:lnTo>
                  <a:lnTo>
                    <a:pt x="3250" y="1637"/>
                  </a:lnTo>
                  <a:lnTo>
                    <a:pt x="3227" y="1648"/>
                  </a:lnTo>
                  <a:lnTo>
                    <a:pt x="3204" y="1654"/>
                  </a:lnTo>
                  <a:lnTo>
                    <a:pt x="3179" y="1656"/>
                  </a:lnTo>
                  <a:lnTo>
                    <a:pt x="3155" y="1654"/>
                  </a:lnTo>
                  <a:lnTo>
                    <a:pt x="3131" y="1648"/>
                  </a:lnTo>
                  <a:lnTo>
                    <a:pt x="3108" y="1637"/>
                  </a:lnTo>
                  <a:lnTo>
                    <a:pt x="3087" y="1623"/>
                  </a:lnTo>
                  <a:lnTo>
                    <a:pt x="3066" y="1605"/>
                  </a:lnTo>
                  <a:lnTo>
                    <a:pt x="3046" y="1584"/>
                  </a:lnTo>
                  <a:lnTo>
                    <a:pt x="3027" y="1560"/>
                  </a:lnTo>
                  <a:lnTo>
                    <a:pt x="3011" y="1533"/>
                  </a:lnTo>
                  <a:lnTo>
                    <a:pt x="2994" y="1503"/>
                  </a:lnTo>
                  <a:lnTo>
                    <a:pt x="2980" y="1471"/>
                  </a:lnTo>
                  <a:lnTo>
                    <a:pt x="2968" y="1437"/>
                  </a:lnTo>
                  <a:lnTo>
                    <a:pt x="2958" y="1399"/>
                  </a:lnTo>
                  <a:lnTo>
                    <a:pt x="2950" y="1362"/>
                  </a:lnTo>
                  <a:lnTo>
                    <a:pt x="2944" y="1322"/>
                  </a:lnTo>
                  <a:lnTo>
                    <a:pt x="2940" y="1280"/>
                  </a:lnTo>
                  <a:lnTo>
                    <a:pt x="2939" y="1237"/>
                  </a:lnTo>
                  <a:lnTo>
                    <a:pt x="2940" y="1195"/>
                  </a:lnTo>
                  <a:lnTo>
                    <a:pt x="2944" y="1153"/>
                  </a:lnTo>
                  <a:lnTo>
                    <a:pt x="2950" y="1113"/>
                  </a:lnTo>
                  <a:lnTo>
                    <a:pt x="2958" y="1076"/>
                  </a:lnTo>
                  <a:lnTo>
                    <a:pt x="2968" y="1038"/>
                  </a:lnTo>
                  <a:lnTo>
                    <a:pt x="2980" y="1004"/>
                  </a:lnTo>
                  <a:lnTo>
                    <a:pt x="2994" y="971"/>
                  </a:lnTo>
                  <a:lnTo>
                    <a:pt x="3011" y="942"/>
                  </a:lnTo>
                  <a:lnTo>
                    <a:pt x="3027" y="915"/>
                  </a:lnTo>
                  <a:lnTo>
                    <a:pt x="3046" y="890"/>
                  </a:lnTo>
                  <a:lnTo>
                    <a:pt x="3066" y="869"/>
                  </a:lnTo>
                  <a:lnTo>
                    <a:pt x="3087" y="852"/>
                  </a:lnTo>
                  <a:lnTo>
                    <a:pt x="3108" y="838"/>
                  </a:lnTo>
                  <a:lnTo>
                    <a:pt x="3131" y="827"/>
                  </a:lnTo>
                  <a:lnTo>
                    <a:pt x="3155" y="821"/>
                  </a:lnTo>
                  <a:lnTo>
                    <a:pt x="3179" y="819"/>
                  </a:lnTo>
                  <a:close/>
                  <a:moveTo>
                    <a:pt x="3246" y="2144"/>
                  </a:moveTo>
                  <a:lnTo>
                    <a:pt x="3271" y="2146"/>
                  </a:lnTo>
                  <a:lnTo>
                    <a:pt x="3294" y="2152"/>
                  </a:lnTo>
                  <a:lnTo>
                    <a:pt x="3316" y="2162"/>
                  </a:lnTo>
                  <a:lnTo>
                    <a:pt x="3339" y="2176"/>
                  </a:lnTo>
                  <a:lnTo>
                    <a:pt x="3360" y="2194"/>
                  </a:lnTo>
                  <a:lnTo>
                    <a:pt x="3380" y="2215"/>
                  </a:lnTo>
                  <a:lnTo>
                    <a:pt x="3397" y="2240"/>
                  </a:lnTo>
                  <a:lnTo>
                    <a:pt x="3415" y="2267"/>
                  </a:lnTo>
                  <a:lnTo>
                    <a:pt x="3430" y="2296"/>
                  </a:lnTo>
                  <a:lnTo>
                    <a:pt x="3444" y="2329"/>
                  </a:lnTo>
                  <a:lnTo>
                    <a:pt x="3456" y="2363"/>
                  </a:lnTo>
                  <a:lnTo>
                    <a:pt x="3466" y="2400"/>
                  </a:lnTo>
                  <a:lnTo>
                    <a:pt x="3475" y="2438"/>
                  </a:lnTo>
                  <a:lnTo>
                    <a:pt x="3480" y="2478"/>
                  </a:lnTo>
                  <a:lnTo>
                    <a:pt x="3484" y="2520"/>
                  </a:lnTo>
                  <a:lnTo>
                    <a:pt x="3485" y="2562"/>
                  </a:lnTo>
                  <a:lnTo>
                    <a:pt x="3484" y="2604"/>
                  </a:lnTo>
                  <a:lnTo>
                    <a:pt x="3480" y="2647"/>
                  </a:lnTo>
                  <a:lnTo>
                    <a:pt x="3475" y="2686"/>
                  </a:lnTo>
                  <a:lnTo>
                    <a:pt x="3466" y="2725"/>
                  </a:lnTo>
                  <a:lnTo>
                    <a:pt x="3456" y="2762"/>
                  </a:lnTo>
                  <a:lnTo>
                    <a:pt x="3444" y="2796"/>
                  </a:lnTo>
                  <a:lnTo>
                    <a:pt x="3430" y="2828"/>
                  </a:lnTo>
                  <a:lnTo>
                    <a:pt x="3415" y="2858"/>
                  </a:lnTo>
                  <a:lnTo>
                    <a:pt x="3397" y="2886"/>
                  </a:lnTo>
                  <a:lnTo>
                    <a:pt x="3380" y="2909"/>
                  </a:lnTo>
                  <a:lnTo>
                    <a:pt x="3360" y="2930"/>
                  </a:lnTo>
                  <a:lnTo>
                    <a:pt x="3339" y="2949"/>
                  </a:lnTo>
                  <a:lnTo>
                    <a:pt x="3316" y="2963"/>
                  </a:lnTo>
                  <a:lnTo>
                    <a:pt x="3294" y="2974"/>
                  </a:lnTo>
                  <a:lnTo>
                    <a:pt x="3271" y="2980"/>
                  </a:lnTo>
                  <a:lnTo>
                    <a:pt x="3246" y="2982"/>
                  </a:lnTo>
                  <a:lnTo>
                    <a:pt x="3222" y="2980"/>
                  </a:lnTo>
                  <a:lnTo>
                    <a:pt x="3198" y="2974"/>
                  </a:lnTo>
                  <a:lnTo>
                    <a:pt x="3176" y="2963"/>
                  </a:lnTo>
                  <a:lnTo>
                    <a:pt x="3154" y="2949"/>
                  </a:lnTo>
                  <a:lnTo>
                    <a:pt x="3133" y="2930"/>
                  </a:lnTo>
                  <a:lnTo>
                    <a:pt x="3113" y="2909"/>
                  </a:lnTo>
                  <a:lnTo>
                    <a:pt x="3095" y="2886"/>
                  </a:lnTo>
                  <a:lnTo>
                    <a:pt x="3077" y="2858"/>
                  </a:lnTo>
                  <a:lnTo>
                    <a:pt x="3062" y="2828"/>
                  </a:lnTo>
                  <a:lnTo>
                    <a:pt x="3048" y="2796"/>
                  </a:lnTo>
                  <a:lnTo>
                    <a:pt x="3036" y="2762"/>
                  </a:lnTo>
                  <a:lnTo>
                    <a:pt x="3026" y="2725"/>
                  </a:lnTo>
                  <a:lnTo>
                    <a:pt x="3018" y="2686"/>
                  </a:lnTo>
                  <a:lnTo>
                    <a:pt x="3012" y="2647"/>
                  </a:lnTo>
                  <a:lnTo>
                    <a:pt x="3008" y="2604"/>
                  </a:lnTo>
                  <a:lnTo>
                    <a:pt x="3007" y="2562"/>
                  </a:lnTo>
                  <a:lnTo>
                    <a:pt x="3008" y="2520"/>
                  </a:lnTo>
                  <a:lnTo>
                    <a:pt x="3012" y="2478"/>
                  </a:lnTo>
                  <a:lnTo>
                    <a:pt x="3018" y="2438"/>
                  </a:lnTo>
                  <a:lnTo>
                    <a:pt x="3026" y="2400"/>
                  </a:lnTo>
                  <a:lnTo>
                    <a:pt x="3036" y="2363"/>
                  </a:lnTo>
                  <a:lnTo>
                    <a:pt x="3048" y="2329"/>
                  </a:lnTo>
                  <a:lnTo>
                    <a:pt x="3062" y="2296"/>
                  </a:lnTo>
                  <a:lnTo>
                    <a:pt x="3077" y="2267"/>
                  </a:lnTo>
                  <a:lnTo>
                    <a:pt x="3095" y="2240"/>
                  </a:lnTo>
                  <a:lnTo>
                    <a:pt x="3113" y="2215"/>
                  </a:lnTo>
                  <a:lnTo>
                    <a:pt x="3133" y="2194"/>
                  </a:lnTo>
                  <a:lnTo>
                    <a:pt x="3154" y="2176"/>
                  </a:lnTo>
                  <a:lnTo>
                    <a:pt x="3176" y="2162"/>
                  </a:lnTo>
                  <a:lnTo>
                    <a:pt x="3198" y="2152"/>
                  </a:lnTo>
                  <a:lnTo>
                    <a:pt x="3222" y="2146"/>
                  </a:lnTo>
                  <a:lnTo>
                    <a:pt x="3246" y="214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9481" name="Freeform 51"/>
            <p:cNvSpPr>
              <a:spLocks/>
            </p:cNvSpPr>
            <p:nvPr/>
          </p:nvSpPr>
          <p:spPr bwMode="auto">
            <a:xfrm>
              <a:off x="1267" y="1588"/>
              <a:ext cx="87" cy="52"/>
            </a:xfrm>
            <a:custGeom>
              <a:avLst/>
              <a:gdLst>
                <a:gd name="T0" fmla="*/ 3 w 437"/>
                <a:gd name="T1" fmla="*/ 2 h 260"/>
                <a:gd name="T2" fmla="*/ 3 w 437"/>
                <a:gd name="T3" fmla="*/ 2 h 260"/>
                <a:gd name="T4" fmla="*/ 3 w 437"/>
                <a:gd name="T5" fmla="*/ 2 h 260"/>
                <a:gd name="T6" fmla="*/ 3 w 437"/>
                <a:gd name="T7" fmla="*/ 2 h 260"/>
                <a:gd name="T8" fmla="*/ 3 w 437"/>
                <a:gd name="T9" fmla="*/ 1 h 260"/>
                <a:gd name="T10" fmla="*/ 3 w 437"/>
                <a:gd name="T11" fmla="*/ 1 h 260"/>
                <a:gd name="T12" fmla="*/ 3 w 437"/>
                <a:gd name="T13" fmla="*/ 1 h 260"/>
                <a:gd name="T14" fmla="*/ 3 w 437"/>
                <a:gd name="T15" fmla="*/ 1 h 260"/>
                <a:gd name="T16" fmla="*/ 3 w 437"/>
                <a:gd name="T17" fmla="*/ 1 h 260"/>
                <a:gd name="T18" fmla="*/ 2 w 437"/>
                <a:gd name="T19" fmla="*/ 1 h 260"/>
                <a:gd name="T20" fmla="*/ 2 w 437"/>
                <a:gd name="T21" fmla="*/ 0 h 260"/>
                <a:gd name="T22" fmla="*/ 2 w 437"/>
                <a:gd name="T23" fmla="*/ 0 h 260"/>
                <a:gd name="T24" fmla="*/ 2 w 437"/>
                <a:gd name="T25" fmla="*/ 0 h 260"/>
                <a:gd name="T26" fmla="*/ 1 w 437"/>
                <a:gd name="T27" fmla="*/ 0 h 260"/>
                <a:gd name="T28" fmla="*/ 1 w 437"/>
                <a:gd name="T29" fmla="*/ 0 h 260"/>
                <a:gd name="T30" fmla="*/ 1 w 437"/>
                <a:gd name="T31" fmla="*/ 0 h 260"/>
                <a:gd name="T32" fmla="*/ 0 w 437"/>
                <a:gd name="T33" fmla="*/ 0 h 260"/>
                <a:gd name="T34" fmla="*/ 0 w 437"/>
                <a:gd name="T35" fmla="*/ 0 h 260"/>
                <a:gd name="T36" fmla="*/ 0 w 437"/>
                <a:gd name="T37" fmla="*/ 0 h 260"/>
                <a:gd name="T38" fmla="*/ 0 w 437"/>
                <a:gd name="T39" fmla="*/ 0 h 260"/>
                <a:gd name="T40" fmla="*/ 1 w 437"/>
                <a:gd name="T41" fmla="*/ 0 h 260"/>
                <a:gd name="T42" fmla="*/ 1 w 437"/>
                <a:gd name="T43" fmla="*/ 0 h 260"/>
                <a:gd name="T44" fmla="*/ 1 w 437"/>
                <a:gd name="T45" fmla="*/ 0 h 260"/>
                <a:gd name="T46" fmla="*/ 2 w 437"/>
                <a:gd name="T47" fmla="*/ 0 h 260"/>
                <a:gd name="T48" fmla="*/ 2 w 437"/>
                <a:gd name="T49" fmla="*/ 0 h 260"/>
                <a:gd name="T50" fmla="*/ 2 w 437"/>
                <a:gd name="T51" fmla="*/ 1 h 260"/>
                <a:gd name="T52" fmla="*/ 2 w 437"/>
                <a:gd name="T53" fmla="*/ 1 h 260"/>
                <a:gd name="T54" fmla="*/ 3 w 437"/>
                <a:gd name="T55" fmla="*/ 1 h 260"/>
                <a:gd name="T56" fmla="*/ 3 w 437"/>
                <a:gd name="T57" fmla="*/ 1 h 260"/>
                <a:gd name="T58" fmla="*/ 3 w 437"/>
                <a:gd name="T59" fmla="*/ 1 h 260"/>
                <a:gd name="T60" fmla="*/ 3 w 437"/>
                <a:gd name="T61" fmla="*/ 1 h 260"/>
                <a:gd name="T62" fmla="*/ 3 w 437"/>
                <a:gd name="T63" fmla="*/ 1 h 260"/>
                <a:gd name="T64" fmla="*/ 3 w 437"/>
                <a:gd name="T65" fmla="*/ 2 h 260"/>
                <a:gd name="T66" fmla="*/ 3 w 437"/>
                <a:gd name="T67" fmla="*/ 2 h 260"/>
                <a:gd name="T68" fmla="*/ 3 w 437"/>
                <a:gd name="T69" fmla="*/ 2 h 260"/>
                <a:gd name="T70" fmla="*/ 3 w 437"/>
                <a:gd name="T71" fmla="*/ 2 h 260"/>
                <a:gd name="T72" fmla="*/ 3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437" y="260"/>
                  </a:moveTo>
                  <a:lnTo>
                    <a:pt x="437" y="260"/>
                  </a:lnTo>
                  <a:lnTo>
                    <a:pt x="434" y="233"/>
                  </a:lnTo>
                  <a:lnTo>
                    <a:pt x="427" y="206"/>
                  </a:lnTo>
                  <a:lnTo>
                    <a:pt x="417" y="181"/>
                  </a:lnTo>
                  <a:lnTo>
                    <a:pt x="401" y="157"/>
                  </a:lnTo>
                  <a:lnTo>
                    <a:pt x="383" y="133"/>
                  </a:lnTo>
                  <a:lnTo>
                    <a:pt x="360" y="113"/>
                  </a:lnTo>
                  <a:lnTo>
                    <a:pt x="336" y="93"/>
                  </a:lnTo>
                  <a:lnTo>
                    <a:pt x="308" y="73"/>
                  </a:lnTo>
                  <a:lnTo>
                    <a:pt x="276" y="58"/>
                  </a:lnTo>
                  <a:lnTo>
                    <a:pt x="242" y="43"/>
                  </a:lnTo>
                  <a:lnTo>
                    <a:pt x="207" y="30"/>
                  </a:lnTo>
                  <a:lnTo>
                    <a:pt x="168" y="19"/>
                  </a:lnTo>
                  <a:lnTo>
                    <a:pt x="128" y="11"/>
                  </a:lnTo>
                  <a:lnTo>
                    <a:pt x="87" y="4"/>
                  </a:lnTo>
                  <a:lnTo>
                    <a:pt x="43" y="1"/>
                  </a:lnTo>
                  <a:lnTo>
                    <a:pt x="0" y="0"/>
                  </a:lnTo>
                  <a:lnTo>
                    <a:pt x="0" y="11"/>
                  </a:lnTo>
                  <a:lnTo>
                    <a:pt x="43" y="12"/>
                  </a:lnTo>
                  <a:lnTo>
                    <a:pt x="85" y="16"/>
                  </a:lnTo>
                  <a:lnTo>
                    <a:pt x="126" y="23"/>
                  </a:lnTo>
                  <a:lnTo>
                    <a:pt x="166" y="31"/>
                  </a:lnTo>
                  <a:lnTo>
                    <a:pt x="202" y="42"/>
                  </a:lnTo>
                  <a:lnTo>
                    <a:pt x="237" y="55"/>
                  </a:lnTo>
                  <a:lnTo>
                    <a:pt x="271" y="70"/>
                  </a:lnTo>
                  <a:lnTo>
                    <a:pt x="301" y="85"/>
                  </a:lnTo>
                  <a:lnTo>
                    <a:pt x="329" y="103"/>
                  </a:lnTo>
                  <a:lnTo>
                    <a:pt x="353" y="123"/>
                  </a:lnTo>
                  <a:lnTo>
                    <a:pt x="373" y="143"/>
                  </a:lnTo>
                  <a:lnTo>
                    <a:pt x="392" y="164"/>
                  </a:lnTo>
                  <a:lnTo>
                    <a:pt x="405" y="186"/>
                  </a:lnTo>
                  <a:lnTo>
                    <a:pt x="415" y="211"/>
                  </a:lnTo>
                  <a:lnTo>
                    <a:pt x="422" y="235"/>
                  </a:lnTo>
                  <a:lnTo>
                    <a:pt x="425" y="260"/>
                  </a:lnTo>
                  <a:lnTo>
                    <a:pt x="437"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9482" name="Freeform 52"/>
            <p:cNvSpPr>
              <a:spLocks/>
            </p:cNvSpPr>
            <p:nvPr/>
          </p:nvSpPr>
          <p:spPr bwMode="auto">
            <a:xfrm>
              <a:off x="1267" y="1640"/>
              <a:ext cx="87" cy="52"/>
            </a:xfrm>
            <a:custGeom>
              <a:avLst/>
              <a:gdLst>
                <a:gd name="T0" fmla="*/ 0 w 437"/>
                <a:gd name="T1" fmla="*/ 2 h 260"/>
                <a:gd name="T2" fmla="*/ 0 w 437"/>
                <a:gd name="T3" fmla="*/ 2 h 260"/>
                <a:gd name="T4" fmla="*/ 0 w 437"/>
                <a:gd name="T5" fmla="*/ 2 h 260"/>
                <a:gd name="T6" fmla="*/ 1 w 437"/>
                <a:gd name="T7" fmla="*/ 2 h 260"/>
                <a:gd name="T8" fmla="*/ 1 w 437"/>
                <a:gd name="T9" fmla="*/ 2 h 260"/>
                <a:gd name="T10" fmla="*/ 1 w 437"/>
                <a:gd name="T11" fmla="*/ 2 h 260"/>
                <a:gd name="T12" fmla="*/ 2 w 437"/>
                <a:gd name="T13" fmla="*/ 2 h 260"/>
                <a:gd name="T14" fmla="*/ 2 w 437"/>
                <a:gd name="T15" fmla="*/ 2 h 260"/>
                <a:gd name="T16" fmla="*/ 2 w 437"/>
                <a:gd name="T17" fmla="*/ 2 h 260"/>
                <a:gd name="T18" fmla="*/ 2 w 437"/>
                <a:gd name="T19" fmla="*/ 1 h 260"/>
                <a:gd name="T20" fmla="*/ 3 w 437"/>
                <a:gd name="T21" fmla="*/ 1 h 260"/>
                <a:gd name="T22" fmla="*/ 3 w 437"/>
                <a:gd name="T23" fmla="*/ 1 h 260"/>
                <a:gd name="T24" fmla="*/ 3 w 437"/>
                <a:gd name="T25" fmla="*/ 1 h 260"/>
                <a:gd name="T26" fmla="*/ 3 w 437"/>
                <a:gd name="T27" fmla="*/ 1 h 260"/>
                <a:gd name="T28" fmla="*/ 3 w 437"/>
                <a:gd name="T29" fmla="*/ 1 h 260"/>
                <a:gd name="T30" fmla="*/ 3 w 437"/>
                <a:gd name="T31" fmla="*/ 0 h 260"/>
                <a:gd name="T32" fmla="*/ 3 w 437"/>
                <a:gd name="T33" fmla="*/ 0 h 260"/>
                <a:gd name="T34" fmla="*/ 3 w 437"/>
                <a:gd name="T35" fmla="*/ 0 h 260"/>
                <a:gd name="T36" fmla="*/ 3 w 437"/>
                <a:gd name="T37" fmla="*/ 0 h 260"/>
                <a:gd name="T38" fmla="*/ 3 w 437"/>
                <a:gd name="T39" fmla="*/ 0 h 260"/>
                <a:gd name="T40" fmla="*/ 3 w 437"/>
                <a:gd name="T41" fmla="*/ 0 h 260"/>
                <a:gd name="T42" fmla="*/ 3 w 437"/>
                <a:gd name="T43" fmla="*/ 1 h 260"/>
                <a:gd name="T44" fmla="*/ 3 w 437"/>
                <a:gd name="T45" fmla="*/ 1 h 260"/>
                <a:gd name="T46" fmla="*/ 3 w 437"/>
                <a:gd name="T47" fmla="*/ 1 h 260"/>
                <a:gd name="T48" fmla="*/ 3 w 437"/>
                <a:gd name="T49" fmla="*/ 1 h 260"/>
                <a:gd name="T50" fmla="*/ 3 w 437"/>
                <a:gd name="T51" fmla="*/ 1 h 260"/>
                <a:gd name="T52" fmla="*/ 2 w 437"/>
                <a:gd name="T53" fmla="*/ 1 h 260"/>
                <a:gd name="T54" fmla="*/ 2 w 437"/>
                <a:gd name="T55" fmla="*/ 2 h 260"/>
                <a:gd name="T56" fmla="*/ 2 w 437"/>
                <a:gd name="T57" fmla="*/ 2 h 260"/>
                <a:gd name="T58" fmla="*/ 2 w 437"/>
                <a:gd name="T59" fmla="*/ 2 h 260"/>
                <a:gd name="T60" fmla="*/ 1 w 437"/>
                <a:gd name="T61" fmla="*/ 2 h 260"/>
                <a:gd name="T62" fmla="*/ 1 w 437"/>
                <a:gd name="T63" fmla="*/ 2 h 260"/>
                <a:gd name="T64" fmla="*/ 1 w 437"/>
                <a:gd name="T65" fmla="*/ 2 h 260"/>
                <a:gd name="T66" fmla="*/ 0 w 437"/>
                <a:gd name="T67" fmla="*/ 2 h 260"/>
                <a:gd name="T68" fmla="*/ 0 w 437"/>
                <a:gd name="T69" fmla="*/ 2 h 260"/>
                <a:gd name="T70" fmla="*/ 0 w 437"/>
                <a:gd name="T71" fmla="*/ 2 h 260"/>
                <a:gd name="T72" fmla="*/ 0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0" y="260"/>
                  </a:moveTo>
                  <a:lnTo>
                    <a:pt x="0" y="260"/>
                  </a:lnTo>
                  <a:lnTo>
                    <a:pt x="43" y="259"/>
                  </a:lnTo>
                  <a:lnTo>
                    <a:pt x="87" y="255"/>
                  </a:lnTo>
                  <a:lnTo>
                    <a:pt x="128" y="248"/>
                  </a:lnTo>
                  <a:lnTo>
                    <a:pt x="168" y="240"/>
                  </a:lnTo>
                  <a:lnTo>
                    <a:pt x="207" y="230"/>
                  </a:lnTo>
                  <a:lnTo>
                    <a:pt x="242" y="217"/>
                  </a:lnTo>
                  <a:lnTo>
                    <a:pt x="276" y="202"/>
                  </a:lnTo>
                  <a:lnTo>
                    <a:pt x="308" y="185"/>
                  </a:lnTo>
                  <a:lnTo>
                    <a:pt x="336" y="166"/>
                  </a:lnTo>
                  <a:lnTo>
                    <a:pt x="360" y="146"/>
                  </a:lnTo>
                  <a:lnTo>
                    <a:pt x="383" y="125"/>
                  </a:lnTo>
                  <a:lnTo>
                    <a:pt x="401" y="102"/>
                  </a:lnTo>
                  <a:lnTo>
                    <a:pt x="417" y="77"/>
                  </a:lnTo>
                  <a:lnTo>
                    <a:pt x="427" y="53"/>
                  </a:lnTo>
                  <a:lnTo>
                    <a:pt x="434" y="27"/>
                  </a:lnTo>
                  <a:lnTo>
                    <a:pt x="437" y="0"/>
                  </a:lnTo>
                  <a:lnTo>
                    <a:pt x="425" y="0"/>
                  </a:lnTo>
                  <a:lnTo>
                    <a:pt x="422" y="24"/>
                  </a:lnTo>
                  <a:lnTo>
                    <a:pt x="415" y="48"/>
                  </a:lnTo>
                  <a:lnTo>
                    <a:pt x="405" y="73"/>
                  </a:lnTo>
                  <a:lnTo>
                    <a:pt x="392" y="95"/>
                  </a:lnTo>
                  <a:lnTo>
                    <a:pt x="373" y="116"/>
                  </a:lnTo>
                  <a:lnTo>
                    <a:pt x="353" y="137"/>
                  </a:lnTo>
                  <a:lnTo>
                    <a:pt x="329" y="157"/>
                  </a:lnTo>
                  <a:lnTo>
                    <a:pt x="301" y="173"/>
                  </a:lnTo>
                  <a:lnTo>
                    <a:pt x="271" y="190"/>
                  </a:lnTo>
                  <a:lnTo>
                    <a:pt x="237" y="205"/>
                  </a:lnTo>
                  <a:lnTo>
                    <a:pt x="202" y="218"/>
                  </a:lnTo>
                  <a:lnTo>
                    <a:pt x="166" y="228"/>
                  </a:lnTo>
                  <a:lnTo>
                    <a:pt x="126" y="237"/>
                  </a:lnTo>
                  <a:lnTo>
                    <a:pt x="85" y="244"/>
                  </a:lnTo>
                  <a:lnTo>
                    <a:pt x="43" y="247"/>
                  </a:lnTo>
                  <a:lnTo>
                    <a:pt x="0" y="248"/>
                  </a:lnTo>
                  <a:lnTo>
                    <a:pt x="0"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9483" name="Freeform 53"/>
            <p:cNvSpPr>
              <a:spLocks/>
            </p:cNvSpPr>
            <p:nvPr/>
          </p:nvSpPr>
          <p:spPr bwMode="auto">
            <a:xfrm>
              <a:off x="1179" y="1640"/>
              <a:ext cx="88" cy="52"/>
            </a:xfrm>
            <a:custGeom>
              <a:avLst/>
              <a:gdLst>
                <a:gd name="T0" fmla="*/ 0 w 439"/>
                <a:gd name="T1" fmla="*/ 0 h 260"/>
                <a:gd name="T2" fmla="*/ 0 w 439"/>
                <a:gd name="T3" fmla="*/ 0 h 260"/>
                <a:gd name="T4" fmla="*/ 0 w 439"/>
                <a:gd name="T5" fmla="*/ 0 h 260"/>
                <a:gd name="T6" fmla="*/ 0 w 439"/>
                <a:gd name="T7" fmla="*/ 0 h 260"/>
                <a:gd name="T8" fmla="*/ 0 w 439"/>
                <a:gd name="T9" fmla="*/ 1 h 260"/>
                <a:gd name="T10" fmla="*/ 0 w 439"/>
                <a:gd name="T11" fmla="*/ 1 h 260"/>
                <a:gd name="T12" fmla="*/ 0 w 439"/>
                <a:gd name="T13" fmla="*/ 1 h 260"/>
                <a:gd name="T14" fmla="*/ 1 w 439"/>
                <a:gd name="T15" fmla="*/ 1 h 260"/>
                <a:gd name="T16" fmla="*/ 1 w 439"/>
                <a:gd name="T17" fmla="*/ 1 h 260"/>
                <a:gd name="T18" fmla="*/ 1 w 439"/>
                <a:gd name="T19" fmla="*/ 1 h 260"/>
                <a:gd name="T20" fmla="*/ 1 w 439"/>
                <a:gd name="T21" fmla="*/ 2 h 260"/>
                <a:gd name="T22" fmla="*/ 2 w 439"/>
                <a:gd name="T23" fmla="*/ 2 h 260"/>
                <a:gd name="T24" fmla="*/ 2 w 439"/>
                <a:gd name="T25" fmla="*/ 2 h 260"/>
                <a:gd name="T26" fmla="*/ 2 w 439"/>
                <a:gd name="T27" fmla="*/ 2 h 260"/>
                <a:gd name="T28" fmla="*/ 2 w 439"/>
                <a:gd name="T29" fmla="*/ 2 h 260"/>
                <a:gd name="T30" fmla="*/ 3 w 439"/>
                <a:gd name="T31" fmla="*/ 2 h 260"/>
                <a:gd name="T32" fmla="*/ 3 w 439"/>
                <a:gd name="T33" fmla="*/ 2 h 260"/>
                <a:gd name="T34" fmla="*/ 4 w 439"/>
                <a:gd name="T35" fmla="*/ 2 h 260"/>
                <a:gd name="T36" fmla="*/ 4 w 439"/>
                <a:gd name="T37" fmla="*/ 2 h 260"/>
                <a:gd name="T38" fmla="*/ 3 w 439"/>
                <a:gd name="T39" fmla="*/ 2 h 260"/>
                <a:gd name="T40" fmla="*/ 3 w 439"/>
                <a:gd name="T41" fmla="*/ 2 h 260"/>
                <a:gd name="T42" fmla="*/ 3 w 439"/>
                <a:gd name="T43" fmla="*/ 2 h 260"/>
                <a:gd name="T44" fmla="*/ 2 w 439"/>
                <a:gd name="T45" fmla="*/ 2 h 260"/>
                <a:gd name="T46" fmla="*/ 2 w 439"/>
                <a:gd name="T47" fmla="*/ 2 h 260"/>
                <a:gd name="T48" fmla="*/ 2 w 439"/>
                <a:gd name="T49" fmla="*/ 2 h 260"/>
                <a:gd name="T50" fmla="*/ 1 w 439"/>
                <a:gd name="T51" fmla="*/ 2 h 260"/>
                <a:gd name="T52" fmla="*/ 1 w 439"/>
                <a:gd name="T53" fmla="*/ 1 h 260"/>
                <a:gd name="T54" fmla="*/ 1 w 439"/>
                <a:gd name="T55" fmla="*/ 1 h 260"/>
                <a:gd name="T56" fmla="*/ 1 w 439"/>
                <a:gd name="T57" fmla="*/ 1 h 260"/>
                <a:gd name="T58" fmla="*/ 1 w 439"/>
                <a:gd name="T59" fmla="*/ 1 h 260"/>
                <a:gd name="T60" fmla="*/ 0 w 439"/>
                <a:gd name="T61" fmla="*/ 1 h 260"/>
                <a:gd name="T62" fmla="*/ 0 w 439"/>
                <a:gd name="T63" fmla="*/ 1 h 260"/>
                <a:gd name="T64" fmla="*/ 0 w 439"/>
                <a:gd name="T65" fmla="*/ 0 h 260"/>
                <a:gd name="T66" fmla="*/ 0 w 439"/>
                <a:gd name="T67" fmla="*/ 0 h 260"/>
                <a:gd name="T68" fmla="*/ 0 w 439"/>
                <a:gd name="T69" fmla="*/ 0 h 260"/>
                <a:gd name="T70" fmla="*/ 0 w 439"/>
                <a:gd name="T71" fmla="*/ 0 h 260"/>
                <a:gd name="T72" fmla="*/ 0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0" y="0"/>
                  </a:moveTo>
                  <a:lnTo>
                    <a:pt x="0" y="0"/>
                  </a:lnTo>
                  <a:lnTo>
                    <a:pt x="3" y="27"/>
                  </a:lnTo>
                  <a:lnTo>
                    <a:pt x="10" y="53"/>
                  </a:lnTo>
                  <a:lnTo>
                    <a:pt x="20" y="77"/>
                  </a:lnTo>
                  <a:lnTo>
                    <a:pt x="35" y="102"/>
                  </a:lnTo>
                  <a:lnTo>
                    <a:pt x="54" y="125"/>
                  </a:lnTo>
                  <a:lnTo>
                    <a:pt x="76" y="146"/>
                  </a:lnTo>
                  <a:lnTo>
                    <a:pt x="102" y="166"/>
                  </a:lnTo>
                  <a:lnTo>
                    <a:pt x="130" y="185"/>
                  </a:lnTo>
                  <a:lnTo>
                    <a:pt x="162" y="202"/>
                  </a:lnTo>
                  <a:lnTo>
                    <a:pt x="195" y="217"/>
                  </a:lnTo>
                  <a:lnTo>
                    <a:pt x="231" y="230"/>
                  </a:lnTo>
                  <a:lnTo>
                    <a:pt x="270" y="240"/>
                  </a:lnTo>
                  <a:lnTo>
                    <a:pt x="310" y="248"/>
                  </a:lnTo>
                  <a:lnTo>
                    <a:pt x="351" y="255"/>
                  </a:lnTo>
                  <a:lnTo>
                    <a:pt x="395" y="259"/>
                  </a:lnTo>
                  <a:lnTo>
                    <a:pt x="439" y="260"/>
                  </a:lnTo>
                  <a:lnTo>
                    <a:pt x="439" y="248"/>
                  </a:lnTo>
                  <a:lnTo>
                    <a:pt x="395" y="247"/>
                  </a:lnTo>
                  <a:lnTo>
                    <a:pt x="353" y="244"/>
                  </a:lnTo>
                  <a:lnTo>
                    <a:pt x="312" y="237"/>
                  </a:lnTo>
                  <a:lnTo>
                    <a:pt x="272" y="228"/>
                  </a:lnTo>
                  <a:lnTo>
                    <a:pt x="236" y="218"/>
                  </a:lnTo>
                  <a:lnTo>
                    <a:pt x="200" y="205"/>
                  </a:lnTo>
                  <a:lnTo>
                    <a:pt x="167" y="190"/>
                  </a:lnTo>
                  <a:lnTo>
                    <a:pt x="137" y="173"/>
                  </a:lnTo>
                  <a:lnTo>
                    <a:pt x="109" y="157"/>
                  </a:lnTo>
                  <a:lnTo>
                    <a:pt x="84" y="137"/>
                  </a:lnTo>
                  <a:lnTo>
                    <a:pt x="64" y="116"/>
                  </a:lnTo>
                  <a:lnTo>
                    <a:pt x="45" y="95"/>
                  </a:lnTo>
                  <a:lnTo>
                    <a:pt x="32" y="73"/>
                  </a:lnTo>
                  <a:lnTo>
                    <a:pt x="21" y="48"/>
                  </a:lnTo>
                  <a:lnTo>
                    <a:pt x="14" y="24"/>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9484" name="Freeform 54"/>
            <p:cNvSpPr>
              <a:spLocks/>
            </p:cNvSpPr>
            <p:nvPr/>
          </p:nvSpPr>
          <p:spPr bwMode="auto">
            <a:xfrm>
              <a:off x="1179" y="1588"/>
              <a:ext cx="88" cy="52"/>
            </a:xfrm>
            <a:custGeom>
              <a:avLst/>
              <a:gdLst>
                <a:gd name="T0" fmla="*/ 4 w 439"/>
                <a:gd name="T1" fmla="*/ 0 h 260"/>
                <a:gd name="T2" fmla="*/ 4 w 439"/>
                <a:gd name="T3" fmla="*/ 0 h 260"/>
                <a:gd name="T4" fmla="*/ 3 w 439"/>
                <a:gd name="T5" fmla="*/ 0 h 260"/>
                <a:gd name="T6" fmla="*/ 3 w 439"/>
                <a:gd name="T7" fmla="*/ 0 h 260"/>
                <a:gd name="T8" fmla="*/ 2 w 439"/>
                <a:gd name="T9" fmla="*/ 0 h 260"/>
                <a:gd name="T10" fmla="*/ 2 w 439"/>
                <a:gd name="T11" fmla="*/ 0 h 260"/>
                <a:gd name="T12" fmla="*/ 2 w 439"/>
                <a:gd name="T13" fmla="*/ 0 h 260"/>
                <a:gd name="T14" fmla="*/ 2 w 439"/>
                <a:gd name="T15" fmla="*/ 0 h 260"/>
                <a:gd name="T16" fmla="*/ 1 w 439"/>
                <a:gd name="T17" fmla="*/ 0 h 260"/>
                <a:gd name="T18" fmla="*/ 1 w 439"/>
                <a:gd name="T19" fmla="*/ 1 h 260"/>
                <a:gd name="T20" fmla="*/ 1 w 439"/>
                <a:gd name="T21" fmla="*/ 1 h 260"/>
                <a:gd name="T22" fmla="*/ 1 w 439"/>
                <a:gd name="T23" fmla="*/ 1 h 260"/>
                <a:gd name="T24" fmla="*/ 0 w 439"/>
                <a:gd name="T25" fmla="*/ 1 h 260"/>
                <a:gd name="T26" fmla="*/ 0 w 439"/>
                <a:gd name="T27" fmla="*/ 1 h 260"/>
                <a:gd name="T28" fmla="*/ 0 w 439"/>
                <a:gd name="T29" fmla="*/ 1 h 260"/>
                <a:gd name="T30" fmla="*/ 0 w 439"/>
                <a:gd name="T31" fmla="*/ 2 h 260"/>
                <a:gd name="T32" fmla="*/ 0 w 439"/>
                <a:gd name="T33" fmla="*/ 2 h 260"/>
                <a:gd name="T34" fmla="*/ 0 w 439"/>
                <a:gd name="T35" fmla="*/ 2 h 260"/>
                <a:gd name="T36" fmla="*/ 0 w 439"/>
                <a:gd name="T37" fmla="*/ 2 h 260"/>
                <a:gd name="T38" fmla="*/ 0 w 439"/>
                <a:gd name="T39" fmla="*/ 2 h 260"/>
                <a:gd name="T40" fmla="*/ 0 w 439"/>
                <a:gd name="T41" fmla="*/ 2 h 260"/>
                <a:gd name="T42" fmla="*/ 0 w 439"/>
                <a:gd name="T43" fmla="*/ 1 h 260"/>
                <a:gd name="T44" fmla="*/ 0 w 439"/>
                <a:gd name="T45" fmla="*/ 1 h 260"/>
                <a:gd name="T46" fmla="*/ 1 w 439"/>
                <a:gd name="T47" fmla="*/ 1 h 260"/>
                <a:gd name="T48" fmla="*/ 1 w 439"/>
                <a:gd name="T49" fmla="*/ 1 h 260"/>
                <a:gd name="T50" fmla="*/ 1 w 439"/>
                <a:gd name="T51" fmla="*/ 1 h 260"/>
                <a:gd name="T52" fmla="*/ 1 w 439"/>
                <a:gd name="T53" fmla="*/ 1 h 260"/>
                <a:gd name="T54" fmla="*/ 1 w 439"/>
                <a:gd name="T55" fmla="*/ 1 h 260"/>
                <a:gd name="T56" fmla="*/ 2 w 439"/>
                <a:gd name="T57" fmla="*/ 0 h 260"/>
                <a:gd name="T58" fmla="*/ 2 w 439"/>
                <a:gd name="T59" fmla="*/ 0 h 260"/>
                <a:gd name="T60" fmla="*/ 2 w 439"/>
                <a:gd name="T61" fmla="*/ 0 h 260"/>
                <a:gd name="T62" fmla="*/ 3 w 439"/>
                <a:gd name="T63" fmla="*/ 0 h 260"/>
                <a:gd name="T64" fmla="*/ 3 w 439"/>
                <a:gd name="T65" fmla="*/ 0 h 260"/>
                <a:gd name="T66" fmla="*/ 3 w 439"/>
                <a:gd name="T67" fmla="*/ 0 h 260"/>
                <a:gd name="T68" fmla="*/ 4 w 439"/>
                <a:gd name="T69" fmla="*/ 0 h 260"/>
                <a:gd name="T70" fmla="*/ 4 w 439"/>
                <a:gd name="T71" fmla="*/ 0 h 260"/>
                <a:gd name="T72" fmla="*/ 4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439" y="0"/>
                  </a:moveTo>
                  <a:lnTo>
                    <a:pt x="439" y="0"/>
                  </a:lnTo>
                  <a:lnTo>
                    <a:pt x="395" y="1"/>
                  </a:lnTo>
                  <a:lnTo>
                    <a:pt x="351" y="4"/>
                  </a:lnTo>
                  <a:lnTo>
                    <a:pt x="310" y="11"/>
                  </a:lnTo>
                  <a:lnTo>
                    <a:pt x="270" y="19"/>
                  </a:lnTo>
                  <a:lnTo>
                    <a:pt x="231" y="30"/>
                  </a:lnTo>
                  <a:lnTo>
                    <a:pt x="195" y="43"/>
                  </a:lnTo>
                  <a:lnTo>
                    <a:pt x="162" y="58"/>
                  </a:lnTo>
                  <a:lnTo>
                    <a:pt x="130" y="73"/>
                  </a:lnTo>
                  <a:lnTo>
                    <a:pt x="102" y="93"/>
                  </a:lnTo>
                  <a:lnTo>
                    <a:pt x="76" y="113"/>
                  </a:lnTo>
                  <a:lnTo>
                    <a:pt x="54" y="133"/>
                  </a:lnTo>
                  <a:lnTo>
                    <a:pt x="35" y="157"/>
                  </a:lnTo>
                  <a:lnTo>
                    <a:pt x="20" y="181"/>
                  </a:lnTo>
                  <a:lnTo>
                    <a:pt x="10" y="206"/>
                  </a:lnTo>
                  <a:lnTo>
                    <a:pt x="3" y="233"/>
                  </a:lnTo>
                  <a:lnTo>
                    <a:pt x="0" y="260"/>
                  </a:lnTo>
                  <a:lnTo>
                    <a:pt x="12" y="260"/>
                  </a:lnTo>
                  <a:lnTo>
                    <a:pt x="14" y="235"/>
                  </a:lnTo>
                  <a:lnTo>
                    <a:pt x="21" y="211"/>
                  </a:lnTo>
                  <a:lnTo>
                    <a:pt x="32" y="186"/>
                  </a:lnTo>
                  <a:lnTo>
                    <a:pt x="45" y="164"/>
                  </a:lnTo>
                  <a:lnTo>
                    <a:pt x="64" y="143"/>
                  </a:lnTo>
                  <a:lnTo>
                    <a:pt x="84" y="123"/>
                  </a:lnTo>
                  <a:lnTo>
                    <a:pt x="109" y="103"/>
                  </a:lnTo>
                  <a:lnTo>
                    <a:pt x="137" y="85"/>
                  </a:lnTo>
                  <a:lnTo>
                    <a:pt x="167" y="70"/>
                  </a:lnTo>
                  <a:lnTo>
                    <a:pt x="200" y="55"/>
                  </a:lnTo>
                  <a:lnTo>
                    <a:pt x="236" y="42"/>
                  </a:lnTo>
                  <a:lnTo>
                    <a:pt x="272" y="31"/>
                  </a:lnTo>
                  <a:lnTo>
                    <a:pt x="312" y="23"/>
                  </a:lnTo>
                  <a:lnTo>
                    <a:pt x="353" y="16"/>
                  </a:lnTo>
                  <a:lnTo>
                    <a:pt x="395" y="12"/>
                  </a:lnTo>
                  <a:lnTo>
                    <a:pt x="439" y="11"/>
                  </a:lnTo>
                  <a:lnTo>
                    <a:pt x="439"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9485" name="Freeform 55"/>
            <p:cNvSpPr>
              <a:spLocks/>
            </p:cNvSpPr>
            <p:nvPr/>
          </p:nvSpPr>
          <p:spPr bwMode="auto">
            <a:xfrm>
              <a:off x="964" y="1745"/>
              <a:ext cx="48" cy="85"/>
            </a:xfrm>
            <a:custGeom>
              <a:avLst/>
              <a:gdLst>
                <a:gd name="T0" fmla="*/ 2 w 244"/>
                <a:gd name="T1" fmla="*/ 3 h 426"/>
                <a:gd name="T2" fmla="*/ 2 w 244"/>
                <a:gd name="T3" fmla="*/ 3 h 426"/>
                <a:gd name="T4" fmla="*/ 2 w 244"/>
                <a:gd name="T5" fmla="*/ 3 h 426"/>
                <a:gd name="T6" fmla="*/ 2 w 244"/>
                <a:gd name="T7" fmla="*/ 3 h 426"/>
                <a:gd name="T8" fmla="*/ 2 w 244"/>
                <a:gd name="T9" fmla="*/ 2 h 426"/>
                <a:gd name="T10" fmla="*/ 2 w 244"/>
                <a:gd name="T11" fmla="*/ 2 h 426"/>
                <a:gd name="T12" fmla="*/ 2 w 244"/>
                <a:gd name="T13" fmla="*/ 2 h 426"/>
                <a:gd name="T14" fmla="*/ 2 w 244"/>
                <a:gd name="T15" fmla="*/ 2 h 426"/>
                <a:gd name="T16" fmla="*/ 1 w 244"/>
                <a:gd name="T17" fmla="*/ 1 h 426"/>
                <a:gd name="T18" fmla="*/ 1 w 244"/>
                <a:gd name="T19" fmla="*/ 1 h 426"/>
                <a:gd name="T20" fmla="*/ 1 w 244"/>
                <a:gd name="T21" fmla="*/ 1 h 426"/>
                <a:gd name="T22" fmla="*/ 1 w 244"/>
                <a:gd name="T23" fmla="*/ 1 h 426"/>
                <a:gd name="T24" fmla="*/ 1 w 244"/>
                <a:gd name="T25" fmla="*/ 0 h 426"/>
                <a:gd name="T26" fmla="*/ 1 w 244"/>
                <a:gd name="T27" fmla="*/ 0 h 426"/>
                <a:gd name="T28" fmla="*/ 1 w 244"/>
                <a:gd name="T29" fmla="*/ 0 h 426"/>
                <a:gd name="T30" fmla="*/ 0 w 244"/>
                <a:gd name="T31" fmla="*/ 0 h 426"/>
                <a:gd name="T32" fmla="*/ 0 w 244"/>
                <a:gd name="T33" fmla="*/ 0 h 426"/>
                <a:gd name="T34" fmla="*/ 0 w 244"/>
                <a:gd name="T35" fmla="*/ 0 h 426"/>
                <a:gd name="T36" fmla="*/ 0 w 244"/>
                <a:gd name="T37" fmla="*/ 0 h 426"/>
                <a:gd name="T38" fmla="*/ 0 w 244"/>
                <a:gd name="T39" fmla="*/ 0 h 426"/>
                <a:gd name="T40" fmla="*/ 0 w 244"/>
                <a:gd name="T41" fmla="*/ 0 h 426"/>
                <a:gd name="T42" fmla="*/ 1 w 244"/>
                <a:gd name="T43" fmla="*/ 0 h 426"/>
                <a:gd name="T44" fmla="*/ 1 w 244"/>
                <a:gd name="T45" fmla="*/ 0 h 426"/>
                <a:gd name="T46" fmla="*/ 1 w 244"/>
                <a:gd name="T47" fmla="*/ 0 h 426"/>
                <a:gd name="T48" fmla="*/ 1 w 244"/>
                <a:gd name="T49" fmla="*/ 1 h 426"/>
                <a:gd name="T50" fmla="*/ 1 w 244"/>
                <a:gd name="T51" fmla="*/ 1 h 426"/>
                <a:gd name="T52" fmla="*/ 1 w 244"/>
                <a:gd name="T53" fmla="*/ 1 h 426"/>
                <a:gd name="T54" fmla="*/ 1 w 244"/>
                <a:gd name="T55" fmla="*/ 1 h 426"/>
                <a:gd name="T56" fmla="*/ 1 w 244"/>
                <a:gd name="T57" fmla="*/ 2 h 426"/>
                <a:gd name="T58" fmla="*/ 2 w 244"/>
                <a:gd name="T59" fmla="*/ 2 h 426"/>
                <a:gd name="T60" fmla="*/ 2 w 244"/>
                <a:gd name="T61" fmla="*/ 2 h 426"/>
                <a:gd name="T62" fmla="*/ 2 w 244"/>
                <a:gd name="T63" fmla="*/ 2 h 426"/>
                <a:gd name="T64" fmla="*/ 2 w 244"/>
                <a:gd name="T65" fmla="*/ 3 h 426"/>
                <a:gd name="T66" fmla="*/ 2 w 244"/>
                <a:gd name="T67" fmla="*/ 3 h 426"/>
                <a:gd name="T68" fmla="*/ 2 w 244"/>
                <a:gd name="T69" fmla="*/ 3 h 426"/>
                <a:gd name="T70" fmla="*/ 2 w 244"/>
                <a:gd name="T71" fmla="*/ 3 h 426"/>
                <a:gd name="T72" fmla="*/ 2 w 244"/>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6"/>
                <a:gd name="T113" fmla="*/ 244 w 244"/>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6">
                  <a:moveTo>
                    <a:pt x="244" y="426"/>
                  </a:moveTo>
                  <a:lnTo>
                    <a:pt x="244" y="426"/>
                  </a:lnTo>
                  <a:lnTo>
                    <a:pt x="243" y="383"/>
                  </a:lnTo>
                  <a:lnTo>
                    <a:pt x="240" y="340"/>
                  </a:lnTo>
                  <a:lnTo>
                    <a:pt x="234" y="300"/>
                  </a:lnTo>
                  <a:lnTo>
                    <a:pt x="226" y="262"/>
                  </a:lnTo>
                  <a:lnTo>
                    <a:pt x="215" y="224"/>
                  </a:lnTo>
                  <a:lnTo>
                    <a:pt x="203" y="189"/>
                  </a:lnTo>
                  <a:lnTo>
                    <a:pt x="189" y="157"/>
                  </a:lnTo>
                  <a:lnTo>
                    <a:pt x="174" y="126"/>
                  </a:lnTo>
                  <a:lnTo>
                    <a:pt x="155" y="99"/>
                  </a:lnTo>
                  <a:lnTo>
                    <a:pt x="138" y="74"/>
                  </a:lnTo>
                  <a:lnTo>
                    <a:pt x="118" y="52"/>
                  </a:lnTo>
                  <a:lnTo>
                    <a:pt x="96" y="34"/>
                  </a:lnTo>
                  <a:lnTo>
                    <a:pt x="73" y="19"/>
                  </a:lnTo>
                  <a:lnTo>
                    <a:pt x="50" y="8"/>
                  </a:lnTo>
                  <a:lnTo>
                    <a:pt x="25" y="2"/>
                  </a:lnTo>
                  <a:lnTo>
                    <a:pt x="0" y="0"/>
                  </a:lnTo>
                  <a:lnTo>
                    <a:pt x="0" y="12"/>
                  </a:lnTo>
                  <a:lnTo>
                    <a:pt x="23" y="14"/>
                  </a:lnTo>
                  <a:lnTo>
                    <a:pt x="45" y="20"/>
                  </a:lnTo>
                  <a:lnTo>
                    <a:pt x="66" y="31"/>
                  </a:lnTo>
                  <a:lnTo>
                    <a:pt x="89" y="43"/>
                  </a:lnTo>
                  <a:lnTo>
                    <a:pt x="109" y="61"/>
                  </a:lnTo>
                  <a:lnTo>
                    <a:pt x="129" y="81"/>
                  </a:lnTo>
                  <a:lnTo>
                    <a:pt x="146" y="106"/>
                  </a:lnTo>
                  <a:lnTo>
                    <a:pt x="162" y="133"/>
                  </a:lnTo>
                  <a:lnTo>
                    <a:pt x="178" y="162"/>
                  </a:lnTo>
                  <a:lnTo>
                    <a:pt x="192" y="194"/>
                  </a:lnTo>
                  <a:lnTo>
                    <a:pt x="203" y="229"/>
                  </a:lnTo>
                  <a:lnTo>
                    <a:pt x="214" y="264"/>
                  </a:lnTo>
                  <a:lnTo>
                    <a:pt x="222" y="303"/>
                  </a:lnTo>
                  <a:lnTo>
                    <a:pt x="228" y="342"/>
                  </a:lnTo>
                  <a:lnTo>
                    <a:pt x="232" y="383"/>
                  </a:lnTo>
                  <a:lnTo>
                    <a:pt x="233" y="426"/>
                  </a:lnTo>
                  <a:lnTo>
                    <a:pt x="244"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9486" name="Freeform 56"/>
            <p:cNvSpPr>
              <a:spLocks/>
            </p:cNvSpPr>
            <p:nvPr/>
          </p:nvSpPr>
          <p:spPr bwMode="auto">
            <a:xfrm>
              <a:off x="964" y="1830"/>
              <a:ext cx="48" cy="85"/>
            </a:xfrm>
            <a:custGeom>
              <a:avLst/>
              <a:gdLst>
                <a:gd name="T0" fmla="*/ 0 w 244"/>
                <a:gd name="T1" fmla="*/ 3 h 424"/>
                <a:gd name="T2" fmla="*/ 0 w 244"/>
                <a:gd name="T3" fmla="*/ 3 h 424"/>
                <a:gd name="T4" fmla="*/ 0 w 244"/>
                <a:gd name="T5" fmla="*/ 3 h 424"/>
                <a:gd name="T6" fmla="*/ 0 w 244"/>
                <a:gd name="T7" fmla="*/ 3 h 424"/>
                <a:gd name="T8" fmla="*/ 1 w 244"/>
                <a:gd name="T9" fmla="*/ 3 h 424"/>
                <a:gd name="T10" fmla="*/ 1 w 244"/>
                <a:gd name="T11" fmla="*/ 3 h 424"/>
                <a:gd name="T12" fmla="*/ 1 w 244"/>
                <a:gd name="T13" fmla="*/ 3 h 424"/>
                <a:gd name="T14" fmla="*/ 1 w 244"/>
                <a:gd name="T15" fmla="*/ 3 h 424"/>
                <a:gd name="T16" fmla="*/ 1 w 244"/>
                <a:gd name="T17" fmla="*/ 3 h 424"/>
                <a:gd name="T18" fmla="*/ 1 w 244"/>
                <a:gd name="T19" fmla="*/ 2 h 424"/>
                <a:gd name="T20" fmla="*/ 1 w 244"/>
                <a:gd name="T21" fmla="*/ 2 h 424"/>
                <a:gd name="T22" fmla="*/ 2 w 244"/>
                <a:gd name="T23" fmla="*/ 2 h 424"/>
                <a:gd name="T24" fmla="*/ 2 w 244"/>
                <a:gd name="T25" fmla="*/ 2 h 424"/>
                <a:gd name="T26" fmla="*/ 2 w 244"/>
                <a:gd name="T27" fmla="*/ 1 h 424"/>
                <a:gd name="T28" fmla="*/ 2 w 244"/>
                <a:gd name="T29" fmla="*/ 1 h 424"/>
                <a:gd name="T30" fmla="*/ 2 w 244"/>
                <a:gd name="T31" fmla="*/ 1 h 424"/>
                <a:gd name="T32" fmla="*/ 2 w 244"/>
                <a:gd name="T33" fmla="*/ 0 h 424"/>
                <a:gd name="T34" fmla="*/ 2 w 244"/>
                <a:gd name="T35" fmla="*/ 0 h 424"/>
                <a:gd name="T36" fmla="*/ 2 w 244"/>
                <a:gd name="T37" fmla="*/ 0 h 424"/>
                <a:gd name="T38" fmla="*/ 2 w 244"/>
                <a:gd name="T39" fmla="*/ 0 h 424"/>
                <a:gd name="T40" fmla="*/ 2 w 244"/>
                <a:gd name="T41" fmla="*/ 1 h 424"/>
                <a:gd name="T42" fmla="*/ 2 w 244"/>
                <a:gd name="T43" fmla="*/ 1 h 424"/>
                <a:gd name="T44" fmla="*/ 2 w 244"/>
                <a:gd name="T45" fmla="*/ 1 h 424"/>
                <a:gd name="T46" fmla="*/ 2 w 244"/>
                <a:gd name="T47" fmla="*/ 2 h 424"/>
                <a:gd name="T48" fmla="*/ 1 w 244"/>
                <a:gd name="T49" fmla="*/ 2 h 424"/>
                <a:gd name="T50" fmla="*/ 1 w 244"/>
                <a:gd name="T51" fmla="*/ 2 h 424"/>
                <a:gd name="T52" fmla="*/ 1 w 244"/>
                <a:gd name="T53" fmla="*/ 2 h 424"/>
                <a:gd name="T54" fmla="*/ 1 w 244"/>
                <a:gd name="T55" fmla="*/ 3 h 424"/>
                <a:gd name="T56" fmla="*/ 1 w 244"/>
                <a:gd name="T57" fmla="*/ 3 h 424"/>
                <a:gd name="T58" fmla="*/ 1 w 244"/>
                <a:gd name="T59" fmla="*/ 3 h 424"/>
                <a:gd name="T60" fmla="*/ 1 w 244"/>
                <a:gd name="T61" fmla="*/ 3 h 424"/>
                <a:gd name="T62" fmla="*/ 1 w 244"/>
                <a:gd name="T63" fmla="*/ 3 h 424"/>
                <a:gd name="T64" fmla="*/ 0 w 244"/>
                <a:gd name="T65" fmla="*/ 3 h 424"/>
                <a:gd name="T66" fmla="*/ 0 w 244"/>
                <a:gd name="T67" fmla="*/ 3 h 424"/>
                <a:gd name="T68" fmla="*/ 0 w 244"/>
                <a:gd name="T69" fmla="*/ 3 h 424"/>
                <a:gd name="T70" fmla="*/ 0 w 244"/>
                <a:gd name="T71" fmla="*/ 3 h 424"/>
                <a:gd name="T72" fmla="*/ 0 w 244"/>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4"/>
                <a:gd name="T113" fmla="*/ 244 w 244"/>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4">
                  <a:moveTo>
                    <a:pt x="0" y="424"/>
                  </a:moveTo>
                  <a:lnTo>
                    <a:pt x="0" y="424"/>
                  </a:lnTo>
                  <a:lnTo>
                    <a:pt x="25" y="422"/>
                  </a:lnTo>
                  <a:lnTo>
                    <a:pt x="50" y="416"/>
                  </a:lnTo>
                  <a:lnTo>
                    <a:pt x="73" y="405"/>
                  </a:lnTo>
                  <a:lnTo>
                    <a:pt x="96" y="390"/>
                  </a:lnTo>
                  <a:lnTo>
                    <a:pt x="118" y="373"/>
                  </a:lnTo>
                  <a:lnTo>
                    <a:pt x="138" y="350"/>
                  </a:lnTo>
                  <a:lnTo>
                    <a:pt x="155" y="326"/>
                  </a:lnTo>
                  <a:lnTo>
                    <a:pt x="173" y="299"/>
                  </a:lnTo>
                  <a:lnTo>
                    <a:pt x="189" y="268"/>
                  </a:lnTo>
                  <a:lnTo>
                    <a:pt x="203" y="235"/>
                  </a:lnTo>
                  <a:lnTo>
                    <a:pt x="215" y="201"/>
                  </a:lnTo>
                  <a:lnTo>
                    <a:pt x="226" y="163"/>
                  </a:lnTo>
                  <a:lnTo>
                    <a:pt x="234" y="125"/>
                  </a:lnTo>
                  <a:lnTo>
                    <a:pt x="240" y="85"/>
                  </a:lnTo>
                  <a:lnTo>
                    <a:pt x="243" y="42"/>
                  </a:lnTo>
                  <a:lnTo>
                    <a:pt x="244" y="0"/>
                  </a:lnTo>
                  <a:lnTo>
                    <a:pt x="233" y="0"/>
                  </a:lnTo>
                  <a:lnTo>
                    <a:pt x="232" y="42"/>
                  </a:lnTo>
                  <a:lnTo>
                    <a:pt x="228" y="83"/>
                  </a:lnTo>
                  <a:lnTo>
                    <a:pt x="222" y="123"/>
                  </a:lnTo>
                  <a:lnTo>
                    <a:pt x="214" y="160"/>
                  </a:lnTo>
                  <a:lnTo>
                    <a:pt x="203" y="197"/>
                  </a:lnTo>
                  <a:lnTo>
                    <a:pt x="192" y="231"/>
                  </a:lnTo>
                  <a:lnTo>
                    <a:pt x="178" y="263"/>
                  </a:lnTo>
                  <a:lnTo>
                    <a:pt x="164" y="292"/>
                  </a:lnTo>
                  <a:lnTo>
                    <a:pt x="146" y="319"/>
                  </a:lnTo>
                  <a:lnTo>
                    <a:pt x="129" y="343"/>
                  </a:lnTo>
                  <a:lnTo>
                    <a:pt x="109" y="363"/>
                  </a:lnTo>
                  <a:lnTo>
                    <a:pt x="89" y="381"/>
                  </a:lnTo>
                  <a:lnTo>
                    <a:pt x="66" y="394"/>
                  </a:lnTo>
                  <a:lnTo>
                    <a:pt x="45" y="404"/>
                  </a:lnTo>
                  <a:lnTo>
                    <a:pt x="23" y="410"/>
                  </a:lnTo>
                  <a:lnTo>
                    <a:pt x="0" y="412"/>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9487" name="Freeform 57"/>
            <p:cNvSpPr>
              <a:spLocks/>
            </p:cNvSpPr>
            <p:nvPr/>
          </p:nvSpPr>
          <p:spPr bwMode="auto">
            <a:xfrm>
              <a:off x="915" y="1830"/>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1" y="42"/>
                  </a:lnTo>
                  <a:lnTo>
                    <a:pt x="4" y="85"/>
                  </a:lnTo>
                  <a:lnTo>
                    <a:pt x="10" y="125"/>
                  </a:lnTo>
                  <a:lnTo>
                    <a:pt x="19" y="163"/>
                  </a:lnTo>
                  <a:lnTo>
                    <a:pt x="29" y="201"/>
                  </a:lnTo>
                  <a:lnTo>
                    <a:pt x="41" y="235"/>
                  </a:lnTo>
                  <a:lnTo>
                    <a:pt x="55" y="268"/>
                  </a:lnTo>
                  <a:lnTo>
                    <a:pt x="71" y="299"/>
                  </a:lnTo>
                  <a:lnTo>
                    <a:pt x="89" y="326"/>
                  </a:lnTo>
                  <a:lnTo>
                    <a:pt x="106" y="350"/>
                  </a:lnTo>
                  <a:lnTo>
                    <a:pt x="126" y="373"/>
                  </a:lnTo>
                  <a:lnTo>
                    <a:pt x="149" y="390"/>
                  </a:lnTo>
                  <a:lnTo>
                    <a:pt x="171" y="405"/>
                  </a:lnTo>
                  <a:lnTo>
                    <a:pt x="194" y="416"/>
                  </a:lnTo>
                  <a:lnTo>
                    <a:pt x="219" y="422"/>
                  </a:lnTo>
                  <a:lnTo>
                    <a:pt x="245" y="424"/>
                  </a:lnTo>
                  <a:lnTo>
                    <a:pt x="245" y="412"/>
                  </a:lnTo>
                  <a:lnTo>
                    <a:pt x="221" y="410"/>
                  </a:lnTo>
                  <a:lnTo>
                    <a:pt x="199" y="404"/>
                  </a:lnTo>
                  <a:lnTo>
                    <a:pt x="178" y="394"/>
                  </a:lnTo>
                  <a:lnTo>
                    <a:pt x="156" y="381"/>
                  </a:lnTo>
                  <a:lnTo>
                    <a:pt x="136" y="363"/>
                  </a:lnTo>
                  <a:lnTo>
                    <a:pt x="116" y="343"/>
                  </a:lnTo>
                  <a:lnTo>
                    <a:pt x="98" y="319"/>
                  </a:lnTo>
                  <a:lnTo>
                    <a:pt x="81" y="292"/>
                  </a:lnTo>
                  <a:lnTo>
                    <a:pt x="67" y="263"/>
                  </a:lnTo>
                  <a:lnTo>
                    <a:pt x="52" y="231"/>
                  </a:lnTo>
                  <a:lnTo>
                    <a:pt x="41" y="197"/>
                  </a:lnTo>
                  <a:lnTo>
                    <a:pt x="30" y="160"/>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9488" name="Freeform 58"/>
            <p:cNvSpPr>
              <a:spLocks/>
            </p:cNvSpPr>
            <p:nvPr/>
          </p:nvSpPr>
          <p:spPr bwMode="auto">
            <a:xfrm>
              <a:off x="915" y="1745"/>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0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19" y="2"/>
                  </a:lnTo>
                  <a:lnTo>
                    <a:pt x="194" y="8"/>
                  </a:lnTo>
                  <a:lnTo>
                    <a:pt x="171" y="19"/>
                  </a:lnTo>
                  <a:lnTo>
                    <a:pt x="149" y="34"/>
                  </a:lnTo>
                  <a:lnTo>
                    <a:pt x="126" y="52"/>
                  </a:lnTo>
                  <a:lnTo>
                    <a:pt x="106" y="74"/>
                  </a:lnTo>
                  <a:lnTo>
                    <a:pt x="89" y="99"/>
                  </a:lnTo>
                  <a:lnTo>
                    <a:pt x="70" y="126"/>
                  </a:lnTo>
                  <a:lnTo>
                    <a:pt x="55" y="157"/>
                  </a:lnTo>
                  <a:lnTo>
                    <a:pt x="41" y="189"/>
                  </a:lnTo>
                  <a:lnTo>
                    <a:pt x="29" y="224"/>
                  </a:lnTo>
                  <a:lnTo>
                    <a:pt x="19" y="262"/>
                  </a:lnTo>
                  <a:lnTo>
                    <a:pt x="10" y="300"/>
                  </a:lnTo>
                  <a:lnTo>
                    <a:pt x="4" y="340"/>
                  </a:lnTo>
                  <a:lnTo>
                    <a:pt x="1" y="383"/>
                  </a:lnTo>
                  <a:lnTo>
                    <a:pt x="0" y="426"/>
                  </a:lnTo>
                  <a:lnTo>
                    <a:pt x="11" y="426"/>
                  </a:lnTo>
                  <a:lnTo>
                    <a:pt x="13" y="383"/>
                  </a:lnTo>
                  <a:lnTo>
                    <a:pt x="16" y="342"/>
                  </a:lnTo>
                  <a:lnTo>
                    <a:pt x="22" y="303"/>
                  </a:lnTo>
                  <a:lnTo>
                    <a:pt x="30" y="264"/>
                  </a:lnTo>
                  <a:lnTo>
                    <a:pt x="41" y="229"/>
                  </a:lnTo>
                  <a:lnTo>
                    <a:pt x="52" y="194"/>
                  </a:lnTo>
                  <a:lnTo>
                    <a:pt x="67" y="162"/>
                  </a:lnTo>
                  <a:lnTo>
                    <a:pt x="82" y="133"/>
                  </a:lnTo>
                  <a:lnTo>
                    <a:pt x="98" y="106"/>
                  </a:lnTo>
                  <a:lnTo>
                    <a:pt x="116" y="81"/>
                  </a:lnTo>
                  <a:lnTo>
                    <a:pt x="136" y="61"/>
                  </a:lnTo>
                  <a:lnTo>
                    <a:pt x="156" y="43"/>
                  </a:lnTo>
                  <a:lnTo>
                    <a:pt x="178" y="31"/>
                  </a:lnTo>
                  <a:lnTo>
                    <a:pt x="199" y="20"/>
                  </a:lnTo>
                  <a:lnTo>
                    <a:pt x="221"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9489" name="Freeform 59"/>
            <p:cNvSpPr>
              <a:spLocks/>
            </p:cNvSpPr>
            <p:nvPr/>
          </p:nvSpPr>
          <p:spPr bwMode="auto">
            <a:xfrm>
              <a:off x="1140" y="2087"/>
              <a:ext cx="49" cy="85"/>
            </a:xfrm>
            <a:custGeom>
              <a:avLst/>
              <a:gdLst>
                <a:gd name="T0" fmla="*/ 2 w 246"/>
                <a:gd name="T1" fmla="*/ 3 h 424"/>
                <a:gd name="T2" fmla="*/ 2 w 246"/>
                <a:gd name="T3" fmla="*/ 3 h 424"/>
                <a:gd name="T4" fmla="*/ 2 w 246"/>
                <a:gd name="T5" fmla="*/ 3 h 424"/>
                <a:gd name="T6" fmla="*/ 2 w 246"/>
                <a:gd name="T7" fmla="*/ 3 h 424"/>
                <a:gd name="T8" fmla="*/ 2 w 246"/>
                <a:gd name="T9" fmla="*/ 2 h 424"/>
                <a:gd name="T10" fmla="*/ 2 w 246"/>
                <a:gd name="T11" fmla="*/ 2 h 424"/>
                <a:gd name="T12" fmla="*/ 2 w 246"/>
                <a:gd name="T13" fmla="*/ 2 h 424"/>
                <a:gd name="T14" fmla="*/ 2 w 246"/>
                <a:gd name="T15" fmla="*/ 2 h 424"/>
                <a:gd name="T16" fmla="*/ 2 w 246"/>
                <a:gd name="T17" fmla="*/ 1 h 424"/>
                <a:gd name="T18" fmla="*/ 1 w 246"/>
                <a:gd name="T19" fmla="*/ 1 h 424"/>
                <a:gd name="T20" fmla="*/ 1 w 246"/>
                <a:gd name="T21" fmla="*/ 1 h 424"/>
                <a:gd name="T22" fmla="*/ 1 w 246"/>
                <a:gd name="T23" fmla="*/ 1 h 424"/>
                <a:gd name="T24" fmla="*/ 1 w 246"/>
                <a:gd name="T25" fmla="*/ 0 h 424"/>
                <a:gd name="T26" fmla="*/ 1 w 246"/>
                <a:gd name="T27" fmla="*/ 0 h 424"/>
                <a:gd name="T28" fmla="*/ 1 w 246"/>
                <a:gd name="T29" fmla="*/ 0 h 424"/>
                <a:gd name="T30" fmla="*/ 0 w 246"/>
                <a:gd name="T31" fmla="*/ 0 h 424"/>
                <a:gd name="T32" fmla="*/ 0 w 246"/>
                <a:gd name="T33" fmla="*/ 0 h 424"/>
                <a:gd name="T34" fmla="*/ 0 w 246"/>
                <a:gd name="T35" fmla="*/ 0 h 424"/>
                <a:gd name="T36" fmla="*/ 0 w 246"/>
                <a:gd name="T37" fmla="*/ 0 h 424"/>
                <a:gd name="T38" fmla="*/ 0 w 246"/>
                <a:gd name="T39" fmla="*/ 0 h 424"/>
                <a:gd name="T40" fmla="*/ 0 w 246"/>
                <a:gd name="T41" fmla="*/ 0 h 424"/>
                <a:gd name="T42" fmla="*/ 1 w 246"/>
                <a:gd name="T43" fmla="*/ 0 h 424"/>
                <a:gd name="T44" fmla="*/ 1 w 246"/>
                <a:gd name="T45" fmla="*/ 0 h 424"/>
                <a:gd name="T46" fmla="*/ 1 w 246"/>
                <a:gd name="T47" fmla="*/ 0 h 424"/>
                <a:gd name="T48" fmla="*/ 1 w 246"/>
                <a:gd name="T49" fmla="*/ 1 h 424"/>
                <a:gd name="T50" fmla="*/ 1 w 246"/>
                <a:gd name="T51" fmla="*/ 1 h 424"/>
                <a:gd name="T52" fmla="*/ 1 w 246"/>
                <a:gd name="T53" fmla="*/ 1 h 424"/>
                <a:gd name="T54" fmla="*/ 1 w 246"/>
                <a:gd name="T55" fmla="*/ 1 h 424"/>
                <a:gd name="T56" fmla="*/ 2 w 246"/>
                <a:gd name="T57" fmla="*/ 2 h 424"/>
                <a:gd name="T58" fmla="*/ 2 w 246"/>
                <a:gd name="T59" fmla="*/ 2 h 424"/>
                <a:gd name="T60" fmla="*/ 2 w 246"/>
                <a:gd name="T61" fmla="*/ 2 h 424"/>
                <a:gd name="T62" fmla="*/ 2 w 246"/>
                <a:gd name="T63" fmla="*/ 2 h 424"/>
                <a:gd name="T64" fmla="*/ 2 w 246"/>
                <a:gd name="T65" fmla="*/ 3 h 424"/>
                <a:gd name="T66" fmla="*/ 2 w 246"/>
                <a:gd name="T67" fmla="*/ 3 h 424"/>
                <a:gd name="T68" fmla="*/ 2 w 246"/>
                <a:gd name="T69" fmla="*/ 3 h 424"/>
                <a:gd name="T70" fmla="*/ 2 w 246"/>
                <a:gd name="T71" fmla="*/ 3 h 424"/>
                <a:gd name="T72" fmla="*/ 2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424"/>
                  </a:moveTo>
                  <a:lnTo>
                    <a:pt x="246" y="424"/>
                  </a:lnTo>
                  <a:lnTo>
                    <a:pt x="244" y="382"/>
                  </a:lnTo>
                  <a:lnTo>
                    <a:pt x="241" y="338"/>
                  </a:lnTo>
                  <a:lnTo>
                    <a:pt x="235" y="298"/>
                  </a:lnTo>
                  <a:lnTo>
                    <a:pt x="227" y="261"/>
                  </a:lnTo>
                  <a:lnTo>
                    <a:pt x="216" y="222"/>
                  </a:lnTo>
                  <a:lnTo>
                    <a:pt x="205" y="188"/>
                  </a:lnTo>
                  <a:lnTo>
                    <a:pt x="190" y="155"/>
                  </a:lnTo>
                  <a:lnTo>
                    <a:pt x="174" y="125"/>
                  </a:lnTo>
                  <a:lnTo>
                    <a:pt x="157" y="98"/>
                  </a:lnTo>
                  <a:lnTo>
                    <a:pt x="138" y="73"/>
                  </a:lnTo>
                  <a:lnTo>
                    <a:pt x="118" y="51"/>
                  </a:lnTo>
                  <a:lnTo>
                    <a:pt x="96" y="34"/>
                  </a:lnTo>
                  <a:lnTo>
                    <a:pt x="74" y="18"/>
                  </a:lnTo>
                  <a:lnTo>
                    <a:pt x="50" y="8"/>
                  </a:lnTo>
                  <a:lnTo>
                    <a:pt x="25" y="2"/>
                  </a:lnTo>
                  <a:lnTo>
                    <a:pt x="0" y="0"/>
                  </a:lnTo>
                  <a:lnTo>
                    <a:pt x="0" y="11"/>
                  </a:lnTo>
                  <a:lnTo>
                    <a:pt x="23" y="14"/>
                  </a:lnTo>
                  <a:lnTo>
                    <a:pt x="45" y="19"/>
                  </a:lnTo>
                  <a:lnTo>
                    <a:pt x="67" y="30"/>
                  </a:lnTo>
                  <a:lnTo>
                    <a:pt x="89" y="43"/>
                  </a:lnTo>
                  <a:lnTo>
                    <a:pt x="108" y="60"/>
                  </a:lnTo>
                  <a:lnTo>
                    <a:pt x="128" y="80"/>
                  </a:lnTo>
                  <a:lnTo>
                    <a:pt x="147" y="105"/>
                  </a:lnTo>
                  <a:lnTo>
                    <a:pt x="165" y="132"/>
                  </a:lnTo>
                  <a:lnTo>
                    <a:pt x="179" y="160"/>
                  </a:lnTo>
                  <a:lnTo>
                    <a:pt x="193" y="193"/>
                  </a:lnTo>
                  <a:lnTo>
                    <a:pt x="205" y="227"/>
                  </a:lnTo>
                  <a:lnTo>
                    <a:pt x="215" y="263"/>
                  </a:lnTo>
                  <a:lnTo>
                    <a:pt x="223" y="301"/>
                  </a:lnTo>
                  <a:lnTo>
                    <a:pt x="229" y="341"/>
                  </a:lnTo>
                  <a:lnTo>
                    <a:pt x="233" y="382"/>
                  </a:lnTo>
                  <a:lnTo>
                    <a:pt x="234" y="424"/>
                  </a:lnTo>
                  <a:lnTo>
                    <a:pt x="246"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9490" name="Freeform 60"/>
            <p:cNvSpPr>
              <a:spLocks/>
            </p:cNvSpPr>
            <p:nvPr/>
          </p:nvSpPr>
          <p:spPr bwMode="auto">
            <a:xfrm>
              <a:off x="1140" y="2172"/>
              <a:ext cx="49" cy="85"/>
            </a:xfrm>
            <a:custGeom>
              <a:avLst/>
              <a:gdLst>
                <a:gd name="T0" fmla="*/ 0 w 246"/>
                <a:gd name="T1" fmla="*/ 3 h 426"/>
                <a:gd name="T2" fmla="*/ 0 w 246"/>
                <a:gd name="T3" fmla="*/ 3 h 426"/>
                <a:gd name="T4" fmla="*/ 0 w 246"/>
                <a:gd name="T5" fmla="*/ 3 h 426"/>
                <a:gd name="T6" fmla="*/ 0 w 246"/>
                <a:gd name="T7" fmla="*/ 3 h 426"/>
                <a:gd name="T8" fmla="*/ 1 w 246"/>
                <a:gd name="T9" fmla="*/ 3 h 426"/>
                <a:gd name="T10" fmla="*/ 1 w 246"/>
                <a:gd name="T11" fmla="*/ 3 h 426"/>
                <a:gd name="T12" fmla="*/ 1 w 246"/>
                <a:gd name="T13" fmla="*/ 3 h 426"/>
                <a:gd name="T14" fmla="*/ 1 w 246"/>
                <a:gd name="T15" fmla="*/ 3 h 426"/>
                <a:gd name="T16" fmla="*/ 1 w 246"/>
                <a:gd name="T17" fmla="*/ 3 h 426"/>
                <a:gd name="T18" fmla="*/ 1 w 246"/>
                <a:gd name="T19" fmla="*/ 2 h 426"/>
                <a:gd name="T20" fmla="*/ 2 w 246"/>
                <a:gd name="T21" fmla="*/ 2 h 426"/>
                <a:gd name="T22" fmla="*/ 2 w 246"/>
                <a:gd name="T23" fmla="*/ 2 h 426"/>
                <a:gd name="T24" fmla="*/ 2 w 246"/>
                <a:gd name="T25" fmla="*/ 2 h 426"/>
                <a:gd name="T26" fmla="*/ 2 w 246"/>
                <a:gd name="T27" fmla="*/ 1 h 426"/>
                <a:gd name="T28" fmla="*/ 2 w 246"/>
                <a:gd name="T29" fmla="*/ 1 h 426"/>
                <a:gd name="T30" fmla="*/ 2 w 246"/>
                <a:gd name="T31" fmla="*/ 1 h 426"/>
                <a:gd name="T32" fmla="*/ 2 w 246"/>
                <a:gd name="T33" fmla="*/ 0 h 426"/>
                <a:gd name="T34" fmla="*/ 2 w 246"/>
                <a:gd name="T35" fmla="*/ 0 h 426"/>
                <a:gd name="T36" fmla="*/ 2 w 246"/>
                <a:gd name="T37" fmla="*/ 0 h 426"/>
                <a:gd name="T38" fmla="*/ 2 w 246"/>
                <a:gd name="T39" fmla="*/ 0 h 426"/>
                <a:gd name="T40" fmla="*/ 2 w 246"/>
                <a:gd name="T41" fmla="*/ 1 h 426"/>
                <a:gd name="T42" fmla="*/ 2 w 246"/>
                <a:gd name="T43" fmla="*/ 1 h 426"/>
                <a:gd name="T44" fmla="*/ 2 w 246"/>
                <a:gd name="T45" fmla="*/ 1 h 426"/>
                <a:gd name="T46" fmla="*/ 2 w 246"/>
                <a:gd name="T47" fmla="*/ 2 h 426"/>
                <a:gd name="T48" fmla="*/ 2 w 246"/>
                <a:gd name="T49" fmla="*/ 2 h 426"/>
                <a:gd name="T50" fmla="*/ 1 w 246"/>
                <a:gd name="T51" fmla="*/ 2 h 426"/>
                <a:gd name="T52" fmla="*/ 1 w 246"/>
                <a:gd name="T53" fmla="*/ 2 h 426"/>
                <a:gd name="T54" fmla="*/ 1 w 246"/>
                <a:gd name="T55" fmla="*/ 3 h 426"/>
                <a:gd name="T56" fmla="*/ 1 w 246"/>
                <a:gd name="T57" fmla="*/ 3 h 426"/>
                <a:gd name="T58" fmla="*/ 1 w 246"/>
                <a:gd name="T59" fmla="*/ 3 h 426"/>
                <a:gd name="T60" fmla="*/ 1 w 246"/>
                <a:gd name="T61" fmla="*/ 3 h 426"/>
                <a:gd name="T62" fmla="*/ 1 w 246"/>
                <a:gd name="T63" fmla="*/ 3 h 426"/>
                <a:gd name="T64" fmla="*/ 0 w 246"/>
                <a:gd name="T65" fmla="*/ 3 h 426"/>
                <a:gd name="T66" fmla="*/ 0 w 246"/>
                <a:gd name="T67" fmla="*/ 3 h 426"/>
                <a:gd name="T68" fmla="*/ 0 w 246"/>
                <a:gd name="T69" fmla="*/ 3 h 426"/>
                <a:gd name="T70" fmla="*/ 0 w 246"/>
                <a:gd name="T71" fmla="*/ 3 h 426"/>
                <a:gd name="T72" fmla="*/ 0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426"/>
                  </a:moveTo>
                  <a:lnTo>
                    <a:pt x="0" y="426"/>
                  </a:lnTo>
                  <a:lnTo>
                    <a:pt x="25" y="423"/>
                  </a:lnTo>
                  <a:lnTo>
                    <a:pt x="50" y="417"/>
                  </a:lnTo>
                  <a:lnTo>
                    <a:pt x="74" y="407"/>
                  </a:lnTo>
                  <a:lnTo>
                    <a:pt x="96" y="392"/>
                  </a:lnTo>
                  <a:lnTo>
                    <a:pt x="118" y="373"/>
                  </a:lnTo>
                  <a:lnTo>
                    <a:pt x="138" y="350"/>
                  </a:lnTo>
                  <a:lnTo>
                    <a:pt x="157" y="327"/>
                  </a:lnTo>
                  <a:lnTo>
                    <a:pt x="175" y="299"/>
                  </a:lnTo>
                  <a:lnTo>
                    <a:pt x="190" y="268"/>
                  </a:lnTo>
                  <a:lnTo>
                    <a:pt x="205" y="236"/>
                  </a:lnTo>
                  <a:lnTo>
                    <a:pt x="216" y="202"/>
                  </a:lnTo>
                  <a:lnTo>
                    <a:pt x="227" y="164"/>
                  </a:lnTo>
                  <a:lnTo>
                    <a:pt x="235" y="125"/>
                  </a:lnTo>
                  <a:lnTo>
                    <a:pt x="241" y="86"/>
                  </a:lnTo>
                  <a:lnTo>
                    <a:pt x="244" y="42"/>
                  </a:lnTo>
                  <a:lnTo>
                    <a:pt x="246" y="0"/>
                  </a:lnTo>
                  <a:lnTo>
                    <a:pt x="234" y="0"/>
                  </a:lnTo>
                  <a:lnTo>
                    <a:pt x="233" y="42"/>
                  </a:lnTo>
                  <a:lnTo>
                    <a:pt x="229" y="83"/>
                  </a:lnTo>
                  <a:lnTo>
                    <a:pt x="223" y="123"/>
                  </a:lnTo>
                  <a:lnTo>
                    <a:pt x="215" y="162"/>
                  </a:lnTo>
                  <a:lnTo>
                    <a:pt x="205" y="197"/>
                  </a:lnTo>
                  <a:lnTo>
                    <a:pt x="193" y="231"/>
                  </a:lnTo>
                  <a:lnTo>
                    <a:pt x="179" y="264"/>
                  </a:lnTo>
                  <a:lnTo>
                    <a:pt x="164" y="292"/>
                  </a:lnTo>
                  <a:lnTo>
                    <a:pt x="147" y="320"/>
                  </a:lnTo>
                  <a:lnTo>
                    <a:pt x="128" y="343"/>
                  </a:lnTo>
                  <a:lnTo>
                    <a:pt x="108" y="363"/>
                  </a:lnTo>
                  <a:lnTo>
                    <a:pt x="89" y="382"/>
                  </a:lnTo>
                  <a:lnTo>
                    <a:pt x="67" y="395"/>
                  </a:lnTo>
                  <a:lnTo>
                    <a:pt x="45" y="406"/>
                  </a:lnTo>
                  <a:lnTo>
                    <a:pt x="23" y="411"/>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9491" name="Freeform 61"/>
            <p:cNvSpPr>
              <a:spLocks/>
            </p:cNvSpPr>
            <p:nvPr/>
          </p:nvSpPr>
          <p:spPr bwMode="auto">
            <a:xfrm>
              <a:off x="1091" y="2172"/>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4" y="86"/>
                  </a:lnTo>
                  <a:lnTo>
                    <a:pt x="10" y="125"/>
                  </a:lnTo>
                  <a:lnTo>
                    <a:pt x="18" y="164"/>
                  </a:lnTo>
                  <a:lnTo>
                    <a:pt x="29" y="202"/>
                  </a:lnTo>
                  <a:lnTo>
                    <a:pt x="41" y="236"/>
                  </a:lnTo>
                  <a:lnTo>
                    <a:pt x="55" y="268"/>
                  </a:lnTo>
                  <a:lnTo>
                    <a:pt x="70" y="299"/>
                  </a:lnTo>
                  <a:lnTo>
                    <a:pt x="89" y="327"/>
                  </a:lnTo>
                  <a:lnTo>
                    <a:pt x="106" y="350"/>
                  </a:lnTo>
                  <a:lnTo>
                    <a:pt x="126" y="373"/>
                  </a:lnTo>
                  <a:lnTo>
                    <a:pt x="148" y="392"/>
                  </a:lnTo>
                  <a:lnTo>
                    <a:pt x="171" y="407"/>
                  </a:lnTo>
                  <a:lnTo>
                    <a:pt x="194" y="417"/>
                  </a:lnTo>
                  <a:lnTo>
                    <a:pt x="219" y="423"/>
                  </a:lnTo>
                  <a:lnTo>
                    <a:pt x="245" y="426"/>
                  </a:lnTo>
                  <a:lnTo>
                    <a:pt x="245" y="414"/>
                  </a:lnTo>
                  <a:lnTo>
                    <a:pt x="221" y="411"/>
                  </a:lnTo>
                  <a:lnTo>
                    <a:pt x="199" y="406"/>
                  </a:lnTo>
                  <a:lnTo>
                    <a:pt x="178" y="395"/>
                  </a:lnTo>
                  <a:lnTo>
                    <a:pt x="155" y="382"/>
                  </a:lnTo>
                  <a:lnTo>
                    <a:pt x="136" y="363"/>
                  </a:lnTo>
                  <a:lnTo>
                    <a:pt x="116" y="343"/>
                  </a:lnTo>
                  <a:lnTo>
                    <a:pt x="98" y="320"/>
                  </a:lnTo>
                  <a:lnTo>
                    <a:pt x="82" y="292"/>
                  </a:lnTo>
                  <a:lnTo>
                    <a:pt x="66" y="264"/>
                  </a:lnTo>
                  <a:lnTo>
                    <a:pt x="52" y="231"/>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9492" name="Freeform 62"/>
            <p:cNvSpPr>
              <a:spLocks/>
            </p:cNvSpPr>
            <p:nvPr/>
          </p:nvSpPr>
          <p:spPr bwMode="auto">
            <a:xfrm>
              <a:off x="1091" y="2087"/>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4" y="8"/>
                  </a:lnTo>
                  <a:lnTo>
                    <a:pt x="171" y="18"/>
                  </a:lnTo>
                  <a:lnTo>
                    <a:pt x="148" y="34"/>
                  </a:lnTo>
                  <a:lnTo>
                    <a:pt x="126" y="51"/>
                  </a:lnTo>
                  <a:lnTo>
                    <a:pt x="106" y="73"/>
                  </a:lnTo>
                  <a:lnTo>
                    <a:pt x="89" y="98"/>
                  </a:lnTo>
                  <a:lnTo>
                    <a:pt x="71" y="125"/>
                  </a:lnTo>
                  <a:lnTo>
                    <a:pt x="55" y="155"/>
                  </a:lnTo>
                  <a:lnTo>
                    <a:pt x="41" y="188"/>
                  </a:lnTo>
                  <a:lnTo>
                    <a:pt x="29" y="222"/>
                  </a:lnTo>
                  <a:lnTo>
                    <a:pt x="18" y="261"/>
                  </a:lnTo>
                  <a:lnTo>
                    <a:pt x="10" y="298"/>
                  </a:lnTo>
                  <a:lnTo>
                    <a:pt x="4" y="338"/>
                  </a:lnTo>
                  <a:lnTo>
                    <a:pt x="1" y="382"/>
                  </a:lnTo>
                  <a:lnTo>
                    <a:pt x="0" y="424"/>
                  </a:lnTo>
                  <a:lnTo>
                    <a:pt x="11" y="424"/>
                  </a:lnTo>
                  <a:lnTo>
                    <a:pt x="13" y="382"/>
                  </a:lnTo>
                  <a:lnTo>
                    <a:pt x="16" y="341"/>
                  </a:lnTo>
                  <a:lnTo>
                    <a:pt x="22" y="301"/>
                  </a:lnTo>
                  <a:lnTo>
                    <a:pt x="30" y="263"/>
                  </a:lnTo>
                  <a:lnTo>
                    <a:pt x="41" y="227"/>
                  </a:lnTo>
                  <a:lnTo>
                    <a:pt x="52" y="193"/>
                  </a:lnTo>
                  <a:lnTo>
                    <a:pt x="66" y="160"/>
                  </a:lnTo>
                  <a:lnTo>
                    <a:pt x="80" y="132"/>
                  </a:lnTo>
                  <a:lnTo>
                    <a:pt x="98" y="105"/>
                  </a:lnTo>
                  <a:lnTo>
                    <a:pt x="116" y="80"/>
                  </a:lnTo>
                  <a:lnTo>
                    <a:pt x="136" y="60"/>
                  </a:lnTo>
                  <a:lnTo>
                    <a:pt x="155" y="43"/>
                  </a:lnTo>
                  <a:lnTo>
                    <a:pt x="178" y="30"/>
                  </a:lnTo>
                  <a:lnTo>
                    <a:pt x="199" y="19"/>
                  </a:lnTo>
                  <a:lnTo>
                    <a:pt x="221" y="14"/>
                  </a:lnTo>
                  <a:lnTo>
                    <a:pt x="245" y="11"/>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9493" name="Freeform 63"/>
            <p:cNvSpPr>
              <a:spLocks/>
            </p:cNvSpPr>
            <p:nvPr/>
          </p:nvSpPr>
          <p:spPr bwMode="auto">
            <a:xfrm>
              <a:off x="1392" y="2118"/>
              <a:ext cx="49" cy="85"/>
            </a:xfrm>
            <a:custGeom>
              <a:avLst/>
              <a:gdLst>
                <a:gd name="T0" fmla="*/ 2 w 246"/>
                <a:gd name="T1" fmla="*/ 3 h 426"/>
                <a:gd name="T2" fmla="*/ 2 w 246"/>
                <a:gd name="T3" fmla="*/ 3 h 426"/>
                <a:gd name="T4" fmla="*/ 2 w 246"/>
                <a:gd name="T5" fmla="*/ 3 h 426"/>
                <a:gd name="T6" fmla="*/ 2 w 246"/>
                <a:gd name="T7" fmla="*/ 3 h 426"/>
                <a:gd name="T8" fmla="*/ 2 w 246"/>
                <a:gd name="T9" fmla="*/ 2 h 426"/>
                <a:gd name="T10" fmla="*/ 2 w 246"/>
                <a:gd name="T11" fmla="*/ 2 h 426"/>
                <a:gd name="T12" fmla="*/ 2 w 246"/>
                <a:gd name="T13" fmla="*/ 2 h 426"/>
                <a:gd name="T14" fmla="*/ 2 w 246"/>
                <a:gd name="T15" fmla="*/ 2 h 426"/>
                <a:gd name="T16" fmla="*/ 2 w 246"/>
                <a:gd name="T17" fmla="*/ 1 h 426"/>
                <a:gd name="T18" fmla="*/ 1 w 246"/>
                <a:gd name="T19" fmla="*/ 1 h 426"/>
                <a:gd name="T20" fmla="*/ 1 w 246"/>
                <a:gd name="T21" fmla="*/ 1 h 426"/>
                <a:gd name="T22" fmla="*/ 1 w 246"/>
                <a:gd name="T23" fmla="*/ 1 h 426"/>
                <a:gd name="T24" fmla="*/ 1 w 246"/>
                <a:gd name="T25" fmla="*/ 0 h 426"/>
                <a:gd name="T26" fmla="*/ 1 w 246"/>
                <a:gd name="T27" fmla="*/ 0 h 426"/>
                <a:gd name="T28" fmla="*/ 1 w 246"/>
                <a:gd name="T29" fmla="*/ 0 h 426"/>
                <a:gd name="T30" fmla="*/ 0 w 246"/>
                <a:gd name="T31" fmla="*/ 0 h 426"/>
                <a:gd name="T32" fmla="*/ 0 w 246"/>
                <a:gd name="T33" fmla="*/ 0 h 426"/>
                <a:gd name="T34" fmla="*/ 0 w 246"/>
                <a:gd name="T35" fmla="*/ 0 h 426"/>
                <a:gd name="T36" fmla="*/ 0 w 246"/>
                <a:gd name="T37" fmla="*/ 0 h 426"/>
                <a:gd name="T38" fmla="*/ 0 w 246"/>
                <a:gd name="T39" fmla="*/ 0 h 426"/>
                <a:gd name="T40" fmla="*/ 0 w 246"/>
                <a:gd name="T41" fmla="*/ 0 h 426"/>
                <a:gd name="T42" fmla="*/ 1 w 246"/>
                <a:gd name="T43" fmla="*/ 0 h 426"/>
                <a:gd name="T44" fmla="*/ 1 w 246"/>
                <a:gd name="T45" fmla="*/ 0 h 426"/>
                <a:gd name="T46" fmla="*/ 1 w 246"/>
                <a:gd name="T47" fmla="*/ 1 h 426"/>
                <a:gd name="T48" fmla="*/ 1 w 246"/>
                <a:gd name="T49" fmla="*/ 1 h 426"/>
                <a:gd name="T50" fmla="*/ 1 w 246"/>
                <a:gd name="T51" fmla="*/ 1 h 426"/>
                <a:gd name="T52" fmla="*/ 1 w 246"/>
                <a:gd name="T53" fmla="*/ 1 h 426"/>
                <a:gd name="T54" fmla="*/ 1 w 246"/>
                <a:gd name="T55" fmla="*/ 1 h 426"/>
                <a:gd name="T56" fmla="*/ 2 w 246"/>
                <a:gd name="T57" fmla="*/ 2 h 426"/>
                <a:gd name="T58" fmla="*/ 2 w 246"/>
                <a:gd name="T59" fmla="*/ 2 h 426"/>
                <a:gd name="T60" fmla="*/ 2 w 246"/>
                <a:gd name="T61" fmla="*/ 2 h 426"/>
                <a:gd name="T62" fmla="*/ 2 w 246"/>
                <a:gd name="T63" fmla="*/ 2 h 426"/>
                <a:gd name="T64" fmla="*/ 2 w 246"/>
                <a:gd name="T65" fmla="*/ 3 h 426"/>
                <a:gd name="T66" fmla="*/ 2 w 246"/>
                <a:gd name="T67" fmla="*/ 3 h 426"/>
                <a:gd name="T68" fmla="*/ 2 w 246"/>
                <a:gd name="T69" fmla="*/ 3 h 426"/>
                <a:gd name="T70" fmla="*/ 2 w 246"/>
                <a:gd name="T71" fmla="*/ 3 h 426"/>
                <a:gd name="T72" fmla="*/ 2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246" y="426"/>
                  </a:moveTo>
                  <a:lnTo>
                    <a:pt x="246" y="426"/>
                  </a:lnTo>
                  <a:lnTo>
                    <a:pt x="245" y="384"/>
                  </a:lnTo>
                  <a:lnTo>
                    <a:pt x="242" y="340"/>
                  </a:lnTo>
                  <a:lnTo>
                    <a:pt x="236" y="301"/>
                  </a:lnTo>
                  <a:lnTo>
                    <a:pt x="228" y="262"/>
                  </a:lnTo>
                  <a:lnTo>
                    <a:pt x="217" y="224"/>
                  </a:lnTo>
                  <a:lnTo>
                    <a:pt x="205" y="190"/>
                  </a:lnTo>
                  <a:lnTo>
                    <a:pt x="191" y="158"/>
                  </a:lnTo>
                  <a:lnTo>
                    <a:pt x="176" y="126"/>
                  </a:lnTo>
                  <a:lnTo>
                    <a:pt x="157" y="99"/>
                  </a:lnTo>
                  <a:lnTo>
                    <a:pt x="139" y="75"/>
                  </a:lnTo>
                  <a:lnTo>
                    <a:pt x="119" y="53"/>
                  </a:lnTo>
                  <a:lnTo>
                    <a:pt x="96" y="34"/>
                  </a:lnTo>
                  <a:lnTo>
                    <a:pt x="75" y="19"/>
                  </a:lnTo>
                  <a:lnTo>
                    <a:pt x="51" y="9"/>
                  </a:lnTo>
                  <a:lnTo>
                    <a:pt x="26" y="3"/>
                  </a:lnTo>
                  <a:lnTo>
                    <a:pt x="0" y="0"/>
                  </a:lnTo>
                  <a:lnTo>
                    <a:pt x="0" y="12"/>
                  </a:lnTo>
                  <a:lnTo>
                    <a:pt x="24" y="15"/>
                  </a:lnTo>
                  <a:lnTo>
                    <a:pt x="46" y="20"/>
                  </a:lnTo>
                  <a:lnTo>
                    <a:pt x="68" y="31"/>
                  </a:lnTo>
                  <a:lnTo>
                    <a:pt x="89" y="44"/>
                  </a:lnTo>
                  <a:lnTo>
                    <a:pt x="109" y="63"/>
                  </a:lnTo>
                  <a:lnTo>
                    <a:pt x="129" y="83"/>
                  </a:lnTo>
                  <a:lnTo>
                    <a:pt x="148" y="106"/>
                  </a:lnTo>
                  <a:lnTo>
                    <a:pt x="164" y="133"/>
                  </a:lnTo>
                  <a:lnTo>
                    <a:pt x="180" y="162"/>
                  </a:lnTo>
                  <a:lnTo>
                    <a:pt x="194" y="195"/>
                  </a:lnTo>
                  <a:lnTo>
                    <a:pt x="205" y="229"/>
                  </a:lnTo>
                  <a:lnTo>
                    <a:pt x="216" y="264"/>
                  </a:lnTo>
                  <a:lnTo>
                    <a:pt x="224" y="303"/>
                  </a:lnTo>
                  <a:lnTo>
                    <a:pt x="230" y="343"/>
                  </a:lnTo>
                  <a:lnTo>
                    <a:pt x="233" y="384"/>
                  </a:lnTo>
                  <a:lnTo>
                    <a:pt x="235" y="426"/>
                  </a:lnTo>
                  <a:lnTo>
                    <a:pt x="246"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9494" name="Freeform 64"/>
            <p:cNvSpPr>
              <a:spLocks/>
            </p:cNvSpPr>
            <p:nvPr/>
          </p:nvSpPr>
          <p:spPr bwMode="auto">
            <a:xfrm>
              <a:off x="1392" y="2203"/>
              <a:ext cx="49" cy="85"/>
            </a:xfrm>
            <a:custGeom>
              <a:avLst/>
              <a:gdLst>
                <a:gd name="T0" fmla="*/ 0 w 246"/>
                <a:gd name="T1" fmla="*/ 3 h 424"/>
                <a:gd name="T2" fmla="*/ 0 w 246"/>
                <a:gd name="T3" fmla="*/ 3 h 424"/>
                <a:gd name="T4" fmla="*/ 0 w 246"/>
                <a:gd name="T5" fmla="*/ 3 h 424"/>
                <a:gd name="T6" fmla="*/ 0 w 246"/>
                <a:gd name="T7" fmla="*/ 3 h 424"/>
                <a:gd name="T8" fmla="*/ 1 w 246"/>
                <a:gd name="T9" fmla="*/ 3 h 424"/>
                <a:gd name="T10" fmla="*/ 1 w 246"/>
                <a:gd name="T11" fmla="*/ 3 h 424"/>
                <a:gd name="T12" fmla="*/ 1 w 246"/>
                <a:gd name="T13" fmla="*/ 3 h 424"/>
                <a:gd name="T14" fmla="*/ 1 w 246"/>
                <a:gd name="T15" fmla="*/ 3 h 424"/>
                <a:gd name="T16" fmla="*/ 1 w 246"/>
                <a:gd name="T17" fmla="*/ 3 h 424"/>
                <a:gd name="T18" fmla="*/ 1 w 246"/>
                <a:gd name="T19" fmla="*/ 2 h 424"/>
                <a:gd name="T20" fmla="*/ 2 w 246"/>
                <a:gd name="T21" fmla="*/ 2 h 424"/>
                <a:gd name="T22" fmla="*/ 2 w 246"/>
                <a:gd name="T23" fmla="*/ 2 h 424"/>
                <a:gd name="T24" fmla="*/ 2 w 246"/>
                <a:gd name="T25" fmla="*/ 2 h 424"/>
                <a:gd name="T26" fmla="*/ 2 w 246"/>
                <a:gd name="T27" fmla="*/ 1 h 424"/>
                <a:gd name="T28" fmla="*/ 2 w 246"/>
                <a:gd name="T29" fmla="*/ 1 h 424"/>
                <a:gd name="T30" fmla="*/ 2 w 246"/>
                <a:gd name="T31" fmla="*/ 1 h 424"/>
                <a:gd name="T32" fmla="*/ 2 w 246"/>
                <a:gd name="T33" fmla="*/ 0 h 424"/>
                <a:gd name="T34" fmla="*/ 2 w 246"/>
                <a:gd name="T35" fmla="*/ 0 h 424"/>
                <a:gd name="T36" fmla="*/ 2 w 246"/>
                <a:gd name="T37" fmla="*/ 0 h 424"/>
                <a:gd name="T38" fmla="*/ 2 w 246"/>
                <a:gd name="T39" fmla="*/ 0 h 424"/>
                <a:gd name="T40" fmla="*/ 2 w 246"/>
                <a:gd name="T41" fmla="*/ 1 h 424"/>
                <a:gd name="T42" fmla="*/ 2 w 246"/>
                <a:gd name="T43" fmla="*/ 1 h 424"/>
                <a:gd name="T44" fmla="*/ 2 w 246"/>
                <a:gd name="T45" fmla="*/ 1 h 424"/>
                <a:gd name="T46" fmla="*/ 2 w 246"/>
                <a:gd name="T47" fmla="*/ 2 h 424"/>
                <a:gd name="T48" fmla="*/ 2 w 246"/>
                <a:gd name="T49" fmla="*/ 2 h 424"/>
                <a:gd name="T50" fmla="*/ 1 w 246"/>
                <a:gd name="T51" fmla="*/ 2 h 424"/>
                <a:gd name="T52" fmla="*/ 1 w 246"/>
                <a:gd name="T53" fmla="*/ 2 h 424"/>
                <a:gd name="T54" fmla="*/ 1 w 246"/>
                <a:gd name="T55" fmla="*/ 3 h 424"/>
                <a:gd name="T56" fmla="*/ 1 w 246"/>
                <a:gd name="T57" fmla="*/ 3 h 424"/>
                <a:gd name="T58" fmla="*/ 1 w 246"/>
                <a:gd name="T59" fmla="*/ 3 h 424"/>
                <a:gd name="T60" fmla="*/ 1 w 246"/>
                <a:gd name="T61" fmla="*/ 3 h 424"/>
                <a:gd name="T62" fmla="*/ 1 w 246"/>
                <a:gd name="T63" fmla="*/ 3 h 424"/>
                <a:gd name="T64" fmla="*/ 0 w 246"/>
                <a:gd name="T65" fmla="*/ 3 h 424"/>
                <a:gd name="T66" fmla="*/ 0 w 246"/>
                <a:gd name="T67" fmla="*/ 3 h 424"/>
                <a:gd name="T68" fmla="*/ 0 w 246"/>
                <a:gd name="T69" fmla="*/ 3 h 424"/>
                <a:gd name="T70" fmla="*/ 0 w 246"/>
                <a:gd name="T71" fmla="*/ 3 h 424"/>
                <a:gd name="T72" fmla="*/ 0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0" y="424"/>
                  </a:moveTo>
                  <a:lnTo>
                    <a:pt x="0" y="424"/>
                  </a:lnTo>
                  <a:lnTo>
                    <a:pt x="26" y="422"/>
                  </a:lnTo>
                  <a:lnTo>
                    <a:pt x="51" y="416"/>
                  </a:lnTo>
                  <a:lnTo>
                    <a:pt x="75" y="406"/>
                  </a:lnTo>
                  <a:lnTo>
                    <a:pt x="96" y="390"/>
                  </a:lnTo>
                  <a:lnTo>
                    <a:pt x="119" y="373"/>
                  </a:lnTo>
                  <a:lnTo>
                    <a:pt x="139" y="351"/>
                  </a:lnTo>
                  <a:lnTo>
                    <a:pt x="157" y="326"/>
                  </a:lnTo>
                  <a:lnTo>
                    <a:pt x="175" y="299"/>
                  </a:lnTo>
                  <a:lnTo>
                    <a:pt x="191" y="269"/>
                  </a:lnTo>
                  <a:lnTo>
                    <a:pt x="205" y="236"/>
                  </a:lnTo>
                  <a:lnTo>
                    <a:pt x="217" y="202"/>
                  </a:lnTo>
                  <a:lnTo>
                    <a:pt x="228" y="163"/>
                  </a:lnTo>
                  <a:lnTo>
                    <a:pt x="236" y="125"/>
                  </a:lnTo>
                  <a:lnTo>
                    <a:pt x="242" y="86"/>
                  </a:lnTo>
                  <a:lnTo>
                    <a:pt x="245" y="42"/>
                  </a:lnTo>
                  <a:lnTo>
                    <a:pt x="246" y="0"/>
                  </a:lnTo>
                  <a:lnTo>
                    <a:pt x="235" y="0"/>
                  </a:lnTo>
                  <a:lnTo>
                    <a:pt x="233" y="42"/>
                  </a:lnTo>
                  <a:lnTo>
                    <a:pt x="230" y="83"/>
                  </a:lnTo>
                  <a:lnTo>
                    <a:pt x="224" y="123"/>
                  </a:lnTo>
                  <a:lnTo>
                    <a:pt x="216" y="161"/>
                  </a:lnTo>
                  <a:lnTo>
                    <a:pt x="205" y="197"/>
                  </a:lnTo>
                  <a:lnTo>
                    <a:pt x="194" y="231"/>
                  </a:lnTo>
                  <a:lnTo>
                    <a:pt x="180" y="264"/>
                  </a:lnTo>
                  <a:lnTo>
                    <a:pt x="166" y="292"/>
                  </a:lnTo>
                  <a:lnTo>
                    <a:pt x="148" y="319"/>
                  </a:lnTo>
                  <a:lnTo>
                    <a:pt x="129" y="344"/>
                  </a:lnTo>
                  <a:lnTo>
                    <a:pt x="109" y="364"/>
                  </a:lnTo>
                  <a:lnTo>
                    <a:pt x="89" y="381"/>
                  </a:lnTo>
                  <a:lnTo>
                    <a:pt x="68" y="394"/>
                  </a:lnTo>
                  <a:lnTo>
                    <a:pt x="46" y="405"/>
                  </a:lnTo>
                  <a:lnTo>
                    <a:pt x="24" y="410"/>
                  </a:lnTo>
                  <a:lnTo>
                    <a:pt x="0" y="413"/>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9495" name="Freeform 65"/>
            <p:cNvSpPr>
              <a:spLocks/>
            </p:cNvSpPr>
            <p:nvPr/>
          </p:nvSpPr>
          <p:spPr bwMode="auto">
            <a:xfrm>
              <a:off x="1343" y="2203"/>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2" y="42"/>
                  </a:lnTo>
                  <a:lnTo>
                    <a:pt x="5" y="86"/>
                  </a:lnTo>
                  <a:lnTo>
                    <a:pt x="11" y="125"/>
                  </a:lnTo>
                  <a:lnTo>
                    <a:pt x="19" y="163"/>
                  </a:lnTo>
                  <a:lnTo>
                    <a:pt x="30" y="202"/>
                  </a:lnTo>
                  <a:lnTo>
                    <a:pt x="41" y="236"/>
                  </a:lnTo>
                  <a:lnTo>
                    <a:pt x="56" y="269"/>
                  </a:lnTo>
                  <a:lnTo>
                    <a:pt x="72" y="299"/>
                  </a:lnTo>
                  <a:lnTo>
                    <a:pt x="90" y="326"/>
                  </a:lnTo>
                  <a:lnTo>
                    <a:pt x="108" y="351"/>
                  </a:lnTo>
                  <a:lnTo>
                    <a:pt x="127" y="373"/>
                  </a:lnTo>
                  <a:lnTo>
                    <a:pt x="149" y="390"/>
                  </a:lnTo>
                  <a:lnTo>
                    <a:pt x="172" y="406"/>
                  </a:lnTo>
                  <a:lnTo>
                    <a:pt x="195" y="416"/>
                  </a:lnTo>
                  <a:lnTo>
                    <a:pt x="220" y="422"/>
                  </a:lnTo>
                  <a:lnTo>
                    <a:pt x="245" y="424"/>
                  </a:lnTo>
                  <a:lnTo>
                    <a:pt x="245" y="413"/>
                  </a:lnTo>
                  <a:lnTo>
                    <a:pt x="222" y="410"/>
                  </a:lnTo>
                  <a:lnTo>
                    <a:pt x="200" y="405"/>
                  </a:lnTo>
                  <a:lnTo>
                    <a:pt x="179" y="394"/>
                  </a:lnTo>
                  <a:lnTo>
                    <a:pt x="156" y="381"/>
                  </a:lnTo>
                  <a:lnTo>
                    <a:pt x="136" y="364"/>
                  </a:lnTo>
                  <a:lnTo>
                    <a:pt x="118" y="344"/>
                  </a:lnTo>
                  <a:lnTo>
                    <a:pt x="99" y="319"/>
                  </a:lnTo>
                  <a:lnTo>
                    <a:pt x="81" y="292"/>
                  </a:lnTo>
                  <a:lnTo>
                    <a:pt x="67" y="264"/>
                  </a:lnTo>
                  <a:lnTo>
                    <a:pt x="53" y="231"/>
                  </a:lnTo>
                  <a:lnTo>
                    <a:pt x="41" y="197"/>
                  </a:lnTo>
                  <a:lnTo>
                    <a:pt x="31" y="161"/>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9496" name="Freeform 66"/>
            <p:cNvSpPr>
              <a:spLocks/>
            </p:cNvSpPr>
            <p:nvPr/>
          </p:nvSpPr>
          <p:spPr bwMode="auto">
            <a:xfrm>
              <a:off x="1343" y="2118"/>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1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20" y="3"/>
                  </a:lnTo>
                  <a:lnTo>
                    <a:pt x="195" y="9"/>
                  </a:lnTo>
                  <a:lnTo>
                    <a:pt x="172" y="19"/>
                  </a:lnTo>
                  <a:lnTo>
                    <a:pt x="149" y="34"/>
                  </a:lnTo>
                  <a:lnTo>
                    <a:pt x="127" y="53"/>
                  </a:lnTo>
                  <a:lnTo>
                    <a:pt x="108" y="75"/>
                  </a:lnTo>
                  <a:lnTo>
                    <a:pt x="90" y="99"/>
                  </a:lnTo>
                  <a:lnTo>
                    <a:pt x="71" y="126"/>
                  </a:lnTo>
                  <a:lnTo>
                    <a:pt x="56" y="158"/>
                  </a:lnTo>
                  <a:lnTo>
                    <a:pt x="41" y="190"/>
                  </a:lnTo>
                  <a:lnTo>
                    <a:pt x="30" y="224"/>
                  </a:lnTo>
                  <a:lnTo>
                    <a:pt x="19" y="262"/>
                  </a:lnTo>
                  <a:lnTo>
                    <a:pt x="11" y="301"/>
                  </a:lnTo>
                  <a:lnTo>
                    <a:pt x="5" y="340"/>
                  </a:lnTo>
                  <a:lnTo>
                    <a:pt x="2" y="384"/>
                  </a:lnTo>
                  <a:lnTo>
                    <a:pt x="0" y="426"/>
                  </a:lnTo>
                  <a:lnTo>
                    <a:pt x="12" y="426"/>
                  </a:lnTo>
                  <a:lnTo>
                    <a:pt x="13" y="384"/>
                  </a:lnTo>
                  <a:lnTo>
                    <a:pt x="17" y="343"/>
                  </a:lnTo>
                  <a:lnTo>
                    <a:pt x="23" y="303"/>
                  </a:lnTo>
                  <a:lnTo>
                    <a:pt x="31" y="264"/>
                  </a:lnTo>
                  <a:lnTo>
                    <a:pt x="41" y="229"/>
                  </a:lnTo>
                  <a:lnTo>
                    <a:pt x="53" y="195"/>
                  </a:lnTo>
                  <a:lnTo>
                    <a:pt x="67" y="162"/>
                  </a:lnTo>
                  <a:lnTo>
                    <a:pt x="82" y="133"/>
                  </a:lnTo>
                  <a:lnTo>
                    <a:pt x="99" y="106"/>
                  </a:lnTo>
                  <a:lnTo>
                    <a:pt x="118" y="83"/>
                  </a:lnTo>
                  <a:lnTo>
                    <a:pt x="136" y="63"/>
                  </a:lnTo>
                  <a:lnTo>
                    <a:pt x="156" y="44"/>
                  </a:lnTo>
                  <a:lnTo>
                    <a:pt x="179" y="31"/>
                  </a:lnTo>
                  <a:lnTo>
                    <a:pt x="200" y="20"/>
                  </a:lnTo>
                  <a:lnTo>
                    <a:pt x="222" y="15"/>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9497" name="Freeform 67"/>
            <p:cNvSpPr>
              <a:spLocks/>
            </p:cNvSpPr>
            <p:nvPr/>
          </p:nvSpPr>
          <p:spPr bwMode="auto">
            <a:xfrm>
              <a:off x="1384" y="1859"/>
              <a:ext cx="49" cy="84"/>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1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3" y="382"/>
                  </a:lnTo>
                  <a:lnTo>
                    <a:pt x="240" y="339"/>
                  </a:lnTo>
                  <a:lnTo>
                    <a:pt x="234" y="299"/>
                  </a:lnTo>
                  <a:lnTo>
                    <a:pt x="226" y="261"/>
                  </a:lnTo>
                  <a:lnTo>
                    <a:pt x="215" y="222"/>
                  </a:lnTo>
                  <a:lnTo>
                    <a:pt x="204" y="188"/>
                  </a:lnTo>
                  <a:lnTo>
                    <a:pt x="189" y="156"/>
                  </a:lnTo>
                  <a:lnTo>
                    <a:pt x="173" y="125"/>
                  </a:lnTo>
                  <a:lnTo>
                    <a:pt x="155" y="98"/>
                  </a:lnTo>
                  <a:lnTo>
                    <a:pt x="138" y="74"/>
                  </a:lnTo>
                  <a:lnTo>
                    <a:pt x="118" y="51"/>
                  </a:lnTo>
                  <a:lnTo>
                    <a:pt x="96" y="34"/>
                  </a:lnTo>
                  <a:lnTo>
                    <a:pt x="73" y="18"/>
                  </a:lnTo>
                  <a:lnTo>
                    <a:pt x="50" y="8"/>
                  </a:lnTo>
                  <a:lnTo>
                    <a:pt x="25" y="2"/>
                  </a:lnTo>
                  <a:lnTo>
                    <a:pt x="0" y="0"/>
                  </a:lnTo>
                  <a:lnTo>
                    <a:pt x="0" y="11"/>
                  </a:lnTo>
                  <a:lnTo>
                    <a:pt x="23" y="14"/>
                  </a:lnTo>
                  <a:lnTo>
                    <a:pt x="45" y="20"/>
                  </a:lnTo>
                  <a:lnTo>
                    <a:pt x="66" y="30"/>
                  </a:lnTo>
                  <a:lnTo>
                    <a:pt x="89" y="43"/>
                  </a:lnTo>
                  <a:lnTo>
                    <a:pt x="109" y="61"/>
                  </a:lnTo>
                  <a:lnTo>
                    <a:pt x="129" y="81"/>
                  </a:lnTo>
                  <a:lnTo>
                    <a:pt x="146" y="105"/>
                  </a:lnTo>
                  <a:lnTo>
                    <a:pt x="164" y="132"/>
                  </a:lnTo>
                  <a:lnTo>
                    <a:pt x="178" y="160"/>
                  </a:lnTo>
                  <a:lnTo>
                    <a:pt x="192" y="193"/>
                  </a:lnTo>
                  <a:lnTo>
                    <a:pt x="204" y="227"/>
                  </a:lnTo>
                  <a:lnTo>
                    <a:pt x="214" y="264"/>
                  </a:lnTo>
                  <a:lnTo>
                    <a:pt x="222" y="301"/>
                  </a:lnTo>
                  <a:lnTo>
                    <a:pt x="228"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9498" name="Freeform 68"/>
            <p:cNvSpPr>
              <a:spLocks/>
            </p:cNvSpPr>
            <p:nvPr/>
          </p:nvSpPr>
          <p:spPr bwMode="auto">
            <a:xfrm>
              <a:off x="1384" y="1943"/>
              <a:ext cx="49" cy="86"/>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5" y="423"/>
                  </a:lnTo>
                  <a:lnTo>
                    <a:pt x="50" y="418"/>
                  </a:lnTo>
                  <a:lnTo>
                    <a:pt x="73" y="407"/>
                  </a:lnTo>
                  <a:lnTo>
                    <a:pt x="96" y="392"/>
                  </a:lnTo>
                  <a:lnTo>
                    <a:pt x="118" y="374"/>
                  </a:lnTo>
                  <a:lnTo>
                    <a:pt x="138" y="352"/>
                  </a:lnTo>
                  <a:lnTo>
                    <a:pt x="155" y="327"/>
                  </a:lnTo>
                  <a:lnTo>
                    <a:pt x="174" y="300"/>
                  </a:lnTo>
                  <a:lnTo>
                    <a:pt x="189" y="269"/>
                  </a:lnTo>
                  <a:lnTo>
                    <a:pt x="204" y="237"/>
                  </a:lnTo>
                  <a:lnTo>
                    <a:pt x="215" y="202"/>
                  </a:lnTo>
                  <a:lnTo>
                    <a:pt x="226" y="164"/>
                  </a:lnTo>
                  <a:lnTo>
                    <a:pt x="234" y="126"/>
                  </a:lnTo>
                  <a:lnTo>
                    <a:pt x="240" y="86"/>
                  </a:lnTo>
                  <a:lnTo>
                    <a:pt x="243" y="42"/>
                  </a:lnTo>
                  <a:lnTo>
                    <a:pt x="245" y="0"/>
                  </a:lnTo>
                  <a:lnTo>
                    <a:pt x="233" y="0"/>
                  </a:lnTo>
                  <a:lnTo>
                    <a:pt x="232" y="42"/>
                  </a:lnTo>
                  <a:lnTo>
                    <a:pt x="228" y="83"/>
                  </a:lnTo>
                  <a:lnTo>
                    <a:pt x="222" y="123"/>
                  </a:lnTo>
                  <a:lnTo>
                    <a:pt x="214" y="162"/>
                  </a:lnTo>
                  <a:lnTo>
                    <a:pt x="204" y="197"/>
                  </a:lnTo>
                  <a:lnTo>
                    <a:pt x="192" y="232"/>
                  </a:lnTo>
                  <a:lnTo>
                    <a:pt x="178" y="264"/>
                  </a:lnTo>
                  <a:lnTo>
                    <a:pt x="163" y="293"/>
                  </a:lnTo>
                  <a:lnTo>
                    <a:pt x="146" y="320"/>
                  </a:lnTo>
                  <a:lnTo>
                    <a:pt x="129" y="345"/>
                  </a:lnTo>
                  <a:lnTo>
                    <a:pt x="109" y="365"/>
                  </a:lnTo>
                  <a:lnTo>
                    <a:pt x="89" y="382"/>
                  </a:lnTo>
                  <a:lnTo>
                    <a:pt x="66" y="395"/>
                  </a:lnTo>
                  <a:lnTo>
                    <a:pt x="45" y="406"/>
                  </a:lnTo>
                  <a:lnTo>
                    <a:pt x="23"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9499" name="Freeform 69"/>
            <p:cNvSpPr>
              <a:spLocks/>
            </p:cNvSpPr>
            <p:nvPr/>
          </p:nvSpPr>
          <p:spPr bwMode="auto">
            <a:xfrm>
              <a:off x="1335" y="1943"/>
              <a:ext cx="49" cy="86"/>
            </a:xfrm>
            <a:custGeom>
              <a:avLst/>
              <a:gdLst>
                <a:gd name="T0" fmla="*/ 0 w 246"/>
                <a:gd name="T1" fmla="*/ 0 h 426"/>
                <a:gd name="T2" fmla="*/ 0 w 246"/>
                <a:gd name="T3" fmla="*/ 0 h 426"/>
                <a:gd name="T4" fmla="*/ 0 w 246"/>
                <a:gd name="T5" fmla="*/ 0 h 426"/>
                <a:gd name="T6" fmla="*/ 0 w 246"/>
                <a:gd name="T7" fmla="*/ 1 h 426"/>
                <a:gd name="T8" fmla="*/ 0 w 246"/>
                <a:gd name="T9" fmla="*/ 1 h 426"/>
                <a:gd name="T10" fmla="*/ 0 w 246"/>
                <a:gd name="T11" fmla="*/ 1 h 426"/>
                <a:gd name="T12" fmla="*/ 0 w 246"/>
                <a:gd name="T13" fmla="*/ 2 h 426"/>
                <a:gd name="T14" fmla="*/ 0 w 246"/>
                <a:gd name="T15" fmla="*/ 2 h 426"/>
                <a:gd name="T16" fmla="*/ 0 w 246"/>
                <a:gd name="T17" fmla="*/ 2 h 426"/>
                <a:gd name="T18" fmla="*/ 1 w 246"/>
                <a:gd name="T19" fmla="*/ 2 h 426"/>
                <a:gd name="T20" fmla="*/ 1 w 246"/>
                <a:gd name="T21" fmla="*/ 3 h 426"/>
                <a:gd name="T22" fmla="*/ 1 w 246"/>
                <a:gd name="T23" fmla="*/ 3 h 426"/>
                <a:gd name="T24" fmla="*/ 1 w 246"/>
                <a:gd name="T25" fmla="*/ 3 h 426"/>
                <a:gd name="T26" fmla="*/ 1 w 246"/>
                <a:gd name="T27" fmla="*/ 3 h 426"/>
                <a:gd name="T28" fmla="*/ 1 w 246"/>
                <a:gd name="T29" fmla="*/ 3 h 426"/>
                <a:gd name="T30" fmla="*/ 2 w 246"/>
                <a:gd name="T31" fmla="*/ 3 h 426"/>
                <a:gd name="T32" fmla="*/ 2 w 246"/>
                <a:gd name="T33" fmla="*/ 3 h 426"/>
                <a:gd name="T34" fmla="*/ 2 w 246"/>
                <a:gd name="T35" fmla="*/ 3 h 426"/>
                <a:gd name="T36" fmla="*/ 2 w 246"/>
                <a:gd name="T37" fmla="*/ 3 h 426"/>
                <a:gd name="T38" fmla="*/ 2 w 246"/>
                <a:gd name="T39" fmla="*/ 3 h 426"/>
                <a:gd name="T40" fmla="*/ 2 w 246"/>
                <a:gd name="T41" fmla="*/ 3 h 426"/>
                <a:gd name="T42" fmla="*/ 1 w 246"/>
                <a:gd name="T43" fmla="*/ 3 h 426"/>
                <a:gd name="T44" fmla="*/ 1 w 246"/>
                <a:gd name="T45" fmla="*/ 3 h 426"/>
                <a:gd name="T46" fmla="*/ 1 w 246"/>
                <a:gd name="T47" fmla="*/ 3 h 426"/>
                <a:gd name="T48" fmla="*/ 1 w 246"/>
                <a:gd name="T49" fmla="*/ 3 h 426"/>
                <a:gd name="T50" fmla="*/ 1 w 246"/>
                <a:gd name="T51" fmla="*/ 3 h 426"/>
                <a:gd name="T52" fmla="*/ 1 w 246"/>
                <a:gd name="T53" fmla="*/ 2 h 426"/>
                <a:gd name="T54" fmla="*/ 1 w 246"/>
                <a:gd name="T55" fmla="*/ 2 h 426"/>
                <a:gd name="T56" fmla="*/ 0 w 246"/>
                <a:gd name="T57" fmla="*/ 2 h 426"/>
                <a:gd name="T58" fmla="*/ 0 w 246"/>
                <a:gd name="T59" fmla="*/ 2 h 426"/>
                <a:gd name="T60" fmla="*/ 0 w 246"/>
                <a:gd name="T61" fmla="*/ 1 h 426"/>
                <a:gd name="T62" fmla="*/ 0 w 246"/>
                <a:gd name="T63" fmla="*/ 1 h 426"/>
                <a:gd name="T64" fmla="*/ 0 w 246"/>
                <a:gd name="T65" fmla="*/ 1 h 426"/>
                <a:gd name="T66" fmla="*/ 0 w 246"/>
                <a:gd name="T67" fmla="*/ 0 h 426"/>
                <a:gd name="T68" fmla="*/ 0 w 246"/>
                <a:gd name="T69" fmla="*/ 0 h 426"/>
                <a:gd name="T70" fmla="*/ 0 w 246"/>
                <a:gd name="T71" fmla="*/ 0 h 426"/>
                <a:gd name="T72" fmla="*/ 0 w 246"/>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0"/>
                  </a:moveTo>
                  <a:lnTo>
                    <a:pt x="0" y="0"/>
                  </a:lnTo>
                  <a:lnTo>
                    <a:pt x="1" y="42"/>
                  </a:lnTo>
                  <a:lnTo>
                    <a:pt x="4" y="86"/>
                  </a:lnTo>
                  <a:lnTo>
                    <a:pt x="10" y="126"/>
                  </a:lnTo>
                  <a:lnTo>
                    <a:pt x="18" y="164"/>
                  </a:lnTo>
                  <a:lnTo>
                    <a:pt x="29" y="202"/>
                  </a:lnTo>
                  <a:lnTo>
                    <a:pt x="41" y="237"/>
                  </a:lnTo>
                  <a:lnTo>
                    <a:pt x="55" y="269"/>
                  </a:lnTo>
                  <a:lnTo>
                    <a:pt x="71" y="300"/>
                  </a:lnTo>
                  <a:lnTo>
                    <a:pt x="89" y="327"/>
                  </a:lnTo>
                  <a:lnTo>
                    <a:pt x="107" y="352"/>
                  </a:lnTo>
                  <a:lnTo>
                    <a:pt x="127" y="374"/>
                  </a:lnTo>
                  <a:lnTo>
                    <a:pt x="150" y="392"/>
                  </a:lnTo>
                  <a:lnTo>
                    <a:pt x="171" y="407"/>
                  </a:lnTo>
                  <a:lnTo>
                    <a:pt x="195" y="418"/>
                  </a:lnTo>
                  <a:lnTo>
                    <a:pt x="220" y="423"/>
                  </a:lnTo>
                  <a:lnTo>
                    <a:pt x="246" y="426"/>
                  </a:lnTo>
                  <a:lnTo>
                    <a:pt x="246" y="414"/>
                  </a:lnTo>
                  <a:lnTo>
                    <a:pt x="222" y="412"/>
                  </a:lnTo>
                  <a:lnTo>
                    <a:pt x="200" y="406"/>
                  </a:lnTo>
                  <a:lnTo>
                    <a:pt x="178" y="395"/>
                  </a:lnTo>
                  <a:lnTo>
                    <a:pt x="157" y="382"/>
                  </a:lnTo>
                  <a:lnTo>
                    <a:pt x="137" y="365"/>
                  </a:lnTo>
                  <a:lnTo>
                    <a:pt x="117" y="345"/>
                  </a:lnTo>
                  <a:lnTo>
                    <a:pt x="98" y="320"/>
                  </a:lnTo>
                  <a:lnTo>
                    <a:pt x="83" y="293"/>
                  </a:lnTo>
                  <a:lnTo>
                    <a:pt x="66" y="264"/>
                  </a:lnTo>
                  <a:lnTo>
                    <a:pt x="52" y="232"/>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9500" name="Freeform 70"/>
            <p:cNvSpPr>
              <a:spLocks/>
            </p:cNvSpPr>
            <p:nvPr/>
          </p:nvSpPr>
          <p:spPr bwMode="auto">
            <a:xfrm>
              <a:off x="1335" y="1859"/>
              <a:ext cx="49" cy="84"/>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1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0" y="2"/>
                  </a:lnTo>
                  <a:lnTo>
                    <a:pt x="195" y="8"/>
                  </a:lnTo>
                  <a:lnTo>
                    <a:pt x="171" y="18"/>
                  </a:lnTo>
                  <a:lnTo>
                    <a:pt x="150" y="34"/>
                  </a:lnTo>
                  <a:lnTo>
                    <a:pt x="127" y="51"/>
                  </a:lnTo>
                  <a:lnTo>
                    <a:pt x="107" y="74"/>
                  </a:lnTo>
                  <a:lnTo>
                    <a:pt x="89" y="98"/>
                  </a:lnTo>
                  <a:lnTo>
                    <a:pt x="72" y="125"/>
                  </a:lnTo>
                  <a:lnTo>
                    <a:pt x="55" y="156"/>
                  </a:lnTo>
                  <a:lnTo>
                    <a:pt x="41" y="188"/>
                  </a:lnTo>
                  <a:lnTo>
                    <a:pt x="29" y="222"/>
                  </a:lnTo>
                  <a:lnTo>
                    <a:pt x="18" y="261"/>
                  </a:lnTo>
                  <a:lnTo>
                    <a:pt x="10" y="299"/>
                  </a:lnTo>
                  <a:lnTo>
                    <a:pt x="4" y="339"/>
                  </a:lnTo>
                  <a:lnTo>
                    <a:pt x="1" y="382"/>
                  </a:lnTo>
                  <a:lnTo>
                    <a:pt x="0" y="424"/>
                  </a:lnTo>
                  <a:lnTo>
                    <a:pt x="11" y="424"/>
                  </a:lnTo>
                  <a:lnTo>
                    <a:pt x="13" y="382"/>
                  </a:lnTo>
                  <a:lnTo>
                    <a:pt x="16" y="341"/>
                  </a:lnTo>
                  <a:lnTo>
                    <a:pt x="22" y="301"/>
                  </a:lnTo>
                  <a:lnTo>
                    <a:pt x="30" y="264"/>
                  </a:lnTo>
                  <a:lnTo>
                    <a:pt x="41" y="227"/>
                  </a:lnTo>
                  <a:lnTo>
                    <a:pt x="52" y="193"/>
                  </a:lnTo>
                  <a:lnTo>
                    <a:pt x="66" y="160"/>
                  </a:lnTo>
                  <a:lnTo>
                    <a:pt x="82" y="132"/>
                  </a:lnTo>
                  <a:lnTo>
                    <a:pt x="98" y="105"/>
                  </a:lnTo>
                  <a:lnTo>
                    <a:pt x="117" y="81"/>
                  </a:lnTo>
                  <a:lnTo>
                    <a:pt x="137" y="61"/>
                  </a:lnTo>
                  <a:lnTo>
                    <a:pt x="157" y="43"/>
                  </a:lnTo>
                  <a:lnTo>
                    <a:pt x="178" y="30"/>
                  </a:lnTo>
                  <a:lnTo>
                    <a:pt x="200" y="20"/>
                  </a:lnTo>
                  <a:lnTo>
                    <a:pt x="222" y="14"/>
                  </a:lnTo>
                  <a:lnTo>
                    <a:pt x="246" y="11"/>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9501" name="Freeform 71"/>
            <p:cNvSpPr>
              <a:spLocks/>
            </p:cNvSpPr>
            <p:nvPr/>
          </p:nvSpPr>
          <p:spPr bwMode="auto">
            <a:xfrm>
              <a:off x="1552" y="1751"/>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1" y="339"/>
                  </a:lnTo>
                  <a:lnTo>
                    <a:pt x="235" y="299"/>
                  </a:lnTo>
                  <a:lnTo>
                    <a:pt x="226" y="261"/>
                  </a:lnTo>
                  <a:lnTo>
                    <a:pt x="216" y="223"/>
                  </a:lnTo>
                  <a:lnTo>
                    <a:pt x="204" y="189"/>
                  </a:lnTo>
                  <a:lnTo>
                    <a:pt x="190" y="156"/>
                  </a:lnTo>
                  <a:lnTo>
                    <a:pt x="174" y="125"/>
                  </a:lnTo>
                  <a:lnTo>
                    <a:pt x="156" y="98"/>
                  </a:lnTo>
                  <a:lnTo>
                    <a:pt x="137" y="74"/>
                  </a:lnTo>
                  <a:lnTo>
                    <a:pt x="119" y="52"/>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8" y="81"/>
                  </a:lnTo>
                  <a:lnTo>
                    <a:pt x="147" y="105"/>
                  </a:lnTo>
                  <a:lnTo>
                    <a:pt x="164" y="132"/>
                  </a:lnTo>
                  <a:lnTo>
                    <a:pt x="178" y="161"/>
                  </a:lnTo>
                  <a:lnTo>
                    <a:pt x="193" y="193"/>
                  </a:lnTo>
                  <a:lnTo>
                    <a:pt x="204" y="227"/>
                  </a:lnTo>
                  <a:lnTo>
                    <a:pt x="215" y="264"/>
                  </a:lnTo>
                  <a:lnTo>
                    <a:pt x="223" y="301"/>
                  </a:lnTo>
                  <a:lnTo>
                    <a:pt x="229" y="341"/>
                  </a:lnTo>
                  <a:lnTo>
                    <a:pt x="232" y="382"/>
                  </a:lnTo>
                  <a:lnTo>
                    <a:pt x="234"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9502" name="Freeform 72"/>
            <p:cNvSpPr>
              <a:spLocks/>
            </p:cNvSpPr>
            <p:nvPr/>
          </p:nvSpPr>
          <p:spPr bwMode="auto">
            <a:xfrm>
              <a:off x="1552" y="1836"/>
              <a:ext cx="49" cy="85"/>
            </a:xfrm>
            <a:custGeom>
              <a:avLst/>
              <a:gdLst>
                <a:gd name="T0" fmla="*/ 0 w 245"/>
                <a:gd name="T1" fmla="*/ 3 h 425"/>
                <a:gd name="T2" fmla="*/ 0 w 245"/>
                <a:gd name="T3" fmla="*/ 3 h 425"/>
                <a:gd name="T4" fmla="*/ 0 w 245"/>
                <a:gd name="T5" fmla="*/ 3 h 425"/>
                <a:gd name="T6" fmla="*/ 0 w 245"/>
                <a:gd name="T7" fmla="*/ 3 h 425"/>
                <a:gd name="T8" fmla="*/ 1 w 245"/>
                <a:gd name="T9" fmla="*/ 3 h 425"/>
                <a:gd name="T10" fmla="*/ 1 w 245"/>
                <a:gd name="T11" fmla="*/ 3 h 425"/>
                <a:gd name="T12" fmla="*/ 1 w 245"/>
                <a:gd name="T13" fmla="*/ 3 h 425"/>
                <a:gd name="T14" fmla="*/ 1 w 245"/>
                <a:gd name="T15" fmla="*/ 3 h 425"/>
                <a:gd name="T16" fmla="*/ 1 w 245"/>
                <a:gd name="T17" fmla="*/ 3 h 425"/>
                <a:gd name="T18" fmla="*/ 1 w 245"/>
                <a:gd name="T19" fmla="*/ 2 h 425"/>
                <a:gd name="T20" fmla="*/ 2 w 245"/>
                <a:gd name="T21" fmla="*/ 2 h 425"/>
                <a:gd name="T22" fmla="*/ 2 w 245"/>
                <a:gd name="T23" fmla="*/ 2 h 425"/>
                <a:gd name="T24" fmla="*/ 2 w 245"/>
                <a:gd name="T25" fmla="*/ 2 h 425"/>
                <a:gd name="T26" fmla="*/ 2 w 245"/>
                <a:gd name="T27" fmla="*/ 1 h 425"/>
                <a:gd name="T28" fmla="*/ 2 w 245"/>
                <a:gd name="T29" fmla="*/ 1 h 425"/>
                <a:gd name="T30" fmla="*/ 2 w 245"/>
                <a:gd name="T31" fmla="*/ 1 h 425"/>
                <a:gd name="T32" fmla="*/ 2 w 245"/>
                <a:gd name="T33" fmla="*/ 0 h 425"/>
                <a:gd name="T34" fmla="*/ 2 w 245"/>
                <a:gd name="T35" fmla="*/ 0 h 425"/>
                <a:gd name="T36" fmla="*/ 2 w 245"/>
                <a:gd name="T37" fmla="*/ 0 h 425"/>
                <a:gd name="T38" fmla="*/ 2 w 245"/>
                <a:gd name="T39" fmla="*/ 0 h 425"/>
                <a:gd name="T40" fmla="*/ 2 w 245"/>
                <a:gd name="T41" fmla="*/ 1 h 425"/>
                <a:gd name="T42" fmla="*/ 2 w 245"/>
                <a:gd name="T43" fmla="*/ 1 h 425"/>
                <a:gd name="T44" fmla="*/ 2 w 245"/>
                <a:gd name="T45" fmla="*/ 1 h 425"/>
                <a:gd name="T46" fmla="*/ 2 w 245"/>
                <a:gd name="T47" fmla="*/ 2 h 425"/>
                <a:gd name="T48" fmla="*/ 2 w 245"/>
                <a:gd name="T49" fmla="*/ 2 h 425"/>
                <a:gd name="T50" fmla="*/ 1 w 245"/>
                <a:gd name="T51" fmla="*/ 2 h 425"/>
                <a:gd name="T52" fmla="*/ 1 w 245"/>
                <a:gd name="T53" fmla="*/ 2 h 425"/>
                <a:gd name="T54" fmla="*/ 1 w 245"/>
                <a:gd name="T55" fmla="*/ 3 h 425"/>
                <a:gd name="T56" fmla="*/ 1 w 245"/>
                <a:gd name="T57" fmla="*/ 3 h 425"/>
                <a:gd name="T58" fmla="*/ 1 w 245"/>
                <a:gd name="T59" fmla="*/ 3 h 425"/>
                <a:gd name="T60" fmla="*/ 1 w 245"/>
                <a:gd name="T61" fmla="*/ 3 h 425"/>
                <a:gd name="T62" fmla="*/ 1 w 245"/>
                <a:gd name="T63" fmla="*/ 3 h 425"/>
                <a:gd name="T64" fmla="*/ 0 w 245"/>
                <a:gd name="T65" fmla="*/ 3 h 425"/>
                <a:gd name="T66" fmla="*/ 0 w 245"/>
                <a:gd name="T67" fmla="*/ 3 h 425"/>
                <a:gd name="T68" fmla="*/ 0 w 245"/>
                <a:gd name="T69" fmla="*/ 3 h 425"/>
                <a:gd name="T70" fmla="*/ 0 w 245"/>
                <a:gd name="T71" fmla="*/ 3 h 425"/>
                <a:gd name="T72" fmla="*/ 0 w 245"/>
                <a:gd name="T73" fmla="*/ 3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5"/>
                <a:gd name="T113" fmla="*/ 245 w 245"/>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5">
                  <a:moveTo>
                    <a:pt x="0" y="425"/>
                  </a:moveTo>
                  <a:lnTo>
                    <a:pt x="0" y="425"/>
                  </a:lnTo>
                  <a:lnTo>
                    <a:pt x="26" y="422"/>
                  </a:lnTo>
                  <a:lnTo>
                    <a:pt x="51" y="417"/>
                  </a:lnTo>
                  <a:lnTo>
                    <a:pt x="74" y="406"/>
                  </a:lnTo>
                  <a:lnTo>
                    <a:pt x="96" y="391"/>
                  </a:lnTo>
                  <a:lnTo>
                    <a:pt x="119" y="373"/>
                  </a:lnTo>
                  <a:lnTo>
                    <a:pt x="137" y="351"/>
                  </a:lnTo>
                  <a:lnTo>
                    <a:pt x="156" y="326"/>
                  </a:lnTo>
                  <a:lnTo>
                    <a:pt x="174" y="299"/>
                  </a:lnTo>
                  <a:lnTo>
                    <a:pt x="190" y="269"/>
                  </a:lnTo>
                  <a:lnTo>
                    <a:pt x="204" y="236"/>
                  </a:lnTo>
                  <a:lnTo>
                    <a:pt x="216" y="202"/>
                  </a:lnTo>
                  <a:lnTo>
                    <a:pt x="226" y="163"/>
                  </a:lnTo>
                  <a:lnTo>
                    <a:pt x="235" y="126"/>
                  </a:lnTo>
                  <a:lnTo>
                    <a:pt x="241" y="86"/>
                  </a:lnTo>
                  <a:lnTo>
                    <a:pt x="244" y="43"/>
                  </a:lnTo>
                  <a:lnTo>
                    <a:pt x="245" y="0"/>
                  </a:lnTo>
                  <a:lnTo>
                    <a:pt x="234" y="0"/>
                  </a:lnTo>
                  <a:lnTo>
                    <a:pt x="232" y="43"/>
                  </a:lnTo>
                  <a:lnTo>
                    <a:pt x="229" y="84"/>
                  </a:lnTo>
                  <a:lnTo>
                    <a:pt x="223" y="123"/>
                  </a:lnTo>
                  <a:lnTo>
                    <a:pt x="215" y="161"/>
                  </a:lnTo>
                  <a:lnTo>
                    <a:pt x="204" y="197"/>
                  </a:lnTo>
                  <a:lnTo>
                    <a:pt x="193" y="231"/>
                  </a:lnTo>
                  <a:lnTo>
                    <a:pt x="178" y="264"/>
                  </a:lnTo>
                  <a:lnTo>
                    <a:pt x="164" y="292"/>
                  </a:lnTo>
                  <a:lnTo>
                    <a:pt x="147" y="319"/>
                  </a:lnTo>
                  <a:lnTo>
                    <a:pt x="128" y="344"/>
                  </a:lnTo>
                  <a:lnTo>
                    <a:pt x="109" y="364"/>
                  </a:lnTo>
                  <a:lnTo>
                    <a:pt x="89" y="381"/>
                  </a:lnTo>
                  <a:lnTo>
                    <a:pt x="67" y="394"/>
                  </a:lnTo>
                  <a:lnTo>
                    <a:pt x="46" y="405"/>
                  </a:lnTo>
                  <a:lnTo>
                    <a:pt x="24" y="411"/>
                  </a:lnTo>
                  <a:lnTo>
                    <a:pt x="0" y="413"/>
                  </a:lnTo>
                  <a:lnTo>
                    <a:pt x="0" y="425"/>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9503" name="Freeform 73"/>
            <p:cNvSpPr>
              <a:spLocks/>
            </p:cNvSpPr>
            <p:nvPr/>
          </p:nvSpPr>
          <p:spPr bwMode="auto">
            <a:xfrm>
              <a:off x="1502" y="1836"/>
              <a:ext cx="50" cy="85"/>
            </a:xfrm>
            <a:custGeom>
              <a:avLst/>
              <a:gdLst>
                <a:gd name="T0" fmla="*/ 0 w 246"/>
                <a:gd name="T1" fmla="*/ 0 h 425"/>
                <a:gd name="T2" fmla="*/ 0 w 246"/>
                <a:gd name="T3" fmla="*/ 0 h 425"/>
                <a:gd name="T4" fmla="*/ 0 w 246"/>
                <a:gd name="T5" fmla="*/ 0 h 425"/>
                <a:gd name="T6" fmla="*/ 0 w 246"/>
                <a:gd name="T7" fmla="*/ 1 h 425"/>
                <a:gd name="T8" fmla="*/ 0 w 246"/>
                <a:gd name="T9" fmla="*/ 1 h 425"/>
                <a:gd name="T10" fmla="*/ 0 w 246"/>
                <a:gd name="T11" fmla="*/ 1 h 425"/>
                <a:gd name="T12" fmla="*/ 0 w 246"/>
                <a:gd name="T13" fmla="*/ 2 h 425"/>
                <a:gd name="T14" fmla="*/ 0 w 246"/>
                <a:gd name="T15" fmla="*/ 2 h 425"/>
                <a:gd name="T16" fmla="*/ 0 w 246"/>
                <a:gd name="T17" fmla="*/ 2 h 425"/>
                <a:gd name="T18" fmla="*/ 1 w 246"/>
                <a:gd name="T19" fmla="*/ 2 h 425"/>
                <a:gd name="T20" fmla="*/ 1 w 246"/>
                <a:gd name="T21" fmla="*/ 3 h 425"/>
                <a:gd name="T22" fmla="*/ 1 w 246"/>
                <a:gd name="T23" fmla="*/ 3 h 425"/>
                <a:gd name="T24" fmla="*/ 1 w 246"/>
                <a:gd name="T25" fmla="*/ 3 h 425"/>
                <a:gd name="T26" fmla="*/ 1 w 246"/>
                <a:gd name="T27" fmla="*/ 3 h 425"/>
                <a:gd name="T28" fmla="*/ 1 w 246"/>
                <a:gd name="T29" fmla="*/ 3 h 425"/>
                <a:gd name="T30" fmla="*/ 2 w 246"/>
                <a:gd name="T31" fmla="*/ 3 h 425"/>
                <a:gd name="T32" fmla="*/ 2 w 246"/>
                <a:gd name="T33" fmla="*/ 3 h 425"/>
                <a:gd name="T34" fmla="*/ 2 w 246"/>
                <a:gd name="T35" fmla="*/ 3 h 425"/>
                <a:gd name="T36" fmla="*/ 2 w 246"/>
                <a:gd name="T37" fmla="*/ 3 h 425"/>
                <a:gd name="T38" fmla="*/ 2 w 246"/>
                <a:gd name="T39" fmla="*/ 3 h 425"/>
                <a:gd name="T40" fmla="*/ 2 w 246"/>
                <a:gd name="T41" fmla="*/ 3 h 425"/>
                <a:gd name="T42" fmla="*/ 1 w 246"/>
                <a:gd name="T43" fmla="*/ 3 h 425"/>
                <a:gd name="T44" fmla="*/ 1 w 246"/>
                <a:gd name="T45" fmla="*/ 3 h 425"/>
                <a:gd name="T46" fmla="*/ 1 w 246"/>
                <a:gd name="T47" fmla="*/ 3 h 425"/>
                <a:gd name="T48" fmla="*/ 1 w 246"/>
                <a:gd name="T49" fmla="*/ 3 h 425"/>
                <a:gd name="T50" fmla="*/ 1 w 246"/>
                <a:gd name="T51" fmla="*/ 3 h 425"/>
                <a:gd name="T52" fmla="*/ 1 w 246"/>
                <a:gd name="T53" fmla="*/ 2 h 425"/>
                <a:gd name="T54" fmla="*/ 1 w 246"/>
                <a:gd name="T55" fmla="*/ 2 h 425"/>
                <a:gd name="T56" fmla="*/ 0 w 246"/>
                <a:gd name="T57" fmla="*/ 2 h 425"/>
                <a:gd name="T58" fmla="*/ 0 w 246"/>
                <a:gd name="T59" fmla="*/ 2 h 425"/>
                <a:gd name="T60" fmla="*/ 0 w 246"/>
                <a:gd name="T61" fmla="*/ 1 h 425"/>
                <a:gd name="T62" fmla="*/ 0 w 246"/>
                <a:gd name="T63" fmla="*/ 1 h 425"/>
                <a:gd name="T64" fmla="*/ 0 w 246"/>
                <a:gd name="T65" fmla="*/ 1 h 425"/>
                <a:gd name="T66" fmla="*/ 0 w 246"/>
                <a:gd name="T67" fmla="*/ 0 h 425"/>
                <a:gd name="T68" fmla="*/ 0 w 246"/>
                <a:gd name="T69" fmla="*/ 0 h 425"/>
                <a:gd name="T70" fmla="*/ 0 w 246"/>
                <a:gd name="T71" fmla="*/ 0 h 425"/>
                <a:gd name="T72" fmla="*/ 0 w 246"/>
                <a:gd name="T73" fmla="*/ 0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5"/>
                <a:gd name="T113" fmla="*/ 246 w 246"/>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5">
                  <a:moveTo>
                    <a:pt x="0" y="0"/>
                  </a:moveTo>
                  <a:lnTo>
                    <a:pt x="0" y="0"/>
                  </a:lnTo>
                  <a:lnTo>
                    <a:pt x="2" y="43"/>
                  </a:lnTo>
                  <a:lnTo>
                    <a:pt x="5" y="86"/>
                  </a:lnTo>
                  <a:lnTo>
                    <a:pt x="11" y="126"/>
                  </a:lnTo>
                  <a:lnTo>
                    <a:pt x="19" y="163"/>
                  </a:lnTo>
                  <a:lnTo>
                    <a:pt x="30" y="202"/>
                  </a:lnTo>
                  <a:lnTo>
                    <a:pt x="41" y="236"/>
                  </a:lnTo>
                  <a:lnTo>
                    <a:pt x="55" y="269"/>
                  </a:lnTo>
                  <a:lnTo>
                    <a:pt x="73" y="299"/>
                  </a:lnTo>
                  <a:lnTo>
                    <a:pt x="89" y="326"/>
                  </a:lnTo>
                  <a:lnTo>
                    <a:pt x="108" y="351"/>
                  </a:lnTo>
                  <a:lnTo>
                    <a:pt x="128" y="373"/>
                  </a:lnTo>
                  <a:lnTo>
                    <a:pt x="150" y="391"/>
                  </a:lnTo>
                  <a:lnTo>
                    <a:pt x="171" y="406"/>
                  </a:lnTo>
                  <a:lnTo>
                    <a:pt x="196" y="417"/>
                  </a:lnTo>
                  <a:lnTo>
                    <a:pt x="221" y="422"/>
                  </a:lnTo>
                  <a:lnTo>
                    <a:pt x="246" y="425"/>
                  </a:lnTo>
                  <a:lnTo>
                    <a:pt x="246" y="413"/>
                  </a:lnTo>
                  <a:lnTo>
                    <a:pt x="223" y="411"/>
                  </a:lnTo>
                  <a:lnTo>
                    <a:pt x="201" y="405"/>
                  </a:lnTo>
                  <a:lnTo>
                    <a:pt x="178" y="394"/>
                  </a:lnTo>
                  <a:lnTo>
                    <a:pt x="157" y="381"/>
                  </a:lnTo>
                  <a:lnTo>
                    <a:pt x="137" y="364"/>
                  </a:lnTo>
                  <a:lnTo>
                    <a:pt x="117" y="344"/>
                  </a:lnTo>
                  <a:lnTo>
                    <a:pt x="99" y="319"/>
                  </a:lnTo>
                  <a:lnTo>
                    <a:pt x="82" y="292"/>
                  </a:lnTo>
                  <a:lnTo>
                    <a:pt x="67" y="264"/>
                  </a:lnTo>
                  <a:lnTo>
                    <a:pt x="53" y="231"/>
                  </a:lnTo>
                  <a:lnTo>
                    <a:pt x="41" y="197"/>
                  </a:lnTo>
                  <a:lnTo>
                    <a:pt x="31" y="161"/>
                  </a:lnTo>
                  <a:lnTo>
                    <a:pt x="23" y="123"/>
                  </a:lnTo>
                  <a:lnTo>
                    <a:pt x="17" y="84"/>
                  </a:lnTo>
                  <a:lnTo>
                    <a:pt x="13" y="4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9504" name="Freeform 74"/>
            <p:cNvSpPr>
              <a:spLocks/>
            </p:cNvSpPr>
            <p:nvPr/>
          </p:nvSpPr>
          <p:spPr bwMode="auto">
            <a:xfrm>
              <a:off x="1502" y="1751"/>
              <a:ext cx="50" cy="85"/>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2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1" y="2"/>
                  </a:lnTo>
                  <a:lnTo>
                    <a:pt x="196" y="8"/>
                  </a:lnTo>
                  <a:lnTo>
                    <a:pt x="171" y="19"/>
                  </a:lnTo>
                  <a:lnTo>
                    <a:pt x="150" y="34"/>
                  </a:lnTo>
                  <a:lnTo>
                    <a:pt x="128" y="52"/>
                  </a:lnTo>
                  <a:lnTo>
                    <a:pt x="108" y="74"/>
                  </a:lnTo>
                  <a:lnTo>
                    <a:pt x="89" y="98"/>
                  </a:lnTo>
                  <a:lnTo>
                    <a:pt x="73" y="125"/>
                  </a:lnTo>
                  <a:lnTo>
                    <a:pt x="55" y="156"/>
                  </a:lnTo>
                  <a:lnTo>
                    <a:pt x="41" y="189"/>
                  </a:lnTo>
                  <a:lnTo>
                    <a:pt x="30" y="223"/>
                  </a:lnTo>
                  <a:lnTo>
                    <a:pt x="19" y="261"/>
                  </a:lnTo>
                  <a:lnTo>
                    <a:pt x="11" y="299"/>
                  </a:lnTo>
                  <a:lnTo>
                    <a:pt x="5" y="339"/>
                  </a:lnTo>
                  <a:lnTo>
                    <a:pt x="2" y="382"/>
                  </a:lnTo>
                  <a:lnTo>
                    <a:pt x="0" y="424"/>
                  </a:lnTo>
                  <a:lnTo>
                    <a:pt x="12" y="424"/>
                  </a:lnTo>
                  <a:lnTo>
                    <a:pt x="13" y="382"/>
                  </a:lnTo>
                  <a:lnTo>
                    <a:pt x="17" y="341"/>
                  </a:lnTo>
                  <a:lnTo>
                    <a:pt x="23" y="301"/>
                  </a:lnTo>
                  <a:lnTo>
                    <a:pt x="31" y="264"/>
                  </a:lnTo>
                  <a:lnTo>
                    <a:pt x="41" y="227"/>
                  </a:lnTo>
                  <a:lnTo>
                    <a:pt x="53" y="193"/>
                  </a:lnTo>
                  <a:lnTo>
                    <a:pt x="67" y="161"/>
                  </a:lnTo>
                  <a:lnTo>
                    <a:pt x="82" y="132"/>
                  </a:lnTo>
                  <a:lnTo>
                    <a:pt x="99" y="105"/>
                  </a:lnTo>
                  <a:lnTo>
                    <a:pt x="117" y="81"/>
                  </a:lnTo>
                  <a:lnTo>
                    <a:pt x="137" y="61"/>
                  </a:lnTo>
                  <a:lnTo>
                    <a:pt x="157" y="43"/>
                  </a:lnTo>
                  <a:lnTo>
                    <a:pt x="178" y="30"/>
                  </a:lnTo>
                  <a:lnTo>
                    <a:pt x="201" y="20"/>
                  </a:lnTo>
                  <a:lnTo>
                    <a:pt x="223" y="14"/>
                  </a:lnTo>
                  <a:lnTo>
                    <a:pt x="246" y="12"/>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9505" name="Freeform 75"/>
            <p:cNvSpPr>
              <a:spLocks/>
            </p:cNvSpPr>
            <p:nvPr/>
          </p:nvSpPr>
          <p:spPr bwMode="auto">
            <a:xfrm>
              <a:off x="1565" y="2016"/>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0" y="339"/>
                  </a:lnTo>
                  <a:lnTo>
                    <a:pt x="234" y="299"/>
                  </a:lnTo>
                  <a:lnTo>
                    <a:pt x="226" y="261"/>
                  </a:lnTo>
                  <a:lnTo>
                    <a:pt x="216" y="223"/>
                  </a:lnTo>
                  <a:lnTo>
                    <a:pt x="204" y="189"/>
                  </a:lnTo>
                  <a:lnTo>
                    <a:pt x="190" y="156"/>
                  </a:lnTo>
                  <a:lnTo>
                    <a:pt x="174" y="125"/>
                  </a:lnTo>
                  <a:lnTo>
                    <a:pt x="156" y="98"/>
                  </a:lnTo>
                  <a:lnTo>
                    <a:pt x="138" y="74"/>
                  </a:lnTo>
                  <a:lnTo>
                    <a:pt x="118" y="51"/>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9" y="81"/>
                  </a:lnTo>
                  <a:lnTo>
                    <a:pt x="147" y="105"/>
                  </a:lnTo>
                  <a:lnTo>
                    <a:pt x="164" y="132"/>
                  </a:lnTo>
                  <a:lnTo>
                    <a:pt x="178" y="160"/>
                  </a:lnTo>
                  <a:lnTo>
                    <a:pt x="192" y="193"/>
                  </a:lnTo>
                  <a:lnTo>
                    <a:pt x="204" y="227"/>
                  </a:lnTo>
                  <a:lnTo>
                    <a:pt x="215" y="264"/>
                  </a:lnTo>
                  <a:lnTo>
                    <a:pt x="223" y="301"/>
                  </a:lnTo>
                  <a:lnTo>
                    <a:pt x="229"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9506" name="Freeform 76"/>
            <p:cNvSpPr>
              <a:spLocks/>
            </p:cNvSpPr>
            <p:nvPr/>
          </p:nvSpPr>
          <p:spPr bwMode="auto">
            <a:xfrm>
              <a:off x="1565" y="2101"/>
              <a:ext cx="49" cy="85"/>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6" y="423"/>
                  </a:lnTo>
                  <a:lnTo>
                    <a:pt x="51" y="418"/>
                  </a:lnTo>
                  <a:lnTo>
                    <a:pt x="74" y="407"/>
                  </a:lnTo>
                  <a:lnTo>
                    <a:pt x="96" y="392"/>
                  </a:lnTo>
                  <a:lnTo>
                    <a:pt x="118" y="373"/>
                  </a:lnTo>
                  <a:lnTo>
                    <a:pt x="138" y="351"/>
                  </a:lnTo>
                  <a:lnTo>
                    <a:pt x="156" y="327"/>
                  </a:lnTo>
                  <a:lnTo>
                    <a:pt x="175" y="299"/>
                  </a:lnTo>
                  <a:lnTo>
                    <a:pt x="190" y="269"/>
                  </a:lnTo>
                  <a:lnTo>
                    <a:pt x="204" y="236"/>
                  </a:lnTo>
                  <a:lnTo>
                    <a:pt x="216" y="202"/>
                  </a:lnTo>
                  <a:lnTo>
                    <a:pt x="226" y="164"/>
                  </a:lnTo>
                  <a:lnTo>
                    <a:pt x="234" y="126"/>
                  </a:lnTo>
                  <a:lnTo>
                    <a:pt x="240" y="86"/>
                  </a:lnTo>
                  <a:lnTo>
                    <a:pt x="244" y="42"/>
                  </a:lnTo>
                  <a:lnTo>
                    <a:pt x="245" y="0"/>
                  </a:lnTo>
                  <a:lnTo>
                    <a:pt x="233" y="0"/>
                  </a:lnTo>
                  <a:lnTo>
                    <a:pt x="232" y="42"/>
                  </a:lnTo>
                  <a:lnTo>
                    <a:pt x="229" y="83"/>
                  </a:lnTo>
                  <a:lnTo>
                    <a:pt x="223" y="123"/>
                  </a:lnTo>
                  <a:lnTo>
                    <a:pt x="215" y="162"/>
                  </a:lnTo>
                  <a:lnTo>
                    <a:pt x="204" y="197"/>
                  </a:lnTo>
                  <a:lnTo>
                    <a:pt x="192" y="231"/>
                  </a:lnTo>
                  <a:lnTo>
                    <a:pt x="178" y="264"/>
                  </a:lnTo>
                  <a:lnTo>
                    <a:pt x="163" y="292"/>
                  </a:lnTo>
                  <a:lnTo>
                    <a:pt x="147" y="320"/>
                  </a:lnTo>
                  <a:lnTo>
                    <a:pt x="129" y="344"/>
                  </a:lnTo>
                  <a:lnTo>
                    <a:pt x="109" y="364"/>
                  </a:lnTo>
                  <a:lnTo>
                    <a:pt x="89" y="382"/>
                  </a:lnTo>
                  <a:lnTo>
                    <a:pt x="67" y="395"/>
                  </a:lnTo>
                  <a:lnTo>
                    <a:pt x="46" y="406"/>
                  </a:lnTo>
                  <a:lnTo>
                    <a:pt x="24"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9507" name="Freeform 77"/>
            <p:cNvSpPr>
              <a:spLocks/>
            </p:cNvSpPr>
            <p:nvPr/>
          </p:nvSpPr>
          <p:spPr bwMode="auto">
            <a:xfrm>
              <a:off x="1516" y="2101"/>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5" y="86"/>
                  </a:lnTo>
                  <a:lnTo>
                    <a:pt x="11" y="126"/>
                  </a:lnTo>
                  <a:lnTo>
                    <a:pt x="19" y="164"/>
                  </a:lnTo>
                  <a:lnTo>
                    <a:pt x="30" y="202"/>
                  </a:lnTo>
                  <a:lnTo>
                    <a:pt x="41" y="236"/>
                  </a:lnTo>
                  <a:lnTo>
                    <a:pt x="55" y="269"/>
                  </a:lnTo>
                  <a:lnTo>
                    <a:pt x="71" y="299"/>
                  </a:lnTo>
                  <a:lnTo>
                    <a:pt x="89" y="327"/>
                  </a:lnTo>
                  <a:lnTo>
                    <a:pt x="107" y="351"/>
                  </a:lnTo>
                  <a:lnTo>
                    <a:pt x="127" y="373"/>
                  </a:lnTo>
                  <a:lnTo>
                    <a:pt x="149" y="392"/>
                  </a:lnTo>
                  <a:lnTo>
                    <a:pt x="171" y="407"/>
                  </a:lnTo>
                  <a:lnTo>
                    <a:pt x="195" y="418"/>
                  </a:lnTo>
                  <a:lnTo>
                    <a:pt x="219" y="423"/>
                  </a:lnTo>
                  <a:lnTo>
                    <a:pt x="245" y="426"/>
                  </a:lnTo>
                  <a:lnTo>
                    <a:pt x="245" y="414"/>
                  </a:lnTo>
                  <a:lnTo>
                    <a:pt x="222" y="412"/>
                  </a:lnTo>
                  <a:lnTo>
                    <a:pt x="199" y="406"/>
                  </a:lnTo>
                  <a:lnTo>
                    <a:pt x="178" y="395"/>
                  </a:lnTo>
                  <a:lnTo>
                    <a:pt x="156" y="382"/>
                  </a:lnTo>
                  <a:lnTo>
                    <a:pt x="136" y="364"/>
                  </a:lnTo>
                  <a:lnTo>
                    <a:pt x="116" y="344"/>
                  </a:lnTo>
                  <a:lnTo>
                    <a:pt x="99" y="320"/>
                  </a:lnTo>
                  <a:lnTo>
                    <a:pt x="82" y="292"/>
                  </a:lnTo>
                  <a:lnTo>
                    <a:pt x="67" y="264"/>
                  </a:lnTo>
                  <a:lnTo>
                    <a:pt x="53" y="231"/>
                  </a:lnTo>
                  <a:lnTo>
                    <a:pt x="41" y="197"/>
                  </a:lnTo>
                  <a:lnTo>
                    <a:pt x="31" y="162"/>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89508" name="Freeform 78"/>
            <p:cNvSpPr>
              <a:spLocks/>
            </p:cNvSpPr>
            <p:nvPr/>
          </p:nvSpPr>
          <p:spPr bwMode="auto">
            <a:xfrm>
              <a:off x="1516" y="2016"/>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5" y="8"/>
                  </a:lnTo>
                  <a:lnTo>
                    <a:pt x="171" y="19"/>
                  </a:lnTo>
                  <a:lnTo>
                    <a:pt x="149" y="34"/>
                  </a:lnTo>
                  <a:lnTo>
                    <a:pt x="127" y="51"/>
                  </a:lnTo>
                  <a:lnTo>
                    <a:pt x="107" y="74"/>
                  </a:lnTo>
                  <a:lnTo>
                    <a:pt x="89" y="98"/>
                  </a:lnTo>
                  <a:lnTo>
                    <a:pt x="72" y="125"/>
                  </a:lnTo>
                  <a:lnTo>
                    <a:pt x="55" y="156"/>
                  </a:lnTo>
                  <a:lnTo>
                    <a:pt x="41" y="189"/>
                  </a:lnTo>
                  <a:lnTo>
                    <a:pt x="30" y="223"/>
                  </a:lnTo>
                  <a:lnTo>
                    <a:pt x="19" y="261"/>
                  </a:lnTo>
                  <a:lnTo>
                    <a:pt x="11" y="299"/>
                  </a:lnTo>
                  <a:lnTo>
                    <a:pt x="5" y="339"/>
                  </a:lnTo>
                  <a:lnTo>
                    <a:pt x="1" y="382"/>
                  </a:lnTo>
                  <a:lnTo>
                    <a:pt x="0" y="424"/>
                  </a:lnTo>
                  <a:lnTo>
                    <a:pt x="12" y="424"/>
                  </a:lnTo>
                  <a:lnTo>
                    <a:pt x="13" y="382"/>
                  </a:lnTo>
                  <a:lnTo>
                    <a:pt x="17" y="341"/>
                  </a:lnTo>
                  <a:lnTo>
                    <a:pt x="23" y="301"/>
                  </a:lnTo>
                  <a:lnTo>
                    <a:pt x="31" y="264"/>
                  </a:lnTo>
                  <a:lnTo>
                    <a:pt x="41" y="227"/>
                  </a:lnTo>
                  <a:lnTo>
                    <a:pt x="53" y="193"/>
                  </a:lnTo>
                  <a:lnTo>
                    <a:pt x="67" y="160"/>
                  </a:lnTo>
                  <a:lnTo>
                    <a:pt x="81" y="132"/>
                  </a:lnTo>
                  <a:lnTo>
                    <a:pt x="99" y="105"/>
                  </a:lnTo>
                  <a:lnTo>
                    <a:pt x="116" y="81"/>
                  </a:lnTo>
                  <a:lnTo>
                    <a:pt x="136" y="61"/>
                  </a:lnTo>
                  <a:lnTo>
                    <a:pt x="156" y="43"/>
                  </a:lnTo>
                  <a:lnTo>
                    <a:pt x="178" y="30"/>
                  </a:lnTo>
                  <a:lnTo>
                    <a:pt x="199" y="20"/>
                  </a:lnTo>
                  <a:lnTo>
                    <a:pt x="222"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grpSp>
        <p:nvGrpSpPr>
          <p:cNvPr id="189450" name="Group 79"/>
          <p:cNvGrpSpPr>
            <a:grpSpLocks/>
          </p:cNvGrpSpPr>
          <p:nvPr/>
        </p:nvGrpSpPr>
        <p:grpSpPr bwMode="auto">
          <a:xfrm rot="-223274">
            <a:off x="1995488" y="2768600"/>
            <a:ext cx="744537" cy="733425"/>
            <a:chOff x="2757" y="1666"/>
            <a:chExt cx="812" cy="800"/>
          </a:xfrm>
        </p:grpSpPr>
        <p:sp>
          <p:nvSpPr>
            <p:cNvPr id="189452" name="Freeform 80"/>
            <p:cNvSpPr>
              <a:spLocks/>
            </p:cNvSpPr>
            <p:nvPr/>
          </p:nvSpPr>
          <p:spPr bwMode="auto">
            <a:xfrm>
              <a:off x="2762" y="1667"/>
              <a:ext cx="807" cy="584"/>
            </a:xfrm>
            <a:custGeom>
              <a:avLst/>
              <a:gdLst>
                <a:gd name="T0" fmla="*/ 497 w 807"/>
                <a:gd name="T1" fmla="*/ 583 h 584"/>
                <a:gd name="T2" fmla="*/ 0 w 807"/>
                <a:gd name="T3" fmla="*/ 452 h 584"/>
                <a:gd name="T4" fmla="*/ 337 w 807"/>
                <a:gd name="T5" fmla="*/ 0 h 584"/>
                <a:gd name="T6" fmla="*/ 806 w 807"/>
                <a:gd name="T7" fmla="*/ 98 h 584"/>
                <a:gd name="T8" fmla="*/ 497 w 807"/>
                <a:gd name="T9" fmla="*/ 583 h 584"/>
                <a:gd name="T10" fmla="*/ 0 60000 65536"/>
                <a:gd name="T11" fmla="*/ 0 60000 65536"/>
                <a:gd name="T12" fmla="*/ 0 60000 65536"/>
                <a:gd name="T13" fmla="*/ 0 60000 65536"/>
                <a:gd name="T14" fmla="*/ 0 60000 65536"/>
                <a:gd name="T15" fmla="*/ 0 w 807"/>
                <a:gd name="T16" fmla="*/ 0 h 584"/>
                <a:gd name="T17" fmla="*/ 807 w 807"/>
                <a:gd name="T18" fmla="*/ 584 h 584"/>
              </a:gdLst>
              <a:ahLst/>
              <a:cxnLst>
                <a:cxn ang="T10">
                  <a:pos x="T0" y="T1"/>
                </a:cxn>
                <a:cxn ang="T11">
                  <a:pos x="T2" y="T3"/>
                </a:cxn>
                <a:cxn ang="T12">
                  <a:pos x="T4" y="T5"/>
                </a:cxn>
                <a:cxn ang="T13">
                  <a:pos x="T6" y="T7"/>
                </a:cxn>
                <a:cxn ang="T14">
                  <a:pos x="T8" y="T9"/>
                </a:cxn>
              </a:cxnLst>
              <a:rect l="T15" t="T16" r="T17" b="T18"/>
              <a:pathLst>
                <a:path w="807" h="584">
                  <a:moveTo>
                    <a:pt x="497" y="583"/>
                  </a:moveTo>
                  <a:lnTo>
                    <a:pt x="0" y="452"/>
                  </a:lnTo>
                  <a:lnTo>
                    <a:pt x="337" y="0"/>
                  </a:lnTo>
                  <a:lnTo>
                    <a:pt x="806" y="98"/>
                  </a:lnTo>
                  <a:lnTo>
                    <a:pt x="497" y="583"/>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189453" name="Freeform 81"/>
            <p:cNvSpPr>
              <a:spLocks/>
            </p:cNvSpPr>
            <p:nvPr/>
          </p:nvSpPr>
          <p:spPr bwMode="auto">
            <a:xfrm>
              <a:off x="2882" y="1861"/>
              <a:ext cx="578" cy="384"/>
            </a:xfrm>
            <a:custGeom>
              <a:avLst/>
              <a:gdLst>
                <a:gd name="T0" fmla="*/ 377 w 578"/>
                <a:gd name="T1" fmla="*/ 383 h 384"/>
                <a:gd name="T2" fmla="*/ 0 w 578"/>
                <a:gd name="T3" fmla="*/ 291 h 384"/>
                <a:gd name="T4" fmla="*/ 217 w 578"/>
                <a:gd name="T5" fmla="*/ 0 h 384"/>
                <a:gd name="T6" fmla="*/ 577 w 578"/>
                <a:gd name="T7" fmla="*/ 74 h 384"/>
                <a:gd name="T8" fmla="*/ 377 w 578"/>
                <a:gd name="T9" fmla="*/ 383 h 384"/>
                <a:gd name="T10" fmla="*/ 0 60000 65536"/>
                <a:gd name="T11" fmla="*/ 0 60000 65536"/>
                <a:gd name="T12" fmla="*/ 0 60000 65536"/>
                <a:gd name="T13" fmla="*/ 0 60000 65536"/>
                <a:gd name="T14" fmla="*/ 0 60000 65536"/>
                <a:gd name="T15" fmla="*/ 0 w 578"/>
                <a:gd name="T16" fmla="*/ 0 h 384"/>
                <a:gd name="T17" fmla="*/ 578 w 578"/>
                <a:gd name="T18" fmla="*/ 384 h 384"/>
              </a:gdLst>
              <a:ahLst/>
              <a:cxnLst>
                <a:cxn ang="T10">
                  <a:pos x="T0" y="T1"/>
                </a:cxn>
                <a:cxn ang="T11">
                  <a:pos x="T2" y="T3"/>
                </a:cxn>
                <a:cxn ang="T12">
                  <a:pos x="T4" y="T5"/>
                </a:cxn>
                <a:cxn ang="T13">
                  <a:pos x="T6" y="T7"/>
                </a:cxn>
                <a:cxn ang="T14">
                  <a:pos x="T8" y="T9"/>
                </a:cxn>
              </a:cxnLst>
              <a:rect l="T15" t="T16" r="T17" b="T18"/>
              <a:pathLst>
                <a:path w="578" h="384">
                  <a:moveTo>
                    <a:pt x="377" y="383"/>
                  </a:moveTo>
                  <a:lnTo>
                    <a:pt x="0" y="291"/>
                  </a:lnTo>
                  <a:lnTo>
                    <a:pt x="217" y="0"/>
                  </a:lnTo>
                  <a:lnTo>
                    <a:pt x="577" y="74"/>
                  </a:lnTo>
                  <a:lnTo>
                    <a:pt x="377" y="383"/>
                  </a:lnTo>
                </a:path>
              </a:pathLst>
            </a:custGeom>
            <a:solidFill>
              <a:srgbClr val="E22B00"/>
            </a:solidFill>
            <a:ln>
              <a:noFill/>
            </a:ln>
            <a:extLst>
              <a:ext uri="{91240B29-F687-4F45-9708-019B960494DF}">
                <a14:hiddenLine xmlns:a14="http://schemas.microsoft.com/office/drawing/2010/main" w="12700" cap="rnd" cmpd="sng">
                  <a:solidFill>
                    <a:srgbClr val="000000"/>
                  </a:solidFill>
                  <a:prstDash val="solid"/>
                  <a:round/>
                  <a:headEnd type="none" w="med" len="med"/>
                  <a:tailEnd type="none" w="med" len="med"/>
                </a14:hiddenLine>
              </a:ext>
            </a:extLst>
          </p:spPr>
          <p:txBody>
            <a:bodyPr/>
            <a:lstStyle/>
            <a:p>
              <a:endParaRPr lang="fr-FR"/>
            </a:p>
          </p:txBody>
        </p:sp>
        <p:sp>
          <p:nvSpPr>
            <p:cNvPr id="189454" name="Line 82"/>
            <p:cNvSpPr>
              <a:spLocks noChangeShapeType="1"/>
            </p:cNvSpPr>
            <p:nvPr/>
          </p:nvSpPr>
          <p:spPr bwMode="auto">
            <a:xfrm>
              <a:off x="3102" y="1862"/>
              <a:ext cx="352" cy="7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fr-FR"/>
            </a:p>
          </p:txBody>
        </p:sp>
        <p:sp>
          <p:nvSpPr>
            <p:cNvPr id="189455" name="Freeform 83"/>
            <p:cNvSpPr>
              <a:spLocks/>
            </p:cNvSpPr>
            <p:nvPr/>
          </p:nvSpPr>
          <p:spPr bwMode="auto">
            <a:xfrm>
              <a:off x="2762" y="1666"/>
              <a:ext cx="337" cy="485"/>
            </a:xfrm>
            <a:custGeom>
              <a:avLst/>
              <a:gdLst>
                <a:gd name="T0" fmla="*/ 336 w 337"/>
                <a:gd name="T1" fmla="*/ 194 h 485"/>
                <a:gd name="T2" fmla="*/ 118 w 337"/>
                <a:gd name="T3" fmla="*/ 484 h 485"/>
                <a:gd name="T4" fmla="*/ 0 w 337"/>
                <a:gd name="T5" fmla="*/ 452 h 485"/>
                <a:gd name="T6" fmla="*/ 336 w 337"/>
                <a:gd name="T7" fmla="*/ 0 h 485"/>
                <a:gd name="T8" fmla="*/ 336 w 337"/>
                <a:gd name="T9" fmla="*/ 152 h 485"/>
                <a:gd name="T10" fmla="*/ 336 w 337"/>
                <a:gd name="T11" fmla="*/ 194 h 485"/>
                <a:gd name="T12" fmla="*/ 0 60000 65536"/>
                <a:gd name="T13" fmla="*/ 0 60000 65536"/>
                <a:gd name="T14" fmla="*/ 0 60000 65536"/>
                <a:gd name="T15" fmla="*/ 0 60000 65536"/>
                <a:gd name="T16" fmla="*/ 0 60000 65536"/>
                <a:gd name="T17" fmla="*/ 0 60000 65536"/>
                <a:gd name="T18" fmla="*/ 0 w 337"/>
                <a:gd name="T19" fmla="*/ 0 h 485"/>
                <a:gd name="T20" fmla="*/ 337 w 337"/>
                <a:gd name="T21" fmla="*/ 485 h 485"/>
              </a:gdLst>
              <a:ahLst/>
              <a:cxnLst>
                <a:cxn ang="T12">
                  <a:pos x="T0" y="T1"/>
                </a:cxn>
                <a:cxn ang="T13">
                  <a:pos x="T2" y="T3"/>
                </a:cxn>
                <a:cxn ang="T14">
                  <a:pos x="T4" y="T5"/>
                </a:cxn>
                <a:cxn ang="T15">
                  <a:pos x="T6" y="T7"/>
                </a:cxn>
                <a:cxn ang="T16">
                  <a:pos x="T8" y="T9"/>
                </a:cxn>
                <a:cxn ang="T17">
                  <a:pos x="T10" y="T11"/>
                </a:cxn>
              </a:cxnLst>
              <a:rect l="T18" t="T19" r="T20" b="T21"/>
              <a:pathLst>
                <a:path w="337" h="485">
                  <a:moveTo>
                    <a:pt x="336" y="194"/>
                  </a:moveTo>
                  <a:lnTo>
                    <a:pt x="118" y="484"/>
                  </a:lnTo>
                  <a:lnTo>
                    <a:pt x="0" y="452"/>
                  </a:lnTo>
                  <a:lnTo>
                    <a:pt x="336" y="0"/>
                  </a:lnTo>
                  <a:lnTo>
                    <a:pt x="336" y="152"/>
                  </a:lnTo>
                  <a:lnTo>
                    <a:pt x="336" y="194"/>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189456" name="Freeform 84"/>
            <p:cNvSpPr>
              <a:spLocks/>
            </p:cNvSpPr>
            <p:nvPr/>
          </p:nvSpPr>
          <p:spPr bwMode="auto">
            <a:xfrm>
              <a:off x="2757" y="2124"/>
              <a:ext cx="509" cy="339"/>
            </a:xfrm>
            <a:custGeom>
              <a:avLst/>
              <a:gdLst>
                <a:gd name="T0" fmla="*/ 0 w 506"/>
                <a:gd name="T1" fmla="*/ 0 h 345"/>
                <a:gd name="T2" fmla="*/ 1 w 506"/>
                <a:gd name="T3" fmla="*/ 198 h 345"/>
                <a:gd name="T4" fmla="*/ 514 w 506"/>
                <a:gd name="T5" fmla="*/ 326 h 345"/>
                <a:gd name="T6" fmla="*/ 513 w 506"/>
                <a:gd name="T7" fmla="*/ 124 h 345"/>
                <a:gd name="T8" fmla="*/ 0 60000 65536"/>
                <a:gd name="T9" fmla="*/ 0 60000 65536"/>
                <a:gd name="T10" fmla="*/ 0 60000 65536"/>
                <a:gd name="T11" fmla="*/ 0 60000 65536"/>
                <a:gd name="T12" fmla="*/ 0 w 506"/>
                <a:gd name="T13" fmla="*/ 0 h 345"/>
                <a:gd name="T14" fmla="*/ 506 w 506"/>
                <a:gd name="T15" fmla="*/ 345 h 345"/>
              </a:gdLst>
              <a:ahLst/>
              <a:cxnLst>
                <a:cxn ang="T8">
                  <a:pos x="T0" y="T1"/>
                </a:cxn>
                <a:cxn ang="T9">
                  <a:pos x="T2" y="T3"/>
                </a:cxn>
                <a:cxn ang="T10">
                  <a:pos x="T4" y="T5"/>
                </a:cxn>
                <a:cxn ang="T11">
                  <a:pos x="T6" y="T7"/>
                </a:cxn>
              </a:cxnLst>
              <a:rect l="T12" t="T13" r="T14" b="T15"/>
              <a:pathLst>
                <a:path w="506" h="345">
                  <a:moveTo>
                    <a:pt x="0" y="0"/>
                  </a:moveTo>
                  <a:lnTo>
                    <a:pt x="1" y="209"/>
                  </a:lnTo>
                  <a:lnTo>
                    <a:pt x="505" y="344"/>
                  </a:lnTo>
                  <a:lnTo>
                    <a:pt x="504" y="130"/>
                  </a:lnTo>
                </a:path>
              </a:pathLst>
            </a:custGeom>
            <a:solidFill>
              <a:srgbClr val="FC2C1C"/>
            </a:solidFill>
            <a:ln w="12700" cap="rnd" cmpd="sng">
              <a:solidFill>
                <a:schemeClr val="bg2"/>
              </a:solidFill>
              <a:prstDash val="solid"/>
              <a:round/>
              <a:headEnd type="none" w="med" len="med"/>
              <a:tailEnd type="none" w="med" len="med"/>
            </a:ln>
          </p:spPr>
          <p:txBody>
            <a:bodyPr/>
            <a:lstStyle/>
            <a:p>
              <a:endParaRPr lang="fr-FR"/>
            </a:p>
          </p:txBody>
        </p:sp>
        <p:sp>
          <p:nvSpPr>
            <p:cNvPr id="189457" name="AutoShape 85"/>
            <p:cNvSpPr>
              <a:spLocks noChangeArrowheads="1"/>
            </p:cNvSpPr>
            <p:nvPr/>
          </p:nvSpPr>
          <p:spPr bwMode="auto">
            <a:xfrm rot="16200000" flipH="1">
              <a:off x="3067" y="1967"/>
              <a:ext cx="693" cy="306"/>
            </a:xfrm>
            <a:prstGeom prst="parallelogram">
              <a:avLst>
                <a:gd name="adj" fmla="val 156202"/>
              </a:avLst>
            </a:prstGeom>
            <a:solidFill>
              <a:srgbClr val="FC2C1C"/>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sp>
        <p:nvSpPr>
          <p:cNvPr id="189451" name="Text Box 86"/>
          <p:cNvSpPr txBox="1">
            <a:spLocks noChangeArrowheads="1"/>
          </p:cNvSpPr>
          <p:nvPr/>
        </p:nvSpPr>
        <p:spPr bwMode="auto">
          <a:xfrm>
            <a:off x="604838" y="5259388"/>
            <a:ext cx="6543675" cy="4429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eaLnBrk="1" hangingPunct="1">
              <a:spcBef>
                <a:spcPct val="0"/>
              </a:spcBef>
              <a:buFontTx/>
              <a:buNone/>
            </a:pPr>
            <a:r>
              <a:rPr lang="fr-FR" altLang="fr-FR" sz="2300"/>
              <a:t>4. Pointez la production sur votre feuille de suivi</a:t>
            </a:r>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90467" name="Group 3"/>
          <p:cNvGrpSpPr>
            <a:grpSpLocks/>
          </p:cNvGrpSpPr>
          <p:nvPr/>
        </p:nvGrpSpPr>
        <p:grpSpPr bwMode="auto">
          <a:xfrm>
            <a:off x="7073900" y="215900"/>
            <a:ext cx="1878013" cy="1250950"/>
            <a:chOff x="4456" y="136"/>
            <a:chExt cx="1183" cy="788"/>
          </a:xfrm>
        </p:grpSpPr>
        <p:grpSp>
          <p:nvGrpSpPr>
            <p:cNvPr id="190533" name="Group 4"/>
            <p:cNvGrpSpPr>
              <a:grpSpLocks/>
            </p:cNvGrpSpPr>
            <p:nvPr/>
          </p:nvGrpSpPr>
          <p:grpSpPr bwMode="auto">
            <a:xfrm>
              <a:off x="4766" y="232"/>
              <a:ext cx="873" cy="692"/>
              <a:chOff x="2185" y="310"/>
              <a:chExt cx="873" cy="692"/>
            </a:xfrm>
          </p:grpSpPr>
          <p:sp>
            <p:nvSpPr>
              <p:cNvPr id="190544" name="Freeform 5"/>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accent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0545" name="Freeform 6"/>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0546" name="Freeform 7"/>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0547" name="Freeform 8"/>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0548" name="Freeform 9"/>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0549" name="Freeform 10"/>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0550" name="Freeform 11"/>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grpSp>
          <p:nvGrpSpPr>
            <p:cNvPr id="190534" name="Group 12"/>
            <p:cNvGrpSpPr>
              <a:grpSpLocks/>
            </p:cNvGrpSpPr>
            <p:nvPr/>
          </p:nvGrpSpPr>
          <p:grpSpPr bwMode="auto">
            <a:xfrm>
              <a:off x="4949" y="336"/>
              <a:ext cx="591" cy="468"/>
              <a:chOff x="2185" y="310"/>
              <a:chExt cx="873" cy="692"/>
            </a:xfrm>
          </p:grpSpPr>
          <p:sp>
            <p:nvSpPr>
              <p:cNvPr id="190537" name="Freeform 13"/>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0538" name="Freeform 14"/>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0539" name="Freeform 15"/>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0540" name="Freeform 16"/>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0541" name="Freeform 17"/>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0542" name="Freeform 18"/>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0543" name="Freeform 19"/>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pic>
          <p:nvPicPr>
            <p:cNvPr id="190535" name="Picture 20"/>
            <p:cNvPicPr>
              <a:picLocks noChangeAspect="1" noChangeArrowheads="1"/>
            </p:cNvPicPr>
            <p:nvPr/>
          </p:nvPicPr>
          <p:blipFill>
            <a:blip r:embed="rId3" cstate="print">
              <a:extLst>
                <a:ext uri="{28A0092B-C50C-407E-A947-70E740481C1C}">
                  <a14:useLocalDpi xmlns:a14="http://schemas.microsoft.com/office/drawing/2010/main" val="0"/>
                </a:ext>
              </a:extLst>
            </a:blip>
            <a:srcRect l="-4282" t="-4369" r="-5199" b="-12012"/>
            <a:stretch>
              <a:fillRect/>
            </a:stretch>
          </p:blipFill>
          <p:spPr bwMode="auto">
            <a:xfrm>
              <a:off x="4456" y="136"/>
              <a:ext cx="480" cy="5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90536" name="Text Box 21"/>
            <p:cNvSpPr txBox="1">
              <a:spLocks noChangeArrowheads="1"/>
            </p:cNvSpPr>
            <p:nvPr/>
          </p:nvSpPr>
          <p:spPr bwMode="auto">
            <a:xfrm>
              <a:off x="4946" y="314"/>
              <a:ext cx="596" cy="49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4500" b="1">
                  <a:solidFill>
                    <a:srgbClr val="FF0000"/>
                  </a:solidFill>
                  <a:latin typeface="Arial Black" pitchFamily="34" charset="0"/>
                </a:rPr>
                <a:t>13</a:t>
              </a:r>
              <a:endParaRPr lang="fr-FR" altLang="fr-FR" sz="3200">
                <a:solidFill>
                  <a:schemeClr val="tx1"/>
                </a:solidFill>
                <a:latin typeface="Arial Black" pitchFamily="34" charset="0"/>
              </a:endParaRPr>
            </a:p>
          </p:txBody>
        </p:sp>
      </p:grpSp>
      <p:sp>
        <p:nvSpPr>
          <p:cNvPr id="190468" name="Text Box 22"/>
          <p:cNvSpPr txBox="1">
            <a:spLocks noChangeArrowheads="1"/>
          </p:cNvSpPr>
          <p:nvPr/>
        </p:nvSpPr>
        <p:spPr bwMode="auto">
          <a:xfrm>
            <a:off x="1938338" y="3533775"/>
            <a:ext cx="828675"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a:spcBef>
                <a:spcPct val="0"/>
              </a:spcBef>
              <a:buFontTx/>
              <a:buNone/>
            </a:pPr>
            <a:r>
              <a:rPr lang="fr-FR" altLang="fr-FR" sz="2400">
                <a:solidFill>
                  <a:srgbClr val="FC2C1C"/>
                </a:solidFill>
              </a:rPr>
              <a:t>1 R1</a:t>
            </a:r>
          </a:p>
        </p:txBody>
      </p:sp>
      <p:sp>
        <p:nvSpPr>
          <p:cNvPr id="190469" name="Rectangle 23"/>
          <p:cNvSpPr>
            <a:spLocks noGrp="1" noChangeArrowheads="1"/>
          </p:cNvSpPr>
          <p:nvPr>
            <p:ph type="title"/>
          </p:nvPr>
        </p:nvSpPr>
        <p:spPr>
          <a:xfrm>
            <a:off x="611188" y="0"/>
            <a:ext cx="6388100" cy="647700"/>
          </a:xfrm>
        </p:spPr>
        <p:txBody>
          <a:bodyPr/>
          <a:lstStyle/>
          <a:p>
            <a:pPr eaLnBrk="1" hangingPunct="1"/>
            <a:r>
              <a:rPr lang="fr-FR" altLang="fr-FR"/>
              <a:t>Sem. 4 – Mardi</a:t>
            </a:r>
          </a:p>
        </p:txBody>
      </p:sp>
      <p:sp>
        <p:nvSpPr>
          <p:cNvPr id="190470" name="Text Box 24"/>
          <p:cNvSpPr txBox="1">
            <a:spLocks noChangeArrowheads="1"/>
          </p:cNvSpPr>
          <p:nvPr/>
        </p:nvSpPr>
        <p:spPr bwMode="auto">
          <a:xfrm>
            <a:off x="574675" y="2030413"/>
            <a:ext cx="3557588"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2. Livrez les commandes</a:t>
            </a:r>
          </a:p>
        </p:txBody>
      </p:sp>
      <p:sp>
        <p:nvSpPr>
          <p:cNvPr id="190471" name="Text Box 25"/>
          <p:cNvSpPr txBox="1">
            <a:spLocks noChangeArrowheads="1"/>
          </p:cNvSpPr>
          <p:nvPr/>
        </p:nvSpPr>
        <p:spPr bwMode="auto">
          <a:xfrm>
            <a:off x="566738" y="1154113"/>
            <a:ext cx="1946275"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1. Tirez le dé</a:t>
            </a:r>
          </a:p>
        </p:txBody>
      </p:sp>
      <p:sp>
        <p:nvSpPr>
          <p:cNvPr id="190472" name="Text Box 26"/>
          <p:cNvSpPr txBox="1">
            <a:spLocks noChangeArrowheads="1"/>
          </p:cNvSpPr>
          <p:nvPr/>
        </p:nvSpPr>
        <p:spPr bwMode="auto">
          <a:xfrm>
            <a:off x="579438" y="4316413"/>
            <a:ext cx="18796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3. Produisez</a:t>
            </a:r>
          </a:p>
        </p:txBody>
      </p:sp>
      <p:grpSp>
        <p:nvGrpSpPr>
          <p:cNvPr id="190473" name="Group 27"/>
          <p:cNvGrpSpPr>
            <a:grpSpLocks/>
          </p:cNvGrpSpPr>
          <p:nvPr/>
        </p:nvGrpSpPr>
        <p:grpSpPr bwMode="auto">
          <a:xfrm>
            <a:off x="2843213" y="1106488"/>
            <a:ext cx="446087" cy="534987"/>
            <a:chOff x="868" y="1439"/>
            <a:chExt cx="811" cy="972"/>
          </a:xfrm>
        </p:grpSpPr>
        <p:sp>
          <p:nvSpPr>
            <p:cNvPr id="190482" name="Freeform 28"/>
            <p:cNvSpPr>
              <a:spLocks/>
            </p:cNvSpPr>
            <p:nvPr/>
          </p:nvSpPr>
          <p:spPr bwMode="auto">
            <a:xfrm>
              <a:off x="1548" y="2014"/>
              <a:ext cx="123" cy="100"/>
            </a:xfrm>
            <a:custGeom>
              <a:avLst/>
              <a:gdLst>
                <a:gd name="T0" fmla="*/ 5 w 618"/>
                <a:gd name="T1" fmla="*/ 0 h 502"/>
                <a:gd name="T2" fmla="*/ 5 w 618"/>
                <a:gd name="T3" fmla="*/ 0 h 502"/>
                <a:gd name="T4" fmla="*/ 0 w 618"/>
                <a:gd name="T5" fmla="*/ 4 h 502"/>
                <a:gd name="T6" fmla="*/ 0 w 618"/>
                <a:gd name="T7" fmla="*/ 4 h 502"/>
                <a:gd name="T8" fmla="*/ 5 w 618"/>
                <a:gd name="T9" fmla="*/ 0 h 502"/>
                <a:gd name="T10" fmla="*/ 5 w 618"/>
                <a:gd name="T11" fmla="*/ 0 h 502"/>
                <a:gd name="T12" fmla="*/ 5 w 618"/>
                <a:gd name="T13" fmla="*/ 0 h 502"/>
                <a:gd name="T14" fmla="*/ 5 w 618"/>
                <a:gd name="T15" fmla="*/ 0 h 502"/>
                <a:gd name="T16" fmla="*/ 5 w 618"/>
                <a:gd name="T17" fmla="*/ 0 h 502"/>
                <a:gd name="T18" fmla="*/ 5 w 618"/>
                <a:gd name="T19" fmla="*/ 0 h 502"/>
                <a:gd name="T20" fmla="*/ 5 w 618"/>
                <a:gd name="T21" fmla="*/ 0 h 502"/>
                <a:gd name="T22" fmla="*/ 5 w 618"/>
                <a:gd name="T23" fmla="*/ 0 h 502"/>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618"/>
                <a:gd name="T37" fmla="*/ 0 h 502"/>
                <a:gd name="T38" fmla="*/ 618 w 618"/>
                <a:gd name="T39" fmla="*/ 502 h 502"/>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618" h="502">
                  <a:moveTo>
                    <a:pt x="611" y="0"/>
                  </a:moveTo>
                  <a:lnTo>
                    <a:pt x="606" y="2"/>
                  </a:lnTo>
                  <a:lnTo>
                    <a:pt x="0" y="490"/>
                  </a:lnTo>
                  <a:lnTo>
                    <a:pt x="10" y="502"/>
                  </a:lnTo>
                  <a:lnTo>
                    <a:pt x="616" y="14"/>
                  </a:lnTo>
                  <a:lnTo>
                    <a:pt x="611" y="16"/>
                  </a:lnTo>
                  <a:lnTo>
                    <a:pt x="616" y="14"/>
                  </a:lnTo>
                  <a:lnTo>
                    <a:pt x="618" y="9"/>
                  </a:lnTo>
                  <a:lnTo>
                    <a:pt x="617" y="3"/>
                  </a:lnTo>
                  <a:lnTo>
                    <a:pt x="612" y="1"/>
                  </a:lnTo>
                  <a:lnTo>
                    <a:pt x="606" y="2"/>
                  </a:lnTo>
                  <a:lnTo>
                    <a:pt x="611"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0483" name="Freeform 29"/>
            <p:cNvSpPr>
              <a:spLocks/>
            </p:cNvSpPr>
            <p:nvPr/>
          </p:nvSpPr>
          <p:spPr bwMode="auto">
            <a:xfrm>
              <a:off x="876" y="1852"/>
              <a:ext cx="82" cy="373"/>
            </a:xfrm>
            <a:custGeom>
              <a:avLst/>
              <a:gdLst>
                <a:gd name="T0" fmla="*/ 3 w 413"/>
                <a:gd name="T1" fmla="*/ 15 h 1865"/>
                <a:gd name="T2" fmla="*/ 3 w 413"/>
                <a:gd name="T3" fmla="*/ 15 h 1865"/>
                <a:gd name="T4" fmla="*/ 0 w 413"/>
                <a:gd name="T5" fmla="*/ 0 h 1865"/>
                <a:gd name="T6" fmla="*/ 0 w 413"/>
                <a:gd name="T7" fmla="*/ 0 h 1865"/>
                <a:gd name="T8" fmla="*/ 3 w 413"/>
                <a:gd name="T9" fmla="*/ 15 h 1865"/>
                <a:gd name="T10" fmla="*/ 3 w 413"/>
                <a:gd name="T11" fmla="*/ 15 h 1865"/>
                <a:gd name="T12" fmla="*/ 3 w 413"/>
                <a:gd name="T13" fmla="*/ 15 h 1865"/>
                <a:gd name="T14" fmla="*/ 3 w 413"/>
                <a:gd name="T15" fmla="*/ 15 h 1865"/>
                <a:gd name="T16" fmla="*/ 3 w 413"/>
                <a:gd name="T17" fmla="*/ 15 h 1865"/>
                <a:gd name="T18" fmla="*/ 3 w 413"/>
                <a:gd name="T19" fmla="*/ 15 h 1865"/>
                <a:gd name="T20" fmla="*/ 3 w 413"/>
                <a:gd name="T21" fmla="*/ 15 h 1865"/>
                <a:gd name="T22" fmla="*/ 3 w 413"/>
                <a:gd name="T23" fmla="*/ 15 h 186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413"/>
                <a:gd name="T37" fmla="*/ 0 h 1865"/>
                <a:gd name="T38" fmla="*/ 413 w 413"/>
                <a:gd name="T39" fmla="*/ 1865 h 1865"/>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413" h="1865">
                  <a:moveTo>
                    <a:pt x="400" y="1864"/>
                  </a:moveTo>
                  <a:lnTo>
                    <a:pt x="413" y="1856"/>
                  </a:lnTo>
                  <a:lnTo>
                    <a:pt x="17" y="0"/>
                  </a:lnTo>
                  <a:lnTo>
                    <a:pt x="0" y="2"/>
                  </a:lnTo>
                  <a:lnTo>
                    <a:pt x="396" y="1858"/>
                  </a:lnTo>
                  <a:lnTo>
                    <a:pt x="409" y="1850"/>
                  </a:lnTo>
                  <a:lnTo>
                    <a:pt x="396" y="1858"/>
                  </a:lnTo>
                  <a:lnTo>
                    <a:pt x="400" y="1864"/>
                  </a:lnTo>
                  <a:lnTo>
                    <a:pt x="406" y="1865"/>
                  </a:lnTo>
                  <a:lnTo>
                    <a:pt x="410" y="1862"/>
                  </a:lnTo>
                  <a:lnTo>
                    <a:pt x="413" y="1856"/>
                  </a:lnTo>
                  <a:lnTo>
                    <a:pt x="400" y="186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0484" name="Freeform 30"/>
            <p:cNvSpPr>
              <a:spLocks/>
            </p:cNvSpPr>
            <p:nvPr/>
          </p:nvSpPr>
          <p:spPr bwMode="auto">
            <a:xfrm>
              <a:off x="1282" y="1533"/>
              <a:ext cx="35" cy="161"/>
            </a:xfrm>
            <a:custGeom>
              <a:avLst/>
              <a:gdLst>
                <a:gd name="T0" fmla="*/ 1 w 175"/>
                <a:gd name="T1" fmla="*/ 6 h 807"/>
                <a:gd name="T2" fmla="*/ 1 w 175"/>
                <a:gd name="T3" fmla="*/ 6 h 807"/>
                <a:gd name="T4" fmla="*/ 1 w 175"/>
                <a:gd name="T5" fmla="*/ 6 h 807"/>
                <a:gd name="T6" fmla="*/ 1 w 175"/>
                <a:gd name="T7" fmla="*/ 5 h 807"/>
                <a:gd name="T8" fmla="*/ 1 w 175"/>
                <a:gd name="T9" fmla="*/ 5 h 807"/>
                <a:gd name="T10" fmla="*/ 1 w 175"/>
                <a:gd name="T11" fmla="*/ 5 h 807"/>
                <a:gd name="T12" fmla="*/ 1 w 175"/>
                <a:gd name="T13" fmla="*/ 4 h 807"/>
                <a:gd name="T14" fmla="*/ 1 w 175"/>
                <a:gd name="T15" fmla="*/ 4 h 807"/>
                <a:gd name="T16" fmla="*/ 1 w 175"/>
                <a:gd name="T17" fmla="*/ 3 h 807"/>
                <a:gd name="T18" fmla="*/ 1 w 175"/>
                <a:gd name="T19" fmla="*/ 3 h 807"/>
                <a:gd name="T20" fmla="*/ 1 w 175"/>
                <a:gd name="T21" fmla="*/ 3 h 807"/>
                <a:gd name="T22" fmla="*/ 1 w 175"/>
                <a:gd name="T23" fmla="*/ 2 h 807"/>
                <a:gd name="T24" fmla="*/ 1 w 175"/>
                <a:gd name="T25" fmla="*/ 2 h 807"/>
                <a:gd name="T26" fmla="*/ 1 w 175"/>
                <a:gd name="T27" fmla="*/ 2 h 807"/>
                <a:gd name="T28" fmla="*/ 1 w 175"/>
                <a:gd name="T29" fmla="*/ 1 h 807"/>
                <a:gd name="T30" fmla="*/ 1 w 175"/>
                <a:gd name="T31" fmla="*/ 1 h 807"/>
                <a:gd name="T32" fmla="*/ 1 w 175"/>
                <a:gd name="T33" fmla="*/ 1 h 807"/>
                <a:gd name="T34" fmla="*/ 1 w 175"/>
                <a:gd name="T35" fmla="*/ 0 h 807"/>
                <a:gd name="T36" fmla="*/ 1 w 175"/>
                <a:gd name="T37" fmla="*/ 0 h 807"/>
                <a:gd name="T38" fmla="*/ 1 w 175"/>
                <a:gd name="T39" fmla="*/ 0 h 807"/>
                <a:gd name="T40" fmla="*/ 0 w 175"/>
                <a:gd name="T41" fmla="*/ 1 h 807"/>
                <a:gd name="T42" fmla="*/ 0 w 175"/>
                <a:gd name="T43" fmla="*/ 1 h 807"/>
                <a:gd name="T44" fmla="*/ 0 w 175"/>
                <a:gd name="T45" fmla="*/ 1 h 807"/>
                <a:gd name="T46" fmla="*/ 0 w 175"/>
                <a:gd name="T47" fmla="*/ 2 h 807"/>
                <a:gd name="T48" fmla="*/ 0 w 175"/>
                <a:gd name="T49" fmla="*/ 2 h 807"/>
                <a:gd name="T50" fmla="*/ 0 w 175"/>
                <a:gd name="T51" fmla="*/ 3 h 807"/>
                <a:gd name="T52" fmla="*/ 0 w 175"/>
                <a:gd name="T53" fmla="*/ 3 h 807"/>
                <a:gd name="T54" fmla="*/ 0 w 175"/>
                <a:gd name="T55" fmla="*/ 3 h 807"/>
                <a:gd name="T56" fmla="*/ 0 w 175"/>
                <a:gd name="T57" fmla="*/ 4 h 807"/>
                <a:gd name="T58" fmla="*/ 0 w 175"/>
                <a:gd name="T59" fmla="*/ 4 h 807"/>
                <a:gd name="T60" fmla="*/ 0 w 175"/>
                <a:gd name="T61" fmla="*/ 5 h 807"/>
                <a:gd name="T62" fmla="*/ 0 w 175"/>
                <a:gd name="T63" fmla="*/ 5 h 807"/>
                <a:gd name="T64" fmla="*/ 0 w 175"/>
                <a:gd name="T65" fmla="*/ 5 h 807"/>
                <a:gd name="T66" fmla="*/ 1 w 175"/>
                <a:gd name="T67" fmla="*/ 6 h 807"/>
                <a:gd name="T68" fmla="*/ 1 w 175"/>
                <a:gd name="T69" fmla="*/ 6 h 807"/>
                <a:gd name="T70" fmla="*/ 1 w 175"/>
                <a:gd name="T71" fmla="*/ 6 h 807"/>
                <a:gd name="T72" fmla="*/ 1 w 175"/>
                <a:gd name="T73" fmla="*/ 6 h 807"/>
                <a:gd name="T74" fmla="*/ 1 w 175"/>
                <a:gd name="T75" fmla="*/ 6 h 807"/>
                <a:gd name="T76" fmla="*/ 1 w 175"/>
                <a:gd name="T77" fmla="*/ 6 h 807"/>
                <a:gd name="T78" fmla="*/ 1 w 175"/>
                <a:gd name="T79" fmla="*/ 6 h 807"/>
                <a:gd name="T80" fmla="*/ 1 w 175"/>
                <a:gd name="T81" fmla="*/ 6 h 807"/>
                <a:gd name="T82" fmla="*/ 1 w 175"/>
                <a:gd name="T83" fmla="*/ 6 h 807"/>
                <a:gd name="T84" fmla="*/ 1 w 175"/>
                <a:gd name="T85" fmla="*/ 6 h 807"/>
                <a:gd name="T86" fmla="*/ 1 w 175"/>
                <a:gd name="T87" fmla="*/ 6 h 807"/>
                <a:gd name="T88" fmla="*/ 1 w 175"/>
                <a:gd name="T89" fmla="*/ 6 h 807"/>
                <a:gd name="T90" fmla="*/ 1 w 175"/>
                <a:gd name="T91" fmla="*/ 6 h 80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175"/>
                <a:gd name="T139" fmla="*/ 0 h 807"/>
                <a:gd name="T140" fmla="*/ 175 w 175"/>
                <a:gd name="T141" fmla="*/ 807 h 80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175" h="807">
                  <a:moveTo>
                    <a:pt x="169" y="740"/>
                  </a:moveTo>
                  <a:lnTo>
                    <a:pt x="169" y="739"/>
                  </a:lnTo>
                  <a:lnTo>
                    <a:pt x="149" y="698"/>
                  </a:lnTo>
                  <a:lnTo>
                    <a:pt x="133" y="656"/>
                  </a:lnTo>
                  <a:lnTo>
                    <a:pt x="120" y="611"/>
                  </a:lnTo>
                  <a:lnTo>
                    <a:pt x="108" y="565"/>
                  </a:lnTo>
                  <a:lnTo>
                    <a:pt x="100" y="520"/>
                  </a:lnTo>
                  <a:lnTo>
                    <a:pt x="96" y="472"/>
                  </a:lnTo>
                  <a:lnTo>
                    <a:pt x="93" y="425"/>
                  </a:lnTo>
                  <a:lnTo>
                    <a:pt x="93" y="377"/>
                  </a:lnTo>
                  <a:lnTo>
                    <a:pt x="96" y="330"/>
                  </a:lnTo>
                  <a:lnTo>
                    <a:pt x="100" y="283"/>
                  </a:lnTo>
                  <a:lnTo>
                    <a:pt x="106" y="238"/>
                  </a:lnTo>
                  <a:lnTo>
                    <a:pt x="115" y="195"/>
                  </a:lnTo>
                  <a:lnTo>
                    <a:pt x="126" y="153"/>
                  </a:lnTo>
                  <a:lnTo>
                    <a:pt x="139" y="114"/>
                  </a:lnTo>
                  <a:lnTo>
                    <a:pt x="153" y="77"/>
                  </a:lnTo>
                  <a:lnTo>
                    <a:pt x="169" y="43"/>
                  </a:lnTo>
                  <a:lnTo>
                    <a:pt x="87" y="0"/>
                  </a:lnTo>
                  <a:lnTo>
                    <a:pt x="69" y="39"/>
                  </a:lnTo>
                  <a:lnTo>
                    <a:pt x="52" y="81"/>
                  </a:lnTo>
                  <a:lnTo>
                    <a:pt x="37" y="127"/>
                  </a:lnTo>
                  <a:lnTo>
                    <a:pt x="24" y="174"/>
                  </a:lnTo>
                  <a:lnTo>
                    <a:pt x="15" y="222"/>
                  </a:lnTo>
                  <a:lnTo>
                    <a:pt x="7" y="271"/>
                  </a:lnTo>
                  <a:lnTo>
                    <a:pt x="2" y="323"/>
                  </a:lnTo>
                  <a:lnTo>
                    <a:pt x="0" y="374"/>
                  </a:lnTo>
                  <a:lnTo>
                    <a:pt x="0" y="427"/>
                  </a:lnTo>
                  <a:lnTo>
                    <a:pt x="2" y="479"/>
                  </a:lnTo>
                  <a:lnTo>
                    <a:pt x="9" y="531"/>
                  </a:lnTo>
                  <a:lnTo>
                    <a:pt x="17" y="584"/>
                  </a:lnTo>
                  <a:lnTo>
                    <a:pt x="29" y="635"/>
                  </a:lnTo>
                  <a:lnTo>
                    <a:pt x="44" y="686"/>
                  </a:lnTo>
                  <a:lnTo>
                    <a:pt x="65" y="736"/>
                  </a:lnTo>
                  <a:lnTo>
                    <a:pt x="87" y="784"/>
                  </a:lnTo>
                  <a:lnTo>
                    <a:pt x="87" y="782"/>
                  </a:lnTo>
                  <a:lnTo>
                    <a:pt x="87" y="784"/>
                  </a:lnTo>
                  <a:lnTo>
                    <a:pt x="100" y="799"/>
                  </a:lnTo>
                  <a:lnTo>
                    <a:pt x="117" y="807"/>
                  </a:lnTo>
                  <a:lnTo>
                    <a:pt x="134" y="807"/>
                  </a:lnTo>
                  <a:lnTo>
                    <a:pt x="151" y="801"/>
                  </a:lnTo>
                  <a:lnTo>
                    <a:pt x="164" y="791"/>
                  </a:lnTo>
                  <a:lnTo>
                    <a:pt x="173" y="777"/>
                  </a:lnTo>
                  <a:lnTo>
                    <a:pt x="175" y="759"/>
                  </a:lnTo>
                  <a:lnTo>
                    <a:pt x="169" y="739"/>
                  </a:lnTo>
                  <a:lnTo>
                    <a:pt x="169" y="74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0485" name="Freeform 31"/>
            <p:cNvSpPr>
              <a:spLocks/>
            </p:cNvSpPr>
            <p:nvPr/>
          </p:nvSpPr>
          <p:spPr bwMode="auto">
            <a:xfrm>
              <a:off x="1299" y="1681"/>
              <a:ext cx="157" cy="281"/>
            </a:xfrm>
            <a:custGeom>
              <a:avLst/>
              <a:gdLst>
                <a:gd name="T0" fmla="*/ 6 w 787"/>
                <a:gd name="T1" fmla="*/ 11 h 1404"/>
                <a:gd name="T2" fmla="*/ 6 w 787"/>
                <a:gd name="T3" fmla="*/ 11 h 1404"/>
                <a:gd name="T4" fmla="*/ 1 w 787"/>
                <a:gd name="T5" fmla="*/ 0 h 1404"/>
                <a:gd name="T6" fmla="*/ 0 w 787"/>
                <a:gd name="T7" fmla="*/ 0 h 1404"/>
                <a:gd name="T8" fmla="*/ 6 w 787"/>
                <a:gd name="T9" fmla="*/ 11 h 1404"/>
                <a:gd name="T10" fmla="*/ 6 w 787"/>
                <a:gd name="T11" fmla="*/ 11 h 1404"/>
                <a:gd name="T12" fmla="*/ 6 w 787"/>
                <a:gd name="T13" fmla="*/ 11 h 1404"/>
                <a:gd name="T14" fmla="*/ 6 w 787"/>
                <a:gd name="T15" fmla="*/ 11 h 1404"/>
                <a:gd name="T16" fmla="*/ 6 w 787"/>
                <a:gd name="T17" fmla="*/ 11 h 1404"/>
                <a:gd name="T18" fmla="*/ 6 w 787"/>
                <a:gd name="T19" fmla="*/ 11 h 1404"/>
                <a:gd name="T20" fmla="*/ 6 w 787"/>
                <a:gd name="T21" fmla="*/ 11 h 1404"/>
                <a:gd name="T22" fmla="*/ 6 w 787"/>
                <a:gd name="T23" fmla="*/ 11 h 1404"/>
                <a:gd name="T24" fmla="*/ 6 w 787"/>
                <a:gd name="T25" fmla="*/ 11 h 1404"/>
                <a:gd name="T26" fmla="*/ 6 w 787"/>
                <a:gd name="T27" fmla="*/ 11 h 1404"/>
                <a:gd name="T28" fmla="*/ 6 w 787"/>
                <a:gd name="T29" fmla="*/ 11 h 1404"/>
                <a:gd name="T30" fmla="*/ 6 w 787"/>
                <a:gd name="T31" fmla="*/ 11 h 1404"/>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787"/>
                <a:gd name="T49" fmla="*/ 0 h 1404"/>
                <a:gd name="T50" fmla="*/ 787 w 787"/>
                <a:gd name="T51" fmla="*/ 1404 h 1404"/>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787" h="1404">
                  <a:moveTo>
                    <a:pt x="781" y="1334"/>
                  </a:moveTo>
                  <a:lnTo>
                    <a:pt x="781" y="1337"/>
                  </a:lnTo>
                  <a:lnTo>
                    <a:pt x="82" y="0"/>
                  </a:lnTo>
                  <a:lnTo>
                    <a:pt x="0" y="42"/>
                  </a:lnTo>
                  <a:lnTo>
                    <a:pt x="699" y="1379"/>
                  </a:lnTo>
                  <a:lnTo>
                    <a:pt x="699" y="1381"/>
                  </a:lnTo>
                  <a:lnTo>
                    <a:pt x="699" y="1379"/>
                  </a:lnTo>
                  <a:lnTo>
                    <a:pt x="712" y="1395"/>
                  </a:lnTo>
                  <a:lnTo>
                    <a:pt x="727" y="1402"/>
                  </a:lnTo>
                  <a:lnTo>
                    <a:pt x="744" y="1404"/>
                  </a:lnTo>
                  <a:lnTo>
                    <a:pt x="761" y="1398"/>
                  </a:lnTo>
                  <a:lnTo>
                    <a:pt x="775" y="1388"/>
                  </a:lnTo>
                  <a:lnTo>
                    <a:pt x="784" y="1373"/>
                  </a:lnTo>
                  <a:lnTo>
                    <a:pt x="787" y="1357"/>
                  </a:lnTo>
                  <a:lnTo>
                    <a:pt x="781" y="1337"/>
                  </a:lnTo>
                  <a:lnTo>
                    <a:pt x="781" y="13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0486" name="Freeform 32"/>
            <p:cNvSpPr>
              <a:spLocks/>
            </p:cNvSpPr>
            <p:nvPr/>
          </p:nvSpPr>
          <p:spPr bwMode="auto">
            <a:xfrm>
              <a:off x="1439" y="1948"/>
              <a:ext cx="125" cy="76"/>
            </a:xfrm>
            <a:custGeom>
              <a:avLst/>
              <a:gdLst>
                <a:gd name="T0" fmla="*/ 5 w 628"/>
                <a:gd name="T1" fmla="*/ 2 h 383"/>
                <a:gd name="T2" fmla="*/ 5 w 628"/>
                <a:gd name="T3" fmla="*/ 2 h 383"/>
                <a:gd name="T4" fmla="*/ 4 w 628"/>
                <a:gd name="T5" fmla="*/ 2 h 383"/>
                <a:gd name="T6" fmla="*/ 4 w 628"/>
                <a:gd name="T7" fmla="*/ 2 h 383"/>
                <a:gd name="T8" fmla="*/ 4 w 628"/>
                <a:gd name="T9" fmla="*/ 2 h 383"/>
                <a:gd name="T10" fmla="*/ 3 w 628"/>
                <a:gd name="T11" fmla="*/ 2 h 383"/>
                <a:gd name="T12" fmla="*/ 3 w 628"/>
                <a:gd name="T13" fmla="*/ 2 h 383"/>
                <a:gd name="T14" fmla="*/ 3 w 628"/>
                <a:gd name="T15" fmla="*/ 2 h 383"/>
                <a:gd name="T16" fmla="*/ 3 w 628"/>
                <a:gd name="T17" fmla="*/ 2 h 383"/>
                <a:gd name="T18" fmla="*/ 2 w 628"/>
                <a:gd name="T19" fmla="*/ 2 h 383"/>
                <a:gd name="T20" fmla="*/ 2 w 628"/>
                <a:gd name="T21" fmla="*/ 2 h 383"/>
                <a:gd name="T22" fmla="*/ 2 w 628"/>
                <a:gd name="T23" fmla="*/ 1 h 383"/>
                <a:gd name="T24" fmla="*/ 2 w 628"/>
                <a:gd name="T25" fmla="*/ 1 h 383"/>
                <a:gd name="T26" fmla="*/ 1 w 628"/>
                <a:gd name="T27" fmla="*/ 1 h 383"/>
                <a:gd name="T28" fmla="*/ 1 w 628"/>
                <a:gd name="T29" fmla="*/ 1 h 383"/>
                <a:gd name="T30" fmla="*/ 1 w 628"/>
                <a:gd name="T31" fmla="*/ 1 h 383"/>
                <a:gd name="T32" fmla="*/ 1 w 628"/>
                <a:gd name="T33" fmla="*/ 0 h 383"/>
                <a:gd name="T34" fmla="*/ 1 w 628"/>
                <a:gd name="T35" fmla="*/ 0 h 383"/>
                <a:gd name="T36" fmla="*/ 0 w 628"/>
                <a:gd name="T37" fmla="*/ 0 h 383"/>
                <a:gd name="T38" fmla="*/ 0 w 628"/>
                <a:gd name="T39" fmla="*/ 1 h 383"/>
                <a:gd name="T40" fmla="*/ 0 w 628"/>
                <a:gd name="T41" fmla="*/ 1 h 383"/>
                <a:gd name="T42" fmla="*/ 1 w 628"/>
                <a:gd name="T43" fmla="*/ 1 h 383"/>
                <a:gd name="T44" fmla="*/ 1 w 628"/>
                <a:gd name="T45" fmla="*/ 1 h 383"/>
                <a:gd name="T46" fmla="*/ 1 w 628"/>
                <a:gd name="T47" fmla="*/ 2 h 383"/>
                <a:gd name="T48" fmla="*/ 1 w 628"/>
                <a:gd name="T49" fmla="*/ 2 h 383"/>
                <a:gd name="T50" fmla="*/ 2 w 628"/>
                <a:gd name="T51" fmla="*/ 2 h 383"/>
                <a:gd name="T52" fmla="*/ 2 w 628"/>
                <a:gd name="T53" fmla="*/ 2 h 383"/>
                <a:gd name="T54" fmla="*/ 2 w 628"/>
                <a:gd name="T55" fmla="*/ 2 h 383"/>
                <a:gd name="T56" fmla="*/ 3 w 628"/>
                <a:gd name="T57" fmla="*/ 3 h 383"/>
                <a:gd name="T58" fmla="*/ 3 w 628"/>
                <a:gd name="T59" fmla="*/ 3 h 383"/>
                <a:gd name="T60" fmla="*/ 3 w 628"/>
                <a:gd name="T61" fmla="*/ 3 h 383"/>
                <a:gd name="T62" fmla="*/ 4 w 628"/>
                <a:gd name="T63" fmla="*/ 3 h 383"/>
                <a:gd name="T64" fmla="*/ 4 w 628"/>
                <a:gd name="T65" fmla="*/ 3 h 383"/>
                <a:gd name="T66" fmla="*/ 4 w 628"/>
                <a:gd name="T67" fmla="*/ 3 h 383"/>
                <a:gd name="T68" fmla="*/ 5 w 628"/>
                <a:gd name="T69" fmla="*/ 3 h 383"/>
                <a:gd name="T70" fmla="*/ 5 w 628"/>
                <a:gd name="T71" fmla="*/ 3 h 383"/>
                <a:gd name="T72" fmla="*/ 5 w 628"/>
                <a:gd name="T73" fmla="*/ 3 h 383"/>
                <a:gd name="T74" fmla="*/ 5 w 628"/>
                <a:gd name="T75" fmla="*/ 3 h 383"/>
                <a:gd name="T76" fmla="*/ 5 w 628"/>
                <a:gd name="T77" fmla="*/ 3 h 383"/>
                <a:gd name="T78" fmla="*/ 5 w 628"/>
                <a:gd name="T79" fmla="*/ 3 h 383"/>
                <a:gd name="T80" fmla="*/ 5 w 628"/>
                <a:gd name="T81" fmla="*/ 3 h 383"/>
                <a:gd name="T82" fmla="*/ 5 w 628"/>
                <a:gd name="T83" fmla="*/ 3 h 383"/>
                <a:gd name="T84" fmla="*/ 5 w 628"/>
                <a:gd name="T85" fmla="*/ 2 h 383"/>
                <a:gd name="T86" fmla="*/ 5 w 628"/>
                <a:gd name="T87" fmla="*/ 2 h 383"/>
                <a:gd name="T88" fmla="*/ 5 w 628"/>
                <a:gd name="T89" fmla="*/ 2 h 383"/>
                <a:gd name="T90" fmla="*/ 5 w 628"/>
                <a:gd name="T91" fmla="*/ 2 h 38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628"/>
                <a:gd name="T139" fmla="*/ 0 h 383"/>
                <a:gd name="T140" fmla="*/ 628 w 628"/>
                <a:gd name="T141" fmla="*/ 383 h 38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628" h="383">
                  <a:moveTo>
                    <a:pt x="581" y="289"/>
                  </a:moveTo>
                  <a:lnTo>
                    <a:pt x="582" y="289"/>
                  </a:lnTo>
                  <a:lnTo>
                    <a:pt x="541" y="287"/>
                  </a:lnTo>
                  <a:lnTo>
                    <a:pt x="500" y="283"/>
                  </a:lnTo>
                  <a:lnTo>
                    <a:pt x="462" y="276"/>
                  </a:lnTo>
                  <a:lnTo>
                    <a:pt x="424" y="268"/>
                  </a:lnTo>
                  <a:lnTo>
                    <a:pt x="389" y="255"/>
                  </a:lnTo>
                  <a:lnTo>
                    <a:pt x="352" y="242"/>
                  </a:lnTo>
                  <a:lnTo>
                    <a:pt x="320" y="227"/>
                  </a:lnTo>
                  <a:lnTo>
                    <a:pt x="287" y="209"/>
                  </a:lnTo>
                  <a:lnTo>
                    <a:pt x="255" y="189"/>
                  </a:lnTo>
                  <a:lnTo>
                    <a:pt x="226" y="168"/>
                  </a:lnTo>
                  <a:lnTo>
                    <a:pt x="198" y="145"/>
                  </a:lnTo>
                  <a:lnTo>
                    <a:pt x="172" y="119"/>
                  </a:lnTo>
                  <a:lnTo>
                    <a:pt x="146" y="92"/>
                  </a:lnTo>
                  <a:lnTo>
                    <a:pt x="122" y="64"/>
                  </a:lnTo>
                  <a:lnTo>
                    <a:pt x="100" y="33"/>
                  </a:lnTo>
                  <a:lnTo>
                    <a:pt x="82" y="0"/>
                  </a:lnTo>
                  <a:lnTo>
                    <a:pt x="0" y="47"/>
                  </a:lnTo>
                  <a:lnTo>
                    <a:pt x="23" y="85"/>
                  </a:lnTo>
                  <a:lnTo>
                    <a:pt x="49" y="120"/>
                  </a:lnTo>
                  <a:lnTo>
                    <a:pt x="76" y="153"/>
                  </a:lnTo>
                  <a:lnTo>
                    <a:pt x="104" y="185"/>
                  </a:lnTo>
                  <a:lnTo>
                    <a:pt x="137" y="215"/>
                  </a:lnTo>
                  <a:lnTo>
                    <a:pt x="170" y="241"/>
                  </a:lnTo>
                  <a:lnTo>
                    <a:pt x="204" y="267"/>
                  </a:lnTo>
                  <a:lnTo>
                    <a:pt x="240" y="289"/>
                  </a:lnTo>
                  <a:lnTo>
                    <a:pt x="277" y="309"/>
                  </a:lnTo>
                  <a:lnTo>
                    <a:pt x="317" y="329"/>
                  </a:lnTo>
                  <a:lnTo>
                    <a:pt x="358" y="344"/>
                  </a:lnTo>
                  <a:lnTo>
                    <a:pt x="400" y="357"/>
                  </a:lnTo>
                  <a:lnTo>
                    <a:pt x="444" y="367"/>
                  </a:lnTo>
                  <a:lnTo>
                    <a:pt x="488" y="374"/>
                  </a:lnTo>
                  <a:lnTo>
                    <a:pt x="534" y="380"/>
                  </a:lnTo>
                  <a:lnTo>
                    <a:pt x="580" y="383"/>
                  </a:lnTo>
                  <a:lnTo>
                    <a:pt x="581" y="383"/>
                  </a:lnTo>
                  <a:lnTo>
                    <a:pt x="580" y="383"/>
                  </a:lnTo>
                  <a:lnTo>
                    <a:pt x="600" y="379"/>
                  </a:lnTo>
                  <a:lnTo>
                    <a:pt x="615" y="369"/>
                  </a:lnTo>
                  <a:lnTo>
                    <a:pt x="624" y="353"/>
                  </a:lnTo>
                  <a:lnTo>
                    <a:pt x="628" y="337"/>
                  </a:lnTo>
                  <a:lnTo>
                    <a:pt x="625" y="319"/>
                  </a:lnTo>
                  <a:lnTo>
                    <a:pt x="617" y="304"/>
                  </a:lnTo>
                  <a:lnTo>
                    <a:pt x="602" y="294"/>
                  </a:lnTo>
                  <a:lnTo>
                    <a:pt x="582" y="289"/>
                  </a:lnTo>
                  <a:lnTo>
                    <a:pt x="581" y="28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0487" name="Freeform 33"/>
            <p:cNvSpPr>
              <a:spLocks/>
            </p:cNvSpPr>
            <p:nvPr/>
          </p:nvSpPr>
          <p:spPr bwMode="auto">
            <a:xfrm>
              <a:off x="1587" y="1880"/>
              <a:ext cx="85" cy="49"/>
            </a:xfrm>
            <a:custGeom>
              <a:avLst/>
              <a:gdLst>
                <a:gd name="T0" fmla="*/ 3 w 426"/>
                <a:gd name="T1" fmla="*/ 0 h 245"/>
                <a:gd name="T2" fmla="*/ 3 w 426"/>
                <a:gd name="T3" fmla="*/ 0 h 245"/>
                <a:gd name="T4" fmla="*/ 3 w 426"/>
                <a:gd name="T5" fmla="*/ 0 h 245"/>
                <a:gd name="T6" fmla="*/ 3 w 426"/>
                <a:gd name="T7" fmla="*/ 0 h 245"/>
                <a:gd name="T8" fmla="*/ 2 w 426"/>
                <a:gd name="T9" fmla="*/ 0 h 245"/>
                <a:gd name="T10" fmla="*/ 2 w 426"/>
                <a:gd name="T11" fmla="*/ 0 h 245"/>
                <a:gd name="T12" fmla="*/ 2 w 426"/>
                <a:gd name="T13" fmla="*/ 0 h 245"/>
                <a:gd name="T14" fmla="*/ 2 w 426"/>
                <a:gd name="T15" fmla="*/ 0 h 245"/>
                <a:gd name="T16" fmla="*/ 1 w 426"/>
                <a:gd name="T17" fmla="*/ 0 h 245"/>
                <a:gd name="T18" fmla="*/ 1 w 426"/>
                <a:gd name="T19" fmla="*/ 1 h 245"/>
                <a:gd name="T20" fmla="*/ 1 w 426"/>
                <a:gd name="T21" fmla="*/ 1 h 245"/>
                <a:gd name="T22" fmla="*/ 1 w 426"/>
                <a:gd name="T23" fmla="*/ 1 h 245"/>
                <a:gd name="T24" fmla="*/ 0 w 426"/>
                <a:gd name="T25" fmla="*/ 1 h 245"/>
                <a:gd name="T26" fmla="*/ 0 w 426"/>
                <a:gd name="T27" fmla="*/ 1 h 245"/>
                <a:gd name="T28" fmla="*/ 0 w 426"/>
                <a:gd name="T29" fmla="*/ 1 h 245"/>
                <a:gd name="T30" fmla="*/ 0 w 426"/>
                <a:gd name="T31" fmla="*/ 2 h 245"/>
                <a:gd name="T32" fmla="*/ 0 w 426"/>
                <a:gd name="T33" fmla="*/ 2 h 245"/>
                <a:gd name="T34" fmla="*/ 0 w 426"/>
                <a:gd name="T35" fmla="*/ 2 h 245"/>
                <a:gd name="T36" fmla="*/ 0 w 426"/>
                <a:gd name="T37" fmla="*/ 2 h 245"/>
                <a:gd name="T38" fmla="*/ 0 w 426"/>
                <a:gd name="T39" fmla="*/ 2 h 245"/>
                <a:gd name="T40" fmla="*/ 0 w 426"/>
                <a:gd name="T41" fmla="*/ 2 h 245"/>
                <a:gd name="T42" fmla="*/ 0 w 426"/>
                <a:gd name="T43" fmla="*/ 1 h 245"/>
                <a:gd name="T44" fmla="*/ 0 w 426"/>
                <a:gd name="T45" fmla="*/ 1 h 245"/>
                <a:gd name="T46" fmla="*/ 0 w 426"/>
                <a:gd name="T47" fmla="*/ 1 h 245"/>
                <a:gd name="T48" fmla="*/ 1 w 426"/>
                <a:gd name="T49" fmla="*/ 1 h 245"/>
                <a:gd name="T50" fmla="*/ 1 w 426"/>
                <a:gd name="T51" fmla="*/ 1 h 245"/>
                <a:gd name="T52" fmla="*/ 1 w 426"/>
                <a:gd name="T53" fmla="*/ 1 h 245"/>
                <a:gd name="T54" fmla="*/ 1 w 426"/>
                <a:gd name="T55" fmla="*/ 1 h 245"/>
                <a:gd name="T56" fmla="*/ 2 w 426"/>
                <a:gd name="T57" fmla="*/ 0 h 245"/>
                <a:gd name="T58" fmla="*/ 2 w 426"/>
                <a:gd name="T59" fmla="*/ 0 h 245"/>
                <a:gd name="T60" fmla="*/ 2 w 426"/>
                <a:gd name="T61" fmla="*/ 0 h 245"/>
                <a:gd name="T62" fmla="*/ 2 w 426"/>
                <a:gd name="T63" fmla="*/ 0 h 245"/>
                <a:gd name="T64" fmla="*/ 3 w 426"/>
                <a:gd name="T65" fmla="*/ 0 h 245"/>
                <a:gd name="T66" fmla="*/ 3 w 426"/>
                <a:gd name="T67" fmla="*/ 0 h 245"/>
                <a:gd name="T68" fmla="*/ 3 w 426"/>
                <a:gd name="T69" fmla="*/ 0 h 245"/>
                <a:gd name="T70" fmla="*/ 3 w 426"/>
                <a:gd name="T71" fmla="*/ 0 h 245"/>
                <a:gd name="T72" fmla="*/ 3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426" y="0"/>
                  </a:moveTo>
                  <a:lnTo>
                    <a:pt x="426" y="0"/>
                  </a:lnTo>
                  <a:lnTo>
                    <a:pt x="384" y="1"/>
                  </a:lnTo>
                  <a:lnTo>
                    <a:pt x="340" y="4"/>
                  </a:lnTo>
                  <a:lnTo>
                    <a:pt x="300" y="10"/>
                  </a:lnTo>
                  <a:lnTo>
                    <a:pt x="262" y="18"/>
                  </a:lnTo>
                  <a:lnTo>
                    <a:pt x="224" y="29"/>
                  </a:lnTo>
                  <a:lnTo>
                    <a:pt x="189" y="41"/>
                  </a:lnTo>
                  <a:lnTo>
                    <a:pt x="157" y="55"/>
                  </a:lnTo>
                  <a:lnTo>
                    <a:pt x="126" y="70"/>
                  </a:lnTo>
                  <a:lnTo>
                    <a:pt x="99" y="89"/>
                  </a:lnTo>
                  <a:lnTo>
                    <a:pt x="74" y="106"/>
                  </a:lnTo>
                  <a:lnTo>
                    <a:pt x="52" y="126"/>
                  </a:lnTo>
                  <a:lnTo>
                    <a:pt x="34" y="148"/>
                  </a:lnTo>
                  <a:lnTo>
                    <a:pt x="19" y="171"/>
                  </a:lnTo>
                  <a:lnTo>
                    <a:pt x="9" y="194"/>
                  </a:lnTo>
                  <a:lnTo>
                    <a:pt x="3" y="219"/>
                  </a:lnTo>
                  <a:lnTo>
                    <a:pt x="0" y="245"/>
                  </a:lnTo>
                  <a:lnTo>
                    <a:pt x="12" y="245"/>
                  </a:lnTo>
                  <a:lnTo>
                    <a:pt x="15" y="221"/>
                  </a:lnTo>
                  <a:lnTo>
                    <a:pt x="20" y="199"/>
                  </a:lnTo>
                  <a:lnTo>
                    <a:pt x="31" y="178"/>
                  </a:lnTo>
                  <a:lnTo>
                    <a:pt x="44" y="156"/>
                  </a:lnTo>
                  <a:lnTo>
                    <a:pt x="61" y="136"/>
                  </a:lnTo>
                  <a:lnTo>
                    <a:pt x="81" y="116"/>
                  </a:lnTo>
                  <a:lnTo>
                    <a:pt x="106" y="98"/>
                  </a:lnTo>
                  <a:lnTo>
                    <a:pt x="133" y="82"/>
                  </a:lnTo>
                  <a:lnTo>
                    <a:pt x="162" y="66"/>
                  </a:lnTo>
                  <a:lnTo>
                    <a:pt x="194" y="52"/>
                  </a:lnTo>
                  <a:lnTo>
                    <a:pt x="229" y="41"/>
                  </a:lnTo>
                  <a:lnTo>
                    <a:pt x="264" y="30"/>
                  </a:lnTo>
                  <a:lnTo>
                    <a:pt x="303" y="22"/>
                  </a:lnTo>
                  <a:lnTo>
                    <a:pt x="343" y="16"/>
                  </a:lnTo>
                  <a:lnTo>
                    <a:pt x="384" y="12"/>
                  </a:lnTo>
                  <a:lnTo>
                    <a:pt x="426" y="11"/>
                  </a:lnTo>
                  <a:lnTo>
                    <a:pt x="42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0488" name="Freeform 34"/>
            <p:cNvSpPr>
              <a:spLocks/>
            </p:cNvSpPr>
            <p:nvPr/>
          </p:nvSpPr>
          <p:spPr bwMode="auto">
            <a:xfrm>
              <a:off x="1587" y="1929"/>
              <a:ext cx="85" cy="49"/>
            </a:xfrm>
            <a:custGeom>
              <a:avLst/>
              <a:gdLst>
                <a:gd name="T0" fmla="*/ 0 w 426"/>
                <a:gd name="T1" fmla="*/ 0 h 245"/>
                <a:gd name="T2" fmla="*/ 0 w 426"/>
                <a:gd name="T3" fmla="*/ 0 h 245"/>
                <a:gd name="T4" fmla="*/ 0 w 426"/>
                <a:gd name="T5" fmla="*/ 0 h 245"/>
                <a:gd name="T6" fmla="*/ 0 w 426"/>
                <a:gd name="T7" fmla="*/ 0 h 245"/>
                <a:gd name="T8" fmla="*/ 0 w 426"/>
                <a:gd name="T9" fmla="*/ 1 h 245"/>
                <a:gd name="T10" fmla="*/ 0 w 426"/>
                <a:gd name="T11" fmla="*/ 1 h 245"/>
                <a:gd name="T12" fmla="*/ 0 w 426"/>
                <a:gd name="T13" fmla="*/ 1 h 245"/>
                <a:gd name="T14" fmla="*/ 1 w 426"/>
                <a:gd name="T15" fmla="*/ 1 h 245"/>
                <a:gd name="T16" fmla="*/ 1 w 426"/>
                <a:gd name="T17" fmla="*/ 1 h 245"/>
                <a:gd name="T18" fmla="*/ 1 w 426"/>
                <a:gd name="T19" fmla="*/ 1 h 245"/>
                <a:gd name="T20" fmla="*/ 1 w 426"/>
                <a:gd name="T21" fmla="*/ 2 h 245"/>
                <a:gd name="T22" fmla="*/ 2 w 426"/>
                <a:gd name="T23" fmla="*/ 2 h 245"/>
                <a:gd name="T24" fmla="*/ 2 w 426"/>
                <a:gd name="T25" fmla="*/ 2 h 245"/>
                <a:gd name="T26" fmla="*/ 2 w 426"/>
                <a:gd name="T27" fmla="*/ 2 h 245"/>
                <a:gd name="T28" fmla="*/ 2 w 426"/>
                <a:gd name="T29" fmla="*/ 2 h 245"/>
                <a:gd name="T30" fmla="*/ 3 w 426"/>
                <a:gd name="T31" fmla="*/ 2 h 245"/>
                <a:gd name="T32" fmla="*/ 3 w 426"/>
                <a:gd name="T33" fmla="*/ 2 h 245"/>
                <a:gd name="T34" fmla="*/ 3 w 426"/>
                <a:gd name="T35" fmla="*/ 2 h 245"/>
                <a:gd name="T36" fmla="*/ 3 w 426"/>
                <a:gd name="T37" fmla="*/ 2 h 245"/>
                <a:gd name="T38" fmla="*/ 3 w 426"/>
                <a:gd name="T39" fmla="*/ 2 h 245"/>
                <a:gd name="T40" fmla="*/ 3 w 426"/>
                <a:gd name="T41" fmla="*/ 2 h 245"/>
                <a:gd name="T42" fmla="*/ 2 w 426"/>
                <a:gd name="T43" fmla="*/ 2 h 245"/>
                <a:gd name="T44" fmla="*/ 2 w 426"/>
                <a:gd name="T45" fmla="*/ 2 h 245"/>
                <a:gd name="T46" fmla="*/ 2 w 426"/>
                <a:gd name="T47" fmla="*/ 2 h 245"/>
                <a:gd name="T48" fmla="*/ 2 w 426"/>
                <a:gd name="T49" fmla="*/ 2 h 245"/>
                <a:gd name="T50" fmla="*/ 1 w 426"/>
                <a:gd name="T51" fmla="*/ 1 h 245"/>
                <a:gd name="T52" fmla="*/ 1 w 426"/>
                <a:gd name="T53" fmla="*/ 1 h 245"/>
                <a:gd name="T54" fmla="*/ 1 w 426"/>
                <a:gd name="T55" fmla="*/ 1 h 245"/>
                <a:gd name="T56" fmla="*/ 1 w 426"/>
                <a:gd name="T57" fmla="*/ 1 h 245"/>
                <a:gd name="T58" fmla="*/ 0 w 426"/>
                <a:gd name="T59" fmla="*/ 1 h 245"/>
                <a:gd name="T60" fmla="*/ 0 w 426"/>
                <a:gd name="T61" fmla="*/ 1 h 245"/>
                <a:gd name="T62" fmla="*/ 0 w 426"/>
                <a:gd name="T63" fmla="*/ 1 h 245"/>
                <a:gd name="T64" fmla="*/ 0 w 426"/>
                <a:gd name="T65" fmla="*/ 0 h 245"/>
                <a:gd name="T66" fmla="*/ 0 w 426"/>
                <a:gd name="T67" fmla="*/ 0 h 245"/>
                <a:gd name="T68" fmla="*/ 0 w 426"/>
                <a:gd name="T69" fmla="*/ 0 h 245"/>
                <a:gd name="T70" fmla="*/ 0 w 426"/>
                <a:gd name="T71" fmla="*/ 0 h 245"/>
                <a:gd name="T72" fmla="*/ 0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0" y="0"/>
                  </a:moveTo>
                  <a:lnTo>
                    <a:pt x="0" y="0"/>
                  </a:lnTo>
                  <a:lnTo>
                    <a:pt x="3" y="25"/>
                  </a:lnTo>
                  <a:lnTo>
                    <a:pt x="9" y="50"/>
                  </a:lnTo>
                  <a:lnTo>
                    <a:pt x="19" y="73"/>
                  </a:lnTo>
                  <a:lnTo>
                    <a:pt x="34" y="96"/>
                  </a:lnTo>
                  <a:lnTo>
                    <a:pt x="52" y="118"/>
                  </a:lnTo>
                  <a:lnTo>
                    <a:pt x="74" y="138"/>
                  </a:lnTo>
                  <a:lnTo>
                    <a:pt x="99" y="156"/>
                  </a:lnTo>
                  <a:lnTo>
                    <a:pt x="126" y="174"/>
                  </a:lnTo>
                  <a:lnTo>
                    <a:pt x="157" y="190"/>
                  </a:lnTo>
                  <a:lnTo>
                    <a:pt x="189" y="204"/>
                  </a:lnTo>
                  <a:lnTo>
                    <a:pt x="224" y="215"/>
                  </a:lnTo>
                  <a:lnTo>
                    <a:pt x="262" y="226"/>
                  </a:lnTo>
                  <a:lnTo>
                    <a:pt x="300" y="234"/>
                  </a:lnTo>
                  <a:lnTo>
                    <a:pt x="340" y="240"/>
                  </a:lnTo>
                  <a:lnTo>
                    <a:pt x="384" y="244"/>
                  </a:lnTo>
                  <a:lnTo>
                    <a:pt x="426" y="245"/>
                  </a:lnTo>
                  <a:lnTo>
                    <a:pt x="426" y="233"/>
                  </a:lnTo>
                  <a:lnTo>
                    <a:pt x="384" y="232"/>
                  </a:lnTo>
                  <a:lnTo>
                    <a:pt x="343" y="228"/>
                  </a:lnTo>
                  <a:lnTo>
                    <a:pt x="303" y="222"/>
                  </a:lnTo>
                  <a:lnTo>
                    <a:pt x="264" y="214"/>
                  </a:lnTo>
                  <a:lnTo>
                    <a:pt x="229" y="204"/>
                  </a:lnTo>
                  <a:lnTo>
                    <a:pt x="194" y="192"/>
                  </a:lnTo>
                  <a:lnTo>
                    <a:pt x="162" y="178"/>
                  </a:lnTo>
                  <a:lnTo>
                    <a:pt x="133" y="163"/>
                  </a:lnTo>
                  <a:lnTo>
                    <a:pt x="106" y="146"/>
                  </a:lnTo>
                  <a:lnTo>
                    <a:pt x="81" y="129"/>
                  </a:lnTo>
                  <a:lnTo>
                    <a:pt x="61" y="109"/>
                  </a:lnTo>
                  <a:lnTo>
                    <a:pt x="44" y="89"/>
                  </a:lnTo>
                  <a:lnTo>
                    <a:pt x="31" y="66"/>
                  </a:lnTo>
                  <a:lnTo>
                    <a:pt x="20" y="45"/>
                  </a:lnTo>
                  <a:lnTo>
                    <a:pt x="15" y="2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0489" name="Freeform 35"/>
            <p:cNvSpPr>
              <a:spLocks/>
            </p:cNvSpPr>
            <p:nvPr/>
          </p:nvSpPr>
          <p:spPr bwMode="auto">
            <a:xfrm>
              <a:off x="878" y="1448"/>
              <a:ext cx="792" cy="954"/>
            </a:xfrm>
            <a:custGeom>
              <a:avLst/>
              <a:gdLst>
                <a:gd name="T0" fmla="*/ 13 w 3960"/>
                <a:gd name="T1" fmla="*/ 38 h 4768"/>
                <a:gd name="T2" fmla="*/ 14 w 3960"/>
                <a:gd name="T3" fmla="*/ 38 h 4768"/>
                <a:gd name="T4" fmla="*/ 15 w 3960"/>
                <a:gd name="T5" fmla="*/ 38 h 4768"/>
                <a:gd name="T6" fmla="*/ 15 w 3960"/>
                <a:gd name="T7" fmla="*/ 38 h 4768"/>
                <a:gd name="T8" fmla="*/ 16 w 3960"/>
                <a:gd name="T9" fmla="*/ 38 h 4768"/>
                <a:gd name="T10" fmla="*/ 17 w 3960"/>
                <a:gd name="T11" fmla="*/ 38 h 4768"/>
                <a:gd name="T12" fmla="*/ 17 w 3960"/>
                <a:gd name="T13" fmla="*/ 38 h 4768"/>
                <a:gd name="T14" fmla="*/ 18 w 3960"/>
                <a:gd name="T15" fmla="*/ 38 h 4768"/>
                <a:gd name="T16" fmla="*/ 18 w 3960"/>
                <a:gd name="T17" fmla="*/ 38 h 4768"/>
                <a:gd name="T18" fmla="*/ 29 w 3960"/>
                <a:gd name="T19" fmla="*/ 30 h 4768"/>
                <a:gd name="T20" fmla="*/ 30 w 3960"/>
                <a:gd name="T21" fmla="*/ 30 h 4768"/>
                <a:gd name="T22" fmla="*/ 30 w 3960"/>
                <a:gd name="T23" fmla="*/ 29 h 4768"/>
                <a:gd name="T24" fmla="*/ 31 w 3960"/>
                <a:gd name="T25" fmla="*/ 28 h 4768"/>
                <a:gd name="T26" fmla="*/ 31 w 3960"/>
                <a:gd name="T27" fmla="*/ 28 h 4768"/>
                <a:gd name="T28" fmla="*/ 31 w 3960"/>
                <a:gd name="T29" fmla="*/ 27 h 4768"/>
                <a:gd name="T30" fmla="*/ 32 w 3960"/>
                <a:gd name="T31" fmla="*/ 26 h 4768"/>
                <a:gd name="T32" fmla="*/ 32 w 3960"/>
                <a:gd name="T33" fmla="*/ 25 h 4768"/>
                <a:gd name="T34" fmla="*/ 32 w 3960"/>
                <a:gd name="T35" fmla="*/ 11 h 4768"/>
                <a:gd name="T36" fmla="*/ 32 w 3960"/>
                <a:gd name="T37" fmla="*/ 10 h 4768"/>
                <a:gd name="T38" fmla="*/ 31 w 3960"/>
                <a:gd name="T39" fmla="*/ 9 h 4768"/>
                <a:gd name="T40" fmla="*/ 31 w 3960"/>
                <a:gd name="T41" fmla="*/ 9 h 4768"/>
                <a:gd name="T42" fmla="*/ 31 w 3960"/>
                <a:gd name="T43" fmla="*/ 8 h 4768"/>
                <a:gd name="T44" fmla="*/ 31 w 3960"/>
                <a:gd name="T45" fmla="*/ 8 h 4768"/>
                <a:gd name="T46" fmla="*/ 30 w 3960"/>
                <a:gd name="T47" fmla="*/ 7 h 4768"/>
                <a:gd name="T48" fmla="*/ 30 w 3960"/>
                <a:gd name="T49" fmla="*/ 7 h 4768"/>
                <a:gd name="T50" fmla="*/ 29 w 3960"/>
                <a:gd name="T51" fmla="*/ 6 h 4768"/>
                <a:gd name="T52" fmla="*/ 19 w 3960"/>
                <a:gd name="T53" fmla="*/ 1 h 4768"/>
                <a:gd name="T54" fmla="*/ 18 w 3960"/>
                <a:gd name="T55" fmla="*/ 0 h 4768"/>
                <a:gd name="T56" fmla="*/ 17 w 3960"/>
                <a:gd name="T57" fmla="*/ 0 h 4768"/>
                <a:gd name="T58" fmla="*/ 17 w 3960"/>
                <a:gd name="T59" fmla="*/ 0 h 4768"/>
                <a:gd name="T60" fmla="*/ 16 w 3960"/>
                <a:gd name="T61" fmla="*/ 0 h 4768"/>
                <a:gd name="T62" fmla="*/ 15 w 3960"/>
                <a:gd name="T63" fmla="*/ 0 h 4768"/>
                <a:gd name="T64" fmla="*/ 14 w 3960"/>
                <a:gd name="T65" fmla="*/ 0 h 4768"/>
                <a:gd name="T66" fmla="*/ 14 w 3960"/>
                <a:gd name="T67" fmla="*/ 0 h 4768"/>
                <a:gd name="T68" fmla="*/ 2 w 3960"/>
                <a:gd name="T69" fmla="*/ 6 h 4768"/>
                <a:gd name="T70" fmla="*/ 2 w 3960"/>
                <a:gd name="T71" fmla="*/ 7 h 4768"/>
                <a:gd name="T72" fmla="*/ 1 w 3960"/>
                <a:gd name="T73" fmla="*/ 7 h 4768"/>
                <a:gd name="T74" fmla="*/ 1 w 3960"/>
                <a:gd name="T75" fmla="*/ 8 h 4768"/>
                <a:gd name="T76" fmla="*/ 1 w 3960"/>
                <a:gd name="T77" fmla="*/ 8 h 4768"/>
                <a:gd name="T78" fmla="*/ 0 w 3960"/>
                <a:gd name="T79" fmla="*/ 9 h 4768"/>
                <a:gd name="T80" fmla="*/ 0 w 3960"/>
                <a:gd name="T81" fmla="*/ 9 h 4768"/>
                <a:gd name="T82" fmla="*/ 0 w 3960"/>
                <a:gd name="T83" fmla="*/ 10 h 4768"/>
                <a:gd name="T84" fmla="*/ 0 w 3960"/>
                <a:gd name="T85" fmla="*/ 11 h 4768"/>
                <a:gd name="T86" fmla="*/ 0 w 3960"/>
                <a:gd name="T87" fmla="*/ 25 h 4768"/>
                <a:gd name="T88" fmla="*/ 0 w 3960"/>
                <a:gd name="T89" fmla="*/ 26 h 4768"/>
                <a:gd name="T90" fmla="*/ 0 w 3960"/>
                <a:gd name="T91" fmla="*/ 27 h 4768"/>
                <a:gd name="T92" fmla="*/ 1 w 3960"/>
                <a:gd name="T93" fmla="*/ 28 h 4768"/>
                <a:gd name="T94" fmla="*/ 1 w 3960"/>
                <a:gd name="T95" fmla="*/ 29 h 4768"/>
                <a:gd name="T96" fmla="*/ 1 w 3960"/>
                <a:gd name="T97" fmla="*/ 29 h 4768"/>
                <a:gd name="T98" fmla="*/ 2 w 3960"/>
                <a:gd name="T99" fmla="*/ 30 h 4768"/>
                <a:gd name="T100" fmla="*/ 3 w 3960"/>
                <a:gd name="T101" fmla="*/ 31 h 4768"/>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w 3960"/>
                <a:gd name="T154" fmla="*/ 0 h 4768"/>
                <a:gd name="T155" fmla="*/ 3960 w 3960"/>
                <a:gd name="T156" fmla="*/ 4768 h 4768"/>
              </a:gdLst>
              <a:ahLst/>
              <a:cxnLst>
                <a:cxn ang="T102">
                  <a:pos x="T0" y="T1"/>
                </a:cxn>
                <a:cxn ang="T103">
                  <a:pos x="T2" y="T3"/>
                </a:cxn>
                <a:cxn ang="T104">
                  <a:pos x="T4" y="T5"/>
                </a:cxn>
                <a:cxn ang="T105">
                  <a:pos x="T6" y="T7"/>
                </a:cxn>
                <a:cxn ang="T106">
                  <a:pos x="T8" y="T9"/>
                </a:cxn>
                <a:cxn ang="T107">
                  <a:pos x="T10" y="T11"/>
                </a:cxn>
                <a:cxn ang="T108">
                  <a:pos x="T12" y="T13"/>
                </a:cxn>
                <a:cxn ang="T109">
                  <a:pos x="T14" y="T15"/>
                </a:cxn>
                <a:cxn ang="T110">
                  <a:pos x="T16" y="T17"/>
                </a:cxn>
                <a:cxn ang="T111">
                  <a:pos x="T18" y="T19"/>
                </a:cxn>
                <a:cxn ang="T112">
                  <a:pos x="T20" y="T21"/>
                </a:cxn>
                <a:cxn ang="T113">
                  <a:pos x="T22" y="T23"/>
                </a:cxn>
                <a:cxn ang="T114">
                  <a:pos x="T24" y="T25"/>
                </a:cxn>
                <a:cxn ang="T115">
                  <a:pos x="T26" y="T27"/>
                </a:cxn>
                <a:cxn ang="T116">
                  <a:pos x="T28" y="T29"/>
                </a:cxn>
                <a:cxn ang="T117">
                  <a:pos x="T30" y="T31"/>
                </a:cxn>
                <a:cxn ang="T118">
                  <a:pos x="T32" y="T33"/>
                </a:cxn>
                <a:cxn ang="T119">
                  <a:pos x="T34" y="T35"/>
                </a:cxn>
                <a:cxn ang="T120">
                  <a:pos x="T36" y="T37"/>
                </a:cxn>
                <a:cxn ang="T121">
                  <a:pos x="T38" y="T39"/>
                </a:cxn>
                <a:cxn ang="T122">
                  <a:pos x="T40" y="T41"/>
                </a:cxn>
                <a:cxn ang="T123">
                  <a:pos x="T42" y="T43"/>
                </a:cxn>
                <a:cxn ang="T124">
                  <a:pos x="T44" y="T45"/>
                </a:cxn>
                <a:cxn ang="T125">
                  <a:pos x="T46" y="T47"/>
                </a:cxn>
                <a:cxn ang="T126">
                  <a:pos x="T48" y="T49"/>
                </a:cxn>
                <a:cxn ang="T127">
                  <a:pos x="T50" y="T51"/>
                </a:cxn>
                <a:cxn ang="T128">
                  <a:pos x="T52" y="T53"/>
                </a:cxn>
                <a:cxn ang="T129">
                  <a:pos x="T54" y="T55"/>
                </a:cxn>
                <a:cxn ang="T130">
                  <a:pos x="T56" y="T57"/>
                </a:cxn>
                <a:cxn ang="T131">
                  <a:pos x="T58" y="T59"/>
                </a:cxn>
                <a:cxn ang="T132">
                  <a:pos x="T60" y="T61"/>
                </a:cxn>
                <a:cxn ang="T133">
                  <a:pos x="T62" y="T63"/>
                </a:cxn>
                <a:cxn ang="T134">
                  <a:pos x="T64" y="T65"/>
                </a:cxn>
                <a:cxn ang="T135">
                  <a:pos x="T66" y="T67"/>
                </a:cxn>
                <a:cxn ang="T136">
                  <a:pos x="T68" y="T69"/>
                </a:cxn>
                <a:cxn ang="T137">
                  <a:pos x="T70" y="T71"/>
                </a:cxn>
                <a:cxn ang="T138">
                  <a:pos x="T72" y="T73"/>
                </a:cxn>
                <a:cxn ang="T139">
                  <a:pos x="T74" y="T75"/>
                </a:cxn>
                <a:cxn ang="T140">
                  <a:pos x="T76" y="T77"/>
                </a:cxn>
                <a:cxn ang="T141">
                  <a:pos x="T78" y="T79"/>
                </a:cxn>
                <a:cxn ang="T142">
                  <a:pos x="T80" y="T81"/>
                </a:cxn>
                <a:cxn ang="T143">
                  <a:pos x="T82" y="T83"/>
                </a:cxn>
                <a:cxn ang="T144">
                  <a:pos x="T84" y="T85"/>
                </a:cxn>
                <a:cxn ang="T145">
                  <a:pos x="T86" y="T87"/>
                </a:cxn>
                <a:cxn ang="T146">
                  <a:pos x="T88" y="T89"/>
                </a:cxn>
                <a:cxn ang="T147">
                  <a:pos x="T90" y="T91"/>
                </a:cxn>
                <a:cxn ang="T148">
                  <a:pos x="T92" y="T93"/>
                </a:cxn>
                <a:cxn ang="T149">
                  <a:pos x="T94" y="T95"/>
                </a:cxn>
                <a:cxn ang="T150">
                  <a:pos x="T96" y="T97"/>
                </a:cxn>
                <a:cxn ang="T151">
                  <a:pos x="T98" y="T99"/>
                </a:cxn>
                <a:cxn ang="T152">
                  <a:pos x="T100" y="T101"/>
                </a:cxn>
              </a:cxnLst>
              <a:rect l="T153" t="T154" r="T155" b="T156"/>
              <a:pathLst>
                <a:path w="3960" h="4768">
                  <a:moveTo>
                    <a:pt x="353" y="3849"/>
                  </a:moveTo>
                  <a:lnTo>
                    <a:pt x="1661" y="4700"/>
                  </a:lnTo>
                  <a:lnTo>
                    <a:pt x="1697" y="4717"/>
                  </a:lnTo>
                  <a:lnTo>
                    <a:pt x="1736" y="4731"/>
                  </a:lnTo>
                  <a:lnTo>
                    <a:pt x="1776" y="4742"/>
                  </a:lnTo>
                  <a:lnTo>
                    <a:pt x="1818" y="4753"/>
                  </a:lnTo>
                  <a:lnTo>
                    <a:pt x="1860" y="4760"/>
                  </a:lnTo>
                  <a:lnTo>
                    <a:pt x="1902" y="4765"/>
                  </a:lnTo>
                  <a:lnTo>
                    <a:pt x="1946" y="4768"/>
                  </a:lnTo>
                  <a:lnTo>
                    <a:pt x="1988" y="4768"/>
                  </a:lnTo>
                  <a:lnTo>
                    <a:pt x="2031" y="4767"/>
                  </a:lnTo>
                  <a:lnTo>
                    <a:pt x="2073" y="4763"/>
                  </a:lnTo>
                  <a:lnTo>
                    <a:pt x="2114" y="4758"/>
                  </a:lnTo>
                  <a:lnTo>
                    <a:pt x="2154" y="4751"/>
                  </a:lnTo>
                  <a:lnTo>
                    <a:pt x="2193" y="4740"/>
                  </a:lnTo>
                  <a:lnTo>
                    <a:pt x="2230" y="4729"/>
                  </a:lnTo>
                  <a:lnTo>
                    <a:pt x="2264" y="4715"/>
                  </a:lnTo>
                  <a:lnTo>
                    <a:pt x="2297" y="4700"/>
                  </a:lnTo>
                  <a:lnTo>
                    <a:pt x="3639" y="3825"/>
                  </a:lnTo>
                  <a:lnTo>
                    <a:pt x="3673" y="3795"/>
                  </a:lnTo>
                  <a:lnTo>
                    <a:pt x="3707" y="3761"/>
                  </a:lnTo>
                  <a:lnTo>
                    <a:pt x="3738" y="3725"/>
                  </a:lnTo>
                  <a:lnTo>
                    <a:pt x="3768" y="3685"/>
                  </a:lnTo>
                  <a:lnTo>
                    <a:pt x="3796" y="3644"/>
                  </a:lnTo>
                  <a:lnTo>
                    <a:pt x="3821" y="3599"/>
                  </a:lnTo>
                  <a:lnTo>
                    <a:pt x="3846" y="3553"/>
                  </a:lnTo>
                  <a:lnTo>
                    <a:pt x="3868" y="3505"/>
                  </a:lnTo>
                  <a:lnTo>
                    <a:pt x="3888" y="3456"/>
                  </a:lnTo>
                  <a:lnTo>
                    <a:pt x="3907" y="3406"/>
                  </a:lnTo>
                  <a:lnTo>
                    <a:pt x="3922" y="3354"/>
                  </a:lnTo>
                  <a:lnTo>
                    <a:pt x="3935" y="3303"/>
                  </a:lnTo>
                  <a:lnTo>
                    <a:pt x="3946" y="3250"/>
                  </a:lnTo>
                  <a:lnTo>
                    <a:pt x="3953" y="3197"/>
                  </a:lnTo>
                  <a:lnTo>
                    <a:pt x="3957" y="3144"/>
                  </a:lnTo>
                  <a:lnTo>
                    <a:pt x="3960" y="3092"/>
                  </a:lnTo>
                  <a:lnTo>
                    <a:pt x="3959" y="1313"/>
                  </a:lnTo>
                  <a:lnTo>
                    <a:pt x="3955" y="1271"/>
                  </a:lnTo>
                  <a:lnTo>
                    <a:pt x="3949" y="1229"/>
                  </a:lnTo>
                  <a:lnTo>
                    <a:pt x="3941" y="1189"/>
                  </a:lnTo>
                  <a:lnTo>
                    <a:pt x="3930" y="1149"/>
                  </a:lnTo>
                  <a:lnTo>
                    <a:pt x="3918" y="1111"/>
                  </a:lnTo>
                  <a:lnTo>
                    <a:pt x="3902" y="1075"/>
                  </a:lnTo>
                  <a:lnTo>
                    <a:pt x="3886" y="1040"/>
                  </a:lnTo>
                  <a:lnTo>
                    <a:pt x="3867" y="1006"/>
                  </a:lnTo>
                  <a:lnTo>
                    <a:pt x="3846" y="973"/>
                  </a:lnTo>
                  <a:lnTo>
                    <a:pt x="3823" y="942"/>
                  </a:lnTo>
                  <a:lnTo>
                    <a:pt x="3798" y="913"/>
                  </a:lnTo>
                  <a:lnTo>
                    <a:pt x="3771" y="886"/>
                  </a:lnTo>
                  <a:lnTo>
                    <a:pt x="3743" y="860"/>
                  </a:lnTo>
                  <a:lnTo>
                    <a:pt x="3714" y="837"/>
                  </a:lnTo>
                  <a:lnTo>
                    <a:pt x="3682" y="816"/>
                  </a:lnTo>
                  <a:lnTo>
                    <a:pt x="3649" y="796"/>
                  </a:lnTo>
                  <a:lnTo>
                    <a:pt x="2386" y="83"/>
                  </a:lnTo>
                  <a:lnTo>
                    <a:pt x="2350" y="65"/>
                  </a:lnTo>
                  <a:lnTo>
                    <a:pt x="2310" y="50"/>
                  </a:lnTo>
                  <a:lnTo>
                    <a:pt x="2268" y="36"/>
                  </a:lnTo>
                  <a:lnTo>
                    <a:pt x="2223" y="24"/>
                  </a:lnTo>
                  <a:lnTo>
                    <a:pt x="2178" y="15"/>
                  </a:lnTo>
                  <a:lnTo>
                    <a:pt x="2131" y="8"/>
                  </a:lnTo>
                  <a:lnTo>
                    <a:pt x="2082" y="3"/>
                  </a:lnTo>
                  <a:lnTo>
                    <a:pt x="2032" y="0"/>
                  </a:lnTo>
                  <a:lnTo>
                    <a:pt x="1982" y="1"/>
                  </a:lnTo>
                  <a:lnTo>
                    <a:pt x="1933" y="3"/>
                  </a:lnTo>
                  <a:lnTo>
                    <a:pt x="1882" y="9"/>
                  </a:lnTo>
                  <a:lnTo>
                    <a:pt x="1833" y="17"/>
                  </a:lnTo>
                  <a:lnTo>
                    <a:pt x="1785" y="29"/>
                  </a:lnTo>
                  <a:lnTo>
                    <a:pt x="1737" y="43"/>
                  </a:lnTo>
                  <a:lnTo>
                    <a:pt x="1691" y="62"/>
                  </a:lnTo>
                  <a:lnTo>
                    <a:pt x="1647" y="83"/>
                  </a:lnTo>
                  <a:lnTo>
                    <a:pt x="311" y="782"/>
                  </a:lnTo>
                  <a:lnTo>
                    <a:pt x="276" y="803"/>
                  </a:lnTo>
                  <a:lnTo>
                    <a:pt x="243" y="826"/>
                  </a:lnTo>
                  <a:lnTo>
                    <a:pt x="213" y="852"/>
                  </a:lnTo>
                  <a:lnTo>
                    <a:pt x="184" y="879"/>
                  </a:lnTo>
                  <a:lnTo>
                    <a:pt x="155" y="908"/>
                  </a:lnTo>
                  <a:lnTo>
                    <a:pt x="131" y="939"/>
                  </a:lnTo>
                  <a:lnTo>
                    <a:pt x="107" y="971"/>
                  </a:lnTo>
                  <a:lnTo>
                    <a:pt x="86" y="1005"/>
                  </a:lnTo>
                  <a:lnTo>
                    <a:pt x="68" y="1040"/>
                  </a:lnTo>
                  <a:lnTo>
                    <a:pt x="50" y="1076"/>
                  </a:lnTo>
                  <a:lnTo>
                    <a:pt x="36" y="1115"/>
                  </a:lnTo>
                  <a:lnTo>
                    <a:pt x="23" y="1153"/>
                  </a:lnTo>
                  <a:lnTo>
                    <a:pt x="14" y="1195"/>
                  </a:lnTo>
                  <a:lnTo>
                    <a:pt x="7" y="1236"/>
                  </a:lnTo>
                  <a:lnTo>
                    <a:pt x="2" y="1279"/>
                  </a:lnTo>
                  <a:lnTo>
                    <a:pt x="0" y="1322"/>
                  </a:lnTo>
                  <a:lnTo>
                    <a:pt x="0" y="3093"/>
                  </a:lnTo>
                  <a:lnTo>
                    <a:pt x="2" y="3147"/>
                  </a:lnTo>
                  <a:lnTo>
                    <a:pt x="7" y="3202"/>
                  </a:lnTo>
                  <a:lnTo>
                    <a:pt x="15" y="3257"/>
                  </a:lnTo>
                  <a:lnTo>
                    <a:pt x="27" y="3312"/>
                  </a:lnTo>
                  <a:lnTo>
                    <a:pt x="42" y="3366"/>
                  </a:lnTo>
                  <a:lnTo>
                    <a:pt x="59" y="3420"/>
                  </a:lnTo>
                  <a:lnTo>
                    <a:pt x="79" y="3474"/>
                  </a:lnTo>
                  <a:lnTo>
                    <a:pt x="102" y="3525"/>
                  </a:lnTo>
                  <a:lnTo>
                    <a:pt x="127" y="3576"/>
                  </a:lnTo>
                  <a:lnTo>
                    <a:pt x="154" y="3624"/>
                  </a:lnTo>
                  <a:lnTo>
                    <a:pt x="184" y="3670"/>
                  </a:lnTo>
                  <a:lnTo>
                    <a:pt x="214" y="3712"/>
                  </a:lnTo>
                  <a:lnTo>
                    <a:pt x="247" y="3752"/>
                  </a:lnTo>
                  <a:lnTo>
                    <a:pt x="281" y="3788"/>
                  </a:lnTo>
                  <a:lnTo>
                    <a:pt x="317" y="3821"/>
                  </a:lnTo>
                  <a:lnTo>
                    <a:pt x="353" y="384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0490" name="Freeform 36"/>
            <p:cNvSpPr>
              <a:spLocks/>
            </p:cNvSpPr>
            <p:nvPr/>
          </p:nvSpPr>
          <p:spPr bwMode="auto">
            <a:xfrm>
              <a:off x="943" y="2210"/>
              <a:ext cx="276" cy="187"/>
            </a:xfrm>
            <a:custGeom>
              <a:avLst/>
              <a:gdLst>
                <a:gd name="T0" fmla="*/ 11 w 1380"/>
                <a:gd name="T1" fmla="*/ 7 h 937"/>
                <a:gd name="T2" fmla="*/ 11 w 1380"/>
                <a:gd name="T3" fmla="*/ 7 h 937"/>
                <a:gd name="T4" fmla="*/ 0 w 1380"/>
                <a:gd name="T5" fmla="*/ 0 h 937"/>
                <a:gd name="T6" fmla="*/ 0 w 1380"/>
                <a:gd name="T7" fmla="*/ 1 h 937"/>
                <a:gd name="T8" fmla="*/ 10 w 1380"/>
                <a:gd name="T9" fmla="*/ 7 h 937"/>
                <a:gd name="T10" fmla="*/ 10 w 1380"/>
                <a:gd name="T11" fmla="*/ 7 h 937"/>
                <a:gd name="T12" fmla="*/ 10 w 1380"/>
                <a:gd name="T13" fmla="*/ 7 h 937"/>
                <a:gd name="T14" fmla="*/ 11 w 1380"/>
                <a:gd name="T15" fmla="*/ 7 h 937"/>
                <a:gd name="T16" fmla="*/ 11 w 1380"/>
                <a:gd name="T17" fmla="*/ 7 h 937"/>
                <a:gd name="T18" fmla="*/ 11 w 1380"/>
                <a:gd name="T19" fmla="*/ 7 h 937"/>
                <a:gd name="T20" fmla="*/ 11 w 1380"/>
                <a:gd name="T21" fmla="*/ 7 h 937"/>
                <a:gd name="T22" fmla="*/ 11 w 1380"/>
                <a:gd name="T23" fmla="*/ 7 h 937"/>
                <a:gd name="T24" fmla="*/ 11 w 1380"/>
                <a:gd name="T25" fmla="*/ 7 h 937"/>
                <a:gd name="T26" fmla="*/ 11 w 1380"/>
                <a:gd name="T27" fmla="*/ 7 h 937"/>
                <a:gd name="T28" fmla="*/ 11 w 1380"/>
                <a:gd name="T29" fmla="*/ 7 h 937"/>
                <a:gd name="T30" fmla="*/ 11 w 1380"/>
                <a:gd name="T31" fmla="*/ 7 h 93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80"/>
                <a:gd name="T49" fmla="*/ 0 h 937"/>
                <a:gd name="T50" fmla="*/ 1380 w 1380"/>
                <a:gd name="T51" fmla="*/ 937 h 93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80" h="937">
                  <a:moveTo>
                    <a:pt x="1354" y="848"/>
                  </a:moveTo>
                  <a:lnTo>
                    <a:pt x="1359" y="851"/>
                  </a:lnTo>
                  <a:lnTo>
                    <a:pt x="51" y="0"/>
                  </a:lnTo>
                  <a:lnTo>
                    <a:pt x="0" y="78"/>
                  </a:lnTo>
                  <a:lnTo>
                    <a:pt x="1307" y="929"/>
                  </a:lnTo>
                  <a:lnTo>
                    <a:pt x="1312" y="932"/>
                  </a:lnTo>
                  <a:lnTo>
                    <a:pt x="1307" y="929"/>
                  </a:lnTo>
                  <a:lnTo>
                    <a:pt x="1326" y="937"/>
                  </a:lnTo>
                  <a:lnTo>
                    <a:pt x="1345" y="936"/>
                  </a:lnTo>
                  <a:lnTo>
                    <a:pt x="1360" y="929"/>
                  </a:lnTo>
                  <a:lnTo>
                    <a:pt x="1372" y="916"/>
                  </a:lnTo>
                  <a:lnTo>
                    <a:pt x="1379" y="899"/>
                  </a:lnTo>
                  <a:lnTo>
                    <a:pt x="1380" y="883"/>
                  </a:lnTo>
                  <a:lnTo>
                    <a:pt x="1374" y="865"/>
                  </a:lnTo>
                  <a:lnTo>
                    <a:pt x="1359" y="851"/>
                  </a:lnTo>
                  <a:lnTo>
                    <a:pt x="1354" y="84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0491" name="Freeform 37"/>
            <p:cNvSpPr>
              <a:spLocks/>
            </p:cNvSpPr>
            <p:nvPr/>
          </p:nvSpPr>
          <p:spPr bwMode="auto">
            <a:xfrm>
              <a:off x="1206" y="2379"/>
              <a:ext cx="140" cy="32"/>
            </a:xfrm>
            <a:custGeom>
              <a:avLst/>
              <a:gdLst>
                <a:gd name="T0" fmla="*/ 5 w 703"/>
                <a:gd name="T1" fmla="*/ 0 h 162"/>
                <a:gd name="T2" fmla="*/ 5 w 703"/>
                <a:gd name="T3" fmla="*/ 0 h 162"/>
                <a:gd name="T4" fmla="*/ 5 w 703"/>
                <a:gd name="T5" fmla="*/ 0 h 162"/>
                <a:gd name="T6" fmla="*/ 5 w 703"/>
                <a:gd name="T7" fmla="*/ 0 h 162"/>
                <a:gd name="T8" fmla="*/ 4 w 703"/>
                <a:gd name="T9" fmla="*/ 0 h 162"/>
                <a:gd name="T10" fmla="*/ 4 w 703"/>
                <a:gd name="T11" fmla="*/ 0 h 162"/>
                <a:gd name="T12" fmla="*/ 4 w 703"/>
                <a:gd name="T13" fmla="*/ 0 h 162"/>
                <a:gd name="T14" fmla="*/ 3 w 703"/>
                <a:gd name="T15" fmla="*/ 1 h 162"/>
                <a:gd name="T16" fmla="*/ 3 w 703"/>
                <a:gd name="T17" fmla="*/ 1 h 162"/>
                <a:gd name="T18" fmla="*/ 3 w 703"/>
                <a:gd name="T19" fmla="*/ 1 h 162"/>
                <a:gd name="T20" fmla="*/ 2 w 703"/>
                <a:gd name="T21" fmla="*/ 1 h 162"/>
                <a:gd name="T22" fmla="*/ 2 w 703"/>
                <a:gd name="T23" fmla="*/ 1 h 162"/>
                <a:gd name="T24" fmla="*/ 2 w 703"/>
                <a:gd name="T25" fmla="*/ 0 h 162"/>
                <a:gd name="T26" fmla="*/ 1 w 703"/>
                <a:gd name="T27" fmla="*/ 0 h 162"/>
                <a:gd name="T28" fmla="*/ 1 w 703"/>
                <a:gd name="T29" fmla="*/ 0 h 162"/>
                <a:gd name="T30" fmla="*/ 1 w 703"/>
                <a:gd name="T31" fmla="*/ 0 h 162"/>
                <a:gd name="T32" fmla="*/ 1 w 703"/>
                <a:gd name="T33" fmla="*/ 0 h 162"/>
                <a:gd name="T34" fmla="*/ 0 w 703"/>
                <a:gd name="T35" fmla="*/ 0 h 162"/>
                <a:gd name="T36" fmla="*/ 0 w 703"/>
                <a:gd name="T37" fmla="*/ 1 h 162"/>
                <a:gd name="T38" fmla="*/ 0 w 703"/>
                <a:gd name="T39" fmla="*/ 1 h 162"/>
                <a:gd name="T40" fmla="*/ 1 w 703"/>
                <a:gd name="T41" fmla="*/ 1 h 162"/>
                <a:gd name="T42" fmla="*/ 1 w 703"/>
                <a:gd name="T43" fmla="*/ 1 h 162"/>
                <a:gd name="T44" fmla="*/ 1 w 703"/>
                <a:gd name="T45" fmla="*/ 1 h 162"/>
                <a:gd name="T46" fmla="*/ 2 w 703"/>
                <a:gd name="T47" fmla="*/ 1 h 162"/>
                <a:gd name="T48" fmla="*/ 2 w 703"/>
                <a:gd name="T49" fmla="*/ 1 h 162"/>
                <a:gd name="T50" fmla="*/ 2 w 703"/>
                <a:gd name="T51" fmla="*/ 1 h 162"/>
                <a:gd name="T52" fmla="*/ 3 w 703"/>
                <a:gd name="T53" fmla="*/ 1 h 162"/>
                <a:gd name="T54" fmla="*/ 3 w 703"/>
                <a:gd name="T55" fmla="*/ 1 h 162"/>
                <a:gd name="T56" fmla="*/ 3 w 703"/>
                <a:gd name="T57" fmla="*/ 1 h 162"/>
                <a:gd name="T58" fmla="*/ 4 w 703"/>
                <a:gd name="T59" fmla="*/ 1 h 162"/>
                <a:gd name="T60" fmla="*/ 4 w 703"/>
                <a:gd name="T61" fmla="*/ 1 h 162"/>
                <a:gd name="T62" fmla="*/ 5 w 703"/>
                <a:gd name="T63" fmla="*/ 1 h 162"/>
                <a:gd name="T64" fmla="*/ 5 w 703"/>
                <a:gd name="T65" fmla="*/ 1 h 162"/>
                <a:gd name="T66" fmla="*/ 5 w 703"/>
                <a:gd name="T67" fmla="*/ 1 h 162"/>
                <a:gd name="T68" fmla="*/ 5 w 703"/>
                <a:gd name="T69" fmla="*/ 1 h 162"/>
                <a:gd name="T70" fmla="*/ 5 w 703"/>
                <a:gd name="T71" fmla="*/ 1 h 162"/>
                <a:gd name="T72" fmla="*/ 5 w 703"/>
                <a:gd name="T73" fmla="*/ 1 h 162"/>
                <a:gd name="T74" fmla="*/ 5 w 703"/>
                <a:gd name="T75" fmla="*/ 1 h 162"/>
                <a:gd name="T76" fmla="*/ 6 w 703"/>
                <a:gd name="T77" fmla="*/ 0 h 162"/>
                <a:gd name="T78" fmla="*/ 6 w 703"/>
                <a:gd name="T79" fmla="*/ 0 h 162"/>
                <a:gd name="T80" fmla="*/ 6 w 703"/>
                <a:gd name="T81" fmla="*/ 0 h 162"/>
                <a:gd name="T82" fmla="*/ 5 w 703"/>
                <a:gd name="T83" fmla="*/ 0 h 162"/>
                <a:gd name="T84" fmla="*/ 5 w 703"/>
                <a:gd name="T85" fmla="*/ 0 h 162"/>
                <a:gd name="T86" fmla="*/ 5 w 703"/>
                <a:gd name="T87" fmla="*/ 0 h 162"/>
                <a:gd name="T88" fmla="*/ 5 w 703"/>
                <a:gd name="T89" fmla="*/ 0 h 162"/>
                <a:gd name="T90" fmla="*/ 5 w 703"/>
                <a:gd name="T91" fmla="*/ 0 h 162"/>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703"/>
                <a:gd name="T139" fmla="*/ 0 h 162"/>
                <a:gd name="T140" fmla="*/ 703 w 703"/>
                <a:gd name="T141" fmla="*/ 162 h 162"/>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703" h="162">
                  <a:moveTo>
                    <a:pt x="631" y="8"/>
                  </a:moveTo>
                  <a:lnTo>
                    <a:pt x="636" y="6"/>
                  </a:lnTo>
                  <a:lnTo>
                    <a:pt x="606" y="20"/>
                  </a:lnTo>
                  <a:lnTo>
                    <a:pt x="575" y="32"/>
                  </a:lnTo>
                  <a:lnTo>
                    <a:pt x="540" y="42"/>
                  </a:lnTo>
                  <a:lnTo>
                    <a:pt x="504" y="52"/>
                  </a:lnTo>
                  <a:lnTo>
                    <a:pt x="467" y="59"/>
                  </a:lnTo>
                  <a:lnTo>
                    <a:pt x="428" y="64"/>
                  </a:lnTo>
                  <a:lnTo>
                    <a:pt x="389" y="67"/>
                  </a:lnTo>
                  <a:lnTo>
                    <a:pt x="348" y="68"/>
                  </a:lnTo>
                  <a:lnTo>
                    <a:pt x="308" y="68"/>
                  </a:lnTo>
                  <a:lnTo>
                    <a:pt x="267" y="65"/>
                  </a:lnTo>
                  <a:lnTo>
                    <a:pt x="226" y="61"/>
                  </a:lnTo>
                  <a:lnTo>
                    <a:pt x="187" y="54"/>
                  </a:lnTo>
                  <a:lnTo>
                    <a:pt x="148" y="44"/>
                  </a:lnTo>
                  <a:lnTo>
                    <a:pt x="110" y="33"/>
                  </a:lnTo>
                  <a:lnTo>
                    <a:pt x="75" y="20"/>
                  </a:lnTo>
                  <a:lnTo>
                    <a:pt x="42" y="5"/>
                  </a:lnTo>
                  <a:lnTo>
                    <a:pt x="0" y="89"/>
                  </a:lnTo>
                  <a:lnTo>
                    <a:pt x="40" y="107"/>
                  </a:lnTo>
                  <a:lnTo>
                    <a:pt x="82" y="122"/>
                  </a:lnTo>
                  <a:lnTo>
                    <a:pt x="124" y="135"/>
                  </a:lnTo>
                  <a:lnTo>
                    <a:pt x="169" y="146"/>
                  </a:lnTo>
                  <a:lnTo>
                    <a:pt x="214" y="153"/>
                  </a:lnTo>
                  <a:lnTo>
                    <a:pt x="258" y="158"/>
                  </a:lnTo>
                  <a:lnTo>
                    <a:pt x="303" y="162"/>
                  </a:lnTo>
                  <a:lnTo>
                    <a:pt x="348" y="162"/>
                  </a:lnTo>
                  <a:lnTo>
                    <a:pt x="394" y="161"/>
                  </a:lnTo>
                  <a:lnTo>
                    <a:pt x="439" y="157"/>
                  </a:lnTo>
                  <a:lnTo>
                    <a:pt x="481" y="150"/>
                  </a:lnTo>
                  <a:lnTo>
                    <a:pt x="525" y="143"/>
                  </a:lnTo>
                  <a:lnTo>
                    <a:pt x="566" y="132"/>
                  </a:lnTo>
                  <a:lnTo>
                    <a:pt x="606" y="121"/>
                  </a:lnTo>
                  <a:lnTo>
                    <a:pt x="643" y="105"/>
                  </a:lnTo>
                  <a:lnTo>
                    <a:pt x="678" y="88"/>
                  </a:lnTo>
                  <a:lnTo>
                    <a:pt x="683" y="86"/>
                  </a:lnTo>
                  <a:lnTo>
                    <a:pt x="678" y="88"/>
                  </a:lnTo>
                  <a:lnTo>
                    <a:pt x="695" y="75"/>
                  </a:lnTo>
                  <a:lnTo>
                    <a:pt x="702" y="60"/>
                  </a:lnTo>
                  <a:lnTo>
                    <a:pt x="703" y="42"/>
                  </a:lnTo>
                  <a:lnTo>
                    <a:pt x="698" y="26"/>
                  </a:lnTo>
                  <a:lnTo>
                    <a:pt x="688" y="12"/>
                  </a:lnTo>
                  <a:lnTo>
                    <a:pt x="674" y="3"/>
                  </a:lnTo>
                  <a:lnTo>
                    <a:pt x="656" y="0"/>
                  </a:lnTo>
                  <a:lnTo>
                    <a:pt x="636" y="6"/>
                  </a:lnTo>
                  <a:lnTo>
                    <a:pt x="631"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0492" name="Freeform 38"/>
            <p:cNvSpPr>
              <a:spLocks/>
            </p:cNvSpPr>
            <p:nvPr/>
          </p:nvSpPr>
          <p:spPr bwMode="auto">
            <a:xfrm>
              <a:off x="1332" y="2204"/>
              <a:ext cx="283" cy="192"/>
            </a:xfrm>
            <a:custGeom>
              <a:avLst/>
              <a:gdLst>
                <a:gd name="T0" fmla="*/ 11 w 1415"/>
                <a:gd name="T1" fmla="*/ 0 h 960"/>
                <a:gd name="T2" fmla="*/ 11 w 1415"/>
                <a:gd name="T3" fmla="*/ 0 h 960"/>
                <a:gd name="T4" fmla="*/ 0 w 1415"/>
                <a:gd name="T5" fmla="*/ 7 h 960"/>
                <a:gd name="T6" fmla="*/ 0 w 1415"/>
                <a:gd name="T7" fmla="*/ 8 h 960"/>
                <a:gd name="T8" fmla="*/ 11 w 1415"/>
                <a:gd name="T9" fmla="*/ 1 h 960"/>
                <a:gd name="T10" fmla="*/ 11 w 1415"/>
                <a:gd name="T11" fmla="*/ 1 h 960"/>
                <a:gd name="T12" fmla="*/ 11 w 1415"/>
                <a:gd name="T13" fmla="*/ 1 h 960"/>
                <a:gd name="T14" fmla="*/ 11 w 1415"/>
                <a:gd name="T15" fmla="*/ 1 h 960"/>
                <a:gd name="T16" fmla="*/ 11 w 1415"/>
                <a:gd name="T17" fmla="*/ 0 h 960"/>
                <a:gd name="T18" fmla="*/ 11 w 1415"/>
                <a:gd name="T19" fmla="*/ 0 h 960"/>
                <a:gd name="T20" fmla="*/ 11 w 1415"/>
                <a:gd name="T21" fmla="*/ 0 h 960"/>
                <a:gd name="T22" fmla="*/ 11 w 1415"/>
                <a:gd name="T23" fmla="*/ 0 h 960"/>
                <a:gd name="T24" fmla="*/ 11 w 1415"/>
                <a:gd name="T25" fmla="*/ 0 h 960"/>
                <a:gd name="T26" fmla="*/ 11 w 1415"/>
                <a:gd name="T27" fmla="*/ 0 h 960"/>
                <a:gd name="T28" fmla="*/ 11 w 1415"/>
                <a:gd name="T29" fmla="*/ 0 h 960"/>
                <a:gd name="T30" fmla="*/ 11 w 1415"/>
                <a:gd name="T31" fmla="*/ 0 h 96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15"/>
                <a:gd name="T49" fmla="*/ 0 h 960"/>
                <a:gd name="T50" fmla="*/ 1415 w 1415"/>
                <a:gd name="T51" fmla="*/ 960 h 96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15" h="960">
                  <a:moveTo>
                    <a:pt x="1338" y="10"/>
                  </a:moveTo>
                  <a:lnTo>
                    <a:pt x="1342" y="8"/>
                  </a:lnTo>
                  <a:lnTo>
                    <a:pt x="0" y="882"/>
                  </a:lnTo>
                  <a:lnTo>
                    <a:pt x="52" y="960"/>
                  </a:lnTo>
                  <a:lnTo>
                    <a:pt x="1393" y="85"/>
                  </a:lnTo>
                  <a:lnTo>
                    <a:pt x="1397" y="83"/>
                  </a:lnTo>
                  <a:lnTo>
                    <a:pt x="1393" y="85"/>
                  </a:lnTo>
                  <a:lnTo>
                    <a:pt x="1409" y="71"/>
                  </a:lnTo>
                  <a:lnTo>
                    <a:pt x="1415" y="53"/>
                  </a:lnTo>
                  <a:lnTo>
                    <a:pt x="1413" y="37"/>
                  </a:lnTo>
                  <a:lnTo>
                    <a:pt x="1406" y="21"/>
                  </a:lnTo>
                  <a:lnTo>
                    <a:pt x="1395" y="8"/>
                  </a:lnTo>
                  <a:lnTo>
                    <a:pt x="1379" y="1"/>
                  </a:lnTo>
                  <a:lnTo>
                    <a:pt x="1361" y="0"/>
                  </a:lnTo>
                  <a:lnTo>
                    <a:pt x="1342" y="8"/>
                  </a:lnTo>
                  <a:lnTo>
                    <a:pt x="1338" y="1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0493" name="Freeform 39"/>
            <p:cNvSpPr>
              <a:spLocks/>
            </p:cNvSpPr>
            <p:nvPr/>
          </p:nvSpPr>
          <p:spPr bwMode="auto">
            <a:xfrm>
              <a:off x="1599" y="2057"/>
              <a:ext cx="80" cy="163"/>
            </a:xfrm>
            <a:custGeom>
              <a:avLst/>
              <a:gdLst>
                <a:gd name="T0" fmla="*/ 2 w 398"/>
                <a:gd name="T1" fmla="*/ 0 h 817"/>
                <a:gd name="T2" fmla="*/ 2 w 398"/>
                <a:gd name="T3" fmla="*/ 0 h 817"/>
                <a:gd name="T4" fmla="*/ 2 w 398"/>
                <a:gd name="T5" fmla="*/ 1 h 817"/>
                <a:gd name="T6" fmla="*/ 2 w 398"/>
                <a:gd name="T7" fmla="*/ 1 h 817"/>
                <a:gd name="T8" fmla="*/ 2 w 398"/>
                <a:gd name="T9" fmla="*/ 2 h 817"/>
                <a:gd name="T10" fmla="*/ 2 w 398"/>
                <a:gd name="T11" fmla="*/ 2 h 817"/>
                <a:gd name="T12" fmla="*/ 2 w 398"/>
                <a:gd name="T13" fmla="*/ 2 h 817"/>
                <a:gd name="T14" fmla="*/ 2 w 398"/>
                <a:gd name="T15" fmla="*/ 3 h 817"/>
                <a:gd name="T16" fmla="*/ 2 w 398"/>
                <a:gd name="T17" fmla="*/ 3 h 817"/>
                <a:gd name="T18" fmla="*/ 2 w 398"/>
                <a:gd name="T19" fmla="*/ 4 h 817"/>
                <a:gd name="T20" fmla="*/ 2 w 398"/>
                <a:gd name="T21" fmla="*/ 4 h 817"/>
                <a:gd name="T22" fmla="*/ 1 w 398"/>
                <a:gd name="T23" fmla="*/ 4 h 817"/>
                <a:gd name="T24" fmla="*/ 1 w 398"/>
                <a:gd name="T25" fmla="*/ 5 h 817"/>
                <a:gd name="T26" fmla="*/ 1 w 398"/>
                <a:gd name="T27" fmla="*/ 5 h 817"/>
                <a:gd name="T28" fmla="*/ 1 w 398"/>
                <a:gd name="T29" fmla="*/ 5 h 817"/>
                <a:gd name="T30" fmla="*/ 1 w 398"/>
                <a:gd name="T31" fmla="*/ 5 h 817"/>
                <a:gd name="T32" fmla="*/ 0 w 398"/>
                <a:gd name="T33" fmla="*/ 6 h 817"/>
                <a:gd name="T34" fmla="*/ 0 w 398"/>
                <a:gd name="T35" fmla="*/ 6 h 817"/>
                <a:gd name="T36" fmla="*/ 0 w 398"/>
                <a:gd name="T37" fmla="*/ 7 h 817"/>
                <a:gd name="T38" fmla="*/ 1 w 398"/>
                <a:gd name="T39" fmla="*/ 6 h 817"/>
                <a:gd name="T40" fmla="*/ 1 w 398"/>
                <a:gd name="T41" fmla="*/ 6 h 817"/>
                <a:gd name="T42" fmla="*/ 1 w 398"/>
                <a:gd name="T43" fmla="*/ 6 h 817"/>
                <a:gd name="T44" fmla="*/ 2 w 398"/>
                <a:gd name="T45" fmla="*/ 5 h 817"/>
                <a:gd name="T46" fmla="*/ 2 w 398"/>
                <a:gd name="T47" fmla="*/ 5 h 817"/>
                <a:gd name="T48" fmla="*/ 2 w 398"/>
                <a:gd name="T49" fmla="*/ 5 h 817"/>
                <a:gd name="T50" fmla="*/ 2 w 398"/>
                <a:gd name="T51" fmla="*/ 4 h 817"/>
                <a:gd name="T52" fmla="*/ 2 w 398"/>
                <a:gd name="T53" fmla="*/ 4 h 817"/>
                <a:gd name="T54" fmla="*/ 3 w 398"/>
                <a:gd name="T55" fmla="*/ 3 h 817"/>
                <a:gd name="T56" fmla="*/ 3 w 398"/>
                <a:gd name="T57" fmla="*/ 3 h 817"/>
                <a:gd name="T58" fmla="*/ 3 w 398"/>
                <a:gd name="T59" fmla="*/ 3 h 817"/>
                <a:gd name="T60" fmla="*/ 3 w 398"/>
                <a:gd name="T61" fmla="*/ 2 h 817"/>
                <a:gd name="T62" fmla="*/ 3 w 398"/>
                <a:gd name="T63" fmla="*/ 2 h 817"/>
                <a:gd name="T64" fmla="*/ 3 w 398"/>
                <a:gd name="T65" fmla="*/ 1 h 817"/>
                <a:gd name="T66" fmla="*/ 3 w 398"/>
                <a:gd name="T67" fmla="*/ 1 h 817"/>
                <a:gd name="T68" fmla="*/ 3 w 398"/>
                <a:gd name="T69" fmla="*/ 0 h 817"/>
                <a:gd name="T70" fmla="*/ 3 w 398"/>
                <a:gd name="T71" fmla="*/ 0 h 817"/>
                <a:gd name="T72" fmla="*/ 3 w 398"/>
                <a:gd name="T73" fmla="*/ 0 h 817"/>
                <a:gd name="T74" fmla="*/ 3 w 398"/>
                <a:gd name="T75" fmla="*/ 0 h 817"/>
                <a:gd name="T76" fmla="*/ 3 w 398"/>
                <a:gd name="T77" fmla="*/ 0 h 817"/>
                <a:gd name="T78" fmla="*/ 3 w 398"/>
                <a:gd name="T79" fmla="*/ 0 h 817"/>
                <a:gd name="T80" fmla="*/ 3 w 398"/>
                <a:gd name="T81" fmla="*/ 0 h 817"/>
                <a:gd name="T82" fmla="*/ 3 w 398"/>
                <a:gd name="T83" fmla="*/ 0 h 817"/>
                <a:gd name="T84" fmla="*/ 3 w 398"/>
                <a:gd name="T85" fmla="*/ 0 h 817"/>
                <a:gd name="T86" fmla="*/ 2 w 398"/>
                <a:gd name="T87" fmla="*/ 0 h 817"/>
                <a:gd name="T88" fmla="*/ 2 w 398"/>
                <a:gd name="T89" fmla="*/ 0 h 817"/>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398"/>
                <a:gd name="T136" fmla="*/ 0 h 817"/>
                <a:gd name="T137" fmla="*/ 398 w 398"/>
                <a:gd name="T138" fmla="*/ 817 h 817"/>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398" h="817">
                  <a:moveTo>
                    <a:pt x="304" y="47"/>
                  </a:moveTo>
                  <a:lnTo>
                    <a:pt x="304" y="47"/>
                  </a:lnTo>
                  <a:lnTo>
                    <a:pt x="301" y="97"/>
                  </a:lnTo>
                  <a:lnTo>
                    <a:pt x="297" y="147"/>
                  </a:lnTo>
                  <a:lnTo>
                    <a:pt x="291" y="198"/>
                  </a:lnTo>
                  <a:lnTo>
                    <a:pt x="280" y="247"/>
                  </a:lnTo>
                  <a:lnTo>
                    <a:pt x="268" y="297"/>
                  </a:lnTo>
                  <a:lnTo>
                    <a:pt x="253" y="347"/>
                  </a:lnTo>
                  <a:lnTo>
                    <a:pt x="236" y="395"/>
                  </a:lnTo>
                  <a:lnTo>
                    <a:pt x="217" y="442"/>
                  </a:lnTo>
                  <a:lnTo>
                    <a:pt x="195" y="487"/>
                  </a:lnTo>
                  <a:lnTo>
                    <a:pt x="171" y="532"/>
                  </a:lnTo>
                  <a:lnTo>
                    <a:pt x="147" y="574"/>
                  </a:lnTo>
                  <a:lnTo>
                    <a:pt x="121" y="613"/>
                  </a:lnTo>
                  <a:lnTo>
                    <a:pt x="93" y="650"/>
                  </a:lnTo>
                  <a:lnTo>
                    <a:pt x="64" y="684"/>
                  </a:lnTo>
                  <a:lnTo>
                    <a:pt x="32" y="716"/>
                  </a:lnTo>
                  <a:lnTo>
                    <a:pt x="0" y="744"/>
                  </a:lnTo>
                  <a:lnTo>
                    <a:pt x="59" y="817"/>
                  </a:lnTo>
                  <a:lnTo>
                    <a:pt x="95" y="784"/>
                  </a:lnTo>
                  <a:lnTo>
                    <a:pt x="132" y="748"/>
                  </a:lnTo>
                  <a:lnTo>
                    <a:pt x="166" y="709"/>
                  </a:lnTo>
                  <a:lnTo>
                    <a:pt x="196" y="667"/>
                  </a:lnTo>
                  <a:lnTo>
                    <a:pt x="227" y="623"/>
                  </a:lnTo>
                  <a:lnTo>
                    <a:pt x="253" y="576"/>
                  </a:lnTo>
                  <a:lnTo>
                    <a:pt x="279" y="530"/>
                  </a:lnTo>
                  <a:lnTo>
                    <a:pt x="301" y="479"/>
                  </a:lnTo>
                  <a:lnTo>
                    <a:pt x="323" y="428"/>
                  </a:lnTo>
                  <a:lnTo>
                    <a:pt x="342" y="375"/>
                  </a:lnTo>
                  <a:lnTo>
                    <a:pt x="359" y="321"/>
                  </a:lnTo>
                  <a:lnTo>
                    <a:pt x="372" y="268"/>
                  </a:lnTo>
                  <a:lnTo>
                    <a:pt x="382" y="212"/>
                  </a:lnTo>
                  <a:lnTo>
                    <a:pt x="391" y="157"/>
                  </a:lnTo>
                  <a:lnTo>
                    <a:pt x="395" y="102"/>
                  </a:lnTo>
                  <a:lnTo>
                    <a:pt x="398" y="47"/>
                  </a:lnTo>
                  <a:lnTo>
                    <a:pt x="394" y="27"/>
                  </a:lnTo>
                  <a:lnTo>
                    <a:pt x="383" y="11"/>
                  </a:lnTo>
                  <a:lnTo>
                    <a:pt x="368" y="3"/>
                  </a:lnTo>
                  <a:lnTo>
                    <a:pt x="351" y="0"/>
                  </a:lnTo>
                  <a:lnTo>
                    <a:pt x="333" y="3"/>
                  </a:lnTo>
                  <a:lnTo>
                    <a:pt x="319" y="11"/>
                  </a:lnTo>
                  <a:lnTo>
                    <a:pt x="307" y="27"/>
                  </a:lnTo>
                  <a:lnTo>
                    <a:pt x="304" y="4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0494" name="Freeform 40"/>
            <p:cNvSpPr>
              <a:spLocks/>
            </p:cNvSpPr>
            <p:nvPr/>
          </p:nvSpPr>
          <p:spPr bwMode="auto">
            <a:xfrm>
              <a:off x="1660" y="1701"/>
              <a:ext cx="19" cy="365"/>
            </a:xfrm>
            <a:custGeom>
              <a:avLst/>
              <a:gdLst>
                <a:gd name="T0" fmla="*/ 0 w 95"/>
                <a:gd name="T1" fmla="*/ 0 h 1826"/>
                <a:gd name="T2" fmla="*/ 0 w 95"/>
                <a:gd name="T3" fmla="*/ 0 h 1826"/>
                <a:gd name="T4" fmla="*/ 0 w 95"/>
                <a:gd name="T5" fmla="*/ 15 h 1826"/>
                <a:gd name="T6" fmla="*/ 1 w 95"/>
                <a:gd name="T7" fmla="*/ 15 h 1826"/>
                <a:gd name="T8" fmla="*/ 1 w 95"/>
                <a:gd name="T9" fmla="*/ 0 h 1826"/>
                <a:gd name="T10" fmla="*/ 1 w 95"/>
                <a:gd name="T11" fmla="*/ 0 h 1826"/>
                <a:gd name="T12" fmla="*/ 1 w 95"/>
                <a:gd name="T13" fmla="*/ 0 h 1826"/>
                <a:gd name="T14" fmla="*/ 1 w 95"/>
                <a:gd name="T15" fmla="*/ 0 h 1826"/>
                <a:gd name="T16" fmla="*/ 1 w 95"/>
                <a:gd name="T17" fmla="*/ 0 h 1826"/>
                <a:gd name="T18" fmla="*/ 1 w 95"/>
                <a:gd name="T19" fmla="*/ 0 h 1826"/>
                <a:gd name="T20" fmla="*/ 0 w 95"/>
                <a:gd name="T21" fmla="*/ 0 h 1826"/>
                <a:gd name="T22" fmla="*/ 0 w 95"/>
                <a:gd name="T23" fmla="*/ 0 h 1826"/>
                <a:gd name="T24" fmla="*/ 0 w 95"/>
                <a:gd name="T25" fmla="*/ 0 h 1826"/>
                <a:gd name="T26" fmla="*/ 0 w 95"/>
                <a:gd name="T27" fmla="*/ 0 h 1826"/>
                <a:gd name="T28" fmla="*/ 0 w 95"/>
                <a:gd name="T29" fmla="*/ 0 h 1826"/>
                <a:gd name="T30" fmla="*/ 0 w 95"/>
                <a:gd name="T31" fmla="*/ 0 h 182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95"/>
                <a:gd name="T49" fmla="*/ 0 h 1826"/>
                <a:gd name="T50" fmla="*/ 95 w 95"/>
                <a:gd name="T51" fmla="*/ 1826 h 182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95" h="1826">
                  <a:moveTo>
                    <a:pt x="0" y="49"/>
                  </a:moveTo>
                  <a:lnTo>
                    <a:pt x="0" y="47"/>
                  </a:lnTo>
                  <a:lnTo>
                    <a:pt x="1" y="1826"/>
                  </a:lnTo>
                  <a:lnTo>
                    <a:pt x="95" y="1826"/>
                  </a:lnTo>
                  <a:lnTo>
                    <a:pt x="93" y="47"/>
                  </a:lnTo>
                  <a:lnTo>
                    <a:pt x="93" y="45"/>
                  </a:lnTo>
                  <a:lnTo>
                    <a:pt x="93" y="47"/>
                  </a:lnTo>
                  <a:lnTo>
                    <a:pt x="90" y="27"/>
                  </a:lnTo>
                  <a:lnTo>
                    <a:pt x="79" y="12"/>
                  </a:lnTo>
                  <a:lnTo>
                    <a:pt x="64" y="4"/>
                  </a:lnTo>
                  <a:lnTo>
                    <a:pt x="47" y="0"/>
                  </a:lnTo>
                  <a:lnTo>
                    <a:pt x="29" y="4"/>
                  </a:lnTo>
                  <a:lnTo>
                    <a:pt x="15" y="12"/>
                  </a:lnTo>
                  <a:lnTo>
                    <a:pt x="3" y="27"/>
                  </a:lnTo>
                  <a:lnTo>
                    <a:pt x="0" y="47"/>
                  </a:lnTo>
                  <a:lnTo>
                    <a:pt x="0" y="4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0495" name="Freeform 41"/>
            <p:cNvSpPr>
              <a:spLocks/>
            </p:cNvSpPr>
            <p:nvPr/>
          </p:nvSpPr>
          <p:spPr bwMode="auto">
            <a:xfrm>
              <a:off x="1598" y="1598"/>
              <a:ext cx="81" cy="113"/>
            </a:xfrm>
            <a:custGeom>
              <a:avLst/>
              <a:gdLst>
                <a:gd name="T0" fmla="*/ 0 w 401"/>
                <a:gd name="T1" fmla="*/ 1 h 566"/>
                <a:gd name="T2" fmla="*/ 0 w 401"/>
                <a:gd name="T3" fmla="*/ 1 h 566"/>
                <a:gd name="T4" fmla="*/ 0 w 401"/>
                <a:gd name="T5" fmla="*/ 1 h 566"/>
                <a:gd name="T6" fmla="*/ 1 w 401"/>
                <a:gd name="T7" fmla="*/ 1 h 566"/>
                <a:gd name="T8" fmla="*/ 1 w 401"/>
                <a:gd name="T9" fmla="*/ 1 h 566"/>
                <a:gd name="T10" fmla="*/ 1 w 401"/>
                <a:gd name="T11" fmla="*/ 1 h 566"/>
                <a:gd name="T12" fmla="*/ 1 w 401"/>
                <a:gd name="T13" fmla="*/ 2 h 566"/>
                <a:gd name="T14" fmla="*/ 1 w 401"/>
                <a:gd name="T15" fmla="*/ 2 h 566"/>
                <a:gd name="T16" fmla="*/ 2 w 401"/>
                <a:gd name="T17" fmla="*/ 2 h 566"/>
                <a:gd name="T18" fmla="*/ 2 w 401"/>
                <a:gd name="T19" fmla="*/ 2 h 566"/>
                <a:gd name="T20" fmla="*/ 2 w 401"/>
                <a:gd name="T21" fmla="*/ 2 h 566"/>
                <a:gd name="T22" fmla="*/ 2 w 401"/>
                <a:gd name="T23" fmla="*/ 3 h 566"/>
                <a:gd name="T24" fmla="*/ 2 w 401"/>
                <a:gd name="T25" fmla="*/ 3 h 566"/>
                <a:gd name="T26" fmla="*/ 2 w 401"/>
                <a:gd name="T27" fmla="*/ 3 h 566"/>
                <a:gd name="T28" fmla="*/ 2 w 401"/>
                <a:gd name="T29" fmla="*/ 4 h 566"/>
                <a:gd name="T30" fmla="*/ 2 w 401"/>
                <a:gd name="T31" fmla="*/ 4 h 566"/>
                <a:gd name="T32" fmla="*/ 2 w 401"/>
                <a:gd name="T33" fmla="*/ 4 h 566"/>
                <a:gd name="T34" fmla="*/ 3 w 401"/>
                <a:gd name="T35" fmla="*/ 5 h 566"/>
                <a:gd name="T36" fmla="*/ 3 w 401"/>
                <a:gd name="T37" fmla="*/ 4 h 566"/>
                <a:gd name="T38" fmla="*/ 3 w 401"/>
                <a:gd name="T39" fmla="*/ 4 h 566"/>
                <a:gd name="T40" fmla="*/ 3 w 401"/>
                <a:gd name="T41" fmla="*/ 4 h 566"/>
                <a:gd name="T42" fmla="*/ 3 w 401"/>
                <a:gd name="T43" fmla="*/ 3 h 566"/>
                <a:gd name="T44" fmla="*/ 3 w 401"/>
                <a:gd name="T45" fmla="*/ 3 h 566"/>
                <a:gd name="T46" fmla="*/ 3 w 401"/>
                <a:gd name="T47" fmla="*/ 3 h 566"/>
                <a:gd name="T48" fmla="*/ 3 w 401"/>
                <a:gd name="T49" fmla="*/ 2 h 566"/>
                <a:gd name="T50" fmla="*/ 3 w 401"/>
                <a:gd name="T51" fmla="*/ 2 h 566"/>
                <a:gd name="T52" fmla="*/ 2 w 401"/>
                <a:gd name="T53" fmla="*/ 2 h 566"/>
                <a:gd name="T54" fmla="*/ 2 w 401"/>
                <a:gd name="T55" fmla="*/ 2 h 566"/>
                <a:gd name="T56" fmla="*/ 2 w 401"/>
                <a:gd name="T57" fmla="*/ 1 h 566"/>
                <a:gd name="T58" fmla="*/ 2 w 401"/>
                <a:gd name="T59" fmla="*/ 1 h 566"/>
                <a:gd name="T60" fmla="*/ 2 w 401"/>
                <a:gd name="T61" fmla="*/ 1 h 566"/>
                <a:gd name="T62" fmla="*/ 1 w 401"/>
                <a:gd name="T63" fmla="*/ 1 h 566"/>
                <a:gd name="T64" fmla="*/ 1 w 401"/>
                <a:gd name="T65" fmla="*/ 0 h 566"/>
                <a:gd name="T66" fmla="*/ 1 w 401"/>
                <a:gd name="T67" fmla="*/ 0 h 566"/>
                <a:gd name="T68" fmla="*/ 1 w 401"/>
                <a:gd name="T69" fmla="*/ 0 h 566"/>
                <a:gd name="T70" fmla="*/ 1 w 401"/>
                <a:gd name="T71" fmla="*/ 0 h 566"/>
                <a:gd name="T72" fmla="*/ 1 w 401"/>
                <a:gd name="T73" fmla="*/ 0 h 566"/>
                <a:gd name="T74" fmla="*/ 0 w 401"/>
                <a:gd name="T75" fmla="*/ 0 h 566"/>
                <a:gd name="T76" fmla="*/ 0 w 401"/>
                <a:gd name="T77" fmla="*/ 0 h 566"/>
                <a:gd name="T78" fmla="*/ 0 w 401"/>
                <a:gd name="T79" fmla="*/ 0 h 566"/>
                <a:gd name="T80" fmla="*/ 0 w 401"/>
                <a:gd name="T81" fmla="*/ 0 h 566"/>
                <a:gd name="T82" fmla="*/ 0 w 401"/>
                <a:gd name="T83" fmla="*/ 0 h 566"/>
                <a:gd name="T84" fmla="*/ 0 w 401"/>
                <a:gd name="T85" fmla="*/ 0 h 566"/>
                <a:gd name="T86" fmla="*/ 0 w 401"/>
                <a:gd name="T87" fmla="*/ 1 h 566"/>
                <a:gd name="T88" fmla="*/ 0 w 401"/>
                <a:gd name="T89" fmla="*/ 1 h 56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401"/>
                <a:gd name="T136" fmla="*/ 0 h 566"/>
                <a:gd name="T137" fmla="*/ 401 w 401"/>
                <a:gd name="T138" fmla="*/ 566 h 566"/>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401" h="566">
                  <a:moveTo>
                    <a:pt x="23" y="88"/>
                  </a:moveTo>
                  <a:lnTo>
                    <a:pt x="23" y="88"/>
                  </a:lnTo>
                  <a:lnTo>
                    <a:pt x="53" y="107"/>
                  </a:lnTo>
                  <a:lnTo>
                    <a:pt x="83" y="125"/>
                  </a:lnTo>
                  <a:lnTo>
                    <a:pt x="108" y="147"/>
                  </a:lnTo>
                  <a:lnTo>
                    <a:pt x="135" y="171"/>
                  </a:lnTo>
                  <a:lnTo>
                    <a:pt x="160" y="196"/>
                  </a:lnTo>
                  <a:lnTo>
                    <a:pt x="182" y="223"/>
                  </a:lnTo>
                  <a:lnTo>
                    <a:pt x="205" y="251"/>
                  </a:lnTo>
                  <a:lnTo>
                    <a:pt x="223" y="281"/>
                  </a:lnTo>
                  <a:lnTo>
                    <a:pt x="240" y="312"/>
                  </a:lnTo>
                  <a:lnTo>
                    <a:pt x="256" y="345"/>
                  </a:lnTo>
                  <a:lnTo>
                    <a:pt x="270" y="379"/>
                  </a:lnTo>
                  <a:lnTo>
                    <a:pt x="282" y="414"/>
                  </a:lnTo>
                  <a:lnTo>
                    <a:pt x="291" y="450"/>
                  </a:lnTo>
                  <a:lnTo>
                    <a:pt x="299" y="488"/>
                  </a:lnTo>
                  <a:lnTo>
                    <a:pt x="304" y="526"/>
                  </a:lnTo>
                  <a:lnTo>
                    <a:pt x="308" y="566"/>
                  </a:lnTo>
                  <a:lnTo>
                    <a:pt x="401" y="562"/>
                  </a:lnTo>
                  <a:lnTo>
                    <a:pt x="398" y="517"/>
                  </a:lnTo>
                  <a:lnTo>
                    <a:pt x="391" y="471"/>
                  </a:lnTo>
                  <a:lnTo>
                    <a:pt x="383" y="429"/>
                  </a:lnTo>
                  <a:lnTo>
                    <a:pt x="371" y="386"/>
                  </a:lnTo>
                  <a:lnTo>
                    <a:pt x="357" y="346"/>
                  </a:lnTo>
                  <a:lnTo>
                    <a:pt x="340" y="307"/>
                  </a:lnTo>
                  <a:lnTo>
                    <a:pt x="324" y="270"/>
                  </a:lnTo>
                  <a:lnTo>
                    <a:pt x="303" y="232"/>
                  </a:lnTo>
                  <a:lnTo>
                    <a:pt x="280" y="197"/>
                  </a:lnTo>
                  <a:lnTo>
                    <a:pt x="255" y="164"/>
                  </a:lnTo>
                  <a:lnTo>
                    <a:pt x="228" y="132"/>
                  </a:lnTo>
                  <a:lnTo>
                    <a:pt x="199" y="103"/>
                  </a:lnTo>
                  <a:lnTo>
                    <a:pt x="169" y="76"/>
                  </a:lnTo>
                  <a:lnTo>
                    <a:pt x="137" y="50"/>
                  </a:lnTo>
                  <a:lnTo>
                    <a:pt x="103" y="27"/>
                  </a:lnTo>
                  <a:lnTo>
                    <a:pt x="67" y="6"/>
                  </a:lnTo>
                  <a:lnTo>
                    <a:pt x="48" y="0"/>
                  </a:lnTo>
                  <a:lnTo>
                    <a:pt x="30" y="2"/>
                  </a:lnTo>
                  <a:lnTo>
                    <a:pt x="16" y="12"/>
                  </a:lnTo>
                  <a:lnTo>
                    <a:pt x="5" y="25"/>
                  </a:lnTo>
                  <a:lnTo>
                    <a:pt x="0" y="41"/>
                  </a:lnTo>
                  <a:lnTo>
                    <a:pt x="0" y="59"/>
                  </a:lnTo>
                  <a:lnTo>
                    <a:pt x="8" y="75"/>
                  </a:lnTo>
                  <a:lnTo>
                    <a:pt x="23"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0496" name="Freeform 42"/>
            <p:cNvSpPr>
              <a:spLocks/>
            </p:cNvSpPr>
            <p:nvPr/>
          </p:nvSpPr>
          <p:spPr bwMode="auto">
            <a:xfrm>
              <a:off x="1346" y="1455"/>
              <a:ext cx="266" cy="160"/>
            </a:xfrm>
            <a:custGeom>
              <a:avLst/>
              <a:gdLst>
                <a:gd name="T0" fmla="*/ 0 w 1330"/>
                <a:gd name="T1" fmla="*/ 1 h 801"/>
                <a:gd name="T2" fmla="*/ 0 w 1330"/>
                <a:gd name="T3" fmla="*/ 1 h 801"/>
                <a:gd name="T4" fmla="*/ 10 w 1330"/>
                <a:gd name="T5" fmla="*/ 6 h 801"/>
                <a:gd name="T6" fmla="*/ 11 w 1330"/>
                <a:gd name="T7" fmla="*/ 6 h 801"/>
                <a:gd name="T8" fmla="*/ 1 w 1330"/>
                <a:gd name="T9" fmla="*/ 0 h 801"/>
                <a:gd name="T10" fmla="*/ 1 w 1330"/>
                <a:gd name="T11" fmla="*/ 0 h 801"/>
                <a:gd name="T12" fmla="*/ 1 w 1330"/>
                <a:gd name="T13" fmla="*/ 0 h 801"/>
                <a:gd name="T14" fmla="*/ 0 w 1330"/>
                <a:gd name="T15" fmla="*/ 0 h 801"/>
                <a:gd name="T16" fmla="*/ 0 w 1330"/>
                <a:gd name="T17" fmla="*/ 0 h 801"/>
                <a:gd name="T18" fmla="*/ 0 w 1330"/>
                <a:gd name="T19" fmla="*/ 0 h 801"/>
                <a:gd name="T20" fmla="*/ 0 w 1330"/>
                <a:gd name="T21" fmla="*/ 0 h 801"/>
                <a:gd name="T22" fmla="*/ 0 w 1330"/>
                <a:gd name="T23" fmla="*/ 0 h 801"/>
                <a:gd name="T24" fmla="*/ 0 w 1330"/>
                <a:gd name="T25" fmla="*/ 0 h 801"/>
                <a:gd name="T26" fmla="*/ 0 w 1330"/>
                <a:gd name="T27" fmla="*/ 1 h 801"/>
                <a:gd name="T28" fmla="*/ 0 w 1330"/>
                <a:gd name="T29" fmla="*/ 1 h 801"/>
                <a:gd name="T30" fmla="*/ 0 w 1330"/>
                <a:gd name="T31" fmla="*/ 1 h 801"/>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30"/>
                <a:gd name="T49" fmla="*/ 0 h 801"/>
                <a:gd name="T50" fmla="*/ 1330 w 1330"/>
                <a:gd name="T51" fmla="*/ 801 h 801"/>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30" h="801">
                  <a:moveTo>
                    <a:pt x="24" y="88"/>
                  </a:moveTo>
                  <a:lnTo>
                    <a:pt x="23" y="88"/>
                  </a:lnTo>
                  <a:lnTo>
                    <a:pt x="1286" y="801"/>
                  </a:lnTo>
                  <a:lnTo>
                    <a:pt x="1330" y="719"/>
                  </a:lnTo>
                  <a:lnTo>
                    <a:pt x="67" y="6"/>
                  </a:lnTo>
                  <a:lnTo>
                    <a:pt x="66" y="6"/>
                  </a:lnTo>
                  <a:lnTo>
                    <a:pt x="67" y="6"/>
                  </a:lnTo>
                  <a:lnTo>
                    <a:pt x="48" y="0"/>
                  </a:lnTo>
                  <a:lnTo>
                    <a:pt x="30" y="2"/>
                  </a:lnTo>
                  <a:lnTo>
                    <a:pt x="16" y="12"/>
                  </a:lnTo>
                  <a:lnTo>
                    <a:pt x="5" y="25"/>
                  </a:lnTo>
                  <a:lnTo>
                    <a:pt x="0" y="41"/>
                  </a:lnTo>
                  <a:lnTo>
                    <a:pt x="0" y="59"/>
                  </a:lnTo>
                  <a:lnTo>
                    <a:pt x="8" y="75"/>
                  </a:lnTo>
                  <a:lnTo>
                    <a:pt x="23" y="88"/>
                  </a:lnTo>
                  <a:lnTo>
                    <a:pt x="24"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0497" name="Freeform 43"/>
            <p:cNvSpPr>
              <a:spLocks/>
            </p:cNvSpPr>
            <p:nvPr/>
          </p:nvSpPr>
          <p:spPr bwMode="auto">
            <a:xfrm>
              <a:off x="1198" y="1439"/>
              <a:ext cx="161" cy="35"/>
            </a:xfrm>
            <a:custGeom>
              <a:avLst/>
              <a:gdLst>
                <a:gd name="T0" fmla="*/ 1 w 806"/>
                <a:gd name="T1" fmla="*/ 1 h 177"/>
                <a:gd name="T2" fmla="*/ 1 w 806"/>
                <a:gd name="T3" fmla="*/ 1 h 177"/>
                <a:gd name="T4" fmla="*/ 1 w 806"/>
                <a:gd name="T5" fmla="*/ 1 h 177"/>
                <a:gd name="T6" fmla="*/ 1 w 806"/>
                <a:gd name="T7" fmla="*/ 1 h 177"/>
                <a:gd name="T8" fmla="*/ 2 w 806"/>
                <a:gd name="T9" fmla="*/ 1 h 177"/>
                <a:gd name="T10" fmla="*/ 2 w 806"/>
                <a:gd name="T11" fmla="*/ 1 h 177"/>
                <a:gd name="T12" fmla="*/ 2 w 806"/>
                <a:gd name="T13" fmla="*/ 1 h 177"/>
                <a:gd name="T14" fmla="*/ 3 w 806"/>
                <a:gd name="T15" fmla="*/ 1 h 177"/>
                <a:gd name="T16" fmla="*/ 3 w 806"/>
                <a:gd name="T17" fmla="*/ 1 h 177"/>
                <a:gd name="T18" fmla="*/ 3 w 806"/>
                <a:gd name="T19" fmla="*/ 1 h 177"/>
                <a:gd name="T20" fmla="*/ 4 w 806"/>
                <a:gd name="T21" fmla="*/ 1 h 177"/>
                <a:gd name="T22" fmla="*/ 4 w 806"/>
                <a:gd name="T23" fmla="*/ 1 h 177"/>
                <a:gd name="T24" fmla="*/ 5 w 806"/>
                <a:gd name="T25" fmla="*/ 1 h 177"/>
                <a:gd name="T26" fmla="*/ 5 w 806"/>
                <a:gd name="T27" fmla="*/ 1 h 177"/>
                <a:gd name="T28" fmla="*/ 5 w 806"/>
                <a:gd name="T29" fmla="*/ 1 h 177"/>
                <a:gd name="T30" fmla="*/ 6 w 806"/>
                <a:gd name="T31" fmla="*/ 1 h 177"/>
                <a:gd name="T32" fmla="*/ 6 w 806"/>
                <a:gd name="T33" fmla="*/ 1 h 177"/>
                <a:gd name="T34" fmla="*/ 6 w 806"/>
                <a:gd name="T35" fmla="*/ 1 h 177"/>
                <a:gd name="T36" fmla="*/ 6 w 806"/>
                <a:gd name="T37" fmla="*/ 1 h 177"/>
                <a:gd name="T38" fmla="*/ 6 w 806"/>
                <a:gd name="T39" fmla="*/ 1 h 177"/>
                <a:gd name="T40" fmla="*/ 6 w 806"/>
                <a:gd name="T41" fmla="*/ 0 h 177"/>
                <a:gd name="T42" fmla="*/ 5 w 806"/>
                <a:gd name="T43" fmla="*/ 0 h 177"/>
                <a:gd name="T44" fmla="*/ 5 w 806"/>
                <a:gd name="T45" fmla="*/ 0 h 177"/>
                <a:gd name="T46" fmla="*/ 5 w 806"/>
                <a:gd name="T47" fmla="*/ 0 h 177"/>
                <a:gd name="T48" fmla="*/ 4 w 806"/>
                <a:gd name="T49" fmla="*/ 0 h 177"/>
                <a:gd name="T50" fmla="*/ 4 w 806"/>
                <a:gd name="T51" fmla="*/ 0 h 177"/>
                <a:gd name="T52" fmla="*/ 3 w 806"/>
                <a:gd name="T53" fmla="*/ 0 h 177"/>
                <a:gd name="T54" fmla="*/ 3 w 806"/>
                <a:gd name="T55" fmla="*/ 0 h 177"/>
                <a:gd name="T56" fmla="*/ 3 w 806"/>
                <a:gd name="T57" fmla="*/ 0 h 177"/>
                <a:gd name="T58" fmla="*/ 2 w 806"/>
                <a:gd name="T59" fmla="*/ 0 h 177"/>
                <a:gd name="T60" fmla="*/ 2 w 806"/>
                <a:gd name="T61" fmla="*/ 0 h 177"/>
                <a:gd name="T62" fmla="*/ 1 w 806"/>
                <a:gd name="T63" fmla="*/ 0 h 177"/>
                <a:gd name="T64" fmla="*/ 1 w 806"/>
                <a:gd name="T65" fmla="*/ 0 h 177"/>
                <a:gd name="T66" fmla="*/ 1 w 806"/>
                <a:gd name="T67" fmla="*/ 1 h 177"/>
                <a:gd name="T68" fmla="*/ 0 w 806"/>
                <a:gd name="T69" fmla="*/ 1 h 177"/>
                <a:gd name="T70" fmla="*/ 0 w 806"/>
                <a:gd name="T71" fmla="*/ 1 h 177"/>
                <a:gd name="T72" fmla="*/ 0 w 806"/>
                <a:gd name="T73" fmla="*/ 1 h 177"/>
                <a:gd name="T74" fmla="*/ 0 w 806"/>
                <a:gd name="T75" fmla="*/ 1 h 177"/>
                <a:gd name="T76" fmla="*/ 0 w 806"/>
                <a:gd name="T77" fmla="*/ 1 h 177"/>
                <a:gd name="T78" fmla="*/ 0 w 806"/>
                <a:gd name="T79" fmla="*/ 1 h 177"/>
                <a:gd name="T80" fmla="*/ 0 w 806"/>
                <a:gd name="T81" fmla="*/ 1 h 177"/>
                <a:gd name="T82" fmla="*/ 0 w 806"/>
                <a:gd name="T83" fmla="*/ 1 h 177"/>
                <a:gd name="T84" fmla="*/ 0 w 806"/>
                <a:gd name="T85" fmla="*/ 1 h 177"/>
                <a:gd name="T86" fmla="*/ 0 w 806"/>
                <a:gd name="T87" fmla="*/ 1 h 177"/>
                <a:gd name="T88" fmla="*/ 1 w 806"/>
                <a:gd name="T89" fmla="*/ 1 h 177"/>
                <a:gd name="T90" fmla="*/ 1 w 806"/>
                <a:gd name="T91" fmla="*/ 1 h 17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806"/>
                <a:gd name="T139" fmla="*/ 0 h 177"/>
                <a:gd name="T140" fmla="*/ 806 w 806"/>
                <a:gd name="T141" fmla="*/ 177 h 17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806" h="177">
                  <a:moveTo>
                    <a:pt x="67" y="171"/>
                  </a:moveTo>
                  <a:lnTo>
                    <a:pt x="68" y="171"/>
                  </a:lnTo>
                  <a:lnTo>
                    <a:pt x="109" y="151"/>
                  </a:lnTo>
                  <a:lnTo>
                    <a:pt x="151" y="135"/>
                  </a:lnTo>
                  <a:lnTo>
                    <a:pt x="196" y="122"/>
                  </a:lnTo>
                  <a:lnTo>
                    <a:pt x="242" y="110"/>
                  </a:lnTo>
                  <a:lnTo>
                    <a:pt x="287" y="102"/>
                  </a:lnTo>
                  <a:lnTo>
                    <a:pt x="335" y="97"/>
                  </a:lnTo>
                  <a:lnTo>
                    <a:pt x="382" y="95"/>
                  </a:lnTo>
                  <a:lnTo>
                    <a:pt x="430" y="94"/>
                  </a:lnTo>
                  <a:lnTo>
                    <a:pt x="477" y="97"/>
                  </a:lnTo>
                  <a:lnTo>
                    <a:pt x="524" y="102"/>
                  </a:lnTo>
                  <a:lnTo>
                    <a:pt x="568" y="108"/>
                  </a:lnTo>
                  <a:lnTo>
                    <a:pt x="612" y="117"/>
                  </a:lnTo>
                  <a:lnTo>
                    <a:pt x="654" y="128"/>
                  </a:lnTo>
                  <a:lnTo>
                    <a:pt x="693" y="141"/>
                  </a:lnTo>
                  <a:lnTo>
                    <a:pt x="730" y="155"/>
                  </a:lnTo>
                  <a:lnTo>
                    <a:pt x="764" y="171"/>
                  </a:lnTo>
                  <a:lnTo>
                    <a:pt x="806" y="89"/>
                  </a:lnTo>
                  <a:lnTo>
                    <a:pt x="768" y="70"/>
                  </a:lnTo>
                  <a:lnTo>
                    <a:pt x="725" y="54"/>
                  </a:lnTo>
                  <a:lnTo>
                    <a:pt x="680" y="39"/>
                  </a:lnTo>
                  <a:lnTo>
                    <a:pt x="633" y="26"/>
                  </a:lnTo>
                  <a:lnTo>
                    <a:pt x="585" y="16"/>
                  </a:lnTo>
                  <a:lnTo>
                    <a:pt x="536" y="8"/>
                  </a:lnTo>
                  <a:lnTo>
                    <a:pt x="484" y="3"/>
                  </a:lnTo>
                  <a:lnTo>
                    <a:pt x="433" y="0"/>
                  </a:lnTo>
                  <a:lnTo>
                    <a:pt x="380" y="1"/>
                  </a:lnTo>
                  <a:lnTo>
                    <a:pt x="328" y="3"/>
                  </a:lnTo>
                  <a:lnTo>
                    <a:pt x="276" y="10"/>
                  </a:lnTo>
                  <a:lnTo>
                    <a:pt x="223" y="19"/>
                  </a:lnTo>
                  <a:lnTo>
                    <a:pt x="172" y="30"/>
                  </a:lnTo>
                  <a:lnTo>
                    <a:pt x="121" y="46"/>
                  </a:lnTo>
                  <a:lnTo>
                    <a:pt x="72" y="67"/>
                  </a:lnTo>
                  <a:lnTo>
                    <a:pt x="24" y="89"/>
                  </a:lnTo>
                  <a:lnTo>
                    <a:pt x="25" y="89"/>
                  </a:lnTo>
                  <a:lnTo>
                    <a:pt x="24" y="89"/>
                  </a:lnTo>
                  <a:lnTo>
                    <a:pt x="8" y="102"/>
                  </a:lnTo>
                  <a:lnTo>
                    <a:pt x="0" y="118"/>
                  </a:lnTo>
                  <a:lnTo>
                    <a:pt x="0" y="136"/>
                  </a:lnTo>
                  <a:lnTo>
                    <a:pt x="6" y="152"/>
                  </a:lnTo>
                  <a:lnTo>
                    <a:pt x="17" y="165"/>
                  </a:lnTo>
                  <a:lnTo>
                    <a:pt x="31" y="175"/>
                  </a:lnTo>
                  <a:lnTo>
                    <a:pt x="48" y="177"/>
                  </a:lnTo>
                  <a:lnTo>
                    <a:pt x="68" y="171"/>
                  </a:lnTo>
                  <a:lnTo>
                    <a:pt x="67" y="1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0498" name="Freeform 44"/>
            <p:cNvSpPr>
              <a:spLocks/>
            </p:cNvSpPr>
            <p:nvPr/>
          </p:nvSpPr>
          <p:spPr bwMode="auto">
            <a:xfrm>
              <a:off x="931" y="1456"/>
              <a:ext cx="280" cy="158"/>
            </a:xfrm>
            <a:custGeom>
              <a:avLst/>
              <a:gdLst>
                <a:gd name="T0" fmla="*/ 1 w 1402"/>
                <a:gd name="T1" fmla="*/ 6 h 787"/>
                <a:gd name="T2" fmla="*/ 1 w 1402"/>
                <a:gd name="T3" fmla="*/ 6 h 787"/>
                <a:gd name="T4" fmla="*/ 11 w 1402"/>
                <a:gd name="T5" fmla="*/ 1 h 787"/>
                <a:gd name="T6" fmla="*/ 11 w 1402"/>
                <a:gd name="T7" fmla="*/ 0 h 787"/>
                <a:gd name="T8" fmla="*/ 0 w 1402"/>
                <a:gd name="T9" fmla="*/ 6 h 787"/>
                <a:gd name="T10" fmla="*/ 0 w 1402"/>
                <a:gd name="T11" fmla="*/ 6 h 787"/>
                <a:gd name="T12" fmla="*/ 0 w 1402"/>
                <a:gd name="T13" fmla="*/ 6 h 787"/>
                <a:gd name="T14" fmla="*/ 0 w 1402"/>
                <a:gd name="T15" fmla="*/ 6 h 787"/>
                <a:gd name="T16" fmla="*/ 0 w 1402"/>
                <a:gd name="T17" fmla="*/ 6 h 787"/>
                <a:gd name="T18" fmla="*/ 0 w 1402"/>
                <a:gd name="T19" fmla="*/ 6 h 787"/>
                <a:gd name="T20" fmla="*/ 0 w 1402"/>
                <a:gd name="T21" fmla="*/ 6 h 787"/>
                <a:gd name="T22" fmla="*/ 0 w 1402"/>
                <a:gd name="T23" fmla="*/ 6 h 787"/>
                <a:gd name="T24" fmla="*/ 0 w 1402"/>
                <a:gd name="T25" fmla="*/ 6 h 787"/>
                <a:gd name="T26" fmla="*/ 0 w 1402"/>
                <a:gd name="T27" fmla="*/ 6 h 787"/>
                <a:gd name="T28" fmla="*/ 1 w 1402"/>
                <a:gd name="T29" fmla="*/ 6 h 787"/>
                <a:gd name="T30" fmla="*/ 1 w 1402"/>
                <a:gd name="T31" fmla="*/ 6 h 78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02"/>
                <a:gd name="T49" fmla="*/ 0 h 787"/>
                <a:gd name="T50" fmla="*/ 1402 w 1402"/>
                <a:gd name="T51" fmla="*/ 787 h 78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02" h="787">
                  <a:moveTo>
                    <a:pt x="69" y="781"/>
                  </a:moveTo>
                  <a:lnTo>
                    <a:pt x="66" y="781"/>
                  </a:lnTo>
                  <a:lnTo>
                    <a:pt x="1402" y="82"/>
                  </a:lnTo>
                  <a:lnTo>
                    <a:pt x="1360" y="0"/>
                  </a:lnTo>
                  <a:lnTo>
                    <a:pt x="24" y="699"/>
                  </a:lnTo>
                  <a:lnTo>
                    <a:pt x="22" y="699"/>
                  </a:lnTo>
                  <a:lnTo>
                    <a:pt x="24" y="699"/>
                  </a:lnTo>
                  <a:lnTo>
                    <a:pt x="8" y="712"/>
                  </a:lnTo>
                  <a:lnTo>
                    <a:pt x="1" y="727"/>
                  </a:lnTo>
                  <a:lnTo>
                    <a:pt x="0" y="744"/>
                  </a:lnTo>
                  <a:lnTo>
                    <a:pt x="5" y="761"/>
                  </a:lnTo>
                  <a:lnTo>
                    <a:pt x="15" y="775"/>
                  </a:lnTo>
                  <a:lnTo>
                    <a:pt x="30" y="784"/>
                  </a:lnTo>
                  <a:lnTo>
                    <a:pt x="46" y="787"/>
                  </a:lnTo>
                  <a:lnTo>
                    <a:pt x="66" y="781"/>
                  </a:lnTo>
                  <a:lnTo>
                    <a:pt x="69" y="7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0499" name="Freeform 45"/>
            <p:cNvSpPr>
              <a:spLocks/>
            </p:cNvSpPr>
            <p:nvPr/>
          </p:nvSpPr>
          <p:spPr bwMode="auto">
            <a:xfrm>
              <a:off x="868" y="1596"/>
              <a:ext cx="77" cy="126"/>
            </a:xfrm>
            <a:custGeom>
              <a:avLst/>
              <a:gdLst>
                <a:gd name="T0" fmla="*/ 1 w 382"/>
                <a:gd name="T1" fmla="*/ 5 h 628"/>
                <a:gd name="T2" fmla="*/ 1 w 382"/>
                <a:gd name="T3" fmla="*/ 5 h 628"/>
                <a:gd name="T4" fmla="*/ 1 w 382"/>
                <a:gd name="T5" fmla="*/ 4 h 628"/>
                <a:gd name="T6" fmla="*/ 1 w 382"/>
                <a:gd name="T7" fmla="*/ 4 h 628"/>
                <a:gd name="T8" fmla="*/ 1 w 382"/>
                <a:gd name="T9" fmla="*/ 4 h 628"/>
                <a:gd name="T10" fmla="*/ 1 w 382"/>
                <a:gd name="T11" fmla="*/ 3 h 628"/>
                <a:gd name="T12" fmla="*/ 1 w 382"/>
                <a:gd name="T13" fmla="*/ 3 h 628"/>
                <a:gd name="T14" fmla="*/ 1 w 382"/>
                <a:gd name="T15" fmla="*/ 3 h 628"/>
                <a:gd name="T16" fmla="*/ 1 w 382"/>
                <a:gd name="T17" fmla="*/ 3 h 628"/>
                <a:gd name="T18" fmla="*/ 1 w 382"/>
                <a:gd name="T19" fmla="*/ 2 h 628"/>
                <a:gd name="T20" fmla="*/ 2 w 382"/>
                <a:gd name="T21" fmla="*/ 2 h 628"/>
                <a:gd name="T22" fmla="*/ 2 w 382"/>
                <a:gd name="T23" fmla="*/ 2 h 628"/>
                <a:gd name="T24" fmla="*/ 2 w 382"/>
                <a:gd name="T25" fmla="*/ 2 h 628"/>
                <a:gd name="T26" fmla="*/ 2 w 382"/>
                <a:gd name="T27" fmla="*/ 1 h 628"/>
                <a:gd name="T28" fmla="*/ 2 w 382"/>
                <a:gd name="T29" fmla="*/ 1 h 628"/>
                <a:gd name="T30" fmla="*/ 3 w 382"/>
                <a:gd name="T31" fmla="*/ 1 h 628"/>
                <a:gd name="T32" fmla="*/ 3 w 382"/>
                <a:gd name="T33" fmla="*/ 1 h 628"/>
                <a:gd name="T34" fmla="*/ 3 w 382"/>
                <a:gd name="T35" fmla="*/ 1 h 628"/>
                <a:gd name="T36" fmla="*/ 3 w 382"/>
                <a:gd name="T37" fmla="*/ 0 h 628"/>
                <a:gd name="T38" fmla="*/ 2 w 382"/>
                <a:gd name="T39" fmla="*/ 0 h 628"/>
                <a:gd name="T40" fmla="*/ 2 w 382"/>
                <a:gd name="T41" fmla="*/ 0 h 628"/>
                <a:gd name="T42" fmla="*/ 2 w 382"/>
                <a:gd name="T43" fmla="*/ 1 h 628"/>
                <a:gd name="T44" fmla="*/ 2 w 382"/>
                <a:gd name="T45" fmla="*/ 1 h 628"/>
                <a:gd name="T46" fmla="*/ 1 w 382"/>
                <a:gd name="T47" fmla="*/ 1 h 628"/>
                <a:gd name="T48" fmla="*/ 1 w 382"/>
                <a:gd name="T49" fmla="*/ 1 h 628"/>
                <a:gd name="T50" fmla="*/ 1 w 382"/>
                <a:gd name="T51" fmla="*/ 2 h 628"/>
                <a:gd name="T52" fmla="*/ 1 w 382"/>
                <a:gd name="T53" fmla="*/ 2 h 628"/>
                <a:gd name="T54" fmla="*/ 1 w 382"/>
                <a:gd name="T55" fmla="*/ 2 h 628"/>
                <a:gd name="T56" fmla="*/ 0 w 382"/>
                <a:gd name="T57" fmla="*/ 3 h 628"/>
                <a:gd name="T58" fmla="*/ 0 w 382"/>
                <a:gd name="T59" fmla="*/ 3 h 628"/>
                <a:gd name="T60" fmla="*/ 0 w 382"/>
                <a:gd name="T61" fmla="*/ 3 h 628"/>
                <a:gd name="T62" fmla="*/ 0 w 382"/>
                <a:gd name="T63" fmla="*/ 4 h 628"/>
                <a:gd name="T64" fmla="*/ 0 w 382"/>
                <a:gd name="T65" fmla="*/ 4 h 628"/>
                <a:gd name="T66" fmla="*/ 0 w 382"/>
                <a:gd name="T67" fmla="*/ 4 h 628"/>
                <a:gd name="T68" fmla="*/ 0 w 382"/>
                <a:gd name="T69" fmla="*/ 5 h 628"/>
                <a:gd name="T70" fmla="*/ 0 w 382"/>
                <a:gd name="T71" fmla="*/ 5 h 628"/>
                <a:gd name="T72" fmla="*/ 0 w 382"/>
                <a:gd name="T73" fmla="*/ 5 h 628"/>
                <a:gd name="T74" fmla="*/ 0 w 382"/>
                <a:gd name="T75" fmla="*/ 5 h 628"/>
                <a:gd name="T76" fmla="*/ 0 w 382"/>
                <a:gd name="T77" fmla="*/ 5 h 628"/>
                <a:gd name="T78" fmla="*/ 0 w 382"/>
                <a:gd name="T79" fmla="*/ 5 h 628"/>
                <a:gd name="T80" fmla="*/ 0 w 382"/>
                <a:gd name="T81" fmla="*/ 5 h 628"/>
                <a:gd name="T82" fmla="*/ 1 w 382"/>
                <a:gd name="T83" fmla="*/ 5 h 628"/>
                <a:gd name="T84" fmla="*/ 1 w 382"/>
                <a:gd name="T85" fmla="*/ 5 h 628"/>
                <a:gd name="T86" fmla="*/ 1 w 382"/>
                <a:gd name="T87" fmla="*/ 5 h 628"/>
                <a:gd name="T88" fmla="*/ 1 w 382"/>
                <a:gd name="T89" fmla="*/ 5 h 628"/>
                <a:gd name="T90" fmla="*/ 1 w 382"/>
                <a:gd name="T91" fmla="*/ 5 h 628"/>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382"/>
                <a:gd name="T139" fmla="*/ 0 h 628"/>
                <a:gd name="T140" fmla="*/ 382 w 382"/>
                <a:gd name="T141" fmla="*/ 628 h 628"/>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382" h="628">
                  <a:moveTo>
                    <a:pt x="94" y="581"/>
                  </a:moveTo>
                  <a:lnTo>
                    <a:pt x="94" y="582"/>
                  </a:lnTo>
                  <a:lnTo>
                    <a:pt x="96" y="541"/>
                  </a:lnTo>
                  <a:lnTo>
                    <a:pt x="99" y="500"/>
                  </a:lnTo>
                  <a:lnTo>
                    <a:pt x="106" y="463"/>
                  </a:lnTo>
                  <a:lnTo>
                    <a:pt x="115" y="424"/>
                  </a:lnTo>
                  <a:lnTo>
                    <a:pt x="127" y="389"/>
                  </a:lnTo>
                  <a:lnTo>
                    <a:pt x="140" y="353"/>
                  </a:lnTo>
                  <a:lnTo>
                    <a:pt x="156" y="320"/>
                  </a:lnTo>
                  <a:lnTo>
                    <a:pt x="173" y="287"/>
                  </a:lnTo>
                  <a:lnTo>
                    <a:pt x="193" y="255"/>
                  </a:lnTo>
                  <a:lnTo>
                    <a:pt x="214" y="226"/>
                  </a:lnTo>
                  <a:lnTo>
                    <a:pt x="238" y="198"/>
                  </a:lnTo>
                  <a:lnTo>
                    <a:pt x="263" y="172"/>
                  </a:lnTo>
                  <a:lnTo>
                    <a:pt x="290" y="146"/>
                  </a:lnTo>
                  <a:lnTo>
                    <a:pt x="318" y="122"/>
                  </a:lnTo>
                  <a:lnTo>
                    <a:pt x="349" y="101"/>
                  </a:lnTo>
                  <a:lnTo>
                    <a:pt x="382" y="82"/>
                  </a:lnTo>
                  <a:lnTo>
                    <a:pt x="335" y="0"/>
                  </a:lnTo>
                  <a:lnTo>
                    <a:pt x="297" y="23"/>
                  </a:lnTo>
                  <a:lnTo>
                    <a:pt x="262" y="49"/>
                  </a:lnTo>
                  <a:lnTo>
                    <a:pt x="229" y="76"/>
                  </a:lnTo>
                  <a:lnTo>
                    <a:pt x="198" y="104"/>
                  </a:lnTo>
                  <a:lnTo>
                    <a:pt x="167" y="137"/>
                  </a:lnTo>
                  <a:lnTo>
                    <a:pt x="142" y="170"/>
                  </a:lnTo>
                  <a:lnTo>
                    <a:pt x="116" y="204"/>
                  </a:lnTo>
                  <a:lnTo>
                    <a:pt x="94" y="240"/>
                  </a:lnTo>
                  <a:lnTo>
                    <a:pt x="74" y="278"/>
                  </a:lnTo>
                  <a:lnTo>
                    <a:pt x="54" y="317"/>
                  </a:lnTo>
                  <a:lnTo>
                    <a:pt x="38" y="359"/>
                  </a:lnTo>
                  <a:lnTo>
                    <a:pt x="26" y="401"/>
                  </a:lnTo>
                  <a:lnTo>
                    <a:pt x="15" y="444"/>
                  </a:lnTo>
                  <a:lnTo>
                    <a:pt x="8" y="489"/>
                  </a:lnTo>
                  <a:lnTo>
                    <a:pt x="2" y="534"/>
                  </a:lnTo>
                  <a:lnTo>
                    <a:pt x="0" y="580"/>
                  </a:lnTo>
                  <a:lnTo>
                    <a:pt x="0" y="581"/>
                  </a:lnTo>
                  <a:lnTo>
                    <a:pt x="0" y="580"/>
                  </a:lnTo>
                  <a:lnTo>
                    <a:pt x="3" y="600"/>
                  </a:lnTo>
                  <a:lnTo>
                    <a:pt x="14" y="615"/>
                  </a:lnTo>
                  <a:lnTo>
                    <a:pt x="29" y="625"/>
                  </a:lnTo>
                  <a:lnTo>
                    <a:pt x="45" y="628"/>
                  </a:lnTo>
                  <a:lnTo>
                    <a:pt x="63" y="626"/>
                  </a:lnTo>
                  <a:lnTo>
                    <a:pt x="78" y="616"/>
                  </a:lnTo>
                  <a:lnTo>
                    <a:pt x="89" y="602"/>
                  </a:lnTo>
                  <a:lnTo>
                    <a:pt x="94" y="582"/>
                  </a:lnTo>
                  <a:lnTo>
                    <a:pt x="94" y="5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0500" name="Freeform 46"/>
            <p:cNvSpPr>
              <a:spLocks/>
            </p:cNvSpPr>
            <p:nvPr/>
          </p:nvSpPr>
          <p:spPr bwMode="auto">
            <a:xfrm>
              <a:off x="868" y="1712"/>
              <a:ext cx="19" cy="364"/>
            </a:xfrm>
            <a:custGeom>
              <a:avLst/>
              <a:gdLst>
                <a:gd name="T0" fmla="*/ 1 w 94"/>
                <a:gd name="T1" fmla="*/ 14 h 1818"/>
                <a:gd name="T2" fmla="*/ 1 w 94"/>
                <a:gd name="T3" fmla="*/ 14 h 1818"/>
                <a:gd name="T4" fmla="*/ 1 w 94"/>
                <a:gd name="T5" fmla="*/ 0 h 1818"/>
                <a:gd name="T6" fmla="*/ 0 w 94"/>
                <a:gd name="T7" fmla="*/ 0 h 1818"/>
                <a:gd name="T8" fmla="*/ 0 w 94"/>
                <a:gd name="T9" fmla="*/ 14 h 1818"/>
                <a:gd name="T10" fmla="*/ 0 w 94"/>
                <a:gd name="T11" fmla="*/ 14 h 1818"/>
                <a:gd name="T12" fmla="*/ 0 w 94"/>
                <a:gd name="T13" fmla="*/ 14 h 1818"/>
                <a:gd name="T14" fmla="*/ 0 w 94"/>
                <a:gd name="T15" fmla="*/ 14 h 1818"/>
                <a:gd name="T16" fmla="*/ 0 w 94"/>
                <a:gd name="T17" fmla="*/ 14 h 1818"/>
                <a:gd name="T18" fmla="*/ 0 w 94"/>
                <a:gd name="T19" fmla="*/ 15 h 1818"/>
                <a:gd name="T20" fmla="*/ 0 w 94"/>
                <a:gd name="T21" fmla="*/ 15 h 1818"/>
                <a:gd name="T22" fmla="*/ 1 w 94"/>
                <a:gd name="T23" fmla="*/ 15 h 1818"/>
                <a:gd name="T24" fmla="*/ 1 w 94"/>
                <a:gd name="T25" fmla="*/ 14 h 1818"/>
                <a:gd name="T26" fmla="*/ 1 w 94"/>
                <a:gd name="T27" fmla="*/ 14 h 1818"/>
                <a:gd name="T28" fmla="*/ 1 w 94"/>
                <a:gd name="T29" fmla="*/ 14 h 1818"/>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94"/>
                <a:gd name="T46" fmla="*/ 0 h 1818"/>
                <a:gd name="T47" fmla="*/ 94 w 94"/>
                <a:gd name="T48" fmla="*/ 1818 h 1818"/>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94" h="1818">
                  <a:moveTo>
                    <a:pt x="94" y="1771"/>
                  </a:moveTo>
                  <a:lnTo>
                    <a:pt x="94" y="1771"/>
                  </a:lnTo>
                  <a:lnTo>
                    <a:pt x="94" y="0"/>
                  </a:lnTo>
                  <a:lnTo>
                    <a:pt x="0" y="0"/>
                  </a:lnTo>
                  <a:lnTo>
                    <a:pt x="0" y="1771"/>
                  </a:lnTo>
                  <a:lnTo>
                    <a:pt x="3" y="1791"/>
                  </a:lnTo>
                  <a:lnTo>
                    <a:pt x="15" y="1806"/>
                  </a:lnTo>
                  <a:lnTo>
                    <a:pt x="29" y="1814"/>
                  </a:lnTo>
                  <a:lnTo>
                    <a:pt x="47" y="1818"/>
                  </a:lnTo>
                  <a:lnTo>
                    <a:pt x="64" y="1814"/>
                  </a:lnTo>
                  <a:lnTo>
                    <a:pt x="79" y="1806"/>
                  </a:lnTo>
                  <a:lnTo>
                    <a:pt x="90" y="1791"/>
                  </a:lnTo>
                  <a:lnTo>
                    <a:pt x="94" y="17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0501" name="Freeform 47"/>
            <p:cNvSpPr>
              <a:spLocks/>
            </p:cNvSpPr>
            <p:nvPr/>
          </p:nvSpPr>
          <p:spPr bwMode="auto">
            <a:xfrm>
              <a:off x="868" y="2067"/>
              <a:ext cx="90" cy="160"/>
            </a:xfrm>
            <a:custGeom>
              <a:avLst/>
              <a:gdLst>
                <a:gd name="T0" fmla="*/ 3 w 449"/>
                <a:gd name="T1" fmla="*/ 6 h 803"/>
                <a:gd name="T2" fmla="*/ 3 w 449"/>
                <a:gd name="T3" fmla="*/ 6 h 803"/>
                <a:gd name="T4" fmla="*/ 3 w 449"/>
                <a:gd name="T5" fmla="*/ 5 h 803"/>
                <a:gd name="T6" fmla="*/ 3 w 449"/>
                <a:gd name="T7" fmla="*/ 5 h 803"/>
                <a:gd name="T8" fmla="*/ 3 w 449"/>
                <a:gd name="T9" fmla="*/ 5 h 803"/>
                <a:gd name="T10" fmla="*/ 2 w 449"/>
                <a:gd name="T11" fmla="*/ 5 h 803"/>
                <a:gd name="T12" fmla="*/ 2 w 449"/>
                <a:gd name="T13" fmla="*/ 4 h 803"/>
                <a:gd name="T14" fmla="*/ 2 w 449"/>
                <a:gd name="T15" fmla="*/ 4 h 803"/>
                <a:gd name="T16" fmla="*/ 2 w 449"/>
                <a:gd name="T17" fmla="*/ 4 h 803"/>
                <a:gd name="T18" fmla="*/ 2 w 449"/>
                <a:gd name="T19" fmla="*/ 3 h 803"/>
                <a:gd name="T20" fmla="*/ 1 w 449"/>
                <a:gd name="T21" fmla="*/ 3 h 803"/>
                <a:gd name="T22" fmla="*/ 1 w 449"/>
                <a:gd name="T23" fmla="*/ 2 h 803"/>
                <a:gd name="T24" fmla="*/ 1 w 449"/>
                <a:gd name="T25" fmla="*/ 2 h 803"/>
                <a:gd name="T26" fmla="*/ 1 w 449"/>
                <a:gd name="T27" fmla="*/ 2 h 803"/>
                <a:gd name="T28" fmla="*/ 1 w 449"/>
                <a:gd name="T29" fmla="*/ 1 h 803"/>
                <a:gd name="T30" fmla="*/ 1 w 449"/>
                <a:gd name="T31" fmla="*/ 1 h 803"/>
                <a:gd name="T32" fmla="*/ 1 w 449"/>
                <a:gd name="T33" fmla="*/ 0 h 803"/>
                <a:gd name="T34" fmla="*/ 1 w 449"/>
                <a:gd name="T35" fmla="*/ 0 h 803"/>
                <a:gd name="T36" fmla="*/ 0 w 449"/>
                <a:gd name="T37" fmla="*/ 0 h 803"/>
                <a:gd name="T38" fmla="*/ 0 w 449"/>
                <a:gd name="T39" fmla="*/ 0 h 803"/>
                <a:gd name="T40" fmla="*/ 0 w 449"/>
                <a:gd name="T41" fmla="*/ 1 h 803"/>
                <a:gd name="T42" fmla="*/ 0 w 449"/>
                <a:gd name="T43" fmla="*/ 1 h 803"/>
                <a:gd name="T44" fmla="*/ 0 w 449"/>
                <a:gd name="T45" fmla="*/ 2 h 803"/>
                <a:gd name="T46" fmla="*/ 0 w 449"/>
                <a:gd name="T47" fmla="*/ 2 h 803"/>
                <a:gd name="T48" fmla="*/ 0 w 449"/>
                <a:gd name="T49" fmla="*/ 3 h 803"/>
                <a:gd name="T50" fmla="*/ 1 w 449"/>
                <a:gd name="T51" fmla="*/ 3 h 803"/>
                <a:gd name="T52" fmla="*/ 1 w 449"/>
                <a:gd name="T53" fmla="*/ 4 h 803"/>
                <a:gd name="T54" fmla="*/ 1 w 449"/>
                <a:gd name="T55" fmla="*/ 4 h 803"/>
                <a:gd name="T56" fmla="*/ 1 w 449"/>
                <a:gd name="T57" fmla="*/ 4 h 803"/>
                <a:gd name="T58" fmla="*/ 2 w 449"/>
                <a:gd name="T59" fmla="*/ 5 h 803"/>
                <a:gd name="T60" fmla="*/ 2 w 449"/>
                <a:gd name="T61" fmla="*/ 5 h 803"/>
                <a:gd name="T62" fmla="*/ 2 w 449"/>
                <a:gd name="T63" fmla="*/ 5 h 803"/>
                <a:gd name="T64" fmla="*/ 2 w 449"/>
                <a:gd name="T65" fmla="*/ 6 h 803"/>
                <a:gd name="T66" fmla="*/ 3 w 449"/>
                <a:gd name="T67" fmla="*/ 6 h 803"/>
                <a:gd name="T68" fmla="*/ 3 w 449"/>
                <a:gd name="T69" fmla="*/ 6 h 803"/>
                <a:gd name="T70" fmla="*/ 3 w 449"/>
                <a:gd name="T71" fmla="*/ 6 h 803"/>
                <a:gd name="T72" fmla="*/ 3 w 449"/>
                <a:gd name="T73" fmla="*/ 6 h 803"/>
                <a:gd name="T74" fmla="*/ 3 w 449"/>
                <a:gd name="T75" fmla="*/ 6 h 803"/>
                <a:gd name="T76" fmla="*/ 3 w 449"/>
                <a:gd name="T77" fmla="*/ 6 h 803"/>
                <a:gd name="T78" fmla="*/ 3 w 449"/>
                <a:gd name="T79" fmla="*/ 6 h 803"/>
                <a:gd name="T80" fmla="*/ 4 w 449"/>
                <a:gd name="T81" fmla="*/ 6 h 803"/>
                <a:gd name="T82" fmla="*/ 4 w 449"/>
                <a:gd name="T83" fmla="*/ 6 h 803"/>
                <a:gd name="T84" fmla="*/ 4 w 449"/>
                <a:gd name="T85" fmla="*/ 6 h 803"/>
                <a:gd name="T86" fmla="*/ 4 w 449"/>
                <a:gd name="T87" fmla="*/ 6 h 803"/>
                <a:gd name="T88" fmla="*/ 3 w 449"/>
                <a:gd name="T89" fmla="*/ 6 h 803"/>
                <a:gd name="T90" fmla="*/ 3 w 449"/>
                <a:gd name="T91" fmla="*/ 6 h 80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449"/>
                <a:gd name="T139" fmla="*/ 0 h 803"/>
                <a:gd name="T140" fmla="*/ 449 w 449"/>
                <a:gd name="T141" fmla="*/ 803 h 80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449" h="803">
                  <a:moveTo>
                    <a:pt x="426" y="717"/>
                  </a:moveTo>
                  <a:lnTo>
                    <a:pt x="427" y="717"/>
                  </a:lnTo>
                  <a:lnTo>
                    <a:pt x="395" y="693"/>
                  </a:lnTo>
                  <a:lnTo>
                    <a:pt x="361" y="662"/>
                  </a:lnTo>
                  <a:lnTo>
                    <a:pt x="329" y="628"/>
                  </a:lnTo>
                  <a:lnTo>
                    <a:pt x="299" y="591"/>
                  </a:lnTo>
                  <a:lnTo>
                    <a:pt x="269" y="551"/>
                  </a:lnTo>
                  <a:lnTo>
                    <a:pt x="241" y="507"/>
                  </a:lnTo>
                  <a:lnTo>
                    <a:pt x="215" y="460"/>
                  </a:lnTo>
                  <a:lnTo>
                    <a:pt x="191" y="412"/>
                  </a:lnTo>
                  <a:lnTo>
                    <a:pt x="170" y="363"/>
                  </a:lnTo>
                  <a:lnTo>
                    <a:pt x="151" y="312"/>
                  </a:lnTo>
                  <a:lnTo>
                    <a:pt x="133" y="259"/>
                  </a:lnTo>
                  <a:lnTo>
                    <a:pt x="119" y="207"/>
                  </a:lnTo>
                  <a:lnTo>
                    <a:pt x="108" y="156"/>
                  </a:lnTo>
                  <a:lnTo>
                    <a:pt x="101" y="103"/>
                  </a:lnTo>
                  <a:lnTo>
                    <a:pt x="96" y="51"/>
                  </a:lnTo>
                  <a:lnTo>
                    <a:pt x="94" y="0"/>
                  </a:lnTo>
                  <a:lnTo>
                    <a:pt x="0" y="0"/>
                  </a:lnTo>
                  <a:lnTo>
                    <a:pt x="2" y="56"/>
                  </a:lnTo>
                  <a:lnTo>
                    <a:pt x="7" y="115"/>
                  </a:lnTo>
                  <a:lnTo>
                    <a:pt x="16" y="172"/>
                  </a:lnTo>
                  <a:lnTo>
                    <a:pt x="28" y="231"/>
                  </a:lnTo>
                  <a:lnTo>
                    <a:pt x="44" y="287"/>
                  </a:lnTo>
                  <a:lnTo>
                    <a:pt x="62" y="342"/>
                  </a:lnTo>
                  <a:lnTo>
                    <a:pt x="83" y="398"/>
                  </a:lnTo>
                  <a:lnTo>
                    <a:pt x="106" y="452"/>
                  </a:lnTo>
                  <a:lnTo>
                    <a:pt x="133" y="505"/>
                  </a:lnTo>
                  <a:lnTo>
                    <a:pt x="161" y="554"/>
                  </a:lnTo>
                  <a:lnTo>
                    <a:pt x="192" y="602"/>
                  </a:lnTo>
                  <a:lnTo>
                    <a:pt x="224" y="647"/>
                  </a:lnTo>
                  <a:lnTo>
                    <a:pt x="259" y="689"/>
                  </a:lnTo>
                  <a:lnTo>
                    <a:pt x="295" y="728"/>
                  </a:lnTo>
                  <a:lnTo>
                    <a:pt x="334" y="763"/>
                  </a:lnTo>
                  <a:lnTo>
                    <a:pt x="374" y="795"/>
                  </a:lnTo>
                  <a:lnTo>
                    <a:pt x="375" y="795"/>
                  </a:lnTo>
                  <a:lnTo>
                    <a:pt x="374" y="795"/>
                  </a:lnTo>
                  <a:lnTo>
                    <a:pt x="392" y="803"/>
                  </a:lnTo>
                  <a:lnTo>
                    <a:pt x="411" y="803"/>
                  </a:lnTo>
                  <a:lnTo>
                    <a:pt x="426" y="795"/>
                  </a:lnTo>
                  <a:lnTo>
                    <a:pt x="439" y="782"/>
                  </a:lnTo>
                  <a:lnTo>
                    <a:pt x="446" y="766"/>
                  </a:lnTo>
                  <a:lnTo>
                    <a:pt x="449" y="749"/>
                  </a:lnTo>
                  <a:lnTo>
                    <a:pt x="441" y="732"/>
                  </a:lnTo>
                  <a:lnTo>
                    <a:pt x="427" y="717"/>
                  </a:lnTo>
                  <a:lnTo>
                    <a:pt x="426" y="71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0502" name="Freeform 48"/>
            <p:cNvSpPr>
              <a:spLocks/>
            </p:cNvSpPr>
            <p:nvPr/>
          </p:nvSpPr>
          <p:spPr bwMode="auto">
            <a:xfrm>
              <a:off x="883" y="1673"/>
              <a:ext cx="379" cy="690"/>
            </a:xfrm>
            <a:custGeom>
              <a:avLst/>
              <a:gdLst>
                <a:gd name="T0" fmla="*/ 12 w 1897"/>
                <a:gd name="T1" fmla="*/ 6 h 3450"/>
                <a:gd name="T2" fmla="*/ 13 w 1897"/>
                <a:gd name="T3" fmla="*/ 7 h 3450"/>
                <a:gd name="T4" fmla="*/ 13 w 1897"/>
                <a:gd name="T5" fmla="*/ 7 h 3450"/>
                <a:gd name="T6" fmla="*/ 14 w 1897"/>
                <a:gd name="T7" fmla="*/ 8 h 3450"/>
                <a:gd name="T8" fmla="*/ 14 w 1897"/>
                <a:gd name="T9" fmla="*/ 9 h 3450"/>
                <a:gd name="T10" fmla="*/ 15 w 1897"/>
                <a:gd name="T11" fmla="*/ 10 h 3450"/>
                <a:gd name="T12" fmla="*/ 15 w 1897"/>
                <a:gd name="T13" fmla="*/ 11 h 3450"/>
                <a:gd name="T14" fmla="*/ 15 w 1897"/>
                <a:gd name="T15" fmla="*/ 11 h 3450"/>
                <a:gd name="T16" fmla="*/ 15 w 1897"/>
                <a:gd name="T17" fmla="*/ 12 h 3450"/>
                <a:gd name="T18" fmla="*/ 15 w 1897"/>
                <a:gd name="T19" fmla="*/ 26 h 3450"/>
                <a:gd name="T20" fmla="*/ 15 w 1897"/>
                <a:gd name="T21" fmla="*/ 26 h 3450"/>
                <a:gd name="T22" fmla="*/ 15 w 1897"/>
                <a:gd name="T23" fmla="*/ 27 h 3450"/>
                <a:gd name="T24" fmla="*/ 15 w 1897"/>
                <a:gd name="T25" fmla="*/ 27 h 3450"/>
                <a:gd name="T26" fmla="*/ 14 w 1897"/>
                <a:gd name="T27" fmla="*/ 27 h 3450"/>
                <a:gd name="T28" fmla="*/ 14 w 1897"/>
                <a:gd name="T29" fmla="*/ 28 h 3450"/>
                <a:gd name="T30" fmla="*/ 13 w 1897"/>
                <a:gd name="T31" fmla="*/ 28 h 3450"/>
                <a:gd name="T32" fmla="*/ 13 w 1897"/>
                <a:gd name="T33" fmla="*/ 27 h 3450"/>
                <a:gd name="T34" fmla="*/ 3 w 1897"/>
                <a:gd name="T35" fmla="*/ 21 h 3450"/>
                <a:gd name="T36" fmla="*/ 2 w 1897"/>
                <a:gd name="T37" fmla="*/ 21 h 3450"/>
                <a:gd name="T38" fmla="*/ 2 w 1897"/>
                <a:gd name="T39" fmla="*/ 20 h 3450"/>
                <a:gd name="T40" fmla="*/ 1 w 1897"/>
                <a:gd name="T41" fmla="*/ 19 h 3450"/>
                <a:gd name="T42" fmla="*/ 1 w 1897"/>
                <a:gd name="T43" fmla="*/ 19 h 3450"/>
                <a:gd name="T44" fmla="*/ 0 w 1897"/>
                <a:gd name="T45" fmla="*/ 18 h 3450"/>
                <a:gd name="T46" fmla="*/ 0 w 1897"/>
                <a:gd name="T47" fmla="*/ 17 h 3450"/>
                <a:gd name="T48" fmla="*/ 0 w 1897"/>
                <a:gd name="T49" fmla="*/ 16 h 3450"/>
                <a:gd name="T50" fmla="*/ 0 w 1897"/>
                <a:gd name="T51" fmla="*/ 15 h 3450"/>
                <a:gd name="T52" fmla="*/ 0 w 1897"/>
                <a:gd name="T53" fmla="*/ 2 h 3450"/>
                <a:gd name="T54" fmla="*/ 0 w 1897"/>
                <a:gd name="T55" fmla="*/ 1 h 3450"/>
                <a:gd name="T56" fmla="*/ 0 w 1897"/>
                <a:gd name="T57" fmla="*/ 1 h 3450"/>
                <a:gd name="T58" fmla="*/ 1 w 1897"/>
                <a:gd name="T59" fmla="*/ 0 h 3450"/>
                <a:gd name="T60" fmla="*/ 1 w 1897"/>
                <a:gd name="T61" fmla="*/ 0 h 3450"/>
                <a:gd name="T62" fmla="*/ 1 w 1897"/>
                <a:gd name="T63" fmla="*/ 0 h 3450"/>
                <a:gd name="T64" fmla="*/ 2 w 1897"/>
                <a:gd name="T65" fmla="*/ 0 h 3450"/>
                <a:gd name="T66" fmla="*/ 3 w 1897"/>
                <a:gd name="T67" fmla="*/ 0 h 3450"/>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897"/>
                <a:gd name="T103" fmla="*/ 0 h 3450"/>
                <a:gd name="T104" fmla="*/ 1897 w 1897"/>
                <a:gd name="T105" fmla="*/ 3450 h 3450"/>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897" h="3450">
                  <a:moveTo>
                    <a:pt x="357" y="49"/>
                  </a:moveTo>
                  <a:lnTo>
                    <a:pt x="1542" y="806"/>
                  </a:lnTo>
                  <a:lnTo>
                    <a:pt x="1579" y="832"/>
                  </a:lnTo>
                  <a:lnTo>
                    <a:pt x="1614" y="861"/>
                  </a:lnTo>
                  <a:lnTo>
                    <a:pt x="1648" y="895"/>
                  </a:lnTo>
                  <a:lnTo>
                    <a:pt x="1681" y="933"/>
                  </a:lnTo>
                  <a:lnTo>
                    <a:pt x="1711" y="973"/>
                  </a:lnTo>
                  <a:lnTo>
                    <a:pt x="1740" y="1016"/>
                  </a:lnTo>
                  <a:lnTo>
                    <a:pt x="1768" y="1062"/>
                  </a:lnTo>
                  <a:lnTo>
                    <a:pt x="1793" y="1109"/>
                  </a:lnTo>
                  <a:lnTo>
                    <a:pt x="1816" y="1158"/>
                  </a:lnTo>
                  <a:lnTo>
                    <a:pt x="1836" y="1208"/>
                  </a:lnTo>
                  <a:lnTo>
                    <a:pt x="1854" y="1260"/>
                  </a:lnTo>
                  <a:lnTo>
                    <a:pt x="1869" y="1313"/>
                  </a:lnTo>
                  <a:lnTo>
                    <a:pt x="1881" y="1364"/>
                  </a:lnTo>
                  <a:lnTo>
                    <a:pt x="1890" y="1417"/>
                  </a:lnTo>
                  <a:lnTo>
                    <a:pt x="1895" y="1469"/>
                  </a:lnTo>
                  <a:lnTo>
                    <a:pt x="1897" y="1519"/>
                  </a:lnTo>
                  <a:lnTo>
                    <a:pt x="1897" y="3142"/>
                  </a:lnTo>
                  <a:lnTo>
                    <a:pt x="1895" y="3190"/>
                  </a:lnTo>
                  <a:lnTo>
                    <a:pt x="1890" y="3235"/>
                  </a:lnTo>
                  <a:lnTo>
                    <a:pt x="1881" y="3276"/>
                  </a:lnTo>
                  <a:lnTo>
                    <a:pt x="1869" y="3313"/>
                  </a:lnTo>
                  <a:lnTo>
                    <a:pt x="1854" y="3346"/>
                  </a:lnTo>
                  <a:lnTo>
                    <a:pt x="1836" y="3375"/>
                  </a:lnTo>
                  <a:lnTo>
                    <a:pt x="1816" y="3398"/>
                  </a:lnTo>
                  <a:lnTo>
                    <a:pt x="1793" y="3418"/>
                  </a:lnTo>
                  <a:lnTo>
                    <a:pt x="1768" y="3434"/>
                  </a:lnTo>
                  <a:lnTo>
                    <a:pt x="1740" y="3444"/>
                  </a:lnTo>
                  <a:lnTo>
                    <a:pt x="1711" y="3450"/>
                  </a:lnTo>
                  <a:lnTo>
                    <a:pt x="1681" y="3450"/>
                  </a:lnTo>
                  <a:lnTo>
                    <a:pt x="1648" y="3445"/>
                  </a:lnTo>
                  <a:lnTo>
                    <a:pt x="1614" y="3436"/>
                  </a:lnTo>
                  <a:lnTo>
                    <a:pt x="1579" y="3421"/>
                  </a:lnTo>
                  <a:lnTo>
                    <a:pt x="1542" y="3400"/>
                  </a:lnTo>
                  <a:lnTo>
                    <a:pt x="357" y="2643"/>
                  </a:lnTo>
                  <a:lnTo>
                    <a:pt x="320" y="2618"/>
                  </a:lnTo>
                  <a:lnTo>
                    <a:pt x="285" y="2588"/>
                  </a:lnTo>
                  <a:lnTo>
                    <a:pt x="251" y="2554"/>
                  </a:lnTo>
                  <a:lnTo>
                    <a:pt x="218" y="2517"/>
                  </a:lnTo>
                  <a:lnTo>
                    <a:pt x="187" y="2477"/>
                  </a:lnTo>
                  <a:lnTo>
                    <a:pt x="157" y="2433"/>
                  </a:lnTo>
                  <a:lnTo>
                    <a:pt x="130" y="2388"/>
                  </a:lnTo>
                  <a:lnTo>
                    <a:pt x="105" y="2341"/>
                  </a:lnTo>
                  <a:lnTo>
                    <a:pt x="81" y="2292"/>
                  </a:lnTo>
                  <a:lnTo>
                    <a:pt x="61" y="2241"/>
                  </a:lnTo>
                  <a:lnTo>
                    <a:pt x="44" y="2190"/>
                  </a:lnTo>
                  <a:lnTo>
                    <a:pt x="29" y="2138"/>
                  </a:lnTo>
                  <a:lnTo>
                    <a:pt x="17" y="2085"/>
                  </a:lnTo>
                  <a:lnTo>
                    <a:pt x="7" y="2033"/>
                  </a:lnTo>
                  <a:lnTo>
                    <a:pt x="3" y="1981"/>
                  </a:lnTo>
                  <a:lnTo>
                    <a:pt x="0" y="1931"/>
                  </a:lnTo>
                  <a:lnTo>
                    <a:pt x="0" y="308"/>
                  </a:lnTo>
                  <a:lnTo>
                    <a:pt x="3" y="260"/>
                  </a:lnTo>
                  <a:lnTo>
                    <a:pt x="7" y="215"/>
                  </a:lnTo>
                  <a:lnTo>
                    <a:pt x="17" y="174"/>
                  </a:lnTo>
                  <a:lnTo>
                    <a:pt x="29" y="137"/>
                  </a:lnTo>
                  <a:lnTo>
                    <a:pt x="44" y="104"/>
                  </a:lnTo>
                  <a:lnTo>
                    <a:pt x="61" y="76"/>
                  </a:lnTo>
                  <a:lnTo>
                    <a:pt x="81" y="51"/>
                  </a:lnTo>
                  <a:lnTo>
                    <a:pt x="105" y="31"/>
                  </a:lnTo>
                  <a:lnTo>
                    <a:pt x="130" y="16"/>
                  </a:lnTo>
                  <a:lnTo>
                    <a:pt x="157" y="5"/>
                  </a:lnTo>
                  <a:lnTo>
                    <a:pt x="187" y="0"/>
                  </a:lnTo>
                  <a:lnTo>
                    <a:pt x="218" y="0"/>
                  </a:lnTo>
                  <a:lnTo>
                    <a:pt x="251" y="3"/>
                  </a:lnTo>
                  <a:lnTo>
                    <a:pt x="285" y="14"/>
                  </a:lnTo>
                  <a:lnTo>
                    <a:pt x="320" y="29"/>
                  </a:lnTo>
                  <a:lnTo>
                    <a:pt x="357" y="49"/>
                  </a:lnTo>
                  <a:close/>
                </a:path>
              </a:pathLst>
            </a:custGeom>
            <a:solidFill>
              <a:srgbClr val="BFBFB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0503" name="Freeform 49"/>
            <p:cNvSpPr>
              <a:spLocks/>
            </p:cNvSpPr>
            <p:nvPr/>
          </p:nvSpPr>
          <p:spPr bwMode="auto">
            <a:xfrm>
              <a:off x="1268" y="1663"/>
              <a:ext cx="393" cy="711"/>
            </a:xfrm>
            <a:custGeom>
              <a:avLst/>
              <a:gdLst>
                <a:gd name="T0" fmla="*/ 3 w 1962"/>
                <a:gd name="T1" fmla="*/ 7 h 3555"/>
                <a:gd name="T2" fmla="*/ 2 w 1962"/>
                <a:gd name="T3" fmla="*/ 7 h 3555"/>
                <a:gd name="T4" fmla="*/ 2 w 1962"/>
                <a:gd name="T5" fmla="*/ 8 h 3555"/>
                <a:gd name="T6" fmla="*/ 1 w 1962"/>
                <a:gd name="T7" fmla="*/ 8 h 3555"/>
                <a:gd name="T8" fmla="*/ 1 w 1962"/>
                <a:gd name="T9" fmla="*/ 9 h 3555"/>
                <a:gd name="T10" fmla="*/ 1 w 1962"/>
                <a:gd name="T11" fmla="*/ 10 h 3555"/>
                <a:gd name="T12" fmla="*/ 0 w 1962"/>
                <a:gd name="T13" fmla="*/ 11 h 3555"/>
                <a:gd name="T14" fmla="*/ 0 w 1962"/>
                <a:gd name="T15" fmla="*/ 12 h 3555"/>
                <a:gd name="T16" fmla="*/ 0 w 1962"/>
                <a:gd name="T17" fmla="*/ 13 h 3555"/>
                <a:gd name="T18" fmla="*/ 0 w 1962"/>
                <a:gd name="T19" fmla="*/ 26 h 3555"/>
                <a:gd name="T20" fmla="*/ 0 w 1962"/>
                <a:gd name="T21" fmla="*/ 27 h 3555"/>
                <a:gd name="T22" fmla="*/ 0 w 1962"/>
                <a:gd name="T23" fmla="*/ 28 h 3555"/>
                <a:gd name="T24" fmla="*/ 1 w 1962"/>
                <a:gd name="T25" fmla="*/ 28 h 3555"/>
                <a:gd name="T26" fmla="*/ 1 w 1962"/>
                <a:gd name="T27" fmla="*/ 28 h 3555"/>
                <a:gd name="T28" fmla="*/ 2 w 1962"/>
                <a:gd name="T29" fmla="*/ 28 h 3555"/>
                <a:gd name="T30" fmla="*/ 2 w 1962"/>
                <a:gd name="T31" fmla="*/ 28 h 3555"/>
                <a:gd name="T32" fmla="*/ 3 w 1962"/>
                <a:gd name="T33" fmla="*/ 28 h 3555"/>
                <a:gd name="T34" fmla="*/ 13 w 1962"/>
                <a:gd name="T35" fmla="*/ 22 h 3555"/>
                <a:gd name="T36" fmla="*/ 13 w 1962"/>
                <a:gd name="T37" fmla="*/ 21 h 3555"/>
                <a:gd name="T38" fmla="*/ 14 w 1962"/>
                <a:gd name="T39" fmla="*/ 21 h 3555"/>
                <a:gd name="T40" fmla="*/ 14 w 1962"/>
                <a:gd name="T41" fmla="*/ 20 h 3555"/>
                <a:gd name="T42" fmla="*/ 15 w 1962"/>
                <a:gd name="T43" fmla="*/ 19 h 3555"/>
                <a:gd name="T44" fmla="*/ 15 w 1962"/>
                <a:gd name="T45" fmla="*/ 18 h 3555"/>
                <a:gd name="T46" fmla="*/ 16 w 1962"/>
                <a:gd name="T47" fmla="*/ 18 h 3555"/>
                <a:gd name="T48" fmla="*/ 16 w 1962"/>
                <a:gd name="T49" fmla="*/ 17 h 3555"/>
                <a:gd name="T50" fmla="*/ 16 w 1962"/>
                <a:gd name="T51" fmla="*/ 16 h 3555"/>
                <a:gd name="T52" fmla="*/ 16 w 1962"/>
                <a:gd name="T53" fmla="*/ 2 h 3555"/>
                <a:gd name="T54" fmla="*/ 16 w 1962"/>
                <a:gd name="T55" fmla="*/ 1 h 3555"/>
                <a:gd name="T56" fmla="*/ 15 w 1962"/>
                <a:gd name="T57" fmla="*/ 1 h 3555"/>
                <a:gd name="T58" fmla="*/ 15 w 1962"/>
                <a:gd name="T59" fmla="*/ 0 h 3555"/>
                <a:gd name="T60" fmla="*/ 15 w 1962"/>
                <a:gd name="T61" fmla="*/ 0 h 3555"/>
                <a:gd name="T62" fmla="*/ 14 w 1962"/>
                <a:gd name="T63" fmla="*/ 0 h 3555"/>
                <a:gd name="T64" fmla="*/ 14 w 1962"/>
                <a:gd name="T65" fmla="*/ 0 h 3555"/>
                <a:gd name="T66" fmla="*/ 13 w 1962"/>
                <a:gd name="T67" fmla="*/ 0 h 3555"/>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962"/>
                <a:gd name="T103" fmla="*/ 0 h 3555"/>
                <a:gd name="T104" fmla="*/ 1962 w 1962"/>
                <a:gd name="T105" fmla="*/ 3555 h 3555"/>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962" h="3555">
                  <a:moveTo>
                    <a:pt x="1594" y="50"/>
                  </a:moveTo>
                  <a:lnTo>
                    <a:pt x="368" y="831"/>
                  </a:lnTo>
                  <a:lnTo>
                    <a:pt x="330" y="858"/>
                  </a:lnTo>
                  <a:lnTo>
                    <a:pt x="294" y="888"/>
                  </a:lnTo>
                  <a:lnTo>
                    <a:pt x="259" y="922"/>
                  </a:lnTo>
                  <a:lnTo>
                    <a:pt x="225" y="961"/>
                  </a:lnTo>
                  <a:lnTo>
                    <a:pt x="193" y="1003"/>
                  </a:lnTo>
                  <a:lnTo>
                    <a:pt x="163" y="1047"/>
                  </a:lnTo>
                  <a:lnTo>
                    <a:pt x="133" y="1094"/>
                  </a:lnTo>
                  <a:lnTo>
                    <a:pt x="108" y="1143"/>
                  </a:lnTo>
                  <a:lnTo>
                    <a:pt x="84" y="1193"/>
                  </a:lnTo>
                  <a:lnTo>
                    <a:pt x="63" y="1246"/>
                  </a:lnTo>
                  <a:lnTo>
                    <a:pt x="44" y="1299"/>
                  </a:lnTo>
                  <a:lnTo>
                    <a:pt x="29" y="1353"/>
                  </a:lnTo>
                  <a:lnTo>
                    <a:pt x="16" y="1405"/>
                  </a:lnTo>
                  <a:lnTo>
                    <a:pt x="7" y="1459"/>
                  </a:lnTo>
                  <a:lnTo>
                    <a:pt x="2" y="1512"/>
                  </a:lnTo>
                  <a:lnTo>
                    <a:pt x="0" y="1565"/>
                  </a:lnTo>
                  <a:lnTo>
                    <a:pt x="0" y="3237"/>
                  </a:lnTo>
                  <a:lnTo>
                    <a:pt x="2" y="3287"/>
                  </a:lnTo>
                  <a:lnTo>
                    <a:pt x="7" y="3333"/>
                  </a:lnTo>
                  <a:lnTo>
                    <a:pt x="16" y="3375"/>
                  </a:lnTo>
                  <a:lnTo>
                    <a:pt x="29" y="3413"/>
                  </a:lnTo>
                  <a:lnTo>
                    <a:pt x="44" y="3447"/>
                  </a:lnTo>
                  <a:lnTo>
                    <a:pt x="63" y="3477"/>
                  </a:lnTo>
                  <a:lnTo>
                    <a:pt x="84" y="3502"/>
                  </a:lnTo>
                  <a:lnTo>
                    <a:pt x="108" y="3522"/>
                  </a:lnTo>
                  <a:lnTo>
                    <a:pt x="133" y="3538"/>
                  </a:lnTo>
                  <a:lnTo>
                    <a:pt x="163" y="3549"/>
                  </a:lnTo>
                  <a:lnTo>
                    <a:pt x="193" y="3555"/>
                  </a:lnTo>
                  <a:lnTo>
                    <a:pt x="225" y="3555"/>
                  </a:lnTo>
                  <a:lnTo>
                    <a:pt x="259" y="3550"/>
                  </a:lnTo>
                  <a:lnTo>
                    <a:pt x="294" y="3541"/>
                  </a:lnTo>
                  <a:lnTo>
                    <a:pt x="330" y="3524"/>
                  </a:lnTo>
                  <a:lnTo>
                    <a:pt x="368" y="3503"/>
                  </a:lnTo>
                  <a:lnTo>
                    <a:pt x="1594" y="2722"/>
                  </a:lnTo>
                  <a:lnTo>
                    <a:pt x="1632" y="2696"/>
                  </a:lnTo>
                  <a:lnTo>
                    <a:pt x="1668" y="2665"/>
                  </a:lnTo>
                  <a:lnTo>
                    <a:pt x="1703" y="2631"/>
                  </a:lnTo>
                  <a:lnTo>
                    <a:pt x="1737" y="2592"/>
                  </a:lnTo>
                  <a:lnTo>
                    <a:pt x="1769" y="2551"/>
                  </a:lnTo>
                  <a:lnTo>
                    <a:pt x="1799" y="2506"/>
                  </a:lnTo>
                  <a:lnTo>
                    <a:pt x="1829" y="2460"/>
                  </a:lnTo>
                  <a:lnTo>
                    <a:pt x="1854" y="2411"/>
                  </a:lnTo>
                  <a:lnTo>
                    <a:pt x="1878" y="2361"/>
                  </a:lnTo>
                  <a:lnTo>
                    <a:pt x="1899" y="2308"/>
                  </a:lnTo>
                  <a:lnTo>
                    <a:pt x="1918" y="2256"/>
                  </a:lnTo>
                  <a:lnTo>
                    <a:pt x="1933" y="2202"/>
                  </a:lnTo>
                  <a:lnTo>
                    <a:pt x="1946" y="2149"/>
                  </a:lnTo>
                  <a:lnTo>
                    <a:pt x="1955" y="2095"/>
                  </a:lnTo>
                  <a:lnTo>
                    <a:pt x="1960" y="2042"/>
                  </a:lnTo>
                  <a:lnTo>
                    <a:pt x="1962" y="1989"/>
                  </a:lnTo>
                  <a:lnTo>
                    <a:pt x="1962" y="319"/>
                  </a:lnTo>
                  <a:lnTo>
                    <a:pt x="1960" y="269"/>
                  </a:lnTo>
                  <a:lnTo>
                    <a:pt x="1955" y="223"/>
                  </a:lnTo>
                  <a:lnTo>
                    <a:pt x="1946" y="180"/>
                  </a:lnTo>
                  <a:lnTo>
                    <a:pt x="1933" y="143"/>
                  </a:lnTo>
                  <a:lnTo>
                    <a:pt x="1918" y="109"/>
                  </a:lnTo>
                  <a:lnTo>
                    <a:pt x="1899" y="79"/>
                  </a:lnTo>
                  <a:lnTo>
                    <a:pt x="1878" y="54"/>
                  </a:lnTo>
                  <a:lnTo>
                    <a:pt x="1854" y="33"/>
                  </a:lnTo>
                  <a:lnTo>
                    <a:pt x="1829" y="17"/>
                  </a:lnTo>
                  <a:lnTo>
                    <a:pt x="1799" y="7"/>
                  </a:lnTo>
                  <a:lnTo>
                    <a:pt x="1769" y="0"/>
                  </a:lnTo>
                  <a:lnTo>
                    <a:pt x="1737" y="0"/>
                  </a:lnTo>
                  <a:lnTo>
                    <a:pt x="1703" y="4"/>
                  </a:lnTo>
                  <a:lnTo>
                    <a:pt x="1668" y="14"/>
                  </a:lnTo>
                  <a:lnTo>
                    <a:pt x="1632" y="29"/>
                  </a:lnTo>
                  <a:lnTo>
                    <a:pt x="1594" y="50"/>
                  </a:lnTo>
                  <a:close/>
                </a:path>
              </a:pathLst>
            </a:custGeom>
            <a:solidFill>
              <a:srgbClr val="E5E5E5"/>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0504" name="Freeform 50"/>
            <p:cNvSpPr>
              <a:spLocks noEditPoints="1"/>
            </p:cNvSpPr>
            <p:nvPr/>
          </p:nvSpPr>
          <p:spPr bwMode="auto">
            <a:xfrm>
              <a:off x="916" y="1589"/>
              <a:ext cx="697" cy="698"/>
            </a:xfrm>
            <a:custGeom>
              <a:avLst/>
              <a:gdLst>
                <a:gd name="T0" fmla="*/ 16 w 3485"/>
                <a:gd name="T1" fmla="*/ 0 h 3490"/>
                <a:gd name="T2" fmla="*/ 17 w 3485"/>
                <a:gd name="T3" fmla="*/ 2 h 3490"/>
                <a:gd name="T4" fmla="*/ 17 w 3485"/>
                <a:gd name="T5" fmla="*/ 3 h 3490"/>
                <a:gd name="T6" fmla="*/ 14 w 3485"/>
                <a:gd name="T7" fmla="*/ 4 h 3490"/>
                <a:gd name="T8" fmla="*/ 12 w 3485"/>
                <a:gd name="T9" fmla="*/ 4 h 3490"/>
                <a:gd name="T10" fmla="*/ 11 w 3485"/>
                <a:gd name="T11" fmla="*/ 2 h 3490"/>
                <a:gd name="T12" fmla="*/ 11 w 3485"/>
                <a:gd name="T13" fmla="*/ 1 h 3490"/>
                <a:gd name="T14" fmla="*/ 14 w 3485"/>
                <a:gd name="T15" fmla="*/ 0 h 3490"/>
                <a:gd name="T16" fmla="*/ 3 w 3485"/>
                <a:gd name="T17" fmla="*/ 7 h 3490"/>
                <a:gd name="T18" fmla="*/ 4 w 3485"/>
                <a:gd name="T19" fmla="*/ 9 h 3490"/>
                <a:gd name="T20" fmla="*/ 3 w 3485"/>
                <a:gd name="T21" fmla="*/ 12 h 3490"/>
                <a:gd name="T22" fmla="*/ 2 w 3485"/>
                <a:gd name="T23" fmla="*/ 13 h 3490"/>
                <a:gd name="T24" fmla="*/ 1 w 3485"/>
                <a:gd name="T25" fmla="*/ 12 h 3490"/>
                <a:gd name="T26" fmla="*/ 0 w 3485"/>
                <a:gd name="T27" fmla="*/ 10 h 3490"/>
                <a:gd name="T28" fmla="*/ 0 w 3485"/>
                <a:gd name="T29" fmla="*/ 8 h 3490"/>
                <a:gd name="T30" fmla="*/ 2 w 3485"/>
                <a:gd name="T31" fmla="*/ 6 h 3490"/>
                <a:gd name="T32" fmla="*/ 10 w 3485"/>
                <a:gd name="T33" fmla="*/ 20 h 3490"/>
                <a:gd name="T34" fmla="*/ 11 w 3485"/>
                <a:gd name="T35" fmla="*/ 22 h 3490"/>
                <a:gd name="T36" fmla="*/ 11 w 3485"/>
                <a:gd name="T37" fmla="*/ 25 h 3490"/>
                <a:gd name="T38" fmla="*/ 10 w 3485"/>
                <a:gd name="T39" fmla="*/ 27 h 3490"/>
                <a:gd name="T40" fmla="*/ 8 w 3485"/>
                <a:gd name="T41" fmla="*/ 26 h 3490"/>
                <a:gd name="T42" fmla="*/ 7 w 3485"/>
                <a:gd name="T43" fmla="*/ 24 h 3490"/>
                <a:gd name="T44" fmla="*/ 7 w 3485"/>
                <a:gd name="T45" fmla="*/ 22 h 3490"/>
                <a:gd name="T46" fmla="*/ 8 w 3485"/>
                <a:gd name="T47" fmla="*/ 20 h 3490"/>
                <a:gd name="T48" fmla="*/ 20 w 3485"/>
                <a:gd name="T49" fmla="*/ 21 h 3490"/>
                <a:gd name="T50" fmla="*/ 21 w 3485"/>
                <a:gd name="T51" fmla="*/ 23 h 3490"/>
                <a:gd name="T52" fmla="*/ 21 w 3485"/>
                <a:gd name="T53" fmla="*/ 26 h 3490"/>
                <a:gd name="T54" fmla="*/ 20 w 3485"/>
                <a:gd name="T55" fmla="*/ 28 h 3490"/>
                <a:gd name="T56" fmla="*/ 18 w 3485"/>
                <a:gd name="T57" fmla="*/ 28 h 3490"/>
                <a:gd name="T58" fmla="*/ 17 w 3485"/>
                <a:gd name="T59" fmla="*/ 26 h 3490"/>
                <a:gd name="T60" fmla="*/ 17 w 3485"/>
                <a:gd name="T61" fmla="*/ 23 h 3490"/>
                <a:gd name="T62" fmla="*/ 18 w 3485"/>
                <a:gd name="T63" fmla="*/ 21 h 3490"/>
                <a:gd name="T64" fmla="*/ 19 w 3485"/>
                <a:gd name="T65" fmla="*/ 11 h 3490"/>
                <a:gd name="T66" fmla="*/ 20 w 3485"/>
                <a:gd name="T67" fmla="*/ 13 h 3490"/>
                <a:gd name="T68" fmla="*/ 21 w 3485"/>
                <a:gd name="T69" fmla="*/ 15 h 3490"/>
                <a:gd name="T70" fmla="*/ 20 w 3485"/>
                <a:gd name="T71" fmla="*/ 17 h 3490"/>
                <a:gd name="T72" fmla="*/ 18 w 3485"/>
                <a:gd name="T73" fmla="*/ 17 h 3490"/>
                <a:gd name="T74" fmla="*/ 17 w 3485"/>
                <a:gd name="T75" fmla="*/ 16 h 3490"/>
                <a:gd name="T76" fmla="*/ 17 w 3485"/>
                <a:gd name="T77" fmla="*/ 13 h 3490"/>
                <a:gd name="T78" fmla="*/ 18 w 3485"/>
                <a:gd name="T79" fmla="*/ 11 h 3490"/>
                <a:gd name="T80" fmla="*/ 26 w 3485"/>
                <a:gd name="T81" fmla="*/ 7 h 3490"/>
                <a:gd name="T82" fmla="*/ 27 w 3485"/>
                <a:gd name="T83" fmla="*/ 8 h 3490"/>
                <a:gd name="T84" fmla="*/ 27 w 3485"/>
                <a:gd name="T85" fmla="*/ 11 h 3490"/>
                <a:gd name="T86" fmla="*/ 26 w 3485"/>
                <a:gd name="T87" fmla="*/ 13 h 3490"/>
                <a:gd name="T88" fmla="*/ 25 w 3485"/>
                <a:gd name="T89" fmla="*/ 13 h 3490"/>
                <a:gd name="T90" fmla="*/ 24 w 3485"/>
                <a:gd name="T91" fmla="*/ 12 h 3490"/>
                <a:gd name="T92" fmla="*/ 24 w 3485"/>
                <a:gd name="T93" fmla="*/ 9 h 3490"/>
                <a:gd name="T94" fmla="*/ 24 w 3485"/>
                <a:gd name="T95" fmla="*/ 7 h 3490"/>
                <a:gd name="T96" fmla="*/ 26 w 3485"/>
                <a:gd name="T97" fmla="*/ 17 h 3490"/>
                <a:gd name="T98" fmla="*/ 27 w 3485"/>
                <a:gd name="T99" fmla="*/ 18 h 3490"/>
                <a:gd name="T100" fmla="*/ 28 w 3485"/>
                <a:gd name="T101" fmla="*/ 21 h 3490"/>
                <a:gd name="T102" fmla="*/ 27 w 3485"/>
                <a:gd name="T103" fmla="*/ 23 h 3490"/>
                <a:gd name="T104" fmla="*/ 26 w 3485"/>
                <a:gd name="T105" fmla="*/ 24 h 3490"/>
                <a:gd name="T106" fmla="*/ 24 w 3485"/>
                <a:gd name="T107" fmla="*/ 23 h 3490"/>
                <a:gd name="T108" fmla="*/ 24 w 3485"/>
                <a:gd name="T109" fmla="*/ 20 h 3490"/>
                <a:gd name="T110" fmla="*/ 25 w 3485"/>
                <a:gd name="T111" fmla="*/ 18 h 3490"/>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w 3485"/>
                <a:gd name="T169" fmla="*/ 0 h 3490"/>
                <a:gd name="T170" fmla="*/ 3485 w 3485"/>
                <a:gd name="T171" fmla="*/ 3490 h 3490"/>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T168" t="T169" r="T170" b="T171"/>
              <a:pathLst>
                <a:path w="3485" h="3490">
                  <a:moveTo>
                    <a:pt x="1754" y="0"/>
                  </a:moveTo>
                  <a:lnTo>
                    <a:pt x="1797" y="2"/>
                  </a:lnTo>
                  <a:lnTo>
                    <a:pt x="1840" y="5"/>
                  </a:lnTo>
                  <a:lnTo>
                    <a:pt x="1881" y="12"/>
                  </a:lnTo>
                  <a:lnTo>
                    <a:pt x="1921" y="20"/>
                  </a:lnTo>
                  <a:lnTo>
                    <a:pt x="1959" y="31"/>
                  </a:lnTo>
                  <a:lnTo>
                    <a:pt x="1994" y="44"/>
                  </a:lnTo>
                  <a:lnTo>
                    <a:pt x="2028" y="59"/>
                  </a:lnTo>
                  <a:lnTo>
                    <a:pt x="2058" y="74"/>
                  </a:lnTo>
                  <a:lnTo>
                    <a:pt x="2086" y="93"/>
                  </a:lnTo>
                  <a:lnTo>
                    <a:pt x="2111" y="113"/>
                  </a:lnTo>
                  <a:lnTo>
                    <a:pt x="2132" y="133"/>
                  </a:lnTo>
                  <a:lnTo>
                    <a:pt x="2151" y="155"/>
                  </a:lnTo>
                  <a:lnTo>
                    <a:pt x="2165" y="179"/>
                  </a:lnTo>
                  <a:lnTo>
                    <a:pt x="2175" y="203"/>
                  </a:lnTo>
                  <a:lnTo>
                    <a:pt x="2182" y="229"/>
                  </a:lnTo>
                  <a:lnTo>
                    <a:pt x="2185" y="255"/>
                  </a:lnTo>
                  <a:lnTo>
                    <a:pt x="2182" y="281"/>
                  </a:lnTo>
                  <a:lnTo>
                    <a:pt x="2175" y="305"/>
                  </a:lnTo>
                  <a:lnTo>
                    <a:pt x="2165" y="330"/>
                  </a:lnTo>
                  <a:lnTo>
                    <a:pt x="2151" y="353"/>
                  </a:lnTo>
                  <a:lnTo>
                    <a:pt x="2132" y="376"/>
                  </a:lnTo>
                  <a:lnTo>
                    <a:pt x="2111" y="397"/>
                  </a:lnTo>
                  <a:lnTo>
                    <a:pt x="2086" y="417"/>
                  </a:lnTo>
                  <a:lnTo>
                    <a:pt x="2058" y="434"/>
                  </a:lnTo>
                  <a:lnTo>
                    <a:pt x="2028" y="451"/>
                  </a:lnTo>
                  <a:lnTo>
                    <a:pt x="1994" y="466"/>
                  </a:lnTo>
                  <a:lnTo>
                    <a:pt x="1959" y="479"/>
                  </a:lnTo>
                  <a:lnTo>
                    <a:pt x="1921" y="489"/>
                  </a:lnTo>
                  <a:lnTo>
                    <a:pt x="1881" y="498"/>
                  </a:lnTo>
                  <a:lnTo>
                    <a:pt x="1840" y="505"/>
                  </a:lnTo>
                  <a:lnTo>
                    <a:pt x="1797" y="508"/>
                  </a:lnTo>
                  <a:lnTo>
                    <a:pt x="1754" y="509"/>
                  </a:lnTo>
                  <a:lnTo>
                    <a:pt x="1710" y="508"/>
                  </a:lnTo>
                  <a:lnTo>
                    <a:pt x="1667" y="505"/>
                  </a:lnTo>
                  <a:lnTo>
                    <a:pt x="1626" y="498"/>
                  </a:lnTo>
                  <a:lnTo>
                    <a:pt x="1586" y="489"/>
                  </a:lnTo>
                  <a:lnTo>
                    <a:pt x="1548" y="479"/>
                  </a:lnTo>
                  <a:lnTo>
                    <a:pt x="1512" y="466"/>
                  </a:lnTo>
                  <a:lnTo>
                    <a:pt x="1479" y="451"/>
                  </a:lnTo>
                  <a:lnTo>
                    <a:pt x="1449" y="434"/>
                  </a:lnTo>
                  <a:lnTo>
                    <a:pt x="1421" y="417"/>
                  </a:lnTo>
                  <a:lnTo>
                    <a:pt x="1395" y="397"/>
                  </a:lnTo>
                  <a:lnTo>
                    <a:pt x="1374" y="376"/>
                  </a:lnTo>
                  <a:lnTo>
                    <a:pt x="1355" y="353"/>
                  </a:lnTo>
                  <a:lnTo>
                    <a:pt x="1341" y="330"/>
                  </a:lnTo>
                  <a:lnTo>
                    <a:pt x="1331" y="305"/>
                  </a:lnTo>
                  <a:lnTo>
                    <a:pt x="1324" y="281"/>
                  </a:lnTo>
                  <a:lnTo>
                    <a:pt x="1321" y="255"/>
                  </a:lnTo>
                  <a:lnTo>
                    <a:pt x="1324" y="229"/>
                  </a:lnTo>
                  <a:lnTo>
                    <a:pt x="1331" y="203"/>
                  </a:lnTo>
                  <a:lnTo>
                    <a:pt x="1341" y="179"/>
                  </a:lnTo>
                  <a:lnTo>
                    <a:pt x="1355" y="155"/>
                  </a:lnTo>
                  <a:lnTo>
                    <a:pt x="1374" y="133"/>
                  </a:lnTo>
                  <a:lnTo>
                    <a:pt x="1395" y="113"/>
                  </a:lnTo>
                  <a:lnTo>
                    <a:pt x="1421" y="93"/>
                  </a:lnTo>
                  <a:lnTo>
                    <a:pt x="1449" y="74"/>
                  </a:lnTo>
                  <a:lnTo>
                    <a:pt x="1479" y="59"/>
                  </a:lnTo>
                  <a:lnTo>
                    <a:pt x="1512" y="44"/>
                  </a:lnTo>
                  <a:lnTo>
                    <a:pt x="1548" y="31"/>
                  </a:lnTo>
                  <a:lnTo>
                    <a:pt x="1586" y="20"/>
                  </a:lnTo>
                  <a:lnTo>
                    <a:pt x="1626" y="12"/>
                  </a:lnTo>
                  <a:lnTo>
                    <a:pt x="1667" y="5"/>
                  </a:lnTo>
                  <a:lnTo>
                    <a:pt x="1710" y="2"/>
                  </a:lnTo>
                  <a:lnTo>
                    <a:pt x="1754" y="0"/>
                  </a:lnTo>
                  <a:close/>
                  <a:moveTo>
                    <a:pt x="239" y="786"/>
                  </a:moveTo>
                  <a:lnTo>
                    <a:pt x="263" y="788"/>
                  </a:lnTo>
                  <a:lnTo>
                    <a:pt x="287" y="794"/>
                  </a:lnTo>
                  <a:lnTo>
                    <a:pt x="309" y="805"/>
                  </a:lnTo>
                  <a:lnTo>
                    <a:pt x="331" y="819"/>
                  </a:lnTo>
                  <a:lnTo>
                    <a:pt x="352" y="836"/>
                  </a:lnTo>
                  <a:lnTo>
                    <a:pt x="372" y="857"/>
                  </a:lnTo>
                  <a:lnTo>
                    <a:pt x="390" y="882"/>
                  </a:lnTo>
                  <a:lnTo>
                    <a:pt x="407" y="909"/>
                  </a:lnTo>
                  <a:lnTo>
                    <a:pt x="423" y="940"/>
                  </a:lnTo>
                  <a:lnTo>
                    <a:pt x="437" y="971"/>
                  </a:lnTo>
                  <a:lnTo>
                    <a:pt x="448" y="1006"/>
                  </a:lnTo>
                  <a:lnTo>
                    <a:pt x="459" y="1043"/>
                  </a:lnTo>
                  <a:lnTo>
                    <a:pt x="467" y="1081"/>
                  </a:lnTo>
                  <a:lnTo>
                    <a:pt x="473" y="1121"/>
                  </a:lnTo>
                  <a:lnTo>
                    <a:pt x="476" y="1163"/>
                  </a:lnTo>
                  <a:lnTo>
                    <a:pt x="478" y="1206"/>
                  </a:lnTo>
                  <a:lnTo>
                    <a:pt x="476" y="1248"/>
                  </a:lnTo>
                  <a:lnTo>
                    <a:pt x="473" y="1290"/>
                  </a:lnTo>
                  <a:lnTo>
                    <a:pt x="467" y="1330"/>
                  </a:lnTo>
                  <a:lnTo>
                    <a:pt x="459" y="1367"/>
                  </a:lnTo>
                  <a:lnTo>
                    <a:pt x="448" y="1405"/>
                  </a:lnTo>
                  <a:lnTo>
                    <a:pt x="437" y="1439"/>
                  </a:lnTo>
                  <a:lnTo>
                    <a:pt x="423" y="1472"/>
                  </a:lnTo>
                  <a:lnTo>
                    <a:pt x="407" y="1501"/>
                  </a:lnTo>
                  <a:lnTo>
                    <a:pt x="390" y="1528"/>
                  </a:lnTo>
                  <a:lnTo>
                    <a:pt x="372" y="1553"/>
                  </a:lnTo>
                  <a:lnTo>
                    <a:pt x="352" y="1574"/>
                  </a:lnTo>
                  <a:lnTo>
                    <a:pt x="331" y="1591"/>
                  </a:lnTo>
                  <a:lnTo>
                    <a:pt x="309" y="1605"/>
                  </a:lnTo>
                  <a:lnTo>
                    <a:pt x="287" y="1616"/>
                  </a:lnTo>
                  <a:lnTo>
                    <a:pt x="263" y="1622"/>
                  </a:lnTo>
                  <a:lnTo>
                    <a:pt x="239" y="1624"/>
                  </a:lnTo>
                  <a:lnTo>
                    <a:pt x="214" y="1622"/>
                  </a:lnTo>
                  <a:lnTo>
                    <a:pt x="191" y="1616"/>
                  </a:lnTo>
                  <a:lnTo>
                    <a:pt x="168" y="1605"/>
                  </a:lnTo>
                  <a:lnTo>
                    <a:pt x="146" y="1591"/>
                  </a:lnTo>
                  <a:lnTo>
                    <a:pt x="125" y="1574"/>
                  </a:lnTo>
                  <a:lnTo>
                    <a:pt x="105" y="1553"/>
                  </a:lnTo>
                  <a:lnTo>
                    <a:pt x="87" y="1528"/>
                  </a:lnTo>
                  <a:lnTo>
                    <a:pt x="70" y="1501"/>
                  </a:lnTo>
                  <a:lnTo>
                    <a:pt x="55" y="1472"/>
                  </a:lnTo>
                  <a:lnTo>
                    <a:pt x="41" y="1439"/>
                  </a:lnTo>
                  <a:lnTo>
                    <a:pt x="29" y="1405"/>
                  </a:lnTo>
                  <a:lnTo>
                    <a:pt x="18" y="1367"/>
                  </a:lnTo>
                  <a:lnTo>
                    <a:pt x="10" y="1330"/>
                  </a:lnTo>
                  <a:lnTo>
                    <a:pt x="4" y="1290"/>
                  </a:lnTo>
                  <a:lnTo>
                    <a:pt x="1" y="1248"/>
                  </a:lnTo>
                  <a:lnTo>
                    <a:pt x="0" y="1206"/>
                  </a:lnTo>
                  <a:lnTo>
                    <a:pt x="1" y="1163"/>
                  </a:lnTo>
                  <a:lnTo>
                    <a:pt x="4" y="1121"/>
                  </a:lnTo>
                  <a:lnTo>
                    <a:pt x="10" y="1081"/>
                  </a:lnTo>
                  <a:lnTo>
                    <a:pt x="18" y="1043"/>
                  </a:lnTo>
                  <a:lnTo>
                    <a:pt x="29" y="1006"/>
                  </a:lnTo>
                  <a:lnTo>
                    <a:pt x="41" y="971"/>
                  </a:lnTo>
                  <a:lnTo>
                    <a:pt x="55" y="940"/>
                  </a:lnTo>
                  <a:lnTo>
                    <a:pt x="70" y="909"/>
                  </a:lnTo>
                  <a:lnTo>
                    <a:pt x="87" y="882"/>
                  </a:lnTo>
                  <a:lnTo>
                    <a:pt x="105" y="857"/>
                  </a:lnTo>
                  <a:lnTo>
                    <a:pt x="125" y="836"/>
                  </a:lnTo>
                  <a:lnTo>
                    <a:pt x="146" y="819"/>
                  </a:lnTo>
                  <a:lnTo>
                    <a:pt x="168" y="805"/>
                  </a:lnTo>
                  <a:lnTo>
                    <a:pt x="191" y="794"/>
                  </a:lnTo>
                  <a:lnTo>
                    <a:pt x="214" y="788"/>
                  </a:lnTo>
                  <a:lnTo>
                    <a:pt x="239" y="786"/>
                  </a:lnTo>
                  <a:close/>
                  <a:moveTo>
                    <a:pt x="1119" y="2495"/>
                  </a:moveTo>
                  <a:lnTo>
                    <a:pt x="1143" y="2498"/>
                  </a:lnTo>
                  <a:lnTo>
                    <a:pt x="1167" y="2504"/>
                  </a:lnTo>
                  <a:lnTo>
                    <a:pt x="1190" y="2514"/>
                  </a:lnTo>
                  <a:lnTo>
                    <a:pt x="1211" y="2528"/>
                  </a:lnTo>
                  <a:lnTo>
                    <a:pt x="1232" y="2546"/>
                  </a:lnTo>
                  <a:lnTo>
                    <a:pt x="1252" y="2567"/>
                  </a:lnTo>
                  <a:lnTo>
                    <a:pt x="1271" y="2592"/>
                  </a:lnTo>
                  <a:lnTo>
                    <a:pt x="1288" y="2618"/>
                  </a:lnTo>
                  <a:lnTo>
                    <a:pt x="1304" y="2648"/>
                  </a:lnTo>
                  <a:lnTo>
                    <a:pt x="1318" y="2681"/>
                  </a:lnTo>
                  <a:lnTo>
                    <a:pt x="1329" y="2715"/>
                  </a:lnTo>
                  <a:lnTo>
                    <a:pt x="1340" y="2752"/>
                  </a:lnTo>
                  <a:lnTo>
                    <a:pt x="1348" y="2790"/>
                  </a:lnTo>
                  <a:lnTo>
                    <a:pt x="1354" y="2830"/>
                  </a:lnTo>
                  <a:lnTo>
                    <a:pt x="1358" y="2872"/>
                  </a:lnTo>
                  <a:lnTo>
                    <a:pt x="1359" y="2914"/>
                  </a:lnTo>
                  <a:lnTo>
                    <a:pt x="1358" y="2956"/>
                  </a:lnTo>
                  <a:lnTo>
                    <a:pt x="1354" y="2998"/>
                  </a:lnTo>
                  <a:lnTo>
                    <a:pt x="1348" y="3038"/>
                  </a:lnTo>
                  <a:lnTo>
                    <a:pt x="1340" y="3077"/>
                  </a:lnTo>
                  <a:lnTo>
                    <a:pt x="1329" y="3113"/>
                  </a:lnTo>
                  <a:lnTo>
                    <a:pt x="1318" y="3147"/>
                  </a:lnTo>
                  <a:lnTo>
                    <a:pt x="1304" y="3180"/>
                  </a:lnTo>
                  <a:lnTo>
                    <a:pt x="1288" y="3209"/>
                  </a:lnTo>
                  <a:lnTo>
                    <a:pt x="1271" y="3238"/>
                  </a:lnTo>
                  <a:lnTo>
                    <a:pt x="1252" y="3261"/>
                  </a:lnTo>
                  <a:lnTo>
                    <a:pt x="1232" y="3282"/>
                  </a:lnTo>
                  <a:lnTo>
                    <a:pt x="1211" y="3301"/>
                  </a:lnTo>
                  <a:lnTo>
                    <a:pt x="1190" y="3315"/>
                  </a:lnTo>
                  <a:lnTo>
                    <a:pt x="1167" y="3325"/>
                  </a:lnTo>
                  <a:lnTo>
                    <a:pt x="1143" y="3331"/>
                  </a:lnTo>
                  <a:lnTo>
                    <a:pt x="1119" y="3334"/>
                  </a:lnTo>
                  <a:lnTo>
                    <a:pt x="1094" y="3331"/>
                  </a:lnTo>
                  <a:lnTo>
                    <a:pt x="1070" y="3325"/>
                  </a:lnTo>
                  <a:lnTo>
                    <a:pt x="1048" y="3315"/>
                  </a:lnTo>
                  <a:lnTo>
                    <a:pt x="1026" y="3301"/>
                  </a:lnTo>
                  <a:lnTo>
                    <a:pt x="1005" y="3282"/>
                  </a:lnTo>
                  <a:lnTo>
                    <a:pt x="985" y="3261"/>
                  </a:lnTo>
                  <a:lnTo>
                    <a:pt x="967" y="3238"/>
                  </a:lnTo>
                  <a:lnTo>
                    <a:pt x="950" y="3209"/>
                  </a:lnTo>
                  <a:lnTo>
                    <a:pt x="935" y="3180"/>
                  </a:lnTo>
                  <a:lnTo>
                    <a:pt x="921" y="3147"/>
                  </a:lnTo>
                  <a:lnTo>
                    <a:pt x="909" y="3113"/>
                  </a:lnTo>
                  <a:lnTo>
                    <a:pt x="898" y="3077"/>
                  </a:lnTo>
                  <a:lnTo>
                    <a:pt x="890" y="3038"/>
                  </a:lnTo>
                  <a:lnTo>
                    <a:pt x="884" y="2998"/>
                  </a:lnTo>
                  <a:lnTo>
                    <a:pt x="881" y="2956"/>
                  </a:lnTo>
                  <a:lnTo>
                    <a:pt x="880" y="2914"/>
                  </a:lnTo>
                  <a:lnTo>
                    <a:pt x="881" y="2872"/>
                  </a:lnTo>
                  <a:lnTo>
                    <a:pt x="884" y="2830"/>
                  </a:lnTo>
                  <a:lnTo>
                    <a:pt x="890" y="2790"/>
                  </a:lnTo>
                  <a:lnTo>
                    <a:pt x="898" y="2752"/>
                  </a:lnTo>
                  <a:lnTo>
                    <a:pt x="909" y="2715"/>
                  </a:lnTo>
                  <a:lnTo>
                    <a:pt x="921" y="2681"/>
                  </a:lnTo>
                  <a:lnTo>
                    <a:pt x="935" y="2648"/>
                  </a:lnTo>
                  <a:lnTo>
                    <a:pt x="950" y="2618"/>
                  </a:lnTo>
                  <a:lnTo>
                    <a:pt x="967" y="2592"/>
                  </a:lnTo>
                  <a:lnTo>
                    <a:pt x="985" y="2567"/>
                  </a:lnTo>
                  <a:lnTo>
                    <a:pt x="1005" y="2546"/>
                  </a:lnTo>
                  <a:lnTo>
                    <a:pt x="1026" y="2528"/>
                  </a:lnTo>
                  <a:lnTo>
                    <a:pt x="1048" y="2514"/>
                  </a:lnTo>
                  <a:lnTo>
                    <a:pt x="1070" y="2504"/>
                  </a:lnTo>
                  <a:lnTo>
                    <a:pt x="1094" y="2498"/>
                  </a:lnTo>
                  <a:lnTo>
                    <a:pt x="1119" y="2495"/>
                  </a:lnTo>
                  <a:close/>
                  <a:moveTo>
                    <a:pt x="2380" y="2651"/>
                  </a:moveTo>
                  <a:lnTo>
                    <a:pt x="2405" y="2654"/>
                  </a:lnTo>
                  <a:lnTo>
                    <a:pt x="2428" y="2660"/>
                  </a:lnTo>
                  <a:lnTo>
                    <a:pt x="2452" y="2670"/>
                  </a:lnTo>
                  <a:lnTo>
                    <a:pt x="2473" y="2684"/>
                  </a:lnTo>
                  <a:lnTo>
                    <a:pt x="2494" y="2703"/>
                  </a:lnTo>
                  <a:lnTo>
                    <a:pt x="2514" y="2724"/>
                  </a:lnTo>
                  <a:lnTo>
                    <a:pt x="2533" y="2747"/>
                  </a:lnTo>
                  <a:lnTo>
                    <a:pt x="2550" y="2774"/>
                  </a:lnTo>
                  <a:lnTo>
                    <a:pt x="2565" y="2805"/>
                  </a:lnTo>
                  <a:lnTo>
                    <a:pt x="2580" y="2838"/>
                  </a:lnTo>
                  <a:lnTo>
                    <a:pt x="2591" y="2872"/>
                  </a:lnTo>
                  <a:lnTo>
                    <a:pt x="2602" y="2908"/>
                  </a:lnTo>
                  <a:lnTo>
                    <a:pt x="2610" y="2947"/>
                  </a:lnTo>
                  <a:lnTo>
                    <a:pt x="2616" y="2987"/>
                  </a:lnTo>
                  <a:lnTo>
                    <a:pt x="2619" y="3029"/>
                  </a:lnTo>
                  <a:lnTo>
                    <a:pt x="2621" y="3071"/>
                  </a:lnTo>
                  <a:lnTo>
                    <a:pt x="2619" y="3113"/>
                  </a:lnTo>
                  <a:lnTo>
                    <a:pt x="2616" y="3155"/>
                  </a:lnTo>
                  <a:lnTo>
                    <a:pt x="2610" y="3195"/>
                  </a:lnTo>
                  <a:lnTo>
                    <a:pt x="2602" y="3233"/>
                  </a:lnTo>
                  <a:lnTo>
                    <a:pt x="2591" y="3270"/>
                  </a:lnTo>
                  <a:lnTo>
                    <a:pt x="2580" y="3304"/>
                  </a:lnTo>
                  <a:lnTo>
                    <a:pt x="2565" y="3337"/>
                  </a:lnTo>
                  <a:lnTo>
                    <a:pt x="2550" y="3367"/>
                  </a:lnTo>
                  <a:lnTo>
                    <a:pt x="2533" y="3393"/>
                  </a:lnTo>
                  <a:lnTo>
                    <a:pt x="2514" y="3418"/>
                  </a:lnTo>
                  <a:lnTo>
                    <a:pt x="2494" y="3439"/>
                  </a:lnTo>
                  <a:lnTo>
                    <a:pt x="2473" y="3457"/>
                  </a:lnTo>
                  <a:lnTo>
                    <a:pt x="2452" y="3471"/>
                  </a:lnTo>
                  <a:lnTo>
                    <a:pt x="2428" y="3481"/>
                  </a:lnTo>
                  <a:lnTo>
                    <a:pt x="2405" y="3487"/>
                  </a:lnTo>
                  <a:lnTo>
                    <a:pt x="2380" y="3490"/>
                  </a:lnTo>
                  <a:lnTo>
                    <a:pt x="2356" y="3487"/>
                  </a:lnTo>
                  <a:lnTo>
                    <a:pt x="2332" y="3481"/>
                  </a:lnTo>
                  <a:lnTo>
                    <a:pt x="2310" y="3471"/>
                  </a:lnTo>
                  <a:lnTo>
                    <a:pt x="2288" y="3457"/>
                  </a:lnTo>
                  <a:lnTo>
                    <a:pt x="2267" y="3439"/>
                  </a:lnTo>
                  <a:lnTo>
                    <a:pt x="2248" y="3418"/>
                  </a:lnTo>
                  <a:lnTo>
                    <a:pt x="2229" y="3393"/>
                  </a:lnTo>
                  <a:lnTo>
                    <a:pt x="2212" y="3367"/>
                  </a:lnTo>
                  <a:lnTo>
                    <a:pt x="2196" y="3337"/>
                  </a:lnTo>
                  <a:lnTo>
                    <a:pt x="2182" y="3304"/>
                  </a:lnTo>
                  <a:lnTo>
                    <a:pt x="2171" y="3270"/>
                  </a:lnTo>
                  <a:lnTo>
                    <a:pt x="2160" y="3233"/>
                  </a:lnTo>
                  <a:lnTo>
                    <a:pt x="2152" y="3195"/>
                  </a:lnTo>
                  <a:lnTo>
                    <a:pt x="2146" y="3155"/>
                  </a:lnTo>
                  <a:lnTo>
                    <a:pt x="2142" y="3113"/>
                  </a:lnTo>
                  <a:lnTo>
                    <a:pt x="2141" y="3071"/>
                  </a:lnTo>
                  <a:lnTo>
                    <a:pt x="2142" y="3029"/>
                  </a:lnTo>
                  <a:lnTo>
                    <a:pt x="2146" y="2987"/>
                  </a:lnTo>
                  <a:lnTo>
                    <a:pt x="2152" y="2947"/>
                  </a:lnTo>
                  <a:lnTo>
                    <a:pt x="2160" y="2908"/>
                  </a:lnTo>
                  <a:lnTo>
                    <a:pt x="2171" y="2872"/>
                  </a:lnTo>
                  <a:lnTo>
                    <a:pt x="2182" y="2838"/>
                  </a:lnTo>
                  <a:lnTo>
                    <a:pt x="2196" y="2805"/>
                  </a:lnTo>
                  <a:lnTo>
                    <a:pt x="2212" y="2774"/>
                  </a:lnTo>
                  <a:lnTo>
                    <a:pt x="2229" y="2747"/>
                  </a:lnTo>
                  <a:lnTo>
                    <a:pt x="2248" y="2724"/>
                  </a:lnTo>
                  <a:lnTo>
                    <a:pt x="2267" y="2703"/>
                  </a:lnTo>
                  <a:lnTo>
                    <a:pt x="2288" y="2684"/>
                  </a:lnTo>
                  <a:lnTo>
                    <a:pt x="2310" y="2670"/>
                  </a:lnTo>
                  <a:lnTo>
                    <a:pt x="2332" y="2660"/>
                  </a:lnTo>
                  <a:lnTo>
                    <a:pt x="2356" y="2654"/>
                  </a:lnTo>
                  <a:lnTo>
                    <a:pt x="2380" y="2651"/>
                  </a:lnTo>
                  <a:close/>
                  <a:moveTo>
                    <a:pt x="2342" y="1355"/>
                  </a:moveTo>
                  <a:lnTo>
                    <a:pt x="2366" y="1357"/>
                  </a:lnTo>
                  <a:lnTo>
                    <a:pt x="2390" y="1363"/>
                  </a:lnTo>
                  <a:lnTo>
                    <a:pt x="2412" y="1373"/>
                  </a:lnTo>
                  <a:lnTo>
                    <a:pt x="2434" y="1387"/>
                  </a:lnTo>
                  <a:lnTo>
                    <a:pt x="2455" y="1405"/>
                  </a:lnTo>
                  <a:lnTo>
                    <a:pt x="2475" y="1426"/>
                  </a:lnTo>
                  <a:lnTo>
                    <a:pt x="2493" y="1451"/>
                  </a:lnTo>
                  <a:lnTo>
                    <a:pt x="2510" y="1478"/>
                  </a:lnTo>
                  <a:lnTo>
                    <a:pt x="2526" y="1507"/>
                  </a:lnTo>
                  <a:lnTo>
                    <a:pt x="2540" y="1540"/>
                  </a:lnTo>
                  <a:lnTo>
                    <a:pt x="2551" y="1574"/>
                  </a:lnTo>
                  <a:lnTo>
                    <a:pt x="2562" y="1611"/>
                  </a:lnTo>
                  <a:lnTo>
                    <a:pt x="2570" y="1649"/>
                  </a:lnTo>
                  <a:lnTo>
                    <a:pt x="2576" y="1689"/>
                  </a:lnTo>
                  <a:lnTo>
                    <a:pt x="2580" y="1731"/>
                  </a:lnTo>
                  <a:lnTo>
                    <a:pt x="2581" y="1773"/>
                  </a:lnTo>
                  <a:lnTo>
                    <a:pt x="2580" y="1815"/>
                  </a:lnTo>
                  <a:lnTo>
                    <a:pt x="2576" y="1858"/>
                  </a:lnTo>
                  <a:lnTo>
                    <a:pt x="2570" y="1897"/>
                  </a:lnTo>
                  <a:lnTo>
                    <a:pt x="2562" y="1936"/>
                  </a:lnTo>
                  <a:lnTo>
                    <a:pt x="2551" y="1972"/>
                  </a:lnTo>
                  <a:lnTo>
                    <a:pt x="2540" y="2008"/>
                  </a:lnTo>
                  <a:lnTo>
                    <a:pt x="2526" y="2039"/>
                  </a:lnTo>
                  <a:lnTo>
                    <a:pt x="2510" y="2070"/>
                  </a:lnTo>
                  <a:lnTo>
                    <a:pt x="2493" y="2097"/>
                  </a:lnTo>
                  <a:lnTo>
                    <a:pt x="2475" y="2121"/>
                  </a:lnTo>
                  <a:lnTo>
                    <a:pt x="2455" y="2142"/>
                  </a:lnTo>
                  <a:lnTo>
                    <a:pt x="2434" y="2160"/>
                  </a:lnTo>
                  <a:lnTo>
                    <a:pt x="2412" y="2174"/>
                  </a:lnTo>
                  <a:lnTo>
                    <a:pt x="2390" y="2185"/>
                  </a:lnTo>
                  <a:lnTo>
                    <a:pt x="2366" y="2191"/>
                  </a:lnTo>
                  <a:lnTo>
                    <a:pt x="2342" y="2193"/>
                  </a:lnTo>
                  <a:lnTo>
                    <a:pt x="2317" y="2191"/>
                  </a:lnTo>
                  <a:lnTo>
                    <a:pt x="2294" y="2185"/>
                  </a:lnTo>
                  <a:lnTo>
                    <a:pt x="2270" y="2174"/>
                  </a:lnTo>
                  <a:lnTo>
                    <a:pt x="2249" y="2160"/>
                  </a:lnTo>
                  <a:lnTo>
                    <a:pt x="2228" y="2142"/>
                  </a:lnTo>
                  <a:lnTo>
                    <a:pt x="2208" y="2121"/>
                  </a:lnTo>
                  <a:lnTo>
                    <a:pt x="2189" y="2097"/>
                  </a:lnTo>
                  <a:lnTo>
                    <a:pt x="2173" y="2070"/>
                  </a:lnTo>
                  <a:lnTo>
                    <a:pt x="2157" y="2039"/>
                  </a:lnTo>
                  <a:lnTo>
                    <a:pt x="2142" y="2008"/>
                  </a:lnTo>
                  <a:lnTo>
                    <a:pt x="2131" y="1972"/>
                  </a:lnTo>
                  <a:lnTo>
                    <a:pt x="2120" y="1936"/>
                  </a:lnTo>
                  <a:lnTo>
                    <a:pt x="2112" y="1897"/>
                  </a:lnTo>
                  <a:lnTo>
                    <a:pt x="2106" y="1858"/>
                  </a:lnTo>
                  <a:lnTo>
                    <a:pt x="2103" y="1815"/>
                  </a:lnTo>
                  <a:lnTo>
                    <a:pt x="2101" y="1773"/>
                  </a:lnTo>
                  <a:lnTo>
                    <a:pt x="2103" y="1731"/>
                  </a:lnTo>
                  <a:lnTo>
                    <a:pt x="2106" y="1689"/>
                  </a:lnTo>
                  <a:lnTo>
                    <a:pt x="2112" y="1649"/>
                  </a:lnTo>
                  <a:lnTo>
                    <a:pt x="2120" y="1611"/>
                  </a:lnTo>
                  <a:lnTo>
                    <a:pt x="2131" y="1574"/>
                  </a:lnTo>
                  <a:lnTo>
                    <a:pt x="2142" y="1540"/>
                  </a:lnTo>
                  <a:lnTo>
                    <a:pt x="2157" y="1507"/>
                  </a:lnTo>
                  <a:lnTo>
                    <a:pt x="2173" y="1478"/>
                  </a:lnTo>
                  <a:lnTo>
                    <a:pt x="2189" y="1451"/>
                  </a:lnTo>
                  <a:lnTo>
                    <a:pt x="2208" y="1426"/>
                  </a:lnTo>
                  <a:lnTo>
                    <a:pt x="2228" y="1405"/>
                  </a:lnTo>
                  <a:lnTo>
                    <a:pt x="2249" y="1387"/>
                  </a:lnTo>
                  <a:lnTo>
                    <a:pt x="2270" y="1373"/>
                  </a:lnTo>
                  <a:lnTo>
                    <a:pt x="2294" y="1363"/>
                  </a:lnTo>
                  <a:lnTo>
                    <a:pt x="2317" y="1357"/>
                  </a:lnTo>
                  <a:lnTo>
                    <a:pt x="2342" y="1355"/>
                  </a:lnTo>
                  <a:close/>
                  <a:moveTo>
                    <a:pt x="3179" y="819"/>
                  </a:moveTo>
                  <a:lnTo>
                    <a:pt x="3204" y="821"/>
                  </a:lnTo>
                  <a:lnTo>
                    <a:pt x="3227" y="827"/>
                  </a:lnTo>
                  <a:lnTo>
                    <a:pt x="3250" y="838"/>
                  </a:lnTo>
                  <a:lnTo>
                    <a:pt x="3272" y="852"/>
                  </a:lnTo>
                  <a:lnTo>
                    <a:pt x="3293" y="869"/>
                  </a:lnTo>
                  <a:lnTo>
                    <a:pt x="3312" y="890"/>
                  </a:lnTo>
                  <a:lnTo>
                    <a:pt x="3331" y="915"/>
                  </a:lnTo>
                  <a:lnTo>
                    <a:pt x="3348" y="942"/>
                  </a:lnTo>
                  <a:lnTo>
                    <a:pt x="3363" y="971"/>
                  </a:lnTo>
                  <a:lnTo>
                    <a:pt x="3377" y="1004"/>
                  </a:lnTo>
                  <a:lnTo>
                    <a:pt x="3389" y="1038"/>
                  </a:lnTo>
                  <a:lnTo>
                    <a:pt x="3400" y="1076"/>
                  </a:lnTo>
                  <a:lnTo>
                    <a:pt x="3408" y="1113"/>
                  </a:lnTo>
                  <a:lnTo>
                    <a:pt x="3414" y="1153"/>
                  </a:lnTo>
                  <a:lnTo>
                    <a:pt x="3417" y="1195"/>
                  </a:lnTo>
                  <a:lnTo>
                    <a:pt x="3418" y="1237"/>
                  </a:lnTo>
                  <a:lnTo>
                    <a:pt x="3417" y="1280"/>
                  </a:lnTo>
                  <a:lnTo>
                    <a:pt x="3414" y="1322"/>
                  </a:lnTo>
                  <a:lnTo>
                    <a:pt x="3408" y="1362"/>
                  </a:lnTo>
                  <a:lnTo>
                    <a:pt x="3400" y="1399"/>
                  </a:lnTo>
                  <a:lnTo>
                    <a:pt x="3389" y="1437"/>
                  </a:lnTo>
                  <a:lnTo>
                    <a:pt x="3377" y="1471"/>
                  </a:lnTo>
                  <a:lnTo>
                    <a:pt x="3363" y="1503"/>
                  </a:lnTo>
                  <a:lnTo>
                    <a:pt x="3348" y="1533"/>
                  </a:lnTo>
                  <a:lnTo>
                    <a:pt x="3331" y="1560"/>
                  </a:lnTo>
                  <a:lnTo>
                    <a:pt x="3312" y="1584"/>
                  </a:lnTo>
                  <a:lnTo>
                    <a:pt x="3293" y="1605"/>
                  </a:lnTo>
                  <a:lnTo>
                    <a:pt x="3272" y="1623"/>
                  </a:lnTo>
                  <a:lnTo>
                    <a:pt x="3250" y="1637"/>
                  </a:lnTo>
                  <a:lnTo>
                    <a:pt x="3227" y="1648"/>
                  </a:lnTo>
                  <a:lnTo>
                    <a:pt x="3204" y="1654"/>
                  </a:lnTo>
                  <a:lnTo>
                    <a:pt x="3179" y="1656"/>
                  </a:lnTo>
                  <a:lnTo>
                    <a:pt x="3155" y="1654"/>
                  </a:lnTo>
                  <a:lnTo>
                    <a:pt x="3131" y="1648"/>
                  </a:lnTo>
                  <a:lnTo>
                    <a:pt x="3108" y="1637"/>
                  </a:lnTo>
                  <a:lnTo>
                    <a:pt x="3087" y="1623"/>
                  </a:lnTo>
                  <a:lnTo>
                    <a:pt x="3066" y="1605"/>
                  </a:lnTo>
                  <a:lnTo>
                    <a:pt x="3046" y="1584"/>
                  </a:lnTo>
                  <a:lnTo>
                    <a:pt x="3027" y="1560"/>
                  </a:lnTo>
                  <a:lnTo>
                    <a:pt x="3011" y="1533"/>
                  </a:lnTo>
                  <a:lnTo>
                    <a:pt x="2994" y="1503"/>
                  </a:lnTo>
                  <a:lnTo>
                    <a:pt x="2980" y="1471"/>
                  </a:lnTo>
                  <a:lnTo>
                    <a:pt x="2968" y="1437"/>
                  </a:lnTo>
                  <a:lnTo>
                    <a:pt x="2958" y="1399"/>
                  </a:lnTo>
                  <a:lnTo>
                    <a:pt x="2950" y="1362"/>
                  </a:lnTo>
                  <a:lnTo>
                    <a:pt x="2944" y="1322"/>
                  </a:lnTo>
                  <a:lnTo>
                    <a:pt x="2940" y="1280"/>
                  </a:lnTo>
                  <a:lnTo>
                    <a:pt x="2939" y="1237"/>
                  </a:lnTo>
                  <a:lnTo>
                    <a:pt x="2940" y="1195"/>
                  </a:lnTo>
                  <a:lnTo>
                    <a:pt x="2944" y="1153"/>
                  </a:lnTo>
                  <a:lnTo>
                    <a:pt x="2950" y="1113"/>
                  </a:lnTo>
                  <a:lnTo>
                    <a:pt x="2958" y="1076"/>
                  </a:lnTo>
                  <a:lnTo>
                    <a:pt x="2968" y="1038"/>
                  </a:lnTo>
                  <a:lnTo>
                    <a:pt x="2980" y="1004"/>
                  </a:lnTo>
                  <a:lnTo>
                    <a:pt x="2994" y="971"/>
                  </a:lnTo>
                  <a:lnTo>
                    <a:pt x="3011" y="942"/>
                  </a:lnTo>
                  <a:lnTo>
                    <a:pt x="3027" y="915"/>
                  </a:lnTo>
                  <a:lnTo>
                    <a:pt x="3046" y="890"/>
                  </a:lnTo>
                  <a:lnTo>
                    <a:pt x="3066" y="869"/>
                  </a:lnTo>
                  <a:lnTo>
                    <a:pt x="3087" y="852"/>
                  </a:lnTo>
                  <a:lnTo>
                    <a:pt x="3108" y="838"/>
                  </a:lnTo>
                  <a:lnTo>
                    <a:pt x="3131" y="827"/>
                  </a:lnTo>
                  <a:lnTo>
                    <a:pt x="3155" y="821"/>
                  </a:lnTo>
                  <a:lnTo>
                    <a:pt x="3179" y="819"/>
                  </a:lnTo>
                  <a:close/>
                  <a:moveTo>
                    <a:pt x="3246" y="2144"/>
                  </a:moveTo>
                  <a:lnTo>
                    <a:pt x="3271" y="2146"/>
                  </a:lnTo>
                  <a:lnTo>
                    <a:pt x="3294" y="2152"/>
                  </a:lnTo>
                  <a:lnTo>
                    <a:pt x="3316" y="2162"/>
                  </a:lnTo>
                  <a:lnTo>
                    <a:pt x="3339" y="2176"/>
                  </a:lnTo>
                  <a:lnTo>
                    <a:pt x="3360" y="2194"/>
                  </a:lnTo>
                  <a:lnTo>
                    <a:pt x="3380" y="2215"/>
                  </a:lnTo>
                  <a:lnTo>
                    <a:pt x="3397" y="2240"/>
                  </a:lnTo>
                  <a:lnTo>
                    <a:pt x="3415" y="2267"/>
                  </a:lnTo>
                  <a:lnTo>
                    <a:pt x="3430" y="2296"/>
                  </a:lnTo>
                  <a:lnTo>
                    <a:pt x="3444" y="2329"/>
                  </a:lnTo>
                  <a:lnTo>
                    <a:pt x="3456" y="2363"/>
                  </a:lnTo>
                  <a:lnTo>
                    <a:pt x="3466" y="2400"/>
                  </a:lnTo>
                  <a:lnTo>
                    <a:pt x="3475" y="2438"/>
                  </a:lnTo>
                  <a:lnTo>
                    <a:pt x="3480" y="2478"/>
                  </a:lnTo>
                  <a:lnTo>
                    <a:pt x="3484" y="2520"/>
                  </a:lnTo>
                  <a:lnTo>
                    <a:pt x="3485" y="2562"/>
                  </a:lnTo>
                  <a:lnTo>
                    <a:pt x="3484" y="2604"/>
                  </a:lnTo>
                  <a:lnTo>
                    <a:pt x="3480" y="2647"/>
                  </a:lnTo>
                  <a:lnTo>
                    <a:pt x="3475" y="2686"/>
                  </a:lnTo>
                  <a:lnTo>
                    <a:pt x="3466" y="2725"/>
                  </a:lnTo>
                  <a:lnTo>
                    <a:pt x="3456" y="2762"/>
                  </a:lnTo>
                  <a:lnTo>
                    <a:pt x="3444" y="2796"/>
                  </a:lnTo>
                  <a:lnTo>
                    <a:pt x="3430" y="2828"/>
                  </a:lnTo>
                  <a:lnTo>
                    <a:pt x="3415" y="2858"/>
                  </a:lnTo>
                  <a:lnTo>
                    <a:pt x="3397" y="2886"/>
                  </a:lnTo>
                  <a:lnTo>
                    <a:pt x="3380" y="2909"/>
                  </a:lnTo>
                  <a:lnTo>
                    <a:pt x="3360" y="2930"/>
                  </a:lnTo>
                  <a:lnTo>
                    <a:pt x="3339" y="2949"/>
                  </a:lnTo>
                  <a:lnTo>
                    <a:pt x="3316" y="2963"/>
                  </a:lnTo>
                  <a:lnTo>
                    <a:pt x="3294" y="2974"/>
                  </a:lnTo>
                  <a:lnTo>
                    <a:pt x="3271" y="2980"/>
                  </a:lnTo>
                  <a:lnTo>
                    <a:pt x="3246" y="2982"/>
                  </a:lnTo>
                  <a:lnTo>
                    <a:pt x="3222" y="2980"/>
                  </a:lnTo>
                  <a:lnTo>
                    <a:pt x="3198" y="2974"/>
                  </a:lnTo>
                  <a:lnTo>
                    <a:pt x="3176" y="2963"/>
                  </a:lnTo>
                  <a:lnTo>
                    <a:pt x="3154" y="2949"/>
                  </a:lnTo>
                  <a:lnTo>
                    <a:pt x="3133" y="2930"/>
                  </a:lnTo>
                  <a:lnTo>
                    <a:pt x="3113" y="2909"/>
                  </a:lnTo>
                  <a:lnTo>
                    <a:pt x="3095" y="2886"/>
                  </a:lnTo>
                  <a:lnTo>
                    <a:pt x="3077" y="2858"/>
                  </a:lnTo>
                  <a:lnTo>
                    <a:pt x="3062" y="2828"/>
                  </a:lnTo>
                  <a:lnTo>
                    <a:pt x="3048" y="2796"/>
                  </a:lnTo>
                  <a:lnTo>
                    <a:pt x="3036" y="2762"/>
                  </a:lnTo>
                  <a:lnTo>
                    <a:pt x="3026" y="2725"/>
                  </a:lnTo>
                  <a:lnTo>
                    <a:pt x="3018" y="2686"/>
                  </a:lnTo>
                  <a:lnTo>
                    <a:pt x="3012" y="2647"/>
                  </a:lnTo>
                  <a:lnTo>
                    <a:pt x="3008" y="2604"/>
                  </a:lnTo>
                  <a:lnTo>
                    <a:pt x="3007" y="2562"/>
                  </a:lnTo>
                  <a:lnTo>
                    <a:pt x="3008" y="2520"/>
                  </a:lnTo>
                  <a:lnTo>
                    <a:pt x="3012" y="2478"/>
                  </a:lnTo>
                  <a:lnTo>
                    <a:pt x="3018" y="2438"/>
                  </a:lnTo>
                  <a:lnTo>
                    <a:pt x="3026" y="2400"/>
                  </a:lnTo>
                  <a:lnTo>
                    <a:pt x="3036" y="2363"/>
                  </a:lnTo>
                  <a:lnTo>
                    <a:pt x="3048" y="2329"/>
                  </a:lnTo>
                  <a:lnTo>
                    <a:pt x="3062" y="2296"/>
                  </a:lnTo>
                  <a:lnTo>
                    <a:pt x="3077" y="2267"/>
                  </a:lnTo>
                  <a:lnTo>
                    <a:pt x="3095" y="2240"/>
                  </a:lnTo>
                  <a:lnTo>
                    <a:pt x="3113" y="2215"/>
                  </a:lnTo>
                  <a:lnTo>
                    <a:pt x="3133" y="2194"/>
                  </a:lnTo>
                  <a:lnTo>
                    <a:pt x="3154" y="2176"/>
                  </a:lnTo>
                  <a:lnTo>
                    <a:pt x="3176" y="2162"/>
                  </a:lnTo>
                  <a:lnTo>
                    <a:pt x="3198" y="2152"/>
                  </a:lnTo>
                  <a:lnTo>
                    <a:pt x="3222" y="2146"/>
                  </a:lnTo>
                  <a:lnTo>
                    <a:pt x="3246" y="214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0505" name="Freeform 51"/>
            <p:cNvSpPr>
              <a:spLocks/>
            </p:cNvSpPr>
            <p:nvPr/>
          </p:nvSpPr>
          <p:spPr bwMode="auto">
            <a:xfrm>
              <a:off x="1267" y="1588"/>
              <a:ext cx="87" cy="52"/>
            </a:xfrm>
            <a:custGeom>
              <a:avLst/>
              <a:gdLst>
                <a:gd name="T0" fmla="*/ 3 w 437"/>
                <a:gd name="T1" fmla="*/ 2 h 260"/>
                <a:gd name="T2" fmla="*/ 3 w 437"/>
                <a:gd name="T3" fmla="*/ 2 h 260"/>
                <a:gd name="T4" fmla="*/ 3 w 437"/>
                <a:gd name="T5" fmla="*/ 2 h 260"/>
                <a:gd name="T6" fmla="*/ 3 w 437"/>
                <a:gd name="T7" fmla="*/ 2 h 260"/>
                <a:gd name="T8" fmla="*/ 3 w 437"/>
                <a:gd name="T9" fmla="*/ 1 h 260"/>
                <a:gd name="T10" fmla="*/ 3 w 437"/>
                <a:gd name="T11" fmla="*/ 1 h 260"/>
                <a:gd name="T12" fmla="*/ 3 w 437"/>
                <a:gd name="T13" fmla="*/ 1 h 260"/>
                <a:gd name="T14" fmla="*/ 3 w 437"/>
                <a:gd name="T15" fmla="*/ 1 h 260"/>
                <a:gd name="T16" fmla="*/ 3 w 437"/>
                <a:gd name="T17" fmla="*/ 1 h 260"/>
                <a:gd name="T18" fmla="*/ 2 w 437"/>
                <a:gd name="T19" fmla="*/ 1 h 260"/>
                <a:gd name="T20" fmla="*/ 2 w 437"/>
                <a:gd name="T21" fmla="*/ 0 h 260"/>
                <a:gd name="T22" fmla="*/ 2 w 437"/>
                <a:gd name="T23" fmla="*/ 0 h 260"/>
                <a:gd name="T24" fmla="*/ 2 w 437"/>
                <a:gd name="T25" fmla="*/ 0 h 260"/>
                <a:gd name="T26" fmla="*/ 1 w 437"/>
                <a:gd name="T27" fmla="*/ 0 h 260"/>
                <a:gd name="T28" fmla="*/ 1 w 437"/>
                <a:gd name="T29" fmla="*/ 0 h 260"/>
                <a:gd name="T30" fmla="*/ 1 w 437"/>
                <a:gd name="T31" fmla="*/ 0 h 260"/>
                <a:gd name="T32" fmla="*/ 0 w 437"/>
                <a:gd name="T33" fmla="*/ 0 h 260"/>
                <a:gd name="T34" fmla="*/ 0 w 437"/>
                <a:gd name="T35" fmla="*/ 0 h 260"/>
                <a:gd name="T36" fmla="*/ 0 w 437"/>
                <a:gd name="T37" fmla="*/ 0 h 260"/>
                <a:gd name="T38" fmla="*/ 0 w 437"/>
                <a:gd name="T39" fmla="*/ 0 h 260"/>
                <a:gd name="T40" fmla="*/ 1 w 437"/>
                <a:gd name="T41" fmla="*/ 0 h 260"/>
                <a:gd name="T42" fmla="*/ 1 w 437"/>
                <a:gd name="T43" fmla="*/ 0 h 260"/>
                <a:gd name="T44" fmla="*/ 1 w 437"/>
                <a:gd name="T45" fmla="*/ 0 h 260"/>
                <a:gd name="T46" fmla="*/ 2 w 437"/>
                <a:gd name="T47" fmla="*/ 0 h 260"/>
                <a:gd name="T48" fmla="*/ 2 w 437"/>
                <a:gd name="T49" fmla="*/ 0 h 260"/>
                <a:gd name="T50" fmla="*/ 2 w 437"/>
                <a:gd name="T51" fmla="*/ 1 h 260"/>
                <a:gd name="T52" fmla="*/ 2 w 437"/>
                <a:gd name="T53" fmla="*/ 1 h 260"/>
                <a:gd name="T54" fmla="*/ 3 w 437"/>
                <a:gd name="T55" fmla="*/ 1 h 260"/>
                <a:gd name="T56" fmla="*/ 3 w 437"/>
                <a:gd name="T57" fmla="*/ 1 h 260"/>
                <a:gd name="T58" fmla="*/ 3 w 437"/>
                <a:gd name="T59" fmla="*/ 1 h 260"/>
                <a:gd name="T60" fmla="*/ 3 w 437"/>
                <a:gd name="T61" fmla="*/ 1 h 260"/>
                <a:gd name="T62" fmla="*/ 3 w 437"/>
                <a:gd name="T63" fmla="*/ 1 h 260"/>
                <a:gd name="T64" fmla="*/ 3 w 437"/>
                <a:gd name="T65" fmla="*/ 2 h 260"/>
                <a:gd name="T66" fmla="*/ 3 w 437"/>
                <a:gd name="T67" fmla="*/ 2 h 260"/>
                <a:gd name="T68" fmla="*/ 3 w 437"/>
                <a:gd name="T69" fmla="*/ 2 h 260"/>
                <a:gd name="T70" fmla="*/ 3 w 437"/>
                <a:gd name="T71" fmla="*/ 2 h 260"/>
                <a:gd name="T72" fmla="*/ 3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437" y="260"/>
                  </a:moveTo>
                  <a:lnTo>
                    <a:pt x="437" y="260"/>
                  </a:lnTo>
                  <a:lnTo>
                    <a:pt x="434" y="233"/>
                  </a:lnTo>
                  <a:lnTo>
                    <a:pt x="427" y="206"/>
                  </a:lnTo>
                  <a:lnTo>
                    <a:pt x="417" y="181"/>
                  </a:lnTo>
                  <a:lnTo>
                    <a:pt x="401" y="157"/>
                  </a:lnTo>
                  <a:lnTo>
                    <a:pt x="383" y="133"/>
                  </a:lnTo>
                  <a:lnTo>
                    <a:pt x="360" y="113"/>
                  </a:lnTo>
                  <a:lnTo>
                    <a:pt x="336" y="93"/>
                  </a:lnTo>
                  <a:lnTo>
                    <a:pt x="308" y="73"/>
                  </a:lnTo>
                  <a:lnTo>
                    <a:pt x="276" y="58"/>
                  </a:lnTo>
                  <a:lnTo>
                    <a:pt x="242" y="43"/>
                  </a:lnTo>
                  <a:lnTo>
                    <a:pt x="207" y="30"/>
                  </a:lnTo>
                  <a:lnTo>
                    <a:pt x="168" y="19"/>
                  </a:lnTo>
                  <a:lnTo>
                    <a:pt x="128" y="11"/>
                  </a:lnTo>
                  <a:lnTo>
                    <a:pt x="87" y="4"/>
                  </a:lnTo>
                  <a:lnTo>
                    <a:pt x="43" y="1"/>
                  </a:lnTo>
                  <a:lnTo>
                    <a:pt x="0" y="0"/>
                  </a:lnTo>
                  <a:lnTo>
                    <a:pt x="0" y="11"/>
                  </a:lnTo>
                  <a:lnTo>
                    <a:pt x="43" y="12"/>
                  </a:lnTo>
                  <a:lnTo>
                    <a:pt x="85" y="16"/>
                  </a:lnTo>
                  <a:lnTo>
                    <a:pt x="126" y="23"/>
                  </a:lnTo>
                  <a:lnTo>
                    <a:pt x="166" y="31"/>
                  </a:lnTo>
                  <a:lnTo>
                    <a:pt x="202" y="42"/>
                  </a:lnTo>
                  <a:lnTo>
                    <a:pt x="237" y="55"/>
                  </a:lnTo>
                  <a:lnTo>
                    <a:pt x="271" y="70"/>
                  </a:lnTo>
                  <a:lnTo>
                    <a:pt x="301" y="85"/>
                  </a:lnTo>
                  <a:lnTo>
                    <a:pt x="329" y="103"/>
                  </a:lnTo>
                  <a:lnTo>
                    <a:pt x="353" y="123"/>
                  </a:lnTo>
                  <a:lnTo>
                    <a:pt x="373" y="143"/>
                  </a:lnTo>
                  <a:lnTo>
                    <a:pt x="392" y="164"/>
                  </a:lnTo>
                  <a:lnTo>
                    <a:pt x="405" y="186"/>
                  </a:lnTo>
                  <a:lnTo>
                    <a:pt x="415" y="211"/>
                  </a:lnTo>
                  <a:lnTo>
                    <a:pt x="422" y="235"/>
                  </a:lnTo>
                  <a:lnTo>
                    <a:pt x="425" y="260"/>
                  </a:lnTo>
                  <a:lnTo>
                    <a:pt x="437"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0506" name="Freeform 52"/>
            <p:cNvSpPr>
              <a:spLocks/>
            </p:cNvSpPr>
            <p:nvPr/>
          </p:nvSpPr>
          <p:spPr bwMode="auto">
            <a:xfrm>
              <a:off x="1267" y="1640"/>
              <a:ext cx="87" cy="52"/>
            </a:xfrm>
            <a:custGeom>
              <a:avLst/>
              <a:gdLst>
                <a:gd name="T0" fmla="*/ 0 w 437"/>
                <a:gd name="T1" fmla="*/ 2 h 260"/>
                <a:gd name="T2" fmla="*/ 0 w 437"/>
                <a:gd name="T3" fmla="*/ 2 h 260"/>
                <a:gd name="T4" fmla="*/ 0 w 437"/>
                <a:gd name="T5" fmla="*/ 2 h 260"/>
                <a:gd name="T6" fmla="*/ 1 w 437"/>
                <a:gd name="T7" fmla="*/ 2 h 260"/>
                <a:gd name="T8" fmla="*/ 1 w 437"/>
                <a:gd name="T9" fmla="*/ 2 h 260"/>
                <a:gd name="T10" fmla="*/ 1 w 437"/>
                <a:gd name="T11" fmla="*/ 2 h 260"/>
                <a:gd name="T12" fmla="*/ 2 w 437"/>
                <a:gd name="T13" fmla="*/ 2 h 260"/>
                <a:gd name="T14" fmla="*/ 2 w 437"/>
                <a:gd name="T15" fmla="*/ 2 h 260"/>
                <a:gd name="T16" fmla="*/ 2 w 437"/>
                <a:gd name="T17" fmla="*/ 2 h 260"/>
                <a:gd name="T18" fmla="*/ 2 w 437"/>
                <a:gd name="T19" fmla="*/ 1 h 260"/>
                <a:gd name="T20" fmla="*/ 3 w 437"/>
                <a:gd name="T21" fmla="*/ 1 h 260"/>
                <a:gd name="T22" fmla="*/ 3 w 437"/>
                <a:gd name="T23" fmla="*/ 1 h 260"/>
                <a:gd name="T24" fmla="*/ 3 w 437"/>
                <a:gd name="T25" fmla="*/ 1 h 260"/>
                <a:gd name="T26" fmla="*/ 3 w 437"/>
                <a:gd name="T27" fmla="*/ 1 h 260"/>
                <a:gd name="T28" fmla="*/ 3 w 437"/>
                <a:gd name="T29" fmla="*/ 1 h 260"/>
                <a:gd name="T30" fmla="*/ 3 w 437"/>
                <a:gd name="T31" fmla="*/ 0 h 260"/>
                <a:gd name="T32" fmla="*/ 3 w 437"/>
                <a:gd name="T33" fmla="*/ 0 h 260"/>
                <a:gd name="T34" fmla="*/ 3 w 437"/>
                <a:gd name="T35" fmla="*/ 0 h 260"/>
                <a:gd name="T36" fmla="*/ 3 w 437"/>
                <a:gd name="T37" fmla="*/ 0 h 260"/>
                <a:gd name="T38" fmla="*/ 3 w 437"/>
                <a:gd name="T39" fmla="*/ 0 h 260"/>
                <a:gd name="T40" fmla="*/ 3 w 437"/>
                <a:gd name="T41" fmla="*/ 0 h 260"/>
                <a:gd name="T42" fmla="*/ 3 w 437"/>
                <a:gd name="T43" fmla="*/ 1 h 260"/>
                <a:gd name="T44" fmla="*/ 3 w 437"/>
                <a:gd name="T45" fmla="*/ 1 h 260"/>
                <a:gd name="T46" fmla="*/ 3 w 437"/>
                <a:gd name="T47" fmla="*/ 1 h 260"/>
                <a:gd name="T48" fmla="*/ 3 w 437"/>
                <a:gd name="T49" fmla="*/ 1 h 260"/>
                <a:gd name="T50" fmla="*/ 3 w 437"/>
                <a:gd name="T51" fmla="*/ 1 h 260"/>
                <a:gd name="T52" fmla="*/ 2 w 437"/>
                <a:gd name="T53" fmla="*/ 1 h 260"/>
                <a:gd name="T54" fmla="*/ 2 w 437"/>
                <a:gd name="T55" fmla="*/ 2 h 260"/>
                <a:gd name="T56" fmla="*/ 2 w 437"/>
                <a:gd name="T57" fmla="*/ 2 h 260"/>
                <a:gd name="T58" fmla="*/ 2 w 437"/>
                <a:gd name="T59" fmla="*/ 2 h 260"/>
                <a:gd name="T60" fmla="*/ 1 w 437"/>
                <a:gd name="T61" fmla="*/ 2 h 260"/>
                <a:gd name="T62" fmla="*/ 1 w 437"/>
                <a:gd name="T63" fmla="*/ 2 h 260"/>
                <a:gd name="T64" fmla="*/ 1 w 437"/>
                <a:gd name="T65" fmla="*/ 2 h 260"/>
                <a:gd name="T66" fmla="*/ 0 w 437"/>
                <a:gd name="T67" fmla="*/ 2 h 260"/>
                <a:gd name="T68" fmla="*/ 0 w 437"/>
                <a:gd name="T69" fmla="*/ 2 h 260"/>
                <a:gd name="T70" fmla="*/ 0 w 437"/>
                <a:gd name="T71" fmla="*/ 2 h 260"/>
                <a:gd name="T72" fmla="*/ 0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0" y="260"/>
                  </a:moveTo>
                  <a:lnTo>
                    <a:pt x="0" y="260"/>
                  </a:lnTo>
                  <a:lnTo>
                    <a:pt x="43" y="259"/>
                  </a:lnTo>
                  <a:lnTo>
                    <a:pt x="87" y="255"/>
                  </a:lnTo>
                  <a:lnTo>
                    <a:pt x="128" y="248"/>
                  </a:lnTo>
                  <a:lnTo>
                    <a:pt x="168" y="240"/>
                  </a:lnTo>
                  <a:lnTo>
                    <a:pt x="207" y="230"/>
                  </a:lnTo>
                  <a:lnTo>
                    <a:pt x="242" y="217"/>
                  </a:lnTo>
                  <a:lnTo>
                    <a:pt x="276" y="202"/>
                  </a:lnTo>
                  <a:lnTo>
                    <a:pt x="308" y="185"/>
                  </a:lnTo>
                  <a:lnTo>
                    <a:pt x="336" y="166"/>
                  </a:lnTo>
                  <a:lnTo>
                    <a:pt x="360" y="146"/>
                  </a:lnTo>
                  <a:lnTo>
                    <a:pt x="383" y="125"/>
                  </a:lnTo>
                  <a:lnTo>
                    <a:pt x="401" y="102"/>
                  </a:lnTo>
                  <a:lnTo>
                    <a:pt x="417" y="77"/>
                  </a:lnTo>
                  <a:lnTo>
                    <a:pt x="427" y="53"/>
                  </a:lnTo>
                  <a:lnTo>
                    <a:pt x="434" y="27"/>
                  </a:lnTo>
                  <a:lnTo>
                    <a:pt x="437" y="0"/>
                  </a:lnTo>
                  <a:lnTo>
                    <a:pt x="425" y="0"/>
                  </a:lnTo>
                  <a:lnTo>
                    <a:pt x="422" y="24"/>
                  </a:lnTo>
                  <a:lnTo>
                    <a:pt x="415" y="48"/>
                  </a:lnTo>
                  <a:lnTo>
                    <a:pt x="405" y="73"/>
                  </a:lnTo>
                  <a:lnTo>
                    <a:pt x="392" y="95"/>
                  </a:lnTo>
                  <a:lnTo>
                    <a:pt x="373" y="116"/>
                  </a:lnTo>
                  <a:lnTo>
                    <a:pt x="353" y="137"/>
                  </a:lnTo>
                  <a:lnTo>
                    <a:pt x="329" y="157"/>
                  </a:lnTo>
                  <a:lnTo>
                    <a:pt x="301" y="173"/>
                  </a:lnTo>
                  <a:lnTo>
                    <a:pt x="271" y="190"/>
                  </a:lnTo>
                  <a:lnTo>
                    <a:pt x="237" y="205"/>
                  </a:lnTo>
                  <a:lnTo>
                    <a:pt x="202" y="218"/>
                  </a:lnTo>
                  <a:lnTo>
                    <a:pt x="166" y="228"/>
                  </a:lnTo>
                  <a:lnTo>
                    <a:pt x="126" y="237"/>
                  </a:lnTo>
                  <a:lnTo>
                    <a:pt x="85" y="244"/>
                  </a:lnTo>
                  <a:lnTo>
                    <a:pt x="43" y="247"/>
                  </a:lnTo>
                  <a:lnTo>
                    <a:pt x="0" y="248"/>
                  </a:lnTo>
                  <a:lnTo>
                    <a:pt x="0"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0507" name="Freeform 53"/>
            <p:cNvSpPr>
              <a:spLocks/>
            </p:cNvSpPr>
            <p:nvPr/>
          </p:nvSpPr>
          <p:spPr bwMode="auto">
            <a:xfrm>
              <a:off x="1179" y="1640"/>
              <a:ext cx="88" cy="52"/>
            </a:xfrm>
            <a:custGeom>
              <a:avLst/>
              <a:gdLst>
                <a:gd name="T0" fmla="*/ 0 w 439"/>
                <a:gd name="T1" fmla="*/ 0 h 260"/>
                <a:gd name="T2" fmla="*/ 0 w 439"/>
                <a:gd name="T3" fmla="*/ 0 h 260"/>
                <a:gd name="T4" fmla="*/ 0 w 439"/>
                <a:gd name="T5" fmla="*/ 0 h 260"/>
                <a:gd name="T6" fmla="*/ 0 w 439"/>
                <a:gd name="T7" fmla="*/ 0 h 260"/>
                <a:gd name="T8" fmla="*/ 0 w 439"/>
                <a:gd name="T9" fmla="*/ 1 h 260"/>
                <a:gd name="T10" fmla="*/ 0 w 439"/>
                <a:gd name="T11" fmla="*/ 1 h 260"/>
                <a:gd name="T12" fmla="*/ 0 w 439"/>
                <a:gd name="T13" fmla="*/ 1 h 260"/>
                <a:gd name="T14" fmla="*/ 1 w 439"/>
                <a:gd name="T15" fmla="*/ 1 h 260"/>
                <a:gd name="T16" fmla="*/ 1 w 439"/>
                <a:gd name="T17" fmla="*/ 1 h 260"/>
                <a:gd name="T18" fmla="*/ 1 w 439"/>
                <a:gd name="T19" fmla="*/ 1 h 260"/>
                <a:gd name="T20" fmla="*/ 1 w 439"/>
                <a:gd name="T21" fmla="*/ 2 h 260"/>
                <a:gd name="T22" fmla="*/ 2 w 439"/>
                <a:gd name="T23" fmla="*/ 2 h 260"/>
                <a:gd name="T24" fmla="*/ 2 w 439"/>
                <a:gd name="T25" fmla="*/ 2 h 260"/>
                <a:gd name="T26" fmla="*/ 2 w 439"/>
                <a:gd name="T27" fmla="*/ 2 h 260"/>
                <a:gd name="T28" fmla="*/ 2 w 439"/>
                <a:gd name="T29" fmla="*/ 2 h 260"/>
                <a:gd name="T30" fmla="*/ 3 w 439"/>
                <a:gd name="T31" fmla="*/ 2 h 260"/>
                <a:gd name="T32" fmla="*/ 3 w 439"/>
                <a:gd name="T33" fmla="*/ 2 h 260"/>
                <a:gd name="T34" fmla="*/ 4 w 439"/>
                <a:gd name="T35" fmla="*/ 2 h 260"/>
                <a:gd name="T36" fmla="*/ 4 w 439"/>
                <a:gd name="T37" fmla="*/ 2 h 260"/>
                <a:gd name="T38" fmla="*/ 3 w 439"/>
                <a:gd name="T39" fmla="*/ 2 h 260"/>
                <a:gd name="T40" fmla="*/ 3 w 439"/>
                <a:gd name="T41" fmla="*/ 2 h 260"/>
                <a:gd name="T42" fmla="*/ 3 w 439"/>
                <a:gd name="T43" fmla="*/ 2 h 260"/>
                <a:gd name="T44" fmla="*/ 2 w 439"/>
                <a:gd name="T45" fmla="*/ 2 h 260"/>
                <a:gd name="T46" fmla="*/ 2 w 439"/>
                <a:gd name="T47" fmla="*/ 2 h 260"/>
                <a:gd name="T48" fmla="*/ 2 w 439"/>
                <a:gd name="T49" fmla="*/ 2 h 260"/>
                <a:gd name="T50" fmla="*/ 1 w 439"/>
                <a:gd name="T51" fmla="*/ 2 h 260"/>
                <a:gd name="T52" fmla="*/ 1 w 439"/>
                <a:gd name="T53" fmla="*/ 1 h 260"/>
                <a:gd name="T54" fmla="*/ 1 w 439"/>
                <a:gd name="T55" fmla="*/ 1 h 260"/>
                <a:gd name="T56" fmla="*/ 1 w 439"/>
                <a:gd name="T57" fmla="*/ 1 h 260"/>
                <a:gd name="T58" fmla="*/ 1 w 439"/>
                <a:gd name="T59" fmla="*/ 1 h 260"/>
                <a:gd name="T60" fmla="*/ 0 w 439"/>
                <a:gd name="T61" fmla="*/ 1 h 260"/>
                <a:gd name="T62" fmla="*/ 0 w 439"/>
                <a:gd name="T63" fmla="*/ 1 h 260"/>
                <a:gd name="T64" fmla="*/ 0 w 439"/>
                <a:gd name="T65" fmla="*/ 0 h 260"/>
                <a:gd name="T66" fmla="*/ 0 w 439"/>
                <a:gd name="T67" fmla="*/ 0 h 260"/>
                <a:gd name="T68" fmla="*/ 0 w 439"/>
                <a:gd name="T69" fmla="*/ 0 h 260"/>
                <a:gd name="T70" fmla="*/ 0 w 439"/>
                <a:gd name="T71" fmla="*/ 0 h 260"/>
                <a:gd name="T72" fmla="*/ 0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0" y="0"/>
                  </a:moveTo>
                  <a:lnTo>
                    <a:pt x="0" y="0"/>
                  </a:lnTo>
                  <a:lnTo>
                    <a:pt x="3" y="27"/>
                  </a:lnTo>
                  <a:lnTo>
                    <a:pt x="10" y="53"/>
                  </a:lnTo>
                  <a:lnTo>
                    <a:pt x="20" y="77"/>
                  </a:lnTo>
                  <a:lnTo>
                    <a:pt x="35" y="102"/>
                  </a:lnTo>
                  <a:lnTo>
                    <a:pt x="54" y="125"/>
                  </a:lnTo>
                  <a:lnTo>
                    <a:pt x="76" y="146"/>
                  </a:lnTo>
                  <a:lnTo>
                    <a:pt x="102" y="166"/>
                  </a:lnTo>
                  <a:lnTo>
                    <a:pt x="130" y="185"/>
                  </a:lnTo>
                  <a:lnTo>
                    <a:pt x="162" y="202"/>
                  </a:lnTo>
                  <a:lnTo>
                    <a:pt x="195" y="217"/>
                  </a:lnTo>
                  <a:lnTo>
                    <a:pt x="231" y="230"/>
                  </a:lnTo>
                  <a:lnTo>
                    <a:pt x="270" y="240"/>
                  </a:lnTo>
                  <a:lnTo>
                    <a:pt x="310" y="248"/>
                  </a:lnTo>
                  <a:lnTo>
                    <a:pt x="351" y="255"/>
                  </a:lnTo>
                  <a:lnTo>
                    <a:pt x="395" y="259"/>
                  </a:lnTo>
                  <a:lnTo>
                    <a:pt x="439" y="260"/>
                  </a:lnTo>
                  <a:lnTo>
                    <a:pt x="439" y="248"/>
                  </a:lnTo>
                  <a:lnTo>
                    <a:pt x="395" y="247"/>
                  </a:lnTo>
                  <a:lnTo>
                    <a:pt x="353" y="244"/>
                  </a:lnTo>
                  <a:lnTo>
                    <a:pt x="312" y="237"/>
                  </a:lnTo>
                  <a:lnTo>
                    <a:pt x="272" y="228"/>
                  </a:lnTo>
                  <a:lnTo>
                    <a:pt x="236" y="218"/>
                  </a:lnTo>
                  <a:lnTo>
                    <a:pt x="200" y="205"/>
                  </a:lnTo>
                  <a:lnTo>
                    <a:pt x="167" y="190"/>
                  </a:lnTo>
                  <a:lnTo>
                    <a:pt x="137" y="173"/>
                  </a:lnTo>
                  <a:lnTo>
                    <a:pt x="109" y="157"/>
                  </a:lnTo>
                  <a:lnTo>
                    <a:pt x="84" y="137"/>
                  </a:lnTo>
                  <a:lnTo>
                    <a:pt x="64" y="116"/>
                  </a:lnTo>
                  <a:lnTo>
                    <a:pt x="45" y="95"/>
                  </a:lnTo>
                  <a:lnTo>
                    <a:pt x="32" y="73"/>
                  </a:lnTo>
                  <a:lnTo>
                    <a:pt x="21" y="48"/>
                  </a:lnTo>
                  <a:lnTo>
                    <a:pt x="14" y="24"/>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0508" name="Freeform 54"/>
            <p:cNvSpPr>
              <a:spLocks/>
            </p:cNvSpPr>
            <p:nvPr/>
          </p:nvSpPr>
          <p:spPr bwMode="auto">
            <a:xfrm>
              <a:off x="1179" y="1588"/>
              <a:ext cx="88" cy="52"/>
            </a:xfrm>
            <a:custGeom>
              <a:avLst/>
              <a:gdLst>
                <a:gd name="T0" fmla="*/ 4 w 439"/>
                <a:gd name="T1" fmla="*/ 0 h 260"/>
                <a:gd name="T2" fmla="*/ 4 w 439"/>
                <a:gd name="T3" fmla="*/ 0 h 260"/>
                <a:gd name="T4" fmla="*/ 3 w 439"/>
                <a:gd name="T5" fmla="*/ 0 h 260"/>
                <a:gd name="T6" fmla="*/ 3 w 439"/>
                <a:gd name="T7" fmla="*/ 0 h 260"/>
                <a:gd name="T8" fmla="*/ 2 w 439"/>
                <a:gd name="T9" fmla="*/ 0 h 260"/>
                <a:gd name="T10" fmla="*/ 2 w 439"/>
                <a:gd name="T11" fmla="*/ 0 h 260"/>
                <a:gd name="T12" fmla="*/ 2 w 439"/>
                <a:gd name="T13" fmla="*/ 0 h 260"/>
                <a:gd name="T14" fmla="*/ 2 w 439"/>
                <a:gd name="T15" fmla="*/ 0 h 260"/>
                <a:gd name="T16" fmla="*/ 1 w 439"/>
                <a:gd name="T17" fmla="*/ 0 h 260"/>
                <a:gd name="T18" fmla="*/ 1 w 439"/>
                <a:gd name="T19" fmla="*/ 1 h 260"/>
                <a:gd name="T20" fmla="*/ 1 w 439"/>
                <a:gd name="T21" fmla="*/ 1 h 260"/>
                <a:gd name="T22" fmla="*/ 1 w 439"/>
                <a:gd name="T23" fmla="*/ 1 h 260"/>
                <a:gd name="T24" fmla="*/ 0 w 439"/>
                <a:gd name="T25" fmla="*/ 1 h 260"/>
                <a:gd name="T26" fmla="*/ 0 w 439"/>
                <a:gd name="T27" fmla="*/ 1 h 260"/>
                <a:gd name="T28" fmla="*/ 0 w 439"/>
                <a:gd name="T29" fmla="*/ 1 h 260"/>
                <a:gd name="T30" fmla="*/ 0 w 439"/>
                <a:gd name="T31" fmla="*/ 2 h 260"/>
                <a:gd name="T32" fmla="*/ 0 w 439"/>
                <a:gd name="T33" fmla="*/ 2 h 260"/>
                <a:gd name="T34" fmla="*/ 0 w 439"/>
                <a:gd name="T35" fmla="*/ 2 h 260"/>
                <a:gd name="T36" fmla="*/ 0 w 439"/>
                <a:gd name="T37" fmla="*/ 2 h 260"/>
                <a:gd name="T38" fmla="*/ 0 w 439"/>
                <a:gd name="T39" fmla="*/ 2 h 260"/>
                <a:gd name="T40" fmla="*/ 0 w 439"/>
                <a:gd name="T41" fmla="*/ 2 h 260"/>
                <a:gd name="T42" fmla="*/ 0 w 439"/>
                <a:gd name="T43" fmla="*/ 1 h 260"/>
                <a:gd name="T44" fmla="*/ 0 w 439"/>
                <a:gd name="T45" fmla="*/ 1 h 260"/>
                <a:gd name="T46" fmla="*/ 1 w 439"/>
                <a:gd name="T47" fmla="*/ 1 h 260"/>
                <a:gd name="T48" fmla="*/ 1 w 439"/>
                <a:gd name="T49" fmla="*/ 1 h 260"/>
                <a:gd name="T50" fmla="*/ 1 w 439"/>
                <a:gd name="T51" fmla="*/ 1 h 260"/>
                <a:gd name="T52" fmla="*/ 1 w 439"/>
                <a:gd name="T53" fmla="*/ 1 h 260"/>
                <a:gd name="T54" fmla="*/ 1 w 439"/>
                <a:gd name="T55" fmla="*/ 1 h 260"/>
                <a:gd name="T56" fmla="*/ 2 w 439"/>
                <a:gd name="T57" fmla="*/ 0 h 260"/>
                <a:gd name="T58" fmla="*/ 2 w 439"/>
                <a:gd name="T59" fmla="*/ 0 h 260"/>
                <a:gd name="T60" fmla="*/ 2 w 439"/>
                <a:gd name="T61" fmla="*/ 0 h 260"/>
                <a:gd name="T62" fmla="*/ 3 w 439"/>
                <a:gd name="T63" fmla="*/ 0 h 260"/>
                <a:gd name="T64" fmla="*/ 3 w 439"/>
                <a:gd name="T65" fmla="*/ 0 h 260"/>
                <a:gd name="T66" fmla="*/ 3 w 439"/>
                <a:gd name="T67" fmla="*/ 0 h 260"/>
                <a:gd name="T68" fmla="*/ 4 w 439"/>
                <a:gd name="T69" fmla="*/ 0 h 260"/>
                <a:gd name="T70" fmla="*/ 4 w 439"/>
                <a:gd name="T71" fmla="*/ 0 h 260"/>
                <a:gd name="T72" fmla="*/ 4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439" y="0"/>
                  </a:moveTo>
                  <a:lnTo>
                    <a:pt x="439" y="0"/>
                  </a:lnTo>
                  <a:lnTo>
                    <a:pt x="395" y="1"/>
                  </a:lnTo>
                  <a:lnTo>
                    <a:pt x="351" y="4"/>
                  </a:lnTo>
                  <a:lnTo>
                    <a:pt x="310" y="11"/>
                  </a:lnTo>
                  <a:lnTo>
                    <a:pt x="270" y="19"/>
                  </a:lnTo>
                  <a:lnTo>
                    <a:pt x="231" y="30"/>
                  </a:lnTo>
                  <a:lnTo>
                    <a:pt x="195" y="43"/>
                  </a:lnTo>
                  <a:lnTo>
                    <a:pt x="162" y="58"/>
                  </a:lnTo>
                  <a:lnTo>
                    <a:pt x="130" y="73"/>
                  </a:lnTo>
                  <a:lnTo>
                    <a:pt x="102" y="93"/>
                  </a:lnTo>
                  <a:lnTo>
                    <a:pt x="76" y="113"/>
                  </a:lnTo>
                  <a:lnTo>
                    <a:pt x="54" y="133"/>
                  </a:lnTo>
                  <a:lnTo>
                    <a:pt x="35" y="157"/>
                  </a:lnTo>
                  <a:lnTo>
                    <a:pt x="20" y="181"/>
                  </a:lnTo>
                  <a:lnTo>
                    <a:pt x="10" y="206"/>
                  </a:lnTo>
                  <a:lnTo>
                    <a:pt x="3" y="233"/>
                  </a:lnTo>
                  <a:lnTo>
                    <a:pt x="0" y="260"/>
                  </a:lnTo>
                  <a:lnTo>
                    <a:pt x="12" y="260"/>
                  </a:lnTo>
                  <a:lnTo>
                    <a:pt x="14" y="235"/>
                  </a:lnTo>
                  <a:lnTo>
                    <a:pt x="21" y="211"/>
                  </a:lnTo>
                  <a:lnTo>
                    <a:pt x="32" y="186"/>
                  </a:lnTo>
                  <a:lnTo>
                    <a:pt x="45" y="164"/>
                  </a:lnTo>
                  <a:lnTo>
                    <a:pt x="64" y="143"/>
                  </a:lnTo>
                  <a:lnTo>
                    <a:pt x="84" y="123"/>
                  </a:lnTo>
                  <a:lnTo>
                    <a:pt x="109" y="103"/>
                  </a:lnTo>
                  <a:lnTo>
                    <a:pt x="137" y="85"/>
                  </a:lnTo>
                  <a:lnTo>
                    <a:pt x="167" y="70"/>
                  </a:lnTo>
                  <a:lnTo>
                    <a:pt x="200" y="55"/>
                  </a:lnTo>
                  <a:lnTo>
                    <a:pt x="236" y="42"/>
                  </a:lnTo>
                  <a:lnTo>
                    <a:pt x="272" y="31"/>
                  </a:lnTo>
                  <a:lnTo>
                    <a:pt x="312" y="23"/>
                  </a:lnTo>
                  <a:lnTo>
                    <a:pt x="353" y="16"/>
                  </a:lnTo>
                  <a:lnTo>
                    <a:pt x="395" y="12"/>
                  </a:lnTo>
                  <a:lnTo>
                    <a:pt x="439" y="11"/>
                  </a:lnTo>
                  <a:lnTo>
                    <a:pt x="439"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0509" name="Freeform 55"/>
            <p:cNvSpPr>
              <a:spLocks/>
            </p:cNvSpPr>
            <p:nvPr/>
          </p:nvSpPr>
          <p:spPr bwMode="auto">
            <a:xfrm>
              <a:off x="964" y="1745"/>
              <a:ext cx="48" cy="85"/>
            </a:xfrm>
            <a:custGeom>
              <a:avLst/>
              <a:gdLst>
                <a:gd name="T0" fmla="*/ 2 w 244"/>
                <a:gd name="T1" fmla="*/ 3 h 426"/>
                <a:gd name="T2" fmla="*/ 2 w 244"/>
                <a:gd name="T3" fmla="*/ 3 h 426"/>
                <a:gd name="T4" fmla="*/ 2 w 244"/>
                <a:gd name="T5" fmla="*/ 3 h 426"/>
                <a:gd name="T6" fmla="*/ 2 w 244"/>
                <a:gd name="T7" fmla="*/ 3 h 426"/>
                <a:gd name="T8" fmla="*/ 2 w 244"/>
                <a:gd name="T9" fmla="*/ 2 h 426"/>
                <a:gd name="T10" fmla="*/ 2 w 244"/>
                <a:gd name="T11" fmla="*/ 2 h 426"/>
                <a:gd name="T12" fmla="*/ 2 w 244"/>
                <a:gd name="T13" fmla="*/ 2 h 426"/>
                <a:gd name="T14" fmla="*/ 2 w 244"/>
                <a:gd name="T15" fmla="*/ 2 h 426"/>
                <a:gd name="T16" fmla="*/ 1 w 244"/>
                <a:gd name="T17" fmla="*/ 1 h 426"/>
                <a:gd name="T18" fmla="*/ 1 w 244"/>
                <a:gd name="T19" fmla="*/ 1 h 426"/>
                <a:gd name="T20" fmla="*/ 1 w 244"/>
                <a:gd name="T21" fmla="*/ 1 h 426"/>
                <a:gd name="T22" fmla="*/ 1 w 244"/>
                <a:gd name="T23" fmla="*/ 1 h 426"/>
                <a:gd name="T24" fmla="*/ 1 w 244"/>
                <a:gd name="T25" fmla="*/ 0 h 426"/>
                <a:gd name="T26" fmla="*/ 1 w 244"/>
                <a:gd name="T27" fmla="*/ 0 h 426"/>
                <a:gd name="T28" fmla="*/ 1 w 244"/>
                <a:gd name="T29" fmla="*/ 0 h 426"/>
                <a:gd name="T30" fmla="*/ 0 w 244"/>
                <a:gd name="T31" fmla="*/ 0 h 426"/>
                <a:gd name="T32" fmla="*/ 0 w 244"/>
                <a:gd name="T33" fmla="*/ 0 h 426"/>
                <a:gd name="T34" fmla="*/ 0 w 244"/>
                <a:gd name="T35" fmla="*/ 0 h 426"/>
                <a:gd name="T36" fmla="*/ 0 w 244"/>
                <a:gd name="T37" fmla="*/ 0 h 426"/>
                <a:gd name="T38" fmla="*/ 0 w 244"/>
                <a:gd name="T39" fmla="*/ 0 h 426"/>
                <a:gd name="T40" fmla="*/ 0 w 244"/>
                <a:gd name="T41" fmla="*/ 0 h 426"/>
                <a:gd name="T42" fmla="*/ 1 w 244"/>
                <a:gd name="T43" fmla="*/ 0 h 426"/>
                <a:gd name="T44" fmla="*/ 1 w 244"/>
                <a:gd name="T45" fmla="*/ 0 h 426"/>
                <a:gd name="T46" fmla="*/ 1 w 244"/>
                <a:gd name="T47" fmla="*/ 0 h 426"/>
                <a:gd name="T48" fmla="*/ 1 w 244"/>
                <a:gd name="T49" fmla="*/ 1 h 426"/>
                <a:gd name="T50" fmla="*/ 1 w 244"/>
                <a:gd name="T51" fmla="*/ 1 h 426"/>
                <a:gd name="T52" fmla="*/ 1 w 244"/>
                <a:gd name="T53" fmla="*/ 1 h 426"/>
                <a:gd name="T54" fmla="*/ 1 w 244"/>
                <a:gd name="T55" fmla="*/ 1 h 426"/>
                <a:gd name="T56" fmla="*/ 1 w 244"/>
                <a:gd name="T57" fmla="*/ 2 h 426"/>
                <a:gd name="T58" fmla="*/ 2 w 244"/>
                <a:gd name="T59" fmla="*/ 2 h 426"/>
                <a:gd name="T60" fmla="*/ 2 w 244"/>
                <a:gd name="T61" fmla="*/ 2 h 426"/>
                <a:gd name="T62" fmla="*/ 2 w 244"/>
                <a:gd name="T63" fmla="*/ 2 h 426"/>
                <a:gd name="T64" fmla="*/ 2 w 244"/>
                <a:gd name="T65" fmla="*/ 3 h 426"/>
                <a:gd name="T66" fmla="*/ 2 w 244"/>
                <a:gd name="T67" fmla="*/ 3 h 426"/>
                <a:gd name="T68" fmla="*/ 2 w 244"/>
                <a:gd name="T69" fmla="*/ 3 h 426"/>
                <a:gd name="T70" fmla="*/ 2 w 244"/>
                <a:gd name="T71" fmla="*/ 3 h 426"/>
                <a:gd name="T72" fmla="*/ 2 w 244"/>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6"/>
                <a:gd name="T113" fmla="*/ 244 w 244"/>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6">
                  <a:moveTo>
                    <a:pt x="244" y="426"/>
                  </a:moveTo>
                  <a:lnTo>
                    <a:pt x="244" y="426"/>
                  </a:lnTo>
                  <a:lnTo>
                    <a:pt x="243" y="383"/>
                  </a:lnTo>
                  <a:lnTo>
                    <a:pt x="240" y="340"/>
                  </a:lnTo>
                  <a:lnTo>
                    <a:pt x="234" y="300"/>
                  </a:lnTo>
                  <a:lnTo>
                    <a:pt x="226" y="262"/>
                  </a:lnTo>
                  <a:lnTo>
                    <a:pt x="215" y="224"/>
                  </a:lnTo>
                  <a:lnTo>
                    <a:pt x="203" y="189"/>
                  </a:lnTo>
                  <a:lnTo>
                    <a:pt x="189" y="157"/>
                  </a:lnTo>
                  <a:lnTo>
                    <a:pt x="174" y="126"/>
                  </a:lnTo>
                  <a:lnTo>
                    <a:pt x="155" y="99"/>
                  </a:lnTo>
                  <a:lnTo>
                    <a:pt x="138" y="74"/>
                  </a:lnTo>
                  <a:lnTo>
                    <a:pt x="118" y="52"/>
                  </a:lnTo>
                  <a:lnTo>
                    <a:pt x="96" y="34"/>
                  </a:lnTo>
                  <a:lnTo>
                    <a:pt x="73" y="19"/>
                  </a:lnTo>
                  <a:lnTo>
                    <a:pt x="50" y="8"/>
                  </a:lnTo>
                  <a:lnTo>
                    <a:pt x="25" y="2"/>
                  </a:lnTo>
                  <a:lnTo>
                    <a:pt x="0" y="0"/>
                  </a:lnTo>
                  <a:lnTo>
                    <a:pt x="0" y="12"/>
                  </a:lnTo>
                  <a:lnTo>
                    <a:pt x="23" y="14"/>
                  </a:lnTo>
                  <a:lnTo>
                    <a:pt x="45" y="20"/>
                  </a:lnTo>
                  <a:lnTo>
                    <a:pt x="66" y="31"/>
                  </a:lnTo>
                  <a:lnTo>
                    <a:pt x="89" y="43"/>
                  </a:lnTo>
                  <a:lnTo>
                    <a:pt x="109" y="61"/>
                  </a:lnTo>
                  <a:lnTo>
                    <a:pt x="129" y="81"/>
                  </a:lnTo>
                  <a:lnTo>
                    <a:pt x="146" y="106"/>
                  </a:lnTo>
                  <a:lnTo>
                    <a:pt x="162" y="133"/>
                  </a:lnTo>
                  <a:lnTo>
                    <a:pt x="178" y="162"/>
                  </a:lnTo>
                  <a:lnTo>
                    <a:pt x="192" y="194"/>
                  </a:lnTo>
                  <a:lnTo>
                    <a:pt x="203" y="229"/>
                  </a:lnTo>
                  <a:lnTo>
                    <a:pt x="214" y="264"/>
                  </a:lnTo>
                  <a:lnTo>
                    <a:pt x="222" y="303"/>
                  </a:lnTo>
                  <a:lnTo>
                    <a:pt x="228" y="342"/>
                  </a:lnTo>
                  <a:lnTo>
                    <a:pt x="232" y="383"/>
                  </a:lnTo>
                  <a:lnTo>
                    <a:pt x="233" y="426"/>
                  </a:lnTo>
                  <a:lnTo>
                    <a:pt x="244"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0510" name="Freeform 56"/>
            <p:cNvSpPr>
              <a:spLocks/>
            </p:cNvSpPr>
            <p:nvPr/>
          </p:nvSpPr>
          <p:spPr bwMode="auto">
            <a:xfrm>
              <a:off x="964" y="1830"/>
              <a:ext cx="48" cy="85"/>
            </a:xfrm>
            <a:custGeom>
              <a:avLst/>
              <a:gdLst>
                <a:gd name="T0" fmla="*/ 0 w 244"/>
                <a:gd name="T1" fmla="*/ 3 h 424"/>
                <a:gd name="T2" fmla="*/ 0 w 244"/>
                <a:gd name="T3" fmla="*/ 3 h 424"/>
                <a:gd name="T4" fmla="*/ 0 w 244"/>
                <a:gd name="T5" fmla="*/ 3 h 424"/>
                <a:gd name="T6" fmla="*/ 0 w 244"/>
                <a:gd name="T7" fmla="*/ 3 h 424"/>
                <a:gd name="T8" fmla="*/ 1 w 244"/>
                <a:gd name="T9" fmla="*/ 3 h 424"/>
                <a:gd name="T10" fmla="*/ 1 w 244"/>
                <a:gd name="T11" fmla="*/ 3 h 424"/>
                <a:gd name="T12" fmla="*/ 1 w 244"/>
                <a:gd name="T13" fmla="*/ 3 h 424"/>
                <a:gd name="T14" fmla="*/ 1 w 244"/>
                <a:gd name="T15" fmla="*/ 3 h 424"/>
                <a:gd name="T16" fmla="*/ 1 w 244"/>
                <a:gd name="T17" fmla="*/ 3 h 424"/>
                <a:gd name="T18" fmla="*/ 1 w 244"/>
                <a:gd name="T19" fmla="*/ 2 h 424"/>
                <a:gd name="T20" fmla="*/ 1 w 244"/>
                <a:gd name="T21" fmla="*/ 2 h 424"/>
                <a:gd name="T22" fmla="*/ 2 w 244"/>
                <a:gd name="T23" fmla="*/ 2 h 424"/>
                <a:gd name="T24" fmla="*/ 2 w 244"/>
                <a:gd name="T25" fmla="*/ 2 h 424"/>
                <a:gd name="T26" fmla="*/ 2 w 244"/>
                <a:gd name="T27" fmla="*/ 1 h 424"/>
                <a:gd name="T28" fmla="*/ 2 w 244"/>
                <a:gd name="T29" fmla="*/ 1 h 424"/>
                <a:gd name="T30" fmla="*/ 2 w 244"/>
                <a:gd name="T31" fmla="*/ 1 h 424"/>
                <a:gd name="T32" fmla="*/ 2 w 244"/>
                <a:gd name="T33" fmla="*/ 0 h 424"/>
                <a:gd name="T34" fmla="*/ 2 w 244"/>
                <a:gd name="T35" fmla="*/ 0 h 424"/>
                <a:gd name="T36" fmla="*/ 2 w 244"/>
                <a:gd name="T37" fmla="*/ 0 h 424"/>
                <a:gd name="T38" fmla="*/ 2 w 244"/>
                <a:gd name="T39" fmla="*/ 0 h 424"/>
                <a:gd name="T40" fmla="*/ 2 w 244"/>
                <a:gd name="T41" fmla="*/ 1 h 424"/>
                <a:gd name="T42" fmla="*/ 2 w 244"/>
                <a:gd name="T43" fmla="*/ 1 h 424"/>
                <a:gd name="T44" fmla="*/ 2 w 244"/>
                <a:gd name="T45" fmla="*/ 1 h 424"/>
                <a:gd name="T46" fmla="*/ 2 w 244"/>
                <a:gd name="T47" fmla="*/ 2 h 424"/>
                <a:gd name="T48" fmla="*/ 1 w 244"/>
                <a:gd name="T49" fmla="*/ 2 h 424"/>
                <a:gd name="T50" fmla="*/ 1 w 244"/>
                <a:gd name="T51" fmla="*/ 2 h 424"/>
                <a:gd name="T52" fmla="*/ 1 w 244"/>
                <a:gd name="T53" fmla="*/ 2 h 424"/>
                <a:gd name="T54" fmla="*/ 1 w 244"/>
                <a:gd name="T55" fmla="*/ 3 h 424"/>
                <a:gd name="T56" fmla="*/ 1 w 244"/>
                <a:gd name="T57" fmla="*/ 3 h 424"/>
                <a:gd name="T58" fmla="*/ 1 w 244"/>
                <a:gd name="T59" fmla="*/ 3 h 424"/>
                <a:gd name="T60" fmla="*/ 1 w 244"/>
                <a:gd name="T61" fmla="*/ 3 h 424"/>
                <a:gd name="T62" fmla="*/ 1 w 244"/>
                <a:gd name="T63" fmla="*/ 3 h 424"/>
                <a:gd name="T64" fmla="*/ 0 w 244"/>
                <a:gd name="T65" fmla="*/ 3 h 424"/>
                <a:gd name="T66" fmla="*/ 0 w 244"/>
                <a:gd name="T67" fmla="*/ 3 h 424"/>
                <a:gd name="T68" fmla="*/ 0 w 244"/>
                <a:gd name="T69" fmla="*/ 3 h 424"/>
                <a:gd name="T70" fmla="*/ 0 w 244"/>
                <a:gd name="T71" fmla="*/ 3 h 424"/>
                <a:gd name="T72" fmla="*/ 0 w 244"/>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4"/>
                <a:gd name="T113" fmla="*/ 244 w 244"/>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4">
                  <a:moveTo>
                    <a:pt x="0" y="424"/>
                  </a:moveTo>
                  <a:lnTo>
                    <a:pt x="0" y="424"/>
                  </a:lnTo>
                  <a:lnTo>
                    <a:pt x="25" y="422"/>
                  </a:lnTo>
                  <a:lnTo>
                    <a:pt x="50" y="416"/>
                  </a:lnTo>
                  <a:lnTo>
                    <a:pt x="73" y="405"/>
                  </a:lnTo>
                  <a:lnTo>
                    <a:pt x="96" y="390"/>
                  </a:lnTo>
                  <a:lnTo>
                    <a:pt x="118" y="373"/>
                  </a:lnTo>
                  <a:lnTo>
                    <a:pt x="138" y="350"/>
                  </a:lnTo>
                  <a:lnTo>
                    <a:pt x="155" y="326"/>
                  </a:lnTo>
                  <a:lnTo>
                    <a:pt x="173" y="299"/>
                  </a:lnTo>
                  <a:lnTo>
                    <a:pt x="189" y="268"/>
                  </a:lnTo>
                  <a:lnTo>
                    <a:pt x="203" y="235"/>
                  </a:lnTo>
                  <a:lnTo>
                    <a:pt x="215" y="201"/>
                  </a:lnTo>
                  <a:lnTo>
                    <a:pt x="226" y="163"/>
                  </a:lnTo>
                  <a:lnTo>
                    <a:pt x="234" y="125"/>
                  </a:lnTo>
                  <a:lnTo>
                    <a:pt x="240" y="85"/>
                  </a:lnTo>
                  <a:lnTo>
                    <a:pt x="243" y="42"/>
                  </a:lnTo>
                  <a:lnTo>
                    <a:pt x="244" y="0"/>
                  </a:lnTo>
                  <a:lnTo>
                    <a:pt x="233" y="0"/>
                  </a:lnTo>
                  <a:lnTo>
                    <a:pt x="232" y="42"/>
                  </a:lnTo>
                  <a:lnTo>
                    <a:pt x="228" y="83"/>
                  </a:lnTo>
                  <a:lnTo>
                    <a:pt x="222" y="123"/>
                  </a:lnTo>
                  <a:lnTo>
                    <a:pt x="214" y="160"/>
                  </a:lnTo>
                  <a:lnTo>
                    <a:pt x="203" y="197"/>
                  </a:lnTo>
                  <a:lnTo>
                    <a:pt x="192" y="231"/>
                  </a:lnTo>
                  <a:lnTo>
                    <a:pt x="178" y="263"/>
                  </a:lnTo>
                  <a:lnTo>
                    <a:pt x="164" y="292"/>
                  </a:lnTo>
                  <a:lnTo>
                    <a:pt x="146" y="319"/>
                  </a:lnTo>
                  <a:lnTo>
                    <a:pt x="129" y="343"/>
                  </a:lnTo>
                  <a:lnTo>
                    <a:pt x="109" y="363"/>
                  </a:lnTo>
                  <a:lnTo>
                    <a:pt x="89" y="381"/>
                  </a:lnTo>
                  <a:lnTo>
                    <a:pt x="66" y="394"/>
                  </a:lnTo>
                  <a:lnTo>
                    <a:pt x="45" y="404"/>
                  </a:lnTo>
                  <a:lnTo>
                    <a:pt x="23" y="410"/>
                  </a:lnTo>
                  <a:lnTo>
                    <a:pt x="0" y="412"/>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0511" name="Freeform 57"/>
            <p:cNvSpPr>
              <a:spLocks/>
            </p:cNvSpPr>
            <p:nvPr/>
          </p:nvSpPr>
          <p:spPr bwMode="auto">
            <a:xfrm>
              <a:off x="915" y="1830"/>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1" y="42"/>
                  </a:lnTo>
                  <a:lnTo>
                    <a:pt x="4" y="85"/>
                  </a:lnTo>
                  <a:lnTo>
                    <a:pt x="10" y="125"/>
                  </a:lnTo>
                  <a:lnTo>
                    <a:pt x="19" y="163"/>
                  </a:lnTo>
                  <a:lnTo>
                    <a:pt x="29" y="201"/>
                  </a:lnTo>
                  <a:lnTo>
                    <a:pt x="41" y="235"/>
                  </a:lnTo>
                  <a:lnTo>
                    <a:pt x="55" y="268"/>
                  </a:lnTo>
                  <a:lnTo>
                    <a:pt x="71" y="299"/>
                  </a:lnTo>
                  <a:lnTo>
                    <a:pt x="89" y="326"/>
                  </a:lnTo>
                  <a:lnTo>
                    <a:pt x="106" y="350"/>
                  </a:lnTo>
                  <a:lnTo>
                    <a:pt x="126" y="373"/>
                  </a:lnTo>
                  <a:lnTo>
                    <a:pt x="149" y="390"/>
                  </a:lnTo>
                  <a:lnTo>
                    <a:pt x="171" y="405"/>
                  </a:lnTo>
                  <a:lnTo>
                    <a:pt x="194" y="416"/>
                  </a:lnTo>
                  <a:lnTo>
                    <a:pt x="219" y="422"/>
                  </a:lnTo>
                  <a:lnTo>
                    <a:pt x="245" y="424"/>
                  </a:lnTo>
                  <a:lnTo>
                    <a:pt x="245" y="412"/>
                  </a:lnTo>
                  <a:lnTo>
                    <a:pt x="221" y="410"/>
                  </a:lnTo>
                  <a:lnTo>
                    <a:pt x="199" y="404"/>
                  </a:lnTo>
                  <a:lnTo>
                    <a:pt x="178" y="394"/>
                  </a:lnTo>
                  <a:lnTo>
                    <a:pt x="156" y="381"/>
                  </a:lnTo>
                  <a:lnTo>
                    <a:pt x="136" y="363"/>
                  </a:lnTo>
                  <a:lnTo>
                    <a:pt x="116" y="343"/>
                  </a:lnTo>
                  <a:lnTo>
                    <a:pt x="98" y="319"/>
                  </a:lnTo>
                  <a:lnTo>
                    <a:pt x="81" y="292"/>
                  </a:lnTo>
                  <a:lnTo>
                    <a:pt x="67" y="263"/>
                  </a:lnTo>
                  <a:lnTo>
                    <a:pt x="52" y="231"/>
                  </a:lnTo>
                  <a:lnTo>
                    <a:pt x="41" y="197"/>
                  </a:lnTo>
                  <a:lnTo>
                    <a:pt x="30" y="160"/>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0512" name="Freeform 58"/>
            <p:cNvSpPr>
              <a:spLocks/>
            </p:cNvSpPr>
            <p:nvPr/>
          </p:nvSpPr>
          <p:spPr bwMode="auto">
            <a:xfrm>
              <a:off x="915" y="1745"/>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0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19" y="2"/>
                  </a:lnTo>
                  <a:lnTo>
                    <a:pt x="194" y="8"/>
                  </a:lnTo>
                  <a:lnTo>
                    <a:pt x="171" y="19"/>
                  </a:lnTo>
                  <a:lnTo>
                    <a:pt x="149" y="34"/>
                  </a:lnTo>
                  <a:lnTo>
                    <a:pt x="126" y="52"/>
                  </a:lnTo>
                  <a:lnTo>
                    <a:pt x="106" y="74"/>
                  </a:lnTo>
                  <a:lnTo>
                    <a:pt x="89" y="99"/>
                  </a:lnTo>
                  <a:lnTo>
                    <a:pt x="70" y="126"/>
                  </a:lnTo>
                  <a:lnTo>
                    <a:pt x="55" y="157"/>
                  </a:lnTo>
                  <a:lnTo>
                    <a:pt x="41" y="189"/>
                  </a:lnTo>
                  <a:lnTo>
                    <a:pt x="29" y="224"/>
                  </a:lnTo>
                  <a:lnTo>
                    <a:pt x="19" y="262"/>
                  </a:lnTo>
                  <a:lnTo>
                    <a:pt x="10" y="300"/>
                  </a:lnTo>
                  <a:lnTo>
                    <a:pt x="4" y="340"/>
                  </a:lnTo>
                  <a:lnTo>
                    <a:pt x="1" y="383"/>
                  </a:lnTo>
                  <a:lnTo>
                    <a:pt x="0" y="426"/>
                  </a:lnTo>
                  <a:lnTo>
                    <a:pt x="11" y="426"/>
                  </a:lnTo>
                  <a:lnTo>
                    <a:pt x="13" y="383"/>
                  </a:lnTo>
                  <a:lnTo>
                    <a:pt x="16" y="342"/>
                  </a:lnTo>
                  <a:lnTo>
                    <a:pt x="22" y="303"/>
                  </a:lnTo>
                  <a:lnTo>
                    <a:pt x="30" y="264"/>
                  </a:lnTo>
                  <a:lnTo>
                    <a:pt x="41" y="229"/>
                  </a:lnTo>
                  <a:lnTo>
                    <a:pt x="52" y="194"/>
                  </a:lnTo>
                  <a:lnTo>
                    <a:pt x="67" y="162"/>
                  </a:lnTo>
                  <a:lnTo>
                    <a:pt x="82" y="133"/>
                  </a:lnTo>
                  <a:lnTo>
                    <a:pt x="98" y="106"/>
                  </a:lnTo>
                  <a:lnTo>
                    <a:pt x="116" y="81"/>
                  </a:lnTo>
                  <a:lnTo>
                    <a:pt x="136" y="61"/>
                  </a:lnTo>
                  <a:lnTo>
                    <a:pt x="156" y="43"/>
                  </a:lnTo>
                  <a:lnTo>
                    <a:pt x="178" y="31"/>
                  </a:lnTo>
                  <a:lnTo>
                    <a:pt x="199" y="20"/>
                  </a:lnTo>
                  <a:lnTo>
                    <a:pt x="221"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0513" name="Freeform 59"/>
            <p:cNvSpPr>
              <a:spLocks/>
            </p:cNvSpPr>
            <p:nvPr/>
          </p:nvSpPr>
          <p:spPr bwMode="auto">
            <a:xfrm>
              <a:off x="1140" y="2087"/>
              <a:ext cx="49" cy="85"/>
            </a:xfrm>
            <a:custGeom>
              <a:avLst/>
              <a:gdLst>
                <a:gd name="T0" fmla="*/ 2 w 246"/>
                <a:gd name="T1" fmla="*/ 3 h 424"/>
                <a:gd name="T2" fmla="*/ 2 w 246"/>
                <a:gd name="T3" fmla="*/ 3 h 424"/>
                <a:gd name="T4" fmla="*/ 2 w 246"/>
                <a:gd name="T5" fmla="*/ 3 h 424"/>
                <a:gd name="T6" fmla="*/ 2 w 246"/>
                <a:gd name="T7" fmla="*/ 3 h 424"/>
                <a:gd name="T8" fmla="*/ 2 w 246"/>
                <a:gd name="T9" fmla="*/ 2 h 424"/>
                <a:gd name="T10" fmla="*/ 2 w 246"/>
                <a:gd name="T11" fmla="*/ 2 h 424"/>
                <a:gd name="T12" fmla="*/ 2 w 246"/>
                <a:gd name="T13" fmla="*/ 2 h 424"/>
                <a:gd name="T14" fmla="*/ 2 w 246"/>
                <a:gd name="T15" fmla="*/ 2 h 424"/>
                <a:gd name="T16" fmla="*/ 2 w 246"/>
                <a:gd name="T17" fmla="*/ 1 h 424"/>
                <a:gd name="T18" fmla="*/ 1 w 246"/>
                <a:gd name="T19" fmla="*/ 1 h 424"/>
                <a:gd name="T20" fmla="*/ 1 w 246"/>
                <a:gd name="T21" fmla="*/ 1 h 424"/>
                <a:gd name="T22" fmla="*/ 1 w 246"/>
                <a:gd name="T23" fmla="*/ 1 h 424"/>
                <a:gd name="T24" fmla="*/ 1 w 246"/>
                <a:gd name="T25" fmla="*/ 0 h 424"/>
                <a:gd name="T26" fmla="*/ 1 w 246"/>
                <a:gd name="T27" fmla="*/ 0 h 424"/>
                <a:gd name="T28" fmla="*/ 1 w 246"/>
                <a:gd name="T29" fmla="*/ 0 h 424"/>
                <a:gd name="T30" fmla="*/ 0 w 246"/>
                <a:gd name="T31" fmla="*/ 0 h 424"/>
                <a:gd name="T32" fmla="*/ 0 w 246"/>
                <a:gd name="T33" fmla="*/ 0 h 424"/>
                <a:gd name="T34" fmla="*/ 0 w 246"/>
                <a:gd name="T35" fmla="*/ 0 h 424"/>
                <a:gd name="T36" fmla="*/ 0 w 246"/>
                <a:gd name="T37" fmla="*/ 0 h 424"/>
                <a:gd name="T38" fmla="*/ 0 w 246"/>
                <a:gd name="T39" fmla="*/ 0 h 424"/>
                <a:gd name="T40" fmla="*/ 0 w 246"/>
                <a:gd name="T41" fmla="*/ 0 h 424"/>
                <a:gd name="T42" fmla="*/ 1 w 246"/>
                <a:gd name="T43" fmla="*/ 0 h 424"/>
                <a:gd name="T44" fmla="*/ 1 w 246"/>
                <a:gd name="T45" fmla="*/ 0 h 424"/>
                <a:gd name="T46" fmla="*/ 1 w 246"/>
                <a:gd name="T47" fmla="*/ 0 h 424"/>
                <a:gd name="T48" fmla="*/ 1 w 246"/>
                <a:gd name="T49" fmla="*/ 1 h 424"/>
                <a:gd name="T50" fmla="*/ 1 w 246"/>
                <a:gd name="T51" fmla="*/ 1 h 424"/>
                <a:gd name="T52" fmla="*/ 1 w 246"/>
                <a:gd name="T53" fmla="*/ 1 h 424"/>
                <a:gd name="T54" fmla="*/ 1 w 246"/>
                <a:gd name="T55" fmla="*/ 1 h 424"/>
                <a:gd name="T56" fmla="*/ 2 w 246"/>
                <a:gd name="T57" fmla="*/ 2 h 424"/>
                <a:gd name="T58" fmla="*/ 2 w 246"/>
                <a:gd name="T59" fmla="*/ 2 h 424"/>
                <a:gd name="T60" fmla="*/ 2 w 246"/>
                <a:gd name="T61" fmla="*/ 2 h 424"/>
                <a:gd name="T62" fmla="*/ 2 w 246"/>
                <a:gd name="T63" fmla="*/ 2 h 424"/>
                <a:gd name="T64" fmla="*/ 2 w 246"/>
                <a:gd name="T65" fmla="*/ 3 h 424"/>
                <a:gd name="T66" fmla="*/ 2 w 246"/>
                <a:gd name="T67" fmla="*/ 3 h 424"/>
                <a:gd name="T68" fmla="*/ 2 w 246"/>
                <a:gd name="T69" fmla="*/ 3 h 424"/>
                <a:gd name="T70" fmla="*/ 2 w 246"/>
                <a:gd name="T71" fmla="*/ 3 h 424"/>
                <a:gd name="T72" fmla="*/ 2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424"/>
                  </a:moveTo>
                  <a:lnTo>
                    <a:pt x="246" y="424"/>
                  </a:lnTo>
                  <a:lnTo>
                    <a:pt x="244" y="382"/>
                  </a:lnTo>
                  <a:lnTo>
                    <a:pt x="241" y="338"/>
                  </a:lnTo>
                  <a:lnTo>
                    <a:pt x="235" y="298"/>
                  </a:lnTo>
                  <a:lnTo>
                    <a:pt x="227" y="261"/>
                  </a:lnTo>
                  <a:lnTo>
                    <a:pt x="216" y="222"/>
                  </a:lnTo>
                  <a:lnTo>
                    <a:pt x="205" y="188"/>
                  </a:lnTo>
                  <a:lnTo>
                    <a:pt x="190" y="155"/>
                  </a:lnTo>
                  <a:lnTo>
                    <a:pt x="174" y="125"/>
                  </a:lnTo>
                  <a:lnTo>
                    <a:pt x="157" y="98"/>
                  </a:lnTo>
                  <a:lnTo>
                    <a:pt x="138" y="73"/>
                  </a:lnTo>
                  <a:lnTo>
                    <a:pt x="118" y="51"/>
                  </a:lnTo>
                  <a:lnTo>
                    <a:pt x="96" y="34"/>
                  </a:lnTo>
                  <a:lnTo>
                    <a:pt x="74" y="18"/>
                  </a:lnTo>
                  <a:lnTo>
                    <a:pt x="50" y="8"/>
                  </a:lnTo>
                  <a:lnTo>
                    <a:pt x="25" y="2"/>
                  </a:lnTo>
                  <a:lnTo>
                    <a:pt x="0" y="0"/>
                  </a:lnTo>
                  <a:lnTo>
                    <a:pt x="0" y="11"/>
                  </a:lnTo>
                  <a:lnTo>
                    <a:pt x="23" y="14"/>
                  </a:lnTo>
                  <a:lnTo>
                    <a:pt x="45" y="19"/>
                  </a:lnTo>
                  <a:lnTo>
                    <a:pt x="67" y="30"/>
                  </a:lnTo>
                  <a:lnTo>
                    <a:pt x="89" y="43"/>
                  </a:lnTo>
                  <a:lnTo>
                    <a:pt x="108" y="60"/>
                  </a:lnTo>
                  <a:lnTo>
                    <a:pt x="128" y="80"/>
                  </a:lnTo>
                  <a:lnTo>
                    <a:pt x="147" y="105"/>
                  </a:lnTo>
                  <a:lnTo>
                    <a:pt x="165" y="132"/>
                  </a:lnTo>
                  <a:lnTo>
                    <a:pt x="179" y="160"/>
                  </a:lnTo>
                  <a:lnTo>
                    <a:pt x="193" y="193"/>
                  </a:lnTo>
                  <a:lnTo>
                    <a:pt x="205" y="227"/>
                  </a:lnTo>
                  <a:lnTo>
                    <a:pt x="215" y="263"/>
                  </a:lnTo>
                  <a:lnTo>
                    <a:pt x="223" y="301"/>
                  </a:lnTo>
                  <a:lnTo>
                    <a:pt x="229" y="341"/>
                  </a:lnTo>
                  <a:lnTo>
                    <a:pt x="233" y="382"/>
                  </a:lnTo>
                  <a:lnTo>
                    <a:pt x="234" y="424"/>
                  </a:lnTo>
                  <a:lnTo>
                    <a:pt x="246"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0514" name="Freeform 60"/>
            <p:cNvSpPr>
              <a:spLocks/>
            </p:cNvSpPr>
            <p:nvPr/>
          </p:nvSpPr>
          <p:spPr bwMode="auto">
            <a:xfrm>
              <a:off x="1140" y="2172"/>
              <a:ext cx="49" cy="85"/>
            </a:xfrm>
            <a:custGeom>
              <a:avLst/>
              <a:gdLst>
                <a:gd name="T0" fmla="*/ 0 w 246"/>
                <a:gd name="T1" fmla="*/ 3 h 426"/>
                <a:gd name="T2" fmla="*/ 0 w 246"/>
                <a:gd name="T3" fmla="*/ 3 h 426"/>
                <a:gd name="T4" fmla="*/ 0 w 246"/>
                <a:gd name="T5" fmla="*/ 3 h 426"/>
                <a:gd name="T6" fmla="*/ 0 w 246"/>
                <a:gd name="T7" fmla="*/ 3 h 426"/>
                <a:gd name="T8" fmla="*/ 1 w 246"/>
                <a:gd name="T9" fmla="*/ 3 h 426"/>
                <a:gd name="T10" fmla="*/ 1 w 246"/>
                <a:gd name="T11" fmla="*/ 3 h 426"/>
                <a:gd name="T12" fmla="*/ 1 w 246"/>
                <a:gd name="T13" fmla="*/ 3 h 426"/>
                <a:gd name="T14" fmla="*/ 1 w 246"/>
                <a:gd name="T15" fmla="*/ 3 h 426"/>
                <a:gd name="T16" fmla="*/ 1 w 246"/>
                <a:gd name="T17" fmla="*/ 3 h 426"/>
                <a:gd name="T18" fmla="*/ 1 w 246"/>
                <a:gd name="T19" fmla="*/ 2 h 426"/>
                <a:gd name="T20" fmla="*/ 2 w 246"/>
                <a:gd name="T21" fmla="*/ 2 h 426"/>
                <a:gd name="T22" fmla="*/ 2 w 246"/>
                <a:gd name="T23" fmla="*/ 2 h 426"/>
                <a:gd name="T24" fmla="*/ 2 w 246"/>
                <a:gd name="T25" fmla="*/ 2 h 426"/>
                <a:gd name="T26" fmla="*/ 2 w 246"/>
                <a:gd name="T27" fmla="*/ 1 h 426"/>
                <a:gd name="T28" fmla="*/ 2 w 246"/>
                <a:gd name="T29" fmla="*/ 1 h 426"/>
                <a:gd name="T30" fmla="*/ 2 w 246"/>
                <a:gd name="T31" fmla="*/ 1 h 426"/>
                <a:gd name="T32" fmla="*/ 2 w 246"/>
                <a:gd name="T33" fmla="*/ 0 h 426"/>
                <a:gd name="T34" fmla="*/ 2 w 246"/>
                <a:gd name="T35" fmla="*/ 0 h 426"/>
                <a:gd name="T36" fmla="*/ 2 w 246"/>
                <a:gd name="T37" fmla="*/ 0 h 426"/>
                <a:gd name="T38" fmla="*/ 2 w 246"/>
                <a:gd name="T39" fmla="*/ 0 h 426"/>
                <a:gd name="T40" fmla="*/ 2 w 246"/>
                <a:gd name="T41" fmla="*/ 1 h 426"/>
                <a:gd name="T42" fmla="*/ 2 w 246"/>
                <a:gd name="T43" fmla="*/ 1 h 426"/>
                <a:gd name="T44" fmla="*/ 2 w 246"/>
                <a:gd name="T45" fmla="*/ 1 h 426"/>
                <a:gd name="T46" fmla="*/ 2 w 246"/>
                <a:gd name="T47" fmla="*/ 2 h 426"/>
                <a:gd name="T48" fmla="*/ 2 w 246"/>
                <a:gd name="T49" fmla="*/ 2 h 426"/>
                <a:gd name="T50" fmla="*/ 1 w 246"/>
                <a:gd name="T51" fmla="*/ 2 h 426"/>
                <a:gd name="T52" fmla="*/ 1 w 246"/>
                <a:gd name="T53" fmla="*/ 2 h 426"/>
                <a:gd name="T54" fmla="*/ 1 w 246"/>
                <a:gd name="T55" fmla="*/ 3 h 426"/>
                <a:gd name="T56" fmla="*/ 1 w 246"/>
                <a:gd name="T57" fmla="*/ 3 h 426"/>
                <a:gd name="T58" fmla="*/ 1 w 246"/>
                <a:gd name="T59" fmla="*/ 3 h 426"/>
                <a:gd name="T60" fmla="*/ 1 w 246"/>
                <a:gd name="T61" fmla="*/ 3 h 426"/>
                <a:gd name="T62" fmla="*/ 1 w 246"/>
                <a:gd name="T63" fmla="*/ 3 h 426"/>
                <a:gd name="T64" fmla="*/ 0 w 246"/>
                <a:gd name="T65" fmla="*/ 3 h 426"/>
                <a:gd name="T66" fmla="*/ 0 w 246"/>
                <a:gd name="T67" fmla="*/ 3 h 426"/>
                <a:gd name="T68" fmla="*/ 0 w 246"/>
                <a:gd name="T69" fmla="*/ 3 h 426"/>
                <a:gd name="T70" fmla="*/ 0 w 246"/>
                <a:gd name="T71" fmla="*/ 3 h 426"/>
                <a:gd name="T72" fmla="*/ 0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426"/>
                  </a:moveTo>
                  <a:lnTo>
                    <a:pt x="0" y="426"/>
                  </a:lnTo>
                  <a:lnTo>
                    <a:pt x="25" y="423"/>
                  </a:lnTo>
                  <a:lnTo>
                    <a:pt x="50" y="417"/>
                  </a:lnTo>
                  <a:lnTo>
                    <a:pt x="74" y="407"/>
                  </a:lnTo>
                  <a:lnTo>
                    <a:pt x="96" y="392"/>
                  </a:lnTo>
                  <a:lnTo>
                    <a:pt x="118" y="373"/>
                  </a:lnTo>
                  <a:lnTo>
                    <a:pt x="138" y="350"/>
                  </a:lnTo>
                  <a:lnTo>
                    <a:pt x="157" y="327"/>
                  </a:lnTo>
                  <a:lnTo>
                    <a:pt x="175" y="299"/>
                  </a:lnTo>
                  <a:lnTo>
                    <a:pt x="190" y="268"/>
                  </a:lnTo>
                  <a:lnTo>
                    <a:pt x="205" y="236"/>
                  </a:lnTo>
                  <a:lnTo>
                    <a:pt x="216" y="202"/>
                  </a:lnTo>
                  <a:lnTo>
                    <a:pt x="227" y="164"/>
                  </a:lnTo>
                  <a:lnTo>
                    <a:pt x="235" y="125"/>
                  </a:lnTo>
                  <a:lnTo>
                    <a:pt x="241" y="86"/>
                  </a:lnTo>
                  <a:lnTo>
                    <a:pt x="244" y="42"/>
                  </a:lnTo>
                  <a:lnTo>
                    <a:pt x="246" y="0"/>
                  </a:lnTo>
                  <a:lnTo>
                    <a:pt x="234" y="0"/>
                  </a:lnTo>
                  <a:lnTo>
                    <a:pt x="233" y="42"/>
                  </a:lnTo>
                  <a:lnTo>
                    <a:pt x="229" y="83"/>
                  </a:lnTo>
                  <a:lnTo>
                    <a:pt x="223" y="123"/>
                  </a:lnTo>
                  <a:lnTo>
                    <a:pt x="215" y="162"/>
                  </a:lnTo>
                  <a:lnTo>
                    <a:pt x="205" y="197"/>
                  </a:lnTo>
                  <a:lnTo>
                    <a:pt x="193" y="231"/>
                  </a:lnTo>
                  <a:lnTo>
                    <a:pt x="179" y="264"/>
                  </a:lnTo>
                  <a:lnTo>
                    <a:pt x="164" y="292"/>
                  </a:lnTo>
                  <a:lnTo>
                    <a:pt x="147" y="320"/>
                  </a:lnTo>
                  <a:lnTo>
                    <a:pt x="128" y="343"/>
                  </a:lnTo>
                  <a:lnTo>
                    <a:pt x="108" y="363"/>
                  </a:lnTo>
                  <a:lnTo>
                    <a:pt x="89" y="382"/>
                  </a:lnTo>
                  <a:lnTo>
                    <a:pt x="67" y="395"/>
                  </a:lnTo>
                  <a:lnTo>
                    <a:pt x="45" y="406"/>
                  </a:lnTo>
                  <a:lnTo>
                    <a:pt x="23" y="411"/>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0515" name="Freeform 61"/>
            <p:cNvSpPr>
              <a:spLocks/>
            </p:cNvSpPr>
            <p:nvPr/>
          </p:nvSpPr>
          <p:spPr bwMode="auto">
            <a:xfrm>
              <a:off x="1091" y="2172"/>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4" y="86"/>
                  </a:lnTo>
                  <a:lnTo>
                    <a:pt x="10" y="125"/>
                  </a:lnTo>
                  <a:lnTo>
                    <a:pt x="18" y="164"/>
                  </a:lnTo>
                  <a:lnTo>
                    <a:pt x="29" y="202"/>
                  </a:lnTo>
                  <a:lnTo>
                    <a:pt x="41" y="236"/>
                  </a:lnTo>
                  <a:lnTo>
                    <a:pt x="55" y="268"/>
                  </a:lnTo>
                  <a:lnTo>
                    <a:pt x="70" y="299"/>
                  </a:lnTo>
                  <a:lnTo>
                    <a:pt x="89" y="327"/>
                  </a:lnTo>
                  <a:lnTo>
                    <a:pt x="106" y="350"/>
                  </a:lnTo>
                  <a:lnTo>
                    <a:pt x="126" y="373"/>
                  </a:lnTo>
                  <a:lnTo>
                    <a:pt x="148" y="392"/>
                  </a:lnTo>
                  <a:lnTo>
                    <a:pt x="171" y="407"/>
                  </a:lnTo>
                  <a:lnTo>
                    <a:pt x="194" y="417"/>
                  </a:lnTo>
                  <a:lnTo>
                    <a:pt x="219" y="423"/>
                  </a:lnTo>
                  <a:lnTo>
                    <a:pt x="245" y="426"/>
                  </a:lnTo>
                  <a:lnTo>
                    <a:pt x="245" y="414"/>
                  </a:lnTo>
                  <a:lnTo>
                    <a:pt x="221" y="411"/>
                  </a:lnTo>
                  <a:lnTo>
                    <a:pt x="199" y="406"/>
                  </a:lnTo>
                  <a:lnTo>
                    <a:pt x="178" y="395"/>
                  </a:lnTo>
                  <a:lnTo>
                    <a:pt x="155" y="382"/>
                  </a:lnTo>
                  <a:lnTo>
                    <a:pt x="136" y="363"/>
                  </a:lnTo>
                  <a:lnTo>
                    <a:pt x="116" y="343"/>
                  </a:lnTo>
                  <a:lnTo>
                    <a:pt x="98" y="320"/>
                  </a:lnTo>
                  <a:lnTo>
                    <a:pt x="82" y="292"/>
                  </a:lnTo>
                  <a:lnTo>
                    <a:pt x="66" y="264"/>
                  </a:lnTo>
                  <a:lnTo>
                    <a:pt x="52" y="231"/>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0516" name="Freeform 62"/>
            <p:cNvSpPr>
              <a:spLocks/>
            </p:cNvSpPr>
            <p:nvPr/>
          </p:nvSpPr>
          <p:spPr bwMode="auto">
            <a:xfrm>
              <a:off x="1091" y="2087"/>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4" y="8"/>
                  </a:lnTo>
                  <a:lnTo>
                    <a:pt x="171" y="18"/>
                  </a:lnTo>
                  <a:lnTo>
                    <a:pt x="148" y="34"/>
                  </a:lnTo>
                  <a:lnTo>
                    <a:pt x="126" y="51"/>
                  </a:lnTo>
                  <a:lnTo>
                    <a:pt x="106" y="73"/>
                  </a:lnTo>
                  <a:lnTo>
                    <a:pt x="89" y="98"/>
                  </a:lnTo>
                  <a:lnTo>
                    <a:pt x="71" y="125"/>
                  </a:lnTo>
                  <a:lnTo>
                    <a:pt x="55" y="155"/>
                  </a:lnTo>
                  <a:lnTo>
                    <a:pt x="41" y="188"/>
                  </a:lnTo>
                  <a:lnTo>
                    <a:pt x="29" y="222"/>
                  </a:lnTo>
                  <a:lnTo>
                    <a:pt x="18" y="261"/>
                  </a:lnTo>
                  <a:lnTo>
                    <a:pt x="10" y="298"/>
                  </a:lnTo>
                  <a:lnTo>
                    <a:pt x="4" y="338"/>
                  </a:lnTo>
                  <a:lnTo>
                    <a:pt x="1" y="382"/>
                  </a:lnTo>
                  <a:lnTo>
                    <a:pt x="0" y="424"/>
                  </a:lnTo>
                  <a:lnTo>
                    <a:pt x="11" y="424"/>
                  </a:lnTo>
                  <a:lnTo>
                    <a:pt x="13" y="382"/>
                  </a:lnTo>
                  <a:lnTo>
                    <a:pt x="16" y="341"/>
                  </a:lnTo>
                  <a:lnTo>
                    <a:pt x="22" y="301"/>
                  </a:lnTo>
                  <a:lnTo>
                    <a:pt x="30" y="263"/>
                  </a:lnTo>
                  <a:lnTo>
                    <a:pt x="41" y="227"/>
                  </a:lnTo>
                  <a:lnTo>
                    <a:pt x="52" y="193"/>
                  </a:lnTo>
                  <a:lnTo>
                    <a:pt x="66" y="160"/>
                  </a:lnTo>
                  <a:lnTo>
                    <a:pt x="80" y="132"/>
                  </a:lnTo>
                  <a:lnTo>
                    <a:pt x="98" y="105"/>
                  </a:lnTo>
                  <a:lnTo>
                    <a:pt x="116" y="80"/>
                  </a:lnTo>
                  <a:lnTo>
                    <a:pt x="136" y="60"/>
                  </a:lnTo>
                  <a:lnTo>
                    <a:pt x="155" y="43"/>
                  </a:lnTo>
                  <a:lnTo>
                    <a:pt x="178" y="30"/>
                  </a:lnTo>
                  <a:lnTo>
                    <a:pt x="199" y="19"/>
                  </a:lnTo>
                  <a:lnTo>
                    <a:pt x="221" y="14"/>
                  </a:lnTo>
                  <a:lnTo>
                    <a:pt x="245" y="11"/>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0517" name="Freeform 63"/>
            <p:cNvSpPr>
              <a:spLocks/>
            </p:cNvSpPr>
            <p:nvPr/>
          </p:nvSpPr>
          <p:spPr bwMode="auto">
            <a:xfrm>
              <a:off x="1392" y="2118"/>
              <a:ext cx="49" cy="85"/>
            </a:xfrm>
            <a:custGeom>
              <a:avLst/>
              <a:gdLst>
                <a:gd name="T0" fmla="*/ 2 w 246"/>
                <a:gd name="T1" fmla="*/ 3 h 426"/>
                <a:gd name="T2" fmla="*/ 2 w 246"/>
                <a:gd name="T3" fmla="*/ 3 h 426"/>
                <a:gd name="T4" fmla="*/ 2 w 246"/>
                <a:gd name="T5" fmla="*/ 3 h 426"/>
                <a:gd name="T6" fmla="*/ 2 w 246"/>
                <a:gd name="T7" fmla="*/ 3 h 426"/>
                <a:gd name="T8" fmla="*/ 2 w 246"/>
                <a:gd name="T9" fmla="*/ 2 h 426"/>
                <a:gd name="T10" fmla="*/ 2 w 246"/>
                <a:gd name="T11" fmla="*/ 2 h 426"/>
                <a:gd name="T12" fmla="*/ 2 w 246"/>
                <a:gd name="T13" fmla="*/ 2 h 426"/>
                <a:gd name="T14" fmla="*/ 2 w 246"/>
                <a:gd name="T15" fmla="*/ 2 h 426"/>
                <a:gd name="T16" fmla="*/ 2 w 246"/>
                <a:gd name="T17" fmla="*/ 1 h 426"/>
                <a:gd name="T18" fmla="*/ 1 w 246"/>
                <a:gd name="T19" fmla="*/ 1 h 426"/>
                <a:gd name="T20" fmla="*/ 1 w 246"/>
                <a:gd name="T21" fmla="*/ 1 h 426"/>
                <a:gd name="T22" fmla="*/ 1 w 246"/>
                <a:gd name="T23" fmla="*/ 1 h 426"/>
                <a:gd name="T24" fmla="*/ 1 w 246"/>
                <a:gd name="T25" fmla="*/ 0 h 426"/>
                <a:gd name="T26" fmla="*/ 1 w 246"/>
                <a:gd name="T27" fmla="*/ 0 h 426"/>
                <a:gd name="T28" fmla="*/ 1 w 246"/>
                <a:gd name="T29" fmla="*/ 0 h 426"/>
                <a:gd name="T30" fmla="*/ 0 w 246"/>
                <a:gd name="T31" fmla="*/ 0 h 426"/>
                <a:gd name="T32" fmla="*/ 0 w 246"/>
                <a:gd name="T33" fmla="*/ 0 h 426"/>
                <a:gd name="T34" fmla="*/ 0 w 246"/>
                <a:gd name="T35" fmla="*/ 0 h 426"/>
                <a:gd name="T36" fmla="*/ 0 w 246"/>
                <a:gd name="T37" fmla="*/ 0 h 426"/>
                <a:gd name="T38" fmla="*/ 0 w 246"/>
                <a:gd name="T39" fmla="*/ 0 h 426"/>
                <a:gd name="T40" fmla="*/ 0 w 246"/>
                <a:gd name="T41" fmla="*/ 0 h 426"/>
                <a:gd name="T42" fmla="*/ 1 w 246"/>
                <a:gd name="T43" fmla="*/ 0 h 426"/>
                <a:gd name="T44" fmla="*/ 1 w 246"/>
                <a:gd name="T45" fmla="*/ 0 h 426"/>
                <a:gd name="T46" fmla="*/ 1 w 246"/>
                <a:gd name="T47" fmla="*/ 1 h 426"/>
                <a:gd name="T48" fmla="*/ 1 w 246"/>
                <a:gd name="T49" fmla="*/ 1 h 426"/>
                <a:gd name="T50" fmla="*/ 1 w 246"/>
                <a:gd name="T51" fmla="*/ 1 h 426"/>
                <a:gd name="T52" fmla="*/ 1 w 246"/>
                <a:gd name="T53" fmla="*/ 1 h 426"/>
                <a:gd name="T54" fmla="*/ 1 w 246"/>
                <a:gd name="T55" fmla="*/ 1 h 426"/>
                <a:gd name="T56" fmla="*/ 2 w 246"/>
                <a:gd name="T57" fmla="*/ 2 h 426"/>
                <a:gd name="T58" fmla="*/ 2 w 246"/>
                <a:gd name="T59" fmla="*/ 2 h 426"/>
                <a:gd name="T60" fmla="*/ 2 w 246"/>
                <a:gd name="T61" fmla="*/ 2 h 426"/>
                <a:gd name="T62" fmla="*/ 2 w 246"/>
                <a:gd name="T63" fmla="*/ 2 h 426"/>
                <a:gd name="T64" fmla="*/ 2 w 246"/>
                <a:gd name="T65" fmla="*/ 3 h 426"/>
                <a:gd name="T66" fmla="*/ 2 w 246"/>
                <a:gd name="T67" fmla="*/ 3 h 426"/>
                <a:gd name="T68" fmla="*/ 2 w 246"/>
                <a:gd name="T69" fmla="*/ 3 h 426"/>
                <a:gd name="T70" fmla="*/ 2 w 246"/>
                <a:gd name="T71" fmla="*/ 3 h 426"/>
                <a:gd name="T72" fmla="*/ 2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246" y="426"/>
                  </a:moveTo>
                  <a:lnTo>
                    <a:pt x="246" y="426"/>
                  </a:lnTo>
                  <a:lnTo>
                    <a:pt x="245" y="384"/>
                  </a:lnTo>
                  <a:lnTo>
                    <a:pt x="242" y="340"/>
                  </a:lnTo>
                  <a:lnTo>
                    <a:pt x="236" y="301"/>
                  </a:lnTo>
                  <a:lnTo>
                    <a:pt x="228" y="262"/>
                  </a:lnTo>
                  <a:lnTo>
                    <a:pt x="217" y="224"/>
                  </a:lnTo>
                  <a:lnTo>
                    <a:pt x="205" y="190"/>
                  </a:lnTo>
                  <a:lnTo>
                    <a:pt x="191" y="158"/>
                  </a:lnTo>
                  <a:lnTo>
                    <a:pt x="176" y="126"/>
                  </a:lnTo>
                  <a:lnTo>
                    <a:pt x="157" y="99"/>
                  </a:lnTo>
                  <a:lnTo>
                    <a:pt x="139" y="75"/>
                  </a:lnTo>
                  <a:lnTo>
                    <a:pt x="119" y="53"/>
                  </a:lnTo>
                  <a:lnTo>
                    <a:pt x="96" y="34"/>
                  </a:lnTo>
                  <a:lnTo>
                    <a:pt x="75" y="19"/>
                  </a:lnTo>
                  <a:lnTo>
                    <a:pt x="51" y="9"/>
                  </a:lnTo>
                  <a:lnTo>
                    <a:pt x="26" y="3"/>
                  </a:lnTo>
                  <a:lnTo>
                    <a:pt x="0" y="0"/>
                  </a:lnTo>
                  <a:lnTo>
                    <a:pt x="0" y="12"/>
                  </a:lnTo>
                  <a:lnTo>
                    <a:pt x="24" y="15"/>
                  </a:lnTo>
                  <a:lnTo>
                    <a:pt x="46" y="20"/>
                  </a:lnTo>
                  <a:lnTo>
                    <a:pt x="68" y="31"/>
                  </a:lnTo>
                  <a:lnTo>
                    <a:pt x="89" y="44"/>
                  </a:lnTo>
                  <a:lnTo>
                    <a:pt x="109" y="63"/>
                  </a:lnTo>
                  <a:lnTo>
                    <a:pt x="129" y="83"/>
                  </a:lnTo>
                  <a:lnTo>
                    <a:pt x="148" y="106"/>
                  </a:lnTo>
                  <a:lnTo>
                    <a:pt x="164" y="133"/>
                  </a:lnTo>
                  <a:lnTo>
                    <a:pt x="180" y="162"/>
                  </a:lnTo>
                  <a:lnTo>
                    <a:pt x="194" y="195"/>
                  </a:lnTo>
                  <a:lnTo>
                    <a:pt x="205" y="229"/>
                  </a:lnTo>
                  <a:lnTo>
                    <a:pt x="216" y="264"/>
                  </a:lnTo>
                  <a:lnTo>
                    <a:pt x="224" y="303"/>
                  </a:lnTo>
                  <a:lnTo>
                    <a:pt x="230" y="343"/>
                  </a:lnTo>
                  <a:lnTo>
                    <a:pt x="233" y="384"/>
                  </a:lnTo>
                  <a:lnTo>
                    <a:pt x="235" y="426"/>
                  </a:lnTo>
                  <a:lnTo>
                    <a:pt x="246"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0518" name="Freeform 64"/>
            <p:cNvSpPr>
              <a:spLocks/>
            </p:cNvSpPr>
            <p:nvPr/>
          </p:nvSpPr>
          <p:spPr bwMode="auto">
            <a:xfrm>
              <a:off x="1392" y="2203"/>
              <a:ext cx="49" cy="85"/>
            </a:xfrm>
            <a:custGeom>
              <a:avLst/>
              <a:gdLst>
                <a:gd name="T0" fmla="*/ 0 w 246"/>
                <a:gd name="T1" fmla="*/ 3 h 424"/>
                <a:gd name="T2" fmla="*/ 0 w 246"/>
                <a:gd name="T3" fmla="*/ 3 h 424"/>
                <a:gd name="T4" fmla="*/ 0 w 246"/>
                <a:gd name="T5" fmla="*/ 3 h 424"/>
                <a:gd name="T6" fmla="*/ 0 w 246"/>
                <a:gd name="T7" fmla="*/ 3 h 424"/>
                <a:gd name="T8" fmla="*/ 1 w 246"/>
                <a:gd name="T9" fmla="*/ 3 h 424"/>
                <a:gd name="T10" fmla="*/ 1 w 246"/>
                <a:gd name="T11" fmla="*/ 3 h 424"/>
                <a:gd name="T12" fmla="*/ 1 w 246"/>
                <a:gd name="T13" fmla="*/ 3 h 424"/>
                <a:gd name="T14" fmla="*/ 1 w 246"/>
                <a:gd name="T15" fmla="*/ 3 h 424"/>
                <a:gd name="T16" fmla="*/ 1 w 246"/>
                <a:gd name="T17" fmla="*/ 3 h 424"/>
                <a:gd name="T18" fmla="*/ 1 w 246"/>
                <a:gd name="T19" fmla="*/ 2 h 424"/>
                <a:gd name="T20" fmla="*/ 2 w 246"/>
                <a:gd name="T21" fmla="*/ 2 h 424"/>
                <a:gd name="T22" fmla="*/ 2 w 246"/>
                <a:gd name="T23" fmla="*/ 2 h 424"/>
                <a:gd name="T24" fmla="*/ 2 w 246"/>
                <a:gd name="T25" fmla="*/ 2 h 424"/>
                <a:gd name="T26" fmla="*/ 2 w 246"/>
                <a:gd name="T27" fmla="*/ 1 h 424"/>
                <a:gd name="T28" fmla="*/ 2 w 246"/>
                <a:gd name="T29" fmla="*/ 1 h 424"/>
                <a:gd name="T30" fmla="*/ 2 w 246"/>
                <a:gd name="T31" fmla="*/ 1 h 424"/>
                <a:gd name="T32" fmla="*/ 2 w 246"/>
                <a:gd name="T33" fmla="*/ 0 h 424"/>
                <a:gd name="T34" fmla="*/ 2 w 246"/>
                <a:gd name="T35" fmla="*/ 0 h 424"/>
                <a:gd name="T36" fmla="*/ 2 w 246"/>
                <a:gd name="T37" fmla="*/ 0 h 424"/>
                <a:gd name="T38" fmla="*/ 2 w 246"/>
                <a:gd name="T39" fmla="*/ 0 h 424"/>
                <a:gd name="T40" fmla="*/ 2 w 246"/>
                <a:gd name="T41" fmla="*/ 1 h 424"/>
                <a:gd name="T42" fmla="*/ 2 w 246"/>
                <a:gd name="T43" fmla="*/ 1 h 424"/>
                <a:gd name="T44" fmla="*/ 2 w 246"/>
                <a:gd name="T45" fmla="*/ 1 h 424"/>
                <a:gd name="T46" fmla="*/ 2 w 246"/>
                <a:gd name="T47" fmla="*/ 2 h 424"/>
                <a:gd name="T48" fmla="*/ 2 w 246"/>
                <a:gd name="T49" fmla="*/ 2 h 424"/>
                <a:gd name="T50" fmla="*/ 1 w 246"/>
                <a:gd name="T51" fmla="*/ 2 h 424"/>
                <a:gd name="T52" fmla="*/ 1 w 246"/>
                <a:gd name="T53" fmla="*/ 2 h 424"/>
                <a:gd name="T54" fmla="*/ 1 w 246"/>
                <a:gd name="T55" fmla="*/ 3 h 424"/>
                <a:gd name="T56" fmla="*/ 1 w 246"/>
                <a:gd name="T57" fmla="*/ 3 h 424"/>
                <a:gd name="T58" fmla="*/ 1 w 246"/>
                <a:gd name="T59" fmla="*/ 3 h 424"/>
                <a:gd name="T60" fmla="*/ 1 w 246"/>
                <a:gd name="T61" fmla="*/ 3 h 424"/>
                <a:gd name="T62" fmla="*/ 1 w 246"/>
                <a:gd name="T63" fmla="*/ 3 h 424"/>
                <a:gd name="T64" fmla="*/ 0 w 246"/>
                <a:gd name="T65" fmla="*/ 3 h 424"/>
                <a:gd name="T66" fmla="*/ 0 w 246"/>
                <a:gd name="T67" fmla="*/ 3 h 424"/>
                <a:gd name="T68" fmla="*/ 0 w 246"/>
                <a:gd name="T69" fmla="*/ 3 h 424"/>
                <a:gd name="T70" fmla="*/ 0 w 246"/>
                <a:gd name="T71" fmla="*/ 3 h 424"/>
                <a:gd name="T72" fmla="*/ 0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0" y="424"/>
                  </a:moveTo>
                  <a:lnTo>
                    <a:pt x="0" y="424"/>
                  </a:lnTo>
                  <a:lnTo>
                    <a:pt x="26" y="422"/>
                  </a:lnTo>
                  <a:lnTo>
                    <a:pt x="51" y="416"/>
                  </a:lnTo>
                  <a:lnTo>
                    <a:pt x="75" y="406"/>
                  </a:lnTo>
                  <a:lnTo>
                    <a:pt x="96" y="390"/>
                  </a:lnTo>
                  <a:lnTo>
                    <a:pt x="119" y="373"/>
                  </a:lnTo>
                  <a:lnTo>
                    <a:pt x="139" y="351"/>
                  </a:lnTo>
                  <a:lnTo>
                    <a:pt x="157" y="326"/>
                  </a:lnTo>
                  <a:lnTo>
                    <a:pt x="175" y="299"/>
                  </a:lnTo>
                  <a:lnTo>
                    <a:pt x="191" y="269"/>
                  </a:lnTo>
                  <a:lnTo>
                    <a:pt x="205" y="236"/>
                  </a:lnTo>
                  <a:lnTo>
                    <a:pt x="217" y="202"/>
                  </a:lnTo>
                  <a:lnTo>
                    <a:pt x="228" y="163"/>
                  </a:lnTo>
                  <a:lnTo>
                    <a:pt x="236" y="125"/>
                  </a:lnTo>
                  <a:lnTo>
                    <a:pt x="242" y="86"/>
                  </a:lnTo>
                  <a:lnTo>
                    <a:pt x="245" y="42"/>
                  </a:lnTo>
                  <a:lnTo>
                    <a:pt x="246" y="0"/>
                  </a:lnTo>
                  <a:lnTo>
                    <a:pt x="235" y="0"/>
                  </a:lnTo>
                  <a:lnTo>
                    <a:pt x="233" y="42"/>
                  </a:lnTo>
                  <a:lnTo>
                    <a:pt x="230" y="83"/>
                  </a:lnTo>
                  <a:lnTo>
                    <a:pt x="224" y="123"/>
                  </a:lnTo>
                  <a:lnTo>
                    <a:pt x="216" y="161"/>
                  </a:lnTo>
                  <a:lnTo>
                    <a:pt x="205" y="197"/>
                  </a:lnTo>
                  <a:lnTo>
                    <a:pt x="194" y="231"/>
                  </a:lnTo>
                  <a:lnTo>
                    <a:pt x="180" y="264"/>
                  </a:lnTo>
                  <a:lnTo>
                    <a:pt x="166" y="292"/>
                  </a:lnTo>
                  <a:lnTo>
                    <a:pt x="148" y="319"/>
                  </a:lnTo>
                  <a:lnTo>
                    <a:pt x="129" y="344"/>
                  </a:lnTo>
                  <a:lnTo>
                    <a:pt x="109" y="364"/>
                  </a:lnTo>
                  <a:lnTo>
                    <a:pt x="89" y="381"/>
                  </a:lnTo>
                  <a:lnTo>
                    <a:pt x="68" y="394"/>
                  </a:lnTo>
                  <a:lnTo>
                    <a:pt x="46" y="405"/>
                  </a:lnTo>
                  <a:lnTo>
                    <a:pt x="24" y="410"/>
                  </a:lnTo>
                  <a:lnTo>
                    <a:pt x="0" y="413"/>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0519" name="Freeform 65"/>
            <p:cNvSpPr>
              <a:spLocks/>
            </p:cNvSpPr>
            <p:nvPr/>
          </p:nvSpPr>
          <p:spPr bwMode="auto">
            <a:xfrm>
              <a:off x="1343" y="2203"/>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2" y="42"/>
                  </a:lnTo>
                  <a:lnTo>
                    <a:pt x="5" y="86"/>
                  </a:lnTo>
                  <a:lnTo>
                    <a:pt x="11" y="125"/>
                  </a:lnTo>
                  <a:lnTo>
                    <a:pt x="19" y="163"/>
                  </a:lnTo>
                  <a:lnTo>
                    <a:pt x="30" y="202"/>
                  </a:lnTo>
                  <a:lnTo>
                    <a:pt x="41" y="236"/>
                  </a:lnTo>
                  <a:lnTo>
                    <a:pt x="56" y="269"/>
                  </a:lnTo>
                  <a:lnTo>
                    <a:pt x="72" y="299"/>
                  </a:lnTo>
                  <a:lnTo>
                    <a:pt x="90" y="326"/>
                  </a:lnTo>
                  <a:lnTo>
                    <a:pt x="108" y="351"/>
                  </a:lnTo>
                  <a:lnTo>
                    <a:pt x="127" y="373"/>
                  </a:lnTo>
                  <a:lnTo>
                    <a:pt x="149" y="390"/>
                  </a:lnTo>
                  <a:lnTo>
                    <a:pt x="172" y="406"/>
                  </a:lnTo>
                  <a:lnTo>
                    <a:pt x="195" y="416"/>
                  </a:lnTo>
                  <a:lnTo>
                    <a:pt x="220" y="422"/>
                  </a:lnTo>
                  <a:lnTo>
                    <a:pt x="245" y="424"/>
                  </a:lnTo>
                  <a:lnTo>
                    <a:pt x="245" y="413"/>
                  </a:lnTo>
                  <a:lnTo>
                    <a:pt x="222" y="410"/>
                  </a:lnTo>
                  <a:lnTo>
                    <a:pt x="200" y="405"/>
                  </a:lnTo>
                  <a:lnTo>
                    <a:pt x="179" y="394"/>
                  </a:lnTo>
                  <a:lnTo>
                    <a:pt x="156" y="381"/>
                  </a:lnTo>
                  <a:lnTo>
                    <a:pt x="136" y="364"/>
                  </a:lnTo>
                  <a:lnTo>
                    <a:pt x="118" y="344"/>
                  </a:lnTo>
                  <a:lnTo>
                    <a:pt x="99" y="319"/>
                  </a:lnTo>
                  <a:lnTo>
                    <a:pt x="81" y="292"/>
                  </a:lnTo>
                  <a:lnTo>
                    <a:pt x="67" y="264"/>
                  </a:lnTo>
                  <a:lnTo>
                    <a:pt x="53" y="231"/>
                  </a:lnTo>
                  <a:lnTo>
                    <a:pt x="41" y="197"/>
                  </a:lnTo>
                  <a:lnTo>
                    <a:pt x="31" y="161"/>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0520" name="Freeform 66"/>
            <p:cNvSpPr>
              <a:spLocks/>
            </p:cNvSpPr>
            <p:nvPr/>
          </p:nvSpPr>
          <p:spPr bwMode="auto">
            <a:xfrm>
              <a:off x="1343" y="2118"/>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1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20" y="3"/>
                  </a:lnTo>
                  <a:lnTo>
                    <a:pt x="195" y="9"/>
                  </a:lnTo>
                  <a:lnTo>
                    <a:pt x="172" y="19"/>
                  </a:lnTo>
                  <a:lnTo>
                    <a:pt x="149" y="34"/>
                  </a:lnTo>
                  <a:lnTo>
                    <a:pt x="127" y="53"/>
                  </a:lnTo>
                  <a:lnTo>
                    <a:pt x="108" y="75"/>
                  </a:lnTo>
                  <a:lnTo>
                    <a:pt x="90" y="99"/>
                  </a:lnTo>
                  <a:lnTo>
                    <a:pt x="71" y="126"/>
                  </a:lnTo>
                  <a:lnTo>
                    <a:pt x="56" y="158"/>
                  </a:lnTo>
                  <a:lnTo>
                    <a:pt x="41" y="190"/>
                  </a:lnTo>
                  <a:lnTo>
                    <a:pt x="30" y="224"/>
                  </a:lnTo>
                  <a:lnTo>
                    <a:pt x="19" y="262"/>
                  </a:lnTo>
                  <a:lnTo>
                    <a:pt x="11" y="301"/>
                  </a:lnTo>
                  <a:lnTo>
                    <a:pt x="5" y="340"/>
                  </a:lnTo>
                  <a:lnTo>
                    <a:pt x="2" y="384"/>
                  </a:lnTo>
                  <a:lnTo>
                    <a:pt x="0" y="426"/>
                  </a:lnTo>
                  <a:lnTo>
                    <a:pt x="12" y="426"/>
                  </a:lnTo>
                  <a:lnTo>
                    <a:pt x="13" y="384"/>
                  </a:lnTo>
                  <a:lnTo>
                    <a:pt x="17" y="343"/>
                  </a:lnTo>
                  <a:lnTo>
                    <a:pt x="23" y="303"/>
                  </a:lnTo>
                  <a:lnTo>
                    <a:pt x="31" y="264"/>
                  </a:lnTo>
                  <a:lnTo>
                    <a:pt x="41" y="229"/>
                  </a:lnTo>
                  <a:lnTo>
                    <a:pt x="53" y="195"/>
                  </a:lnTo>
                  <a:lnTo>
                    <a:pt x="67" y="162"/>
                  </a:lnTo>
                  <a:lnTo>
                    <a:pt x="82" y="133"/>
                  </a:lnTo>
                  <a:lnTo>
                    <a:pt x="99" y="106"/>
                  </a:lnTo>
                  <a:lnTo>
                    <a:pt x="118" y="83"/>
                  </a:lnTo>
                  <a:lnTo>
                    <a:pt x="136" y="63"/>
                  </a:lnTo>
                  <a:lnTo>
                    <a:pt x="156" y="44"/>
                  </a:lnTo>
                  <a:lnTo>
                    <a:pt x="179" y="31"/>
                  </a:lnTo>
                  <a:lnTo>
                    <a:pt x="200" y="20"/>
                  </a:lnTo>
                  <a:lnTo>
                    <a:pt x="222" y="15"/>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0521" name="Freeform 67"/>
            <p:cNvSpPr>
              <a:spLocks/>
            </p:cNvSpPr>
            <p:nvPr/>
          </p:nvSpPr>
          <p:spPr bwMode="auto">
            <a:xfrm>
              <a:off x="1384" y="1859"/>
              <a:ext cx="49" cy="84"/>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1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3" y="382"/>
                  </a:lnTo>
                  <a:lnTo>
                    <a:pt x="240" y="339"/>
                  </a:lnTo>
                  <a:lnTo>
                    <a:pt x="234" y="299"/>
                  </a:lnTo>
                  <a:lnTo>
                    <a:pt x="226" y="261"/>
                  </a:lnTo>
                  <a:lnTo>
                    <a:pt x="215" y="222"/>
                  </a:lnTo>
                  <a:lnTo>
                    <a:pt x="204" y="188"/>
                  </a:lnTo>
                  <a:lnTo>
                    <a:pt x="189" y="156"/>
                  </a:lnTo>
                  <a:lnTo>
                    <a:pt x="173" y="125"/>
                  </a:lnTo>
                  <a:lnTo>
                    <a:pt x="155" y="98"/>
                  </a:lnTo>
                  <a:lnTo>
                    <a:pt x="138" y="74"/>
                  </a:lnTo>
                  <a:lnTo>
                    <a:pt x="118" y="51"/>
                  </a:lnTo>
                  <a:lnTo>
                    <a:pt x="96" y="34"/>
                  </a:lnTo>
                  <a:lnTo>
                    <a:pt x="73" y="18"/>
                  </a:lnTo>
                  <a:lnTo>
                    <a:pt x="50" y="8"/>
                  </a:lnTo>
                  <a:lnTo>
                    <a:pt x="25" y="2"/>
                  </a:lnTo>
                  <a:lnTo>
                    <a:pt x="0" y="0"/>
                  </a:lnTo>
                  <a:lnTo>
                    <a:pt x="0" y="11"/>
                  </a:lnTo>
                  <a:lnTo>
                    <a:pt x="23" y="14"/>
                  </a:lnTo>
                  <a:lnTo>
                    <a:pt x="45" y="20"/>
                  </a:lnTo>
                  <a:lnTo>
                    <a:pt x="66" y="30"/>
                  </a:lnTo>
                  <a:lnTo>
                    <a:pt x="89" y="43"/>
                  </a:lnTo>
                  <a:lnTo>
                    <a:pt x="109" y="61"/>
                  </a:lnTo>
                  <a:lnTo>
                    <a:pt x="129" y="81"/>
                  </a:lnTo>
                  <a:lnTo>
                    <a:pt x="146" y="105"/>
                  </a:lnTo>
                  <a:lnTo>
                    <a:pt x="164" y="132"/>
                  </a:lnTo>
                  <a:lnTo>
                    <a:pt x="178" y="160"/>
                  </a:lnTo>
                  <a:lnTo>
                    <a:pt x="192" y="193"/>
                  </a:lnTo>
                  <a:lnTo>
                    <a:pt x="204" y="227"/>
                  </a:lnTo>
                  <a:lnTo>
                    <a:pt x="214" y="264"/>
                  </a:lnTo>
                  <a:lnTo>
                    <a:pt x="222" y="301"/>
                  </a:lnTo>
                  <a:lnTo>
                    <a:pt x="228"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0522" name="Freeform 68"/>
            <p:cNvSpPr>
              <a:spLocks/>
            </p:cNvSpPr>
            <p:nvPr/>
          </p:nvSpPr>
          <p:spPr bwMode="auto">
            <a:xfrm>
              <a:off x="1384" y="1943"/>
              <a:ext cx="49" cy="86"/>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5" y="423"/>
                  </a:lnTo>
                  <a:lnTo>
                    <a:pt x="50" y="418"/>
                  </a:lnTo>
                  <a:lnTo>
                    <a:pt x="73" y="407"/>
                  </a:lnTo>
                  <a:lnTo>
                    <a:pt x="96" y="392"/>
                  </a:lnTo>
                  <a:lnTo>
                    <a:pt x="118" y="374"/>
                  </a:lnTo>
                  <a:lnTo>
                    <a:pt x="138" y="352"/>
                  </a:lnTo>
                  <a:lnTo>
                    <a:pt x="155" y="327"/>
                  </a:lnTo>
                  <a:lnTo>
                    <a:pt x="174" y="300"/>
                  </a:lnTo>
                  <a:lnTo>
                    <a:pt x="189" y="269"/>
                  </a:lnTo>
                  <a:lnTo>
                    <a:pt x="204" y="237"/>
                  </a:lnTo>
                  <a:lnTo>
                    <a:pt x="215" y="202"/>
                  </a:lnTo>
                  <a:lnTo>
                    <a:pt x="226" y="164"/>
                  </a:lnTo>
                  <a:lnTo>
                    <a:pt x="234" y="126"/>
                  </a:lnTo>
                  <a:lnTo>
                    <a:pt x="240" y="86"/>
                  </a:lnTo>
                  <a:lnTo>
                    <a:pt x="243" y="42"/>
                  </a:lnTo>
                  <a:lnTo>
                    <a:pt x="245" y="0"/>
                  </a:lnTo>
                  <a:lnTo>
                    <a:pt x="233" y="0"/>
                  </a:lnTo>
                  <a:lnTo>
                    <a:pt x="232" y="42"/>
                  </a:lnTo>
                  <a:lnTo>
                    <a:pt x="228" y="83"/>
                  </a:lnTo>
                  <a:lnTo>
                    <a:pt x="222" y="123"/>
                  </a:lnTo>
                  <a:lnTo>
                    <a:pt x="214" y="162"/>
                  </a:lnTo>
                  <a:lnTo>
                    <a:pt x="204" y="197"/>
                  </a:lnTo>
                  <a:lnTo>
                    <a:pt x="192" y="232"/>
                  </a:lnTo>
                  <a:lnTo>
                    <a:pt x="178" y="264"/>
                  </a:lnTo>
                  <a:lnTo>
                    <a:pt x="163" y="293"/>
                  </a:lnTo>
                  <a:lnTo>
                    <a:pt x="146" y="320"/>
                  </a:lnTo>
                  <a:lnTo>
                    <a:pt x="129" y="345"/>
                  </a:lnTo>
                  <a:lnTo>
                    <a:pt x="109" y="365"/>
                  </a:lnTo>
                  <a:lnTo>
                    <a:pt x="89" y="382"/>
                  </a:lnTo>
                  <a:lnTo>
                    <a:pt x="66" y="395"/>
                  </a:lnTo>
                  <a:lnTo>
                    <a:pt x="45" y="406"/>
                  </a:lnTo>
                  <a:lnTo>
                    <a:pt x="23"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0523" name="Freeform 69"/>
            <p:cNvSpPr>
              <a:spLocks/>
            </p:cNvSpPr>
            <p:nvPr/>
          </p:nvSpPr>
          <p:spPr bwMode="auto">
            <a:xfrm>
              <a:off x="1335" y="1943"/>
              <a:ext cx="49" cy="86"/>
            </a:xfrm>
            <a:custGeom>
              <a:avLst/>
              <a:gdLst>
                <a:gd name="T0" fmla="*/ 0 w 246"/>
                <a:gd name="T1" fmla="*/ 0 h 426"/>
                <a:gd name="T2" fmla="*/ 0 w 246"/>
                <a:gd name="T3" fmla="*/ 0 h 426"/>
                <a:gd name="T4" fmla="*/ 0 w 246"/>
                <a:gd name="T5" fmla="*/ 0 h 426"/>
                <a:gd name="T6" fmla="*/ 0 w 246"/>
                <a:gd name="T7" fmla="*/ 1 h 426"/>
                <a:gd name="T8" fmla="*/ 0 w 246"/>
                <a:gd name="T9" fmla="*/ 1 h 426"/>
                <a:gd name="T10" fmla="*/ 0 w 246"/>
                <a:gd name="T11" fmla="*/ 1 h 426"/>
                <a:gd name="T12" fmla="*/ 0 w 246"/>
                <a:gd name="T13" fmla="*/ 2 h 426"/>
                <a:gd name="T14" fmla="*/ 0 w 246"/>
                <a:gd name="T15" fmla="*/ 2 h 426"/>
                <a:gd name="T16" fmla="*/ 0 w 246"/>
                <a:gd name="T17" fmla="*/ 2 h 426"/>
                <a:gd name="T18" fmla="*/ 1 w 246"/>
                <a:gd name="T19" fmla="*/ 2 h 426"/>
                <a:gd name="T20" fmla="*/ 1 w 246"/>
                <a:gd name="T21" fmla="*/ 3 h 426"/>
                <a:gd name="T22" fmla="*/ 1 w 246"/>
                <a:gd name="T23" fmla="*/ 3 h 426"/>
                <a:gd name="T24" fmla="*/ 1 w 246"/>
                <a:gd name="T25" fmla="*/ 3 h 426"/>
                <a:gd name="T26" fmla="*/ 1 w 246"/>
                <a:gd name="T27" fmla="*/ 3 h 426"/>
                <a:gd name="T28" fmla="*/ 1 w 246"/>
                <a:gd name="T29" fmla="*/ 3 h 426"/>
                <a:gd name="T30" fmla="*/ 2 w 246"/>
                <a:gd name="T31" fmla="*/ 3 h 426"/>
                <a:gd name="T32" fmla="*/ 2 w 246"/>
                <a:gd name="T33" fmla="*/ 3 h 426"/>
                <a:gd name="T34" fmla="*/ 2 w 246"/>
                <a:gd name="T35" fmla="*/ 3 h 426"/>
                <a:gd name="T36" fmla="*/ 2 w 246"/>
                <a:gd name="T37" fmla="*/ 3 h 426"/>
                <a:gd name="T38" fmla="*/ 2 w 246"/>
                <a:gd name="T39" fmla="*/ 3 h 426"/>
                <a:gd name="T40" fmla="*/ 2 w 246"/>
                <a:gd name="T41" fmla="*/ 3 h 426"/>
                <a:gd name="T42" fmla="*/ 1 w 246"/>
                <a:gd name="T43" fmla="*/ 3 h 426"/>
                <a:gd name="T44" fmla="*/ 1 w 246"/>
                <a:gd name="T45" fmla="*/ 3 h 426"/>
                <a:gd name="T46" fmla="*/ 1 w 246"/>
                <a:gd name="T47" fmla="*/ 3 h 426"/>
                <a:gd name="T48" fmla="*/ 1 w 246"/>
                <a:gd name="T49" fmla="*/ 3 h 426"/>
                <a:gd name="T50" fmla="*/ 1 w 246"/>
                <a:gd name="T51" fmla="*/ 3 h 426"/>
                <a:gd name="T52" fmla="*/ 1 w 246"/>
                <a:gd name="T53" fmla="*/ 2 h 426"/>
                <a:gd name="T54" fmla="*/ 1 w 246"/>
                <a:gd name="T55" fmla="*/ 2 h 426"/>
                <a:gd name="T56" fmla="*/ 0 w 246"/>
                <a:gd name="T57" fmla="*/ 2 h 426"/>
                <a:gd name="T58" fmla="*/ 0 w 246"/>
                <a:gd name="T59" fmla="*/ 2 h 426"/>
                <a:gd name="T60" fmla="*/ 0 w 246"/>
                <a:gd name="T61" fmla="*/ 1 h 426"/>
                <a:gd name="T62" fmla="*/ 0 w 246"/>
                <a:gd name="T63" fmla="*/ 1 h 426"/>
                <a:gd name="T64" fmla="*/ 0 w 246"/>
                <a:gd name="T65" fmla="*/ 1 h 426"/>
                <a:gd name="T66" fmla="*/ 0 w 246"/>
                <a:gd name="T67" fmla="*/ 0 h 426"/>
                <a:gd name="T68" fmla="*/ 0 w 246"/>
                <a:gd name="T69" fmla="*/ 0 h 426"/>
                <a:gd name="T70" fmla="*/ 0 w 246"/>
                <a:gd name="T71" fmla="*/ 0 h 426"/>
                <a:gd name="T72" fmla="*/ 0 w 246"/>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0"/>
                  </a:moveTo>
                  <a:lnTo>
                    <a:pt x="0" y="0"/>
                  </a:lnTo>
                  <a:lnTo>
                    <a:pt x="1" y="42"/>
                  </a:lnTo>
                  <a:lnTo>
                    <a:pt x="4" y="86"/>
                  </a:lnTo>
                  <a:lnTo>
                    <a:pt x="10" y="126"/>
                  </a:lnTo>
                  <a:lnTo>
                    <a:pt x="18" y="164"/>
                  </a:lnTo>
                  <a:lnTo>
                    <a:pt x="29" y="202"/>
                  </a:lnTo>
                  <a:lnTo>
                    <a:pt x="41" y="237"/>
                  </a:lnTo>
                  <a:lnTo>
                    <a:pt x="55" y="269"/>
                  </a:lnTo>
                  <a:lnTo>
                    <a:pt x="71" y="300"/>
                  </a:lnTo>
                  <a:lnTo>
                    <a:pt x="89" y="327"/>
                  </a:lnTo>
                  <a:lnTo>
                    <a:pt x="107" y="352"/>
                  </a:lnTo>
                  <a:lnTo>
                    <a:pt x="127" y="374"/>
                  </a:lnTo>
                  <a:lnTo>
                    <a:pt x="150" y="392"/>
                  </a:lnTo>
                  <a:lnTo>
                    <a:pt x="171" y="407"/>
                  </a:lnTo>
                  <a:lnTo>
                    <a:pt x="195" y="418"/>
                  </a:lnTo>
                  <a:lnTo>
                    <a:pt x="220" y="423"/>
                  </a:lnTo>
                  <a:lnTo>
                    <a:pt x="246" y="426"/>
                  </a:lnTo>
                  <a:lnTo>
                    <a:pt x="246" y="414"/>
                  </a:lnTo>
                  <a:lnTo>
                    <a:pt x="222" y="412"/>
                  </a:lnTo>
                  <a:lnTo>
                    <a:pt x="200" y="406"/>
                  </a:lnTo>
                  <a:lnTo>
                    <a:pt x="178" y="395"/>
                  </a:lnTo>
                  <a:lnTo>
                    <a:pt x="157" y="382"/>
                  </a:lnTo>
                  <a:lnTo>
                    <a:pt x="137" y="365"/>
                  </a:lnTo>
                  <a:lnTo>
                    <a:pt x="117" y="345"/>
                  </a:lnTo>
                  <a:lnTo>
                    <a:pt x="98" y="320"/>
                  </a:lnTo>
                  <a:lnTo>
                    <a:pt x="83" y="293"/>
                  </a:lnTo>
                  <a:lnTo>
                    <a:pt x="66" y="264"/>
                  </a:lnTo>
                  <a:lnTo>
                    <a:pt x="52" y="232"/>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0524" name="Freeform 70"/>
            <p:cNvSpPr>
              <a:spLocks/>
            </p:cNvSpPr>
            <p:nvPr/>
          </p:nvSpPr>
          <p:spPr bwMode="auto">
            <a:xfrm>
              <a:off x="1335" y="1859"/>
              <a:ext cx="49" cy="84"/>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1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0" y="2"/>
                  </a:lnTo>
                  <a:lnTo>
                    <a:pt x="195" y="8"/>
                  </a:lnTo>
                  <a:lnTo>
                    <a:pt x="171" y="18"/>
                  </a:lnTo>
                  <a:lnTo>
                    <a:pt x="150" y="34"/>
                  </a:lnTo>
                  <a:lnTo>
                    <a:pt x="127" y="51"/>
                  </a:lnTo>
                  <a:lnTo>
                    <a:pt x="107" y="74"/>
                  </a:lnTo>
                  <a:lnTo>
                    <a:pt x="89" y="98"/>
                  </a:lnTo>
                  <a:lnTo>
                    <a:pt x="72" y="125"/>
                  </a:lnTo>
                  <a:lnTo>
                    <a:pt x="55" y="156"/>
                  </a:lnTo>
                  <a:lnTo>
                    <a:pt x="41" y="188"/>
                  </a:lnTo>
                  <a:lnTo>
                    <a:pt x="29" y="222"/>
                  </a:lnTo>
                  <a:lnTo>
                    <a:pt x="18" y="261"/>
                  </a:lnTo>
                  <a:lnTo>
                    <a:pt x="10" y="299"/>
                  </a:lnTo>
                  <a:lnTo>
                    <a:pt x="4" y="339"/>
                  </a:lnTo>
                  <a:lnTo>
                    <a:pt x="1" y="382"/>
                  </a:lnTo>
                  <a:lnTo>
                    <a:pt x="0" y="424"/>
                  </a:lnTo>
                  <a:lnTo>
                    <a:pt x="11" y="424"/>
                  </a:lnTo>
                  <a:lnTo>
                    <a:pt x="13" y="382"/>
                  </a:lnTo>
                  <a:lnTo>
                    <a:pt x="16" y="341"/>
                  </a:lnTo>
                  <a:lnTo>
                    <a:pt x="22" y="301"/>
                  </a:lnTo>
                  <a:lnTo>
                    <a:pt x="30" y="264"/>
                  </a:lnTo>
                  <a:lnTo>
                    <a:pt x="41" y="227"/>
                  </a:lnTo>
                  <a:lnTo>
                    <a:pt x="52" y="193"/>
                  </a:lnTo>
                  <a:lnTo>
                    <a:pt x="66" y="160"/>
                  </a:lnTo>
                  <a:lnTo>
                    <a:pt x="82" y="132"/>
                  </a:lnTo>
                  <a:lnTo>
                    <a:pt x="98" y="105"/>
                  </a:lnTo>
                  <a:lnTo>
                    <a:pt x="117" y="81"/>
                  </a:lnTo>
                  <a:lnTo>
                    <a:pt x="137" y="61"/>
                  </a:lnTo>
                  <a:lnTo>
                    <a:pt x="157" y="43"/>
                  </a:lnTo>
                  <a:lnTo>
                    <a:pt x="178" y="30"/>
                  </a:lnTo>
                  <a:lnTo>
                    <a:pt x="200" y="20"/>
                  </a:lnTo>
                  <a:lnTo>
                    <a:pt x="222" y="14"/>
                  </a:lnTo>
                  <a:lnTo>
                    <a:pt x="246" y="11"/>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0525" name="Freeform 71"/>
            <p:cNvSpPr>
              <a:spLocks/>
            </p:cNvSpPr>
            <p:nvPr/>
          </p:nvSpPr>
          <p:spPr bwMode="auto">
            <a:xfrm>
              <a:off x="1552" y="1751"/>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1" y="339"/>
                  </a:lnTo>
                  <a:lnTo>
                    <a:pt x="235" y="299"/>
                  </a:lnTo>
                  <a:lnTo>
                    <a:pt x="226" y="261"/>
                  </a:lnTo>
                  <a:lnTo>
                    <a:pt x="216" y="223"/>
                  </a:lnTo>
                  <a:lnTo>
                    <a:pt x="204" y="189"/>
                  </a:lnTo>
                  <a:lnTo>
                    <a:pt x="190" y="156"/>
                  </a:lnTo>
                  <a:lnTo>
                    <a:pt x="174" y="125"/>
                  </a:lnTo>
                  <a:lnTo>
                    <a:pt x="156" y="98"/>
                  </a:lnTo>
                  <a:lnTo>
                    <a:pt x="137" y="74"/>
                  </a:lnTo>
                  <a:lnTo>
                    <a:pt x="119" y="52"/>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8" y="81"/>
                  </a:lnTo>
                  <a:lnTo>
                    <a:pt x="147" y="105"/>
                  </a:lnTo>
                  <a:lnTo>
                    <a:pt x="164" y="132"/>
                  </a:lnTo>
                  <a:lnTo>
                    <a:pt x="178" y="161"/>
                  </a:lnTo>
                  <a:lnTo>
                    <a:pt x="193" y="193"/>
                  </a:lnTo>
                  <a:lnTo>
                    <a:pt x="204" y="227"/>
                  </a:lnTo>
                  <a:lnTo>
                    <a:pt x="215" y="264"/>
                  </a:lnTo>
                  <a:lnTo>
                    <a:pt x="223" y="301"/>
                  </a:lnTo>
                  <a:lnTo>
                    <a:pt x="229" y="341"/>
                  </a:lnTo>
                  <a:lnTo>
                    <a:pt x="232" y="382"/>
                  </a:lnTo>
                  <a:lnTo>
                    <a:pt x="234"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0526" name="Freeform 72"/>
            <p:cNvSpPr>
              <a:spLocks/>
            </p:cNvSpPr>
            <p:nvPr/>
          </p:nvSpPr>
          <p:spPr bwMode="auto">
            <a:xfrm>
              <a:off x="1552" y="1836"/>
              <a:ext cx="49" cy="85"/>
            </a:xfrm>
            <a:custGeom>
              <a:avLst/>
              <a:gdLst>
                <a:gd name="T0" fmla="*/ 0 w 245"/>
                <a:gd name="T1" fmla="*/ 3 h 425"/>
                <a:gd name="T2" fmla="*/ 0 w 245"/>
                <a:gd name="T3" fmla="*/ 3 h 425"/>
                <a:gd name="T4" fmla="*/ 0 w 245"/>
                <a:gd name="T5" fmla="*/ 3 h 425"/>
                <a:gd name="T6" fmla="*/ 0 w 245"/>
                <a:gd name="T7" fmla="*/ 3 h 425"/>
                <a:gd name="T8" fmla="*/ 1 w 245"/>
                <a:gd name="T9" fmla="*/ 3 h 425"/>
                <a:gd name="T10" fmla="*/ 1 w 245"/>
                <a:gd name="T11" fmla="*/ 3 h 425"/>
                <a:gd name="T12" fmla="*/ 1 w 245"/>
                <a:gd name="T13" fmla="*/ 3 h 425"/>
                <a:gd name="T14" fmla="*/ 1 w 245"/>
                <a:gd name="T15" fmla="*/ 3 h 425"/>
                <a:gd name="T16" fmla="*/ 1 w 245"/>
                <a:gd name="T17" fmla="*/ 3 h 425"/>
                <a:gd name="T18" fmla="*/ 1 w 245"/>
                <a:gd name="T19" fmla="*/ 2 h 425"/>
                <a:gd name="T20" fmla="*/ 2 w 245"/>
                <a:gd name="T21" fmla="*/ 2 h 425"/>
                <a:gd name="T22" fmla="*/ 2 w 245"/>
                <a:gd name="T23" fmla="*/ 2 h 425"/>
                <a:gd name="T24" fmla="*/ 2 w 245"/>
                <a:gd name="T25" fmla="*/ 2 h 425"/>
                <a:gd name="T26" fmla="*/ 2 w 245"/>
                <a:gd name="T27" fmla="*/ 1 h 425"/>
                <a:gd name="T28" fmla="*/ 2 w 245"/>
                <a:gd name="T29" fmla="*/ 1 h 425"/>
                <a:gd name="T30" fmla="*/ 2 w 245"/>
                <a:gd name="T31" fmla="*/ 1 h 425"/>
                <a:gd name="T32" fmla="*/ 2 w 245"/>
                <a:gd name="T33" fmla="*/ 0 h 425"/>
                <a:gd name="T34" fmla="*/ 2 w 245"/>
                <a:gd name="T35" fmla="*/ 0 h 425"/>
                <a:gd name="T36" fmla="*/ 2 w 245"/>
                <a:gd name="T37" fmla="*/ 0 h 425"/>
                <a:gd name="T38" fmla="*/ 2 w 245"/>
                <a:gd name="T39" fmla="*/ 0 h 425"/>
                <a:gd name="T40" fmla="*/ 2 w 245"/>
                <a:gd name="T41" fmla="*/ 1 h 425"/>
                <a:gd name="T42" fmla="*/ 2 w 245"/>
                <a:gd name="T43" fmla="*/ 1 h 425"/>
                <a:gd name="T44" fmla="*/ 2 w 245"/>
                <a:gd name="T45" fmla="*/ 1 h 425"/>
                <a:gd name="T46" fmla="*/ 2 w 245"/>
                <a:gd name="T47" fmla="*/ 2 h 425"/>
                <a:gd name="T48" fmla="*/ 2 w 245"/>
                <a:gd name="T49" fmla="*/ 2 h 425"/>
                <a:gd name="T50" fmla="*/ 1 w 245"/>
                <a:gd name="T51" fmla="*/ 2 h 425"/>
                <a:gd name="T52" fmla="*/ 1 w 245"/>
                <a:gd name="T53" fmla="*/ 2 h 425"/>
                <a:gd name="T54" fmla="*/ 1 w 245"/>
                <a:gd name="T55" fmla="*/ 3 h 425"/>
                <a:gd name="T56" fmla="*/ 1 w 245"/>
                <a:gd name="T57" fmla="*/ 3 h 425"/>
                <a:gd name="T58" fmla="*/ 1 w 245"/>
                <a:gd name="T59" fmla="*/ 3 h 425"/>
                <a:gd name="T60" fmla="*/ 1 w 245"/>
                <a:gd name="T61" fmla="*/ 3 h 425"/>
                <a:gd name="T62" fmla="*/ 1 w 245"/>
                <a:gd name="T63" fmla="*/ 3 h 425"/>
                <a:gd name="T64" fmla="*/ 0 w 245"/>
                <a:gd name="T65" fmla="*/ 3 h 425"/>
                <a:gd name="T66" fmla="*/ 0 w 245"/>
                <a:gd name="T67" fmla="*/ 3 h 425"/>
                <a:gd name="T68" fmla="*/ 0 w 245"/>
                <a:gd name="T69" fmla="*/ 3 h 425"/>
                <a:gd name="T70" fmla="*/ 0 w 245"/>
                <a:gd name="T71" fmla="*/ 3 h 425"/>
                <a:gd name="T72" fmla="*/ 0 w 245"/>
                <a:gd name="T73" fmla="*/ 3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5"/>
                <a:gd name="T113" fmla="*/ 245 w 245"/>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5">
                  <a:moveTo>
                    <a:pt x="0" y="425"/>
                  </a:moveTo>
                  <a:lnTo>
                    <a:pt x="0" y="425"/>
                  </a:lnTo>
                  <a:lnTo>
                    <a:pt x="26" y="422"/>
                  </a:lnTo>
                  <a:lnTo>
                    <a:pt x="51" y="417"/>
                  </a:lnTo>
                  <a:lnTo>
                    <a:pt x="74" y="406"/>
                  </a:lnTo>
                  <a:lnTo>
                    <a:pt x="96" y="391"/>
                  </a:lnTo>
                  <a:lnTo>
                    <a:pt x="119" y="373"/>
                  </a:lnTo>
                  <a:lnTo>
                    <a:pt x="137" y="351"/>
                  </a:lnTo>
                  <a:lnTo>
                    <a:pt x="156" y="326"/>
                  </a:lnTo>
                  <a:lnTo>
                    <a:pt x="174" y="299"/>
                  </a:lnTo>
                  <a:lnTo>
                    <a:pt x="190" y="269"/>
                  </a:lnTo>
                  <a:lnTo>
                    <a:pt x="204" y="236"/>
                  </a:lnTo>
                  <a:lnTo>
                    <a:pt x="216" y="202"/>
                  </a:lnTo>
                  <a:lnTo>
                    <a:pt x="226" y="163"/>
                  </a:lnTo>
                  <a:lnTo>
                    <a:pt x="235" y="126"/>
                  </a:lnTo>
                  <a:lnTo>
                    <a:pt x="241" y="86"/>
                  </a:lnTo>
                  <a:lnTo>
                    <a:pt x="244" y="43"/>
                  </a:lnTo>
                  <a:lnTo>
                    <a:pt x="245" y="0"/>
                  </a:lnTo>
                  <a:lnTo>
                    <a:pt x="234" y="0"/>
                  </a:lnTo>
                  <a:lnTo>
                    <a:pt x="232" y="43"/>
                  </a:lnTo>
                  <a:lnTo>
                    <a:pt x="229" y="84"/>
                  </a:lnTo>
                  <a:lnTo>
                    <a:pt x="223" y="123"/>
                  </a:lnTo>
                  <a:lnTo>
                    <a:pt x="215" y="161"/>
                  </a:lnTo>
                  <a:lnTo>
                    <a:pt x="204" y="197"/>
                  </a:lnTo>
                  <a:lnTo>
                    <a:pt x="193" y="231"/>
                  </a:lnTo>
                  <a:lnTo>
                    <a:pt x="178" y="264"/>
                  </a:lnTo>
                  <a:lnTo>
                    <a:pt x="164" y="292"/>
                  </a:lnTo>
                  <a:lnTo>
                    <a:pt x="147" y="319"/>
                  </a:lnTo>
                  <a:lnTo>
                    <a:pt x="128" y="344"/>
                  </a:lnTo>
                  <a:lnTo>
                    <a:pt x="109" y="364"/>
                  </a:lnTo>
                  <a:lnTo>
                    <a:pt x="89" y="381"/>
                  </a:lnTo>
                  <a:lnTo>
                    <a:pt x="67" y="394"/>
                  </a:lnTo>
                  <a:lnTo>
                    <a:pt x="46" y="405"/>
                  </a:lnTo>
                  <a:lnTo>
                    <a:pt x="24" y="411"/>
                  </a:lnTo>
                  <a:lnTo>
                    <a:pt x="0" y="413"/>
                  </a:lnTo>
                  <a:lnTo>
                    <a:pt x="0" y="425"/>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0527" name="Freeform 73"/>
            <p:cNvSpPr>
              <a:spLocks/>
            </p:cNvSpPr>
            <p:nvPr/>
          </p:nvSpPr>
          <p:spPr bwMode="auto">
            <a:xfrm>
              <a:off x="1502" y="1836"/>
              <a:ext cx="50" cy="85"/>
            </a:xfrm>
            <a:custGeom>
              <a:avLst/>
              <a:gdLst>
                <a:gd name="T0" fmla="*/ 0 w 246"/>
                <a:gd name="T1" fmla="*/ 0 h 425"/>
                <a:gd name="T2" fmla="*/ 0 w 246"/>
                <a:gd name="T3" fmla="*/ 0 h 425"/>
                <a:gd name="T4" fmla="*/ 0 w 246"/>
                <a:gd name="T5" fmla="*/ 0 h 425"/>
                <a:gd name="T6" fmla="*/ 0 w 246"/>
                <a:gd name="T7" fmla="*/ 1 h 425"/>
                <a:gd name="T8" fmla="*/ 0 w 246"/>
                <a:gd name="T9" fmla="*/ 1 h 425"/>
                <a:gd name="T10" fmla="*/ 0 w 246"/>
                <a:gd name="T11" fmla="*/ 1 h 425"/>
                <a:gd name="T12" fmla="*/ 0 w 246"/>
                <a:gd name="T13" fmla="*/ 2 h 425"/>
                <a:gd name="T14" fmla="*/ 0 w 246"/>
                <a:gd name="T15" fmla="*/ 2 h 425"/>
                <a:gd name="T16" fmla="*/ 0 w 246"/>
                <a:gd name="T17" fmla="*/ 2 h 425"/>
                <a:gd name="T18" fmla="*/ 1 w 246"/>
                <a:gd name="T19" fmla="*/ 2 h 425"/>
                <a:gd name="T20" fmla="*/ 1 w 246"/>
                <a:gd name="T21" fmla="*/ 3 h 425"/>
                <a:gd name="T22" fmla="*/ 1 w 246"/>
                <a:gd name="T23" fmla="*/ 3 h 425"/>
                <a:gd name="T24" fmla="*/ 1 w 246"/>
                <a:gd name="T25" fmla="*/ 3 h 425"/>
                <a:gd name="T26" fmla="*/ 1 w 246"/>
                <a:gd name="T27" fmla="*/ 3 h 425"/>
                <a:gd name="T28" fmla="*/ 1 w 246"/>
                <a:gd name="T29" fmla="*/ 3 h 425"/>
                <a:gd name="T30" fmla="*/ 2 w 246"/>
                <a:gd name="T31" fmla="*/ 3 h 425"/>
                <a:gd name="T32" fmla="*/ 2 w 246"/>
                <a:gd name="T33" fmla="*/ 3 h 425"/>
                <a:gd name="T34" fmla="*/ 2 w 246"/>
                <a:gd name="T35" fmla="*/ 3 h 425"/>
                <a:gd name="T36" fmla="*/ 2 w 246"/>
                <a:gd name="T37" fmla="*/ 3 h 425"/>
                <a:gd name="T38" fmla="*/ 2 w 246"/>
                <a:gd name="T39" fmla="*/ 3 h 425"/>
                <a:gd name="T40" fmla="*/ 2 w 246"/>
                <a:gd name="T41" fmla="*/ 3 h 425"/>
                <a:gd name="T42" fmla="*/ 1 w 246"/>
                <a:gd name="T43" fmla="*/ 3 h 425"/>
                <a:gd name="T44" fmla="*/ 1 w 246"/>
                <a:gd name="T45" fmla="*/ 3 h 425"/>
                <a:gd name="T46" fmla="*/ 1 w 246"/>
                <a:gd name="T47" fmla="*/ 3 h 425"/>
                <a:gd name="T48" fmla="*/ 1 w 246"/>
                <a:gd name="T49" fmla="*/ 3 h 425"/>
                <a:gd name="T50" fmla="*/ 1 w 246"/>
                <a:gd name="T51" fmla="*/ 3 h 425"/>
                <a:gd name="T52" fmla="*/ 1 w 246"/>
                <a:gd name="T53" fmla="*/ 2 h 425"/>
                <a:gd name="T54" fmla="*/ 1 w 246"/>
                <a:gd name="T55" fmla="*/ 2 h 425"/>
                <a:gd name="T56" fmla="*/ 0 w 246"/>
                <a:gd name="T57" fmla="*/ 2 h 425"/>
                <a:gd name="T58" fmla="*/ 0 w 246"/>
                <a:gd name="T59" fmla="*/ 2 h 425"/>
                <a:gd name="T60" fmla="*/ 0 w 246"/>
                <a:gd name="T61" fmla="*/ 1 h 425"/>
                <a:gd name="T62" fmla="*/ 0 w 246"/>
                <a:gd name="T63" fmla="*/ 1 h 425"/>
                <a:gd name="T64" fmla="*/ 0 w 246"/>
                <a:gd name="T65" fmla="*/ 1 h 425"/>
                <a:gd name="T66" fmla="*/ 0 w 246"/>
                <a:gd name="T67" fmla="*/ 0 h 425"/>
                <a:gd name="T68" fmla="*/ 0 w 246"/>
                <a:gd name="T69" fmla="*/ 0 h 425"/>
                <a:gd name="T70" fmla="*/ 0 w 246"/>
                <a:gd name="T71" fmla="*/ 0 h 425"/>
                <a:gd name="T72" fmla="*/ 0 w 246"/>
                <a:gd name="T73" fmla="*/ 0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5"/>
                <a:gd name="T113" fmla="*/ 246 w 246"/>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5">
                  <a:moveTo>
                    <a:pt x="0" y="0"/>
                  </a:moveTo>
                  <a:lnTo>
                    <a:pt x="0" y="0"/>
                  </a:lnTo>
                  <a:lnTo>
                    <a:pt x="2" y="43"/>
                  </a:lnTo>
                  <a:lnTo>
                    <a:pt x="5" y="86"/>
                  </a:lnTo>
                  <a:lnTo>
                    <a:pt x="11" y="126"/>
                  </a:lnTo>
                  <a:lnTo>
                    <a:pt x="19" y="163"/>
                  </a:lnTo>
                  <a:lnTo>
                    <a:pt x="30" y="202"/>
                  </a:lnTo>
                  <a:lnTo>
                    <a:pt x="41" y="236"/>
                  </a:lnTo>
                  <a:lnTo>
                    <a:pt x="55" y="269"/>
                  </a:lnTo>
                  <a:lnTo>
                    <a:pt x="73" y="299"/>
                  </a:lnTo>
                  <a:lnTo>
                    <a:pt x="89" y="326"/>
                  </a:lnTo>
                  <a:lnTo>
                    <a:pt x="108" y="351"/>
                  </a:lnTo>
                  <a:lnTo>
                    <a:pt x="128" y="373"/>
                  </a:lnTo>
                  <a:lnTo>
                    <a:pt x="150" y="391"/>
                  </a:lnTo>
                  <a:lnTo>
                    <a:pt x="171" y="406"/>
                  </a:lnTo>
                  <a:lnTo>
                    <a:pt x="196" y="417"/>
                  </a:lnTo>
                  <a:lnTo>
                    <a:pt x="221" y="422"/>
                  </a:lnTo>
                  <a:lnTo>
                    <a:pt x="246" y="425"/>
                  </a:lnTo>
                  <a:lnTo>
                    <a:pt x="246" y="413"/>
                  </a:lnTo>
                  <a:lnTo>
                    <a:pt x="223" y="411"/>
                  </a:lnTo>
                  <a:lnTo>
                    <a:pt x="201" y="405"/>
                  </a:lnTo>
                  <a:lnTo>
                    <a:pt x="178" y="394"/>
                  </a:lnTo>
                  <a:lnTo>
                    <a:pt x="157" y="381"/>
                  </a:lnTo>
                  <a:lnTo>
                    <a:pt x="137" y="364"/>
                  </a:lnTo>
                  <a:lnTo>
                    <a:pt x="117" y="344"/>
                  </a:lnTo>
                  <a:lnTo>
                    <a:pt x="99" y="319"/>
                  </a:lnTo>
                  <a:lnTo>
                    <a:pt x="82" y="292"/>
                  </a:lnTo>
                  <a:lnTo>
                    <a:pt x="67" y="264"/>
                  </a:lnTo>
                  <a:lnTo>
                    <a:pt x="53" y="231"/>
                  </a:lnTo>
                  <a:lnTo>
                    <a:pt x="41" y="197"/>
                  </a:lnTo>
                  <a:lnTo>
                    <a:pt x="31" y="161"/>
                  </a:lnTo>
                  <a:lnTo>
                    <a:pt x="23" y="123"/>
                  </a:lnTo>
                  <a:lnTo>
                    <a:pt x="17" y="84"/>
                  </a:lnTo>
                  <a:lnTo>
                    <a:pt x="13" y="4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0528" name="Freeform 74"/>
            <p:cNvSpPr>
              <a:spLocks/>
            </p:cNvSpPr>
            <p:nvPr/>
          </p:nvSpPr>
          <p:spPr bwMode="auto">
            <a:xfrm>
              <a:off x="1502" y="1751"/>
              <a:ext cx="50" cy="85"/>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2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1" y="2"/>
                  </a:lnTo>
                  <a:lnTo>
                    <a:pt x="196" y="8"/>
                  </a:lnTo>
                  <a:lnTo>
                    <a:pt x="171" y="19"/>
                  </a:lnTo>
                  <a:lnTo>
                    <a:pt x="150" y="34"/>
                  </a:lnTo>
                  <a:lnTo>
                    <a:pt x="128" y="52"/>
                  </a:lnTo>
                  <a:lnTo>
                    <a:pt x="108" y="74"/>
                  </a:lnTo>
                  <a:lnTo>
                    <a:pt x="89" y="98"/>
                  </a:lnTo>
                  <a:lnTo>
                    <a:pt x="73" y="125"/>
                  </a:lnTo>
                  <a:lnTo>
                    <a:pt x="55" y="156"/>
                  </a:lnTo>
                  <a:lnTo>
                    <a:pt x="41" y="189"/>
                  </a:lnTo>
                  <a:lnTo>
                    <a:pt x="30" y="223"/>
                  </a:lnTo>
                  <a:lnTo>
                    <a:pt x="19" y="261"/>
                  </a:lnTo>
                  <a:lnTo>
                    <a:pt x="11" y="299"/>
                  </a:lnTo>
                  <a:lnTo>
                    <a:pt x="5" y="339"/>
                  </a:lnTo>
                  <a:lnTo>
                    <a:pt x="2" y="382"/>
                  </a:lnTo>
                  <a:lnTo>
                    <a:pt x="0" y="424"/>
                  </a:lnTo>
                  <a:lnTo>
                    <a:pt x="12" y="424"/>
                  </a:lnTo>
                  <a:lnTo>
                    <a:pt x="13" y="382"/>
                  </a:lnTo>
                  <a:lnTo>
                    <a:pt x="17" y="341"/>
                  </a:lnTo>
                  <a:lnTo>
                    <a:pt x="23" y="301"/>
                  </a:lnTo>
                  <a:lnTo>
                    <a:pt x="31" y="264"/>
                  </a:lnTo>
                  <a:lnTo>
                    <a:pt x="41" y="227"/>
                  </a:lnTo>
                  <a:lnTo>
                    <a:pt x="53" y="193"/>
                  </a:lnTo>
                  <a:lnTo>
                    <a:pt x="67" y="161"/>
                  </a:lnTo>
                  <a:lnTo>
                    <a:pt x="82" y="132"/>
                  </a:lnTo>
                  <a:lnTo>
                    <a:pt x="99" y="105"/>
                  </a:lnTo>
                  <a:lnTo>
                    <a:pt x="117" y="81"/>
                  </a:lnTo>
                  <a:lnTo>
                    <a:pt x="137" y="61"/>
                  </a:lnTo>
                  <a:lnTo>
                    <a:pt x="157" y="43"/>
                  </a:lnTo>
                  <a:lnTo>
                    <a:pt x="178" y="30"/>
                  </a:lnTo>
                  <a:lnTo>
                    <a:pt x="201" y="20"/>
                  </a:lnTo>
                  <a:lnTo>
                    <a:pt x="223" y="14"/>
                  </a:lnTo>
                  <a:lnTo>
                    <a:pt x="246" y="12"/>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0529" name="Freeform 75"/>
            <p:cNvSpPr>
              <a:spLocks/>
            </p:cNvSpPr>
            <p:nvPr/>
          </p:nvSpPr>
          <p:spPr bwMode="auto">
            <a:xfrm>
              <a:off x="1565" y="2016"/>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0" y="339"/>
                  </a:lnTo>
                  <a:lnTo>
                    <a:pt x="234" y="299"/>
                  </a:lnTo>
                  <a:lnTo>
                    <a:pt x="226" y="261"/>
                  </a:lnTo>
                  <a:lnTo>
                    <a:pt x="216" y="223"/>
                  </a:lnTo>
                  <a:lnTo>
                    <a:pt x="204" y="189"/>
                  </a:lnTo>
                  <a:lnTo>
                    <a:pt x="190" y="156"/>
                  </a:lnTo>
                  <a:lnTo>
                    <a:pt x="174" y="125"/>
                  </a:lnTo>
                  <a:lnTo>
                    <a:pt x="156" y="98"/>
                  </a:lnTo>
                  <a:lnTo>
                    <a:pt x="138" y="74"/>
                  </a:lnTo>
                  <a:lnTo>
                    <a:pt x="118" y="51"/>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9" y="81"/>
                  </a:lnTo>
                  <a:lnTo>
                    <a:pt x="147" y="105"/>
                  </a:lnTo>
                  <a:lnTo>
                    <a:pt x="164" y="132"/>
                  </a:lnTo>
                  <a:lnTo>
                    <a:pt x="178" y="160"/>
                  </a:lnTo>
                  <a:lnTo>
                    <a:pt x="192" y="193"/>
                  </a:lnTo>
                  <a:lnTo>
                    <a:pt x="204" y="227"/>
                  </a:lnTo>
                  <a:lnTo>
                    <a:pt x="215" y="264"/>
                  </a:lnTo>
                  <a:lnTo>
                    <a:pt x="223" y="301"/>
                  </a:lnTo>
                  <a:lnTo>
                    <a:pt x="229"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0530" name="Freeform 76"/>
            <p:cNvSpPr>
              <a:spLocks/>
            </p:cNvSpPr>
            <p:nvPr/>
          </p:nvSpPr>
          <p:spPr bwMode="auto">
            <a:xfrm>
              <a:off x="1565" y="2101"/>
              <a:ext cx="49" cy="85"/>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6" y="423"/>
                  </a:lnTo>
                  <a:lnTo>
                    <a:pt x="51" y="418"/>
                  </a:lnTo>
                  <a:lnTo>
                    <a:pt x="74" y="407"/>
                  </a:lnTo>
                  <a:lnTo>
                    <a:pt x="96" y="392"/>
                  </a:lnTo>
                  <a:lnTo>
                    <a:pt x="118" y="373"/>
                  </a:lnTo>
                  <a:lnTo>
                    <a:pt x="138" y="351"/>
                  </a:lnTo>
                  <a:lnTo>
                    <a:pt x="156" y="327"/>
                  </a:lnTo>
                  <a:lnTo>
                    <a:pt x="175" y="299"/>
                  </a:lnTo>
                  <a:lnTo>
                    <a:pt x="190" y="269"/>
                  </a:lnTo>
                  <a:lnTo>
                    <a:pt x="204" y="236"/>
                  </a:lnTo>
                  <a:lnTo>
                    <a:pt x="216" y="202"/>
                  </a:lnTo>
                  <a:lnTo>
                    <a:pt x="226" y="164"/>
                  </a:lnTo>
                  <a:lnTo>
                    <a:pt x="234" y="126"/>
                  </a:lnTo>
                  <a:lnTo>
                    <a:pt x="240" y="86"/>
                  </a:lnTo>
                  <a:lnTo>
                    <a:pt x="244" y="42"/>
                  </a:lnTo>
                  <a:lnTo>
                    <a:pt x="245" y="0"/>
                  </a:lnTo>
                  <a:lnTo>
                    <a:pt x="233" y="0"/>
                  </a:lnTo>
                  <a:lnTo>
                    <a:pt x="232" y="42"/>
                  </a:lnTo>
                  <a:lnTo>
                    <a:pt x="229" y="83"/>
                  </a:lnTo>
                  <a:lnTo>
                    <a:pt x="223" y="123"/>
                  </a:lnTo>
                  <a:lnTo>
                    <a:pt x="215" y="162"/>
                  </a:lnTo>
                  <a:lnTo>
                    <a:pt x="204" y="197"/>
                  </a:lnTo>
                  <a:lnTo>
                    <a:pt x="192" y="231"/>
                  </a:lnTo>
                  <a:lnTo>
                    <a:pt x="178" y="264"/>
                  </a:lnTo>
                  <a:lnTo>
                    <a:pt x="163" y="292"/>
                  </a:lnTo>
                  <a:lnTo>
                    <a:pt x="147" y="320"/>
                  </a:lnTo>
                  <a:lnTo>
                    <a:pt x="129" y="344"/>
                  </a:lnTo>
                  <a:lnTo>
                    <a:pt x="109" y="364"/>
                  </a:lnTo>
                  <a:lnTo>
                    <a:pt x="89" y="382"/>
                  </a:lnTo>
                  <a:lnTo>
                    <a:pt x="67" y="395"/>
                  </a:lnTo>
                  <a:lnTo>
                    <a:pt x="46" y="406"/>
                  </a:lnTo>
                  <a:lnTo>
                    <a:pt x="24"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0531" name="Freeform 77"/>
            <p:cNvSpPr>
              <a:spLocks/>
            </p:cNvSpPr>
            <p:nvPr/>
          </p:nvSpPr>
          <p:spPr bwMode="auto">
            <a:xfrm>
              <a:off x="1516" y="2101"/>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5" y="86"/>
                  </a:lnTo>
                  <a:lnTo>
                    <a:pt x="11" y="126"/>
                  </a:lnTo>
                  <a:lnTo>
                    <a:pt x="19" y="164"/>
                  </a:lnTo>
                  <a:lnTo>
                    <a:pt x="30" y="202"/>
                  </a:lnTo>
                  <a:lnTo>
                    <a:pt x="41" y="236"/>
                  </a:lnTo>
                  <a:lnTo>
                    <a:pt x="55" y="269"/>
                  </a:lnTo>
                  <a:lnTo>
                    <a:pt x="71" y="299"/>
                  </a:lnTo>
                  <a:lnTo>
                    <a:pt x="89" y="327"/>
                  </a:lnTo>
                  <a:lnTo>
                    <a:pt x="107" y="351"/>
                  </a:lnTo>
                  <a:lnTo>
                    <a:pt x="127" y="373"/>
                  </a:lnTo>
                  <a:lnTo>
                    <a:pt x="149" y="392"/>
                  </a:lnTo>
                  <a:lnTo>
                    <a:pt x="171" y="407"/>
                  </a:lnTo>
                  <a:lnTo>
                    <a:pt x="195" y="418"/>
                  </a:lnTo>
                  <a:lnTo>
                    <a:pt x="219" y="423"/>
                  </a:lnTo>
                  <a:lnTo>
                    <a:pt x="245" y="426"/>
                  </a:lnTo>
                  <a:lnTo>
                    <a:pt x="245" y="414"/>
                  </a:lnTo>
                  <a:lnTo>
                    <a:pt x="222" y="412"/>
                  </a:lnTo>
                  <a:lnTo>
                    <a:pt x="199" y="406"/>
                  </a:lnTo>
                  <a:lnTo>
                    <a:pt x="178" y="395"/>
                  </a:lnTo>
                  <a:lnTo>
                    <a:pt x="156" y="382"/>
                  </a:lnTo>
                  <a:lnTo>
                    <a:pt x="136" y="364"/>
                  </a:lnTo>
                  <a:lnTo>
                    <a:pt x="116" y="344"/>
                  </a:lnTo>
                  <a:lnTo>
                    <a:pt x="99" y="320"/>
                  </a:lnTo>
                  <a:lnTo>
                    <a:pt x="82" y="292"/>
                  </a:lnTo>
                  <a:lnTo>
                    <a:pt x="67" y="264"/>
                  </a:lnTo>
                  <a:lnTo>
                    <a:pt x="53" y="231"/>
                  </a:lnTo>
                  <a:lnTo>
                    <a:pt x="41" y="197"/>
                  </a:lnTo>
                  <a:lnTo>
                    <a:pt x="31" y="162"/>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0532" name="Freeform 78"/>
            <p:cNvSpPr>
              <a:spLocks/>
            </p:cNvSpPr>
            <p:nvPr/>
          </p:nvSpPr>
          <p:spPr bwMode="auto">
            <a:xfrm>
              <a:off x="1516" y="2016"/>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5" y="8"/>
                  </a:lnTo>
                  <a:lnTo>
                    <a:pt x="171" y="19"/>
                  </a:lnTo>
                  <a:lnTo>
                    <a:pt x="149" y="34"/>
                  </a:lnTo>
                  <a:lnTo>
                    <a:pt x="127" y="51"/>
                  </a:lnTo>
                  <a:lnTo>
                    <a:pt x="107" y="74"/>
                  </a:lnTo>
                  <a:lnTo>
                    <a:pt x="89" y="98"/>
                  </a:lnTo>
                  <a:lnTo>
                    <a:pt x="72" y="125"/>
                  </a:lnTo>
                  <a:lnTo>
                    <a:pt x="55" y="156"/>
                  </a:lnTo>
                  <a:lnTo>
                    <a:pt x="41" y="189"/>
                  </a:lnTo>
                  <a:lnTo>
                    <a:pt x="30" y="223"/>
                  </a:lnTo>
                  <a:lnTo>
                    <a:pt x="19" y="261"/>
                  </a:lnTo>
                  <a:lnTo>
                    <a:pt x="11" y="299"/>
                  </a:lnTo>
                  <a:lnTo>
                    <a:pt x="5" y="339"/>
                  </a:lnTo>
                  <a:lnTo>
                    <a:pt x="1" y="382"/>
                  </a:lnTo>
                  <a:lnTo>
                    <a:pt x="0" y="424"/>
                  </a:lnTo>
                  <a:lnTo>
                    <a:pt x="12" y="424"/>
                  </a:lnTo>
                  <a:lnTo>
                    <a:pt x="13" y="382"/>
                  </a:lnTo>
                  <a:lnTo>
                    <a:pt x="17" y="341"/>
                  </a:lnTo>
                  <a:lnTo>
                    <a:pt x="23" y="301"/>
                  </a:lnTo>
                  <a:lnTo>
                    <a:pt x="31" y="264"/>
                  </a:lnTo>
                  <a:lnTo>
                    <a:pt x="41" y="227"/>
                  </a:lnTo>
                  <a:lnTo>
                    <a:pt x="53" y="193"/>
                  </a:lnTo>
                  <a:lnTo>
                    <a:pt x="67" y="160"/>
                  </a:lnTo>
                  <a:lnTo>
                    <a:pt x="81" y="132"/>
                  </a:lnTo>
                  <a:lnTo>
                    <a:pt x="99" y="105"/>
                  </a:lnTo>
                  <a:lnTo>
                    <a:pt x="116" y="81"/>
                  </a:lnTo>
                  <a:lnTo>
                    <a:pt x="136" y="61"/>
                  </a:lnTo>
                  <a:lnTo>
                    <a:pt x="156" y="43"/>
                  </a:lnTo>
                  <a:lnTo>
                    <a:pt x="178" y="30"/>
                  </a:lnTo>
                  <a:lnTo>
                    <a:pt x="199" y="20"/>
                  </a:lnTo>
                  <a:lnTo>
                    <a:pt x="222"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grpSp>
        <p:nvGrpSpPr>
          <p:cNvPr id="190474" name="Group 79"/>
          <p:cNvGrpSpPr>
            <a:grpSpLocks/>
          </p:cNvGrpSpPr>
          <p:nvPr/>
        </p:nvGrpSpPr>
        <p:grpSpPr bwMode="auto">
          <a:xfrm rot="-223274">
            <a:off x="1995488" y="2768600"/>
            <a:ext cx="744537" cy="733425"/>
            <a:chOff x="2757" y="1666"/>
            <a:chExt cx="812" cy="800"/>
          </a:xfrm>
        </p:grpSpPr>
        <p:sp>
          <p:nvSpPr>
            <p:cNvPr id="190476" name="Freeform 80"/>
            <p:cNvSpPr>
              <a:spLocks/>
            </p:cNvSpPr>
            <p:nvPr/>
          </p:nvSpPr>
          <p:spPr bwMode="auto">
            <a:xfrm>
              <a:off x="2762" y="1667"/>
              <a:ext cx="807" cy="584"/>
            </a:xfrm>
            <a:custGeom>
              <a:avLst/>
              <a:gdLst>
                <a:gd name="T0" fmla="*/ 497 w 807"/>
                <a:gd name="T1" fmla="*/ 583 h 584"/>
                <a:gd name="T2" fmla="*/ 0 w 807"/>
                <a:gd name="T3" fmla="*/ 452 h 584"/>
                <a:gd name="T4" fmla="*/ 337 w 807"/>
                <a:gd name="T5" fmla="*/ 0 h 584"/>
                <a:gd name="T6" fmla="*/ 806 w 807"/>
                <a:gd name="T7" fmla="*/ 98 h 584"/>
                <a:gd name="T8" fmla="*/ 497 w 807"/>
                <a:gd name="T9" fmla="*/ 583 h 584"/>
                <a:gd name="T10" fmla="*/ 0 60000 65536"/>
                <a:gd name="T11" fmla="*/ 0 60000 65536"/>
                <a:gd name="T12" fmla="*/ 0 60000 65536"/>
                <a:gd name="T13" fmla="*/ 0 60000 65536"/>
                <a:gd name="T14" fmla="*/ 0 60000 65536"/>
                <a:gd name="T15" fmla="*/ 0 w 807"/>
                <a:gd name="T16" fmla="*/ 0 h 584"/>
                <a:gd name="T17" fmla="*/ 807 w 807"/>
                <a:gd name="T18" fmla="*/ 584 h 584"/>
              </a:gdLst>
              <a:ahLst/>
              <a:cxnLst>
                <a:cxn ang="T10">
                  <a:pos x="T0" y="T1"/>
                </a:cxn>
                <a:cxn ang="T11">
                  <a:pos x="T2" y="T3"/>
                </a:cxn>
                <a:cxn ang="T12">
                  <a:pos x="T4" y="T5"/>
                </a:cxn>
                <a:cxn ang="T13">
                  <a:pos x="T6" y="T7"/>
                </a:cxn>
                <a:cxn ang="T14">
                  <a:pos x="T8" y="T9"/>
                </a:cxn>
              </a:cxnLst>
              <a:rect l="T15" t="T16" r="T17" b="T18"/>
              <a:pathLst>
                <a:path w="807" h="584">
                  <a:moveTo>
                    <a:pt x="497" y="583"/>
                  </a:moveTo>
                  <a:lnTo>
                    <a:pt x="0" y="452"/>
                  </a:lnTo>
                  <a:lnTo>
                    <a:pt x="337" y="0"/>
                  </a:lnTo>
                  <a:lnTo>
                    <a:pt x="806" y="98"/>
                  </a:lnTo>
                  <a:lnTo>
                    <a:pt x="497" y="583"/>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190477" name="Freeform 81"/>
            <p:cNvSpPr>
              <a:spLocks/>
            </p:cNvSpPr>
            <p:nvPr/>
          </p:nvSpPr>
          <p:spPr bwMode="auto">
            <a:xfrm>
              <a:off x="2882" y="1861"/>
              <a:ext cx="578" cy="384"/>
            </a:xfrm>
            <a:custGeom>
              <a:avLst/>
              <a:gdLst>
                <a:gd name="T0" fmla="*/ 377 w 578"/>
                <a:gd name="T1" fmla="*/ 383 h 384"/>
                <a:gd name="T2" fmla="*/ 0 w 578"/>
                <a:gd name="T3" fmla="*/ 291 h 384"/>
                <a:gd name="T4" fmla="*/ 217 w 578"/>
                <a:gd name="T5" fmla="*/ 0 h 384"/>
                <a:gd name="T6" fmla="*/ 577 w 578"/>
                <a:gd name="T7" fmla="*/ 74 h 384"/>
                <a:gd name="T8" fmla="*/ 377 w 578"/>
                <a:gd name="T9" fmla="*/ 383 h 384"/>
                <a:gd name="T10" fmla="*/ 0 60000 65536"/>
                <a:gd name="T11" fmla="*/ 0 60000 65536"/>
                <a:gd name="T12" fmla="*/ 0 60000 65536"/>
                <a:gd name="T13" fmla="*/ 0 60000 65536"/>
                <a:gd name="T14" fmla="*/ 0 60000 65536"/>
                <a:gd name="T15" fmla="*/ 0 w 578"/>
                <a:gd name="T16" fmla="*/ 0 h 384"/>
                <a:gd name="T17" fmla="*/ 578 w 578"/>
                <a:gd name="T18" fmla="*/ 384 h 384"/>
              </a:gdLst>
              <a:ahLst/>
              <a:cxnLst>
                <a:cxn ang="T10">
                  <a:pos x="T0" y="T1"/>
                </a:cxn>
                <a:cxn ang="T11">
                  <a:pos x="T2" y="T3"/>
                </a:cxn>
                <a:cxn ang="T12">
                  <a:pos x="T4" y="T5"/>
                </a:cxn>
                <a:cxn ang="T13">
                  <a:pos x="T6" y="T7"/>
                </a:cxn>
                <a:cxn ang="T14">
                  <a:pos x="T8" y="T9"/>
                </a:cxn>
              </a:cxnLst>
              <a:rect l="T15" t="T16" r="T17" b="T18"/>
              <a:pathLst>
                <a:path w="578" h="384">
                  <a:moveTo>
                    <a:pt x="377" y="383"/>
                  </a:moveTo>
                  <a:lnTo>
                    <a:pt x="0" y="291"/>
                  </a:lnTo>
                  <a:lnTo>
                    <a:pt x="217" y="0"/>
                  </a:lnTo>
                  <a:lnTo>
                    <a:pt x="577" y="74"/>
                  </a:lnTo>
                  <a:lnTo>
                    <a:pt x="377" y="383"/>
                  </a:lnTo>
                </a:path>
              </a:pathLst>
            </a:custGeom>
            <a:solidFill>
              <a:srgbClr val="E22B00"/>
            </a:solidFill>
            <a:ln>
              <a:noFill/>
            </a:ln>
            <a:extLst>
              <a:ext uri="{91240B29-F687-4F45-9708-019B960494DF}">
                <a14:hiddenLine xmlns:a14="http://schemas.microsoft.com/office/drawing/2010/main" w="12700" cap="rnd" cmpd="sng">
                  <a:solidFill>
                    <a:srgbClr val="000000"/>
                  </a:solidFill>
                  <a:prstDash val="solid"/>
                  <a:round/>
                  <a:headEnd type="none" w="med" len="med"/>
                  <a:tailEnd type="none" w="med" len="med"/>
                </a14:hiddenLine>
              </a:ext>
            </a:extLst>
          </p:spPr>
          <p:txBody>
            <a:bodyPr/>
            <a:lstStyle/>
            <a:p>
              <a:endParaRPr lang="fr-FR"/>
            </a:p>
          </p:txBody>
        </p:sp>
        <p:sp>
          <p:nvSpPr>
            <p:cNvPr id="190478" name="Line 82"/>
            <p:cNvSpPr>
              <a:spLocks noChangeShapeType="1"/>
            </p:cNvSpPr>
            <p:nvPr/>
          </p:nvSpPr>
          <p:spPr bwMode="auto">
            <a:xfrm>
              <a:off x="3102" y="1862"/>
              <a:ext cx="352" cy="7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fr-FR"/>
            </a:p>
          </p:txBody>
        </p:sp>
        <p:sp>
          <p:nvSpPr>
            <p:cNvPr id="190479" name="Freeform 83"/>
            <p:cNvSpPr>
              <a:spLocks/>
            </p:cNvSpPr>
            <p:nvPr/>
          </p:nvSpPr>
          <p:spPr bwMode="auto">
            <a:xfrm>
              <a:off x="2762" y="1666"/>
              <a:ext cx="337" cy="485"/>
            </a:xfrm>
            <a:custGeom>
              <a:avLst/>
              <a:gdLst>
                <a:gd name="T0" fmla="*/ 336 w 337"/>
                <a:gd name="T1" fmla="*/ 194 h 485"/>
                <a:gd name="T2" fmla="*/ 118 w 337"/>
                <a:gd name="T3" fmla="*/ 484 h 485"/>
                <a:gd name="T4" fmla="*/ 0 w 337"/>
                <a:gd name="T5" fmla="*/ 452 h 485"/>
                <a:gd name="T6" fmla="*/ 336 w 337"/>
                <a:gd name="T7" fmla="*/ 0 h 485"/>
                <a:gd name="T8" fmla="*/ 336 w 337"/>
                <a:gd name="T9" fmla="*/ 152 h 485"/>
                <a:gd name="T10" fmla="*/ 336 w 337"/>
                <a:gd name="T11" fmla="*/ 194 h 485"/>
                <a:gd name="T12" fmla="*/ 0 60000 65536"/>
                <a:gd name="T13" fmla="*/ 0 60000 65536"/>
                <a:gd name="T14" fmla="*/ 0 60000 65536"/>
                <a:gd name="T15" fmla="*/ 0 60000 65536"/>
                <a:gd name="T16" fmla="*/ 0 60000 65536"/>
                <a:gd name="T17" fmla="*/ 0 60000 65536"/>
                <a:gd name="T18" fmla="*/ 0 w 337"/>
                <a:gd name="T19" fmla="*/ 0 h 485"/>
                <a:gd name="T20" fmla="*/ 337 w 337"/>
                <a:gd name="T21" fmla="*/ 485 h 485"/>
              </a:gdLst>
              <a:ahLst/>
              <a:cxnLst>
                <a:cxn ang="T12">
                  <a:pos x="T0" y="T1"/>
                </a:cxn>
                <a:cxn ang="T13">
                  <a:pos x="T2" y="T3"/>
                </a:cxn>
                <a:cxn ang="T14">
                  <a:pos x="T4" y="T5"/>
                </a:cxn>
                <a:cxn ang="T15">
                  <a:pos x="T6" y="T7"/>
                </a:cxn>
                <a:cxn ang="T16">
                  <a:pos x="T8" y="T9"/>
                </a:cxn>
                <a:cxn ang="T17">
                  <a:pos x="T10" y="T11"/>
                </a:cxn>
              </a:cxnLst>
              <a:rect l="T18" t="T19" r="T20" b="T21"/>
              <a:pathLst>
                <a:path w="337" h="485">
                  <a:moveTo>
                    <a:pt x="336" y="194"/>
                  </a:moveTo>
                  <a:lnTo>
                    <a:pt x="118" y="484"/>
                  </a:lnTo>
                  <a:lnTo>
                    <a:pt x="0" y="452"/>
                  </a:lnTo>
                  <a:lnTo>
                    <a:pt x="336" y="0"/>
                  </a:lnTo>
                  <a:lnTo>
                    <a:pt x="336" y="152"/>
                  </a:lnTo>
                  <a:lnTo>
                    <a:pt x="336" y="194"/>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190480" name="Freeform 84"/>
            <p:cNvSpPr>
              <a:spLocks/>
            </p:cNvSpPr>
            <p:nvPr/>
          </p:nvSpPr>
          <p:spPr bwMode="auto">
            <a:xfrm>
              <a:off x="2757" y="2124"/>
              <a:ext cx="509" cy="339"/>
            </a:xfrm>
            <a:custGeom>
              <a:avLst/>
              <a:gdLst>
                <a:gd name="T0" fmla="*/ 0 w 506"/>
                <a:gd name="T1" fmla="*/ 0 h 345"/>
                <a:gd name="T2" fmla="*/ 1 w 506"/>
                <a:gd name="T3" fmla="*/ 198 h 345"/>
                <a:gd name="T4" fmla="*/ 514 w 506"/>
                <a:gd name="T5" fmla="*/ 326 h 345"/>
                <a:gd name="T6" fmla="*/ 513 w 506"/>
                <a:gd name="T7" fmla="*/ 124 h 345"/>
                <a:gd name="T8" fmla="*/ 0 60000 65536"/>
                <a:gd name="T9" fmla="*/ 0 60000 65536"/>
                <a:gd name="T10" fmla="*/ 0 60000 65536"/>
                <a:gd name="T11" fmla="*/ 0 60000 65536"/>
                <a:gd name="T12" fmla="*/ 0 w 506"/>
                <a:gd name="T13" fmla="*/ 0 h 345"/>
                <a:gd name="T14" fmla="*/ 506 w 506"/>
                <a:gd name="T15" fmla="*/ 345 h 345"/>
              </a:gdLst>
              <a:ahLst/>
              <a:cxnLst>
                <a:cxn ang="T8">
                  <a:pos x="T0" y="T1"/>
                </a:cxn>
                <a:cxn ang="T9">
                  <a:pos x="T2" y="T3"/>
                </a:cxn>
                <a:cxn ang="T10">
                  <a:pos x="T4" y="T5"/>
                </a:cxn>
                <a:cxn ang="T11">
                  <a:pos x="T6" y="T7"/>
                </a:cxn>
              </a:cxnLst>
              <a:rect l="T12" t="T13" r="T14" b="T15"/>
              <a:pathLst>
                <a:path w="506" h="345">
                  <a:moveTo>
                    <a:pt x="0" y="0"/>
                  </a:moveTo>
                  <a:lnTo>
                    <a:pt x="1" y="209"/>
                  </a:lnTo>
                  <a:lnTo>
                    <a:pt x="505" y="344"/>
                  </a:lnTo>
                  <a:lnTo>
                    <a:pt x="504" y="130"/>
                  </a:lnTo>
                </a:path>
              </a:pathLst>
            </a:custGeom>
            <a:solidFill>
              <a:srgbClr val="FC2C1C"/>
            </a:solidFill>
            <a:ln w="12700" cap="rnd" cmpd="sng">
              <a:solidFill>
                <a:schemeClr val="bg2"/>
              </a:solidFill>
              <a:prstDash val="solid"/>
              <a:round/>
              <a:headEnd type="none" w="med" len="med"/>
              <a:tailEnd type="none" w="med" len="med"/>
            </a:ln>
          </p:spPr>
          <p:txBody>
            <a:bodyPr/>
            <a:lstStyle/>
            <a:p>
              <a:endParaRPr lang="fr-FR"/>
            </a:p>
          </p:txBody>
        </p:sp>
        <p:sp>
          <p:nvSpPr>
            <p:cNvPr id="190481" name="AutoShape 85"/>
            <p:cNvSpPr>
              <a:spLocks noChangeArrowheads="1"/>
            </p:cNvSpPr>
            <p:nvPr/>
          </p:nvSpPr>
          <p:spPr bwMode="auto">
            <a:xfrm rot="16200000" flipH="1">
              <a:off x="3067" y="1967"/>
              <a:ext cx="693" cy="306"/>
            </a:xfrm>
            <a:prstGeom prst="parallelogram">
              <a:avLst>
                <a:gd name="adj" fmla="val 156202"/>
              </a:avLst>
            </a:prstGeom>
            <a:solidFill>
              <a:srgbClr val="FC2C1C"/>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sp>
        <p:nvSpPr>
          <p:cNvPr id="190475" name="Text Box 86"/>
          <p:cNvSpPr txBox="1">
            <a:spLocks noChangeArrowheads="1"/>
          </p:cNvSpPr>
          <p:nvPr/>
        </p:nvSpPr>
        <p:spPr bwMode="auto">
          <a:xfrm>
            <a:off x="604838" y="5259388"/>
            <a:ext cx="6543675" cy="4429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eaLnBrk="1" hangingPunct="1">
              <a:spcBef>
                <a:spcPct val="0"/>
              </a:spcBef>
              <a:buFontTx/>
              <a:buNone/>
            </a:pPr>
            <a:r>
              <a:rPr lang="fr-FR" altLang="fr-FR" sz="2300"/>
              <a:t>4. Pointez la production sur votre feuille de suivi</a:t>
            </a:r>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91491" name="Group 3"/>
          <p:cNvGrpSpPr>
            <a:grpSpLocks/>
          </p:cNvGrpSpPr>
          <p:nvPr/>
        </p:nvGrpSpPr>
        <p:grpSpPr bwMode="auto">
          <a:xfrm>
            <a:off x="7073900" y="215900"/>
            <a:ext cx="1878013" cy="1250950"/>
            <a:chOff x="4456" y="136"/>
            <a:chExt cx="1183" cy="788"/>
          </a:xfrm>
        </p:grpSpPr>
        <p:grpSp>
          <p:nvGrpSpPr>
            <p:cNvPr id="191557" name="Group 4"/>
            <p:cNvGrpSpPr>
              <a:grpSpLocks/>
            </p:cNvGrpSpPr>
            <p:nvPr/>
          </p:nvGrpSpPr>
          <p:grpSpPr bwMode="auto">
            <a:xfrm>
              <a:off x="4766" y="232"/>
              <a:ext cx="873" cy="692"/>
              <a:chOff x="2185" y="310"/>
              <a:chExt cx="873" cy="692"/>
            </a:xfrm>
          </p:grpSpPr>
          <p:sp>
            <p:nvSpPr>
              <p:cNvPr id="191568" name="Freeform 5"/>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accent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1569" name="Freeform 6"/>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1570" name="Freeform 7"/>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1571" name="Freeform 8"/>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1572" name="Freeform 9"/>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1573" name="Freeform 10"/>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1574" name="Freeform 11"/>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grpSp>
          <p:nvGrpSpPr>
            <p:cNvPr id="191558" name="Group 12"/>
            <p:cNvGrpSpPr>
              <a:grpSpLocks/>
            </p:cNvGrpSpPr>
            <p:nvPr/>
          </p:nvGrpSpPr>
          <p:grpSpPr bwMode="auto">
            <a:xfrm>
              <a:off x="4949" y="336"/>
              <a:ext cx="591" cy="468"/>
              <a:chOff x="2185" y="310"/>
              <a:chExt cx="873" cy="692"/>
            </a:xfrm>
          </p:grpSpPr>
          <p:sp>
            <p:nvSpPr>
              <p:cNvPr id="191561" name="Freeform 13"/>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1562" name="Freeform 14"/>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1563" name="Freeform 15"/>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1564" name="Freeform 16"/>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1565" name="Freeform 17"/>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1566" name="Freeform 18"/>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1567" name="Freeform 19"/>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pic>
          <p:nvPicPr>
            <p:cNvPr id="191559" name="Picture 20"/>
            <p:cNvPicPr>
              <a:picLocks noChangeAspect="1" noChangeArrowheads="1"/>
            </p:cNvPicPr>
            <p:nvPr/>
          </p:nvPicPr>
          <p:blipFill>
            <a:blip r:embed="rId3" cstate="print">
              <a:extLst>
                <a:ext uri="{28A0092B-C50C-407E-A947-70E740481C1C}">
                  <a14:useLocalDpi xmlns:a14="http://schemas.microsoft.com/office/drawing/2010/main" val="0"/>
                </a:ext>
              </a:extLst>
            </a:blip>
            <a:srcRect l="-4282" t="-4369" r="-5199" b="-12012"/>
            <a:stretch>
              <a:fillRect/>
            </a:stretch>
          </p:blipFill>
          <p:spPr bwMode="auto">
            <a:xfrm>
              <a:off x="4456" y="136"/>
              <a:ext cx="480" cy="5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91560" name="Text Box 21"/>
            <p:cNvSpPr txBox="1">
              <a:spLocks noChangeArrowheads="1"/>
            </p:cNvSpPr>
            <p:nvPr/>
          </p:nvSpPr>
          <p:spPr bwMode="auto">
            <a:xfrm>
              <a:off x="4946" y="314"/>
              <a:ext cx="596" cy="49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4500" b="1">
                  <a:solidFill>
                    <a:srgbClr val="FF0000"/>
                  </a:solidFill>
                  <a:latin typeface="Arial Black" pitchFamily="34" charset="0"/>
                </a:rPr>
                <a:t>14</a:t>
              </a:r>
              <a:endParaRPr lang="fr-FR" altLang="fr-FR" sz="3200">
                <a:solidFill>
                  <a:schemeClr val="tx1"/>
                </a:solidFill>
                <a:latin typeface="Arial Black" pitchFamily="34" charset="0"/>
              </a:endParaRPr>
            </a:p>
          </p:txBody>
        </p:sp>
      </p:grpSp>
      <p:sp>
        <p:nvSpPr>
          <p:cNvPr id="191492" name="Text Box 22"/>
          <p:cNvSpPr txBox="1">
            <a:spLocks noChangeArrowheads="1"/>
          </p:cNvSpPr>
          <p:nvPr/>
        </p:nvSpPr>
        <p:spPr bwMode="auto">
          <a:xfrm>
            <a:off x="1938338" y="3533775"/>
            <a:ext cx="828675"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a:spcBef>
                <a:spcPct val="0"/>
              </a:spcBef>
              <a:buFontTx/>
              <a:buNone/>
            </a:pPr>
            <a:r>
              <a:rPr lang="fr-FR" altLang="fr-FR" sz="2400">
                <a:solidFill>
                  <a:srgbClr val="FC2C1C"/>
                </a:solidFill>
              </a:rPr>
              <a:t>1 R3</a:t>
            </a:r>
          </a:p>
        </p:txBody>
      </p:sp>
      <p:sp>
        <p:nvSpPr>
          <p:cNvPr id="191493" name="Rectangle 23"/>
          <p:cNvSpPr>
            <a:spLocks noGrp="1" noChangeArrowheads="1"/>
          </p:cNvSpPr>
          <p:nvPr>
            <p:ph type="title"/>
          </p:nvPr>
        </p:nvSpPr>
        <p:spPr>
          <a:xfrm>
            <a:off x="611188" y="0"/>
            <a:ext cx="6388100" cy="647700"/>
          </a:xfrm>
        </p:spPr>
        <p:txBody>
          <a:bodyPr/>
          <a:lstStyle/>
          <a:p>
            <a:pPr eaLnBrk="1" hangingPunct="1"/>
            <a:r>
              <a:rPr lang="fr-FR" altLang="fr-FR"/>
              <a:t>Sem. 4 - Mardi</a:t>
            </a:r>
          </a:p>
        </p:txBody>
      </p:sp>
      <p:sp>
        <p:nvSpPr>
          <p:cNvPr id="191494" name="Text Box 24"/>
          <p:cNvSpPr txBox="1">
            <a:spLocks noChangeArrowheads="1"/>
          </p:cNvSpPr>
          <p:nvPr/>
        </p:nvSpPr>
        <p:spPr bwMode="auto">
          <a:xfrm>
            <a:off x="574675" y="2030413"/>
            <a:ext cx="3557588"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2. Livrez les commandes</a:t>
            </a:r>
          </a:p>
        </p:txBody>
      </p:sp>
      <p:sp>
        <p:nvSpPr>
          <p:cNvPr id="191495" name="Text Box 25"/>
          <p:cNvSpPr txBox="1">
            <a:spLocks noChangeArrowheads="1"/>
          </p:cNvSpPr>
          <p:nvPr/>
        </p:nvSpPr>
        <p:spPr bwMode="auto">
          <a:xfrm>
            <a:off x="566738" y="1154113"/>
            <a:ext cx="1946275"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1. Tirez le dé</a:t>
            </a:r>
          </a:p>
        </p:txBody>
      </p:sp>
      <p:sp>
        <p:nvSpPr>
          <p:cNvPr id="191496" name="Text Box 26"/>
          <p:cNvSpPr txBox="1">
            <a:spLocks noChangeArrowheads="1"/>
          </p:cNvSpPr>
          <p:nvPr/>
        </p:nvSpPr>
        <p:spPr bwMode="auto">
          <a:xfrm>
            <a:off x="579438" y="4316413"/>
            <a:ext cx="18796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3. Produisez</a:t>
            </a:r>
          </a:p>
        </p:txBody>
      </p:sp>
      <p:grpSp>
        <p:nvGrpSpPr>
          <p:cNvPr id="191497" name="Group 27"/>
          <p:cNvGrpSpPr>
            <a:grpSpLocks/>
          </p:cNvGrpSpPr>
          <p:nvPr/>
        </p:nvGrpSpPr>
        <p:grpSpPr bwMode="auto">
          <a:xfrm>
            <a:off x="2843213" y="1106488"/>
            <a:ext cx="446087" cy="534987"/>
            <a:chOff x="868" y="1439"/>
            <a:chExt cx="811" cy="972"/>
          </a:xfrm>
        </p:grpSpPr>
        <p:sp>
          <p:nvSpPr>
            <p:cNvPr id="191506" name="Freeform 28"/>
            <p:cNvSpPr>
              <a:spLocks/>
            </p:cNvSpPr>
            <p:nvPr/>
          </p:nvSpPr>
          <p:spPr bwMode="auto">
            <a:xfrm>
              <a:off x="1548" y="2014"/>
              <a:ext cx="123" cy="100"/>
            </a:xfrm>
            <a:custGeom>
              <a:avLst/>
              <a:gdLst>
                <a:gd name="T0" fmla="*/ 5 w 618"/>
                <a:gd name="T1" fmla="*/ 0 h 502"/>
                <a:gd name="T2" fmla="*/ 5 w 618"/>
                <a:gd name="T3" fmla="*/ 0 h 502"/>
                <a:gd name="T4" fmla="*/ 0 w 618"/>
                <a:gd name="T5" fmla="*/ 4 h 502"/>
                <a:gd name="T6" fmla="*/ 0 w 618"/>
                <a:gd name="T7" fmla="*/ 4 h 502"/>
                <a:gd name="T8" fmla="*/ 5 w 618"/>
                <a:gd name="T9" fmla="*/ 0 h 502"/>
                <a:gd name="T10" fmla="*/ 5 w 618"/>
                <a:gd name="T11" fmla="*/ 0 h 502"/>
                <a:gd name="T12" fmla="*/ 5 w 618"/>
                <a:gd name="T13" fmla="*/ 0 h 502"/>
                <a:gd name="T14" fmla="*/ 5 w 618"/>
                <a:gd name="T15" fmla="*/ 0 h 502"/>
                <a:gd name="T16" fmla="*/ 5 w 618"/>
                <a:gd name="T17" fmla="*/ 0 h 502"/>
                <a:gd name="T18" fmla="*/ 5 w 618"/>
                <a:gd name="T19" fmla="*/ 0 h 502"/>
                <a:gd name="T20" fmla="*/ 5 w 618"/>
                <a:gd name="T21" fmla="*/ 0 h 502"/>
                <a:gd name="T22" fmla="*/ 5 w 618"/>
                <a:gd name="T23" fmla="*/ 0 h 502"/>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618"/>
                <a:gd name="T37" fmla="*/ 0 h 502"/>
                <a:gd name="T38" fmla="*/ 618 w 618"/>
                <a:gd name="T39" fmla="*/ 502 h 502"/>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618" h="502">
                  <a:moveTo>
                    <a:pt x="611" y="0"/>
                  </a:moveTo>
                  <a:lnTo>
                    <a:pt x="606" y="2"/>
                  </a:lnTo>
                  <a:lnTo>
                    <a:pt x="0" y="490"/>
                  </a:lnTo>
                  <a:lnTo>
                    <a:pt x="10" y="502"/>
                  </a:lnTo>
                  <a:lnTo>
                    <a:pt x="616" y="14"/>
                  </a:lnTo>
                  <a:lnTo>
                    <a:pt x="611" y="16"/>
                  </a:lnTo>
                  <a:lnTo>
                    <a:pt x="616" y="14"/>
                  </a:lnTo>
                  <a:lnTo>
                    <a:pt x="618" y="9"/>
                  </a:lnTo>
                  <a:lnTo>
                    <a:pt x="617" y="3"/>
                  </a:lnTo>
                  <a:lnTo>
                    <a:pt x="612" y="1"/>
                  </a:lnTo>
                  <a:lnTo>
                    <a:pt x="606" y="2"/>
                  </a:lnTo>
                  <a:lnTo>
                    <a:pt x="611"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1507" name="Freeform 29"/>
            <p:cNvSpPr>
              <a:spLocks/>
            </p:cNvSpPr>
            <p:nvPr/>
          </p:nvSpPr>
          <p:spPr bwMode="auto">
            <a:xfrm>
              <a:off x="876" y="1852"/>
              <a:ext cx="82" cy="373"/>
            </a:xfrm>
            <a:custGeom>
              <a:avLst/>
              <a:gdLst>
                <a:gd name="T0" fmla="*/ 3 w 413"/>
                <a:gd name="T1" fmla="*/ 15 h 1865"/>
                <a:gd name="T2" fmla="*/ 3 w 413"/>
                <a:gd name="T3" fmla="*/ 15 h 1865"/>
                <a:gd name="T4" fmla="*/ 0 w 413"/>
                <a:gd name="T5" fmla="*/ 0 h 1865"/>
                <a:gd name="T6" fmla="*/ 0 w 413"/>
                <a:gd name="T7" fmla="*/ 0 h 1865"/>
                <a:gd name="T8" fmla="*/ 3 w 413"/>
                <a:gd name="T9" fmla="*/ 15 h 1865"/>
                <a:gd name="T10" fmla="*/ 3 w 413"/>
                <a:gd name="T11" fmla="*/ 15 h 1865"/>
                <a:gd name="T12" fmla="*/ 3 w 413"/>
                <a:gd name="T13" fmla="*/ 15 h 1865"/>
                <a:gd name="T14" fmla="*/ 3 w 413"/>
                <a:gd name="T15" fmla="*/ 15 h 1865"/>
                <a:gd name="T16" fmla="*/ 3 w 413"/>
                <a:gd name="T17" fmla="*/ 15 h 1865"/>
                <a:gd name="T18" fmla="*/ 3 w 413"/>
                <a:gd name="T19" fmla="*/ 15 h 1865"/>
                <a:gd name="T20" fmla="*/ 3 w 413"/>
                <a:gd name="T21" fmla="*/ 15 h 1865"/>
                <a:gd name="T22" fmla="*/ 3 w 413"/>
                <a:gd name="T23" fmla="*/ 15 h 186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413"/>
                <a:gd name="T37" fmla="*/ 0 h 1865"/>
                <a:gd name="T38" fmla="*/ 413 w 413"/>
                <a:gd name="T39" fmla="*/ 1865 h 1865"/>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413" h="1865">
                  <a:moveTo>
                    <a:pt x="400" y="1864"/>
                  </a:moveTo>
                  <a:lnTo>
                    <a:pt x="413" y="1856"/>
                  </a:lnTo>
                  <a:lnTo>
                    <a:pt x="17" y="0"/>
                  </a:lnTo>
                  <a:lnTo>
                    <a:pt x="0" y="2"/>
                  </a:lnTo>
                  <a:lnTo>
                    <a:pt x="396" y="1858"/>
                  </a:lnTo>
                  <a:lnTo>
                    <a:pt x="409" y="1850"/>
                  </a:lnTo>
                  <a:lnTo>
                    <a:pt x="396" y="1858"/>
                  </a:lnTo>
                  <a:lnTo>
                    <a:pt x="400" y="1864"/>
                  </a:lnTo>
                  <a:lnTo>
                    <a:pt x="406" y="1865"/>
                  </a:lnTo>
                  <a:lnTo>
                    <a:pt x="410" y="1862"/>
                  </a:lnTo>
                  <a:lnTo>
                    <a:pt x="413" y="1856"/>
                  </a:lnTo>
                  <a:lnTo>
                    <a:pt x="400" y="186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1508" name="Freeform 30"/>
            <p:cNvSpPr>
              <a:spLocks/>
            </p:cNvSpPr>
            <p:nvPr/>
          </p:nvSpPr>
          <p:spPr bwMode="auto">
            <a:xfrm>
              <a:off x="1282" y="1533"/>
              <a:ext cx="35" cy="161"/>
            </a:xfrm>
            <a:custGeom>
              <a:avLst/>
              <a:gdLst>
                <a:gd name="T0" fmla="*/ 1 w 175"/>
                <a:gd name="T1" fmla="*/ 6 h 807"/>
                <a:gd name="T2" fmla="*/ 1 w 175"/>
                <a:gd name="T3" fmla="*/ 6 h 807"/>
                <a:gd name="T4" fmla="*/ 1 w 175"/>
                <a:gd name="T5" fmla="*/ 6 h 807"/>
                <a:gd name="T6" fmla="*/ 1 w 175"/>
                <a:gd name="T7" fmla="*/ 5 h 807"/>
                <a:gd name="T8" fmla="*/ 1 w 175"/>
                <a:gd name="T9" fmla="*/ 5 h 807"/>
                <a:gd name="T10" fmla="*/ 1 w 175"/>
                <a:gd name="T11" fmla="*/ 5 h 807"/>
                <a:gd name="T12" fmla="*/ 1 w 175"/>
                <a:gd name="T13" fmla="*/ 4 h 807"/>
                <a:gd name="T14" fmla="*/ 1 w 175"/>
                <a:gd name="T15" fmla="*/ 4 h 807"/>
                <a:gd name="T16" fmla="*/ 1 w 175"/>
                <a:gd name="T17" fmla="*/ 3 h 807"/>
                <a:gd name="T18" fmla="*/ 1 w 175"/>
                <a:gd name="T19" fmla="*/ 3 h 807"/>
                <a:gd name="T20" fmla="*/ 1 w 175"/>
                <a:gd name="T21" fmla="*/ 3 h 807"/>
                <a:gd name="T22" fmla="*/ 1 w 175"/>
                <a:gd name="T23" fmla="*/ 2 h 807"/>
                <a:gd name="T24" fmla="*/ 1 w 175"/>
                <a:gd name="T25" fmla="*/ 2 h 807"/>
                <a:gd name="T26" fmla="*/ 1 w 175"/>
                <a:gd name="T27" fmla="*/ 2 h 807"/>
                <a:gd name="T28" fmla="*/ 1 w 175"/>
                <a:gd name="T29" fmla="*/ 1 h 807"/>
                <a:gd name="T30" fmla="*/ 1 w 175"/>
                <a:gd name="T31" fmla="*/ 1 h 807"/>
                <a:gd name="T32" fmla="*/ 1 w 175"/>
                <a:gd name="T33" fmla="*/ 1 h 807"/>
                <a:gd name="T34" fmla="*/ 1 w 175"/>
                <a:gd name="T35" fmla="*/ 0 h 807"/>
                <a:gd name="T36" fmla="*/ 1 w 175"/>
                <a:gd name="T37" fmla="*/ 0 h 807"/>
                <a:gd name="T38" fmla="*/ 1 w 175"/>
                <a:gd name="T39" fmla="*/ 0 h 807"/>
                <a:gd name="T40" fmla="*/ 0 w 175"/>
                <a:gd name="T41" fmla="*/ 1 h 807"/>
                <a:gd name="T42" fmla="*/ 0 w 175"/>
                <a:gd name="T43" fmla="*/ 1 h 807"/>
                <a:gd name="T44" fmla="*/ 0 w 175"/>
                <a:gd name="T45" fmla="*/ 1 h 807"/>
                <a:gd name="T46" fmla="*/ 0 w 175"/>
                <a:gd name="T47" fmla="*/ 2 h 807"/>
                <a:gd name="T48" fmla="*/ 0 w 175"/>
                <a:gd name="T49" fmla="*/ 2 h 807"/>
                <a:gd name="T50" fmla="*/ 0 w 175"/>
                <a:gd name="T51" fmla="*/ 3 h 807"/>
                <a:gd name="T52" fmla="*/ 0 w 175"/>
                <a:gd name="T53" fmla="*/ 3 h 807"/>
                <a:gd name="T54" fmla="*/ 0 w 175"/>
                <a:gd name="T55" fmla="*/ 3 h 807"/>
                <a:gd name="T56" fmla="*/ 0 w 175"/>
                <a:gd name="T57" fmla="*/ 4 h 807"/>
                <a:gd name="T58" fmla="*/ 0 w 175"/>
                <a:gd name="T59" fmla="*/ 4 h 807"/>
                <a:gd name="T60" fmla="*/ 0 w 175"/>
                <a:gd name="T61" fmla="*/ 5 h 807"/>
                <a:gd name="T62" fmla="*/ 0 w 175"/>
                <a:gd name="T63" fmla="*/ 5 h 807"/>
                <a:gd name="T64" fmla="*/ 0 w 175"/>
                <a:gd name="T65" fmla="*/ 5 h 807"/>
                <a:gd name="T66" fmla="*/ 1 w 175"/>
                <a:gd name="T67" fmla="*/ 6 h 807"/>
                <a:gd name="T68" fmla="*/ 1 w 175"/>
                <a:gd name="T69" fmla="*/ 6 h 807"/>
                <a:gd name="T70" fmla="*/ 1 w 175"/>
                <a:gd name="T71" fmla="*/ 6 h 807"/>
                <a:gd name="T72" fmla="*/ 1 w 175"/>
                <a:gd name="T73" fmla="*/ 6 h 807"/>
                <a:gd name="T74" fmla="*/ 1 w 175"/>
                <a:gd name="T75" fmla="*/ 6 h 807"/>
                <a:gd name="T76" fmla="*/ 1 w 175"/>
                <a:gd name="T77" fmla="*/ 6 h 807"/>
                <a:gd name="T78" fmla="*/ 1 w 175"/>
                <a:gd name="T79" fmla="*/ 6 h 807"/>
                <a:gd name="T80" fmla="*/ 1 w 175"/>
                <a:gd name="T81" fmla="*/ 6 h 807"/>
                <a:gd name="T82" fmla="*/ 1 w 175"/>
                <a:gd name="T83" fmla="*/ 6 h 807"/>
                <a:gd name="T84" fmla="*/ 1 w 175"/>
                <a:gd name="T85" fmla="*/ 6 h 807"/>
                <a:gd name="T86" fmla="*/ 1 w 175"/>
                <a:gd name="T87" fmla="*/ 6 h 807"/>
                <a:gd name="T88" fmla="*/ 1 w 175"/>
                <a:gd name="T89" fmla="*/ 6 h 807"/>
                <a:gd name="T90" fmla="*/ 1 w 175"/>
                <a:gd name="T91" fmla="*/ 6 h 80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175"/>
                <a:gd name="T139" fmla="*/ 0 h 807"/>
                <a:gd name="T140" fmla="*/ 175 w 175"/>
                <a:gd name="T141" fmla="*/ 807 h 80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175" h="807">
                  <a:moveTo>
                    <a:pt x="169" y="740"/>
                  </a:moveTo>
                  <a:lnTo>
                    <a:pt x="169" y="739"/>
                  </a:lnTo>
                  <a:lnTo>
                    <a:pt x="149" y="698"/>
                  </a:lnTo>
                  <a:lnTo>
                    <a:pt x="133" y="656"/>
                  </a:lnTo>
                  <a:lnTo>
                    <a:pt x="120" y="611"/>
                  </a:lnTo>
                  <a:lnTo>
                    <a:pt x="108" y="565"/>
                  </a:lnTo>
                  <a:lnTo>
                    <a:pt x="100" y="520"/>
                  </a:lnTo>
                  <a:lnTo>
                    <a:pt x="96" y="472"/>
                  </a:lnTo>
                  <a:lnTo>
                    <a:pt x="93" y="425"/>
                  </a:lnTo>
                  <a:lnTo>
                    <a:pt x="93" y="377"/>
                  </a:lnTo>
                  <a:lnTo>
                    <a:pt x="96" y="330"/>
                  </a:lnTo>
                  <a:lnTo>
                    <a:pt x="100" y="283"/>
                  </a:lnTo>
                  <a:lnTo>
                    <a:pt x="106" y="238"/>
                  </a:lnTo>
                  <a:lnTo>
                    <a:pt x="115" y="195"/>
                  </a:lnTo>
                  <a:lnTo>
                    <a:pt x="126" y="153"/>
                  </a:lnTo>
                  <a:lnTo>
                    <a:pt x="139" y="114"/>
                  </a:lnTo>
                  <a:lnTo>
                    <a:pt x="153" y="77"/>
                  </a:lnTo>
                  <a:lnTo>
                    <a:pt x="169" y="43"/>
                  </a:lnTo>
                  <a:lnTo>
                    <a:pt x="87" y="0"/>
                  </a:lnTo>
                  <a:lnTo>
                    <a:pt x="69" y="39"/>
                  </a:lnTo>
                  <a:lnTo>
                    <a:pt x="52" y="81"/>
                  </a:lnTo>
                  <a:lnTo>
                    <a:pt x="37" y="127"/>
                  </a:lnTo>
                  <a:lnTo>
                    <a:pt x="24" y="174"/>
                  </a:lnTo>
                  <a:lnTo>
                    <a:pt x="15" y="222"/>
                  </a:lnTo>
                  <a:lnTo>
                    <a:pt x="7" y="271"/>
                  </a:lnTo>
                  <a:lnTo>
                    <a:pt x="2" y="323"/>
                  </a:lnTo>
                  <a:lnTo>
                    <a:pt x="0" y="374"/>
                  </a:lnTo>
                  <a:lnTo>
                    <a:pt x="0" y="427"/>
                  </a:lnTo>
                  <a:lnTo>
                    <a:pt x="2" y="479"/>
                  </a:lnTo>
                  <a:lnTo>
                    <a:pt x="9" y="531"/>
                  </a:lnTo>
                  <a:lnTo>
                    <a:pt x="17" y="584"/>
                  </a:lnTo>
                  <a:lnTo>
                    <a:pt x="29" y="635"/>
                  </a:lnTo>
                  <a:lnTo>
                    <a:pt x="44" y="686"/>
                  </a:lnTo>
                  <a:lnTo>
                    <a:pt x="65" y="736"/>
                  </a:lnTo>
                  <a:lnTo>
                    <a:pt x="87" y="784"/>
                  </a:lnTo>
                  <a:lnTo>
                    <a:pt x="87" y="782"/>
                  </a:lnTo>
                  <a:lnTo>
                    <a:pt x="87" y="784"/>
                  </a:lnTo>
                  <a:lnTo>
                    <a:pt x="100" y="799"/>
                  </a:lnTo>
                  <a:lnTo>
                    <a:pt x="117" y="807"/>
                  </a:lnTo>
                  <a:lnTo>
                    <a:pt x="134" y="807"/>
                  </a:lnTo>
                  <a:lnTo>
                    <a:pt x="151" y="801"/>
                  </a:lnTo>
                  <a:lnTo>
                    <a:pt x="164" y="791"/>
                  </a:lnTo>
                  <a:lnTo>
                    <a:pt x="173" y="777"/>
                  </a:lnTo>
                  <a:lnTo>
                    <a:pt x="175" y="759"/>
                  </a:lnTo>
                  <a:lnTo>
                    <a:pt x="169" y="739"/>
                  </a:lnTo>
                  <a:lnTo>
                    <a:pt x="169" y="74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1509" name="Freeform 31"/>
            <p:cNvSpPr>
              <a:spLocks/>
            </p:cNvSpPr>
            <p:nvPr/>
          </p:nvSpPr>
          <p:spPr bwMode="auto">
            <a:xfrm>
              <a:off x="1299" y="1681"/>
              <a:ext cx="157" cy="281"/>
            </a:xfrm>
            <a:custGeom>
              <a:avLst/>
              <a:gdLst>
                <a:gd name="T0" fmla="*/ 6 w 787"/>
                <a:gd name="T1" fmla="*/ 11 h 1404"/>
                <a:gd name="T2" fmla="*/ 6 w 787"/>
                <a:gd name="T3" fmla="*/ 11 h 1404"/>
                <a:gd name="T4" fmla="*/ 1 w 787"/>
                <a:gd name="T5" fmla="*/ 0 h 1404"/>
                <a:gd name="T6" fmla="*/ 0 w 787"/>
                <a:gd name="T7" fmla="*/ 0 h 1404"/>
                <a:gd name="T8" fmla="*/ 6 w 787"/>
                <a:gd name="T9" fmla="*/ 11 h 1404"/>
                <a:gd name="T10" fmla="*/ 6 w 787"/>
                <a:gd name="T11" fmla="*/ 11 h 1404"/>
                <a:gd name="T12" fmla="*/ 6 w 787"/>
                <a:gd name="T13" fmla="*/ 11 h 1404"/>
                <a:gd name="T14" fmla="*/ 6 w 787"/>
                <a:gd name="T15" fmla="*/ 11 h 1404"/>
                <a:gd name="T16" fmla="*/ 6 w 787"/>
                <a:gd name="T17" fmla="*/ 11 h 1404"/>
                <a:gd name="T18" fmla="*/ 6 w 787"/>
                <a:gd name="T19" fmla="*/ 11 h 1404"/>
                <a:gd name="T20" fmla="*/ 6 w 787"/>
                <a:gd name="T21" fmla="*/ 11 h 1404"/>
                <a:gd name="T22" fmla="*/ 6 w 787"/>
                <a:gd name="T23" fmla="*/ 11 h 1404"/>
                <a:gd name="T24" fmla="*/ 6 w 787"/>
                <a:gd name="T25" fmla="*/ 11 h 1404"/>
                <a:gd name="T26" fmla="*/ 6 w 787"/>
                <a:gd name="T27" fmla="*/ 11 h 1404"/>
                <a:gd name="T28" fmla="*/ 6 w 787"/>
                <a:gd name="T29" fmla="*/ 11 h 1404"/>
                <a:gd name="T30" fmla="*/ 6 w 787"/>
                <a:gd name="T31" fmla="*/ 11 h 1404"/>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787"/>
                <a:gd name="T49" fmla="*/ 0 h 1404"/>
                <a:gd name="T50" fmla="*/ 787 w 787"/>
                <a:gd name="T51" fmla="*/ 1404 h 1404"/>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787" h="1404">
                  <a:moveTo>
                    <a:pt x="781" y="1334"/>
                  </a:moveTo>
                  <a:lnTo>
                    <a:pt x="781" y="1337"/>
                  </a:lnTo>
                  <a:lnTo>
                    <a:pt x="82" y="0"/>
                  </a:lnTo>
                  <a:lnTo>
                    <a:pt x="0" y="42"/>
                  </a:lnTo>
                  <a:lnTo>
                    <a:pt x="699" y="1379"/>
                  </a:lnTo>
                  <a:lnTo>
                    <a:pt x="699" y="1381"/>
                  </a:lnTo>
                  <a:lnTo>
                    <a:pt x="699" y="1379"/>
                  </a:lnTo>
                  <a:lnTo>
                    <a:pt x="712" y="1395"/>
                  </a:lnTo>
                  <a:lnTo>
                    <a:pt x="727" y="1402"/>
                  </a:lnTo>
                  <a:lnTo>
                    <a:pt x="744" y="1404"/>
                  </a:lnTo>
                  <a:lnTo>
                    <a:pt x="761" y="1398"/>
                  </a:lnTo>
                  <a:lnTo>
                    <a:pt x="775" y="1388"/>
                  </a:lnTo>
                  <a:lnTo>
                    <a:pt x="784" y="1373"/>
                  </a:lnTo>
                  <a:lnTo>
                    <a:pt x="787" y="1357"/>
                  </a:lnTo>
                  <a:lnTo>
                    <a:pt x="781" y="1337"/>
                  </a:lnTo>
                  <a:lnTo>
                    <a:pt x="781" y="13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1510" name="Freeform 32"/>
            <p:cNvSpPr>
              <a:spLocks/>
            </p:cNvSpPr>
            <p:nvPr/>
          </p:nvSpPr>
          <p:spPr bwMode="auto">
            <a:xfrm>
              <a:off x="1439" y="1948"/>
              <a:ext cx="125" cy="76"/>
            </a:xfrm>
            <a:custGeom>
              <a:avLst/>
              <a:gdLst>
                <a:gd name="T0" fmla="*/ 5 w 628"/>
                <a:gd name="T1" fmla="*/ 2 h 383"/>
                <a:gd name="T2" fmla="*/ 5 w 628"/>
                <a:gd name="T3" fmla="*/ 2 h 383"/>
                <a:gd name="T4" fmla="*/ 4 w 628"/>
                <a:gd name="T5" fmla="*/ 2 h 383"/>
                <a:gd name="T6" fmla="*/ 4 w 628"/>
                <a:gd name="T7" fmla="*/ 2 h 383"/>
                <a:gd name="T8" fmla="*/ 4 w 628"/>
                <a:gd name="T9" fmla="*/ 2 h 383"/>
                <a:gd name="T10" fmla="*/ 3 w 628"/>
                <a:gd name="T11" fmla="*/ 2 h 383"/>
                <a:gd name="T12" fmla="*/ 3 w 628"/>
                <a:gd name="T13" fmla="*/ 2 h 383"/>
                <a:gd name="T14" fmla="*/ 3 w 628"/>
                <a:gd name="T15" fmla="*/ 2 h 383"/>
                <a:gd name="T16" fmla="*/ 3 w 628"/>
                <a:gd name="T17" fmla="*/ 2 h 383"/>
                <a:gd name="T18" fmla="*/ 2 w 628"/>
                <a:gd name="T19" fmla="*/ 2 h 383"/>
                <a:gd name="T20" fmla="*/ 2 w 628"/>
                <a:gd name="T21" fmla="*/ 2 h 383"/>
                <a:gd name="T22" fmla="*/ 2 w 628"/>
                <a:gd name="T23" fmla="*/ 1 h 383"/>
                <a:gd name="T24" fmla="*/ 2 w 628"/>
                <a:gd name="T25" fmla="*/ 1 h 383"/>
                <a:gd name="T26" fmla="*/ 1 w 628"/>
                <a:gd name="T27" fmla="*/ 1 h 383"/>
                <a:gd name="T28" fmla="*/ 1 w 628"/>
                <a:gd name="T29" fmla="*/ 1 h 383"/>
                <a:gd name="T30" fmla="*/ 1 w 628"/>
                <a:gd name="T31" fmla="*/ 1 h 383"/>
                <a:gd name="T32" fmla="*/ 1 w 628"/>
                <a:gd name="T33" fmla="*/ 0 h 383"/>
                <a:gd name="T34" fmla="*/ 1 w 628"/>
                <a:gd name="T35" fmla="*/ 0 h 383"/>
                <a:gd name="T36" fmla="*/ 0 w 628"/>
                <a:gd name="T37" fmla="*/ 0 h 383"/>
                <a:gd name="T38" fmla="*/ 0 w 628"/>
                <a:gd name="T39" fmla="*/ 1 h 383"/>
                <a:gd name="T40" fmla="*/ 0 w 628"/>
                <a:gd name="T41" fmla="*/ 1 h 383"/>
                <a:gd name="T42" fmla="*/ 1 w 628"/>
                <a:gd name="T43" fmla="*/ 1 h 383"/>
                <a:gd name="T44" fmla="*/ 1 w 628"/>
                <a:gd name="T45" fmla="*/ 1 h 383"/>
                <a:gd name="T46" fmla="*/ 1 w 628"/>
                <a:gd name="T47" fmla="*/ 2 h 383"/>
                <a:gd name="T48" fmla="*/ 1 w 628"/>
                <a:gd name="T49" fmla="*/ 2 h 383"/>
                <a:gd name="T50" fmla="*/ 2 w 628"/>
                <a:gd name="T51" fmla="*/ 2 h 383"/>
                <a:gd name="T52" fmla="*/ 2 w 628"/>
                <a:gd name="T53" fmla="*/ 2 h 383"/>
                <a:gd name="T54" fmla="*/ 2 w 628"/>
                <a:gd name="T55" fmla="*/ 2 h 383"/>
                <a:gd name="T56" fmla="*/ 3 w 628"/>
                <a:gd name="T57" fmla="*/ 3 h 383"/>
                <a:gd name="T58" fmla="*/ 3 w 628"/>
                <a:gd name="T59" fmla="*/ 3 h 383"/>
                <a:gd name="T60" fmla="*/ 3 w 628"/>
                <a:gd name="T61" fmla="*/ 3 h 383"/>
                <a:gd name="T62" fmla="*/ 4 w 628"/>
                <a:gd name="T63" fmla="*/ 3 h 383"/>
                <a:gd name="T64" fmla="*/ 4 w 628"/>
                <a:gd name="T65" fmla="*/ 3 h 383"/>
                <a:gd name="T66" fmla="*/ 4 w 628"/>
                <a:gd name="T67" fmla="*/ 3 h 383"/>
                <a:gd name="T68" fmla="*/ 5 w 628"/>
                <a:gd name="T69" fmla="*/ 3 h 383"/>
                <a:gd name="T70" fmla="*/ 5 w 628"/>
                <a:gd name="T71" fmla="*/ 3 h 383"/>
                <a:gd name="T72" fmla="*/ 5 w 628"/>
                <a:gd name="T73" fmla="*/ 3 h 383"/>
                <a:gd name="T74" fmla="*/ 5 w 628"/>
                <a:gd name="T75" fmla="*/ 3 h 383"/>
                <a:gd name="T76" fmla="*/ 5 w 628"/>
                <a:gd name="T77" fmla="*/ 3 h 383"/>
                <a:gd name="T78" fmla="*/ 5 w 628"/>
                <a:gd name="T79" fmla="*/ 3 h 383"/>
                <a:gd name="T80" fmla="*/ 5 w 628"/>
                <a:gd name="T81" fmla="*/ 3 h 383"/>
                <a:gd name="T82" fmla="*/ 5 w 628"/>
                <a:gd name="T83" fmla="*/ 3 h 383"/>
                <a:gd name="T84" fmla="*/ 5 w 628"/>
                <a:gd name="T85" fmla="*/ 2 h 383"/>
                <a:gd name="T86" fmla="*/ 5 w 628"/>
                <a:gd name="T87" fmla="*/ 2 h 383"/>
                <a:gd name="T88" fmla="*/ 5 w 628"/>
                <a:gd name="T89" fmla="*/ 2 h 383"/>
                <a:gd name="T90" fmla="*/ 5 w 628"/>
                <a:gd name="T91" fmla="*/ 2 h 38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628"/>
                <a:gd name="T139" fmla="*/ 0 h 383"/>
                <a:gd name="T140" fmla="*/ 628 w 628"/>
                <a:gd name="T141" fmla="*/ 383 h 38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628" h="383">
                  <a:moveTo>
                    <a:pt x="581" y="289"/>
                  </a:moveTo>
                  <a:lnTo>
                    <a:pt x="582" y="289"/>
                  </a:lnTo>
                  <a:lnTo>
                    <a:pt x="541" y="287"/>
                  </a:lnTo>
                  <a:lnTo>
                    <a:pt x="500" y="283"/>
                  </a:lnTo>
                  <a:lnTo>
                    <a:pt x="462" y="276"/>
                  </a:lnTo>
                  <a:lnTo>
                    <a:pt x="424" y="268"/>
                  </a:lnTo>
                  <a:lnTo>
                    <a:pt x="389" y="255"/>
                  </a:lnTo>
                  <a:lnTo>
                    <a:pt x="352" y="242"/>
                  </a:lnTo>
                  <a:lnTo>
                    <a:pt x="320" y="227"/>
                  </a:lnTo>
                  <a:lnTo>
                    <a:pt x="287" y="209"/>
                  </a:lnTo>
                  <a:lnTo>
                    <a:pt x="255" y="189"/>
                  </a:lnTo>
                  <a:lnTo>
                    <a:pt x="226" y="168"/>
                  </a:lnTo>
                  <a:lnTo>
                    <a:pt x="198" y="145"/>
                  </a:lnTo>
                  <a:lnTo>
                    <a:pt x="172" y="119"/>
                  </a:lnTo>
                  <a:lnTo>
                    <a:pt x="146" y="92"/>
                  </a:lnTo>
                  <a:lnTo>
                    <a:pt x="122" y="64"/>
                  </a:lnTo>
                  <a:lnTo>
                    <a:pt x="100" y="33"/>
                  </a:lnTo>
                  <a:lnTo>
                    <a:pt x="82" y="0"/>
                  </a:lnTo>
                  <a:lnTo>
                    <a:pt x="0" y="47"/>
                  </a:lnTo>
                  <a:lnTo>
                    <a:pt x="23" y="85"/>
                  </a:lnTo>
                  <a:lnTo>
                    <a:pt x="49" y="120"/>
                  </a:lnTo>
                  <a:lnTo>
                    <a:pt x="76" y="153"/>
                  </a:lnTo>
                  <a:lnTo>
                    <a:pt x="104" y="185"/>
                  </a:lnTo>
                  <a:lnTo>
                    <a:pt x="137" y="215"/>
                  </a:lnTo>
                  <a:lnTo>
                    <a:pt x="170" y="241"/>
                  </a:lnTo>
                  <a:lnTo>
                    <a:pt x="204" y="267"/>
                  </a:lnTo>
                  <a:lnTo>
                    <a:pt x="240" y="289"/>
                  </a:lnTo>
                  <a:lnTo>
                    <a:pt x="277" y="309"/>
                  </a:lnTo>
                  <a:lnTo>
                    <a:pt x="317" y="329"/>
                  </a:lnTo>
                  <a:lnTo>
                    <a:pt x="358" y="344"/>
                  </a:lnTo>
                  <a:lnTo>
                    <a:pt x="400" y="357"/>
                  </a:lnTo>
                  <a:lnTo>
                    <a:pt x="444" y="367"/>
                  </a:lnTo>
                  <a:lnTo>
                    <a:pt x="488" y="374"/>
                  </a:lnTo>
                  <a:lnTo>
                    <a:pt x="534" y="380"/>
                  </a:lnTo>
                  <a:lnTo>
                    <a:pt x="580" y="383"/>
                  </a:lnTo>
                  <a:lnTo>
                    <a:pt x="581" y="383"/>
                  </a:lnTo>
                  <a:lnTo>
                    <a:pt x="580" y="383"/>
                  </a:lnTo>
                  <a:lnTo>
                    <a:pt x="600" y="379"/>
                  </a:lnTo>
                  <a:lnTo>
                    <a:pt x="615" y="369"/>
                  </a:lnTo>
                  <a:lnTo>
                    <a:pt x="624" y="353"/>
                  </a:lnTo>
                  <a:lnTo>
                    <a:pt x="628" y="337"/>
                  </a:lnTo>
                  <a:lnTo>
                    <a:pt x="625" y="319"/>
                  </a:lnTo>
                  <a:lnTo>
                    <a:pt x="617" y="304"/>
                  </a:lnTo>
                  <a:lnTo>
                    <a:pt x="602" y="294"/>
                  </a:lnTo>
                  <a:lnTo>
                    <a:pt x="582" y="289"/>
                  </a:lnTo>
                  <a:lnTo>
                    <a:pt x="581" y="28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1511" name="Freeform 33"/>
            <p:cNvSpPr>
              <a:spLocks/>
            </p:cNvSpPr>
            <p:nvPr/>
          </p:nvSpPr>
          <p:spPr bwMode="auto">
            <a:xfrm>
              <a:off x="1587" y="1880"/>
              <a:ext cx="85" cy="49"/>
            </a:xfrm>
            <a:custGeom>
              <a:avLst/>
              <a:gdLst>
                <a:gd name="T0" fmla="*/ 3 w 426"/>
                <a:gd name="T1" fmla="*/ 0 h 245"/>
                <a:gd name="T2" fmla="*/ 3 w 426"/>
                <a:gd name="T3" fmla="*/ 0 h 245"/>
                <a:gd name="T4" fmla="*/ 3 w 426"/>
                <a:gd name="T5" fmla="*/ 0 h 245"/>
                <a:gd name="T6" fmla="*/ 3 w 426"/>
                <a:gd name="T7" fmla="*/ 0 h 245"/>
                <a:gd name="T8" fmla="*/ 2 w 426"/>
                <a:gd name="T9" fmla="*/ 0 h 245"/>
                <a:gd name="T10" fmla="*/ 2 w 426"/>
                <a:gd name="T11" fmla="*/ 0 h 245"/>
                <a:gd name="T12" fmla="*/ 2 w 426"/>
                <a:gd name="T13" fmla="*/ 0 h 245"/>
                <a:gd name="T14" fmla="*/ 2 w 426"/>
                <a:gd name="T15" fmla="*/ 0 h 245"/>
                <a:gd name="T16" fmla="*/ 1 w 426"/>
                <a:gd name="T17" fmla="*/ 0 h 245"/>
                <a:gd name="T18" fmla="*/ 1 w 426"/>
                <a:gd name="T19" fmla="*/ 1 h 245"/>
                <a:gd name="T20" fmla="*/ 1 w 426"/>
                <a:gd name="T21" fmla="*/ 1 h 245"/>
                <a:gd name="T22" fmla="*/ 1 w 426"/>
                <a:gd name="T23" fmla="*/ 1 h 245"/>
                <a:gd name="T24" fmla="*/ 0 w 426"/>
                <a:gd name="T25" fmla="*/ 1 h 245"/>
                <a:gd name="T26" fmla="*/ 0 w 426"/>
                <a:gd name="T27" fmla="*/ 1 h 245"/>
                <a:gd name="T28" fmla="*/ 0 w 426"/>
                <a:gd name="T29" fmla="*/ 1 h 245"/>
                <a:gd name="T30" fmla="*/ 0 w 426"/>
                <a:gd name="T31" fmla="*/ 2 h 245"/>
                <a:gd name="T32" fmla="*/ 0 w 426"/>
                <a:gd name="T33" fmla="*/ 2 h 245"/>
                <a:gd name="T34" fmla="*/ 0 w 426"/>
                <a:gd name="T35" fmla="*/ 2 h 245"/>
                <a:gd name="T36" fmla="*/ 0 w 426"/>
                <a:gd name="T37" fmla="*/ 2 h 245"/>
                <a:gd name="T38" fmla="*/ 0 w 426"/>
                <a:gd name="T39" fmla="*/ 2 h 245"/>
                <a:gd name="T40" fmla="*/ 0 w 426"/>
                <a:gd name="T41" fmla="*/ 2 h 245"/>
                <a:gd name="T42" fmla="*/ 0 w 426"/>
                <a:gd name="T43" fmla="*/ 1 h 245"/>
                <a:gd name="T44" fmla="*/ 0 w 426"/>
                <a:gd name="T45" fmla="*/ 1 h 245"/>
                <a:gd name="T46" fmla="*/ 0 w 426"/>
                <a:gd name="T47" fmla="*/ 1 h 245"/>
                <a:gd name="T48" fmla="*/ 1 w 426"/>
                <a:gd name="T49" fmla="*/ 1 h 245"/>
                <a:gd name="T50" fmla="*/ 1 w 426"/>
                <a:gd name="T51" fmla="*/ 1 h 245"/>
                <a:gd name="T52" fmla="*/ 1 w 426"/>
                <a:gd name="T53" fmla="*/ 1 h 245"/>
                <a:gd name="T54" fmla="*/ 1 w 426"/>
                <a:gd name="T55" fmla="*/ 1 h 245"/>
                <a:gd name="T56" fmla="*/ 2 w 426"/>
                <a:gd name="T57" fmla="*/ 0 h 245"/>
                <a:gd name="T58" fmla="*/ 2 w 426"/>
                <a:gd name="T59" fmla="*/ 0 h 245"/>
                <a:gd name="T60" fmla="*/ 2 w 426"/>
                <a:gd name="T61" fmla="*/ 0 h 245"/>
                <a:gd name="T62" fmla="*/ 2 w 426"/>
                <a:gd name="T63" fmla="*/ 0 h 245"/>
                <a:gd name="T64" fmla="*/ 3 w 426"/>
                <a:gd name="T65" fmla="*/ 0 h 245"/>
                <a:gd name="T66" fmla="*/ 3 w 426"/>
                <a:gd name="T67" fmla="*/ 0 h 245"/>
                <a:gd name="T68" fmla="*/ 3 w 426"/>
                <a:gd name="T69" fmla="*/ 0 h 245"/>
                <a:gd name="T70" fmla="*/ 3 w 426"/>
                <a:gd name="T71" fmla="*/ 0 h 245"/>
                <a:gd name="T72" fmla="*/ 3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426" y="0"/>
                  </a:moveTo>
                  <a:lnTo>
                    <a:pt x="426" y="0"/>
                  </a:lnTo>
                  <a:lnTo>
                    <a:pt x="384" y="1"/>
                  </a:lnTo>
                  <a:lnTo>
                    <a:pt x="340" y="4"/>
                  </a:lnTo>
                  <a:lnTo>
                    <a:pt x="300" y="10"/>
                  </a:lnTo>
                  <a:lnTo>
                    <a:pt x="262" y="18"/>
                  </a:lnTo>
                  <a:lnTo>
                    <a:pt x="224" y="29"/>
                  </a:lnTo>
                  <a:lnTo>
                    <a:pt x="189" y="41"/>
                  </a:lnTo>
                  <a:lnTo>
                    <a:pt x="157" y="55"/>
                  </a:lnTo>
                  <a:lnTo>
                    <a:pt x="126" y="70"/>
                  </a:lnTo>
                  <a:lnTo>
                    <a:pt x="99" y="89"/>
                  </a:lnTo>
                  <a:lnTo>
                    <a:pt x="74" y="106"/>
                  </a:lnTo>
                  <a:lnTo>
                    <a:pt x="52" y="126"/>
                  </a:lnTo>
                  <a:lnTo>
                    <a:pt x="34" y="148"/>
                  </a:lnTo>
                  <a:lnTo>
                    <a:pt x="19" y="171"/>
                  </a:lnTo>
                  <a:lnTo>
                    <a:pt x="9" y="194"/>
                  </a:lnTo>
                  <a:lnTo>
                    <a:pt x="3" y="219"/>
                  </a:lnTo>
                  <a:lnTo>
                    <a:pt x="0" y="245"/>
                  </a:lnTo>
                  <a:lnTo>
                    <a:pt x="12" y="245"/>
                  </a:lnTo>
                  <a:lnTo>
                    <a:pt x="15" y="221"/>
                  </a:lnTo>
                  <a:lnTo>
                    <a:pt x="20" y="199"/>
                  </a:lnTo>
                  <a:lnTo>
                    <a:pt x="31" y="178"/>
                  </a:lnTo>
                  <a:lnTo>
                    <a:pt x="44" y="156"/>
                  </a:lnTo>
                  <a:lnTo>
                    <a:pt x="61" y="136"/>
                  </a:lnTo>
                  <a:lnTo>
                    <a:pt x="81" y="116"/>
                  </a:lnTo>
                  <a:lnTo>
                    <a:pt x="106" y="98"/>
                  </a:lnTo>
                  <a:lnTo>
                    <a:pt x="133" y="82"/>
                  </a:lnTo>
                  <a:lnTo>
                    <a:pt x="162" y="66"/>
                  </a:lnTo>
                  <a:lnTo>
                    <a:pt x="194" y="52"/>
                  </a:lnTo>
                  <a:lnTo>
                    <a:pt x="229" y="41"/>
                  </a:lnTo>
                  <a:lnTo>
                    <a:pt x="264" y="30"/>
                  </a:lnTo>
                  <a:lnTo>
                    <a:pt x="303" y="22"/>
                  </a:lnTo>
                  <a:lnTo>
                    <a:pt x="343" y="16"/>
                  </a:lnTo>
                  <a:lnTo>
                    <a:pt x="384" y="12"/>
                  </a:lnTo>
                  <a:lnTo>
                    <a:pt x="426" y="11"/>
                  </a:lnTo>
                  <a:lnTo>
                    <a:pt x="42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1512" name="Freeform 34"/>
            <p:cNvSpPr>
              <a:spLocks/>
            </p:cNvSpPr>
            <p:nvPr/>
          </p:nvSpPr>
          <p:spPr bwMode="auto">
            <a:xfrm>
              <a:off x="1587" y="1929"/>
              <a:ext cx="85" cy="49"/>
            </a:xfrm>
            <a:custGeom>
              <a:avLst/>
              <a:gdLst>
                <a:gd name="T0" fmla="*/ 0 w 426"/>
                <a:gd name="T1" fmla="*/ 0 h 245"/>
                <a:gd name="T2" fmla="*/ 0 w 426"/>
                <a:gd name="T3" fmla="*/ 0 h 245"/>
                <a:gd name="T4" fmla="*/ 0 w 426"/>
                <a:gd name="T5" fmla="*/ 0 h 245"/>
                <a:gd name="T6" fmla="*/ 0 w 426"/>
                <a:gd name="T7" fmla="*/ 0 h 245"/>
                <a:gd name="T8" fmla="*/ 0 w 426"/>
                <a:gd name="T9" fmla="*/ 1 h 245"/>
                <a:gd name="T10" fmla="*/ 0 w 426"/>
                <a:gd name="T11" fmla="*/ 1 h 245"/>
                <a:gd name="T12" fmla="*/ 0 w 426"/>
                <a:gd name="T13" fmla="*/ 1 h 245"/>
                <a:gd name="T14" fmla="*/ 1 w 426"/>
                <a:gd name="T15" fmla="*/ 1 h 245"/>
                <a:gd name="T16" fmla="*/ 1 w 426"/>
                <a:gd name="T17" fmla="*/ 1 h 245"/>
                <a:gd name="T18" fmla="*/ 1 w 426"/>
                <a:gd name="T19" fmla="*/ 1 h 245"/>
                <a:gd name="T20" fmla="*/ 1 w 426"/>
                <a:gd name="T21" fmla="*/ 2 h 245"/>
                <a:gd name="T22" fmla="*/ 2 w 426"/>
                <a:gd name="T23" fmla="*/ 2 h 245"/>
                <a:gd name="T24" fmla="*/ 2 w 426"/>
                <a:gd name="T25" fmla="*/ 2 h 245"/>
                <a:gd name="T26" fmla="*/ 2 w 426"/>
                <a:gd name="T27" fmla="*/ 2 h 245"/>
                <a:gd name="T28" fmla="*/ 2 w 426"/>
                <a:gd name="T29" fmla="*/ 2 h 245"/>
                <a:gd name="T30" fmla="*/ 3 w 426"/>
                <a:gd name="T31" fmla="*/ 2 h 245"/>
                <a:gd name="T32" fmla="*/ 3 w 426"/>
                <a:gd name="T33" fmla="*/ 2 h 245"/>
                <a:gd name="T34" fmla="*/ 3 w 426"/>
                <a:gd name="T35" fmla="*/ 2 h 245"/>
                <a:gd name="T36" fmla="*/ 3 w 426"/>
                <a:gd name="T37" fmla="*/ 2 h 245"/>
                <a:gd name="T38" fmla="*/ 3 w 426"/>
                <a:gd name="T39" fmla="*/ 2 h 245"/>
                <a:gd name="T40" fmla="*/ 3 w 426"/>
                <a:gd name="T41" fmla="*/ 2 h 245"/>
                <a:gd name="T42" fmla="*/ 2 w 426"/>
                <a:gd name="T43" fmla="*/ 2 h 245"/>
                <a:gd name="T44" fmla="*/ 2 w 426"/>
                <a:gd name="T45" fmla="*/ 2 h 245"/>
                <a:gd name="T46" fmla="*/ 2 w 426"/>
                <a:gd name="T47" fmla="*/ 2 h 245"/>
                <a:gd name="T48" fmla="*/ 2 w 426"/>
                <a:gd name="T49" fmla="*/ 2 h 245"/>
                <a:gd name="T50" fmla="*/ 1 w 426"/>
                <a:gd name="T51" fmla="*/ 1 h 245"/>
                <a:gd name="T52" fmla="*/ 1 w 426"/>
                <a:gd name="T53" fmla="*/ 1 h 245"/>
                <a:gd name="T54" fmla="*/ 1 w 426"/>
                <a:gd name="T55" fmla="*/ 1 h 245"/>
                <a:gd name="T56" fmla="*/ 1 w 426"/>
                <a:gd name="T57" fmla="*/ 1 h 245"/>
                <a:gd name="T58" fmla="*/ 0 w 426"/>
                <a:gd name="T59" fmla="*/ 1 h 245"/>
                <a:gd name="T60" fmla="*/ 0 w 426"/>
                <a:gd name="T61" fmla="*/ 1 h 245"/>
                <a:gd name="T62" fmla="*/ 0 w 426"/>
                <a:gd name="T63" fmla="*/ 1 h 245"/>
                <a:gd name="T64" fmla="*/ 0 w 426"/>
                <a:gd name="T65" fmla="*/ 0 h 245"/>
                <a:gd name="T66" fmla="*/ 0 w 426"/>
                <a:gd name="T67" fmla="*/ 0 h 245"/>
                <a:gd name="T68" fmla="*/ 0 w 426"/>
                <a:gd name="T69" fmla="*/ 0 h 245"/>
                <a:gd name="T70" fmla="*/ 0 w 426"/>
                <a:gd name="T71" fmla="*/ 0 h 245"/>
                <a:gd name="T72" fmla="*/ 0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0" y="0"/>
                  </a:moveTo>
                  <a:lnTo>
                    <a:pt x="0" y="0"/>
                  </a:lnTo>
                  <a:lnTo>
                    <a:pt x="3" y="25"/>
                  </a:lnTo>
                  <a:lnTo>
                    <a:pt x="9" y="50"/>
                  </a:lnTo>
                  <a:lnTo>
                    <a:pt x="19" y="73"/>
                  </a:lnTo>
                  <a:lnTo>
                    <a:pt x="34" y="96"/>
                  </a:lnTo>
                  <a:lnTo>
                    <a:pt x="52" y="118"/>
                  </a:lnTo>
                  <a:lnTo>
                    <a:pt x="74" y="138"/>
                  </a:lnTo>
                  <a:lnTo>
                    <a:pt x="99" y="156"/>
                  </a:lnTo>
                  <a:lnTo>
                    <a:pt x="126" y="174"/>
                  </a:lnTo>
                  <a:lnTo>
                    <a:pt x="157" y="190"/>
                  </a:lnTo>
                  <a:lnTo>
                    <a:pt x="189" y="204"/>
                  </a:lnTo>
                  <a:lnTo>
                    <a:pt x="224" y="215"/>
                  </a:lnTo>
                  <a:lnTo>
                    <a:pt x="262" y="226"/>
                  </a:lnTo>
                  <a:lnTo>
                    <a:pt x="300" y="234"/>
                  </a:lnTo>
                  <a:lnTo>
                    <a:pt x="340" y="240"/>
                  </a:lnTo>
                  <a:lnTo>
                    <a:pt x="384" y="244"/>
                  </a:lnTo>
                  <a:lnTo>
                    <a:pt x="426" y="245"/>
                  </a:lnTo>
                  <a:lnTo>
                    <a:pt x="426" y="233"/>
                  </a:lnTo>
                  <a:lnTo>
                    <a:pt x="384" y="232"/>
                  </a:lnTo>
                  <a:lnTo>
                    <a:pt x="343" y="228"/>
                  </a:lnTo>
                  <a:lnTo>
                    <a:pt x="303" y="222"/>
                  </a:lnTo>
                  <a:lnTo>
                    <a:pt x="264" y="214"/>
                  </a:lnTo>
                  <a:lnTo>
                    <a:pt x="229" y="204"/>
                  </a:lnTo>
                  <a:lnTo>
                    <a:pt x="194" y="192"/>
                  </a:lnTo>
                  <a:lnTo>
                    <a:pt x="162" y="178"/>
                  </a:lnTo>
                  <a:lnTo>
                    <a:pt x="133" y="163"/>
                  </a:lnTo>
                  <a:lnTo>
                    <a:pt x="106" y="146"/>
                  </a:lnTo>
                  <a:lnTo>
                    <a:pt x="81" y="129"/>
                  </a:lnTo>
                  <a:lnTo>
                    <a:pt x="61" y="109"/>
                  </a:lnTo>
                  <a:lnTo>
                    <a:pt x="44" y="89"/>
                  </a:lnTo>
                  <a:lnTo>
                    <a:pt x="31" y="66"/>
                  </a:lnTo>
                  <a:lnTo>
                    <a:pt x="20" y="45"/>
                  </a:lnTo>
                  <a:lnTo>
                    <a:pt x="15" y="2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1513" name="Freeform 35"/>
            <p:cNvSpPr>
              <a:spLocks/>
            </p:cNvSpPr>
            <p:nvPr/>
          </p:nvSpPr>
          <p:spPr bwMode="auto">
            <a:xfrm>
              <a:off x="878" y="1448"/>
              <a:ext cx="792" cy="954"/>
            </a:xfrm>
            <a:custGeom>
              <a:avLst/>
              <a:gdLst>
                <a:gd name="T0" fmla="*/ 13 w 3960"/>
                <a:gd name="T1" fmla="*/ 38 h 4768"/>
                <a:gd name="T2" fmla="*/ 14 w 3960"/>
                <a:gd name="T3" fmla="*/ 38 h 4768"/>
                <a:gd name="T4" fmla="*/ 15 w 3960"/>
                <a:gd name="T5" fmla="*/ 38 h 4768"/>
                <a:gd name="T6" fmla="*/ 15 w 3960"/>
                <a:gd name="T7" fmla="*/ 38 h 4768"/>
                <a:gd name="T8" fmla="*/ 16 w 3960"/>
                <a:gd name="T9" fmla="*/ 38 h 4768"/>
                <a:gd name="T10" fmla="*/ 17 w 3960"/>
                <a:gd name="T11" fmla="*/ 38 h 4768"/>
                <a:gd name="T12" fmla="*/ 17 w 3960"/>
                <a:gd name="T13" fmla="*/ 38 h 4768"/>
                <a:gd name="T14" fmla="*/ 18 w 3960"/>
                <a:gd name="T15" fmla="*/ 38 h 4768"/>
                <a:gd name="T16" fmla="*/ 18 w 3960"/>
                <a:gd name="T17" fmla="*/ 38 h 4768"/>
                <a:gd name="T18" fmla="*/ 29 w 3960"/>
                <a:gd name="T19" fmla="*/ 30 h 4768"/>
                <a:gd name="T20" fmla="*/ 30 w 3960"/>
                <a:gd name="T21" fmla="*/ 30 h 4768"/>
                <a:gd name="T22" fmla="*/ 30 w 3960"/>
                <a:gd name="T23" fmla="*/ 29 h 4768"/>
                <a:gd name="T24" fmla="*/ 31 w 3960"/>
                <a:gd name="T25" fmla="*/ 28 h 4768"/>
                <a:gd name="T26" fmla="*/ 31 w 3960"/>
                <a:gd name="T27" fmla="*/ 28 h 4768"/>
                <a:gd name="T28" fmla="*/ 31 w 3960"/>
                <a:gd name="T29" fmla="*/ 27 h 4768"/>
                <a:gd name="T30" fmla="*/ 32 w 3960"/>
                <a:gd name="T31" fmla="*/ 26 h 4768"/>
                <a:gd name="T32" fmla="*/ 32 w 3960"/>
                <a:gd name="T33" fmla="*/ 25 h 4768"/>
                <a:gd name="T34" fmla="*/ 32 w 3960"/>
                <a:gd name="T35" fmla="*/ 11 h 4768"/>
                <a:gd name="T36" fmla="*/ 32 w 3960"/>
                <a:gd name="T37" fmla="*/ 10 h 4768"/>
                <a:gd name="T38" fmla="*/ 31 w 3960"/>
                <a:gd name="T39" fmla="*/ 9 h 4768"/>
                <a:gd name="T40" fmla="*/ 31 w 3960"/>
                <a:gd name="T41" fmla="*/ 9 h 4768"/>
                <a:gd name="T42" fmla="*/ 31 w 3960"/>
                <a:gd name="T43" fmla="*/ 8 h 4768"/>
                <a:gd name="T44" fmla="*/ 31 w 3960"/>
                <a:gd name="T45" fmla="*/ 8 h 4768"/>
                <a:gd name="T46" fmla="*/ 30 w 3960"/>
                <a:gd name="T47" fmla="*/ 7 h 4768"/>
                <a:gd name="T48" fmla="*/ 30 w 3960"/>
                <a:gd name="T49" fmla="*/ 7 h 4768"/>
                <a:gd name="T50" fmla="*/ 29 w 3960"/>
                <a:gd name="T51" fmla="*/ 6 h 4768"/>
                <a:gd name="T52" fmla="*/ 19 w 3960"/>
                <a:gd name="T53" fmla="*/ 1 h 4768"/>
                <a:gd name="T54" fmla="*/ 18 w 3960"/>
                <a:gd name="T55" fmla="*/ 0 h 4768"/>
                <a:gd name="T56" fmla="*/ 17 w 3960"/>
                <a:gd name="T57" fmla="*/ 0 h 4768"/>
                <a:gd name="T58" fmla="*/ 17 w 3960"/>
                <a:gd name="T59" fmla="*/ 0 h 4768"/>
                <a:gd name="T60" fmla="*/ 16 w 3960"/>
                <a:gd name="T61" fmla="*/ 0 h 4768"/>
                <a:gd name="T62" fmla="*/ 15 w 3960"/>
                <a:gd name="T63" fmla="*/ 0 h 4768"/>
                <a:gd name="T64" fmla="*/ 14 w 3960"/>
                <a:gd name="T65" fmla="*/ 0 h 4768"/>
                <a:gd name="T66" fmla="*/ 14 w 3960"/>
                <a:gd name="T67" fmla="*/ 0 h 4768"/>
                <a:gd name="T68" fmla="*/ 2 w 3960"/>
                <a:gd name="T69" fmla="*/ 6 h 4768"/>
                <a:gd name="T70" fmla="*/ 2 w 3960"/>
                <a:gd name="T71" fmla="*/ 7 h 4768"/>
                <a:gd name="T72" fmla="*/ 1 w 3960"/>
                <a:gd name="T73" fmla="*/ 7 h 4768"/>
                <a:gd name="T74" fmla="*/ 1 w 3960"/>
                <a:gd name="T75" fmla="*/ 8 h 4768"/>
                <a:gd name="T76" fmla="*/ 1 w 3960"/>
                <a:gd name="T77" fmla="*/ 8 h 4768"/>
                <a:gd name="T78" fmla="*/ 0 w 3960"/>
                <a:gd name="T79" fmla="*/ 9 h 4768"/>
                <a:gd name="T80" fmla="*/ 0 w 3960"/>
                <a:gd name="T81" fmla="*/ 9 h 4768"/>
                <a:gd name="T82" fmla="*/ 0 w 3960"/>
                <a:gd name="T83" fmla="*/ 10 h 4768"/>
                <a:gd name="T84" fmla="*/ 0 w 3960"/>
                <a:gd name="T85" fmla="*/ 11 h 4768"/>
                <a:gd name="T86" fmla="*/ 0 w 3960"/>
                <a:gd name="T87" fmla="*/ 25 h 4768"/>
                <a:gd name="T88" fmla="*/ 0 w 3960"/>
                <a:gd name="T89" fmla="*/ 26 h 4768"/>
                <a:gd name="T90" fmla="*/ 0 w 3960"/>
                <a:gd name="T91" fmla="*/ 27 h 4768"/>
                <a:gd name="T92" fmla="*/ 1 w 3960"/>
                <a:gd name="T93" fmla="*/ 28 h 4768"/>
                <a:gd name="T94" fmla="*/ 1 w 3960"/>
                <a:gd name="T95" fmla="*/ 29 h 4768"/>
                <a:gd name="T96" fmla="*/ 1 w 3960"/>
                <a:gd name="T97" fmla="*/ 29 h 4768"/>
                <a:gd name="T98" fmla="*/ 2 w 3960"/>
                <a:gd name="T99" fmla="*/ 30 h 4768"/>
                <a:gd name="T100" fmla="*/ 3 w 3960"/>
                <a:gd name="T101" fmla="*/ 31 h 4768"/>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w 3960"/>
                <a:gd name="T154" fmla="*/ 0 h 4768"/>
                <a:gd name="T155" fmla="*/ 3960 w 3960"/>
                <a:gd name="T156" fmla="*/ 4768 h 4768"/>
              </a:gdLst>
              <a:ahLst/>
              <a:cxnLst>
                <a:cxn ang="T102">
                  <a:pos x="T0" y="T1"/>
                </a:cxn>
                <a:cxn ang="T103">
                  <a:pos x="T2" y="T3"/>
                </a:cxn>
                <a:cxn ang="T104">
                  <a:pos x="T4" y="T5"/>
                </a:cxn>
                <a:cxn ang="T105">
                  <a:pos x="T6" y="T7"/>
                </a:cxn>
                <a:cxn ang="T106">
                  <a:pos x="T8" y="T9"/>
                </a:cxn>
                <a:cxn ang="T107">
                  <a:pos x="T10" y="T11"/>
                </a:cxn>
                <a:cxn ang="T108">
                  <a:pos x="T12" y="T13"/>
                </a:cxn>
                <a:cxn ang="T109">
                  <a:pos x="T14" y="T15"/>
                </a:cxn>
                <a:cxn ang="T110">
                  <a:pos x="T16" y="T17"/>
                </a:cxn>
                <a:cxn ang="T111">
                  <a:pos x="T18" y="T19"/>
                </a:cxn>
                <a:cxn ang="T112">
                  <a:pos x="T20" y="T21"/>
                </a:cxn>
                <a:cxn ang="T113">
                  <a:pos x="T22" y="T23"/>
                </a:cxn>
                <a:cxn ang="T114">
                  <a:pos x="T24" y="T25"/>
                </a:cxn>
                <a:cxn ang="T115">
                  <a:pos x="T26" y="T27"/>
                </a:cxn>
                <a:cxn ang="T116">
                  <a:pos x="T28" y="T29"/>
                </a:cxn>
                <a:cxn ang="T117">
                  <a:pos x="T30" y="T31"/>
                </a:cxn>
                <a:cxn ang="T118">
                  <a:pos x="T32" y="T33"/>
                </a:cxn>
                <a:cxn ang="T119">
                  <a:pos x="T34" y="T35"/>
                </a:cxn>
                <a:cxn ang="T120">
                  <a:pos x="T36" y="T37"/>
                </a:cxn>
                <a:cxn ang="T121">
                  <a:pos x="T38" y="T39"/>
                </a:cxn>
                <a:cxn ang="T122">
                  <a:pos x="T40" y="T41"/>
                </a:cxn>
                <a:cxn ang="T123">
                  <a:pos x="T42" y="T43"/>
                </a:cxn>
                <a:cxn ang="T124">
                  <a:pos x="T44" y="T45"/>
                </a:cxn>
                <a:cxn ang="T125">
                  <a:pos x="T46" y="T47"/>
                </a:cxn>
                <a:cxn ang="T126">
                  <a:pos x="T48" y="T49"/>
                </a:cxn>
                <a:cxn ang="T127">
                  <a:pos x="T50" y="T51"/>
                </a:cxn>
                <a:cxn ang="T128">
                  <a:pos x="T52" y="T53"/>
                </a:cxn>
                <a:cxn ang="T129">
                  <a:pos x="T54" y="T55"/>
                </a:cxn>
                <a:cxn ang="T130">
                  <a:pos x="T56" y="T57"/>
                </a:cxn>
                <a:cxn ang="T131">
                  <a:pos x="T58" y="T59"/>
                </a:cxn>
                <a:cxn ang="T132">
                  <a:pos x="T60" y="T61"/>
                </a:cxn>
                <a:cxn ang="T133">
                  <a:pos x="T62" y="T63"/>
                </a:cxn>
                <a:cxn ang="T134">
                  <a:pos x="T64" y="T65"/>
                </a:cxn>
                <a:cxn ang="T135">
                  <a:pos x="T66" y="T67"/>
                </a:cxn>
                <a:cxn ang="T136">
                  <a:pos x="T68" y="T69"/>
                </a:cxn>
                <a:cxn ang="T137">
                  <a:pos x="T70" y="T71"/>
                </a:cxn>
                <a:cxn ang="T138">
                  <a:pos x="T72" y="T73"/>
                </a:cxn>
                <a:cxn ang="T139">
                  <a:pos x="T74" y="T75"/>
                </a:cxn>
                <a:cxn ang="T140">
                  <a:pos x="T76" y="T77"/>
                </a:cxn>
                <a:cxn ang="T141">
                  <a:pos x="T78" y="T79"/>
                </a:cxn>
                <a:cxn ang="T142">
                  <a:pos x="T80" y="T81"/>
                </a:cxn>
                <a:cxn ang="T143">
                  <a:pos x="T82" y="T83"/>
                </a:cxn>
                <a:cxn ang="T144">
                  <a:pos x="T84" y="T85"/>
                </a:cxn>
                <a:cxn ang="T145">
                  <a:pos x="T86" y="T87"/>
                </a:cxn>
                <a:cxn ang="T146">
                  <a:pos x="T88" y="T89"/>
                </a:cxn>
                <a:cxn ang="T147">
                  <a:pos x="T90" y="T91"/>
                </a:cxn>
                <a:cxn ang="T148">
                  <a:pos x="T92" y="T93"/>
                </a:cxn>
                <a:cxn ang="T149">
                  <a:pos x="T94" y="T95"/>
                </a:cxn>
                <a:cxn ang="T150">
                  <a:pos x="T96" y="T97"/>
                </a:cxn>
                <a:cxn ang="T151">
                  <a:pos x="T98" y="T99"/>
                </a:cxn>
                <a:cxn ang="T152">
                  <a:pos x="T100" y="T101"/>
                </a:cxn>
              </a:cxnLst>
              <a:rect l="T153" t="T154" r="T155" b="T156"/>
              <a:pathLst>
                <a:path w="3960" h="4768">
                  <a:moveTo>
                    <a:pt x="353" y="3849"/>
                  </a:moveTo>
                  <a:lnTo>
                    <a:pt x="1661" y="4700"/>
                  </a:lnTo>
                  <a:lnTo>
                    <a:pt x="1697" y="4717"/>
                  </a:lnTo>
                  <a:lnTo>
                    <a:pt x="1736" y="4731"/>
                  </a:lnTo>
                  <a:lnTo>
                    <a:pt x="1776" y="4742"/>
                  </a:lnTo>
                  <a:lnTo>
                    <a:pt x="1818" y="4753"/>
                  </a:lnTo>
                  <a:lnTo>
                    <a:pt x="1860" y="4760"/>
                  </a:lnTo>
                  <a:lnTo>
                    <a:pt x="1902" y="4765"/>
                  </a:lnTo>
                  <a:lnTo>
                    <a:pt x="1946" y="4768"/>
                  </a:lnTo>
                  <a:lnTo>
                    <a:pt x="1988" y="4768"/>
                  </a:lnTo>
                  <a:lnTo>
                    <a:pt x="2031" y="4767"/>
                  </a:lnTo>
                  <a:lnTo>
                    <a:pt x="2073" y="4763"/>
                  </a:lnTo>
                  <a:lnTo>
                    <a:pt x="2114" y="4758"/>
                  </a:lnTo>
                  <a:lnTo>
                    <a:pt x="2154" y="4751"/>
                  </a:lnTo>
                  <a:lnTo>
                    <a:pt x="2193" y="4740"/>
                  </a:lnTo>
                  <a:lnTo>
                    <a:pt x="2230" y="4729"/>
                  </a:lnTo>
                  <a:lnTo>
                    <a:pt x="2264" y="4715"/>
                  </a:lnTo>
                  <a:lnTo>
                    <a:pt x="2297" y="4700"/>
                  </a:lnTo>
                  <a:lnTo>
                    <a:pt x="3639" y="3825"/>
                  </a:lnTo>
                  <a:lnTo>
                    <a:pt x="3673" y="3795"/>
                  </a:lnTo>
                  <a:lnTo>
                    <a:pt x="3707" y="3761"/>
                  </a:lnTo>
                  <a:lnTo>
                    <a:pt x="3738" y="3725"/>
                  </a:lnTo>
                  <a:lnTo>
                    <a:pt x="3768" y="3685"/>
                  </a:lnTo>
                  <a:lnTo>
                    <a:pt x="3796" y="3644"/>
                  </a:lnTo>
                  <a:lnTo>
                    <a:pt x="3821" y="3599"/>
                  </a:lnTo>
                  <a:lnTo>
                    <a:pt x="3846" y="3553"/>
                  </a:lnTo>
                  <a:lnTo>
                    <a:pt x="3868" y="3505"/>
                  </a:lnTo>
                  <a:lnTo>
                    <a:pt x="3888" y="3456"/>
                  </a:lnTo>
                  <a:lnTo>
                    <a:pt x="3907" y="3406"/>
                  </a:lnTo>
                  <a:lnTo>
                    <a:pt x="3922" y="3354"/>
                  </a:lnTo>
                  <a:lnTo>
                    <a:pt x="3935" y="3303"/>
                  </a:lnTo>
                  <a:lnTo>
                    <a:pt x="3946" y="3250"/>
                  </a:lnTo>
                  <a:lnTo>
                    <a:pt x="3953" y="3197"/>
                  </a:lnTo>
                  <a:lnTo>
                    <a:pt x="3957" y="3144"/>
                  </a:lnTo>
                  <a:lnTo>
                    <a:pt x="3960" y="3092"/>
                  </a:lnTo>
                  <a:lnTo>
                    <a:pt x="3959" y="1313"/>
                  </a:lnTo>
                  <a:lnTo>
                    <a:pt x="3955" y="1271"/>
                  </a:lnTo>
                  <a:lnTo>
                    <a:pt x="3949" y="1229"/>
                  </a:lnTo>
                  <a:lnTo>
                    <a:pt x="3941" y="1189"/>
                  </a:lnTo>
                  <a:lnTo>
                    <a:pt x="3930" y="1149"/>
                  </a:lnTo>
                  <a:lnTo>
                    <a:pt x="3918" y="1111"/>
                  </a:lnTo>
                  <a:lnTo>
                    <a:pt x="3902" y="1075"/>
                  </a:lnTo>
                  <a:lnTo>
                    <a:pt x="3886" y="1040"/>
                  </a:lnTo>
                  <a:lnTo>
                    <a:pt x="3867" y="1006"/>
                  </a:lnTo>
                  <a:lnTo>
                    <a:pt x="3846" y="973"/>
                  </a:lnTo>
                  <a:lnTo>
                    <a:pt x="3823" y="942"/>
                  </a:lnTo>
                  <a:lnTo>
                    <a:pt x="3798" y="913"/>
                  </a:lnTo>
                  <a:lnTo>
                    <a:pt x="3771" y="886"/>
                  </a:lnTo>
                  <a:lnTo>
                    <a:pt x="3743" y="860"/>
                  </a:lnTo>
                  <a:lnTo>
                    <a:pt x="3714" y="837"/>
                  </a:lnTo>
                  <a:lnTo>
                    <a:pt x="3682" y="816"/>
                  </a:lnTo>
                  <a:lnTo>
                    <a:pt x="3649" y="796"/>
                  </a:lnTo>
                  <a:lnTo>
                    <a:pt x="2386" y="83"/>
                  </a:lnTo>
                  <a:lnTo>
                    <a:pt x="2350" y="65"/>
                  </a:lnTo>
                  <a:lnTo>
                    <a:pt x="2310" y="50"/>
                  </a:lnTo>
                  <a:lnTo>
                    <a:pt x="2268" y="36"/>
                  </a:lnTo>
                  <a:lnTo>
                    <a:pt x="2223" y="24"/>
                  </a:lnTo>
                  <a:lnTo>
                    <a:pt x="2178" y="15"/>
                  </a:lnTo>
                  <a:lnTo>
                    <a:pt x="2131" y="8"/>
                  </a:lnTo>
                  <a:lnTo>
                    <a:pt x="2082" y="3"/>
                  </a:lnTo>
                  <a:lnTo>
                    <a:pt x="2032" y="0"/>
                  </a:lnTo>
                  <a:lnTo>
                    <a:pt x="1982" y="1"/>
                  </a:lnTo>
                  <a:lnTo>
                    <a:pt x="1933" y="3"/>
                  </a:lnTo>
                  <a:lnTo>
                    <a:pt x="1882" y="9"/>
                  </a:lnTo>
                  <a:lnTo>
                    <a:pt x="1833" y="17"/>
                  </a:lnTo>
                  <a:lnTo>
                    <a:pt x="1785" y="29"/>
                  </a:lnTo>
                  <a:lnTo>
                    <a:pt x="1737" y="43"/>
                  </a:lnTo>
                  <a:lnTo>
                    <a:pt x="1691" y="62"/>
                  </a:lnTo>
                  <a:lnTo>
                    <a:pt x="1647" y="83"/>
                  </a:lnTo>
                  <a:lnTo>
                    <a:pt x="311" y="782"/>
                  </a:lnTo>
                  <a:lnTo>
                    <a:pt x="276" y="803"/>
                  </a:lnTo>
                  <a:lnTo>
                    <a:pt x="243" y="826"/>
                  </a:lnTo>
                  <a:lnTo>
                    <a:pt x="213" y="852"/>
                  </a:lnTo>
                  <a:lnTo>
                    <a:pt x="184" y="879"/>
                  </a:lnTo>
                  <a:lnTo>
                    <a:pt x="155" y="908"/>
                  </a:lnTo>
                  <a:lnTo>
                    <a:pt x="131" y="939"/>
                  </a:lnTo>
                  <a:lnTo>
                    <a:pt x="107" y="971"/>
                  </a:lnTo>
                  <a:lnTo>
                    <a:pt x="86" y="1005"/>
                  </a:lnTo>
                  <a:lnTo>
                    <a:pt x="68" y="1040"/>
                  </a:lnTo>
                  <a:lnTo>
                    <a:pt x="50" y="1076"/>
                  </a:lnTo>
                  <a:lnTo>
                    <a:pt x="36" y="1115"/>
                  </a:lnTo>
                  <a:lnTo>
                    <a:pt x="23" y="1153"/>
                  </a:lnTo>
                  <a:lnTo>
                    <a:pt x="14" y="1195"/>
                  </a:lnTo>
                  <a:lnTo>
                    <a:pt x="7" y="1236"/>
                  </a:lnTo>
                  <a:lnTo>
                    <a:pt x="2" y="1279"/>
                  </a:lnTo>
                  <a:lnTo>
                    <a:pt x="0" y="1322"/>
                  </a:lnTo>
                  <a:lnTo>
                    <a:pt x="0" y="3093"/>
                  </a:lnTo>
                  <a:lnTo>
                    <a:pt x="2" y="3147"/>
                  </a:lnTo>
                  <a:lnTo>
                    <a:pt x="7" y="3202"/>
                  </a:lnTo>
                  <a:lnTo>
                    <a:pt x="15" y="3257"/>
                  </a:lnTo>
                  <a:lnTo>
                    <a:pt x="27" y="3312"/>
                  </a:lnTo>
                  <a:lnTo>
                    <a:pt x="42" y="3366"/>
                  </a:lnTo>
                  <a:lnTo>
                    <a:pt x="59" y="3420"/>
                  </a:lnTo>
                  <a:lnTo>
                    <a:pt x="79" y="3474"/>
                  </a:lnTo>
                  <a:lnTo>
                    <a:pt x="102" y="3525"/>
                  </a:lnTo>
                  <a:lnTo>
                    <a:pt x="127" y="3576"/>
                  </a:lnTo>
                  <a:lnTo>
                    <a:pt x="154" y="3624"/>
                  </a:lnTo>
                  <a:lnTo>
                    <a:pt x="184" y="3670"/>
                  </a:lnTo>
                  <a:lnTo>
                    <a:pt x="214" y="3712"/>
                  </a:lnTo>
                  <a:lnTo>
                    <a:pt x="247" y="3752"/>
                  </a:lnTo>
                  <a:lnTo>
                    <a:pt x="281" y="3788"/>
                  </a:lnTo>
                  <a:lnTo>
                    <a:pt x="317" y="3821"/>
                  </a:lnTo>
                  <a:lnTo>
                    <a:pt x="353" y="384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1514" name="Freeform 36"/>
            <p:cNvSpPr>
              <a:spLocks/>
            </p:cNvSpPr>
            <p:nvPr/>
          </p:nvSpPr>
          <p:spPr bwMode="auto">
            <a:xfrm>
              <a:off x="943" y="2210"/>
              <a:ext cx="276" cy="187"/>
            </a:xfrm>
            <a:custGeom>
              <a:avLst/>
              <a:gdLst>
                <a:gd name="T0" fmla="*/ 11 w 1380"/>
                <a:gd name="T1" fmla="*/ 7 h 937"/>
                <a:gd name="T2" fmla="*/ 11 w 1380"/>
                <a:gd name="T3" fmla="*/ 7 h 937"/>
                <a:gd name="T4" fmla="*/ 0 w 1380"/>
                <a:gd name="T5" fmla="*/ 0 h 937"/>
                <a:gd name="T6" fmla="*/ 0 w 1380"/>
                <a:gd name="T7" fmla="*/ 1 h 937"/>
                <a:gd name="T8" fmla="*/ 10 w 1380"/>
                <a:gd name="T9" fmla="*/ 7 h 937"/>
                <a:gd name="T10" fmla="*/ 10 w 1380"/>
                <a:gd name="T11" fmla="*/ 7 h 937"/>
                <a:gd name="T12" fmla="*/ 10 w 1380"/>
                <a:gd name="T13" fmla="*/ 7 h 937"/>
                <a:gd name="T14" fmla="*/ 11 w 1380"/>
                <a:gd name="T15" fmla="*/ 7 h 937"/>
                <a:gd name="T16" fmla="*/ 11 w 1380"/>
                <a:gd name="T17" fmla="*/ 7 h 937"/>
                <a:gd name="T18" fmla="*/ 11 w 1380"/>
                <a:gd name="T19" fmla="*/ 7 h 937"/>
                <a:gd name="T20" fmla="*/ 11 w 1380"/>
                <a:gd name="T21" fmla="*/ 7 h 937"/>
                <a:gd name="T22" fmla="*/ 11 w 1380"/>
                <a:gd name="T23" fmla="*/ 7 h 937"/>
                <a:gd name="T24" fmla="*/ 11 w 1380"/>
                <a:gd name="T25" fmla="*/ 7 h 937"/>
                <a:gd name="T26" fmla="*/ 11 w 1380"/>
                <a:gd name="T27" fmla="*/ 7 h 937"/>
                <a:gd name="T28" fmla="*/ 11 w 1380"/>
                <a:gd name="T29" fmla="*/ 7 h 937"/>
                <a:gd name="T30" fmla="*/ 11 w 1380"/>
                <a:gd name="T31" fmla="*/ 7 h 93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80"/>
                <a:gd name="T49" fmla="*/ 0 h 937"/>
                <a:gd name="T50" fmla="*/ 1380 w 1380"/>
                <a:gd name="T51" fmla="*/ 937 h 93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80" h="937">
                  <a:moveTo>
                    <a:pt x="1354" y="848"/>
                  </a:moveTo>
                  <a:lnTo>
                    <a:pt x="1359" y="851"/>
                  </a:lnTo>
                  <a:lnTo>
                    <a:pt x="51" y="0"/>
                  </a:lnTo>
                  <a:lnTo>
                    <a:pt x="0" y="78"/>
                  </a:lnTo>
                  <a:lnTo>
                    <a:pt x="1307" y="929"/>
                  </a:lnTo>
                  <a:lnTo>
                    <a:pt x="1312" y="932"/>
                  </a:lnTo>
                  <a:lnTo>
                    <a:pt x="1307" y="929"/>
                  </a:lnTo>
                  <a:lnTo>
                    <a:pt x="1326" y="937"/>
                  </a:lnTo>
                  <a:lnTo>
                    <a:pt x="1345" y="936"/>
                  </a:lnTo>
                  <a:lnTo>
                    <a:pt x="1360" y="929"/>
                  </a:lnTo>
                  <a:lnTo>
                    <a:pt x="1372" y="916"/>
                  </a:lnTo>
                  <a:lnTo>
                    <a:pt x="1379" y="899"/>
                  </a:lnTo>
                  <a:lnTo>
                    <a:pt x="1380" y="883"/>
                  </a:lnTo>
                  <a:lnTo>
                    <a:pt x="1374" y="865"/>
                  </a:lnTo>
                  <a:lnTo>
                    <a:pt x="1359" y="851"/>
                  </a:lnTo>
                  <a:lnTo>
                    <a:pt x="1354" y="84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1515" name="Freeform 37"/>
            <p:cNvSpPr>
              <a:spLocks/>
            </p:cNvSpPr>
            <p:nvPr/>
          </p:nvSpPr>
          <p:spPr bwMode="auto">
            <a:xfrm>
              <a:off x="1206" y="2379"/>
              <a:ext cx="140" cy="32"/>
            </a:xfrm>
            <a:custGeom>
              <a:avLst/>
              <a:gdLst>
                <a:gd name="T0" fmla="*/ 5 w 703"/>
                <a:gd name="T1" fmla="*/ 0 h 162"/>
                <a:gd name="T2" fmla="*/ 5 w 703"/>
                <a:gd name="T3" fmla="*/ 0 h 162"/>
                <a:gd name="T4" fmla="*/ 5 w 703"/>
                <a:gd name="T5" fmla="*/ 0 h 162"/>
                <a:gd name="T6" fmla="*/ 5 w 703"/>
                <a:gd name="T7" fmla="*/ 0 h 162"/>
                <a:gd name="T8" fmla="*/ 4 w 703"/>
                <a:gd name="T9" fmla="*/ 0 h 162"/>
                <a:gd name="T10" fmla="*/ 4 w 703"/>
                <a:gd name="T11" fmla="*/ 0 h 162"/>
                <a:gd name="T12" fmla="*/ 4 w 703"/>
                <a:gd name="T13" fmla="*/ 0 h 162"/>
                <a:gd name="T14" fmla="*/ 3 w 703"/>
                <a:gd name="T15" fmla="*/ 1 h 162"/>
                <a:gd name="T16" fmla="*/ 3 w 703"/>
                <a:gd name="T17" fmla="*/ 1 h 162"/>
                <a:gd name="T18" fmla="*/ 3 w 703"/>
                <a:gd name="T19" fmla="*/ 1 h 162"/>
                <a:gd name="T20" fmla="*/ 2 w 703"/>
                <a:gd name="T21" fmla="*/ 1 h 162"/>
                <a:gd name="T22" fmla="*/ 2 w 703"/>
                <a:gd name="T23" fmla="*/ 1 h 162"/>
                <a:gd name="T24" fmla="*/ 2 w 703"/>
                <a:gd name="T25" fmla="*/ 0 h 162"/>
                <a:gd name="T26" fmla="*/ 1 w 703"/>
                <a:gd name="T27" fmla="*/ 0 h 162"/>
                <a:gd name="T28" fmla="*/ 1 w 703"/>
                <a:gd name="T29" fmla="*/ 0 h 162"/>
                <a:gd name="T30" fmla="*/ 1 w 703"/>
                <a:gd name="T31" fmla="*/ 0 h 162"/>
                <a:gd name="T32" fmla="*/ 1 w 703"/>
                <a:gd name="T33" fmla="*/ 0 h 162"/>
                <a:gd name="T34" fmla="*/ 0 w 703"/>
                <a:gd name="T35" fmla="*/ 0 h 162"/>
                <a:gd name="T36" fmla="*/ 0 w 703"/>
                <a:gd name="T37" fmla="*/ 1 h 162"/>
                <a:gd name="T38" fmla="*/ 0 w 703"/>
                <a:gd name="T39" fmla="*/ 1 h 162"/>
                <a:gd name="T40" fmla="*/ 1 w 703"/>
                <a:gd name="T41" fmla="*/ 1 h 162"/>
                <a:gd name="T42" fmla="*/ 1 w 703"/>
                <a:gd name="T43" fmla="*/ 1 h 162"/>
                <a:gd name="T44" fmla="*/ 1 w 703"/>
                <a:gd name="T45" fmla="*/ 1 h 162"/>
                <a:gd name="T46" fmla="*/ 2 w 703"/>
                <a:gd name="T47" fmla="*/ 1 h 162"/>
                <a:gd name="T48" fmla="*/ 2 w 703"/>
                <a:gd name="T49" fmla="*/ 1 h 162"/>
                <a:gd name="T50" fmla="*/ 2 w 703"/>
                <a:gd name="T51" fmla="*/ 1 h 162"/>
                <a:gd name="T52" fmla="*/ 3 w 703"/>
                <a:gd name="T53" fmla="*/ 1 h 162"/>
                <a:gd name="T54" fmla="*/ 3 w 703"/>
                <a:gd name="T55" fmla="*/ 1 h 162"/>
                <a:gd name="T56" fmla="*/ 3 w 703"/>
                <a:gd name="T57" fmla="*/ 1 h 162"/>
                <a:gd name="T58" fmla="*/ 4 w 703"/>
                <a:gd name="T59" fmla="*/ 1 h 162"/>
                <a:gd name="T60" fmla="*/ 4 w 703"/>
                <a:gd name="T61" fmla="*/ 1 h 162"/>
                <a:gd name="T62" fmla="*/ 5 w 703"/>
                <a:gd name="T63" fmla="*/ 1 h 162"/>
                <a:gd name="T64" fmla="*/ 5 w 703"/>
                <a:gd name="T65" fmla="*/ 1 h 162"/>
                <a:gd name="T66" fmla="*/ 5 w 703"/>
                <a:gd name="T67" fmla="*/ 1 h 162"/>
                <a:gd name="T68" fmla="*/ 5 w 703"/>
                <a:gd name="T69" fmla="*/ 1 h 162"/>
                <a:gd name="T70" fmla="*/ 5 w 703"/>
                <a:gd name="T71" fmla="*/ 1 h 162"/>
                <a:gd name="T72" fmla="*/ 5 w 703"/>
                <a:gd name="T73" fmla="*/ 1 h 162"/>
                <a:gd name="T74" fmla="*/ 5 w 703"/>
                <a:gd name="T75" fmla="*/ 1 h 162"/>
                <a:gd name="T76" fmla="*/ 6 w 703"/>
                <a:gd name="T77" fmla="*/ 0 h 162"/>
                <a:gd name="T78" fmla="*/ 6 w 703"/>
                <a:gd name="T79" fmla="*/ 0 h 162"/>
                <a:gd name="T80" fmla="*/ 6 w 703"/>
                <a:gd name="T81" fmla="*/ 0 h 162"/>
                <a:gd name="T82" fmla="*/ 5 w 703"/>
                <a:gd name="T83" fmla="*/ 0 h 162"/>
                <a:gd name="T84" fmla="*/ 5 w 703"/>
                <a:gd name="T85" fmla="*/ 0 h 162"/>
                <a:gd name="T86" fmla="*/ 5 w 703"/>
                <a:gd name="T87" fmla="*/ 0 h 162"/>
                <a:gd name="T88" fmla="*/ 5 w 703"/>
                <a:gd name="T89" fmla="*/ 0 h 162"/>
                <a:gd name="T90" fmla="*/ 5 w 703"/>
                <a:gd name="T91" fmla="*/ 0 h 162"/>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703"/>
                <a:gd name="T139" fmla="*/ 0 h 162"/>
                <a:gd name="T140" fmla="*/ 703 w 703"/>
                <a:gd name="T141" fmla="*/ 162 h 162"/>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703" h="162">
                  <a:moveTo>
                    <a:pt x="631" y="8"/>
                  </a:moveTo>
                  <a:lnTo>
                    <a:pt x="636" y="6"/>
                  </a:lnTo>
                  <a:lnTo>
                    <a:pt x="606" y="20"/>
                  </a:lnTo>
                  <a:lnTo>
                    <a:pt x="575" y="32"/>
                  </a:lnTo>
                  <a:lnTo>
                    <a:pt x="540" y="42"/>
                  </a:lnTo>
                  <a:lnTo>
                    <a:pt x="504" y="52"/>
                  </a:lnTo>
                  <a:lnTo>
                    <a:pt x="467" y="59"/>
                  </a:lnTo>
                  <a:lnTo>
                    <a:pt x="428" y="64"/>
                  </a:lnTo>
                  <a:lnTo>
                    <a:pt x="389" y="67"/>
                  </a:lnTo>
                  <a:lnTo>
                    <a:pt x="348" y="68"/>
                  </a:lnTo>
                  <a:lnTo>
                    <a:pt x="308" y="68"/>
                  </a:lnTo>
                  <a:lnTo>
                    <a:pt x="267" y="65"/>
                  </a:lnTo>
                  <a:lnTo>
                    <a:pt x="226" y="61"/>
                  </a:lnTo>
                  <a:lnTo>
                    <a:pt x="187" y="54"/>
                  </a:lnTo>
                  <a:lnTo>
                    <a:pt x="148" y="44"/>
                  </a:lnTo>
                  <a:lnTo>
                    <a:pt x="110" y="33"/>
                  </a:lnTo>
                  <a:lnTo>
                    <a:pt x="75" y="20"/>
                  </a:lnTo>
                  <a:lnTo>
                    <a:pt x="42" y="5"/>
                  </a:lnTo>
                  <a:lnTo>
                    <a:pt x="0" y="89"/>
                  </a:lnTo>
                  <a:lnTo>
                    <a:pt x="40" y="107"/>
                  </a:lnTo>
                  <a:lnTo>
                    <a:pt x="82" y="122"/>
                  </a:lnTo>
                  <a:lnTo>
                    <a:pt x="124" y="135"/>
                  </a:lnTo>
                  <a:lnTo>
                    <a:pt x="169" y="146"/>
                  </a:lnTo>
                  <a:lnTo>
                    <a:pt x="214" y="153"/>
                  </a:lnTo>
                  <a:lnTo>
                    <a:pt x="258" y="158"/>
                  </a:lnTo>
                  <a:lnTo>
                    <a:pt x="303" y="162"/>
                  </a:lnTo>
                  <a:lnTo>
                    <a:pt x="348" y="162"/>
                  </a:lnTo>
                  <a:lnTo>
                    <a:pt x="394" y="161"/>
                  </a:lnTo>
                  <a:lnTo>
                    <a:pt x="439" y="157"/>
                  </a:lnTo>
                  <a:lnTo>
                    <a:pt x="481" y="150"/>
                  </a:lnTo>
                  <a:lnTo>
                    <a:pt x="525" y="143"/>
                  </a:lnTo>
                  <a:lnTo>
                    <a:pt x="566" y="132"/>
                  </a:lnTo>
                  <a:lnTo>
                    <a:pt x="606" y="121"/>
                  </a:lnTo>
                  <a:lnTo>
                    <a:pt x="643" y="105"/>
                  </a:lnTo>
                  <a:lnTo>
                    <a:pt x="678" y="88"/>
                  </a:lnTo>
                  <a:lnTo>
                    <a:pt x="683" y="86"/>
                  </a:lnTo>
                  <a:lnTo>
                    <a:pt x="678" y="88"/>
                  </a:lnTo>
                  <a:lnTo>
                    <a:pt x="695" y="75"/>
                  </a:lnTo>
                  <a:lnTo>
                    <a:pt x="702" y="60"/>
                  </a:lnTo>
                  <a:lnTo>
                    <a:pt x="703" y="42"/>
                  </a:lnTo>
                  <a:lnTo>
                    <a:pt x="698" y="26"/>
                  </a:lnTo>
                  <a:lnTo>
                    <a:pt x="688" y="12"/>
                  </a:lnTo>
                  <a:lnTo>
                    <a:pt x="674" y="3"/>
                  </a:lnTo>
                  <a:lnTo>
                    <a:pt x="656" y="0"/>
                  </a:lnTo>
                  <a:lnTo>
                    <a:pt x="636" y="6"/>
                  </a:lnTo>
                  <a:lnTo>
                    <a:pt x="631"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1516" name="Freeform 38"/>
            <p:cNvSpPr>
              <a:spLocks/>
            </p:cNvSpPr>
            <p:nvPr/>
          </p:nvSpPr>
          <p:spPr bwMode="auto">
            <a:xfrm>
              <a:off x="1332" y="2204"/>
              <a:ext cx="283" cy="192"/>
            </a:xfrm>
            <a:custGeom>
              <a:avLst/>
              <a:gdLst>
                <a:gd name="T0" fmla="*/ 11 w 1415"/>
                <a:gd name="T1" fmla="*/ 0 h 960"/>
                <a:gd name="T2" fmla="*/ 11 w 1415"/>
                <a:gd name="T3" fmla="*/ 0 h 960"/>
                <a:gd name="T4" fmla="*/ 0 w 1415"/>
                <a:gd name="T5" fmla="*/ 7 h 960"/>
                <a:gd name="T6" fmla="*/ 0 w 1415"/>
                <a:gd name="T7" fmla="*/ 8 h 960"/>
                <a:gd name="T8" fmla="*/ 11 w 1415"/>
                <a:gd name="T9" fmla="*/ 1 h 960"/>
                <a:gd name="T10" fmla="*/ 11 w 1415"/>
                <a:gd name="T11" fmla="*/ 1 h 960"/>
                <a:gd name="T12" fmla="*/ 11 w 1415"/>
                <a:gd name="T13" fmla="*/ 1 h 960"/>
                <a:gd name="T14" fmla="*/ 11 w 1415"/>
                <a:gd name="T15" fmla="*/ 1 h 960"/>
                <a:gd name="T16" fmla="*/ 11 w 1415"/>
                <a:gd name="T17" fmla="*/ 0 h 960"/>
                <a:gd name="T18" fmla="*/ 11 w 1415"/>
                <a:gd name="T19" fmla="*/ 0 h 960"/>
                <a:gd name="T20" fmla="*/ 11 w 1415"/>
                <a:gd name="T21" fmla="*/ 0 h 960"/>
                <a:gd name="T22" fmla="*/ 11 w 1415"/>
                <a:gd name="T23" fmla="*/ 0 h 960"/>
                <a:gd name="T24" fmla="*/ 11 w 1415"/>
                <a:gd name="T25" fmla="*/ 0 h 960"/>
                <a:gd name="T26" fmla="*/ 11 w 1415"/>
                <a:gd name="T27" fmla="*/ 0 h 960"/>
                <a:gd name="T28" fmla="*/ 11 w 1415"/>
                <a:gd name="T29" fmla="*/ 0 h 960"/>
                <a:gd name="T30" fmla="*/ 11 w 1415"/>
                <a:gd name="T31" fmla="*/ 0 h 96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15"/>
                <a:gd name="T49" fmla="*/ 0 h 960"/>
                <a:gd name="T50" fmla="*/ 1415 w 1415"/>
                <a:gd name="T51" fmla="*/ 960 h 96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15" h="960">
                  <a:moveTo>
                    <a:pt x="1338" y="10"/>
                  </a:moveTo>
                  <a:lnTo>
                    <a:pt x="1342" y="8"/>
                  </a:lnTo>
                  <a:lnTo>
                    <a:pt x="0" y="882"/>
                  </a:lnTo>
                  <a:lnTo>
                    <a:pt x="52" y="960"/>
                  </a:lnTo>
                  <a:lnTo>
                    <a:pt x="1393" y="85"/>
                  </a:lnTo>
                  <a:lnTo>
                    <a:pt x="1397" y="83"/>
                  </a:lnTo>
                  <a:lnTo>
                    <a:pt x="1393" y="85"/>
                  </a:lnTo>
                  <a:lnTo>
                    <a:pt x="1409" y="71"/>
                  </a:lnTo>
                  <a:lnTo>
                    <a:pt x="1415" y="53"/>
                  </a:lnTo>
                  <a:lnTo>
                    <a:pt x="1413" y="37"/>
                  </a:lnTo>
                  <a:lnTo>
                    <a:pt x="1406" y="21"/>
                  </a:lnTo>
                  <a:lnTo>
                    <a:pt x="1395" y="8"/>
                  </a:lnTo>
                  <a:lnTo>
                    <a:pt x="1379" y="1"/>
                  </a:lnTo>
                  <a:lnTo>
                    <a:pt x="1361" y="0"/>
                  </a:lnTo>
                  <a:lnTo>
                    <a:pt x="1342" y="8"/>
                  </a:lnTo>
                  <a:lnTo>
                    <a:pt x="1338" y="1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1517" name="Freeform 39"/>
            <p:cNvSpPr>
              <a:spLocks/>
            </p:cNvSpPr>
            <p:nvPr/>
          </p:nvSpPr>
          <p:spPr bwMode="auto">
            <a:xfrm>
              <a:off x="1599" y="2057"/>
              <a:ext cx="80" cy="163"/>
            </a:xfrm>
            <a:custGeom>
              <a:avLst/>
              <a:gdLst>
                <a:gd name="T0" fmla="*/ 2 w 398"/>
                <a:gd name="T1" fmla="*/ 0 h 817"/>
                <a:gd name="T2" fmla="*/ 2 w 398"/>
                <a:gd name="T3" fmla="*/ 0 h 817"/>
                <a:gd name="T4" fmla="*/ 2 w 398"/>
                <a:gd name="T5" fmla="*/ 1 h 817"/>
                <a:gd name="T6" fmla="*/ 2 w 398"/>
                <a:gd name="T7" fmla="*/ 1 h 817"/>
                <a:gd name="T8" fmla="*/ 2 w 398"/>
                <a:gd name="T9" fmla="*/ 2 h 817"/>
                <a:gd name="T10" fmla="*/ 2 w 398"/>
                <a:gd name="T11" fmla="*/ 2 h 817"/>
                <a:gd name="T12" fmla="*/ 2 w 398"/>
                <a:gd name="T13" fmla="*/ 2 h 817"/>
                <a:gd name="T14" fmla="*/ 2 w 398"/>
                <a:gd name="T15" fmla="*/ 3 h 817"/>
                <a:gd name="T16" fmla="*/ 2 w 398"/>
                <a:gd name="T17" fmla="*/ 3 h 817"/>
                <a:gd name="T18" fmla="*/ 2 w 398"/>
                <a:gd name="T19" fmla="*/ 4 h 817"/>
                <a:gd name="T20" fmla="*/ 2 w 398"/>
                <a:gd name="T21" fmla="*/ 4 h 817"/>
                <a:gd name="T22" fmla="*/ 1 w 398"/>
                <a:gd name="T23" fmla="*/ 4 h 817"/>
                <a:gd name="T24" fmla="*/ 1 w 398"/>
                <a:gd name="T25" fmla="*/ 5 h 817"/>
                <a:gd name="T26" fmla="*/ 1 w 398"/>
                <a:gd name="T27" fmla="*/ 5 h 817"/>
                <a:gd name="T28" fmla="*/ 1 w 398"/>
                <a:gd name="T29" fmla="*/ 5 h 817"/>
                <a:gd name="T30" fmla="*/ 1 w 398"/>
                <a:gd name="T31" fmla="*/ 5 h 817"/>
                <a:gd name="T32" fmla="*/ 0 w 398"/>
                <a:gd name="T33" fmla="*/ 6 h 817"/>
                <a:gd name="T34" fmla="*/ 0 w 398"/>
                <a:gd name="T35" fmla="*/ 6 h 817"/>
                <a:gd name="T36" fmla="*/ 0 w 398"/>
                <a:gd name="T37" fmla="*/ 7 h 817"/>
                <a:gd name="T38" fmla="*/ 1 w 398"/>
                <a:gd name="T39" fmla="*/ 6 h 817"/>
                <a:gd name="T40" fmla="*/ 1 w 398"/>
                <a:gd name="T41" fmla="*/ 6 h 817"/>
                <a:gd name="T42" fmla="*/ 1 w 398"/>
                <a:gd name="T43" fmla="*/ 6 h 817"/>
                <a:gd name="T44" fmla="*/ 2 w 398"/>
                <a:gd name="T45" fmla="*/ 5 h 817"/>
                <a:gd name="T46" fmla="*/ 2 w 398"/>
                <a:gd name="T47" fmla="*/ 5 h 817"/>
                <a:gd name="T48" fmla="*/ 2 w 398"/>
                <a:gd name="T49" fmla="*/ 5 h 817"/>
                <a:gd name="T50" fmla="*/ 2 w 398"/>
                <a:gd name="T51" fmla="*/ 4 h 817"/>
                <a:gd name="T52" fmla="*/ 2 w 398"/>
                <a:gd name="T53" fmla="*/ 4 h 817"/>
                <a:gd name="T54" fmla="*/ 3 w 398"/>
                <a:gd name="T55" fmla="*/ 3 h 817"/>
                <a:gd name="T56" fmla="*/ 3 w 398"/>
                <a:gd name="T57" fmla="*/ 3 h 817"/>
                <a:gd name="T58" fmla="*/ 3 w 398"/>
                <a:gd name="T59" fmla="*/ 3 h 817"/>
                <a:gd name="T60" fmla="*/ 3 w 398"/>
                <a:gd name="T61" fmla="*/ 2 h 817"/>
                <a:gd name="T62" fmla="*/ 3 w 398"/>
                <a:gd name="T63" fmla="*/ 2 h 817"/>
                <a:gd name="T64" fmla="*/ 3 w 398"/>
                <a:gd name="T65" fmla="*/ 1 h 817"/>
                <a:gd name="T66" fmla="*/ 3 w 398"/>
                <a:gd name="T67" fmla="*/ 1 h 817"/>
                <a:gd name="T68" fmla="*/ 3 w 398"/>
                <a:gd name="T69" fmla="*/ 0 h 817"/>
                <a:gd name="T70" fmla="*/ 3 w 398"/>
                <a:gd name="T71" fmla="*/ 0 h 817"/>
                <a:gd name="T72" fmla="*/ 3 w 398"/>
                <a:gd name="T73" fmla="*/ 0 h 817"/>
                <a:gd name="T74" fmla="*/ 3 w 398"/>
                <a:gd name="T75" fmla="*/ 0 h 817"/>
                <a:gd name="T76" fmla="*/ 3 w 398"/>
                <a:gd name="T77" fmla="*/ 0 h 817"/>
                <a:gd name="T78" fmla="*/ 3 w 398"/>
                <a:gd name="T79" fmla="*/ 0 h 817"/>
                <a:gd name="T80" fmla="*/ 3 w 398"/>
                <a:gd name="T81" fmla="*/ 0 h 817"/>
                <a:gd name="T82" fmla="*/ 3 w 398"/>
                <a:gd name="T83" fmla="*/ 0 h 817"/>
                <a:gd name="T84" fmla="*/ 3 w 398"/>
                <a:gd name="T85" fmla="*/ 0 h 817"/>
                <a:gd name="T86" fmla="*/ 2 w 398"/>
                <a:gd name="T87" fmla="*/ 0 h 817"/>
                <a:gd name="T88" fmla="*/ 2 w 398"/>
                <a:gd name="T89" fmla="*/ 0 h 817"/>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398"/>
                <a:gd name="T136" fmla="*/ 0 h 817"/>
                <a:gd name="T137" fmla="*/ 398 w 398"/>
                <a:gd name="T138" fmla="*/ 817 h 817"/>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398" h="817">
                  <a:moveTo>
                    <a:pt x="304" y="47"/>
                  </a:moveTo>
                  <a:lnTo>
                    <a:pt x="304" y="47"/>
                  </a:lnTo>
                  <a:lnTo>
                    <a:pt x="301" y="97"/>
                  </a:lnTo>
                  <a:lnTo>
                    <a:pt x="297" y="147"/>
                  </a:lnTo>
                  <a:lnTo>
                    <a:pt x="291" y="198"/>
                  </a:lnTo>
                  <a:lnTo>
                    <a:pt x="280" y="247"/>
                  </a:lnTo>
                  <a:lnTo>
                    <a:pt x="268" y="297"/>
                  </a:lnTo>
                  <a:lnTo>
                    <a:pt x="253" y="347"/>
                  </a:lnTo>
                  <a:lnTo>
                    <a:pt x="236" y="395"/>
                  </a:lnTo>
                  <a:lnTo>
                    <a:pt x="217" y="442"/>
                  </a:lnTo>
                  <a:lnTo>
                    <a:pt x="195" y="487"/>
                  </a:lnTo>
                  <a:lnTo>
                    <a:pt x="171" y="532"/>
                  </a:lnTo>
                  <a:lnTo>
                    <a:pt x="147" y="574"/>
                  </a:lnTo>
                  <a:lnTo>
                    <a:pt x="121" y="613"/>
                  </a:lnTo>
                  <a:lnTo>
                    <a:pt x="93" y="650"/>
                  </a:lnTo>
                  <a:lnTo>
                    <a:pt x="64" y="684"/>
                  </a:lnTo>
                  <a:lnTo>
                    <a:pt x="32" y="716"/>
                  </a:lnTo>
                  <a:lnTo>
                    <a:pt x="0" y="744"/>
                  </a:lnTo>
                  <a:lnTo>
                    <a:pt x="59" y="817"/>
                  </a:lnTo>
                  <a:lnTo>
                    <a:pt x="95" y="784"/>
                  </a:lnTo>
                  <a:lnTo>
                    <a:pt x="132" y="748"/>
                  </a:lnTo>
                  <a:lnTo>
                    <a:pt x="166" y="709"/>
                  </a:lnTo>
                  <a:lnTo>
                    <a:pt x="196" y="667"/>
                  </a:lnTo>
                  <a:lnTo>
                    <a:pt x="227" y="623"/>
                  </a:lnTo>
                  <a:lnTo>
                    <a:pt x="253" y="576"/>
                  </a:lnTo>
                  <a:lnTo>
                    <a:pt x="279" y="530"/>
                  </a:lnTo>
                  <a:lnTo>
                    <a:pt x="301" y="479"/>
                  </a:lnTo>
                  <a:lnTo>
                    <a:pt x="323" y="428"/>
                  </a:lnTo>
                  <a:lnTo>
                    <a:pt x="342" y="375"/>
                  </a:lnTo>
                  <a:lnTo>
                    <a:pt x="359" y="321"/>
                  </a:lnTo>
                  <a:lnTo>
                    <a:pt x="372" y="268"/>
                  </a:lnTo>
                  <a:lnTo>
                    <a:pt x="382" y="212"/>
                  </a:lnTo>
                  <a:lnTo>
                    <a:pt x="391" y="157"/>
                  </a:lnTo>
                  <a:lnTo>
                    <a:pt x="395" y="102"/>
                  </a:lnTo>
                  <a:lnTo>
                    <a:pt x="398" y="47"/>
                  </a:lnTo>
                  <a:lnTo>
                    <a:pt x="394" y="27"/>
                  </a:lnTo>
                  <a:lnTo>
                    <a:pt x="383" y="11"/>
                  </a:lnTo>
                  <a:lnTo>
                    <a:pt x="368" y="3"/>
                  </a:lnTo>
                  <a:lnTo>
                    <a:pt x="351" y="0"/>
                  </a:lnTo>
                  <a:lnTo>
                    <a:pt x="333" y="3"/>
                  </a:lnTo>
                  <a:lnTo>
                    <a:pt x="319" y="11"/>
                  </a:lnTo>
                  <a:lnTo>
                    <a:pt x="307" y="27"/>
                  </a:lnTo>
                  <a:lnTo>
                    <a:pt x="304" y="4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1518" name="Freeform 40"/>
            <p:cNvSpPr>
              <a:spLocks/>
            </p:cNvSpPr>
            <p:nvPr/>
          </p:nvSpPr>
          <p:spPr bwMode="auto">
            <a:xfrm>
              <a:off x="1660" y="1701"/>
              <a:ext cx="19" cy="365"/>
            </a:xfrm>
            <a:custGeom>
              <a:avLst/>
              <a:gdLst>
                <a:gd name="T0" fmla="*/ 0 w 95"/>
                <a:gd name="T1" fmla="*/ 0 h 1826"/>
                <a:gd name="T2" fmla="*/ 0 w 95"/>
                <a:gd name="T3" fmla="*/ 0 h 1826"/>
                <a:gd name="T4" fmla="*/ 0 w 95"/>
                <a:gd name="T5" fmla="*/ 15 h 1826"/>
                <a:gd name="T6" fmla="*/ 1 w 95"/>
                <a:gd name="T7" fmla="*/ 15 h 1826"/>
                <a:gd name="T8" fmla="*/ 1 w 95"/>
                <a:gd name="T9" fmla="*/ 0 h 1826"/>
                <a:gd name="T10" fmla="*/ 1 w 95"/>
                <a:gd name="T11" fmla="*/ 0 h 1826"/>
                <a:gd name="T12" fmla="*/ 1 w 95"/>
                <a:gd name="T13" fmla="*/ 0 h 1826"/>
                <a:gd name="T14" fmla="*/ 1 w 95"/>
                <a:gd name="T15" fmla="*/ 0 h 1826"/>
                <a:gd name="T16" fmla="*/ 1 w 95"/>
                <a:gd name="T17" fmla="*/ 0 h 1826"/>
                <a:gd name="T18" fmla="*/ 1 w 95"/>
                <a:gd name="T19" fmla="*/ 0 h 1826"/>
                <a:gd name="T20" fmla="*/ 0 w 95"/>
                <a:gd name="T21" fmla="*/ 0 h 1826"/>
                <a:gd name="T22" fmla="*/ 0 w 95"/>
                <a:gd name="T23" fmla="*/ 0 h 1826"/>
                <a:gd name="T24" fmla="*/ 0 w 95"/>
                <a:gd name="T25" fmla="*/ 0 h 1826"/>
                <a:gd name="T26" fmla="*/ 0 w 95"/>
                <a:gd name="T27" fmla="*/ 0 h 1826"/>
                <a:gd name="T28" fmla="*/ 0 w 95"/>
                <a:gd name="T29" fmla="*/ 0 h 1826"/>
                <a:gd name="T30" fmla="*/ 0 w 95"/>
                <a:gd name="T31" fmla="*/ 0 h 182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95"/>
                <a:gd name="T49" fmla="*/ 0 h 1826"/>
                <a:gd name="T50" fmla="*/ 95 w 95"/>
                <a:gd name="T51" fmla="*/ 1826 h 182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95" h="1826">
                  <a:moveTo>
                    <a:pt x="0" y="49"/>
                  </a:moveTo>
                  <a:lnTo>
                    <a:pt x="0" y="47"/>
                  </a:lnTo>
                  <a:lnTo>
                    <a:pt x="1" y="1826"/>
                  </a:lnTo>
                  <a:lnTo>
                    <a:pt x="95" y="1826"/>
                  </a:lnTo>
                  <a:lnTo>
                    <a:pt x="93" y="47"/>
                  </a:lnTo>
                  <a:lnTo>
                    <a:pt x="93" y="45"/>
                  </a:lnTo>
                  <a:lnTo>
                    <a:pt x="93" y="47"/>
                  </a:lnTo>
                  <a:lnTo>
                    <a:pt x="90" y="27"/>
                  </a:lnTo>
                  <a:lnTo>
                    <a:pt x="79" y="12"/>
                  </a:lnTo>
                  <a:lnTo>
                    <a:pt x="64" y="4"/>
                  </a:lnTo>
                  <a:lnTo>
                    <a:pt x="47" y="0"/>
                  </a:lnTo>
                  <a:lnTo>
                    <a:pt x="29" y="4"/>
                  </a:lnTo>
                  <a:lnTo>
                    <a:pt x="15" y="12"/>
                  </a:lnTo>
                  <a:lnTo>
                    <a:pt x="3" y="27"/>
                  </a:lnTo>
                  <a:lnTo>
                    <a:pt x="0" y="47"/>
                  </a:lnTo>
                  <a:lnTo>
                    <a:pt x="0" y="4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1519" name="Freeform 41"/>
            <p:cNvSpPr>
              <a:spLocks/>
            </p:cNvSpPr>
            <p:nvPr/>
          </p:nvSpPr>
          <p:spPr bwMode="auto">
            <a:xfrm>
              <a:off x="1598" y="1598"/>
              <a:ext cx="81" cy="113"/>
            </a:xfrm>
            <a:custGeom>
              <a:avLst/>
              <a:gdLst>
                <a:gd name="T0" fmla="*/ 0 w 401"/>
                <a:gd name="T1" fmla="*/ 1 h 566"/>
                <a:gd name="T2" fmla="*/ 0 w 401"/>
                <a:gd name="T3" fmla="*/ 1 h 566"/>
                <a:gd name="T4" fmla="*/ 0 w 401"/>
                <a:gd name="T5" fmla="*/ 1 h 566"/>
                <a:gd name="T6" fmla="*/ 1 w 401"/>
                <a:gd name="T7" fmla="*/ 1 h 566"/>
                <a:gd name="T8" fmla="*/ 1 w 401"/>
                <a:gd name="T9" fmla="*/ 1 h 566"/>
                <a:gd name="T10" fmla="*/ 1 w 401"/>
                <a:gd name="T11" fmla="*/ 1 h 566"/>
                <a:gd name="T12" fmla="*/ 1 w 401"/>
                <a:gd name="T13" fmla="*/ 2 h 566"/>
                <a:gd name="T14" fmla="*/ 1 w 401"/>
                <a:gd name="T15" fmla="*/ 2 h 566"/>
                <a:gd name="T16" fmla="*/ 2 w 401"/>
                <a:gd name="T17" fmla="*/ 2 h 566"/>
                <a:gd name="T18" fmla="*/ 2 w 401"/>
                <a:gd name="T19" fmla="*/ 2 h 566"/>
                <a:gd name="T20" fmla="*/ 2 w 401"/>
                <a:gd name="T21" fmla="*/ 2 h 566"/>
                <a:gd name="T22" fmla="*/ 2 w 401"/>
                <a:gd name="T23" fmla="*/ 3 h 566"/>
                <a:gd name="T24" fmla="*/ 2 w 401"/>
                <a:gd name="T25" fmla="*/ 3 h 566"/>
                <a:gd name="T26" fmla="*/ 2 w 401"/>
                <a:gd name="T27" fmla="*/ 3 h 566"/>
                <a:gd name="T28" fmla="*/ 2 w 401"/>
                <a:gd name="T29" fmla="*/ 4 h 566"/>
                <a:gd name="T30" fmla="*/ 2 w 401"/>
                <a:gd name="T31" fmla="*/ 4 h 566"/>
                <a:gd name="T32" fmla="*/ 2 w 401"/>
                <a:gd name="T33" fmla="*/ 4 h 566"/>
                <a:gd name="T34" fmla="*/ 3 w 401"/>
                <a:gd name="T35" fmla="*/ 5 h 566"/>
                <a:gd name="T36" fmla="*/ 3 w 401"/>
                <a:gd name="T37" fmla="*/ 4 h 566"/>
                <a:gd name="T38" fmla="*/ 3 w 401"/>
                <a:gd name="T39" fmla="*/ 4 h 566"/>
                <a:gd name="T40" fmla="*/ 3 w 401"/>
                <a:gd name="T41" fmla="*/ 4 h 566"/>
                <a:gd name="T42" fmla="*/ 3 w 401"/>
                <a:gd name="T43" fmla="*/ 3 h 566"/>
                <a:gd name="T44" fmla="*/ 3 w 401"/>
                <a:gd name="T45" fmla="*/ 3 h 566"/>
                <a:gd name="T46" fmla="*/ 3 w 401"/>
                <a:gd name="T47" fmla="*/ 3 h 566"/>
                <a:gd name="T48" fmla="*/ 3 w 401"/>
                <a:gd name="T49" fmla="*/ 2 h 566"/>
                <a:gd name="T50" fmla="*/ 3 w 401"/>
                <a:gd name="T51" fmla="*/ 2 h 566"/>
                <a:gd name="T52" fmla="*/ 2 w 401"/>
                <a:gd name="T53" fmla="*/ 2 h 566"/>
                <a:gd name="T54" fmla="*/ 2 w 401"/>
                <a:gd name="T55" fmla="*/ 2 h 566"/>
                <a:gd name="T56" fmla="*/ 2 w 401"/>
                <a:gd name="T57" fmla="*/ 1 h 566"/>
                <a:gd name="T58" fmla="*/ 2 w 401"/>
                <a:gd name="T59" fmla="*/ 1 h 566"/>
                <a:gd name="T60" fmla="*/ 2 w 401"/>
                <a:gd name="T61" fmla="*/ 1 h 566"/>
                <a:gd name="T62" fmla="*/ 1 w 401"/>
                <a:gd name="T63" fmla="*/ 1 h 566"/>
                <a:gd name="T64" fmla="*/ 1 w 401"/>
                <a:gd name="T65" fmla="*/ 0 h 566"/>
                <a:gd name="T66" fmla="*/ 1 w 401"/>
                <a:gd name="T67" fmla="*/ 0 h 566"/>
                <a:gd name="T68" fmla="*/ 1 w 401"/>
                <a:gd name="T69" fmla="*/ 0 h 566"/>
                <a:gd name="T70" fmla="*/ 1 w 401"/>
                <a:gd name="T71" fmla="*/ 0 h 566"/>
                <a:gd name="T72" fmla="*/ 1 w 401"/>
                <a:gd name="T73" fmla="*/ 0 h 566"/>
                <a:gd name="T74" fmla="*/ 0 w 401"/>
                <a:gd name="T75" fmla="*/ 0 h 566"/>
                <a:gd name="T76" fmla="*/ 0 w 401"/>
                <a:gd name="T77" fmla="*/ 0 h 566"/>
                <a:gd name="T78" fmla="*/ 0 w 401"/>
                <a:gd name="T79" fmla="*/ 0 h 566"/>
                <a:gd name="T80" fmla="*/ 0 w 401"/>
                <a:gd name="T81" fmla="*/ 0 h 566"/>
                <a:gd name="T82" fmla="*/ 0 w 401"/>
                <a:gd name="T83" fmla="*/ 0 h 566"/>
                <a:gd name="T84" fmla="*/ 0 w 401"/>
                <a:gd name="T85" fmla="*/ 0 h 566"/>
                <a:gd name="T86" fmla="*/ 0 w 401"/>
                <a:gd name="T87" fmla="*/ 1 h 566"/>
                <a:gd name="T88" fmla="*/ 0 w 401"/>
                <a:gd name="T89" fmla="*/ 1 h 56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401"/>
                <a:gd name="T136" fmla="*/ 0 h 566"/>
                <a:gd name="T137" fmla="*/ 401 w 401"/>
                <a:gd name="T138" fmla="*/ 566 h 566"/>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401" h="566">
                  <a:moveTo>
                    <a:pt x="23" y="88"/>
                  </a:moveTo>
                  <a:lnTo>
                    <a:pt x="23" y="88"/>
                  </a:lnTo>
                  <a:lnTo>
                    <a:pt x="53" y="107"/>
                  </a:lnTo>
                  <a:lnTo>
                    <a:pt x="83" y="125"/>
                  </a:lnTo>
                  <a:lnTo>
                    <a:pt x="108" y="147"/>
                  </a:lnTo>
                  <a:lnTo>
                    <a:pt x="135" y="171"/>
                  </a:lnTo>
                  <a:lnTo>
                    <a:pt x="160" y="196"/>
                  </a:lnTo>
                  <a:lnTo>
                    <a:pt x="182" y="223"/>
                  </a:lnTo>
                  <a:lnTo>
                    <a:pt x="205" y="251"/>
                  </a:lnTo>
                  <a:lnTo>
                    <a:pt x="223" y="281"/>
                  </a:lnTo>
                  <a:lnTo>
                    <a:pt x="240" y="312"/>
                  </a:lnTo>
                  <a:lnTo>
                    <a:pt x="256" y="345"/>
                  </a:lnTo>
                  <a:lnTo>
                    <a:pt x="270" y="379"/>
                  </a:lnTo>
                  <a:lnTo>
                    <a:pt x="282" y="414"/>
                  </a:lnTo>
                  <a:lnTo>
                    <a:pt x="291" y="450"/>
                  </a:lnTo>
                  <a:lnTo>
                    <a:pt x="299" y="488"/>
                  </a:lnTo>
                  <a:lnTo>
                    <a:pt x="304" y="526"/>
                  </a:lnTo>
                  <a:lnTo>
                    <a:pt x="308" y="566"/>
                  </a:lnTo>
                  <a:lnTo>
                    <a:pt x="401" y="562"/>
                  </a:lnTo>
                  <a:lnTo>
                    <a:pt x="398" y="517"/>
                  </a:lnTo>
                  <a:lnTo>
                    <a:pt x="391" y="471"/>
                  </a:lnTo>
                  <a:lnTo>
                    <a:pt x="383" y="429"/>
                  </a:lnTo>
                  <a:lnTo>
                    <a:pt x="371" y="386"/>
                  </a:lnTo>
                  <a:lnTo>
                    <a:pt x="357" y="346"/>
                  </a:lnTo>
                  <a:lnTo>
                    <a:pt x="340" y="307"/>
                  </a:lnTo>
                  <a:lnTo>
                    <a:pt x="324" y="270"/>
                  </a:lnTo>
                  <a:lnTo>
                    <a:pt x="303" y="232"/>
                  </a:lnTo>
                  <a:lnTo>
                    <a:pt x="280" y="197"/>
                  </a:lnTo>
                  <a:lnTo>
                    <a:pt x="255" y="164"/>
                  </a:lnTo>
                  <a:lnTo>
                    <a:pt x="228" y="132"/>
                  </a:lnTo>
                  <a:lnTo>
                    <a:pt x="199" y="103"/>
                  </a:lnTo>
                  <a:lnTo>
                    <a:pt x="169" y="76"/>
                  </a:lnTo>
                  <a:lnTo>
                    <a:pt x="137" y="50"/>
                  </a:lnTo>
                  <a:lnTo>
                    <a:pt x="103" y="27"/>
                  </a:lnTo>
                  <a:lnTo>
                    <a:pt x="67" y="6"/>
                  </a:lnTo>
                  <a:lnTo>
                    <a:pt x="48" y="0"/>
                  </a:lnTo>
                  <a:lnTo>
                    <a:pt x="30" y="2"/>
                  </a:lnTo>
                  <a:lnTo>
                    <a:pt x="16" y="12"/>
                  </a:lnTo>
                  <a:lnTo>
                    <a:pt x="5" y="25"/>
                  </a:lnTo>
                  <a:lnTo>
                    <a:pt x="0" y="41"/>
                  </a:lnTo>
                  <a:lnTo>
                    <a:pt x="0" y="59"/>
                  </a:lnTo>
                  <a:lnTo>
                    <a:pt x="8" y="75"/>
                  </a:lnTo>
                  <a:lnTo>
                    <a:pt x="23"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1520" name="Freeform 42"/>
            <p:cNvSpPr>
              <a:spLocks/>
            </p:cNvSpPr>
            <p:nvPr/>
          </p:nvSpPr>
          <p:spPr bwMode="auto">
            <a:xfrm>
              <a:off x="1346" y="1455"/>
              <a:ext cx="266" cy="160"/>
            </a:xfrm>
            <a:custGeom>
              <a:avLst/>
              <a:gdLst>
                <a:gd name="T0" fmla="*/ 0 w 1330"/>
                <a:gd name="T1" fmla="*/ 1 h 801"/>
                <a:gd name="T2" fmla="*/ 0 w 1330"/>
                <a:gd name="T3" fmla="*/ 1 h 801"/>
                <a:gd name="T4" fmla="*/ 10 w 1330"/>
                <a:gd name="T5" fmla="*/ 6 h 801"/>
                <a:gd name="T6" fmla="*/ 11 w 1330"/>
                <a:gd name="T7" fmla="*/ 6 h 801"/>
                <a:gd name="T8" fmla="*/ 1 w 1330"/>
                <a:gd name="T9" fmla="*/ 0 h 801"/>
                <a:gd name="T10" fmla="*/ 1 w 1330"/>
                <a:gd name="T11" fmla="*/ 0 h 801"/>
                <a:gd name="T12" fmla="*/ 1 w 1330"/>
                <a:gd name="T13" fmla="*/ 0 h 801"/>
                <a:gd name="T14" fmla="*/ 0 w 1330"/>
                <a:gd name="T15" fmla="*/ 0 h 801"/>
                <a:gd name="T16" fmla="*/ 0 w 1330"/>
                <a:gd name="T17" fmla="*/ 0 h 801"/>
                <a:gd name="T18" fmla="*/ 0 w 1330"/>
                <a:gd name="T19" fmla="*/ 0 h 801"/>
                <a:gd name="T20" fmla="*/ 0 w 1330"/>
                <a:gd name="T21" fmla="*/ 0 h 801"/>
                <a:gd name="T22" fmla="*/ 0 w 1330"/>
                <a:gd name="T23" fmla="*/ 0 h 801"/>
                <a:gd name="T24" fmla="*/ 0 w 1330"/>
                <a:gd name="T25" fmla="*/ 0 h 801"/>
                <a:gd name="T26" fmla="*/ 0 w 1330"/>
                <a:gd name="T27" fmla="*/ 1 h 801"/>
                <a:gd name="T28" fmla="*/ 0 w 1330"/>
                <a:gd name="T29" fmla="*/ 1 h 801"/>
                <a:gd name="T30" fmla="*/ 0 w 1330"/>
                <a:gd name="T31" fmla="*/ 1 h 801"/>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30"/>
                <a:gd name="T49" fmla="*/ 0 h 801"/>
                <a:gd name="T50" fmla="*/ 1330 w 1330"/>
                <a:gd name="T51" fmla="*/ 801 h 801"/>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30" h="801">
                  <a:moveTo>
                    <a:pt x="24" y="88"/>
                  </a:moveTo>
                  <a:lnTo>
                    <a:pt x="23" y="88"/>
                  </a:lnTo>
                  <a:lnTo>
                    <a:pt x="1286" y="801"/>
                  </a:lnTo>
                  <a:lnTo>
                    <a:pt x="1330" y="719"/>
                  </a:lnTo>
                  <a:lnTo>
                    <a:pt x="67" y="6"/>
                  </a:lnTo>
                  <a:lnTo>
                    <a:pt x="66" y="6"/>
                  </a:lnTo>
                  <a:lnTo>
                    <a:pt x="67" y="6"/>
                  </a:lnTo>
                  <a:lnTo>
                    <a:pt x="48" y="0"/>
                  </a:lnTo>
                  <a:lnTo>
                    <a:pt x="30" y="2"/>
                  </a:lnTo>
                  <a:lnTo>
                    <a:pt x="16" y="12"/>
                  </a:lnTo>
                  <a:lnTo>
                    <a:pt x="5" y="25"/>
                  </a:lnTo>
                  <a:lnTo>
                    <a:pt x="0" y="41"/>
                  </a:lnTo>
                  <a:lnTo>
                    <a:pt x="0" y="59"/>
                  </a:lnTo>
                  <a:lnTo>
                    <a:pt x="8" y="75"/>
                  </a:lnTo>
                  <a:lnTo>
                    <a:pt x="23" y="88"/>
                  </a:lnTo>
                  <a:lnTo>
                    <a:pt x="24"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1521" name="Freeform 43"/>
            <p:cNvSpPr>
              <a:spLocks/>
            </p:cNvSpPr>
            <p:nvPr/>
          </p:nvSpPr>
          <p:spPr bwMode="auto">
            <a:xfrm>
              <a:off x="1198" y="1439"/>
              <a:ext cx="161" cy="35"/>
            </a:xfrm>
            <a:custGeom>
              <a:avLst/>
              <a:gdLst>
                <a:gd name="T0" fmla="*/ 1 w 806"/>
                <a:gd name="T1" fmla="*/ 1 h 177"/>
                <a:gd name="T2" fmla="*/ 1 w 806"/>
                <a:gd name="T3" fmla="*/ 1 h 177"/>
                <a:gd name="T4" fmla="*/ 1 w 806"/>
                <a:gd name="T5" fmla="*/ 1 h 177"/>
                <a:gd name="T6" fmla="*/ 1 w 806"/>
                <a:gd name="T7" fmla="*/ 1 h 177"/>
                <a:gd name="T8" fmla="*/ 2 w 806"/>
                <a:gd name="T9" fmla="*/ 1 h 177"/>
                <a:gd name="T10" fmla="*/ 2 w 806"/>
                <a:gd name="T11" fmla="*/ 1 h 177"/>
                <a:gd name="T12" fmla="*/ 2 w 806"/>
                <a:gd name="T13" fmla="*/ 1 h 177"/>
                <a:gd name="T14" fmla="*/ 3 w 806"/>
                <a:gd name="T15" fmla="*/ 1 h 177"/>
                <a:gd name="T16" fmla="*/ 3 w 806"/>
                <a:gd name="T17" fmla="*/ 1 h 177"/>
                <a:gd name="T18" fmla="*/ 3 w 806"/>
                <a:gd name="T19" fmla="*/ 1 h 177"/>
                <a:gd name="T20" fmla="*/ 4 w 806"/>
                <a:gd name="T21" fmla="*/ 1 h 177"/>
                <a:gd name="T22" fmla="*/ 4 w 806"/>
                <a:gd name="T23" fmla="*/ 1 h 177"/>
                <a:gd name="T24" fmla="*/ 5 w 806"/>
                <a:gd name="T25" fmla="*/ 1 h 177"/>
                <a:gd name="T26" fmla="*/ 5 w 806"/>
                <a:gd name="T27" fmla="*/ 1 h 177"/>
                <a:gd name="T28" fmla="*/ 5 w 806"/>
                <a:gd name="T29" fmla="*/ 1 h 177"/>
                <a:gd name="T30" fmla="*/ 6 w 806"/>
                <a:gd name="T31" fmla="*/ 1 h 177"/>
                <a:gd name="T32" fmla="*/ 6 w 806"/>
                <a:gd name="T33" fmla="*/ 1 h 177"/>
                <a:gd name="T34" fmla="*/ 6 w 806"/>
                <a:gd name="T35" fmla="*/ 1 h 177"/>
                <a:gd name="T36" fmla="*/ 6 w 806"/>
                <a:gd name="T37" fmla="*/ 1 h 177"/>
                <a:gd name="T38" fmla="*/ 6 w 806"/>
                <a:gd name="T39" fmla="*/ 1 h 177"/>
                <a:gd name="T40" fmla="*/ 6 w 806"/>
                <a:gd name="T41" fmla="*/ 0 h 177"/>
                <a:gd name="T42" fmla="*/ 5 w 806"/>
                <a:gd name="T43" fmla="*/ 0 h 177"/>
                <a:gd name="T44" fmla="*/ 5 w 806"/>
                <a:gd name="T45" fmla="*/ 0 h 177"/>
                <a:gd name="T46" fmla="*/ 5 w 806"/>
                <a:gd name="T47" fmla="*/ 0 h 177"/>
                <a:gd name="T48" fmla="*/ 4 w 806"/>
                <a:gd name="T49" fmla="*/ 0 h 177"/>
                <a:gd name="T50" fmla="*/ 4 w 806"/>
                <a:gd name="T51" fmla="*/ 0 h 177"/>
                <a:gd name="T52" fmla="*/ 3 w 806"/>
                <a:gd name="T53" fmla="*/ 0 h 177"/>
                <a:gd name="T54" fmla="*/ 3 w 806"/>
                <a:gd name="T55" fmla="*/ 0 h 177"/>
                <a:gd name="T56" fmla="*/ 3 w 806"/>
                <a:gd name="T57" fmla="*/ 0 h 177"/>
                <a:gd name="T58" fmla="*/ 2 w 806"/>
                <a:gd name="T59" fmla="*/ 0 h 177"/>
                <a:gd name="T60" fmla="*/ 2 w 806"/>
                <a:gd name="T61" fmla="*/ 0 h 177"/>
                <a:gd name="T62" fmla="*/ 1 w 806"/>
                <a:gd name="T63" fmla="*/ 0 h 177"/>
                <a:gd name="T64" fmla="*/ 1 w 806"/>
                <a:gd name="T65" fmla="*/ 0 h 177"/>
                <a:gd name="T66" fmla="*/ 1 w 806"/>
                <a:gd name="T67" fmla="*/ 1 h 177"/>
                <a:gd name="T68" fmla="*/ 0 w 806"/>
                <a:gd name="T69" fmla="*/ 1 h 177"/>
                <a:gd name="T70" fmla="*/ 0 w 806"/>
                <a:gd name="T71" fmla="*/ 1 h 177"/>
                <a:gd name="T72" fmla="*/ 0 w 806"/>
                <a:gd name="T73" fmla="*/ 1 h 177"/>
                <a:gd name="T74" fmla="*/ 0 w 806"/>
                <a:gd name="T75" fmla="*/ 1 h 177"/>
                <a:gd name="T76" fmla="*/ 0 w 806"/>
                <a:gd name="T77" fmla="*/ 1 h 177"/>
                <a:gd name="T78" fmla="*/ 0 w 806"/>
                <a:gd name="T79" fmla="*/ 1 h 177"/>
                <a:gd name="T80" fmla="*/ 0 w 806"/>
                <a:gd name="T81" fmla="*/ 1 h 177"/>
                <a:gd name="T82" fmla="*/ 0 w 806"/>
                <a:gd name="T83" fmla="*/ 1 h 177"/>
                <a:gd name="T84" fmla="*/ 0 w 806"/>
                <a:gd name="T85" fmla="*/ 1 h 177"/>
                <a:gd name="T86" fmla="*/ 0 w 806"/>
                <a:gd name="T87" fmla="*/ 1 h 177"/>
                <a:gd name="T88" fmla="*/ 1 w 806"/>
                <a:gd name="T89" fmla="*/ 1 h 177"/>
                <a:gd name="T90" fmla="*/ 1 w 806"/>
                <a:gd name="T91" fmla="*/ 1 h 17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806"/>
                <a:gd name="T139" fmla="*/ 0 h 177"/>
                <a:gd name="T140" fmla="*/ 806 w 806"/>
                <a:gd name="T141" fmla="*/ 177 h 17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806" h="177">
                  <a:moveTo>
                    <a:pt x="67" y="171"/>
                  </a:moveTo>
                  <a:lnTo>
                    <a:pt x="68" y="171"/>
                  </a:lnTo>
                  <a:lnTo>
                    <a:pt x="109" y="151"/>
                  </a:lnTo>
                  <a:lnTo>
                    <a:pt x="151" y="135"/>
                  </a:lnTo>
                  <a:lnTo>
                    <a:pt x="196" y="122"/>
                  </a:lnTo>
                  <a:lnTo>
                    <a:pt x="242" y="110"/>
                  </a:lnTo>
                  <a:lnTo>
                    <a:pt x="287" y="102"/>
                  </a:lnTo>
                  <a:lnTo>
                    <a:pt x="335" y="97"/>
                  </a:lnTo>
                  <a:lnTo>
                    <a:pt x="382" y="95"/>
                  </a:lnTo>
                  <a:lnTo>
                    <a:pt x="430" y="94"/>
                  </a:lnTo>
                  <a:lnTo>
                    <a:pt x="477" y="97"/>
                  </a:lnTo>
                  <a:lnTo>
                    <a:pt x="524" y="102"/>
                  </a:lnTo>
                  <a:lnTo>
                    <a:pt x="568" y="108"/>
                  </a:lnTo>
                  <a:lnTo>
                    <a:pt x="612" y="117"/>
                  </a:lnTo>
                  <a:lnTo>
                    <a:pt x="654" y="128"/>
                  </a:lnTo>
                  <a:lnTo>
                    <a:pt x="693" y="141"/>
                  </a:lnTo>
                  <a:lnTo>
                    <a:pt x="730" y="155"/>
                  </a:lnTo>
                  <a:lnTo>
                    <a:pt x="764" y="171"/>
                  </a:lnTo>
                  <a:lnTo>
                    <a:pt x="806" y="89"/>
                  </a:lnTo>
                  <a:lnTo>
                    <a:pt x="768" y="70"/>
                  </a:lnTo>
                  <a:lnTo>
                    <a:pt x="725" y="54"/>
                  </a:lnTo>
                  <a:lnTo>
                    <a:pt x="680" y="39"/>
                  </a:lnTo>
                  <a:lnTo>
                    <a:pt x="633" y="26"/>
                  </a:lnTo>
                  <a:lnTo>
                    <a:pt x="585" y="16"/>
                  </a:lnTo>
                  <a:lnTo>
                    <a:pt x="536" y="8"/>
                  </a:lnTo>
                  <a:lnTo>
                    <a:pt x="484" y="3"/>
                  </a:lnTo>
                  <a:lnTo>
                    <a:pt x="433" y="0"/>
                  </a:lnTo>
                  <a:lnTo>
                    <a:pt x="380" y="1"/>
                  </a:lnTo>
                  <a:lnTo>
                    <a:pt x="328" y="3"/>
                  </a:lnTo>
                  <a:lnTo>
                    <a:pt x="276" y="10"/>
                  </a:lnTo>
                  <a:lnTo>
                    <a:pt x="223" y="19"/>
                  </a:lnTo>
                  <a:lnTo>
                    <a:pt x="172" y="30"/>
                  </a:lnTo>
                  <a:lnTo>
                    <a:pt x="121" y="46"/>
                  </a:lnTo>
                  <a:lnTo>
                    <a:pt x="72" y="67"/>
                  </a:lnTo>
                  <a:lnTo>
                    <a:pt x="24" y="89"/>
                  </a:lnTo>
                  <a:lnTo>
                    <a:pt x="25" y="89"/>
                  </a:lnTo>
                  <a:lnTo>
                    <a:pt x="24" y="89"/>
                  </a:lnTo>
                  <a:lnTo>
                    <a:pt x="8" y="102"/>
                  </a:lnTo>
                  <a:lnTo>
                    <a:pt x="0" y="118"/>
                  </a:lnTo>
                  <a:lnTo>
                    <a:pt x="0" y="136"/>
                  </a:lnTo>
                  <a:lnTo>
                    <a:pt x="6" y="152"/>
                  </a:lnTo>
                  <a:lnTo>
                    <a:pt x="17" y="165"/>
                  </a:lnTo>
                  <a:lnTo>
                    <a:pt x="31" y="175"/>
                  </a:lnTo>
                  <a:lnTo>
                    <a:pt x="48" y="177"/>
                  </a:lnTo>
                  <a:lnTo>
                    <a:pt x="68" y="171"/>
                  </a:lnTo>
                  <a:lnTo>
                    <a:pt x="67" y="1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1522" name="Freeform 44"/>
            <p:cNvSpPr>
              <a:spLocks/>
            </p:cNvSpPr>
            <p:nvPr/>
          </p:nvSpPr>
          <p:spPr bwMode="auto">
            <a:xfrm>
              <a:off x="931" y="1456"/>
              <a:ext cx="280" cy="158"/>
            </a:xfrm>
            <a:custGeom>
              <a:avLst/>
              <a:gdLst>
                <a:gd name="T0" fmla="*/ 1 w 1402"/>
                <a:gd name="T1" fmla="*/ 6 h 787"/>
                <a:gd name="T2" fmla="*/ 1 w 1402"/>
                <a:gd name="T3" fmla="*/ 6 h 787"/>
                <a:gd name="T4" fmla="*/ 11 w 1402"/>
                <a:gd name="T5" fmla="*/ 1 h 787"/>
                <a:gd name="T6" fmla="*/ 11 w 1402"/>
                <a:gd name="T7" fmla="*/ 0 h 787"/>
                <a:gd name="T8" fmla="*/ 0 w 1402"/>
                <a:gd name="T9" fmla="*/ 6 h 787"/>
                <a:gd name="T10" fmla="*/ 0 w 1402"/>
                <a:gd name="T11" fmla="*/ 6 h 787"/>
                <a:gd name="T12" fmla="*/ 0 w 1402"/>
                <a:gd name="T13" fmla="*/ 6 h 787"/>
                <a:gd name="T14" fmla="*/ 0 w 1402"/>
                <a:gd name="T15" fmla="*/ 6 h 787"/>
                <a:gd name="T16" fmla="*/ 0 w 1402"/>
                <a:gd name="T17" fmla="*/ 6 h 787"/>
                <a:gd name="T18" fmla="*/ 0 w 1402"/>
                <a:gd name="T19" fmla="*/ 6 h 787"/>
                <a:gd name="T20" fmla="*/ 0 w 1402"/>
                <a:gd name="T21" fmla="*/ 6 h 787"/>
                <a:gd name="T22" fmla="*/ 0 w 1402"/>
                <a:gd name="T23" fmla="*/ 6 h 787"/>
                <a:gd name="T24" fmla="*/ 0 w 1402"/>
                <a:gd name="T25" fmla="*/ 6 h 787"/>
                <a:gd name="T26" fmla="*/ 0 w 1402"/>
                <a:gd name="T27" fmla="*/ 6 h 787"/>
                <a:gd name="T28" fmla="*/ 1 w 1402"/>
                <a:gd name="T29" fmla="*/ 6 h 787"/>
                <a:gd name="T30" fmla="*/ 1 w 1402"/>
                <a:gd name="T31" fmla="*/ 6 h 78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02"/>
                <a:gd name="T49" fmla="*/ 0 h 787"/>
                <a:gd name="T50" fmla="*/ 1402 w 1402"/>
                <a:gd name="T51" fmla="*/ 787 h 78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02" h="787">
                  <a:moveTo>
                    <a:pt x="69" y="781"/>
                  </a:moveTo>
                  <a:lnTo>
                    <a:pt x="66" y="781"/>
                  </a:lnTo>
                  <a:lnTo>
                    <a:pt x="1402" y="82"/>
                  </a:lnTo>
                  <a:lnTo>
                    <a:pt x="1360" y="0"/>
                  </a:lnTo>
                  <a:lnTo>
                    <a:pt x="24" y="699"/>
                  </a:lnTo>
                  <a:lnTo>
                    <a:pt x="22" y="699"/>
                  </a:lnTo>
                  <a:lnTo>
                    <a:pt x="24" y="699"/>
                  </a:lnTo>
                  <a:lnTo>
                    <a:pt x="8" y="712"/>
                  </a:lnTo>
                  <a:lnTo>
                    <a:pt x="1" y="727"/>
                  </a:lnTo>
                  <a:lnTo>
                    <a:pt x="0" y="744"/>
                  </a:lnTo>
                  <a:lnTo>
                    <a:pt x="5" y="761"/>
                  </a:lnTo>
                  <a:lnTo>
                    <a:pt x="15" y="775"/>
                  </a:lnTo>
                  <a:lnTo>
                    <a:pt x="30" y="784"/>
                  </a:lnTo>
                  <a:lnTo>
                    <a:pt x="46" y="787"/>
                  </a:lnTo>
                  <a:lnTo>
                    <a:pt x="66" y="781"/>
                  </a:lnTo>
                  <a:lnTo>
                    <a:pt x="69" y="7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1523" name="Freeform 45"/>
            <p:cNvSpPr>
              <a:spLocks/>
            </p:cNvSpPr>
            <p:nvPr/>
          </p:nvSpPr>
          <p:spPr bwMode="auto">
            <a:xfrm>
              <a:off x="868" y="1596"/>
              <a:ext cx="77" cy="126"/>
            </a:xfrm>
            <a:custGeom>
              <a:avLst/>
              <a:gdLst>
                <a:gd name="T0" fmla="*/ 1 w 382"/>
                <a:gd name="T1" fmla="*/ 5 h 628"/>
                <a:gd name="T2" fmla="*/ 1 w 382"/>
                <a:gd name="T3" fmla="*/ 5 h 628"/>
                <a:gd name="T4" fmla="*/ 1 w 382"/>
                <a:gd name="T5" fmla="*/ 4 h 628"/>
                <a:gd name="T6" fmla="*/ 1 w 382"/>
                <a:gd name="T7" fmla="*/ 4 h 628"/>
                <a:gd name="T8" fmla="*/ 1 w 382"/>
                <a:gd name="T9" fmla="*/ 4 h 628"/>
                <a:gd name="T10" fmla="*/ 1 w 382"/>
                <a:gd name="T11" fmla="*/ 3 h 628"/>
                <a:gd name="T12" fmla="*/ 1 w 382"/>
                <a:gd name="T13" fmla="*/ 3 h 628"/>
                <a:gd name="T14" fmla="*/ 1 w 382"/>
                <a:gd name="T15" fmla="*/ 3 h 628"/>
                <a:gd name="T16" fmla="*/ 1 w 382"/>
                <a:gd name="T17" fmla="*/ 3 h 628"/>
                <a:gd name="T18" fmla="*/ 1 w 382"/>
                <a:gd name="T19" fmla="*/ 2 h 628"/>
                <a:gd name="T20" fmla="*/ 2 w 382"/>
                <a:gd name="T21" fmla="*/ 2 h 628"/>
                <a:gd name="T22" fmla="*/ 2 w 382"/>
                <a:gd name="T23" fmla="*/ 2 h 628"/>
                <a:gd name="T24" fmla="*/ 2 w 382"/>
                <a:gd name="T25" fmla="*/ 2 h 628"/>
                <a:gd name="T26" fmla="*/ 2 w 382"/>
                <a:gd name="T27" fmla="*/ 1 h 628"/>
                <a:gd name="T28" fmla="*/ 2 w 382"/>
                <a:gd name="T29" fmla="*/ 1 h 628"/>
                <a:gd name="T30" fmla="*/ 3 w 382"/>
                <a:gd name="T31" fmla="*/ 1 h 628"/>
                <a:gd name="T32" fmla="*/ 3 w 382"/>
                <a:gd name="T33" fmla="*/ 1 h 628"/>
                <a:gd name="T34" fmla="*/ 3 w 382"/>
                <a:gd name="T35" fmla="*/ 1 h 628"/>
                <a:gd name="T36" fmla="*/ 3 w 382"/>
                <a:gd name="T37" fmla="*/ 0 h 628"/>
                <a:gd name="T38" fmla="*/ 2 w 382"/>
                <a:gd name="T39" fmla="*/ 0 h 628"/>
                <a:gd name="T40" fmla="*/ 2 w 382"/>
                <a:gd name="T41" fmla="*/ 0 h 628"/>
                <a:gd name="T42" fmla="*/ 2 w 382"/>
                <a:gd name="T43" fmla="*/ 1 h 628"/>
                <a:gd name="T44" fmla="*/ 2 w 382"/>
                <a:gd name="T45" fmla="*/ 1 h 628"/>
                <a:gd name="T46" fmla="*/ 1 w 382"/>
                <a:gd name="T47" fmla="*/ 1 h 628"/>
                <a:gd name="T48" fmla="*/ 1 w 382"/>
                <a:gd name="T49" fmla="*/ 1 h 628"/>
                <a:gd name="T50" fmla="*/ 1 w 382"/>
                <a:gd name="T51" fmla="*/ 2 h 628"/>
                <a:gd name="T52" fmla="*/ 1 w 382"/>
                <a:gd name="T53" fmla="*/ 2 h 628"/>
                <a:gd name="T54" fmla="*/ 1 w 382"/>
                <a:gd name="T55" fmla="*/ 2 h 628"/>
                <a:gd name="T56" fmla="*/ 0 w 382"/>
                <a:gd name="T57" fmla="*/ 3 h 628"/>
                <a:gd name="T58" fmla="*/ 0 w 382"/>
                <a:gd name="T59" fmla="*/ 3 h 628"/>
                <a:gd name="T60" fmla="*/ 0 w 382"/>
                <a:gd name="T61" fmla="*/ 3 h 628"/>
                <a:gd name="T62" fmla="*/ 0 w 382"/>
                <a:gd name="T63" fmla="*/ 4 h 628"/>
                <a:gd name="T64" fmla="*/ 0 w 382"/>
                <a:gd name="T65" fmla="*/ 4 h 628"/>
                <a:gd name="T66" fmla="*/ 0 w 382"/>
                <a:gd name="T67" fmla="*/ 4 h 628"/>
                <a:gd name="T68" fmla="*/ 0 w 382"/>
                <a:gd name="T69" fmla="*/ 5 h 628"/>
                <a:gd name="T70" fmla="*/ 0 w 382"/>
                <a:gd name="T71" fmla="*/ 5 h 628"/>
                <a:gd name="T72" fmla="*/ 0 w 382"/>
                <a:gd name="T73" fmla="*/ 5 h 628"/>
                <a:gd name="T74" fmla="*/ 0 w 382"/>
                <a:gd name="T75" fmla="*/ 5 h 628"/>
                <a:gd name="T76" fmla="*/ 0 w 382"/>
                <a:gd name="T77" fmla="*/ 5 h 628"/>
                <a:gd name="T78" fmla="*/ 0 w 382"/>
                <a:gd name="T79" fmla="*/ 5 h 628"/>
                <a:gd name="T80" fmla="*/ 0 w 382"/>
                <a:gd name="T81" fmla="*/ 5 h 628"/>
                <a:gd name="T82" fmla="*/ 1 w 382"/>
                <a:gd name="T83" fmla="*/ 5 h 628"/>
                <a:gd name="T84" fmla="*/ 1 w 382"/>
                <a:gd name="T85" fmla="*/ 5 h 628"/>
                <a:gd name="T86" fmla="*/ 1 w 382"/>
                <a:gd name="T87" fmla="*/ 5 h 628"/>
                <a:gd name="T88" fmla="*/ 1 w 382"/>
                <a:gd name="T89" fmla="*/ 5 h 628"/>
                <a:gd name="T90" fmla="*/ 1 w 382"/>
                <a:gd name="T91" fmla="*/ 5 h 628"/>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382"/>
                <a:gd name="T139" fmla="*/ 0 h 628"/>
                <a:gd name="T140" fmla="*/ 382 w 382"/>
                <a:gd name="T141" fmla="*/ 628 h 628"/>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382" h="628">
                  <a:moveTo>
                    <a:pt x="94" y="581"/>
                  </a:moveTo>
                  <a:lnTo>
                    <a:pt x="94" y="582"/>
                  </a:lnTo>
                  <a:lnTo>
                    <a:pt x="96" y="541"/>
                  </a:lnTo>
                  <a:lnTo>
                    <a:pt x="99" y="500"/>
                  </a:lnTo>
                  <a:lnTo>
                    <a:pt x="106" y="463"/>
                  </a:lnTo>
                  <a:lnTo>
                    <a:pt x="115" y="424"/>
                  </a:lnTo>
                  <a:lnTo>
                    <a:pt x="127" y="389"/>
                  </a:lnTo>
                  <a:lnTo>
                    <a:pt x="140" y="353"/>
                  </a:lnTo>
                  <a:lnTo>
                    <a:pt x="156" y="320"/>
                  </a:lnTo>
                  <a:lnTo>
                    <a:pt x="173" y="287"/>
                  </a:lnTo>
                  <a:lnTo>
                    <a:pt x="193" y="255"/>
                  </a:lnTo>
                  <a:lnTo>
                    <a:pt x="214" y="226"/>
                  </a:lnTo>
                  <a:lnTo>
                    <a:pt x="238" y="198"/>
                  </a:lnTo>
                  <a:lnTo>
                    <a:pt x="263" y="172"/>
                  </a:lnTo>
                  <a:lnTo>
                    <a:pt x="290" y="146"/>
                  </a:lnTo>
                  <a:lnTo>
                    <a:pt x="318" y="122"/>
                  </a:lnTo>
                  <a:lnTo>
                    <a:pt x="349" y="101"/>
                  </a:lnTo>
                  <a:lnTo>
                    <a:pt x="382" y="82"/>
                  </a:lnTo>
                  <a:lnTo>
                    <a:pt x="335" y="0"/>
                  </a:lnTo>
                  <a:lnTo>
                    <a:pt x="297" y="23"/>
                  </a:lnTo>
                  <a:lnTo>
                    <a:pt x="262" y="49"/>
                  </a:lnTo>
                  <a:lnTo>
                    <a:pt x="229" y="76"/>
                  </a:lnTo>
                  <a:lnTo>
                    <a:pt x="198" y="104"/>
                  </a:lnTo>
                  <a:lnTo>
                    <a:pt x="167" y="137"/>
                  </a:lnTo>
                  <a:lnTo>
                    <a:pt x="142" y="170"/>
                  </a:lnTo>
                  <a:lnTo>
                    <a:pt x="116" y="204"/>
                  </a:lnTo>
                  <a:lnTo>
                    <a:pt x="94" y="240"/>
                  </a:lnTo>
                  <a:lnTo>
                    <a:pt x="74" y="278"/>
                  </a:lnTo>
                  <a:lnTo>
                    <a:pt x="54" y="317"/>
                  </a:lnTo>
                  <a:lnTo>
                    <a:pt x="38" y="359"/>
                  </a:lnTo>
                  <a:lnTo>
                    <a:pt x="26" y="401"/>
                  </a:lnTo>
                  <a:lnTo>
                    <a:pt x="15" y="444"/>
                  </a:lnTo>
                  <a:lnTo>
                    <a:pt x="8" y="489"/>
                  </a:lnTo>
                  <a:lnTo>
                    <a:pt x="2" y="534"/>
                  </a:lnTo>
                  <a:lnTo>
                    <a:pt x="0" y="580"/>
                  </a:lnTo>
                  <a:lnTo>
                    <a:pt x="0" y="581"/>
                  </a:lnTo>
                  <a:lnTo>
                    <a:pt x="0" y="580"/>
                  </a:lnTo>
                  <a:lnTo>
                    <a:pt x="3" y="600"/>
                  </a:lnTo>
                  <a:lnTo>
                    <a:pt x="14" y="615"/>
                  </a:lnTo>
                  <a:lnTo>
                    <a:pt x="29" y="625"/>
                  </a:lnTo>
                  <a:lnTo>
                    <a:pt x="45" y="628"/>
                  </a:lnTo>
                  <a:lnTo>
                    <a:pt x="63" y="626"/>
                  </a:lnTo>
                  <a:lnTo>
                    <a:pt x="78" y="616"/>
                  </a:lnTo>
                  <a:lnTo>
                    <a:pt x="89" y="602"/>
                  </a:lnTo>
                  <a:lnTo>
                    <a:pt x="94" y="582"/>
                  </a:lnTo>
                  <a:lnTo>
                    <a:pt x="94" y="5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1524" name="Freeform 46"/>
            <p:cNvSpPr>
              <a:spLocks/>
            </p:cNvSpPr>
            <p:nvPr/>
          </p:nvSpPr>
          <p:spPr bwMode="auto">
            <a:xfrm>
              <a:off x="868" y="1712"/>
              <a:ext cx="19" cy="364"/>
            </a:xfrm>
            <a:custGeom>
              <a:avLst/>
              <a:gdLst>
                <a:gd name="T0" fmla="*/ 1 w 94"/>
                <a:gd name="T1" fmla="*/ 14 h 1818"/>
                <a:gd name="T2" fmla="*/ 1 w 94"/>
                <a:gd name="T3" fmla="*/ 14 h 1818"/>
                <a:gd name="T4" fmla="*/ 1 w 94"/>
                <a:gd name="T5" fmla="*/ 0 h 1818"/>
                <a:gd name="T6" fmla="*/ 0 w 94"/>
                <a:gd name="T7" fmla="*/ 0 h 1818"/>
                <a:gd name="T8" fmla="*/ 0 w 94"/>
                <a:gd name="T9" fmla="*/ 14 h 1818"/>
                <a:gd name="T10" fmla="*/ 0 w 94"/>
                <a:gd name="T11" fmla="*/ 14 h 1818"/>
                <a:gd name="T12" fmla="*/ 0 w 94"/>
                <a:gd name="T13" fmla="*/ 14 h 1818"/>
                <a:gd name="T14" fmla="*/ 0 w 94"/>
                <a:gd name="T15" fmla="*/ 14 h 1818"/>
                <a:gd name="T16" fmla="*/ 0 w 94"/>
                <a:gd name="T17" fmla="*/ 14 h 1818"/>
                <a:gd name="T18" fmla="*/ 0 w 94"/>
                <a:gd name="T19" fmla="*/ 15 h 1818"/>
                <a:gd name="T20" fmla="*/ 0 w 94"/>
                <a:gd name="T21" fmla="*/ 15 h 1818"/>
                <a:gd name="T22" fmla="*/ 1 w 94"/>
                <a:gd name="T23" fmla="*/ 15 h 1818"/>
                <a:gd name="T24" fmla="*/ 1 w 94"/>
                <a:gd name="T25" fmla="*/ 14 h 1818"/>
                <a:gd name="T26" fmla="*/ 1 w 94"/>
                <a:gd name="T27" fmla="*/ 14 h 1818"/>
                <a:gd name="T28" fmla="*/ 1 w 94"/>
                <a:gd name="T29" fmla="*/ 14 h 1818"/>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94"/>
                <a:gd name="T46" fmla="*/ 0 h 1818"/>
                <a:gd name="T47" fmla="*/ 94 w 94"/>
                <a:gd name="T48" fmla="*/ 1818 h 1818"/>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94" h="1818">
                  <a:moveTo>
                    <a:pt x="94" y="1771"/>
                  </a:moveTo>
                  <a:lnTo>
                    <a:pt x="94" y="1771"/>
                  </a:lnTo>
                  <a:lnTo>
                    <a:pt x="94" y="0"/>
                  </a:lnTo>
                  <a:lnTo>
                    <a:pt x="0" y="0"/>
                  </a:lnTo>
                  <a:lnTo>
                    <a:pt x="0" y="1771"/>
                  </a:lnTo>
                  <a:lnTo>
                    <a:pt x="3" y="1791"/>
                  </a:lnTo>
                  <a:lnTo>
                    <a:pt x="15" y="1806"/>
                  </a:lnTo>
                  <a:lnTo>
                    <a:pt x="29" y="1814"/>
                  </a:lnTo>
                  <a:lnTo>
                    <a:pt x="47" y="1818"/>
                  </a:lnTo>
                  <a:lnTo>
                    <a:pt x="64" y="1814"/>
                  </a:lnTo>
                  <a:lnTo>
                    <a:pt x="79" y="1806"/>
                  </a:lnTo>
                  <a:lnTo>
                    <a:pt x="90" y="1791"/>
                  </a:lnTo>
                  <a:lnTo>
                    <a:pt x="94" y="17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1525" name="Freeform 47"/>
            <p:cNvSpPr>
              <a:spLocks/>
            </p:cNvSpPr>
            <p:nvPr/>
          </p:nvSpPr>
          <p:spPr bwMode="auto">
            <a:xfrm>
              <a:off x="868" y="2067"/>
              <a:ext cx="90" cy="160"/>
            </a:xfrm>
            <a:custGeom>
              <a:avLst/>
              <a:gdLst>
                <a:gd name="T0" fmla="*/ 3 w 449"/>
                <a:gd name="T1" fmla="*/ 6 h 803"/>
                <a:gd name="T2" fmla="*/ 3 w 449"/>
                <a:gd name="T3" fmla="*/ 6 h 803"/>
                <a:gd name="T4" fmla="*/ 3 w 449"/>
                <a:gd name="T5" fmla="*/ 5 h 803"/>
                <a:gd name="T6" fmla="*/ 3 w 449"/>
                <a:gd name="T7" fmla="*/ 5 h 803"/>
                <a:gd name="T8" fmla="*/ 3 w 449"/>
                <a:gd name="T9" fmla="*/ 5 h 803"/>
                <a:gd name="T10" fmla="*/ 2 w 449"/>
                <a:gd name="T11" fmla="*/ 5 h 803"/>
                <a:gd name="T12" fmla="*/ 2 w 449"/>
                <a:gd name="T13" fmla="*/ 4 h 803"/>
                <a:gd name="T14" fmla="*/ 2 w 449"/>
                <a:gd name="T15" fmla="*/ 4 h 803"/>
                <a:gd name="T16" fmla="*/ 2 w 449"/>
                <a:gd name="T17" fmla="*/ 4 h 803"/>
                <a:gd name="T18" fmla="*/ 2 w 449"/>
                <a:gd name="T19" fmla="*/ 3 h 803"/>
                <a:gd name="T20" fmla="*/ 1 w 449"/>
                <a:gd name="T21" fmla="*/ 3 h 803"/>
                <a:gd name="T22" fmla="*/ 1 w 449"/>
                <a:gd name="T23" fmla="*/ 2 h 803"/>
                <a:gd name="T24" fmla="*/ 1 w 449"/>
                <a:gd name="T25" fmla="*/ 2 h 803"/>
                <a:gd name="T26" fmla="*/ 1 w 449"/>
                <a:gd name="T27" fmla="*/ 2 h 803"/>
                <a:gd name="T28" fmla="*/ 1 w 449"/>
                <a:gd name="T29" fmla="*/ 1 h 803"/>
                <a:gd name="T30" fmla="*/ 1 w 449"/>
                <a:gd name="T31" fmla="*/ 1 h 803"/>
                <a:gd name="T32" fmla="*/ 1 w 449"/>
                <a:gd name="T33" fmla="*/ 0 h 803"/>
                <a:gd name="T34" fmla="*/ 1 w 449"/>
                <a:gd name="T35" fmla="*/ 0 h 803"/>
                <a:gd name="T36" fmla="*/ 0 w 449"/>
                <a:gd name="T37" fmla="*/ 0 h 803"/>
                <a:gd name="T38" fmla="*/ 0 w 449"/>
                <a:gd name="T39" fmla="*/ 0 h 803"/>
                <a:gd name="T40" fmla="*/ 0 w 449"/>
                <a:gd name="T41" fmla="*/ 1 h 803"/>
                <a:gd name="T42" fmla="*/ 0 w 449"/>
                <a:gd name="T43" fmla="*/ 1 h 803"/>
                <a:gd name="T44" fmla="*/ 0 w 449"/>
                <a:gd name="T45" fmla="*/ 2 h 803"/>
                <a:gd name="T46" fmla="*/ 0 w 449"/>
                <a:gd name="T47" fmla="*/ 2 h 803"/>
                <a:gd name="T48" fmla="*/ 0 w 449"/>
                <a:gd name="T49" fmla="*/ 3 h 803"/>
                <a:gd name="T50" fmla="*/ 1 w 449"/>
                <a:gd name="T51" fmla="*/ 3 h 803"/>
                <a:gd name="T52" fmla="*/ 1 w 449"/>
                <a:gd name="T53" fmla="*/ 4 h 803"/>
                <a:gd name="T54" fmla="*/ 1 w 449"/>
                <a:gd name="T55" fmla="*/ 4 h 803"/>
                <a:gd name="T56" fmla="*/ 1 w 449"/>
                <a:gd name="T57" fmla="*/ 4 h 803"/>
                <a:gd name="T58" fmla="*/ 2 w 449"/>
                <a:gd name="T59" fmla="*/ 5 h 803"/>
                <a:gd name="T60" fmla="*/ 2 w 449"/>
                <a:gd name="T61" fmla="*/ 5 h 803"/>
                <a:gd name="T62" fmla="*/ 2 w 449"/>
                <a:gd name="T63" fmla="*/ 5 h 803"/>
                <a:gd name="T64" fmla="*/ 2 w 449"/>
                <a:gd name="T65" fmla="*/ 6 h 803"/>
                <a:gd name="T66" fmla="*/ 3 w 449"/>
                <a:gd name="T67" fmla="*/ 6 h 803"/>
                <a:gd name="T68" fmla="*/ 3 w 449"/>
                <a:gd name="T69" fmla="*/ 6 h 803"/>
                <a:gd name="T70" fmla="*/ 3 w 449"/>
                <a:gd name="T71" fmla="*/ 6 h 803"/>
                <a:gd name="T72" fmla="*/ 3 w 449"/>
                <a:gd name="T73" fmla="*/ 6 h 803"/>
                <a:gd name="T74" fmla="*/ 3 w 449"/>
                <a:gd name="T75" fmla="*/ 6 h 803"/>
                <a:gd name="T76" fmla="*/ 3 w 449"/>
                <a:gd name="T77" fmla="*/ 6 h 803"/>
                <a:gd name="T78" fmla="*/ 3 w 449"/>
                <a:gd name="T79" fmla="*/ 6 h 803"/>
                <a:gd name="T80" fmla="*/ 4 w 449"/>
                <a:gd name="T81" fmla="*/ 6 h 803"/>
                <a:gd name="T82" fmla="*/ 4 w 449"/>
                <a:gd name="T83" fmla="*/ 6 h 803"/>
                <a:gd name="T84" fmla="*/ 4 w 449"/>
                <a:gd name="T85" fmla="*/ 6 h 803"/>
                <a:gd name="T86" fmla="*/ 4 w 449"/>
                <a:gd name="T87" fmla="*/ 6 h 803"/>
                <a:gd name="T88" fmla="*/ 3 w 449"/>
                <a:gd name="T89" fmla="*/ 6 h 803"/>
                <a:gd name="T90" fmla="*/ 3 w 449"/>
                <a:gd name="T91" fmla="*/ 6 h 80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449"/>
                <a:gd name="T139" fmla="*/ 0 h 803"/>
                <a:gd name="T140" fmla="*/ 449 w 449"/>
                <a:gd name="T141" fmla="*/ 803 h 80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449" h="803">
                  <a:moveTo>
                    <a:pt x="426" y="717"/>
                  </a:moveTo>
                  <a:lnTo>
                    <a:pt x="427" y="717"/>
                  </a:lnTo>
                  <a:lnTo>
                    <a:pt x="395" y="693"/>
                  </a:lnTo>
                  <a:lnTo>
                    <a:pt x="361" y="662"/>
                  </a:lnTo>
                  <a:lnTo>
                    <a:pt x="329" y="628"/>
                  </a:lnTo>
                  <a:lnTo>
                    <a:pt x="299" y="591"/>
                  </a:lnTo>
                  <a:lnTo>
                    <a:pt x="269" y="551"/>
                  </a:lnTo>
                  <a:lnTo>
                    <a:pt x="241" y="507"/>
                  </a:lnTo>
                  <a:lnTo>
                    <a:pt x="215" y="460"/>
                  </a:lnTo>
                  <a:lnTo>
                    <a:pt x="191" y="412"/>
                  </a:lnTo>
                  <a:lnTo>
                    <a:pt x="170" y="363"/>
                  </a:lnTo>
                  <a:lnTo>
                    <a:pt x="151" y="312"/>
                  </a:lnTo>
                  <a:lnTo>
                    <a:pt x="133" y="259"/>
                  </a:lnTo>
                  <a:lnTo>
                    <a:pt x="119" y="207"/>
                  </a:lnTo>
                  <a:lnTo>
                    <a:pt x="108" y="156"/>
                  </a:lnTo>
                  <a:lnTo>
                    <a:pt x="101" y="103"/>
                  </a:lnTo>
                  <a:lnTo>
                    <a:pt x="96" y="51"/>
                  </a:lnTo>
                  <a:lnTo>
                    <a:pt x="94" y="0"/>
                  </a:lnTo>
                  <a:lnTo>
                    <a:pt x="0" y="0"/>
                  </a:lnTo>
                  <a:lnTo>
                    <a:pt x="2" y="56"/>
                  </a:lnTo>
                  <a:lnTo>
                    <a:pt x="7" y="115"/>
                  </a:lnTo>
                  <a:lnTo>
                    <a:pt x="16" y="172"/>
                  </a:lnTo>
                  <a:lnTo>
                    <a:pt x="28" y="231"/>
                  </a:lnTo>
                  <a:lnTo>
                    <a:pt x="44" y="287"/>
                  </a:lnTo>
                  <a:lnTo>
                    <a:pt x="62" y="342"/>
                  </a:lnTo>
                  <a:lnTo>
                    <a:pt x="83" y="398"/>
                  </a:lnTo>
                  <a:lnTo>
                    <a:pt x="106" y="452"/>
                  </a:lnTo>
                  <a:lnTo>
                    <a:pt x="133" y="505"/>
                  </a:lnTo>
                  <a:lnTo>
                    <a:pt x="161" y="554"/>
                  </a:lnTo>
                  <a:lnTo>
                    <a:pt x="192" y="602"/>
                  </a:lnTo>
                  <a:lnTo>
                    <a:pt x="224" y="647"/>
                  </a:lnTo>
                  <a:lnTo>
                    <a:pt x="259" y="689"/>
                  </a:lnTo>
                  <a:lnTo>
                    <a:pt x="295" y="728"/>
                  </a:lnTo>
                  <a:lnTo>
                    <a:pt x="334" y="763"/>
                  </a:lnTo>
                  <a:lnTo>
                    <a:pt x="374" y="795"/>
                  </a:lnTo>
                  <a:lnTo>
                    <a:pt x="375" y="795"/>
                  </a:lnTo>
                  <a:lnTo>
                    <a:pt x="374" y="795"/>
                  </a:lnTo>
                  <a:lnTo>
                    <a:pt x="392" y="803"/>
                  </a:lnTo>
                  <a:lnTo>
                    <a:pt x="411" y="803"/>
                  </a:lnTo>
                  <a:lnTo>
                    <a:pt x="426" y="795"/>
                  </a:lnTo>
                  <a:lnTo>
                    <a:pt x="439" y="782"/>
                  </a:lnTo>
                  <a:lnTo>
                    <a:pt x="446" y="766"/>
                  </a:lnTo>
                  <a:lnTo>
                    <a:pt x="449" y="749"/>
                  </a:lnTo>
                  <a:lnTo>
                    <a:pt x="441" y="732"/>
                  </a:lnTo>
                  <a:lnTo>
                    <a:pt x="427" y="717"/>
                  </a:lnTo>
                  <a:lnTo>
                    <a:pt x="426" y="71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1526" name="Freeform 48"/>
            <p:cNvSpPr>
              <a:spLocks/>
            </p:cNvSpPr>
            <p:nvPr/>
          </p:nvSpPr>
          <p:spPr bwMode="auto">
            <a:xfrm>
              <a:off x="883" y="1673"/>
              <a:ext cx="379" cy="690"/>
            </a:xfrm>
            <a:custGeom>
              <a:avLst/>
              <a:gdLst>
                <a:gd name="T0" fmla="*/ 12 w 1897"/>
                <a:gd name="T1" fmla="*/ 6 h 3450"/>
                <a:gd name="T2" fmla="*/ 13 w 1897"/>
                <a:gd name="T3" fmla="*/ 7 h 3450"/>
                <a:gd name="T4" fmla="*/ 13 w 1897"/>
                <a:gd name="T5" fmla="*/ 7 h 3450"/>
                <a:gd name="T6" fmla="*/ 14 w 1897"/>
                <a:gd name="T7" fmla="*/ 8 h 3450"/>
                <a:gd name="T8" fmla="*/ 14 w 1897"/>
                <a:gd name="T9" fmla="*/ 9 h 3450"/>
                <a:gd name="T10" fmla="*/ 15 w 1897"/>
                <a:gd name="T11" fmla="*/ 10 h 3450"/>
                <a:gd name="T12" fmla="*/ 15 w 1897"/>
                <a:gd name="T13" fmla="*/ 11 h 3450"/>
                <a:gd name="T14" fmla="*/ 15 w 1897"/>
                <a:gd name="T15" fmla="*/ 11 h 3450"/>
                <a:gd name="T16" fmla="*/ 15 w 1897"/>
                <a:gd name="T17" fmla="*/ 12 h 3450"/>
                <a:gd name="T18" fmla="*/ 15 w 1897"/>
                <a:gd name="T19" fmla="*/ 26 h 3450"/>
                <a:gd name="T20" fmla="*/ 15 w 1897"/>
                <a:gd name="T21" fmla="*/ 26 h 3450"/>
                <a:gd name="T22" fmla="*/ 15 w 1897"/>
                <a:gd name="T23" fmla="*/ 27 h 3450"/>
                <a:gd name="T24" fmla="*/ 15 w 1897"/>
                <a:gd name="T25" fmla="*/ 27 h 3450"/>
                <a:gd name="T26" fmla="*/ 14 w 1897"/>
                <a:gd name="T27" fmla="*/ 27 h 3450"/>
                <a:gd name="T28" fmla="*/ 14 w 1897"/>
                <a:gd name="T29" fmla="*/ 28 h 3450"/>
                <a:gd name="T30" fmla="*/ 13 w 1897"/>
                <a:gd name="T31" fmla="*/ 28 h 3450"/>
                <a:gd name="T32" fmla="*/ 13 w 1897"/>
                <a:gd name="T33" fmla="*/ 27 h 3450"/>
                <a:gd name="T34" fmla="*/ 3 w 1897"/>
                <a:gd name="T35" fmla="*/ 21 h 3450"/>
                <a:gd name="T36" fmla="*/ 2 w 1897"/>
                <a:gd name="T37" fmla="*/ 21 h 3450"/>
                <a:gd name="T38" fmla="*/ 2 w 1897"/>
                <a:gd name="T39" fmla="*/ 20 h 3450"/>
                <a:gd name="T40" fmla="*/ 1 w 1897"/>
                <a:gd name="T41" fmla="*/ 19 h 3450"/>
                <a:gd name="T42" fmla="*/ 1 w 1897"/>
                <a:gd name="T43" fmla="*/ 19 h 3450"/>
                <a:gd name="T44" fmla="*/ 0 w 1897"/>
                <a:gd name="T45" fmla="*/ 18 h 3450"/>
                <a:gd name="T46" fmla="*/ 0 w 1897"/>
                <a:gd name="T47" fmla="*/ 17 h 3450"/>
                <a:gd name="T48" fmla="*/ 0 w 1897"/>
                <a:gd name="T49" fmla="*/ 16 h 3450"/>
                <a:gd name="T50" fmla="*/ 0 w 1897"/>
                <a:gd name="T51" fmla="*/ 15 h 3450"/>
                <a:gd name="T52" fmla="*/ 0 w 1897"/>
                <a:gd name="T53" fmla="*/ 2 h 3450"/>
                <a:gd name="T54" fmla="*/ 0 w 1897"/>
                <a:gd name="T55" fmla="*/ 1 h 3450"/>
                <a:gd name="T56" fmla="*/ 0 w 1897"/>
                <a:gd name="T57" fmla="*/ 1 h 3450"/>
                <a:gd name="T58" fmla="*/ 1 w 1897"/>
                <a:gd name="T59" fmla="*/ 0 h 3450"/>
                <a:gd name="T60" fmla="*/ 1 w 1897"/>
                <a:gd name="T61" fmla="*/ 0 h 3450"/>
                <a:gd name="T62" fmla="*/ 1 w 1897"/>
                <a:gd name="T63" fmla="*/ 0 h 3450"/>
                <a:gd name="T64" fmla="*/ 2 w 1897"/>
                <a:gd name="T65" fmla="*/ 0 h 3450"/>
                <a:gd name="T66" fmla="*/ 3 w 1897"/>
                <a:gd name="T67" fmla="*/ 0 h 3450"/>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897"/>
                <a:gd name="T103" fmla="*/ 0 h 3450"/>
                <a:gd name="T104" fmla="*/ 1897 w 1897"/>
                <a:gd name="T105" fmla="*/ 3450 h 3450"/>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897" h="3450">
                  <a:moveTo>
                    <a:pt x="357" y="49"/>
                  </a:moveTo>
                  <a:lnTo>
                    <a:pt x="1542" y="806"/>
                  </a:lnTo>
                  <a:lnTo>
                    <a:pt x="1579" y="832"/>
                  </a:lnTo>
                  <a:lnTo>
                    <a:pt x="1614" y="861"/>
                  </a:lnTo>
                  <a:lnTo>
                    <a:pt x="1648" y="895"/>
                  </a:lnTo>
                  <a:lnTo>
                    <a:pt x="1681" y="933"/>
                  </a:lnTo>
                  <a:lnTo>
                    <a:pt x="1711" y="973"/>
                  </a:lnTo>
                  <a:lnTo>
                    <a:pt x="1740" y="1016"/>
                  </a:lnTo>
                  <a:lnTo>
                    <a:pt x="1768" y="1062"/>
                  </a:lnTo>
                  <a:lnTo>
                    <a:pt x="1793" y="1109"/>
                  </a:lnTo>
                  <a:lnTo>
                    <a:pt x="1816" y="1158"/>
                  </a:lnTo>
                  <a:lnTo>
                    <a:pt x="1836" y="1208"/>
                  </a:lnTo>
                  <a:lnTo>
                    <a:pt x="1854" y="1260"/>
                  </a:lnTo>
                  <a:lnTo>
                    <a:pt x="1869" y="1313"/>
                  </a:lnTo>
                  <a:lnTo>
                    <a:pt x="1881" y="1364"/>
                  </a:lnTo>
                  <a:lnTo>
                    <a:pt x="1890" y="1417"/>
                  </a:lnTo>
                  <a:lnTo>
                    <a:pt x="1895" y="1469"/>
                  </a:lnTo>
                  <a:lnTo>
                    <a:pt x="1897" y="1519"/>
                  </a:lnTo>
                  <a:lnTo>
                    <a:pt x="1897" y="3142"/>
                  </a:lnTo>
                  <a:lnTo>
                    <a:pt x="1895" y="3190"/>
                  </a:lnTo>
                  <a:lnTo>
                    <a:pt x="1890" y="3235"/>
                  </a:lnTo>
                  <a:lnTo>
                    <a:pt x="1881" y="3276"/>
                  </a:lnTo>
                  <a:lnTo>
                    <a:pt x="1869" y="3313"/>
                  </a:lnTo>
                  <a:lnTo>
                    <a:pt x="1854" y="3346"/>
                  </a:lnTo>
                  <a:lnTo>
                    <a:pt x="1836" y="3375"/>
                  </a:lnTo>
                  <a:lnTo>
                    <a:pt x="1816" y="3398"/>
                  </a:lnTo>
                  <a:lnTo>
                    <a:pt x="1793" y="3418"/>
                  </a:lnTo>
                  <a:lnTo>
                    <a:pt x="1768" y="3434"/>
                  </a:lnTo>
                  <a:lnTo>
                    <a:pt x="1740" y="3444"/>
                  </a:lnTo>
                  <a:lnTo>
                    <a:pt x="1711" y="3450"/>
                  </a:lnTo>
                  <a:lnTo>
                    <a:pt x="1681" y="3450"/>
                  </a:lnTo>
                  <a:lnTo>
                    <a:pt x="1648" y="3445"/>
                  </a:lnTo>
                  <a:lnTo>
                    <a:pt x="1614" y="3436"/>
                  </a:lnTo>
                  <a:lnTo>
                    <a:pt x="1579" y="3421"/>
                  </a:lnTo>
                  <a:lnTo>
                    <a:pt x="1542" y="3400"/>
                  </a:lnTo>
                  <a:lnTo>
                    <a:pt x="357" y="2643"/>
                  </a:lnTo>
                  <a:lnTo>
                    <a:pt x="320" y="2618"/>
                  </a:lnTo>
                  <a:lnTo>
                    <a:pt x="285" y="2588"/>
                  </a:lnTo>
                  <a:lnTo>
                    <a:pt x="251" y="2554"/>
                  </a:lnTo>
                  <a:lnTo>
                    <a:pt x="218" y="2517"/>
                  </a:lnTo>
                  <a:lnTo>
                    <a:pt x="187" y="2477"/>
                  </a:lnTo>
                  <a:lnTo>
                    <a:pt x="157" y="2433"/>
                  </a:lnTo>
                  <a:lnTo>
                    <a:pt x="130" y="2388"/>
                  </a:lnTo>
                  <a:lnTo>
                    <a:pt x="105" y="2341"/>
                  </a:lnTo>
                  <a:lnTo>
                    <a:pt x="81" y="2292"/>
                  </a:lnTo>
                  <a:lnTo>
                    <a:pt x="61" y="2241"/>
                  </a:lnTo>
                  <a:lnTo>
                    <a:pt x="44" y="2190"/>
                  </a:lnTo>
                  <a:lnTo>
                    <a:pt x="29" y="2138"/>
                  </a:lnTo>
                  <a:lnTo>
                    <a:pt x="17" y="2085"/>
                  </a:lnTo>
                  <a:lnTo>
                    <a:pt x="7" y="2033"/>
                  </a:lnTo>
                  <a:lnTo>
                    <a:pt x="3" y="1981"/>
                  </a:lnTo>
                  <a:lnTo>
                    <a:pt x="0" y="1931"/>
                  </a:lnTo>
                  <a:lnTo>
                    <a:pt x="0" y="308"/>
                  </a:lnTo>
                  <a:lnTo>
                    <a:pt x="3" y="260"/>
                  </a:lnTo>
                  <a:lnTo>
                    <a:pt x="7" y="215"/>
                  </a:lnTo>
                  <a:lnTo>
                    <a:pt x="17" y="174"/>
                  </a:lnTo>
                  <a:lnTo>
                    <a:pt x="29" y="137"/>
                  </a:lnTo>
                  <a:lnTo>
                    <a:pt x="44" y="104"/>
                  </a:lnTo>
                  <a:lnTo>
                    <a:pt x="61" y="76"/>
                  </a:lnTo>
                  <a:lnTo>
                    <a:pt x="81" y="51"/>
                  </a:lnTo>
                  <a:lnTo>
                    <a:pt x="105" y="31"/>
                  </a:lnTo>
                  <a:lnTo>
                    <a:pt x="130" y="16"/>
                  </a:lnTo>
                  <a:lnTo>
                    <a:pt x="157" y="5"/>
                  </a:lnTo>
                  <a:lnTo>
                    <a:pt x="187" y="0"/>
                  </a:lnTo>
                  <a:lnTo>
                    <a:pt x="218" y="0"/>
                  </a:lnTo>
                  <a:lnTo>
                    <a:pt x="251" y="3"/>
                  </a:lnTo>
                  <a:lnTo>
                    <a:pt x="285" y="14"/>
                  </a:lnTo>
                  <a:lnTo>
                    <a:pt x="320" y="29"/>
                  </a:lnTo>
                  <a:lnTo>
                    <a:pt x="357" y="49"/>
                  </a:lnTo>
                  <a:close/>
                </a:path>
              </a:pathLst>
            </a:custGeom>
            <a:solidFill>
              <a:srgbClr val="BFBFB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1527" name="Freeform 49"/>
            <p:cNvSpPr>
              <a:spLocks/>
            </p:cNvSpPr>
            <p:nvPr/>
          </p:nvSpPr>
          <p:spPr bwMode="auto">
            <a:xfrm>
              <a:off x="1268" y="1663"/>
              <a:ext cx="393" cy="711"/>
            </a:xfrm>
            <a:custGeom>
              <a:avLst/>
              <a:gdLst>
                <a:gd name="T0" fmla="*/ 3 w 1962"/>
                <a:gd name="T1" fmla="*/ 7 h 3555"/>
                <a:gd name="T2" fmla="*/ 2 w 1962"/>
                <a:gd name="T3" fmla="*/ 7 h 3555"/>
                <a:gd name="T4" fmla="*/ 2 w 1962"/>
                <a:gd name="T5" fmla="*/ 8 h 3555"/>
                <a:gd name="T6" fmla="*/ 1 w 1962"/>
                <a:gd name="T7" fmla="*/ 8 h 3555"/>
                <a:gd name="T8" fmla="*/ 1 w 1962"/>
                <a:gd name="T9" fmla="*/ 9 h 3555"/>
                <a:gd name="T10" fmla="*/ 1 w 1962"/>
                <a:gd name="T11" fmla="*/ 10 h 3555"/>
                <a:gd name="T12" fmla="*/ 0 w 1962"/>
                <a:gd name="T13" fmla="*/ 11 h 3555"/>
                <a:gd name="T14" fmla="*/ 0 w 1962"/>
                <a:gd name="T15" fmla="*/ 12 h 3555"/>
                <a:gd name="T16" fmla="*/ 0 w 1962"/>
                <a:gd name="T17" fmla="*/ 13 h 3555"/>
                <a:gd name="T18" fmla="*/ 0 w 1962"/>
                <a:gd name="T19" fmla="*/ 26 h 3555"/>
                <a:gd name="T20" fmla="*/ 0 w 1962"/>
                <a:gd name="T21" fmla="*/ 27 h 3555"/>
                <a:gd name="T22" fmla="*/ 0 w 1962"/>
                <a:gd name="T23" fmla="*/ 28 h 3555"/>
                <a:gd name="T24" fmla="*/ 1 w 1962"/>
                <a:gd name="T25" fmla="*/ 28 h 3555"/>
                <a:gd name="T26" fmla="*/ 1 w 1962"/>
                <a:gd name="T27" fmla="*/ 28 h 3555"/>
                <a:gd name="T28" fmla="*/ 2 w 1962"/>
                <a:gd name="T29" fmla="*/ 28 h 3555"/>
                <a:gd name="T30" fmla="*/ 2 w 1962"/>
                <a:gd name="T31" fmla="*/ 28 h 3555"/>
                <a:gd name="T32" fmla="*/ 3 w 1962"/>
                <a:gd name="T33" fmla="*/ 28 h 3555"/>
                <a:gd name="T34" fmla="*/ 13 w 1962"/>
                <a:gd name="T35" fmla="*/ 22 h 3555"/>
                <a:gd name="T36" fmla="*/ 13 w 1962"/>
                <a:gd name="T37" fmla="*/ 21 h 3555"/>
                <a:gd name="T38" fmla="*/ 14 w 1962"/>
                <a:gd name="T39" fmla="*/ 21 h 3555"/>
                <a:gd name="T40" fmla="*/ 14 w 1962"/>
                <a:gd name="T41" fmla="*/ 20 h 3555"/>
                <a:gd name="T42" fmla="*/ 15 w 1962"/>
                <a:gd name="T43" fmla="*/ 19 h 3555"/>
                <a:gd name="T44" fmla="*/ 15 w 1962"/>
                <a:gd name="T45" fmla="*/ 18 h 3555"/>
                <a:gd name="T46" fmla="*/ 16 w 1962"/>
                <a:gd name="T47" fmla="*/ 18 h 3555"/>
                <a:gd name="T48" fmla="*/ 16 w 1962"/>
                <a:gd name="T49" fmla="*/ 17 h 3555"/>
                <a:gd name="T50" fmla="*/ 16 w 1962"/>
                <a:gd name="T51" fmla="*/ 16 h 3555"/>
                <a:gd name="T52" fmla="*/ 16 w 1962"/>
                <a:gd name="T53" fmla="*/ 2 h 3555"/>
                <a:gd name="T54" fmla="*/ 16 w 1962"/>
                <a:gd name="T55" fmla="*/ 1 h 3555"/>
                <a:gd name="T56" fmla="*/ 15 w 1962"/>
                <a:gd name="T57" fmla="*/ 1 h 3555"/>
                <a:gd name="T58" fmla="*/ 15 w 1962"/>
                <a:gd name="T59" fmla="*/ 0 h 3555"/>
                <a:gd name="T60" fmla="*/ 15 w 1962"/>
                <a:gd name="T61" fmla="*/ 0 h 3555"/>
                <a:gd name="T62" fmla="*/ 14 w 1962"/>
                <a:gd name="T63" fmla="*/ 0 h 3555"/>
                <a:gd name="T64" fmla="*/ 14 w 1962"/>
                <a:gd name="T65" fmla="*/ 0 h 3555"/>
                <a:gd name="T66" fmla="*/ 13 w 1962"/>
                <a:gd name="T67" fmla="*/ 0 h 3555"/>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962"/>
                <a:gd name="T103" fmla="*/ 0 h 3555"/>
                <a:gd name="T104" fmla="*/ 1962 w 1962"/>
                <a:gd name="T105" fmla="*/ 3555 h 3555"/>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962" h="3555">
                  <a:moveTo>
                    <a:pt x="1594" y="50"/>
                  </a:moveTo>
                  <a:lnTo>
                    <a:pt x="368" y="831"/>
                  </a:lnTo>
                  <a:lnTo>
                    <a:pt x="330" y="858"/>
                  </a:lnTo>
                  <a:lnTo>
                    <a:pt x="294" y="888"/>
                  </a:lnTo>
                  <a:lnTo>
                    <a:pt x="259" y="922"/>
                  </a:lnTo>
                  <a:lnTo>
                    <a:pt x="225" y="961"/>
                  </a:lnTo>
                  <a:lnTo>
                    <a:pt x="193" y="1003"/>
                  </a:lnTo>
                  <a:lnTo>
                    <a:pt x="163" y="1047"/>
                  </a:lnTo>
                  <a:lnTo>
                    <a:pt x="133" y="1094"/>
                  </a:lnTo>
                  <a:lnTo>
                    <a:pt x="108" y="1143"/>
                  </a:lnTo>
                  <a:lnTo>
                    <a:pt x="84" y="1193"/>
                  </a:lnTo>
                  <a:lnTo>
                    <a:pt x="63" y="1246"/>
                  </a:lnTo>
                  <a:lnTo>
                    <a:pt x="44" y="1299"/>
                  </a:lnTo>
                  <a:lnTo>
                    <a:pt x="29" y="1353"/>
                  </a:lnTo>
                  <a:lnTo>
                    <a:pt x="16" y="1405"/>
                  </a:lnTo>
                  <a:lnTo>
                    <a:pt x="7" y="1459"/>
                  </a:lnTo>
                  <a:lnTo>
                    <a:pt x="2" y="1512"/>
                  </a:lnTo>
                  <a:lnTo>
                    <a:pt x="0" y="1565"/>
                  </a:lnTo>
                  <a:lnTo>
                    <a:pt x="0" y="3237"/>
                  </a:lnTo>
                  <a:lnTo>
                    <a:pt x="2" y="3287"/>
                  </a:lnTo>
                  <a:lnTo>
                    <a:pt x="7" y="3333"/>
                  </a:lnTo>
                  <a:lnTo>
                    <a:pt x="16" y="3375"/>
                  </a:lnTo>
                  <a:lnTo>
                    <a:pt x="29" y="3413"/>
                  </a:lnTo>
                  <a:lnTo>
                    <a:pt x="44" y="3447"/>
                  </a:lnTo>
                  <a:lnTo>
                    <a:pt x="63" y="3477"/>
                  </a:lnTo>
                  <a:lnTo>
                    <a:pt x="84" y="3502"/>
                  </a:lnTo>
                  <a:lnTo>
                    <a:pt x="108" y="3522"/>
                  </a:lnTo>
                  <a:lnTo>
                    <a:pt x="133" y="3538"/>
                  </a:lnTo>
                  <a:lnTo>
                    <a:pt x="163" y="3549"/>
                  </a:lnTo>
                  <a:lnTo>
                    <a:pt x="193" y="3555"/>
                  </a:lnTo>
                  <a:lnTo>
                    <a:pt x="225" y="3555"/>
                  </a:lnTo>
                  <a:lnTo>
                    <a:pt x="259" y="3550"/>
                  </a:lnTo>
                  <a:lnTo>
                    <a:pt x="294" y="3541"/>
                  </a:lnTo>
                  <a:lnTo>
                    <a:pt x="330" y="3524"/>
                  </a:lnTo>
                  <a:lnTo>
                    <a:pt x="368" y="3503"/>
                  </a:lnTo>
                  <a:lnTo>
                    <a:pt x="1594" y="2722"/>
                  </a:lnTo>
                  <a:lnTo>
                    <a:pt x="1632" y="2696"/>
                  </a:lnTo>
                  <a:lnTo>
                    <a:pt x="1668" y="2665"/>
                  </a:lnTo>
                  <a:lnTo>
                    <a:pt x="1703" y="2631"/>
                  </a:lnTo>
                  <a:lnTo>
                    <a:pt x="1737" y="2592"/>
                  </a:lnTo>
                  <a:lnTo>
                    <a:pt x="1769" y="2551"/>
                  </a:lnTo>
                  <a:lnTo>
                    <a:pt x="1799" y="2506"/>
                  </a:lnTo>
                  <a:lnTo>
                    <a:pt x="1829" y="2460"/>
                  </a:lnTo>
                  <a:lnTo>
                    <a:pt x="1854" y="2411"/>
                  </a:lnTo>
                  <a:lnTo>
                    <a:pt x="1878" y="2361"/>
                  </a:lnTo>
                  <a:lnTo>
                    <a:pt x="1899" y="2308"/>
                  </a:lnTo>
                  <a:lnTo>
                    <a:pt x="1918" y="2256"/>
                  </a:lnTo>
                  <a:lnTo>
                    <a:pt x="1933" y="2202"/>
                  </a:lnTo>
                  <a:lnTo>
                    <a:pt x="1946" y="2149"/>
                  </a:lnTo>
                  <a:lnTo>
                    <a:pt x="1955" y="2095"/>
                  </a:lnTo>
                  <a:lnTo>
                    <a:pt x="1960" y="2042"/>
                  </a:lnTo>
                  <a:lnTo>
                    <a:pt x="1962" y="1989"/>
                  </a:lnTo>
                  <a:lnTo>
                    <a:pt x="1962" y="319"/>
                  </a:lnTo>
                  <a:lnTo>
                    <a:pt x="1960" y="269"/>
                  </a:lnTo>
                  <a:lnTo>
                    <a:pt x="1955" y="223"/>
                  </a:lnTo>
                  <a:lnTo>
                    <a:pt x="1946" y="180"/>
                  </a:lnTo>
                  <a:lnTo>
                    <a:pt x="1933" y="143"/>
                  </a:lnTo>
                  <a:lnTo>
                    <a:pt x="1918" y="109"/>
                  </a:lnTo>
                  <a:lnTo>
                    <a:pt x="1899" y="79"/>
                  </a:lnTo>
                  <a:lnTo>
                    <a:pt x="1878" y="54"/>
                  </a:lnTo>
                  <a:lnTo>
                    <a:pt x="1854" y="33"/>
                  </a:lnTo>
                  <a:lnTo>
                    <a:pt x="1829" y="17"/>
                  </a:lnTo>
                  <a:lnTo>
                    <a:pt x="1799" y="7"/>
                  </a:lnTo>
                  <a:lnTo>
                    <a:pt x="1769" y="0"/>
                  </a:lnTo>
                  <a:lnTo>
                    <a:pt x="1737" y="0"/>
                  </a:lnTo>
                  <a:lnTo>
                    <a:pt x="1703" y="4"/>
                  </a:lnTo>
                  <a:lnTo>
                    <a:pt x="1668" y="14"/>
                  </a:lnTo>
                  <a:lnTo>
                    <a:pt x="1632" y="29"/>
                  </a:lnTo>
                  <a:lnTo>
                    <a:pt x="1594" y="50"/>
                  </a:lnTo>
                  <a:close/>
                </a:path>
              </a:pathLst>
            </a:custGeom>
            <a:solidFill>
              <a:srgbClr val="E5E5E5"/>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1528" name="Freeform 50"/>
            <p:cNvSpPr>
              <a:spLocks noEditPoints="1"/>
            </p:cNvSpPr>
            <p:nvPr/>
          </p:nvSpPr>
          <p:spPr bwMode="auto">
            <a:xfrm>
              <a:off x="916" y="1589"/>
              <a:ext cx="697" cy="698"/>
            </a:xfrm>
            <a:custGeom>
              <a:avLst/>
              <a:gdLst>
                <a:gd name="T0" fmla="*/ 16 w 3485"/>
                <a:gd name="T1" fmla="*/ 0 h 3490"/>
                <a:gd name="T2" fmla="*/ 17 w 3485"/>
                <a:gd name="T3" fmla="*/ 2 h 3490"/>
                <a:gd name="T4" fmla="*/ 17 w 3485"/>
                <a:gd name="T5" fmla="*/ 3 h 3490"/>
                <a:gd name="T6" fmla="*/ 14 w 3485"/>
                <a:gd name="T7" fmla="*/ 4 h 3490"/>
                <a:gd name="T8" fmla="*/ 12 w 3485"/>
                <a:gd name="T9" fmla="*/ 4 h 3490"/>
                <a:gd name="T10" fmla="*/ 11 w 3485"/>
                <a:gd name="T11" fmla="*/ 2 h 3490"/>
                <a:gd name="T12" fmla="*/ 11 w 3485"/>
                <a:gd name="T13" fmla="*/ 1 h 3490"/>
                <a:gd name="T14" fmla="*/ 14 w 3485"/>
                <a:gd name="T15" fmla="*/ 0 h 3490"/>
                <a:gd name="T16" fmla="*/ 3 w 3485"/>
                <a:gd name="T17" fmla="*/ 7 h 3490"/>
                <a:gd name="T18" fmla="*/ 4 w 3485"/>
                <a:gd name="T19" fmla="*/ 9 h 3490"/>
                <a:gd name="T20" fmla="*/ 3 w 3485"/>
                <a:gd name="T21" fmla="*/ 12 h 3490"/>
                <a:gd name="T22" fmla="*/ 2 w 3485"/>
                <a:gd name="T23" fmla="*/ 13 h 3490"/>
                <a:gd name="T24" fmla="*/ 1 w 3485"/>
                <a:gd name="T25" fmla="*/ 12 h 3490"/>
                <a:gd name="T26" fmla="*/ 0 w 3485"/>
                <a:gd name="T27" fmla="*/ 10 h 3490"/>
                <a:gd name="T28" fmla="*/ 0 w 3485"/>
                <a:gd name="T29" fmla="*/ 8 h 3490"/>
                <a:gd name="T30" fmla="*/ 2 w 3485"/>
                <a:gd name="T31" fmla="*/ 6 h 3490"/>
                <a:gd name="T32" fmla="*/ 10 w 3485"/>
                <a:gd name="T33" fmla="*/ 20 h 3490"/>
                <a:gd name="T34" fmla="*/ 11 w 3485"/>
                <a:gd name="T35" fmla="*/ 22 h 3490"/>
                <a:gd name="T36" fmla="*/ 11 w 3485"/>
                <a:gd name="T37" fmla="*/ 25 h 3490"/>
                <a:gd name="T38" fmla="*/ 10 w 3485"/>
                <a:gd name="T39" fmla="*/ 27 h 3490"/>
                <a:gd name="T40" fmla="*/ 8 w 3485"/>
                <a:gd name="T41" fmla="*/ 26 h 3490"/>
                <a:gd name="T42" fmla="*/ 7 w 3485"/>
                <a:gd name="T43" fmla="*/ 24 h 3490"/>
                <a:gd name="T44" fmla="*/ 7 w 3485"/>
                <a:gd name="T45" fmla="*/ 22 h 3490"/>
                <a:gd name="T46" fmla="*/ 8 w 3485"/>
                <a:gd name="T47" fmla="*/ 20 h 3490"/>
                <a:gd name="T48" fmla="*/ 20 w 3485"/>
                <a:gd name="T49" fmla="*/ 21 h 3490"/>
                <a:gd name="T50" fmla="*/ 21 w 3485"/>
                <a:gd name="T51" fmla="*/ 23 h 3490"/>
                <a:gd name="T52" fmla="*/ 21 w 3485"/>
                <a:gd name="T53" fmla="*/ 26 h 3490"/>
                <a:gd name="T54" fmla="*/ 20 w 3485"/>
                <a:gd name="T55" fmla="*/ 28 h 3490"/>
                <a:gd name="T56" fmla="*/ 18 w 3485"/>
                <a:gd name="T57" fmla="*/ 28 h 3490"/>
                <a:gd name="T58" fmla="*/ 17 w 3485"/>
                <a:gd name="T59" fmla="*/ 26 h 3490"/>
                <a:gd name="T60" fmla="*/ 17 w 3485"/>
                <a:gd name="T61" fmla="*/ 23 h 3490"/>
                <a:gd name="T62" fmla="*/ 18 w 3485"/>
                <a:gd name="T63" fmla="*/ 21 h 3490"/>
                <a:gd name="T64" fmla="*/ 19 w 3485"/>
                <a:gd name="T65" fmla="*/ 11 h 3490"/>
                <a:gd name="T66" fmla="*/ 20 w 3485"/>
                <a:gd name="T67" fmla="*/ 13 h 3490"/>
                <a:gd name="T68" fmla="*/ 21 w 3485"/>
                <a:gd name="T69" fmla="*/ 15 h 3490"/>
                <a:gd name="T70" fmla="*/ 20 w 3485"/>
                <a:gd name="T71" fmla="*/ 17 h 3490"/>
                <a:gd name="T72" fmla="*/ 18 w 3485"/>
                <a:gd name="T73" fmla="*/ 17 h 3490"/>
                <a:gd name="T74" fmla="*/ 17 w 3485"/>
                <a:gd name="T75" fmla="*/ 16 h 3490"/>
                <a:gd name="T76" fmla="*/ 17 w 3485"/>
                <a:gd name="T77" fmla="*/ 13 h 3490"/>
                <a:gd name="T78" fmla="*/ 18 w 3485"/>
                <a:gd name="T79" fmla="*/ 11 h 3490"/>
                <a:gd name="T80" fmla="*/ 26 w 3485"/>
                <a:gd name="T81" fmla="*/ 7 h 3490"/>
                <a:gd name="T82" fmla="*/ 27 w 3485"/>
                <a:gd name="T83" fmla="*/ 8 h 3490"/>
                <a:gd name="T84" fmla="*/ 27 w 3485"/>
                <a:gd name="T85" fmla="*/ 11 h 3490"/>
                <a:gd name="T86" fmla="*/ 26 w 3485"/>
                <a:gd name="T87" fmla="*/ 13 h 3490"/>
                <a:gd name="T88" fmla="*/ 25 w 3485"/>
                <a:gd name="T89" fmla="*/ 13 h 3490"/>
                <a:gd name="T90" fmla="*/ 24 w 3485"/>
                <a:gd name="T91" fmla="*/ 12 h 3490"/>
                <a:gd name="T92" fmla="*/ 24 w 3485"/>
                <a:gd name="T93" fmla="*/ 9 h 3490"/>
                <a:gd name="T94" fmla="*/ 24 w 3485"/>
                <a:gd name="T95" fmla="*/ 7 h 3490"/>
                <a:gd name="T96" fmla="*/ 26 w 3485"/>
                <a:gd name="T97" fmla="*/ 17 h 3490"/>
                <a:gd name="T98" fmla="*/ 27 w 3485"/>
                <a:gd name="T99" fmla="*/ 18 h 3490"/>
                <a:gd name="T100" fmla="*/ 28 w 3485"/>
                <a:gd name="T101" fmla="*/ 21 h 3490"/>
                <a:gd name="T102" fmla="*/ 27 w 3485"/>
                <a:gd name="T103" fmla="*/ 23 h 3490"/>
                <a:gd name="T104" fmla="*/ 26 w 3485"/>
                <a:gd name="T105" fmla="*/ 24 h 3490"/>
                <a:gd name="T106" fmla="*/ 24 w 3485"/>
                <a:gd name="T107" fmla="*/ 23 h 3490"/>
                <a:gd name="T108" fmla="*/ 24 w 3485"/>
                <a:gd name="T109" fmla="*/ 20 h 3490"/>
                <a:gd name="T110" fmla="*/ 25 w 3485"/>
                <a:gd name="T111" fmla="*/ 18 h 3490"/>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w 3485"/>
                <a:gd name="T169" fmla="*/ 0 h 3490"/>
                <a:gd name="T170" fmla="*/ 3485 w 3485"/>
                <a:gd name="T171" fmla="*/ 3490 h 3490"/>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T168" t="T169" r="T170" b="T171"/>
              <a:pathLst>
                <a:path w="3485" h="3490">
                  <a:moveTo>
                    <a:pt x="1754" y="0"/>
                  </a:moveTo>
                  <a:lnTo>
                    <a:pt x="1797" y="2"/>
                  </a:lnTo>
                  <a:lnTo>
                    <a:pt x="1840" y="5"/>
                  </a:lnTo>
                  <a:lnTo>
                    <a:pt x="1881" y="12"/>
                  </a:lnTo>
                  <a:lnTo>
                    <a:pt x="1921" y="20"/>
                  </a:lnTo>
                  <a:lnTo>
                    <a:pt x="1959" y="31"/>
                  </a:lnTo>
                  <a:lnTo>
                    <a:pt x="1994" y="44"/>
                  </a:lnTo>
                  <a:lnTo>
                    <a:pt x="2028" y="59"/>
                  </a:lnTo>
                  <a:lnTo>
                    <a:pt x="2058" y="74"/>
                  </a:lnTo>
                  <a:lnTo>
                    <a:pt x="2086" y="93"/>
                  </a:lnTo>
                  <a:lnTo>
                    <a:pt x="2111" y="113"/>
                  </a:lnTo>
                  <a:lnTo>
                    <a:pt x="2132" y="133"/>
                  </a:lnTo>
                  <a:lnTo>
                    <a:pt x="2151" y="155"/>
                  </a:lnTo>
                  <a:lnTo>
                    <a:pt x="2165" y="179"/>
                  </a:lnTo>
                  <a:lnTo>
                    <a:pt x="2175" y="203"/>
                  </a:lnTo>
                  <a:lnTo>
                    <a:pt x="2182" y="229"/>
                  </a:lnTo>
                  <a:lnTo>
                    <a:pt x="2185" y="255"/>
                  </a:lnTo>
                  <a:lnTo>
                    <a:pt x="2182" y="281"/>
                  </a:lnTo>
                  <a:lnTo>
                    <a:pt x="2175" y="305"/>
                  </a:lnTo>
                  <a:lnTo>
                    <a:pt x="2165" y="330"/>
                  </a:lnTo>
                  <a:lnTo>
                    <a:pt x="2151" y="353"/>
                  </a:lnTo>
                  <a:lnTo>
                    <a:pt x="2132" y="376"/>
                  </a:lnTo>
                  <a:lnTo>
                    <a:pt x="2111" y="397"/>
                  </a:lnTo>
                  <a:lnTo>
                    <a:pt x="2086" y="417"/>
                  </a:lnTo>
                  <a:lnTo>
                    <a:pt x="2058" y="434"/>
                  </a:lnTo>
                  <a:lnTo>
                    <a:pt x="2028" y="451"/>
                  </a:lnTo>
                  <a:lnTo>
                    <a:pt x="1994" y="466"/>
                  </a:lnTo>
                  <a:lnTo>
                    <a:pt x="1959" y="479"/>
                  </a:lnTo>
                  <a:lnTo>
                    <a:pt x="1921" y="489"/>
                  </a:lnTo>
                  <a:lnTo>
                    <a:pt x="1881" y="498"/>
                  </a:lnTo>
                  <a:lnTo>
                    <a:pt x="1840" y="505"/>
                  </a:lnTo>
                  <a:lnTo>
                    <a:pt x="1797" y="508"/>
                  </a:lnTo>
                  <a:lnTo>
                    <a:pt x="1754" y="509"/>
                  </a:lnTo>
                  <a:lnTo>
                    <a:pt x="1710" y="508"/>
                  </a:lnTo>
                  <a:lnTo>
                    <a:pt x="1667" y="505"/>
                  </a:lnTo>
                  <a:lnTo>
                    <a:pt x="1626" y="498"/>
                  </a:lnTo>
                  <a:lnTo>
                    <a:pt x="1586" y="489"/>
                  </a:lnTo>
                  <a:lnTo>
                    <a:pt x="1548" y="479"/>
                  </a:lnTo>
                  <a:lnTo>
                    <a:pt x="1512" y="466"/>
                  </a:lnTo>
                  <a:lnTo>
                    <a:pt x="1479" y="451"/>
                  </a:lnTo>
                  <a:lnTo>
                    <a:pt x="1449" y="434"/>
                  </a:lnTo>
                  <a:lnTo>
                    <a:pt x="1421" y="417"/>
                  </a:lnTo>
                  <a:lnTo>
                    <a:pt x="1395" y="397"/>
                  </a:lnTo>
                  <a:lnTo>
                    <a:pt x="1374" y="376"/>
                  </a:lnTo>
                  <a:lnTo>
                    <a:pt x="1355" y="353"/>
                  </a:lnTo>
                  <a:lnTo>
                    <a:pt x="1341" y="330"/>
                  </a:lnTo>
                  <a:lnTo>
                    <a:pt x="1331" y="305"/>
                  </a:lnTo>
                  <a:lnTo>
                    <a:pt x="1324" y="281"/>
                  </a:lnTo>
                  <a:lnTo>
                    <a:pt x="1321" y="255"/>
                  </a:lnTo>
                  <a:lnTo>
                    <a:pt x="1324" y="229"/>
                  </a:lnTo>
                  <a:lnTo>
                    <a:pt x="1331" y="203"/>
                  </a:lnTo>
                  <a:lnTo>
                    <a:pt x="1341" y="179"/>
                  </a:lnTo>
                  <a:lnTo>
                    <a:pt x="1355" y="155"/>
                  </a:lnTo>
                  <a:lnTo>
                    <a:pt x="1374" y="133"/>
                  </a:lnTo>
                  <a:lnTo>
                    <a:pt x="1395" y="113"/>
                  </a:lnTo>
                  <a:lnTo>
                    <a:pt x="1421" y="93"/>
                  </a:lnTo>
                  <a:lnTo>
                    <a:pt x="1449" y="74"/>
                  </a:lnTo>
                  <a:lnTo>
                    <a:pt x="1479" y="59"/>
                  </a:lnTo>
                  <a:lnTo>
                    <a:pt x="1512" y="44"/>
                  </a:lnTo>
                  <a:lnTo>
                    <a:pt x="1548" y="31"/>
                  </a:lnTo>
                  <a:lnTo>
                    <a:pt x="1586" y="20"/>
                  </a:lnTo>
                  <a:lnTo>
                    <a:pt x="1626" y="12"/>
                  </a:lnTo>
                  <a:lnTo>
                    <a:pt x="1667" y="5"/>
                  </a:lnTo>
                  <a:lnTo>
                    <a:pt x="1710" y="2"/>
                  </a:lnTo>
                  <a:lnTo>
                    <a:pt x="1754" y="0"/>
                  </a:lnTo>
                  <a:close/>
                  <a:moveTo>
                    <a:pt x="239" y="786"/>
                  </a:moveTo>
                  <a:lnTo>
                    <a:pt x="263" y="788"/>
                  </a:lnTo>
                  <a:lnTo>
                    <a:pt x="287" y="794"/>
                  </a:lnTo>
                  <a:lnTo>
                    <a:pt x="309" y="805"/>
                  </a:lnTo>
                  <a:lnTo>
                    <a:pt x="331" y="819"/>
                  </a:lnTo>
                  <a:lnTo>
                    <a:pt x="352" y="836"/>
                  </a:lnTo>
                  <a:lnTo>
                    <a:pt x="372" y="857"/>
                  </a:lnTo>
                  <a:lnTo>
                    <a:pt x="390" y="882"/>
                  </a:lnTo>
                  <a:lnTo>
                    <a:pt x="407" y="909"/>
                  </a:lnTo>
                  <a:lnTo>
                    <a:pt x="423" y="940"/>
                  </a:lnTo>
                  <a:lnTo>
                    <a:pt x="437" y="971"/>
                  </a:lnTo>
                  <a:lnTo>
                    <a:pt x="448" y="1006"/>
                  </a:lnTo>
                  <a:lnTo>
                    <a:pt x="459" y="1043"/>
                  </a:lnTo>
                  <a:lnTo>
                    <a:pt x="467" y="1081"/>
                  </a:lnTo>
                  <a:lnTo>
                    <a:pt x="473" y="1121"/>
                  </a:lnTo>
                  <a:lnTo>
                    <a:pt x="476" y="1163"/>
                  </a:lnTo>
                  <a:lnTo>
                    <a:pt x="478" y="1206"/>
                  </a:lnTo>
                  <a:lnTo>
                    <a:pt x="476" y="1248"/>
                  </a:lnTo>
                  <a:lnTo>
                    <a:pt x="473" y="1290"/>
                  </a:lnTo>
                  <a:lnTo>
                    <a:pt x="467" y="1330"/>
                  </a:lnTo>
                  <a:lnTo>
                    <a:pt x="459" y="1367"/>
                  </a:lnTo>
                  <a:lnTo>
                    <a:pt x="448" y="1405"/>
                  </a:lnTo>
                  <a:lnTo>
                    <a:pt x="437" y="1439"/>
                  </a:lnTo>
                  <a:lnTo>
                    <a:pt x="423" y="1472"/>
                  </a:lnTo>
                  <a:lnTo>
                    <a:pt x="407" y="1501"/>
                  </a:lnTo>
                  <a:lnTo>
                    <a:pt x="390" y="1528"/>
                  </a:lnTo>
                  <a:lnTo>
                    <a:pt x="372" y="1553"/>
                  </a:lnTo>
                  <a:lnTo>
                    <a:pt x="352" y="1574"/>
                  </a:lnTo>
                  <a:lnTo>
                    <a:pt x="331" y="1591"/>
                  </a:lnTo>
                  <a:lnTo>
                    <a:pt x="309" y="1605"/>
                  </a:lnTo>
                  <a:lnTo>
                    <a:pt x="287" y="1616"/>
                  </a:lnTo>
                  <a:lnTo>
                    <a:pt x="263" y="1622"/>
                  </a:lnTo>
                  <a:lnTo>
                    <a:pt x="239" y="1624"/>
                  </a:lnTo>
                  <a:lnTo>
                    <a:pt x="214" y="1622"/>
                  </a:lnTo>
                  <a:lnTo>
                    <a:pt x="191" y="1616"/>
                  </a:lnTo>
                  <a:lnTo>
                    <a:pt x="168" y="1605"/>
                  </a:lnTo>
                  <a:lnTo>
                    <a:pt x="146" y="1591"/>
                  </a:lnTo>
                  <a:lnTo>
                    <a:pt x="125" y="1574"/>
                  </a:lnTo>
                  <a:lnTo>
                    <a:pt x="105" y="1553"/>
                  </a:lnTo>
                  <a:lnTo>
                    <a:pt x="87" y="1528"/>
                  </a:lnTo>
                  <a:lnTo>
                    <a:pt x="70" y="1501"/>
                  </a:lnTo>
                  <a:lnTo>
                    <a:pt x="55" y="1472"/>
                  </a:lnTo>
                  <a:lnTo>
                    <a:pt x="41" y="1439"/>
                  </a:lnTo>
                  <a:lnTo>
                    <a:pt x="29" y="1405"/>
                  </a:lnTo>
                  <a:lnTo>
                    <a:pt x="18" y="1367"/>
                  </a:lnTo>
                  <a:lnTo>
                    <a:pt x="10" y="1330"/>
                  </a:lnTo>
                  <a:lnTo>
                    <a:pt x="4" y="1290"/>
                  </a:lnTo>
                  <a:lnTo>
                    <a:pt x="1" y="1248"/>
                  </a:lnTo>
                  <a:lnTo>
                    <a:pt x="0" y="1206"/>
                  </a:lnTo>
                  <a:lnTo>
                    <a:pt x="1" y="1163"/>
                  </a:lnTo>
                  <a:lnTo>
                    <a:pt x="4" y="1121"/>
                  </a:lnTo>
                  <a:lnTo>
                    <a:pt x="10" y="1081"/>
                  </a:lnTo>
                  <a:lnTo>
                    <a:pt x="18" y="1043"/>
                  </a:lnTo>
                  <a:lnTo>
                    <a:pt x="29" y="1006"/>
                  </a:lnTo>
                  <a:lnTo>
                    <a:pt x="41" y="971"/>
                  </a:lnTo>
                  <a:lnTo>
                    <a:pt x="55" y="940"/>
                  </a:lnTo>
                  <a:lnTo>
                    <a:pt x="70" y="909"/>
                  </a:lnTo>
                  <a:lnTo>
                    <a:pt x="87" y="882"/>
                  </a:lnTo>
                  <a:lnTo>
                    <a:pt x="105" y="857"/>
                  </a:lnTo>
                  <a:lnTo>
                    <a:pt x="125" y="836"/>
                  </a:lnTo>
                  <a:lnTo>
                    <a:pt x="146" y="819"/>
                  </a:lnTo>
                  <a:lnTo>
                    <a:pt x="168" y="805"/>
                  </a:lnTo>
                  <a:lnTo>
                    <a:pt x="191" y="794"/>
                  </a:lnTo>
                  <a:lnTo>
                    <a:pt x="214" y="788"/>
                  </a:lnTo>
                  <a:lnTo>
                    <a:pt x="239" y="786"/>
                  </a:lnTo>
                  <a:close/>
                  <a:moveTo>
                    <a:pt x="1119" y="2495"/>
                  </a:moveTo>
                  <a:lnTo>
                    <a:pt x="1143" y="2498"/>
                  </a:lnTo>
                  <a:lnTo>
                    <a:pt x="1167" y="2504"/>
                  </a:lnTo>
                  <a:lnTo>
                    <a:pt x="1190" y="2514"/>
                  </a:lnTo>
                  <a:lnTo>
                    <a:pt x="1211" y="2528"/>
                  </a:lnTo>
                  <a:lnTo>
                    <a:pt x="1232" y="2546"/>
                  </a:lnTo>
                  <a:lnTo>
                    <a:pt x="1252" y="2567"/>
                  </a:lnTo>
                  <a:lnTo>
                    <a:pt x="1271" y="2592"/>
                  </a:lnTo>
                  <a:lnTo>
                    <a:pt x="1288" y="2618"/>
                  </a:lnTo>
                  <a:lnTo>
                    <a:pt x="1304" y="2648"/>
                  </a:lnTo>
                  <a:lnTo>
                    <a:pt x="1318" y="2681"/>
                  </a:lnTo>
                  <a:lnTo>
                    <a:pt x="1329" y="2715"/>
                  </a:lnTo>
                  <a:lnTo>
                    <a:pt x="1340" y="2752"/>
                  </a:lnTo>
                  <a:lnTo>
                    <a:pt x="1348" y="2790"/>
                  </a:lnTo>
                  <a:lnTo>
                    <a:pt x="1354" y="2830"/>
                  </a:lnTo>
                  <a:lnTo>
                    <a:pt x="1358" y="2872"/>
                  </a:lnTo>
                  <a:lnTo>
                    <a:pt x="1359" y="2914"/>
                  </a:lnTo>
                  <a:lnTo>
                    <a:pt x="1358" y="2956"/>
                  </a:lnTo>
                  <a:lnTo>
                    <a:pt x="1354" y="2998"/>
                  </a:lnTo>
                  <a:lnTo>
                    <a:pt x="1348" y="3038"/>
                  </a:lnTo>
                  <a:lnTo>
                    <a:pt x="1340" y="3077"/>
                  </a:lnTo>
                  <a:lnTo>
                    <a:pt x="1329" y="3113"/>
                  </a:lnTo>
                  <a:lnTo>
                    <a:pt x="1318" y="3147"/>
                  </a:lnTo>
                  <a:lnTo>
                    <a:pt x="1304" y="3180"/>
                  </a:lnTo>
                  <a:lnTo>
                    <a:pt x="1288" y="3209"/>
                  </a:lnTo>
                  <a:lnTo>
                    <a:pt x="1271" y="3238"/>
                  </a:lnTo>
                  <a:lnTo>
                    <a:pt x="1252" y="3261"/>
                  </a:lnTo>
                  <a:lnTo>
                    <a:pt x="1232" y="3282"/>
                  </a:lnTo>
                  <a:lnTo>
                    <a:pt x="1211" y="3301"/>
                  </a:lnTo>
                  <a:lnTo>
                    <a:pt x="1190" y="3315"/>
                  </a:lnTo>
                  <a:lnTo>
                    <a:pt x="1167" y="3325"/>
                  </a:lnTo>
                  <a:lnTo>
                    <a:pt x="1143" y="3331"/>
                  </a:lnTo>
                  <a:lnTo>
                    <a:pt x="1119" y="3334"/>
                  </a:lnTo>
                  <a:lnTo>
                    <a:pt x="1094" y="3331"/>
                  </a:lnTo>
                  <a:lnTo>
                    <a:pt x="1070" y="3325"/>
                  </a:lnTo>
                  <a:lnTo>
                    <a:pt x="1048" y="3315"/>
                  </a:lnTo>
                  <a:lnTo>
                    <a:pt x="1026" y="3301"/>
                  </a:lnTo>
                  <a:lnTo>
                    <a:pt x="1005" y="3282"/>
                  </a:lnTo>
                  <a:lnTo>
                    <a:pt x="985" y="3261"/>
                  </a:lnTo>
                  <a:lnTo>
                    <a:pt x="967" y="3238"/>
                  </a:lnTo>
                  <a:lnTo>
                    <a:pt x="950" y="3209"/>
                  </a:lnTo>
                  <a:lnTo>
                    <a:pt x="935" y="3180"/>
                  </a:lnTo>
                  <a:lnTo>
                    <a:pt x="921" y="3147"/>
                  </a:lnTo>
                  <a:lnTo>
                    <a:pt x="909" y="3113"/>
                  </a:lnTo>
                  <a:lnTo>
                    <a:pt x="898" y="3077"/>
                  </a:lnTo>
                  <a:lnTo>
                    <a:pt x="890" y="3038"/>
                  </a:lnTo>
                  <a:lnTo>
                    <a:pt x="884" y="2998"/>
                  </a:lnTo>
                  <a:lnTo>
                    <a:pt x="881" y="2956"/>
                  </a:lnTo>
                  <a:lnTo>
                    <a:pt x="880" y="2914"/>
                  </a:lnTo>
                  <a:lnTo>
                    <a:pt x="881" y="2872"/>
                  </a:lnTo>
                  <a:lnTo>
                    <a:pt x="884" y="2830"/>
                  </a:lnTo>
                  <a:lnTo>
                    <a:pt x="890" y="2790"/>
                  </a:lnTo>
                  <a:lnTo>
                    <a:pt x="898" y="2752"/>
                  </a:lnTo>
                  <a:lnTo>
                    <a:pt x="909" y="2715"/>
                  </a:lnTo>
                  <a:lnTo>
                    <a:pt x="921" y="2681"/>
                  </a:lnTo>
                  <a:lnTo>
                    <a:pt x="935" y="2648"/>
                  </a:lnTo>
                  <a:lnTo>
                    <a:pt x="950" y="2618"/>
                  </a:lnTo>
                  <a:lnTo>
                    <a:pt x="967" y="2592"/>
                  </a:lnTo>
                  <a:lnTo>
                    <a:pt x="985" y="2567"/>
                  </a:lnTo>
                  <a:lnTo>
                    <a:pt x="1005" y="2546"/>
                  </a:lnTo>
                  <a:lnTo>
                    <a:pt x="1026" y="2528"/>
                  </a:lnTo>
                  <a:lnTo>
                    <a:pt x="1048" y="2514"/>
                  </a:lnTo>
                  <a:lnTo>
                    <a:pt x="1070" y="2504"/>
                  </a:lnTo>
                  <a:lnTo>
                    <a:pt x="1094" y="2498"/>
                  </a:lnTo>
                  <a:lnTo>
                    <a:pt x="1119" y="2495"/>
                  </a:lnTo>
                  <a:close/>
                  <a:moveTo>
                    <a:pt x="2380" y="2651"/>
                  </a:moveTo>
                  <a:lnTo>
                    <a:pt x="2405" y="2654"/>
                  </a:lnTo>
                  <a:lnTo>
                    <a:pt x="2428" y="2660"/>
                  </a:lnTo>
                  <a:lnTo>
                    <a:pt x="2452" y="2670"/>
                  </a:lnTo>
                  <a:lnTo>
                    <a:pt x="2473" y="2684"/>
                  </a:lnTo>
                  <a:lnTo>
                    <a:pt x="2494" y="2703"/>
                  </a:lnTo>
                  <a:lnTo>
                    <a:pt x="2514" y="2724"/>
                  </a:lnTo>
                  <a:lnTo>
                    <a:pt x="2533" y="2747"/>
                  </a:lnTo>
                  <a:lnTo>
                    <a:pt x="2550" y="2774"/>
                  </a:lnTo>
                  <a:lnTo>
                    <a:pt x="2565" y="2805"/>
                  </a:lnTo>
                  <a:lnTo>
                    <a:pt x="2580" y="2838"/>
                  </a:lnTo>
                  <a:lnTo>
                    <a:pt x="2591" y="2872"/>
                  </a:lnTo>
                  <a:lnTo>
                    <a:pt x="2602" y="2908"/>
                  </a:lnTo>
                  <a:lnTo>
                    <a:pt x="2610" y="2947"/>
                  </a:lnTo>
                  <a:lnTo>
                    <a:pt x="2616" y="2987"/>
                  </a:lnTo>
                  <a:lnTo>
                    <a:pt x="2619" y="3029"/>
                  </a:lnTo>
                  <a:lnTo>
                    <a:pt x="2621" y="3071"/>
                  </a:lnTo>
                  <a:lnTo>
                    <a:pt x="2619" y="3113"/>
                  </a:lnTo>
                  <a:lnTo>
                    <a:pt x="2616" y="3155"/>
                  </a:lnTo>
                  <a:lnTo>
                    <a:pt x="2610" y="3195"/>
                  </a:lnTo>
                  <a:lnTo>
                    <a:pt x="2602" y="3233"/>
                  </a:lnTo>
                  <a:lnTo>
                    <a:pt x="2591" y="3270"/>
                  </a:lnTo>
                  <a:lnTo>
                    <a:pt x="2580" y="3304"/>
                  </a:lnTo>
                  <a:lnTo>
                    <a:pt x="2565" y="3337"/>
                  </a:lnTo>
                  <a:lnTo>
                    <a:pt x="2550" y="3367"/>
                  </a:lnTo>
                  <a:lnTo>
                    <a:pt x="2533" y="3393"/>
                  </a:lnTo>
                  <a:lnTo>
                    <a:pt x="2514" y="3418"/>
                  </a:lnTo>
                  <a:lnTo>
                    <a:pt x="2494" y="3439"/>
                  </a:lnTo>
                  <a:lnTo>
                    <a:pt x="2473" y="3457"/>
                  </a:lnTo>
                  <a:lnTo>
                    <a:pt x="2452" y="3471"/>
                  </a:lnTo>
                  <a:lnTo>
                    <a:pt x="2428" y="3481"/>
                  </a:lnTo>
                  <a:lnTo>
                    <a:pt x="2405" y="3487"/>
                  </a:lnTo>
                  <a:lnTo>
                    <a:pt x="2380" y="3490"/>
                  </a:lnTo>
                  <a:lnTo>
                    <a:pt x="2356" y="3487"/>
                  </a:lnTo>
                  <a:lnTo>
                    <a:pt x="2332" y="3481"/>
                  </a:lnTo>
                  <a:lnTo>
                    <a:pt x="2310" y="3471"/>
                  </a:lnTo>
                  <a:lnTo>
                    <a:pt x="2288" y="3457"/>
                  </a:lnTo>
                  <a:lnTo>
                    <a:pt x="2267" y="3439"/>
                  </a:lnTo>
                  <a:lnTo>
                    <a:pt x="2248" y="3418"/>
                  </a:lnTo>
                  <a:lnTo>
                    <a:pt x="2229" y="3393"/>
                  </a:lnTo>
                  <a:lnTo>
                    <a:pt x="2212" y="3367"/>
                  </a:lnTo>
                  <a:lnTo>
                    <a:pt x="2196" y="3337"/>
                  </a:lnTo>
                  <a:lnTo>
                    <a:pt x="2182" y="3304"/>
                  </a:lnTo>
                  <a:lnTo>
                    <a:pt x="2171" y="3270"/>
                  </a:lnTo>
                  <a:lnTo>
                    <a:pt x="2160" y="3233"/>
                  </a:lnTo>
                  <a:lnTo>
                    <a:pt x="2152" y="3195"/>
                  </a:lnTo>
                  <a:lnTo>
                    <a:pt x="2146" y="3155"/>
                  </a:lnTo>
                  <a:lnTo>
                    <a:pt x="2142" y="3113"/>
                  </a:lnTo>
                  <a:lnTo>
                    <a:pt x="2141" y="3071"/>
                  </a:lnTo>
                  <a:lnTo>
                    <a:pt x="2142" y="3029"/>
                  </a:lnTo>
                  <a:lnTo>
                    <a:pt x="2146" y="2987"/>
                  </a:lnTo>
                  <a:lnTo>
                    <a:pt x="2152" y="2947"/>
                  </a:lnTo>
                  <a:lnTo>
                    <a:pt x="2160" y="2908"/>
                  </a:lnTo>
                  <a:lnTo>
                    <a:pt x="2171" y="2872"/>
                  </a:lnTo>
                  <a:lnTo>
                    <a:pt x="2182" y="2838"/>
                  </a:lnTo>
                  <a:lnTo>
                    <a:pt x="2196" y="2805"/>
                  </a:lnTo>
                  <a:lnTo>
                    <a:pt x="2212" y="2774"/>
                  </a:lnTo>
                  <a:lnTo>
                    <a:pt x="2229" y="2747"/>
                  </a:lnTo>
                  <a:lnTo>
                    <a:pt x="2248" y="2724"/>
                  </a:lnTo>
                  <a:lnTo>
                    <a:pt x="2267" y="2703"/>
                  </a:lnTo>
                  <a:lnTo>
                    <a:pt x="2288" y="2684"/>
                  </a:lnTo>
                  <a:lnTo>
                    <a:pt x="2310" y="2670"/>
                  </a:lnTo>
                  <a:lnTo>
                    <a:pt x="2332" y="2660"/>
                  </a:lnTo>
                  <a:lnTo>
                    <a:pt x="2356" y="2654"/>
                  </a:lnTo>
                  <a:lnTo>
                    <a:pt x="2380" y="2651"/>
                  </a:lnTo>
                  <a:close/>
                  <a:moveTo>
                    <a:pt x="2342" y="1355"/>
                  </a:moveTo>
                  <a:lnTo>
                    <a:pt x="2366" y="1357"/>
                  </a:lnTo>
                  <a:lnTo>
                    <a:pt x="2390" y="1363"/>
                  </a:lnTo>
                  <a:lnTo>
                    <a:pt x="2412" y="1373"/>
                  </a:lnTo>
                  <a:lnTo>
                    <a:pt x="2434" y="1387"/>
                  </a:lnTo>
                  <a:lnTo>
                    <a:pt x="2455" y="1405"/>
                  </a:lnTo>
                  <a:lnTo>
                    <a:pt x="2475" y="1426"/>
                  </a:lnTo>
                  <a:lnTo>
                    <a:pt x="2493" y="1451"/>
                  </a:lnTo>
                  <a:lnTo>
                    <a:pt x="2510" y="1478"/>
                  </a:lnTo>
                  <a:lnTo>
                    <a:pt x="2526" y="1507"/>
                  </a:lnTo>
                  <a:lnTo>
                    <a:pt x="2540" y="1540"/>
                  </a:lnTo>
                  <a:lnTo>
                    <a:pt x="2551" y="1574"/>
                  </a:lnTo>
                  <a:lnTo>
                    <a:pt x="2562" y="1611"/>
                  </a:lnTo>
                  <a:lnTo>
                    <a:pt x="2570" y="1649"/>
                  </a:lnTo>
                  <a:lnTo>
                    <a:pt x="2576" y="1689"/>
                  </a:lnTo>
                  <a:lnTo>
                    <a:pt x="2580" y="1731"/>
                  </a:lnTo>
                  <a:lnTo>
                    <a:pt x="2581" y="1773"/>
                  </a:lnTo>
                  <a:lnTo>
                    <a:pt x="2580" y="1815"/>
                  </a:lnTo>
                  <a:lnTo>
                    <a:pt x="2576" y="1858"/>
                  </a:lnTo>
                  <a:lnTo>
                    <a:pt x="2570" y="1897"/>
                  </a:lnTo>
                  <a:lnTo>
                    <a:pt x="2562" y="1936"/>
                  </a:lnTo>
                  <a:lnTo>
                    <a:pt x="2551" y="1972"/>
                  </a:lnTo>
                  <a:lnTo>
                    <a:pt x="2540" y="2008"/>
                  </a:lnTo>
                  <a:lnTo>
                    <a:pt x="2526" y="2039"/>
                  </a:lnTo>
                  <a:lnTo>
                    <a:pt x="2510" y="2070"/>
                  </a:lnTo>
                  <a:lnTo>
                    <a:pt x="2493" y="2097"/>
                  </a:lnTo>
                  <a:lnTo>
                    <a:pt x="2475" y="2121"/>
                  </a:lnTo>
                  <a:lnTo>
                    <a:pt x="2455" y="2142"/>
                  </a:lnTo>
                  <a:lnTo>
                    <a:pt x="2434" y="2160"/>
                  </a:lnTo>
                  <a:lnTo>
                    <a:pt x="2412" y="2174"/>
                  </a:lnTo>
                  <a:lnTo>
                    <a:pt x="2390" y="2185"/>
                  </a:lnTo>
                  <a:lnTo>
                    <a:pt x="2366" y="2191"/>
                  </a:lnTo>
                  <a:lnTo>
                    <a:pt x="2342" y="2193"/>
                  </a:lnTo>
                  <a:lnTo>
                    <a:pt x="2317" y="2191"/>
                  </a:lnTo>
                  <a:lnTo>
                    <a:pt x="2294" y="2185"/>
                  </a:lnTo>
                  <a:lnTo>
                    <a:pt x="2270" y="2174"/>
                  </a:lnTo>
                  <a:lnTo>
                    <a:pt x="2249" y="2160"/>
                  </a:lnTo>
                  <a:lnTo>
                    <a:pt x="2228" y="2142"/>
                  </a:lnTo>
                  <a:lnTo>
                    <a:pt x="2208" y="2121"/>
                  </a:lnTo>
                  <a:lnTo>
                    <a:pt x="2189" y="2097"/>
                  </a:lnTo>
                  <a:lnTo>
                    <a:pt x="2173" y="2070"/>
                  </a:lnTo>
                  <a:lnTo>
                    <a:pt x="2157" y="2039"/>
                  </a:lnTo>
                  <a:lnTo>
                    <a:pt x="2142" y="2008"/>
                  </a:lnTo>
                  <a:lnTo>
                    <a:pt x="2131" y="1972"/>
                  </a:lnTo>
                  <a:lnTo>
                    <a:pt x="2120" y="1936"/>
                  </a:lnTo>
                  <a:lnTo>
                    <a:pt x="2112" y="1897"/>
                  </a:lnTo>
                  <a:lnTo>
                    <a:pt x="2106" y="1858"/>
                  </a:lnTo>
                  <a:lnTo>
                    <a:pt x="2103" y="1815"/>
                  </a:lnTo>
                  <a:lnTo>
                    <a:pt x="2101" y="1773"/>
                  </a:lnTo>
                  <a:lnTo>
                    <a:pt x="2103" y="1731"/>
                  </a:lnTo>
                  <a:lnTo>
                    <a:pt x="2106" y="1689"/>
                  </a:lnTo>
                  <a:lnTo>
                    <a:pt x="2112" y="1649"/>
                  </a:lnTo>
                  <a:lnTo>
                    <a:pt x="2120" y="1611"/>
                  </a:lnTo>
                  <a:lnTo>
                    <a:pt x="2131" y="1574"/>
                  </a:lnTo>
                  <a:lnTo>
                    <a:pt x="2142" y="1540"/>
                  </a:lnTo>
                  <a:lnTo>
                    <a:pt x="2157" y="1507"/>
                  </a:lnTo>
                  <a:lnTo>
                    <a:pt x="2173" y="1478"/>
                  </a:lnTo>
                  <a:lnTo>
                    <a:pt x="2189" y="1451"/>
                  </a:lnTo>
                  <a:lnTo>
                    <a:pt x="2208" y="1426"/>
                  </a:lnTo>
                  <a:lnTo>
                    <a:pt x="2228" y="1405"/>
                  </a:lnTo>
                  <a:lnTo>
                    <a:pt x="2249" y="1387"/>
                  </a:lnTo>
                  <a:lnTo>
                    <a:pt x="2270" y="1373"/>
                  </a:lnTo>
                  <a:lnTo>
                    <a:pt x="2294" y="1363"/>
                  </a:lnTo>
                  <a:lnTo>
                    <a:pt x="2317" y="1357"/>
                  </a:lnTo>
                  <a:lnTo>
                    <a:pt x="2342" y="1355"/>
                  </a:lnTo>
                  <a:close/>
                  <a:moveTo>
                    <a:pt x="3179" y="819"/>
                  </a:moveTo>
                  <a:lnTo>
                    <a:pt x="3204" y="821"/>
                  </a:lnTo>
                  <a:lnTo>
                    <a:pt x="3227" y="827"/>
                  </a:lnTo>
                  <a:lnTo>
                    <a:pt x="3250" y="838"/>
                  </a:lnTo>
                  <a:lnTo>
                    <a:pt x="3272" y="852"/>
                  </a:lnTo>
                  <a:lnTo>
                    <a:pt x="3293" y="869"/>
                  </a:lnTo>
                  <a:lnTo>
                    <a:pt x="3312" y="890"/>
                  </a:lnTo>
                  <a:lnTo>
                    <a:pt x="3331" y="915"/>
                  </a:lnTo>
                  <a:lnTo>
                    <a:pt x="3348" y="942"/>
                  </a:lnTo>
                  <a:lnTo>
                    <a:pt x="3363" y="971"/>
                  </a:lnTo>
                  <a:lnTo>
                    <a:pt x="3377" y="1004"/>
                  </a:lnTo>
                  <a:lnTo>
                    <a:pt x="3389" y="1038"/>
                  </a:lnTo>
                  <a:lnTo>
                    <a:pt x="3400" y="1076"/>
                  </a:lnTo>
                  <a:lnTo>
                    <a:pt x="3408" y="1113"/>
                  </a:lnTo>
                  <a:lnTo>
                    <a:pt x="3414" y="1153"/>
                  </a:lnTo>
                  <a:lnTo>
                    <a:pt x="3417" y="1195"/>
                  </a:lnTo>
                  <a:lnTo>
                    <a:pt x="3418" y="1237"/>
                  </a:lnTo>
                  <a:lnTo>
                    <a:pt x="3417" y="1280"/>
                  </a:lnTo>
                  <a:lnTo>
                    <a:pt x="3414" y="1322"/>
                  </a:lnTo>
                  <a:lnTo>
                    <a:pt x="3408" y="1362"/>
                  </a:lnTo>
                  <a:lnTo>
                    <a:pt x="3400" y="1399"/>
                  </a:lnTo>
                  <a:lnTo>
                    <a:pt x="3389" y="1437"/>
                  </a:lnTo>
                  <a:lnTo>
                    <a:pt x="3377" y="1471"/>
                  </a:lnTo>
                  <a:lnTo>
                    <a:pt x="3363" y="1503"/>
                  </a:lnTo>
                  <a:lnTo>
                    <a:pt x="3348" y="1533"/>
                  </a:lnTo>
                  <a:lnTo>
                    <a:pt x="3331" y="1560"/>
                  </a:lnTo>
                  <a:lnTo>
                    <a:pt x="3312" y="1584"/>
                  </a:lnTo>
                  <a:lnTo>
                    <a:pt x="3293" y="1605"/>
                  </a:lnTo>
                  <a:lnTo>
                    <a:pt x="3272" y="1623"/>
                  </a:lnTo>
                  <a:lnTo>
                    <a:pt x="3250" y="1637"/>
                  </a:lnTo>
                  <a:lnTo>
                    <a:pt x="3227" y="1648"/>
                  </a:lnTo>
                  <a:lnTo>
                    <a:pt x="3204" y="1654"/>
                  </a:lnTo>
                  <a:lnTo>
                    <a:pt x="3179" y="1656"/>
                  </a:lnTo>
                  <a:lnTo>
                    <a:pt x="3155" y="1654"/>
                  </a:lnTo>
                  <a:lnTo>
                    <a:pt x="3131" y="1648"/>
                  </a:lnTo>
                  <a:lnTo>
                    <a:pt x="3108" y="1637"/>
                  </a:lnTo>
                  <a:lnTo>
                    <a:pt x="3087" y="1623"/>
                  </a:lnTo>
                  <a:lnTo>
                    <a:pt x="3066" y="1605"/>
                  </a:lnTo>
                  <a:lnTo>
                    <a:pt x="3046" y="1584"/>
                  </a:lnTo>
                  <a:lnTo>
                    <a:pt x="3027" y="1560"/>
                  </a:lnTo>
                  <a:lnTo>
                    <a:pt x="3011" y="1533"/>
                  </a:lnTo>
                  <a:lnTo>
                    <a:pt x="2994" y="1503"/>
                  </a:lnTo>
                  <a:lnTo>
                    <a:pt x="2980" y="1471"/>
                  </a:lnTo>
                  <a:lnTo>
                    <a:pt x="2968" y="1437"/>
                  </a:lnTo>
                  <a:lnTo>
                    <a:pt x="2958" y="1399"/>
                  </a:lnTo>
                  <a:lnTo>
                    <a:pt x="2950" y="1362"/>
                  </a:lnTo>
                  <a:lnTo>
                    <a:pt x="2944" y="1322"/>
                  </a:lnTo>
                  <a:lnTo>
                    <a:pt x="2940" y="1280"/>
                  </a:lnTo>
                  <a:lnTo>
                    <a:pt x="2939" y="1237"/>
                  </a:lnTo>
                  <a:lnTo>
                    <a:pt x="2940" y="1195"/>
                  </a:lnTo>
                  <a:lnTo>
                    <a:pt x="2944" y="1153"/>
                  </a:lnTo>
                  <a:lnTo>
                    <a:pt x="2950" y="1113"/>
                  </a:lnTo>
                  <a:lnTo>
                    <a:pt x="2958" y="1076"/>
                  </a:lnTo>
                  <a:lnTo>
                    <a:pt x="2968" y="1038"/>
                  </a:lnTo>
                  <a:lnTo>
                    <a:pt x="2980" y="1004"/>
                  </a:lnTo>
                  <a:lnTo>
                    <a:pt x="2994" y="971"/>
                  </a:lnTo>
                  <a:lnTo>
                    <a:pt x="3011" y="942"/>
                  </a:lnTo>
                  <a:lnTo>
                    <a:pt x="3027" y="915"/>
                  </a:lnTo>
                  <a:lnTo>
                    <a:pt x="3046" y="890"/>
                  </a:lnTo>
                  <a:lnTo>
                    <a:pt x="3066" y="869"/>
                  </a:lnTo>
                  <a:lnTo>
                    <a:pt x="3087" y="852"/>
                  </a:lnTo>
                  <a:lnTo>
                    <a:pt x="3108" y="838"/>
                  </a:lnTo>
                  <a:lnTo>
                    <a:pt x="3131" y="827"/>
                  </a:lnTo>
                  <a:lnTo>
                    <a:pt x="3155" y="821"/>
                  </a:lnTo>
                  <a:lnTo>
                    <a:pt x="3179" y="819"/>
                  </a:lnTo>
                  <a:close/>
                  <a:moveTo>
                    <a:pt x="3246" y="2144"/>
                  </a:moveTo>
                  <a:lnTo>
                    <a:pt x="3271" y="2146"/>
                  </a:lnTo>
                  <a:lnTo>
                    <a:pt x="3294" y="2152"/>
                  </a:lnTo>
                  <a:lnTo>
                    <a:pt x="3316" y="2162"/>
                  </a:lnTo>
                  <a:lnTo>
                    <a:pt x="3339" y="2176"/>
                  </a:lnTo>
                  <a:lnTo>
                    <a:pt x="3360" y="2194"/>
                  </a:lnTo>
                  <a:lnTo>
                    <a:pt x="3380" y="2215"/>
                  </a:lnTo>
                  <a:lnTo>
                    <a:pt x="3397" y="2240"/>
                  </a:lnTo>
                  <a:lnTo>
                    <a:pt x="3415" y="2267"/>
                  </a:lnTo>
                  <a:lnTo>
                    <a:pt x="3430" y="2296"/>
                  </a:lnTo>
                  <a:lnTo>
                    <a:pt x="3444" y="2329"/>
                  </a:lnTo>
                  <a:lnTo>
                    <a:pt x="3456" y="2363"/>
                  </a:lnTo>
                  <a:lnTo>
                    <a:pt x="3466" y="2400"/>
                  </a:lnTo>
                  <a:lnTo>
                    <a:pt x="3475" y="2438"/>
                  </a:lnTo>
                  <a:lnTo>
                    <a:pt x="3480" y="2478"/>
                  </a:lnTo>
                  <a:lnTo>
                    <a:pt x="3484" y="2520"/>
                  </a:lnTo>
                  <a:lnTo>
                    <a:pt x="3485" y="2562"/>
                  </a:lnTo>
                  <a:lnTo>
                    <a:pt x="3484" y="2604"/>
                  </a:lnTo>
                  <a:lnTo>
                    <a:pt x="3480" y="2647"/>
                  </a:lnTo>
                  <a:lnTo>
                    <a:pt x="3475" y="2686"/>
                  </a:lnTo>
                  <a:lnTo>
                    <a:pt x="3466" y="2725"/>
                  </a:lnTo>
                  <a:lnTo>
                    <a:pt x="3456" y="2762"/>
                  </a:lnTo>
                  <a:lnTo>
                    <a:pt x="3444" y="2796"/>
                  </a:lnTo>
                  <a:lnTo>
                    <a:pt x="3430" y="2828"/>
                  </a:lnTo>
                  <a:lnTo>
                    <a:pt x="3415" y="2858"/>
                  </a:lnTo>
                  <a:lnTo>
                    <a:pt x="3397" y="2886"/>
                  </a:lnTo>
                  <a:lnTo>
                    <a:pt x="3380" y="2909"/>
                  </a:lnTo>
                  <a:lnTo>
                    <a:pt x="3360" y="2930"/>
                  </a:lnTo>
                  <a:lnTo>
                    <a:pt x="3339" y="2949"/>
                  </a:lnTo>
                  <a:lnTo>
                    <a:pt x="3316" y="2963"/>
                  </a:lnTo>
                  <a:lnTo>
                    <a:pt x="3294" y="2974"/>
                  </a:lnTo>
                  <a:lnTo>
                    <a:pt x="3271" y="2980"/>
                  </a:lnTo>
                  <a:lnTo>
                    <a:pt x="3246" y="2982"/>
                  </a:lnTo>
                  <a:lnTo>
                    <a:pt x="3222" y="2980"/>
                  </a:lnTo>
                  <a:lnTo>
                    <a:pt x="3198" y="2974"/>
                  </a:lnTo>
                  <a:lnTo>
                    <a:pt x="3176" y="2963"/>
                  </a:lnTo>
                  <a:lnTo>
                    <a:pt x="3154" y="2949"/>
                  </a:lnTo>
                  <a:lnTo>
                    <a:pt x="3133" y="2930"/>
                  </a:lnTo>
                  <a:lnTo>
                    <a:pt x="3113" y="2909"/>
                  </a:lnTo>
                  <a:lnTo>
                    <a:pt x="3095" y="2886"/>
                  </a:lnTo>
                  <a:lnTo>
                    <a:pt x="3077" y="2858"/>
                  </a:lnTo>
                  <a:lnTo>
                    <a:pt x="3062" y="2828"/>
                  </a:lnTo>
                  <a:lnTo>
                    <a:pt x="3048" y="2796"/>
                  </a:lnTo>
                  <a:lnTo>
                    <a:pt x="3036" y="2762"/>
                  </a:lnTo>
                  <a:lnTo>
                    <a:pt x="3026" y="2725"/>
                  </a:lnTo>
                  <a:lnTo>
                    <a:pt x="3018" y="2686"/>
                  </a:lnTo>
                  <a:lnTo>
                    <a:pt x="3012" y="2647"/>
                  </a:lnTo>
                  <a:lnTo>
                    <a:pt x="3008" y="2604"/>
                  </a:lnTo>
                  <a:lnTo>
                    <a:pt x="3007" y="2562"/>
                  </a:lnTo>
                  <a:lnTo>
                    <a:pt x="3008" y="2520"/>
                  </a:lnTo>
                  <a:lnTo>
                    <a:pt x="3012" y="2478"/>
                  </a:lnTo>
                  <a:lnTo>
                    <a:pt x="3018" y="2438"/>
                  </a:lnTo>
                  <a:lnTo>
                    <a:pt x="3026" y="2400"/>
                  </a:lnTo>
                  <a:lnTo>
                    <a:pt x="3036" y="2363"/>
                  </a:lnTo>
                  <a:lnTo>
                    <a:pt x="3048" y="2329"/>
                  </a:lnTo>
                  <a:lnTo>
                    <a:pt x="3062" y="2296"/>
                  </a:lnTo>
                  <a:lnTo>
                    <a:pt x="3077" y="2267"/>
                  </a:lnTo>
                  <a:lnTo>
                    <a:pt x="3095" y="2240"/>
                  </a:lnTo>
                  <a:lnTo>
                    <a:pt x="3113" y="2215"/>
                  </a:lnTo>
                  <a:lnTo>
                    <a:pt x="3133" y="2194"/>
                  </a:lnTo>
                  <a:lnTo>
                    <a:pt x="3154" y="2176"/>
                  </a:lnTo>
                  <a:lnTo>
                    <a:pt x="3176" y="2162"/>
                  </a:lnTo>
                  <a:lnTo>
                    <a:pt x="3198" y="2152"/>
                  </a:lnTo>
                  <a:lnTo>
                    <a:pt x="3222" y="2146"/>
                  </a:lnTo>
                  <a:lnTo>
                    <a:pt x="3246" y="214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1529" name="Freeform 51"/>
            <p:cNvSpPr>
              <a:spLocks/>
            </p:cNvSpPr>
            <p:nvPr/>
          </p:nvSpPr>
          <p:spPr bwMode="auto">
            <a:xfrm>
              <a:off x="1267" y="1588"/>
              <a:ext cx="87" cy="52"/>
            </a:xfrm>
            <a:custGeom>
              <a:avLst/>
              <a:gdLst>
                <a:gd name="T0" fmla="*/ 3 w 437"/>
                <a:gd name="T1" fmla="*/ 2 h 260"/>
                <a:gd name="T2" fmla="*/ 3 w 437"/>
                <a:gd name="T3" fmla="*/ 2 h 260"/>
                <a:gd name="T4" fmla="*/ 3 w 437"/>
                <a:gd name="T5" fmla="*/ 2 h 260"/>
                <a:gd name="T6" fmla="*/ 3 w 437"/>
                <a:gd name="T7" fmla="*/ 2 h 260"/>
                <a:gd name="T8" fmla="*/ 3 w 437"/>
                <a:gd name="T9" fmla="*/ 1 h 260"/>
                <a:gd name="T10" fmla="*/ 3 w 437"/>
                <a:gd name="T11" fmla="*/ 1 h 260"/>
                <a:gd name="T12" fmla="*/ 3 w 437"/>
                <a:gd name="T13" fmla="*/ 1 h 260"/>
                <a:gd name="T14" fmla="*/ 3 w 437"/>
                <a:gd name="T15" fmla="*/ 1 h 260"/>
                <a:gd name="T16" fmla="*/ 3 w 437"/>
                <a:gd name="T17" fmla="*/ 1 h 260"/>
                <a:gd name="T18" fmla="*/ 2 w 437"/>
                <a:gd name="T19" fmla="*/ 1 h 260"/>
                <a:gd name="T20" fmla="*/ 2 w 437"/>
                <a:gd name="T21" fmla="*/ 0 h 260"/>
                <a:gd name="T22" fmla="*/ 2 w 437"/>
                <a:gd name="T23" fmla="*/ 0 h 260"/>
                <a:gd name="T24" fmla="*/ 2 w 437"/>
                <a:gd name="T25" fmla="*/ 0 h 260"/>
                <a:gd name="T26" fmla="*/ 1 w 437"/>
                <a:gd name="T27" fmla="*/ 0 h 260"/>
                <a:gd name="T28" fmla="*/ 1 w 437"/>
                <a:gd name="T29" fmla="*/ 0 h 260"/>
                <a:gd name="T30" fmla="*/ 1 w 437"/>
                <a:gd name="T31" fmla="*/ 0 h 260"/>
                <a:gd name="T32" fmla="*/ 0 w 437"/>
                <a:gd name="T33" fmla="*/ 0 h 260"/>
                <a:gd name="T34" fmla="*/ 0 w 437"/>
                <a:gd name="T35" fmla="*/ 0 h 260"/>
                <a:gd name="T36" fmla="*/ 0 w 437"/>
                <a:gd name="T37" fmla="*/ 0 h 260"/>
                <a:gd name="T38" fmla="*/ 0 w 437"/>
                <a:gd name="T39" fmla="*/ 0 h 260"/>
                <a:gd name="T40" fmla="*/ 1 w 437"/>
                <a:gd name="T41" fmla="*/ 0 h 260"/>
                <a:gd name="T42" fmla="*/ 1 w 437"/>
                <a:gd name="T43" fmla="*/ 0 h 260"/>
                <a:gd name="T44" fmla="*/ 1 w 437"/>
                <a:gd name="T45" fmla="*/ 0 h 260"/>
                <a:gd name="T46" fmla="*/ 2 w 437"/>
                <a:gd name="T47" fmla="*/ 0 h 260"/>
                <a:gd name="T48" fmla="*/ 2 w 437"/>
                <a:gd name="T49" fmla="*/ 0 h 260"/>
                <a:gd name="T50" fmla="*/ 2 w 437"/>
                <a:gd name="T51" fmla="*/ 1 h 260"/>
                <a:gd name="T52" fmla="*/ 2 w 437"/>
                <a:gd name="T53" fmla="*/ 1 h 260"/>
                <a:gd name="T54" fmla="*/ 3 w 437"/>
                <a:gd name="T55" fmla="*/ 1 h 260"/>
                <a:gd name="T56" fmla="*/ 3 w 437"/>
                <a:gd name="T57" fmla="*/ 1 h 260"/>
                <a:gd name="T58" fmla="*/ 3 w 437"/>
                <a:gd name="T59" fmla="*/ 1 h 260"/>
                <a:gd name="T60" fmla="*/ 3 w 437"/>
                <a:gd name="T61" fmla="*/ 1 h 260"/>
                <a:gd name="T62" fmla="*/ 3 w 437"/>
                <a:gd name="T63" fmla="*/ 1 h 260"/>
                <a:gd name="T64" fmla="*/ 3 w 437"/>
                <a:gd name="T65" fmla="*/ 2 h 260"/>
                <a:gd name="T66" fmla="*/ 3 w 437"/>
                <a:gd name="T67" fmla="*/ 2 h 260"/>
                <a:gd name="T68" fmla="*/ 3 w 437"/>
                <a:gd name="T69" fmla="*/ 2 h 260"/>
                <a:gd name="T70" fmla="*/ 3 w 437"/>
                <a:gd name="T71" fmla="*/ 2 h 260"/>
                <a:gd name="T72" fmla="*/ 3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437" y="260"/>
                  </a:moveTo>
                  <a:lnTo>
                    <a:pt x="437" y="260"/>
                  </a:lnTo>
                  <a:lnTo>
                    <a:pt x="434" y="233"/>
                  </a:lnTo>
                  <a:lnTo>
                    <a:pt x="427" y="206"/>
                  </a:lnTo>
                  <a:lnTo>
                    <a:pt x="417" y="181"/>
                  </a:lnTo>
                  <a:lnTo>
                    <a:pt x="401" y="157"/>
                  </a:lnTo>
                  <a:lnTo>
                    <a:pt x="383" y="133"/>
                  </a:lnTo>
                  <a:lnTo>
                    <a:pt x="360" y="113"/>
                  </a:lnTo>
                  <a:lnTo>
                    <a:pt x="336" y="93"/>
                  </a:lnTo>
                  <a:lnTo>
                    <a:pt x="308" y="73"/>
                  </a:lnTo>
                  <a:lnTo>
                    <a:pt x="276" y="58"/>
                  </a:lnTo>
                  <a:lnTo>
                    <a:pt x="242" y="43"/>
                  </a:lnTo>
                  <a:lnTo>
                    <a:pt x="207" y="30"/>
                  </a:lnTo>
                  <a:lnTo>
                    <a:pt x="168" y="19"/>
                  </a:lnTo>
                  <a:lnTo>
                    <a:pt x="128" y="11"/>
                  </a:lnTo>
                  <a:lnTo>
                    <a:pt x="87" y="4"/>
                  </a:lnTo>
                  <a:lnTo>
                    <a:pt x="43" y="1"/>
                  </a:lnTo>
                  <a:lnTo>
                    <a:pt x="0" y="0"/>
                  </a:lnTo>
                  <a:lnTo>
                    <a:pt x="0" y="11"/>
                  </a:lnTo>
                  <a:lnTo>
                    <a:pt x="43" y="12"/>
                  </a:lnTo>
                  <a:lnTo>
                    <a:pt x="85" y="16"/>
                  </a:lnTo>
                  <a:lnTo>
                    <a:pt x="126" y="23"/>
                  </a:lnTo>
                  <a:lnTo>
                    <a:pt x="166" y="31"/>
                  </a:lnTo>
                  <a:lnTo>
                    <a:pt x="202" y="42"/>
                  </a:lnTo>
                  <a:lnTo>
                    <a:pt x="237" y="55"/>
                  </a:lnTo>
                  <a:lnTo>
                    <a:pt x="271" y="70"/>
                  </a:lnTo>
                  <a:lnTo>
                    <a:pt x="301" y="85"/>
                  </a:lnTo>
                  <a:lnTo>
                    <a:pt x="329" y="103"/>
                  </a:lnTo>
                  <a:lnTo>
                    <a:pt x="353" y="123"/>
                  </a:lnTo>
                  <a:lnTo>
                    <a:pt x="373" y="143"/>
                  </a:lnTo>
                  <a:lnTo>
                    <a:pt x="392" y="164"/>
                  </a:lnTo>
                  <a:lnTo>
                    <a:pt x="405" y="186"/>
                  </a:lnTo>
                  <a:lnTo>
                    <a:pt x="415" y="211"/>
                  </a:lnTo>
                  <a:lnTo>
                    <a:pt x="422" y="235"/>
                  </a:lnTo>
                  <a:lnTo>
                    <a:pt x="425" y="260"/>
                  </a:lnTo>
                  <a:lnTo>
                    <a:pt x="437"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1530" name="Freeform 52"/>
            <p:cNvSpPr>
              <a:spLocks/>
            </p:cNvSpPr>
            <p:nvPr/>
          </p:nvSpPr>
          <p:spPr bwMode="auto">
            <a:xfrm>
              <a:off x="1267" y="1640"/>
              <a:ext cx="87" cy="52"/>
            </a:xfrm>
            <a:custGeom>
              <a:avLst/>
              <a:gdLst>
                <a:gd name="T0" fmla="*/ 0 w 437"/>
                <a:gd name="T1" fmla="*/ 2 h 260"/>
                <a:gd name="T2" fmla="*/ 0 w 437"/>
                <a:gd name="T3" fmla="*/ 2 h 260"/>
                <a:gd name="T4" fmla="*/ 0 w 437"/>
                <a:gd name="T5" fmla="*/ 2 h 260"/>
                <a:gd name="T6" fmla="*/ 1 w 437"/>
                <a:gd name="T7" fmla="*/ 2 h 260"/>
                <a:gd name="T8" fmla="*/ 1 w 437"/>
                <a:gd name="T9" fmla="*/ 2 h 260"/>
                <a:gd name="T10" fmla="*/ 1 w 437"/>
                <a:gd name="T11" fmla="*/ 2 h 260"/>
                <a:gd name="T12" fmla="*/ 2 w 437"/>
                <a:gd name="T13" fmla="*/ 2 h 260"/>
                <a:gd name="T14" fmla="*/ 2 w 437"/>
                <a:gd name="T15" fmla="*/ 2 h 260"/>
                <a:gd name="T16" fmla="*/ 2 w 437"/>
                <a:gd name="T17" fmla="*/ 2 h 260"/>
                <a:gd name="T18" fmla="*/ 2 w 437"/>
                <a:gd name="T19" fmla="*/ 1 h 260"/>
                <a:gd name="T20" fmla="*/ 3 w 437"/>
                <a:gd name="T21" fmla="*/ 1 h 260"/>
                <a:gd name="T22" fmla="*/ 3 w 437"/>
                <a:gd name="T23" fmla="*/ 1 h 260"/>
                <a:gd name="T24" fmla="*/ 3 w 437"/>
                <a:gd name="T25" fmla="*/ 1 h 260"/>
                <a:gd name="T26" fmla="*/ 3 w 437"/>
                <a:gd name="T27" fmla="*/ 1 h 260"/>
                <a:gd name="T28" fmla="*/ 3 w 437"/>
                <a:gd name="T29" fmla="*/ 1 h 260"/>
                <a:gd name="T30" fmla="*/ 3 w 437"/>
                <a:gd name="T31" fmla="*/ 0 h 260"/>
                <a:gd name="T32" fmla="*/ 3 w 437"/>
                <a:gd name="T33" fmla="*/ 0 h 260"/>
                <a:gd name="T34" fmla="*/ 3 w 437"/>
                <a:gd name="T35" fmla="*/ 0 h 260"/>
                <a:gd name="T36" fmla="*/ 3 w 437"/>
                <a:gd name="T37" fmla="*/ 0 h 260"/>
                <a:gd name="T38" fmla="*/ 3 w 437"/>
                <a:gd name="T39" fmla="*/ 0 h 260"/>
                <a:gd name="T40" fmla="*/ 3 w 437"/>
                <a:gd name="T41" fmla="*/ 0 h 260"/>
                <a:gd name="T42" fmla="*/ 3 w 437"/>
                <a:gd name="T43" fmla="*/ 1 h 260"/>
                <a:gd name="T44" fmla="*/ 3 w 437"/>
                <a:gd name="T45" fmla="*/ 1 h 260"/>
                <a:gd name="T46" fmla="*/ 3 w 437"/>
                <a:gd name="T47" fmla="*/ 1 h 260"/>
                <a:gd name="T48" fmla="*/ 3 w 437"/>
                <a:gd name="T49" fmla="*/ 1 h 260"/>
                <a:gd name="T50" fmla="*/ 3 w 437"/>
                <a:gd name="T51" fmla="*/ 1 h 260"/>
                <a:gd name="T52" fmla="*/ 2 w 437"/>
                <a:gd name="T53" fmla="*/ 1 h 260"/>
                <a:gd name="T54" fmla="*/ 2 w 437"/>
                <a:gd name="T55" fmla="*/ 2 h 260"/>
                <a:gd name="T56" fmla="*/ 2 w 437"/>
                <a:gd name="T57" fmla="*/ 2 h 260"/>
                <a:gd name="T58" fmla="*/ 2 w 437"/>
                <a:gd name="T59" fmla="*/ 2 h 260"/>
                <a:gd name="T60" fmla="*/ 1 w 437"/>
                <a:gd name="T61" fmla="*/ 2 h 260"/>
                <a:gd name="T62" fmla="*/ 1 w 437"/>
                <a:gd name="T63" fmla="*/ 2 h 260"/>
                <a:gd name="T64" fmla="*/ 1 w 437"/>
                <a:gd name="T65" fmla="*/ 2 h 260"/>
                <a:gd name="T66" fmla="*/ 0 w 437"/>
                <a:gd name="T67" fmla="*/ 2 h 260"/>
                <a:gd name="T68" fmla="*/ 0 w 437"/>
                <a:gd name="T69" fmla="*/ 2 h 260"/>
                <a:gd name="T70" fmla="*/ 0 w 437"/>
                <a:gd name="T71" fmla="*/ 2 h 260"/>
                <a:gd name="T72" fmla="*/ 0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0" y="260"/>
                  </a:moveTo>
                  <a:lnTo>
                    <a:pt x="0" y="260"/>
                  </a:lnTo>
                  <a:lnTo>
                    <a:pt x="43" y="259"/>
                  </a:lnTo>
                  <a:lnTo>
                    <a:pt x="87" y="255"/>
                  </a:lnTo>
                  <a:lnTo>
                    <a:pt x="128" y="248"/>
                  </a:lnTo>
                  <a:lnTo>
                    <a:pt x="168" y="240"/>
                  </a:lnTo>
                  <a:lnTo>
                    <a:pt x="207" y="230"/>
                  </a:lnTo>
                  <a:lnTo>
                    <a:pt x="242" y="217"/>
                  </a:lnTo>
                  <a:lnTo>
                    <a:pt x="276" y="202"/>
                  </a:lnTo>
                  <a:lnTo>
                    <a:pt x="308" y="185"/>
                  </a:lnTo>
                  <a:lnTo>
                    <a:pt x="336" y="166"/>
                  </a:lnTo>
                  <a:lnTo>
                    <a:pt x="360" y="146"/>
                  </a:lnTo>
                  <a:lnTo>
                    <a:pt x="383" y="125"/>
                  </a:lnTo>
                  <a:lnTo>
                    <a:pt x="401" y="102"/>
                  </a:lnTo>
                  <a:lnTo>
                    <a:pt x="417" y="77"/>
                  </a:lnTo>
                  <a:lnTo>
                    <a:pt x="427" y="53"/>
                  </a:lnTo>
                  <a:lnTo>
                    <a:pt x="434" y="27"/>
                  </a:lnTo>
                  <a:lnTo>
                    <a:pt x="437" y="0"/>
                  </a:lnTo>
                  <a:lnTo>
                    <a:pt x="425" y="0"/>
                  </a:lnTo>
                  <a:lnTo>
                    <a:pt x="422" y="24"/>
                  </a:lnTo>
                  <a:lnTo>
                    <a:pt x="415" y="48"/>
                  </a:lnTo>
                  <a:lnTo>
                    <a:pt x="405" y="73"/>
                  </a:lnTo>
                  <a:lnTo>
                    <a:pt x="392" y="95"/>
                  </a:lnTo>
                  <a:lnTo>
                    <a:pt x="373" y="116"/>
                  </a:lnTo>
                  <a:lnTo>
                    <a:pt x="353" y="137"/>
                  </a:lnTo>
                  <a:lnTo>
                    <a:pt x="329" y="157"/>
                  </a:lnTo>
                  <a:lnTo>
                    <a:pt x="301" y="173"/>
                  </a:lnTo>
                  <a:lnTo>
                    <a:pt x="271" y="190"/>
                  </a:lnTo>
                  <a:lnTo>
                    <a:pt x="237" y="205"/>
                  </a:lnTo>
                  <a:lnTo>
                    <a:pt x="202" y="218"/>
                  </a:lnTo>
                  <a:lnTo>
                    <a:pt x="166" y="228"/>
                  </a:lnTo>
                  <a:lnTo>
                    <a:pt x="126" y="237"/>
                  </a:lnTo>
                  <a:lnTo>
                    <a:pt x="85" y="244"/>
                  </a:lnTo>
                  <a:lnTo>
                    <a:pt x="43" y="247"/>
                  </a:lnTo>
                  <a:lnTo>
                    <a:pt x="0" y="248"/>
                  </a:lnTo>
                  <a:lnTo>
                    <a:pt x="0"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1531" name="Freeform 53"/>
            <p:cNvSpPr>
              <a:spLocks/>
            </p:cNvSpPr>
            <p:nvPr/>
          </p:nvSpPr>
          <p:spPr bwMode="auto">
            <a:xfrm>
              <a:off x="1179" y="1640"/>
              <a:ext cx="88" cy="52"/>
            </a:xfrm>
            <a:custGeom>
              <a:avLst/>
              <a:gdLst>
                <a:gd name="T0" fmla="*/ 0 w 439"/>
                <a:gd name="T1" fmla="*/ 0 h 260"/>
                <a:gd name="T2" fmla="*/ 0 w 439"/>
                <a:gd name="T3" fmla="*/ 0 h 260"/>
                <a:gd name="T4" fmla="*/ 0 w 439"/>
                <a:gd name="T5" fmla="*/ 0 h 260"/>
                <a:gd name="T6" fmla="*/ 0 w 439"/>
                <a:gd name="T7" fmla="*/ 0 h 260"/>
                <a:gd name="T8" fmla="*/ 0 w 439"/>
                <a:gd name="T9" fmla="*/ 1 h 260"/>
                <a:gd name="T10" fmla="*/ 0 w 439"/>
                <a:gd name="T11" fmla="*/ 1 h 260"/>
                <a:gd name="T12" fmla="*/ 0 w 439"/>
                <a:gd name="T13" fmla="*/ 1 h 260"/>
                <a:gd name="T14" fmla="*/ 1 w 439"/>
                <a:gd name="T15" fmla="*/ 1 h 260"/>
                <a:gd name="T16" fmla="*/ 1 w 439"/>
                <a:gd name="T17" fmla="*/ 1 h 260"/>
                <a:gd name="T18" fmla="*/ 1 w 439"/>
                <a:gd name="T19" fmla="*/ 1 h 260"/>
                <a:gd name="T20" fmla="*/ 1 w 439"/>
                <a:gd name="T21" fmla="*/ 2 h 260"/>
                <a:gd name="T22" fmla="*/ 2 w 439"/>
                <a:gd name="T23" fmla="*/ 2 h 260"/>
                <a:gd name="T24" fmla="*/ 2 w 439"/>
                <a:gd name="T25" fmla="*/ 2 h 260"/>
                <a:gd name="T26" fmla="*/ 2 w 439"/>
                <a:gd name="T27" fmla="*/ 2 h 260"/>
                <a:gd name="T28" fmla="*/ 2 w 439"/>
                <a:gd name="T29" fmla="*/ 2 h 260"/>
                <a:gd name="T30" fmla="*/ 3 w 439"/>
                <a:gd name="T31" fmla="*/ 2 h 260"/>
                <a:gd name="T32" fmla="*/ 3 w 439"/>
                <a:gd name="T33" fmla="*/ 2 h 260"/>
                <a:gd name="T34" fmla="*/ 4 w 439"/>
                <a:gd name="T35" fmla="*/ 2 h 260"/>
                <a:gd name="T36" fmla="*/ 4 w 439"/>
                <a:gd name="T37" fmla="*/ 2 h 260"/>
                <a:gd name="T38" fmla="*/ 3 w 439"/>
                <a:gd name="T39" fmla="*/ 2 h 260"/>
                <a:gd name="T40" fmla="*/ 3 w 439"/>
                <a:gd name="T41" fmla="*/ 2 h 260"/>
                <a:gd name="T42" fmla="*/ 3 w 439"/>
                <a:gd name="T43" fmla="*/ 2 h 260"/>
                <a:gd name="T44" fmla="*/ 2 w 439"/>
                <a:gd name="T45" fmla="*/ 2 h 260"/>
                <a:gd name="T46" fmla="*/ 2 w 439"/>
                <a:gd name="T47" fmla="*/ 2 h 260"/>
                <a:gd name="T48" fmla="*/ 2 w 439"/>
                <a:gd name="T49" fmla="*/ 2 h 260"/>
                <a:gd name="T50" fmla="*/ 1 w 439"/>
                <a:gd name="T51" fmla="*/ 2 h 260"/>
                <a:gd name="T52" fmla="*/ 1 w 439"/>
                <a:gd name="T53" fmla="*/ 1 h 260"/>
                <a:gd name="T54" fmla="*/ 1 w 439"/>
                <a:gd name="T55" fmla="*/ 1 h 260"/>
                <a:gd name="T56" fmla="*/ 1 w 439"/>
                <a:gd name="T57" fmla="*/ 1 h 260"/>
                <a:gd name="T58" fmla="*/ 1 w 439"/>
                <a:gd name="T59" fmla="*/ 1 h 260"/>
                <a:gd name="T60" fmla="*/ 0 w 439"/>
                <a:gd name="T61" fmla="*/ 1 h 260"/>
                <a:gd name="T62" fmla="*/ 0 w 439"/>
                <a:gd name="T63" fmla="*/ 1 h 260"/>
                <a:gd name="T64" fmla="*/ 0 w 439"/>
                <a:gd name="T65" fmla="*/ 0 h 260"/>
                <a:gd name="T66" fmla="*/ 0 w 439"/>
                <a:gd name="T67" fmla="*/ 0 h 260"/>
                <a:gd name="T68" fmla="*/ 0 w 439"/>
                <a:gd name="T69" fmla="*/ 0 h 260"/>
                <a:gd name="T70" fmla="*/ 0 w 439"/>
                <a:gd name="T71" fmla="*/ 0 h 260"/>
                <a:gd name="T72" fmla="*/ 0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0" y="0"/>
                  </a:moveTo>
                  <a:lnTo>
                    <a:pt x="0" y="0"/>
                  </a:lnTo>
                  <a:lnTo>
                    <a:pt x="3" y="27"/>
                  </a:lnTo>
                  <a:lnTo>
                    <a:pt x="10" y="53"/>
                  </a:lnTo>
                  <a:lnTo>
                    <a:pt x="20" y="77"/>
                  </a:lnTo>
                  <a:lnTo>
                    <a:pt x="35" y="102"/>
                  </a:lnTo>
                  <a:lnTo>
                    <a:pt x="54" y="125"/>
                  </a:lnTo>
                  <a:lnTo>
                    <a:pt x="76" y="146"/>
                  </a:lnTo>
                  <a:lnTo>
                    <a:pt x="102" y="166"/>
                  </a:lnTo>
                  <a:lnTo>
                    <a:pt x="130" y="185"/>
                  </a:lnTo>
                  <a:lnTo>
                    <a:pt x="162" y="202"/>
                  </a:lnTo>
                  <a:lnTo>
                    <a:pt x="195" y="217"/>
                  </a:lnTo>
                  <a:lnTo>
                    <a:pt x="231" y="230"/>
                  </a:lnTo>
                  <a:lnTo>
                    <a:pt x="270" y="240"/>
                  </a:lnTo>
                  <a:lnTo>
                    <a:pt x="310" y="248"/>
                  </a:lnTo>
                  <a:lnTo>
                    <a:pt x="351" y="255"/>
                  </a:lnTo>
                  <a:lnTo>
                    <a:pt x="395" y="259"/>
                  </a:lnTo>
                  <a:lnTo>
                    <a:pt x="439" y="260"/>
                  </a:lnTo>
                  <a:lnTo>
                    <a:pt x="439" y="248"/>
                  </a:lnTo>
                  <a:lnTo>
                    <a:pt x="395" y="247"/>
                  </a:lnTo>
                  <a:lnTo>
                    <a:pt x="353" y="244"/>
                  </a:lnTo>
                  <a:lnTo>
                    <a:pt x="312" y="237"/>
                  </a:lnTo>
                  <a:lnTo>
                    <a:pt x="272" y="228"/>
                  </a:lnTo>
                  <a:lnTo>
                    <a:pt x="236" y="218"/>
                  </a:lnTo>
                  <a:lnTo>
                    <a:pt x="200" y="205"/>
                  </a:lnTo>
                  <a:lnTo>
                    <a:pt x="167" y="190"/>
                  </a:lnTo>
                  <a:lnTo>
                    <a:pt x="137" y="173"/>
                  </a:lnTo>
                  <a:lnTo>
                    <a:pt x="109" y="157"/>
                  </a:lnTo>
                  <a:lnTo>
                    <a:pt x="84" y="137"/>
                  </a:lnTo>
                  <a:lnTo>
                    <a:pt x="64" y="116"/>
                  </a:lnTo>
                  <a:lnTo>
                    <a:pt x="45" y="95"/>
                  </a:lnTo>
                  <a:lnTo>
                    <a:pt x="32" y="73"/>
                  </a:lnTo>
                  <a:lnTo>
                    <a:pt x="21" y="48"/>
                  </a:lnTo>
                  <a:lnTo>
                    <a:pt x="14" y="24"/>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1532" name="Freeform 54"/>
            <p:cNvSpPr>
              <a:spLocks/>
            </p:cNvSpPr>
            <p:nvPr/>
          </p:nvSpPr>
          <p:spPr bwMode="auto">
            <a:xfrm>
              <a:off x="1179" y="1588"/>
              <a:ext cx="88" cy="52"/>
            </a:xfrm>
            <a:custGeom>
              <a:avLst/>
              <a:gdLst>
                <a:gd name="T0" fmla="*/ 4 w 439"/>
                <a:gd name="T1" fmla="*/ 0 h 260"/>
                <a:gd name="T2" fmla="*/ 4 w 439"/>
                <a:gd name="T3" fmla="*/ 0 h 260"/>
                <a:gd name="T4" fmla="*/ 3 w 439"/>
                <a:gd name="T5" fmla="*/ 0 h 260"/>
                <a:gd name="T6" fmla="*/ 3 w 439"/>
                <a:gd name="T7" fmla="*/ 0 h 260"/>
                <a:gd name="T8" fmla="*/ 2 w 439"/>
                <a:gd name="T9" fmla="*/ 0 h 260"/>
                <a:gd name="T10" fmla="*/ 2 w 439"/>
                <a:gd name="T11" fmla="*/ 0 h 260"/>
                <a:gd name="T12" fmla="*/ 2 w 439"/>
                <a:gd name="T13" fmla="*/ 0 h 260"/>
                <a:gd name="T14" fmla="*/ 2 w 439"/>
                <a:gd name="T15" fmla="*/ 0 h 260"/>
                <a:gd name="T16" fmla="*/ 1 w 439"/>
                <a:gd name="T17" fmla="*/ 0 h 260"/>
                <a:gd name="T18" fmla="*/ 1 w 439"/>
                <a:gd name="T19" fmla="*/ 1 h 260"/>
                <a:gd name="T20" fmla="*/ 1 w 439"/>
                <a:gd name="T21" fmla="*/ 1 h 260"/>
                <a:gd name="T22" fmla="*/ 1 w 439"/>
                <a:gd name="T23" fmla="*/ 1 h 260"/>
                <a:gd name="T24" fmla="*/ 0 w 439"/>
                <a:gd name="T25" fmla="*/ 1 h 260"/>
                <a:gd name="T26" fmla="*/ 0 w 439"/>
                <a:gd name="T27" fmla="*/ 1 h 260"/>
                <a:gd name="T28" fmla="*/ 0 w 439"/>
                <a:gd name="T29" fmla="*/ 1 h 260"/>
                <a:gd name="T30" fmla="*/ 0 w 439"/>
                <a:gd name="T31" fmla="*/ 2 h 260"/>
                <a:gd name="T32" fmla="*/ 0 w 439"/>
                <a:gd name="T33" fmla="*/ 2 h 260"/>
                <a:gd name="T34" fmla="*/ 0 w 439"/>
                <a:gd name="T35" fmla="*/ 2 h 260"/>
                <a:gd name="T36" fmla="*/ 0 w 439"/>
                <a:gd name="T37" fmla="*/ 2 h 260"/>
                <a:gd name="T38" fmla="*/ 0 w 439"/>
                <a:gd name="T39" fmla="*/ 2 h 260"/>
                <a:gd name="T40" fmla="*/ 0 w 439"/>
                <a:gd name="T41" fmla="*/ 2 h 260"/>
                <a:gd name="T42" fmla="*/ 0 w 439"/>
                <a:gd name="T43" fmla="*/ 1 h 260"/>
                <a:gd name="T44" fmla="*/ 0 w 439"/>
                <a:gd name="T45" fmla="*/ 1 h 260"/>
                <a:gd name="T46" fmla="*/ 1 w 439"/>
                <a:gd name="T47" fmla="*/ 1 h 260"/>
                <a:gd name="T48" fmla="*/ 1 w 439"/>
                <a:gd name="T49" fmla="*/ 1 h 260"/>
                <a:gd name="T50" fmla="*/ 1 w 439"/>
                <a:gd name="T51" fmla="*/ 1 h 260"/>
                <a:gd name="T52" fmla="*/ 1 w 439"/>
                <a:gd name="T53" fmla="*/ 1 h 260"/>
                <a:gd name="T54" fmla="*/ 1 w 439"/>
                <a:gd name="T55" fmla="*/ 1 h 260"/>
                <a:gd name="T56" fmla="*/ 2 w 439"/>
                <a:gd name="T57" fmla="*/ 0 h 260"/>
                <a:gd name="T58" fmla="*/ 2 w 439"/>
                <a:gd name="T59" fmla="*/ 0 h 260"/>
                <a:gd name="T60" fmla="*/ 2 w 439"/>
                <a:gd name="T61" fmla="*/ 0 h 260"/>
                <a:gd name="T62" fmla="*/ 3 w 439"/>
                <a:gd name="T63" fmla="*/ 0 h 260"/>
                <a:gd name="T64" fmla="*/ 3 w 439"/>
                <a:gd name="T65" fmla="*/ 0 h 260"/>
                <a:gd name="T66" fmla="*/ 3 w 439"/>
                <a:gd name="T67" fmla="*/ 0 h 260"/>
                <a:gd name="T68" fmla="*/ 4 w 439"/>
                <a:gd name="T69" fmla="*/ 0 h 260"/>
                <a:gd name="T70" fmla="*/ 4 w 439"/>
                <a:gd name="T71" fmla="*/ 0 h 260"/>
                <a:gd name="T72" fmla="*/ 4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439" y="0"/>
                  </a:moveTo>
                  <a:lnTo>
                    <a:pt x="439" y="0"/>
                  </a:lnTo>
                  <a:lnTo>
                    <a:pt x="395" y="1"/>
                  </a:lnTo>
                  <a:lnTo>
                    <a:pt x="351" y="4"/>
                  </a:lnTo>
                  <a:lnTo>
                    <a:pt x="310" y="11"/>
                  </a:lnTo>
                  <a:lnTo>
                    <a:pt x="270" y="19"/>
                  </a:lnTo>
                  <a:lnTo>
                    <a:pt x="231" y="30"/>
                  </a:lnTo>
                  <a:lnTo>
                    <a:pt x="195" y="43"/>
                  </a:lnTo>
                  <a:lnTo>
                    <a:pt x="162" y="58"/>
                  </a:lnTo>
                  <a:lnTo>
                    <a:pt x="130" y="73"/>
                  </a:lnTo>
                  <a:lnTo>
                    <a:pt x="102" y="93"/>
                  </a:lnTo>
                  <a:lnTo>
                    <a:pt x="76" y="113"/>
                  </a:lnTo>
                  <a:lnTo>
                    <a:pt x="54" y="133"/>
                  </a:lnTo>
                  <a:lnTo>
                    <a:pt x="35" y="157"/>
                  </a:lnTo>
                  <a:lnTo>
                    <a:pt x="20" y="181"/>
                  </a:lnTo>
                  <a:lnTo>
                    <a:pt x="10" y="206"/>
                  </a:lnTo>
                  <a:lnTo>
                    <a:pt x="3" y="233"/>
                  </a:lnTo>
                  <a:lnTo>
                    <a:pt x="0" y="260"/>
                  </a:lnTo>
                  <a:lnTo>
                    <a:pt x="12" y="260"/>
                  </a:lnTo>
                  <a:lnTo>
                    <a:pt x="14" y="235"/>
                  </a:lnTo>
                  <a:lnTo>
                    <a:pt x="21" y="211"/>
                  </a:lnTo>
                  <a:lnTo>
                    <a:pt x="32" y="186"/>
                  </a:lnTo>
                  <a:lnTo>
                    <a:pt x="45" y="164"/>
                  </a:lnTo>
                  <a:lnTo>
                    <a:pt x="64" y="143"/>
                  </a:lnTo>
                  <a:lnTo>
                    <a:pt x="84" y="123"/>
                  </a:lnTo>
                  <a:lnTo>
                    <a:pt x="109" y="103"/>
                  </a:lnTo>
                  <a:lnTo>
                    <a:pt x="137" y="85"/>
                  </a:lnTo>
                  <a:lnTo>
                    <a:pt x="167" y="70"/>
                  </a:lnTo>
                  <a:lnTo>
                    <a:pt x="200" y="55"/>
                  </a:lnTo>
                  <a:lnTo>
                    <a:pt x="236" y="42"/>
                  </a:lnTo>
                  <a:lnTo>
                    <a:pt x="272" y="31"/>
                  </a:lnTo>
                  <a:lnTo>
                    <a:pt x="312" y="23"/>
                  </a:lnTo>
                  <a:lnTo>
                    <a:pt x="353" y="16"/>
                  </a:lnTo>
                  <a:lnTo>
                    <a:pt x="395" y="12"/>
                  </a:lnTo>
                  <a:lnTo>
                    <a:pt x="439" y="11"/>
                  </a:lnTo>
                  <a:lnTo>
                    <a:pt x="439"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1533" name="Freeform 55"/>
            <p:cNvSpPr>
              <a:spLocks/>
            </p:cNvSpPr>
            <p:nvPr/>
          </p:nvSpPr>
          <p:spPr bwMode="auto">
            <a:xfrm>
              <a:off x="964" y="1745"/>
              <a:ext cx="48" cy="85"/>
            </a:xfrm>
            <a:custGeom>
              <a:avLst/>
              <a:gdLst>
                <a:gd name="T0" fmla="*/ 2 w 244"/>
                <a:gd name="T1" fmla="*/ 3 h 426"/>
                <a:gd name="T2" fmla="*/ 2 w 244"/>
                <a:gd name="T3" fmla="*/ 3 h 426"/>
                <a:gd name="T4" fmla="*/ 2 w 244"/>
                <a:gd name="T5" fmla="*/ 3 h 426"/>
                <a:gd name="T6" fmla="*/ 2 w 244"/>
                <a:gd name="T7" fmla="*/ 3 h 426"/>
                <a:gd name="T8" fmla="*/ 2 w 244"/>
                <a:gd name="T9" fmla="*/ 2 h 426"/>
                <a:gd name="T10" fmla="*/ 2 w 244"/>
                <a:gd name="T11" fmla="*/ 2 h 426"/>
                <a:gd name="T12" fmla="*/ 2 w 244"/>
                <a:gd name="T13" fmla="*/ 2 h 426"/>
                <a:gd name="T14" fmla="*/ 2 w 244"/>
                <a:gd name="T15" fmla="*/ 2 h 426"/>
                <a:gd name="T16" fmla="*/ 1 w 244"/>
                <a:gd name="T17" fmla="*/ 1 h 426"/>
                <a:gd name="T18" fmla="*/ 1 w 244"/>
                <a:gd name="T19" fmla="*/ 1 h 426"/>
                <a:gd name="T20" fmla="*/ 1 w 244"/>
                <a:gd name="T21" fmla="*/ 1 h 426"/>
                <a:gd name="T22" fmla="*/ 1 w 244"/>
                <a:gd name="T23" fmla="*/ 1 h 426"/>
                <a:gd name="T24" fmla="*/ 1 w 244"/>
                <a:gd name="T25" fmla="*/ 0 h 426"/>
                <a:gd name="T26" fmla="*/ 1 w 244"/>
                <a:gd name="T27" fmla="*/ 0 h 426"/>
                <a:gd name="T28" fmla="*/ 1 w 244"/>
                <a:gd name="T29" fmla="*/ 0 h 426"/>
                <a:gd name="T30" fmla="*/ 0 w 244"/>
                <a:gd name="T31" fmla="*/ 0 h 426"/>
                <a:gd name="T32" fmla="*/ 0 w 244"/>
                <a:gd name="T33" fmla="*/ 0 h 426"/>
                <a:gd name="T34" fmla="*/ 0 w 244"/>
                <a:gd name="T35" fmla="*/ 0 h 426"/>
                <a:gd name="T36" fmla="*/ 0 w 244"/>
                <a:gd name="T37" fmla="*/ 0 h 426"/>
                <a:gd name="T38" fmla="*/ 0 w 244"/>
                <a:gd name="T39" fmla="*/ 0 h 426"/>
                <a:gd name="T40" fmla="*/ 0 w 244"/>
                <a:gd name="T41" fmla="*/ 0 h 426"/>
                <a:gd name="T42" fmla="*/ 1 w 244"/>
                <a:gd name="T43" fmla="*/ 0 h 426"/>
                <a:gd name="T44" fmla="*/ 1 w 244"/>
                <a:gd name="T45" fmla="*/ 0 h 426"/>
                <a:gd name="T46" fmla="*/ 1 w 244"/>
                <a:gd name="T47" fmla="*/ 0 h 426"/>
                <a:gd name="T48" fmla="*/ 1 w 244"/>
                <a:gd name="T49" fmla="*/ 1 h 426"/>
                <a:gd name="T50" fmla="*/ 1 w 244"/>
                <a:gd name="T51" fmla="*/ 1 h 426"/>
                <a:gd name="T52" fmla="*/ 1 w 244"/>
                <a:gd name="T53" fmla="*/ 1 h 426"/>
                <a:gd name="T54" fmla="*/ 1 w 244"/>
                <a:gd name="T55" fmla="*/ 1 h 426"/>
                <a:gd name="T56" fmla="*/ 1 w 244"/>
                <a:gd name="T57" fmla="*/ 2 h 426"/>
                <a:gd name="T58" fmla="*/ 2 w 244"/>
                <a:gd name="T59" fmla="*/ 2 h 426"/>
                <a:gd name="T60" fmla="*/ 2 w 244"/>
                <a:gd name="T61" fmla="*/ 2 h 426"/>
                <a:gd name="T62" fmla="*/ 2 w 244"/>
                <a:gd name="T63" fmla="*/ 2 h 426"/>
                <a:gd name="T64" fmla="*/ 2 w 244"/>
                <a:gd name="T65" fmla="*/ 3 h 426"/>
                <a:gd name="T66" fmla="*/ 2 w 244"/>
                <a:gd name="T67" fmla="*/ 3 h 426"/>
                <a:gd name="T68" fmla="*/ 2 w 244"/>
                <a:gd name="T69" fmla="*/ 3 h 426"/>
                <a:gd name="T70" fmla="*/ 2 w 244"/>
                <a:gd name="T71" fmla="*/ 3 h 426"/>
                <a:gd name="T72" fmla="*/ 2 w 244"/>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6"/>
                <a:gd name="T113" fmla="*/ 244 w 244"/>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6">
                  <a:moveTo>
                    <a:pt x="244" y="426"/>
                  </a:moveTo>
                  <a:lnTo>
                    <a:pt x="244" y="426"/>
                  </a:lnTo>
                  <a:lnTo>
                    <a:pt x="243" y="383"/>
                  </a:lnTo>
                  <a:lnTo>
                    <a:pt x="240" y="340"/>
                  </a:lnTo>
                  <a:lnTo>
                    <a:pt x="234" y="300"/>
                  </a:lnTo>
                  <a:lnTo>
                    <a:pt x="226" y="262"/>
                  </a:lnTo>
                  <a:lnTo>
                    <a:pt x="215" y="224"/>
                  </a:lnTo>
                  <a:lnTo>
                    <a:pt x="203" y="189"/>
                  </a:lnTo>
                  <a:lnTo>
                    <a:pt x="189" y="157"/>
                  </a:lnTo>
                  <a:lnTo>
                    <a:pt x="174" y="126"/>
                  </a:lnTo>
                  <a:lnTo>
                    <a:pt x="155" y="99"/>
                  </a:lnTo>
                  <a:lnTo>
                    <a:pt x="138" y="74"/>
                  </a:lnTo>
                  <a:lnTo>
                    <a:pt x="118" y="52"/>
                  </a:lnTo>
                  <a:lnTo>
                    <a:pt x="96" y="34"/>
                  </a:lnTo>
                  <a:lnTo>
                    <a:pt x="73" y="19"/>
                  </a:lnTo>
                  <a:lnTo>
                    <a:pt x="50" y="8"/>
                  </a:lnTo>
                  <a:lnTo>
                    <a:pt x="25" y="2"/>
                  </a:lnTo>
                  <a:lnTo>
                    <a:pt x="0" y="0"/>
                  </a:lnTo>
                  <a:lnTo>
                    <a:pt x="0" y="12"/>
                  </a:lnTo>
                  <a:lnTo>
                    <a:pt x="23" y="14"/>
                  </a:lnTo>
                  <a:lnTo>
                    <a:pt x="45" y="20"/>
                  </a:lnTo>
                  <a:lnTo>
                    <a:pt x="66" y="31"/>
                  </a:lnTo>
                  <a:lnTo>
                    <a:pt x="89" y="43"/>
                  </a:lnTo>
                  <a:lnTo>
                    <a:pt x="109" y="61"/>
                  </a:lnTo>
                  <a:lnTo>
                    <a:pt x="129" y="81"/>
                  </a:lnTo>
                  <a:lnTo>
                    <a:pt x="146" y="106"/>
                  </a:lnTo>
                  <a:lnTo>
                    <a:pt x="162" y="133"/>
                  </a:lnTo>
                  <a:lnTo>
                    <a:pt x="178" y="162"/>
                  </a:lnTo>
                  <a:lnTo>
                    <a:pt x="192" y="194"/>
                  </a:lnTo>
                  <a:lnTo>
                    <a:pt x="203" y="229"/>
                  </a:lnTo>
                  <a:lnTo>
                    <a:pt x="214" y="264"/>
                  </a:lnTo>
                  <a:lnTo>
                    <a:pt x="222" y="303"/>
                  </a:lnTo>
                  <a:lnTo>
                    <a:pt x="228" y="342"/>
                  </a:lnTo>
                  <a:lnTo>
                    <a:pt x="232" y="383"/>
                  </a:lnTo>
                  <a:lnTo>
                    <a:pt x="233" y="426"/>
                  </a:lnTo>
                  <a:lnTo>
                    <a:pt x="244"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1534" name="Freeform 56"/>
            <p:cNvSpPr>
              <a:spLocks/>
            </p:cNvSpPr>
            <p:nvPr/>
          </p:nvSpPr>
          <p:spPr bwMode="auto">
            <a:xfrm>
              <a:off x="964" y="1830"/>
              <a:ext cx="48" cy="85"/>
            </a:xfrm>
            <a:custGeom>
              <a:avLst/>
              <a:gdLst>
                <a:gd name="T0" fmla="*/ 0 w 244"/>
                <a:gd name="T1" fmla="*/ 3 h 424"/>
                <a:gd name="T2" fmla="*/ 0 w 244"/>
                <a:gd name="T3" fmla="*/ 3 h 424"/>
                <a:gd name="T4" fmla="*/ 0 w 244"/>
                <a:gd name="T5" fmla="*/ 3 h 424"/>
                <a:gd name="T6" fmla="*/ 0 w 244"/>
                <a:gd name="T7" fmla="*/ 3 h 424"/>
                <a:gd name="T8" fmla="*/ 1 w 244"/>
                <a:gd name="T9" fmla="*/ 3 h 424"/>
                <a:gd name="T10" fmla="*/ 1 w 244"/>
                <a:gd name="T11" fmla="*/ 3 h 424"/>
                <a:gd name="T12" fmla="*/ 1 w 244"/>
                <a:gd name="T13" fmla="*/ 3 h 424"/>
                <a:gd name="T14" fmla="*/ 1 w 244"/>
                <a:gd name="T15" fmla="*/ 3 h 424"/>
                <a:gd name="T16" fmla="*/ 1 w 244"/>
                <a:gd name="T17" fmla="*/ 3 h 424"/>
                <a:gd name="T18" fmla="*/ 1 w 244"/>
                <a:gd name="T19" fmla="*/ 2 h 424"/>
                <a:gd name="T20" fmla="*/ 1 w 244"/>
                <a:gd name="T21" fmla="*/ 2 h 424"/>
                <a:gd name="T22" fmla="*/ 2 w 244"/>
                <a:gd name="T23" fmla="*/ 2 h 424"/>
                <a:gd name="T24" fmla="*/ 2 w 244"/>
                <a:gd name="T25" fmla="*/ 2 h 424"/>
                <a:gd name="T26" fmla="*/ 2 w 244"/>
                <a:gd name="T27" fmla="*/ 1 h 424"/>
                <a:gd name="T28" fmla="*/ 2 w 244"/>
                <a:gd name="T29" fmla="*/ 1 h 424"/>
                <a:gd name="T30" fmla="*/ 2 w 244"/>
                <a:gd name="T31" fmla="*/ 1 h 424"/>
                <a:gd name="T32" fmla="*/ 2 w 244"/>
                <a:gd name="T33" fmla="*/ 0 h 424"/>
                <a:gd name="T34" fmla="*/ 2 w 244"/>
                <a:gd name="T35" fmla="*/ 0 h 424"/>
                <a:gd name="T36" fmla="*/ 2 w 244"/>
                <a:gd name="T37" fmla="*/ 0 h 424"/>
                <a:gd name="T38" fmla="*/ 2 w 244"/>
                <a:gd name="T39" fmla="*/ 0 h 424"/>
                <a:gd name="T40" fmla="*/ 2 w 244"/>
                <a:gd name="T41" fmla="*/ 1 h 424"/>
                <a:gd name="T42" fmla="*/ 2 w 244"/>
                <a:gd name="T43" fmla="*/ 1 h 424"/>
                <a:gd name="T44" fmla="*/ 2 w 244"/>
                <a:gd name="T45" fmla="*/ 1 h 424"/>
                <a:gd name="T46" fmla="*/ 2 w 244"/>
                <a:gd name="T47" fmla="*/ 2 h 424"/>
                <a:gd name="T48" fmla="*/ 1 w 244"/>
                <a:gd name="T49" fmla="*/ 2 h 424"/>
                <a:gd name="T50" fmla="*/ 1 w 244"/>
                <a:gd name="T51" fmla="*/ 2 h 424"/>
                <a:gd name="T52" fmla="*/ 1 w 244"/>
                <a:gd name="T53" fmla="*/ 2 h 424"/>
                <a:gd name="T54" fmla="*/ 1 w 244"/>
                <a:gd name="T55" fmla="*/ 3 h 424"/>
                <a:gd name="T56" fmla="*/ 1 w 244"/>
                <a:gd name="T57" fmla="*/ 3 h 424"/>
                <a:gd name="T58" fmla="*/ 1 w 244"/>
                <a:gd name="T59" fmla="*/ 3 h 424"/>
                <a:gd name="T60" fmla="*/ 1 w 244"/>
                <a:gd name="T61" fmla="*/ 3 h 424"/>
                <a:gd name="T62" fmla="*/ 1 w 244"/>
                <a:gd name="T63" fmla="*/ 3 h 424"/>
                <a:gd name="T64" fmla="*/ 0 w 244"/>
                <a:gd name="T65" fmla="*/ 3 h 424"/>
                <a:gd name="T66" fmla="*/ 0 w 244"/>
                <a:gd name="T67" fmla="*/ 3 h 424"/>
                <a:gd name="T68" fmla="*/ 0 w 244"/>
                <a:gd name="T69" fmla="*/ 3 h 424"/>
                <a:gd name="T70" fmla="*/ 0 w 244"/>
                <a:gd name="T71" fmla="*/ 3 h 424"/>
                <a:gd name="T72" fmla="*/ 0 w 244"/>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4"/>
                <a:gd name="T113" fmla="*/ 244 w 244"/>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4">
                  <a:moveTo>
                    <a:pt x="0" y="424"/>
                  </a:moveTo>
                  <a:lnTo>
                    <a:pt x="0" y="424"/>
                  </a:lnTo>
                  <a:lnTo>
                    <a:pt x="25" y="422"/>
                  </a:lnTo>
                  <a:lnTo>
                    <a:pt x="50" y="416"/>
                  </a:lnTo>
                  <a:lnTo>
                    <a:pt x="73" y="405"/>
                  </a:lnTo>
                  <a:lnTo>
                    <a:pt x="96" y="390"/>
                  </a:lnTo>
                  <a:lnTo>
                    <a:pt x="118" y="373"/>
                  </a:lnTo>
                  <a:lnTo>
                    <a:pt x="138" y="350"/>
                  </a:lnTo>
                  <a:lnTo>
                    <a:pt x="155" y="326"/>
                  </a:lnTo>
                  <a:lnTo>
                    <a:pt x="173" y="299"/>
                  </a:lnTo>
                  <a:lnTo>
                    <a:pt x="189" y="268"/>
                  </a:lnTo>
                  <a:lnTo>
                    <a:pt x="203" y="235"/>
                  </a:lnTo>
                  <a:lnTo>
                    <a:pt x="215" y="201"/>
                  </a:lnTo>
                  <a:lnTo>
                    <a:pt x="226" y="163"/>
                  </a:lnTo>
                  <a:lnTo>
                    <a:pt x="234" y="125"/>
                  </a:lnTo>
                  <a:lnTo>
                    <a:pt x="240" y="85"/>
                  </a:lnTo>
                  <a:lnTo>
                    <a:pt x="243" y="42"/>
                  </a:lnTo>
                  <a:lnTo>
                    <a:pt x="244" y="0"/>
                  </a:lnTo>
                  <a:lnTo>
                    <a:pt x="233" y="0"/>
                  </a:lnTo>
                  <a:lnTo>
                    <a:pt x="232" y="42"/>
                  </a:lnTo>
                  <a:lnTo>
                    <a:pt x="228" y="83"/>
                  </a:lnTo>
                  <a:lnTo>
                    <a:pt x="222" y="123"/>
                  </a:lnTo>
                  <a:lnTo>
                    <a:pt x="214" y="160"/>
                  </a:lnTo>
                  <a:lnTo>
                    <a:pt x="203" y="197"/>
                  </a:lnTo>
                  <a:lnTo>
                    <a:pt x="192" y="231"/>
                  </a:lnTo>
                  <a:lnTo>
                    <a:pt x="178" y="263"/>
                  </a:lnTo>
                  <a:lnTo>
                    <a:pt x="164" y="292"/>
                  </a:lnTo>
                  <a:lnTo>
                    <a:pt x="146" y="319"/>
                  </a:lnTo>
                  <a:lnTo>
                    <a:pt x="129" y="343"/>
                  </a:lnTo>
                  <a:lnTo>
                    <a:pt x="109" y="363"/>
                  </a:lnTo>
                  <a:lnTo>
                    <a:pt x="89" y="381"/>
                  </a:lnTo>
                  <a:lnTo>
                    <a:pt x="66" y="394"/>
                  </a:lnTo>
                  <a:lnTo>
                    <a:pt x="45" y="404"/>
                  </a:lnTo>
                  <a:lnTo>
                    <a:pt x="23" y="410"/>
                  </a:lnTo>
                  <a:lnTo>
                    <a:pt x="0" y="412"/>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1535" name="Freeform 57"/>
            <p:cNvSpPr>
              <a:spLocks/>
            </p:cNvSpPr>
            <p:nvPr/>
          </p:nvSpPr>
          <p:spPr bwMode="auto">
            <a:xfrm>
              <a:off x="915" y="1830"/>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1" y="42"/>
                  </a:lnTo>
                  <a:lnTo>
                    <a:pt x="4" y="85"/>
                  </a:lnTo>
                  <a:lnTo>
                    <a:pt x="10" y="125"/>
                  </a:lnTo>
                  <a:lnTo>
                    <a:pt x="19" y="163"/>
                  </a:lnTo>
                  <a:lnTo>
                    <a:pt x="29" y="201"/>
                  </a:lnTo>
                  <a:lnTo>
                    <a:pt x="41" y="235"/>
                  </a:lnTo>
                  <a:lnTo>
                    <a:pt x="55" y="268"/>
                  </a:lnTo>
                  <a:lnTo>
                    <a:pt x="71" y="299"/>
                  </a:lnTo>
                  <a:lnTo>
                    <a:pt x="89" y="326"/>
                  </a:lnTo>
                  <a:lnTo>
                    <a:pt x="106" y="350"/>
                  </a:lnTo>
                  <a:lnTo>
                    <a:pt x="126" y="373"/>
                  </a:lnTo>
                  <a:lnTo>
                    <a:pt x="149" y="390"/>
                  </a:lnTo>
                  <a:lnTo>
                    <a:pt x="171" y="405"/>
                  </a:lnTo>
                  <a:lnTo>
                    <a:pt x="194" y="416"/>
                  </a:lnTo>
                  <a:lnTo>
                    <a:pt x="219" y="422"/>
                  </a:lnTo>
                  <a:lnTo>
                    <a:pt x="245" y="424"/>
                  </a:lnTo>
                  <a:lnTo>
                    <a:pt x="245" y="412"/>
                  </a:lnTo>
                  <a:lnTo>
                    <a:pt x="221" y="410"/>
                  </a:lnTo>
                  <a:lnTo>
                    <a:pt x="199" y="404"/>
                  </a:lnTo>
                  <a:lnTo>
                    <a:pt x="178" y="394"/>
                  </a:lnTo>
                  <a:lnTo>
                    <a:pt x="156" y="381"/>
                  </a:lnTo>
                  <a:lnTo>
                    <a:pt x="136" y="363"/>
                  </a:lnTo>
                  <a:lnTo>
                    <a:pt x="116" y="343"/>
                  </a:lnTo>
                  <a:lnTo>
                    <a:pt x="98" y="319"/>
                  </a:lnTo>
                  <a:lnTo>
                    <a:pt x="81" y="292"/>
                  </a:lnTo>
                  <a:lnTo>
                    <a:pt x="67" y="263"/>
                  </a:lnTo>
                  <a:lnTo>
                    <a:pt x="52" y="231"/>
                  </a:lnTo>
                  <a:lnTo>
                    <a:pt x="41" y="197"/>
                  </a:lnTo>
                  <a:lnTo>
                    <a:pt x="30" y="160"/>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1536" name="Freeform 58"/>
            <p:cNvSpPr>
              <a:spLocks/>
            </p:cNvSpPr>
            <p:nvPr/>
          </p:nvSpPr>
          <p:spPr bwMode="auto">
            <a:xfrm>
              <a:off x="915" y="1745"/>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0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19" y="2"/>
                  </a:lnTo>
                  <a:lnTo>
                    <a:pt x="194" y="8"/>
                  </a:lnTo>
                  <a:lnTo>
                    <a:pt x="171" y="19"/>
                  </a:lnTo>
                  <a:lnTo>
                    <a:pt x="149" y="34"/>
                  </a:lnTo>
                  <a:lnTo>
                    <a:pt x="126" y="52"/>
                  </a:lnTo>
                  <a:lnTo>
                    <a:pt x="106" y="74"/>
                  </a:lnTo>
                  <a:lnTo>
                    <a:pt x="89" y="99"/>
                  </a:lnTo>
                  <a:lnTo>
                    <a:pt x="70" y="126"/>
                  </a:lnTo>
                  <a:lnTo>
                    <a:pt x="55" y="157"/>
                  </a:lnTo>
                  <a:lnTo>
                    <a:pt x="41" y="189"/>
                  </a:lnTo>
                  <a:lnTo>
                    <a:pt x="29" y="224"/>
                  </a:lnTo>
                  <a:lnTo>
                    <a:pt x="19" y="262"/>
                  </a:lnTo>
                  <a:lnTo>
                    <a:pt x="10" y="300"/>
                  </a:lnTo>
                  <a:lnTo>
                    <a:pt x="4" y="340"/>
                  </a:lnTo>
                  <a:lnTo>
                    <a:pt x="1" y="383"/>
                  </a:lnTo>
                  <a:lnTo>
                    <a:pt x="0" y="426"/>
                  </a:lnTo>
                  <a:lnTo>
                    <a:pt x="11" y="426"/>
                  </a:lnTo>
                  <a:lnTo>
                    <a:pt x="13" y="383"/>
                  </a:lnTo>
                  <a:lnTo>
                    <a:pt x="16" y="342"/>
                  </a:lnTo>
                  <a:lnTo>
                    <a:pt x="22" y="303"/>
                  </a:lnTo>
                  <a:lnTo>
                    <a:pt x="30" y="264"/>
                  </a:lnTo>
                  <a:lnTo>
                    <a:pt x="41" y="229"/>
                  </a:lnTo>
                  <a:lnTo>
                    <a:pt x="52" y="194"/>
                  </a:lnTo>
                  <a:lnTo>
                    <a:pt x="67" y="162"/>
                  </a:lnTo>
                  <a:lnTo>
                    <a:pt x="82" y="133"/>
                  </a:lnTo>
                  <a:lnTo>
                    <a:pt x="98" y="106"/>
                  </a:lnTo>
                  <a:lnTo>
                    <a:pt x="116" y="81"/>
                  </a:lnTo>
                  <a:lnTo>
                    <a:pt x="136" y="61"/>
                  </a:lnTo>
                  <a:lnTo>
                    <a:pt x="156" y="43"/>
                  </a:lnTo>
                  <a:lnTo>
                    <a:pt x="178" y="31"/>
                  </a:lnTo>
                  <a:lnTo>
                    <a:pt x="199" y="20"/>
                  </a:lnTo>
                  <a:lnTo>
                    <a:pt x="221"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1537" name="Freeform 59"/>
            <p:cNvSpPr>
              <a:spLocks/>
            </p:cNvSpPr>
            <p:nvPr/>
          </p:nvSpPr>
          <p:spPr bwMode="auto">
            <a:xfrm>
              <a:off x="1140" y="2087"/>
              <a:ext cx="49" cy="85"/>
            </a:xfrm>
            <a:custGeom>
              <a:avLst/>
              <a:gdLst>
                <a:gd name="T0" fmla="*/ 2 w 246"/>
                <a:gd name="T1" fmla="*/ 3 h 424"/>
                <a:gd name="T2" fmla="*/ 2 w 246"/>
                <a:gd name="T3" fmla="*/ 3 h 424"/>
                <a:gd name="T4" fmla="*/ 2 w 246"/>
                <a:gd name="T5" fmla="*/ 3 h 424"/>
                <a:gd name="T6" fmla="*/ 2 w 246"/>
                <a:gd name="T7" fmla="*/ 3 h 424"/>
                <a:gd name="T8" fmla="*/ 2 w 246"/>
                <a:gd name="T9" fmla="*/ 2 h 424"/>
                <a:gd name="T10" fmla="*/ 2 w 246"/>
                <a:gd name="T11" fmla="*/ 2 h 424"/>
                <a:gd name="T12" fmla="*/ 2 w 246"/>
                <a:gd name="T13" fmla="*/ 2 h 424"/>
                <a:gd name="T14" fmla="*/ 2 w 246"/>
                <a:gd name="T15" fmla="*/ 2 h 424"/>
                <a:gd name="T16" fmla="*/ 2 w 246"/>
                <a:gd name="T17" fmla="*/ 1 h 424"/>
                <a:gd name="T18" fmla="*/ 1 w 246"/>
                <a:gd name="T19" fmla="*/ 1 h 424"/>
                <a:gd name="T20" fmla="*/ 1 w 246"/>
                <a:gd name="T21" fmla="*/ 1 h 424"/>
                <a:gd name="T22" fmla="*/ 1 w 246"/>
                <a:gd name="T23" fmla="*/ 1 h 424"/>
                <a:gd name="T24" fmla="*/ 1 w 246"/>
                <a:gd name="T25" fmla="*/ 0 h 424"/>
                <a:gd name="T26" fmla="*/ 1 w 246"/>
                <a:gd name="T27" fmla="*/ 0 h 424"/>
                <a:gd name="T28" fmla="*/ 1 w 246"/>
                <a:gd name="T29" fmla="*/ 0 h 424"/>
                <a:gd name="T30" fmla="*/ 0 w 246"/>
                <a:gd name="T31" fmla="*/ 0 h 424"/>
                <a:gd name="T32" fmla="*/ 0 w 246"/>
                <a:gd name="T33" fmla="*/ 0 h 424"/>
                <a:gd name="T34" fmla="*/ 0 w 246"/>
                <a:gd name="T35" fmla="*/ 0 h 424"/>
                <a:gd name="T36" fmla="*/ 0 w 246"/>
                <a:gd name="T37" fmla="*/ 0 h 424"/>
                <a:gd name="T38" fmla="*/ 0 w 246"/>
                <a:gd name="T39" fmla="*/ 0 h 424"/>
                <a:gd name="T40" fmla="*/ 0 w 246"/>
                <a:gd name="T41" fmla="*/ 0 h 424"/>
                <a:gd name="T42" fmla="*/ 1 w 246"/>
                <a:gd name="T43" fmla="*/ 0 h 424"/>
                <a:gd name="T44" fmla="*/ 1 w 246"/>
                <a:gd name="T45" fmla="*/ 0 h 424"/>
                <a:gd name="T46" fmla="*/ 1 w 246"/>
                <a:gd name="T47" fmla="*/ 0 h 424"/>
                <a:gd name="T48" fmla="*/ 1 w 246"/>
                <a:gd name="T49" fmla="*/ 1 h 424"/>
                <a:gd name="T50" fmla="*/ 1 w 246"/>
                <a:gd name="T51" fmla="*/ 1 h 424"/>
                <a:gd name="T52" fmla="*/ 1 w 246"/>
                <a:gd name="T53" fmla="*/ 1 h 424"/>
                <a:gd name="T54" fmla="*/ 1 w 246"/>
                <a:gd name="T55" fmla="*/ 1 h 424"/>
                <a:gd name="T56" fmla="*/ 2 w 246"/>
                <a:gd name="T57" fmla="*/ 2 h 424"/>
                <a:gd name="T58" fmla="*/ 2 w 246"/>
                <a:gd name="T59" fmla="*/ 2 h 424"/>
                <a:gd name="T60" fmla="*/ 2 w 246"/>
                <a:gd name="T61" fmla="*/ 2 h 424"/>
                <a:gd name="T62" fmla="*/ 2 w 246"/>
                <a:gd name="T63" fmla="*/ 2 h 424"/>
                <a:gd name="T64" fmla="*/ 2 w 246"/>
                <a:gd name="T65" fmla="*/ 3 h 424"/>
                <a:gd name="T66" fmla="*/ 2 w 246"/>
                <a:gd name="T67" fmla="*/ 3 h 424"/>
                <a:gd name="T68" fmla="*/ 2 w 246"/>
                <a:gd name="T69" fmla="*/ 3 h 424"/>
                <a:gd name="T70" fmla="*/ 2 w 246"/>
                <a:gd name="T71" fmla="*/ 3 h 424"/>
                <a:gd name="T72" fmla="*/ 2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424"/>
                  </a:moveTo>
                  <a:lnTo>
                    <a:pt x="246" y="424"/>
                  </a:lnTo>
                  <a:lnTo>
                    <a:pt x="244" y="382"/>
                  </a:lnTo>
                  <a:lnTo>
                    <a:pt x="241" y="338"/>
                  </a:lnTo>
                  <a:lnTo>
                    <a:pt x="235" y="298"/>
                  </a:lnTo>
                  <a:lnTo>
                    <a:pt x="227" y="261"/>
                  </a:lnTo>
                  <a:lnTo>
                    <a:pt x="216" y="222"/>
                  </a:lnTo>
                  <a:lnTo>
                    <a:pt x="205" y="188"/>
                  </a:lnTo>
                  <a:lnTo>
                    <a:pt x="190" y="155"/>
                  </a:lnTo>
                  <a:lnTo>
                    <a:pt x="174" y="125"/>
                  </a:lnTo>
                  <a:lnTo>
                    <a:pt x="157" y="98"/>
                  </a:lnTo>
                  <a:lnTo>
                    <a:pt x="138" y="73"/>
                  </a:lnTo>
                  <a:lnTo>
                    <a:pt x="118" y="51"/>
                  </a:lnTo>
                  <a:lnTo>
                    <a:pt x="96" y="34"/>
                  </a:lnTo>
                  <a:lnTo>
                    <a:pt x="74" y="18"/>
                  </a:lnTo>
                  <a:lnTo>
                    <a:pt x="50" y="8"/>
                  </a:lnTo>
                  <a:lnTo>
                    <a:pt x="25" y="2"/>
                  </a:lnTo>
                  <a:lnTo>
                    <a:pt x="0" y="0"/>
                  </a:lnTo>
                  <a:lnTo>
                    <a:pt x="0" y="11"/>
                  </a:lnTo>
                  <a:lnTo>
                    <a:pt x="23" y="14"/>
                  </a:lnTo>
                  <a:lnTo>
                    <a:pt x="45" y="19"/>
                  </a:lnTo>
                  <a:lnTo>
                    <a:pt x="67" y="30"/>
                  </a:lnTo>
                  <a:lnTo>
                    <a:pt x="89" y="43"/>
                  </a:lnTo>
                  <a:lnTo>
                    <a:pt x="108" y="60"/>
                  </a:lnTo>
                  <a:lnTo>
                    <a:pt x="128" y="80"/>
                  </a:lnTo>
                  <a:lnTo>
                    <a:pt x="147" y="105"/>
                  </a:lnTo>
                  <a:lnTo>
                    <a:pt x="165" y="132"/>
                  </a:lnTo>
                  <a:lnTo>
                    <a:pt x="179" y="160"/>
                  </a:lnTo>
                  <a:lnTo>
                    <a:pt x="193" y="193"/>
                  </a:lnTo>
                  <a:lnTo>
                    <a:pt x="205" y="227"/>
                  </a:lnTo>
                  <a:lnTo>
                    <a:pt x="215" y="263"/>
                  </a:lnTo>
                  <a:lnTo>
                    <a:pt x="223" y="301"/>
                  </a:lnTo>
                  <a:lnTo>
                    <a:pt x="229" y="341"/>
                  </a:lnTo>
                  <a:lnTo>
                    <a:pt x="233" y="382"/>
                  </a:lnTo>
                  <a:lnTo>
                    <a:pt x="234" y="424"/>
                  </a:lnTo>
                  <a:lnTo>
                    <a:pt x="246"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1538" name="Freeform 60"/>
            <p:cNvSpPr>
              <a:spLocks/>
            </p:cNvSpPr>
            <p:nvPr/>
          </p:nvSpPr>
          <p:spPr bwMode="auto">
            <a:xfrm>
              <a:off x="1140" y="2172"/>
              <a:ext cx="49" cy="85"/>
            </a:xfrm>
            <a:custGeom>
              <a:avLst/>
              <a:gdLst>
                <a:gd name="T0" fmla="*/ 0 w 246"/>
                <a:gd name="T1" fmla="*/ 3 h 426"/>
                <a:gd name="T2" fmla="*/ 0 w 246"/>
                <a:gd name="T3" fmla="*/ 3 h 426"/>
                <a:gd name="T4" fmla="*/ 0 w 246"/>
                <a:gd name="T5" fmla="*/ 3 h 426"/>
                <a:gd name="T6" fmla="*/ 0 w 246"/>
                <a:gd name="T7" fmla="*/ 3 h 426"/>
                <a:gd name="T8" fmla="*/ 1 w 246"/>
                <a:gd name="T9" fmla="*/ 3 h 426"/>
                <a:gd name="T10" fmla="*/ 1 w 246"/>
                <a:gd name="T11" fmla="*/ 3 h 426"/>
                <a:gd name="T12" fmla="*/ 1 w 246"/>
                <a:gd name="T13" fmla="*/ 3 h 426"/>
                <a:gd name="T14" fmla="*/ 1 w 246"/>
                <a:gd name="T15" fmla="*/ 3 h 426"/>
                <a:gd name="T16" fmla="*/ 1 w 246"/>
                <a:gd name="T17" fmla="*/ 3 h 426"/>
                <a:gd name="T18" fmla="*/ 1 w 246"/>
                <a:gd name="T19" fmla="*/ 2 h 426"/>
                <a:gd name="T20" fmla="*/ 2 w 246"/>
                <a:gd name="T21" fmla="*/ 2 h 426"/>
                <a:gd name="T22" fmla="*/ 2 w 246"/>
                <a:gd name="T23" fmla="*/ 2 h 426"/>
                <a:gd name="T24" fmla="*/ 2 w 246"/>
                <a:gd name="T25" fmla="*/ 2 h 426"/>
                <a:gd name="T26" fmla="*/ 2 w 246"/>
                <a:gd name="T27" fmla="*/ 1 h 426"/>
                <a:gd name="T28" fmla="*/ 2 w 246"/>
                <a:gd name="T29" fmla="*/ 1 h 426"/>
                <a:gd name="T30" fmla="*/ 2 w 246"/>
                <a:gd name="T31" fmla="*/ 1 h 426"/>
                <a:gd name="T32" fmla="*/ 2 w 246"/>
                <a:gd name="T33" fmla="*/ 0 h 426"/>
                <a:gd name="T34" fmla="*/ 2 w 246"/>
                <a:gd name="T35" fmla="*/ 0 h 426"/>
                <a:gd name="T36" fmla="*/ 2 w 246"/>
                <a:gd name="T37" fmla="*/ 0 h 426"/>
                <a:gd name="T38" fmla="*/ 2 w 246"/>
                <a:gd name="T39" fmla="*/ 0 h 426"/>
                <a:gd name="T40" fmla="*/ 2 w 246"/>
                <a:gd name="T41" fmla="*/ 1 h 426"/>
                <a:gd name="T42" fmla="*/ 2 w 246"/>
                <a:gd name="T43" fmla="*/ 1 h 426"/>
                <a:gd name="T44" fmla="*/ 2 w 246"/>
                <a:gd name="T45" fmla="*/ 1 h 426"/>
                <a:gd name="T46" fmla="*/ 2 w 246"/>
                <a:gd name="T47" fmla="*/ 2 h 426"/>
                <a:gd name="T48" fmla="*/ 2 w 246"/>
                <a:gd name="T49" fmla="*/ 2 h 426"/>
                <a:gd name="T50" fmla="*/ 1 w 246"/>
                <a:gd name="T51" fmla="*/ 2 h 426"/>
                <a:gd name="T52" fmla="*/ 1 w 246"/>
                <a:gd name="T53" fmla="*/ 2 h 426"/>
                <a:gd name="T54" fmla="*/ 1 w 246"/>
                <a:gd name="T55" fmla="*/ 3 h 426"/>
                <a:gd name="T56" fmla="*/ 1 w 246"/>
                <a:gd name="T57" fmla="*/ 3 h 426"/>
                <a:gd name="T58" fmla="*/ 1 w 246"/>
                <a:gd name="T59" fmla="*/ 3 h 426"/>
                <a:gd name="T60" fmla="*/ 1 w 246"/>
                <a:gd name="T61" fmla="*/ 3 h 426"/>
                <a:gd name="T62" fmla="*/ 1 w 246"/>
                <a:gd name="T63" fmla="*/ 3 h 426"/>
                <a:gd name="T64" fmla="*/ 0 w 246"/>
                <a:gd name="T65" fmla="*/ 3 h 426"/>
                <a:gd name="T66" fmla="*/ 0 w 246"/>
                <a:gd name="T67" fmla="*/ 3 h 426"/>
                <a:gd name="T68" fmla="*/ 0 w 246"/>
                <a:gd name="T69" fmla="*/ 3 h 426"/>
                <a:gd name="T70" fmla="*/ 0 w 246"/>
                <a:gd name="T71" fmla="*/ 3 h 426"/>
                <a:gd name="T72" fmla="*/ 0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426"/>
                  </a:moveTo>
                  <a:lnTo>
                    <a:pt x="0" y="426"/>
                  </a:lnTo>
                  <a:lnTo>
                    <a:pt x="25" y="423"/>
                  </a:lnTo>
                  <a:lnTo>
                    <a:pt x="50" y="417"/>
                  </a:lnTo>
                  <a:lnTo>
                    <a:pt x="74" y="407"/>
                  </a:lnTo>
                  <a:lnTo>
                    <a:pt x="96" y="392"/>
                  </a:lnTo>
                  <a:lnTo>
                    <a:pt x="118" y="373"/>
                  </a:lnTo>
                  <a:lnTo>
                    <a:pt x="138" y="350"/>
                  </a:lnTo>
                  <a:lnTo>
                    <a:pt x="157" y="327"/>
                  </a:lnTo>
                  <a:lnTo>
                    <a:pt x="175" y="299"/>
                  </a:lnTo>
                  <a:lnTo>
                    <a:pt x="190" y="268"/>
                  </a:lnTo>
                  <a:lnTo>
                    <a:pt x="205" y="236"/>
                  </a:lnTo>
                  <a:lnTo>
                    <a:pt x="216" y="202"/>
                  </a:lnTo>
                  <a:lnTo>
                    <a:pt x="227" y="164"/>
                  </a:lnTo>
                  <a:lnTo>
                    <a:pt x="235" y="125"/>
                  </a:lnTo>
                  <a:lnTo>
                    <a:pt x="241" y="86"/>
                  </a:lnTo>
                  <a:lnTo>
                    <a:pt x="244" y="42"/>
                  </a:lnTo>
                  <a:lnTo>
                    <a:pt x="246" y="0"/>
                  </a:lnTo>
                  <a:lnTo>
                    <a:pt x="234" y="0"/>
                  </a:lnTo>
                  <a:lnTo>
                    <a:pt x="233" y="42"/>
                  </a:lnTo>
                  <a:lnTo>
                    <a:pt x="229" y="83"/>
                  </a:lnTo>
                  <a:lnTo>
                    <a:pt x="223" y="123"/>
                  </a:lnTo>
                  <a:lnTo>
                    <a:pt x="215" y="162"/>
                  </a:lnTo>
                  <a:lnTo>
                    <a:pt x="205" y="197"/>
                  </a:lnTo>
                  <a:lnTo>
                    <a:pt x="193" y="231"/>
                  </a:lnTo>
                  <a:lnTo>
                    <a:pt x="179" y="264"/>
                  </a:lnTo>
                  <a:lnTo>
                    <a:pt x="164" y="292"/>
                  </a:lnTo>
                  <a:lnTo>
                    <a:pt x="147" y="320"/>
                  </a:lnTo>
                  <a:lnTo>
                    <a:pt x="128" y="343"/>
                  </a:lnTo>
                  <a:lnTo>
                    <a:pt x="108" y="363"/>
                  </a:lnTo>
                  <a:lnTo>
                    <a:pt x="89" y="382"/>
                  </a:lnTo>
                  <a:lnTo>
                    <a:pt x="67" y="395"/>
                  </a:lnTo>
                  <a:lnTo>
                    <a:pt x="45" y="406"/>
                  </a:lnTo>
                  <a:lnTo>
                    <a:pt x="23" y="411"/>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1539" name="Freeform 61"/>
            <p:cNvSpPr>
              <a:spLocks/>
            </p:cNvSpPr>
            <p:nvPr/>
          </p:nvSpPr>
          <p:spPr bwMode="auto">
            <a:xfrm>
              <a:off x="1091" y="2172"/>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4" y="86"/>
                  </a:lnTo>
                  <a:lnTo>
                    <a:pt x="10" y="125"/>
                  </a:lnTo>
                  <a:lnTo>
                    <a:pt x="18" y="164"/>
                  </a:lnTo>
                  <a:lnTo>
                    <a:pt x="29" y="202"/>
                  </a:lnTo>
                  <a:lnTo>
                    <a:pt x="41" y="236"/>
                  </a:lnTo>
                  <a:lnTo>
                    <a:pt x="55" y="268"/>
                  </a:lnTo>
                  <a:lnTo>
                    <a:pt x="70" y="299"/>
                  </a:lnTo>
                  <a:lnTo>
                    <a:pt x="89" y="327"/>
                  </a:lnTo>
                  <a:lnTo>
                    <a:pt x="106" y="350"/>
                  </a:lnTo>
                  <a:lnTo>
                    <a:pt x="126" y="373"/>
                  </a:lnTo>
                  <a:lnTo>
                    <a:pt x="148" y="392"/>
                  </a:lnTo>
                  <a:lnTo>
                    <a:pt x="171" y="407"/>
                  </a:lnTo>
                  <a:lnTo>
                    <a:pt x="194" y="417"/>
                  </a:lnTo>
                  <a:lnTo>
                    <a:pt x="219" y="423"/>
                  </a:lnTo>
                  <a:lnTo>
                    <a:pt x="245" y="426"/>
                  </a:lnTo>
                  <a:lnTo>
                    <a:pt x="245" y="414"/>
                  </a:lnTo>
                  <a:lnTo>
                    <a:pt x="221" y="411"/>
                  </a:lnTo>
                  <a:lnTo>
                    <a:pt x="199" y="406"/>
                  </a:lnTo>
                  <a:lnTo>
                    <a:pt x="178" y="395"/>
                  </a:lnTo>
                  <a:lnTo>
                    <a:pt x="155" y="382"/>
                  </a:lnTo>
                  <a:lnTo>
                    <a:pt x="136" y="363"/>
                  </a:lnTo>
                  <a:lnTo>
                    <a:pt x="116" y="343"/>
                  </a:lnTo>
                  <a:lnTo>
                    <a:pt x="98" y="320"/>
                  </a:lnTo>
                  <a:lnTo>
                    <a:pt x="82" y="292"/>
                  </a:lnTo>
                  <a:lnTo>
                    <a:pt x="66" y="264"/>
                  </a:lnTo>
                  <a:lnTo>
                    <a:pt x="52" y="231"/>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1540" name="Freeform 62"/>
            <p:cNvSpPr>
              <a:spLocks/>
            </p:cNvSpPr>
            <p:nvPr/>
          </p:nvSpPr>
          <p:spPr bwMode="auto">
            <a:xfrm>
              <a:off x="1091" y="2087"/>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4" y="8"/>
                  </a:lnTo>
                  <a:lnTo>
                    <a:pt x="171" y="18"/>
                  </a:lnTo>
                  <a:lnTo>
                    <a:pt x="148" y="34"/>
                  </a:lnTo>
                  <a:lnTo>
                    <a:pt x="126" y="51"/>
                  </a:lnTo>
                  <a:lnTo>
                    <a:pt x="106" y="73"/>
                  </a:lnTo>
                  <a:lnTo>
                    <a:pt x="89" y="98"/>
                  </a:lnTo>
                  <a:lnTo>
                    <a:pt x="71" y="125"/>
                  </a:lnTo>
                  <a:lnTo>
                    <a:pt x="55" y="155"/>
                  </a:lnTo>
                  <a:lnTo>
                    <a:pt x="41" y="188"/>
                  </a:lnTo>
                  <a:lnTo>
                    <a:pt x="29" y="222"/>
                  </a:lnTo>
                  <a:lnTo>
                    <a:pt x="18" y="261"/>
                  </a:lnTo>
                  <a:lnTo>
                    <a:pt x="10" y="298"/>
                  </a:lnTo>
                  <a:lnTo>
                    <a:pt x="4" y="338"/>
                  </a:lnTo>
                  <a:lnTo>
                    <a:pt x="1" y="382"/>
                  </a:lnTo>
                  <a:lnTo>
                    <a:pt x="0" y="424"/>
                  </a:lnTo>
                  <a:lnTo>
                    <a:pt x="11" y="424"/>
                  </a:lnTo>
                  <a:lnTo>
                    <a:pt x="13" y="382"/>
                  </a:lnTo>
                  <a:lnTo>
                    <a:pt x="16" y="341"/>
                  </a:lnTo>
                  <a:lnTo>
                    <a:pt x="22" y="301"/>
                  </a:lnTo>
                  <a:lnTo>
                    <a:pt x="30" y="263"/>
                  </a:lnTo>
                  <a:lnTo>
                    <a:pt x="41" y="227"/>
                  </a:lnTo>
                  <a:lnTo>
                    <a:pt x="52" y="193"/>
                  </a:lnTo>
                  <a:lnTo>
                    <a:pt x="66" y="160"/>
                  </a:lnTo>
                  <a:lnTo>
                    <a:pt x="80" y="132"/>
                  </a:lnTo>
                  <a:lnTo>
                    <a:pt x="98" y="105"/>
                  </a:lnTo>
                  <a:lnTo>
                    <a:pt x="116" y="80"/>
                  </a:lnTo>
                  <a:lnTo>
                    <a:pt x="136" y="60"/>
                  </a:lnTo>
                  <a:lnTo>
                    <a:pt x="155" y="43"/>
                  </a:lnTo>
                  <a:lnTo>
                    <a:pt x="178" y="30"/>
                  </a:lnTo>
                  <a:lnTo>
                    <a:pt x="199" y="19"/>
                  </a:lnTo>
                  <a:lnTo>
                    <a:pt x="221" y="14"/>
                  </a:lnTo>
                  <a:lnTo>
                    <a:pt x="245" y="11"/>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1541" name="Freeform 63"/>
            <p:cNvSpPr>
              <a:spLocks/>
            </p:cNvSpPr>
            <p:nvPr/>
          </p:nvSpPr>
          <p:spPr bwMode="auto">
            <a:xfrm>
              <a:off x="1392" y="2118"/>
              <a:ext cx="49" cy="85"/>
            </a:xfrm>
            <a:custGeom>
              <a:avLst/>
              <a:gdLst>
                <a:gd name="T0" fmla="*/ 2 w 246"/>
                <a:gd name="T1" fmla="*/ 3 h 426"/>
                <a:gd name="T2" fmla="*/ 2 w 246"/>
                <a:gd name="T3" fmla="*/ 3 h 426"/>
                <a:gd name="T4" fmla="*/ 2 w 246"/>
                <a:gd name="T5" fmla="*/ 3 h 426"/>
                <a:gd name="T6" fmla="*/ 2 w 246"/>
                <a:gd name="T7" fmla="*/ 3 h 426"/>
                <a:gd name="T8" fmla="*/ 2 w 246"/>
                <a:gd name="T9" fmla="*/ 2 h 426"/>
                <a:gd name="T10" fmla="*/ 2 w 246"/>
                <a:gd name="T11" fmla="*/ 2 h 426"/>
                <a:gd name="T12" fmla="*/ 2 w 246"/>
                <a:gd name="T13" fmla="*/ 2 h 426"/>
                <a:gd name="T14" fmla="*/ 2 w 246"/>
                <a:gd name="T15" fmla="*/ 2 h 426"/>
                <a:gd name="T16" fmla="*/ 2 w 246"/>
                <a:gd name="T17" fmla="*/ 1 h 426"/>
                <a:gd name="T18" fmla="*/ 1 w 246"/>
                <a:gd name="T19" fmla="*/ 1 h 426"/>
                <a:gd name="T20" fmla="*/ 1 w 246"/>
                <a:gd name="T21" fmla="*/ 1 h 426"/>
                <a:gd name="T22" fmla="*/ 1 w 246"/>
                <a:gd name="T23" fmla="*/ 1 h 426"/>
                <a:gd name="T24" fmla="*/ 1 w 246"/>
                <a:gd name="T25" fmla="*/ 0 h 426"/>
                <a:gd name="T26" fmla="*/ 1 w 246"/>
                <a:gd name="T27" fmla="*/ 0 h 426"/>
                <a:gd name="T28" fmla="*/ 1 w 246"/>
                <a:gd name="T29" fmla="*/ 0 h 426"/>
                <a:gd name="T30" fmla="*/ 0 w 246"/>
                <a:gd name="T31" fmla="*/ 0 h 426"/>
                <a:gd name="T32" fmla="*/ 0 w 246"/>
                <a:gd name="T33" fmla="*/ 0 h 426"/>
                <a:gd name="T34" fmla="*/ 0 w 246"/>
                <a:gd name="T35" fmla="*/ 0 h 426"/>
                <a:gd name="T36" fmla="*/ 0 w 246"/>
                <a:gd name="T37" fmla="*/ 0 h 426"/>
                <a:gd name="T38" fmla="*/ 0 w 246"/>
                <a:gd name="T39" fmla="*/ 0 h 426"/>
                <a:gd name="T40" fmla="*/ 0 w 246"/>
                <a:gd name="T41" fmla="*/ 0 h 426"/>
                <a:gd name="T42" fmla="*/ 1 w 246"/>
                <a:gd name="T43" fmla="*/ 0 h 426"/>
                <a:gd name="T44" fmla="*/ 1 w 246"/>
                <a:gd name="T45" fmla="*/ 0 h 426"/>
                <a:gd name="T46" fmla="*/ 1 w 246"/>
                <a:gd name="T47" fmla="*/ 1 h 426"/>
                <a:gd name="T48" fmla="*/ 1 w 246"/>
                <a:gd name="T49" fmla="*/ 1 h 426"/>
                <a:gd name="T50" fmla="*/ 1 w 246"/>
                <a:gd name="T51" fmla="*/ 1 h 426"/>
                <a:gd name="T52" fmla="*/ 1 w 246"/>
                <a:gd name="T53" fmla="*/ 1 h 426"/>
                <a:gd name="T54" fmla="*/ 1 w 246"/>
                <a:gd name="T55" fmla="*/ 1 h 426"/>
                <a:gd name="T56" fmla="*/ 2 w 246"/>
                <a:gd name="T57" fmla="*/ 2 h 426"/>
                <a:gd name="T58" fmla="*/ 2 w 246"/>
                <a:gd name="T59" fmla="*/ 2 h 426"/>
                <a:gd name="T60" fmla="*/ 2 w 246"/>
                <a:gd name="T61" fmla="*/ 2 h 426"/>
                <a:gd name="T62" fmla="*/ 2 w 246"/>
                <a:gd name="T63" fmla="*/ 2 h 426"/>
                <a:gd name="T64" fmla="*/ 2 w 246"/>
                <a:gd name="T65" fmla="*/ 3 h 426"/>
                <a:gd name="T66" fmla="*/ 2 w 246"/>
                <a:gd name="T67" fmla="*/ 3 h 426"/>
                <a:gd name="T68" fmla="*/ 2 w 246"/>
                <a:gd name="T69" fmla="*/ 3 h 426"/>
                <a:gd name="T70" fmla="*/ 2 w 246"/>
                <a:gd name="T71" fmla="*/ 3 h 426"/>
                <a:gd name="T72" fmla="*/ 2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246" y="426"/>
                  </a:moveTo>
                  <a:lnTo>
                    <a:pt x="246" y="426"/>
                  </a:lnTo>
                  <a:lnTo>
                    <a:pt x="245" y="384"/>
                  </a:lnTo>
                  <a:lnTo>
                    <a:pt x="242" y="340"/>
                  </a:lnTo>
                  <a:lnTo>
                    <a:pt x="236" y="301"/>
                  </a:lnTo>
                  <a:lnTo>
                    <a:pt x="228" y="262"/>
                  </a:lnTo>
                  <a:lnTo>
                    <a:pt x="217" y="224"/>
                  </a:lnTo>
                  <a:lnTo>
                    <a:pt x="205" y="190"/>
                  </a:lnTo>
                  <a:lnTo>
                    <a:pt x="191" y="158"/>
                  </a:lnTo>
                  <a:lnTo>
                    <a:pt x="176" y="126"/>
                  </a:lnTo>
                  <a:lnTo>
                    <a:pt x="157" y="99"/>
                  </a:lnTo>
                  <a:lnTo>
                    <a:pt x="139" y="75"/>
                  </a:lnTo>
                  <a:lnTo>
                    <a:pt x="119" y="53"/>
                  </a:lnTo>
                  <a:lnTo>
                    <a:pt x="96" y="34"/>
                  </a:lnTo>
                  <a:lnTo>
                    <a:pt x="75" y="19"/>
                  </a:lnTo>
                  <a:lnTo>
                    <a:pt x="51" y="9"/>
                  </a:lnTo>
                  <a:lnTo>
                    <a:pt x="26" y="3"/>
                  </a:lnTo>
                  <a:lnTo>
                    <a:pt x="0" y="0"/>
                  </a:lnTo>
                  <a:lnTo>
                    <a:pt x="0" y="12"/>
                  </a:lnTo>
                  <a:lnTo>
                    <a:pt x="24" y="15"/>
                  </a:lnTo>
                  <a:lnTo>
                    <a:pt x="46" y="20"/>
                  </a:lnTo>
                  <a:lnTo>
                    <a:pt x="68" y="31"/>
                  </a:lnTo>
                  <a:lnTo>
                    <a:pt x="89" y="44"/>
                  </a:lnTo>
                  <a:lnTo>
                    <a:pt x="109" y="63"/>
                  </a:lnTo>
                  <a:lnTo>
                    <a:pt x="129" y="83"/>
                  </a:lnTo>
                  <a:lnTo>
                    <a:pt x="148" y="106"/>
                  </a:lnTo>
                  <a:lnTo>
                    <a:pt x="164" y="133"/>
                  </a:lnTo>
                  <a:lnTo>
                    <a:pt x="180" y="162"/>
                  </a:lnTo>
                  <a:lnTo>
                    <a:pt x="194" y="195"/>
                  </a:lnTo>
                  <a:lnTo>
                    <a:pt x="205" y="229"/>
                  </a:lnTo>
                  <a:lnTo>
                    <a:pt x="216" y="264"/>
                  </a:lnTo>
                  <a:lnTo>
                    <a:pt x="224" y="303"/>
                  </a:lnTo>
                  <a:lnTo>
                    <a:pt x="230" y="343"/>
                  </a:lnTo>
                  <a:lnTo>
                    <a:pt x="233" y="384"/>
                  </a:lnTo>
                  <a:lnTo>
                    <a:pt x="235" y="426"/>
                  </a:lnTo>
                  <a:lnTo>
                    <a:pt x="246"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1542" name="Freeform 64"/>
            <p:cNvSpPr>
              <a:spLocks/>
            </p:cNvSpPr>
            <p:nvPr/>
          </p:nvSpPr>
          <p:spPr bwMode="auto">
            <a:xfrm>
              <a:off x="1392" y="2203"/>
              <a:ext cx="49" cy="85"/>
            </a:xfrm>
            <a:custGeom>
              <a:avLst/>
              <a:gdLst>
                <a:gd name="T0" fmla="*/ 0 w 246"/>
                <a:gd name="T1" fmla="*/ 3 h 424"/>
                <a:gd name="T2" fmla="*/ 0 w 246"/>
                <a:gd name="T3" fmla="*/ 3 h 424"/>
                <a:gd name="T4" fmla="*/ 0 w 246"/>
                <a:gd name="T5" fmla="*/ 3 h 424"/>
                <a:gd name="T6" fmla="*/ 0 w 246"/>
                <a:gd name="T7" fmla="*/ 3 h 424"/>
                <a:gd name="T8" fmla="*/ 1 w 246"/>
                <a:gd name="T9" fmla="*/ 3 h 424"/>
                <a:gd name="T10" fmla="*/ 1 w 246"/>
                <a:gd name="T11" fmla="*/ 3 h 424"/>
                <a:gd name="T12" fmla="*/ 1 w 246"/>
                <a:gd name="T13" fmla="*/ 3 h 424"/>
                <a:gd name="T14" fmla="*/ 1 w 246"/>
                <a:gd name="T15" fmla="*/ 3 h 424"/>
                <a:gd name="T16" fmla="*/ 1 w 246"/>
                <a:gd name="T17" fmla="*/ 3 h 424"/>
                <a:gd name="T18" fmla="*/ 1 w 246"/>
                <a:gd name="T19" fmla="*/ 2 h 424"/>
                <a:gd name="T20" fmla="*/ 2 w 246"/>
                <a:gd name="T21" fmla="*/ 2 h 424"/>
                <a:gd name="T22" fmla="*/ 2 w 246"/>
                <a:gd name="T23" fmla="*/ 2 h 424"/>
                <a:gd name="T24" fmla="*/ 2 w 246"/>
                <a:gd name="T25" fmla="*/ 2 h 424"/>
                <a:gd name="T26" fmla="*/ 2 w 246"/>
                <a:gd name="T27" fmla="*/ 1 h 424"/>
                <a:gd name="T28" fmla="*/ 2 w 246"/>
                <a:gd name="T29" fmla="*/ 1 h 424"/>
                <a:gd name="T30" fmla="*/ 2 w 246"/>
                <a:gd name="T31" fmla="*/ 1 h 424"/>
                <a:gd name="T32" fmla="*/ 2 w 246"/>
                <a:gd name="T33" fmla="*/ 0 h 424"/>
                <a:gd name="T34" fmla="*/ 2 w 246"/>
                <a:gd name="T35" fmla="*/ 0 h 424"/>
                <a:gd name="T36" fmla="*/ 2 w 246"/>
                <a:gd name="T37" fmla="*/ 0 h 424"/>
                <a:gd name="T38" fmla="*/ 2 w 246"/>
                <a:gd name="T39" fmla="*/ 0 h 424"/>
                <a:gd name="T40" fmla="*/ 2 w 246"/>
                <a:gd name="T41" fmla="*/ 1 h 424"/>
                <a:gd name="T42" fmla="*/ 2 w 246"/>
                <a:gd name="T43" fmla="*/ 1 h 424"/>
                <a:gd name="T44" fmla="*/ 2 w 246"/>
                <a:gd name="T45" fmla="*/ 1 h 424"/>
                <a:gd name="T46" fmla="*/ 2 w 246"/>
                <a:gd name="T47" fmla="*/ 2 h 424"/>
                <a:gd name="T48" fmla="*/ 2 w 246"/>
                <a:gd name="T49" fmla="*/ 2 h 424"/>
                <a:gd name="T50" fmla="*/ 1 w 246"/>
                <a:gd name="T51" fmla="*/ 2 h 424"/>
                <a:gd name="T52" fmla="*/ 1 w 246"/>
                <a:gd name="T53" fmla="*/ 2 h 424"/>
                <a:gd name="T54" fmla="*/ 1 w 246"/>
                <a:gd name="T55" fmla="*/ 3 h 424"/>
                <a:gd name="T56" fmla="*/ 1 w 246"/>
                <a:gd name="T57" fmla="*/ 3 h 424"/>
                <a:gd name="T58" fmla="*/ 1 w 246"/>
                <a:gd name="T59" fmla="*/ 3 h 424"/>
                <a:gd name="T60" fmla="*/ 1 w 246"/>
                <a:gd name="T61" fmla="*/ 3 h 424"/>
                <a:gd name="T62" fmla="*/ 1 w 246"/>
                <a:gd name="T63" fmla="*/ 3 h 424"/>
                <a:gd name="T64" fmla="*/ 0 w 246"/>
                <a:gd name="T65" fmla="*/ 3 h 424"/>
                <a:gd name="T66" fmla="*/ 0 w 246"/>
                <a:gd name="T67" fmla="*/ 3 h 424"/>
                <a:gd name="T68" fmla="*/ 0 w 246"/>
                <a:gd name="T69" fmla="*/ 3 h 424"/>
                <a:gd name="T70" fmla="*/ 0 w 246"/>
                <a:gd name="T71" fmla="*/ 3 h 424"/>
                <a:gd name="T72" fmla="*/ 0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0" y="424"/>
                  </a:moveTo>
                  <a:lnTo>
                    <a:pt x="0" y="424"/>
                  </a:lnTo>
                  <a:lnTo>
                    <a:pt x="26" y="422"/>
                  </a:lnTo>
                  <a:lnTo>
                    <a:pt x="51" y="416"/>
                  </a:lnTo>
                  <a:lnTo>
                    <a:pt x="75" y="406"/>
                  </a:lnTo>
                  <a:lnTo>
                    <a:pt x="96" y="390"/>
                  </a:lnTo>
                  <a:lnTo>
                    <a:pt x="119" y="373"/>
                  </a:lnTo>
                  <a:lnTo>
                    <a:pt x="139" y="351"/>
                  </a:lnTo>
                  <a:lnTo>
                    <a:pt x="157" y="326"/>
                  </a:lnTo>
                  <a:lnTo>
                    <a:pt x="175" y="299"/>
                  </a:lnTo>
                  <a:lnTo>
                    <a:pt x="191" y="269"/>
                  </a:lnTo>
                  <a:lnTo>
                    <a:pt x="205" y="236"/>
                  </a:lnTo>
                  <a:lnTo>
                    <a:pt x="217" y="202"/>
                  </a:lnTo>
                  <a:lnTo>
                    <a:pt x="228" y="163"/>
                  </a:lnTo>
                  <a:lnTo>
                    <a:pt x="236" y="125"/>
                  </a:lnTo>
                  <a:lnTo>
                    <a:pt x="242" y="86"/>
                  </a:lnTo>
                  <a:lnTo>
                    <a:pt x="245" y="42"/>
                  </a:lnTo>
                  <a:lnTo>
                    <a:pt x="246" y="0"/>
                  </a:lnTo>
                  <a:lnTo>
                    <a:pt x="235" y="0"/>
                  </a:lnTo>
                  <a:lnTo>
                    <a:pt x="233" y="42"/>
                  </a:lnTo>
                  <a:lnTo>
                    <a:pt x="230" y="83"/>
                  </a:lnTo>
                  <a:lnTo>
                    <a:pt x="224" y="123"/>
                  </a:lnTo>
                  <a:lnTo>
                    <a:pt x="216" y="161"/>
                  </a:lnTo>
                  <a:lnTo>
                    <a:pt x="205" y="197"/>
                  </a:lnTo>
                  <a:lnTo>
                    <a:pt x="194" y="231"/>
                  </a:lnTo>
                  <a:lnTo>
                    <a:pt x="180" y="264"/>
                  </a:lnTo>
                  <a:lnTo>
                    <a:pt x="166" y="292"/>
                  </a:lnTo>
                  <a:lnTo>
                    <a:pt x="148" y="319"/>
                  </a:lnTo>
                  <a:lnTo>
                    <a:pt x="129" y="344"/>
                  </a:lnTo>
                  <a:lnTo>
                    <a:pt x="109" y="364"/>
                  </a:lnTo>
                  <a:lnTo>
                    <a:pt x="89" y="381"/>
                  </a:lnTo>
                  <a:lnTo>
                    <a:pt x="68" y="394"/>
                  </a:lnTo>
                  <a:lnTo>
                    <a:pt x="46" y="405"/>
                  </a:lnTo>
                  <a:lnTo>
                    <a:pt x="24" y="410"/>
                  </a:lnTo>
                  <a:lnTo>
                    <a:pt x="0" y="413"/>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1543" name="Freeform 65"/>
            <p:cNvSpPr>
              <a:spLocks/>
            </p:cNvSpPr>
            <p:nvPr/>
          </p:nvSpPr>
          <p:spPr bwMode="auto">
            <a:xfrm>
              <a:off x="1343" y="2203"/>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2" y="42"/>
                  </a:lnTo>
                  <a:lnTo>
                    <a:pt x="5" y="86"/>
                  </a:lnTo>
                  <a:lnTo>
                    <a:pt x="11" y="125"/>
                  </a:lnTo>
                  <a:lnTo>
                    <a:pt x="19" y="163"/>
                  </a:lnTo>
                  <a:lnTo>
                    <a:pt x="30" y="202"/>
                  </a:lnTo>
                  <a:lnTo>
                    <a:pt x="41" y="236"/>
                  </a:lnTo>
                  <a:lnTo>
                    <a:pt x="56" y="269"/>
                  </a:lnTo>
                  <a:lnTo>
                    <a:pt x="72" y="299"/>
                  </a:lnTo>
                  <a:lnTo>
                    <a:pt x="90" y="326"/>
                  </a:lnTo>
                  <a:lnTo>
                    <a:pt x="108" y="351"/>
                  </a:lnTo>
                  <a:lnTo>
                    <a:pt x="127" y="373"/>
                  </a:lnTo>
                  <a:lnTo>
                    <a:pt x="149" y="390"/>
                  </a:lnTo>
                  <a:lnTo>
                    <a:pt x="172" y="406"/>
                  </a:lnTo>
                  <a:lnTo>
                    <a:pt x="195" y="416"/>
                  </a:lnTo>
                  <a:lnTo>
                    <a:pt x="220" y="422"/>
                  </a:lnTo>
                  <a:lnTo>
                    <a:pt x="245" y="424"/>
                  </a:lnTo>
                  <a:lnTo>
                    <a:pt x="245" y="413"/>
                  </a:lnTo>
                  <a:lnTo>
                    <a:pt x="222" y="410"/>
                  </a:lnTo>
                  <a:lnTo>
                    <a:pt x="200" y="405"/>
                  </a:lnTo>
                  <a:lnTo>
                    <a:pt x="179" y="394"/>
                  </a:lnTo>
                  <a:lnTo>
                    <a:pt x="156" y="381"/>
                  </a:lnTo>
                  <a:lnTo>
                    <a:pt x="136" y="364"/>
                  </a:lnTo>
                  <a:lnTo>
                    <a:pt x="118" y="344"/>
                  </a:lnTo>
                  <a:lnTo>
                    <a:pt x="99" y="319"/>
                  </a:lnTo>
                  <a:lnTo>
                    <a:pt x="81" y="292"/>
                  </a:lnTo>
                  <a:lnTo>
                    <a:pt x="67" y="264"/>
                  </a:lnTo>
                  <a:lnTo>
                    <a:pt x="53" y="231"/>
                  </a:lnTo>
                  <a:lnTo>
                    <a:pt x="41" y="197"/>
                  </a:lnTo>
                  <a:lnTo>
                    <a:pt x="31" y="161"/>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1544" name="Freeform 66"/>
            <p:cNvSpPr>
              <a:spLocks/>
            </p:cNvSpPr>
            <p:nvPr/>
          </p:nvSpPr>
          <p:spPr bwMode="auto">
            <a:xfrm>
              <a:off x="1343" y="2118"/>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1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20" y="3"/>
                  </a:lnTo>
                  <a:lnTo>
                    <a:pt x="195" y="9"/>
                  </a:lnTo>
                  <a:lnTo>
                    <a:pt x="172" y="19"/>
                  </a:lnTo>
                  <a:lnTo>
                    <a:pt x="149" y="34"/>
                  </a:lnTo>
                  <a:lnTo>
                    <a:pt x="127" y="53"/>
                  </a:lnTo>
                  <a:lnTo>
                    <a:pt x="108" y="75"/>
                  </a:lnTo>
                  <a:lnTo>
                    <a:pt x="90" y="99"/>
                  </a:lnTo>
                  <a:lnTo>
                    <a:pt x="71" y="126"/>
                  </a:lnTo>
                  <a:lnTo>
                    <a:pt x="56" y="158"/>
                  </a:lnTo>
                  <a:lnTo>
                    <a:pt x="41" y="190"/>
                  </a:lnTo>
                  <a:lnTo>
                    <a:pt x="30" y="224"/>
                  </a:lnTo>
                  <a:lnTo>
                    <a:pt x="19" y="262"/>
                  </a:lnTo>
                  <a:lnTo>
                    <a:pt x="11" y="301"/>
                  </a:lnTo>
                  <a:lnTo>
                    <a:pt x="5" y="340"/>
                  </a:lnTo>
                  <a:lnTo>
                    <a:pt x="2" y="384"/>
                  </a:lnTo>
                  <a:lnTo>
                    <a:pt x="0" y="426"/>
                  </a:lnTo>
                  <a:lnTo>
                    <a:pt x="12" y="426"/>
                  </a:lnTo>
                  <a:lnTo>
                    <a:pt x="13" y="384"/>
                  </a:lnTo>
                  <a:lnTo>
                    <a:pt x="17" y="343"/>
                  </a:lnTo>
                  <a:lnTo>
                    <a:pt x="23" y="303"/>
                  </a:lnTo>
                  <a:lnTo>
                    <a:pt x="31" y="264"/>
                  </a:lnTo>
                  <a:lnTo>
                    <a:pt x="41" y="229"/>
                  </a:lnTo>
                  <a:lnTo>
                    <a:pt x="53" y="195"/>
                  </a:lnTo>
                  <a:lnTo>
                    <a:pt x="67" y="162"/>
                  </a:lnTo>
                  <a:lnTo>
                    <a:pt x="82" y="133"/>
                  </a:lnTo>
                  <a:lnTo>
                    <a:pt x="99" y="106"/>
                  </a:lnTo>
                  <a:lnTo>
                    <a:pt x="118" y="83"/>
                  </a:lnTo>
                  <a:lnTo>
                    <a:pt x="136" y="63"/>
                  </a:lnTo>
                  <a:lnTo>
                    <a:pt x="156" y="44"/>
                  </a:lnTo>
                  <a:lnTo>
                    <a:pt x="179" y="31"/>
                  </a:lnTo>
                  <a:lnTo>
                    <a:pt x="200" y="20"/>
                  </a:lnTo>
                  <a:lnTo>
                    <a:pt x="222" y="15"/>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1545" name="Freeform 67"/>
            <p:cNvSpPr>
              <a:spLocks/>
            </p:cNvSpPr>
            <p:nvPr/>
          </p:nvSpPr>
          <p:spPr bwMode="auto">
            <a:xfrm>
              <a:off x="1384" y="1859"/>
              <a:ext cx="49" cy="84"/>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1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3" y="382"/>
                  </a:lnTo>
                  <a:lnTo>
                    <a:pt x="240" y="339"/>
                  </a:lnTo>
                  <a:lnTo>
                    <a:pt x="234" y="299"/>
                  </a:lnTo>
                  <a:lnTo>
                    <a:pt x="226" y="261"/>
                  </a:lnTo>
                  <a:lnTo>
                    <a:pt x="215" y="222"/>
                  </a:lnTo>
                  <a:lnTo>
                    <a:pt x="204" y="188"/>
                  </a:lnTo>
                  <a:lnTo>
                    <a:pt x="189" y="156"/>
                  </a:lnTo>
                  <a:lnTo>
                    <a:pt x="173" y="125"/>
                  </a:lnTo>
                  <a:lnTo>
                    <a:pt x="155" y="98"/>
                  </a:lnTo>
                  <a:lnTo>
                    <a:pt x="138" y="74"/>
                  </a:lnTo>
                  <a:lnTo>
                    <a:pt x="118" y="51"/>
                  </a:lnTo>
                  <a:lnTo>
                    <a:pt x="96" y="34"/>
                  </a:lnTo>
                  <a:lnTo>
                    <a:pt x="73" y="18"/>
                  </a:lnTo>
                  <a:lnTo>
                    <a:pt x="50" y="8"/>
                  </a:lnTo>
                  <a:lnTo>
                    <a:pt x="25" y="2"/>
                  </a:lnTo>
                  <a:lnTo>
                    <a:pt x="0" y="0"/>
                  </a:lnTo>
                  <a:lnTo>
                    <a:pt x="0" y="11"/>
                  </a:lnTo>
                  <a:lnTo>
                    <a:pt x="23" y="14"/>
                  </a:lnTo>
                  <a:lnTo>
                    <a:pt x="45" y="20"/>
                  </a:lnTo>
                  <a:lnTo>
                    <a:pt x="66" y="30"/>
                  </a:lnTo>
                  <a:lnTo>
                    <a:pt x="89" y="43"/>
                  </a:lnTo>
                  <a:lnTo>
                    <a:pt x="109" y="61"/>
                  </a:lnTo>
                  <a:lnTo>
                    <a:pt x="129" y="81"/>
                  </a:lnTo>
                  <a:lnTo>
                    <a:pt x="146" y="105"/>
                  </a:lnTo>
                  <a:lnTo>
                    <a:pt x="164" y="132"/>
                  </a:lnTo>
                  <a:lnTo>
                    <a:pt x="178" y="160"/>
                  </a:lnTo>
                  <a:lnTo>
                    <a:pt x="192" y="193"/>
                  </a:lnTo>
                  <a:lnTo>
                    <a:pt x="204" y="227"/>
                  </a:lnTo>
                  <a:lnTo>
                    <a:pt x="214" y="264"/>
                  </a:lnTo>
                  <a:lnTo>
                    <a:pt x="222" y="301"/>
                  </a:lnTo>
                  <a:lnTo>
                    <a:pt x="228"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1546" name="Freeform 68"/>
            <p:cNvSpPr>
              <a:spLocks/>
            </p:cNvSpPr>
            <p:nvPr/>
          </p:nvSpPr>
          <p:spPr bwMode="auto">
            <a:xfrm>
              <a:off x="1384" y="1943"/>
              <a:ext cx="49" cy="86"/>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5" y="423"/>
                  </a:lnTo>
                  <a:lnTo>
                    <a:pt x="50" y="418"/>
                  </a:lnTo>
                  <a:lnTo>
                    <a:pt x="73" y="407"/>
                  </a:lnTo>
                  <a:lnTo>
                    <a:pt x="96" y="392"/>
                  </a:lnTo>
                  <a:lnTo>
                    <a:pt x="118" y="374"/>
                  </a:lnTo>
                  <a:lnTo>
                    <a:pt x="138" y="352"/>
                  </a:lnTo>
                  <a:lnTo>
                    <a:pt x="155" y="327"/>
                  </a:lnTo>
                  <a:lnTo>
                    <a:pt x="174" y="300"/>
                  </a:lnTo>
                  <a:lnTo>
                    <a:pt x="189" y="269"/>
                  </a:lnTo>
                  <a:lnTo>
                    <a:pt x="204" y="237"/>
                  </a:lnTo>
                  <a:lnTo>
                    <a:pt x="215" y="202"/>
                  </a:lnTo>
                  <a:lnTo>
                    <a:pt x="226" y="164"/>
                  </a:lnTo>
                  <a:lnTo>
                    <a:pt x="234" y="126"/>
                  </a:lnTo>
                  <a:lnTo>
                    <a:pt x="240" y="86"/>
                  </a:lnTo>
                  <a:lnTo>
                    <a:pt x="243" y="42"/>
                  </a:lnTo>
                  <a:lnTo>
                    <a:pt x="245" y="0"/>
                  </a:lnTo>
                  <a:lnTo>
                    <a:pt x="233" y="0"/>
                  </a:lnTo>
                  <a:lnTo>
                    <a:pt x="232" y="42"/>
                  </a:lnTo>
                  <a:lnTo>
                    <a:pt x="228" y="83"/>
                  </a:lnTo>
                  <a:lnTo>
                    <a:pt x="222" y="123"/>
                  </a:lnTo>
                  <a:lnTo>
                    <a:pt x="214" y="162"/>
                  </a:lnTo>
                  <a:lnTo>
                    <a:pt x="204" y="197"/>
                  </a:lnTo>
                  <a:lnTo>
                    <a:pt x="192" y="232"/>
                  </a:lnTo>
                  <a:lnTo>
                    <a:pt x="178" y="264"/>
                  </a:lnTo>
                  <a:lnTo>
                    <a:pt x="163" y="293"/>
                  </a:lnTo>
                  <a:lnTo>
                    <a:pt x="146" y="320"/>
                  </a:lnTo>
                  <a:lnTo>
                    <a:pt x="129" y="345"/>
                  </a:lnTo>
                  <a:lnTo>
                    <a:pt x="109" y="365"/>
                  </a:lnTo>
                  <a:lnTo>
                    <a:pt x="89" y="382"/>
                  </a:lnTo>
                  <a:lnTo>
                    <a:pt x="66" y="395"/>
                  </a:lnTo>
                  <a:lnTo>
                    <a:pt x="45" y="406"/>
                  </a:lnTo>
                  <a:lnTo>
                    <a:pt x="23"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1547" name="Freeform 69"/>
            <p:cNvSpPr>
              <a:spLocks/>
            </p:cNvSpPr>
            <p:nvPr/>
          </p:nvSpPr>
          <p:spPr bwMode="auto">
            <a:xfrm>
              <a:off x="1335" y="1943"/>
              <a:ext cx="49" cy="86"/>
            </a:xfrm>
            <a:custGeom>
              <a:avLst/>
              <a:gdLst>
                <a:gd name="T0" fmla="*/ 0 w 246"/>
                <a:gd name="T1" fmla="*/ 0 h 426"/>
                <a:gd name="T2" fmla="*/ 0 w 246"/>
                <a:gd name="T3" fmla="*/ 0 h 426"/>
                <a:gd name="T4" fmla="*/ 0 w 246"/>
                <a:gd name="T5" fmla="*/ 0 h 426"/>
                <a:gd name="T6" fmla="*/ 0 w 246"/>
                <a:gd name="T7" fmla="*/ 1 h 426"/>
                <a:gd name="T8" fmla="*/ 0 w 246"/>
                <a:gd name="T9" fmla="*/ 1 h 426"/>
                <a:gd name="T10" fmla="*/ 0 w 246"/>
                <a:gd name="T11" fmla="*/ 1 h 426"/>
                <a:gd name="T12" fmla="*/ 0 w 246"/>
                <a:gd name="T13" fmla="*/ 2 h 426"/>
                <a:gd name="T14" fmla="*/ 0 w 246"/>
                <a:gd name="T15" fmla="*/ 2 h 426"/>
                <a:gd name="T16" fmla="*/ 0 w 246"/>
                <a:gd name="T17" fmla="*/ 2 h 426"/>
                <a:gd name="T18" fmla="*/ 1 w 246"/>
                <a:gd name="T19" fmla="*/ 2 h 426"/>
                <a:gd name="T20" fmla="*/ 1 w 246"/>
                <a:gd name="T21" fmla="*/ 3 h 426"/>
                <a:gd name="T22" fmla="*/ 1 w 246"/>
                <a:gd name="T23" fmla="*/ 3 h 426"/>
                <a:gd name="T24" fmla="*/ 1 w 246"/>
                <a:gd name="T25" fmla="*/ 3 h 426"/>
                <a:gd name="T26" fmla="*/ 1 w 246"/>
                <a:gd name="T27" fmla="*/ 3 h 426"/>
                <a:gd name="T28" fmla="*/ 1 w 246"/>
                <a:gd name="T29" fmla="*/ 3 h 426"/>
                <a:gd name="T30" fmla="*/ 2 w 246"/>
                <a:gd name="T31" fmla="*/ 3 h 426"/>
                <a:gd name="T32" fmla="*/ 2 w 246"/>
                <a:gd name="T33" fmla="*/ 3 h 426"/>
                <a:gd name="T34" fmla="*/ 2 w 246"/>
                <a:gd name="T35" fmla="*/ 3 h 426"/>
                <a:gd name="T36" fmla="*/ 2 w 246"/>
                <a:gd name="T37" fmla="*/ 3 h 426"/>
                <a:gd name="T38" fmla="*/ 2 w 246"/>
                <a:gd name="T39" fmla="*/ 3 h 426"/>
                <a:gd name="T40" fmla="*/ 2 w 246"/>
                <a:gd name="T41" fmla="*/ 3 h 426"/>
                <a:gd name="T42" fmla="*/ 1 w 246"/>
                <a:gd name="T43" fmla="*/ 3 h 426"/>
                <a:gd name="T44" fmla="*/ 1 w 246"/>
                <a:gd name="T45" fmla="*/ 3 h 426"/>
                <a:gd name="T46" fmla="*/ 1 w 246"/>
                <a:gd name="T47" fmla="*/ 3 h 426"/>
                <a:gd name="T48" fmla="*/ 1 w 246"/>
                <a:gd name="T49" fmla="*/ 3 h 426"/>
                <a:gd name="T50" fmla="*/ 1 w 246"/>
                <a:gd name="T51" fmla="*/ 3 h 426"/>
                <a:gd name="T52" fmla="*/ 1 w 246"/>
                <a:gd name="T53" fmla="*/ 2 h 426"/>
                <a:gd name="T54" fmla="*/ 1 w 246"/>
                <a:gd name="T55" fmla="*/ 2 h 426"/>
                <a:gd name="T56" fmla="*/ 0 w 246"/>
                <a:gd name="T57" fmla="*/ 2 h 426"/>
                <a:gd name="T58" fmla="*/ 0 w 246"/>
                <a:gd name="T59" fmla="*/ 2 h 426"/>
                <a:gd name="T60" fmla="*/ 0 w 246"/>
                <a:gd name="T61" fmla="*/ 1 h 426"/>
                <a:gd name="T62" fmla="*/ 0 w 246"/>
                <a:gd name="T63" fmla="*/ 1 h 426"/>
                <a:gd name="T64" fmla="*/ 0 w 246"/>
                <a:gd name="T65" fmla="*/ 1 h 426"/>
                <a:gd name="T66" fmla="*/ 0 w 246"/>
                <a:gd name="T67" fmla="*/ 0 h 426"/>
                <a:gd name="T68" fmla="*/ 0 w 246"/>
                <a:gd name="T69" fmla="*/ 0 h 426"/>
                <a:gd name="T70" fmla="*/ 0 w 246"/>
                <a:gd name="T71" fmla="*/ 0 h 426"/>
                <a:gd name="T72" fmla="*/ 0 w 246"/>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0"/>
                  </a:moveTo>
                  <a:lnTo>
                    <a:pt x="0" y="0"/>
                  </a:lnTo>
                  <a:lnTo>
                    <a:pt x="1" y="42"/>
                  </a:lnTo>
                  <a:lnTo>
                    <a:pt x="4" y="86"/>
                  </a:lnTo>
                  <a:lnTo>
                    <a:pt x="10" y="126"/>
                  </a:lnTo>
                  <a:lnTo>
                    <a:pt x="18" y="164"/>
                  </a:lnTo>
                  <a:lnTo>
                    <a:pt x="29" y="202"/>
                  </a:lnTo>
                  <a:lnTo>
                    <a:pt x="41" y="237"/>
                  </a:lnTo>
                  <a:lnTo>
                    <a:pt x="55" y="269"/>
                  </a:lnTo>
                  <a:lnTo>
                    <a:pt x="71" y="300"/>
                  </a:lnTo>
                  <a:lnTo>
                    <a:pt x="89" y="327"/>
                  </a:lnTo>
                  <a:lnTo>
                    <a:pt x="107" y="352"/>
                  </a:lnTo>
                  <a:lnTo>
                    <a:pt x="127" y="374"/>
                  </a:lnTo>
                  <a:lnTo>
                    <a:pt x="150" y="392"/>
                  </a:lnTo>
                  <a:lnTo>
                    <a:pt x="171" y="407"/>
                  </a:lnTo>
                  <a:lnTo>
                    <a:pt x="195" y="418"/>
                  </a:lnTo>
                  <a:lnTo>
                    <a:pt x="220" y="423"/>
                  </a:lnTo>
                  <a:lnTo>
                    <a:pt x="246" y="426"/>
                  </a:lnTo>
                  <a:lnTo>
                    <a:pt x="246" y="414"/>
                  </a:lnTo>
                  <a:lnTo>
                    <a:pt x="222" y="412"/>
                  </a:lnTo>
                  <a:lnTo>
                    <a:pt x="200" y="406"/>
                  </a:lnTo>
                  <a:lnTo>
                    <a:pt x="178" y="395"/>
                  </a:lnTo>
                  <a:lnTo>
                    <a:pt x="157" y="382"/>
                  </a:lnTo>
                  <a:lnTo>
                    <a:pt x="137" y="365"/>
                  </a:lnTo>
                  <a:lnTo>
                    <a:pt x="117" y="345"/>
                  </a:lnTo>
                  <a:lnTo>
                    <a:pt x="98" y="320"/>
                  </a:lnTo>
                  <a:lnTo>
                    <a:pt x="83" y="293"/>
                  </a:lnTo>
                  <a:lnTo>
                    <a:pt x="66" y="264"/>
                  </a:lnTo>
                  <a:lnTo>
                    <a:pt x="52" y="232"/>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1548" name="Freeform 70"/>
            <p:cNvSpPr>
              <a:spLocks/>
            </p:cNvSpPr>
            <p:nvPr/>
          </p:nvSpPr>
          <p:spPr bwMode="auto">
            <a:xfrm>
              <a:off x="1335" y="1859"/>
              <a:ext cx="49" cy="84"/>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1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0" y="2"/>
                  </a:lnTo>
                  <a:lnTo>
                    <a:pt x="195" y="8"/>
                  </a:lnTo>
                  <a:lnTo>
                    <a:pt x="171" y="18"/>
                  </a:lnTo>
                  <a:lnTo>
                    <a:pt x="150" y="34"/>
                  </a:lnTo>
                  <a:lnTo>
                    <a:pt x="127" y="51"/>
                  </a:lnTo>
                  <a:lnTo>
                    <a:pt x="107" y="74"/>
                  </a:lnTo>
                  <a:lnTo>
                    <a:pt x="89" y="98"/>
                  </a:lnTo>
                  <a:lnTo>
                    <a:pt x="72" y="125"/>
                  </a:lnTo>
                  <a:lnTo>
                    <a:pt x="55" y="156"/>
                  </a:lnTo>
                  <a:lnTo>
                    <a:pt x="41" y="188"/>
                  </a:lnTo>
                  <a:lnTo>
                    <a:pt x="29" y="222"/>
                  </a:lnTo>
                  <a:lnTo>
                    <a:pt x="18" y="261"/>
                  </a:lnTo>
                  <a:lnTo>
                    <a:pt x="10" y="299"/>
                  </a:lnTo>
                  <a:lnTo>
                    <a:pt x="4" y="339"/>
                  </a:lnTo>
                  <a:lnTo>
                    <a:pt x="1" y="382"/>
                  </a:lnTo>
                  <a:lnTo>
                    <a:pt x="0" y="424"/>
                  </a:lnTo>
                  <a:lnTo>
                    <a:pt x="11" y="424"/>
                  </a:lnTo>
                  <a:lnTo>
                    <a:pt x="13" y="382"/>
                  </a:lnTo>
                  <a:lnTo>
                    <a:pt x="16" y="341"/>
                  </a:lnTo>
                  <a:lnTo>
                    <a:pt x="22" y="301"/>
                  </a:lnTo>
                  <a:lnTo>
                    <a:pt x="30" y="264"/>
                  </a:lnTo>
                  <a:lnTo>
                    <a:pt x="41" y="227"/>
                  </a:lnTo>
                  <a:lnTo>
                    <a:pt x="52" y="193"/>
                  </a:lnTo>
                  <a:lnTo>
                    <a:pt x="66" y="160"/>
                  </a:lnTo>
                  <a:lnTo>
                    <a:pt x="82" y="132"/>
                  </a:lnTo>
                  <a:lnTo>
                    <a:pt x="98" y="105"/>
                  </a:lnTo>
                  <a:lnTo>
                    <a:pt x="117" y="81"/>
                  </a:lnTo>
                  <a:lnTo>
                    <a:pt x="137" y="61"/>
                  </a:lnTo>
                  <a:lnTo>
                    <a:pt x="157" y="43"/>
                  </a:lnTo>
                  <a:lnTo>
                    <a:pt x="178" y="30"/>
                  </a:lnTo>
                  <a:lnTo>
                    <a:pt x="200" y="20"/>
                  </a:lnTo>
                  <a:lnTo>
                    <a:pt x="222" y="14"/>
                  </a:lnTo>
                  <a:lnTo>
                    <a:pt x="246" y="11"/>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1549" name="Freeform 71"/>
            <p:cNvSpPr>
              <a:spLocks/>
            </p:cNvSpPr>
            <p:nvPr/>
          </p:nvSpPr>
          <p:spPr bwMode="auto">
            <a:xfrm>
              <a:off x="1552" y="1751"/>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1" y="339"/>
                  </a:lnTo>
                  <a:lnTo>
                    <a:pt x="235" y="299"/>
                  </a:lnTo>
                  <a:lnTo>
                    <a:pt x="226" y="261"/>
                  </a:lnTo>
                  <a:lnTo>
                    <a:pt x="216" y="223"/>
                  </a:lnTo>
                  <a:lnTo>
                    <a:pt x="204" y="189"/>
                  </a:lnTo>
                  <a:lnTo>
                    <a:pt x="190" y="156"/>
                  </a:lnTo>
                  <a:lnTo>
                    <a:pt x="174" y="125"/>
                  </a:lnTo>
                  <a:lnTo>
                    <a:pt x="156" y="98"/>
                  </a:lnTo>
                  <a:lnTo>
                    <a:pt x="137" y="74"/>
                  </a:lnTo>
                  <a:lnTo>
                    <a:pt x="119" y="52"/>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8" y="81"/>
                  </a:lnTo>
                  <a:lnTo>
                    <a:pt x="147" y="105"/>
                  </a:lnTo>
                  <a:lnTo>
                    <a:pt x="164" y="132"/>
                  </a:lnTo>
                  <a:lnTo>
                    <a:pt x="178" y="161"/>
                  </a:lnTo>
                  <a:lnTo>
                    <a:pt x="193" y="193"/>
                  </a:lnTo>
                  <a:lnTo>
                    <a:pt x="204" y="227"/>
                  </a:lnTo>
                  <a:lnTo>
                    <a:pt x="215" y="264"/>
                  </a:lnTo>
                  <a:lnTo>
                    <a:pt x="223" y="301"/>
                  </a:lnTo>
                  <a:lnTo>
                    <a:pt x="229" y="341"/>
                  </a:lnTo>
                  <a:lnTo>
                    <a:pt x="232" y="382"/>
                  </a:lnTo>
                  <a:lnTo>
                    <a:pt x="234"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1550" name="Freeform 72"/>
            <p:cNvSpPr>
              <a:spLocks/>
            </p:cNvSpPr>
            <p:nvPr/>
          </p:nvSpPr>
          <p:spPr bwMode="auto">
            <a:xfrm>
              <a:off x="1552" y="1836"/>
              <a:ext cx="49" cy="85"/>
            </a:xfrm>
            <a:custGeom>
              <a:avLst/>
              <a:gdLst>
                <a:gd name="T0" fmla="*/ 0 w 245"/>
                <a:gd name="T1" fmla="*/ 3 h 425"/>
                <a:gd name="T2" fmla="*/ 0 w 245"/>
                <a:gd name="T3" fmla="*/ 3 h 425"/>
                <a:gd name="T4" fmla="*/ 0 w 245"/>
                <a:gd name="T5" fmla="*/ 3 h 425"/>
                <a:gd name="T6" fmla="*/ 0 w 245"/>
                <a:gd name="T7" fmla="*/ 3 h 425"/>
                <a:gd name="T8" fmla="*/ 1 w 245"/>
                <a:gd name="T9" fmla="*/ 3 h 425"/>
                <a:gd name="T10" fmla="*/ 1 w 245"/>
                <a:gd name="T11" fmla="*/ 3 h 425"/>
                <a:gd name="T12" fmla="*/ 1 w 245"/>
                <a:gd name="T13" fmla="*/ 3 h 425"/>
                <a:gd name="T14" fmla="*/ 1 w 245"/>
                <a:gd name="T15" fmla="*/ 3 h 425"/>
                <a:gd name="T16" fmla="*/ 1 w 245"/>
                <a:gd name="T17" fmla="*/ 3 h 425"/>
                <a:gd name="T18" fmla="*/ 1 w 245"/>
                <a:gd name="T19" fmla="*/ 2 h 425"/>
                <a:gd name="T20" fmla="*/ 2 w 245"/>
                <a:gd name="T21" fmla="*/ 2 h 425"/>
                <a:gd name="T22" fmla="*/ 2 w 245"/>
                <a:gd name="T23" fmla="*/ 2 h 425"/>
                <a:gd name="T24" fmla="*/ 2 w 245"/>
                <a:gd name="T25" fmla="*/ 2 h 425"/>
                <a:gd name="T26" fmla="*/ 2 w 245"/>
                <a:gd name="T27" fmla="*/ 1 h 425"/>
                <a:gd name="T28" fmla="*/ 2 w 245"/>
                <a:gd name="T29" fmla="*/ 1 h 425"/>
                <a:gd name="T30" fmla="*/ 2 w 245"/>
                <a:gd name="T31" fmla="*/ 1 h 425"/>
                <a:gd name="T32" fmla="*/ 2 w 245"/>
                <a:gd name="T33" fmla="*/ 0 h 425"/>
                <a:gd name="T34" fmla="*/ 2 w 245"/>
                <a:gd name="T35" fmla="*/ 0 h 425"/>
                <a:gd name="T36" fmla="*/ 2 w 245"/>
                <a:gd name="T37" fmla="*/ 0 h 425"/>
                <a:gd name="T38" fmla="*/ 2 w 245"/>
                <a:gd name="T39" fmla="*/ 0 h 425"/>
                <a:gd name="T40" fmla="*/ 2 w 245"/>
                <a:gd name="T41" fmla="*/ 1 h 425"/>
                <a:gd name="T42" fmla="*/ 2 w 245"/>
                <a:gd name="T43" fmla="*/ 1 h 425"/>
                <a:gd name="T44" fmla="*/ 2 w 245"/>
                <a:gd name="T45" fmla="*/ 1 h 425"/>
                <a:gd name="T46" fmla="*/ 2 w 245"/>
                <a:gd name="T47" fmla="*/ 2 h 425"/>
                <a:gd name="T48" fmla="*/ 2 w 245"/>
                <a:gd name="T49" fmla="*/ 2 h 425"/>
                <a:gd name="T50" fmla="*/ 1 w 245"/>
                <a:gd name="T51" fmla="*/ 2 h 425"/>
                <a:gd name="T52" fmla="*/ 1 w 245"/>
                <a:gd name="T53" fmla="*/ 2 h 425"/>
                <a:gd name="T54" fmla="*/ 1 w 245"/>
                <a:gd name="T55" fmla="*/ 3 h 425"/>
                <a:gd name="T56" fmla="*/ 1 w 245"/>
                <a:gd name="T57" fmla="*/ 3 h 425"/>
                <a:gd name="T58" fmla="*/ 1 w 245"/>
                <a:gd name="T59" fmla="*/ 3 h 425"/>
                <a:gd name="T60" fmla="*/ 1 w 245"/>
                <a:gd name="T61" fmla="*/ 3 h 425"/>
                <a:gd name="T62" fmla="*/ 1 w 245"/>
                <a:gd name="T63" fmla="*/ 3 h 425"/>
                <a:gd name="T64" fmla="*/ 0 w 245"/>
                <a:gd name="T65" fmla="*/ 3 h 425"/>
                <a:gd name="T66" fmla="*/ 0 w 245"/>
                <a:gd name="T67" fmla="*/ 3 h 425"/>
                <a:gd name="T68" fmla="*/ 0 w 245"/>
                <a:gd name="T69" fmla="*/ 3 h 425"/>
                <a:gd name="T70" fmla="*/ 0 w 245"/>
                <a:gd name="T71" fmla="*/ 3 h 425"/>
                <a:gd name="T72" fmla="*/ 0 w 245"/>
                <a:gd name="T73" fmla="*/ 3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5"/>
                <a:gd name="T113" fmla="*/ 245 w 245"/>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5">
                  <a:moveTo>
                    <a:pt x="0" y="425"/>
                  </a:moveTo>
                  <a:lnTo>
                    <a:pt x="0" y="425"/>
                  </a:lnTo>
                  <a:lnTo>
                    <a:pt x="26" y="422"/>
                  </a:lnTo>
                  <a:lnTo>
                    <a:pt x="51" y="417"/>
                  </a:lnTo>
                  <a:lnTo>
                    <a:pt x="74" y="406"/>
                  </a:lnTo>
                  <a:lnTo>
                    <a:pt x="96" y="391"/>
                  </a:lnTo>
                  <a:lnTo>
                    <a:pt x="119" y="373"/>
                  </a:lnTo>
                  <a:lnTo>
                    <a:pt x="137" y="351"/>
                  </a:lnTo>
                  <a:lnTo>
                    <a:pt x="156" y="326"/>
                  </a:lnTo>
                  <a:lnTo>
                    <a:pt x="174" y="299"/>
                  </a:lnTo>
                  <a:lnTo>
                    <a:pt x="190" y="269"/>
                  </a:lnTo>
                  <a:lnTo>
                    <a:pt x="204" y="236"/>
                  </a:lnTo>
                  <a:lnTo>
                    <a:pt x="216" y="202"/>
                  </a:lnTo>
                  <a:lnTo>
                    <a:pt x="226" y="163"/>
                  </a:lnTo>
                  <a:lnTo>
                    <a:pt x="235" y="126"/>
                  </a:lnTo>
                  <a:lnTo>
                    <a:pt x="241" y="86"/>
                  </a:lnTo>
                  <a:lnTo>
                    <a:pt x="244" y="43"/>
                  </a:lnTo>
                  <a:lnTo>
                    <a:pt x="245" y="0"/>
                  </a:lnTo>
                  <a:lnTo>
                    <a:pt x="234" y="0"/>
                  </a:lnTo>
                  <a:lnTo>
                    <a:pt x="232" y="43"/>
                  </a:lnTo>
                  <a:lnTo>
                    <a:pt x="229" y="84"/>
                  </a:lnTo>
                  <a:lnTo>
                    <a:pt x="223" y="123"/>
                  </a:lnTo>
                  <a:lnTo>
                    <a:pt x="215" y="161"/>
                  </a:lnTo>
                  <a:lnTo>
                    <a:pt x="204" y="197"/>
                  </a:lnTo>
                  <a:lnTo>
                    <a:pt x="193" y="231"/>
                  </a:lnTo>
                  <a:lnTo>
                    <a:pt x="178" y="264"/>
                  </a:lnTo>
                  <a:lnTo>
                    <a:pt x="164" y="292"/>
                  </a:lnTo>
                  <a:lnTo>
                    <a:pt x="147" y="319"/>
                  </a:lnTo>
                  <a:lnTo>
                    <a:pt x="128" y="344"/>
                  </a:lnTo>
                  <a:lnTo>
                    <a:pt x="109" y="364"/>
                  </a:lnTo>
                  <a:lnTo>
                    <a:pt x="89" y="381"/>
                  </a:lnTo>
                  <a:lnTo>
                    <a:pt x="67" y="394"/>
                  </a:lnTo>
                  <a:lnTo>
                    <a:pt x="46" y="405"/>
                  </a:lnTo>
                  <a:lnTo>
                    <a:pt x="24" y="411"/>
                  </a:lnTo>
                  <a:lnTo>
                    <a:pt x="0" y="413"/>
                  </a:lnTo>
                  <a:lnTo>
                    <a:pt x="0" y="425"/>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1551" name="Freeform 73"/>
            <p:cNvSpPr>
              <a:spLocks/>
            </p:cNvSpPr>
            <p:nvPr/>
          </p:nvSpPr>
          <p:spPr bwMode="auto">
            <a:xfrm>
              <a:off x="1502" y="1836"/>
              <a:ext cx="50" cy="85"/>
            </a:xfrm>
            <a:custGeom>
              <a:avLst/>
              <a:gdLst>
                <a:gd name="T0" fmla="*/ 0 w 246"/>
                <a:gd name="T1" fmla="*/ 0 h 425"/>
                <a:gd name="T2" fmla="*/ 0 w 246"/>
                <a:gd name="T3" fmla="*/ 0 h 425"/>
                <a:gd name="T4" fmla="*/ 0 w 246"/>
                <a:gd name="T5" fmla="*/ 0 h 425"/>
                <a:gd name="T6" fmla="*/ 0 w 246"/>
                <a:gd name="T7" fmla="*/ 1 h 425"/>
                <a:gd name="T8" fmla="*/ 0 w 246"/>
                <a:gd name="T9" fmla="*/ 1 h 425"/>
                <a:gd name="T10" fmla="*/ 0 w 246"/>
                <a:gd name="T11" fmla="*/ 1 h 425"/>
                <a:gd name="T12" fmla="*/ 0 w 246"/>
                <a:gd name="T13" fmla="*/ 2 h 425"/>
                <a:gd name="T14" fmla="*/ 0 w 246"/>
                <a:gd name="T15" fmla="*/ 2 h 425"/>
                <a:gd name="T16" fmla="*/ 0 w 246"/>
                <a:gd name="T17" fmla="*/ 2 h 425"/>
                <a:gd name="T18" fmla="*/ 1 w 246"/>
                <a:gd name="T19" fmla="*/ 2 h 425"/>
                <a:gd name="T20" fmla="*/ 1 w 246"/>
                <a:gd name="T21" fmla="*/ 3 h 425"/>
                <a:gd name="T22" fmla="*/ 1 w 246"/>
                <a:gd name="T23" fmla="*/ 3 h 425"/>
                <a:gd name="T24" fmla="*/ 1 w 246"/>
                <a:gd name="T25" fmla="*/ 3 h 425"/>
                <a:gd name="T26" fmla="*/ 1 w 246"/>
                <a:gd name="T27" fmla="*/ 3 h 425"/>
                <a:gd name="T28" fmla="*/ 1 w 246"/>
                <a:gd name="T29" fmla="*/ 3 h 425"/>
                <a:gd name="T30" fmla="*/ 2 w 246"/>
                <a:gd name="T31" fmla="*/ 3 h 425"/>
                <a:gd name="T32" fmla="*/ 2 w 246"/>
                <a:gd name="T33" fmla="*/ 3 h 425"/>
                <a:gd name="T34" fmla="*/ 2 w 246"/>
                <a:gd name="T35" fmla="*/ 3 h 425"/>
                <a:gd name="T36" fmla="*/ 2 w 246"/>
                <a:gd name="T37" fmla="*/ 3 h 425"/>
                <a:gd name="T38" fmla="*/ 2 w 246"/>
                <a:gd name="T39" fmla="*/ 3 h 425"/>
                <a:gd name="T40" fmla="*/ 2 w 246"/>
                <a:gd name="T41" fmla="*/ 3 h 425"/>
                <a:gd name="T42" fmla="*/ 1 w 246"/>
                <a:gd name="T43" fmla="*/ 3 h 425"/>
                <a:gd name="T44" fmla="*/ 1 w 246"/>
                <a:gd name="T45" fmla="*/ 3 h 425"/>
                <a:gd name="T46" fmla="*/ 1 w 246"/>
                <a:gd name="T47" fmla="*/ 3 h 425"/>
                <a:gd name="T48" fmla="*/ 1 w 246"/>
                <a:gd name="T49" fmla="*/ 3 h 425"/>
                <a:gd name="T50" fmla="*/ 1 w 246"/>
                <a:gd name="T51" fmla="*/ 3 h 425"/>
                <a:gd name="T52" fmla="*/ 1 w 246"/>
                <a:gd name="T53" fmla="*/ 2 h 425"/>
                <a:gd name="T54" fmla="*/ 1 w 246"/>
                <a:gd name="T55" fmla="*/ 2 h 425"/>
                <a:gd name="T56" fmla="*/ 0 w 246"/>
                <a:gd name="T57" fmla="*/ 2 h 425"/>
                <a:gd name="T58" fmla="*/ 0 w 246"/>
                <a:gd name="T59" fmla="*/ 2 h 425"/>
                <a:gd name="T60" fmla="*/ 0 w 246"/>
                <a:gd name="T61" fmla="*/ 1 h 425"/>
                <a:gd name="T62" fmla="*/ 0 w 246"/>
                <a:gd name="T63" fmla="*/ 1 h 425"/>
                <a:gd name="T64" fmla="*/ 0 w 246"/>
                <a:gd name="T65" fmla="*/ 1 h 425"/>
                <a:gd name="T66" fmla="*/ 0 w 246"/>
                <a:gd name="T67" fmla="*/ 0 h 425"/>
                <a:gd name="T68" fmla="*/ 0 w 246"/>
                <a:gd name="T69" fmla="*/ 0 h 425"/>
                <a:gd name="T70" fmla="*/ 0 w 246"/>
                <a:gd name="T71" fmla="*/ 0 h 425"/>
                <a:gd name="T72" fmla="*/ 0 w 246"/>
                <a:gd name="T73" fmla="*/ 0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5"/>
                <a:gd name="T113" fmla="*/ 246 w 246"/>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5">
                  <a:moveTo>
                    <a:pt x="0" y="0"/>
                  </a:moveTo>
                  <a:lnTo>
                    <a:pt x="0" y="0"/>
                  </a:lnTo>
                  <a:lnTo>
                    <a:pt x="2" y="43"/>
                  </a:lnTo>
                  <a:lnTo>
                    <a:pt x="5" y="86"/>
                  </a:lnTo>
                  <a:lnTo>
                    <a:pt x="11" y="126"/>
                  </a:lnTo>
                  <a:lnTo>
                    <a:pt x="19" y="163"/>
                  </a:lnTo>
                  <a:lnTo>
                    <a:pt x="30" y="202"/>
                  </a:lnTo>
                  <a:lnTo>
                    <a:pt x="41" y="236"/>
                  </a:lnTo>
                  <a:lnTo>
                    <a:pt x="55" y="269"/>
                  </a:lnTo>
                  <a:lnTo>
                    <a:pt x="73" y="299"/>
                  </a:lnTo>
                  <a:lnTo>
                    <a:pt x="89" y="326"/>
                  </a:lnTo>
                  <a:lnTo>
                    <a:pt x="108" y="351"/>
                  </a:lnTo>
                  <a:lnTo>
                    <a:pt x="128" y="373"/>
                  </a:lnTo>
                  <a:lnTo>
                    <a:pt x="150" y="391"/>
                  </a:lnTo>
                  <a:lnTo>
                    <a:pt x="171" y="406"/>
                  </a:lnTo>
                  <a:lnTo>
                    <a:pt x="196" y="417"/>
                  </a:lnTo>
                  <a:lnTo>
                    <a:pt x="221" y="422"/>
                  </a:lnTo>
                  <a:lnTo>
                    <a:pt x="246" y="425"/>
                  </a:lnTo>
                  <a:lnTo>
                    <a:pt x="246" y="413"/>
                  </a:lnTo>
                  <a:lnTo>
                    <a:pt x="223" y="411"/>
                  </a:lnTo>
                  <a:lnTo>
                    <a:pt x="201" y="405"/>
                  </a:lnTo>
                  <a:lnTo>
                    <a:pt x="178" y="394"/>
                  </a:lnTo>
                  <a:lnTo>
                    <a:pt x="157" y="381"/>
                  </a:lnTo>
                  <a:lnTo>
                    <a:pt x="137" y="364"/>
                  </a:lnTo>
                  <a:lnTo>
                    <a:pt x="117" y="344"/>
                  </a:lnTo>
                  <a:lnTo>
                    <a:pt x="99" y="319"/>
                  </a:lnTo>
                  <a:lnTo>
                    <a:pt x="82" y="292"/>
                  </a:lnTo>
                  <a:lnTo>
                    <a:pt x="67" y="264"/>
                  </a:lnTo>
                  <a:lnTo>
                    <a:pt x="53" y="231"/>
                  </a:lnTo>
                  <a:lnTo>
                    <a:pt x="41" y="197"/>
                  </a:lnTo>
                  <a:lnTo>
                    <a:pt x="31" y="161"/>
                  </a:lnTo>
                  <a:lnTo>
                    <a:pt x="23" y="123"/>
                  </a:lnTo>
                  <a:lnTo>
                    <a:pt x="17" y="84"/>
                  </a:lnTo>
                  <a:lnTo>
                    <a:pt x="13" y="4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1552" name="Freeform 74"/>
            <p:cNvSpPr>
              <a:spLocks/>
            </p:cNvSpPr>
            <p:nvPr/>
          </p:nvSpPr>
          <p:spPr bwMode="auto">
            <a:xfrm>
              <a:off x="1502" y="1751"/>
              <a:ext cx="50" cy="85"/>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2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1" y="2"/>
                  </a:lnTo>
                  <a:lnTo>
                    <a:pt x="196" y="8"/>
                  </a:lnTo>
                  <a:lnTo>
                    <a:pt x="171" y="19"/>
                  </a:lnTo>
                  <a:lnTo>
                    <a:pt x="150" y="34"/>
                  </a:lnTo>
                  <a:lnTo>
                    <a:pt x="128" y="52"/>
                  </a:lnTo>
                  <a:lnTo>
                    <a:pt x="108" y="74"/>
                  </a:lnTo>
                  <a:lnTo>
                    <a:pt x="89" y="98"/>
                  </a:lnTo>
                  <a:lnTo>
                    <a:pt x="73" y="125"/>
                  </a:lnTo>
                  <a:lnTo>
                    <a:pt x="55" y="156"/>
                  </a:lnTo>
                  <a:lnTo>
                    <a:pt x="41" y="189"/>
                  </a:lnTo>
                  <a:lnTo>
                    <a:pt x="30" y="223"/>
                  </a:lnTo>
                  <a:lnTo>
                    <a:pt x="19" y="261"/>
                  </a:lnTo>
                  <a:lnTo>
                    <a:pt x="11" y="299"/>
                  </a:lnTo>
                  <a:lnTo>
                    <a:pt x="5" y="339"/>
                  </a:lnTo>
                  <a:lnTo>
                    <a:pt x="2" y="382"/>
                  </a:lnTo>
                  <a:lnTo>
                    <a:pt x="0" y="424"/>
                  </a:lnTo>
                  <a:lnTo>
                    <a:pt x="12" y="424"/>
                  </a:lnTo>
                  <a:lnTo>
                    <a:pt x="13" y="382"/>
                  </a:lnTo>
                  <a:lnTo>
                    <a:pt x="17" y="341"/>
                  </a:lnTo>
                  <a:lnTo>
                    <a:pt x="23" y="301"/>
                  </a:lnTo>
                  <a:lnTo>
                    <a:pt x="31" y="264"/>
                  </a:lnTo>
                  <a:lnTo>
                    <a:pt x="41" y="227"/>
                  </a:lnTo>
                  <a:lnTo>
                    <a:pt x="53" y="193"/>
                  </a:lnTo>
                  <a:lnTo>
                    <a:pt x="67" y="161"/>
                  </a:lnTo>
                  <a:lnTo>
                    <a:pt x="82" y="132"/>
                  </a:lnTo>
                  <a:lnTo>
                    <a:pt x="99" y="105"/>
                  </a:lnTo>
                  <a:lnTo>
                    <a:pt x="117" y="81"/>
                  </a:lnTo>
                  <a:lnTo>
                    <a:pt x="137" y="61"/>
                  </a:lnTo>
                  <a:lnTo>
                    <a:pt x="157" y="43"/>
                  </a:lnTo>
                  <a:lnTo>
                    <a:pt x="178" y="30"/>
                  </a:lnTo>
                  <a:lnTo>
                    <a:pt x="201" y="20"/>
                  </a:lnTo>
                  <a:lnTo>
                    <a:pt x="223" y="14"/>
                  </a:lnTo>
                  <a:lnTo>
                    <a:pt x="246" y="12"/>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1553" name="Freeform 75"/>
            <p:cNvSpPr>
              <a:spLocks/>
            </p:cNvSpPr>
            <p:nvPr/>
          </p:nvSpPr>
          <p:spPr bwMode="auto">
            <a:xfrm>
              <a:off x="1565" y="2016"/>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0" y="339"/>
                  </a:lnTo>
                  <a:lnTo>
                    <a:pt x="234" y="299"/>
                  </a:lnTo>
                  <a:lnTo>
                    <a:pt x="226" y="261"/>
                  </a:lnTo>
                  <a:lnTo>
                    <a:pt x="216" y="223"/>
                  </a:lnTo>
                  <a:lnTo>
                    <a:pt x="204" y="189"/>
                  </a:lnTo>
                  <a:lnTo>
                    <a:pt x="190" y="156"/>
                  </a:lnTo>
                  <a:lnTo>
                    <a:pt x="174" y="125"/>
                  </a:lnTo>
                  <a:lnTo>
                    <a:pt x="156" y="98"/>
                  </a:lnTo>
                  <a:lnTo>
                    <a:pt x="138" y="74"/>
                  </a:lnTo>
                  <a:lnTo>
                    <a:pt x="118" y="51"/>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9" y="81"/>
                  </a:lnTo>
                  <a:lnTo>
                    <a:pt x="147" y="105"/>
                  </a:lnTo>
                  <a:lnTo>
                    <a:pt x="164" y="132"/>
                  </a:lnTo>
                  <a:lnTo>
                    <a:pt x="178" y="160"/>
                  </a:lnTo>
                  <a:lnTo>
                    <a:pt x="192" y="193"/>
                  </a:lnTo>
                  <a:lnTo>
                    <a:pt x="204" y="227"/>
                  </a:lnTo>
                  <a:lnTo>
                    <a:pt x="215" y="264"/>
                  </a:lnTo>
                  <a:lnTo>
                    <a:pt x="223" y="301"/>
                  </a:lnTo>
                  <a:lnTo>
                    <a:pt x="229"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1554" name="Freeform 76"/>
            <p:cNvSpPr>
              <a:spLocks/>
            </p:cNvSpPr>
            <p:nvPr/>
          </p:nvSpPr>
          <p:spPr bwMode="auto">
            <a:xfrm>
              <a:off x="1565" y="2101"/>
              <a:ext cx="49" cy="85"/>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6" y="423"/>
                  </a:lnTo>
                  <a:lnTo>
                    <a:pt x="51" y="418"/>
                  </a:lnTo>
                  <a:lnTo>
                    <a:pt x="74" y="407"/>
                  </a:lnTo>
                  <a:lnTo>
                    <a:pt x="96" y="392"/>
                  </a:lnTo>
                  <a:lnTo>
                    <a:pt x="118" y="373"/>
                  </a:lnTo>
                  <a:lnTo>
                    <a:pt x="138" y="351"/>
                  </a:lnTo>
                  <a:lnTo>
                    <a:pt x="156" y="327"/>
                  </a:lnTo>
                  <a:lnTo>
                    <a:pt x="175" y="299"/>
                  </a:lnTo>
                  <a:lnTo>
                    <a:pt x="190" y="269"/>
                  </a:lnTo>
                  <a:lnTo>
                    <a:pt x="204" y="236"/>
                  </a:lnTo>
                  <a:lnTo>
                    <a:pt x="216" y="202"/>
                  </a:lnTo>
                  <a:lnTo>
                    <a:pt x="226" y="164"/>
                  </a:lnTo>
                  <a:lnTo>
                    <a:pt x="234" y="126"/>
                  </a:lnTo>
                  <a:lnTo>
                    <a:pt x="240" y="86"/>
                  </a:lnTo>
                  <a:lnTo>
                    <a:pt x="244" y="42"/>
                  </a:lnTo>
                  <a:lnTo>
                    <a:pt x="245" y="0"/>
                  </a:lnTo>
                  <a:lnTo>
                    <a:pt x="233" y="0"/>
                  </a:lnTo>
                  <a:lnTo>
                    <a:pt x="232" y="42"/>
                  </a:lnTo>
                  <a:lnTo>
                    <a:pt x="229" y="83"/>
                  </a:lnTo>
                  <a:lnTo>
                    <a:pt x="223" y="123"/>
                  </a:lnTo>
                  <a:lnTo>
                    <a:pt x="215" y="162"/>
                  </a:lnTo>
                  <a:lnTo>
                    <a:pt x="204" y="197"/>
                  </a:lnTo>
                  <a:lnTo>
                    <a:pt x="192" y="231"/>
                  </a:lnTo>
                  <a:lnTo>
                    <a:pt x="178" y="264"/>
                  </a:lnTo>
                  <a:lnTo>
                    <a:pt x="163" y="292"/>
                  </a:lnTo>
                  <a:lnTo>
                    <a:pt x="147" y="320"/>
                  </a:lnTo>
                  <a:lnTo>
                    <a:pt x="129" y="344"/>
                  </a:lnTo>
                  <a:lnTo>
                    <a:pt x="109" y="364"/>
                  </a:lnTo>
                  <a:lnTo>
                    <a:pt x="89" y="382"/>
                  </a:lnTo>
                  <a:lnTo>
                    <a:pt x="67" y="395"/>
                  </a:lnTo>
                  <a:lnTo>
                    <a:pt x="46" y="406"/>
                  </a:lnTo>
                  <a:lnTo>
                    <a:pt x="24"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1555" name="Freeform 77"/>
            <p:cNvSpPr>
              <a:spLocks/>
            </p:cNvSpPr>
            <p:nvPr/>
          </p:nvSpPr>
          <p:spPr bwMode="auto">
            <a:xfrm>
              <a:off x="1516" y="2101"/>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5" y="86"/>
                  </a:lnTo>
                  <a:lnTo>
                    <a:pt x="11" y="126"/>
                  </a:lnTo>
                  <a:lnTo>
                    <a:pt x="19" y="164"/>
                  </a:lnTo>
                  <a:lnTo>
                    <a:pt x="30" y="202"/>
                  </a:lnTo>
                  <a:lnTo>
                    <a:pt x="41" y="236"/>
                  </a:lnTo>
                  <a:lnTo>
                    <a:pt x="55" y="269"/>
                  </a:lnTo>
                  <a:lnTo>
                    <a:pt x="71" y="299"/>
                  </a:lnTo>
                  <a:lnTo>
                    <a:pt x="89" y="327"/>
                  </a:lnTo>
                  <a:lnTo>
                    <a:pt x="107" y="351"/>
                  </a:lnTo>
                  <a:lnTo>
                    <a:pt x="127" y="373"/>
                  </a:lnTo>
                  <a:lnTo>
                    <a:pt x="149" y="392"/>
                  </a:lnTo>
                  <a:lnTo>
                    <a:pt x="171" y="407"/>
                  </a:lnTo>
                  <a:lnTo>
                    <a:pt x="195" y="418"/>
                  </a:lnTo>
                  <a:lnTo>
                    <a:pt x="219" y="423"/>
                  </a:lnTo>
                  <a:lnTo>
                    <a:pt x="245" y="426"/>
                  </a:lnTo>
                  <a:lnTo>
                    <a:pt x="245" y="414"/>
                  </a:lnTo>
                  <a:lnTo>
                    <a:pt x="222" y="412"/>
                  </a:lnTo>
                  <a:lnTo>
                    <a:pt x="199" y="406"/>
                  </a:lnTo>
                  <a:lnTo>
                    <a:pt x="178" y="395"/>
                  </a:lnTo>
                  <a:lnTo>
                    <a:pt x="156" y="382"/>
                  </a:lnTo>
                  <a:lnTo>
                    <a:pt x="136" y="364"/>
                  </a:lnTo>
                  <a:lnTo>
                    <a:pt x="116" y="344"/>
                  </a:lnTo>
                  <a:lnTo>
                    <a:pt x="99" y="320"/>
                  </a:lnTo>
                  <a:lnTo>
                    <a:pt x="82" y="292"/>
                  </a:lnTo>
                  <a:lnTo>
                    <a:pt x="67" y="264"/>
                  </a:lnTo>
                  <a:lnTo>
                    <a:pt x="53" y="231"/>
                  </a:lnTo>
                  <a:lnTo>
                    <a:pt x="41" y="197"/>
                  </a:lnTo>
                  <a:lnTo>
                    <a:pt x="31" y="162"/>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1556" name="Freeform 78"/>
            <p:cNvSpPr>
              <a:spLocks/>
            </p:cNvSpPr>
            <p:nvPr/>
          </p:nvSpPr>
          <p:spPr bwMode="auto">
            <a:xfrm>
              <a:off x="1516" y="2016"/>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5" y="8"/>
                  </a:lnTo>
                  <a:lnTo>
                    <a:pt x="171" y="19"/>
                  </a:lnTo>
                  <a:lnTo>
                    <a:pt x="149" y="34"/>
                  </a:lnTo>
                  <a:lnTo>
                    <a:pt x="127" y="51"/>
                  </a:lnTo>
                  <a:lnTo>
                    <a:pt x="107" y="74"/>
                  </a:lnTo>
                  <a:lnTo>
                    <a:pt x="89" y="98"/>
                  </a:lnTo>
                  <a:lnTo>
                    <a:pt x="72" y="125"/>
                  </a:lnTo>
                  <a:lnTo>
                    <a:pt x="55" y="156"/>
                  </a:lnTo>
                  <a:lnTo>
                    <a:pt x="41" y="189"/>
                  </a:lnTo>
                  <a:lnTo>
                    <a:pt x="30" y="223"/>
                  </a:lnTo>
                  <a:lnTo>
                    <a:pt x="19" y="261"/>
                  </a:lnTo>
                  <a:lnTo>
                    <a:pt x="11" y="299"/>
                  </a:lnTo>
                  <a:lnTo>
                    <a:pt x="5" y="339"/>
                  </a:lnTo>
                  <a:lnTo>
                    <a:pt x="1" y="382"/>
                  </a:lnTo>
                  <a:lnTo>
                    <a:pt x="0" y="424"/>
                  </a:lnTo>
                  <a:lnTo>
                    <a:pt x="12" y="424"/>
                  </a:lnTo>
                  <a:lnTo>
                    <a:pt x="13" y="382"/>
                  </a:lnTo>
                  <a:lnTo>
                    <a:pt x="17" y="341"/>
                  </a:lnTo>
                  <a:lnTo>
                    <a:pt x="23" y="301"/>
                  </a:lnTo>
                  <a:lnTo>
                    <a:pt x="31" y="264"/>
                  </a:lnTo>
                  <a:lnTo>
                    <a:pt x="41" y="227"/>
                  </a:lnTo>
                  <a:lnTo>
                    <a:pt x="53" y="193"/>
                  </a:lnTo>
                  <a:lnTo>
                    <a:pt x="67" y="160"/>
                  </a:lnTo>
                  <a:lnTo>
                    <a:pt x="81" y="132"/>
                  </a:lnTo>
                  <a:lnTo>
                    <a:pt x="99" y="105"/>
                  </a:lnTo>
                  <a:lnTo>
                    <a:pt x="116" y="81"/>
                  </a:lnTo>
                  <a:lnTo>
                    <a:pt x="136" y="61"/>
                  </a:lnTo>
                  <a:lnTo>
                    <a:pt x="156" y="43"/>
                  </a:lnTo>
                  <a:lnTo>
                    <a:pt x="178" y="30"/>
                  </a:lnTo>
                  <a:lnTo>
                    <a:pt x="199" y="20"/>
                  </a:lnTo>
                  <a:lnTo>
                    <a:pt x="222"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grpSp>
        <p:nvGrpSpPr>
          <p:cNvPr id="191498" name="Group 79"/>
          <p:cNvGrpSpPr>
            <a:grpSpLocks/>
          </p:cNvGrpSpPr>
          <p:nvPr/>
        </p:nvGrpSpPr>
        <p:grpSpPr bwMode="auto">
          <a:xfrm rot="-223274">
            <a:off x="1995488" y="2768600"/>
            <a:ext cx="744537" cy="733425"/>
            <a:chOff x="2757" y="1666"/>
            <a:chExt cx="812" cy="800"/>
          </a:xfrm>
        </p:grpSpPr>
        <p:sp>
          <p:nvSpPr>
            <p:cNvPr id="191500" name="Freeform 80"/>
            <p:cNvSpPr>
              <a:spLocks/>
            </p:cNvSpPr>
            <p:nvPr/>
          </p:nvSpPr>
          <p:spPr bwMode="auto">
            <a:xfrm>
              <a:off x="2762" y="1667"/>
              <a:ext cx="807" cy="584"/>
            </a:xfrm>
            <a:custGeom>
              <a:avLst/>
              <a:gdLst>
                <a:gd name="T0" fmla="*/ 497 w 807"/>
                <a:gd name="T1" fmla="*/ 583 h 584"/>
                <a:gd name="T2" fmla="*/ 0 w 807"/>
                <a:gd name="T3" fmla="*/ 452 h 584"/>
                <a:gd name="T4" fmla="*/ 337 w 807"/>
                <a:gd name="T5" fmla="*/ 0 h 584"/>
                <a:gd name="T6" fmla="*/ 806 w 807"/>
                <a:gd name="T7" fmla="*/ 98 h 584"/>
                <a:gd name="T8" fmla="*/ 497 w 807"/>
                <a:gd name="T9" fmla="*/ 583 h 584"/>
                <a:gd name="T10" fmla="*/ 0 60000 65536"/>
                <a:gd name="T11" fmla="*/ 0 60000 65536"/>
                <a:gd name="T12" fmla="*/ 0 60000 65536"/>
                <a:gd name="T13" fmla="*/ 0 60000 65536"/>
                <a:gd name="T14" fmla="*/ 0 60000 65536"/>
                <a:gd name="T15" fmla="*/ 0 w 807"/>
                <a:gd name="T16" fmla="*/ 0 h 584"/>
                <a:gd name="T17" fmla="*/ 807 w 807"/>
                <a:gd name="T18" fmla="*/ 584 h 584"/>
              </a:gdLst>
              <a:ahLst/>
              <a:cxnLst>
                <a:cxn ang="T10">
                  <a:pos x="T0" y="T1"/>
                </a:cxn>
                <a:cxn ang="T11">
                  <a:pos x="T2" y="T3"/>
                </a:cxn>
                <a:cxn ang="T12">
                  <a:pos x="T4" y="T5"/>
                </a:cxn>
                <a:cxn ang="T13">
                  <a:pos x="T6" y="T7"/>
                </a:cxn>
                <a:cxn ang="T14">
                  <a:pos x="T8" y="T9"/>
                </a:cxn>
              </a:cxnLst>
              <a:rect l="T15" t="T16" r="T17" b="T18"/>
              <a:pathLst>
                <a:path w="807" h="584">
                  <a:moveTo>
                    <a:pt x="497" y="583"/>
                  </a:moveTo>
                  <a:lnTo>
                    <a:pt x="0" y="452"/>
                  </a:lnTo>
                  <a:lnTo>
                    <a:pt x="337" y="0"/>
                  </a:lnTo>
                  <a:lnTo>
                    <a:pt x="806" y="98"/>
                  </a:lnTo>
                  <a:lnTo>
                    <a:pt x="497" y="583"/>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191501" name="Freeform 81"/>
            <p:cNvSpPr>
              <a:spLocks/>
            </p:cNvSpPr>
            <p:nvPr/>
          </p:nvSpPr>
          <p:spPr bwMode="auto">
            <a:xfrm>
              <a:off x="2882" y="1861"/>
              <a:ext cx="578" cy="384"/>
            </a:xfrm>
            <a:custGeom>
              <a:avLst/>
              <a:gdLst>
                <a:gd name="T0" fmla="*/ 377 w 578"/>
                <a:gd name="T1" fmla="*/ 383 h 384"/>
                <a:gd name="T2" fmla="*/ 0 w 578"/>
                <a:gd name="T3" fmla="*/ 291 h 384"/>
                <a:gd name="T4" fmla="*/ 217 w 578"/>
                <a:gd name="T5" fmla="*/ 0 h 384"/>
                <a:gd name="T6" fmla="*/ 577 w 578"/>
                <a:gd name="T7" fmla="*/ 74 h 384"/>
                <a:gd name="T8" fmla="*/ 377 w 578"/>
                <a:gd name="T9" fmla="*/ 383 h 384"/>
                <a:gd name="T10" fmla="*/ 0 60000 65536"/>
                <a:gd name="T11" fmla="*/ 0 60000 65536"/>
                <a:gd name="T12" fmla="*/ 0 60000 65536"/>
                <a:gd name="T13" fmla="*/ 0 60000 65536"/>
                <a:gd name="T14" fmla="*/ 0 60000 65536"/>
                <a:gd name="T15" fmla="*/ 0 w 578"/>
                <a:gd name="T16" fmla="*/ 0 h 384"/>
                <a:gd name="T17" fmla="*/ 578 w 578"/>
                <a:gd name="T18" fmla="*/ 384 h 384"/>
              </a:gdLst>
              <a:ahLst/>
              <a:cxnLst>
                <a:cxn ang="T10">
                  <a:pos x="T0" y="T1"/>
                </a:cxn>
                <a:cxn ang="T11">
                  <a:pos x="T2" y="T3"/>
                </a:cxn>
                <a:cxn ang="T12">
                  <a:pos x="T4" y="T5"/>
                </a:cxn>
                <a:cxn ang="T13">
                  <a:pos x="T6" y="T7"/>
                </a:cxn>
                <a:cxn ang="T14">
                  <a:pos x="T8" y="T9"/>
                </a:cxn>
              </a:cxnLst>
              <a:rect l="T15" t="T16" r="T17" b="T18"/>
              <a:pathLst>
                <a:path w="578" h="384">
                  <a:moveTo>
                    <a:pt x="377" y="383"/>
                  </a:moveTo>
                  <a:lnTo>
                    <a:pt x="0" y="291"/>
                  </a:lnTo>
                  <a:lnTo>
                    <a:pt x="217" y="0"/>
                  </a:lnTo>
                  <a:lnTo>
                    <a:pt x="577" y="74"/>
                  </a:lnTo>
                  <a:lnTo>
                    <a:pt x="377" y="383"/>
                  </a:lnTo>
                </a:path>
              </a:pathLst>
            </a:custGeom>
            <a:solidFill>
              <a:srgbClr val="E22B00"/>
            </a:solidFill>
            <a:ln>
              <a:noFill/>
            </a:ln>
            <a:extLst>
              <a:ext uri="{91240B29-F687-4F45-9708-019B960494DF}">
                <a14:hiddenLine xmlns:a14="http://schemas.microsoft.com/office/drawing/2010/main" w="12700" cap="rnd" cmpd="sng">
                  <a:solidFill>
                    <a:srgbClr val="000000"/>
                  </a:solidFill>
                  <a:prstDash val="solid"/>
                  <a:round/>
                  <a:headEnd type="none" w="med" len="med"/>
                  <a:tailEnd type="none" w="med" len="med"/>
                </a14:hiddenLine>
              </a:ext>
            </a:extLst>
          </p:spPr>
          <p:txBody>
            <a:bodyPr/>
            <a:lstStyle/>
            <a:p>
              <a:endParaRPr lang="fr-FR"/>
            </a:p>
          </p:txBody>
        </p:sp>
        <p:sp>
          <p:nvSpPr>
            <p:cNvPr id="191502" name="Line 82"/>
            <p:cNvSpPr>
              <a:spLocks noChangeShapeType="1"/>
            </p:cNvSpPr>
            <p:nvPr/>
          </p:nvSpPr>
          <p:spPr bwMode="auto">
            <a:xfrm>
              <a:off x="3102" y="1862"/>
              <a:ext cx="352" cy="7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fr-FR"/>
            </a:p>
          </p:txBody>
        </p:sp>
        <p:sp>
          <p:nvSpPr>
            <p:cNvPr id="191503" name="Freeform 83"/>
            <p:cNvSpPr>
              <a:spLocks/>
            </p:cNvSpPr>
            <p:nvPr/>
          </p:nvSpPr>
          <p:spPr bwMode="auto">
            <a:xfrm>
              <a:off x="2762" y="1666"/>
              <a:ext cx="337" cy="485"/>
            </a:xfrm>
            <a:custGeom>
              <a:avLst/>
              <a:gdLst>
                <a:gd name="T0" fmla="*/ 336 w 337"/>
                <a:gd name="T1" fmla="*/ 194 h 485"/>
                <a:gd name="T2" fmla="*/ 118 w 337"/>
                <a:gd name="T3" fmla="*/ 484 h 485"/>
                <a:gd name="T4" fmla="*/ 0 w 337"/>
                <a:gd name="T5" fmla="*/ 452 h 485"/>
                <a:gd name="T6" fmla="*/ 336 w 337"/>
                <a:gd name="T7" fmla="*/ 0 h 485"/>
                <a:gd name="T8" fmla="*/ 336 w 337"/>
                <a:gd name="T9" fmla="*/ 152 h 485"/>
                <a:gd name="T10" fmla="*/ 336 w 337"/>
                <a:gd name="T11" fmla="*/ 194 h 485"/>
                <a:gd name="T12" fmla="*/ 0 60000 65536"/>
                <a:gd name="T13" fmla="*/ 0 60000 65536"/>
                <a:gd name="T14" fmla="*/ 0 60000 65536"/>
                <a:gd name="T15" fmla="*/ 0 60000 65536"/>
                <a:gd name="T16" fmla="*/ 0 60000 65536"/>
                <a:gd name="T17" fmla="*/ 0 60000 65536"/>
                <a:gd name="T18" fmla="*/ 0 w 337"/>
                <a:gd name="T19" fmla="*/ 0 h 485"/>
                <a:gd name="T20" fmla="*/ 337 w 337"/>
                <a:gd name="T21" fmla="*/ 485 h 485"/>
              </a:gdLst>
              <a:ahLst/>
              <a:cxnLst>
                <a:cxn ang="T12">
                  <a:pos x="T0" y="T1"/>
                </a:cxn>
                <a:cxn ang="T13">
                  <a:pos x="T2" y="T3"/>
                </a:cxn>
                <a:cxn ang="T14">
                  <a:pos x="T4" y="T5"/>
                </a:cxn>
                <a:cxn ang="T15">
                  <a:pos x="T6" y="T7"/>
                </a:cxn>
                <a:cxn ang="T16">
                  <a:pos x="T8" y="T9"/>
                </a:cxn>
                <a:cxn ang="T17">
                  <a:pos x="T10" y="T11"/>
                </a:cxn>
              </a:cxnLst>
              <a:rect l="T18" t="T19" r="T20" b="T21"/>
              <a:pathLst>
                <a:path w="337" h="485">
                  <a:moveTo>
                    <a:pt x="336" y="194"/>
                  </a:moveTo>
                  <a:lnTo>
                    <a:pt x="118" y="484"/>
                  </a:lnTo>
                  <a:lnTo>
                    <a:pt x="0" y="452"/>
                  </a:lnTo>
                  <a:lnTo>
                    <a:pt x="336" y="0"/>
                  </a:lnTo>
                  <a:lnTo>
                    <a:pt x="336" y="152"/>
                  </a:lnTo>
                  <a:lnTo>
                    <a:pt x="336" y="194"/>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191504" name="Freeform 84"/>
            <p:cNvSpPr>
              <a:spLocks/>
            </p:cNvSpPr>
            <p:nvPr/>
          </p:nvSpPr>
          <p:spPr bwMode="auto">
            <a:xfrm>
              <a:off x="2757" y="2124"/>
              <a:ext cx="509" cy="339"/>
            </a:xfrm>
            <a:custGeom>
              <a:avLst/>
              <a:gdLst>
                <a:gd name="T0" fmla="*/ 0 w 506"/>
                <a:gd name="T1" fmla="*/ 0 h 345"/>
                <a:gd name="T2" fmla="*/ 1 w 506"/>
                <a:gd name="T3" fmla="*/ 198 h 345"/>
                <a:gd name="T4" fmla="*/ 514 w 506"/>
                <a:gd name="T5" fmla="*/ 326 h 345"/>
                <a:gd name="T6" fmla="*/ 513 w 506"/>
                <a:gd name="T7" fmla="*/ 124 h 345"/>
                <a:gd name="T8" fmla="*/ 0 60000 65536"/>
                <a:gd name="T9" fmla="*/ 0 60000 65536"/>
                <a:gd name="T10" fmla="*/ 0 60000 65536"/>
                <a:gd name="T11" fmla="*/ 0 60000 65536"/>
                <a:gd name="T12" fmla="*/ 0 w 506"/>
                <a:gd name="T13" fmla="*/ 0 h 345"/>
                <a:gd name="T14" fmla="*/ 506 w 506"/>
                <a:gd name="T15" fmla="*/ 345 h 345"/>
              </a:gdLst>
              <a:ahLst/>
              <a:cxnLst>
                <a:cxn ang="T8">
                  <a:pos x="T0" y="T1"/>
                </a:cxn>
                <a:cxn ang="T9">
                  <a:pos x="T2" y="T3"/>
                </a:cxn>
                <a:cxn ang="T10">
                  <a:pos x="T4" y="T5"/>
                </a:cxn>
                <a:cxn ang="T11">
                  <a:pos x="T6" y="T7"/>
                </a:cxn>
              </a:cxnLst>
              <a:rect l="T12" t="T13" r="T14" b="T15"/>
              <a:pathLst>
                <a:path w="506" h="345">
                  <a:moveTo>
                    <a:pt x="0" y="0"/>
                  </a:moveTo>
                  <a:lnTo>
                    <a:pt x="1" y="209"/>
                  </a:lnTo>
                  <a:lnTo>
                    <a:pt x="505" y="344"/>
                  </a:lnTo>
                  <a:lnTo>
                    <a:pt x="504" y="130"/>
                  </a:lnTo>
                </a:path>
              </a:pathLst>
            </a:custGeom>
            <a:solidFill>
              <a:srgbClr val="FC2C1C"/>
            </a:solidFill>
            <a:ln w="12700" cap="rnd" cmpd="sng">
              <a:solidFill>
                <a:schemeClr val="bg2"/>
              </a:solidFill>
              <a:prstDash val="solid"/>
              <a:round/>
              <a:headEnd type="none" w="med" len="med"/>
              <a:tailEnd type="none" w="med" len="med"/>
            </a:ln>
          </p:spPr>
          <p:txBody>
            <a:bodyPr/>
            <a:lstStyle/>
            <a:p>
              <a:endParaRPr lang="fr-FR"/>
            </a:p>
          </p:txBody>
        </p:sp>
        <p:sp>
          <p:nvSpPr>
            <p:cNvPr id="191505" name="AutoShape 85"/>
            <p:cNvSpPr>
              <a:spLocks noChangeArrowheads="1"/>
            </p:cNvSpPr>
            <p:nvPr/>
          </p:nvSpPr>
          <p:spPr bwMode="auto">
            <a:xfrm rot="16200000" flipH="1">
              <a:off x="3067" y="1967"/>
              <a:ext cx="693" cy="306"/>
            </a:xfrm>
            <a:prstGeom prst="parallelogram">
              <a:avLst>
                <a:gd name="adj" fmla="val 156202"/>
              </a:avLst>
            </a:prstGeom>
            <a:solidFill>
              <a:srgbClr val="FC2C1C"/>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sp>
        <p:nvSpPr>
          <p:cNvPr id="191499" name="Text Box 86"/>
          <p:cNvSpPr txBox="1">
            <a:spLocks noChangeArrowheads="1"/>
          </p:cNvSpPr>
          <p:nvPr/>
        </p:nvSpPr>
        <p:spPr bwMode="auto">
          <a:xfrm>
            <a:off x="604838" y="5259388"/>
            <a:ext cx="6543675" cy="4429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eaLnBrk="1" hangingPunct="1">
              <a:spcBef>
                <a:spcPct val="0"/>
              </a:spcBef>
              <a:buFontTx/>
              <a:buNone/>
            </a:pPr>
            <a:r>
              <a:rPr lang="fr-FR" altLang="fr-FR" sz="2300"/>
              <a:t>4. Pointez la production sur votre feuille de suivi</a:t>
            </a:r>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92515" name="Group 3"/>
          <p:cNvGrpSpPr>
            <a:grpSpLocks/>
          </p:cNvGrpSpPr>
          <p:nvPr/>
        </p:nvGrpSpPr>
        <p:grpSpPr bwMode="auto">
          <a:xfrm>
            <a:off x="7073900" y="215900"/>
            <a:ext cx="1878013" cy="1250950"/>
            <a:chOff x="4456" y="136"/>
            <a:chExt cx="1183" cy="788"/>
          </a:xfrm>
        </p:grpSpPr>
        <p:grpSp>
          <p:nvGrpSpPr>
            <p:cNvPr id="192581" name="Group 4"/>
            <p:cNvGrpSpPr>
              <a:grpSpLocks/>
            </p:cNvGrpSpPr>
            <p:nvPr/>
          </p:nvGrpSpPr>
          <p:grpSpPr bwMode="auto">
            <a:xfrm>
              <a:off x="4766" y="232"/>
              <a:ext cx="873" cy="692"/>
              <a:chOff x="2185" y="310"/>
              <a:chExt cx="873" cy="692"/>
            </a:xfrm>
          </p:grpSpPr>
          <p:sp>
            <p:nvSpPr>
              <p:cNvPr id="192592" name="Freeform 5"/>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accent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2593" name="Freeform 6"/>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2594" name="Freeform 7"/>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2595" name="Freeform 8"/>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2596" name="Freeform 9"/>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2597" name="Freeform 10"/>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2598" name="Freeform 11"/>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grpSp>
          <p:nvGrpSpPr>
            <p:cNvPr id="192582" name="Group 12"/>
            <p:cNvGrpSpPr>
              <a:grpSpLocks/>
            </p:cNvGrpSpPr>
            <p:nvPr/>
          </p:nvGrpSpPr>
          <p:grpSpPr bwMode="auto">
            <a:xfrm>
              <a:off x="4949" y="336"/>
              <a:ext cx="591" cy="468"/>
              <a:chOff x="2185" y="310"/>
              <a:chExt cx="873" cy="692"/>
            </a:xfrm>
          </p:grpSpPr>
          <p:sp>
            <p:nvSpPr>
              <p:cNvPr id="192585" name="Freeform 13"/>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2586" name="Freeform 14"/>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2587" name="Freeform 15"/>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2588" name="Freeform 16"/>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2589" name="Freeform 17"/>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2590" name="Freeform 18"/>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2591" name="Freeform 19"/>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pic>
          <p:nvPicPr>
            <p:cNvPr id="192583" name="Picture 20"/>
            <p:cNvPicPr>
              <a:picLocks noChangeAspect="1" noChangeArrowheads="1"/>
            </p:cNvPicPr>
            <p:nvPr/>
          </p:nvPicPr>
          <p:blipFill>
            <a:blip r:embed="rId3" cstate="print">
              <a:extLst>
                <a:ext uri="{28A0092B-C50C-407E-A947-70E740481C1C}">
                  <a14:useLocalDpi xmlns:a14="http://schemas.microsoft.com/office/drawing/2010/main" val="0"/>
                </a:ext>
              </a:extLst>
            </a:blip>
            <a:srcRect l="-4282" t="-4369" r="-5199" b="-12012"/>
            <a:stretch>
              <a:fillRect/>
            </a:stretch>
          </p:blipFill>
          <p:spPr bwMode="auto">
            <a:xfrm>
              <a:off x="4456" y="136"/>
              <a:ext cx="480" cy="5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92584" name="Text Box 21"/>
            <p:cNvSpPr txBox="1">
              <a:spLocks noChangeArrowheads="1"/>
            </p:cNvSpPr>
            <p:nvPr/>
          </p:nvSpPr>
          <p:spPr bwMode="auto">
            <a:xfrm>
              <a:off x="4946" y="314"/>
              <a:ext cx="596" cy="49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4500" b="1">
                  <a:solidFill>
                    <a:srgbClr val="FF0000"/>
                  </a:solidFill>
                  <a:latin typeface="Arial Black" pitchFamily="34" charset="0"/>
                </a:rPr>
                <a:t>15</a:t>
              </a:r>
              <a:endParaRPr lang="fr-FR" altLang="fr-FR" sz="3200">
                <a:solidFill>
                  <a:schemeClr val="tx1"/>
                </a:solidFill>
                <a:latin typeface="Arial Black" pitchFamily="34" charset="0"/>
              </a:endParaRPr>
            </a:p>
          </p:txBody>
        </p:sp>
      </p:grpSp>
      <p:sp>
        <p:nvSpPr>
          <p:cNvPr id="192516" name="Text Box 22"/>
          <p:cNvSpPr txBox="1">
            <a:spLocks noChangeArrowheads="1"/>
          </p:cNvSpPr>
          <p:nvPr/>
        </p:nvSpPr>
        <p:spPr bwMode="auto">
          <a:xfrm>
            <a:off x="1938338" y="3533775"/>
            <a:ext cx="828675"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a:spcBef>
                <a:spcPct val="0"/>
              </a:spcBef>
              <a:buFontTx/>
              <a:buNone/>
            </a:pPr>
            <a:r>
              <a:rPr lang="fr-FR" altLang="fr-FR" sz="2400">
                <a:solidFill>
                  <a:srgbClr val="FC2C1C"/>
                </a:solidFill>
              </a:rPr>
              <a:t>1 R2</a:t>
            </a:r>
          </a:p>
        </p:txBody>
      </p:sp>
      <p:sp>
        <p:nvSpPr>
          <p:cNvPr id="192517" name="Rectangle 23"/>
          <p:cNvSpPr>
            <a:spLocks noGrp="1" noChangeArrowheads="1"/>
          </p:cNvSpPr>
          <p:nvPr>
            <p:ph type="title"/>
          </p:nvPr>
        </p:nvSpPr>
        <p:spPr>
          <a:xfrm>
            <a:off x="611188" y="0"/>
            <a:ext cx="6388100" cy="647700"/>
          </a:xfrm>
        </p:spPr>
        <p:txBody>
          <a:bodyPr/>
          <a:lstStyle/>
          <a:p>
            <a:pPr eaLnBrk="1" hangingPunct="1"/>
            <a:r>
              <a:rPr lang="fr-FR" altLang="fr-FR"/>
              <a:t>Sem. 4 - Mardi</a:t>
            </a:r>
          </a:p>
        </p:txBody>
      </p:sp>
      <p:sp>
        <p:nvSpPr>
          <p:cNvPr id="192518" name="Text Box 24"/>
          <p:cNvSpPr txBox="1">
            <a:spLocks noChangeArrowheads="1"/>
          </p:cNvSpPr>
          <p:nvPr/>
        </p:nvSpPr>
        <p:spPr bwMode="auto">
          <a:xfrm>
            <a:off x="574675" y="2030413"/>
            <a:ext cx="3557588"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2. Livrez les commandes</a:t>
            </a:r>
          </a:p>
        </p:txBody>
      </p:sp>
      <p:sp>
        <p:nvSpPr>
          <p:cNvPr id="192519" name="Text Box 25"/>
          <p:cNvSpPr txBox="1">
            <a:spLocks noChangeArrowheads="1"/>
          </p:cNvSpPr>
          <p:nvPr/>
        </p:nvSpPr>
        <p:spPr bwMode="auto">
          <a:xfrm>
            <a:off x="566738" y="1154113"/>
            <a:ext cx="1946275"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1. Tirez le dé</a:t>
            </a:r>
          </a:p>
        </p:txBody>
      </p:sp>
      <p:sp>
        <p:nvSpPr>
          <p:cNvPr id="192520" name="Text Box 26"/>
          <p:cNvSpPr txBox="1">
            <a:spLocks noChangeArrowheads="1"/>
          </p:cNvSpPr>
          <p:nvPr/>
        </p:nvSpPr>
        <p:spPr bwMode="auto">
          <a:xfrm>
            <a:off x="579438" y="4316413"/>
            <a:ext cx="18796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3. Produisez</a:t>
            </a:r>
          </a:p>
        </p:txBody>
      </p:sp>
      <p:grpSp>
        <p:nvGrpSpPr>
          <p:cNvPr id="192521" name="Group 27"/>
          <p:cNvGrpSpPr>
            <a:grpSpLocks/>
          </p:cNvGrpSpPr>
          <p:nvPr/>
        </p:nvGrpSpPr>
        <p:grpSpPr bwMode="auto">
          <a:xfrm>
            <a:off x="2843213" y="1106488"/>
            <a:ext cx="446087" cy="534987"/>
            <a:chOff x="868" y="1439"/>
            <a:chExt cx="811" cy="972"/>
          </a:xfrm>
        </p:grpSpPr>
        <p:sp>
          <p:nvSpPr>
            <p:cNvPr id="192530" name="Freeform 28"/>
            <p:cNvSpPr>
              <a:spLocks/>
            </p:cNvSpPr>
            <p:nvPr/>
          </p:nvSpPr>
          <p:spPr bwMode="auto">
            <a:xfrm>
              <a:off x="1548" y="2014"/>
              <a:ext cx="123" cy="100"/>
            </a:xfrm>
            <a:custGeom>
              <a:avLst/>
              <a:gdLst>
                <a:gd name="T0" fmla="*/ 5 w 618"/>
                <a:gd name="T1" fmla="*/ 0 h 502"/>
                <a:gd name="T2" fmla="*/ 5 w 618"/>
                <a:gd name="T3" fmla="*/ 0 h 502"/>
                <a:gd name="T4" fmla="*/ 0 w 618"/>
                <a:gd name="T5" fmla="*/ 4 h 502"/>
                <a:gd name="T6" fmla="*/ 0 w 618"/>
                <a:gd name="T7" fmla="*/ 4 h 502"/>
                <a:gd name="T8" fmla="*/ 5 w 618"/>
                <a:gd name="T9" fmla="*/ 0 h 502"/>
                <a:gd name="T10" fmla="*/ 5 w 618"/>
                <a:gd name="T11" fmla="*/ 0 h 502"/>
                <a:gd name="T12" fmla="*/ 5 w 618"/>
                <a:gd name="T13" fmla="*/ 0 h 502"/>
                <a:gd name="T14" fmla="*/ 5 w 618"/>
                <a:gd name="T15" fmla="*/ 0 h 502"/>
                <a:gd name="T16" fmla="*/ 5 w 618"/>
                <a:gd name="T17" fmla="*/ 0 h 502"/>
                <a:gd name="T18" fmla="*/ 5 w 618"/>
                <a:gd name="T19" fmla="*/ 0 h 502"/>
                <a:gd name="T20" fmla="*/ 5 w 618"/>
                <a:gd name="T21" fmla="*/ 0 h 502"/>
                <a:gd name="T22" fmla="*/ 5 w 618"/>
                <a:gd name="T23" fmla="*/ 0 h 502"/>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618"/>
                <a:gd name="T37" fmla="*/ 0 h 502"/>
                <a:gd name="T38" fmla="*/ 618 w 618"/>
                <a:gd name="T39" fmla="*/ 502 h 502"/>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618" h="502">
                  <a:moveTo>
                    <a:pt x="611" y="0"/>
                  </a:moveTo>
                  <a:lnTo>
                    <a:pt x="606" y="2"/>
                  </a:lnTo>
                  <a:lnTo>
                    <a:pt x="0" y="490"/>
                  </a:lnTo>
                  <a:lnTo>
                    <a:pt x="10" y="502"/>
                  </a:lnTo>
                  <a:lnTo>
                    <a:pt x="616" y="14"/>
                  </a:lnTo>
                  <a:lnTo>
                    <a:pt x="611" y="16"/>
                  </a:lnTo>
                  <a:lnTo>
                    <a:pt x="616" y="14"/>
                  </a:lnTo>
                  <a:lnTo>
                    <a:pt x="618" y="9"/>
                  </a:lnTo>
                  <a:lnTo>
                    <a:pt x="617" y="3"/>
                  </a:lnTo>
                  <a:lnTo>
                    <a:pt x="612" y="1"/>
                  </a:lnTo>
                  <a:lnTo>
                    <a:pt x="606" y="2"/>
                  </a:lnTo>
                  <a:lnTo>
                    <a:pt x="611"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2531" name="Freeform 29"/>
            <p:cNvSpPr>
              <a:spLocks/>
            </p:cNvSpPr>
            <p:nvPr/>
          </p:nvSpPr>
          <p:spPr bwMode="auto">
            <a:xfrm>
              <a:off x="876" y="1852"/>
              <a:ext cx="82" cy="373"/>
            </a:xfrm>
            <a:custGeom>
              <a:avLst/>
              <a:gdLst>
                <a:gd name="T0" fmla="*/ 3 w 413"/>
                <a:gd name="T1" fmla="*/ 15 h 1865"/>
                <a:gd name="T2" fmla="*/ 3 w 413"/>
                <a:gd name="T3" fmla="*/ 15 h 1865"/>
                <a:gd name="T4" fmla="*/ 0 w 413"/>
                <a:gd name="T5" fmla="*/ 0 h 1865"/>
                <a:gd name="T6" fmla="*/ 0 w 413"/>
                <a:gd name="T7" fmla="*/ 0 h 1865"/>
                <a:gd name="T8" fmla="*/ 3 w 413"/>
                <a:gd name="T9" fmla="*/ 15 h 1865"/>
                <a:gd name="T10" fmla="*/ 3 w 413"/>
                <a:gd name="T11" fmla="*/ 15 h 1865"/>
                <a:gd name="T12" fmla="*/ 3 w 413"/>
                <a:gd name="T13" fmla="*/ 15 h 1865"/>
                <a:gd name="T14" fmla="*/ 3 w 413"/>
                <a:gd name="T15" fmla="*/ 15 h 1865"/>
                <a:gd name="T16" fmla="*/ 3 w 413"/>
                <a:gd name="T17" fmla="*/ 15 h 1865"/>
                <a:gd name="T18" fmla="*/ 3 w 413"/>
                <a:gd name="T19" fmla="*/ 15 h 1865"/>
                <a:gd name="T20" fmla="*/ 3 w 413"/>
                <a:gd name="T21" fmla="*/ 15 h 1865"/>
                <a:gd name="T22" fmla="*/ 3 w 413"/>
                <a:gd name="T23" fmla="*/ 15 h 186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413"/>
                <a:gd name="T37" fmla="*/ 0 h 1865"/>
                <a:gd name="T38" fmla="*/ 413 w 413"/>
                <a:gd name="T39" fmla="*/ 1865 h 1865"/>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413" h="1865">
                  <a:moveTo>
                    <a:pt x="400" y="1864"/>
                  </a:moveTo>
                  <a:lnTo>
                    <a:pt x="413" y="1856"/>
                  </a:lnTo>
                  <a:lnTo>
                    <a:pt x="17" y="0"/>
                  </a:lnTo>
                  <a:lnTo>
                    <a:pt x="0" y="2"/>
                  </a:lnTo>
                  <a:lnTo>
                    <a:pt x="396" y="1858"/>
                  </a:lnTo>
                  <a:lnTo>
                    <a:pt x="409" y="1850"/>
                  </a:lnTo>
                  <a:lnTo>
                    <a:pt x="396" y="1858"/>
                  </a:lnTo>
                  <a:lnTo>
                    <a:pt x="400" y="1864"/>
                  </a:lnTo>
                  <a:lnTo>
                    <a:pt x="406" y="1865"/>
                  </a:lnTo>
                  <a:lnTo>
                    <a:pt x="410" y="1862"/>
                  </a:lnTo>
                  <a:lnTo>
                    <a:pt x="413" y="1856"/>
                  </a:lnTo>
                  <a:lnTo>
                    <a:pt x="400" y="186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2532" name="Freeform 30"/>
            <p:cNvSpPr>
              <a:spLocks/>
            </p:cNvSpPr>
            <p:nvPr/>
          </p:nvSpPr>
          <p:spPr bwMode="auto">
            <a:xfrm>
              <a:off x="1282" y="1533"/>
              <a:ext cx="35" cy="161"/>
            </a:xfrm>
            <a:custGeom>
              <a:avLst/>
              <a:gdLst>
                <a:gd name="T0" fmla="*/ 1 w 175"/>
                <a:gd name="T1" fmla="*/ 6 h 807"/>
                <a:gd name="T2" fmla="*/ 1 w 175"/>
                <a:gd name="T3" fmla="*/ 6 h 807"/>
                <a:gd name="T4" fmla="*/ 1 w 175"/>
                <a:gd name="T5" fmla="*/ 6 h 807"/>
                <a:gd name="T6" fmla="*/ 1 w 175"/>
                <a:gd name="T7" fmla="*/ 5 h 807"/>
                <a:gd name="T8" fmla="*/ 1 w 175"/>
                <a:gd name="T9" fmla="*/ 5 h 807"/>
                <a:gd name="T10" fmla="*/ 1 w 175"/>
                <a:gd name="T11" fmla="*/ 5 h 807"/>
                <a:gd name="T12" fmla="*/ 1 w 175"/>
                <a:gd name="T13" fmla="*/ 4 h 807"/>
                <a:gd name="T14" fmla="*/ 1 w 175"/>
                <a:gd name="T15" fmla="*/ 4 h 807"/>
                <a:gd name="T16" fmla="*/ 1 w 175"/>
                <a:gd name="T17" fmla="*/ 3 h 807"/>
                <a:gd name="T18" fmla="*/ 1 w 175"/>
                <a:gd name="T19" fmla="*/ 3 h 807"/>
                <a:gd name="T20" fmla="*/ 1 w 175"/>
                <a:gd name="T21" fmla="*/ 3 h 807"/>
                <a:gd name="T22" fmla="*/ 1 w 175"/>
                <a:gd name="T23" fmla="*/ 2 h 807"/>
                <a:gd name="T24" fmla="*/ 1 w 175"/>
                <a:gd name="T25" fmla="*/ 2 h 807"/>
                <a:gd name="T26" fmla="*/ 1 w 175"/>
                <a:gd name="T27" fmla="*/ 2 h 807"/>
                <a:gd name="T28" fmla="*/ 1 w 175"/>
                <a:gd name="T29" fmla="*/ 1 h 807"/>
                <a:gd name="T30" fmla="*/ 1 w 175"/>
                <a:gd name="T31" fmla="*/ 1 h 807"/>
                <a:gd name="T32" fmla="*/ 1 w 175"/>
                <a:gd name="T33" fmla="*/ 1 h 807"/>
                <a:gd name="T34" fmla="*/ 1 w 175"/>
                <a:gd name="T35" fmla="*/ 0 h 807"/>
                <a:gd name="T36" fmla="*/ 1 w 175"/>
                <a:gd name="T37" fmla="*/ 0 h 807"/>
                <a:gd name="T38" fmla="*/ 1 w 175"/>
                <a:gd name="T39" fmla="*/ 0 h 807"/>
                <a:gd name="T40" fmla="*/ 0 w 175"/>
                <a:gd name="T41" fmla="*/ 1 h 807"/>
                <a:gd name="T42" fmla="*/ 0 w 175"/>
                <a:gd name="T43" fmla="*/ 1 h 807"/>
                <a:gd name="T44" fmla="*/ 0 w 175"/>
                <a:gd name="T45" fmla="*/ 1 h 807"/>
                <a:gd name="T46" fmla="*/ 0 w 175"/>
                <a:gd name="T47" fmla="*/ 2 h 807"/>
                <a:gd name="T48" fmla="*/ 0 w 175"/>
                <a:gd name="T49" fmla="*/ 2 h 807"/>
                <a:gd name="T50" fmla="*/ 0 w 175"/>
                <a:gd name="T51" fmla="*/ 3 h 807"/>
                <a:gd name="T52" fmla="*/ 0 w 175"/>
                <a:gd name="T53" fmla="*/ 3 h 807"/>
                <a:gd name="T54" fmla="*/ 0 w 175"/>
                <a:gd name="T55" fmla="*/ 3 h 807"/>
                <a:gd name="T56" fmla="*/ 0 w 175"/>
                <a:gd name="T57" fmla="*/ 4 h 807"/>
                <a:gd name="T58" fmla="*/ 0 w 175"/>
                <a:gd name="T59" fmla="*/ 4 h 807"/>
                <a:gd name="T60" fmla="*/ 0 w 175"/>
                <a:gd name="T61" fmla="*/ 5 h 807"/>
                <a:gd name="T62" fmla="*/ 0 w 175"/>
                <a:gd name="T63" fmla="*/ 5 h 807"/>
                <a:gd name="T64" fmla="*/ 0 w 175"/>
                <a:gd name="T65" fmla="*/ 5 h 807"/>
                <a:gd name="T66" fmla="*/ 1 w 175"/>
                <a:gd name="T67" fmla="*/ 6 h 807"/>
                <a:gd name="T68" fmla="*/ 1 w 175"/>
                <a:gd name="T69" fmla="*/ 6 h 807"/>
                <a:gd name="T70" fmla="*/ 1 w 175"/>
                <a:gd name="T71" fmla="*/ 6 h 807"/>
                <a:gd name="T72" fmla="*/ 1 w 175"/>
                <a:gd name="T73" fmla="*/ 6 h 807"/>
                <a:gd name="T74" fmla="*/ 1 w 175"/>
                <a:gd name="T75" fmla="*/ 6 h 807"/>
                <a:gd name="T76" fmla="*/ 1 w 175"/>
                <a:gd name="T77" fmla="*/ 6 h 807"/>
                <a:gd name="T78" fmla="*/ 1 w 175"/>
                <a:gd name="T79" fmla="*/ 6 h 807"/>
                <a:gd name="T80" fmla="*/ 1 w 175"/>
                <a:gd name="T81" fmla="*/ 6 h 807"/>
                <a:gd name="T82" fmla="*/ 1 w 175"/>
                <a:gd name="T83" fmla="*/ 6 h 807"/>
                <a:gd name="T84" fmla="*/ 1 w 175"/>
                <a:gd name="T85" fmla="*/ 6 h 807"/>
                <a:gd name="T86" fmla="*/ 1 w 175"/>
                <a:gd name="T87" fmla="*/ 6 h 807"/>
                <a:gd name="T88" fmla="*/ 1 w 175"/>
                <a:gd name="T89" fmla="*/ 6 h 807"/>
                <a:gd name="T90" fmla="*/ 1 w 175"/>
                <a:gd name="T91" fmla="*/ 6 h 80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175"/>
                <a:gd name="T139" fmla="*/ 0 h 807"/>
                <a:gd name="T140" fmla="*/ 175 w 175"/>
                <a:gd name="T141" fmla="*/ 807 h 80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175" h="807">
                  <a:moveTo>
                    <a:pt x="169" y="740"/>
                  </a:moveTo>
                  <a:lnTo>
                    <a:pt x="169" y="739"/>
                  </a:lnTo>
                  <a:lnTo>
                    <a:pt x="149" y="698"/>
                  </a:lnTo>
                  <a:lnTo>
                    <a:pt x="133" y="656"/>
                  </a:lnTo>
                  <a:lnTo>
                    <a:pt x="120" y="611"/>
                  </a:lnTo>
                  <a:lnTo>
                    <a:pt x="108" y="565"/>
                  </a:lnTo>
                  <a:lnTo>
                    <a:pt x="100" y="520"/>
                  </a:lnTo>
                  <a:lnTo>
                    <a:pt x="96" y="472"/>
                  </a:lnTo>
                  <a:lnTo>
                    <a:pt x="93" y="425"/>
                  </a:lnTo>
                  <a:lnTo>
                    <a:pt x="93" y="377"/>
                  </a:lnTo>
                  <a:lnTo>
                    <a:pt x="96" y="330"/>
                  </a:lnTo>
                  <a:lnTo>
                    <a:pt x="100" y="283"/>
                  </a:lnTo>
                  <a:lnTo>
                    <a:pt x="106" y="238"/>
                  </a:lnTo>
                  <a:lnTo>
                    <a:pt x="115" y="195"/>
                  </a:lnTo>
                  <a:lnTo>
                    <a:pt x="126" y="153"/>
                  </a:lnTo>
                  <a:lnTo>
                    <a:pt x="139" y="114"/>
                  </a:lnTo>
                  <a:lnTo>
                    <a:pt x="153" y="77"/>
                  </a:lnTo>
                  <a:lnTo>
                    <a:pt x="169" y="43"/>
                  </a:lnTo>
                  <a:lnTo>
                    <a:pt x="87" y="0"/>
                  </a:lnTo>
                  <a:lnTo>
                    <a:pt x="69" y="39"/>
                  </a:lnTo>
                  <a:lnTo>
                    <a:pt x="52" y="81"/>
                  </a:lnTo>
                  <a:lnTo>
                    <a:pt x="37" y="127"/>
                  </a:lnTo>
                  <a:lnTo>
                    <a:pt x="24" y="174"/>
                  </a:lnTo>
                  <a:lnTo>
                    <a:pt x="15" y="222"/>
                  </a:lnTo>
                  <a:lnTo>
                    <a:pt x="7" y="271"/>
                  </a:lnTo>
                  <a:lnTo>
                    <a:pt x="2" y="323"/>
                  </a:lnTo>
                  <a:lnTo>
                    <a:pt x="0" y="374"/>
                  </a:lnTo>
                  <a:lnTo>
                    <a:pt x="0" y="427"/>
                  </a:lnTo>
                  <a:lnTo>
                    <a:pt x="2" y="479"/>
                  </a:lnTo>
                  <a:lnTo>
                    <a:pt x="9" y="531"/>
                  </a:lnTo>
                  <a:lnTo>
                    <a:pt x="17" y="584"/>
                  </a:lnTo>
                  <a:lnTo>
                    <a:pt x="29" y="635"/>
                  </a:lnTo>
                  <a:lnTo>
                    <a:pt x="44" y="686"/>
                  </a:lnTo>
                  <a:lnTo>
                    <a:pt x="65" y="736"/>
                  </a:lnTo>
                  <a:lnTo>
                    <a:pt x="87" y="784"/>
                  </a:lnTo>
                  <a:lnTo>
                    <a:pt x="87" y="782"/>
                  </a:lnTo>
                  <a:lnTo>
                    <a:pt x="87" y="784"/>
                  </a:lnTo>
                  <a:lnTo>
                    <a:pt x="100" y="799"/>
                  </a:lnTo>
                  <a:lnTo>
                    <a:pt x="117" y="807"/>
                  </a:lnTo>
                  <a:lnTo>
                    <a:pt x="134" y="807"/>
                  </a:lnTo>
                  <a:lnTo>
                    <a:pt x="151" y="801"/>
                  </a:lnTo>
                  <a:lnTo>
                    <a:pt x="164" y="791"/>
                  </a:lnTo>
                  <a:lnTo>
                    <a:pt x="173" y="777"/>
                  </a:lnTo>
                  <a:lnTo>
                    <a:pt x="175" y="759"/>
                  </a:lnTo>
                  <a:lnTo>
                    <a:pt x="169" y="739"/>
                  </a:lnTo>
                  <a:lnTo>
                    <a:pt x="169" y="74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2533" name="Freeform 31"/>
            <p:cNvSpPr>
              <a:spLocks/>
            </p:cNvSpPr>
            <p:nvPr/>
          </p:nvSpPr>
          <p:spPr bwMode="auto">
            <a:xfrm>
              <a:off x="1299" y="1681"/>
              <a:ext cx="157" cy="281"/>
            </a:xfrm>
            <a:custGeom>
              <a:avLst/>
              <a:gdLst>
                <a:gd name="T0" fmla="*/ 6 w 787"/>
                <a:gd name="T1" fmla="*/ 11 h 1404"/>
                <a:gd name="T2" fmla="*/ 6 w 787"/>
                <a:gd name="T3" fmla="*/ 11 h 1404"/>
                <a:gd name="T4" fmla="*/ 1 w 787"/>
                <a:gd name="T5" fmla="*/ 0 h 1404"/>
                <a:gd name="T6" fmla="*/ 0 w 787"/>
                <a:gd name="T7" fmla="*/ 0 h 1404"/>
                <a:gd name="T8" fmla="*/ 6 w 787"/>
                <a:gd name="T9" fmla="*/ 11 h 1404"/>
                <a:gd name="T10" fmla="*/ 6 w 787"/>
                <a:gd name="T11" fmla="*/ 11 h 1404"/>
                <a:gd name="T12" fmla="*/ 6 w 787"/>
                <a:gd name="T13" fmla="*/ 11 h 1404"/>
                <a:gd name="T14" fmla="*/ 6 w 787"/>
                <a:gd name="T15" fmla="*/ 11 h 1404"/>
                <a:gd name="T16" fmla="*/ 6 w 787"/>
                <a:gd name="T17" fmla="*/ 11 h 1404"/>
                <a:gd name="T18" fmla="*/ 6 w 787"/>
                <a:gd name="T19" fmla="*/ 11 h 1404"/>
                <a:gd name="T20" fmla="*/ 6 w 787"/>
                <a:gd name="T21" fmla="*/ 11 h 1404"/>
                <a:gd name="T22" fmla="*/ 6 w 787"/>
                <a:gd name="T23" fmla="*/ 11 h 1404"/>
                <a:gd name="T24" fmla="*/ 6 w 787"/>
                <a:gd name="T25" fmla="*/ 11 h 1404"/>
                <a:gd name="T26" fmla="*/ 6 w 787"/>
                <a:gd name="T27" fmla="*/ 11 h 1404"/>
                <a:gd name="T28" fmla="*/ 6 w 787"/>
                <a:gd name="T29" fmla="*/ 11 h 1404"/>
                <a:gd name="T30" fmla="*/ 6 w 787"/>
                <a:gd name="T31" fmla="*/ 11 h 1404"/>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787"/>
                <a:gd name="T49" fmla="*/ 0 h 1404"/>
                <a:gd name="T50" fmla="*/ 787 w 787"/>
                <a:gd name="T51" fmla="*/ 1404 h 1404"/>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787" h="1404">
                  <a:moveTo>
                    <a:pt x="781" y="1334"/>
                  </a:moveTo>
                  <a:lnTo>
                    <a:pt x="781" y="1337"/>
                  </a:lnTo>
                  <a:lnTo>
                    <a:pt x="82" y="0"/>
                  </a:lnTo>
                  <a:lnTo>
                    <a:pt x="0" y="42"/>
                  </a:lnTo>
                  <a:lnTo>
                    <a:pt x="699" y="1379"/>
                  </a:lnTo>
                  <a:lnTo>
                    <a:pt x="699" y="1381"/>
                  </a:lnTo>
                  <a:lnTo>
                    <a:pt x="699" y="1379"/>
                  </a:lnTo>
                  <a:lnTo>
                    <a:pt x="712" y="1395"/>
                  </a:lnTo>
                  <a:lnTo>
                    <a:pt x="727" y="1402"/>
                  </a:lnTo>
                  <a:lnTo>
                    <a:pt x="744" y="1404"/>
                  </a:lnTo>
                  <a:lnTo>
                    <a:pt x="761" y="1398"/>
                  </a:lnTo>
                  <a:lnTo>
                    <a:pt x="775" y="1388"/>
                  </a:lnTo>
                  <a:lnTo>
                    <a:pt x="784" y="1373"/>
                  </a:lnTo>
                  <a:lnTo>
                    <a:pt x="787" y="1357"/>
                  </a:lnTo>
                  <a:lnTo>
                    <a:pt x="781" y="1337"/>
                  </a:lnTo>
                  <a:lnTo>
                    <a:pt x="781" y="13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2534" name="Freeform 32"/>
            <p:cNvSpPr>
              <a:spLocks/>
            </p:cNvSpPr>
            <p:nvPr/>
          </p:nvSpPr>
          <p:spPr bwMode="auto">
            <a:xfrm>
              <a:off x="1439" y="1948"/>
              <a:ext cx="125" cy="76"/>
            </a:xfrm>
            <a:custGeom>
              <a:avLst/>
              <a:gdLst>
                <a:gd name="T0" fmla="*/ 5 w 628"/>
                <a:gd name="T1" fmla="*/ 2 h 383"/>
                <a:gd name="T2" fmla="*/ 5 w 628"/>
                <a:gd name="T3" fmla="*/ 2 h 383"/>
                <a:gd name="T4" fmla="*/ 4 w 628"/>
                <a:gd name="T5" fmla="*/ 2 h 383"/>
                <a:gd name="T6" fmla="*/ 4 w 628"/>
                <a:gd name="T7" fmla="*/ 2 h 383"/>
                <a:gd name="T8" fmla="*/ 4 w 628"/>
                <a:gd name="T9" fmla="*/ 2 h 383"/>
                <a:gd name="T10" fmla="*/ 3 w 628"/>
                <a:gd name="T11" fmla="*/ 2 h 383"/>
                <a:gd name="T12" fmla="*/ 3 w 628"/>
                <a:gd name="T13" fmla="*/ 2 h 383"/>
                <a:gd name="T14" fmla="*/ 3 w 628"/>
                <a:gd name="T15" fmla="*/ 2 h 383"/>
                <a:gd name="T16" fmla="*/ 3 w 628"/>
                <a:gd name="T17" fmla="*/ 2 h 383"/>
                <a:gd name="T18" fmla="*/ 2 w 628"/>
                <a:gd name="T19" fmla="*/ 2 h 383"/>
                <a:gd name="T20" fmla="*/ 2 w 628"/>
                <a:gd name="T21" fmla="*/ 2 h 383"/>
                <a:gd name="T22" fmla="*/ 2 w 628"/>
                <a:gd name="T23" fmla="*/ 1 h 383"/>
                <a:gd name="T24" fmla="*/ 2 w 628"/>
                <a:gd name="T25" fmla="*/ 1 h 383"/>
                <a:gd name="T26" fmla="*/ 1 w 628"/>
                <a:gd name="T27" fmla="*/ 1 h 383"/>
                <a:gd name="T28" fmla="*/ 1 w 628"/>
                <a:gd name="T29" fmla="*/ 1 h 383"/>
                <a:gd name="T30" fmla="*/ 1 w 628"/>
                <a:gd name="T31" fmla="*/ 1 h 383"/>
                <a:gd name="T32" fmla="*/ 1 w 628"/>
                <a:gd name="T33" fmla="*/ 0 h 383"/>
                <a:gd name="T34" fmla="*/ 1 w 628"/>
                <a:gd name="T35" fmla="*/ 0 h 383"/>
                <a:gd name="T36" fmla="*/ 0 w 628"/>
                <a:gd name="T37" fmla="*/ 0 h 383"/>
                <a:gd name="T38" fmla="*/ 0 w 628"/>
                <a:gd name="T39" fmla="*/ 1 h 383"/>
                <a:gd name="T40" fmla="*/ 0 w 628"/>
                <a:gd name="T41" fmla="*/ 1 h 383"/>
                <a:gd name="T42" fmla="*/ 1 w 628"/>
                <a:gd name="T43" fmla="*/ 1 h 383"/>
                <a:gd name="T44" fmla="*/ 1 w 628"/>
                <a:gd name="T45" fmla="*/ 1 h 383"/>
                <a:gd name="T46" fmla="*/ 1 w 628"/>
                <a:gd name="T47" fmla="*/ 2 h 383"/>
                <a:gd name="T48" fmla="*/ 1 w 628"/>
                <a:gd name="T49" fmla="*/ 2 h 383"/>
                <a:gd name="T50" fmla="*/ 2 w 628"/>
                <a:gd name="T51" fmla="*/ 2 h 383"/>
                <a:gd name="T52" fmla="*/ 2 w 628"/>
                <a:gd name="T53" fmla="*/ 2 h 383"/>
                <a:gd name="T54" fmla="*/ 2 w 628"/>
                <a:gd name="T55" fmla="*/ 2 h 383"/>
                <a:gd name="T56" fmla="*/ 3 w 628"/>
                <a:gd name="T57" fmla="*/ 3 h 383"/>
                <a:gd name="T58" fmla="*/ 3 w 628"/>
                <a:gd name="T59" fmla="*/ 3 h 383"/>
                <a:gd name="T60" fmla="*/ 3 w 628"/>
                <a:gd name="T61" fmla="*/ 3 h 383"/>
                <a:gd name="T62" fmla="*/ 4 w 628"/>
                <a:gd name="T63" fmla="*/ 3 h 383"/>
                <a:gd name="T64" fmla="*/ 4 w 628"/>
                <a:gd name="T65" fmla="*/ 3 h 383"/>
                <a:gd name="T66" fmla="*/ 4 w 628"/>
                <a:gd name="T67" fmla="*/ 3 h 383"/>
                <a:gd name="T68" fmla="*/ 5 w 628"/>
                <a:gd name="T69" fmla="*/ 3 h 383"/>
                <a:gd name="T70" fmla="*/ 5 w 628"/>
                <a:gd name="T71" fmla="*/ 3 h 383"/>
                <a:gd name="T72" fmla="*/ 5 w 628"/>
                <a:gd name="T73" fmla="*/ 3 h 383"/>
                <a:gd name="T74" fmla="*/ 5 w 628"/>
                <a:gd name="T75" fmla="*/ 3 h 383"/>
                <a:gd name="T76" fmla="*/ 5 w 628"/>
                <a:gd name="T77" fmla="*/ 3 h 383"/>
                <a:gd name="T78" fmla="*/ 5 w 628"/>
                <a:gd name="T79" fmla="*/ 3 h 383"/>
                <a:gd name="T80" fmla="*/ 5 w 628"/>
                <a:gd name="T81" fmla="*/ 3 h 383"/>
                <a:gd name="T82" fmla="*/ 5 w 628"/>
                <a:gd name="T83" fmla="*/ 3 h 383"/>
                <a:gd name="T84" fmla="*/ 5 w 628"/>
                <a:gd name="T85" fmla="*/ 2 h 383"/>
                <a:gd name="T86" fmla="*/ 5 w 628"/>
                <a:gd name="T87" fmla="*/ 2 h 383"/>
                <a:gd name="T88" fmla="*/ 5 w 628"/>
                <a:gd name="T89" fmla="*/ 2 h 383"/>
                <a:gd name="T90" fmla="*/ 5 w 628"/>
                <a:gd name="T91" fmla="*/ 2 h 38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628"/>
                <a:gd name="T139" fmla="*/ 0 h 383"/>
                <a:gd name="T140" fmla="*/ 628 w 628"/>
                <a:gd name="T141" fmla="*/ 383 h 38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628" h="383">
                  <a:moveTo>
                    <a:pt x="581" y="289"/>
                  </a:moveTo>
                  <a:lnTo>
                    <a:pt x="582" y="289"/>
                  </a:lnTo>
                  <a:lnTo>
                    <a:pt x="541" y="287"/>
                  </a:lnTo>
                  <a:lnTo>
                    <a:pt x="500" y="283"/>
                  </a:lnTo>
                  <a:lnTo>
                    <a:pt x="462" y="276"/>
                  </a:lnTo>
                  <a:lnTo>
                    <a:pt x="424" y="268"/>
                  </a:lnTo>
                  <a:lnTo>
                    <a:pt x="389" y="255"/>
                  </a:lnTo>
                  <a:lnTo>
                    <a:pt x="352" y="242"/>
                  </a:lnTo>
                  <a:lnTo>
                    <a:pt x="320" y="227"/>
                  </a:lnTo>
                  <a:lnTo>
                    <a:pt x="287" y="209"/>
                  </a:lnTo>
                  <a:lnTo>
                    <a:pt x="255" y="189"/>
                  </a:lnTo>
                  <a:lnTo>
                    <a:pt x="226" y="168"/>
                  </a:lnTo>
                  <a:lnTo>
                    <a:pt x="198" y="145"/>
                  </a:lnTo>
                  <a:lnTo>
                    <a:pt x="172" y="119"/>
                  </a:lnTo>
                  <a:lnTo>
                    <a:pt x="146" y="92"/>
                  </a:lnTo>
                  <a:lnTo>
                    <a:pt x="122" y="64"/>
                  </a:lnTo>
                  <a:lnTo>
                    <a:pt x="100" y="33"/>
                  </a:lnTo>
                  <a:lnTo>
                    <a:pt x="82" y="0"/>
                  </a:lnTo>
                  <a:lnTo>
                    <a:pt x="0" y="47"/>
                  </a:lnTo>
                  <a:lnTo>
                    <a:pt x="23" y="85"/>
                  </a:lnTo>
                  <a:lnTo>
                    <a:pt x="49" y="120"/>
                  </a:lnTo>
                  <a:lnTo>
                    <a:pt x="76" y="153"/>
                  </a:lnTo>
                  <a:lnTo>
                    <a:pt x="104" y="185"/>
                  </a:lnTo>
                  <a:lnTo>
                    <a:pt x="137" y="215"/>
                  </a:lnTo>
                  <a:lnTo>
                    <a:pt x="170" y="241"/>
                  </a:lnTo>
                  <a:lnTo>
                    <a:pt x="204" y="267"/>
                  </a:lnTo>
                  <a:lnTo>
                    <a:pt x="240" y="289"/>
                  </a:lnTo>
                  <a:lnTo>
                    <a:pt x="277" y="309"/>
                  </a:lnTo>
                  <a:lnTo>
                    <a:pt x="317" y="329"/>
                  </a:lnTo>
                  <a:lnTo>
                    <a:pt x="358" y="344"/>
                  </a:lnTo>
                  <a:lnTo>
                    <a:pt x="400" y="357"/>
                  </a:lnTo>
                  <a:lnTo>
                    <a:pt x="444" y="367"/>
                  </a:lnTo>
                  <a:lnTo>
                    <a:pt x="488" y="374"/>
                  </a:lnTo>
                  <a:lnTo>
                    <a:pt x="534" y="380"/>
                  </a:lnTo>
                  <a:lnTo>
                    <a:pt x="580" y="383"/>
                  </a:lnTo>
                  <a:lnTo>
                    <a:pt x="581" y="383"/>
                  </a:lnTo>
                  <a:lnTo>
                    <a:pt x="580" y="383"/>
                  </a:lnTo>
                  <a:lnTo>
                    <a:pt x="600" y="379"/>
                  </a:lnTo>
                  <a:lnTo>
                    <a:pt x="615" y="369"/>
                  </a:lnTo>
                  <a:lnTo>
                    <a:pt x="624" y="353"/>
                  </a:lnTo>
                  <a:lnTo>
                    <a:pt x="628" y="337"/>
                  </a:lnTo>
                  <a:lnTo>
                    <a:pt x="625" y="319"/>
                  </a:lnTo>
                  <a:lnTo>
                    <a:pt x="617" y="304"/>
                  </a:lnTo>
                  <a:lnTo>
                    <a:pt x="602" y="294"/>
                  </a:lnTo>
                  <a:lnTo>
                    <a:pt x="582" y="289"/>
                  </a:lnTo>
                  <a:lnTo>
                    <a:pt x="581" y="28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2535" name="Freeform 33"/>
            <p:cNvSpPr>
              <a:spLocks/>
            </p:cNvSpPr>
            <p:nvPr/>
          </p:nvSpPr>
          <p:spPr bwMode="auto">
            <a:xfrm>
              <a:off x="1587" y="1880"/>
              <a:ext cx="85" cy="49"/>
            </a:xfrm>
            <a:custGeom>
              <a:avLst/>
              <a:gdLst>
                <a:gd name="T0" fmla="*/ 3 w 426"/>
                <a:gd name="T1" fmla="*/ 0 h 245"/>
                <a:gd name="T2" fmla="*/ 3 w 426"/>
                <a:gd name="T3" fmla="*/ 0 h 245"/>
                <a:gd name="T4" fmla="*/ 3 w 426"/>
                <a:gd name="T5" fmla="*/ 0 h 245"/>
                <a:gd name="T6" fmla="*/ 3 w 426"/>
                <a:gd name="T7" fmla="*/ 0 h 245"/>
                <a:gd name="T8" fmla="*/ 2 w 426"/>
                <a:gd name="T9" fmla="*/ 0 h 245"/>
                <a:gd name="T10" fmla="*/ 2 w 426"/>
                <a:gd name="T11" fmla="*/ 0 h 245"/>
                <a:gd name="T12" fmla="*/ 2 w 426"/>
                <a:gd name="T13" fmla="*/ 0 h 245"/>
                <a:gd name="T14" fmla="*/ 2 w 426"/>
                <a:gd name="T15" fmla="*/ 0 h 245"/>
                <a:gd name="T16" fmla="*/ 1 w 426"/>
                <a:gd name="T17" fmla="*/ 0 h 245"/>
                <a:gd name="T18" fmla="*/ 1 w 426"/>
                <a:gd name="T19" fmla="*/ 1 h 245"/>
                <a:gd name="T20" fmla="*/ 1 w 426"/>
                <a:gd name="T21" fmla="*/ 1 h 245"/>
                <a:gd name="T22" fmla="*/ 1 w 426"/>
                <a:gd name="T23" fmla="*/ 1 h 245"/>
                <a:gd name="T24" fmla="*/ 0 w 426"/>
                <a:gd name="T25" fmla="*/ 1 h 245"/>
                <a:gd name="T26" fmla="*/ 0 w 426"/>
                <a:gd name="T27" fmla="*/ 1 h 245"/>
                <a:gd name="T28" fmla="*/ 0 w 426"/>
                <a:gd name="T29" fmla="*/ 1 h 245"/>
                <a:gd name="T30" fmla="*/ 0 w 426"/>
                <a:gd name="T31" fmla="*/ 2 h 245"/>
                <a:gd name="T32" fmla="*/ 0 w 426"/>
                <a:gd name="T33" fmla="*/ 2 h 245"/>
                <a:gd name="T34" fmla="*/ 0 w 426"/>
                <a:gd name="T35" fmla="*/ 2 h 245"/>
                <a:gd name="T36" fmla="*/ 0 w 426"/>
                <a:gd name="T37" fmla="*/ 2 h 245"/>
                <a:gd name="T38" fmla="*/ 0 w 426"/>
                <a:gd name="T39" fmla="*/ 2 h 245"/>
                <a:gd name="T40" fmla="*/ 0 w 426"/>
                <a:gd name="T41" fmla="*/ 2 h 245"/>
                <a:gd name="T42" fmla="*/ 0 w 426"/>
                <a:gd name="T43" fmla="*/ 1 h 245"/>
                <a:gd name="T44" fmla="*/ 0 w 426"/>
                <a:gd name="T45" fmla="*/ 1 h 245"/>
                <a:gd name="T46" fmla="*/ 0 w 426"/>
                <a:gd name="T47" fmla="*/ 1 h 245"/>
                <a:gd name="T48" fmla="*/ 1 w 426"/>
                <a:gd name="T49" fmla="*/ 1 h 245"/>
                <a:gd name="T50" fmla="*/ 1 w 426"/>
                <a:gd name="T51" fmla="*/ 1 h 245"/>
                <a:gd name="T52" fmla="*/ 1 w 426"/>
                <a:gd name="T53" fmla="*/ 1 h 245"/>
                <a:gd name="T54" fmla="*/ 1 w 426"/>
                <a:gd name="T55" fmla="*/ 1 h 245"/>
                <a:gd name="T56" fmla="*/ 2 w 426"/>
                <a:gd name="T57" fmla="*/ 0 h 245"/>
                <a:gd name="T58" fmla="*/ 2 w 426"/>
                <a:gd name="T59" fmla="*/ 0 h 245"/>
                <a:gd name="T60" fmla="*/ 2 w 426"/>
                <a:gd name="T61" fmla="*/ 0 h 245"/>
                <a:gd name="T62" fmla="*/ 2 w 426"/>
                <a:gd name="T63" fmla="*/ 0 h 245"/>
                <a:gd name="T64" fmla="*/ 3 w 426"/>
                <a:gd name="T65" fmla="*/ 0 h 245"/>
                <a:gd name="T66" fmla="*/ 3 w 426"/>
                <a:gd name="T67" fmla="*/ 0 h 245"/>
                <a:gd name="T68" fmla="*/ 3 w 426"/>
                <a:gd name="T69" fmla="*/ 0 h 245"/>
                <a:gd name="T70" fmla="*/ 3 w 426"/>
                <a:gd name="T71" fmla="*/ 0 h 245"/>
                <a:gd name="T72" fmla="*/ 3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426" y="0"/>
                  </a:moveTo>
                  <a:lnTo>
                    <a:pt x="426" y="0"/>
                  </a:lnTo>
                  <a:lnTo>
                    <a:pt x="384" y="1"/>
                  </a:lnTo>
                  <a:lnTo>
                    <a:pt x="340" y="4"/>
                  </a:lnTo>
                  <a:lnTo>
                    <a:pt x="300" y="10"/>
                  </a:lnTo>
                  <a:lnTo>
                    <a:pt x="262" y="18"/>
                  </a:lnTo>
                  <a:lnTo>
                    <a:pt x="224" y="29"/>
                  </a:lnTo>
                  <a:lnTo>
                    <a:pt x="189" y="41"/>
                  </a:lnTo>
                  <a:lnTo>
                    <a:pt x="157" y="55"/>
                  </a:lnTo>
                  <a:lnTo>
                    <a:pt x="126" y="70"/>
                  </a:lnTo>
                  <a:lnTo>
                    <a:pt x="99" y="89"/>
                  </a:lnTo>
                  <a:lnTo>
                    <a:pt x="74" y="106"/>
                  </a:lnTo>
                  <a:lnTo>
                    <a:pt x="52" y="126"/>
                  </a:lnTo>
                  <a:lnTo>
                    <a:pt x="34" y="148"/>
                  </a:lnTo>
                  <a:lnTo>
                    <a:pt x="19" y="171"/>
                  </a:lnTo>
                  <a:lnTo>
                    <a:pt x="9" y="194"/>
                  </a:lnTo>
                  <a:lnTo>
                    <a:pt x="3" y="219"/>
                  </a:lnTo>
                  <a:lnTo>
                    <a:pt x="0" y="245"/>
                  </a:lnTo>
                  <a:lnTo>
                    <a:pt x="12" y="245"/>
                  </a:lnTo>
                  <a:lnTo>
                    <a:pt x="15" y="221"/>
                  </a:lnTo>
                  <a:lnTo>
                    <a:pt x="20" y="199"/>
                  </a:lnTo>
                  <a:lnTo>
                    <a:pt x="31" y="178"/>
                  </a:lnTo>
                  <a:lnTo>
                    <a:pt x="44" y="156"/>
                  </a:lnTo>
                  <a:lnTo>
                    <a:pt x="61" y="136"/>
                  </a:lnTo>
                  <a:lnTo>
                    <a:pt x="81" y="116"/>
                  </a:lnTo>
                  <a:lnTo>
                    <a:pt x="106" y="98"/>
                  </a:lnTo>
                  <a:lnTo>
                    <a:pt x="133" y="82"/>
                  </a:lnTo>
                  <a:lnTo>
                    <a:pt x="162" y="66"/>
                  </a:lnTo>
                  <a:lnTo>
                    <a:pt x="194" y="52"/>
                  </a:lnTo>
                  <a:lnTo>
                    <a:pt x="229" y="41"/>
                  </a:lnTo>
                  <a:lnTo>
                    <a:pt x="264" y="30"/>
                  </a:lnTo>
                  <a:lnTo>
                    <a:pt x="303" y="22"/>
                  </a:lnTo>
                  <a:lnTo>
                    <a:pt x="343" y="16"/>
                  </a:lnTo>
                  <a:lnTo>
                    <a:pt x="384" y="12"/>
                  </a:lnTo>
                  <a:lnTo>
                    <a:pt x="426" y="11"/>
                  </a:lnTo>
                  <a:lnTo>
                    <a:pt x="42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2536" name="Freeform 34"/>
            <p:cNvSpPr>
              <a:spLocks/>
            </p:cNvSpPr>
            <p:nvPr/>
          </p:nvSpPr>
          <p:spPr bwMode="auto">
            <a:xfrm>
              <a:off x="1587" y="1929"/>
              <a:ext cx="85" cy="49"/>
            </a:xfrm>
            <a:custGeom>
              <a:avLst/>
              <a:gdLst>
                <a:gd name="T0" fmla="*/ 0 w 426"/>
                <a:gd name="T1" fmla="*/ 0 h 245"/>
                <a:gd name="T2" fmla="*/ 0 w 426"/>
                <a:gd name="T3" fmla="*/ 0 h 245"/>
                <a:gd name="T4" fmla="*/ 0 w 426"/>
                <a:gd name="T5" fmla="*/ 0 h 245"/>
                <a:gd name="T6" fmla="*/ 0 w 426"/>
                <a:gd name="T7" fmla="*/ 0 h 245"/>
                <a:gd name="T8" fmla="*/ 0 w 426"/>
                <a:gd name="T9" fmla="*/ 1 h 245"/>
                <a:gd name="T10" fmla="*/ 0 w 426"/>
                <a:gd name="T11" fmla="*/ 1 h 245"/>
                <a:gd name="T12" fmla="*/ 0 w 426"/>
                <a:gd name="T13" fmla="*/ 1 h 245"/>
                <a:gd name="T14" fmla="*/ 1 w 426"/>
                <a:gd name="T15" fmla="*/ 1 h 245"/>
                <a:gd name="T16" fmla="*/ 1 w 426"/>
                <a:gd name="T17" fmla="*/ 1 h 245"/>
                <a:gd name="T18" fmla="*/ 1 w 426"/>
                <a:gd name="T19" fmla="*/ 1 h 245"/>
                <a:gd name="T20" fmla="*/ 1 w 426"/>
                <a:gd name="T21" fmla="*/ 2 h 245"/>
                <a:gd name="T22" fmla="*/ 2 w 426"/>
                <a:gd name="T23" fmla="*/ 2 h 245"/>
                <a:gd name="T24" fmla="*/ 2 w 426"/>
                <a:gd name="T25" fmla="*/ 2 h 245"/>
                <a:gd name="T26" fmla="*/ 2 w 426"/>
                <a:gd name="T27" fmla="*/ 2 h 245"/>
                <a:gd name="T28" fmla="*/ 2 w 426"/>
                <a:gd name="T29" fmla="*/ 2 h 245"/>
                <a:gd name="T30" fmla="*/ 3 w 426"/>
                <a:gd name="T31" fmla="*/ 2 h 245"/>
                <a:gd name="T32" fmla="*/ 3 w 426"/>
                <a:gd name="T33" fmla="*/ 2 h 245"/>
                <a:gd name="T34" fmla="*/ 3 w 426"/>
                <a:gd name="T35" fmla="*/ 2 h 245"/>
                <a:gd name="T36" fmla="*/ 3 w 426"/>
                <a:gd name="T37" fmla="*/ 2 h 245"/>
                <a:gd name="T38" fmla="*/ 3 w 426"/>
                <a:gd name="T39" fmla="*/ 2 h 245"/>
                <a:gd name="T40" fmla="*/ 3 w 426"/>
                <a:gd name="T41" fmla="*/ 2 h 245"/>
                <a:gd name="T42" fmla="*/ 2 w 426"/>
                <a:gd name="T43" fmla="*/ 2 h 245"/>
                <a:gd name="T44" fmla="*/ 2 w 426"/>
                <a:gd name="T45" fmla="*/ 2 h 245"/>
                <a:gd name="T46" fmla="*/ 2 w 426"/>
                <a:gd name="T47" fmla="*/ 2 h 245"/>
                <a:gd name="T48" fmla="*/ 2 w 426"/>
                <a:gd name="T49" fmla="*/ 2 h 245"/>
                <a:gd name="T50" fmla="*/ 1 w 426"/>
                <a:gd name="T51" fmla="*/ 1 h 245"/>
                <a:gd name="T52" fmla="*/ 1 w 426"/>
                <a:gd name="T53" fmla="*/ 1 h 245"/>
                <a:gd name="T54" fmla="*/ 1 w 426"/>
                <a:gd name="T55" fmla="*/ 1 h 245"/>
                <a:gd name="T56" fmla="*/ 1 w 426"/>
                <a:gd name="T57" fmla="*/ 1 h 245"/>
                <a:gd name="T58" fmla="*/ 0 w 426"/>
                <a:gd name="T59" fmla="*/ 1 h 245"/>
                <a:gd name="T60" fmla="*/ 0 w 426"/>
                <a:gd name="T61" fmla="*/ 1 h 245"/>
                <a:gd name="T62" fmla="*/ 0 w 426"/>
                <a:gd name="T63" fmla="*/ 1 h 245"/>
                <a:gd name="T64" fmla="*/ 0 w 426"/>
                <a:gd name="T65" fmla="*/ 0 h 245"/>
                <a:gd name="T66" fmla="*/ 0 w 426"/>
                <a:gd name="T67" fmla="*/ 0 h 245"/>
                <a:gd name="T68" fmla="*/ 0 w 426"/>
                <a:gd name="T69" fmla="*/ 0 h 245"/>
                <a:gd name="T70" fmla="*/ 0 w 426"/>
                <a:gd name="T71" fmla="*/ 0 h 245"/>
                <a:gd name="T72" fmla="*/ 0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0" y="0"/>
                  </a:moveTo>
                  <a:lnTo>
                    <a:pt x="0" y="0"/>
                  </a:lnTo>
                  <a:lnTo>
                    <a:pt x="3" y="25"/>
                  </a:lnTo>
                  <a:lnTo>
                    <a:pt x="9" y="50"/>
                  </a:lnTo>
                  <a:lnTo>
                    <a:pt x="19" y="73"/>
                  </a:lnTo>
                  <a:lnTo>
                    <a:pt x="34" y="96"/>
                  </a:lnTo>
                  <a:lnTo>
                    <a:pt x="52" y="118"/>
                  </a:lnTo>
                  <a:lnTo>
                    <a:pt x="74" y="138"/>
                  </a:lnTo>
                  <a:lnTo>
                    <a:pt x="99" y="156"/>
                  </a:lnTo>
                  <a:lnTo>
                    <a:pt x="126" y="174"/>
                  </a:lnTo>
                  <a:lnTo>
                    <a:pt x="157" y="190"/>
                  </a:lnTo>
                  <a:lnTo>
                    <a:pt x="189" y="204"/>
                  </a:lnTo>
                  <a:lnTo>
                    <a:pt x="224" y="215"/>
                  </a:lnTo>
                  <a:lnTo>
                    <a:pt x="262" y="226"/>
                  </a:lnTo>
                  <a:lnTo>
                    <a:pt x="300" y="234"/>
                  </a:lnTo>
                  <a:lnTo>
                    <a:pt x="340" y="240"/>
                  </a:lnTo>
                  <a:lnTo>
                    <a:pt x="384" y="244"/>
                  </a:lnTo>
                  <a:lnTo>
                    <a:pt x="426" y="245"/>
                  </a:lnTo>
                  <a:lnTo>
                    <a:pt x="426" y="233"/>
                  </a:lnTo>
                  <a:lnTo>
                    <a:pt x="384" y="232"/>
                  </a:lnTo>
                  <a:lnTo>
                    <a:pt x="343" y="228"/>
                  </a:lnTo>
                  <a:lnTo>
                    <a:pt x="303" y="222"/>
                  </a:lnTo>
                  <a:lnTo>
                    <a:pt x="264" y="214"/>
                  </a:lnTo>
                  <a:lnTo>
                    <a:pt x="229" y="204"/>
                  </a:lnTo>
                  <a:lnTo>
                    <a:pt x="194" y="192"/>
                  </a:lnTo>
                  <a:lnTo>
                    <a:pt x="162" y="178"/>
                  </a:lnTo>
                  <a:lnTo>
                    <a:pt x="133" y="163"/>
                  </a:lnTo>
                  <a:lnTo>
                    <a:pt x="106" y="146"/>
                  </a:lnTo>
                  <a:lnTo>
                    <a:pt x="81" y="129"/>
                  </a:lnTo>
                  <a:lnTo>
                    <a:pt x="61" y="109"/>
                  </a:lnTo>
                  <a:lnTo>
                    <a:pt x="44" y="89"/>
                  </a:lnTo>
                  <a:lnTo>
                    <a:pt x="31" y="66"/>
                  </a:lnTo>
                  <a:lnTo>
                    <a:pt x="20" y="45"/>
                  </a:lnTo>
                  <a:lnTo>
                    <a:pt x="15" y="2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2537" name="Freeform 35"/>
            <p:cNvSpPr>
              <a:spLocks/>
            </p:cNvSpPr>
            <p:nvPr/>
          </p:nvSpPr>
          <p:spPr bwMode="auto">
            <a:xfrm>
              <a:off x="878" y="1448"/>
              <a:ext cx="792" cy="954"/>
            </a:xfrm>
            <a:custGeom>
              <a:avLst/>
              <a:gdLst>
                <a:gd name="T0" fmla="*/ 13 w 3960"/>
                <a:gd name="T1" fmla="*/ 38 h 4768"/>
                <a:gd name="T2" fmla="*/ 14 w 3960"/>
                <a:gd name="T3" fmla="*/ 38 h 4768"/>
                <a:gd name="T4" fmla="*/ 15 w 3960"/>
                <a:gd name="T5" fmla="*/ 38 h 4768"/>
                <a:gd name="T6" fmla="*/ 15 w 3960"/>
                <a:gd name="T7" fmla="*/ 38 h 4768"/>
                <a:gd name="T8" fmla="*/ 16 w 3960"/>
                <a:gd name="T9" fmla="*/ 38 h 4768"/>
                <a:gd name="T10" fmla="*/ 17 w 3960"/>
                <a:gd name="T11" fmla="*/ 38 h 4768"/>
                <a:gd name="T12" fmla="*/ 17 w 3960"/>
                <a:gd name="T13" fmla="*/ 38 h 4768"/>
                <a:gd name="T14" fmla="*/ 18 w 3960"/>
                <a:gd name="T15" fmla="*/ 38 h 4768"/>
                <a:gd name="T16" fmla="*/ 18 w 3960"/>
                <a:gd name="T17" fmla="*/ 38 h 4768"/>
                <a:gd name="T18" fmla="*/ 29 w 3960"/>
                <a:gd name="T19" fmla="*/ 30 h 4768"/>
                <a:gd name="T20" fmla="*/ 30 w 3960"/>
                <a:gd name="T21" fmla="*/ 30 h 4768"/>
                <a:gd name="T22" fmla="*/ 30 w 3960"/>
                <a:gd name="T23" fmla="*/ 29 h 4768"/>
                <a:gd name="T24" fmla="*/ 31 w 3960"/>
                <a:gd name="T25" fmla="*/ 28 h 4768"/>
                <a:gd name="T26" fmla="*/ 31 w 3960"/>
                <a:gd name="T27" fmla="*/ 28 h 4768"/>
                <a:gd name="T28" fmla="*/ 31 w 3960"/>
                <a:gd name="T29" fmla="*/ 27 h 4768"/>
                <a:gd name="T30" fmla="*/ 32 w 3960"/>
                <a:gd name="T31" fmla="*/ 26 h 4768"/>
                <a:gd name="T32" fmla="*/ 32 w 3960"/>
                <a:gd name="T33" fmla="*/ 25 h 4768"/>
                <a:gd name="T34" fmla="*/ 32 w 3960"/>
                <a:gd name="T35" fmla="*/ 11 h 4768"/>
                <a:gd name="T36" fmla="*/ 32 w 3960"/>
                <a:gd name="T37" fmla="*/ 10 h 4768"/>
                <a:gd name="T38" fmla="*/ 31 w 3960"/>
                <a:gd name="T39" fmla="*/ 9 h 4768"/>
                <a:gd name="T40" fmla="*/ 31 w 3960"/>
                <a:gd name="T41" fmla="*/ 9 h 4768"/>
                <a:gd name="T42" fmla="*/ 31 w 3960"/>
                <a:gd name="T43" fmla="*/ 8 h 4768"/>
                <a:gd name="T44" fmla="*/ 31 w 3960"/>
                <a:gd name="T45" fmla="*/ 8 h 4768"/>
                <a:gd name="T46" fmla="*/ 30 w 3960"/>
                <a:gd name="T47" fmla="*/ 7 h 4768"/>
                <a:gd name="T48" fmla="*/ 30 w 3960"/>
                <a:gd name="T49" fmla="*/ 7 h 4768"/>
                <a:gd name="T50" fmla="*/ 29 w 3960"/>
                <a:gd name="T51" fmla="*/ 6 h 4768"/>
                <a:gd name="T52" fmla="*/ 19 w 3960"/>
                <a:gd name="T53" fmla="*/ 1 h 4768"/>
                <a:gd name="T54" fmla="*/ 18 w 3960"/>
                <a:gd name="T55" fmla="*/ 0 h 4768"/>
                <a:gd name="T56" fmla="*/ 17 w 3960"/>
                <a:gd name="T57" fmla="*/ 0 h 4768"/>
                <a:gd name="T58" fmla="*/ 17 w 3960"/>
                <a:gd name="T59" fmla="*/ 0 h 4768"/>
                <a:gd name="T60" fmla="*/ 16 w 3960"/>
                <a:gd name="T61" fmla="*/ 0 h 4768"/>
                <a:gd name="T62" fmla="*/ 15 w 3960"/>
                <a:gd name="T63" fmla="*/ 0 h 4768"/>
                <a:gd name="T64" fmla="*/ 14 w 3960"/>
                <a:gd name="T65" fmla="*/ 0 h 4768"/>
                <a:gd name="T66" fmla="*/ 14 w 3960"/>
                <a:gd name="T67" fmla="*/ 0 h 4768"/>
                <a:gd name="T68" fmla="*/ 2 w 3960"/>
                <a:gd name="T69" fmla="*/ 6 h 4768"/>
                <a:gd name="T70" fmla="*/ 2 w 3960"/>
                <a:gd name="T71" fmla="*/ 7 h 4768"/>
                <a:gd name="T72" fmla="*/ 1 w 3960"/>
                <a:gd name="T73" fmla="*/ 7 h 4768"/>
                <a:gd name="T74" fmla="*/ 1 w 3960"/>
                <a:gd name="T75" fmla="*/ 8 h 4768"/>
                <a:gd name="T76" fmla="*/ 1 w 3960"/>
                <a:gd name="T77" fmla="*/ 8 h 4768"/>
                <a:gd name="T78" fmla="*/ 0 w 3960"/>
                <a:gd name="T79" fmla="*/ 9 h 4768"/>
                <a:gd name="T80" fmla="*/ 0 w 3960"/>
                <a:gd name="T81" fmla="*/ 9 h 4768"/>
                <a:gd name="T82" fmla="*/ 0 w 3960"/>
                <a:gd name="T83" fmla="*/ 10 h 4768"/>
                <a:gd name="T84" fmla="*/ 0 w 3960"/>
                <a:gd name="T85" fmla="*/ 11 h 4768"/>
                <a:gd name="T86" fmla="*/ 0 w 3960"/>
                <a:gd name="T87" fmla="*/ 25 h 4768"/>
                <a:gd name="T88" fmla="*/ 0 w 3960"/>
                <a:gd name="T89" fmla="*/ 26 h 4768"/>
                <a:gd name="T90" fmla="*/ 0 w 3960"/>
                <a:gd name="T91" fmla="*/ 27 h 4768"/>
                <a:gd name="T92" fmla="*/ 1 w 3960"/>
                <a:gd name="T93" fmla="*/ 28 h 4768"/>
                <a:gd name="T94" fmla="*/ 1 w 3960"/>
                <a:gd name="T95" fmla="*/ 29 h 4768"/>
                <a:gd name="T96" fmla="*/ 1 w 3960"/>
                <a:gd name="T97" fmla="*/ 29 h 4768"/>
                <a:gd name="T98" fmla="*/ 2 w 3960"/>
                <a:gd name="T99" fmla="*/ 30 h 4768"/>
                <a:gd name="T100" fmla="*/ 3 w 3960"/>
                <a:gd name="T101" fmla="*/ 31 h 4768"/>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w 3960"/>
                <a:gd name="T154" fmla="*/ 0 h 4768"/>
                <a:gd name="T155" fmla="*/ 3960 w 3960"/>
                <a:gd name="T156" fmla="*/ 4768 h 4768"/>
              </a:gdLst>
              <a:ahLst/>
              <a:cxnLst>
                <a:cxn ang="T102">
                  <a:pos x="T0" y="T1"/>
                </a:cxn>
                <a:cxn ang="T103">
                  <a:pos x="T2" y="T3"/>
                </a:cxn>
                <a:cxn ang="T104">
                  <a:pos x="T4" y="T5"/>
                </a:cxn>
                <a:cxn ang="T105">
                  <a:pos x="T6" y="T7"/>
                </a:cxn>
                <a:cxn ang="T106">
                  <a:pos x="T8" y="T9"/>
                </a:cxn>
                <a:cxn ang="T107">
                  <a:pos x="T10" y="T11"/>
                </a:cxn>
                <a:cxn ang="T108">
                  <a:pos x="T12" y="T13"/>
                </a:cxn>
                <a:cxn ang="T109">
                  <a:pos x="T14" y="T15"/>
                </a:cxn>
                <a:cxn ang="T110">
                  <a:pos x="T16" y="T17"/>
                </a:cxn>
                <a:cxn ang="T111">
                  <a:pos x="T18" y="T19"/>
                </a:cxn>
                <a:cxn ang="T112">
                  <a:pos x="T20" y="T21"/>
                </a:cxn>
                <a:cxn ang="T113">
                  <a:pos x="T22" y="T23"/>
                </a:cxn>
                <a:cxn ang="T114">
                  <a:pos x="T24" y="T25"/>
                </a:cxn>
                <a:cxn ang="T115">
                  <a:pos x="T26" y="T27"/>
                </a:cxn>
                <a:cxn ang="T116">
                  <a:pos x="T28" y="T29"/>
                </a:cxn>
                <a:cxn ang="T117">
                  <a:pos x="T30" y="T31"/>
                </a:cxn>
                <a:cxn ang="T118">
                  <a:pos x="T32" y="T33"/>
                </a:cxn>
                <a:cxn ang="T119">
                  <a:pos x="T34" y="T35"/>
                </a:cxn>
                <a:cxn ang="T120">
                  <a:pos x="T36" y="T37"/>
                </a:cxn>
                <a:cxn ang="T121">
                  <a:pos x="T38" y="T39"/>
                </a:cxn>
                <a:cxn ang="T122">
                  <a:pos x="T40" y="T41"/>
                </a:cxn>
                <a:cxn ang="T123">
                  <a:pos x="T42" y="T43"/>
                </a:cxn>
                <a:cxn ang="T124">
                  <a:pos x="T44" y="T45"/>
                </a:cxn>
                <a:cxn ang="T125">
                  <a:pos x="T46" y="T47"/>
                </a:cxn>
                <a:cxn ang="T126">
                  <a:pos x="T48" y="T49"/>
                </a:cxn>
                <a:cxn ang="T127">
                  <a:pos x="T50" y="T51"/>
                </a:cxn>
                <a:cxn ang="T128">
                  <a:pos x="T52" y="T53"/>
                </a:cxn>
                <a:cxn ang="T129">
                  <a:pos x="T54" y="T55"/>
                </a:cxn>
                <a:cxn ang="T130">
                  <a:pos x="T56" y="T57"/>
                </a:cxn>
                <a:cxn ang="T131">
                  <a:pos x="T58" y="T59"/>
                </a:cxn>
                <a:cxn ang="T132">
                  <a:pos x="T60" y="T61"/>
                </a:cxn>
                <a:cxn ang="T133">
                  <a:pos x="T62" y="T63"/>
                </a:cxn>
                <a:cxn ang="T134">
                  <a:pos x="T64" y="T65"/>
                </a:cxn>
                <a:cxn ang="T135">
                  <a:pos x="T66" y="T67"/>
                </a:cxn>
                <a:cxn ang="T136">
                  <a:pos x="T68" y="T69"/>
                </a:cxn>
                <a:cxn ang="T137">
                  <a:pos x="T70" y="T71"/>
                </a:cxn>
                <a:cxn ang="T138">
                  <a:pos x="T72" y="T73"/>
                </a:cxn>
                <a:cxn ang="T139">
                  <a:pos x="T74" y="T75"/>
                </a:cxn>
                <a:cxn ang="T140">
                  <a:pos x="T76" y="T77"/>
                </a:cxn>
                <a:cxn ang="T141">
                  <a:pos x="T78" y="T79"/>
                </a:cxn>
                <a:cxn ang="T142">
                  <a:pos x="T80" y="T81"/>
                </a:cxn>
                <a:cxn ang="T143">
                  <a:pos x="T82" y="T83"/>
                </a:cxn>
                <a:cxn ang="T144">
                  <a:pos x="T84" y="T85"/>
                </a:cxn>
                <a:cxn ang="T145">
                  <a:pos x="T86" y="T87"/>
                </a:cxn>
                <a:cxn ang="T146">
                  <a:pos x="T88" y="T89"/>
                </a:cxn>
                <a:cxn ang="T147">
                  <a:pos x="T90" y="T91"/>
                </a:cxn>
                <a:cxn ang="T148">
                  <a:pos x="T92" y="T93"/>
                </a:cxn>
                <a:cxn ang="T149">
                  <a:pos x="T94" y="T95"/>
                </a:cxn>
                <a:cxn ang="T150">
                  <a:pos x="T96" y="T97"/>
                </a:cxn>
                <a:cxn ang="T151">
                  <a:pos x="T98" y="T99"/>
                </a:cxn>
                <a:cxn ang="T152">
                  <a:pos x="T100" y="T101"/>
                </a:cxn>
              </a:cxnLst>
              <a:rect l="T153" t="T154" r="T155" b="T156"/>
              <a:pathLst>
                <a:path w="3960" h="4768">
                  <a:moveTo>
                    <a:pt x="353" y="3849"/>
                  </a:moveTo>
                  <a:lnTo>
                    <a:pt x="1661" y="4700"/>
                  </a:lnTo>
                  <a:lnTo>
                    <a:pt x="1697" y="4717"/>
                  </a:lnTo>
                  <a:lnTo>
                    <a:pt x="1736" y="4731"/>
                  </a:lnTo>
                  <a:lnTo>
                    <a:pt x="1776" y="4742"/>
                  </a:lnTo>
                  <a:lnTo>
                    <a:pt x="1818" y="4753"/>
                  </a:lnTo>
                  <a:lnTo>
                    <a:pt x="1860" y="4760"/>
                  </a:lnTo>
                  <a:lnTo>
                    <a:pt x="1902" y="4765"/>
                  </a:lnTo>
                  <a:lnTo>
                    <a:pt x="1946" y="4768"/>
                  </a:lnTo>
                  <a:lnTo>
                    <a:pt x="1988" y="4768"/>
                  </a:lnTo>
                  <a:lnTo>
                    <a:pt x="2031" y="4767"/>
                  </a:lnTo>
                  <a:lnTo>
                    <a:pt x="2073" y="4763"/>
                  </a:lnTo>
                  <a:lnTo>
                    <a:pt x="2114" y="4758"/>
                  </a:lnTo>
                  <a:lnTo>
                    <a:pt x="2154" y="4751"/>
                  </a:lnTo>
                  <a:lnTo>
                    <a:pt x="2193" y="4740"/>
                  </a:lnTo>
                  <a:lnTo>
                    <a:pt x="2230" y="4729"/>
                  </a:lnTo>
                  <a:lnTo>
                    <a:pt x="2264" y="4715"/>
                  </a:lnTo>
                  <a:lnTo>
                    <a:pt x="2297" y="4700"/>
                  </a:lnTo>
                  <a:lnTo>
                    <a:pt x="3639" y="3825"/>
                  </a:lnTo>
                  <a:lnTo>
                    <a:pt x="3673" y="3795"/>
                  </a:lnTo>
                  <a:lnTo>
                    <a:pt x="3707" y="3761"/>
                  </a:lnTo>
                  <a:lnTo>
                    <a:pt x="3738" y="3725"/>
                  </a:lnTo>
                  <a:lnTo>
                    <a:pt x="3768" y="3685"/>
                  </a:lnTo>
                  <a:lnTo>
                    <a:pt x="3796" y="3644"/>
                  </a:lnTo>
                  <a:lnTo>
                    <a:pt x="3821" y="3599"/>
                  </a:lnTo>
                  <a:lnTo>
                    <a:pt x="3846" y="3553"/>
                  </a:lnTo>
                  <a:lnTo>
                    <a:pt x="3868" y="3505"/>
                  </a:lnTo>
                  <a:lnTo>
                    <a:pt x="3888" y="3456"/>
                  </a:lnTo>
                  <a:lnTo>
                    <a:pt x="3907" y="3406"/>
                  </a:lnTo>
                  <a:lnTo>
                    <a:pt x="3922" y="3354"/>
                  </a:lnTo>
                  <a:lnTo>
                    <a:pt x="3935" y="3303"/>
                  </a:lnTo>
                  <a:lnTo>
                    <a:pt x="3946" y="3250"/>
                  </a:lnTo>
                  <a:lnTo>
                    <a:pt x="3953" y="3197"/>
                  </a:lnTo>
                  <a:lnTo>
                    <a:pt x="3957" y="3144"/>
                  </a:lnTo>
                  <a:lnTo>
                    <a:pt x="3960" y="3092"/>
                  </a:lnTo>
                  <a:lnTo>
                    <a:pt x="3959" y="1313"/>
                  </a:lnTo>
                  <a:lnTo>
                    <a:pt x="3955" y="1271"/>
                  </a:lnTo>
                  <a:lnTo>
                    <a:pt x="3949" y="1229"/>
                  </a:lnTo>
                  <a:lnTo>
                    <a:pt x="3941" y="1189"/>
                  </a:lnTo>
                  <a:lnTo>
                    <a:pt x="3930" y="1149"/>
                  </a:lnTo>
                  <a:lnTo>
                    <a:pt x="3918" y="1111"/>
                  </a:lnTo>
                  <a:lnTo>
                    <a:pt x="3902" y="1075"/>
                  </a:lnTo>
                  <a:lnTo>
                    <a:pt x="3886" y="1040"/>
                  </a:lnTo>
                  <a:lnTo>
                    <a:pt x="3867" y="1006"/>
                  </a:lnTo>
                  <a:lnTo>
                    <a:pt x="3846" y="973"/>
                  </a:lnTo>
                  <a:lnTo>
                    <a:pt x="3823" y="942"/>
                  </a:lnTo>
                  <a:lnTo>
                    <a:pt x="3798" y="913"/>
                  </a:lnTo>
                  <a:lnTo>
                    <a:pt x="3771" y="886"/>
                  </a:lnTo>
                  <a:lnTo>
                    <a:pt x="3743" y="860"/>
                  </a:lnTo>
                  <a:lnTo>
                    <a:pt x="3714" y="837"/>
                  </a:lnTo>
                  <a:lnTo>
                    <a:pt x="3682" y="816"/>
                  </a:lnTo>
                  <a:lnTo>
                    <a:pt x="3649" y="796"/>
                  </a:lnTo>
                  <a:lnTo>
                    <a:pt x="2386" y="83"/>
                  </a:lnTo>
                  <a:lnTo>
                    <a:pt x="2350" y="65"/>
                  </a:lnTo>
                  <a:lnTo>
                    <a:pt x="2310" y="50"/>
                  </a:lnTo>
                  <a:lnTo>
                    <a:pt x="2268" y="36"/>
                  </a:lnTo>
                  <a:lnTo>
                    <a:pt x="2223" y="24"/>
                  </a:lnTo>
                  <a:lnTo>
                    <a:pt x="2178" y="15"/>
                  </a:lnTo>
                  <a:lnTo>
                    <a:pt x="2131" y="8"/>
                  </a:lnTo>
                  <a:lnTo>
                    <a:pt x="2082" y="3"/>
                  </a:lnTo>
                  <a:lnTo>
                    <a:pt x="2032" y="0"/>
                  </a:lnTo>
                  <a:lnTo>
                    <a:pt x="1982" y="1"/>
                  </a:lnTo>
                  <a:lnTo>
                    <a:pt x="1933" y="3"/>
                  </a:lnTo>
                  <a:lnTo>
                    <a:pt x="1882" y="9"/>
                  </a:lnTo>
                  <a:lnTo>
                    <a:pt x="1833" y="17"/>
                  </a:lnTo>
                  <a:lnTo>
                    <a:pt x="1785" y="29"/>
                  </a:lnTo>
                  <a:lnTo>
                    <a:pt x="1737" y="43"/>
                  </a:lnTo>
                  <a:lnTo>
                    <a:pt x="1691" y="62"/>
                  </a:lnTo>
                  <a:lnTo>
                    <a:pt x="1647" y="83"/>
                  </a:lnTo>
                  <a:lnTo>
                    <a:pt x="311" y="782"/>
                  </a:lnTo>
                  <a:lnTo>
                    <a:pt x="276" y="803"/>
                  </a:lnTo>
                  <a:lnTo>
                    <a:pt x="243" y="826"/>
                  </a:lnTo>
                  <a:lnTo>
                    <a:pt x="213" y="852"/>
                  </a:lnTo>
                  <a:lnTo>
                    <a:pt x="184" y="879"/>
                  </a:lnTo>
                  <a:lnTo>
                    <a:pt x="155" y="908"/>
                  </a:lnTo>
                  <a:lnTo>
                    <a:pt x="131" y="939"/>
                  </a:lnTo>
                  <a:lnTo>
                    <a:pt x="107" y="971"/>
                  </a:lnTo>
                  <a:lnTo>
                    <a:pt x="86" y="1005"/>
                  </a:lnTo>
                  <a:lnTo>
                    <a:pt x="68" y="1040"/>
                  </a:lnTo>
                  <a:lnTo>
                    <a:pt x="50" y="1076"/>
                  </a:lnTo>
                  <a:lnTo>
                    <a:pt x="36" y="1115"/>
                  </a:lnTo>
                  <a:lnTo>
                    <a:pt x="23" y="1153"/>
                  </a:lnTo>
                  <a:lnTo>
                    <a:pt x="14" y="1195"/>
                  </a:lnTo>
                  <a:lnTo>
                    <a:pt x="7" y="1236"/>
                  </a:lnTo>
                  <a:lnTo>
                    <a:pt x="2" y="1279"/>
                  </a:lnTo>
                  <a:lnTo>
                    <a:pt x="0" y="1322"/>
                  </a:lnTo>
                  <a:lnTo>
                    <a:pt x="0" y="3093"/>
                  </a:lnTo>
                  <a:lnTo>
                    <a:pt x="2" y="3147"/>
                  </a:lnTo>
                  <a:lnTo>
                    <a:pt x="7" y="3202"/>
                  </a:lnTo>
                  <a:lnTo>
                    <a:pt x="15" y="3257"/>
                  </a:lnTo>
                  <a:lnTo>
                    <a:pt x="27" y="3312"/>
                  </a:lnTo>
                  <a:lnTo>
                    <a:pt x="42" y="3366"/>
                  </a:lnTo>
                  <a:lnTo>
                    <a:pt x="59" y="3420"/>
                  </a:lnTo>
                  <a:lnTo>
                    <a:pt x="79" y="3474"/>
                  </a:lnTo>
                  <a:lnTo>
                    <a:pt x="102" y="3525"/>
                  </a:lnTo>
                  <a:lnTo>
                    <a:pt x="127" y="3576"/>
                  </a:lnTo>
                  <a:lnTo>
                    <a:pt x="154" y="3624"/>
                  </a:lnTo>
                  <a:lnTo>
                    <a:pt x="184" y="3670"/>
                  </a:lnTo>
                  <a:lnTo>
                    <a:pt x="214" y="3712"/>
                  </a:lnTo>
                  <a:lnTo>
                    <a:pt x="247" y="3752"/>
                  </a:lnTo>
                  <a:lnTo>
                    <a:pt x="281" y="3788"/>
                  </a:lnTo>
                  <a:lnTo>
                    <a:pt x="317" y="3821"/>
                  </a:lnTo>
                  <a:lnTo>
                    <a:pt x="353" y="384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2538" name="Freeform 36"/>
            <p:cNvSpPr>
              <a:spLocks/>
            </p:cNvSpPr>
            <p:nvPr/>
          </p:nvSpPr>
          <p:spPr bwMode="auto">
            <a:xfrm>
              <a:off x="943" y="2210"/>
              <a:ext cx="276" cy="187"/>
            </a:xfrm>
            <a:custGeom>
              <a:avLst/>
              <a:gdLst>
                <a:gd name="T0" fmla="*/ 11 w 1380"/>
                <a:gd name="T1" fmla="*/ 7 h 937"/>
                <a:gd name="T2" fmla="*/ 11 w 1380"/>
                <a:gd name="T3" fmla="*/ 7 h 937"/>
                <a:gd name="T4" fmla="*/ 0 w 1380"/>
                <a:gd name="T5" fmla="*/ 0 h 937"/>
                <a:gd name="T6" fmla="*/ 0 w 1380"/>
                <a:gd name="T7" fmla="*/ 1 h 937"/>
                <a:gd name="T8" fmla="*/ 10 w 1380"/>
                <a:gd name="T9" fmla="*/ 7 h 937"/>
                <a:gd name="T10" fmla="*/ 10 w 1380"/>
                <a:gd name="T11" fmla="*/ 7 h 937"/>
                <a:gd name="T12" fmla="*/ 10 w 1380"/>
                <a:gd name="T13" fmla="*/ 7 h 937"/>
                <a:gd name="T14" fmla="*/ 11 w 1380"/>
                <a:gd name="T15" fmla="*/ 7 h 937"/>
                <a:gd name="T16" fmla="*/ 11 w 1380"/>
                <a:gd name="T17" fmla="*/ 7 h 937"/>
                <a:gd name="T18" fmla="*/ 11 w 1380"/>
                <a:gd name="T19" fmla="*/ 7 h 937"/>
                <a:gd name="T20" fmla="*/ 11 w 1380"/>
                <a:gd name="T21" fmla="*/ 7 h 937"/>
                <a:gd name="T22" fmla="*/ 11 w 1380"/>
                <a:gd name="T23" fmla="*/ 7 h 937"/>
                <a:gd name="T24" fmla="*/ 11 w 1380"/>
                <a:gd name="T25" fmla="*/ 7 h 937"/>
                <a:gd name="T26" fmla="*/ 11 w 1380"/>
                <a:gd name="T27" fmla="*/ 7 h 937"/>
                <a:gd name="T28" fmla="*/ 11 w 1380"/>
                <a:gd name="T29" fmla="*/ 7 h 937"/>
                <a:gd name="T30" fmla="*/ 11 w 1380"/>
                <a:gd name="T31" fmla="*/ 7 h 93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80"/>
                <a:gd name="T49" fmla="*/ 0 h 937"/>
                <a:gd name="T50" fmla="*/ 1380 w 1380"/>
                <a:gd name="T51" fmla="*/ 937 h 93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80" h="937">
                  <a:moveTo>
                    <a:pt x="1354" y="848"/>
                  </a:moveTo>
                  <a:lnTo>
                    <a:pt x="1359" y="851"/>
                  </a:lnTo>
                  <a:lnTo>
                    <a:pt x="51" y="0"/>
                  </a:lnTo>
                  <a:lnTo>
                    <a:pt x="0" y="78"/>
                  </a:lnTo>
                  <a:lnTo>
                    <a:pt x="1307" y="929"/>
                  </a:lnTo>
                  <a:lnTo>
                    <a:pt x="1312" y="932"/>
                  </a:lnTo>
                  <a:lnTo>
                    <a:pt x="1307" y="929"/>
                  </a:lnTo>
                  <a:lnTo>
                    <a:pt x="1326" y="937"/>
                  </a:lnTo>
                  <a:lnTo>
                    <a:pt x="1345" y="936"/>
                  </a:lnTo>
                  <a:lnTo>
                    <a:pt x="1360" y="929"/>
                  </a:lnTo>
                  <a:lnTo>
                    <a:pt x="1372" y="916"/>
                  </a:lnTo>
                  <a:lnTo>
                    <a:pt x="1379" y="899"/>
                  </a:lnTo>
                  <a:lnTo>
                    <a:pt x="1380" y="883"/>
                  </a:lnTo>
                  <a:lnTo>
                    <a:pt x="1374" y="865"/>
                  </a:lnTo>
                  <a:lnTo>
                    <a:pt x="1359" y="851"/>
                  </a:lnTo>
                  <a:lnTo>
                    <a:pt x="1354" y="84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2539" name="Freeform 37"/>
            <p:cNvSpPr>
              <a:spLocks/>
            </p:cNvSpPr>
            <p:nvPr/>
          </p:nvSpPr>
          <p:spPr bwMode="auto">
            <a:xfrm>
              <a:off x="1206" y="2379"/>
              <a:ext cx="140" cy="32"/>
            </a:xfrm>
            <a:custGeom>
              <a:avLst/>
              <a:gdLst>
                <a:gd name="T0" fmla="*/ 5 w 703"/>
                <a:gd name="T1" fmla="*/ 0 h 162"/>
                <a:gd name="T2" fmla="*/ 5 w 703"/>
                <a:gd name="T3" fmla="*/ 0 h 162"/>
                <a:gd name="T4" fmla="*/ 5 w 703"/>
                <a:gd name="T5" fmla="*/ 0 h 162"/>
                <a:gd name="T6" fmla="*/ 5 w 703"/>
                <a:gd name="T7" fmla="*/ 0 h 162"/>
                <a:gd name="T8" fmla="*/ 4 w 703"/>
                <a:gd name="T9" fmla="*/ 0 h 162"/>
                <a:gd name="T10" fmla="*/ 4 w 703"/>
                <a:gd name="T11" fmla="*/ 0 h 162"/>
                <a:gd name="T12" fmla="*/ 4 w 703"/>
                <a:gd name="T13" fmla="*/ 0 h 162"/>
                <a:gd name="T14" fmla="*/ 3 w 703"/>
                <a:gd name="T15" fmla="*/ 1 h 162"/>
                <a:gd name="T16" fmla="*/ 3 w 703"/>
                <a:gd name="T17" fmla="*/ 1 h 162"/>
                <a:gd name="T18" fmla="*/ 3 w 703"/>
                <a:gd name="T19" fmla="*/ 1 h 162"/>
                <a:gd name="T20" fmla="*/ 2 w 703"/>
                <a:gd name="T21" fmla="*/ 1 h 162"/>
                <a:gd name="T22" fmla="*/ 2 w 703"/>
                <a:gd name="T23" fmla="*/ 1 h 162"/>
                <a:gd name="T24" fmla="*/ 2 w 703"/>
                <a:gd name="T25" fmla="*/ 0 h 162"/>
                <a:gd name="T26" fmla="*/ 1 w 703"/>
                <a:gd name="T27" fmla="*/ 0 h 162"/>
                <a:gd name="T28" fmla="*/ 1 w 703"/>
                <a:gd name="T29" fmla="*/ 0 h 162"/>
                <a:gd name="T30" fmla="*/ 1 w 703"/>
                <a:gd name="T31" fmla="*/ 0 h 162"/>
                <a:gd name="T32" fmla="*/ 1 w 703"/>
                <a:gd name="T33" fmla="*/ 0 h 162"/>
                <a:gd name="T34" fmla="*/ 0 w 703"/>
                <a:gd name="T35" fmla="*/ 0 h 162"/>
                <a:gd name="T36" fmla="*/ 0 w 703"/>
                <a:gd name="T37" fmla="*/ 1 h 162"/>
                <a:gd name="T38" fmla="*/ 0 w 703"/>
                <a:gd name="T39" fmla="*/ 1 h 162"/>
                <a:gd name="T40" fmla="*/ 1 w 703"/>
                <a:gd name="T41" fmla="*/ 1 h 162"/>
                <a:gd name="T42" fmla="*/ 1 w 703"/>
                <a:gd name="T43" fmla="*/ 1 h 162"/>
                <a:gd name="T44" fmla="*/ 1 w 703"/>
                <a:gd name="T45" fmla="*/ 1 h 162"/>
                <a:gd name="T46" fmla="*/ 2 w 703"/>
                <a:gd name="T47" fmla="*/ 1 h 162"/>
                <a:gd name="T48" fmla="*/ 2 w 703"/>
                <a:gd name="T49" fmla="*/ 1 h 162"/>
                <a:gd name="T50" fmla="*/ 2 w 703"/>
                <a:gd name="T51" fmla="*/ 1 h 162"/>
                <a:gd name="T52" fmla="*/ 3 w 703"/>
                <a:gd name="T53" fmla="*/ 1 h 162"/>
                <a:gd name="T54" fmla="*/ 3 w 703"/>
                <a:gd name="T55" fmla="*/ 1 h 162"/>
                <a:gd name="T56" fmla="*/ 3 w 703"/>
                <a:gd name="T57" fmla="*/ 1 h 162"/>
                <a:gd name="T58" fmla="*/ 4 w 703"/>
                <a:gd name="T59" fmla="*/ 1 h 162"/>
                <a:gd name="T60" fmla="*/ 4 w 703"/>
                <a:gd name="T61" fmla="*/ 1 h 162"/>
                <a:gd name="T62" fmla="*/ 5 w 703"/>
                <a:gd name="T63" fmla="*/ 1 h 162"/>
                <a:gd name="T64" fmla="*/ 5 w 703"/>
                <a:gd name="T65" fmla="*/ 1 h 162"/>
                <a:gd name="T66" fmla="*/ 5 w 703"/>
                <a:gd name="T67" fmla="*/ 1 h 162"/>
                <a:gd name="T68" fmla="*/ 5 w 703"/>
                <a:gd name="T69" fmla="*/ 1 h 162"/>
                <a:gd name="T70" fmla="*/ 5 w 703"/>
                <a:gd name="T71" fmla="*/ 1 h 162"/>
                <a:gd name="T72" fmla="*/ 5 w 703"/>
                <a:gd name="T73" fmla="*/ 1 h 162"/>
                <a:gd name="T74" fmla="*/ 5 w 703"/>
                <a:gd name="T75" fmla="*/ 1 h 162"/>
                <a:gd name="T76" fmla="*/ 6 w 703"/>
                <a:gd name="T77" fmla="*/ 0 h 162"/>
                <a:gd name="T78" fmla="*/ 6 w 703"/>
                <a:gd name="T79" fmla="*/ 0 h 162"/>
                <a:gd name="T80" fmla="*/ 6 w 703"/>
                <a:gd name="T81" fmla="*/ 0 h 162"/>
                <a:gd name="T82" fmla="*/ 5 w 703"/>
                <a:gd name="T83" fmla="*/ 0 h 162"/>
                <a:gd name="T84" fmla="*/ 5 w 703"/>
                <a:gd name="T85" fmla="*/ 0 h 162"/>
                <a:gd name="T86" fmla="*/ 5 w 703"/>
                <a:gd name="T87" fmla="*/ 0 h 162"/>
                <a:gd name="T88" fmla="*/ 5 w 703"/>
                <a:gd name="T89" fmla="*/ 0 h 162"/>
                <a:gd name="T90" fmla="*/ 5 w 703"/>
                <a:gd name="T91" fmla="*/ 0 h 162"/>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703"/>
                <a:gd name="T139" fmla="*/ 0 h 162"/>
                <a:gd name="T140" fmla="*/ 703 w 703"/>
                <a:gd name="T141" fmla="*/ 162 h 162"/>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703" h="162">
                  <a:moveTo>
                    <a:pt x="631" y="8"/>
                  </a:moveTo>
                  <a:lnTo>
                    <a:pt x="636" y="6"/>
                  </a:lnTo>
                  <a:lnTo>
                    <a:pt x="606" y="20"/>
                  </a:lnTo>
                  <a:lnTo>
                    <a:pt x="575" y="32"/>
                  </a:lnTo>
                  <a:lnTo>
                    <a:pt x="540" y="42"/>
                  </a:lnTo>
                  <a:lnTo>
                    <a:pt x="504" y="52"/>
                  </a:lnTo>
                  <a:lnTo>
                    <a:pt x="467" y="59"/>
                  </a:lnTo>
                  <a:lnTo>
                    <a:pt x="428" y="64"/>
                  </a:lnTo>
                  <a:lnTo>
                    <a:pt x="389" y="67"/>
                  </a:lnTo>
                  <a:lnTo>
                    <a:pt x="348" y="68"/>
                  </a:lnTo>
                  <a:lnTo>
                    <a:pt x="308" y="68"/>
                  </a:lnTo>
                  <a:lnTo>
                    <a:pt x="267" y="65"/>
                  </a:lnTo>
                  <a:lnTo>
                    <a:pt x="226" y="61"/>
                  </a:lnTo>
                  <a:lnTo>
                    <a:pt x="187" y="54"/>
                  </a:lnTo>
                  <a:lnTo>
                    <a:pt x="148" y="44"/>
                  </a:lnTo>
                  <a:lnTo>
                    <a:pt x="110" y="33"/>
                  </a:lnTo>
                  <a:lnTo>
                    <a:pt x="75" y="20"/>
                  </a:lnTo>
                  <a:lnTo>
                    <a:pt x="42" y="5"/>
                  </a:lnTo>
                  <a:lnTo>
                    <a:pt x="0" y="89"/>
                  </a:lnTo>
                  <a:lnTo>
                    <a:pt x="40" y="107"/>
                  </a:lnTo>
                  <a:lnTo>
                    <a:pt x="82" y="122"/>
                  </a:lnTo>
                  <a:lnTo>
                    <a:pt x="124" y="135"/>
                  </a:lnTo>
                  <a:lnTo>
                    <a:pt x="169" y="146"/>
                  </a:lnTo>
                  <a:lnTo>
                    <a:pt x="214" y="153"/>
                  </a:lnTo>
                  <a:lnTo>
                    <a:pt x="258" y="158"/>
                  </a:lnTo>
                  <a:lnTo>
                    <a:pt x="303" y="162"/>
                  </a:lnTo>
                  <a:lnTo>
                    <a:pt x="348" y="162"/>
                  </a:lnTo>
                  <a:lnTo>
                    <a:pt x="394" y="161"/>
                  </a:lnTo>
                  <a:lnTo>
                    <a:pt x="439" y="157"/>
                  </a:lnTo>
                  <a:lnTo>
                    <a:pt x="481" y="150"/>
                  </a:lnTo>
                  <a:lnTo>
                    <a:pt x="525" y="143"/>
                  </a:lnTo>
                  <a:lnTo>
                    <a:pt x="566" y="132"/>
                  </a:lnTo>
                  <a:lnTo>
                    <a:pt x="606" y="121"/>
                  </a:lnTo>
                  <a:lnTo>
                    <a:pt x="643" y="105"/>
                  </a:lnTo>
                  <a:lnTo>
                    <a:pt x="678" y="88"/>
                  </a:lnTo>
                  <a:lnTo>
                    <a:pt x="683" y="86"/>
                  </a:lnTo>
                  <a:lnTo>
                    <a:pt x="678" y="88"/>
                  </a:lnTo>
                  <a:lnTo>
                    <a:pt x="695" y="75"/>
                  </a:lnTo>
                  <a:lnTo>
                    <a:pt x="702" y="60"/>
                  </a:lnTo>
                  <a:lnTo>
                    <a:pt x="703" y="42"/>
                  </a:lnTo>
                  <a:lnTo>
                    <a:pt x="698" y="26"/>
                  </a:lnTo>
                  <a:lnTo>
                    <a:pt x="688" y="12"/>
                  </a:lnTo>
                  <a:lnTo>
                    <a:pt x="674" y="3"/>
                  </a:lnTo>
                  <a:lnTo>
                    <a:pt x="656" y="0"/>
                  </a:lnTo>
                  <a:lnTo>
                    <a:pt x="636" y="6"/>
                  </a:lnTo>
                  <a:lnTo>
                    <a:pt x="631"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2540" name="Freeform 38"/>
            <p:cNvSpPr>
              <a:spLocks/>
            </p:cNvSpPr>
            <p:nvPr/>
          </p:nvSpPr>
          <p:spPr bwMode="auto">
            <a:xfrm>
              <a:off x="1332" y="2204"/>
              <a:ext cx="283" cy="192"/>
            </a:xfrm>
            <a:custGeom>
              <a:avLst/>
              <a:gdLst>
                <a:gd name="T0" fmla="*/ 11 w 1415"/>
                <a:gd name="T1" fmla="*/ 0 h 960"/>
                <a:gd name="T2" fmla="*/ 11 w 1415"/>
                <a:gd name="T3" fmla="*/ 0 h 960"/>
                <a:gd name="T4" fmla="*/ 0 w 1415"/>
                <a:gd name="T5" fmla="*/ 7 h 960"/>
                <a:gd name="T6" fmla="*/ 0 w 1415"/>
                <a:gd name="T7" fmla="*/ 8 h 960"/>
                <a:gd name="T8" fmla="*/ 11 w 1415"/>
                <a:gd name="T9" fmla="*/ 1 h 960"/>
                <a:gd name="T10" fmla="*/ 11 w 1415"/>
                <a:gd name="T11" fmla="*/ 1 h 960"/>
                <a:gd name="T12" fmla="*/ 11 w 1415"/>
                <a:gd name="T13" fmla="*/ 1 h 960"/>
                <a:gd name="T14" fmla="*/ 11 w 1415"/>
                <a:gd name="T15" fmla="*/ 1 h 960"/>
                <a:gd name="T16" fmla="*/ 11 w 1415"/>
                <a:gd name="T17" fmla="*/ 0 h 960"/>
                <a:gd name="T18" fmla="*/ 11 w 1415"/>
                <a:gd name="T19" fmla="*/ 0 h 960"/>
                <a:gd name="T20" fmla="*/ 11 w 1415"/>
                <a:gd name="T21" fmla="*/ 0 h 960"/>
                <a:gd name="T22" fmla="*/ 11 w 1415"/>
                <a:gd name="T23" fmla="*/ 0 h 960"/>
                <a:gd name="T24" fmla="*/ 11 w 1415"/>
                <a:gd name="T25" fmla="*/ 0 h 960"/>
                <a:gd name="T26" fmla="*/ 11 w 1415"/>
                <a:gd name="T27" fmla="*/ 0 h 960"/>
                <a:gd name="T28" fmla="*/ 11 w 1415"/>
                <a:gd name="T29" fmla="*/ 0 h 960"/>
                <a:gd name="T30" fmla="*/ 11 w 1415"/>
                <a:gd name="T31" fmla="*/ 0 h 96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15"/>
                <a:gd name="T49" fmla="*/ 0 h 960"/>
                <a:gd name="T50" fmla="*/ 1415 w 1415"/>
                <a:gd name="T51" fmla="*/ 960 h 96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15" h="960">
                  <a:moveTo>
                    <a:pt x="1338" y="10"/>
                  </a:moveTo>
                  <a:lnTo>
                    <a:pt x="1342" y="8"/>
                  </a:lnTo>
                  <a:lnTo>
                    <a:pt x="0" y="882"/>
                  </a:lnTo>
                  <a:lnTo>
                    <a:pt x="52" y="960"/>
                  </a:lnTo>
                  <a:lnTo>
                    <a:pt x="1393" y="85"/>
                  </a:lnTo>
                  <a:lnTo>
                    <a:pt x="1397" y="83"/>
                  </a:lnTo>
                  <a:lnTo>
                    <a:pt x="1393" y="85"/>
                  </a:lnTo>
                  <a:lnTo>
                    <a:pt x="1409" y="71"/>
                  </a:lnTo>
                  <a:lnTo>
                    <a:pt x="1415" y="53"/>
                  </a:lnTo>
                  <a:lnTo>
                    <a:pt x="1413" y="37"/>
                  </a:lnTo>
                  <a:lnTo>
                    <a:pt x="1406" y="21"/>
                  </a:lnTo>
                  <a:lnTo>
                    <a:pt x="1395" y="8"/>
                  </a:lnTo>
                  <a:lnTo>
                    <a:pt x="1379" y="1"/>
                  </a:lnTo>
                  <a:lnTo>
                    <a:pt x="1361" y="0"/>
                  </a:lnTo>
                  <a:lnTo>
                    <a:pt x="1342" y="8"/>
                  </a:lnTo>
                  <a:lnTo>
                    <a:pt x="1338" y="1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2541" name="Freeform 39"/>
            <p:cNvSpPr>
              <a:spLocks/>
            </p:cNvSpPr>
            <p:nvPr/>
          </p:nvSpPr>
          <p:spPr bwMode="auto">
            <a:xfrm>
              <a:off x="1599" y="2057"/>
              <a:ext cx="80" cy="163"/>
            </a:xfrm>
            <a:custGeom>
              <a:avLst/>
              <a:gdLst>
                <a:gd name="T0" fmla="*/ 2 w 398"/>
                <a:gd name="T1" fmla="*/ 0 h 817"/>
                <a:gd name="T2" fmla="*/ 2 w 398"/>
                <a:gd name="T3" fmla="*/ 0 h 817"/>
                <a:gd name="T4" fmla="*/ 2 w 398"/>
                <a:gd name="T5" fmla="*/ 1 h 817"/>
                <a:gd name="T6" fmla="*/ 2 w 398"/>
                <a:gd name="T7" fmla="*/ 1 h 817"/>
                <a:gd name="T8" fmla="*/ 2 w 398"/>
                <a:gd name="T9" fmla="*/ 2 h 817"/>
                <a:gd name="T10" fmla="*/ 2 w 398"/>
                <a:gd name="T11" fmla="*/ 2 h 817"/>
                <a:gd name="T12" fmla="*/ 2 w 398"/>
                <a:gd name="T13" fmla="*/ 2 h 817"/>
                <a:gd name="T14" fmla="*/ 2 w 398"/>
                <a:gd name="T15" fmla="*/ 3 h 817"/>
                <a:gd name="T16" fmla="*/ 2 w 398"/>
                <a:gd name="T17" fmla="*/ 3 h 817"/>
                <a:gd name="T18" fmla="*/ 2 w 398"/>
                <a:gd name="T19" fmla="*/ 4 h 817"/>
                <a:gd name="T20" fmla="*/ 2 w 398"/>
                <a:gd name="T21" fmla="*/ 4 h 817"/>
                <a:gd name="T22" fmla="*/ 1 w 398"/>
                <a:gd name="T23" fmla="*/ 4 h 817"/>
                <a:gd name="T24" fmla="*/ 1 w 398"/>
                <a:gd name="T25" fmla="*/ 5 h 817"/>
                <a:gd name="T26" fmla="*/ 1 w 398"/>
                <a:gd name="T27" fmla="*/ 5 h 817"/>
                <a:gd name="T28" fmla="*/ 1 w 398"/>
                <a:gd name="T29" fmla="*/ 5 h 817"/>
                <a:gd name="T30" fmla="*/ 1 w 398"/>
                <a:gd name="T31" fmla="*/ 5 h 817"/>
                <a:gd name="T32" fmla="*/ 0 w 398"/>
                <a:gd name="T33" fmla="*/ 6 h 817"/>
                <a:gd name="T34" fmla="*/ 0 w 398"/>
                <a:gd name="T35" fmla="*/ 6 h 817"/>
                <a:gd name="T36" fmla="*/ 0 w 398"/>
                <a:gd name="T37" fmla="*/ 7 h 817"/>
                <a:gd name="T38" fmla="*/ 1 w 398"/>
                <a:gd name="T39" fmla="*/ 6 h 817"/>
                <a:gd name="T40" fmla="*/ 1 w 398"/>
                <a:gd name="T41" fmla="*/ 6 h 817"/>
                <a:gd name="T42" fmla="*/ 1 w 398"/>
                <a:gd name="T43" fmla="*/ 6 h 817"/>
                <a:gd name="T44" fmla="*/ 2 w 398"/>
                <a:gd name="T45" fmla="*/ 5 h 817"/>
                <a:gd name="T46" fmla="*/ 2 w 398"/>
                <a:gd name="T47" fmla="*/ 5 h 817"/>
                <a:gd name="T48" fmla="*/ 2 w 398"/>
                <a:gd name="T49" fmla="*/ 5 h 817"/>
                <a:gd name="T50" fmla="*/ 2 w 398"/>
                <a:gd name="T51" fmla="*/ 4 h 817"/>
                <a:gd name="T52" fmla="*/ 2 w 398"/>
                <a:gd name="T53" fmla="*/ 4 h 817"/>
                <a:gd name="T54" fmla="*/ 3 w 398"/>
                <a:gd name="T55" fmla="*/ 3 h 817"/>
                <a:gd name="T56" fmla="*/ 3 w 398"/>
                <a:gd name="T57" fmla="*/ 3 h 817"/>
                <a:gd name="T58" fmla="*/ 3 w 398"/>
                <a:gd name="T59" fmla="*/ 3 h 817"/>
                <a:gd name="T60" fmla="*/ 3 w 398"/>
                <a:gd name="T61" fmla="*/ 2 h 817"/>
                <a:gd name="T62" fmla="*/ 3 w 398"/>
                <a:gd name="T63" fmla="*/ 2 h 817"/>
                <a:gd name="T64" fmla="*/ 3 w 398"/>
                <a:gd name="T65" fmla="*/ 1 h 817"/>
                <a:gd name="T66" fmla="*/ 3 w 398"/>
                <a:gd name="T67" fmla="*/ 1 h 817"/>
                <a:gd name="T68" fmla="*/ 3 w 398"/>
                <a:gd name="T69" fmla="*/ 0 h 817"/>
                <a:gd name="T70" fmla="*/ 3 w 398"/>
                <a:gd name="T71" fmla="*/ 0 h 817"/>
                <a:gd name="T72" fmla="*/ 3 w 398"/>
                <a:gd name="T73" fmla="*/ 0 h 817"/>
                <a:gd name="T74" fmla="*/ 3 w 398"/>
                <a:gd name="T75" fmla="*/ 0 h 817"/>
                <a:gd name="T76" fmla="*/ 3 w 398"/>
                <a:gd name="T77" fmla="*/ 0 h 817"/>
                <a:gd name="T78" fmla="*/ 3 w 398"/>
                <a:gd name="T79" fmla="*/ 0 h 817"/>
                <a:gd name="T80" fmla="*/ 3 w 398"/>
                <a:gd name="T81" fmla="*/ 0 h 817"/>
                <a:gd name="T82" fmla="*/ 3 w 398"/>
                <a:gd name="T83" fmla="*/ 0 h 817"/>
                <a:gd name="T84" fmla="*/ 3 w 398"/>
                <a:gd name="T85" fmla="*/ 0 h 817"/>
                <a:gd name="T86" fmla="*/ 2 w 398"/>
                <a:gd name="T87" fmla="*/ 0 h 817"/>
                <a:gd name="T88" fmla="*/ 2 w 398"/>
                <a:gd name="T89" fmla="*/ 0 h 817"/>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398"/>
                <a:gd name="T136" fmla="*/ 0 h 817"/>
                <a:gd name="T137" fmla="*/ 398 w 398"/>
                <a:gd name="T138" fmla="*/ 817 h 817"/>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398" h="817">
                  <a:moveTo>
                    <a:pt x="304" y="47"/>
                  </a:moveTo>
                  <a:lnTo>
                    <a:pt x="304" y="47"/>
                  </a:lnTo>
                  <a:lnTo>
                    <a:pt x="301" y="97"/>
                  </a:lnTo>
                  <a:lnTo>
                    <a:pt x="297" y="147"/>
                  </a:lnTo>
                  <a:lnTo>
                    <a:pt x="291" y="198"/>
                  </a:lnTo>
                  <a:lnTo>
                    <a:pt x="280" y="247"/>
                  </a:lnTo>
                  <a:lnTo>
                    <a:pt x="268" y="297"/>
                  </a:lnTo>
                  <a:lnTo>
                    <a:pt x="253" y="347"/>
                  </a:lnTo>
                  <a:lnTo>
                    <a:pt x="236" y="395"/>
                  </a:lnTo>
                  <a:lnTo>
                    <a:pt x="217" y="442"/>
                  </a:lnTo>
                  <a:lnTo>
                    <a:pt x="195" y="487"/>
                  </a:lnTo>
                  <a:lnTo>
                    <a:pt x="171" y="532"/>
                  </a:lnTo>
                  <a:lnTo>
                    <a:pt x="147" y="574"/>
                  </a:lnTo>
                  <a:lnTo>
                    <a:pt x="121" y="613"/>
                  </a:lnTo>
                  <a:lnTo>
                    <a:pt x="93" y="650"/>
                  </a:lnTo>
                  <a:lnTo>
                    <a:pt x="64" y="684"/>
                  </a:lnTo>
                  <a:lnTo>
                    <a:pt x="32" y="716"/>
                  </a:lnTo>
                  <a:lnTo>
                    <a:pt x="0" y="744"/>
                  </a:lnTo>
                  <a:lnTo>
                    <a:pt x="59" y="817"/>
                  </a:lnTo>
                  <a:lnTo>
                    <a:pt x="95" y="784"/>
                  </a:lnTo>
                  <a:lnTo>
                    <a:pt x="132" y="748"/>
                  </a:lnTo>
                  <a:lnTo>
                    <a:pt x="166" y="709"/>
                  </a:lnTo>
                  <a:lnTo>
                    <a:pt x="196" y="667"/>
                  </a:lnTo>
                  <a:lnTo>
                    <a:pt x="227" y="623"/>
                  </a:lnTo>
                  <a:lnTo>
                    <a:pt x="253" y="576"/>
                  </a:lnTo>
                  <a:lnTo>
                    <a:pt x="279" y="530"/>
                  </a:lnTo>
                  <a:lnTo>
                    <a:pt x="301" y="479"/>
                  </a:lnTo>
                  <a:lnTo>
                    <a:pt x="323" y="428"/>
                  </a:lnTo>
                  <a:lnTo>
                    <a:pt x="342" y="375"/>
                  </a:lnTo>
                  <a:lnTo>
                    <a:pt x="359" y="321"/>
                  </a:lnTo>
                  <a:lnTo>
                    <a:pt x="372" y="268"/>
                  </a:lnTo>
                  <a:lnTo>
                    <a:pt x="382" y="212"/>
                  </a:lnTo>
                  <a:lnTo>
                    <a:pt x="391" y="157"/>
                  </a:lnTo>
                  <a:lnTo>
                    <a:pt x="395" y="102"/>
                  </a:lnTo>
                  <a:lnTo>
                    <a:pt x="398" y="47"/>
                  </a:lnTo>
                  <a:lnTo>
                    <a:pt x="394" y="27"/>
                  </a:lnTo>
                  <a:lnTo>
                    <a:pt x="383" y="11"/>
                  </a:lnTo>
                  <a:lnTo>
                    <a:pt x="368" y="3"/>
                  </a:lnTo>
                  <a:lnTo>
                    <a:pt x="351" y="0"/>
                  </a:lnTo>
                  <a:lnTo>
                    <a:pt x="333" y="3"/>
                  </a:lnTo>
                  <a:lnTo>
                    <a:pt x="319" y="11"/>
                  </a:lnTo>
                  <a:lnTo>
                    <a:pt x="307" y="27"/>
                  </a:lnTo>
                  <a:lnTo>
                    <a:pt x="304" y="4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2542" name="Freeform 40"/>
            <p:cNvSpPr>
              <a:spLocks/>
            </p:cNvSpPr>
            <p:nvPr/>
          </p:nvSpPr>
          <p:spPr bwMode="auto">
            <a:xfrm>
              <a:off x="1660" y="1701"/>
              <a:ext cx="19" cy="365"/>
            </a:xfrm>
            <a:custGeom>
              <a:avLst/>
              <a:gdLst>
                <a:gd name="T0" fmla="*/ 0 w 95"/>
                <a:gd name="T1" fmla="*/ 0 h 1826"/>
                <a:gd name="T2" fmla="*/ 0 w 95"/>
                <a:gd name="T3" fmla="*/ 0 h 1826"/>
                <a:gd name="T4" fmla="*/ 0 w 95"/>
                <a:gd name="T5" fmla="*/ 15 h 1826"/>
                <a:gd name="T6" fmla="*/ 1 w 95"/>
                <a:gd name="T7" fmla="*/ 15 h 1826"/>
                <a:gd name="T8" fmla="*/ 1 w 95"/>
                <a:gd name="T9" fmla="*/ 0 h 1826"/>
                <a:gd name="T10" fmla="*/ 1 w 95"/>
                <a:gd name="T11" fmla="*/ 0 h 1826"/>
                <a:gd name="T12" fmla="*/ 1 w 95"/>
                <a:gd name="T13" fmla="*/ 0 h 1826"/>
                <a:gd name="T14" fmla="*/ 1 w 95"/>
                <a:gd name="T15" fmla="*/ 0 h 1826"/>
                <a:gd name="T16" fmla="*/ 1 w 95"/>
                <a:gd name="T17" fmla="*/ 0 h 1826"/>
                <a:gd name="T18" fmla="*/ 1 w 95"/>
                <a:gd name="T19" fmla="*/ 0 h 1826"/>
                <a:gd name="T20" fmla="*/ 0 w 95"/>
                <a:gd name="T21" fmla="*/ 0 h 1826"/>
                <a:gd name="T22" fmla="*/ 0 w 95"/>
                <a:gd name="T23" fmla="*/ 0 h 1826"/>
                <a:gd name="T24" fmla="*/ 0 w 95"/>
                <a:gd name="T25" fmla="*/ 0 h 1826"/>
                <a:gd name="T26" fmla="*/ 0 w 95"/>
                <a:gd name="T27" fmla="*/ 0 h 1826"/>
                <a:gd name="T28" fmla="*/ 0 w 95"/>
                <a:gd name="T29" fmla="*/ 0 h 1826"/>
                <a:gd name="T30" fmla="*/ 0 w 95"/>
                <a:gd name="T31" fmla="*/ 0 h 182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95"/>
                <a:gd name="T49" fmla="*/ 0 h 1826"/>
                <a:gd name="T50" fmla="*/ 95 w 95"/>
                <a:gd name="T51" fmla="*/ 1826 h 182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95" h="1826">
                  <a:moveTo>
                    <a:pt x="0" y="49"/>
                  </a:moveTo>
                  <a:lnTo>
                    <a:pt x="0" y="47"/>
                  </a:lnTo>
                  <a:lnTo>
                    <a:pt x="1" y="1826"/>
                  </a:lnTo>
                  <a:lnTo>
                    <a:pt x="95" y="1826"/>
                  </a:lnTo>
                  <a:lnTo>
                    <a:pt x="93" y="47"/>
                  </a:lnTo>
                  <a:lnTo>
                    <a:pt x="93" y="45"/>
                  </a:lnTo>
                  <a:lnTo>
                    <a:pt x="93" y="47"/>
                  </a:lnTo>
                  <a:lnTo>
                    <a:pt x="90" y="27"/>
                  </a:lnTo>
                  <a:lnTo>
                    <a:pt x="79" y="12"/>
                  </a:lnTo>
                  <a:lnTo>
                    <a:pt x="64" y="4"/>
                  </a:lnTo>
                  <a:lnTo>
                    <a:pt x="47" y="0"/>
                  </a:lnTo>
                  <a:lnTo>
                    <a:pt x="29" y="4"/>
                  </a:lnTo>
                  <a:lnTo>
                    <a:pt x="15" y="12"/>
                  </a:lnTo>
                  <a:lnTo>
                    <a:pt x="3" y="27"/>
                  </a:lnTo>
                  <a:lnTo>
                    <a:pt x="0" y="47"/>
                  </a:lnTo>
                  <a:lnTo>
                    <a:pt x="0" y="4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2543" name="Freeform 41"/>
            <p:cNvSpPr>
              <a:spLocks/>
            </p:cNvSpPr>
            <p:nvPr/>
          </p:nvSpPr>
          <p:spPr bwMode="auto">
            <a:xfrm>
              <a:off x="1598" y="1598"/>
              <a:ext cx="81" cy="113"/>
            </a:xfrm>
            <a:custGeom>
              <a:avLst/>
              <a:gdLst>
                <a:gd name="T0" fmla="*/ 0 w 401"/>
                <a:gd name="T1" fmla="*/ 1 h 566"/>
                <a:gd name="T2" fmla="*/ 0 w 401"/>
                <a:gd name="T3" fmla="*/ 1 h 566"/>
                <a:gd name="T4" fmla="*/ 0 w 401"/>
                <a:gd name="T5" fmla="*/ 1 h 566"/>
                <a:gd name="T6" fmla="*/ 1 w 401"/>
                <a:gd name="T7" fmla="*/ 1 h 566"/>
                <a:gd name="T8" fmla="*/ 1 w 401"/>
                <a:gd name="T9" fmla="*/ 1 h 566"/>
                <a:gd name="T10" fmla="*/ 1 w 401"/>
                <a:gd name="T11" fmla="*/ 1 h 566"/>
                <a:gd name="T12" fmla="*/ 1 w 401"/>
                <a:gd name="T13" fmla="*/ 2 h 566"/>
                <a:gd name="T14" fmla="*/ 1 w 401"/>
                <a:gd name="T15" fmla="*/ 2 h 566"/>
                <a:gd name="T16" fmla="*/ 2 w 401"/>
                <a:gd name="T17" fmla="*/ 2 h 566"/>
                <a:gd name="T18" fmla="*/ 2 w 401"/>
                <a:gd name="T19" fmla="*/ 2 h 566"/>
                <a:gd name="T20" fmla="*/ 2 w 401"/>
                <a:gd name="T21" fmla="*/ 2 h 566"/>
                <a:gd name="T22" fmla="*/ 2 w 401"/>
                <a:gd name="T23" fmla="*/ 3 h 566"/>
                <a:gd name="T24" fmla="*/ 2 w 401"/>
                <a:gd name="T25" fmla="*/ 3 h 566"/>
                <a:gd name="T26" fmla="*/ 2 w 401"/>
                <a:gd name="T27" fmla="*/ 3 h 566"/>
                <a:gd name="T28" fmla="*/ 2 w 401"/>
                <a:gd name="T29" fmla="*/ 4 h 566"/>
                <a:gd name="T30" fmla="*/ 2 w 401"/>
                <a:gd name="T31" fmla="*/ 4 h 566"/>
                <a:gd name="T32" fmla="*/ 2 w 401"/>
                <a:gd name="T33" fmla="*/ 4 h 566"/>
                <a:gd name="T34" fmla="*/ 3 w 401"/>
                <a:gd name="T35" fmla="*/ 5 h 566"/>
                <a:gd name="T36" fmla="*/ 3 w 401"/>
                <a:gd name="T37" fmla="*/ 4 h 566"/>
                <a:gd name="T38" fmla="*/ 3 w 401"/>
                <a:gd name="T39" fmla="*/ 4 h 566"/>
                <a:gd name="T40" fmla="*/ 3 w 401"/>
                <a:gd name="T41" fmla="*/ 4 h 566"/>
                <a:gd name="T42" fmla="*/ 3 w 401"/>
                <a:gd name="T43" fmla="*/ 3 h 566"/>
                <a:gd name="T44" fmla="*/ 3 w 401"/>
                <a:gd name="T45" fmla="*/ 3 h 566"/>
                <a:gd name="T46" fmla="*/ 3 w 401"/>
                <a:gd name="T47" fmla="*/ 3 h 566"/>
                <a:gd name="T48" fmla="*/ 3 w 401"/>
                <a:gd name="T49" fmla="*/ 2 h 566"/>
                <a:gd name="T50" fmla="*/ 3 w 401"/>
                <a:gd name="T51" fmla="*/ 2 h 566"/>
                <a:gd name="T52" fmla="*/ 2 w 401"/>
                <a:gd name="T53" fmla="*/ 2 h 566"/>
                <a:gd name="T54" fmla="*/ 2 w 401"/>
                <a:gd name="T55" fmla="*/ 2 h 566"/>
                <a:gd name="T56" fmla="*/ 2 w 401"/>
                <a:gd name="T57" fmla="*/ 1 h 566"/>
                <a:gd name="T58" fmla="*/ 2 w 401"/>
                <a:gd name="T59" fmla="*/ 1 h 566"/>
                <a:gd name="T60" fmla="*/ 2 w 401"/>
                <a:gd name="T61" fmla="*/ 1 h 566"/>
                <a:gd name="T62" fmla="*/ 1 w 401"/>
                <a:gd name="T63" fmla="*/ 1 h 566"/>
                <a:gd name="T64" fmla="*/ 1 w 401"/>
                <a:gd name="T65" fmla="*/ 0 h 566"/>
                <a:gd name="T66" fmla="*/ 1 w 401"/>
                <a:gd name="T67" fmla="*/ 0 h 566"/>
                <a:gd name="T68" fmla="*/ 1 w 401"/>
                <a:gd name="T69" fmla="*/ 0 h 566"/>
                <a:gd name="T70" fmla="*/ 1 w 401"/>
                <a:gd name="T71" fmla="*/ 0 h 566"/>
                <a:gd name="T72" fmla="*/ 1 w 401"/>
                <a:gd name="T73" fmla="*/ 0 h 566"/>
                <a:gd name="T74" fmla="*/ 0 w 401"/>
                <a:gd name="T75" fmla="*/ 0 h 566"/>
                <a:gd name="T76" fmla="*/ 0 w 401"/>
                <a:gd name="T77" fmla="*/ 0 h 566"/>
                <a:gd name="T78" fmla="*/ 0 w 401"/>
                <a:gd name="T79" fmla="*/ 0 h 566"/>
                <a:gd name="T80" fmla="*/ 0 w 401"/>
                <a:gd name="T81" fmla="*/ 0 h 566"/>
                <a:gd name="T82" fmla="*/ 0 w 401"/>
                <a:gd name="T83" fmla="*/ 0 h 566"/>
                <a:gd name="T84" fmla="*/ 0 w 401"/>
                <a:gd name="T85" fmla="*/ 0 h 566"/>
                <a:gd name="T86" fmla="*/ 0 w 401"/>
                <a:gd name="T87" fmla="*/ 1 h 566"/>
                <a:gd name="T88" fmla="*/ 0 w 401"/>
                <a:gd name="T89" fmla="*/ 1 h 56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401"/>
                <a:gd name="T136" fmla="*/ 0 h 566"/>
                <a:gd name="T137" fmla="*/ 401 w 401"/>
                <a:gd name="T138" fmla="*/ 566 h 566"/>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401" h="566">
                  <a:moveTo>
                    <a:pt x="23" y="88"/>
                  </a:moveTo>
                  <a:lnTo>
                    <a:pt x="23" y="88"/>
                  </a:lnTo>
                  <a:lnTo>
                    <a:pt x="53" y="107"/>
                  </a:lnTo>
                  <a:lnTo>
                    <a:pt x="83" y="125"/>
                  </a:lnTo>
                  <a:lnTo>
                    <a:pt x="108" y="147"/>
                  </a:lnTo>
                  <a:lnTo>
                    <a:pt x="135" y="171"/>
                  </a:lnTo>
                  <a:lnTo>
                    <a:pt x="160" y="196"/>
                  </a:lnTo>
                  <a:lnTo>
                    <a:pt x="182" y="223"/>
                  </a:lnTo>
                  <a:lnTo>
                    <a:pt x="205" y="251"/>
                  </a:lnTo>
                  <a:lnTo>
                    <a:pt x="223" y="281"/>
                  </a:lnTo>
                  <a:lnTo>
                    <a:pt x="240" y="312"/>
                  </a:lnTo>
                  <a:lnTo>
                    <a:pt x="256" y="345"/>
                  </a:lnTo>
                  <a:lnTo>
                    <a:pt x="270" y="379"/>
                  </a:lnTo>
                  <a:lnTo>
                    <a:pt x="282" y="414"/>
                  </a:lnTo>
                  <a:lnTo>
                    <a:pt x="291" y="450"/>
                  </a:lnTo>
                  <a:lnTo>
                    <a:pt x="299" y="488"/>
                  </a:lnTo>
                  <a:lnTo>
                    <a:pt x="304" y="526"/>
                  </a:lnTo>
                  <a:lnTo>
                    <a:pt x="308" y="566"/>
                  </a:lnTo>
                  <a:lnTo>
                    <a:pt x="401" y="562"/>
                  </a:lnTo>
                  <a:lnTo>
                    <a:pt x="398" y="517"/>
                  </a:lnTo>
                  <a:lnTo>
                    <a:pt x="391" y="471"/>
                  </a:lnTo>
                  <a:lnTo>
                    <a:pt x="383" y="429"/>
                  </a:lnTo>
                  <a:lnTo>
                    <a:pt x="371" y="386"/>
                  </a:lnTo>
                  <a:lnTo>
                    <a:pt x="357" y="346"/>
                  </a:lnTo>
                  <a:lnTo>
                    <a:pt x="340" y="307"/>
                  </a:lnTo>
                  <a:lnTo>
                    <a:pt x="324" y="270"/>
                  </a:lnTo>
                  <a:lnTo>
                    <a:pt x="303" y="232"/>
                  </a:lnTo>
                  <a:lnTo>
                    <a:pt x="280" y="197"/>
                  </a:lnTo>
                  <a:lnTo>
                    <a:pt x="255" y="164"/>
                  </a:lnTo>
                  <a:lnTo>
                    <a:pt x="228" y="132"/>
                  </a:lnTo>
                  <a:lnTo>
                    <a:pt x="199" y="103"/>
                  </a:lnTo>
                  <a:lnTo>
                    <a:pt x="169" y="76"/>
                  </a:lnTo>
                  <a:lnTo>
                    <a:pt x="137" y="50"/>
                  </a:lnTo>
                  <a:lnTo>
                    <a:pt x="103" y="27"/>
                  </a:lnTo>
                  <a:lnTo>
                    <a:pt x="67" y="6"/>
                  </a:lnTo>
                  <a:lnTo>
                    <a:pt x="48" y="0"/>
                  </a:lnTo>
                  <a:lnTo>
                    <a:pt x="30" y="2"/>
                  </a:lnTo>
                  <a:lnTo>
                    <a:pt x="16" y="12"/>
                  </a:lnTo>
                  <a:lnTo>
                    <a:pt x="5" y="25"/>
                  </a:lnTo>
                  <a:lnTo>
                    <a:pt x="0" y="41"/>
                  </a:lnTo>
                  <a:lnTo>
                    <a:pt x="0" y="59"/>
                  </a:lnTo>
                  <a:lnTo>
                    <a:pt x="8" y="75"/>
                  </a:lnTo>
                  <a:lnTo>
                    <a:pt x="23"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2544" name="Freeform 42"/>
            <p:cNvSpPr>
              <a:spLocks/>
            </p:cNvSpPr>
            <p:nvPr/>
          </p:nvSpPr>
          <p:spPr bwMode="auto">
            <a:xfrm>
              <a:off x="1346" y="1455"/>
              <a:ext cx="266" cy="160"/>
            </a:xfrm>
            <a:custGeom>
              <a:avLst/>
              <a:gdLst>
                <a:gd name="T0" fmla="*/ 0 w 1330"/>
                <a:gd name="T1" fmla="*/ 1 h 801"/>
                <a:gd name="T2" fmla="*/ 0 w 1330"/>
                <a:gd name="T3" fmla="*/ 1 h 801"/>
                <a:gd name="T4" fmla="*/ 10 w 1330"/>
                <a:gd name="T5" fmla="*/ 6 h 801"/>
                <a:gd name="T6" fmla="*/ 11 w 1330"/>
                <a:gd name="T7" fmla="*/ 6 h 801"/>
                <a:gd name="T8" fmla="*/ 1 w 1330"/>
                <a:gd name="T9" fmla="*/ 0 h 801"/>
                <a:gd name="T10" fmla="*/ 1 w 1330"/>
                <a:gd name="T11" fmla="*/ 0 h 801"/>
                <a:gd name="T12" fmla="*/ 1 w 1330"/>
                <a:gd name="T13" fmla="*/ 0 h 801"/>
                <a:gd name="T14" fmla="*/ 0 w 1330"/>
                <a:gd name="T15" fmla="*/ 0 h 801"/>
                <a:gd name="T16" fmla="*/ 0 w 1330"/>
                <a:gd name="T17" fmla="*/ 0 h 801"/>
                <a:gd name="T18" fmla="*/ 0 w 1330"/>
                <a:gd name="T19" fmla="*/ 0 h 801"/>
                <a:gd name="T20" fmla="*/ 0 w 1330"/>
                <a:gd name="T21" fmla="*/ 0 h 801"/>
                <a:gd name="T22" fmla="*/ 0 w 1330"/>
                <a:gd name="T23" fmla="*/ 0 h 801"/>
                <a:gd name="T24" fmla="*/ 0 w 1330"/>
                <a:gd name="T25" fmla="*/ 0 h 801"/>
                <a:gd name="T26" fmla="*/ 0 w 1330"/>
                <a:gd name="T27" fmla="*/ 1 h 801"/>
                <a:gd name="T28" fmla="*/ 0 w 1330"/>
                <a:gd name="T29" fmla="*/ 1 h 801"/>
                <a:gd name="T30" fmla="*/ 0 w 1330"/>
                <a:gd name="T31" fmla="*/ 1 h 801"/>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30"/>
                <a:gd name="T49" fmla="*/ 0 h 801"/>
                <a:gd name="T50" fmla="*/ 1330 w 1330"/>
                <a:gd name="T51" fmla="*/ 801 h 801"/>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30" h="801">
                  <a:moveTo>
                    <a:pt x="24" y="88"/>
                  </a:moveTo>
                  <a:lnTo>
                    <a:pt x="23" y="88"/>
                  </a:lnTo>
                  <a:lnTo>
                    <a:pt x="1286" y="801"/>
                  </a:lnTo>
                  <a:lnTo>
                    <a:pt x="1330" y="719"/>
                  </a:lnTo>
                  <a:lnTo>
                    <a:pt x="67" y="6"/>
                  </a:lnTo>
                  <a:lnTo>
                    <a:pt x="66" y="6"/>
                  </a:lnTo>
                  <a:lnTo>
                    <a:pt x="67" y="6"/>
                  </a:lnTo>
                  <a:lnTo>
                    <a:pt x="48" y="0"/>
                  </a:lnTo>
                  <a:lnTo>
                    <a:pt x="30" y="2"/>
                  </a:lnTo>
                  <a:lnTo>
                    <a:pt x="16" y="12"/>
                  </a:lnTo>
                  <a:lnTo>
                    <a:pt x="5" y="25"/>
                  </a:lnTo>
                  <a:lnTo>
                    <a:pt x="0" y="41"/>
                  </a:lnTo>
                  <a:lnTo>
                    <a:pt x="0" y="59"/>
                  </a:lnTo>
                  <a:lnTo>
                    <a:pt x="8" y="75"/>
                  </a:lnTo>
                  <a:lnTo>
                    <a:pt x="23" y="88"/>
                  </a:lnTo>
                  <a:lnTo>
                    <a:pt x="24"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2545" name="Freeform 43"/>
            <p:cNvSpPr>
              <a:spLocks/>
            </p:cNvSpPr>
            <p:nvPr/>
          </p:nvSpPr>
          <p:spPr bwMode="auto">
            <a:xfrm>
              <a:off x="1198" y="1439"/>
              <a:ext cx="161" cy="35"/>
            </a:xfrm>
            <a:custGeom>
              <a:avLst/>
              <a:gdLst>
                <a:gd name="T0" fmla="*/ 1 w 806"/>
                <a:gd name="T1" fmla="*/ 1 h 177"/>
                <a:gd name="T2" fmla="*/ 1 w 806"/>
                <a:gd name="T3" fmla="*/ 1 h 177"/>
                <a:gd name="T4" fmla="*/ 1 w 806"/>
                <a:gd name="T5" fmla="*/ 1 h 177"/>
                <a:gd name="T6" fmla="*/ 1 w 806"/>
                <a:gd name="T7" fmla="*/ 1 h 177"/>
                <a:gd name="T8" fmla="*/ 2 w 806"/>
                <a:gd name="T9" fmla="*/ 1 h 177"/>
                <a:gd name="T10" fmla="*/ 2 w 806"/>
                <a:gd name="T11" fmla="*/ 1 h 177"/>
                <a:gd name="T12" fmla="*/ 2 w 806"/>
                <a:gd name="T13" fmla="*/ 1 h 177"/>
                <a:gd name="T14" fmla="*/ 3 w 806"/>
                <a:gd name="T15" fmla="*/ 1 h 177"/>
                <a:gd name="T16" fmla="*/ 3 w 806"/>
                <a:gd name="T17" fmla="*/ 1 h 177"/>
                <a:gd name="T18" fmla="*/ 3 w 806"/>
                <a:gd name="T19" fmla="*/ 1 h 177"/>
                <a:gd name="T20" fmla="*/ 4 w 806"/>
                <a:gd name="T21" fmla="*/ 1 h 177"/>
                <a:gd name="T22" fmla="*/ 4 w 806"/>
                <a:gd name="T23" fmla="*/ 1 h 177"/>
                <a:gd name="T24" fmla="*/ 5 w 806"/>
                <a:gd name="T25" fmla="*/ 1 h 177"/>
                <a:gd name="T26" fmla="*/ 5 w 806"/>
                <a:gd name="T27" fmla="*/ 1 h 177"/>
                <a:gd name="T28" fmla="*/ 5 w 806"/>
                <a:gd name="T29" fmla="*/ 1 h 177"/>
                <a:gd name="T30" fmla="*/ 6 w 806"/>
                <a:gd name="T31" fmla="*/ 1 h 177"/>
                <a:gd name="T32" fmla="*/ 6 w 806"/>
                <a:gd name="T33" fmla="*/ 1 h 177"/>
                <a:gd name="T34" fmla="*/ 6 w 806"/>
                <a:gd name="T35" fmla="*/ 1 h 177"/>
                <a:gd name="T36" fmla="*/ 6 w 806"/>
                <a:gd name="T37" fmla="*/ 1 h 177"/>
                <a:gd name="T38" fmla="*/ 6 w 806"/>
                <a:gd name="T39" fmla="*/ 1 h 177"/>
                <a:gd name="T40" fmla="*/ 6 w 806"/>
                <a:gd name="T41" fmla="*/ 0 h 177"/>
                <a:gd name="T42" fmla="*/ 5 w 806"/>
                <a:gd name="T43" fmla="*/ 0 h 177"/>
                <a:gd name="T44" fmla="*/ 5 w 806"/>
                <a:gd name="T45" fmla="*/ 0 h 177"/>
                <a:gd name="T46" fmla="*/ 5 w 806"/>
                <a:gd name="T47" fmla="*/ 0 h 177"/>
                <a:gd name="T48" fmla="*/ 4 w 806"/>
                <a:gd name="T49" fmla="*/ 0 h 177"/>
                <a:gd name="T50" fmla="*/ 4 w 806"/>
                <a:gd name="T51" fmla="*/ 0 h 177"/>
                <a:gd name="T52" fmla="*/ 3 w 806"/>
                <a:gd name="T53" fmla="*/ 0 h 177"/>
                <a:gd name="T54" fmla="*/ 3 w 806"/>
                <a:gd name="T55" fmla="*/ 0 h 177"/>
                <a:gd name="T56" fmla="*/ 3 w 806"/>
                <a:gd name="T57" fmla="*/ 0 h 177"/>
                <a:gd name="T58" fmla="*/ 2 w 806"/>
                <a:gd name="T59" fmla="*/ 0 h 177"/>
                <a:gd name="T60" fmla="*/ 2 w 806"/>
                <a:gd name="T61" fmla="*/ 0 h 177"/>
                <a:gd name="T62" fmla="*/ 1 w 806"/>
                <a:gd name="T63" fmla="*/ 0 h 177"/>
                <a:gd name="T64" fmla="*/ 1 w 806"/>
                <a:gd name="T65" fmla="*/ 0 h 177"/>
                <a:gd name="T66" fmla="*/ 1 w 806"/>
                <a:gd name="T67" fmla="*/ 1 h 177"/>
                <a:gd name="T68" fmla="*/ 0 w 806"/>
                <a:gd name="T69" fmla="*/ 1 h 177"/>
                <a:gd name="T70" fmla="*/ 0 w 806"/>
                <a:gd name="T71" fmla="*/ 1 h 177"/>
                <a:gd name="T72" fmla="*/ 0 w 806"/>
                <a:gd name="T73" fmla="*/ 1 h 177"/>
                <a:gd name="T74" fmla="*/ 0 w 806"/>
                <a:gd name="T75" fmla="*/ 1 h 177"/>
                <a:gd name="T76" fmla="*/ 0 w 806"/>
                <a:gd name="T77" fmla="*/ 1 h 177"/>
                <a:gd name="T78" fmla="*/ 0 w 806"/>
                <a:gd name="T79" fmla="*/ 1 h 177"/>
                <a:gd name="T80" fmla="*/ 0 w 806"/>
                <a:gd name="T81" fmla="*/ 1 h 177"/>
                <a:gd name="T82" fmla="*/ 0 w 806"/>
                <a:gd name="T83" fmla="*/ 1 h 177"/>
                <a:gd name="T84" fmla="*/ 0 w 806"/>
                <a:gd name="T85" fmla="*/ 1 h 177"/>
                <a:gd name="T86" fmla="*/ 0 w 806"/>
                <a:gd name="T87" fmla="*/ 1 h 177"/>
                <a:gd name="T88" fmla="*/ 1 w 806"/>
                <a:gd name="T89" fmla="*/ 1 h 177"/>
                <a:gd name="T90" fmla="*/ 1 w 806"/>
                <a:gd name="T91" fmla="*/ 1 h 17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806"/>
                <a:gd name="T139" fmla="*/ 0 h 177"/>
                <a:gd name="T140" fmla="*/ 806 w 806"/>
                <a:gd name="T141" fmla="*/ 177 h 17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806" h="177">
                  <a:moveTo>
                    <a:pt x="67" y="171"/>
                  </a:moveTo>
                  <a:lnTo>
                    <a:pt x="68" y="171"/>
                  </a:lnTo>
                  <a:lnTo>
                    <a:pt x="109" y="151"/>
                  </a:lnTo>
                  <a:lnTo>
                    <a:pt x="151" y="135"/>
                  </a:lnTo>
                  <a:lnTo>
                    <a:pt x="196" y="122"/>
                  </a:lnTo>
                  <a:lnTo>
                    <a:pt x="242" y="110"/>
                  </a:lnTo>
                  <a:lnTo>
                    <a:pt x="287" y="102"/>
                  </a:lnTo>
                  <a:lnTo>
                    <a:pt x="335" y="97"/>
                  </a:lnTo>
                  <a:lnTo>
                    <a:pt x="382" y="95"/>
                  </a:lnTo>
                  <a:lnTo>
                    <a:pt x="430" y="94"/>
                  </a:lnTo>
                  <a:lnTo>
                    <a:pt x="477" y="97"/>
                  </a:lnTo>
                  <a:lnTo>
                    <a:pt x="524" y="102"/>
                  </a:lnTo>
                  <a:lnTo>
                    <a:pt x="568" y="108"/>
                  </a:lnTo>
                  <a:lnTo>
                    <a:pt x="612" y="117"/>
                  </a:lnTo>
                  <a:lnTo>
                    <a:pt x="654" y="128"/>
                  </a:lnTo>
                  <a:lnTo>
                    <a:pt x="693" y="141"/>
                  </a:lnTo>
                  <a:lnTo>
                    <a:pt x="730" y="155"/>
                  </a:lnTo>
                  <a:lnTo>
                    <a:pt x="764" y="171"/>
                  </a:lnTo>
                  <a:lnTo>
                    <a:pt x="806" y="89"/>
                  </a:lnTo>
                  <a:lnTo>
                    <a:pt x="768" y="70"/>
                  </a:lnTo>
                  <a:lnTo>
                    <a:pt x="725" y="54"/>
                  </a:lnTo>
                  <a:lnTo>
                    <a:pt x="680" y="39"/>
                  </a:lnTo>
                  <a:lnTo>
                    <a:pt x="633" y="26"/>
                  </a:lnTo>
                  <a:lnTo>
                    <a:pt x="585" y="16"/>
                  </a:lnTo>
                  <a:lnTo>
                    <a:pt x="536" y="8"/>
                  </a:lnTo>
                  <a:lnTo>
                    <a:pt x="484" y="3"/>
                  </a:lnTo>
                  <a:lnTo>
                    <a:pt x="433" y="0"/>
                  </a:lnTo>
                  <a:lnTo>
                    <a:pt x="380" y="1"/>
                  </a:lnTo>
                  <a:lnTo>
                    <a:pt x="328" y="3"/>
                  </a:lnTo>
                  <a:lnTo>
                    <a:pt x="276" y="10"/>
                  </a:lnTo>
                  <a:lnTo>
                    <a:pt x="223" y="19"/>
                  </a:lnTo>
                  <a:lnTo>
                    <a:pt x="172" y="30"/>
                  </a:lnTo>
                  <a:lnTo>
                    <a:pt x="121" y="46"/>
                  </a:lnTo>
                  <a:lnTo>
                    <a:pt x="72" y="67"/>
                  </a:lnTo>
                  <a:lnTo>
                    <a:pt x="24" y="89"/>
                  </a:lnTo>
                  <a:lnTo>
                    <a:pt x="25" y="89"/>
                  </a:lnTo>
                  <a:lnTo>
                    <a:pt x="24" y="89"/>
                  </a:lnTo>
                  <a:lnTo>
                    <a:pt x="8" y="102"/>
                  </a:lnTo>
                  <a:lnTo>
                    <a:pt x="0" y="118"/>
                  </a:lnTo>
                  <a:lnTo>
                    <a:pt x="0" y="136"/>
                  </a:lnTo>
                  <a:lnTo>
                    <a:pt x="6" y="152"/>
                  </a:lnTo>
                  <a:lnTo>
                    <a:pt x="17" y="165"/>
                  </a:lnTo>
                  <a:lnTo>
                    <a:pt x="31" y="175"/>
                  </a:lnTo>
                  <a:lnTo>
                    <a:pt x="48" y="177"/>
                  </a:lnTo>
                  <a:lnTo>
                    <a:pt x="68" y="171"/>
                  </a:lnTo>
                  <a:lnTo>
                    <a:pt x="67" y="1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2546" name="Freeform 44"/>
            <p:cNvSpPr>
              <a:spLocks/>
            </p:cNvSpPr>
            <p:nvPr/>
          </p:nvSpPr>
          <p:spPr bwMode="auto">
            <a:xfrm>
              <a:off x="931" y="1456"/>
              <a:ext cx="280" cy="158"/>
            </a:xfrm>
            <a:custGeom>
              <a:avLst/>
              <a:gdLst>
                <a:gd name="T0" fmla="*/ 1 w 1402"/>
                <a:gd name="T1" fmla="*/ 6 h 787"/>
                <a:gd name="T2" fmla="*/ 1 w 1402"/>
                <a:gd name="T3" fmla="*/ 6 h 787"/>
                <a:gd name="T4" fmla="*/ 11 w 1402"/>
                <a:gd name="T5" fmla="*/ 1 h 787"/>
                <a:gd name="T6" fmla="*/ 11 w 1402"/>
                <a:gd name="T7" fmla="*/ 0 h 787"/>
                <a:gd name="T8" fmla="*/ 0 w 1402"/>
                <a:gd name="T9" fmla="*/ 6 h 787"/>
                <a:gd name="T10" fmla="*/ 0 w 1402"/>
                <a:gd name="T11" fmla="*/ 6 h 787"/>
                <a:gd name="T12" fmla="*/ 0 w 1402"/>
                <a:gd name="T13" fmla="*/ 6 h 787"/>
                <a:gd name="T14" fmla="*/ 0 w 1402"/>
                <a:gd name="T15" fmla="*/ 6 h 787"/>
                <a:gd name="T16" fmla="*/ 0 w 1402"/>
                <a:gd name="T17" fmla="*/ 6 h 787"/>
                <a:gd name="T18" fmla="*/ 0 w 1402"/>
                <a:gd name="T19" fmla="*/ 6 h 787"/>
                <a:gd name="T20" fmla="*/ 0 w 1402"/>
                <a:gd name="T21" fmla="*/ 6 h 787"/>
                <a:gd name="T22" fmla="*/ 0 w 1402"/>
                <a:gd name="T23" fmla="*/ 6 h 787"/>
                <a:gd name="T24" fmla="*/ 0 w 1402"/>
                <a:gd name="T25" fmla="*/ 6 h 787"/>
                <a:gd name="T26" fmla="*/ 0 w 1402"/>
                <a:gd name="T27" fmla="*/ 6 h 787"/>
                <a:gd name="T28" fmla="*/ 1 w 1402"/>
                <a:gd name="T29" fmla="*/ 6 h 787"/>
                <a:gd name="T30" fmla="*/ 1 w 1402"/>
                <a:gd name="T31" fmla="*/ 6 h 78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02"/>
                <a:gd name="T49" fmla="*/ 0 h 787"/>
                <a:gd name="T50" fmla="*/ 1402 w 1402"/>
                <a:gd name="T51" fmla="*/ 787 h 78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02" h="787">
                  <a:moveTo>
                    <a:pt x="69" y="781"/>
                  </a:moveTo>
                  <a:lnTo>
                    <a:pt x="66" y="781"/>
                  </a:lnTo>
                  <a:lnTo>
                    <a:pt x="1402" y="82"/>
                  </a:lnTo>
                  <a:lnTo>
                    <a:pt x="1360" y="0"/>
                  </a:lnTo>
                  <a:lnTo>
                    <a:pt x="24" y="699"/>
                  </a:lnTo>
                  <a:lnTo>
                    <a:pt x="22" y="699"/>
                  </a:lnTo>
                  <a:lnTo>
                    <a:pt x="24" y="699"/>
                  </a:lnTo>
                  <a:lnTo>
                    <a:pt x="8" y="712"/>
                  </a:lnTo>
                  <a:lnTo>
                    <a:pt x="1" y="727"/>
                  </a:lnTo>
                  <a:lnTo>
                    <a:pt x="0" y="744"/>
                  </a:lnTo>
                  <a:lnTo>
                    <a:pt x="5" y="761"/>
                  </a:lnTo>
                  <a:lnTo>
                    <a:pt x="15" y="775"/>
                  </a:lnTo>
                  <a:lnTo>
                    <a:pt x="30" y="784"/>
                  </a:lnTo>
                  <a:lnTo>
                    <a:pt x="46" y="787"/>
                  </a:lnTo>
                  <a:lnTo>
                    <a:pt x="66" y="781"/>
                  </a:lnTo>
                  <a:lnTo>
                    <a:pt x="69" y="7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2547" name="Freeform 45"/>
            <p:cNvSpPr>
              <a:spLocks/>
            </p:cNvSpPr>
            <p:nvPr/>
          </p:nvSpPr>
          <p:spPr bwMode="auto">
            <a:xfrm>
              <a:off x="868" y="1596"/>
              <a:ext cx="77" cy="126"/>
            </a:xfrm>
            <a:custGeom>
              <a:avLst/>
              <a:gdLst>
                <a:gd name="T0" fmla="*/ 1 w 382"/>
                <a:gd name="T1" fmla="*/ 5 h 628"/>
                <a:gd name="T2" fmla="*/ 1 w 382"/>
                <a:gd name="T3" fmla="*/ 5 h 628"/>
                <a:gd name="T4" fmla="*/ 1 w 382"/>
                <a:gd name="T5" fmla="*/ 4 h 628"/>
                <a:gd name="T6" fmla="*/ 1 w 382"/>
                <a:gd name="T7" fmla="*/ 4 h 628"/>
                <a:gd name="T8" fmla="*/ 1 w 382"/>
                <a:gd name="T9" fmla="*/ 4 h 628"/>
                <a:gd name="T10" fmla="*/ 1 w 382"/>
                <a:gd name="T11" fmla="*/ 3 h 628"/>
                <a:gd name="T12" fmla="*/ 1 w 382"/>
                <a:gd name="T13" fmla="*/ 3 h 628"/>
                <a:gd name="T14" fmla="*/ 1 w 382"/>
                <a:gd name="T15" fmla="*/ 3 h 628"/>
                <a:gd name="T16" fmla="*/ 1 w 382"/>
                <a:gd name="T17" fmla="*/ 3 h 628"/>
                <a:gd name="T18" fmla="*/ 1 w 382"/>
                <a:gd name="T19" fmla="*/ 2 h 628"/>
                <a:gd name="T20" fmla="*/ 2 w 382"/>
                <a:gd name="T21" fmla="*/ 2 h 628"/>
                <a:gd name="T22" fmla="*/ 2 w 382"/>
                <a:gd name="T23" fmla="*/ 2 h 628"/>
                <a:gd name="T24" fmla="*/ 2 w 382"/>
                <a:gd name="T25" fmla="*/ 2 h 628"/>
                <a:gd name="T26" fmla="*/ 2 w 382"/>
                <a:gd name="T27" fmla="*/ 1 h 628"/>
                <a:gd name="T28" fmla="*/ 2 w 382"/>
                <a:gd name="T29" fmla="*/ 1 h 628"/>
                <a:gd name="T30" fmla="*/ 3 w 382"/>
                <a:gd name="T31" fmla="*/ 1 h 628"/>
                <a:gd name="T32" fmla="*/ 3 w 382"/>
                <a:gd name="T33" fmla="*/ 1 h 628"/>
                <a:gd name="T34" fmla="*/ 3 w 382"/>
                <a:gd name="T35" fmla="*/ 1 h 628"/>
                <a:gd name="T36" fmla="*/ 3 w 382"/>
                <a:gd name="T37" fmla="*/ 0 h 628"/>
                <a:gd name="T38" fmla="*/ 2 w 382"/>
                <a:gd name="T39" fmla="*/ 0 h 628"/>
                <a:gd name="T40" fmla="*/ 2 w 382"/>
                <a:gd name="T41" fmla="*/ 0 h 628"/>
                <a:gd name="T42" fmla="*/ 2 w 382"/>
                <a:gd name="T43" fmla="*/ 1 h 628"/>
                <a:gd name="T44" fmla="*/ 2 w 382"/>
                <a:gd name="T45" fmla="*/ 1 h 628"/>
                <a:gd name="T46" fmla="*/ 1 w 382"/>
                <a:gd name="T47" fmla="*/ 1 h 628"/>
                <a:gd name="T48" fmla="*/ 1 w 382"/>
                <a:gd name="T49" fmla="*/ 1 h 628"/>
                <a:gd name="T50" fmla="*/ 1 w 382"/>
                <a:gd name="T51" fmla="*/ 2 h 628"/>
                <a:gd name="T52" fmla="*/ 1 w 382"/>
                <a:gd name="T53" fmla="*/ 2 h 628"/>
                <a:gd name="T54" fmla="*/ 1 w 382"/>
                <a:gd name="T55" fmla="*/ 2 h 628"/>
                <a:gd name="T56" fmla="*/ 0 w 382"/>
                <a:gd name="T57" fmla="*/ 3 h 628"/>
                <a:gd name="T58" fmla="*/ 0 w 382"/>
                <a:gd name="T59" fmla="*/ 3 h 628"/>
                <a:gd name="T60" fmla="*/ 0 w 382"/>
                <a:gd name="T61" fmla="*/ 3 h 628"/>
                <a:gd name="T62" fmla="*/ 0 w 382"/>
                <a:gd name="T63" fmla="*/ 4 h 628"/>
                <a:gd name="T64" fmla="*/ 0 w 382"/>
                <a:gd name="T65" fmla="*/ 4 h 628"/>
                <a:gd name="T66" fmla="*/ 0 w 382"/>
                <a:gd name="T67" fmla="*/ 4 h 628"/>
                <a:gd name="T68" fmla="*/ 0 w 382"/>
                <a:gd name="T69" fmla="*/ 5 h 628"/>
                <a:gd name="T70" fmla="*/ 0 w 382"/>
                <a:gd name="T71" fmla="*/ 5 h 628"/>
                <a:gd name="T72" fmla="*/ 0 w 382"/>
                <a:gd name="T73" fmla="*/ 5 h 628"/>
                <a:gd name="T74" fmla="*/ 0 w 382"/>
                <a:gd name="T75" fmla="*/ 5 h 628"/>
                <a:gd name="T76" fmla="*/ 0 w 382"/>
                <a:gd name="T77" fmla="*/ 5 h 628"/>
                <a:gd name="T78" fmla="*/ 0 w 382"/>
                <a:gd name="T79" fmla="*/ 5 h 628"/>
                <a:gd name="T80" fmla="*/ 0 w 382"/>
                <a:gd name="T81" fmla="*/ 5 h 628"/>
                <a:gd name="T82" fmla="*/ 1 w 382"/>
                <a:gd name="T83" fmla="*/ 5 h 628"/>
                <a:gd name="T84" fmla="*/ 1 w 382"/>
                <a:gd name="T85" fmla="*/ 5 h 628"/>
                <a:gd name="T86" fmla="*/ 1 w 382"/>
                <a:gd name="T87" fmla="*/ 5 h 628"/>
                <a:gd name="T88" fmla="*/ 1 w 382"/>
                <a:gd name="T89" fmla="*/ 5 h 628"/>
                <a:gd name="T90" fmla="*/ 1 w 382"/>
                <a:gd name="T91" fmla="*/ 5 h 628"/>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382"/>
                <a:gd name="T139" fmla="*/ 0 h 628"/>
                <a:gd name="T140" fmla="*/ 382 w 382"/>
                <a:gd name="T141" fmla="*/ 628 h 628"/>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382" h="628">
                  <a:moveTo>
                    <a:pt x="94" y="581"/>
                  </a:moveTo>
                  <a:lnTo>
                    <a:pt x="94" y="582"/>
                  </a:lnTo>
                  <a:lnTo>
                    <a:pt x="96" y="541"/>
                  </a:lnTo>
                  <a:lnTo>
                    <a:pt x="99" y="500"/>
                  </a:lnTo>
                  <a:lnTo>
                    <a:pt x="106" y="463"/>
                  </a:lnTo>
                  <a:lnTo>
                    <a:pt x="115" y="424"/>
                  </a:lnTo>
                  <a:lnTo>
                    <a:pt x="127" y="389"/>
                  </a:lnTo>
                  <a:lnTo>
                    <a:pt x="140" y="353"/>
                  </a:lnTo>
                  <a:lnTo>
                    <a:pt x="156" y="320"/>
                  </a:lnTo>
                  <a:lnTo>
                    <a:pt x="173" y="287"/>
                  </a:lnTo>
                  <a:lnTo>
                    <a:pt x="193" y="255"/>
                  </a:lnTo>
                  <a:lnTo>
                    <a:pt x="214" y="226"/>
                  </a:lnTo>
                  <a:lnTo>
                    <a:pt x="238" y="198"/>
                  </a:lnTo>
                  <a:lnTo>
                    <a:pt x="263" y="172"/>
                  </a:lnTo>
                  <a:lnTo>
                    <a:pt x="290" y="146"/>
                  </a:lnTo>
                  <a:lnTo>
                    <a:pt x="318" y="122"/>
                  </a:lnTo>
                  <a:lnTo>
                    <a:pt x="349" y="101"/>
                  </a:lnTo>
                  <a:lnTo>
                    <a:pt x="382" y="82"/>
                  </a:lnTo>
                  <a:lnTo>
                    <a:pt x="335" y="0"/>
                  </a:lnTo>
                  <a:lnTo>
                    <a:pt x="297" y="23"/>
                  </a:lnTo>
                  <a:lnTo>
                    <a:pt x="262" y="49"/>
                  </a:lnTo>
                  <a:lnTo>
                    <a:pt x="229" y="76"/>
                  </a:lnTo>
                  <a:lnTo>
                    <a:pt x="198" y="104"/>
                  </a:lnTo>
                  <a:lnTo>
                    <a:pt x="167" y="137"/>
                  </a:lnTo>
                  <a:lnTo>
                    <a:pt x="142" y="170"/>
                  </a:lnTo>
                  <a:lnTo>
                    <a:pt x="116" y="204"/>
                  </a:lnTo>
                  <a:lnTo>
                    <a:pt x="94" y="240"/>
                  </a:lnTo>
                  <a:lnTo>
                    <a:pt x="74" y="278"/>
                  </a:lnTo>
                  <a:lnTo>
                    <a:pt x="54" y="317"/>
                  </a:lnTo>
                  <a:lnTo>
                    <a:pt x="38" y="359"/>
                  </a:lnTo>
                  <a:lnTo>
                    <a:pt x="26" y="401"/>
                  </a:lnTo>
                  <a:lnTo>
                    <a:pt x="15" y="444"/>
                  </a:lnTo>
                  <a:lnTo>
                    <a:pt x="8" y="489"/>
                  </a:lnTo>
                  <a:lnTo>
                    <a:pt x="2" y="534"/>
                  </a:lnTo>
                  <a:lnTo>
                    <a:pt x="0" y="580"/>
                  </a:lnTo>
                  <a:lnTo>
                    <a:pt x="0" y="581"/>
                  </a:lnTo>
                  <a:lnTo>
                    <a:pt x="0" y="580"/>
                  </a:lnTo>
                  <a:lnTo>
                    <a:pt x="3" y="600"/>
                  </a:lnTo>
                  <a:lnTo>
                    <a:pt x="14" y="615"/>
                  </a:lnTo>
                  <a:lnTo>
                    <a:pt x="29" y="625"/>
                  </a:lnTo>
                  <a:lnTo>
                    <a:pt x="45" y="628"/>
                  </a:lnTo>
                  <a:lnTo>
                    <a:pt x="63" y="626"/>
                  </a:lnTo>
                  <a:lnTo>
                    <a:pt x="78" y="616"/>
                  </a:lnTo>
                  <a:lnTo>
                    <a:pt x="89" y="602"/>
                  </a:lnTo>
                  <a:lnTo>
                    <a:pt x="94" y="582"/>
                  </a:lnTo>
                  <a:lnTo>
                    <a:pt x="94" y="5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2548" name="Freeform 46"/>
            <p:cNvSpPr>
              <a:spLocks/>
            </p:cNvSpPr>
            <p:nvPr/>
          </p:nvSpPr>
          <p:spPr bwMode="auto">
            <a:xfrm>
              <a:off x="868" y="1712"/>
              <a:ext cx="19" cy="364"/>
            </a:xfrm>
            <a:custGeom>
              <a:avLst/>
              <a:gdLst>
                <a:gd name="T0" fmla="*/ 1 w 94"/>
                <a:gd name="T1" fmla="*/ 14 h 1818"/>
                <a:gd name="T2" fmla="*/ 1 w 94"/>
                <a:gd name="T3" fmla="*/ 14 h 1818"/>
                <a:gd name="T4" fmla="*/ 1 w 94"/>
                <a:gd name="T5" fmla="*/ 0 h 1818"/>
                <a:gd name="T6" fmla="*/ 0 w 94"/>
                <a:gd name="T7" fmla="*/ 0 h 1818"/>
                <a:gd name="T8" fmla="*/ 0 w 94"/>
                <a:gd name="T9" fmla="*/ 14 h 1818"/>
                <a:gd name="T10" fmla="*/ 0 w 94"/>
                <a:gd name="T11" fmla="*/ 14 h 1818"/>
                <a:gd name="T12" fmla="*/ 0 w 94"/>
                <a:gd name="T13" fmla="*/ 14 h 1818"/>
                <a:gd name="T14" fmla="*/ 0 w 94"/>
                <a:gd name="T15" fmla="*/ 14 h 1818"/>
                <a:gd name="T16" fmla="*/ 0 w 94"/>
                <a:gd name="T17" fmla="*/ 14 h 1818"/>
                <a:gd name="T18" fmla="*/ 0 w 94"/>
                <a:gd name="T19" fmla="*/ 15 h 1818"/>
                <a:gd name="T20" fmla="*/ 0 w 94"/>
                <a:gd name="T21" fmla="*/ 15 h 1818"/>
                <a:gd name="T22" fmla="*/ 1 w 94"/>
                <a:gd name="T23" fmla="*/ 15 h 1818"/>
                <a:gd name="T24" fmla="*/ 1 w 94"/>
                <a:gd name="T25" fmla="*/ 14 h 1818"/>
                <a:gd name="T26" fmla="*/ 1 w 94"/>
                <a:gd name="T27" fmla="*/ 14 h 1818"/>
                <a:gd name="T28" fmla="*/ 1 w 94"/>
                <a:gd name="T29" fmla="*/ 14 h 1818"/>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94"/>
                <a:gd name="T46" fmla="*/ 0 h 1818"/>
                <a:gd name="T47" fmla="*/ 94 w 94"/>
                <a:gd name="T48" fmla="*/ 1818 h 1818"/>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94" h="1818">
                  <a:moveTo>
                    <a:pt x="94" y="1771"/>
                  </a:moveTo>
                  <a:lnTo>
                    <a:pt x="94" y="1771"/>
                  </a:lnTo>
                  <a:lnTo>
                    <a:pt x="94" y="0"/>
                  </a:lnTo>
                  <a:lnTo>
                    <a:pt x="0" y="0"/>
                  </a:lnTo>
                  <a:lnTo>
                    <a:pt x="0" y="1771"/>
                  </a:lnTo>
                  <a:lnTo>
                    <a:pt x="3" y="1791"/>
                  </a:lnTo>
                  <a:lnTo>
                    <a:pt x="15" y="1806"/>
                  </a:lnTo>
                  <a:lnTo>
                    <a:pt x="29" y="1814"/>
                  </a:lnTo>
                  <a:lnTo>
                    <a:pt x="47" y="1818"/>
                  </a:lnTo>
                  <a:lnTo>
                    <a:pt x="64" y="1814"/>
                  </a:lnTo>
                  <a:lnTo>
                    <a:pt x="79" y="1806"/>
                  </a:lnTo>
                  <a:lnTo>
                    <a:pt x="90" y="1791"/>
                  </a:lnTo>
                  <a:lnTo>
                    <a:pt x="94" y="17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2549" name="Freeform 47"/>
            <p:cNvSpPr>
              <a:spLocks/>
            </p:cNvSpPr>
            <p:nvPr/>
          </p:nvSpPr>
          <p:spPr bwMode="auto">
            <a:xfrm>
              <a:off x="868" y="2067"/>
              <a:ext cx="90" cy="160"/>
            </a:xfrm>
            <a:custGeom>
              <a:avLst/>
              <a:gdLst>
                <a:gd name="T0" fmla="*/ 3 w 449"/>
                <a:gd name="T1" fmla="*/ 6 h 803"/>
                <a:gd name="T2" fmla="*/ 3 w 449"/>
                <a:gd name="T3" fmla="*/ 6 h 803"/>
                <a:gd name="T4" fmla="*/ 3 w 449"/>
                <a:gd name="T5" fmla="*/ 5 h 803"/>
                <a:gd name="T6" fmla="*/ 3 w 449"/>
                <a:gd name="T7" fmla="*/ 5 h 803"/>
                <a:gd name="T8" fmla="*/ 3 w 449"/>
                <a:gd name="T9" fmla="*/ 5 h 803"/>
                <a:gd name="T10" fmla="*/ 2 w 449"/>
                <a:gd name="T11" fmla="*/ 5 h 803"/>
                <a:gd name="T12" fmla="*/ 2 w 449"/>
                <a:gd name="T13" fmla="*/ 4 h 803"/>
                <a:gd name="T14" fmla="*/ 2 w 449"/>
                <a:gd name="T15" fmla="*/ 4 h 803"/>
                <a:gd name="T16" fmla="*/ 2 w 449"/>
                <a:gd name="T17" fmla="*/ 4 h 803"/>
                <a:gd name="T18" fmla="*/ 2 w 449"/>
                <a:gd name="T19" fmla="*/ 3 h 803"/>
                <a:gd name="T20" fmla="*/ 1 w 449"/>
                <a:gd name="T21" fmla="*/ 3 h 803"/>
                <a:gd name="T22" fmla="*/ 1 w 449"/>
                <a:gd name="T23" fmla="*/ 2 h 803"/>
                <a:gd name="T24" fmla="*/ 1 w 449"/>
                <a:gd name="T25" fmla="*/ 2 h 803"/>
                <a:gd name="T26" fmla="*/ 1 w 449"/>
                <a:gd name="T27" fmla="*/ 2 h 803"/>
                <a:gd name="T28" fmla="*/ 1 w 449"/>
                <a:gd name="T29" fmla="*/ 1 h 803"/>
                <a:gd name="T30" fmla="*/ 1 w 449"/>
                <a:gd name="T31" fmla="*/ 1 h 803"/>
                <a:gd name="T32" fmla="*/ 1 w 449"/>
                <a:gd name="T33" fmla="*/ 0 h 803"/>
                <a:gd name="T34" fmla="*/ 1 w 449"/>
                <a:gd name="T35" fmla="*/ 0 h 803"/>
                <a:gd name="T36" fmla="*/ 0 w 449"/>
                <a:gd name="T37" fmla="*/ 0 h 803"/>
                <a:gd name="T38" fmla="*/ 0 w 449"/>
                <a:gd name="T39" fmla="*/ 0 h 803"/>
                <a:gd name="T40" fmla="*/ 0 w 449"/>
                <a:gd name="T41" fmla="*/ 1 h 803"/>
                <a:gd name="T42" fmla="*/ 0 w 449"/>
                <a:gd name="T43" fmla="*/ 1 h 803"/>
                <a:gd name="T44" fmla="*/ 0 w 449"/>
                <a:gd name="T45" fmla="*/ 2 h 803"/>
                <a:gd name="T46" fmla="*/ 0 w 449"/>
                <a:gd name="T47" fmla="*/ 2 h 803"/>
                <a:gd name="T48" fmla="*/ 0 w 449"/>
                <a:gd name="T49" fmla="*/ 3 h 803"/>
                <a:gd name="T50" fmla="*/ 1 w 449"/>
                <a:gd name="T51" fmla="*/ 3 h 803"/>
                <a:gd name="T52" fmla="*/ 1 w 449"/>
                <a:gd name="T53" fmla="*/ 4 h 803"/>
                <a:gd name="T54" fmla="*/ 1 w 449"/>
                <a:gd name="T55" fmla="*/ 4 h 803"/>
                <a:gd name="T56" fmla="*/ 1 w 449"/>
                <a:gd name="T57" fmla="*/ 4 h 803"/>
                <a:gd name="T58" fmla="*/ 2 w 449"/>
                <a:gd name="T59" fmla="*/ 5 h 803"/>
                <a:gd name="T60" fmla="*/ 2 w 449"/>
                <a:gd name="T61" fmla="*/ 5 h 803"/>
                <a:gd name="T62" fmla="*/ 2 w 449"/>
                <a:gd name="T63" fmla="*/ 5 h 803"/>
                <a:gd name="T64" fmla="*/ 2 w 449"/>
                <a:gd name="T65" fmla="*/ 6 h 803"/>
                <a:gd name="T66" fmla="*/ 3 w 449"/>
                <a:gd name="T67" fmla="*/ 6 h 803"/>
                <a:gd name="T68" fmla="*/ 3 w 449"/>
                <a:gd name="T69" fmla="*/ 6 h 803"/>
                <a:gd name="T70" fmla="*/ 3 w 449"/>
                <a:gd name="T71" fmla="*/ 6 h 803"/>
                <a:gd name="T72" fmla="*/ 3 w 449"/>
                <a:gd name="T73" fmla="*/ 6 h 803"/>
                <a:gd name="T74" fmla="*/ 3 w 449"/>
                <a:gd name="T75" fmla="*/ 6 h 803"/>
                <a:gd name="T76" fmla="*/ 3 w 449"/>
                <a:gd name="T77" fmla="*/ 6 h 803"/>
                <a:gd name="T78" fmla="*/ 3 w 449"/>
                <a:gd name="T79" fmla="*/ 6 h 803"/>
                <a:gd name="T80" fmla="*/ 4 w 449"/>
                <a:gd name="T81" fmla="*/ 6 h 803"/>
                <a:gd name="T82" fmla="*/ 4 w 449"/>
                <a:gd name="T83" fmla="*/ 6 h 803"/>
                <a:gd name="T84" fmla="*/ 4 w 449"/>
                <a:gd name="T85" fmla="*/ 6 h 803"/>
                <a:gd name="T86" fmla="*/ 4 w 449"/>
                <a:gd name="T87" fmla="*/ 6 h 803"/>
                <a:gd name="T88" fmla="*/ 3 w 449"/>
                <a:gd name="T89" fmla="*/ 6 h 803"/>
                <a:gd name="T90" fmla="*/ 3 w 449"/>
                <a:gd name="T91" fmla="*/ 6 h 80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449"/>
                <a:gd name="T139" fmla="*/ 0 h 803"/>
                <a:gd name="T140" fmla="*/ 449 w 449"/>
                <a:gd name="T141" fmla="*/ 803 h 80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449" h="803">
                  <a:moveTo>
                    <a:pt x="426" y="717"/>
                  </a:moveTo>
                  <a:lnTo>
                    <a:pt x="427" y="717"/>
                  </a:lnTo>
                  <a:lnTo>
                    <a:pt x="395" y="693"/>
                  </a:lnTo>
                  <a:lnTo>
                    <a:pt x="361" y="662"/>
                  </a:lnTo>
                  <a:lnTo>
                    <a:pt x="329" y="628"/>
                  </a:lnTo>
                  <a:lnTo>
                    <a:pt x="299" y="591"/>
                  </a:lnTo>
                  <a:lnTo>
                    <a:pt x="269" y="551"/>
                  </a:lnTo>
                  <a:lnTo>
                    <a:pt x="241" y="507"/>
                  </a:lnTo>
                  <a:lnTo>
                    <a:pt x="215" y="460"/>
                  </a:lnTo>
                  <a:lnTo>
                    <a:pt x="191" y="412"/>
                  </a:lnTo>
                  <a:lnTo>
                    <a:pt x="170" y="363"/>
                  </a:lnTo>
                  <a:lnTo>
                    <a:pt x="151" y="312"/>
                  </a:lnTo>
                  <a:lnTo>
                    <a:pt x="133" y="259"/>
                  </a:lnTo>
                  <a:lnTo>
                    <a:pt x="119" y="207"/>
                  </a:lnTo>
                  <a:lnTo>
                    <a:pt x="108" y="156"/>
                  </a:lnTo>
                  <a:lnTo>
                    <a:pt x="101" y="103"/>
                  </a:lnTo>
                  <a:lnTo>
                    <a:pt x="96" y="51"/>
                  </a:lnTo>
                  <a:lnTo>
                    <a:pt x="94" y="0"/>
                  </a:lnTo>
                  <a:lnTo>
                    <a:pt x="0" y="0"/>
                  </a:lnTo>
                  <a:lnTo>
                    <a:pt x="2" y="56"/>
                  </a:lnTo>
                  <a:lnTo>
                    <a:pt x="7" y="115"/>
                  </a:lnTo>
                  <a:lnTo>
                    <a:pt x="16" y="172"/>
                  </a:lnTo>
                  <a:lnTo>
                    <a:pt x="28" y="231"/>
                  </a:lnTo>
                  <a:lnTo>
                    <a:pt x="44" y="287"/>
                  </a:lnTo>
                  <a:lnTo>
                    <a:pt x="62" y="342"/>
                  </a:lnTo>
                  <a:lnTo>
                    <a:pt x="83" y="398"/>
                  </a:lnTo>
                  <a:lnTo>
                    <a:pt x="106" y="452"/>
                  </a:lnTo>
                  <a:lnTo>
                    <a:pt x="133" y="505"/>
                  </a:lnTo>
                  <a:lnTo>
                    <a:pt x="161" y="554"/>
                  </a:lnTo>
                  <a:lnTo>
                    <a:pt x="192" y="602"/>
                  </a:lnTo>
                  <a:lnTo>
                    <a:pt x="224" y="647"/>
                  </a:lnTo>
                  <a:lnTo>
                    <a:pt x="259" y="689"/>
                  </a:lnTo>
                  <a:lnTo>
                    <a:pt x="295" y="728"/>
                  </a:lnTo>
                  <a:lnTo>
                    <a:pt x="334" y="763"/>
                  </a:lnTo>
                  <a:lnTo>
                    <a:pt x="374" y="795"/>
                  </a:lnTo>
                  <a:lnTo>
                    <a:pt x="375" y="795"/>
                  </a:lnTo>
                  <a:lnTo>
                    <a:pt x="374" y="795"/>
                  </a:lnTo>
                  <a:lnTo>
                    <a:pt x="392" y="803"/>
                  </a:lnTo>
                  <a:lnTo>
                    <a:pt x="411" y="803"/>
                  </a:lnTo>
                  <a:lnTo>
                    <a:pt x="426" y="795"/>
                  </a:lnTo>
                  <a:lnTo>
                    <a:pt x="439" y="782"/>
                  </a:lnTo>
                  <a:lnTo>
                    <a:pt x="446" y="766"/>
                  </a:lnTo>
                  <a:lnTo>
                    <a:pt x="449" y="749"/>
                  </a:lnTo>
                  <a:lnTo>
                    <a:pt x="441" y="732"/>
                  </a:lnTo>
                  <a:lnTo>
                    <a:pt x="427" y="717"/>
                  </a:lnTo>
                  <a:lnTo>
                    <a:pt x="426" y="71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2550" name="Freeform 48"/>
            <p:cNvSpPr>
              <a:spLocks/>
            </p:cNvSpPr>
            <p:nvPr/>
          </p:nvSpPr>
          <p:spPr bwMode="auto">
            <a:xfrm>
              <a:off x="883" y="1673"/>
              <a:ext cx="379" cy="690"/>
            </a:xfrm>
            <a:custGeom>
              <a:avLst/>
              <a:gdLst>
                <a:gd name="T0" fmla="*/ 12 w 1897"/>
                <a:gd name="T1" fmla="*/ 6 h 3450"/>
                <a:gd name="T2" fmla="*/ 13 w 1897"/>
                <a:gd name="T3" fmla="*/ 7 h 3450"/>
                <a:gd name="T4" fmla="*/ 13 w 1897"/>
                <a:gd name="T5" fmla="*/ 7 h 3450"/>
                <a:gd name="T6" fmla="*/ 14 w 1897"/>
                <a:gd name="T7" fmla="*/ 8 h 3450"/>
                <a:gd name="T8" fmla="*/ 14 w 1897"/>
                <a:gd name="T9" fmla="*/ 9 h 3450"/>
                <a:gd name="T10" fmla="*/ 15 w 1897"/>
                <a:gd name="T11" fmla="*/ 10 h 3450"/>
                <a:gd name="T12" fmla="*/ 15 w 1897"/>
                <a:gd name="T13" fmla="*/ 11 h 3450"/>
                <a:gd name="T14" fmla="*/ 15 w 1897"/>
                <a:gd name="T15" fmla="*/ 11 h 3450"/>
                <a:gd name="T16" fmla="*/ 15 w 1897"/>
                <a:gd name="T17" fmla="*/ 12 h 3450"/>
                <a:gd name="T18" fmla="*/ 15 w 1897"/>
                <a:gd name="T19" fmla="*/ 26 h 3450"/>
                <a:gd name="T20" fmla="*/ 15 w 1897"/>
                <a:gd name="T21" fmla="*/ 26 h 3450"/>
                <a:gd name="T22" fmla="*/ 15 w 1897"/>
                <a:gd name="T23" fmla="*/ 27 h 3450"/>
                <a:gd name="T24" fmla="*/ 15 w 1897"/>
                <a:gd name="T25" fmla="*/ 27 h 3450"/>
                <a:gd name="T26" fmla="*/ 14 w 1897"/>
                <a:gd name="T27" fmla="*/ 27 h 3450"/>
                <a:gd name="T28" fmla="*/ 14 w 1897"/>
                <a:gd name="T29" fmla="*/ 28 h 3450"/>
                <a:gd name="T30" fmla="*/ 13 w 1897"/>
                <a:gd name="T31" fmla="*/ 28 h 3450"/>
                <a:gd name="T32" fmla="*/ 13 w 1897"/>
                <a:gd name="T33" fmla="*/ 27 h 3450"/>
                <a:gd name="T34" fmla="*/ 3 w 1897"/>
                <a:gd name="T35" fmla="*/ 21 h 3450"/>
                <a:gd name="T36" fmla="*/ 2 w 1897"/>
                <a:gd name="T37" fmla="*/ 21 h 3450"/>
                <a:gd name="T38" fmla="*/ 2 w 1897"/>
                <a:gd name="T39" fmla="*/ 20 h 3450"/>
                <a:gd name="T40" fmla="*/ 1 w 1897"/>
                <a:gd name="T41" fmla="*/ 19 h 3450"/>
                <a:gd name="T42" fmla="*/ 1 w 1897"/>
                <a:gd name="T43" fmla="*/ 19 h 3450"/>
                <a:gd name="T44" fmla="*/ 0 w 1897"/>
                <a:gd name="T45" fmla="*/ 18 h 3450"/>
                <a:gd name="T46" fmla="*/ 0 w 1897"/>
                <a:gd name="T47" fmla="*/ 17 h 3450"/>
                <a:gd name="T48" fmla="*/ 0 w 1897"/>
                <a:gd name="T49" fmla="*/ 16 h 3450"/>
                <a:gd name="T50" fmla="*/ 0 w 1897"/>
                <a:gd name="T51" fmla="*/ 15 h 3450"/>
                <a:gd name="T52" fmla="*/ 0 w 1897"/>
                <a:gd name="T53" fmla="*/ 2 h 3450"/>
                <a:gd name="T54" fmla="*/ 0 w 1897"/>
                <a:gd name="T55" fmla="*/ 1 h 3450"/>
                <a:gd name="T56" fmla="*/ 0 w 1897"/>
                <a:gd name="T57" fmla="*/ 1 h 3450"/>
                <a:gd name="T58" fmla="*/ 1 w 1897"/>
                <a:gd name="T59" fmla="*/ 0 h 3450"/>
                <a:gd name="T60" fmla="*/ 1 w 1897"/>
                <a:gd name="T61" fmla="*/ 0 h 3450"/>
                <a:gd name="T62" fmla="*/ 1 w 1897"/>
                <a:gd name="T63" fmla="*/ 0 h 3450"/>
                <a:gd name="T64" fmla="*/ 2 w 1897"/>
                <a:gd name="T65" fmla="*/ 0 h 3450"/>
                <a:gd name="T66" fmla="*/ 3 w 1897"/>
                <a:gd name="T67" fmla="*/ 0 h 3450"/>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897"/>
                <a:gd name="T103" fmla="*/ 0 h 3450"/>
                <a:gd name="T104" fmla="*/ 1897 w 1897"/>
                <a:gd name="T105" fmla="*/ 3450 h 3450"/>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897" h="3450">
                  <a:moveTo>
                    <a:pt x="357" y="49"/>
                  </a:moveTo>
                  <a:lnTo>
                    <a:pt x="1542" y="806"/>
                  </a:lnTo>
                  <a:lnTo>
                    <a:pt x="1579" y="832"/>
                  </a:lnTo>
                  <a:lnTo>
                    <a:pt x="1614" y="861"/>
                  </a:lnTo>
                  <a:lnTo>
                    <a:pt x="1648" y="895"/>
                  </a:lnTo>
                  <a:lnTo>
                    <a:pt x="1681" y="933"/>
                  </a:lnTo>
                  <a:lnTo>
                    <a:pt x="1711" y="973"/>
                  </a:lnTo>
                  <a:lnTo>
                    <a:pt x="1740" y="1016"/>
                  </a:lnTo>
                  <a:lnTo>
                    <a:pt x="1768" y="1062"/>
                  </a:lnTo>
                  <a:lnTo>
                    <a:pt x="1793" y="1109"/>
                  </a:lnTo>
                  <a:lnTo>
                    <a:pt x="1816" y="1158"/>
                  </a:lnTo>
                  <a:lnTo>
                    <a:pt x="1836" y="1208"/>
                  </a:lnTo>
                  <a:lnTo>
                    <a:pt x="1854" y="1260"/>
                  </a:lnTo>
                  <a:lnTo>
                    <a:pt x="1869" y="1313"/>
                  </a:lnTo>
                  <a:lnTo>
                    <a:pt x="1881" y="1364"/>
                  </a:lnTo>
                  <a:lnTo>
                    <a:pt x="1890" y="1417"/>
                  </a:lnTo>
                  <a:lnTo>
                    <a:pt x="1895" y="1469"/>
                  </a:lnTo>
                  <a:lnTo>
                    <a:pt x="1897" y="1519"/>
                  </a:lnTo>
                  <a:lnTo>
                    <a:pt x="1897" y="3142"/>
                  </a:lnTo>
                  <a:lnTo>
                    <a:pt x="1895" y="3190"/>
                  </a:lnTo>
                  <a:lnTo>
                    <a:pt x="1890" y="3235"/>
                  </a:lnTo>
                  <a:lnTo>
                    <a:pt x="1881" y="3276"/>
                  </a:lnTo>
                  <a:lnTo>
                    <a:pt x="1869" y="3313"/>
                  </a:lnTo>
                  <a:lnTo>
                    <a:pt x="1854" y="3346"/>
                  </a:lnTo>
                  <a:lnTo>
                    <a:pt x="1836" y="3375"/>
                  </a:lnTo>
                  <a:lnTo>
                    <a:pt x="1816" y="3398"/>
                  </a:lnTo>
                  <a:lnTo>
                    <a:pt x="1793" y="3418"/>
                  </a:lnTo>
                  <a:lnTo>
                    <a:pt x="1768" y="3434"/>
                  </a:lnTo>
                  <a:lnTo>
                    <a:pt x="1740" y="3444"/>
                  </a:lnTo>
                  <a:lnTo>
                    <a:pt x="1711" y="3450"/>
                  </a:lnTo>
                  <a:lnTo>
                    <a:pt x="1681" y="3450"/>
                  </a:lnTo>
                  <a:lnTo>
                    <a:pt x="1648" y="3445"/>
                  </a:lnTo>
                  <a:lnTo>
                    <a:pt x="1614" y="3436"/>
                  </a:lnTo>
                  <a:lnTo>
                    <a:pt x="1579" y="3421"/>
                  </a:lnTo>
                  <a:lnTo>
                    <a:pt x="1542" y="3400"/>
                  </a:lnTo>
                  <a:lnTo>
                    <a:pt x="357" y="2643"/>
                  </a:lnTo>
                  <a:lnTo>
                    <a:pt x="320" y="2618"/>
                  </a:lnTo>
                  <a:lnTo>
                    <a:pt x="285" y="2588"/>
                  </a:lnTo>
                  <a:lnTo>
                    <a:pt x="251" y="2554"/>
                  </a:lnTo>
                  <a:lnTo>
                    <a:pt x="218" y="2517"/>
                  </a:lnTo>
                  <a:lnTo>
                    <a:pt x="187" y="2477"/>
                  </a:lnTo>
                  <a:lnTo>
                    <a:pt x="157" y="2433"/>
                  </a:lnTo>
                  <a:lnTo>
                    <a:pt x="130" y="2388"/>
                  </a:lnTo>
                  <a:lnTo>
                    <a:pt x="105" y="2341"/>
                  </a:lnTo>
                  <a:lnTo>
                    <a:pt x="81" y="2292"/>
                  </a:lnTo>
                  <a:lnTo>
                    <a:pt x="61" y="2241"/>
                  </a:lnTo>
                  <a:lnTo>
                    <a:pt x="44" y="2190"/>
                  </a:lnTo>
                  <a:lnTo>
                    <a:pt x="29" y="2138"/>
                  </a:lnTo>
                  <a:lnTo>
                    <a:pt x="17" y="2085"/>
                  </a:lnTo>
                  <a:lnTo>
                    <a:pt x="7" y="2033"/>
                  </a:lnTo>
                  <a:lnTo>
                    <a:pt x="3" y="1981"/>
                  </a:lnTo>
                  <a:lnTo>
                    <a:pt x="0" y="1931"/>
                  </a:lnTo>
                  <a:lnTo>
                    <a:pt x="0" y="308"/>
                  </a:lnTo>
                  <a:lnTo>
                    <a:pt x="3" y="260"/>
                  </a:lnTo>
                  <a:lnTo>
                    <a:pt x="7" y="215"/>
                  </a:lnTo>
                  <a:lnTo>
                    <a:pt x="17" y="174"/>
                  </a:lnTo>
                  <a:lnTo>
                    <a:pt x="29" y="137"/>
                  </a:lnTo>
                  <a:lnTo>
                    <a:pt x="44" y="104"/>
                  </a:lnTo>
                  <a:lnTo>
                    <a:pt x="61" y="76"/>
                  </a:lnTo>
                  <a:lnTo>
                    <a:pt x="81" y="51"/>
                  </a:lnTo>
                  <a:lnTo>
                    <a:pt x="105" y="31"/>
                  </a:lnTo>
                  <a:lnTo>
                    <a:pt x="130" y="16"/>
                  </a:lnTo>
                  <a:lnTo>
                    <a:pt x="157" y="5"/>
                  </a:lnTo>
                  <a:lnTo>
                    <a:pt x="187" y="0"/>
                  </a:lnTo>
                  <a:lnTo>
                    <a:pt x="218" y="0"/>
                  </a:lnTo>
                  <a:lnTo>
                    <a:pt x="251" y="3"/>
                  </a:lnTo>
                  <a:lnTo>
                    <a:pt x="285" y="14"/>
                  </a:lnTo>
                  <a:lnTo>
                    <a:pt x="320" y="29"/>
                  </a:lnTo>
                  <a:lnTo>
                    <a:pt x="357" y="49"/>
                  </a:lnTo>
                  <a:close/>
                </a:path>
              </a:pathLst>
            </a:custGeom>
            <a:solidFill>
              <a:srgbClr val="BFBFB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2551" name="Freeform 49"/>
            <p:cNvSpPr>
              <a:spLocks/>
            </p:cNvSpPr>
            <p:nvPr/>
          </p:nvSpPr>
          <p:spPr bwMode="auto">
            <a:xfrm>
              <a:off x="1268" y="1663"/>
              <a:ext cx="393" cy="711"/>
            </a:xfrm>
            <a:custGeom>
              <a:avLst/>
              <a:gdLst>
                <a:gd name="T0" fmla="*/ 3 w 1962"/>
                <a:gd name="T1" fmla="*/ 7 h 3555"/>
                <a:gd name="T2" fmla="*/ 2 w 1962"/>
                <a:gd name="T3" fmla="*/ 7 h 3555"/>
                <a:gd name="T4" fmla="*/ 2 w 1962"/>
                <a:gd name="T5" fmla="*/ 8 h 3555"/>
                <a:gd name="T6" fmla="*/ 1 w 1962"/>
                <a:gd name="T7" fmla="*/ 8 h 3555"/>
                <a:gd name="T8" fmla="*/ 1 w 1962"/>
                <a:gd name="T9" fmla="*/ 9 h 3555"/>
                <a:gd name="T10" fmla="*/ 1 w 1962"/>
                <a:gd name="T11" fmla="*/ 10 h 3555"/>
                <a:gd name="T12" fmla="*/ 0 w 1962"/>
                <a:gd name="T13" fmla="*/ 11 h 3555"/>
                <a:gd name="T14" fmla="*/ 0 w 1962"/>
                <a:gd name="T15" fmla="*/ 12 h 3555"/>
                <a:gd name="T16" fmla="*/ 0 w 1962"/>
                <a:gd name="T17" fmla="*/ 13 h 3555"/>
                <a:gd name="T18" fmla="*/ 0 w 1962"/>
                <a:gd name="T19" fmla="*/ 26 h 3555"/>
                <a:gd name="T20" fmla="*/ 0 w 1962"/>
                <a:gd name="T21" fmla="*/ 27 h 3555"/>
                <a:gd name="T22" fmla="*/ 0 w 1962"/>
                <a:gd name="T23" fmla="*/ 28 h 3555"/>
                <a:gd name="T24" fmla="*/ 1 w 1962"/>
                <a:gd name="T25" fmla="*/ 28 h 3555"/>
                <a:gd name="T26" fmla="*/ 1 w 1962"/>
                <a:gd name="T27" fmla="*/ 28 h 3555"/>
                <a:gd name="T28" fmla="*/ 2 w 1962"/>
                <a:gd name="T29" fmla="*/ 28 h 3555"/>
                <a:gd name="T30" fmla="*/ 2 w 1962"/>
                <a:gd name="T31" fmla="*/ 28 h 3555"/>
                <a:gd name="T32" fmla="*/ 3 w 1962"/>
                <a:gd name="T33" fmla="*/ 28 h 3555"/>
                <a:gd name="T34" fmla="*/ 13 w 1962"/>
                <a:gd name="T35" fmla="*/ 22 h 3555"/>
                <a:gd name="T36" fmla="*/ 13 w 1962"/>
                <a:gd name="T37" fmla="*/ 21 h 3555"/>
                <a:gd name="T38" fmla="*/ 14 w 1962"/>
                <a:gd name="T39" fmla="*/ 21 h 3555"/>
                <a:gd name="T40" fmla="*/ 14 w 1962"/>
                <a:gd name="T41" fmla="*/ 20 h 3555"/>
                <a:gd name="T42" fmla="*/ 15 w 1962"/>
                <a:gd name="T43" fmla="*/ 19 h 3555"/>
                <a:gd name="T44" fmla="*/ 15 w 1962"/>
                <a:gd name="T45" fmla="*/ 18 h 3555"/>
                <a:gd name="T46" fmla="*/ 16 w 1962"/>
                <a:gd name="T47" fmla="*/ 18 h 3555"/>
                <a:gd name="T48" fmla="*/ 16 w 1962"/>
                <a:gd name="T49" fmla="*/ 17 h 3555"/>
                <a:gd name="T50" fmla="*/ 16 w 1962"/>
                <a:gd name="T51" fmla="*/ 16 h 3555"/>
                <a:gd name="T52" fmla="*/ 16 w 1962"/>
                <a:gd name="T53" fmla="*/ 2 h 3555"/>
                <a:gd name="T54" fmla="*/ 16 w 1962"/>
                <a:gd name="T55" fmla="*/ 1 h 3555"/>
                <a:gd name="T56" fmla="*/ 15 w 1962"/>
                <a:gd name="T57" fmla="*/ 1 h 3555"/>
                <a:gd name="T58" fmla="*/ 15 w 1962"/>
                <a:gd name="T59" fmla="*/ 0 h 3555"/>
                <a:gd name="T60" fmla="*/ 15 w 1962"/>
                <a:gd name="T61" fmla="*/ 0 h 3555"/>
                <a:gd name="T62" fmla="*/ 14 w 1962"/>
                <a:gd name="T63" fmla="*/ 0 h 3555"/>
                <a:gd name="T64" fmla="*/ 14 w 1962"/>
                <a:gd name="T65" fmla="*/ 0 h 3555"/>
                <a:gd name="T66" fmla="*/ 13 w 1962"/>
                <a:gd name="T67" fmla="*/ 0 h 3555"/>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962"/>
                <a:gd name="T103" fmla="*/ 0 h 3555"/>
                <a:gd name="T104" fmla="*/ 1962 w 1962"/>
                <a:gd name="T105" fmla="*/ 3555 h 3555"/>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962" h="3555">
                  <a:moveTo>
                    <a:pt x="1594" y="50"/>
                  </a:moveTo>
                  <a:lnTo>
                    <a:pt x="368" y="831"/>
                  </a:lnTo>
                  <a:lnTo>
                    <a:pt x="330" y="858"/>
                  </a:lnTo>
                  <a:lnTo>
                    <a:pt x="294" y="888"/>
                  </a:lnTo>
                  <a:lnTo>
                    <a:pt x="259" y="922"/>
                  </a:lnTo>
                  <a:lnTo>
                    <a:pt x="225" y="961"/>
                  </a:lnTo>
                  <a:lnTo>
                    <a:pt x="193" y="1003"/>
                  </a:lnTo>
                  <a:lnTo>
                    <a:pt x="163" y="1047"/>
                  </a:lnTo>
                  <a:lnTo>
                    <a:pt x="133" y="1094"/>
                  </a:lnTo>
                  <a:lnTo>
                    <a:pt x="108" y="1143"/>
                  </a:lnTo>
                  <a:lnTo>
                    <a:pt x="84" y="1193"/>
                  </a:lnTo>
                  <a:lnTo>
                    <a:pt x="63" y="1246"/>
                  </a:lnTo>
                  <a:lnTo>
                    <a:pt x="44" y="1299"/>
                  </a:lnTo>
                  <a:lnTo>
                    <a:pt x="29" y="1353"/>
                  </a:lnTo>
                  <a:lnTo>
                    <a:pt x="16" y="1405"/>
                  </a:lnTo>
                  <a:lnTo>
                    <a:pt x="7" y="1459"/>
                  </a:lnTo>
                  <a:lnTo>
                    <a:pt x="2" y="1512"/>
                  </a:lnTo>
                  <a:lnTo>
                    <a:pt x="0" y="1565"/>
                  </a:lnTo>
                  <a:lnTo>
                    <a:pt x="0" y="3237"/>
                  </a:lnTo>
                  <a:lnTo>
                    <a:pt x="2" y="3287"/>
                  </a:lnTo>
                  <a:lnTo>
                    <a:pt x="7" y="3333"/>
                  </a:lnTo>
                  <a:lnTo>
                    <a:pt x="16" y="3375"/>
                  </a:lnTo>
                  <a:lnTo>
                    <a:pt x="29" y="3413"/>
                  </a:lnTo>
                  <a:lnTo>
                    <a:pt x="44" y="3447"/>
                  </a:lnTo>
                  <a:lnTo>
                    <a:pt x="63" y="3477"/>
                  </a:lnTo>
                  <a:lnTo>
                    <a:pt x="84" y="3502"/>
                  </a:lnTo>
                  <a:lnTo>
                    <a:pt x="108" y="3522"/>
                  </a:lnTo>
                  <a:lnTo>
                    <a:pt x="133" y="3538"/>
                  </a:lnTo>
                  <a:lnTo>
                    <a:pt x="163" y="3549"/>
                  </a:lnTo>
                  <a:lnTo>
                    <a:pt x="193" y="3555"/>
                  </a:lnTo>
                  <a:lnTo>
                    <a:pt x="225" y="3555"/>
                  </a:lnTo>
                  <a:lnTo>
                    <a:pt x="259" y="3550"/>
                  </a:lnTo>
                  <a:lnTo>
                    <a:pt x="294" y="3541"/>
                  </a:lnTo>
                  <a:lnTo>
                    <a:pt x="330" y="3524"/>
                  </a:lnTo>
                  <a:lnTo>
                    <a:pt x="368" y="3503"/>
                  </a:lnTo>
                  <a:lnTo>
                    <a:pt x="1594" y="2722"/>
                  </a:lnTo>
                  <a:lnTo>
                    <a:pt x="1632" y="2696"/>
                  </a:lnTo>
                  <a:lnTo>
                    <a:pt x="1668" y="2665"/>
                  </a:lnTo>
                  <a:lnTo>
                    <a:pt x="1703" y="2631"/>
                  </a:lnTo>
                  <a:lnTo>
                    <a:pt x="1737" y="2592"/>
                  </a:lnTo>
                  <a:lnTo>
                    <a:pt x="1769" y="2551"/>
                  </a:lnTo>
                  <a:lnTo>
                    <a:pt x="1799" y="2506"/>
                  </a:lnTo>
                  <a:lnTo>
                    <a:pt x="1829" y="2460"/>
                  </a:lnTo>
                  <a:lnTo>
                    <a:pt x="1854" y="2411"/>
                  </a:lnTo>
                  <a:lnTo>
                    <a:pt x="1878" y="2361"/>
                  </a:lnTo>
                  <a:lnTo>
                    <a:pt x="1899" y="2308"/>
                  </a:lnTo>
                  <a:lnTo>
                    <a:pt x="1918" y="2256"/>
                  </a:lnTo>
                  <a:lnTo>
                    <a:pt x="1933" y="2202"/>
                  </a:lnTo>
                  <a:lnTo>
                    <a:pt x="1946" y="2149"/>
                  </a:lnTo>
                  <a:lnTo>
                    <a:pt x="1955" y="2095"/>
                  </a:lnTo>
                  <a:lnTo>
                    <a:pt x="1960" y="2042"/>
                  </a:lnTo>
                  <a:lnTo>
                    <a:pt x="1962" y="1989"/>
                  </a:lnTo>
                  <a:lnTo>
                    <a:pt x="1962" y="319"/>
                  </a:lnTo>
                  <a:lnTo>
                    <a:pt x="1960" y="269"/>
                  </a:lnTo>
                  <a:lnTo>
                    <a:pt x="1955" y="223"/>
                  </a:lnTo>
                  <a:lnTo>
                    <a:pt x="1946" y="180"/>
                  </a:lnTo>
                  <a:lnTo>
                    <a:pt x="1933" y="143"/>
                  </a:lnTo>
                  <a:lnTo>
                    <a:pt x="1918" y="109"/>
                  </a:lnTo>
                  <a:lnTo>
                    <a:pt x="1899" y="79"/>
                  </a:lnTo>
                  <a:lnTo>
                    <a:pt x="1878" y="54"/>
                  </a:lnTo>
                  <a:lnTo>
                    <a:pt x="1854" y="33"/>
                  </a:lnTo>
                  <a:lnTo>
                    <a:pt x="1829" y="17"/>
                  </a:lnTo>
                  <a:lnTo>
                    <a:pt x="1799" y="7"/>
                  </a:lnTo>
                  <a:lnTo>
                    <a:pt x="1769" y="0"/>
                  </a:lnTo>
                  <a:lnTo>
                    <a:pt x="1737" y="0"/>
                  </a:lnTo>
                  <a:lnTo>
                    <a:pt x="1703" y="4"/>
                  </a:lnTo>
                  <a:lnTo>
                    <a:pt x="1668" y="14"/>
                  </a:lnTo>
                  <a:lnTo>
                    <a:pt x="1632" y="29"/>
                  </a:lnTo>
                  <a:lnTo>
                    <a:pt x="1594" y="50"/>
                  </a:lnTo>
                  <a:close/>
                </a:path>
              </a:pathLst>
            </a:custGeom>
            <a:solidFill>
              <a:srgbClr val="E5E5E5"/>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2552" name="Freeform 50"/>
            <p:cNvSpPr>
              <a:spLocks noEditPoints="1"/>
            </p:cNvSpPr>
            <p:nvPr/>
          </p:nvSpPr>
          <p:spPr bwMode="auto">
            <a:xfrm>
              <a:off x="916" y="1589"/>
              <a:ext cx="697" cy="698"/>
            </a:xfrm>
            <a:custGeom>
              <a:avLst/>
              <a:gdLst>
                <a:gd name="T0" fmla="*/ 16 w 3485"/>
                <a:gd name="T1" fmla="*/ 0 h 3490"/>
                <a:gd name="T2" fmla="*/ 17 w 3485"/>
                <a:gd name="T3" fmla="*/ 2 h 3490"/>
                <a:gd name="T4" fmla="*/ 17 w 3485"/>
                <a:gd name="T5" fmla="*/ 3 h 3490"/>
                <a:gd name="T6" fmla="*/ 14 w 3485"/>
                <a:gd name="T7" fmla="*/ 4 h 3490"/>
                <a:gd name="T8" fmla="*/ 12 w 3485"/>
                <a:gd name="T9" fmla="*/ 4 h 3490"/>
                <a:gd name="T10" fmla="*/ 11 w 3485"/>
                <a:gd name="T11" fmla="*/ 2 h 3490"/>
                <a:gd name="T12" fmla="*/ 11 w 3485"/>
                <a:gd name="T13" fmla="*/ 1 h 3490"/>
                <a:gd name="T14" fmla="*/ 14 w 3485"/>
                <a:gd name="T15" fmla="*/ 0 h 3490"/>
                <a:gd name="T16" fmla="*/ 3 w 3485"/>
                <a:gd name="T17" fmla="*/ 7 h 3490"/>
                <a:gd name="T18" fmla="*/ 4 w 3485"/>
                <a:gd name="T19" fmla="*/ 9 h 3490"/>
                <a:gd name="T20" fmla="*/ 3 w 3485"/>
                <a:gd name="T21" fmla="*/ 12 h 3490"/>
                <a:gd name="T22" fmla="*/ 2 w 3485"/>
                <a:gd name="T23" fmla="*/ 13 h 3490"/>
                <a:gd name="T24" fmla="*/ 1 w 3485"/>
                <a:gd name="T25" fmla="*/ 12 h 3490"/>
                <a:gd name="T26" fmla="*/ 0 w 3485"/>
                <a:gd name="T27" fmla="*/ 10 h 3490"/>
                <a:gd name="T28" fmla="*/ 0 w 3485"/>
                <a:gd name="T29" fmla="*/ 8 h 3490"/>
                <a:gd name="T30" fmla="*/ 2 w 3485"/>
                <a:gd name="T31" fmla="*/ 6 h 3490"/>
                <a:gd name="T32" fmla="*/ 10 w 3485"/>
                <a:gd name="T33" fmla="*/ 20 h 3490"/>
                <a:gd name="T34" fmla="*/ 11 w 3485"/>
                <a:gd name="T35" fmla="*/ 22 h 3490"/>
                <a:gd name="T36" fmla="*/ 11 w 3485"/>
                <a:gd name="T37" fmla="*/ 25 h 3490"/>
                <a:gd name="T38" fmla="*/ 10 w 3485"/>
                <a:gd name="T39" fmla="*/ 27 h 3490"/>
                <a:gd name="T40" fmla="*/ 8 w 3485"/>
                <a:gd name="T41" fmla="*/ 26 h 3490"/>
                <a:gd name="T42" fmla="*/ 7 w 3485"/>
                <a:gd name="T43" fmla="*/ 24 h 3490"/>
                <a:gd name="T44" fmla="*/ 7 w 3485"/>
                <a:gd name="T45" fmla="*/ 22 h 3490"/>
                <a:gd name="T46" fmla="*/ 8 w 3485"/>
                <a:gd name="T47" fmla="*/ 20 h 3490"/>
                <a:gd name="T48" fmla="*/ 20 w 3485"/>
                <a:gd name="T49" fmla="*/ 21 h 3490"/>
                <a:gd name="T50" fmla="*/ 21 w 3485"/>
                <a:gd name="T51" fmla="*/ 23 h 3490"/>
                <a:gd name="T52" fmla="*/ 21 w 3485"/>
                <a:gd name="T53" fmla="*/ 26 h 3490"/>
                <a:gd name="T54" fmla="*/ 20 w 3485"/>
                <a:gd name="T55" fmla="*/ 28 h 3490"/>
                <a:gd name="T56" fmla="*/ 18 w 3485"/>
                <a:gd name="T57" fmla="*/ 28 h 3490"/>
                <a:gd name="T58" fmla="*/ 17 w 3485"/>
                <a:gd name="T59" fmla="*/ 26 h 3490"/>
                <a:gd name="T60" fmla="*/ 17 w 3485"/>
                <a:gd name="T61" fmla="*/ 23 h 3490"/>
                <a:gd name="T62" fmla="*/ 18 w 3485"/>
                <a:gd name="T63" fmla="*/ 21 h 3490"/>
                <a:gd name="T64" fmla="*/ 19 w 3485"/>
                <a:gd name="T65" fmla="*/ 11 h 3490"/>
                <a:gd name="T66" fmla="*/ 20 w 3485"/>
                <a:gd name="T67" fmla="*/ 13 h 3490"/>
                <a:gd name="T68" fmla="*/ 21 w 3485"/>
                <a:gd name="T69" fmla="*/ 15 h 3490"/>
                <a:gd name="T70" fmla="*/ 20 w 3485"/>
                <a:gd name="T71" fmla="*/ 17 h 3490"/>
                <a:gd name="T72" fmla="*/ 18 w 3485"/>
                <a:gd name="T73" fmla="*/ 17 h 3490"/>
                <a:gd name="T74" fmla="*/ 17 w 3485"/>
                <a:gd name="T75" fmla="*/ 16 h 3490"/>
                <a:gd name="T76" fmla="*/ 17 w 3485"/>
                <a:gd name="T77" fmla="*/ 13 h 3490"/>
                <a:gd name="T78" fmla="*/ 18 w 3485"/>
                <a:gd name="T79" fmla="*/ 11 h 3490"/>
                <a:gd name="T80" fmla="*/ 26 w 3485"/>
                <a:gd name="T81" fmla="*/ 7 h 3490"/>
                <a:gd name="T82" fmla="*/ 27 w 3485"/>
                <a:gd name="T83" fmla="*/ 8 h 3490"/>
                <a:gd name="T84" fmla="*/ 27 w 3485"/>
                <a:gd name="T85" fmla="*/ 11 h 3490"/>
                <a:gd name="T86" fmla="*/ 26 w 3485"/>
                <a:gd name="T87" fmla="*/ 13 h 3490"/>
                <a:gd name="T88" fmla="*/ 25 w 3485"/>
                <a:gd name="T89" fmla="*/ 13 h 3490"/>
                <a:gd name="T90" fmla="*/ 24 w 3485"/>
                <a:gd name="T91" fmla="*/ 12 h 3490"/>
                <a:gd name="T92" fmla="*/ 24 w 3485"/>
                <a:gd name="T93" fmla="*/ 9 h 3490"/>
                <a:gd name="T94" fmla="*/ 24 w 3485"/>
                <a:gd name="T95" fmla="*/ 7 h 3490"/>
                <a:gd name="T96" fmla="*/ 26 w 3485"/>
                <a:gd name="T97" fmla="*/ 17 h 3490"/>
                <a:gd name="T98" fmla="*/ 27 w 3485"/>
                <a:gd name="T99" fmla="*/ 18 h 3490"/>
                <a:gd name="T100" fmla="*/ 28 w 3485"/>
                <a:gd name="T101" fmla="*/ 21 h 3490"/>
                <a:gd name="T102" fmla="*/ 27 w 3485"/>
                <a:gd name="T103" fmla="*/ 23 h 3490"/>
                <a:gd name="T104" fmla="*/ 26 w 3485"/>
                <a:gd name="T105" fmla="*/ 24 h 3490"/>
                <a:gd name="T106" fmla="*/ 24 w 3485"/>
                <a:gd name="T107" fmla="*/ 23 h 3490"/>
                <a:gd name="T108" fmla="*/ 24 w 3485"/>
                <a:gd name="T109" fmla="*/ 20 h 3490"/>
                <a:gd name="T110" fmla="*/ 25 w 3485"/>
                <a:gd name="T111" fmla="*/ 18 h 3490"/>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w 3485"/>
                <a:gd name="T169" fmla="*/ 0 h 3490"/>
                <a:gd name="T170" fmla="*/ 3485 w 3485"/>
                <a:gd name="T171" fmla="*/ 3490 h 3490"/>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T168" t="T169" r="T170" b="T171"/>
              <a:pathLst>
                <a:path w="3485" h="3490">
                  <a:moveTo>
                    <a:pt x="1754" y="0"/>
                  </a:moveTo>
                  <a:lnTo>
                    <a:pt x="1797" y="2"/>
                  </a:lnTo>
                  <a:lnTo>
                    <a:pt x="1840" y="5"/>
                  </a:lnTo>
                  <a:lnTo>
                    <a:pt x="1881" y="12"/>
                  </a:lnTo>
                  <a:lnTo>
                    <a:pt x="1921" y="20"/>
                  </a:lnTo>
                  <a:lnTo>
                    <a:pt x="1959" y="31"/>
                  </a:lnTo>
                  <a:lnTo>
                    <a:pt x="1994" y="44"/>
                  </a:lnTo>
                  <a:lnTo>
                    <a:pt x="2028" y="59"/>
                  </a:lnTo>
                  <a:lnTo>
                    <a:pt x="2058" y="74"/>
                  </a:lnTo>
                  <a:lnTo>
                    <a:pt x="2086" y="93"/>
                  </a:lnTo>
                  <a:lnTo>
                    <a:pt x="2111" y="113"/>
                  </a:lnTo>
                  <a:lnTo>
                    <a:pt x="2132" y="133"/>
                  </a:lnTo>
                  <a:lnTo>
                    <a:pt x="2151" y="155"/>
                  </a:lnTo>
                  <a:lnTo>
                    <a:pt x="2165" y="179"/>
                  </a:lnTo>
                  <a:lnTo>
                    <a:pt x="2175" y="203"/>
                  </a:lnTo>
                  <a:lnTo>
                    <a:pt x="2182" y="229"/>
                  </a:lnTo>
                  <a:lnTo>
                    <a:pt x="2185" y="255"/>
                  </a:lnTo>
                  <a:lnTo>
                    <a:pt x="2182" y="281"/>
                  </a:lnTo>
                  <a:lnTo>
                    <a:pt x="2175" y="305"/>
                  </a:lnTo>
                  <a:lnTo>
                    <a:pt x="2165" y="330"/>
                  </a:lnTo>
                  <a:lnTo>
                    <a:pt x="2151" y="353"/>
                  </a:lnTo>
                  <a:lnTo>
                    <a:pt x="2132" y="376"/>
                  </a:lnTo>
                  <a:lnTo>
                    <a:pt x="2111" y="397"/>
                  </a:lnTo>
                  <a:lnTo>
                    <a:pt x="2086" y="417"/>
                  </a:lnTo>
                  <a:lnTo>
                    <a:pt x="2058" y="434"/>
                  </a:lnTo>
                  <a:lnTo>
                    <a:pt x="2028" y="451"/>
                  </a:lnTo>
                  <a:lnTo>
                    <a:pt x="1994" y="466"/>
                  </a:lnTo>
                  <a:lnTo>
                    <a:pt x="1959" y="479"/>
                  </a:lnTo>
                  <a:lnTo>
                    <a:pt x="1921" y="489"/>
                  </a:lnTo>
                  <a:lnTo>
                    <a:pt x="1881" y="498"/>
                  </a:lnTo>
                  <a:lnTo>
                    <a:pt x="1840" y="505"/>
                  </a:lnTo>
                  <a:lnTo>
                    <a:pt x="1797" y="508"/>
                  </a:lnTo>
                  <a:lnTo>
                    <a:pt x="1754" y="509"/>
                  </a:lnTo>
                  <a:lnTo>
                    <a:pt x="1710" y="508"/>
                  </a:lnTo>
                  <a:lnTo>
                    <a:pt x="1667" y="505"/>
                  </a:lnTo>
                  <a:lnTo>
                    <a:pt x="1626" y="498"/>
                  </a:lnTo>
                  <a:lnTo>
                    <a:pt x="1586" y="489"/>
                  </a:lnTo>
                  <a:lnTo>
                    <a:pt x="1548" y="479"/>
                  </a:lnTo>
                  <a:lnTo>
                    <a:pt x="1512" y="466"/>
                  </a:lnTo>
                  <a:lnTo>
                    <a:pt x="1479" y="451"/>
                  </a:lnTo>
                  <a:lnTo>
                    <a:pt x="1449" y="434"/>
                  </a:lnTo>
                  <a:lnTo>
                    <a:pt x="1421" y="417"/>
                  </a:lnTo>
                  <a:lnTo>
                    <a:pt x="1395" y="397"/>
                  </a:lnTo>
                  <a:lnTo>
                    <a:pt x="1374" y="376"/>
                  </a:lnTo>
                  <a:lnTo>
                    <a:pt x="1355" y="353"/>
                  </a:lnTo>
                  <a:lnTo>
                    <a:pt x="1341" y="330"/>
                  </a:lnTo>
                  <a:lnTo>
                    <a:pt x="1331" y="305"/>
                  </a:lnTo>
                  <a:lnTo>
                    <a:pt x="1324" y="281"/>
                  </a:lnTo>
                  <a:lnTo>
                    <a:pt x="1321" y="255"/>
                  </a:lnTo>
                  <a:lnTo>
                    <a:pt x="1324" y="229"/>
                  </a:lnTo>
                  <a:lnTo>
                    <a:pt x="1331" y="203"/>
                  </a:lnTo>
                  <a:lnTo>
                    <a:pt x="1341" y="179"/>
                  </a:lnTo>
                  <a:lnTo>
                    <a:pt x="1355" y="155"/>
                  </a:lnTo>
                  <a:lnTo>
                    <a:pt x="1374" y="133"/>
                  </a:lnTo>
                  <a:lnTo>
                    <a:pt x="1395" y="113"/>
                  </a:lnTo>
                  <a:lnTo>
                    <a:pt x="1421" y="93"/>
                  </a:lnTo>
                  <a:lnTo>
                    <a:pt x="1449" y="74"/>
                  </a:lnTo>
                  <a:lnTo>
                    <a:pt x="1479" y="59"/>
                  </a:lnTo>
                  <a:lnTo>
                    <a:pt x="1512" y="44"/>
                  </a:lnTo>
                  <a:lnTo>
                    <a:pt x="1548" y="31"/>
                  </a:lnTo>
                  <a:lnTo>
                    <a:pt x="1586" y="20"/>
                  </a:lnTo>
                  <a:lnTo>
                    <a:pt x="1626" y="12"/>
                  </a:lnTo>
                  <a:lnTo>
                    <a:pt x="1667" y="5"/>
                  </a:lnTo>
                  <a:lnTo>
                    <a:pt x="1710" y="2"/>
                  </a:lnTo>
                  <a:lnTo>
                    <a:pt x="1754" y="0"/>
                  </a:lnTo>
                  <a:close/>
                  <a:moveTo>
                    <a:pt x="239" y="786"/>
                  </a:moveTo>
                  <a:lnTo>
                    <a:pt x="263" y="788"/>
                  </a:lnTo>
                  <a:lnTo>
                    <a:pt x="287" y="794"/>
                  </a:lnTo>
                  <a:lnTo>
                    <a:pt x="309" y="805"/>
                  </a:lnTo>
                  <a:lnTo>
                    <a:pt x="331" y="819"/>
                  </a:lnTo>
                  <a:lnTo>
                    <a:pt x="352" y="836"/>
                  </a:lnTo>
                  <a:lnTo>
                    <a:pt x="372" y="857"/>
                  </a:lnTo>
                  <a:lnTo>
                    <a:pt x="390" y="882"/>
                  </a:lnTo>
                  <a:lnTo>
                    <a:pt x="407" y="909"/>
                  </a:lnTo>
                  <a:lnTo>
                    <a:pt x="423" y="940"/>
                  </a:lnTo>
                  <a:lnTo>
                    <a:pt x="437" y="971"/>
                  </a:lnTo>
                  <a:lnTo>
                    <a:pt x="448" y="1006"/>
                  </a:lnTo>
                  <a:lnTo>
                    <a:pt x="459" y="1043"/>
                  </a:lnTo>
                  <a:lnTo>
                    <a:pt x="467" y="1081"/>
                  </a:lnTo>
                  <a:lnTo>
                    <a:pt x="473" y="1121"/>
                  </a:lnTo>
                  <a:lnTo>
                    <a:pt x="476" y="1163"/>
                  </a:lnTo>
                  <a:lnTo>
                    <a:pt x="478" y="1206"/>
                  </a:lnTo>
                  <a:lnTo>
                    <a:pt x="476" y="1248"/>
                  </a:lnTo>
                  <a:lnTo>
                    <a:pt x="473" y="1290"/>
                  </a:lnTo>
                  <a:lnTo>
                    <a:pt x="467" y="1330"/>
                  </a:lnTo>
                  <a:lnTo>
                    <a:pt x="459" y="1367"/>
                  </a:lnTo>
                  <a:lnTo>
                    <a:pt x="448" y="1405"/>
                  </a:lnTo>
                  <a:lnTo>
                    <a:pt x="437" y="1439"/>
                  </a:lnTo>
                  <a:lnTo>
                    <a:pt x="423" y="1472"/>
                  </a:lnTo>
                  <a:lnTo>
                    <a:pt x="407" y="1501"/>
                  </a:lnTo>
                  <a:lnTo>
                    <a:pt x="390" y="1528"/>
                  </a:lnTo>
                  <a:lnTo>
                    <a:pt x="372" y="1553"/>
                  </a:lnTo>
                  <a:lnTo>
                    <a:pt x="352" y="1574"/>
                  </a:lnTo>
                  <a:lnTo>
                    <a:pt x="331" y="1591"/>
                  </a:lnTo>
                  <a:lnTo>
                    <a:pt x="309" y="1605"/>
                  </a:lnTo>
                  <a:lnTo>
                    <a:pt x="287" y="1616"/>
                  </a:lnTo>
                  <a:lnTo>
                    <a:pt x="263" y="1622"/>
                  </a:lnTo>
                  <a:lnTo>
                    <a:pt x="239" y="1624"/>
                  </a:lnTo>
                  <a:lnTo>
                    <a:pt x="214" y="1622"/>
                  </a:lnTo>
                  <a:lnTo>
                    <a:pt x="191" y="1616"/>
                  </a:lnTo>
                  <a:lnTo>
                    <a:pt x="168" y="1605"/>
                  </a:lnTo>
                  <a:lnTo>
                    <a:pt x="146" y="1591"/>
                  </a:lnTo>
                  <a:lnTo>
                    <a:pt x="125" y="1574"/>
                  </a:lnTo>
                  <a:lnTo>
                    <a:pt x="105" y="1553"/>
                  </a:lnTo>
                  <a:lnTo>
                    <a:pt x="87" y="1528"/>
                  </a:lnTo>
                  <a:lnTo>
                    <a:pt x="70" y="1501"/>
                  </a:lnTo>
                  <a:lnTo>
                    <a:pt x="55" y="1472"/>
                  </a:lnTo>
                  <a:lnTo>
                    <a:pt x="41" y="1439"/>
                  </a:lnTo>
                  <a:lnTo>
                    <a:pt x="29" y="1405"/>
                  </a:lnTo>
                  <a:lnTo>
                    <a:pt x="18" y="1367"/>
                  </a:lnTo>
                  <a:lnTo>
                    <a:pt x="10" y="1330"/>
                  </a:lnTo>
                  <a:lnTo>
                    <a:pt x="4" y="1290"/>
                  </a:lnTo>
                  <a:lnTo>
                    <a:pt x="1" y="1248"/>
                  </a:lnTo>
                  <a:lnTo>
                    <a:pt x="0" y="1206"/>
                  </a:lnTo>
                  <a:lnTo>
                    <a:pt x="1" y="1163"/>
                  </a:lnTo>
                  <a:lnTo>
                    <a:pt x="4" y="1121"/>
                  </a:lnTo>
                  <a:lnTo>
                    <a:pt x="10" y="1081"/>
                  </a:lnTo>
                  <a:lnTo>
                    <a:pt x="18" y="1043"/>
                  </a:lnTo>
                  <a:lnTo>
                    <a:pt x="29" y="1006"/>
                  </a:lnTo>
                  <a:lnTo>
                    <a:pt x="41" y="971"/>
                  </a:lnTo>
                  <a:lnTo>
                    <a:pt x="55" y="940"/>
                  </a:lnTo>
                  <a:lnTo>
                    <a:pt x="70" y="909"/>
                  </a:lnTo>
                  <a:lnTo>
                    <a:pt x="87" y="882"/>
                  </a:lnTo>
                  <a:lnTo>
                    <a:pt x="105" y="857"/>
                  </a:lnTo>
                  <a:lnTo>
                    <a:pt x="125" y="836"/>
                  </a:lnTo>
                  <a:lnTo>
                    <a:pt x="146" y="819"/>
                  </a:lnTo>
                  <a:lnTo>
                    <a:pt x="168" y="805"/>
                  </a:lnTo>
                  <a:lnTo>
                    <a:pt x="191" y="794"/>
                  </a:lnTo>
                  <a:lnTo>
                    <a:pt x="214" y="788"/>
                  </a:lnTo>
                  <a:lnTo>
                    <a:pt x="239" y="786"/>
                  </a:lnTo>
                  <a:close/>
                  <a:moveTo>
                    <a:pt x="1119" y="2495"/>
                  </a:moveTo>
                  <a:lnTo>
                    <a:pt x="1143" y="2498"/>
                  </a:lnTo>
                  <a:lnTo>
                    <a:pt x="1167" y="2504"/>
                  </a:lnTo>
                  <a:lnTo>
                    <a:pt x="1190" y="2514"/>
                  </a:lnTo>
                  <a:lnTo>
                    <a:pt x="1211" y="2528"/>
                  </a:lnTo>
                  <a:lnTo>
                    <a:pt x="1232" y="2546"/>
                  </a:lnTo>
                  <a:lnTo>
                    <a:pt x="1252" y="2567"/>
                  </a:lnTo>
                  <a:lnTo>
                    <a:pt x="1271" y="2592"/>
                  </a:lnTo>
                  <a:lnTo>
                    <a:pt x="1288" y="2618"/>
                  </a:lnTo>
                  <a:lnTo>
                    <a:pt x="1304" y="2648"/>
                  </a:lnTo>
                  <a:lnTo>
                    <a:pt x="1318" y="2681"/>
                  </a:lnTo>
                  <a:lnTo>
                    <a:pt x="1329" y="2715"/>
                  </a:lnTo>
                  <a:lnTo>
                    <a:pt x="1340" y="2752"/>
                  </a:lnTo>
                  <a:lnTo>
                    <a:pt x="1348" y="2790"/>
                  </a:lnTo>
                  <a:lnTo>
                    <a:pt x="1354" y="2830"/>
                  </a:lnTo>
                  <a:lnTo>
                    <a:pt x="1358" y="2872"/>
                  </a:lnTo>
                  <a:lnTo>
                    <a:pt x="1359" y="2914"/>
                  </a:lnTo>
                  <a:lnTo>
                    <a:pt x="1358" y="2956"/>
                  </a:lnTo>
                  <a:lnTo>
                    <a:pt x="1354" y="2998"/>
                  </a:lnTo>
                  <a:lnTo>
                    <a:pt x="1348" y="3038"/>
                  </a:lnTo>
                  <a:lnTo>
                    <a:pt x="1340" y="3077"/>
                  </a:lnTo>
                  <a:lnTo>
                    <a:pt x="1329" y="3113"/>
                  </a:lnTo>
                  <a:lnTo>
                    <a:pt x="1318" y="3147"/>
                  </a:lnTo>
                  <a:lnTo>
                    <a:pt x="1304" y="3180"/>
                  </a:lnTo>
                  <a:lnTo>
                    <a:pt x="1288" y="3209"/>
                  </a:lnTo>
                  <a:lnTo>
                    <a:pt x="1271" y="3238"/>
                  </a:lnTo>
                  <a:lnTo>
                    <a:pt x="1252" y="3261"/>
                  </a:lnTo>
                  <a:lnTo>
                    <a:pt x="1232" y="3282"/>
                  </a:lnTo>
                  <a:lnTo>
                    <a:pt x="1211" y="3301"/>
                  </a:lnTo>
                  <a:lnTo>
                    <a:pt x="1190" y="3315"/>
                  </a:lnTo>
                  <a:lnTo>
                    <a:pt x="1167" y="3325"/>
                  </a:lnTo>
                  <a:lnTo>
                    <a:pt x="1143" y="3331"/>
                  </a:lnTo>
                  <a:lnTo>
                    <a:pt x="1119" y="3334"/>
                  </a:lnTo>
                  <a:lnTo>
                    <a:pt x="1094" y="3331"/>
                  </a:lnTo>
                  <a:lnTo>
                    <a:pt x="1070" y="3325"/>
                  </a:lnTo>
                  <a:lnTo>
                    <a:pt x="1048" y="3315"/>
                  </a:lnTo>
                  <a:lnTo>
                    <a:pt x="1026" y="3301"/>
                  </a:lnTo>
                  <a:lnTo>
                    <a:pt x="1005" y="3282"/>
                  </a:lnTo>
                  <a:lnTo>
                    <a:pt x="985" y="3261"/>
                  </a:lnTo>
                  <a:lnTo>
                    <a:pt x="967" y="3238"/>
                  </a:lnTo>
                  <a:lnTo>
                    <a:pt x="950" y="3209"/>
                  </a:lnTo>
                  <a:lnTo>
                    <a:pt x="935" y="3180"/>
                  </a:lnTo>
                  <a:lnTo>
                    <a:pt x="921" y="3147"/>
                  </a:lnTo>
                  <a:lnTo>
                    <a:pt x="909" y="3113"/>
                  </a:lnTo>
                  <a:lnTo>
                    <a:pt x="898" y="3077"/>
                  </a:lnTo>
                  <a:lnTo>
                    <a:pt x="890" y="3038"/>
                  </a:lnTo>
                  <a:lnTo>
                    <a:pt x="884" y="2998"/>
                  </a:lnTo>
                  <a:lnTo>
                    <a:pt x="881" y="2956"/>
                  </a:lnTo>
                  <a:lnTo>
                    <a:pt x="880" y="2914"/>
                  </a:lnTo>
                  <a:lnTo>
                    <a:pt x="881" y="2872"/>
                  </a:lnTo>
                  <a:lnTo>
                    <a:pt x="884" y="2830"/>
                  </a:lnTo>
                  <a:lnTo>
                    <a:pt x="890" y="2790"/>
                  </a:lnTo>
                  <a:lnTo>
                    <a:pt x="898" y="2752"/>
                  </a:lnTo>
                  <a:lnTo>
                    <a:pt x="909" y="2715"/>
                  </a:lnTo>
                  <a:lnTo>
                    <a:pt x="921" y="2681"/>
                  </a:lnTo>
                  <a:lnTo>
                    <a:pt x="935" y="2648"/>
                  </a:lnTo>
                  <a:lnTo>
                    <a:pt x="950" y="2618"/>
                  </a:lnTo>
                  <a:lnTo>
                    <a:pt x="967" y="2592"/>
                  </a:lnTo>
                  <a:lnTo>
                    <a:pt x="985" y="2567"/>
                  </a:lnTo>
                  <a:lnTo>
                    <a:pt x="1005" y="2546"/>
                  </a:lnTo>
                  <a:lnTo>
                    <a:pt x="1026" y="2528"/>
                  </a:lnTo>
                  <a:lnTo>
                    <a:pt x="1048" y="2514"/>
                  </a:lnTo>
                  <a:lnTo>
                    <a:pt x="1070" y="2504"/>
                  </a:lnTo>
                  <a:lnTo>
                    <a:pt x="1094" y="2498"/>
                  </a:lnTo>
                  <a:lnTo>
                    <a:pt x="1119" y="2495"/>
                  </a:lnTo>
                  <a:close/>
                  <a:moveTo>
                    <a:pt x="2380" y="2651"/>
                  </a:moveTo>
                  <a:lnTo>
                    <a:pt x="2405" y="2654"/>
                  </a:lnTo>
                  <a:lnTo>
                    <a:pt x="2428" y="2660"/>
                  </a:lnTo>
                  <a:lnTo>
                    <a:pt x="2452" y="2670"/>
                  </a:lnTo>
                  <a:lnTo>
                    <a:pt x="2473" y="2684"/>
                  </a:lnTo>
                  <a:lnTo>
                    <a:pt x="2494" y="2703"/>
                  </a:lnTo>
                  <a:lnTo>
                    <a:pt x="2514" y="2724"/>
                  </a:lnTo>
                  <a:lnTo>
                    <a:pt x="2533" y="2747"/>
                  </a:lnTo>
                  <a:lnTo>
                    <a:pt x="2550" y="2774"/>
                  </a:lnTo>
                  <a:lnTo>
                    <a:pt x="2565" y="2805"/>
                  </a:lnTo>
                  <a:lnTo>
                    <a:pt x="2580" y="2838"/>
                  </a:lnTo>
                  <a:lnTo>
                    <a:pt x="2591" y="2872"/>
                  </a:lnTo>
                  <a:lnTo>
                    <a:pt x="2602" y="2908"/>
                  </a:lnTo>
                  <a:lnTo>
                    <a:pt x="2610" y="2947"/>
                  </a:lnTo>
                  <a:lnTo>
                    <a:pt x="2616" y="2987"/>
                  </a:lnTo>
                  <a:lnTo>
                    <a:pt x="2619" y="3029"/>
                  </a:lnTo>
                  <a:lnTo>
                    <a:pt x="2621" y="3071"/>
                  </a:lnTo>
                  <a:lnTo>
                    <a:pt x="2619" y="3113"/>
                  </a:lnTo>
                  <a:lnTo>
                    <a:pt x="2616" y="3155"/>
                  </a:lnTo>
                  <a:lnTo>
                    <a:pt x="2610" y="3195"/>
                  </a:lnTo>
                  <a:lnTo>
                    <a:pt x="2602" y="3233"/>
                  </a:lnTo>
                  <a:lnTo>
                    <a:pt x="2591" y="3270"/>
                  </a:lnTo>
                  <a:lnTo>
                    <a:pt x="2580" y="3304"/>
                  </a:lnTo>
                  <a:lnTo>
                    <a:pt x="2565" y="3337"/>
                  </a:lnTo>
                  <a:lnTo>
                    <a:pt x="2550" y="3367"/>
                  </a:lnTo>
                  <a:lnTo>
                    <a:pt x="2533" y="3393"/>
                  </a:lnTo>
                  <a:lnTo>
                    <a:pt x="2514" y="3418"/>
                  </a:lnTo>
                  <a:lnTo>
                    <a:pt x="2494" y="3439"/>
                  </a:lnTo>
                  <a:lnTo>
                    <a:pt x="2473" y="3457"/>
                  </a:lnTo>
                  <a:lnTo>
                    <a:pt x="2452" y="3471"/>
                  </a:lnTo>
                  <a:lnTo>
                    <a:pt x="2428" y="3481"/>
                  </a:lnTo>
                  <a:lnTo>
                    <a:pt x="2405" y="3487"/>
                  </a:lnTo>
                  <a:lnTo>
                    <a:pt x="2380" y="3490"/>
                  </a:lnTo>
                  <a:lnTo>
                    <a:pt x="2356" y="3487"/>
                  </a:lnTo>
                  <a:lnTo>
                    <a:pt x="2332" y="3481"/>
                  </a:lnTo>
                  <a:lnTo>
                    <a:pt x="2310" y="3471"/>
                  </a:lnTo>
                  <a:lnTo>
                    <a:pt x="2288" y="3457"/>
                  </a:lnTo>
                  <a:lnTo>
                    <a:pt x="2267" y="3439"/>
                  </a:lnTo>
                  <a:lnTo>
                    <a:pt x="2248" y="3418"/>
                  </a:lnTo>
                  <a:lnTo>
                    <a:pt x="2229" y="3393"/>
                  </a:lnTo>
                  <a:lnTo>
                    <a:pt x="2212" y="3367"/>
                  </a:lnTo>
                  <a:lnTo>
                    <a:pt x="2196" y="3337"/>
                  </a:lnTo>
                  <a:lnTo>
                    <a:pt x="2182" y="3304"/>
                  </a:lnTo>
                  <a:lnTo>
                    <a:pt x="2171" y="3270"/>
                  </a:lnTo>
                  <a:lnTo>
                    <a:pt x="2160" y="3233"/>
                  </a:lnTo>
                  <a:lnTo>
                    <a:pt x="2152" y="3195"/>
                  </a:lnTo>
                  <a:lnTo>
                    <a:pt x="2146" y="3155"/>
                  </a:lnTo>
                  <a:lnTo>
                    <a:pt x="2142" y="3113"/>
                  </a:lnTo>
                  <a:lnTo>
                    <a:pt x="2141" y="3071"/>
                  </a:lnTo>
                  <a:lnTo>
                    <a:pt x="2142" y="3029"/>
                  </a:lnTo>
                  <a:lnTo>
                    <a:pt x="2146" y="2987"/>
                  </a:lnTo>
                  <a:lnTo>
                    <a:pt x="2152" y="2947"/>
                  </a:lnTo>
                  <a:lnTo>
                    <a:pt x="2160" y="2908"/>
                  </a:lnTo>
                  <a:lnTo>
                    <a:pt x="2171" y="2872"/>
                  </a:lnTo>
                  <a:lnTo>
                    <a:pt x="2182" y="2838"/>
                  </a:lnTo>
                  <a:lnTo>
                    <a:pt x="2196" y="2805"/>
                  </a:lnTo>
                  <a:lnTo>
                    <a:pt x="2212" y="2774"/>
                  </a:lnTo>
                  <a:lnTo>
                    <a:pt x="2229" y="2747"/>
                  </a:lnTo>
                  <a:lnTo>
                    <a:pt x="2248" y="2724"/>
                  </a:lnTo>
                  <a:lnTo>
                    <a:pt x="2267" y="2703"/>
                  </a:lnTo>
                  <a:lnTo>
                    <a:pt x="2288" y="2684"/>
                  </a:lnTo>
                  <a:lnTo>
                    <a:pt x="2310" y="2670"/>
                  </a:lnTo>
                  <a:lnTo>
                    <a:pt x="2332" y="2660"/>
                  </a:lnTo>
                  <a:lnTo>
                    <a:pt x="2356" y="2654"/>
                  </a:lnTo>
                  <a:lnTo>
                    <a:pt x="2380" y="2651"/>
                  </a:lnTo>
                  <a:close/>
                  <a:moveTo>
                    <a:pt x="2342" y="1355"/>
                  </a:moveTo>
                  <a:lnTo>
                    <a:pt x="2366" y="1357"/>
                  </a:lnTo>
                  <a:lnTo>
                    <a:pt x="2390" y="1363"/>
                  </a:lnTo>
                  <a:lnTo>
                    <a:pt x="2412" y="1373"/>
                  </a:lnTo>
                  <a:lnTo>
                    <a:pt x="2434" y="1387"/>
                  </a:lnTo>
                  <a:lnTo>
                    <a:pt x="2455" y="1405"/>
                  </a:lnTo>
                  <a:lnTo>
                    <a:pt x="2475" y="1426"/>
                  </a:lnTo>
                  <a:lnTo>
                    <a:pt x="2493" y="1451"/>
                  </a:lnTo>
                  <a:lnTo>
                    <a:pt x="2510" y="1478"/>
                  </a:lnTo>
                  <a:lnTo>
                    <a:pt x="2526" y="1507"/>
                  </a:lnTo>
                  <a:lnTo>
                    <a:pt x="2540" y="1540"/>
                  </a:lnTo>
                  <a:lnTo>
                    <a:pt x="2551" y="1574"/>
                  </a:lnTo>
                  <a:lnTo>
                    <a:pt x="2562" y="1611"/>
                  </a:lnTo>
                  <a:lnTo>
                    <a:pt x="2570" y="1649"/>
                  </a:lnTo>
                  <a:lnTo>
                    <a:pt x="2576" y="1689"/>
                  </a:lnTo>
                  <a:lnTo>
                    <a:pt x="2580" y="1731"/>
                  </a:lnTo>
                  <a:lnTo>
                    <a:pt x="2581" y="1773"/>
                  </a:lnTo>
                  <a:lnTo>
                    <a:pt x="2580" y="1815"/>
                  </a:lnTo>
                  <a:lnTo>
                    <a:pt x="2576" y="1858"/>
                  </a:lnTo>
                  <a:lnTo>
                    <a:pt x="2570" y="1897"/>
                  </a:lnTo>
                  <a:lnTo>
                    <a:pt x="2562" y="1936"/>
                  </a:lnTo>
                  <a:lnTo>
                    <a:pt x="2551" y="1972"/>
                  </a:lnTo>
                  <a:lnTo>
                    <a:pt x="2540" y="2008"/>
                  </a:lnTo>
                  <a:lnTo>
                    <a:pt x="2526" y="2039"/>
                  </a:lnTo>
                  <a:lnTo>
                    <a:pt x="2510" y="2070"/>
                  </a:lnTo>
                  <a:lnTo>
                    <a:pt x="2493" y="2097"/>
                  </a:lnTo>
                  <a:lnTo>
                    <a:pt x="2475" y="2121"/>
                  </a:lnTo>
                  <a:lnTo>
                    <a:pt x="2455" y="2142"/>
                  </a:lnTo>
                  <a:lnTo>
                    <a:pt x="2434" y="2160"/>
                  </a:lnTo>
                  <a:lnTo>
                    <a:pt x="2412" y="2174"/>
                  </a:lnTo>
                  <a:lnTo>
                    <a:pt x="2390" y="2185"/>
                  </a:lnTo>
                  <a:lnTo>
                    <a:pt x="2366" y="2191"/>
                  </a:lnTo>
                  <a:lnTo>
                    <a:pt x="2342" y="2193"/>
                  </a:lnTo>
                  <a:lnTo>
                    <a:pt x="2317" y="2191"/>
                  </a:lnTo>
                  <a:lnTo>
                    <a:pt x="2294" y="2185"/>
                  </a:lnTo>
                  <a:lnTo>
                    <a:pt x="2270" y="2174"/>
                  </a:lnTo>
                  <a:lnTo>
                    <a:pt x="2249" y="2160"/>
                  </a:lnTo>
                  <a:lnTo>
                    <a:pt x="2228" y="2142"/>
                  </a:lnTo>
                  <a:lnTo>
                    <a:pt x="2208" y="2121"/>
                  </a:lnTo>
                  <a:lnTo>
                    <a:pt x="2189" y="2097"/>
                  </a:lnTo>
                  <a:lnTo>
                    <a:pt x="2173" y="2070"/>
                  </a:lnTo>
                  <a:lnTo>
                    <a:pt x="2157" y="2039"/>
                  </a:lnTo>
                  <a:lnTo>
                    <a:pt x="2142" y="2008"/>
                  </a:lnTo>
                  <a:lnTo>
                    <a:pt x="2131" y="1972"/>
                  </a:lnTo>
                  <a:lnTo>
                    <a:pt x="2120" y="1936"/>
                  </a:lnTo>
                  <a:lnTo>
                    <a:pt x="2112" y="1897"/>
                  </a:lnTo>
                  <a:lnTo>
                    <a:pt x="2106" y="1858"/>
                  </a:lnTo>
                  <a:lnTo>
                    <a:pt x="2103" y="1815"/>
                  </a:lnTo>
                  <a:lnTo>
                    <a:pt x="2101" y="1773"/>
                  </a:lnTo>
                  <a:lnTo>
                    <a:pt x="2103" y="1731"/>
                  </a:lnTo>
                  <a:lnTo>
                    <a:pt x="2106" y="1689"/>
                  </a:lnTo>
                  <a:lnTo>
                    <a:pt x="2112" y="1649"/>
                  </a:lnTo>
                  <a:lnTo>
                    <a:pt x="2120" y="1611"/>
                  </a:lnTo>
                  <a:lnTo>
                    <a:pt x="2131" y="1574"/>
                  </a:lnTo>
                  <a:lnTo>
                    <a:pt x="2142" y="1540"/>
                  </a:lnTo>
                  <a:lnTo>
                    <a:pt x="2157" y="1507"/>
                  </a:lnTo>
                  <a:lnTo>
                    <a:pt x="2173" y="1478"/>
                  </a:lnTo>
                  <a:lnTo>
                    <a:pt x="2189" y="1451"/>
                  </a:lnTo>
                  <a:lnTo>
                    <a:pt x="2208" y="1426"/>
                  </a:lnTo>
                  <a:lnTo>
                    <a:pt x="2228" y="1405"/>
                  </a:lnTo>
                  <a:lnTo>
                    <a:pt x="2249" y="1387"/>
                  </a:lnTo>
                  <a:lnTo>
                    <a:pt x="2270" y="1373"/>
                  </a:lnTo>
                  <a:lnTo>
                    <a:pt x="2294" y="1363"/>
                  </a:lnTo>
                  <a:lnTo>
                    <a:pt x="2317" y="1357"/>
                  </a:lnTo>
                  <a:lnTo>
                    <a:pt x="2342" y="1355"/>
                  </a:lnTo>
                  <a:close/>
                  <a:moveTo>
                    <a:pt x="3179" y="819"/>
                  </a:moveTo>
                  <a:lnTo>
                    <a:pt x="3204" y="821"/>
                  </a:lnTo>
                  <a:lnTo>
                    <a:pt x="3227" y="827"/>
                  </a:lnTo>
                  <a:lnTo>
                    <a:pt x="3250" y="838"/>
                  </a:lnTo>
                  <a:lnTo>
                    <a:pt x="3272" y="852"/>
                  </a:lnTo>
                  <a:lnTo>
                    <a:pt x="3293" y="869"/>
                  </a:lnTo>
                  <a:lnTo>
                    <a:pt x="3312" y="890"/>
                  </a:lnTo>
                  <a:lnTo>
                    <a:pt x="3331" y="915"/>
                  </a:lnTo>
                  <a:lnTo>
                    <a:pt x="3348" y="942"/>
                  </a:lnTo>
                  <a:lnTo>
                    <a:pt x="3363" y="971"/>
                  </a:lnTo>
                  <a:lnTo>
                    <a:pt x="3377" y="1004"/>
                  </a:lnTo>
                  <a:lnTo>
                    <a:pt x="3389" y="1038"/>
                  </a:lnTo>
                  <a:lnTo>
                    <a:pt x="3400" y="1076"/>
                  </a:lnTo>
                  <a:lnTo>
                    <a:pt x="3408" y="1113"/>
                  </a:lnTo>
                  <a:lnTo>
                    <a:pt x="3414" y="1153"/>
                  </a:lnTo>
                  <a:lnTo>
                    <a:pt x="3417" y="1195"/>
                  </a:lnTo>
                  <a:lnTo>
                    <a:pt x="3418" y="1237"/>
                  </a:lnTo>
                  <a:lnTo>
                    <a:pt x="3417" y="1280"/>
                  </a:lnTo>
                  <a:lnTo>
                    <a:pt x="3414" y="1322"/>
                  </a:lnTo>
                  <a:lnTo>
                    <a:pt x="3408" y="1362"/>
                  </a:lnTo>
                  <a:lnTo>
                    <a:pt x="3400" y="1399"/>
                  </a:lnTo>
                  <a:lnTo>
                    <a:pt x="3389" y="1437"/>
                  </a:lnTo>
                  <a:lnTo>
                    <a:pt x="3377" y="1471"/>
                  </a:lnTo>
                  <a:lnTo>
                    <a:pt x="3363" y="1503"/>
                  </a:lnTo>
                  <a:lnTo>
                    <a:pt x="3348" y="1533"/>
                  </a:lnTo>
                  <a:lnTo>
                    <a:pt x="3331" y="1560"/>
                  </a:lnTo>
                  <a:lnTo>
                    <a:pt x="3312" y="1584"/>
                  </a:lnTo>
                  <a:lnTo>
                    <a:pt x="3293" y="1605"/>
                  </a:lnTo>
                  <a:lnTo>
                    <a:pt x="3272" y="1623"/>
                  </a:lnTo>
                  <a:lnTo>
                    <a:pt x="3250" y="1637"/>
                  </a:lnTo>
                  <a:lnTo>
                    <a:pt x="3227" y="1648"/>
                  </a:lnTo>
                  <a:lnTo>
                    <a:pt x="3204" y="1654"/>
                  </a:lnTo>
                  <a:lnTo>
                    <a:pt x="3179" y="1656"/>
                  </a:lnTo>
                  <a:lnTo>
                    <a:pt x="3155" y="1654"/>
                  </a:lnTo>
                  <a:lnTo>
                    <a:pt x="3131" y="1648"/>
                  </a:lnTo>
                  <a:lnTo>
                    <a:pt x="3108" y="1637"/>
                  </a:lnTo>
                  <a:lnTo>
                    <a:pt x="3087" y="1623"/>
                  </a:lnTo>
                  <a:lnTo>
                    <a:pt x="3066" y="1605"/>
                  </a:lnTo>
                  <a:lnTo>
                    <a:pt x="3046" y="1584"/>
                  </a:lnTo>
                  <a:lnTo>
                    <a:pt x="3027" y="1560"/>
                  </a:lnTo>
                  <a:lnTo>
                    <a:pt x="3011" y="1533"/>
                  </a:lnTo>
                  <a:lnTo>
                    <a:pt x="2994" y="1503"/>
                  </a:lnTo>
                  <a:lnTo>
                    <a:pt x="2980" y="1471"/>
                  </a:lnTo>
                  <a:lnTo>
                    <a:pt x="2968" y="1437"/>
                  </a:lnTo>
                  <a:lnTo>
                    <a:pt x="2958" y="1399"/>
                  </a:lnTo>
                  <a:lnTo>
                    <a:pt x="2950" y="1362"/>
                  </a:lnTo>
                  <a:lnTo>
                    <a:pt x="2944" y="1322"/>
                  </a:lnTo>
                  <a:lnTo>
                    <a:pt x="2940" y="1280"/>
                  </a:lnTo>
                  <a:lnTo>
                    <a:pt x="2939" y="1237"/>
                  </a:lnTo>
                  <a:lnTo>
                    <a:pt x="2940" y="1195"/>
                  </a:lnTo>
                  <a:lnTo>
                    <a:pt x="2944" y="1153"/>
                  </a:lnTo>
                  <a:lnTo>
                    <a:pt x="2950" y="1113"/>
                  </a:lnTo>
                  <a:lnTo>
                    <a:pt x="2958" y="1076"/>
                  </a:lnTo>
                  <a:lnTo>
                    <a:pt x="2968" y="1038"/>
                  </a:lnTo>
                  <a:lnTo>
                    <a:pt x="2980" y="1004"/>
                  </a:lnTo>
                  <a:lnTo>
                    <a:pt x="2994" y="971"/>
                  </a:lnTo>
                  <a:lnTo>
                    <a:pt x="3011" y="942"/>
                  </a:lnTo>
                  <a:lnTo>
                    <a:pt x="3027" y="915"/>
                  </a:lnTo>
                  <a:lnTo>
                    <a:pt x="3046" y="890"/>
                  </a:lnTo>
                  <a:lnTo>
                    <a:pt x="3066" y="869"/>
                  </a:lnTo>
                  <a:lnTo>
                    <a:pt x="3087" y="852"/>
                  </a:lnTo>
                  <a:lnTo>
                    <a:pt x="3108" y="838"/>
                  </a:lnTo>
                  <a:lnTo>
                    <a:pt x="3131" y="827"/>
                  </a:lnTo>
                  <a:lnTo>
                    <a:pt x="3155" y="821"/>
                  </a:lnTo>
                  <a:lnTo>
                    <a:pt x="3179" y="819"/>
                  </a:lnTo>
                  <a:close/>
                  <a:moveTo>
                    <a:pt x="3246" y="2144"/>
                  </a:moveTo>
                  <a:lnTo>
                    <a:pt x="3271" y="2146"/>
                  </a:lnTo>
                  <a:lnTo>
                    <a:pt x="3294" y="2152"/>
                  </a:lnTo>
                  <a:lnTo>
                    <a:pt x="3316" y="2162"/>
                  </a:lnTo>
                  <a:lnTo>
                    <a:pt x="3339" y="2176"/>
                  </a:lnTo>
                  <a:lnTo>
                    <a:pt x="3360" y="2194"/>
                  </a:lnTo>
                  <a:lnTo>
                    <a:pt x="3380" y="2215"/>
                  </a:lnTo>
                  <a:lnTo>
                    <a:pt x="3397" y="2240"/>
                  </a:lnTo>
                  <a:lnTo>
                    <a:pt x="3415" y="2267"/>
                  </a:lnTo>
                  <a:lnTo>
                    <a:pt x="3430" y="2296"/>
                  </a:lnTo>
                  <a:lnTo>
                    <a:pt x="3444" y="2329"/>
                  </a:lnTo>
                  <a:lnTo>
                    <a:pt x="3456" y="2363"/>
                  </a:lnTo>
                  <a:lnTo>
                    <a:pt x="3466" y="2400"/>
                  </a:lnTo>
                  <a:lnTo>
                    <a:pt x="3475" y="2438"/>
                  </a:lnTo>
                  <a:lnTo>
                    <a:pt x="3480" y="2478"/>
                  </a:lnTo>
                  <a:lnTo>
                    <a:pt x="3484" y="2520"/>
                  </a:lnTo>
                  <a:lnTo>
                    <a:pt x="3485" y="2562"/>
                  </a:lnTo>
                  <a:lnTo>
                    <a:pt x="3484" y="2604"/>
                  </a:lnTo>
                  <a:lnTo>
                    <a:pt x="3480" y="2647"/>
                  </a:lnTo>
                  <a:lnTo>
                    <a:pt x="3475" y="2686"/>
                  </a:lnTo>
                  <a:lnTo>
                    <a:pt x="3466" y="2725"/>
                  </a:lnTo>
                  <a:lnTo>
                    <a:pt x="3456" y="2762"/>
                  </a:lnTo>
                  <a:lnTo>
                    <a:pt x="3444" y="2796"/>
                  </a:lnTo>
                  <a:lnTo>
                    <a:pt x="3430" y="2828"/>
                  </a:lnTo>
                  <a:lnTo>
                    <a:pt x="3415" y="2858"/>
                  </a:lnTo>
                  <a:lnTo>
                    <a:pt x="3397" y="2886"/>
                  </a:lnTo>
                  <a:lnTo>
                    <a:pt x="3380" y="2909"/>
                  </a:lnTo>
                  <a:lnTo>
                    <a:pt x="3360" y="2930"/>
                  </a:lnTo>
                  <a:lnTo>
                    <a:pt x="3339" y="2949"/>
                  </a:lnTo>
                  <a:lnTo>
                    <a:pt x="3316" y="2963"/>
                  </a:lnTo>
                  <a:lnTo>
                    <a:pt x="3294" y="2974"/>
                  </a:lnTo>
                  <a:lnTo>
                    <a:pt x="3271" y="2980"/>
                  </a:lnTo>
                  <a:lnTo>
                    <a:pt x="3246" y="2982"/>
                  </a:lnTo>
                  <a:lnTo>
                    <a:pt x="3222" y="2980"/>
                  </a:lnTo>
                  <a:lnTo>
                    <a:pt x="3198" y="2974"/>
                  </a:lnTo>
                  <a:lnTo>
                    <a:pt x="3176" y="2963"/>
                  </a:lnTo>
                  <a:lnTo>
                    <a:pt x="3154" y="2949"/>
                  </a:lnTo>
                  <a:lnTo>
                    <a:pt x="3133" y="2930"/>
                  </a:lnTo>
                  <a:lnTo>
                    <a:pt x="3113" y="2909"/>
                  </a:lnTo>
                  <a:lnTo>
                    <a:pt x="3095" y="2886"/>
                  </a:lnTo>
                  <a:lnTo>
                    <a:pt x="3077" y="2858"/>
                  </a:lnTo>
                  <a:lnTo>
                    <a:pt x="3062" y="2828"/>
                  </a:lnTo>
                  <a:lnTo>
                    <a:pt x="3048" y="2796"/>
                  </a:lnTo>
                  <a:lnTo>
                    <a:pt x="3036" y="2762"/>
                  </a:lnTo>
                  <a:lnTo>
                    <a:pt x="3026" y="2725"/>
                  </a:lnTo>
                  <a:lnTo>
                    <a:pt x="3018" y="2686"/>
                  </a:lnTo>
                  <a:lnTo>
                    <a:pt x="3012" y="2647"/>
                  </a:lnTo>
                  <a:lnTo>
                    <a:pt x="3008" y="2604"/>
                  </a:lnTo>
                  <a:lnTo>
                    <a:pt x="3007" y="2562"/>
                  </a:lnTo>
                  <a:lnTo>
                    <a:pt x="3008" y="2520"/>
                  </a:lnTo>
                  <a:lnTo>
                    <a:pt x="3012" y="2478"/>
                  </a:lnTo>
                  <a:lnTo>
                    <a:pt x="3018" y="2438"/>
                  </a:lnTo>
                  <a:lnTo>
                    <a:pt x="3026" y="2400"/>
                  </a:lnTo>
                  <a:lnTo>
                    <a:pt x="3036" y="2363"/>
                  </a:lnTo>
                  <a:lnTo>
                    <a:pt x="3048" y="2329"/>
                  </a:lnTo>
                  <a:lnTo>
                    <a:pt x="3062" y="2296"/>
                  </a:lnTo>
                  <a:lnTo>
                    <a:pt x="3077" y="2267"/>
                  </a:lnTo>
                  <a:lnTo>
                    <a:pt x="3095" y="2240"/>
                  </a:lnTo>
                  <a:lnTo>
                    <a:pt x="3113" y="2215"/>
                  </a:lnTo>
                  <a:lnTo>
                    <a:pt x="3133" y="2194"/>
                  </a:lnTo>
                  <a:lnTo>
                    <a:pt x="3154" y="2176"/>
                  </a:lnTo>
                  <a:lnTo>
                    <a:pt x="3176" y="2162"/>
                  </a:lnTo>
                  <a:lnTo>
                    <a:pt x="3198" y="2152"/>
                  </a:lnTo>
                  <a:lnTo>
                    <a:pt x="3222" y="2146"/>
                  </a:lnTo>
                  <a:lnTo>
                    <a:pt x="3246" y="214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2553" name="Freeform 51"/>
            <p:cNvSpPr>
              <a:spLocks/>
            </p:cNvSpPr>
            <p:nvPr/>
          </p:nvSpPr>
          <p:spPr bwMode="auto">
            <a:xfrm>
              <a:off x="1267" y="1588"/>
              <a:ext cx="87" cy="52"/>
            </a:xfrm>
            <a:custGeom>
              <a:avLst/>
              <a:gdLst>
                <a:gd name="T0" fmla="*/ 3 w 437"/>
                <a:gd name="T1" fmla="*/ 2 h 260"/>
                <a:gd name="T2" fmla="*/ 3 w 437"/>
                <a:gd name="T3" fmla="*/ 2 h 260"/>
                <a:gd name="T4" fmla="*/ 3 w 437"/>
                <a:gd name="T5" fmla="*/ 2 h 260"/>
                <a:gd name="T6" fmla="*/ 3 w 437"/>
                <a:gd name="T7" fmla="*/ 2 h 260"/>
                <a:gd name="T8" fmla="*/ 3 w 437"/>
                <a:gd name="T9" fmla="*/ 1 h 260"/>
                <a:gd name="T10" fmla="*/ 3 w 437"/>
                <a:gd name="T11" fmla="*/ 1 h 260"/>
                <a:gd name="T12" fmla="*/ 3 w 437"/>
                <a:gd name="T13" fmla="*/ 1 h 260"/>
                <a:gd name="T14" fmla="*/ 3 w 437"/>
                <a:gd name="T15" fmla="*/ 1 h 260"/>
                <a:gd name="T16" fmla="*/ 3 w 437"/>
                <a:gd name="T17" fmla="*/ 1 h 260"/>
                <a:gd name="T18" fmla="*/ 2 w 437"/>
                <a:gd name="T19" fmla="*/ 1 h 260"/>
                <a:gd name="T20" fmla="*/ 2 w 437"/>
                <a:gd name="T21" fmla="*/ 0 h 260"/>
                <a:gd name="T22" fmla="*/ 2 w 437"/>
                <a:gd name="T23" fmla="*/ 0 h 260"/>
                <a:gd name="T24" fmla="*/ 2 w 437"/>
                <a:gd name="T25" fmla="*/ 0 h 260"/>
                <a:gd name="T26" fmla="*/ 1 w 437"/>
                <a:gd name="T27" fmla="*/ 0 h 260"/>
                <a:gd name="T28" fmla="*/ 1 w 437"/>
                <a:gd name="T29" fmla="*/ 0 h 260"/>
                <a:gd name="T30" fmla="*/ 1 w 437"/>
                <a:gd name="T31" fmla="*/ 0 h 260"/>
                <a:gd name="T32" fmla="*/ 0 w 437"/>
                <a:gd name="T33" fmla="*/ 0 h 260"/>
                <a:gd name="T34" fmla="*/ 0 w 437"/>
                <a:gd name="T35" fmla="*/ 0 h 260"/>
                <a:gd name="T36" fmla="*/ 0 w 437"/>
                <a:gd name="T37" fmla="*/ 0 h 260"/>
                <a:gd name="T38" fmla="*/ 0 w 437"/>
                <a:gd name="T39" fmla="*/ 0 h 260"/>
                <a:gd name="T40" fmla="*/ 1 w 437"/>
                <a:gd name="T41" fmla="*/ 0 h 260"/>
                <a:gd name="T42" fmla="*/ 1 w 437"/>
                <a:gd name="T43" fmla="*/ 0 h 260"/>
                <a:gd name="T44" fmla="*/ 1 w 437"/>
                <a:gd name="T45" fmla="*/ 0 h 260"/>
                <a:gd name="T46" fmla="*/ 2 w 437"/>
                <a:gd name="T47" fmla="*/ 0 h 260"/>
                <a:gd name="T48" fmla="*/ 2 w 437"/>
                <a:gd name="T49" fmla="*/ 0 h 260"/>
                <a:gd name="T50" fmla="*/ 2 w 437"/>
                <a:gd name="T51" fmla="*/ 1 h 260"/>
                <a:gd name="T52" fmla="*/ 2 w 437"/>
                <a:gd name="T53" fmla="*/ 1 h 260"/>
                <a:gd name="T54" fmla="*/ 3 w 437"/>
                <a:gd name="T55" fmla="*/ 1 h 260"/>
                <a:gd name="T56" fmla="*/ 3 w 437"/>
                <a:gd name="T57" fmla="*/ 1 h 260"/>
                <a:gd name="T58" fmla="*/ 3 w 437"/>
                <a:gd name="T59" fmla="*/ 1 h 260"/>
                <a:gd name="T60" fmla="*/ 3 w 437"/>
                <a:gd name="T61" fmla="*/ 1 h 260"/>
                <a:gd name="T62" fmla="*/ 3 w 437"/>
                <a:gd name="T63" fmla="*/ 1 h 260"/>
                <a:gd name="T64" fmla="*/ 3 w 437"/>
                <a:gd name="T65" fmla="*/ 2 h 260"/>
                <a:gd name="T66" fmla="*/ 3 w 437"/>
                <a:gd name="T67" fmla="*/ 2 h 260"/>
                <a:gd name="T68" fmla="*/ 3 w 437"/>
                <a:gd name="T69" fmla="*/ 2 h 260"/>
                <a:gd name="T70" fmla="*/ 3 w 437"/>
                <a:gd name="T71" fmla="*/ 2 h 260"/>
                <a:gd name="T72" fmla="*/ 3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437" y="260"/>
                  </a:moveTo>
                  <a:lnTo>
                    <a:pt x="437" y="260"/>
                  </a:lnTo>
                  <a:lnTo>
                    <a:pt x="434" y="233"/>
                  </a:lnTo>
                  <a:lnTo>
                    <a:pt x="427" y="206"/>
                  </a:lnTo>
                  <a:lnTo>
                    <a:pt x="417" y="181"/>
                  </a:lnTo>
                  <a:lnTo>
                    <a:pt x="401" y="157"/>
                  </a:lnTo>
                  <a:lnTo>
                    <a:pt x="383" y="133"/>
                  </a:lnTo>
                  <a:lnTo>
                    <a:pt x="360" y="113"/>
                  </a:lnTo>
                  <a:lnTo>
                    <a:pt x="336" y="93"/>
                  </a:lnTo>
                  <a:lnTo>
                    <a:pt x="308" y="73"/>
                  </a:lnTo>
                  <a:lnTo>
                    <a:pt x="276" y="58"/>
                  </a:lnTo>
                  <a:lnTo>
                    <a:pt x="242" y="43"/>
                  </a:lnTo>
                  <a:lnTo>
                    <a:pt x="207" y="30"/>
                  </a:lnTo>
                  <a:lnTo>
                    <a:pt x="168" y="19"/>
                  </a:lnTo>
                  <a:lnTo>
                    <a:pt x="128" y="11"/>
                  </a:lnTo>
                  <a:lnTo>
                    <a:pt x="87" y="4"/>
                  </a:lnTo>
                  <a:lnTo>
                    <a:pt x="43" y="1"/>
                  </a:lnTo>
                  <a:lnTo>
                    <a:pt x="0" y="0"/>
                  </a:lnTo>
                  <a:lnTo>
                    <a:pt x="0" y="11"/>
                  </a:lnTo>
                  <a:lnTo>
                    <a:pt x="43" y="12"/>
                  </a:lnTo>
                  <a:lnTo>
                    <a:pt x="85" y="16"/>
                  </a:lnTo>
                  <a:lnTo>
                    <a:pt x="126" y="23"/>
                  </a:lnTo>
                  <a:lnTo>
                    <a:pt x="166" y="31"/>
                  </a:lnTo>
                  <a:lnTo>
                    <a:pt x="202" y="42"/>
                  </a:lnTo>
                  <a:lnTo>
                    <a:pt x="237" y="55"/>
                  </a:lnTo>
                  <a:lnTo>
                    <a:pt x="271" y="70"/>
                  </a:lnTo>
                  <a:lnTo>
                    <a:pt x="301" y="85"/>
                  </a:lnTo>
                  <a:lnTo>
                    <a:pt x="329" y="103"/>
                  </a:lnTo>
                  <a:lnTo>
                    <a:pt x="353" y="123"/>
                  </a:lnTo>
                  <a:lnTo>
                    <a:pt x="373" y="143"/>
                  </a:lnTo>
                  <a:lnTo>
                    <a:pt x="392" y="164"/>
                  </a:lnTo>
                  <a:lnTo>
                    <a:pt x="405" y="186"/>
                  </a:lnTo>
                  <a:lnTo>
                    <a:pt x="415" y="211"/>
                  </a:lnTo>
                  <a:lnTo>
                    <a:pt x="422" y="235"/>
                  </a:lnTo>
                  <a:lnTo>
                    <a:pt x="425" y="260"/>
                  </a:lnTo>
                  <a:lnTo>
                    <a:pt x="437"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2554" name="Freeform 52"/>
            <p:cNvSpPr>
              <a:spLocks/>
            </p:cNvSpPr>
            <p:nvPr/>
          </p:nvSpPr>
          <p:spPr bwMode="auto">
            <a:xfrm>
              <a:off x="1267" y="1640"/>
              <a:ext cx="87" cy="52"/>
            </a:xfrm>
            <a:custGeom>
              <a:avLst/>
              <a:gdLst>
                <a:gd name="T0" fmla="*/ 0 w 437"/>
                <a:gd name="T1" fmla="*/ 2 h 260"/>
                <a:gd name="T2" fmla="*/ 0 w 437"/>
                <a:gd name="T3" fmla="*/ 2 h 260"/>
                <a:gd name="T4" fmla="*/ 0 w 437"/>
                <a:gd name="T5" fmla="*/ 2 h 260"/>
                <a:gd name="T6" fmla="*/ 1 w 437"/>
                <a:gd name="T7" fmla="*/ 2 h 260"/>
                <a:gd name="T8" fmla="*/ 1 w 437"/>
                <a:gd name="T9" fmla="*/ 2 h 260"/>
                <a:gd name="T10" fmla="*/ 1 w 437"/>
                <a:gd name="T11" fmla="*/ 2 h 260"/>
                <a:gd name="T12" fmla="*/ 2 w 437"/>
                <a:gd name="T13" fmla="*/ 2 h 260"/>
                <a:gd name="T14" fmla="*/ 2 w 437"/>
                <a:gd name="T15" fmla="*/ 2 h 260"/>
                <a:gd name="T16" fmla="*/ 2 w 437"/>
                <a:gd name="T17" fmla="*/ 2 h 260"/>
                <a:gd name="T18" fmla="*/ 2 w 437"/>
                <a:gd name="T19" fmla="*/ 1 h 260"/>
                <a:gd name="T20" fmla="*/ 3 w 437"/>
                <a:gd name="T21" fmla="*/ 1 h 260"/>
                <a:gd name="T22" fmla="*/ 3 w 437"/>
                <a:gd name="T23" fmla="*/ 1 h 260"/>
                <a:gd name="T24" fmla="*/ 3 w 437"/>
                <a:gd name="T25" fmla="*/ 1 h 260"/>
                <a:gd name="T26" fmla="*/ 3 w 437"/>
                <a:gd name="T27" fmla="*/ 1 h 260"/>
                <a:gd name="T28" fmla="*/ 3 w 437"/>
                <a:gd name="T29" fmla="*/ 1 h 260"/>
                <a:gd name="T30" fmla="*/ 3 w 437"/>
                <a:gd name="T31" fmla="*/ 0 h 260"/>
                <a:gd name="T32" fmla="*/ 3 w 437"/>
                <a:gd name="T33" fmla="*/ 0 h 260"/>
                <a:gd name="T34" fmla="*/ 3 w 437"/>
                <a:gd name="T35" fmla="*/ 0 h 260"/>
                <a:gd name="T36" fmla="*/ 3 w 437"/>
                <a:gd name="T37" fmla="*/ 0 h 260"/>
                <a:gd name="T38" fmla="*/ 3 w 437"/>
                <a:gd name="T39" fmla="*/ 0 h 260"/>
                <a:gd name="T40" fmla="*/ 3 w 437"/>
                <a:gd name="T41" fmla="*/ 0 h 260"/>
                <a:gd name="T42" fmla="*/ 3 w 437"/>
                <a:gd name="T43" fmla="*/ 1 h 260"/>
                <a:gd name="T44" fmla="*/ 3 w 437"/>
                <a:gd name="T45" fmla="*/ 1 h 260"/>
                <a:gd name="T46" fmla="*/ 3 w 437"/>
                <a:gd name="T47" fmla="*/ 1 h 260"/>
                <a:gd name="T48" fmla="*/ 3 w 437"/>
                <a:gd name="T49" fmla="*/ 1 h 260"/>
                <a:gd name="T50" fmla="*/ 3 w 437"/>
                <a:gd name="T51" fmla="*/ 1 h 260"/>
                <a:gd name="T52" fmla="*/ 2 w 437"/>
                <a:gd name="T53" fmla="*/ 1 h 260"/>
                <a:gd name="T54" fmla="*/ 2 w 437"/>
                <a:gd name="T55" fmla="*/ 2 h 260"/>
                <a:gd name="T56" fmla="*/ 2 w 437"/>
                <a:gd name="T57" fmla="*/ 2 h 260"/>
                <a:gd name="T58" fmla="*/ 2 w 437"/>
                <a:gd name="T59" fmla="*/ 2 h 260"/>
                <a:gd name="T60" fmla="*/ 1 w 437"/>
                <a:gd name="T61" fmla="*/ 2 h 260"/>
                <a:gd name="T62" fmla="*/ 1 w 437"/>
                <a:gd name="T63" fmla="*/ 2 h 260"/>
                <a:gd name="T64" fmla="*/ 1 w 437"/>
                <a:gd name="T65" fmla="*/ 2 h 260"/>
                <a:gd name="T66" fmla="*/ 0 w 437"/>
                <a:gd name="T67" fmla="*/ 2 h 260"/>
                <a:gd name="T68" fmla="*/ 0 w 437"/>
                <a:gd name="T69" fmla="*/ 2 h 260"/>
                <a:gd name="T70" fmla="*/ 0 w 437"/>
                <a:gd name="T71" fmla="*/ 2 h 260"/>
                <a:gd name="T72" fmla="*/ 0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0" y="260"/>
                  </a:moveTo>
                  <a:lnTo>
                    <a:pt x="0" y="260"/>
                  </a:lnTo>
                  <a:lnTo>
                    <a:pt x="43" y="259"/>
                  </a:lnTo>
                  <a:lnTo>
                    <a:pt x="87" y="255"/>
                  </a:lnTo>
                  <a:lnTo>
                    <a:pt x="128" y="248"/>
                  </a:lnTo>
                  <a:lnTo>
                    <a:pt x="168" y="240"/>
                  </a:lnTo>
                  <a:lnTo>
                    <a:pt x="207" y="230"/>
                  </a:lnTo>
                  <a:lnTo>
                    <a:pt x="242" y="217"/>
                  </a:lnTo>
                  <a:lnTo>
                    <a:pt x="276" y="202"/>
                  </a:lnTo>
                  <a:lnTo>
                    <a:pt x="308" y="185"/>
                  </a:lnTo>
                  <a:lnTo>
                    <a:pt x="336" y="166"/>
                  </a:lnTo>
                  <a:lnTo>
                    <a:pt x="360" y="146"/>
                  </a:lnTo>
                  <a:lnTo>
                    <a:pt x="383" y="125"/>
                  </a:lnTo>
                  <a:lnTo>
                    <a:pt x="401" y="102"/>
                  </a:lnTo>
                  <a:lnTo>
                    <a:pt x="417" y="77"/>
                  </a:lnTo>
                  <a:lnTo>
                    <a:pt x="427" y="53"/>
                  </a:lnTo>
                  <a:lnTo>
                    <a:pt x="434" y="27"/>
                  </a:lnTo>
                  <a:lnTo>
                    <a:pt x="437" y="0"/>
                  </a:lnTo>
                  <a:lnTo>
                    <a:pt x="425" y="0"/>
                  </a:lnTo>
                  <a:lnTo>
                    <a:pt x="422" y="24"/>
                  </a:lnTo>
                  <a:lnTo>
                    <a:pt x="415" y="48"/>
                  </a:lnTo>
                  <a:lnTo>
                    <a:pt x="405" y="73"/>
                  </a:lnTo>
                  <a:lnTo>
                    <a:pt x="392" y="95"/>
                  </a:lnTo>
                  <a:lnTo>
                    <a:pt x="373" y="116"/>
                  </a:lnTo>
                  <a:lnTo>
                    <a:pt x="353" y="137"/>
                  </a:lnTo>
                  <a:lnTo>
                    <a:pt x="329" y="157"/>
                  </a:lnTo>
                  <a:lnTo>
                    <a:pt x="301" y="173"/>
                  </a:lnTo>
                  <a:lnTo>
                    <a:pt x="271" y="190"/>
                  </a:lnTo>
                  <a:lnTo>
                    <a:pt x="237" y="205"/>
                  </a:lnTo>
                  <a:lnTo>
                    <a:pt x="202" y="218"/>
                  </a:lnTo>
                  <a:lnTo>
                    <a:pt x="166" y="228"/>
                  </a:lnTo>
                  <a:lnTo>
                    <a:pt x="126" y="237"/>
                  </a:lnTo>
                  <a:lnTo>
                    <a:pt x="85" y="244"/>
                  </a:lnTo>
                  <a:lnTo>
                    <a:pt x="43" y="247"/>
                  </a:lnTo>
                  <a:lnTo>
                    <a:pt x="0" y="248"/>
                  </a:lnTo>
                  <a:lnTo>
                    <a:pt x="0"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2555" name="Freeform 53"/>
            <p:cNvSpPr>
              <a:spLocks/>
            </p:cNvSpPr>
            <p:nvPr/>
          </p:nvSpPr>
          <p:spPr bwMode="auto">
            <a:xfrm>
              <a:off x="1179" y="1640"/>
              <a:ext cx="88" cy="52"/>
            </a:xfrm>
            <a:custGeom>
              <a:avLst/>
              <a:gdLst>
                <a:gd name="T0" fmla="*/ 0 w 439"/>
                <a:gd name="T1" fmla="*/ 0 h 260"/>
                <a:gd name="T2" fmla="*/ 0 w 439"/>
                <a:gd name="T3" fmla="*/ 0 h 260"/>
                <a:gd name="T4" fmla="*/ 0 w 439"/>
                <a:gd name="T5" fmla="*/ 0 h 260"/>
                <a:gd name="T6" fmla="*/ 0 w 439"/>
                <a:gd name="T7" fmla="*/ 0 h 260"/>
                <a:gd name="T8" fmla="*/ 0 w 439"/>
                <a:gd name="T9" fmla="*/ 1 h 260"/>
                <a:gd name="T10" fmla="*/ 0 w 439"/>
                <a:gd name="T11" fmla="*/ 1 h 260"/>
                <a:gd name="T12" fmla="*/ 0 w 439"/>
                <a:gd name="T13" fmla="*/ 1 h 260"/>
                <a:gd name="T14" fmla="*/ 1 w 439"/>
                <a:gd name="T15" fmla="*/ 1 h 260"/>
                <a:gd name="T16" fmla="*/ 1 w 439"/>
                <a:gd name="T17" fmla="*/ 1 h 260"/>
                <a:gd name="T18" fmla="*/ 1 w 439"/>
                <a:gd name="T19" fmla="*/ 1 h 260"/>
                <a:gd name="T20" fmla="*/ 1 w 439"/>
                <a:gd name="T21" fmla="*/ 2 h 260"/>
                <a:gd name="T22" fmla="*/ 2 w 439"/>
                <a:gd name="T23" fmla="*/ 2 h 260"/>
                <a:gd name="T24" fmla="*/ 2 w 439"/>
                <a:gd name="T25" fmla="*/ 2 h 260"/>
                <a:gd name="T26" fmla="*/ 2 w 439"/>
                <a:gd name="T27" fmla="*/ 2 h 260"/>
                <a:gd name="T28" fmla="*/ 2 w 439"/>
                <a:gd name="T29" fmla="*/ 2 h 260"/>
                <a:gd name="T30" fmla="*/ 3 w 439"/>
                <a:gd name="T31" fmla="*/ 2 h 260"/>
                <a:gd name="T32" fmla="*/ 3 w 439"/>
                <a:gd name="T33" fmla="*/ 2 h 260"/>
                <a:gd name="T34" fmla="*/ 4 w 439"/>
                <a:gd name="T35" fmla="*/ 2 h 260"/>
                <a:gd name="T36" fmla="*/ 4 w 439"/>
                <a:gd name="T37" fmla="*/ 2 h 260"/>
                <a:gd name="T38" fmla="*/ 3 w 439"/>
                <a:gd name="T39" fmla="*/ 2 h 260"/>
                <a:gd name="T40" fmla="*/ 3 w 439"/>
                <a:gd name="T41" fmla="*/ 2 h 260"/>
                <a:gd name="T42" fmla="*/ 3 w 439"/>
                <a:gd name="T43" fmla="*/ 2 h 260"/>
                <a:gd name="T44" fmla="*/ 2 w 439"/>
                <a:gd name="T45" fmla="*/ 2 h 260"/>
                <a:gd name="T46" fmla="*/ 2 w 439"/>
                <a:gd name="T47" fmla="*/ 2 h 260"/>
                <a:gd name="T48" fmla="*/ 2 w 439"/>
                <a:gd name="T49" fmla="*/ 2 h 260"/>
                <a:gd name="T50" fmla="*/ 1 w 439"/>
                <a:gd name="T51" fmla="*/ 2 h 260"/>
                <a:gd name="T52" fmla="*/ 1 w 439"/>
                <a:gd name="T53" fmla="*/ 1 h 260"/>
                <a:gd name="T54" fmla="*/ 1 w 439"/>
                <a:gd name="T55" fmla="*/ 1 h 260"/>
                <a:gd name="T56" fmla="*/ 1 w 439"/>
                <a:gd name="T57" fmla="*/ 1 h 260"/>
                <a:gd name="T58" fmla="*/ 1 w 439"/>
                <a:gd name="T59" fmla="*/ 1 h 260"/>
                <a:gd name="T60" fmla="*/ 0 w 439"/>
                <a:gd name="T61" fmla="*/ 1 h 260"/>
                <a:gd name="T62" fmla="*/ 0 w 439"/>
                <a:gd name="T63" fmla="*/ 1 h 260"/>
                <a:gd name="T64" fmla="*/ 0 w 439"/>
                <a:gd name="T65" fmla="*/ 0 h 260"/>
                <a:gd name="T66" fmla="*/ 0 w 439"/>
                <a:gd name="T67" fmla="*/ 0 h 260"/>
                <a:gd name="T68" fmla="*/ 0 w 439"/>
                <a:gd name="T69" fmla="*/ 0 h 260"/>
                <a:gd name="T70" fmla="*/ 0 w 439"/>
                <a:gd name="T71" fmla="*/ 0 h 260"/>
                <a:gd name="T72" fmla="*/ 0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0" y="0"/>
                  </a:moveTo>
                  <a:lnTo>
                    <a:pt x="0" y="0"/>
                  </a:lnTo>
                  <a:lnTo>
                    <a:pt x="3" y="27"/>
                  </a:lnTo>
                  <a:lnTo>
                    <a:pt x="10" y="53"/>
                  </a:lnTo>
                  <a:lnTo>
                    <a:pt x="20" y="77"/>
                  </a:lnTo>
                  <a:lnTo>
                    <a:pt x="35" y="102"/>
                  </a:lnTo>
                  <a:lnTo>
                    <a:pt x="54" y="125"/>
                  </a:lnTo>
                  <a:lnTo>
                    <a:pt x="76" y="146"/>
                  </a:lnTo>
                  <a:lnTo>
                    <a:pt x="102" y="166"/>
                  </a:lnTo>
                  <a:lnTo>
                    <a:pt x="130" y="185"/>
                  </a:lnTo>
                  <a:lnTo>
                    <a:pt x="162" y="202"/>
                  </a:lnTo>
                  <a:lnTo>
                    <a:pt x="195" y="217"/>
                  </a:lnTo>
                  <a:lnTo>
                    <a:pt x="231" y="230"/>
                  </a:lnTo>
                  <a:lnTo>
                    <a:pt x="270" y="240"/>
                  </a:lnTo>
                  <a:lnTo>
                    <a:pt x="310" y="248"/>
                  </a:lnTo>
                  <a:lnTo>
                    <a:pt x="351" y="255"/>
                  </a:lnTo>
                  <a:lnTo>
                    <a:pt x="395" y="259"/>
                  </a:lnTo>
                  <a:lnTo>
                    <a:pt x="439" y="260"/>
                  </a:lnTo>
                  <a:lnTo>
                    <a:pt x="439" y="248"/>
                  </a:lnTo>
                  <a:lnTo>
                    <a:pt x="395" y="247"/>
                  </a:lnTo>
                  <a:lnTo>
                    <a:pt x="353" y="244"/>
                  </a:lnTo>
                  <a:lnTo>
                    <a:pt x="312" y="237"/>
                  </a:lnTo>
                  <a:lnTo>
                    <a:pt x="272" y="228"/>
                  </a:lnTo>
                  <a:lnTo>
                    <a:pt x="236" y="218"/>
                  </a:lnTo>
                  <a:lnTo>
                    <a:pt x="200" y="205"/>
                  </a:lnTo>
                  <a:lnTo>
                    <a:pt x="167" y="190"/>
                  </a:lnTo>
                  <a:lnTo>
                    <a:pt x="137" y="173"/>
                  </a:lnTo>
                  <a:lnTo>
                    <a:pt x="109" y="157"/>
                  </a:lnTo>
                  <a:lnTo>
                    <a:pt x="84" y="137"/>
                  </a:lnTo>
                  <a:lnTo>
                    <a:pt x="64" y="116"/>
                  </a:lnTo>
                  <a:lnTo>
                    <a:pt x="45" y="95"/>
                  </a:lnTo>
                  <a:lnTo>
                    <a:pt x="32" y="73"/>
                  </a:lnTo>
                  <a:lnTo>
                    <a:pt x="21" y="48"/>
                  </a:lnTo>
                  <a:lnTo>
                    <a:pt x="14" y="24"/>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2556" name="Freeform 54"/>
            <p:cNvSpPr>
              <a:spLocks/>
            </p:cNvSpPr>
            <p:nvPr/>
          </p:nvSpPr>
          <p:spPr bwMode="auto">
            <a:xfrm>
              <a:off x="1179" y="1588"/>
              <a:ext cx="88" cy="52"/>
            </a:xfrm>
            <a:custGeom>
              <a:avLst/>
              <a:gdLst>
                <a:gd name="T0" fmla="*/ 4 w 439"/>
                <a:gd name="T1" fmla="*/ 0 h 260"/>
                <a:gd name="T2" fmla="*/ 4 w 439"/>
                <a:gd name="T3" fmla="*/ 0 h 260"/>
                <a:gd name="T4" fmla="*/ 3 w 439"/>
                <a:gd name="T5" fmla="*/ 0 h 260"/>
                <a:gd name="T6" fmla="*/ 3 w 439"/>
                <a:gd name="T7" fmla="*/ 0 h 260"/>
                <a:gd name="T8" fmla="*/ 2 w 439"/>
                <a:gd name="T9" fmla="*/ 0 h 260"/>
                <a:gd name="T10" fmla="*/ 2 w 439"/>
                <a:gd name="T11" fmla="*/ 0 h 260"/>
                <a:gd name="T12" fmla="*/ 2 w 439"/>
                <a:gd name="T13" fmla="*/ 0 h 260"/>
                <a:gd name="T14" fmla="*/ 2 w 439"/>
                <a:gd name="T15" fmla="*/ 0 h 260"/>
                <a:gd name="T16" fmla="*/ 1 w 439"/>
                <a:gd name="T17" fmla="*/ 0 h 260"/>
                <a:gd name="T18" fmla="*/ 1 w 439"/>
                <a:gd name="T19" fmla="*/ 1 h 260"/>
                <a:gd name="T20" fmla="*/ 1 w 439"/>
                <a:gd name="T21" fmla="*/ 1 h 260"/>
                <a:gd name="T22" fmla="*/ 1 w 439"/>
                <a:gd name="T23" fmla="*/ 1 h 260"/>
                <a:gd name="T24" fmla="*/ 0 w 439"/>
                <a:gd name="T25" fmla="*/ 1 h 260"/>
                <a:gd name="T26" fmla="*/ 0 w 439"/>
                <a:gd name="T27" fmla="*/ 1 h 260"/>
                <a:gd name="T28" fmla="*/ 0 w 439"/>
                <a:gd name="T29" fmla="*/ 1 h 260"/>
                <a:gd name="T30" fmla="*/ 0 w 439"/>
                <a:gd name="T31" fmla="*/ 2 h 260"/>
                <a:gd name="T32" fmla="*/ 0 w 439"/>
                <a:gd name="T33" fmla="*/ 2 h 260"/>
                <a:gd name="T34" fmla="*/ 0 w 439"/>
                <a:gd name="T35" fmla="*/ 2 h 260"/>
                <a:gd name="T36" fmla="*/ 0 w 439"/>
                <a:gd name="T37" fmla="*/ 2 h 260"/>
                <a:gd name="T38" fmla="*/ 0 w 439"/>
                <a:gd name="T39" fmla="*/ 2 h 260"/>
                <a:gd name="T40" fmla="*/ 0 w 439"/>
                <a:gd name="T41" fmla="*/ 2 h 260"/>
                <a:gd name="T42" fmla="*/ 0 w 439"/>
                <a:gd name="T43" fmla="*/ 1 h 260"/>
                <a:gd name="T44" fmla="*/ 0 w 439"/>
                <a:gd name="T45" fmla="*/ 1 h 260"/>
                <a:gd name="T46" fmla="*/ 1 w 439"/>
                <a:gd name="T47" fmla="*/ 1 h 260"/>
                <a:gd name="T48" fmla="*/ 1 w 439"/>
                <a:gd name="T49" fmla="*/ 1 h 260"/>
                <a:gd name="T50" fmla="*/ 1 w 439"/>
                <a:gd name="T51" fmla="*/ 1 h 260"/>
                <a:gd name="T52" fmla="*/ 1 w 439"/>
                <a:gd name="T53" fmla="*/ 1 h 260"/>
                <a:gd name="T54" fmla="*/ 1 w 439"/>
                <a:gd name="T55" fmla="*/ 1 h 260"/>
                <a:gd name="T56" fmla="*/ 2 w 439"/>
                <a:gd name="T57" fmla="*/ 0 h 260"/>
                <a:gd name="T58" fmla="*/ 2 w 439"/>
                <a:gd name="T59" fmla="*/ 0 h 260"/>
                <a:gd name="T60" fmla="*/ 2 w 439"/>
                <a:gd name="T61" fmla="*/ 0 h 260"/>
                <a:gd name="T62" fmla="*/ 3 w 439"/>
                <a:gd name="T63" fmla="*/ 0 h 260"/>
                <a:gd name="T64" fmla="*/ 3 w 439"/>
                <a:gd name="T65" fmla="*/ 0 h 260"/>
                <a:gd name="T66" fmla="*/ 3 w 439"/>
                <a:gd name="T67" fmla="*/ 0 h 260"/>
                <a:gd name="T68" fmla="*/ 4 w 439"/>
                <a:gd name="T69" fmla="*/ 0 h 260"/>
                <a:gd name="T70" fmla="*/ 4 w 439"/>
                <a:gd name="T71" fmla="*/ 0 h 260"/>
                <a:gd name="T72" fmla="*/ 4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439" y="0"/>
                  </a:moveTo>
                  <a:lnTo>
                    <a:pt x="439" y="0"/>
                  </a:lnTo>
                  <a:lnTo>
                    <a:pt x="395" y="1"/>
                  </a:lnTo>
                  <a:lnTo>
                    <a:pt x="351" y="4"/>
                  </a:lnTo>
                  <a:lnTo>
                    <a:pt x="310" y="11"/>
                  </a:lnTo>
                  <a:lnTo>
                    <a:pt x="270" y="19"/>
                  </a:lnTo>
                  <a:lnTo>
                    <a:pt x="231" y="30"/>
                  </a:lnTo>
                  <a:lnTo>
                    <a:pt x="195" y="43"/>
                  </a:lnTo>
                  <a:lnTo>
                    <a:pt x="162" y="58"/>
                  </a:lnTo>
                  <a:lnTo>
                    <a:pt x="130" y="73"/>
                  </a:lnTo>
                  <a:lnTo>
                    <a:pt x="102" y="93"/>
                  </a:lnTo>
                  <a:lnTo>
                    <a:pt x="76" y="113"/>
                  </a:lnTo>
                  <a:lnTo>
                    <a:pt x="54" y="133"/>
                  </a:lnTo>
                  <a:lnTo>
                    <a:pt x="35" y="157"/>
                  </a:lnTo>
                  <a:lnTo>
                    <a:pt x="20" y="181"/>
                  </a:lnTo>
                  <a:lnTo>
                    <a:pt x="10" y="206"/>
                  </a:lnTo>
                  <a:lnTo>
                    <a:pt x="3" y="233"/>
                  </a:lnTo>
                  <a:lnTo>
                    <a:pt x="0" y="260"/>
                  </a:lnTo>
                  <a:lnTo>
                    <a:pt x="12" y="260"/>
                  </a:lnTo>
                  <a:lnTo>
                    <a:pt x="14" y="235"/>
                  </a:lnTo>
                  <a:lnTo>
                    <a:pt x="21" y="211"/>
                  </a:lnTo>
                  <a:lnTo>
                    <a:pt x="32" y="186"/>
                  </a:lnTo>
                  <a:lnTo>
                    <a:pt x="45" y="164"/>
                  </a:lnTo>
                  <a:lnTo>
                    <a:pt x="64" y="143"/>
                  </a:lnTo>
                  <a:lnTo>
                    <a:pt x="84" y="123"/>
                  </a:lnTo>
                  <a:lnTo>
                    <a:pt x="109" y="103"/>
                  </a:lnTo>
                  <a:lnTo>
                    <a:pt x="137" y="85"/>
                  </a:lnTo>
                  <a:lnTo>
                    <a:pt x="167" y="70"/>
                  </a:lnTo>
                  <a:lnTo>
                    <a:pt x="200" y="55"/>
                  </a:lnTo>
                  <a:lnTo>
                    <a:pt x="236" y="42"/>
                  </a:lnTo>
                  <a:lnTo>
                    <a:pt x="272" y="31"/>
                  </a:lnTo>
                  <a:lnTo>
                    <a:pt x="312" y="23"/>
                  </a:lnTo>
                  <a:lnTo>
                    <a:pt x="353" y="16"/>
                  </a:lnTo>
                  <a:lnTo>
                    <a:pt x="395" y="12"/>
                  </a:lnTo>
                  <a:lnTo>
                    <a:pt x="439" y="11"/>
                  </a:lnTo>
                  <a:lnTo>
                    <a:pt x="439"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2557" name="Freeform 55"/>
            <p:cNvSpPr>
              <a:spLocks/>
            </p:cNvSpPr>
            <p:nvPr/>
          </p:nvSpPr>
          <p:spPr bwMode="auto">
            <a:xfrm>
              <a:off x="964" y="1745"/>
              <a:ext cx="48" cy="85"/>
            </a:xfrm>
            <a:custGeom>
              <a:avLst/>
              <a:gdLst>
                <a:gd name="T0" fmla="*/ 2 w 244"/>
                <a:gd name="T1" fmla="*/ 3 h 426"/>
                <a:gd name="T2" fmla="*/ 2 w 244"/>
                <a:gd name="T3" fmla="*/ 3 h 426"/>
                <a:gd name="T4" fmla="*/ 2 w 244"/>
                <a:gd name="T5" fmla="*/ 3 h 426"/>
                <a:gd name="T6" fmla="*/ 2 w 244"/>
                <a:gd name="T7" fmla="*/ 3 h 426"/>
                <a:gd name="T8" fmla="*/ 2 w 244"/>
                <a:gd name="T9" fmla="*/ 2 h 426"/>
                <a:gd name="T10" fmla="*/ 2 w 244"/>
                <a:gd name="T11" fmla="*/ 2 h 426"/>
                <a:gd name="T12" fmla="*/ 2 w 244"/>
                <a:gd name="T13" fmla="*/ 2 h 426"/>
                <a:gd name="T14" fmla="*/ 2 w 244"/>
                <a:gd name="T15" fmla="*/ 2 h 426"/>
                <a:gd name="T16" fmla="*/ 1 w 244"/>
                <a:gd name="T17" fmla="*/ 1 h 426"/>
                <a:gd name="T18" fmla="*/ 1 w 244"/>
                <a:gd name="T19" fmla="*/ 1 h 426"/>
                <a:gd name="T20" fmla="*/ 1 w 244"/>
                <a:gd name="T21" fmla="*/ 1 h 426"/>
                <a:gd name="T22" fmla="*/ 1 w 244"/>
                <a:gd name="T23" fmla="*/ 1 h 426"/>
                <a:gd name="T24" fmla="*/ 1 w 244"/>
                <a:gd name="T25" fmla="*/ 0 h 426"/>
                <a:gd name="T26" fmla="*/ 1 w 244"/>
                <a:gd name="T27" fmla="*/ 0 h 426"/>
                <a:gd name="T28" fmla="*/ 1 w 244"/>
                <a:gd name="T29" fmla="*/ 0 h 426"/>
                <a:gd name="T30" fmla="*/ 0 w 244"/>
                <a:gd name="T31" fmla="*/ 0 h 426"/>
                <a:gd name="T32" fmla="*/ 0 w 244"/>
                <a:gd name="T33" fmla="*/ 0 h 426"/>
                <a:gd name="T34" fmla="*/ 0 w 244"/>
                <a:gd name="T35" fmla="*/ 0 h 426"/>
                <a:gd name="T36" fmla="*/ 0 w 244"/>
                <a:gd name="T37" fmla="*/ 0 h 426"/>
                <a:gd name="T38" fmla="*/ 0 w 244"/>
                <a:gd name="T39" fmla="*/ 0 h 426"/>
                <a:gd name="T40" fmla="*/ 0 w 244"/>
                <a:gd name="T41" fmla="*/ 0 h 426"/>
                <a:gd name="T42" fmla="*/ 1 w 244"/>
                <a:gd name="T43" fmla="*/ 0 h 426"/>
                <a:gd name="T44" fmla="*/ 1 w 244"/>
                <a:gd name="T45" fmla="*/ 0 h 426"/>
                <a:gd name="T46" fmla="*/ 1 w 244"/>
                <a:gd name="T47" fmla="*/ 0 h 426"/>
                <a:gd name="T48" fmla="*/ 1 w 244"/>
                <a:gd name="T49" fmla="*/ 1 h 426"/>
                <a:gd name="T50" fmla="*/ 1 w 244"/>
                <a:gd name="T51" fmla="*/ 1 h 426"/>
                <a:gd name="T52" fmla="*/ 1 w 244"/>
                <a:gd name="T53" fmla="*/ 1 h 426"/>
                <a:gd name="T54" fmla="*/ 1 w 244"/>
                <a:gd name="T55" fmla="*/ 1 h 426"/>
                <a:gd name="T56" fmla="*/ 1 w 244"/>
                <a:gd name="T57" fmla="*/ 2 h 426"/>
                <a:gd name="T58" fmla="*/ 2 w 244"/>
                <a:gd name="T59" fmla="*/ 2 h 426"/>
                <a:gd name="T60" fmla="*/ 2 w 244"/>
                <a:gd name="T61" fmla="*/ 2 h 426"/>
                <a:gd name="T62" fmla="*/ 2 w 244"/>
                <a:gd name="T63" fmla="*/ 2 h 426"/>
                <a:gd name="T64" fmla="*/ 2 w 244"/>
                <a:gd name="T65" fmla="*/ 3 h 426"/>
                <a:gd name="T66" fmla="*/ 2 w 244"/>
                <a:gd name="T67" fmla="*/ 3 h 426"/>
                <a:gd name="T68" fmla="*/ 2 w 244"/>
                <a:gd name="T69" fmla="*/ 3 h 426"/>
                <a:gd name="T70" fmla="*/ 2 w 244"/>
                <a:gd name="T71" fmla="*/ 3 h 426"/>
                <a:gd name="T72" fmla="*/ 2 w 244"/>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6"/>
                <a:gd name="T113" fmla="*/ 244 w 244"/>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6">
                  <a:moveTo>
                    <a:pt x="244" y="426"/>
                  </a:moveTo>
                  <a:lnTo>
                    <a:pt x="244" y="426"/>
                  </a:lnTo>
                  <a:lnTo>
                    <a:pt x="243" y="383"/>
                  </a:lnTo>
                  <a:lnTo>
                    <a:pt x="240" y="340"/>
                  </a:lnTo>
                  <a:lnTo>
                    <a:pt x="234" y="300"/>
                  </a:lnTo>
                  <a:lnTo>
                    <a:pt x="226" y="262"/>
                  </a:lnTo>
                  <a:lnTo>
                    <a:pt x="215" y="224"/>
                  </a:lnTo>
                  <a:lnTo>
                    <a:pt x="203" y="189"/>
                  </a:lnTo>
                  <a:lnTo>
                    <a:pt x="189" y="157"/>
                  </a:lnTo>
                  <a:lnTo>
                    <a:pt x="174" y="126"/>
                  </a:lnTo>
                  <a:lnTo>
                    <a:pt x="155" y="99"/>
                  </a:lnTo>
                  <a:lnTo>
                    <a:pt x="138" y="74"/>
                  </a:lnTo>
                  <a:lnTo>
                    <a:pt x="118" y="52"/>
                  </a:lnTo>
                  <a:lnTo>
                    <a:pt x="96" y="34"/>
                  </a:lnTo>
                  <a:lnTo>
                    <a:pt x="73" y="19"/>
                  </a:lnTo>
                  <a:lnTo>
                    <a:pt x="50" y="8"/>
                  </a:lnTo>
                  <a:lnTo>
                    <a:pt x="25" y="2"/>
                  </a:lnTo>
                  <a:lnTo>
                    <a:pt x="0" y="0"/>
                  </a:lnTo>
                  <a:lnTo>
                    <a:pt x="0" y="12"/>
                  </a:lnTo>
                  <a:lnTo>
                    <a:pt x="23" y="14"/>
                  </a:lnTo>
                  <a:lnTo>
                    <a:pt x="45" y="20"/>
                  </a:lnTo>
                  <a:lnTo>
                    <a:pt x="66" y="31"/>
                  </a:lnTo>
                  <a:lnTo>
                    <a:pt x="89" y="43"/>
                  </a:lnTo>
                  <a:lnTo>
                    <a:pt x="109" y="61"/>
                  </a:lnTo>
                  <a:lnTo>
                    <a:pt x="129" y="81"/>
                  </a:lnTo>
                  <a:lnTo>
                    <a:pt x="146" y="106"/>
                  </a:lnTo>
                  <a:lnTo>
                    <a:pt x="162" y="133"/>
                  </a:lnTo>
                  <a:lnTo>
                    <a:pt x="178" y="162"/>
                  </a:lnTo>
                  <a:lnTo>
                    <a:pt x="192" y="194"/>
                  </a:lnTo>
                  <a:lnTo>
                    <a:pt x="203" y="229"/>
                  </a:lnTo>
                  <a:lnTo>
                    <a:pt x="214" y="264"/>
                  </a:lnTo>
                  <a:lnTo>
                    <a:pt x="222" y="303"/>
                  </a:lnTo>
                  <a:lnTo>
                    <a:pt x="228" y="342"/>
                  </a:lnTo>
                  <a:lnTo>
                    <a:pt x="232" y="383"/>
                  </a:lnTo>
                  <a:lnTo>
                    <a:pt x="233" y="426"/>
                  </a:lnTo>
                  <a:lnTo>
                    <a:pt x="244"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2558" name="Freeform 56"/>
            <p:cNvSpPr>
              <a:spLocks/>
            </p:cNvSpPr>
            <p:nvPr/>
          </p:nvSpPr>
          <p:spPr bwMode="auto">
            <a:xfrm>
              <a:off x="964" y="1830"/>
              <a:ext cx="48" cy="85"/>
            </a:xfrm>
            <a:custGeom>
              <a:avLst/>
              <a:gdLst>
                <a:gd name="T0" fmla="*/ 0 w 244"/>
                <a:gd name="T1" fmla="*/ 3 h 424"/>
                <a:gd name="T2" fmla="*/ 0 w 244"/>
                <a:gd name="T3" fmla="*/ 3 h 424"/>
                <a:gd name="T4" fmla="*/ 0 w 244"/>
                <a:gd name="T5" fmla="*/ 3 h 424"/>
                <a:gd name="T6" fmla="*/ 0 w 244"/>
                <a:gd name="T7" fmla="*/ 3 h 424"/>
                <a:gd name="T8" fmla="*/ 1 w 244"/>
                <a:gd name="T9" fmla="*/ 3 h 424"/>
                <a:gd name="T10" fmla="*/ 1 w 244"/>
                <a:gd name="T11" fmla="*/ 3 h 424"/>
                <a:gd name="T12" fmla="*/ 1 w 244"/>
                <a:gd name="T13" fmla="*/ 3 h 424"/>
                <a:gd name="T14" fmla="*/ 1 w 244"/>
                <a:gd name="T15" fmla="*/ 3 h 424"/>
                <a:gd name="T16" fmla="*/ 1 w 244"/>
                <a:gd name="T17" fmla="*/ 3 h 424"/>
                <a:gd name="T18" fmla="*/ 1 w 244"/>
                <a:gd name="T19" fmla="*/ 2 h 424"/>
                <a:gd name="T20" fmla="*/ 1 w 244"/>
                <a:gd name="T21" fmla="*/ 2 h 424"/>
                <a:gd name="T22" fmla="*/ 2 w 244"/>
                <a:gd name="T23" fmla="*/ 2 h 424"/>
                <a:gd name="T24" fmla="*/ 2 w 244"/>
                <a:gd name="T25" fmla="*/ 2 h 424"/>
                <a:gd name="T26" fmla="*/ 2 w 244"/>
                <a:gd name="T27" fmla="*/ 1 h 424"/>
                <a:gd name="T28" fmla="*/ 2 w 244"/>
                <a:gd name="T29" fmla="*/ 1 h 424"/>
                <a:gd name="T30" fmla="*/ 2 w 244"/>
                <a:gd name="T31" fmla="*/ 1 h 424"/>
                <a:gd name="T32" fmla="*/ 2 w 244"/>
                <a:gd name="T33" fmla="*/ 0 h 424"/>
                <a:gd name="T34" fmla="*/ 2 w 244"/>
                <a:gd name="T35" fmla="*/ 0 h 424"/>
                <a:gd name="T36" fmla="*/ 2 w 244"/>
                <a:gd name="T37" fmla="*/ 0 h 424"/>
                <a:gd name="T38" fmla="*/ 2 w 244"/>
                <a:gd name="T39" fmla="*/ 0 h 424"/>
                <a:gd name="T40" fmla="*/ 2 w 244"/>
                <a:gd name="T41" fmla="*/ 1 h 424"/>
                <a:gd name="T42" fmla="*/ 2 w 244"/>
                <a:gd name="T43" fmla="*/ 1 h 424"/>
                <a:gd name="T44" fmla="*/ 2 w 244"/>
                <a:gd name="T45" fmla="*/ 1 h 424"/>
                <a:gd name="T46" fmla="*/ 2 w 244"/>
                <a:gd name="T47" fmla="*/ 2 h 424"/>
                <a:gd name="T48" fmla="*/ 1 w 244"/>
                <a:gd name="T49" fmla="*/ 2 h 424"/>
                <a:gd name="T50" fmla="*/ 1 w 244"/>
                <a:gd name="T51" fmla="*/ 2 h 424"/>
                <a:gd name="T52" fmla="*/ 1 w 244"/>
                <a:gd name="T53" fmla="*/ 2 h 424"/>
                <a:gd name="T54" fmla="*/ 1 w 244"/>
                <a:gd name="T55" fmla="*/ 3 h 424"/>
                <a:gd name="T56" fmla="*/ 1 w 244"/>
                <a:gd name="T57" fmla="*/ 3 h 424"/>
                <a:gd name="T58" fmla="*/ 1 w 244"/>
                <a:gd name="T59" fmla="*/ 3 h 424"/>
                <a:gd name="T60" fmla="*/ 1 w 244"/>
                <a:gd name="T61" fmla="*/ 3 h 424"/>
                <a:gd name="T62" fmla="*/ 1 w 244"/>
                <a:gd name="T63" fmla="*/ 3 h 424"/>
                <a:gd name="T64" fmla="*/ 0 w 244"/>
                <a:gd name="T65" fmla="*/ 3 h 424"/>
                <a:gd name="T66" fmla="*/ 0 w 244"/>
                <a:gd name="T67" fmla="*/ 3 h 424"/>
                <a:gd name="T68" fmla="*/ 0 w 244"/>
                <a:gd name="T69" fmla="*/ 3 h 424"/>
                <a:gd name="T70" fmla="*/ 0 w 244"/>
                <a:gd name="T71" fmla="*/ 3 h 424"/>
                <a:gd name="T72" fmla="*/ 0 w 244"/>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4"/>
                <a:gd name="T113" fmla="*/ 244 w 244"/>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4">
                  <a:moveTo>
                    <a:pt x="0" y="424"/>
                  </a:moveTo>
                  <a:lnTo>
                    <a:pt x="0" y="424"/>
                  </a:lnTo>
                  <a:lnTo>
                    <a:pt x="25" y="422"/>
                  </a:lnTo>
                  <a:lnTo>
                    <a:pt x="50" y="416"/>
                  </a:lnTo>
                  <a:lnTo>
                    <a:pt x="73" y="405"/>
                  </a:lnTo>
                  <a:lnTo>
                    <a:pt x="96" y="390"/>
                  </a:lnTo>
                  <a:lnTo>
                    <a:pt x="118" y="373"/>
                  </a:lnTo>
                  <a:lnTo>
                    <a:pt x="138" y="350"/>
                  </a:lnTo>
                  <a:lnTo>
                    <a:pt x="155" y="326"/>
                  </a:lnTo>
                  <a:lnTo>
                    <a:pt x="173" y="299"/>
                  </a:lnTo>
                  <a:lnTo>
                    <a:pt x="189" y="268"/>
                  </a:lnTo>
                  <a:lnTo>
                    <a:pt x="203" y="235"/>
                  </a:lnTo>
                  <a:lnTo>
                    <a:pt x="215" y="201"/>
                  </a:lnTo>
                  <a:lnTo>
                    <a:pt x="226" y="163"/>
                  </a:lnTo>
                  <a:lnTo>
                    <a:pt x="234" y="125"/>
                  </a:lnTo>
                  <a:lnTo>
                    <a:pt x="240" y="85"/>
                  </a:lnTo>
                  <a:lnTo>
                    <a:pt x="243" y="42"/>
                  </a:lnTo>
                  <a:lnTo>
                    <a:pt x="244" y="0"/>
                  </a:lnTo>
                  <a:lnTo>
                    <a:pt x="233" y="0"/>
                  </a:lnTo>
                  <a:lnTo>
                    <a:pt x="232" y="42"/>
                  </a:lnTo>
                  <a:lnTo>
                    <a:pt x="228" y="83"/>
                  </a:lnTo>
                  <a:lnTo>
                    <a:pt x="222" y="123"/>
                  </a:lnTo>
                  <a:lnTo>
                    <a:pt x="214" y="160"/>
                  </a:lnTo>
                  <a:lnTo>
                    <a:pt x="203" y="197"/>
                  </a:lnTo>
                  <a:lnTo>
                    <a:pt x="192" y="231"/>
                  </a:lnTo>
                  <a:lnTo>
                    <a:pt x="178" y="263"/>
                  </a:lnTo>
                  <a:lnTo>
                    <a:pt x="164" y="292"/>
                  </a:lnTo>
                  <a:lnTo>
                    <a:pt x="146" y="319"/>
                  </a:lnTo>
                  <a:lnTo>
                    <a:pt x="129" y="343"/>
                  </a:lnTo>
                  <a:lnTo>
                    <a:pt x="109" y="363"/>
                  </a:lnTo>
                  <a:lnTo>
                    <a:pt x="89" y="381"/>
                  </a:lnTo>
                  <a:lnTo>
                    <a:pt x="66" y="394"/>
                  </a:lnTo>
                  <a:lnTo>
                    <a:pt x="45" y="404"/>
                  </a:lnTo>
                  <a:lnTo>
                    <a:pt x="23" y="410"/>
                  </a:lnTo>
                  <a:lnTo>
                    <a:pt x="0" y="412"/>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2559" name="Freeform 57"/>
            <p:cNvSpPr>
              <a:spLocks/>
            </p:cNvSpPr>
            <p:nvPr/>
          </p:nvSpPr>
          <p:spPr bwMode="auto">
            <a:xfrm>
              <a:off x="915" y="1830"/>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1" y="42"/>
                  </a:lnTo>
                  <a:lnTo>
                    <a:pt x="4" y="85"/>
                  </a:lnTo>
                  <a:lnTo>
                    <a:pt x="10" y="125"/>
                  </a:lnTo>
                  <a:lnTo>
                    <a:pt x="19" y="163"/>
                  </a:lnTo>
                  <a:lnTo>
                    <a:pt x="29" y="201"/>
                  </a:lnTo>
                  <a:lnTo>
                    <a:pt x="41" y="235"/>
                  </a:lnTo>
                  <a:lnTo>
                    <a:pt x="55" y="268"/>
                  </a:lnTo>
                  <a:lnTo>
                    <a:pt x="71" y="299"/>
                  </a:lnTo>
                  <a:lnTo>
                    <a:pt x="89" y="326"/>
                  </a:lnTo>
                  <a:lnTo>
                    <a:pt x="106" y="350"/>
                  </a:lnTo>
                  <a:lnTo>
                    <a:pt x="126" y="373"/>
                  </a:lnTo>
                  <a:lnTo>
                    <a:pt x="149" y="390"/>
                  </a:lnTo>
                  <a:lnTo>
                    <a:pt x="171" y="405"/>
                  </a:lnTo>
                  <a:lnTo>
                    <a:pt x="194" y="416"/>
                  </a:lnTo>
                  <a:lnTo>
                    <a:pt x="219" y="422"/>
                  </a:lnTo>
                  <a:lnTo>
                    <a:pt x="245" y="424"/>
                  </a:lnTo>
                  <a:lnTo>
                    <a:pt x="245" y="412"/>
                  </a:lnTo>
                  <a:lnTo>
                    <a:pt x="221" y="410"/>
                  </a:lnTo>
                  <a:lnTo>
                    <a:pt x="199" y="404"/>
                  </a:lnTo>
                  <a:lnTo>
                    <a:pt x="178" y="394"/>
                  </a:lnTo>
                  <a:lnTo>
                    <a:pt x="156" y="381"/>
                  </a:lnTo>
                  <a:lnTo>
                    <a:pt x="136" y="363"/>
                  </a:lnTo>
                  <a:lnTo>
                    <a:pt x="116" y="343"/>
                  </a:lnTo>
                  <a:lnTo>
                    <a:pt x="98" y="319"/>
                  </a:lnTo>
                  <a:lnTo>
                    <a:pt x="81" y="292"/>
                  </a:lnTo>
                  <a:lnTo>
                    <a:pt x="67" y="263"/>
                  </a:lnTo>
                  <a:lnTo>
                    <a:pt x="52" y="231"/>
                  </a:lnTo>
                  <a:lnTo>
                    <a:pt x="41" y="197"/>
                  </a:lnTo>
                  <a:lnTo>
                    <a:pt x="30" y="160"/>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2560" name="Freeform 58"/>
            <p:cNvSpPr>
              <a:spLocks/>
            </p:cNvSpPr>
            <p:nvPr/>
          </p:nvSpPr>
          <p:spPr bwMode="auto">
            <a:xfrm>
              <a:off x="915" y="1745"/>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0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19" y="2"/>
                  </a:lnTo>
                  <a:lnTo>
                    <a:pt x="194" y="8"/>
                  </a:lnTo>
                  <a:lnTo>
                    <a:pt x="171" y="19"/>
                  </a:lnTo>
                  <a:lnTo>
                    <a:pt x="149" y="34"/>
                  </a:lnTo>
                  <a:lnTo>
                    <a:pt x="126" y="52"/>
                  </a:lnTo>
                  <a:lnTo>
                    <a:pt x="106" y="74"/>
                  </a:lnTo>
                  <a:lnTo>
                    <a:pt x="89" y="99"/>
                  </a:lnTo>
                  <a:lnTo>
                    <a:pt x="70" y="126"/>
                  </a:lnTo>
                  <a:lnTo>
                    <a:pt x="55" y="157"/>
                  </a:lnTo>
                  <a:lnTo>
                    <a:pt x="41" y="189"/>
                  </a:lnTo>
                  <a:lnTo>
                    <a:pt x="29" y="224"/>
                  </a:lnTo>
                  <a:lnTo>
                    <a:pt x="19" y="262"/>
                  </a:lnTo>
                  <a:lnTo>
                    <a:pt x="10" y="300"/>
                  </a:lnTo>
                  <a:lnTo>
                    <a:pt x="4" y="340"/>
                  </a:lnTo>
                  <a:lnTo>
                    <a:pt x="1" y="383"/>
                  </a:lnTo>
                  <a:lnTo>
                    <a:pt x="0" y="426"/>
                  </a:lnTo>
                  <a:lnTo>
                    <a:pt x="11" y="426"/>
                  </a:lnTo>
                  <a:lnTo>
                    <a:pt x="13" y="383"/>
                  </a:lnTo>
                  <a:lnTo>
                    <a:pt x="16" y="342"/>
                  </a:lnTo>
                  <a:lnTo>
                    <a:pt x="22" y="303"/>
                  </a:lnTo>
                  <a:lnTo>
                    <a:pt x="30" y="264"/>
                  </a:lnTo>
                  <a:lnTo>
                    <a:pt x="41" y="229"/>
                  </a:lnTo>
                  <a:lnTo>
                    <a:pt x="52" y="194"/>
                  </a:lnTo>
                  <a:lnTo>
                    <a:pt x="67" y="162"/>
                  </a:lnTo>
                  <a:lnTo>
                    <a:pt x="82" y="133"/>
                  </a:lnTo>
                  <a:lnTo>
                    <a:pt x="98" y="106"/>
                  </a:lnTo>
                  <a:lnTo>
                    <a:pt x="116" y="81"/>
                  </a:lnTo>
                  <a:lnTo>
                    <a:pt x="136" y="61"/>
                  </a:lnTo>
                  <a:lnTo>
                    <a:pt x="156" y="43"/>
                  </a:lnTo>
                  <a:lnTo>
                    <a:pt x="178" y="31"/>
                  </a:lnTo>
                  <a:lnTo>
                    <a:pt x="199" y="20"/>
                  </a:lnTo>
                  <a:lnTo>
                    <a:pt x="221"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2561" name="Freeform 59"/>
            <p:cNvSpPr>
              <a:spLocks/>
            </p:cNvSpPr>
            <p:nvPr/>
          </p:nvSpPr>
          <p:spPr bwMode="auto">
            <a:xfrm>
              <a:off x="1140" y="2087"/>
              <a:ext cx="49" cy="85"/>
            </a:xfrm>
            <a:custGeom>
              <a:avLst/>
              <a:gdLst>
                <a:gd name="T0" fmla="*/ 2 w 246"/>
                <a:gd name="T1" fmla="*/ 3 h 424"/>
                <a:gd name="T2" fmla="*/ 2 w 246"/>
                <a:gd name="T3" fmla="*/ 3 h 424"/>
                <a:gd name="T4" fmla="*/ 2 w 246"/>
                <a:gd name="T5" fmla="*/ 3 h 424"/>
                <a:gd name="T6" fmla="*/ 2 w 246"/>
                <a:gd name="T7" fmla="*/ 3 h 424"/>
                <a:gd name="T8" fmla="*/ 2 w 246"/>
                <a:gd name="T9" fmla="*/ 2 h 424"/>
                <a:gd name="T10" fmla="*/ 2 w 246"/>
                <a:gd name="T11" fmla="*/ 2 h 424"/>
                <a:gd name="T12" fmla="*/ 2 w 246"/>
                <a:gd name="T13" fmla="*/ 2 h 424"/>
                <a:gd name="T14" fmla="*/ 2 w 246"/>
                <a:gd name="T15" fmla="*/ 2 h 424"/>
                <a:gd name="T16" fmla="*/ 2 w 246"/>
                <a:gd name="T17" fmla="*/ 1 h 424"/>
                <a:gd name="T18" fmla="*/ 1 w 246"/>
                <a:gd name="T19" fmla="*/ 1 h 424"/>
                <a:gd name="T20" fmla="*/ 1 w 246"/>
                <a:gd name="T21" fmla="*/ 1 h 424"/>
                <a:gd name="T22" fmla="*/ 1 w 246"/>
                <a:gd name="T23" fmla="*/ 1 h 424"/>
                <a:gd name="T24" fmla="*/ 1 w 246"/>
                <a:gd name="T25" fmla="*/ 0 h 424"/>
                <a:gd name="T26" fmla="*/ 1 w 246"/>
                <a:gd name="T27" fmla="*/ 0 h 424"/>
                <a:gd name="T28" fmla="*/ 1 w 246"/>
                <a:gd name="T29" fmla="*/ 0 h 424"/>
                <a:gd name="T30" fmla="*/ 0 w 246"/>
                <a:gd name="T31" fmla="*/ 0 h 424"/>
                <a:gd name="T32" fmla="*/ 0 w 246"/>
                <a:gd name="T33" fmla="*/ 0 h 424"/>
                <a:gd name="T34" fmla="*/ 0 w 246"/>
                <a:gd name="T35" fmla="*/ 0 h 424"/>
                <a:gd name="T36" fmla="*/ 0 w 246"/>
                <a:gd name="T37" fmla="*/ 0 h 424"/>
                <a:gd name="T38" fmla="*/ 0 w 246"/>
                <a:gd name="T39" fmla="*/ 0 h 424"/>
                <a:gd name="T40" fmla="*/ 0 w 246"/>
                <a:gd name="T41" fmla="*/ 0 h 424"/>
                <a:gd name="T42" fmla="*/ 1 w 246"/>
                <a:gd name="T43" fmla="*/ 0 h 424"/>
                <a:gd name="T44" fmla="*/ 1 w 246"/>
                <a:gd name="T45" fmla="*/ 0 h 424"/>
                <a:gd name="T46" fmla="*/ 1 w 246"/>
                <a:gd name="T47" fmla="*/ 0 h 424"/>
                <a:gd name="T48" fmla="*/ 1 w 246"/>
                <a:gd name="T49" fmla="*/ 1 h 424"/>
                <a:gd name="T50" fmla="*/ 1 w 246"/>
                <a:gd name="T51" fmla="*/ 1 h 424"/>
                <a:gd name="T52" fmla="*/ 1 w 246"/>
                <a:gd name="T53" fmla="*/ 1 h 424"/>
                <a:gd name="T54" fmla="*/ 1 w 246"/>
                <a:gd name="T55" fmla="*/ 1 h 424"/>
                <a:gd name="T56" fmla="*/ 2 w 246"/>
                <a:gd name="T57" fmla="*/ 2 h 424"/>
                <a:gd name="T58" fmla="*/ 2 w 246"/>
                <a:gd name="T59" fmla="*/ 2 h 424"/>
                <a:gd name="T60" fmla="*/ 2 w 246"/>
                <a:gd name="T61" fmla="*/ 2 h 424"/>
                <a:gd name="T62" fmla="*/ 2 w 246"/>
                <a:gd name="T63" fmla="*/ 2 h 424"/>
                <a:gd name="T64" fmla="*/ 2 w 246"/>
                <a:gd name="T65" fmla="*/ 3 h 424"/>
                <a:gd name="T66" fmla="*/ 2 w 246"/>
                <a:gd name="T67" fmla="*/ 3 h 424"/>
                <a:gd name="T68" fmla="*/ 2 w 246"/>
                <a:gd name="T69" fmla="*/ 3 h 424"/>
                <a:gd name="T70" fmla="*/ 2 w 246"/>
                <a:gd name="T71" fmla="*/ 3 h 424"/>
                <a:gd name="T72" fmla="*/ 2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424"/>
                  </a:moveTo>
                  <a:lnTo>
                    <a:pt x="246" y="424"/>
                  </a:lnTo>
                  <a:lnTo>
                    <a:pt x="244" y="382"/>
                  </a:lnTo>
                  <a:lnTo>
                    <a:pt x="241" y="338"/>
                  </a:lnTo>
                  <a:lnTo>
                    <a:pt x="235" y="298"/>
                  </a:lnTo>
                  <a:lnTo>
                    <a:pt x="227" y="261"/>
                  </a:lnTo>
                  <a:lnTo>
                    <a:pt x="216" y="222"/>
                  </a:lnTo>
                  <a:lnTo>
                    <a:pt x="205" y="188"/>
                  </a:lnTo>
                  <a:lnTo>
                    <a:pt x="190" y="155"/>
                  </a:lnTo>
                  <a:lnTo>
                    <a:pt x="174" y="125"/>
                  </a:lnTo>
                  <a:lnTo>
                    <a:pt x="157" y="98"/>
                  </a:lnTo>
                  <a:lnTo>
                    <a:pt x="138" y="73"/>
                  </a:lnTo>
                  <a:lnTo>
                    <a:pt x="118" y="51"/>
                  </a:lnTo>
                  <a:lnTo>
                    <a:pt x="96" y="34"/>
                  </a:lnTo>
                  <a:lnTo>
                    <a:pt x="74" y="18"/>
                  </a:lnTo>
                  <a:lnTo>
                    <a:pt x="50" y="8"/>
                  </a:lnTo>
                  <a:lnTo>
                    <a:pt x="25" y="2"/>
                  </a:lnTo>
                  <a:lnTo>
                    <a:pt x="0" y="0"/>
                  </a:lnTo>
                  <a:lnTo>
                    <a:pt x="0" y="11"/>
                  </a:lnTo>
                  <a:lnTo>
                    <a:pt x="23" y="14"/>
                  </a:lnTo>
                  <a:lnTo>
                    <a:pt x="45" y="19"/>
                  </a:lnTo>
                  <a:lnTo>
                    <a:pt x="67" y="30"/>
                  </a:lnTo>
                  <a:lnTo>
                    <a:pt x="89" y="43"/>
                  </a:lnTo>
                  <a:lnTo>
                    <a:pt x="108" y="60"/>
                  </a:lnTo>
                  <a:lnTo>
                    <a:pt x="128" y="80"/>
                  </a:lnTo>
                  <a:lnTo>
                    <a:pt x="147" y="105"/>
                  </a:lnTo>
                  <a:lnTo>
                    <a:pt x="165" y="132"/>
                  </a:lnTo>
                  <a:lnTo>
                    <a:pt x="179" y="160"/>
                  </a:lnTo>
                  <a:lnTo>
                    <a:pt x="193" y="193"/>
                  </a:lnTo>
                  <a:lnTo>
                    <a:pt x="205" y="227"/>
                  </a:lnTo>
                  <a:lnTo>
                    <a:pt x="215" y="263"/>
                  </a:lnTo>
                  <a:lnTo>
                    <a:pt x="223" y="301"/>
                  </a:lnTo>
                  <a:lnTo>
                    <a:pt x="229" y="341"/>
                  </a:lnTo>
                  <a:lnTo>
                    <a:pt x="233" y="382"/>
                  </a:lnTo>
                  <a:lnTo>
                    <a:pt x="234" y="424"/>
                  </a:lnTo>
                  <a:lnTo>
                    <a:pt x="246"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2562" name="Freeform 60"/>
            <p:cNvSpPr>
              <a:spLocks/>
            </p:cNvSpPr>
            <p:nvPr/>
          </p:nvSpPr>
          <p:spPr bwMode="auto">
            <a:xfrm>
              <a:off x="1140" y="2172"/>
              <a:ext cx="49" cy="85"/>
            </a:xfrm>
            <a:custGeom>
              <a:avLst/>
              <a:gdLst>
                <a:gd name="T0" fmla="*/ 0 w 246"/>
                <a:gd name="T1" fmla="*/ 3 h 426"/>
                <a:gd name="T2" fmla="*/ 0 w 246"/>
                <a:gd name="T3" fmla="*/ 3 h 426"/>
                <a:gd name="T4" fmla="*/ 0 w 246"/>
                <a:gd name="T5" fmla="*/ 3 h 426"/>
                <a:gd name="T6" fmla="*/ 0 w 246"/>
                <a:gd name="T7" fmla="*/ 3 h 426"/>
                <a:gd name="T8" fmla="*/ 1 w 246"/>
                <a:gd name="T9" fmla="*/ 3 h 426"/>
                <a:gd name="T10" fmla="*/ 1 w 246"/>
                <a:gd name="T11" fmla="*/ 3 h 426"/>
                <a:gd name="T12" fmla="*/ 1 w 246"/>
                <a:gd name="T13" fmla="*/ 3 h 426"/>
                <a:gd name="T14" fmla="*/ 1 w 246"/>
                <a:gd name="T15" fmla="*/ 3 h 426"/>
                <a:gd name="T16" fmla="*/ 1 w 246"/>
                <a:gd name="T17" fmla="*/ 3 h 426"/>
                <a:gd name="T18" fmla="*/ 1 w 246"/>
                <a:gd name="T19" fmla="*/ 2 h 426"/>
                <a:gd name="T20" fmla="*/ 2 w 246"/>
                <a:gd name="T21" fmla="*/ 2 h 426"/>
                <a:gd name="T22" fmla="*/ 2 w 246"/>
                <a:gd name="T23" fmla="*/ 2 h 426"/>
                <a:gd name="T24" fmla="*/ 2 w 246"/>
                <a:gd name="T25" fmla="*/ 2 h 426"/>
                <a:gd name="T26" fmla="*/ 2 w 246"/>
                <a:gd name="T27" fmla="*/ 1 h 426"/>
                <a:gd name="T28" fmla="*/ 2 w 246"/>
                <a:gd name="T29" fmla="*/ 1 h 426"/>
                <a:gd name="T30" fmla="*/ 2 w 246"/>
                <a:gd name="T31" fmla="*/ 1 h 426"/>
                <a:gd name="T32" fmla="*/ 2 w 246"/>
                <a:gd name="T33" fmla="*/ 0 h 426"/>
                <a:gd name="T34" fmla="*/ 2 w 246"/>
                <a:gd name="T35" fmla="*/ 0 h 426"/>
                <a:gd name="T36" fmla="*/ 2 w 246"/>
                <a:gd name="T37" fmla="*/ 0 h 426"/>
                <a:gd name="T38" fmla="*/ 2 w 246"/>
                <a:gd name="T39" fmla="*/ 0 h 426"/>
                <a:gd name="T40" fmla="*/ 2 w 246"/>
                <a:gd name="T41" fmla="*/ 1 h 426"/>
                <a:gd name="T42" fmla="*/ 2 w 246"/>
                <a:gd name="T43" fmla="*/ 1 h 426"/>
                <a:gd name="T44" fmla="*/ 2 w 246"/>
                <a:gd name="T45" fmla="*/ 1 h 426"/>
                <a:gd name="T46" fmla="*/ 2 w 246"/>
                <a:gd name="T47" fmla="*/ 2 h 426"/>
                <a:gd name="T48" fmla="*/ 2 w 246"/>
                <a:gd name="T49" fmla="*/ 2 h 426"/>
                <a:gd name="T50" fmla="*/ 1 w 246"/>
                <a:gd name="T51" fmla="*/ 2 h 426"/>
                <a:gd name="T52" fmla="*/ 1 w 246"/>
                <a:gd name="T53" fmla="*/ 2 h 426"/>
                <a:gd name="T54" fmla="*/ 1 w 246"/>
                <a:gd name="T55" fmla="*/ 3 h 426"/>
                <a:gd name="T56" fmla="*/ 1 w 246"/>
                <a:gd name="T57" fmla="*/ 3 h 426"/>
                <a:gd name="T58" fmla="*/ 1 w 246"/>
                <a:gd name="T59" fmla="*/ 3 h 426"/>
                <a:gd name="T60" fmla="*/ 1 w 246"/>
                <a:gd name="T61" fmla="*/ 3 h 426"/>
                <a:gd name="T62" fmla="*/ 1 w 246"/>
                <a:gd name="T63" fmla="*/ 3 h 426"/>
                <a:gd name="T64" fmla="*/ 0 w 246"/>
                <a:gd name="T65" fmla="*/ 3 h 426"/>
                <a:gd name="T66" fmla="*/ 0 w 246"/>
                <a:gd name="T67" fmla="*/ 3 h 426"/>
                <a:gd name="T68" fmla="*/ 0 w 246"/>
                <a:gd name="T69" fmla="*/ 3 h 426"/>
                <a:gd name="T70" fmla="*/ 0 w 246"/>
                <a:gd name="T71" fmla="*/ 3 h 426"/>
                <a:gd name="T72" fmla="*/ 0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426"/>
                  </a:moveTo>
                  <a:lnTo>
                    <a:pt x="0" y="426"/>
                  </a:lnTo>
                  <a:lnTo>
                    <a:pt x="25" y="423"/>
                  </a:lnTo>
                  <a:lnTo>
                    <a:pt x="50" y="417"/>
                  </a:lnTo>
                  <a:lnTo>
                    <a:pt x="74" y="407"/>
                  </a:lnTo>
                  <a:lnTo>
                    <a:pt x="96" y="392"/>
                  </a:lnTo>
                  <a:lnTo>
                    <a:pt x="118" y="373"/>
                  </a:lnTo>
                  <a:lnTo>
                    <a:pt x="138" y="350"/>
                  </a:lnTo>
                  <a:lnTo>
                    <a:pt x="157" y="327"/>
                  </a:lnTo>
                  <a:lnTo>
                    <a:pt x="175" y="299"/>
                  </a:lnTo>
                  <a:lnTo>
                    <a:pt x="190" y="268"/>
                  </a:lnTo>
                  <a:lnTo>
                    <a:pt x="205" y="236"/>
                  </a:lnTo>
                  <a:lnTo>
                    <a:pt x="216" y="202"/>
                  </a:lnTo>
                  <a:lnTo>
                    <a:pt x="227" y="164"/>
                  </a:lnTo>
                  <a:lnTo>
                    <a:pt x="235" y="125"/>
                  </a:lnTo>
                  <a:lnTo>
                    <a:pt x="241" y="86"/>
                  </a:lnTo>
                  <a:lnTo>
                    <a:pt x="244" y="42"/>
                  </a:lnTo>
                  <a:lnTo>
                    <a:pt x="246" y="0"/>
                  </a:lnTo>
                  <a:lnTo>
                    <a:pt x="234" y="0"/>
                  </a:lnTo>
                  <a:lnTo>
                    <a:pt x="233" y="42"/>
                  </a:lnTo>
                  <a:lnTo>
                    <a:pt x="229" y="83"/>
                  </a:lnTo>
                  <a:lnTo>
                    <a:pt x="223" y="123"/>
                  </a:lnTo>
                  <a:lnTo>
                    <a:pt x="215" y="162"/>
                  </a:lnTo>
                  <a:lnTo>
                    <a:pt x="205" y="197"/>
                  </a:lnTo>
                  <a:lnTo>
                    <a:pt x="193" y="231"/>
                  </a:lnTo>
                  <a:lnTo>
                    <a:pt x="179" y="264"/>
                  </a:lnTo>
                  <a:lnTo>
                    <a:pt x="164" y="292"/>
                  </a:lnTo>
                  <a:lnTo>
                    <a:pt x="147" y="320"/>
                  </a:lnTo>
                  <a:lnTo>
                    <a:pt x="128" y="343"/>
                  </a:lnTo>
                  <a:lnTo>
                    <a:pt x="108" y="363"/>
                  </a:lnTo>
                  <a:lnTo>
                    <a:pt x="89" y="382"/>
                  </a:lnTo>
                  <a:lnTo>
                    <a:pt x="67" y="395"/>
                  </a:lnTo>
                  <a:lnTo>
                    <a:pt x="45" y="406"/>
                  </a:lnTo>
                  <a:lnTo>
                    <a:pt x="23" y="411"/>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2563" name="Freeform 61"/>
            <p:cNvSpPr>
              <a:spLocks/>
            </p:cNvSpPr>
            <p:nvPr/>
          </p:nvSpPr>
          <p:spPr bwMode="auto">
            <a:xfrm>
              <a:off x="1091" y="2172"/>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4" y="86"/>
                  </a:lnTo>
                  <a:lnTo>
                    <a:pt x="10" y="125"/>
                  </a:lnTo>
                  <a:lnTo>
                    <a:pt x="18" y="164"/>
                  </a:lnTo>
                  <a:lnTo>
                    <a:pt x="29" y="202"/>
                  </a:lnTo>
                  <a:lnTo>
                    <a:pt x="41" y="236"/>
                  </a:lnTo>
                  <a:lnTo>
                    <a:pt x="55" y="268"/>
                  </a:lnTo>
                  <a:lnTo>
                    <a:pt x="70" y="299"/>
                  </a:lnTo>
                  <a:lnTo>
                    <a:pt x="89" y="327"/>
                  </a:lnTo>
                  <a:lnTo>
                    <a:pt x="106" y="350"/>
                  </a:lnTo>
                  <a:lnTo>
                    <a:pt x="126" y="373"/>
                  </a:lnTo>
                  <a:lnTo>
                    <a:pt x="148" y="392"/>
                  </a:lnTo>
                  <a:lnTo>
                    <a:pt x="171" y="407"/>
                  </a:lnTo>
                  <a:lnTo>
                    <a:pt x="194" y="417"/>
                  </a:lnTo>
                  <a:lnTo>
                    <a:pt x="219" y="423"/>
                  </a:lnTo>
                  <a:lnTo>
                    <a:pt x="245" y="426"/>
                  </a:lnTo>
                  <a:lnTo>
                    <a:pt x="245" y="414"/>
                  </a:lnTo>
                  <a:lnTo>
                    <a:pt x="221" y="411"/>
                  </a:lnTo>
                  <a:lnTo>
                    <a:pt x="199" y="406"/>
                  </a:lnTo>
                  <a:lnTo>
                    <a:pt x="178" y="395"/>
                  </a:lnTo>
                  <a:lnTo>
                    <a:pt x="155" y="382"/>
                  </a:lnTo>
                  <a:lnTo>
                    <a:pt x="136" y="363"/>
                  </a:lnTo>
                  <a:lnTo>
                    <a:pt x="116" y="343"/>
                  </a:lnTo>
                  <a:lnTo>
                    <a:pt x="98" y="320"/>
                  </a:lnTo>
                  <a:lnTo>
                    <a:pt x="82" y="292"/>
                  </a:lnTo>
                  <a:lnTo>
                    <a:pt x="66" y="264"/>
                  </a:lnTo>
                  <a:lnTo>
                    <a:pt x="52" y="231"/>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2564" name="Freeform 62"/>
            <p:cNvSpPr>
              <a:spLocks/>
            </p:cNvSpPr>
            <p:nvPr/>
          </p:nvSpPr>
          <p:spPr bwMode="auto">
            <a:xfrm>
              <a:off x="1091" y="2087"/>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4" y="8"/>
                  </a:lnTo>
                  <a:lnTo>
                    <a:pt x="171" y="18"/>
                  </a:lnTo>
                  <a:lnTo>
                    <a:pt x="148" y="34"/>
                  </a:lnTo>
                  <a:lnTo>
                    <a:pt x="126" y="51"/>
                  </a:lnTo>
                  <a:lnTo>
                    <a:pt x="106" y="73"/>
                  </a:lnTo>
                  <a:lnTo>
                    <a:pt x="89" y="98"/>
                  </a:lnTo>
                  <a:lnTo>
                    <a:pt x="71" y="125"/>
                  </a:lnTo>
                  <a:lnTo>
                    <a:pt x="55" y="155"/>
                  </a:lnTo>
                  <a:lnTo>
                    <a:pt x="41" y="188"/>
                  </a:lnTo>
                  <a:lnTo>
                    <a:pt x="29" y="222"/>
                  </a:lnTo>
                  <a:lnTo>
                    <a:pt x="18" y="261"/>
                  </a:lnTo>
                  <a:lnTo>
                    <a:pt x="10" y="298"/>
                  </a:lnTo>
                  <a:lnTo>
                    <a:pt x="4" y="338"/>
                  </a:lnTo>
                  <a:lnTo>
                    <a:pt x="1" y="382"/>
                  </a:lnTo>
                  <a:lnTo>
                    <a:pt x="0" y="424"/>
                  </a:lnTo>
                  <a:lnTo>
                    <a:pt x="11" y="424"/>
                  </a:lnTo>
                  <a:lnTo>
                    <a:pt x="13" y="382"/>
                  </a:lnTo>
                  <a:lnTo>
                    <a:pt x="16" y="341"/>
                  </a:lnTo>
                  <a:lnTo>
                    <a:pt x="22" y="301"/>
                  </a:lnTo>
                  <a:lnTo>
                    <a:pt x="30" y="263"/>
                  </a:lnTo>
                  <a:lnTo>
                    <a:pt x="41" y="227"/>
                  </a:lnTo>
                  <a:lnTo>
                    <a:pt x="52" y="193"/>
                  </a:lnTo>
                  <a:lnTo>
                    <a:pt x="66" y="160"/>
                  </a:lnTo>
                  <a:lnTo>
                    <a:pt x="80" y="132"/>
                  </a:lnTo>
                  <a:lnTo>
                    <a:pt x="98" y="105"/>
                  </a:lnTo>
                  <a:lnTo>
                    <a:pt x="116" y="80"/>
                  </a:lnTo>
                  <a:lnTo>
                    <a:pt x="136" y="60"/>
                  </a:lnTo>
                  <a:lnTo>
                    <a:pt x="155" y="43"/>
                  </a:lnTo>
                  <a:lnTo>
                    <a:pt x="178" y="30"/>
                  </a:lnTo>
                  <a:lnTo>
                    <a:pt x="199" y="19"/>
                  </a:lnTo>
                  <a:lnTo>
                    <a:pt x="221" y="14"/>
                  </a:lnTo>
                  <a:lnTo>
                    <a:pt x="245" y="11"/>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2565" name="Freeform 63"/>
            <p:cNvSpPr>
              <a:spLocks/>
            </p:cNvSpPr>
            <p:nvPr/>
          </p:nvSpPr>
          <p:spPr bwMode="auto">
            <a:xfrm>
              <a:off x="1392" y="2118"/>
              <a:ext cx="49" cy="85"/>
            </a:xfrm>
            <a:custGeom>
              <a:avLst/>
              <a:gdLst>
                <a:gd name="T0" fmla="*/ 2 w 246"/>
                <a:gd name="T1" fmla="*/ 3 h 426"/>
                <a:gd name="T2" fmla="*/ 2 w 246"/>
                <a:gd name="T3" fmla="*/ 3 h 426"/>
                <a:gd name="T4" fmla="*/ 2 w 246"/>
                <a:gd name="T5" fmla="*/ 3 h 426"/>
                <a:gd name="T6" fmla="*/ 2 w 246"/>
                <a:gd name="T7" fmla="*/ 3 h 426"/>
                <a:gd name="T8" fmla="*/ 2 w 246"/>
                <a:gd name="T9" fmla="*/ 2 h 426"/>
                <a:gd name="T10" fmla="*/ 2 w 246"/>
                <a:gd name="T11" fmla="*/ 2 h 426"/>
                <a:gd name="T12" fmla="*/ 2 w 246"/>
                <a:gd name="T13" fmla="*/ 2 h 426"/>
                <a:gd name="T14" fmla="*/ 2 w 246"/>
                <a:gd name="T15" fmla="*/ 2 h 426"/>
                <a:gd name="T16" fmla="*/ 2 w 246"/>
                <a:gd name="T17" fmla="*/ 1 h 426"/>
                <a:gd name="T18" fmla="*/ 1 w 246"/>
                <a:gd name="T19" fmla="*/ 1 h 426"/>
                <a:gd name="T20" fmla="*/ 1 w 246"/>
                <a:gd name="T21" fmla="*/ 1 h 426"/>
                <a:gd name="T22" fmla="*/ 1 w 246"/>
                <a:gd name="T23" fmla="*/ 1 h 426"/>
                <a:gd name="T24" fmla="*/ 1 w 246"/>
                <a:gd name="T25" fmla="*/ 0 h 426"/>
                <a:gd name="T26" fmla="*/ 1 w 246"/>
                <a:gd name="T27" fmla="*/ 0 h 426"/>
                <a:gd name="T28" fmla="*/ 1 w 246"/>
                <a:gd name="T29" fmla="*/ 0 h 426"/>
                <a:gd name="T30" fmla="*/ 0 w 246"/>
                <a:gd name="T31" fmla="*/ 0 h 426"/>
                <a:gd name="T32" fmla="*/ 0 w 246"/>
                <a:gd name="T33" fmla="*/ 0 h 426"/>
                <a:gd name="T34" fmla="*/ 0 w 246"/>
                <a:gd name="T35" fmla="*/ 0 h 426"/>
                <a:gd name="T36" fmla="*/ 0 w 246"/>
                <a:gd name="T37" fmla="*/ 0 h 426"/>
                <a:gd name="T38" fmla="*/ 0 w 246"/>
                <a:gd name="T39" fmla="*/ 0 h 426"/>
                <a:gd name="T40" fmla="*/ 0 w 246"/>
                <a:gd name="T41" fmla="*/ 0 h 426"/>
                <a:gd name="T42" fmla="*/ 1 w 246"/>
                <a:gd name="T43" fmla="*/ 0 h 426"/>
                <a:gd name="T44" fmla="*/ 1 w 246"/>
                <a:gd name="T45" fmla="*/ 0 h 426"/>
                <a:gd name="T46" fmla="*/ 1 w 246"/>
                <a:gd name="T47" fmla="*/ 1 h 426"/>
                <a:gd name="T48" fmla="*/ 1 w 246"/>
                <a:gd name="T49" fmla="*/ 1 h 426"/>
                <a:gd name="T50" fmla="*/ 1 w 246"/>
                <a:gd name="T51" fmla="*/ 1 h 426"/>
                <a:gd name="T52" fmla="*/ 1 w 246"/>
                <a:gd name="T53" fmla="*/ 1 h 426"/>
                <a:gd name="T54" fmla="*/ 1 w 246"/>
                <a:gd name="T55" fmla="*/ 1 h 426"/>
                <a:gd name="T56" fmla="*/ 2 w 246"/>
                <a:gd name="T57" fmla="*/ 2 h 426"/>
                <a:gd name="T58" fmla="*/ 2 w 246"/>
                <a:gd name="T59" fmla="*/ 2 h 426"/>
                <a:gd name="T60" fmla="*/ 2 w 246"/>
                <a:gd name="T61" fmla="*/ 2 h 426"/>
                <a:gd name="T62" fmla="*/ 2 w 246"/>
                <a:gd name="T63" fmla="*/ 2 h 426"/>
                <a:gd name="T64" fmla="*/ 2 w 246"/>
                <a:gd name="T65" fmla="*/ 3 h 426"/>
                <a:gd name="T66" fmla="*/ 2 w 246"/>
                <a:gd name="T67" fmla="*/ 3 h 426"/>
                <a:gd name="T68" fmla="*/ 2 w 246"/>
                <a:gd name="T69" fmla="*/ 3 h 426"/>
                <a:gd name="T70" fmla="*/ 2 w 246"/>
                <a:gd name="T71" fmla="*/ 3 h 426"/>
                <a:gd name="T72" fmla="*/ 2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246" y="426"/>
                  </a:moveTo>
                  <a:lnTo>
                    <a:pt x="246" y="426"/>
                  </a:lnTo>
                  <a:lnTo>
                    <a:pt x="245" y="384"/>
                  </a:lnTo>
                  <a:lnTo>
                    <a:pt x="242" y="340"/>
                  </a:lnTo>
                  <a:lnTo>
                    <a:pt x="236" y="301"/>
                  </a:lnTo>
                  <a:lnTo>
                    <a:pt x="228" y="262"/>
                  </a:lnTo>
                  <a:lnTo>
                    <a:pt x="217" y="224"/>
                  </a:lnTo>
                  <a:lnTo>
                    <a:pt x="205" y="190"/>
                  </a:lnTo>
                  <a:lnTo>
                    <a:pt x="191" y="158"/>
                  </a:lnTo>
                  <a:lnTo>
                    <a:pt x="176" y="126"/>
                  </a:lnTo>
                  <a:lnTo>
                    <a:pt x="157" y="99"/>
                  </a:lnTo>
                  <a:lnTo>
                    <a:pt x="139" y="75"/>
                  </a:lnTo>
                  <a:lnTo>
                    <a:pt x="119" y="53"/>
                  </a:lnTo>
                  <a:lnTo>
                    <a:pt x="96" y="34"/>
                  </a:lnTo>
                  <a:lnTo>
                    <a:pt x="75" y="19"/>
                  </a:lnTo>
                  <a:lnTo>
                    <a:pt x="51" y="9"/>
                  </a:lnTo>
                  <a:lnTo>
                    <a:pt x="26" y="3"/>
                  </a:lnTo>
                  <a:lnTo>
                    <a:pt x="0" y="0"/>
                  </a:lnTo>
                  <a:lnTo>
                    <a:pt x="0" y="12"/>
                  </a:lnTo>
                  <a:lnTo>
                    <a:pt x="24" y="15"/>
                  </a:lnTo>
                  <a:lnTo>
                    <a:pt x="46" y="20"/>
                  </a:lnTo>
                  <a:lnTo>
                    <a:pt x="68" y="31"/>
                  </a:lnTo>
                  <a:lnTo>
                    <a:pt x="89" y="44"/>
                  </a:lnTo>
                  <a:lnTo>
                    <a:pt x="109" y="63"/>
                  </a:lnTo>
                  <a:lnTo>
                    <a:pt x="129" y="83"/>
                  </a:lnTo>
                  <a:lnTo>
                    <a:pt x="148" y="106"/>
                  </a:lnTo>
                  <a:lnTo>
                    <a:pt x="164" y="133"/>
                  </a:lnTo>
                  <a:lnTo>
                    <a:pt x="180" y="162"/>
                  </a:lnTo>
                  <a:lnTo>
                    <a:pt x="194" y="195"/>
                  </a:lnTo>
                  <a:lnTo>
                    <a:pt x="205" y="229"/>
                  </a:lnTo>
                  <a:lnTo>
                    <a:pt x="216" y="264"/>
                  </a:lnTo>
                  <a:lnTo>
                    <a:pt x="224" y="303"/>
                  </a:lnTo>
                  <a:lnTo>
                    <a:pt x="230" y="343"/>
                  </a:lnTo>
                  <a:lnTo>
                    <a:pt x="233" y="384"/>
                  </a:lnTo>
                  <a:lnTo>
                    <a:pt x="235" y="426"/>
                  </a:lnTo>
                  <a:lnTo>
                    <a:pt x="246"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2566" name="Freeform 64"/>
            <p:cNvSpPr>
              <a:spLocks/>
            </p:cNvSpPr>
            <p:nvPr/>
          </p:nvSpPr>
          <p:spPr bwMode="auto">
            <a:xfrm>
              <a:off x="1392" y="2203"/>
              <a:ext cx="49" cy="85"/>
            </a:xfrm>
            <a:custGeom>
              <a:avLst/>
              <a:gdLst>
                <a:gd name="T0" fmla="*/ 0 w 246"/>
                <a:gd name="T1" fmla="*/ 3 h 424"/>
                <a:gd name="T2" fmla="*/ 0 w 246"/>
                <a:gd name="T3" fmla="*/ 3 h 424"/>
                <a:gd name="T4" fmla="*/ 0 w 246"/>
                <a:gd name="T5" fmla="*/ 3 h 424"/>
                <a:gd name="T6" fmla="*/ 0 w 246"/>
                <a:gd name="T7" fmla="*/ 3 h 424"/>
                <a:gd name="T8" fmla="*/ 1 w 246"/>
                <a:gd name="T9" fmla="*/ 3 h 424"/>
                <a:gd name="T10" fmla="*/ 1 w 246"/>
                <a:gd name="T11" fmla="*/ 3 h 424"/>
                <a:gd name="T12" fmla="*/ 1 w 246"/>
                <a:gd name="T13" fmla="*/ 3 h 424"/>
                <a:gd name="T14" fmla="*/ 1 w 246"/>
                <a:gd name="T15" fmla="*/ 3 h 424"/>
                <a:gd name="T16" fmla="*/ 1 w 246"/>
                <a:gd name="T17" fmla="*/ 3 h 424"/>
                <a:gd name="T18" fmla="*/ 1 w 246"/>
                <a:gd name="T19" fmla="*/ 2 h 424"/>
                <a:gd name="T20" fmla="*/ 2 w 246"/>
                <a:gd name="T21" fmla="*/ 2 h 424"/>
                <a:gd name="T22" fmla="*/ 2 w 246"/>
                <a:gd name="T23" fmla="*/ 2 h 424"/>
                <a:gd name="T24" fmla="*/ 2 w 246"/>
                <a:gd name="T25" fmla="*/ 2 h 424"/>
                <a:gd name="T26" fmla="*/ 2 w 246"/>
                <a:gd name="T27" fmla="*/ 1 h 424"/>
                <a:gd name="T28" fmla="*/ 2 w 246"/>
                <a:gd name="T29" fmla="*/ 1 h 424"/>
                <a:gd name="T30" fmla="*/ 2 w 246"/>
                <a:gd name="T31" fmla="*/ 1 h 424"/>
                <a:gd name="T32" fmla="*/ 2 w 246"/>
                <a:gd name="T33" fmla="*/ 0 h 424"/>
                <a:gd name="T34" fmla="*/ 2 w 246"/>
                <a:gd name="T35" fmla="*/ 0 h 424"/>
                <a:gd name="T36" fmla="*/ 2 w 246"/>
                <a:gd name="T37" fmla="*/ 0 h 424"/>
                <a:gd name="T38" fmla="*/ 2 w 246"/>
                <a:gd name="T39" fmla="*/ 0 h 424"/>
                <a:gd name="T40" fmla="*/ 2 w 246"/>
                <a:gd name="T41" fmla="*/ 1 h 424"/>
                <a:gd name="T42" fmla="*/ 2 w 246"/>
                <a:gd name="T43" fmla="*/ 1 h 424"/>
                <a:gd name="T44" fmla="*/ 2 w 246"/>
                <a:gd name="T45" fmla="*/ 1 h 424"/>
                <a:gd name="T46" fmla="*/ 2 w 246"/>
                <a:gd name="T47" fmla="*/ 2 h 424"/>
                <a:gd name="T48" fmla="*/ 2 w 246"/>
                <a:gd name="T49" fmla="*/ 2 h 424"/>
                <a:gd name="T50" fmla="*/ 1 w 246"/>
                <a:gd name="T51" fmla="*/ 2 h 424"/>
                <a:gd name="T52" fmla="*/ 1 w 246"/>
                <a:gd name="T53" fmla="*/ 2 h 424"/>
                <a:gd name="T54" fmla="*/ 1 w 246"/>
                <a:gd name="T55" fmla="*/ 3 h 424"/>
                <a:gd name="T56" fmla="*/ 1 w 246"/>
                <a:gd name="T57" fmla="*/ 3 h 424"/>
                <a:gd name="T58" fmla="*/ 1 w 246"/>
                <a:gd name="T59" fmla="*/ 3 h 424"/>
                <a:gd name="T60" fmla="*/ 1 w 246"/>
                <a:gd name="T61" fmla="*/ 3 h 424"/>
                <a:gd name="T62" fmla="*/ 1 w 246"/>
                <a:gd name="T63" fmla="*/ 3 h 424"/>
                <a:gd name="T64" fmla="*/ 0 w 246"/>
                <a:gd name="T65" fmla="*/ 3 h 424"/>
                <a:gd name="T66" fmla="*/ 0 w 246"/>
                <a:gd name="T67" fmla="*/ 3 h 424"/>
                <a:gd name="T68" fmla="*/ 0 w 246"/>
                <a:gd name="T69" fmla="*/ 3 h 424"/>
                <a:gd name="T70" fmla="*/ 0 w 246"/>
                <a:gd name="T71" fmla="*/ 3 h 424"/>
                <a:gd name="T72" fmla="*/ 0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0" y="424"/>
                  </a:moveTo>
                  <a:lnTo>
                    <a:pt x="0" y="424"/>
                  </a:lnTo>
                  <a:lnTo>
                    <a:pt x="26" y="422"/>
                  </a:lnTo>
                  <a:lnTo>
                    <a:pt x="51" y="416"/>
                  </a:lnTo>
                  <a:lnTo>
                    <a:pt x="75" y="406"/>
                  </a:lnTo>
                  <a:lnTo>
                    <a:pt x="96" y="390"/>
                  </a:lnTo>
                  <a:lnTo>
                    <a:pt x="119" y="373"/>
                  </a:lnTo>
                  <a:lnTo>
                    <a:pt x="139" y="351"/>
                  </a:lnTo>
                  <a:lnTo>
                    <a:pt x="157" y="326"/>
                  </a:lnTo>
                  <a:lnTo>
                    <a:pt x="175" y="299"/>
                  </a:lnTo>
                  <a:lnTo>
                    <a:pt x="191" y="269"/>
                  </a:lnTo>
                  <a:lnTo>
                    <a:pt x="205" y="236"/>
                  </a:lnTo>
                  <a:lnTo>
                    <a:pt x="217" y="202"/>
                  </a:lnTo>
                  <a:lnTo>
                    <a:pt x="228" y="163"/>
                  </a:lnTo>
                  <a:lnTo>
                    <a:pt x="236" y="125"/>
                  </a:lnTo>
                  <a:lnTo>
                    <a:pt x="242" y="86"/>
                  </a:lnTo>
                  <a:lnTo>
                    <a:pt x="245" y="42"/>
                  </a:lnTo>
                  <a:lnTo>
                    <a:pt x="246" y="0"/>
                  </a:lnTo>
                  <a:lnTo>
                    <a:pt x="235" y="0"/>
                  </a:lnTo>
                  <a:lnTo>
                    <a:pt x="233" y="42"/>
                  </a:lnTo>
                  <a:lnTo>
                    <a:pt x="230" y="83"/>
                  </a:lnTo>
                  <a:lnTo>
                    <a:pt x="224" y="123"/>
                  </a:lnTo>
                  <a:lnTo>
                    <a:pt x="216" y="161"/>
                  </a:lnTo>
                  <a:lnTo>
                    <a:pt x="205" y="197"/>
                  </a:lnTo>
                  <a:lnTo>
                    <a:pt x="194" y="231"/>
                  </a:lnTo>
                  <a:lnTo>
                    <a:pt x="180" y="264"/>
                  </a:lnTo>
                  <a:lnTo>
                    <a:pt x="166" y="292"/>
                  </a:lnTo>
                  <a:lnTo>
                    <a:pt x="148" y="319"/>
                  </a:lnTo>
                  <a:lnTo>
                    <a:pt x="129" y="344"/>
                  </a:lnTo>
                  <a:lnTo>
                    <a:pt x="109" y="364"/>
                  </a:lnTo>
                  <a:lnTo>
                    <a:pt x="89" y="381"/>
                  </a:lnTo>
                  <a:lnTo>
                    <a:pt x="68" y="394"/>
                  </a:lnTo>
                  <a:lnTo>
                    <a:pt x="46" y="405"/>
                  </a:lnTo>
                  <a:lnTo>
                    <a:pt x="24" y="410"/>
                  </a:lnTo>
                  <a:lnTo>
                    <a:pt x="0" y="413"/>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2567" name="Freeform 65"/>
            <p:cNvSpPr>
              <a:spLocks/>
            </p:cNvSpPr>
            <p:nvPr/>
          </p:nvSpPr>
          <p:spPr bwMode="auto">
            <a:xfrm>
              <a:off x="1343" y="2203"/>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2" y="42"/>
                  </a:lnTo>
                  <a:lnTo>
                    <a:pt x="5" y="86"/>
                  </a:lnTo>
                  <a:lnTo>
                    <a:pt x="11" y="125"/>
                  </a:lnTo>
                  <a:lnTo>
                    <a:pt x="19" y="163"/>
                  </a:lnTo>
                  <a:lnTo>
                    <a:pt x="30" y="202"/>
                  </a:lnTo>
                  <a:lnTo>
                    <a:pt x="41" y="236"/>
                  </a:lnTo>
                  <a:lnTo>
                    <a:pt x="56" y="269"/>
                  </a:lnTo>
                  <a:lnTo>
                    <a:pt x="72" y="299"/>
                  </a:lnTo>
                  <a:lnTo>
                    <a:pt x="90" y="326"/>
                  </a:lnTo>
                  <a:lnTo>
                    <a:pt x="108" y="351"/>
                  </a:lnTo>
                  <a:lnTo>
                    <a:pt x="127" y="373"/>
                  </a:lnTo>
                  <a:lnTo>
                    <a:pt x="149" y="390"/>
                  </a:lnTo>
                  <a:lnTo>
                    <a:pt x="172" y="406"/>
                  </a:lnTo>
                  <a:lnTo>
                    <a:pt x="195" y="416"/>
                  </a:lnTo>
                  <a:lnTo>
                    <a:pt x="220" y="422"/>
                  </a:lnTo>
                  <a:lnTo>
                    <a:pt x="245" y="424"/>
                  </a:lnTo>
                  <a:lnTo>
                    <a:pt x="245" y="413"/>
                  </a:lnTo>
                  <a:lnTo>
                    <a:pt x="222" y="410"/>
                  </a:lnTo>
                  <a:lnTo>
                    <a:pt x="200" y="405"/>
                  </a:lnTo>
                  <a:lnTo>
                    <a:pt x="179" y="394"/>
                  </a:lnTo>
                  <a:lnTo>
                    <a:pt x="156" y="381"/>
                  </a:lnTo>
                  <a:lnTo>
                    <a:pt x="136" y="364"/>
                  </a:lnTo>
                  <a:lnTo>
                    <a:pt x="118" y="344"/>
                  </a:lnTo>
                  <a:lnTo>
                    <a:pt x="99" y="319"/>
                  </a:lnTo>
                  <a:lnTo>
                    <a:pt x="81" y="292"/>
                  </a:lnTo>
                  <a:lnTo>
                    <a:pt x="67" y="264"/>
                  </a:lnTo>
                  <a:lnTo>
                    <a:pt x="53" y="231"/>
                  </a:lnTo>
                  <a:lnTo>
                    <a:pt x="41" y="197"/>
                  </a:lnTo>
                  <a:lnTo>
                    <a:pt x="31" y="161"/>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2568" name="Freeform 66"/>
            <p:cNvSpPr>
              <a:spLocks/>
            </p:cNvSpPr>
            <p:nvPr/>
          </p:nvSpPr>
          <p:spPr bwMode="auto">
            <a:xfrm>
              <a:off x="1343" y="2118"/>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1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20" y="3"/>
                  </a:lnTo>
                  <a:lnTo>
                    <a:pt x="195" y="9"/>
                  </a:lnTo>
                  <a:lnTo>
                    <a:pt x="172" y="19"/>
                  </a:lnTo>
                  <a:lnTo>
                    <a:pt x="149" y="34"/>
                  </a:lnTo>
                  <a:lnTo>
                    <a:pt x="127" y="53"/>
                  </a:lnTo>
                  <a:lnTo>
                    <a:pt x="108" y="75"/>
                  </a:lnTo>
                  <a:lnTo>
                    <a:pt x="90" y="99"/>
                  </a:lnTo>
                  <a:lnTo>
                    <a:pt x="71" y="126"/>
                  </a:lnTo>
                  <a:lnTo>
                    <a:pt x="56" y="158"/>
                  </a:lnTo>
                  <a:lnTo>
                    <a:pt x="41" y="190"/>
                  </a:lnTo>
                  <a:lnTo>
                    <a:pt x="30" y="224"/>
                  </a:lnTo>
                  <a:lnTo>
                    <a:pt x="19" y="262"/>
                  </a:lnTo>
                  <a:lnTo>
                    <a:pt x="11" y="301"/>
                  </a:lnTo>
                  <a:lnTo>
                    <a:pt x="5" y="340"/>
                  </a:lnTo>
                  <a:lnTo>
                    <a:pt x="2" y="384"/>
                  </a:lnTo>
                  <a:lnTo>
                    <a:pt x="0" y="426"/>
                  </a:lnTo>
                  <a:lnTo>
                    <a:pt x="12" y="426"/>
                  </a:lnTo>
                  <a:lnTo>
                    <a:pt x="13" y="384"/>
                  </a:lnTo>
                  <a:lnTo>
                    <a:pt x="17" y="343"/>
                  </a:lnTo>
                  <a:lnTo>
                    <a:pt x="23" y="303"/>
                  </a:lnTo>
                  <a:lnTo>
                    <a:pt x="31" y="264"/>
                  </a:lnTo>
                  <a:lnTo>
                    <a:pt x="41" y="229"/>
                  </a:lnTo>
                  <a:lnTo>
                    <a:pt x="53" y="195"/>
                  </a:lnTo>
                  <a:lnTo>
                    <a:pt x="67" y="162"/>
                  </a:lnTo>
                  <a:lnTo>
                    <a:pt x="82" y="133"/>
                  </a:lnTo>
                  <a:lnTo>
                    <a:pt x="99" y="106"/>
                  </a:lnTo>
                  <a:lnTo>
                    <a:pt x="118" y="83"/>
                  </a:lnTo>
                  <a:lnTo>
                    <a:pt x="136" y="63"/>
                  </a:lnTo>
                  <a:lnTo>
                    <a:pt x="156" y="44"/>
                  </a:lnTo>
                  <a:lnTo>
                    <a:pt x="179" y="31"/>
                  </a:lnTo>
                  <a:lnTo>
                    <a:pt x="200" y="20"/>
                  </a:lnTo>
                  <a:lnTo>
                    <a:pt x="222" y="15"/>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2569" name="Freeform 67"/>
            <p:cNvSpPr>
              <a:spLocks/>
            </p:cNvSpPr>
            <p:nvPr/>
          </p:nvSpPr>
          <p:spPr bwMode="auto">
            <a:xfrm>
              <a:off x="1384" y="1859"/>
              <a:ext cx="49" cy="84"/>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1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3" y="382"/>
                  </a:lnTo>
                  <a:lnTo>
                    <a:pt x="240" y="339"/>
                  </a:lnTo>
                  <a:lnTo>
                    <a:pt x="234" y="299"/>
                  </a:lnTo>
                  <a:lnTo>
                    <a:pt x="226" y="261"/>
                  </a:lnTo>
                  <a:lnTo>
                    <a:pt x="215" y="222"/>
                  </a:lnTo>
                  <a:lnTo>
                    <a:pt x="204" y="188"/>
                  </a:lnTo>
                  <a:lnTo>
                    <a:pt x="189" y="156"/>
                  </a:lnTo>
                  <a:lnTo>
                    <a:pt x="173" y="125"/>
                  </a:lnTo>
                  <a:lnTo>
                    <a:pt x="155" y="98"/>
                  </a:lnTo>
                  <a:lnTo>
                    <a:pt x="138" y="74"/>
                  </a:lnTo>
                  <a:lnTo>
                    <a:pt x="118" y="51"/>
                  </a:lnTo>
                  <a:lnTo>
                    <a:pt x="96" y="34"/>
                  </a:lnTo>
                  <a:lnTo>
                    <a:pt x="73" y="18"/>
                  </a:lnTo>
                  <a:lnTo>
                    <a:pt x="50" y="8"/>
                  </a:lnTo>
                  <a:lnTo>
                    <a:pt x="25" y="2"/>
                  </a:lnTo>
                  <a:lnTo>
                    <a:pt x="0" y="0"/>
                  </a:lnTo>
                  <a:lnTo>
                    <a:pt x="0" y="11"/>
                  </a:lnTo>
                  <a:lnTo>
                    <a:pt x="23" y="14"/>
                  </a:lnTo>
                  <a:lnTo>
                    <a:pt x="45" y="20"/>
                  </a:lnTo>
                  <a:lnTo>
                    <a:pt x="66" y="30"/>
                  </a:lnTo>
                  <a:lnTo>
                    <a:pt x="89" y="43"/>
                  </a:lnTo>
                  <a:lnTo>
                    <a:pt x="109" y="61"/>
                  </a:lnTo>
                  <a:lnTo>
                    <a:pt x="129" y="81"/>
                  </a:lnTo>
                  <a:lnTo>
                    <a:pt x="146" y="105"/>
                  </a:lnTo>
                  <a:lnTo>
                    <a:pt x="164" y="132"/>
                  </a:lnTo>
                  <a:lnTo>
                    <a:pt x="178" y="160"/>
                  </a:lnTo>
                  <a:lnTo>
                    <a:pt x="192" y="193"/>
                  </a:lnTo>
                  <a:lnTo>
                    <a:pt x="204" y="227"/>
                  </a:lnTo>
                  <a:lnTo>
                    <a:pt x="214" y="264"/>
                  </a:lnTo>
                  <a:lnTo>
                    <a:pt x="222" y="301"/>
                  </a:lnTo>
                  <a:lnTo>
                    <a:pt x="228"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2570" name="Freeform 68"/>
            <p:cNvSpPr>
              <a:spLocks/>
            </p:cNvSpPr>
            <p:nvPr/>
          </p:nvSpPr>
          <p:spPr bwMode="auto">
            <a:xfrm>
              <a:off x="1384" y="1943"/>
              <a:ext cx="49" cy="86"/>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5" y="423"/>
                  </a:lnTo>
                  <a:lnTo>
                    <a:pt x="50" y="418"/>
                  </a:lnTo>
                  <a:lnTo>
                    <a:pt x="73" y="407"/>
                  </a:lnTo>
                  <a:lnTo>
                    <a:pt x="96" y="392"/>
                  </a:lnTo>
                  <a:lnTo>
                    <a:pt x="118" y="374"/>
                  </a:lnTo>
                  <a:lnTo>
                    <a:pt x="138" y="352"/>
                  </a:lnTo>
                  <a:lnTo>
                    <a:pt x="155" y="327"/>
                  </a:lnTo>
                  <a:lnTo>
                    <a:pt x="174" y="300"/>
                  </a:lnTo>
                  <a:lnTo>
                    <a:pt x="189" y="269"/>
                  </a:lnTo>
                  <a:lnTo>
                    <a:pt x="204" y="237"/>
                  </a:lnTo>
                  <a:lnTo>
                    <a:pt x="215" y="202"/>
                  </a:lnTo>
                  <a:lnTo>
                    <a:pt x="226" y="164"/>
                  </a:lnTo>
                  <a:lnTo>
                    <a:pt x="234" y="126"/>
                  </a:lnTo>
                  <a:lnTo>
                    <a:pt x="240" y="86"/>
                  </a:lnTo>
                  <a:lnTo>
                    <a:pt x="243" y="42"/>
                  </a:lnTo>
                  <a:lnTo>
                    <a:pt x="245" y="0"/>
                  </a:lnTo>
                  <a:lnTo>
                    <a:pt x="233" y="0"/>
                  </a:lnTo>
                  <a:lnTo>
                    <a:pt x="232" y="42"/>
                  </a:lnTo>
                  <a:lnTo>
                    <a:pt x="228" y="83"/>
                  </a:lnTo>
                  <a:lnTo>
                    <a:pt x="222" y="123"/>
                  </a:lnTo>
                  <a:lnTo>
                    <a:pt x="214" y="162"/>
                  </a:lnTo>
                  <a:lnTo>
                    <a:pt x="204" y="197"/>
                  </a:lnTo>
                  <a:lnTo>
                    <a:pt x="192" y="232"/>
                  </a:lnTo>
                  <a:lnTo>
                    <a:pt x="178" y="264"/>
                  </a:lnTo>
                  <a:lnTo>
                    <a:pt x="163" y="293"/>
                  </a:lnTo>
                  <a:lnTo>
                    <a:pt x="146" y="320"/>
                  </a:lnTo>
                  <a:lnTo>
                    <a:pt x="129" y="345"/>
                  </a:lnTo>
                  <a:lnTo>
                    <a:pt x="109" y="365"/>
                  </a:lnTo>
                  <a:lnTo>
                    <a:pt x="89" y="382"/>
                  </a:lnTo>
                  <a:lnTo>
                    <a:pt x="66" y="395"/>
                  </a:lnTo>
                  <a:lnTo>
                    <a:pt x="45" y="406"/>
                  </a:lnTo>
                  <a:lnTo>
                    <a:pt x="23"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2571" name="Freeform 69"/>
            <p:cNvSpPr>
              <a:spLocks/>
            </p:cNvSpPr>
            <p:nvPr/>
          </p:nvSpPr>
          <p:spPr bwMode="auto">
            <a:xfrm>
              <a:off x="1335" y="1943"/>
              <a:ext cx="49" cy="86"/>
            </a:xfrm>
            <a:custGeom>
              <a:avLst/>
              <a:gdLst>
                <a:gd name="T0" fmla="*/ 0 w 246"/>
                <a:gd name="T1" fmla="*/ 0 h 426"/>
                <a:gd name="T2" fmla="*/ 0 w 246"/>
                <a:gd name="T3" fmla="*/ 0 h 426"/>
                <a:gd name="T4" fmla="*/ 0 w 246"/>
                <a:gd name="T5" fmla="*/ 0 h 426"/>
                <a:gd name="T6" fmla="*/ 0 w 246"/>
                <a:gd name="T7" fmla="*/ 1 h 426"/>
                <a:gd name="T8" fmla="*/ 0 w 246"/>
                <a:gd name="T9" fmla="*/ 1 h 426"/>
                <a:gd name="T10" fmla="*/ 0 w 246"/>
                <a:gd name="T11" fmla="*/ 1 h 426"/>
                <a:gd name="T12" fmla="*/ 0 w 246"/>
                <a:gd name="T13" fmla="*/ 2 h 426"/>
                <a:gd name="T14" fmla="*/ 0 w 246"/>
                <a:gd name="T15" fmla="*/ 2 h 426"/>
                <a:gd name="T16" fmla="*/ 0 w 246"/>
                <a:gd name="T17" fmla="*/ 2 h 426"/>
                <a:gd name="T18" fmla="*/ 1 w 246"/>
                <a:gd name="T19" fmla="*/ 2 h 426"/>
                <a:gd name="T20" fmla="*/ 1 w 246"/>
                <a:gd name="T21" fmla="*/ 3 h 426"/>
                <a:gd name="T22" fmla="*/ 1 w 246"/>
                <a:gd name="T23" fmla="*/ 3 h 426"/>
                <a:gd name="T24" fmla="*/ 1 w 246"/>
                <a:gd name="T25" fmla="*/ 3 h 426"/>
                <a:gd name="T26" fmla="*/ 1 w 246"/>
                <a:gd name="T27" fmla="*/ 3 h 426"/>
                <a:gd name="T28" fmla="*/ 1 w 246"/>
                <a:gd name="T29" fmla="*/ 3 h 426"/>
                <a:gd name="T30" fmla="*/ 2 w 246"/>
                <a:gd name="T31" fmla="*/ 3 h 426"/>
                <a:gd name="T32" fmla="*/ 2 w 246"/>
                <a:gd name="T33" fmla="*/ 3 h 426"/>
                <a:gd name="T34" fmla="*/ 2 w 246"/>
                <a:gd name="T35" fmla="*/ 3 h 426"/>
                <a:gd name="T36" fmla="*/ 2 w 246"/>
                <a:gd name="T37" fmla="*/ 3 h 426"/>
                <a:gd name="T38" fmla="*/ 2 w 246"/>
                <a:gd name="T39" fmla="*/ 3 h 426"/>
                <a:gd name="T40" fmla="*/ 2 w 246"/>
                <a:gd name="T41" fmla="*/ 3 h 426"/>
                <a:gd name="T42" fmla="*/ 1 w 246"/>
                <a:gd name="T43" fmla="*/ 3 h 426"/>
                <a:gd name="T44" fmla="*/ 1 w 246"/>
                <a:gd name="T45" fmla="*/ 3 h 426"/>
                <a:gd name="T46" fmla="*/ 1 w 246"/>
                <a:gd name="T47" fmla="*/ 3 h 426"/>
                <a:gd name="T48" fmla="*/ 1 w 246"/>
                <a:gd name="T49" fmla="*/ 3 h 426"/>
                <a:gd name="T50" fmla="*/ 1 w 246"/>
                <a:gd name="T51" fmla="*/ 3 h 426"/>
                <a:gd name="T52" fmla="*/ 1 w 246"/>
                <a:gd name="T53" fmla="*/ 2 h 426"/>
                <a:gd name="T54" fmla="*/ 1 w 246"/>
                <a:gd name="T55" fmla="*/ 2 h 426"/>
                <a:gd name="T56" fmla="*/ 0 w 246"/>
                <a:gd name="T57" fmla="*/ 2 h 426"/>
                <a:gd name="T58" fmla="*/ 0 w 246"/>
                <a:gd name="T59" fmla="*/ 2 h 426"/>
                <a:gd name="T60" fmla="*/ 0 w 246"/>
                <a:gd name="T61" fmla="*/ 1 h 426"/>
                <a:gd name="T62" fmla="*/ 0 w 246"/>
                <a:gd name="T63" fmla="*/ 1 h 426"/>
                <a:gd name="T64" fmla="*/ 0 w 246"/>
                <a:gd name="T65" fmla="*/ 1 h 426"/>
                <a:gd name="T66" fmla="*/ 0 w 246"/>
                <a:gd name="T67" fmla="*/ 0 h 426"/>
                <a:gd name="T68" fmla="*/ 0 w 246"/>
                <a:gd name="T69" fmla="*/ 0 h 426"/>
                <a:gd name="T70" fmla="*/ 0 w 246"/>
                <a:gd name="T71" fmla="*/ 0 h 426"/>
                <a:gd name="T72" fmla="*/ 0 w 246"/>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0"/>
                  </a:moveTo>
                  <a:lnTo>
                    <a:pt x="0" y="0"/>
                  </a:lnTo>
                  <a:lnTo>
                    <a:pt x="1" y="42"/>
                  </a:lnTo>
                  <a:lnTo>
                    <a:pt x="4" y="86"/>
                  </a:lnTo>
                  <a:lnTo>
                    <a:pt x="10" y="126"/>
                  </a:lnTo>
                  <a:lnTo>
                    <a:pt x="18" y="164"/>
                  </a:lnTo>
                  <a:lnTo>
                    <a:pt x="29" y="202"/>
                  </a:lnTo>
                  <a:lnTo>
                    <a:pt x="41" y="237"/>
                  </a:lnTo>
                  <a:lnTo>
                    <a:pt x="55" y="269"/>
                  </a:lnTo>
                  <a:lnTo>
                    <a:pt x="71" y="300"/>
                  </a:lnTo>
                  <a:lnTo>
                    <a:pt x="89" y="327"/>
                  </a:lnTo>
                  <a:lnTo>
                    <a:pt x="107" y="352"/>
                  </a:lnTo>
                  <a:lnTo>
                    <a:pt x="127" y="374"/>
                  </a:lnTo>
                  <a:lnTo>
                    <a:pt x="150" y="392"/>
                  </a:lnTo>
                  <a:lnTo>
                    <a:pt x="171" y="407"/>
                  </a:lnTo>
                  <a:lnTo>
                    <a:pt x="195" y="418"/>
                  </a:lnTo>
                  <a:lnTo>
                    <a:pt x="220" y="423"/>
                  </a:lnTo>
                  <a:lnTo>
                    <a:pt x="246" y="426"/>
                  </a:lnTo>
                  <a:lnTo>
                    <a:pt x="246" y="414"/>
                  </a:lnTo>
                  <a:lnTo>
                    <a:pt x="222" y="412"/>
                  </a:lnTo>
                  <a:lnTo>
                    <a:pt x="200" y="406"/>
                  </a:lnTo>
                  <a:lnTo>
                    <a:pt x="178" y="395"/>
                  </a:lnTo>
                  <a:lnTo>
                    <a:pt x="157" y="382"/>
                  </a:lnTo>
                  <a:lnTo>
                    <a:pt x="137" y="365"/>
                  </a:lnTo>
                  <a:lnTo>
                    <a:pt x="117" y="345"/>
                  </a:lnTo>
                  <a:lnTo>
                    <a:pt x="98" y="320"/>
                  </a:lnTo>
                  <a:lnTo>
                    <a:pt x="83" y="293"/>
                  </a:lnTo>
                  <a:lnTo>
                    <a:pt x="66" y="264"/>
                  </a:lnTo>
                  <a:lnTo>
                    <a:pt x="52" y="232"/>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2572" name="Freeform 70"/>
            <p:cNvSpPr>
              <a:spLocks/>
            </p:cNvSpPr>
            <p:nvPr/>
          </p:nvSpPr>
          <p:spPr bwMode="auto">
            <a:xfrm>
              <a:off x="1335" y="1859"/>
              <a:ext cx="49" cy="84"/>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1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0" y="2"/>
                  </a:lnTo>
                  <a:lnTo>
                    <a:pt x="195" y="8"/>
                  </a:lnTo>
                  <a:lnTo>
                    <a:pt x="171" y="18"/>
                  </a:lnTo>
                  <a:lnTo>
                    <a:pt x="150" y="34"/>
                  </a:lnTo>
                  <a:lnTo>
                    <a:pt x="127" y="51"/>
                  </a:lnTo>
                  <a:lnTo>
                    <a:pt x="107" y="74"/>
                  </a:lnTo>
                  <a:lnTo>
                    <a:pt x="89" y="98"/>
                  </a:lnTo>
                  <a:lnTo>
                    <a:pt x="72" y="125"/>
                  </a:lnTo>
                  <a:lnTo>
                    <a:pt x="55" y="156"/>
                  </a:lnTo>
                  <a:lnTo>
                    <a:pt x="41" y="188"/>
                  </a:lnTo>
                  <a:lnTo>
                    <a:pt x="29" y="222"/>
                  </a:lnTo>
                  <a:lnTo>
                    <a:pt x="18" y="261"/>
                  </a:lnTo>
                  <a:lnTo>
                    <a:pt x="10" y="299"/>
                  </a:lnTo>
                  <a:lnTo>
                    <a:pt x="4" y="339"/>
                  </a:lnTo>
                  <a:lnTo>
                    <a:pt x="1" y="382"/>
                  </a:lnTo>
                  <a:lnTo>
                    <a:pt x="0" y="424"/>
                  </a:lnTo>
                  <a:lnTo>
                    <a:pt x="11" y="424"/>
                  </a:lnTo>
                  <a:lnTo>
                    <a:pt x="13" y="382"/>
                  </a:lnTo>
                  <a:lnTo>
                    <a:pt x="16" y="341"/>
                  </a:lnTo>
                  <a:lnTo>
                    <a:pt x="22" y="301"/>
                  </a:lnTo>
                  <a:lnTo>
                    <a:pt x="30" y="264"/>
                  </a:lnTo>
                  <a:lnTo>
                    <a:pt x="41" y="227"/>
                  </a:lnTo>
                  <a:lnTo>
                    <a:pt x="52" y="193"/>
                  </a:lnTo>
                  <a:lnTo>
                    <a:pt x="66" y="160"/>
                  </a:lnTo>
                  <a:lnTo>
                    <a:pt x="82" y="132"/>
                  </a:lnTo>
                  <a:lnTo>
                    <a:pt x="98" y="105"/>
                  </a:lnTo>
                  <a:lnTo>
                    <a:pt x="117" y="81"/>
                  </a:lnTo>
                  <a:lnTo>
                    <a:pt x="137" y="61"/>
                  </a:lnTo>
                  <a:lnTo>
                    <a:pt x="157" y="43"/>
                  </a:lnTo>
                  <a:lnTo>
                    <a:pt x="178" y="30"/>
                  </a:lnTo>
                  <a:lnTo>
                    <a:pt x="200" y="20"/>
                  </a:lnTo>
                  <a:lnTo>
                    <a:pt x="222" y="14"/>
                  </a:lnTo>
                  <a:lnTo>
                    <a:pt x="246" y="11"/>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2573" name="Freeform 71"/>
            <p:cNvSpPr>
              <a:spLocks/>
            </p:cNvSpPr>
            <p:nvPr/>
          </p:nvSpPr>
          <p:spPr bwMode="auto">
            <a:xfrm>
              <a:off x="1552" y="1751"/>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1" y="339"/>
                  </a:lnTo>
                  <a:lnTo>
                    <a:pt x="235" y="299"/>
                  </a:lnTo>
                  <a:lnTo>
                    <a:pt x="226" y="261"/>
                  </a:lnTo>
                  <a:lnTo>
                    <a:pt x="216" y="223"/>
                  </a:lnTo>
                  <a:lnTo>
                    <a:pt x="204" y="189"/>
                  </a:lnTo>
                  <a:lnTo>
                    <a:pt x="190" y="156"/>
                  </a:lnTo>
                  <a:lnTo>
                    <a:pt x="174" y="125"/>
                  </a:lnTo>
                  <a:lnTo>
                    <a:pt x="156" y="98"/>
                  </a:lnTo>
                  <a:lnTo>
                    <a:pt x="137" y="74"/>
                  </a:lnTo>
                  <a:lnTo>
                    <a:pt x="119" y="52"/>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8" y="81"/>
                  </a:lnTo>
                  <a:lnTo>
                    <a:pt x="147" y="105"/>
                  </a:lnTo>
                  <a:lnTo>
                    <a:pt x="164" y="132"/>
                  </a:lnTo>
                  <a:lnTo>
                    <a:pt x="178" y="161"/>
                  </a:lnTo>
                  <a:lnTo>
                    <a:pt x="193" y="193"/>
                  </a:lnTo>
                  <a:lnTo>
                    <a:pt x="204" y="227"/>
                  </a:lnTo>
                  <a:lnTo>
                    <a:pt x="215" y="264"/>
                  </a:lnTo>
                  <a:lnTo>
                    <a:pt x="223" y="301"/>
                  </a:lnTo>
                  <a:lnTo>
                    <a:pt x="229" y="341"/>
                  </a:lnTo>
                  <a:lnTo>
                    <a:pt x="232" y="382"/>
                  </a:lnTo>
                  <a:lnTo>
                    <a:pt x="234"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2574" name="Freeform 72"/>
            <p:cNvSpPr>
              <a:spLocks/>
            </p:cNvSpPr>
            <p:nvPr/>
          </p:nvSpPr>
          <p:spPr bwMode="auto">
            <a:xfrm>
              <a:off x="1552" y="1836"/>
              <a:ext cx="49" cy="85"/>
            </a:xfrm>
            <a:custGeom>
              <a:avLst/>
              <a:gdLst>
                <a:gd name="T0" fmla="*/ 0 w 245"/>
                <a:gd name="T1" fmla="*/ 3 h 425"/>
                <a:gd name="T2" fmla="*/ 0 w 245"/>
                <a:gd name="T3" fmla="*/ 3 h 425"/>
                <a:gd name="T4" fmla="*/ 0 w 245"/>
                <a:gd name="T5" fmla="*/ 3 h 425"/>
                <a:gd name="T6" fmla="*/ 0 w 245"/>
                <a:gd name="T7" fmla="*/ 3 h 425"/>
                <a:gd name="T8" fmla="*/ 1 w 245"/>
                <a:gd name="T9" fmla="*/ 3 h 425"/>
                <a:gd name="T10" fmla="*/ 1 w 245"/>
                <a:gd name="T11" fmla="*/ 3 h 425"/>
                <a:gd name="T12" fmla="*/ 1 w 245"/>
                <a:gd name="T13" fmla="*/ 3 h 425"/>
                <a:gd name="T14" fmla="*/ 1 w 245"/>
                <a:gd name="T15" fmla="*/ 3 h 425"/>
                <a:gd name="T16" fmla="*/ 1 w 245"/>
                <a:gd name="T17" fmla="*/ 3 h 425"/>
                <a:gd name="T18" fmla="*/ 1 w 245"/>
                <a:gd name="T19" fmla="*/ 2 h 425"/>
                <a:gd name="T20" fmla="*/ 2 w 245"/>
                <a:gd name="T21" fmla="*/ 2 h 425"/>
                <a:gd name="T22" fmla="*/ 2 w 245"/>
                <a:gd name="T23" fmla="*/ 2 h 425"/>
                <a:gd name="T24" fmla="*/ 2 w 245"/>
                <a:gd name="T25" fmla="*/ 2 h 425"/>
                <a:gd name="T26" fmla="*/ 2 w 245"/>
                <a:gd name="T27" fmla="*/ 1 h 425"/>
                <a:gd name="T28" fmla="*/ 2 w 245"/>
                <a:gd name="T29" fmla="*/ 1 h 425"/>
                <a:gd name="T30" fmla="*/ 2 w 245"/>
                <a:gd name="T31" fmla="*/ 1 h 425"/>
                <a:gd name="T32" fmla="*/ 2 w 245"/>
                <a:gd name="T33" fmla="*/ 0 h 425"/>
                <a:gd name="T34" fmla="*/ 2 w 245"/>
                <a:gd name="T35" fmla="*/ 0 h 425"/>
                <a:gd name="T36" fmla="*/ 2 w 245"/>
                <a:gd name="T37" fmla="*/ 0 h 425"/>
                <a:gd name="T38" fmla="*/ 2 w 245"/>
                <a:gd name="T39" fmla="*/ 0 h 425"/>
                <a:gd name="T40" fmla="*/ 2 w 245"/>
                <a:gd name="T41" fmla="*/ 1 h 425"/>
                <a:gd name="T42" fmla="*/ 2 w 245"/>
                <a:gd name="T43" fmla="*/ 1 h 425"/>
                <a:gd name="T44" fmla="*/ 2 w 245"/>
                <a:gd name="T45" fmla="*/ 1 h 425"/>
                <a:gd name="T46" fmla="*/ 2 w 245"/>
                <a:gd name="T47" fmla="*/ 2 h 425"/>
                <a:gd name="T48" fmla="*/ 2 w 245"/>
                <a:gd name="T49" fmla="*/ 2 h 425"/>
                <a:gd name="T50" fmla="*/ 1 w 245"/>
                <a:gd name="T51" fmla="*/ 2 h 425"/>
                <a:gd name="T52" fmla="*/ 1 w 245"/>
                <a:gd name="T53" fmla="*/ 2 h 425"/>
                <a:gd name="T54" fmla="*/ 1 w 245"/>
                <a:gd name="T55" fmla="*/ 3 h 425"/>
                <a:gd name="T56" fmla="*/ 1 w 245"/>
                <a:gd name="T57" fmla="*/ 3 h 425"/>
                <a:gd name="T58" fmla="*/ 1 w 245"/>
                <a:gd name="T59" fmla="*/ 3 h 425"/>
                <a:gd name="T60" fmla="*/ 1 w 245"/>
                <a:gd name="T61" fmla="*/ 3 h 425"/>
                <a:gd name="T62" fmla="*/ 1 w 245"/>
                <a:gd name="T63" fmla="*/ 3 h 425"/>
                <a:gd name="T64" fmla="*/ 0 w 245"/>
                <a:gd name="T65" fmla="*/ 3 h 425"/>
                <a:gd name="T66" fmla="*/ 0 w 245"/>
                <a:gd name="T67" fmla="*/ 3 h 425"/>
                <a:gd name="T68" fmla="*/ 0 w 245"/>
                <a:gd name="T69" fmla="*/ 3 h 425"/>
                <a:gd name="T70" fmla="*/ 0 w 245"/>
                <a:gd name="T71" fmla="*/ 3 h 425"/>
                <a:gd name="T72" fmla="*/ 0 w 245"/>
                <a:gd name="T73" fmla="*/ 3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5"/>
                <a:gd name="T113" fmla="*/ 245 w 245"/>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5">
                  <a:moveTo>
                    <a:pt x="0" y="425"/>
                  </a:moveTo>
                  <a:lnTo>
                    <a:pt x="0" y="425"/>
                  </a:lnTo>
                  <a:lnTo>
                    <a:pt x="26" y="422"/>
                  </a:lnTo>
                  <a:lnTo>
                    <a:pt x="51" y="417"/>
                  </a:lnTo>
                  <a:lnTo>
                    <a:pt x="74" y="406"/>
                  </a:lnTo>
                  <a:lnTo>
                    <a:pt x="96" y="391"/>
                  </a:lnTo>
                  <a:lnTo>
                    <a:pt x="119" y="373"/>
                  </a:lnTo>
                  <a:lnTo>
                    <a:pt x="137" y="351"/>
                  </a:lnTo>
                  <a:lnTo>
                    <a:pt x="156" y="326"/>
                  </a:lnTo>
                  <a:lnTo>
                    <a:pt x="174" y="299"/>
                  </a:lnTo>
                  <a:lnTo>
                    <a:pt x="190" y="269"/>
                  </a:lnTo>
                  <a:lnTo>
                    <a:pt x="204" y="236"/>
                  </a:lnTo>
                  <a:lnTo>
                    <a:pt x="216" y="202"/>
                  </a:lnTo>
                  <a:lnTo>
                    <a:pt x="226" y="163"/>
                  </a:lnTo>
                  <a:lnTo>
                    <a:pt x="235" y="126"/>
                  </a:lnTo>
                  <a:lnTo>
                    <a:pt x="241" y="86"/>
                  </a:lnTo>
                  <a:lnTo>
                    <a:pt x="244" y="43"/>
                  </a:lnTo>
                  <a:lnTo>
                    <a:pt x="245" y="0"/>
                  </a:lnTo>
                  <a:lnTo>
                    <a:pt x="234" y="0"/>
                  </a:lnTo>
                  <a:lnTo>
                    <a:pt x="232" y="43"/>
                  </a:lnTo>
                  <a:lnTo>
                    <a:pt x="229" y="84"/>
                  </a:lnTo>
                  <a:lnTo>
                    <a:pt x="223" y="123"/>
                  </a:lnTo>
                  <a:lnTo>
                    <a:pt x="215" y="161"/>
                  </a:lnTo>
                  <a:lnTo>
                    <a:pt x="204" y="197"/>
                  </a:lnTo>
                  <a:lnTo>
                    <a:pt x="193" y="231"/>
                  </a:lnTo>
                  <a:lnTo>
                    <a:pt x="178" y="264"/>
                  </a:lnTo>
                  <a:lnTo>
                    <a:pt x="164" y="292"/>
                  </a:lnTo>
                  <a:lnTo>
                    <a:pt x="147" y="319"/>
                  </a:lnTo>
                  <a:lnTo>
                    <a:pt x="128" y="344"/>
                  </a:lnTo>
                  <a:lnTo>
                    <a:pt x="109" y="364"/>
                  </a:lnTo>
                  <a:lnTo>
                    <a:pt x="89" y="381"/>
                  </a:lnTo>
                  <a:lnTo>
                    <a:pt x="67" y="394"/>
                  </a:lnTo>
                  <a:lnTo>
                    <a:pt x="46" y="405"/>
                  </a:lnTo>
                  <a:lnTo>
                    <a:pt x="24" y="411"/>
                  </a:lnTo>
                  <a:lnTo>
                    <a:pt x="0" y="413"/>
                  </a:lnTo>
                  <a:lnTo>
                    <a:pt x="0" y="425"/>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2575" name="Freeform 73"/>
            <p:cNvSpPr>
              <a:spLocks/>
            </p:cNvSpPr>
            <p:nvPr/>
          </p:nvSpPr>
          <p:spPr bwMode="auto">
            <a:xfrm>
              <a:off x="1502" y="1836"/>
              <a:ext cx="50" cy="85"/>
            </a:xfrm>
            <a:custGeom>
              <a:avLst/>
              <a:gdLst>
                <a:gd name="T0" fmla="*/ 0 w 246"/>
                <a:gd name="T1" fmla="*/ 0 h 425"/>
                <a:gd name="T2" fmla="*/ 0 w 246"/>
                <a:gd name="T3" fmla="*/ 0 h 425"/>
                <a:gd name="T4" fmla="*/ 0 w 246"/>
                <a:gd name="T5" fmla="*/ 0 h 425"/>
                <a:gd name="T6" fmla="*/ 0 w 246"/>
                <a:gd name="T7" fmla="*/ 1 h 425"/>
                <a:gd name="T8" fmla="*/ 0 w 246"/>
                <a:gd name="T9" fmla="*/ 1 h 425"/>
                <a:gd name="T10" fmla="*/ 0 w 246"/>
                <a:gd name="T11" fmla="*/ 1 h 425"/>
                <a:gd name="T12" fmla="*/ 0 w 246"/>
                <a:gd name="T13" fmla="*/ 2 h 425"/>
                <a:gd name="T14" fmla="*/ 0 w 246"/>
                <a:gd name="T15" fmla="*/ 2 h 425"/>
                <a:gd name="T16" fmla="*/ 0 w 246"/>
                <a:gd name="T17" fmla="*/ 2 h 425"/>
                <a:gd name="T18" fmla="*/ 1 w 246"/>
                <a:gd name="T19" fmla="*/ 2 h 425"/>
                <a:gd name="T20" fmla="*/ 1 w 246"/>
                <a:gd name="T21" fmla="*/ 3 h 425"/>
                <a:gd name="T22" fmla="*/ 1 w 246"/>
                <a:gd name="T23" fmla="*/ 3 h 425"/>
                <a:gd name="T24" fmla="*/ 1 w 246"/>
                <a:gd name="T25" fmla="*/ 3 h 425"/>
                <a:gd name="T26" fmla="*/ 1 w 246"/>
                <a:gd name="T27" fmla="*/ 3 h 425"/>
                <a:gd name="T28" fmla="*/ 1 w 246"/>
                <a:gd name="T29" fmla="*/ 3 h 425"/>
                <a:gd name="T30" fmla="*/ 2 w 246"/>
                <a:gd name="T31" fmla="*/ 3 h 425"/>
                <a:gd name="T32" fmla="*/ 2 w 246"/>
                <a:gd name="T33" fmla="*/ 3 h 425"/>
                <a:gd name="T34" fmla="*/ 2 w 246"/>
                <a:gd name="T35" fmla="*/ 3 h 425"/>
                <a:gd name="T36" fmla="*/ 2 w 246"/>
                <a:gd name="T37" fmla="*/ 3 h 425"/>
                <a:gd name="T38" fmla="*/ 2 w 246"/>
                <a:gd name="T39" fmla="*/ 3 h 425"/>
                <a:gd name="T40" fmla="*/ 2 w 246"/>
                <a:gd name="T41" fmla="*/ 3 h 425"/>
                <a:gd name="T42" fmla="*/ 1 w 246"/>
                <a:gd name="T43" fmla="*/ 3 h 425"/>
                <a:gd name="T44" fmla="*/ 1 w 246"/>
                <a:gd name="T45" fmla="*/ 3 h 425"/>
                <a:gd name="T46" fmla="*/ 1 w 246"/>
                <a:gd name="T47" fmla="*/ 3 h 425"/>
                <a:gd name="T48" fmla="*/ 1 w 246"/>
                <a:gd name="T49" fmla="*/ 3 h 425"/>
                <a:gd name="T50" fmla="*/ 1 w 246"/>
                <a:gd name="T51" fmla="*/ 3 h 425"/>
                <a:gd name="T52" fmla="*/ 1 w 246"/>
                <a:gd name="T53" fmla="*/ 2 h 425"/>
                <a:gd name="T54" fmla="*/ 1 w 246"/>
                <a:gd name="T55" fmla="*/ 2 h 425"/>
                <a:gd name="T56" fmla="*/ 0 w 246"/>
                <a:gd name="T57" fmla="*/ 2 h 425"/>
                <a:gd name="T58" fmla="*/ 0 w 246"/>
                <a:gd name="T59" fmla="*/ 2 h 425"/>
                <a:gd name="T60" fmla="*/ 0 w 246"/>
                <a:gd name="T61" fmla="*/ 1 h 425"/>
                <a:gd name="T62" fmla="*/ 0 w 246"/>
                <a:gd name="T63" fmla="*/ 1 h 425"/>
                <a:gd name="T64" fmla="*/ 0 w 246"/>
                <a:gd name="T65" fmla="*/ 1 h 425"/>
                <a:gd name="T66" fmla="*/ 0 w 246"/>
                <a:gd name="T67" fmla="*/ 0 h 425"/>
                <a:gd name="T68" fmla="*/ 0 w 246"/>
                <a:gd name="T69" fmla="*/ 0 h 425"/>
                <a:gd name="T70" fmla="*/ 0 w 246"/>
                <a:gd name="T71" fmla="*/ 0 h 425"/>
                <a:gd name="T72" fmla="*/ 0 w 246"/>
                <a:gd name="T73" fmla="*/ 0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5"/>
                <a:gd name="T113" fmla="*/ 246 w 246"/>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5">
                  <a:moveTo>
                    <a:pt x="0" y="0"/>
                  </a:moveTo>
                  <a:lnTo>
                    <a:pt x="0" y="0"/>
                  </a:lnTo>
                  <a:lnTo>
                    <a:pt x="2" y="43"/>
                  </a:lnTo>
                  <a:lnTo>
                    <a:pt x="5" y="86"/>
                  </a:lnTo>
                  <a:lnTo>
                    <a:pt x="11" y="126"/>
                  </a:lnTo>
                  <a:lnTo>
                    <a:pt x="19" y="163"/>
                  </a:lnTo>
                  <a:lnTo>
                    <a:pt x="30" y="202"/>
                  </a:lnTo>
                  <a:lnTo>
                    <a:pt x="41" y="236"/>
                  </a:lnTo>
                  <a:lnTo>
                    <a:pt x="55" y="269"/>
                  </a:lnTo>
                  <a:lnTo>
                    <a:pt x="73" y="299"/>
                  </a:lnTo>
                  <a:lnTo>
                    <a:pt x="89" y="326"/>
                  </a:lnTo>
                  <a:lnTo>
                    <a:pt x="108" y="351"/>
                  </a:lnTo>
                  <a:lnTo>
                    <a:pt x="128" y="373"/>
                  </a:lnTo>
                  <a:lnTo>
                    <a:pt x="150" y="391"/>
                  </a:lnTo>
                  <a:lnTo>
                    <a:pt x="171" y="406"/>
                  </a:lnTo>
                  <a:lnTo>
                    <a:pt x="196" y="417"/>
                  </a:lnTo>
                  <a:lnTo>
                    <a:pt x="221" y="422"/>
                  </a:lnTo>
                  <a:lnTo>
                    <a:pt x="246" y="425"/>
                  </a:lnTo>
                  <a:lnTo>
                    <a:pt x="246" y="413"/>
                  </a:lnTo>
                  <a:lnTo>
                    <a:pt x="223" y="411"/>
                  </a:lnTo>
                  <a:lnTo>
                    <a:pt x="201" y="405"/>
                  </a:lnTo>
                  <a:lnTo>
                    <a:pt x="178" y="394"/>
                  </a:lnTo>
                  <a:lnTo>
                    <a:pt x="157" y="381"/>
                  </a:lnTo>
                  <a:lnTo>
                    <a:pt x="137" y="364"/>
                  </a:lnTo>
                  <a:lnTo>
                    <a:pt x="117" y="344"/>
                  </a:lnTo>
                  <a:lnTo>
                    <a:pt x="99" y="319"/>
                  </a:lnTo>
                  <a:lnTo>
                    <a:pt x="82" y="292"/>
                  </a:lnTo>
                  <a:lnTo>
                    <a:pt x="67" y="264"/>
                  </a:lnTo>
                  <a:lnTo>
                    <a:pt x="53" y="231"/>
                  </a:lnTo>
                  <a:lnTo>
                    <a:pt x="41" y="197"/>
                  </a:lnTo>
                  <a:lnTo>
                    <a:pt x="31" y="161"/>
                  </a:lnTo>
                  <a:lnTo>
                    <a:pt x="23" y="123"/>
                  </a:lnTo>
                  <a:lnTo>
                    <a:pt x="17" y="84"/>
                  </a:lnTo>
                  <a:lnTo>
                    <a:pt x="13" y="4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2576" name="Freeform 74"/>
            <p:cNvSpPr>
              <a:spLocks/>
            </p:cNvSpPr>
            <p:nvPr/>
          </p:nvSpPr>
          <p:spPr bwMode="auto">
            <a:xfrm>
              <a:off x="1502" y="1751"/>
              <a:ext cx="50" cy="85"/>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2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1" y="2"/>
                  </a:lnTo>
                  <a:lnTo>
                    <a:pt x="196" y="8"/>
                  </a:lnTo>
                  <a:lnTo>
                    <a:pt x="171" y="19"/>
                  </a:lnTo>
                  <a:lnTo>
                    <a:pt x="150" y="34"/>
                  </a:lnTo>
                  <a:lnTo>
                    <a:pt x="128" y="52"/>
                  </a:lnTo>
                  <a:lnTo>
                    <a:pt x="108" y="74"/>
                  </a:lnTo>
                  <a:lnTo>
                    <a:pt x="89" y="98"/>
                  </a:lnTo>
                  <a:lnTo>
                    <a:pt x="73" y="125"/>
                  </a:lnTo>
                  <a:lnTo>
                    <a:pt x="55" y="156"/>
                  </a:lnTo>
                  <a:lnTo>
                    <a:pt x="41" y="189"/>
                  </a:lnTo>
                  <a:lnTo>
                    <a:pt x="30" y="223"/>
                  </a:lnTo>
                  <a:lnTo>
                    <a:pt x="19" y="261"/>
                  </a:lnTo>
                  <a:lnTo>
                    <a:pt x="11" y="299"/>
                  </a:lnTo>
                  <a:lnTo>
                    <a:pt x="5" y="339"/>
                  </a:lnTo>
                  <a:lnTo>
                    <a:pt x="2" y="382"/>
                  </a:lnTo>
                  <a:lnTo>
                    <a:pt x="0" y="424"/>
                  </a:lnTo>
                  <a:lnTo>
                    <a:pt x="12" y="424"/>
                  </a:lnTo>
                  <a:lnTo>
                    <a:pt x="13" y="382"/>
                  </a:lnTo>
                  <a:lnTo>
                    <a:pt x="17" y="341"/>
                  </a:lnTo>
                  <a:lnTo>
                    <a:pt x="23" y="301"/>
                  </a:lnTo>
                  <a:lnTo>
                    <a:pt x="31" y="264"/>
                  </a:lnTo>
                  <a:lnTo>
                    <a:pt x="41" y="227"/>
                  </a:lnTo>
                  <a:lnTo>
                    <a:pt x="53" y="193"/>
                  </a:lnTo>
                  <a:lnTo>
                    <a:pt x="67" y="161"/>
                  </a:lnTo>
                  <a:lnTo>
                    <a:pt x="82" y="132"/>
                  </a:lnTo>
                  <a:lnTo>
                    <a:pt x="99" y="105"/>
                  </a:lnTo>
                  <a:lnTo>
                    <a:pt x="117" y="81"/>
                  </a:lnTo>
                  <a:lnTo>
                    <a:pt x="137" y="61"/>
                  </a:lnTo>
                  <a:lnTo>
                    <a:pt x="157" y="43"/>
                  </a:lnTo>
                  <a:lnTo>
                    <a:pt x="178" y="30"/>
                  </a:lnTo>
                  <a:lnTo>
                    <a:pt x="201" y="20"/>
                  </a:lnTo>
                  <a:lnTo>
                    <a:pt x="223" y="14"/>
                  </a:lnTo>
                  <a:lnTo>
                    <a:pt x="246" y="12"/>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2577" name="Freeform 75"/>
            <p:cNvSpPr>
              <a:spLocks/>
            </p:cNvSpPr>
            <p:nvPr/>
          </p:nvSpPr>
          <p:spPr bwMode="auto">
            <a:xfrm>
              <a:off x="1565" y="2016"/>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0" y="339"/>
                  </a:lnTo>
                  <a:lnTo>
                    <a:pt x="234" y="299"/>
                  </a:lnTo>
                  <a:lnTo>
                    <a:pt x="226" y="261"/>
                  </a:lnTo>
                  <a:lnTo>
                    <a:pt x="216" y="223"/>
                  </a:lnTo>
                  <a:lnTo>
                    <a:pt x="204" y="189"/>
                  </a:lnTo>
                  <a:lnTo>
                    <a:pt x="190" y="156"/>
                  </a:lnTo>
                  <a:lnTo>
                    <a:pt x="174" y="125"/>
                  </a:lnTo>
                  <a:lnTo>
                    <a:pt x="156" y="98"/>
                  </a:lnTo>
                  <a:lnTo>
                    <a:pt x="138" y="74"/>
                  </a:lnTo>
                  <a:lnTo>
                    <a:pt x="118" y="51"/>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9" y="81"/>
                  </a:lnTo>
                  <a:lnTo>
                    <a:pt x="147" y="105"/>
                  </a:lnTo>
                  <a:lnTo>
                    <a:pt x="164" y="132"/>
                  </a:lnTo>
                  <a:lnTo>
                    <a:pt x="178" y="160"/>
                  </a:lnTo>
                  <a:lnTo>
                    <a:pt x="192" y="193"/>
                  </a:lnTo>
                  <a:lnTo>
                    <a:pt x="204" y="227"/>
                  </a:lnTo>
                  <a:lnTo>
                    <a:pt x="215" y="264"/>
                  </a:lnTo>
                  <a:lnTo>
                    <a:pt x="223" y="301"/>
                  </a:lnTo>
                  <a:lnTo>
                    <a:pt x="229"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2578" name="Freeform 76"/>
            <p:cNvSpPr>
              <a:spLocks/>
            </p:cNvSpPr>
            <p:nvPr/>
          </p:nvSpPr>
          <p:spPr bwMode="auto">
            <a:xfrm>
              <a:off x="1565" y="2101"/>
              <a:ext cx="49" cy="85"/>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6" y="423"/>
                  </a:lnTo>
                  <a:lnTo>
                    <a:pt x="51" y="418"/>
                  </a:lnTo>
                  <a:lnTo>
                    <a:pt x="74" y="407"/>
                  </a:lnTo>
                  <a:lnTo>
                    <a:pt x="96" y="392"/>
                  </a:lnTo>
                  <a:lnTo>
                    <a:pt x="118" y="373"/>
                  </a:lnTo>
                  <a:lnTo>
                    <a:pt x="138" y="351"/>
                  </a:lnTo>
                  <a:lnTo>
                    <a:pt x="156" y="327"/>
                  </a:lnTo>
                  <a:lnTo>
                    <a:pt x="175" y="299"/>
                  </a:lnTo>
                  <a:lnTo>
                    <a:pt x="190" y="269"/>
                  </a:lnTo>
                  <a:lnTo>
                    <a:pt x="204" y="236"/>
                  </a:lnTo>
                  <a:lnTo>
                    <a:pt x="216" y="202"/>
                  </a:lnTo>
                  <a:lnTo>
                    <a:pt x="226" y="164"/>
                  </a:lnTo>
                  <a:lnTo>
                    <a:pt x="234" y="126"/>
                  </a:lnTo>
                  <a:lnTo>
                    <a:pt x="240" y="86"/>
                  </a:lnTo>
                  <a:lnTo>
                    <a:pt x="244" y="42"/>
                  </a:lnTo>
                  <a:lnTo>
                    <a:pt x="245" y="0"/>
                  </a:lnTo>
                  <a:lnTo>
                    <a:pt x="233" y="0"/>
                  </a:lnTo>
                  <a:lnTo>
                    <a:pt x="232" y="42"/>
                  </a:lnTo>
                  <a:lnTo>
                    <a:pt x="229" y="83"/>
                  </a:lnTo>
                  <a:lnTo>
                    <a:pt x="223" y="123"/>
                  </a:lnTo>
                  <a:lnTo>
                    <a:pt x="215" y="162"/>
                  </a:lnTo>
                  <a:lnTo>
                    <a:pt x="204" y="197"/>
                  </a:lnTo>
                  <a:lnTo>
                    <a:pt x="192" y="231"/>
                  </a:lnTo>
                  <a:lnTo>
                    <a:pt x="178" y="264"/>
                  </a:lnTo>
                  <a:lnTo>
                    <a:pt x="163" y="292"/>
                  </a:lnTo>
                  <a:lnTo>
                    <a:pt x="147" y="320"/>
                  </a:lnTo>
                  <a:lnTo>
                    <a:pt x="129" y="344"/>
                  </a:lnTo>
                  <a:lnTo>
                    <a:pt x="109" y="364"/>
                  </a:lnTo>
                  <a:lnTo>
                    <a:pt x="89" y="382"/>
                  </a:lnTo>
                  <a:lnTo>
                    <a:pt x="67" y="395"/>
                  </a:lnTo>
                  <a:lnTo>
                    <a:pt x="46" y="406"/>
                  </a:lnTo>
                  <a:lnTo>
                    <a:pt x="24"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2579" name="Freeform 77"/>
            <p:cNvSpPr>
              <a:spLocks/>
            </p:cNvSpPr>
            <p:nvPr/>
          </p:nvSpPr>
          <p:spPr bwMode="auto">
            <a:xfrm>
              <a:off x="1516" y="2101"/>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5" y="86"/>
                  </a:lnTo>
                  <a:lnTo>
                    <a:pt x="11" y="126"/>
                  </a:lnTo>
                  <a:lnTo>
                    <a:pt x="19" y="164"/>
                  </a:lnTo>
                  <a:lnTo>
                    <a:pt x="30" y="202"/>
                  </a:lnTo>
                  <a:lnTo>
                    <a:pt x="41" y="236"/>
                  </a:lnTo>
                  <a:lnTo>
                    <a:pt x="55" y="269"/>
                  </a:lnTo>
                  <a:lnTo>
                    <a:pt x="71" y="299"/>
                  </a:lnTo>
                  <a:lnTo>
                    <a:pt x="89" y="327"/>
                  </a:lnTo>
                  <a:lnTo>
                    <a:pt x="107" y="351"/>
                  </a:lnTo>
                  <a:lnTo>
                    <a:pt x="127" y="373"/>
                  </a:lnTo>
                  <a:lnTo>
                    <a:pt x="149" y="392"/>
                  </a:lnTo>
                  <a:lnTo>
                    <a:pt x="171" y="407"/>
                  </a:lnTo>
                  <a:lnTo>
                    <a:pt x="195" y="418"/>
                  </a:lnTo>
                  <a:lnTo>
                    <a:pt x="219" y="423"/>
                  </a:lnTo>
                  <a:lnTo>
                    <a:pt x="245" y="426"/>
                  </a:lnTo>
                  <a:lnTo>
                    <a:pt x="245" y="414"/>
                  </a:lnTo>
                  <a:lnTo>
                    <a:pt x="222" y="412"/>
                  </a:lnTo>
                  <a:lnTo>
                    <a:pt x="199" y="406"/>
                  </a:lnTo>
                  <a:lnTo>
                    <a:pt x="178" y="395"/>
                  </a:lnTo>
                  <a:lnTo>
                    <a:pt x="156" y="382"/>
                  </a:lnTo>
                  <a:lnTo>
                    <a:pt x="136" y="364"/>
                  </a:lnTo>
                  <a:lnTo>
                    <a:pt x="116" y="344"/>
                  </a:lnTo>
                  <a:lnTo>
                    <a:pt x="99" y="320"/>
                  </a:lnTo>
                  <a:lnTo>
                    <a:pt x="82" y="292"/>
                  </a:lnTo>
                  <a:lnTo>
                    <a:pt x="67" y="264"/>
                  </a:lnTo>
                  <a:lnTo>
                    <a:pt x="53" y="231"/>
                  </a:lnTo>
                  <a:lnTo>
                    <a:pt x="41" y="197"/>
                  </a:lnTo>
                  <a:lnTo>
                    <a:pt x="31" y="162"/>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2580" name="Freeform 78"/>
            <p:cNvSpPr>
              <a:spLocks/>
            </p:cNvSpPr>
            <p:nvPr/>
          </p:nvSpPr>
          <p:spPr bwMode="auto">
            <a:xfrm>
              <a:off x="1516" y="2016"/>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5" y="8"/>
                  </a:lnTo>
                  <a:lnTo>
                    <a:pt x="171" y="19"/>
                  </a:lnTo>
                  <a:lnTo>
                    <a:pt x="149" y="34"/>
                  </a:lnTo>
                  <a:lnTo>
                    <a:pt x="127" y="51"/>
                  </a:lnTo>
                  <a:lnTo>
                    <a:pt x="107" y="74"/>
                  </a:lnTo>
                  <a:lnTo>
                    <a:pt x="89" y="98"/>
                  </a:lnTo>
                  <a:lnTo>
                    <a:pt x="72" y="125"/>
                  </a:lnTo>
                  <a:lnTo>
                    <a:pt x="55" y="156"/>
                  </a:lnTo>
                  <a:lnTo>
                    <a:pt x="41" y="189"/>
                  </a:lnTo>
                  <a:lnTo>
                    <a:pt x="30" y="223"/>
                  </a:lnTo>
                  <a:lnTo>
                    <a:pt x="19" y="261"/>
                  </a:lnTo>
                  <a:lnTo>
                    <a:pt x="11" y="299"/>
                  </a:lnTo>
                  <a:lnTo>
                    <a:pt x="5" y="339"/>
                  </a:lnTo>
                  <a:lnTo>
                    <a:pt x="1" y="382"/>
                  </a:lnTo>
                  <a:lnTo>
                    <a:pt x="0" y="424"/>
                  </a:lnTo>
                  <a:lnTo>
                    <a:pt x="12" y="424"/>
                  </a:lnTo>
                  <a:lnTo>
                    <a:pt x="13" y="382"/>
                  </a:lnTo>
                  <a:lnTo>
                    <a:pt x="17" y="341"/>
                  </a:lnTo>
                  <a:lnTo>
                    <a:pt x="23" y="301"/>
                  </a:lnTo>
                  <a:lnTo>
                    <a:pt x="31" y="264"/>
                  </a:lnTo>
                  <a:lnTo>
                    <a:pt x="41" y="227"/>
                  </a:lnTo>
                  <a:lnTo>
                    <a:pt x="53" y="193"/>
                  </a:lnTo>
                  <a:lnTo>
                    <a:pt x="67" y="160"/>
                  </a:lnTo>
                  <a:lnTo>
                    <a:pt x="81" y="132"/>
                  </a:lnTo>
                  <a:lnTo>
                    <a:pt x="99" y="105"/>
                  </a:lnTo>
                  <a:lnTo>
                    <a:pt x="116" y="81"/>
                  </a:lnTo>
                  <a:lnTo>
                    <a:pt x="136" y="61"/>
                  </a:lnTo>
                  <a:lnTo>
                    <a:pt x="156" y="43"/>
                  </a:lnTo>
                  <a:lnTo>
                    <a:pt x="178" y="30"/>
                  </a:lnTo>
                  <a:lnTo>
                    <a:pt x="199" y="20"/>
                  </a:lnTo>
                  <a:lnTo>
                    <a:pt x="222"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grpSp>
        <p:nvGrpSpPr>
          <p:cNvPr id="192522" name="Group 79"/>
          <p:cNvGrpSpPr>
            <a:grpSpLocks/>
          </p:cNvGrpSpPr>
          <p:nvPr/>
        </p:nvGrpSpPr>
        <p:grpSpPr bwMode="auto">
          <a:xfrm rot="-223274">
            <a:off x="1995488" y="2768600"/>
            <a:ext cx="744537" cy="733425"/>
            <a:chOff x="2757" y="1666"/>
            <a:chExt cx="812" cy="800"/>
          </a:xfrm>
        </p:grpSpPr>
        <p:sp>
          <p:nvSpPr>
            <p:cNvPr id="192524" name="Freeform 80"/>
            <p:cNvSpPr>
              <a:spLocks/>
            </p:cNvSpPr>
            <p:nvPr/>
          </p:nvSpPr>
          <p:spPr bwMode="auto">
            <a:xfrm>
              <a:off x="2762" y="1667"/>
              <a:ext cx="807" cy="584"/>
            </a:xfrm>
            <a:custGeom>
              <a:avLst/>
              <a:gdLst>
                <a:gd name="T0" fmla="*/ 497 w 807"/>
                <a:gd name="T1" fmla="*/ 583 h 584"/>
                <a:gd name="T2" fmla="*/ 0 w 807"/>
                <a:gd name="T3" fmla="*/ 452 h 584"/>
                <a:gd name="T4" fmla="*/ 337 w 807"/>
                <a:gd name="T5" fmla="*/ 0 h 584"/>
                <a:gd name="T6" fmla="*/ 806 w 807"/>
                <a:gd name="T7" fmla="*/ 98 h 584"/>
                <a:gd name="T8" fmla="*/ 497 w 807"/>
                <a:gd name="T9" fmla="*/ 583 h 584"/>
                <a:gd name="T10" fmla="*/ 0 60000 65536"/>
                <a:gd name="T11" fmla="*/ 0 60000 65536"/>
                <a:gd name="T12" fmla="*/ 0 60000 65536"/>
                <a:gd name="T13" fmla="*/ 0 60000 65536"/>
                <a:gd name="T14" fmla="*/ 0 60000 65536"/>
                <a:gd name="T15" fmla="*/ 0 w 807"/>
                <a:gd name="T16" fmla="*/ 0 h 584"/>
                <a:gd name="T17" fmla="*/ 807 w 807"/>
                <a:gd name="T18" fmla="*/ 584 h 584"/>
              </a:gdLst>
              <a:ahLst/>
              <a:cxnLst>
                <a:cxn ang="T10">
                  <a:pos x="T0" y="T1"/>
                </a:cxn>
                <a:cxn ang="T11">
                  <a:pos x="T2" y="T3"/>
                </a:cxn>
                <a:cxn ang="T12">
                  <a:pos x="T4" y="T5"/>
                </a:cxn>
                <a:cxn ang="T13">
                  <a:pos x="T6" y="T7"/>
                </a:cxn>
                <a:cxn ang="T14">
                  <a:pos x="T8" y="T9"/>
                </a:cxn>
              </a:cxnLst>
              <a:rect l="T15" t="T16" r="T17" b="T18"/>
              <a:pathLst>
                <a:path w="807" h="584">
                  <a:moveTo>
                    <a:pt x="497" y="583"/>
                  </a:moveTo>
                  <a:lnTo>
                    <a:pt x="0" y="452"/>
                  </a:lnTo>
                  <a:lnTo>
                    <a:pt x="337" y="0"/>
                  </a:lnTo>
                  <a:lnTo>
                    <a:pt x="806" y="98"/>
                  </a:lnTo>
                  <a:lnTo>
                    <a:pt x="497" y="583"/>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192525" name="Freeform 81"/>
            <p:cNvSpPr>
              <a:spLocks/>
            </p:cNvSpPr>
            <p:nvPr/>
          </p:nvSpPr>
          <p:spPr bwMode="auto">
            <a:xfrm>
              <a:off x="2882" y="1861"/>
              <a:ext cx="578" cy="384"/>
            </a:xfrm>
            <a:custGeom>
              <a:avLst/>
              <a:gdLst>
                <a:gd name="T0" fmla="*/ 377 w 578"/>
                <a:gd name="T1" fmla="*/ 383 h 384"/>
                <a:gd name="T2" fmla="*/ 0 w 578"/>
                <a:gd name="T3" fmla="*/ 291 h 384"/>
                <a:gd name="T4" fmla="*/ 217 w 578"/>
                <a:gd name="T5" fmla="*/ 0 h 384"/>
                <a:gd name="T6" fmla="*/ 577 w 578"/>
                <a:gd name="T7" fmla="*/ 74 h 384"/>
                <a:gd name="T8" fmla="*/ 377 w 578"/>
                <a:gd name="T9" fmla="*/ 383 h 384"/>
                <a:gd name="T10" fmla="*/ 0 60000 65536"/>
                <a:gd name="T11" fmla="*/ 0 60000 65536"/>
                <a:gd name="T12" fmla="*/ 0 60000 65536"/>
                <a:gd name="T13" fmla="*/ 0 60000 65536"/>
                <a:gd name="T14" fmla="*/ 0 60000 65536"/>
                <a:gd name="T15" fmla="*/ 0 w 578"/>
                <a:gd name="T16" fmla="*/ 0 h 384"/>
                <a:gd name="T17" fmla="*/ 578 w 578"/>
                <a:gd name="T18" fmla="*/ 384 h 384"/>
              </a:gdLst>
              <a:ahLst/>
              <a:cxnLst>
                <a:cxn ang="T10">
                  <a:pos x="T0" y="T1"/>
                </a:cxn>
                <a:cxn ang="T11">
                  <a:pos x="T2" y="T3"/>
                </a:cxn>
                <a:cxn ang="T12">
                  <a:pos x="T4" y="T5"/>
                </a:cxn>
                <a:cxn ang="T13">
                  <a:pos x="T6" y="T7"/>
                </a:cxn>
                <a:cxn ang="T14">
                  <a:pos x="T8" y="T9"/>
                </a:cxn>
              </a:cxnLst>
              <a:rect l="T15" t="T16" r="T17" b="T18"/>
              <a:pathLst>
                <a:path w="578" h="384">
                  <a:moveTo>
                    <a:pt x="377" y="383"/>
                  </a:moveTo>
                  <a:lnTo>
                    <a:pt x="0" y="291"/>
                  </a:lnTo>
                  <a:lnTo>
                    <a:pt x="217" y="0"/>
                  </a:lnTo>
                  <a:lnTo>
                    <a:pt x="577" y="74"/>
                  </a:lnTo>
                  <a:lnTo>
                    <a:pt x="377" y="383"/>
                  </a:lnTo>
                </a:path>
              </a:pathLst>
            </a:custGeom>
            <a:solidFill>
              <a:srgbClr val="E22B00"/>
            </a:solidFill>
            <a:ln>
              <a:noFill/>
            </a:ln>
            <a:extLst>
              <a:ext uri="{91240B29-F687-4F45-9708-019B960494DF}">
                <a14:hiddenLine xmlns:a14="http://schemas.microsoft.com/office/drawing/2010/main" w="12700" cap="rnd" cmpd="sng">
                  <a:solidFill>
                    <a:srgbClr val="000000"/>
                  </a:solidFill>
                  <a:prstDash val="solid"/>
                  <a:round/>
                  <a:headEnd type="none" w="med" len="med"/>
                  <a:tailEnd type="none" w="med" len="med"/>
                </a14:hiddenLine>
              </a:ext>
            </a:extLst>
          </p:spPr>
          <p:txBody>
            <a:bodyPr/>
            <a:lstStyle/>
            <a:p>
              <a:endParaRPr lang="fr-FR"/>
            </a:p>
          </p:txBody>
        </p:sp>
        <p:sp>
          <p:nvSpPr>
            <p:cNvPr id="192526" name="Line 82"/>
            <p:cNvSpPr>
              <a:spLocks noChangeShapeType="1"/>
            </p:cNvSpPr>
            <p:nvPr/>
          </p:nvSpPr>
          <p:spPr bwMode="auto">
            <a:xfrm>
              <a:off x="3102" y="1862"/>
              <a:ext cx="352" cy="7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fr-FR"/>
            </a:p>
          </p:txBody>
        </p:sp>
        <p:sp>
          <p:nvSpPr>
            <p:cNvPr id="192527" name="Freeform 83"/>
            <p:cNvSpPr>
              <a:spLocks/>
            </p:cNvSpPr>
            <p:nvPr/>
          </p:nvSpPr>
          <p:spPr bwMode="auto">
            <a:xfrm>
              <a:off x="2762" y="1666"/>
              <a:ext cx="337" cy="485"/>
            </a:xfrm>
            <a:custGeom>
              <a:avLst/>
              <a:gdLst>
                <a:gd name="T0" fmla="*/ 336 w 337"/>
                <a:gd name="T1" fmla="*/ 194 h 485"/>
                <a:gd name="T2" fmla="*/ 118 w 337"/>
                <a:gd name="T3" fmla="*/ 484 h 485"/>
                <a:gd name="T4" fmla="*/ 0 w 337"/>
                <a:gd name="T5" fmla="*/ 452 h 485"/>
                <a:gd name="T6" fmla="*/ 336 w 337"/>
                <a:gd name="T7" fmla="*/ 0 h 485"/>
                <a:gd name="T8" fmla="*/ 336 w 337"/>
                <a:gd name="T9" fmla="*/ 152 h 485"/>
                <a:gd name="T10" fmla="*/ 336 w 337"/>
                <a:gd name="T11" fmla="*/ 194 h 485"/>
                <a:gd name="T12" fmla="*/ 0 60000 65536"/>
                <a:gd name="T13" fmla="*/ 0 60000 65536"/>
                <a:gd name="T14" fmla="*/ 0 60000 65536"/>
                <a:gd name="T15" fmla="*/ 0 60000 65536"/>
                <a:gd name="T16" fmla="*/ 0 60000 65536"/>
                <a:gd name="T17" fmla="*/ 0 60000 65536"/>
                <a:gd name="T18" fmla="*/ 0 w 337"/>
                <a:gd name="T19" fmla="*/ 0 h 485"/>
                <a:gd name="T20" fmla="*/ 337 w 337"/>
                <a:gd name="T21" fmla="*/ 485 h 485"/>
              </a:gdLst>
              <a:ahLst/>
              <a:cxnLst>
                <a:cxn ang="T12">
                  <a:pos x="T0" y="T1"/>
                </a:cxn>
                <a:cxn ang="T13">
                  <a:pos x="T2" y="T3"/>
                </a:cxn>
                <a:cxn ang="T14">
                  <a:pos x="T4" y="T5"/>
                </a:cxn>
                <a:cxn ang="T15">
                  <a:pos x="T6" y="T7"/>
                </a:cxn>
                <a:cxn ang="T16">
                  <a:pos x="T8" y="T9"/>
                </a:cxn>
                <a:cxn ang="T17">
                  <a:pos x="T10" y="T11"/>
                </a:cxn>
              </a:cxnLst>
              <a:rect l="T18" t="T19" r="T20" b="T21"/>
              <a:pathLst>
                <a:path w="337" h="485">
                  <a:moveTo>
                    <a:pt x="336" y="194"/>
                  </a:moveTo>
                  <a:lnTo>
                    <a:pt x="118" y="484"/>
                  </a:lnTo>
                  <a:lnTo>
                    <a:pt x="0" y="452"/>
                  </a:lnTo>
                  <a:lnTo>
                    <a:pt x="336" y="0"/>
                  </a:lnTo>
                  <a:lnTo>
                    <a:pt x="336" y="152"/>
                  </a:lnTo>
                  <a:lnTo>
                    <a:pt x="336" y="194"/>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192528" name="Freeform 84"/>
            <p:cNvSpPr>
              <a:spLocks/>
            </p:cNvSpPr>
            <p:nvPr/>
          </p:nvSpPr>
          <p:spPr bwMode="auto">
            <a:xfrm>
              <a:off x="2757" y="2124"/>
              <a:ext cx="509" cy="339"/>
            </a:xfrm>
            <a:custGeom>
              <a:avLst/>
              <a:gdLst>
                <a:gd name="T0" fmla="*/ 0 w 506"/>
                <a:gd name="T1" fmla="*/ 0 h 345"/>
                <a:gd name="T2" fmla="*/ 1 w 506"/>
                <a:gd name="T3" fmla="*/ 198 h 345"/>
                <a:gd name="T4" fmla="*/ 514 w 506"/>
                <a:gd name="T5" fmla="*/ 326 h 345"/>
                <a:gd name="T6" fmla="*/ 513 w 506"/>
                <a:gd name="T7" fmla="*/ 124 h 345"/>
                <a:gd name="T8" fmla="*/ 0 60000 65536"/>
                <a:gd name="T9" fmla="*/ 0 60000 65536"/>
                <a:gd name="T10" fmla="*/ 0 60000 65536"/>
                <a:gd name="T11" fmla="*/ 0 60000 65536"/>
                <a:gd name="T12" fmla="*/ 0 w 506"/>
                <a:gd name="T13" fmla="*/ 0 h 345"/>
                <a:gd name="T14" fmla="*/ 506 w 506"/>
                <a:gd name="T15" fmla="*/ 345 h 345"/>
              </a:gdLst>
              <a:ahLst/>
              <a:cxnLst>
                <a:cxn ang="T8">
                  <a:pos x="T0" y="T1"/>
                </a:cxn>
                <a:cxn ang="T9">
                  <a:pos x="T2" y="T3"/>
                </a:cxn>
                <a:cxn ang="T10">
                  <a:pos x="T4" y="T5"/>
                </a:cxn>
                <a:cxn ang="T11">
                  <a:pos x="T6" y="T7"/>
                </a:cxn>
              </a:cxnLst>
              <a:rect l="T12" t="T13" r="T14" b="T15"/>
              <a:pathLst>
                <a:path w="506" h="345">
                  <a:moveTo>
                    <a:pt x="0" y="0"/>
                  </a:moveTo>
                  <a:lnTo>
                    <a:pt x="1" y="209"/>
                  </a:lnTo>
                  <a:lnTo>
                    <a:pt x="505" y="344"/>
                  </a:lnTo>
                  <a:lnTo>
                    <a:pt x="504" y="130"/>
                  </a:lnTo>
                </a:path>
              </a:pathLst>
            </a:custGeom>
            <a:solidFill>
              <a:srgbClr val="FC2C1C"/>
            </a:solidFill>
            <a:ln w="12700" cap="rnd" cmpd="sng">
              <a:solidFill>
                <a:schemeClr val="bg2"/>
              </a:solidFill>
              <a:prstDash val="solid"/>
              <a:round/>
              <a:headEnd type="none" w="med" len="med"/>
              <a:tailEnd type="none" w="med" len="med"/>
            </a:ln>
          </p:spPr>
          <p:txBody>
            <a:bodyPr/>
            <a:lstStyle/>
            <a:p>
              <a:endParaRPr lang="fr-FR"/>
            </a:p>
          </p:txBody>
        </p:sp>
        <p:sp>
          <p:nvSpPr>
            <p:cNvPr id="192529" name="AutoShape 85"/>
            <p:cNvSpPr>
              <a:spLocks noChangeArrowheads="1"/>
            </p:cNvSpPr>
            <p:nvPr/>
          </p:nvSpPr>
          <p:spPr bwMode="auto">
            <a:xfrm rot="16200000" flipH="1">
              <a:off x="3067" y="1967"/>
              <a:ext cx="693" cy="306"/>
            </a:xfrm>
            <a:prstGeom prst="parallelogram">
              <a:avLst>
                <a:gd name="adj" fmla="val 156202"/>
              </a:avLst>
            </a:prstGeom>
            <a:solidFill>
              <a:srgbClr val="FC2C1C"/>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sp>
        <p:nvSpPr>
          <p:cNvPr id="192523" name="Text Box 86"/>
          <p:cNvSpPr txBox="1">
            <a:spLocks noChangeArrowheads="1"/>
          </p:cNvSpPr>
          <p:nvPr/>
        </p:nvSpPr>
        <p:spPr bwMode="auto">
          <a:xfrm>
            <a:off x="604838" y="5259388"/>
            <a:ext cx="6543675" cy="4429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eaLnBrk="1" hangingPunct="1">
              <a:spcBef>
                <a:spcPct val="0"/>
              </a:spcBef>
              <a:buFontTx/>
              <a:buNone/>
            </a:pPr>
            <a:r>
              <a:rPr lang="fr-FR" altLang="fr-FR" sz="2300"/>
              <a:t>4. Pointez la production sur votre feuille de suivi</a:t>
            </a:r>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3538" name="Rectangle 2"/>
          <p:cNvSpPr>
            <a:spLocks noGrp="1" noChangeArrowheads="1"/>
          </p:cNvSpPr>
          <p:nvPr>
            <p:ph type="title"/>
          </p:nvPr>
        </p:nvSpPr>
        <p:spPr/>
        <p:txBody>
          <a:bodyPr/>
          <a:lstStyle/>
          <a:p>
            <a:pPr eaLnBrk="1" hangingPunct="1"/>
            <a:r>
              <a:rPr lang="fr-FR" altLang="fr-FR"/>
              <a:t>Question</a:t>
            </a:r>
          </a:p>
        </p:txBody>
      </p:sp>
      <p:sp>
        <p:nvSpPr>
          <p:cNvPr id="193539" name="Rectangle 3"/>
          <p:cNvSpPr>
            <a:spLocks noGrp="1" noChangeArrowheads="1"/>
          </p:cNvSpPr>
          <p:nvPr>
            <p:ph type="body" idx="1"/>
          </p:nvPr>
        </p:nvSpPr>
        <p:spPr>
          <a:xfrm>
            <a:off x="457200" y="1831975"/>
            <a:ext cx="8229600" cy="4375150"/>
          </a:xfrm>
        </p:spPr>
        <p:txBody>
          <a:bodyPr/>
          <a:lstStyle/>
          <a:p>
            <a:pPr eaLnBrk="1" hangingPunct="1">
              <a:buFontTx/>
              <a:buNone/>
            </a:pPr>
            <a:r>
              <a:rPr lang="fr-FR" altLang="fr-FR" u="sng"/>
              <a:t>Origine</a:t>
            </a:r>
            <a:r>
              <a:rPr lang="fr-FR" altLang="fr-FR"/>
              <a:t> : Directeur Générale</a:t>
            </a:r>
          </a:p>
          <a:p>
            <a:pPr eaLnBrk="1" hangingPunct="1">
              <a:buFontTx/>
              <a:buNone/>
            </a:pPr>
            <a:r>
              <a:rPr lang="fr-FR" altLang="fr-FR" u="sng"/>
              <a:t>Destinataire</a:t>
            </a:r>
            <a:r>
              <a:rPr lang="fr-FR" altLang="fr-FR"/>
              <a:t> : Directeur Financier</a:t>
            </a:r>
          </a:p>
          <a:p>
            <a:pPr eaLnBrk="1" hangingPunct="1">
              <a:buFontTx/>
              <a:buNone/>
            </a:pPr>
            <a:endParaRPr lang="fr-FR" altLang="fr-FR"/>
          </a:p>
          <a:p>
            <a:pPr eaLnBrk="1" hangingPunct="1"/>
            <a:r>
              <a:rPr lang="fr-FR" altLang="fr-FR"/>
              <a:t>J'apprends par hasard que nous mettons en vente des containers d'occasion. </a:t>
            </a:r>
          </a:p>
          <a:p>
            <a:pPr eaLnBrk="1" hangingPunct="1"/>
            <a:r>
              <a:rPr lang="fr-FR" altLang="fr-FR"/>
              <a:t>Comment est-ce possible, alors qu'il y a peu de temps j’ai dû m'opposer personnellement à l'achat de 60 containers que la Production estimait indispensable à sa survie ? </a:t>
            </a:r>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94563" name="Group 3"/>
          <p:cNvGrpSpPr>
            <a:grpSpLocks/>
          </p:cNvGrpSpPr>
          <p:nvPr/>
        </p:nvGrpSpPr>
        <p:grpSpPr bwMode="auto">
          <a:xfrm>
            <a:off x="7073900" y="215900"/>
            <a:ext cx="1878013" cy="1250950"/>
            <a:chOff x="4456" y="136"/>
            <a:chExt cx="1183" cy="788"/>
          </a:xfrm>
        </p:grpSpPr>
        <p:grpSp>
          <p:nvGrpSpPr>
            <p:cNvPr id="194629" name="Group 4"/>
            <p:cNvGrpSpPr>
              <a:grpSpLocks/>
            </p:cNvGrpSpPr>
            <p:nvPr/>
          </p:nvGrpSpPr>
          <p:grpSpPr bwMode="auto">
            <a:xfrm>
              <a:off x="4766" y="232"/>
              <a:ext cx="873" cy="692"/>
              <a:chOff x="2185" y="310"/>
              <a:chExt cx="873" cy="692"/>
            </a:xfrm>
          </p:grpSpPr>
          <p:sp>
            <p:nvSpPr>
              <p:cNvPr id="194640" name="Freeform 5"/>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accent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4641" name="Freeform 6"/>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4642" name="Freeform 7"/>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4643" name="Freeform 8"/>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4644" name="Freeform 9"/>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4645" name="Freeform 10"/>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4646" name="Freeform 11"/>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grpSp>
          <p:nvGrpSpPr>
            <p:cNvPr id="194630" name="Group 12"/>
            <p:cNvGrpSpPr>
              <a:grpSpLocks/>
            </p:cNvGrpSpPr>
            <p:nvPr/>
          </p:nvGrpSpPr>
          <p:grpSpPr bwMode="auto">
            <a:xfrm>
              <a:off x="4949" y="336"/>
              <a:ext cx="591" cy="468"/>
              <a:chOff x="2185" y="310"/>
              <a:chExt cx="873" cy="692"/>
            </a:xfrm>
          </p:grpSpPr>
          <p:sp>
            <p:nvSpPr>
              <p:cNvPr id="194633" name="Freeform 13"/>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4634" name="Freeform 14"/>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4635" name="Freeform 15"/>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4636" name="Freeform 16"/>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4637" name="Freeform 17"/>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4638" name="Freeform 18"/>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4639" name="Freeform 19"/>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pic>
          <p:nvPicPr>
            <p:cNvPr id="194631" name="Picture 20"/>
            <p:cNvPicPr>
              <a:picLocks noChangeAspect="1" noChangeArrowheads="1"/>
            </p:cNvPicPr>
            <p:nvPr/>
          </p:nvPicPr>
          <p:blipFill>
            <a:blip r:embed="rId3" cstate="print">
              <a:extLst>
                <a:ext uri="{28A0092B-C50C-407E-A947-70E740481C1C}">
                  <a14:useLocalDpi xmlns:a14="http://schemas.microsoft.com/office/drawing/2010/main" val="0"/>
                </a:ext>
              </a:extLst>
            </a:blip>
            <a:srcRect l="-4282" t="-4369" r="-5199" b="-12012"/>
            <a:stretch>
              <a:fillRect/>
            </a:stretch>
          </p:blipFill>
          <p:spPr bwMode="auto">
            <a:xfrm>
              <a:off x="4456" y="136"/>
              <a:ext cx="480" cy="5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94632" name="Text Box 21"/>
            <p:cNvSpPr txBox="1">
              <a:spLocks noChangeArrowheads="1"/>
            </p:cNvSpPr>
            <p:nvPr/>
          </p:nvSpPr>
          <p:spPr bwMode="auto">
            <a:xfrm>
              <a:off x="4946" y="314"/>
              <a:ext cx="596" cy="49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4500" b="1">
                  <a:solidFill>
                    <a:srgbClr val="FF0000"/>
                  </a:solidFill>
                  <a:latin typeface="Arial Black" pitchFamily="34" charset="0"/>
                </a:rPr>
                <a:t>16</a:t>
              </a:r>
              <a:endParaRPr lang="fr-FR" altLang="fr-FR" sz="3200">
                <a:solidFill>
                  <a:schemeClr val="tx1"/>
                </a:solidFill>
                <a:latin typeface="Arial Black" pitchFamily="34" charset="0"/>
              </a:endParaRPr>
            </a:p>
          </p:txBody>
        </p:sp>
      </p:grpSp>
      <p:sp>
        <p:nvSpPr>
          <p:cNvPr id="194564" name="Rectangle 22"/>
          <p:cNvSpPr>
            <a:spLocks noGrp="1" noChangeArrowheads="1"/>
          </p:cNvSpPr>
          <p:nvPr>
            <p:ph type="title"/>
          </p:nvPr>
        </p:nvSpPr>
        <p:spPr>
          <a:xfrm>
            <a:off x="611188" y="0"/>
            <a:ext cx="6388100" cy="647700"/>
          </a:xfrm>
        </p:spPr>
        <p:txBody>
          <a:bodyPr/>
          <a:lstStyle/>
          <a:p>
            <a:pPr eaLnBrk="1" hangingPunct="1"/>
            <a:r>
              <a:rPr lang="fr-FR" altLang="fr-FR"/>
              <a:t>Sem. 4 - Mardi</a:t>
            </a:r>
          </a:p>
        </p:txBody>
      </p:sp>
      <p:sp>
        <p:nvSpPr>
          <p:cNvPr id="194565" name="Text Box 23"/>
          <p:cNvSpPr txBox="1">
            <a:spLocks noChangeArrowheads="1"/>
          </p:cNvSpPr>
          <p:nvPr/>
        </p:nvSpPr>
        <p:spPr bwMode="auto">
          <a:xfrm>
            <a:off x="571500" y="2030413"/>
            <a:ext cx="3217863"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2. Pas de commandes</a:t>
            </a:r>
          </a:p>
        </p:txBody>
      </p:sp>
      <p:sp>
        <p:nvSpPr>
          <p:cNvPr id="194566" name="Text Box 24"/>
          <p:cNvSpPr txBox="1">
            <a:spLocks noChangeArrowheads="1"/>
          </p:cNvSpPr>
          <p:nvPr/>
        </p:nvSpPr>
        <p:spPr bwMode="auto">
          <a:xfrm>
            <a:off x="566738" y="1154113"/>
            <a:ext cx="1946275"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1. Tirez le dé</a:t>
            </a:r>
          </a:p>
        </p:txBody>
      </p:sp>
      <p:sp>
        <p:nvSpPr>
          <p:cNvPr id="194567" name="Text Box 25"/>
          <p:cNvSpPr txBox="1">
            <a:spLocks noChangeArrowheads="1"/>
          </p:cNvSpPr>
          <p:nvPr/>
        </p:nvSpPr>
        <p:spPr bwMode="auto">
          <a:xfrm>
            <a:off x="566738" y="4316413"/>
            <a:ext cx="18796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3. Produisez</a:t>
            </a:r>
          </a:p>
        </p:txBody>
      </p:sp>
      <p:grpSp>
        <p:nvGrpSpPr>
          <p:cNvPr id="194568" name="Group 26"/>
          <p:cNvGrpSpPr>
            <a:grpSpLocks/>
          </p:cNvGrpSpPr>
          <p:nvPr/>
        </p:nvGrpSpPr>
        <p:grpSpPr bwMode="auto">
          <a:xfrm>
            <a:off x="2843213" y="1106488"/>
            <a:ext cx="446087" cy="534987"/>
            <a:chOff x="868" y="1439"/>
            <a:chExt cx="811" cy="972"/>
          </a:xfrm>
        </p:grpSpPr>
        <p:sp>
          <p:nvSpPr>
            <p:cNvPr id="194578" name="Freeform 27"/>
            <p:cNvSpPr>
              <a:spLocks/>
            </p:cNvSpPr>
            <p:nvPr/>
          </p:nvSpPr>
          <p:spPr bwMode="auto">
            <a:xfrm>
              <a:off x="1548" y="2014"/>
              <a:ext cx="123" cy="100"/>
            </a:xfrm>
            <a:custGeom>
              <a:avLst/>
              <a:gdLst>
                <a:gd name="T0" fmla="*/ 5 w 618"/>
                <a:gd name="T1" fmla="*/ 0 h 502"/>
                <a:gd name="T2" fmla="*/ 5 w 618"/>
                <a:gd name="T3" fmla="*/ 0 h 502"/>
                <a:gd name="T4" fmla="*/ 0 w 618"/>
                <a:gd name="T5" fmla="*/ 4 h 502"/>
                <a:gd name="T6" fmla="*/ 0 w 618"/>
                <a:gd name="T7" fmla="*/ 4 h 502"/>
                <a:gd name="T8" fmla="*/ 5 w 618"/>
                <a:gd name="T9" fmla="*/ 0 h 502"/>
                <a:gd name="T10" fmla="*/ 5 w 618"/>
                <a:gd name="T11" fmla="*/ 0 h 502"/>
                <a:gd name="T12" fmla="*/ 5 w 618"/>
                <a:gd name="T13" fmla="*/ 0 h 502"/>
                <a:gd name="T14" fmla="*/ 5 w 618"/>
                <a:gd name="T15" fmla="*/ 0 h 502"/>
                <a:gd name="T16" fmla="*/ 5 w 618"/>
                <a:gd name="T17" fmla="*/ 0 h 502"/>
                <a:gd name="T18" fmla="*/ 5 w 618"/>
                <a:gd name="T19" fmla="*/ 0 h 502"/>
                <a:gd name="T20" fmla="*/ 5 w 618"/>
                <a:gd name="T21" fmla="*/ 0 h 502"/>
                <a:gd name="T22" fmla="*/ 5 w 618"/>
                <a:gd name="T23" fmla="*/ 0 h 502"/>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618"/>
                <a:gd name="T37" fmla="*/ 0 h 502"/>
                <a:gd name="T38" fmla="*/ 618 w 618"/>
                <a:gd name="T39" fmla="*/ 502 h 502"/>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618" h="502">
                  <a:moveTo>
                    <a:pt x="611" y="0"/>
                  </a:moveTo>
                  <a:lnTo>
                    <a:pt x="606" y="2"/>
                  </a:lnTo>
                  <a:lnTo>
                    <a:pt x="0" y="490"/>
                  </a:lnTo>
                  <a:lnTo>
                    <a:pt x="10" y="502"/>
                  </a:lnTo>
                  <a:lnTo>
                    <a:pt x="616" y="14"/>
                  </a:lnTo>
                  <a:lnTo>
                    <a:pt x="611" y="16"/>
                  </a:lnTo>
                  <a:lnTo>
                    <a:pt x="616" y="14"/>
                  </a:lnTo>
                  <a:lnTo>
                    <a:pt x="618" y="9"/>
                  </a:lnTo>
                  <a:lnTo>
                    <a:pt x="617" y="3"/>
                  </a:lnTo>
                  <a:lnTo>
                    <a:pt x="612" y="1"/>
                  </a:lnTo>
                  <a:lnTo>
                    <a:pt x="606" y="2"/>
                  </a:lnTo>
                  <a:lnTo>
                    <a:pt x="611"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4579" name="Freeform 28"/>
            <p:cNvSpPr>
              <a:spLocks/>
            </p:cNvSpPr>
            <p:nvPr/>
          </p:nvSpPr>
          <p:spPr bwMode="auto">
            <a:xfrm>
              <a:off x="876" y="1852"/>
              <a:ext cx="82" cy="373"/>
            </a:xfrm>
            <a:custGeom>
              <a:avLst/>
              <a:gdLst>
                <a:gd name="T0" fmla="*/ 3 w 413"/>
                <a:gd name="T1" fmla="*/ 15 h 1865"/>
                <a:gd name="T2" fmla="*/ 3 w 413"/>
                <a:gd name="T3" fmla="*/ 15 h 1865"/>
                <a:gd name="T4" fmla="*/ 0 w 413"/>
                <a:gd name="T5" fmla="*/ 0 h 1865"/>
                <a:gd name="T6" fmla="*/ 0 w 413"/>
                <a:gd name="T7" fmla="*/ 0 h 1865"/>
                <a:gd name="T8" fmla="*/ 3 w 413"/>
                <a:gd name="T9" fmla="*/ 15 h 1865"/>
                <a:gd name="T10" fmla="*/ 3 w 413"/>
                <a:gd name="T11" fmla="*/ 15 h 1865"/>
                <a:gd name="T12" fmla="*/ 3 w 413"/>
                <a:gd name="T13" fmla="*/ 15 h 1865"/>
                <a:gd name="T14" fmla="*/ 3 w 413"/>
                <a:gd name="T15" fmla="*/ 15 h 1865"/>
                <a:gd name="T16" fmla="*/ 3 w 413"/>
                <a:gd name="T17" fmla="*/ 15 h 1865"/>
                <a:gd name="T18" fmla="*/ 3 w 413"/>
                <a:gd name="T19" fmla="*/ 15 h 1865"/>
                <a:gd name="T20" fmla="*/ 3 w 413"/>
                <a:gd name="T21" fmla="*/ 15 h 1865"/>
                <a:gd name="T22" fmla="*/ 3 w 413"/>
                <a:gd name="T23" fmla="*/ 15 h 186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413"/>
                <a:gd name="T37" fmla="*/ 0 h 1865"/>
                <a:gd name="T38" fmla="*/ 413 w 413"/>
                <a:gd name="T39" fmla="*/ 1865 h 1865"/>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413" h="1865">
                  <a:moveTo>
                    <a:pt x="400" y="1864"/>
                  </a:moveTo>
                  <a:lnTo>
                    <a:pt x="413" y="1856"/>
                  </a:lnTo>
                  <a:lnTo>
                    <a:pt x="17" y="0"/>
                  </a:lnTo>
                  <a:lnTo>
                    <a:pt x="0" y="2"/>
                  </a:lnTo>
                  <a:lnTo>
                    <a:pt x="396" y="1858"/>
                  </a:lnTo>
                  <a:lnTo>
                    <a:pt x="409" y="1850"/>
                  </a:lnTo>
                  <a:lnTo>
                    <a:pt x="396" y="1858"/>
                  </a:lnTo>
                  <a:lnTo>
                    <a:pt x="400" y="1864"/>
                  </a:lnTo>
                  <a:lnTo>
                    <a:pt x="406" y="1865"/>
                  </a:lnTo>
                  <a:lnTo>
                    <a:pt x="410" y="1862"/>
                  </a:lnTo>
                  <a:lnTo>
                    <a:pt x="413" y="1856"/>
                  </a:lnTo>
                  <a:lnTo>
                    <a:pt x="400" y="186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4580" name="Freeform 29"/>
            <p:cNvSpPr>
              <a:spLocks/>
            </p:cNvSpPr>
            <p:nvPr/>
          </p:nvSpPr>
          <p:spPr bwMode="auto">
            <a:xfrm>
              <a:off x="1282" y="1533"/>
              <a:ext cx="35" cy="161"/>
            </a:xfrm>
            <a:custGeom>
              <a:avLst/>
              <a:gdLst>
                <a:gd name="T0" fmla="*/ 1 w 175"/>
                <a:gd name="T1" fmla="*/ 6 h 807"/>
                <a:gd name="T2" fmla="*/ 1 w 175"/>
                <a:gd name="T3" fmla="*/ 6 h 807"/>
                <a:gd name="T4" fmla="*/ 1 w 175"/>
                <a:gd name="T5" fmla="*/ 6 h 807"/>
                <a:gd name="T6" fmla="*/ 1 w 175"/>
                <a:gd name="T7" fmla="*/ 5 h 807"/>
                <a:gd name="T8" fmla="*/ 1 w 175"/>
                <a:gd name="T9" fmla="*/ 5 h 807"/>
                <a:gd name="T10" fmla="*/ 1 w 175"/>
                <a:gd name="T11" fmla="*/ 5 h 807"/>
                <a:gd name="T12" fmla="*/ 1 w 175"/>
                <a:gd name="T13" fmla="*/ 4 h 807"/>
                <a:gd name="T14" fmla="*/ 1 w 175"/>
                <a:gd name="T15" fmla="*/ 4 h 807"/>
                <a:gd name="T16" fmla="*/ 1 w 175"/>
                <a:gd name="T17" fmla="*/ 3 h 807"/>
                <a:gd name="T18" fmla="*/ 1 w 175"/>
                <a:gd name="T19" fmla="*/ 3 h 807"/>
                <a:gd name="T20" fmla="*/ 1 w 175"/>
                <a:gd name="T21" fmla="*/ 3 h 807"/>
                <a:gd name="T22" fmla="*/ 1 w 175"/>
                <a:gd name="T23" fmla="*/ 2 h 807"/>
                <a:gd name="T24" fmla="*/ 1 w 175"/>
                <a:gd name="T25" fmla="*/ 2 h 807"/>
                <a:gd name="T26" fmla="*/ 1 w 175"/>
                <a:gd name="T27" fmla="*/ 2 h 807"/>
                <a:gd name="T28" fmla="*/ 1 w 175"/>
                <a:gd name="T29" fmla="*/ 1 h 807"/>
                <a:gd name="T30" fmla="*/ 1 w 175"/>
                <a:gd name="T31" fmla="*/ 1 h 807"/>
                <a:gd name="T32" fmla="*/ 1 w 175"/>
                <a:gd name="T33" fmla="*/ 1 h 807"/>
                <a:gd name="T34" fmla="*/ 1 w 175"/>
                <a:gd name="T35" fmla="*/ 0 h 807"/>
                <a:gd name="T36" fmla="*/ 1 w 175"/>
                <a:gd name="T37" fmla="*/ 0 h 807"/>
                <a:gd name="T38" fmla="*/ 1 w 175"/>
                <a:gd name="T39" fmla="*/ 0 h 807"/>
                <a:gd name="T40" fmla="*/ 0 w 175"/>
                <a:gd name="T41" fmla="*/ 1 h 807"/>
                <a:gd name="T42" fmla="*/ 0 w 175"/>
                <a:gd name="T43" fmla="*/ 1 h 807"/>
                <a:gd name="T44" fmla="*/ 0 w 175"/>
                <a:gd name="T45" fmla="*/ 1 h 807"/>
                <a:gd name="T46" fmla="*/ 0 w 175"/>
                <a:gd name="T47" fmla="*/ 2 h 807"/>
                <a:gd name="T48" fmla="*/ 0 w 175"/>
                <a:gd name="T49" fmla="*/ 2 h 807"/>
                <a:gd name="T50" fmla="*/ 0 w 175"/>
                <a:gd name="T51" fmla="*/ 3 h 807"/>
                <a:gd name="T52" fmla="*/ 0 w 175"/>
                <a:gd name="T53" fmla="*/ 3 h 807"/>
                <a:gd name="T54" fmla="*/ 0 w 175"/>
                <a:gd name="T55" fmla="*/ 3 h 807"/>
                <a:gd name="T56" fmla="*/ 0 w 175"/>
                <a:gd name="T57" fmla="*/ 4 h 807"/>
                <a:gd name="T58" fmla="*/ 0 w 175"/>
                <a:gd name="T59" fmla="*/ 4 h 807"/>
                <a:gd name="T60" fmla="*/ 0 w 175"/>
                <a:gd name="T61" fmla="*/ 5 h 807"/>
                <a:gd name="T62" fmla="*/ 0 w 175"/>
                <a:gd name="T63" fmla="*/ 5 h 807"/>
                <a:gd name="T64" fmla="*/ 0 w 175"/>
                <a:gd name="T65" fmla="*/ 5 h 807"/>
                <a:gd name="T66" fmla="*/ 1 w 175"/>
                <a:gd name="T67" fmla="*/ 6 h 807"/>
                <a:gd name="T68" fmla="*/ 1 w 175"/>
                <a:gd name="T69" fmla="*/ 6 h 807"/>
                <a:gd name="T70" fmla="*/ 1 w 175"/>
                <a:gd name="T71" fmla="*/ 6 h 807"/>
                <a:gd name="T72" fmla="*/ 1 w 175"/>
                <a:gd name="T73" fmla="*/ 6 h 807"/>
                <a:gd name="T74" fmla="*/ 1 w 175"/>
                <a:gd name="T75" fmla="*/ 6 h 807"/>
                <a:gd name="T76" fmla="*/ 1 w 175"/>
                <a:gd name="T77" fmla="*/ 6 h 807"/>
                <a:gd name="T78" fmla="*/ 1 w 175"/>
                <a:gd name="T79" fmla="*/ 6 h 807"/>
                <a:gd name="T80" fmla="*/ 1 w 175"/>
                <a:gd name="T81" fmla="*/ 6 h 807"/>
                <a:gd name="T82" fmla="*/ 1 w 175"/>
                <a:gd name="T83" fmla="*/ 6 h 807"/>
                <a:gd name="T84" fmla="*/ 1 w 175"/>
                <a:gd name="T85" fmla="*/ 6 h 807"/>
                <a:gd name="T86" fmla="*/ 1 w 175"/>
                <a:gd name="T87" fmla="*/ 6 h 807"/>
                <a:gd name="T88" fmla="*/ 1 w 175"/>
                <a:gd name="T89" fmla="*/ 6 h 807"/>
                <a:gd name="T90" fmla="*/ 1 w 175"/>
                <a:gd name="T91" fmla="*/ 6 h 80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175"/>
                <a:gd name="T139" fmla="*/ 0 h 807"/>
                <a:gd name="T140" fmla="*/ 175 w 175"/>
                <a:gd name="T141" fmla="*/ 807 h 80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175" h="807">
                  <a:moveTo>
                    <a:pt x="169" y="740"/>
                  </a:moveTo>
                  <a:lnTo>
                    <a:pt x="169" y="739"/>
                  </a:lnTo>
                  <a:lnTo>
                    <a:pt x="149" y="698"/>
                  </a:lnTo>
                  <a:lnTo>
                    <a:pt x="133" y="656"/>
                  </a:lnTo>
                  <a:lnTo>
                    <a:pt x="120" y="611"/>
                  </a:lnTo>
                  <a:lnTo>
                    <a:pt x="108" y="565"/>
                  </a:lnTo>
                  <a:lnTo>
                    <a:pt x="100" y="520"/>
                  </a:lnTo>
                  <a:lnTo>
                    <a:pt x="96" y="472"/>
                  </a:lnTo>
                  <a:lnTo>
                    <a:pt x="93" y="425"/>
                  </a:lnTo>
                  <a:lnTo>
                    <a:pt x="93" y="377"/>
                  </a:lnTo>
                  <a:lnTo>
                    <a:pt x="96" y="330"/>
                  </a:lnTo>
                  <a:lnTo>
                    <a:pt x="100" y="283"/>
                  </a:lnTo>
                  <a:lnTo>
                    <a:pt x="106" y="238"/>
                  </a:lnTo>
                  <a:lnTo>
                    <a:pt x="115" y="195"/>
                  </a:lnTo>
                  <a:lnTo>
                    <a:pt x="126" y="153"/>
                  </a:lnTo>
                  <a:lnTo>
                    <a:pt x="139" y="114"/>
                  </a:lnTo>
                  <a:lnTo>
                    <a:pt x="153" y="77"/>
                  </a:lnTo>
                  <a:lnTo>
                    <a:pt x="169" y="43"/>
                  </a:lnTo>
                  <a:lnTo>
                    <a:pt x="87" y="0"/>
                  </a:lnTo>
                  <a:lnTo>
                    <a:pt x="69" y="39"/>
                  </a:lnTo>
                  <a:lnTo>
                    <a:pt x="52" y="81"/>
                  </a:lnTo>
                  <a:lnTo>
                    <a:pt x="37" y="127"/>
                  </a:lnTo>
                  <a:lnTo>
                    <a:pt x="24" y="174"/>
                  </a:lnTo>
                  <a:lnTo>
                    <a:pt x="15" y="222"/>
                  </a:lnTo>
                  <a:lnTo>
                    <a:pt x="7" y="271"/>
                  </a:lnTo>
                  <a:lnTo>
                    <a:pt x="2" y="323"/>
                  </a:lnTo>
                  <a:lnTo>
                    <a:pt x="0" y="374"/>
                  </a:lnTo>
                  <a:lnTo>
                    <a:pt x="0" y="427"/>
                  </a:lnTo>
                  <a:lnTo>
                    <a:pt x="2" y="479"/>
                  </a:lnTo>
                  <a:lnTo>
                    <a:pt x="9" y="531"/>
                  </a:lnTo>
                  <a:lnTo>
                    <a:pt x="17" y="584"/>
                  </a:lnTo>
                  <a:lnTo>
                    <a:pt x="29" y="635"/>
                  </a:lnTo>
                  <a:lnTo>
                    <a:pt x="44" y="686"/>
                  </a:lnTo>
                  <a:lnTo>
                    <a:pt x="65" y="736"/>
                  </a:lnTo>
                  <a:lnTo>
                    <a:pt x="87" y="784"/>
                  </a:lnTo>
                  <a:lnTo>
                    <a:pt x="87" y="782"/>
                  </a:lnTo>
                  <a:lnTo>
                    <a:pt x="87" y="784"/>
                  </a:lnTo>
                  <a:lnTo>
                    <a:pt x="100" y="799"/>
                  </a:lnTo>
                  <a:lnTo>
                    <a:pt x="117" y="807"/>
                  </a:lnTo>
                  <a:lnTo>
                    <a:pt x="134" y="807"/>
                  </a:lnTo>
                  <a:lnTo>
                    <a:pt x="151" y="801"/>
                  </a:lnTo>
                  <a:lnTo>
                    <a:pt x="164" y="791"/>
                  </a:lnTo>
                  <a:lnTo>
                    <a:pt x="173" y="777"/>
                  </a:lnTo>
                  <a:lnTo>
                    <a:pt x="175" y="759"/>
                  </a:lnTo>
                  <a:lnTo>
                    <a:pt x="169" y="739"/>
                  </a:lnTo>
                  <a:lnTo>
                    <a:pt x="169" y="74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4581" name="Freeform 30"/>
            <p:cNvSpPr>
              <a:spLocks/>
            </p:cNvSpPr>
            <p:nvPr/>
          </p:nvSpPr>
          <p:spPr bwMode="auto">
            <a:xfrm>
              <a:off x="1299" y="1681"/>
              <a:ext cx="157" cy="281"/>
            </a:xfrm>
            <a:custGeom>
              <a:avLst/>
              <a:gdLst>
                <a:gd name="T0" fmla="*/ 6 w 787"/>
                <a:gd name="T1" fmla="*/ 11 h 1404"/>
                <a:gd name="T2" fmla="*/ 6 w 787"/>
                <a:gd name="T3" fmla="*/ 11 h 1404"/>
                <a:gd name="T4" fmla="*/ 1 w 787"/>
                <a:gd name="T5" fmla="*/ 0 h 1404"/>
                <a:gd name="T6" fmla="*/ 0 w 787"/>
                <a:gd name="T7" fmla="*/ 0 h 1404"/>
                <a:gd name="T8" fmla="*/ 6 w 787"/>
                <a:gd name="T9" fmla="*/ 11 h 1404"/>
                <a:gd name="T10" fmla="*/ 6 w 787"/>
                <a:gd name="T11" fmla="*/ 11 h 1404"/>
                <a:gd name="T12" fmla="*/ 6 w 787"/>
                <a:gd name="T13" fmla="*/ 11 h 1404"/>
                <a:gd name="T14" fmla="*/ 6 w 787"/>
                <a:gd name="T15" fmla="*/ 11 h 1404"/>
                <a:gd name="T16" fmla="*/ 6 w 787"/>
                <a:gd name="T17" fmla="*/ 11 h 1404"/>
                <a:gd name="T18" fmla="*/ 6 w 787"/>
                <a:gd name="T19" fmla="*/ 11 h 1404"/>
                <a:gd name="T20" fmla="*/ 6 w 787"/>
                <a:gd name="T21" fmla="*/ 11 h 1404"/>
                <a:gd name="T22" fmla="*/ 6 w 787"/>
                <a:gd name="T23" fmla="*/ 11 h 1404"/>
                <a:gd name="T24" fmla="*/ 6 w 787"/>
                <a:gd name="T25" fmla="*/ 11 h 1404"/>
                <a:gd name="T26" fmla="*/ 6 w 787"/>
                <a:gd name="T27" fmla="*/ 11 h 1404"/>
                <a:gd name="T28" fmla="*/ 6 w 787"/>
                <a:gd name="T29" fmla="*/ 11 h 1404"/>
                <a:gd name="T30" fmla="*/ 6 w 787"/>
                <a:gd name="T31" fmla="*/ 11 h 1404"/>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787"/>
                <a:gd name="T49" fmla="*/ 0 h 1404"/>
                <a:gd name="T50" fmla="*/ 787 w 787"/>
                <a:gd name="T51" fmla="*/ 1404 h 1404"/>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787" h="1404">
                  <a:moveTo>
                    <a:pt x="781" y="1334"/>
                  </a:moveTo>
                  <a:lnTo>
                    <a:pt x="781" y="1337"/>
                  </a:lnTo>
                  <a:lnTo>
                    <a:pt x="82" y="0"/>
                  </a:lnTo>
                  <a:lnTo>
                    <a:pt x="0" y="42"/>
                  </a:lnTo>
                  <a:lnTo>
                    <a:pt x="699" y="1379"/>
                  </a:lnTo>
                  <a:lnTo>
                    <a:pt x="699" y="1381"/>
                  </a:lnTo>
                  <a:lnTo>
                    <a:pt x="699" y="1379"/>
                  </a:lnTo>
                  <a:lnTo>
                    <a:pt x="712" y="1395"/>
                  </a:lnTo>
                  <a:lnTo>
                    <a:pt x="727" y="1402"/>
                  </a:lnTo>
                  <a:lnTo>
                    <a:pt x="744" y="1404"/>
                  </a:lnTo>
                  <a:lnTo>
                    <a:pt x="761" y="1398"/>
                  </a:lnTo>
                  <a:lnTo>
                    <a:pt x="775" y="1388"/>
                  </a:lnTo>
                  <a:lnTo>
                    <a:pt x="784" y="1373"/>
                  </a:lnTo>
                  <a:lnTo>
                    <a:pt x="787" y="1357"/>
                  </a:lnTo>
                  <a:lnTo>
                    <a:pt x="781" y="1337"/>
                  </a:lnTo>
                  <a:lnTo>
                    <a:pt x="781" y="13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4582" name="Freeform 31"/>
            <p:cNvSpPr>
              <a:spLocks/>
            </p:cNvSpPr>
            <p:nvPr/>
          </p:nvSpPr>
          <p:spPr bwMode="auto">
            <a:xfrm>
              <a:off x="1439" y="1948"/>
              <a:ext cx="125" cy="76"/>
            </a:xfrm>
            <a:custGeom>
              <a:avLst/>
              <a:gdLst>
                <a:gd name="T0" fmla="*/ 5 w 628"/>
                <a:gd name="T1" fmla="*/ 2 h 383"/>
                <a:gd name="T2" fmla="*/ 5 w 628"/>
                <a:gd name="T3" fmla="*/ 2 h 383"/>
                <a:gd name="T4" fmla="*/ 4 w 628"/>
                <a:gd name="T5" fmla="*/ 2 h 383"/>
                <a:gd name="T6" fmla="*/ 4 w 628"/>
                <a:gd name="T7" fmla="*/ 2 h 383"/>
                <a:gd name="T8" fmla="*/ 4 w 628"/>
                <a:gd name="T9" fmla="*/ 2 h 383"/>
                <a:gd name="T10" fmla="*/ 3 w 628"/>
                <a:gd name="T11" fmla="*/ 2 h 383"/>
                <a:gd name="T12" fmla="*/ 3 w 628"/>
                <a:gd name="T13" fmla="*/ 2 h 383"/>
                <a:gd name="T14" fmla="*/ 3 w 628"/>
                <a:gd name="T15" fmla="*/ 2 h 383"/>
                <a:gd name="T16" fmla="*/ 3 w 628"/>
                <a:gd name="T17" fmla="*/ 2 h 383"/>
                <a:gd name="T18" fmla="*/ 2 w 628"/>
                <a:gd name="T19" fmla="*/ 2 h 383"/>
                <a:gd name="T20" fmla="*/ 2 w 628"/>
                <a:gd name="T21" fmla="*/ 2 h 383"/>
                <a:gd name="T22" fmla="*/ 2 w 628"/>
                <a:gd name="T23" fmla="*/ 1 h 383"/>
                <a:gd name="T24" fmla="*/ 2 w 628"/>
                <a:gd name="T25" fmla="*/ 1 h 383"/>
                <a:gd name="T26" fmla="*/ 1 w 628"/>
                <a:gd name="T27" fmla="*/ 1 h 383"/>
                <a:gd name="T28" fmla="*/ 1 w 628"/>
                <a:gd name="T29" fmla="*/ 1 h 383"/>
                <a:gd name="T30" fmla="*/ 1 w 628"/>
                <a:gd name="T31" fmla="*/ 1 h 383"/>
                <a:gd name="T32" fmla="*/ 1 w 628"/>
                <a:gd name="T33" fmla="*/ 0 h 383"/>
                <a:gd name="T34" fmla="*/ 1 w 628"/>
                <a:gd name="T35" fmla="*/ 0 h 383"/>
                <a:gd name="T36" fmla="*/ 0 w 628"/>
                <a:gd name="T37" fmla="*/ 0 h 383"/>
                <a:gd name="T38" fmla="*/ 0 w 628"/>
                <a:gd name="T39" fmla="*/ 1 h 383"/>
                <a:gd name="T40" fmla="*/ 0 w 628"/>
                <a:gd name="T41" fmla="*/ 1 h 383"/>
                <a:gd name="T42" fmla="*/ 1 w 628"/>
                <a:gd name="T43" fmla="*/ 1 h 383"/>
                <a:gd name="T44" fmla="*/ 1 w 628"/>
                <a:gd name="T45" fmla="*/ 1 h 383"/>
                <a:gd name="T46" fmla="*/ 1 w 628"/>
                <a:gd name="T47" fmla="*/ 2 h 383"/>
                <a:gd name="T48" fmla="*/ 1 w 628"/>
                <a:gd name="T49" fmla="*/ 2 h 383"/>
                <a:gd name="T50" fmla="*/ 2 w 628"/>
                <a:gd name="T51" fmla="*/ 2 h 383"/>
                <a:gd name="T52" fmla="*/ 2 w 628"/>
                <a:gd name="T53" fmla="*/ 2 h 383"/>
                <a:gd name="T54" fmla="*/ 2 w 628"/>
                <a:gd name="T55" fmla="*/ 2 h 383"/>
                <a:gd name="T56" fmla="*/ 3 w 628"/>
                <a:gd name="T57" fmla="*/ 3 h 383"/>
                <a:gd name="T58" fmla="*/ 3 w 628"/>
                <a:gd name="T59" fmla="*/ 3 h 383"/>
                <a:gd name="T60" fmla="*/ 3 w 628"/>
                <a:gd name="T61" fmla="*/ 3 h 383"/>
                <a:gd name="T62" fmla="*/ 4 w 628"/>
                <a:gd name="T63" fmla="*/ 3 h 383"/>
                <a:gd name="T64" fmla="*/ 4 w 628"/>
                <a:gd name="T65" fmla="*/ 3 h 383"/>
                <a:gd name="T66" fmla="*/ 4 w 628"/>
                <a:gd name="T67" fmla="*/ 3 h 383"/>
                <a:gd name="T68" fmla="*/ 5 w 628"/>
                <a:gd name="T69" fmla="*/ 3 h 383"/>
                <a:gd name="T70" fmla="*/ 5 w 628"/>
                <a:gd name="T71" fmla="*/ 3 h 383"/>
                <a:gd name="T72" fmla="*/ 5 w 628"/>
                <a:gd name="T73" fmla="*/ 3 h 383"/>
                <a:gd name="T74" fmla="*/ 5 w 628"/>
                <a:gd name="T75" fmla="*/ 3 h 383"/>
                <a:gd name="T76" fmla="*/ 5 w 628"/>
                <a:gd name="T77" fmla="*/ 3 h 383"/>
                <a:gd name="T78" fmla="*/ 5 w 628"/>
                <a:gd name="T79" fmla="*/ 3 h 383"/>
                <a:gd name="T80" fmla="*/ 5 w 628"/>
                <a:gd name="T81" fmla="*/ 3 h 383"/>
                <a:gd name="T82" fmla="*/ 5 w 628"/>
                <a:gd name="T83" fmla="*/ 3 h 383"/>
                <a:gd name="T84" fmla="*/ 5 w 628"/>
                <a:gd name="T85" fmla="*/ 2 h 383"/>
                <a:gd name="T86" fmla="*/ 5 w 628"/>
                <a:gd name="T87" fmla="*/ 2 h 383"/>
                <a:gd name="T88" fmla="*/ 5 w 628"/>
                <a:gd name="T89" fmla="*/ 2 h 383"/>
                <a:gd name="T90" fmla="*/ 5 w 628"/>
                <a:gd name="T91" fmla="*/ 2 h 38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628"/>
                <a:gd name="T139" fmla="*/ 0 h 383"/>
                <a:gd name="T140" fmla="*/ 628 w 628"/>
                <a:gd name="T141" fmla="*/ 383 h 38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628" h="383">
                  <a:moveTo>
                    <a:pt x="581" y="289"/>
                  </a:moveTo>
                  <a:lnTo>
                    <a:pt x="582" y="289"/>
                  </a:lnTo>
                  <a:lnTo>
                    <a:pt x="541" y="287"/>
                  </a:lnTo>
                  <a:lnTo>
                    <a:pt x="500" y="283"/>
                  </a:lnTo>
                  <a:lnTo>
                    <a:pt x="462" y="276"/>
                  </a:lnTo>
                  <a:lnTo>
                    <a:pt x="424" y="268"/>
                  </a:lnTo>
                  <a:lnTo>
                    <a:pt x="389" y="255"/>
                  </a:lnTo>
                  <a:lnTo>
                    <a:pt x="352" y="242"/>
                  </a:lnTo>
                  <a:lnTo>
                    <a:pt x="320" y="227"/>
                  </a:lnTo>
                  <a:lnTo>
                    <a:pt x="287" y="209"/>
                  </a:lnTo>
                  <a:lnTo>
                    <a:pt x="255" y="189"/>
                  </a:lnTo>
                  <a:lnTo>
                    <a:pt x="226" y="168"/>
                  </a:lnTo>
                  <a:lnTo>
                    <a:pt x="198" y="145"/>
                  </a:lnTo>
                  <a:lnTo>
                    <a:pt x="172" y="119"/>
                  </a:lnTo>
                  <a:lnTo>
                    <a:pt x="146" y="92"/>
                  </a:lnTo>
                  <a:lnTo>
                    <a:pt x="122" y="64"/>
                  </a:lnTo>
                  <a:lnTo>
                    <a:pt x="100" y="33"/>
                  </a:lnTo>
                  <a:lnTo>
                    <a:pt x="82" y="0"/>
                  </a:lnTo>
                  <a:lnTo>
                    <a:pt x="0" y="47"/>
                  </a:lnTo>
                  <a:lnTo>
                    <a:pt x="23" y="85"/>
                  </a:lnTo>
                  <a:lnTo>
                    <a:pt x="49" y="120"/>
                  </a:lnTo>
                  <a:lnTo>
                    <a:pt x="76" y="153"/>
                  </a:lnTo>
                  <a:lnTo>
                    <a:pt x="104" y="185"/>
                  </a:lnTo>
                  <a:lnTo>
                    <a:pt x="137" y="215"/>
                  </a:lnTo>
                  <a:lnTo>
                    <a:pt x="170" y="241"/>
                  </a:lnTo>
                  <a:lnTo>
                    <a:pt x="204" y="267"/>
                  </a:lnTo>
                  <a:lnTo>
                    <a:pt x="240" y="289"/>
                  </a:lnTo>
                  <a:lnTo>
                    <a:pt x="277" y="309"/>
                  </a:lnTo>
                  <a:lnTo>
                    <a:pt x="317" y="329"/>
                  </a:lnTo>
                  <a:lnTo>
                    <a:pt x="358" y="344"/>
                  </a:lnTo>
                  <a:lnTo>
                    <a:pt x="400" y="357"/>
                  </a:lnTo>
                  <a:lnTo>
                    <a:pt x="444" y="367"/>
                  </a:lnTo>
                  <a:lnTo>
                    <a:pt x="488" y="374"/>
                  </a:lnTo>
                  <a:lnTo>
                    <a:pt x="534" y="380"/>
                  </a:lnTo>
                  <a:lnTo>
                    <a:pt x="580" y="383"/>
                  </a:lnTo>
                  <a:lnTo>
                    <a:pt x="581" y="383"/>
                  </a:lnTo>
                  <a:lnTo>
                    <a:pt x="580" y="383"/>
                  </a:lnTo>
                  <a:lnTo>
                    <a:pt x="600" y="379"/>
                  </a:lnTo>
                  <a:lnTo>
                    <a:pt x="615" y="369"/>
                  </a:lnTo>
                  <a:lnTo>
                    <a:pt x="624" y="353"/>
                  </a:lnTo>
                  <a:lnTo>
                    <a:pt x="628" y="337"/>
                  </a:lnTo>
                  <a:lnTo>
                    <a:pt x="625" y="319"/>
                  </a:lnTo>
                  <a:lnTo>
                    <a:pt x="617" y="304"/>
                  </a:lnTo>
                  <a:lnTo>
                    <a:pt x="602" y="294"/>
                  </a:lnTo>
                  <a:lnTo>
                    <a:pt x="582" y="289"/>
                  </a:lnTo>
                  <a:lnTo>
                    <a:pt x="581" y="28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4583" name="Freeform 32"/>
            <p:cNvSpPr>
              <a:spLocks/>
            </p:cNvSpPr>
            <p:nvPr/>
          </p:nvSpPr>
          <p:spPr bwMode="auto">
            <a:xfrm>
              <a:off x="1587" y="1880"/>
              <a:ext cx="85" cy="49"/>
            </a:xfrm>
            <a:custGeom>
              <a:avLst/>
              <a:gdLst>
                <a:gd name="T0" fmla="*/ 3 w 426"/>
                <a:gd name="T1" fmla="*/ 0 h 245"/>
                <a:gd name="T2" fmla="*/ 3 w 426"/>
                <a:gd name="T3" fmla="*/ 0 h 245"/>
                <a:gd name="T4" fmla="*/ 3 w 426"/>
                <a:gd name="T5" fmla="*/ 0 h 245"/>
                <a:gd name="T6" fmla="*/ 3 w 426"/>
                <a:gd name="T7" fmla="*/ 0 h 245"/>
                <a:gd name="T8" fmla="*/ 2 w 426"/>
                <a:gd name="T9" fmla="*/ 0 h 245"/>
                <a:gd name="T10" fmla="*/ 2 w 426"/>
                <a:gd name="T11" fmla="*/ 0 h 245"/>
                <a:gd name="T12" fmla="*/ 2 w 426"/>
                <a:gd name="T13" fmla="*/ 0 h 245"/>
                <a:gd name="T14" fmla="*/ 2 w 426"/>
                <a:gd name="T15" fmla="*/ 0 h 245"/>
                <a:gd name="T16" fmla="*/ 1 w 426"/>
                <a:gd name="T17" fmla="*/ 0 h 245"/>
                <a:gd name="T18" fmla="*/ 1 w 426"/>
                <a:gd name="T19" fmla="*/ 1 h 245"/>
                <a:gd name="T20" fmla="*/ 1 w 426"/>
                <a:gd name="T21" fmla="*/ 1 h 245"/>
                <a:gd name="T22" fmla="*/ 1 w 426"/>
                <a:gd name="T23" fmla="*/ 1 h 245"/>
                <a:gd name="T24" fmla="*/ 0 w 426"/>
                <a:gd name="T25" fmla="*/ 1 h 245"/>
                <a:gd name="T26" fmla="*/ 0 w 426"/>
                <a:gd name="T27" fmla="*/ 1 h 245"/>
                <a:gd name="T28" fmla="*/ 0 w 426"/>
                <a:gd name="T29" fmla="*/ 1 h 245"/>
                <a:gd name="T30" fmla="*/ 0 w 426"/>
                <a:gd name="T31" fmla="*/ 2 h 245"/>
                <a:gd name="T32" fmla="*/ 0 w 426"/>
                <a:gd name="T33" fmla="*/ 2 h 245"/>
                <a:gd name="T34" fmla="*/ 0 w 426"/>
                <a:gd name="T35" fmla="*/ 2 h 245"/>
                <a:gd name="T36" fmla="*/ 0 w 426"/>
                <a:gd name="T37" fmla="*/ 2 h 245"/>
                <a:gd name="T38" fmla="*/ 0 w 426"/>
                <a:gd name="T39" fmla="*/ 2 h 245"/>
                <a:gd name="T40" fmla="*/ 0 w 426"/>
                <a:gd name="T41" fmla="*/ 2 h 245"/>
                <a:gd name="T42" fmla="*/ 0 w 426"/>
                <a:gd name="T43" fmla="*/ 1 h 245"/>
                <a:gd name="T44" fmla="*/ 0 w 426"/>
                <a:gd name="T45" fmla="*/ 1 h 245"/>
                <a:gd name="T46" fmla="*/ 0 w 426"/>
                <a:gd name="T47" fmla="*/ 1 h 245"/>
                <a:gd name="T48" fmla="*/ 1 w 426"/>
                <a:gd name="T49" fmla="*/ 1 h 245"/>
                <a:gd name="T50" fmla="*/ 1 w 426"/>
                <a:gd name="T51" fmla="*/ 1 h 245"/>
                <a:gd name="T52" fmla="*/ 1 w 426"/>
                <a:gd name="T53" fmla="*/ 1 h 245"/>
                <a:gd name="T54" fmla="*/ 1 w 426"/>
                <a:gd name="T55" fmla="*/ 1 h 245"/>
                <a:gd name="T56" fmla="*/ 2 w 426"/>
                <a:gd name="T57" fmla="*/ 0 h 245"/>
                <a:gd name="T58" fmla="*/ 2 w 426"/>
                <a:gd name="T59" fmla="*/ 0 h 245"/>
                <a:gd name="T60" fmla="*/ 2 w 426"/>
                <a:gd name="T61" fmla="*/ 0 h 245"/>
                <a:gd name="T62" fmla="*/ 2 w 426"/>
                <a:gd name="T63" fmla="*/ 0 h 245"/>
                <a:gd name="T64" fmla="*/ 3 w 426"/>
                <a:gd name="T65" fmla="*/ 0 h 245"/>
                <a:gd name="T66" fmla="*/ 3 w 426"/>
                <a:gd name="T67" fmla="*/ 0 h 245"/>
                <a:gd name="T68" fmla="*/ 3 w 426"/>
                <a:gd name="T69" fmla="*/ 0 h 245"/>
                <a:gd name="T70" fmla="*/ 3 w 426"/>
                <a:gd name="T71" fmla="*/ 0 h 245"/>
                <a:gd name="T72" fmla="*/ 3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426" y="0"/>
                  </a:moveTo>
                  <a:lnTo>
                    <a:pt x="426" y="0"/>
                  </a:lnTo>
                  <a:lnTo>
                    <a:pt x="384" y="1"/>
                  </a:lnTo>
                  <a:lnTo>
                    <a:pt x="340" y="4"/>
                  </a:lnTo>
                  <a:lnTo>
                    <a:pt x="300" y="10"/>
                  </a:lnTo>
                  <a:lnTo>
                    <a:pt x="262" y="18"/>
                  </a:lnTo>
                  <a:lnTo>
                    <a:pt x="224" y="29"/>
                  </a:lnTo>
                  <a:lnTo>
                    <a:pt x="189" y="41"/>
                  </a:lnTo>
                  <a:lnTo>
                    <a:pt x="157" y="55"/>
                  </a:lnTo>
                  <a:lnTo>
                    <a:pt x="126" y="70"/>
                  </a:lnTo>
                  <a:lnTo>
                    <a:pt x="99" y="89"/>
                  </a:lnTo>
                  <a:lnTo>
                    <a:pt x="74" y="106"/>
                  </a:lnTo>
                  <a:lnTo>
                    <a:pt x="52" y="126"/>
                  </a:lnTo>
                  <a:lnTo>
                    <a:pt x="34" y="148"/>
                  </a:lnTo>
                  <a:lnTo>
                    <a:pt x="19" y="171"/>
                  </a:lnTo>
                  <a:lnTo>
                    <a:pt x="9" y="194"/>
                  </a:lnTo>
                  <a:lnTo>
                    <a:pt x="3" y="219"/>
                  </a:lnTo>
                  <a:lnTo>
                    <a:pt x="0" y="245"/>
                  </a:lnTo>
                  <a:lnTo>
                    <a:pt x="12" y="245"/>
                  </a:lnTo>
                  <a:lnTo>
                    <a:pt x="15" y="221"/>
                  </a:lnTo>
                  <a:lnTo>
                    <a:pt x="20" y="199"/>
                  </a:lnTo>
                  <a:lnTo>
                    <a:pt x="31" y="178"/>
                  </a:lnTo>
                  <a:lnTo>
                    <a:pt x="44" y="156"/>
                  </a:lnTo>
                  <a:lnTo>
                    <a:pt x="61" y="136"/>
                  </a:lnTo>
                  <a:lnTo>
                    <a:pt x="81" y="116"/>
                  </a:lnTo>
                  <a:lnTo>
                    <a:pt x="106" y="98"/>
                  </a:lnTo>
                  <a:lnTo>
                    <a:pt x="133" y="82"/>
                  </a:lnTo>
                  <a:lnTo>
                    <a:pt x="162" y="66"/>
                  </a:lnTo>
                  <a:lnTo>
                    <a:pt x="194" y="52"/>
                  </a:lnTo>
                  <a:lnTo>
                    <a:pt x="229" y="41"/>
                  </a:lnTo>
                  <a:lnTo>
                    <a:pt x="264" y="30"/>
                  </a:lnTo>
                  <a:lnTo>
                    <a:pt x="303" y="22"/>
                  </a:lnTo>
                  <a:lnTo>
                    <a:pt x="343" y="16"/>
                  </a:lnTo>
                  <a:lnTo>
                    <a:pt x="384" y="12"/>
                  </a:lnTo>
                  <a:lnTo>
                    <a:pt x="426" y="11"/>
                  </a:lnTo>
                  <a:lnTo>
                    <a:pt x="42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4584" name="Freeform 33"/>
            <p:cNvSpPr>
              <a:spLocks/>
            </p:cNvSpPr>
            <p:nvPr/>
          </p:nvSpPr>
          <p:spPr bwMode="auto">
            <a:xfrm>
              <a:off x="1587" y="1929"/>
              <a:ext cx="85" cy="49"/>
            </a:xfrm>
            <a:custGeom>
              <a:avLst/>
              <a:gdLst>
                <a:gd name="T0" fmla="*/ 0 w 426"/>
                <a:gd name="T1" fmla="*/ 0 h 245"/>
                <a:gd name="T2" fmla="*/ 0 w 426"/>
                <a:gd name="T3" fmla="*/ 0 h 245"/>
                <a:gd name="T4" fmla="*/ 0 w 426"/>
                <a:gd name="T5" fmla="*/ 0 h 245"/>
                <a:gd name="T6" fmla="*/ 0 w 426"/>
                <a:gd name="T7" fmla="*/ 0 h 245"/>
                <a:gd name="T8" fmla="*/ 0 w 426"/>
                <a:gd name="T9" fmla="*/ 1 h 245"/>
                <a:gd name="T10" fmla="*/ 0 w 426"/>
                <a:gd name="T11" fmla="*/ 1 h 245"/>
                <a:gd name="T12" fmla="*/ 0 w 426"/>
                <a:gd name="T13" fmla="*/ 1 h 245"/>
                <a:gd name="T14" fmla="*/ 1 w 426"/>
                <a:gd name="T15" fmla="*/ 1 h 245"/>
                <a:gd name="T16" fmla="*/ 1 w 426"/>
                <a:gd name="T17" fmla="*/ 1 h 245"/>
                <a:gd name="T18" fmla="*/ 1 w 426"/>
                <a:gd name="T19" fmla="*/ 1 h 245"/>
                <a:gd name="T20" fmla="*/ 1 w 426"/>
                <a:gd name="T21" fmla="*/ 2 h 245"/>
                <a:gd name="T22" fmla="*/ 2 w 426"/>
                <a:gd name="T23" fmla="*/ 2 h 245"/>
                <a:gd name="T24" fmla="*/ 2 w 426"/>
                <a:gd name="T25" fmla="*/ 2 h 245"/>
                <a:gd name="T26" fmla="*/ 2 w 426"/>
                <a:gd name="T27" fmla="*/ 2 h 245"/>
                <a:gd name="T28" fmla="*/ 2 w 426"/>
                <a:gd name="T29" fmla="*/ 2 h 245"/>
                <a:gd name="T30" fmla="*/ 3 w 426"/>
                <a:gd name="T31" fmla="*/ 2 h 245"/>
                <a:gd name="T32" fmla="*/ 3 w 426"/>
                <a:gd name="T33" fmla="*/ 2 h 245"/>
                <a:gd name="T34" fmla="*/ 3 w 426"/>
                <a:gd name="T35" fmla="*/ 2 h 245"/>
                <a:gd name="T36" fmla="*/ 3 w 426"/>
                <a:gd name="T37" fmla="*/ 2 h 245"/>
                <a:gd name="T38" fmla="*/ 3 w 426"/>
                <a:gd name="T39" fmla="*/ 2 h 245"/>
                <a:gd name="T40" fmla="*/ 3 w 426"/>
                <a:gd name="T41" fmla="*/ 2 h 245"/>
                <a:gd name="T42" fmla="*/ 2 w 426"/>
                <a:gd name="T43" fmla="*/ 2 h 245"/>
                <a:gd name="T44" fmla="*/ 2 w 426"/>
                <a:gd name="T45" fmla="*/ 2 h 245"/>
                <a:gd name="T46" fmla="*/ 2 w 426"/>
                <a:gd name="T47" fmla="*/ 2 h 245"/>
                <a:gd name="T48" fmla="*/ 2 w 426"/>
                <a:gd name="T49" fmla="*/ 2 h 245"/>
                <a:gd name="T50" fmla="*/ 1 w 426"/>
                <a:gd name="T51" fmla="*/ 1 h 245"/>
                <a:gd name="T52" fmla="*/ 1 w 426"/>
                <a:gd name="T53" fmla="*/ 1 h 245"/>
                <a:gd name="T54" fmla="*/ 1 w 426"/>
                <a:gd name="T55" fmla="*/ 1 h 245"/>
                <a:gd name="T56" fmla="*/ 1 w 426"/>
                <a:gd name="T57" fmla="*/ 1 h 245"/>
                <a:gd name="T58" fmla="*/ 0 w 426"/>
                <a:gd name="T59" fmla="*/ 1 h 245"/>
                <a:gd name="T60" fmla="*/ 0 w 426"/>
                <a:gd name="T61" fmla="*/ 1 h 245"/>
                <a:gd name="T62" fmla="*/ 0 w 426"/>
                <a:gd name="T63" fmla="*/ 1 h 245"/>
                <a:gd name="T64" fmla="*/ 0 w 426"/>
                <a:gd name="T65" fmla="*/ 0 h 245"/>
                <a:gd name="T66" fmla="*/ 0 w 426"/>
                <a:gd name="T67" fmla="*/ 0 h 245"/>
                <a:gd name="T68" fmla="*/ 0 w 426"/>
                <a:gd name="T69" fmla="*/ 0 h 245"/>
                <a:gd name="T70" fmla="*/ 0 w 426"/>
                <a:gd name="T71" fmla="*/ 0 h 245"/>
                <a:gd name="T72" fmla="*/ 0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0" y="0"/>
                  </a:moveTo>
                  <a:lnTo>
                    <a:pt x="0" y="0"/>
                  </a:lnTo>
                  <a:lnTo>
                    <a:pt x="3" y="25"/>
                  </a:lnTo>
                  <a:lnTo>
                    <a:pt x="9" y="50"/>
                  </a:lnTo>
                  <a:lnTo>
                    <a:pt x="19" y="73"/>
                  </a:lnTo>
                  <a:lnTo>
                    <a:pt x="34" y="96"/>
                  </a:lnTo>
                  <a:lnTo>
                    <a:pt x="52" y="118"/>
                  </a:lnTo>
                  <a:lnTo>
                    <a:pt x="74" y="138"/>
                  </a:lnTo>
                  <a:lnTo>
                    <a:pt x="99" y="156"/>
                  </a:lnTo>
                  <a:lnTo>
                    <a:pt x="126" y="174"/>
                  </a:lnTo>
                  <a:lnTo>
                    <a:pt x="157" y="190"/>
                  </a:lnTo>
                  <a:lnTo>
                    <a:pt x="189" y="204"/>
                  </a:lnTo>
                  <a:lnTo>
                    <a:pt x="224" y="215"/>
                  </a:lnTo>
                  <a:lnTo>
                    <a:pt x="262" y="226"/>
                  </a:lnTo>
                  <a:lnTo>
                    <a:pt x="300" y="234"/>
                  </a:lnTo>
                  <a:lnTo>
                    <a:pt x="340" y="240"/>
                  </a:lnTo>
                  <a:lnTo>
                    <a:pt x="384" y="244"/>
                  </a:lnTo>
                  <a:lnTo>
                    <a:pt x="426" y="245"/>
                  </a:lnTo>
                  <a:lnTo>
                    <a:pt x="426" y="233"/>
                  </a:lnTo>
                  <a:lnTo>
                    <a:pt x="384" y="232"/>
                  </a:lnTo>
                  <a:lnTo>
                    <a:pt x="343" y="228"/>
                  </a:lnTo>
                  <a:lnTo>
                    <a:pt x="303" y="222"/>
                  </a:lnTo>
                  <a:lnTo>
                    <a:pt x="264" y="214"/>
                  </a:lnTo>
                  <a:lnTo>
                    <a:pt x="229" y="204"/>
                  </a:lnTo>
                  <a:lnTo>
                    <a:pt x="194" y="192"/>
                  </a:lnTo>
                  <a:lnTo>
                    <a:pt x="162" y="178"/>
                  </a:lnTo>
                  <a:lnTo>
                    <a:pt x="133" y="163"/>
                  </a:lnTo>
                  <a:lnTo>
                    <a:pt x="106" y="146"/>
                  </a:lnTo>
                  <a:lnTo>
                    <a:pt x="81" y="129"/>
                  </a:lnTo>
                  <a:lnTo>
                    <a:pt x="61" y="109"/>
                  </a:lnTo>
                  <a:lnTo>
                    <a:pt x="44" y="89"/>
                  </a:lnTo>
                  <a:lnTo>
                    <a:pt x="31" y="66"/>
                  </a:lnTo>
                  <a:lnTo>
                    <a:pt x="20" y="45"/>
                  </a:lnTo>
                  <a:lnTo>
                    <a:pt x="15" y="2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4585" name="Freeform 34"/>
            <p:cNvSpPr>
              <a:spLocks/>
            </p:cNvSpPr>
            <p:nvPr/>
          </p:nvSpPr>
          <p:spPr bwMode="auto">
            <a:xfrm>
              <a:off x="878" y="1448"/>
              <a:ext cx="792" cy="954"/>
            </a:xfrm>
            <a:custGeom>
              <a:avLst/>
              <a:gdLst>
                <a:gd name="T0" fmla="*/ 13 w 3960"/>
                <a:gd name="T1" fmla="*/ 38 h 4768"/>
                <a:gd name="T2" fmla="*/ 14 w 3960"/>
                <a:gd name="T3" fmla="*/ 38 h 4768"/>
                <a:gd name="T4" fmla="*/ 15 w 3960"/>
                <a:gd name="T5" fmla="*/ 38 h 4768"/>
                <a:gd name="T6" fmla="*/ 15 w 3960"/>
                <a:gd name="T7" fmla="*/ 38 h 4768"/>
                <a:gd name="T8" fmla="*/ 16 w 3960"/>
                <a:gd name="T9" fmla="*/ 38 h 4768"/>
                <a:gd name="T10" fmla="*/ 17 w 3960"/>
                <a:gd name="T11" fmla="*/ 38 h 4768"/>
                <a:gd name="T12" fmla="*/ 17 w 3960"/>
                <a:gd name="T13" fmla="*/ 38 h 4768"/>
                <a:gd name="T14" fmla="*/ 18 w 3960"/>
                <a:gd name="T15" fmla="*/ 38 h 4768"/>
                <a:gd name="T16" fmla="*/ 18 w 3960"/>
                <a:gd name="T17" fmla="*/ 38 h 4768"/>
                <a:gd name="T18" fmla="*/ 29 w 3960"/>
                <a:gd name="T19" fmla="*/ 30 h 4768"/>
                <a:gd name="T20" fmla="*/ 30 w 3960"/>
                <a:gd name="T21" fmla="*/ 30 h 4768"/>
                <a:gd name="T22" fmla="*/ 30 w 3960"/>
                <a:gd name="T23" fmla="*/ 29 h 4768"/>
                <a:gd name="T24" fmla="*/ 31 w 3960"/>
                <a:gd name="T25" fmla="*/ 28 h 4768"/>
                <a:gd name="T26" fmla="*/ 31 w 3960"/>
                <a:gd name="T27" fmla="*/ 28 h 4768"/>
                <a:gd name="T28" fmla="*/ 31 w 3960"/>
                <a:gd name="T29" fmla="*/ 27 h 4768"/>
                <a:gd name="T30" fmla="*/ 32 w 3960"/>
                <a:gd name="T31" fmla="*/ 26 h 4768"/>
                <a:gd name="T32" fmla="*/ 32 w 3960"/>
                <a:gd name="T33" fmla="*/ 25 h 4768"/>
                <a:gd name="T34" fmla="*/ 32 w 3960"/>
                <a:gd name="T35" fmla="*/ 11 h 4768"/>
                <a:gd name="T36" fmla="*/ 32 w 3960"/>
                <a:gd name="T37" fmla="*/ 10 h 4768"/>
                <a:gd name="T38" fmla="*/ 31 w 3960"/>
                <a:gd name="T39" fmla="*/ 9 h 4768"/>
                <a:gd name="T40" fmla="*/ 31 w 3960"/>
                <a:gd name="T41" fmla="*/ 9 h 4768"/>
                <a:gd name="T42" fmla="*/ 31 w 3960"/>
                <a:gd name="T43" fmla="*/ 8 h 4768"/>
                <a:gd name="T44" fmla="*/ 31 w 3960"/>
                <a:gd name="T45" fmla="*/ 8 h 4768"/>
                <a:gd name="T46" fmla="*/ 30 w 3960"/>
                <a:gd name="T47" fmla="*/ 7 h 4768"/>
                <a:gd name="T48" fmla="*/ 30 w 3960"/>
                <a:gd name="T49" fmla="*/ 7 h 4768"/>
                <a:gd name="T50" fmla="*/ 29 w 3960"/>
                <a:gd name="T51" fmla="*/ 6 h 4768"/>
                <a:gd name="T52" fmla="*/ 19 w 3960"/>
                <a:gd name="T53" fmla="*/ 1 h 4768"/>
                <a:gd name="T54" fmla="*/ 18 w 3960"/>
                <a:gd name="T55" fmla="*/ 0 h 4768"/>
                <a:gd name="T56" fmla="*/ 17 w 3960"/>
                <a:gd name="T57" fmla="*/ 0 h 4768"/>
                <a:gd name="T58" fmla="*/ 17 w 3960"/>
                <a:gd name="T59" fmla="*/ 0 h 4768"/>
                <a:gd name="T60" fmla="*/ 16 w 3960"/>
                <a:gd name="T61" fmla="*/ 0 h 4768"/>
                <a:gd name="T62" fmla="*/ 15 w 3960"/>
                <a:gd name="T63" fmla="*/ 0 h 4768"/>
                <a:gd name="T64" fmla="*/ 14 w 3960"/>
                <a:gd name="T65" fmla="*/ 0 h 4768"/>
                <a:gd name="T66" fmla="*/ 14 w 3960"/>
                <a:gd name="T67" fmla="*/ 0 h 4768"/>
                <a:gd name="T68" fmla="*/ 2 w 3960"/>
                <a:gd name="T69" fmla="*/ 6 h 4768"/>
                <a:gd name="T70" fmla="*/ 2 w 3960"/>
                <a:gd name="T71" fmla="*/ 7 h 4768"/>
                <a:gd name="T72" fmla="*/ 1 w 3960"/>
                <a:gd name="T73" fmla="*/ 7 h 4768"/>
                <a:gd name="T74" fmla="*/ 1 w 3960"/>
                <a:gd name="T75" fmla="*/ 8 h 4768"/>
                <a:gd name="T76" fmla="*/ 1 w 3960"/>
                <a:gd name="T77" fmla="*/ 8 h 4768"/>
                <a:gd name="T78" fmla="*/ 0 w 3960"/>
                <a:gd name="T79" fmla="*/ 9 h 4768"/>
                <a:gd name="T80" fmla="*/ 0 w 3960"/>
                <a:gd name="T81" fmla="*/ 9 h 4768"/>
                <a:gd name="T82" fmla="*/ 0 w 3960"/>
                <a:gd name="T83" fmla="*/ 10 h 4768"/>
                <a:gd name="T84" fmla="*/ 0 w 3960"/>
                <a:gd name="T85" fmla="*/ 11 h 4768"/>
                <a:gd name="T86" fmla="*/ 0 w 3960"/>
                <a:gd name="T87" fmla="*/ 25 h 4768"/>
                <a:gd name="T88" fmla="*/ 0 w 3960"/>
                <a:gd name="T89" fmla="*/ 26 h 4768"/>
                <a:gd name="T90" fmla="*/ 0 w 3960"/>
                <a:gd name="T91" fmla="*/ 27 h 4768"/>
                <a:gd name="T92" fmla="*/ 1 w 3960"/>
                <a:gd name="T93" fmla="*/ 28 h 4768"/>
                <a:gd name="T94" fmla="*/ 1 w 3960"/>
                <a:gd name="T95" fmla="*/ 29 h 4768"/>
                <a:gd name="T96" fmla="*/ 1 w 3960"/>
                <a:gd name="T97" fmla="*/ 29 h 4768"/>
                <a:gd name="T98" fmla="*/ 2 w 3960"/>
                <a:gd name="T99" fmla="*/ 30 h 4768"/>
                <a:gd name="T100" fmla="*/ 3 w 3960"/>
                <a:gd name="T101" fmla="*/ 31 h 4768"/>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w 3960"/>
                <a:gd name="T154" fmla="*/ 0 h 4768"/>
                <a:gd name="T155" fmla="*/ 3960 w 3960"/>
                <a:gd name="T156" fmla="*/ 4768 h 4768"/>
              </a:gdLst>
              <a:ahLst/>
              <a:cxnLst>
                <a:cxn ang="T102">
                  <a:pos x="T0" y="T1"/>
                </a:cxn>
                <a:cxn ang="T103">
                  <a:pos x="T2" y="T3"/>
                </a:cxn>
                <a:cxn ang="T104">
                  <a:pos x="T4" y="T5"/>
                </a:cxn>
                <a:cxn ang="T105">
                  <a:pos x="T6" y="T7"/>
                </a:cxn>
                <a:cxn ang="T106">
                  <a:pos x="T8" y="T9"/>
                </a:cxn>
                <a:cxn ang="T107">
                  <a:pos x="T10" y="T11"/>
                </a:cxn>
                <a:cxn ang="T108">
                  <a:pos x="T12" y="T13"/>
                </a:cxn>
                <a:cxn ang="T109">
                  <a:pos x="T14" y="T15"/>
                </a:cxn>
                <a:cxn ang="T110">
                  <a:pos x="T16" y="T17"/>
                </a:cxn>
                <a:cxn ang="T111">
                  <a:pos x="T18" y="T19"/>
                </a:cxn>
                <a:cxn ang="T112">
                  <a:pos x="T20" y="T21"/>
                </a:cxn>
                <a:cxn ang="T113">
                  <a:pos x="T22" y="T23"/>
                </a:cxn>
                <a:cxn ang="T114">
                  <a:pos x="T24" y="T25"/>
                </a:cxn>
                <a:cxn ang="T115">
                  <a:pos x="T26" y="T27"/>
                </a:cxn>
                <a:cxn ang="T116">
                  <a:pos x="T28" y="T29"/>
                </a:cxn>
                <a:cxn ang="T117">
                  <a:pos x="T30" y="T31"/>
                </a:cxn>
                <a:cxn ang="T118">
                  <a:pos x="T32" y="T33"/>
                </a:cxn>
                <a:cxn ang="T119">
                  <a:pos x="T34" y="T35"/>
                </a:cxn>
                <a:cxn ang="T120">
                  <a:pos x="T36" y="T37"/>
                </a:cxn>
                <a:cxn ang="T121">
                  <a:pos x="T38" y="T39"/>
                </a:cxn>
                <a:cxn ang="T122">
                  <a:pos x="T40" y="T41"/>
                </a:cxn>
                <a:cxn ang="T123">
                  <a:pos x="T42" y="T43"/>
                </a:cxn>
                <a:cxn ang="T124">
                  <a:pos x="T44" y="T45"/>
                </a:cxn>
                <a:cxn ang="T125">
                  <a:pos x="T46" y="T47"/>
                </a:cxn>
                <a:cxn ang="T126">
                  <a:pos x="T48" y="T49"/>
                </a:cxn>
                <a:cxn ang="T127">
                  <a:pos x="T50" y="T51"/>
                </a:cxn>
                <a:cxn ang="T128">
                  <a:pos x="T52" y="T53"/>
                </a:cxn>
                <a:cxn ang="T129">
                  <a:pos x="T54" y="T55"/>
                </a:cxn>
                <a:cxn ang="T130">
                  <a:pos x="T56" y="T57"/>
                </a:cxn>
                <a:cxn ang="T131">
                  <a:pos x="T58" y="T59"/>
                </a:cxn>
                <a:cxn ang="T132">
                  <a:pos x="T60" y="T61"/>
                </a:cxn>
                <a:cxn ang="T133">
                  <a:pos x="T62" y="T63"/>
                </a:cxn>
                <a:cxn ang="T134">
                  <a:pos x="T64" y="T65"/>
                </a:cxn>
                <a:cxn ang="T135">
                  <a:pos x="T66" y="T67"/>
                </a:cxn>
                <a:cxn ang="T136">
                  <a:pos x="T68" y="T69"/>
                </a:cxn>
                <a:cxn ang="T137">
                  <a:pos x="T70" y="T71"/>
                </a:cxn>
                <a:cxn ang="T138">
                  <a:pos x="T72" y="T73"/>
                </a:cxn>
                <a:cxn ang="T139">
                  <a:pos x="T74" y="T75"/>
                </a:cxn>
                <a:cxn ang="T140">
                  <a:pos x="T76" y="T77"/>
                </a:cxn>
                <a:cxn ang="T141">
                  <a:pos x="T78" y="T79"/>
                </a:cxn>
                <a:cxn ang="T142">
                  <a:pos x="T80" y="T81"/>
                </a:cxn>
                <a:cxn ang="T143">
                  <a:pos x="T82" y="T83"/>
                </a:cxn>
                <a:cxn ang="T144">
                  <a:pos x="T84" y="T85"/>
                </a:cxn>
                <a:cxn ang="T145">
                  <a:pos x="T86" y="T87"/>
                </a:cxn>
                <a:cxn ang="T146">
                  <a:pos x="T88" y="T89"/>
                </a:cxn>
                <a:cxn ang="T147">
                  <a:pos x="T90" y="T91"/>
                </a:cxn>
                <a:cxn ang="T148">
                  <a:pos x="T92" y="T93"/>
                </a:cxn>
                <a:cxn ang="T149">
                  <a:pos x="T94" y="T95"/>
                </a:cxn>
                <a:cxn ang="T150">
                  <a:pos x="T96" y="T97"/>
                </a:cxn>
                <a:cxn ang="T151">
                  <a:pos x="T98" y="T99"/>
                </a:cxn>
                <a:cxn ang="T152">
                  <a:pos x="T100" y="T101"/>
                </a:cxn>
              </a:cxnLst>
              <a:rect l="T153" t="T154" r="T155" b="T156"/>
              <a:pathLst>
                <a:path w="3960" h="4768">
                  <a:moveTo>
                    <a:pt x="353" y="3849"/>
                  </a:moveTo>
                  <a:lnTo>
                    <a:pt x="1661" y="4700"/>
                  </a:lnTo>
                  <a:lnTo>
                    <a:pt x="1697" y="4717"/>
                  </a:lnTo>
                  <a:lnTo>
                    <a:pt x="1736" y="4731"/>
                  </a:lnTo>
                  <a:lnTo>
                    <a:pt x="1776" y="4742"/>
                  </a:lnTo>
                  <a:lnTo>
                    <a:pt x="1818" y="4753"/>
                  </a:lnTo>
                  <a:lnTo>
                    <a:pt x="1860" y="4760"/>
                  </a:lnTo>
                  <a:lnTo>
                    <a:pt x="1902" y="4765"/>
                  </a:lnTo>
                  <a:lnTo>
                    <a:pt x="1946" y="4768"/>
                  </a:lnTo>
                  <a:lnTo>
                    <a:pt x="1988" y="4768"/>
                  </a:lnTo>
                  <a:lnTo>
                    <a:pt x="2031" y="4767"/>
                  </a:lnTo>
                  <a:lnTo>
                    <a:pt x="2073" y="4763"/>
                  </a:lnTo>
                  <a:lnTo>
                    <a:pt x="2114" y="4758"/>
                  </a:lnTo>
                  <a:lnTo>
                    <a:pt x="2154" y="4751"/>
                  </a:lnTo>
                  <a:lnTo>
                    <a:pt x="2193" y="4740"/>
                  </a:lnTo>
                  <a:lnTo>
                    <a:pt x="2230" y="4729"/>
                  </a:lnTo>
                  <a:lnTo>
                    <a:pt x="2264" y="4715"/>
                  </a:lnTo>
                  <a:lnTo>
                    <a:pt x="2297" y="4700"/>
                  </a:lnTo>
                  <a:lnTo>
                    <a:pt x="3639" y="3825"/>
                  </a:lnTo>
                  <a:lnTo>
                    <a:pt x="3673" y="3795"/>
                  </a:lnTo>
                  <a:lnTo>
                    <a:pt x="3707" y="3761"/>
                  </a:lnTo>
                  <a:lnTo>
                    <a:pt x="3738" y="3725"/>
                  </a:lnTo>
                  <a:lnTo>
                    <a:pt x="3768" y="3685"/>
                  </a:lnTo>
                  <a:lnTo>
                    <a:pt x="3796" y="3644"/>
                  </a:lnTo>
                  <a:lnTo>
                    <a:pt x="3821" y="3599"/>
                  </a:lnTo>
                  <a:lnTo>
                    <a:pt x="3846" y="3553"/>
                  </a:lnTo>
                  <a:lnTo>
                    <a:pt x="3868" y="3505"/>
                  </a:lnTo>
                  <a:lnTo>
                    <a:pt x="3888" y="3456"/>
                  </a:lnTo>
                  <a:lnTo>
                    <a:pt x="3907" y="3406"/>
                  </a:lnTo>
                  <a:lnTo>
                    <a:pt x="3922" y="3354"/>
                  </a:lnTo>
                  <a:lnTo>
                    <a:pt x="3935" y="3303"/>
                  </a:lnTo>
                  <a:lnTo>
                    <a:pt x="3946" y="3250"/>
                  </a:lnTo>
                  <a:lnTo>
                    <a:pt x="3953" y="3197"/>
                  </a:lnTo>
                  <a:lnTo>
                    <a:pt x="3957" y="3144"/>
                  </a:lnTo>
                  <a:lnTo>
                    <a:pt x="3960" y="3092"/>
                  </a:lnTo>
                  <a:lnTo>
                    <a:pt x="3959" y="1313"/>
                  </a:lnTo>
                  <a:lnTo>
                    <a:pt x="3955" y="1271"/>
                  </a:lnTo>
                  <a:lnTo>
                    <a:pt x="3949" y="1229"/>
                  </a:lnTo>
                  <a:lnTo>
                    <a:pt x="3941" y="1189"/>
                  </a:lnTo>
                  <a:lnTo>
                    <a:pt x="3930" y="1149"/>
                  </a:lnTo>
                  <a:lnTo>
                    <a:pt x="3918" y="1111"/>
                  </a:lnTo>
                  <a:lnTo>
                    <a:pt x="3902" y="1075"/>
                  </a:lnTo>
                  <a:lnTo>
                    <a:pt x="3886" y="1040"/>
                  </a:lnTo>
                  <a:lnTo>
                    <a:pt x="3867" y="1006"/>
                  </a:lnTo>
                  <a:lnTo>
                    <a:pt x="3846" y="973"/>
                  </a:lnTo>
                  <a:lnTo>
                    <a:pt x="3823" y="942"/>
                  </a:lnTo>
                  <a:lnTo>
                    <a:pt x="3798" y="913"/>
                  </a:lnTo>
                  <a:lnTo>
                    <a:pt x="3771" y="886"/>
                  </a:lnTo>
                  <a:lnTo>
                    <a:pt x="3743" y="860"/>
                  </a:lnTo>
                  <a:lnTo>
                    <a:pt x="3714" y="837"/>
                  </a:lnTo>
                  <a:lnTo>
                    <a:pt x="3682" y="816"/>
                  </a:lnTo>
                  <a:lnTo>
                    <a:pt x="3649" y="796"/>
                  </a:lnTo>
                  <a:lnTo>
                    <a:pt x="2386" y="83"/>
                  </a:lnTo>
                  <a:lnTo>
                    <a:pt x="2350" y="65"/>
                  </a:lnTo>
                  <a:lnTo>
                    <a:pt x="2310" y="50"/>
                  </a:lnTo>
                  <a:lnTo>
                    <a:pt x="2268" y="36"/>
                  </a:lnTo>
                  <a:lnTo>
                    <a:pt x="2223" y="24"/>
                  </a:lnTo>
                  <a:lnTo>
                    <a:pt x="2178" y="15"/>
                  </a:lnTo>
                  <a:lnTo>
                    <a:pt x="2131" y="8"/>
                  </a:lnTo>
                  <a:lnTo>
                    <a:pt x="2082" y="3"/>
                  </a:lnTo>
                  <a:lnTo>
                    <a:pt x="2032" y="0"/>
                  </a:lnTo>
                  <a:lnTo>
                    <a:pt x="1982" y="1"/>
                  </a:lnTo>
                  <a:lnTo>
                    <a:pt x="1933" y="3"/>
                  </a:lnTo>
                  <a:lnTo>
                    <a:pt x="1882" y="9"/>
                  </a:lnTo>
                  <a:lnTo>
                    <a:pt x="1833" y="17"/>
                  </a:lnTo>
                  <a:lnTo>
                    <a:pt x="1785" y="29"/>
                  </a:lnTo>
                  <a:lnTo>
                    <a:pt x="1737" y="43"/>
                  </a:lnTo>
                  <a:lnTo>
                    <a:pt x="1691" y="62"/>
                  </a:lnTo>
                  <a:lnTo>
                    <a:pt x="1647" y="83"/>
                  </a:lnTo>
                  <a:lnTo>
                    <a:pt x="311" y="782"/>
                  </a:lnTo>
                  <a:lnTo>
                    <a:pt x="276" y="803"/>
                  </a:lnTo>
                  <a:lnTo>
                    <a:pt x="243" y="826"/>
                  </a:lnTo>
                  <a:lnTo>
                    <a:pt x="213" y="852"/>
                  </a:lnTo>
                  <a:lnTo>
                    <a:pt x="184" y="879"/>
                  </a:lnTo>
                  <a:lnTo>
                    <a:pt x="155" y="908"/>
                  </a:lnTo>
                  <a:lnTo>
                    <a:pt x="131" y="939"/>
                  </a:lnTo>
                  <a:lnTo>
                    <a:pt x="107" y="971"/>
                  </a:lnTo>
                  <a:lnTo>
                    <a:pt x="86" y="1005"/>
                  </a:lnTo>
                  <a:lnTo>
                    <a:pt x="68" y="1040"/>
                  </a:lnTo>
                  <a:lnTo>
                    <a:pt x="50" y="1076"/>
                  </a:lnTo>
                  <a:lnTo>
                    <a:pt x="36" y="1115"/>
                  </a:lnTo>
                  <a:lnTo>
                    <a:pt x="23" y="1153"/>
                  </a:lnTo>
                  <a:lnTo>
                    <a:pt x="14" y="1195"/>
                  </a:lnTo>
                  <a:lnTo>
                    <a:pt x="7" y="1236"/>
                  </a:lnTo>
                  <a:lnTo>
                    <a:pt x="2" y="1279"/>
                  </a:lnTo>
                  <a:lnTo>
                    <a:pt x="0" y="1322"/>
                  </a:lnTo>
                  <a:lnTo>
                    <a:pt x="0" y="3093"/>
                  </a:lnTo>
                  <a:lnTo>
                    <a:pt x="2" y="3147"/>
                  </a:lnTo>
                  <a:lnTo>
                    <a:pt x="7" y="3202"/>
                  </a:lnTo>
                  <a:lnTo>
                    <a:pt x="15" y="3257"/>
                  </a:lnTo>
                  <a:lnTo>
                    <a:pt x="27" y="3312"/>
                  </a:lnTo>
                  <a:lnTo>
                    <a:pt x="42" y="3366"/>
                  </a:lnTo>
                  <a:lnTo>
                    <a:pt x="59" y="3420"/>
                  </a:lnTo>
                  <a:lnTo>
                    <a:pt x="79" y="3474"/>
                  </a:lnTo>
                  <a:lnTo>
                    <a:pt x="102" y="3525"/>
                  </a:lnTo>
                  <a:lnTo>
                    <a:pt x="127" y="3576"/>
                  </a:lnTo>
                  <a:lnTo>
                    <a:pt x="154" y="3624"/>
                  </a:lnTo>
                  <a:lnTo>
                    <a:pt x="184" y="3670"/>
                  </a:lnTo>
                  <a:lnTo>
                    <a:pt x="214" y="3712"/>
                  </a:lnTo>
                  <a:lnTo>
                    <a:pt x="247" y="3752"/>
                  </a:lnTo>
                  <a:lnTo>
                    <a:pt x="281" y="3788"/>
                  </a:lnTo>
                  <a:lnTo>
                    <a:pt x="317" y="3821"/>
                  </a:lnTo>
                  <a:lnTo>
                    <a:pt x="353" y="384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4586" name="Freeform 35"/>
            <p:cNvSpPr>
              <a:spLocks/>
            </p:cNvSpPr>
            <p:nvPr/>
          </p:nvSpPr>
          <p:spPr bwMode="auto">
            <a:xfrm>
              <a:off x="943" y="2210"/>
              <a:ext cx="276" cy="187"/>
            </a:xfrm>
            <a:custGeom>
              <a:avLst/>
              <a:gdLst>
                <a:gd name="T0" fmla="*/ 11 w 1380"/>
                <a:gd name="T1" fmla="*/ 7 h 937"/>
                <a:gd name="T2" fmla="*/ 11 w 1380"/>
                <a:gd name="T3" fmla="*/ 7 h 937"/>
                <a:gd name="T4" fmla="*/ 0 w 1380"/>
                <a:gd name="T5" fmla="*/ 0 h 937"/>
                <a:gd name="T6" fmla="*/ 0 w 1380"/>
                <a:gd name="T7" fmla="*/ 1 h 937"/>
                <a:gd name="T8" fmla="*/ 10 w 1380"/>
                <a:gd name="T9" fmla="*/ 7 h 937"/>
                <a:gd name="T10" fmla="*/ 10 w 1380"/>
                <a:gd name="T11" fmla="*/ 7 h 937"/>
                <a:gd name="T12" fmla="*/ 10 w 1380"/>
                <a:gd name="T13" fmla="*/ 7 h 937"/>
                <a:gd name="T14" fmla="*/ 11 w 1380"/>
                <a:gd name="T15" fmla="*/ 7 h 937"/>
                <a:gd name="T16" fmla="*/ 11 w 1380"/>
                <a:gd name="T17" fmla="*/ 7 h 937"/>
                <a:gd name="T18" fmla="*/ 11 w 1380"/>
                <a:gd name="T19" fmla="*/ 7 h 937"/>
                <a:gd name="T20" fmla="*/ 11 w 1380"/>
                <a:gd name="T21" fmla="*/ 7 h 937"/>
                <a:gd name="T22" fmla="*/ 11 w 1380"/>
                <a:gd name="T23" fmla="*/ 7 h 937"/>
                <a:gd name="T24" fmla="*/ 11 w 1380"/>
                <a:gd name="T25" fmla="*/ 7 h 937"/>
                <a:gd name="T26" fmla="*/ 11 w 1380"/>
                <a:gd name="T27" fmla="*/ 7 h 937"/>
                <a:gd name="T28" fmla="*/ 11 w 1380"/>
                <a:gd name="T29" fmla="*/ 7 h 937"/>
                <a:gd name="T30" fmla="*/ 11 w 1380"/>
                <a:gd name="T31" fmla="*/ 7 h 93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80"/>
                <a:gd name="T49" fmla="*/ 0 h 937"/>
                <a:gd name="T50" fmla="*/ 1380 w 1380"/>
                <a:gd name="T51" fmla="*/ 937 h 93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80" h="937">
                  <a:moveTo>
                    <a:pt x="1354" y="848"/>
                  </a:moveTo>
                  <a:lnTo>
                    <a:pt x="1359" y="851"/>
                  </a:lnTo>
                  <a:lnTo>
                    <a:pt x="51" y="0"/>
                  </a:lnTo>
                  <a:lnTo>
                    <a:pt x="0" y="78"/>
                  </a:lnTo>
                  <a:lnTo>
                    <a:pt x="1307" y="929"/>
                  </a:lnTo>
                  <a:lnTo>
                    <a:pt x="1312" y="932"/>
                  </a:lnTo>
                  <a:lnTo>
                    <a:pt x="1307" y="929"/>
                  </a:lnTo>
                  <a:lnTo>
                    <a:pt x="1326" y="937"/>
                  </a:lnTo>
                  <a:lnTo>
                    <a:pt x="1345" y="936"/>
                  </a:lnTo>
                  <a:lnTo>
                    <a:pt x="1360" y="929"/>
                  </a:lnTo>
                  <a:lnTo>
                    <a:pt x="1372" y="916"/>
                  </a:lnTo>
                  <a:lnTo>
                    <a:pt x="1379" y="899"/>
                  </a:lnTo>
                  <a:lnTo>
                    <a:pt x="1380" y="883"/>
                  </a:lnTo>
                  <a:lnTo>
                    <a:pt x="1374" y="865"/>
                  </a:lnTo>
                  <a:lnTo>
                    <a:pt x="1359" y="851"/>
                  </a:lnTo>
                  <a:lnTo>
                    <a:pt x="1354" y="84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4587" name="Freeform 36"/>
            <p:cNvSpPr>
              <a:spLocks/>
            </p:cNvSpPr>
            <p:nvPr/>
          </p:nvSpPr>
          <p:spPr bwMode="auto">
            <a:xfrm>
              <a:off x="1206" y="2379"/>
              <a:ext cx="140" cy="32"/>
            </a:xfrm>
            <a:custGeom>
              <a:avLst/>
              <a:gdLst>
                <a:gd name="T0" fmla="*/ 5 w 703"/>
                <a:gd name="T1" fmla="*/ 0 h 162"/>
                <a:gd name="T2" fmla="*/ 5 w 703"/>
                <a:gd name="T3" fmla="*/ 0 h 162"/>
                <a:gd name="T4" fmla="*/ 5 w 703"/>
                <a:gd name="T5" fmla="*/ 0 h 162"/>
                <a:gd name="T6" fmla="*/ 5 w 703"/>
                <a:gd name="T7" fmla="*/ 0 h 162"/>
                <a:gd name="T8" fmla="*/ 4 w 703"/>
                <a:gd name="T9" fmla="*/ 0 h 162"/>
                <a:gd name="T10" fmla="*/ 4 w 703"/>
                <a:gd name="T11" fmla="*/ 0 h 162"/>
                <a:gd name="T12" fmla="*/ 4 w 703"/>
                <a:gd name="T13" fmla="*/ 0 h 162"/>
                <a:gd name="T14" fmla="*/ 3 w 703"/>
                <a:gd name="T15" fmla="*/ 1 h 162"/>
                <a:gd name="T16" fmla="*/ 3 w 703"/>
                <a:gd name="T17" fmla="*/ 1 h 162"/>
                <a:gd name="T18" fmla="*/ 3 w 703"/>
                <a:gd name="T19" fmla="*/ 1 h 162"/>
                <a:gd name="T20" fmla="*/ 2 w 703"/>
                <a:gd name="T21" fmla="*/ 1 h 162"/>
                <a:gd name="T22" fmla="*/ 2 w 703"/>
                <a:gd name="T23" fmla="*/ 1 h 162"/>
                <a:gd name="T24" fmla="*/ 2 w 703"/>
                <a:gd name="T25" fmla="*/ 0 h 162"/>
                <a:gd name="T26" fmla="*/ 1 w 703"/>
                <a:gd name="T27" fmla="*/ 0 h 162"/>
                <a:gd name="T28" fmla="*/ 1 w 703"/>
                <a:gd name="T29" fmla="*/ 0 h 162"/>
                <a:gd name="T30" fmla="*/ 1 w 703"/>
                <a:gd name="T31" fmla="*/ 0 h 162"/>
                <a:gd name="T32" fmla="*/ 1 w 703"/>
                <a:gd name="T33" fmla="*/ 0 h 162"/>
                <a:gd name="T34" fmla="*/ 0 w 703"/>
                <a:gd name="T35" fmla="*/ 0 h 162"/>
                <a:gd name="T36" fmla="*/ 0 w 703"/>
                <a:gd name="T37" fmla="*/ 1 h 162"/>
                <a:gd name="T38" fmla="*/ 0 w 703"/>
                <a:gd name="T39" fmla="*/ 1 h 162"/>
                <a:gd name="T40" fmla="*/ 1 w 703"/>
                <a:gd name="T41" fmla="*/ 1 h 162"/>
                <a:gd name="T42" fmla="*/ 1 w 703"/>
                <a:gd name="T43" fmla="*/ 1 h 162"/>
                <a:gd name="T44" fmla="*/ 1 w 703"/>
                <a:gd name="T45" fmla="*/ 1 h 162"/>
                <a:gd name="T46" fmla="*/ 2 w 703"/>
                <a:gd name="T47" fmla="*/ 1 h 162"/>
                <a:gd name="T48" fmla="*/ 2 w 703"/>
                <a:gd name="T49" fmla="*/ 1 h 162"/>
                <a:gd name="T50" fmla="*/ 2 w 703"/>
                <a:gd name="T51" fmla="*/ 1 h 162"/>
                <a:gd name="T52" fmla="*/ 3 w 703"/>
                <a:gd name="T53" fmla="*/ 1 h 162"/>
                <a:gd name="T54" fmla="*/ 3 w 703"/>
                <a:gd name="T55" fmla="*/ 1 h 162"/>
                <a:gd name="T56" fmla="*/ 3 w 703"/>
                <a:gd name="T57" fmla="*/ 1 h 162"/>
                <a:gd name="T58" fmla="*/ 4 w 703"/>
                <a:gd name="T59" fmla="*/ 1 h 162"/>
                <a:gd name="T60" fmla="*/ 4 w 703"/>
                <a:gd name="T61" fmla="*/ 1 h 162"/>
                <a:gd name="T62" fmla="*/ 5 w 703"/>
                <a:gd name="T63" fmla="*/ 1 h 162"/>
                <a:gd name="T64" fmla="*/ 5 w 703"/>
                <a:gd name="T65" fmla="*/ 1 h 162"/>
                <a:gd name="T66" fmla="*/ 5 w 703"/>
                <a:gd name="T67" fmla="*/ 1 h 162"/>
                <a:gd name="T68" fmla="*/ 5 w 703"/>
                <a:gd name="T69" fmla="*/ 1 h 162"/>
                <a:gd name="T70" fmla="*/ 5 w 703"/>
                <a:gd name="T71" fmla="*/ 1 h 162"/>
                <a:gd name="T72" fmla="*/ 5 w 703"/>
                <a:gd name="T73" fmla="*/ 1 h 162"/>
                <a:gd name="T74" fmla="*/ 5 w 703"/>
                <a:gd name="T75" fmla="*/ 1 h 162"/>
                <a:gd name="T76" fmla="*/ 6 w 703"/>
                <a:gd name="T77" fmla="*/ 0 h 162"/>
                <a:gd name="T78" fmla="*/ 6 w 703"/>
                <a:gd name="T79" fmla="*/ 0 h 162"/>
                <a:gd name="T80" fmla="*/ 6 w 703"/>
                <a:gd name="T81" fmla="*/ 0 h 162"/>
                <a:gd name="T82" fmla="*/ 5 w 703"/>
                <a:gd name="T83" fmla="*/ 0 h 162"/>
                <a:gd name="T84" fmla="*/ 5 w 703"/>
                <a:gd name="T85" fmla="*/ 0 h 162"/>
                <a:gd name="T86" fmla="*/ 5 w 703"/>
                <a:gd name="T87" fmla="*/ 0 h 162"/>
                <a:gd name="T88" fmla="*/ 5 w 703"/>
                <a:gd name="T89" fmla="*/ 0 h 162"/>
                <a:gd name="T90" fmla="*/ 5 w 703"/>
                <a:gd name="T91" fmla="*/ 0 h 162"/>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703"/>
                <a:gd name="T139" fmla="*/ 0 h 162"/>
                <a:gd name="T140" fmla="*/ 703 w 703"/>
                <a:gd name="T141" fmla="*/ 162 h 162"/>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703" h="162">
                  <a:moveTo>
                    <a:pt x="631" y="8"/>
                  </a:moveTo>
                  <a:lnTo>
                    <a:pt x="636" y="6"/>
                  </a:lnTo>
                  <a:lnTo>
                    <a:pt x="606" y="20"/>
                  </a:lnTo>
                  <a:lnTo>
                    <a:pt x="575" y="32"/>
                  </a:lnTo>
                  <a:lnTo>
                    <a:pt x="540" y="42"/>
                  </a:lnTo>
                  <a:lnTo>
                    <a:pt x="504" y="52"/>
                  </a:lnTo>
                  <a:lnTo>
                    <a:pt x="467" y="59"/>
                  </a:lnTo>
                  <a:lnTo>
                    <a:pt x="428" y="64"/>
                  </a:lnTo>
                  <a:lnTo>
                    <a:pt x="389" y="67"/>
                  </a:lnTo>
                  <a:lnTo>
                    <a:pt x="348" y="68"/>
                  </a:lnTo>
                  <a:lnTo>
                    <a:pt x="308" y="68"/>
                  </a:lnTo>
                  <a:lnTo>
                    <a:pt x="267" y="65"/>
                  </a:lnTo>
                  <a:lnTo>
                    <a:pt x="226" y="61"/>
                  </a:lnTo>
                  <a:lnTo>
                    <a:pt x="187" y="54"/>
                  </a:lnTo>
                  <a:lnTo>
                    <a:pt x="148" y="44"/>
                  </a:lnTo>
                  <a:lnTo>
                    <a:pt x="110" y="33"/>
                  </a:lnTo>
                  <a:lnTo>
                    <a:pt x="75" y="20"/>
                  </a:lnTo>
                  <a:lnTo>
                    <a:pt x="42" y="5"/>
                  </a:lnTo>
                  <a:lnTo>
                    <a:pt x="0" y="89"/>
                  </a:lnTo>
                  <a:lnTo>
                    <a:pt x="40" y="107"/>
                  </a:lnTo>
                  <a:lnTo>
                    <a:pt x="82" y="122"/>
                  </a:lnTo>
                  <a:lnTo>
                    <a:pt x="124" y="135"/>
                  </a:lnTo>
                  <a:lnTo>
                    <a:pt x="169" y="146"/>
                  </a:lnTo>
                  <a:lnTo>
                    <a:pt x="214" y="153"/>
                  </a:lnTo>
                  <a:lnTo>
                    <a:pt x="258" y="158"/>
                  </a:lnTo>
                  <a:lnTo>
                    <a:pt x="303" y="162"/>
                  </a:lnTo>
                  <a:lnTo>
                    <a:pt x="348" y="162"/>
                  </a:lnTo>
                  <a:lnTo>
                    <a:pt x="394" y="161"/>
                  </a:lnTo>
                  <a:lnTo>
                    <a:pt x="439" y="157"/>
                  </a:lnTo>
                  <a:lnTo>
                    <a:pt x="481" y="150"/>
                  </a:lnTo>
                  <a:lnTo>
                    <a:pt x="525" y="143"/>
                  </a:lnTo>
                  <a:lnTo>
                    <a:pt x="566" y="132"/>
                  </a:lnTo>
                  <a:lnTo>
                    <a:pt x="606" y="121"/>
                  </a:lnTo>
                  <a:lnTo>
                    <a:pt x="643" y="105"/>
                  </a:lnTo>
                  <a:lnTo>
                    <a:pt x="678" y="88"/>
                  </a:lnTo>
                  <a:lnTo>
                    <a:pt x="683" y="86"/>
                  </a:lnTo>
                  <a:lnTo>
                    <a:pt x="678" y="88"/>
                  </a:lnTo>
                  <a:lnTo>
                    <a:pt x="695" y="75"/>
                  </a:lnTo>
                  <a:lnTo>
                    <a:pt x="702" y="60"/>
                  </a:lnTo>
                  <a:lnTo>
                    <a:pt x="703" y="42"/>
                  </a:lnTo>
                  <a:lnTo>
                    <a:pt x="698" y="26"/>
                  </a:lnTo>
                  <a:lnTo>
                    <a:pt x="688" y="12"/>
                  </a:lnTo>
                  <a:lnTo>
                    <a:pt x="674" y="3"/>
                  </a:lnTo>
                  <a:lnTo>
                    <a:pt x="656" y="0"/>
                  </a:lnTo>
                  <a:lnTo>
                    <a:pt x="636" y="6"/>
                  </a:lnTo>
                  <a:lnTo>
                    <a:pt x="631"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4588" name="Freeform 37"/>
            <p:cNvSpPr>
              <a:spLocks/>
            </p:cNvSpPr>
            <p:nvPr/>
          </p:nvSpPr>
          <p:spPr bwMode="auto">
            <a:xfrm>
              <a:off x="1332" y="2204"/>
              <a:ext cx="283" cy="192"/>
            </a:xfrm>
            <a:custGeom>
              <a:avLst/>
              <a:gdLst>
                <a:gd name="T0" fmla="*/ 11 w 1415"/>
                <a:gd name="T1" fmla="*/ 0 h 960"/>
                <a:gd name="T2" fmla="*/ 11 w 1415"/>
                <a:gd name="T3" fmla="*/ 0 h 960"/>
                <a:gd name="T4" fmla="*/ 0 w 1415"/>
                <a:gd name="T5" fmla="*/ 7 h 960"/>
                <a:gd name="T6" fmla="*/ 0 w 1415"/>
                <a:gd name="T7" fmla="*/ 8 h 960"/>
                <a:gd name="T8" fmla="*/ 11 w 1415"/>
                <a:gd name="T9" fmla="*/ 1 h 960"/>
                <a:gd name="T10" fmla="*/ 11 w 1415"/>
                <a:gd name="T11" fmla="*/ 1 h 960"/>
                <a:gd name="T12" fmla="*/ 11 w 1415"/>
                <a:gd name="T13" fmla="*/ 1 h 960"/>
                <a:gd name="T14" fmla="*/ 11 w 1415"/>
                <a:gd name="T15" fmla="*/ 1 h 960"/>
                <a:gd name="T16" fmla="*/ 11 w 1415"/>
                <a:gd name="T17" fmla="*/ 0 h 960"/>
                <a:gd name="T18" fmla="*/ 11 w 1415"/>
                <a:gd name="T19" fmla="*/ 0 h 960"/>
                <a:gd name="T20" fmla="*/ 11 w 1415"/>
                <a:gd name="T21" fmla="*/ 0 h 960"/>
                <a:gd name="T22" fmla="*/ 11 w 1415"/>
                <a:gd name="T23" fmla="*/ 0 h 960"/>
                <a:gd name="T24" fmla="*/ 11 w 1415"/>
                <a:gd name="T25" fmla="*/ 0 h 960"/>
                <a:gd name="T26" fmla="*/ 11 w 1415"/>
                <a:gd name="T27" fmla="*/ 0 h 960"/>
                <a:gd name="T28" fmla="*/ 11 w 1415"/>
                <a:gd name="T29" fmla="*/ 0 h 960"/>
                <a:gd name="T30" fmla="*/ 11 w 1415"/>
                <a:gd name="T31" fmla="*/ 0 h 96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15"/>
                <a:gd name="T49" fmla="*/ 0 h 960"/>
                <a:gd name="T50" fmla="*/ 1415 w 1415"/>
                <a:gd name="T51" fmla="*/ 960 h 96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15" h="960">
                  <a:moveTo>
                    <a:pt x="1338" y="10"/>
                  </a:moveTo>
                  <a:lnTo>
                    <a:pt x="1342" y="8"/>
                  </a:lnTo>
                  <a:lnTo>
                    <a:pt x="0" y="882"/>
                  </a:lnTo>
                  <a:lnTo>
                    <a:pt x="52" y="960"/>
                  </a:lnTo>
                  <a:lnTo>
                    <a:pt x="1393" y="85"/>
                  </a:lnTo>
                  <a:lnTo>
                    <a:pt x="1397" y="83"/>
                  </a:lnTo>
                  <a:lnTo>
                    <a:pt x="1393" y="85"/>
                  </a:lnTo>
                  <a:lnTo>
                    <a:pt x="1409" y="71"/>
                  </a:lnTo>
                  <a:lnTo>
                    <a:pt x="1415" y="53"/>
                  </a:lnTo>
                  <a:lnTo>
                    <a:pt x="1413" y="37"/>
                  </a:lnTo>
                  <a:lnTo>
                    <a:pt x="1406" y="21"/>
                  </a:lnTo>
                  <a:lnTo>
                    <a:pt x="1395" y="8"/>
                  </a:lnTo>
                  <a:lnTo>
                    <a:pt x="1379" y="1"/>
                  </a:lnTo>
                  <a:lnTo>
                    <a:pt x="1361" y="0"/>
                  </a:lnTo>
                  <a:lnTo>
                    <a:pt x="1342" y="8"/>
                  </a:lnTo>
                  <a:lnTo>
                    <a:pt x="1338" y="1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4589" name="Freeform 38"/>
            <p:cNvSpPr>
              <a:spLocks/>
            </p:cNvSpPr>
            <p:nvPr/>
          </p:nvSpPr>
          <p:spPr bwMode="auto">
            <a:xfrm>
              <a:off x="1599" y="2057"/>
              <a:ext cx="80" cy="163"/>
            </a:xfrm>
            <a:custGeom>
              <a:avLst/>
              <a:gdLst>
                <a:gd name="T0" fmla="*/ 2 w 398"/>
                <a:gd name="T1" fmla="*/ 0 h 817"/>
                <a:gd name="T2" fmla="*/ 2 w 398"/>
                <a:gd name="T3" fmla="*/ 0 h 817"/>
                <a:gd name="T4" fmla="*/ 2 w 398"/>
                <a:gd name="T5" fmla="*/ 1 h 817"/>
                <a:gd name="T6" fmla="*/ 2 w 398"/>
                <a:gd name="T7" fmla="*/ 1 h 817"/>
                <a:gd name="T8" fmla="*/ 2 w 398"/>
                <a:gd name="T9" fmla="*/ 2 h 817"/>
                <a:gd name="T10" fmla="*/ 2 w 398"/>
                <a:gd name="T11" fmla="*/ 2 h 817"/>
                <a:gd name="T12" fmla="*/ 2 w 398"/>
                <a:gd name="T13" fmla="*/ 2 h 817"/>
                <a:gd name="T14" fmla="*/ 2 w 398"/>
                <a:gd name="T15" fmla="*/ 3 h 817"/>
                <a:gd name="T16" fmla="*/ 2 w 398"/>
                <a:gd name="T17" fmla="*/ 3 h 817"/>
                <a:gd name="T18" fmla="*/ 2 w 398"/>
                <a:gd name="T19" fmla="*/ 4 h 817"/>
                <a:gd name="T20" fmla="*/ 2 w 398"/>
                <a:gd name="T21" fmla="*/ 4 h 817"/>
                <a:gd name="T22" fmla="*/ 1 w 398"/>
                <a:gd name="T23" fmla="*/ 4 h 817"/>
                <a:gd name="T24" fmla="*/ 1 w 398"/>
                <a:gd name="T25" fmla="*/ 5 h 817"/>
                <a:gd name="T26" fmla="*/ 1 w 398"/>
                <a:gd name="T27" fmla="*/ 5 h 817"/>
                <a:gd name="T28" fmla="*/ 1 w 398"/>
                <a:gd name="T29" fmla="*/ 5 h 817"/>
                <a:gd name="T30" fmla="*/ 1 w 398"/>
                <a:gd name="T31" fmla="*/ 5 h 817"/>
                <a:gd name="T32" fmla="*/ 0 w 398"/>
                <a:gd name="T33" fmla="*/ 6 h 817"/>
                <a:gd name="T34" fmla="*/ 0 w 398"/>
                <a:gd name="T35" fmla="*/ 6 h 817"/>
                <a:gd name="T36" fmla="*/ 0 w 398"/>
                <a:gd name="T37" fmla="*/ 7 h 817"/>
                <a:gd name="T38" fmla="*/ 1 w 398"/>
                <a:gd name="T39" fmla="*/ 6 h 817"/>
                <a:gd name="T40" fmla="*/ 1 w 398"/>
                <a:gd name="T41" fmla="*/ 6 h 817"/>
                <a:gd name="T42" fmla="*/ 1 w 398"/>
                <a:gd name="T43" fmla="*/ 6 h 817"/>
                <a:gd name="T44" fmla="*/ 2 w 398"/>
                <a:gd name="T45" fmla="*/ 5 h 817"/>
                <a:gd name="T46" fmla="*/ 2 w 398"/>
                <a:gd name="T47" fmla="*/ 5 h 817"/>
                <a:gd name="T48" fmla="*/ 2 w 398"/>
                <a:gd name="T49" fmla="*/ 5 h 817"/>
                <a:gd name="T50" fmla="*/ 2 w 398"/>
                <a:gd name="T51" fmla="*/ 4 h 817"/>
                <a:gd name="T52" fmla="*/ 2 w 398"/>
                <a:gd name="T53" fmla="*/ 4 h 817"/>
                <a:gd name="T54" fmla="*/ 3 w 398"/>
                <a:gd name="T55" fmla="*/ 3 h 817"/>
                <a:gd name="T56" fmla="*/ 3 w 398"/>
                <a:gd name="T57" fmla="*/ 3 h 817"/>
                <a:gd name="T58" fmla="*/ 3 w 398"/>
                <a:gd name="T59" fmla="*/ 3 h 817"/>
                <a:gd name="T60" fmla="*/ 3 w 398"/>
                <a:gd name="T61" fmla="*/ 2 h 817"/>
                <a:gd name="T62" fmla="*/ 3 w 398"/>
                <a:gd name="T63" fmla="*/ 2 h 817"/>
                <a:gd name="T64" fmla="*/ 3 w 398"/>
                <a:gd name="T65" fmla="*/ 1 h 817"/>
                <a:gd name="T66" fmla="*/ 3 w 398"/>
                <a:gd name="T67" fmla="*/ 1 h 817"/>
                <a:gd name="T68" fmla="*/ 3 w 398"/>
                <a:gd name="T69" fmla="*/ 0 h 817"/>
                <a:gd name="T70" fmla="*/ 3 w 398"/>
                <a:gd name="T71" fmla="*/ 0 h 817"/>
                <a:gd name="T72" fmla="*/ 3 w 398"/>
                <a:gd name="T73" fmla="*/ 0 h 817"/>
                <a:gd name="T74" fmla="*/ 3 w 398"/>
                <a:gd name="T75" fmla="*/ 0 h 817"/>
                <a:gd name="T76" fmla="*/ 3 w 398"/>
                <a:gd name="T77" fmla="*/ 0 h 817"/>
                <a:gd name="T78" fmla="*/ 3 w 398"/>
                <a:gd name="T79" fmla="*/ 0 h 817"/>
                <a:gd name="T80" fmla="*/ 3 w 398"/>
                <a:gd name="T81" fmla="*/ 0 h 817"/>
                <a:gd name="T82" fmla="*/ 3 w 398"/>
                <a:gd name="T83" fmla="*/ 0 h 817"/>
                <a:gd name="T84" fmla="*/ 3 w 398"/>
                <a:gd name="T85" fmla="*/ 0 h 817"/>
                <a:gd name="T86" fmla="*/ 2 w 398"/>
                <a:gd name="T87" fmla="*/ 0 h 817"/>
                <a:gd name="T88" fmla="*/ 2 w 398"/>
                <a:gd name="T89" fmla="*/ 0 h 817"/>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398"/>
                <a:gd name="T136" fmla="*/ 0 h 817"/>
                <a:gd name="T137" fmla="*/ 398 w 398"/>
                <a:gd name="T138" fmla="*/ 817 h 817"/>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398" h="817">
                  <a:moveTo>
                    <a:pt x="304" y="47"/>
                  </a:moveTo>
                  <a:lnTo>
                    <a:pt x="304" y="47"/>
                  </a:lnTo>
                  <a:lnTo>
                    <a:pt x="301" y="97"/>
                  </a:lnTo>
                  <a:lnTo>
                    <a:pt x="297" y="147"/>
                  </a:lnTo>
                  <a:lnTo>
                    <a:pt x="291" y="198"/>
                  </a:lnTo>
                  <a:lnTo>
                    <a:pt x="280" y="247"/>
                  </a:lnTo>
                  <a:lnTo>
                    <a:pt x="268" y="297"/>
                  </a:lnTo>
                  <a:lnTo>
                    <a:pt x="253" y="347"/>
                  </a:lnTo>
                  <a:lnTo>
                    <a:pt x="236" y="395"/>
                  </a:lnTo>
                  <a:lnTo>
                    <a:pt x="217" y="442"/>
                  </a:lnTo>
                  <a:lnTo>
                    <a:pt x="195" y="487"/>
                  </a:lnTo>
                  <a:lnTo>
                    <a:pt x="171" y="532"/>
                  </a:lnTo>
                  <a:lnTo>
                    <a:pt x="147" y="574"/>
                  </a:lnTo>
                  <a:lnTo>
                    <a:pt x="121" y="613"/>
                  </a:lnTo>
                  <a:lnTo>
                    <a:pt x="93" y="650"/>
                  </a:lnTo>
                  <a:lnTo>
                    <a:pt x="64" y="684"/>
                  </a:lnTo>
                  <a:lnTo>
                    <a:pt x="32" y="716"/>
                  </a:lnTo>
                  <a:lnTo>
                    <a:pt x="0" y="744"/>
                  </a:lnTo>
                  <a:lnTo>
                    <a:pt x="59" y="817"/>
                  </a:lnTo>
                  <a:lnTo>
                    <a:pt x="95" y="784"/>
                  </a:lnTo>
                  <a:lnTo>
                    <a:pt x="132" y="748"/>
                  </a:lnTo>
                  <a:lnTo>
                    <a:pt x="166" y="709"/>
                  </a:lnTo>
                  <a:lnTo>
                    <a:pt x="196" y="667"/>
                  </a:lnTo>
                  <a:lnTo>
                    <a:pt x="227" y="623"/>
                  </a:lnTo>
                  <a:lnTo>
                    <a:pt x="253" y="576"/>
                  </a:lnTo>
                  <a:lnTo>
                    <a:pt x="279" y="530"/>
                  </a:lnTo>
                  <a:lnTo>
                    <a:pt x="301" y="479"/>
                  </a:lnTo>
                  <a:lnTo>
                    <a:pt x="323" y="428"/>
                  </a:lnTo>
                  <a:lnTo>
                    <a:pt x="342" y="375"/>
                  </a:lnTo>
                  <a:lnTo>
                    <a:pt x="359" y="321"/>
                  </a:lnTo>
                  <a:lnTo>
                    <a:pt x="372" y="268"/>
                  </a:lnTo>
                  <a:lnTo>
                    <a:pt x="382" y="212"/>
                  </a:lnTo>
                  <a:lnTo>
                    <a:pt x="391" y="157"/>
                  </a:lnTo>
                  <a:lnTo>
                    <a:pt x="395" y="102"/>
                  </a:lnTo>
                  <a:lnTo>
                    <a:pt x="398" y="47"/>
                  </a:lnTo>
                  <a:lnTo>
                    <a:pt x="394" y="27"/>
                  </a:lnTo>
                  <a:lnTo>
                    <a:pt x="383" y="11"/>
                  </a:lnTo>
                  <a:lnTo>
                    <a:pt x="368" y="3"/>
                  </a:lnTo>
                  <a:lnTo>
                    <a:pt x="351" y="0"/>
                  </a:lnTo>
                  <a:lnTo>
                    <a:pt x="333" y="3"/>
                  </a:lnTo>
                  <a:lnTo>
                    <a:pt x="319" y="11"/>
                  </a:lnTo>
                  <a:lnTo>
                    <a:pt x="307" y="27"/>
                  </a:lnTo>
                  <a:lnTo>
                    <a:pt x="304" y="4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4590" name="Freeform 39"/>
            <p:cNvSpPr>
              <a:spLocks/>
            </p:cNvSpPr>
            <p:nvPr/>
          </p:nvSpPr>
          <p:spPr bwMode="auto">
            <a:xfrm>
              <a:off x="1660" y="1701"/>
              <a:ext cx="19" cy="365"/>
            </a:xfrm>
            <a:custGeom>
              <a:avLst/>
              <a:gdLst>
                <a:gd name="T0" fmla="*/ 0 w 95"/>
                <a:gd name="T1" fmla="*/ 0 h 1826"/>
                <a:gd name="T2" fmla="*/ 0 w 95"/>
                <a:gd name="T3" fmla="*/ 0 h 1826"/>
                <a:gd name="T4" fmla="*/ 0 w 95"/>
                <a:gd name="T5" fmla="*/ 15 h 1826"/>
                <a:gd name="T6" fmla="*/ 1 w 95"/>
                <a:gd name="T7" fmla="*/ 15 h 1826"/>
                <a:gd name="T8" fmla="*/ 1 w 95"/>
                <a:gd name="T9" fmla="*/ 0 h 1826"/>
                <a:gd name="T10" fmla="*/ 1 w 95"/>
                <a:gd name="T11" fmla="*/ 0 h 1826"/>
                <a:gd name="T12" fmla="*/ 1 w 95"/>
                <a:gd name="T13" fmla="*/ 0 h 1826"/>
                <a:gd name="T14" fmla="*/ 1 w 95"/>
                <a:gd name="T15" fmla="*/ 0 h 1826"/>
                <a:gd name="T16" fmla="*/ 1 w 95"/>
                <a:gd name="T17" fmla="*/ 0 h 1826"/>
                <a:gd name="T18" fmla="*/ 1 w 95"/>
                <a:gd name="T19" fmla="*/ 0 h 1826"/>
                <a:gd name="T20" fmla="*/ 0 w 95"/>
                <a:gd name="T21" fmla="*/ 0 h 1826"/>
                <a:gd name="T22" fmla="*/ 0 w 95"/>
                <a:gd name="T23" fmla="*/ 0 h 1826"/>
                <a:gd name="T24" fmla="*/ 0 w 95"/>
                <a:gd name="T25" fmla="*/ 0 h 1826"/>
                <a:gd name="T26" fmla="*/ 0 w 95"/>
                <a:gd name="T27" fmla="*/ 0 h 1826"/>
                <a:gd name="T28" fmla="*/ 0 w 95"/>
                <a:gd name="T29" fmla="*/ 0 h 1826"/>
                <a:gd name="T30" fmla="*/ 0 w 95"/>
                <a:gd name="T31" fmla="*/ 0 h 182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95"/>
                <a:gd name="T49" fmla="*/ 0 h 1826"/>
                <a:gd name="T50" fmla="*/ 95 w 95"/>
                <a:gd name="T51" fmla="*/ 1826 h 182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95" h="1826">
                  <a:moveTo>
                    <a:pt x="0" y="49"/>
                  </a:moveTo>
                  <a:lnTo>
                    <a:pt x="0" y="47"/>
                  </a:lnTo>
                  <a:lnTo>
                    <a:pt x="1" y="1826"/>
                  </a:lnTo>
                  <a:lnTo>
                    <a:pt x="95" y="1826"/>
                  </a:lnTo>
                  <a:lnTo>
                    <a:pt x="93" y="47"/>
                  </a:lnTo>
                  <a:lnTo>
                    <a:pt x="93" y="45"/>
                  </a:lnTo>
                  <a:lnTo>
                    <a:pt x="93" y="47"/>
                  </a:lnTo>
                  <a:lnTo>
                    <a:pt x="90" y="27"/>
                  </a:lnTo>
                  <a:lnTo>
                    <a:pt x="79" y="12"/>
                  </a:lnTo>
                  <a:lnTo>
                    <a:pt x="64" y="4"/>
                  </a:lnTo>
                  <a:lnTo>
                    <a:pt x="47" y="0"/>
                  </a:lnTo>
                  <a:lnTo>
                    <a:pt x="29" y="4"/>
                  </a:lnTo>
                  <a:lnTo>
                    <a:pt x="15" y="12"/>
                  </a:lnTo>
                  <a:lnTo>
                    <a:pt x="3" y="27"/>
                  </a:lnTo>
                  <a:lnTo>
                    <a:pt x="0" y="47"/>
                  </a:lnTo>
                  <a:lnTo>
                    <a:pt x="0" y="4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4591" name="Freeform 40"/>
            <p:cNvSpPr>
              <a:spLocks/>
            </p:cNvSpPr>
            <p:nvPr/>
          </p:nvSpPr>
          <p:spPr bwMode="auto">
            <a:xfrm>
              <a:off x="1598" y="1598"/>
              <a:ext cx="81" cy="113"/>
            </a:xfrm>
            <a:custGeom>
              <a:avLst/>
              <a:gdLst>
                <a:gd name="T0" fmla="*/ 0 w 401"/>
                <a:gd name="T1" fmla="*/ 1 h 566"/>
                <a:gd name="T2" fmla="*/ 0 w 401"/>
                <a:gd name="T3" fmla="*/ 1 h 566"/>
                <a:gd name="T4" fmla="*/ 0 w 401"/>
                <a:gd name="T5" fmla="*/ 1 h 566"/>
                <a:gd name="T6" fmla="*/ 1 w 401"/>
                <a:gd name="T7" fmla="*/ 1 h 566"/>
                <a:gd name="T8" fmla="*/ 1 w 401"/>
                <a:gd name="T9" fmla="*/ 1 h 566"/>
                <a:gd name="T10" fmla="*/ 1 w 401"/>
                <a:gd name="T11" fmla="*/ 1 h 566"/>
                <a:gd name="T12" fmla="*/ 1 w 401"/>
                <a:gd name="T13" fmla="*/ 2 h 566"/>
                <a:gd name="T14" fmla="*/ 1 w 401"/>
                <a:gd name="T15" fmla="*/ 2 h 566"/>
                <a:gd name="T16" fmla="*/ 2 w 401"/>
                <a:gd name="T17" fmla="*/ 2 h 566"/>
                <a:gd name="T18" fmla="*/ 2 w 401"/>
                <a:gd name="T19" fmla="*/ 2 h 566"/>
                <a:gd name="T20" fmla="*/ 2 w 401"/>
                <a:gd name="T21" fmla="*/ 2 h 566"/>
                <a:gd name="T22" fmla="*/ 2 w 401"/>
                <a:gd name="T23" fmla="*/ 3 h 566"/>
                <a:gd name="T24" fmla="*/ 2 w 401"/>
                <a:gd name="T25" fmla="*/ 3 h 566"/>
                <a:gd name="T26" fmla="*/ 2 w 401"/>
                <a:gd name="T27" fmla="*/ 3 h 566"/>
                <a:gd name="T28" fmla="*/ 2 w 401"/>
                <a:gd name="T29" fmla="*/ 4 h 566"/>
                <a:gd name="T30" fmla="*/ 2 w 401"/>
                <a:gd name="T31" fmla="*/ 4 h 566"/>
                <a:gd name="T32" fmla="*/ 2 w 401"/>
                <a:gd name="T33" fmla="*/ 4 h 566"/>
                <a:gd name="T34" fmla="*/ 3 w 401"/>
                <a:gd name="T35" fmla="*/ 5 h 566"/>
                <a:gd name="T36" fmla="*/ 3 w 401"/>
                <a:gd name="T37" fmla="*/ 4 h 566"/>
                <a:gd name="T38" fmla="*/ 3 w 401"/>
                <a:gd name="T39" fmla="*/ 4 h 566"/>
                <a:gd name="T40" fmla="*/ 3 w 401"/>
                <a:gd name="T41" fmla="*/ 4 h 566"/>
                <a:gd name="T42" fmla="*/ 3 w 401"/>
                <a:gd name="T43" fmla="*/ 3 h 566"/>
                <a:gd name="T44" fmla="*/ 3 w 401"/>
                <a:gd name="T45" fmla="*/ 3 h 566"/>
                <a:gd name="T46" fmla="*/ 3 w 401"/>
                <a:gd name="T47" fmla="*/ 3 h 566"/>
                <a:gd name="T48" fmla="*/ 3 w 401"/>
                <a:gd name="T49" fmla="*/ 2 h 566"/>
                <a:gd name="T50" fmla="*/ 3 w 401"/>
                <a:gd name="T51" fmla="*/ 2 h 566"/>
                <a:gd name="T52" fmla="*/ 2 w 401"/>
                <a:gd name="T53" fmla="*/ 2 h 566"/>
                <a:gd name="T54" fmla="*/ 2 w 401"/>
                <a:gd name="T55" fmla="*/ 2 h 566"/>
                <a:gd name="T56" fmla="*/ 2 w 401"/>
                <a:gd name="T57" fmla="*/ 1 h 566"/>
                <a:gd name="T58" fmla="*/ 2 w 401"/>
                <a:gd name="T59" fmla="*/ 1 h 566"/>
                <a:gd name="T60" fmla="*/ 2 w 401"/>
                <a:gd name="T61" fmla="*/ 1 h 566"/>
                <a:gd name="T62" fmla="*/ 1 w 401"/>
                <a:gd name="T63" fmla="*/ 1 h 566"/>
                <a:gd name="T64" fmla="*/ 1 w 401"/>
                <a:gd name="T65" fmla="*/ 0 h 566"/>
                <a:gd name="T66" fmla="*/ 1 w 401"/>
                <a:gd name="T67" fmla="*/ 0 h 566"/>
                <a:gd name="T68" fmla="*/ 1 w 401"/>
                <a:gd name="T69" fmla="*/ 0 h 566"/>
                <a:gd name="T70" fmla="*/ 1 w 401"/>
                <a:gd name="T71" fmla="*/ 0 h 566"/>
                <a:gd name="T72" fmla="*/ 1 w 401"/>
                <a:gd name="T73" fmla="*/ 0 h 566"/>
                <a:gd name="T74" fmla="*/ 0 w 401"/>
                <a:gd name="T75" fmla="*/ 0 h 566"/>
                <a:gd name="T76" fmla="*/ 0 w 401"/>
                <a:gd name="T77" fmla="*/ 0 h 566"/>
                <a:gd name="T78" fmla="*/ 0 w 401"/>
                <a:gd name="T79" fmla="*/ 0 h 566"/>
                <a:gd name="T80" fmla="*/ 0 w 401"/>
                <a:gd name="T81" fmla="*/ 0 h 566"/>
                <a:gd name="T82" fmla="*/ 0 w 401"/>
                <a:gd name="T83" fmla="*/ 0 h 566"/>
                <a:gd name="T84" fmla="*/ 0 w 401"/>
                <a:gd name="T85" fmla="*/ 0 h 566"/>
                <a:gd name="T86" fmla="*/ 0 w 401"/>
                <a:gd name="T87" fmla="*/ 1 h 566"/>
                <a:gd name="T88" fmla="*/ 0 w 401"/>
                <a:gd name="T89" fmla="*/ 1 h 56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401"/>
                <a:gd name="T136" fmla="*/ 0 h 566"/>
                <a:gd name="T137" fmla="*/ 401 w 401"/>
                <a:gd name="T138" fmla="*/ 566 h 566"/>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401" h="566">
                  <a:moveTo>
                    <a:pt x="23" y="88"/>
                  </a:moveTo>
                  <a:lnTo>
                    <a:pt x="23" y="88"/>
                  </a:lnTo>
                  <a:lnTo>
                    <a:pt x="53" y="107"/>
                  </a:lnTo>
                  <a:lnTo>
                    <a:pt x="83" y="125"/>
                  </a:lnTo>
                  <a:lnTo>
                    <a:pt x="108" y="147"/>
                  </a:lnTo>
                  <a:lnTo>
                    <a:pt x="135" y="171"/>
                  </a:lnTo>
                  <a:lnTo>
                    <a:pt x="160" y="196"/>
                  </a:lnTo>
                  <a:lnTo>
                    <a:pt x="182" y="223"/>
                  </a:lnTo>
                  <a:lnTo>
                    <a:pt x="205" y="251"/>
                  </a:lnTo>
                  <a:lnTo>
                    <a:pt x="223" y="281"/>
                  </a:lnTo>
                  <a:lnTo>
                    <a:pt x="240" y="312"/>
                  </a:lnTo>
                  <a:lnTo>
                    <a:pt x="256" y="345"/>
                  </a:lnTo>
                  <a:lnTo>
                    <a:pt x="270" y="379"/>
                  </a:lnTo>
                  <a:lnTo>
                    <a:pt x="282" y="414"/>
                  </a:lnTo>
                  <a:lnTo>
                    <a:pt x="291" y="450"/>
                  </a:lnTo>
                  <a:lnTo>
                    <a:pt x="299" y="488"/>
                  </a:lnTo>
                  <a:lnTo>
                    <a:pt x="304" y="526"/>
                  </a:lnTo>
                  <a:lnTo>
                    <a:pt x="308" y="566"/>
                  </a:lnTo>
                  <a:lnTo>
                    <a:pt x="401" y="562"/>
                  </a:lnTo>
                  <a:lnTo>
                    <a:pt x="398" y="517"/>
                  </a:lnTo>
                  <a:lnTo>
                    <a:pt x="391" y="471"/>
                  </a:lnTo>
                  <a:lnTo>
                    <a:pt x="383" y="429"/>
                  </a:lnTo>
                  <a:lnTo>
                    <a:pt x="371" y="386"/>
                  </a:lnTo>
                  <a:lnTo>
                    <a:pt x="357" y="346"/>
                  </a:lnTo>
                  <a:lnTo>
                    <a:pt x="340" y="307"/>
                  </a:lnTo>
                  <a:lnTo>
                    <a:pt x="324" y="270"/>
                  </a:lnTo>
                  <a:lnTo>
                    <a:pt x="303" y="232"/>
                  </a:lnTo>
                  <a:lnTo>
                    <a:pt x="280" y="197"/>
                  </a:lnTo>
                  <a:lnTo>
                    <a:pt x="255" y="164"/>
                  </a:lnTo>
                  <a:lnTo>
                    <a:pt x="228" y="132"/>
                  </a:lnTo>
                  <a:lnTo>
                    <a:pt x="199" y="103"/>
                  </a:lnTo>
                  <a:lnTo>
                    <a:pt x="169" y="76"/>
                  </a:lnTo>
                  <a:lnTo>
                    <a:pt x="137" y="50"/>
                  </a:lnTo>
                  <a:lnTo>
                    <a:pt x="103" y="27"/>
                  </a:lnTo>
                  <a:lnTo>
                    <a:pt x="67" y="6"/>
                  </a:lnTo>
                  <a:lnTo>
                    <a:pt x="48" y="0"/>
                  </a:lnTo>
                  <a:lnTo>
                    <a:pt x="30" y="2"/>
                  </a:lnTo>
                  <a:lnTo>
                    <a:pt x="16" y="12"/>
                  </a:lnTo>
                  <a:lnTo>
                    <a:pt x="5" y="25"/>
                  </a:lnTo>
                  <a:lnTo>
                    <a:pt x="0" y="41"/>
                  </a:lnTo>
                  <a:lnTo>
                    <a:pt x="0" y="59"/>
                  </a:lnTo>
                  <a:lnTo>
                    <a:pt x="8" y="75"/>
                  </a:lnTo>
                  <a:lnTo>
                    <a:pt x="23"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4592" name="Freeform 41"/>
            <p:cNvSpPr>
              <a:spLocks/>
            </p:cNvSpPr>
            <p:nvPr/>
          </p:nvSpPr>
          <p:spPr bwMode="auto">
            <a:xfrm>
              <a:off x="1346" y="1455"/>
              <a:ext cx="266" cy="160"/>
            </a:xfrm>
            <a:custGeom>
              <a:avLst/>
              <a:gdLst>
                <a:gd name="T0" fmla="*/ 0 w 1330"/>
                <a:gd name="T1" fmla="*/ 1 h 801"/>
                <a:gd name="T2" fmla="*/ 0 w 1330"/>
                <a:gd name="T3" fmla="*/ 1 h 801"/>
                <a:gd name="T4" fmla="*/ 10 w 1330"/>
                <a:gd name="T5" fmla="*/ 6 h 801"/>
                <a:gd name="T6" fmla="*/ 11 w 1330"/>
                <a:gd name="T7" fmla="*/ 6 h 801"/>
                <a:gd name="T8" fmla="*/ 1 w 1330"/>
                <a:gd name="T9" fmla="*/ 0 h 801"/>
                <a:gd name="T10" fmla="*/ 1 w 1330"/>
                <a:gd name="T11" fmla="*/ 0 h 801"/>
                <a:gd name="T12" fmla="*/ 1 w 1330"/>
                <a:gd name="T13" fmla="*/ 0 h 801"/>
                <a:gd name="T14" fmla="*/ 0 w 1330"/>
                <a:gd name="T15" fmla="*/ 0 h 801"/>
                <a:gd name="T16" fmla="*/ 0 w 1330"/>
                <a:gd name="T17" fmla="*/ 0 h 801"/>
                <a:gd name="T18" fmla="*/ 0 w 1330"/>
                <a:gd name="T19" fmla="*/ 0 h 801"/>
                <a:gd name="T20" fmla="*/ 0 w 1330"/>
                <a:gd name="T21" fmla="*/ 0 h 801"/>
                <a:gd name="T22" fmla="*/ 0 w 1330"/>
                <a:gd name="T23" fmla="*/ 0 h 801"/>
                <a:gd name="T24" fmla="*/ 0 w 1330"/>
                <a:gd name="T25" fmla="*/ 0 h 801"/>
                <a:gd name="T26" fmla="*/ 0 w 1330"/>
                <a:gd name="T27" fmla="*/ 1 h 801"/>
                <a:gd name="T28" fmla="*/ 0 w 1330"/>
                <a:gd name="T29" fmla="*/ 1 h 801"/>
                <a:gd name="T30" fmla="*/ 0 w 1330"/>
                <a:gd name="T31" fmla="*/ 1 h 801"/>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30"/>
                <a:gd name="T49" fmla="*/ 0 h 801"/>
                <a:gd name="T50" fmla="*/ 1330 w 1330"/>
                <a:gd name="T51" fmla="*/ 801 h 801"/>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30" h="801">
                  <a:moveTo>
                    <a:pt x="24" y="88"/>
                  </a:moveTo>
                  <a:lnTo>
                    <a:pt x="23" y="88"/>
                  </a:lnTo>
                  <a:lnTo>
                    <a:pt x="1286" y="801"/>
                  </a:lnTo>
                  <a:lnTo>
                    <a:pt x="1330" y="719"/>
                  </a:lnTo>
                  <a:lnTo>
                    <a:pt x="67" y="6"/>
                  </a:lnTo>
                  <a:lnTo>
                    <a:pt x="66" y="6"/>
                  </a:lnTo>
                  <a:lnTo>
                    <a:pt x="67" y="6"/>
                  </a:lnTo>
                  <a:lnTo>
                    <a:pt x="48" y="0"/>
                  </a:lnTo>
                  <a:lnTo>
                    <a:pt x="30" y="2"/>
                  </a:lnTo>
                  <a:lnTo>
                    <a:pt x="16" y="12"/>
                  </a:lnTo>
                  <a:lnTo>
                    <a:pt x="5" y="25"/>
                  </a:lnTo>
                  <a:lnTo>
                    <a:pt x="0" y="41"/>
                  </a:lnTo>
                  <a:lnTo>
                    <a:pt x="0" y="59"/>
                  </a:lnTo>
                  <a:lnTo>
                    <a:pt x="8" y="75"/>
                  </a:lnTo>
                  <a:lnTo>
                    <a:pt x="23" y="88"/>
                  </a:lnTo>
                  <a:lnTo>
                    <a:pt x="24"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4593" name="Freeform 42"/>
            <p:cNvSpPr>
              <a:spLocks/>
            </p:cNvSpPr>
            <p:nvPr/>
          </p:nvSpPr>
          <p:spPr bwMode="auto">
            <a:xfrm>
              <a:off x="1198" y="1439"/>
              <a:ext cx="161" cy="35"/>
            </a:xfrm>
            <a:custGeom>
              <a:avLst/>
              <a:gdLst>
                <a:gd name="T0" fmla="*/ 1 w 806"/>
                <a:gd name="T1" fmla="*/ 1 h 177"/>
                <a:gd name="T2" fmla="*/ 1 w 806"/>
                <a:gd name="T3" fmla="*/ 1 h 177"/>
                <a:gd name="T4" fmla="*/ 1 w 806"/>
                <a:gd name="T5" fmla="*/ 1 h 177"/>
                <a:gd name="T6" fmla="*/ 1 w 806"/>
                <a:gd name="T7" fmla="*/ 1 h 177"/>
                <a:gd name="T8" fmla="*/ 2 w 806"/>
                <a:gd name="T9" fmla="*/ 1 h 177"/>
                <a:gd name="T10" fmla="*/ 2 w 806"/>
                <a:gd name="T11" fmla="*/ 1 h 177"/>
                <a:gd name="T12" fmla="*/ 2 w 806"/>
                <a:gd name="T13" fmla="*/ 1 h 177"/>
                <a:gd name="T14" fmla="*/ 3 w 806"/>
                <a:gd name="T15" fmla="*/ 1 h 177"/>
                <a:gd name="T16" fmla="*/ 3 w 806"/>
                <a:gd name="T17" fmla="*/ 1 h 177"/>
                <a:gd name="T18" fmla="*/ 3 w 806"/>
                <a:gd name="T19" fmla="*/ 1 h 177"/>
                <a:gd name="T20" fmla="*/ 4 w 806"/>
                <a:gd name="T21" fmla="*/ 1 h 177"/>
                <a:gd name="T22" fmla="*/ 4 w 806"/>
                <a:gd name="T23" fmla="*/ 1 h 177"/>
                <a:gd name="T24" fmla="*/ 5 w 806"/>
                <a:gd name="T25" fmla="*/ 1 h 177"/>
                <a:gd name="T26" fmla="*/ 5 w 806"/>
                <a:gd name="T27" fmla="*/ 1 h 177"/>
                <a:gd name="T28" fmla="*/ 5 w 806"/>
                <a:gd name="T29" fmla="*/ 1 h 177"/>
                <a:gd name="T30" fmla="*/ 6 w 806"/>
                <a:gd name="T31" fmla="*/ 1 h 177"/>
                <a:gd name="T32" fmla="*/ 6 w 806"/>
                <a:gd name="T33" fmla="*/ 1 h 177"/>
                <a:gd name="T34" fmla="*/ 6 w 806"/>
                <a:gd name="T35" fmla="*/ 1 h 177"/>
                <a:gd name="T36" fmla="*/ 6 w 806"/>
                <a:gd name="T37" fmla="*/ 1 h 177"/>
                <a:gd name="T38" fmla="*/ 6 w 806"/>
                <a:gd name="T39" fmla="*/ 1 h 177"/>
                <a:gd name="T40" fmla="*/ 6 w 806"/>
                <a:gd name="T41" fmla="*/ 0 h 177"/>
                <a:gd name="T42" fmla="*/ 5 w 806"/>
                <a:gd name="T43" fmla="*/ 0 h 177"/>
                <a:gd name="T44" fmla="*/ 5 w 806"/>
                <a:gd name="T45" fmla="*/ 0 h 177"/>
                <a:gd name="T46" fmla="*/ 5 w 806"/>
                <a:gd name="T47" fmla="*/ 0 h 177"/>
                <a:gd name="T48" fmla="*/ 4 w 806"/>
                <a:gd name="T49" fmla="*/ 0 h 177"/>
                <a:gd name="T50" fmla="*/ 4 w 806"/>
                <a:gd name="T51" fmla="*/ 0 h 177"/>
                <a:gd name="T52" fmla="*/ 3 w 806"/>
                <a:gd name="T53" fmla="*/ 0 h 177"/>
                <a:gd name="T54" fmla="*/ 3 w 806"/>
                <a:gd name="T55" fmla="*/ 0 h 177"/>
                <a:gd name="T56" fmla="*/ 3 w 806"/>
                <a:gd name="T57" fmla="*/ 0 h 177"/>
                <a:gd name="T58" fmla="*/ 2 w 806"/>
                <a:gd name="T59" fmla="*/ 0 h 177"/>
                <a:gd name="T60" fmla="*/ 2 w 806"/>
                <a:gd name="T61" fmla="*/ 0 h 177"/>
                <a:gd name="T62" fmla="*/ 1 w 806"/>
                <a:gd name="T63" fmla="*/ 0 h 177"/>
                <a:gd name="T64" fmla="*/ 1 w 806"/>
                <a:gd name="T65" fmla="*/ 0 h 177"/>
                <a:gd name="T66" fmla="*/ 1 w 806"/>
                <a:gd name="T67" fmla="*/ 1 h 177"/>
                <a:gd name="T68" fmla="*/ 0 w 806"/>
                <a:gd name="T69" fmla="*/ 1 h 177"/>
                <a:gd name="T70" fmla="*/ 0 w 806"/>
                <a:gd name="T71" fmla="*/ 1 h 177"/>
                <a:gd name="T72" fmla="*/ 0 w 806"/>
                <a:gd name="T73" fmla="*/ 1 h 177"/>
                <a:gd name="T74" fmla="*/ 0 w 806"/>
                <a:gd name="T75" fmla="*/ 1 h 177"/>
                <a:gd name="T76" fmla="*/ 0 w 806"/>
                <a:gd name="T77" fmla="*/ 1 h 177"/>
                <a:gd name="T78" fmla="*/ 0 w 806"/>
                <a:gd name="T79" fmla="*/ 1 h 177"/>
                <a:gd name="T80" fmla="*/ 0 w 806"/>
                <a:gd name="T81" fmla="*/ 1 h 177"/>
                <a:gd name="T82" fmla="*/ 0 w 806"/>
                <a:gd name="T83" fmla="*/ 1 h 177"/>
                <a:gd name="T84" fmla="*/ 0 w 806"/>
                <a:gd name="T85" fmla="*/ 1 h 177"/>
                <a:gd name="T86" fmla="*/ 0 w 806"/>
                <a:gd name="T87" fmla="*/ 1 h 177"/>
                <a:gd name="T88" fmla="*/ 1 w 806"/>
                <a:gd name="T89" fmla="*/ 1 h 177"/>
                <a:gd name="T90" fmla="*/ 1 w 806"/>
                <a:gd name="T91" fmla="*/ 1 h 17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806"/>
                <a:gd name="T139" fmla="*/ 0 h 177"/>
                <a:gd name="T140" fmla="*/ 806 w 806"/>
                <a:gd name="T141" fmla="*/ 177 h 17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806" h="177">
                  <a:moveTo>
                    <a:pt x="67" y="171"/>
                  </a:moveTo>
                  <a:lnTo>
                    <a:pt x="68" y="171"/>
                  </a:lnTo>
                  <a:lnTo>
                    <a:pt x="109" y="151"/>
                  </a:lnTo>
                  <a:lnTo>
                    <a:pt x="151" y="135"/>
                  </a:lnTo>
                  <a:lnTo>
                    <a:pt x="196" y="122"/>
                  </a:lnTo>
                  <a:lnTo>
                    <a:pt x="242" y="110"/>
                  </a:lnTo>
                  <a:lnTo>
                    <a:pt x="287" y="102"/>
                  </a:lnTo>
                  <a:lnTo>
                    <a:pt x="335" y="97"/>
                  </a:lnTo>
                  <a:lnTo>
                    <a:pt x="382" y="95"/>
                  </a:lnTo>
                  <a:lnTo>
                    <a:pt x="430" y="94"/>
                  </a:lnTo>
                  <a:lnTo>
                    <a:pt x="477" y="97"/>
                  </a:lnTo>
                  <a:lnTo>
                    <a:pt x="524" y="102"/>
                  </a:lnTo>
                  <a:lnTo>
                    <a:pt x="568" y="108"/>
                  </a:lnTo>
                  <a:lnTo>
                    <a:pt x="612" y="117"/>
                  </a:lnTo>
                  <a:lnTo>
                    <a:pt x="654" y="128"/>
                  </a:lnTo>
                  <a:lnTo>
                    <a:pt x="693" y="141"/>
                  </a:lnTo>
                  <a:lnTo>
                    <a:pt x="730" y="155"/>
                  </a:lnTo>
                  <a:lnTo>
                    <a:pt x="764" y="171"/>
                  </a:lnTo>
                  <a:lnTo>
                    <a:pt x="806" y="89"/>
                  </a:lnTo>
                  <a:lnTo>
                    <a:pt x="768" y="70"/>
                  </a:lnTo>
                  <a:lnTo>
                    <a:pt x="725" y="54"/>
                  </a:lnTo>
                  <a:lnTo>
                    <a:pt x="680" y="39"/>
                  </a:lnTo>
                  <a:lnTo>
                    <a:pt x="633" y="26"/>
                  </a:lnTo>
                  <a:lnTo>
                    <a:pt x="585" y="16"/>
                  </a:lnTo>
                  <a:lnTo>
                    <a:pt x="536" y="8"/>
                  </a:lnTo>
                  <a:lnTo>
                    <a:pt x="484" y="3"/>
                  </a:lnTo>
                  <a:lnTo>
                    <a:pt x="433" y="0"/>
                  </a:lnTo>
                  <a:lnTo>
                    <a:pt x="380" y="1"/>
                  </a:lnTo>
                  <a:lnTo>
                    <a:pt x="328" y="3"/>
                  </a:lnTo>
                  <a:lnTo>
                    <a:pt x="276" y="10"/>
                  </a:lnTo>
                  <a:lnTo>
                    <a:pt x="223" y="19"/>
                  </a:lnTo>
                  <a:lnTo>
                    <a:pt x="172" y="30"/>
                  </a:lnTo>
                  <a:lnTo>
                    <a:pt x="121" y="46"/>
                  </a:lnTo>
                  <a:lnTo>
                    <a:pt x="72" y="67"/>
                  </a:lnTo>
                  <a:lnTo>
                    <a:pt x="24" y="89"/>
                  </a:lnTo>
                  <a:lnTo>
                    <a:pt x="25" y="89"/>
                  </a:lnTo>
                  <a:lnTo>
                    <a:pt x="24" y="89"/>
                  </a:lnTo>
                  <a:lnTo>
                    <a:pt x="8" y="102"/>
                  </a:lnTo>
                  <a:lnTo>
                    <a:pt x="0" y="118"/>
                  </a:lnTo>
                  <a:lnTo>
                    <a:pt x="0" y="136"/>
                  </a:lnTo>
                  <a:lnTo>
                    <a:pt x="6" y="152"/>
                  </a:lnTo>
                  <a:lnTo>
                    <a:pt x="17" y="165"/>
                  </a:lnTo>
                  <a:lnTo>
                    <a:pt x="31" y="175"/>
                  </a:lnTo>
                  <a:lnTo>
                    <a:pt x="48" y="177"/>
                  </a:lnTo>
                  <a:lnTo>
                    <a:pt x="68" y="171"/>
                  </a:lnTo>
                  <a:lnTo>
                    <a:pt x="67" y="1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4594" name="Freeform 43"/>
            <p:cNvSpPr>
              <a:spLocks/>
            </p:cNvSpPr>
            <p:nvPr/>
          </p:nvSpPr>
          <p:spPr bwMode="auto">
            <a:xfrm>
              <a:off x="931" y="1456"/>
              <a:ext cx="280" cy="158"/>
            </a:xfrm>
            <a:custGeom>
              <a:avLst/>
              <a:gdLst>
                <a:gd name="T0" fmla="*/ 1 w 1402"/>
                <a:gd name="T1" fmla="*/ 6 h 787"/>
                <a:gd name="T2" fmla="*/ 1 w 1402"/>
                <a:gd name="T3" fmla="*/ 6 h 787"/>
                <a:gd name="T4" fmla="*/ 11 w 1402"/>
                <a:gd name="T5" fmla="*/ 1 h 787"/>
                <a:gd name="T6" fmla="*/ 11 w 1402"/>
                <a:gd name="T7" fmla="*/ 0 h 787"/>
                <a:gd name="T8" fmla="*/ 0 w 1402"/>
                <a:gd name="T9" fmla="*/ 6 h 787"/>
                <a:gd name="T10" fmla="*/ 0 w 1402"/>
                <a:gd name="T11" fmla="*/ 6 h 787"/>
                <a:gd name="T12" fmla="*/ 0 w 1402"/>
                <a:gd name="T13" fmla="*/ 6 h 787"/>
                <a:gd name="T14" fmla="*/ 0 w 1402"/>
                <a:gd name="T15" fmla="*/ 6 h 787"/>
                <a:gd name="T16" fmla="*/ 0 w 1402"/>
                <a:gd name="T17" fmla="*/ 6 h 787"/>
                <a:gd name="T18" fmla="*/ 0 w 1402"/>
                <a:gd name="T19" fmla="*/ 6 h 787"/>
                <a:gd name="T20" fmla="*/ 0 w 1402"/>
                <a:gd name="T21" fmla="*/ 6 h 787"/>
                <a:gd name="T22" fmla="*/ 0 w 1402"/>
                <a:gd name="T23" fmla="*/ 6 h 787"/>
                <a:gd name="T24" fmla="*/ 0 w 1402"/>
                <a:gd name="T25" fmla="*/ 6 h 787"/>
                <a:gd name="T26" fmla="*/ 0 w 1402"/>
                <a:gd name="T27" fmla="*/ 6 h 787"/>
                <a:gd name="T28" fmla="*/ 1 w 1402"/>
                <a:gd name="T29" fmla="*/ 6 h 787"/>
                <a:gd name="T30" fmla="*/ 1 w 1402"/>
                <a:gd name="T31" fmla="*/ 6 h 78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02"/>
                <a:gd name="T49" fmla="*/ 0 h 787"/>
                <a:gd name="T50" fmla="*/ 1402 w 1402"/>
                <a:gd name="T51" fmla="*/ 787 h 78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02" h="787">
                  <a:moveTo>
                    <a:pt x="69" y="781"/>
                  </a:moveTo>
                  <a:lnTo>
                    <a:pt x="66" y="781"/>
                  </a:lnTo>
                  <a:lnTo>
                    <a:pt x="1402" y="82"/>
                  </a:lnTo>
                  <a:lnTo>
                    <a:pt x="1360" y="0"/>
                  </a:lnTo>
                  <a:lnTo>
                    <a:pt x="24" y="699"/>
                  </a:lnTo>
                  <a:lnTo>
                    <a:pt x="22" y="699"/>
                  </a:lnTo>
                  <a:lnTo>
                    <a:pt x="24" y="699"/>
                  </a:lnTo>
                  <a:lnTo>
                    <a:pt x="8" y="712"/>
                  </a:lnTo>
                  <a:lnTo>
                    <a:pt x="1" y="727"/>
                  </a:lnTo>
                  <a:lnTo>
                    <a:pt x="0" y="744"/>
                  </a:lnTo>
                  <a:lnTo>
                    <a:pt x="5" y="761"/>
                  </a:lnTo>
                  <a:lnTo>
                    <a:pt x="15" y="775"/>
                  </a:lnTo>
                  <a:lnTo>
                    <a:pt x="30" y="784"/>
                  </a:lnTo>
                  <a:lnTo>
                    <a:pt x="46" y="787"/>
                  </a:lnTo>
                  <a:lnTo>
                    <a:pt x="66" y="781"/>
                  </a:lnTo>
                  <a:lnTo>
                    <a:pt x="69" y="7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4595" name="Freeform 44"/>
            <p:cNvSpPr>
              <a:spLocks/>
            </p:cNvSpPr>
            <p:nvPr/>
          </p:nvSpPr>
          <p:spPr bwMode="auto">
            <a:xfrm>
              <a:off x="868" y="1596"/>
              <a:ext cx="77" cy="126"/>
            </a:xfrm>
            <a:custGeom>
              <a:avLst/>
              <a:gdLst>
                <a:gd name="T0" fmla="*/ 1 w 382"/>
                <a:gd name="T1" fmla="*/ 5 h 628"/>
                <a:gd name="T2" fmla="*/ 1 w 382"/>
                <a:gd name="T3" fmla="*/ 5 h 628"/>
                <a:gd name="T4" fmla="*/ 1 w 382"/>
                <a:gd name="T5" fmla="*/ 4 h 628"/>
                <a:gd name="T6" fmla="*/ 1 w 382"/>
                <a:gd name="T7" fmla="*/ 4 h 628"/>
                <a:gd name="T8" fmla="*/ 1 w 382"/>
                <a:gd name="T9" fmla="*/ 4 h 628"/>
                <a:gd name="T10" fmla="*/ 1 w 382"/>
                <a:gd name="T11" fmla="*/ 3 h 628"/>
                <a:gd name="T12" fmla="*/ 1 w 382"/>
                <a:gd name="T13" fmla="*/ 3 h 628"/>
                <a:gd name="T14" fmla="*/ 1 w 382"/>
                <a:gd name="T15" fmla="*/ 3 h 628"/>
                <a:gd name="T16" fmla="*/ 1 w 382"/>
                <a:gd name="T17" fmla="*/ 3 h 628"/>
                <a:gd name="T18" fmla="*/ 1 w 382"/>
                <a:gd name="T19" fmla="*/ 2 h 628"/>
                <a:gd name="T20" fmla="*/ 2 w 382"/>
                <a:gd name="T21" fmla="*/ 2 h 628"/>
                <a:gd name="T22" fmla="*/ 2 w 382"/>
                <a:gd name="T23" fmla="*/ 2 h 628"/>
                <a:gd name="T24" fmla="*/ 2 w 382"/>
                <a:gd name="T25" fmla="*/ 2 h 628"/>
                <a:gd name="T26" fmla="*/ 2 w 382"/>
                <a:gd name="T27" fmla="*/ 1 h 628"/>
                <a:gd name="T28" fmla="*/ 2 w 382"/>
                <a:gd name="T29" fmla="*/ 1 h 628"/>
                <a:gd name="T30" fmla="*/ 3 w 382"/>
                <a:gd name="T31" fmla="*/ 1 h 628"/>
                <a:gd name="T32" fmla="*/ 3 w 382"/>
                <a:gd name="T33" fmla="*/ 1 h 628"/>
                <a:gd name="T34" fmla="*/ 3 w 382"/>
                <a:gd name="T35" fmla="*/ 1 h 628"/>
                <a:gd name="T36" fmla="*/ 3 w 382"/>
                <a:gd name="T37" fmla="*/ 0 h 628"/>
                <a:gd name="T38" fmla="*/ 2 w 382"/>
                <a:gd name="T39" fmla="*/ 0 h 628"/>
                <a:gd name="T40" fmla="*/ 2 w 382"/>
                <a:gd name="T41" fmla="*/ 0 h 628"/>
                <a:gd name="T42" fmla="*/ 2 w 382"/>
                <a:gd name="T43" fmla="*/ 1 h 628"/>
                <a:gd name="T44" fmla="*/ 2 w 382"/>
                <a:gd name="T45" fmla="*/ 1 h 628"/>
                <a:gd name="T46" fmla="*/ 1 w 382"/>
                <a:gd name="T47" fmla="*/ 1 h 628"/>
                <a:gd name="T48" fmla="*/ 1 w 382"/>
                <a:gd name="T49" fmla="*/ 1 h 628"/>
                <a:gd name="T50" fmla="*/ 1 w 382"/>
                <a:gd name="T51" fmla="*/ 2 h 628"/>
                <a:gd name="T52" fmla="*/ 1 w 382"/>
                <a:gd name="T53" fmla="*/ 2 h 628"/>
                <a:gd name="T54" fmla="*/ 1 w 382"/>
                <a:gd name="T55" fmla="*/ 2 h 628"/>
                <a:gd name="T56" fmla="*/ 0 w 382"/>
                <a:gd name="T57" fmla="*/ 3 h 628"/>
                <a:gd name="T58" fmla="*/ 0 w 382"/>
                <a:gd name="T59" fmla="*/ 3 h 628"/>
                <a:gd name="T60" fmla="*/ 0 w 382"/>
                <a:gd name="T61" fmla="*/ 3 h 628"/>
                <a:gd name="T62" fmla="*/ 0 w 382"/>
                <a:gd name="T63" fmla="*/ 4 h 628"/>
                <a:gd name="T64" fmla="*/ 0 w 382"/>
                <a:gd name="T65" fmla="*/ 4 h 628"/>
                <a:gd name="T66" fmla="*/ 0 w 382"/>
                <a:gd name="T67" fmla="*/ 4 h 628"/>
                <a:gd name="T68" fmla="*/ 0 w 382"/>
                <a:gd name="T69" fmla="*/ 5 h 628"/>
                <a:gd name="T70" fmla="*/ 0 w 382"/>
                <a:gd name="T71" fmla="*/ 5 h 628"/>
                <a:gd name="T72" fmla="*/ 0 w 382"/>
                <a:gd name="T73" fmla="*/ 5 h 628"/>
                <a:gd name="T74" fmla="*/ 0 w 382"/>
                <a:gd name="T75" fmla="*/ 5 h 628"/>
                <a:gd name="T76" fmla="*/ 0 w 382"/>
                <a:gd name="T77" fmla="*/ 5 h 628"/>
                <a:gd name="T78" fmla="*/ 0 w 382"/>
                <a:gd name="T79" fmla="*/ 5 h 628"/>
                <a:gd name="T80" fmla="*/ 0 w 382"/>
                <a:gd name="T81" fmla="*/ 5 h 628"/>
                <a:gd name="T82" fmla="*/ 1 w 382"/>
                <a:gd name="T83" fmla="*/ 5 h 628"/>
                <a:gd name="T84" fmla="*/ 1 w 382"/>
                <a:gd name="T85" fmla="*/ 5 h 628"/>
                <a:gd name="T86" fmla="*/ 1 w 382"/>
                <a:gd name="T87" fmla="*/ 5 h 628"/>
                <a:gd name="T88" fmla="*/ 1 w 382"/>
                <a:gd name="T89" fmla="*/ 5 h 628"/>
                <a:gd name="T90" fmla="*/ 1 w 382"/>
                <a:gd name="T91" fmla="*/ 5 h 628"/>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382"/>
                <a:gd name="T139" fmla="*/ 0 h 628"/>
                <a:gd name="T140" fmla="*/ 382 w 382"/>
                <a:gd name="T141" fmla="*/ 628 h 628"/>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382" h="628">
                  <a:moveTo>
                    <a:pt x="94" y="581"/>
                  </a:moveTo>
                  <a:lnTo>
                    <a:pt x="94" y="582"/>
                  </a:lnTo>
                  <a:lnTo>
                    <a:pt x="96" y="541"/>
                  </a:lnTo>
                  <a:lnTo>
                    <a:pt x="99" y="500"/>
                  </a:lnTo>
                  <a:lnTo>
                    <a:pt x="106" y="463"/>
                  </a:lnTo>
                  <a:lnTo>
                    <a:pt x="115" y="424"/>
                  </a:lnTo>
                  <a:lnTo>
                    <a:pt x="127" y="389"/>
                  </a:lnTo>
                  <a:lnTo>
                    <a:pt x="140" y="353"/>
                  </a:lnTo>
                  <a:lnTo>
                    <a:pt x="156" y="320"/>
                  </a:lnTo>
                  <a:lnTo>
                    <a:pt x="173" y="287"/>
                  </a:lnTo>
                  <a:lnTo>
                    <a:pt x="193" y="255"/>
                  </a:lnTo>
                  <a:lnTo>
                    <a:pt x="214" y="226"/>
                  </a:lnTo>
                  <a:lnTo>
                    <a:pt x="238" y="198"/>
                  </a:lnTo>
                  <a:lnTo>
                    <a:pt x="263" y="172"/>
                  </a:lnTo>
                  <a:lnTo>
                    <a:pt x="290" y="146"/>
                  </a:lnTo>
                  <a:lnTo>
                    <a:pt x="318" y="122"/>
                  </a:lnTo>
                  <a:lnTo>
                    <a:pt x="349" y="101"/>
                  </a:lnTo>
                  <a:lnTo>
                    <a:pt x="382" y="82"/>
                  </a:lnTo>
                  <a:lnTo>
                    <a:pt x="335" y="0"/>
                  </a:lnTo>
                  <a:lnTo>
                    <a:pt x="297" y="23"/>
                  </a:lnTo>
                  <a:lnTo>
                    <a:pt x="262" y="49"/>
                  </a:lnTo>
                  <a:lnTo>
                    <a:pt x="229" y="76"/>
                  </a:lnTo>
                  <a:lnTo>
                    <a:pt x="198" y="104"/>
                  </a:lnTo>
                  <a:lnTo>
                    <a:pt x="167" y="137"/>
                  </a:lnTo>
                  <a:lnTo>
                    <a:pt x="142" y="170"/>
                  </a:lnTo>
                  <a:lnTo>
                    <a:pt x="116" y="204"/>
                  </a:lnTo>
                  <a:lnTo>
                    <a:pt x="94" y="240"/>
                  </a:lnTo>
                  <a:lnTo>
                    <a:pt x="74" y="278"/>
                  </a:lnTo>
                  <a:lnTo>
                    <a:pt x="54" y="317"/>
                  </a:lnTo>
                  <a:lnTo>
                    <a:pt x="38" y="359"/>
                  </a:lnTo>
                  <a:lnTo>
                    <a:pt x="26" y="401"/>
                  </a:lnTo>
                  <a:lnTo>
                    <a:pt x="15" y="444"/>
                  </a:lnTo>
                  <a:lnTo>
                    <a:pt x="8" y="489"/>
                  </a:lnTo>
                  <a:lnTo>
                    <a:pt x="2" y="534"/>
                  </a:lnTo>
                  <a:lnTo>
                    <a:pt x="0" y="580"/>
                  </a:lnTo>
                  <a:lnTo>
                    <a:pt x="0" y="581"/>
                  </a:lnTo>
                  <a:lnTo>
                    <a:pt x="0" y="580"/>
                  </a:lnTo>
                  <a:lnTo>
                    <a:pt x="3" y="600"/>
                  </a:lnTo>
                  <a:lnTo>
                    <a:pt x="14" y="615"/>
                  </a:lnTo>
                  <a:lnTo>
                    <a:pt x="29" y="625"/>
                  </a:lnTo>
                  <a:lnTo>
                    <a:pt x="45" y="628"/>
                  </a:lnTo>
                  <a:lnTo>
                    <a:pt x="63" y="626"/>
                  </a:lnTo>
                  <a:lnTo>
                    <a:pt x="78" y="616"/>
                  </a:lnTo>
                  <a:lnTo>
                    <a:pt x="89" y="602"/>
                  </a:lnTo>
                  <a:lnTo>
                    <a:pt x="94" y="582"/>
                  </a:lnTo>
                  <a:lnTo>
                    <a:pt x="94" y="5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4596" name="Freeform 45"/>
            <p:cNvSpPr>
              <a:spLocks/>
            </p:cNvSpPr>
            <p:nvPr/>
          </p:nvSpPr>
          <p:spPr bwMode="auto">
            <a:xfrm>
              <a:off x="868" y="1712"/>
              <a:ext cx="19" cy="364"/>
            </a:xfrm>
            <a:custGeom>
              <a:avLst/>
              <a:gdLst>
                <a:gd name="T0" fmla="*/ 1 w 94"/>
                <a:gd name="T1" fmla="*/ 14 h 1818"/>
                <a:gd name="T2" fmla="*/ 1 w 94"/>
                <a:gd name="T3" fmla="*/ 14 h 1818"/>
                <a:gd name="T4" fmla="*/ 1 w 94"/>
                <a:gd name="T5" fmla="*/ 0 h 1818"/>
                <a:gd name="T6" fmla="*/ 0 w 94"/>
                <a:gd name="T7" fmla="*/ 0 h 1818"/>
                <a:gd name="T8" fmla="*/ 0 w 94"/>
                <a:gd name="T9" fmla="*/ 14 h 1818"/>
                <a:gd name="T10" fmla="*/ 0 w 94"/>
                <a:gd name="T11" fmla="*/ 14 h 1818"/>
                <a:gd name="T12" fmla="*/ 0 w 94"/>
                <a:gd name="T13" fmla="*/ 14 h 1818"/>
                <a:gd name="T14" fmla="*/ 0 w 94"/>
                <a:gd name="T15" fmla="*/ 14 h 1818"/>
                <a:gd name="T16" fmla="*/ 0 w 94"/>
                <a:gd name="T17" fmla="*/ 14 h 1818"/>
                <a:gd name="T18" fmla="*/ 0 w 94"/>
                <a:gd name="T19" fmla="*/ 15 h 1818"/>
                <a:gd name="T20" fmla="*/ 0 w 94"/>
                <a:gd name="T21" fmla="*/ 15 h 1818"/>
                <a:gd name="T22" fmla="*/ 1 w 94"/>
                <a:gd name="T23" fmla="*/ 15 h 1818"/>
                <a:gd name="T24" fmla="*/ 1 w 94"/>
                <a:gd name="T25" fmla="*/ 14 h 1818"/>
                <a:gd name="T26" fmla="*/ 1 w 94"/>
                <a:gd name="T27" fmla="*/ 14 h 1818"/>
                <a:gd name="T28" fmla="*/ 1 w 94"/>
                <a:gd name="T29" fmla="*/ 14 h 1818"/>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94"/>
                <a:gd name="T46" fmla="*/ 0 h 1818"/>
                <a:gd name="T47" fmla="*/ 94 w 94"/>
                <a:gd name="T48" fmla="*/ 1818 h 1818"/>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94" h="1818">
                  <a:moveTo>
                    <a:pt x="94" y="1771"/>
                  </a:moveTo>
                  <a:lnTo>
                    <a:pt x="94" y="1771"/>
                  </a:lnTo>
                  <a:lnTo>
                    <a:pt x="94" y="0"/>
                  </a:lnTo>
                  <a:lnTo>
                    <a:pt x="0" y="0"/>
                  </a:lnTo>
                  <a:lnTo>
                    <a:pt x="0" y="1771"/>
                  </a:lnTo>
                  <a:lnTo>
                    <a:pt x="3" y="1791"/>
                  </a:lnTo>
                  <a:lnTo>
                    <a:pt x="15" y="1806"/>
                  </a:lnTo>
                  <a:lnTo>
                    <a:pt x="29" y="1814"/>
                  </a:lnTo>
                  <a:lnTo>
                    <a:pt x="47" y="1818"/>
                  </a:lnTo>
                  <a:lnTo>
                    <a:pt x="64" y="1814"/>
                  </a:lnTo>
                  <a:lnTo>
                    <a:pt x="79" y="1806"/>
                  </a:lnTo>
                  <a:lnTo>
                    <a:pt x="90" y="1791"/>
                  </a:lnTo>
                  <a:lnTo>
                    <a:pt x="94" y="17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4597" name="Freeform 46"/>
            <p:cNvSpPr>
              <a:spLocks/>
            </p:cNvSpPr>
            <p:nvPr/>
          </p:nvSpPr>
          <p:spPr bwMode="auto">
            <a:xfrm>
              <a:off x="868" y="2067"/>
              <a:ext cx="90" cy="160"/>
            </a:xfrm>
            <a:custGeom>
              <a:avLst/>
              <a:gdLst>
                <a:gd name="T0" fmla="*/ 3 w 449"/>
                <a:gd name="T1" fmla="*/ 6 h 803"/>
                <a:gd name="T2" fmla="*/ 3 w 449"/>
                <a:gd name="T3" fmla="*/ 6 h 803"/>
                <a:gd name="T4" fmla="*/ 3 w 449"/>
                <a:gd name="T5" fmla="*/ 5 h 803"/>
                <a:gd name="T6" fmla="*/ 3 w 449"/>
                <a:gd name="T7" fmla="*/ 5 h 803"/>
                <a:gd name="T8" fmla="*/ 3 w 449"/>
                <a:gd name="T9" fmla="*/ 5 h 803"/>
                <a:gd name="T10" fmla="*/ 2 w 449"/>
                <a:gd name="T11" fmla="*/ 5 h 803"/>
                <a:gd name="T12" fmla="*/ 2 w 449"/>
                <a:gd name="T13" fmla="*/ 4 h 803"/>
                <a:gd name="T14" fmla="*/ 2 w 449"/>
                <a:gd name="T15" fmla="*/ 4 h 803"/>
                <a:gd name="T16" fmla="*/ 2 w 449"/>
                <a:gd name="T17" fmla="*/ 4 h 803"/>
                <a:gd name="T18" fmla="*/ 2 w 449"/>
                <a:gd name="T19" fmla="*/ 3 h 803"/>
                <a:gd name="T20" fmla="*/ 1 w 449"/>
                <a:gd name="T21" fmla="*/ 3 h 803"/>
                <a:gd name="T22" fmla="*/ 1 w 449"/>
                <a:gd name="T23" fmla="*/ 2 h 803"/>
                <a:gd name="T24" fmla="*/ 1 w 449"/>
                <a:gd name="T25" fmla="*/ 2 h 803"/>
                <a:gd name="T26" fmla="*/ 1 w 449"/>
                <a:gd name="T27" fmla="*/ 2 h 803"/>
                <a:gd name="T28" fmla="*/ 1 w 449"/>
                <a:gd name="T29" fmla="*/ 1 h 803"/>
                <a:gd name="T30" fmla="*/ 1 w 449"/>
                <a:gd name="T31" fmla="*/ 1 h 803"/>
                <a:gd name="T32" fmla="*/ 1 w 449"/>
                <a:gd name="T33" fmla="*/ 0 h 803"/>
                <a:gd name="T34" fmla="*/ 1 w 449"/>
                <a:gd name="T35" fmla="*/ 0 h 803"/>
                <a:gd name="T36" fmla="*/ 0 w 449"/>
                <a:gd name="T37" fmla="*/ 0 h 803"/>
                <a:gd name="T38" fmla="*/ 0 w 449"/>
                <a:gd name="T39" fmla="*/ 0 h 803"/>
                <a:gd name="T40" fmla="*/ 0 w 449"/>
                <a:gd name="T41" fmla="*/ 1 h 803"/>
                <a:gd name="T42" fmla="*/ 0 w 449"/>
                <a:gd name="T43" fmla="*/ 1 h 803"/>
                <a:gd name="T44" fmla="*/ 0 w 449"/>
                <a:gd name="T45" fmla="*/ 2 h 803"/>
                <a:gd name="T46" fmla="*/ 0 w 449"/>
                <a:gd name="T47" fmla="*/ 2 h 803"/>
                <a:gd name="T48" fmla="*/ 0 w 449"/>
                <a:gd name="T49" fmla="*/ 3 h 803"/>
                <a:gd name="T50" fmla="*/ 1 w 449"/>
                <a:gd name="T51" fmla="*/ 3 h 803"/>
                <a:gd name="T52" fmla="*/ 1 w 449"/>
                <a:gd name="T53" fmla="*/ 4 h 803"/>
                <a:gd name="T54" fmla="*/ 1 w 449"/>
                <a:gd name="T55" fmla="*/ 4 h 803"/>
                <a:gd name="T56" fmla="*/ 1 w 449"/>
                <a:gd name="T57" fmla="*/ 4 h 803"/>
                <a:gd name="T58" fmla="*/ 2 w 449"/>
                <a:gd name="T59" fmla="*/ 5 h 803"/>
                <a:gd name="T60" fmla="*/ 2 w 449"/>
                <a:gd name="T61" fmla="*/ 5 h 803"/>
                <a:gd name="T62" fmla="*/ 2 w 449"/>
                <a:gd name="T63" fmla="*/ 5 h 803"/>
                <a:gd name="T64" fmla="*/ 2 w 449"/>
                <a:gd name="T65" fmla="*/ 6 h 803"/>
                <a:gd name="T66" fmla="*/ 3 w 449"/>
                <a:gd name="T67" fmla="*/ 6 h 803"/>
                <a:gd name="T68" fmla="*/ 3 w 449"/>
                <a:gd name="T69" fmla="*/ 6 h 803"/>
                <a:gd name="T70" fmla="*/ 3 w 449"/>
                <a:gd name="T71" fmla="*/ 6 h 803"/>
                <a:gd name="T72" fmla="*/ 3 w 449"/>
                <a:gd name="T73" fmla="*/ 6 h 803"/>
                <a:gd name="T74" fmla="*/ 3 w 449"/>
                <a:gd name="T75" fmla="*/ 6 h 803"/>
                <a:gd name="T76" fmla="*/ 3 w 449"/>
                <a:gd name="T77" fmla="*/ 6 h 803"/>
                <a:gd name="T78" fmla="*/ 3 w 449"/>
                <a:gd name="T79" fmla="*/ 6 h 803"/>
                <a:gd name="T80" fmla="*/ 4 w 449"/>
                <a:gd name="T81" fmla="*/ 6 h 803"/>
                <a:gd name="T82" fmla="*/ 4 w 449"/>
                <a:gd name="T83" fmla="*/ 6 h 803"/>
                <a:gd name="T84" fmla="*/ 4 w 449"/>
                <a:gd name="T85" fmla="*/ 6 h 803"/>
                <a:gd name="T86" fmla="*/ 4 w 449"/>
                <a:gd name="T87" fmla="*/ 6 h 803"/>
                <a:gd name="T88" fmla="*/ 3 w 449"/>
                <a:gd name="T89" fmla="*/ 6 h 803"/>
                <a:gd name="T90" fmla="*/ 3 w 449"/>
                <a:gd name="T91" fmla="*/ 6 h 80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449"/>
                <a:gd name="T139" fmla="*/ 0 h 803"/>
                <a:gd name="T140" fmla="*/ 449 w 449"/>
                <a:gd name="T141" fmla="*/ 803 h 80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449" h="803">
                  <a:moveTo>
                    <a:pt x="426" y="717"/>
                  </a:moveTo>
                  <a:lnTo>
                    <a:pt x="427" y="717"/>
                  </a:lnTo>
                  <a:lnTo>
                    <a:pt x="395" y="693"/>
                  </a:lnTo>
                  <a:lnTo>
                    <a:pt x="361" y="662"/>
                  </a:lnTo>
                  <a:lnTo>
                    <a:pt x="329" y="628"/>
                  </a:lnTo>
                  <a:lnTo>
                    <a:pt x="299" y="591"/>
                  </a:lnTo>
                  <a:lnTo>
                    <a:pt x="269" y="551"/>
                  </a:lnTo>
                  <a:lnTo>
                    <a:pt x="241" y="507"/>
                  </a:lnTo>
                  <a:lnTo>
                    <a:pt x="215" y="460"/>
                  </a:lnTo>
                  <a:lnTo>
                    <a:pt x="191" y="412"/>
                  </a:lnTo>
                  <a:lnTo>
                    <a:pt x="170" y="363"/>
                  </a:lnTo>
                  <a:lnTo>
                    <a:pt x="151" y="312"/>
                  </a:lnTo>
                  <a:lnTo>
                    <a:pt x="133" y="259"/>
                  </a:lnTo>
                  <a:lnTo>
                    <a:pt x="119" y="207"/>
                  </a:lnTo>
                  <a:lnTo>
                    <a:pt x="108" y="156"/>
                  </a:lnTo>
                  <a:lnTo>
                    <a:pt x="101" y="103"/>
                  </a:lnTo>
                  <a:lnTo>
                    <a:pt x="96" y="51"/>
                  </a:lnTo>
                  <a:lnTo>
                    <a:pt x="94" y="0"/>
                  </a:lnTo>
                  <a:lnTo>
                    <a:pt x="0" y="0"/>
                  </a:lnTo>
                  <a:lnTo>
                    <a:pt x="2" y="56"/>
                  </a:lnTo>
                  <a:lnTo>
                    <a:pt x="7" y="115"/>
                  </a:lnTo>
                  <a:lnTo>
                    <a:pt x="16" y="172"/>
                  </a:lnTo>
                  <a:lnTo>
                    <a:pt x="28" y="231"/>
                  </a:lnTo>
                  <a:lnTo>
                    <a:pt x="44" y="287"/>
                  </a:lnTo>
                  <a:lnTo>
                    <a:pt x="62" y="342"/>
                  </a:lnTo>
                  <a:lnTo>
                    <a:pt x="83" y="398"/>
                  </a:lnTo>
                  <a:lnTo>
                    <a:pt x="106" y="452"/>
                  </a:lnTo>
                  <a:lnTo>
                    <a:pt x="133" y="505"/>
                  </a:lnTo>
                  <a:lnTo>
                    <a:pt x="161" y="554"/>
                  </a:lnTo>
                  <a:lnTo>
                    <a:pt x="192" y="602"/>
                  </a:lnTo>
                  <a:lnTo>
                    <a:pt x="224" y="647"/>
                  </a:lnTo>
                  <a:lnTo>
                    <a:pt x="259" y="689"/>
                  </a:lnTo>
                  <a:lnTo>
                    <a:pt x="295" y="728"/>
                  </a:lnTo>
                  <a:lnTo>
                    <a:pt x="334" y="763"/>
                  </a:lnTo>
                  <a:lnTo>
                    <a:pt x="374" y="795"/>
                  </a:lnTo>
                  <a:lnTo>
                    <a:pt x="375" y="795"/>
                  </a:lnTo>
                  <a:lnTo>
                    <a:pt x="374" y="795"/>
                  </a:lnTo>
                  <a:lnTo>
                    <a:pt x="392" y="803"/>
                  </a:lnTo>
                  <a:lnTo>
                    <a:pt x="411" y="803"/>
                  </a:lnTo>
                  <a:lnTo>
                    <a:pt x="426" y="795"/>
                  </a:lnTo>
                  <a:lnTo>
                    <a:pt x="439" y="782"/>
                  </a:lnTo>
                  <a:lnTo>
                    <a:pt x="446" y="766"/>
                  </a:lnTo>
                  <a:lnTo>
                    <a:pt x="449" y="749"/>
                  </a:lnTo>
                  <a:lnTo>
                    <a:pt x="441" y="732"/>
                  </a:lnTo>
                  <a:lnTo>
                    <a:pt x="427" y="717"/>
                  </a:lnTo>
                  <a:lnTo>
                    <a:pt x="426" y="71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4598" name="Freeform 47"/>
            <p:cNvSpPr>
              <a:spLocks/>
            </p:cNvSpPr>
            <p:nvPr/>
          </p:nvSpPr>
          <p:spPr bwMode="auto">
            <a:xfrm>
              <a:off x="883" y="1673"/>
              <a:ext cx="379" cy="690"/>
            </a:xfrm>
            <a:custGeom>
              <a:avLst/>
              <a:gdLst>
                <a:gd name="T0" fmla="*/ 12 w 1897"/>
                <a:gd name="T1" fmla="*/ 6 h 3450"/>
                <a:gd name="T2" fmla="*/ 13 w 1897"/>
                <a:gd name="T3" fmla="*/ 7 h 3450"/>
                <a:gd name="T4" fmla="*/ 13 w 1897"/>
                <a:gd name="T5" fmla="*/ 7 h 3450"/>
                <a:gd name="T6" fmla="*/ 14 w 1897"/>
                <a:gd name="T7" fmla="*/ 8 h 3450"/>
                <a:gd name="T8" fmla="*/ 14 w 1897"/>
                <a:gd name="T9" fmla="*/ 9 h 3450"/>
                <a:gd name="T10" fmla="*/ 15 w 1897"/>
                <a:gd name="T11" fmla="*/ 10 h 3450"/>
                <a:gd name="T12" fmla="*/ 15 w 1897"/>
                <a:gd name="T13" fmla="*/ 11 h 3450"/>
                <a:gd name="T14" fmla="*/ 15 w 1897"/>
                <a:gd name="T15" fmla="*/ 11 h 3450"/>
                <a:gd name="T16" fmla="*/ 15 w 1897"/>
                <a:gd name="T17" fmla="*/ 12 h 3450"/>
                <a:gd name="T18" fmla="*/ 15 w 1897"/>
                <a:gd name="T19" fmla="*/ 26 h 3450"/>
                <a:gd name="T20" fmla="*/ 15 w 1897"/>
                <a:gd name="T21" fmla="*/ 26 h 3450"/>
                <a:gd name="T22" fmla="*/ 15 w 1897"/>
                <a:gd name="T23" fmla="*/ 27 h 3450"/>
                <a:gd name="T24" fmla="*/ 15 w 1897"/>
                <a:gd name="T25" fmla="*/ 27 h 3450"/>
                <a:gd name="T26" fmla="*/ 14 w 1897"/>
                <a:gd name="T27" fmla="*/ 27 h 3450"/>
                <a:gd name="T28" fmla="*/ 14 w 1897"/>
                <a:gd name="T29" fmla="*/ 28 h 3450"/>
                <a:gd name="T30" fmla="*/ 13 w 1897"/>
                <a:gd name="T31" fmla="*/ 28 h 3450"/>
                <a:gd name="T32" fmla="*/ 13 w 1897"/>
                <a:gd name="T33" fmla="*/ 27 h 3450"/>
                <a:gd name="T34" fmla="*/ 3 w 1897"/>
                <a:gd name="T35" fmla="*/ 21 h 3450"/>
                <a:gd name="T36" fmla="*/ 2 w 1897"/>
                <a:gd name="T37" fmla="*/ 21 h 3450"/>
                <a:gd name="T38" fmla="*/ 2 w 1897"/>
                <a:gd name="T39" fmla="*/ 20 h 3450"/>
                <a:gd name="T40" fmla="*/ 1 w 1897"/>
                <a:gd name="T41" fmla="*/ 19 h 3450"/>
                <a:gd name="T42" fmla="*/ 1 w 1897"/>
                <a:gd name="T43" fmla="*/ 19 h 3450"/>
                <a:gd name="T44" fmla="*/ 0 w 1897"/>
                <a:gd name="T45" fmla="*/ 18 h 3450"/>
                <a:gd name="T46" fmla="*/ 0 w 1897"/>
                <a:gd name="T47" fmla="*/ 17 h 3450"/>
                <a:gd name="T48" fmla="*/ 0 w 1897"/>
                <a:gd name="T49" fmla="*/ 16 h 3450"/>
                <a:gd name="T50" fmla="*/ 0 w 1897"/>
                <a:gd name="T51" fmla="*/ 15 h 3450"/>
                <a:gd name="T52" fmla="*/ 0 w 1897"/>
                <a:gd name="T53" fmla="*/ 2 h 3450"/>
                <a:gd name="T54" fmla="*/ 0 w 1897"/>
                <a:gd name="T55" fmla="*/ 1 h 3450"/>
                <a:gd name="T56" fmla="*/ 0 w 1897"/>
                <a:gd name="T57" fmla="*/ 1 h 3450"/>
                <a:gd name="T58" fmla="*/ 1 w 1897"/>
                <a:gd name="T59" fmla="*/ 0 h 3450"/>
                <a:gd name="T60" fmla="*/ 1 w 1897"/>
                <a:gd name="T61" fmla="*/ 0 h 3450"/>
                <a:gd name="T62" fmla="*/ 1 w 1897"/>
                <a:gd name="T63" fmla="*/ 0 h 3450"/>
                <a:gd name="T64" fmla="*/ 2 w 1897"/>
                <a:gd name="T65" fmla="*/ 0 h 3450"/>
                <a:gd name="T66" fmla="*/ 3 w 1897"/>
                <a:gd name="T67" fmla="*/ 0 h 3450"/>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897"/>
                <a:gd name="T103" fmla="*/ 0 h 3450"/>
                <a:gd name="T104" fmla="*/ 1897 w 1897"/>
                <a:gd name="T105" fmla="*/ 3450 h 3450"/>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897" h="3450">
                  <a:moveTo>
                    <a:pt x="357" y="49"/>
                  </a:moveTo>
                  <a:lnTo>
                    <a:pt x="1542" y="806"/>
                  </a:lnTo>
                  <a:lnTo>
                    <a:pt x="1579" y="832"/>
                  </a:lnTo>
                  <a:lnTo>
                    <a:pt x="1614" y="861"/>
                  </a:lnTo>
                  <a:lnTo>
                    <a:pt x="1648" y="895"/>
                  </a:lnTo>
                  <a:lnTo>
                    <a:pt x="1681" y="933"/>
                  </a:lnTo>
                  <a:lnTo>
                    <a:pt x="1711" y="973"/>
                  </a:lnTo>
                  <a:lnTo>
                    <a:pt x="1740" y="1016"/>
                  </a:lnTo>
                  <a:lnTo>
                    <a:pt x="1768" y="1062"/>
                  </a:lnTo>
                  <a:lnTo>
                    <a:pt x="1793" y="1109"/>
                  </a:lnTo>
                  <a:lnTo>
                    <a:pt x="1816" y="1158"/>
                  </a:lnTo>
                  <a:lnTo>
                    <a:pt x="1836" y="1208"/>
                  </a:lnTo>
                  <a:lnTo>
                    <a:pt x="1854" y="1260"/>
                  </a:lnTo>
                  <a:lnTo>
                    <a:pt x="1869" y="1313"/>
                  </a:lnTo>
                  <a:lnTo>
                    <a:pt x="1881" y="1364"/>
                  </a:lnTo>
                  <a:lnTo>
                    <a:pt x="1890" y="1417"/>
                  </a:lnTo>
                  <a:lnTo>
                    <a:pt x="1895" y="1469"/>
                  </a:lnTo>
                  <a:lnTo>
                    <a:pt x="1897" y="1519"/>
                  </a:lnTo>
                  <a:lnTo>
                    <a:pt x="1897" y="3142"/>
                  </a:lnTo>
                  <a:lnTo>
                    <a:pt x="1895" y="3190"/>
                  </a:lnTo>
                  <a:lnTo>
                    <a:pt x="1890" y="3235"/>
                  </a:lnTo>
                  <a:lnTo>
                    <a:pt x="1881" y="3276"/>
                  </a:lnTo>
                  <a:lnTo>
                    <a:pt x="1869" y="3313"/>
                  </a:lnTo>
                  <a:lnTo>
                    <a:pt x="1854" y="3346"/>
                  </a:lnTo>
                  <a:lnTo>
                    <a:pt x="1836" y="3375"/>
                  </a:lnTo>
                  <a:lnTo>
                    <a:pt x="1816" y="3398"/>
                  </a:lnTo>
                  <a:lnTo>
                    <a:pt x="1793" y="3418"/>
                  </a:lnTo>
                  <a:lnTo>
                    <a:pt x="1768" y="3434"/>
                  </a:lnTo>
                  <a:lnTo>
                    <a:pt x="1740" y="3444"/>
                  </a:lnTo>
                  <a:lnTo>
                    <a:pt x="1711" y="3450"/>
                  </a:lnTo>
                  <a:lnTo>
                    <a:pt x="1681" y="3450"/>
                  </a:lnTo>
                  <a:lnTo>
                    <a:pt x="1648" y="3445"/>
                  </a:lnTo>
                  <a:lnTo>
                    <a:pt x="1614" y="3436"/>
                  </a:lnTo>
                  <a:lnTo>
                    <a:pt x="1579" y="3421"/>
                  </a:lnTo>
                  <a:lnTo>
                    <a:pt x="1542" y="3400"/>
                  </a:lnTo>
                  <a:lnTo>
                    <a:pt x="357" y="2643"/>
                  </a:lnTo>
                  <a:lnTo>
                    <a:pt x="320" y="2618"/>
                  </a:lnTo>
                  <a:lnTo>
                    <a:pt x="285" y="2588"/>
                  </a:lnTo>
                  <a:lnTo>
                    <a:pt x="251" y="2554"/>
                  </a:lnTo>
                  <a:lnTo>
                    <a:pt x="218" y="2517"/>
                  </a:lnTo>
                  <a:lnTo>
                    <a:pt x="187" y="2477"/>
                  </a:lnTo>
                  <a:lnTo>
                    <a:pt x="157" y="2433"/>
                  </a:lnTo>
                  <a:lnTo>
                    <a:pt x="130" y="2388"/>
                  </a:lnTo>
                  <a:lnTo>
                    <a:pt x="105" y="2341"/>
                  </a:lnTo>
                  <a:lnTo>
                    <a:pt x="81" y="2292"/>
                  </a:lnTo>
                  <a:lnTo>
                    <a:pt x="61" y="2241"/>
                  </a:lnTo>
                  <a:lnTo>
                    <a:pt x="44" y="2190"/>
                  </a:lnTo>
                  <a:lnTo>
                    <a:pt x="29" y="2138"/>
                  </a:lnTo>
                  <a:lnTo>
                    <a:pt x="17" y="2085"/>
                  </a:lnTo>
                  <a:lnTo>
                    <a:pt x="7" y="2033"/>
                  </a:lnTo>
                  <a:lnTo>
                    <a:pt x="3" y="1981"/>
                  </a:lnTo>
                  <a:lnTo>
                    <a:pt x="0" y="1931"/>
                  </a:lnTo>
                  <a:lnTo>
                    <a:pt x="0" y="308"/>
                  </a:lnTo>
                  <a:lnTo>
                    <a:pt x="3" y="260"/>
                  </a:lnTo>
                  <a:lnTo>
                    <a:pt x="7" y="215"/>
                  </a:lnTo>
                  <a:lnTo>
                    <a:pt x="17" y="174"/>
                  </a:lnTo>
                  <a:lnTo>
                    <a:pt x="29" y="137"/>
                  </a:lnTo>
                  <a:lnTo>
                    <a:pt x="44" y="104"/>
                  </a:lnTo>
                  <a:lnTo>
                    <a:pt x="61" y="76"/>
                  </a:lnTo>
                  <a:lnTo>
                    <a:pt x="81" y="51"/>
                  </a:lnTo>
                  <a:lnTo>
                    <a:pt x="105" y="31"/>
                  </a:lnTo>
                  <a:lnTo>
                    <a:pt x="130" y="16"/>
                  </a:lnTo>
                  <a:lnTo>
                    <a:pt x="157" y="5"/>
                  </a:lnTo>
                  <a:lnTo>
                    <a:pt x="187" y="0"/>
                  </a:lnTo>
                  <a:lnTo>
                    <a:pt x="218" y="0"/>
                  </a:lnTo>
                  <a:lnTo>
                    <a:pt x="251" y="3"/>
                  </a:lnTo>
                  <a:lnTo>
                    <a:pt x="285" y="14"/>
                  </a:lnTo>
                  <a:lnTo>
                    <a:pt x="320" y="29"/>
                  </a:lnTo>
                  <a:lnTo>
                    <a:pt x="357" y="49"/>
                  </a:lnTo>
                  <a:close/>
                </a:path>
              </a:pathLst>
            </a:custGeom>
            <a:solidFill>
              <a:srgbClr val="BFBFB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4599" name="Freeform 48"/>
            <p:cNvSpPr>
              <a:spLocks/>
            </p:cNvSpPr>
            <p:nvPr/>
          </p:nvSpPr>
          <p:spPr bwMode="auto">
            <a:xfrm>
              <a:off x="1268" y="1663"/>
              <a:ext cx="393" cy="711"/>
            </a:xfrm>
            <a:custGeom>
              <a:avLst/>
              <a:gdLst>
                <a:gd name="T0" fmla="*/ 3 w 1962"/>
                <a:gd name="T1" fmla="*/ 7 h 3555"/>
                <a:gd name="T2" fmla="*/ 2 w 1962"/>
                <a:gd name="T3" fmla="*/ 7 h 3555"/>
                <a:gd name="T4" fmla="*/ 2 w 1962"/>
                <a:gd name="T5" fmla="*/ 8 h 3555"/>
                <a:gd name="T6" fmla="*/ 1 w 1962"/>
                <a:gd name="T7" fmla="*/ 8 h 3555"/>
                <a:gd name="T8" fmla="*/ 1 w 1962"/>
                <a:gd name="T9" fmla="*/ 9 h 3555"/>
                <a:gd name="T10" fmla="*/ 1 w 1962"/>
                <a:gd name="T11" fmla="*/ 10 h 3555"/>
                <a:gd name="T12" fmla="*/ 0 w 1962"/>
                <a:gd name="T13" fmla="*/ 11 h 3555"/>
                <a:gd name="T14" fmla="*/ 0 w 1962"/>
                <a:gd name="T15" fmla="*/ 12 h 3555"/>
                <a:gd name="T16" fmla="*/ 0 w 1962"/>
                <a:gd name="T17" fmla="*/ 13 h 3555"/>
                <a:gd name="T18" fmla="*/ 0 w 1962"/>
                <a:gd name="T19" fmla="*/ 26 h 3555"/>
                <a:gd name="T20" fmla="*/ 0 w 1962"/>
                <a:gd name="T21" fmla="*/ 27 h 3555"/>
                <a:gd name="T22" fmla="*/ 0 w 1962"/>
                <a:gd name="T23" fmla="*/ 28 h 3555"/>
                <a:gd name="T24" fmla="*/ 1 w 1962"/>
                <a:gd name="T25" fmla="*/ 28 h 3555"/>
                <a:gd name="T26" fmla="*/ 1 w 1962"/>
                <a:gd name="T27" fmla="*/ 28 h 3555"/>
                <a:gd name="T28" fmla="*/ 2 w 1962"/>
                <a:gd name="T29" fmla="*/ 28 h 3555"/>
                <a:gd name="T30" fmla="*/ 2 w 1962"/>
                <a:gd name="T31" fmla="*/ 28 h 3555"/>
                <a:gd name="T32" fmla="*/ 3 w 1962"/>
                <a:gd name="T33" fmla="*/ 28 h 3555"/>
                <a:gd name="T34" fmla="*/ 13 w 1962"/>
                <a:gd name="T35" fmla="*/ 22 h 3555"/>
                <a:gd name="T36" fmla="*/ 13 w 1962"/>
                <a:gd name="T37" fmla="*/ 21 h 3555"/>
                <a:gd name="T38" fmla="*/ 14 w 1962"/>
                <a:gd name="T39" fmla="*/ 21 h 3555"/>
                <a:gd name="T40" fmla="*/ 14 w 1962"/>
                <a:gd name="T41" fmla="*/ 20 h 3555"/>
                <a:gd name="T42" fmla="*/ 15 w 1962"/>
                <a:gd name="T43" fmla="*/ 19 h 3555"/>
                <a:gd name="T44" fmla="*/ 15 w 1962"/>
                <a:gd name="T45" fmla="*/ 18 h 3555"/>
                <a:gd name="T46" fmla="*/ 16 w 1962"/>
                <a:gd name="T47" fmla="*/ 18 h 3555"/>
                <a:gd name="T48" fmla="*/ 16 w 1962"/>
                <a:gd name="T49" fmla="*/ 17 h 3555"/>
                <a:gd name="T50" fmla="*/ 16 w 1962"/>
                <a:gd name="T51" fmla="*/ 16 h 3555"/>
                <a:gd name="T52" fmla="*/ 16 w 1962"/>
                <a:gd name="T53" fmla="*/ 2 h 3555"/>
                <a:gd name="T54" fmla="*/ 16 w 1962"/>
                <a:gd name="T55" fmla="*/ 1 h 3555"/>
                <a:gd name="T56" fmla="*/ 15 w 1962"/>
                <a:gd name="T57" fmla="*/ 1 h 3555"/>
                <a:gd name="T58" fmla="*/ 15 w 1962"/>
                <a:gd name="T59" fmla="*/ 0 h 3555"/>
                <a:gd name="T60" fmla="*/ 15 w 1962"/>
                <a:gd name="T61" fmla="*/ 0 h 3555"/>
                <a:gd name="T62" fmla="*/ 14 w 1962"/>
                <a:gd name="T63" fmla="*/ 0 h 3555"/>
                <a:gd name="T64" fmla="*/ 14 w 1962"/>
                <a:gd name="T65" fmla="*/ 0 h 3555"/>
                <a:gd name="T66" fmla="*/ 13 w 1962"/>
                <a:gd name="T67" fmla="*/ 0 h 3555"/>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962"/>
                <a:gd name="T103" fmla="*/ 0 h 3555"/>
                <a:gd name="T104" fmla="*/ 1962 w 1962"/>
                <a:gd name="T105" fmla="*/ 3555 h 3555"/>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962" h="3555">
                  <a:moveTo>
                    <a:pt x="1594" y="50"/>
                  </a:moveTo>
                  <a:lnTo>
                    <a:pt x="368" y="831"/>
                  </a:lnTo>
                  <a:lnTo>
                    <a:pt x="330" y="858"/>
                  </a:lnTo>
                  <a:lnTo>
                    <a:pt x="294" y="888"/>
                  </a:lnTo>
                  <a:lnTo>
                    <a:pt x="259" y="922"/>
                  </a:lnTo>
                  <a:lnTo>
                    <a:pt x="225" y="961"/>
                  </a:lnTo>
                  <a:lnTo>
                    <a:pt x="193" y="1003"/>
                  </a:lnTo>
                  <a:lnTo>
                    <a:pt x="163" y="1047"/>
                  </a:lnTo>
                  <a:lnTo>
                    <a:pt x="133" y="1094"/>
                  </a:lnTo>
                  <a:lnTo>
                    <a:pt x="108" y="1143"/>
                  </a:lnTo>
                  <a:lnTo>
                    <a:pt x="84" y="1193"/>
                  </a:lnTo>
                  <a:lnTo>
                    <a:pt x="63" y="1246"/>
                  </a:lnTo>
                  <a:lnTo>
                    <a:pt x="44" y="1299"/>
                  </a:lnTo>
                  <a:lnTo>
                    <a:pt x="29" y="1353"/>
                  </a:lnTo>
                  <a:lnTo>
                    <a:pt x="16" y="1405"/>
                  </a:lnTo>
                  <a:lnTo>
                    <a:pt x="7" y="1459"/>
                  </a:lnTo>
                  <a:lnTo>
                    <a:pt x="2" y="1512"/>
                  </a:lnTo>
                  <a:lnTo>
                    <a:pt x="0" y="1565"/>
                  </a:lnTo>
                  <a:lnTo>
                    <a:pt x="0" y="3237"/>
                  </a:lnTo>
                  <a:lnTo>
                    <a:pt x="2" y="3287"/>
                  </a:lnTo>
                  <a:lnTo>
                    <a:pt x="7" y="3333"/>
                  </a:lnTo>
                  <a:lnTo>
                    <a:pt x="16" y="3375"/>
                  </a:lnTo>
                  <a:lnTo>
                    <a:pt x="29" y="3413"/>
                  </a:lnTo>
                  <a:lnTo>
                    <a:pt x="44" y="3447"/>
                  </a:lnTo>
                  <a:lnTo>
                    <a:pt x="63" y="3477"/>
                  </a:lnTo>
                  <a:lnTo>
                    <a:pt x="84" y="3502"/>
                  </a:lnTo>
                  <a:lnTo>
                    <a:pt x="108" y="3522"/>
                  </a:lnTo>
                  <a:lnTo>
                    <a:pt x="133" y="3538"/>
                  </a:lnTo>
                  <a:lnTo>
                    <a:pt x="163" y="3549"/>
                  </a:lnTo>
                  <a:lnTo>
                    <a:pt x="193" y="3555"/>
                  </a:lnTo>
                  <a:lnTo>
                    <a:pt x="225" y="3555"/>
                  </a:lnTo>
                  <a:lnTo>
                    <a:pt x="259" y="3550"/>
                  </a:lnTo>
                  <a:lnTo>
                    <a:pt x="294" y="3541"/>
                  </a:lnTo>
                  <a:lnTo>
                    <a:pt x="330" y="3524"/>
                  </a:lnTo>
                  <a:lnTo>
                    <a:pt x="368" y="3503"/>
                  </a:lnTo>
                  <a:lnTo>
                    <a:pt x="1594" y="2722"/>
                  </a:lnTo>
                  <a:lnTo>
                    <a:pt x="1632" y="2696"/>
                  </a:lnTo>
                  <a:lnTo>
                    <a:pt x="1668" y="2665"/>
                  </a:lnTo>
                  <a:lnTo>
                    <a:pt x="1703" y="2631"/>
                  </a:lnTo>
                  <a:lnTo>
                    <a:pt x="1737" y="2592"/>
                  </a:lnTo>
                  <a:lnTo>
                    <a:pt x="1769" y="2551"/>
                  </a:lnTo>
                  <a:lnTo>
                    <a:pt x="1799" y="2506"/>
                  </a:lnTo>
                  <a:lnTo>
                    <a:pt x="1829" y="2460"/>
                  </a:lnTo>
                  <a:lnTo>
                    <a:pt x="1854" y="2411"/>
                  </a:lnTo>
                  <a:lnTo>
                    <a:pt x="1878" y="2361"/>
                  </a:lnTo>
                  <a:lnTo>
                    <a:pt x="1899" y="2308"/>
                  </a:lnTo>
                  <a:lnTo>
                    <a:pt x="1918" y="2256"/>
                  </a:lnTo>
                  <a:lnTo>
                    <a:pt x="1933" y="2202"/>
                  </a:lnTo>
                  <a:lnTo>
                    <a:pt x="1946" y="2149"/>
                  </a:lnTo>
                  <a:lnTo>
                    <a:pt x="1955" y="2095"/>
                  </a:lnTo>
                  <a:lnTo>
                    <a:pt x="1960" y="2042"/>
                  </a:lnTo>
                  <a:lnTo>
                    <a:pt x="1962" y="1989"/>
                  </a:lnTo>
                  <a:lnTo>
                    <a:pt x="1962" y="319"/>
                  </a:lnTo>
                  <a:lnTo>
                    <a:pt x="1960" y="269"/>
                  </a:lnTo>
                  <a:lnTo>
                    <a:pt x="1955" y="223"/>
                  </a:lnTo>
                  <a:lnTo>
                    <a:pt x="1946" y="180"/>
                  </a:lnTo>
                  <a:lnTo>
                    <a:pt x="1933" y="143"/>
                  </a:lnTo>
                  <a:lnTo>
                    <a:pt x="1918" y="109"/>
                  </a:lnTo>
                  <a:lnTo>
                    <a:pt x="1899" y="79"/>
                  </a:lnTo>
                  <a:lnTo>
                    <a:pt x="1878" y="54"/>
                  </a:lnTo>
                  <a:lnTo>
                    <a:pt x="1854" y="33"/>
                  </a:lnTo>
                  <a:lnTo>
                    <a:pt x="1829" y="17"/>
                  </a:lnTo>
                  <a:lnTo>
                    <a:pt x="1799" y="7"/>
                  </a:lnTo>
                  <a:lnTo>
                    <a:pt x="1769" y="0"/>
                  </a:lnTo>
                  <a:lnTo>
                    <a:pt x="1737" y="0"/>
                  </a:lnTo>
                  <a:lnTo>
                    <a:pt x="1703" y="4"/>
                  </a:lnTo>
                  <a:lnTo>
                    <a:pt x="1668" y="14"/>
                  </a:lnTo>
                  <a:lnTo>
                    <a:pt x="1632" y="29"/>
                  </a:lnTo>
                  <a:lnTo>
                    <a:pt x="1594" y="50"/>
                  </a:lnTo>
                  <a:close/>
                </a:path>
              </a:pathLst>
            </a:custGeom>
            <a:solidFill>
              <a:srgbClr val="E5E5E5"/>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4600" name="Freeform 49"/>
            <p:cNvSpPr>
              <a:spLocks noEditPoints="1"/>
            </p:cNvSpPr>
            <p:nvPr/>
          </p:nvSpPr>
          <p:spPr bwMode="auto">
            <a:xfrm>
              <a:off x="916" y="1589"/>
              <a:ext cx="697" cy="698"/>
            </a:xfrm>
            <a:custGeom>
              <a:avLst/>
              <a:gdLst>
                <a:gd name="T0" fmla="*/ 16 w 3485"/>
                <a:gd name="T1" fmla="*/ 0 h 3490"/>
                <a:gd name="T2" fmla="*/ 17 w 3485"/>
                <a:gd name="T3" fmla="*/ 2 h 3490"/>
                <a:gd name="T4" fmla="*/ 17 w 3485"/>
                <a:gd name="T5" fmla="*/ 3 h 3490"/>
                <a:gd name="T6" fmla="*/ 14 w 3485"/>
                <a:gd name="T7" fmla="*/ 4 h 3490"/>
                <a:gd name="T8" fmla="*/ 12 w 3485"/>
                <a:gd name="T9" fmla="*/ 4 h 3490"/>
                <a:gd name="T10" fmla="*/ 11 w 3485"/>
                <a:gd name="T11" fmla="*/ 2 h 3490"/>
                <a:gd name="T12" fmla="*/ 11 w 3485"/>
                <a:gd name="T13" fmla="*/ 1 h 3490"/>
                <a:gd name="T14" fmla="*/ 14 w 3485"/>
                <a:gd name="T15" fmla="*/ 0 h 3490"/>
                <a:gd name="T16" fmla="*/ 3 w 3485"/>
                <a:gd name="T17" fmla="*/ 7 h 3490"/>
                <a:gd name="T18" fmla="*/ 4 w 3485"/>
                <a:gd name="T19" fmla="*/ 9 h 3490"/>
                <a:gd name="T20" fmla="*/ 3 w 3485"/>
                <a:gd name="T21" fmla="*/ 12 h 3490"/>
                <a:gd name="T22" fmla="*/ 2 w 3485"/>
                <a:gd name="T23" fmla="*/ 13 h 3490"/>
                <a:gd name="T24" fmla="*/ 1 w 3485"/>
                <a:gd name="T25" fmla="*/ 12 h 3490"/>
                <a:gd name="T26" fmla="*/ 0 w 3485"/>
                <a:gd name="T27" fmla="*/ 10 h 3490"/>
                <a:gd name="T28" fmla="*/ 0 w 3485"/>
                <a:gd name="T29" fmla="*/ 8 h 3490"/>
                <a:gd name="T30" fmla="*/ 2 w 3485"/>
                <a:gd name="T31" fmla="*/ 6 h 3490"/>
                <a:gd name="T32" fmla="*/ 10 w 3485"/>
                <a:gd name="T33" fmla="*/ 20 h 3490"/>
                <a:gd name="T34" fmla="*/ 11 w 3485"/>
                <a:gd name="T35" fmla="*/ 22 h 3490"/>
                <a:gd name="T36" fmla="*/ 11 w 3485"/>
                <a:gd name="T37" fmla="*/ 25 h 3490"/>
                <a:gd name="T38" fmla="*/ 10 w 3485"/>
                <a:gd name="T39" fmla="*/ 27 h 3490"/>
                <a:gd name="T40" fmla="*/ 8 w 3485"/>
                <a:gd name="T41" fmla="*/ 26 h 3490"/>
                <a:gd name="T42" fmla="*/ 7 w 3485"/>
                <a:gd name="T43" fmla="*/ 24 h 3490"/>
                <a:gd name="T44" fmla="*/ 7 w 3485"/>
                <a:gd name="T45" fmla="*/ 22 h 3490"/>
                <a:gd name="T46" fmla="*/ 8 w 3485"/>
                <a:gd name="T47" fmla="*/ 20 h 3490"/>
                <a:gd name="T48" fmla="*/ 20 w 3485"/>
                <a:gd name="T49" fmla="*/ 21 h 3490"/>
                <a:gd name="T50" fmla="*/ 21 w 3485"/>
                <a:gd name="T51" fmla="*/ 23 h 3490"/>
                <a:gd name="T52" fmla="*/ 21 w 3485"/>
                <a:gd name="T53" fmla="*/ 26 h 3490"/>
                <a:gd name="T54" fmla="*/ 20 w 3485"/>
                <a:gd name="T55" fmla="*/ 28 h 3490"/>
                <a:gd name="T56" fmla="*/ 18 w 3485"/>
                <a:gd name="T57" fmla="*/ 28 h 3490"/>
                <a:gd name="T58" fmla="*/ 17 w 3485"/>
                <a:gd name="T59" fmla="*/ 26 h 3490"/>
                <a:gd name="T60" fmla="*/ 17 w 3485"/>
                <a:gd name="T61" fmla="*/ 23 h 3490"/>
                <a:gd name="T62" fmla="*/ 18 w 3485"/>
                <a:gd name="T63" fmla="*/ 21 h 3490"/>
                <a:gd name="T64" fmla="*/ 19 w 3485"/>
                <a:gd name="T65" fmla="*/ 11 h 3490"/>
                <a:gd name="T66" fmla="*/ 20 w 3485"/>
                <a:gd name="T67" fmla="*/ 13 h 3490"/>
                <a:gd name="T68" fmla="*/ 21 w 3485"/>
                <a:gd name="T69" fmla="*/ 15 h 3490"/>
                <a:gd name="T70" fmla="*/ 20 w 3485"/>
                <a:gd name="T71" fmla="*/ 17 h 3490"/>
                <a:gd name="T72" fmla="*/ 18 w 3485"/>
                <a:gd name="T73" fmla="*/ 17 h 3490"/>
                <a:gd name="T74" fmla="*/ 17 w 3485"/>
                <a:gd name="T75" fmla="*/ 16 h 3490"/>
                <a:gd name="T76" fmla="*/ 17 w 3485"/>
                <a:gd name="T77" fmla="*/ 13 h 3490"/>
                <a:gd name="T78" fmla="*/ 18 w 3485"/>
                <a:gd name="T79" fmla="*/ 11 h 3490"/>
                <a:gd name="T80" fmla="*/ 26 w 3485"/>
                <a:gd name="T81" fmla="*/ 7 h 3490"/>
                <a:gd name="T82" fmla="*/ 27 w 3485"/>
                <a:gd name="T83" fmla="*/ 8 h 3490"/>
                <a:gd name="T84" fmla="*/ 27 w 3485"/>
                <a:gd name="T85" fmla="*/ 11 h 3490"/>
                <a:gd name="T86" fmla="*/ 26 w 3485"/>
                <a:gd name="T87" fmla="*/ 13 h 3490"/>
                <a:gd name="T88" fmla="*/ 25 w 3485"/>
                <a:gd name="T89" fmla="*/ 13 h 3490"/>
                <a:gd name="T90" fmla="*/ 24 w 3485"/>
                <a:gd name="T91" fmla="*/ 12 h 3490"/>
                <a:gd name="T92" fmla="*/ 24 w 3485"/>
                <a:gd name="T93" fmla="*/ 9 h 3490"/>
                <a:gd name="T94" fmla="*/ 24 w 3485"/>
                <a:gd name="T95" fmla="*/ 7 h 3490"/>
                <a:gd name="T96" fmla="*/ 26 w 3485"/>
                <a:gd name="T97" fmla="*/ 17 h 3490"/>
                <a:gd name="T98" fmla="*/ 27 w 3485"/>
                <a:gd name="T99" fmla="*/ 18 h 3490"/>
                <a:gd name="T100" fmla="*/ 28 w 3485"/>
                <a:gd name="T101" fmla="*/ 21 h 3490"/>
                <a:gd name="T102" fmla="*/ 27 w 3485"/>
                <a:gd name="T103" fmla="*/ 23 h 3490"/>
                <a:gd name="T104" fmla="*/ 26 w 3485"/>
                <a:gd name="T105" fmla="*/ 24 h 3490"/>
                <a:gd name="T106" fmla="*/ 24 w 3485"/>
                <a:gd name="T107" fmla="*/ 23 h 3490"/>
                <a:gd name="T108" fmla="*/ 24 w 3485"/>
                <a:gd name="T109" fmla="*/ 20 h 3490"/>
                <a:gd name="T110" fmla="*/ 25 w 3485"/>
                <a:gd name="T111" fmla="*/ 18 h 3490"/>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w 3485"/>
                <a:gd name="T169" fmla="*/ 0 h 3490"/>
                <a:gd name="T170" fmla="*/ 3485 w 3485"/>
                <a:gd name="T171" fmla="*/ 3490 h 3490"/>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T168" t="T169" r="T170" b="T171"/>
              <a:pathLst>
                <a:path w="3485" h="3490">
                  <a:moveTo>
                    <a:pt x="1754" y="0"/>
                  </a:moveTo>
                  <a:lnTo>
                    <a:pt x="1797" y="2"/>
                  </a:lnTo>
                  <a:lnTo>
                    <a:pt x="1840" y="5"/>
                  </a:lnTo>
                  <a:lnTo>
                    <a:pt x="1881" y="12"/>
                  </a:lnTo>
                  <a:lnTo>
                    <a:pt x="1921" y="20"/>
                  </a:lnTo>
                  <a:lnTo>
                    <a:pt x="1959" y="31"/>
                  </a:lnTo>
                  <a:lnTo>
                    <a:pt x="1994" y="44"/>
                  </a:lnTo>
                  <a:lnTo>
                    <a:pt x="2028" y="59"/>
                  </a:lnTo>
                  <a:lnTo>
                    <a:pt x="2058" y="74"/>
                  </a:lnTo>
                  <a:lnTo>
                    <a:pt x="2086" y="93"/>
                  </a:lnTo>
                  <a:lnTo>
                    <a:pt x="2111" y="113"/>
                  </a:lnTo>
                  <a:lnTo>
                    <a:pt x="2132" y="133"/>
                  </a:lnTo>
                  <a:lnTo>
                    <a:pt x="2151" y="155"/>
                  </a:lnTo>
                  <a:lnTo>
                    <a:pt x="2165" y="179"/>
                  </a:lnTo>
                  <a:lnTo>
                    <a:pt x="2175" y="203"/>
                  </a:lnTo>
                  <a:lnTo>
                    <a:pt x="2182" y="229"/>
                  </a:lnTo>
                  <a:lnTo>
                    <a:pt x="2185" y="255"/>
                  </a:lnTo>
                  <a:lnTo>
                    <a:pt x="2182" y="281"/>
                  </a:lnTo>
                  <a:lnTo>
                    <a:pt x="2175" y="305"/>
                  </a:lnTo>
                  <a:lnTo>
                    <a:pt x="2165" y="330"/>
                  </a:lnTo>
                  <a:lnTo>
                    <a:pt x="2151" y="353"/>
                  </a:lnTo>
                  <a:lnTo>
                    <a:pt x="2132" y="376"/>
                  </a:lnTo>
                  <a:lnTo>
                    <a:pt x="2111" y="397"/>
                  </a:lnTo>
                  <a:lnTo>
                    <a:pt x="2086" y="417"/>
                  </a:lnTo>
                  <a:lnTo>
                    <a:pt x="2058" y="434"/>
                  </a:lnTo>
                  <a:lnTo>
                    <a:pt x="2028" y="451"/>
                  </a:lnTo>
                  <a:lnTo>
                    <a:pt x="1994" y="466"/>
                  </a:lnTo>
                  <a:lnTo>
                    <a:pt x="1959" y="479"/>
                  </a:lnTo>
                  <a:lnTo>
                    <a:pt x="1921" y="489"/>
                  </a:lnTo>
                  <a:lnTo>
                    <a:pt x="1881" y="498"/>
                  </a:lnTo>
                  <a:lnTo>
                    <a:pt x="1840" y="505"/>
                  </a:lnTo>
                  <a:lnTo>
                    <a:pt x="1797" y="508"/>
                  </a:lnTo>
                  <a:lnTo>
                    <a:pt x="1754" y="509"/>
                  </a:lnTo>
                  <a:lnTo>
                    <a:pt x="1710" y="508"/>
                  </a:lnTo>
                  <a:lnTo>
                    <a:pt x="1667" y="505"/>
                  </a:lnTo>
                  <a:lnTo>
                    <a:pt x="1626" y="498"/>
                  </a:lnTo>
                  <a:lnTo>
                    <a:pt x="1586" y="489"/>
                  </a:lnTo>
                  <a:lnTo>
                    <a:pt x="1548" y="479"/>
                  </a:lnTo>
                  <a:lnTo>
                    <a:pt x="1512" y="466"/>
                  </a:lnTo>
                  <a:lnTo>
                    <a:pt x="1479" y="451"/>
                  </a:lnTo>
                  <a:lnTo>
                    <a:pt x="1449" y="434"/>
                  </a:lnTo>
                  <a:lnTo>
                    <a:pt x="1421" y="417"/>
                  </a:lnTo>
                  <a:lnTo>
                    <a:pt x="1395" y="397"/>
                  </a:lnTo>
                  <a:lnTo>
                    <a:pt x="1374" y="376"/>
                  </a:lnTo>
                  <a:lnTo>
                    <a:pt x="1355" y="353"/>
                  </a:lnTo>
                  <a:lnTo>
                    <a:pt x="1341" y="330"/>
                  </a:lnTo>
                  <a:lnTo>
                    <a:pt x="1331" y="305"/>
                  </a:lnTo>
                  <a:lnTo>
                    <a:pt x="1324" y="281"/>
                  </a:lnTo>
                  <a:lnTo>
                    <a:pt x="1321" y="255"/>
                  </a:lnTo>
                  <a:lnTo>
                    <a:pt x="1324" y="229"/>
                  </a:lnTo>
                  <a:lnTo>
                    <a:pt x="1331" y="203"/>
                  </a:lnTo>
                  <a:lnTo>
                    <a:pt x="1341" y="179"/>
                  </a:lnTo>
                  <a:lnTo>
                    <a:pt x="1355" y="155"/>
                  </a:lnTo>
                  <a:lnTo>
                    <a:pt x="1374" y="133"/>
                  </a:lnTo>
                  <a:lnTo>
                    <a:pt x="1395" y="113"/>
                  </a:lnTo>
                  <a:lnTo>
                    <a:pt x="1421" y="93"/>
                  </a:lnTo>
                  <a:lnTo>
                    <a:pt x="1449" y="74"/>
                  </a:lnTo>
                  <a:lnTo>
                    <a:pt x="1479" y="59"/>
                  </a:lnTo>
                  <a:lnTo>
                    <a:pt x="1512" y="44"/>
                  </a:lnTo>
                  <a:lnTo>
                    <a:pt x="1548" y="31"/>
                  </a:lnTo>
                  <a:lnTo>
                    <a:pt x="1586" y="20"/>
                  </a:lnTo>
                  <a:lnTo>
                    <a:pt x="1626" y="12"/>
                  </a:lnTo>
                  <a:lnTo>
                    <a:pt x="1667" y="5"/>
                  </a:lnTo>
                  <a:lnTo>
                    <a:pt x="1710" y="2"/>
                  </a:lnTo>
                  <a:lnTo>
                    <a:pt x="1754" y="0"/>
                  </a:lnTo>
                  <a:close/>
                  <a:moveTo>
                    <a:pt x="239" y="786"/>
                  </a:moveTo>
                  <a:lnTo>
                    <a:pt x="263" y="788"/>
                  </a:lnTo>
                  <a:lnTo>
                    <a:pt x="287" y="794"/>
                  </a:lnTo>
                  <a:lnTo>
                    <a:pt x="309" y="805"/>
                  </a:lnTo>
                  <a:lnTo>
                    <a:pt x="331" y="819"/>
                  </a:lnTo>
                  <a:lnTo>
                    <a:pt x="352" y="836"/>
                  </a:lnTo>
                  <a:lnTo>
                    <a:pt x="372" y="857"/>
                  </a:lnTo>
                  <a:lnTo>
                    <a:pt x="390" y="882"/>
                  </a:lnTo>
                  <a:lnTo>
                    <a:pt x="407" y="909"/>
                  </a:lnTo>
                  <a:lnTo>
                    <a:pt x="423" y="940"/>
                  </a:lnTo>
                  <a:lnTo>
                    <a:pt x="437" y="971"/>
                  </a:lnTo>
                  <a:lnTo>
                    <a:pt x="448" y="1006"/>
                  </a:lnTo>
                  <a:lnTo>
                    <a:pt x="459" y="1043"/>
                  </a:lnTo>
                  <a:lnTo>
                    <a:pt x="467" y="1081"/>
                  </a:lnTo>
                  <a:lnTo>
                    <a:pt x="473" y="1121"/>
                  </a:lnTo>
                  <a:lnTo>
                    <a:pt x="476" y="1163"/>
                  </a:lnTo>
                  <a:lnTo>
                    <a:pt x="478" y="1206"/>
                  </a:lnTo>
                  <a:lnTo>
                    <a:pt x="476" y="1248"/>
                  </a:lnTo>
                  <a:lnTo>
                    <a:pt x="473" y="1290"/>
                  </a:lnTo>
                  <a:lnTo>
                    <a:pt x="467" y="1330"/>
                  </a:lnTo>
                  <a:lnTo>
                    <a:pt x="459" y="1367"/>
                  </a:lnTo>
                  <a:lnTo>
                    <a:pt x="448" y="1405"/>
                  </a:lnTo>
                  <a:lnTo>
                    <a:pt x="437" y="1439"/>
                  </a:lnTo>
                  <a:lnTo>
                    <a:pt x="423" y="1472"/>
                  </a:lnTo>
                  <a:lnTo>
                    <a:pt x="407" y="1501"/>
                  </a:lnTo>
                  <a:lnTo>
                    <a:pt x="390" y="1528"/>
                  </a:lnTo>
                  <a:lnTo>
                    <a:pt x="372" y="1553"/>
                  </a:lnTo>
                  <a:lnTo>
                    <a:pt x="352" y="1574"/>
                  </a:lnTo>
                  <a:lnTo>
                    <a:pt x="331" y="1591"/>
                  </a:lnTo>
                  <a:lnTo>
                    <a:pt x="309" y="1605"/>
                  </a:lnTo>
                  <a:lnTo>
                    <a:pt x="287" y="1616"/>
                  </a:lnTo>
                  <a:lnTo>
                    <a:pt x="263" y="1622"/>
                  </a:lnTo>
                  <a:lnTo>
                    <a:pt x="239" y="1624"/>
                  </a:lnTo>
                  <a:lnTo>
                    <a:pt x="214" y="1622"/>
                  </a:lnTo>
                  <a:lnTo>
                    <a:pt x="191" y="1616"/>
                  </a:lnTo>
                  <a:lnTo>
                    <a:pt x="168" y="1605"/>
                  </a:lnTo>
                  <a:lnTo>
                    <a:pt x="146" y="1591"/>
                  </a:lnTo>
                  <a:lnTo>
                    <a:pt x="125" y="1574"/>
                  </a:lnTo>
                  <a:lnTo>
                    <a:pt x="105" y="1553"/>
                  </a:lnTo>
                  <a:lnTo>
                    <a:pt x="87" y="1528"/>
                  </a:lnTo>
                  <a:lnTo>
                    <a:pt x="70" y="1501"/>
                  </a:lnTo>
                  <a:lnTo>
                    <a:pt x="55" y="1472"/>
                  </a:lnTo>
                  <a:lnTo>
                    <a:pt x="41" y="1439"/>
                  </a:lnTo>
                  <a:lnTo>
                    <a:pt x="29" y="1405"/>
                  </a:lnTo>
                  <a:lnTo>
                    <a:pt x="18" y="1367"/>
                  </a:lnTo>
                  <a:lnTo>
                    <a:pt x="10" y="1330"/>
                  </a:lnTo>
                  <a:lnTo>
                    <a:pt x="4" y="1290"/>
                  </a:lnTo>
                  <a:lnTo>
                    <a:pt x="1" y="1248"/>
                  </a:lnTo>
                  <a:lnTo>
                    <a:pt x="0" y="1206"/>
                  </a:lnTo>
                  <a:lnTo>
                    <a:pt x="1" y="1163"/>
                  </a:lnTo>
                  <a:lnTo>
                    <a:pt x="4" y="1121"/>
                  </a:lnTo>
                  <a:lnTo>
                    <a:pt x="10" y="1081"/>
                  </a:lnTo>
                  <a:lnTo>
                    <a:pt x="18" y="1043"/>
                  </a:lnTo>
                  <a:lnTo>
                    <a:pt x="29" y="1006"/>
                  </a:lnTo>
                  <a:lnTo>
                    <a:pt x="41" y="971"/>
                  </a:lnTo>
                  <a:lnTo>
                    <a:pt x="55" y="940"/>
                  </a:lnTo>
                  <a:lnTo>
                    <a:pt x="70" y="909"/>
                  </a:lnTo>
                  <a:lnTo>
                    <a:pt x="87" y="882"/>
                  </a:lnTo>
                  <a:lnTo>
                    <a:pt x="105" y="857"/>
                  </a:lnTo>
                  <a:lnTo>
                    <a:pt x="125" y="836"/>
                  </a:lnTo>
                  <a:lnTo>
                    <a:pt x="146" y="819"/>
                  </a:lnTo>
                  <a:lnTo>
                    <a:pt x="168" y="805"/>
                  </a:lnTo>
                  <a:lnTo>
                    <a:pt x="191" y="794"/>
                  </a:lnTo>
                  <a:lnTo>
                    <a:pt x="214" y="788"/>
                  </a:lnTo>
                  <a:lnTo>
                    <a:pt x="239" y="786"/>
                  </a:lnTo>
                  <a:close/>
                  <a:moveTo>
                    <a:pt x="1119" y="2495"/>
                  </a:moveTo>
                  <a:lnTo>
                    <a:pt x="1143" y="2498"/>
                  </a:lnTo>
                  <a:lnTo>
                    <a:pt x="1167" y="2504"/>
                  </a:lnTo>
                  <a:lnTo>
                    <a:pt x="1190" y="2514"/>
                  </a:lnTo>
                  <a:lnTo>
                    <a:pt x="1211" y="2528"/>
                  </a:lnTo>
                  <a:lnTo>
                    <a:pt x="1232" y="2546"/>
                  </a:lnTo>
                  <a:lnTo>
                    <a:pt x="1252" y="2567"/>
                  </a:lnTo>
                  <a:lnTo>
                    <a:pt x="1271" y="2592"/>
                  </a:lnTo>
                  <a:lnTo>
                    <a:pt x="1288" y="2618"/>
                  </a:lnTo>
                  <a:lnTo>
                    <a:pt x="1304" y="2648"/>
                  </a:lnTo>
                  <a:lnTo>
                    <a:pt x="1318" y="2681"/>
                  </a:lnTo>
                  <a:lnTo>
                    <a:pt x="1329" y="2715"/>
                  </a:lnTo>
                  <a:lnTo>
                    <a:pt x="1340" y="2752"/>
                  </a:lnTo>
                  <a:lnTo>
                    <a:pt x="1348" y="2790"/>
                  </a:lnTo>
                  <a:lnTo>
                    <a:pt x="1354" y="2830"/>
                  </a:lnTo>
                  <a:lnTo>
                    <a:pt x="1358" y="2872"/>
                  </a:lnTo>
                  <a:lnTo>
                    <a:pt x="1359" y="2914"/>
                  </a:lnTo>
                  <a:lnTo>
                    <a:pt x="1358" y="2956"/>
                  </a:lnTo>
                  <a:lnTo>
                    <a:pt x="1354" y="2998"/>
                  </a:lnTo>
                  <a:lnTo>
                    <a:pt x="1348" y="3038"/>
                  </a:lnTo>
                  <a:lnTo>
                    <a:pt x="1340" y="3077"/>
                  </a:lnTo>
                  <a:lnTo>
                    <a:pt x="1329" y="3113"/>
                  </a:lnTo>
                  <a:lnTo>
                    <a:pt x="1318" y="3147"/>
                  </a:lnTo>
                  <a:lnTo>
                    <a:pt x="1304" y="3180"/>
                  </a:lnTo>
                  <a:lnTo>
                    <a:pt x="1288" y="3209"/>
                  </a:lnTo>
                  <a:lnTo>
                    <a:pt x="1271" y="3238"/>
                  </a:lnTo>
                  <a:lnTo>
                    <a:pt x="1252" y="3261"/>
                  </a:lnTo>
                  <a:lnTo>
                    <a:pt x="1232" y="3282"/>
                  </a:lnTo>
                  <a:lnTo>
                    <a:pt x="1211" y="3301"/>
                  </a:lnTo>
                  <a:lnTo>
                    <a:pt x="1190" y="3315"/>
                  </a:lnTo>
                  <a:lnTo>
                    <a:pt x="1167" y="3325"/>
                  </a:lnTo>
                  <a:lnTo>
                    <a:pt x="1143" y="3331"/>
                  </a:lnTo>
                  <a:lnTo>
                    <a:pt x="1119" y="3334"/>
                  </a:lnTo>
                  <a:lnTo>
                    <a:pt x="1094" y="3331"/>
                  </a:lnTo>
                  <a:lnTo>
                    <a:pt x="1070" y="3325"/>
                  </a:lnTo>
                  <a:lnTo>
                    <a:pt x="1048" y="3315"/>
                  </a:lnTo>
                  <a:lnTo>
                    <a:pt x="1026" y="3301"/>
                  </a:lnTo>
                  <a:lnTo>
                    <a:pt x="1005" y="3282"/>
                  </a:lnTo>
                  <a:lnTo>
                    <a:pt x="985" y="3261"/>
                  </a:lnTo>
                  <a:lnTo>
                    <a:pt x="967" y="3238"/>
                  </a:lnTo>
                  <a:lnTo>
                    <a:pt x="950" y="3209"/>
                  </a:lnTo>
                  <a:lnTo>
                    <a:pt x="935" y="3180"/>
                  </a:lnTo>
                  <a:lnTo>
                    <a:pt x="921" y="3147"/>
                  </a:lnTo>
                  <a:lnTo>
                    <a:pt x="909" y="3113"/>
                  </a:lnTo>
                  <a:lnTo>
                    <a:pt x="898" y="3077"/>
                  </a:lnTo>
                  <a:lnTo>
                    <a:pt x="890" y="3038"/>
                  </a:lnTo>
                  <a:lnTo>
                    <a:pt x="884" y="2998"/>
                  </a:lnTo>
                  <a:lnTo>
                    <a:pt x="881" y="2956"/>
                  </a:lnTo>
                  <a:lnTo>
                    <a:pt x="880" y="2914"/>
                  </a:lnTo>
                  <a:lnTo>
                    <a:pt x="881" y="2872"/>
                  </a:lnTo>
                  <a:lnTo>
                    <a:pt x="884" y="2830"/>
                  </a:lnTo>
                  <a:lnTo>
                    <a:pt x="890" y="2790"/>
                  </a:lnTo>
                  <a:lnTo>
                    <a:pt x="898" y="2752"/>
                  </a:lnTo>
                  <a:lnTo>
                    <a:pt x="909" y="2715"/>
                  </a:lnTo>
                  <a:lnTo>
                    <a:pt x="921" y="2681"/>
                  </a:lnTo>
                  <a:lnTo>
                    <a:pt x="935" y="2648"/>
                  </a:lnTo>
                  <a:lnTo>
                    <a:pt x="950" y="2618"/>
                  </a:lnTo>
                  <a:lnTo>
                    <a:pt x="967" y="2592"/>
                  </a:lnTo>
                  <a:lnTo>
                    <a:pt x="985" y="2567"/>
                  </a:lnTo>
                  <a:lnTo>
                    <a:pt x="1005" y="2546"/>
                  </a:lnTo>
                  <a:lnTo>
                    <a:pt x="1026" y="2528"/>
                  </a:lnTo>
                  <a:lnTo>
                    <a:pt x="1048" y="2514"/>
                  </a:lnTo>
                  <a:lnTo>
                    <a:pt x="1070" y="2504"/>
                  </a:lnTo>
                  <a:lnTo>
                    <a:pt x="1094" y="2498"/>
                  </a:lnTo>
                  <a:lnTo>
                    <a:pt x="1119" y="2495"/>
                  </a:lnTo>
                  <a:close/>
                  <a:moveTo>
                    <a:pt x="2380" y="2651"/>
                  </a:moveTo>
                  <a:lnTo>
                    <a:pt x="2405" y="2654"/>
                  </a:lnTo>
                  <a:lnTo>
                    <a:pt x="2428" y="2660"/>
                  </a:lnTo>
                  <a:lnTo>
                    <a:pt x="2452" y="2670"/>
                  </a:lnTo>
                  <a:lnTo>
                    <a:pt x="2473" y="2684"/>
                  </a:lnTo>
                  <a:lnTo>
                    <a:pt x="2494" y="2703"/>
                  </a:lnTo>
                  <a:lnTo>
                    <a:pt x="2514" y="2724"/>
                  </a:lnTo>
                  <a:lnTo>
                    <a:pt x="2533" y="2747"/>
                  </a:lnTo>
                  <a:lnTo>
                    <a:pt x="2550" y="2774"/>
                  </a:lnTo>
                  <a:lnTo>
                    <a:pt x="2565" y="2805"/>
                  </a:lnTo>
                  <a:lnTo>
                    <a:pt x="2580" y="2838"/>
                  </a:lnTo>
                  <a:lnTo>
                    <a:pt x="2591" y="2872"/>
                  </a:lnTo>
                  <a:lnTo>
                    <a:pt x="2602" y="2908"/>
                  </a:lnTo>
                  <a:lnTo>
                    <a:pt x="2610" y="2947"/>
                  </a:lnTo>
                  <a:lnTo>
                    <a:pt x="2616" y="2987"/>
                  </a:lnTo>
                  <a:lnTo>
                    <a:pt x="2619" y="3029"/>
                  </a:lnTo>
                  <a:lnTo>
                    <a:pt x="2621" y="3071"/>
                  </a:lnTo>
                  <a:lnTo>
                    <a:pt x="2619" y="3113"/>
                  </a:lnTo>
                  <a:lnTo>
                    <a:pt x="2616" y="3155"/>
                  </a:lnTo>
                  <a:lnTo>
                    <a:pt x="2610" y="3195"/>
                  </a:lnTo>
                  <a:lnTo>
                    <a:pt x="2602" y="3233"/>
                  </a:lnTo>
                  <a:lnTo>
                    <a:pt x="2591" y="3270"/>
                  </a:lnTo>
                  <a:lnTo>
                    <a:pt x="2580" y="3304"/>
                  </a:lnTo>
                  <a:lnTo>
                    <a:pt x="2565" y="3337"/>
                  </a:lnTo>
                  <a:lnTo>
                    <a:pt x="2550" y="3367"/>
                  </a:lnTo>
                  <a:lnTo>
                    <a:pt x="2533" y="3393"/>
                  </a:lnTo>
                  <a:lnTo>
                    <a:pt x="2514" y="3418"/>
                  </a:lnTo>
                  <a:lnTo>
                    <a:pt x="2494" y="3439"/>
                  </a:lnTo>
                  <a:lnTo>
                    <a:pt x="2473" y="3457"/>
                  </a:lnTo>
                  <a:lnTo>
                    <a:pt x="2452" y="3471"/>
                  </a:lnTo>
                  <a:lnTo>
                    <a:pt x="2428" y="3481"/>
                  </a:lnTo>
                  <a:lnTo>
                    <a:pt x="2405" y="3487"/>
                  </a:lnTo>
                  <a:lnTo>
                    <a:pt x="2380" y="3490"/>
                  </a:lnTo>
                  <a:lnTo>
                    <a:pt x="2356" y="3487"/>
                  </a:lnTo>
                  <a:lnTo>
                    <a:pt x="2332" y="3481"/>
                  </a:lnTo>
                  <a:lnTo>
                    <a:pt x="2310" y="3471"/>
                  </a:lnTo>
                  <a:lnTo>
                    <a:pt x="2288" y="3457"/>
                  </a:lnTo>
                  <a:lnTo>
                    <a:pt x="2267" y="3439"/>
                  </a:lnTo>
                  <a:lnTo>
                    <a:pt x="2248" y="3418"/>
                  </a:lnTo>
                  <a:lnTo>
                    <a:pt x="2229" y="3393"/>
                  </a:lnTo>
                  <a:lnTo>
                    <a:pt x="2212" y="3367"/>
                  </a:lnTo>
                  <a:lnTo>
                    <a:pt x="2196" y="3337"/>
                  </a:lnTo>
                  <a:lnTo>
                    <a:pt x="2182" y="3304"/>
                  </a:lnTo>
                  <a:lnTo>
                    <a:pt x="2171" y="3270"/>
                  </a:lnTo>
                  <a:lnTo>
                    <a:pt x="2160" y="3233"/>
                  </a:lnTo>
                  <a:lnTo>
                    <a:pt x="2152" y="3195"/>
                  </a:lnTo>
                  <a:lnTo>
                    <a:pt x="2146" y="3155"/>
                  </a:lnTo>
                  <a:lnTo>
                    <a:pt x="2142" y="3113"/>
                  </a:lnTo>
                  <a:lnTo>
                    <a:pt x="2141" y="3071"/>
                  </a:lnTo>
                  <a:lnTo>
                    <a:pt x="2142" y="3029"/>
                  </a:lnTo>
                  <a:lnTo>
                    <a:pt x="2146" y="2987"/>
                  </a:lnTo>
                  <a:lnTo>
                    <a:pt x="2152" y="2947"/>
                  </a:lnTo>
                  <a:lnTo>
                    <a:pt x="2160" y="2908"/>
                  </a:lnTo>
                  <a:lnTo>
                    <a:pt x="2171" y="2872"/>
                  </a:lnTo>
                  <a:lnTo>
                    <a:pt x="2182" y="2838"/>
                  </a:lnTo>
                  <a:lnTo>
                    <a:pt x="2196" y="2805"/>
                  </a:lnTo>
                  <a:lnTo>
                    <a:pt x="2212" y="2774"/>
                  </a:lnTo>
                  <a:lnTo>
                    <a:pt x="2229" y="2747"/>
                  </a:lnTo>
                  <a:lnTo>
                    <a:pt x="2248" y="2724"/>
                  </a:lnTo>
                  <a:lnTo>
                    <a:pt x="2267" y="2703"/>
                  </a:lnTo>
                  <a:lnTo>
                    <a:pt x="2288" y="2684"/>
                  </a:lnTo>
                  <a:lnTo>
                    <a:pt x="2310" y="2670"/>
                  </a:lnTo>
                  <a:lnTo>
                    <a:pt x="2332" y="2660"/>
                  </a:lnTo>
                  <a:lnTo>
                    <a:pt x="2356" y="2654"/>
                  </a:lnTo>
                  <a:lnTo>
                    <a:pt x="2380" y="2651"/>
                  </a:lnTo>
                  <a:close/>
                  <a:moveTo>
                    <a:pt x="2342" y="1355"/>
                  </a:moveTo>
                  <a:lnTo>
                    <a:pt x="2366" y="1357"/>
                  </a:lnTo>
                  <a:lnTo>
                    <a:pt x="2390" y="1363"/>
                  </a:lnTo>
                  <a:lnTo>
                    <a:pt x="2412" y="1373"/>
                  </a:lnTo>
                  <a:lnTo>
                    <a:pt x="2434" y="1387"/>
                  </a:lnTo>
                  <a:lnTo>
                    <a:pt x="2455" y="1405"/>
                  </a:lnTo>
                  <a:lnTo>
                    <a:pt x="2475" y="1426"/>
                  </a:lnTo>
                  <a:lnTo>
                    <a:pt x="2493" y="1451"/>
                  </a:lnTo>
                  <a:lnTo>
                    <a:pt x="2510" y="1478"/>
                  </a:lnTo>
                  <a:lnTo>
                    <a:pt x="2526" y="1507"/>
                  </a:lnTo>
                  <a:lnTo>
                    <a:pt x="2540" y="1540"/>
                  </a:lnTo>
                  <a:lnTo>
                    <a:pt x="2551" y="1574"/>
                  </a:lnTo>
                  <a:lnTo>
                    <a:pt x="2562" y="1611"/>
                  </a:lnTo>
                  <a:lnTo>
                    <a:pt x="2570" y="1649"/>
                  </a:lnTo>
                  <a:lnTo>
                    <a:pt x="2576" y="1689"/>
                  </a:lnTo>
                  <a:lnTo>
                    <a:pt x="2580" y="1731"/>
                  </a:lnTo>
                  <a:lnTo>
                    <a:pt x="2581" y="1773"/>
                  </a:lnTo>
                  <a:lnTo>
                    <a:pt x="2580" y="1815"/>
                  </a:lnTo>
                  <a:lnTo>
                    <a:pt x="2576" y="1858"/>
                  </a:lnTo>
                  <a:lnTo>
                    <a:pt x="2570" y="1897"/>
                  </a:lnTo>
                  <a:lnTo>
                    <a:pt x="2562" y="1936"/>
                  </a:lnTo>
                  <a:lnTo>
                    <a:pt x="2551" y="1972"/>
                  </a:lnTo>
                  <a:lnTo>
                    <a:pt x="2540" y="2008"/>
                  </a:lnTo>
                  <a:lnTo>
                    <a:pt x="2526" y="2039"/>
                  </a:lnTo>
                  <a:lnTo>
                    <a:pt x="2510" y="2070"/>
                  </a:lnTo>
                  <a:lnTo>
                    <a:pt x="2493" y="2097"/>
                  </a:lnTo>
                  <a:lnTo>
                    <a:pt x="2475" y="2121"/>
                  </a:lnTo>
                  <a:lnTo>
                    <a:pt x="2455" y="2142"/>
                  </a:lnTo>
                  <a:lnTo>
                    <a:pt x="2434" y="2160"/>
                  </a:lnTo>
                  <a:lnTo>
                    <a:pt x="2412" y="2174"/>
                  </a:lnTo>
                  <a:lnTo>
                    <a:pt x="2390" y="2185"/>
                  </a:lnTo>
                  <a:lnTo>
                    <a:pt x="2366" y="2191"/>
                  </a:lnTo>
                  <a:lnTo>
                    <a:pt x="2342" y="2193"/>
                  </a:lnTo>
                  <a:lnTo>
                    <a:pt x="2317" y="2191"/>
                  </a:lnTo>
                  <a:lnTo>
                    <a:pt x="2294" y="2185"/>
                  </a:lnTo>
                  <a:lnTo>
                    <a:pt x="2270" y="2174"/>
                  </a:lnTo>
                  <a:lnTo>
                    <a:pt x="2249" y="2160"/>
                  </a:lnTo>
                  <a:lnTo>
                    <a:pt x="2228" y="2142"/>
                  </a:lnTo>
                  <a:lnTo>
                    <a:pt x="2208" y="2121"/>
                  </a:lnTo>
                  <a:lnTo>
                    <a:pt x="2189" y="2097"/>
                  </a:lnTo>
                  <a:lnTo>
                    <a:pt x="2173" y="2070"/>
                  </a:lnTo>
                  <a:lnTo>
                    <a:pt x="2157" y="2039"/>
                  </a:lnTo>
                  <a:lnTo>
                    <a:pt x="2142" y="2008"/>
                  </a:lnTo>
                  <a:lnTo>
                    <a:pt x="2131" y="1972"/>
                  </a:lnTo>
                  <a:lnTo>
                    <a:pt x="2120" y="1936"/>
                  </a:lnTo>
                  <a:lnTo>
                    <a:pt x="2112" y="1897"/>
                  </a:lnTo>
                  <a:lnTo>
                    <a:pt x="2106" y="1858"/>
                  </a:lnTo>
                  <a:lnTo>
                    <a:pt x="2103" y="1815"/>
                  </a:lnTo>
                  <a:lnTo>
                    <a:pt x="2101" y="1773"/>
                  </a:lnTo>
                  <a:lnTo>
                    <a:pt x="2103" y="1731"/>
                  </a:lnTo>
                  <a:lnTo>
                    <a:pt x="2106" y="1689"/>
                  </a:lnTo>
                  <a:lnTo>
                    <a:pt x="2112" y="1649"/>
                  </a:lnTo>
                  <a:lnTo>
                    <a:pt x="2120" y="1611"/>
                  </a:lnTo>
                  <a:lnTo>
                    <a:pt x="2131" y="1574"/>
                  </a:lnTo>
                  <a:lnTo>
                    <a:pt x="2142" y="1540"/>
                  </a:lnTo>
                  <a:lnTo>
                    <a:pt x="2157" y="1507"/>
                  </a:lnTo>
                  <a:lnTo>
                    <a:pt x="2173" y="1478"/>
                  </a:lnTo>
                  <a:lnTo>
                    <a:pt x="2189" y="1451"/>
                  </a:lnTo>
                  <a:lnTo>
                    <a:pt x="2208" y="1426"/>
                  </a:lnTo>
                  <a:lnTo>
                    <a:pt x="2228" y="1405"/>
                  </a:lnTo>
                  <a:lnTo>
                    <a:pt x="2249" y="1387"/>
                  </a:lnTo>
                  <a:lnTo>
                    <a:pt x="2270" y="1373"/>
                  </a:lnTo>
                  <a:lnTo>
                    <a:pt x="2294" y="1363"/>
                  </a:lnTo>
                  <a:lnTo>
                    <a:pt x="2317" y="1357"/>
                  </a:lnTo>
                  <a:lnTo>
                    <a:pt x="2342" y="1355"/>
                  </a:lnTo>
                  <a:close/>
                  <a:moveTo>
                    <a:pt x="3179" y="819"/>
                  </a:moveTo>
                  <a:lnTo>
                    <a:pt x="3204" y="821"/>
                  </a:lnTo>
                  <a:lnTo>
                    <a:pt x="3227" y="827"/>
                  </a:lnTo>
                  <a:lnTo>
                    <a:pt x="3250" y="838"/>
                  </a:lnTo>
                  <a:lnTo>
                    <a:pt x="3272" y="852"/>
                  </a:lnTo>
                  <a:lnTo>
                    <a:pt x="3293" y="869"/>
                  </a:lnTo>
                  <a:lnTo>
                    <a:pt x="3312" y="890"/>
                  </a:lnTo>
                  <a:lnTo>
                    <a:pt x="3331" y="915"/>
                  </a:lnTo>
                  <a:lnTo>
                    <a:pt x="3348" y="942"/>
                  </a:lnTo>
                  <a:lnTo>
                    <a:pt x="3363" y="971"/>
                  </a:lnTo>
                  <a:lnTo>
                    <a:pt x="3377" y="1004"/>
                  </a:lnTo>
                  <a:lnTo>
                    <a:pt x="3389" y="1038"/>
                  </a:lnTo>
                  <a:lnTo>
                    <a:pt x="3400" y="1076"/>
                  </a:lnTo>
                  <a:lnTo>
                    <a:pt x="3408" y="1113"/>
                  </a:lnTo>
                  <a:lnTo>
                    <a:pt x="3414" y="1153"/>
                  </a:lnTo>
                  <a:lnTo>
                    <a:pt x="3417" y="1195"/>
                  </a:lnTo>
                  <a:lnTo>
                    <a:pt x="3418" y="1237"/>
                  </a:lnTo>
                  <a:lnTo>
                    <a:pt x="3417" y="1280"/>
                  </a:lnTo>
                  <a:lnTo>
                    <a:pt x="3414" y="1322"/>
                  </a:lnTo>
                  <a:lnTo>
                    <a:pt x="3408" y="1362"/>
                  </a:lnTo>
                  <a:lnTo>
                    <a:pt x="3400" y="1399"/>
                  </a:lnTo>
                  <a:lnTo>
                    <a:pt x="3389" y="1437"/>
                  </a:lnTo>
                  <a:lnTo>
                    <a:pt x="3377" y="1471"/>
                  </a:lnTo>
                  <a:lnTo>
                    <a:pt x="3363" y="1503"/>
                  </a:lnTo>
                  <a:lnTo>
                    <a:pt x="3348" y="1533"/>
                  </a:lnTo>
                  <a:lnTo>
                    <a:pt x="3331" y="1560"/>
                  </a:lnTo>
                  <a:lnTo>
                    <a:pt x="3312" y="1584"/>
                  </a:lnTo>
                  <a:lnTo>
                    <a:pt x="3293" y="1605"/>
                  </a:lnTo>
                  <a:lnTo>
                    <a:pt x="3272" y="1623"/>
                  </a:lnTo>
                  <a:lnTo>
                    <a:pt x="3250" y="1637"/>
                  </a:lnTo>
                  <a:lnTo>
                    <a:pt x="3227" y="1648"/>
                  </a:lnTo>
                  <a:lnTo>
                    <a:pt x="3204" y="1654"/>
                  </a:lnTo>
                  <a:lnTo>
                    <a:pt x="3179" y="1656"/>
                  </a:lnTo>
                  <a:lnTo>
                    <a:pt x="3155" y="1654"/>
                  </a:lnTo>
                  <a:lnTo>
                    <a:pt x="3131" y="1648"/>
                  </a:lnTo>
                  <a:lnTo>
                    <a:pt x="3108" y="1637"/>
                  </a:lnTo>
                  <a:lnTo>
                    <a:pt x="3087" y="1623"/>
                  </a:lnTo>
                  <a:lnTo>
                    <a:pt x="3066" y="1605"/>
                  </a:lnTo>
                  <a:lnTo>
                    <a:pt x="3046" y="1584"/>
                  </a:lnTo>
                  <a:lnTo>
                    <a:pt x="3027" y="1560"/>
                  </a:lnTo>
                  <a:lnTo>
                    <a:pt x="3011" y="1533"/>
                  </a:lnTo>
                  <a:lnTo>
                    <a:pt x="2994" y="1503"/>
                  </a:lnTo>
                  <a:lnTo>
                    <a:pt x="2980" y="1471"/>
                  </a:lnTo>
                  <a:lnTo>
                    <a:pt x="2968" y="1437"/>
                  </a:lnTo>
                  <a:lnTo>
                    <a:pt x="2958" y="1399"/>
                  </a:lnTo>
                  <a:lnTo>
                    <a:pt x="2950" y="1362"/>
                  </a:lnTo>
                  <a:lnTo>
                    <a:pt x="2944" y="1322"/>
                  </a:lnTo>
                  <a:lnTo>
                    <a:pt x="2940" y="1280"/>
                  </a:lnTo>
                  <a:lnTo>
                    <a:pt x="2939" y="1237"/>
                  </a:lnTo>
                  <a:lnTo>
                    <a:pt x="2940" y="1195"/>
                  </a:lnTo>
                  <a:lnTo>
                    <a:pt x="2944" y="1153"/>
                  </a:lnTo>
                  <a:lnTo>
                    <a:pt x="2950" y="1113"/>
                  </a:lnTo>
                  <a:lnTo>
                    <a:pt x="2958" y="1076"/>
                  </a:lnTo>
                  <a:lnTo>
                    <a:pt x="2968" y="1038"/>
                  </a:lnTo>
                  <a:lnTo>
                    <a:pt x="2980" y="1004"/>
                  </a:lnTo>
                  <a:lnTo>
                    <a:pt x="2994" y="971"/>
                  </a:lnTo>
                  <a:lnTo>
                    <a:pt x="3011" y="942"/>
                  </a:lnTo>
                  <a:lnTo>
                    <a:pt x="3027" y="915"/>
                  </a:lnTo>
                  <a:lnTo>
                    <a:pt x="3046" y="890"/>
                  </a:lnTo>
                  <a:lnTo>
                    <a:pt x="3066" y="869"/>
                  </a:lnTo>
                  <a:lnTo>
                    <a:pt x="3087" y="852"/>
                  </a:lnTo>
                  <a:lnTo>
                    <a:pt x="3108" y="838"/>
                  </a:lnTo>
                  <a:lnTo>
                    <a:pt x="3131" y="827"/>
                  </a:lnTo>
                  <a:lnTo>
                    <a:pt x="3155" y="821"/>
                  </a:lnTo>
                  <a:lnTo>
                    <a:pt x="3179" y="819"/>
                  </a:lnTo>
                  <a:close/>
                  <a:moveTo>
                    <a:pt x="3246" y="2144"/>
                  </a:moveTo>
                  <a:lnTo>
                    <a:pt x="3271" y="2146"/>
                  </a:lnTo>
                  <a:lnTo>
                    <a:pt x="3294" y="2152"/>
                  </a:lnTo>
                  <a:lnTo>
                    <a:pt x="3316" y="2162"/>
                  </a:lnTo>
                  <a:lnTo>
                    <a:pt x="3339" y="2176"/>
                  </a:lnTo>
                  <a:lnTo>
                    <a:pt x="3360" y="2194"/>
                  </a:lnTo>
                  <a:lnTo>
                    <a:pt x="3380" y="2215"/>
                  </a:lnTo>
                  <a:lnTo>
                    <a:pt x="3397" y="2240"/>
                  </a:lnTo>
                  <a:lnTo>
                    <a:pt x="3415" y="2267"/>
                  </a:lnTo>
                  <a:lnTo>
                    <a:pt x="3430" y="2296"/>
                  </a:lnTo>
                  <a:lnTo>
                    <a:pt x="3444" y="2329"/>
                  </a:lnTo>
                  <a:lnTo>
                    <a:pt x="3456" y="2363"/>
                  </a:lnTo>
                  <a:lnTo>
                    <a:pt x="3466" y="2400"/>
                  </a:lnTo>
                  <a:lnTo>
                    <a:pt x="3475" y="2438"/>
                  </a:lnTo>
                  <a:lnTo>
                    <a:pt x="3480" y="2478"/>
                  </a:lnTo>
                  <a:lnTo>
                    <a:pt x="3484" y="2520"/>
                  </a:lnTo>
                  <a:lnTo>
                    <a:pt x="3485" y="2562"/>
                  </a:lnTo>
                  <a:lnTo>
                    <a:pt x="3484" y="2604"/>
                  </a:lnTo>
                  <a:lnTo>
                    <a:pt x="3480" y="2647"/>
                  </a:lnTo>
                  <a:lnTo>
                    <a:pt x="3475" y="2686"/>
                  </a:lnTo>
                  <a:lnTo>
                    <a:pt x="3466" y="2725"/>
                  </a:lnTo>
                  <a:lnTo>
                    <a:pt x="3456" y="2762"/>
                  </a:lnTo>
                  <a:lnTo>
                    <a:pt x="3444" y="2796"/>
                  </a:lnTo>
                  <a:lnTo>
                    <a:pt x="3430" y="2828"/>
                  </a:lnTo>
                  <a:lnTo>
                    <a:pt x="3415" y="2858"/>
                  </a:lnTo>
                  <a:lnTo>
                    <a:pt x="3397" y="2886"/>
                  </a:lnTo>
                  <a:lnTo>
                    <a:pt x="3380" y="2909"/>
                  </a:lnTo>
                  <a:lnTo>
                    <a:pt x="3360" y="2930"/>
                  </a:lnTo>
                  <a:lnTo>
                    <a:pt x="3339" y="2949"/>
                  </a:lnTo>
                  <a:lnTo>
                    <a:pt x="3316" y="2963"/>
                  </a:lnTo>
                  <a:lnTo>
                    <a:pt x="3294" y="2974"/>
                  </a:lnTo>
                  <a:lnTo>
                    <a:pt x="3271" y="2980"/>
                  </a:lnTo>
                  <a:lnTo>
                    <a:pt x="3246" y="2982"/>
                  </a:lnTo>
                  <a:lnTo>
                    <a:pt x="3222" y="2980"/>
                  </a:lnTo>
                  <a:lnTo>
                    <a:pt x="3198" y="2974"/>
                  </a:lnTo>
                  <a:lnTo>
                    <a:pt x="3176" y="2963"/>
                  </a:lnTo>
                  <a:lnTo>
                    <a:pt x="3154" y="2949"/>
                  </a:lnTo>
                  <a:lnTo>
                    <a:pt x="3133" y="2930"/>
                  </a:lnTo>
                  <a:lnTo>
                    <a:pt x="3113" y="2909"/>
                  </a:lnTo>
                  <a:lnTo>
                    <a:pt x="3095" y="2886"/>
                  </a:lnTo>
                  <a:lnTo>
                    <a:pt x="3077" y="2858"/>
                  </a:lnTo>
                  <a:lnTo>
                    <a:pt x="3062" y="2828"/>
                  </a:lnTo>
                  <a:lnTo>
                    <a:pt x="3048" y="2796"/>
                  </a:lnTo>
                  <a:lnTo>
                    <a:pt x="3036" y="2762"/>
                  </a:lnTo>
                  <a:lnTo>
                    <a:pt x="3026" y="2725"/>
                  </a:lnTo>
                  <a:lnTo>
                    <a:pt x="3018" y="2686"/>
                  </a:lnTo>
                  <a:lnTo>
                    <a:pt x="3012" y="2647"/>
                  </a:lnTo>
                  <a:lnTo>
                    <a:pt x="3008" y="2604"/>
                  </a:lnTo>
                  <a:lnTo>
                    <a:pt x="3007" y="2562"/>
                  </a:lnTo>
                  <a:lnTo>
                    <a:pt x="3008" y="2520"/>
                  </a:lnTo>
                  <a:lnTo>
                    <a:pt x="3012" y="2478"/>
                  </a:lnTo>
                  <a:lnTo>
                    <a:pt x="3018" y="2438"/>
                  </a:lnTo>
                  <a:lnTo>
                    <a:pt x="3026" y="2400"/>
                  </a:lnTo>
                  <a:lnTo>
                    <a:pt x="3036" y="2363"/>
                  </a:lnTo>
                  <a:lnTo>
                    <a:pt x="3048" y="2329"/>
                  </a:lnTo>
                  <a:lnTo>
                    <a:pt x="3062" y="2296"/>
                  </a:lnTo>
                  <a:lnTo>
                    <a:pt x="3077" y="2267"/>
                  </a:lnTo>
                  <a:lnTo>
                    <a:pt x="3095" y="2240"/>
                  </a:lnTo>
                  <a:lnTo>
                    <a:pt x="3113" y="2215"/>
                  </a:lnTo>
                  <a:lnTo>
                    <a:pt x="3133" y="2194"/>
                  </a:lnTo>
                  <a:lnTo>
                    <a:pt x="3154" y="2176"/>
                  </a:lnTo>
                  <a:lnTo>
                    <a:pt x="3176" y="2162"/>
                  </a:lnTo>
                  <a:lnTo>
                    <a:pt x="3198" y="2152"/>
                  </a:lnTo>
                  <a:lnTo>
                    <a:pt x="3222" y="2146"/>
                  </a:lnTo>
                  <a:lnTo>
                    <a:pt x="3246" y="214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4601" name="Freeform 50"/>
            <p:cNvSpPr>
              <a:spLocks/>
            </p:cNvSpPr>
            <p:nvPr/>
          </p:nvSpPr>
          <p:spPr bwMode="auto">
            <a:xfrm>
              <a:off x="1267" y="1588"/>
              <a:ext cx="87" cy="52"/>
            </a:xfrm>
            <a:custGeom>
              <a:avLst/>
              <a:gdLst>
                <a:gd name="T0" fmla="*/ 3 w 437"/>
                <a:gd name="T1" fmla="*/ 2 h 260"/>
                <a:gd name="T2" fmla="*/ 3 w 437"/>
                <a:gd name="T3" fmla="*/ 2 h 260"/>
                <a:gd name="T4" fmla="*/ 3 w 437"/>
                <a:gd name="T5" fmla="*/ 2 h 260"/>
                <a:gd name="T6" fmla="*/ 3 w 437"/>
                <a:gd name="T7" fmla="*/ 2 h 260"/>
                <a:gd name="T8" fmla="*/ 3 w 437"/>
                <a:gd name="T9" fmla="*/ 1 h 260"/>
                <a:gd name="T10" fmla="*/ 3 w 437"/>
                <a:gd name="T11" fmla="*/ 1 h 260"/>
                <a:gd name="T12" fmla="*/ 3 w 437"/>
                <a:gd name="T13" fmla="*/ 1 h 260"/>
                <a:gd name="T14" fmla="*/ 3 w 437"/>
                <a:gd name="T15" fmla="*/ 1 h 260"/>
                <a:gd name="T16" fmla="*/ 3 w 437"/>
                <a:gd name="T17" fmla="*/ 1 h 260"/>
                <a:gd name="T18" fmla="*/ 2 w 437"/>
                <a:gd name="T19" fmla="*/ 1 h 260"/>
                <a:gd name="T20" fmla="*/ 2 w 437"/>
                <a:gd name="T21" fmla="*/ 0 h 260"/>
                <a:gd name="T22" fmla="*/ 2 w 437"/>
                <a:gd name="T23" fmla="*/ 0 h 260"/>
                <a:gd name="T24" fmla="*/ 2 w 437"/>
                <a:gd name="T25" fmla="*/ 0 h 260"/>
                <a:gd name="T26" fmla="*/ 1 w 437"/>
                <a:gd name="T27" fmla="*/ 0 h 260"/>
                <a:gd name="T28" fmla="*/ 1 w 437"/>
                <a:gd name="T29" fmla="*/ 0 h 260"/>
                <a:gd name="T30" fmla="*/ 1 w 437"/>
                <a:gd name="T31" fmla="*/ 0 h 260"/>
                <a:gd name="T32" fmla="*/ 0 w 437"/>
                <a:gd name="T33" fmla="*/ 0 h 260"/>
                <a:gd name="T34" fmla="*/ 0 w 437"/>
                <a:gd name="T35" fmla="*/ 0 h 260"/>
                <a:gd name="T36" fmla="*/ 0 w 437"/>
                <a:gd name="T37" fmla="*/ 0 h 260"/>
                <a:gd name="T38" fmla="*/ 0 w 437"/>
                <a:gd name="T39" fmla="*/ 0 h 260"/>
                <a:gd name="T40" fmla="*/ 1 w 437"/>
                <a:gd name="T41" fmla="*/ 0 h 260"/>
                <a:gd name="T42" fmla="*/ 1 w 437"/>
                <a:gd name="T43" fmla="*/ 0 h 260"/>
                <a:gd name="T44" fmla="*/ 1 w 437"/>
                <a:gd name="T45" fmla="*/ 0 h 260"/>
                <a:gd name="T46" fmla="*/ 2 w 437"/>
                <a:gd name="T47" fmla="*/ 0 h 260"/>
                <a:gd name="T48" fmla="*/ 2 w 437"/>
                <a:gd name="T49" fmla="*/ 0 h 260"/>
                <a:gd name="T50" fmla="*/ 2 w 437"/>
                <a:gd name="T51" fmla="*/ 1 h 260"/>
                <a:gd name="T52" fmla="*/ 2 w 437"/>
                <a:gd name="T53" fmla="*/ 1 h 260"/>
                <a:gd name="T54" fmla="*/ 3 w 437"/>
                <a:gd name="T55" fmla="*/ 1 h 260"/>
                <a:gd name="T56" fmla="*/ 3 w 437"/>
                <a:gd name="T57" fmla="*/ 1 h 260"/>
                <a:gd name="T58" fmla="*/ 3 w 437"/>
                <a:gd name="T59" fmla="*/ 1 h 260"/>
                <a:gd name="T60" fmla="*/ 3 w 437"/>
                <a:gd name="T61" fmla="*/ 1 h 260"/>
                <a:gd name="T62" fmla="*/ 3 w 437"/>
                <a:gd name="T63" fmla="*/ 1 h 260"/>
                <a:gd name="T64" fmla="*/ 3 w 437"/>
                <a:gd name="T65" fmla="*/ 2 h 260"/>
                <a:gd name="T66" fmla="*/ 3 w 437"/>
                <a:gd name="T67" fmla="*/ 2 h 260"/>
                <a:gd name="T68" fmla="*/ 3 w 437"/>
                <a:gd name="T69" fmla="*/ 2 h 260"/>
                <a:gd name="T70" fmla="*/ 3 w 437"/>
                <a:gd name="T71" fmla="*/ 2 h 260"/>
                <a:gd name="T72" fmla="*/ 3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437" y="260"/>
                  </a:moveTo>
                  <a:lnTo>
                    <a:pt x="437" y="260"/>
                  </a:lnTo>
                  <a:lnTo>
                    <a:pt x="434" y="233"/>
                  </a:lnTo>
                  <a:lnTo>
                    <a:pt x="427" y="206"/>
                  </a:lnTo>
                  <a:lnTo>
                    <a:pt x="417" y="181"/>
                  </a:lnTo>
                  <a:lnTo>
                    <a:pt x="401" y="157"/>
                  </a:lnTo>
                  <a:lnTo>
                    <a:pt x="383" y="133"/>
                  </a:lnTo>
                  <a:lnTo>
                    <a:pt x="360" y="113"/>
                  </a:lnTo>
                  <a:lnTo>
                    <a:pt x="336" y="93"/>
                  </a:lnTo>
                  <a:lnTo>
                    <a:pt x="308" y="73"/>
                  </a:lnTo>
                  <a:lnTo>
                    <a:pt x="276" y="58"/>
                  </a:lnTo>
                  <a:lnTo>
                    <a:pt x="242" y="43"/>
                  </a:lnTo>
                  <a:lnTo>
                    <a:pt x="207" y="30"/>
                  </a:lnTo>
                  <a:lnTo>
                    <a:pt x="168" y="19"/>
                  </a:lnTo>
                  <a:lnTo>
                    <a:pt x="128" y="11"/>
                  </a:lnTo>
                  <a:lnTo>
                    <a:pt x="87" y="4"/>
                  </a:lnTo>
                  <a:lnTo>
                    <a:pt x="43" y="1"/>
                  </a:lnTo>
                  <a:lnTo>
                    <a:pt x="0" y="0"/>
                  </a:lnTo>
                  <a:lnTo>
                    <a:pt x="0" y="11"/>
                  </a:lnTo>
                  <a:lnTo>
                    <a:pt x="43" y="12"/>
                  </a:lnTo>
                  <a:lnTo>
                    <a:pt x="85" y="16"/>
                  </a:lnTo>
                  <a:lnTo>
                    <a:pt x="126" y="23"/>
                  </a:lnTo>
                  <a:lnTo>
                    <a:pt x="166" y="31"/>
                  </a:lnTo>
                  <a:lnTo>
                    <a:pt x="202" y="42"/>
                  </a:lnTo>
                  <a:lnTo>
                    <a:pt x="237" y="55"/>
                  </a:lnTo>
                  <a:lnTo>
                    <a:pt x="271" y="70"/>
                  </a:lnTo>
                  <a:lnTo>
                    <a:pt x="301" y="85"/>
                  </a:lnTo>
                  <a:lnTo>
                    <a:pt x="329" y="103"/>
                  </a:lnTo>
                  <a:lnTo>
                    <a:pt x="353" y="123"/>
                  </a:lnTo>
                  <a:lnTo>
                    <a:pt x="373" y="143"/>
                  </a:lnTo>
                  <a:lnTo>
                    <a:pt x="392" y="164"/>
                  </a:lnTo>
                  <a:lnTo>
                    <a:pt x="405" y="186"/>
                  </a:lnTo>
                  <a:lnTo>
                    <a:pt x="415" y="211"/>
                  </a:lnTo>
                  <a:lnTo>
                    <a:pt x="422" y="235"/>
                  </a:lnTo>
                  <a:lnTo>
                    <a:pt x="425" y="260"/>
                  </a:lnTo>
                  <a:lnTo>
                    <a:pt x="437"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4602" name="Freeform 51"/>
            <p:cNvSpPr>
              <a:spLocks/>
            </p:cNvSpPr>
            <p:nvPr/>
          </p:nvSpPr>
          <p:spPr bwMode="auto">
            <a:xfrm>
              <a:off x="1267" y="1640"/>
              <a:ext cx="87" cy="52"/>
            </a:xfrm>
            <a:custGeom>
              <a:avLst/>
              <a:gdLst>
                <a:gd name="T0" fmla="*/ 0 w 437"/>
                <a:gd name="T1" fmla="*/ 2 h 260"/>
                <a:gd name="T2" fmla="*/ 0 w 437"/>
                <a:gd name="T3" fmla="*/ 2 h 260"/>
                <a:gd name="T4" fmla="*/ 0 w 437"/>
                <a:gd name="T5" fmla="*/ 2 h 260"/>
                <a:gd name="T6" fmla="*/ 1 w 437"/>
                <a:gd name="T7" fmla="*/ 2 h 260"/>
                <a:gd name="T8" fmla="*/ 1 w 437"/>
                <a:gd name="T9" fmla="*/ 2 h 260"/>
                <a:gd name="T10" fmla="*/ 1 w 437"/>
                <a:gd name="T11" fmla="*/ 2 h 260"/>
                <a:gd name="T12" fmla="*/ 2 w 437"/>
                <a:gd name="T13" fmla="*/ 2 h 260"/>
                <a:gd name="T14" fmla="*/ 2 w 437"/>
                <a:gd name="T15" fmla="*/ 2 h 260"/>
                <a:gd name="T16" fmla="*/ 2 w 437"/>
                <a:gd name="T17" fmla="*/ 2 h 260"/>
                <a:gd name="T18" fmla="*/ 2 w 437"/>
                <a:gd name="T19" fmla="*/ 1 h 260"/>
                <a:gd name="T20" fmla="*/ 3 w 437"/>
                <a:gd name="T21" fmla="*/ 1 h 260"/>
                <a:gd name="T22" fmla="*/ 3 w 437"/>
                <a:gd name="T23" fmla="*/ 1 h 260"/>
                <a:gd name="T24" fmla="*/ 3 w 437"/>
                <a:gd name="T25" fmla="*/ 1 h 260"/>
                <a:gd name="T26" fmla="*/ 3 w 437"/>
                <a:gd name="T27" fmla="*/ 1 h 260"/>
                <a:gd name="T28" fmla="*/ 3 w 437"/>
                <a:gd name="T29" fmla="*/ 1 h 260"/>
                <a:gd name="T30" fmla="*/ 3 w 437"/>
                <a:gd name="T31" fmla="*/ 0 h 260"/>
                <a:gd name="T32" fmla="*/ 3 w 437"/>
                <a:gd name="T33" fmla="*/ 0 h 260"/>
                <a:gd name="T34" fmla="*/ 3 w 437"/>
                <a:gd name="T35" fmla="*/ 0 h 260"/>
                <a:gd name="T36" fmla="*/ 3 w 437"/>
                <a:gd name="T37" fmla="*/ 0 h 260"/>
                <a:gd name="T38" fmla="*/ 3 w 437"/>
                <a:gd name="T39" fmla="*/ 0 h 260"/>
                <a:gd name="T40" fmla="*/ 3 w 437"/>
                <a:gd name="T41" fmla="*/ 0 h 260"/>
                <a:gd name="T42" fmla="*/ 3 w 437"/>
                <a:gd name="T43" fmla="*/ 1 h 260"/>
                <a:gd name="T44" fmla="*/ 3 w 437"/>
                <a:gd name="T45" fmla="*/ 1 h 260"/>
                <a:gd name="T46" fmla="*/ 3 w 437"/>
                <a:gd name="T47" fmla="*/ 1 h 260"/>
                <a:gd name="T48" fmla="*/ 3 w 437"/>
                <a:gd name="T49" fmla="*/ 1 h 260"/>
                <a:gd name="T50" fmla="*/ 3 w 437"/>
                <a:gd name="T51" fmla="*/ 1 h 260"/>
                <a:gd name="T52" fmla="*/ 2 w 437"/>
                <a:gd name="T53" fmla="*/ 1 h 260"/>
                <a:gd name="T54" fmla="*/ 2 w 437"/>
                <a:gd name="T55" fmla="*/ 2 h 260"/>
                <a:gd name="T56" fmla="*/ 2 w 437"/>
                <a:gd name="T57" fmla="*/ 2 h 260"/>
                <a:gd name="T58" fmla="*/ 2 w 437"/>
                <a:gd name="T59" fmla="*/ 2 h 260"/>
                <a:gd name="T60" fmla="*/ 1 w 437"/>
                <a:gd name="T61" fmla="*/ 2 h 260"/>
                <a:gd name="T62" fmla="*/ 1 w 437"/>
                <a:gd name="T63" fmla="*/ 2 h 260"/>
                <a:gd name="T64" fmla="*/ 1 w 437"/>
                <a:gd name="T65" fmla="*/ 2 h 260"/>
                <a:gd name="T66" fmla="*/ 0 w 437"/>
                <a:gd name="T67" fmla="*/ 2 h 260"/>
                <a:gd name="T68" fmla="*/ 0 w 437"/>
                <a:gd name="T69" fmla="*/ 2 h 260"/>
                <a:gd name="T70" fmla="*/ 0 w 437"/>
                <a:gd name="T71" fmla="*/ 2 h 260"/>
                <a:gd name="T72" fmla="*/ 0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0" y="260"/>
                  </a:moveTo>
                  <a:lnTo>
                    <a:pt x="0" y="260"/>
                  </a:lnTo>
                  <a:lnTo>
                    <a:pt x="43" y="259"/>
                  </a:lnTo>
                  <a:lnTo>
                    <a:pt x="87" y="255"/>
                  </a:lnTo>
                  <a:lnTo>
                    <a:pt x="128" y="248"/>
                  </a:lnTo>
                  <a:lnTo>
                    <a:pt x="168" y="240"/>
                  </a:lnTo>
                  <a:lnTo>
                    <a:pt x="207" y="230"/>
                  </a:lnTo>
                  <a:lnTo>
                    <a:pt x="242" y="217"/>
                  </a:lnTo>
                  <a:lnTo>
                    <a:pt x="276" y="202"/>
                  </a:lnTo>
                  <a:lnTo>
                    <a:pt x="308" y="185"/>
                  </a:lnTo>
                  <a:lnTo>
                    <a:pt x="336" y="166"/>
                  </a:lnTo>
                  <a:lnTo>
                    <a:pt x="360" y="146"/>
                  </a:lnTo>
                  <a:lnTo>
                    <a:pt x="383" y="125"/>
                  </a:lnTo>
                  <a:lnTo>
                    <a:pt x="401" y="102"/>
                  </a:lnTo>
                  <a:lnTo>
                    <a:pt x="417" y="77"/>
                  </a:lnTo>
                  <a:lnTo>
                    <a:pt x="427" y="53"/>
                  </a:lnTo>
                  <a:lnTo>
                    <a:pt x="434" y="27"/>
                  </a:lnTo>
                  <a:lnTo>
                    <a:pt x="437" y="0"/>
                  </a:lnTo>
                  <a:lnTo>
                    <a:pt x="425" y="0"/>
                  </a:lnTo>
                  <a:lnTo>
                    <a:pt x="422" y="24"/>
                  </a:lnTo>
                  <a:lnTo>
                    <a:pt x="415" y="48"/>
                  </a:lnTo>
                  <a:lnTo>
                    <a:pt x="405" y="73"/>
                  </a:lnTo>
                  <a:lnTo>
                    <a:pt x="392" y="95"/>
                  </a:lnTo>
                  <a:lnTo>
                    <a:pt x="373" y="116"/>
                  </a:lnTo>
                  <a:lnTo>
                    <a:pt x="353" y="137"/>
                  </a:lnTo>
                  <a:lnTo>
                    <a:pt x="329" y="157"/>
                  </a:lnTo>
                  <a:lnTo>
                    <a:pt x="301" y="173"/>
                  </a:lnTo>
                  <a:lnTo>
                    <a:pt x="271" y="190"/>
                  </a:lnTo>
                  <a:lnTo>
                    <a:pt x="237" y="205"/>
                  </a:lnTo>
                  <a:lnTo>
                    <a:pt x="202" y="218"/>
                  </a:lnTo>
                  <a:lnTo>
                    <a:pt x="166" y="228"/>
                  </a:lnTo>
                  <a:lnTo>
                    <a:pt x="126" y="237"/>
                  </a:lnTo>
                  <a:lnTo>
                    <a:pt x="85" y="244"/>
                  </a:lnTo>
                  <a:lnTo>
                    <a:pt x="43" y="247"/>
                  </a:lnTo>
                  <a:lnTo>
                    <a:pt x="0" y="248"/>
                  </a:lnTo>
                  <a:lnTo>
                    <a:pt x="0"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4603" name="Freeform 52"/>
            <p:cNvSpPr>
              <a:spLocks/>
            </p:cNvSpPr>
            <p:nvPr/>
          </p:nvSpPr>
          <p:spPr bwMode="auto">
            <a:xfrm>
              <a:off x="1179" y="1640"/>
              <a:ext cx="88" cy="52"/>
            </a:xfrm>
            <a:custGeom>
              <a:avLst/>
              <a:gdLst>
                <a:gd name="T0" fmla="*/ 0 w 439"/>
                <a:gd name="T1" fmla="*/ 0 h 260"/>
                <a:gd name="T2" fmla="*/ 0 w 439"/>
                <a:gd name="T3" fmla="*/ 0 h 260"/>
                <a:gd name="T4" fmla="*/ 0 w 439"/>
                <a:gd name="T5" fmla="*/ 0 h 260"/>
                <a:gd name="T6" fmla="*/ 0 w 439"/>
                <a:gd name="T7" fmla="*/ 0 h 260"/>
                <a:gd name="T8" fmla="*/ 0 w 439"/>
                <a:gd name="T9" fmla="*/ 1 h 260"/>
                <a:gd name="T10" fmla="*/ 0 w 439"/>
                <a:gd name="T11" fmla="*/ 1 h 260"/>
                <a:gd name="T12" fmla="*/ 0 w 439"/>
                <a:gd name="T13" fmla="*/ 1 h 260"/>
                <a:gd name="T14" fmla="*/ 1 w 439"/>
                <a:gd name="T15" fmla="*/ 1 h 260"/>
                <a:gd name="T16" fmla="*/ 1 w 439"/>
                <a:gd name="T17" fmla="*/ 1 h 260"/>
                <a:gd name="T18" fmla="*/ 1 w 439"/>
                <a:gd name="T19" fmla="*/ 1 h 260"/>
                <a:gd name="T20" fmla="*/ 1 w 439"/>
                <a:gd name="T21" fmla="*/ 2 h 260"/>
                <a:gd name="T22" fmla="*/ 2 w 439"/>
                <a:gd name="T23" fmla="*/ 2 h 260"/>
                <a:gd name="T24" fmla="*/ 2 w 439"/>
                <a:gd name="T25" fmla="*/ 2 h 260"/>
                <a:gd name="T26" fmla="*/ 2 w 439"/>
                <a:gd name="T27" fmla="*/ 2 h 260"/>
                <a:gd name="T28" fmla="*/ 2 w 439"/>
                <a:gd name="T29" fmla="*/ 2 h 260"/>
                <a:gd name="T30" fmla="*/ 3 w 439"/>
                <a:gd name="T31" fmla="*/ 2 h 260"/>
                <a:gd name="T32" fmla="*/ 3 w 439"/>
                <a:gd name="T33" fmla="*/ 2 h 260"/>
                <a:gd name="T34" fmla="*/ 4 w 439"/>
                <a:gd name="T35" fmla="*/ 2 h 260"/>
                <a:gd name="T36" fmla="*/ 4 w 439"/>
                <a:gd name="T37" fmla="*/ 2 h 260"/>
                <a:gd name="T38" fmla="*/ 3 w 439"/>
                <a:gd name="T39" fmla="*/ 2 h 260"/>
                <a:gd name="T40" fmla="*/ 3 w 439"/>
                <a:gd name="T41" fmla="*/ 2 h 260"/>
                <a:gd name="T42" fmla="*/ 3 w 439"/>
                <a:gd name="T43" fmla="*/ 2 h 260"/>
                <a:gd name="T44" fmla="*/ 2 w 439"/>
                <a:gd name="T45" fmla="*/ 2 h 260"/>
                <a:gd name="T46" fmla="*/ 2 w 439"/>
                <a:gd name="T47" fmla="*/ 2 h 260"/>
                <a:gd name="T48" fmla="*/ 2 w 439"/>
                <a:gd name="T49" fmla="*/ 2 h 260"/>
                <a:gd name="T50" fmla="*/ 1 w 439"/>
                <a:gd name="T51" fmla="*/ 2 h 260"/>
                <a:gd name="T52" fmla="*/ 1 w 439"/>
                <a:gd name="T53" fmla="*/ 1 h 260"/>
                <a:gd name="T54" fmla="*/ 1 w 439"/>
                <a:gd name="T55" fmla="*/ 1 h 260"/>
                <a:gd name="T56" fmla="*/ 1 w 439"/>
                <a:gd name="T57" fmla="*/ 1 h 260"/>
                <a:gd name="T58" fmla="*/ 1 w 439"/>
                <a:gd name="T59" fmla="*/ 1 h 260"/>
                <a:gd name="T60" fmla="*/ 0 w 439"/>
                <a:gd name="T61" fmla="*/ 1 h 260"/>
                <a:gd name="T62" fmla="*/ 0 w 439"/>
                <a:gd name="T63" fmla="*/ 1 h 260"/>
                <a:gd name="T64" fmla="*/ 0 w 439"/>
                <a:gd name="T65" fmla="*/ 0 h 260"/>
                <a:gd name="T66" fmla="*/ 0 w 439"/>
                <a:gd name="T67" fmla="*/ 0 h 260"/>
                <a:gd name="T68" fmla="*/ 0 w 439"/>
                <a:gd name="T69" fmla="*/ 0 h 260"/>
                <a:gd name="T70" fmla="*/ 0 w 439"/>
                <a:gd name="T71" fmla="*/ 0 h 260"/>
                <a:gd name="T72" fmla="*/ 0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0" y="0"/>
                  </a:moveTo>
                  <a:lnTo>
                    <a:pt x="0" y="0"/>
                  </a:lnTo>
                  <a:lnTo>
                    <a:pt x="3" y="27"/>
                  </a:lnTo>
                  <a:lnTo>
                    <a:pt x="10" y="53"/>
                  </a:lnTo>
                  <a:lnTo>
                    <a:pt x="20" y="77"/>
                  </a:lnTo>
                  <a:lnTo>
                    <a:pt x="35" y="102"/>
                  </a:lnTo>
                  <a:lnTo>
                    <a:pt x="54" y="125"/>
                  </a:lnTo>
                  <a:lnTo>
                    <a:pt x="76" y="146"/>
                  </a:lnTo>
                  <a:lnTo>
                    <a:pt x="102" y="166"/>
                  </a:lnTo>
                  <a:lnTo>
                    <a:pt x="130" y="185"/>
                  </a:lnTo>
                  <a:lnTo>
                    <a:pt x="162" y="202"/>
                  </a:lnTo>
                  <a:lnTo>
                    <a:pt x="195" y="217"/>
                  </a:lnTo>
                  <a:lnTo>
                    <a:pt x="231" y="230"/>
                  </a:lnTo>
                  <a:lnTo>
                    <a:pt x="270" y="240"/>
                  </a:lnTo>
                  <a:lnTo>
                    <a:pt x="310" y="248"/>
                  </a:lnTo>
                  <a:lnTo>
                    <a:pt x="351" y="255"/>
                  </a:lnTo>
                  <a:lnTo>
                    <a:pt x="395" y="259"/>
                  </a:lnTo>
                  <a:lnTo>
                    <a:pt x="439" y="260"/>
                  </a:lnTo>
                  <a:lnTo>
                    <a:pt x="439" y="248"/>
                  </a:lnTo>
                  <a:lnTo>
                    <a:pt x="395" y="247"/>
                  </a:lnTo>
                  <a:lnTo>
                    <a:pt x="353" y="244"/>
                  </a:lnTo>
                  <a:lnTo>
                    <a:pt x="312" y="237"/>
                  </a:lnTo>
                  <a:lnTo>
                    <a:pt x="272" y="228"/>
                  </a:lnTo>
                  <a:lnTo>
                    <a:pt x="236" y="218"/>
                  </a:lnTo>
                  <a:lnTo>
                    <a:pt x="200" y="205"/>
                  </a:lnTo>
                  <a:lnTo>
                    <a:pt x="167" y="190"/>
                  </a:lnTo>
                  <a:lnTo>
                    <a:pt x="137" y="173"/>
                  </a:lnTo>
                  <a:lnTo>
                    <a:pt x="109" y="157"/>
                  </a:lnTo>
                  <a:lnTo>
                    <a:pt x="84" y="137"/>
                  </a:lnTo>
                  <a:lnTo>
                    <a:pt x="64" y="116"/>
                  </a:lnTo>
                  <a:lnTo>
                    <a:pt x="45" y="95"/>
                  </a:lnTo>
                  <a:lnTo>
                    <a:pt x="32" y="73"/>
                  </a:lnTo>
                  <a:lnTo>
                    <a:pt x="21" y="48"/>
                  </a:lnTo>
                  <a:lnTo>
                    <a:pt x="14" y="24"/>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4604" name="Freeform 53"/>
            <p:cNvSpPr>
              <a:spLocks/>
            </p:cNvSpPr>
            <p:nvPr/>
          </p:nvSpPr>
          <p:spPr bwMode="auto">
            <a:xfrm>
              <a:off x="1179" y="1588"/>
              <a:ext cx="88" cy="52"/>
            </a:xfrm>
            <a:custGeom>
              <a:avLst/>
              <a:gdLst>
                <a:gd name="T0" fmla="*/ 4 w 439"/>
                <a:gd name="T1" fmla="*/ 0 h 260"/>
                <a:gd name="T2" fmla="*/ 4 w 439"/>
                <a:gd name="T3" fmla="*/ 0 h 260"/>
                <a:gd name="T4" fmla="*/ 3 w 439"/>
                <a:gd name="T5" fmla="*/ 0 h 260"/>
                <a:gd name="T6" fmla="*/ 3 w 439"/>
                <a:gd name="T7" fmla="*/ 0 h 260"/>
                <a:gd name="T8" fmla="*/ 2 w 439"/>
                <a:gd name="T9" fmla="*/ 0 h 260"/>
                <a:gd name="T10" fmla="*/ 2 w 439"/>
                <a:gd name="T11" fmla="*/ 0 h 260"/>
                <a:gd name="T12" fmla="*/ 2 w 439"/>
                <a:gd name="T13" fmla="*/ 0 h 260"/>
                <a:gd name="T14" fmla="*/ 2 w 439"/>
                <a:gd name="T15" fmla="*/ 0 h 260"/>
                <a:gd name="T16" fmla="*/ 1 w 439"/>
                <a:gd name="T17" fmla="*/ 0 h 260"/>
                <a:gd name="T18" fmla="*/ 1 w 439"/>
                <a:gd name="T19" fmla="*/ 1 h 260"/>
                <a:gd name="T20" fmla="*/ 1 w 439"/>
                <a:gd name="T21" fmla="*/ 1 h 260"/>
                <a:gd name="T22" fmla="*/ 1 w 439"/>
                <a:gd name="T23" fmla="*/ 1 h 260"/>
                <a:gd name="T24" fmla="*/ 0 w 439"/>
                <a:gd name="T25" fmla="*/ 1 h 260"/>
                <a:gd name="T26" fmla="*/ 0 w 439"/>
                <a:gd name="T27" fmla="*/ 1 h 260"/>
                <a:gd name="T28" fmla="*/ 0 w 439"/>
                <a:gd name="T29" fmla="*/ 1 h 260"/>
                <a:gd name="T30" fmla="*/ 0 w 439"/>
                <a:gd name="T31" fmla="*/ 2 h 260"/>
                <a:gd name="T32" fmla="*/ 0 w 439"/>
                <a:gd name="T33" fmla="*/ 2 h 260"/>
                <a:gd name="T34" fmla="*/ 0 w 439"/>
                <a:gd name="T35" fmla="*/ 2 h 260"/>
                <a:gd name="T36" fmla="*/ 0 w 439"/>
                <a:gd name="T37" fmla="*/ 2 h 260"/>
                <a:gd name="T38" fmla="*/ 0 w 439"/>
                <a:gd name="T39" fmla="*/ 2 h 260"/>
                <a:gd name="T40" fmla="*/ 0 w 439"/>
                <a:gd name="T41" fmla="*/ 2 h 260"/>
                <a:gd name="T42" fmla="*/ 0 w 439"/>
                <a:gd name="T43" fmla="*/ 1 h 260"/>
                <a:gd name="T44" fmla="*/ 0 w 439"/>
                <a:gd name="T45" fmla="*/ 1 h 260"/>
                <a:gd name="T46" fmla="*/ 1 w 439"/>
                <a:gd name="T47" fmla="*/ 1 h 260"/>
                <a:gd name="T48" fmla="*/ 1 w 439"/>
                <a:gd name="T49" fmla="*/ 1 h 260"/>
                <a:gd name="T50" fmla="*/ 1 w 439"/>
                <a:gd name="T51" fmla="*/ 1 h 260"/>
                <a:gd name="T52" fmla="*/ 1 w 439"/>
                <a:gd name="T53" fmla="*/ 1 h 260"/>
                <a:gd name="T54" fmla="*/ 1 w 439"/>
                <a:gd name="T55" fmla="*/ 1 h 260"/>
                <a:gd name="T56" fmla="*/ 2 w 439"/>
                <a:gd name="T57" fmla="*/ 0 h 260"/>
                <a:gd name="T58" fmla="*/ 2 w 439"/>
                <a:gd name="T59" fmla="*/ 0 h 260"/>
                <a:gd name="T60" fmla="*/ 2 w 439"/>
                <a:gd name="T61" fmla="*/ 0 h 260"/>
                <a:gd name="T62" fmla="*/ 3 w 439"/>
                <a:gd name="T63" fmla="*/ 0 h 260"/>
                <a:gd name="T64" fmla="*/ 3 w 439"/>
                <a:gd name="T65" fmla="*/ 0 h 260"/>
                <a:gd name="T66" fmla="*/ 3 w 439"/>
                <a:gd name="T67" fmla="*/ 0 h 260"/>
                <a:gd name="T68" fmla="*/ 4 w 439"/>
                <a:gd name="T69" fmla="*/ 0 h 260"/>
                <a:gd name="T70" fmla="*/ 4 w 439"/>
                <a:gd name="T71" fmla="*/ 0 h 260"/>
                <a:gd name="T72" fmla="*/ 4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439" y="0"/>
                  </a:moveTo>
                  <a:lnTo>
                    <a:pt x="439" y="0"/>
                  </a:lnTo>
                  <a:lnTo>
                    <a:pt x="395" y="1"/>
                  </a:lnTo>
                  <a:lnTo>
                    <a:pt x="351" y="4"/>
                  </a:lnTo>
                  <a:lnTo>
                    <a:pt x="310" y="11"/>
                  </a:lnTo>
                  <a:lnTo>
                    <a:pt x="270" y="19"/>
                  </a:lnTo>
                  <a:lnTo>
                    <a:pt x="231" y="30"/>
                  </a:lnTo>
                  <a:lnTo>
                    <a:pt x="195" y="43"/>
                  </a:lnTo>
                  <a:lnTo>
                    <a:pt x="162" y="58"/>
                  </a:lnTo>
                  <a:lnTo>
                    <a:pt x="130" y="73"/>
                  </a:lnTo>
                  <a:lnTo>
                    <a:pt x="102" y="93"/>
                  </a:lnTo>
                  <a:lnTo>
                    <a:pt x="76" y="113"/>
                  </a:lnTo>
                  <a:lnTo>
                    <a:pt x="54" y="133"/>
                  </a:lnTo>
                  <a:lnTo>
                    <a:pt x="35" y="157"/>
                  </a:lnTo>
                  <a:lnTo>
                    <a:pt x="20" y="181"/>
                  </a:lnTo>
                  <a:lnTo>
                    <a:pt x="10" y="206"/>
                  </a:lnTo>
                  <a:lnTo>
                    <a:pt x="3" y="233"/>
                  </a:lnTo>
                  <a:lnTo>
                    <a:pt x="0" y="260"/>
                  </a:lnTo>
                  <a:lnTo>
                    <a:pt x="12" y="260"/>
                  </a:lnTo>
                  <a:lnTo>
                    <a:pt x="14" y="235"/>
                  </a:lnTo>
                  <a:lnTo>
                    <a:pt x="21" y="211"/>
                  </a:lnTo>
                  <a:lnTo>
                    <a:pt x="32" y="186"/>
                  </a:lnTo>
                  <a:lnTo>
                    <a:pt x="45" y="164"/>
                  </a:lnTo>
                  <a:lnTo>
                    <a:pt x="64" y="143"/>
                  </a:lnTo>
                  <a:lnTo>
                    <a:pt x="84" y="123"/>
                  </a:lnTo>
                  <a:lnTo>
                    <a:pt x="109" y="103"/>
                  </a:lnTo>
                  <a:lnTo>
                    <a:pt x="137" y="85"/>
                  </a:lnTo>
                  <a:lnTo>
                    <a:pt x="167" y="70"/>
                  </a:lnTo>
                  <a:lnTo>
                    <a:pt x="200" y="55"/>
                  </a:lnTo>
                  <a:lnTo>
                    <a:pt x="236" y="42"/>
                  </a:lnTo>
                  <a:lnTo>
                    <a:pt x="272" y="31"/>
                  </a:lnTo>
                  <a:lnTo>
                    <a:pt x="312" y="23"/>
                  </a:lnTo>
                  <a:lnTo>
                    <a:pt x="353" y="16"/>
                  </a:lnTo>
                  <a:lnTo>
                    <a:pt x="395" y="12"/>
                  </a:lnTo>
                  <a:lnTo>
                    <a:pt x="439" y="11"/>
                  </a:lnTo>
                  <a:lnTo>
                    <a:pt x="439"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4605" name="Freeform 54"/>
            <p:cNvSpPr>
              <a:spLocks/>
            </p:cNvSpPr>
            <p:nvPr/>
          </p:nvSpPr>
          <p:spPr bwMode="auto">
            <a:xfrm>
              <a:off x="964" y="1745"/>
              <a:ext cx="48" cy="85"/>
            </a:xfrm>
            <a:custGeom>
              <a:avLst/>
              <a:gdLst>
                <a:gd name="T0" fmla="*/ 2 w 244"/>
                <a:gd name="T1" fmla="*/ 3 h 426"/>
                <a:gd name="T2" fmla="*/ 2 w 244"/>
                <a:gd name="T3" fmla="*/ 3 h 426"/>
                <a:gd name="T4" fmla="*/ 2 w 244"/>
                <a:gd name="T5" fmla="*/ 3 h 426"/>
                <a:gd name="T6" fmla="*/ 2 w 244"/>
                <a:gd name="T7" fmla="*/ 3 h 426"/>
                <a:gd name="T8" fmla="*/ 2 w 244"/>
                <a:gd name="T9" fmla="*/ 2 h 426"/>
                <a:gd name="T10" fmla="*/ 2 w 244"/>
                <a:gd name="T11" fmla="*/ 2 h 426"/>
                <a:gd name="T12" fmla="*/ 2 w 244"/>
                <a:gd name="T13" fmla="*/ 2 h 426"/>
                <a:gd name="T14" fmla="*/ 2 w 244"/>
                <a:gd name="T15" fmla="*/ 2 h 426"/>
                <a:gd name="T16" fmla="*/ 1 w 244"/>
                <a:gd name="T17" fmla="*/ 1 h 426"/>
                <a:gd name="T18" fmla="*/ 1 w 244"/>
                <a:gd name="T19" fmla="*/ 1 h 426"/>
                <a:gd name="T20" fmla="*/ 1 w 244"/>
                <a:gd name="T21" fmla="*/ 1 h 426"/>
                <a:gd name="T22" fmla="*/ 1 w 244"/>
                <a:gd name="T23" fmla="*/ 1 h 426"/>
                <a:gd name="T24" fmla="*/ 1 w 244"/>
                <a:gd name="T25" fmla="*/ 0 h 426"/>
                <a:gd name="T26" fmla="*/ 1 w 244"/>
                <a:gd name="T27" fmla="*/ 0 h 426"/>
                <a:gd name="T28" fmla="*/ 1 w 244"/>
                <a:gd name="T29" fmla="*/ 0 h 426"/>
                <a:gd name="T30" fmla="*/ 0 w 244"/>
                <a:gd name="T31" fmla="*/ 0 h 426"/>
                <a:gd name="T32" fmla="*/ 0 w 244"/>
                <a:gd name="T33" fmla="*/ 0 h 426"/>
                <a:gd name="T34" fmla="*/ 0 w 244"/>
                <a:gd name="T35" fmla="*/ 0 h 426"/>
                <a:gd name="T36" fmla="*/ 0 w 244"/>
                <a:gd name="T37" fmla="*/ 0 h 426"/>
                <a:gd name="T38" fmla="*/ 0 w 244"/>
                <a:gd name="T39" fmla="*/ 0 h 426"/>
                <a:gd name="T40" fmla="*/ 0 w 244"/>
                <a:gd name="T41" fmla="*/ 0 h 426"/>
                <a:gd name="T42" fmla="*/ 1 w 244"/>
                <a:gd name="T43" fmla="*/ 0 h 426"/>
                <a:gd name="T44" fmla="*/ 1 w 244"/>
                <a:gd name="T45" fmla="*/ 0 h 426"/>
                <a:gd name="T46" fmla="*/ 1 w 244"/>
                <a:gd name="T47" fmla="*/ 0 h 426"/>
                <a:gd name="T48" fmla="*/ 1 w 244"/>
                <a:gd name="T49" fmla="*/ 1 h 426"/>
                <a:gd name="T50" fmla="*/ 1 w 244"/>
                <a:gd name="T51" fmla="*/ 1 h 426"/>
                <a:gd name="T52" fmla="*/ 1 w 244"/>
                <a:gd name="T53" fmla="*/ 1 h 426"/>
                <a:gd name="T54" fmla="*/ 1 w 244"/>
                <a:gd name="T55" fmla="*/ 1 h 426"/>
                <a:gd name="T56" fmla="*/ 1 w 244"/>
                <a:gd name="T57" fmla="*/ 2 h 426"/>
                <a:gd name="T58" fmla="*/ 2 w 244"/>
                <a:gd name="T59" fmla="*/ 2 h 426"/>
                <a:gd name="T60" fmla="*/ 2 w 244"/>
                <a:gd name="T61" fmla="*/ 2 h 426"/>
                <a:gd name="T62" fmla="*/ 2 w 244"/>
                <a:gd name="T63" fmla="*/ 2 h 426"/>
                <a:gd name="T64" fmla="*/ 2 w 244"/>
                <a:gd name="T65" fmla="*/ 3 h 426"/>
                <a:gd name="T66" fmla="*/ 2 w 244"/>
                <a:gd name="T67" fmla="*/ 3 h 426"/>
                <a:gd name="T68" fmla="*/ 2 w 244"/>
                <a:gd name="T69" fmla="*/ 3 h 426"/>
                <a:gd name="T70" fmla="*/ 2 w 244"/>
                <a:gd name="T71" fmla="*/ 3 h 426"/>
                <a:gd name="T72" fmla="*/ 2 w 244"/>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6"/>
                <a:gd name="T113" fmla="*/ 244 w 244"/>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6">
                  <a:moveTo>
                    <a:pt x="244" y="426"/>
                  </a:moveTo>
                  <a:lnTo>
                    <a:pt x="244" y="426"/>
                  </a:lnTo>
                  <a:lnTo>
                    <a:pt x="243" y="383"/>
                  </a:lnTo>
                  <a:lnTo>
                    <a:pt x="240" y="340"/>
                  </a:lnTo>
                  <a:lnTo>
                    <a:pt x="234" y="300"/>
                  </a:lnTo>
                  <a:lnTo>
                    <a:pt x="226" y="262"/>
                  </a:lnTo>
                  <a:lnTo>
                    <a:pt x="215" y="224"/>
                  </a:lnTo>
                  <a:lnTo>
                    <a:pt x="203" y="189"/>
                  </a:lnTo>
                  <a:lnTo>
                    <a:pt x="189" y="157"/>
                  </a:lnTo>
                  <a:lnTo>
                    <a:pt x="174" y="126"/>
                  </a:lnTo>
                  <a:lnTo>
                    <a:pt x="155" y="99"/>
                  </a:lnTo>
                  <a:lnTo>
                    <a:pt x="138" y="74"/>
                  </a:lnTo>
                  <a:lnTo>
                    <a:pt x="118" y="52"/>
                  </a:lnTo>
                  <a:lnTo>
                    <a:pt x="96" y="34"/>
                  </a:lnTo>
                  <a:lnTo>
                    <a:pt x="73" y="19"/>
                  </a:lnTo>
                  <a:lnTo>
                    <a:pt x="50" y="8"/>
                  </a:lnTo>
                  <a:lnTo>
                    <a:pt x="25" y="2"/>
                  </a:lnTo>
                  <a:lnTo>
                    <a:pt x="0" y="0"/>
                  </a:lnTo>
                  <a:lnTo>
                    <a:pt x="0" y="12"/>
                  </a:lnTo>
                  <a:lnTo>
                    <a:pt x="23" y="14"/>
                  </a:lnTo>
                  <a:lnTo>
                    <a:pt x="45" y="20"/>
                  </a:lnTo>
                  <a:lnTo>
                    <a:pt x="66" y="31"/>
                  </a:lnTo>
                  <a:lnTo>
                    <a:pt x="89" y="43"/>
                  </a:lnTo>
                  <a:lnTo>
                    <a:pt x="109" y="61"/>
                  </a:lnTo>
                  <a:lnTo>
                    <a:pt x="129" y="81"/>
                  </a:lnTo>
                  <a:lnTo>
                    <a:pt x="146" y="106"/>
                  </a:lnTo>
                  <a:lnTo>
                    <a:pt x="162" y="133"/>
                  </a:lnTo>
                  <a:lnTo>
                    <a:pt x="178" y="162"/>
                  </a:lnTo>
                  <a:lnTo>
                    <a:pt x="192" y="194"/>
                  </a:lnTo>
                  <a:lnTo>
                    <a:pt x="203" y="229"/>
                  </a:lnTo>
                  <a:lnTo>
                    <a:pt x="214" y="264"/>
                  </a:lnTo>
                  <a:lnTo>
                    <a:pt x="222" y="303"/>
                  </a:lnTo>
                  <a:lnTo>
                    <a:pt x="228" y="342"/>
                  </a:lnTo>
                  <a:lnTo>
                    <a:pt x="232" y="383"/>
                  </a:lnTo>
                  <a:lnTo>
                    <a:pt x="233" y="426"/>
                  </a:lnTo>
                  <a:lnTo>
                    <a:pt x="244"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4606" name="Freeform 55"/>
            <p:cNvSpPr>
              <a:spLocks/>
            </p:cNvSpPr>
            <p:nvPr/>
          </p:nvSpPr>
          <p:spPr bwMode="auto">
            <a:xfrm>
              <a:off x="964" y="1830"/>
              <a:ext cx="48" cy="85"/>
            </a:xfrm>
            <a:custGeom>
              <a:avLst/>
              <a:gdLst>
                <a:gd name="T0" fmla="*/ 0 w 244"/>
                <a:gd name="T1" fmla="*/ 3 h 424"/>
                <a:gd name="T2" fmla="*/ 0 w 244"/>
                <a:gd name="T3" fmla="*/ 3 h 424"/>
                <a:gd name="T4" fmla="*/ 0 w 244"/>
                <a:gd name="T5" fmla="*/ 3 h 424"/>
                <a:gd name="T6" fmla="*/ 0 w 244"/>
                <a:gd name="T7" fmla="*/ 3 h 424"/>
                <a:gd name="T8" fmla="*/ 1 w 244"/>
                <a:gd name="T9" fmla="*/ 3 h 424"/>
                <a:gd name="T10" fmla="*/ 1 w 244"/>
                <a:gd name="T11" fmla="*/ 3 h 424"/>
                <a:gd name="T12" fmla="*/ 1 w 244"/>
                <a:gd name="T13" fmla="*/ 3 h 424"/>
                <a:gd name="T14" fmla="*/ 1 w 244"/>
                <a:gd name="T15" fmla="*/ 3 h 424"/>
                <a:gd name="T16" fmla="*/ 1 w 244"/>
                <a:gd name="T17" fmla="*/ 3 h 424"/>
                <a:gd name="T18" fmla="*/ 1 w 244"/>
                <a:gd name="T19" fmla="*/ 2 h 424"/>
                <a:gd name="T20" fmla="*/ 1 w 244"/>
                <a:gd name="T21" fmla="*/ 2 h 424"/>
                <a:gd name="T22" fmla="*/ 2 w 244"/>
                <a:gd name="T23" fmla="*/ 2 h 424"/>
                <a:gd name="T24" fmla="*/ 2 w 244"/>
                <a:gd name="T25" fmla="*/ 2 h 424"/>
                <a:gd name="T26" fmla="*/ 2 w 244"/>
                <a:gd name="T27" fmla="*/ 1 h 424"/>
                <a:gd name="T28" fmla="*/ 2 w 244"/>
                <a:gd name="T29" fmla="*/ 1 h 424"/>
                <a:gd name="T30" fmla="*/ 2 w 244"/>
                <a:gd name="T31" fmla="*/ 1 h 424"/>
                <a:gd name="T32" fmla="*/ 2 w 244"/>
                <a:gd name="T33" fmla="*/ 0 h 424"/>
                <a:gd name="T34" fmla="*/ 2 w 244"/>
                <a:gd name="T35" fmla="*/ 0 h 424"/>
                <a:gd name="T36" fmla="*/ 2 w 244"/>
                <a:gd name="T37" fmla="*/ 0 h 424"/>
                <a:gd name="T38" fmla="*/ 2 w 244"/>
                <a:gd name="T39" fmla="*/ 0 h 424"/>
                <a:gd name="T40" fmla="*/ 2 w 244"/>
                <a:gd name="T41" fmla="*/ 1 h 424"/>
                <a:gd name="T42" fmla="*/ 2 w 244"/>
                <a:gd name="T43" fmla="*/ 1 h 424"/>
                <a:gd name="T44" fmla="*/ 2 w 244"/>
                <a:gd name="T45" fmla="*/ 1 h 424"/>
                <a:gd name="T46" fmla="*/ 2 w 244"/>
                <a:gd name="T47" fmla="*/ 2 h 424"/>
                <a:gd name="T48" fmla="*/ 1 w 244"/>
                <a:gd name="T49" fmla="*/ 2 h 424"/>
                <a:gd name="T50" fmla="*/ 1 w 244"/>
                <a:gd name="T51" fmla="*/ 2 h 424"/>
                <a:gd name="T52" fmla="*/ 1 w 244"/>
                <a:gd name="T53" fmla="*/ 2 h 424"/>
                <a:gd name="T54" fmla="*/ 1 w 244"/>
                <a:gd name="T55" fmla="*/ 3 h 424"/>
                <a:gd name="T56" fmla="*/ 1 w 244"/>
                <a:gd name="T57" fmla="*/ 3 h 424"/>
                <a:gd name="T58" fmla="*/ 1 w 244"/>
                <a:gd name="T59" fmla="*/ 3 h 424"/>
                <a:gd name="T60" fmla="*/ 1 w 244"/>
                <a:gd name="T61" fmla="*/ 3 h 424"/>
                <a:gd name="T62" fmla="*/ 1 w 244"/>
                <a:gd name="T63" fmla="*/ 3 h 424"/>
                <a:gd name="T64" fmla="*/ 0 w 244"/>
                <a:gd name="T65" fmla="*/ 3 h 424"/>
                <a:gd name="T66" fmla="*/ 0 w 244"/>
                <a:gd name="T67" fmla="*/ 3 h 424"/>
                <a:gd name="T68" fmla="*/ 0 w 244"/>
                <a:gd name="T69" fmla="*/ 3 h 424"/>
                <a:gd name="T70" fmla="*/ 0 w 244"/>
                <a:gd name="T71" fmla="*/ 3 h 424"/>
                <a:gd name="T72" fmla="*/ 0 w 244"/>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4"/>
                <a:gd name="T113" fmla="*/ 244 w 244"/>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4">
                  <a:moveTo>
                    <a:pt x="0" y="424"/>
                  </a:moveTo>
                  <a:lnTo>
                    <a:pt x="0" y="424"/>
                  </a:lnTo>
                  <a:lnTo>
                    <a:pt x="25" y="422"/>
                  </a:lnTo>
                  <a:lnTo>
                    <a:pt x="50" y="416"/>
                  </a:lnTo>
                  <a:lnTo>
                    <a:pt x="73" y="405"/>
                  </a:lnTo>
                  <a:lnTo>
                    <a:pt x="96" y="390"/>
                  </a:lnTo>
                  <a:lnTo>
                    <a:pt x="118" y="373"/>
                  </a:lnTo>
                  <a:lnTo>
                    <a:pt x="138" y="350"/>
                  </a:lnTo>
                  <a:lnTo>
                    <a:pt x="155" y="326"/>
                  </a:lnTo>
                  <a:lnTo>
                    <a:pt x="173" y="299"/>
                  </a:lnTo>
                  <a:lnTo>
                    <a:pt x="189" y="268"/>
                  </a:lnTo>
                  <a:lnTo>
                    <a:pt x="203" y="235"/>
                  </a:lnTo>
                  <a:lnTo>
                    <a:pt x="215" y="201"/>
                  </a:lnTo>
                  <a:lnTo>
                    <a:pt x="226" y="163"/>
                  </a:lnTo>
                  <a:lnTo>
                    <a:pt x="234" y="125"/>
                  </a:lnTo>
                  <a:lnTo>
                    <a:pt x="240" y="85"/>
                  </a:lnTo>
                  <a:lnTo>
                    <a:pt x="243" y="42"/>
                  </a:lnTo>
                  <a:lnTo>
                    <a:pt x="244" y="0"/>
                  </a:lnTo>
                  <a:lnTo>
                    <a:pt x="233" y="0"/>
                  </a:lnTo>
                  <a:lnTo>
                    <a:pt x="232" y="42"/>
                  </a:lnTo>
                  <a:lnTo>
                    <a:pt x="228" y="83"/>
                  </a:lnTo>
                  <a:lnTo>
                    <a:pt x="222" y="123"/>
                  </a:lnTo>
                  <a:lnTo>
                    <a:pt x="214" y="160"/>
                  </a:lnTo>
                  <a:lnTo>
                    <a:pt x="203" y="197"/>
                  </a:lnTo>
                  <a:lnTo>
                    <a:pt x="192" y="231"/>
                  </a:lnTo>
                  <a:lnTo>
                    <a:pt x="178" y="263"/>
                  </a:lnTo>
                  <a:lnTo>
                    <a:pt x="164" y="292"/>
                  </a:lnTo>
                  <a:lnTo>
                    <a:pt x="146" y="319"/>
                  </a:lnTo>
                  <a:lnTo>
                    <a:pt x="129" y="343"/>
                  </a:lnTo>
                  <a:lnTo>
                    <a:pt x="109" y="363"/>
                  </a:lnTo>
                  <a:lnTo>
                    <a:pt x="89" y="381"/>
                  </a:lnTo>
                  <a:lnTo>
                    <a:pt x="66" y="394"/>
                  </a:lnTo>
                  <a:lnTo>
                    <a:pt x="45" y="404"/>
                  </a:lnTo>
                  <a:lnTo>
                    <a:pt x="23" y="410"/>
                  </a:lnTo>
                  <a:lnTo>
                    <a:pt x="0" y="412"/>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4607" name="Freeform 56"/>
            <p:cNvSpPr>
              <a:spLocks/>
            </p:cNvSpPr>
            <p:nvPr/>
          </p:nvSpPr>
          <p:spPr bwMode="auto">
            <a:xfrm>
              <a:off x="915" y="1830"/>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1" y="42"/>
                  </a:lnTo>
                  <a:lnTo>
                    <a:pt x="4" y="85"/>
                  </a:lnTo>
                  <a:lnTo>
                    <a:pt x="10" y="125"/>
                  </a:lnTo>
                  <a:lnTo>
                    <a:pt x="19" y="163"/>
                  </a:lnTo>
                  <a:lnTo>
                    <a:pt x="29" y="201"/>
                  </a:lnTo>
                  <a:lnTo>
                    <a:pt x="41" y="235"/>
                  </a:lnTo>
                  <a:lnTo>
                    <a:pt x="55" y="268"/>
                  </a:lnTo>
                  <a:lnTo>
                    <a:pt x="71" y="299"/>
                  </a:lnTo>
                  <a:lnTo>
                    <a:pt x="89" y="326"/>
                  </a:lnTo>
                  <a:lnTo>
                    <a:pt x="106" y="350"/>
                  </a:lnTo>
                  <a:lnTo>
                    <a:pt x="126" y="373"/>
                  </a:lnTo>
                  <a:lnTo>
                    <a:pt x="149" y="390"/>
                  </a:lnTo>
                  <a:lnTo>
                    <a:pt x="171" y="405"/>
                  </a:lnTo>
                  <a:lnTo>
                    <a:pt x="194" y="416"/>
                  </a:lnTo>
                  <a:lnTo>
                    <a:pt x="219" y="422"/>
                  </a:lnTo>
                  <a:lnTo>
                    <a:pt x="245" y="424"/>
                  </a:lnTo>
                  <a:lnTo>
                    <a:pt x="245" y="412"/>
                  </a:lnTo>
                  <a:lnTo>
                    <a:pt x="221" y="410"/>
                  </a:lnTo>
                  <a:lnTo>
                    <a:pt x="199" y="404"/>
                  </a:lnTo>
                  <a:lnTo>
                    <a:pt x="178" y="394"/>
                  </a:lnTo>
                  <a:lnTo>
                    <a:pt x="156" y="381"/>
                  </a:lnTo>
                  <a:lnTo>
                    <a:pt x="136" y="363"/>
                  </a:lnTo>
                  <a:lnTo>
                    <a:pt x="116" y="343"/>
                  </a:lnTo>
                  <a:lnTo>
                    <a:pt x="98" y="319"/>
                  </a:lnTo>
                  <a:lnTo>
                    <a:pt x="81" y="292"/>
                  </a:lnTo>
                  <a:lnTo>
                    <a:pt x="67" y="263"/>
                  </a:lnTo>
                  <a:lnTo>
                    <a:pt x="52" y="231"/>
                  </a:lnTo>
                  <a:lnTo>
                    <a:pt x="41" y="197"/>
                  </a:lnTo>
                  <a:lnTo>
                    <a:pt x="30" y="160"/>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4608" name="Freeform 57"/>
            <p:cNvSpPr>
              <a:spLocks/>
            </p:cNvSpPr>
            <p:nvPr/>
          </p:nvSpPr>
          <p:spPr bwMode="auto">
            <a:xfrm>
              <a:off x="915" y="1745"/>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0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19" y="2"/>
                  </a:lnTo>
                  <a:lnTo>
                    <a:pt x="194" y="8"/>
                  </a:lnTo>
                  <a:lnTo>
                    <a:pt x="171" y="19"/>
                  </a:lnTo>
                  <a:lnTo>
                    <a:pt x="149" y="34"/>
                  </a:lnTo>
                  <a:lnTo>
                    <a:pt x="126" y="52"/>
                  </a:lnTo>
                  <a:lnTo>
                    <a:pt x="106" y="74"/>
                  </a:lnTo>
                  <a:lnTo>
                    <a:pt x="89" y="99"/>
                  </a:lnTo>
                  <a:lnTo>
                    <a:pt x="70" y="126"/>
                  </a:lnTo>
                  <a:lnTo>
                    <a:pt x="55" y="157"/>
                  </a:lnTo>
                  <a:lnTo>
                    <a:pt x="41" y="189"/>
                  </a:lnTo>
                  <a:lnTo>
                    <a:pt x="29" y="224"/>
                  </a:lnTo>
                  <a:lnTo>
                    <a:pt x="19" y="262"/>
                  </a:lnTo>
                  <a:lnTo>
                    <a:pt x="10" y="300"/>
                  </a:lnTo>
                  <a:lnTo>
                    <a:pt x="4" y="340"/>
                  </a:lnTo>
                  <a:lnTo>
                    <a:pt x="1" y="383"/>
                  </a:lnTo>
                  <a:lnTo>
                    <a:pt x="0" y="426"/>
                  </a:lnTo>
                  <a:lnTo>
                    <a:pt x="11" y="426"/>
                  </a:lnTo>
                  <a:lnTo>
                    <a:pt x="13" y="383"/>
                  </a:lnTo>
                  <a:lnTo>
                    <a:pt x="16" y="342"/>
                  </a:lnTo>
                  <a:lnTo>
                    <a:pt x="22" y="303"/>
                  </a:lnTo>
                  <a:lnTo>
                    <a:pt x="30" y="264"/>
                  </a:lnTo>
                  <a:lnTo>
                    <a:pt x="41" y="229"/>
                  </a:lnTo>
                  <a:lnTo>
                    <a:pt x="52" y="194"/>
                  </a:lnTo>
                  <a:lnTo>
                    <a:pt x="67" y="162"/>
                  </a:lnTo>
                  <a:lnTo>
                    <a:pt x="82" y="133"/>
                  </a:lnTo>
                  <a:lnTo>
                    <a:pt x="98" y="106"/>
                  </a:lnTo>
                  <a:lnTo>
                    <a:pt x="116" y="81"/>
                  </a:lnTo>
                  <a:lnTo>
                    <a:pt x="136" y="61"/>
                  </a:lnTo>
                  <a:lnTo>
                    <a:pt x="156" y="43"/>
                  </a:lnTo>
                  <a:lnTo>
                    <a:pt x="178" y="31"/>
                  </a:lnTo>
                  <a:lnTo>
                    <a:pt x="199" y="20"/>
                  </a:lnTo>
                  <a:lnTo>
                    <a:pt x="221"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4609" name="Freeform 58"/>
            <p:cNvSpPr>
              <a:spLocks/>
            </p:cNvSpPr>
            <p:nvPr/>
          </p:nvSpPr>
          <p:spPr bwMode="auto">
            <a:xfrm>
              <a:off x="1140" y="2087"/>
              <a:ext cx="49" cy="85"/>
            </a:xfrm>
            <a:custGeom>
              <a:avLst/>
              <a:gdLst>
                <a:gd name="T0" fmla="*/ 2 w 246"/>
                <a:gd name="T1" fmla="*/ 3 h 424"/>
                <a:gd name="T2" fmla="*/ 2 w 246"/>
                <a:gd name="T3" fmla="*/ 3 h 424"/>
                <a:gd name="T4" fmla="*/ 2 w 246"/>
                <a:gd name="T5" fmla="*/ 3 h 424"/>
                <a:gd name="T6" fmla="*/ 2 w 246"/>
                <a:gd name="T7" fmla="*/ 3 h 424"/>
                <a:gd name="T8" fmla="*/ 2 w 246"/>
                <a:gd name="T9" fmla="*/ 2 h 424"/>
                <a:gd name="T10" fmla="*/ 2 w 246"/>
                <a:gd name="T11" fmla="*/ 2 h 424"/>
                <a:gd name="T12" fmla="*/ 2 w 246"/>
                <a:gd name="T13" fmla="*/ 2 h 424"/>
                <a:gd name="T14" fmla="*/ 2 w 246"/>
                <a:gd name="T15" fmla="*/ 2 h 424"/>
                <a:gd name="T16" fmla="*/ 2 w 246"/>
                <a:gd name="T17" fmla="*/ 1 h 424"/>
                <a:gd name="T18" fmla="*/ 1 w 246"/>
                <a:gd name="T19" fmla="*/ 1 h 424"/>
                <a:gd name="T20" fmla="*/ 1 w 246"/>
                <a:gd name="T21" fmla="*/ 1 h 424"/>
                <a:gd name="T22" fmla="*/ 1 w 246"/>
                <a:gd name="T23" fmla="*/ 1 h 424"/>
                <a:gd name="T24" fmla="*/ 1 w 246"/>
                <a:gd name="T25" fmla="*/ 0 h 424"/>
                <a:gd name="T26" fmla="*/ 1 w 246"/>
                <a:gd name="T27" fmla="*/ 0 h 424"/>
                <a:gd name="T28" fmla="*/ 1 w 246"/>
                <a:gd name="T29" fmla="*/ 0 h 424"/>
                <a:gd name="T30" fmla="*/ 0 w 246"/>
                <a:gd name="T31" fmla="*/ 0 h 424"/>
                <a:gd name="T32" fmla="*/ 0 w 246"/>
                <a:gd name="T33" fmla="*/ 0 h 424"/>
                <a:gd name="T34" fmla="*/ 0 w 246"/>
                <a:gd name="T35" fmla="*/ 0 h 424"/>
                <a:gd name="T36" fmla="*/ 0 w 246"/>
                <a:gd name="T37" fmla="*/ 0 h 424"/>
                <a:gd name="T38" fmla="*/ 0 w 246"/>
                <a:gd name="T39" fmla="*/ 0 h 424"/>
                <a:gd name="T40" fmla="*/ 0 w 246"/>
                <a:gd name="T41" fmla="*/ 0 h 424"/>
                <a:gd name="T42" fmla="*/ 1 w 246"/>
                <a:gd name="T43" fmla="*/ 0 h 424"/>
                <a:gd name="T44" fmla="*/ 1 w 246"/>
                <a:gd name="T45" fmla="*/ 0 h 424"/>
                <a:gd name="T46" fmla="*/ 1 w 246"/>
                <a:gd name="T47" fmla="*/ 0 h 424"/>
                <a:gd name="T48" fmla="*/ 1 w 246"/>
                <a:gd name="T49" fmla="*/ 1 h 424"/>
                <a:gd name="T50" fmla="*/ 1 w 246"/>
                <a:gd name="T51" fmla="*/ 1 h 424"/>
                <a:gd name="T52" fmla="*/ 1 w 246"/>
                <a:gd name="T53" fmla="*/ 1 h 424"/>
                <a:gd name="T54" fmla="*/ 1 w 246"/>
                <a:gd name="T55" fmla="*/ 1 h 424"/>
                <a:gd name="T56" fmla="*/ 2 w 246"/>
                <a:gd name="T57" fmla="*/ 2 h 424"/>
                <a:gd name="T58" fmla="*/ 2 w 246"/>
                <a:gd name="T59" fmla="*/ 2 h 424"/>
                <a:gd name="T60" fmla="*/ 2 w 246"/>
                <a:gd name="T61" fmla="*/ 2 h 424"/>
                <a:gd name="T62" fmla="*/ 2 w 246"/>
                <a:gd name="T63" fmla="*/ 2 h 424"/>
                <a:gd name="T64" fmla="*/ 2 w 246"/>
                <a:gd name="T65" fmla="*/ 3 h 424"/>
                <a:gd name="T66" fmla="*/ 2 w 246"/>
                <a:gd name="T67" fmla="*/ 3 h 424"/>
                <a:gd name="T68" fmla="*/ 2 w 246"/>
                <a:gd name="T69" fmla="*/ 3 h 424"/>
                <a:gd name="T70" fmla="*/ 2 w 246"/>
                <a:gd name="T71" fmla="*/ 3 h 424"/>
                <a:gd name="T72" fmla="*/ 2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424"/>
                  </a:moveTo>
                  <a:lnTo>
                    <a:pt x="246" y="424"/>
                  </a:lnTo>
                  <a:lnTo>
                    <a:pt x="244" y="382"/>
                  </a:lnTo>
                  <a:lnTo>
                    <a:pt x="241" y="338"/>
                  </a:lnTo>
                  <a:lnTo>
                    <a:pt x="235" y="298"/>
                  </a:lnTo>
                  <a:lnTo>
                    <a:pt x="227" y="261"/>
                  </a:lnTo>
                  <a:lnTo>
                    <a:pt x="216" y="222"/>
                  </a:lnTo>
                  <a:lnTo>
                    <a:pt x="205" y="188"/>
                  </a:lnTo>
                  <a:lnTo>
                    <a:pt x="190" y="155"/>
                  </a:lnTo>
                  <a:lnTo>
                    <a:pt x="174" y="125"/>
                  </a:lnTo>
                  <a:lnTo>
                    <a:pt x="157" y="98"/>
                  </a:lnTo>
                  <a:lnTo>
                    <a:pt x="138" y="73"/>
                  </a:lnTo>
                  <a:lnTo>
                    <a:pt x="118" y="51"/>
                  </a:lnTo>
                  <a:lnTo>
                    <a:pt x="96" y="34"/>
                  </a:lnTo>
                  <a:lnTo>
                    <a:pt x="74" y="18"/>
                  </a:lnTo>
                  <a:lnTo>
                    <a:pt x="50" y="8"/>
                  </a:lnTo>
                  <a:lnTo>
                    <a:pt x="25" y="2"/>
                  </a:lnTo>
                  <a:lnTo>
                    <a:pt x="0" y="0"/>
                  </a:lnTo>
                  <a:lnTo>
                    <a:pt x="0" y="11"/>
                  </a:lnTo>
                  <a:lnTo>
                    <a:pt x="23" y="14"/>
                  </a:lnTo>
                  <a:lnTo>
                    <a:pt x="45" y="19"/>
                  </a:lnTo>
                  <a:lnTo>
                    <a:pt x="67" y="30"/>
                  </a:lnTo>
                  <a:lnTo>
                    <a:pt x="89" y="43"/>
                  </a:lnTo>
                  <a:lnTo>
                    <a:pt x="108" y="60"/>
                  </a:lnTo>
                  <a:lnTo>
                    <a:pt x="128" y="80"/>
                  </a:lnTo>
                  <a:lnTo>
                    <a:pt x="147" y="105"/>
                  </a:lnTo>
                  <a:lnTo>
                    <a:pt x="165" y="132"/>
                  </a:lnTo>
                  <a:lnTo>
                    <a:pt x="179" y="160"/>
                  </a:lnTo>
                  <a:lnTo>
                    <a:pt x="193" y="193"/>
                  </a:lnTo>
                  <a:lnTo>
                    <a:pt x="205" y="227"/>
                  </a:lnTo>
                  <a:lnTo>
                    <a:pt x="215" y="263"/>
                  </a:lnTo>
                  <a:lnTo>
                    <a:pt x="223" y="301"/>
                  </a:lnTo>
                  <a:lnTo>
                    <a:pt x="229" y="341"/>
                  </a:lnTo>
                  <a:lnTo>
                    <a:pt x="233" y="382"/>
                  </a:lnTo>
                  <a:lnTo>
                    <a:pt x="234" y="424"/>
                  </a:lnTo>
                  <a:lnTo>
                    <a:pt x="246"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4610" name="Freeform 59"/>
            <p:cNvSpPr>
              <a:spLocks/>
            </p:cNvSpPr>
            <p:nvPr/>
          </p:nvSpPr>
          <p:spPr bwMode="auto">
            <a:xfrm>
              <a:off x="1140" y="2172"/>
              <a:ext cx="49" cy="85"/>
            </a:xfrm>
            <a:custGeom>
              <a:avLst/>
              <a:gdLst>
                <a:gd name="T0" fmla="*/ 0 w 246"/>
                <a:gd name="T1" fmla="*/ 3 h 426"/>
                <a:gd name="T2" fmla="*/ 0 w 246"/>
                <a:gd name="T3" fmla="*/ 3 h 426"/>
                <a:gd name="T4" fmla="*/ 0 w 246"/>
                <a:gd name="T5" fmla="*/ 3 h 426"/>
                <a:gd name="T6" fmla="*/ 0 w 246"/>
                <a:gd name="T7" fmla="*/ 3 h 426"/>
                <a:gd name="T8" fmla="*/ 1 w 246"/>
                <a:gd name="T9" fmla="*/ 3 h 426"/>
                <a:gd name="T10" fmla="*/ 1 w 246"/>
                <a:gd name="T11" fmla="*/ 3 h 426"/>
                <a:gd name="T12" fmla="*/ 1 w 246"/>
                <a:gd name="T13" fmla="*/ 3 h 426"/>
                <a:gd name="T14" fmla="*/ 1 w 246"/>
                <a:gd name="T15" fmla="*/ 3 h 426"/>
                <a:gd name="T16" fmla="*/ 1 w 246"/>
                <a:gd name="T17" fmla="*/ 3 h 426"/>
                <a:gd name="T18" fmla="*/ 1 w 246"/>
                <a:gd name="T19" fmla="*/ 2 h 426"/>
                <a:gd name="T20" fmla="*/ 2 w 246"/>
                <a:gd name="T21" fmla="*/ 2 h 426"/>
                <a:gd name="T22" fmla="*/ 2 w 246"/>
                <a:gd name="T23" fmla="*/ 2 h 426"/>
                <a:gd name="T24" fmla="*/ 2 w 246"/>
                <a:gd name="T25" fmla="*/ 2 h 426"/>
                <a:gd name="T26" fmla="*/ 2 w 246"/>
                <a:gd name="T27" fmla="*/ 1 h 426"/>
                <a:gd name="T28" fmla="*/ 2 w 246"/>
                <a:gd name="T29" fmla="*/ 1 h 426"/>
                <a:gd name="T30" fmla="*/ 2 w 246"/>
                <a:gd name="T31" fmla="*/ 1 h 426"/>
                <a:gd name="T32" fmla="*/ 2 w 246"/>
                <a:gd name="T33" fmla="*/ 0 h 426"/>
                <a:gd name="T34" fmla="*/ 2 w 246"/>
                <a:gd name="T35" fmla="*/ 0 h 426"/>
                <a:gd name="T36" fmla="*/ 2 w 246"/>
                <a:gd name="T37" fmla="*/ 0 h 426"/>
                <a:gd name="T38" fmla="*/ 2 w 246"/>
                <a:gd name="T39" fmla="*/ 0 h 426"/>
                <a:gd name="T40" fmla="*/ 2 w 246"/>
                <a:gd name="T41" fmla="*/ 1 h 426"/>
                <a:gd name="T42" fmla="*/ 2 w 246"/>
                <a:gd name="T43" fmla="*/ 1 h 426"/>
                <a:gd name="T44" fmla="*/ 2 w 246"/>
                <a:gd name="T45" fmla="*/ 1 h 426"/>
                <a:gd name="T46" fmla="*/ 2 w 246"/>
                <a:gd name="T47" fmla="*/ 2 h 426"/>
                <a:gd name="T48" fmla="*/ 2 w 246"/>
                <a:gd name="T49" fmla="*/ 2 h 426"/>
                <a:gd name="T50" fmla="*/ 1 w 246"/>
                <a:gd name="T51" fmla="*/ 2 h 426"/>
                <a:gd name="T52" fmla="*/ 1 w 246"/>
                <a:gd name="T53" fmla="*/ 2 h 426"/>
                <a:gd name="T54" fmla="*/ 1 w 246"/>
                <a:gd name="T55" fmla="*/ 3 h 426"/>
                <a:gd name="T56" fmla="*/ 1 w 246"/>
                <a:gd name="T57" fmla="*/ 3 h 426"/>
                <a:gd name="T58" fmla="*/ 1 w 246"/>
                <a:gd name="T59" fmla="*/ 3 h 426"/>
                <a:gd name="T60" fmla="*/ 1 w 246"/>
                <a:gd name="T61" fmla="*/ 3 h 426"/>
                <a:gd name="T62" fmla="*/ 1 w 246"/>
                <a:gd name="T63" fmla="*/ 3 h 426"/>
                <a:gd name="T64" fmla="*/ 0 w 246"/>
                <a:gd name="T65" fmla="*/ 3 h 426"/>
                <a:gd name="T66" fmla="*/ 0 w 246"/>
                <a:gd name="T67" fmla="*/ 3 h 426"/>
                <a:gd name="T68" fmla="*/ 0 w 246"/>
                <a:gd name="T69" fmla="*/ 3 h 426"/>
                <a:gd name="T70" fmla="*/ 0 w 246"/>
                <a:gd name="T71" fmla="*/ 3 h 426"/>
                <a:gd name="T72" fmla="*/ 0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426"/>
                  </a:moveTo>
                  <a:lnTo>
                    <a:pt x="0" y="426"/>
                  </a:lnTo>
                  <a:lnTo>
                    <a:pt x="25" y="423"/>
                  </a:lnTo>
                  <a:lnTo>
                    <a:pt x="50" y="417"/>
                  </a:lnTo>
                  <a:lnTo>
                    <a:pt x="74" y="407"/>
                  </a:lnTo>
                  <a:lnTo>
                    <a:pt x="96" y="392"/>
                  </a:lnTo>
                  <a:lnTo>
                    <a:pt x="118" y="373"/>
                  </a:lnTo>
                  <a:lnTo>
                    <a:pt x="138" y="350"/>
                  </a:lnTo>
                  <a:lnTo>
                    <a:pt x="157" y="327"/>
                  </a:lnTo>
                  <a:lnTo>
                    <a:pt x="175" y="299"/>
                  </a:lnTo>
                  <a:lnTo>
                    <a:pt x="190" y="268"/>
                  </a:lnTo>
                  <a:lnTo>
                    <a:pt x="205" y="236"/>
                  </a:lnTo>
                  <a:lnTo>
                    <a:pt x="216" y="202"/>
                  </a:lnTo>
                  <a:lnTo>
                    <a:pt x="227" y="164"/>
                  </a:lnTo>
                  <a:lnTo>
                    <a:pt x="235" y="125"/>
                  </a:lnTo>
                  <a:lnTo>
                    <a:pt x="241" y="86"/>
                  </a:lnTo>
                  <a:lnTo>
                    <a:pt x="244" y="42"/>
                  </a:lnTo>
                  <a:lnTo>
                    <a:pt x="246" y="0"/>
                  </a:lnTo>
                  <a:lnTo>
                    <a:pt x="234" y="0"/>
                  </a:lnTo>
                  <a:lnTo>
                    <a:pt x="233" y="42"/>
                  </a:lnTo>
                  <a:lnTo>
                    <a:pt x="229" y="83"/>
                  </a:lnTo>
                  <a:lnTo>
                    <a:pt x="223" y="123"/>
                  </a:lnTo>
                  <a:lnTo>
                    <a:pt x="215" y="162"/>
                  </a:lnTo>
                  <a:lnTo>
                    <a:pt x="205" y="197"/>
                  </a:lnTo>
                  <a:lnTo>
                    <a:pt x="193" y="231"/>
                  </a:lnTo>
                  <a:lnTo>
                    <a:pt x="179" y="264"/>
                  </a:lnTo>
                  <a:lnTo>
                    <a:pt x="164" y="292"/>
                  </a:lnTo>
                  <a:lnTo>
                    <a:pt x="147" y="320"/>
                  </a:lnTo>
                  <a:lnTo>
                    <a:pt x="128" y="343"/>
                  </a:lnTo>
                  <a:lnTo>
                    <a:pt x="108" y="363"/>
                  </a:lnTo>
                  <a:lnTo>
                    <a:pt x="89" y="382"/>
                  </a:lnTo>
                  <a:lnTo>
                    <a:pt x="67" y="395"/>
                  </a:lnTo>
                  <a:lnTo>
                    <a:pt x="45" y="406"/>
                  </a:lnTo>
                  <a:lnTo>
                    <a:pt x="23" y="411"/>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4611" name="Freeform 60"/>
            <p:cNvSpPr>
              <a:spLocks/>
            </p:cNvSpPr>
            <p:nvPr/>
          </p:nvSpPr>
          <p:spPr bwMode="auto">
            <a:xfrm>
              <a:off x="1091" y="2172"/>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4" y="86"/>
                  </a:lnTo>
                  <a:lnTo>
                    <a:pt x="10" y="125"/>
                  </a:lnTo>
                  <a:lnTo>
                    <a:pt x="18" y="164"/>
                  </a:lnTo>
                  <a:lnTo>
                    <a:pt x="29" y="202"/>
                  </a:lnTo>
                  <a:lnTo>
                    <a:pt x="41" y="236"/>
                  </a:lnTo>
                  <a:lnTo>
                    <a:pt x="55" y="268"/>
                  </a:lnTo>
                  <a:lnTo>
                    <a:pt x="70" y="299"/>
                  </a:lnTo>
                  <a:lnTo>
                    <a:pt x="89" y="327"/>
                  </a:lnTo>
                  <a:lnTo>
                    <a:pt x="106" y="350"/>
                  </a:lnTo>
                  <a:lnTo>
                    <a:pt x="126" y="373"/>
                  </a:lnTo>
                  <a:lnTo>
                    <a:pt x="148" y="392"/>
                  </a:lnTo>
                  <a:lnTo>
                    <a:pt x="171" y="407"/>
                  </a:lnTo>
                  <a:lnTo>
                    <a:pt x="194" y="417"/>
                  </a:lnTo>
                  <a:lnTo>
                    <a:pt x="219" y="423"/>
                  </a:lnTo>
                  <a:lnTo>
                    <a:pt x="245" y="426"/>
                  </a:lnTo>
                  <a:lnTo>
                    <a:pt x="245" y="414"/>
                  </a:lnTo>
                  <a:lnTo>
                    <a:pt x="221" y="411"/>
                  </a:lnTo>
                  <a:lnTo>
                    <a:pt x="199" y="406"/>
                  </a:lnTo>
                  <a:lnTo>
                    <a:pt x="178" y="395"/>
                  </a:lnTo>
                  <a:lnTo>
                    <a:pt x="155" y="382"/>
                  </a:lnTo>
                  <a:lnTo>
                    <a:pt x="136" y="363"/>
                  </a:lnTo>
                  <a:lnTo>
                    <a:pt x="116" y="343"/>
                  </a:lnTo>
                  <a:lnTo>
                    <a:pt x="98" y="320"/>
                  </a:lnTo>
                  <a:lnTo>
                    <a:pt x="82" y="292"/>
                  </a:lnTo>
                  <a:lnTo>
                    <a:pt x="66" y="264"/>
                  </a:lnTo>
                  <a:lnTo>
                    <a:pt x="52" y="231"/>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4612" name="Freeform 61"/>
            <p:cNvSpPr>
              <a:spLocks/>
            </p:cNvSpPr>
            <p:nvPr/>
          </p:nvSpPr>
          <p:spPr bwMode="auto">
            <a:xfrm>
              <a:off x="1091" y="2087"/>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4" y="8"/>
                  </a:lnTo>
                  <a:lnTo>
                    <a:pt x="171" y="18"/>
                  </a:lnTo>
                  <a:lnTo>
                    <a:pt x="148" y="34"/>
                  </a:lnTo>
                  <a:lnTo>
                    <a:pt x="126" y="51"/>
                  </a:lnTo>
                  <a:lnTo>
                    <a:pt x="106" y="73"/>
                  </a:lnTo>
                  <a:lnTo>
                    <a:pt x="89" y="98"/>
                  </a:lnTo>
                  <a:lnTo>
                    <a:pt x="71" y="125"/>
                  </a:lnTo>
                  <a:lnTo>
                    <a:pt x="55" y="155"/>
                  </a:lnTo>
                  <a:lnTo>
                    <a:pt x="41" y="188"/>
                  </a:lnTo>
                  <a:lnTo>
                    <a:pt x="29" y="222"/>
                  </a:lnTo>
                  <a:lnTo>
                    <a:pt x="18" y="261"/>
                  </a:lnTo>
                  <a:lnTo>
                    <a:pt x="10" y="298"/>
                  </a:lnTo>
                  <a:lnTo>
                    <a:pt x="4" y="338"/>
                  </a:lnTo>
                  <a:lnTo>
                    <a:pt x="1" y="382"/>
                  </a:lnTo>
                  <a:lnTo>
                    <a:pt x="0" y="424"/>
                  </a:lnTo>
                  <a:lnTo>
                    <a:pt x="11" y="424"/>
                  </a:lnTo>
                  <a:lnTo>
                    <a:pt x="13" y="382"/>
                  </a:lnTo>
                  <a:lnTo>
                    <a:pt x="16" y="341"/>
                  </a:lnTo>
                  <a:lnTo>
                    <a:pt x="22" y="301"/>
                  </a:lnTo>
                  <a:lnTo>
                    <a:pt x="30" y="263"/>
                  </a:lnTo>
                  <a:lnTo>
                    <a:pt x="41" y="227"/>
                  </a:lnTo>
                  <a:lnTo>
                    <a:pt x="52" y="193"/>
                  </a:lnTo>
                  <a:lnTo>
                    <a:pt x="66" y="160"/>
                  </a:lnTo>
                  <a:lnTo>
                    <a:pt x="80" y="132"/>
                  </a:lnTo>
                  <a:lnTo>
                    <a:pt x="98" y="105"/>
                  </a:lnTo>
                  <a:lnTo>
                    <a:pt x="116" y="80"/>
                  </a:lnTo>
                  <a:lnTo>
                    <a:pt x="136" y="60"/>
                  </a:lnTo>
                  <a:lnTo>
                    <a:pt x="155" y="43"/>
                  </a:lnTo>
                  <a:lnTo>
                    <a:pt x="178" y="30"/>
                  </a:lnTo>
                  <a:lnTo>
                    <a:pt x="199" y="19"/>
                  </a:lnTo>
                  <a:lnTo>
                    <a:pt x="221" y="14"/>
                  </a:lnTo>
                  <a:lnTo>
                    <a:pt x="245" y="11"/>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4613" name="Freeform 62"/>
            <p:cNvSpPr>
              <a:spLocks/>
            </p:cNvSpPr>
            <p:nvPr/>
          </p:nvSpPr>
          <p:spPr bwMode="auto">
            <a:xfrm>
              <a:off x="1392" y="2118"/>
              <a:ext cx="49" cy="85"/>
            </a:xfrm>
            <a:custGeom>
              <a:avLst/>
              <a:gdLst>
                <a:gd name="T0" fmla="*/ 2 w 246"/>
                <a:gd name="T1" fmla="*/ 3 h 426"/>
                <a:gd name="T2" fmla="*/ 2 w 246"/>
                <a:gd name="T3" fmla="*/ 3 h 426"/>
                <a:gd name="T4" fmla="*/ 2 w 246"/>
                <a:gd name="T5" fmla="*/ 3 h 426"/>
                <a:gd name="T6" fmla="*/ 2 w 246"/>
                <a:gd name="T7" fmla="*/ 3 h 426"/>
                <a:gd name="T8" fmla="*/ 2 w 246"/>
                <a:gd name="T9" fmla="*/ 2 h 426"/>
                <a:gd name="T10" fmla="*/ 2 w 246"/>
                <a:gd name="T11" fmla="*/ 2 h 426"/>
                <a:gd name="T12" fmla="*/ 2 w 246"/>
                <a:gd name="T13" fmla="*/ 2 h 426"/>
                <a:gd name="T14" fmla="*/ 2 w 246"/>
                <a:gd name="T15" fmla="*/ 2 h 426"/>
                <a:gd name="T16" fmla="*/ 2 w 246"/>
                <a:gd name="T17" fmla="*/ 1 h 426"/>
                <a:gd name="T18" fmla="*/ 1 w 246"/>
                <a:gd name="T19" fmla="*/ 1 h 426"/>
                <a:gd name="T20" fmla="*/ 1 w 246"/>
                <a:gd name="T21" fmla="*/ 1 h 426"/>
                <a:gd name="T22" fmla="*/ 1 w 246"/>
                <a:gd name="T23" fmla="*/ 1 h 426"/>
                <a:gd name="T24" fmla="*/ 1 w 246"/>
                <a:gd name="T25" fmla="*/ 0 h 426"/>
                <a:gd name="T26" fmla="*/ 1 w 246"/>
                <a:gd name="T27" fmla="*/ 0 h 426"/>
                <a:gd name="T28" fmla="*/ 1 w 246"/>
                <a:gd name="T29" fmla="*/ 0 h 426"/>
                <a:gd name="T30" fmla="*/ 0 w 246"/>
                <a:gd name="T31" fmla="*/ 0 h 426"/>
                <a:gd name="T32" fmla="*/ 0 w 246"/>
                <a:gd name="T33" fmla="*/ 0 h 426"/>
                <a:gd name="T34" fmla="*/ 0 w 246"/>
                <a:gd name="T35" fmla="*/ 0 h 426"/>
                <a:gd name="T36" fmla="*/ 0 w 246"/>
                <a:gd name="T37" fmla="*/ 0 h 426"/>
                <a:gd name="T38" fmla="*/ 0 w 246"/>
                <a:gd name="T39" fmla="*/ 0 h 426"/>
                <a:gd name="T40" fmla="*/ 0 w 246"/>
                <a:gd name="T41" fmla="*/ 0 h 426"/>
                <a:gd name="T42" fmla="*/ 1 w 246"/>
                <a:gd name="T43" fmla="*/ 0 h 426"/>
                <a:gd name="T44" fmla="*/ 1 w 246"/>
                <a:gd name="T45" fmla="*/ 0 h 426"/>
                <a:gd name="T46" fmla="*/ 1 w 246"/>
                <a:gd name="T47" fmla="*/ 1 h 426"/>
                <a:gd name="T48" fmla="*/ 1 w 246"/>
                <a:gd name="T49" fmla="*/ 1 h 426"/>
                <a:gd name="T50" fmla="*/ 1 w 246"/>
                <a:gd name="T51" fmla="*/ 1 h 426"/>
                <a:gd name="T52" fmla="*/ 1 w 246"/>
                <a:gd name="T53" fmla="*/ 1 h 426"/>
                <a:gd name="T54" fmla="*/ 1 w 246"/>
                <a:gd name="T55" fmla="*/ 1 h 426"/>
                <a:gd name="T56" fmla="*/ 2 w 246"/>
                <a:gd name="T57" fmla="*/ 2 h 426"/>
                <a:gd name="T58" fmla="*/ 2 w 246"/>
                <a:gd name="T59" fmla="*/ 2 h 426"/>
                <a:gd name="T60" fmla="*/ 2 w 246"/>
                <a:gd name="T61" fmla="*/ 2 h 426"/>
                <a:gd name="T62" fmla="*/ 2 w 246"/>
                <a:gd name="T63" fmla="*/ 2 h 426"/>
                <a:gd name="T64" fmla="*/ 2 w 246"/>
                <a:gd name="T65" fmla="*/ 3 h 426"/>
                <a:gd name="T66" fmla="*/ 2 w 246"/>
                <a:gd name="T67" fmla="*/ 3 h 426"/>
                <a:gd name="T68" fmla="*/ 2 w 246"/>
                <a:gd name="T69" fmla="*/ 3 h 426"/>
                <a:gd name="T70" fmla="*/ 2 w 246"/>
                <a:gd name="T71" fmla="*/ 3 h 426"/>
                <a:gd name="T72" fmla="*/ 2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246" y="426"/>
                  </a:moveTo>
                  <a:lnTo>
                    <a:pt x="246" y="426"/>
                  </a:lnTo>
                  <a:lnTo>
                    <a:pt x="245" y="384"/>
                  </a:lnTo>
                  <a:lnTo>
                    <a:pt x="242" y="340"/>
                  </a:lnTo>
                  <a:lnTo>
                    <a:pt x="236" y="301"/>
                  </a:lnTo>
                  <a:lnTo>
                    <a:pt x="228" y="262"/>
                  </a:lnTo>
                  <a:lnTo>
                    <a:pt x="217" y="224"/>
                  </a:lnTo>
                  <a:lnTo>
                    <a:pt x="205" y="190"/>
                  </a:lnTo>
                  <a:lnTo>
                    <a:pt x="191" y="158"/>
                  </a:lnTo>
                  <a:lnTo>
                    <a:pt x="176" y="126"/>
                  </a:lnTo>
                  <a:lnTo>
                    <a:pt x="157" y="99"/>
                  </a:lnTo>
                  <a:lnTo>
                    <a:pt x="139" y="75"/>
                  </a:lnTo>
                  <a:lnTo>
                    <a:pt x="119" y="53"/>
                  </a:lnTo>
                  <a:lnTo>
                    <a:pt x="96" y="34"/>
                  </a:lnTo>
                  <a:lnTo>
                    <a:pt x="75" y="19"/>
                  </a:lnTo>
                  <a:lnTo>
                    <a:pt x="51" y="9"/>
                  </a:lnTo>
                  <a:lnTo>
                    <a:pt x="26" y="3"/>
                  </a:lnTo>
                  <a:lnTo>
                    <a:pt x="0" y="0"/>
                  </a:lnTo>
                  <a:lnTo>
                    <a:pt x="0" y="12"/>
                  </a:lnTo>
                  <a:lnTo>
                    <a:pt x="24" y="15"/>
                  </a:lnTo>
                  <a:lnTo>
                    <a:pt x="46" y="20"/>
                  </a:lnTo>
                  <a:lnTo>
                    <a:pt x="68" y="31"/>
                  </a:lnTo>
                  <a:lnTo>
                    <a:pt x="89" y="44"/>
                  </a:lnTo>
                  <a:lnTo>
                    <a:pt x="109" y="63"/>
                  </a:lnTo>
                  <a:lnTo>
                    <a:pt x="129" y="83"/>
                  </a:lnTo>
                  <a:lnTo>
                    <a:pt x="148" y="106"/>
                  </a:lnTo>
                  <a:lnTo>
                    <a:pt x="164" y="133"/>
                  </a:lnTo>
                  <a:lnTo>
                    <a:pt x="180" y="162"/>
                  </a:lnTo>
                  <a:lnTo>
                    <a:pt x="194" y="195"/>
                  </a:lnTo>
                  <a:lnTo>
                    <a:pt x="205" y="229"/>
                  </a:lnTo>
                  <a:lnTo>
                    <a:pt x="216" y="264"/>
                  </a:lnTo>
                  <a:lnTo>
                    <a:pt x="224" y="303"/>
                  </a:lnTo>
                  <a:lnTo>
                    <a:pt x="230" y="343"/>
                  </a:lnTo>
                  <a:lnTo>
                    <a:pt x="233" y="384"/>
                  </a:lnTo>
                  <a:lnTo>
                    <a:pt x="235" y="426"/>
                  </a:lnTo>
                  <a:lnTo>
                    <a:pt x="246"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4614" name="Freeform 63"/>
            <p:cNvSpPr>
              <a:spLocks/>
            </p:cNvSpPr>
            <p:nvPr/>
          </p:nvSpPr>
          <p:spPr bwMode="auto">
            <a:xfrm>
              <a:off x="1392" y="2203"/>
              <a:ext cx="49" cy="85"/>
            </a:xfrm>
            <a:custGeom>
              <a:avLst/>
              <a:gdLst>
                <a:gd name="T0" fmla="*/ 0 w 246"/>
                <a:gd name="T1" fmla="*/ 3 h 424"/>
                <a:gd name="T2" fmla="*/ 0 w 246"/>
                <a:gd name="T3" fmla="*/ 3 h 424"/>
                <a:gd name="T4" fmla="*/ 0 w 246"/>
                <a:gd name="T5" fmla="*/ 3 h 424"/>
                <a:gd name="T6" fmla="*/ 0 w 246"/>
                <a:gd name="T7" fmla="*/ 3 h 424"/>
                <a:gd name="T8" fmla="*/ 1 w 246"/>
                <a:gd name="T9" fmla="*/ 3 h 424"/>
                <a:gd name="T10" fmla="*/ 1 w 246"/>
                <a:gd name="T11" fmla="*/ 3 h 424"/>
                <a:gd name="T12" fmla="*/ 1 w 246"/>
                <a:gd name="T13" fmla="*/ 3 h 424"/>
                <a:gd name="T14" fmla="*/ 1 w 246"/>
                <a:gd name="T15" fmla="*/ 3 h 424"/>
                <a:gd name="T16" fmla="*/ 1 w 246"/>
                <a:gd name="T17" fmla="*/ 3 h 424"/>
                <a:gd name="T18" fmla="*/ 1 w 246"/>
                <a:gd name="T19" fmla="*/ 2 h 424"/>
                <a:gd name="T20" fmla="*/ 2 w 246"/>
                <a:gd name="T21" fmla="*/ 2 h 424"/>
                <a:gd name="T22" fmla="*/ 2 w 246"/>
                <a:gd name="T23" fmla="*/ 2 h 424"/>
                <a:gd name="T24" fmla="*/ 2 w 246"/>
                <a:gd name="T25" fmla="*/ 2 h 424"/>
                <a:gd name="T26" fmla="*/ 2 w 246"/>
                <a:gd name="T27" fmla="*/ 1 h 424"/>
                <a:gd name="T28" fmla="*/ 2 w 246"/>
                <a:gd name="T29" fmla="*/ 1 h 424"/>
                <a:gd name="T30" fmla="*/ 2 w 246"/>
                <a:gd name="T31" fmla="*/ 1 h 424"/>
                <a:gd name="T32" fmla="*/ 2 w 246"/>
                <a:gd name="T33" fmla="*/ 0 h 424"/>
                <a:gd name="T34" fmla="*/ 2 w 246"/>
                <a:gd name="T35" fmla="*/ 0 h 424"/>
                <a:gd name="T36" fmla="*/ 2 w 246"/>
                <a:gd name="T37" fmla="*/ 0 h 424"/>
                <a:gd name="T38" fmla="*/ 2 w 246"/>
                <a:gd name="T39" fmla="*/ 0 h 424"/>
                <a:gd name="T40" fmla="*/ 2 w 246"/>
                <a:gd name="T41" fmla="*/ 1 h 424"/>
                <a:gd name="T42" fmla="*/ 2 w 246"/>
                <a:gd name="T43" fmla="*/ 1 h 424"/>
                <a:gd name="T44" fmla="*/ 2 w 246"/>
                <a:gd name="T45" fmla="*/ 1 h 424"/>
                <a:gd name="T46" fmla="*/ 2 w 246"/>
                <a:gd name="T47" fmla="*/ 2 h 424"/>
                <a:gd name="T48" fmla="*/ 2 w 246"/>
                <a:gd name="T49" fmla="*/ 2 h 424"/>
                <a:gd name="T50" fmla="*/ 1 w 246"/>
                <a:gd name="T51" fmla="*/ 2 h 424"/>
                <a:gd name="T52" fmla="*/ 1 w 246"/>
                <a:gd name="T53" fmla="*/ 2 h 424"/>
                <a:gd name="T54" fmla="*/ 1 w 246"/>
                <a:gd name="T55" fmla="*/ 3 h 424"/>
                <a:gd name="T56" fmla="*/ 1 w 246"/>
                <a:gd name="T57" fmla="*/ 3 h 424"/>
                <a:gd name="T58" fmla="*/ 1 w 246"/>
                <a:gd name="T59" fmla="*/ 3 h 424"/>
                <a:gd name="T60" fmla="*/ 1 w 246"/>
                <a:gd name="T61" fmla="*/ 3 h 424"/>
                <a:gd name="T62" fmla="*/ 1 w 246"/>
                <a:gd name="T63" fmla="*/ 3 h 424"/>
                <a:gd name="T64" fmla="*/ 0 w 246"/>
                <a:gd name="T65" fmla="*/ 3 h 424"/>
                <a:gd name="T66" fmla="*/ 0 w 246"/>
                <a:gd name="T67" fmla="*/ 3 h 424"/>
                <a:gd name="T68" fmla="*/ 0 w 246"/>
                <a:gd name="T69" fmla="*/ 3 h 424"/>
                <a:gd name="T70" fmla="*/ 0 w 246"/>
                <a:gd name="T71" fmla="*/ 3 h 424"/>
                <a:gd name="T72" fmla="*/ 0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0" y="424"/>
                  </a:moveTo>
                  <a:lnTo>
                    <a:pt x="0" y="424"/>
                  </a:lnTo>
                  <a:lnTo>
                    <a:pt x="26" y="422"/>
                  </a:lnTo>
                  <a:lnTo>
                    <a:pt x="51" y="416"/>
                  </a:lnTo>
                  <a:lnTo>
                    <a:pt x="75" y="406"/>
                  </a:lnTo>
                  <a:lnTo>
                    <a:pt x="96" y="390"/>
                  </a:lnTo>
                  <a:lnTo>
                    <a:pt x="119" y="373"/>
                  </a:lnTo>
                  <a:lnTo>
                    <a:pt x="139" y="351"/>
                  </a:lnTo>
                  <a:lnTo>
                    <a:pt x="157" y="326"/>
                  </a:lnTo>
                  <a:lnTo>
                    <a:pt x="175" y="299"/>
                  </a:lnTo>
                  <a:lnTo>
                    <a:pt x="191" y="269"/>
                  </a:lnTo>
                  <a:lnTo>
                    <a:pt x="205" y="236"/>
                  </a:lnTo>
                  <a:lnTo>
                    <a:pt x="217" y="202"/>
                  </a:lnTo>
                  <a:lnTo>
                    <a:pt x="228" y="163"/>
                  </a:lnTo>
                  <a:lnTo>
                    <a:pt x="236" y="125"/>
                  </a:lnTo>
                  <a:lnTo>
                    <a:pt x="242" y="86"/>
                  </a:lnTo>
                  <a:lnTo>
                    <a:pt x="245" y="42"/>
                  </a:lnTo>
                  <a:lnTo>
                    <a:pt x="246" y="0"/>
                  </a:lnTo>
                  <a:lnTo>
                    <a:pt x="235" y="0"/>
                  </a:lnTo>
                  <a:lnTo>
                    <a:pt x="233" y="42"/>
                  </a:lnTo>
                  <a:lnTo>
                    <a:pt x="230" y="83"/>
                  </a:lnTo>
                  <a:lnTo>
                    <a:pt x="224" y="123"/>
                  </a:lnTo>
                  <a:lnTo>
                    <a:pt x="216" y="161"/>
                  </a:lnTo>
                  <a:lnTo>
                    <a:pt x="205" y="197"/>
                  </a:lnTo>
                  <a:lnTo>
                    <a:pt x="194" y="231"/>
                  </a:lnTo>
                  <a:lnTo>
                    <a:pt x="180" y="264"/>
                  </a:lnTo>
                  <a:lnTo>
                    <a:pt x="166" y="292"/>
                  </a:lnTo>
                  <a:lnTo>
                    <a:pt x="148" y="319"/>
                  </a:lnTo>
                  <a:lnTo>
                    <a:pt x="129" y="344"/>
                  </a:lnTo>
                  <a:lnTo>
                    <a:pt x="109" y="364"/>
                  </a:lnTo>
                  <a:lnTo>
                    <a:pt x="89" y="381"/>
                  </a:lnTo>
                  <a:lnTo>
                    <a:pt x="68" y="394"/>
                  </a:lnTo>
                  <a:lnTo>
                    <a:pt x="46" y="405"/>
                  </a:lnTo>
                  <a:lnTo>
                    <a:pt x="24" y="410"/>
                  </a:lnTo>
                  <a:lnTo>
                    <a:pt x="0" y="413"/>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4615" name="Freeform 64"/>
            <p:cNvSpPr>
              <a:spLocks/>
            </p:cNvSpPr>
            <p:nvPr/>
          </p:nvSpPr>
          <p:spPr bwMode="auto">
            <a:xfrm>
              <a:off x="1343" y="2203"/>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2" y="42"/>
                  </a:lnTo>
                  <a:lnTo>
                    <a:pt x="5" y="86"/>
                  </a:lnTo>
                  <a:lnTo>
                    <a:pt x="11" y="125"/>
                  </a:lnTo>
                  <a:lnTo>
                    <a:pt x="19" y="163"/>
                  </a:lnTo>
                  <a:lnTo>
                    <a:pt x="30" y="202"/>
                  </a:lnTo>
                  <a:lnTo>
                    <a:pt x="41" y="236"/>
                  </a:lnTo>
                  <a:lnTo>
                    <a:pt x="56" y="269"/>
                  </a:lnTo>
                  <a:lnTo>
                    <a:pt x="72" y="299"/>
                  </a:lnTo>
                  <a:lnTo>
                    <a:pt x="90" y="326"/>
                  </a:lnTo>
                  <a:lnTo>
                    <a:pt x="108" y="351"/>
                  </a:lnTo>
                  <a:lnTo>
                    <a:pt x="127" y="373"/>
                  </a:lnTo>
                  <a:lnTo>
                    <a:pt x="149" y="390"/>
                  </a:lnTo>
                  <a:lnTo>
                    <a:pt x="172" y="406"/>
                  </a:lnTo>
                  <a:lnTo>
                    <a:pt x="195" y="416"/>
                  </a:lnTo>
                  <a:lnTo>
                    <a:pt x="220" y="422"/>
                  </a:lnTo>
                  <a:lnTo>
                    <a:pt x="245" y="424"/>
                  </a:lnTo>
                  <a:lnTo>
                    <a:pt x="245" y="413"/>
                  </a:lnTo>
                  <a:lnTo>
                    <a:pt x="222" y="410"/>
                  </a:lnTo>
                  <a:lnTo>
                    <a:pt x="200" y="405"/>
                  </a:lnTo>
                  <a:lnTo>
                    <a:pt x="179" y="394"/>
                  </a:lnTo>
                  <a:lnTo>
                    <a:pt x="156" y="381"/>
                  </a:lnTo>
                  <a:lnTo>
                    <a:pt x="136" y="364"/>
                  </a:lnTo>
                  <a:lnTo>
                    <a:pt x="118" y="344"/>
                  </a:lnTo>
                  <a:lnTo>
                    <a:pt x="99" y="319"/>
                  </a:lnTo>
                  <a:lnTo>
                    <a:pt x="81" y="292"/>
                  </a:lnTo>
                  <a:lnTo>
                    <a:pt x="67" y="264"/>
                  </a:lnTo>
                  <a:lnTo>
                    <a:pt x="53" y="231"/>
                  </a:lnTo>
                  <a:lnTo>
                    <a:pt x="41" y="197"/>
                  </a:lnTo>
                  <a:lnTo>
                    <a:pt x="31" y="161"/>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4616" name="Freeform 65"/>
            <p:cNvSpPr>
              <a:spLocks/>
            </p:cNvSpPr>
            <p:nvPr/>
          </p:nvSpPr>
          <p:spPr bwMode="auto">
            <a:xfrm>
              <a:off x="1343" y="2118"/>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1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20" y="3"/>
                  </a:lnTo>
                  <a:lnTo>
                    <a:pt x="195" y="9"/>
                  </a:lnTo>
                  <a:lnTo>
                    <a:pt x="172" y="19"/>
                  </a:lnTo>
                  <a:lnTo>
                    <a:pt x="149" y="34"/>
                  </a:lnTo>
                  <a:lnTo>
                    <a:pt x="127" y="53"/>
                  </a:lnTo>
                  <a:lnTo>
                    <a:pt x="108" y="75"/>
                  </a:lnTo>
                  <a:lnTo>
                    <a:pt x="90" y="99"/>
                  </a:lnTo>
                  <a:lnTo>
                    <a:pt x="71" y="126"/>
                  </a:lnTo>
                  <a:lnTo>
                    <a:pt x="56" y="158"/>
                  </a:lnTo>
                  <a:lnTo>
                    <a:pt x="41" y="190"/>
                  </a:lnTo>
                  <a:lnTo>
                    <a:pt x="30" y="224"/>
                  </a:lnTo>
                  <a:lnTo>
                    <a:pt x="19" y="262"/>
                  </a:lnTo>
                  <a:lnTo>
                    <a:pt x="11" y="301"/>
                  </a:lnTo>
                  <a:lnTo>
                    <a:pt x="5" y="340"/>
                  </a:lnTo>
                  <a:lnTo>
                    <a:pt x="2" y="384"/>
                  </a:lnTo>
                  <a:lnTo>
                    <a:pt x="0" y="426"/>
                  </a:lnTo>
                  <a:lnTo>
                    <a:pt x="12" y="426"/>
                  </a:lnTo>
                  <a:lnTo>
                    <a:pt x="13" y="384"/>
                  </a:lnTo>
                  <a:lnTo>
                    <a:pt x="17" y="343"/>
                  </a:lnTo>
                  <a:lnTo>
                    <a:pt x="23" y="303"/>
                  </a:lnTo>
                  <a:lnTo>
                    <a:pt x="31" y="264"/>
                  </a:lnTo>
                  <a:lnTo>
                    <a:pt x="41" y="229"/>
                  </a:lnTo>
                  <a:lnTo>
                    <a:pt x="53" y="195"/>
                  </a:lnTo>
                  <a:lnTo>
                    <a:pt x="67" y="162"/>
                  </a:lnTo>
                  <a:lnTo>
                    <a:pt x="82" y="133"/>
                  </a:lnTo>
                  <a:lnTo>
                    <a:pt x="99" y="106"/>
                  </a:lnTo>
                  <a:lnTo>
                    <a:pt x="118" y="83"/>
                  </a:lnTo>
                  <a:lnTo>
                    <a:pt x="136" y="63"/>
                  </a:lnTo>
                  <a:lnTo>
                    <a:pt x="156" y="44"/>
                  </a:lnTo>
                  <a:lnTo>
                    <a:pt x="179" y="31"/>
                  </a:lnTo>
                  <a:lnTo>
                    <a:pt x="200" y="20"/>
                  </a:lnTo>
                  <a:lnTo>
                    <a:pt x="222" y="15"/>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4617" name="Freeform 66"/>
            <p:cNvSpPr>
              <a:spLocks/>
            </p:cNvSpPr>
            <p:nvPr/>
          </p:nvSpPr>
          <p:spPr bwMode="auto">
            <a:xfrm>
              <a:off x="1384" y="1859"/>
              <a:ext cx="49" cy="84"/>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1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3" y="382"/>
                  </a:lnTo>
                  <a:lnTo>
                    <a:pt x="240" y="339"/>
                  </a:lnTo>
                  <a:lnTo>
                    <a:pt x="234" y="299"/>
                  </a:lnTo>
                  <a:lnTo>
                    <a:pt x="226" y="261"/>
                  </a:lnTo>
                  <a:lnTo>
                    <a:pt x="215" y="222"/>
                  </a:lnTo>
                  <a:lnTo>
                    <a:pt x="204" y="188"/>
                  </a:lnTo>
                  <a:lnTo>
                    <a:pt x="189" y="156"/>
                  </a:lnTo>
                  <a:lnTo>
                    <a:pt x="173" y="125"/>
                  </a:lnTo>
                  <a:lnTo>
                    <a:pt x="155" y="98"/>
                  </a:lnTo>
                  <a:lnTo>
                    <a:pt x="138" y="74"/>
                  </a:lnTo>
                  <a:lnTo>
                    <a:pt x="118" y="51"/>
                  </a:lnTo>
                  <a:lnTo>
                    <a:pt x="96" y="34"/>
                  </a:lnTo>
                  <a:lnTo>
                    <a:pt x="73" y="18"/>
                  </a:lnTo>
                  <a:lnTo>
                    <a:pt x="50" y="8"/>
                  </a:lnTo>
                  <a:lnTo>
                    <a:pt x="25" y="2"/>
                  </a:lnTo>
                  <a:lnTo>
                    <a:pt x="0" y="0"/>
                  </a:lnTo>
                  <a:lnTo>
                    <a:pt x="0" y="11"/>
                  </a:lnTo>
                  <a:lnTo>
                    <a:pt x="23" y="14"/>
                  </a:lnTo>
                  <a:lnTo>
                    <a:pt x="45" y="20"/>
                  </a:lnTo>
                  <a:lnTo>
                    <a:pt x="66" y="30"/>
                  </a:lnTo>
                  <a:lnTo>
                    <a:pt x="89" y="43"/>
                  </a:lnTo>
                  <a:lnTo>
                    <a:pt x="109" y="61"/>
                  </a:lnTo>
                  <a:lnTo>
                    <a:pt x="129" y="81"/>
                  </a:lnTo>
                  <a:lnTo>
                    <a:pt x="146" y="105"/>
                  </a:lnTo>
                  <a:lnTo>
                    <a:pt x="164" y="132"/>
                  </a:lnTo>
                  <a:lnTo>
                    <a:pt x="178" y="160"/>
                  </a:lnTo>
                  <a:lnTo>
                    <a:pt x="192" y="193"/>
                  </a:lnTo>
                  <a:lnTo>
                    <a:pt x="204" y="227"/>
                  </a:lnTo>
                  <a:lnTo>
                    <a:pt x="214" y="264"/>
                  </a:lnTo>
                  <a:lnTo>
                    <a:pt x="222" y="301"/>
                  </a:lnTo>
                  <a:lnTo>
                    <a:pt x="228"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4618" name="Freeform 67"/>
            <p:cNvSpPr>
              <a:spLocks/>
            </p:cNvSpPr>
            <p:nvPr/>
          </p:nvSpPr>
          <p:spPr bwMode="auto">
            <a:xfrm>
              <a:off x="1384" y="1943"/>
              <a:ext cx="49" cy="86"/>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5" y="423"/>
                  </a:lnTo>
                  <a:lnTo>
                    <a:pt x="50" y="418"/>
                  </a:lnTo>
                  <a:lnTo>
                    <a:pt x="73" y="407"/>
                  </a:lnTo>
                  <a:lnTo>
                    <a:pt x="96" y="392"/>
                  </a:lnTo>
                  <a:lnTo>
                    <a:pt x="118" y="374"/>
                  </a:lnTo>
                  <a:lnTo>
                    <a:pt x="138" y="352"/>
                  </a:lnTo>
                  <a:lnTo>
                    <a:pt x="155" y="327"/>
                  </a:lnTo>
                  <a:lnTo>
                    <a:pt x="174" y="300"/>
                  </a:lnTo>
                  <a:lnTo>
                    <a:pt x="189" y="269"/>
                  </a:lnTo>
                  <a:lnTo>
                    <a:pt x="204" y="237"/>
                  </a:lnTo>
                  <a:lnTo>
                    <a:pt x="215" y="202"/>
                  </a:lnTo>
                  <a:lnTo>
                    <a:pt x="226" y="164"/>
                  </a:lnTo>
                  <a:lnTo>
                    <a:pt x="234" y="126"/>
                  </a:lnTo>
                  <a:lnTo>
                    <a:pt x="240" y="86"/>
                  </a:lnTo>
                  <a:lnTo>
                    <a:pt x="243" y="42"/>
                  </a:lnTo>
                  <a:lnTo>
                    <a:pt x="245" y="0"/>
                  </a:lnTo>
                  <a:lnTo>
                    <a:pt x="233" y="0"/>
                  </a:lnTo>
                  <a:lnTo>
                    <a:pt x="232" y="42"/>
                  </a:lnTo>
                  <a:lnTo>
                    <a:pt x="228" y="83"/>
                  </a:lnTo>
                  <a:lnTo>
                    <a:pt x="222" y="123"/>
                  </a:lnTo>
                  <a:lnTo>
                    <a:pt x="214" y="162"/>
                  </a:lnTo>
                  <a:lnTo>
                    <a:pt x="204" y="197"/>
                  </a:lnTo>
                  <a:lnTo>
                    <a:pt x="192" y="232"/>
                  </a:lnTo>
                  <a:lnTo>
                    <a:pt x="178" y="264"/>
                  </a:lnTo>
                  <a:lnTo>
                    <a:pt x="163" y="293"/>
                  </a:lnTo>
                  <a:lnTo>
                    <a:pt x="146" y="320"/>
                  </a:lnTo>
                  <a:lnTo>
                    <a:pt x="129" y="345"/>
                  </a:lnTo>
                  <a:lnTo>
                    <a:pt x="109" y="365"/>
                  </a:lnTo>
                  <a:lnTo>
                    <a:pt x="89" y="382"/>
                  </a:lnTo>
                  <a:lnTo>
                    <a:pt x="66" y="395"/>
                  </a:lnTo>
                  <a:lnTo>
                    <a:pt x="45" y="406"/>
                  </a:lnTo>
                  <a:lnTo>
                    <a:pt x="23"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4619" name="Freeform 68"/>
            <p:cNvSpPr>
              <a:spLocks/>
            </p:cNvSpPr>
            <p:nvPr/>
          </p:nvSpPr>
          <p:spPr bwMode="auto">
            <a:xfrm>
              <a:off x="1335" y="1943"/>
              <a:ext cx="49" cy="86"/>
            </a:xfrm>
            <a:custGeom>
              <a:avLst/>
              <a:gdLst>
                <a:gd name="T0" fmla="*/ 0 w 246"/>
                <a:gd name="T1" fmla="*/ 0 h 426"/>
                <a:gd name="T2" fmla="*/ 0 w 246"/>
                <a:gd name="T3" fmla="*/ 0 h 426"/>
                <a:gd name="T4" fmla="*/ 0 w 246"/>
                <a:gd name="T5" fmla="*/ 0 h 426"/>
                <a:gd name="T6" fmla="*/ 0 w 246"/>
                <a:gd name="T7" fmla="*/ 1 h 426"/>
                <a:gd name="T8" fmla="*/ 0 w 246"/>
                <a:gd name="T9" fmla="*/ 1 h 426"/>
                <a:gd name="T10" fmla="*/ 0 w 246"/>
                <a:gd name="T11" fmla="*/ 1 h 426"/>
                <a:gd name="T12" fmla="*/ 0 w 246"/>
                <a:gd name="T13" fmla="*/ 2 h 426"/>
                <a:gd name="T14" fmla="*/ 0 w 246"/>
                <a:gd name="T15" fmla="*/ 2 h 426"/>
                <a:gd name="T16" fmla="*/ 0 w 246"/>
                <a:gd name="T17" fmla="*/ 2 h 426"/>
                <a:gd name="T18" fmla="*/ 1 w 246"/>
                <a:gd name="T19" fmla="*/ 2 h 426"/>
                <a:gd name="T20" fmla="*/ 1 w 246"/>
                <a:gd name="T21" fmla="*/ 3 h 426"/>
                <a:gd name="T22" fmla="*/ 1 w 246"/>
                <a:gd name="T23" fmla="*/ 3 h 426"/>
                <a:gd name="T24" fmla="*/ 1 w 246"/>
                <a:gd name="T25" fmla="*/ 3 h 426"/>
                <a:gd name="T26" fmla="*/ 1 w 246"/>
                <a:gd name="T27" fmla="*/ 3 h 426"/>
                <a:gd name="T28" fmla="*/ 1 w 246"/>
                <a:gd name="T29" fmla="*/ 3 h 426"/>
                <a:gd name="T30" fmla="*/ 2 w 246"/>
                <a:gd name="T31" fmla="*/ 3 h 426"/>
                <a:gd name="T32" fmla="*/ 2 w 246"/>
                <a:gd name="T33" fmla="*/ 3 h 426"/>
                <a:gd name="T34" fmla="*/ 2 w 246"/>
                <a:gd name="T35" fmla="*/ 3 h 426"/>
                <a:gd name="T36" fmla="*/ 2 w 246"/>
                <a:gd name="T37" fmla="*/ 3 h 426"/>
                <a:gd name="T38" fmla="*/ 2 w 246"/>
                <a:gd name="T39" fmla="*/ 3 h 426"/>
                <a:gd name="T40" fmla="*/ 2 w 246"/>
                <a:gd name="T41" fmla="*/ 3 h 426"/>
                <a:gd name="T42" fmla="*/ 1 w 246"/>
                <a:gd name="T43" fmla="*/ 3 h 426"/>
                <a:gd name="T44" fmla="*/ 1 w 246"/>
                <a:gd name="T45" fmla="*/ 3 h 426"/>
                <a:gd name="T46" fmla="*/ 1 w 246"/>
                <a:gd name="T47" fmla="*/ 3 h 426"/>
                <a:gd name="T48" fmla="*/ 1 w 246"/>
                <a:gd name="T49" fmla="*/ 3 h 426"/>
                <a:gd name="T50" fmla="*/ 1 w 246"/>
                <a:gd name="T51" fmla="*/ 3 h 426"/>
                <a:gd name="T52" fmla="*/ 1 w 246"/>
                <a:gd name="T53" fmla="*/ 2 h 426"/>
                <a:gd name="T54" fmla="*/ 1 w 246"/>
                <a:gd name="T55" fmla="*/ 2 h 426"/>
                <a:gd name="T56" fmla="*/ 0 w 246"/>
                <a:gd name="T57" fmla="*/ 2 h 426"/>
                <a:gd name="T58" fmla="*/ 0 w 246"/>
                <a:gd name="T59" fmla="*/ 2 h 426"/>
                <a:gd name="T60" fmla="*/ 0 w 246"/>
                <a:gd name="T61" fmla="*/ 1 h 426"/>
                <a:gd name="T62" fmla="*/ 0 w 246"/>
                <a:gd name="T63" fmla="*/ 1 h 426"/>
                <a:gd name="T64" fmla="*/ 0 w 246"/>
                <a:gd name="T65" fmla="*/ 1 h 426"/>
                <a:gd name="T66" fmla="*/ 0 w 246"/>
                <a:gd name="T67" fmla="*/ 0 h 426"/>
                <a:gd name="T68" fmla="*/ 0 w 246"/>
                <a:gd name="T69" fmla="*/ 0 h 426"/>
                <a:gd name="T70" fmla="*/ 0 w 246"/>
                <a:gd name="T71" fmla="*/ 0 h 426"/>
                <a:gd name="T72" fmla="*/ 0 w 246"/>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0"/>
                  </a:moveTo>
                  <a:lnTo>
                    <a:pt x="0" y="0"/>
                  </a:lnTo>
                  <a:lnTo>
                    <a:pt x="1" y="42"/>
                  </a:lnTo>
                  <a:lnTo>
                    <a:pt x="4" y="86"/>
                  </a:lnTo>
                  <a:lnTo>
                    <a:pt x="10" y="126"/>
                  </a:lnTo>
                  <a:lnTo>
                    <a:pt x="18" y="164"/>
                  </a:lnTo>
                  <a:lnTo>
                    <a:pt x="29" y="202"/>
                  </a:lnTo>
                  <a:lnTo>
                    <a:pt x="41" y="237"/>
                  </a:lnTo>
                  <a:lnTo>
                    <a:pt x="55" y="269"/>
                  </a:lnTo>
                  <a:lnTo>
                    <a:pt x="71" y="300"/>
                  </a:lnTo>
                  <a:lnTo>
                    <a:pt x="89" y="327"/>
                  </a:lnTo>
                  <a:lnTo>
                    <a:pt x="107" y="352"/>
                  </a:lnTo>
                  <a:lnTo>
                    <a:pt x="127" y="374"/>
                  </a:lnTo>
                  <a:lnTo>
                    <a:pt x="150" y="392"/>
                  </a:lnTo>
                  <a:lnTo>
                    <a:pt x="171" y="407"/>
                  </a:lnTo>
                  <a:lnTo>
                    <a:pt x="195" y="418"/>
                  </a:lnTo>
                  <a:lnTo>
                    <a:pt x="220" y="423"/>
                  </a:lnTo>
                  <a:lnTo>
                    <a:pt x="246" y="426"/>
                  </a:lnTo>
                  <a:lnTo>
                    <a:pt x="246" y="414"/>
                  </a:lnTo>
                  <a:lnTo>
                    <a:pt x="222" y="412"/>
                  </a:lnTo>
                  <a:lnTo>
                    <a:pt x="200" y="406"/>
                  </a:lnTo>
                  <a:lnTo>
                    <a:pt x="178" y="395"/>
                  </a:lnTo>
                  <a:lnTo>
                    <a:pt x="157" y="382"/>
                  </a:lnTo>
                  <a:lnTo>
                    <a:pt x="137" y="365"/>
                  </a:lnTo>
                  <a:lnTo>
                    <a:pt x="117" y="345"/>
                  </a:lnTo>
                  <a:lnTo>
                    <a:pt x="98" y="320"/>
                  </a:lnTo>
                  <a:lnTo>
                    <a:pt x="83" y="293"/>
                  </a:lnTo>
                  <a:lnTo>
                    <a:pt x="66" y="264"/>
                  </a:lnTo>
                  <a:lnTo>
                    <a:pt x="52" y="232"/>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4620" name="Freeform 69"/>
            <p:cNvSpPr>
              <a:spLocks/>
            </p:cNvSpPr>
            <p:nvPr/>
          </p:nvSpPr>
          <p:spPr bwMode="auto">
            <a:xfrm>
              <a:off x="1335" y="1859"/>
              <a:ext cx="49" cy="84"/>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1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0" y="2"/>
                  </a:lnTo>
                  <a:lnTo>
                    <a:pt x="195" y="8"/>
                  </a:lnTo>
                  <a:lnTo>
                    <a:pt x="171" y="18"/>
                  </a:lnTo>
                  <a:lnTo>
                    <a:pt x="150" y="34"/>
                  </a:lnTo>
                  <a:lnTo>
                    <a:pt x="127" y="51"/>
                  </a:lnTo>
                  <a:lnTo>
                    <a:pt x="107" y="74"/>
                  </a:lnTo>
                  <a:lnTo>
                    <a:pt x="89" y="98"/>
                  </a:lnTo>
                  <a:lnTo>
                    <a:pt x="72" y="125"/>
                  </a:lnTo>
                  <a:lnTo>
                    <a:pt x="55" y="156"/>
                  </a:lnTo>
                  <a:lnTo>
                    <a:pt x="41" y="188"/>
                  </a:lnTo>
                  <a:lnTo>
                    <a:pt x="29" y="222"/>
                  </a:lnTo>
                  <a:lnTo>
                    <a:pt x="18" y="261"/>
                  </a:lnTo>
                  <a:lnTo>
                    <a:pt x="10" y="299"/>
                  </a:lnTo>
                  <a:lnTo>
                    <a:pt x="4" y="339"/>
                  </a:lnTo>
                  <a:lnTo>
                    <a:pt x="1" y="382"/>
                  </a:lnTo>
                  <a:lnTo>
                    <a:pt x="0" y="424"/>
                  </a:lnTo>
                  <a:lnTo>
                    <a:pt x="11" y="424"/>
                  </a:lnTo>
                  <a:lnTo>
                    <a:pt x="13" y="382"/>
                  </a:lnTo>
                  <a:lnTo>
                    <a:pt x="16" y="341"/>
                  </a:lnTo>
                  <a:lnTo>
                    <a:pt x="22" y="301"/>
                  </a:lnTo>
                  <a:lnTo>
                    <a:pt x="30" y="264"/>
                  </a:lnTo>
                  <a:lnTo>
                    <a:pt x="41" y="227"/>
                  </a:lnTo>
                  <a:lnTo>
                    <a:pt x="52" y="193"/>
                  </a:lnTo>
                  <a:lnTo>
                    <a:pt x="66" y="160"/>
                  </a:lnTo>
                  <a:lnTo>
                    <a:pt x="82" y="132"/>
                  </a:lnTo>
                  <a:lnTo>
                    <a:pt x="98" y="105"/>
                  </a:lnTo>
                  <a:lnTo>
                    <a:pt x="117" y="81"/>
                  </a:lnTo>
                  <a:lnTo>
                    <a:pt x="137" y="61"/>
                  </a:lnTo>
                  <a:lnTo>
                    <a:pt x="157" y="43"/>
                  </a:lnTo>
                  <a:lnTo>
                    <a:pt x="178" y="30"/>
                  </a:lnTo>
                  <a:lnTo>
                    <a:pt x="200" y="20"/>
                  </a:lnTo>
                  <a:lnTo>
                    <a:pt x="222" y="14"/>
                  </a:lnTo>
                  <a:lnTo>
                    <a:pt x="246" y="11"/>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4621" name="Freeform 70"/>
            <p:cNvSpPr>
              <a:spLocks/>
            </p:cNvSpPr>
            <p:nvPr/>
          </p:nvSpPr>
          <p:spPr bwMode="auto">
            <a:xfrm>
              <a:off x="1552" y="1751"/>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1" y="339"/>
                  </a:lnTo>
                  <a:lnTo>
                    <a:pt x="235" y="299"/>
                  </a:lnTo>
                  <a:lnTo>
                    <a:pt x="226" y="261"/>
                  </a:lnTo>
                  <a:lnTo>
                    <a:pt x="216" y="223"/>
                  </a:lnTo>
                  <a:lnTo>
                    <a:pt x="204" y="189"/>
                  </a:lnTo>
                  <a:lnTo>
                    <a:pt x="190" y="156"/>
                  </a:lnTo>
                  <a:lnTo>
                    <a:pt x="174" y="125"/>
                  </a:lnTo>
                  <a:lnTo>
                    <a:pt x="156" y="98"/>
                  </a:lnTo>
                  <a:lnTo>
                    <a:pt x="137" y="74"/>
                  </a:lnTo>
                  <a:lnTo>
                    <a:pt x="119" y="52"/>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8" y="81"/>
                  </a:lnTo>
                  <a:lnTo>
                    <a:pt x="147" y="105"/>
                  </a:lnTo>
                  <a:lnTo>
                    <a:pt x="164" y="132"/>
                  </a:lnTo>
                  <a:lnTo>
                    <a:pt x="178" y="161"/>
                  </a:lnTo>
                  <a:lnTo>
                    <a:pt x="193" y="193"/>
                  </a:lnTo>
                  <a:lnTo>
                    <a:pt x="204" y="227"/>
                  </a:lnTo>
                  <a:lnTo>
                    <a:pt x="215" y="264"/>
                  </a:lnTo>
                  <a:lnTo>
                    <a:pt x="223" y="301"/>
                  </a:lnTo>
                  <a:lnTo>
                    <a:pt x="229" y="341"/>
                  </a:lnTo>
                  <a:lnTo>
                    <a:pt x="232" y="382"/>
                  </a:lnTo>
                  <a:lnTo>
                    <a:pt x="234"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4622" name="Freeform 71"/>
            <p:cNvSpPr>
              <a:spLocks/>
            </p:cNvSpPr>
            <p:nvPr/>
          </p:nvSpPr>
          <p:spPr bwMode="auto">
            <a:xfrm>
              <a:off x="1552" y="1836"/>
              <a:ext cx="49" cy="85"/>
            </a:xfrm>
            <a:custGeom>
              <a:avLst/>
              <a:gdLst>
                <a:gd name="T0" fmla="*/ 0 w 245"/>
                <a:gd name="T1" fmla="*/ 3 h 425"/>
                <a:gd name="T2" fmla="*/ 0 w 245"/>
                <a:gd name="T3" fmla="*/ 3 h 425"/>
                <a:gd name="T4" fmla="*/ 0 w 245"/>
                <a:gd name="T5" fmla="*/ 3 h 425"/>
                <a:gd name="T6" fmla="*/ 0 w 245"/>
                <a:gd name="T7" fmla="*/ 3 h 425"/>
                <a:gd name="T8" fmla="*/ 1 w 245"/>
                <a:gd name="T9" fmla="*/ 3 h 425"/>
                <a:gd name="T10" fmla="*/ 1 w 245"/>
                <a:gd name="T11" fmla="*/ 3 h 425"/>
                <a:gd name="T12" fmla="*/ 1 w 245"/>
                <a:gd name="T13" fmla="*/ 3 h 425"/>
                <a:gd name="T14" fmla="*/ 1 w 245"/>
                <a:gd name="T15" fmla="*/ 3 h 425"/>
                <a:gd name="T16" fmla="*/ 1 w 245"/>
                <a:gd name="T17" fmla="*/ 3 h 425"/>
                <a:gd name="T18" fmla="*/ 1 w 245"/>
                <a:gd name="T19" fmla="*/ 2 h 425"/>
                <a:gd name="T20" fmla="*/ 2 w 245"/>
                <a:gd name="T21" fmla="*/ 2 h 425"/>
                <a:gd name="T22" fmla="*/ 2 w 245"/>
                <a:gd name="T23" fmla="*/ 2 h 425"/>
                <a:gd name="T24" fmla="*/ 2 w 245"/>
                <a:gd name="T25" fmla="*/ 2 h 425"/>
                <a:gd name="T26" fmla="*/ 2 w 245"/>
                <a:gd name="T27" fmla="*/ 1 h 425"/>
                <a:gd name="T28" fmla="*/ 2 w 245"/>
                <a:gd name="T29" fmla="*/ 1 h 425"/>
                <a:gd name="T30" fmla="*/ 2 w 245"/>
                <a:gd name="T31" fmla="*/ 1 h 425"/>
                <a:gd name="T32" fmla="*/ 2 w 245"/>
                <a:gd name="T33" fmla="*/ 0 h 425"/>
                <a:gd name="T34" fmla="*/ 2 w 245"/>
                <a:gd name="T35" fmla="*/ 0 h 425"/>
                <a:gd name="T36" fmla="*/ 2 w 245"/>
                <a:gd name="T37" fmla="*/ 0 h 425"/>
                <a:gd name="T38" fmla="*/ 2 w 245"/>
                <a:gd name="T39" fmla="*/ 0 h 425"/>
                <a:gd name="T40" fmla="*/ 2 w 245"/>
                <a:gd name="T41" fmla="*/ 1 h 425"/>
                <a:gd name="T42" fmla="*/ 2 w 245"/>
                <a:gd name="T43" fmla="*/ 1 h 425"/>
                <a:gd name="T44" fmla="*/ 2 w 245"/>
                <a:gd name="T45" fmla="*/ 1 h 425"/>
                <a:gd name="T46" fmla="*/ 2 w 245"/>
                <a:gd name="T47" fmla="*/ 2 h 425"/>
                <a:gd name="T48" fmla="*/ 2 w 245"/>
                <a:gd name="T49" fmla="*/ 2 h 425"/>
                <a:gd name="T50" fmla="*/ 1 w 245"/>
                <a:gd name="T51" fmla="*/ 2 h 425"/>
                <a:gd name="T52" fmla="*/ 1 w 245"/>
                <a:gd name="T53" fmla="*/ 2 h 425"/>
                <a:gd name="T54" fmla="*/ 1 w 245"/>
                <a:gd name="T55" fmla="*/ 3 h 425"/>
                <a:gd name="T56" fmla="*/ 1 w 245"/>
                <a:gd name="T57" fmla="*/ 3 h 425"/>
                <a:gd name="T58" fmla="*/ 1 w 245"/>
                <a:gd name="T59" fmla="*/ 3 h 425"/>
                <a:gd name="T60" fmla="*/ 1 w 245"/>
                <a:gd name="T61" fmla="*/ 3 h 425"/>
                <a:gd name="T62" fmla="*/ 1 w 245"/>
                <a:gd name="T63" fmla="*/ 3 h 425"/>
                <a:gd name="T64" fmla="*/ 0 w 245"/>
                <a:gd name="T65" fmla="*/ 3 h 425"/>
                <a:gd name="T66" fmla="*/ 0 w 245"/>
                <a:gd name="T67" fmla="*/ 3 h 425"/>
                <a:gd name="T68" fmla="*/ 0 w 245"/>
                <a:gd name="T69" fmla="*/ 3 h 425"/>
                <a:gd name="T70" fmla="*/ 0 w 245"/>
                <a:gd name="T71" fmla="*/ 3 h 425"/>
                <a:gd name="T72" fmla="*/ 0 w 245"/>
                <a:gd name="T73" fmla="*/ 3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5"/>
                <a:gd name="T113" fmla="*/ 245 w 245"/>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5">
                  <a:moveTo>
                    <a:pt x="0" y="425"/>
                  </a:moveTo>
                  <a:lnTo>
                    <a:pt x="0" y="425"/>
                  </a:lnTo>
                  <a:lnTo>
                    <a:pt x="26" y="422"/>
                  </a:lnTo>
                  <a:lnTo>
                    <a:pt x="51" y="417"/>
                  </a:lnTo>
                  <a:lnTo>
                    <a:pt x="74" y="406"/>
                  </a:lnTo>
                  <a:lnTo>
                    <a:pt x="96" y="391"/>
                  </a:lnTo>
                  <a:lnTo>
                    <a:pt x="119" y="373"/>
                  </a:lnTo>
                  <a:lnTo>
                    <a:pt x="137" y="351"/>
                  </a:lnTo>
                  <a:lnTo>
                    <a:pt x="156" y="326"/>
                  </a:lnTo>
                  <a:lnTo>
                    <a:pt x="174" y="299"/>
                  </a:lnTo>
                  <a:lnTo>
                    <a:pt x="190" y="269"/>
                  </a:lnTo>
                  <a:lnTo>
                    <a:pt x="204" y="236"/>
                  </a:lnTo>
                  <a:lnTo>
                    <a:pt x="216" y="202"/>
                  </a:lnTo>
                  <a:lnTo>
                    <a:pt x="226" y="163"/>
                  </a:lnTo>
                  <a:lnTo>
                    <a:pt x="235" y="126"/>
                  </a:lnTo>
                  <a:lnTo>
                    <a:pt x="241" y="86"/>
                  </a:lnTo>
                  <a:lnTo>
                    <a:pt x="244" y="43"/>
                  </a:lnTo>
                  <a:lnTo>
                    <a:pt x="245" y="0"/>
                  </a:lnTo>
                  <a:lnTo>
                    <a:pt x="234" y="0"/>
                  </a:lnTo>
                  <a:lnTo>
                    <a:pt x="232" y="43"/>
                  </a:lnTo>
                  <a:lnTo>
                    <a:pt x="229" y="84"/>
                  </a:lnTo>
                  <a:lnTo>
                    <a:pt x="223" y="123"/>
                  </a:lnTo>
                  <a:lnTo>
                    <a:pt x="215" y="161"/>
                  </a:lnTo>
                  <a:lnTo>
                    <a:pt x="204" y="197"/>
                  </a:lnTo>
                  <a:lnTo>
                    <a:pt x="193" y="231"/>
                  </a:lnTo>
                  <a:lnTo>
                    <a:pt x="178" y="264"/>
                  </a:lnTo>
                  <a:lnTo>
                    <a:pt x="164" y="292"/>
                  </a:lnTo>
                  <a:lnTo>
                    <a:pt x="147" y="319"/>
                  </a:lnTo>
                  <a:lnTo>
                    <a:pt x="128" y="344"/>
                  </a:lnTo>
                  <a:lnTo>
                    <a:pt x="109" y="364"/>
                  </a:lnTo>
                  <a:lnTo>
                    <a:pt x="89" y="381"/>
                  </a:lnTo>
                  <a:lnTo>
                    <a:pt x="67" y="394"/>
                  </a:lnTo>
                  <a:lnTo>
                    <a:pt x="46" y="405"/>
                  </a:lnTo>
                  <a:lnTo>
                    <a:pt x="24" y="411"/>
                  </a:lnTo>
                  <a:lnTo>
                    <a:pt x="0" y="413"/>
                  </a:lnTo>
                  <a:lnTo>
                    <a:pt x="0" y="425"/>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4623" name="Freeform 72"/>
            <p:cNvSpPr>
              <a:spLocks/>
            </p:cNvSpPr>
            <p:nvPr/>
          </p:nvSpPr>
          <p:spPr bwMode="auto">
            <a:xfrm>
              <a:off x="1502" y="1836"/>
              <a:ext cx="50" cy="85"/>
            </a:xfrm>
            <a:custGeom>
              <a:avLst/>
              <a:gdLst>
                <a:gd name="T0" fmla="*/ 0 w 246"/>
                <a:gd name="T1" fmla="*/ 0 h 425"/>
                <a:gd name="T2" fmla="*/ 0 w 246"/>
                <a:gd name="T3" fmla="*/ 0 h 425"/>
                <a:gd name="T4" fmla="*/ 0 w 246"/>
                <a:gd name="T5" fmla="*/ 0 h 425"/>
                <a:gd name="T6" fmla="*/ 0 w 246"/>
                <a:gd name="T7" fmla="*/ 1 h 425"/>
                <a:gd name="T8" fmla="*/ 0 w 246"/>
                <a:gd name="T9" fmla="*/ 1 h 425"/>
                <a:gd name="T10" fmla="*/ 0 w 246"/>
                <a:gd name="T11" fmla="*/ 1 h 425"/>
                <a:gd name="T12" fmla="*/ 0 w 246"/>
                <a:gd name="T13" fmla="*/ 2 h 425"/>
                <a:gd name="T14" fmla="*/ 0 w 246"/>
                <a:gd name="T15" fmla="*/ 2 h 425"/>
                <a:gd name="T16" fmla="*/ 0 w 246"/>
                <a:gd name="T17" fmla="*/ 2 h 425"/>
                <a:gd name="T18" fmla="*/ 1 w 246"/>
                <a:gd name="T19" fmla="*/ 2 h 425"/>
                <a:gd name="T20" fmla="*/ 1 w 246"/>
                <a:gd name="T21" fmla="*/ 3 h 425"/>
                <a:gd name="T22" fmla="*/ 1 w 246"/>
                <a:gd name="T23" fmla="*/ 3 h 425"/>
                <a:gd name="T24" fmla="*/ 1 w 246"/>
                <a:gd name="T25" fmla="*/ 3 h 425"/>
                <a:gd name="T26" fmla="*/ 1 w 246"/>
                <a:gd name="T27" fmla="*/ 3 h 425"/>
                <a:gd name="T28" fmla="*/ 1 w 246"/>
                <a:gd name="T29" fmla="*/ 3 h 425"/>
                <a:gd name="T30" fmla="*/ 2 w 246"/>
                <a:gd name="T31" fmla="*/ 3 h 425"/>
                <a:gd name="T32" fmla="*/ 2 w 246"/>
                <a:gd name="T33" fmla="*/ 3 h 425"/>
                <a:gd name="T34" fmla="*/ 2 w 246"/>
                <a:gd name="T35" fmla="*/ 3 h 425"/>
                <a:gd name="T36" fmla="*/ 2 w 246"/>
                <a:gd name="T37" fmla="*/ 3 h 425"/>
                <a:gd name="T38" fmla="*/ 2 w 246"/>
                <a:gd name="T39" fmla="*/ 3 h 425"/>
                <a:gd name="T40" fmla="*/ 2 w 246"/>
                <a:gd name="T41" fmla="*/ 3 h 425"/>
                <a:gd name="T42" fmla="*/ 1 w 246"/>
                <a:gd name="T43" fmla="*/ 3 h 425"/>
                <a:gd name="T44" fmla="*/ 1 w 246"/>
                <a:gd name="T45" fmla="*/ 3 h 425"/>
                <a:gd name="T46" fmla="*/ 1 w 246"/>
                <a:gd name="T47" fmla="*/ 3 h 425"/>
                <a:gd name="T48" fmla="*/ 1 w 246"/>
                <a:gd name="T49" fmla="*/ 3 h 425"/>
                <a:gd name="T50" fmla="*/ 1 w 246"/>
                <a:gd name="T51" fmla="*/ 3 h 425"/>
                <a:gd name="T52" fmla="*/ 1 w 246"/>
                <a:gd name="T53" fmla="*/ 2 h 425"/>
                <a:gd name="T54" fmla="*/ 1 w 246"/>
                <a:gd name="T55" fmla="*/ 2 h 425"/>
                <a:gd name="T56" fmla="*/ 0 w 246"/>
                <a:gd name="T57" fmla="*/ 2 h 425"/>
                <a:gd name="T58" fmla="*/ 0 w 246"/>
                <a:gd name="T59" fmla="*/ 2 h 425"/>
                <a:gd name="T60" fmla="*/ 0 w 246"/>
                <a:gd name="T61" fmla="*/ 1 h 425"/>
                <a:gd name="T62" fmla="*/ 0 w 246"/>
                <a:gd name="T63" fmla="*/ 1 h 425"/>
                <a:gd name="T64" fmla="*/ 0 w 246"/>
                <a:gd name="T65" fmla="*/ 1 h 425"/>
                <a:gd name="T66" fmla="*/ 0 w 246"/>
                <a:gd name="T67" fmla="*/ 0 h 425"/>
                <a:gd name="T68" fmla="*/ 0 w 246"/>
                <a:gd name="T69" fmla="*/ 0 h 425"/>
                <a:gd name="T70" fmla="*/ 0 w 246"/>
                <a:gd name="T71" fmla="*/ 0 h 425"/>
                <a:gd name="T72" fmla="*/ 0 w 246"/>
                <a:gd name="T73" fmla="*/ 0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5"/>
                <a:gd name="T113" fmla="*/ 246 w 246"/>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5">
                  <a:moveTo>
                    <a:pt x="0" y="0"/>
                  </a:moveTo>
                  <a:lnTo>
                    <a:pt x="0" y="0"/>
                  </a:lnTo>
                  <a:lnTo>
                    <a:pt x="2" y="43"/>
                  </a:lnTo>
                  <a:lnTo>
                    <a:pt x="5" y="86"/>
                  </a:lnTo>
                  <a:lnTo>
                    <a:pt x="11" y="126"/>
                  </a:lnTo>
                  <a:lnTo>
                    <a:pt x="19" y="163"/>
                  </a:lnTo>
                  <a:lnTo>
                    <a:pt x="30" y="202"/>
                  </a:lnTo>
                  <a:lnTo>
                    <a:pt x="41" y="236"/>
                  </a:lnTo>
                  <a:lnTo>
                    <a:pt x="55" y="269"/>
                  </a:lnTo>
                  <a:lnTo>
                    <a:pt x="73" y="299"/>
                  </a:lnTo>
                  <a:lnTo>
                    <a:pt x="89" y="326"/>
                  </a:lnTo>
                  <a:lnTo>
                    <a:pt x="108" y="351"/>
                  </a:lnTo>
                  <a:lnTo>
                    <a:pt x="128" y="373"/>
                  </a:lnTo>
                  <a:lnTo>
                    <a:pt x="150" y="391"/>
                  </a:lnTo>
                  <a:lnTo>
                    <a:pt x="171" y="406"/>
                  </a:lnTo>
                  <a:lnTo>
                    <a:pt x="196" y="417"/>
                  </a:lnTo>
                  <a:lnTo>
                    <a:pt x="221" y="422"/>
                  </a:lnTo>
                  <a:lnTo>
                    <a:pt x="246" y="425"/>
                  </a:lnTo>
                  <a:lnTo>
                    <a:pt x="246" y="413"/>
                  </a:lnTo>
                  <a:lnTo>
                    <a:pt x="223" y="411"/>
                  </a:lnTo>
                  <a:lnTo>
                    <a:pt x="201" y="405"/>
                  </a:lnTo>
                  <a:lnTo>
                    <a:pt x="178" y="394"/>
                  </a:lnTo>
                  <a:lnTo>
                    <a:pt x="157" y="381"/>
                  </a:lnTo>
                  <a:lnTo>
                    <a:pt x="137" y="364"/>
                  </a:lnTo>
                  <a:lnTo>
                    <a:pt x="117" y="344"/>
                  </a:lnTo>
                  <a:lnTo>
                    <a:pt x="99" y="319"/>
                  </a:lnTo>
                  <a:lnTo>
                    <a:pt x="82" y="292"/>
                  </a:lnTo>
                  <a:lnTo>
                    <a:pt x="67" y="264"/>
                  </a:lnTo>
                  <a:lnTo>
                    <a:pt x="53" y="231"/>
                  </a:lnTo>
                  <a:lnTo>
                    <a:pt x="41" y="197"/>
                  </a:lnTo>
                  <a:lnTo>
                    <a:pt x="31" y="161"/>
                  </a:lnTo>
                  <a:lnTo>
                    <a:pt x="23" y="123"/>
                  </a:lnTo>
                  <a:lnTo>
                    <a:pt x="17" y="84"/>
                  </a:lnTo>
                  <a:lnTo>
                    <a:pt x="13" y="4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4624" name="Freeform 73"/>
            <p:cNvSpPr>
              <a:spLocks/>
            </p:cNvSpPr>
            <p:nvPr/>
          </p:nvSpPr>
          <p:spPr bwMode="auto">
            <a:xfrm>
              <a:off x="1502" y="1751"/>
              <a:ext cx="50" cy="85"/>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2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1" y="2"/>
                  </a:lnTo>
                  <a:lnTo>
                    <a:pt x="196" y="8"/>
                  </a:lnTo>
                  <a:lnTo>
                    <a:pt x="171" y="19"/>
                  </a:lnTo>
                  <a:lnTo>
                    <a:pt x="150" y="34"/>
                  </a:lnTo>
                  <a:lnTo>
                    <a:pt x="128" y="52"/>
                  </a:lnTo>
                  <a:lnTo>
                    <a:pt x="108" y="74"/>
                  </a:lnTo>
                  <a:lnTo>
                    <a:pt x="89" y="98"/>
                  </a:lnTo>
                  <a:lnTo>
                    <a:pt x="73" y="125"/>
                  </a:lnTo>
                  <a:lnTo>
                    <a:pt x="55" y="156"/>
                  </a:lnTo>
                  <a:lnTo>
                    <a:pt x="41" y="189"/>
                  </a:lnTo>
                  <a:lnTo>
                    <a:pt x="30" y="223"/>
                  </a:lnTo>
                  <a:lnTo>
                    <a:pt x="19" y="261"/>
                  </a:lnTo>
                  <a:lnTo>
                    <a:pt x="11" y="299"/>
                  </a:lnTo>
                  <a:lnTo>
                    <a:pt x="5" y="339"/>
                  </a:lnTo>
                  <a:lnTo>
                    <a:pt x="2" y="382"/>
                  </a:lnTo>
                  <a:lnTo>
                    <a:pt x="0" y="424"/>
                  </a:lnTo>
                  <a:lnTo>
                    <a:pt x="12" y="424"/>
                  </a:lnTo>
                  <a:lnTo>
                    <a:pt x="13" y="382"/>
                  </a:lnTo>
                  <a:lnTo>
                    <a:pt x="17" y="341"/>
                  </a:lnTo>
                  <a:lnTo>
                    <a:pt x="23" y="301"/>
                  </a:lnTo>
                  <a:lnTo>
                    <a:pt x="31" y="264"/>
                  </a:lnTo>
                  <a:lnTo>
                    <a:pt x="41" y="227"/>
                  </a:lnTo>
                  <a:lnTo>
                    <a:pt x="53" y="193"/>
                  </a:lnTo>
                  <a:lnTo>
                    <a:pt x="67" y="161"/>
                  </a:lnTo>
                  <a:lnTo>
                    <a:pt x="82" y="132"/>
                  </a:lnTo>
                  <a:lnTo>
                    <a:pt x="99" y="105"/>
                  </a:lnTo>
                  <a:lnTo>
                    <a:pt x="117" y="81"/>
                  </a:lnTo>
                  <a:lnTo>
                    <a:pt x="137" y="61"/>
                  </a:lnTo>
                  <a:lnTo>
                    <a:pt x="157" y="43"/>
                  </a:lnTo>
                  <a:lnTo>
                    <a:pt x="178" y="30"/>
                  </a:lnTo>
                  <a:lnTo>
                    <a:pt x="201" y="20"/>
                  </a:lnTo>
                  <a:lnTo>
                    <a:pt x="223" y="14"/>
                  </a:lnTo>
                  <a:lnTo>
                    <a:pt x="246" y="12"/>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4625" name="Freeform 74"/>
            <p:cNvSpPr>
              <a:spLocks/>
            </p:cNvSpPr>
            <p:nvPr/>
          </p:nvSpPr>
          <p:spPr bwMode="auto">
            <a:xfrm>
              <a:off x="1565" y="2016"/>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0" y="339"/>
                  </a:lnTo>
                  <a:lnTo>
                    <a:pt x="234" y="299"/>
                  </a:lnTo>
                  <a:lnTo>
                    <a:pt x="226" y="261"/>
                  </a:lnTo>
                  <a:lnTo>
                    <a:pt x="216" y="223"/>
                  </a:lnTo>
                  <a:lnTo>
                    <a:pt x="204" y="189"/>
                  </a:lnTo>
                  <a:lnTo>
                    <a:pt x="190" y="156"/>
                  </a:lnTo>
                  <a:lnTo>
                    <a:pt x="174" y="125"/>
                  </a:lnTo>
                  <a:lnTo>
                    <a:pt x="156" y="98"/>
                  </a:lnTo>
                  <a:lnTo>
                    <a:pt x="138" y="74"/>
                  </a:lnTo>
                  <a:lnTo>
                    <a:pt x="118" y="51"/>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9" y="81"/>
                  </a:lnTo>
                  <a:lnTo>
                    <a:pt x="147" y="105"/>
                  </a:lnTo>
                  <a:lnTo>
                    <a:pt x="164" y="132"/>
                  </a:lnTo>
                  <a:lnTo>
                    <a:pt x="178" y="160"/>
                  </a:lnTo>
                  <a:lnTo>
                    <a:pt x="192" y="193"/>
                  </a:lnTo>
                  <a:lnTo>
                    <a:pt x="204" y="227"/>
                  </a:lnTo>
                  <a:lnTo>
                    <a:pt x="215" y="264"/>
                  </a:lnTo>
                  <a:lnTo>
                    <a:pt x="223" y="301"/>
                  </a:lnTo>
                  <a:lnTo>
                    <a:pt x="229"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4626" name="Freeform 75"/>
            <p:cNvSpPr>
              <a:spLocks/>
            </p:cNvSpPr>
            <p:nvPr/>
          </p:nvSpPr>
          <p:spPr bwMode="auto">
            <a:xfrm>
              <a:off x="1565" y="2101"/>
              <a:ext cx="49" cy="85"/>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6" y="423"/>
                  </a:lnTo>
                  <a:lnTo>
                    <a:pt x="51" y="418"/>
                  </a:lnTo>
                  <a:lnTo>
                    <a:pt x="74" y="407"/>
                  </a:lnTo>
                  <a:lnTo>
                    <a:pt x="96" y="392"/>
                  </a:lnTo>
                  <a:lnTo>
                    <a:pt x="118" y="373"/>
                  </a:lnTo>
                  <a:lnTo>
                    <a:pt x="138" y="351"/>
                  </a:lnTo>
                  <a:lnTo>
                    <a:pt x="156" y="327"/>
                  </a:lnTo>
                  <a:lnTo>
                    <a:pt x="175" y="299"/>
                  </a:lnTo>
                  <a:lnTo>
                    <a:pt x="190" y="269"/>
                  </a:lnTo>
                  <a:lnTo>
                    <a:pt x="204" y="236"/>
                  </a:lnTo>
                  <a:lnTo>
                    <a:pt x="216" y="202"/>
                  </a:lnTo>
                  <a:lnTo>
                    <a:pt x="226" y="164"/>
                  </a:lnTo>
                  <a:lnTo>
                    <a:pt x="234" y="126"/>
                  </a:lnTo>
                  <a:lnTo>
                    <a:pt x="240" y="86"/>
                  </a:lnTo>
                  <a:lnTo>
                    <a:pt x="244" y="42"/>
                  </a:lnTo>
                  <a:lnTo>
                    <a:pt x="245" y="0"/>
                  </a:lnTo>
                  <a:lnTo>
                    <a:pt x="233" y="0"/>
                  </a:lnTo>
                  <a:lnTo>
                    <a:pt x="232" y="42"/>
                  </a:lnTo>
                  <a:lnTo>
                    <a:pt x="229" y="83"/>
                  </a:lnTo>
                  <a:lnTo>
                    <a:pt x="223" y="123"/>
                  </a:lnTo>
                  <a:lnTo>
                    <a:pt x="215" y="162"/>
                  </a:lnTo>
                  <a:lnTo>
                    <a:pt x="204" y="197"/>
                  </a:lnTo>
                  <a:lnTo>
                    <a:pt x="192" y="231"/>
                  </a:lnTo>
                  <a:lnTo>
                    <a:pt x="178" y="264"/>
                  </a:lnTo>
                  <a:lnTo>
                    <a:pt x="163" y="292"/>
                  </a:lnTo>
                  <a:lnTo>
                    <a:pt x="147" y="320"/>
                  </a:lnTo>
                  <a:lnTo>
                    <a:pt x="129" y="344"/>
                  </a:lnTo>
                  <a:lnTo>
                    <a:pt x="109" y="364"/>
                  </a:lnTo>
                  <a:lnTo>
                    <a:pt x="89" y="382"/>
                  </a:lnTo>
                  <a:lnTo>
                    <a:pt x="67" y="395"/>
                  </a:lnTo>
                  <a:lnTo>
                    <a:pt x="46" y="406"/>
                  </a:lnTo>
                  <a:lnTo>
                    <a:pt x="24"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4627" name="Freeform 76"/>
            <p:cNvSpPr>
              <a:spLocks/>
            </p:cNvSpPr>
            <p:nvPr/>
          </p:nvSpPr>
          <p:spPr bwMode="auto">
            <a:xfrm>
              <a:off x="1516" y="2101"/>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5" y="86"/>
                  </a:lnTo>
                  <a:lnTo>
                    <a:pt x="11" y="126"/>
                  </a:lnTo>
                  <a:lnTo>
                    <a:pt x="19" y="164"/>
                  </a:lnTo>
                  <a:lnTo>
                    <a:pt x="30" y="202"/>
                  </a:lnTo>
                  <a:lnTo>
                    <a:pt x="41" y="236"/>
                  </a:lnTo>
                  <a:lnTo>
                    <a:pt x="55" y="269"/>
                  </a:lnTo>
                  <a:lnTo>
                    <a:pt x="71" y="299"/>
                  </a:lnTo>
                  <a:lnTo>
                    <a:pt x="89" y="327"/>
                  </a:lnTo>
                  <a:lnTo>
                    <a:pt x="107" y="351"/>
                  </a:lnTo>
                  <a:lnTo>
                    <a:pt x="127" y="373"/>
                  </a:lnTo>
                  <a:lnTo>
                    <a:pt x="149" y="392"/>
                  </a:lnTo>
                  <a:lnTo>
                    <a:pt x="171" y="407"/>
                  </a:lnTo>
                  <a:lnTo>
                    <a:pt x="195" y="418"/>
                  </a:lnTo>
                  <a:lnTo>
                    <a:pt x="219" y="423"/>
                  </a:lnTo>
                  <a:lnTo>
                    <a:pt x="245" y="426"/>
                  </a:lnTo>
                  <a:lnTo>
                    <a:pt x="245" y="414"/>
                  </a:lnTo>
                  <a:lnTo>
                    <a:pt x="222" y="412"/>
                  </a:lnTo>
                  <a:lnTo>
                    <a:pt x="199" y="406"/>
                  </a:lnTo>
                  <a:lnTo>
                    <a:pt x="178" y="395"/>
                  </a:lnTo>
                  <a:lnTo>
                    <a:pt x="156" y="382"/>
                  </a:lnTo>
                  <a:lnTo>
                    <a:pt x="136" y="364"/>
                  </a:lnTo>
                  <a:lnTo>
                    <a:pt x="116" y="344"/>
                  </a:lnTo>
                  <a:lnTo>
                    <a:pt x="99" y="320"/>
                  </a:lnTo>
                  <a:lnTo>
                    <a:pt x="82" y="292"/>
                  </a:lnTo>
                  <a:lnTo>
                    <a:pt x="67" y="264"/>
                  </a:lnTo>
                  <a:lnTo>
                    <a:pt x="53" y="231"/>
                  </a:lnTo>
                  <a:lnTo>
                    <a:pt x="41" y="197"/>
                  </a:lnTo>
                  <a:lnTo>
                    <a:pt x="31" y="162"/>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4628" name="Freeform 77"/>
            <p:cNvSpPr>
              <a:spLocks/>
            </p:cNvSpPr>
            <p:nvPr/>
          </p:nvSpPr>
          <p:spPr bwMode="auto">
            <a:xfrm>
              <a:off x="1516" y="2016"/>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5" y="8"/>
                  </a:lnTo>
                  <a:lnTo>
                    <a:pt x="171" y="19"/>
                  </a:lnTo>
                  <a:lnTo>
                    <a:pt x="149" y="34"/>
                  </a:lnTo>
                  <a:lnTo>
                    <a:pt x="127" y="51"/>
                  </a:lnTo>
                  <a:lnTo>
                    <a:pt x="107" y="74"/>
                  </a:lnTo>
                  <a:lnTo>
                    <a:pt x="89" y="98"/>
                  </a:lnTo>
                  <a:lnTo>
                    <a:pt x="72" y="125"/>
                  </a:lnTo>
                  <a:lnTo>
                    <a:pt x="55" y="156"/>
                  </a:lnTo>
                  <a:lnTo>
                    <a:pt x="41" y="189"/>
                  </a:lnTo>
                  <a:lnTo>
                    <a:pt x="30" y="223"/>
                  </a:lnTo>
                  <a:lnTo>
                    <a:pt x="19" y="261"/>
                  </a:lnTo>
                  <a:lnTo>
                    <a:pt x="11" y="299"/>
                  </a:lnTo>
                  <a:lnTo>
                    <a:pt x="5" y="339"/>
                  </a:lnTo>
                  <a:lnTo>
                    <a:pt x="1" y="382"/>
                  </a:lnTo>
                  <a:lnTo>
                    <a:pt x="0" y="424"/>
                  </a:lnTo>
                  <a:lnTo>
                    <a:pt x="12" y="424"/>
                  </a:lnTo>
                  <a:lnTo>
                    <a:pt x="13" y="382"/>
                  </a:lnTo>
                  <a:lnTo>
                    <a:pt x="17" y="341"/>
                  </a:lnTo>
                  <a:lnTo>
                    <a:pt x="23" y="301"/>
                  </a:lnTo>
                  <a:lnTo>
                    <a:pt x="31" y="264"/>
                  </a:lnTo>
                  <a:lnTo>
                    <a:pt x="41" y="227"/>
                  </a:lnTo>
                  <a:lnTo>
                    <a:pt x="53" y="193"/>
                  </a:lnTo>
                  <a:lnTo>
                    <a:pt x="67" y="160"/>
                  </a:lnTo>
                  <a:lnTo>
                    <a:pt x="81" y="132"/>
                  </a:lnTo>
                  <a:lnTo>
                    <a:pt x="99" y="105"/>
                  </a:lnTo>
                  <a:lnTo>
                    <a:pt x="116" y="81"/>
                  </a:lnTo>
                  <a:lnTo>
                    <a:pt x="136" y="61"/>
                  </a:lnTo>
                  <a:lnTo>
                    <a:pt x="156" y="43"/>
                  </a:lnTo>
                  <a:lnTo>
                    <a:pt x="178" y="30"/>
                  </a:lnTo>
                  <a:lnTo>
                    <a:pt x="199" y="20"/>
                  </a:lnTo>
                  <a:lnTo>
                    <a:pt x="222"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sp>
        <p:nvSpPr>
          <p:cNvPr id="194569" name="Text Box 78"/>
          <p:cNvSpPr txBox="1">
            <a:spLocks noChangeArrowheads="1"/>
          </p:cNvSpPr>
          <p:nvPr/>
        </p:nvSpPr>
        <p:spPr bwMode="auto">
          <a:xfrm>
            <a:off x="566738" y="5259388"/>
            <a:ext cx="6543675" cy="4429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eaLnBrk="1" hangingPunct="1">
              <a:spcBef>
                <a:spcPct val="0"/>
              </a:spcBef>
              <a:buFontTx/>
              <a:buNone/>
            </a:pPr>
            <a:r>
              <a:rPr lang="fr-FR" altLang="fr-FR" sz="2300"/>
              <a:t>4. Pointez la production sur votre feuille de suivi</a:t>
            </a:r>
          </a:p>
        </p:txBody>
      </p:sp>
      <p:sp>
        <p:nvSpPr>
          <p:cNvPr id="194570" name="Text Box 80"/>
          <p:cNvSpPr txBox="1">
            <a:spLocks noChangeArrowheads="1"/>
          </p:cNvSpPr>
          <p:nvPr/>
        </p:nvSpPr>
        <p:spPr bwMode="auto">
          <a:xfrm>
            <a:off x="1938338" y="3533775"/>
            <a:ext cx="828675"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a:spcBef>
                <a:spcPct val="0"/>
              </a:spcBef>
              <a:buFontTx/>
              <a:buNone/>
            </a:pPr>
            <a:r>
              <a:rPr lang="fr-FR" altLang="fr-FR" sz="2400">
                <a:solidFill>
                  <a:srgbClr val="FC2C1C"/>
                </a:solidFill>
              </a:rPr>
              <a:t>1 R6</a:t>
            </a:r>
          </a:p>
        </p:txBody>
      </p:sp>
      <p:grpSp>
        <p:nvGrpSpPr>
          <p:cNvPr id="194571" name="Group 81"/>
          <p:cNvGrpSpPr>
            <a:grpSpLocks/>
          </p:cNvGrpSpPr>
          <p:nvPr/>
        </p:nvGrpSpPr>
        <p:grpSpPr bwMode="auto">
          <a:xfrm rot="-223274">
            <a:off x="1995488" y="2768600"/>
            <a:ext cx="744537" cy="733425"/>
            <a:chOff x="2757" y="1666"/>
            <a:chExt cx="812" cy="800"/>
          </a:xfrm>
        </p:grpSpPr>
        <p:sp>
          <p:nvSpPr>
            <p:cNvPr id="194572" name="Freeform 82"/>
            <p:cNvSpPr>
              <a:spLocks/>
            </p:cNvSpPr>
            <p:nvPr/>
          </p:nvSpPr>
          <p:spPr bwMode="auto">
            <a:xfrm>
              <a:off x="2762" y="1667"/>
              <a:ext cx="807" cy="584"/>
            </a:xfrm>
            <a:custGeom>
              <a:avLst/>
              <a:gdLst>
                <a:gd name="T0" fmla="*/ 497 w 807"/>
                <a:gd name="T1" fmla="*/ 583 h 584"/>
                <a:gd name="T2" fmla="*/ 0 w 807"/>
                <a:gd name="T3" fmla="*/ 452 h 584"/>
                <a:gd name="T4" fmla="*/ 337 w 807"/>
                <a:gd name="T5" fmla="*/ 0 h 584"/>
                <a:gd name="T6" fmla="*/ 806 w 807"/>
                <a:gd name="T7" fmla="*/ 98 h 584"/>
                <a:gd name="T8" fmla="*/ 497 w 807"/>
                <a:gd name="T9" fmla="*/ 583 h 584"/>
                <a:gd name="T10" fmla="*/ 0 60000 65536"/>
                <a:gd name="T11" fmla="*/ 0 60000 65536"/>
                <a:gd name="T12" fmla="*/ 0 60000 65536"/>
                <a:gd name="T13" fmla="*/ 0 60000 65536"/>
                <a:gd name="T14" fmla="*/ 0 60000 65536"/>
                <a:gd name="T15" fmla="*/ 0 w 807"/>
                <a:gd name="T16" fmla="*/ 0 h 584"/>
                <a:gd name="T17" fmla="*/ 807 w 807"/>
                <a:gd name="T18" fmla="*/ 584 h 584"/>
              </a:gdLst>
              <a:ahLst/>
              <a:cxnLst>
                <a:cxn ang="T10">
                  <a:pos x="T0" y="T1"/>
                </a:cxn>
                <a:cxn ang="T11">
                  <a:pos x="T2" y="T3"/>
                </a:cxn>
                <a:cxn ang="T12">
                  <a:pos x="T4" y="T5"/>
                </a:cxn>
                <a:cxn ang="T13">
                  <a:pos x="T6" y="T7"/>
                </a:cxn>
                <a:cxn ang="T14">
                  <a:pos x="T8" y="T9"/>
                </a:cxn>
              </a:cxnLst>
              <a:rect l="T15" t="T16" r="T17" b="T18"/>
              <a:pathLst>
                <a:path w="807" h="584">
                  <a:moveTo>
                    <a:pt x="497" y="583"/>
                  </a:moveTo>
                  <a:lnTo>
                    <a:pt x="0" y="452"/>
                  </a:lnTo>
                  <a:lnTo>
                    <a:pt x="337" y="0"/>
                  </a:lnTo>
                  <a:lnTo>
                    <a:pt x="806" y="98"/>
                  </a:lnTo>
                  <a:lnTo>
                    <a:pt x="497" y="583"/>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194573" name="Freeform 83"/>
            <p:cNvSpPr>
              <a:spLocks/>
            </p:cNvSpPr>
            <p:nvPr/>
          </p:nvSpPr>
          <p:spPr bwMode="auto">
            <a:xfrm>
              <a:off x="2882" y="1861"/>
              <a:ext cx="578" cy="384"/>
            </a:xfrm>
            <a:custGeom>
              <a:avLst/>
              <a:gdLst>
                <a:gd name="T0" fmla="*/ 377 w 578"/>
                <a:gd name="T1" fmla="*/ 383 h 384"/>
                <a:gd name="T2" fmla="*/ 0 w 578"/>
                <a:gd name="T3" fmla="*/ 291 h 384"/>
                <a:gd name="T4" fmla="*/ 217 w 578"/>
                <a:gd name="T5" fmla="*/ 0 h 384"/>
                <a:gd name="T6" fmla="*/ 577 w 578"/>
                <a:gd name="T7" fmla="*/ 74 h 384"/>
                <a:gd name="T8" fmla="*/ 377 w 578"/>
                <a:gd name="T9" fmla="*/ 383 h 384"/>
                <a:gd name="T10" fmla="*/ 0 60000 65536"/>
                <a:gd name="T11" fmla="*/ 0 60000 65536"/>
                <a:gd name="T12" fmla="*/ 0 60000 65536"/>
                <a:gd name="T13" fmla="*/ 0 60000 65536"/>
                <a:gd name="T14" fmla="*/ 0 60000 65536"/>
                <a:gd name="T15" fmla="*/ 0 w 578"/>
                <a:gd name="T16" fmla="*/ 0 h 384"/>
                <a:gd name="T17" fmla="*/ 578 w 578"/>
                <a:gd name="T18" fmla="*/ 384 h 384"/>
              </a:gdLst>
              <a:ahLst/>
              <a:cxnLst>
                <a:cxn ang="T10">
                  <a:pos x="T0" y="T1"/>
                </a:cxn>
                <a:cxn ang="T11">
                  <a:pos x="T2" y="T3"/>
                </a:cxn>
                <a:cxn ang="T12">
                  <a:pos x="T4" y="T5"/>
                </a:cxn>
                <a:cxn ang="T13">
                  <a:pos x="T6" y="T7"/>
                </a:cxn>
                <a:cxn ang="T14">
                  <a:pos x="T8" y="T9"/>
                </a:cxn>
              </a:cxnLst>
              <a:rect l="T15" t="T16" r="T17" b="T18"/>
              <a:pathLst>
                <a:path w="578" h="384">
                  <a:moveTo>
                    <a:pt x="377" y="383"/>
                  </a:moveTo>
                  <a:lnTo>
                    <a:pt x="0" y="291"/>
                  </a:lnTo>
                  <a:lnTo>
                    <a:pt x="217" y="0"/>
                  </a:lnTo>
                  <a:lnTo>
                    <a:pt x="577" y="74"/>
                  </a:lnTo>
                  <a:lnTo>
                    <a:pt x="377" y="383"/>
                  </a:lnTo>
                </a:path>
              </a:pathLst>
            </a:custGeom>
            <a:solidFill>
              <a:srgbClr val="E22B00"/>
            </a:solidFill>
            <a:ln>
              <a:noFill/>
            </a:ln>
            <a:extLst>
              <a:ext uri="{91240B29-F687-4F45-9708-019B960494DF}">
                <a14:hiddenLine xmlns:a14="http://schemas.microsoft.com/office/drawing/2010/main" w="12700" cap="rnd" cmpd="sng">
                  <a:solidFill>
                    <a:srgbClr val="000000"/>
                  </a:solidFill>
                  <a:prstDash val="solid"/>
                  <a:round/>
                  <a:headEnd type="none" w="med" len="med"/>
                  <a:tailEnd type="none" w="med" len="med"/>
                </a14:hiddenLine>
              </a:ext>
            </a:extLst>
          </p:spPr>
          <p:txBody>
            <a:bodyPr/>
            <a:lstStyle/>
            <a:p>
              <a:endParaRPr lang="fr-FR"/>
            </a:p>
          </p:txBody>
        </p:sp>
        <p:sp>
          <p:nvSpPr>
            <p:cNvPr id="194574" name="Line 84"/>
            <p:cNvSpPr>
              <a:spLocks noChangeShapeType="1"/>
            </p:cNvSpPr>
            <p:nvPr/>
          </p:nvSpPr>
          <p:spPr bwMode="auto">
            <a:xfrm>
              <a:off x="3102" y="1862"/>
              <a:ext cx="352" cy="7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fr-FR"/>
            </a:p>
          </p:txBody>
        </p:sp>
        <p:sp>
          <p:nvSpPr>
            <p:cNvPr id="194575" name="Freeform 85"/>
            <p:cNvSpPr>
              <a:spLocks/>
            </p:cNvSpPr>
            <p:nvPr/>
          </p:nvSpPr>
          <p:spPr bwMode="auto">
            <a:xfrm>
              <a:off x="2762" y="1666"/>
              <a:ext cx="337" cy="485"/>
            </a:xfrm>
            <a:custGeom>
              <a:avLst/>
              <a:gdLst>
                <a:gd name="T0" fmla="*/ 336 w 337"/>
                <a:gd name="T1" fmla="*/ 194 h 485"/>
                <a:gd name="T2" fmla="*/ 118 w 337"/>
                <a:gd name="T3" fmla="*/ 484 h 485"/>
                <a:gd name="T4" fmla="*/ 0 w 337"/>
                <a:gd name="T5" fmla="*/ 452 h 485"/>
                <a:gd name="T6" fmla="*/ 336 w 337"/>
                <a:gd name="T7" fmla="*/ 0 h 485"/>
                <a:gd name="T8" fmla="*/ 336 w 337"/>
                <a:gd name="T9" fmla="*/ 152 h 485"/>
                <a:gd name="T10" fmla="*/ 336 w 337"/>
                <a:gd name="T11" fmla="*/ 194 h 485"/>
                <a:gd name="T12" fmla="*/ 0 60000 65536"/>
                <a:gd name="T13" fmla="*/ 0 60000 65536"/>
                <a:gd name="T14" fmla="*/ 0 60000 65536"/>
                <a:gd name="T15" fmla="*/ 0 60000 65536"/>
                <a:gd name="T16" fmla="*/ 0 60000 65536"/>
                <a:gd name="T17" fmla="*/ 0 60000 65536"/>
                <a:gd name="T18" fmla="*/ 0 w 337"/>
                <a:gd name="T19" fmla="*/ 0 h 485"/>
                <a:gd name="T20" fmla="*/ 337 w 337"/>
                <a:gd name="T21" fmla="*/ 485 h 485"/>
              </a:gdLst>
              <a:ahLst/>
              <a:cxnLst>
                <a:cxn ang="T12">
                  <a:pos x="T0" y="T1"/>
                </a:cxn>
                <a:cxn ang="T13">
                  <a:pos x="T2" y="T3"/>
                </a:cxn>
                <a:cxn ang="T14">
                  <a:pos x="T4" y="T5"/>
                </a:cxn>
                <a:cxn ang="T15">
                  <a:pos x="T6" y="T7"/>
                </a:cxn>
                <a:cxn ang="T16">
                  <a:pos x="T8" y="T9"/>
                </a:cxn>
                <a:cxn ang="T17">
                  <a:pos x="T10" y="T11"/>
                </a:cxn>
              </a:cxnLst>
              <a:rect l="T18" t="T19" r="T20" b="T21"/>
              <a:pathLst>
                <a:path w="337" h="485">
                  <a:moveTo>
                    <a:pt x="336" y="194"/>
                  </a:moveTo>
                  <a:lnTo>
                    <a:pt x="118" y="484"/>
                  </a:lnTo>
                  <a:lnTo>
                    <a:pt x="0" y="452"/>
                  </a:lnTo>
                  <a:lnTo>
                    <a:pt x="336" y="0"/>
                  </a:lnTo>
                  <a:lnTo>
                    <a:pt x="336" y="152"/>
                  </a:lnTo>
                  <a:lnTo>
                    <a:pt x="336" y="194"/>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194576" name="Freeform 86"/>
            <p:cNvSpPr>
              <a:spLocks/>
            </p:cNvSpPr>
            <p:nvPr/>
          </p:nvSpPr>
          <p:spPr bwMode="auto">
            <a:xfrm>
              <a:off x="2757" y="2124"/>
              <a:ext cx="509" cy="339"/>
            </a:xfrm>
            <a:custGeom>
              <a:avLst/>
              <a:gdLst>
                <a:gd name="T0" fmla="*/ 0 w 506"/>
                <a:gd name="T1" fmla="*/ 0 h 345"/>
                <a:gd name="T2" fmla="*/ 1 w 506"/>
                <a:gd name="T3" fmla="*/ 198 h 345"/>
                <a:gd name="T4" fmla="*/ 514 w 506"/>
                <a:gd name="T5" fmla="*/ 326 h 345"/>
                <a:gd name="T6" fmla="*/ 513 w 506"/>
                <a:gd name="T7" fmla="*/ 124 h 345"/>
                <a:gd name="T8" fmla="*/ 0 60000 65536"/>
                <a:gd name="T9" fmla="*/ 0 60000 65536"/>
                <a:gd name="T10" fmla="*/ 0 60000 65536"/>
                <a:gd name="T11" fmla="*/ 0 60000 65536"/>
                <a:gd name="T12" fmla="*/ 0 w 506"/>
                <a:gd name="T13" fmla="*/ 0 h 345"/>
                <a:gd name="T14" fmla="*/ 506 w 506"/>
                <a:gd name="T15" fmla="*/ 345 h 345"/>
              </a:gdLst>
              <a:ahLst/>
              <a:cxnLst>
                <a:cxn ang="T8">
                  <a:pos x="T0" y="T1"/>
                </a:cxn>
                <a:cxn ang="T9">
                  <a:pos x="T2" y="T3"/>
                </a:cxn>
                <a:cxn ang="T10">
                  <a:pos x="T4" y="T5"/>
                </a:cxn>
                <a:cxn ang="T11">
                  <a:pos x="T6" y="T7"/>
                </a:cxn>
              </a:cxnLst>
              <a:rect l="T12" t="T13" r="T14" b="T15"/>
              <a:pathLst>
                <a:path w="506" h="345">
                  <a:moveTo>
                    <a:pt x="0" y="0"/>
                  </a:moveTo>
                  <a:lnTo>
                    <a:pt x="1" y="209"/>
                  </a:lnTo>
                  <a:lnTo>
                    <a:pt x="505" y="344"/>
                  </a:lnTo>
                  <a:lnTo>
                    <a:pt x="504" y="130"/>
                  </a:lnTo>
                </a:path>
              </a:pathLst>
            </a:custGeom>
            <a:solidFill>
              <a:srgbClr val="FC2C1C"/>
            </a:solidFill>
            <a:ln w="12700" cap="rnd" cmpd="sng">
              <a:solidFill>
                <a:schemeClr val="bg2"/>
              </a:solidFill>
              <a:prstDash val="solid"/>
              <a:round/>
              <a:headEnd type="none" w="med" len="med"/>
              <a:tailEnd type="none" w="med" len="med"/>
            </a:ln>
          </p:spPr>
          <p:txBody>
            <a:bodyPr/>
            <a:lstStyle/>
            <a:p>
              <a:endParaRPr lang="fr-FR"/>
            </a:p>
          </p:txBody>
        </p:sp>
        <p:sp>
          <p:nvSpPr>
            <p:cNvPr id="194577" name="AutoShape 87"/>
            <p:cNvSpPr>
              <a:spLocks noChangeArrowheads="1"/>
            </p:cNvSpPr>
            <p:nvPr/>
          </p:nvSpPr>
          <p:spPr bwMode="auto">
            <a:xfrm rot="16200000" flipH="1">
              <a:off x="3067" y="1967"/>
              <a:ext cx="693" cy="306"/>
            </a:xfrm>
            <a:prstGeom prst="parallelogram">
              <a:avLst>
                <a:gd name="adj" fmla="val 156202"/>
              </a:avLst>
            </a:prstGeom>
            <a:solidFill>
              <a:srgbClr val="FC2C1C"/>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5586" name="Rectangle 2"/>
          <p:cNvSpPr>
            <a:spLocks noGrp="1" noChangeArrowheads="1"/>
          </p:cNvSpPr>
          <p:nvPr>
            <p:ph type="title"/>
          </p:nvPr>
        </p:nvSpPr>
        <p:spPr/>
        <p:txBody>
          <a:bodyPr/>
          <a:lstStyle/>
          <a:p>
            <a:pPr eaLnBrk="1" hangingPunct="1"/>
            <a:r>
              <a:rPr lang="fr-FR" altLang="fr-FR"/>
              <a:t>Ajustement des stocks</a:t>
            </a:r>
          </a:p>
        </p:txBody>
      </p:sp>
      <p:sp>
        <p:nvSpPr>
          <p:cNvPr id="195587" name="Rectangle 3"/>
          <p:cNvSpPr>
            <a:spLocks noGrp="1" noChangeArrowheads="1"/>
          </p:cNvSpPr>
          <p:nvPr>
            <p:ph type="body" idx="1"/>
          </p:nvPr>
        </p:nvSpPr>
        <p:spPr/>
        <p:txBody>
          <a:bodyPr/>
          <a:lstStyle/>
          <a:p>
            <a:pPr eaLnBrk="1" hangingPunct="1"/>
            <a:r>
              <a:rPr lang="fr-FR" altLang="fr-FR"/>
              <a:t>Vous pouvez réduire vos stocks pour tenir compte de vos progrès (mais il est interdit de les augmenter).</a:t>
            </a:r>
          </a:p>
          <a:p>
            <a:pPr eaLnBrk="1" hangingPunct="1"/>
            <a:r>
              <a:rPr lang="fr-FR" altLang="fr-FR"/>
              <a:t>Faîtes l’inventaire après la baisse éventuelle des stocks, et mettez à jour votre feuille Résultats.</a:t>
            </a:r>
          </a:p>
          <a:p>
            <a:pPr eaLnBrk="1" hangingPunct="1"/>
            <a:r>
              <a:rPr lang="fr-FR" altLang="fr-FR"/>
              <a:t>Vous pouvez également diminuer le nombre de tickets Kanban.</a:t>
            </a:r>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96610" name="Picture 2"/>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90538" y="1808163"/>
            <a:ext cx="8216900" cy="32988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pic>
      <p:sp>
        <p:nvSpPr>
          <p:cNvPr id="196611" name="Rectangle 3"/>
          <p:cNvSpPr>
            <a:spLocks noGrp="1" noChangeArrowheads="1"/>
          </p:cNvSpPr>
          <p:nvPr>
            <p:ph type="title"/>
          </p:nvPr>
        </p:nvSpPr>
        <p:spPr/>
        <p:txBody>
          <a:bodyPr/>
          <a:lstStyle/>
          <a:p>
            <a:pPr eaLnBrk="1" hangingPunct="1"/>
            <a:r>
              <a:rPr lang="fr-FR" altLang="fr-FR"/>
              <a:t>Enregistrement des progrès</a:t>
            </a:r>
          </a:p>
        </p:txBody>
      </p:sp>
      <p:sp>
        <p:nvSpPr>
          <p:cNvPr id="196612" name="Oval 4"/>
          <p:cNvSpPr>
            <a:spLocks noChangeArrowheads="1"/>
          </p:cNvSpPr>
          <p:nvPr/>
        </p:nvSpPr>
        <p:spPr bwMode="auto">
          <a:xfrm>
            <a:off x="8145463" y="4767263"/>
            <a:ext cx="412750" cy="276225"/>
          </a:xfrm>
          <a:prstGeom prst="ellipse">
            <a:avLst/>
          </a:prstGeom>
          <a:noFill/>
          <a:ln w="6350" algn="ctr">
            <a:solidFill>
              <a:srgbClr val="FC2C1C"/>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196613" name="AutoShape 5"/>
          <p:cNvSpPr>
            <a:spLocks/>
          </p:cNvSpPr>
          <p:nvPr/>
        </p:nvSpPr>
        <p:spPr bwMode="auto">
          <a:xfrm>
            <a:off x="4872038" y="5522913"/>
            <a:ext cx="2171700" cy="573087"/>
          </a:xfrm>
          <a:prstGeom prst="borderCallout2">
            <a:avLst>
              <a:gd name="adj1" fmla="val 19944"/>
              <a:gd name="adj2" fmla="val 103509"/>
              <a:gd name="adj3" fmla="val 19944"/>
              <a:gd name="adj4" fmla="val 113157"/>
              <a:gd name="adj5" fmla="val -92796"/>
              <a:gd name="adj6" fmla="val 148463"/>
            </a:avLst>
          </a:prstGeom>
          <a:solidFill>
            <a:srgbClr val="FFFF99"/>
          </a:solidFill>
          <a:ln w="6350" algn="ctr">
            <a:solidFill>
              <a:schemeClr val="tx2"/>
            </a:solidFill>
            <a:miter lim="800000"/>
            <a:headEnd/>
            <a:tailEnd type="triangle" w="med" len="med"/>
          </a:ln>
        </p:spPr>
        <p:txBody>
          <a:bodyPr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1400">
                <a:solidFill>
                  <a:schemeClr val="tx1"/>
                </a:solidFill>
              </a:rPr>
              <a:t>Le nombre de points auxquels vous avez droit</a:t>
            </a:r>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97635" name="Group 3"/>
          <p:cNvGrpSpPr>
            <a:grpSpLocks/>
          </p:cNvGrpSpPr>
          <p:nvPr/>
        </p:nvGrpSpPr>
        <p:grpSpPr bwMode="auto">
          <a:xfrm>
            <a:off x="7073900" y="215900"/>
            <a:ext cx="1878013" cy="1250950"/>
            <a:chOff x="4456" y="136"/>
            <a:chExt cx="1183" cy="788"/>
          </a:xfrm>
        </p:grpSpPr>
        <p:grpSp>
          <p:nvGrpSpPr>
            <p:cNvPr id="197703" name="Group 4"/>
            <p:cNvGrpSpPr>
              <a:grpSpLocks/>
            </p:cNvGrpSpPr>
            <p:nvPr/>
          </p:nvGrpSpPr>
          <p:grpSpPr bwMode="auto">
            <a:xfrm>
              <a:off x="4766" y="232"/>
              <a:ext cx="873" cy="692"/>
              <a:chOff x="2185" y="310"/>
              <a:chExt cx="873" cy="692"/>
            </a:xfrm>
          </p:grpSpPr>
          <p:sp>
            <p:nvSpPr>
              <p:cNvPr id="197714" name="Freeform 5"/>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accent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7715" name="Freeform 6"/>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7716" name="Freeform 7"/>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7717" name="Freeform 8"/>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7718" name="Freeform 9"/>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7719" name="Freeform 10"/>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7720" name="Freeform 11"/>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grpSp>
          <p:nvGrpSpPr>
            <p:cNvPr id="197704" name="Group 12"/>
            <p:cNvGrpSpPr>
              <a:grpSpLocks/>
            </p:cNvGrpSpPr>
            <p:nvPr/>
          </p:nvGrpSpPr>
          <p:grpSpPr bwMode="auto">
            <a:xfrm>
              <a:off x="4949" y="336"/>
              <a:ext cx="591" cy="468"/>
              <a:chOff x="2185" y="310"/>
              <a:chExt cx="873" cy="692"/>
            </a:xfrm>
          </p:grpSpPr>
          <p:sp>
            <p:nvSpPr>
              <p:cNvPr id="197707" name="Freeform 13"/>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7708" name="Freeform 14"/>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7709" name="Freeform 15"/>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7710" name="Freeform 16"/>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7711" name="Freeform 17"/>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7712" name="Freeform 18"/>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7713" name="Freeform 19"/>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pic>
          <p:nvPicPr>
            <p:cNvPr id="197705" name="Picture 20"/>
            <p:cNvPicPr>
              <a:picLocks noChangeAspect="1" noChangeArrowheads="1"/>
            </p:cNvPicPr>
            <p:nvPr/>
          </p:nvPicPr>
          <p:blipFill>
            <a:blip r:embed="rId3" cstate="print">
              <a:extLst>
                <a:ext uri="{28A0092B-C50C-407E-A947-70E740481C1C}">
                  <a14:useLocalDpi xmlns:a14="http://schemas.microsoft.com/office/drawing/2010/main" val="0"/>
                </a:ext>
              </a:extLst>
            </a:blip>
            <a:srcRect l="-4282" t="-4369" r="-5199" b="-12012"/>
            <a:stretch>
              <a:fillRect/>
            </a:stretch>
          </p:blipFill>
          <p:spPr bwMode="auto">
            <a:xfrm>
              <a:off x="4456" y="136"/>
              <a:ext cx="480" cy="5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97706" name="Text Box 21"/>
            <p:cNvSpPr txBox="1">
              <a:spLocks noChangeArrowheads="1"/>
            </p:cNvSpPr>
            <p:nvPr/>
          </p:nvSpPr>
          <p:spPr bwMode="auto">
            <a:xfrm>
              <a:off x="4946" y="314"/>
              <a:ext cx="596" cy="49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4500" b="1">
                  <a:solidFill>
                    <a:srgbClr val="FF0000"/>
                  </a:solidFill>
                  <a:latin typeface="Arial Black" pitchFamily="34" charset="0"/>
                </a:rPr>
                <a:t>17</a:t>
              </a:r>
              <a:endParaRPr lang="fr-FR" altLang="fr-FR" sz="3200">
                <a:solidFill>
                  <a:schemeClr val="tx1"/>
                </a:solidFill>
                <a:latin typeface="Arial Black" pitchFamily="34" charset="0"/>
              </a:endParaRPr>
            </a:p>
          </p:txBody>
        </p:sp>
      </p:grpSp>
      <p:sp>
        <p:nvSpPr>
          <p:cNvPr id="197636" name="Text Box 22"/>
          <p:cNvSpPr txBox="1">
            <a:spLocks noChangeArrowheads="1"/>
          </p:cNvSpPr>
          <p:nvPr/>
        </p:nvSpPr>
        <p:spPr bwMode="auto">
          <a:xfrm>
            <a:off x="1403350" y="3579813"/>
            <a:ext cx="828675"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a:spcBef>
                <a:spcPct val="0"/>
              </a:spcBef>
              <a:buFontTx/>
              <a:buNone/>
            </a:pPr>
            <a:r>
              <a:rPr lang="fr-FR" altLang="fr-FR" sz="2400">
                <a:solidFill>
                  <a:srgbClr val="FC2C1C"/>
                </a:solidFill>
              </a:rPr>
              <a:t>1 R3</a:t>
            </a:r>
          </a:p>
        </p:txBody>
      </p:sp>
      <p:sp>
        <p:nvSpPr>
          <p:cNvPr id="197637" name="Oval 25"/>
          <p:cNvSpPr>
            <a:spLocks noChangeArrowheads="1"/>
          </p:cNvSpPr>
          <p:nvPr/>
        </p:nvSpPr>
        <p:spPr bwMode="auto">
          <a:xfrm rot="-5400000">
            <a:off x="3845719" y="2980531"/>
            <a:ext cx="336550" cy="312738"/>
          </a:xfrm>
          <a:prstGeom prst="ellipse">
            <a:avLst/>
          </a:prstGeom>
          <a:solidFill>
            <a:schemeClr val="bg1"/>
          </a:solidFill>
          <a:ln w="9525">
            <a:solidFill>
              <a:schemeClr val="tx1"/>
            </a:solidFill>
            <a:round/>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197638" name="Text Box 26"/>
          <p:cNvSpPr txBox="1">
            <a:spLocks noChangeArrowheads="1"/>
          </p:cNvSpPr>
          <p:nvPr/>
        </p:nvSpPr>
        <p:spPr bwMode="auto">
          <a:xfrm>
            <a:off x="2886075" y="3549650"/>
            <a:ext cx="2211388"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a:spcBef>
                <a:spcPct val="0"/>
              </a:spcBef>
              <a:buFontTx/>
              <a:buNone/>
            </a:pPr>
            <a:r>
              <a:rPr lang="fr-FR" altLang="fr-FR" sz="2400">
                <a:solidFill>
                  <a:srgbClr val="FC2C1C"/>
                </a:solidFill>
              </a:rPr>
              <a:t>1 Couronne</a:t>
            </a:r>
          </a:p>
        </p:txBody>
      </p:sp>
      <p:sp>
        <p:nvSpPr>
          <p:cNvPr id="197639" name="Rectangle 27"/>
          <p:cNvSpPr>
            <a:spLocks noGrp="1" noChangeArrowheads="1"/>
          </p:cNvSpPr>
          <p:nvPr>
            <p:ph type="title"/>
          </p:nvPr>
        </p:nvSpPr>
        <p:spPr>
          <a:xfrm>
            <a:off x="858838" y="0"/>
            <a:ext cx="6038850" cy="647700"/>
          </a:xfrm>
        </p:spPr>
        <p:txBody>
          <a:bodyPr/>
          <a:lstStyle/>
          <a:p>
            <a:pPr eaLnBrk="1" hangingPunct="1"/>
            <a:r>
              <a:rPr lang="fr-FR" altLang="fr-FR"/>
              <a:t>Sem. 4 - Mercredi (St Saturnin)</a:t>
            </a:r>
          </a:p>
        </p:txBody>
      </p:sp>
      <p:sp>
        <p:nvSpPr>
          <p:cNvPr id="197640" name="Text Box 28"/>
          <p:cNvSpPr txBox="1">
            <a:spLocks noChangeArrowheads="1"/>
          </p:cNvSpPr>
          <p:nvPr/>
        </p:nvSpPr>
        <p:spPr bwMode="auto">
          <a:xfrm>
            <a:off x="574675" y="2030413"/>
            <a:ext cx="3557588"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2. Livrez les commandes</a:t>
            </a:r>
          </a:p>
        </p:txBody>
      </p:sp>
      <p:sp>
        <p:nvSpPr>
          <p:cNvPr id="197641" name="Text Box 29"/>
          <p:cNvSpPr txBox="1">
            <a:spLocks noChangeArrowheads="1"/>
          </p:cNvSpPr>
          <p:nvPr/>
        </p:nvSpPr>
        <p:spPr bwMode="auto">
          <a:xfrm>
            <a:off x="566738" y="1154113"/>
            <a:ext cx="1946275"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1. Tirez le dé</a:t>
            </a:r>
          </a:p>
        </p:txBody>
      </p:sp>
      <p:sp>
        <p:nvSpPr>
          <p:cNvPr id="197642" name="Text Box 30"/>
          <p:cNvSpPr txBox="1">
            <a:spLocks noChangeArrowheads="1"/>
          </p:cNvSpPr>
          <p:nvPr/>
        </p:nvSpPr>
        <p:spPr bwMode="auto">
          <a:xfrm>
            <a:off x="579438" y="4316413"/>
            <a:ext cx="18796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3. Produisez</a:t>
            </a:r>
          </a:p>
        </p:txBody>
      </p:sp>
      <p:grpSp>
        <p:nvGrpSpPr>
          <p:cNvPr id="197643" name="Group 31"/>
          <p:cNvGrpSpPr>
            <a:grpSpLocks/>
          </p:cNvGrpSpPr>
          <p:nvPr/>
        </p:nvGrpSpPr>
        <p:grpSpPr bwMode="auto">
          <a:xfrm>
            <a:off x="2843213" y="1106488"/>
            <a:ext cx="446087" cy="534987"/>
            <a:chOff x="868" y="1439"/>
            <a:chExt cx="811" cy="972"/>
          </a:xfrm>
        </p:grpSpPr>
        <p:sp>
          <p:nvSpPr>
            <p:cNvPr id="197652" name="Freeform 32"/>
            <p:cNvSpPr>
              <a:spLocks/>
            </p:cNvSpPr>
            <p:nvPr/>
          </p:nvSpPr>
          <p:spPr bwMode="auto">
            <a:xfrm>
              <a:off x="1548" y="2014"/>
              <a:ext cx="123" cy="100"/>
            </a:xfrm>
            <a:custGeom>
              <a:avLst/>
              <a:gdLst>
                <a:gd name="T0" fmla="*/ 5 w 618"/>
                <a:gd name="T1" fmla="*/ 0 h 502"/>
                <a:gd name="T2" fmla="*/ 5 w 618"/>
                <a:gd name="T3" fmla="*/ 0 h 502"/>
                <a:gd name="T4" fmla="*/ 0 w 618"/>
                <a:gd name="T5" fmla="*/ 4 h 502"/>
                <a:gd name="T6" fmla="*/ 0 w 618"/>
                <a:gd name="T7" fmla="*/ 4 h 502"/>
                <a:gd name="T8" fmla="*/ 5 w 618"/>
                <a:gd name="T9" fmla="*/ 0 h 502"/>
                <a:gd name="T10" fmla="*/ 5 w 618"/>
                <a:gd name="T11" fmla="*/ 0 h 502"/>
                <a:gd name="T12" fmla="*/ 5 w 618"/>
                <a:gd name="T13" fmla="*/ 0 h 502"/>
                <a:gd name="T14" fmla="*/ 5 w 618"/>
                <a:gd name="T15" fmla="*/ 0 h 502"/>
                <a:gd name="T16" fmla="*/ 5 w 618"/>
                <a:gd name="T17" fmla="*/ 0 h 502"/>
                <a:gd name="T18" fmla="*/ 5 w 618"/>
                <a:gd name="T19" fmla="*/ 0 h 502"/>
                <a:gd name="T20" fmla="*/ 5 w 618"/>
                <a:gd name="T21" fmla="*/ 0 h 502"/>
                <a:gd name="T22" fmla="*/ 5 w 618"/>
                <a:gd name="T23" fmla="*/ 0 h 502"/>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618"/>
                <a:gd name="T37" fmla="*/ 0 h 502"/>
                <a:gd name="T38" fmla="*/ 618 w 618"/>
                <a:gd name="T39" fmla="*/ 502 h 502"/>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618" h="502">
                  <a:moveTo>
                    <a:pt x="611" y="0"/>
                  </a:moveTo>
                  <a:lnTo>
                    <a:pt x="606" y="2"/>
                  </a:lnTo>
                  <a:lnTo>
                    <a:pt x="0" y="490"/>
                  </a:lnTo>
                  <a:lnTo>
                    <a:pt x="10" y="502"/>
                  </a:lnTo>
                  <a:lnTo>
                    <a:pt x="616" y="14"/>
                  </a:lnTo>
                  <a:lnTo>
                    <a:pt x="611" y="16"/>
                  </a:lnTo>
                  <a:lnTo>
                    <a:pt x="616" y="14"/>
                  </a:lnTo>
                  <a:lnTo>
                    <a:pt x="618" y="9"/>
                  </a:lnTo>
                  <a:lnTo>
                    <a:pt x="617" y="3"/>
                  </a:lnTo>
                  <a:lnTo>
                    <a:pt x="612" y="1"/>
                  </a:lnTo>
                  <a:lnTo>
                    <a:pt x="606" y="2"/>
                  </a:lnTo>
                  <a:lnTo>
                    <a:pt x="611"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7653" name="Freeform 33"/>
            <p:cNvSpPr>
              <a:spLocks/>
            </p:cNvSpPr>
            <p:nvPr/>
          </p:nvSpPr>
          <p:spPr bwMode="auto">
            <a:xfrm>
              <a:off x="876" y="1852"/>
              <a:ext cx="82" cy="373"/>
            </a:xfrm>
            <a:custGeom>
              <a:avLst/>
              <a:gdLst>
                <a:gd name="T0" fmla="*/ 3 w 413"/>
                <a:gd name="T1" fmla="*/ 15 h 1865"/>
                <a:gd name="T2" fmla="*/ 3 w 413"/>
                <a:gd name="T3" fmla="*/ 15 h 1865"/>
                <a:gd name="T4" fmla="*/ 0 w 413"/>
                <a:gd name="T5" fmla="*/ 0 h 1865"/>
                <a:gd name="T6" fmla="*/ 0 w 413"/>
                <a:gd name="T7" fmla="*/ 0 h 1865"/>
                <a:gd name="T8" fmla="*/ 3 w 413"/>
                <a:gd name="T9" fmla="*/ 15 h 1865"/>
                <a:gd name="T10" fmla="*/ 3 w 413"/>
                <a:gd name="T11" fmla="*/ 15 h 1865"/>
                <a:gd name="T12" fmla="*/ 3 w 413"/>
                <a:gd name="T13" fmla="*/ 15 h 1865"/>
                <a:gd name="T14" fmla="*/ 3 w 413"/>
                <a:gd name="T15" fmla="*/ 15 h 1865"/>
                <a:gd name="T16" fmla="*/ 3 w 413"/>
                <a:gd name="T17" fmla="*/ 15 h 1865"/>
                <a:gd name="T18" fmla="*/ 3 w 413"/>
                <a:gd name="T19" fmla="*/ 15 h 1865"/>
                <a:gd name="T20" fmla="*/ 3 w 413"/>
                <a:gd name="T21" fmla="*/ 15 h 1865"/>
                <a:gd name="T22" fmla="*/ 3 w 413"/>
                <a:gd name="T23" fmla="*/ 15 h 186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413"/>
                <a:gd name="T37" fmla="*/ 0 h 1865"/>
                <a:gd name="T38" fmla="*/ 413 w 413"/>
                <a:gd name="T39" fmla="*/ 1865 h 1865"/>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413" h="1865">
                  <a:moveTo>
                    <a:pt x="400" y="1864"/>
                  </a:moveTo>
                  <a:lnTo>
                    <a:pt x="413" y="1856"/>
                  </a:lnTo>
                  <a:lnTo>
                    <a:pt x="17" y="0"/>
                  </a:lnTo>
                  <a:lnTo>
                    <a:pt x="0" y="2"/>
                  </a:lnTo>
                  <a:lnTo>
                    <a:pt x="396" y="1858"/>
                  </a:lnTo>
                  <a:lnTo>
                    <a:pt x="409" y="1850"/>
                  </a:lnTo>
                  <a:lnTo>
                    <a:pt x="396" y="1858"/>
                  </a:lnTo>
                  <a:lnTo>
                    <a:pt x="400" y="1864"/>
                  </a:lnTo>
                  <a:lnTo>
                    <a:pt x="406" y="1865"/>
                  </a:lnTo>
                  <a:lnTo>
                    <a:pt x="410" y="1862"/>
                  </a:lnTo>
                  <a:lnTo>
                    <a:pt x="413" y="1856"/>
                  </a:lnTo>
                  <a:lnTo>
                    <a:pt x="400" y="186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7654" name="Freeform 34"/>
            <p:cNvSpPr>
              <a:spLocks/>
            </p:cNvSpPr>
            <p:nvPr/>
          </p:nvSpPr>
          <p:spPr bwMode="auto">
            <a:xfrm>
              <a:off x="1282" y="1533"/>
              <a:ext cx="35" cy="161"/>
            </a:xfrm>
            <a:custGeom>
              <a:avLst/>
              <a:gdLst>
                <a:gd name="T0" fmla="*/ 1 w 175"/>
                <a:gd name="T1" fmla="*/ 6 h 807"/>
                <a:gd name="T2" fmla="*/ 1 w 175"/>
                <a:gd name="T3" fmla="*/ 6 h 807"/>
                <a:gd name="T4" fmla="*/ 1 w 175"/>
                <a:gd name="T5" fmla="*/ 6 h 807"/>
                <a:gd name="T6" fmla="*/ 1 w 175"/>
                <a:gd name="T7" fmla="*/ 5 h 807"/>
                <a:gd name="T8" fmla="*/ 1 w 175"/>
                <a:gd name="T9" fmla="*/ 5 h 807"/>
                <a:gd name="T10" fmla="*/ 1 w 175"/>
                <a:gd name="T11" fmla="*/ 5 h 807"/>
                <a:gd name="T12" fmla="*/ 1 w 175"/>
                <a:gd name="T13" fmla="*/ 4 h 807"/>
                <a:gd name="T14" fmla="*/ 1 w 175"/>
                <a:gd name="T15" fmla="*/ 4 h 807"/>
                <a:gd name="T16" fmla="*/ 1 w 175"/>
                <a:gd name="T17" fmla="*/ 3 h 807"/>
                <a:gd name="T18" fmla="*/ 1 w 175"/>
                <a:gd name="T19" fmla="*/ 3 h 807"/>
                <a:gd name="T20" fmla="*/ 1 w 175"/>
                <a:gd name="T21" fmla="*/ 3 h 807"/>
                <a:gd name="T22" fmla="*/ 1 w 175"/>
                <a:gd name="T23" fmla="*/ 2 h 807"/>
                <a:gd name="T24" fmla="*/ 1 w 175"/>
                <a:gd name="T25" fmla="*/ 2 h 807"/>
                <a:gd name="T26" fmla="*/ 1 w 175"/>
                <a:gd name="T27" fmla="*/ 2 h 807"/>
                <a:gd name="T28" fmla="*/ 1 w 175"/>
                <a:gd name="T29" fmla="*/ 1 h 807"/>
                <a:gd name="T30" fmla="*/ 1 w 175"/>
                <a:gd name="T31" fmla="*/ 1 h 807"/>
                <a:gd name="T32" fmla="*/ 1 w 175"/>
                <a:gd name="T33" fmla="*/ 1 h 807"/>
                <a:gd name="T34" fmla="*/ 1 w 175"/>
                <a:gd name="T35" fmla="*/ 0 h 807"/>
                <a:gd name="T36" fmla="*/ 1 w 175"/>
                <a:gd name="T37" fmla="*/ 0 h 807"/>
                <a:gd name="T38" fmla="*/ 1 w 175"/>
                <a:gd name="T39" fmla="*/ 0 h 807"/>
                <a:gd name="T40" fmla="*/ 0 w 175"/>
                <a:gd name="T41" fmla="*/ 1 h 807"/>
                <a:gd name="T42" fmla="*/ 0 w 175"/>
                <a:gd name="T43" fmla="*/ 1 h 807"/>
                <a:gd name="T44" fmla="*/ 0 w 175"/>
                <a:gd name="T45" fmla="*/ 1 h 807"/>
                <a:gd name="T46" fmla="*/ 0 w 175"/>
                <a:gd name="T47" fmla="*/ 2 h 807"/>
                <a:gd name="T48" fmla="*/ 0 w 175"/>
                <a:gd name="T49" fmla="*/ 2 h 807"/>
                <a:gd name="T50" fmla="*/ 0 w 175"/>
                <a:gd name="T51" fmla="*/ 3 h 807"/>
                <a:gd name="T52" fmla="*/ 0 w 175"/>
                <a:gd name="T53" fmla="*/ 3 h 807"/>
                <a:gd name="T54" fmla="*/ 0 w 175"/>
                <a:gd name="T55" fmla="*/ 3 h 807"/>
                <a:gd name="T56" fmla="*/ 0 w 175"/>
                <a:gd name="T57" fmla="*/ 4 h 807"/>
                <a:gd name="T58" fmla="*/ 0 w 175"/>
                <a:gd name="T59" fmla="*/ 4 h 807"/>
                <a:gd name="T60" fmla="*/ 0 w 175"/>
                <a:gd name="T61" fmla="*/ 5 h 807"/>
                <a:gd name="T62" fmla="*/ 0 w 175"/>
                <a:gd name="T63" fmla="*/ 5 h 807"/>
                <a:gd name="T64" fmla="*/ 0 w 175"/>
                <a:gd name="T65" fmla="*/ 5 h 807"/>
                <a:gd name="T66" fmla="*/ 1 w 175"/>
                <a:gd name="T67" fmla="*/ 6 h 807"/>
                <a:gd name="T68" fmla="*/ 1 w 175"/>
                <a:gd name="T69" fmla="*/ 6 h 807"/>
                <a:gd name="T70" fmla="*/ 1 w 175"/>
                <a:gd name="T71" fmla="*/ 6 h 807"/>
                <a:gd name="T72" fmla="*/ 1 w 175"/>
                <a:gd name="T73" fmla="*/ 6 h 807"/>
                <a:gd name="T74" fmla="*/ 1 w 175"/>
                <a:gd name="T75" fmla="*/ 6 h 807"/>
                <a:gd name="T76" fmla="*/ 1 w 175"/>
                <a:gd name="T77" fmla="*/ 6 h 807"/>
                <a:gd name="T78" fmla="*/ 1 w 175"/>
                <a:gd name="T79" fmla="*/ 6 h 807"/>
                <a:gd name="T80" fmla="*/ 1 w 175"/>
                <a:gd name="T81" fmla="*/ 6 h 807"/>
                <a:gd name="T82" fmla="*/ 1 w 175"/>
                <a:gd name="T83" fmla="*/ 6 h 807"/>
                <a:gd name="T84" fmla="*/ 1 w 175"/>
                <a:gd name="T85" fmla="*/ 6 h 807"/>
                <a:gd name="T86" fmla="*/ 1 w 175"/>
                <a:gd name="T87" fmla="*/ 6 h 807"/>
                <a:gd name="T88" fmla="*/ 1 w 175"/>
                <a:gd name="T89" fmla="*/ 6 h 807"/>
                <a:gd name="T90" fmla="*/ 1 w 175"/>
                <a:gd name="T91" fmla="*/ 6 h 80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175"/>
                <a:gd name="T139" fmla="*/ 0 h 807"/>
                <a:gd name="T140" fmla="*/ 175 w 175"/>
                <a:gd name="T141" fmla="*/ 807 h 80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175" h="807">
                  <a:moveTo>
                    <a:pt x="169" y="740"/>
                  </a:moveTo>
                  <a:lnTo>
                    <a:pt x="169" y="739"/>
                  </a:lnTo>
                  <a:lnTo>
                    <a:pt x="149" y="698"/>
                  </a:lnTo>
                  <a:lnTo>
                    <a:pt x="133" y="656"/>
                  </a:lnTo>
                  <a:lnTo>
                    <a:pt x="120" y="611"/>
                  </a:lnTo>
                  <a:lnTo>
                    <a:pt x="108" y="565"/>
                  </a:lnTo>
                  <a:lnTo>
                    <a:pt x="100" y="520"/>
                  </a:lnTo>
                  <a:lnTo>
                    <a:pt x="96" y="472"/>
                  </a:lnTo>
                  <a:lnTo>
                    <a:pt x="93" y="425"/>
                  </a:lnTo>
                  <a:lnTo>
                    <a:pt x="93" y="377"/>
                  </a:lnTo>
                  <a:lnTo>
                    <a:pt x="96" y="330"/>
                  </a:lnTo>
                  <a:lnTo>
                    <a:pt x="100" y="283"/>
                  </a:lnTo>
                  <a:lnTo>
                    <a:pt x="106" y="238"/>
                  </a:lnTo>
                  <a:lnTo>
                    <a:pt x="115" y="195"/>
                  </a:lnTo>
                  <a:lnTo>
                    <a:pt x="126" y="153"/>
                  </a:lnTo>
                  <a:lnTo>
                    <a:pt x="139" y="114"/>
                  </a:lnTo>
                  <a:lnTo>
                    <a:pt x="153" y="77"/>
                  </a:lnTo>
                  <a:lnTo>
                    <a:pt x="169" y="43"/>
                  </a:lnTo>
                  <a:lnTo>
                    <a:pt x="87" y="0"/>
                  </a:lnTo>
                  <a:lnTo>
                    <a:pt x="69" y="39"/>
                  </a:lnTo>
                  <a:lnTo>
                    <a:pt x="52" y="81"/>
                  </a:lnTo>
                  <a:lnTo>
                    <a:pt x="37" y="127"/>
                  </a:lnTo>
                  <a:lnTo>
                    <a:pt x="24" y="174"/>
                  </a:lnTo>
                  <a:lnTo>
                    <a:pt x="15" y="222"/>
                  </a:lnTo>
                  <a:lnTo>
                    <a:pt x="7" y="271"/>
                  </a:lnTo>
                  <a:lnTo>
                    <a:pt x="2" y="323"/>
                  </a:lnTo>
                  <a:lnTo>
                    <a:pt x="0" y="374"/>
                  </a:lnTo>
                  <a:lnTo>
                    <a:pt x="0" y="427"/>
                  </a:lnTo>
                  <a:lnTo>
                    <a:pt x="2" y="479"/>
                  </a:lnTo>
                  <a:lnTo>
                    <a:pt x="9" y="531"/>
                  </a:lnTo>
                  <a:lnTo>
                    <a:pt x="17" y="584"/>
                  </a:lnTo>
                  <a:lnTo>
                    <a:pt x="29" y="635"/>
                  </a:lnTo>
                  <a:lnTo>
                    <a:pt x="44" y="686"/>
                  </a:lnTo>
                  <a:lnTo>
                    <a:pt x="65" y="736"/>
                  </a:lnTo>
                  <a:lnTo>
                    <a:pt x="87" y="784"/>
                  </a:lnTo>
                  <a:lnTo>
                    <a:pt x="87" y="782"/>
                  </a:lnTo>
                  <a:lnTo>
                    <a:pt x="87" y="784"/>
                  </a:lnTo>
                  <a:lnTo>
                    <a:pt x="100" y="799"/>
                  </a:lnTo>
                  <a:lnTo>
                    <a:pt x="117" y="807"/>
                  </a:lnTo>
                  <a:lnTo>
                    <a:pt x="134" y="807"/>
                  </a:lnTo>
                  <a:lnTo>
                    <a:pt x="151" y="801"/>
                  </a:lnTo>
                  <a:lnTo>
                    <a:pt x="164" y="791"/>
                  </a:lnTo>
                  <a:lnTo>
                    <a:pt x="173" y="777"/>
                  </a:lnTo>
                  <a:lnTo>
                    <a:pt x="175" y="759"/>
                  </a:lnTo>
                  <a:lnTo>
                    <a:pt x="169" y="739"/>
                  </a:lnTo>
                  <a:lnTo>
                    <a:pt x="169" y="74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7655" name="Freeform 35"/>
            <p:cNvSpPr>
              <a:spLocks/>
            </p:cNvSpPr>
            <p:nvPr/>
          </p:nvSpPr>
          <p:spPr bwMode="auto">
            <a:xfrm>
              <a:off x="1299" y="1681"/>
              <a:ext cx="157" cy="281"/>
            </a:xfrm>
            <a:custGeom>
              <a:avLst/>
              <a:gdLst>
                <a:gd name="T0" fmla="*/ 6 w 787"/>
                <a:gd name="T1" fmla="*/ 11 h 1404"/>
                <a:gd name="T2" fmla="*/ 6 w 787"/>
                <a:gd name="T3" fmla="*/ 11 h 1404"/>
                <a:gd name="T4" fmla="*/ 1 w 787"/>
                <a:gd name="T5" fmla="*/ 0 h 1404"/>
                <a:gd name="T6" fmla="*/ 0 w 787"/>
                <a:gd name="T7" fmla="*/ 0 h 1404"/>
                <a:gd name="T8" fmla="*/ 6 w 787"/>
                <a:gd name="T9" fmla="*/ 11 h 1404"/>
                <a:gd name="T10" fmla="*/ 6 w 787"/>
                <a:gd name="T11" fmla="*/ 11 h 1404"/>
                <a:gd name="T12" fmla="*/ 6 w 787"/>
                <a:gd name="T13" fmla="*/ 11 h 1404"/>
                <a:gd name="T14" fmla="*/ 6 w 787"/>
                <a:gd name="T15" fmla="*/ 11 h 1404"/>
                <a:gd name="T16" fmla="*/ 6 w 787"/>
                <a:gd name="T17" fmla="*/ 11 h 1404"/>
                <a:gd name="T18" fmla="*/ 6 w 787"/>
                <a:gd name="T19" fmla="*/ 11 h 1404"/>
                <a:gd name="T20" fmla="*/ 6 w 787"/>
                <a:gd name="T21" fmla="*/ 11 h 1404"/>
                <a:gd name="T22" fmla="*/ 6 w 787"/>
                <a:gd name="T23" fmla="*/ 11 h 1404"/>
                <a:gd name="T24" fmla="*/ 6 w 787"/>
                <a:gd name="T25" fmla="*/ 11 h 1404"/>
                <a:gd name="T26" fmla="*/ 6 w 787"/>
                <a:gd name="T27" fmla="*/ 11 h 1404"/>
                <a:gd name="T28" fmla="*/ 6 w 787"/>
                <a:gd name="T29" fmla="*/ 11 h 1404"/>
                <a:gd name="T30" fmla="*/ 6 w 787"/>
                <a:gd name="T31" fmla="*/ 11 h 1404"/>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787"/>
                <a:gd name="T49" fmla="*/ 0 h 1404"/>
                <a:gd name="T50" fmla="*/ 787 w 787"/>
                <a:gd name="T51" fmla="*/ 1404 h 1404"/>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787" h="1404">
                  <a:moveTo>
                    <a:pt x="781" y="1334"/>
                  </a:moveTo>
                  <a:lnTo>
                    <a:pt x="781" y="1337"/>
                  </a:lnTo>
                  <a:lnTo>
                    <a:pt x="82" y="0"/>
                  </a:lnTo>
                  <a:lnTo>
                    <a:pt x="0" y="42"/>
                  </a:lnTo>
                  <a:lnTo>
                    <a:pt x="699" y="1379"/>
                  </a:lnTo>
                  <a:lnTo>
                    <a:pt x="699" y="1381"/>
                  </a:lnTo>
                  <a:lnTo>
                    <a:pt x="699" y="1379"/>
                  </a:lnTo>
                  <a:lnTo>
                    <a:pt x="712" y="1395"/>
                  </a:lnTo>
                  <a:lnTo>
                    <a:pt x="727" y="1402"/>
                  </a:lnTo>
                  <a:lnTo>
                    <a:pt x="744" y="1404"/>
                  </a:lnTo>
                  <a:lnTo>
                    <a:pt x="761" y="1398"/>
                  </a:lnTo>
                  <a:lnTo>
                    <a:pt x="775" y="1388"/>
                  </a:lnTo>
                  <a:lnTo>
                    <a:pt x="784" y="1373"/>
                  </a:lnTo>
                  <a:lnTo>
                    <a:pt x="787" y="1357"/>
                  </a:lnTo>
                  <a:lnTo>
                    <a:pt x="781" y="1337"/>
                  </a:lnTo>
                  <a:lnTo>
                    <a:pt x="781" y="13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7656" name="Freeform 36"/>
            <p:cNvSpPr>
              <a:spLocks/>
            </p:cNvSpPr>
            <p:nvPr/>
          </p:nvSpPr>
          <p:spPr bwMode="auto">
            <a:xfrm>
              <a:off x="1439" y="1948"/>
              <a:ext cx="125" cy="76"/>
            </a:xfrm>
            <a:custGeom>
              <a:avLst/>
              <a:gdLst>
                <a:gd name="T0" fmla="*/ 5 w 628"/>
                <a:gd name="T1" fmla="*/ 2 h 383"/>
                <a:gd name="T2" fmla="*/ 5 w 628"/>
                <a:gd name="T3" fmla="*/ 2 h 383"/>
                <a:gd name="T4" fmla="*/ 4 w 628"/>
                <a:gd name="T5" fmla="*/ 2 h 383"/>
                <a:gd name="T6" fmla="*/ 4 w 628"/>
                <a:gd name="T7" fmla="*/ 2 h 383"/>
                <a:gd name="T8" fmla="*/ 4 w 628"/>
                <a:gd name="T9" fmla="*/ 2 h 383"/>
                <a:gd name="T10" fmla="*/ 3 w 628"/>
                <a:gd name="T11" fmla="*/ 2 h 383"/>
                <a:gd name="T12" fmla="*/ 3 w 628"/>
                <a:gd name="T13" fmla="*/ 2 h 383"/>
                <a:gd name="T14" fmla="*/ 3 w 628"/>
                <a:gd name="T15" fmla="*/ 2 h 383"/>
                <a:gd name="T16" fmla="*/ 3 w 628"/>
                <a:gd name="T17" fmla="*/ 2 h 383"/>
                <a:gd name="T18" fmla="*/ 2 w 628"/>
                <a:gd name="T19" fmla="*/ 2 h 383"/>
                <a:gd name="T20" fmla="*/ 2 w 628"/>
                <a:gd name="T21" fmla="*/ 2 h 383"/>
                <a:gd name="T22" fmla="*/ 2 w 628"/>
                <a:gd name="T23" fmla="*/ 1 h 383"/>
                <a:gd name="T24" fmla="*/ 2 w 628"/>
                <a:gd name="T25" fmla="*/ 1 h 383"/>
                <a:gd name="T26" fmla="*/ 1 w 628"/>
                <a:gd name="T27" fmla="*/ 1 h 383"/>
                <a:gd name="T28" fmla="*/ 1 w 628"/>
                <a:gd name="T29" fmla="*/ 1 h 383"/>
                <a:gd name="T30" fmla="*/ 1 w 628"/>
                <a:gd name="T31" fmla="*/ 1 h 383"/>
                <a:gd name="T32" fmla="*/ 1 w 628"/>
                <a:gd name="T33" fmla="*/ 0 h 383"/>
                <a:gd name="T34" fmla="*/ 1 w 628"/>
                <a:gd name="T35" fmla="*/ 0 h 383"/>
                <a:gd name="T36" fmla="*/ 0 w 628"/>
                <a:gd name="T37" fmla="*/ 0 h 383"/>
                <a:gd name="T38" fmla="*/ 0 w 628"/>
                <a:gd name="T39" fmla="*/ 1 h 383"/>
                <a:gd name="T40" fmla="*/ 0 w 628"/>
                <a:gd name="T41" fmla="*/ 1 h 383"/>
                <a:gd name="T42" fmla="*/ 1 w 628"/>
                <a:gd name="T43" fmla="*/ 1 h 383"/>
                <a:gd name="T44" fmla="*/ 1 w 628"/>
                <a:gd name="T45" fmla="*/ 1 h 383"/>
                <a:gd name="T46" fmla="*/ 1 w 628"/>
                <a:gd name="T47" fmla="*/ 2 h 383"/>
                <a:gd name="T48" fmla="*/ 1 w 628"/>
                <a:gd name="T49" fmla="*/ 2 h 383"/>
                <a:gd name="T50" fmla="*/ 2 w 628"/>
                <a:gd name="T51" fmla="*/ 2 h 383"/>
                <a:gd name="T52" fmla="*/ 2 w 628"/>
                <a:gd name="T53" fmla="*/ 2 h 383"/>
                <a:gd name="T54" fmla="*/ 2 w 628"/>
                <a:gd name="T55" fmla="*/ 2 h 383"/>
                <a:gd name="T56" fmla="*/ 3 w 628"/>
                <a:gd name="T57" fmla="*/ 3 h 383"/>
                <a:gd name="T58" fmla="*/ 3 w 628"/>
                <a:gd name="T59" fmla="*/ 3 h 383"/>
                <a:gd name="T60" fmla="*/ 3 w 628"/>
                <a:gd name="T61" fmla="*/ 3 h 383"/>
                <a:gd name="T62" fmla="*/ 4 w 628"/>
                <a:gd name="T63" fmla="*/ 3 h 383"/>
                <a:gd name="T64" fmla="*/ 4 w 628"/>
                <a:gd name="T65" fmla="*/ 3 h 383"/>
                <a:gd name="T66" fmla="*/ 4 w 628"/>
                <a:gd name="T67" fmla="*/ 3 h 383"/>
                <a:gd name="T68" fmla="*/ 5 w 628"/>
                <a:gd name="T69" fmla="*/ 3 h 383"/>
                <a:gd name="T70" fmla="*/ 5 w 628"/>
                <a:gd name="T71" fmla="*/ 3 h 383"/>
                <a:gd name="T72" fmla="*/ 5 w 628"/>
                <a:gd name="T73" fmla="*/ 3 h 383"/>
                <a:gd name="T74" fmla="*/ 5 w 628"/>
                <a:gd name="T75" fmla="*/ 3 h 383"/>
                <a:gd name="T76" fmla="*/ 5 w 628"/>
                <a:gd name="T77" fmla="*/ 3 h 383"/>
                <a:gd name="T78" fmla="*/ 5 w 628"/>
                <a:gd name="T79" fmla="*/ 3 h 383"/>
                <a:gd name="T80" fmla="*/ 5 w 628"/>
                <a:gd name="T81" fmla="*/ 3 h 383"/>
                <a:gd name="T82" fmla="*/ 5 w 628"/>
                <a:gd name="T83" fmla="*/ 3 h 383"/>
                <a:gd name="T84" fmla="*/ 5 w 628"/>
                <a:gd name="T85" fmla="*/ 2 h 383"/>
                <a:gd name="T86" fmla="*/ 5 w 628"/>
                <a:gd name="T87" fmla="*/ 2 h 383"/>
                <a:gd name="T88" fmla="*/ 5 w 628"/>
                <a:gd name="T89" fmla="*/ 2 h 383"/>
                <a:gd name="T90" fmla="*/ 5 w 628"/>
                <a:gd name="T91" fmla="*/ 2 h 38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628"/>
                <a:gd name="T139" fmla="*/ 0 h 383"/>
                <a:gd name="T140" fmla="*/ 628 w 628"/>
                <a:gd name="T141" fmla="*/ 383 h 38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628" h="383">
                  <a:moveTo>
                    <a:pt x="581" y="289"/>
                  </a:moveTo>
                  <a:lnTo>
                    <a:pt x="582" y="289"/>
                  </a:lnTo>
                  <a:lnTo>
                    <a:pt x="541" y="287"/>
                  </a:lnTo>
                  <a:lnTo>
                    <a:pt x="500" y="283"/>
                  </a:lnTo>
                  <a:lnTo>
                    <a:pt x="462" y="276"/>
                  </a:lnTo>
                  <a:lnTo>
                    <a:pt x="424" y="268"/>
                  </a:lnTo>
                  <a:lnTo>
                    <a:pt x="389" y="255"/>
                  </a:lnTo>
                  <a:lnTo>
                    <a:pt x="352" y="242"/>
                  </a:lnTo>
                  <a:lnTo>
                    <a:pt x="320" y="227"/>
                  </a:lnTo>
                  <a:lnTo>
                    <a:pt x="287" y="209"/>
                  </a:lnTo>
                  <a:lnTo>
                    <a:pt x="255" y="189"/>
                  </a:lnTo>
                  <a:lnTo>
                    <a:pt x="226" y="168"/>
                  </a:lnTo>
                  <a:lnTo>
                    <a:pt x="198" y="145"/>
                  </a:lnTo>
                  <a:lnTo>
                    <a:pt x="172" y="119"/>
                  </a:lnTo>
                  <a:lnTo>
                    <a:pt x="146" y="92"/>
                  </a:lnTo>
                  <a:lnTo>
                    <a:pt x="122" y="64"/>
                  </a:lnTo>
                  <a:lnTo>
                    <a:pt x="100" y="33"/>
                  </a:lnTo>
                  <a:lnTo>
                    <a:pt x="82" y="0"/>
                  </a:lnTo>
                  <a:lnTo>
                    <a:pt x="0" y="47"/>
                  </a:lnTo>
                  <a:lnTo>
                    <a:pt x="23" y="85"/>
                  </a:lnTo>
                  <a:lnTo>
                    <a:pt x="49" y="120"/>
                  </a:lnTo>
                  <a:lnTo>
                    <a:pt x="76" y="153"/>
                  </a:lnTo>
                  <a:lnTo>
                    <a:pt x="104" y="185"/>
                  </a:lnTo>
                  <a:lnTo>
                    <a:pt x="137" y="215"/>
                  </a:lnTo>
                  <a:lnTo>
                    <a:pt x="170" y="241"/>
                  </a:lnTo>
                  <a:lnTo>
                    <a:pt x="204" y="267"/>
                  </a:lnTo>
                  <a:lnTo>
                    <a:pt x="240" y="289"/>
                  </a:lnTo>
                  <a:lnTo>
                    <a:pt x="277" y="309"/>
                  </a:lnTo>
                  <a:lnTo>
                    <a:pt x="317" y="329"/>
                  </a:lnTo>
                  <a:lnTo>
                    <a:pt x="358" y="344"/>
                  </a:lnTo>
                  <a:lnTo>
                    <a:pt x="400" y="357"/>
                  </a:lnTo>
                  <a:lnTo>
                    <a:pt x="444" y="367"/>
                  </a:lnTo>
                  <a:lnTo>
                    <a:pt x="488" y="374"/>
                  </a:lnTo>
                  <a:lnTo>
                    <a:pt x="534" y="380"/>
                  </a:lnTo>
                  <a:lnTo>
                    <a:pt x="580" y="383"/>
                  </a:lnTo>
                  <a:lnTo>
                    <a:pt x="581" y="383"/>
                  </a:lnTo>
                  <a:lnTo>
                    <a:pt x="580" y="383"/>
                  </a:lnTo>
                  <a:lnTo>
                    <a:pt x="600" y="379"/>
                  </a:lnTo>
                  <a:lnTo>
                    <a:pt x="615" y="369"/>
                  </a:lnTo>
                  <a:lnTo>
                    <a:pt x="624" y="353"/>
                  </a:lnTo>
                  <a:lnTo>
                    <a:pt x="628" y="337"/>
                  </a:lnTo>
                  <a:lnTo>
                    <a:pt x="625" y="319"/>
                  </a:lnTo>
                  <a:lnTo>
                    <a:pt x="617" y="304"/>
                  </a:lnTo>
                  <a:lnTo>
                    <a:pt x="602" y="294"/>
                  </a:lnTo>
                  <a:lnTo>
                    <a:pt x="582" y="289"/>
                  </a:lnTo>
                  <a:lnTo>
                    <a:pt x="581" y="28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7657" name="Freeform 37"/>
            <p:cNvSpPr>
              <a:spLocks/>
            </p:cNvSpPr>
            <p:nvPr/>
          </p:nvSpPr>
          <p:spPr bwMode="auto">
            <a:xfrm>
              <a:off x="1587" y="1880"/>
              <a:ext cx="85" cy="49"/>
            </a:xfrm>
            <a:custGeom>
              <a:avLst/>
              <a:gdLst>
                <a:gd name="T0" fmla="*/ 3 w 426"/>
                <a:gd name="T1" fmla="*/ 0 h 245"/>
                <a:gd name="T2" fmla="*/ 3 w 426"/>
                <a:gd name="T3" fmla="*/ 0 h 245"/>
                <a:gd name="T4" fmla="*/ 3 w 426"/>
                <a:gd name="T5" fmla="*/ 0 h 245"/>
                <a:gd name="T6" fmla="*/ 3 w 426"/>
                <a:gd name="T7" fmla="*/ 0 h 245"/>
                <a:gd name="T8" fmla="*/ 2 w 426"/>
                <a:gd name="T9" fmla="*/ 0 h 245"/>
                <a:gd name="T10" fmla="*/ 2 w 426"/>
                <a:gd name="T11" fmla="*/ 0 h 245"/>
                <a:gd name="T12" fmla="*/ 2 w 426"/>
                <a:gd name="T13" fmla="*/ 0 h 245"/>
                <a:gd name="T14" fmla="*/ 2 w 426"/>
                <a:gd name="T15" fmla="*/ 0 h 245"/>
                <a:gd name="T16" fmla="*/ 1 w 426"/>
                <a:gd name="T17" fmla="*/ 0 h 245"/>
                <a:gd name="T18" fmla="*/ 1 w 426"/>
                <a:gd name="T19" fmla="*/ 1 h 245"/>
                <a:gd name="T20" fmla="*/ 1 w 426"/>
                <a:gd name="T21" fmla="*/ 1 h 245"/>
                <a:gd name="T22" fmla="*/ 1 w 426"/>
                <a:gd name="T23" fmla="*/ 1 h 245"/>
                <a:gd name="T24" fmla="*/ 0 w 426"/>
                <a:gd name="T25" fmla="*/ 1 h 245"/>
                <a:gd name="T26" fmla="*/ 0 w 426"/>
                <a:gd name="T27" fmla="*/ 1 h 245"/>
                <a:gd name="T28" fmla="*/ 0 w 426"/>
                <a:gd name="T29" fmla="*/ 1 h 245"/>
                <a:gd name="T30" fmla="*/ 0 w 426"/>
                <a:gd name="T31" fmla="*/ 2 h 245"/>
                <a:gd name="T32" fmla="*/ 0 w 426"/>
                <a:gd name="T33" fmla="*/ 2 h 245"/>
                <a:gd name="T34" fmla="*/ 0 w 426"/>
                <a:gd name="T35" fmla="*/ 2 h 245"/>
                <a:gd name="T36" fmla="*/ 0 w 426"/>
                <a:gd name="T37" fmla="*/ 2 h 245"/>
                <a:gd name="T38" fmla="*/ 0 w 426"/>
                <a:gd name="T39" fmla="*/ 2 h 245"/>
                <a:gd name="T40" fmla="*/ 0 w 426"/>
                <a:gd name="T41" fmla="*/ 2 h 245"/>
                <a:gd name="T42" fmla="*/ 0 w 426"/>
                <a:gd name="T43" fmla="*/ 1 h 245"/>
                <a:gd name="T44" fmla="*/ 0 w 426"/>
                <a:gd name="T45" fmla="*/ 1 h 245"/>
                <a:gd name="T46" fmla="*/ 0 w 426"/>
                <a:gd name="T47" fmla="*/ 1 h 245"/>
                <a:gd name="T48" fmla="*/ 1 w 426"/>
                <a:gd name="T49" fmla="*/ 1 h 245"/>
                <a:gd name="T50" fmla="*/ 1 w 426"/>
                <a:gd name="T51" fmla="*/ 1 h 245"/>
                <a:gd name="T52" fmla="*/ 1 w 426"/>
                <a:gd name="T53" fmla="*/ 1 h 245"/>
                <a:gd name="T54" fmla="*/ 1 w 426"/>
                <a:gd name="T55" fmla="*/ 1 h 245"/>
                <a:gd name="T56" fmla="*/ 2 w 426"/>
                <a:gd name="T57" fmla="*/ 0 h 245"/>
                <a:gd name="T58" fmla="*/ 2 w 426"/>
                <a:gd name="T59" fmla="*/ 0 h 245"/>
                <a:gd name="T60" fmla="*/ 2 w 426"/>
                <a:gd name="T61" fmla="*/ 0 h 245"/>
                <a:gd name="T62" fmla="*/ 2 w 426"/>
                <a:gd name="T63" fmla="*/ 0 h 245"/>
                <a:gd name="T64" fmla="*/ 3 w 426"/>
                <a:gd name="T65" fmla="*/ 0 h 245"/>
                <a:gd name="T66" fmla="*/ 3 w 426"/>
                <a:gd name="T67" fmla="*/ 0 h 245"/>
                <a:gd name="T68" fmla="*/ 3 w 426"/>
                <a:gd name="T69" fmla="*/ 0 h 245"/>
                <a:gd name="T70" fmla="*/ 3 w 426"/>
                <a:gd name="T71" fmla="*/ 0 h 245"/>
                <a:gd name="T72" fmla="*/ 3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426" y="0"/>
                  </a:moveTo>
                  <a:lnTo>
                    <a:pt x="426" y="0"/>
                  </a:lnTo>
                  <a:lnTo>
                    <a:pt x="384" y="1"/>
                  </a:lnTo>
                  <a:lnTo>
                    <a:pt x="340" y="4"/>
                  </a:lnTo>
                  <a:lnTo>
                    <a:pt x="300" y="10"/>
                  </a:lnTo>
                  <a:lnTo>
                    <a:pt x="262" y="18"/>
                  </a:lnTo>
                  <a:lnTo>
                    <a:pt x="224" y="29"/>
                  </a:lnTo>
                  <a:lnTo>
                    <a:pt x="189" y="41"/>
                  </a:lnTo>
                  <a:lnTo>
                    <a:pt x="157" y="55"/>
                  </a:lnTo>
                  <a:lnTo>
                    <a:pt x="126" y="70"/>
                  </a:lnTo>
                  <a:lnTo>
                    <a:pt x="99" y="89"/>
                  </a:lnTo>
                  <a:lnTo>
                    <a:pt x="74" y="106"/>
                  </a:lnTo>
                  <a:lnTo>
                    <a:pt x="52" y="126"/>
                  </a:lnTo>
                  <a:lnTo>
                    <a:pt x="34" y="148"/>
                  </a:lnTo>
                  <a:lnTo>
                    <a:pt x="19" y="171"/>
                  </a:lnTo>
                  <a:lnTo>
                    <a:pt x="9" y="194"/>
                  </a:lnTo>
                  <a:lnTo>
                    <a:pt x="3" y="219"/>
                  </a:lnTo>
                  <a:lnTo>
                    <a:pt x="0" y="245"/>
                  </a:lnTo>
                  <a:lnTo>
                    <a:pt x="12" y="245"/>
                  </a:lnTo>
                  <a:lnTo>
                    <a:pt x="15" y="221"/>
                  </a:lnTo>
                  <a:lnTo>
                    <a:pt x="20" y="199"/>
                  </a:lnTo>
                  <a:lnTo>
                    <a:pt x="31" y="178"/>
                  </a:lnTo>
                  <a:lnTo>
                    <a:pt x="44" y="156"/>
                  </a:lnTo>
                  <a:lnTo>
                    <a:pt x="61" y="136"/>
                  </a:lnTo>
                  <a:lnTo>
                    <a:pt x="81" y="116"/>
                  </a:lnTo>
                  <a:lnTo>
                    <a:pt x="106" y="98"/>
                  </a:lnTo>
                  <a:lnTo>
                    <a:pt x="133" y="82"/>
                  </a:lnTo>
                  <a:lnTo>
                    <a:pt x="162" y="66"/>
                  </a:lnTo>
                  <a:lnTo>
                    <a:pt x="194" y="52"/>
                  </a:lnTo>
                  <a:lnTo>
                    <a:pt x="229" y="41"/>
                  </a:lnTo>
                  <a:lnTo>
                    <a:pt x="264" y="30"/>
                  </a:lnTo>
                  <a:lnTo>
                    <a:pt x="303" y="22"/>
                  </a:lnTo>
                  <a:lnTo>
                    <a:pt x="343" y="16"/>
                  </a:lnTo>
                  <a:lnTo>
                    <a:pt x="384" y="12"/>
                  </a:lnTo>
                  <a:lnTo>
                    <a:pt x="426" y="11"/>
                  </a:lnTo>
                  <a:lnTo>
                    <a:pt x="42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7658" name="Freeform 38"/>
            <p:cNvSpPr>
              <a:spLocks/>
            </p:cNvSpPr>
            <p:nvPr/>
          </p:nvSpPr>
          <p:spPr bwMode="auto">
            <a:xfrm>
              <a:off x="1587" y="1929"/>
              <a:ext cx="85" cy="49"/>
            </a:xfrm>
            <a:custGeom>
              <a:avLst/>
              <a:gdLst>
                <a:gd name="T0" fmla="*/ 0 w 426"/>
                <a:gd name="T1" fmla="*/ 0 h 245"/>
                <a:gd name="T2" fmla="*/ 0 w 426"/>
                <a:gd name="T3" fmla="*/ 0 h 245"/>
                <a:gd name="T4" fmla="*/ 0 w 426"/>
                <a:gd name="T5" fmla="*/ 0 h 245"/>
                <a:gd name="T6" fmla="*/ 0 w 426"/>
                <a:gd name="T7" fmla="*/ 0 h 245"/>
                <a:gd name="T8" fmla="*/ 0 w 426"/>
                <a:gd name="T9" fmla="*/ 1 h 245"/>
                <a:gd name="T10" fmla="*/ 0 w 426"/>
                <a:gd name="T11" fmla="*/ 1 h 245"/>
                <a:gd name="T12" fmla="*/ 0 w 426"/>
                <a:gd name="T13" fmla="*/ 1 h 245"/>
                <a:gd name="T14" fmla="*/ 1 w 426"/>
                <a:gd name="T15" fmla="*/ 1 h 245"/>
                <a:gd name="T16" fmla="*/ 1 w 426"/>
                <a:gd name="T17" fmla="*/ 1 h 245"/>
                <a:gd name="T18" fmla="*/ 1 w 426"/>
                <a:gd name="T19" fmla="*/ 1 h 245"/>
                <a:gd name="T20" fmla="*/ 1 w 426"/>
                <a:gd name="T21" fmla="*/ 2 h 245"/>
                <a:gd name="T22" fmla="*/ 2 w 426"/>
                <a:gd name="T23" fmla="*/ 2 h 245"/>
                <a:gd name="T24" fmla="*/ 2 w 426"/>
                <a:gd name="T25" fmla="*/ 2 h 245"/>
                <a:gd name="T26" fmla="*/ 2 w 426"/>
                <a:gd name="T27" fmla="*/ 2 h 245"/>
                <a:gd name="T28" fmla="*/ 2 w 426"/>
                <a:gd name="T29" fmla="*/ 2 h 245"/>
                <a:gd name="T30" fmla="*/ 3 w 426"/>
                <a:gd name="T31" fmla="*/ 2 h 245"/>
                <a:gd name="T32" fmla="*/ 3 w 426"/>
                <a:gd name="T33" fmla="*/ 2 h 245"/>
                <a:gd name="T34" fmla="*/ 3 w 426"/>
                <a:gd name="T35" fmla="*/ 2 h 245"/>
                <a:gd name="T36" fmla="*/ 3 w 426"/>
                <a:gd name="T37" fmla="*/ 2 h 245"/>
                <a:gd name="T38" fmla="*/ 3 w 426"/>
                <a:gd name="T39" fmla="*/ 2 h 245"/>
                <a:gd name="T40" fmla="*/ 3 w 426"/>
                <a:gd name="T41" fmla="*/ 2 h 245"/>
                <a:gd name="T42" fmla="*/ 2 w 426"/>
                <a:gd name="T43" fmla="*/ 2 h 245"/>
                <a:gd name="T44" fmla="*/ 2 w 426"/>
                <a:gd name="T45" fmla="*/ 2 h 245"/>
                <a:gd name="T46" fmla="*/ 2 w 426"/>
                <a:gd name="T47" fmla="*/ 2 h 245"/>
                <a:gd name="T48" fmla="*/ 2 w 426"/>
                <a:gd name="T49" fmla="*/ 2 h 245"/>
                <a:gd name="T50" fmla="*/ 1 w 426"/>
                <a:gd name="T51" fmla="*/ 1 h 245"/>
                <a:gd name="T52" fmla="*/ 1 w 426"/>
                <a:gd name="T53" fmla="*/ 1 h 245"/>
                <a:gd name="T54" fmla="*/ 1 w 426"/>
                <a:gd name="T55" fmla="*/ 1 h 245"/>
                <a:gd name="T56" fmla="*/ 1 w 426"/>
                <a:gd name="T57" fmla="*/ 1 h 245"/>
                <a:gd name="T58" fmla="*/ 0 w 426"/>
                <a:gd name="T59" fmla="*/ 1 h 245"/>
                <a:gd name="T60" fmla="*/ 0 w 426"/>
                <a:gd name="T61" fmla="*/ 1 h 245"/>
                <a:gd name="T62" fmla="*/ 0 w 426"/>
                <a:gd name="T63" fmla="*/ 1 h 245"/>
                <a:gd name="T64" fmla="*/ 0 w 426"/>
                <a:gd name="T65" fmla="*/ 0 h 245"/>
                <a:gd name="T66" fmla="*/ 0 w 426"/>
                <a:gd name="T67" fmla="*/ 0 h 245"/>
                <a:gd name="T68" fmla="*/ 0 w 426"/>
                <a:gd name="T69" fmla="*/ 0 h 245"/>
                <a:gd name="T70" fmla="*/ 0 w 426"/>
                <a:gd name="T71" fmla="*/ 0 h 245"/>
                <a:gd name="T72" fmla="*/ 0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0" y="0"/>
                  </a:moveTo>
                  <a:lnTo>
                    <a:pt x="0" y="0"/>
                  </a:lnTo>
                  <a:lnTo>
                    <a:pt x="3" y="25"/>
                  </a:lnTo>
                  <a:lnTo>
                    <a:pt x="9" y="50"/>
                  </a:lnTo>
                  <a:lnTo>
                    <a:pt x="19" y="73"/>
                  </a:lnTo>
                  <a:lnTo>
                    <a:pt x="34" y="96"/>
                  </a:lnTo>
                  <a:lnTo>
                    <a:pt x="52" y="118"/>
                  </a:lnTo>
                  <a:lnTo>
                    <a:pt x="74" y="138"/>
                  </a:lnTo>
                  <a:lnTo>
                    <a:pt x="99" y="156"/>
                  </a:lnTo>
                  <a:lnTo>
                    <a:pt x="126" y="174"/>
                  </a:lnTo>
                  <a:lnTo>
                    <a:pt x="157" y="190"/>
                  </a:lnTo>
                  <a:lnTo>
                    <a:pt x="189" y="204"/>
                  </a:lnTo>
                  <a:lnTo>
                    <a:pt x="224" y="215"/>
                  </a:lnTo>
                  <a:lnTo>
                    <a:pt x="262" y="226"/>
                  </a:lnTo>
                  <a:lnTo>
                    <a:pt x="300" y="234"/>
                  </a:lnTo>
                  <a:lnTo>
                    <a:pt x="340" y="240"/>
                  </a:lnTo>
                  <a:lnTo>
                    <a:pt x="384" y="244"/>
                  </a:lnTo>
                  <a:lnTo>
                    <a:pt x="426" y="245"/>
                  </a:lnTo>
                  <a:lnTo>
                    <a:pt x="426" y="233"/>
                  </a:lnTo>
                  <a:lnTo>
                    <a:pt x="384" y="232"/>
                  </a:lnTo>
                  <a:lnTo>
                    <a:pt x="343" y="228"/>
                  </a:lnTo>
                  <a:lnTo>
                    <a:pt x="303" y="222"/>
                  </a:lnTo>
                  <a:lnTo>
                    <a:pt x="264" y="214"/>
                  </a:lnTo>
                  <a:lnTo>
                    <a:pt x="229" y="204"/>
                  </a:lnTo>
                  <a:lnTo>
                    <a:pt x="194" y="192"/>
                  </a:lnTo>
                  <a:lnTo>
                    <a:pt x="162" y="178"/>
                  </a:lnTo>
                  <a:lnTo>
                    <a:pt x="133" y="163"/>
                  </a:lnTo>
                  <a:lnTo>
                    <a:pt x="106" y="146"/>
                  </a:lnTo>
                  <a:lnTo>
                    <a:pt x="81" y="129"/>
                  </a:lnTo>
                  <a:lnTo>
                    <a:pt x="61" y="109"/>
                  </a:lnTo>
                  <a:lnTo>
                    <a:pt x="44" y="89"/>
                  </a:lnTo>
                  <a:lnTo>
                    <a:pt x="31" y="66"/>
                  </a:lnTo>
                  <a:lnTo>
                    <a:pt x="20" y="45"/>
                  </a:lnTo>
                  <a:lnTo>
                    <a:pt x="15" y="2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7659" name="Freeform 39"/>
            <p:cNvSpPr>
              <a:spLocks/>
            </p:cNvSpPr>
            <p:nvPr/>
          </p:nvSpPr>
          <p:spPr bwMode="auto">
            <a:xfrm>
              <a:off x="878" y="1448"/>
              <a:ext cx="792" cy="954"/>
            </a:xfrm>
            <a:custGeom>
              <a:avLst/>
              <a:gdLst>
                <a:gd name="T0" fmla="*/ 13 w 3960"/>
                <a:gd name="T1" fmla="*/ 38 h 4768"/>
                <a:gd name="T2" fmla="*/ 14 w 3960"/>
                <a:gd name="T3" fmla="*/ 38 h 4768"/>
                <a:gd name="T4" fmla="*/ 15 w 3960"/>
                <a:gd name="T5" fmla="*/ 38 h 4768"/>
                <a:gd name="T6" fmla="*/ 15 w 3960"/>
                <a:gd name="T7" fmla="*/ 38 h 4768"/>
                <a:gd name="T8" fmla="*/ 16 w 3960"/>
                <a:gd name="T9" fmla="*/ 38 h 4768"/>
                <a:gd name="T10" fmla="*/ 17 w 3960"/>
                <a:gd name="T11" fmla="*/ 38 h 4768"/>
                <a:gd name="T12" fmla="*/ 17 w 3960"/>
                <a:gd name="T13" fmla="*/ 38 h 4768"/>
                <a:gd name="T14" fmla="*/ 18 w 3960"/>
                <a:gd name="T15" fmla="*/ 38 h 4768"/>
                <a:gd name="T16" fmla="*/ 18 w 3960"/>
                <a:gd name="T17" fmla="*/ 38 h 4768"/>
                <a:gd name="T18" fmla="*/ 29 w 3960"/>
                <a:gd name="T19" fmla="*/ 30 h 4768"/>
                <a:gd name="T20" fmla="*/ 30 w 3960"/>
                <a:gd name="T21" fmla="*/ 30 h 4768"/>
                <a:gd name="T22" fmla="*/ 30 w 3960"/>
                <a:gd name="T23" fmla="*/ 29 h 4768"/>
                <a:gd name="T24" fmla="*/ 31 w 3960"/>
                <a:gd name="T25" fmla="*/ 28 h 4768"/>
                <a:gd name="T26" fmla="*/ 31 w 3960"/>
                <a:gd name="T27" fmla="*/ 28 h 4768"/>
                <a:gd name="T28" fmla="*/ 31 w 3960"/>
                <a:gd name="T29" fmla="*/ 27 h 4768"/>
                <a:gd name="T30" fmla="*/ 32 w 3960"/>
                <a:gd name="T31" fmla="*/ 26 h 4768"/>
                <a:gd name="T32" fmla="*/ 32 w 3960"/>
                <a:gd name="T33" fmla="*/ 25 h 4768"/>
                <a:gd name="T34" fmla="*/ 32 w 3960"/>
                <a:gd name="T35" fmla="*/ 11 h 4768"/>
                <a:gd name="T36" fmla="*/ 32 w 3960"/>
                <a:gd name="T37" fmla="*/ 10 h 4768"/>
                <a:gd name="T38" fmla="*/ 31 w 3960"/>
                <a:gd name="T39" fmla="*/ 9 h 4768"/>
                <a:gd name="T40" fmla="*/ 31 w 3960"/>
                <a:gd name="T41" fmla="*/ 9 h 4768"/>
                <a:gd name="T42" fmla="*/ 31 w 3960"/>
                <a:gd name="T43" fmla="*/ 8 h 4768"/>
                <a:gd name="T44" fmla="*/ 31 w 3960"/>
                <a:gd name="T45" fmla="*/ 8 h 4768"/>
                <a:gd name="T46" fmla="*/ 30 w 3960"/>
                <a:gd name="T47" fmla="*/ 7 h 4768"/>
                <a:gd name="T48" fmla="*/ 30 w 3960"/>
                <a:gd name="T49" fmla="*/ 7 h 4768"/>
                <a:gd name="T50" fmla="*/ 29 w 3960"/>
                <a:gd name="T51" fmla="*/ 6 h 4768"/>
                <a:gd name="T52" fmla="*/ 19 w 3960"/>
                <a:gd name="T53" fmla="*/ 1 h 4768"/>
                <a:gd name="T54" fmla="*/ 18 w 3960"/>
                <a:gd name="T55" fmla="*/ 0 h 4768"/>
                <a:gd name="T56" fmla="*/ 17 w 3960"/>
                <a:gd name="T57" fmla="*/ 0 h 4768"/>
                <a:gd name="T58" fmla="*/ 17 w 3960"/>
                <a:gd name="T59" fmla="*/ 0 h 4768"/>
                <a:gd name="T60" fmla="*/ 16 w 3960"/>
                <a:gd name="T61" fmla="*/ 0 h 4768"/>
                <a:gd name="T62" fmla="*/ 15 w 3960"/>
                <a:gd name="T63" fmla="*/ 0 h 4768"/>
                <a:gd name="T64" fmla="*/ 14 w 3960"/>
                <a:gd name="T65" fmla="*/ 0 h 4768"/>
                <a:gd name="T66" fmla="*/ 14 w 3960"/>
                <a:gd name="T67" fmla="*/ 0 h 4768"/>
                <a:gd name="T68" fmla="*/ 2 w 3960"/>
                <a:gd name="T69" fmla="*/ 6 h 4768"/>
                <a:gd name="T70" fmla="*/ 2 w 3960"/>
                <a:gd name="T71" fmla="*/ 7 h 4768"/>
                <a:gd name="T72" fmla="*/ 1 w 3960"/>
                <a:gd name="T73" fmla="*/ 7 h 4768"/>
                <a:gd name="T74" fmla="*/ 1 w 3960"/>
                <a:gd name="T75" fmla="*/ 8 h 4768"/>
                <a:gd name="T76" fmla="*/ 1 w 3960"/>
                <a:gd name="T77" fmla="*/ 8 h 4768"/>
                <a:gd name="T78" fmla="*/ 0 w 3960"/>
                <a:gd name="T79" fmla="*/ 9 h 4768"/>
                <a:gd name="T80" fmla="*/ 0 w 3960"/>
                <a:gd name="T81" fmla="*/ 9 h 4768"/>
                <a:gd name="T82" fmla="*/ 0 w 3960"/>
                <a:gd name="T83" fmla="*/ 10 h 4768"/>
                <a:gd name="T84" fmla="*/ 0 w 3960"/>
                <a:gd name="T85" fmla="*/ 11 h 4768"/>
                <a:gd name="T86" fmla="*/ 0 w 3960"/>
                <a:gd name="T87" fmla="*/ 25 h 4768"/>
                <a:gd name="T88" fmla="*/ 0 w 3960"/>
                <a:gd name="T89" fmla="*/ 26 h 4768"/>
                <a:gd name="T90" fmla="*/ 0 w 3960"/>
                <a:gd name="T91" fmla="*/ 27 h 4768"/>
                <a:gd name="T92" fmla="*/ 1 w 3960"/>
                <a:gd name="T93" fmla="*/ 28 h 4768"/>
                <a:gd name="T94" fmla="*/ 1 w 3960"/>
                <a:gd name="T95" fmla="*/ 29 h 4768"/>
                <a:gd name="T96" fmla="*/ 1 w 3960"/>
                <a:gd name="T97" fmla="*/ 29 h 4768"/>
                <a:gd name="T98" fmla="*/ 2 w 3960"/>
                <a:gd name="T99" fmla="*/ 30 h 4768"/>
                <a:gd name="T100" fmla="*/ 3 w 3960"/>
                <a:gd name="T101" fmla="*/ 31 h 4768"/>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w 3960"/>
                <a:gd name="T154" fmla="*/ 0 h 4768"/>
                <a:gd name="T155" fmla="*/ 3960 w 3960"/>
                <a:gd name="T156" fmla="*/ 4768 h 4768"/>
              </a:gdLst>
              <a:ahLst/>
              <a:cxnLst>
                <a:cxn ang="T102">
                  <a:pos x="T0" y="T1"/>
                </a:cxn>
                <a:cxn ang="T103">
                  <a:pos x="T2" y="T3"/>
                </a:cxn>
                <a:cxn ang="T104">
                  <a:pos x="T4" y="T5"/>
                </a:cxn>
                <a:cxn ang="T105">
                  <a:pos x="T6" y="T7"/>
                </a:cxn>
                <a:cxn ang="T106">
                  <a:pos x="T8" y="T9"/>
                </a:cxn>
                <a:cxn ang="T107">
                  <a:pos x="T10" y="T11"/>
                </a:cxn>
                <a:cxn ang="T108">
                  <a:pos x="T12" y="T13"/>
                </a:cxn>
                <a:cxn ang="T109">
                  <a:pos x="T14" y="T15"/>
                </a:cxn>
                <a:cxn ang="T110">
                  <a:pos x="T16" y="T17"/>
                </a:cxn>
                <a:cxn ang="T111">
                  <a:pos x="T18" y="T19"/>
                </a:cxn>
                <a:cxn ang="T112">
                  <a:pos x="T20" y="T21"/>
                </a:cxn>
                <a:cxn ang="T113">
                  <a:pos x="T22" y="T23"/>
                </a:cxn>
                <a:cxn ang="T114">
                  <a:pos x="T24" y="T25"/>
                </a:cxn>
                <a:cxn ang="T115">
                  <a:pos x="T26" y="T27"/>
                </a:cxn>
                <a:cxn ang="T116">
                  <a:pos x="T28" y="T29"/>
                </a:cxn>
                <a:cxn ang="T117">
                  <a:pos x="T30" y="T31"/>
                </a:cxn>
                <a:cxn ang="T118">
                  <a:pos x="T32" y="T33"/>
                </a:cxn>
                <a:cxn ang="T119">
                  <a:pos x="T34" y="T35"/>
                </a:cxn>
                <a:cxn ang="T120">
                  <a:pos x="T36" y="T37"/>
                </a:cxn>
                <a:cxn ang="T121">
                  <a:pos x="T38" y="T39"/>
                </a:cxn>
                <a:cxn ang="T122">
                  <a:pos x="T40" y="T41"/>
                </a:cxn>
                <a:cxn ang="T123">
                  <a:pos x="T42" y="T43"/>
                </a:cxn>
                <a:cxn ang="T124">
                  <a:pos x="T44" y="T45"/>
                </a:cxn>
                <a:cxn ang="T125">
                  <a:pos x="T46" y="T47"/>
                </a:cxn>
                <a:cxn ang="T126">
                  <a:pos x="T48" y="T49"/>
                </a:cxn>
                <a:cxn ang="T127">
                  <a:pos x="T50" y="T51"/>
                </a:cxn>
                <a:cxn ang="T128">
                  <a:pos x="T52" y="T53"/>
                </a:cxn>
                <a:cxn ang="T129">
                  <a:pos x="T54" y="T55"/>
                </a:cxn>
                <a:cxn ang="T130">
                  <a:pos x="T56" y="T57"/>
                </a:cxn>
                <a:cxn ang="T131">
                  <a:pos x="T58" y="T59"/>
                </a:cxn>
                <a:cxn ang="T132">
                  <a:pos x="T60" y="T61"/>
                </a:cxn>
                <a:cxn ang="T133">
                  <a:pos x="T62" y="T63"/>
                </a:cxn>
                <a:cxn ang="T134">
                  <a:pos x="T64" y="T65"/>
                </a:cxn>
                <a:cxn ang="T135">
                  <a:pos x="T66" y="T67"/>
                </a:cxn>
                <a:cxn ang="T136">
                  <a:pos x="T68" y="T69"/>
                </a:cxn>
                <a:cxn ang="T137">
                  <a:pos x="T70" y="T71"/>
                </a:cxn>
                <a:cxn ang="T138">
                  <a:pos x="T72" y="T73"/>
                </a:cxn>
                <a:cxn ang="T139">
                  <a:pos x="T74" y="T75"/>
                </a:cxn>
                <a:cxn ang="T140">
                  <a:pos x="T76" y="T77"/>
                </a:cxn>
                <a:cxn ang="T141">
                  <a:pos x="T78" y="T79"/>
                </a:cxn>
                <a:cxn ang="T142">
                  <a:pos x="T80" y="T81"/>
                </a:cxn>
                <a:cxn ang="T143">
                  <a:pos x="T82" y="T83"/>
                </a:cxn>
                <a:cxn ang="T144">
                  <a:pos x="T84" y="T85"/>
                </a:cxn>
                <a:cxn ang="T145">
                  <a:pos x="T86" y="T87"/>
                </a:cxn>
                <a:cxn ang="T146">
                  <a:pos x="T88" y="T89"/>
                </a:cxn>
                <a:cxn ang="T147">
                  <a:pos x="T90" y="T91"/>
                </a:cxn>
                <a:cxn ang="T148">
                  <a:pos x="T92" y="T93"/>
                </a:cxn>
                <a:cxn ang="T149">
                  <a:pos x="T94" y="T95"/>
                </a:cxn>
                <a:cxn ang="T150">
                  <a:pos x="T96" y="T97"/>
                </a:cxn>
                <a:cxn ang="T151">
                  <a:pos x="T98" y="T99"/>
                </a:cxn>
                <a:cxn ang="T152">
                  <a:pos x="T100" y="T101"/>
                </a:cxn>
              </a:cxnLst>
              <a:rect l="T153" t="T154" r="T155" b="T156"/>
              <a:pathLst>
                <a:path w="3960" h="4768">
                  <a:moveTo>
                    <a:pt x="353" y="3849"/>
                  </a:moveTo>
                  <a:lnTo>
                    <a:pt x="1661" y="4700"/>
                  </a:lnTo>
                  <a:lnTo>
                    <a:pt x="1697" y="4717"/>
                  </a:lnTo>
                  <a:lnTo>
                    <a:pt x="1736" y="4731"/>
                  </a:lnTo>
                  <a:lnTo>
                    <a:pt x="1776" y="4742"/>
                  </a:lnTo>
                  <a:lnTo>
                    <a:pt x="1818" y="4753"/>
                  </a:lnTo>
                  <a:lnTo>
                    <a:pt x="1860" y="4760"/>
                  </a:lnTo>
                  <a:lnTo>
                    <a:pt x="1902" y="4765"/>
                  </a:lnTo>
                  <a:lnTo>
                    <a:pt x="1946" y="4768"/>
                  </a:lnTo>
                  <a:lnTo>
                    <a:pt x="1988" y="4768"/>
                  </a:lnTo>
                  <a:lnTo>
                    <a:pt x="2031" y="4767"/>
                  </a:lnTo>
                  <a:lnTo>
                    <a:pt x="2073" y="4763"/>
                  </a:lnTo>
                  <a:lnTo>
                    <a:pt x="2114" y="4758"/>
                  </a:lnTo>
                  <a:lnTo>
                    <a:pt x="2154" y="4751"/>
                  </a:lnTo>
                  <a:lnTo>
                    <a:pt x="2193" y="4740"/>
                  </a:lnTo>
                  <a:lnTo>
                    <a:pt x="2230" y="4729"/>
                  </a:lnTo>
                  <a:lnTo>
                    <a:pt x="2264" y="4715"/>
                  </a:lnTo>
                  <a:lnTo>
                    <a:pt x="2297" y="4700"/>
                  </a:lnTo>
                  <a:lnTo>
                    <a:pt x="3639" y="3825"/>
                  </a:lnTo>
                  <a:lnTo>
                    <a:pt x="3673" y="3795"/>
                  </a:lnTo>
                  <a:lnTo>
                    <a:pt x="3707" y="3761"/>
                  </a:lnTo>
                  <a:lnTo>
                    <a:pt x="3738" y="3725"/>
                  </a:lnTo>
                  <a:lnTo>
                    <a:pt x="3768" y="3685"/>
                  </a:lnTo>
                  <a:lnTo>
                    <a:pt x="3796" y="3644"/>
                  </a:lnTo>
                  <a:lnTo>
                    <a:pt x="3821" y="3599"/>
                  </a:lnTo>
                  <a:lnTo>
                    <a:pt x="3846" y="3553"/>
                  </a:lnTo>
                  <a:lnTo>
                    <a:pt x="3868" y="3505"/>
                  </a:lnTo>
                  <a:lnTo>
                    <a:pt x="3888" y="3456"/>
                  </a:lnTo>
                  <a:lnTo>
                    <a:pt x="3907" y="3406"/>
                  </a:lnTo>
                  <a:lnTo>
                    <a:pt x="3922" y="3354"/>
                  </a:lnTo>
                  <a:lnTo>
                    <a:pt x="3935" y="3303"/>
                  </a:lnTo>
                  <a:lnTo>
                    <a:pt x="3946" y="3250"/>
                  </a:lnTo>
                  <a:lnTo>
                    <a:pt x="3953" y="3197"/>
                  </a:lnTo>
                  <a:lnTo>
                    <a:pt x="3957" y="3144"/>
                  </a:lnTo>
                  <a:lnTo>
                    <a:pt x="3960" y="3092"/>
                  </a:lnTo>
                  <a:lnTo>
                    <a:pt x="3959" y="1313"/>
                  </a:lnTo>
                  <a:lnTo>
                    <a:pt x="3955" y="1271"/>
                  </a:lnTo>
                  <a:lnTo>
                    <a:pt x="3949" y="1229"/>
                  </a:lnTo>
                  <a:lnTo>
                    <a:pt x="3941" y="1189"/>
                  </a:lnTo>
                  <a:lnTo>
                    <a:pt x="3930" y="1149"/>
                  </a:lnTo>
                  <a:lnTo>
                    <a:pt x="3918" y="1111"/>
                  </a:lnTo>
                  <a:lnTo>
                    <a:pt x="3902" y="1075"/>
                  </a:lnTo>
                  <a:lnTo>
                    <a:pt x="3886" y="1040"/>
                  </a:lnTo>
                  <a:lnTo>
                    <a:pt x="3867" y="1006"/>
                  </a:lnTo>
                  <a:lnTo>
                    <a:pt x="3846" y="973"/>
                  </a:lnTo>
                  <a:lnTo>
                    <a:pt x="3823" y="942"/>
                  </a:lnTo>
                  <a:lnTo>
                    <a:pt x="3798" y="913"/>
                  </a:lnTo>
                  <a:lnTo>
                    <a:pt x="3771" y="886"/>
                  </a:lnTo>
                  <a:lnTo>
                    <a:pt x="3743" y="860"/>
                  </a:lnTo>
                  <a:lnTo>
                    <a:pt x="3714" y="837"/>
                  </a:lnTo>
                  <a:lnTo>
                    <a:pt x="3682" y="816"/>
                  </a:lnTo>
                  <a:lnTo>
                    <a:pt x="3649" y="796"/>
                  </a:lnTo>
                  <a:lnTo>
                    <a:pt x="2386" y="83"/>
                  </a:lnTo>
                  <a:lnTo>
                    <a:pt x="2350" y="65"/>
                  </a:lnTo>
                  <a:lnTo>
                    <a:pt x="2310" y="50"/>
                  </a:lnTo>
                  <a:lnTo>
                    <a:pt x="2268" y="36"/>
                  </a:lnTo>
                  <a:lnTo>
                    <a:pt x="2223" y="24"/>
                  </a:lnTo>
                  <a:lnTo>
                    <a:pt x="2178" y="15"/>
                  </a:lnTo>
                  <a:lnTo>
                    <a:pt x="2131" y="8"/>
                  </a:lnTo>
                  <a:lnTo>
                    <a:pt x="2082" y="3"/>
                  </a:lnTo>
                  <a:lnTo>
                    <a:pt x="2032" y="0"/>
                  </a:lnTo>
                  <a:lnTo>
                    <a:pt x="1982" y="1"/>
                  </a:lnTo>
                  <a:lnTo>
                    <a:pt x="1933" y="3"/>
                  </a:lnTo>
                  <a:lnTo>
                    <a:pt x="1882" y="9"/>
                  </a:lnTo>
                  <a:lnTo>
                    <a:pt x="1833" y="17"/>
                  </a:lnTo>
                  <a:lnTo>
                    <a:pt x="1785" y="29"/>
                  </a:lnTo>
                  <a:lnTo>
                    <a:pt x="1737" y="43"/>
                  </a:lnTo>
                  <a:lnTo>
                    <a:pt x="1691" y="62"/>
                  </a:lnTo>
                  <a:lnTo>
                    <a:pt x="1647" y="83"/>
                  </a:lnTo>
                  <a:lnTo>
                    <a:pt x="311" y="782"/>
                  </a:lnTo>
                  <a:lnTo>
                    <a:pt x="276" y="803"/>
                  </a:lnTo>
                  <a:lnTo>
                    <a:pt x="243" y="826"/>
                  </a:lnTo>
                  <a:lnTo>
                    <a:pt x="213" y="852"/>
                  </a:lnTo>
                  <a:lnTo>
                    <a:pt x="184" y="879"/>
                  </a:lnTo>
                  <a:lnTo>
                    <a:pt x="155" y="908"/>
                  </a:lnTo>
                  <a:lnTo>
                    <a:pt x="131" y="939"/>
                  </a:lnTo>
                  <a:lnTo>
                    <a:pt x="107" y="971"/>
                  </a:lnTo>
                  <a:lnTo>
                    <a:pt x="86" y="1005"/>
                  </a:lnTo>
                  <a:lnTo>
                    <a:pt x="68" y="1040"/>
                  </a:lnTo>
                  <a:lnTo>
                    <a:pt x="50" y="1076"/>
                  </a:lnTo>
                  <a:lnTo>
                    <a:pt x="36" y="1115"/>
                  </a:lnTo>
                  <a:lnTo>
                    <a:pt x="23" y="1153"/>
                  </a:lnTo>
                  <a:lnTo>
                    <a:pt x="14" y="1195"/>
                  </a:lnTo>
                  <a:lnTo>
                    <a:pt x="7" y="1236"/>
                  </a:lnTo>
                  <a:lnTo>
                    <a:pt x="2" y="1279"/>
                  </a:lnTo>
                  <a:lnTo>
                    <a:pt x="0" y="1322"/>
                  </a:lnTo>
                  <a:lnTo>
                    <a:pt x="0" y="3093"/>
                  </a:lnTo>
                  <a:lnTo>
                    <a:pt x="2" y="3147"/>
                  </a:lnTo>
                  <a:lnTo>
                    <a:pt x="7" y="3202"/>
                  </a:lnTo>
                  <a:lnTo>
                    <a:pt x="15" y="3257"/>
                  </a:lnTo>
                  <a:lnTo>
                    <a:pt x="27" y="3312"/>
                  </a:lnTo>
                  <a:lnTo>
                    <a:pt x="42" y="3366"/>
                  </a:lnTo>
                  <a:lnTo>
                    <a:pt x="59" y="3420"/>
                  </a:lnTo>
                  <a:lnTo>
                    <a:pt x="79" y="3474"/>
                  </a:lnTo>
                  <a:lnTo>
                    <a:pt x="102" y="3525"/>
                  </a:lnTo>
                  <a:lnTo>
                    <a:pt x="127" y="3576"/>
                  </a:lnTo>
                  <a:lnTo>
                    <a:pt x="154" y="3624"/>
                  </a:lnTo>
                  <a:lnTo>
                    <a:pt x="184" y="3670"/>
                  </a:lnTo>
                  <a:lnTo>
                    <a:pt x="214" y="3712"/>
                  </a:lnTo>
                  <a:lnTo>
                    <a:pt x="247" y="3752"/>
                  </a:lnTo>
                  <a:lnTo>
                    <a:pt x="281" y="3788"/>
                  </a:lnTo>
                  <a:lnTo>
                    <a:pt x="317" y="3821"/>
                  </a:lnTo>
                  <a:lnTo>
                    <a:pt x="353" y="384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7660" name="Freeform 40"/>
            <p:cNvSpPr>
              <a:spLocks/>
            </p:cNvSpPr>
            <p:nvPr/>
          </p:nvSpPr>
          <p:spPr bwMode="auto">
            <a:xfrm>
              <a:off x="943" y="2210"/>
              <a:ext cx="276" cy="187"/>
            </a:xfrm>
            <a:custGeom>
              <a:avLst/>
              <a:gdLst>
                <a:gd name="T0" fmla="*/ 11 w 1380"/>
                <a:gd name="T1" fmla="*/ 7 h 937"/>
                <a:gd name="T2" fmla="*/ 11 w 1380"/>
                <a:gd name="T3" fmla="*/ 7 h 937"/>
                <a:gd name="T4" fmla="*/ 0 w 1380"/>
                <a:gd name="T5" fmla="*/ 0 h 937"/>
                <a:gd name="T6" fmla="*/ 0 w 1380"/>
                <a:gd name="T7" fmla="*/ 1 h 937"/>
                <a:gd name="T8" fmla="*/ 10 w 1380"/>
                <a:gd name="T9" fmla="*/ 7 h 937"/>
                <a:gd name="T10" fmla="*/ 10 w 1380"/>
                <a:gd name="T11" fmla="*/ 7 h 937"/>
                <a:gd name="T12" fmla="*/ 10 w 1380"/>
                <a:gd name="T13" fmla="*/ 7 h 937"/>
                <a:gd name="T14" fmla="*/ 11 w 1380"/>
                <a:gd name="T15" fmla="*/ 7 h 937"/>
                <a:gd name="T16" fmla="*/ 11 w 1380"/>
                <a:gd name="T17" fmla="*/ 7 h 937"/>
                <a:gd name="T18" fmla="*/ 11 w 1380"/>
                <a:gd name="T19" fmla="*/ 7 h 937"/>
                <a:gd name="T20" fmla="*/ 11 w 1380"/>
                <a:gd name="T21" fmla="*/ 7 h 937"/>
                <a:gd name="T22" fmla="*/ 11 w 1380"/>
                <a:gd name="T23" fmla="*/ 7 h 937"/>
                <a:gd name="T24" fmla="*/ 11 w 1380"/>
                <a:gd name="T25" fmla="*/ 7 h 937"/>
                <a:gd name="T26" fmla="*/ 11 w 1380"/>
                <a:gd name="T27" fmla="*/ 7 h 937"/>
                <a:gd name="T28" fmla="*/ 11 w 1380"/>
                <a:gd name="T29" fmla="*/ 7 h 937"/>
                <a:gd name="T30" fmla="*/ 11 w 1380"/>
                <a:gd name="T31" fmla="*/ 7 h 93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80"/>
                <a:gd name="T49" fmla="*/ 0 h 937"/>
                <a:gd name="T50" fmla="*/ 1380 w 1380"/>
                <a:gd name="T51" fmla="*/ 937 h 93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80" h="937">
                  <a:moveTo>
                    <a:pt x="1354" y="848"/>
                  </a:moveTo>
                  <a:lnTo>
                    <a:pt x="1359" y="851"/>
                  </a:lnTo>
                  <a:lnTo>
                    <a:pt x="51" y="0"/>
                  </a:lnTo>
                  <a:lnTo>
                    <a:pt x="0" y="78"/>
                  </a:lnTo>
                  <a:lnTo>
                    <a:pt x="1307" y="929"/>
                  </a:lnTo>
                  <a:lnTo>
                    <a:pt x="1312" y="932"/>
                  </a:lnTo>
                  <a:lnTo>
                    <a:pt x="1307" y="929"/>
                  </a:lnTo>
                  <a:lnTo>
                    <a:pt x="1326" y="937"/>
                  </a:lnTo>
                  <a:lnTo>
                    <a:pt x="1345" y="936"/>
                  </a:lnTo>
                  <a:lnTo>
                    <a:pt x="1360" y="929"/>
                  </a:lnTo>
                  <a:lnTo>
                    <a:pt x="1372" y="916"/>
                  </a:lnTo>
                  <a:lnTo>
                    <a:pt x="1379" y="899"/>
                  </a:lnTo>
                  <a:lnTo>
                    <a:pt x="1380" y="883"/>
                  </a:lnTo>
                  <a:lnTo>
                    <a:pt x="1374" y="865"/>
                  </a:lnTo>
                  <a:lnTo>
                    <a:pt x="1359" y="851"/>
                  </a:lnTo>
                  <a:lnTo>
                    <a:pt x="1354" y="84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7661" name="Freeform 41"/>
            <p:cNvSpPr>
              <a:spLocks/>
            </p:cNvSpPr>
            <p:nvPr/>
          </p:nvSpPr>
          <p:spPr bwMode="auto">
            <a:xfrm>
              <a:off x="1206" y="2379"/>
              <a:ext cx="140" cy="32"/>
            </a:xfrm>
            <a:custGeom>
              <a:avLst/>
              <a:gdLst>
                <a:gd name="T0" fmla="*/ 5 w 703"/>
                <a:gd name="T1" fmla="*/ 0 h 162"/>
                <a:gd name="T2" fmla="*/ 5 w 703"/>
                <a:gd name="T3" fmla="*/ 0 h 162"/>
                <a:gd name="T4" fmla="*/ 5 w 703"/>
                <a:gd name="T5" fmla="*/ 0 h 162"/>
                <a:gd name="T6" fmla="*/ 5 w 703"/>
                <a:gd name="T7" fmla="*/ 0 h 162"/>
                <a:gd name="T8" fmla="*/ 4 w 703"/>
                <a:gd name="T9" fmla="*/ 0 h 162"/>
                <a:gd name="T10" fmla="*/ 4 w 703"/>
                <a:gd name="T11" fmla="*/ 0 h 162"/>
                <a:gd name="T12" fmla="*/ 4 w 703"/>
                <a:gd name="T13" fmla="*/ 0 h 162"/>
                <a:gd name="T14" fmla="*/ 3 w 703"/>
                <a:gd name="T15" fmla="*/ 1 h 162"/>
                <a:gd name="T16" fmla="*/ 3 w 703"/>
                <a:gd name="T17" fmla="*/ 1 h 162"/>
                <a:gd name="T18" fmla="*/ 3 w 703"/>
                <a:gd name="T19" fmla="*/ 1 h 162"/>
                <a:gd name="T20" fmla="*/ 2 w 703"/>
                <a:gd name="T21" fmla="*/ 1 h 162"/>
                <a:gd name="T22" fmla="*/ 2 w 703"/>
                <a:gd name="T23" fmla="*/ 1 h 162"/>
                <a:gd name="T24" fmla="*/ 2 w 703"/>
                <a:gd name="T25" fmla="*/ 0 h 162"/>
                <a:gd name="T26" fmla="*/ 1 w 703"/>
                <a:gd name="T27" fmla="*/ 0 h 162"/>
                <a:gd name="T28" fmla="*/ 1 w 703"/>
                <a:gd name="T29" fmla="*/ 0 h 162"/>
                <a:gd name="T30" fmla="*/ 1 w 703"/>
                <a:gd name="T31" fmla="*/ 0 h 162"/>
                <a:gd name="T32" fmla="*/ 1 w 703"/>
                <a:gd name="T33" fmla="*/ 0 h 162"/>
                <a:gd name="T34" fmla="*/ 0 w 703"/>
                <a:gd name="T35" fmla="*/ 0 h 162"/>
                <a:gd name="T36" fmla="*/ 0 w 703"/>
                <a:gd name="T37" fmla="*/ 1 h 162"/>
                <a:gd name="T38" fmla="*/ 0 w 703"/>
                <a:gd name="T39" fmla="*/ 1 h 162"/>
                <a:gd name="T40" fmla="*/ 1 w 703"/>
                <a:gd name="T41" fmla="*/ 1 h 162"/>
                <a:gd name="T42" fmla="*/ 1 w 703"/>
                <a:gd name="T43" fmla="*/ 1 h 162"/>
                <a:gd name="T44" fmla="*/ 1 w 703"/>
                <a:gd name="T45" fmla="*/ 1 h 162"/>
                <a:gd name="T46" fmla="*/ 2 w 703"/>
                <a:gd name="T47" fmla="*/ 1 h 162"/>
                <a:gd name="T48" fmla="*/ 2 w 703"/>
                <a:gd name="T49" fmla="*/ 1 h 162"/>
                <a:gd name="T50" fmla="*/ 2 w 703"/>
                <a:gd name="T51" fmla="*/ 1 h 162"/>
                <a:gd name="T52" fmla="*/ 3 w 703"/>
                <a:gd name="T53" fmla="*/ 1 h 162"/>
                <a:gd name="T54" fmla="*/ 3 w 703"/>
                <a:gd name="T55" fmla="*/ 1 h 162"/>
                <a:gd name="T56" fmla="*/ 3 w 703"/>
                <a:gd name="T57" fmla="*/ 1 h 162"/>
                <a:gd name="T58" fmla="*/ 4 w 703"/>
                <a:gd name="T59" fmla="*/ 1 h 162"/>
                <a:gd name="T60" fmla="*/ 4 w 703"/>
                <a:gd name="T61" fmla="*/ 1 h 162"/>
                <a:gd name="T62" fmla="*/ 5 w 703"/>
                <a:gd name="T63" fmla="*/ 1 h 162"/>
                <a:gd name="T64" fmla="*/ 5 w 703"/>
                <a:gd name="T65" fmla="*/ 1 h 162"/>
                <a:gd name="T66" fmla="*/ 5 w 703"/>
                <a:gd name="T67" fmla="*/ 1 h 162"/>
                <a:gd name="T68" fmla="*/ 5 w 703"/>
                <a:gd name="T69" fmla="*/ 1 h 162"/>
                <a:gd name="T70" fmla="*/ 5 w 703"/>
                <a:gd name="T71" fmla="*/ 1 h 162"/>
                <a:gd name="T72" fmla="*/ 5 w 703"/>
                <a:gd name="T73" fmla="*/ 1 h 162"/>
                <a:gd name="T74" fmla="*/ 5 w 703"/>
                <a:gd name="T75" fmla="*/ 1 h 162"/>
                <a:gd name="T76" fmla="*/ 6 w 703"/>
                <a:gd name="T77" fmla="*/ 0 h 162"/>
                <a:gd name="T78" fmla="*/ 6 w 703"/>
                <a:gd name="T79" fmla="*/ 0 h 162"/>
                <a:gd name="T80" fmla="*/ 6 w 703"/>
                <a:gd name="T81" fmla="*/ 0 h 162"/>
                <a:gd name="T82" fmla="*/ 5 w 703"/>
                <a:gd name="T83" fmla="*/ 0 h 162"/>
                <a:gd name="T84" fmla="*/ 5 w 703"/>
                <a:gd name="T85" fmla="*/ 0 h 162"/>
                <a:gd name="T86" fmla="*/ 5 w 703"/>
                <a:gd name="T87" fmla="*/ 0 h 162"/>
                <a:gd name="T88" fmla="*/ 5 w 703"/>
                <a:gd name="T89" fmla="*/ 0 h 162"/>
                <a:gd name="T90" fmla="*/ 5 w 703"/>
                <a:gd name="T91" fmla="*/ 0 h 162"/>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703"/>
                <a:gd name="T139" fmla="*/ 0 h 162"/>
                <a:gd name="T140" fmla="*/ 703 w 703"/>
                <a:gd name="T141" fmla="*/ 162 h 162"/>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703" h="162">
                  <a:moveTo>
                    <a:pt x="631" y="8"/>
                  </a:moveTo>
                  <a:lnTo>
                    <a:pt x="636" y="6"/>
                  </a:lnTo>
                  <a:lnTo>
                    <a:pt x="606" y="20"/>
                  </a:lnTo>
                  <a:lnTo>
                    <a:pt x="575" y="32"/>
                  </a:lnTo>
                  <a:lnTo>
                    <a:pt x="540" y="42"/>
                  </a:lnTo>
                  <a:lnTo>
                    <a:pt x="504" y="52"/>
                  </a:lnTo>
                  <a:lnTo>
                    <a:pt x="467" y="59"/>
                  </a:lnTo>
                  <a:lnTo>
                    <a:pt x="428" y="64"/>
                  </a:lnTo>
                  <a:lnTo>
                    <a:pt x="389" y="67"/>
                  </a:lnTo>
                  <a:lnTo>
                    <a:pt x="348" y="68"/>
                  </a:lnTo>
                  <a:lnTo>
                    <a:pt x="308" y="68"/>
                  </a:lnTo>
                  <a:lnTo>
                    <a:pt x="267" y="65"/>
                  </a:lnTo>
                  <a:lnTo>
                    <a:pt x="226" y="61"/>
                  </a:lnTo>
                  <a:lnTo>
                    <a:pt x="187" y="54"/>
                  </a:lnTo>
                  <a:lnTo>
                    <a:pt x="148" y="44"/>
                  </a:lnTo>
                  <a:lnTo>
                    <a:pt x="110" y="33"/>
                  </a:lnTo>
                  <a:lnTo>
                    <a:pt x="75" y="20"/>
                  </a:lnTo>
                  <a:lnTo>
                    <a:pt x="42" y="5"/>
                  </a:lnTo>
                  <a:lnTo>
                    <a:pt x="0" y="89"/>
                  </a:lnTo>
                  <a:lnTo>
                    <a:pt x="40" y="107"/>
                  </a:lnTo>
                  <a:lnTo>
                    <a:pt x="82" y="122"/>
                  </a:lnTo>
                  <a:lnTo>
                    <a:pt x="124" y="135"/>
                  </a:lnTo>
                  <a:lnTo>
                    <a:pt x="169" y="146"/>
                  </a:lnTo>
                  <a:lnTo>
                    <a:pt x="214" y="153"/>
                  </a:lnTo>
                  <a:lnTo>
                    <a:pt x="258" y="158"/>
                  </a:lnTo>
                  <a:lnTo>
                    <a:pt x="303" y="162"/>
                  </a:lnTo>
                  <a:lnTo>
                    <a:pt x="348" y="162"/>
                  </a:lnTo>
                  <a:lnTo>
                    <a:pt x="394" y="161"/>
                  </a:lnTo>
                  <a:lnTo>
                    <a:pt x="439" y="157"/>
                  </a:lnTo>
                  <a:lnTo>
                    <a:pt x="481" y="150"/>
                  </a:lnTo>
                  <a:lnTo>
                    <a:pt x="525" y="143"/>
                  </a:lnTo>
                  <a:lnTo>
                    <a:pt x="566" y="132"/>
                  </a:lnTo>
                  <a:lnTo>
                    <a:pt x="606" y="121"/>
                  </a:lnTo>
                  <a:lnTo>
                    <a:pt x="643" y="105"/>
                  </a:lnTo>
                  <a:lnTo>
                    <a:pt x="678" y="88"/>
                  </a:lnTo>
                  <a:lnTo>
                    <a:pt x="683" y="86"/>
                  </a:lnTo>
                  <a:lnTo>
                    <a:pt x="678" y="88"/>
                  </a:lnTo>
                  <a:lnTo>
                    <a:pt x="695" y="75"/>
                  </a:lnTo>
                  <a:lnTo>
                    <a:pt x="702" y="60"/>
                  </a:lnTo>
                  <a:lnTo>
                    <a:pt x="703" y="42"/>
                  </a:lnTo>
                  <a:lnTo>
                    <a:pt x="698" y="26"/>
                  </a:lnTo>
                  <a:lnTo>
                    <a:pt x="688" y="12"/>
                  </a:lnTo>
                  <a:lnTo>
                    <a:pt x="674" y="3"/>
                  </a:lnTo>
                  <a:lnTo>
                    <a:pt x="656" y="0"/>
                  </a:lnTo>
                  <a:lnTo>
                    <a:pt x="636" y="6"/>
                  </a:lnTo>
                  <a:lnTo>
                    <a:pt x="631"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7662" name="Freeform 42"/>
            <p:cNvSpPr>
              <a:spLocks/>
            </p:cNvSpPr>
            <p:nvPr/>
          </p:nvSpPr>
          <p:spPr bwMode="auto">
            <a:xfrm>
              <a:off x="1332" y="2204"/>
              <a:ext cx="283" cy="192"/>
            </a:xfrm>
            <a:custGeom>
              <a:avLst/>
              <a:gdLst>
                <a:gd name="T0" fmla="*/ 11 w 1415"/>
                <a:gd name="T1" fmla="*/ 0 h 960"/>
                <a:gd name="T2" fmla="*/ 11 w 1415"/>
                <a:gd name="T3" fmla="*/ 0 h 960"/>
                <a:gd name="T4" fmla="*/ 0 w 1415"/>
                <a:gd name="T5" fmla="*/ 7 h 960"/>
                <a:gd name="T6" fmla="*/ 0 w 1415"/>
                <a:gd name="T7" fmla="*/ 8 h 960"/>
                <a:gd name="T8" fmla="*/ 11 w 1415"/>
                <a:gd name="T9" fmla="*/ 1 h 960"/>
                <a:gd name="T10" fmla="*/ 11 w 1415"/>
                <a:gd name="T11" fmla="*/ 1 h 960"/>
                <a:gd name="T12" fmla="*/ 11 w 1415"/>
                <a:gd name="T13" fmla="*/ 1 h 960"/>
                <a:gd name="T14" fmla="*/ 11 w 1415"/>
                <a:gd name="T15" fmla="*/ 1 h 960"/>
                <a:gd name="T16" fmla="*/ 11 w 1415"/>
                <a:gd name="T17" fmla="*/ 0 h 960"/>
                <a:gd name="T18" fmla="*/ 11 w 1415"/>
                <a:gd name="T19" fmla="*/ 0 h 960"/>
                <a:gd name="T20" fmla="*/ 11 w 1415"/>
                <a:gd name="T21" fmla="*/ 0 h 960"/>
                <a:gd name="T22" fmla="*/ 11 w 1415"/>
                <a:gd name="T23" fmla="*/ 0 h 960"/>
                <a:gd name="T24" fmla="*/ 11 w 1415"/>
                <a:gd name="T25" fmla="*/ 0 h 960"/>
                <a:gd name="T26" fmla="*/ 11 w 1415"/>
                <a:gd name="T27" fmla="*/ 0 h 960"/>
                <a:gd name="T28" fmla="*/ 11 w 1415"/>
                <a:gd name="T29" fmla="*/ 0 h 960"/>
                <a:gd name="T30" fmla="*/ 11 w 1415"/>
                <a:gd name="T31" fmla="*/ 0 h 96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15"/>
                <a:gd name="T49" fmla="*/ 0 h 960"/>
                <a:gd name="T50" fmla="*/ 1415 w 1415"/>
                <a:gd name="T51" fmla="*/ 960 h 96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15" h="960">
                  <a:moveTo>
                    <a:pt x="1338" y="10"/>
                  </a:moveTo>
                  <a:lnTo>
                    <a:pt x="1342" y="8"/>
                  </a:lnTo>
                  <a:lnTo>
                    <a:pt x="0" y="882"/>
                  </a:lnTo>
                  <a:lnTo>
                    <a:pt x="52" y="960"/>
                  </a:lnTo>
                  <a:lnTo>
                    <a:pt x="1393" y="85"/>
                  </a:lnTo>
                  <a:lnTo>
                    <a:pt x="1397" y="83"/>
                  </a:lnTo>
                  <a:lnTo>
                    <a:pt x="1393" y="85"/>
                  </a:lnTo>
                  <a:lnTo>
                    <a:pt x="1409" y="71"/>
                  </a:lnTo>
                  <a:lnTo>
                    <a:pt x="1415" y="53"/>
                  </a:lnTo>
                  <a:lnTo>
                    <a:pt x="1413" y="37"/>
                  </a:lnTo>
                  <a:lnTo>
                    <a:pt x="1406" y="21"/>
                  </a:lnTo>
                  <a:lnTo>
                    <a:pt x="1395" y="8"/>
                  </a:lnTo>
                  <a:lnTo>
                    <a:pt x="1379" y="1"/>
                  </a:lnTo>
                  <a:lnTo>
                    <a:pt x="1361" y="0"/>
                  </a:lnTo>
                  <a:lnTo>
                    <a:pt x="1342" y="8"/>
                  </a:lnTo>
                  <a:lnTo>
                    <a:pt x="1338" y="1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7663" name="Freeform 43"/>
            <p:cNvSpPr>
              <a:spLocks/>
            </p:cNvSpPr>
            <p:nvPr/>
          </p:nvSpPr>
          <p:spPr bwMode="auto">
            <a:xfrm>
              <a:off x="1599" y="2057"/>
              <a:ext cx="80" cy="163"/>
            </a:xfrm>
            <a:custGeom>
              <a:avLst/>
              <a:gdLst>
                <a:gd name="T0" fmla="*/ 2 w 398"/>
                <a:gd name="T1" fmla="*/ 0 h 817"/>
                <a:gd name="T2" fmla="*/ 2 w 398"/>
                <a:gd name="T3" fmla="*/ 0 h 817"/>
                <a:gd name="T4" fmla="*/ 2 w 398"/>
                <a:gd name="T5" fmla="*/ 1 h 817"/>
                <a:gd name="T6" fmla="*/ 2 w 398"/>
                <a:gd name="T7" fmla="*/ 1 h 817"/>
                <a:gd name="T8" fmla="*/ 2 w 398"/>
                <a:gd name="T9" fmla="*/ 2 h 817"/>
                <a:gd name="T10" fmla="*/ 2 w 398"/>
                <a:gd name="T11" fmla="*/ 2 h 817"/>
                <a:gd name="T12" fmla="*/ 2 w 398"/>
                <a:gd name="T13" fmla="*/ 2 h 817"/>
                <a:gd name="T14" fmla="*/ 2 w 398"/>
                <a:gd name="T15" fmla="*/ 3 h 817"/>
                <a:gd name="T16" fmla="*/ 2 w 398"/>
                <a:gd name="T17" fmla="*/ 3 h 817"/>
                <a:gd name="T18" fmla="*/ 2 w 398"/>
                <a:gd name="T19" fmla="*/ 4 h 817"/>
                <a:gd name="T20" fmla="*/ 2 w 398"/>
                <a:gd name="T21" fmla="*/ 4 h 817"/>
                <a:gd name="T22" fmla="*/ 1 w 398"/>
                <a:gd name="T23" fmla="*/ 4 h 817"/>
                <a:gd name="T24" fmla="*/ 1 w 398"/>
                <a:gd name="T25" fmla="*/ 5 h 817"/>
                <a:gd name="T26" fmla="*/ 1 w 398"/>
                <a:gd name="T27" fmla="*/ 5 h 817"/>
                <a:gd name="T28" fmla="*/ 1 w 398"/>
                <a:gd name="T29" fmla="*/ 5 h 817"/>
                <a:gd name="T30" fmla="*/ 1 w 398"/>
                <a:gd name="T31" fmla="*/ 5 h 817"/>
                <a:gd name="T32" fmla="*/ 0 w 398"/>
                <a:gd name="T33" fmla="*/ 6 h 817"/>
                <a:gd name="T34" fmla="*/ 0 w 398"/>
                <a:gd name="T35" fmla="*/ 6 h 817"/>
                <a:gd name="T36" fmla="*/ 0 w 398"/>
                <a:gd name="T37" fmla="*/ 7 h 817"/>
                <a:gd name="T38" fmla="*/ 1 w 398"/>
                <a:gd name="T39" fmla="*/ 6 h 817"/>
                <a:gd name="T40" fmla="*/ 1 w 398"/>
                <a:gd name="T41" fmla="*/ 6 h 817"/>
                <a:gd name="T42" fmla="*/ 1 w 398"/>
                <a:gd name="T43" fmla="*/ 6 h 817"/>
                <a:gd name="T44" fmla="*/ 2 w 398"/>
                <a:gd name="T45" fmla="*/ 5 h 817"/>
                <a:gd name="T46" fmla="*/ 2 w 398"/>
                <a:gd name="T47" fmla="*/ 5 h 817"/>
                <a:gd name="T48" fmla="*/ 2 w 398"/>
                <a:gd name="T49" fmla="*/ 5 h 817"/>
                <a:gd name="T50" fmla="*/ 2 w 398"/>
                <a:gd name="T51" fmla="*/ 4 h 817"/>
                <a:gd name="T52" fmla="*/ 2 w 398"/>
                <a:gd name="T53" fmla="*/ 4 h 817"/>
                <a:gd name="T54" fmla="*/ 3 w 398"/>
                <a:gd name="T55" fmla="*/ 3 h 817"/>
                <a:gd name="T56" fmla="*/ 3 w 398"/>
                <a:gd name="T57" fmla="*/ 3 h 817"/>
                <a:gd name="T58" fmla="*/ 3 w 398"/>
                <a:gd name="T59" fmla="*/ 3 h 817"/>
                <a:gd name="T60" fmla="*/ 3 w 398"/>
                <a:gd name="T61" fmla="*/ 2 h 817"/>
                <a:gd name="T62" fmla="*/ 3 w 398"/>
                <a:gd name="T63" fmla="*/ 2 h 817"/>
                <a:gd name="T64" fmla="*/ 3 w 398"/>
                <a:gd name="T65" fmla="*/ 1 h 817"/>
                <a:gd name="T66" fmla="*/ 3 w 398"/>
                <a:gd name="T67" fmla="*/ 1 h 817"/>
                <a:gd name="T68" fmla="*/ 3 w 398"/>
                <a:gd name="T69" fmla="*/ 0 h 817"/>
                <a:gd name="T70" fmla="*/ 3 w 398"/>
                <a:gd name="T71" fmla="*/ 0 h 817"/>
                <a:gd name="T72" fmla="*/ 3 w 398"/>
                <a:gd name="T73" fmla="*/ 0 h 817"/>
                <a:gd name="T74" fmla="*/ 3 w 398"/>
                <a:gd name="T75" fmla="*/ 0 h 817"/>
                <a:gd name="T76" fmla="*/ 3 w 398"/>
                <a:gd name="T77" fmla="*/ 0 h 817"/>
                <a:gd name="T78" fmla="*/ 3 w 398"/>
                <a:gd name="T79" fmla="*/ 0 h 817"/>
                <a:gd name="T80" fmla="*/ 3 w 398"/>
                <a:gd name="T81" fmla="*/ 0 h 817"/>
                <a:gd name="T82" fmla="*/ 3 w 398"/>
                <a:gd name="T83" fmla="*/ 0 h 817"/>
                <a:gd name="T84" fmla="*/ 3 w 398"/>
                <a:gd name="T85" fmla="*/ 0 h 817"/>
                <a:gd name="T86" fmla="*/ 2 w 398"/>
                <a:gd name="T87" fmla="*/ 0 h 817"/>
                <a:gd name="T88" fmla="*/ 2 w 398"/>
                <a:gd name="T89" fmla="*/ 0 h 817"/>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398"/>
                <a:gd name="T136" fmla="*/ 0 h 817"/>
                <a:gd name="T137" fmla="*/ 398 w 398"/>
                <a:gd name="T138" fmla="*/ 817 h 817"/>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398" h="817">
                  <a:moveTo>
                    <a:pt x="304" y="47"/>
                  </a:moveTo>
                  <a:lnTo>
                    <a:pt x="304" y="47"/>
                  </a:lnTo>
                  <a:lnTo>
                    <a:pt x="301" y="97"/>
                  </a:lnTo>
                  <a:lnTo>
                    <a:pt x="297" y="147"/>
                  </a:lnTo>
                  <a:lnTo>
                    <a:pt x="291" y="198"/>
                  </a:lnTo>
                  <a:lnTo>
                    <a:pt x="280" y="247"/>
                  </a:lnTo>
                  <a:lnTo>
                    <a:pt x="268" y="297"/>
                  </a:lnTo>
                  <a:lnTo>
                    <a:pt x="253" y="347"/>
                  </a:lnTo>
                  <a:lnTo>
                    <a:pt x="236" y="395"/>
                  </a:lnTo>
                  <a:lnTo>
                    <a:pt x="217" y="442"/>
                  </a:lnTo>
                  <a:lnTo>
                    <a:pt x="195" y="487"/>
                  </a:lnTo>
                  <a:lnTo>
                    <a:pt x="171" y="532"/>
                  </a:lnTo>
                  <a:lnTo>
                    <a:pt x="147" y="574"/>
                  </a:lnTo>
                  <a:lnTo>
                    <a:pt x="121" y="613"/>
                  </a:lnTo>
                  <a:lnTo>
                    <a:pt x="93" y="650"/>
                  </a:lnTo>
                  <a:lnTo>
                    <a:pt x="64" y="684"/>
                  </a:lnTo>
                  <a:lnTo>
                    <a:pt x="32" y="716"/>
                  </a:lnTo>
                  <a:lnTo>
                    <a:pt x="0" y="744"/>
                  </a:lnTo>
                  <a:lnTo>
                    <a:pt x="59" y="817"/>
                  </a:lnTo>
                  <a:lnTo>
                    <a:pt x="95" y="784"/>
                  </a:lnTo>
                  <a:lnTo>
                    <a:pt x="132" y="748"/>
                  </a:lnTo>
                  <a:lnTo>
                    <a:pt x="166" y="709"/>
                  </a:lnTo>
                  <a:lnTo>
                    <a:pt x="196" y="667"/>
                  </a:lnTo>
                  <a:lnTo>
                    <a:pt x="227" y="623"/>
                  </a:lnTo>
                  <a:lnTo>
                    <a:pt x="253" y="576"/>
                  </a:lnTo>
                  <a:lnTo>
                    <a:pt x="279" y="530"/>
                  </a:lnTo>
                  <a:lnTo>
                    <a:pt x="301" y="479"/>
                  </a:lnTo>
                  <a:lnTo>
                    <a:pt x="323" y="428"/>
                  </a:lnTo>
                  <a:lnTo>
                    <a:pt x="342" y="375"/>
                  </a:lnTo>
                  <a:lnTo>
                    <a:pt x="359" y="321"/>
                  </a:lnTo>
                  <a:lnTo>
                    <a:pt x="372" y="268"/>
                  </a:lnTo>
                  <a:lnTo>
                    <a:pt x="382" y="212"/>
                  </a:lnTo>
                  <a:lnTo>
                    <a:pt x="391" y="157"/>
                  </a:lnTo>
                  <a:lnTo>
                    <a:pt x="395" y="102"/>
                  </a:lnTo>
                  <a:lnTo>
                    <a:pt x="398" y="47"/>
                  </a:lnTo>
                  <a:lnTo>
                    <a:pt x="394" y="27"/>
                  </a:lnTo>
                  <a:lnTo>
                    <a:pt x="383" y="11"/>
                  </a:lnTo>
                  <a:lnTo>
                    <a:pt x="368" y="3"/>
                  </a:lnTo>
                  <a:lnTo>
                    <a:pt x="351" y="0"/>
                  </a:lnTo>
                  <a:lnTo>
                    <a:pt x="333" y="3"/>
                  </a:lnTo>
                  <a:lnTo>
                    <a:pt x="319" y="11"/>
                  </a:lnTo>
                  <a:lnTo>
                    <a:pt x="307" y="27"/>
                  </a:lnTo>
                  <a:lnTo>
                    <a:pt x="304" y="4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7664" name="Freeform 44"/>
            <p:cNvSpPr>
              <a:spLocks/>
            </p:cNvSpPr>
            <p:nvPr/>
          </p:nvSpPr>
          <p:spPr bwMode="auto">
            <a:xfrm>
              <a:off x="1660" y="1701"/>
              <a:ext cx="19" cy="365"/>
            </a:xfrm>
            <a:custGeom>
              <a:avLst/>
              <a:gdLst>
                <a:gd name="T0" fmla="*/ 0 w 95"/>
                <a:gd name="T1" fmla="*/ 0 h 1826"/>
                <a:gd name="T2" fmla="*/ 0 w 95"/>
                <a:gd name="T3" fmla="*/ 0 h 1826"/>
                <a:gd name="T4" fmla="*/ 0 w 95"/>
                <a:gd name="T5" fmla="*/ 15 h 1826"/>
                <a:gd name="T6" fmla="*/ 1 w 95"/>
                <a:gd name="T7" fmla="*/ 15 h 1826"/>
                <a:gd name="T8" fmla="*/ 1 w 95"/>
                <a:gd name="T9" fmla="*/ 0 h 1826"/>
                <a:gd name="T10" fmla="*/ 1 w 95"/>
                <a:gd name="T11" fmla="*/ 0 h 1826"/>
                <a:gd name="T12" fmla="*/ 1 w 95"/>
                <a:gd name="T13" fmla="*/ 0 h 1826"/>
                <a:gd name="T14" fmla="*/ 1 w 95"/>
                <a:gd name="T15" fmla="*/ 0 h 1826"/>
                <a:gd name="T16" fmla="*/ 1 w 95"/>
                <a:gd name="T17" fmla="*/ 0 h 1826"/>
                <a:gd name="T18" fmla="*/ 1 w 95"/>
                <a:gd name="T19" fmla="*/ 0 h 1826"/>
                <a:gd name="T20" fmla="*/ 0 w 95"/>
                <a:gd name="T21" fmla="*/ 0 h 1826"/>
                <a:gd name="T22" fmla="*/ 0 w 95"/>
                <a:gd name="T23" fmla="*/ 0 h 1826"/>
                <a:gd name="T24" fmla="*/ 0 w 95"/>
                <a:gd name="T25" fmla="*/ 0 h 1826"/>
                <a:gd name="T26" fmla="*/ 0 w 95"/>
                <a:gd name="T27" fmla="*/ 0 h 1826"/>
                <a:gd name="T28" fmla="*/ 0 w 95"/>
                <a:gd name="T29" fmla="*/ 0 h 1826"/>
                <a:gd name="T30" fmla="*/ 0 w 95"/>
                <a:gd name="T31" fmla="*/ 0 h 182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95"/>
                <a:gd name="T49" fmla="*/ 0 h 1826"/>
                <a:gd name="T50" fmla="*/ 95 w 95"/>
                <a:gd name="T51" fmla="*/ 1826 h 182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95" h="1826">
                  <a:moveTo>
                    <a:pt x="0" y="49"/>
                  </a:moveTo>
                  <a:lnTo>
                    <a:pt x="0" y="47"/>
                  </a:lnTo>
                  <a:lnTo>
                    <a:pt x="1" y="1826"/>
                  </a:lnTo>
                  <a:lnTo>
                    <a:pt x="95" y="1826"/>
                  </a:lnTo>
                  <a:lnTo>
                    <a:pt x="93" y="47"/>
                  </a:lnTo>
                  <a:lnTo>
                    <a:pt x="93" y="45"/>
                  </a:lnTo>
                  <a:lnTo>
                    <a:pt x="93" y="47"/>
                  </a:lnTo>
                  <a:lnTo>
                    <a:pt x="90" y="27"/>
                  </a:lnTo>
                  <a:lnTo>
                    <a:pt x="79" y="12"/>
                  </a:lnTo>
                  <a:lnTo>
                    <a:pt x="64" y="4"/>
                  </a:lnTo>
                  <a:lnTo>
                    <a:pt x="47" y="0"/>
                  </a:lnTo>
                  <a:lnTo>
                    <a:pt x="29" y="4"/>
                  </a:lnTo>
                  <a:lnTo>
                    <a:pt x="15" y="12"/>
                  </a:lnTo>
                  <a:lnTo>
                    <a:pt x="3" y="27"/>
                  </a:lnTo>
                  <a:lnTo>
                    <a:pt x="0" y="47"/>
                  </a:lnTo>
                  <a:lnTo>
                    <a:pt x="0" y="4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7665" name="Freeform 45"/>
            <p:cNvSpPr>
              <a:spLocks/>
            </p:cNvSpPr>
            <p:nvPr/>
          </p:nvSpPr>
          <p:spPr bwMode="auto">
            <a:xfrm>
              <a:off x="1598" y="1598"/>
              <a:ext cx="81" cy="113"/>
            </a:xfrm>
            <a:custGeom>
              <a:avLst/>
              <a:gdLst>
                <a:gd name="T0" fmla="*/ 0 w 401"/>
                <a:gd name="T1" fmla="*/ 1 h 566"/>
                <a:gd name="T2" fmla="*/ 0 w 401"/>
                <a:gd name="T3" fmla="*/ 1 h 566"/>
                <a:gd name="T4" fmla="*/ 0 w 401"/>
                <a:gd name="T5" fmla="*/ 1 h 566"/>
                <a:gd name="T6" fmla="*/ 1 w 401"/>
                <a:gd name="T7" fmla="*/ 1 h 566"/>
                <a:gd name="T8" fmla="*/ 1 w 401"/>
                <a:gd name="T9" fmla="*/ 1 h 566"/>
                <a:gd name="T10" fmla="*/ 1 w 401"/>
                <a:gd name="T11" fmla="*/ 1 h 566"/>
                <a:gd name="T12" fmla="*/ 1 w 401"/>
                <a:gd name="T13" fmla="*/ 2 h 566"/>
                <a:gd name="T14" fmla="*/ 1 w 401"/>
                <a:gd name="T15" fmla="*/ 2 h 566"/>
                <a:gd name="T16" fmla="*/ 2 w 401"/>
                <a:gd name="T17" fmla="*/ 2 h 566"/>
                <a:gd name="T18" fmla="*/ 2 w 401"/>
                <a:gd name="T19" fmla="*/ 2 h 566"/>
                <a:gd name="T20" fmla="*/ 2 w 401"/>
                <a:gd name="T21" fmla="*/ 2 h 566"/>
                <a:gd name="T22" fmla="*/ 2 w 401"/>
                <a:gd name="T23" fmla="*/ 3 h 566"/>
                <a:gd name="T24" fmla="*/ 2 w 401"/>
                <a:gd name="T25" fmla="*/ 3 h 566"/>
                <a:gd name="T26" fmla="*/ 2 w 401"/>
                <a:gd name="T27" fmla="*/ 3 h 566"/>
                <a:gd name="T28" fmla="*/ 2 w 401"/>
                <a:gd name="T29" fmla="*/ 4 h 566"/>
                <a:gd name="T30" fmla="*/ 2 w 401"/>
                <a:gd name="T31" fmla="*/ 4 h 566"/>
                <a:gd name="T32" fmla="*/ 2 w 401"/>
                <a:gd name="T33" fmla="*/ 4 h 566"/>
                <a:gd name="T34" fmla="*/ 3 w 401"/>
                <a:gd name="T35" fmla="*/ 5 h 566"/>
                <a:gd name="T36" fmla="*/ 3 w 401"/>
                <a:gd name="T37" fmla="*/ 4 h 566"/>
                <a:gd name="T38" fmla="*/ 3 w 401"/>
                <a:gd name="T39" fmla="*/ 4 h 566"/>
                <a:gd name="T40" fmla="*/ 3 w 401"/>
                <a:gd name="T41" fmla="*/ 4 h 566"/>
                <a:gd name="T42" fmla="*/ 3 w 401"/>
                <a:gd name="T43" fmla="*/ 3 h 566"/>
                <a:gd name="T44" fmla="*/ 3 w 401"/>
                <a:gd name="T45" fmla="*/ 3 h 566"/>
                <a:gd name="T46" fmla="*/ 3 w 401"/>
                <a:gd name="T47" fmla="*/ 3 h 566"/>
                <a:gd name="T48" fmla="*/ 3 w 401"/>
                <a:gd name="T49" fmla="*/ 2 h 566"/>
                <a:gd name="T50" fmla="*/ 3 w 401"/>
                <a:gd name="T51" fmla="*/ 2 h 566"/>
                <a:gd name="T52" fmla="*/ 2 w 401"/>
                <a:gd name="T53" fmla="*/ 2 h 566"/>
                <a:gd name="T54" fmla="*/ 2 w 401"/>
                <a:gd name="T55" fmla="*/ 2 h 566"/>
                <a:gd name="T56" fmla="*/ 2 w 401"/>
                <a:gd name="T57" fmla="*/ 1 h 566"/>
                <a:gd name="T58" fmla="*/ 2 w 401"/>
                <a:gd name="T59" fmla="*/ 1 h 566"/>
                <a:gd name="T60" fmla="*/ 2 w 401"/>
                <a:gd name="T61" fmla="*/ 1 h 566"/>
                <a:gd name="T62" fmla="*/ 1 w 401"/>
                <a:gd name="T63" fmla="*/ 1 h 566"/>
                <a:gd name="T64" fmla="*/ 1 w 401"/>
                <a:gd name="T65" fmla="*/ 0 h 566"/>
                <a:gd name="T66" fmla="*/ 1 w 401"/>
                <a:gd name="T67" fmla="*/ 0 h 566"/>
                <a:gd name="T68" fmla="*/ 1 w 401"/>
                <a:gd name="T69" fmla="*/ 0 h 566"/>
                <a:gd name="T70" fmla="*/ 1 w 401"/>
                <a:gd name="T71" fmla="*/ 0 h 566"/>
                <a:gd name="T72" fmla="*/ 1 w 401"/>
                <a:gd name="T73" fmla="*/ 0 h 566"/>
                <a:gd name="T74" fmla="*/ 0 w 401"/>
                <a:gd name="T75" fmla="*/ 0 h 566"/>
                <a:gd name="T76" fmla="*/ 0 w 401"/>
                <a:gd name="T77" fmla="*/ 0 h 566"/>
                <a:gd name="T78" fmla="*/ 0 w 401"/>
                <a:gd name="T79" fmla="*/ 0 h 566"/>
                <a:gd name="T80" fmla="*/ 0 w 401"/>
                <a:gd name="T81" fmla="*/ 0 h 566"/>
                <a:gd name="T82" fmla="*/ 0 w 401"/>
                <a:gd name="T83" fmla="*/ 0 h 566"/>
                <a:gd name="T84" fmla="*/ 0 w 401"/>
                <a:gd name="T85" fmla="*/ 0 h 566"/>
                <a:gd name="T86" fmla="*/ 0 w 401"/>
                <a:gd name="T87" fmla="*/ 1 h 566"/>
                <a:gd name="T88" fmla="*/ 0 w 401"/>
                <a:gd name="T89" fmla="*/ 1 h 56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401"/>
                <a:gd name="T136" fmla="*/ 0 h 566"/>
                <a:gd name="T137" fmla="*/ 401 w 401"/>
                <a:gd name="T138" fmla="*/ 566 h 566"/>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401" h="566">
                  <a:moveTo>
                    <a:pt x="23" y="88"/>
                  </a:moveTo>
                  <a:lnTo>
                    <a:pt x="23" y="88"/>
                  </a:lnTo>
                  <a:lnTo>
                    <a:pt x="53" y="107"/>
                  </a:lnTo>
                  <a:lnTo>
                    <a:pt x="83" y="125"/>
                  </a:lnTo>
                  <a:lnTo>
                    <a:pt x="108" y="147"/>
                  </a:lnTo>
                  <a:lnTo>
                    <a:pt x="135" y="171"/>
                  </a:lnTo>
                  <a:lnTo>
                    <a:pt x="160" y="196"/>
                  </a:lnTo>
                  <a:lnTo>
                    <a:pt x="182" y="223"/>
                  </a:lnTo>
                  <a:lnTo>
                    <a:pt x="205" y="251"/>
                  </a:lnTo>
                  <a:lnTo>
                    <a:pt x="223" y="281"/>
                  </a:lnTo>
                  <a:lnTo>
                    <a:pt x="240" y="312"/>
                  </a:lnTo>
                  <a:lnTo>
                    <a:pt x="256" y="345"/>
                  </a:lnTo>
                  <a:lnTo>
                    <a:pt x="270" y="379"/>
                  </a:lnTo>
                  <a:lnTo>
                    <a:pt x="282" y="414"/>
                  </a:lnTo>
                  <a:lnTo>
                    <a:pt x="291" y="450"/>
                  </a:lnTo>
                  <a:lnTo>
                    <a:pt x="299" y="488"/>
                  </a:lnTo>
                  <a:lnTo>
                    <a:pt x="304" y="526"/>
                  </a:lnTo>
                  <a:lnTo>
                    <a:pt x="308" y="566"/>
                  </a:lnTo>
                  <a:lnTo>
                    <a:pt x="401" y="562"/>
                  </a:lnTo>
                  <a:lnTo>
                    <a:pt x="398" y="517"/>
                  </a:lnTo>
                  <a:lnTo>
                    <a:pt x="391" y="471"/>
                  </a:lnTo>
                  <a:lnTo>
                    <a:pt x="383" y="429"/>
                  </a:lnTo>
                  <a:lnTo>
                    <a:pt x="371" y="386"/>
                  </a:lnTo>
                  <a:lnTo>
                    <a:pt x="357" y="346"/>
                  </a:lnTo>
                  <a:lnTo>
                    <a:pt x="340" y="307"/>
                  </a:lnTo>
                  <a:lnTo>
                    <a:pt x="324" y="270"/>
                  </a:lnTo>
                  <a:lnTo>
                    <a:pt x="303" y="232"/>
                  </a:lnTo>
                  <a:lnTo>
                    <a:pt x="280" y="197"/>
                  </a:lnTo>
                  <a:lnTo>
                    <a:pt x="255" y="164"/>
                  </a:lnTo>
                  <a:lnTo>
                    <a:pt x="228" y="132"/>
                  </a:lnTo>
                  <a:lnTo>
                    <a:pt x="199" y="103"/>
                  </a:lnTo>
                  <a:lnTo>
                    <a:pt x="169" y="76"/>
                  </a:lnTo>
                  <a:lnTo>
                    <a:pt x="137" y="50"/>
                  </a:lnTo>
                  <a:lnTo>
                    <a:pt x="103" y="27"/>
                  </a:lnTo>
                  <a:lnTo>
                    <a:pt x="67" y="6"/>
                  </a:lnTo>
                  <a:lnTo>
                    <a:pt x="48" y="0"/>
                  </a:lnTo>
                  <a:lnTo>
                    <a:pt x="30" y="2"/>
                  </a:lnTo>
                  <a:lnTo>
                    <a:pt x="16" y="12"/>
                  </a:lnTo>
                  <a:lnTo>
                    <a:pt x="5" y="25"/>
                  </a:lnTo>
                  <a:lnTo>
                    <a:pt x="0" y="41"/>
                  </a:lnTo>
                  <a:lnTo>
                    <a:pt x="0" y="59"/>
                  </a:lnTo>
                  <a:lnTo>
                    <a:pt x="8" y="75"/>
                  </a:lnTo>
                  <a:lnTo>
                    <a:pt x="23"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7666" name="Freeform 46"/>
            <p:cNvSpPr>
              <a:spLocks/>
            </p:cNvSpPr>
            <p:nvPr/>
          </p:nvSpPr>
          <p:spPr bwMode="auto">
            <a:xfrm>
              <a:off x="1346" y="1455"/>
              <a:ext cx="266" cy="160"/>
            </a:xfrm>
            <a:custGeom>
              <a:avLst/>
              <a:gdLst>
                <a:gd name="T0" fmla="*/ 0 w 1330"/>
                <a:gd name="T1" fmla="*/ 1 h 801"/>
                <a:gd name="T2" fmla="*/ 0 w 1330"/>
                <a:gd name="T3" fmla="*/ 1 h 801"/>
                <a:gd name="T4" fmla="*/ 10 w 1330"/>
                <a:gd name="T5" fmla="*/ 6 h 801"/>
                <a:gd name="T6" fmla="*/ 11 w 1330"/>
                <a:gd name="T7" fmla="*/ 6 h 801"/>
                <a:gd name="T8" fmla="*/ 1 w 1330"/>
                <a:gd name="T9" fmla="*/ 0 h 801"/>
                <a:gd name="T10" fmla="*/ 1 w 1330"/>
                <a:gd name="T11" fmla="*/ 0 h 801"/>
                <a:gd name="T12" fmla="*/ 1 w 1330"/>
                <a:gd name="T13" fmla="*/ 0 h 801"/>
                <a:gd name="T14" fmla="*/ 0 w 1330"/>
                <a:gd name="T15" fmla="*/ 0 h 801"/>
                <a:gd name="T16" fmla="*/ 0 w 1330"/>
                <a:gd name="T17" fmla="*/ 0 h 801"/>
                <a:gd name="T18" fmla="*/ 0 w 1330"/>
                <a:gd name="T19" fmla="*/ 0 h 801"/>
                <a:gd name="T20" fmla="*/ 0 w 1330"/>
                <a:gd name="T21" fmla="*/ 0 h 801"/>
                <a:gd name="T22" fmla="*/ 0 w 1330"/>
                <a:gd name="T23" fmla="*/ 0 h 801"/>
                <a:gd name="T24" fmla="*/ 0 w 1330"/>
                <a:gd name="T25" fmla="*/ 0 h 801"/>
                <a:gd name="T26" fmla="*/ 0 w 1330"/>
                <a:gd name="T27" fmla="*/ 1 h 801"/>
                <a:gd name="T28" fmla="*/ 0 w 1330"/>
                <a:gd name="T29" fmla="*/ 1 h 801"/>
                <a:gd name="T30" fmla="*/ 0 w 1330"/>
                <a:gd name="T31" fmla="*/ 1 h 801"/>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30"/>
                <a:gd name="T49" fmla="*/ 0 h 801"/>
                <a:gd name="T50" fmla="*/ 1330 w 1330"/>
                <a:gd name="T51" fmla="*/ 801 h 801"/>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30" h="801">
                  <a:moveTo>
                    <a:pt x="24" y="88"/>
                  </a:moveTo>
                  <a:lnTo>
                    <a:pt x="23" y="88"/>
                  </a:lnTo>
                  <a:lnTo>
                    <a:pt x="1286" y="801"/>
                  </a:lnTo>
                  <a:lnTo>
                    <a:pt x="1330" y="719"/>
                  </a:lnTo>
                  <a:lnTo>
                    <a:pt x="67" y="6"/>
                  </a:lnTo>
                  <a:lnTo>
                    <a:pt x="66" y="6"/>
                  </a:lnTo>
                  <a:lnTo>
                    <a:pt x="67" y="6"/>
                  </a:lnTo>
                  <a:lnTo>
                    <a:pt x="48" y="0"/>
                  </a:lnTo>
                  <a:lnTo>
                    <a:pt x="30" y="2"/>
                  </a:lnTo>
                  <a:lnTo>
                    <a:pt x="16" y="12"/>
                  </a:lnTo>
                  <a:lnTo>
                    <a:pt x="5" y="25"/>
                  </a:lnTo>
                  <a:lnTo>
                    <a:pt x="0" y="41"/>
                  </a:lnTo>
                  <a:lnTo>
                    <a:pt x="0" y="59"/>
                  </a:lnTo>
                  <a:lnTo>
                    <a:pt x="8" y="75"/>
                  </a:lnTo>
                  <a:lnTo>
                    <a:pt x="23" y="88"/>
                  </a:lnTo>
                  <a:lnTo>
                    <a:pt x="24"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7667" name="Freeform 47"/>
            <p:cNvSpPr>
              <a:spLocks/>
            </p:cNvSpPr>
            <p:nvPr/>
          </p:nvSpPr>
          <p:spPr bwMode="auto">
            <a:xfrm>
              <a:off x="1198" y="1439"/>
              <a:ext cx="161" cy="35"/>
            </a:xfrm>
            <a:custGeom>
              <a:avLst/>
              <a:gdLst>
                <a:gd name="T0" fmla="*/ 1 w 806"/>
                <a:gd name="T1" fmla="*/ 1 h 177"/>
                <a:gd name="T2" fmla="*/ 1 w 806"/>
                <a:gd name="T3" fmla="*/ 1 h 177"/>
                <a:gd name="T4" fmla="*/ 1 w 806"/>
                <a:gd name="T5" fmla="*/ 1 h 177"/>
                <a:gd name="T6" fmla="*/ 1 w 806"/>
                <a:gd name="T7" fmla="*/ 1 h 177"/>
                <a:gd name="T8" fmla="*/ 2 w 806"/>
                <a:gd name="T9" fmla="*/ 1 h 177"/>
                <a:gd name="T10" fmla="*/ 2 w 806"/>
                <a:gd name="T11" fmla="*/ 1 h 177"/>
                <a:gd name="T12" fmla="*/ 2 w 806"/>
                <a:gd name="T13" fmla="*/ 1 h 177"/>
                <a:gd name="T14" fmla="*/ 3 w 806"/>
                <a:gd name="T15" fmla="*/ 1 h 177"/>
                <a:gd name="T16" fmla="*/ 3 w 806"/>
                <a:gd name="T17" fmla="*/ 1 h 177"/>
                <a:gd name="T18" fmla="*/ 3 w 806"/>
                <a:gd name="T19" fmla="*/ 1 h 177"/>
                <a:gd name="T20" fmla="*/ 4 w 806"/>
                <a:gd name="T21" fmla="*/ 1 h 177"/>
                <a:gd name="T22" fmla="*/ 4 w 806"/>
                <a:gd name="T23" fmla="*/ 1 h 177"/>
                <a:gd name="T24" fmla="*/ 5 w 806"/>
                <a:gd name="T25" fmla="*/ 1 h 177"/>
                <a:gd name="T26" fmla="*/ 5 w 806"/>
                <a:gd name="T27" fmla="*/ 1 h 177"/>
                <a:gd name="T28" fmla="*/ 5 w 806"/>
                <a:gd name="T29" fmla="*/ 1 h 177"/>
                <a:gd name="T30" fmla="*/ 6 w 806"/>
                <a:gd name="T31" fmla="*/ 1 h 177"/>
                <a:gd name="T32" fmla="*/ 6 w 806"/>
                <a:gd name="T33" fmla="*/ 1 h 177"/>
                <a:gd name="T34" fmla="*/ 6 w 806"/>
                <a:gd name="T35" fmla="*/ 1 h 177"/>
                <a:gd name="T36" fmla="*/ 6 w 806"/>
                <a:gd name="T37" fmla="*/ 1 h 177"/>
                <a:gd name="T38" fmla="*/ 6 w 806"/>
                <a:gd name="T39" fmla="*/ 1 h 177"/>
                <a:gd name="T40" fmla="*/ 6 w 806"/>
                <a:gd name="T41" fmla="*/ 0 h 177"/>
                <a:gd name="T42" fmla="*/ 5 w 806"/>
                <a:gd name="T43" fmla="*/ 0 h 177"/>
                <a:gd name="T44" fmla="*/ 5 w 806"/>
                <a:gd name="T45" fmla="*/ 0 h 177"/>
                <a:gd name="T46" fmla="*/ 5 w 806"/>
                <a:gd name="T47" fmla="*/ 0 h 177"/>
                <a:gd name="T48" fmla="*/ 4 w 806"/>
                <a:gd name="T49" fmla="*/ 0 h 177"/>
                <a:gd name="T50" fmla="*/ 4 w 806"/>
                <a:gd name="T51" fmla="*/ 0 h 177"/>
                <a:gd name="T52" fmla="*/ 3 w 806"/>
                <a:gd name="T53" fmla="*/ 0 h 177"/>
                <a:gd name="T54" fmla="*/ 3 w 806"/>
                <a:gd name="T55" fmla="*/ 0 h 177"/>
                <a:gd name="T56" fmla="*/ 3 w 806"/>
                <a:gd name="T57" fmla="*/ 0 h 177"/>
                <a:gd name="T58" fmla="*/ 2 w 806"/>
                <a:gd name="T59" fmla="*/ 0 h 177"/>
                <a:gd name="T60" fmla="*/ 2 w 806"/>
                <a:gd name="T61" fmla="*/ 0 h 177"/>
                <a:gd name="T62" fmla="*/ 1 w 806"/>
                <a:gd name="T63" fmla="*/ 0 h 177"/>
                <a:gd name="T64" fmla="*/ 1 w 806"/>
                <a:gd name="T65" fmla="*/ 0 h 177"/>
                <a:gd name="T66" fmla="*/ 1 w 806"/>
                <a:gd name="T67" fmla="*/ 1 h 177"/>
                <a:gd name="T68" fmla="*/ 0 w 806"/>
                <a:gd name="T69" fmla="*/ 1 h 177"/>
                <a:gd name="T70" fmla="*/ 0 w 806"/>
                <a:gd name="T71" fmla="*/ 1 h 177"/>
                <a:gd name="T72" fmla="*/ 0 w 806"/>
                <a:gd name="T73" fmla="*/ 1 h 177"/>
                <a:gd name="T74" fmla="*/ 0 w 806"/>
                <a:gd name="T75" fmla="*/ 1 h 177"/>
                <a:gd name="T76" fmla="*/ 0 w 806"/>
                <a:gd name="T77" fmla="*/ 1 h 177"/>
                <a:gd name="T78" fmla="*/ 0 w 806"/>
                <a:gd name="T79" fmla="*/ 1 h 177"/>
                <a:gd name="T80" fmla="*/ 0 w 806"/>
                <a:gd name="T81" fmla="*/ 1 h 177"/>
                <a:gd name="T82" fmla="*/ 0 w 806"/>
                <a:gd name="T83" fmla="*/ 1 h 177"/>
                <a:gd name="T84" fmla="*/ 0 w 806"/>
                <a:gd name="T85" fmla="*/ 1 h 177"/>
                <a:gd name="T86" fmla="*/ 0 w 806"/>
                <a:gd name="T87" fmla="*/ 1 h 177"/>
                <a:gd name="T88" fmla="*/ 1 w 806"/>
                <a:gd name="T89" fmla="*/ 1 h 177"/>
                <a:gd name="T90" fmla="*/ 1 w 806"/>
                <a:gd name="T91" fmla="*/ 1 h 17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806"/>
                <a:gd name="T139" fmla="*/ 0 h 177"/>
                <a:gd name="T140" fmla="*/ 806 w 806"/>
                <a:gd name="T141" fmla="*/ 177 h 17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806" h="177">
                  <a:moveTo>
                    <a:pt x="67" y="171"/>
                  </a:moveTo>
                  <a:lnTo>
                    <a:pt x="68" y="171"/>
                  </a:lnTo>
                  <a:lnTo>
                    <a:pt x="109" y="151"/>
                  </a:lnTo>
                  <a:lnTo>
                    <a:pt x="151" y="135"/>
                  </a:lnTo>
                  <a:lnTo>
                    <a:pt x="196" y="122"/>
                  </a:lnTo>
                  <a:lnTo>
                    <a:pt x="242" y="110"/>
                  </a:lnTo>
                  <a:lnTo>
                    <a:pt x="287" y="102"/>
                  </a:lnTo>
                  <a:lnTo>
                    <a:pt x="335" y="97"/>
                  </a:lnTo>
                  <a:lnTo>
                    <a:pt x="382" y="95"/>
                  </a:lnTo>
                  <a:lnTo>
                    <a:pt x="430" y="94"/>
                  </a:lnTo>
                  <a:lnTo>
                    <a:pt x="477" y="97"/>
                  </a:lnTo>
                  <a:lnTo>
                    <a:pt x="524" y="102"/>
                  </a:lnTo>
                  <a:lnTo>
                    <a:pt x="568" y="108"/>
                  </a:lnTo>
                  <a:lnTo>
                    <a:pt x="612" y="117"/>
                  </a:lnTo>
                  <a:lnTo>
                    <a:pt x="654" y="128"/>
                  </a:lnTo>
                  <a:lnTo>
                    <a:pt x="693" y="141"/>
                  </a:lnTo>
                  <a:lnTo>
                    <a:pt x="730" y="155"/>
                  </a:lnTo>
                  <a:lnTo>
                    <a:pt x="764" y="171"/>
                  </a:lnTo>
                  <a:lnTo>
                    <a:pt x="806" y="89"/>
                  </a:lnTo>
                  <a:lnTo>
                    <a:pt x="768" y="70"/>
                  </a:lnTo>
                  <a:lnTo>
                    <a:pt x="725" y="54"/>
                  </a:lnTo>
                  <a:lnTo>
                    <a:pt x="680" y="39"/>
                  </a:lnTo>
                  <a:lnTo>
                    <a:pt x="633" y="26"/>
                  </a:lnTo>
                  <a:lnTo>
                    <a:pt x="585" y="16"/>
                  </a:lnTo>
                  <a:lnTo>
                    <a:pt x="536" y="8"/>
                  </a:lnTo>
                  <a:lnTo>
                    <a:pt x="484" y="3"/>
                  </a:lnTo>
                  <a:lnTo>
                    <a:pt x="433" y="0"/>
                  </a:lnTo>
                  <a:lnTo>
                    <a:pt x="380" y="1"/>
                  </a:lnTo>
                  <a:lnTo>
                    <a:pt x="328" y="3"/>
                  </a:lnTo>
                  <a:lnTo>
                    <a:pt x="276" y="10"/>
                  </a:lnTo>
                  <a:lnTo>
                    <a:pt x="223" y="19"/>
                  </a:lnTo>
                  <a:lnTo>
                    <a:pt x="172" y="30"/>
                  </a:lnTo>
                  <a:lnTo>
                    <a:pt x="121" y="46"/>
                  </a:lnTo>
                  <a:lnTo>
                    <a:pt x="72" y="67"/>
                  </a:lnTo>
                  <a:lnTo>
                    <a:pt x="24" y="89"/>
                  </a:lnTo>
                  <a:lnTo>
                    <a:pt x="25" y="89"/>
                  </a:lnTo>
                  <a:lnTo>
                    <a:pt x="24" y="89"/>
                  </a:lnTo>
                  <a:lnTo>
                    <a:pt x="8" y="102"/>
                  </a:lnTo>
                  <a:lnTo>
                    <a:pt x="0" y="118"/>
                  </a:lnTo>
                  <a:lnTo>
                    <a:pt x="0" y="136"/>
                  </a:lnTo>
                  <a:lnTo>
                    <a:pt x="6" y="152"/>
                  </a:lnTo>
                  <a:lnTo>
                    <a:pt x="17" y="165"/>
                  </a:lnTo>
                  <a:lnTo>
                    <a:pt x="31" y="175"/>
                  </a:lnTo>
                  <a:lnTo>
                    <a:pt x="48" y="177"/>
                  </a:lnTo>
                  <a:lnTo>
                    <a:pt x="68" y="171"/>
                  </a:lnTo>
                  <a:lnTo>
                    <a:pt x="67" y="1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7668" name="Freeform 48"/>
            <p:cNvSpPr>
              <a:spLocks/>
            </p:cNvSpPr>
            <p:nvPr/>
          </p:nvSpPr>
          <p:spPr bwMode="auto">
            <a:xfrm>
              <a:off x="931" y="1456"/>
              <a:ext cx="280" cy="158"/>
            </a:xfrm>
            <a:custGeom>
              <a:avLst/>
              <a:gdLst>
                <a:gd name="T0" fmla="*/ 1 w 1402"/>
                <a:gd name="T1" fmla="*/ 6 h 787"/>
                <a:gd name="T2" fmla="*/ 1 w 1402"/>
                <a:gd name="T3" fmla="*/ 6 h 787"/>
                <a:gd name="T4" fmla="*/ 11 w 1402"/>
                <a:gd name="T5" fmla="*/ 1 h 787"/>
                <a:gd name="T6" fmla="*/ 11 w 1402"/>
                <a:gd name="T7" fmla="*/ 0 h 787"/>
                <a:gd name="T8" fmla="*/ 0 w 1402"/>
                <a:gd name="T9" fmla="*/ 6 h 787"/>
                <a:gd name="T10" fmla="*/ 0 w 1402"/>
                <a:gd name="T11" fmla="*/ 6 h 787"/>
                <a:gd name="T12" fmla="*/ 0 w 1402"/>
                <a:gd name="T13" fmla="*/ 6 h 787"/>
                <a:gd name="T14" fmla="*/ 0 w 1402"/>
                <a:gd name="T15" fmla="*/ 6 h 787"/>
                <a:gd name="T16" fmla="*/ 0 w 1402"/>
                <a:gd name="T17" fmla="*/ 6 h 787"/>
                <a:gd name="T18" fmla="*/ 0 w 1402"/>
                <a:gd name="T19" fmla="*/ 6 h 787"/>
                <a:gd name="T20" fmla="*/ 0 w 1402"/>
                <a:gd name="T21" fmla="*/ 6 h 787"/>
                <a:gd name="T22" fmla="*/ 0 w 1402"/>
                <a:gd name="T23" fmla="*/ 6 h 787"/>
                <a:gd name="T24" fmla="*/ 0 w 1402"/>
                <a:gd name="T25" fmla="*/ 6 h 787"/>
                <a:gd name="T26" fmla="*/ 0 w 1402"/>
                <a:gd name="T27" fmla="*/ 6 h 787"/>
                <a:gd name="T28" fmla="*/ 1 w 1402"/>
                <a:gd name="T29" fmla="*/ 6 h 787"/>
                <a:gd name="T30" fmla="*/ 1 w 1402"/>
                <a:gd name="T31" fmla="*/ 6 h 78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02"/>
                <a:gd name="T49" fmla="*/ 0 h 787"/>
                <a:gd name="T50" fmla="*/ 1402 w 1402"/>
                <a:gd name="T51" fmla="*/ 787 h 78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02" h="787">
                  <a:moveTo>
                    <a:pt x="69" y="781"/>
                  </a:moveTo>
                  <a:lnTo>
                    <a:pt x="66" y="781"/>
                  </a:lnTo>
                  <a:lnTo>
                    <a:pt x="1402" y="82"/>
                  </a:lnTo>
                  <a:lnTo>
                    <a:pt x="1360" y="0"/>
                  </a:lnTo>
                  <a:lnTo>
                    <a:pt x="24" y="699"/>
                  </a:lnTo>
                  <a:lnTo>
                    <a:pt x="22" y="699"/>
                  </a:lnTo>
                  <a:lnTo>
                    <a:pt x="24" y="699"/>
                  </a:lnTo>
                  <a:lnTo>
                    <a:pt x="8" y="712"/>
                  </a:lnTo>
                  <a:lnTo>
                    <a:pt x="1" y="727"/>
                  </a:lnTo>
                  <a:lnTo>
                    <a:pt x="0" y="744"/>
                  </a:lnTo>
                  <a:lnTo>
                    <a:pt x="5" y="761"/>
                  </a:lnTo>
                  <a:lnTo>
                    <a:pt x="15" y="775"/>
                  </a:lnTo>
                  <a:lnTo>
                    <a:pt x="30" y="784"/>
                  </a:lnTo>
                  <a:lnTo>
                    <a:pt x="46" y="787"/>
                  </a:lnTo>
                  <a:lnTo>
                    <a:pt x="66" y="781"/>
                  </a:lnTo>
                  <a:lnTo>
                    <a:pt x="69" y="7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7669" name="Freeform 49"/>
            <p:cNvSpPr>
              <a:spLocks/>
            </p:cNvSpPr>
            <p:nvPr/>
          </p:nvSpPr>
          <p:spPr bwMode="auto">
            <a:xfrm>
              <a:off x="868" y="1596"/>
              <a:ext cx="77" cy="126"/>
            </a:xfrm>
            <a:custGeom>
              <a:avLst/>
              <a:gdLst>
                <a:gd name="T0" fmla="*/ 1 w 382"/>
                <a:gd name="T1" fmla="*/ 5 h 628"/>
                <a:gd name="T2" fmla="*/ 1 w 382"/>
                <a:gd name="T3" fmla="*/ 5 h 628"/>
                <a:gd name="T4" fmla="*/ 1 w 382"/>
                <a:gd name="T5" fmla="*/ 4 h 628"/>
                <a:gd name="T6" fmla="*/ 1 w 382"/>
                <a:gd name="T7" fmla="*/ 4 h 628"/>
                <a:gd name="T8" fmla="*/ 1 w 382"/>
                <a:gd name="T9" fmla="*/ 4 h 628"/>
                <a:gd name="T10" fmla="*/ 1 w 382"/>
                <a:gd name="T11" fmla="*/ 3 h 628"/>
                <a:gd name="T12" fmla="*/ 1 w 382"/>
                <a:gd name="T13" fmla="*/ 3 h 628"/>
                <a:gd name="T14" fmla="*/ 1 w 382"/>
                <a:gd name="T15" fmla="*/ 3 h 628"/>
                <a:gd name="T16" fmla="*/ 1 w 382"/>
                <a:gd name="T17" fmla="*/ 3 h 628"/>
                <a:gd name="T18" fmla="*/ 1 w 382"/>
                <a:gd name="T19" fmla="*/ 2 h 628"/>
                <a:gd name="T20" fmla="*/ 2 w 382"/>
                <a:gd name="T21" fmla="*/ 2 h 628"/>
                <a:gd name="T22" fmla="*/ 2 w 382"/>
                <a:gd name="T23" fmla="*/ 2 h 628"/>
                <a:gd name="T24" fmla="*/ 2 w 382"/>
                <a:gd name="T25" fmla="*/ 2 h 628"/>
                <a:gd name="T26" fmla="*/ 2 w 382"/>
                <a:gd name="T27" fmla="*/ 1 h 628"/>
                <a:gd name="T28" fmla="*/ 2 w 382"/>
                <a:gd name="T29" fmla="*/ 1 h 628"/>
                <a:gd name="T30" fmla="*/ 3 w 382"/>
                <a:gd name="T31" fmla="*/ 1 h 628"/>
                <a:gd name="T32" fmla="*/ 3 w 382"/>
                <a:gd name="T33" fmla="*/ 1 h 628"/>
                <a:gd name="T34" fmla="*/ 3 w 382"/>
                <a:gd name="T35" fmla="*/ 1 h 628"/>
                <a:gd name="T36" fmla="*/ 3 w 382"/>
                <a:gd name="T37" fmla="*/ 0 h 628"/>
                <a:gd name="T38" fmla="*/ 2 w 382"/>
                <a:gd name="T39" fmla="*/ 0 h 628"/>
                <a:gd name="T40" fmla="*/ 2 w 382"/>
                <a:gd name="T41" fmla="*/ 0 h 628"/>
                <a:gd name="T42" fmla="*/ 2 w 382"/>
                <a:gd name="T43" fmla="*/ 1 h 628"/>
                <a:gd name="T44" fmla="*/ 2 w 382"/>
                <a:gd name="T45" fmla="*/ 1 h 628"/>
                <a:gd name="T46" fmla="*/ 1 w 382"/>
                <a:gd name="T47" fmla="*/ 1 h 628"/>
                <a:gd name="T48" fmla="*/ 1 w 382"/>
                <a:gd name="T49" fmla="*/ 1 h 628"/>
                <a:gd name="T50" fmla="*/ 1 w 382"/>
                <a:gd name="T51" fmla="*/ 2 h 628"/>
                <a:gd name="T52" fmla="*/ 1 w 382"/>
                <a:gd name="T53" fmla="*/ 2 h 628"/>
                <a:gd name="T54" fmla="*/ 1 w 382"/>
                <a:gd name="T55" fmla="*/ 2 h 628"/>
                <a:gd name="T56" fmla="*/ 0 w 382"/>
                <a:gd name="T57" fmla="*/ 3 h 628"/>
                <a:gd name="T58" fmla="*/ 0 w 382"/>
                <a:gd name="T59" fmla="*/ 3 h 628"/>
                <a:gd name="T60" fmla="*/ 0 w 382"/>
                <a:gd name="T61" fmla="*/ 3 h 628"/>
                <a:gd name="T62" fmla="*/ 0 w 382"/>
                <a:gd name="T63" fmla="*/ 4 h 628"/>
                <a:gd name="T64" fmla="*/ 0 w 382"/>
                <a:gd name="T65" fmla="*/ 4 h 628"/>
                <a:gd name="T66" fmla="*/ 0 w 382"/>
                <a:gd name="T67" fmla="*/ 4 h 628"/>
                <a:gd name="T68" fmla="*/ 0 w 382"/>
                <a:gd name="T69" fmla="*/ 5 h 628"/>
                <a:gd name="T70" fmla="*/ 0 w 382"/>
                <a:gd name="T71" fmla="*/ 5 h 628"/>
                <a:gd name="T72" fmla="*/ 0 w 382"/>
                <a:gd name="T73" fmla="*/ 5 h 628"/>
                <a:gd name="T74" fmla="*/ 0 w 382"/>
                <a:gd name="T75" fmla="*/ 5 h 628"/>
                <a:gd name="T76" fmla="*/ 0 w 382"/>
                <a:gd name="T77" fmla="*/ 5 h 628"/>
                <a:gd name="T78" fmla="*/ 0 w 382"/>
                <a:gd name="T79" fmla="*/ 5 h 628"/>
                <a:gd name="T80" fmla="*/ 0 w 382"/>
                <a:gd name="T81" fmla="*/ 5 h 628"/>
                <a:gd name="T82" fmla="*/ 1 w 382"/>
                <a:gd name="T83" fmla="*/ 5 h 628"/>
                <a:gd name="T84" fmla="*/ 1 w 382"/>
                <a:gd name="T85" fmla="*/ 5 h 628"/>
                <a:gd name="T86" fmla="*/ 1 w 382"/>
                <a:gd name="T87" fmla="*/ 5 h 628"/>
                <a:gd name="T88" fmla="*/ 1 w 382"/>
                <a:gd name="T89" fmla="*/ 5 h 628"/>
                <a:gd name="T90" fmla="*/ 1 w 382"/>
                <a:gd name="T91" fmla="*/ 5 h 628"/>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382"/>
                <a:gd name="T139" fmla="*/ 0 h 628"/>
                <a:gd name="T140" fmla="*/ 382 w 382"/>
                <a:gd name="T141" fmla="*/ 628 h 628"/>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382" h="628">
                  <a:moveTo>
                    <a:pt x="94" y="581"/>
                  </a:moveTo>
                  <a:lnTo>
                    <a:pt x="94" y="582"/>
                  </a:lnTo>
                  <a:lnTo>
                    <a:pt x="96" y="541"/>
                  </a:lnTo>
                  <a:lnTo>
                    <a:pt x="99" y="500"/>
                  </a:lnTo>
                  <a:lnTo>
                    <a:pt x="106" y="463"/>
                  </a:lnTo>
                  <a:lnTo>
                    <a:pt x="115" y="424"/>
                  </a:lnTo>
                  <a:lnTo>
                    <a:pt x="127" y="389"/>
                  </a:lnTo>
                  <a:lnTo>
                    <a:pt x="140" y="353"/>
                  </a:lnTo>
                  <a:lnTo>
                    <a:pt x="156" y="320"/>
                  </a:lnTo>
                  <a:lnTo>
                    <a:pt x="173" y="287"/>
                  </a:lnTo>
                  <a:lnTo>
                    <a:pt x="193" y="255"/>
                  </a:lnTo>
                  <a:lnTo>
                    <a:pt x="214" y="226"/>
                  </a:lnTo>
                  <a:lnTo>
                    <a:pt x="238" y="198"/>
                  </a:lnTo>
                  <a:lnTo>
                    <a:pt x="263" y="172"/>
                  </a:lnTo>
                  <a:lnTo>
                    <a:pt x="290" y="146"/>
                  </a:lnTo>
                  <a:lnTo>
                    <a:pt x="318" y="122"/>
                  </a:lnTo>
                  <a:lnTo>
                    <a:pt x="349" y="101"/>
                  </a:lnTo>
                  <a:lnTo>
                    <a:pt x="382" y="82"/>
                  </a:lnTo>
                  <a:lnTo>
                    <a:pt x="335" y="0"/>
                  </a:lnTo>
                  <a:lnTo>
                    <a:pt x="297" y="23"/>
                  </a:lnTo>
                  <a:lnTo>
                    <a:pt x="262" y="49"/>
                  </a:lnTo>
                  <a:lnTo>
                    <a:pt x="229" y="76"/>
                  </a:lnTo>
                  <a:lnTo>
                    <a:pt x="198" y="104"/>
                  </a:lnTo>
                  <a:lnTo>
                    <a:pt x="167" y="137"/>
                  </a:lnTo>
                  <a:lnTo>
                    <a:pt x="142" y="170"/>
                  </a:lnTo>
                  <a:lnTo>
                    <a:pt x="116" y="204"/>
                  </a:lnTo>
                  <a:lnTo>
                    <a:pt x="94" y="240"/>
                  </a:lnTo>
                  <a:lnTo>
                    <a:pt x="74" y="278"/>
                  </a:lnTo>
                  <a:lnTo>
                    <a:pt x="54" y="317"/>
                  </a:lnTo>
                  <a:lnTo>
                    <a:pt x="38" y="359"/>
                  </a:lnTo>
                  <a:lnTo>
                    <a:pt x="26" y="401"/>
                  </a:lnTo>
                  <a:lnTo>
                    <a:pt x="15" y="444"/>
                  </a:lnTo>
                  <a:lnTo>
                    <a:pt x="8" y="489"/>
                  </a:lnTo>
                  <a:lnTo>
                    <a:pt x="2" y="534"/>
                  </a:lnTo>
                  <a:lnTo>
                    <a:pt x="0" y="580"/>
                  </a:lnTo>
                  <a:lnTo>
                    <a:pt x="0" y="581"/>
                  </a:lnTo>
                  <a:lnTo>
                    <a:pt x="0" y="580"/>
                  </a:lnTo>
                  <a:lnTo>
                    <a:pt x="3" y="600"/>
                  </a:lnTo>
                  <a:lnTo>
                    <a:pt x="14" y="615"/>
                  </a:lnTo>
                  <a:lnTo>
                    <a:pt x="29" y="625"/>
                  </a:lnTo>
                  <a:lnTo>
                    <a:pt x="45" y="628"/>
                  </a:lnTo>
                  <a:lnTo>
                    <a:pt x="63" y="626"/>
                  </a:lnTo>
                  <a:lnTo>
                    <a:pt x="78" y="616"/>
                  </a:lnTo>
                  <a:lnTo>
                    <a:pt x="89" y="602"/>
                  </a:lnTo>
                  <a:lnTo>
                    <a:pt x="94" y="582"/>
                  </a:lnTo>
                  <a:lnTo>
                    <a:pt x="94" y="5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7670" name="Freeform 50"/>
            <p:cNvSpPr>
              <a:spLocks/>
            </p:cNvSpPr>
            <p:nvPr/>
          </p:nvSpPr>
          <p:spPr bwMode="auto">
            <a:xfrm>
              <a:off x="868" y="1712"/>
              <a:ext cx="19" cy="364"/>
            </a:xfrm>
            <a:custGeom>
              <a:avLst/>
              <a:gdLst>
                <a:gd name="T0" fmla="*/ 1 w 94"/>
                <a:gd name="T1" fmla="*/ 14 h 1818"/>
                <a:gd name="T2" fmla="*/ 1 w 94"/>
                <a:gd name="T3" fmla="*/ 14 h 1818"/>
                <a:gd name="T4" fmla="*/ 1 w 94"/>
                <a:gd name="T5" fmla="*/ 0 h 1818"/>
                <a:gd name="T6" fmla="*/ 0 w 94"/>
                <a:gd name="T7" fmla="*/ 0 h 1818"/>
                <a:gd name="T8" fmla="*/ 0 w 94"/>
                <a:gd name="T9" fmla="*/ 14 h 1818"/>
                <a:gd name="T10" fmla="*/ 0 w 94"/>
                <a:gd name="T11" fmla="*/ 14 h 1818"/>
                <a:gd name="T12" fmla="*/ 0 w 94"/>
                <a:gd name="T13" fmla="*/ 14 h 1818"/>
                <a:gd name="T14" fmla="*/ 0 w 94"/>
                <a:gd name="T15" fmla="*/ 14 h 1818"/>
                <a:gd name="T16" fmla="*/ 0 w 94"/>
                <a:gd name="T17" fmla="*/ 14 h 1818"/>
                <a:gd name="T18" fmla="*/ 0 w 94"/>
                <a:gd name="T19" fmla="*/ 15 h 1818"/>
                <a:gd name="T20" fmla="*/ 0 w 94"/>
                <a:gd name="T21" fmla="*/ 15 h 1818"/>
                <a:gd name="T22" fmla="*/ 1 w 94"/>
                <a:gd name="T23" fmla="*/ 15 h 1818"/>
                <a:gd name="T24" fmla="*/ 1 w 94"/>
                <a:gd name="T25" fmla="*/ 14 h 1818"/>
                <a:gd name="T26" fmla="*/ 1 w 94"/>
                <a:gd name="T27" fmla="*/ 14 h 1818"/>
                <a:gd name="T28" fmla="*/ 1 w 94"/>
                <a:gd name="T29" fmla="*/ 14 h 1818"/>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94"/>
                <a:gd name="T46" fmla="*/ 0 h 1818"/>
                <a:gd name="T47" fmla="*/ 94 w 94"/>
                <a:gd name="T48" fmla="*/ 1818 h 1818"/>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94" h="1818">
                  <a:moveTo>
                    <a:pt x="94" y="1771"/>
                  </a:moveTo>
                  <a:lnTo>
                    <a:pt x="94" y="1771"/>
                  </a:lnTo>
                  <a:lnTo>
                    <a:pt x="94" y="0"/>
                  </a:lnTo>
                  <a:lnTo>
                    <a:pt x="0" y="0"/>
                  </a:lnTo>
                  <a:lnTo>
                    <a:pt x="0" y="1771"/>
                  </a:lnTo>
                  <a:lnTo>
                    <a:pt x="3" y="1791"/>
                  </a:lnTo>
                  <a:lnTo>
                    <a:pt x="15" y="1806"/>
                  </a:lnTo>
                  <a:lnTo>
                    <a:pt x="29" y="1814"/>
                  </a:lnTo>
                  <a:lnTo>
                    <a:pt x="47" y="1818"/>
                  </a:lnTo>
                  <a:lnTo>
                    <a:pt x="64" y="1814"/>
                  </a:lnTo>
                  <a:lnTo>
                    <a:pt x="79" y="1806"/>
                  </a:lnTo>
                  <a:lnTo>
                    <a:pt x="90" y="1791"/>
                  </a:lnTo>
                  <a:lnTo>
                    <a:pt x="94" y="17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7671" name="Freeform 51"/>
            <p:cNvSpPr>
              <a:spLocks/>
            </p:cNvSpPr>
            <p:nvPr/>
          </p:nvSpPr>
          <p:spPr bwMode="auto">
            <a:xfrm>
              <a:off x="868" y="2067"/>
              <a:ext cx="90" cy="160"/>
            </a:xfrm>
            <a:custGeom>
              <a:avLst/>
              <a:gdLst>
                <a:gd name="T0" fmla="*/ 3 w 449"/>
                <a:gd name="T1" fmla="*/ 6 h 803"/>
                <a:gd name="T2" fmla="*/ 3 w 449"/>
                <a:gd name="T3" fmla="*/ 6 h 803"/>
                <a:gd name="T4" fmla="*/ 3 w 449"/>
                <a:gd name="T5" fmla="*/ 5 h 803"/>
                <a:gd name="T6" fmla="*/ 3 w 449"/>
                <a:gd name="T7" fmla="*/ 5 h 803"/>
                <a:gd name="T8" fmla="*/ 3 w 449"/>
                <a:gd name="T9" fmla="*/ 5 h 803"/>
                <a:gd name="T10" fmla="*/ 2 w 449"/>
                <a:gd name="T11" fmla="*/ 5 h 803"/>
                <a:gd name="T12" fmla="*/ 2 w 449"/>
                <a:gd name="T13" fmla="*/ 4 h 803"/>
                <a:gd name="T14" fmla="*/ 2 w 449"/>
                <a:gd name="T15" fmla="*/ 4 h 803"/>
                <a:gd name="T16" fmla="*/ 2 w 449"/>
                <a:gd name="T17" fmla="*/ 4 h 803"/>
                <a:gd name="T18" fmla="*/ 2 w 449"/>
                <a:gd name="T19" fmla="*/ 3 h 803"/>
                <a:gd name="T20" fmla="*/ 1 w 449"/>
                <a:gd name="T21" fmla="*/ 3 h 803"/>
                <a:gd name="T22" fmla="*/ 1 w 449"/>
                <a:gd name="T23" fmla="*/ 2 h 803"/>
                <a:gd name="T24" fmla="*/ 1 w 449"/>
                <a:gd name="T25" fmla="*/ 2 h 803"/>
                <a:gd name="T26" fmla="*/ 1 w 449"/>
                <a:gd name="T27" fmla="*/ 2 h 803"/>
                <a:gd name="T28" fmla="*/ 1 w 449"/>
                <a:gd name="T29" fmla="*/ 1 h 803"/>
                <a:gd name="T30" fmla="*/ 1 w 449"/>
                <a:gd name="T31" fmla="*/ 1 h 803"/>
                <a:gd name="T32" fmla="*/ 1 w 449"/>
                <a:gd name="T33" fmla="*/ 0 h 803"/>
                <a:gd name="T34" fmla="*/ 1 w 449"/>
                <a:gd name="T35" fmla="*/ 0 h 803"/>
                <a:gd name="T36" fmla="*/ 0 w 449"/>
                <a:gd name="T37" fmla="*/ 0 h 803"/>
                <a:gd name="T38" fmla="*/ 0 w 449"/>
                <a:gd name="T39" fmla="*/ 0 h 803"/>
                <a:gd name="T40" fmla="*/ 0 w 449"/>
                <a:gd name="T41" fmla="*/ 1 h 803"/>
                <a:gd name="T42" fmla="*/ 0 w 449"/>
                <a:gd name="T43" fmla="*/ 1 h 803"/>
                <a:gd name="T44" fmla="*/ 0 w 449"/>
                <a:gd name="T45" fmla="*/ 2 h 803"/>
                <a:gd name="T46" fmla="*/ 0 w 449"/>
                <a:gd name="T47" fmla="*/ 2 h 803"/>
                <a:gd name="T48" fmla="*/ 0 w 449"/>
                <a:gd name="T49" fmla="*/ 3 h 803"/>
                <a:gd name="T50" fmla="*/ 1 w 449"/>
                <a:gd name="T51" fmla="*/ 3 h 803"/>
                <a:gd name="T52" fmla="*/ 1 w 449"/>
                <a:gd name="T53" fmla="*/ 4 h 803"/>
                <a:gd name="T54" fmla="*/ 1 w 449"/>
                <a:gd name="T55" fmla="*/ 4 h 803"/>
                <a:gd name="T56" fmla="*/ 1 w 449"/>
                <a:gd name="T57" fmla="*/ 4 h 803"/>
                <a:gd name="T58" fmla="*/ 2 w 449"/>
                <a:gd name="T59" fmla="*/ 5 h 803"/>
                <a:gd name="T60" fmla="*/ 2 w 449"/>
                <a:gd name="T61" fmla="*/ 5 h 803"/>
                <a:gd name="T62" fmla="*/ 2 w 449"/>
                <a:gd name="T63" fmla="*/ 5 h 803"/>
                <a:gd name="T64" fmla="*/ 2 w 449"/>
                <a:gd name="T65" fmla="*/ 6 h 803"/>
                <a:gd name="T66" fmla="*/ 3 w 449"/>
                <a:gd name="T67" fmla="*/ 6 h 803"/>
                <a:gd name="T68" fmla="*/ 3 w 449"/>
                <a:gd name="T69" fmla="*/ 6 h 803"/>
                <a:gd name="T70" fmla="*/ 3 w 449"/>
                <a:gd name="T71" fmla="*/ 6 h 803"/>
                <a:gd name="T72" fmla="*/ 3 w 449"/>
                <a:gd name="T73" fmla="*/ 6 h 803"/>
                <a:gd name="T74" fmla="*/ 3 w 449"/>
                <a:gd name="T75" fmla="*/ 6 h 803"/>
                <a:gd name="T76" fmla="*/ 3 w 449"/>
                <a:gd name="T77" fmla="*/ 6 h 803"/>
                <a:gd name="T78" fmla="*/ 3 w 449"/>
                <a:gd name="T79" fmla="*/ 6 h 803"/>
                <a:gd name="T80" fmla="*/ 4 w 449"/>
                <a:gd name="T81" fmla="*/ 6 h 803"/>
                <a:gd name="T82" fmla="*/ 4 w 449"/>
                <a:gd name="T83" fmla="*/ 6 h 803"/>
                <a:gd name="T84" fmla="*/ 4 w 449"/>
                <a:gd name="T85" fmla="*/ 6 h 803"/>
                <a:gd name="T86" fmla="*/ 4 w 449"/>
                <a:gd name="T87" fmla="*/ 6 h 803"/>
                <a:gd name="T88" fmla="*/ 3 w 449"/>
                <a:gd name="T89" fmla="*/ 6 h 803"/>
                <a:gd name="T90" fmla="*/ 3 w 449"/>
                <a:gd name="T91" fmla="*/ 6 h 80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449"/>
                <a:gd name="T139" fmla="*/ 0 h 803"/>
                <a:gd name="T140" fmla="*/ 449 w 449"/>
                <a:gd name="T141" fmla="*/ 803 h 80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449" h="803">
                  <a:moveTo>
                    <a:pt x="426" y="717"/>
                  </a:moveTo>
                  <a:lnTo>
                    <a:pt x="427" y="717"/>
                  </a:lnTo>
                  <a:lnTo>
                    <a:pt x="395" y="693"/>
                  </a:lnTo>
                  <a:lnTo>
                    <a:pt x="361" y="662"/>
                  </a:lnTo>
                  <a:lnTo>
                    <a:pt x="329" y="628"/>
                  </a:lnTo>
                  <a:lnTo>
                    <a:pt x="299" y="591"/>
                  </a:lnTo>
                  <a:lnTo>
                    <a:pt x="269" y="551"/>
                  </a:lnTo>
                  <a:lnTo>
                    <a:pt x="241" y="507"/>
                  </a:lnTo>
                  <a:lnTo>
                    <a:pt x="215" y="460"/>
                  </a:lnTo>
                  <a:lnTo>
                    <a:pt x="191" y="412"/>
                  </a:lnTo>
                  <a:lnTo>
                    <a:pt x="170" y="363"/>
                  </a:lnTo>
                  <a:lnTo>
                    <a:pt x="151" y="312"/>
                  </a:lnTo>
                  <a:lnTo>
                    <a:pt x="133" y="259"/>
                  </a:lnTo>
                  <a:lnTo>
                    <a:pt x="119" y="207"/>
                  </a:lnTo>
                  <a:lnTo>
                    <a:pt x="108" y="156"/>
                  </a:lnTo>
                  <a:lnTo>
                    <a:pt x="101" y="103"/>
                  </a:lnTo>
                  <a:lnTo>
                    <a:pt x="96" y="51"/>
                  </a:lnTo>
                  <a:lnTo>
                    <a:pt x="94" y="0"/>
                  </a:lnTo>
                  <a:lnTo>
                    <a:pt x="0" y="0"/>
                  </a:lnTo>
                  <a:lnTo>
                    <a:pt x="2" y="56"/>
                  </a:lnTo>
                  <a:lnTo>
                    <a:pt x="7" y="115"/>
                  </a:lnTo>
                  <a:lnTo>
                    <a:pt x="16" y="172"/>
                  </a:lnTo>
                  <a:lnTo>
                    <a:pt x="28" y="231"/>
                  </a:lnTo>
                  <a:lnTo>
                    <a:pt x="44" y="287"/>
                  </a:lnTo>
                  <a:lnTo>
                    <a:pt x="62" y="342"/>
                  </a:lnTo>
                  <a:lnTo>
                    <a:pt x="83" y="398"/>
                  </a:lnTo>
                  <a:lnTo>
                    <a:pt x="106" y="452"/>
                  </a:lnTo>
                  <a:lnTo>
                    <a:pt x="133" y="505"/>
                  </a:lnTo>
                  <a:lnTo>
                    <a:pt x="161" y="554"/>
                  </a:lnTo>
                  <a:lnTo>
                    <a:pt x="192" y="602"/>
                  </a:lnTo>
                  <a:lnTo>
                    <a:pt x="224" y="647"/>
                  </a:lnTo>
                  <a:lnTo>
                    <a:pt x="259" y="689"/>
                  </a:lnTo>
                  <a:lnTo>
                    <a:pt x="295" y="728"/>
                  </a:lnTo>
                  <a:lnTo>
                    <a:pt x="334" y="763"/>
                  </a:lnTo>
                  <a:lnTo>
                    <a:pt x="374" y="795"/>
                  </a:lnTo>
                  <a:lnTo>
                    <a:pt x="375" y="795"/>
                  </a:lnTo>
                  <a:lnTo>
                    <a:pt x="374" y="795"/>
                  </a:lnTo>
                  <a:lnTo>
                    <a:pt x="392" y="803"/>
                  </a:lnTo>
                  <a:lnTo>
                    <a:pt x="411" y="803"/>
                  </a:lnTo>
                  <a:lnTo>
                    <a:pt x="426" y="795"/>
                  </a:lnTo>
                  <a:lnTo>
                    <a:pt x="439" y="782"/>
                  </a:lnTo>
                  <a:lnTo>
                    <a:pt x="446" y="766"/>
                  </a:lnTo>
                  <a:lnTo>
                    <a:pt x="449" y="749"/>
                  </a:lnTo>
                  <a:lnTo>
                    <a:pt x="441" y="732"/>
                  </a:lnTo>
                  <a:lnTo>
                    <a:pt x="427" y="717"/>
                  </a:lnTo>
                  <a:lnTo>
                    <a:pt x="426" y="71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7672" name="Freeform 52"/>
            <p:cNvSpPr>
              <a:spLocks/>
            </p:cNvSpPr>
            <p:nvPr/>
          </p:nvSpPr>
          <p:spPr bwMode="auto">
            <a:xfrm>
              <a:off x="883" y="1673"/>
              <a:ext cx="379" cy="690"/>
            </a:xfrm>
            <a:custGeom>
              <a:avLst/>
              <a:gdLst>
                <a:gd name="T0" fmla="*/ 12 w 1897"/>
                <a:gd name="T1" fmla="*/ 6 h 3450"/>
                <a:gd name="T2" fmla="*/ 13 w 1897"/>
                <a:gd name="T3" fmla="*/ 7 h 3450"/>
                <a:gd name="T4" fmla="*/ 13 w 1897"/>
                <a:gd name="T5" fmla="*/ 7 h 3450"/>
                <a:gd name="T6" fmla="*/ 14 w 1897"/>
                <a:gd name="T7" fmla="*/ 8 h 3450"/>
                <a:gd name="T8" fmla="*/ 14 w 1897"/>
                <a:gd name="T9" fmla="*/ 9 h 3450"/>
                <a:gd name="T10" fmla="*/ 15 w 1897"/>
                <a:gd name="T11" fmla="*/ 10 h 3450"/>
                <a:gd name="T12" fmla="*/ 15 w 1897"/>
                <a:gd name="T13" fmla="*/ 11 h 3450"/>
                <a:gd name="T14" fmla="*/ 15 w 1897"/>
                <a:gd name="T15" fmla="*/ 11 h 3450"/>
                <a:gd name="T16" fmla="*/ 15 w 1897"/>
                <a:gd name="T17" fmla="*/ 12 h 3450"/>
                <a:gd name="T18" fmla="*/ 15 w 1897"/>
                <a:gd name="T19" fmla="*/ 26 h 3450"/>
                <a:gd name="T20" fmla="*/ 15 w 1897"/>
                <a:gd name="T21" fmla="*/ 26 h 3450"/>
                <a:gd name="T22" fmla="*/ 15 w 1897"/>
                <a:gd name="T23" fmla="*/ 27 h 3450"/>
                <a:gd name="T24" fmla="*/ 15 w 1897"/>
                <a:gd name="T25" fmla="*/ 27 h 3450"/>
                <a:gd name="T26" fmla="*/ 14 w 1897"/>
                <a:gd name="T27" fmla="*/ 27 h 3450"/>
                <a:gd name="T28" fmla="*/ 14 w 1897"/>
                <a:gd name="T29" fmla="*/ 28 h 3450"/>
                <a:gd name="T30" fmla="*/ 13 w 1897"/>
                <a:gd name="T31" fmla="*/ 28 h 3450"/>
                <a:gd name="T32" fmla="*/ 13 w 1897"/>
                <a:gd name="T33" fmla="*/ 27 h 3450"/>
                <a:gd name="T34" fmla="*/ 3 w 1897"/>
                <a:gd name="T35" fmla="*/ 21 h 3450"/>
                <a:gd name="T36" fmla="*/ 2 w 1897"/>
                <a:gd name="T37" fmla="*/ 21 h 3450"/>
                <a:gd name="T38" fmla="*/ 2 w 1897"/>
                <a:gd name="T39" fmla="*/ 20 h 3450"/>
                <a:gd name="T40" fmla="*/ 1 w 1897"/>
                <a:gd name="T41" fmla="*/ 19 h 3450"/>
                <a:gd name="T42" fmla="*/ 1 w 1897"/>
                <a:gd name="T43" fmla="*/ 19 h 3450"/>
                <a:gd name="T44" fmla="*/ 0 w 1897"/>
                <a:gd name="T45" fmla="*/ 18 h 3450"/>
                <a:gd name="T46" fmla="*/ 0 w 1897"/>
                <a:gd name="T47" fmla="*/ 17 h 3450"/>
                <a:gd name="T48" fmla="*/ 0 w 1897"/>
                <a:gd name="T49" fmla="*/ 16 h 3450"/>
                <a:gd name="T50" fmla="*/ 0 w 1897"/>
                <a:gd name="T51" fmla="*/ 15 h 3450"/>
                <a:gd name="T52" fmla="*/ 0 w 1897"/>
                <a:gd name="T53" fmla="*/ 2 h 3450"/>
                <a:gd name="T54" fmla="*/ 0 w 1897"/>
                <a:gd name="T55" fmla="*/ 1 h 3450"/>
                <a:gd name="T56" fmla="*/ 0 w 1897"/>
                <a:gd name="T57" fmla="*/ 1 h 3450"/>
                <a:gd name="T58" fmla="*/ 1 w 1897"/>
                <a:gd name="T59" fmla="*/ 0 h 3450"/>
                <a:gd name="T60" fmla="*/ 1 w 1897"/>
                <a:gd name="T61" fmla="*/ 0 h 3450"/>
                <a:gd name="T62" fmla="*/ 1 w 1897"/>
                <a:gd name="T63" fmla="*/ 0 h 3450"/>
                <a:gd name="T64" fmla="*/ 2 w 1897"/>
                <a:gd name="T65" fmla="*/ 0 h 3450"/>
                <a:gd name="T66" fmla="*/ 3 w 1897"/>
                <a:gd name="T67" fmla="*/ 0 h 3450"/>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897"/>
                <a:gd name="T103" fmla="*/ 0 h 3450"/>
                <a:gd name="T104" fmla="*/ 1897 w 1897"/>
                <a:gd name="T105" fmla="*/ 3450 h 3450"/>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897" h="3450">
                  <a:moveTo>
                    <a:pt x="357" y="49"/>
                  </a:moveTo>
                  <a:lnTo>
                    <a:pt x="1542" y="806"/>
                  </a:lnTo>
                  <a:lnTo>
                    <a:pt x="1579" y="832"/>
                  </a:lnTo>
                  <a:lnTo>
                    <a:pt x="1614" y="861"/>
                  </a:lnTo>
                  <a:lnTo>
                    <a:pt x="1648" y="895"/>
                  </a:lnTo>
                  <a:lnTo>
                    <a:pt x="1681" y="933"/>
                  </a:lnTo>
                  <a:lnTo>
                    <a:pt x="1711" y="973"/>
                  </a:lnTo>
                  <a:lnTo>
                    <a:pt x="1740" y="1016"/>
                  </a:lnTo>
                  <a:lnTo>
                    <a:pt x="1768" y="1062"/>
                  </a:lnTo>
                  <a:lnTo>
                    <a:pt x="1793" y="1109"/>
                  </a:lnTo>
                  <a:lnTo>
                    <a:pt x="1816" y="1158"/>
                  </a:lnTo>
                  <a:lnTo>
                    <a:pt x="1836" y="1208"/>
                  </a:lnTo>
                  <a:lnTo>
                    <a:pt x="1854" y="1260"/>
                  </a:lnTo>
                  <a:lnTo>
                    <a:pt x="1869" y="1313"/>
                  </a:lnTo>
                  <a:lnTo>
                    <a:pt x="1881" y="1364"/>
                  </a:lnTo>
                  <a:lnTo>
                    <a:pt x="1890" y="1417"/>
                  </a:lnTo>
                  <a:lnTo>
                    <a:pt x="1895" y="1469"/>
                  </a:lnTo>
                  <a:lnTo>
                    <a:pt x="1897" y="1519"/>
                  </a:lnTo>
                  <a:lnTo>
                    <a:pt x="1897" y="3142"/>
                  </a:lnTo>
                  <a:lnTo>
                    <a:pt x="1895" y="3190"/>
                  </a:lnTo>
                  <a:lnTo>
                    <a:pt x="1890" y="3235"/>
                  </a:lnTo>
                  <a:lnTo>
                    <a:pt x="1881" y="3276"/>
                  </a:lnTo>
                  <a:lnTo>
                    <a:pt x="1869" y="3313"/>
                  </a:lnTo>
                  <a:lnTo>
                    <a:pt x="1854" y="3346"/>
                  </a:lnTo>
                  <a:lnTo>
                    <a:pt x="1836" y="3375"/>
                  </a:lnTo>
                  <a:lnTo>
                    <a:pt x="1816" y="3398"/>
                  </a:lnTo>
                  <a:lnTo>
                    <a:pt x="1793" y="3418"/>
                  </a:lnTo>
                  <a:lnTo>
                    <a:pt x="1768" y="3434"/>
                  </a:lnTo>
                  <a:lnTo>
                    <a:pt x="1740" y="3444"/>
                  </a:lnTo>
                  <a:lnTo>
                    <a:pt x="1711" y="3450"/>
                  </a:lnTo>
                  <a:lnTo>
                    <a:pt x="1681" y="3450"/>
                  </a:lnTo>
                  <a:lnTo>
                    <a:pt x="1648" y="3445"/>
                  </a:lnTo>
                  <a:lnTo>
                    <a:pt x="1614" y="3436"/>
                  </a:lnTo>
                  <a:lnTo>
                    <a:pt x="1579" y="3421"/>
                  </a:lnTo>
                  <a:lnTo>
                    <a:pt x="1542" y="3400"/>
                  </a:lnTo>
                  <a:lnTo>
                    <a:pt x="357" y="2643"/>
                  </a:lnTo>
                  <a:lnTo>
                    <a:pt x="320" y="2618"/>
                  </a:lnTo>
                  <a:lnTo>
                    <a:pt x="285" y="2588"/>
                  </a:lnTo>
                  <a:lnTo>
                    <a:pt x="251" y="2554"/>
                  </a:lnTo>
                  <a:lnTo>
                    <a:pt x="218" y="2517"/>
                  </a:lnTo>
                  <a:lnTo>
                    <a:pt x="187" y="2477"/>
                  </a:lnTo>
                  <a:lnTo>
                    <a:pt x="157" y="2433"/>
                  </a:lnTo>
                  <a:lnTo>
                    <a:pt x="130" y="2388"/>
                  </a:lnTo>
                  <a:lnTo>
                    <a:pt x="105" y="2341"/>
                  </a:lnTo>
                  <a:lnTo>
                    <a:pt x="81" y="2292"/>
                  </a:lnTo>
                  <a:lnTo>
                    <a:pt x="61" y="2241"/>
                  </a:lnTo>
                  <a:lnTo>
                    <a:pt x="44" y="2190"/>
                  </a:lnTo>
                  <a:lnTo>
                    <a:pt x="29" y="2138"/>
                  </a:lnTo>
                  <a:lnTo>
                    <a:pt x="17" y="2085"/>
                  </a:lnTo>
                  <a:lnTo>
                    <a:pt x="7" y="2033"/>
                  </a:lnTo>
                  <a:lnTo>
                    <a:pt x="3" y="1981"/>
                  </a:lnTo>
                  <a:lnTo>
                    <a:pt x="0" y="1931"/>
                  </a:lnTo>
                  <a:lnTo>
                    <a:pt x="0" y="308"/>
                  </a:lnTo>
                  <a:lnTo>
                    <a:pt x="3" y="260"/>
                  </a:lnTo>
                  <a:lnTo>
                    <a:pt x="7" y="215"/>
                  </a:lnTo>
                  <a:lnTo>
                    <a:pt x="17" y="174"/>
                  </a:lnTo>
                  <a:lnTo>
                    <a:pt x="29" y="137"/>
                  </a:lnTo>
                  <a:lnTo>
                    <a:pt x="44" y="104"/>
                  </a:lnTo>
                  <a:lnTo>
                    <a:pt x="61" y="76"/>
                  </a:lnTo>
                  <a:lnTo>
                    <a:pt x="81" y="51"/>
                  </a:lnTo>
                  <a:lnTo>
                    <a:pt x="105" y="31"/>
                  </a:lnTo>
                  <a:lnTo>
                    <a:pt x="130" y="16"/>
                  </a:lnTo>
                  <a:lnTo>
                    <a:pt x="157" y="5"/>
                  </a:lnTo>
                  <a:lnTo>
                    <a:pt x="187" y="0"/>
                  </a:lnTo>
                  <a:lnTo>
                    <a:pt x="218" y="0"/>
                  </a:lnTo>
                  <a:lnTo>
                    <a:pt x="251" y="3"/>
                  </a:lnTo>
                  <a:lnTo>
                    <a:pt x="285" y="14"/>
                  </a:lnTo>
                  <a:lnTo>
                    <a:pt x="320" y="29"/>
                  </a:lnTo>
                  <a:lnTo>
                    <a:pt x="357" y="49"/>
                  </a:lnTo>
                  <a:close/>
                </a:path>
              </a:pathLst>
            </a:custGeom>
            <a:solidFill>
              <a:srgbClr val="BFBFB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7673" name="Freeform 53"/>
            <p:cNvSpPr>
              <a:spLocks/>
            </p:cNvSpPr>
            <p:nvPr/>
          </p:nvSpPr>
          <p:spPr bwMode="auto">
            <a:xfrm>
              <a:off x="1268" y="1663"/>
              <a:ext cx="393" cy="711"/>
            </a:xfrm>
            <a:custGeom>
              <a:avLst/>
              <a:gdLst>
                <a:gd name="T0" fmla="*/ 3 w 1962"/>
                <a:gd name="T1" fmla="*/ 7 h 3555"/>
                <a:gd name="T2" fmla="*/ 2 w 1962"/>
                <a:gd name="T3" fmla="*/ 7 h 3555"/>
                <a:gd name="T4" fmla="*/ 2 w 1962"/>
                <a:gd name="T5" fmla="*/ 8 h 3555"/>
                <a:gd name="T6" fmla="*/ 1 w 1962"/>
                <a:gd name="T7" fmla="*/ 8 h 3555"/>
                <a:gd name="T8" fmla="*/ 1 w 1962"/>
                <a:gd name="T9" fmla="*/ 9 h 3555"/>
                <a:gd name="T10" fmla="*/ 1 w 1962"/>
                <a:gd name="T11" fmla="*/ 10 h 3555"/>
                <a:gd name="T12" fmla="*/ 0 w 1962"/>
                <a:gd name="T13" fmla="*/ 11 h 3555"/>
                <a:gd name="T14" fmla="*/ 0 w 1962"/>
                <a:gd name="T15" fmla="*/ 12 h 3555"/>
                <a:gd name="T16" fmla="*/ 0 w 1962"/>
                <a:gd name="T17" fmla="*/ 13 h 3555"/>
                <a:gd name="T18" fmla="*/ 0 w 1962"/>
                <a:gd name="T19" fmla="*/ 26 h 3555"/>
                <a:gd name="T20" fmla="*/ 0 w 1962"/>
                <a:gd name="T21" fmla="*/ 27 h 3555"/>
                <a:gd name="T22" fmla="*/ 0 w 1962"/>
                <a:gd name="T23" fmla="*/ 28 h 3555"/>
                <a:gd name="T24" fmla="*/ 1 w 1962"/>
                <a:gd name="T25" fmla="*/ 28 h 3555"/>
                <a:gd name="T26" fmla="*/ 1 w 1962"/>
                <a:gd name="T27" fmla="*/ 28 h 3555"/>
                <a:gd name="T28" fmla="*/ 2 w 1962"/>
                <a:gd name="T29" fmla="*/ 28 h 3555"/>
                <a:gd name="T30" fmla="*/ 2 w 1962"/>
                <a:gd name="T31" fmla="*/ 28 h 3555"/>
                <a:gd name="T32" fmla="*/ 3 w 1962"/>
                <a:gd name="T33" fmla="*/ 28 h 3555"/>
                <a:gd name="T34" fmla="*/ 13 w 1962"/>
                <a:gd name="T35" fmla="*/ 22 h 3555"/>
                <a:gd name="T36" fmla="*/ 13 w 1962"/>
                <a:gd name="T37" fmla="*/ 21 h 3555"/>
                <a:gd name="T38" fmla="*/ 14 w 1962"/>
                <a:gd name="T39" fmla="*/ 21 h 3555"/>
                <a:gd name="T40" fmla="*/ 14 w 1962"/>
                <a:gd name="T41" fmla="*/ 20 h 3555"/>
                <a:gd name="T42" fmla="*/ 15 w 1962"/>
                <a:gd name="T43" fmla="*/ 19 h 3555"/>
                <a:gd name="T44" fmla="*/ 15 w 1962"/>
                <a:gd name="T45" fmla="*/ 18 h 3555"/>
                <a:gd name="T46" fmla="*/ 16 w 1962"/>
                <a:gd name="T47" fmla="*/ 18 h 3555"/>
                <a:gd name="T48" fmla="*/ 16 w 1962"/>
                <a:gd name="T49" fmla="*/ 17 h 3555"/>
                <a:gd name="T50" fmla="*/ 16 w 1962"/>
                <a:gd name="T51" fmla="*/ 16 h 3555"/>
                <a:gd name="T52" fmla="*/ 16 w 1962"/>
                <a:gd name="T53" fmla="*/ 2 h 3555"/>
                <a:gd name="T54" fmla="*/ 16 w 1962"/>
                <a:gd name="T55" fmla="*/ 1 h 3555"/>
                <a:gd name="T56" fmla="*/ 15 w 1962"/>
                <a:gd name="T57" fmla="*/ 1 h 3555"/>
                <a:gd name="T58" fmla="*/ 15 w 1962"/>
                <a:gd name="T59" fmla="*/ 0 h 3555"/>
                <a:gd name="T60" fmla="*/ 15 w 1962"/>
                <a:gd name="T61" fmla="*/ 0 h 3555"/>
                <a:gd name="T62" fmla="*/ 14 w 1962"/>
                <a:gd name="T63" fmla="*/ 0 h 3555"/>
                <a:gd name="T64" fmla="*/ 14 w 1962"/>
                <a:gd name="T65" fmla="*/ 0 h 3555"/>
                <a:gd name="T66" fmla="*/ 13 w 1962"/>
                <a:gd name="T67" fmla="*/ 0 h 3555"/>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962"/>
                <a:gd name="T103" fmla="*/ 0 h 3555"/>
                <a:gd name="T104" fmla="*/ 1962 w 1962"/>
                <a:gd name="T105" fmla="*/ 3555 h 3555"/>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962" h="3555">
                  <a:moveTo>
                    <a:pt x="1594" y="50"/>
                  </a:moveTo>
                  <a:lnTo>
                    <a:pt x="368" y="831"/>
                  </a:lnTo>
                  <a:lnTo>
                    <a:pt x="330" y="858"/>
                  </a:lnTo>
                  <a:lnTo>
                    <a:pt x="294" y="888"/>
                  </a:lnTo>
                  <a:lnTo>
                    <a:pt x="259" y="922"/>
                  </a:lnTo>
                  <a:lnTo>
                    <a:pt x="225" y="961"/>
                  </a:lnTo>
                  <a:lnTo>
                    <a:pt x="193" y="1003"/>
                  </a:lnTo>
                  <a:lnTo>
                    <a:pt x="163" y="1047"/>
                  </a:lnTo>
                  <a:lnTo>
                    <a:pt x="133" y="1094"/>
                  </a:lnTo>
                  <a:lnTo>
                    <a:pt x="108" y="1143"/>
                  </a:lnTo>
                  <a:lnTo>
                    <a:pt x="84" y="1193"/>
                  </a:lnTo>
                  <a:lnTo>
                    <a:pt x="63" y="1246"/>
                  </a:lnTo>
                  <a:lnTo>
                    <a:pt x="44" y="1299"/>
                  </a:lnTo>
                  <a:lnTo>
                    <a:pt x="29" y="1353"/>
                  </a:lnTo>
                  <a:lnTo>
                    <a:pt x="16" y="1405"/>
                  </a:lnTo>
                  <a:lnTo>
                    <a:pt x="7" y="1459"/>
                  </a:lnTo>
                  <a:lnTo>
                    <a:pt x="2" y="1512"/>
                  </a:lnTo>
                  <a:lnTo>
                    <a:pt x="0" y="1565"/>
                  </a:lnTo>
                  <a:lnTo>
                    <a:pt x="0" y="3237"/>
                  </a:lnTo>
                  <a:lnTo>
                    <a:pt x="2" y="3287"/>
                  </a:lnTo>
                  <a:lnTo>
                    <a:pt x="7" y="3333"/>
                  </a:lnTo>
                  <a:lnTo>
                    <a:pt x="16" y="3375"/>
                  </a:lnTo>
                  <a:lnTo>
                    <a:pt x="29" y="3413"/>
                  </a:lnTo>
                  <a:lnTo>
                    <a:pt x="44" y="3447"/>
                  </a:lnTo>
                  <a:lnTo>
                    <a:pt x="63" y="3477"/>
                  </a:lnTo>
                  <a:lnTo>
                    <a:pt x="84" y="3502"/>
                  </a:lnTo>
                  <a:lnTo>
                    <a:pt x="108" y="3522"/>
                  </a:lnTo>
                  <a:lnTo>
                    <a:pt x="133" y="3538"/>
                  </a:lnTo>
                  <a:lnTo>
                    <a:pt x="163" y="3549"/>
                  </a:lnTo>
                  <a:lnTo>
                    <a:pt x="193" y="3555"/>
                  </a:lnTo>
                  <a:lnTo>
                    <a:pt x="225" y="3555"/>
                  </a:lnTo>
                  <a:lnTo>
                    <a:pt x="259" y="3550"/>
                  </a:lnTo>
                  <a:lnTo>
                    <a:pt x="294" y="3541"/>
                  </a:lnTo>
                  <a:lnTo>
                    <a:pt x="330" y="3524"/>
                  </a:lnTo>
                  <a:lnTo>
                    <a:pt x="368" y="3503"/>
                  </a:lnTo>
                  <a:lnTo>
                    <a:pt x="1594" y="2722"/>
                  </a:lnTo>
                  <a:lnTo>
                    <a:pt x="1632" y="2696"/>
                  </a:lnTo>
                  <a:lnTo>
                    <a:pt x="1668" y="2665"/>
                  </a:lnTo>
                  <a:lnTo>
                    <a:pt x="1703" y="2631"/>
                  </a:lnTo>
                  <a:lnTo>
                    <a:pt x="1737" y="2592"/>
                  </a:lnTo>
                  <a:lnTo>
                    <a:pt x="1769" y="2551"/>
                  </a:lnTo>
                  <a:lnTo>
                    <a:pt x="1799" y="2506"/>
                  </a:lnTo>
                  <a:lnTo>
                    <a:pt x="1829" y="2460"/>
                  </a:lnTo>
                  <a:lnTo>
                    <a:pt x="1854" y="2411"/>
                  </a:lnTo>
                  <a:lnTo>
                    <a:pt x="1878" y="2361"/>
                  </a:lnTo>
                  <a:lnTo>
                    <a:pt x="1899" y="2308"/>
                  </a:lnTo>
                  <a:lnTo>
                    <a:pt x="1918" y="2256"/>
                  </a:lnTo>
                  <a:lnTo>
                    <a:pt x="1933" y="2202"/>
                  </a:lnTo>
                  <a:lnTo>
                    <a:pt x="1946" y="2149"/>
                  </a:lnTo>
                  <a:lnTo>
                    <a:pt x="1955" y="2095"/>
                  </a:lnTo>
                  <a:lnTo>
                    <a:pt x="1960" y="2042"/>
                  </a:lnTo>
                  <a:lnTo>
                    <a:pt x="1962" y="1989"/>
                  </a:lnTo>
                  <a:lnTo>
                    <a:pt x="1962" y="319"/>
                  </a:lnTo>
                  <a:lnTo>
                    <a:pt x="1960" y="269"/>
                  </a:lnTo>
                  <a:lnTo>
                    <a:pt x="1955" y="223"/>
                  </a:lnTo>
                  <a:lnTo>
                    <a:pt x="1946" y="180"/>
                  </a:lnTo>
                  <a:lnTo>
                    <a:pt x="1933" y="143"/>
                  </a:lnTo>
                  <a:lnTo>
                    <a:pt x="1918" y="109"/>
                  </a:lnTo>
                  <a:lnTo>
                    <a:pt x="1899" y="79"/>
                  </a:lnTo>
                  <a:lnTo>
                    <a:pt x="1878" y="54"/>
                  </a:lnTo>
                  <a:lnTo>
                    <a:pt x="1854" y="33"/>
                  </a:lnTo>
                  <a:lnTo>
                    <a:pt x="1829" y="17"/>
                  </a:lnTo>
                  <a:lnTo>
                    <a:pt x="1799" y="7"/>
                  </a:lnTo>
                  <a:lnTo>
                    <a:pt x="1769" y="0"/>
                  </a:lnTo>
                  <a:lnTo>
                    <a:pt x="1737" y="0"/>
                  </a:lnTo>
                  <a:lnTo>
                    <a:pt x="1703" y="4"/>
                  </a:lnTo>
                  <a:lnTo>
                    <a:pt x="1668" y="14"/>
                  </a:lnTo>
                  <a:lnTo>
                    <a:pt x="1632" y="29"/>
                  </a:lnTo>
                  <a:lnTo>
                    <a:pt x="1594" y="50"/>
                  </a:lnTo>
                  <a:close/>
                </a:path>
              </a:pathLst>
            </a:custGeom>
            <a:solidFill>
              <a:srgbClr val="E5E5E5"/>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7674" name="Freeform 54"/>
            <p:cNvSpPr>
              <a:spLocks noEditPoints="1"/>
            </p:cNvSpPr>
            <p:nvPr/>
          </p:nvSpPr>
          <p:spPr bwMode="auto">
            <a:xfrm>
              <a:off x="916" y="1589"/>
              <a:ext cx="697" cy="698"/>
            </a:xfrm>
            <a:custGeom>
              <a:avLst/>
              <a:gdLst>
                <a:gd name="T0" fmla="*/ 16 w 3485"/>
                <a:gd name="T1" fmla="*/ 0 h 3490"/>
                <a:gd name="T2" fmla="*/ 17 w 3485"/>
                <a:gd name="T3" fmla="*/ 2 h 3490"/>
                <a:gd name="T4" fmla="*/ 17 w 3485"/>
                <a:gd name="T5" fmla="*/ 3 h 3490"/>
                <a:gd name="T6" fmla="*/ 14 w 3485"/>
                <a:gd name="T7" fmla="*/ 4 h 3490"/>
                <a:gd name="T8" fmla="*/ 12 w 3485"/>
                <a:gd name="T9" fmla="*/ 4 h 3490"/>
                <a:gd name="T10" fmla="*/ 11 w 3485"/>
                <a:gd name="T11" fmla="*/ 2 h 3490"/>
                <a:gd name="T12" fmla="*/ 11 w 3485"/>
                <a:gd name="T13" fmla="*/ 1 h 3490"/>
                <a:gd name="T14" fmla="*/ 14 w 3485"/>
                <a:gd name="T15" fmla="*/ 0 h 3490"/>
                <a:gd name="T16" fmla="*/ 3 w 3485"/>
                <a:gd name="T17" fmla="*/ 7 h 3490"/>
                <a:gd name="T18" fmla="*/ 4 w 3485"/>
                <a:gd name="T19" fmla="*/ 9 h 3490"/>
                <a:gd name="T20" fmla="*/ 3 w 3485"/>
                <a:gd name="T21" fmla="*/ 12 h 3490"/>
                <a:gd name="T22" fmla="*/ 2 w 3485"/>
                <a:gd name="T23" fmla="*/ 13 h 3490"/>
                <a:gd name="T24" fmla="*/ 1 w 3485"/>
                <a:gd name="T25" fmla="*/ 12 h 3490"/>
                <a:gd name="T26" fmla="*/ 0 w 3485"/>
                <a:gd name="T27" fmla="*/ 10 h 3490"/>
                <a:gd name="T28" fmla="*/ 0 w 3485"/>
                <a:gd name="T29" fmla="*/ 8 h 3490"/>
                <a:gd name="T30" fmla="*/ 2 w 3485"/>
                <a:gd name="T31" fmla="*/ 6 h 3490"/>
                <a:gd name="T32" fmla="*/ 10 w 3485"/>
                <a:gd name="T33" fmla="*/ 20 h 3490"/>
                <a:gd name="T34" fmla="*/ 11 w 3485"/>
                <a:gd name="T35" fmla="*/ 22 h 3490"/>
                <a:gd name="T36" fmla="*/ 11 w 3485"/>
                <a:gd name="T37" fmla="*/ 25 h 3490"/>
                <a:gd name="T38" fmla="*/ 10 w 3485"/>
                <a:gd name="T39" fmla="*/ 27 h 3490"/>
                <a:gd name="T40" fmla="*/ 8 w 3485"/>
                <a:gd name="T41" fmla="*/ 26 h 3490"/>
                <a:gd name="T42" fmla="*/ 7 w 3485"/>
                <a:gd name="T43" fmla="*/ 24 h 3490"/>
                <a:gd name="T44" fmla="*/ 7 w 3485"/>
                <a:gd name="T45" fmla="*/ 22 h 3490"/>
                <a:gd name="T46" fmla="*/ 8 w 3485"/>
                <a:gd name="T47" fmla="*/ 20 h 3490"/>
                <a:gd name="T48" fmla="*/ 20 w 3485"/>
                <a:gd name="T49" fmla="*/ 21 h 3490"/>
                <a:gd name="T50" fmla="*/ 21 w 3485"/>
                <a:gd name="T51" fmla="*/ 23 h 3490"/>
                <a:gd name="T52" fmla="*/ 21 w 3485"/>
                <a:gd name="T53" fmla="*/ 26 h 3490"/>
                <a:gd name="T54" fmla="*/ 20 w 3485"/>
                <a:gd name="T55" fmla="*/ 28 h 3490"/>
                <a:gd name="T56" fmla="*/ 18 w 3485"/>
                <a:gd name="T57" fmla="*/ 28 h 3490"/>
                <a:gd name="T58" fmla="*/ 17 w 3485"/>
                <a:gd name="T59" fmla="*/ 26 h 3490"/>
                <a:gd name="T60" fmla="*/ 17 w 3485"/>
                <a:gd name="T61" fmla="*/ 23 h 3490"/>
                <a:gd name="T62" fmla="*/ 18 w 3485"/>
                <a:gd name="T63" fmla="*/ 21 h 3490"/>
                <a:gd name="T64" fmla="*/ 19 w 3485"/>
                <a:gd name="T65" fmla="*/ 11 h 3490"/>
                <a:gd name="T66" fmla="*/ 20 w 3485"/>
                <a:gd name="T67" fmla="*/ 13 h 3490"/>
                <a:gd name="T68" fmla="*/ 21 w 3485"/>
                <a:gd name="T69" fmla="*/ 15 h 3490"/>
                <a:gd name="T70" fmla="*/ 20 w 3485"/>
                <a:gd name="T71" fmla="*/ 17 h 3490"/>
                <a:gd name="T72" fmla="*/ 18 w 3485"/>
                <a:gd name="T73" fmla="*/ 17 h 3490"/>
                <a:gd name="T74" fmla="*/ 17 w 3485"/>
                <a:gd name="T75" fmla="*/ 16 h 3490"/>
                <a:gd name="T76" fmla="*/ 17 w 3485"/>
                <a:gd name="T77" fmla="*/ 13 h 3490"/>
                <a:gd name="T78" fmla="*/ 18 w 3485"/>
                <a:gd name="T79" fmla="*/ 11 h 3490"/>
                <a:gd name="T80" fmla="*/ 26 w 3485"/>
                <a:gd name="T81" fmla="*/ 7 h 3490"/>
                <a:gd name="T82" fmla="*/ 27 w 3485"/>
                <a:gd name="T83" fmla="*/ 8 h 3490"/>
                <a:gd name="T84" fmla="*/ 27 w 3485"/>
                <a:gd name="T85" fmla="*/ 11 h 3490"/>
                <a:gd name="T86" fmla="*/ 26 w 3485"/>
                <a:gd name="T87" fmla="*/ 13 h 3490"/>
                <a:gd name="T88" fmla="*/ 25 w 3485"/>
                <a:gd name="T89" fmla="*/ 13 h 3490"/>
                <a:gd name="T90" fmla="*/ 24 w 3485"/>
                <a:gd name="T91" fmla="*/ 12 h 3490"/>
                <a:gd name="T92" fmla="*/ 24 w 3485"/>
                <a:gd name="T93" fmla="*/ 9 h 3490"/>
                <a:gd name="T94" fmla="*/ 24 w 3485"/>
                <a:gd name="T95" fmla="*/ 7 h 3490"/>
                <a:gd name="T96" fmla="*/ 26 w 3485"/>
                <a:gd name="T97" fmla="*/ 17 h 3490"/>
                <a:gd name="T98" fmla="*/ 27 w 3485"/>
                <a:gd name="T99" fmla="*/ 18 h 3490"/>
                <a:gd name="T100" fmla="*/ 28 w 3485"/>
                <a:gd name="T101" fmla="*/ 21 h 3490"/>
                <a:gd name="T102" fmla="*/ 27 w 3485"/>
                <a:gd name="T103" fmla="*/ 23 h 3490"/>
                <a:gd name="T104" fmla="*/ 26 w 3485"/>
                <a:gd name="T105" fmla="*/ 24 h 3490"/>
                <a:gd name="T106" fmla="*/ 24 w 3485"/>
                <a:gd name="T107" fmla="*/ 23 h 3490"/>
                <a:gd name="T108" fmla="*/ 24 w 3485"/>
                <a:gd name="T109" fmla="*/ 20 h 3490"/>
                <a:gd name="T110" fmla="*/ 25 w 3485"/>
                <a:gd name="T111" fmla="*/ 18 h 3490"/>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w 3485"/>
                <a:gd name="T169" fmla="*/ 0 h 3490"/>
                <a:gd name="T170" fmla="*/ 3485 w 3485"/>
                <a:gd name="T171" fmla="*/ 3490 h 3490"/>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T168" t="T169" r="T170" b="T171"/>
              <a:pathLst>
                <a:path w="3485" h="3490">
                  <a:moveTo>
                    <a:pt x="1754" y="0"/>
                  </a:moveTo>
                  <a:lnTo>
                    <a:pt x="1797" y="2"/>
                  </a:lnTo>
                  <a:lnTo>
                    <a:pt x="1840" y="5"/>
                  </a:lnTo>
                  <a:lnTo>
                    <a:pt x="1881" y="12"/>
                  </a:lnTo>
                  <a:lnTo>
                    <a:pt x="1921" y="20"/>
                  </a:lnTo>
                  <a:lnTo>
                    <a:pt x="1959" y="31"/>
                  </a:lnTo>
                  <a:lnTo>
                    <a:pt x="1994" y="44"/>
                  </a:lnTo>
                  <a:lnTo>
                    <a:pt x="2028" y="59"/>
                  </a:lnTo>
                  <a:lnTo>
                    <a:pt x="2058" y="74"/>
                  </a:lnTo>
                  <a:lnTo>
                    <a:pt x="2086" y="93"/>
                  </a:lnTo>
                  <a:lnTo>
                    <a:pt x="2111" y="113"/>
                  </a:lnTo>
                  <a:lnTo>
                    <a:pt x="2132" y="133"/>
                  </a:lnTo>
                  <a:lnTo>
                    <a:pt x="2151" y="155"/>
                  </a:lnTo>
                  <a:lnTo>
                    <a:pt x="2165" y="179"/>
                  </a:lnTo>
                  <a:lnTo>
                    <a:pt x="2175" y="203"/>
                  </a:lnTo>
                  <a:lnTo>
                    <a:pt x="2182" y="229"/>
                  </a:lnTo>
                  <a:lnTo>
                    <a:pt x="2185" y="255"/>
                  </a:lnTo>
                  <a:lnTo>
                    <a:pt x="2182" y="281"/>
                  </a:lnTo>
                  <a:lnTo>
                    <a:pt x="2175" y="305"/>
                  </a:lnTo>
                  <a:lnTo>
                    <a:pt x="2165" y="330"/>
                  </a:lnTo>
                  <a:lnTo>
                    <a:pt x="2151" y="353"/>
                  </a:lnTo>
                  <a:lnTo>
                    <a:pt x="2132" y="376"/>
                  </a:lnTo>
                  <a:lnTo>
                    <a:pt x="2111" y="397"/>
                  </a:lnTo>
                  <a:lnTo>
                    <a:pt x="2086" y="417"/>
                  </a:lnTo>
                  <a:lnTo>
                    <a:pt x="2058" y="434"/>
                  </a:lnTo>
                  <a:lnTo>
                    <a:pt x="2028" y="451"/>
                  </a:lnTo>
                  <a:lnTo>
                    <a:pt x="1994" y="466"/>
                  </a:lnTo>
                  <a:lnTo>
                    <a:pt x="1959" y="479"/>
                  </a:lnTo>
                  <a:lnTo>
                    <a:pt x="1921" y="489"/>
                  </a:lnTo>
                  <a:lnTo>
                    <a:pt x="1881" y="498"/>
                  </a:lnTo>
                  <a:lnTo>
                    <a:pt x="1840" y="505"/>
                  </a:lnTo>
                  <a:lnTo>
                    <a:pt x="1797" y="508"/>
                  </a:lnTo>
                  <a:lnTo>
                    <a:pt x="1754" y="509"/>
                  </a:lnTo>
                  <a:lnTo>
                    <a:pt x="1710" y="508"/>
                  </a:lnTo>
                  <a:lnTo>
                    <a:pt x="1667" y="505"/>
                  </a:lnTo>
                  <a:lnTo>
                    <a:pt x="1626" y="498"/>
                  </a:lnTo>
                  <a:lnTo>
                    <a:pt x="1586" y="489"/>
                  </a:lnTo>
                  <a:lnTo>
                    <a:pt x="1548" y="479"/>
                  </a:lnTo>
                  <a:lnTo>
                    <a:pt x="1512" y="466"/>
                  </a:lnTo>
                  <a:lnTo>
                    <a:pt x="1479" y="451"/>
                  </a:lnTo>
                  <a:lnTo>
                    <a:pt x="1449" y="434"/>
                  </a:lnTo>
                  <a:lnTo>
                    <a:pt x="1421" y="417"/>
                  </a:lnTo>
                  <a:lnTo>
                    <a:pt x="1395" y="397"/>
                  </a:lnTo>
                  <a:lnTo>
                    <a:pt x="1374" y="376"/>
                  </a:lnTo>
                  <a:lnTo>
                    <a:pt x="1355" y="353"/>
                  </a:lnTo>
                  <a:lnTo>
                    <a:pt x="1341" y="330"/>
                  </a:lnTo>
                  <a:lnTo>
                    <a:pt x="1331" y="305"/>
                  </a:lnTo>
                  <a:lnTo>
                    <a:pt x="1324" y="281"/>
                  </a:lnTo>
                  <a:lnTo>
                    <a:pt x="1321" y="255"/>
                  </a:lnTo>
                  <a:lnTo>
                    <a:pt x="1324" y="229"/>
                  </a:lnTo>
                  <a:lnTo>
                    <a:pt x="1331" y="203"/>
                  </a:lnTo>
                  <a:lnTo>
                    <a:pt x="1341" y="179"/>
                  </a:lnTo>
                  <a:lnTo>
                    <a:pt x="1355" y="155"/>
                  </a:lnTo>
                  <a:lnTo>
                    <a:pt x="1374" y="133"/>
                  </a:lnTo>
                  <a:lnTo>
                    <a:pt x="1395" y="113"/>
                  </a:lnTo>
                  <a:lnTo>
                    <a:pt x="1421" y="93"/>
                  </a:lnTo>
                  <a:lnTo>
                    <a:pt x="1449" y="74"/>
                  </a:lnTo>
                  <a:lnTo>
                    <a:pt x="1479" y="59"/>
                  </a:lnTo>
                  <a:lnTo>
                    <a:pt x="1512" y="44"/>
                  </a:lnTo>
                  <a:lnTo>
                    <a:pt x="1548" y="31"/>
                  </a:lnTo>
                  <a:lnTo>
                    <a:pt x="1586" y="20"/>
                  </a:lnTo>
                  <a:lnTo>
                    <a:pt x="1626" y="12"/>
                  </a:lnTo>
                  <a:lnTo>
                    <a:pt x="1667" y="5"/>
                  </a:lnTo>
                  <a:lnTo>
                    <a:pt x="1710" y="2"/>
                  </a:lnTo>
                  <a:lnTo>
                    <a:pt x="1754" y="0"/>
                  </a:lnTo>
                  <a:close/>
                  <a:moveTo>
                    <a:pt x="239" y="786"/>
                  </a:moveTo>
                  <a:lnTo>
                    <a:pt x="263" y="788"/>
                  </a:lnTo>
                  <a:lnTo>
                    <a:pt x="287" y="794"/>
                  </a:lnTo>
                  <a:lnTo>
                    <a:pt x="309" y="805"/>
                  </a:lnTo>
                  <a:lnTo>
                    <a:pt x="331" y="819"/>
                  </a:lnTo>
                  <a:lnTo>
                    <a:pt x="352" y="836"/>
                  </a:lnTo>
                  <a:lnTo>
                    <a:pt x="372" y="857"/>
                  </a:lnTo>
                  <a:lnTo>
                    <a:pt x="390" y="882"/>
                  </a:lnTo>
                  <a:lnTo>
                    <a:pt x="407" y="909"/>
                  </a:lnTo>
                  <a:lnTo>
                    <a:pt x="423" y="940"/>
                  </a:lnTo>
                  <a:lnTo>
                    <a:pt x="437" y="971"/>
                  </a:lnTo>
                  <a:lnTo>
                    <a:pt x="448" y="1006"/>
                  </a:lnTo>
                  <a:lnTo>
                    <a:pt x="459" y="1043"/>
                  </a:lnTo>
                  <a:lnTo>
                    <a:pt x="467" y="1081"/>
                  </a:lnTo>
                  <a:lnTo>
                    <a:pt x="473" y="1121"/>
                  </a:lnTo>
                  <a:lnTo>
                    <a:pt x="476" y="1163"/>
                  </a:lnTo>
                  <a:lnTo>
                    <a:pt x="478" y="1206"/>
                  </a:lnTo>
                  <a:lnTo>
                    <a:pt x="476" y="1248"/>
                  </a:lnTo>
                  <a:lnTo>
                    <a:pt x="473" y="1290"/>
                  </a:lnTo>
                  <a:lnTo>
                    <a:pt x="467" y="1330"/>
                  </a:lnTo>
                  <a:lnTo>
                    <a:pt x="459" y="1367"/>
                  </a:lnTo>
                  <a:lnTo>
                    <a:pt x="448" y="1405"/>
                  </a:lnTo>
                  <a:lnTo>
                    <a:pt x="437" y="1439"/>
                  </a:lnTo>
                  <a:lnTo>
                    <a:pt x="423" y="1472"/>
                  </a:lnTo>
                  <a:lnTo>
                    <a:pt x="407" y="1501"/>
                  </a:lnTo>
                  <a:lnTo>
                    <a:pt x="390" y="1528"/>
                  </a:lnTo>
                  <a:lnTo>
                    <a:pt x="372" y="1553"/>
                  </a:lnTo>
                  <a:lnTo>
                    <a:pt x="352" y="1574"/>
                  </a:lnTo>
                  <a:lnTo>
                    <a:pt x="331" y="1591"/>
                  </a:lnTo>
                  <a:lnTo>
                    <a:pt x="309" y="1605"/>
                  </a:lnTo>
                  <a:lnTo>
                    <a:pt x="287" y="1616"/>
                  </a:lnTo>
                  <a:lnTo>
                    <a:pt x="263" y="1622"/>
                  </a:lnTo>
                  <a:lnTo>
                    <a:pt x="239" y="1624"/>
                  </a:lnTo>
                  <a:lnTo>
                    <a:pt x="214" y="1622"/>
                  </a:lnTo>
                  <a:lnTo>
                    <a:pt x="191" y="1616"/>
                  </a:lnTo>
                  <a:lnTo>
                    <a:pt x="168" y="1605"/>
                  </a:lnTo>
                  <a:lnTo>
                    <a:pt x="146" y="1591"/>
                  </a:lnTo>
                  <a:lnTo>
                    <a:pt x="125" y="1574"/>
                  </a:lnTo>
                  <a:lnTo>
                    <a:pt x="105" y="1553"/>
                  </a:lnTo>
                  <a:lnTo>
                    <a:pt x="87" y="1528"/>
                  </a:lnTo>
                  <a:lnTo>
                    <a:pt x="70" y="1501"/>
                  </a:lnTo>
                  <a:lnTo>
                    <a:pt x="55" y="1472"/>
                  </a:lnTo>
                  <a:lnTo>
                    <a:pt x="41" y="1439"/>
                  </a:lnTo>
                  <a:lnTo>
                    <a:pt x="29" y="1405"/>
                  </a:lnTo>
                  <a:lnTo>
                    <a:pt x="18" y="1367"/>
                  </a:lnTo>
                  <a:lnTo>
                    <a:pt x="10" y="1330"/>
                  </a:lnTo>
                  <a:lnTo>
                    <a:pt x="4" y="1290"/>
                  </a:lnTo>
                  <a:lnTo>
                    <a:pt x="1" y="1248"/>
                  </a:lnTo>
                  <a:lnTo>
                    <a:pt x="0" y="1206"/>
                  </a:lnTo>
                  <a:lnTo>
                    <a:pt x="1" y="1163"/>
                  </a:lnTo>
                  <a:lnTo>
                    <a:pt x="4" y="1121"/>
                  </a:lnTo>
                  <a:lnTo>
                    <a:pt x="10" y="1081"/>
                  </a:lnTo>
                  <a:lnTo>
                    <a:pt x="18" y="1043"/>
                  </a:lnTo>
                  <a:lnTo>
                    <a:pt x="29" y="1006"/>
                  </a:lnTo>
                  <a:lnTo>
                    <a:pt x="41" y="971"/>
                  </a:lnTo>
                  <a:lnTo>
                    <a:pt x="55" y="940"/>
                  </a:lnTo>
                  <a:lnTo>
                    <a:pt x="70" y="909"/>
                  </a:lnTo>
                  <a:lnTo>
                    <a:pt x="87" y="882"/>
                  </a:lnTo>
                  <a:lnTo>
                    <a:pt x="105" y="857"/>
                  </a:lnTo>
                  <a:lnTo>
                    <a:pt x="125" y="836"/>
                  </a:lnTo>
                  <a:lnTo>
                    <a:pt x="146" y="819"/>
                  </a:lnTo>
                  <a:lnTo>
                    <a:pt x="168" y="805"/>
                  </a:lnTo>
                  <a:lnTo>
                    <a:pt x="191" y="794"/>
                  </a:lnTo>
                  <a:lnTo>
                    <a:pt x="214" y="788"/>
                  </a:lnTo>
                  <a:lnTo>
                    <a:pt x="239" y="786"/>
                  </a:lnTo>
                  <a:close/>
                  <a:moveTo>
                    <a:pt x="1119" y="2495"/>
                  </a:moveTo>
                  <a:lnTo>
                    <a:pt x="1143" y="2498"/>
                  </a:lnTo>
                  <a:lnTo>
                    <a:pt x="1167" y="2504"/>
                  </a:lnTo>
                  <a:lnTo>
                    <a:pt x="1190" y="2514"/>
                  </a:lnTo>
                  <a:lnTo>
                    <a:pt x="1211" y="2528"/>
                  </a:lnTo>
                  <a:lnTo>
                    <a:pt x="1232" y="2546"/>
                  </a:lnTo>
                  <a:lnTo>
                    <a:pt x="1252" y="2567"/>
                  </a:lnTo>
                  <a:lnTo>
                    <a:pt x="1271" y="2592"/>
                  </a:lnTo>
                  <a:lnTo>
                    <a:pt x="1288" y="2618"/>
                  </a:lnTo>
                  <a:lnTo>
                    <a:pt x="1304" y="2648"/>
                  </a:lnTo>
                  <a:lnTo>
                    <a:pt x="1318" y="2681"/>
                  </a:lnTo>
                  <a:lnTo>
                    <a:pt x="1329" y="2715"/>
                  </a:lnTo>
                  <a:lnTo>
                    <a:pt x="1340" y="2752"/>
                  </a:lnTo>
                  <a:lnTo>
                    <a:pt x="1348" y="2790"/>
                  </a:lnTo>
                  <a:lnTo>
                    <a:pt x="1354" y="2830"/>
                  </a:lnTo>
                  <a:lnTo>
                    <a:pt x="1358" y="2872"/>
                  </a:lnTo>
                  <a:lnTo>
                    <a:pt x="1359" y="2914"/>
                  </a:lnTo>
                  <a:lnTo>
                    <a:pt x="1358" y="2956"/>
                  </a:lnTo>
                  <a:lnTo>
                    <a:pt x="1354" y="2998"/>
                  </a:lnTo>
                  <a:lnTo>
                    <a:pt x="1348" y="3038"/>
                  </a:lnTo>
                  <a:lnTo>
                    <a:pt x="1340" y="3077"/>
                  </a:lnTo>
                  <a:lnTo>
                    <a:pt x="1329" y="3113"/>
                  </a:lnTo>
                  <a:lnTo>
                    <a:pt x="1318" y="3147"/>
                  </a:lnTo>
                  <a:lnTo>
                    <a:pt x="1304" y="3180"/>
                  </a:lnTo>
                  <a:lnTo>
                    <a:pt x="1288" y="3209"/>
                  </a:lnTo>
                  <a:lnTo>
                    <a:pt x="1271" y="3238"/>
                  </a:lnTo>
                  <a:lnTo>
                    <a:pt x="1252" y="3261"/>
                  </a:lnTo>
                  <a:lnTo>
                    <a:pt x="1232" y="3282"/>
                  </a:lnTo>
                  <a:lnTo>
                    <a:pt x="1211" y="3301"/>
                  </a:lnTo>
                  <a:lnTo>
                    <a:pt x="1190" y="3315"/>
                  </a:lnTo>
                  <a:lnTo>
                    <a:pt x="1167" y="3325"/>
                  </a:lnTo>
                  <a:lnTo>
                    <a:pt x="1143" y="3331"/>
                  </a:lnTo>
                  <a:lnTo>
                    <a:pt x="1119" y="3334"/>
                  </a:lnTo>
                  <a:lnTo>
                    <a:pt x="1094" y="3331"/>
                  </a:lnTo>
                  <a:lnTo>
                    <a:pt x="1070" y="3325"/>
                  </a:lnTo>
                  <a:lnTo>
                    <a:pt x="1048" y="3315"/>
                  </a:lnTo>
                  <a:lnTo>
                    <a:pt x="1026" y="3301"/>
                  </a:lnTo>
                  <a:lnTo>
                    <a:pt x="1005" y="3282"/>
                  </a:lnTo>
                  <a:lnTo>
                    <a:pt x="985" y="3261"/>
                  </a:lnTo>
                  <a:lnTo>
                    <a:pt x="967" y="3238"/>
                  </a:lnTo>
                  <a:lnTo>
                    <a:pt x="950" y="3209"/>
                  </a:lnTo>
                  <a:lnTo>
                    <a:pt x="935" y="3180"/>
                  </a:lnTo>
                  <a:lnTo>
                    <a:pt x="921" y="3147"/>
                  </a:lnTo>
                  <a:lnTo>
                    <a:pt x="909" y="3113"/>
                  </a:lnTo>
                  <a:lnTo>
                    <a:pt x="898" y="3077"/>
                  </a:lnTo>
                  <a:lnTo>
                    <a:pt x="890" y="3038"/>
                  </a:lnTo>
                  <a:lnTo>
                    <a:pt x="884" y="2998"/>
                  </a:lnTo>
                  <a:lnTo>
                    <a:pt x="881" y="2956"/>
                  </a:lnTo>
                  <a:lnTo>
                    <a:pt x="880" y="2914"/>
                  </a:lnTo>
                  <a:lnTo>
                    <a:pt x="881" y="2872"/>
                  </a:lnTo>
                  <a:lnTo>
                    <a:pt x="884" y="2830"/>
                  </a:lnTo>
                  <a:lnTo>
                    <a:pt x="890" y="2790"/>
                  </a:lnTo>
                  <a:lnTo>
                    <a:pt x="898" y="2752"/>
                  </a:lnTo>
                  <a:lnTo>
                    <a:pt x="909" y="2715"/>
                  </a:lnTo>
                  <a:lnTo>
                    <a:pt x="921" y="2681"/>
                  </a:lnTo>
                  <a:lnTo>
                    <a:pt x="935" y="2648"/>
                  </a:lnTo>
                  <a:lnTo>
                    <a:pt x="950" y="2618"/>
                  </a:lnTo>
                  <a:lnTo>
                    <a:pt x="967" y="2592"/>
                  </a:lnTo>
                  <a:lnTo>
                    <a:pt x="985" y="2567"/>
                  </a:lnTo>
                  <a:lnTo>
                    <a:pt x="1005" y="2546"/>
                  </a:lnTo>
                  <a:lnTo>
                    <a:pt x="1026" y="2528"/>
                  </a:lnTo>
                  <a:lnTo>
                    <a:pt x="1048" y="2514"/>
                  </a:lnTo>
                  <a:lnTo>
                    <a:pt x="1070" y="2504"/>
                  </a:lnTo>
                  <a:lnTo>
                    <a:pt x="1094" y="2498"/>
                  </a:lnTo>
                  <a:lnTo>
                    <a:pt x="1119" y="2495"/>
                  </a:lnTo>
                  <a:close/>
                  <a:moveTo>
                    <a:pt x="2380" y="2651"/>
                  </a:moveTo>
                  <a:lnTo>
                    <a:pt x="2405" y="2654"/>
                  </a:lnTo>
                  <a:lnTo>
                    <a:pt x="2428" y="2660"/>
                  </a:lnTo>
                  <a:lnTo>
                    <a:pt x="2452" y="2670"/>
                  </a:lnTo>
                  <a:lnTo>
                    <a:pt x="2473" y="2684"/>
                  </a:lnTo>
                  <a:lnTo>
                    <a:pt x="2494" y="2703"/>
                  </a:lnTo>
                  <a:lnTo>
                    <a:pt x="2514" y="2724"/>
                  </a:lnTo>
                  <a:lnTo>
                    <a:pt x="2533" y="2747"/>
                  </a:lnTo>
                  <a:lnTo>
                    <a:pt x="2550" y="2774"/>
                  </a:lnTo>
                  <a:lnTo>
                    <a:pt x="2565" y="2805"/>
                  </a:lnTo>
                  <a:lnTo>
                    <a:pt x="2580" y="2838"/>
                  </a:lnTo>
                  <a:lnTo>
                    <a:pt x="2591" y="2872"/>
                  </a:lnTo>
                  <a:lnTo>
                    <a:pt x="2602" y="2908"/>
                  </a:lnTo>
                  <a:lnTo>
                    <a:pt x="2610" y="2947"/>
                  </a:lnTo>
                  <a:lnTo>
                    <a:pt x="2616" y="2987"/>
                  </a:lnTo>
                  <a:lnTo>
                    <a:pt x="2619" y="3029"/>
                  </a:lnTo>
                  <a:lnTo>
                    <a:pt x="2621" y="3071"/>
                  </a:lnTo>
                  <a:lnTo>
                    <a:pt x="2619" y="3113"/>
                  </a:lnTo>
                  <a:lnTo>
                    <a:pt x="2616" y="3155"/>
                  </a:lnTo>
                  <a:lnTo>
                    <a:pt x="2610" y="3195"/>
                  </a:lnTo>
                  <a:lnTo>
                    <a:pt x="2602" y="3233"/>
                  </a:lnTo>
                  <a:lnTo>
                    <a:pt x="2591" y="3270"/>
                  </a:lnTo>
                  <a:lnTo>
                    <a:pt x="2580" y="3304"/>
                  </a:lnTo>
                  <a:lnTo>
                    <a:pt x="2565" y="3337"/>
                  </a:lnTo>
                  <a:lnTo>
                    <a:pt x="2550" y="3367"/>
                  </a:lnTo>
                  <a:lnTo>
                    <a:pt x="2533" y="3393"/>
                  </a:lnTo>
                  <a:lnTo>
                    <a:pt x="2514" y="3418"/>
                  </a:lnTo>
                  <a:lnTo>
                    <a:pt x="2494" y="3439"/>
                  </a:lnTo>
                  <a:lnTo>
                    <a:pt x="2473" y="3457"/>
                  </a:lnTo>
                  <a:lnTo>
                    <a:pt x="2452" y="3471"/>
                  </a:lnTo>
                  <a:lnTo>
                    <a:pt x="2428" y="3481"/>
                  </a:lnTo>
                  <a:lnTo>
                    <a:pt x="2405" y="3487"/>
                  </a:lnTo>
                  <a:lnTo>
                    <a:pt x="2380" y="3490"/>
                  </a:lnTo>
                  <a:lnTo>
                    <a:pt x="2356" y="3487"/>
                  </a:lnTo>
                  <a:lnTo>
                    <a:pt x="2332" y="3481"/>
                  </a:lnTo>
                  <a:lnTo>
                    <a:pt x="2310" y="3471"/>
                  </a:lnTo>
                  <a:lnTo>
                    <a:pt x="2288" y="3457"/>
                  </a:lnTo>
                  <a:lnTo>
                    <a:pt x="2267" y="3439"/>
                  </a:lnTo>
                  <a:lnTo>
                    <a:pt x="2248" y="3418"/>
                  </a:lnTo>
                  <a:lnTo>
                    <a:pt x="2229" y="3393"/>
                  </a:lnTo>
                  <a:lnTo>
                    <a:pt x="2212" y="3367"/>
                  </a:lnTo>
                  <a:lnTo>
                    <a:pt x="2196" y="3337"/>
                  </a:lnTo>
                  <a:lnTo>
                    <a:pt x="2182" y="3304"/>
                  </a:lnTo>
                  <a:lnTo>
                    <a:pt x="2171" y="3270"/>
                  </a:lnTo>
                  <a:lnTo>
                    <a:pt x="2160" y="3233"/>
                  </a:lnTo>
                  <a:lnTo>
                    <a:pt x="2152" y="3195"/>
                  </a:lnTo>
                  <a:lnTo>
                    <a:pt x="2146" y="3155"/>
                  </a:lnTo>
                  <a:lnTo>
                    <a:pt x="2142" y="3113"/>
                  </a:lnTo>
                  <a:lnTo>
                    <a:pt x="2141" y="3071"/>
                  </a:lnTo>
                  <a:lnTo>
                    <a:pt x="2142" y="3029"/>
                  </a:lnTo>
                  <a:lnTo>
                    <a:pt x="2146" y="2987"/>
                  </a:lnTo>
                  <a:lnTo>
                    <a:pt x="2152" y="2947"/>
                  </a:lnTo>
                  <a:lnTo>
                    <a:pt x="2160" y="2908"/>
                  </a:lnTo>
                  <a:lnTo>
                    <a:pt x="2171" y="2872"/>
                  </a:lnTo>
                  <a:lnTo>
                    <a:pt x="2182" y="2838"/>
                  </a:lnTo>
                  <a:lnTo>
                    <a:pt x="2196" y="2805"/>
                  </a:lnTo>
                  <a:lnTo>
                    <a:pt x="2212" y="2774"/>
                  </a:lnTo>
                  <a:lnTo>
                    <a:pt x="2229" y="2747"/>
                  </a:lnTo>
                  <a:lnTo>
                    <a:pt x="2248" y="2724"/>
                  </a:lnTo>
                  <a:lnTo>
                    <a:pt x="2267" y="2703"/>
                  </a:lnTo>
                  <a:lnTo>
                    <a:pt x="2288" y="2684"/>
                  </a:lnTo>
                  <a:lnTo>
                    <a:pt x="2310" y="2670"/>
                  </a:lnTo>
                  <a:lnTo>
                    <a:pt x="2332" y="2660"/>
                  </a:lnTo>
                  <a:lnTo>
                    <a:pt x="2356" y="2654"/>
                  </a:lnTo>
                  <a:lnTo>
                    <a:pt x="2380" y="2651"/>
                  </a:lnTo>
                  <a:close/>
                  <a:moveTo>
                    <a:pt x="2342" y="1355"/>
                  </a:moveTo>
                  <a:lnTo>
                    <a:pt x="2366" y="1357"/>
                  </a:lnTo>
                  <a:lnTo>
                    <a:pt x="2390" y="1363"/>
                  </a:lnTo>
                  <a:lnTo>
                    <a:pt x="2412" y="1373"/>
                  </a:lnTo>
                  <a:lnTo>
                    <a:pt x="2434" y="1387"/>
                  </a:lnTo>
                  <a:lnTo>
                    <a:pt x="2455" y="1405"/>
                  </a:lnTo>
                  <a:lnTo>
                    <a:pt x="2475" y="1426"/>
                  </a:lnTo>
                  <a:lnTo>
                    <a:pt x="2493" y="1451"/>
                  </a:lnTo>
                  <a:lnTo>
                    <a:pt x="2510" y="1478"/>
                  </a:lnTo>
                  <a:lnTo>
                    <a:pt x="2526" y="1507"/>
                  </a:lnTo>
                  <a:lnTo>
                    <a:pt x="2540" y="1540"/>
                  </a:lnTo>
                  <a:lnTo>
                    <a:pt x="2551" y="1574"/>
                  </a:lnTo>
                  <a:lnTo>
                    <a:pt x="2562" y="1611"/>
                  </a:lnTo>
                  <a:lnTo>
                    <a:pt x="2570" y="1649"/>
                  </a:lnTo>
                  <a:lnTo>
                    <a:pt x="2576" y="1689"/>
                  </a:lnTo>
                  <a:lnTo>
                    <a:pt x="2580" y="1731"/>
                  </a:lnTo>
                  <a:lnTo>
                    <a:pt x="2581" y="1773"/>
                  </a:lnTo>
                  <a:lnTo>
                    <a:pt x="2580" y="1815"/>
                  </a:lnTo>
                  <a:lnTo>
                    <a:pt x="2576" y="1858"/>
                  </a:lnTo>
                  <a:lnTo>
                    <a:pt x="2570" y="1897"/>
                  </a:lnTo>
                  <a:lnTo>
                    <a:pt x="2562" y="1936"/>
                  </a:lnTo>
                  <a:lnTo>
                    <a:pt x="2551" y="1972"/>
                  </a:lnTo>
                  <a:lnTo>
                    <a:pt x="2540" y="2008"/>
                  </a:lnTo>
                  <a:lnTo>
                    <a:pt x="2526" y="2039"/>
                  </a:lnTo>
                  <a:lnTo>
                    <a:pt x="2510" y="2070"/>
                  </a:lnTo>
                  <a:lnTo>
                    <a:pt x="2493" y="2097"/>
                  </a:lnTo>
                  <a:lnTo>
                    <a:pt x="2475" y="2121"/>
                  </a:lnTo>
                  <a:lnTo>
                    <a:pt x="2455" y="2142"/>
                  </a:lnTo>
                  <a:lnTo>
                    <a:pt x="2434" y="2160"/>
                  </a:lnTo>
                  <a:lnTo>
                    <a:pt x="2412" y="2174"/>
                  </a:lnTo>
                  <a:lnTo>
                    <a:pt x="2390" y="2185"/>
                  </a:lnTo>
                  <a:lnTo>
                    <a:pt x="2366" y="2191"/>
                  </a:lnTo>
                  <a:lnTo>
                    <a:pt x="2342" y="2193"/>
                  </a:lnTo>
                  <a:lnTo>
                    <a:pt x="2317" y="2191"/>
                  </a:lnTo>
                  <a:lnTo>
                    <a:pt x="2294" y="2185"/>
                  </a:lnTo>
                  <a:lnTo>
                    <a:pt x="2270" y="2174"/>
                  </a:lnTo>
                  <a:lnTo>
                    <a:pt x="2249" y="2160"/>
                  </a:lnTo>
                  <a:lnTo>
                    <a:pt x="2228" y="2142"/>
                  </a:lnTo>
                  <a:lnTo>
                    <a:pt x="2208" y="2121"/>
                  </a:lnTo>
                  <a:lnTo>
                    <a:pt x="2189" y="2097"/>
                  </a:lnTo>
                  <a:lnTo>
                    <a:pt x="2173" y="2070"/>
                  </a:lnTo>
                  <a:lnTo>
                    <a:pt x="2157" y="2039"/>
                  </a:lnTo>
                  <a:lnTo>
                    <a:pt x="2142" y="2008"/>
                  </a:lnTo>
                  <a:lnTo>
                    <a:pt x="2131" y="1972"/>
                  </a:lnTo>
                  <a:lnTo>
                    <a:pt x="2120" y="1936"/>
                  </a:lnTo>
                  <a:lnTo>
                    <a:pt x="2112" y="1897"/>
                  </a:lnTo>
                  <a:lnTo>
                    <a:pt x="2106" y="1858"/>
                  </a:lnTo>
                  <a:lnTo>
                    <a:pt x="2103" y="1815"/>
                  </a:lnTo>
                  <a:lnTo>
                    <a:pt x="2101" y="1773"/>
                  </a:lnTo>
                  <a:lnTo>
                    <a:pt x="2103" y="1731"/>
                  </a:lnTo>
                  <a:lnTo>
                    <a:pt x="2106" y="1689"/>
                  </a:lnTo>
                  <a:lnTo>
                    <a:pt x="2112" y="1649"/>
                  </a:lnTo>
                  <a:lnTo>
                    <a:pt x="2120" y="1611"/>
                  </a:lnTo>
                  <a:lnTo>
                    <a:pt x="2131" y="1574"/>
                  </a:lnTo>
                  <a:lnTo>
                    <a:pt x="2142" y="1540"/>
                  </a:lnTo>
                  <a:lnTo>
                    <a:pt x="2157" y="1507"/>
                  </a:lnTo>
                  <a:lnTo>
                    <a:pt x="2173" y="1478"/>
                  </a:lnTo>
                  <a:lnTo>
                    <a:pt x="2189" y="1451"/>
                  </a:lnTo>
                  <a:lnTo>
                    <a:pt x="2208" y="1426"/>
                  </a:lnTo>
                  <a:lnTo>
                    <a:pt x="2228" y="1405"/>
                  </a:lnTo>
                  <a:lnTo>
                    <a:pt x="2249" y="1387"/>
                  </a:lnTo>
                  <a:lnTo>
                    <a:pt x="2270" y="1373"/>
                  </a:lnTo>
                  <a:lnTo>
                    <a:pt x="2294" y="1363"/>
                  </a:lnTo>
                  <a:lnTo>
                    <a:pt x="2317" y="1357"/>
                  </a:lnTo>
                  <a:lnTo>
                    <a:pt x="2342" y="1355"/>
                  </a:lnTo>
                  <a:close/>
                  <a:moveTo>
                    <a:pt x="3179" y="819"/>
                  </a:moveTo>
                  <a:lnTo>
                    <a:pt x="3204" y="821"/>
                  </a:lnTo>
                  <a:lnTo>
                    <a:pt x="3227" y="827"/>
                  </a:lnTo>
                  <a:lnTo>
                    <a:pt x="3250" y="838"/>
                  </a:lnTo>
                  <a:lnTo>
                    <a:pt x="3272" y="852"/>
                  </a:lnTo>
                  <a:lnTo>
                    <a:pt x="3293" y="869"/>
                  </a:lnTo>
                  <a:lnTo>
                    <a:pt x="3312" y="890"/>
                  </a:lnTo>
                  <a:lnTo>
                    <a:pt x="3331" y="915"/>
                  </a:lnTo>
                  <a:lnTo>
                    <a:pt x="3348" y="942"/>
                  </a:lnTo>
                  <a:lnTo>
                    <a:pt x="3363" y="971"/>
                  </a:lnTo>
                  <a:lnTo>
                    <a:pt x="3377" y="1004"/>
                  </a:lnTo>
                  <a:lnTo>
                    <a:pt x="3389" y="1038"/>
                  </a:lnTo>
                  <a:lnTo>
                    <a:pt x="3400" y="1076"/>
                  </a:lnTo>
                  <a:lnTo>
                    <a:pt x="3408" y="1113"/>
                  </a:lnTo>
                  <a:lnTo>
                    <a:pt x="3414" y="1153"/>
                  </a:lnTo>
                  <a:lnTo>
                    <a:pt x="3417" y="1195"/>
                  </a:lnTo>
                  <a:lnTo>
                    <a:pt x="3418" y="1237"/>
                  </a:lnTo>
                  <a:lnTo>
                    <a:pt x="3417" y="1280"/>
                  </a:lnTo>
                  <a:lnTo>
                    <a:pt x="3414" y="1322"/>
                  </a:lnTo>
                  <a:lnTo>
                    <a:pt x="3408" y="1362"/>
                  </a:lnTo>
                  <a:lnTo>
                    <a:pt x="3400" y="1399"/>
                  </a:lnTo>
                  <a:lnTo>
                    <a:pt x="3389" y="1437"/>
                  </a:lnTo>
                  <a:lnTo>
                    <a:pt x="3377" y="1471"/>
                  </a:lnTo>
                  <a:lnTo>
                    <a:pt x="3363" y="1503"/>
                  </a:lnTo>
                  <a:lnTo>
                    <a:pt x="3348" y="1533"/>
                  </a:lnTo>
                  <a:lnTo>
                    <a:pt x="3331" y="1560"/>
                  </a:lnTo>
                  <a:lnTo>
                    <a:pt x="3312" y="1584"/>
                  </a:lnTo>
                  <a:lnTo>
                    <a:pt x="3293" y="1605"/>
                  </a:lnTo>
                  <a:lnTo>
                    <a:pt x="3272" y="1623"/>
                  </a:lnTo>
                  <a:lnTo>
                    <a:pt x="3250" y="1637"/>
                  </a:lnTo>
                  <a:lnTo>
                    <a:pt x="3227" y="1648"/>
                  </a:lnTo>
                  <a:lnTo>
                    <a:pt x="3204" y="1654"/>
                  </a:lnTo>
                  <a:lnTo>
                    <a:pt x="3179" y="1656"/>
                  </a:lnTo>
                  <a:lnTo>
                    <a:pt x="3155" y="1654"/>
                  </a:lnTo>
                  <a:lnTo>
                    <a:pt x="3131" y="1648"/>
                  </a:lnTo>
                  <a:lnTo>
                    <a:pt x="3108" y="1637"/>
                  </a:lnTo>
                  <a:lnTo>
                    <a:pt x="3087" y="1623"/>
                  </a:lnTo>
                  <a:lnTo>
                    <a:pt x="3066" y="1605"/>
                  </a:lnTo>
                  <a:lnTo>
                    <a:pt x="3046" y="1584"/>
                  </a:lnTo>
                  <a:lnTo>
                    <a:pt x="3027" y="1560"/>
                  </a:lnTo>
                  <a:lnTo>
                    <a:pt x="3011" y="1533"/>
                  </a:lnTo>
                  <a:lnTo>
                    <a:pt x="2994" y="1503"/>
                  </a:lnTo>
                  <a:lnTo>
                    <a:pt x="2980" y="1471"/>
                  </a:lnTo>
                  <a:lnTo>
                    <a:pt x="2968" y="1437"/>
                  </a:lnTo>
                  <a:lnTo>
                    <a:pt x="2958" y="1399"/>
                  </a:lnTo>
                  <a:lnTo>
                    <a:pt x="2950" y="1362"/>
                  </a:lnTo>
                  <a:lnTo>
                    <a:pt x="2944" y="1322"/>
                  </a:lnTo>
                  <a:lnTo>
                    <a:pt x="2940" y="1280"/>
                  </a:lnTo>
                  <a:lnTo>
                    <a:pt x="2939" y="1237"/>
                  </a:lnTo>
                  <a:lnTo>
                    <a:pt x="2940" y="1195"/>
                  </a:lnTo>
                  <a:lnTo>
                    <a:pt x="2944" y="1153"/>
                  </a:lnTo>
                  <a:lnTo>
                    <a:pt x="2950" y="1113"/>
                  </a:lnTo>
                  <a:lnTo>
                    <a:pt x="2958" y="1076"/>
                  </a:lnTo>
                  <a:lnTo>
                    <a:pt x="2968" y="1038"/>
                  </a:lnTo>
                  <a:lnTo>
                    <a:pt x="2980" y="1004"/>
                  </a:lnTo>
                  <a:lnTo>
                    <a:pt x="2994" y="971"/>
                  </a:lnTo>
                  <a:lnTo>
                    <a:pt x="3011" y="942"/>
                  </a:lnTo>
                  <a:lnTo>
                    <a:pt x="3027" y="915"/>
                  </a:lnTo>
                  <a:lnTo>
                    <a:pt x="3046" y="890"/>
                  </a:lnTo>
                  <a:lnTo>
                    <a:pt x="3066" y="869"/>
                  </a:lnTo>
                  <a:lnTo>
                    <a:pt x="3087" y="852"/>
                  </a:lnTo>
                  <a:lnTo>
                    <a:pt x="3108" y="838"/>
                  </a:lnTo>
                  <a:lnTo>
                    <a:pt x="3131" y="827"/>
                  </a:lnTo>
                  <a:lnTo>
                    <a:pt x="3155" y="821"/>
                  </a:lnTo>
                  <a:lnTo>
                    <a:pt x="3179" y="819"/>
                  </a:lnTo>
                  <a:close/>
                  <a:moveTo>
                    <a:pt x="3246" y="2144"/>
                  </a:moveTo>
                  <a:lnTo>
                    <a:pt x="3271" y="2146"/>
                  </a:lnTo>
                  <a:lnTo>
                    <a:pt x="3294" y="2152"/>
                  </a:lnTo>
                  <a:lnTo>
                    <a:pt x="3316" y="2162"/>
                  </a:lnTo>
                  <a:lnTo>
                    <a:pt x="3339" y="2176"/>
                  </a:lnTo>
                  <a:lnTo>
                    <a:pt x="3360" y="2194"/>
                  </a:lnTo>
                  <a:lnTo>
                    <a:pt x="3380" y="2215"/>
                  </a:lnTo>
                  <a:lnTo>
                    <a:pt x="3397" y="2240"/>
                  </a:lnTo>
                  <a:lnTo>
                    <a:pt x="3415" y="2267"/>
                  </a:lnTo>
                  <a:lnTo>
                    <a:pt x="3430" y="2296"/>
                  </a:lnTo>
                  <a:lnTo>
                    <a:pt x="3444" y="2329"/>
                  </a:lnTo>
                  <a:lnTo>
                    <a:pt x="3456" y="2363"/>
                  </a:lnTo>
                  <a:lnTo>
                    <a:pt x="3466" y="2400"/>
                  </a:lnTo>
                  <a:lnTo>
                    <a:pt x="3475" y="2438"/>
                  </a:lnTo>
                  <a:lnTo>
                    <a:pt x="3480" y="2478"/>
                  </a:lnTo>
                  <a:lnTo>
                    <a:pt x="3484" y="2520"/>
                  </a:lnTo>
                  <a:lnTo>
                    <a:pt x="3485" y="2562"/>
                  </a:lnTo>
                  <a:lnTo>
                    <a:pt x="3484" y="2604"/>
                  </a:lnTo>
                  <a:lnTo>
                    <a:pt x="3480" y="2647"/>
                  </a:lnTo>
                  <a:lnTo>
                    <a:pt x="3475" y="2686"/>
                  </a:lnTo>
                  <a:lnTo>
                    <a:pt x="3466" y="2725"/>
                  </a:lnTo>
                  <a:lnTo>
                    <a:pt x="3456" y="2762"/>
                  </a:lnTo>
                  <a:lnTo>
                    <a:pt x="3444" y="2796"/>
                  </a:lnTo>
                  <a:lnTo>
                    <a:pt x="3430" y="2828"/>
                  </a:lnTo>
                  <a:lnTo>
                    <a:pt x="3415" y="2858"/>
                  </a:lnTo>
                  <a:lnTo>
                    <a:pt x="3397" y="2886"/>
                  </a:lnTo>
                  <a:lnTo>
                    <a:pt x="3380" y="2909"/>
                  </a:lnTo>
                  <a:lnTo>
                    <a:pt x="3360" y="2930"/>
                  </a:lnTo>
                  <a:lnTo>
                    <a:pt x="3339" y="2949"/>
                  </a:lnTo>
                  <a:lnTo>
                    <a:pt x="3316" y="2963"/>
                  </a:lnTo>
                  <a:lnTo>
                    <a:pt x="3294" y="2974"/>
                  </a:lnTo>
                  <a:lnTo>
                    <a:pt x="3271" y="2980"/>
                  </a:lnTo>
                  <a:lnTo>
                    <a:pt x="3246" y="2982"/>
                  </a:lnTo>
                  <a:lnTo>
                    <a:pt x="3222" y="2980"/>
                  </a:lnTo>
                  <a:lnTo>
                    <a:pt x="3198" y="2974"/>
                  </a:lnTo>
                  <a:lnTo>
                    <a:pt x="3176" y="2963"/>
                  </a:lnTo>
                  <a:lnTo>
                    <a:pt x="3154" y="2949"/>
                  </a:lnTo>
                  <a:lnTo>
                    <a:pt x="3133" y="2930"/>
                  </a:lnTo>
                  <a:lnTo>
                    <a:pt x="3113" y="2909"/>
                  </a:lnTo>
                  <a:lnTo>
                    <a:pt x="3095" y="2886"/>
                  </a:lnTo>
                  <a:lnTo>
                    <a:pt x="3077" y="2858"/>
                  </a:lnTo>
                  <a:lnTo>
                    <a:pt x="3062" y="2828"/>
                  </a:lnTo>
                  <a:lnTo>
                    <a:pt x="3048" y="2796"/>
                  </a:lnTo>
                  <a:lnTo>
                    <a:pt x="3036" y="2762"/>
                  </a:lnTo>
                  <a:lnTo>
                    <a:pt x="3026" y="2725"/>
                  </a:lnTo>
                  <a:lnTo>
                    <a:pt x="3018" y="2686"/>
                  </a:lnTo>
                  <a:lnTo>
                    <a:pt x="3012" y="2647"/>
                  </a:lnTo>
                  <a:lnTo>
                    <a:pt x="3008" y="2604"/>
                  </a:lnTo>
                  <a:lnTo>
                    <a:pt x="3007" y="2562"/>
                  </a:lnTo>
                  <a:lnTo>
                    <a:pt x="3008" y="2520"/>
                  </a:lnTo>
                  <a:lnTo>
                    <a:pt x="3012" y="2478"/>
                  </a:lnTo>
                  <a:lnTo>
                    <a:pt x="3018" y="2438"/>
                  </a:lnTo>
                  <a:lnTo>
                    <a:pt x="3026" y="2400"/>
                  </a:lnTo>
                  <a:lnTo>
                    <a:pt x="3036" y="2363"/>
                  </a:lnTo>
                  <a:lnTo>
                    <a:pt x="3048" y="2329"/>
                  </a:lnTo>
                  <a:lnTo>
                    <a:pt x="3062" y="2296"/>
                  </a:lnTo>
                  <a:lnTo>
                    <a:pt x="3077" y="2267"/>
                  </a:lnTo>
                  <a:lnTo>
                    <a:pt x="3095" y="2240"/>
                  </a:lnTo>
                  <a:lnTo>
                    <a:pt x="3113" y="2215"/>
                  </a:lnTo>
                  <a:lnTo>
                    <a:pt x="3133" y="2194"/>
                  </a:lnTo>
                  <a:lnTo>
                    <a:pt x="3154" y="2176"/>
                  </a:lnTo>
                  <a:lnTo>
                    <a:pt x="3176" y="2162"/>
                  </a:lnTo>
                  <a:lnTo>
                    <a:pt x="3198" y="2152"/>
                  </a:lnTo>
                  <a:lnTo>
                    <a:pt x="3222" y="2146"/>
                  </a:lnTo>
                  <a:lnTo>
                    <a:pt x="3246" y="214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7675" name="Freeform 55"/>
            <p:cNvSpPr>
              <a:spLocks/>
            </p:cNvSpPr>
            <p:nvPr/>
          </p:nvSpPr>
          <p:spPr bwMode="auto">
            <a:xfrm>
              <a:off x="1267" y="1588"/>
              <a:ext cx="87" cy="52"/>
            </a:xfrm>
            <a:custGeom>
              <a:avLst/>
              <a:gdLst>
                <a:gd name="T0" fmla="*/ 3 w 437"/>
                <a:gd name="T1" fmla="*/ 2 h 260"/>
                <a:gd name="T2" fmla="*/ 3 w 437"/>
                <a:gd name="T3" fmla="*/ 2 h 260"/>
                <a:gd name="T4" fmla="*/ 3 w 437"/>
                <a:gd name="T5" fmla="*/ 2 h 260"/>
                <a:gd name="T6" fmla="*/ 3 w 437"/>
                <a:gd name="T7" fmla="*/ 2 h 260"/>
                <a:gd name="T8" fmla="*/ 3 w 437"/>
                <a:gd name="T9" fmla="*/ 1 h 260"/>
                <a:gd name="T10" fmla="*/ 3 w 437"/>
                <a:gd name="T11" fmla="*/ 1 h 260"/>
                <a:gd name="T12" fmla="*/ 3 w 437"/>
                <a:gd name="T13" fmla="*/ 1 h 260"/>
                <a:gd name="T14" fmla="*/ 3 w 437"/>
                <a:gd name="T15" fmla="*/ 1 h 260"/>
                <a:gd name="T16" fmla="*/ 3 w 437"/>
                <a:gd name="T17" fmla="*/ 1 h 260"/>
                <a:gd name="T18" fmla="*/ 2 w 437"/>
                <a:gd name="T19" fmla="*/ 1 h 260"/>
                <a:gd name="T20" fmla="*/ 2 w 437"/>
                <a:gd name="T21" fmla="*/ 0 h 260"/>
                <a:gd name="T22" fmla="*/ 2 w 437"/>
                <a:gd name="T23" fmla="*/ 0 h 260"/>
                <a:gd name="T24" fmla="*/ 2 w 437"/>
                <a:gd name="T25" fmla="*/ 0 h 260"/>
                <a:gd name="T26" fmla="*/ 1 w 437"/>
                <a:gd name="T27" fmla="*/ 0 h 260"/>
                <a:gd name="T28" fmla="*/ 1 w 437"/>
                <a:gd name="T29" fmla="*/ 0 h 260"/>
                <a:gd name="T30" fmla="*/ 1 w 437"/>
                <a:gd name="T31" fmla="*/ 0 h 260"/>
                <a:gd name="T32" fmla="*/ 0 w 437"/>
                <a:gd name="T33" fmla="*/ 0 h 260"/>
                <a:gd name="T34" fmla="*/ 0 w 437"/>
                <a:gd name="T35" fmla="*/ 0 h 260"/>
                <a:gd name="T36" fmla="*/ 0 w 437"/>
                <a:gd name="T37" fmla="*/ 0 h 260"/>
                <a:gd name="T38" fmla="*/ 0 w 437"/>
                <a:gd name="T39" fmla="*/ 0 h 260"/>
                <a:gd name="T40" fmla="*/ 1 w 437"/>
                <a:gd name="T41" fmla="*/ 0 h 260"/>
                <a:gd name="T42" fmla="*/ 1 w 437"/>
                <a:gd name="T43" fmla="*/ 0 h 260"/>
                <a:gd name="T44" fmla="*/ 1 w 437"/>
                <a:gd name="T45" fmla="*/ 0 h 260"/>
                <a:gd name="T46" fmla="*/ 2 w 437"/>
                <a:gd name="T47" fmla="*/ 0 h 260"/>
                <a:gd name="T48" fmla="*/ 2 w 437"/>
                <a:gd name="T49" fmla="*/ 0 h 260"/>
                <a:gd name="T50" fmla="*/ 2 w 437"/>
                <a:gd name="T51" fmla="*/ 1 h 260"/>
                <a:gd name="T52" fmla="*/ 2 w 437"/>
                <a:gd name="T53" fmla="*/ 1 h 260"/>
                <a:gd name="T54" fmla="*/ 3 w 437"/>
                <a:gd name="T55" fmla="*/ 1 h 260"/>
                <a:gd name="T56" fmla="*/ 3 w 437"/>
                <a:gd name="T57" fmla="*/ 1 h 260"/>
                <a:gd name="T58" fmla="*/ 3 w 437"/>
                <a:gd name="T59" fmla="*/ 1 h 260"/>
                <a:gd name="T60" fmla="*/ 3 w 437"/>
                <a:gd name="T61" fmla="*/ 1 h 260"/>
                <a:gd name="T62" fmla="*/ 3 w 437"/>
                <a:gd name="T63" fmla="*/ 1 h 260"/>
                <a:gd name="T64" fmla="*/ 3 w 437"/>
                <a:gd name="T65" fmla="*/ 2 h 260"/>
                <a:gd name="T66" fmla="*/ 3 w 437"/>
                <a:gd name="T67" fmla="*/ 2 h 260"/>
                <a:gd name="T68" fmla="*/ 3 w 437"/>
                <a:gd name="T69" fmla="*/ 2 h 260"/>
                <a:gd name="T70" fmla="*/ 3 w 437"/>
                <a:gd name="T71" fmla="*/ 2 h 260"/>
                <a:gd name="T72" fmla="*/ 3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437" y="260"/>
                  </a:moveTo>
                  <a:lnTo>
                    <a:pt x="437" y="260"/>
                  </a:lnTo>
                  <a:lnTo>
                    <a:pt x="434" y="233"/>
                  </a:lnTo>
                  <a:lnTo>
                    <a:pt x="427" y="206"/>
                  </a:lnTo>
                  <a:lnTo>
                    <a:pt x="417" y="181"/>
                  </a:lnTo>
                  <a:lnTo>
                    <a:pt x="401" y="157"/>
                  </a:lnTo>
                  <a:lnTo>
                    <a:pt x="383" y="133"/>
                  </a:lnTo>
                  <a:lnTo>
                    <a:pt x="360" y="113"/>
                  </a:lnTo>
                  <a:lnTo>
                    <a:pt x="336" y="93"/>
                  </a:lnTo>
                  <a:lnTo>
                    <a:pt x="308" y="73"/>
                  </a:lnTo>
                  <a:lnTo>
                    <a:pt x="276" y="58"/>
                  </a:lnTo>
                  <a:lnTo>
                    <a:pt x="242" y="43"/>
                  </a:lnTo>
                  <a:lnTo>
                    <a:pt x="207" y="30"/>
                  </a:lnTo>
                  <a:lnTo>
                    <a:pt x="168" y="19"/>
                  </a:lnTo>
                  <a:lnTo>
                    <a:pt x="128" y="11"/>
                  </a:lnTo>
                  <a:lnTo>
                    <a:pt x="87" y="4"/>
                  </a:lnTo>
                  <a:lnTo>
                    <a:pt x="43" y="1"/>
                  </a:lnTo>
                  <a:lnTo>
                    <a:pt x="0" y="0"/>
                  </a:lnTo>
                  <a:lnTo>
                    <a:pt x="0" y="11"/>
                  </a:lnTo>
                  <a:lnTo>
                    <a:pt x="43" y="12"/>
                  </a:lnTo>
                  <a:lnTo>
                    <a:pt x="85" y="16"/>
                  </a:lnTo>
                  <a:lnTo>
                    <a:pt x="126" y="23"/>
                  </a:lnTo>
                  <a:lnTo>
                    <a:pt x="166" y="31"/>
                  </a:lnTo>
                  <a:lnTo>
                    <a:pt x="202" y="42"/>
                  </a:lnTo>
                  <a:lnTo>
                    <a:pt x="237" y="55"/>
                  </a:lnTo>
                  <a:lnTo>
                    <a:pt x="271" y="70"/>
                  </a:lnTo>
                  <a:lnTo>
                    <a:pt x="301" y="85"/>
                  </a:lnTo>
                  <a:lnTo>
                    <a:pt x="329" y="103"/>
                  </a:lnTo>
                  <a:lnTo>
                    <a:pt x="353" y="123"/>
                  </a:lnTo>
                  <a:lnTo>
                    <a:pt x="373" y="143"/>
                  </a:lnTo>
                  <a:lnTo>
                    <a:pt x="392" y="164"/>
                  </a:lnTo>
                  <a:lnTo>
                    <a:pt x="405" y="186"/>
                  </a:lnTo>
                  <a:lnTo>
                    <a:pt x="415" y="211"/>
                  </a:lnTo>
                  <a:lnTo>
                    <a:pt x="422" y="235"/>
                  </a:lnTo>
                  <a:lnTo>
                    <a:pt x="425" y="260"/>
                  </a:lnTo>
                  <a:lnTo>
                    <a:pt x="437"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7676" name="Freeform 56"/>
            <p:cNvSpPr>
              <a:spLocks/>
            </p:cNvSpPr>
            <p:nvPr/>
          </p:nvSpPr>
          <p:spPr bwMode="auto">
            <a:xfrm>
              <a:off x="1267" y="1640"/>
              <a:ext cx="87" cy="52"/>
            </a:xfrm>
            <a:custGeom>
              <a:avLst/>
              <a:gdLst>
                <a:gd name="T0" fmla="*/ 0 w 437"/>
                <a:gd name="T1" fmla="*/ 2 h 260"/>
                <a:gd name="T2" fmla="*/ 0 w 437"/>
                <a:gd name="T3" fmla="*/ 2 h 260"/>
                <a:gd name="T4" fmla="*/ 0 w 437"/>
                <a:gd name="T5" fmla="*/ 2 h 260"/>
                <a:gd name="T6" fmla="*/ 1 w 437"/>
                <a:gd name="T7" fmla="*/ 2 h 260"/>
                <a:gd name="T8" fmla="*/ 1 w 437"/>
                <a:gd name="T9" fmla="*/ 2 h 260"/>
                <a:gd name="T10" fmla="*/ 1 w 437"/>
                <a:gd name="T11" fmla="*/ 2 h 260"/>
                <a:gd name="T12" fmla="*/ 2 w 437"/>
                <a:gd name="T13" fmla="*/ 2 h 260"/>
                <a:gd name="T14" fmla="*/ 2 w 437"/>
                <a:gd name="T15" fmla="*/ 2 h 260"/>
                <a:gd name="T16" fmla="*/ 2 w 437"/>
                <a:gd name="T17" fmla="*/ 2 h 260"/>
                <a:gd name="T18" fmla="*/ 2 w 437"/>
                <a:gd name="T19" fmla="*/ 1 h 260"/>
                <a:gd name="T20" fmla="*/ 3 w 437"/>
                <a:gd name="T21" fmla="*/ 1 h 260"/>
                <a:gd name="T22" fmla="*/ 3 w 437"/>
                <a:gd name="T23" fmla="*/ 1 h 260"/>
                <a:gd name="T24" fmla="*/ 3 w 437"/>
                <a:gd name="T25" fmla="*/ 1 h 260"/>
                <a:gd name="T26" fmla="*/ 3 w 437"/>
                <a:gd name="T27" fmla="*/ 1 h 260"/>
                <a:gd name="T28" fmla="*/ 3 w 437"/>
                <a:gd name="T29" fmla="*/ 1 h 260"/>
                <a:gd name="T30" fmla="*/ 3 w 437"/>
                <a:gd name="T31" fmla="*/ 0 h 260"/>
                <a:gd name="T32" fmla="*/ 3 w 437"/>
                <a:gd name="T33" fmla="*/ 0 h 260"/>
                <a:gd name="T34" fmla="*/ 3 w 437"/>
                <a:gd name="T35" fmla="*/ 0 h 260"/>
                <a:gd name="T36" fmla="*/ 3 w 437"/>
                <a:gd name="T37" fmla="*/ 0 h 260"/>
                <a:gd name="T38" fmla="*/ 3 w 437"/>
                <a:gd name="T39" fmla="*/ 0 h 260"/>
                <a:gd name="T40" fmla="*/ 3 w 437"/>
                <a:gd name="T41" fmla="*/ 0 h 260"/>
                <a:gd name="T42" fmla="*/ 3 w 437"/>
                <a:gd name="T43" fmla="*/ 1 h 260"/>
                <a:gd name="T44" fmla="*/ 3 w 437"/>
                <a:gd name="T45" fmla="*/ 1 h 260"/>
                <a:gd name="T46" fmla="*/ 3 w 437"/>
                <a:gd name="T47" fmla="*/ 1 h 260"/>
                <a:gd name="T48" fmla="*/ 3 w 437"/>
                <a:gd name="T49" fmla="*/ 1 h 260"/>
                <a:gd name="T50" fmla="*/ 3 w 437"/>
                <a:gd name="T51" fmla="*/ 1 h 260"/>
                <a:gd name="T52" fmla="*/ 2 w 437"/>
                <a:gd name="T53" fmla="*/ 1 h 260"/>
                <a:gd name="T54" fmla="*/ 2 w 437"/>
                <a:gd name="T55" fmla="*/ 2 h 260"/>
                <a:gd name="T56" fmla="*/ 2 w 437"/>
                <a:gd name="T57" fmla="*/ 2 h 260"/>
                <a:gd name="T58" fmla="*/ 2 w 437"/>
                <a:gd name="T59" fmla="*/ 2 h 260"/>
                <a:gd name="T60" fmla="*/ 1 w 437"/>
                <a:gd name="T61" fmla="*/ 2 h 260"/>
                <a:gd name="T62" fmla="*/ 1 w 437"/>
                <a:gd name="T63" fmla="*/ 2 h 260"/>
                <a:gd name="T64" fmla="*/ 1 w 437"/>
                <a:gd name="T65" fmla="*/ 2 h 260"/>
                <a:gd name="T66" fmla="*/ 0 w 437"/>
                <a:gd name="T67" fmla="*/ 2 h 260"/>
                <a:gd name="T68" fmla="*/ 0 w 437"/>
                <a:gd name="T69" fmla="*/ 2 h 260"/>
                <a:gd name="T70" fmla="*/ 0 w 437"/>
                <a:gd name="T71" fmla="*/ 2 h 260"/>
                <a:gd name="T72" fmla="*/ 0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0" y="260"/>
                  </a:moveTo>
                  <a:lnTo>
                    <a:pt x="0" y="260"/>
                  </a:lnTo>
                  <a:lnTo>
                    <a:pt x="43" y="259"/>
                  </a:lnTo>
                  <a:lnTo>
                    <a:pt x="87" y="255"/>
                  </a:lnTo>
                  <a:lnTo>
                    <a:pt x="128" y="248"/>
                  </a:lnTo>
                  <a:lnTo>
                    <a:pt x="168" y="240"/>
                  </a:lnTo>
                  <a:lnTo>
                    <a:pt x="207" y="230"/>
                  </a:lnTo>
                  <a:lnTo>
                    <a:pt x="242" y="217"/>
                  </a:lnTo>
                  <a:lnTo>
                    <a:pt x="276" y="202"/>
                  </a:lnTo>
                  <a:lnTo>
                    <a:pt x="308" y="185"/>
                  </a:lnTo>
                  <a:lnTo>
                    <a:pt x="336" y="166"/>
                  </a:lnTo>
                  <a:lnTo>
                    <a:pt x="360" y="146"/>
                  </a:lnTo>
                  <a:lnTo>
                    <a:pt x="383" y="125"/>
                  </a:lnTo>
                  <a:lnTo>
                    <a:pt x="401" y="102"/>
                  </a:lnTo>
                  <a:lnTo>
                    <a:pt x="417" y="77"/>
                  </a:lnTo>
                  <a:lnTo>
                    <a:pt x="427" y="53"/>
                  </a:lnTo>
                  <a:lnTo>
                    <a:pt x="434" y="27"/>
                  </a:lnTo>
                  <a:lnTo>
                    <a:pt x="437" y="0"/>
                  </a:lnTo>
                  <a:lnTo>
                    <a:pt x="425" y="0"/>
                  </a:lnTo>
                  <a:lnTo>
                    <a:pt x="422" y="24"/>
                  </a:lnTo>
                  <a:lnTo>
                    <a:pt x="415" y="48"/>
                  </a:lnTo>
                  <a:lnTo>
                    <a:pt x="405" y="73"/>
                  </a:lnTo>
                  <a:lnTo>
                    <a:pt x="392" y="95"/>
                  </a:lnTo>
                  <a:lnTo>
                    <a:pt x="373" y="116"/>
                  </a:lnTo>
                  <a:lnTo>
                    <a:pt x="353" y="137"/>
                  </a:lnTo>
                  <a:lnTo>
                    <a:pt x="329" y="157"/>
                  </a:lnTo>
                  <a:lnTo>
                    <a:pt x="301" y="173"/>
                  </a:lnTo>
                  <a:lnTo>
                    <a:pt x="271" y="190"/>
                  </a:lnTo>
                  <a:lnTo>
                    <a:pt x="237" y="205"/>
                  </a:lnTo>
                  <a:lnTo>
                    <a:pt x="202" y="218"/>
                  </a:lnTo>
                  <a:lnTo>
                    <a:pt x="166" y="228"/>
                  </a:lnTo>
                  <a:lnTo>
                    <a:pt x="126" y="237"/>
                  </a:lnTo>
                  <a:lnTo>
                    <a:pt x="85" y="244"/>
                  </a:lnTo>
                  <a:lnTo>
                    <a:pt x="43" y="247"/>
                  </a:lnTo>
                  <a:lnTo>
                    <a:pt x="0" y="248"/>
                  </a:lnTo>
                  <a:lnTo>
                    <a:pt x="0"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7677" name="Freeform 57"/>
            <p:cNvSpPr>
              <a:spLocks/>
            </p:cNvSpPr>
            <p:nvPr/>
          </p:nvSpPr>
          <p:spPr bwMode="auto">
            <a:xfrm>
              <a:off x="1179" y="1640"/>
              <a:ext cx="88" cy="52"/>
            </a:xfrm>
            <a:custGeom>
              <a:avLst/>
              <a:gdLst>
                <a:gd name="T0" fmla="*/ 0 w 439"/>
                <a:gd name="T1" fmla="*/ 0 h 260"/>
                <a:gd name="T2" fmla="*/ 0 w 439"/>
                <a:gd name="T3" fmla="*/ 0 h 260"/>
                <a:gd name="T4" fmla="*/ 0 w 439"/>
                <a:gd name="T5" fmla="*/ 0 h 260"/>
                <a:gd name="T6" fmla="*/ 0 w 439"/>
                <a:gd name="T7" fmla="*/ 0 h 260"/>
                <a:gd name="T8" fmla="*/ 0 w 439"/>
                <a:gd name="T9" fmla="*/ 1 h 260"/>
                <a:gd name="T10" fmla="*/ 0 w 439"/>
                <a:gd name="T11" fmla="*/ 1 h 260"/>
                <a:gd name="T12" fmla="*/ 0 w 439"/>
                <a:gd name="T13" fmla="*/ 1 h 260"/>
                <a:gd name="T14" fmla="*/ 1 w 439"/>
                <a:gd name="T15" fmla="*/ 1 h 260"/>
                <a:gd name="T16" fmla="*/ 1 w 439"/>
                <a:gd name="T17" fmla="*/ 1 h 260"/>
                <a:gd name="T18" fmla="*/ 1 w 439"/>
                <a:gd name="T19" fmla="*/ 1 h 260"/>
                <a:gd name="T20" fmla="*/ 1 w 439"/>
                <a:gd name="T21" fmla="*/ 2 h 260"/>
                <a:gd name="T22" fmla="*/ 2 w 439"/>
                <a:gd name="T23" fmla="*/ 2 h 260"/>
                <a:gd name="T24" fmla="*/ 2 w 439"/>
                <a:gd name="T25" fmla="*/ 2 h 260"/>
                <a:gd name="T26" fmla="*/ 2 w 439"/>
                <a:gd name="T27" fmla="*/ 2 h 260"/>
                <a:gd name="T28" fmla="*/ 2 w 439"/>
                <a:gd name="T29" fmla="*/ 2 h 260"/>
                <a:gd name="T30" fmla="*/ 3 w 439"/>
                <a:gd name="T31" fmla="*/ 2 h 260"/>
                <a:gd name="T32" fmla="*/ 3 w 439"/>
                <a:gd name="T33" fmla="*/ 2 h 260"/>
                <a:gd name="T34" fmla="*/ 4 w 439"/>
                <a:gd name="T35" fmla="*/ 2 h 260"/>
                <a:gd name="T36" fmla="*/ 4 w 439"/>
                <a:gd name="T37" fmla="*/ 2 h 260"/>
                <a:gd name="T38" fmla="*/ 3 w 439"/>
                <a:gd name="T39" fmla="*/ 2 h 260"/>
                <a:gd name="T40" fmla="*/ 3 w 439"/>
                <a:gd name="T41" fmla="*/ 2 h 260"/>
                <a:gd name="T42" fmla="*/ 3 w 439"/>
                <a:gd name="T43" fmla="*/ 2 h 260"/>
                <a:gd name="T44" fmla="*/ 2 w 439"/>
                <a:gd name="T45" fmla="*/ 2 h 260"/>
                <a:gd name="T46" fmla="*/ 2 w 439"/>
                <a:gd name="T47" fmla="*/ 2 h 260"/>
                <a:gd name="T48" fmla="*/ 2 w 439"/>
                <a:gd name="T49" fmla="*/ 2 h 260"/>
                <a:gd name="T50" fmla="*/ 1 w 439"/>
                <a:gd name="T51" fmla="*/ 2 h 260"/>
                <a:gd name="T52" fmla="*/ 1 w 439"/>
                <a:gd name="T53" fmla="*/ 1 h 260"/>
                <a:gd name="T54" fmla="*/ 1 w 439"/>
                <a:gd name="T55" fmla="*/ 1 h 260"/>
                <a:gd name="T56" fmla="*/ 1 w 439"/>
                <a:gd name="T57" fmla="*/ 1 h 260"/>
                <a:gd name="T58" fmla="*/ 1 w 439"/>
                <a:gd name="T59" fmla="*/ 1 h 260"/>
                <a:gd name="T60" fmla="*/ 0 w 439"/>
                <a:gd name="T61" fmla="*/ 1 h 260"/>
                <a:gd name="T62" fmla="*/ 0 w 439"/>
                <a:gd name="T63" fmla="*/ 1 h 260"/>
                <a:gd name="T64" fmla="*/ 0 w 439"/>
                <a:gd name="T65" fmla="*/ 0 h 260"/>
                <a:gd name="T66" fmla="*/ 0 w 439"/>
                <a:gd name="T67" fmla="*/ 0 h 260"/>
                <a:gd name="T68" fmla="*/ 0 w 439"/>
                <a:gd name="T69" fmla="*/ 0 h 260"/>
                <a:gd name="T70" fmla="*/ 0 w 439"/>
                <a:gd name="T71" fmla="*/ 0 h 260"/>
                <a:gd name="T72" fmla="*/ 0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0" y="0"/>
                  </a:moveTo>
                  <a:lnTo>
                    <a:pt x="0" y="0"/>
                  </a:lnTo>
                  <a:lnTo>
                    <a:pt x="3" y="27"/>
                  </a:lnTo>
                  <a:lnTo>
                    <a:pt x="10" y="53"/>
                  </a:lnTo>
                  <a:lnTo>
                    <a:pt x="20" y="77"/>
                  </a:lnTo>
                  <a:lnTo>
                    <a:pt x="35" y="102"/>
                  </a:lnTo>
                  <a:lnTo>
                    <a:pt x="54" y="125"/>
                  </a:lnTo>
                  <a:lnTo>
                    <a:pt x="76" y="146"/>
                  </a:lnTo>
                  <a:lnTo>
                    <a:pt x="102" y="166"/>
                  </a:lnTo>
                  <a:lnTo>
                    <a:pt x="130" y="185"/>
                  </a:lnTo>
                  <a:lnTo>
                    <a:pt x="162" y="202"/>
                  </a:lnTo>
                  <a:lnTo>
                    <a:pt x="195" y="217"/>
                  </a:lnTo>
                  <a:lnTo>
                    <a:pt x="231" y="230"/>
                  </a:lnTo>
                  <a:lnTo>
                    <a:pt x="270" y="240"/>
                  </a:lnTo>
                  <a:lnTo>
                    <a:pt x="310" y="248"/>
                  </a:lnTo>
                  <a:lnTo>
                    <a:pt x="351" y="255"/>
                  </a:lnTo>
                  <a:lnTo>
                    <a:pt x="395" y="259"/>
                  </a:lnTo>
                  <a:lnTo>
                    <a:pt x="439" y="260"/>
                  </a:lnTo>
                  <a:lnTo>
                    <a:pt x="439" y="248"/>
                  </a:lnTo>
                  <a:lnTo>
                    <a:pt x="395" y="247"/>
                  </a:lnTo>
                  <a:lnTo>
                    <a:pt x="353" y="244"/>
                  </a:lnTo>
                  <a:lnTo>
                    <a:pt x="312" y="237"/>
                  </a:lnTo>
                  <a:lnTo>
                    <a:pt x="272" y="228"/>
                  </a:lnTo>
                  <a:lnTo>
                    <a:pt x="236" y="218"/>
                  </a:lnTo>
                  <a:lnTo>
                    <a:pt x="200" y="205"/>
                  </a:lnTo>
                  <a:lnTo>
                    <a:pt x="167" y="190"/>
                  </a:lnTo>
                  <a:lnTo>
                    <a:pt x="137" y="173"/>
                  </a:lnTo>
                  <a:lnTo>
                    <a:pt x="109" y="157"/>
                  </a:lnTo>
                  <a:lnTo>
                    <a:pt x="84" y="137"/>
                  </a:lnTo>
                  <a:lnTo>
                    <a:pt x="64" y="116"/>
                  </a:lnTo>
                  <a:lnTo>
                    <a:pt x="45" y="95"/>
                  </a:lnTo>
                  <a:lnTo>
                    <a:pt x="32" y="73"/>
                  </a:lnTo>
                  <a:lnTo>
                    <a:pt x="21" y="48"/>
                  </a:lnTo>
                  <a:lnTo>
                    <a:pt x="14" y="24"/>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7678" name="Freeform 58"/>
            <p:cNvSpPr>
              <a:spLocks/>
            </p:cNvSpPr>
            <p:nvPr/>
          </p:nvSpPr>
          <p:spPr bwMode="auto">
            <a:xfrm>
              <a:off x="1179" y="1588"/>
              <a:ext cx="88" cy="52"/>
            </a:xfrm>
            <a:custGeom>
              <a:avLst/>
              <a:gdLst>
                <a:gd name="T0" fmla="*/ 4 w 439"/>
                <a:gd name="T1" fmla="*/ 0 h 260"/>
                <a:gd name="T2" fmla="*/ 4 w 439"/>
                <a:gd name="T3" fmla="*/ 0 h 260"/>
                <a:gd name="T4" fmla="*/ 3 w 439"/>
                <a:gd name="T5" fmla="*/ 0 h 260"/>
                <a:gd name="T6" fmla="*/ 3 w 439"/>
                <a:gd name="T7" fmla="*/ 0 h 260"/>
                <a:gd name="T8" fmla="*/ 2 w 439"/>
                <a:gd name="T9" fmla="*/ 0 h 260"/>
                <a:gd name="T10" fmla="*/ 2 w 439"/>
                <a:gd name="T11" fmla="*/ 0 h 260"/>
                <a:gd name="T12" fmla="*/ 2 w 439"/>
                <a:gd name="T13" fmla="*/ 0 h 260"/>
                <a:gd name="T14" fmla="*/ 2 w 439"/>
                <a:gd name="T15" fmla="*/ 0 h 260"/>
                <a:gd name="T16" fmla="*/ 1 w 439"/>
                <a:gd name="T17" fmla="*/ 0 h 260"/>
                <a:gd name="T18" fmla="*/ 1 w 439"/>
                <a:gd name="T19" fmla="*/ 1 h 260"/>
                <a:gd name="T20" fmla="*/ 1 w 439"/>
                <a:gd name="T21" fmla="*/ 1 h 260"/>
                <a:gd name="T22" fmla="*/ 1 w 439"/>
                <a:gd name="T23" fmla="*/ 1 h 260"/>
                <a:gd name="T24" fmla="*/ 0 w 439"/>
                <a:gd name="T25" fmla="*/ 1 h 260"/>
                <a:gd name="T26" fmla="*/ 0 w 439"/>
                <a:gd name="T27" fmla="*/ 1 h 260"/>
                <a:gd name="T28" fmla="*/ 0 w 439"/>
                <a:gd name="T29" fmla="*/ 1 h 260"/>
                <a:gd name="T30" fmla="*/ 0 w 439"/>
                <a:gd name="T31" fmla="*/ 2 h 260"/>
                <a:gd name="T32" fmla="*/ 0 w 439"/>
                <a:gd name="T33" fmla="*/ 2 h 260"/>
                <a:gd name="T34" fmla="*/ 0 w 439"/>
                <a:gd name="T35" fmla="*/ 2 h 260"/>
                <a:gd name="T36" fmla="*/ 0 w 439"/>
                <a:gd name="T37" fmla="*/ 2 h 260"/>
                <a:gd name="T38" fmla="*/ 0 w 439"/>
                <a:gd name="T39" fmla="*/ 2 h 260"/>
                <a:gd name="T40" fmla="*/ 0 w 439"/>
                <a:gd name="T41" fmla="*/ 2 h 260"/>
                <a:gd name="T42" fmla="*/ 0 w 439"/>
                <a:gd name="T43" fmla="*/ 1 h 260"/>
                <a:gd name="T44" fmla="*/ 0 w 439"/>
                <a:gd name="T45" fmla="*/ 1 h 260"/>
                <a:gd name="T46" fmla="*/ 1 w 439"/>
                <a:gd name="T47" fmla="*/ 1 h 260"/>
                <a:gd name="T48" fmla="*/ 1 w 439"/>
                <a:gd name="T49" fmla="*/ 1 h 260"/>
                <a:gd name="T50" fmla="*/ 1 w 439"/>
                <a:gd name="T51" fmla="*/ 1 h 260"/>
                <a:gd name="T52" fmla="*/ 1 w 439"/>
                <a:gd name="T53" fmla="*/ 1 h 260"/>
                <a:gd name="T54" fmla="*/ 1 w 439"/>
                <a:gd name="T55" fmla="*/ 1 h 260"/>
                <a:gd name="T56" fmla="*/ 2 w 439"/>
                <a:gd name="T57" fmla="*/ 0 h 260"/>
                <a:gd name="T58" fmla="*/ 2 w 439"/>
                <a:gd name="T59" fmla="*/ 0 h 260"/>
                <a:gd name="T60" fmla="*/ 2 w 439"/>
                <a:gd name="T61" fmla="*/ 0 h 260"/>
                <a:gd name="T62" fmla="*/ 3 w 439"/>
                <a:gd name="T63" fmla="*/ 0 h 260"/>
                <a:gd name="T64" fmla="*/ 3 w 439"/>
                <a:gd name="T65" fmla="*/ 0 h 260"/>
                <a:gd name="T66" fmla="*/ 3 w 439"/>
                <a:gd name="T67" fmla="*/ 0 h 260"/>
                <a:gd name="T68" fmla="*/ 4 w 439"/>
                <a:gd name="T69" fmla="*/ 0 h 260"/>
                <a:gd name="T70" fmla="*/ 4 w 439"/>
                <a:gd name="T71" fmla="*/ 0 h 260"/>
                <a:gd name="T72" fmla="*/ 4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439" y="0"/>
                  </a:moveTo>
                  <a:lnTo>
                    <a:pt x="439" y="0"/>
                  </a:lnTo>
                  <a:lnTo>
                    <a:pt x="395" y="1"/>
                  </a:lnTo>
                  <a:lnTo>
                    <a:pt x="351" y="4"/>
                  </a:lnTo>
                  <a:lnTo>
                    <a:pt x="310" y="11"/>
                  </a:lnTo>
                  <a:lnTo>
                    <a:pt x="270" y="19"/>
                  </a:lnTo>
                  <a:lnTo>
                    <a:pt x="231" y="30"/>
                  </a:lnTo>
                  <a:lnTo>
                    <a:pt x="195" y="43"/>
                  </a:lnTo>
                  <a:lnTo>
                    <a:pt x="162" y="58"/>
                  </a:lnTo>
                  <a:lnTo>
                    <a:pt x="130" y="73"/>
                  </a:lnTo>
                  <a:lnTo>
                    <a:pt x="102" y="93"/>
                  </a:lnTo>
                  <a:lnTo>
                    <a:pt x="76" y="113"/>
                  </a:lnTo>
                  <a:lnTo>
                    <a:pt x="54" y="133"/>
                  </a:lnTo>
                  <a:lnTo>
                    <a:pt x="35" y="157"/>
                  </a:lnTo>
                  <a:lnTo>
                    <a:pt x="20" y="181"/>
                  </a:lnTo>
                  <a:lnTo>
                    <a:pt x="10" y="206"/>
                  </a:lnTo>
                  <a:lnTo>
                    <a:pt x="3" y="233"/>
                  </a:lnTo>
                  <a:lnTo>
                    <a:pt x="0" y="260"/>
                  </a:lnTo>
                  <a:lnTo>
                    <a:pt x="12" y="260"/>
                  </a:lnTo>
                  <a:lnTo>
                    <a:pt x="14" y="235"/>
                  </a:lnTo>
                  <a:lnTo>
                    <a:pt x="21" y="211"/>
                  </a:lnTo>
                  <a:lnTo>
                    <a:pt x="32" y="186"/>
                  </a:lnTo>
                  <a:lnTo>
                    <a:pt x="45" y="164"/>
                  </a:lnTo>
                  <a:lnTo>
                    <a:pt x="64" y="143"/>
                  </a:lnTo>
                  <a:lnTo>
                    <a:pt x="84" y="123"/>
                  </a:lnTo>
                  <a:lnTo>
                    <a:pt x="109" y="103"/>
                  </a:lnTo>
                  <a:lnTo>
                    <a:pt x="137" y="85"/>
                  </a:lnTo>
                  <a:lnTo>
                    <a:pt x="167" y="70"/>
                  </a:lnTo>
                  <a:lnTo>
                    <a:pt x="200" y="55"/>
                  </a:lnTo>
                  <a:lnTo>
                    <a:pt x="236" y="42"/>
                  </a:lnTo>
                  <a:lnTo>
                    <a:pt x="272" y="31"/>
                  </a:lnTo>
                  <a:lnTo>
                    <a:pt x="312" y="23"/>
                  </a:lnTo>
                  <a:lnTo>
                    <a:pt x="353" y="16"/>
                  </a:lnTo>
                  <a:lnTo>
                    <a:pt x="395" y="12"/>
                  </a:lnTo>
                  <a:lnTo>
                    <a:pt x="439" y="11"/>
                  </a:lnTo>
                  <a:lnTo>
                    <a:pt x="439"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7679" name="Freeform 59"/>
            <p:cNvSpPr>
              <a:spLocks/>
            </p:cNvSpPr>
            <p:nvPr/>
          </p:nvSpPr>
          <p:spPr bwMode="auto">
            <a:xfrm>
              <a:off x="964" y="1745"/>
              <a:ext cx="48" cy="85"/>
            </a:xfrm>
            <a:custGeom>
              <a:avLst/>
              <a:gdLst>
                <a:gd name="T0" fmla="*/ 2 w 244"/>
                <a:gd name="T1" fmla="*/ 3 h 426"/>
                <a:gd name="T2" fmla="*/ 2 w 244"/>
                <a:gd name="T3" fmla="*/ 3 h 426"/>
                <a:gd name="T4" fmla="*/ 2 w 244"/>
                <a:gd name="T5" fmla="*/ 3 h 426"/>
                <a:gd name="T6" fmla="*/ 2 w 244"/>
                <a:gd name="T7" fmla="*/ 3 h 426"/>
                <a:gd name="T8" fmla="*/ 2 w 244"/>
                <a:gd name="T9" fmla="*/ 2 h 426"/>
                <a:gd name="T10" fmla="*/ 2 w 244"/>
                <a:gd name="T11" fmla="*/ 2 h 426"/>
                <a:gd name="T12" fmla="*/ 2 w 244"/>
                <a:gd name="T13" fmla="*/ 2 h 426"/>
                <a:gd name="T14" fmla="*/ 2 w 244"/>
                <a:gd name="T15" fmla="*/ 2 h 426"/>
                <a:gd name="T16" fmla="*/ 1 w 244"/>
                <a:gd name="T17" fmla="*/ 1 h 426"/>
                <a:gd name="T18" fmla="*/ 1 w 244"/>
                <a:gd name="T19" fmla="*/ 1 h 426"/>
                <a:gd name="T20" fmla="*/ 1 w 244"/>
                <a:gd name="T21" fmla="*/ 1 h 426"/>
                <a:gd name="T22" fmla="*/ 1 w 244"/>
                <a:gd name="T23" fmla="*/ 1 h 426"/>
                <a:gd name="T24" fmla="*/ 1 w 244"/>
                <a:gd name="T25" fmla="*/ 0 h 426"/>
                <a:gd name="T26" fmla="*/ 1 w 244"/>
                <a:gd name="T27" fmla="*/ 0 h 426"/>
                <a:gd name="T28" fmla="*/ 1 w 244"/>
                <a:gd name="T29" fmla="*/ 0 h 426"/>
                <a:gd name="T30" fmla="*/ 0 w 244"/>
                <a:gd name="T31" fmla="*/ 0 h 426"/>
                <a:gd name="T32" fmla="*/ 0 w 244"/>
                <a:gd name="T33" fmla="*/ 0 h 426"/>
                <a:gd name="T34" fmla="*/ 0 w 244"/>
                <a:gd name="T35" fmla="*/ 0 h 426"/>
                <a:gd name="T36" fmla="*/ 0 w 244"/>
                <a:gd name="T37" fmla="*/ 0 h 426"/>
                <a:gd name="T38" fmla="*/ 0 w 244"/>
                <a:gd name="T39" fmla="*/ 0 h 426"/>
                <a:gd name="T40" fmla="*/ 0 w 244"/>
                <a:gd name="T41" fmla="*/ 0 h 426"/>
                <a:gd name="T42" fmla="*/ 1 w 244"/>
                <a:gd name="T43" fmla="*/ 0 h 426"/>
                <a:gd name="T44" fmla="*/ 1 w 244"/>
                <a:gd name="T45" fmla="*/ 0 h 426"/>
                <a:gd name="T46" fmla="*/ 1 w 244"/>
                <a:gd name="T47" fmla="*/ 0 h 426"/>
                <a:gd name="T48" fmla="*/ 1 w 244"/>
                <a:gd name="T49" fmla="*/ 1 h 426"/>
                <a:gd name="T50" fmla="*/ 1 w 244"/>
                <a:gd name="T51" fmla="*/ 1 h 426"/>
                <a:gd name="T52" fmla="*/ 1 w 244"/>
                <a:gd name="T53" fmla="*/ 1 h 426"/>
                <a:gd name="T54" fmla="*/ 1 w 244"/>
                <a:gd name="T55" fmla="*/ 1 h 426"/>
                <a:gd name="T56" fmla="*/ 1 w 244"/>
                <a:gd name="T57" fmla="*/ 2 h 426"/>
                <a:gd name="T58" fmla="*/ 2 w 244"/>
                <a:gd name="T59" fmla="*/ 2 h 426"/>
                <a:gd name="T60" fmla="*/ 2 w 244"/>
                <a:gd name="T61" fmla="*/ 2 h 426"/>
                <a:gd name="T62" fmla="*/ 2 w 244"/>
                <a:gd name="T63" fmla="*/ 2 h 426"/>
                <a:gd name="T64" fmla="*/ 2 w 244"/>
                <a:gd name="T65" fmla="*/ 3 h 426"/>
                <a:gd name="T66" fmla="*/ 2 w 244"/>
                <a:gd name="T67" fmla="*/ 3 h 426"/>
                <a:gd name="T68" fmla="*/ 2 w 244"/>
                <a:gd name="T69" fmla="*/ 3 h 426"/>
                <a:gd name="T70" fmla="*/ 2 w 244"/>
                <a:gd name="T71" fmla="*/ 3 h 426"/>
                <a:gd name="T72" fmla="*/ 2 w 244"/>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6"/>
                <a:gd name="T113" fmla="*/ 244 w 244"/>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6">
                  <a:moveTo>
                    <a:pt x="244" y="426"/>
                  </a:moveTo>
                  <a:lnTo>
                    <a:pt x="244" y="426"/>
                  </a:lnTo>
                  <a:lnTo>
                    <a:pt x="243" y="383"/>
                  </a:lnTo>
                  <a:lnTo>
                    <a:pt x="240" y="340"/>
                  </a:lnTo>
                  <a:lnTo>
                    <a:pt x="234" y="300"/>
                  </a:lnTo>
                  <a:lnTo>
                    <a:pt x="226" y="262"/>
                  </a:lnTo>
                  <a:lnTo>
                    <a:pt x="215" y="224"/>
                  </a:lnTo>
                  <a:lnTo>
                    <a:pt x="203" y="189"/>
                  </a:lnTo>
                  <a:lnTo>
                    <a:pt x="189" y="157"/>
                  </a:lnTo>
                  <a:lnTo>
                    <a:pt x="174" y="126"/>
                  </a:lnTo>
                  <a:lnTo>
                    <a:pt x="155" y="99"/>
                  </a:lnTo>
                  <a:lnTo>
                    <a:pt x="138" y="74"/>
                  </a:lnTo>
                  <a:lnTo>
                    <a:pt x="118" y="52"/>
                  </a:lnTo>
                  <a:lnTo>
                    <a:pt x="96" y="34"/>
                  </a:lnTo>
                  <a:lnTo>
                    <a:pt x="73" y="19"/>
                  </a:lnTo>
                  <a:lnTo>
                    <a:pt x="50" y="8"/>
                  </a:lnTo>
                  <a:lnTo>
                    <a:pt x="25" y="2"/>
                  </a:lnTo>
                  <a:lnTo>
                    <a:pt x="0" y="0"/>
                  </a:lnTo>
                  <a:lnTo>
                    <a:pt x="0" y="12"/>
                  </a:lnTo>
                  <a:lnTo>
                    <a:pt x="23" y="14"/>
                  </a:lnTo>
                  <a:lnTo>
                    <a:pt x="45" y="20"/>
                  </a:lnTo>
                  <a:lnTo>
                    <a:pt x="66" y="31"/>
                  </a:lnTo>
                  <a:lnTo>
                    <a:pt x="89" y="43"/>
                  </a:lnTo>
                  <a:lnTo>
                    <a:pt x="109" y="61"/>
                  </a:lnTo>
                  <a:lnTo>
                    <a:pt x="129" y="81"/>
                  </a:lnTo>
                  <a:lnTo>
                    <a:pt x="146" y="106"/>
                  </a:lnTo>
                  <a:lnTo>
                    <a:pt x="162" y="133"/>
                  </a:lnTo>
                  <a:lnTo>
                    <a:pt x="178" y="162"/>
                  </a:lnTo>
                  <a:lnTo>
                    <a:pt x="192" y="194"/>
                  </a:lnTo>
                  <a:lnTo>
                    <a:pt x="203" y="229"/>
                  </a:lnTo>
                  <a:lnTo>
                    <a:pt x="214" y="264"/>
                  </a:lnTo>
                  <a:lnTo>
                    <a:pt x="222" y="303"/>
                  </a:lnTo>
                  <a:lnTo>
                    <a:pt x="228" y="342"/>
                  </a:lnTo>
                  <a:lnTo>
                    <a:pt x="232" y="383"/>
                  </a:lnTo>
                  <a:lnTo>
                    <a:pt x="233" y="426"/>
                  </a:lnTo>
                  <a:lnTo>
                    <a:pt x="244"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7680" name="Freeform 60"/>
            <p:cNvSpPr>
              <a:spLocks/>
            </p:cNvSpPr>
            <p:nvPr/>
          </p:nvSpPr>
          <p:spPr bwMode="auto">
            <a:xfrm>
              <a:off x="964" y="1830"/>
              <a:ext cx="48" cy="85"/>
            </a:xfrm>
            <a:custGeom>
              <a:avLst/>
              <a:gdLst>
                <a:gd name="T0" fmla="*/ 0 w 244"/>
                <a:gd name="T1" fmla="*/ 3 h 424"/>
                <a:gd name="T2" fmla="*/ 0 w 244"/>
                <a:gd name="T3" fmla="*/ 3 h 424"/>
                <a:gd name="T4" fmla="*/ 0 w 244"/>
                <a:gd name="T5" fmla="*/ 3 h 424"/>
                <a:gd name="T6" fmla="*/ 0 w 244"/>
                <a:gd name="T7" fmla="*/ 3 h 424"/>
                <a:gd name="T8" fmla="*/ 1 w 244"/>
                <a:gd name="T9" fmla="*/ 3 h 424"/>
                <a:gd name="T10" fmla="*/ 1 w 244"/>
                <a:gd name="T11" fmla="*/ 3 h 424"/>
                <a:gd name="T12" fmla="*/ 1 w 244"/>
                <a:gd name="T13" fmla="*/ 3 h 424"/>
                <a:gd name="T14" fmla="*/ 1 w 244"/>
                <a:gd name="T15" fmla="*/ 3 h 424"/>
                <a:gd name="T16" fmla="*/ 1 w 244"/>
                <a:gd name="T17" fmla="*/ 3 h 424"/>
                <a:gd name="T18" fmla="*/ 1 w 244"/>
                <a:gd name="T19" fmla="*/ 2 h 424"/>
                <a:gd name="T20" fmla="*/ 1 w 244"/>
                <a:gd name="T21" fmla="*/ 2 h 424"/>
                <a:gd name="T22" fmla="*/ 2 w 244"/>
                <a:gd name="T23" fmla="*/ 2 h 424"/>
                <a:gd name="T24" fmla="*/ 2 w 244"/>
                <a:gd name="T25" fmla="*/ 2 h 424"/>
                <a:gd name="T26" fmla="*/ 2 w 244"/>
                <a:gd name="T27" fmla="*/ 1 h 424"/>
                <a:gd name="T28" fmla="*/ 2 w 244"/>
                <a:gd name="T29" fmla="*/ 1 h 424"/>
                <a:gd name="T30" fmla="*/ 2 w 244"/>
                <a:gd name="T31" fmla="*/ 1 h 424"/>
                <a:gd name="T32" fmla="*/ 2 w 244"/>
                <a:gd name="T33" fmla="*/ 0 h 424"/>
                <a:gd name="T34" fmla="*/ 2 w 244"/>
                <a:gd name="T35" fmla="*/ 0 h 424"/>
                <a:gd name="T36" fmla="*/ 2 w 244"/>
                <a:gd name="T37" fmla="*/ 0 h 424"/>
                <a:gd name="T38" fmla="*/ 2 w 244"/>
                <a:gd name="T39" fmla="*/ 0 h 424"/>
                <a:gd name="T40" fmla="*/ 2 w 244"/>
                <a:gd name="T41" fmla="*/ 1 h 424"/>
                <a:gd name="T42" fmla="*/ 2 w 244"/>
                <a:gd name="T43" fmla="*/ 1 h 424"/>
                <a:gd name="T44" fmla="*/ 2 w 244"/>
                <a:gd name="T45" fmla="*/ 1 h 424"/>
                <a:gd name="T46" fmla="*/ 2 w 244"/>
                <a:gd name="T47" fmla="*/ 2 h 424"/>
                <a:gd name="T48" fmla="*/ 1 w 244"/>
                <a:gd name="T49" fmla="*/ 2 h 424"/>
                <a:gd name="T50" fmla="*/ 1 w 244"/>
                <a:gd name="T51" fmla="*/ 2 h 424"/>
                <a:gd name="T52" fmla="*/ 1 w 244"/>
                <a:gd name="T53" fmla="*/ 2 h 424"/>
                <a:gd name="T54" fmla="*/ 1 w 244"/>
                <a:gd name="T55" fmla="*/ 3 h 424"/>
                <a:gd name="T56" fmla="*/ 1 w 244"/>
                <a:gd name="T57" fmla="*/ 3 h 424"/>
                <a:gd name="T58" fmla="*/ 1 w 244"/>
                <a:gd name="T59" fmla="*/ 3 h 424"/>
                <a:gd name="T60" fmla="*/ 1 w 244"/>
                <a:gd name="T61" fmla="*/ 3 h 424"/>
                <a:gd name="T62" fmla="*/ 1 w 244"/>
                <a:gd name="T63" fmla="*/ 3 h 424"/>
                <a:gd name="T64" fmla="*/ 0 w 244"/>
                <a:gd name="T65" fmla="*/ 3 h 424"/>
                <a:gd name="T66" fmla="*/ 0 w 244"/>
                <a:gd name="T67" fmla="*/ 3 h 424"/>
                <a:gd name="T68" fmla="*/ 0 w 244"/>
                <a:gd name="T69" fmla="*/ 3 h 424"/>
                <a:gd name="T70" fmla="*/ 0 w 244"/>
                <a:gd name="T71" fmla="*/ 3 h 424"/>
                <a:gd name="T72" fmla="*/ 0 w 244"/>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4"/>
                <a:gd name="T113" fmla="*/ 244 w 244"/>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4">
                  <a:moveTo>
                    <a:pt x="0" y="424"/>
                  </a:moveTo>
                  <a:lnTo>
                    <a:pt x="0" y="424"/>
                  </a:lnTo>
                  <a:lnTo>
                    <a:pt x="25" y="422"/>
                  </a:lnTo>
                  <a:lnTo>
                    <a:pt x="50" y="416"/>
                  </a:lnTo>
                  <a:lnTo>
                    <a:pt x="73" y="405"/>
                  </a:lnTo>
                  <a:lnTo>
                    <a:pt x="96" y="390"/>
                  </a:lnTo>
                  <a:lnTo>
                    <a:pt x="118" y="373"/>
                  </a:lnTo>
                  <a:lnTo>
                    <a:pt x="138" y="350"/>
                  </a:lnTo>
                  <a:lnTo>
                    <a:pt x="155" y="326"/>
                  </a:lnTo>
                  <a:lnTo>
                    <a:pt x="173" y="299"/>
                  </a:lnTo>
                  <a:lnTo>
                    <a:pt x="189" y="268"/>
                  </a:lnTo>
                  <a:lnTo>
                    <a:pt x="203" y="235"/>
                  </a:lnTo>
                  <a:lnTo>
                    <a:pt x="215" y="201"/>
                  </a:lnTo>
                  <a:lnTo>
                    <a:pt x="226" y="163"/>
                  </a:lnTo>
                  <a:lnTo>
                    <a:pt x="234" y="125"/>
                  </a:lnTo>
                  <a:lnTo>
                    <a:pt x="240" y="85"/>
                  </a:lnTo>
                  <a:lnTo>
                    <a:pt x="243" y="42"/>
                  </a:lnTo>
                  <a:lnTo>
                    <a:pt x="244" y="0"/>
                  </a:lnTo>
                  <a:lnTo>
                    <a:pt x="233" y="0"/>
                  </a:lnTo>
                  <a:lnTo>
                    <a:pt x="232" y="42"/>
                  </a:lnTo>
                  <a:lnTo>
                    <a:pt x="228" y="83"/>
                  </a:lnTo>
                  <a:lnTo>
                    <a:pt x="222" y="123"/>
                  </a:lnTo>
                  <a:lnTo>
                    <a:pt x="214" y="160"/>
                  </a:lnTo>
                  <a:lnTo>
                    <a:pt x="203" y="197"/>
                  </a:lnTo>
                  <a:lnTo>
                    <a:pt x="192" y="231"/>
                  </a:lnTo>
                  <a:lnTo>
                    <a:pt x="178" y="263"/>
                  </a:lnTo>
                  <a:lnTo>
                    <a:pt x="164" y="292"/>
                  </a:lnTo>
                  <a:lnTo>
                    <a:pt x="146" y="319"/>
                  </a:lnTo>
                  <a:lnTo>
                    <a:pt x="129" y="343"/>
                  </a:lnTo>
                  <a:lnTo>
                    <a:pt x="109" y="363"/>
                  </a:lnTo>
                  <a:lnTo>
                    <a:pt x="89" y="381"/>
                  </a:lnTo>
                  <a:lnTo>
                    <a:pt x="66" y="394"/>
                  </a:lnTo>
                  <a:lnTo>
                    <a:pt x="45" y="404"/>
                  </a:lnTo>
                  <a:lnTo>
                    <a:pt x="23" y="410"/>
                  </a:lnTo>
                  <a:lnTo>
                    <a:pt x="0" y="412"/>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7681" name="Freeform 61"/>
            <p:cNvSpPr>
              <a:spLocks/>
            </p:cNvSpPr>
            <p:nvPr/>
          </p:nvSpPr>
          <p:spPr bwMode="auto">
            <a:xfrm>
              <a:off x="915" y="1830"/>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1" y="42"/>
                  </a:lnTo>
                  <a:lnTo>
                    <a:pt x="4" y="85"/>
                  </a:lnTo>
                  <a:lnTo>
                    <a:pt x="10" y="125"/>
                  </a:lnTo>
                  <a:lnTo>
                    <a:pt x="19" y="163"/>
                  </a:lnTo>
                  <a:lnTo>
                    <a:pt x="29" y="201"/>
                  </a:lnTo>
                  <a:lnTo>
                    <a:pt x="41" y="235"/>
                  </a:lnTo>
                  <a:lnTo>
                    <a:pt x="55" y="268"/>
                  </a:lnTo>
                  <a:lnTo>
                    <a:pt x="71" y="299"/>
                  </a:lnTo>
                  <a:lnTo>
                    <a:pt x="89" y="326"/>
                  </a:lnTo>
                  <a:lnTo>
                    <a:pt x="106" y="350"/>
                  </a:lnTo>
                  <a:lnTo>
                    <a:pt x="126" y="373"/>
                  </a:lnTo>
                  <a:lnTo>
                    <a:pt x="149" y="390"/>
                  </a:lnTo>
                  <a:lnTo>
                    <a:pt x="171" y="405"/>
                  </a:lnTo>
                  <a:lnTo>
                    <a:pt x="194" y="416"/>
                  </a:lnTo>
                  <a:lnTo>
                    <a:pt x="219" y="422"/>
                  </a:lnTo>
                  <a:lnTo>
                    <a:pt x="245" y="424"/>
                  </a:lnTo>
                  <a:lnTo>
                    <a:pt x="245" y="412"/>
                  </a:lnTo>
                  <a:lnTo>
                    <a:pt x="221" y="410"/>
                  </a:lnTo>
                  <a:lnTo>
                    <a:pt x="199" y="404"/>
                  </a:lnTo>
                  <a:lnTo>
                    <a:pt x="178" y="394"/>
                  </a:lnTo>
                  <a:lnTo>
                    <a:pt x="156" y="381"/>
                  </a:lnTo>
                  <a:lnTo>
                    <a:pt x="136" y="363"/>
                  </a:lnTo>
                  <a:lnTo>
                    <a:pt x="116" y="343"/>
                  </a:lnTo>
                  <a:lnTo>
                    <a:pt x="98" y="319"/>
                  </a:lnTo>
                  <a:lnTo>
                    <a:pt x="81" y="292"/>
                  </a:lnTo>
                  <a:lnTo>
                    <a:pt x="67" y="263"/>
                  </a:lnTo>
                  <a:lnTo>
                    <a:pt x="52" y="231"/>
                  </a:lnTo>
                  <a:lnTo>
                    <a:pt x="41" y="197"/>
                  </a:lnTo>
                  <a:lnTo>
                    <a:pt x="30" y="160"/>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7682" name="Freeform 62"/>
            <p:cNvSpPr>
              <a:spLocks/>
            </p:cNvSpPr>
            <p:nvPr/>
          </p:nvSpPr>
          <p:spPr bwMode="auto">
            <a:xfrm>
              <a:off x="915" y="1745"/>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0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19" y="2"/>
                  </a:lnTo>
                  <a:lnTo>
                    <a:pt x="194" y="8"/>
                  </a:lnTo>
                  <a:lnTo>
                    <a:pt x="171" y="19"/>
                  </a:lnTo>
                  <a:lnTo>
                    <a:pt x="149" y="34"/>
                  </a:lnTo>
                  <a:lnTo>
                    <a:pt x="126" y="52"/>
                  </a:lnTo>
                  <a:lnTo>
                    <a:pt x="106" y="74"/>
                  </a:lnTo>
                  <a:lnTo>
                    <a:pt x="89" y="99"/>
                  </a:lnTo>
                  <a:lnTo>
                    <a:pt x="70" y="126"/>
                  </a:lnTo>
                  <a:lnTo>
                    <a:pt x="55" y="157"/>
                  </a:lnTo>
                  <a:lnTo>
                    <a:pt x="41" y="189"/>
                  </a:lnTo>
                  <a:lnTo>
                    <a:pt x="29" y="224"/>
                  </a:lnTo>
                  <a:lnTo>
                    <a:pt x="19" y="262"/>
                  </a:lnTo>
                  <a:lnTo>
                    <a:pt x="10" y="300"/>
                  </a:lnTo>
                  <a:lnTo>
                    <a:pt x="4" y="340"/>
                  </a:lnTo>
                  <a:lnTo>
                    <a:pt x="1" y="383"/>
                  </a:lnTo>
                  <a:lnTo>
                    <a:pt x="0" y="426"/>
                  </a:lnTo>
                  <a:lnTo>
                    <a:pt x="11" y="426"/>
                  </a:lnTo>
                  <a:lnTo>
                    <a:pt x="13" y="383"/>
                  </a:lnTo>
                  <a:lnTo>
                    <a:pt x="16" y="342"/>
                  </a:lnTo>
                  <a:lnTo>
                    <a:pt x="22" y="303"/>
                  </a:lnTo>
                  <a:lnTo>
                    <a:pt x="30" y="264"/>
                  </a:lnTo>
                  <a:lnTo>
                    <a:pt x="41" y="229"/>
                  </a:lnTo>
                  <a:lnTo>
                    <a:pt x="52" y="194"/>
                  </a:lnTo>
                  <a:lnTo>
                    <a:pt x="67" y="162"/>
                  </a:lnTo>
                  <a:lnTo>
                    <a:pt x="82" y="133"/>
                  </a:lnTo>
                  <a:lnTo>
                    <a:pt x="98" y="106"/>
                  </a:lnTo>
                  <a:lnTo>
                    <a:pt x="116" y="81"/>
                  </a:lnTo>
                  <a:lnTo>
                    <a:pt x="136" y="61"/>
                  </a:lnTo>
                  <a:lnTo>
                    <a:pt x="156" y="43"/>
                  </a:lnTo>
                  <a:lnTo>
                    <a:pt x="178" y="31"/>
                  </a:lnTo>
                  <a:lnTo>
                    <a:pt x="199" y="20"/>
                  </a:lnTo>
                  <a:lnTo>
                    <a:pt x="221"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7683" name="Freeform 63"/>
            <p:cNvSpPr>
              <a:spLocks/>
            </p:cNvSpPr>
            <p:nvPr/>
          </p:nvSpPr>
          <p:spPr bwMode="auto">
            <a:xfrm>
              <a:off x="1140" y="2087"/>
              <a:ext cx="49" cy="85"/>
            </a:xfrm>
            <a:custGeom>
              <a:avLst/>
              <a:gdLst>
                <a:gd name="T0" fmla="*/ 2 w 246"/>
                <a:gd name="T1" fmla="*/ 3 h 424"/>
                <a:gd name="T2" fmla="*/ 2 w 246"/>
                <a:gd name="T3" fmla="*/ 3 h 424"/>
                <a:gd name="T4" fmla="*/ 2 w 246"/>
                <a:gd name="T5" fmla="*/ 3 h 424"/>
                <a:gd name="T6" fmla="*/ 2 w 246"/>
                <a:gd name="T7" fmla="*/ 3 h 424"/>
                <a:gd name="T8" fmla="*/ 2 w 246"/>
                <a:gd name="T9" fmla="*/ 2 h 424"/>
                <a:gd name="T10" fmla="*/ 2 w 246"/>
                <a:gd name="T11" fmla="*/ 2 h 424"/>
                <a:gd name="T12" fmla="*/ 2 w 246"/>
                <a:gd name="T13" fmla="*/ 2 h 424"/>
                <a:gd name="T14" fmla="*/ 2 w 246"/>
                <a:gd name="T15" fmla="*/ 2 h 424"/>
                <a:gd name="T16" fmla="*/ 2 w 246"/>
                <a:gd name="T17" fmla="*/ 1 h 424"/>
                <a:gd name="T18" fmla="*/ 1 w 246"/>
                <a:gd name="T19" fmla="*/ 1 h 424"/>
                <a:gd name="T20" fmla="*/ 1 w 246"/>
                <a:gd name="T21" fmla="*/ 1 h 424"/>
                <a:gd name="T22" fmla="*/ 1 w 246"/>
                <a:gd name="T23" fmla="*/ 1 h 424"/>
                <a:gd name="T24" fmla="*/ 1 w 246"/>
                <a:gd name="T25" fmla="*/ 0 h 424"/>
                <a:gd name="T26" fmla="*/ 1 w 246"/>
                <a:gd name="T27" fmla="*/ 0 h 424"/>
                <a:gd name="T28" fmla="*/ 1 w 246"/>
                <a:gd name="T29" fmla="*/ 0 h 424"/>
                <a:gd name="T30" fmla="*/ 0 w 246"/>
                <a:gd name="T31" fmla="*/ 0 h 424"/>
                <a:gd name="T32" fmla="*/ 0 w 246"/>
                <a:gd name="T33" fmla="*/ 0 h 424"/>
                <a:gd name="T34" fmla="*/ 0 w 246"/>
                <a:gd name="T35" fmla="*/ 0 h 424"/>
                <a:gd name="T36" fmla="*/ 0 w 246"/>
                <a:gd name="T37" fmla="*/ 0 h 424"/>
                <a:gd name="T38" fmla="*/ 0 w 246"/>
                <a:gd name="T39" fmla="*/ 0 h 424"/>
                <a:gd name="T40" fmla="*/ 0 w 246"/>
                <a:gd name="T41" fmla="*/ 0 h 424"/>
                <a:gd name="T42" fmla="*/ 1 w 246"/>
                <a:gd name="T43" fmla="*/ 0 h 424"/>
                <a:gd name="T44" fmla="*/ 1 w 246"/>
                <a:gd name="T45" fmla="*/ 0 h 424"/>
                <a:gd name="T46" fmla="*/ 1 w 246"/>
                <a:gd name="T47" fmla="*/ 0 h 424"/>
                <a:gd name="T48" fmla="*/ 1 w 246"/>
                <a:gd name="T49" fmla="*/ 1 h 424"/>
                <a:gd name="T50" fmla="*/ 1 w 246"/>
                <a:gd name="T51" fmla="*/ 1 h 424"/>
                <a:gd name="T52" fmla="*/ 1 w 246"/>
                <a:gd name="T53" fmla="*/ 1 h 424"/>
                <a:gd name="T54" fmla="*/ 1 w 246"/>
                <a:gd name="T55" fmla="*/ 1 h 424"/>
                <a:gd name="T56" fmla="*/ 2 w 246"/>
                <a:gd name="T57" fmla="*/ 2 h 424"/>
                <a:gd name="T58" fmla="*/ 2 w 246"/>
                <a:gd name="T59" fmla="*/ 2 h 424"/>
                <a:gd name="T60" fmla="*/ 2 w 246"/>
                <a:gd name="T61" fmla="*/ 2 h 424"/>
                <a:gd name="T62" fmla="*/ 2 w 246"/>
                <a:gd name="T63" fmla="*/ 2 h 424"/>
                <a:gd name="T64" fmla="*/ 2 w 246"/>
                <a:gd name="T65" fmla="*/ 3 h 424"/>
                <a:gd name="T66" fmla="*/ 2 w 246"/>
                <a:gd name="T67" fmla="*/ 3 h 424"/>
                <a:gd name="T68" fmla="*/ 2 w 246"/>
                <a:gd name="T69" fmla="*/ 3 h 424"/>
                <a:gd name="T70" fmla="*/ 2 w 246"/>
                <a:gd name="T71" fmla="*/ 3 h 424"/>
                <a:gd name="T72" fmla="*/ 2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424"/>
                  </a:moveTo>
                  <a:lnTo>
                    <a:pt x="246" y="424"/>
                  </a:lnTo>
                  <a:lnTo>
                    <a:pt x="244" y="382"/>
                  </a:lnTo>
                  <a:lnTo>
                    <a:pt x="241" y="338"/>
                  </a:lnTo>
                  <a:lnTo>
                    <a:pt x="235" y="298"/>
                  </a:lnTo>
                  <a:lnTo>
                    <a:pt x="227" y="261"/>
                  </a:lnTo>
                  <a:lnTo>
                    <a:pt x="216" y="222"/>
                  </a:lnTo>
                  <a:lnTo>
                    <a:pt x="205" y="188"/>
                  </a:lnTo>
                  <a:lnTo>
                    <a:pt x="190" y="155"/>
                  </a:lnTo>
                  <a:lnTo>
                    <a:pt x="174" y="125"/>
                  </a:lnTo>
                  <a:lnTo>
                    <a:pt x="157" y="98"/>
                  </a:lnTo>
                  <a:lnTo>
                    <a:pt x="138" y="73"/>
                  </a:lnTo>
                  <a:lnTo>
                    <a:pt x="118" y="51"/>
                  </a:lnTo>
                  <a:lnTo>
                    <a:pt x="96" y="34"/>
                  </a:lnTo>
                  <a:lnTo>
                    <a:pt x="74" y="18"/>
                  </a:lnTo>
                  <a:lnTo>
                    <a:pt x="50" y="8"/>
                  </a:lnTo>
                  <a:lnTo>
                    <a:pt x="25" y="2"/>
                  </a:lnTo>
                  <a:lnTo>
                    <a:pt x="0" y="0"/>
                  </a:lnTo>
                  <a:lnTo>
                    <a:pt x="0" y="11"/>
                  </a:lnTo>
                  <a:lnTo>
                    <a:pt x="23" y="14"/>
                  </a:lnTo>
                  <a:lnTo>
                    <a:pt x="45" y="19"/>
                  </a:lnTo>
                  <a:lnTo>
                    <a:pt x="67" y="30"/>
                  </a:lnTo>
                  <a:lnTo>
                    <a:pt x="89" y="43"/>
                  </a:lnTo>
                  <a:lnTo>
                    <a:pt x="108" y="60"/>
                  </a:lnTo>
                  <a:lnTo>
                    <a:pt x="128" y="80"/>
                  </a:lnTo>
                  <a:lnTo>
                    <a:pt x="147" y="105"/>
                  </a:lnTo>
                  <a:lnTo>
                    <a:pt x="165" y="132"/>
                  </a:lnTo>
                  <a:lnTo>
                    <a:pt x="179" y="160"/>
                  </a:lnTo>
                  <a:lnTo>
                    <a:pt x="193" y="193"/>
                  </a:lnTo>
                  <a:lnTo>
                    <a:pt x="205" y="227"/>
                  </a:lnTo>
                  <a:lnTo>
                    <a:pt x="215" y="263"/>
                  </a:lnTo>
                  <a:lnTo>
                    <a:pt x="223" y="301"/>
                  </a:lnTo>
                  <a:lnTo>
                    <a:pt x="229" y="341"/>
                  </a:lnTo>
                  <a:lnTo>
                    <a:pt x="233" y="382"/>
                  </a:lnTo>
                  <a:lnTo>
                    <a:pt x="234" y="424"/>
                  </a:lnTo>
                  <a:lnTo>
                    <a:pt x="246"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7684" name="Freeform 64"/>
            <p:cNvSpPr>
              <a:spLocks/>
            </p:cNvSpPr>
            <p:nvPr/>
          </p:nvSpPr>
          <p:spPr bwMode="auto">
            <a:xfrm>
              <a:off x="1140" y="2172"/>
              <a:ext cx="49" cy="85"/>
            </a:xfrm>
            <a:custGeom>
              <a:avLst/>
              <a:gdLst>
                <a:gd name="T0" fmla="*/ 0 w 246"/>
                <a:gd name="T1" fmla="*/ 3 h 426"/>
                <a:gd name="T2" fmla="*/ 0 w 246"/>
                <a:gd name="T3" fmla="*/ 3 h 426"/>
                <a:gd name="T4" fmla="*/ 0 w 246"/>
                <a:gd name="T5" fmla="*/ 3 h 426"/>
                <a:gd name="T6" fmla="*/ 0 w 246"/>
                <a:gd name="T7" fmla="*/ 3 h 426"/>
                <a:gd name="T8" fmla="*/ 1 w 246"/>
                <a:gd name="T9" fmla="*/ 3 h 426"/>
                <a:gd name="T10" fmla="*/ 1 w 246"/>
                <a:gd name="T11" fmla="*/ 3 h 426"/>
                <a:gd name="T12" fmla="*/ 1 w 246"/>
                <a:gd name="T13" fmla="*/ 3 h 426"/>
                <a:gd name="T14" fmla="*/ 1 w 246"/>
                <a:gd name="T15" fmla="*/ 3 h 426"/>
                <a:gd name="T16" fmla="*/ 1 w 246"/>
                <a:gd name="T17" fmla="*/ 3 h 426"/>
                <a:gd name="T18" fmla="*/ 1 w 246"/>
                <a:gd name="T19" fmla="*/ 2 h 426"/>
                <a:gd name="T20" fmla="*/ 2 w 246"/>
                <a:gd name="T21" fmla="*/ 2 h 426"/>
                <a:gd name="T22" fmla="*/ 2 w 246"/>
                <a:gd name="T23" fmla="*/ 2 h 426"/>
                <a:gd name="T24" fmla="*/ 2 w 246"/>
                <a:gd name="T25" fmla="*/ 2 h 426"/>
                <a:gd name="T26" fmla="*/ 2 w 246"/>
                <a:gd name="T27" fmla="*/ 1 h 426"/>
                <a:gd name="T28" fmla="*/ 2 w 246"/>
                <a:gd name="T29" fmla="*/ 1 h 426"/>
                <a:gd name="T30" fmla="*/ 2 w 246"/>
                <a:gd name="T31" fmla="*/ 1 h 426"/>
                <a:gd name="T32" fmla="*/ 2 w 246"/>
                <a:gd name="T33" fmla="*/ 0 h 426"/>
                <a:gd name="T34" fmla="*/ 2 w 246"/>
                <a:gd name="T35" fmla="*/ 0 h 426"/>
                <a:gd name="T36" fmla="*/ 2 w 246"/>
                <a:gd name="T37" fmla="*/ 0 h 426"/>
                <a:gd name="T38" fmla="*/ 2 w 246"/>
                <a:gd name="T39" fmla="*/ 0 h 426"/>
                <a:gd name="T40" fmla="*/ 2 w 246"/>
                <a:gd name="T41" fmla="*/ 1 h 426"/>
                <a:gd name="T42" fmla="*/ 2 w 246"/>
                <a:gd name="T43" fmla="*/ 1 h 426"/>
                <a:gd name="T44" fmla="*/ 2 w 246"/>
                <a:gd name="T45" fmla="*/ 1 h 426"/>
                <a:gd name="T46" fmla="*/ 2 w 246"/>
                <a:gd name="T47" fmla="*/ 2 h 426"/>
                <a:gd name="T48" fmla="*/ 2 w 246"/>
                <a:gd name="T49" fmla="*/ 2 h 426"/>
                <a:gd name="T50" fmla="*/ 1 w 246"/>
                <a:gd name="T51" fmla="*/ 2 h 426"/>
                <a:gd name="T52" fmla="*/ 1 w 246"/>
                <a:gd name="T53" fmla="*/ 2 h 426"/>
                <a:gd name="T54" fmla="*/ 1 w 246"/>
                <a:gd name="T55" fmla="*/ 3 h 426"/>
                <a:gd name="T56" fmla="*/ 1 w 246"/>
                <a:gd name="T57" fmla="*/ 3 h 426"/>
                <a:gd name="T58" fmla="*/ 1 w 246"/>
                <a:gd name="T59" fmla="*/ 3 h 426"/>
                <a:gd name="T60" fmla="*/ 1 w 246"/>
                <a:gd name="T61" fmla="*/ 3 h 426"/>
                <a:gd name="T62" fmla="*/ 1 w 246"/>
                <a:gd name="T63" fmla="*/ 3 h 426"/>
                <a:gd name="T64" fmla="*/ 0 w 246"/>
                <a:gd name="T65" fmla="*/ 3 h 426"/>
                <a:gd name="T66" fmla="*/ 0 w 246"/>
                <a:gd name="T67" fmla="*/ 3 h 426"/>
                <a:gd name="T68" fmla="*/ 0 w 246"/>
                <a:gd name="T69" fmla="*/ 3 h 426"/>
                <a:gd name="T70" fmla="*/ 0 w 246"/>
                <a:gd name="T71" fmla="*/ 3 h 426"/>
                <a:gd name="T72" fmla="*/ 0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426"/>
                  </a:moveTo>
                  <a:lnTo>
                    <a:pt x="0" y="426"/>
                  </a:lnTo>
                  <a:lnTo>
                    <a:pt x="25" y="423"/>
                  </a:lnTo>
                  <a:lnTo>
                    <a:pt x="50" y="417"/>
                  </a:lnTo>
                  <a:lnTo>
                    <a:pt x="74" y="407"/>
                  </a:lnTo>
                  <a:lnTo>
                    <a:pt x="96" y="392"/>
                  </a:lnTo>
                  <a:lnTo>
                    <a:pt x="118" y="373"/>
                  </a:lnTo>
                  <a:lnTo>
                    <a:pt x="138" y="350"/>
                  </a:lnTo>
                  <a:lnTo>
                    <a:pt x="157" y="327"/>
                  </a:lnTo>
                  <a:lnTo>
                    <a:pt x="175" y="299"/>
                  </a:lnTo>
                  <a:lnTo>
                    <a:pt x="190" y="268"/>
                  </a:lnTo>
                  <a:lnTo>
                    <a:pt x="205" y="236"/>
                  </a:lnTo>
                  <a:lnTo>
                    <a:pt x="216" y="202"/>
                  </a:lnTo>
                  <a:lnTo>
                    <a:pt x="227" y="164"/>
                  </a:lnTo>
                  <a:lnTo>
                    <a:pt x="235" y="125"/>
                  </a:lnTo>
                  <a:lnTo>
                    <a:pt x="241" y="86"/>
                  </a:lnTo>
                  <a:lnTo>
                    <a:pt x="244" y="42"/>
                  </a:lnTo>
                  <a:lnTo>
                    <a:pt x="246" y="0"/>
                  </a:lnTo>
                  <a:lnTo>
                    <a:pt x="234" y="0"/>
                  </a:lnTo>
                  <a:lnTo>
                    <a:pt x="233" y="42"/>
                  </a:lnTo>
                  <a:lnTo>
                    <a:pt x="229" y="83"/>
                  </a:lnTo>
                  <a:lnTo>
                    <a:pt x="223" y="123"/>
                  </a:lnTo>
                  <a:lnTo>
                    <a:pt x="215" y="162"/>
                  </a:lnTo>
                  <a:lnTo>
                    <a:pt x="205" y="197"/>
                  </a:lnTo>
                  <a:lnTo>
                    <a:pt x="193" y="231"/>
                  </a:lnTo>
                  <a:lnTo>
                    <a:pt x="179" y="264"/>
                  </a:lnTo>
                  <a:lnTo>
                    <a:pt x="164" y="292"/>
                  </a:lnTo>
                  <a:lnTo>
                    <a:pt x="147" y="320"/>
                  </a:lnTo>
                  <a:lnTo>
                    <a:pt x="128" y="343"/>
                  </a:lnTo>
                  <a:lnTo>
                    <a:pt x="108" y="363"/>
                  </a:lnTo>
                  <a:lnTo>
                    <a:pt x="89" y="382"/>
                  </a:lnTo>
                  <a:lnTo>
                    <a:pt x="67" y="395"/>
                  </a:lnTo>
                  <a:lnTo>
                    <a:pt x="45" y="406"/>
                  </a:lnTo>
                  <a:lnTo>
                    <a:pt x="23" y="411"/>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7685" name="Freeform 65"/>
            <p:cNvSpPr>
              <a:spLocks/>
            </p:cNvSpPr>
            <p:nvPr/>
          </p:nvSpPr>
          <p:spPr bwMode="auto">
            <a:xfrm>
              <a:off x="1091" y="2172"/>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4" y="86"/>
                  </a:lnTo>
                  <a:lnTo>
                    <a:pt x="10" y="125"/>
                  </a:lnTo>
                  <a:lnTo>
                    <a:pt x="18" y="164"/>
                  </a:lnTo>
                  <a:lnTo>
                    <a:pt x="29" y="202"/>
                  </a:lnTo>
                  <a:lnTo>
                    <a:pt x="41" y="236"/>
                  </a:lnTo>
                  <a:lnTo>
                    <a:pt x="55" y="268"/>
                  </a:lnTo>
                  <a:lnTo>
                    <a:pt x="70" y="299"/>
                  </a:lnTo>
                  <a:lnTo>
                    <a:pt x="89" y="327"/>
                  </a:lnTo>
                  <a:lnTo>
                    <a:pt x="106" y="350"/>
                  </a:lnTo>
                  <a:lnTo>
                    <a:pt x="126" y="373"/>
                  </a:lnTo>
                  <a:lnTo>
                    <a:pt x="148" y="392"/>
                  </a:lnTo>
                  <a:lnTo>
                    <a:pt x="171" y="407"/>
                  </a:lnTo>
                  <a:lnTo>
                    <a:pt x="194" y="417"/>
                  </a:lnTo>
                  <a:lnTo>
                    <a:pt x="219" y="423"/>
                  </a:lnTo>
                  <a:lnTo>
                    <a:pt x="245" y="426"/>
                  </a:lnTo>
                  <a:lnTo>
                    <a:pt x="245" y="414"/>
                  </a:lnTo>
                  <a:lnTo>
                    <a:pt x="221" y="411"/>
                  </a:lnTo>
                  <a:lnTo>
                    <a:pt x="199" y="406"/>
                  </a:lnTo>
                  <a:lnTo>
                    <a:pt x="178" y="395"/>
                  </a:lnTo>
                  <a:lnTo>
                    <a:pt x="155" y="382"/>
                  </a:lnTo>
                  <a:lnTo>
                    <a:pt x="136" y="363"/>
                  </a:lnTo>
                  <a:lnTo>
                    <a:pt x="116" y="343"/>
                  </a:lnTo>
                  <a:lnTo>
                    <a:pt x="98" y="320"/>
                  </a:lnTo>
                  <a:lnTo>
                    <a:pt x="82" y="292"/>
                  </a:lnTo>
                  <a:lnTo>
                    <a:pt x="66" y="264"/>
                  </a:lnTo>
                  <a:lnTo>
                    <a:pt x="52" y="231"/>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7686" name="Freeform 66"/>
            <p:cNvSpPr>
              <a:spLocks/>
            </p:cNvSpPr>
            <p:nvPr/>
          </p:nvSpPr>
          <p:spPr bwMode="auto">
            <a:xfrm>
              <a:off x="1091" y="2087"/>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4" y="8"/>
                  </a:lnTo>
                  <a:lnTo>
                    <a:pt x="171" y="18"/>
                  </a:lnTo>
                  <a:lnTo>
                    <a:pt x="148" y="34"/>
                  </a:lnTo>
                  <a:lnTo>
                    <a:pt x="126" y="51"/>
                  </a:lnTo>
                  <a:lnTo>
                    <a:pt x="106" y="73"/>
                  </a:lnTo>
                  <a:lnTo>
                    <a:pt x="89" y="98"/>
                  </a:lnTo>
                  <a:lnTo>
                    <a:pt x="71" y="125"/>
                  </a:lnTo>
                  <a:lnTo>
                    <a:pt x="55" y="155"/>
                  </a:lnTo>
                  <a:lnTo>
                    <a:pt x="41" y="188"/>
                  </a:lnTo>
                  <a:lnTo>
                    <a:pt x="29" y="222"/>
                  </a:lnTo>
                  <a:lnTo>
                    <a:pt x="18" y="261"/>
                  </a:lnTo>
                  <a:lnTo>
                    <a:pt x="10" y="298"/>
                  </a:lnTo>
                  <a:lnTo>
                    <a:pt x="4" y="338"/>
                  </a:lnTo>
                  <a:lnTo>
                    <a:pt x="1" y="382"/>
                  </a:lnTo>
                  <a:lnTo>
                    <a:pt x="0" y="424"/>
                  </a:lnTo>
                  <a:lnTo>
                    <a:pt x="11" y="424"/>
                  </a:lnTo>
                  <a:lnTo>
                    <a:pt x="13" y="382"/>
                  </a:lnTo>
                  <a:lnTo>
                    <a:pt x="16" y="341"/>
                  </a:lnTo>
                  <a:lnTo>
                    <a:pt x="22" y="301"/>
                  </a:lnTo>
                  <a:lnTo>
                    <a:pt x="30" y="263"/>
                  </a:lnTo>
                  <a:lnTo>
                    <a:pt x="41" y="227"/>
                  </a:lnTo>
                  <a:lnTo>
                    <a:pt x="52" y="193"/>
                  </a:lnTo>
                  <a:lnTo>
                    <a:pt x="66" y="160"/>
                  </a:lnTo>
                  <a:lnTo>
                    <a:pt x="80" y="132"/>
                  </a:lnTo>
                  <a:lnTo>
                    <a:pt x="98" y="105"/>
                  </a:lnTo>
                  <a:lnTo>
                    <a:pt x="116" y="80"/>
                  </a:lnTo>
                  <a:lnTo>
                    <a:pt x="136" y="60"/>
                  </a:lnTo>
                  <a:lnTo>
                    <a:pt x="155" y="43"/>
                  </a:lnTo>
                  <a:lnTo>
                    <a:pt x="178" y="30"/>
                  </a:lnTo>
                  <a:lnTo>
                    <a:pt x="199" y="19"/>
                  </a:lnTo>
                  <a:lnTo>
                    <a:pt x="221" y="14"/>
                  </a:lnTo>
                  <a:lnTo>
                    <a:pt x="245" y="11"/>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7687" name="Freeform 67"/>
            <p:cNvSpPr>
              <a:spLocks/>
            </p:cNvSpPr>
            <p:nvPr/>
          </p:nvSpPr>
          <p:spPr bwMode="auto">
            <a:xfrm>
              <a:off x="1392" y="2118"/>
              <a:ext cx="49" cy="85"/>
            </a:xfrm>
            <a:custGeom>
              <a:avLst/>
              <a:gdLst>
                <a:gd name="T0" fmla="*/ 2 w 246"/>
                <a:gd name="T1" fmla="*/ 3 h 426"/>
                <a:gd name="T2" fmla="*/ 2 w 246"/>
                <a:gd name="T3" fmla="*/ 3 h 426"/>
                <a:gd name="T4" fmla="*/ 2 w 246"/>
                <a:gd name="T5" fmla="*/ 3 h 426"/>
                <a:gd name="T6" fmla="*/ 2 w 246"/>
                <a:gd name="T7" fmla="*/ 3 h 426"/>
                <a:gd name="T8" fmla="*/ 2 w 246"/>
                <a:gd name="T9" fmla="*/ 2 h 426"/>
                <a:gd name="T10" fmla="*/ 2 w 246"/>
                <a:gd name="T11" fmla="*/ 2 h 426"/>
                <a:gd name="T12" fmla="*/ 2 w 246"/>
                <a:gd name="T13" fmla="*/ 2 h 426"/>
                <a:gd name="T14" fmla="*/ 2 w 246"/>
                <a:gd name="T15" fmla="*/ 2 h 426"/>
                <a:gd name="T16" fmla="*/ 2 w 246"/>
                <a:gd name="T17" fmla="*/ 1 h 426"/>
                <a:gd name="T18" fmla="*/ 1 w 246"/>
                <a:gd name="T19" fmla="*/ 1 h 426"/>
                <a:gd name="T20" fmla="*/ 1 w 246"/>
                <a:gd name="T21" fmla="*/ 1 h 426"/>
                <a:gd name="T22" fmla="*/ 1 w 246"/>
                <a:gd name="T23" fmla="*/ 1 h 426"/>
                <a:gd name="T24" fmla="*/ 1 w 246"/>
                <a:gd name="T25" fmla="*/ 0 h 426"/>
                <a:gd name="T26" fmla="*/ 1 w 246"/>
                <a:gd name="T27" fmla="*/ 0 h 426"/>
                <a:gd name="T28" fmla="*/ 1 w 246"/>
                <a:gd name="T29" fmla="*/ 0 h 426"/>
                <a:gd name="T30" fmla="*/ 0 w 246"/>
                <a:gd name="T31" fmla="*/ 0 h 426"/>
                <a:gd name="T32" fmla="*/ 0 w 246"/>
                <a:gd name="T33" fmla="*/ 0 h 426"/>
                <a:gd name="T34" fmla="*/ 0 w 246"/>
                <a:gd name="T35" fmla="*/ 0 h 426"/>
                <a:gd name="T36" fmla="*/ 0 w 246"/>
                <a:gd name="T37" fmla="*/ 0 h 426"/>
                <a:gd name="T38" fmla="*/ 0 w 246"/>
                <a:gd name="T39" fmla="*/ 0 h 426"/>
                <a:gd name="T40" fmla="*/ 0 w 246"/>
                <a:gd name="T41" fmla="*/ 0 h 426"/>
                <a:gd name="T42" fmla="*/ 1 w 246"/>
                <a:gd name="T43" fmla="*/ 0 h 426"/>
                <a:gd name="T44" fmla="*/ 1 w 246"/>
                <a:gd name="T45" fmla="*/ 0 h 426"/>
                <a:gd name="T46" fmla="*/ 1 w 246"/>
                <a:gd name="T47" fmla="*/ 1 h 426"/>
                <a:gd name="T48" fmla="*/ 1 w 246"/>
                <a:gd name="T49" fmla="*/ 1 h 426"/>
                <a:gd name="T50" fmla="*/ 1 w 246"/>
                <a:gd name="T51" fmla="*/ 1 h 426"/>
                <a:gd name="T52" fmla="*/ 1 w 246"/>
                <a:gd name="T53" fmla="*/ 1 h 426"/>
                <a:gd name="T54" fmla="*/ 1 w 246"/>
                <a:gd name="T55" fmla="*/ 1 h 426"/>
                <a:gd name="T56" fmla="*/ 2 w 246"/>
                <a:gd name="T57" fmla="*/ 2 h 426"/>
                <a:gd name="T58" fmla="*/ 2 w 246"/>
                <a:gd name="T59" fmla="*/ 2 h 426"/>
                <a:gd name="T60" fmla="*/ 2 w 246"/>
                <a:gd name="T61" fmla="*/ 2 h 426"/>
                <a:gd name="T62" fmla="*/ 2 w 246"/>
                <a:gd name="T63" fmla="*/ 2 h 426"/>
                <a:gd name="T64" fmla="*/ 2 w 246"/>
                <a:gd name="T65" fmla="*/ 3 h 426"/>
                <a:gd name="T66" fmla="*/ 2 w 246"/>
                <a:gd name="T67" fmla="*/ 3 h 426"/>
                <a:gd name="T68" fmla="*/ 2 w 246"/>
                <a:gd name="T69" fmla="*/ 3 h 426"/>
                <a:gd name="T70" fmla="*/ 2 w 246"/>
                <a:gd name="T71" fmla="*/ 3 h 426"/>
                <a:gd name="T72" fmla="*/ 2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246" y="426"/>
                  </a:moveTo>
                  <a:lnTo>
                    <a:pt x="246" y="426"/>
                  </a:lnTo>
                  <a:lnTo>
                    <a:pt x="245" y="384"/>
                  </a:lnTo>
                  <a:lnTo>
                    <a:pt x="242" y="340"/>
                  </a:lnTo>
                  <a:lnTo>
                    <a:pt x="236" y="301"/>
                  </a:lnTo>
                  <a:lnTo>
                    <a:pt x="228" y="262"/>
                  </a:lnTo>
                  <a:lnTo>
                    <a:pt x="217" y="224"/>
                  </a:lnTo>
                  <a:lnTo>
                    <a:pt x="205" y="190"/>
                  </a:lnTo>
                  <a:lnTo>
                    <a:pt x="191" y="158"/>
                  </a:lnTo>
                  <a:lnTo>
                    <a:pt x="176" y="126"/>
                  </a:lnTo>
                  <a:lnTo>
                    <a:pt x="157" y="99"/>
                  </a:lnTo>
                  <a:lnTo>
                    <a:pt x="139" y="75"/>
                  </a:lnTo>
                  <a:lnTo>
                    <a:pt x="119" y="53"/>
                  </a:lnTo>
                  <a:lnTo>
                    <a:pt x="96" y="34"/>
                  </a:lnTo>
                  <a:lnTo>
                    <a:pt x="75" y="19"/>
                  </a:lnTo>
                  <a:lnTo>
                    <a:pt x="51" y="9"/>
                  </a:lnTo>
                  <a:lnTo>
                    <a:pt x="26" y="3"/>
                  </a:lnTo>
                  <a:lnTo>
                    <a:pt x="0" y="0"/>
                  </a:lnTo>
                  <a:lnTo>
                    <a:pt x="0" y="12"/>
                  </a:lnTo>
                  <a:lnTo>
                    <a:pt x="24" y="15"/>
                  </a:lnTo>
                  <a:lnTo>
                    <a:pt x="46" y="20"/>
                  </a:lnTo>
                  <a:lnTo>
                    <a:pt x="68" y="31"/>
                  </a:lnTo>
                  <a:lnTo>
                    <a:pt x="89" y="44"/>
                  </a:lnTo>
                  <a:lnTo>
                    <a:pt x="109" y="63"/>
                  </a:lnTo>
                  <a:lnTo>
                    <a:pt x="129" y="83"/>
                  </a:lnTo>
                  <a:lnTo>
                    <a:pt x="148" y="106"/>
                  </a:lnTo>
                  <a:lnTo>
                    <a:pt x="164" y="133"/>
                  </a:lnTo>
                  <a:lnTo>
                    <a:pt x="180" y="162"/>
                  </a:lnTo>
                  <a:lnTo>
                    <a:pt x="194" y="195"/>
                  </a:lnTo>
                  <a:lnTo>
                    <a:pt x="205" y="229"/>
                  </a:lnTo>
                  <a:lnTo>
                    <a:pt x="216" y="264"/>
                  </a:lnTo>
                  <a:lnTo>
                    <a:pt x="224" y="303"/>
                  </a:lnTo>
                  <a:lnTo>
                    <a:pt x="230" y="343"/>
                  </a:lnTo>
                  <a:lnTo>
                    <a:pt x="233" y="384"/>
                  </a:lnTo>
                  <a:lnTo>
                    <a:pt x="235" y="426"/>
                  </a:lnTo>
                  <a:lnTo>
                    <a:pt x="246"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7688" name="Freeform 68"/>
            <p:cNvSpPr>
              <a:spLocks/>
            </p:cNvSpPr>
            <p:nvPr/>
          </p:nvSpPr>
          <p:spPr bwMode="auto">
            <a:xfrm>
              <a:off x="1392" y="2203"/>
              <a:ext cx="49" cy="85"/>
            </a:xfrm>
            <a:custGeom>
              <a:avLst/>
              <a:gdLst>
                <a:gd name="T0" fmla="*/ 0 w 246"/>
                <a:gd name="T1" fmla="*/ 3 h 424"/>
                <a:gd name="T2" fmla="*/ 0 w 246"/>
                <a:gd name="T3" fmla="*/ 3 h 424"/>
                <a:gd name="T4" fmla="*/ 0 w 246"/>
                <a:gd name="T5" fmla="*/ 3 h 424"/>
                <a:gd name="T6" fmla="*/ 0 w 246"/>
                <a:gd name="T7" fmla="*/ 3 h 424"/>
                <a:gd name="T8" fmla="*/ 1 w 246"/>
                <a:gd name="T9" fmla="*/ 3 h 424"/>
                <a:gd name="T10" fmla="*/ 1 w 246"/>
                <a:gd name="T11" fmla="*/ 3 h 424"/>
                <a:gd name="T12" fmla="*/ 1 w 246"/>
                <a:gd name="T13" fmla="*/ 3 h 424"/>
                <a:gd name="T14" fmla="*/ 1 w 246"/>
                <a:gd name="T15" fmla="*/ 3 h 424"/>
                <a:gd name="T16" fmla="*/ 1 w 246"/>
                <a:gd name="T17" fmla="*/ 3 h 424"/>
                <a:gd name="T18" fmla="*/ 1 w 246"/>
                <a:gd name="T19" fmla="*/ 2 h 424"/>
                <a:gd name="T20" fmla="*/ 2 w 246"/>
                <a:gd name="T21" fmla="*/ 2 h 424"/>
                <a:gd name="T22" fmla="*/ 2 w 246"/>
                <a:gd name="T23" fmla="*/ 2 h 424"/>
                <a:gd name="T24" fmla="*/ 2 w 246"/>
                <a:gd name="T25" fmla="*/ 2 h 424"/>
                <a:gd name="T26" fmla="*/ 2 w 246"/>
                <a:gd name="T27" fmla="*/ 1 h 424"/>
                <a:gd name="T28" fmla="*/ 2 w 246"/>
                <a:gd name="T29" fmla="*/ 1 h 424"/>
                <a:gd name="T30" fmla="*/ 2 w 246"/>
                <a:gd name="T31" fmla="*/ 1 h 424"/>
                <a:gd name="T32" fmla="*/ 2 w 246"/>
                <a:gd name="T33" fmla="*/ 0 h 424"/>
                <a:gd name="T34" fmla="*/ 2 w 246"/>
                <a:gd name="T35" fmla="*/ 0 h 424"/>
                <a:gd name="T36" fmla="*/ 2 w 246"/>
                <a:gd name="T37" fmla="*/ 0 h 424"/>
                <a:gd name="T38" fmla="*/ 2 w 246"/>
                <a:gd name="T39" fmla="*/ 0 h 424"/>
                <a:gd name="T40" fmla="*/ 2 w 246"/>
                <a:gd name="T41" fmla="*/ 1 h 424"/>
                <a:gd name="T42" fmla="*/ 2 w 246"/>
                <a:gd name="T43" fmla="*/ 1 h 424"/>
                <a:gd name="T44" fmla="*/ 2 w 246"/>
                <a:gd name="T45" fmla="*/ 1 h 424"/>
                <a:gd name="T46" fmla="*/ 2 w 246"/>
                <a:gd name="T47" fmla="*/ 2 h 424"/>
                <a:gd name="T48" fmla="*/ 2 w 246"/>
                <a:gd name="T49" fmla="*/ 2 h 424"/>
                <a:gd name="T50" fmla="*/ 1 w 246"/>
                <a:gd name="T51" fmla="*/ 2 h 424"/>
                <a:gd name="T52" fmla="*/ 1 w 246"/>
                <a:gd name="T53" fmla="*/ 2 h 424"/>
                <a:gd name="T54" fmla="*/ 1 w 246"/>
                <a:gd name="T55" fmla="*/ 3 h 424"/>
                <a:gd name="T56" fmla="*/ 1 w 246"/>
                <a:gd name="T57" fmla="*/ 3 h 424"/>
                <a:gd name="T58" fmla="*/ 1 w 246"/>
                <a:gd name="T59" fmla="*/ 3 h 424"/>
                <a:gd name="T60" fmla="*/ 1 w 246"/>
                <a:gd name="T61" fmla="*/ 3 h 424"/>
                <a:gd name="T62" fmla="*/ 1 w 246"/>
                <a:gd name="T63" fmla="*/ 3 h 424"/>
                <a:gd name="T64" fmla="*/ 0 w 246"/>
                <a:gd name="T65" fmla="*/ 3 h 424"/>
                <a:gd name="T66" fmla="*/ 0 w 246"/>
                <a:gd name="T67" fmla="*/ 3 h 424"/>
                <a:gd name="T68" fmla="*/ 0 w 246"/>
                <a:gd name="T69" fmla="*/ 3 h 424"/>
                <a:gd name="T70" fmla="*/ 0 w 246"/>
                <a:gd name="T71" fmla="*/ 3 h 424"/>
                <a:gd name="T72" fmla="*/ 0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0" y="424"/>
                  </a:moveTo>
                  <a:lnTo>
                    <a:pt x="0" y="424"/>
                  </a:lnTo>
                  <a:lnTo>
                    <a:pt x="26" y="422"/>
                  </a:lnTo>
                  <a:lnTo>
                    <a:pt x="51" y="416"/>
                  </a:lnTo>
                  <a:lnTo>
                    <a:pt x="75" y="406"/>
                  </a:lnTo>
                  <a:lnTo>
                    <a:pt x="96" y="390"/>
                  </a:lnTo>
                  <a:lnTo>
                    <a:pt x="119" y="373"/>
                  </a:lnTo>
                  <a:lnTo>
                    <a:pt x="139" y="351"/>
                  </a:lnTo>
                  <a:lnTo>
                    <a:pt x="157" y="326"/>
                  </a:lnTo>
                  <a:lnTo>
                    <a:pt x="175" y="299"/>
                  </a:lnTo>
                  <a:lnTo>
                    <a:pt x="191" y="269"/>
                  </a:lnTo>
                  <a:lnTo>
                    <a:pt x="205" y="236"/>
                  </a:lnTo>
                  <a:lnTo>
                    <a:pt x="217" y="202"/>
                  </a:lnTo>
                  <a:lnTo>
                    <a:pt x="228" y="163"/>
                  </a:lnTo>
                  <a:lnTo>
                    <a:pt x="236" y="125"/>
                  </a:lnTo>
                  <a:lnTo>
                    <a:pt x="242" y="86"/>
                  </a:lnTo>
                  <a:lnTo>
                    <a:pt x="245" y="42"/>
                  </a:lnTo>
                  <a:lnTo>
                    <a:pt x="246" y="0"/>
                  </a:lnTo>
                  <a:lnTo>
                    <a:pt x="235" y="0"/>
                  </a:lnTo>
                  <a:lnTo>
                    <a:pt x="233" y="42"/>
                  </a:lnTo>
                  <a:lnTo>
                    <a:pt x="230" y="83"/>
                  </a:lnTo>
                  <a:lnTo>
                    <a:pt x="224" y="123"/>
                  </a:lnTo>
                  <a:lnTo>
                    <a:pt x="216" y="161"/>
                  </a:lnTo>
                  <a:lnTo>
                    <a:pt x="205" y="197"/>
                  </a:lnTo>
                  <a:lnTo>
                    <a:pt x="194" y="231"/>
                  </a:lnTo>
                  <a:lnTo>
                    <a:pt x="180" y="264"/>
                  </a:lnTo>
                  <a:lnTo>
                    <a:pt x="166" y="292"/>
                  </a:lnTo>
                  <a:lnTo>
                    <a:pt x="148" y="319"/>
                  </a:lnTo>
                  <a:lnTo>
                    <a:pt x="129" y="344"/>
                  </a:lnTo>
                  <a:lnTo>
                    <a:pt x="109" y="364"/>
                  </a:lnTo>
                  <a:lnTo>
                    <a:pt x="89" y="381"/>
                  </a:lnTo>
                  <a:lnTo>
                    <a:pt x="68" y="394"/>
                  </a:lnTo>
                  <a:lnTo>
                    <a:pt x="46" y="405"/>
                  </a:lnTo>
                  <a:lnTo>
                    <a:pt x="24" y="410"/>
                  </a:lnTo>
                  <a:lnTo>
                    <a:pt x="0" y="413"/>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7689" name="Freeform 69"/>
            <p:cNvSpPr>
              <a:spLocks/>
            </p:cNvSpPr>
            <p:nvPr/>
          </p:nvSpPr>
          <p:spPr bwMode="auto">
            <a:xfrm>
              <a:off x="1343" y="2203"/>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2" y="42"/>
                  </a:lnTo>
                  <a:lnTo>
                    <a:pt x="5" y="86"/>
                  </a:lnTo>
                  <a:lnTo>
                    <a:pt x="11" y="125"/>
                  </a:lnTo>
                  <a:lnTo>
                    <a:pt x="19" y="163"/>
                  </a:lnTo>
                  <a:lnTo>
                    <a:pt x="30" y="202"/>
                  </a:lnTo>
                  <a:lnTo>
                    <a:pt x="41" y="236"/>
                  </a:lnTo>
                  <a:lnTo>
                    <a:pt x="56" y="269"/>
                  </a:lnTo>
                  <a:lnTo>
                    <a:pt x="72" y="299"/>
                  </a:lnTo>
                  <a:lnTo>
                    <a:pt x="90" y="326"/>
                  </a:lnTo>
                  <a:lnTo>
                    <a:pt x="108" y="351"/>
                  </a:lnTo>
                  <a:lnTo>
                    <a:pt x="127" y="373"/>
                  </a:lnTo>
                  <a:lnTo>
                    <a:pt x="149" y="390"/>
                  </a:lnTo>
                  <a:lnTo>
                    <a:pt x="172" y="406"/>
                  </a:lnTo>
                  <a:lnTo>
                    <a:pt x="195" y="416"/>
                  </a:lnTo>
                  <a:lnTo>
                    <a:pt x="220" y="422"/>
                  </a:lnTo>
                  <a:lnTo>
                    <a:pt x="245" y="424"/>
                  </a:lnTo>
                  <a:lnTo>
                    <a:pt x="245" y="413"/>
                  </a:lnTo>
                  <a:lnTo>
                    <a:pt x="222" y="410"/>
                  </a:lnTo>
                  <a:lnTo>
                    <a:pt x="200" y="405"/>
                  </a:lnTo>
                  <a:lnTo>
                    <a:pt x="179" y="394"/>
                  </a:lnTo>
                  <a:lnTo>
                    <a:pt x="156" y="381"/>
                  </a:lnTo>
                  <a:lnTo>
                    <a:pt x="136" y="364"/>
                  </a:lnTo>
                  <a:lnTo>
                    <a:pt x="118" y="344"/>
                  </a:lnTo>
                  <a:lnTo>
                    <a:pt x="99" y="319"/>
                  </a:lnTo>
                  <a:lnTo>
                    <a:pt x="81" y="292"/>
                  </a:lnTo>
                  <a:lnTo>
                    <a:pt x="67" y="264"/>
                  </a:lnTo>
                  <a:lnTo>
                    <a:pt x="53" y="231"/>
                  </a:lnTo>
                  <a:lnTo>
                    <a:pt x="41" y="197"/>
                  </a:lnTo>
                  <a:lnTo>
                    <a:pt x="31" y="161"/>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7690" name="Freeform 70"/>
            <p:cNvSpPr>
              <a:spLocks/>
            </p:cNvSpPr>
            <p:nvPr/>
          </p:nvSpPr>
          <p:spPr bwMode="auto">
            <a:xfrm>
              <a:off x="1343" y="2118"/>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1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20" y="3"/>
                  </a:lnTo>
                  <a:lnTo>
                    <a:pt x="195" y="9"/>
                  </a:lnTo>
                  <a:lnTo>
                    <a:pt x="172" y="19"/>
                  </a:lnTo>
                  <a:lnTo>
                    <a:pt x="149" y="34"/>
                  </a:lnTo>
                  <a:lnTo>
                    <a:pt x="127" y="53"/>
                  </a:lnTo>
                  <a:lnTo>
                    <a:pt x="108" y="75"/>
                  </a:lnTo>
                  <a:lnTo>
                    <a:pt x="90" y="99"/>
                  </a:lnTo>
                  <a:lnTo>
                    <a:pt x="71" y="126"/>
                  </a:lnTo>
                  <a:lnTo>
                    <a:pt x="56" y="158"/>
                  </a:lnTo>
                  <a:lnTo>
                    <a:pt x="41" y="190"/>
                  </a:lnTo>
                  <a:lnTo>
                    <a:pt x="30" y="224"/>
                  </a:lnTo>
                  <a:lnTo>
                    <a:pt x="19" y="262"/>
                  </a:lnTo>
                  <a:lnTo>
                    <a:pt x="11" y="301"/>
                  </a:lnTo>
                  <a:lnTo>
                    <a:pt x="5" y="340"/>
                  </a:lnTo>
                  <a:lnTo>
                    <a:pt x="2" y="384"/>
                  </a:lnTo>
                  <a:lnTo>
                    <a:pt x="0" y="426"/>
                  </a:lnTo>
                  <a:lnTo>
                    <a:pt x="12" y="426"/>
                  </a:lnTo>
                  <a:lnTo>
                    <a:pt x="13" y="384"/>
                  </a:lnTo>
                  <a:lnTo>
                    <a:pt x="17" y="343"/>
                  </a:lnTo>
                  <a:lnTo>
                    <a:pt x="23" y="303"/>
                  </a:lnTo>
                  <a:lnTo>
                    <a:pt x="31" y="264"/>
                  </a:lnTo>
                  <a:lnTo>
                    <a:pt x="41" y="229"/>
                  </a:lnTo>
                  <a:lnTo>
                    <a:pt x="53" y="195"/>
                  </a:lnTo>
                  <a:lnTo>
                    <a:pt x="67" y="162"/>
                  </a:lnTo>
                  <a:lnTo>
                    <a:pt x="82" y="133"/>
                  </a:lnTo>
                  <a:lnTo>
                    <a:pt x="99" y="106"/>
                  </a:lnTo>
                  <a:lnTo>
                    <a:pt x="118" y="83"/>
                  </a:lnTo>
                  <a:lnTo>
                    <a:pt x="136" y="63"/>
                  </a:lnTo>
                  <a:lnTo>
                    <a:pt x="156" y="44"/>
                  </a:lnTo>
                  <a:lnTo>
                    <a:pt x="179" y="31"/>
                  </a:lnTo>
                  <a:lnTo>
                    <a:pt x="200" y="20"/>
                  </a:lnTo>
                  <a:lnTo>
                    <a:pt x="222" y="15"/>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7691" name="Freeform 71"/>
            <p:cNvSpPr>
              <a:spLocks/>
            </p:cNvSpPr>
            <p:nvPr/>
          </p:nvSpPr>
          <p:spPr bwMode="auto">
            <a:xfrm>
              <a:off x="1384" y="1859"/>
              <a:ext cx="49" cy="84"/>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1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3" y="382"/>
                  </a:lnTo>
                  <a:lnTo>
                    <a:pt x="240" y="339"/>
                  </a:lnTo>
                  <a:lnTo>
                    <a:pt x="234" y="299"/>
                  </a:lnTo>
                  <a:lnTo>
                    <a:pt x="226" y="261"/>
                  </a:lnTo>
                  <a:lnTo>
                    <a:pt x="215" y="222"/>
                  </a:lnTo>
                  <a:lnTo>
                    <a:pt x="204" y="188"/>
                  </a:lnTo>
                  <a:lnTo>
                    <a:pt x="189" y="156"/>
                  </a:lnTo>
                  <a:lnTo>
                    <a:pt x="173" y="125"/>
                  </a:lnTo>
                  <a:lnTo>
                    <a:pt x="155" y="98"/>
                  </a:lnTo>
                  <a:lnTo>
                    <a:pt x="138" y="74"/>
                  </a:lnTo>
                  <a:lnTo>
                    <a:pt x="118" y="51"/>
                  </a:lnTo>
                  <a:lnTo>
                    <a:pt x="96" y="34"/>
                  </a:lnTo>
                  <a:lnTo>
                    <a:pt x="73" y="18"/>
                  </a:lnTo>
                  <a:lnTo>
                    <a:pt x="50" y="8"/>
                  </a:lnTo>
                  <a:lnTo>
                    <a:pt x="25" y="2"/>
                  </a:lnTo>
                  <a:lnTo>
                    <a:pt x="0" y="0"/>
                  </a:lnTo>
                  <a:lnTo>
                    <a:pt x="0" y="11"/>
                  </a:lnTo>
                  <a:lnTo>
                    <a:pt x="23" y="14"/>
                  </a:lnTo>
                  <a:lnTo>
                    <a:pt x="45" y="20"/>
                  </a:lnTo>
                  <a:lnTo>
                    <a:pt x="66" y="30"/>
                  </a:lnTo>
                  <a:lnTo>
                    <a:pt x="89" y="43"/>
                  </a:lnTo>
                  <a:lnTo>
                    <a:pt x="109" y="61"/>
                  </a:lnTo>
                  <a:lnTo>
                    <a:pt x="129" y="81"/>
                  </a:lnTo>
                  <a:lnTo>
                    <a:pt x="146" y="105"/>
                  </a:lnTo>
                  <a:lnTo>
                    <a:pt x="164" y="132"/>
                  </a:lnTo>
                  <a:lnTo>
                    <a:pt x="178" y="160"/>
                  </a:lnTo>
                  <a:lnTo>
                    <a:pt x="192" y="193"/>
                  </a:lnTo>
                  <a:lnTo>
                    <a:pt x="204" y="227"/>
                  </a:lnTo>
                  <a:lnTo>
                    <a:pt x="214" y="264"/>
                  </a:lnTo>
                  <a:lnTo>
                    <a:pt x="222" y="301"/>
                  </a:lnTo>
                  <a:lnTo>
                    <a:pt x="228"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7692" name="Freeform 72"/>
            <p:cNvSpPr>
              <a:spLocks/>
            </p:cNvSpPr>
            <p:nvPr/>
          </p:nvSpPr>
          <p:spPr bwMode="auto">
            <a:xfrm>
              <a:off x="1384" y="1943"/>
              <a:ext cx="49" cy="86"/>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5" y="423"/>
                  </a:lnTo>
                  <a:lnTo>
                    <a:pt x="50" y="418"/>
                  </a:lnTo>
                  <a:lnTo>
                    <a:pt x="73" y="407"/>
                  </a:lnTo>
                  <a:lnTo>
                    <a:pt x="96" y="392"/>
                  </a:lnTo>
                  <a:lnTo>
                    <a:pt x="118" y="374"/>
                  </a:lnTo>
                  <a:lnTo>
                    <a:pt x="138" y="352"/>
                  </a:lnTo>
                  <a:lnTo>
                    <a:pt x="155" y="327"/>
                  </a:lnTo>
                  <a:lnTo>
                    <a:pt x="174" y="300"/>
                  </a:lnTo>
                  <a:lnTo>
                    <a:pt x="189" y="269"/>
                  </a:lnTo>
                  <a:lnTo>
                    <a:pt x="204" y="237"/>
                  </a:lnTo>
                  <a:lnTo>
                    <a:pt x="215" y="202"/>
                  </a:lnTo>
                  <a:lnTo>
                    <a:pt x="226" y="164"/>
                  </a:lnTo>
                  <a:lnTo>
                    <a:pt x="234" y="126"/>
                  </a:lnTo>
                  <a:lnTo>
                    <a:pt x="240" y="86"/>
                  </a:lnTo>
                  <a:lnTo>
                    <a:pt x="243" y="42"/>
                  </a:lnTo>
                  <a:lnTo>
                    <a:pt x="245" y="0"/>
                  </a:lnTo>
                  <a:lnTo>
                    <a:pt x="233" y="0"/>
                  </a:lnTo>
                  <a:lnTo>
                    <a:pt x="232" y="42"/>
                  </a:lnTo>
                  <a:lnTo>
                    <a:pt x="228" y="83"/>
                  </a:lnTo>
                  <a:lnTo>
                    <a:pt x="222" y="123"/>
                  </a:lnTo>
                  <a:lnTo>
                    <a:pt x="214" y="162"/>
                  </a:lnTo>
                  <a:lnTo>
                    <a:pt x="204" y="197"/>
                  </a:lnTo>
                  <a:lnTo>
                    <a:pt x="192" y="232"/>
                  </a:lnTo>
                  <a:lnTo>
                    <a:pt x="178" y="264"/>
                  </a:lnTo>
                  <a:lnTo>
                    <a:pt x="163" y="293"/>
                  </a:lnTo>
                  <a:lnTo>
                    <a:pt x="146" y="320"/>
                  </a:lnTo>
                  <a:lnTo>
                    <a:pt x="129" y="345"/>
                  </a:lnTo>
                  <a:lnTo>
                    <a:pt x="109" y="365"/>
                  </a:lnTo>
                  <a:lnTo>
                    <a:pt x="89" y="382"/>
                  </a:lnTo>
                  <a:lnTo>
                    <a:pt x="66" y="395"/>
                  </a:lnTo>
                  <a:lnTo>
                    <a:pt x="45" y="406"/>
                  </a:lnTo>
                  <a:lnTo>
                    <a:pt x="23"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7693" name="Freeform 73"/>
            <p:cNvSpPr>
              <a:spLocks/>
            </p:cNvSpPr>
            <p:nvPr/>
          </p:nvSpPr>
          <p:spPr bwMode="auto">
            <a:xfrm>
              <a:off x="1335" y="1943"/>
              <a:ext cx="49" cy="86"/>
            </a:xfrm>
            <a:custGeom>
              <a:avLst/>
              <a:gdLst>
                <a:gd name="T0" fmla="*/ 0 w 246"/>
                <a:gd name="T1" fmla="*/ 0 h 426"/>
                <a:gd name="T2" fmla="*/ 0 w 246"/>
                <a:gd name="T3" fmla="*/ 0 h 426"/>
                <a:gd name="T4" fmla="*/ 0 w 246"/>
                <a:gd name="T5" fmla="*/ 0 h 426"/>
                <a:gd name="T6" fmla="*/ 0 w 246"/>
                <a:gd name="T7" fmla="*/ 1 h 426"/>
                <a:gd name="T8" fmla="*/ 0 w 246"/>
                <a:gd name="T9" fmla="*/ 1 h 426"/>
                <a:gd name="T10" fmla="*/ 0 w 246"/>
                <a:gd name="T11" fmla="*/ 1 h 426"/>
                <a:gd name="T12" fmla="*/ 0 w 246"/>
                <a:gd name="T13" fmla="*/ 2 h 426"/>
                <a:gd name="T14" fmla="*/ 0 w 246"/>
                <a:gd name="T15" fmla="*/ 2 h 426"/>
                <a:gd name="T16" fmla="*/ 0 w 246"/>
                <a:gd name="T17" fmla="*/ 2 h 426"/>
                <a:gd name="T18" fmla="*/ 1 w 246"/>
                <a:gd name="T19" fmla="*/ 2 h 426"/>
                <a:gd name="T20" fmla="*/ 1 w 246"/>
                <a:gd name="T21" fmla="*/ 3 h 426"/>
                <a:gd name="T22" fmla="*/ 1 w 246"/>
                <a:gd name="T23" fmla="*/ 3 h 426"/>
                <a:gd name="T24" fmla="*/ 1 w 246"/>
                <a:gd name="T25" fmla="*/ 3 h 426"/>
                <a:gd name="T26" fmla="*/ 1 w 246"/>
                <a:gd name="T27" fmla="*/ 3 h 426"/>
                <a:gd name="T28" fmla="*/ 1 w 246"/>
                <a:gd name="T29" fmla="*/ 3 h 426"/>
                <a:gd name="T30" fmla="*/ 2 w 246"/>
                <a:gd name="T31" fmla="*/ 3 h 426"/>
                <a:gd name="T32" fmla="*/ 2 w 246"/>
                <a:gd name="T33" fmla="*/ 3 h 426"/>
                <a:gd name="T34" fmla="*/ 2 w 246"/>
                <a:gd name="T35" fmla="*/ 3 h 426"/>
                <a:gd name="T36" fmla="*/ 2 w 246"/>
                <a:gd name="T37" fmla="*/ 3 h 426"/>
                <a:gd name="T38" fmla="*/ 2 w 246"/>
                <a:gd name="T39" fmla="*/ 3 h 426"/>
                <a:gd name="T40" fmla="*/ 2 w 246"/>
                <a:gd name="T41" fmla="*/ 3 h 426"/>
                <a:gd name="T42" fmla="*/ 1 w 246"/>
                <a:gd name="T43" fmla="*/ 3 h 426"/>
                <a:gd name="T44" fmla="*/ 1 w 246"/>
                <a:gd name="T45" fmla="*/ 3 h 426"/>
                <a:gd name="T46" fmla="*/ 1 w 246"/>
                <a:gd name="T47" fmla="*/ 3 h 426"/>
                <a:gd name="T48" fmla="*/ 1 w 246"/>
                <a:gd name="T49" fmla="*/ 3 h 426"/>
                <a:gd name="T50" fmla="*/ 1 w 246"/>
                <a:gd name="T51" fmla="*/ 3 h 426"/>
                <a:gd name="T52" fmla="*/ 1 w 246"/>
                <a:gd name="T53" fmla="*/ 2 h 426"/>
                <a:gd name="T54" fmla="*/ 1 w 246"/>
                <a:gd name="T55" fmla="*/ 2 h 426"/>
                <a:gd name="T56" fmla="*/ 0 w 246"/>
                <a:gd name="T57" fmla="*/ 2 h 426"/>
                <a:gd name="T58" fmla="*/ 0 w 246"/>
                <a:gd name="T59" fmla="*/ 2 h 426"/>
                <a:gd name="T60" fmla="*/ 0 w 246"/>
                <a:gd name="T61" fmla="*/ 1 h 426"/>
                <a:gd name="T62" fmla="*/ 0 w 246"/>
                <a:gd name="T63" fmla="*/ 1 h 426"/>
                <a:gd name="T64" fmla="*/ 0 w 246"/>
                <a:gd name="T65" fmla="*/ 1 h 426"/>
                <a:gd name="T66" fmla="*/ 0 w 246"/>
                <a:gd name="T67" fmla="*/ 0 h 426"/>
                <a:gd name="T68" fmla="*/ 0 w 246"/>
                <a:gd name="T69" fmla="*/ 0 h 426"/>
                <a:gd name="T70" fmla="*/ 0 w 246"/>
                <a:gd name="T71" fmla="*/ 0 h 426"/>
                <a:gd name="T72" fmla="*/ 0 w 246"/>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0"/>
                  </a:moveTo>
                  <a:lnTo>
                    <a:pt x="0" y="0"/>
                  </a:lnTo>
                  <a:lnTo>
                    <a:pt x="1" y="42"/>
                  </a:lnTo>
                  <a:lnTo>
                    <a:pt x="4" y="86"/>
                  </a:lnTo>
                  <a:lnTo>
                    <a:pt x="10" y="126"/>
                  </a:lnTo>
                  <a:lnTo>
                    <a:pt x="18" y="164"/>
                  </a:lnTo>
                  <a:lnTo>
                    <a:pt x="29" y="202"/>
                  </a:lnTo>
                  <a:lnTo>
                    <a:pt x="41" y="237"/>
                  </a:lnTo>
                  <a:lnTo>
                    <a:pt x="55" y="269"/>
                  </a:lnTo>
                  <a:lnTo>
                    <a:pt x="71" y="300"/>
                  </a:lnTo>
                  <a:lnTo>
                    <a:pt x="89" y="327"/>
                  </a:lnTo>
                  <a:lnTo>
                    <a:pt x="107" y="352"/>
                  </a:lnTo>
                  <a:lnTo>
                    <a:pt x="127" y="374"/>
                  </a:lnTo>
                  <a:lnTo>
                    <a:pt x="150" y="392"/>
                  </a:lnTo>
                  <a:lnTo>
                    <a:pt x="171" y="407"/>
                  </a:lnTo>
                  <a:lnTo>
                    <a:pt x="195" y="418"/>
                  </a:lnTo>
                  <a:lnTo>
                    <a:pt x="220" y="423"/>
                  </a:lnTo>
                  <a:lnTo>
                    <a:pt x="246" y="426"/>
                  </a:lnTo>
                  <a:lnTo>
                    <a:pt x="246" y="414"/>
                  </a:lnTo>
                  <a:lnTo>
                    <a:pt x="222" y="412"/>
                  </a:lnTo>
                  <a:lnTo>
                    <a:pt x="200" y="406"/>
                  </a:lnTo>
                  <a:lnTo>
                    <a:pt x="178" y="395"/>
                  </a:lnTo>
                  <a:lnTo>
                    <a:pt x="157" y="382"/>
                  </a:lnTo>
                  <a:lnTo>
                    <a:pt x="137" y="365"/>
                  </a:lnTo>
                  <a:lnTo>
                    <a:pt x="117" y="345"/>
                  </a:lnTo>
                  <a:lnTo>
                    <a:pt x="98" y="320"/>
                  </a:lnTo>
                  <a:lnTo>
                    <a:pt x="83" y="293"/>
                  </a:lnTo>
                  <a:lnTo>
                    <a:pt x="66" y="264"/>
                  </a:lnTo>
                  <a:lnTo>
                    <a:pt x="52" y="232"/>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7694" name="Freeform 74"/>
            <p:cNvSpPr>
              <a:spLocks/>
            </p:cNvSpPr>
            <p:nvPr/>
          </p:nvSpPr>
          <p:spPr bwMode="auto">
            <a:xfrm>
              <a:off x="1335" y="1859"/>
              <a:ext cx="49" cy="84"/>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1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0" y="2"/>
                  </a:lnTo>
                  <a:lnTo>
                    <a:pt x="195" y="8"/>
                  </a:lnTo>
                  <a:lnTo>
                    <a:pt x="171" y="18"/>
                  </a:lnTo>
                  <a:lnTo>
                    <a:pt x="150" y="34"/>
                  </a:lnTo>
                  <a:lnTo>
                    <a:pt x="127" y="51"/>
                  </a:lnTo>
                  <a:lnTo>
                    <a:pt x="107" y="74"/>
                  </a:lnTo>
                  <a:lnTo>
                    <a:pt x="89" y="98"/>
                  </a:lnTo>
                  <a:lnTo>
                    <a:pt x="72" y="125"/>
                  </a:lnTo>
                  <a:lnTo>
                    <a:pt x="55" y="156"/>
                  </a:lnTo>
                  <a:lnTo>
                    <a:pt x="41" y="188"/>
                  </a:lnTo>
                  <a:lnTo>
                    <a:pt x="29" y="222"/>
                  </a:lnTo>
                  <a:lnTo>
                    <a:pt x="18" y="261"/>
                  </a:lnTo>
                  <a:lnTo>
                    <a:pt x="10" y="299"/>
                  </a:lnTo>
                  <a:lnTo>
                    <a:pt x="4" y="339"/>
                  </a:lnTo>
                  <a:lnTo>
                    <a:pt x="1" y="382"/>
                  </a:lnTo>
                  <a:lnTo>
                    <a:pt x="0" y="424"/>
                  </a:lnTo>
                  <a:lnTo>
                    <a:pt x="11" y="424"/>
                  </a:lnTo>
                  <a:lnTo>
                    <a:pt x="13" y="382"/>
                  </a:lnTo>
                  <a:lnTo>
                    <a:pt x="16" y="341"/>
                  </a:lnTo>
                  <a:lnTo>
                    <a:pt x="22" y="301"/>
                  </a:lnTo>
                  <a:lnTo>
                    <a:pt x="30" y="264"/>
                  </a:lnTo>
                  <a:lnTo>
                    <a:pt x="41" y="227"/>
                  </a:lnTo>
                  <a:lnTo>
                    <a:pt x="52" y="193"/>
                  </a:lnTo>
                  <a:lnTo>
                    <a:pt x="66" y="160"/>
                  </a:lnTo>
                  <a:lnTo>
                    <a:pt x="82" y="132"/>
                  </a:lnTo>
                  <a:lnTo>
                    <a:pt x="98" y="105"/>
                  </a:lnTo>
                  <a:lnTo>
                    <a:pt x="117" y="81"/>
                  </a:lnTo>
                  <a:lnTo>
                    <a:pt x="137" y="61"/>
                  </a:lnTo>
                  <a:lnTo>
                    <a:pt x="157" y="43"/>
                  </a:lnTo>
                  <a:lnTo>
                    <a:pt x="178" y="30"/>
                  </a:lnTo>
                  <a:lnTo>
                    <a:pt x="200" y="20"/>
                  </a:lnTo>
                  <a:lnTo>
                    <a:pt x="222" y="14"/>
                  </a:lnTo>
                  <a:lnTo>
                    <a:pt x="246" y="11"/>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7695" name="Freeform 75"/>
            <p:cNvSpPr>
              <a:spLocks/>
            </p:cNvSpPr>
            <p:nvPr/>
          </p:nvSpPr>
          <p:spPr bwMode="auto">
            <a:xfrm>
              <a:off x="1552" y="1751"/>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1" y="339"/>
                  </a:lnTo>
                  <a:lnTo>
                    <a:pt x="235" y="299"/>
                  </a:lnTo>
                  <a:lnTo>
                    <a:pt x="226" y="261"/>
                  </a:lnTo>
                  <a:lnTo>
                    <a:pt x="216" y="223"/>
                  </a:lnTo>
                  <a:lnTo>
                    <a:pt x="204" y="189"/>
                  </a:lnTo>
                  <a:lnTo>
                    <a:pt x="190" y="156"/>
                  </a:lnTo>
                  <a:lnTo>
                    <a:pt x="174" y="125"/>
                  </a:lnTo>
                  <a:lnTo>
                    <a:pt x="156" y="98"/>
                  </a:lnTo>
                  <a:lnTo>
                    <a:pt x="137" y="74"/>
                  </a:lnTo>
                  <a:lnTo>
                    <a:pt x="119" y="52"/>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8" y="81"/>
                  </a:lnTo>
                  <a:lnTo>
                    <a:pt x="147" y="105"/>
                  </a:lnTo>
                  <a:lnTo>
                    <a:pt x="164" y="132"/>
                  </a:lnTo>
                  <a:lnTo>
                    <a:pt x="178" y="161"/>
                  </a:lnTo>
                  <a:lnTo>
                    <a:pt x="193" y="193"/>
                  </a:lnTo>
                  <a:lnTo>
                    <a:pt x="204" y="227"/>
                  </a:lnTo>
                  <a:lnTo>
                    <a:pt x="215" y="264"/>
                  </a:lnTo>
                  <a:lnTo>
                    <a:pt x="223" y="301"/>
                  </a:lnTo>
                  <a:lnTo>
                    <a:pt x="229" y="341"/>
                  </a:lnTo>
                  <a:lnTo>
                    <a:pt x="232" y="382"/>
                  </a:lnTo>
                  <a:lnTo>
                    <a:pt x="234"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7696" name="Freeform 76"/>
            <p:cNvSpPr>
              <a:spLocks/>
            </p:cNvSpPr>
            <p:nvPr/>
          </p:nvSpPr>
          <p:spPr bwMode="auto">
            <a:xfrm>
              <a:off x="1552" y="1836"/>
              <a:ext cx="49" cy="85"/>
            </a:xfrm>
            <a:custGeom>
              <a:avLst/>
              <a:gdLst>
                <a:gd name="T0" fmla="*/ 0 w 245"/>
                <a:gd name="T1" fmla="*/ 3 h 425"/>
                <a:gd name="T2" fmla="*/ 0 w 245"/>
                <a:gd name="T3" fmla="*/ 3 h 425"/>
                <a:gd name="T4" fmla="*/ 0 w 245"/>
                <a:gd name="T5" fmla="*/ 3 h 425"/>
                <a:gd name="T6" fmla="*/ 0 w 245"/>
                <a:gd name="T7" fmla="*/ 3 h 425"/>
                <a:gd name="T8" fmla="*/ 1 w 245"/>
                <a:gd name="T9" fmla="*/ 3 h 425"/>
                <a:gd name="T10" fmla="*/ 1 w 245"/>
                <a:gd name="T11" fmla="*/ 3 h 425"/>
                <a:gd name="T12" fmla="*/ 1 w 245"/>
                <a:gd name="T13" fmla="*/ 3 h 425"/>
                <a:gd name="T14" fmla="*/ 1 w 245"/>
                <a:gd name="T15" fmla="*/ 3 h 425"/>
                <a:gd name="T16" fmla="*/ 1 w 245"/>
                <a:gd name="T17" fmla="*/ 3 h 425"/>
                <a:gd name="T18" fmla="*/ 1 w 245"/>
                <a:gd name="T19" fmla="*/ 2 h 425"/>
                <a:gd name="T20" fmla="*/ 2 w 245"/>
                <a:gd name="T21" fmla="*/ 2 h 425"/>
                <a:gd name="T22" fmla="*/ 2 w 245"/>
                <a:gd name="T23" fmla="*/ 2 h 425"/>
                <a:gd name="T24" fmla="*/ 2 w 245"/>
                <a:gd name="T25" fmla="*/ 2 h 425"/>
                <a:gd name="T26" fmla="*/ 2 w 245"/>
                <a:gd name="T27" fmla="*/ 1 h 425"/>
                <a:gd name="T28" fmla="*/ 2 w 245"/>
                <a:gd name="T29" fmla="*/ 1 h 425"/>
                <a:gd name="T30" fmla="*/ 2 w 245"/>
                <a:gd name="T31" fmla="*/ 1 h 425"/>
                <a:gd name="T32" fmla="*/ 2 w 245"/>
                <a:gd name="T33" fmla="*/ 0 h 425"/>
                <a:gd name="T34" fmla="*/ 2 w 245"/>
                <a:gd name="T35" fmla="*/ 0 h 425"/>
                <a:gd name="T36" fmla="*/ 2 w 245"/>
                <a:gd name="T37" fmla="*/ 0 h 425"/>
                <a:gd name="T38" fmla="*/ 2 w 245"/>
                <a:gd name="T39" fmla="*/ 0 h 425"/>
                <a:gd name="T40" fmla="*/ 2 w 245"/>
                <a:gd name="T41" fmla="*/ 1 h 425"/>
                <a:gd name="T42" fmla="*/ 2 w 245"/>
                <a:gd name="T43" fmla="*/ 1 h 425"/>
                <a:gd name="T44" fmla="*/ 2 w 245"/>
                <a:gd name="T45" fmla="*/ 1 h 425"/>
                <a:gd name="T46" fmla="*/ 2 w 245"/>
                <a:gd name="T47" fmla="*/ 2 h 425"/>
                <a:gd name="T48" fmla="*/ 2 w 245"/>
                <a:gd name="T49" fmla="*/ 2 h 425"/>
                <a:gd name="T50" fmla="*/ 1 w 245"/>
                <a:gd name="T51" fmla="*/ 2 h 425"/>
                <a:gd name="T52" fmla="*/ 1 w 245"/>
                <a:gd name="T53" fmla="*/ 2 h 425"/>
                <a:gd name="T54" fmla="*/ 1 w 245"/>
                <a:gd name="T55" fmla="*/ 3 h 425"/>
                <a:gd name="T56" fmla="*/ 1 w 245"/>
                <a:gd name="T57" fmla="*/ 3 h 425"/>
                <a:gd name="T58" fmla="*/ 1 w 245"/>
                <a:gd name="T59" fmla="*/ 3 h 425"/>
                <a:gd name="T60" fmla="*/ 1 w 245"/>
                <a:gd name="T61" fmla="*/ 3 h 425"/>
                <a:gd name="T62" fmla="*/ 1 w 245"/>
                <a:gd name="T63" fmla="*/ 3 h 425"/>
                <a:gd name="T64" fmla="*/ 0 w 245"/>
                <a:gd name="T65" fmla="*/ 3 h 425"/>
                <a:gd name="T66" fmla="*/ 0 w 245"/>
                <a:gd name="T67" fmla="*/ 3 h 425"/>
                <a:gd name="T68" fmla="*/ 0 w 245"/>
                <a:gd name="T69" fmla="*/ 3 h 425"/>
                <a:gd name="T70" fmla="*/ 0 w 245"/>
                <a:gd name="T71" fmla="*/ 3 h 425"/>
                <a:gd name="T72" fmla="*/ 0 w 245"/>
                <a:gd name="T73" fmla="*/ 3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5"/>
                <a:gd name="T113" fmla="*/ 245 w 245"/>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5">
                  <a:moveTo>
                    <a:pt x="0" y="425"/>
                  </a:moveTo>
                  <a:lnTo>
                    <a:pt x="0" y="425"/>
                  </a:lnTo>
                  <a:lnTo>
                    <a:pt x="26" y="422"/>
                  </a:lnTo>
                  <a:lnTo>
                    <a:pt x="51" y="417"/>
                  </a:lnTo>
                  <a:lnTo>
                    <a:pt x="74" y="406"/>
                  </a:lnTo>
                  <a:lnTo>
                    <a:pt x="96" y="391"/>
                  </a:lnTo>
                  <a:lnTo>
                    <a:pt x="119" y="373"/>
                  </a:lnTo>
                  <a:lnTo>
                    <a:pt x="137" y="351"/>
                  </a:lnTo>
                  <a:lnTo>
                    <a:pt x="156" y="326"/>
                  </a:lnTo>
                  <a:lnTo>
                    <a:pt x="174" y="299"/>
                  </a:lnTo>
                  <a:lnTo>
                    <a:pt x="190" y="269"/>
                  </a:lnTo>
                  <a:lnTo>
                    <a:pt x="204" y="236"/>
                  </a:lnTo>
                  <a:lnTo>
                    <a:pt x="216" y="202"/>
                  </a:lnTo>
                  <a:lnTo>
                    <a:pt x="226" y="163"/>
                  </a:lnTo>
                  <a:lnTo>
                    <a:pt x="235" y="126"/>
                  </a:lnTo>
                  <a:lnTo>
                    <a:pt x="241" y="86"/>
                  </a:lnTo>
                  <a:lnTo>
                    <a:pt x="244" y="43"/>
                  </a:lnTo>
                  <a:lnTo>
                    <a:pt x="245" y="0"/>
                  </a:lnTo>
                  <a:lnTo>
                    <a:pt x="234" y="0"/>
                  </a:lnTo>
                  <a:lnTo>
                    <a:pt x="232" y="43"/>
                  </a:lnTo>
                  <a:lnTo>
                    <a:pt x="229" y="84"/>
                  </a:lnTo>
                  <a:lnTo>
                    <a:pt x="223" y="123"/>
                  </a:lnTo>
                  <a:lnTo>
                    <a:pt x="215" y="161"/>
                  </a:lnTo>
                  <a:lnTo>
                    <a:pt x="204" y="197"/>
                  </a:lnTo>
                  <a:lnTo>
                    <a:pt x="193" y="231"/>
                  </a:lnTo>
                  <a:lnTo>
                    <a:pt x="178" y="264"/>
                  </a:lnTo>
                  <a:lnTo>
                    <a:pt x="164" y="292"/>
                  </a:lnTo>
                  <a:lnTo>
                    <a:pt x="147" y="319"/>
                  </a:lnTo>
                  <a:lnTo>
                    <a:pt x="128" y="344"/>
                  </a:lnTo>
                  <a:lnTo>
                    <a:pt x="109" y="364"/>
                  </a:lnTo>
                  <a:lnTo>
                    <a:pt x="89" y="381"/>
                  </a:lnTo>
                  <a:lnTo>
                    <a:pt x="67" y="394"/>
                  </a:lnTo>
                  <a:lnTo>
                    <a:pt x="46" y="405"/>
                  </a:lnTo>
                  <a:lnTo>
                    <a:pt x="24" y="411"/>
                  </a:lnTo>
                  <a:lnTo>
                    <a:pt x="0" y="413"/>
                  </a:lnTo>
                  <a:lnTo>
                    <a:pt x="0" y="425"/>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7697" name="Freeform 77"/>
            <p:cNvSpPr>
              <a:spLocks/>
            </p:cNvSpPr>
            <p:nvPr/>
          </p:nvSpPr>
          <p:spPr bwMode="auto">
            <a:xfrm>
              <a:off x="1502" y="1836"/>
              <a:ext cx="50" cy="85"/>
            </a:xfrm>
            <a:custGeom>
              <a:avLst/>
              <a:gdLst>
                <a:gd name="T0" fmla="*/ 0 w 246"/>
                <a:gd name="T1" fmla="*/ 0 h 425"/>
                <a:gd name="T2" fmla="*/ 0 w 246"/>
                <a:gd name="T3" fmla="*/ 0 h 425"/>
                <a:gd name="T4" fmla="*/ 0 w 246"/>
                <a:gd name="T5" fmla="*/ 0 h 425"/>
                <a:gd name="T6" fmla="*/ 0 w 246"/>
                <a:gd name="T7" fmla="*/ 1 h 425"/>
                <a:gd name="T8" fmla="*/ 0 w 246"/>
                <a:gd name="T9" fmla="*/ 1 h 425"/>
                <a:gd name="T10" fmla="*/ 0 w 246"/>
                <a:gd name="T11" fmla="*/ 1 h 425"/>
                <a:gd name="T12" fmla="*/ 0 w 246"/>
                <a:gd name="T13" fmla="*/ 2 h 425"/>
                <a:gd name="T14" fmla="*/ 0 w 246"/>
                <a:gd name="T15" fmla="*/ 2 h 425"/>
                <a:gd name="T16" fmla="*/ 0 w 246"/>
                <a:gd name="T17" fmla="*/ 2 h 425"/>
                <a:gd name="T18" fmla="*/ 1 w 246"/>
                <a:gd name="T19" fmla="*/ 2 h 425"/>
                <a:gd name="T20" fmla="*/ 1 w 246"/>
                <a:gd name="T21" fmla="*/ 3 h 425"/>
                <a:gd name="T22" fmla="*/ 1 w 246"/>
                <a:gd name="T23" fmla="*/ 3 h 425"/>
                <a:gd name="T24" fmla="*/ 1 w 246"/>
                <a:gd name="T25" fmla="*/ 3 h 425"/>
                <a:gd name="T26" fmla="*/ 1 w 246"/>
                <a:gd name="T27" fmla="*/ 3 h 425"/>
                <a:gd name="T28" fmla="*/ 1 w 246"/>
                <a:gd name="T29" fmla="*/ 3 h 425"/>
                <a:gd name="T30" fmla="*/ 2 w 246"/>
                <a:gd name="T31" fmla="*/ 3 h 425"/>
                <a:gd name="T32" fmla="*/ 2 w 246"/>
                <a:gd name="T33" fmla="*/ 3 h 425"/>
                <a:gd name="T34" fmla="*/ 2 w 246"/>
                <a:gd name="T35" fmla="*/ 3 h 425"/>
                <a:gd name="T36" fmla="*/ 2 w 246"/>
                <a:gd name="T37" fmla="*/ 3 h 425"/>
                <a:gd name="T38" fmla="*/ 2 w 246"/>
                <a:gd name="T39" fmla="*/ 3 h 425"/>
                <a:gd name="T40" fmla="*/ 2 w 246"/>
                <a:gd name="T41" fmla="*/ 3 h 425"/>
                <a:gd name="T42" fmla="*/ 1 w 246"/>
                <a:gd name="T43" fmla="*/ 3 h 425"/>
                <a:gd name="T44" fmla="*/ 1 w 246"/>
                <a:gd name="T45" fmla="*/ 3 h 425"/>
                <a:gd name="T46" fmla="*/ 1 w 246"/>
                <a:gd name="T47" fmla="*/ 3 h 425"/>
                <a:gd name="T48" fmla="*/ 1 w 246"/>
                <a:gd name="T49" fmla="*/ 3 h 425"/>
                <a:gd name="T50" fmla="*/ 1 w 246"/>
                <a:gd name="T51" fmla="*/ 3 h 425"/>
                <a:gd name="T52" fmla="*/ 1 w 246"/>
                <a:gd name="T53" fmla="*/ 2 h 425"/>
                <a:gd name="T54" fmla="*/ 1 w 246"/>
                <a:gd name="T55" fmla="*/ 2 h 425"/>
                <a:gd name="T56" fmla="*/ 0 w 246"/>
                <a:gd name="T57" fmla="*/ 2 h 425"/>
                <a:gd name="T58" fmla="*/ 0 w 246"/>
                <a:gd name="T59" fmla="*/ 2 h 425"/>
                <a:gd name="T60" fmla="*/ 0 w 246"/>
                <a:gd name="T61" fmla="*/ 1 h 425"/>
                <a:gd name="T62" fmla="*/ 0 w 246"/>
                <a:gd name="T63" fmla="*/ 1 h 425"/>
                <a:gd name="T64" fmla="*/ 0 w 246"/>
                <a:gd name="T65" fmla="*/ 1 h 425"/>
                <a:gd name="T66" fmla="*/ 0 w 246"/>
                <a:gd name="T67" fmla="*/ 0 h 425"/>
                <a:gd name="T68" fmla="*/ 0 w 246"/>
                <a:gd name="T69" fmla="*/ 0 h 425"/>
                <a:gd name="T70" fmla="*/ 0 w 246"/>
                <a:gd name="T71" fmla="*/ 0 h 425"/>
                <a:gd name="T72" fmla="*/ 0 w 246"/>
                <a:gd name="T73" fmla="*/ 0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5"/>
                <a:gd name="T113" fmla="*/ 246 w 246"/>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5">
                  <a:moveTo>
                    <a:pt x="0" y="0"/>
                  </a:moveTo>
                  <a:lnTo>
                    <a:pt x="0" y="0"/>
                  </a:lnTo>
                  <a:lnTo>
                    <a:pt x="2" y="43"/>
                  </a:lnTo>
                  <a:lnTo>
                    <a:pt x="5" y="86"/>
                  </a:lnTo>
                  <a:lnTo>
                    <a:pt x="11" y="126"/>
                  </a:lnTo>
                  <a:lnTo>
                    <a:pt x="19" y="163"/>
                  </a:lnTo>
                  <a:lnTo>
                    <a:pt x="30" y="202"/>
                  </a:lnTo>
                  <a:lnTo>
                    <a:pt x="41" y="236"/>
                  </a:lnTo>
                  <a:lnTo>
                    <a:pt x="55" y="269"/>
                  </a:lnTo>
                  <a:lnTo>
                    <a:pt x="73" y="299"/>
                  </a:lnTo>
                  <a:lnTo>
                    <a:pt x="89" y="326"/>
                  </a:lnTo>
                  <a:lnTo>
                    <a:pt x="108" y="351"/>
                  </a:lnTo>
                  <a:lnTo>
                    <a:pt x="128" y="373"/>
                  </a:lnTo>
                  <a:lnTo>
                    <a:pt x="150" y="391"/>
                  </a:lnTo>
                  <a:lnTo>
                    <a:pt x="171" y="406"/>
                  </a:lnTo>
                  <a:lnTo>
                    <a:pt x="196" y="417"/>
                  </a:lnTo>
                  <a:lnTo>
                    <a:pt x="221" y="422"/>
                  </a:lnTo>
                  <a:lnTo>
                    <a:pt x="246" y="425"/>
                  </a:lnTo>
                  <a:lnTo>
                    <a:pt x="246" y="413"/>
                  </a:lnTo>
                  <a:lnTo>
                    <a:pt x="223" y="411"/>
                  </a:lnTo>
                  <a:lnTo>
                    <a:pt x="201" y="405"/>
                  </a:lnTo>
                  <a:lnTo>
                    <a:pt x="178" y="394"/>
                  </a:lnTo>
                  <a:lnTo>
                    <a:pt x="157" y="381"/>
                  </a:lnTo>
                  <a:lnTo>
                    <a:pt x="137" y="364"/>
                  </a:lnTo>
                  <a:lnTo>
                    <a:pt x="117" y="344"/>
                  </a:lnTo>
                  <a:lnTo>
                    <a:pt x="99" y="319"/>
                  </a:lnTo>
                  <a:lnTo>
                    <a:pt x="82" y="292"/>
                  </a:lnTo>
                  <a:lnTo>
                    <a:pt x="67" y="264"/>
                  </a:lnTo>
                  <a:lnTo>
                    <a:pt x="53" y="231"/>
                  </a:lnTo>
                  <a:lnTo>
                    <a:pt x="41" y="197"/>
                  </a:lnTo>
                  <a:lnTo>
                    <a:pt x="31" y="161"/>
                  </a:lnTo>
                  <a:lnTo>
                    <a:pt x="23" y="123"/>
                  </a:lnTo>
                  <a:lnTo>
                    <a:pt x="17" y="84"/>
                  </a:lnTo>
                  <a:lnTo>
                    <a:pt x="13" y="4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7698" name="Freeform 78"/>
            <p:cNvSpPr>
              <a:spLocks/>
            </p:cNvSpPr>
            <p:nvPr/>
          </p:nvSpPr>
          <p:spPr bwMode="auto">
            <a:xfrm>
              <a:off x="1502" y="1751"/>
              <a:ext cx="50" cy="85"/>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2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1" y="2"/>
                  </a:lnTo>
                  <a:lnTo>
                    <a:pt x="196" y="8"/>
                  </a:lnTo>
                  <a:lnTo>
                    <a:pt x="171" y="19"/>
                  </a:lnTo>
                  <a:lnTo>
                    <a:pt x="150" y="34"/>
                  </a:lnTo>
                  <a:lnTo>
                    <a:pt x="128" y="52"/>
                  </a:lnTo>
                  <a:lnTo>
                    <a:pt x="108" y="74"/>
                  </a:lnTo>
                  <a:lnTo>
                    <a:pt x="89" y="98"/>
                  </a:lnTo>
                  <a:lnTo>
                    <a:pt x="73" y="125"/>
                  </a:lnTo>
                  <a:lnTo>
                    <a:pt x="55" y="156"/>
                  </a:lnTo>
                  <a:lnTo>
                    <a:pt x="41" y="189"/>
                  </a:lnTo>
                  <a:lnTo>
                    <a:pt x="30" y="223"/>
                  </a:lnTo>
                  <a:lnTo>
                    <a:pt x="19" y="261"/>
                  </a:lnTo>
                  <a:lnTo>
                    <a:pt x="11" y="299"/>
                  </a:lnTo>
                  <a:lnTo>
                    <a:pt x="5" y="339"/>
                  </a:lnTo>
                  <a:lnTo>
                    <a:pt x="2" y="382"/>
                  </a:lnTo>
                  <a:lnTo>
                    <a:pt x="0" y="424"/>
                  </a:lnTo>
                  <a:lnTo>
                    <a:pt x="12" y="424"/>
                  </a:lnTo>
                  <a:lnTo>
                    <a:pt x="13" y="382"/>
                  </a:lnTo>
                  <a:lnTo>
                    <a:pt x="17" y="341"/>
                  </a:lnTo>
                  <a:lnTo>
                    <a:pt x="23" y="301"/>
                  </a:lnTo>
                  <a:lnTo>
                    <a:pt x="31" y="264"/>
                  </a:lnTo>
                  <a:lnTo>
                    <a:pt x="41" y="227"/>
                  </a:lnTo>
                  <a:lnTo>
                    <a:pt x="53" y="193"/>
                  </a:lnTo>
                  <a:lnTo>
                    <a:pt x="67" y="161"/>
                  </a:lnTo>
                  <a:lnTo>
                    <a:pt x="82" y="132"/>
                  </a:lnTo>
                  <a:lnTo>
                    <a:pt x="99" y="105"/>
                  </a:lnTo>
                  <a:lnTo>
                    <a:pt x="117" y="81"/>
                  </a:lnTo>
                  <a:lnTo>
                    <a:pt x="137" y="61"/>
                  </a:lnTo>
                  <a:lnTo>
                    <a:pt x="157" y="43"/>
                  </a:lnTo>
                  <a:lnTo>
                    <a:pt x="178" y="30"/>
                  </a:lnTo>
                  <a:lnTo>
                    <a:pt x="201" y="20"/>
                  </a:lnTo>
                  <a:lnTo>
                    <a:pt x="223" y="14"/>
                  </a:lnTo>
                  <a:lnTo>
                    <a:pt x="246" y="12"/>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7699" name="Freeform 79"/>
            <p:cNvSpPr>
              <a:spLocks/>
            </p:cNvSpPr>
            <p:nvPr/>
          </p:nvSpPr>
          <p:spPr bwMode="auto">
            <a:xfrm>
              <a:off x="1565" y="2016"/>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0" y="339"/>
                  </a:lnTo>
                  <a:lnTo>
                    <a:pt x="234" y="299"/>
                  </a:lnTo>
                  <a:lnTo>
                    <a:pt x="226" y="261"/>
                  </a:lnTo>
                  <a:lnTo>
                    <a:pt x="216" y="223"/>
                  </a:lnTo>
                  <a:lnTo>
                    <a:pt x="204" y="189"/>
                  </a:lnTo>
                  <a:lnTo>
                    <a:pt x="190" y="156"/>
                  </a:lnTo>
                  <a:lnTo>
                    <a:pt x="174" y="125"/>
                  </a:lnTo>
                  <a:lnTo>
                    <a:pt x="156" y="98"/>
                  </a:lnTo>
                  <a:lnTo>
                    <a:pt x="138" y="74"/>
                  </a:lnTo>
                  <a:lnTo>
                    <a:pt x="118" y="51"/>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9" y="81"/>
                  </a:lnTo>
                  <a:lnTo>
                    <a:pt x="147" y="105"/>
                  </a:lnTo>
                  <a:lnTo>
                    <a:pt x="164" y="132"/>
                  </a:lnTo>
                  <a:lnTo>
                    <a:pt x="178" y="160"/>
                  </a:lnTo>
                  <a:lnTo>
                    <a:pt x="192" y="193"/>
                  </a:lnTo>
                  <a:lnTo>
                    <a:pt x="204" y="227"/>
                  </a:lnTo>
                  <a:lnTo>
                    <a:pt x="215" y="264"/>
                  </a:lnTo>
                  <a:lnTo>
                    <a:pt x="223" y="301"/>
                  </a:lnTo>
                  <a:lnTo>
                    <a:pt x="229"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7700" name="Freeform 80"/>
            <p:cNvSpPr>
              <a:spLocks/>
            </p:cNvSpPr>
            <p:nvPr/>
          </p:nvSpPr>
          <p:spPr bwMode="auto">
            <a:xfrm>
              <a:off x="1565" y="2101"/>
              <a:ext cx="49" cy="85"/>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6" y="423"/>
                  </a:lnTo>
                  <a:lnTo>
                    <a:pt x="51" y="418"/>
                  </a:lnTo>
                  <a:lnTo>
                    <a:pt x="74" y="407"/>
                  </a:lnTo>
                  <a:lnTo>
                    <a:pt x="96" y="392"/>
                  </a:lnTo>
                  <a:lnTo>
                    <a:pt x="118" y="373"/>
                  </a:lnTo>
                  <a:lnTo>
                    <a:pt x="138" y="351"/>
                  </a:lnTo>
                  <a:lnTo>
                    <a:pt x="156" y="327"/>
                  </a:lnTo>
                  <a:lnTo>
                    <a:pt x="175" y="299"/>
                  </a:lnTo>
                  <a:lnTo>
                    <a:pt x="190" y="269"/>
                  </a:lnTo>
                  <a:lnTo>
                    <a:pt x="204" y="236"/>
                  </a:lnTo>
                  <a:lnTo>
                    <a:pt x="216" y="202"/>
                  </a:lnTo>
                  <a:lnTo>
                    <a:pt x="226" y="164"/>
                  </a:lnTo>
                  <a:lnTo>
                    <a:pt x="234" y="126"/>
                  </a:lnTo>
                  <a:lnTo>
                    <a:pt x="240" y="86"/>
                  </a:lnTo>
                  <a:lnTo>
                    <a:pt x="244" y="42"/>
                  </a:lnTo>
                  <a:lnTo>
                    <a:pt x="245" y="0"/>
                  </a:lnTo>
                  <a:lnTo>
                    <a:pt x="233" y="0"/>
                  </a:lnTo>
                  <a:lnTo>
                    <a:pt x="232" y="42"/>
                  </a:lnTo>
                  <a:lnTo>
                    <a:pt x="229" y="83"/>
                  </a:lnTo>
                  <a:lnTo>
                    <a:pt x="223" y="123"/>
                  </a:lnTo>
                  <a:lnTo>
                    <a:pt x="215" y="162"/>
                  </a:lnTo>
                  <a:lnTo>
                    <a:pt x="204" y="197"/>
                  </a:lnTo>
                  <a:lnTo>
                    <a:pt x="192" y="231"/>
                  </a:lnTo>
                  <a:lnTo>
                    <a:pt x="178" y="264"/>
                  </a:lnTo>
                  <a:lnTo>
                    <a:pt x="163" y="292"/>
                  </a:lnTo>
                  <a:lnTo>
                    <a:pt x="147" y="320"/>
                  </a:lnTo>
                  <a:lnTo>
                    <a:pt x="129" y="344"/>
                  </a:lnTo>
                  <a:lnTo>
                    <a:pt x="109" y="364"/>
                  </a:lnTo>
                  <a:lnTo>
                    <a:pt x="89" y="382"/>
                  </a:lnTo>
                  <a:lnTo>
                    <a:pt x="67" y="395"/>
                  </a:lnTo>
                  <a:lnTo>
                    <a:pt x="46" y="406"/>
                  </a:lnTo>
                  <a:lnTo>
                    <a:pt x="24"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7701" name="Freeform 81"/>
            <p:cNvSpPr>
              <a:spLocks/>
            </p:cNvSpPr>
            <p:nvPr/>
          </p:nvSpPr>
          <p:spPr bwMode="auto">
            <a:xfrm>
              <a:off x="1516" y="2101"/>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5" y="86"/>
                  </a:lnTo>
                  <a:lnTo>
                    <a:pt x="11" y="126"/>
                  </a:lnTo>
                  <a:lnTo>
                    <a:pt x="19" y="164"/>
                  </a:lnTo>
                  <a:lnTo>
                    <a:pt x="30" y="202"/>
                  </a:lnTo>
                  <a:lnTo>
                    <a:pt x="41" y="236"/>
                  </a:lnTo>
                  <a:lnTo>
                    <a:pt x="55" y="269"/>
                  </a:lnTo>
                  <a:lnTo>
                    <a:pt x="71" y="299"/>
                  </a:lnTo>
                  <a:lnTo>
                    <a:pt x="89" y="327"/>
                  </a:lnTo>
                  <a:lnTo>
                    <a:pt x="107" y="351"/>
                  </a:lnTo>
                  <a:lnTo>
                    <a:pt x="127" y="373"/>
                  </a:lnTo>
                  <a:lnTo>
                    <a:pt x="149" y="392"/>
                  </a:lnTo>
                  <a:lnTo>
                    <a:pt x="171" y="407"/>
                  </a:lnTo>
                  <a:lnTo>
                    <a:pt x="195" y="418"/>
                  </a:lnTo>
                  <a:lnTo>
                    <a:pt x="219" y="423"/>
                  </a:lnTo>
                  <a:lnTo>
                    <a:pt x="245" y="426"/>
                  </a:lnTo>
                  <a:lnTo>
                    <a:pt x="245" y="414"/>
                  </a:lnTo>
                  <a:lnTo>
                    <a:pt x="222" y="412"/>
                  </a:lnTo>
                  <a:lnTo>
                    <a:pt x="199" y="406"/>
                  </a:lnTo>
                  <a:lnTo>
                    <a:pt x="178" y="395"/>
                  </a:lnTo>
                  <a:lnTo>
                    <a:pt x="156" y="382"/>
                  </a:lnTo>
                  <a:lnTo>
                    <a:pt x="136" y="364"/>
                  </a:lnTo>
                  <a:lnTo>
                    <a:pt x="116" y="344"/>
                  </a:lnTo>
                  <a:lnTo>
                    <a:pt x="99" y="320"/>
                  </a:lnTo>
                  <a:lnTo>
                    <a:pt x="82" y="292"/>
                  </a:lnTo>
                  <a:lnTo>
                    <a:pt x="67" y="264"/>
                  </a:lnTo>
                  <a:lnTo>
                    <a:pt x="53" y="231"/>
                  </a:lnTo>
                  <a:lnTo>
                    <a:pt x="41" y="197"/>
                  </a:lnTo>
                  <a:lnTo>
                    <a:pt x="31" y="162"/>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7702" name="Freeform 82"/>
            <p:cNvSpPr>
              <a:spLocks/>
            </p:cNvSpPr>
            <p:nvPr/>
          </p:nvSpPr>
          <p:spPr bwMode="auto">
            <a:xfrm>
              <a:off x="1516" y="2016"/>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5" y="8"/>
                  </a:lnTo>
                  <a:lnTo>
                    <a:pt x="171" y="19"/>
                  </a:lnTo>
                  <a:lnTo>
                    <a:pt x="149" y="34"/>
                  </a:lnTo>
                  <a:lnTo>
                    <a:pt x="127" y="51"/>
                  </a:lnTo>
                  <a:lnTo>
                    <a:pt x="107" y="74"/>
                  </a:lnTo>
                  <a:lnTo>
                    <a:pt x="89" y="98"/>
                  </a:lnTo>
                  <a:lnTo>
                    <a:pt x="72" y="125"/>
                  </a:lnTo>
                  <a:lnTo>
                    <a:pt x="55" y="156"/>
                  </a:lnTo>
                  <a:lnTo>
                    <a:pt x="41" y="189"/>
                  </a:lnTo>
                  <a:lnTo>
                    <a:pt x="30" y="223"/>
                  </a:lnTo>
                  <a:lnTo>
                    <a:pt x="19" y="261"/>
                  </a:lnTo>
                  <a:lnTo>
                    <a:pt x="11" y="299"/>
                  </a:lnTo>
                  <a:lnTo>
                    <a:pt x="5" y="339"/>
                  </a:lnTo>
                  <a:lnTo>
                    <a:pt x="1" y="382"/>
                  </a:lnTo>
                  <a:lnTo>
                    <a:pt x="0" y="424"/>
                  </a:lnTo>
                  <a:lnTo>
                    <a:pt x="12" y="424"/>
                  </a:lnTo>
                  <a:lnTo>
                    <a:pt x="13" y="382"/>
                  </a:lnTo>
                  <a:lnTo>
                    <a:pt x="17" y="341"/>
                  </a:lnTo>
                  <a:lnTo>
                    <a:pt x="23" y="301"/>
                  </a:lnTo>
                  <a:lnTo>
                    <a:pt x="31" y="264"/>
                  </a:lnTo>
                  <a:lnTo>
                    <a:pt x="41" y="227"/>
                  </a:lnTo>
                  <a:lnTo>
                    <a:pt x="53" y="193"/>
                  </a:lnTo>
                  <a:lnTo>
                    <a:pt x="67" y="160"/>
                  </a:lnTo>
                  <a:lnTo>
                    <a:pt x="81" y="132"/>
                  </a:lnTo>
                  <a:lnTo>
                    <a:pt x="99" y="105"/>
                  </a:lnTo>
                  <a:lnTo>
                    <a:pt x="116" y="81"/>
                  </a:lnTo>
                  <a:lnTo>
                    <a:pt x="136" y="61"/>
                  </a:lnTo>
                  <a:lnTo>
                    <a:pt x="156" y="43"/>
                  </a:lnTo>
                  <a:lnTo>
                    <a:pt x="178" y="30"/>
                  </a:lnTo>
                  <a:lnTo>
                    <a:pt x="199" y="20"/>
                  </a:lnTo>
                  <a:lnTo>
                    <a:pt x="222"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grpSp>
        <p:nvGrpSpPr>
          <p:cNvPr id="197644" name="Group 83"/>
          <p:cNvGrpSpPr>
            <a:grpSpLocks/>
          </p:cNvGrpSpPr>
          <p:nvPr/>
        </p:nvGrpSpPr>
        <p:grpSpPr bwMode="auto">
          <a:xfrm rot="-223274">
            <a:off x="1517650" y="2805113"/>
            <a:ext cx="744538" cy="733425"/>
            <a:chOff x="2757" y="1666"/>
            <a:chExt cx="812" cy="800"/>
          </a:xfrm>
        </p:grpSpPr>
        <p:sp>
          <p:nvSpPr>
            <p:cNvPr id="197646" name="Freeform 84"/>
            <p:cNvSpPr>
              <a:spLocks/>
            </p:cNvSpPr>
            <p:nvPr/>
          </p:nvSpPr>
          <p:spPr bwMode="auto">
            <a:xfrm>
              <a:off x="2762" y="1667"/>
              <a:ext cx="807" cy="584"/>
            </a:xfrm>
            <a:custGeom>
              <a:avLst/>
              <a:gdLst>
                <a:gd name="T0" fmla="*/ 497 w 807"/>
                <a:gd name="T1" fmla="*/ 583 h 584"/>
                <a:gd name="T2" fmla="*/ 0 w 807"/>
                <a:gd name="T3" fmla="*/ 452 h 584"/>
                <a:gd name="T4" fmla="*/ 337 w 807"/>
                <a:gd name="T5" fmla="*/ 0 h 584"/>
                <a:gd name="T6" fmla="*/ 806 w 807"/>
                <a:gd name="T7" fmla="*/ 98 h 584"/>
                <a:gd name="T8" fmla="*/ 497 w 807"/>
                <a:gd name="T9" fmla="*/ 583 h 584"/>
                <a:gd name="T10" fmla="*/ 0 60000 65536"/>
                <a:gd name="T11" fmla="*/ 0 60000 65536"/>
                <a:gd name="T12" fmla="*/ 0 60000 65536"/>
                <a:gd name="T13" fmla="*/ 0 60000 65536"/>
                <a:gd name="T14" fmla="*/ 0 60000 65536"/>
                <a:gd name="T15" fmla="*/ 0 w 807"/>
                <a:gd name="T16" fmla="*/ 0 h 584"/>
                <a:gd name="T17" fmla="*/ 807 w 807"/>
                <a:gd name="T18" fmla="*/ 584 h 584"/>
              </a:gdLst>
              <a:ahLst/>
              <a:cxnLst>
                <a:cxn ang="T10">
                  <a:pos x="T0" y="T1"/>
                </a:cxn>
                <a:cxn ang="T11">
                  <a:pos x="T2" y="T3"/>
                </a:cxn>
                <a:cxn ang="T12">
                  <a:pos x="T4" y="T5"/>
                </a:cxn>
                <a:cxn ang="T13">
                  <a:pos x="T6" y="T7"/>
                </a:cxn>
                <a:cxn ang="T14">
                  <a:pos x="T8" y="T9"/>
                </a:cxn>
              </a:cxnLst>
              <a:rect l="T15" t="T16" r="T17" b="T18"/>
              <a:pathLst>
                <a:path w="807" h="584">
                  <a:moveTo>
                    <a:pt x="497" y="583"/>
                  </a:moveTo>
                  <a:lnTo>
                    <a:pt x="0" y="452"/>
                  </a:lnTo>
                  <a:lnTo>
                    <a:pt x="337" y="0"/>
                  </a:lnTo>
                  <a:lnTo>
                    <a:pt x="806" y="98"/>
                  </a:lnTo>
                  <a:lnTo>
                    <a:pt x="497" y="583"/>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197647" name="Freeform 85"/>
            <p:cNvSpPr>
              <a:spLocks/>
            </p:cNvSpPr>
            <p:nvPr/>
          </p:nvSpPr>
          <p:spPr bwMode="auto">
            <a:xfrm>
              <a:off x="2882" y="1861"/>
              <a:ext cx="578" cy="384"/>
            </a:xfrm>
            <a:custGeom>
              <a:avLst/>
              <a:gdLst>
                <a:gd name="T0" fmla="*/ 377 w 578"/>
                <a:gd name="T1" fmla="*/ 383 h 384"/>
                <a:gd name="T2" fmla="*/ 0 w 578"/>
                <a:gd name="T3" fmla="*/ 291 h 384"/>
                <a:gd name="T4" fmla="*/ 217 w 578"/>
                <a:gd name="T5" fmla="*/ 0 h 384"/>
                <a:gd name="T6" fmla="*/ 577 w 578"/>
                <a:gd name="T7" fmla="*/ 74 h 384"/>
                <a:gd name="T8" fmla="*/ 377 w 578"/>
                <a:gd name="T9" fmla="*/ 383 h 384"/>
                <a:gd name="T10" fmla="*/ 0 60000 65536"/>
                <a:gd name="T11" fmla="*/ 0 60000 65536"/>
                <a:gd name="T12" fmla="*/ 0 60000 65536"/>
                <a:gd name="T13" fmla="*/ 0 60000 65536"/>
                <a:gd name="T14" fmla="*/ 0 60000 65536"/>
                <a:gd name="T15" fmla="*/ 0 w 578"/>
                <a:gd name="T16" fmla="*/ 0 h 384"/>
                <a:gd name="T17" fmla="*/ 578 w 578"/>
                <a:gd name="T18" fmla="*/ 384 h 384"/>
              </a:gdLst>
              <a:ahLst/>
              <a:cxnLst>
                <a:cxn ang="T10">
                  <a:pos x="T0" y="T1"/>
                </a:cxn>
                <a:cxn ang="T11">
                  <a:pos x="T2" y="T3"/>
                </a:cxn>
                <a:cxn ang="T12">
                  <a:pos x="T4" y="T5"/>
                </a:cxn>
                <a:cxn ang="T13">
                  <a:pos x="T6" y="T7"/>
                </a:cxn>
                <a:cxn ang="T14">
                  <a:pos x="T8" y="T9"/>
                </a:cxn>
              </a:cxnLst>
              <a:rect l="T15" t="T16" r="T17" b="T18"/>
              <a:pathLst>
                <a:path w="578" h="384">
                  <a:moveTo>
                    <a:pt x="377" y="383"/>
                  </a:moveTo>
                  <a:lnTo>
                    <a:pt x="0" y="291"/>
                  </a:lnTo>
                  <a:lnTo>
                    <a:pt x="217" y="0"/>
                  </a:lnTo>
                  <a:lnTo>
                    <a:pt x="577" y="74"/>
                  </a:lnTo>
                  <a:lnTo>
                    <a:pt x="377" y="383"/>
                  </a:lnTo>
                </a:path>
              </a:pathLst>
            </a:custGeom>
            <a:solidFill>
              <a:srgbClr val="E22B00"/>
            </a:solidFill>
            <a:ln>
              <a:noFill/>
            </a:ln>
            <a:extLst>
              <a:ext uri="{91240B29-F687-4F45-9708-019B960494DF}">
                <a14:hiddenLine xmlns:a14="http://schemas.microsoft.com/office/drawing/2010/main" w="12700" cap="rnd" cmpd="sng">
                  <a:solidFill>
                    <a:srgbClr val="000000"/>
                  </a:solidFill>
                  <a:prstDash val="solid"/>
                  <a:round/>
                  <a:headEnd type="none" w="med" len="med"/>
                  <a:tailEnd type="none" w="med" len="med"/>
                </a14:hiddenLine>
              </a:ext>
            </a:extLst>
          </p:spPr>
          <p:txBody>
            <a:bodyPr/>
            <a:lstStyle/>
            <a:p>
              <a:endParaRPr lang="fr-FR"/>
            </a:p>
          </p:txBody>
        </p:sp>
        <p:sp>
          <p:nvSpPr>
            <p:cNvPr id="197648" name="Line 86"/>
            <p:cNvSpPr>
              <a:spLocks noChangeShapeType="1"/>
            </p:cNvSpPr>
            <p:nvPr/>
          </p:nvSpPr>
          <p:spPr bwMode="auto">
            <a:xfrm>
              <a:off x="3102" y="1862"/>
              <a:ext cx="352" cy="7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fr-FR"/>
            </a:p>
          </p:txBody>
        </p:sp>
        <p:sp>
          <p:nvSpPr>
            <p:cNvPr id="197649" name="Freeform 87"/>
            <p:cNvSpPr>
              <a:spLocks/>
            </p:cNvSpPr>
            <p:nvPr/>
          </p:nvSpPr>
          <p:spPr bwMode="auto">
            <a:xfrm>
              <a:off x="2762" y="1666"/>
              <a:ext cx="337" cy="485"/>
            </a:xfrm>
            <a:custGeom>
              <a:avLst/>
              <a:gdLst>
                <a:gd name="T0" fmla="*/ 336 w 337"/>
                <a:gd name="T1" fmla="*/ 194 h 485"/>
                <a:gd name="T2" fmla="*/ 118 w 337"/>
                <a:gd name="T3" fmla="*/ 484 h 485"/>
                <a:gd name="T4" fmla="*/ 0 w 337"/>
                <a:gd name="T5" fmla="*/ 452 h 485"/>
                <a:gd name="T6" fmla="*/ 336 w 337"/>
                <a:gd name="T7" fmla="*/ 0 h 485"/>
                <a:gd name="T8" fmla="*/ 336 w 337"/>
                <a:gd name="T9" fmla="*/ 152 h 485"/>
                <a:gd name="T10" fmla="*/ 336 w 337"/>
                <a:gd name="T11" fmla="*/ 194 h 485"/>
                <a:gd name="T12" fmla="*/ 0 60000 65536"/>
                <a:gd name="T13" fmla="*/ 0 60000 65536"/>
                <a:gd name="T14" fmla="*/ 0 60000 65536"/>
                <a:gd name="T15" fmla="*/ 0 60000 65536"/>
                <a:gd name="T16" fmla="*/ 0 60000 65536"/>
                <a:gd name="T17" fmla="*/ 0 60000 65536"/>
                <a:gd name="T18" fmla="*/ 0 w 337"/>
                <a:gd name="T19" fmla="*/ 0 h 485"/>
                <a:gd name="T20" fmla="*/ 337 w 337"/>
                <a:gd name="T21" fmla="*/ 485 h 485"/>
              </a:gdLst>
              <a:ahLst/>
              <a:cxnLst>
                <a:cxn ang="T12">
                  <a:pos x="T0" y="T1"/>
                </a:cxn>
                <a:cxn ang="T13">
                  <a:pos x="T2" y="T3"/>
                </a:cxn>
                <a:cxn ang="T14">
                  <a:pos x="T4" y="T5"/>
                </a:cxn>
                <a:cxn ang="T15">
                  <a:pos x="T6" y="T7"/>
                </a:cxn>
                <a:cxn ang="T16">
                  <a:pos x="T8" y="T9"/>
                </a:cxn>
                <a:cxn ang="T17">
                  <a:pos x="T10" y="T11"/>
                </a:cxn>
              </a:cxnLst>
              <a:rect l="T18" t="T19" r="T20" b="T21"/>
              <a:pathLst>
                <a:path w="337" h="485">
                  <a:moveTo>
                    <a:pt x="336" y="194"/>
                  </a:moveTo>
                  <a:lnTo>
                    <a:pt x="118" y="484"/>
                  </a:lnTo>
                  <a:lnTo>
                    <a:pt x="0" y="452"/>
                  </a:lnTo>
                  <a:lnTo>
                    <a:pt x="336" y="0"/>
                  </a:lnTo>
                  <a:lnTo>
                    <a:pt x="336" y="152"/>
                  </a:lnTo>
                  <a:lnTo>
                    <a:pt x="336" y="194"/>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197650" name="Freeform 88"/>
            <p:cNvSpPr>
              <a:spLocks/>
            </p:cNvSpPr>
            <p:nvPr/>
          </p:nvSpPr>
          <p:spPr bwMode="auto">
            <a:xfrm>
              <a:off x="2757" y="2124"/>
              <a:ext cx="509" cy="339"/>
            </a:xfrm>
            <a:custGeom>
              <a:avLst/>
              <a:gdLst>
                <a:gd name="T0" fmla="*/ 0 w 506"/>
                <a:gd name="T1" fmla="*/ 0 h 345"/>
                <a:gd name="T2" fmla="*/ 1 w 506"/>
                <a:gd name="T3" fmla="*/ 198 h 345"/>
                <a:gd name="T4" fmla="*/ 514 w 506"/>
                <a:gd name="T5" fmla="*/ 326 h 345"/>
                <a:gd name="T6" fmla="*/ 513 w 506"/>
                <a:gd name="T7" fmla="*/ 124 h 345"/>
                <a:gd name="T8" fmla="*/ 0 60000 65536"/>
                <a:gd name="T9" fmla="*/ 0 60000 65536"/>
                <a:gd name="T10" fmla="*/ 0 60000 65536"/>
                <a:gd name="T11" fmla="*/ 0 60000 65536"/>
                <a:gd name="T12" fmla="*/ 0 w 506"/>
                <a:gd name="T13" fmla="*/ 0 h 345"/>
                <a:gd name="T14" fmla="*/ 506 w 506"/>
                <a:gd name="T15" fmla="*/ 345 h 345"/>
              </a:gdLst>
              <a:ahLst/>
              <a:cxnLst>
                <a:cxn ang="T8">
                  <a:pos x="T0" y="T1"/>
                </a:cxn>
                <a:cxn ang="T9">
                  <a:pos x="T2" y="T3"/>
                </a:cxn>
                <a:cxn ang="T10">
                  <a:pos x="T4" y="T5"/>
                </a:cxn>
                <a:cxn ang="T11">
                  <a:pos x="T6" y="T7"/>
                </a:cxn>
              </a:cxnLst>
              <a:rect l="T12" t="T13" r="T14" b="T15"/>
              <a:pathLst>
                <a:path w="506" h="345">
                  <a:moveTo>
                    <a:pt x="0" y="0"/>
                  </a:moveTo>
                  <a:lnTo>
                    <a:pt x="1" y="209"/>
                  </a:lnTo>
                  <a:lnTo>
                    <a:pt x="505" y="344"/>
                  </a:lnTo>
                  <a:lnTo>
                    <a:pt x="504" y="130"/>
                  </a:lnTo>
                </a:path>
              </a:pathLst>
            </a:custGeom>
            <a:solidFill>
              <a:srgbClr val="FC2C1C"/>
            </a:solidFill>
            <a:ln w="12700" cap="rnd" cmpd="sng">
              <a:solidFill>
                <a:schemeClr val="bg2"/>
              </a:solidFill>
              <a:prstDash val="solid"/>
              <a:round/>
              <a:headEnd type="none" w="med" len="med"/>
              <a:tailEnd type="none" w="med" len="med"/>
            </a:ln>
          </p:spPr>
          <p:txBody>
            <a:bodyPr/>
            <a:lstStyle/>
            <a:p>
              <a:endParaRPr lang="fr-FR"/>
            </a:p>
          </p:txBody>
        </p:sp>
        <p:sp>
          <p:nvSpPr>
            <p:cNvPr id="197651" name="AutoShape 89"/>
            <p:cNvSpPr>
              <a:spLocks noChangeArrowheads="1"/>
            </p:cNvSpPr>
            <p:nvPr/>
          </p:nvSpPr>
          <p:spPr bwMode="auto">
            <a:xfrm rot="16200000" flipH="1">
              <a:off x="3067" y="1967"/>
              <a:ext cx="693" cy="306"/>
            </a:xfrm>
            <a:prstGeom prst="parallelogram">
              <a:avLst>
                <a:gd name="adj" fmla="val 156202"/>
              </a:avLst>
            </a:prstGeom>
            <a:solidFill>
              <a:srgbClr val="FC2C1C"/>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sp>
        <p:nvSpPr>
          <p:cNvPr id="197645" name="Text Box 121"/>
          <p:cNvSpPr txBox="1">
            <a:spLocks noChangeArrowheads="1"/>
          </p:cNvSpPr>
          <p:nvPr/>
        </p:nvSpPr>
        <p:spPr bwMode="auto">
          <a:xfrm>
            <a:off x="604838" y="5364163"/>
            <a:ext cx="6543675" cy="4429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eaLnBrk="1" hangingPunct="1">
              <a:spcBef>
                <a:spcPct val="0"/>
              </a:spcBef>
              <a:buFontTx/>
              <a:buNone/>
            </a:pPr>
            <a:r>
              <a:rPr lang="fr-FR" altLang="fr-FR" sz="2300"/>
              <a:t>4. Pointez la production sur votre feuille de suivi</a:t>
            </a:r>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98659" name="Group 3"/>
          <p:cNvGrpSpPr>
            <a:grpSpLocks/>
          </p:cNvGrpSpPr>
          <p:nvPr/>
        </p:nvGrpSpPr>
        <p:grpSpPr bwMode="auto">
          <a:xfrm>
            <a:off x="7073900" y="215900"/>
            <a:ext cx="1878013" cy="1250950"/>
            <a:chOff x="4456" y="136"/>
            <a:chExt cx="1183" cy="788"/>
          </a:xfrm>
        </p:grpSpPr>
        <p:grpSp>
          <p:nvGrpSpPr>
            <p:cNvPr id="198733" name="Group 4"/>
            <p:cNvGrpSpPr>
              <a:grpSpLocks/>
            </p:cNvGrpSpPr>
            <p:nvPr/>
          </p:nvGrpSpPr>
          <p:grpSpPr bwMode="auto">
            <a:xfrm>
              <a:off x="4766" y="232"/>
              <a:ext cx="873" cy="692"/>
              <a:chOff x="2185" y="310"/>
              <a:chExt cx="873" cy="692"/>
            </a:xfrm>
          </p:grpSpPr>
          <p:sp>
            <p:nvSpPr>
              <p:cNvPr id="198744" name="Freeform 5"/>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accent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8745" name="Freeform 6"/>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8746" name="Freeform 7"/>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8747" name="Freeform 8"/>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8748" name="Freeform 9"/>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8749" name="Freeform 10"/>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8750" name="Freeform 11"/>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grpSp>
          <p:nvGrpSpPr>
            <p:cNvPr id="198734" name="Group 12"/>
            <p:cNvGrpSpPr>
              <a:grpSpLocks/>
            </p:cNvGrpSpPr>
            <p:nvPr/>
          </p:nvGrpSpPr>
          <p:grpSpPr bwMode="auto">
            <a:xfrm>
              <a:off x="4949" y="336"/>
              <a:ext cx="591" cy="468"/>
              <a:chOff x="2185" y="310"/>
              <a:chExt cx="873" cy="692"/>
            </a:xfrm>
          </p:grpSpPr>
          <p:sp>
            <p:nvSpPr>
              <p:cNvPr id="198737" name="Freeform 13"/>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8738" name="Freeform 14"/>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8739" name="Freeform 15"/>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8740" name="Freeform 16"/>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8741" name="Freeform 17"/>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8742" name="Freeform 18"/>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8743" name="Freeform 19"/>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pic>
          <p:nvPicPr>
            <p:cNvPr id="198735" name="Picture 20"/>
            <p:cNvPicPr>
              <a:picLocks noChangeAspect="1" noChangeArrowheads="1"/>
            </p:cNvPicPr>
            <p:nvPr/>
          </p:nvPicPr>
          <p:blipFill>
            <a:blip r:embed="rId3" cstate="print">
              <a:extLst>
                <a:ext uri="{28A0092B-C50C-407E-A947-70E740481C1C}">
                  <a14:useLocalDpi xmlns:a14="http://schemas.microsoft.com/office/drawing/2010/main" val="0"/>
                </a:ext>
              </a:extLst>
            </a:blip>
            <a:srcRect l="-4282" t="-4369" r="-5199" b="-12012"/>
            <a:stretch>
              <a:fillRect/>
            </a:stretch>
          </p:blipFill>
          <p:spPr bwMode="auto">
            <a:xfrm>
              <a:off x="4456" y="136"/>
              <a:ext cx="480" cy="5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98736" name="Text Box 21"/>
            <p:cNvSpPr txBox="1">
              <a:spLocks noChangeArrowheads="1"/>
            </p:cNvSpPr>
            <p:nvPr/>
          </p:nvSpPr>
          <p:spPr bwMode="auto">
            <a:xfrm>
              <a:off x="4946" y="314"/>
              <a:ext cx="596" cy="49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4500" b="1">
                  <a:solidFill>
                    <a:srgbClr val="FF0000"/>
                  </a:solidFill>
                  <a:latin typeface="Arial Black" pitchFamily="34" charset="0"/>
                </a:rPr>
                <a:t>18</a:t>
              </a:r>
              <a:endParaRPr lang="fr-FR" altLang="fr-FR" sz="3200">
                <a:solidFill>
                  <a:schemeClr val="tx1"/>
                </a:solidFill>
                <a:latin typeface="Arial Black" pitchFamily="34" charset="0"/>
              </a:endParaRPr>
            </a:p>
          </p:txBody>
        </p:sp>
      </p:grpSp>
      <p:sp>
        <p:nvSpPr>
          <p:cNvPr id="198660" name="Text Box 22"/>
          <p:cNvSpPr txBox="1">
            <a:spLocks noChangeArrowheads="1"/>
          </p:cNvSpPr>
          <p:nvPr/>
        </p:nvSpPr>
        <p:spPr bwMode="auto">
          <a:xfrm>
            <a:off x="1403350" y="3579813"/>
            <a:ext cx="828675"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a:spcBef>
                <a:spcPct val="0"/>
              </a:spcBef>
              <a:buFontTx/>
              <a:buNone/>
            </a:pPr>
            <a:r>
              <a:rPr lang="fr-FR" altLang="fr-FR" sz="2400">
                <a:solidFill>
                  <a:srgbClr val="FC2C1C"/>
                </a:solidFill>
              </a:rPr>
              <a:t>1 R1</a:t>
            </a:r>
          </a:p>
        </p:txBody>
      </p:sp>
      <p:sp>
        <p:nvSpPr>
          <p:cNvPr id="198661" name="Rectangle 25"/>
          <p:cNvSpPr>
            <a:spLocks noGrp="1" noChangeArrowheads="1"/>
          </p:cNvSpPr>
          <p:nvPr>
            <p:ph type="title"/>
          </p:nvPr>
        </p:nvSpPr>
        <p:spPr>
          <a:xfrm>
            <a:off x="858838" y="0"/>
            <a:ext cx="6038850" cy="647700"/>
          </a:xfrm>
        </p:spPr>
        <p:txBody>
          <a:bodyPr/>
          <a:lstStyle/>
          <a:p>
            <a:pPr eaLnBrk="1" hangingPunct="1"/>
            <a:r>
              <a:rPr lang="fr-FR" altLang="fr-FR"/>
              <a:t>Sem. 4 - Mercredi</a:t>
            </a:r>
          </a:p>
        </p:txBody>
      </p:sp>
      <p:sp>
        <p:nvSpPr>
          <p:cNvPr id="198662" name="Text Box 26"/>
          <p:cNvSpPr txBox="1">
            <a:spLocks noChangeArrowheads="1"/>
          </p:cNvSpPr>
          <p:nvPr/>
        </p:nvSpPr>
        <p:spPr bwMode="auto">
          <a:xfrm>
            <a:off x="574675" y="2030413"/>
            <a:ext cx="3557588"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2. Livrez les commandes</a:t>
            </a:r>
          </a:p>
        </p:txBody>
      </p:sp>
      <p:sp>
        <p:nvSpPr>
          <p:cNvPr id="198663" name="Text Box 27"/>
          <p:cNvSpPr txBox="1">
            <a:spLocks noChangeArrowheads="1"/>
          </p:cNvSpPr>
          <p:nvPr/>
        </p:nvSpPr>
        <p:spPr bwMode="auto">
          <a:xfrm>
            <a:off x="566738" y="1154113"/>
            <a:ext cx="1946275"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1. Tirez le dé</a:t>
            </a:r>
          </a:p>
        </p:txBody>
      </p:sp>
      <p:sp>
        <p:nvSpPr>
          <p:cNvPr id="198664" name="Text Box 28"/>
          <p:cNvSpPr txBox="1">
            <a:spLocks noChangeArrowheads="1"/>
          </p:cNvSpPr>
          <p:nvPr/>
        </p:nvSpPr>
        <p:spPr bwMode="auto">
          <a:xfrm>
            <a:off x="579438" y="4316413"/>
            <a:ext cx="18796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3. Produisez</a:t>
            </a:r>
          </a:p>
        </p:txBody>
      </p:sp>
      <p:grpSp>
        <p:nvGrpSpPr>
          <p:cNvPr id="198665" name="Group 29"/>
          <p:cNvGrpSpPr>
            <a:grpSpLocks/>
          </p:cNvGrpSpPr>
          <p:nvPr/>
        </p:nvGrpSpPr>
        <p:grpSpPr bwMode="auto">
          <a:xfrm>
            <a:off x="2843213" y="1106488"/>
            <a:ext cx="446087" cy="534987"/>
            <a:chOff x="868" y="1439"/>
            <a:chExt cx="811" cy="972"/>
          </a:xfrm>
        </p:grpSpPr>
        <p:sp>
          <p:nvSpPr>
            <p:cNvPr id="198682" name="Freeform 30"/>
            <p:cNvSpPr>
              <a:spLocks/>
            </p:cNvSpPr>
            <p:nvPr/>
          </p:nvSpPr>
          <p:spPr bwMode="auto">
            <a:xfrm>
              <a:off x="1548" y="2014"/>
              <a:ext cx="123" cy="100"/>
            </a:xfrm>
            <a:custGeom>
              <a:avLst/>
              <a:gdLst>
                <a:gd name="T0" fmla="*/ 5 w 618"/>
                <a:gd name="T1" fmla="*/ 0 h 502"/>
                <a:gd name="T2" fmla="*/ 5 w 618"/>
                <a:gd name="T3" fmla="*/ 0 h 502"/>
                <a:gd name="T4" fmla="*/ 0 w 618"/>
                <a:gd name="T5" fmla="*/ 4 h 502"/>
                <a:gd name="T6" fmla="*/ 0 w 618"/>
                <a:gd name="T7" fmla="*/ 4 h 502"/>
                <a:gd name="T8" fmla="*/ 5 w 618"/>
                <a:gd name="T9" fmla="*/ 0 h 502"/>
                <a:gd name="T10" fmla="*/ 5 w 618"/>
                <a:gd name="T11" fmla="*/ 0 h 502"/>
                <a:gd name="T12" fmla="*/ 5 w 618"/>
                <a:gd name="T13" fmla="*/ 0 h 502"/>
                <a:gd name="T14" fmla="*/ 5 w 618"/>
                <a:gd name="T15" fmla="*/ 0 h 502"/>
                <a:gd name="T16" fmla="*/ 5 w 618"/>
                <a:gd name="T17" fmla="*/ 0 h 502"/>
                <a:gd name="T18" fmla="*/ 5 w 618"/>
                <a:gd name="T19" fmla="*/ 0 h 502"/>
                <a:gd name="T20" fmla="*/ 5 w 618"/>
                <a:gd name="T21" fmla="*/ 0 h 502"/>
                <a:gd name="T22" fmla="*/ 5 w 618"/>
                <a:gd name="T23" fmla="*/ 0 h 502"/>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618"/>
                <a:gd name="T37" fmla="*/ 0 h 502"/>
                <a:gd name="T38" fmla="*/ 618 w 618"/>
                <a:gd name="T39" fmla="*/ 502 h 502"/>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618" h="502">
                  <a:moveTo>
                    <a:pt x="611" y="0"/>
                  </a:moveTo>
                  <a:lnTo>
                    <a:pt x="606" y="2"/>
                  </a:lnTo>
                  <a:lnTo>
                    <a:pt x="0" y="490"/>
                  </a:lnTo>
                  <a:lnTo>
                    <a:pt x="10" y="502"/>
                  </a:lnTo>
                  <a:lnTo>
                    <a:pt x="616" y="14"/>
                  </a:lnTo>
                  <a:lnTo>
                    <a:pt x="611" y="16"/>
                  </a:lnTo>
                  <a:lnTo>
                    <a:pt x="616" y="14"/>
                  </a:lnTo>
                  <a:lnTo>
                    <a:pt x="618" y="9"/>
                  </a:lnTo>
                  <a:lnTo>
                    <a:pt x="617" y="3"/>
                  </a:lnTo>
                  <a:lnTo>
                    <a:pt x="612" y="1"/>
                  </a:lnTo>
                  <a:lnTo>
                    <a:pt x="606" y="2"/>
                  </a:lnTo>
                  <a:lnTo>
                    <a:pt x="611"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8683" name="Freeform 31"/>
            <p:cNvSpPr>
              <a:spLocks/>
            </p:cNvSpPr>
            <p:nvPr/>
          </p:nvSpPr>
          <p:spPr bwMode="auto">
            <a:xfrm>
              <a:off x="876" y="1852"/>
              <a:ext cx="82" cy="373"/>
            </a:xfrm>
            <a:custGeom>
              <a:avLst/>
              <a:gdLst>
                <a:gd name="T0" fmla="*/ 3 w 413"/>
                <a:gd name="T1" fmla="*/ 15 h 1865"/>
                <a:gd name="T2" fmla="*/ 3 w 413"/>
                <a:gd name="T3" fmla="*/ 15 h 1865"/>
                <a:gd name="T4" fmla="*/ 0 w 413"/>
                <a:gd name="T5" fmla="*/ 0 h 1865"/>
                <a:gd name="T6" fmla="*/ 0 w 413"/>
                <a:gd name="T7" fmla="*/ 0 h 1865"/>
                <a:gd name="T8" fmla="*/ 3 w 413"/>
                <a:gd name="T9" fmla="*/ 15 h 1865"/>
                <a:gd name="T10" fmla="*/ 3 w 413"/>
                <a:gd name="T11" fmla="*/ 15 h 1865"/>
                <a:gd name="T12" fmla="*/ 3 w 413"/>
                <a:gd name="T13" fmla="*/ 15 h 1865"/>
                <a:gd name="T14" fmla="*/ 3 w 413"/>
                <a:gd name="T15" fmla="*/ 15 h 1865"/>
                <a:gd name="T16" fmla="*/ 3 w 413"/>
                <a:gd name="T17" fmla="*/ 15 h 1865"/>
                <a:gd name="T18" fmla="*/ 3 w 413"/>
                <a:gd name="T19" fmla="*/ 15 h 1865"/>
                <a:gd name="T20" fmla="*/ 3 w 413"/>
                <a:gd name="T21" fmla="*/ 15 h 1865"/>
                <a:gd name="T22" fmla="*/ 3 w 413"/>
                <a:gd name="T23" fmla="*/ 15 h 186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413"/>
                <a:gd name="T37" fmla="*/ 0 h 1865"/>
                <a:gd name="T38" fmla="*/ 413 w 413"/>
                <a:gd name="T39" fmla="*/ 1865 h 1865"/>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413" h="1865">
                  <a:moveTo>
                    <a:pt x="400" y="1864"/>
                  </a:moveTo>
                  <a:lnTo>
                    <a:pt x="413" y="1856"/>
                  </a:lnTo>
                  <a:lnTo>
                    <a:pt x="17" y="0"/>
                  </a:lnTo>
                  <a:lnTo>
                    <a:pt x="0" y="2"/>
                  </a:lnTo>
                  <a:lnTo>
                    <a:pt x="396" y="1858"/>
                  </a:lnTo>
                  <a:lnTo>
                    <a:pt x="409" y="1850"/>
                  </a:lnTo>
                  <a:lnTo>
                    <a:pt x="396" y="1858"/>
                  </a:lnTo>
                  <a:lnTo>
                    <a:pt x="400" y="1864"/>
                  </a:lnTo>
                  <a:lnTo>
                    <a:pt x="406" y="1865"/>
                  </a:lnTo>
                  <a:lnTo>
                    <a:pt x="410" y="1862"/>
                  </a:lnTo>
                  <a:lnTo>
                    <a:pt x="413" y="1856"/>
                  </a:lnTo>
                  <a:lnTo>
                    <a:pt x="400" y="186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8684" name="Freeform 32"/>
            <p:cNvSpPr>
              <a:spLocks/>
            </p:cNvSpPr>
            <p:nvPr/>
          </p:nvSpPr>
          <p:spPr bwMode="auto">
            <a:xfrm>
              <a:off x="1282" y="1533"/>
              <a:ext cx="35" cy="161"/>
            </a:xfrm>
            <a:custGeom>
              <a:avLst/>
              <a:gdLst>
                <a:gd name="T0" fmla="*/ 1 w 175"/>
                <a:gd name="T1" fmla="*/ 6 h 807"/>
                <a:gd name="T2" fmla="*/ 1 w 175"/>
                <a:gd name="T3" fmla="*/ 6 h 807"/>
                <a:gd name="T4" fmla="*/ 1 w 175"/>
                <a:gd name="T5" fmla="*/ 6 h 807"/>
                <a:gd name="T6" fmla="*/ 1 w 175"/>
                <a:gd name="T7" fmla="*/ 5 h 807"/>
                <a:gd name="T8" fmla="*/ 1 w 175"/>
                <a:gd name="T9" fmla="*/ 5 h 807"/>
                <a:gd name="T10" fmla="*/ 1 w 175"/>
                <a:gd name="T11" fmla="*/ 5 h 807"/>
                <a:gd name="T12" fmla="*/ 1 w 175"/>
                <a:gd name="T13" fmla="*/ 4 h 807"/>
                <a:gd name="T14" fmla="*/ 1 w 175"/>
                <a:gd name="T15" fmla="*/ 4 h 807"/>
                <a:gd name="T16" fmla="*/ 1 w 175"/>
                <a:gd name="T17" fmla="*/ 3 h 807"/>
                <a:gd name="T18" fmla="*/ 1 w 175"/>
                <a:gd name="T19" fmla="*/ 3 h 807"/>
                <a:gd name="T20" fmla="*/ 1 w 175"/>
                <a:gd name="T21" fmla="*/ 3 h 807"/>
                <a:gd name="T22" fmla="*/ 1 w 175"/>
                <a:gd name="T23" fmla="*/ 2 h 807"/>
                <a:gd name="T24" fmla="*/ 1 w 175"/>
                <a:gd name="T25" fmla="*/ 2 h 807"/>
                <a:gd name="T26" fmla="*/ 1 w 175"/>
                <a:gd name="T27" fmla="*/ 2 h 807"/>
                <a:gd name="T28" fmla="*/ 1 w 175"/>
                <a:gd name="T29" fmla="*/ 1 h 807"/>
                <a:gd name="T30" fmla="*/ 1 w 175"/>
                <a:gd name="T31" fmla="*/ 1 h 807"/>
                <a:gd name="T32" fmla="*/ 1 w 175"/>
                <a:gd name="T33" fmla="*/ 1 h 807"/>
                <a:gd name="T34" fmla="*/ 1 w 175"/>
                <a:gd name="T35" fmla="*/ 0 h 807"/>
                <a:gd name="T36" fmla="*/ 1 w 175"/>
                <a:gd name="T37" fmla="*/ 0 h 807"/>
                <a:gd name="T38" fmla="*/ 1 w 175"/>
                <a:gd name="T39" fmla="*/ 0 h 807"/>
                <a:gd name="T40" fmla="*/ 0 w 175"/>
                <a:gd name="T41" fmla="*/ 1 h 807"/>
                <a:gd name="T42" fmla="*/ 0 w 175"/>
                <a:gd name="T43" fmla="*/ 1 h 807"/>
                <a:gd name="T44" fmla="*/ 0 w 175"/>
                <a:gd name="T45" fmla="*/ 1 h 807"/>
                <a:gd name="T46" fmla="*/ 0 w 175"/>
                <a:gd name="T47" fmla="*/ 2 h 807"/>
                <a:gd name="T48" fmla="*/ 0 w 175"/>
                <a:gd name="T49" fmla="*/ 2 h 807"/>
                <a:gd name="T50" fmla="*/ 0 w 175"/>
                <a:gd name="T51" fmla="*/ 3 h 807"/>
                <a:gd name="T52" fmla="*/ 0 w 175"/>
                <a:gd name="T53" fmla="*/ 3 h 807"/>
                <a:gd name="T54" fmla="*/ 0 w 175"/>
                <a:gd name="T55" fmla="*/ 3 h 807"/>
                <a:gd name="T56" fmla="*/ 0 w 175"/>
                <a:gd name="T57" fmla="*/ 4 h 807"/>
                <a:gd name="T58" fmla="*/ 0 w 175"/>
                <a:gd name="T59" fmla="*/ 4 h 807"/>
                <a:gd name="T60" fmla="*/ 0 w 175"/>
                <a:gd name="T61" fmla="*/ 5 h 807"/>
                <a:gd name="T62" fmla="*/ 0 w 175"/>
                <a:gd name="T63" fmla="*/ 5 h 807"/>
                <a:gd name="T64" fmla="*/ 0 w 175"/>
                <a:gd name="T65" fmla="*/ 5 h 807"/>
                <a:gd name="T66" fmla="*/ 1 w 175"/>
                <a:gd name="T67" fmla="*/ 6 h 807"/>
                <a:gd name="T68" fmla="*/ 1 w 175"/>
                <a:gd name="T69" fmla="*/ 6 h 807"/>
                <a:gd name="T70" fmla="*/ 1 w 175"/>
                <a:gd name="T71" fmla="*/ 6 h 807"/>
                <a:gd name="T72" fmla="*/ 1 w 175"/>
                <a:gd name="T73" fmla="*/ 6 h 807"/>
                <a:gd name="T74" fmla="*/ 1 w 175"/>
                <a:gd name="T75" fmla="*/ 6 h 807"/>
                <a:gd name="T76" fmla="*/ 1 w 175"/>
                <a:gd name="T77" fmla="*/ 6 h 807"/>
                <a:gd name="T78" fmla="*/ 1 w 175"/>
                <a:gd name="T79" fmla="*/ 6 h 807"/>
                <a:gd name="T80" fmla="*/ 1 w 175"/>
                <a:gd name="T81" fmla="*/ 6 h 807"/>
                <a:gd name="T82" fmla="*/ 1 w 175"/>
                <a:gd name="T83" fmla="*/ 6 h 807"/>
                <a:gd name="T84" fmla="*/ 1 w 175"/>
                <a:gd name="T85" fmla="*/ 6 h 807"/>
                <a:gd name="T86" fmla="*/ 1 w 175"/>
                <a:gd name="T87" fmla="*/ 6 h 807"/>
                <a:gd name="T88" fmla="*/ 1 w 175"/>
                <a:gd name="T89" fmla="*/ 6 h 807"/>
                <a:gd name="T90" fmla="*/ 1 w 175"/>
                <a:gd name="T91" fmla="*/ 6 h 80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175"/>
                <a:gd name="T139" fmla="*/ 0 h 807"/>
                <a:gd name="T140" fmla="*/ 175 w 175"/>
                <a:gd name="T141" fmla="*/ 807 h 80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175" h="807">
                  <a:moveTo>
                    <a:pt x="169" y="740"/>
                  </a:moveTo>
                  <a:lnTo>
                    <a:pt x="169" y="739"/>
                  </a:lnTo>
                  <a:lnTo>
                    <a:pt x="149" y="698"/>
                  </a:lnTo>
                  <a:lnTo>
                    <a:pt x="133" y="656"/>
                  </a:lnTo>
                  <a:lnTo>
                    <a:pt x="120" y="611"/>
                  </a:lnTo>
                  <a:lnTo>
                    <a:pt x="108" y="565"/>
                  </a:lnTo>
                  <a:lnTo>
                    <a:pt x="100" y="520"/>
                  </a:lnTo>
                  <a:lnTo>
                    <a:pt x="96" y="472"/>
                  </a:lnTo>
                  <a:lnTo>
                    <a:pt x="93" y="425"/>
                  </a:lnTo>
                  <a:lnTo>
                    <a:pt x="93" y="377"/>
                  </a:lnTo>
                  <a:lnTo>
                    <a:pt x="96" y="330"/>
                  </a:lnTo>
                  <a:lnTo>
                    <a:pt x="100" y="283"/>
                  </a:lnTo>
                  <a:lnTo>
                    <a:pt x="106" y="238"/>
                  </a:lnTo>
                  <a:lnTo>
                    <a:pt x="115" y="195"/>
                  </a:lnTo>
                  <a:lnTo>
                    <a:pt x="126" y="153"/>
                  </a:lnTo>
                  <a:lnTo>
                    <a:pt x="139" y="114"/>
                  </a:lnTo>
                  <a:lnTo>
                    <a:pt x="153" y="77"/>
                  </a:lnTo>
                  <a:lnTo>
                    <a:pt x="169" y="43"/>
                  </a:lnTo>
                  <a:lnTo>
                    <a:pt x="87" y="0"/>
                  </a:lnTo>
                  <a:lnTo>
                    <a:pt x="69" y="39"/>
                  </a:lnTo>
                  <a:lnTo>
                    <a:pt x="52" y="81"/>
                  </a:lnTo>
                  <a:lnTo>
                    <a:pt x="37" y="127"/>
                  </a:lnTo>
                  <a:lnTo>
                    <a:pt x="24" y="174"/>
                  </a:lnTo>
                  <a:lnTo>
                    <a:pt x="15" y="222"/>
                  </a:lnTo>
                  <a:lnTo>
                    <a:pt x="7" y="271"/>
                  </a:lnTo>
                  <a:lnTo>
                    <a:pt x="2" y="323"/>
                  </a:lnTo>
                  <a:lnTo>
                    <a:pt x="0" y="374"/>
                  </a:lnTo>
                  <a:lnTo>
                    <a:pt x="0" y="427"/>
                  </a:lnTo>
                  <a:lnTo>
                    <a:pt x="2" y="479"/>
                  </a:lnTo>
                  <a:lnTo>
                    <a:pt x="9" y="531"/>
                  </a:lnTo>
                  <a:lnTo>
                    <a:pt x="17" y="584"/>
                  </a:lnTo>
                  <a:lnTo>
                    <a:pt x="29" y="635"/>
                  </a:lnTo>
                  <a:lnTo>
                    <a:pt x="44" y="686"/>
                  </a:lnTo>
                  <a:lnTo>
                    <a:pt x="65" y="736"/>
                  </a:lnTo>
                  <a:lnTo>
                    <a:pt x="87" y="784"/>
                  </a:lnTo>
                  <a:lnTo>
                    <a:pt x="87" y="782"/>
                  </a:lnTo>
                  <a:lnTo>
                    <a:pt x="87" y="784"/>
                  </a:lnTo>
                  <a:lnTo>
                    <a:pt x="100" y="799"/>
                  </a:lnTo>
                  <a:lnTo>
                    <a:pt x="117" y="807"/>
                  </a:lnTo>
                  <a:lnTo>
                    <a:pt x="134" y="807"/>
                  </a:lnTo>
                  <a:lnTo>
                    <a:pt x="151" y="801"/>
                  </a:lnTo>
                  <a:lnTo>
                    <a:pt x="164" y="791"/>
                  </a:lnTo>
                  <a:lnTo>
                    <a:pt x="173" y="777"/>
                  </a:lnTo>
                  <a:lnTo>
                    <a:pt x="175" y="759"/>
                  </a:lnTo>
                  <a:lnTo>
                    <a:pt x="169" y="739"/>
                  </a:lnTo>
                  <a:lnTo>
                    <a:pt x="169" y="74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8685" name="Freeform 33"/>
            <p:cNvSpPr>
              <a:spLocks/>
            </p:cNvSpPr>
            <p:nvPr/>
          </p:nvSpPr>
          <p:spPr bwMode="auto">
            <a:xfrm>
              <a:off x="1299" y="1681"/>
              <a:ext cx="157" cy="281"/>
            </a:xfrm>
            <a:custGeom>
              <a:avLst/>
              <a:gdLst>
                <a:gd name="T0" fmla="*/ 6 w 787"/>
                <a:gd name="T1" fmla="*/ 11 h 1404"/>
                <a:gd name="T2" fmla="*/ 6 w 787"/>
                <a:gd name="T3" fmla="*/ 11 h 1404"/>
                <a:gd name="T4" fmla="*/ 1 w 787"/>
                <a:gd name="T5" fmla="*/ 0 h 1404"/>
                <a:gd name="T6" fmla="*/ 0 w 787"/>
                <a:gd name="T7" fmla="*/ 0 h 1404"/>
                <a:gd name="T8" fmla="*/ 6 w 787"/>
                <a:gd name="T9" fmla="*/ 11 h 1404"/>
                <a:gd name="T10" fmla="*/ 6 w 787"/>
                <a:gd name="T11" fmla="*/ 11 h 1404"/>
                <a:gd name="T12" fmla="*/ 6 w 787"/>
                <a:gd name="T13" fmla="*/ 11 h 1404"/>
                <a:gd name="T14" fmla="*/ 6 w 787"/>
                <a:gd name="T15" fmla="*/ 11 h 1404"/>
                <a:gd name="T16" fmla="*/ 6 w 787"/>
                <a:gd name="T17" fmla="*/ 11 h 1404"/>
                <a:gd name="T18" fmla="*/ 6 w 787"/>
                <a:gd name="T19" fmla="*/ 11 h 1404"/>
                <a:gd name="T20" fmla="*/ 6 w 787"/>
                <a:gd name="T21" fmla="*/ 11 h 1404"/>
                <a:gd name="T22" fmla="*/ 6 w 787"/>
                <a:gd name="T23" fmla="*/ 11 h 1404"/>
                <a:gd name="T24" fmla="*/ 6 w 787"/>
                <a:gd name="T25" fmla="*/ 11 h 1404"/>
                <a:gd name="T26" fmla="*/ 6 w 787"/>
                <a:gd name="T27" fmla="*/ 11 h 1404"/>
                <a:gd name="T28" fmla="*/ 6 w 787"/>
                <a:gd name="T29" fmla="*/ 11 h 1404"/>
                <a:gd name="T30" fmla="*/ 6 w 787"/>
                <a:gd name="T31" fmla="*/ 11 h 1404"/>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787"/>
                <a:gd name="T49" fmla="*/ 0 h 1404"/>
                <a:gd name="T50" fmla="*/ 787 w 787"/>
                <a:gd name="T51" fmla="*/ 1404 h 1404"/>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787" h="1404">
                  <a:moveTo>
                    <a:pt x="781" y="1334"/>
                  </a:moveTo>
                  <a:lnTo>
                    <a:pt x="781" y="1337"/>
                  </a:lnTo>
                  <a:lnTo>
                    <a:pt x="82" y="0"/>
                  </a:lnTo>
                  <a:lnTo>
                    <a:pt x="0" y="42"/>
                  </a:lnTo>
                  <a:lnTo>
                    <a:pt x="699" y="1379"/>
                  </a:lnTo>
                  <a:lnTo>
                    <a:pt x="699" y="1381"/>
                  </a:lnTo>
                  <a:lnTo>
                    <a:pt x="699" y="1379"/>
                  </a:lnTo>
                  <a:lnTo>
                    <a:pt x="712" y="1395"/>
                  </a:lnTo>
                  <a:lnTo>
                    <a:pt x="727" y="1402"/>
                  </a:lnTo>
                  <a:lnTo>
                    <a:pt x="744" y="1404"/>
                  </a:lnTo>
                  <a:lnTo>
                    <a:pt x="761" y="1398"/>
                  </a:lnTo>
                  <a:lnTo>
                    <a:pt x="775" y="1388"/>
                  </a:lnTo>
                  <a:lnTo>
                    <a:pt x="784" y="1373"/>
                  </a:lnTo>
                  <a:lnTo>
                    <a:pt x="787" y="1357"/>
                  </a:lnTo>
                  <a:lnTo>
                    <a:pt x="781" y="1337"/>
                  </a:lnTo>
                  <a:lnTo>
                    <a:pt x="781" y="13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8686" name="Freeform 34"/>
            <p:cNvSpPr>
              <a:spLocks/>
            </p:cNvSpPr>
            <p:nvPr/>
          </p:nvSpPr>
          <p:spPr bwMode="auto">
            <a:xfrm>
              <a:off x="1439" y="1948"/>
              <a:ext cx="125" cy="76"/>
            </a:xfrm>
            <a:custGeom>
              <a:avLst/>
              <a:gdLst>
                <a:gd name="T0" fmla="*/ 5 w 628"/>
                <a:gd name="T1" fmla="*/ 2 h 383"/>
                <a:gd name="T2" fmla="*/ 5 w 628"/>
                <a:gd name="T3" fmla="*/ 2 h 383"/>
                <a:gd name="T4" fmla="*/ 4 w 628"/>
                <a:gd name="T5" fmla="*/ 2 h 383"/>
                <a:gd name="T6" fmla="*/ 4 w 628"/>
                <a:gd name="T7" fmla="*/ 2 h 383"/>
                <a:gd name="T8" fmla="*/ 4 w 628"/>
                <a:gd name="T9" fmla="*/ 2 h 383"/>
                <a:gd name="T10" fmla="*/ 3 w 628"/>
                <a:gd name="T11" fmla="*/ 2 h 383"/>
                <a:gd name="T12" fmla="*/ 3 w 628"/>
                <a:gd name="T13" fmla="*/ 2 h 383"/>
                <a:gd name="T14" fmla="*/ 3 w 628"/>
                <a:gd name="T15" fmla="*/ 2 h 383"/>
                <a:gd name="T16" fmla="*/ 3 w 628"/>
                <a:gd name="T17" fmla="*/ 2 h 383"/>
                <a:gd name="T18" fmla="*/ 2 w 628"/>
                <a:gd name="T19" fmla="*/ 2 h 383"/>
                <a:gd name="T20" fmla="*/ 2 w 628"/>
                <a:gd name="T21" fmla="*/ 2 h 383"/>
                <a:gd name="T22" fmla="*/ 2 w 628"/>
                <a:gd name="T23" fmla="*/ 1 h 383"/>
                <a:gd name="T24" fmla="*/ 2 w 628"/>
                <a:gd name="T25" fmla="*/ 1 h 383"/>
                <a:gd name="T26" fmla="*/ 1 w 628"/>
                <a:gd name="T27" fmla="*/ 1 h 383"/>
                <a:gd name="T28" fmla="*/ 1 w 628"/>
                <a:gd name="T29" fmla="*/ 1 h 383"/>
                <a:gd name="T30" fmla="*/ 1 w 628"/>
                <a:gd name="T31" fmla="*/ 1 h 383"/>
                <a:gd name="T32" fmla="*/ 1 w 628"/>
                <a:gd name="T33" fmla="*/ 0 h 383"/>
                <a:gd name="T34" fmla="*/ 1 w 628"/>
                <a:gd name="T35" fmla="*/ 0 h 383"/>
                <a:gd name="T36" fmla="*/ 0 w 628"/>
                <a:gd name="T37" fmla="*/ 0 h 383"/>
                <a:gd name="T38" fmla="*/ 0 w 628"/>
                <a:gd name="T39" fmla="*/ 1 h 383"/>
                <a:gd name="T40" fmla="*/ 0 w 628"/>
                <a:gd name="T41" fmla="*/ 1 h 383"/>
                <a:gd name="T42" fmla="*/ 1 w 628"/>
                <a:gd name="T43" fmla="*/ 1 h 383"/>
                <a:gd name="T44" fmla="*/ 1 w 628"/>
                <a:gd name="T45" fmla="*/ 1 h 383"/>
                <a:gd name="T46" fmla="*/ 1 w 628"/>
                <a:gd name="T47" fmla="*/ 2 h 383"/>
                <a:gd name="T48" fmla="*/ 1 w 628"/>
                <a:gd name="T49" fmla="*/ 2 h 383"/>
                <a:gd name="T50" fmla="*/ 2 w 628"/>
                <a:gd name="T51" fmla="*/ 2 h 383"/>
                <a:gd name="T52" fmla="*/ 2 w 628"/>
                <a:gd name="T53" fmla="*/ 2 h 383"/>
                <a:gd name="T54" fmla="*/ 2 w 628"/>
                <a:gd name="T55" fmla="*/ 2 h 383"/>
                <a:gd name="T56" fmla="*/ 3 w 628"/>
                <a:gd name="T57" fmla="*/ 3 h 383"/>
                <a:gd name="T58" fmla="*/ 3 w 628"/>
                <a:gd name="T59" fmla="*/ 3 h 383"/>
                <a:gd name="T60" fmla="*/ 3 w 628"/>
                <a:gd name="T61" fmla="*/ 3 h 383"/>
                <a:gd name="T62" fmla="*/ 4 w 628"/>
                <a:gd name="T63" fmla="*/ 3 h 383"/>
                <a:gd name="T64" fmla="*/ 4 w 628"/>
                <a:gd name="T65" fmla="*/ 3 h 383"/>
                <a:gd name="T66" fmla="*/ 4 w 628"/>
                <a:gd name="T67" fmla="*/ 3 h 383"/>
                <a:gd name="T68" fmla="*/ 5 w 628"/>
                <a:gd name="T69" fmla="*/ 3 h 383"/>
                <a:gd name="T70" fmla="*/ 5 w 628"/>
                <a:gd name="T71" fmla="*/ 3 h 383"/>
                <a:gd name="T72" fmla="*/ 5 w 628"/>
                <a:gd name="T73" fmla="*/ 3 h 383"/>
                <a:gd name="T74" fmla="*/ 5 w 628"/>
                <a:gd name="T75" fmla="*/ 3 h 383"/>
                <a:gd name="T76" fmla="*/ 5 w 628"/>
                <a:gd name="T77" fmla="*/ 3 h 383"/>
                <a:gd name="T78" fmla="*/ 5 w 628"/>
                <a:gd name="T79" fmla="*/ 3 h 383"/>
                <a:gd name="T80" fmla="*/ 5 w 628"/>
                <a:gd name="T81" fmla="*/ 3 h 383"/>
                <a:gd name="T82" fmla="*/ 5 w 628"/>
                <a:gd name="T83" fmla="*/ 3 h 383"/>
                <a:gd name="T84" fmla="*/ 5 w 628"/>
                <a:gd name="T85" fmla="*/ 2 h 383"/>
                <a:gd name="T86" fmla="*/ 5 w 628"/>
                <a:gd name="T87" fmla="*/ 2 h 383"/>
                <a:gd name="T88" fmla="*/ 5 w 628"/>
                <a:gd name="T89" fmla="*/ 2 h 383"/>
                <a:gd name="T90" fmla="*/ 5 w 628"/>
                <a:gd name="T91" fmla="*/ 2 h 38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628"/>
                <a:gd name="T139" fmla="*/ 0 h 383"/>
                <a:gd name="T140" fmla="*/ 628 w 628"/>
                <a:gd name="T141" fmla="*/ 383 h 38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628" h="383">
                  <a:moveTo>
                    <a:pt x="581" y="289"/>
                  </a:moveTo>
                  <a:lnTo>
                    <a:pt x="582" y="289"/>
                  </a:lnTo>
                  <a:lnTo>
                    <a:pt x="541" y="287"/>
                  </a:lnTo>
                  <a:lnTo>
                    <a:pt x="500" y="283"/>
                  </a:lnTo>
                  <a:lnTo>
                    <a:pt x="462" y="276"/>
                  </a:lnTo>
                  <a:lnTo>
                    <a:pt x="424" y="268"/>
                  </a:lnTo>
                  <a:lnTo>
                    <a:pt x="389" y="255"/>
                  </a:lnTo>
                  <a:lnTo>
                    <a:pt x="352" y="242"/>
                  </a:lnTo>
                  <a:lnTo>
                    <a:pt x="320" y="227"/>
                  </a:lnTo>
                  <a:lnTo>
                    <a:pt x="287" y="209"/>
                  </a:lnTo>
                  <a:lnTo>
                    <a:pt x="255" y="189"/>
                  </a:lnTo>
                  <a:lnTo>
                    <a:pt x="226" y="168"/>
                  </a:lnTo>
                  <a:lnTo>
                    <a:pt x="198" y="145"/>
                  </a:lnTo>
                  <a:lnTo>
                    <a:pt x="172" y="119"/>
                  </a:lnTo>
                  <a:lnTo>
                    <a:pt x="146" y="92"/>
                  </a:lnTo>
                  <a:lnTo>
                    <a:pt x="122" y="64"/>
                  </a:lnTo>
                  <a:lnTo>
                    <a:pt x="100" y="33"/>
                  </a:lnTo>
                  <a:lnTo>
                    <a:pt x="82" y="0"/>
                  </a:lnTo>
                  <a:lnTo>
                    <a:pt x="0" y="47"/>
                  </a:lnTo>
                  <a:lnTo>
                    <a:pt x="23" y="85"/>
                  </a:lnTo>
                  <a:lnTo>
                    <a:pt x="49" y="120"/>
                  </a:lnTo>
                  <a:lnTo>
                    <a:pt x="76" y="153"/>
                  </a:lnTo>
                  <a:lnTo>
                    <a:pt x="104" y="185"/>
                  </a:lnTo>
                  <a:lnTo>
                    <a:pt x="137" y="215"/>
                  </a:lnTo>
                  <a:lnTo>
                    <a:pt x="170" y="241"/>
                  </a:lnTo>
                  <a:lnTo>
                    <a:pt x="204" y="267"/>
                  </a:lnTo>
                  <a:lnTo>
                    <a:pt x="240" y="289"/>
                  </a:lnTo>
                  <a:lnTo>
                    <a:pt x="277" y="309"/>
                  </a:lnTo>
                  <a:lnTo>
                    <a:pt x="317" y="329"/>
                  </a:lnTo>
                  <a:lnTo>
                    <a:pt x="358" y="344"/>
                  </a:lnTo>
                  <a:lnTo>
                    <a:pt x="400" y="357"/>
                  </a:lnTo>
                  <a:lnTo>
                    <a:pt x="444" y="367"/>
                  </a:lnTo>
                  <a:lnTo>
                    <a:pt x="488" y="374"/>
                  </a:lnTo>
                  <a:lnTo>
                    <a:pt x="534" y="380"/>
                  </a:lnTo>
                  <a:lnTo>
                    <a:pt x="580" y="383"/>
                  </a:lnTo>
                  <a:lnTo>
                    <a:pt x="581" y="383"/>
                  </a:lnTo>
                  <a:lnTo>
                    <a:pt x="580" y="383"/>
                  </a:lnTo>
                  <a:lnTo>
                    <a:pt x="600" y="379"/>
                  </a:lnTo>
                  <a:lnTo>
                    <a:pt x="615" y="369"/>
                  </a:lnTo>
                  <a:lnTo>
                    <a:pt x="624" y="353"/>
                  </a:lnTo>
                  <a:lnTo>
                    <a:pt x="628" y="337"/>
                  </a:lnTo>
                  <a:lnTo>
                    <a:pt x="625" y="319"/>
                  </a:lnTo>
                  <a:lnTo>
                    <a:pt x="617" y="304"/>
                  </a:lnTo>
                  <a:lnTo>
                    <a:pt x="602" y="294"/>
                  </a:lnTo>
                  <a:lnTo>
                    <a:pt x="582" y="289"/>
                  </a:lnTo>
                  <a:lnTo>
                    <a:pt x="581" y="28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8687" name="Freeform 35"/>
            <p:cNvSpPr>
              <a:spLocks/>
            </p:cNvSpPr>
            <p:nvPr/>
          </p:nvSpPr>
          <p:spPr bwMode="auto">
            <a:xfrm>
              <a:off x="1587" y="1880"/>
              <a:ext cx="85" cy="49"/>
            </a:xfrm>
            <a:custGeom>
              <a:avLst/>
              <a:gdLst>
                <a:gd name="T0" fmla="*/ 3 w 426"/>
                <a:gd name="T1" fmla="*/ 0 h 245"/>
                <a:gd name="T2" fmla="*/ 3 w 426"/>
                <a:gd name="T3" fmla="*/ 0 h 245"/>
                <a:gd name="T4" fmla="*/ 3 w 426"/>
                <a:gd name="T5" fmla="*/ 0 h 245"/>
                <a:gd name="T6" fmla="*/ 3 w 426"/>
                <a:gd name="T7" fmla="*/ 0 h 245"/>
                <a:gd name="T8" fmla="*/ 2 w 426"/>
                <a:gd name="T9" fmla="*/ 0 h 245"/>
                <a:gd name="T10" fmla="*/ 2 w 426"/>
                <a:gd name="T11" fmla="*/ 0 h 245"/>
                <a:gd name="T12" fmla="*/ 2 w 426"/>
                <a:gd name="T13" fmla="*/ 0 h 245"/>
                <a:gd name="T14" fmla="*/ 2 w 426"/>
                <a:gd name="T15" fmla="*/ 0 h 245"/>
                <a:gd name="T16" fmla="*/ 1 w 426"/>
                <a:gd name="T17" fmla="*/ 0 h 245"/>
                <a:gd name="T18" fmla="*/ 1 w 426"/>
                <a:gd name="T19" fmla="*/ 1 h 245"/>
                <a:gd name="T20" fmla="*/ 1 w 426"/>
                <a:gd name="T21" fmla="*/ 1 h 245"/>
                <a:gd name="T22" fmla="*/ 1 w 426"/>
                <a:gd name="T23" fmla="*/ 1 h 245"/>
                <a:gd name="T24" fmla="*/ 0 w 426"/>
                <a:gd name="T25" fmla="*/ 1 h 245"/>
                <a:gd name="T26" fmla="*/ 0 w 426"/>
                <a:gd name="T27" fmla="*/ 1 h 245"/>
                <a:gd name="T28" fmla="*/ 0 w 426"/>
                <a:gd name="T29" fmla="*/ 1 h 245"/>
                <a:gd name="T30" fmla="*/ 0 w 426"/>
                <a:gd name="T31" fmla="*/ 2 h 245"/>
                <a:gd name="T32" fmla="*/ 0 w 426"/>
                <a:gd name="T33" fmla="*/ 2 h 245"/>
                <a:gd name="T34" fmla="*/ 0 w 426"/>
                <a:gd name="T35" fmla="*/ 2 h 245"/>
                <a:gd name="T36" fmla="*/ 0 w 426"/>
                <a:gd name="T37" fmla="*/ 2 h 245"/>
                <a:gd name="T38" fmla="*/ 0 w 426"/>
                <a:gd name="T39" fmla="*/ 2 h 245"/>
                <a:gd name="T40" fmla="*/ 0 w 426"/>
                <a:gd name="T41" fmla="*/ 2 h 245"/>
                <a:gd name="T42" fmla="*/ 0 w 426"/>
                <a:gd name="T43" fmla="*/ 1 h 245"/>
                <a:gd name="T44" fmla="*/ 0 w 426"/>
                <a:gd name="T45" fmla="*/ 1 h 245"/>
                <a:gd name="T46" fmla="*/ 0 w 426"/>
                <a:gd name="T47" fmla="*/ 1 h 245"/>
                <a:gd name="T48" fmla="*/ 1 w 426"/>
                <a:gd name="T49" fmla="*/ 1 h 245"/>
                <a:gd name="T50" fmla="*/ 1 w 426"/>
                <a:gd name="T51" fmla="*/ 1 h 245"/>
                <a:gd name="T52" fmla="*/ 1 w 426"/>
                <a:gd name="T53" fmla="*/ 1 h 245"/>
                <a:gd name="T54" fmla="*/ 1 w 426"/>
                <a:gd name="T55" fmla="*/ 1 h 245"/>
                <a:gd name="T56" fmla="*/ 2 w 426"/>
                <a:gd name="T57" fmla="*/ 0 h 245"/>
                <a:gd name="T58" fmla="*/ 2 w 426"/>
                <a:gd name="T59" fmla="*/ 0 h 245"/>
                <a:gd name="T60" fmla="*/ 2 w 426"/>
                <a:gd name="T61" fmla="*/ 0 h 245"/>
                <a:gd name="T62" fmla="*/ 2 w 426"/>
                <a:gd name="T63" fmla="*/ 0 h 245"/>
                <a:gd name="T64" fmla="*/ 3 w 426"/>
                <a:gd name="T65" fmla="*/ 0 h 245"/>
                <a:gd name="T66" fmla="*/ 3 w 426"/>
                <a:gd name="T67" fmla="*/ 0 h 245"/>
                <a:gd name="T68" fmla="*/ 3 w 426"/>
                <a:gd name="T69" fmla="*/ 0 h 245"/>
                <a:gd name="T70" fmla="*/ 3 w 426"/>
                <a:gd name="T71" fmla="*/ 0 h 245"/>
                <a:gd name="T72" fmla="*/ 3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426" y="0"/>
                  </a:moveTo>
                  <a:lnTo>
                    <a:pt x="426" y="0"/>
                  </a:lnTo>
                  <a:lnTo>
                    <a:pt x="384" y="1"/>
                  </a:lnTo>
                  <a:lnTo>
                    <a:pt x="340" y="4"/>
                  </a:lnTo>
                  <a:lnTo>
                    <a:pt x="300" y="10"/>
                  </a:lnTo>
                  <a:lnTo>
                    <a:pt x="262" y="18"/>
                  </a:lnTo>
                  <a:lnTo>
                    <a:pt x="224" y="29"/>
                  </a:lnTo>
                  <a:lnTo>
                    <a:pt x="189" y="41"/>
                  </a:lnTo>
                  <a:lnTo>
                    <a:pt x="157" y="55"/>
                  </a:lnTo>
                  <a:lnTo>
                    <a:pt x="126" y="70"/>
                  </a:lnTo>
                  <a:lnTo>
                    <a:pt x="99" y="89"/>
                  </a:lnTo>
                  <a:lnTo>
                    <a:pt x="74" y="106"/>
                  </a:lnTo>
                  <a:lnTo>
                    <a:pt x="52" y="126"/>
                  </a:lnTo>
                  <a:lnTo>
                    <a:pt x="34" y="148"/>
                  </a:lnTo>
                  <a:lnTo>
                    <a:pt x="19" y="171"/>
                  </a:lnTo>
                  <a:lnTo>
                    <a:pt x="9" y="194"/>
                  </a:lnTo>
                  <a:lnTo>
                    <a:pt x="3" y="219"/>
                  </a:lnTo>
                  <a:lnTo>
                    <a:pt x="0" y="245"/>
                  </a:lnTo>
                  <a:lnTo>
                    <a:pt x="12" y="245"/>
                  </a:lnTo>
                  <a:lnTo>
                    <a:pt x="15" y="221"/>
                  </a:lnTo>
                  <a:lnTo>
                    <a:pt x="20" y="199"/>
                  </a:lnTo>
                  <a:lnTo>
                    <a:pt x="31" y="178"/>
                  </a:lnTo>
                  <a:lnTo>
                    <a:pt x="44" y="156"/>
                  </a:lnTo>
                  <a:lnTo>
                    <a:pt x="61" y="136"/>
                  </a:lnTo>
                  <a:lnTo>
                    <a:pt x="81" y="116"/>
                  </a:lnTo>
                  <a:lnTo>
                    <a:pt x="106" y="98"/>
                  </a:lnTo>
                  <a:lnTo>
                    <a:pt x="133" y="82"/>
                  </a:lnTo>
                  <a:lnTo>
                    <a:pt x="162" y="66"/>
                  </a:lnTo>
                  <a:lnTo>
                    <a:pt x="194" y="52"/>
                  </a:lnTo>
                  <a:lnTo>
                    <a:pt x="229" y="41"/>
                  </a:lnTo>
                  <a:lnTo>
                    <a:pt x="264" y="30"/>
                  </a:lnTo>
                  <a:lnTo>
                    <a:pt x="303" y="22"/>
                  </a:lnTo>
                  <a:lnTo>
                    <a:pt x="343" y="16"/>
                  </a:lnTo>
                  <a:lnTo>
                    <a:pt x="384" y="12"/>
                  </a:lnTo>
                  <a:lnTo>
                    <a:pt x="426" y="11"/>
                  </a:lnTo>
                  <a:lnTo>
                    <a:pt x="42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8688" name="Freeform 36"/>
            <p:cNvSpPr>
              <a:spLocks/>
            </p:cNvSpPr>
            <p:nvPr/>
          </p:nvSpPr>
          <p:spPr bwMode="auto">
            <a:xfrm>
              <a:off x="1587" y="1929"/>
              <a:ext cx="85" cy="49"/>
            </a:xfrm>
            <a:custGeom>
              <a:avLst/>
              <a:gdLst>
                <a:gd name="T0" fmla="*/ 0 w 426"/>
                <a:gd name="T1" fmla="*/ 0 h 245"/>
                <a:gd name="T2" fmla="*/ 0 w 426"/>
                <a:gd name="T3" fmla="*/ 0 h 245"/>
                <a:gd name="T4" fmla="*/ 0 w 426"/>
                <a:gd name="T5" fmla="*/ 0 h 245"/>
                <a:gd name="T6" fmla="*/ 0 w 426"/>
                <a:gd name="T7" fmla="*/ 0 h 245"/>
                <a:gd name="T8" fmla="*/ 0 w 426"/>
                <a:gd name="T9" fmla="*/ 1 h 245"/>
                <a:gd name="T10" fmla="*/ 0 w 426"/>
                <a:gd name="T11" fmla="*/ 1 h 245"/>
                <a:gd name="T12" fmla="*/ 0 w 426"/>
                <a:gd name="T13" fmla="*/ 1 h 245"/>
                <a:gd name="T14" fmla="*/ 1 w 426"/>
                <a:gd name="T15" fmla="*/ 1 h 245"/>
                <a:gd name="T16" fmla="*/ 1 w 426"/>
                <a:gd name="T17" fmla="*/ 1 h 245"/>
                <a:gd name="T18" fmla="*/ 1 w 426"/>
                <a:gd name="T19" fmla="*/ 1 h 245"/>
                <a:gd name="T20" fmla="*/ 1 w 426"/>
                <a:gd name="T21" fmla="*/ 2 h 245"/>
                <a:gd name="T22" fmla="*/ 2 w 426"/>
                <a:gd name="T23" fmla="*/ 2 h 245"/>
                <a:gd name="T24" fmla="*/ 2 w 426"/>
                <a:gd name="T25" fmla="*/ 2 h 245"/>
                <a:gd name="T26" fmla="*/ 2 w 426"/>
                <a:gd name="T27" fmla="*/ 2 h 245"/>
                <a:gd name="T28" fmla="*/ 2 w 426"/>
                <a:gd name="T29" fmla="*/ 2 h 245"/>
                <a:gd name="T30" fmla="*/ 3 w 426"/>
                <a:gd name="T31" fmla="*/ 2 h 245"/>
                <a:gd name="T32" fmla="*/ 3 w 426"/>
                <a:gd name="T33" fmla="*/ 2 h 245"/>
                <a:gd name="T34" fmla="*/ 3 w 426"/>
                <a:gd name="T35" fmla="*/ 2 h 245"/>
                <a:gd name="T36" fmla="*/ 3 w 426"/>
                <a:gd name="T37" fmla="*/ 2 h 245"/>
                <a:gd name="T38" fmla="*/ 3 w 426"/>
                <a:gd name="T39" fmla="*/ 2 h 245"/>
                <a:gd name="T40" fmla="*/ 3 w 426"/>
                <a:gd name="T41" fmla="*/ 2 h 245"/>
                <a:gd name="T42" fmla="*/ 2 w 426"/>
                <a:gd name="T43" fmla="*/ 2 h 245"/>
                <a:gd name="T44" fmla="*/ 2 w 426"/>
                <a:gd name="T45" fmla="*/ 2 h 245"/>
                <a:gd name="T46" fmla="*/ 2 w 426"/>
                <a:gd name="T47" fmla="*/ 2 h 245"/>
                <a:gd name="T48" fmla="*/ 2 w 426"/>
                <a:gd name="T49" fmla="*/ 2 h 245"/>
                <a:gd name="T50" fmla="*/ 1 w 426"/>
                <a:gd name="T51" fmla="*/ 1 h 245"/>
                <a:gd name="T52" fmla="*/ 1 w 426"/>
                <a:gd name="T53" fmla="*/ 1 h 245"/>
                <a:gd name="T54" fmla="*/ 1 w 426"/>
                <a:gd name="T55" fmla="*/ 1 h 245"/>
                <a:gd name="T56" fmla="*/ 1 w 426"/>
                <a:gd name="T57" fmla="*/ 1 h 245"/>
                <a:gd name="T58" fmla="*/ 0 w 426"/>
                <a:gd name="T59" fmla="*/ 1 h 245"/>
                <a:gd name="T60" fmla="*/ 0 w 426"/>
                <a:gd name="T61" fmla="*/ 1 h 245"/>
                <a:gd name="T62" fmla="*/ 0 w 426"/>
                <a:gd name="T63" fmla="*/ 1 h 245"/>
                <a:gd name="T64" fmla="*/ 0 w 426"/>
                <a:gd name="T65" fmla="*/ 0 h 245"/>
                <a:gd name="T66" fmla="*/ 0 w 426"/>
                <a:gd name="T67" fmla="*/ 0 h 245"/>
                <a:gd name="T68" fmla="*/ 0 w 426"/>
                <a:gd name="T69" fmla="*/ 0 h 245"/>
                <a:gd name="T70" fmla="*/ 0 w 426"/>
                <a:gd name="T71" fmla="*/ 0 h 245"/>
                <a:gd name="T72" fmla="*/ 0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0" y="0"/>
                  </a:moveTo>
                  <a:lnTo>
                    <a:pt x="0" y="0"/>
                  </a:lnTo>
                  <a:lnTo>
                    <a:pt x="3" y="25"/>
                  </a:lnTo>
                  <a:lnTo>
                    <a:pt x="9" y="50"/>
                  </a:lnTo>
                  <a:lnTo>
                    <a:pt x="19" y="73"/>
                  </a:lnTo>
                  <a:lnTo>
                    <a:pt x="34" y="96"/>
                  </a:lnTo>
                  <a:lnTo>
                    <a:pt x="52" y="118"/>
                  </a:lnTo>
                  <a:lnTo>
                    <a:pt x="74" y="138"/>
                  </a:lnTo>
                  <a:lnTo>
                    <a:pt x="99" y="156"/>
                  </a:lnTo>
                  <a:lnTo>
                    <a:pt x="126" y="174"/>
                  </a:lnTo>
                  <a:lnTo>
                    <a:pt x="157" y="190"/>
                  </a:lnTo>
                  <a:lnTo>
                    <a:pt x="189" y="204"/>
                  </a:lnTo>
                  <a:lnTo>
                    <a:pt x="224" y="215"/>
                  </a:lnTo>
                  <a:lnTo>
                    <a:pt x="262" y="226"/>
                  </a:lnTo>
                  <a:lnTo>
                    <a:pt x="300" y="234"/>
                  </a:lnTo>
                  <a:lnTo>
                    <a:pt x="340" y="240"/>
                  </a:lnTo>
                  <a:lnTo>
                    <a:pt x="384" y="244"/>
                  </a:lnTo>
                  <a:lnTo>
                    <a:pt x="426" y="245"/>
                  </a:lnTo>
                  <a:lnTo>
                    <a:pt x="426" y="233"/>
                  </a:lnTo>
                  <a:lnTo>
                    <a:pt x="384" y="232"/>
                  </a:lnTo>
                  <a:lnTo>
                    <a:pt x="343" y="228"/>
                  </a:lnTo>
                  <a:lnTo>
                    <a:pt x="303" y="222"/>
                  </a:lnTo>
                  <a:lnTo>
                    <a:pt x="264" y="214"/>
                  </a:lnTo>
                  <a:lnTo>
                    <a:pt x="229" y="204"/>
                  </a:lnTo>
                  <a:lnTo>
                    <a:pt x="194" y="192"/>
                  </a:lnTo>
                  <a:lnTo>
                    <a:pt x="162" y="178"/>
                  </a:lnTo>
                  <a:lnTo>
                    <a:pt x="133" y="163"/>
                  </a:lnTo>
                  <a:lnTo>
                    <a:pt x="106" y="146"/>
                  </a:lnTo>
                  <a:lnTo>
                    <a:pt x="81" y="129"/>
                  </a:lnTo>
                  <a:lnTo>
                    <a:pt x="61" y="109"/>
                  </a:lnTo>
                  <a:lnTo>
                    <a:pt x="44" y="89"/>
                  </a:lnTo>
                  <a:lnTo>
                    <a:pt x="31" y="66"/>
                  </a:lnTo>
                  <a:lnTo>
                    <a:pt x="20" y="45"/>
                  </a:lnTo>
                  <a:lnTo>
                    <a:pt x="15" y="2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8689" name="Freeform 37"/>
            <p:cNvSpPr>
              <a:spLocks/>
            </p:cNvSpPr>
            <p:nvPr/>
          </p:nvSpPr>
          <p:spPr bwMode="auto">
            <a:xfrm>
              <a:off x="878" y="1448"/>
              <a:ext cx="792" cy="954"/>
            </a:xfrm>
            <a:custGeom>
              <a:avLst/>
              <a:gdLst>
                <a:gd name="T0" fmla="*/ 13 w 3960"/>
                <a:gd name="T1" fmla="*/ 38 h 4768"/>
                <a:gd name="T2" fmla="*/ 14 w 3960"/>
                <a:gd name="T3" fmla="*/ 38 h 4768"/>
                <a:gd name="T4" fmla="*/ 15 w 3960"/>
                <a:gd name="T5" fmla="*/ 38 h 4768"/>
                <a:gd name="T6" fmla="*/ 15 w 3960"/>
                <a:gd name="T7" fmla="*/ 38 h 4768"/>
                <a:gd name="T8" fmla="*/ 16 w 3960"/>
                <a:gd name="T9" fmla="*/ 38 h 4768"/>
                <a:gd name="T10" fmla="*/ 17 w 3960"/>
                <a:gd name="T11" fmla="*/ 38 h 4768"/>
                <a:gd name="T12" fmla="*/ 17 w 3960"/>
                <a:gd name="T13" fmla="*/ 38 h 4768"/>
                <a:gd name="T14" fmla="*/ 18 w 3960"/>
                <a:gd name="T15" fmla="*/ 38 h 4768"/>
                <a:gd name="T16" fmla="*/ 18 w 3960"/>
                <a:gd name="T17" fmla="*/ 38 h 4768"/>
                <a:gd name="T18" fmla="*/ 29 w 3960"/>
                <a:gd name="T19" fmla="*/ 30 h 4768"/>
                <a:gd name="T20" fmla="*/ 30 w 3960"/>
                <a:gd name="T21" fmla="*/ 30 h 4768"/>
                <a:gd name="T22" fmla="*/ 30 w 3960"/>
                <a:gd name="T23" fmla="*/ 29 h 4768"/>
                <a:gd name="T24" fmla="*/ 31 w 3960"/>
                <a:gd name="T25" fmla="*/ 28 h 4768"/>
                <a:gd name="T26" fmla="*/ 31 w 3960"/>
                <a:gd name="T27" fmla="*/ 28 h 4768"/>
                <a:gd name="T28" fmla="*/ 31 w 3960"/>
                <a:gd name="T29" fmla="*/ 27 h 4768"/>
                <a:gd name="T30" fmla="*/ 32 w 3960"/>
                <a:gd name="T31" fmla="*/ 26 h 4768"/>
                <a:gd name="T32" fmla="*/ 32 w 3960"/>
                <a:gd name="T33" fmla="*/ 25 h 4768"/>
                <a:gd name="T34" fmla="*/ 32 w 3960"/>
                <a:gd name="T35" fmla="*/ 11 h 4768"/>
                <a:gd name="T36" fmla="*/ 32 w 3960"/>
                <a:gd name="T37" fmla="*/ 10 h 4768"/>
                <a:gd name="T38" fmla="*/ 31 w 3960"/>
                <a:gd name="T39" fmla="*/ 9 h 4768"/>
                <a:gd name="T40" fmla="*/ 31 w 3960"/>
                <a:gd name="T41" fmla="*/ 9 h 4768"/>
                <a:gd name="T42" fmla="*/ 31 w 3960"/>
                <a:gd name="T43" fmla="*/ 8 h 4768"/>
                <a:gd name="T44" fmla="*/ 31 w 3960"/>
                <a:gd name="T45" fmla="*/ 8 h 4768"/>
                <a:gd name="T46" fmla="*/ 30 w 3960"/>
                <a:gd name="T47" fmla="*/ 7 h 4768"/>
                <a:gd name="T48" fmla="*/ 30 w 3960"/>
                <a:gd name="T49" fmla="*/ 7 h 4768"/>
                <a:gd name="T50" fmla="*/ 29 w 3960"/>
                <a:gd name="T51" fmla="*/ 6 h 4768"/>
                <a:gd name="T52" fmla="*/ 19 w 3960"/>
                <a:gd name="T53" fmla="*/ 1 h 4768"/>
                <a:gd name="T54" fmla="*/ 18 w 3960"/>
                <a:gd name="T55" fmla="*/ 0 h 4768"/>
                <a:gd name="T56" fmla="*/ 17 w 3960"/>
                <a:gd name="T57" fmla="*/ 0 h 4768"/>
                <a:gd name="T58" fmla="*/ 17 w 3960"/>
                <a:gd name="T59" fmla="*/ 0 h 4768"/>
                <a:gd name="T60" fmla="*/ 16 w 3960"/>
                <a:gd name="T61" fmla="*/ 0 h 4768"/>
                <a:gd name="T62" fmla="*/ 15 w 3960"/>
                <a:gd name="T63" fmla="*/ 0 h 4768"/>
                <a:gd name="T64" fmla="*/ 14 w 3960"/>
                <a:gd name="T65" fmla="*/ 0 h 4768"/>
                <a:gd name="T66" fmla="*/ 14 w 3960"/>
                <a:gd name="T67" fmla="*/ 0 h 4768"/>
                <a:gd name="T68" fmla="*/ 2 w 3960"/>
                <a:gd name="T69" fmla="*/ 6 h 4768"/>
                <a:gd name="T70" fmla="*/ 2 w 3960"/>
                <a:gd name="T71" fmla="*/ 7 h 4768"/>
                <a:gd name="T72" fmla="*/ 1 w 3960"/>
                <a:gd name="T73" fmla="*/ 7 h 4768"/>
                <a:gd name="T74" fmla="*/ 1 w 3960"/>
                <a:gd name="T75" fmla="*/ 8 h 4768"/>
                <a:gd name="T76" fmla="*/ 1 w 3960"/>
                <a:gd name="T77" fmla="*/ 8 h 4768"/>
                <a:gd name="T78" fmla="*/ 0 w 3960"/>
                <a:gd name="T79" fmla="*/ 9 h 4768"/>
                <a:gd name="T80" fmla="*/ 0 w 3960"/>
                <a:gd name="T81" fmla="*/ 9 h 4768"/>
                <a:gd name="T82" fmla="*/ 0 w 3960"/>
                <a:gd name="T83" fmla="*/ 10 h 4768"/>
                <a:gd name="T84" fmla="*/ 0 w 3960"/>
                <a:gd name="T85" fmla="*/ 11 h 4768"/>
                <a:gd name="T86" fmla="*/ 0 w 3960"/>
                <a:gd name="T87" fmla="*/ 25 h 4768"/>
                <a:gd name="T88" fmla="*/ 0 w 3960"/>
                <a:gd name="T89" fmla="*/ 26 h 4768"/>
                <a:gd name="T90" fmla="*/ 0 w 3960"/>
                <a:gd name="T91" fmla="*/ 27 h 4768"/>
                <a:gd name="T92" fmla="*/ 1 w 3960"/>
                <a:gd name="T93" fmla="*/ 28 h 4768"/>
                <a:gd name="T94" fmla="*/ 1 w 3960"/>
                <a:gd name="T95" fmla="*/ 29 h 4768"/>
                <a:gd name="T96" fmla="*/ 1 w 3960"/>
                <a:gd name="T97" fmla="*/ 29 h 4768"/>
                <a:gd name="T98" fmla="*/ 2 w 3960"/>
                <a:gd name="T99" fmla="*/ 30 h 4768"/>
                <a:gd name="T100" fmla="*/ 3 w 3960"/>
                <a:gd name="T101" fmla="*/ 31 h 4768"/>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w 3960"/>
                <a:gd name="T154" fmla="*/ 0 h 4768"/>
                <a:gd name="T155" fmla="*/ 3960 w 3960"/>
                <a:gd name="T156" fmla="*/ 4768 h 4768"/>
              </a:gdLst>
              <a:ahLst/>
              <a:cxnLst>
                <a:cxn ang="T102">
                  <a:pos x="T0" y="T1"/>
                </a:cxn>
                <a:cxn ang="T103">
                  <a:pos x="T2" y="T3"/>
                </a:cxn>
                <a:cxn ang="T104">
                  <a:pos x="T4" y="T5"/>
                </a:cxn>
                <a:cxn ang="T105">
                  <a:pos x="T6" y="T7"/>
                </a:cxn>
                <a:cxn ang="T106">
                  <a:pos x="T8" y="T9"/>
                </a:cxn>
                <a:cxn ang="T107">
                  <a:pos x="T10" y="T11"/>
                </a:cxn>
                <a:cxn ang="T108">
                  <a:pos x="T12" y="T13"/>
                </a:cxn>
                <a:cxn ang="T109">
                  <a:pos x="T14" y="T15"/>
                </a:cxn>
                <a:cxn ang="T110">
                  <a:pos x="T16" y="T17"/>
                </a:cxn>
                <a:cxn ang="T111">
                  <a:pos x="T18" y="T19"/>
                </a:cxn>
                <a:cxn ang="T112">
                  <a:pos x="T20" y="T21"/>
                </a:cxn>
                <a:cxn ang="T113">
                  <a:pos x="T22" y="T23"/>
                </a:cxn>
                <a:cxn ang="T114">
                  <a:pos x="T24" y="T25"/>
                </a:cxn>
                <a:cxn ang="T115">
                  <a:pos x="T26" y="T27"/>
                </a:cxn>
                <a:cxn ang="T116">
                  <a:pos x="T28" y="T29"/>
                </a:cxn>
                <a:cxn ang="T117">
                  <a:pos x="T30" y="T31"/>
                </a:cxn>
                <a:cxn ang="T118">
                  <a:pos x="T32" y="T33"/>
                </a:cxn>
                <a:cxn ang="T119">
                  <a:pos x="T34" y="T35"/>
                </a:cxn>
                <a:cxn ang="T120">
                  <a:pos x="T36" y="T37"/>
                </a:cxn>
                <a:cxn ang="T121">
                  <a:pos x="T38" y="T39"/>
                </a:cxn>
                <a:cxn ang="T122">
                  <a:pos x="T40" y="T41"/>
                </a:cxn>
                <a:cxn ang="T123">
                  <a:pos x="T42" y="T43"/>
                </a:cxn>
                <a:cxn ang="T124">
                  <a:pos x="T44" y="T45"/>
                </a:cxn>
                <a:cxn ang="T125">
                  <a:pos x="T46" y="T47"/>
                </a:cxn>
                <a:cxn ang="T126">
                  <a:pos x="T48" y="T49"/>
                </a:cxn>
                <a:cxn ang="T127">
                  <a:pos x="T50" y="T51"/>
                </a:cxn>
                <a:cxn ang="T128">
                  <a:pos x="T52" y="T53"/>
                </a:cxn>
                <a:cxn ang="T129">
                  <a:pos x="T54" y="T55"/>
                </a:cxn>
                <a:cxn ang="T130">
                  <a:pos x="T56" y="T57"/>
                </a:cxn>
                <a:cxn ang="T131">
                  <a:pos x="T58" y="T59"/>
                </a:cxn>
                <a:cxn ang="T132">
                  <a:pos x="T60" y="T61"/>
                </a:cxn>
                <a:cxn ang="T133">
                  <a:pos x="T62" y="T63"/>
                </a:cxn>
                <a:cxn ang="T134">
                  <a:pos x="T64" y="T65"/>
                </a:cxn>
                <a:cxn ang="T135">
                  <a:pos x="T66" y="T67"/>
                </a:cxn>
                <a:cxn ang="T136">
                  <a:pos x="T68" y="T69"/>
                </a:cxn>
                <a:cxn ang="T137">
                  <a:pos x="T70" y="T71"/>
                </a:cxn>
                <a:cxn ang="T138">
                  <a:pos x="T72" y="T73"/>
                </a:cxn>
                <a:cxn ang="T139">
                  <a:pos x="T74" y="T75"/>
                </a:cxn>
                <a:cxn ang="T140">
                  <a:pos x="T76" y="T77"/>
                </a:cxn>
                <a:cxn ang="T141">
                  <a:pos x="T78" y="T79"/>
                </a:cxn>
                <a:cxn ang="T142">
                  <a:pos x="T80" y="T81"/>
                </a:cxn>
                <a:cxn ang="T143">
                  <a:pos x="T82" y="T83"/>
                </a:cxn>
                <a:cxn ang="T144">
                  <a:pos x="T84" y="T85"/>
                </a:cxn>
                <a:cxn ang="T145">
                  <a:pos x="T86" y="T87"/>
                </a:cxn>
                <a:cxn ang="T146">
                  <a:pos x="T88" y="T89"/>
                </a:cxn>
                <a:cxn ang="T147">
                  <a:pos x="T90" y="T91"/>
                </a:cxn>
                <a:cxn ang="T148">
                  <a:pos x="T92" y="T93"/>
                </a:cxn>
                <a:cxn ang="T149">
                  <a:pos x="T94" y="T95"/>
                </a:cxn>
                <a:cxn ang="T150">
                  <a:pos x="T96" y="T97"/>
                </a:cxn>
                <a:cxn ang="T151">
                  <a:pos x="T98" y="T99"/>
                </a:cxn>
                <a:cxn ang="T152">
                  <a:pos x="T100" y="T101"/>
                </a:cxn>
              </a:cxnLst>
              <a:rect l="T153" t="T154" r="T155" b="T156"/>
              <a:pathLst>
                <a:path w="3960" h="4768">
                  <a:moveTo>
                    <a:pt x="353" y="3849"/>
                  </a:moveTo>
                  <a:lnTo>
                    <a:pt x="1661" y="4700"/>
                  </a:lnTo>
                  <a:lnTo>
                    <a:pt x="1697" y="4717"/>
                  </a:lnTo>
                  <a:lnTo>
                    <a:pt x="1736" y="4731"/>
                  </a:lnTo>
                  <a:lnTo>
                    <a:pt x="1776" y="4742"/>
                  </a:lnTo>
                  <a:lnTo>
                    <a:pt x="1818" y="4753"/>
                  </a:lnTo>
                  <a:lnTo>
                    <a:pt x="1860" y="4760"/>
                  </a:lnTo>
                  <a:lnTo>
                    <a:pt x="1902" y="4765"/>
                  </a:lnTo>
                  <a:lnTo>
                    <a:pt x="1946" y="4768"/>
                  </a:lnTo>
                  <a:lnTo>
                    <a:pt x="1988" y="4768"/>
                  </a:lnTo>
                  <a:lnTo>
                    <a:pt x="2031" y="4767"/>
                  </a:lnTo>
                  <a:lnTo>
                    <a:pt x="2073" y="4763"/>
                  </a:lnTo>
                  <a:lnTo>
                    <a:pt x="2114" y="4758"/>
                  </a:lnTo>
                  <a:lnTo>
                    <a:pt x="2154" y="4751"/>
                  </a:lnTo>
                  <a:lnTo>
                    <a:pt x="2193" y="4740"/>
                  </a:lnTo>
                  <a:lnTo>
                    <a:pt x="2230" y="4729"/>
                  </a:lnTo>
                  <a:lnTo>
                    <a:pt x="2264" y="4715"/>
                  </a:lnTo>
                  <a:lnTo>
                    <a:pt x="2297" y="4700"/>
                  </a:lnTo>
                  <a:lnTo>
                    <a:pt x="3639" y="3825"/>
                  </a:lnTo>
                  <a:lnTo>
                    <a:pt x="3673" y="3795"/>
                  </a:lnTo>
                  <a:lnTo>
                    <a:pt x="3707" y="3761"/>
                  </a:lnTo>
                  <a:lnTo>
                    <a:pt x="3738" y="3725"/>
                  </a:lnTo>
                  <a:lnTo>
                    <a:pt x="3768" y="3685"/>
                  </a:lnTo>
                  <a:lnTo>
                    <a:pt x="3796" y="3644"/>
                  </a:lnTo>
                  <a:lnTo>
                    <a:pt x="3821" y="3599"/>
                  </a:lnTo>
                  <a:lnTo>
                    <a:pt x="3846" y="3553"/>
                  </a:lnTo>
                  <a:lnTo>
                    <a:pt x="3868" y="3505"/>
                  </a:lnTo>
                  <a:lnTo>
                    <a:pt x="3888" y="3456"/>
                  </a:lnTo>
                  <a:lnTo>
                    <a:pt x="3907" y="3406"/>
                  </a:lnTo>
                  <a:lnTo>
                    <a:pt x="3922" y="3354"/>
                  </a:lnTo>
                  <a:lnTo>
                    <a:pt x="3935" y="3303"/>
                  </a:lnTo>
                  <a:lnTo>
                    <a:pt x="3946" y="3250"/>
                  </a:lnTo>
                  <a:lnTo>
                    <a:pt x="3953" y="3197"/>
                  </a:lnTo>
                  <a:lnTo>
                    <a:pt x="3957" y="3144"/>
                  </a:lnTo>
                  <a:lnTo>
                    <a:pt x="3960" y="3092"/>
                  </a:lnTo>
                  <a:lnTo>
                    <a:pt x="3959" y="1313"/>
                  </a:lnTo>
                  <a:lnTo>
                    <a:pt x="3955" y="1271"/>
                  </a:lnTo>
                  <a:lnTo>
                    <a:pt x="3949" y="1229"/>
                  </a:lnTo>
                  <a:lnTo>
                    <a:pt x="3941" y="1189"/>
                  </a:lnTo>
                  <a:lnTo>
                    <a:pt x="3930" y="1149"/>
                  </a:lnTo>
                  <a:lnTo>
                    <a:pt x="3918" y="1111"/>
                  </a:lnTo>
                  <a:lnTo>
                    <a:pt x="3902" y="1075"/>
                  </a:lnTo>
                  <a:lnTo>
                    <a:pt x="3886" y="1040"/>
                  </a:lnTo>
                  <a:lnTo>
                    <a:pt x="3867" y="1006"/>
                  </a:lnTo>
                  <a:lnTo>
                    <a:pt x="3846" y="973"/>
                  </a:lnTo>
                  <a:lnTo>
                    <a:pt x="3823" y="942"/>
                  </a:lnTo>
                  <a:lnTo>
                    <a:pt x="3798" y="913"/>
                  </a:lnTo>
                  <a:lnTo>
                    <a:pt x="3771" y="886"/>
                  </a:lnTo>
                  <a:lnTo>
                    <a:pt x="3743" y="860"/>
                  </a:lnTo>
                  <a:lnTo>
                    <a:pt x="3714" y="837"/>
                  </a:lnTo>
                  <a:lnTo>
                    <a:pt x="3682" y="816"/>
                  </a:lnTo>
                  <a:lnTo>
                    <a:pt x="3649" y="796"/>
                  </a:lnTo>
                  <a:lnTo>
                    <a:pt x="2386" y="83"/>
                  </a:lnTo>
                  <a:lnTo>
                    <a:pt x="2350" y="65"/>
                  </a:lnTo>
                  <a:lnTo>
                    <a:pt x="2310" y="50"/>
                  </a:lnTo>
                  <a:lnTo>
                    <a:pt x="2268" y="36"/>
                  </a:lnTo>
                  <a:lnTo>
                    <a:pt x="2223" y="24"/>
                  </a:lnTo>
                  <a:lnTo>
                    <a:pt x="2178" y="15"/>
                  </a:lnTo>
                  <a:lnTo>
                    <a:pt x="2131" y="8"/>
                  </a:lnTo>
                  <a:lnTo>
                    <a:pt x="2082" y="3"/>
                  </a:lnTo>
                  <a:lnTo>
                    <a:pt x="2032" y="0"/>
                  </a:lnTo>
                  <a:lnTo>
                    <a:pt x="1982" y="1"/>
                  </a:lnTo>
                  <a:lnTo>
                    <a:pt x="1933" y="3"/>
                  </a:lnTo>
                  <a:lnTo>
                    <a:pt x="1882" y="9"/>
                  </a:lnTo>
                  <a:lnTo>
                    <a:pt x="1833" y="17"/>
                  </a:lnTo>
                  <a:lnTo>
                    <a:pt x="1785" y="29"/>
                  </a:lnTo>
                  <a:lnTo>
                    <a:pt x="1737" y="43"/>
                  </a:lnTo>
                  <a:lnTo>
                    <a:pt x="1691" y="62"/>
                  </a:lnTo>
                  <a:lnTo>
                    <a:pt x="1647" y="83"/>
                  </a:lnTo>
                  <a:lnTo>
                    <a:pt x="311" y="782"/>
                  </a:lnTo>
                  <a:lnTo>
                    <a:pt x="276" y="803"/>
                  </a:lnTo>
                  <a:lnTo>
                    <a:pt x="243" y="826"/>
                  </a:lnTo>
                  <a:lnTo>
                    <a:pt x="213" y="852"/>
                  </a:lnTo>
                  <a:lnTo>
                    <a:pt x="184" y="879"/>
                  </a:lnTo>
                  <a:lnTo>
                    <a:pt x="155" y="908"/>
                  </a:lnTo>
                  <a:lnTo>
                    <a:pt x="131" y="939"/>
                  </a:lnTo>
                  <a:lnTo>
                    <a:pt x="107" y="971"/>
                  </a:lnTo>
                  <a:lnTo>
                    <a:pt x="86" y="1005"/>
                  </a:lnTo>
                  <a:lnTo>
                    <a:pt x="68" y="1040"/>
                  </a:lnTo>
                  <a:lnTo>
                    <a:pt x="50" y="1076"/>
                  </a:lnTo>
                  <a:lnTo>
                    <a:pt x="36" y="1115"/>
                  </a:lnTo>
                  <a:lnTo>
                    <a:pt x="23" y="1153"/>
                  </a:lnTo>
                  <a:lnTo>
                    <a:pt x="14" y="1195"/>
                  </a:lnTo>
                  <a:lnTo>
                    <a:pt x="7" y="1236"/>
                  </a:lnTo>
                  <a:lnTo>
                    <a:pt x="2" y="1279"/>
                  </a:lnTo>
                  <a:lnTo>
                    <a:pt x="0" y="1322"/>
                  </a:lnTo>
                  <a:lnTo>
                    <a:pt x="0" y="3093"/>
                  </a:lnTo>
                  <a:lnTo>
                    <a:pt x="2" y="3147"/>
                  </a:lnTo>
                  <a:lnTo>
                    <a:pt x="7" y="3202"/>
                  </a:lnTo>
                  <a:lnTo>
                    <a:pt x="15" y="3257"/>
                  </a:lnTo>
                  <a:lnTo>
                    <a:pt x="27" y="3312"/>
                  </a:lnTo>
                  <a:lnTo>
                    <a:pt x="42" y="3366"/>
                  </a:lnTo>
                  <a:lnTo>
                    <a:pt x="59" y="3420"/>
                  </a:lnTo>
                  <a:lnTo>
                    <a:pt x="79" y="3474"/>
                  </a:lnTo>
                  <a:lnTo>
                    <a:pt x="102" y="3525"/>
                  </a:lnTo>
                  <a:lnTo>
                    <a:pt x="127" y="3576"/>
                  </a:lnTo>
                  <a:lnTo>
                    <a:pt x="154" y="3624"/>
                  </a:lnTo>
                  <a:lnTo>
                    <a:pt x="184" y="3670"/>
                  </a:lnTo>
                  <a:lnTo>
                    <a:pt x="214" y="3712"/>
                  </a:lnTo>
                  <a:lnTo>
                    <a:pt x="247" y="3752"/>
                  </a:lnTo>
                  <a:lnTo>
                    <a:pt x="281" y="3788"/>
                  </a:lnTo>
                  <a:lnTo>
                    <a:pt x="317" y="3821"/>
                  </a:lnTo>
                  <a:lnTo>
                    <a:pt x="353" y="384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8690" name="Freeform 38"/>
            <p:cNvSpPr>
              <a:spLocks/>
            </p:cNvSpPr>
            <p:nvPr/>
          </p:nvSpPr>
          <p:spPr bwMode="auto">
            <a:xfrm>
              <a:off x="943" y="2210"/>
              <a:ext cx="276" cy="187"/>
            </a:xfrm>
            <a:custGeom>
              <a:avLst/>
              <a:gdLst>
                <a:gd name="T0" fmla="*/ 11 w 1380"/>
                <a:gd name="T1" fmla="*/ 7 h 937"/>
                <a:gd name="T2" fmla="*/ 11 w 1380"/>
                <a:gd name="T3" fmla="*/ 7 h 937"/>
                <a:gd name="T4" fmla="*/ 0 w 1380"/>
                <a:gd name="T5" fmla="*/ 0 h 937"/>
                <a:gd name="T6" fmla="*/ 0 w 1380"/>
                <a:gd name="T7" fmla="*/ 1 h 937"/>
                <a:gd name="T8" fmla="*/ 10 w 1380"/>
                <a:gd name="T9" fmla="*/ 7 h 937"/>
                <a:gd name="T10" fmla="*/ 10 w 1380"/>
                <a:gd name="T11" fmla="*/ 7 h 937"/>
                <a:gd name="T12" fmla="*/ 10 w 1380"/>
                <a:gd name="T13" fmla="*/ 7 h 937"/>
                <a:gd name="T14" fmla="*/ 11 w 1380"/>
                <a:gd name="T15" fmla="*/ 7 h 937"/>
                <a:gd name="T16" fmla="*/ 11 w 1380"/>
                <a:gd name="T17" fmla="*/ 7 h 937"/>
                <a:gd name="T18" fmla="*/ 11 w 1380"/>
                <a:gd name="T19" fmla="*/ 7 h 937"/>
                <a:gd name="T20" fmla="*/ 11 w 1380"/>
                <a:gd name="T21" fmla="*/ 7 h 937"/>
                <a:gd name="T22" fmla="*/ 11 w 1380"/>
                <a:gd name="T23" fmla="*/ 7 h 937"/>
                <a:gd name="T24" fmla="*/ 11 w 1380"/>
                <a:gd name="T25" fmla="*/ 7 h 937"/>
                <a:gd name="T26" fmla="*/ 11 w 1380"/>
                <a:gd name="T27" fmla="*/ 7 h 937"/>
                <a:gd name="T28" fmla="*/ 11 w 1380"/>
                <a:gd name="T29" fmla="*/ 7 h 937"/>
                <a:gd name="T30" fmla="*/ 11 w 1380"/>
                <a:gd name="T31" fmla="*/ 7 h 93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80"/>
                <a:gd name="T49" fmla="*/ 0 h 937"/>
                <a:gd name="T50" fmla="*/ 1380 w 1380"/>
                <a:gd name="T51" fmla="*/ 937 h 93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80" h="937">
                  <a:moveTo>
                    <a:pt x="1354" y="848"/>
                  </a:moveTo>
                  <a:lnTo>
                    <a:pt x="1359" y="851"/>
                  </a:lnTo>
                  <a:lnTo>
                    <a:pt x="51" y="0"/>
                  </a:lnTo>
                  <a:lnTo>
                    <a:pt x="0" y="78"/>
                  </a:lnTo>
                  <a:lnTo>
                    <a:pt x="1307" y="929"/>
                  </a:lnTo>
                  <a:lnTo>
                    <a:pt x="1312" y="932"/>
                  </a:lnTo>
                  <a:lnTo>
                    <a:pt x="1307" y="929"/>
                  </a:lnTo>
                  <a:lnTo>
                    <a:pt x="1326" y="937"/>
                  </a:lnTo>
                  <a:lnTo>
                    <a:pt x="1345" y="936"/>
                  </a:lnTo>
                  <a:lnTo>
                    <a:pt x="1360" y="929"/>
                  </a:lnTo>
                  <a:lnTo>
                    <a:pt x="1372" y="916"/>
                  </a:lnTo>
                  <a:lnTo>
                    <a:pt x="1379" y="899"/>
                  </a:lnTo>
                  <a:lnTo>
                    <a:pt x="1380" y="883"/>
                  </a:lnTo>
                  <a:lnTo>
                    <a:pt x="1374" y="865"/>
                  </a:lnTo>
                  <a:lnTo>
                    <a:pt x="1359" y="851"/>
                  </a:lnTo>
                  <a:lnTo>
                    <a:pt x="1354" y="84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8691" name="Freeform 39"/>
            <p:cNvSpPr>
              <a:spLocks/>
            </p:cNvSpPr>
            <p:nvPr/>
          </p:nvSpPr>
          <p:spPr bwMode="auto">
            <a:xfrm>
              <a:off x="1206" y="2379"/>
              <a:ext cx="140" cy="32"/>
            </a:xfrm>
            <a:custGeom>
              <a:avLst/>
              <a:gdLst>
                <a:gd name="T0" fmla="*/ 5 w 703"/>
                <a:gd name="T1" fmla="*/ 0 h 162"/>
                <a:gd name="T2" fmla="*/ 5 w 703"/>
                <a:gd name="T3" fmla="*/ 0 h 162"/>
                <a:gd name="T4" fmla="*/ 5 w 703"/>
                <a:gd name="T5" fmla="*/ 0 h 162"/>
                <a:gd name="T6" fmla="*/ 5 w 703"/>
                <a:gd name="T7" fmla="*/ 0 h 162"/>
                <a:gd name="T8" fmla="*/ 4 w 703"/>
                <a:gd name="T9" fmla="*/ 0 h 162"/>
                <a:gd name="T10" fmla="*/ 4 w 703"/>
                <a:gd name="T11" fmla="*/ 0 h 162"/>
                <a:gd name="T12" fmla="*/ 4 w 703"/>
                <a:gd name="T13" fmla="*/ 0 h 162"/>
                <a:gd name="T14" fmla="*/ 3 w 703"/>
                <a:gd name="T15" fmla="*/ 1 h 162"/>
                <a:gd name="T16" fmla="*/ 3 w 703"/>
                <a:gd name="T17" fmla="*/ 1 h 162"/>
                <a:gd name="T18" fmla="*/ 3 w 703"/>
                <a:gd name="T19" fmla="*/ 1 h 162"/>
                <a:gd name="T20" fmla="*/ 2 w 703"/>
                <a:gd name="T21" fmla="*/ 1 h 162"/>
                <a:gd name="T22" fmla="*/ 2 w 703"/>
                <a:gd name="T23" fmla="*/ 1 h 162"/>
                <a:gd name="T24" fmla="*/ 2 w 703"/>
                <a:gd name="T25" fmla="*/ 0 h 162"/>
                <a:gd name="T26" fmla="*/ 1 w 703"/>
                <a:gd name="T27" fmla="*/ 0 h 162"/>
                <a:gd name="T28" fmla="*/ 1 w 703"/>
                <a:gd name="T29" fmla="*/ 0 h 162"/>
                <a:gd name="T30" fmla="*/ 1 w 703"/>
                <a:gd name="T31" fmla="*/ 0 h 162"/>
                <a:gd name="T32" fmla="*/ 1 w 703"/>
                <a:gd name="T33" fmla="*/ 0 h 162"/>
                <a:gd name="T34" fmla="*/ 0 w 703"/>
                <a:gd name="T35" fmla="*/ 0 h 162"/>
                <a:gd name="T36" fmla="*/ 0 w 703"/>
                <a:gd name="T37" fmla="*/ 1 h 162"/>
                <a:gd name="T38" fmla="*/ 0 w 703"/>
                <a:gd name="T39" fmla="*/ 1 h 162"/>
                <a:gd name="T40" fmla="*/ 1 w 703"/>
                <a:gd name="T41" fmla="*/ 1 h 162"/>
                <a:gd name="T42" fmla="*/ 1 w 703"/>
                <a:gd name="T43" fmla="*/ 1 h 162"/>
                <a:gd name="T44" fmla="*/ 1 w 703"/>
                <a:gd name="T45" fmla="*/ 1 h 162"/>
                <a:gd name="T46" fmla="*/ 2 w 703"/>
                <a:gd name="T47" fmla="*/ 1 h 162"/>
                <a:gd name="T48" fmla="*/ 2 w 703"/>
                <a:gd name="T49" fmla="*/ 1 h 162"/>
                <a:gd name="T50" fmla="*/ 2 w 703"/>
                <a:gd name="T51" fmla="*/ 1 h 162"/>
                <a:gd name="T52" fmla="*/ 3 w 703"/>
                <a:gd name="T53" fmla="*/ 1 h 162"/>
                <a:gd name="T54" fmla="*/ 3 w 703"/>
                <a:gd name="T55" fmla="*/ 1 h 162"/>
                <a:gd name="T56" fmla="*/ 3 w 703"/>
                <a:gd name="T57" fmla="*/ 1 h 162"/>
                <a:gd name="T58" fmla="*/ 4 w 703"/>
                <a:gd name="T59" fmla="*/ 1 h 162"/>
                <a:gd name="T60" fmla="*/ 4 w 703"/>
                <a:gd name="T61" fmla="*/ 1 h 162"/>
                <a:gd name="T62" fmla="*/ 5 w 703"/>
                <a:gd name="T63" fmla="*/ 1 h 162"/>
                <a:gd name="T64" fmla="*/ 5 w 703"/>
                <a:gd name="T65" fmla="*/ 1 h 162"/>
                <a:gd name="T66" fmla="*/ 5 w 703"/>
                <a:gd name="T67" fmla="*/ 1 h 162"/>
                <a:gd name="T68" fmla="*/ 5 w 703"/>
                <a:gd name="T69" fmla="*/ 1 h 162"/>
                <a:gd name="T70" fmla="*/ 5 w 703"/>
                <a:gd name="T71" fmla="*/ 1 h 162"/>
                <a:gd name="T72" fmla="*/ 5 w 703"/>
                <a:gd name="T73" fmla="*/ 1 h 162"/>
                <a:gd name="T74" fmla="*/ 5 w 703"/>
                <a:gd name="T75" fmla="*/ 1 h 162"/>
                <a:gd name="T76" fmla="*/ 6 w 703"/>
                <a:gd name="T77" fmla="*/ 0 h 162"/>
                <a:gd name="T78" fmla="*/ 6 w 703"/>
                <a:gd name="T79" fmla="*/ 0 h 162"/>
                <a:gd name="T80" fmla="*/ 6 w 703"/>
                <a:gd name="T81" fmla="*/ 0 h 162"/>
                <a:gd name="T82" fmla="*/ 5 w 703"/>
                <a:gd name="T83" fmla="*/ 0 h 162"/>
                <a:gd name="T84" fmla="*/ 5 w 703"/>
                <a:gd name="T85" fmla="*/ 0 h 162"/>
                <a:gd name="T86" fmla="*/ 5 w 703"/>
                <a:gd name="T87" fmla="*/ 0 h 162"/>
                <a:gd name="T88" fmla="*/ 5 w 703"/>
                <a:gd name="T89" fmla="*/ 0 h 162"/>
                <a:gd name="T90" fmla="*/ 5 w 703"/>
                <a:gd name="T91" fmla="*/ 0 h 162"/>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703"/>
                <a:gd name="T139" fmla="*/ 0 h 162"/>
                <a:gd name="T140" fmla="*/ 703 w 703"/>
                <a:gd name="T141" fmla="*/ 162 h 162"/>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703" h="162">
                  <a:moveTo>
                    <a:pt x="631" y="8"/>
                  </a:moveTo>
                  <a:lnTo>
                    <a:pt x="636" y="6"/>
                  </a:lnTo>
                  <a:lnTo>
                    <a:pt x="606" y="20"/>
                  </a:lnTo>
                  <a:lnTo>
                    <a:pt x="575" y="32"/>
                  </a:lnTo>
                  <a:lnTo>
                    <a:pt x="540" y="42"/>
                  </a:lnTo>
                  <a:lnTo>
                    <a:pt x="504" y="52"/>
                  </a:lnTo>
                  <a:lnTo>
                    <a:pt x="467" y="59"/>
                  </a:lnTo>
                  <a:lnTo>
                    <a:pt x="428" y="64"/>
                  </a:lnTo>
                  <a:lnTo>
                    <a:pt x="389" y="67"/>
                  </a:lnTo>
                  <a:lnTo>
                    <a:pt x="348" y="68"/>
                  </a:lnTo>
                  <a:lnTo>
                    <a:pt x="308" y="68"/>
                  </a:lnTo>
                  <a:lnTo>
                    <a:pt x="267" y="65"/>
                  </a:lnTo>
                  <a:lnTo>
                    <a:pt x="226" y="61"/>
                  </a:lnTo>
                  <a:lnTo>
                    <a:pt x="187" y="54"/>
                  </a:lnTo>
                  <a:lnTo>
                    <a:pt x="148" y="44"/>
                  </a:lnTo>
                  <a:lnTo>
                    <a:pt x="110" y="33"/>
                  </a:lnTo>
                  <a:lnTo>
                    <a:pt x="75" y="20"/>
                  </a:lnTo>
                  <a:lnTo>
                    <a:pt x="42" y="5"/>
                  </a:lnTo>
                  <a:lnTo>
                    <a:pt x="0" y="89"/>
                  </a:lnTo>
                  <a:lnTo>
                    <a:pt x="40" y="107"/>
                  </a:lnTo>
                  <a:lnTo>
                    <a:pt x="82" y="122"/>
                  </a:lnTo>
                  <a:lnTo>
                    <a:pt x="124" y="135"/>
                  </a:lnTo>
                  <a:lnTo>
                    <a:pt x="169" y="146"/>
                  </a:lnTo>
                  <a:lnTo>
                    <a:pt x="214" y="153"/>
                  </a:lnTo>
                  <a:lnTo>
                    <a:pt x="258" y="158"/>
                  </a:lnTo>
                  <a:lnTo>
                    <a:pt x="303" y="162"/>
                  </a:lnTo>
                  <a:lnTo>
                    <a:pt x="348" y="162"/>
                  </a:lnTo>
                  <a:lnTo>
                    <a:pt x="394" y="161"/>
                  </a:lnTo>
                  <a:lnTo>
                    <a:pt x="439" y="157"/>
                  </a:lnTo>
                  <a:lnTo>
                    <a:pt x="481" y="150"/>
                  </a:lnTo>
                  <a:lnTo>
                    <a:pt x="525" y="143"/>
                  </a:lnTo>
                  <a:lnTo>
                    <a:pt x="566" y="132"/>
                  </a:lnTo>
                  <a:lnTo>
                    <a:pt x="606" y="121"/>
                  </a:lnTo>
                  <a:lnTo>
                    <a:pt x="643" y="105"/>
                  </a:lnTo>
                  <a:lnTo>
                    <a:pt x="678" y="88"/>
                  </a:lnTo>
                  <a:lnTo>
                    <a:pt x="683" y="86"/>
                  </a:lnTo>
                  <a:lnTo>
                    <a:pt x="678" y="88"/>
                  </a:lnTo>
                  <a:lnTo>
                    <a:pt x="695" y="75"/>
                  </a:lnTo>
                  <a:lnTo>
                    <a:pt x="702" y="60"/>
                  </a:lnTo>
                  <a:lnTo>
                    <a:pt x="703" y="42"/>
                  </a:lnTo>
                  <a:lnTo>
                    <a:pt x="698" y="26"/>
                  </a:lnTo>
                  <a:lnTo>
                    <a:pt x="688" y="12"/>
                  </a:lnTo>
                  <a:lnTo>
                    <a:pt x="674" y="3"/>
                  </a:lnTo>
                  <a:lnTo>
                    <a:pt x="656" y="0"/>
                  </a:lnTo>
                  <a:lnTo>
                    <a:pt x="636" y="6"/>
                  </a:lnTo>
                  <a:lnTo>
                    <a:pt x="631"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8692" name="Freeform 40"/>
            <p:cNvSpPr>
              <a:spLocks/>
            </p:cNvSpPr>
            <p:nvPr/>
          </p:nvSpPr>
          <p:spPr bwMode="auto">
            <a:xfrm>
              <a:off x="1332" y="2204"/>
              <a:ext cx="283" cy="192"/>
            </a:xfrm>
            <a:custGeom>
              <a:avLst/>
              <a:gdLst>
                <a:gd name="T0" fmla="*/ 11 w 1415"/>
                <a:gd name="T1" fmla="*/ 0 h 960"/>
                <a:gd name="T2" fmla="*/ 11 w 1415"/>
                <a:gd name="T3" fmla="*/ 0 h 960"/>
                <a:gd name="T4" fmla="*/ 0 w 1415"/>
                <a:gd name="T5" fmla="*/ 7 h 960"/>
                <a:gd name="T6" fmla="*/ 0 w 1415"/>
                <a:gd name="T7" fmla="*/ 8 h 960"/>
                <a:gd name="T8" fmla="*/ 11 w 1415"/>
                <a:gd name="T9" fmla="*/ 1 h 960"/>
                <a:gd name="T10" fmla="*/ 11 w 1415"/>
                <a:gd name="T11" fmla="*/ 1 h 960"/>
                <a:gd name="T12" fmla="*/ 11 w 1415"/>
                <a:gd name="T13" fmla="*/ 1 h 960"/>
                <a:gd name="T14" fmla="*/ 11 w 1415"/>
                <a:gd name="T15" fmla="*/ 1 h 960"/>
                <a:gd name="T16" fmla="*/ 11 w 1415"/>
                <a:gd name="T17" fmla="*/ 0 h 960"/>
                <a:gd name="T18" fmla="*/ 11 w 1415"/>
                <a:gd name="T19" fmla="*/ 0 h 960"/>
                <a:gd name="T20" fmla="*/ 11 w 1415"/>
                <a:gd name="T21" fmla="*/ 0 h 960"/>
                <a:gd name="T22" fmla="*/ 11 w 1415"/>
                <a:gd name="T23" fmla="*/ 0 h 960"/>
                <a:gd name="T24" fmla="*/ 11 w 1415"/>
                <a:gd name="T25" fmla="*/ 0 h 960"/>
                <a:gd name="T26" fmla="*/ 11 w 1415"/>
                <a:gd name="T27" fmla="*/ 0 h 960"/>
                <a:gd name="T28" fmla="*/ 11 w 1415"/>
                <a:gd name="T29" fmla="*/ 0 h 960"/>
                <a:gd name="T30" fmla="*/ 11 w 1415"/>
                <a:gd name="T31" fmla="*/ 0 h 96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15"/>
                <a:gd name="T49" fmla="*/ 0 h 960"/>
                <a:gd name="T50" fmla="*/ 1415 w 1415"/>
                <a:gd name="T51" fmla="*/ 960 h 96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15" h="960">
                  <a:moveTo>
                    <a:pt x="1338" y="10"/>
                  </a:moveTo>
                  <a:lnTo>
                    <a:pt x="1342" y="8"/>
                  </a:lnTo>
                  <a:lnTo>
                    <a:pt x="0" y="882"/>
                  </a:lnTo>
                  <a:lnTo>
                    <a:pt x="52" y="960"/>
                  </a:lnTo>
                  <a:lnTo>
                    <a:pt x="1393" y="85"/>
                  </a:lnTo>
                  <a:lnTo>
                    <a:pt x="1397" y="83"/>
                  </a:lnTo>
                  <a:lnTo>
                    <a:pt x="1393" y="85"/>
                  </a:lnTo>
                  <a:lnTo>
                    <a:pt x="1409" y="71"/>
                  </a:lnTo>
                  <a:lnTo>
                    <a:pt x="1415" y="53"/>
                  </a:lnTo>
                  <a:lnTo>
                    <a:pt x="1413" y="37"/>
                  </a:lnTo>
                  <a:lnTo>
                    <a:pt x="1406" y="21"/>
                  </a:lnTo>
                  <a:lnTo>
                    <a:pt x="1395" y="8"/>
                  </a:lnTo>
                  <a:lnTo>
                    <a:pt x="1379" y="1"/>
                  </a:lnTo>
                  <a:lnTo>
                    <a:pt x="1361" y="0"/>
                  </a:lnTo>
                  <a:lnTo>
                    <a:pt x="1342" y="8"/>
                  </a:lnTo>
                  <a:lnTo>
                    <a:pt x="1338" y="1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8693" name="Freeform 41"/>
            <p:cNvSpPr>
              <a:spLocks/>
            </p:cNvSpPr>
            <p:nvPr/>
          </p:nvSpPr>
          <p:spPr bwMode="auto">
            <a:xfrm>
              <a:off x="1599" y="2057"/>
              <a:ext cx="80" cy="163"/>
            </a:xfrm>
            <a:custGeom>
              <a:avLst/>
              <a:gdLst>
                <a:gd name="T0" fmla="*/ 2 w 398"/>
                <a:gd name="T1" fmla="*/ 0 h 817"/>
                <a:gd name="T2" fmla="*/ 2 w 398"/>
                <a:gd name="T3" fmla="*/ 0 h 817"/>
                <a:gd name="T4" fmla="*/ 2 w 398"/>
                <a:gd name="T5" fmla="*/ 1 h 817"/>
                <a:gd name="T6" fmla="*/ 2 w 398"/>
                <a:gd name="T7" fmla="*/ 1 h 817"/>
                <a:gd name="T8" fmla="*/ 2 w 398"/>
                <a:gd name="T9" fmla="*/ 2 h 817"/>
                <a:gd name="T10" fmla="*/ 2 w 398"/>
                <a:gd name="T11" fmla="*/ 2 h 817"/>
                <a:gd name="T12" fmla="*/ 2 w 398"/>
                <a:gd name="T13" fmla="*/ 2 h 817"/>
                <a:gd name="T14" fmla="*/ 2 w 398"/>
                <a:gd name="T15" fmla="*/ 3 h 817"/>
                <a:gd name="T16" fmla="*/ 2 w 398"/>
                <a:gd name="T17" fmla="*/ 3 h 817"/>
                <a:gd name="T18" fmla="*/ 2 w 398"/>
                <a:gd name="T19" fmla="*/ 4 h 817"/>
                <a:gd name="T20" fmla="*/ 2 w 398"/>
                <a:gd name="T21" fmla="*/ 4 h 817"/>
                <a:gd name="T22" fmla="*/ 1 w 398"/>
                <a:gd name="T23" fmla="*/ 4 h 817"/>
                <a:gd name="T24" fmla="*/ 1 w 398"/>
                <a:gd name="T25" fmla="*/ 5 h 817"/>
                <a:gd name="T26" fmla="*/ 1 w 398"/>
                <a:gd name="T27" fmla="*/ 5 h 817"/>
                <a:gd name="T28" fmla="*/ 1 w 398"/>
                <a:gd name="T29" fmla="*/ 5 h 817"/>
                <a:gd name="T30" fmla="*/ 1 w 398"/>
                <a:gd name="T31" fmla="*/ 5 h 817"/>
                <a:gd name="T32" fmla="*/ 0 w 398"/>
                <a:gd name="T33" fmla="*/ 6 h 817"/>
                <a:gd name="T34" fmla="*/ 0 w 398"/>
                <a:gd name="T35" fmla="*/ 6 h 817"/>
                <a:gd name="T36" fmla="*/ 0 w 398"/>
                <a:gd name="T37" fmla="*/ 7 h 817"/>
                <a:gd name="T38" fmla="*/ 1 w 398"/>
                <a:gd name="T39" fmla="*/ 6 h 817"/>
                <a:gd name="T40" fmla="*/ 1 w 398"/>
                <a:gd name="T41" fmla="*/ 6 h 817"/>
                <a:gd name="T42" fmla="*/ 1 w 398"/>
                <a:gd name="T43" fmla="*/ 6 h 817"/>
                <a:gd name="T44" fmla="*/ 2 w 398"/>
                <a:gd name="T45" fmla="*/ 5 h 817"/>
                <a:gd name="T46" fmla="*/ 2 w 398"/>
                <a:gd name="T47" fmla="*/ 5 h 817"/>
                <a:gd name="T48" fmla="*/ 2 w 398"/>
                <a:gd name="T49" fmla="*/ 5 h 817"/>
                <a:gd name="T50" fmla="*/ 2 w 398"/>
                <a:gd name="T51" fmla="*/ 4 h 817"/>
                <a:gd name="T52" fmla="*/ 2 w 398"/>
                <a:gd name="T53" fmla="*/ 4 h 817"/>
                <a:gd name="T54" fmla="*/ 3 w 398"/>
                <a:gd name="T55" fmla="*/ 3 h 817"/>
                <a:gd name="T56" fmla="*/ 3 w 398"/>
                <a:gd name="T57" fmla="*/ 3 h 817"/>
                <a:gd name="T58" fmla="*/ 3 w 398"/>
                <a:gd name="T59" fmla="*/ 3 h 817"/>
                <a:gd name="T60" fmla="*/ 3 w 398"/>
                <a:gd name="T61" fmla="*/ 2 h 817"/>
                <a:gd name="T62" fmla="*/ 3 w 398"/>
                <a:gd name="T63" fmla="*/ 2 h 817"/>
                <a:gd name="T64" fmla="*/ 3 w 398"/>
                <a:gd name="T65" fmla="*/ 1 h 817"/>
                <a:gd name="T66" fmla="*/ 3 w 398"/>
                <a:gd name="T67" fmla="*/ 1 h 817"/>
                <a:gd name="T68" fmla="*/ 3 w 398"/>
                <a:gd name="T69" fmla="*/ 0 h 817"/>
                <a:gd name="T70" fmla="*/ 3 w 398"/>
                <a:gd name="T71" fmla="*/ 0 h 817"/>
                <a:gd name="T72" fmla="*/ 3 w 398"/>
                <a:gd name="T73" fmla="*/ 0 h 817"/>
                <a:gd name="T74" fmla="*/ 3 w 398"/>
                <a:gd name="T75" fmla="*/ 0 h 817"/>
                <a:gd name="T76" fmla="*/ 3 w 398"/>
                <a:gd name="T77" fmla="*/ 0 h 817"/>
                <a:gd name="T78" fmla="*/ 3 w 398"/>
                <a:gd name="T79" fmla="*/ 0 h 817"/>
                <a:gd name="T80" fmla="*/ 3 w 398"/>
                <a:gd name="T81" fmla="*/ 0 h 817"/>
                <a:gd name="T82" fmla="*/ 3 w 398"/>
                <a:gd name="T83" fmla="*/ 0 h 817"/>
                <a:gd name="T84" fmla="*/ 3 w 398"/>
                <a:gd name="T85" fmla="*/ 0 h 817"/>
                <a:gd name="T86" fmla="*/ 2 w 398"/>
                <a:gd name="T87" fmla="*/ 0 h 817"/>
                <a:gd name="T88" fmla="*/ 2 w 398"/>
                <a:gd name="T89" fmla="*/ 0 h 817"/>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398"/>
                <a:gd name="T136" fmla="*/ 0 h 817"/>
                <a:gd name="T137" fmla="*/ 398 w 398"/>
                <a:gd name="T138" fmla="*/ 817 h 817"/>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398" h="817">
                  <a:moveTo>
                    <a:pt x="304" y="47"/>
                  </a:moveTo>
                  <a:lnTo>
                    <a:pt x="304" y="47"/>
                  </a:lnTo>
                  <a:lnTo>
                    <a:pt x="301" y="97"/>
                  </a:lnTo>
                  <a:lnTo>
                    <a:pt x="297" y="147"/>
                  </a:lnTo>
                  <a:lnTo>
                    <a:pt x="291" y="198"/>
                  </a:lnTo>
                  <a:lnTo>
                    <a:pt x="280" y="247"/>
                  </a:lnTo>
                  <a:lnTo>
                    <a:pt x="268" y="297"/>
                  </a:lnTo>
                  <a:lnTo>
                    <a:pt x="253" y="347"/>
                  </a:lnTo>
                  <a:lnTo>
                    <a:pt x="236" y="395"/>
                  </a:lnTo>
                  <a:lnTo>
                    <a:pt x="217" y="442"/>
                  </a:lnTo>
                  <a:lnTo>
                    <a:pt x="195" y="487"/>
                  </a:lnTo>
                  <a:lnTo>
                    <a:pt x="171" y="532"/>
                  </a:lnTo>
                  <a:lnTo>
                    <a:pt x="147" y="574"/>
                  </a:lnTo>
                  <a:lnTo>
                    <a:pt x="121" y="613"/>
                  </a:lnTo>
                  <a:lnTo>
                    <a:pt x="93" y="650"/>
                  </a:lnTo>
                  <a:lnTo>
                    <a:pt x="64" y="684"/>
                  </a:lnTo>
                  <a:lnTo>
                    <a:pt x="32" y="716"/>
                  </a:lnTo>
                  <a:lnTo>
                    <a:pt x="0" y="744"/>
                  </a:lnTo>
                  <a:lnTo>
                    <a:pt x="59" y="817"/>
                  </a:lnTo>
                  <a:lnTo>
                    <a:pt x="95" y="784"/>
                  </a:lnTo>
                  <a:lnTo>
                    <a:pt x="132" y="748"/>
                  </a:lnTo>
                  <a:lnTo>
                    <a:pt x="166" y="709"/>
                  </a:lnTo>
                  <a:lnTo>
                    <a:pt x="196" y="667"/>
                  </a:lnTo>
                  <a:lnTo>
                    <a:pt x="227" y="623"/>
                  </a:lnTo>
                  <a:lnTo>
                    <a:pt x="253" y="576"/>
                  </a:lnTo>
                  <a:lnTo>
                    <a:pt x="279" y="530"/>
                  </a:lnTo>
                  <a:lnTo>
                    <a:pt x="301" y="479"/>
                  </a:lnTo>
                  <a:lnTo>
                    <a:pt x="323" y="428"/>
                  </a:lnTo>
                  <a:lnTo>
                    <a:pt x="342" y="375"/>
                  </a:lnTo>
                  <a:lnTo>
                    <a:pt x="359" y="321"/>
                  </a:lnTo>
                  <a:lnTo>
                    <a:pt x="372" y="268"/>
                  </a:lnTo>
                  <a:lnTo>
                    <a:pt x="382" y="212"/>
                  </a:lnTo>
                  <a:lnTo>
                    <a:pt x="391" y="157"/>
                  </a:lnTo>
                  <a:lnTo>
                    <a:pt x="395" y="102"/>
                  </a:lnTo>
                  <a:lnTo>
                    <a:pt x="398" y="47"/>
                  </a:lnTo>
                  <a:lnTo>
                    <a:pt x="394" y="27"/>
                  </a:lnTo>
                  <a:lnTo>
                    <a:pt x="383" y="11"/>
                  </a:lnTo>
                  <a:lnTo>
                    <a:pt x="368" y="3"/>
                  </a:lnTo>
                  <a:lnTo>
                    <a:pt x="351" y="0"/>
                  </a:lnTo>
                  <a:lnTo>
                    <a:pt x="333" y="3"/>
                  </a:lnTo>
                  <a:lnTo>
                    <a:pt x="319" y="11"/>
                  </a:lnTo>
                  <a:lnTo>
                    <a:pt x="307" y="27"/>
                  </a:lnTo>
                  <a:lnTo>
                    <a:pt x="304" y="4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8694" name="Freeform 42"/>
            <p:cNvSpPr>
              <a:spLocks/>
            </p:cNvSpPr>
            <p:nvPr/>
          </p:nvSpPr>
          <p:spPr bwMode="auto">
            <a:xfrm>
              <a:off x="1660" y="1701"/>
              <a:ext cx="19" cy="365"/>
            </a:xfrm>
            <a:custGeom>
              <a:avLst/>
              <a:gdLst>
                <a:gd name="T0" fmla="*/ 0 w 95"/>
                <a:gd name="T1" fmla="*/ 0 h 1826"/>
                <a:gd name="T2" fmla="*/ 0 w 95"/>
                <a:gd name="T3" fmla="*/ 0 h 1826"/>
                <a:gd name="T4" fmla="*/ 0 w 95"/>
                <a:gd name="T5" fmla="*/ 15 h 1826"/>
                <a:gd name="T6" fmla="*/ 1 w 95"/>
                <a:gd name="T7" fmla="*/ 15 h 1826"/>
                <a:gd name="T8" fmla="*/ 1 w 95"/>
                <a:gd name="T9" fmla="*/ 0 h 1826"/>
                <a:gd name="T10" fmla="*/ 1 w 95"/>
                <a:gd name="T11" fmla="*/ 0 h 1826"/>
                <a:gd name="T12" fmla="*/ 1 w 95"/>
                <a:gd name="T13" fmla="*/ 0 h 1826"/>
                <a:gd name="T14" fmla="*/ 1 w 95"/>
                <a:gd name="T15" fmla="*/ 0 h 1826"/>
                <a:gd name="T16" fmla="*/ 1 w 95"/>
                <a:gd name="T17" fmla="*/ 0 h 1826"/>
                <a:gd name="T18" fmla="*/ 1 w 95"/>
                <a:gd name="T19" fmla="*/ 0 h 1826"/>
                <a:gd name="T20" fmla="*/ 0 w 95"/>
                <a:gd name="T21" fmla="*/ 0 h 1826"/>
                <a:gd name="T22" fmla="*/ 0 w 95"/>
                <a:gd name="T23" fmla="*/ 0 h 1826"/>
                <a:gd name="T24" fmla="*/ 0 w 95"/>
                <a:gd name="T25" fmla="*/ 0 h 1826"/>
                <a:gd name="T26" fmla="*/ 0 w 95"/>
                <a:gd name="T27" fmla="*/ 0 h 1826"/>
                <a:gd name="T28" fmla="*/ 0 w 95"/>
                <a:gd name="T29" fmla="*/ 0 h 1826"/>
                <a:gd name="T30" fmla="*/ 0 w 95"/>
                <a:gd name="T31" fmla="*/ 0 h 182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95"/>
                <a:gd name="T49" fmla="*/ 0 h 1826"/>
                <a:gd name="T50" fmla="*/ 95 w 95"/>
                <a:gd name="T51" fmla="*/ 1826 h 182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95" h="1826">
                  <a:moveTo>
                    <a:pt x="0" y="49"/>
                  </a:moveTo>
                  <a:lnTo>
                    <a:pt x="0" y="47"/>
                  </a:lnTo>
                  <a:lnTo>
                    <a:pt x="1" y="1826"/>
                  </a:lnTo>
                  <a:lnTo>
                    <a:pt x="95" y="1826"/>
                  </a:lnTo>
                  <a:lnTo>
                    <a:pt x="93" y="47"/>
                  </a:lnTo>
                  <a:lnTo>
                    <a:pt x="93" y="45"/>
                  </a:lnTo>
                  <a:lnTo>
                    <a:pt x="93" y="47"/>
                  </a:lnTo>
                  <a:lnTo>
                    <a:pt x="90" y="27"/>
                  </a:lnTo>
                  <a:lnTo>
                    <a:pt x="79" y="12"/>
                  </a:lnTo>
                  <a:lnTo>
                    <a:pt x="64" y="4"/>
                  </a:lnTo>
                  <a:lnTo>
                    <a:pt x="47" y="0"/>
                  </a:lnTo>
                  <a:lnTo>
                    <a:pt x="29" y="4"/>
                  </a:lnTo>
                  <a:lnTo>
                    <a:pt x="15" y="12"/>
                  </a:lnTo>
                  <a:lnTo>
                    <a:pt x="3" y="27"/>
                  </a:lnTo>
                  <a:lnTo>
                    <a:pt x="0" y="47"/>
                  </a:lnTo>
                  <a:lnTo>
                    <a:pt x="0" y="4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8695" name="Freeform 43"/>
            <p:cNvSpPr>
              <a:spLocks/>
            </p:cNvSpPr>
            <p:nvPr/>
          </p:nvSpPr>
          <p:spPr bwMode="auto">
            <a:xfrm>
              <a:off x="1598" y="1598"/>
              <a:ext cx="81" cy="113"/>
            </a:xfrm>
            <a:custGeom>
              <a:avLst/>
              <a:gdLst>
                <a:gd name="T0" fmla="*/ 0 w 401"/>
                <a:gd name="T1" fmla="*/ 1 h 566"/>
                <a:gd name="T2" fmla="*/ 0 w 401"/>
                <a:gd name="T3" fmla="*/ 1 h 566"/>
                <a:gd name="T4" fmla="*/ 0 w 401"/>
                <a:gd name="T5" fmla="*/ 1 h 566"/>
                <a:gd name="T6" fmla="*/ 1 w 401"/>
                <a:gd name="T7" fmla="*/ 1 h 566"/>
                <a:gd name="T8" fmla="*/ 1 w 401"/>
                <a:gd name="T9" fmla="*/ 1 h 566"/>
                <a:gd name="T10" fmla="*/ 1 w 401"/>
                <a:gd name="T11" fmla="*/ 1 h 566"/>
                <a:gd name="T12" fmla="*/ 1 w 401"/>
                <a:gd name="T13" fmla="*/ 2 h 566"/>
                <a:gd name="T14" fmla="*/ 1 w 401"/>
                <a:gd name="T15" fmla="*/ 2 h 566"/>
                <a:gd name="T16" fmla="*/ 2 w 401"/>
                <a:gd name="T17" fmla="*/ 2 h 566"/>
                <a:gd name="T18" fmla="*/ 2 w 401"/>
                <a:gd name="T19" fmla="*/ 2 h 566"/>
                <a:gd name="T20" fmla="*/ 2 w 401"/>
                <a:gd name="T21" fmla="*/ 2 h 566"/>
                <a:gd name="T22" fmla="*/ 2 w 401"/>
                <a:gd name="T23" fmla="*/ 3 h 566"/>
                <a:gd name="T24" fmla="*/ 2 w 401"/>
                <a:gd name="T25" fmla="*/ 3 h 566"/>
                <a:gd name="T26" fmla="*/ 2 w 401"/>
                <a:gd name="T27" fmla="*/ 3 h 566"/>
                <a:gd name="T28" fmla="*/ 2 w 401"/>
                <a:gd name="T29" fmla="*/ 4 h 566"/>
                <a:gd name="T30" fmla="*/ 2 w 401"/>
                <a:gd name="T31" fmla="*/ 4 h 566"/>
                <a:gd name="T32" fmla="*/ 2 w 401"/>
                <a:gd name="T33" fmla="*/ 4 h 566"/>
                <a:gd name="T34" fmla="*/ 3 w 401"/>
                <a:gd name="T35" fmla="*/ 5 h 566"/>
                <a:gd name="T36" fmla="*/ 3 w 401"/>
                <a:gd name="T37" fmla="*/ 4 h 566"/>
                <a:gd name="T38" fmla="*/ 3 w 401"/>
                <a:gd name="T39" fmla="*/ 4 h 566"/>
                <a:gd name="T40" fmla="*/ 3 w 401"/>
                <a:gd name="T41" fmla="*/ 4 h 566"/>
                <a:gd name="T42" fmla="*/ 3 w 401"/>
                <a:gd name="T43" fmla="*/ 3 h 566"/>
                <a:gd name="T44" fmla="*/ 3 w 401"/>
                <a:gd name="T45" fmla="*/ 3 h 566"/>
                <a:gd name="T46" fmla="*/ 3 w 401"/>
                <a:gd name="T47" fmla="*/ 3 h 566"/>
                <a:gd name="T48" fmla="*/ 3 w 401"/>
                <a:gd name="T49" fmla="*/ 2 h 566"/>
                <a:gd name="T50" fmla="*/ 3 w 401"/>
                <a:gd name="T51" fmla="*/ 2 h 566"/>
                <a:gd name="T52" fmla="*/ 2 w 401"/>
                <a:gd name="T53" fmla="*/ 2 h 566"/>
                <a:gd name="T54" fmla="*/ 2 w 401"/>
                <a:gd name="T55" fmla="*/ 2 h 566"/>
                <a:gd name="T56" fmla="*/ 2 w 401"/>
                <a:gd name="T57" fmla="*/ 1 h 566"/>
                <a:gd name="T58" fmla="*/ 2 w 401"/>
                <a:gd name="T59" fmla="*/ 1 h 566"/>
                <a:gd name="T60" fmla="*/ 2 w 401"/>
                <a:gd name="T61" fmla="*/ 1 h 566"/>
                <a:gd name="T62" fmla="*/ 1 w 401"/>
                <a:gd name="T63" fmla="*/ 1 h 566"/>
                <a:gd name="T64" fmla="*/ 1 w 401"/>
                <a:gd name="T65" fmla="*/ 0 h 566"/>
                <a:gd name="T66" fmla="*/ 1 w 401"/>
                <a:gd name="T67" fmla="*/ 0 h 566"/>
                <a:gd name="T68" fmla="*/ 1 w 401"/>
                <a:gd name="T69" fmla="*/ 0 h 566"/>
                <a:gd name="T70" fmla="*/ 1 w 401"/>
                <a:gd name="T71" fmla="*/ 0 h 566"/>
                <a:gd name="T72" fmla="*/ 1 w 401"/>
                <a:gd name="T73" fmla="*/ 0 h 566"/>
                <a:gd name="T74" fmla="*/ 0 w 401"/>
                <a:gd name="T75" fmla="*/ 0 h 566"/>
                <a:gd name="T76" fmla="*/ 0 w 401"/>
                <a:gd name="T77" fmla="*/ 0 h 566"/>
                <a:gd name="T78" fmla="*/ 0 w 401"/>
                <a:gd name="T79" fmla="*/ 0 h 566"/>
                <a:gd name="T80" fmla="*/ 0 w 401"/>
                <a:gd name="T81" fmla="*/ 0 h 566"/>
                <a:gd name="T82" fmla="*/ 0 w 401"/>
                <a:gd name="T83" fmla="*/ 0 h 566"/>
                <a:gd name="T84" fmla="*/ 0 w 401"/>
                <a:gd name="T85" fmla="*/ 0 h 566"/>
                <a:gd name="T86" fmla="*/ 0 w 401"/>
                <a:gd name="T87" fmla="*/ 1 h 566"/>
                <a:gd name="T88" fmla="*/ 0 w 401"/>
                <a:gd name="T89" fmla="*/ 1 h 56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401"/>
                <a:gd name="T136" fmla="*/ 0 h 566"/>
                <a:gd name="T137" fmla="*/ 401 w 401"/>
                <a:gd name="T138" fmla="*/ 566 h 566"/>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401" h="566">
                  <a:moveTo>
                    <a:pt x="23" y="88"/>
                  </a:moveTo>
                  <a:lnTo>
                    <a:pt x="23" y="88"/>
                  </a:lnTo>
                  <a:lnTo>
                    <a:pt x="53" y="107"/>
                  </a:lnTo>
                  <a:lnTo>
                    <a:pt x="83" y="125"/>
                  </a:lnTo>
                  <a:lnTo>
                    <a:pt x="108" y="147"/>
                  </a:lnTo>
                  <a:lnTo>
                    <a:pt x="135" y="171"/>
                  </a:lnTo>
                  <a:lnTo>
                    <a:pt x="160" y="196"/>
                  </a:lnTo>
                  <a:lnTo>
                    <a:pt x="182" y="223"/>
                  </a:lnTo>
                  <a:lnTo>
                    <a:pt x="205" y="251"/>
                  </a:lnTo>
                  <a:lnTo>
                    <a:pt x="223" y="281"/>
                  </a:lnTo>
                  <a:lnTo>
                    <a:pt x="240" y="312"/>
                  </a:lnTo>
                  <a:lnTo>
                    <a:pt x="256" y="345"/>
                  </a:lnTo>
                  <a:lnTo>
                    <a:pt x="270" y="379"/>
                  </a:lnTo>
                  <a:lnTo>
                    <a:pt x="282" y="414"/>
                  </a:lnTo>
                  <a:lnTo>
                    <a:pt x="291" y="450"/>
                  </a:lnTo>
                  <a:lnTo>
                    <a:pt x="299" y="488"/>
                  </a:lnTo>
                  <a:lnTo>
                    <a:pt x="304" y="526"/>
                  </a:lnTo>
                  <a:lnTo>
                    <a:pt x="308" y="566"/>
                  </a:lnTo>
                  <a:lnTo>
                    <a:pt x="401" y="562"/>
                  </a:lnTo>
                  <a:lnTo>
                    <a:pt x="398" y="517"/>
                  </a:lnTo>
                  <a:lnTo>
                    <a:pt x="391" y="471"/>
                  </a:lnTo>
                  <a:lnTo>
                    <a:pt x="383" y="429"/>
                  </a:lnTo>
                  <a:lnTo>
                    <a:pt x="371" y="386"/>
                  </a:lnTo>
                  <a:lnTo>
                    <a:pt x="357" y="346"/>
                  </a:lnTo>
                  <a:lnTo>
                    <a:pt x="340" y="307"/>
                  </a:lnTo>
                  <a:lnTo>
                    <a:pt x="324" y="270"/>
                  </a:lnTo>
                  <a:lnTo>
                    <a:pt x="303" y="232"/>
                  </a:lnTo>
                  <a:lnTo>
                    <a:pt x="280" y="197"/>
                  </a:lnTo>
                  <a:lnTo>
                    <a:pt x="255" y="164"/>
                  </a:lnTo>
                  <a:lnTo>
                    <a:pt x="228" y="132"/>
                  </a:lnTo>
                  <a:lnTo>
                    <a:pt x="199" y="103"/>
                  </a:lnTo>
                  <a:lnTo>
                    <a:pt x="169" y="76"/>
                  </a:lnTo>
                  <a:lnTo>
                    <a:pt x="137" y="50"/>
                  </a:lnTo>
                  <a:lnTo>
                    <a:pt x="103" y="27"/>
                  </a:lnTo>
                  <a:lnTo>
                    <a:pt x="67" y="6"/>
                  </a:lnTo>
                  <a:lnTo>
                    <a:pt x="48" y="0"/>
                  </a:lnTo>
                  <a:lnTo>
                    <a:pt x="30" y="2"/>
                  </a:lnTo>
                  <a:lnTo>
                    <a:pt x="16" y="12"/>
                  </a:lnTo>
                  <a:lnTo>
                    <a:pt x="5" y="25"/>
                  </a:lnTo>
                  <a:lnTo>
                    <a:pt x="0" y="41"/>
                  </a:lnTo>
                  <a:lnTo>
                    <a:pt x="0" y="59"/>
                  </a:lnTo>
                  <a:lnTo>
                    <a:pt x="8" y="75"/>
                  </a:lnTo>
                  <a:lnTo>
                    <a:pt x="23"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8696" name="Freeform 44"/>
            <p:cNvSpPr>
              <a:spLocks/>
            </p:cNvSpPr>
            <p:nvPr/>
          </p:nvSpPr>
          <p:spPr bwMode="auto">
            <a:xfrm>
              <a:off x="1346" y="1455"/>
              <a:ext cx="266" cy="160"/>
            </a:xfrm>
            <a:custGeom>
              <a:avLst/>
              <a:gdLst>
                <a:gd name="T0" fmla="*/ 0 w 1330"/>
                <a:gd name="T1" fmla="*/ 1 h 801"/>
                <a:gd name="T2" fmla="*/ 0 w 1330"/>
                <a:gd name="T3" fmla="*/ 1 h 801"/>
                <a:gd name="T4" fmla="*/ 10 w 1330"/>
                <a:gd name="T5" fmla="*/ 6 h 801"/>
                <a:gd name="T6" fmla="*/ 11 w 1330"/>
                <a:gd name="T7" fmla="*/ 6 h 801"/>
                <a:gd name="T8" fmla="*/ 1 w 1330"/>
                <a:gd name="T9" fmla="*/ 0 h 801"/>
                <a:gd name="T10" fmla="*/ 1 w 1330"/>
                <a:gd name="T11" fmla="*/ 0 h 801"/>
                <a:gd name="T12" fmla="*/ 1 w 1330"/>
                <a:gd name="T13" fmla="*/ 0 h 801"/>
                <a:gd name="T14" fmla="*/ 0 w 1330"/>
                <a:gd name="T15" fmla="*/ 0 h 801"/>
                <a:gd name="T16" fmla="*/ 0 w 1330"/>
                <a:gd name="T17" fmla="*/ 0 h 801"/>
                <a:gd name="T18" fmla="*/ 0 w 1330"/>
                <a:gd name="T19" fmla="*/ 0 h 801"/>
                <a:gd name="T20" fmla="*/ 0 w 1330"/>
                <a:gd name="T21" fmla="*/ 0 h 801"/>
                <a:gd name="T22" fmla="*/ 0 w 1330"/>
                <a:gd name="T23" fmla="*/ 0 h 801"/>
                <a:gd name="T24" fmla="*/ 0 w 1330"/>
                <a:gd name="T25" fmla="*/ 0 h 801"/>
                <a:gd name="T26" fmla="*/ 0 w 1330"/>
                <a:gd name="T27" fmla="*/ 1 h 801"/>
                <a:gd name="T28" fmla="*/ 0 w 1330"/>
                <a:gd name="T29" fmla="*/ 1 h 801"/>
                <a:gd name="T30" fmla="*/ 0 w 1330"/>
                <a:gd name="T31" fmla="*/ 1 h 801"/>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30"/>
                <a:gd name="T49" fmla="*/ 0 h 801"/>
                <a:gd name="T50" fmla="*/ 1330 w 1330"/>
                <a:gd name="T51" fmla="*/ 801 h 801"/>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30" h="801">
                  <a:moveTo>
                    <a:pt x="24" y="88"/>
                  </a:moveTo>
                  <a:lnTo>
                    <a:pt x="23" y="88"/>
                  </a:lnTo>
                  <a:lnTo>
                    <a:pt x="1286" y="801"/>
                  </a:lnTo>
                  <a:lnTo>
                    <a:pt x="1330" y="719"/>
                  </a:lnTo>
                  <a:lnTo>
                    <a:pt x="67" y="6"/>
                  </a:lnTo>
                  <a:lnTo>
                    <a:pt x="66" y="6"/>
                  </a:lnTo>
                  <a:lnTo>
                    <a:pt x="67" y="6"/>
                  </a:lnTo>
                  <a:lnTo>
                    <a:pt x="48" y="0"/>
                  </a:lnTo>
                  <a:lnTo>
                    <a:pt x="30" y="2"/>
                  </a:lnTo>
                  <a:lnTo>
                    <a:pt x="16" y="12"/>
                  </a:lnTo>
                  <a:lnTo>
                    <a:pt x="5" y="25"/>
                  </a:lnTo>
                  <a:lnTo>
                    <a:pt x="0" y="41"/>
                  </a:lnTo>
                  <a:lnTo>
                    <a:pt x="0" y="59"/>
                  </a:lnTo>
                  <a:lnTo>
                    <a:pt x="8" y="75"/>
                  </a:lnTo>
                  <a:lnTo>
                    <a:pt x="23" y="88"/>
                  </a:lnTo>
                  <a:lnTo>
                    <a:pt x="24"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8697" name="Freeform 45"/>
            <p:cNvSpPr>
              <a:spLocks/>
            </p:cNvSpPr>
            <p:nvPr/>
          </p:nvSpPr>
          <p:spPr bwMode="auto">
            <a:xfrm>
              <a:off x="1198" y="1439"/>
              <a:ext cx="161" cy="35"/>
            </a:xfrm>
            <a:custGeom>
              <a:avLst/>
              <a:gdLst>
                <a:gd name="T0" fmla="*/ 1 w 806"/>
                <a:gd name="T1" fmla="*/ 1 h 177"/>
                <a:gd name="T2" fmla="*/ 1 w 806"/>
                <a:gd name="T3" fmla="*/ 1 h 177"/>
                <a:gd name="T4" fmla="*/ 1 w 806"/>
                <a:gd name="T5" fmla="*/ 1 h 177"/>
                <a:gd name="T6" fmla="*/ 1 w 806"/>
                <a:gd name="T7" fmla="*/ 1 h 177"/>
                <a:gd name="T8" fmla="*/ 2 w 806"/>
                <a:gd name="T9" fmla="*/ 1 h 177"/>
                <a:gd name="T10" fmla="*/ 2 w 806"/>
                <a:gd name="T11" fmla="*/ 1 h 177"/>
                <a:gd name="T12" fmla="*/ 2 w 806"/>
                <a:gd name="T13" fmla="*/ 1 h 177"/>
                <a:gd name="T14" fmla="*/ 3 w 806"/>
                <a:gd name="T15" fmla="*/ 1 h 177"/>
                <a:gd name="T16" fmla="*/ 3 w 806"/>
                <a:gd name="T17" fmla="*/ 1 h 177"/>
                <a:gd name="T18" fmla="*/ 3 w 806"/>
                <a:gd name="T19" fmla="*/ 1 h 177"/>
                <a:gd name="T20" fmla="*/ 4 w 806"/>
                <a:gd name="T21" fmla="*/ 1 h 177"/>
                <a:gd name="T22" fmla="*/ 4 w 806"/>
                <a:gd name="T23" fmla="*/ 1 h 177"/>
                <a:gd name="T24" fmla="*/ 5 w 806"/>
                <a:gd name="T25" fmla="*/ 1 h 177"/>
                <a:gd name="T26" fmla="*/ 5 w 806"/>
                <a:gd name="T27" fmla="*/ 1 h 177"/>
                <a:gd name="T28" fmla="*/ 5 w 806"/>
                <a:gd name="T29" fmla="*/ 1 h 177"/>
                <a:gd name="T30" fmla="*/ 6 w 806"/>
                <a:gd name="T31" fmla="*/ 1 h 177"/>
                <a:gd name="T32" fmla="*/ 6 w 806"/>
                <a:gd name="T33" fmla="*/ 1 h 177"/>
                <a:gd name="T34" fmla="*/ 6 w 806"/>
                <a:gd name="T35" fmla="*/ 1 h 177"/>
                <a:gd name="T36" fmla="*/ 6 w 806"/>
                <a:gd name="T37" fmla="*/ 1 h 177"/>
                <a:gd name="T38" fmla="*/ 6 w 806"/>
                <a:gd name="T39" fmla="*/ 1 h 177"/>
                <a:gd name="T40" fmla="*/ 6 w 806"/>
                <a:gd name="T41" fmla="*/ 0 h 177"/>
                <a:gd name="T42" fmla="*/ 5 w 806"/>
                <a:gd name="T43" fmla="*/ 0 h 177"/>
                <a:gd name="T44" fmla="*/ 5 w 806"/>
                <a:gd name="T45" fmla="*/ 0 h 177"/>
                <a:gd name="T46" fmla="*/ 5 w 806"/>
                <a:gd name="T47" fmla="*/ 0 h 177"/>
                <a:gd name="T48" fmla="*/ 4 w 806"/>
                <a:gd name="T49" fmla="*/ 0 h 177"/>
                <a:gd name="T50" fmla="*/ 4 w 806"/>
                <a:gd name="T51" fmla="*/ 0 h 177"/>
                <a:gd name="T52" fmla="*/ 3 w 806"/>
                <a:gd name="T53" fmla="*/ 0 h 177"/>
                <a:gd name="T54" fmla="*/ 3 w 806"/>
                <a:gd name="T55" fmla="*/ 0 h 177"/>
                <a:gd name="T56" fmla="*/ 3 w 806"/>
                <a:gd name="T57" fmla="*/ 0 h 177"/>
                <a:gd name="T58" fmla="*/ 2 w 806"/>
                <a:gd name="T59" fmla="*/ 0 h 177"/>
                <a:gd name="T60" fmla="*/ 2 w 806"/>
                <a:gd name="T61" fmla="*/ 0 h 177"/>
                <a:gd name="T62" fmla="*/ 1 w 806"/>
                <a:gd name="T63" fmla="*/ 0 h 177"/>
                <a:gd name="T64" fmla="*/ 1 w 806"/>
                <a:gd name="T65" fmla="*/ 0 h 177"/>
                <a:gd name="T66" fmla="*/ 1 w 806"/>
                <a:gd name="T67" fmla="*/ 1 h 177"/>
                <a:gd name="T68" fmla="*/ 0 w 806"/>
                <a:gd name="T69" fmla="*/ 1 h 177"/>
                <a:gd name="T70" fmla="*/ 0 w 806"/>
                <a:gd name="T71" fmla="*/ 1 h 177"/>
                <a:gd name="T72" fmla="*/ 0 w 806"/>
                <a:gd name="T73" fmla="*/ 1 h 177"/>
                <a:gd name="T74" fmla="*/ 0 w 806"/>
                <a:gd name="T75" fmla="*/ 1 h 177"/>
                <a:gd name="T76" fmla="*/ 0 w 806"/>
                <a:gd name="T77" fmla="*/ 1 h 177"/>
                <a:gd name="T78" fmla="*/ 0 w 806"/>
                <a:gd name="T79" fmla="*/ 1 h 177"/>
                <a:gd name="T80" fmla="*/ 0 w 806"/>
                <a:gd name="T81" fmla="*/ 1 h 177"/>
                <a:gd name="T82" fmla="*/ 0 w 806"/>
                <a:gd name="T83" fmla="*/ 1 h 177"/>
                <a:gd name="T84" fmla="*/ 0 w 806"/>
                <a:gd name="T85" fmla="*/ 1 h 177"/>
                <a:gd name="T86" fmla="*/ 0 w 806"/>
                <a:gd name="T87" fmla="*/ 1 h 177"/>
                <a:gd name="T88" fmla="*/ 1 w 806"/>
                <a:gd name="T89" fmla="*/ 1 h 177"/>
                <a:gd name="T90" fmla="*/ 1 w 806"/>
                <a:gd name="T91" fmla="*/ 1 h 17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806"/>
                <a:gd name="T139" fmla="*/ 0 h 177"/>
                <a:gd name="T140" fmla="*/ 806 w 806"/>
                <a:gd name="T141" fmla="*/ 177 h 17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806" h="177">
                  <a:moveTo>
                    <a:pt x="67" y="171"/>
                  </a:moveTo>
                  <a:lnTo>
                    <a:pt x="68" y="171"/>
                  </a:lnTo>
                  <a:lnTo>
                    <a:pt x="109" y="151"/>
                  </a:lnTo>
                  <a:lnTo>
                    <a:pt x="151" y="135"/>
                  </a:lnTo>
                  <a:lnTo>
                    <a:pt x="196" y="122"/>
                  </a:lnTo>
                  <a:lnTo>
                    <a:pt x="242" y="110"/>
                  </a:lnTo>
                  <a:lnTo>
                    <a:pt x="287" y="102"/>
                  </a:lnTo>
                  <a:lnTo>
                    <a:pt x="335" y="97"/>
                  </a:lnTo>
                  <a:lnTo>
                    <a:pt x="382" y="95"/>
                  </a:lnTo>
                  <a:lnTo>
                    <a:pt x="430" y="94"/>
                  </a:lnTo>
                  <a:lnTo>
                    <a:pt x="477" y="97"/>
                  </a:lnTo>
                  <a:lnTo>
                    <a:pt x="524" y="102"/>
                  </a:lnTo>
                  <a:lnTo>
                    <a:pt x="568" y="108"/>
                  </a:lnTo>
                  <a:lnTo>
                    <a:pt x="612" y="117"/>
                  </a:lnTo>
                  <a:lnTo>
                    <a:pt x="654" y="128"/>
                  </a:lnTo>
                  <a:lnTo>
                    <a:pt x="693" y="141"/>
                  </a:lnTo>
                  <a:lnTo>
                    <a:pt x="730" y="155"/>
                  </a:lnTo>
                  <a:lnTo>
                    <a:pt x="764" y="171"/>
                  </a:lnTo>
                  <a:lnTo>
                    <a:pt x="806" y="89"/>
                  </a:lnTo>
                  <a:lnTo>
                    <a:pt x="768" y="70"/>
                  </a:lnTo>
                  <a:lnTo>
                    <a:pt x="725" y="54"/>
                  </a:lnTo>
                  <a:lnTo>
                    <a:pt x="680" y="39"/>
                  </a:lnTo>
                  <a:lnTo>
                    <a:pt x="633" y="26"/>
                  </a:lnTo>
                  <a:lnTo>
                    <a:pt x="585" y="16"/>
                  </a:lnTo>
                  <a:lnTo>
                    <a:pt x="536" y="8"/>
                  </a:lnTo>
                  <a:lnTo>
                    <a:pt x="484" y="3"/>
                  </a:lnTo>
                  <a:lnTo>
                    <a:pt x="433" y="0"/>
                  </a:lnTo>
                  <a:lnTo>
                    <a:pt x="380" y="1"/>
                  </a:lnTo>
                  <a:lnTo>
                    <a:pt x="328" y="3"/>
                  </a:lnTo>
                  <a:lnTo>
                    <a:pt x="276" y="10"/>
                  </a:lnTo>
                  <a:lnTo>
                    <a:pt x="223" y="19"/>
                  </a:lnTo>
                  <a:lnTo>
                    <a:pt x="172" y="30"/>
                  </a:lnTo>
                  <a:lnTo>
                    <a:pt x="121" y="46"/>
                  </a:lnTo>
                  <a:lnTo>
                    <a:pt x="72" y="67"/>
                  </a:lnTo>
                  <a:lnTo>
                    <a:pt x="24" y="89"/>
                  </a:lnTo>
                  <a:lnTo>
                    <a:pt x="25" y="89"/>
                  </a:lnTo>
                  <a:lnTo>
                    <a:pt x="24" y="89"/>
                  </a:lnTo>
                  <a:lnTo>
                    <a:pt x="8" y="102"/>
                  </a:lnTo>
                  <a:lnTo>
                    <a:pt x="0" y="118"/>
                  </a:lnTo>
                  <a:lnTo>
                    <a:pt x="0" y="136"/>
                  </a:lnTo>
                  <a:lnTo>
                    <a:pt x="6" y="152"/>
                  </a:lnTo>
                  <a:lnTo>
                    <a:pt x="17" y="165"/>
                  </a:lnTo>
                  <a:lnTo>
                    <a:pt x="31" y="175"/>
                  </a:lnTo>
                  <a:lnTo>
                    <a:pt x="48" y="177"/>
                  </a:lnTo>
                  <a:lnTo>
                    <a:pt x="68" y="171"/>
                  </a:lnTo>
                  <a:lnTo>
                    <a:pt x="67" y="1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8698" name="Freeform 46"/>
            <p:cNvSpPr>
              <a:spLocks/>
            </p:cNvSpPr>
            <p:nvPr/>
          </p:nvSpPr>
          <p:spPr bwMode="auto">
            <a:xfrm>
              <a:off x="931" y="1456"/>
              <a:ext cx="280" cy="158"/>
            </a:xfrm>
            <a:custGeom>
              <a:avLst/>
              <a:gdLst>
                <a:gd name="T0" fmla="*/ 1 w 1402"/>
                <a:gd name="T1" fmla="*/ 6 h 787"/>
                <a:gd name="T2" fmla="*/ 1 w 1402"/>
                <a:gd name="T3" fmla="*/ 6 h 787"/>
                <a:gd name="T4" fmla="*/ 11 w 1402"/>
                <a:gd name="T5" fmla="*/ 1 h 787"/>
                <a:gd name="T6" fmla="*/ 11 w 1402"/>
                <a:gd name="T7" fmla="*/ 0 h 787"/>
                <a:gd name="T8" fmla="*/ 0 w 1402"/>
                <a:gd name="T9" fmla="*/ 6 h 787"/>
                <a:gd name="T10" fmla="*/ 0 w 1402"/>
                <a:gd name="T11" fmla="*/ 6 h 787"/>
                <a:gd name="T12" fmla="*/ 0 w 1402"/>
                <a:gd name="T13" fmla="*/ 6 h 787"/>
                <a:gd name="T14" fmla="*/ 0 w 1402"/>
                <a:gd name="T15" fmla="*/ 6 h 787"/>
                <a:gd name="T16" fmla="*/ 0 w 1402"/>
                <a:gd name="T17" fmla="*/ 6 h 787"/>
                <a:gd name="T18" fmla="*/ 0 w 1402"/>
                <a:gd name="T19" fmla="*/ 6 h 787"/>
                <a:gd name="T20" fmla="*/ 0 w 1402"/>
                <a:gd name="T21" fmla="*/ 6 h 787"/>
                <a:gd name="T22" fmla="*/ 0 w 1402"/>
                <a:gd name="T23" fmla="*/ 6 h 787"/>
                <a:gd name="T24" fmla="*/ 0 w 1402"/>
                <a:gd name="T25" fmla="*/ 6 h 787"/>
                <a:gd name="T26" fmla="*/ 0 w 1402"/>
                <a:gd name="T27" fmla="*/ 6 h 787"/>
                <a:gd name="T28" fmla="*/ 1 w 1402"/>
                <a:gd name="T29" fmla="*/ 6 h 787"/>
                <a:gd name="T30" fmla="*/ 1 w 1402"/>
                <a:gd name="T31" fmla="*/ 6 h 78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02"/>
                <a:gd name="T49" fmla="*/ 0 h 787"/>
                <a:gd name="T50" fmla="*/ 1402 w 1402"/>
                <a:gd name="T51" fmla="*/ 787 h 78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02" h="787">
                  <a:moveTo>
                    <a:pt x="69" y="781"/>
                  </a:moveTo>
                  <a:lnTo>
                    <a:pt x="66" y="781"/>
                  </a:lnTo>
                  <a:lnTo>
                    <a:pt x="1402" y="82"/>
                  </a:lnTo>
                  <a:lnTo>
                    <a:pt x="1360" y="0"/>
                  </a:lnTo>
                  <a:lnTo>
                    <a:pt x="24" y="699"/>
                  </a:lnTo>
                  <a:lnTo>
                    <a:pt x="22" y="699"/>
                  </a:lnTo>
                  <a:lnTo>
                    <a:pt x="24" y="699"/>
                  </a:lnTo>
                  <a:lnTo>
                    <a:pt x="8" y="712"/>
                  </a:lnTo>
                  <a:lnTo>
                    <a:pt x="1" y="727"/>
                  </a:lnTo>
                  <a:lnTo>
                    <a:pt x="0" y="744"/>
                  </a:lnTo>
                  <a:lnTo>
                    <a:pt x="5" y="761"/>
                  </a:lnTo>
                  <a:lnTo>
                    <a:pt x="15" y="775"/>
                  </a:lnTo>
                  <a:lnTo>
                    <a:pt x="30" y="784"/>
                  </a:lnTo>
                  <a:lnTo>
                    <a:pt x="46" y="787"/>
                  </a:lnTo>
                  <a:lnTo>
                    <a:pt x="66" y="781"/>
                  </a:lnTo>
                  <a:lnTo>
                    <a:pt x="69" y="7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8699" name="Freeform 47"/>
            <p:cNvSpPr>
              <a:spLocks/>
            </p:cNvSpPr>
            <p:nvPr/>
          </p:nvSpPr>
          <p:spPr bwMode="auto">
            <a:xfrm>
              <a:off x="868" y="1596"/>
              <a:ext cx="77" cy="126"/>
            </a:xfrm>
            <a:custGeom>
              <a:avLst/>
              <a:gdLst>
                <a:gd name="T0" fmla="*/ 1 w 382"/>
                <a:gd name="T1" fmla="*/ 5 h 628"/>
                <a:gd name="T2" fmla="*/ 1 w 382"/>
                <a:gd name="T3" fmla="*/ 5 h 628"/>
                <a:gd name="T4" fmla="*/ 1 w 382"/>
                <a:gd name="T5" fmla="*/ 4 h 628"/>
                <a:gd name="T6" fmla="*/ 1 w 382"/>
                <a:gd name="T7" fmla="*/ 4 h 628"/>
                <a:gd name="T8" fmla="*/ 1 w 382"/>
                <a:gd name="T9" fmla="*/ 4 h 628"/>
                <a:gd name="T10" fmla="*/ 1 w 382"/>
                <a:gd name="T11" fmla="*/ 3 h 628"/>
                <a:gd name="T12" fmla="*/ 1 w 382"/>
                <a:gd name="T13" fmla="*/ 3 h 628"/>
                <a:gd name="T14" fmla="*/ 1 w 382"/>
                <a:gd name="T15" fmla="*/ 3 h 628"/>
                <a:gd name="T16" fmla="*/ 1 w 382"/>
                <a:gd name="T17" fmla="*/ 3 h 628"/>
                <a:gd name="T18" fmla="*/ 1 w 382"/>
                <a:gd name="T19" fmla="*/ 2 h 628"/>
                <a:gd name="T20" fmla="*/ 2 w 382"/>
                <a:gd name="T21" fmla="*/ 2 h 628"/>
                <a:gd name="T22" fmla="*/ 2 w 382"/>
                <a:gd name="T23" fmla="*/ 2 h 628"/>
                <a:gd name="T24" fmla="*/ 2 w 382"/>
                <a:gd name="T25" fmla="*/ 2 h 628"/>
                <a:gd name="T26" fmla="*/ 2 w 382"/>
                <a:gd name="T27" fmla="*/ 1 h 628"/>
                <a:gd name="T28" fmla="*/ 2 w 382"/>
                <a:gd name="T29" fmla="*/ 1 h 628"/>
                <a:gd name="T30" fmla="*/ 3 w 382"/>
                <a:gd name="T31" fmla="*/ 1 h 628"/>
                <a:gd name="T32" fmla="*/ 3 w 382"/>
                <a:gd name="T33" fmla="*/ 1 h 628"/>
                <a:gd name="T34" fmla="*/ 3 w 382"/>
                <a:gd name="T35" fmla="*/ 1 h 628"/>
                <a:gd name="T36" fmla="*/ 3 w 382"/>
                <a:gd name="T37" fmla="*/ 0 h 628"/>
                <a:gd name="T38" fmla="*/ 2 w 382"/>
                <a:gd name="T39" fmla="*/ 0 h 628"/>
                <a:gd name="T40" fmla="*/ 2 w 382"/>
                <a:gd name="T41" fmla="*/ 0 h 628"/>
                <a:gd name="T42" fmla="*/ 2 w 382"/>
                <a:gd name="T43" fmla="*/ 1 h 628"/>
                <a:gd name="T44" fmla="*/ 2 w 382"/>
                <a:gd name="T45" fmla="*/ 1 h 628"/>
                <a:gd name="T46" fmla="*/ 1 w 382"/>
                <a:gd name="T47" fmla="*/ 1 h 628"/>
                <a:gd name="T48" fmla="*/ 1 w 382"/>
                <a:gd name="T49" fmla="*/ 1 h 628"/>
                <a:gd name="T50" fmla="*/ 1 w 382"/>
                <a:gd name="T51" fmla="*/ 2 h 628"/>
                <a:gd name="T52" fmla="*/ 1 w 382"/>
                <a:gd name="T53" fmla="*/ 2 h 628"/>
                <a:gd name="T54" fmla="*/ 1 w 382"/>
                <a:gd name="T55" fmla="*/ 2 h 628"/>
                <a:gd name="T56" fmla="*/ 0 w 382"/>
                <a:gd name="T57" fmla="*/ 3 h 628"/>
                <a:gd name="T58" fmla="*/ 0 w 382"/>
                <a:gd name="T59" fmla="*/ 3 h 628"/>
                <a:gd name="T60" fmla="*/ 0 w 382"/>
                <a:gd name="T61" fmla="*/ 3 h 628"/>
                <a:gd name="T62" fmla="*/ 0 w 382"/>
                <a:gd name="T63" fmla="*/ 4 h 628"/>
                <a:gd name="T64" fmla="*/ 0 w 382"/>
                <a:gd name="T65" fmla="*/ 4 h 628"/>
                <a:gd name="T66" fmla="*/ 0 w 382"/>
                <a:gd name="T67" fmla="*/ 4 h 628"/>
                <a:gd name="T68" fmla="*/ 0 w 382"/>
                <a:gd name="T69" fmla="*/ 5 h 628"/>
                <a:gd name="T70" fmla="*/ 0 w 382"/>
                <a:gd name="T71" fmla="*/ 5 h 628"/>
                <a:gd name="T72" fmla="*/ 0 w 382"/>
                <a:gd name="T73" fmla="*/ 5 h 628"/>
                <a:gd name="T74" fmla="*/ 0 w 382"/>
                <a:gd name="T75" fmla="*/ 5 h 628"/>
                <a:gd name="T76" fmla="*/ 0 w 382"/>
                <a:gd name="T77" fmla="*/ 5 h 628"/>
                <a:gd name="T78" fmla="*/ 0 w 382"/>
                <a:gd name="T79" fmla="*/ 5 h 628"/>
                <a:gd name="T80" fmla="*/ 0 w 382"/>
                <a:gd name="T81" fmla="*/ 5 h 628"/>
                <a:gd name="T82" fmla="*/ 1 w 382"/>
                <a:gd name="T83" fmla="*/ 5 h 628"/>
                <a:gd name="T84" fmla="*/ 1 w 382"/>
                <a:gd name="T85" fmla="*/ 5 h 628"/>
                <a:gd name="T86" fmla="*/ 1 w 382"/>
                <a:gd name="T87" fmla="*/ 5 h 628"/>
                <a:gd name="T88" fmla="*/ 1 w 382"/>
                <a:gd name="T89" fmla="*/ 5 h 628"/>
                <a:gd name="T90" fmla="*/ 1 w 382"/>
                <a:gd name="T91" fmla="*/ 5 h 628"/>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382"/>
                <a:gd name="T139" fmla="*/ 0 h 628"/>
                <a:gd name="T140" fmla="*/ 382 w 382"/>
                <a:gd name="T141" fmla="*/ 628 h 628"/>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382" h="628">
                  <a:moveTo>
                    <a:pt x="94" y="581"/>
                  </a:moveTo>
                  <a:lnTo>
                    <a:pt x="94" y="582"/>
                  </a:lnTo>
                  <a:lnTo>
                    <a:pt x="96" y="541"/>
                  </a:lnTo>
                  <a:lnTo>
                    <a:pt x="99" y="500"/>
                  </a:lnTo>
                  <a:lnTo>
                    <a:pt x="106" y="463"/>
                  </a:lnTo>
                  <a:lnTo>
                    <a:pt x="115" y="424"/>
                  </a:lnTo>
                  <a:lnTo>
                    <a:pt x="127" y="389"/>
                  </a:lnTo>
                  <a:lnTo>
                    <a:pt x="140" y="353"/>
                  </a:lnTo>
                  <a:lnTo>
                    <a:pt x="156" y="320"/>
                  </a:lnTo>
                  <a:lnTo>
                    <a:pt x="173" y="287"/>
                  </a:lnTo>
                  <a:lnTo>
                    <a:pt x="193" y="255"/>
                  </a:lnTo>
                  <a:lnTo>
                    <a:pt x="214" y="226"/>
                  </a:lnTo>
                  <a:lnTo>
                    <a:pt x="238" y="198"/>
                  </a:lnTo>
                  <a:lnTo>
                    <a:pt x="263" y="172"/>
                  </a:lnTo>
                  <a:lnTo>
                    <a:pt x="290" y="146"/>
                  </a:lnTo>
                  <a:lnTo>
                    <a:pt x="318" y="122"/>
                  </a:lnTo>
                  <a:lnTo>
                    <a:pt x="349" y="101"/>
                  </a:lnTo>
                  <a:lnTo>
                    <a:pt x="382" y="82"/>
                  </a:lnTo>
                  <a:lnTo>
                    <a:pt x="335" y="0"/>
                  </a:lnTo>
                  <a:lnTo>
                    <a:pt x="297" y="23"/>
                  </a:lnTo>
                  <a:lnTo>
                    <a:pt x="262" y="49"/>
                  </a:lnTo>
                  <a:lnTo>
                    <a:pt x="229" y="76"/>
                  </a:lnTo>
                  <a:lnTo>
                    <a:pt x="198" y="104"/>
                  </a:lnTo>
                  <a:lnTo>
                    <a:pt x="167" y="137"/>
                  </a:lnTo>
                  <a:lnTo>
                    <a:pt x="142" y="170"/>
                  </a:lnTo>
                  <a:lnTo>
                    <a:pt x="116" y="204"/>
                  </a:lnTo>
                  <a:lnTo>
                    <a:pt x="94" y="240"/>
                  </a:lnTo>
                  <a:lnTo>
                    <a:pt x="74" y="278"/>
                  </a:lnTo>
                  <a:lnTo>
                    <a:pt x="54" y="317"/>
                  </a:lnTo>
                  <a:lnTo>
                    <a:pt x="38" y="359"/>
                  </a:lnTo>
                  <a:lnTo>
                    <a:pt x="26" y="401"/>
                  </a:lnTo>
                  <a:lnTo>
                    <a:pt x="15" y="444"/>
                  </a:lnTo>
                  <a:lnTo>
                    <a:pt x="8" y="489"/>
                  </a:lnTo>
                  <a:lnTo>
                    <a:pt x="2" y="534"/>
                  </a:lnTo>
                  <a:lnTo>
                    <a:pt x="0" y="580"/>
                  </a:lnTo>
                  <a:lnTo>
                    <a:pt x="0" y="581"/>
                  </a:lnTo>
                  <a:lnTo>
                    <a:pt x="0" y="580"/>
                  </a:lnTo>
                  <a:lnTo>
                    <a:pt x="3" y="600"/>
                  </a:lnTo>
                  <a:lnTo>
                    <a:pt x="14" y="615"/>
                  </a:lnTo>
                  <a:lnTo>
                    <a:pt x="29" y="625"/>
                  </a:lnTo>
                  <a:lnTo>
                    <a:pt x="45" y="628"/>
                  </a:lnTo>
                  <a:lnTo>
                    <a:pt x="63" y="626"/>
                  </a:lnTo>
                  <a:lnTo>
                    <a:pt x="78" y="616"/>
                  </a:lnTo>
                  <a:lnTo>
                    <a:pt x="89" y="602"/>
                  </a:lnTo>
                  <a:lnTo>
                    <a:pt x="94" y="582"/>
                  </a:lnTo>
                  <a:lnTo>
                    <a:pt x="94" y="5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8700" name="Freeform 48"/>
            <p:cNvSpPr>
              <a:spLocks/>
            </p:cNvSpPr>
            <p:nvPr/>
          </p:nvSpPr>
          <p:spPr bwMode="auto">
            <a:xfrm>
              <a:off x="868" y="1712"/>
              <a:ext cx="19" cy="364"/>
            </a:xfrm>
            <a:custGeom>
              <a:avLst/>
              <a:gdLst>
                <a:gd name="T0" fmla="*/ 1 w 94"/>
                <a:gd name="T1" fmla="*/ 14 h 1818"/>
                <a:gd name="T2" fmla="*/ 1 w 94"/>
                <a:gd name="T3" fmla="*/ 14 h 1818"/>
                <a:gd name="T4" fmla="*/ 1 w 94"/>
                <a:gd name="T5" fmla="*/ 0 h 1818"/>
                <a:gd name="T6" fmla="*/ 0 w 94"/>
                <a:gd name="T7" fmla="*/ 0 h 1818"/>
                <a:gd name="T8" fmla="*/ 0 w 94"/>
                <a:gd name="T9" fmla="*/ 14 h 1818"/>
                <a:gd name="T10" fmla="*/ 0 w 94"/>
                <a:gd name="T11" fmla="*/ 14 h 1818"/>
                <a:gd name="T12" fmla="*/ 0 w 94"/>
                <a:gd name="T13" fmla="*/ 14 h 1818"/>
                <a:gd name="T14" fmla="*/ 0 w 94"/>
                <a:gd name="T15" fmla="*/ 14 h 1818"/>
                <a:gd name="T16" fmla="*/ 0 w 94"/>
                <a:gd name="T17" fmla="*/ 14 h 1818"/>
                <a:gd name="T18" fmla="*/ 0 w 94"/>
                <a:gd name="T19" fmla="*/ 15 h 1818"/>
                <a:gd name="T20" fmla="*/ 0 w 94"/>
                <a:gd name="T21" fmla="*/ 15 h 1818"/>
                <a:gd name="T22" fmla="*/ 1 w 94"/>
                <a:gd name="T23" fmla="*/ 15 h 1818"/>
                <a:gd name="T24" fmla="*/ 1 w 94"/>
                <a:gd name="T25" fmla="*/ 14 h 1818"/>
                <a:gd name="T26" fmla="*/ 1 w 94"/>
                <a:gd name="T27" fmla="*/ 14 h 1818"/>
                <a:gd name="T28" fmla="*/ 1 w 94"/>
                <a:gd name="T29" fmla="*/ 14 h 1818"/>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94"/>
                <a:gd name="T46" fmla="*/ 0 h 1818"/>
                <a:gd name="T47" fmla="*/ 94 w 94"/>
                <a:gd name="T48" fmla="*/ 1818 h 1818"/>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94" h="1818">
                  <a:moveTo>
                    <a:pt x="94" y="1771"/>
                  </a:moveTo>
                  <a:lnTo>
                    <a:pt x="94" y="1771"/>
                  </a:lnTo>
                  <a:lnTo>
                    <a:pt x="94" y="0"/>
                  </a:lnTo>
                  <a:lnTo>
                    <a:pt x="0" y="0"/>
                  </a:lnTo>
                  <a:lnTo>
                    <a:pt x="0" y="1771"/>
                  </a:lnTo>
                  <a:lnTo>
                    <a:pt x="3" y="1791"/>
                  </a:lnTo>
                  <a:lnTo>
                    <a:pt x="15" y="1806"/>
                  </a:lnTo>
                  <a:lnTo>
                    <a:pt x="29" y="1814"/>
                  </a:lnTo>
                  <a:lnTo>
                    <a:pt x="47" y="1818"/>
                  </a:lnTo>
                  <a:lnTo>
                    <a:pt x="64" y="1814"/>
                  </a:lnTo>
                  <a:lnTo>
                    <a:pt x="79" y="1806"/>
                  </a:lnTo>
                  <a:lnTo>
                    <a:pt x="90" y="1791"/>
                  </a:lnTo>
                  <a:lnTo>
                    <a:pt x="94" y="17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8701" name="Freeform 49"/>
            <p:cNvSpPr>
              <a:spLocks/>
            </p:cNvSpPr>
            <p:nvPr/>
          </p:nvSpPr>
          <p:spPr bwMode="auto">
            <a:xfrm>
              <a:off x="868" y="2067"/>
              <a:ext cx="90" cy="160"/>
            </a:xfrm>
            <a:custGeom>
              <a:avLst/>
              <a:gdLst>
                <a:gd name="T0" fmla="*/ 3 w 449"/>
                <a:gd name="T1" fmla="*/ 6 h 803"/>
                <a:gd name="T2" fmla="*/ 3 w 449"/>
                <a:gd name="T3" fmla="*/ 6 h 803"/>
                <a:gd name="T4" fmla="*/ 3 w 449"/>
                <a:gd name="T5" fmla="*/ 5 h 803"/>
                <a:gd name="T6" fmla="*/ 3 w 449"/>
                <a:gd name="T7" fmla="*/ 5 h 803"/>
                <a:gd name="T8" fmla="*/ 3 w 449"/>
                <a:gd name="T9" fmla="*/ 5 h 803"/>
                <a:gd name="T10" fmla="*/ 2 w 449"/>
                <a:gd name="T11" fmla="*/ 5 h 803"/>
                <a:gd name="T12" fmla="*/ 2 w 449"/>
                <a:gd name="T13" fmla="*/ 4 h 803"/>
                <a:gd name="T14" fmla="*/ 2 w 449"/>
                <a:gd name="T15" fmla="*/ 4 h 803"/>
                <a:gd name="T16" fmla="*/ 2 w 449"/>
                <a:gd name="T17" fmla="*/ 4 h 803"/>
                <a:gd name="T18" fmla="*/ 2 w 449"/>
                <a:gd name="T19" fmla="*/ 3 h 803"/>
                <a:gd name="T20" fmla="*/ 1 w 449"/>
                <a:gd name="T21" fmla="*/ 3 h 803"/>
                <a:gd name="T22" fmla="*/ 1 w 449"/>
                <a:gd name="T23" fmla="*/ 2 h 803"/>
                <a:gd name="T24" fmla="*/ 1 w 449"/>
                <a:gd name="T25" fmla="*/ 2 h 803"/>
                <a:gd name="T26" fmla="*/ 1 w 449"/>
                <a:gd name="T27" fmla="*/ 2 h 803"/>
                <a:gd name="T28" fmla="*/ 1 w 449"/>
                <a:gd name="T29" fmla="*/ 1 h 803"/>
                <a:gd name="T30" fmla="*/ 1 w 449"/>
                <a:gd name="T31" fmla="*/ 1 h 803"/>
                <a:gd name="T32" fmla="*/ 1 w 449"/>
                <a:gd name="T33" fmla="*/ 0 h 803"/>
                <a:gd name="T34" fmla="*/ 1 w 449"/>
                <a:gd name="T35" fmla="*/ 0 h 803"/>
                <a:gd name="T36" fmla="*/ 0 w 449"/>
                <a:gd name="T37" fmla="*/ 0 h 803"/>
                <a:gd name="T38" fmla="*/ 0 w 449"/>
                <a:gd name="T39" fmla="*/ 0 h 803"/>
                <a:gd name="T40" fmla="*/ 0 w 449"/>
                <a:gd name="T41" fmla="*/ 1 h 803"/>
                <a:gd name="T42" fmla="*/ 0 w 449"/>
                <a:gd name="T43" fmla="*/ 1 h 803"/>
                <a:gd name="T44" fmla="*/ 0 w 449"/>
                <a:gd name="T45" fmla="*/ 2 h 803"/>
                <a:gd name="T46" fmla="*/ 0 w 449"/>
                <a:gd name="T47" fmla="*/ 2 h 803"/>
                <a:gd name="T48" fmla="*/ 0 w 449"/>
                <a:gd name="T49" fmla="*/ 3 h 803"/>
                <a:gd name="T50" fmla="*/ 1 w 449"/>
                <a:gd name="T51" fmla="*/ 3 h 803"/>
                <a:gd name="T52" fmla="*/ 1 w 449"/>
                <a:gd name="T53" fmla="*/ 4 h 803"/>
                <a:gd name="T54" fmla="*/ 1 w 449"/>
                <a:gd name="T55" fmla="*/ 4 h 803"/>
                <a:gd name="T56" fmla="*/ 1 w 449"/>
                <a:gd name="T57" fmla="*/ 4 h 803"/>
                <a:gd name="T58" fmla="*/ 2 w 449"/>
                <a:gd name="T59" fmla="*/ 5 h 803"/>
                <a:gd name="T60" fmla="*/ 2 w 449"/>
                <a:gd name="T61" fmla="*/ 5 h 803"/>
                <a:gd name="T62" fmla="*/ 2 w 449"/>
                <a:gd name="T63" fmla="*/ 5 h 803"/>
                <a:gd name="T64" fmla="*/ 2 w 449"/>
                <a:gd name="T65" fmla="*/ 6 h 803"/>
                <a:gd name="T66" fmla="*/ 3 w 449"/>
                <a:gd name="T67" fmla="*/ 6 h 803"/>
                <a:gd name="T68" fmla="*/ 3 w 449"/>
                <a:gd name="T69" fmla="*/ 6 h 803"/>
                <a:gd name="T70" fmla="*/ 3 w 449"/>
                <a:gd name="T71" fmla="*/ 6 h 803"/>
                <a:gd name="T72" fmla="*/ 3 w 449"/>
                <a:gd name="T73" fmla="*/ 6 h 803"/>
                <a:gd name="T74" fmla="*/ 3 w 449"/>
                <a:gd name="T75" fmla="*/ 6 h 803"/>
                <a:gd name="T76" fmla="*/ 3 w 449"/>
                <a:gd name="T77" fmla="*/ 6 h 803"/>
                <a:gd name="T78" fmla="*/ 3 w 449"/>
                <a:gd name="T79" fmla="*/ 6 h 803"/>
                <a:gd name="T80" fmla="*/ 4 w 449"/>
                <a:gd name="T81" fmla="*/ 6 h 803"/>
                <a:gd name="T82" fmla="*/ 4 w 449"/>
                <a:gd name="T83" fmla="*/ 6 h 803"/>
                <a:gd name="T84" fmla="*/ 4 w 449"/>
                <a:gd name="T85" fmla="*/ 6 h 803"/>
                <a:gd name="T86" fmla="*/ 4 w 449"/>
                <a:gd name="T87" fmla="*/ 6 h 803"/>
                <a:gd name="T88" fmla="*/ 3 w 449"/>
                <a:gd name="T89" fmla="*/ 6 h 803"/>
                <a:gd name="T90" fmla="*/ 3 w 449"/>
                <a:gd name="T91" fmla="*/ 6 h 80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449"/>
                <a:gd name="T139" fmla="*/ 0 h 803"/>
                <a:gd name="T140" fmla="*/ 449 w 449"/>
                <a:gd name="T141" fmla="*/ 803 h 80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449" h="803">
                  <a:moveTo>
                    <a:pt x="426" y="717"/>
                  </a:moveTo>
                  <a:lnTo>
                    <a:pt x="427" y="717"/>
                  </a:lnTo>
                  <a:lnTo>
                    <a:pt x="395" y="693"/>
                  </a:lnTo>
                  <a:lnTo>
                    <a:pt x="361" y="662"/>
                  </a:lnTo>
                  <a:lnTo>
                    <a:pt x="329" y="628"/>
                  </a:lnTo>
                  <a:lnTo>
                    <a:pt x="299" y="591"/>
                  </a:lnTo>
                  <a:lnTo>
                    <a:pt x="269" y="551"/>
                  </a:lnTo>
                  <a:lnTo>
                    <a:pt x="241" y="507"/>
                  </a:lnTo>
                  <a:lnTo>
                    <a:pt x="215" y="460"/>
                  </a:lnTo>
                  <a:lnTo>
                    <a:pt x="191" y="412"/>
                  </a:lnTo>
                  <a:lnTo>
                    <a:pt x="170" y="363"/>
                  </a:lnTo>
                  <a:lnTo>
                    <a:pt x="151" y="312"/>
                  </a:lnTo>
                  <a:lnTo>
                    <a:pt x="133" y="259"/>
                  </a:lnTo>
                  <a:lnTo>
                    <a:pt x="119" y="207"/>
                  </a:lnTo>
                  <a:lnTo>
                    <a:pt x="108" y="156"/>
                  </a:lnTo>
                  <a:lnTo>
                    <a:pt x="101" y="103"/>
                  </a:lnTo>
                  <a:lnTo>
                    <a:pt x="96" y="51"/>
                  </a:lnTo>
                  <a:lnTo>
                    <a:pt x="94" y="0"/>
                  </a:lnTo>
                  <a:lnTo>
                    <a:pt x="0" y="0"/>
                  </a:lnTo>
                  <a:lnTo>
                    <a:pt x="2" y="56"/>
                  </a:lnTo>
                  <a:lnTo>
                    <a:pt x="7" y="115"/>
                  </a:lnTo>
                  <a:lnTo>
                    <a:pt x="16" y="172"/>
                  </a:lnTo>
                  <a:lnTo>
                    <a:pt x="28" y="231"/>
                  </a:lnTo>
                  <a:lnTo>
                    <a:pt x="44" y="287"/>
                  </a:lnTo>
                  <a:lnTo>
                    <a:pt x="62" y="342"/>
                  </a:lnTo>
                  <a:lnTo>
                    <a:pt x="83" y="398"/>
                  </a:lnTo>
                  <a:lnTo>
                    <a:pt x="106" y="452"/>
                  </a:lnTo>
                  <a:lnTo>
                    <a:pt x="133" y="505"/>
                  </a:lnTo>
                  <a:lnTo>
                    <a:pt x="161" y="554"/>
                  </a:lnTo>
                  <a:lnTo>
                    <a:pt x="192" y="602"/>
                  </a:lnTo>
                  <a:lnTo>
                    <a:pt x="224" y="647"/>
                  </a:lnTo>
                  <a:lnTo>
                    <a:pt x="259" y="689"/>
                  </a:lnTo>
                  <a:lnTo>
                    <a:pt x="295" y="728"/>
                  </a:lnTo>
                  <a:lnTo>
                    <a:pt x="334" y="763"/>
                  </a:lnTo>
                  <a:lnTo>
                    <a:pt x="374" y="795"/>
                  </a:lnTo>
                  <a:lnTo>
                    <a:pt x="375" y="795"/>
                  </a:lnTo>
                  <a:lnTo>
                    <a:pt x="374" y="795"/>
                  </a:lnTo>
                  <a:lnTo>
                    <a:pt x="392" y="803"/>
                  </a:lnTo>
                  <a:lnTo>
                    <a:pt x="411" y="803"/>
                  </a:lnTo>
                  <a:lnTo>
                    <a:pt x="426" y="795"/>
                  </a:lnTo>
                  <a:lnTo>
                    <a:pt x="439" y="782"/>
                  </a:lnTo>
                  <a:lnTo>
                    <a:pt x="446" y="766"/>
                  </a:lnTo>
                  <a:lnTo>
                    <a:pt x="449" y="749"/>
                  </a:lnTo>
                  <a:lnTo>
                    <a:pt x="441" y="732"/>
                  </a:lnTo>
                  <a:lnTo>
                    <a:pt x="427" y="717"/>
                  </a:lnTo>
                  <a:lnTo>
                    <a:pt x="426" y="71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8702" name="Freeform 50"/>
            <p:cNvSpPr>
              <a:spLocks/>
            </p:cNvSpPr>
            <p:nvPr/>
          </p:nvSpPr>
          <p:spPr bwMode="auto">
            <a:xfrm>
              <a:off x="883" y="1673"/>
              <a:ext cx="379" cy="690"/>
            </a:xfrm>
            <a:custGeom>
              <a:avLst/>
              <a:gdLst>
                <a:gd name="T0" fmla="*/ 12 w 1897"/>
                <a:gd name="T1" fmla="*/ 6 h 3450"/>
                <a:gd name="T2" fmla="*/ 13 w 1897"/>
                <a:gd name="T3" fmla="*/ 7 h 3450"/>
                <a:gd name="T4" fmla="*/ 13 w 1897"/>
                <a:gd name="T5" fmla="*/ 7 h 3450"/>
                <a:gd name="T6" fmla="*/ 14 w 1897"/>
                <a:gd name="T7" fmla="*/ 8 h 3450"/>
                <a:gd name="T8" fmla="*/ 14 w 1897"/>
                <a:gd name="T9" fmla="*/ 9 h 3450"/>
                <a:gd name="T10" fmla="*/ 15 w 1897"/>
                <a:gd name="T11" fmla="*/ 10 h 3450"/>
                <a:gd name="T12" fmla="*/ 15 w 1897"/>
                <a:gd name="T13" fmla="*/ 11 h 3450"/>
                <a:gd name="T14" fmla="*/ 15 w 1897"/>
                <a:gd name="T15" fmla="*/ 11 h 3450"/>
                <a:gd name="T16" fmla="*/ 15 w 1897"/>
                <a:gd name="T17" fmla="*/ 12 h 3450"/>
                <a:gd name="T18" fmla="*/ 15 w 1897"/>
                <a:gd name="T19" fmla="*/ 26 h 3450"/>
                <a:gd name="T20" fmla="*/ 15 w 1897"/>
                <a:gd name="T21" fmla="*/ 26 h 3450"/>
                <a:gd name="T22" fmla="*/ 15 w 1897"/>
                <a:gd name="T23" fmla="*/ 27 h 3450"/>
                <a:gd name="T24" fmla="*/ 15 w 1897"/>
                <a:gd name="T25" fmla="*/ 27 h 3450"/>
                <a:gd name="T26" fmla="*/ 14 w 1897"/>
                <a:gd name="T27" fmla="*/ 27 h 3450"/>
                <a:gd name="T28" fmla="*/ 14 w 1897"/>
                <a:gd name="T29" fmla="*/ 28 h 3450"/>
                <a:gd name="T30" fmla="*/ 13 w 1897"/>
                <a:gd name="T31" fmla="*/ 28 h 3450"/>
                <a:gd name="T32" fmla="*/ 13 w 1897"/>
                <a:gd name="T33" fmla="*/ 27 h 3450"/>
                <a:gd name="T34" fmla="*/ 3 w 1897"/>
                <a:gd name="T35" fmla="*/ 21 h 3450"/>
                <a:gd name="T36" fmla="*/ 2 w 1897"/>
                <a:gd name="T37" fmla="*/ 21 h 3450"/>
                <a:gd name="T38" fmla="*/ 2 w 1897"/>
                <a:gd name="T39" fmla="*/ 20 h 3450"/>
                <a:gd name="T40" fmla="*/ 1 w 1897"/>
                <a:gd name="T41" fmla="*/ 19 h 3450"/>
                <a:gd name="T42" fmla="*/ 1 w 1897"/>
                <a:gd name="T43" fmla="*/ 19 h 3450"/>
                <a:gd name="T44" fmla="*/ 0 w 1897"/>
                <a:gd name="T45" fmla="*/ 18 h 3450"/>
                <a:gd name="T46" fmla="*/ 0 w 1897"/>
                <a:gd name="T47" fmla="*/ 17 h 3450"/>
                <a:gd name="T48" fmla="*/ 0 w 1897"/>
                <a:gd name="T49" fmla="*/ 16 h 3450"/>
                <a:gd name="T50" fmla="*/ 0 w 1897"/>
                <a:gd name="T51" fmla="*/ 15 h 3450"/>
                <a:gd name="T52" fmla="*/ 0 w 1897"/>
                <a:gd name="T53" fmla="*/ 2 h 3450"/>
                <a:gd name="T54" fmla="*/ 0 w 1897"/>
                <a:gd name="T55" fmla="*/ 1 h 3450"/>
                <a:gd name="T56" fmla="*/ 0 w 1897"/>
                <a:gd name="T57" fmla="*/ 1 h 3450"/>
                <a:gd name="T58" fmla="*/ 1 w 1897"/>
                <a:gd name="T59" fmla="*/ 0 h 3450"/>
                <a:gd name="T60" fmla="*/ 1 w 1897"/>
                <a:gd name="T61" fmla="*/ 0 h 3450"/>
                <a:gd name="T62" fmla="*/ 1 w 1897"/>
                <a:gd name="T63" fmla="*/ 0 h 3450"/>
                <a:gd name="T64" fmla="*/ 2 w 1897"/>
                <a:gd name="T65" fmla="*/ 0 h 3450"/>
                <a:gd name="T66" fmla="*/ 3 w 1897"/>
                <a:gd name="T67" fmla="*/ 0 h 3450"/>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897"/>
                <a:gd name="T103" fmla="*/ 0 h 3450"/>
                <a:gd name="T104" fmla="*/ 1897 w 1897"/>
                <a:gd name="T105" fmla="*/ 3450 h 3450"/>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897" h="3450">
                  <a:moveTo>
                    <a:pt x="357" y="49"/>
                  </a:moveTo>
                  <a:lnTo>
                    <a:pt x="1542" y="806"/>
                  </a:lnTo>
                  <a:lnTo>
                    <a:pt x="1579" y="832"/>
                  </a:lnTo>
                  <a:lnTo>
                    <a:pt x="1614" y="861"/>
                  </a:lnTo>
                  <a:lnTo>
                    <a:pt x="1648" y="895"/>
                  </a:lnTo>
                  <a:lnTo>
                    <a:pt x="1681" y="933"/>
                  </a:lnTo>
                  <a:lnTo>
                    <a:pt x="1711" y="973"/>
                  </a:lnTo>
                  <a:lnTo>
                    <a:pt x="1740" y="1016"/>
                  </a:lnTo>
                  <a:lnTo>
                    <a:pt x="1768" y="1062"/>
                  </a:lnTo>
                  <a:lnTo>
                    <a:pt x="1793" y="1109"/>
                  </a:lnTo>
                  <a:lnTo>
                    <a:pt x="1816" y="1158"/>
                  </a:lnTo>
                  <a:lnTo>
                    <a:pt x="1836" y="1208"/>
                  </a:lnTo>
                  <a:lnTo>
                    <a:pt x="1854" y="1260"/>
                  </a:lnTo>
                  <a:lnTo>
                    <a:pt x="1869" y="1313"/>
                  </a:lnTo>
                  <a:lnTo>
                    <a:pt x="1881" y="1364"/>
                  </a:lnTo>
                  <a:lnTo>
                    <a:pt x="1890" y="1417"/>
                  </a:lnTo>
                  <a:lnTo>
                    <a:pt x="1895" y="1469"/>
                  </a:lnTo>
                  <a:lnTo>
                    <a:pt x="1897" y="1519"/>
                  </a:lnTo>
                  <a:lnTo>
                    <a:pt x="1897" y="3142"/>
                  </a:lnTo>
                  <a:lnTo>
                    <a:pt x="1895" y="3190"/>
                  </a:lnTo>
                  <a:lnTo>
                    <a:pt x="1890" y="3235"/>
                  </a:lnTo>
                  <a:lnTo>
                    <a:pt x="1881" y="3276"/>
                  </a:lnTo>
                  <a:lnTo>
                    <a:pt x="1869" y="3313"/>
                  </a:lnTo>
                  <a:lnTo>
                    <a:pt x="1854" y="3346"/>
                  </a:lnTo>
                  <a:lnTo>
                    <a:pt x="1836" y="3375"/>
                  </a:lnTo>
                  <a:lnTo>
                    <a:pt x="1816" y="3398"/>
                  </a:lnTo>
                  <a:lnTo>
                    <a:pt x="1793" y="3418"/>
                  </a:lnTo>
                  <a:lnTo>
                    <a:pt x="1768" y="3434"/>
                  </a:lnTo>
                  <a:lnTo>
                    <a:pt x="1740" y="3444"/>
                  </a:lnTo>
                  <a:lnTo>
                    <a:pt x="1711" y="3450"/>
                  </a:lnTo>
                  <a:lnTo>
                    <a:pt x="1681" y="3450"/>
                  </a:lnTo>
                  <a:lnTo>
                    <a:pt x="1648" y="3445"/>
                  </a:lnTo>
                  <a:lnTo>
                    <a:pt x="1614" y="3436"/>
                  </a:lnTo>
                  <a:lnTo>
                    <a:pt x="1579" y="3421"/>
                  </a:lnTo>
                  <a:lnTo>
                    <a:pt x="1542" y="3400"/>
                  </a:lnTo>
                  <a:lnTo>
                    <a:pt x="357" y="2643"/>
                  </a:lnTo>
                  <a:lnTo>
                    <a:pt x="320" y="2618"/>
                  </a:lnTo>
                  <a:lnTo>
                    <a:pt x="285" y="2588"/>
                  </a:lnTo>
                  <a:lnTo>
                    <a:pt x="251" y="2554"/>
                  </a:lnTo>
                  <a:lnTo>
                    <a:pt x="218" y="2517"/>
                  </a:lnTo>
                  <a:lnTo>
                    <a:pt x="187" y="2477"/>
                  </a:lnTo>
                  <a:lnTo>
                    <a:pt x="157" y="2433"/>
                  </a:lnTo>
                  <a:lnTo>
                    <a:pt x="130" y="2388"/>
                  </a:lnTo>
                  <a:lnTo>
                    <a:pt x="105" y="2341"/>
                  </a:lnTo>
                  <a:lnTo>
                    <a:pt x="81" y="2292"/>
                  </a:lnTo>
                  <a:lnTo>
                    <a:pt x="61" y="2241"/>
                  </a:lnTo>
                  <a:lnTo>
                    <a:pt x="44" y="2190"/>
                  </a:lnTo>
                  <a:lnTo>
                    <a:pt x="29" y="2138"/>
                  </a:lnTo>
                  <a:lnTo>
                    <a:pt x="17" y="2085"/>
                  </a:lnTo>
                  <a:lnTo>
                    <a:pt x="7" y="2033"/>
                  </a:lnTo>
                  <a:lnTo>
                    <a:pt x="3" y="1981"/>
                  </a:lnTo>
                  <a:lnTo>
                    <a:pt x="0" y="1931"/>
                  </a:lnTo>
                  <a:lnTo>
                    <a:pt x="0" y="308"/>
                  </a:lnTo>
                  <a:lnTo>
                    <a:pt x="3" y="260"/>
                  </a:lnTo>
                  <a:lnTo>
                    <a:pt x="7" y="215"/>
                  </a:lnTo>
                  <a:lnTo>
                    <a:pt x="17" y="174"/>
                  </a:lnTo>
                  <a:lnTo>
                    <a:pt x="29" y="137"/>
                  </a:lnTo>
                  <a:lnTo>
                    <a:pt x="44" y="104"/>
                  </a:lnTo>
                  <a:lnTo>
                    <a:pt x="61" y="76"/>
                  </a:lnTo>
                  <a:lnTo>
                    <a:pt x="81" y="51"/>
                  </a:lnTo>
                  <a:lnTo>
                    <a:pt x="105" y="31"/>
                  </a:lnTo>
                  <a:lnTo>
                    <a:pt x="130" y="16"/>
                  </a:lnTo>
                  <a:lnTo>
                    <a:pt x="157" y="5"/>
                  </a:lnTo>
                  <a:lnTo>
                    <a:pt x="187" y="0"/>
                  </a:lnTo>
                  <a:lnTo>
                    <a:pt x="218" y="0"/>
                  </a:lnTo>
                  <a:lnTo>
                    <a:pt x="251" y="3"/>
                  </a:lnTo>
                  <a:lnTo>
                    <a:pt x="285" y="14"/>
                  </a:lnTo>
                  <a:lnTo>
                    <a:pt x="320" y="29"/>
                  </a:lnTo>
                  <a:lnTo>
                    <a:pt x="357" y="49"/>
                  </a:lnTo>
                  <a:close/>
                </a:path>
              </a:pathLst>
            </a:custGeom>
            <a:solidFill>
              <a:srgbClr val="BFBFB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8703" name="Freeform 51"/>
            <p:cNvSpPr>
              <a:spLocks/>
            </p:cNvSpPr>
            <p:nvPr/>
          </p:nvSpPr>
          <p:spPr bwMode="auto">
            <a:xfrm>
              <a:off x="1268" y="1663"/>
              <a:ext cx="393" cy="711"/>
            </a:xfrm>
            <a:custGeom>
              <a:avLst/>
              <a:gdLst>
                <a:gd name="T0" fmla="*/ 3 w 1962"/>
                <a:gd name="T1" fmla="*/ 7 h 3555"/>
                <a:gd name="T2" fmla="*/ 2 w 1962"/>
                <a:gd name="T3" fmla="*/ 7 h 3555"/>
                <a:gd name="T4" fmla="*/ 2 w 1962"/>
                <a:gd name="T5" fmla="*/ 8 h 3555"/>
                <a:gd name="T6" fmla="*/ 1 w 1962"/>
                <a:gd name="T7" fmla="*/ 8 h 3555"/>
                <a:gd name="T8" fmla="*/ 1 w 1962"/>
                <a:gd name="T9" fmla="*/ 9 h 3555"/>
                <a:gd name="T10" fmla="*/ 1 w 1962"/>
                <a:gd name="T11" fmla="*/ 10 h 3555"/>
                <a:gd name="T12" fmla="*/ 0 w 1962"/>
                <a:gd name="T13" fmla="*/ 11 h 3555"/>
                <a:gd name="T14" fmla="*/ 0 w 1962"/>
                <a:gd name="T15" fmla="*/ 12 h 3555"/>
                <a:gd name="T16" fmla="*/ 0 w 1962"/>
                <a:gd name="T17" fmla="*/ 13 h 3555"/>
                <a:gd name="T18" fmla="*/ 0 w 1962"/>
                <a:gd name="T19" fmla="*/ 26 h 3555"/>
                <a:gd name="T20" fmla="*/ 0 w 1962"/>
                <a:gd name="T21" fmla="*/ 27 h 3555"/>
                <a:gd name="T22" fmla="*/ 0 w 1962"/>
                <a:gd name="T23" fmla="*/ 28 h 3555"/>
                <a:gd name="T24" fmla="*/ 1 w 1962"/>
                <a:gd name="T25" fmla="*/ 28 h 3555"/>
                <a:gd name="T26" fmla="*/ 1 w 1962"/>
                <a:gd name="T27" fmla="*/ 28 h 3555"/>
                <a:gd name="T28" fmla="*/ 2 w 1962"/>
                <a:gd name="T29" fmla="*/ 28 h 3555"/>
                <a:gd name="T30" fmla="*/ 2 w 1962"/>
                <a:gd name="T31" fmla="*/ 28 h 3555"/>
                <a:gd name="T32" fmla="*/ 3 w 1962"/>
                <a:gd name="T33" fmla="*/ 28 h 3555"/>
                <a:gd name="T34" fmla="*/ 13 w 1962"/>
                <a:gd name="T35" fmla="*/ 22 h 3555"/>
                <a:gd name="T36" fmla="*/ 13 w 1962"/>
                <a:gd name="T37" fmla="*/ 21 h 3555"/>
                <a:gd name="T38" fmla="*/ 14 w 1962"/>
                <a:gd name="T39" fmla="*/ 21 h 3555"/>
                <a:gd name="T40" fmla="*/ 14 w 1962"/>
                <a:gd name="T41" fmla="*/ 20 h 3555"/>
                <a:gd name="T42" fmla="*/ 15 w 1962"/>
                <a:gd name="T43" fmla="*/ 19 h 3555"/>
                <a:gd name="T44" fmla="*/ 15 w 1962"/>
                <a:gd name="T45" fmla="*/ 18 h 3555"/>
                <a:gd name="T46" fmla="*/ 16 w 1962"/>
                <a:gd name="T47" fmla="*/ 18 h 3555"/>
                <a:gd name="T48" fmla="*/ 16 w 1962"/>
                <a:gd name="T49" fmla="*/ 17 h 3555"/>
                <a:gd name="T50" fmla="*/ 16 w 1962"/>
                <a:gd name="T51" fmla="*/ 16 h 3555"/>
                <a:gd name="T52" fmla="*/ 16 w 1962"/>
                <a:gd name="T53" fmla="*/ 2 h 3555"/>
                <a:gd name="T54" fmla="*/ 16 w 1962"/>
                <a:gd name="T55" fmla="*/ 1 h 3555"/>
                <a:gd name="T56" fmla="*/ 15 w 1962"/>
                <a:gd name="T57" fmla="*/ 1 h 3555"/>
                <a:gd name="T58" fmla="*/ 15 w 1962"/>
                <a:gd name="T59" fmla="*/ 0 h 3555"/>
                <a:gd name="T60" fmla="*/ 15 w 1962"/>
                <a:gd name="T61" fmla="*/ 0 h 3555"/>
                <a:gd name="T62" fmla="*/ 14 w 1962"/>
                <a:gd name="T63" fmla="*/ 0 h 3555"/>
                <a:gd name="T64" fmla="*/ 14 w 1962"/>
                <a:gd name="T65" fmla="*/ 0 h 3555"/>
                <a:gd name="T66" fmla="*/ 13 w 1962"/>
                <a:gd name="T67" fmla="*/ 0 h 3555"/>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962"/>
                <a:gd name="T103" fmla="*/ 0 h 3555"/>
                <a:gd name="T104" fmla="*/ 1962 w 1962"/>
                <a:gd name="T105" fmla="*/ 3555 h 3555"/>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962" h="3555">
                  <a:moveTo>
                    <a:pt x="1594" y="50"/>
                  </a:moveTo>
                  <a:lnTo>
                    <a:pt x="368" y="831"/>
                  </a:lnTo>
                  <a:lnTo>
                    <a:pt x="330" y="858"/>
                  </a:lnTo>
                  <a:lnTo>
                    <a:pt x="294" y="888"/>
                  </a:lnTo>
                  <a:lnTo>
                    <a:pt x="259" y="922"/>
                  </a:lnTo>
                  <a:lnTo>
                    <a:pt x="225" y="961"/>
                  </a:lnTo>
                  <a:lnTo>
                    <a:pt x="193" y="1003"/>
                  </a:lnTo>
                  <a:lnTo>
                    <a:pt x="163" y="1047"/>
                  </a:lnTo>
                  <a:lnTo>
                    <a:pt x="133" y="1094"/>
                  </a:lnTo>
                  <a:lnTo>
                    <a:pt x="108" y="1143"/>
                  </a:lnTo>
                  <a:lnTo>
                    <a:pt x="84" y="1193"/>
                  </a:lnTo>
                  <a:lnTo>
                    <a:pt x="63" y="1246"/>
                  </a:lnTo>
                  <a:lnTo>
                    <a:pt x="44" y="1299"/>
                  </a:lnTo>
                  <a:lnTo>
                    <a:pt x="29" y="1353"/>
                  </a:lnTo>
                  <a:lnTo>
                    <a:pt x="16" y="1405"/>
                  </a:lnTo>
                  <a:lnTo>
                    <a:pt x="7" y="1459"/>
                  </a:lnTo>
                  <a:lnTo>
                    <a:pt x="2" y="1512"/>
                  </a:lnTo>
                  <a:lnTo>
                    <a:pt x="0" y="1565"/>
                  </a:lnTo>
                  <a:lnTo>
                    <a:pt x="0" y="3237"/>
                  </a:lnTo>
                  <a:lnTo>
                    <a:pt x="2" y="3287"/>
                  </a:lnTo>
                  <a:lnTo>
                    <a:pt x="7" y="3333"/>
                  </a:lnTo>
                  <a:lnTo>
                    <a:pt x="16" y="3375"/>
                  </a:lnTo>
                  <a:lnTo>
                    <a:pt x="29" y="3413"/>
                  </a:lnTo>
                  <a:lnTo>
                    <a:pt x="44" y="3447"/>
                  </a:lnTo>
                  <a:lnTo>
                    <a:pt x="63" y="3477"/>
                  </a:lnTo>
                  <a:lnTo>
                    <a:pt x="84" y="3502"/>
                  </a:lnTo>
                  <a:lnTo>
                    <a:pt x="108" y="3522"/>
                  </a:lnTo>
                  <a:lnTo>
                    <a:pt x="133" y="3538"/>
                  </a:lnTo>
                  <a:lnTo>
                    <a:pt x="163" y="3549"/>
                  </a:lnTo>
                  <a:lnTo>
                    <a:pt x="193" y="3555"/>
                  </a:lnTo>
                  <a:lnTo>
                    <a:pt x="225" y="3555"/>
                  </a:lnTo>
                  <a:lnTo>
                    <a:pt x="259" y="3550"/>
                  </a:lnTo>
                  <a:lnTo>
                    <a:pt x="294" y="3541"/>
                  </a:lnTo>
                  <a:lnTo>
                    <a:pt x="330" y="3524"/>
                  </a:lnTo>
                  <a:lnTo>
                    <a:pt x="368" y="3503"/>
                  </a:lnTo>
                  <a:lnTo>
                    <a:pt x="1594" y="2722"/>
                  </a:lnTo>
                  <a:lnTo>
                    <a:pt x="1632" y="2696"/>
                  </a:lnTo>
                  <a:lnTo>
                    <a:pt x="1668" y="2665"/>
                  </a:lnTo>
                  <a:lnTo>
                    <a:pt x="1703" y="2631"/>
                  </a:lnTo>
                  <a:lnTo>
                    <a:pt x="1737" y="2592"/>
                  </a:lnTo>
                  <a:lnTo>
                    <a:pt x="1769" y="2551"/>
                  </a:lnTo>
                  <a:lnTo>
                    <a:pt x="1799" y="2506"/>
                  </a:lnTo>
                  <a:lnTo>
                    <a:pt x="1829" y="2460"/>
                  </a:lnTo>
                  <a:lnTo>
                    <a:pt x="1854" y="2411"/>
                  </a:lnTo>
                  <a:lnTo>
                    <a:pt x="1878" y="2361"/>
                  </a:lnTo>
                  <a:lnTo>
                    <a:pt x="1899" y="2308"/>
                  </a:lnTo>
                  <a:lnTo>
                    <a:pt x="1918" y="2256"/>
                  </a:lnTo>
                  <a:lnTo>
                    <a:pt x="1933" y="2202"/>
                  </a:lnTo>
                  <a:lnTo>
                    <a:pt x="1946" y="2149"/>
                  </a:lnTo>
                  <a:lnTo>
                    <a:pt x="1955" y="2095"/>
                  </a:lnTo>
                  <a:lnTo>
                    <a:pt x="1960" y="2042"/>
                  </a:lnTo>
                  <a:lnTo>
                    <a:pt x="1962" y="1989"/>
                  </a:lnTo>
                  <a:lnTo>
                    <a:pt x="1962" y="319"/>
                  </a:lnTo>
                  <a:lnTo>
                    <a:pt x="1960" y="269"/>
                  </a:lnTo>
                  <a:lnTo>
                    <a:pt x="1955" y="223"/>
                  </a:lnTo>
                  <a:lnTo>
                    <a:pt x="1946" y="180"/>
                  </a:lnTo>
                  <a:lnTo>
                    <a:pt x="1933" y="143"/>
                  </a:lnTo>
                  <a:lnTo>
                    <a:pt x="1918" y="109"/>
                  </a:lnTo>
                  <a:lnTo>
                    <a:pt x="1899" y="79"/>
                  </a:lnTo>
                  <a:lnTo>
                    <a:pt x="1878" y="54"/>
                  </a:lnTo>
                  <a:lnTo>
                    <a:pt x="1854" y="33"/>
                  </a:lnTo>
                  <a:lnTo>
                    <a:pt x="1829" y="17"/>
                  </a:lnTo>
                  <a:lnTo>
                    <a:pt x="1799" y="7"/>
                  </a:lnTo>
                  <a:lnTo>
                    <a:pt x="1769" y="0"/>
                  </a:lnTo>
                  <a:lnTo>
                    <a:pt x="1737" y="0"/>
                  </a:lnTo>
                  <a:lnTo>
                    <a:pt x="1703" y="4"/>
                  </a:lnTo>
                  <a:lnTo>
                    <a:pt x="1668" y="14"/>
                  </a:lnTo>
                  <a:lnTo>
                    <a:pt x="1632" y="29"/>
                  </a:lnTo>
                  <a:lnTo>
                    <a:pt x="1594" y="50"/>
                  </a:lnTo>
                  <a:close/>
                </a:path>
              </a:pathLst>
            </a:custGeom>
            <a:solidFill>
              <a:srgbClr val="E5E5E5"/>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8704" name="Freeform 52"/>
            <p:cNvSpPr>
              <a:spLocks noEditPoints="1"/>
            </p:cNvSpPr>
            <p:nvPr/>
          </p:nvSpPr>
          <p:spPr bwMode="auto">
            <a:xfrm>
              <a:off x="916" y="1589"/>
              <a:ext cx="697" cy="698"/>
            </a:xfrm>
            <a:custGeom>
              <a:avLst/>
              <a:gdLst>
                <a:gd name="T0" fmla="*/ 16 w 3485"/>
                <a:gd name="T1" fmla="*/ 0 h 3490"/>
                <a:gd name="T2" fmla="*/ 17 w 3485"/>
                <a:gd name="T3" fmla="*/ 2 h 3490"/>
                <a:gd name="T4" fmla="*/ 17 w 3485"/>
                <a:gd name="T5" fmla="*/ 3 h 3490"/>
                <a:gd name="T6" fmla="*/ 14 w 3485"/>
                <a:gd name="T7" fmla="*/ 4 h 3490"/>
                <a:gd name="T8" fmla="*/ 12 w 3485"/>
                <a:gd name="T9" fmla="*/ 4 h 3490"/>
                <a:gd name="T10" fmla="*/ 11 w 3485"/>
                <a:gd name="T11" fmla="*/ 2 h 3490"/>
                <a:gd name="T12" fmla="*/ 11 w 3485"/>
                <a:gd name="T13" fmla="*/ 1 h 3490"/>
                <a:gd name="T14" fmla="*/ 14 w 3485"/>
                <a:gd name="T15" fmla="*/ 0 h 3490"/>
                <a:gd name="T16" fmla="*/ 3 w 3485"/>
                <a:gd name="T17" fmla="*/ 7 h 3490"/>
                <a:gd name="T18" fmla="*/ 4 w 3485"/>
                <a:gd name="T19" fmla="*/ 9 h 3490"/>
                <a:gd name="T20" fmla="*/ 3 w 3485"/>
                <a:gd name="T21" fmla="*/ 12 h 3490"/>
                <a:gd name="T22" fmla="*/ 2 w 3485"/>
                <a:gd name="T23" fmla="*/ 13 h 3490"/>
                <a:gd name="T24" fmla="*/ 1 w 3485"/>
                <a:gd name="T25" fmla="*/ 12 h 3490"/>
                <a:gd name="T26" fmla="*/ 0 w 3485"/>
                <a:gd name="T27" fmla="*/ 10 h 3490"/>
                <a:gd name="T28" fmla="*/ 0 w 3485"/>
                <a:gd name="T29" fmla="*/ 8 h 3490"/>
                <a:gd name="T30" fmla="*/ 2 w 3485"/>
                <a:gd name="T31" fmla="*/ 6 h 3490"/>
                <a:gd name="T32" fmla="*/ 10 w 3485"/>
                <a:gd name="T33" fmla="*/ 20 h 3490"/>
                <a:gd name="T34" fmla="*/ 11 w 3485"/>
                <a:gd name="T35" fmla="*/ 22 h 3490"/>
                <a:gd name="T36" fmla="*/ 11 w 3485"/>
                <a:gd name="T37" fmla="*/ 25 h 3490"/>
                <a:gd name="T38" fmla="*/ 10 w 3485"/>
                <a:gd name="T39" fmla="*/ 27 h 3490"/>
                <a:gd name="T40" fmla="*/ 8 w 3485"/>
                <a:gd name="T41" fmla="*/ 26 h 3490"/>
                <a:gd name="T42" fmla="*/ 7 w 3485"/>
                <a:gd name="T43" fmla="*/ 24 h 3490"/>
                <a:gd name="T44" fmla="*/ 7 w 3485"/>
                <a:gd name="T45" fmla="*/ 22 h 3490"/>
                <a:gd name="T46" fmla="*/ 8 w 3485"/>
                <a:gd name="T47" fmla="*/ 20 h 3490"/>
                <a:gd name="T48" fmla="*/ 20 w 3485"/>
                <a:gd name="T49" fmla="*/ 21 h 3490"/>
                <a:gd name="T50" fmla="*/ 21 w 3485"/>
                <a:gd name="T51" fmla="*/ 23 h 3490"/>
                <a:gd name="T52" fmla="*/ 21 w 3485"/>
                <a:gd name="T53" fmla="*/ 26 h 3490"/>
                <a:gd name="T54" fmla="*/ 20 w 3485"/>
                <a:gd name="T55" fmla="*/ 28 h 3490"/>
                <a:gd name="T56" fmla="*/ 18 w 3485"/>
                <a:gd name="T57" fmla="*/ 28 h 3490"/>
                <a:gd name="T58" fmla="*/ 17 w 3485"/>
                <a:gd name="T59" fmla="*/ 26 h 3490"/>
                <a:gd name="T60" fmla="*/ 17 w 3485"/>
                <a:gd name="T61" fmla="*/ 23 h 3490"/>
                <a:gd name="T62" fmla="*/ 18 w 3485"/>
                <a:gd name="T63" fmla="*/ 21 h 3490"/>
                <a:gd name="T64" fmla="*/ 19 w 3485"/>
                <a:gd name="T65" fmla="*/ 11 h 3490"/>
                <a:gd name="T66" fmla="*/ 20 w 3485"/>
                <a:gd name="T67" fmla="*/ 13 h 3490"/>
                <a:gd name="T68" fmla="*/ 21 w 3485"/>
                <a:gd name="T69" fmla="*/ 15 h 3490"/>
                <a:gd name="T70" fmla="*/ 20 w 3485"/>
                <a:gd name="T71" fmla="*/ 17 h 3490"/>
                <a:gd name="T72" fmla="*/ 18 w 3485"/>
                <a:gd name="T73" fmla="*/ 17 h 3490"/>
                <a:gd name="T74" fmla="*/ 17 w 3485"/>
                <a:gd name="T75" fmla="*/ 16 h 3490"/>
                <a:gd name="T76" fmla="*/ 17 w 3485"/>
                <a:gd name="T77" fmla="*/ 13 h 3490"/>
                <a:gd name="T78" fmla="*/ 18 w 3485"/>
                <a:gd name="T79" fmla="*/ 11 h 3490"/>
                <a:gd name="T80" fmla="*/ 26 w 3485"/>
                <a:gd name="T81" fmla="*/ 7 h 3490"/>
                <a:gd name="T82" fmla="*/ 27 w 3485"/>
                <a:gd name="T83" fmla="*/ 8 h 3490"/>
                <a:gd name="T84" fmla="*/ 27 w 3485"/>
                <a:gd name="T85" fmla="*/ 11 h 3490"/>
                <a:gd name="T86" fmla="*/ 26 w 3485"/>
                <a:gd name="T87" fmla="*/ 13 h 3490"/>
                <a:gd name="T88" fmla="*/ 25 w 3485"/>
                <a:gd name="T89" fmla="*/ 13 h 3490"/>
                <a:gd name="T90" fmla="*/ 24 w 3485"/>
                <a:gd name="T91" fmla="*/ 12 h 3490"/>
                <a:gd name="T92" fmla="*/ 24 w 3485"/>
                <a:gd name="T93" fmla="*/ 9 h 3490"/>
                <a:gd name="T94" fmla="*/ 24 w 3485"/>
                <a:gd name="T95" fmla="*/ 7 h 3490"/>
                <a:gd name="T96" fmla="*/ 26 w 3485"/>
                <a:gd name="T97" fmla="*/ 17 h 3490"/>
                <a:gd name="T98" fmla="*/ 27 w 3485"/>
                <a:gd name="T99" fmla="*/ 18 h 3490"/>
                <a:gd name="T100" fmla="*/ 28 w 3485"/>
                <a:gd name="T101" fmla="*/ 21 h 3490"/>
                <a:gd name="T102" fmla="*/ 27 w 3485"/>
                <a:gd name="T103" fmla="*/ 23 h 3490"/>
                <a:gd name="T104" fmla="*/ 26 w 3485"/>
                <a:gd name="T105" fmla="*/ 24 h 3490"/>
                <a:gd name="T106" fmla="*/ 24 w 3485"/>
                <a:gd name="T107" fmla="*/ 23 h 3490"/>
                <a:gd name="T108" fmla="*/ 24 w 3485"/>
                <a:gd name="T109" fmla="*/ 20 h 3490"/>
                <a:gd name="T110" fmla="*/ 25 w 3485"/>
                <a:gd name="T111" fmla="*/ 18 h 3490"/>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w 3485"/>
                <a:gd name="T169" fmla="*/ 0 h 3490"/>
                <a:gd name="T170" fmla="*/ 3485 w 3485"/>
                <a:gd name="T171" fmla="*/ 3490 h 3490"/>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T168" t="T169" r="T170" b="T171"/>
              <a:pathLst>
                <a:path w="3485" h="3490">
                  <a:moveTo>
                    <a:pt x="1754" y="0"/>
                  </a:moveTo>
                  <a:lnTo>
                    <a:pt x="1797" y="2"/>
                  </a:lnTo>
                  <a:lnTo>
                    <a:pt x="1840" y="5"/>
                  </a:lnTo>
                  <a:lnTo>
                    <a:pt x="1881" y="12"/>
                  </a:lnTo>
                  <a:lnTo>
                    <a:pt x="1921" y="20"/>
                  </a:lnTo>
                  <a:lnTo>
                    <a:pt x="1959" y="31"/>
                  </a:lnTo>
                  <a:lnTo>
                    <a:pt x="1994" y="44"/>
                  </a:lnTo>
                  <a:lnTo>
                    <a:pt x="2028" y="59"/>
                  </a:lnTo>
                  <a:lnTo>
                    <a:pt x="2058" y="74"/>
                  </a:lnTo>
                  <a:lnTo>
                    <a:pt x="2086" y="93"/>
                  </a:lnTo>
                  <a:lnTo>
                    <a:pt x="2111" y="113"/>
                  </a:lnTo>
                  <a:lnTo>
                    <a:pt x="2132" y="133"/>
                  </a:lnTo>
                  <a:lnTo>
                    <a:pt x="2151" y="155"/>
                  </a:lnTo>
                  <a:lnTo>
                    <a:pt x="2165" y="179"/>
                  </a:lnTo>
                  <a:lnTo>
                    <a:pt x="2175" y="203"/>
                  </a:lnTo>
                  <a:lnTo>
                    <a:pt x="2182" y="229"/>
                  </a:lnTo>
                  <a:lnTo>
                    <a:pt x="2185" y="255"/>
                  </a:lnTo>
                  <a:lnTo>
                    <a:pt x="2182" y="281"/>
                  </a:lnTo>
                  <a:lnTo>
                    <a:pt x="2175" y="305"/>
                  </a:lnTo>
                  <a:lnTo>
                    <a:pt x="2165" y="330"/>
                  </a:lnTo>
                  <a:lnTo>
                    <a:pt x="2151" y="353"/>
                  </a:lnTo>
                  <a:lnTo>
                    <a:pt x="2132" y="376"/>
                  </a:lnTo>
                  <a:lnTo>
                    <a:pt x="2111" y="397"/>
                  </a:lnTo>
                  <a:lnTo>
                    <a:pt x="2086" y="417"/>
                  </a:lnTo>
                  <a:lnTo>
                    <a:pt x="2058" y="434"/>
                  </a:lnTo>
                  <a:lnTo>
                    <a:pt x="2028" y="451"/>
                  </a:lnTo>
                  <a:lnTo>
                    <a:pt x="1994" y="466"/>
                  </a:lnTo>
                  <a:lnTo>
                    <a:pt x="1959" y="479"/>
                  </a:lnTo>
                  <a:lnTo>
                    <a:pt x="1921" y="489"/>
                  </a:lnTo>
                  <a:lnTo>
                    <a:pt x="1881" y="498"/>
                  </a:lnTo>
                  <a:lnTo>
                    <a:pt x="1840" y="505"/>
                  </a:lnTo>
                  <a:lnTo>
                    <a:pt x="1797" y="508"/>
                  </a:lnTo>
                  <a:lnTo>
                    <a:pt x="1754" y="509"/>
                  </a:lnTo>
                  <a:lnTo>
                    <a:pt x="1710" y="508"/>
                  </a:lnTo>
                  <a:lnTo>
                    <a:pt x="1667" y="505"/>
                  </a:lnTo>
                  <a:lnTo>
                    <a:pt x="1626" y="498"/>
                  </a:lnTo>
                  <a:lnTo>
                    <a:pt x="1586" y="489"/>
                  </a:lnTo>
                  <a:lnTo>
                    <a:pt x="1548" y="479"/>
                  </a:lnTo>
                  <a:lnTo>
                    <a:pt x="1512" y="466"/>
                  </a:lnTo>
                  <a:lnTo>
                    <a:pt x="1479" y="451"/>
                  </a:lnTo>
                  <a:lnTo>
                    <a:pt x="1449" y="434"/>
                  </a:lnTo>
                  <a:lnTo>
                    <a:pt x="1421" y="417"/>
                  </a:lnTo>
                  <a:lnTo>
                    <a:pt x="1395" y="397"/>
                  </a:lnTo>
                  <a:lnTo>
                    <a:pt x="1374" y="376"/>
                  </a:lnTo>
                  <a:lnTo>
                    <a:pt x="1355" y="353"/>
                  </a:lnTo>
                  <a:lnTo>
                    <a:pt x="1341" y="330"/>
                  </a:lnTo>
                  <a:lnTo>
                    <a:pt x="1331" y="305"/>
                  </a:lnTo>
                  <a:lnTo>
                    <a:pt x="1324" y="281"/>
                  </a:lnTo>
                  <a:lnTo>
                    <a:pt x="1321" y="255"/>
                  </a:lnTo>
                  <a:lnTo>
                    <a:pt x="1324" y="229"/>
                  </a:lnTo>
                  <a:lnTo>
                    <a:pt x="1331" y="203"/>
                  </a:lnTo>
                  <a:lnTo>
                    <a:pt x="1341" y="179"/>
                  </a:lnTo>
                  <a:lnTo>
                    <a:pt x="1355" y="155"/>
                  </a:lnTo>
                  <a:lnTo>
                    <a:pt x="1374" y="133"/>
                  </a:lnTo>
                  <a:lnTo>
                    <a:pt x="1395" y="113"/>
                  </a:lnTo>
                  <a:lnTo>
                    <a:pt x="1421" y="93"/>
                  </a:lnTo>
                  <a:lnTo>
                    <a:pt x="1449" y="74"/>
                  </a:lnTo>
                  <a:lnTo>
                    <a:pt x="1479" y="59"/>
                  </a:lnTo>
                  <a:lnTo>
                    <a:pt x="1512" y="44"/>
                  </a:lnTo>
                  <a:lnTo>
                    <a:pt x="1548" y="31"/>
                  </a:lnTo>
                  <a:lnTo>
                    <a:pt x="1586" y="20"/>
                  </a:lnTo>
                  <a:lnTo>
                    <a:pt x="1626" y="12"/>
                  </a:lnTo>
                  <a:lnTo>
                    <a:pt x="1667" y="5"/>
                  </a:lnTo>
                  <a:lnTo>
                    <a:pt x="1710" y="2"/>
                  </a:lnTo>
                  <a:lnTo>
                    <a:pt x="1754" y="0"/>
                  </a:lnTo>
                  <a:close/>
                  <a:moveTo>
                    <a:pt x="239" y="786"/>
                  </a:moveTo>
                  <a:lnTo>
                    <a:pt x="263" y="788"/>
                  </a:lnTo>
                  <a:lnTo>
                    <a:pt x="287" y="794"/>
                  </a:lnTo>
                  <a:lnTo>
                    <a:pt x="309" y="805"/>
                  </a:lnTo>
                  <a:lnTo>
                    <a:pt x="331" y="819"/>
                  </a:lnTo>
                  <a:lnTo>
                    <a:pt x="352" y="836"/>
                  </a:lnTo>
                  <a:lnTo>
                    <a:pt x="372" y="857"/>
                  </a:lnTo>
                  <a:lnTo>
                    <a:pt x="390" y="882"/>
                  </a:lnTo>
                  <a:lnTo>
                    <a:pt x="407" y="909"/>
                  </a:lnTo>
                  <a:lnTo>
                    <a:pt x="423" y="940"/>
                  </a:lnTo>
                  <a:lnTo>
                    <a:pt x="437" y="971"/>
                  </a:lnTo>
                  <a:lnTo>
                    <a:pt x="448" y="1006"/>
                  </a:lnTo>
                  <a:lnTo>
                    <a:pt x="459" y="1043"/>
                  </a:lnTo>
                  <a:lnTo>
                    <a:pt x="467" y="1081"/>
                  </a:lnTo>
                  <a:lnTo>
                    <a:pt x="473" y="1121"/>
                  </a:lnTo>
                  <a:lnTo>
                    <a:pt x="476" y="1163"/>
                  </a:lnTo>
                  <a:lnTo>
                    <a:pt x="478" y="1206"/>
                  </a:lnTo>
                  <a:lnTo>
                    <a:pt x="476" y="1248"/>
                  </a:lnTo>
                  <a:lnTo>
                    <a:pt x="473" y="1290"/>
                  </a:lnTo>
                  <a:lnTo>
                    <a:pt x="467" y="1330"/>
                  </a:lnTo>
                  <a:lnTo>
                    <a:pt x="459" y="1367"/>
                  </a:lnTo>
                  <a:lnTo>
                    <a:pt x="448" y="1405"/>
                  </a:lnTo>
                  <a:lnTo>
                    <a:pt x="437" y="1439"/>
                  </a:lnTo>
                  <a:lnTo>
                    <a:pt x="423" y="1472"/>
                  </a:lnTo>
                  <a:lnTo>
                    <a:pt x="407" y="1501"/>
                  </a:lnTo>
                  <a:lnTo>
                    <a:pt x="390" y="1528"/>
                  </a:lnTo>
                  <a:lnTo>
                    <a:pt x="372" y="1553"/>
                  </a:lnTo>
                  <a:lnTo>
                    <a:pt x="352" y="1574"/>
                  </a:lnTo>
                  <a:lnTo>
                    <a:pt x="331" y="1591"/>
                  </a:lnTo>
                  <a:lnTo>
                    <a:pt x="309" y="1605"/>
                  </a:lnTo>
                  <a:lnTo>
                    <a:pt x="287" y="1616"/>
                  </a:lnTo>
                  <a:lnTo>
                    <a:pt x="263" y="1622"/>
                  </a:lnTo>
                  <a:lnTo>
                    <a:pt x="239" y="1624"/>
                  </a:lnTo>
                  <a:lnTo>
                    <a:pt x="214" y="1622"/>
                  </a:lnTo>
                  <a:lnTo>
                    <a:pt x="191" y="1616"/>
                  </a:lnTo>
                  <a:lnTo>
                    <a:pt x="168" y="1605"/>
                  </a:lnTo>
                  <a:lnTo>
                    <a:pt x="146" y="1591"/>
                  </a:lnTo>
                  <a:lnTo>
                    <a:pt x="125" y="1574"/>
                  </a:lnTo>
                  <a:lnTo>
                    <a:pt x="105" y="1553"/>
                  </a:lnTo>
                  <a:lnTo>
                    <a:pt x="87" y="1528"/>
                  </a:lnTo>
                  <a:lnTo>
                    <a:pt x="70" y="1501"/>
                  </a:lnTo>
                  <a:lnTo>
                    <a:pt x="55" y="1472"/>
                  </a:lnTo>
                  <a:lnTo>
                    <a:pt x="41" y="1439"/>
                  </a:lnTo>
                  <a:lnTo>
                    <a:pt x="29" y="1405"/>
                  </a:lnTo>
                  <a:lnTo>
                    <a:pt x="18" y="1367"/>
                  </a:lnTo>
                  <a:lnTo>
                    <a:pt x="10" y="1330"/>
                  </a:lnTo>
                  <a:lnTo>
                    <a:pt x="4" y="1290"/>
                  </a:lnTo>
                  <a:lnTo>
                    <a:pt x="1" y="1248"/>
                  </a:lnTo>
                  <a:lnTo>
                    <a:pt x="0" y="1206"/>
                  </a:lnTo>
                  <a:lnTo>
                    <a:pt x="1" y="1163"/>
                  </a:lnTo>
                  <a:lnTo>
                    <a:pt x="4" y="1121"/>
                  </a:lnTo>
                  <a:lnTo>
                    <a:pt x="10" y="1081"/>
                  </a:lnTo>
                  <a:lnTo>
                    <a:pt x="18" y="1043"/>
                  </a:lnTo>
                  <a:lnTo>
                    <a:pt x="29" y="1006"/>
                  </a:lnTo>
                  <a:lnTo>
                    <a:pt x="41" y="971"/>
                  </a:lnTo>
                  <a:lnTo>
                    <a:pt x="55" y="940"/>
                  </a:lnTo>
                  <a:lnTo>
                    <a:pt x="70" y="909"/>
                  </a:lnTo>
                  <a:lnTo>
                    <a:pt x="87" y="882"/>
                  </a:lnTo>
                  <a:lnTo>
                    <a:pt x="105" y="857"/>
                  </a:lnTo>
                  <a:lnTo>
                    <a:pt x="125" y="836"/>
                  </a:lnTo>
                  <a:lnTo>
                    <a:pt x="146" y="819"/>
                  </a:lnTo>
                  <a:lnTo>
                    <a:pt x="168" y="805"/>
                  </a:lnTo>
                  <a:lnTo>
                    <a:pt x="191" y="794"/>
                  </a:lnTo>
                  <a:lnTo>
                    <a:pt x="214" y="788"/>
                  </a:lnTo>
                  <a:lnTo>
                    <a:pt x="239" y="786"/>
                  </a:lnTo>
                  <a:close/>
                  <a:moveTo>
                    <a:pt x="1119" y="2495"/>
                  </a:moveTo>
                  <a:lnTo>
                    <a:pt x="1143" y="2498"/>
                  </a:lnTo>
                  <a:lnTo>
                    <a:pt x="1167" y="2504"/>
                  </a:lnTo>
                  <a:lnTo>
                    <a:pt x="1190" y="2514"/>
                  </a:lnTo>
                  <a:lnTo>
                    <a:pt x="1211" y="2528"/>
                  </a:lnTo>
                  <a:lnTo>
                    <a:pt x="1232" y="2546"/>
                  </a:lnTo>
                  <a:lnTo>
                    <a:pt x="1252" y="2567"/>
                  </a:lnTo>
                  <a:lnTo>
                    <a:pt x="1271" y="2592"/>
                  </a:lnTo>
                  <a:lnTo>
                    <a:pt x="1288" y="2618"/>
                  </a:lnTo>
                  <a:lnTo>
                    <a:pt x="1304" y="2648"/>
                  </a:lnTo>
                  <a:lnTo>
                    <a:pt x="1318" y="2681"/>
                  </a:lnTo>
                  <a:lnTo>
                    <a:pt x="1329" y="2715"/>
                  </a:lnTo>
                  <a:lnTo>
                    <a:pt x="1340" y="2752"/>
                  </a:lnTo>
                  <a:lnTo>
                    <a:pt x="1348" y="2790"/>
                  </a:lnTo>
                  <a:lnTo>
                    <a:pt x="1354" y="2830"/>
                  </a:lnTo>
                  <a:lnTo>
                    <a:pt x="1358" y="2872"/>
                  </a:lnTo>
                  <a:lnTo>
                    <a:pt x="1359" y="2914"/>
                  </a:lnTo>
                  <a:lnTo>
                    <a:pt x="1358" y="2956"/>
                  </a:lnTo>
                  <a:lnTo>
                    <a:pt x="1354" y="2998"/>
                  </a:lnTo>
                  <a:lnTo>
                    <a:pt x="1348" y="3038"/>
                  </a:lnTo>
                  <a:lnTo>
                    <a:pt x="1340" y="3077"/>
                  </a:lnTo>
                  <a:lnTo>
                    <a:pt x="1329" y="3113"/>
                  </a:lnTo>
                  <a:lnTo>
                    <a:pt x="1318" y="3147"/>
                  </a:lnTo>
                  <a:lnTo>
                    <a:pt x="1304" y="3180"/>
                  </a:lnTo>
                  <a:lnTo>
                    <a:pt x="1288" y="3209"/>
                  </a:lnTo>
                  <a:lnTo>
                    <a:pt x="1271" y="3238"/>
                  </a:lnTo>
                  <a:lnTo>
                    <a:pt x="1252" y="3261"/>
                  </a:lnTo>
                  <a:lnTo>
                    <a:pt x="1232" y="3282"/>
                  </a:lnTo>
                  <a:lnTo>
                    <a:pt x="1211" y="3301"/>
                  </a:lnTo>
                  <a:lnTo>
                    <a:pt x="1190" y="3315"/>
                  </a:lnTo>
                  <a:lnTo>
                    <a:pt x="1167" y="3325"/>
                  </a:lnTo>
                  <a:lnTo>
                    <a:pt x="1143" y="3331"/>
                  </a:lnTo>
                  <a:lnTo>
                    <a:pt x="1119" y="3334"/>
                  </a:lnTo>
                  <a:lnTo>
                    <a:pt x="1094" y="3331"/>
                  </a:lnTo>
                  <a:lnTo>
                    <a:pt x="1070" y="3325"/>
                  </a:lnTo>
                  <a:lnTo>
                    <a:pt x="1048" y="3315"/>
                  </a:lnTo>
                  <a:lnTo>
                    <a:pt x="1026" y="3301"/>
                  </a:lnTo>
                  <a:lnTo>
                    <a:pt x="1005" y="3282"/>
                  </a:lnTo>
                  <a:lnTo>
                    <a:pt x="985" y="3261"/>
                  </a:lnTo>
                  <a:lnTo>
                    <a:pt x="967" y="3238"/>
                  </a:lnTo>
                  <a:lnTo>
                    <a:pt x="950" y="3209"/>
                  </a:lnTo>
                  <a:lnTo>
                    <a:pt x="935" y="3180"/>
                  </a:lnTo>
                  <a:lnTo>
                    <a:pt x="921" y="3147"/>
                  </a:lnTo>
                  <a:lnTo>
                    <a:pt x="909" y="3113"/>
                  </a:lnTo>
                  <a:lnTo>
                    <a:pt x="898" y="3077"/>
                  </a:lnTo>
                  <a:lnTo>
                    <a:pt x="890" y="3038"/>
                  </a:lnTo>
                  <a:lnTo>
                    <a:pt x="884" y="2998"/>
                  </a:lnTo>
                  <a:lnTo>
                    <a:pt x="881" y="2956"/>
                  </a:lnTo>
                  <a:lnTo>
                    <a:pt x="880" y="2914"/>
                  </a:lnTo>
                  <a:lnTo>
                    <a:pt x="881" y="2872"/>
                  </a:lnTo>
                  <a:lnTo>
                    <a:pt x="884" y="2830"/>
                  </a:lnTo>
                  <a:lnTo>
                    <a:pt x="890" y="2790"/>
                  </a:lnTo>
                  <a:lnTo>
                    <a:pt x="898" y="2752"/>
                  </a:lnTo>
                  <a:lnTo>
                    <a:pt x="909" y="2715"/>
                  </a:lnTo>
                  <a:lnTo>
                    <a:pt x="921" y="2681"/>
                  </a:lnTo>
                  <a:lnTo>
                    <a:pt x="935" y="2648"/>
                  </a:lnTo>
                  <a:lnTo>
                    <a:pt x="950" y="2618"/>
                  </a:lnTo>
                  <a:lnTo>
                    <a:pt x="967" y="2592"/>
                  </a:lnTo>
                  <a:lnTo>
                    <a:pt x="985" y="2567"/>
                  </a:lnTo>
                  <a:lnTo>
                    <a:pt x="1005" y="2546"/>
                  </a:lnTo>
                  <a:lnTo>
                    <a:pt x="1026" y="2528"/>
                  </a:lnTo>
                  <a:lnTo>
                    <a:pt x="1048" y="2514"/>
                  </a:lnTo>
                  <a:lnTo>
                    <a:pt x="1070" y="2504"/>
                  </a:lnTo>
                  <a:lnTo>
                    <a:pt x="1094" y="2498"/>
                  </a:lnTo>
                  <a:lnTo>
                    <a:pt x="1119" y="2495"/>
                  </a:lnTo>
                  <a:close/>
                  <a:moveTo>
                    <a:pt x="2380" y="2651"/>
                  </a:moveTo>
                  <a:lnTo>
                    <a:pt x="2405" y="2654"/>
                  </a:lnTo>
                  <a:lnTo>
                    <a:pt x="2428" y="2660"/>
                  </a:lnTo>
                  <a:lnTo>
                    <a:pt x="2452" y="2670"/>
                  </a:lnTo>
                  <a:lnTo>
                    <a:pt x="2473" y="2684"/>
                  </a:lnTo>
                  <a:lnTo>
                    <a:pt x="2494" y="2703"/>
                  </a:lnTo>
                  <a:lnTo>
                    <a:pt x="2514" y="2724"/>
                  </a:lnTo>
                  <a:lnTo>
                    <a:pt x="2533" y="2747"/>
                  </a:lnTo>
                  <a:lnTo>
                    <a:pt x="2550" y="2774"/>
                  </a:lnTo>
                  <a:lnTo>
                    <a:pt x="2565" y="2805"/>
                  </a:lnTo>
                  <a:lnTo>
                    <a:pt x="2580" y="2838"/>
                  </a:lnTo>
                  <a:lnTo>
                    <a:pt x="2591" y="2872"/>
                  </a:lnTo>
                  <a:lnTo>
                    <a:pt x="2602" y="2908"/>
                  </a:lnTo>
                  <a:lnTo>
                    <a:pt x="2610" y="2947"/>
                  </a:lnTo>
                  <a:lnTo>
                    <a:pt x="2616" y="2987"/>
                  </a:lnTo>
                  <a:lnTo>
                    <a:pt x="2619" y="3029"/>
                  </a:lnTo>
                  <a:lnTo>
                    <a:pt x="2621" y="3071"/>
                  </a:lnTo>
                  <a:lnTo>
                    <a:pt x="2619" y="3113"/>
                  </a:lnTo>
                  <a:lnTo>
                    <a:pt x="2616" y="3155"/>
                  </a:lnTo>
                  <a:lnTo>
                    <a:pt x="2610" y="3195"/>
                  </a:lnTo>
                  <a:lnTo>
                    <a:pt x="2602" y="3233"/>
                  </a:lnTo>
                  <a:lnTo>
                    <a:pt x="2591" y="3270"/>
                  </a:lnTo>
                  <a:lnTo>
                    <a:pt x="2580" y="3304"/>
                  </a:lnTo>
                  <a:lnTo>
                    <a:pt x="2565" y="3337"/>
                  </a:lnTo>
                  <a:lnTo>
                    <a:pt x="2550" y="3367"/>
                  </a:lnTo>
                  <a:lnTo>
                    <a:pt x="2533" y="3393"/>
                  </a:lnTo>
                  <a:lnTo>
                    <a:pt x="2514" y="3418"/>
                  </a:lnTo>
                  <a:lnTo>
                    <a:pt x="2494" y="3439"/>
                  </a:lnTo>
                  <a:lnTo>
                    <a:pt x="2473" y="3457"/>
                  </a:lnTo>
                  <a:lnTo>
                    <a:pt x="2452" y="3471"/>
                  </a:lnTo>
                  <a:lnTo>
                    <a:pt x="2428" y="3481"/>
                  </a:lnTo>
                  <a:lnTo>
                    <a:pt x="2405" y="3487"/>
                  </a:lnTo>
                  <a:lnTo>
                    <a:pt x="2380" y="3490"/>
                  </a:lnTo>
                  <a:lnTo>
                    <a:pt x="2356" y="3487"/>
                  </a:lnTo>
                  <a:lnTo>
                    <a:pt x="2332" y="3481"/>
                  </a:lnTo>
                  <a:lnTo>
                    <a:pt x="2310" y="3471"/>
                  </a:lnTo>
                  <a:lnTo>
                    <a:pt x="2288" y="3457"/>
                  </a:lnTo>
                  <a:lnTo>
                    <a:pt x="2267" y="3439"/>
                  </a:lnTo>
                  <a:lnTo>
                    <a:pt x="2248" y="3418"/>
                  </a:lnTo>
                  <a:lnTo>
                    <a:pt x="2229" y="3393"/>
                  </a:lnTo>
                  <a:lnTo>
                    <a:pt x="2212" y="3367"/>
                  </a:lnTo>
                  <a:lnTo>
                    <a:pt x="2196" y="3337"/>
                  </a:lnTo>
                  <a:lnTo>
                    <a:pt x="2182" y="3304"/>
                  </a:lnTo>
                  <a:lnTo>
                    <a:pt x="2171" y="3270"/>
                  </a:lnTo>
                  <a:lnTo>
                    <a:pt x="2160" y="3233"/>
                  </a:lnTo>
                  <a:lnTo>
                    <a:pt x="2152" y="3195"/>
                  </a:lnTo>
                  <a:lnTo>
                    <a:pt x="2146" y="3155"/>
                  </a:lnTo>
                  <a:lnTo>
                    <a:pt x="2142" y="3113"/>
                  </a:lnTo>
                  <a:lnTo>
                    <a:pt x="2141" y="3071"/>
                  </a:lnTo>
                  <a:lnTo>
                    <a:pt x="2142" y="3029"/>
                  </a:lnTo>
                  <a:lnTo>
                    <a:pt x="2146" y="2987"/>
                  </a:lnTo>
                  <a:lnTo>
                    <a:pt x="2152" y="2947"/>
                  </a:lnTo>
                  <a:lnTo>
                    <a:pt x="2160" y="2908"/>
                  </a:lnTo>
                  <a:lnTo>
                    <a:pt x="2171" y="2872"/>
                  </a:lnTo>
                  <a:lnTo>
                    <a:pt x="2182" y="2838"/>
                  </a:lnTo>
                  <a:lnTo>
                    <a:pt x="2196" y="2805"/>
                  </a:lnTo>
                  <a:lnTo>
                    <a:pt x="2212" y="2774"/>
                  </a:lnTo>
                  <a:lnTo>
                    <a:pt x="2229" y="2747"/>
                  </a:lnTo>
                  <a:lnTo>
                    <a:pt x="2248" y="2724"/>
                  </a:lnTo>
                  <a:lnTo>
                    <a:pt x="2267" y="2703"/>
                  </a:lnTo>
                  <a:lnTo>
                    <a:pt x="2288" y="2684"/>
                  </a:lnTo>
                  <a:lnTo>
                    <a:pt x="2310" y="2670"/>
                  </a:lnTo>
                  <a:lnTo>
                    <a:pt x="2332" y="2660"/>
                  </a:lnTo>
                  <a:lnTo>
                    <a:pt x="2356" y="2654"/>
                  </a:lnTo>
                  <a:lnTo>
                    <a:pt x="2380" y="2651"/>
                  </a:lnTo>
                  <a:close/>
                  <a:moveTo>
                    <a:pt x="2342" y="1355"/>
                  </a:moveTo>
                  <a:lnTo>
                    <a:pt x="2366" y="1357"/>
                  </a:lnTo>
                  <a:lnTo>
                    <a:pt x="2390" y="1363"/>
                  </a:lnTo>
                  <a:lnTo>
                    <a:pt x="2412" y="1373"/>
                  </a:lnTo>
                  <a:lnTo>
                    <a:pt x="2434" y="1387"/>
                  </a:lnTo>
                  <a:lnTo>
                    <a:pt x="2455" y="1405"/>
                  </a:lnTo>
                  <a:lnTo>
                    <a:pt x="2475" y="1426"/>
                  </a:lnTo>
                  <a:lnTo>
                    <a:pt x="2493" y="1451"/>
                  </a:lnTo>
                  <a:lnTo>
                    <a:pt x="2510" y="1478"/>
                  </a:lnTo>
                  <a:lnTo>
                    <a:pt x="2526" y="1507"/>
                  </a:lnTo>
                  <a:lnTo>
                    <a:pt x="2540" y="1540"/>
                  </a:lnTo>
                  <a:lnTo>
                    <a:pt x="2551" y="1574"/>
                  </a:lnTo>
                  <a:lnTo>
                    <a:pt x="2562" y="1611"/>
                  </a:lnTo>
                  <a:lnTo>
                    <a:pt x="2570" y="1649"/>
                  </a:lnTo>
                  <a:lnTo>
                    <a:pt x="2576" y="1689"/>
                  </a:lnTo>
                  <a:lnTo>
                    <a:pt x="2580" y="1731"/>
                  </a:lnTo>
                  <a:lnTo>
                    <a:pt x="2581" y="1773"/>
                  </a:lnTo>
                  <a:lnTo>
                    <a:pt x="2580" y="1815"/>
                  </a:lnTo>
                  <a:lnTo>
                    <a:pt x="2576" y="1858"/>
                  </a:lnTo>
                  <a:lnTo>
                    <a:pt x="2570" y="1897"/>
                  </a:lnTo>
                  <a:lnTo>
                    <a:pt x="2562" y="1936"/>
                  </a:lnTo>
                  <a:lnTo>
                    <a:pt x="2551" y="1972"/>
                  </a:lnTo>
                  <a:lnTo>
                    <a:pt x="2540" y="2008"/>
                  </a:lnTo>
                  <a:lnTo>
                    <a:pt x="2526" y="2039"/>
                  </a:lnTo>
                  <a:lnTo>
                    <a:pt x="2510" y="2070"/>
                  </a:lnTo>
                  <a:lnTo>
                    <a:pt x="2493" y="2097"/>
                  </a:lnTo>
                  <a:lnTo>
                    <a:pt x="2475" y="2121"/>
                  </a:lnTo>
                  <a:lnTo>
                    <a:pt x="2455" y="2142"/>
                  </a:lnTo>
                  <a:lnTo>
                    <a:pt x="2434" y="2160"/>
                  </a:lnTo>
                  <a:lnTo>
                    <a:pt x="2412" y="2174"/>
                  </a:lnTo>
                  <a:lnTo>
                    <a:pt x="2390" y="2185"/>
                  </a:lnTo>
                  <a:lnTo>
                    <a:pt x="2366" y="2191"/>
                  </a:lnTo>
                  <a:lnTo>
                    <a:pt x="2342" y="2193"/>
                  </a:lnTo>
                  <a:lnTo>
                    <a:pt x="2317" y="2191"/>
                  </a:lnTo>
                  <a:lnTo>
                    <a:pt x="2294" y="2185"/>
                  </a:lnTo>
                  <a:lnTo>
                    <a:pt x="2270" y="2174"/>
                  </a:lnTo>
                  <a:lnTo>
                    <a:pt x="2249" y="2160"/>
                  </a:lnTo>
                  <a:lnTo>
                    <a:pt x="2228" y="2142"/>
                  </a:lnTo>
                  <a:lnTo>
                    <a:pt x="2208" y="2121"/>
                  </a:lnTo>
                  <a:lnTo>
                    <a:pt x="2189" y="2097"/>
                  </a:lnTo>
                  <a:lnTo>
                    <a:pt x="2173" y="2070"/>
                  </a:lnTo>
                  <a:lnTo>
                    <a:pt x="2157" y="2039"/>
                  </a:lnTo>
                  <a:lnTo>
                    <a:pt x="2142" y="2008"/>
                  </a:lnTo>
                  <a:lnTo>
                    <a:pt x="2131" y="1972"/>
                  </a:lnTo>
                  <a:lnTo>
                    <a:pt x="2120" y="1936"/>
                  </a:lnTo>
                  <a:lnTo>
                    <a:pt x="2112" y="1897"/>
                  </a:lnTo>
                  <a:lnTo>
                    <a:pt x="2106" y="1858"/>
                  </a:lnTo>
                  <a:lnTo>
                    <a:pt x="2103" y="1815"/>
                  </a:lnTo>
                  <a:lnTo>
                    <a:pt x="2101" y="1773"/>
                  </a:lnTo>
                  <a:lnTo>
                    <a:pt x="2103" y="1731"/>
                  </a:lnTo>
                  <a:lnTo>
                    <a:pt x="2106" y="1689"/>
                  </a:lnTo>
                  <a:lnTo>
                    <a:pt x="2112" y="1649"/>
                  </a:lnTo>
                  <a:lnTo>
                    <a:pt x="2120" y="1611"/>
                  </a:lnTo>
                  <a:lnTo>
                    <a:pt x="2131" y="1574"/>
                  </a:lnTo>
                  <a:lnTo>
                    <a:pt x="2142" y="1540"/>
                  </a:lnTo>
                  <a:lnTo>
                    <a:pt x="2157" y="1507"/>
                  </a:lnTo>
                  <a:lnTo>
                    <a:pt x="2173" y="1478"/>
                  </a:lnTo>
                  <a:lnTo>
                    <a:pt x="2189" y="1451"/>
                  </a:lnTo>
                  <a:lnTo>
                    <a:pt x="2208" y="1426"/>
                  </a:lnTo>
                  <a:lnTo>
                    <a:pt x="2228" y="1405"/>
                  </a:lnTo>
                  <a:lnTo>
                    <a:pt x="2249" y="1387"/>
                  </a:lnTo>
                  <a:lnTo>
                    <a:pt x="2270" y="1373"/>
                  </a:lnTo>
                  <a:lnTo>
                    <a:pt x="2294" y="1363"/>
                  </a:lnTo>
                  <a:lnTo>
                    <a:pt x="2317" y="1357"/>
                  </a:lnTo>
                  <a:lnTo>
                    <a:pt x="2342" y="1355"/>
                  </a:lnTo>
                  <a:close/>
                  <a:moveTo>
                    <a:pt x="3179" y="819"/>
                  </a:moveTo>
                  <a:lnTo>
                    <a:pt x="3204" y="821"/>
                  </a:lnTo>
                  <a:lnTo>
                    <a:pt x="3227" y="827"/>
                  </a:lnTo>
                  <a:lnTo>
                    <a:pt x="3250" y="838"/>
                  </a:lnTo>
                  <a:lnTo>
                    <a:pt x="3272" y="852"/>
                  </a:lnTo>
                  <a:lnTo>
                    <a:pt x="3293" y="869"/>
                  </a:lnTo>
                  <a:lnTo>
                    <a:pt x="3312" y="890"/>
                  </a:lnTo>
                  <a:lnTo>
                    <a:pt x="3331" y="915"/>
                  </a:lnTo>
                  <a:lnTo>
                    <a:pt x="3348" y="942"/>
                  </a:lnTo>
                  <a:lnTo>
                    <a:pt x="3363" y="971"/>
                  </a:lnTo>
                  <a:lnTo>
                    <a:pt x="3377" y="1004"/>
                  </a:lnTo>
                  <a:lnTo>
                    <a:pt x="3389" y="1038"/>
                  </a:lnTo>
                  <a:lnTo>
                    <a:pt x="3400" y="1076"/>
                  </a:lnTo>
                  <a:lnTo>
                    <a:pt x="3408" y="1113"/>
                  </a:lnTo>
                  <a:lnTo>
                    <a:pt x="3414" y="1153"/>
                  </a:lnTo>
                  <a:lnTo>
                    <a:pt x="3417" y="1195"/>
                  </a:lnTo>
                  <a:lnTo>
                    <a:pt x="3418" y="1237"/>
                  </a:lnTo>
                  <a:lnTo>
                    <a:pt x="3417" y="1280"/>
                  </a:lnTo>
                  <a:lnTo>
                    <a:pt x="3414" y="1322"/>
                  </a:lnTo>
                  <a:lnTo>
                    <a:pt x="3408" y="1362"/>
                  </a:lnTo>
                  <a:lnTo>
                    <a:pt x="3400" y="1399"/>
                  </a:lnTo>
                  <a:lnTo>
                    <a:pt x="3389" y="1437"/>
                  </a:lnTo>
                  <a:lnTo>
                    <a:pt x="3377" y="1471"/>
                  </a:lnTo>
                  <a:lnTo>
                    <a:pt x="3363" y="1503"/>
                  </a:lnTo>
                  <a:lnTo>
                    <a:pt x="3348" y="1533"/>
                  </a:lnTo>
                  <a:lnTo>
                    <a:pt x="3331" y="1560"/>
                  </a:lnTo>
                  <a:lnTo>
                    <a:pt x="3312" y="1584"/>
                  </a:lnTo>
                  <a:lnTo>
                    <a:pt x="3293" y="1605"/>
                  </a:lnTo>
                  <a:lnTo>
                    <a:pt x="3272" y="1623"/>
                  </a:lnTo>
                  <a:lnTo>
                    <a:pt x="3250" y="1637"/>
                  </a:lnTo>
                  <a:lnTo>
                    <a:pt x="3227" y="1648"/>
                  </a:lnTo>
                  <a:lnTo>
                    <a:pt x="3204" y="1654"/>
                  </a:lnTo>
                  <a:lnTo>
                    <a:pt x="3179" y="1656"/>
                  </a:lnTo>
                  <a:lnTo>
                    <a:pt x="3155" y="1654"/>
                  </a:lnTo>
                  <a:lnTo>
                    <a:pt x="3131" y="1648"/>
                  </a:lnTo>
                  <a:lnTo>
                    <a:pt x="3108" y="1637"/>
                  </a:lnTo>
                  <a:lnTo>
                    <a:pt x="3087" y="1623"/>
                  </a:lnTo>
                  <a:lnTo>
                    <a:pt x="3066" y="1605"/>
                  </a:lnTo>
                  <a:lnTo>
                    <a:pt x="3046" y="1584"/>
                  </a:lnTo>
                  <a:lnTo>
                    <a:pt x="3027" y="1560"/>
                  </a:lnTo>
                  <a:lnTo>
                    <a:pt x="3011" y="1533"/>
                  </a:lnTo>
                  <a:lnTo>
                    <a:pt x="2994" y="1503"/>
                  </a:lnTo>
                  <a:lnTo>
                    <a:pt x="2980" y="1471"/>
                  </a:lnTo>
                  <a:lnTo>
                    <a:pt x="2968" y="1437"/>
                  </a:lnTo>
                  <a:lnTo>
                    <a:pt x="2958" y="1399"/>
                  </a:lnTo>
                  <a:lnTo>
                    <a:pt x="2950" y="1362"/>
                  </a:lnTo>
                  <a:lnTo>
                    <a:pt x="2944" y="1322"/>
                  </a:lnTo>
                  <a:lnTo>
                    <a:pt x="2940" y="1280"/>
                  </a:lnTo>
                  <a:lnTo>
                    <a:pt x="2939" y="1237"/>
                  </a:lnTo>
                  <a:lnTo>
                    <a:pt x="2940" y="1195"/>
                  </a:lnTo>
                  <a:lnTo>
                    <a:pt x="2944" y="1153"/>
                  </a:lnTo>
                  <a:lnTo>
                    <a:pt x="2950" y="1113"/>
                  </a:lnTo>
                  <a:lnTo>
                    <a:pt x="2958" y="1076"/>
                  </a:lnTo>
                  <a:lnTo>
                    <a:pt x="2968" y="1038"/>
                  </a:lnTo>
                  <a:lnTo>
                    <a:pt x="2980" y="1004"/>
                  </a:lnTo>
                  <a:lnTo>
                    <a:pt x="2994" y="971"/>
                  </a:lnTo>
                  <a:lnTo>
                    <a:pt x="3011" y="942"/>
                  </a:lnTo>
                  <a:lnTo>
                    <a:pt x="3027" y="915"/>
                  </a:lnTo>
                  <a:lnTo>
                    <a:pt x="3046" y="890"/>
                  </a:lnTo>
                  <a:lnTo>
                    <a:pt x="3066" y="869"/>
                  </a:lnTo>
                  <a:lnTo>
                    <a:pt x="3087" y="852"/>
                  </a:lnTo>
                  <a:lnTo>
                    <a:pt x="3108" y="838"/>
                  </a:lnTo>
                  <a:lnTo>
                    <a:pt x="3131" y="827"/>
                  </a:lnTo>
                  <a:lnTo>
                    <a:pt x="3155" y="821"/>
                  </a:lnTo>
                  <a:lnTo>
                    <a:pt x="3179" y="819"/>
                  </a:lnTo>
                  <a:close/>
                  <a:moveTo>
                    <a:pt x="3246" y="2144"/>
                  </a:moveTo>
                  <a:lnTo>
                    <a:pt x="3271" y="2146"/>
                  </a:lnTo>
                  <a:lnTo>
                    <a:pt x="3294" y="2152"/>
                  </a:lnTo>
                  <a:lnTo>
                    <a:pt x="3316" y="2162"/>
                  </a:lnTo>
                  <a:lnTo>
                    <a:pt x="3339" y="2176"/>
                  </a:lnTo>
                  <a:lnTo>
                    <a:pt x="3360" y="2194"/>
                  </a:lnTo>
                  <a:lnTo>
                    <a:pt x="3380" y="2215"/>
                  </a:lnTo>
                  <a:lnTo>
                    <a:pt x="3397" y="2240"/>
                  </a:lnTo>
                  <a:lnTo>
                    <a:pt x="3415" y="2267"/>
                  </a:lnTo>
                  <a:lnTo>
                    <a:pt x="3430" y="2296"/>
                  </a:lnTo>
                  <a:lnTo>
                    <a:pt x="3444" y="2329"/>
                  </a:lnTo>
                  <a:lnTo>
                    <a:pt x="3456" y="2363"/>
                  </a:lnTo>
                  <a:lnTo>
                    <a:pt x="3466" y="2400"/>
                  </a:lnTo>
                  <a:lnTo>
                    <a:pt x="3475" y="2438"/>
                  </a:lnTo>
                  <a:lnTo>
                    <a:pt x="3480" y="2478"/>
                  </a:lnTo>
                  <a:lnTo>
                    <a:pt x="3484" y="2520"/>
                  </a:lnTo>
                  <a:lnTo>
                    <a:pt x="3485" y="2562"/>
                  </a:lnTo>
                  <a:lnTo>
                    <a:pt x="3484" y="2604"/>
                  </a:lnTo>
                  <a:lnTo>
                    <a:pt x="3480" y="2647"/>
                  </a:lnTo>
                  <a:lnTo>
                    <a:pt x="3475" y="2686"/>
                  </a:lnTo>
                  <a:lnTo>
                    <a:pt x="3466" y="2725"/>
                  </a:lnTo>
                  <a:lnTo>
                    <a:pt x="3456" y="2762"/>
                  </a:lnTo>
                  <a:lnTo>
                    <a:pt x="3444" y="2796"/>
                  </a:lnTo>
                  <a:lnTo>
                    <a:pt x="3430" y="2828"/>
                  </a:lnTo>
                  <a:lnTo>
                    <a:pt x="3415" y="2858"/>
                  </a:lnTo>
                  <a:lnTo>
                    <a:pt x="3397" y="2886"/>
                  </a:lnTo>
                  <a:lnTo>
                    <a:pt x="3380" y="2909"/>
                  </a:lnTo>
                  <a:lnTo>
                    <a:pt x="3360" y="2930"/>
                  </a:lnTo>
                  <a:lnTo>
                    <a:pt x="3339" y="2949"/>
                  </a:lnTo>
                  <a:lnTo>
                    <a:pt x="3316" y="2963"/>
                  </a:lnTo>
                  <a:lnTo>
                    <a:pt x="3294" y="2974"/>
                  </a:lnTo>
                  <a:lnTo>
                    <a:pt x="3271" y="2980"/>
                  </a:lnTo>
                  <a:lnTo>
                    <a:pt x="3246" y="2982"/>
                  </a:lnTo>
                  <a:lnTo>
                    <a:pt x="3222" y="2980"/>
                  </a:lnTo>
                  <a:lnTo>
                    <a:pt x="3198" y="2974"/>
                  </a:lnTo>
                  <a:lnTo>
                    <a:pt x="3176" y="2963"/>
                  </a:lnTo>
                  <a:lnTo>
                    <a:pt x="3154" y="2949"/>
                  </a:lnTo>
                  <a:lnTo>
                    <a:pt x="3133" y="2930"/>
                  </a:lnTo>
                  <a:lnTo>
                    <a:pt x="3113" y="2909"/>
                  </a:lnTo>
                  <a:lnTo>
                    <a:pt x="3095" y="2886"/>
                  </a:lnTo>
                  <a:lnTo>
                    <a:pt x="3077" y="2858"/>
                  </a:lnTo>
                  <a:lnTo>
                    <a:pt x="3062" y="2828"/>
                  </a:lnTo>
                  <a:lnTo>
                    <a:pt x="3048" y="2796"/>
                  </a:lnTo>
                  <a:lnTo>
                    <a:pt x="3036" y="2762"/>
                  </a:lnTo>
                  <a:lnTo>
                    <a:pt x="3026" y="2725"/>
                  </a:lnTo>
                  <a:lnTo>
                    <a:pt x="3018" y="2686"/>
                  </a:lnTo>
                  <a:lnTo>
                    <a:pt x="3012" y="2647"/>
                  </a:lnTo>
                  <a:lnTo>
                    <a:pt x="3008" y="2604"/>
                  </a:lnTo>
                  <a:lnTo>
                    <a:pt x="3007" y="2562"/>
                  </a:lnTo>
                  <a:lnTo>
                    <a:pt x="3008" y="2520"/>
                  </a:lnTo>
                  <a:lnTo>
                    <a:pt x="3012" y="2478"/>
                  </a:lnTo>
                  <a:lnTo>
                    <a:pt x="3018" y="2438"/>
                  </a:lnTo>
                  <a:lnTo>
                    <a:pt x="3026" y="2400"/>
                  </a:lnTo>
                  <a:lnTo>
                    <a:pt x="3036" y="2363"/>
                  </a:lnTo>
                  <a:lnTo>
                    <a:pt x="3048" y="2329"/>
                  </a:lnTo>
                  <a:lnTo>
                    <a:pt x="3062" y="2296"/>
                  </a:lnTo>
                  <a:lnTo>
                    <a:pt x="3077" y="2267"/>
                  </a:lnTo>
                  <a:lnTo>
                    <a:pt x="3095" y="2240"/>
                  </a:lnTo>
                  <a:lnTo>
                    <a:pt x="3113" y="2215"/>
                  </a:lnTo>
                  <a:lnTo>
                    <a:pt x="3133" y="2194"/>
                  </a:lnTo>
                  <a:lnTo>
                    <a:pt x="3154" y="2176"/>
                  </a:lnTo>
                  <a:lnTo>
                    <a:pt x="3176" y="2162"/>
                  </a:lnTo>
                  <a:lnTo>
                    <a:pt x="3198" y="2152"/>
                  </a:lnTo>
                  <a:lnTo>
                    <a:pt x="3222" y="2146"/>
                  </a:lnTo>
                  <a:lnTo>
                    <a:pt x="3246" y="214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8705" name="Freeform 53"/>
            <p:cNvSpPr>
              <a:spLocks/>
            </p:cNvSpPr>
            <p:nvPr/>
          </p:nvSpPr>
          <p:spPr bwMode="auto">
            <a:xfrm>
              <a:off x="1267" y="1588"/>
              <a:ext cx="87" cy="52"/>
            </a:xfrm>
            <a:custGeom>
              <a:avLst/>
              <a:gdLst>
                <a:gd name="T0" fmla="*/ 3 w 437"/>
                <a:gd name="T1" fmla="*/ 2 h 260"/>
                <a:gd name="T2" fmla="*/ 3 w 437"/>
                <a:gd name="T3" fmla="*/ 2 h 260"/>
                <a:gd name="T4" fmla="*/ 3 w 437"/>
                <a:gd name="T5" fmla="*/ 2 h 260"/>
                <a:gd name="T6" fmla="*/ 3 w 437"/>
                <a:gd name="T7" fmla="*/ 2 h 260"/>
                <a:gd name="T8" fmla="*/ 3 w 437"/>
                <a:gd name="T9" fmla="*/ 1 h 260"/>
                <a:gd name="T10" fmla="*/ 3 w 437"/>
                <a:gd name="T11" fmla="*/ 1 h 260"/>
                <a:gd name="T12" fmla="*/ 3 w 437"/>
                <a:gd name="T13" fmla="*/ 1 h 260"/>
                <a:gd name="T14" fmla="*/ 3 w 437"/>
                <a:gd name="T15" fmla="*/ 1 h 260"/>
                <a:gd name="T16" fmla="*/ 3 w 437"/>
                <a:gd name="T17" fmla="*/ 1 h 260"/>
                <a:gd name="T18" fmla="*/ 2 w 437"/>
                <a:gd name="T19" fmla="*/ 1 h 260"/>
                <a:gd name="T20" fmla="*/ 2 w 437"/>
                <a:gd name="T21" fmla="*/ 0 h 260"/>
                <a:gd name="T22" fmla="*/ 2 w 437"/>
                <a:gd name="T23" fmla="*/ 0 h 260"/>
                <a:gd name="T24" fmla="*/ 2 w 437"/>
                <a:gd name="T25" fmla="*/ 0 h 260"/>
                <a:gd name="T26" fmla="*/ 1 w 437"/>
                <a:gd name="T27" fmla="*/ 0 h 260"/>
                <a:gd name="T28" fmla="*/ 1 w 437"/>
                <a:gd name="T29" fmla="*/ 0 h 260"/>
                <a:gd name="T30" fmla="*/ 1 w 437"/>
                <a:gd name="T31" fmla="*/ 0 h 260"/>
                <a:gd name="T32" fmla="*/ 0 w 437"/>
                <a:gd name="T33" fmla="*/ 0 h 260"/>
                <a:gd name="T34" fmla="*/ 0 w 437"/>
                <a:gd name="T35" fmla="*/ 0 h 260"/>
                <a:gd name="T36" fmla="*/ 0 w 437"/>
                <a:gd name="T37" fmla="*/ 0 h 260"/>
                <a:gd name="T38" fmla="*/ 0 w 437"/>
                <a:gd name="T39" fmla="*/ 0 h 260"/>
                <a:gd name="T40" fmla="*/ 1 w 437"/>
                <a:gd name="T41" fmla="*/ 0 h 260"/>
                <a:gd name="T42" fmla="*/ 1 w 437"/>
                <a:gd name="T43" fmla="*/ 0 h 260"/>
                <a:gd name="T44" fmla="*/ 1 w 437"/>
                <a:gd name="T45" fmla="*/ 0 h 260"/>
                <a:gd name="T46" fmla="*/ 2 w 437"/>
                <a:gd name="T47" fmla="*/ 0 h 260"/>
                <a:gd name="T48" fmla="*/ 2 w 437"/>
                <a:gd name="T49" fmla="*/ 0 h 260"/>
                <a:gd name="T50" fmla="*/ 2 w 437"/>
                <a:gd name="T51" fmla="*/ 1 h 260"/>
                <a:gd name="T52" fmla="*/ 2 w 437"/>
                <a:gd name="T53" fmla="*/ 1 h 260"/>
                <a:gd name="T54" fmla="*/ 3 w 437"/>
                <a:gd name="T55" fmla="*/ 1 h 260"/>
                <a:gd name="T56" fmla="*/ 3 w 437"/>
                <a:gd name="T57" fmla="*/ 1 h 260"/>
                <a:gd name="T58" fmla="*/ 3 w 437"/>
                <a:gd name="T59" fmla="*/ 1 h 260"/>
                <a:gd name="T60" fmla="*/ 3 w 437"/>
                <a:gd name="T61" fmla="*/ 1 h 260"/>
                <a:gd name="T62" fmla="*/ 3 w 437"/>
                <a:gd name="T63" fmla="*/ 1 h 260"/>
                <a:gd name="T64" fmla="*/ 3 w 437"/>
                <a:gd name="T65" fmla="*/ 2 h 260"/>
                <a:gd name="T66" fmla="*/ 3 w 437"/>
                <a:gd name="T67" fmla="*/ 2 h 260"/>
                <a:gd name="T68" fmla="*/ 3 w 437"/>
                <a:gd name="T69" fmla="*/ 2 h 260"/>
                <a:gd name="T70" fmla="*/ 3 w 437"/>
                <a:gd name="T71" fmla="*/ 2 h 260"/>
                <a:gd name="T72" fmla="*/ 3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437" y="260"/>
                  </a:moveTo>
                  <a:lnTo>
                    <a:pt x="437" y="260"/>
                  </a:lnTo>
                  <a:lnTo>
                    <a:pt x="434" y="233"/>
                  </a:lnTo>
                  <a:lnTo>
                    <a:pt x="427" y="206"/>
                  </a:lnTo>
                  <a:lnTo>
                    <a:pt x="417" y="181"/>
                  </a:lnTo>
                  <a:lnTo>
                    <a:pt x="401" y="157"/>
                  </a:lnTo>
                  <a:lnTo>
                    <a:pt x="383" y="133"/>
                  </a:lnTo>
                  <a:lnTo>
                    <a:pt x="360" y="113"/>
                  </a:lnTo>
                  <a:lnTo>
                    <a:pt x="336" y="93"/>
                  </a:lnTo>
                  <a:lnTo>
                    <a:pt x="308" y="73"/>
                  </a:lnTo>
                  <a:lnTo>
                    <a:pt x="276" y="58"/>
                  </a:lnTo>
                  <a:lnTo>
                    <a:pt x="242" y="43"/>
                  </a:lnTo>
                  <a:lnTo>
                    <a:pt x="207" y="30"/>
                  </a:lnTo>
                  <a:lnTo>
                    <a:pt x="168" y="19"/>
                  </a:lnTo>
                  <a:lnTo>
                    <a:pt x="128" y="11"/>
                  </a:lnTo>
                  <a:lnTo>
                    <a:pt x="87" y="4"/>
                  </a:lnTo>
                  <a:lnTo>
                    <a:pt x="43" y="1"/>
                  </a:lnTo>
                  <a:lnTo>
                    <a:pt x="0" y="0"/>
                  </a:lnTo>
                  <a:lnTo>
                    <a:pt x="0" y="11"/>
                  </a:lnTo>
                  <a:lnTo>
                    <a:pt x="43" y="12"/>
                  </a:lnTo>
                  <a:lnTo>
                    <a:pt x="85" y="16"/>
                  </a:lnTo>
                  <a:lnTo>
                    <a:pt x="126" y="23"/>
                  </a:lnTo>
                  <a:lnTo>
                    <a:pt x="166" y="31"/>
                  </a:lnTo>
                  <a:lnTo>
                    <a:pt x="202" y="42"/>
                  </a:lnTo>
                  <a:lnTo>
                    <a:pt x="237" y="55"/>
                  </a:lnTo>
                  <a:lnTo>
                    <a:pt x="271" y="70"/>
                  </a:lnTo>
                  <a:lnTo>
                    <a:pt x="301" y="85"/>
                  </a:lnTo>
                  <a:lnTo>
                    <a:pt x="329" y="103"/>
                  </a:lnTo>
                  <a:lnTo>
                    <a:pt x="353" y="123"/>
                  </a:lnTo>
                  <a:lnTo>
                    <a:pt x="373" y="143"/>
                  </a:lnTo>
                  <a:lnTo>
                    <a:pt x="392" y="164"/>
                  </a:lnTo>
                  <a:lnTo>
                    <a:pt x="405" y="186"/>
                  </a:lnTo>
                  <a:lnTo>
                    <a:pt x="415" y="211"/>
                  </a:lnTo>
                  <a:lnTo>
                    <a:pt x="422" y="235"/>
                  </a:lnTo>
                  <a:lnTo>
                    <a:pt x="425" y="260"/>
                  </a:lnTo>
                  <a:lnTo>
                    <a:pt x="437"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8706" name="Freeform 54"/>
            <p:cNvSpPr>
              <a:spLocks/>
            </p:cNvSpPr>
            <p:nvPr/>
          </p:nvSpPr>
          <p:spPr bwMode="auto">
            <a:xfrm>
              <a:off x="1267" y="1640"/>
              <a:ext cx="87" cy="52"/>
            </a:xfrm>
            <a:custGeom>
              <a:avLst/>
              <a:gdLst>
                <a:gd name="T0" fmla="*/ 0 w 437"/>
                <a:gd name="T1" fmla="*/ 2 h 260"/>
                <a:gd name="T2" fmla="*/ 0 w 437"/>
                <a:gd name="T3" fmla="*/ 2 h 260"/>
                <a:gd name="T4" fmla="*/ 0 w 437"/>
                <a:gd name="T5" fmla="*/ 2 h 260"/>
                <a:gd name="T6" fmla="*/ 1 w 437"/>
                <a:gd name="T7" fmla="*/ 2 h 260"/>
                <a:gd name="T8" fmla="*/ 1 w 437"/>
                <a:gd name="T9" fmla="*/ 2 h 260"/>
                <a:gd name="T10" fmla="*/ 1 w 437"/>
                <a:gd name="T11" fmla="*/ 2 h 260"/>
                <a:gd name="T12" fmla="*/ 2 w 437"/>
                <a:gd name="T13" fmla="*/ 2 h 260"/>
                <a:gd name="T14" fmla="*/ 2 w 437"/>
                <a:gd name="T15" fmla="*/ 2 h 260"/>
                <a:gd name="T16" fmla="*/ 2 w 437"/>
                <a:gd name="T17" fmla="*/ 2 h 260"/>
                <a:gd name="T18" fmla="*/ 2 w 437"/>
                <a:gd name="T19" fmla="*/ 1 h 260"/>
                <a:gd name="T20" fmla="*/ 3 w 437"/>
                <a:gd name="T21" fmla="*/ 1 h 260"/>
                <a:gd name="T22" fmla="*/ 3 w 437"/>
                <a:gd name="T23" fmla="*/ 1 h 260"/>
                <a:gd name="T24" fmla="*/ 3 w 437"/>
                <a:gd name="T25" fmla="*/ 1 h 260"/>
                <a:gd name="T26" fmla="*/ 3 w 437"/>
                <a:gd name="T27" fmla="*/ 1 h 260"/>
                <a:gd name="T28" fmla="*/ 3 w 437"/>
                <a:gd name="T29" fmla="*/ 1 h 260"/>
                <a:gd name="T30" fmla="*/ 3 w 437"/>
                <a:gd name="T31" fmla="*/ 0 h 260"/>
                <a:gd name="T32" fmla="*/ 3 w 437"/>
                <a:gd name="T33" fmla="*/ 0 h 260"/>
                <a:gd name="T34" fmla="*/ 3 w 437"/>
                <a:gd name="T35" fmla="*/ 0 h 260"/>
                <a:gd name="T36" fmla="*/ 3 w 437"/>
                <a:gd name="T37" fmla="*/ 0 h 260"/>
                <a:gd name="T38" fmla="*/ 3 w 437"/>
                <a:gd name="T39" fmla="*/ 0 h 260"/>
                <a:gd name="T40" fmla="*/ 3 w 437"/>
                <a:gd name="T41" fmla="*/ 0 h 260"/>
                <a:gd name="T42" fmla="*/ 3 w 437"/>
                <a:gd name="T43" fmla="*/ 1 h 260"/>
                <a:gd name="T44" fmla="*/ 3 w 437"/>
                <a:gd name="T45" fmla="*/ 1 h 260"/>
                <a:gd name="T46" fmla="*/ 3 w 437"/>
                <a:gd name="T47" fmla="*/ 1 h 260"/>
                <a:gd name="T48" fmla="*/ 3 w 437"/>
                <a:gd name="T49" fmla="*/ 1 h 260"/>
                <a:gd name="T50" fmla="*/ 3 w 437"/>
                <a:gd name="T51" fmla="*/ 1 h 260"/>
                <a:gd name="T52" fmla="*/ 2 w 437"/>
                <a:gd name="T53" fmla="*/ 1 h 260"/>
                <a:gd name="T54" fmla="*/ 2 w 437"/>
                <a:gd name="T55" fmla="*/ 2 h 260"/>
                <a:gd name="T56" fmla="*/ 2 w 437"/>
                <a:gd name="T57" fmla="*/ 2 h 260"/>
                <a:gd name="T58" fmla="*/ 2 w 437"/>
                <a:gd name="T59" fmla="*/ 2 h 260"/>
                <a:gd name="T60" fmla="*/ 1 w 437"/>
                <a:gd name="T61" fmla="*/ 2 h 260"/>
                <a:gd name="T62" fmla="*/ 1 w 437"/>
                <a:gd name="T63" fmla="*/ 2 h 260"/>
                <a:gd name="T64" fmla="*/ 1 w 437"/>
                <a:gd name="T65" fmla="*/ 2 h 260"/>
                <a:gd name="T66" fmla="*/ 0 w 437"/>
                <a:gd name="T67" fmla="*/ 2 h 260"/>
                <a:gd name="T68" fmla="*/ 0 w 437"/>
                <a:gd name="T69" fmla="*/ 2 h 260"/>
                <a:gd name="T70" fmla="*/ 0 w 437"/>
                <a:gd name="T71" fmla="*/ 2 h 260"/>
                <a:gd name="T72" fmla="*/ 0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0" y="260"/>
                  </a:moveTo>
                  <a:lnTo>
                    <a:pt x="0" y="260"/>
                  </a:lnTo>
                  <a:lnTo>
                    <a:pt x="43" y="259"/>
                  </a:lnTo>
                  <a:lnTo>
                    <a:pt x="87" y="255"/>
                  </a:lnTo>
                  <a:lnTo>
                    <a:pt x="128" y="248"/>
                  </a:lnTo>
                  <a:lnTo>
                    <a:pt x="168" y="240"/>
                  </a:lnTo>
                  <a:lnTo>
                    <a:pt x="207" y="230"/>
                  </a:lnTo>
                  <a:lnTo>
                    <a:pt x="242" y="217"/>
                  </a:lnTo>
                  <a:lnTo>
                    <a:pt x="276" y="202"/>
                  </a:lnTo>
                  <a:lnTo>
                    <a:pt x="308" y="185"/>
                  </a:lnTo>
                  <a:lnTo>
                    <a:pt x="336" y="166"/>
                  </a:lnTo>
                  <a:lnTo>
                    <a:pt x="360" y="146"/>
                  </a:lnTo>
                  <a:lnTo>
                    <a:pt x="383" y="125"/>
                  </a:lnTo>
                  <a:lnTo>
                    <a:pt x="401" y="102"/>
                  </a:lnTo>
                  <a:lnTo>
                    <a:pt x="417" y="77"/>
                  </a:lnTo>
                  <a:lnTo>
                    <a:pt x="427" y="53"/>
                  </a:lnTo>
                  <a:lnTo>
                    <a:pt x="434" y="27"/>
                  </a:lnTo>
                  <a:lnTo>
                    <a:pt x="437" y="0"/>
                  </a:lnTo>
                  <a:lnTo>
                    <a:pt x="425" y="0"/>
                  </a:lnTo>
                  <a:lnTo>
                    <a:pt x="422" y="24"/>
                  </a:lnTo>
                  <a:lnTo>
                    <a:pt x="415" y="48"/>
                  </a:lnTo>
                  <a:lnTo>
                    <a:pt x="405" y="73"/>
                  </a:lnTo>
                  <a:lnTo>
                    <a:pt x="392" y="95"/>
                  </a:lnTo>
                  <a:lnTo>
                    <a:pt x="373" y="116"/>
                  </a:lnTo>
                  <a:lnTo>
                    <a:pt x="353" y="137"/>
                  </a:lnTo>
                  <a:lnTo>
                    <a:pt x="329" y="157"/>
                  </a:lnTo>
                  <a:lnTo>
                    <a:pt x="301" y="173"/>
                  </a:lnTo>
                  <a:lnTo>
                    <a:pt x="271" y="190"/>
                  </a:lnTo>
                  <a:lnTo>
                    <a:pt x="237" y="205"/>
                  </a:lnTo>
                  <a:lnTo>
                    <a:pt x="202" y="218"/>
                  </a:lnTo>
                  <a:lnTo>
                    <a:pt x="166" y="228"/>
                  </a:lnTo>
                  <a:lnTo>
                    <a:pt x="126" y="237"/>
                  </a:lnTo>
                  <a:lnTo>
                    <a:pt x="85" y="244"/>
                  </a:lnTo>
                  <a:lnTo>
                    <a:pt x="43" y="247"/>
                  </a:lnTo>
                  <a:lnTo>
                    <a:pt x="0" y="248"/>
                  </a:lnTo>
                  <a:lnTo>
                    <a:pt x="0"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8707" name="Freeform 55"/>
            <p:cNvSpPr>
              <a:spLocks/>
            </p:cNvSpPr>
            <p:nvPr/>
          </p:nvSpPr>
          <p:spPr bwMode="auto">
            <a:xfrm>
              <a:off x="1179" y="1640"/>
              <a:ext cx="88" cy="52"/>
            </a:xfrm>
            <a:custGeom>
              <a:avLst/>
              <a:gdLst>
                <a:gd name="T0" fmla="*/ 0 w 439"/>
                <a:gd name="T1" fmla="*/ 0 h 260"/>
                <a:gd name="T2" fmla="*/ 0 w 439"/>
                <a:gd name="T3" fmla="*/ 0 h 260"/>
                <a:gd name="T4" fmla="*/ 0 w 439"/>
                <a:gd name="T5" fmla="*/ 0 h 260"/>
                <a:gd name="T6" fmla="*/ 0 w 439"/>
                <a:gd name="T7" fmla="*/ 0 h 260"/>
                <a:gd name="T8" fmla="*/ 0 w 439"/>
                <a:gd name="T9" fmla="*/ 1 h 260"/>
                <a:gd name="T10" fmla="*/ 0 w 439"/>
                <a:gd name="T11" fmla="*/ 1 h 260"/>
                <a:gd name="T12" fmla="*/ 0 w 439"/>
                <a:gd name="T13" fmla="*/ 1 h 260"/>
                <a:gd name="T14" fmla="*/ 1 w 439"/>
                <a:gd name="T15" fmla="*/ 1 h 260"/>
                <a:gd name="T16" fmla="*/ 1 w 439"/>
                <a:gd name="T17" fmla="*/ 1 h 260"/>
                <a:gd name="T18" fmla="*/ 1 w 439"/>
                <a:gd name="T19" fmla="*/ 1 h 260"/>
                <a:gd name="T20" fmla="*/ 1 w 439"/>
                <a:gd name="T21" fmla="*/ 2 h 260"/>
                <a:gd name="T22" fmla="*/ 2 w 439"/>
                <a:gd name="T23" fmla="*/ 2 h 260"/>
                <a:gd name="T24" fmla="*/ 2 w 439"/>
                <a:gd name="T25" fmla="*/ 2 h 260"/>
                <a:gd name="T26" fmla="*/ 2 w 439"/>
                <a:gd name="T27" fmla="*/ 2 h 260"/>
                <a:gd name="T28" fmla="*/ 2 w 439"/>
                <a:gd name="T29" fmla="*/ 2 h 260"/>
                <a:gd name="T30" fmla="*/ 3 w 439"/>
                <a:gd name="T31" fmla="*/ 2 h 260"/>
                <a:gd name="T32" fmla="*/ 3 w 439"/>
                <a:gd name="T33" fmla="*/ 2 h 260"/>
                <a:gd name="T34" fmla="*/ 4 w 439"/>
                <a:gd name="T35" fmla="*/ 2 h 260"/>
                <a:gd name="T36" fmla="*/ 4 w 439"/>
                <a:gd name="T37" fmla="*/ 2 h 260"/>
                <a:gd name="T38" fmla="*/ 3 w 439"/>
                <a:gd name="T39" fmla="*/ 2 h 260"/>
                <a:gd name="T40" fmla="*/ 3 w 439"/>
                <a:gd name="T41" fmla="*/ 2 h 260"/>
                <a:gd name="T42" fmla="*/ 3 w 439"/>
                <a:gd name="T43" fmla="*/ 2 h 260"/>
                <a:gd name="T44" fmla="*/ 2 w 439"/>
                <a:gd name="T45" fmla="*/ 2 h 260"/>
                <a:gd name="T46" fmla="*/ 2 w 439"/>
                <a:gd name="T47" fmla="*/ 2 h 260"/>
                <a:gd name="T48" fmla="*/ 2 w 439"/>
                <a:gd name="T49" fmla="*/ 2 h 260"/>
                <a:gd name="T50" fmla="*/ 1 w 439"/>
                <a:gd name="T51" fmla="*/ 2 h 260"/>
                <a:gd name="T52" fmla="*/ 1 w 439"/>
                <a:gd name="T53" fmla="*/ 1 h 260"/>
                <a:gd name="T54" fmla="*/ 1 w 439"/>
                <a:gd name="T55" fmla="*/ 1 h 260"/>
                <a:gd name="T56" fmla="*/ 1 w 439"/>
                <a:gd name="T57" fmla="*/ 1 h 260"/>
                <a:gd name="T58" fmla="*/ 1 w 439"/>
                <a:gd name="T59" fmla="*/ 1 h 260"/>
                <a:gd name="T60" fmla="*/ 0 w 439"/>
                <a:gd name="T61" fmla="*/ 1 h 260"/>
                <a:gd name="T62" fmla="*/ 0 w 439"/>
                <a:gd name="T63" fmla="*/ 1 h 260"/>
                <a:gd name="T64" fmla="*/ 0 w 439"/>
                <a:gd name="T65" fmla="*/ 0 h 260"/>
                <a:gd name="T66" fmla="*/ 0 w 439"/>
                <a:gd name="T67" fmla="*/ 0 h 260"/>
                <a:gd name="T68" fmla="*/ 0 w 439"/>
                <a:gd name="T69" fmla="*/ 0 h 260"/>
                <a:gd name="T70" fmla="*/ 0 w 439"/>
                <a:gd name="T71" fmla="*/ 0 h 260"/>
                <a:gd name="T72" fmla="*/ 0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0" y="0"/>
                  </a:moveTo>
                  <a:lnTo>
                    <a:pt x="0" y="0"/>
                  </a:lnTo>
                  <a:lnTo>
                    <a:pt x="3" y="27"/>
                  </a:lnTo>
                  <a:lnTo>
                    <a:pt x="10" y="53"/>
                  </a:lnTo>
                  <a:lnTo>
                    <a:pt x="20" y="77"/>
                  </a:lnTo>
                  <a:lnTo>
                    <a:pt x="35" y="102"/>
                  </a:lnTo>
                  <a:lnTo>
                    <a:pt x="54" y="125"/>
                  </a:lnTo>
                  <a:lnTo>
                    <a:pt x="76" y="146"/>
                  </a:lnTo>
                  <a:lnTo>
                    <a:pt x="102" y="166"/>
                  </a:lnTo>
                  <a:lnTo>
                    <a:pt x="130" y="185"/>
                  </a:lnTo>
                  <a:lnTo>
                    <a:pt x="162" y="202"/>
                  </a:lnTo>
                  <a:lnTo>
                    <a:pt x="195" y="217"/>
                  </a:lnTo>
                  <a:lnTo>
                    <a:pt x="231" y="230"/>
                  </a:lnTo>
                  <a:lnTo>
                    <a:pt x="270" y="240"/>
                  </a:lnTo>
                  <a:lnTo>
                    <a:pt x="310" y="248"/>
                  </a:lnTo>
                  <a:lnTo>
                    <a:pt x="351" y="255"/>
                  </a:lnTo>
                  <a:lnTo>
                    <a:pt x="395" y="259"/>
                  </a:lnTo>
                  <a:lnTo>
                    <a:pt x="439" y="260"/>
                  </a:lnTo>
                  <a:lnTo>
                    <a:pt x="439" y="248"/>
                  </a:lnTo>
                  <a:lnTo>
                    <a:pt x="395" y="247"/>
                  </a:lnTo>
                  <a:lnTo>
                    <a:pt x="353" y="244"/>
                  </a:lnTo>
                  <a:lnTo>
                    <a:pt x="312" y="237"/>
                  </a:lnTo>
                  <a:lnTo>
                    <a:pt x="272" y="228"/>
                  </a:lnTo>
                  <a:lnTo>
                    <a:pt x="236" y="218"/>
                  </a:lnTo>
                  <a:lnTo>
                    <a:pt x="200" y="205"/>
                  </a:lnTo>
                  <a:lnTo>
                    <a:pt x="167" y="190"/>
                  </a:lnTo>
                  <a:lnTo>
                    <a:pt x="137" y="173"/>
                  </a:lnTo>
                  <a:lnTo>
                    <a:pt x="109" y="157"/>
                  </a:lnTo>
                  <a:lnTo>
                    <a:pt x="84" y="137"/>
                  </a:lnTo>
                  <a:lnTo>
                    <a:pt x="64" y="116"/>
                  </a:lnTo>
                  <a:lnTo>
                    <a:pt x="45" y="95"/>
                  </a:lnTo>
                  <a:lnTo>
                    <a:pt x="32" y="73"/>
                  </a:lnTo>
                  <a:lnTo>
                    <a:pt x="21" y="48"/>
                  </a:lnTo>
                  <a:lnTo>
                    <a:pt x="14" y="24"/>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8708" name="Freeform 56"/>
            <p:cNvSpPr>
              <a:spLocks/>
            </p:cNvSpPr>
            <p:nvPr/>
          </p:nvSpPr>
          <p:spPr bwMode="auto">
            <a:xfrm>
              <a:off x="1179" y="1588"/>
              <a:ext cx="88" cy="52"/>
            </a:xfrm>
            <a:custGeom>
              <a:avLst/>
              <a:gdLst>
                <a:gd name="T0" fmla="*/ 4 w 439"/>
                <a:gd name="T1" fmla="*/ 0 h 260"/>
                <a:gd name="T2" fmla="*/ 4 w 439"/>
                <a:gd name="T3" fmla="*/ 0 h 260"/>
                <a:gd name="T4" fmla="*/ 3 w 439"/>
                <a:gd name="T5" fmla="*/ 0 h 260"/>
                <a:gd name="T6" fmla="*/ 3 w 439"/>
                <a:gd name="T7" fmla="*/ 0 h 260"/>
                <a:gd name="T8" fmla="*/ 2 w 439"/>
                <a:gd name="T9" fmla="*/ 0 h 260"/>
                <a:gd name="T10" fmla="*/ 2 w 439"/>
                <a:gd name="T11" fmla="*/ 0 h 260"/>
                <a:gd name="T12" fmla="*/ 2 w 439"/>
                <a:gd name="T13" fmla="*/ 0 h 260"/>
                <a:gd name="T14" fmla="*/ 2 w 439"/>
                <a:gd name="T15" fmla="*/ 0 h 260"/>
                <a:gd name="T16" fmla="*/ 1 w 439"/>
                <a:gd name="T17" fmla="*/ 0 h 260"/>
                <a:gd name="T18" fmla="*/ 1 w 439"/>
                <a:gd name="T19" fmla="*/ 1 h 260"/>
                <a:gd name="T20" fmla="*/ 1 w 439"/>
                <a:gd name="T21" fmla="*/ 1 h 260"/>
                <a:gd name="T22" fmla="*/ 1 w 439"/>
                <a:gd name="T23" fmla="*/ 1 h 260"/>
                <a:gd name="T24" fmla="*/ 0 w 439"/>
                <a:gd name="T25" fmla="*/ 1 h 260"/>
                <a:gd name="T26" fmla="*/ 0 w 439"/>
                <a:gd name="T27" fmla="*/ 1 h 260"/>
                <a:gd name="T28" fmla="*/ 0 w 439"/>
                <a:gd name="T29" fmla="*/ 1 h 260"/>
                <a:gd name="T30" fmla="*/ 0 w 439"/>
                <a:gd name="T31" fmla="*/ 2 h 260"/>
                <a:gd name="T32" fmla="*/ 0 w 439"/>
                <a:gd name="T33" fmla="*/ 2 h 260"/>
                <a:gd name="T34" fmla="*/ 0 w 439"/>
                <a:gd name="T35" fmla="*/ 2 h 260"/>
                <a:gd name="T36" fmla="*/ 0 w 439"/>
                <a:gd name="T37" fmla="*/ 2 h 260"/>
                <a:gd name="T38" fmla="*/ 0 w 439"/>
                <a:gd name="T39" fmla="*/ 2 h 260"/>
                <a:gd name="T40" fmla="*/ 0 w 439"/>
                <a:gd name="T41" fmla="*/ 2 h 260"/>
                <a:gd name="T42" fmla="*/ 0 w 439"/>
                <a:gd name="T43" fmla="*/ 1 h 260"/>
                <a:gd name="T44" fmla="*/ 0 w 439"/>
                <a:gd name="T45" fmla="*/ 1 h 260"/>
                <a:gd name="T46" fmla="*/ 1 w 439"/>
                <a:gd name="T47" fmla="*/ 1 h 260"/>
                <a:gd name="T48" fmla="*/ 1 w 439"/>
                <a:gd name="T49" fmla="*/ 1 h 260"/>
                <a:gd name="T50" fmla="*/ 1 w 439"/>
                <a:gd name="T51" fmla="*/ 1 h 260"/>
                <a:gd name="T52" fmla="*/ 1 w 439"/>
                <a:gd name="T53" fmla="*/ 1 h 260"/>
                <a:gd name="T54" fmla="*/ 1 w 439"/>
                <a:gd name="T55" fmla="*/ 1 h 260"/>
                <a:gd name="T56" fmla="*/ 2 w 439"/>
                <a:gd name="T57" fmla="*/ 0 h 260"/>
                <a:gd name="T58" fmla="*/ 2 w 439"/>
                <a:gd name="T59" fmla="*/ 0 h 260"/>
                <a:gd name="T60" fmla="*/ 2 w 439"/>
                <a:gd name="T61" fmla="*/ 0 h 260"/>
                <a:gd name="T62" fmla="*/ 3 w 439"/>
                <a:gd name="T63" fmla="*/ 0 h 260"/>
                <a:gd name="T64" fmla="*/ 3 w 439"/>
                <a:gd name="T65" fmla="*/ 0 h 260"/>
                <a:gd name="T66" fmla="*/ 3 w 439"/>
                <a:gd name="T67" fmla="*/ 0 h 260"/>
                <a:gd name="T68" fmla="*/ 4 w 439"/>
                <a:gd name="T69" fmla="*/ 0 h 260"/>
                <a:gd name="T70" fmla="*/ 4 w 439"/>
                <a:gd name="T71" fmla="*/ 0 h 260"/>
                <a:gd name="T72" fmla="*/ 4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439" y="0"/>
                  </a:moveTo>
                  <a:lnTo>
                    <a:pt x="439" y="0"/>
                  </a:lnTo>
                  <a:lnTo>
                    <a:pt x="395" y="1"/>
                  </a:lnTo>
                  <a:lnTo>
                    <a:pt x="351" y="4"/>
                  </a:lnTo>
                  <a:lnTo>
                    <a:pt x="310" y="11"/>
                  </a:lnTo>
                  <a:lnTo>
                    <a:pt x="270" y="19"/>
                  </a:lnTo>
                  <a:lnTo>
                    <a:pt x="231" y="30"/>
                  </a:lnTo>
                  <a:lnTo>
                    <a:pt x="195" y="43"/>
                  </a:lnTo>
                  <a:lnTo>
                    <a:pt x="162" y="58"/>
                  </a:lnTo>
                  <a:lnTo>
                    <a:pt x="130" y="73"/>
                  </a:lnTo>
                  <a:lnTo>
                    <a:pt x="102" y="93"/>
                  </a:lnTo>
                  <a:lnTo>
                    <a:pt x="76" y="113"/>
                  </a:lnTo>
                  <a:lnTo>
                    <a:pt x="54" y="133"/>
                  </a:lnTo>
                  <a:lnTo>
                    <a:pt x="35" y="157"/>
                  </a:lnTo>
                  <a:lnTo>
                    <a:pt x="20" y="181"/>
                  </a:lnTo>
                  <a:lnTo>
                    <a:pt x="10" y="206"/>
                  </a:lnTo>
                  <a:lnTo>
                    <a:pt x="3" y="233"/>
                  </a:lnTo>
                  <a:lnTo>
                    <a:pt x="0" y="260"/>
                  </a:lnTo>
                  <a:lnTo>
                    <a:pt x="12" y="260"/>
                  </a:lnTo>
                  <a:lnTo>
                    <a:pt x="14" y="235"/>
                  </a:lnTo>
                  <a:lnTo>
                    <a:pt x="21" y="211"/>
                  </a:lnTo>
                  <a:lnTo>
                    <a:pt x="32" y="186"/>
                  </a:lnTo>
                  <a:lnTo>
                    <a:pt x="45" y="164"/>
                  </a:lnTo>
                  <a:lnTo>
                    <a:pt x="64" y="143"/>
                  </a:lnTo>
                  <a:lnTo>
                    <a:pt x="84" y="123"/>
                  </a:lnTo>
                  <a:lnTo>
                    <a:pt x="109" y="103"/>
                  </a:lnTo>
                  <a:lnTo>
                    <a:pt x="137" y="85"/>
                  </a:lnTo>
                  <a:lnTo>
                    <a:pt x="167" y="70"/>
                  </a:lnTo>
                  <a:lnTo>
                    <a:pt x="200" y="55"/>
                  </a:lnTo>
                  <a:lnTo>
                    <a:pt x="236" y="42"/>
                  </a:lnTo>
                  <a:lnTo>
                    <a:pt x="272" y="31"/>
                  </a:lnTo>
                  <a:lnTo>
                    <a:pt x="312" y="23"/>
                  </a:lnTo>
                  <a:lnTo>
                    <a:pt x="353" y="16"/>
                  </a:lnTo>
                  <a:lnTo>
                    <a:pt x="395" y="12"/>
                  </a:lnTo>
                  <a:lnTo>
                    <a:pt x="439" y="11"/>
                  </a:lnTo>
                  <a:lnTo>
                    <a:pt x="439"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8709" name="Freeform 57"/>
            <p:cNvSpPr>
              <a:spLocks/>
            </p:cNvSpPr>
            <p:nvPr/>
          </p:nvSpPr>
          <p:spPr bwMode="auto">
            <a:xfrm>
              <a:off x="964" y="1745"/>
              <a:ext cx="48" cy="85"/>
            </a:xfrm>
            <a:custGeom>
              <a:avLst/>
              <a:gdLst>
                <a:gd name="T0" fmla="*/ 2 w 244"/>
                <a:gd name="T1" fmla="*/ 3 h 426"/>
                <a:gd name="T2" fmla="*/ 2 w 244"/>
                <a:gd name="T3" fmla="*/ 3 h 426"/>
                <a:gd name="T4" fmla="*/ 2 w 244"/>
                <a:gd name="T5" fmla="*/ 3 h 426"/>
                <a:gd name="T6" fmla="*/ 2 w 244"/>
                <a:gd name="T7" fmla="*/ 3 h 426"/>
                <a:gd name="T8" fmla="*/ 2 w 244"/>
                <a:gd name="T9" fmla="*/ 2 h 426"/>
                <a:gd name="T10" fmla="*/ 2 w 244"/>
                <a:gd name="T11" fmla="*/ 2 h 426"/>
                <a:gd name="T12" fmla="*/ 2 w 244"/>
                <a:gd name="T13" fmla="*/ 2 h 426"/>
                <a:gd name="T14" fmla="*/ 2 w 244"/>
                <a:gd name="T15" fmla="*/ 2 h 426"/>
                <a:gd name="T16" fmla="*/ 1 w 244"/>
                <a:gd name="T17" fmla="*/ 1 h 426"/>
                <a:gd name="T18" fmla="*/ 1 w 244"/>
                <a:gd name="T19" fmla="*/ 1 h 426"/>
                <a:gd name="T20" fmla="*/ 1 w 244"/>
                <a:gd name="T21" fmla="*/ 1 h 426"/>
                <a:gd name="T22" fmla="*/ 1 w 244"/>
                <a:gd name="T23" fmla="*/ 1 h 426"/>
                <a:gd name="T24" fmla="*/ 1 w 244"/>
                <a:gd name="T25" fmla="*/ 0 h 426"/>
                <a:gd name="T26" fmla="*/ 1 w 244"/>
                <a:gd name="T27" fmla="*/ 0 h 426"/>
                <a:gd name="T28" fmla="*/ 1 w 244"/>
                <a:gd name="T29" fmla="*/ 0 h 426"/>
                <a:gd name="T30" fmla="*/ 0 w 244"/>
                <a:gd name="T31" fmla="*/ 0 h 426"/>
                <a:gd name="T32" fmla="*/ 0 w 244"/>
                <a:gd name="T33" fmla="*/ 0 h 426"/>
                <a:gd name="T34" fmla="*/ 0 w 244"/>
                <a:gd name="T35" fmla="*/ 0 h 426"/>
                <a:gd name="T36" fmla="*/ 0 w 244"/>
                <a:gd name="T37" fmla="*/ 0 h 426"/>
                <a:gd name="T38" fmla="*/ 0 w 244"/>
                <a:gd name="T39" fmla="*/ 0 h 426"/>
                <a:gd name="T40" fmla="*/ 0 w 244"/>
                <a:gd name="T41" fmla="*/ 0 h 426"/>
                <a:gd name="T42" fmla="*/ 1 w 244"/>
                <a:gd name="T43" fmla="*/ 0 h 426"/>
                <a:gd name="T44" fmla="*/ 1 w 244"/>
                <a:gd name="T45" fmla="*/ 0 h 426"/>
                <a:gd name="T46" fmla="*/ 1 w 244"/>
                <a:gd name="T47" fmla="*/ 0 h 426"/>
                <a:gd name="T48" fmla="*/ 1 w 244"/>
                <a:gd name="T49" fmla="*/ 1 h 426"/>
                <a:gd name="T50" fmla="*/ 1 w 244"/>
                <a:gd name="T51" fmla="*/ 1 h 426"/>
                <a:gd name="T52" fmla="*/ 1 w 244"/>
                <a:gd name="T53" fmla="*/ 1 h 426"/>
                <a:gd name="T54" fmla="*/ 1 w 244"/>
                <a:gd name="T55" fmla="*/ 1 h 426"/>
                <a:gd name="T56" fmla="*/ 1 w 244"/>
                <a:gd name="T57" fmla="*/ 2 h 426"/>
                <a:gd name="T58" fmla="*/ 2 w 244"/>
                <a:gd name="T59" fmla="*/ 2 h 426"/>
                <a:gd name="T60" fmla="*/ 2 w 244"/>
                <a:gd name="T61" fmla="*/ 2 h 426"/>
                <a:gd name="T62" fmla="*/ 2 w 244"/>
                <a:gd name="T63" fmla="*/ 2 h 426"/>
                <a:gd name="T64" fmla="*/ 2 w 244"/>
                <a:gd name="T65" fmla="*/ 3 h 426"/>
                <a:gd name="T66" fmla="*/ 2 w 244"/>
                <a:gd name="T67" fmla="*/ 3 h 426"/>
                <a:gd name="T68" fmla="*/ 2 w 244"/>
                <a:gd name="T69" fmla="*/ 3 h 426"/>
                <a:gd name="T70" fmla="*/ 2 w 244"/>
                <a:gd name="T71" fmla="*/ 3 h 426"/>
                <a:gd name="T72" fmla="*/ 2 w 244"/>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6"/>
                <a:gd name="T113" fmla="*/ 244 w 244"/>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6">
                  <a:moveTo>
                    <a:pt x="244" y="426"/>
                  </a:moveTo>
                  <a:lnTo>
                    <a:pt x="244" y="426"/>
                  </a:lnTo>
                  <a:lnTo>
                    <a:pt x="243" y="383"/>
                  </a:lnTo>
                  <a:lnTo>
                    <a:pt x="240" y="340"/>
                  </a:lnTo>
                  <a:lnTo>
                    <a:pt x="234" y="300"/>
                  </a:lnTo>
                  <a:lnTo>
                    <a:pt x="226" y="262"/>
                  </a:lnTo>
                  <a:lnTo>
                    <a:pt x="215" y="224"/>
                  </a:lnTo>
                  <a:lnTo>
                    <a:pt x="203" y="189"/>
                  </a:lnTo>
                  <a:lnTo>
                    <a:pt x="189" y="157"/>
                  </a:lnTo>
                  <a:lnTo>
                    <a:pt x="174" y="126"/>
                  </a:lnTo>
                  <a:lnTo>
                    <a:pt x="155" y="99"/>
                  </a:lnTo>
                  <a:lnTo>
                    <a:pt x="138" y="74"/>
                  </a:lnTo>
                  <a:lnTo>
                    <a:pt x="118" y="52"/>
                  </a:lnTo>
                  <a:lnTo>
                    <a:pt x="96" y="34"/>
                  </a:lnTo>
                  <a:lnTo>
                    <a:pt x="73" y="19"/>
                  </a:lnTo>
                  <a:lnTo>
                    <a:pt x="50" y="8"/>
                  </a:lnTo>
                  <a:lnTo>
                    <a:pt x="25" y="2"/>
                  </a:lnTo>
                  <a:lnTo>
                    <a:pt x="0" y="0"/>
                  </a:lnTo>
                  <a:lnTo>
                    <a:pt x="0" y="12"/>
                  </a:lnTo>
                  <a:lnTo>
                    <a:pt x="23" y="14"/>
                  </a:lnTo>
                  <a:lnTo>
                    <a:pt x="45" y="20"/>
                  </a:lnTo>
                  <a:lnTo>
                    <a:pt x="66" y="31"/>
                  </a:lnTo>
                  <a:lnTo>
                    <a:pt x="89" y="43"/>
                  </a:lnTo>
                  <a:lnTo>
                    <a:pt x="109" y="61"/>
                  </a:lnTo>
                  <a:lnTo>
                    <a:pt x="129" y="81"/>
                  </a:lnTo>
                  <a:lnTo>
                    <a:pt x="146" y="106"/>
                  </a:lnTo>
                  <a:lnTo>
                    <a:pt x="162" y="133"/>
                  </a:lnTo>
                  <a:lnTo>
                    <a:pt x="178" y="162"/>
                  </a:lnTo>
                  <a:lnTo>
                    <a:pt x="192" y="194"/>
                  </a:lnTo>
                  <a:lnTo>
                    <a:pt x="203" y="229"/>
                  </a:lnTo>
                  <a:lnTo>
                    <a:pt x="214" y="264"/>
                  </a:lnTo>
                  <a:lnTo>
                    <a:pt x="222" y="303"/>
                  </a:lnTo>
                  <a:lnTo>
                    <a:pt x="228" y="342"/>
                  </a:lnTo>
                  <a:lnTo>
                    <a:pt x="232" y="383"/>
                  </a:lnTo>
                  <a:lnTo>
                    <a:pt x="233" y="426"/>
                  </a:lnTo>
                  <a:lnTo>
                    <a:pt x="244"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8710" name="Freeform 58"/>
            <p:cNvSpPr>
              <a:spLocks/>
            </p:cNvSpPr>
            <p:nvPr/>
          </p:nvSpPr>
          <p:spPr bwMode="auto">
            <a:xfrm>
              <a:off x="964" y="1830"/>
              <a:ext cx="48" cy="85"/>
            </a:xfrm>
            <a:custGeom>
              <a:avLst/>
              <a:gdLst>
                <a:gd name="T0" fmla="*/ 0 w 244"/>
                <a:gd name="T1" fmla="*/ 3 h 424"/>
                <a:gd name="T2" fmla="*/ 0 w 244"/>
                <a:gd name="T3" fmla="*/ 3 h 424"/>
                <a:gd name="T4" fmla="*/ 0 w 244"/>
                <a:gd name="T5" fmla="*/ 3 h 424"/>
                <a:gd name="T6" fmla="*/ 0 w 244"/>
                <a:gd name="T7" fmla="*/ 3 h 424"/>
                <a:gd name="T8" fmla="*/ 1 w 244"/>
                <a:gd name="T9" fmla="*/ 3 h 424"/>
                <a:gd name="T10" fmla="*/ 1 w 244"/>
                <a:gd name="T11" fmla="*/ 3 h 424"/>
                <a:gd name="T12" fmla="*/ 1 w 244"/>
                <a:gd name="T13" fmla="*/ 3 h 424"/>
                <a:gd name="T14" fmla="*/ 1 w 244"/>
                <a:gd name="T15" fmla="*/ 3 h 424"/>
                <a:gd name="T16" fmla="*/ 1 w 244"/>
                <a:gd name="T17" fmla="*/ 3 h 424"/>
                <a:gd name="T18" fmla="*/ 1 w 244"/>
                <a:gd name="T19" fmla="*/ 2 h 424"/>
                <a:gd name="T20" fmla="*/ 1 w 244"/>
                <a:gd name="T21" fmla="*/ 2 h 424"/>
                <a:gd name="T22" fmla="*/ 2 w 244"/>
                <a:gd name="T23" fmla="*/ 2 h 424"/>
                <a:gd name="T24" fmla="*/ 2 w 244"/>
                <a:gd name="T25" fmla="*/ 2 h 424"/>
                <a:gd name="T26" fmla="*/ 2 w 244"/>
                <a:gd name="T27" fmla="*/ 1 h 424"/>
                <a:gd name="T28" fmla="*/ 2 w 244"/>
                <a:gd name="T29" fmla="*/ 1 h 424"/>
                <a:gd name="T30" fmla="*/ 2 w 244"/>
                <a:gd name="T31" fmla="*/ 1 h 424"/>
                <a:gd name="T32" fmla="*/ 2 w 244"/>
                <a:gd name="T33" fmla="*/ 0 h 424"/>
                <a:gd name="T34" fmla="*/ 2 w 244"/>
                <a:gd name="T35" fmla="*/ 0 h 424"/>
                <a:gd name="T36" fmla="*/ 2 w 244"/>
                <a:gd name="T37" fmla="*/ 0 h 424"/>
                <a:gd name="T38" fmla="*/ 2 w 244"/>
                <a:gd name="T39" fmla="*/ 0 h 424"/>
                <a:gd name="T40" fmla="*/ 2 w 244"/>
                <a:gd name="T41" fmla="*/ 1 h 424"/>
                <a:gd name="T42" fmla="*/ 2 w 244"/>
                <a:gd name="T43" fmla="*/ 1 h 424"/>
                <a:gd name="T44" fmla="*/ 2 w 244"/>
                <a:gd name="T45" fmla="*/ 1 h 424"/>
                <a:gd name="T46" fmla="*/ 2 w 244"/>
                <a:gd name="T47" fmla="*/ 2 h 424"/>
                <a:gd name="T48" fmla="*/ 1 w 244"/>
                <a:gd name="T49" fmla="*/ 2 h 424"/>
                <a:gd name="T50" fmla="*/ 1 w 244"/>
                <a:gd name="T51" fmla="*/ 2 h 424"/>
                <a:gd name="T52" fmla="*/ 1 w 244"/>
                <a:gd name="T53" fmla="*/ 2 h 424"/>
                <a:gd name="T54" fmla="*/ 1 w 244"/>
                <a:gd name="T55" fmla="*/ 3 h 424"/>
                <a:gd name="T56" fmla="*/ 1 w 244"/>
                <a:gd name="T57" fmla="*/ 3 h 424"/>
                <a:gd name="T58" fmla="*/ 1 w 244"/>
                <a:gd name="T59" fmla="*/ 3 h 424"/>
                <a:gd name="T60" fmla="*/ 1 w 244"/>
                <a:gd name="T61" fmla="*/ 3 h 424"/>
                <a:gd name="T62" fmla="*/ 1 w 244"/>
                <a:gd name="T63" fmla="*/ 3 h 424"/>
                <a:gd name="T64" fmla="*/ 0 w 244"/>
                <a:gd name="T65" fmla="*/ 3 h 424"/>
                <a:gd name="T66" fmla="*/ 0 w 244"/>
                <a:gd name="T67" fmla="*/ 3 h 424"/>
                <a:gd name="T68" fmla="*/ 0 w 244"/>
                <a:gd name="T69" fmla="*/ 3 h 424"/>
                <a:gd name="T70" fmla="*/ 0 w 244"/>
                <a:gd name="T71" fmla="*/ 3 h 424"/>
                <a:gd name="T72" fmla="*/ 0 w 244"/>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4"/>
                <a:gd name="T113" fmla="*/ 244 w 244"/>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4">
                  <a:moveTo>
                    <a:pt x="0" y="424"/>
                  </a:moveTo>
                  <a:lnTo>
                    <a:pt x="0" y="424"/>
                  </a:lnTo>
                  <a:lnTo>
                    <a:pt x="25" y="422"/>
                  </a:lnTo>
                  <a:lnTo>
                    <a:pt x="50" y="416"/>
                  </a:lnTo>
                  <a:lnTo>
                    <a:pt x="73" y="405"/>
                  </a:lnTo>
                  <a:lnTo>
                    <a:pt x="96" y="390"/>
                  </a:lnTo>
                  <a:lnTo>
                    <a:pt x="118" y="373"/>
                  </a:lnTo>
                  <a:lnTo>
                    <a:pt x="138" y="350"/>
                  </a:lnTo>
                  <a:lnTo>
                    <a:pt x="155" y="326"/>
                  </a:lnTo>
                  <a:lnTo>
                    <a:pt x="173" y="299"/>
                  </a:lnTo>
                  <a:lnTo>
                    <a:pt x="189" y="268"/>
                  </a:lnTo>
                  <a:lnTo>
                    <a:pt x="203" y="235"/>
                  </a:lnTo>
                  <a:lnTo>
                    <a:pt x="215" y="201"/>
                  </a:lnTo>
                  <a:lnTo>
                    <a:pt x="226" y="163"/>
                  </a:lnTo>
                  <a:lnTo>
                    <a:pt x="234" y="125"/>
                  </a:lnTo>
                  <a:lnTo>
                    <a:pt x="240" y="85"/>
                  </a:lnTo>
                  <a:lnTo>
                    <a:pt x="243" y="42"/>
                  </a:lnTo>
                  <a:lnTo>
                    <a:pt x="244" y="0"/>
                  </a:lnTo>
                  <a:lnTo>
                    <a:pt x="233" y="0"/>
                  </a:lnTo>
                  <a:lnTo>
                    <a:pt x="232" y="42"/>
                  </a:lnTo>
                  <a:lnTo>
                    <a:pt x="228" y="83"/>
                  </a:lnTo>
                  <a:lnTo>
                    <a:pt x="222" y="123"/>
                  </a:lnTo>
                  <a:lnTo>
                    <a:pt x="214" y="160"/>
                  </a:lnTo>
                  <a:lnTo>
                    <a:pt x="203" y="197"/>
                  </a:lnTo>
                  <a:lnTo>
                    <a:pt x="192" y="231"/>
                  </a:lnTo>
                  <a:lnTo>
                    <a:pt x="178" y="263"/>
                  </a:lnTo>
                  <a:lnTo>
                    <a:pt x="164" y="292"/>
                  </a:lnTo>
                  <a:lnTo>
                    <a:pt x="146" y="319"/>
                  </a:lnTo>
                  <a:lnTo>
                    <a:pt x="129" y="343"/>
                  </a:lnTo>
                  <a:lnTo>
                    <a:pt x="109" y="363"/>
                  </a:lnTo>
                  <a:lnTo>
                    <a:pt x="89" y="381"/>
                  </a:lnTo>
                  <a:lnTo>
                    <a:pt x="66" y="394"/>
                  </a:lnTo>
                  <a:lnTo>
                    <a:pt x="45" y="404"/>
                  </a:lnTo>
                  <a:lnTo>
                    <a:pt x="23" y="410"/>
                  </a:lnTo>
                  <a:lnTo>
                    <a:pt x="0" y="412"/>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8711" name="Freeform 59"/>
            <p:cNvSpPr>
              <a:spLocks/>
            </p:cNvSpPr>
            <p:nvPr/>
          </p:nvSpPr>
          <p:spPr bwMode="auto">
            <a:xfrm>
              <a:off x="915" y="1830"/>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1" y="42"/>
                  </a:lnTo>
                  <a:lnTo>
                    <a:pt x="4" y="85"/>
                  </a:lnTo>
                  <a:lnTo>
                    <a:pt x="10" y="125"/>
                  </a:lnTo>
                  <a:lnTo>
                    <a:pt x="19" y="163"/>
                  </a:lnTo>
                  <a:lnTo>
                    <a:pt x="29" y="201"/>
                  </a:lnTo>
                  <a:lnTo>
                    <a:pt x="41" y="235"/>
                  </a:lnTo>
                  <a:lnTo>
                    <a:pt x="55" y="268"/>
                  </a:lnTo>
                  <a:lnTo>
                    <a:pt x="71" y="299"/>
                  </a:lnTo>
                  <a:lnTo>
                    <a:pt x="89" y="326"/>
                  </a:lnTo>
                  <a:lnTo>
                    <a:pt x="106" y="350"/>
                  </a:lnTo>
                  <a:lnTo>
                    <a:pt x="126" y="373"/>
                  </a:lnTo>
                  <a:lnTo>
                    <a:pt x="149" y="390"/>
                  </a:lnTo>
                  <a:lnTo>
                    <a:pt x="171" y="405"/>
                  </a:lnTo>
                  <a:lnTo>
                    <a:pt x="194" y="416"/>
                  </a:lnTo>
                  <a:lnTo>
                    <a:pt x="219" y="422"/>
                  </a:lnTo>
                  <a:lnTo>
                    <a:pt x="245" y="424"/>
                  </a:lnTo>
                  <a:lnTo>
                    <a:pt x="245" y="412"/>
                  </a:lnTo>
                  <a:lnTo>
                    <a:pt x="221" y="410"/>
                  </a:lnTo>
                  <a:lnTo>
                    <a:pt x="199" y="404"/>
                  </a:lnTo>
                  <a:lnTo>
                    <a:pt x="178" y="394"/>
                  </a:lnTo>
                  <a:lnTo>
                    <a:pt x="156" y="381"/>
                  </a:lnTo>
                  <a:lnTo>
                    <a:pt x="136" y="363"/>
                  </a:lnTo>
                  <a:lnTo>
                    <a:pt x="116" y="343"/>
                  </a:lnTo>
                  <a:lnTo>
                    <a:pt x="98" y="319"/>
                  </a:lnTo>
                  <a:lnTo>
                    <a:pt x="81" y="292"/>
                  </a:lnTo>
                  <a:lnTo>
                    <a:pt x="67" y="263"/>
                  </a:lnTo>
                  <a:lnTo>
                    <a:pt x="52" y="231"/>
                  </a:lnTo>
                  <a:lnTo>
                    <a:pt x="41" y="197"/>
                  </a:lnTo>
                  <a:lnTo>
                    <a:pt x="30" y="160"/>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8712" name="Freeform 60"/>
            <p:cNvSpPr>
              <a:spLocks/>
            </p:cNvSpPr>
            <p:nvPr/>
          </p:nvSpPr>
          <p:spPr bwMode="auto">
            <a:xfrm>
              <a:off x="915" y="1745"/>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0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19" y="2"/>
                  </a:lnTo>
                  <a:lnTo>
                    <a:pt x="194" y="8"/>
                  </a:lnTo>
                  <a:lnTo>
                    <a:pt x="171" y="19"/>
                  </a:lnTo>
                  <a:lnTo>
                    <a:pt x="149" y="34"/>
                  </a:lnTo>
                  <a:lnTo>
                    <a:pt x="126" y="52"/>
                  </a:lnTo>
                  <a:lnTo>
                    <a:pt x="106" y="74"/>
                  </a:lnTo>
                  <a:lnTo>
                    <a:pt x="89" y="99"/>
                  </a:lnTo>
                  <a:lnTo>
                    <a:pt x="70" y="126"/>
                  </a:lnTo>
                  <a:lnTo>
                    <a:pt x="55" y="157"/>
                  </a:lnTo>
                  <a:lnTo>
                    <a:pt x="41" y="189"/>
                  </a:lnTo>
                  <a:lnTo>
                    <a:pt x="29" y="224"/>
                  </a:lnTo>
                  <a:lnTo>
                    <a:pt x="19" y="262"/>
                  </a:lnTo>
                  <a:lnTo>
                    <a:pt x="10" y="300"/>
                  </a:lnTo>
                  <a:lnTo>
                    <a:pt x="4" y="340"/>
                  </a:lnTo>
                  <a:lnTo>
                    <a:pt x="1" y="383"/>
                  </a:lnTo>
                  <a:lnTo>
                    <a:pt x="0" y="426"/>
                  </a:lnTo>
                  <a:lnTo>
                    <a:pt x="11" y="426"/>
                  </a:lnTo>
                  <a:lnTo>
                    <a:pt x="13" y="383"/>
                  </a:lnTo>
                  <a:lnTo>
                    <a:pt x="16" y="342"/>
                  </a:lnTo>
                  <a:lnTo>
                    <a:pt x="22" y="303"/>
                  </a:lnTo>
                  <a:lnTo>
                    <a:pt x="30" y="264"/>
                  </a:lnTo>
                  <a:lnTo>
                    <a:pt x="41" y="229"/>
                  </a:lnTo>
                  <a:lnTo>
                    <a:pt x="52" y="194"/>
                  </a:lnTo>
                  <a:lnTo>
                    <a:pt x="67" y="162"/>
                  </a:lnTo>
                  <a:lnTo>
                    <a:pt x="82" y="133"/>
                  </a:lnTo>
                  <a:lnTo>
                    <a:pt x="98" y="106"/>
                  </a:lnTo>
                  <a:lnTo>
                    <a:pt x="116" y="81"/>
                  </a:lnTo>
                  <a:lnTo>
                    <a:pt x="136" y="61"/>
                  </a:lnTo>
                  <a:lnTo>
                    <a:pt x="156" y="43"/>
                  </a:lnTo>
                  <a:lnTo>
                    <a:pt x="178" y="31"/>
                  </a:lnTo>
                  <a:lnTo>
                    <a:pt x="199" y="20"/>
                  </a:lnTo>
                  <a:lnTo>
                    <a:pt x="221"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8713" name="Freeform 61"/>
            <p:cNvSpPr>
              <a:spLocks/>
            </p:cNvSpPr>
            <p:nvPr/>
          </p:nvSpPr>
          <p:spPr bwMode="auto">
            <a:xfrm>
              <a:off x="1140" y="2087"/>
              <a:ext cx="49" cy="85"/>
            </a:xfrm>
            <a:custGeom>
              <a:avLst/>
              <a:gdLst>
                <a:gd name="T0" fmla="*/ 2 w 246"/>
                <a:gd name="T1" fmla="*/ 3 h 424"/>
                <a:gd name="T2" fmla="*/ 2 w 246"/>
                <a:gd name="T3" fmla="*/ 3 h 424"/>
                <a:gd name="T4" fmla="*/ 2 w 246"/>
                <a:gd name="T5" fmla="*/ 3 h 424"/>
                <a:gd name="T6" fmla="*/ 2 w 246"/>
                <a:gd name="T7" fmla="*/ 3 h 424"/>
                <a:gd name="T8" fmla="*/ 2 w 246"/>
                <a:gd name="T9" fmla="*/ 2 h 424"/>
                <a:gd name="T10" fmla="*/ 2 w 246"/>
                <a:gd name="T11" fmla="*/ 2 h 424"/>
                <a:gd name="T12" fmla="*/ 2 w 246"/>
                <a:gd name="T13" fmla="*/ 2 h 424"/>
                <a:gd name="T14" fmla="*/ 2 w 246"/>
                <a:gd name="T15" fmla="*/ 2 h 424"/>
                <a:gd name="T16" fmla="*/ 2 w 246"/>
                <a:gd name="T17" fmla="*/ 1 h 424"/>
                <a:gd name="T18" fmla="*/ 1 w 246"/>
                <a:gd name="T19" fmla="*/ 1 h 424"/>
                <a:gd name="T20" fmla="*/ 1 w 246"/>
                <a:gd name="T21" fmla="*/ 1 h 424"/>
                <a:gd name="T22" fmla="*/ 1 w 246"/>
                <a:gd name="T23" fmla="*/ 1 h 424"/>
                <a:gd name="T24" fmla="*/ 1 w 246"/>
                <a:gd name="T25" fmla="*/ 0 h 424"/>
                <a:gd name="T26" fmla="*/ 1 w 246"/>
                <a:gd name="T27" fmla="*/ 0 h 424"/>
                <a:gd name="T28" fmla="*/ 1 w 246"/>
                <a:gd name="T29" fmla="*/ 0 h 424"/>
                <a:gd name="T30" fmla="*/ 0 w 246"/>
                <a:gd name="T31" fmla="*/ 0 h 424"/>
                <a:gd name="T32" fmla="*/ 0 w 246"/>
                <a:gd name="T33" fmla="*/ 0 h 424"/>
                <a:gd name="T34" fmla="*/ 0 w 246"/>
                <a:gd name="T35" fmla="*/ 0 h 424"/>
                <a:gd name="T36" fmla="*/ 0 w 246"/>
                <a:gd name="T37" fmla="*/ 0 h 424"/>
                <a:gd name="T38" fmla="*/ 0 w 246"/>
                <a:gd name="T39" fmla="*/ 0 h 424"/>
                <a:gd name="T40" fmla="*/ 0 w 246"/>
                <a:gd name="T41" fmla="*/ 0 h 424"/>
                <a:gd name="T42" fmla="*/ 1 w 246"/>
                <a:gd name="T43" fmla="*/ 0 h 424"/>
                <a:gd name="T44" fmla="*/ 1 w 246"/>
                <a:gd name="T45" fmla="*/ 0 h 424"/>
                <a:gd name="T46" fmla="*/ 1 w 246"/>
                <a:gd name="T47" fmla="*/ 0 h 424"/>
                <a:gd name="T48" fmla="*/ 1 w 246"/>
                <a:gd name="T49" fmla="*/ 1 h 424"/>
                <a:gd name="T50" fmla="*/ 1 w 246"/>
                <a:gd name="T51" fmla="*/ 1 h 424"/>
                <a:gd name="T52" fmla="*/ 1 w 246"/>
                <a:gd name="T53" fmla="*/ 1 h 424"/>
                <a:gd name="T54" fmla="*/ 1 w 246"/>
                <a:gd name="T55" fmla="*/ 1 h 424"/>
                <a:gd name="T56" fmla="*/ 2 w 246"/>
                <a:gd name="T57" fmla="*/ 2 h 424"/>
                <a:gd name="T58" fmla="*/ 2 w 246"/>
                <a:gd name="T59" fmla="*/ 2 h 424"/>
                <a:gd name="T60" fmla="*/ 2 w 246"/>
                <a:gd name="T61" fmla="*/ 2 h 424"/>
                <a:gd name="T62" fmla="*/ 2 w 246"/>
                <a:gd name="T63" fmla="*/ 2 h 424"/>
                <a:gd name="T64" fmla="*/ 2 w 246"/>
                <a:gd name="T65" fmla="*/ 3 h 424"/>
                <a:gd name="T66" fmla="*/ 2 w 246"/>
                <a:gd name="T67" fmla="*/ 3 h 424"/>
                <a:gd name="T68" fmla="*/ 2 w 246"/>
                <a:gd name="T69" fmla="*/ 3 h 424"/>
                <a:gd name="T70" fmla="*/ 2 w 246"/>
                <a:gd name="T71" fmla="*/ 3 h 424"/>
                <a:gd name="T72" fmla="*/ 2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424"/>
                  </a:moveTo>
                  <a:lnTo>
                    <a:pt x="246" y="424"/>
                  </a:lnTo>
                  <a:lnTo>
                    <a:pt x="244" y="382"/>
                  </a:lnTo>
                  <a:lnTo>
                    <a:pt x="241" y="338"/>
                  </a:lnTo>
                  <a:lnTo>
                    <a:pt x="235" y="298"/>
                  </a:lnTo>
                  <a:lnTo>
                    <a:pt x="227" y="261"/>
                  </a:lnTo>
                  <a:lnTo>
                    <a:pt x="216" y="222"/>
                  </a:lnTo>
                  <a:lnTo>
                    <a:pt x="205" y="188"/>
                  </a:lnTo>
                  <a:lnTo>
                    <a:pt x="190" y="155"/>
                  </a:lnTo>
                  <a:lnTo>
                    <a:pt x="174" y="125"/>
                  </a:lnTo>
                  <a:lnTo>
                    <a:pt x="157" y="98"/>
                  </a:lnTo>
                  <a:lnTo>
                    <a:pt x="138" y="73"/>
                  </a:lnTo>
                  <a:lnTo>
                    <a:pt x="118" y="51"/>
                  </a:lnTo>
                  <a:lnTo>
                    <a:pt x="96" y="34"/>
                  </a:lnTo>
                  <a:lnTo>
                    <a:pt x="74" y="18"/>
                  </a:lnTo>
                  <a:lnTo>
                    <a:pt x="50" y="8"/>
                  </a:lnTo>
                  <a:lnTo>
                    <a:pt x="25" y="2"/>
                  </a:lnTo>
                  <a:lnTo>
                    <a:pt x="0" y="0"/>
                  </a:lnTo>
                  <a:lnTo>
                    <a:pt x="0" y="11"/>
                  </a:lnTo>
                  <a:lnTo>
                    <a:pt x="23" y="14"/>
                  </a:lnTo>
                  <a:lnTo>
                    <a:pt x="45" y="19"/>
                  </a:lnTo>
                  <a:lnTo>
                    <a:pt x="67" y="30"/>
                  </a:lnTo>
                  <a:lnTo>
                    <a:pt x="89" y="43"/>
                  </a:lnTo>
                  <a:lnTo>
                    <a:pt x="108" y="60"/>
                  </a:lnTo>
                  <a:lnTo>
                    <a:pt x="128" y="80"/>
                  </a:lnTo>
                  <a:lnTo>
                    <a:pt x="147" y="105"/>
                  </a:lnTo>
                  <a:lnTo>
                    <a:pt x="165" y="132"/>
                  </a:lnTo>
                  <a:lnTo>
                    <a:pt x="179" y="160"/>
                  </a:lnTo>
                  <a:lnTo>
                    <a:pt x="193" y="193"/>
                  </a:lnTo>
                  <a:lnTo>
                    <a:pt x="205" y="227"/>
                  </a:lnTo>
                  <a:lnTo>
                    <a:pt x="215" y="263"/>
                  </a:lnTo>
                  <a:lnTo>
                    <a:pt x="223" y="301"/>
                  </a:lnTo>
                  <a:lnTo>
                    <a:pt x="229" y="341"/>
                  </a:lnTo>
                  <a:lnTo>
                    <a:pt x="233" y="382"/>
                  </a:lnTo>
                  <a:lnTo>
                    <a:pt x="234" y="424"/>
                  </a:lnTo>
                  <a:lnTo>
                    <a:pt x="246"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8714" name="Freeform 62"/>
            <p:cNvSpPr>
              <a:spLocks/>
            </p:cNvSpPr>
            <p:nvPr/>
          </p:nvSpPr>
          <p:spPr bwMode="auto">
            <a:xfrm>
              <a:off x="1140" y="2172"/>
              <a:ext cx="49" cy="85"/>
            </a:xfrm>
            <a:custGeom>
              <a:avLst/>
              <a:gdLst>
                <a:gd name="T0" fmla="*/ 0 w 246"/>
                <a:gd name="T1" fmla="*/ 3 h 426"/>
                <a:gd name="T2" fmla="*/ 0 w 246"/>
                <a:gd name="T3" fmla="*/ 3 h 426"/>
                <a:gd name="T4" fmla="*/ 0 w 246"/>
                <a:gd name="T5" fmla="*/ 3 h 426"/>
                <a:gd name="T6" fmla="*/ 0 w 246"/>
                <a:gd name="T7" fmla="*/ 3 h 426"/>
                <a:gd name="T8" fmla="*/ 1 w 246"/>
                <a:gd name="T9" fmla="*/ 3 h 426"/>
                <a:gd name="T10" fmla="*/ 1 w 246"/>
                <a:gd name="T11" fmla="*/ 3 h 426"/>
                <a:gd name="T12" fmla="*/ 1 w 246"/>
                <a:gd name="T13" fmla="*/ 3 h 426"/>
                <a:gd name="T14" fmla="*/ 1 w 246"/>
                <a:gd name="T15" fmla="*/ 3 h 426"/>
                <a:gd name="T16" fmla="*/ 1 w 246"/>
                <a:gd name="T17" fmla="*/ 3 h 426"/>
                <a:gd name="T18" fmla="*/ 1 w 246"/>
                <a:gd name="T19" fmla="*/ 2 h 426"/>
                <a:gd name="T20" fmla="*/ 2 w 246"/>
                <a:gd name="T21" fmla="*/ 2 h 426"/>
                <a:gd name="T22" fmla="*/ 2 w 246"/>
                <a:gd name="T23" fmla="*/ 2 h 426"/>
                <a:gd name="T24" fmla="*/ 2 w 246"/>
                <a:gd name="T25" fmla="*/ 2 h 426"/>
                <a:gd name="T26" fmla="*/ 2 w 246"/>
                <a:gd name="T27" fmla="*/ 1 h 426"/>
                <a:gd name="T28" fmla="*/ 2 w 246"/>
                <a:gd name="T29" fmla="*/ 1 h 426"/>
                <a:gd name="T30" fmla="*/ 2 w 246"/>
                <a:gd name="T31" fmla="*/ 1 h 426"/>
                <a:gd name="T32" fmla="*/ 2 w 246"/>
                <a:gd name="T33" fmla="*/ 0 h 426"/>
                <a:gd name="T34" fmla="*/ 2 w 246"/>
                <a:gd name="T35" fmla="*/ 0 h 426"/>
                <a:gd name="T36" fmla="*/ 2 w 246"/>
                <a:gd name="T37" fmla="*/ 0 h 426"/>
                <a:gd name="T38" fmla="*/ 2 w 246"/>
                <a:gd name="T39" fmla="*/ 0 h 426"/>
                <a:gd name="T40" fmla="*/ 2 w 246"/>
                <a:gd name="T41" fmla="*/ 1 h 426"/>
                <a:gd name="T42" fmla="*/ 2 w 246"/>
                <a:gd name="T43" fmla="*/ 1 h 426"/>
                <a:gd name="T44" fmla="*/ 2 w 246"/>
                <a:gd name="T45" fmla="*/ 1 h 426"/>
                <a:gd name="T46" fmla="*/ 2 w 246"/>
                <a:gd name="T47" fmla="*/ 2 h 426"/>
                <a:gd name="T48" fmla="*/ 2 w 246"/>
                <a:gd name="T49" fmla="*/ 2 h 426"/>
                <a:gd name="T50" fmla="*/ 1 w 246"/>
                <a:gd name="T51" fmla="*/ 2 h 426"/>
                <a:gd name="T52" fmla="*/ 1 w 246"/>
                <a:gd name="T53" fmla="*/ 2 h 426"/>
                <a:gd name="T54" fmla="*/ 1 w 246"/>
                <a:gd name="T55" fmla="*/ 3 h 426"/>
                <a:gd name="T56" fmla="*/ 1 w 246"/>
                <a:gd name="T57" fmla="*/ 3 h 426"/>
                <a:gd name="T58" fmla="*/ 1 w 246"/>
                <a:gd name="T59" fmla="*/ 3 h 426"/>
                <a:gd name="T60" fmla="*/ 1 w 246"/>
                <a:gd name="T61" fmla="*/ 3 h 426"/>
                <a:gd name="T62" fmla="*/ 1 w 246"/>
                <a:gd name="T63" fmla="*/ 3 h 426"/>
                <a:gd name="T64" fmla="*/ 0 w 246"/>
                <a:gd name="T65" fmla="*/ 3 h 426"/>
                <a:gd name="T66" fmla="*/ 0 w 246"/>
                <a:gd name="T67" fmla="*/ 3 h 426"/>
                <a:gd name="T68" fmla="*/ 0 w 246"/>
                <a:gd name="T69" fmla="*/ 3 h 426"/>
                <a:gd name="T70" fmla="*/ 0 w 246"/>
                <a:gd name="T71" fmla="*/ 3 h 426"/>
                <a:gd name="T72" fmla="*/ 0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426"/>
                  </a:moveTo>
                  <a:lnTo>
                    <a:pt x="0" y="426"/>
                  </a:lnTo>
                  <a:lnTo>
                    <a:pt x="25" y="423"/>
                  </a:lnTo>
                  <a:lnTo>
                    <a:pt x="50" y="417"/>
                  </a:lnTo>
                  <a:lnTo>
                    <a:pt x="74" y="407"/>
                  </a:lnTo>
                  <a:lnTo>
                    <a:pt x="96" y="392"/>
                  </a:lnTo>
                  <a:lnTo>
                    <a:pt x="118" y="373"/>
                  </a:lnTo>
                  <a:lnTo>
                    <a:pt x="138" y="350"/>
                  </a:lnTo>
                  <a:lnTo>
                    <a:pt x="157" y="327"/>
                  </a:lnTo>
                  <a:lnTo>
                    <a:pt x="175" y="299"/>
                  </a:lnTo>
                  <a:lnTo>
                    <a:pt x="190" y="268"/>
                  </a:lnTo>
                  <a:lnTo>
                    <a:pt x="205" y="236"/>
                  </a:lnTo>
                  <a:lnTo>
                    <a:pt x="216" y="202"/>
                  </a:lnTo>
                  <a:lnTo>
                    <a:pt x="227" y="164"/>
                  </a:lnTo>
                  <a:lnTo>
                    <a:pt x="235" y="125"/>
                  </a:lnTo>
                  <a:lnTo>
                    <a:pt x="241" y="86"/>
                  </a:lnTo>
                  <a:lnTo>
                    <a:pt x="244" y="42"/>
                  </a:lnTo>
                  <a:lnTo>
                    <a:pt x="246" y="0"/>
                  </a:lnTo>
                  <a:lnTo>
                    <a:pt x="234" y="0"/>
                  </a:lnTo>
                  <a:lnTo>
                    <a:pt x="233" y="42"/>
                  </a:lnTo>
                  <a:lnTo>
                    <a:pt x="229" y="83"/>
                  </a:lnTo>
                  <a:lnTo>
                    <a:pt x="223" y="123"/>
                  </a:lnTo>
                  <a:lnTo>
                    <a:pt x="215" y="162"/>
                  </a:lnTo>
                  <a:lnTo>
                    <a:pt x="205" y="197"/>
                  </a:lnTo>
                  <a:lnTo>
                    <a:pt x="193" y="231"/>
                  </a:lnTo>
                  <a:lnTo>
                    <a:pt x="179" y="264"/>
                  </a:lnTo>
                  <a:lnTo>
                    <a:pt x="164" y="292"/>
                  </a:lnTo>
                  <a:lnTo>
                    <a:pt x="147" y="320"/>
                  </a:lnTo>
                  <a:lnTo>
                    <a:pt x="128" y="343"/>
                  </a:lnTo>
                  <a:lnTo>
                    <a:pt x="108" y="363"/>
                  </a:lnTo>
                  <a:lnTo>
                    <a:pt x="89" y="382"/>
                  </a:lnTo>
                  <a:lnTo>
                    <a:pt x="67" y="395"/>
                  </a:lnTo>
                  <a:lnTo>
                    <a:pt x="45" y="406"/>
                  </a:lnTo>
                  <a:lnTo>
                    <a:pt x="23" y="411"/>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8715" name="Freeform 63"/>
            <p:cNvSpPr>
              <a:spLocks/>
            </p:cNvSpPr>
            <p:nvPr/>
          </p:nvSpPr>
          <p:spPr bwMode="auto">
            <a:xfrm>
              <a:off x="1091" y="2172"/>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4" y="86"/>
                  </a:lnTo>
                  <a:lnTo>
                    <a:pt x="10" y="125"/>
                  </a:lnTo>
                  <a:lnTo>
                    <a:pt x="18" y="164"/>
                  </a:lnTo>
                  <a:lnTo>
                    <a:pt x="29" y="202"/>
                  </a:lnTo>
                  <a:lnTo>
                    <a:pt x="41" y="236"/>
                  </a:lnTo>
                  <a:lnTo>
                    <a:pt x="55" y="268"/>
                  </a:lnTo>
                  <a:lnTo>
                    <a:pt x="70" y="299"/>
                  </a:lnTo>
                  <a:lnTo>
                    <a:pt x="89" y="327"/>
                  </a:lnTo>
                  <a:lnTo>
                    <a:pt x="106" y="350"/>
                  </a:lnTo>
                  <a:lnTo>
                    <a:pt x="126" y="373"/>
                  </a:lnTo>
                  <a:lnTo>
                    <a:pt x="148" y="392"/>
                  </a:lnTo>
                  <a:lnTo>
                    <a:pt x="171" y="407"/>
                  </a:lnTo>
                  <a:lnTo>
                    <a:pt x="194" y="417"/>
                  </a:lnTo>
                  <a:lnTo>
                    <a:pt x="219" y="423"/>
                  </a:lnTo>
                  <a:lnTo>
                    <a:pt x="245" y="426"/>
                  </a:lnTo>
                  <a:lnTo>
                    <a:pt x="245" y="414"/>
                  </a:lnTo>
                  <a:lnTo>
                    <a:pt x="221" y="411"/>
                  </a:lnTo>
                  <a:lnTo>
                    <a:pt x="199" y="406"/>
                  </a:lnTo>
                  <a:lnTo>
                    <a:pt x="178" y="395"/>
                  </a:lnTo>
                  <a:lnTo>
                    <a:pt x="155" y="382"/>
                  </a:lnTo>
                  <a:lnTo>
                    <a:pt x="136" y="363"/>
                  </a:lnTo>
                  <a:lnTo>
                    <a:pt x="116" y="343"/>
                  </a:lnTo>
                  <a:lnTo>
                    <a:pt x="98" y="320"/>
                  </a:lnTo>
                  <a:lnTo>
                    <a:pt x="82" y="292"/>
                  </a:lnTo>
                  <a:lnTo>
                    <a:pt x="66" y="264"/>
                  </a:lnTo>
                  <a:lnTo>
                    <a:pt x="52" y="231"/>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8716" name="Freeform 64"/>
            <p:cNvSpPr>
              <a:spLocks/>
            </p:cNvSpPr>
            <p:nvPr/>
          </p:nvSpPr>
          <p:spPr bwMode="auto">
            <a:xfrm>
              <a:off x="1091" y="2087"/>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4" y="8"/>
                  </a:lnTo>
                  <a:lnTo>
                    <a:pt x="171" y="18"/>
                  </a:lnTo>
                  <a:lnTo>
                    <a:pt x="148" y="34"/>
                  </a:lnTo>
                  <a:lnTo>
                    <a:pt x="126" y="51"/>
                  </a:lnTo>
                  <a:lnTo>
                    <a:pt x="106" y="73"/>
                  </a:lnTo>
                  <a:lnTo>
                    <a:pt x="89" y="98"/>
                  </a:lnTo>
                  <a:lnTo>
                    <a:pt x="71" y="125"/>
                  </a:lnTo>
                  <a:lnTo>
                    <a:pt x="55" y="155"/>
                  </a:lnTo>
                  <a:lnTo>
                    <a:pt x="41" y="188"/>
                  </a:lnTo>
                  <a:lnTo>
                    <a:pt x="29" y="222"/>
                  </a:lnTo>
                  <a:lnTo>
                    <a:pt x="18" y="261"/>
                  </a:lnTo>
                  <a:lnTo>
                    <a:pt x="10" y="298"/>
                  </a:lnTo>
                  <a:lnTo>
                    <a:pt x="4" y="338"/>
                  </a:lnTo>
                  <a:lnTo>
                    <a:pt x="1" y="382"/>
                  </a:lnTo>
                  <a:lnTo>
                    <a:pt x="0" y="424"/>
                  </a:lnTo>
                  <a:lnTo>
                    <a:pt x="11" y="424"/>
                  </a:lnTo>
                  <a:lnTo>
                    <a:pt x="13" y="382"/>
                  </a:lnTo>
                  <a:lnTo>
                    <a:pt x="16" y="341"/>
                  </a:lnTo>
                  <a:lnTo>
                    <a:pt x="22" y="301"/>
                  </a:lnTo>
                  <a:lnTo>
                    <a:pt x="30" y="263"/>
                  </a:lnTo>
                  <a:lnTo>
                    <a:pt x="41" y="227"/>
                  </a:lnTo>
                  <a:lnTo>
                    <a:pt x="52" y="193"/>
                  </a:lnTo>
                  <a:lnTo>
                    <a:pt x="66" y="160"/>
                  </a:lnTo>
                  <a:lnTo>
                    <a:pt x="80" y="132"/>
                  </a:lnTo>
                  <a:lnTo>
                    <a:pt x="98" y="105"/>
                  </a:lnTo>
                  <a:lnTo>
                    <a:pt x="116" y="80"/>
                  </a:lnTo>
                  <a:lnTo>
                    <a:pt x="136" y="60"/>
                  </a:lnTo>
                  <a:lnTo>
                    <a:pt x="155" y="43"/>
                  </a:lnTo>
                  <a:lnTo>
                    <a:pt x="178" y="30"/>
                  </a:lnTo>
                  <a:lnTo>
                    <a:pt x="199" y="19"/>
                  </a:lnTo>
                  <a:lnTo>
                    <a:pt x="221" y="14"/>
                  </a:lnTo>
                  <a:lnTo>
                    <a:pt x="245" y="11"/>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8717" name="Freeform 65"/>
            <p:cNvSpPr>
              <a:spLocks/>
            </p:cNvSpPr>
            <p:nvPr/>
          </p:nvSpPr>
          <p:spPr bwMode="auto">
            <a:xfrm>
              <a:off x="1392" y="2118"/>
              <a:ext cx="49" cy="85"/>
            </a:xfrm>
            <a:custGeom>
              <a:avLst/>
              <a:gdLst>
                <a:gd name="T0" fmla="*/ 2 w 246"/>
                <a:gd name="T1" fmla="*/ 3 h 426"/>
                <a:gd name="T2" fmla="*/ 2 w 246"/>
                <a:gd name="T3" fmla="*/ 3 h 426"/>
                <a:gd name="T4" fmla="*/ 2 w 246"/>
                <a:gd name="T5" fmla="*/ 3 h 426"/>
                <a:gd name="T6" fmla="*/ 2 w 246"/>
                <a:gd name="T7" fmla="*/ 3 h 426"/>
                <a:gd name="T8" fmla="*/ 2 w 246"/>
                <a:gd name="T9" fmla="*/ 2 h 426"/>
                <a:gd name="T10" fmla="*/ 2 w 246"/>
                <a:gd name="T11" fmla="*/ 2 h 426"/>
                <a:gd name="T12" fmla="*/ 2 w 246"/>
                <a:gd name="T13" fmla="*/ 2 h 426"/>
                <a:gd name="T14" fmla="*/ 2 w 246"/>
                <a:gd name="T15" fmla="*/ 2 h 426"/>
                <a:gd name="T16" fmla="*/ 2 w 246"/>
                <a:gd name="T17" fmla="*/ 1 h 426"/>
                <a:gd name="T18" fmla="*/ 1 w 246"/>
                <a:gd name="T19" fmla="*/ 1 h 426"/>
                <a:gd name="T20" fmla="*/ 1 w 246"/>
                <a:gd name="T21" fmla="*/ 1 h 426"/>
                <a:gd name="T22" fmla="*/ 1 w 246"/>
                <a:gd name="T23" fmla="*/ 1 h 426"/>
                <a:gd name="T24" fmla="*/ 1 w 246"/>
                <a:gd name="T25" fmla="*/ 0 h 426"/>
                <a:gd name="T26" fmla="*/ 1 w 246"/>
                <a:gd name="T27" fmla="*/ 0 h 426"/>
                <a:gd name="T28" fmla="*/ 1 w 246"/>
                <a:gd name="T29" fmla="*/ 0 h 426"/>
                <a:gd name="T30" fmla="*/ 0 w 246"/>
                <a:gd name="T31" fmla="*/ 0 h 426"/>
                <a:gd name="T32" fmla="*/ 0 w 246"/>
                <a:gd name="T33" fmla="*/ 0 h 426"/>
                <a:gd name="T34" fmla="*/ 0 w 246"/>
                <a:gd name="T35" fmla="*/ 0 h 426"/>
                <a:gd name="T36" fmla="*/ 0 w 246"/>
                <a:gd name="T37" fmla="*/ 0 h 426"/>
                <a:gd name="T38" fmla="*/ 0 w 246"/>
                <a:gd name="T39" fmla="*/ 0 h 426"/>
                <a:gd name="T40" fmla="*/ 0 w 246"/>
                <a:gd name="T41" fmla="*/ 0 h 426"/>
                <a:gd name="T42" fmla="*/ 1 w 246"/>
                <a:gd name="T43" fmla="*/ 0 h 426"/>
                <a:gd name="T44" fmla="*/ 1 w 246"/>
                <a:gd name="T45" fmla="*/ 0 h 426"/>
                <a:gd name="T46" fmla="*/ 1 w 246"/>
                <a:gd name="T47" fmla="*/ 1 h 426"/>
                <a:gd name="T48" fmla="*/ 1 w 246"/>
                <a:gd name="T49" fmla="*/ 1 h 426"/>
                <a:gd name="T50" fmla="*/ 1 w 246"/>
                <a:gd name="T51" fmla="*/ 1 h 426"/>
                <a:gd name="T52" fmla="*/ 1 w 246"/>
                <a:gd name="T53" fmla="*/ 1 h 426"/>
                <a:gd name="T54" fmla="*/ 1 w 246"/>
                <a:gd name="T55" fmla="*/ 1 h 426"/>
                <a:gd name="T56" fmla="*/ 2 w 246"/>
                <a:gd name="T57" fmla="*/ 2 h 426"/>
                <a:gd name="T58" fmla="*/ 2 w 246"/>
                <a:gd name="T59" fmla="*/ 2 h 426"/>
                <a:gd name="T60" fmla="*/ 2 w 246"/>
                <a:gd name="T61" fmla="*/ 2 h 426"/>
                <a:gd name="T62" fmla="*/ 2 w 246"/>
                <a:gd name="T63" fmla="*/ 2 h 426"/>
                <a:gd name="T64" fmla="*/ 2 w 246"/>
                <a:gd name="T65" fmla="*/ 3 h 426"/>
                <a:gd name="T66" fmla="*/ 2 w 246"/>
                <a:gd name="T67" fmla="*/ 3 h 426"/>
                <a:gd name="T68" fmla="*/ 2 w 246"/>
                <a:gd name="T69" fmla="*/ 3 h 426"/>
                <a:gd name="T70" fmla="*/ 2 w 246"/>
                <a:gd name="T71" fmla="*/ 3 h 426"/>
                <a:gd name="T72" fmla="*/ 2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246" y="426"/>
                  </a:moveTo>
                  <a:lnTo>
                    <a:pt x="246" y="426"/>
                  </a:lnTo>
                  <a:lnTo>
                    <a:pt x="245" y="384"/>
                  </a:lnTo>
                  <a:lnTo>
                    <a:pt x="242" y="340"/>
                  </a:lnTo>
                  <a:lnTo>
                    <a:pt x="236" y="301"/>
                  </a:lnTo>
                  <a:lnTo>
                    <a:pt x="228" y="262"/>
                  </a:lnTo>
                  <a:lnTo>
                    <a:pt x="217" y="224"/>
                  </a:lnTo>
                  <a:lnTo>
                    <a:pt x="205" y="190"/>
                  </a:lnTo>
                  <a:lnTo>
                    <a:pt x="191" y="158"/>
                  </a:lnTo>
                  <a:lnTo>
                    <a:pt x="176" y="126"/>
                  </a:lnTo>
                  <a:lnTo>
                    <a:pt x="157" y="99"/>
                  </a:lnTo>
                  <a:lnTo>
                    <a:pt x="139" y="75"/>
                  </a:lnTo>
                  <a:lnTo>
                    <a:pt x="119" y="53"/>
                  </a:lnTo>
                  <a:lnTo>
                    <a:pt x="96" y="34"/>
                  </a:lnTo>
                  <a:lnTo>
                    <a:pt x="75" y="19"/>
                  </a:lnTo>
                  <a:lnTo>
                    <a:pt x="51" y="9"/>
                  </a:lnTo>
                  <a:lnTo>
                    <a:pt x="26" y="3"/>
                  </a:lnTo>
                  <a:lnTo>
                    <a:pt x="0" y="0"/>
                  </a:lnTo>
                  <a:lnTo>
                    <a:pt x="0" y="12"/>
                  </a:lnTo>
                  <a:lnTo>
                    <a:pt x="24" y="15"/>
                  </a:lnTo>
                  <a:lnTo>
                    <a:pt x="46" y="20"/>
                  </a:lnTo>
                  <a:lnTo>
                    <a:pt x="68" y="31"/>
                  </a:lnTo>
                  <a:lnTo>
                    <a:pt x="89" y="44"/>
                  </a:lnTo>
                  <a:lnTo>
                    <a:pt x="109" y="63"/>
                  </a:lnTo>
                  <a:lnTo>
                    <a:pt x="129" y="83"/>
                  </a:lnTo>
                  <a:lnTo>
                    <a:pt x="148" y="106"/>
                  </a:lnTo>
                  <a:lnTo>
                    <a:pt x="164" y="133"/>
                  </a:lnTo>
                  <a:lnTo>
                    <a:pt x="180" y="162"/>
                  </a:lnTo>
                  <a:lnTo>
                    <a:pt x="194" y="195"/>
                  </a:lnTo>
                  <a:lnTo>
                    <a:pt x="205" y="229"/>
                  </a:lnTo>
                  <a:lnTo>
                    <a:pt x="216" y="264"/>
                  </a:lnTo>
                  <a:lnTo>
                    <a:pt x="224" y="303"/>
                  </a:lnTo>
                  <a:lnTo>
                    <a:pt x="230" y="343"/>
                  </a:lnTo>
                  <a:lnTo>
                    <a:pt x="233" y="384"/>
                  </a:lnTo>
                  <a:lnTo>
                    <a:pt x="235" y="426"/>
                  </a:lnTo>
                  <a:lnTo>
                    <a:pt x="246"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8718" name="Freeform 66"/>
            <p:cNvSpPr>
              <a:spLocks/>
            </p:cNvSpPr>
            <p:nvPr/>
          </p:nvSpPr>
          <p:spPr bwMode="auto">
            <a:xfrm>
              <a:off x="1392" y="2203"/>
              <a:ext cx="49" cy="85"/>
            </a:xfrm>
            <a:custGeom>
              <a:avLst/>
              <a:gdLst>
                <a:gd name="T0" fmla="*/ 0 w 246"/>
                <a:gd name="T1" fmla="*/ 3 h 424"/>
                <a:gd name="T2" fmla="*/ 0 w 246"/>
                <a:gd name="T3" fmla="*/ 3 h 424"/>
                <a:gd name="T4" fmla="*/ 0 w 246"/>
                <a:gd name="T5" fmla="*/ 3 h 424"/>
                <a:gd name="T6" fmla="*/ 0 w 246"/>
                <a:gd name="T7" fmla="*/ 3 h 424"/>
                <a:gd name="T8" fmla="*/ 1 w 246"/>
                <a:gd name="T9" fmla="*/ 3 h 424"/>
                <a:gd name="T10" fmla="*/ 1 w 246"/>
                <a:gd name="T11" fmla="*/ 3 h 424"/>
                <a:gd name="T12" fmla="*/ 1 w 246"/>
                <a:gd name="T13" fmla="*/ 3 h 424"/>
                <a:gd name="T14" fmla="*/ 1 w 246"/>
                <a:gd name="T15" fmla="*/ 3 h 424"/>
                <a:gd name="T16" fmla="*/ 1 w 246"/>
                <a:gd name="T17" fmla="*/ 3 h 424"/>
                <a:gd name="T18" fmla="*/ 1 w 246"/>
                <a:gd name="T19" fmla="*/ 2 h 424"/>
                <a:gd name="T20" fmla="*/ 2 w 246"/>
                <a:gd name="T21" fmla="*/ 2 h 424"/>
                <a:gd name="T22" fmla="*/ 2 w 246"/>
                <a:gd name="T23" fmla="*/ 2 h 424"/>
                <a:gd name="T24" fmla="*/ 2 w 246"/>
                <a:gd name="T25" fmla="*/ 2 h 424"/>
                <a:gd name="T26" fmla="*/ 2 w 246"/>
                <a:gd name="T27" fmla="*/ 1 h 424"/>
                <a:gd name="T28" fmla="*/ 2 w 246"/>
                <a:gd name="T29" fmla="*/ 1 h 424"/>
                <a:gd name="T30" fmla="*/ 2 w 246"/>
                <a:gd name="T31" fmla="*/ 1 h 424"/>
                <a:gd name="T32" fmla="*/ 2 w 246"/>
                <a:gd name="T33" fmla="*/ 0 h 424"/>
                <a:gd name="T34" fmla="*/ 2 w 246"/>
                <a:gd name="T35" fmla="*/ 0 h 424"/>
                <a:gd name="T36" fmla="*/ 2 w 246"/>
                <a:gd name="T37" fmla="*/ 0 h 424"/>
                <a:gd name="T38" fmla="*/ 2 w 246"/>
                <a:gd name="T39" fmla="*/ 0 h 424"/>
                <a:gd name="T40" fmla="*/ 2 w 246"/>
                <a:gd name="T41" fmla="*/ 1 h 424"/>
                <a:gd name="T42" fmla="*/ 2 w 246"/>
                <a:gd name="T43" fmla="*/ 1 h 424"/>
                <a:gd name="T44" fmla="*/ 2 w 246"/>
                <a:gd name="T45" fmla="*/ 1 h 424"/>
                <a:gd name="T46" fmla="*/ 2 w 246"/>
                <a:gd name="T47" fmla="*/ 2 h 424"/>
                <a:gd name="T48" fmla="*/ 2 w 246"/>
                <a:gd name="T49" fmla="*/ 2 h 424"/>
                <a:gd name="T50" fmla="*/ 1 w 246"/>
                <a:gd name="T51" fmla="*/ 2 h 424"/>
                <a:gd name="T52" fmla="*/ 1 w 246"/>
                <a:gd name="T53" fmla="*/ 2 h 424"/>
                <a:gd name="T54" fmla="*/ 1 w 246"/>
                <a:gd name="T55" fmla="*/ 3 h 424"/>
                <a:gd name="T56" fmla="*/ 1 w 246"/>
                <a:gd name="T57" fmla="*/ 3 h 424"/>
                <a:gd name="T58" fmla="*/ 1 w 246"/>
                <a:gd name="T59" fmla="*/ 3 h 424"/>
                <a:gd name="T60" fmla="*/ 1 w 246"/>
                <a:gd name="T61" fmla="*/ 3 h 424"/>
                <a:gd name="T62" fmla="*/ 1 w 246"/>
                <a:gd name="T63" fmla="*/ 3 h 424"/>
                <a:gd name="T64" fmla="*/ 0 w 246"/>
                <a:gd name="T65" fmla="*/ 3 h 424"/>
                <a:gd name="T66" fmla="*/ 0 w 246"/>
                <a:gd name="T67" fmla="*/ 3 h 424"/>
                <a:gd name="T68" fmla="*/ 0 w 246"/>
                <a:gd name="T69" fmla="*/ 3 h 424"/>
                <a:gd name="T70" fmla="*/ 0 w 246"/>
                <a:gd name="T71" fmla="*/ 3 h 424"/>
                <a:gd name="T72" fmla="*/ 0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0" y="424"/>
                  </a:moveTo>
                  <a:lnTo>
                    <a:pt x="0" y="424"/>
                  </a:lnTo>
                  <a:lnTo>
                    <a:pt x="26" y="422"/>
                  </a:lnTo>
                  <a:lnTo>
                    <a:pt x="51" y="416"/>
                  </a:lnTo>
                  <a:lnTo>
                    <a:pt x="75" y="406"/>
                  </a:lnTo>
                  <a:lnTo>
                    <a:pt x="96" y="390"/>
                  </a:lnTo>
                  <a:lnTo>
                    <a:pt x="119" y="373"/>
                  </a:lnTo>
                  <a:lnTo>
                    <a:pt x="139" y="351"/>
                  </a:lnTo>
                  <a:lnTo>
                    <a:pt x="157" y="326"/>
                  </a:lnTo>
                  <a:lnTo>
                    <a:pt x="175" y="299"/>
                  </a:lnTo>
                  <a:lnTo>
                    <a:pt x="191" y="269"/>
                  </a:lnTo>
                  <a:lnTo>
                    <a:pt x="205" y="236"/>
                  </a:lnTo>
                  <a:lnTo>
                    <a:pt x="217" y="202"/>
                  </a:lnTo>
                  <a:lnTo>
                    <a:pt x="228" y="163"/>
                  </a:lnTo>
                  <a:lnTo>
                    <a:pt x="236" y="125"/>
                  </a:lnTo>
                  <a:lnTo>
                    <a:pt x="242" y="86"/>
                  </a:lnTo>
                  <a:lnTo>
                    <a:pt x="245" y="42"/>
                  </a:lnTo>
                  <a:lnTo>
                    <a:pt x="246" y="0"/>
                  </a:lnTo>
                  <a:lnTo>
                    <a:pt x="235" y="0"/>
                  </a:lnTo>
                  <a:lnTo>
                    <a:pt x="233" y="42"/>
                  </a:lnTo>
                  <a:lnTo>
                    <a:pt x="230" y="83"/>
                  </a:lnTo>
                  <a:lnTo>
                    <a:pt x="224" y="123"/>
                  </a:lnTo>
                  <a:lnTo>
                    <a:pt x="216" y="161"/>
                  </a:lnTo>
                  <a:lnTo>
                    <a:pt x="205" y="197"/>
                  </a:lnTo>
                  <a:lnTo>
                    <a:pt x="194" y="231"/>
                  </a:lnTo>
                  <a:lnTo>
                    <a:pt x="180" y="264"/>
                  </a:lnTo>
                  <a:lnTo>
                    <a:pt x="166" y="292"/>
                  </a:lnTo>
                  <a:lnTo>
                    <a:pt x="148" y="319"/>
                  </a:lnTo>
                  <a:lnTo>
                    <a:pt x="129" y="344"/>
                  </a:lnTo>
                  <a:lnTo>
                    <a:pt x="109" y="364"/>
                  </a:lnTo>
                  <a:lnTo>
                    <a:pt x="89" y="381"/>
                  </a:lnTo>
                  <a:lnTo>
                    <a:pt x="68" y="394"/>
                  </a:lnTo>
                  <a:lnTo>
                    <a:pt x="46" y="405"/>
                  </a:lnTo>
                  <a:lnTo>
                    <a:pt x="24" y="410"/>
                  </a:lnTo>
                  <a:lnTo>
                    <a:pt x="0" y="413"/>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8719" name="Freeform 67"/>
            <p:cNvSpPr>
              <a:spLocks/>
            </p:cNvSpPr>
            <p:nvPr/>
          </p:nvSpPr>
          <p:spPr bwMode="auto">
            <a:xfrm>
              <a:off x="1343" y="2203"/>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2" y="42"/>
                  </a:lnTo>
                  <a:lnTo>
                    <a:pt x="5" y="86"/>
                  </a:lnTo>
                  <a:lnTo>
                    <a:pt x="11" y="125"/>
                  </a:lnTo>
                  <a:lnTo>
                    <a:pt x="19" y="163"/>
                  </a:lnTo>
                  <a:lnTo>
                    <a:pt x="30" y="202"/>
                  </a:lnTo>
                  <a:lnTo>
                    <a:pt x="41" y="236"/>
                  </a:lnTo>
                  <a:lnTo>
                    <a:pt x="56" y="269"/>
                  </a:lnTo>
                  <a:lnTo>
                    <a:pt x="72" y="299"/>
                  </a:lnTo>
                  <a:lnTo>
                    <a:pt x="90" y="326"/>
                  </a:lnTo>
                  <a:lnTo>
                    <a:pt x="108" y="351"/>
                  </a:lnTo>
                  <a:lnTo>
                    <a:pt x="127" y="373"/>
                  </a:lnTo>
                  <a:lnTo>
                    <a:pt x="149" y="390"/>
                  </a:lnTo>
                  <a:lnTo>
                    <a:pt x="172" y="406"/>
                  </a:lnTo>
                  <a:lnTo>
                    <a:pt x="195" y="416"/>
                  </a:lnTo>
                  <a:lnTo>
                    <a:pt x="220" y="422"/>
                  </a:lnTo>
                  <a:lnTo>
                    <a:pt x="245" y="424"/>
                  </a:lnTo>
                  <a:lnTo>
                    <a:pt x="245" y="413"/>
                  </a:lnTo>
                  <a:lnTo>
                    <a:pt x="222" y="410"/>
                  </a:lnTo>
                  <a:lnTo>
                    <a:pt x="200" y="405"/>
                  </a:lnTo>
                  <a:lnTo>
                    <a:pt x="179" y="394"/>
                  </a:lnTo>
                  <a:lnTo>
                    <a:pt x="156" y="381"/>
                  </a:lnTo>
                  <a:lnTo>
                    <a:pt x="136" y="364"/>
                  </a:lnTo>
                  <a:lnTo>
                    <a:pt x="118" y="344"/>
                  </a:lnTo>
                  <a:lnTo>
                    <a:pt x="99" y="319"/>
                  </a:lnTo>
                  <a:lnTo>
                    <a:pt x="81" y="292"/>
                  </a:lnTo>
                  <a:lnTo>
                    <a:pt x="67" y="264"/>
                  </a:lnTo>
                  <a:lnTo>
                    <a:pt x="53" y="231"/>
                  </a:lnTo>
                  <a:lnTo>
                    <a:pt x="41" y="197"/>
                  </a:lnTo>
                  <a:lnTo>
                    <a:pt x="31" y="161"/>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8720" name="Freeform 68"/>
            <p:cNvSpPr>
              <a:spLocks/>
            </p:cNvSpPr>
            <p:nvPr/>
          </p:nvSpPr>
          <p:spPr bwMode="auto">
            <a:xfrm>
              <a:off x="1343" y="2118"/>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1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20" y="3"/>
                  </a:lnTo>
                  <a:lnTo>
                    <a:pt x="195" y="9"/>
                  </a:lnTo>
                  <a:lnTo>
                    <a:pt x="172" y="19"/>
                  </a:lnTo>
                  <a:lnTo>
                    <a:pt x="149" y="34"/>
                  </a:lnTo>
                  <a:lnTo>
                    <a:pt x="127" y="53"/>
                  </a:lnTo>
                  <a:lnTo>
                    <a:pt x="108" y="75"/>
                  </a:lnTo>
                  <a:lnTo>
                    <a:pt x="90" y="99"/>
                  </a:lnTo>
                  <a:lnTo>
                    <a:pt x="71" y="126"/>
                  </a:lnTo>
                  <a:lnTo>
                    <a:pt x="56" y="158"/>
                  </a:lnTo>
                  <a:lnTo>
                    <a:pt x="41" y="190"/>
                  </a:lnTo>
                  <a:lnTo>
                    <a:pt x="30" y="224"/>
                  </a:lnTo>
                  <a:lnTo>
                    <a:pt x="19" y="262"/>
                  </a:lnTo>
                  <a:lnTo>
                    <a:pt x="11" y="301"/>
                  </a:lnTo>
                  <a:lnTo>
                    <a:pt x="5" y="340"/>
                  </a:lnTo>
                  <a:lnTo>
                    <a:pt x="2" y="384"/>
                  </a:lnTo>
                  <a:lnTo>
                    <a:pt x="0" y="426"/>
                  </a:lnTo>
                  <a:lnTo>
                    <a:pt x="12" y="426"/>
                  </a:lnTo>
                  <a:lnTo>
                    <a:pt x="13" y="384"/>
                  </a:lnTo>
                  <a:lnTo>
                    <a:pt x="17" y="343"/>
                  </a:lnTo>
                  <a:lnTo>
                    <a:pt x="23" y="303"/>
                  </a:lnTo>
                  <a:lnTo>
                    <a:pt x="31" y="264"/>
                  </a:lnTo>
                  <a:lnTo>
                    <a:pt x="41" y="229"/>
                  </a:lnTo>
                  <a:lnTo>
                    <a:pt x="53" y="195"/>
                  </a:lnTo>
                  <a:lnTo>
                    <a:pt x="67" y="162"/>
                  </a:lnTo>
                  <a:lnTo>
                    <a:pt x="82" y="133"/>
                  </a:lnTo>
                  <a:lnTo>
                    <a:pt x="99" y="106"/>
                  </a:lnTo>
                  <a:lnTo>
                    <a:pt x="118" y="83"/>
                  </a:lnTo>
                  <a:lnTo>
                    <a:pt x="136" y="63"/>
                  </a:lnTo>
                  <a:lnTo>
                    <a:pt x="156" y="44"/>
                  </a:lnTo>
                  <a:lnTo>
                    <a:pt x="179" y="31"/>
                  </a:lnTo>
                  <a:lnTo>
                    <a:pt x="200" y="20"/>
                  </a:lnTo>
                  <a:lnTo>
                    <a:pt x="222" y="15"/>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8721" name="Freeform 69"/>
            <p:cNvSpPr>
              <a:spLocks/>
            </p:cNvSpPr>
            <p:nvPr/>
          </p:nvSpPr>
          <p:spPr bwMode="auto">
            <a:xfrm>
              <a:off x="1384" y="1859"/>
              <a:ext cx="49" cy="84"/>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1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3" y="382"/>
                  </a:lnTo>
                  <a:lnTo>
                    <a:pt x="240" y="339"/>
                  </a:lnTo>
                  <a:lnTo>
                    <a:pt x="234" y="299"/>
                  </a:lnTo>
                  <a:lnTo>
                    <a:pt x="226" y="261"/>
                  </a:lnTo>
                  <a:lnTo>
                    <a:pt x="215" y="222"/>
                  </a:lnTo>
                  <a:lnTo>
                    <a:pt x="204" y="188"/>
                  </a:lnTo>
                  <a:lnTo>
                    <a:pt x="189" y="156"/>
                  </a:lnTo>
                  <a:lnTo>
                    <a:pt x="173" y="125"/>
                  </a:lnTo>
                  <a:lnTo>
                    <a:pt x="155" y="98"/>
                  </a:lnTo>
                  <a:lnTo>
                    <a:pt x="138" y="74"/>
                  </a:lnTo>
                  <a:lnTo>
                    <a:pt x="118" y="51"/>
                  </a:lnTo>
                  <a:lnTo>
                    <a:pt x="96" y="34"/>
                  </a:lnTo>
                  <a:lnTo>
                    <a:pt x="73" y="18"/>
                  </a:lnTo>
                  <a:lnTo>
                    <a:pt x="50" y="8"/>
                  </a:lnTo>
                  <a:lnTo>
                    <a:pt x="25" y="2"/>
                  </a:lnTo>
                  <a:lnTo>
                    <a:pt x="0" y="0"/>
                  </a:lnTo>
                  <a:lnTo>
                    <a:pt x="0" y="11"/>
                  </a:lnTo>
                  <a:lnTo>
                    <a:pt x="23" y="14"/>
                  </a:lnTo>
                  <a:lnTo>
                    <a:pt x="45" y="20"/>
                  </a:lnTo>
                  <a:lnTo>
                    <a:pt x="66" y="30"/>
                  </a:lnTo>
                  <a:lnTo>
                    <a:pt x="89" y="43"/>
                  </a:lnTo>
                  <a:lnTo>
                    <a:pt x="109" y="61"/>
                  </a:lnTo>
                  <a:lnTo>
                    <a:pt x="129" y="81"/>
                  </a:lnTo>
                  <a:lnTo>
                    <a:pt x="146" y="105"/>
                  </a:lnTo>
                  <a:lnTo>
                    <a:pt x="164" y="132"/>
                  </a:lnTo>
                  <a:lnTo>
                    <a:pt x="178" y="160"/>
                  </a:lnTo>
                  <a:lnTo>
                    <a:pt x="192" y="193"/>
                  </a:lnTo>
                  <a:lnTo>
                    <a:pt x="204" y="227"/>
                  </a:lnTo>
                  <a:lnTo>
                    <a:pt x="214" y="264"/>
                  </a:lnTo>
                  <a:lnTo>
                    <a:pt x="222" y="301"/>
                  </a:lnTo>
                  <a:lnTo>
                    <a:pt x="228"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8722" name="Freeform 70"/>
            <p:cNvSpPr>
              <a:spLocks/>
            </p:cNvSpPr>
            <p:nvPr/>
          </p:nvSpPr>
          <p:spPr bwMode="auto">
            <a:xfrm>
              <a:off x="1384" y="1943"/>
              <a:ext cx="49" cy="86"/>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5" y="423"/>
                  </a:lnTo>
                  <a:lnTo>
                    <a:pt x="50" y="418"/>
                  </a:lnTo>
                  <a:lnTo>
                    <a:pt x="73" y="407"/>
                  </a:lnTo>
                  <a:lnTo>
                    <a:pt x="96" y="392"/>
                  </a:lnTo>
                  <a:lnTo>
                    <a:pt x="118" y="374"/>
                  </a:lnTo>
                  <a:lnTo>
                    <a:pt x="138" y="352"/>
                  </a:lnTo>
                  <a:lnTo>
                    <a:pt x="155" y="327"/>
                  </a:lnTo>
                  <a:lnTo>
                    <a:pt x="174" y="300"/>
                  </a:lnTo>
                  <a:lnTo>
                    <a:pt x="189" y="269"/>
                  </a:lnTo>
                  <a:lnTo>
                    <a:pt x="204" y="237"/>
                  </a:lnTo>
                  <a:lnTo>
                    <a:pt x="215" y="202"/>
                  </a:lnTo>
                  <a:lnTo>
                    <a:pt x="226" y="164"/>
                  </a:lnTo>
                  <a:lnTo>
                    <a:pt x="234" y="126"/>
                  </a:lnTo>
                  <a:lnTo>
                    <a:pt x="240" y="86"/>
                  </a:lnTo>
                  <a:lnTo>
                    <a:pt x="243" y="42"/>
                  </a:lnTo>
                  <a:lnTo>
                    <a:pt x="245" y="0"/>
                  </a:lnTo>
                  <a:lnTo>
                    <a:pt x="233" y="0"/>
                  </a:lnTo>
                  <a:lnTo>
                    <a:pt x="232" y="42"/>
                  </a:lnTo>
                  <a:lnTo>
                    <a:pt x="228" y="83"/>
                  </a:lnTo>
                  <a:lnTo>
                    <a:pt x="222" y="123"/>
                  </a:lnTo>
                  <a:lnTo>
                    <a:pt x="214" y="162"/>
                  </a:lnTo>
                  <a:lnTo>
                    <a:pt x="204" y="197"/>
                  </a:lnTo>
                  <a:lnTo>
                    <a:pt x="192" y="232"/>
                  </a:lnTo>
                  <a:lnTo>
                    <a:pt x="178" y="264"/>
                  </a:lnTo>
                  <a:lnTo>
                    <a:pt x="163" y="293"/>
                  </a:lnTo>
                  <a:lnTo>
                    <a:pt x="146" y="320"/>
                  </a:lnTo>
                  <a:lnTo>
                    <a:pt x="129" y="345"/>
                  </a:lnTo>
                  <a:lnTo>
                    <a:pt x="109" y="365"/>
                  </a:lnTo>
                  <a:lnTo>
                    <a:pt x="89" y="382"/>
                  </a:lnTo>
                  <a:lnTo>
                    <a:pt x="66" y="395"/>
                  </a:lnTo>
                  <a:lnTo>
                    <a:pt x="45" y="406"/>
                  </a:lnTo>
                  <a:lnTo>
                    <a:pt x="23"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8723" name="Freeform 71"/>
            <p:cNvSpPr>
              <a:spLocks/>
            </p:cNvSpPr>
            <p:nvPr/>
          </p:nvSpPr>
          <p:spPr bwMode="auto">
            <a:xfrm>
              <a:off x="1335" y="1943"/>
              <a:ext cx="49" cy="86"/>
            </a:xfrm>
            <a:custGeom>
              <a:avLst/>
              <a:gdLst>
                <a:gd name="T0" fmla="*/ 0 w 246"/>
                <a:gd name="T1" fmla="*/ 0 h 426"/>
                <a:gd name="T2" fmla="*/ 0 w 246"/>
                <a:gd name="T3" fmla="*/ 0 h 426"/>
                <a:gd name="T4" fmla="*/ 0 w 246"/>
                <a:gd name="T5" fmla="*/ 0 h 426"/>
                <a:gd name="T6" fmla="*/ 0 w 246"/>
                <a:gd name="T7" fmla="*/ 1 h 426"/>
                <a:gd name="T8" fmla="*/ 0 w 246"/>
                <a:gd name="T9" fmla="*/ 1 h 426"/>
                <a:gd name="T10" fmla="*/ 0 w 246"/>
                <a:gd name="T11" fmla="*/ 1 h 426"/>
                <a:gd name="T12" fmla="*/ 0 w 246"/>
                <a:gd name="T13" fmla="*/ 2 h 426"/>
                <a:gd name="T14" fmla="*/ 0 w 246"/>
                <a:gd name="T15" fmla="*/ 2 h 426"/>
                <a:gd name="T16" fmla="*/ 0 w 246"/>
                <a:gd name="T17" fmla="*/ 2 h 426"/>
                <a:gd name="T18" fmla="*/ 1 w 246"/>
                <a:gd name="T19" fmla="*/ 2 h 426"/>
                <a:gd name="T20" fmla="*/ 1 w 246"/>
                <a:gd name="T21" fmla="*/ 3 h 426"/>
                <a:gd name="T22" fmla="*/ 1 w 246"/>
                <a:gd name="T23" fmla="*/ 3 h 426"/>
                <a:gd name="T24" fmla="*/ 1 w 246"/>
                <a:gd name="T25" fmla="*/ 3 h 426"/>
                <a:gd name="T26" fmla="*/ 1 w 246"/>
                <a:gd name="T27" fmla="*/ 3 h 426"/>
                <a:gd name="T28" fmla="*/ 1 w 246"/>
                <a:gd name="T29" fmla="*/ 3 h 426"/>
                <a:gd name="T30" fmla="*/ 2 w 246"/>
                <a:gd name="T31" fmla="*/ 3 h 426"/>
                <a:gd name="T32" fmla="*/ 2 w 246"/>
                <a:gd name="T33" fmla="*/ 3 h 426"/>
                <a:gd name="T34" fmla="*/ 2 w 246"/>
                <a:gd name="T35" fmla="*/ 3 h 426"/>
                <a:gd name="T36" fmla="*/ 2 w 246"/>
                <a:gd name="T37" fmla="*/ 3 h 426"/>
                <a:gd name="T38" fmla="*/ 2 w 246"/>
                <a:gd name="T39" fmla="*/ 3 h 426"/>
                <a:gd name="T40" fmla="*/ 2 w 246"/>
                <a:gd name="T41" fmla="*/ 3 h 426"/>
                <a:gd name="T42" fmla="*/ 1 w 246"/>
                <a:gd name="T43" fmla="*/ 3 h 426"/>
                <a:gd name="T44" fmla="*/ 1 w 246"/>
                <a:gd name="T45" fmla="*/ 3 h 426"/>
                <a:gd name="T46" fmla="*/ 1 w 246"/>
                <a:gd name="T47" fmla="*/ 3 h 426"/>
                <a:gd name="T48" fmla="*/ 1 w 246"/>
                <a:gd name="T49" fmla="*/ 3 h 426"/>
                <a:gd name="T50" fmla="*/ 1 w 246"/>
                <a:gd name="T51" fmla="*/ 3 h 426"/>
                <a:gd name="T52" fmla="*/ 1 w 246"/>
                <a:gd name="T53" fmla="*/ 2 h 426"/>
                <a:gd name="T54" fmla="*/ 1 w 246"/>
                <a:gd name="T55" fmla="*/ 2 h 426"/>
                <a:gd name="T56" fmla="*/ 0 w 246"/>
                <a:gd name="T57" fmla="*/ 2 h 426"/>
                <a:gd name="T58" fmla="*/ 0 w 246"/>
                <a:gd name="T59" fmla="*/ 2 h 426"/>
                <a:gd name="T60" fmla="*/ 0 w 246"/>
                <a:gd name="T61" fmla="*/ 1 h 426"/>
                <a:gd name="T62" fmla="*/ 0 w 246"/>
                <a:gd name="T63" fmla="*/ 1 h 426"/>
                <a:gd name="T64" fmla="*/ 0 w 246"/>
                <a:gd name="T65" fmla="*/ 1 h 426"/>
                <a:gd name="T66" fmla="*/ 0 w 246"/>
                <a:gd name="T67" fmla="*/ 0 h 426"/>
                <a:gd name="T68" fmla="*/ 0 w 246"/>
                <a:gd name="T69" fmla="*/ 0 h 426"/>
                <a:gd name="T70" fmla="*/ 0 w 246"/>
                <a:gd name="T71" fmla="*/ 0 h 426"/>
                <a:gd name="T72" fmla="*/ 0 w 246"/>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0"/>
                  </a:moveTo>
                  <a:lnTo>
                    <a:pt x="0" y="0"/>
                  </a:lnTo>
                  <a:lnTo>
                    <a:pt x="1" y="42"/>
                  </a:lnTo>
                  <a:lnTo>
                    <a:pt x="4" y="86"/>
                  </a:lnTo>
                  <a:lnTo>
                    <a:pt x="10" y="126"/>
                  </a:lnTo>
                  <a:lnTo>
                    <a:pt x="18" y="164"/>
                  </a:lnTo>
                  <a:lnTo>
                    <a:pt x="29" y="202"/>
                  </a:lnTo>
                  <a:lnTo>
                    <a:pt x="41" y="237"/>
                  </a:lnTo>
                  <a:lnTo>
                    <a:pt x="55" y="269"/>
                  </a:lnTo>
                  <a:lnTo>
                    <a:pt x="71" y="300"/>
                  </a:lnTo>
                  <a:lnTo>
                    <a:pt x="89" y="327"/>
                  </a:lnTo>
                  <a:lnTo>
                    <a:pt x="107" y="352"/>
                  </a:lnTo>
                  <a:lnTo>
                    <a:pt x="127" y="374"/>
                  </a:lnTo>
                  <a:lnTo>
                    <a:pt x="150" y="392"/>
                  </a:lnTo>
                  <a:lnTo>
                    <a:pt x="171" y="407"/>
                  </a:lnTo>
                  <a:lnTo>
                    <a:pt x="195" y="418"/>
                  </a:lnTo>
                  <a:lnTo>
                    <a:pt x="220" y="423"/>
                  </a:lnTo>
                  <a:lnTo>
                    <a:pt x="246" y="426"/>
                  </a:lnTo>
                  <a:lnTo>
                    <a:pt x="246" y="414"/>
                  </a:lnTo>
                  <a:lnTo>
                    <a:pt x="222" y="412"/>
                  </a:lnTo>
                  <a:lnTo>
                    <a:pt x="200" y="406"/>
                  </a:lnTo>
                  <a:lnTo>
                    <a:pt x="178" y="395"/>
                  </a:lnTo>
                  <a:lnTo>
                    <a:pt x="157" y="382"/>
                  </a:lnTo>
                  <a:lnTo>
                    <a:pt x="137" y="365"/>
                  </a:lnTo>
                  <a:lnTo>
                    <a:pt x="117" y="345"/>
                  </a:lnTo>
                  <a:lnTo>
                    <a:pt x="98" y="320"/>
                  </a:lnTo>
                  <a:lnTo>
                    <a:pt x="83" y="293"/>
                  </a:lnTo>
                  <a:lnTo>
                    <a:pt x="66" y="264"/>
                  </a:lnTo>
                  <a:lnTo>
                    <a:pt x="52" y="232"/>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8724" name="Freeform 72"/>
            <p:cNvSpPr>
              <a:spLocks/>
            </p:cNvSpPr>
            <p:nvPr/>
          </p:nvSpPr>
          <p:spPr bwMode="auto">
            <a:xfrm>
              <a:off x="1335" y="1859"/>
              <a:ext cx="49" cy="84"/>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1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0" y="2"/>
                  </a:lnTo>
                  <a:lnTo>
                    <a:pt x="195" y="8"/>
                  </a:lnTo>
                  <a:lnTo>
                    <a:pt x="171" y="18"/>
                  </a:lnTo>
                  <a:lnTo>
                    <a:pt x="150" y="34"/>
                  </a:lnTo>
                  <a:lnTo>
                    <a:pt x="127" y="51"/>
                  </a:lnTo>
                  <a:lnTo>
                    <a:pt x="107" y="74"/>
                  </a:lnTo>
                  <a:lnTo>
                    <a:pt x="89" y="98"/>
                  </a:lnTo>
                  <a:lnTo>
                    <a:pt x="72" y="125"/>
                  </a:lnTo>
                  <a:lnTo>
                    <a:pt x="55" y="156"/>
                  </a:lnTo>
                  <a:lnTo>
                    <a:pt x="41" y="188"/>
                  </a:lnTo>
                  <a:lnTo>
                    <a:pt x="29" y="222"/>
                  </a:lnTo>
                  <a:lnTo>
                    <a:pt x="18" y="261"/>
                  </a:lnTo>
                  <a:lnTo>
                    <a:pt x="10" y="299"/>
                  </a:lnTo>
                  <a:lnTo>
                    <a:pt x="4" y="339"/>
                  </a:lnTo>
                  <a:lnTo>
                    <a:pt x="1" y="382"/>
                  </a:lnTo>
                  <a:lnTo>
                    <a:pt x="0" y="424"/>
                  </a:lnTo>
                  <a:lnTo>
                    <a:pt x="11" y="424"/>
                  </a:lnTo>
                  <a:lnTo>
                    <a:pt x="13" y="382"/>
                  </a:lnTo>
                  <a:lnTo>
                    <a:pt x="16" y="341"/>
                  </a:lnTo>
                  <a:lnTo>
                    <a:pt x="22" y="301"/>
                  </a:lnTo>
                  <a:lnTo>
                    <a:pt x="30" y="264"/>
                  </a:lnTo>
                  <a:lnTo>
                    <a:pt x="41" y="227"/>
                  </a:lnTo>
                  <a:lnTo>
                    <a:pt x="52" y="193"/>
                  </a:lnTo>
                  <a:lnTo>
                    <a:pt x="66" y="160"/>
                  </a:lnTo>
                  <a:lnTo>
                    <a:pt x="82" y="132"/>
                  </a:lnTo>
                  <a:lnTo>
                    <a:pt x="98" y="105"/>
                  </a:lnTo>
                  <a:lnTo>
                    <a:pt x="117" y="81"/>
                  </a:lnTo>
                  <a:lnTo>
                    <a:pt x="137" y="61"/>
                  </a:lnTo>
                  <a:lnTo>
                    <a:pt x="157" y="43"/>
                  </a:lnTo>
                  <a:lnTo>
                    <a:pt x="178" y="30"/>
                  </a:lnTo>
                  <a:lnTo>
                    <a:pt x="200" y="20"/>
                  </a:lnTo>
                  <a:lnTo>
                    <a:pt x="222" y="14"/>
                  </a:lnTo>
                  <a:lnTo>
                    <a:pt x="246" y="11"/>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8725" name="Freeform 73"/>
            <p:cNvSpPr>
              <a:spLocks/>
            </p:cNvSpPr>
            <p:nvPr/>
          </p:nvSpPr>
          <p:spPr bwMode="auto">
            <a:xfrm>
              <a:off x="1552" y="1751"/>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1" y="339"/>
                  </a:lnTo>
                  <a:lnTo>
                    <a:pt x="235" y="299"/>
                  </a:lnTo>
                  <a:lnTo>
                    <a:pt x="226" y="261"/>
                  </a:lnTo>
                  <a:lnTo>
                    <a:pt x="216" y="223"/>
                  </a:lnTo>
                  <a:lnTo>
                    <a:pt x="204" y="189"/>
                  </a:lnTo>
                  <a:lnTo>
                    <a:pt x="190" y="156"/>
                  </a:lnTo>
                  <a:lnTo>
                    <a:pt x="174" y="125"/>
                  </a:lnTo>
                  <a:lnTo>
                    <a:pt x="156" y="98"/>
                  </a:lnTo>
                  <a:lnTo>
                    <a:pt x="137" y="74"/>
                  </a:lnTo>
                  <a:lnTo>
                    <a:pt x="119" y="52"/>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8" y="81"/>
                  </a:lnTo>
                  <a:lnTo>
                    <a:pt x="147" y="105"/>
                  </a:lnTo>
                  <a:lnTo>
                    <a:pt x="164" y="132"/>
                  </a:lnTo>
                  <a:lnTo>
                    <a:pt x="178" y="161"/>
                  </a:lnTo>
                  <a:lnTo>
                    <a:pt x="193" y="193"/>
                  </a:lnTo>
                  <a:lnTo>
                    <a:pt x="204" y="227"/>
                  </a:lnTo>
                  <a:lnTo>
                    <a:pt x="215" y="264"/>
                  </a:lnTo>
                  <a:lnTo>
                    <a:pt x="223" y="301"/>
                  </a:lnTo>
                  <a:lnTo>
                    <a:pt x="229" y="341"/>
                  </a:lnTo>
                  <a:lnTo>
                    <a:pt x="232" y="382"/>
                  </a:lnTo>
                  <a:lnTo>
                    <a:pt x="234"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8726" name="Freeform 74"/>
            <p:cNvSpPr>
              <a:spLocks/>
            </p:cNvSpPr>
            <p:nvPr/>
          </p:nvSpPr>
          <p:spPr bwMode="auto">
            <a:xfrm>
              <a:off x="1552" y="1836"/>
              <a:ext cx="49" cy="85"/>
            </a:xfrm>
            <a:custGeom>
              <a:avLst/>
              <a:gdLst>
                <a:gd name="T0" fmla="*/ 0 w 245"/>
                <a:gd name="T1" fmla="*/ 3 h 425"/>
                <a:gd name="T2" fmla="*/ 0 w 245"/>
                <a:gd name="T3" fmla="*/ 3 h 425"/>
                <a:gd name="T4" fmla="*/ 0 w 245"/>
                <a:gd name="T5" fmla="*/ 3 h 425"/>
                <a:gd name="T6" fmla="*/ 0 w 245"/>
                <a:gd name="T7" fmla="*/ 3 h 425"/>
                <a:gd name="T8" fmla="*/ 1 w 245"/>
                <a:gd name="T9" fmla="*/ 3 h 425"/>
                <a:gd name="T10" fmla="*/ 1 w 245"/>
                <a:gd name="T11" fmla="*/ 3 h 425"/>
                <a:gd name="T12" fmla="*/ 1 w 245"/>
                <a:gd name="T13" fmla="*/ 3 h 425"/>
                <a:gd name="T14" fmla="*/ 1 w 245"/>
                <a:gd name="T15" fmla="*/ 3 h 425"/>
                <a:gd name="T16" fmla="*/ 1 w 245"/>
                <a:gd name="T17" fmla="*/ 3 h 425"/>
                <a:gd name="T18" fmla="*/ 1 w 245"/>
                <a:gd name="T19" fmla="*/ 2 h 425"/>
                <a:gd name="T20" fmla="*/ 2 w 245"/>
                <a:gd name="T21" fmla="*/ 2 h 425"/>
                <a:gd name="T22" fmla="*/ 2 w 245"/>
                <a:gd name="T23" fmla="*/ 2 h 425"/>
                <a:gd name="T24" fmla="*/ 2 w 245"/>
                <a:gd name="T25" fmla="*/ 2 h 425"/>
                <a:gd name="T26" fmla="*/ 2 w 245"/>
                <a:gd name="T27" fmla="*/ 1 h 425"/>
                <a:gd name="T28" fmla="*/ 2 w 245"/>
                <a:gd name="T29" fmla="*/ 1 h 425"/>
                <a:gd name="T30" fmla="*/ 2 w 245"/>
                <a:gd name="T31" fmla="*/ 1 h 425"/>
                <a:gd name="T32" fmla="*/ 2 w 245"/>
                <a:gd name="T33" fmla="*/ 0 h 425"/>
                <a:gd name="T34" fmla="*/ 2 w 245"/>
                <a:gd name="T35" fmla="*/ 0 h 425"/>
                <a:gd name="T36" fmla="*/ 2 w 245"/>
                <a:gd name="T37" fmla="*/ 0 h 425"/>
                <a:gd name="T38" fmla="*/ 2 w 245"/>
                <a:gd name="T39" fmla="*/ 0 h 425"/>
                <a:gd name="T40" fmla="*/ 2 w 245"/>
                <a:gd name="T41" fmla="*/ 1 h 425"/>
                <a:gd name="T42" fmla="*/ 2 w 245"/>
                <a:gd name="T43" fmla="*/ 1 h 425"/>
                <a:gd name="T44" fmla="*/ 2 w 245"/>
                <a:gd name="T45" fmla="*/ 1 h 425"/>
                <a:gd name="T46" fmla="*/ 2 w 245"/>
                <a:gd name="T47" fmla="*/ 2 h 425"/>
                <a:gd name="T48" fmla="*/ 2 w 245"/>
                <a:gd name="T49" fmla="*/ 2 h 425"/>
                <a:gd name="T50" fmla="*/ 1 w 245"/>
                <a:gd name="T51" fmla="*/ 2 h 425"/>
                <a:gd name="T52" fmla="*/ 1 w 245"/>
                <a:gd name="T53" fmla="*/ 2 h 425"/>
                <a:gd name="T54" fmla="*/ 1 w 245"/>
                <a:gd name="T55" fmla="*/ 3 h 425"/>
                <a:gd name="T56" fmla="*/ 1 w 245"/>
                <a:gd name="T57" fmla="*/ 3 h 425"/>
                <a:gd name="T58" fmla="*/ 1 w 245"/>
                <a:gd name="T59" fmla="*/ 3 h 425"/>
                <a:gd name="T60" fmla="*/ 1 w 245"/>
                <a:gd name="T61" fmla="*/ 3 h 425"/>
                <a:gd name="T62" fmla="*/ 1 w 245"/>
                <a:gd name="T63" fmla="*/ 3 h 425"/>
                <a:gd name="T64" fmla="*/ 0 w 245"/>
                <a:gd name="T65" fmla="*/ 3 h 425"/>
                <a:gd name="T66" fmla="*/ 0 w 245"/>
                <a:gd name="T67" fmla="*/ 3 h 425"/>
                <a:gd name="T68" fmla="*/ 0 w 245"/>
                <a:gd name="T69" fmla="*/ 3 h 425"/>
                <a:gd name="T70" fmla="*/ 0 w 245"/>
                <a:gd name="T71" fmla="*/ 3 h 425"/>
                <a:gd name="T72" fmla="*/ 0 w 245"/>
                <a:gd name="T73" fmla="*/ 3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5"/>
                <a:gd name="T113" fmla="*/ 245 w 245"/>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5">
                  <a:moveTo>
                    <a:pt x="0" y="425"/>
                  </a:moveTo>
                  <a:lnTo>
                    <a:pt x="0" y="425"/>
                  </a:lnTo>
                  <a:lnTo>
                    <a:pt x="26" y="422"/>
                  </a:lnTo>
                  <a:lnTo>
                    <a:pt x="51" y="417"/>
                  </a:lnTo>
                  <a:lnTo>
                    <a:pt x="74" y="406"/>
                  </a:lnTo>
                  <a:lnTo>
                    <a:pt x="96" y="391"/>
                  </a:lnTo>
                  <a:lnTo>
                    <a:pt x="119" y="373"/>
                  </a:lnTo>
                  <a:lnTo>
                    <a:pt x="137" y="351"/>
                  </a:lnTo>
                  <a:lnTo>
                    <a:pt x="156" y="326"/>
                  </a:lnTo>
                  <a:lnTo>
                    <a:pt x="174" y="299"/>
                  </a:lnTo>
                  <a:lnTo>
                    <a:pt x="190" y="269"/>
                  </a:lnTo>
                  <a:lnTo>
                    <a:pt x="204" y="236"/>
                  </a:lnTo>
                  <a:lnTo>
                    <a:pt x="216" y="202"/>
                  </a:lnTo>
                  <a:lnTo>
                    <a:pt x="226" y="163"/>
                  </a:lnTo>
                  <a:lnTo>
                    <a:pt x="235" y="126"/>
                  </a:lnTo>
                  <a:lnTo>
                    <a:pt x="241" y="86"/>
                  </a:lnTo>
                  <a:lnTo>
                    <a:pt x="244" y="43"/>
                  </a:lnTo>
                  <a:lnTo>
                    <a:pt x="245" y="0"/>
                  </a:lnTo>
                  <a:lnTo>
                    <a:pt x="234" y="0"/>
                  </a:lnTo>
                  <a:lnTo>
                    <a:pt x="232" y="43"/>
                  </a:lnTo>
                  <a:lnTo>
                    <a:pt x="229" y="84"/>
                  </a:lnTo>
                  <a:lnTo>
                    <a:pt x="223" y="123"/>
                  </a:lnTo>
                  <a:lnTo>
                    <a:pt x="215" y="161"/>
                  </a:lnTo>
                  <a:lnTo>
                    <a:pt x="204" y="197"/>
                  </a:lnTo>
                  <a:lnTo>
                    <a:pt x="193" y="231"/>
                  </a:lnTo>
                  <a:lnTo>
                    <a:pt x="178" y="264"/>
                  </a:lnTo>
                  <a:lnTo>
                    <a:pt x="164" y="292"/>
                  </a:lnTo>
                  <a:lnTo>
                    <a:pt x="147" y="319"/>
                  </a:lnTo>
                  <a:lnTo>
                    <a:pt x="128" y="344"/>
                  </a:lnTo>
                  <a:lnTo>
                    <a:pt x="109" y="364"/>
                  </a:lnTo>
                  <a:lnTo>
                    <a:pt x="89" y="381"/>
                  </a:lnTo>
                  <a:lnTo>
                    <a:pt x="67" y="394"/>
                  </a:lnTo>
                  <a:lnTo>
                    <a:pt x="46" y="405"/>
                  </a:lnTo>
                  <a:lnTo>
                    <a:pt x="24" y="411"/>
                  </a:lnTo>
                  <a:lnTo>
                    <a:pt x="0" y="413"/>
                  </a:lnTo>
                  <a:lnTo>
                    <a:pt x="0" y="425"/>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8727" name="Freeform 75"/>
            <p:cNvSpPr>
              <a:spLocks/>
            </p:cNvSpPr>
            <p:nvPr/>
          </p:nvSpPr>
          <p:spPr bwMode="auto">
            <a:xfrm>
              <a:off x="1502" y="1836"/>
              <a:ext cx="50" cy="85"/>
            </a:xfrm>
            <a:custGeom>
              <a:avLst/>
              <a:gdLst>
                <a:gd name="T0" fmla="*/ 0 w 246"/>
                <a:gd name="T1" fmla="*/ 0 h 425"/>
                <a:gd name="T2" fmla="*/ 0 w 246"/>
                <a:gd name="T3" fmla="*/ 0 h 425"/>
                <a:gd name="T4" fmla="*/ 0 w 246"/>
                <a:gd name="T5" fmla="*/ 0 h 425"/>
                <a:gd name="T6" fmla="*/ 0 w 246"/>
                <a:gd name="T7" fmla="*/ 1 h 425"/>
                <a:gd name="T8" fmla="*/ 0 w 246"/>
                <a:gd name="T9" fmla="*/ 1 h 425"/>
                <a:gd name="T10" fmla="*/ 0 w 246"/>
                <a:gd name="T11" fmla="*/ 1 h 425"/>
                <a:gd name="T12" fmla="*/ 0 w 246"/>
                <a:gd name="T13" fmla="*/ 2 h 425"/>
                <a:gd name="T14" fmla="*/ 0 w 246"/>
                <a:gd name="T15" fmla="*/ 2 h 425"/>
                <a:gd name="T16" fmla="*/ 0 w 246"/>
                <a:gd name="T17" fmla="*/ 2 h 425"/>
                <a:gd name="T18" fmla="*/ 1 w 246"/>
                <a:gd name="T19" fmla="*/ 2 h 425"/>
                <a:gd name="T20" fmla="*/ 1 w 246"/>
                <a:gd name="T21" fmla="*/ 3 h 425"/>
                <a:gd name="T22" fmla="*/ 1 w 246"/>
                <a:gd name="T23" fmla="*/ 3 h 425"/>
                <a:gd name="T24" fmla="*/ 1 w 246"/>
                <a:gd name="T25" fmla="*/ 3 h 425"/>
                <a:gd name="T26" fmla="*/ 1 w 246"/>
                <a:gd name="T27" fmla="*/ 3 h 425"/>
                <a:gd name="T28" fmla="*/ 1 w 246"/>
                <a:gd name="T29" fmla="*/ 3 h 425"/>
                <a:gd name="T30" fmla="*/ 2 w 246"/>
                <a:gd name="T31" fmla="*/ 3 h 425"/>
                <a:gd name="T32" fmla="*/ 2 w 246"/>
                <a:gd name="T33" fmla="*/ 3 h 425"/>
                <a:gd name="T34" fmla="*/ 2 w 246"/>
                <a:gd name="T35" fmla="*/ 3 h 425"/>
                <a:gd name="T36" fmla="*/ 2 w 246"/>
                <a:gd name="T37" fmla="*/ 3 h 425"/>
                <a:gd name="T38" fmla="*/ 2 w 246"/>
                <a:gd name="T39" fmla="*/ 3 h 425"/>
                <a:gd name="T40" fmla="*/ 2 w 246"/>
                <a:gd name="T41" fmla="*/ 3 h 425"/>
                <a:gd name="T42" fmla="*/ 1 w 246"/>
                <a:gd name="T43" fmla="*/ 3 h 425"/>
                <a:gd name="T44" fmla="*/ 1 w 246"/>
                <a:gd name="T45" fmla="*/ 3 h 425"/>
                <a:gd name="T46" fmla="*/ 1 w 246"/>
                <a:gd name="T47" fmla="*/ 3 h 425"/>
                <a:gd name="T48" fmla="*/ 1 w 246"/>
                <a:gd name="T49" fmla="*/ 3 h 425"/>
                <a:gd name="T50" fmla="*/ 1 w 246"/>
                <a:gd name="T51" fmla="*/ 3 h 425"/>
                <a:gd name="T52" fmla="*/ 1 w 246"/>
                <a:gd name="T53" fmla="*/ 2 h 425"/>
                <a:gd name="T54" fmla="*/ 1 w 246"/>
                <a:gd name="T55" fmla="*/ 2 h 425"/>
                <a:gd name="T56" fmla="*/ 0 w 246"/>
                <a:gd name="T57" fmla="*/ 2 h 425"/>
                <a:gd name="T58" fmla="*/ 0 w 246"/>
                <a:gd name="T59" fmla="*/ 2 h 425"/>
                <a:gd name="T60" fmla="*/ 0 w 246"/>
                <a:gd name="T61" fmla="*/ 1 h 425"/>
                <a:gd name="T62" fmla="*/ 0 w 246"/>
                <a:gd name="T63" fmla="*/ 1 h 425"/>
                <a:gd name="T64" fmla="*/ 0 w 246"/>
                <a:gd name="T65" fmla="*/ 1 h 425"/>
                <a:gd name="T66" fmla="*/ 0 w 246"/>
                <a:gd name="T67" fmla="*/ 0 h 425"/>
                <a:gd name="T68" fmla="*/ 0 w 246"/>
                <a:gd name="T69" fmla="*/ 0 h 425"/>
                <a:gd name="T70" fmla="*/ 0 w 246"/>
                <a:gd name="T71" fmla="*/ 0 h 425"/>
                <a:gd name="T72" fmla="*/ 0 w 246"/>
                <a:gd name="T73" fmla="*/ 0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5"/>
                <a:gd name="T113" fmla="*/ 246 w 246"/>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5">
                  <a:moveTo>
                    <a:pt x="0" y="0"/>
                  </a:moveTo>
                  <a:lnTo>
                    <a:pt x="0" y="0"/>
                  </a:lnTo>
                  <a:lnTo>
                    <a:pt x="2" y="43"/>
                  </a:lnTo>
                  <a:lnTo>
                    <a:pt x="5" y="86"/>
                  </a:lnTo>
                  <a:lnTo>
                    <a:pt x="11" y="126"/>
                  </a:lnTo>
                  <a:lnTo>
                    <a:pt x="19" y="163"/>
                  </a:lnTo>
                  <a:lnTo>
                    <a:pt x="30" y="202"/>
                  </a:lnTo>
                  <a:lnTo>
                    <a:pt x="41" y="236"/>
                  </a:lnTo>
                  <a:lnTo>
                    <a:pt x="55" y="269"/>
                  </a:lnTo>
                  <a:lnTo>
                    <a:pt x="73" y="299"/>
                  </a:lnTo>
                  <a:lnTo>
                    <a:pt x="89" y="326"/>
                  </a:lnTo>
                  <a:lnTo>
                    <a:pt x="108" y="351"/>
                  </a:lnTo>
                  <a:lnTo>
                    <a:pt x="128" y="373"/>
                  </a:lnTo>
                  <a:lnTo>
                    <a:pt x="150" y="391"/>
                  </a:lnTo>
                  <a:lnTo>
                    <a:pt x="171" y="406"/>
                  </a:lnTo>
                  <a:lnTo>
                    <a:pt x="196" y="417"/>
                  </a:lnTo>
                  <a:lnTo>
                    <a:pt x="221" y="422"/>
                  </a:lnTo>
                  <a:lnTo>
                    <a:pt x="246" y="425"/>
                  </a:lnTo>
                  <a:lnTo>
                    <a:pt x="246" y="413"/>
                  </a:lnTo>
                  <a:lnTo>
                    <a:pt x="223" y="411"/>
                  </a:lnTo>
                  <a:lnTo>
                    <a:pt x="201" y="405"/>
                  </a:lnTo>
                  <a:lnTo>
                    <a:pt x="178" y="394"/>
                  </a:lnTo>
                  <a:lnTo>
                    <a:pt x="157" y="381"/>
                  </a:lnTo>
                  <a:lnTo>
                    <a:pt x="137" y="364"/>
                  </a:lnTo>
                  <a:lnTo>
                    <a:pt x="117" y="344"/>
                  </a:lnTo>
                  <a:lnTo>
                    <a:pt x="99" y="319"/>
                  </a:lnTo>
                  <a:lnTo>
                    <a:pt x="82" y="292"/>
                  </a:lnTo>
                  <a:lnTo>
                    <a:pt x="67" y="264"/>
                  </a:lnTo>
                  <a:lnTo>
                    <a:pt x="53" y="231"/>
                  </a:lnTo>
                  <a:lnTo>
                    <a:pt x="41" y="197"/>
                  </a:lnTo>
                  <a:lnTo>
                    <a:pt x="31" y="161"/>
                  </a:lnTo>
                  <a:lnTo>
                    <a:pt x="23" y="123"/>
                  </a:lnTo>
                  <a:lnTo>
                    <a:pt x="17" y="84"/>
                  </a:lnTo>
                  <a:lnTo>
                    <a:pt x="13" y="4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8728" name="Freeform 76"/>
            <p:cNvSpPr>
              <a:spLocks/>
            </p:cNvSpPr>
            <p:nvPr/>
          </p:nvSpPr>
          <p:spPr bwMode="auto">
            <a:xfrm>
              <a:off x="1502" y="1751"/>
              <a:ext cx="50" cy="85"/>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2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1" y="2"/>
                  </a:lnTo>
                  <a:lnTo>
                    <a:pt x="196" y="8"/>
                  </a:lnTo>
                  <a:lnTo>
                    <a:pt x="171" y="19"/>
                  </a:lnTo>
                  <a:lnTo>
                    <a:pt x="150" y="34"/>
                  </a:lnTo>
                  <a:lnTo>
                    <a:pt x="128" y="52"/>
                  </a:lnTo>
                  <a:lnTo>
                    <a:pt x="108" y="74"/>
                  </a:lnTo>
                  <a:lnTo>
                    <a:pt x="89" y="98"/>
                  </a:lnTo>
                  <a:lnTo>
                    <a:pt x="73" y="125"/>
                  </a:lnTo>
                  <a:lnTo>
                    <a:pt x="55" y="156"/>
                  </a:lnTo>
                  <a:lnTo>
                    <a:pt x="41" y="189"/>
                  </a:lnTo>
                  <a:lnTo>
                    <a:pt x="30" y="223"/>
                  </a:lnTo>
                  <a:lnTo>
                    <a:pt x="19" y="261"/>
                  </a:lnTo>
                  <a:lnTo>
                    <a:pt x="11" y="299"/>
                  </a:lnTo>
                  <a:lnTo>
                    <a:pt x="5" y="339"/>
                  </a:lnTo>
                  <a:lnTo>
                    <a:pt x="2" y="382"/>
                  </a:lnTo>
                  <a:lnTo>
                    <a:pt x="0" y="424"/>
                  </a:lnTo>
                  <a:lnTo>
                    <a:pt x="12" y="424"/>
                  </a:lnTo>
                  <a:lnTo>
                    <a:pt x="13" y="382"/>
                  </a:lnTo>
                  <a:lnTo>
                    <a:pt x="17" y="341"/>
                  </a:lnTo>
                  <a:lnTo>
                    <a:pt x="23" y="301"/>
                  </a:lnTo>
                  <a:lnTo>
                    <a:pt x="31" y="264"/>
                  </a:lnTo>
                  <a:lnTo>
                    <a:pt x="41" y="227"/>
                  </a:lnTo>
                  <a:lnTo>
                    <a:pt x="53" y="193"/>
                  </a:lnTo>
                  <a:lnTo>
                    <a:pt x="67" y="161"/>
                  </a:lnTo>
                  <a:lnTo>
                    <a:pt x="82" y="132"/>
                  </a:lnTo>
                  <a:lnTo>
                    <a:pt x="99" y="105"/>
                  </a:lnTo>
                  <a:lnTo>
                    <a:pt x="117" y="81"/>
                  </a:lnTo>
                  <a:lnTo>
                    <a:pt x="137" y="61"/>
                  </a:lnTo>
                  <a:lnTo>
                    <a:pt x="157" y="43"/>
                  </a:lnTo>
                  <a:lnTo>
                    <a:pt x="178" y="30"/>
                  </a:lnTo>
                  <a:lnTo>
                    <a:pt x="201" y="20"/>
                  </a:lnTo>
                  <a:lnTo>
                    <a:pt x="223" y="14"/>
                  </a:lnTo>
                  <a:lnTo>
                    <a:pt x="246" y="12"/>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8729" name="Freeform 77"/>
            <p:cNvSpPr>
              <a:spLocks/>
            </p:cNvSpPr>
            <p:nvPr/>
          </p:nvSpPr>
          <p:spPr bwMode="auto">
            <a:xfrm>
              <a:off x="1565" y="2016"/>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0" y="339"/>
                  </a:lnTo>
                  <a:lnTo>
                    <a:pt x="234" y="299"/>
                  </a:lnTo>
                  <a:lnTo>
                    <a:pt x="226" y="261"/>
                  </a:lnTo>
                  <a:lnTo>
                    <a:pt x="216" y="223"/>
                  </a:lnTo>
                  <a:lnTo>
                    <a:pt x="204" y="189"/>
                  </a:lnTo>
                  <a:lnTo>
                    <a:pt x="190" y="156"/>
                  </a:lnTo>
                  <a:lnTo>
                    <a:pt x="174" y="125"/>
                  </a:lnTo>
                  <a:lnTo>
                    <a:pt x="156" y="98"/>
                  </a:lnTo>
                  <a:lnTo>
                    <a:pt x="138" y="74"/>
                  </a:lnTo>
                  <a:lnTo>
                    <a:pt x="118" y="51"/>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9" y="81"/>
                  </a:lnTo>
                  <a:lnTo>
                    <a:pt x="147" y="105"/>
                  </a:lnTo>
                  <a:lnTo>
                    <a:pt x="164" y="132"/>
                  </a:lnTo>
                  <a:lnTo>
                    <a:pt x="178" y="160"/>
                  </a:lnTo>
                  <a:lnTo>
                    <a:pt x="192" y="193"/>
                  </a:lnTo>
                  <a:lnTo>
                    <a:pt x="204" y="227"/>
                  </a:lnTo>
                  <a:lnTo>
                    <a:pt x="215" y="264"/>
                  </a:lnTo>
                  <a:lnTo>
                    <a:pt x="223" y="301"/>
                  </a:lnTo>
                  <a:lnTo>
                    <a:pt x="229"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8730" name="Freeform 78"/>
            <p:cNvSpPr>
              <a:spLocks/>
            </p:cNvSpPr>
            <p:nvPr/>
          </p:nvSpPr>
          <p:spPr bwMode="auto">
            <a:xfrm>
              <a:off x="1565" y="2101"/>
              <a:ext cx="49" cy="85"/>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6" y="423"/>
                  </a:lnTo>
                  <a:lnTo>
                    <a:pt x="51" y="418"/>
                  </a:lnTo>
                  <a:lnTo>
                    <a:pt x="74" y="407"/>
                  </a:lnTo>
                  <a:lnTo>
                    <a:pt x="96" y="392"/>
                  </a:lnTo>
                  <a:lnTo>
                    <a:pt x="118" y="373"/>
                  </a:lnTo>
                  <a:lnTo>
                    <a:pt x="138" y="351"/>
                  </a:lnTo>
                  <a:lnTo>
                    <a:pt x="156" y="327"/>
                  </a:lnTo>
                  <a:lnTo>
                    <a:pt x="175" y="299"/>
                  </a:lnTo>
                  <a:lnTo>
                    <a:pt x="190" y="269"/>
                  </a:lnTo>
                  <a:lnTo>
                    <a:pt x="204" y="236"/>
                  </a:lnTo>
                  <a:lnTo>
                    <a:pt x="216" y="202"/>
                  </a:lnTo>
                  <a:lnTo>
                    <a:pt x="226" y="164"/>
                  </a:lnTo>
                  <a:lnTo>
                    <a:pt x="234" y="126"/>
                  </a:lnTo>
                  <a:lnTo>
                    <a:pt x="240" y="86"/>
                  </a:lnTo>
                  <a:lnTo>
                    <a:pt x="244" y="42"/>
                  </a:lnTo>
                  <a:lnTo>
                    <a:pt x="245" y="0"/>
                  </a:lnTo>
                  <a:lnTo>
                    <a:pt x="233" y="0"/>
                  </a:lnTo>
                  <a:lnTo>
                    <a:pt x="232" y="42"/>
                  </a:lnTo>
                  <a:lnTo>
                    <a:pt x="229" y="83"/>
                  </a:lnTo>
                  <a:lnTo>
                    <a:pt x="223" y="123"/>
                  </a:lnTo>
                  <a:lnTo>
                    <a:pt x="215" y="162"/>
                  </a:lnTo>
                  <a:lnTo>
                    <a:pt x="204" y="197"/>
                  </a:lnTo>
                  <a:lnTo>
                    <a:pt x="192" y="231"/>
                  </a:lnTo>
                  <a:lnTo>
                    <a:pt x="178" y="264"/>
                  </a:lnTo>
                  <a:lnTo>
                    <a:pt x="163" y="292"/>
                  </a:lnTo>
                  <a:lnTo>
                    <a:pt x="147" y="320"/>
                  </a:lnTo>
                  <a:lnTo>
                    <a:pt x="129" y="344"/>
                  </a:lnTo>
                  <a:lnTo>
                    <a:pt x="109" y="364"/>
                  </a:lnTo>
                  <a:lnTo>
                    <a:pt x="89" y="382"/>
                  </a:lnTo>
                  <a:lnTo>
                    <a:pt x="67" y="395"/>
                  </a:lnTo>
                  <a:lnTo>
                    <a:pt x="46" y="406"/>
                  </a:lnTo>
                  <a:lnTo>
                    <a:pt x="24"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8731" name="Freeform 79"/>
            <p:cNvSpPr>
              <a:spLocks/>
            </p:cNvSpPr>
            <p:nvPr/>
          </p:nvSpPr>
          <p:spPr bwMode="auto">
            <a:xfrm>
              <a:off x="1516" y="2101"/>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5" y="86"/>
                  </a:lnTo>
                  <a:lnTo>
                    <a:pt x="11" y="126"/>
                  </a:lnTo>
                  <a:lnTo>
                    <a:pt x="19" y="164"/>
                  </a:lnTo>
                  <a:lnTo>
                    <a:pt x="30" y="202"/>
                  </a:lnTo>
                  <a:lnTo>
                    <a:pt x="41" y="236"/>
                  </a:lnTo>
                  <a:lnTo>
                    <a:pt x="55" y="269"/>
                  </a:lnTo>
                  <a:lnTo>
                    <a:pt x="71" y="299"/>
                  </a:lnTo>
                  <a:lnTo>
                    <a:pt x="89" y="327"/>
                  </a:lnTo>
                  <a:lnTo>
                    <a:pt x="107" y="351"/>
                  </a:lnTo>
                  <a:lnTo>
                    <a:pt x="127" y="373"/>
                  </a:lnTo>
                  <a:lnTo>
                    <a:pt x="149" y="392"/>
                  </a:lnTo>
                  <a:lnTo>
                    <a:pt x="171" y="407"/>
                  </a:lnTo>
                  <a:lnTo>
                    <a:pt x="195" y="418"/>
                  </a:lnTo>
                  <a:lnTo>
                    <a:pt x="219" y="423"/>
                  </a:lnTo>
                  <a:lnTo>
                    <a:pt x="245" y="426"/>
                  </a:lnTo>
                  <a:lnTo>
                    <a:pt x="245" y="414"/>
                  </a:lnTo>
                  <a:lnTo>
                    <a:pt x="222" y="412"/>
                  </a:lnTo>
                  <a:lnTo>
                    <a:pt x="199" y="406"/>
                  </a:lnTo>
                  <a:lnTo>
                    <a:pt x="178" y="395"/>
                  </a:lnTo>
                  <a:lnTo>
                    <a:pt x="156" y="382"/>
                  </a:lnTo>
                  <a:lnTo>
                    <a:pt x="136" y="364"/>
                  </a:lnTo>
                  <a:lnTo>
                    <a:pt x="116" y="344"/>
                  </a:lnTo>
                  <a:lnTo>
                    <a:pt x="99" y="320"/>
                  </a:lnTo>
                  <a:lnTo>
                    <a:pt x="82" y="292"/>
                  </a:lnTo>
                  <a:lnTo>
                    <a:pt x="67" y="264"/>
                  </a:lnTo>
                  <a:lnTo>
                    <a:pt x="53" y="231"/>
                  </a:lnTo>
                  <a:lnTo>
                    <a:pt x="41" y="197"/>
                  </a:lnTo>
                  <a:lnTo>
                    <a:pt x="31" y="162"/>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8732" name="Freeform 80"/>
            <p:cNvSpPr>
              <a:spLocks/>
            </p:cNvSpPr>
            <p:nvPr/>
          </p:nvSpPr>
          <p:spPr bwMode="auto">
            <a:xfrm>
              <a:off x="1516" y="2016"/>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5" y="8"/>
                  </a:lnTo>
                  <a:lnTo>
                    <a:pt x="171" y="19"/>
                  </a:lnTo>
                  <a:lnTo>
                    <a:pt x="149" y="34"/>
                  </a:lnTo>
                  <a:lnTo>
                    <a:pt x="127" y="51"/>
                  </a:lnTo>
                  <a:lnTo>
                    <a:pt x="107" y="74"/>
                  </a:lnTo>
                  <a:lnTo>
                    <a:pt x="89" y="98"/>
                  </a:lnTo>
                  <a:lnTo>
                    <a:pt x="72" y="125"/>
                  </a:lnTo>
                  <a:lnTo>
                    <a:pt x="55" y="156"/>
                  </a:lnTo>
                  <a:lnTo>
                    <a:pt x="41" y="189"/>
                  </a:lnTo>
                  <a:lnTo>
                    <a:pt x="30" y="223"/>
                  </a:lnTo>
                  <a:lnTo>
                    <a:pt x="19" y="261"/>
                  </a:lnTo>
                  <a:lnTo>
                    <a:pt x="11" y="299"/>
                  </a:lnTo>
                  <a:lnTo>
                    <a:pt x="5" y="339"/>
                  </a:lnTo>
                  <a:lnTo>
                    <a:pt x="1" y="382"/>
                  </a:lnTo>
                  <a:lnTo>
                    <a:pt x="0" y="424"/>
                  </a:lnTo>
                  <a:lnTo>
                    <a:pt x="12" y="424"/>
                  </a:lnTo>
                  <a:lnTo>
                    <a:pt x="13" y="382"/>
                  </a:lnTo>
                  <a:lnTo>
                    <a:pt x="17" y="341"/>
                  </a:lnTo>
                  <a:lnTo>
                    <a:pt x="23" y="301"/>
                  </a:lnTo>
                  <a:lnTo>
                    <a:pt x="31" y="264"/>
                  </a:lnTo>
                  <a:lnTo>
                    <a:pt x="41" y="227"/>
                  </a:lnTo>
                  <a:lnTo>
                    <a:pt x="53" y="193"/>
                  </a:lnTo>
                  <a:lnTo>
                    <a:pt x="67" y="160"/>
                  </a:lnTo>
                  <a:lnTo>
                    <a:pt x="81" y="132"/>
                  </a:lnTo>
                  <a:lnTo>
                    <a:pt x="99" y="105"/>
                  </a:lnTo>
                  <a:lnTo>
                    <a:pt x="116" y="81"/>
                  </a:lnTo>
                  <a:lnTo>
                    <a:pt x="136" y="61"/>
                  </a:lnTo>
                  <a:lnTo>
                    <a:pt x="156" y="43"/>
                  </a:lnTo>
                  <a:lnTo>
                    <a:pt x="178" y="30"/>
                  </a:lnTo>
                  <a:lnTo>
                    <a:pt x="199" y="20"/>
                  </a:lnTo>
                  <a:lnTo>
                    <a:pt x="222"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grpSp>
        <p:nvGrpSpPr>
          <p:cNvPr id="198666" name="Group 81"/>
          <p:cNvGrpSpPr>
            <a:grpSpLocks/>
          </p:cNvGrpSpPr>
          <p:nvPr/>
        </p:nvGrpSpPr>
        <p:grpSpPr bwMode="auto">
          <a:xfrm rot="-223274">
            <a:off x="1517650" y="2805113"/>
            <a:ext cx="744538" cy="733425"/>
            <a:chOff x="2757" y="1666"/>
            <a:chExt cx="812" cy="800"/>
          </a:xfrm>
        </p:grpSpPr>
        <p:sp>
          <p:nvSpPr>
            <p:cNvPr id="198676" name="Freeform 82"/>
            <p:cNvSpPr>
              <a:spLocks/>
            </p:cNvSpPr>
            <p:nvPr/>
          </p:nvSpPr>
          <p:spPr bwMode="auto">
            <a:xfrm>
              <a:off x="2762" y="1667"/>
              <a:ext cx="807" cy="584"/>
            </a:xfrm>
            <a:custGeom>
              <a:avLst/>
              <a:gdLst>
                <a:gd name="T0" fmla="*/ 497 w 807"/>
                <a:gd name="T1" fmla="*/ 583 h 584"/>
                <a:gd name="T2" fmla="*/ 0 w 807"/>
                <a:gd name="T3" fmla="*/ 452 h 584"/>
                <a:gd name="T4" fmla="*/ 337 w 807"/>
                <a:gd name="T5" fmla="*/ 0 h 584"/>
                <a:gd name="T6" fmla="*/ 806 w 807"/>
                <a:gd name="T7" fmla="*/ 98 h 584"/>
                <a:gd name="T8" fmla="*/ 497 w 807"/>
                <a:gd name="T9" fmla="*/ 583 h 584"/>
                <a:gd name="T10" fmla="*/ 0 60000 65536"/>
                <a:gd name="T11" fmla="*/ 0 60000 65536"/>
                <a:gd name="T12" fmla="*/ 0 60000 65536"/>
                <a:gd name="T13" fmla="*/ 0 60000 65536"/>
                <a:gd name="T14" fmla="*/ 0 60000 65536"/>
                <a:gd name="T15" fmla="*/ 0 w 807"/>
                <a:gd name="T16" fmla="*/ 0 h 584"/>
                <a:gd name="T17" fmla="*/ 807 w 807"/>
                <a:gd name="T18" fmla="*/ 584 h 584"/>
              </a:gdLst>
              <a:ahLst/>
              <a:cxnLst>
                <a:cxn ang="T10">
                  <a:pos x="T0" y="T1"/>
                </a:cxn>
                <a:cxn ang="T11">
                  <a:pos x="T2" y="T3"/>
                </a:cxn>
                <a:cxn ang="T12">
                  <a:pos x="T4" y="T5"/>
                </a:cxn>
                <a:cxn ang="T13">
                  <a:pos x="T6" y="T7"/>
                </a:cxn>
                <a:cxn ang="T14">
                  <a:pos x="T8" y="T9"/>
                </a:cxn>
              </a:cxnLst>
              <a:rect l="T15" t="T16" r="T17" b="T18"/>
              <a:pathLst>
                <a:path w="807" h="584">
                  <a:moveTo>
                    <a:pt x="497" y="583"/>
                  </a:moveTo>
                  <a:lnTo>
                    <a:pt x="0" y="452"/>
                  </a:lnTo>
                  <a:lnTo>
                    <a:pt x="337" y="0"/>
                  </a:lnTo>
                  <a:lnTo>
                    <a:pt x="806" y="98"/>
                  </a:lnTo>
                  <a:lnTo>
                    <a:pt x="497" y="583"/>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198677" name="Freeform 83"/>
            <p:cNvSpPr>
              <a:spLocks/>
            </p:cNvSpPr>
            <p:nvPr/>
          </p:nvSpPr>
          <p:spPr bwMode="auto">
            <a:xfrm>
              <a:off x="2882" y="1861"/>
              <a:ext cx="578" cy="384"/>
            </a:xfrm>
            <a:custGeom>
              <a:avLst/>
              <a:gdLst>
                <a:gd name="T0" fmla="*/ 377 w 578"/>
                <a:gd name="T1" fmla="*/ 383 h 384"/>
                <a:gd name="T2" fmla="*/ 0 w 578"/>
                <a:gd name="T3" fmla="*/ 291 h 384"/>
                <a:gd name="T4" fmla="*/ 217 w 578"/>
                <a:gd name="T5" fmla="*/ 0 h 384"/>
                <a:gd name="T6" fmla="*/ 577 w 578"/>
                <a:gd name="T7" fmla="*/ 74 h 384"/>
                <a:gd name="T8" fmla="*/ 377 w 578"/>
                <a:gd name="T9" fmla="*/ 383 h 384"/>
                <a:gd name="T10" fmla="*/ 0 60000 65536"/>
                <a:gd name="T11" fmla="*/ 0 60000 65536"/>
                <a:gd name="T12" fmla="*/ 0 60000 65536"/>
                <a:gd name="T13" fmla="*/ 0 60000 65536"/>
                <a:gd name="T14" fmla="*/ 0 60000 65536"/>
                <a:gd name="T15" fmla="*/ 0 w 578"/>
                <a:gd name="T16" fmla="*/ 0 h 384"/>
                <a:gd name="T17" fmla="*/ 578 w 578"/>
                <a:gd name="T18" fmla="*/ 384 h 384"/>
              </a:gdLst>
              <a:ahLst/>
              <a:cxnLst>
                <a:cxn ang="T10">
                  <a:pos x="T0" y="T1"/>
                </a:cxn>
                <a:cxn ang="T11">
                  <a:pos x="T2" y="T3"/>
                </a:cxn>
                <a:cxn ang="T12">
                  <a:pos x="T4" y="T5"/>
                </a:cxn>
                <a:cxn ang="T13">
                  <a:pos x="T6" y="T7"/>
                </a:cxn>
                <a:cxn ang="T14">
                  <a:pos x="T8" y="T9"/>
                </a:cxn>
              </a:cxnLst>
              <a:rect l="T15" t="T16" r="T17" b="T18"/>
              <a:pathLst>
                <a:path w="578" h="384">
                  <a:moveTo>
                    <a:pt x="377" y="383"/>
                  </a:moveTo>
                  <a:lnTo>
                    <a:pt x="0" y="291"/>
                  </a:lnTo>
                  <a:lnTo>
                    <a:pt x="217" y="0"/>
                  </a:lnTo>
                  <a:lnTo>
                    <a:pt x="577" y="74"/>
                  </a:lnTo>
                  <a:lnTo>
                    <a:pt x="377" y="383"/>
                  </a:lnTo>
                </a:path>
              </a:pathLst>
            </a:custGeom>
            <a:solidFill>
              <a:srgbClr val="E22B00"/>
            </a:solidFill>
            <a:ln>
              <a:noFill/>
            </a:ln>
            <a:extLst>
              <a:ext uri="{91240B29-F687-4F45-9708-019B960494DF}">
                <a14:hiddenLine xmlns:a14="http://schemas.microsoft.com/office/drawing/2010/main" w="12700" cap="rnd" cmpd="sng">
                  <a:solidFill>
                    <a:srgbClr val="000000"/>
                  </a:solidFill>
                  <a:prstDash val="solid"/>
                  <a:round/>
                  <a:headEnd type="none" w="med" len="med"/>
                  <a:tailEnd type="none" w="med" len="med"/>
                </a14:hiddenLine>
              </a:ext>
            </a:extLst>
          </p:spPr>
          <p:txBody>
            <a:bodyPr/>
            <a:lstStyle/>
            <a:p>
              <a:endParaRPr lang="fr-FR"/>
            </a:p>
          </p:txBody>
        </p:sp>
        <p:sp>
          <p:nvSpPr>
            <p:cNvPr id="198678" name="Line 84"/>
            <p:cNvSpPr>
              <a:spLocks noChangeShapeType="1"/>
            </p:cNvSpPr>
            <p:nvPr/>
          </p:nvSpPr>
          <p:spPr bwMode="auto">
            <a:xfrm>
              <a:off x="3102" y="1862"/>
              <a:ext cx="352" cy="7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fr-FR"/>
            </a:p>
          </p:txBody>
        </p:sp>
        <p:sp>
          <p:nvSpPr>
            <p:cNvPr id="198679" name="Freeform 85"/>
            <p:cNvSpPr>
              <a:spLocks/>
            </p:cNvSpPr>
            <p:nvPr/>
          </p:nvSpPr>
          <p:spPr bwMode="auto">
            <a:xfrm>
              <a:off x="2762" y="1666"/>
              <a:ext cx="337" cy="485"/>
            </a:xfrm>
            <a:custGeom>
              <a:avLst/>
              <a:gdLst>
                <a:gd name="T0" fmla="*/ 336 w 337"/>
                <a:gd name="T1" fmla="*/ 194 h 485"/>
                <a:gd name="T2" fmla="*/ 118 w 337"/>
                <a:gd name="T3" fmla="*/ 484 h 485"/>
                <a:gd name="T4" fmla="*/ 0 w 337"/>
                <a:gd name="T5" fmla="*/ 452 h 485"/>
                <a:gd name="T6" fmla="*/ 336 w 337"/>
                <a:gd name="T7" fmla="*/ 0 h 485"/>
                <a:gd name="T8" fmla="*/ 336 w 337"/>
                <a:gd name="T9" fmla="*/ 152 h 485"/>
                <a:gd name="T10" fmla="*/ 336 w 337"/>
                <a:gd name="T11" fmla="*/ 194 h 485"/>
                <a:gd name="T12" fmla="*/ 0 60000 65536"/>
                <a:gd name="T13" fmla="*/ 0 60000 65536"/>
                <a:gd name="T14" fmla="*/ 0 60000 65536"/>
                <a:gd name="T15" fmla="*/ 0 60000 65536"/>
                <a:gd name="T16" fmla="*/ 0 60000 65536"/>
                <a:gd name="T17" fmla="*/ 0 60000 65536"/>
                <a:gd name="T18" fmla="*/ 0 w 337"/>
                <a:gd name="T19" fmla="*/ 0 h 485"/>
                <a:gd name="T20" fmla="*/ 337 w 337"/>
                <a:gd name="T21" fmla="*/ 485 h 485"/>
              </a:gdLst>
              <a:ahLst/>
              <a:cxnLst>
                <a:cxn ang="T12">
                  <a:pos x="T0" y="T1"/>
                </a:cxn>
                <a:cxn ang="T13">
                  <a:pos x="T2" y="T3"/>
                </a:cxn>
                <a:cxn ang="T14">
                  <a:pos x="T4" y="T5"/>
                </a:cxn>
                <a:cxn ang="T15">
                  <a:pos x="T6" y="T7"/>
                </a:cxn>
                <a:cxn ang="T16">
                  <a:pos x="T8" y="T9"/>
                </a:cxn>
                <a:cxn ang="T17">
                  <a:pos x="T10" y="T11"/>
                </a:cxn>
              </a:cxnLst>
              <a:rect l="T18" t="T19" r="T20" b="T21"/>
              <a:pathLst>
                <a:path w="337" h="485">
                  <a:moveTo>
                    <a:pt x="336" y="194"/>
                  </a:moveTo>
                  <a:lnTo>
                    <a:pt x="118" y="484"/>
                  </a:lnTo>
                  <a:lnTo>
                    <a:pt x="0" y="452"/>
                  </a:lnTo>
                  <a:lnTo>
                    <a:pt x="336" y="0"/>
                  </a:lnTo>
                  <a:lnTo>
                    <a:pt x="336" y="152"/>
                  </a:lnTo>
                  <a:lnTo>
                    <a:pt x="336" y="194"/>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198680" name="Freeform 86"/>
            <p:cNvSpPr>
              <a:spLocks/>
            </p:cNvSpPr>
            <p:nvPr/>
          </p:nvSpPr>
          <p:spPr bwMode="auto">
            <a:xfrm>
              <a:off x="2757" y="2124"/>
              <a:ext cx="509" cy="339"/>
            </a:xfrm>
            <a:custGeom>
              <a:avLst/>
              <a:gdLst>
                <a:gd name="T0" fmla="*/ 0 w 506"/>
                <a:gd name="T1" fmla="*/ 0 h 345"/>
                <a:gd name="T2" fmla="*/ 1 w 506"/>
                <a:gd name="T3" fmla="*/ 198 h 345"/>
                <a:gd name="T4" fmla="*/ 514 w 506"/>
                <a:gd name="T5" fmla="*/ 326 h 345"/>
                <a:gd name="T6" fmla="*/ 513 w 506"/>
                <a:gd name="T7" fmla="*/ 124 h 345"/>
                <a:gd name="T8" fmla="*/ 0 60000 65536"/>
                <a:gd name="T9" fmla="*/ 0 60000 65536"/>
                <a:gd name="T10" fmla="*/ 0 60000 65536"/>
                <a:gd name="T11" fmla="*/ 0 60000 65536"/>
                <a:gd name="T12" fmla="*/ 0 w 506"/>
                <a:gd name="T13" fmla="*/ 0 h 345"/>
                <a:gd name="T14" fmla="*/ 506 w 506"/>
                <a:gd name="T15" fmla="*/ 345 h 345"/>
              </a:gdLst>
              <a:ahLst/>
              <a:cxnLst>
                <a:cxn ang="T8">
                  <a:pos x="T0" y="T1"/>
                </a:cxn>
                <a:cxn ang="T9">
                  <a:pos x="T2" y="T3"/>
                </a:cxn>
                <a:cxn ang="T10">
                  <a:pos x="T4" y="T5"/>
                </a:cxn>
                <a:cxn ang="T11">
                  <a:pos x="T6" y="T7"/>
                </a:cxn>
              </a:cxnLst>
              <a:rect l="T12" t="T13" r="T14" b="T15"/>
              <a:pathLst>
                <a:path w="506" h="345">
                  <a:moveTo>
                    <a:pt x="0" y="0"/>
                  </a:moveTo>
                  <a:lnTo>
                    <a:pt x="1" y="209"/>
                  </a:lnTo>
                  <a:lnTo>
                    <a:pt x="505" y="344"/>
                  </a:lnTo>
                  <a:lnTo>
                    <a:pt x="504" y="130"/>
                  </a:lnTo>
                </a:path>
              </a:pathLst>
            </a:custGeom>
            <a:solidFill>
              <a:srgbClr val="FC2C1C"/>
            </a:solidFill>
            <a:ln w="12700" cap="rnd" cmpd="sng">
              <a:solidFill>
                <a:schemeClr val="bg2"/>
              </a:solidFill>
              <a:prstDash val="solid"/>
              <a:round/>
              <a:headEnd type="none" w="med" len="med"/>
              <a:tailEnd type="none" w="med" len="med"/>
            </a:ln>
          </p:spPr>
          <p:txBody>
            <a:bodyPr/>
            <a:lstStyle/>
            <a:p>
              <a:endParaRPr lang="fr-FR"/>
            </a:p>
          </p:txBody>
        </p:sp>
        <p:sp>
          <p:nvSpPr>
            <p:cNvPr id="198681" name="AutoShape 87"/>
            <p:cNvSpPr>
              <a:spLocks noChangeArrowheads="1"/>
            </p:cNvSpPr>
            <p:nvPr/>
          </p:nvSpPr>
          <p:spPr bwMode="auto">
            <a:xfrm rot="16200000" flipH="1">
              <a:off x="3067" y="1967"/>
              <a:ext cx="693" cy="306"/>
            </a:xfrm>
            <a:prstGeom prst="parallelogram">
              <a:avLst>
                <a:gd name="adj" fmla="val 156202"/>
              </a:avLst>
            </a:prstGeom>
            <a:solidFill>
              <a:srgbClr val="FC2C1C"/>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sp>
        <p:nvSpPr>
          <p:cNvPr id="198667" name="Text Box 88"/>
          <p:cNvSpPr txBox="1">
            <a:spLocks noChangeArrowheads="1"/>
          </p:cNvSpPr>
          <p:nvPr/>
        </p:nvSpPr>
        <p:spPr bwMode="auto">
          <a:xfrm>
            <a:off x="604838" y="5364163"/>
            <a:ext cx="6543675" cy="4429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eaLnBrk="1" hangingPunct="1">
              <a:spcBef>
                <a:spcPct val="0"/>
              </a:spcBef>
              <a:buFontTx/>
              <a:buNone/>
            </a:pPr>
            <a:r>
              <a:rPr lang="fr-FR" altLang="fr-FR" sz="2300"/>
              <a:t>4. Pointez la production sur votre feuille de suivi</a:t>
            </a:r>
          </a:p>
        </p:txBody>
      </p:sp>
      <p:sp>
        <p:nvSpPr>
          <p:cNvPr id="198668" name="Text Box 89"/>
          <p:cNvSpPr txBox="1">
            <a:spLocks noChangeArrowheads="1"/>
          </p:cNvSpPr>
          <p:nvPr/>
        </p:nvSpPr>
        <p:spPr bwMode="auto">
          <a:xfrm>
            <a:off x="3392488" y="3594100"/>
            <a:ext cx="828675"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a:spcBef>
                <a:spcPct val="0"/>
              </a:spcBef>
              <a:buFontTx/>
              <a:buNone/>
            </a:pPr>
            <a:r>
              <a:rPr lang="fr-FR" altLang="fr-FR" sz="2400">
                <a:solidFill>
                  <a:srgbClr val="FC2C1C"/>
                </a:solidFill>
              </a:rPr>
              <a:t>1 R5</a:t>
            </a:r>
          </a:p>
        </p:txBody>
      </p:sp>
      <p:grpSp>
        <p:nvGrpSpPr>
          <p:cNvPr id="198669" name="Group 90"/>
          <p:cNvGrpSpPr>
            <a:grpSpLocks/>
          </p:cNvGrpSpPr>
          <p:nvPr/>
        </p:nvGrpSpPr>
        <p:grpSpPr bwMode="auto">
          <a:xfrm rot="-223274">
            <a:off x="3506788" y="2795588"/>
            <a:ext cx="744537" cy="733425"/>
            <a:chOff x="2757" y="1666"/>
            <a:chExt cx="812" cy="800"/>
          </a:xfrm>
        </p:grpSpPr>
        <p:sp>
          <p:nvSpPr>
            <p:cNvPr id="198670" name="Freeform 91"/>
            <p:cNvSpPr>
              <a:spLocks/>
            </p:cNvSpPr>
            <p:nvPr/>
          </p:nvSpPr>
          <p:spPr bwMode="auto">
            <a:xfrm>
              <a:off x="2762" y="1667"/>
              <a:ext cx="807" cy="584"/>
            </a:xfrm>
            <a:custGeom>
              <a:avLst/>
              <a:gdLst>
                <a:gd name="T0" fmla="*/ 497 w 807"/>
                <a:gd name="T1" fmla="*/ 583 h 584"/>
                <a:gd name="T2" fmla="*/ 0 w 807"/>
                <a:gd name="T3" fmla="*/ 452 h 584"/>
                <a:gd name="T4" fmla="*/ 337 w 807"/>
                <a:gd name="T5" fmla="*/ 0 h 584"/>
                <a:gd name="T6" fmla="*/ 806 w 807"/>
                <a:gd name="T7" fmla="*/ 98 h 584"/>
                <a:gd name="T8" fmla="*/ 497 w 807"/>
                <a:gd name="T9" fmla="*/ 583 h 584"/>
                <a:gd name="T10" fmla="*/ 0 60000 65536"/>
                <a:gd name="T11" fmla="*/ 0 60000 65536"/>
                <a:gd name="T12" fmla="*/ 0 60000 65536"/>
                <a:gd name="T13" fmla="*/ 0 60000 65536"/>
                <a:gd name="T14" fmla="*/ 0 60000 65536"/>
                <a:gd name="T15" fmla="*/ 0 w 807"/>
                <a:gd name="T16" fmla="*/ 0 h 584"/>
                <a:gd name="T17" fmla="*/ 807 w 807"/>
                <a:gd name="T18" fmla="*/ 584 h 584"/>
              </a:gdLst>
              <a:ahLst/>
              <a:cxnLst>
                <a:cxn ang="T10">
                  <a:pos x="T0" y="T1"/>
                </a:cxn>
                <a:cxn ang="T11">
                  <a:pos x="T2" y="T3"/>
                </a:cxn>
                <a:cxn ang="T12">
                  <a:pos x="T4" y="T5"/>
                </a:cxn>
                <a:cxn ang="T13">
                  <a:pos x="T6" y="T7"/>
                </a:cxn>
                <a:cxn ang="T14">
                  <a:pos x="T8" y="T9"/>
                </a:cxn>
              </a:cxnLst>
              <a:rect l="T15" t="T16" r="T17" b="T18"/>
              <a:pathLst>
                <a:path w="807" h="584">
                  <a:moveTo>
                    <a:pt x="497" y="583"/>
                  </a:moveTo>
                  <a:lnTo>
                    <a:pt x="0" y="452"/>
                  </a:lnTo>
                  <a:lnTo>
                    <a:pt x="337" y="0"/>
                  </a:lnTo>
                  <a:lnTo>
                    <a:pt x="806" y="98"/>
                  </a:lnTo>
                  <a:lnTo>
                    <a:pt x="497" y="583"/>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198671" name="Freeform 92"/>
            <p:cNvSpPr>
              <a:spLocks/>
            </p:cNvSpPr>
            <p:nvPr/>
          </p:nvSpPr>
          <p:spPr bwMode="auto">
            <a:xfrm>
              <a:off x="2882" y="1861"/>
              <a:ext cx="578" cy="384"/>
            </a:xfrm>
            <a:custGeom>
              <a:avLst/>
              <a:gdLst>
                <a:gd name="T0" fmla="*/ 377 w 578"/>
                <a:gd name="T1" fmla="*/ 383 h 384"/>
                <a:gd name="T2" fmla="*/ 0 w 578"/>
                <a:gd name="T3" fmla="*/ 291 h 384"/>
                <a:gd name="T4" fmla="*/ 217 w 578"/>
                <a:gd name="T5" fmla="*/ 0 h 384"/>
                <a:gd name="T6" fmla="*/ 577 w 578"/>
                <a:gd name="T7" fmla="*/ 74 h 384"/>
                <a:gd name="T8" fmla="*/ 377 w 578"/>
                <a:gd name="T9" fmla="*/ 383 h 384"/>
                <a:gd name="T10" fmla="*/ 0 60000 65536"/>
                <a:gd name="T11" fmla="*/ 0 60000 65536"/>
                <a:gd name="T12" fmla="*/ 0 60000 65536"/>
                <a:gd name="T13" fmla="*/ 0 60000 65536"/>
                <a:gd name="T14" fmla="*/ 0 60000 65536"/>
                <a:gd name="T15" fmla="*/ 0 w 578"/>
                <a:gd name="T16" fmla="*/ 0 h 384"/>
                <a:gd name="T17" fmla="*/ 578 w 578"/>
                <a:gd name="T18" fmla="*/ 384 h 384"/>
              </a:gdLst>
              <a:ahLst/>
              <a:cxnLst>
                <a:cxn ang="T10">
                  <a:pos x="T0" y="T1"/>
                </a:cxn>
                <a:cxn ang="T11">
                  <a:pos x="T2" y="T3"/>
                </a:cxn>
                <a:cxn ang="T12">
                  <a:pos x="T4" y="T5"/>
                </a:cxn>
                <a:cxn ang="T13">
                  <a:pos x="T6" y="T7"/>
                </a:cxn>
                <a:cxn ang="T14">
                  <a:pos x="T8" y="T9"/>
                </a:cxn>
              </a:cxnLst>
              <a:rect l="T15" t="T16" r="T17" b="T18"/>
              <a:pathLst>
                <a:path w="578" h="384">
                  <a:moveTo>
                    <a:pt x="377" y="383"/>
                  </a:moveTo>
                  <a:lnTo>
                    <a:pt x="0" y="291"/>
                  </a:lnTo>
                  <a:lnTo>
                    <a:pt x="217" y="0"/>
                  </a:lnTo>
                  <a:lnTo>
                    <a:pt x="577" y="74"/>
                  </a:lnTo>
                  <a:lnTo>
                    <a:pt x="377" y="383"/>
                  </a:lnTo>
                </a:path>
              </a:pathLst>
            </a:custGeom>
            <a:solidFill>
              <a:srgbClr val="E22B00"/>
            </a:solidFill>
            <a:ln>
              <a:noFill/>
            </a:ln>
            <a:extLst>
              <a:ext uri="{91240B29-F687-4F45-9708-019B960494DF}">
                <a14:hiddenLine xmlns:a14="http://schemas.microsoft.com/office/drawing/2010/main" w="12700" cap="rnd" cmpd="sng">
                  <a:solidFill>
                    <a:srgbClr val="000000"/>
                  </a:solidFill>
                  <a:prstDash val="solid"/>
                  <a:round/>
                  <a:headEnd type="none" w="med" len="med"/>
                  <a:tailEnd type="none" w="med" len="med"/>
                </a14:hiddenLine>
              </a:ext>
            </a:extLst>
          </p:spPr>
          <p:txBody>
            <a:bodyPr/>
            <a:lstStyle/>
            <a:p>
              <a:endParaRPr lang="fr-FR"/>
            </a:p>
          </p:txBody>
        </p:sp>
        <p:sp>
          <p:nvSpPr>
            <p:cNvPr id="198672" name="Line 93"/>
            <p:cNvSpPr>
              <a:spLocks noChangeShapeType="1"/>
            </p:cNvSpPr>
            <p:nvPr/>
          </p:nvSpPr>
          <p:spPr bwMode="auto">
            <a:xfrm>
              <a:off x="3102" y="1862"/>
              <a:ext cx="352" cy="7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fr-FR"/>
            </a:p>
          </p:txBody>
        </p:sp>
        <p:sp>
          <p:nvSpPr>
            <p:cNvPr id="198673" name="Freeform 94"/>
            <p:cNvSpPr>
              <a:spLocks/>
            </p:cNvSpPr>
            <p:nvPr/>
          </p:nvSpPr>
          <p:spPr bwMode="auto">
            <a:xfrm>
              <a:off x="2762" y="1666"/>
              <a:ext cx="337" cy="485"/>
            </a:xfrm>
            <a:custGeom>
              <a:avLst/>
              <a:gdLst>
                <a:gd name="T0" fmla="*/ 336 w 337"/>
                <a:gd name="T1" fmla="*/ 194 h 485"/>
                <a:gd name="T2" fmla="*/ 118 w 337"/>
                <a:gd name="T3" fmla="*/ 484 h 485"/>
                <a:gd name="T4" fmla="*/ 0 w 337"/>
                <a:gd name="T5" fmla="*/ 452 h 485"/>
                <a:gd name="T6" fmla="*/ 336 w 337"/>
                <a:gd name="T7" fmla="*/ 0 h 485"/>
                <a:gd name="T8" fmla="*/ 336 w 337"/>
                <a:gd name="T9" fmla="*/ 152 h 485"/>
                <a:gd name="T10" fmla="*/ 336 w 337"/>
                <a:gd name="T11" fmla="*/ 194 h 485"/>
                <a:gd name="T12" fmla="*/ 0 60000 65536"/>
                <a:gd name="T13" fmla="*/ 0 60000 65536"/>
                <a:gd name="T14" fmla="*/ 0 60000 65536"/>
                <a:gd name="T15" fmla="*/ 0 60000 65536"/>
                <a:gd name="T16" fmla="*/ 0 60000 65536"/>
                <a:gd name="T17" fmla="*/ 0 60000 65536"/>
                <a:gd name="T18" fmla="*/ 0 w 337"/>
                <a:gd name="T19" fmla="*/ 0 h 485"/>
                <a:gd name="T20" fmla="*/ 337 w 337"/>
                <a:gd name="T21" fmla="*/ 485 h 485"/>
              </a:gdLst>
              <a:ahLst/>
              <a:cxnLst>
                <a:cxn ang="T12">
                  <a:pos x="T0" y="T1"/>
                </a:cxn>
                <a:cxn ang="T13">
                  <a:pos x="T2" y="T3"/>
                </a:cxn>
                <a:cxn ang="T14">
                  <a:pos x="T4" y="T5"/>
                </a:cxn>
                <a:cxn ang="T15">
                  <a:pos x="T6" y="T7"/>
                </a:cxn>
                <a:cxn ang="T16">
                  <a:pos x="T8" y="T9"/>
                </a:cxn>
                <a:cxn ang="T17">
                  <a:pos x="T10" y="T11"/>
                </a:cxn>
              </a:cxnLst>
              <a:rect l="T18" t="T19" r="T20" b="T21"/>
              <a:pathLst>
                <a:path w="337" h="485">
                  <a:moveTo>
                    <a:pt x="336" y="194"/>
                  </a:moveTo>
                  <a:lnTo>
                    <a:pt x="118" y="484"/>
                  </a:lnTo>
                  <a:lnTo>
                    <a:pt x="0" y="452"/>
                  </a:lnTo>
                  <a:lnTo>
                    <a:pt x="336" y="0"/>
                  </a:lnTo>
                  <a:lnTo>
                    <a:pt x="336" y="152"/>
                  </a:lnTo>
                  <a:lnTo>
                    <a:pt x="336" y="194"/>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198674" name="Freeform 95"/>
            <p:cNvSpPr>
              <a:spLocks/>
            </p:cNvSpPr>
            <p:nvPr/>
          </p:nvSpPr>
          <p:spPr bwMode="auto">
            <a:xfrm>
              <a:off x="2757" y="2124"/>
              <a:ext cx="509" cy="339"/>
            </a:xfrm>
            <a:custGeom>
              <a:avLst/>
              <a:gdLst>
                <a:gd name="T0" fmla="*/ 0 w 506"/>
                <a:gd name="T1" fmla="*/ 0 h 345"/>
                <a:gd name="T2" fmla="*/ 1 w 506"/>
                <a:gd name="T3" fmla="*/ 198 h 345"/>
                <a:gd name="T4" fmla="*/ 514 w 506"/>
                <a:gd name="T5" fmla="*/ 326 h 345"/>
                <a:gd name="T6" fmla="*/ 513 w 506"/>
                <a:gd name="T7" fmla="*/ 124 h 345"/>
                <a:gd name="T8" fmla="*/ 0 60000 65536"/>
                <a:gd name="T9" fmla="*/ 0 60000 65536"/>
                <a:gd name="T10" fmla="*/ 0 60000 65536"/>
                <a:gd name="T11" fmla="*/ 0 60000 65536"/>
                <a:gd name="T12" fmla="*/ 0 w 506"/>
                <a:gd name="T13" fmla="*/ 0 h 345"/>
                <a:gd name="T14" fmla="*/ 506 w 506"/>
                <a:gd name="T15" fmla="*/ 345 h 345"/>
              </a:gdLst>
              <a:ahLst/>
              <a:cxnLst>
                <a:cxn ang="T8">
                  <a:pos x="T0" y="T1"/>
                </a:cxn>
                <a:cxn ang="T9">
                  <a:pos x="T2" y="T3"/>
                </a:cxn>
                <a:cxn ang="T10">
                  <a:pos x="T4" y="T5"/>
                </a:cxn>
                <a:cxn ang="T11">
                  <a:pos x="T6" y="T7"/>
                </a:cxn>
              </a:cxnLst>
              <a:rect l="T12" t="T13" r="T14" b="T15"/>
              <a:pathLst>
                <a:path w="506" h="345">
                  <a:moveTo>
                    <a:pt x="0" y="0"/>
                  </a:moveTo>
                  <a:lnTo>
                    <a:pt x="1" y="209"/>
                  </a:lnTo>
                  <a:lnTo>
                    <a:pt x="505" y="344"/>
                  </a:lnTo>
                  <a:lnTo>
                    <a:pt x="504" y="130"/>
                  </a:lnTo>
                </a:path>
              </a:pathLst>
            </a:custGeom>
            <a:solidFill>
              <a:srgbClr val="FC2C1C"/>
            </a:solidFill>
            <a:ln w="12700" cap="rnd" cmpd="sng">
              <a:solidFill>
                <a:schemeClr val="bg2"/>
              </a:solidFill>
              <a:prstDash val="solid"/>
              <a:round/>
              <a:headEnd type="none" w="med" len="med"/>
              <a:tailEnd type="none" w="med" len="med"/>
            </a:ln>
          </p:spPr>
          <p:txBody>
            <a:bodyPr/>
            <a:lstStyle/>
            <a:p>
              <a:endParaRPr lang="fr-FR"/>
            </a:p>
          </p:txBody>
        </p:sp>
        <p:sp>
          <p:nvSpPr>
            <p:cNvPr id="198675" name="AutoShape 96"/>
            <p:cNvSpPr>
              <a:spLocks noChangeArrowheads="1"/>
            </p:cNvSpPr>
            <p:nvPr/>
          </p:nvSpPr>
          <p:spPr bwMode="auto">
            <a:xfrm rot="16200000" flipH="1">
              <a:off x="3067" y="1967"/>
              <a:ext cx="693" cy="306"/>
            </a:xfrm>
            <a:prstGeom prst="parallelogram">
              <a:avLst>
                <a:gd name="adj" fmla="val 156202"/>
              </a:avLst>
            </a:prstGeom>
            <a:solidFill>
              <a:srgbClr val="FC2C1C"/>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99683" name="Group 3"/>
          <p:cNvGrpSpPr>
            <a:grpSpLocks/>
          </p:cNvGrpSpPr>
          <p:nvPr/>
        </p:nvGrpSpPr>
        <p:grpSpPr bwMode="auto">
          <a:xfrm>
            <a:off x="7073900" y="215900"/>
            <a:ext cx="1878013" cy="1250950"/>
            <a:chOff x="4456" y="136"/>
            <a:chExt cx="1183" cy="788"/>
          </a:xfrm>
        </p:grpSpPr>
        <p:grpSp>
          <p:nvGrpSpPr>
            <p:cNvPr id="199751" name="Group 4"/>
            <p:cNvGrpSpPr>
              <a:grpSpLocks/>
            </p:cNvGrpSpPr>
            <p:nvPr/>
          </p:nvGrpSpPr>
          <p:grpSpPr bwMode="auto">
            <a:xfrm>
              <a:off x="4766" y="232"/>
              <a:ext cx="873" cy="692"/>
              <a:chOff x="2185" y="310"/>
              <a:chExt cx="873" cy="692"/>
            </a:xfrm>
          </p:grpSpPr>
          <p:sp>
            <p:nvSpPr>
              <p:cNvPr id="199762" name="Freeform 5"/>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accent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9763" name="Freeform 6"/>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9764" name="Freeform 7"/>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9765" name="Freeform 8"/>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9766" name="Freeform 9"/>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9767" name="Freeform 10"/>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9768" name="Freeform 11"/>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grpSp>
          <p:nvGrpSpPr>
            <p:cNvPr id="199752" name="Group 12"/>
            <p:cNvGrpSpPr>
              <a:grpSpLocks/>
            </p:cNvGrpSpPr>
            <p:nvPr/>
          </p:nvGrpSpPr>
          <p:grpSpPr bwMode="auto">
            <a:xfrm>
              <a:off x="4949" y="336"/>
              <a:ext cx="591" cy="468"/>
              <a:chOff x="2185" y="310"/>
              <a:chExt cx="873" cy="692"/>
            </a:xfrm>
          </p:grpSpPr>
          <p:sp>
            <p:nvSpPr>
              <p:cNvPr id="199755" name="Freeform 13"/>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9756" name="Freeform 14"/>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9757" name="Freeform 15"/>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9758" name="Freeform 16"/>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9759" name="Freeform 17"/>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9760" name="Freeform 18"/>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9761" name="Freeform 19"/>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pic>
          <p:nvPicPr>
            <p:cNvPr id="199753" name="Picture 20"/>
            <p:cNvPicPr>
              <a:picLocks noChangeAspect="1" noChangeArrowheads="1"/>
            </p:cNvPicPr>
            <p:nvPr/>
          </p:nvPicPr>
          <p:blipFill>
            <a:blip r:embed="rId3" cstate="print">
              <a:extLst>
                <a:ext uri="{28A0092B-C50C-407E-A947-70E740481C1C}">
                  <a14:useLocalDpi xmlns:a14="http://schemas.microsoft.com/office/drawing/2010/main" val="0"/>
                </a:ext>
              </a:extLst>
            </a:blip>
            <a:srcRect l="-4282" t="-4369" r="-5199" b="-12012"/>
            <a:stretch>
              <a:fillRect/>
            </a:stretch>
          </p:blipFill>
          <p:spPr bwMode="auto">
            <a:xfrm>
              <a:off x="4456" y="136"/>
              <a:ext cx="480" cy="5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99754" name="Text Box 21"/>
            <p:cNvSpPr txBox="1">
              <a:spLocks noChangeArrowheads="1"/>
            </p:cNvSpPr>
            <p:nvPr/>
          </p:nvSpPr>
          <p:spPr bwMode="auto">
            <a:xfrm>
              <a:off x="4946" y="314"/>
              <a:ext cx="596" cy="49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4500" b="1">
                  <a:solidFill>
                    <a:srgbClr val="FF0000"/>
                  </a:solidFill>
                  <a:latin typeface="Arial Black" pitchFamily="34" charset="0"/>
                </a:rPr>
                <a:t>19</a:t>
              </a:r>
              <a:endParaRPr lang="fr-FR" altLang="fr-FR" sz="3200">
                <a:solidFill>
                  <a:schemeClr val="tx1"/>
                </a:solidFill>
                <a:latin typeface="Arial Black" pitchFamily="34" charset="0"/>
              </a:endParaRPr>
            </a:p>
          </p:txBody>
        </p:sp>
      </p:grpSp>
      <p:sp>
        <p:nvSpPr>
          <p:cNvPr id="199684" name="Text Box 22"/>
          <p:cNvSpPr txBox="1">
            <a:spLocks noChangeArrowheads="1"/>
          </p:cNvSpPr>
          <p:nvPr/>
        </p:nvSpPr>
        <p:spPr bwMode="auto">
          <a:xfrm>
            <a:off x="1403350" y="3579813"/>
            <a:ext cx="828675"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a:spcBef>
                <a:spcPct val="0"/>
              </a:spcBef>
              <a:buFontTx/>
              <a:buNone/>
            </a:pPr>
            <a:r>
              <a:rPr lang="fr-FR" altLang="fr-FR" sz="2400">
                <a:solidFill>
                  <a:srgbClr val="FC2C1C"/>
                </a:solidFill>
              </a:rPr>
              <a:t>1 R4</a:t>
            </a:r>
          </a:p>
        </p:txBody>
      </p:sp>
      <p:sp>
        <p:nvSpPr>
          <p:cNvPr id="199685" name="Rectangle 23"/>
          <p:cNvSpPr>
            <a:spLocks noGrp="1" noChangeArrowheads="1"/>
          </p:cNvSpPr>
          <p:nvPr>
            <p:ph type="title"/>
          </p:nvPr>
        </p:nvSpPr>
        <p:spPr>
          <a:xfrm>
            <a:off x="858838" y="0"/>
            <a:ext cx="6038850" cy="647700"/>
          </a:xfrm>
        </p:spPr>
        <p:txBody>
          <a:bodyPr/>
          <a:lstStyle/>
          <a:p>
            <a:pPr eaLnBrk="1" hangingPunct="1"/>
            <a:r>
              <a:rPr lang="fr-FR" altLang="fr-FR"/>
              <a:t>Sem. 4 - Mercredi</a:t>
            </a:r>
          </a:p>
        </p:txBody>
      </p:sp>
      <p:sp>
        <p:nvSpPr>
          <p:cNvPr id="199686" name="Text Box 24"/>
          <p:cNvSpPr txBox="1">
            <a:spLocks noChangeArrowheads="1"/>
          </p:cNvSpPr>
          <p:nvPr/>
        </p:nvSpPr>
        <p:spPr bwMode="auto">
          <a:xfrm>
            <a:off x="574675" y="2030413"/>
            <a:ext cx="3557588"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2. Livrez les commandes</a:t>
            </a:r>
          </a:p>
        </p:txBody>
      </p:sp>
      <p:sp>
        <p:nvSpPr>
          <p:cNvPr id="199687" name="Text Box 25"/>
          <p:cNvSpPr txBox="1">
            <a:spLocks noChangeArrowheads="1"/>
          </p:cNvSpPr>
          <p:nvPr/>
        </p:nvSpPr>
        <p:spPr bwMode="auto">
          <a:xfrm>
            <a:off x="566738" y="1154113"/>
            <a:ext cx="1946275"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1. Tirez le dé</a:t>
            </a:r>
          </a:p>
        </p:txBody>
      </p:sp>
      <p:sp>
        <p:nvSpPr>
          <p:cNvPr id="199688" name="Text Box 26"/>
          <p:cNvSpPr txBox="1">
            <a:spLocks noChangeArrowheads="1"/>
          </p:cNvSpPr>
          <p:nvPr/>
        </p:nvSpPr>
        <p:spPr bwMode="auto">
          <a:xfrm>
            <a:off x="579438" y="4316413"/>
            <a:ext cx="18796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3. Produisez</a:t>
            </a:r>
          </a:p>
        </p:txBody>
      </p:sp>
      <p:grpSp>
        <p:nvGrpSpPr>
          <p:cNvPr id="199689" name="Group 27"/>
          <p:cNvGrpSpPr>
            <a:grpSpLocks/>
          </p:cNvGrpSpPr>
          <p:nvPr/>
        </p:nvGrpSpPr>
        <p:grpSpPr bwMode="auto">
          <a:xfrm>
            <a:off x="2843213" y="1106488"/>
            <a:ext cx="446087" cy="534987"/>
            <a:chOff x="868" y="1439"/>
            <a:chExt cx="811" cy="972"/>
          </a:xfrm>
        </p:grpSpPr>
        <p:sp>
          <p:nvSpPr>
            <p:cNvPr id="199700" name="Freeform 28"/>
            <p:cNvSpPr>
              <a:spLocks/>
            </p:cNvSpPr>
            <p:nvPr/>
          </p:nvSpPr>
          <p:spPr bwMode="auto">
            <a:xfrm>
              <a:off x="1548" y="2014"/>
              <a:ext cx="123" cy="100"/>
            </a:xfrm>
            <a:custGeom>
              <a:avLst/>
              <a:gdLst>
                <a:gd name="T0" fmla="*/ 5 w 618"/>
                <a:gd name="T1" fmla="*/ 0 h 502"/>
                <a:gd name="T2" fmla="*/ 5 w 618"/>
                <a:gd name="T3" fmla="*/ 0 h 502"/>
                <a:gd name="T4" fmla="*/ 0 w 618"/>
                <a:gd name="T5" fmla="*/ 4 h 502"/>
                <a:gd name="T6" fmla="*/ 0 w 618"/>
                <a:gd name="T7" fmla="*/ 4 h 502"/>
                <a:gd name="T8" fmla="*/ 5 w 618"/>
                <a:gd name="T9" fmla="*/ 0 h 502"/>
                <a:gd name="T10" fmla="*/ 5 w 618"/>
                <a:gd name="T11" fmla="*/ 0 h 502"/>
                <a:gd name="T12" fmla="*/ 5 w 618"/>
                <a:gd name="T13" fmla="*/ 0 h 502"/>
                <a:gd name="T14" fmla="*/ 5 w 618"/>
                <a:gd name="T15" fmla="*/ 0 h 502"/>
                <a:gd name="T16" fmla="*/ 5 w 618"/>
                <a:gd name="T17" fmla="*/ 0 h 502"/>
                <a:gd name="T18" fmla="*/ 5 w 618"/>
                <a:gd name="T19" fmla="*/ 0 h 502"/>
                <a:gd name="T20" fmla="*/ 5 w 618"/>
                <a:gd name="T21" fmla="*/ 0 h 502"/>
                <a:gd name="T22" fmla="*/ 5 w 618"/>
                <a:gd name="T23" fmla="*/ 0 h 502"/>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618"/>
                <a:gd name="T37" fmla="*/ 0 h 502"/>
                <a:gd name="T38" fmla="*/ 618 w 618"/>
                <a:gd name="T39" fmla="*/ 502 h 502"/>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618" h="502">
                  <a:moveTo>
                    <a:pt x="611" y="0"/>
                  </a:moveTo>
                  <a:lnTo>
                    <a:pt x="606" y="2"/>
                  </a:lnTo>
                  <a:lnTo>
                    <a:pt x="0" y="490"/>
                  </a:lnTo>
                  <a:lnTo>
                    <a:pt x="10" y="502"/>
                  </a:lnTo>
                  <a:lnTo>
                    <a:pt x="616" y="14"/>
                  </a:lnTo>
                  <a:lnTo>
                    <a:pt x="611" y="16"/>
                  </a:lnTo>
                  <a:lnTo>
                    <a:pt x="616" y="14"/>
                  </a:lnTo>
                  <a:lnTo>
                    <a:pt x="618" y="9"/>
                  </a:lnTo>
                  <a:lnTo>
                    <a:pt x="617" y="3"/>
                  </a:lnTo>
                  <a:lnTo>
                    <a:pt x="612" y="1"/>
                  </a:lnTo>
                  <a:lnTo>
                    <a:pt x="606" y="2"/>
                  </a:lnTo>
                  <a:lnTo>
                    <a:pt x="611"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9701" name="Freeform 29"/>
            <p:cNvSpPr>
              <a:spLocks/>
            </p:cNvSpPr>
            <p:nvPr/>
          </p:nvSpPr>
          <p:spPr bwMode="auto">
            <a:xfrm>
              <a:off x="876" y="1852"/>
              <a:ext cx="82" cy="373"/>
            </a:xfrm>
            <a:custGeom>
              <a:avLst/>
              <a:gdLst>
                <a:gd name="T0" fmla="*/ 3 w 413"/>
                <a:gd name="T1" fmla="*/ 15 h 1865"/>
                <a:gd name="T2" fmla="*/ 3 w 413"/>
                <a:gd name="T3" fmla="*/ 15 h 1865"/>
                <a:gd name="T4" fmla="*/ 0 w 413"/>
                <a:gd name="T5" fmla="*/ 0 h 1865"/>
                <a:gd name="T6" fmla="*/ 0 w 413"/>
                <a:gd name="T7" fmla="*/ 0 h 1865"/>
                <a:gd name="T8" fmla="*/ 3 w 413"/>
                <a:gd name="T9" fmla="*/ 15 h 1865"/>
                <a:gd name="T10" fmla="*/ 3 w 413"/>
                <a:gd name="T11" fmla="*/ 15 h 1865"/>
                <a:gd name="T12" fmla="*/ 3 w 413"/>
                <a:gd name="T13" fmla="*/ 15 h 1865"/>
                <a:gd name="T14" fmla="*/ 3 w 413"/>
                <a:gd name="T15" fmla="*/ 15 h 1865"/>
                <a:gd name="T16" fmla="*/ 3 w 413"/>
                <a:gd name="T17" fmla="*/ 15 h 1865"/>
                <a:gd name="T18" fmla="*/ 3 w 413"/>
                <a:gd name="T19" fmla="*/ 15 h 1865"/>
                <a:gd name="T20" fmla="*/ 3 w 413"/>
                <a:gd name="T21" fmla="*/ 15 h 1865"/>
                <a:gd name="T22" fmla="*/ 3 w 413"/>
                <a:gd name="T23" fmla="*/ 15 h 186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413"/>
                <a:gd name="T37" fmla="*/ 0 h 1865"/>
                <a:gd name="T38" fmla="*/ 413 w 413"/>
                <a:gd name="T39" fmla="*/ 1865 h 1865"/>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413" h="1865">
                  <a:moveTo>
                    <a:pt x="400" y="1864"/>
                  </a:moveTo>
                  <a:lnTo>
                    <a:pt x="413" y="1856"/>
                  </a:lnTo>
                  <a:lnTo>
                    <a:pt x="17" y="0"/>
                  </a:lnTo>
                  <a:lnTo>
                    <a:pt x="0" y="2"/>
                  </a:lnTo>
                  <a:lnTo>
                    <a:pt x="396" y="1858"/>
                  </a:lnTo>
                  <a:lnTo>
                    <a:pt x="409" y="1850"/>
                  </a:lnTo>
                  <a:lnTo>
                    <a:pt x="396" y="1858"/>
                  </a:lnTo>
                  <a:lnTo>
                    <a:pt x="400" y="1864"/>
                  </a:lnTo>
                  <a:lnTo>
                    <a:pt x="406" y="1865"/>
                  </a:lnTo>
                  <a:lnTo>
                    <a:pt x="410" y="1862"/>
                  </a:lnTo>
                  <a:lnTo>
                    <a:pt x="413" y="1856"/>
                  </a:lnTo>
                  <a:lnTo>
                    <a:pt x="400" y="186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9702" name="Freeform 30"/>
            <p:cNvSpPr>
              <a:spLocks/>
            </p:cNvSpPr>
            <p:nvPr/>
          </p:nvSpPr>
          <p:spPr bwMode="auto">
            <a:xfrm>
              <a:off x="1282" y="1533"/>
              <a:ext cx="35" cy="161"/>
            </a:xfrm>
            <a:custGeom>
              <a:avLst/>
              <a:gdLst>
                <a:gd name="T0" fmla="*/ 1 w 175"/>
                <a:gd name="T1" fmla="*/ 6 h 807"/>
                <a:gd name="T2" fmla="*/ 1 w 175"/>
                <a:gd name="T3" fmla="*/ 6 h 807"/>
                <a:gd name="T4" fmla="*/ 1 w 175"/>
                <a:gd name="T5" fmla="*/ 6 h 807"/>
                <a:gd name="T6" fmla="*/ 1 w 175"/>
                <a:gd name="T7" fmla="*/ 5 h 807"/>
                <a:gd name="T8" fmla="*/ 1 w 175"/>
                <a:gd name="T9" fmla="*/ 5 h 807"/>
                <a:gd name="T10" fmla="*/ 1 w 175"/>
                <a:gd name="T11" fmla="*/ 5 h 807"/>
                <a:gd name="T12" fmla="*/ 1 w 175"/>
                <a:gd name="T13" fmla="*/ 4 h 807"/>
                <a:gd name="T14" fmla="*/ 1 w 175"/>
                <a:gd name="T15" fmla="*/ 4 h 807"/>
                <a:gd name="T16" fmla="*/ 1 w 175"/>
                <a:gd name="T17" fmla="*/ 3 h 807"/>
                <a:gd name="T18" fmla="*/ 1 w 175"/>
                <a:gd name="T19" fmla="*/ 3 h 807"/>
                <a:gd name="T20" fmla="*/ 1 w 175"/>
                <a:gd name="T21" fmla="*/ 3 h 807"/>
                <a:gd name="T22" fmla="*/ 1 w 175"/>
                <a:gd name="T23" fmla="*/ 2 h 807"/>
                <a:gd name="T24" fmla="*/ 1 w 175"/>
                <a:gd name="T25" fmla="*/ 2 h 807"/>
                <a:gd name="T26" fmla="*/ 1 w 175"/>
                <a:gd name="T27" fmla="*/ 2 h 807"/>
                <a:gd name="T28" fmla="*/ 1 w 175"/>
                <a:gd name="T29" fmla="*/ 1 h 807"/>
                <a:gd name="T30" fmla="*/ 1 w 175"/>
                <a:gd name="T31" fmla="*/ 1 h 807"/>
                <a:gd name="T32" fmla="*/ 1 w 175"/>
                <a:gd name="T33" fmla="*/ 1 h 807"/>
                <a:gd name="T34" fmla="*/ 1 w 175"/>
                <a:gd name="T35" fmla="*/ 0 h 807"/>
                <a:gd name="T36" fmla="*/ 1 w 175"/>
                <a:gd name="T37" fmla="*/ 0 h 807"/>
                <a:gd name="T38" fmla="*/ 1 w 175"/>
                <a:gd name="T39" fmla="*/ 0 h 807"/>
                <a:gd name="T40" fmla="*/ 0 w 175"/>
                <a:gd name="T41" fmla="*/ 1 h 807"/>
                <a:gd name="T42" fmla="*/ 0 w 175"/>
                <a:gd name="T43" fmla="*/ 1 h 807"/>
                <a:gd name="T44" fmla="*/ 0 w 175"/>
                <a:gd name="T45" fmla="*/ 1 h 807"/>
                <a:gd name="T46" fmla="*/ 0 w 175"/>
                <a:gd name="T47" fmla="*/ 2 h 807"/>
                <a:gd name="T48" fmla="*/ 0 w 175"/>
                <a:gd name="T49" fmla="*/ 2 h 807"/>
                <a:gd name="T50" fmla="*/ 0 w 175"/>
                <a:gd name="T51" fmla="*/ 3 h 807"/>
                <a:gd name="T52" fmla="*/ 0 w 175"/>
                <a:gd name="T53" fmla="*/ 3 h 807"/>
                <a:gd name="T54" fmla="*/ 0 w 175"/>
                <a:gd name="T55" fmla="*/ 3 h 807"/>
                <a:gd name="T56" fmla="*/ 0 w 175"/>
                <a:gd name="T57" fmla="*/ 4 h 807"/>
                <a:gd name="T58" fmla="*/ 0 w 175"/>
                <a:gd name="T59" fmla="*/ 4 h 807"/>
                <a:gd name="T60" fmla="*/ 0 w 175"/>
                <a:gd name="T61" fmla="*/ 5 h 807"/>
                <a:gd name="T62" fmla="*/ 0 w 175"/>
                <a:gd name="T63" fmla="*/ 5 h 807"/>
                <a:gd name="T64" fmla="*/ 0 w 175"/>
                <a:gd name="T65" fmla="*/ 5 h 807"/>
                <a:gd name="T66" fmla="*/ 1 w 175"/>
                <a:gd name="T67" fmla="*/ 6 h 807"/>
                <a:gd name="T68" fmla="*/ 1 w 175"/>
                <a:gd name="T69" fmla="*/ 6 h 807"/>
                <a:gd name="T70" fmla="*/ 1 w 175"/>
                <a:gd name="T71" fmla="*/ 6 h 807"/>
                <a:gd name="T72" fmla="*/ 1 w 175"/>
                <a:gd name="T73" fmla="*/ 6 h 807"/>
                <a:gd name="T74" fmla="*/ 1 w 175"/>
                <a:gd name="T75" fmla="*/ 6 h 807"/>
                <a:gd name="T76" fmla="*/ 1 w 175"/>
                <a:gd name="T77" fmla="*/ 6 h 807"/>
                <a:gd name="T78" fmla="*/ 1 w 175"/>
                <a:gd name="T79" fmla="*/ 6 h 807"/>
                <a:gd name="T80" fmla="*/ 1 w 175"/>
                <a:gd name="T81" fmla="*/ 6 h 807"/>
                <a:gd name="T82" fmla="*/ 1 w 175"/>
                <a:gd name="T83" fmla="*/ 6 h 807"/>
                <a:gd name="T84" fmla="*/ 1 w 175"/>
                <a:gd name="T85" fmla="*/ 6 h 807"/>
                <a:gd name="T86" fmla="*/ 1 w 175"/>
                <a:gd name="T87" fmla="*/ 6 h 807"/>
                <a:gd name="T88" fmla="*/ 1 w 175"/>
                <a:gd name="T89" fmla="*/ 6 h 807"/>
                <a:gd name="T90" fmla="*/ 1 w 175"/>
                <a:gd name="T91" fmla="*/ 6 h 80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175"/>
                <a:gd name="T139" fmla="*/ 0 h 807"/>
                <a:gd name="T140" fmla="*/ 175 w 175"/>
                <a:gd name="T141" fmla="*/ 807 h 80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175" h="807">
                  <a:moveTo>
                    <a:pt x="169" y="740"/>
                  </a:moveTo>
                  <a:lnTo>
                    <a:pt x="169" y="739"/>
                  </a:lnTo>
                  <a:lnTo>
                    <a:pt x="149" y="698"/>
                  </a:lnTo>
                  <a:lnTo>
                    <a:pt x="133" y="656"/>
                  </a:lnTo>
                  <a:lnTo>
                    <a:pt x="120" y="611"/>
                  </a:lnTo>
                  <a:lnTo>
                    <a:pt x="108" y="565"/>
                  </a:lnTo>
                  <a:lnTo>
                    <a:pt x="100" y="520"/>
                  </a:lnTo>
                  <a:lnTo>
                    <a:pt x="96" y="472"/>
                  </a:lnTo>
                  <a:lnTo>
                    <a:pt x="93" y="425"/>
                  </a:lnTo>
                  <a:lnTo>
                    <a:pt x="93" y="377"/>
                  </a:lnTo>
                  <a:lnTo>
                    <a:pt x="96" y="330"/>
                  </a:lnTo>
                  <a:lnTo>
                    <a:pt x="100" y="283"/>
                  </a:lnTo>
                  <a:lnTo>
                    <a:pt x="106" y="238"/>
                  </a:lnTo>
                  <a:lnTo>
                    <a:pt x="115" y="195"/>
                  </a:lnTo>
                  <a:lnTo>
                    <a:pt x="126" y="153"/>
                  </a:lnTo>
                  <a:lnTo>
                    <a:pt x="139" y="114"/>
                  </a:lnTo>
                  <a:lnTo>
                    <a:pt x="153" y="77"/>
                  </a:lnTo>
                  <a:lnTo>
                    <a:pt x="169" y="43"/>
                  </a:lnTo>
                  <a:lnTo>
                    <a:pt x="87" y="0"/>
                  </a:lnTo>
                  <a:lnTo>
                    <a:pt x="69" y="39"/>
                  </a:lnTo>
                  <a:lnTo>
                    <a:pt x="52" y="81"/>
                  </a:lnTo>
                  <a:lnTo>
                    <a:pt x="37" y="127"/>
                  </a:lnTo>
                  <a:lnTo>
                    <a:pt x="24" y="174"/>
                  </a:lnTo>
                  <a:lnTo>
                    <a:pt x="15" y="222"/>
                  </a:lnTo>
                  <a:lnTo>
                    <a:pt x="7" y="271"/>
                  </a:lnTo>
                  <a:lnTo>
                    <a:pt x="2" y="323"/>
                  </a:lnTo>
                  <a:lnTo>
                    <a:pt x="0" y="374"/>
                  </a:lnTo>
                  <a:lnTo>
                    <a:pt x="0" y="427"/>
                  </a:lnTo>
                  <a:lnTo>
                    <a:pt x="2" y="479"/>
                  </a:lnTo>
                  <a:lnTo>
                    <a:pt x="9" y="531"/>
                  </a:lnTo>
                  <a:lnTo>
                    <a:pt x="17" y="584"/>
                  </a:lnTo>
                  <a:lnTo>
                    <a:pt x="29" y="635"/>
                  </a:lnTo>
                  <a:lnTo>
                    <a:pt x="44" y="686"/>
                  </a:lnTo>
                  <a:lnTo>
                    <a:pt x="65" y="736"/>
                  </a:lnTo>
                  <a:lnTo>
                    <a:pt x="87" y="784"/>
                  </a:lnTo>
                  <a:lnTo>
                    <a:pt x="87" y="782"/>
                  </a:lnTo>
                  <a:lnTo>
                    <a:pt x="87" y="784"/>
                  </a:lnTo>
                  <a:lnTo>
                    <a:pt x="100" y="799"/>
                  </a:lnTo>
                  <a:lnTo>
                    <a:pt x="117" y="807"/>
                  </a:lnTo>
                  <a:lnTo>
                    <a:pt x="134" y="807"/>
                  </a:lnTo>
                  <a:lnTo>
                    <a:pt x="151" y="801"/>
                  </a:lnTo>
                  <a:lnTo>
                    <a:pt x="164" y="791"/>
                  </a:lnTo>
                  <a:lnTo>
                    <a:pt x="173" y="777"/>
                  </a:lnTo>
                  <a:lnTo>
                    <a:pt x="175" y="759"/>
                  </a:lnTo>
                  <a:lnTo>
                    <a:pt x="169" y="739"/>
                  </a:lnTo>
                  <a:lnTo>
                    <a:pt x="169" y="74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9703" name="Freeform 31"/>
            <p:cNvSpPr>
              <a:spLocks/>
            </p:cNvSpPr>
            <p:nvPr/>
          </p:nvSpPr>
          <p:spPr bwMode="auto">
            <a:xfrm>
              <a:off x="1299" y="1681"/>
              <a:ext cx="157" cy="281"/>
            </a:xfrm>
            <a:custGeom>
              <a:avLst/>
              <a:gdLst>
                <a:gd name="T0" fmla="*/ 6 w 787"/>
                <a:gd name="T1" fmla="*/ 11 h 1404"/>
                <a:gd name="T2" fmla="*/ 6 w 787"/>
                <a:gd name="T3" fmla="*/ 11 h 1404"/>
                <a:gd name="T4" fmla="*/ 1 w 787"/>
                <a:gd name="T5" fmla="*/ 0 h 1404"/>
                <a:gd name="T6" fmla="*/ 0 w 787"/>
                <a:gd name="T7" fmla="*/ 0 h 1404"/>
                <a:gd name="T8" fmla="*/ 6 w 787"/>
                <a:gd name="T9" fmla="*/ 11 h 1404"/>
                <a:gd name="T10" fmla="*/ 6 w 787"/>
                <a:gd name="T11" fmla="*/ 11 h 1404"/>
                <a:gd name="T12" fmla="*/ 6 w 787"/>
                <a:gd name="T13" fmla="*/ 11 h 1404"/>
                <a:gd name="T14" fmla="*/ 6 w 787"/>
                <a:gd name="T15" fmla="*/ 11 h 1404"/>
                <a:gd name="T16" fmla="*/ 6 w 787"/>
                <a:gd name="T17" fmla="*/ 11 h 1404"/>
                <a:gd name="T18" fmla="*/ 6 w 787"/>
                <a:gd name="T19" fmla="*/ 11 h 1404"/>
                <a:gd name="T20" fmla="*/ 6 w 787"/>
                <a:gd name="T21" fmla="*/ 11 h 1404"/>
                <a:gd name="T22" fmla="*/ 6 w 787"/>
                <a:gd name="T23" fmla="*/ 11 h 1404"/>
                <a:gd name="T24" fmla="*/ 6 w 787"/>
                <a:gd name="T25" fmla="*/ 11 h 1404"/>
                <a:gd name="T26" fmla="*/ 6 w 787"/>
                <a:gd name="T27" fmla="*/ 11 h 1404"/>
                <a:gd name="T28" fmla="*/ 6 w 787"/>
                <a:gd name="T29" fmla="*/ 11 h 1404"/>
                <a:gd name="T30" fmla="*/ 6 w 787"/>
                <a:gd name="T31" fmla="*/ 11 h 1404"/>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787"/>
                <a:gd name="T49" fmla="*/ 0 h 1404"/>
                <a:gd name="T50" fmla="*/ 787 w 787"/>
                <a:gd name="T51" fmla="*/ 1404 h 1404"/>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787" h="1404">
                  <a:moveTo>
                    <a:pt x="781" y="1334"/>
                  </a:moveTo>
                  <a:lnTo>
                    <a:pt x="781" y="1337"/>
                  </a:lnTo>
                  <a:lnTo>
                    <a:pt x="82" y="0"/>
                  </a:lnTo>
                  <a:lnTo>
                    <a:pt x="0" y="42"/>
                  </a:lnTo>
                  <a:lnTo>
                    <a:pt x="699" y="1379"/>
                  </a:lnTo>
                  <a:lnTo>
                    <a:pt x="699" y="1381"/>
                  </a:lnTo>
                  <a:lnTo>
                    <a:pt x="699" y="1379"/>
                  </a:lnTo>
                  <a:lnTo>
                    <a:pt x="712" y="1395"/>
                  </a:lnTo>
                  <a:lnTo>
                    <a:pt x="727" y="1402"/>
                  </a:lnTo>
                  <a:lnTo>
                    <a:pt x="744" y="1404"/>
                  </a:lnTo>
                  <a:lnTo>
                    <a:pt x="761" y="1398"/>
                  </a:lnTo>
                  <a:lnTo>
                    <a:pt x="775" y="1388"/>
                  </a:lnTo>
                  <a:lnTo>
                    <a:pt x="784" y="1373"/>
                  </a:lnTo>
                  <a:lnTo>
                    <a:pt x="787" y="1357"/>
                  </a:lnTo>
                  <a:lnTo>
                    <a:pt x="781" y="1337"/>
                  </a:lnTo>
                  <a:lnTo>
                    <a:pt x="781" y="13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9704" name="Freeform 32"/>
            <p:cNvSpPr>
              <a:spLocks/>
            </p:cNvSpPr>
            <p:nvPr/>
          </p:nvSpPr>
          <p:spPr bwMode="auto">
            <a:xfrm>
              <a:off x="1439" y="1948"/>
              <a:ext cx="125" cy="76"/>
            </a:xfrm>
            <a:custGeom>
              <a:avLst/>
              <a:gdLst>
                <a:gd name="T0" fmla="*/ 5 w 628"/>
                <a:gd name="T1" fmla="*/ 2 h 383"/>
                <a:gd name="T2" fmla="*/ 5 w 628"/>
                <a:gd name="T3" fmla="*/ 2 h 383"/>
                <a:gd name="T4" fmla="*/ 4 w 628"/>
                <a:gd name="T5" fmla="*/ 2 h 383"/>
                <a:gd name="T6" fmla="*/ 4 w 628"/>
                <a:gd name="T7" fmla="*/ 2 h 383"/>
                <a:gd name="T8" fmla="*/ 4 w 628"/>
                <a:gd name="T9" fmla="*/ 2 h 383"/>
                <a:gd name="T10" fmla="*/ 3 w 628"/>
                <a:gd name="T11" fmla="*/ 2 h 383"/>
                <a:gd name="T12" fmla="*/ 3 w 628"/>
                <a:gd name="T13" fmla="*/ 2 h 383"/>
                <a:gd name="T14" fmla="*/ 3 w 628"/>
                <a:gd name="T15" fmla="*/ 2 h 383"/>
                <a:gd name="T16" fmla="*/ 3 w 628"/>
                <a:gd name="T17" fmla="*/ 2 h 383"/>
                <a:gd name="T18" fmla="*/ 2 w 628"/>
                <a:gd name="T19" fmla="*/ 2 h 383"/>
                <a:gd name="T20" fmla="*/ 2 w 628"/>
                <a:gd name="T21" fmla="*/ 2 h 383"/>
                <a:gd name="T22" fmla="*/ 2 w 628"/>
                <a:gd name="T23" fmla="*/ 1 h 383"/>
                <a:gd name="T24" fmla="*/ 2 w 628"/>
                <a:gd name="T25" fmla="*/ 1 h 383"/>
                <a:gd name="T26" fmla="*/ 1 w 628"/>
                <a:gd name="T27" fmla="*/ 1 h 383"/>
                <a:gd name="T28" fmla="*/ 1 w 628"/>
                <a:gd name="T29" fmla="*/ 1 h 383"/>
                <a:gd name="T30" fmla="*/ 1 w 628"/>
                <a:gd name="T31" fmla="*/ 1 h 383"/>
                <a:gd name="T32" fmla="*/ 1 w 628"/>
                <a:gd name="T33" fmla="*/ 0 h 383"/>
                <a:gd name="T34" fmla="*/ 1 w 628"/>
                <a:gd name="T35" fmla="*/ 0 h 383"/>
                <a:gd name="T36" fmla="*/ 0 w 628"/>
                <a:gd name="T37" fmla="*/ 0 h 383"/>
                <a:gd name="T38" fmla="*/ 0 w 628"/>
                <a:gd name="T39" fmla="*/ 1 h 383"/>
                <a:gd name="T40" fmla="*/ 0 w 628"/>
                <a:gd name="T41" fmla="*/ 1 h 383"/>
                <a:gd name="T42" fmla="*/ 1 w 628"/>
                <a:gd name="T43" fmla="*/ 1 h 383"/>
                <a:gd name="T44" fmla="*/ 1 w 628"/>
                <a:gd name="T45" fmla="*/ 1 h 383"/>
                <a:gd name="T46" fmla="*/ 1 w 628"/>
                <a:gd name="T47" fmla="*/ 2 h 383"/>
                <a:gd name="T48" fmla="*/ 1 w 628"/>
                <a:gd name="T49" fmla="*/ 2 h 383"/>
                <a:gd name="T50" fmla="*/ 2 w 628"/>
                <a:gd name="T51" fmla="*/ 2 h 383"/>
                <a:gd name="T52" fmla="*/ 2 w 628"/>
                <a:gd name="T53" fmla="*/ 2 h 383"/>
                <a:gd name="T54" fmla="*/ 2 w 628"/>
                <a:gd name="T55" fmla="*/ 2 h 383"/>
                <a:gd name="T56" fmla="*/ 3 w 628"/>
                <a:gd name="T57" fmla="*/ 3 h 383"/>
                <a:gd name="T58" fmla="*/ 3 w 628"/>
                <a:gd name="T59" fmla="*/ 3 h 383"/>
                <a:gd name="T60" fmla="*/ 3 w 628"/>
                <a:gd name="T61" fmla="*/ 3 h 383"/>
                <a:gd name="T62" fmla="*/ 4 w 628"/>
                <a:gd name="T63" fmla="*/ 3 h 383"/>
                <a:gd name="T64" fmla="*/ 4 w 628"/>
                <a:gd name="T65" fmla="*/ 3 h 383"/>
                <a:gd name="T66" fmla="*/ 4 w 628"/>
                <a:gd name="T67" fmla="*/ 3 h 383"/>
                <a:gd name="T68" fmla="*/ 5 w 628"/>
                <a:gd name="T69" fmla="*/ 3 h 383"/>
                <a:gd name="T70" fmla="*/ 5 w 628"/>
                <a:gd name="T71" fmla="*/ 3 h 383"/>
                <a:gd name="T72" fmla="*/ 5 w 628"/>
                <a:gd name="T73" fmla="*/ 3 h 383"/>
                <a:gd name="T74" fmla="*/ 5 w 628"/>
                <a:gd name="T75" fmla="*/ 3 h 383"/>
                <a:gd name="T76" fmla="*/ 5 w 628"/>
                <a:gd name="T77" fmla="*/ 3 h 383"/>
                <a:gd name="T78" fmla="*/ 5 w 628"/>
                <a:gd name="T79" fmla="*/ 3 h 383"/>
                <a:gd name="T80" fmla="*/ 5 w 628"/>
                <a:gd name="T81" fmla="*/ 3 h 383"/>
                <a:gd name="T82" fmla="*/ 5 w 628"/>
                <a:gd name="T83" fmla="*/ 3 h 383"/>
                <a:gd name="T84" fmla="*/ 5 w 628"/>
                <a:gd name="T85" fmla="*/ 2 h 383"/>
                <a:gd name="T86" fmla="*/ 5 w 628"/>
                <a:gd name="T87" fmla="*/ 2 h 383"/>
                <a:gd name="T88" fmla="*/ 5 w 628"/>
                <a:gd name="T89" fmla="*/ 2 h 383"/>
                <a:gd name="T90" fmla="*/ 5 w 628"/>
                <a:gd name="T91" fmla="*/ 2 h 38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628"/>
                <a:gd name="T139" fmla="*/ 0 h 383"/>
                <a:gd name="T140" fmla="*/ 628 w 628"/>
                <a:gd name="T141" fmla="*/ 383 h 38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628" h="383">
                  <a:moveTo>
                    <a:pt x="581" y="289"/>
                  </a:moveTo>
                  <a:lnTo>
                    <a:pt x="582" y="289"/>
                  </a:lnTo>
                  <a:lnTo>
                    <a:pt x="541" y="287"/>
                  </a:lnTo>
                  <a:lnTo>
                    <a:pt x="500" y="283"/>
                  </a:lnTo>
                  <a:lnTo>
                    <a:pt x="462" y="276"/>
                  </a:lnTo>
                  <a:lnTo>
                    <a:pt x="424" y="268"/>
                  </a:lnTo>
                  <a:lnTo>
                    <a:pt x="389" y="255"/>
                  </a:lnTo>
                  <a:lnTo>
                    <a:pt x="352" y="242"/>
                  </a:lnTo>
                  <a:lnTo>
                    <a:pt x="320" y="227"/>
                  </a:lnTo>
                  <a:lnTo>
                    <a:pt x="287" y="209"/>
                  </a:lnTo>
                  <a:lnTo>
                    <a:pt x="255" y="189"/>
                  </a:lnTo>
                  <a:lnTo>
                    <a:pt x="226" y="168"/>
                  </a:lnTo>
                  <a:lnTo>
                    <a:pt x="198" y="145"/>
                  </a:lnTo>
                  <a:lnTo>
                    <a:pt x="172" y="119"/>
                  </a:lnTo>
                  <a:lnTo>
                    <a:pt x="146" y="92"/>
                  </a:lnTo>
                  <a:lnTo>
                    <a:pt x="122" y="64"/>
                  </a:lnTo>
                  <a:lnTo>
                    <a:pt x="100" y="33"/>
                  </a:lnTo>
                  <a:lnTo>
                    <a:pt x="82" y="0"/>
                  </a:lnTo>
                  <a:lnTo>
                    <a:pt x="0" y="47"/>
                  </a:lnTo>
                  <a:lnTo>
                    <a:pt x="23" y="85"/>
                  </a:lnTo>
                  <a:lnTo>
                    <a:pt x="49" y="120"/>
                  </a:lnTo>
                  <a:lnTo>
                    <a:pt x="76" y="153"/>
                  </a:lnTo>
                  <a:lnTo>
                    <a:pt x="104" y="185"/>
                  </a:lnTo>
                  <a:lnTo>
                    <a:pt x="137" y="215"/>
                  </a:lnTo>
                  <a:lnTo>
                    <a:pt x="170" y="241"/>
                  </a:lnTo>
                  <a:lnTo>
                    <a:pt x="204" y="267"/>
                  </a:lnTo>
                  <a:lnTo>
                    <a:pt x="240" y="289"/>
                  </a:lnTo>
                  <a:lnTo>
                    <a:pt x="277" y="309"/>
                  </a:lnTo>
                  <a:lnTo>
                    <a:pt x="317" y="329"/>
                  </a:lnTo>
                  <a:lnTo>
                    <a:pt x="358" y="344"/>
                  </a:lnTo>
                  <a:lnTo>
                    <a:pt x="400" y="357"/>
                  </a:lnTo>
                  <a:lnTo>
                    <a:pt x="444" y="367"/>
                  </a:lnTo>
                  <a:lnTo>
                    <a:pt x="488" y="374"/>
                  </a:lnTo>
                  <a:lnTo>
                    <a:pt x="534" y="380"/>
                  </a:lnTo>
                  <a:lnTo>
                    <a:pt x="580" y="383"/>
                  </a:lnTo>
                  <a:lnTo>
                    <a:pt x="581" y="383"/>
                  </a:lnTo>
                  <a:lnTo>
                    <a:pt x="580" y="383"/>
                  </a:lnTo>
                  <a:lnTo>
                    <a:pt x="600" y="379"/>
                  </a:lnTo>
                  <a:lnTo>
                    <a:pt x="615" y="369"/>
                  </a:lnTo>
                  <a:lnTo>
                    <a:pt x="624" y="353"/>
                  </a:lnTo>
                  <a:lnTo>
                    <a:pt x="628" y="337"/>
                  </a:lnTo>
                  <a:lnTo>
                    <a:pt x="625" y="319"/>
                  </a:lnTo>
                  <a:lnTo>
                    <a:pt x="617" y="304"/>
                  </a:lnTo>
                  <a:lnTo>
                    <a:pt x="602" y="294"/>
                  </a:lnTo>
                  <a:lnTo>
                    <a:pt x="582" y="289"/>
                  </a:lnTo>
                  <a:lnTo>
                    <a:pt x="581" y="28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9705" name="Freeform 33"/>
            <p:cNvSpPr>
              <a:spLocks/>
            </p:cNvSpPr>
            <p:nvPr/>
          </p:nvSpPr>
          <p:spPr bwMode="auto">
            <a:xfrm>
              <a:off x="1587" y="1880"/>
              <a:ext cx="85" cy="49"/>
            </a:xfrm>
            <a:custGeom>
              <a:avLst/>
              <a:gdLst>
                <a:gd name="T0" fmla="*/ 3 w 426"/>
                <a:gd name="T1" fmla="*/ 0 h 245"/>
                <a:gd name="T2" fmla="*/ 3 w 426"/>
                <a:gd name="T3" fmla="*/ 0 h 245"/>
                <a:gd name="T4" fmla="*/ 3 w 426"/>
                <a:gd name="T5" fmla="*/ 0 h 245"/>
                <a:gd name="T6" fmla="*/ 3 w 426"/>
                <a:gd name="T7" fmla="*/ 0 h 245"/>
                <a:gd name="T8" fmla="*/ 2 w 426"/>
                <a:gd name="T9" fmla="*/ 0 h 245"/>
                <a:gd name="T10" fmla="*/ 2 w 426"/>
                <a:gd name="T11" fmla="*/ 0 h 245"/>
                <a:gd name="T12" fmla="*/ 2 w 426"/>
                <a:gd name="T13" fmla="*/ 0 h 245"/>
                <a:gd name="T14" fmla="*/ 2 w 426"/>
                <a:gd name="T15" fmla="*/ 0 h 245"/>
                <a:gd name="T16" fmla="*/ 1 w 426"/>
                <a:gd name="T17" fmla="*/ 0 h 245"/>
                <a:gd name="T18" fmla="*/ 1 w 426"/>
                <a:gd name="T19" fmla="*/ 1 h 245"/>
                <a:gd name="T20" fmla="*/ 1 w 426"/>
                <a:gd name="T21" fmla="*/ 1 h 245"/>
                <a:gd name="T22" fmla="*/ 1 w 426"/>
                <a:gd name="T23" fmla="*/ 1 h 245"/>
                <a:gd name="T24" fmla="*/ 0 w 426"/>
                <a:gd name="T25" fmla="*/ 1 h 245"/>
                <a:gd name="T26" fmla="*/ 0 w 426"/>
                <a:gd name="T27" fmla="*/ 1 h 245"/>
                <a:gd name="T28" fmla="*/ 0 w 426"/>
                <a:gd name="T29" fmla="*/ 1 h 245"/>
                <a:gd name="T30" fmla="*/ 0 w 426"/>
                <a:gd name="T31" fmla="*/ 2 h 245"/>
                <a:gd name="T32" fmla="*/ 0 w 426"/>
                <a:gd name="T33" fmla="*/ 2 h 245"/>
                <a:gd name="T34" fmla="*/ 0 w 426"/>
                <a:gd name="T35" fmla="*/ 2 h 245"/>
                <a:gd name="T36" fmla="*/ 0 w 426"/>
                <a:gd name="T37" fmla="*/ 2 h 245"/>
                <a:gd name="T38" fmla="*/ 0 w 426"/>
                <a:gd name="T39" fmla="*/ 2 h 245"/>
                <a:gd name="T40" fmla="*/ 0 w 426"/>
                <a:gd name="T41" fmla="*/ 2 h 245"/>
                <a:gd name="T42" fmla="*/ 0 w 426"/>
                <a:gd name="T43" fmla="*/ 1 h 245"/>
                <a:gd name="T44" fmla="*/ 0 w 426"/>
                <a:gd name="T45" fmla="*/ 1 h 245"/>
                <a:gd name="T46" fmla="*/ 0 w 426"/>
                <a:gd name="T47" fmla="*/ 1 h 245"/>
                <a:gd name="T48" fmla="*/ 1 w 426"/>
                <a:gd name="T49" fmla="*/ 1 h 245"/>
                <a:gd name="T50" fmla="*/ 1 w 426"/>
                <a:gd name="T51" fmla="*/ 1 h 245"/>
                <a:gd name="T52" fmla="*/ 1 w 426"/>
                <a:gd name="T53" fmla="*/ 1 h 245"/>
                <a:gd name="T54" fmla="*/ 1 w 426"/>
                <a:gd name="T55" fmla="*/ 1 h 245"/>
                <a:gd name="T56" fmla="*/ 2 w 426"/>
                <a:gd name="T57" fmla="*/ 0 h 245"/>
                <a:gd name="T58" fmla="*/ 2 w 426"/>
                <a:gd name="T59" fmla="*/ 0 h 245"/>
                <a:gd name="T60" fmla="*/ 2 w 426"/>
                <a:gd name="T61" fmla="*/ 0 h 245"/>
                <a:gd name="T62" fmla="*/ 2 w 426"/>
                <a:gd name="T63" fmla="*/ 0 h 245"/>
                <a:gd name="T64" fmla="*/ 3 w 426"/>
                <a:gd name="T65" fmla="*/ 0 h 245"/>
                <a:gd name="T66" fmla="*/ 3 w 426"/>
                <a:gd name="T67" fmla="*/ 0 h 245"/>
                <a:gd name="T68" fmla="*/ 3 w 426"/>
                <a:gd name="T69" fmla="*/ 0 h 245"/>
                <a:gd name="T70" fmla="*/ 3 w 426"/>
                <a:gd name="T71" fmla="*/ 0 h 245"/>
                <a:gd name="T72" fmla="*/ 3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426" y="0"/>
                  </a:moveTo>
                  <a:lnTo>
                    <a:pt x="426" y="0"/>
                  </a:lnTo>
                  <a:lnTo>
                    <a:pt x="384" y="1"/>
                  </a:lnTo>
                  <a:lnTo>
                    <a:pt x="340" y="4"/>
                  </a:lnTo>
                  <a:lnTo>
                    <a:pt x="300" y="10"/>
                  </a:lnTo>
                  <a:lnTo>
                    <a:pt x="262" y="18"/>
                  </a:lnTo>
                  <a:lnTo>
                    <a:pt x="224" y="29"/>
                  </a:lnTo>
                  <a:lnTo>
                    <a:pt x="189" y="41"/>
                  </a:lnTo>
                  <a:lnTo>
                    <a:pt x="157" y="55"/>
                  </a:lnTo>
                  <a:lnTo>
                    <a:pt x="126" y="70"/>
                  </a:lnTo>
                  <a:lnTo>
                    <a:pt x="99" y="89"/>
                  </a:lnTo>
                  <a:lnTo>
                    <a:pt x="74" y="106"/>
                  </a:lnTo>
                  <a:lnTo>
                    <a:pt x="52" y="126"/>
                  </a:lnTo>
                  <a:lnTo>
                    <a:pt x="34" y="148"/>
                  </a:lnTo>
                  <a:lnTo>
                    <a:pt x="19" y="171"/>
                  </a:lnTo>
                  <a:lnTo>
                    <a:pt x="9" y="194"/>
                  </a:lnTo>
                  <a:lnTo>
                    <a:pt x="3" y="219"/>
                  </a:lnTo>
                  <a:lnTo>
                    <a:pt x="0" y="245"/>
                  </a:lnTo>
                  <a:lnTo>
                    <a:pt x="12" y="245"/>
                  </a:lnTo>
                  <a:lnTo>
                    <a:pt x="15" y="221"/>
                  </a:lnTo>
                  <a:lnTo>
                    <a:pt x="20" y="199"/>
                  </a:lnTo>
                  <a:lnTo>
                    <a:pt x="31" y="178"/>
                  </a:lnTo>
                  <a:lnTo>
                    <a:pt x="44" y="156"/>
                  </a:lnTo>
                  <a:lnTo>
                    <a:pt x="61" y="136"/>
                  </a:lnTo>
                  <a:lnTo>
                    <a:pt x="81" y="116"/>
                  </a:lnTo>
                  <a:lnTo>
                    <a:pt x="106" y="98"/>
                  </a:lnTo>
                  <a:lnTo>
                    <a:pt x="133" y="82"/>
                  </a:lnTo>
                  <a:lnTo>
                    <a:pt x="162" y="66"/>
                  </a:lnTo>
                  <a:lnTo>
                    <a:pt x="194" y="52"/>
                  </a:lnTo>
                  <a:lnTo>
                    <a:pt x="229" y="41"/>
                  </a:lnTo>
                  <a:lnTo>
                    <a:pt x="264" y="30"/>
                  </a:lnTo>
                  <a:lnTo>
                    <a:pt x="303" y="22"/>
                  </a:lnTo>
                  <a:lnTo>
                    <a:pt x="343" y="16"/>
                  </a:lnTo>
                  <a:lnTo>
                    <a:pt x="384" y="12"/>
                  </a:lnTo>
                  <a:lnTo>
                    <a:pt x="426" y="11"/>
                  </a:lnTo>
                  <a:lnTo>
                    <a:pt x="42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9706" name="Freeform 34"/>
            <p:cNvSpPr>
              <a:spLocks/>
            </p:cNvSpPr>
            <p:nvPr/>
          </p:nvSpPr>
          <p:spPr bwMode="auto">
            <a:xfrm>
              <a:off x="1587" y="1929"/>
              <a:ext cx="85" cy="49"/>
            </a:xfrm>
            <a:custGeom>
              <a:avLst/>
              <a:gdLst>
                <a:gd name="T0" fmla="*/ 0 w 426"/>
                <a:gd name="T1" fmla="*/ 0 h 245"/>
                <a:gd name="T2" fmla="*/ 0 w 426"/>
                <a:gd name="T3" fmla="*/ 0 h 245"/>
                <a:gd name="T4" fmla="*/ 0 w 426"/>
                <a:gd name="T5" fmla="*/ 0 h 245"/>
                <a:gd name="T6" fmla="*/ 0 w 426"/>
                <a:gd name="T7" fmla="*/ 0 h 245"/>
                <a:gd name="T8" fmla="*/ 0 w 426"/>
                <a:gd name="T9" fmla="*/ 1 h 245"/>
                <a:gd name="T10" fmla="*/ 0 w 426"/>
                <a:gd name="T11" fmla="*/ 1 h 245"/>
                <a:gd name="T12" fmla="*/ 0 w 426"/>
                <a:gd name="T13" fmla="*/ 1 h 245"/>
                <a:gd name="T14" fmla="*/ 1 w 426"/>
                <a:gd name="T15" fmla="*/ 1 h 245"/>
                <a:gd name="T16" fmla="*/ 1 w 426"/>
                <a:gd name="T17" fmla="*/ 1 h 245"/>
                <a:gd name="T18" fmla="*/ 1 w 426"/>
                <a:gd name="T19" fmla="*/ 1 h 245"/>
                <a:gd name="T20" fmla="*/ 1 w 426"/>
                <a:gd name="T21" fmla="*/ 2 h 245"/>
                <a:gd name="T22" fmla="*/ 2 w 426"/>
                <a:gd name="T23" fmla="*/ 2 h 245"/>
                <a:gd name="T24" fmla="*/ 2 w 426"/>
                <a:gd name="T25" fmla="*/ 2 h 245"/>
                <a:gd name="T26" fmla="*/ 2 w 426"/>
                <a:gd name="T27" fmla="*/ 2 h 245"/>
                <a:gd name="T28" fmla="*/ 2 w 426"/>
                <a:gd name="T29" fmla="*/ 2 h 245"/>
                <a:gd name="T30" fmla="*/ 3 w 426"/>
                <a:gd name="T31" fmla="*/ 2 h 245"/>
                <a:gd name="T32" fmla="*/ 3 w 426"/>
                <a:gd name="T33" fmla="*/ 2 h 245"/>
                <a:gd name="T34" fmla="*/ 3 w 426"/>
                <a:gd name="T35" fmla="*/ 2 h 245"/>
                <a:gd name="T36" fmla="*/ 3 w 426"/>
                <a:gd name="T37" fmla="*/ 2 h 245"/>
                <a:gd name="T38" fmla="*/ 3 w 426"/>
                <a:gd name="T39" fmla="*/ 2 h 245"/>
                <a:gd name="T40" fmla="*/ 3 w 426"/>
                <a:gd name="T41" fmla="*/ 2 h 245"/>
                <a:gd name="T42" fmla="*/ 2 w 426"/>
                <a:gd name="T43" fmla="*/ 2 h 245"/>
                <a:gd name="T44" fmla="*/ 2 w 426"/>
                <a:gd name="T45" fmla="*/ 2 h 245"/>
                <a:gd name="T46" fmla="*/ 2 w 426"/>
                <a:gd name="T47" fmla="*/ 2 h 245"/>
                <a:gd name="T48" fmla="*/ 2 w 426"/>
                <a:gd name="T49" fmla="*/ 2 h 245"/>
                <a:gd name="T50" fmla="*/ 1 w 426"/>
                <a:gd name="T51" fmla="*/ 1 h 245"/>
                <a:gd name="T52" fmla="*/ 1 w 426"/>
                <a:gd name="T53" fmla="*/ 1 h 245"/>
                <a:gd name="T54" fmla="*/ 1 w 426"/>
                <a:gd name="T55" fmla="*/ 1 h 245"/>
                <a:gd name="T56" fmla="*/ 1 w 426"/>
                <a:gd name="T57" fmla="*/ 1 h 245"/>
                <a:gd name="T58" fmla="*/ 0 w 426"/>
                <a:gd name="T59" fmla="*/ 1 h 245"/>
                <a:gd name="T60" fmla="*/ 0 w 426"/>
                <a:gd name="T61" fmla="*/ 1 h 245"/>
                <a:gd name="T62" fmla="*/ 0 w 426"/>
                <a:gd name="T63" fmla="*/ 1 h 245"/>
                <a:gd name="T64" fmla="*/ 0 w 426"/>
                <a:gd name="T65" fmla="*/ 0 h 245"/>
                <a:gd name="T66" fmla="*/ 0 w 426"/>
                <a:gd name="T67" fmla="*/ 0 h 245"/>
                <a:gd name="T68" fmla="*/ 0 w 426"/>
                <a:gd name="T69" fmla="*/ 0 h 245"/>
                <a:gd name="T70" fmla="*/ 0 w 426"/>
                <a:gd name="T71" fmla="*/ 0 h 245"/>
                <a:gd name="T72" fmla="*/ 0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0" y="0"/>
                  </a:moveTo>
                  <a:lnTo>
                    <a:pt x="0" y="0"/>
                  </a:lnTo>
                  <a:lnTo>
                    <a:pt x="3" y="25"/>
                  </a:lnTo>
                  <a:lnTo>
                    <a:pt x="9" y="50"/>
                  </a:lnTo>
                  <a:lnTo>
                    <a:pt x="19" y="73"/>
                  </a:lnTo>
                  <a:lnTo>
                    <a:pt x="34" y="96"/>
                  </a:lnTo>
                  <a:lnTo>
                    <a:pt x="52" y="118"/>
                  </a:lnTo>
                  <a:lnTo>
                    <a:pt x="74" y="138"/>
                  </a:lnTo>
                  <a:lnTo>
                    <a:pt x="99" y="156"/>
                  </a:lnTo>
                  <a:lnTo>
                    <a:pt x="126" y="174"/>
                  </a:lnTo>
                  <a:lnTo>
                    <a:pt x="157" y="190"/>
                  </a:lnTo>
                  <a:lnTo>
                    <a:pt x="189" y="204"/>
                  </a:lnTo>
                  <a:lnTo>
                    <a:pt x="224" y="215"/>
                  </a:lnTo>
                  <a:lnTo>
                    <a:pt x="262" y="226"/>
                  </a:lnTo>
                  <a:lnTo>
                    <a:pt x="300" y="234"/>
                  </a:lnTo>
                  <a:lnTo>
                    <a:pt x="340" y="240"/>
                  </a:lnTo>
                  <a:lnTo>
                    <a:pt x="384" y="244"/>
                  </a:lnTo>
                  <a:lnTo>
                    <a:pt x="426" y="245"/>
                  </a:lnTo>
                  <a:lnTo>
                    <a:pt x="426" y="233"/>
                  </a:lnTo>
                  <a:lnTo>
                    <a:pt x="384" y="232"/>
                  </a:lnTo>
                  <a:lnTo>
                    <a:pt x="343" y="228"/>
                  </a:lnTo>
                  <a:lnTo>
                    <a:pt x="303" y="222"/>
                  </a:lnTo>
                  <a:lnTo>
                    <a:pt x="264" y="214"/>
                  </a:lnTo>
                  <a:lnTo>
                    <a:pt x="229" y="204"/>
                  </a:lnTo>
                  <a:lnTo>
                    <a:pt x="194" y="192"/>
                  </a:lnTo>
                  <a:lnTo>
                    <a:pt x="162" y="178"/>
                  </a:lnTo>
                  <a:lnTo>
                    <a:pt x="133" y="163"/>
                  </a:lnTo>
                  <a:lnTo>
                    <a:pt x="106" y="146"/>
                  </a:lnTo>
                  <a:lnTo>
                    <a:pt x="81" y="129"/>
                  </a:lnTo>
                  <a:lnTo>
                    <a:pt x="61" y="109"/>
                  </a:lnTo>
                  <a:lnTo>
                    <a:pt x="44" y="89"/>
                  </a:lnTo>
                  <a:lnTo>
                    <a:pt x="31" y="66"/>
                  </a:lnTo>
                  <a:lnTo>
                    <a:pt x="20" y="45"/>
                  </a:lnTo>
                  <a:lnTo>
                    <a:pt x="15" y="2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9707" name="Freeform 35"/>
            <p:cNvSpPr>
              <a:spLocks/>
            </p:cNvSpPr>
            <p:nvPr/>
          </p:nvSpPr>
          <p:spPr bwMode="auto">
            <a:xfrm>
              <a:off x="878" y="1448"/>
              <a:ext cx="792" cy="954"/>
            </a:xfrm>
            <a:custGeom>
              <a:avLst/>
              <a:gdLst>
                <a:gd name="T0" fmla="*/ 13 w 3960"/>
                <a:gd name="T1" fmla="*/ 38 h 4768"/>
                <a:gd name="T2" fmla="*/ 14 w 3960"/>
                <a:gd name="T3" fmla="*/ 38 h 4768"/>
                <a:gd name="T4" fmla="*/ 15 w 3960"/>
                <a:gd name="T5" fmla="*/ 38 h 4768"/>
                <a:gd name="T6" fmla="*/ 15 w 3960"/>
                <a:gd name="T7" fmla="*/ 38 h 4768"/>
                <a:gd name="T8" fmla="*/ 16 w 3960"/>
                <a:gd name="T9" fmla="*/ 38 h 4768"/>
                <a:gd name="T10" fmla="*/ 17 w 3960"/>
                <a:gd name="T11" fmla="*/ 38 h 4768"/>
                <a:gd name="T12" fmla="*/ 17 w 3960"/>
                <a:gd name="T13" fmla="*/ 38 h 4768"/>
                <a:gd name="T14" fmla="*/ 18 w 3960"/>
                <a:gd name="T15" fmla="*/ 38 h 4768"/>
                <a:gd name="T16" fmla="*/ 18 w 3960"/>
                <a:gd name="T17" fmla="*/ 38 h 4768"/>
                <a:gd name="T18" fmla="*/ 29 w 3960"/>
                <a:gd name="T19" fmla="*/ 30 h 4768"/>
                <a:gd name="T20" fmla="*/ 30 w 3960"/>
                <a:gd name="T21" fmla="*/ 30 h 4768"/>
                <a:gd name="T22" fmla="*/ 30 w 3960"/>
                <a:gd name="T23" fmla="*/ 29 h 4768"/>
                <a:gd name="T24" fmla="*/ 31 w 3960"/>
                <a:gd name="T25" fmla="*/ 28 h 4768"/>
                <a:gd name="T26" fmla="*/ 31 w 3960"/>
                <a:gd name="T27" fmla="*/ 28 h 4768"/>
                <a:gd name="T28" fmla="*/ 31 w 3960"/>
                <a:gd name="T29" fmla="*/ 27 h 4768"/>
                <a:gd name="T30" fmla="*/ 32 w 3960"/>
                <a:gd name="T31" fmla="*/ 26 h 4768"/>
                <a:gd name="T32" fmla="*/ 32 w 3960"/>
                <a:gd name="T33" fmla="*/ 25 h 4768"/>
                <a:gd name="T34" fmla="*/ 32 w 3960"/>
                <a:gd name="T35" fmla="*/ 11 h 4768"/>
                <a:gd name="T36" fmla="*/ 32 w 3960"/>
                <a:gd name="T37" fmla="*/ 10 h 4768"/>
                <a:gd name="T38" fmla="*/ 31 w 3960"/>
                <a:gd name="T39" fmla="*/ 9 h 4768"/>
                <a:gd name="T40" fmla="*/ 31 w 3960"/>
                <a:gd name="T41" fmla="*/ 9 h 4768"/>
                <a:gd name="T42" fmla="*/ 31 w 3960"/>
                <a:gd name="T43" fmla="*/ 8 h 4768"/>
                <a:gd name="T44" fmla="*/ 31 w 3960"/>
                <a:gd name="T45" fmla="*/ 8 h 4768"/>
                <a:gd name="T46" fmla="*/ 30 w 3960"/>
                <a:gd name="T47" fmla="*/ 7 h 4768"/>
                <a:gd name="T48" fmla="*/ 30 w 3960"/>
                <a:gd name="T49" fmla="*/ 7 h 4768"/>
                <a:gd name="T50" fmla="*/ 29 w 3960"/>
                <a:gd name="T51" fmla="*/ 6 h 4768"/>
                <a:gd name="T52" fmla="*/ 19 w 3960"/>
                <a:gd name="T53" fmla="*/ 1 h 4768"/>
                <a:gd name="T54" fmla="*/ 18 w 3960"/>
                <a:gd name="T55" fmla="*/ 0 h 4768"/>
                <a:gd name="T56" fmla="*/ 17 w 3960"/>
                <a:gd name="T57" fmla="*/ 0 h 4768"/>
                <a:gd name="T58" fmla="*/ 17 w 3960"/>
                <a:gd name="T59" fmla="*/ 0 h 4768"/>
                <a:gd name="T60" fmla="*/ 16 w 3960"/>
                <a:gd name="T61" fmla="*/ 0 h 4768"/>
                <a:gd name="T62" fmla="*/ 15 w 3960"/>
                <a:gd name="T63" fmla="*/ 0 h 4768"/>
                <a:gd name="T64" fmla="*/ 14 w 3960"/>
                <a:gd name="T65" fmla="*/ 0 h 4768"/>
                <a:gd name="T66" fmla="*/ 14 w 3960"/>
                <a:gd name="T67" fmla="*/ 0 h 4768"/>
                <a:gd name="T68" fmla="*/ 2 w 3960"/>
                <a:gd name="T69" fmla="*/ 6 h 4768"/>
                <a:gd name="T70" fmla="*/ 2 w 3960"/>
                <a:gd name="T71" fmla="*/ 7 h 4768"/>
                <a:gd name="T72" fmla="*/ 1 w 3960"/>
                <a:gd name="T73" fmla="*/ 7 h 4768"/>
                <a:gd name="T74" fmla="*/ 1 w 3960"/>
                <a:gd name="T75" fmla="*/ 8 h 4768"/>
                <a:gd name="T76" fmla="*/ 1 w 3960"/>
                <a:gd name="T77" fmla="*/ 8 h 4768"/>
                <a:gd name="T78" fmla="*/ 0 w 3960"/>
                <a:gd name="T79" fmla="*/ 9 h 4768"/>
                <a:gd name="T80" fmla="*/ 0 w 3960"/>
                <a:gd name="T81" fmla="*/ 9 h 4768"/>
                <a:gd name="T82" fmla="*/ 0 w 3960"/>
                <a:gd name="T83" fmla="*/ 10 h 4768"/>
                <a:gd name="T84" fmla="*/ 0 w 3960"/>
                <a:gd name="T85" fmla="*/ 11 h 4768"/>
                <a:gd name="T86" fmla="*/ 0 w 3960"/>
                <a:gd name="T87" fmla="*/ 25 h 4768"/>
                <a:gd name="T88" fmla="*/ 0 w 3960"/>
                <a:gd name="T89" fmla="*/ 26 h 4768"/>
                <a:gd name="T90" fmla="*/ 0 w 3960"/>
                <a:gd name="T91" fmla="*/ 27 h 4768"/>
                <a:gd name="T92" fmla="*/ 1 w 3960"/>
                <a:gd name="T93" fmla="*/ 28 h 4768"/>
                <a:gd name="T94" fmla="*/ 1 w 3960"/>
                <a:gd name="T95" fmla="*/ 29 h 4768"/>
                <a:gd name="T96" fmla="*/ 1 w 3960"/>
                <a:gd name="T97" fmla="*/ 29 h 4768"/>
                <a:gd name="T98" fmla="*/ 2 w 3960"/>
                <a:gd name="T99" fmla="*/ 30 h 4768"/>
                <a:gd name="T100" fmla="*/ 3 w 3960"/>
                <a:gd name="T101" fmla="*/ 31 h 4768"/>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w 3960"/>
                <a:gd name="T154" fmla="*/ 0 h 4768"/>
                <a:gd name="T155" fmla="*/ 3960 w 3960"/>
                <a:gd name="T156" fmla="*/ 4768 h 4768"/>
              </a:gdLst>
              <a:ahLst/>
              <a:cxnLst>
                <a:cxn ang="T102">
                  <a:pos x="T0" y="T1"/>
                </a:cxn>
                <a:cxn ang="T103">
                  <a:pos x="T2" y="T3"/>
                </a:cxn>
                <a:cxn ang="T104">
                  <a:pos x="T4" y="T5"/>
                </a:cxn>
                <a:cxn ang="T105">
                  <a:pos x="T6" y="T7"/>
                </a:cxn>
                <a:cxn ang="T106">
                  <a:pos x="T8" y="T9"/>
                </a:cxn>
                <a:cxn ang="T107">
                  <a:pos x="T10" y="T11"/>
                </a:cxn>
                <a:cxn ang="T108">
                  <a:pos x="T12" y="T13"/>
                </a:cxn>
                <a:cxn ang="T109">
                  <a:pos x="T14" y="T15"/>
                </a:cxn>
                <a:cxn ang="T110">
                  <a:pos x="T16" y="T17"/>
                </a:cxn>
                <a:cxn ang="T111">
                  <a:pos x="T18" y="T19"/>
                </a:cxn>
                <a:cxn ang="T112">
                  <a:pos x="T20" y="T21"/>
                </a:cxn>
                <a:cxn ang="T113">
                  <a:pos x="T22" y="T23"/>
                </a:cxn>
                <a:cxn ang="T114">
                  <a:pos x="T24" y="T25"/>
                </a:cxn>
                <a:cxn ang="T115">
                  <a:pos x="T26" y="T27"/>
                </a:cxn>
                <a:cxn ang="T116">
                  <a:pos x="T28" y="T29"/>
                </a:cxn>
                <a:cxn ang="T117">
                  <a:pos x="T30" y="T31"/>
                </a:cxn>
                <a:cxn ang="T118">
                  <a:pos x="T32" y="T33"/>
                </a:cxn>
                <a:cxn ang="T119">
                  <a:pos x="T34" y="T35"/>
                </a:cxn>
                <a:cxn ang="T120">
                  <a:pos x="T36" y="T37"/>
                </a:cxn>
                <a:cxn ang="T121">
                  <a:pos x="T38" y="T39"/>
                </a:cxn>
                <a:cxn ang="T122">
                  <a:pos x="T40" y="T41"/>
                </a:cxn>
                <a:cxn ang="T123">
                  <a:pos x="T42" y="T43"/>
                </a:cxn>
                <a:cxn ang="T124">
                  <a:pos x="T44" y="T45"/>
                </a:cxn>
                <a:cxn ang="T125">
                  <a:pos x="T46" y="T47"/>
                </a:cxn>
                <a:cxn ang="T126">
                  <a:pos x="T48" y="T49"/>
                </a:cxn>
                <a:cxn ang="T127">
                  <a:pos x="T50" y="T51"/>
                </a:cxn>
                <a:cxn ang="T128">
                  <a:pos x="T52" y="T53"/>
                </a:cxn>
                <a:cxn ang="T129">
                  <a:pos x="T54" y="T55"/>
                </a:cxn>
                <a:cxn ang="T130">
                  <a:pos x="T56" y="T57"/>
                </a:cxn>
                <a:cxn ang="T131">
                  <a:pos x="T58" y="T59"/>
                </a:cxn>
                <a:cxn ang="T132">
                  <a:pos x="T60" y="T61"/>
                </a:cxn>
                <a:cxn ang="T133">
                  <a:pos x="T62" y="T63"/>
                </a:cxn>
                <a:cxn ang="T134">
                  <a:pos x="T64" y="T65"/>
                </a:cxn>
                <a:cxn ang="T135">
                  <a:pos x="T66" y="T67"/>
                </a:cxn>
                <a:cxn ang="T136">
                  <a:pos x="T68" y="T69"/>
                </a:cxn>
                <a:cxn ang="T137">
                  <a:pos x="T70" y="T71"/>
                </a:cxn>
                <a:cxn ang="T138">
                  <a:pos x="T72" y="T73"/>
                </a:cxn>
                <a:cxn ang="T139">
                  <a:pos x="T74" y="T75"/>
                </a:cxn>
                <a:cxn ang="T140">
                  <a:pos x="T76" y="T77"/>
                </a:cxn>
                <a:cxn ang="T141">
                  <a:pos x="T78" y="T79"/>
                </a:cxn>
                <a:cxn ang="T142">
                  <a:pos x="T80" y="T81"/>
                </a:cxn>
                <a:cxn ang="T143">
                  <a:pos x="T82" y="T83"/>
                </a:cxn>
                <a:cxn ang="T144">
                  <a:pos x="T84" y="T85"/>
                </a:cxn>
                <a:cxn ang="T145">
                  <a:pos x="T86" y="T87"/>
                </a:cxn>
                <a:cxn ang="T146">
                  <a:pos x="T88" y="T89"/>
                </a:cxn>
                <a:cxn ang="T147">
                  <a:pos x="T90" y="T91"/>
                </a:cxn>
                <a:cxn ang="T148">
                  <a:pos x="T92" y="T93"/>
                </a:cxn>
                <a:cxn ang="T149">
                  <a:pos x="T94" y="T95"/>
                </a:cxn>
                <a:cxn ang="T150">
                  <a:pos x="T96" y="T97"/>
                </a:cxn>
                <a:cxn ang="T151">
                  <a:pos x="T98" y="T99"/>
                </a:cxn>
                <a:cxn ang="T152">
                  <a:pos x="T100" y="T101"/>
                </a:cxn>
              </a:cxnLst>
              <a:rect l="T153" t="T154" r="T155" b="T156"/>
              <a:pathLst>
                <a:path w="3960" h="4768">
                  <a:moveTo>
                    <a:pt x="353" y="3849"/>
                  </a:moveTo>
                  <a:lnTo>
                    <a:pt x="1661" y="4700"/>
                  </a:lnTo>
                  <a:lnTo>
                    <a:pt x="1697" y="4717"/>
                  </a:lnTo>
                  <a:lnTo>
                    <a:pt x="1736" y="4731"/>
                  </a:lnTo>
                  <a:lnTo>
                    <a:pt x="1776" y="4742"/>
                  </a:lnTo>
                  <a:lnTo>
                    <a:pt x="1818" y="4753"/>
                  </a:lnTo>
                  <a:lnTo>
                    <a:pt x="1860" y="4760"/>
                  </a:lnTo>
                  <a:lnTo>
                    <a:pt x="1902" y="4765"/>
                  </a:lnTo>
                  <a:lnTo>
                    <a:pt x="1946" y="4768"/>
                  </a:lnTo>
                  <a:lnTo>
                    <a:pt x="1988" y="4768"/>
                  </a:lnTo>
                  <a:lnTo>
                    <a:pt x="2031" y="4767"/>
                  </a:lnTo>
                  <a:lnTo>
                    <a:pt x="2073" y="4763"/>
                  </a:lnTo>
                  <a:lnTo>
                    <a:pt x="2114" y="4758"/>
                  </a:lnTo>
                  <a:lnTo>
                    <a:pt x="2154" y="4751"/>
                  </a:lnTo>
                  <a:lnTo>
                    <a:pt x="2193" y="4740"/>
                  </a:lnTo>
                  <a:lnTo>
                    <a:pt x="2230" y="4729"/>
                  </a:lnTo>
                  <a:lnTo>
                    <a:pt x="2264" y="4715"/>
                  </a:lnTo>
                  <a:lnTo>
                    <a:pt x="2297" y="4700"/>
                  </a:lnTo>
                  <a:lnTo>
                    <a:pt x="3639" y="3825"/>
                  </a:lnTo>
                  <a:lnTo>
                    <a:pt x="3673" y="3795"/>
                  </a:lnTo>
                  <a:lnTo>
                    <a:pt x="3707" y="3761"/>
                  </a:lnTo>
                  <a:lnTo>
                    <a:pt x="3738" y="3725"/>
                  </a:lnTo>
                  <a:lnTo>
                    <a:pt x="3768" y="3685"/>
                  </a:lnTo>
                  <a:lnTo>
                    <a:pt x="3796" y="3644"/>
                  </a:lnTo>
                  <a:lnTo>
                    <a:pt x="3821" y="3599"/>
                  </a:lnTo>
                  <a:lnTo>
                    <a:pt x="3846" y="3553"/>
                  </a:lnTo>
                  <a:lnTo>
                    <a:pt x="3868" y="3505"/>
                  </a:lnTo>
                  <a:lnTo>
                    <a:pt x="3888" y="3456"/>
                  </a:lnTo>
                  <a:lnTo>
                    <a:pt x="3907" y="3406"/>
                  </a:lnTo>
                  <a:lnTo>
                    <a:pt x="3922" y="3354"/>
                  </a:lnTo>
                  <a:lnTo>
                    <a:pt x="3935" y="3303"/>
                  </a:lnTo>
                  <a:lnTo>
                    <a:pt x="3946" y="3250"/>
                  </a:lnTo>
                  <a:lnTo>
                    <a:pt x="3953" y="3197"/>
                  </a:lnTo>
                  <a:lnTo>
                    <a:pt x="3957" y="3144"/>
                  </a:lnTo>
                  <a:lnTo>
                    <a:pt x="3960" y="3092"/>
                  </a:lnTo>
                  <a:lnTo>
                    <a:pt x="3959" y="1313"/>
                  </a:lnTo>
                  <a:lnTo>
                    <a:pt x="3955" y="1271"/>
                  </a:lnTo>
                  <a:lnTo>
                    <a:pt x="3949" y="1229"/>
                  </a:lnTo>
                  <a:lnTo>
                    <a:pt x="3941" y="1189"/>
                  </a:lnTo>
                  <a:lnTo>
                    <a:pt x="3930" y="1149"/>
                  </a:lnTo>
                  <a:lnTo>
                    <a:pt x="3918" y="1111"/>
                  </a:lnTo>
                  <a:lnTo>
                    <a:pt x="3902" y="1075"/>
                  </a:lnTo>
                  <a:lnTo>
                    <a:pt x="3886" y="1040"/>
                  </a:lnTo>
                  <a:lnTo>
                    <a:pt x="3867" y="1006"/>
                  </a:lnTo>
                  <a:lnTo>
                    <a:pt x="3846" y="973"/>
                  </a:lnTo>
                  <a:lnTo>
                    <a:pt x="3823" y="942"/>
                  </a:lnTo>
                  <a:lnTo>
                    <a:pt x="3798" y="913"/>
                  </a:lnTo>
                  <a:lnTo>
                    <a:pt x="3771" y="886"/>
                  </a:lnTo>
                  <a:lnTo>
                    <a:pt x="3743" y="860"/>
                  </a:lnTo>
                  <a:lnTo>
                    <a:pt x="3714" y="837"/>
                  </a:lnTo>
                  <a:lnTo>
                    <a:pt x="3682" y="816"/>
                  </a:lnTo>
                  <a:lnTo>
                    <a:pt x="3649" y="796"/>
                  </a:lnTo>
                  <a:lnTo>
                    <a:pt x="2386" y="83"/>
                  </a:lnTo>
                  <a:lnTo>
                    <a:pt x="2350" y="65"/>
                  </a:lnTo>
                  <a:lnTo>
                    <a:pt x="2310" y="50"/>
                  </a:lnTo>
                  <a:lnTo>
                    <a:pt x="2268" y="36"/>
                  </a:lnTo>
                  <a:lnTo>
                    <a:pt x="2223" y="24"/>
                  </a:lnTo>
                  <a:lnTo>
                    <a:pt x="2178" y="15"/>
                  </a:lnTo>
                  <a:lnTo>
                    <a:pt x="2131" y="8"/>
                  </a:lnTo>
                  <a:lnTo>
                    <a:pt x="2082" y="3"/>
                  </a:lnTo>
                  <a:lnTo>
                    <a:pt x="2032" y="0"/>
                  </a:lnTo>
                  <a:lnTo>
                    <a:pt x="1982" y="1"/>
                  </a:lnTo>
                  <a:lnTo>
                    <a:pt x="1933" y="3"/>
                  </a:lnTo>
                  <a:lnTo>
                    <a:pt x="1882" y="9"/>
                  </a:lnTo>
                  <a:lnTo>
                    <a:pt x="1833" y="17"/>
                  </a:lnTo>
                  <a:lnTo>
                    <a:pt x="1785" y="29"/>
                  </a:lnTo>
                  <a:lnTo>
                    <a:pt x="1737" y="43"/>
                  </a:lnTo>
                  <a:lnTo>
                    <a:pt x="1691" y="62"/>
                  </a:lnTo>
                  <a:lnTo>
                    <a:pt x="1647" y="83"/>
                  </a:lnTo>
                  <a:lnTo>
                    <a:pt x="311" y="782"/>
                  </a:lnTo>
                  <a:lnTo>
                    <a:pt x="276" y="803"/>
                  </a:lnTo>
                  <a:lnTo>
                    <a:pt x="243" y="826"/>
                  </a:lnTo>
                  <a:lnTo>
                    <a:pt x="213" y="852"/>
                  </a:lnTo>
                  <a:lnTo>
                    <a:pt x="184" y="879"/>
                  </a:lnTo>
                  <a:lnTo>
                    <a:pt x="155" y="908"/>
                  </a:lnTo>
                  <a:lnTo>
                    <a:pt x="131" y="939"/>
                  </a:lnTo>
                  <a:lnTo>
                    <a:pt x="107" y="971"/>
                  </a:lnTo>
                  <a:lnTo>
                    <a:pt x="86" y="1005"/>
                  </a:lnTo>
                  <a:lnTo>
                    <a:pt x="68" y="1040"/>
                  </a:lnTo>
                  <a:lnTo>
                    <a:pt x="50" y="1076"/>
                  </a:lnTo>
                  <a:lnTo>
                    <a:pt x="36" y="1115"/>
                  </a:lnTo>
                  <a:lnTo>
                    <a:pt x="23" y="1153"/>
                  </a:lnTo>
                  <a:lnTo>
                    <a:pt x="14" y="1195"/>
                  </a:lnTo>
                  <a:lnTo>
                    <a:pt x="7" y="1236"/>
                  </a:lnTo>
                  <a:lnTo>
                    <a:pt x="2" y="1279"/>
                  </a:lnTo>
                  <a:lnTo>
                    <a:pt x="0" y="1322"/>
                  </a:lnTo>
                  <a:lnTo>
                    <a:pt x="0" y="3093"/>
                  </a:lnTo>
                  <a:lnTo>
                    <a:pt x="2" y="3147"/>
                  </a:lnTo>
                  <a:lnTo>
                    <a:pt x="7" y="3202"/>
                  </a:lnTo>
                  <a:lnTo>
                    <a:pt x="15" y="3257"/>
                  </a:lnTo>
                  <a:lnTo>
                    <a:pt x="27" y="3312"/>
                  </a:lnTo>
                  <a:lnTo>
                    <a:pt x="42" y="3366"/>
                  </a:lnTo>
                  <a:lnTo>
                    <a:pt x="59" y="3420"/>
                  </a:lnTo>
                  <a:lnTo>
                    <a:pt x="79" y="3474"/>
                  </a:lnTo>
                  <a:lnTo>
                    <a:pt x="102" y="3525"/>
                  </a:lnTo>
                  <a:lnTo>
                    <a:pt x="127" y="3576"/>
                  </a:lnTo>
                  <a:lnTo>
                    <a:pt x="154" y="3624"/>
                  </a:lnTo>
                  <a:lnTo>
                    <a:pt x="184" y="3670"/>
                  </a:lnTo>
                  <a:lnTo>
                    <a:pt x="214" y="3712"/>
                  </a:lnTo>
                  <a:lnTo>
                    <a:pt x="247" y="3752"/>
                  </a:lnTo>
                  <a:lnTo>
                    <a:pt x="281" y="3788"/>
                  </a:lnTo>
                  <a:lnTo>
                    <a:pt x="317" y="3821"/>
                  </a:lnTo>
                  <a:lnTo>
                    <a:pt x="353" y="384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9708" name="Freeform 36"/>
            <p:cNvSpPr>
              <a:spLocks/>
            </p:cNvSpPr>
            <p:nvPr/>
          </p:nvSpPr>
          <p:spPr bwMode="auto">
            <a:xfrm>
              <a:off x="943" y="2210"/>
              <a:ext cx="276" cy="187"/>
            </a:xfrm>
            <a:custGeom>
              <a:avLst/>
              <a:gdLst>
                <a:gd name="T0" fmla="*/ 11 w 1380"/>
                <a:gd name="T1" fmla="*/ 7 h 937"/>
                <a:gd name="T2" fmla="*/ 11 w 1380"/>
                <a:gd name="T3" fmla="*/ 7 h 937"/>
                <a:gd name="T4" fmla="*/ 0 w 1380"/>
                <a:gd name="T5" fmla="*/ 0 h 937"/>
                <a:gd name="T6" fmla="*/ 0 w 1380"/>
                <a:gd name="T7" fmla="*/ 1 h 937"/>
                <a:gd name="T8" fmla="*/ 10 w 1380"/>
                <a:gd name="T9" fmla="*/ 7 h 937"/>
                <a:gd name="T10" fmla="*/ 10 w 1380"/>
                <a:gd name="T11" fmla="*/ 7 h 937"/>
                <a:gd name="T12" fmla="*/ 10 w 1380"/>
                <a:gd name="T13" fmla="*/ 7 h 937"/>
                <a:gd name="T14" fmla="*/ 11 w 1380"/>
                <a:gd name="T15" fmla="*/ 7 h 937"/>
                <a:gd name="T16" fmla="*/ 11 w 1380"/>
                <a:gd name="T17" fmla="*/ 7 h 937"/>
                <a:gd name="T18" fmla="*/ 11 w 1380"/>
                <a:gd name="T19" fmla="*/ 7 h 937"/>
                <a:gd name="T20" fmla="*/ 11 w 1380"/>
                <a:gd name="T21" fmla="*/ 7 h 937"/>
                <a:gd name="T22" fmla="*/ 11 w 1380"/>
                <a:gd name="T23" fmla="*/ 7 h 937"/>
                <a:gd name="T24" fmla="*/ 11 w 1380"/>
                <a:gd name="T25" fmla="*/ 7 h 937"/>
                <a:gd name="T26" fmla="*/ 11 w 1380"/>
                <a:gd name="T27" fmla="*/ 7 h 937"/>
                <a:gd name="T28" fmla="*/ 11 w 1380"/>
                <a:gd name="T29" fmla="*/ 7 h 937"/>
                <a:gd name="T30" fmla="*/ 11 w 1380"/>
                <a:gd name="T31" fmla="*/ 7 h 93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80"/>
                <a:gd name="T49" fmla="*/ 0 h 937"/>
                <a:gd name="T50" fmla="*/ 1380 w 1380"/>
                <a:gd name="T51" fmla="*/ 937 h 93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80" h="937">
                  <a:moveTo>
                    <a:pt x="1354" y="848"/>
                  </a:moveTo>
                  <a:lnTo>
                    <a:pt x="1359" y="851"/>
                  </a:lnTo>
                  <a:lnTo>
                    <a:pt x="51" y="0"/>
                  </a:lnTo>
                  <a:lnTo>
                    <a:pt x="0" y="78"/>
                  </a:lnTo>
                  <a:lnTo>
                    <a:pt x="1307" y="929"/>
                  </a:lnTo>
                  <a:lnTo>
                    <a:pt x="1312" y="932"/>
                  </a:lnTo>
                  <a:lnTo>
                    <a:pt x="1307" y="929"/>
                  </a:lnTo>
                  <a:lnTo>
                    <a:pt x="1326" y="937"/>
                  </a:lnTo>
                  <a:lnTo>
                    <a:pt x="1345" y="936"/>
                  </a:lnTo>
                  <a:lnTo>
                    <a:pt x="1360" y="929"/>
                  </a:lnTo>
                  <a:lnTo>
                    <a:pt x="1372" y="916"/>
                  </a:lnTo>
                  <a:lnTo>
                    <a:pt x="1379" y="899"/>
                  </a:lnTo>
                  <a:lnTo>
                    <a:pt x="1380" y="883"/>
                  </a:lnTo>
                  <a:lnTo>
                    <a:pt x="1374" y="865"/>
                  </a:lnTo>
                  <a:lnTo>
                    <a:pt x="1359" y="851"/>
                  </a:lnTo>
                  <a:lnTo>
                    <a:pt x="1354" y="84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9709" name="Freeform 37"/>
            <p:cNvSpPr>
              <a:spLocks/>
            </p:cNvSpPr>
            <p:nvPr/>
          </p:nvSpPr>
          <p:spPr bwMode="auto">
            <a:xfrm>
              <a:off x="1206" y="2379"/>
              <a:ext cx="140" cy="32"/>
            </a:xfrm>
            <a:custGeom>
              <a:avLst/>
              <a:gdLst>
                <a:gd name="T0" fmla="*/ 5 w 703"/>
                <a:gd name="T1" fmla="*/ 0 h 162"/>
                <a:gd name="T2" fmla="*/ 5 w 703"/>
                <a:gd name="T3" fmla="*/ 0 h 162"/>
                <a:gd name="T4" fmla="*/ 5 w 703"/>
                <a:gd name="T5" fmla="*/ 0 h 162"/>
                <a:gd name="T6" fmla="*/ 5 w 703"/>
                <a:gd name="T7" fmla="*/ 0 h 162"/>
                <a:gd name="T8" fmla="*/ 4 w 703"/>
                <a:gd name="T9" fmla="*/ 0 h 162"/>
                <a:gd name="T10" fmla="*/ 4 w 703"/>
                <a:gd name="T11" fmla="*/ 0 h 162"/>
                <a:gd name="T12" fmla="*/ 4 w 703"/>
                <a:gd name="T13" fmla="*/ 0 h 162"/>
                <a:gd name="T14" fmla="*/ 3 w 703"/>
                <a:gd name="T15" fmla="*/ 1 h 162"/>
                <a:gd name="T16" fmla="*/ 3 w 703"/>
                <a:gd name="T17" fmla="*/ 1 h 162"/>
                <a:gd name="T18" fmla="*/ 3 w 703"/>
                <a:gd name="T19" fmla="*/ 1 h 162"/>
                <a:gd name="T20" fmla="*/ 2 w 703"/>
                <a:gd name="T21" fmla="*/ 1 h 162"/>
                <a:gd name="T22" fmla="*/ 2 w 703"/>
                <a:gd name="T23" fmla="*/ 1 h 162"/>
                <a:gd name="T24" fmla="*/ 2 w 703"/>
                <a:gd name="T25" fmla="*/ 0 h 162"/>
                <a:gd name="T26" fmla="*/ 1 w 703"/>
                <a:gd name="T27" fmla="*/ 0 h 162"/>
                <a:gd name="T28" fmla="*/ 1 w 703"/>
                <a:gd name="T29" fmla="*/ 0 h 162"/>
                <a:gd name="T30" fmla="*/ 1 w 703"/>
                <a:gd name="T31" fmla="*/ 0 h 162"/>
                <a:gd name="T32" fmla="*/ 1 w 703"/>
                <a:gd name="T33" fmla="*/ 0 h 162"/>
                <a:gd name="T34" fmla="*/ 0 w 703"/>
                <a:gd name="T35" fmla="*/ 0 h 162"/>
                <a:gd name="T36" fmla="*/ 0 w 703"/>
                <a:gd name="T37" fmla="*/ 1 h 162"/>
                <a:gd name="T38" fmla="*/ 0 w 703"/>
                <a:gd name="T39" fmla="*/ 1 h 162"/>
                <a:gd name="T40" fmla="*/ 1 w 703"/>
                <a:gd name="T41" fmla="*/ 1 h 162"/>
                <a:gd name="T42" fmla="*/ 1 w 703"/>
                <a:gd name="T43" fmla="*/ 1 h 162"/>
                <a:gd name="T44" fmla="*/ 1 w 703"/>
                <a:gd name="T45" fmla="*/ 1 h 162"/>
                <a:gd name="T46" fmla="*/ 2 w 703"/>
                <a:gd name="T47" fmla="*/ 1 h 162"/>
                <a:gd name="T48" fmla="*/ 2 w 703"/>
                <a:gd name="T49" fmla="*/ 1 h 162"/>
                <a:gd name="T50" fmla="*/ 2 w 703"/>
                <a:gd name="T51" fmla="*/ 1 h 162"/>
                <a:gd name="T52" fmla="*/ 3 w 703"/>
                <a:gd name="T53" fmla="*/ 1 h 162"/>
                <a:gd name="T54" fmla="*/ 3 w 703"/>
                <a:gd name="T55" fmla="*/ 1 h 162"/>
                <a:gd name="T56" fmla="*/ 3 w 703"/>
                <a:gd name="T57" fmla="*/ 1 h 162"/>
                <a:gd name="T58" fmla="*/ 4 w 703"/>
                <a:gd name="T59" fmla="*/ 1 h 162"/>
                <a:gd name="T60" fmla="*/ 4 w 703"/>
                <a:gd name="T61" fmla="*/ 1 h 162"/>
                <a:gd name="T62" fmla="*/ 5 w 703"/>
                <a:gd name="T63" fmla="*/ 1 h 162"/>
                <a:gd name="T64" fmla="*/ 5 w 703"/>
                <a:gd name="T65" fmla="*/ 1 h 162"/>
                <a:gd name="T66" fmla="*/ 5 w 703"/>
                <a:gd name="T67" fmla="*/ 1 h 162"/>
                <a:gd name="T68" fmla="*/ 5 w 703"/>
                <a:gd name="T69" fmla="*/ 1 h 162"/>
                <a:gd name="T70" fmla="*/ 5 w 703"/>
                <a:gd name="T71" fmla="*/ 1 h 162"/>
                <a:gd name="T72" fmla="*/ 5 w 703"/>
                <a:gd name="T73" fmla="*/ 1 h 162"/>
                <a:gd name="T74" fmla="*/ 5 w 703"/>
                <a:gd name="T75" fmla="*/ 1 h 162"/>
                <a:gd name="T76" fmla="*/ 6 w 703"/>
                <a:gd name="T77" fmla="*/ 0 h 162"/>
                <a:gd name="T78" fmla="*/ 6 w 703"/>
                <a:gd name="T79" fmla="*/ 0 h 162"/>
                <a:gd name="T80" fmla="*/ 6 w 703"/>
                <a:gd name="T81" fmla="*/ 0 h 162"/>
                <a:gd name="T82" fmla="*/ 5 w 703"/>
                <a:gd name="T83" fmla="*/ 0 h 162"/>
                <a:gd name="T84" fmla="*/ 5 w 703"/>
                <a:gd name="T85" fmla="*/ 0 h 162"/>
                <a:gd name="T86" fmla="*/ 5 w 703"/>
                <a:gd name="T87" fmla="*/ 0 h 162"/>
                <a:gd name="T88" fmla="*/ 5 w 703"/>
                <a:gd name="T89" fmla="*/ 0 h 162"/>
                <a:gd name="T90" fmla="*/ 5 w 703"/>
                <a:gd name="T91" fmla="*/ 0 h 162"/>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703"/>
                <a:gd name="T139" fmla="*/ 0 h 162"/>
                <a:gd name="T140" fmla="*/ 703 w 703"/>
                <a:gd name="T141" fmla="*/ 162 h 162"/>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703" h="162">
                  <a:moveTo>
                    <a:pt x="631" y="8"/>
                  </a:moveTo>
                  <a:lnTo>
                    <a:pt x="636" y="6"/>
                  </a:lnTo>
                  <a:lnTo>
                    <a:pt x="606" y="20"/>
                  </a:lnTo>
                  <a:lnTo>
                    <a:pt x="575" y="32"/>
                  </a:lnTo>
                  <a:lnTo>
                    <a:pt x="540" y="42"/>
                  </a:lnTo>
                  <a:lnTo>
                    <a:pt x="504" y="52"/>
                  </a:lnTo>
                  <a:lnTo>
                    <a:pt x="467" y="59"/>
                  </a:lnTo>
                  <a:lnTo>
                    <a:pt x="428" y="64"/>
                  </a:lnTo>
                  <a:lnTo>
                    <a:pt x="389" y="67"/>
                  </a:lnTo>
                  <a:lnTo>
                    <a:pt x="348" y="68"/>
                  </a:lnTo>
                  <a:lnTo>
                    <a:pt x="308" y="68"/>
                  </a:lnTo>
                  <a:lnTo>
                    <a:pt x="267" y="65"/>
                  </a:lnTo>
                  <a:lnTo>
                    <a:pt x="226" y="61"/>
                  </a:lnTo>
                  <a:lnTo>
                    <a:pt x="187" y="54"/>
                  </a:lnTo>
                  <a:lnTo>
                    <a:pt x="148" y="44"/>
                  </a:lnTo>
                  <a:lnTo>
                    <a:pt x="110" y="33"/>
                  </a:lnTo>
                  <a:lnTo>
                    <a:pt x="75" y="20"/>
                  </a:lnTo>
                  <a:lnTo>
                    <a:pt x="42" y="5"/>
                  </a:lnTo>
                  <a:lnTo>
                    <a:pt x="0" y="89"/>
                  </a:lnTo>
                  <a:lnTo>
                    <a:pt x="40" y="107"/>
                  </a:lnTo>
                  <a:lnTo>
                    <a:pt x="82" y="122"/>
                  </a:lnTo>
                  <a:lnTo>
                    <a:pt x="124" y="135"/>
                  </a:lnTo>
                  <a:lnTo>
                    <a:pt x="169" y="146"/>
                  </a:lnTo>
                  <a:lnTo>
                    <a:pt x="214" y="153"/>
                  </a:lnTo>
                  <a:lnTo>
                    <a:pt x="258" y="158"/>
                  </a:lnTo>
                  <a:lnTo>
                    <a:pt x="303" y="162"/>
                  </a:lnTo>
                  <a:lnTo>
                    <a:pt x="348" y="162"/>
                  </a:lnTo>
                  <a:lnTo>
                    <a:pt x="394" y="161"/>
                  </a:lnTo>
                  <a:lnTo>
                    <a:pt x="439" y="157"/>
                  </a:lnTo>
                  <a:lnTo>
                    <a:pt x="481" y="150"/>
                  </a:lnTo>
                  <a:lnTo>
                    <a:pt x="525" y="143"/>
                  </a:lnTo>
                  <a:lnTo>
                    <a:pt x="566" y="132"/>
                  </a:lnTo>
                  <a:lnTo>
                    <a:pt x="606" y="121"/>
                  </a:lnTo>
                  <a:lnTo>
                    <a:pt x="643" y="105"/>
                  </a:lnTo>
                  <a:lnTo>
                    <a:pt x="678" y="88"/>
                  </a:lnTo>
                  <a:lnTo>
                    <a:pt x="683" y="86"/>
                  </a:lnTo>
                  <a:lnTo>
                    <a:pt x="678" y="88"/>
                  </a:lnTo>
                  <a:lnTo>
                    <a:pt x="695" y="75"/>
                  </a:lnTo>
                  <a:lnTo>
                    <a:pt x="702" y="60"/>
                  </a:lnTo>
                  <a:lnTo>
                    <a:pt x="703" y="42"/>
                  </a:lnTo>
                  <a:lnTo>
                    <a:pt x="698" y="26"/>
                  </a:lnTo>
                  <a:lnTo>
                    <a:pt x="688" y="12"/>
                  </a:lnTo>
                  <a:lnTo>
                    <a:pt x="674" y="3"/>
                  </a:lnTo>
                  <a:lnTo>
                    <a:pt x="656" y="0"/>
                  </a:lnTo>
                  <a:lnTo>
                    <a:pt x="636" y="6"/>
                  </a:lnTo>
                  <a:lnTo>
                    <a:pt x="631"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9710" name="Freeform 38"/>
            <p:cNvSpPr>
              <a:spLocks/>
            </p:cNvSpPr>
            <p:nvPr/>
          </p:nvSpPr>
          <p:spPr bwMode="auto">
            <a:xfrm>
              <a:off x="1332" y="2204"/>
              <a:ext cx="283" cy="192"/>
            </a:xfrm>
            <a:custGeom>
              <a:avLst/>
              <a:gdLst>
                <a:gd name="T0" fmla="*/ 11 w 1415"/>
                <a:gd name="T1" fmla="*/ 0 h 960"/>
                <a:gd name="T2" fmla="*/ 11 w 1415"/>
                <a:gd name="T3" fmla="*/ 0 h 960"/>
                <a:gd name="T4" fmla="*/ 0 w 1415"/>
                <a:gd name="T5" fmla="*/ 7 h 960"/>
                <a:gd name="T6" fmla="*/ 0 w 1415"/>
                <a:gd name="T7" fmla="*/ 8 h 960"/>
                <a:gd name="T8" fmla="*/ 11 w 1415"/>
                <a:gd name="T9" fmla="*/ 1 h 960"/>
                <a:gd name="T10" fmla="*/ 11 w 1415"/>
                <a:gd name="T11" fmla="*/ 1 h 960"/>
                <a:gd name="T12" fmla="*/ 11 w 1415"/>
                <a:gd name="T13" fmla="*/ 1 h 960"/>
                <a:gd name="T14" fmla="*/ 11 w 1415"/>
                <a:gd name="T15" fmla="*/ 1 h 960"/>
                <a:gd name="T16" fmla="*/ 11 w 1415"/>
                <a:gd name="T17" fmla="*/ 0 h 960"/>
                <a:gd name="T18" fmla="*/ 11 w 1415"/>
                <a:gd name="T19" fmla="*/ 0 h 960"/>
                <a:gd name="T20" fmla="*/ 11 w 1415"/>
                <a:gd name="T21" fmla="*/ 0 h 960"/>
                <a:gd name="T22" fmla="*/ 11 w 1415"/>
                <a:gd name="T23" fmla="*/ 0 h 960"/>
                <a:gd name="T24" fmla="*/ 11 w 1415"/>
                <a:gd name="T25" fmla="*/ 0 h 960"/>
                <a:gd name="T26" fmla="*/ 11 w 1415"/>
                <a:gd name="T27" fmla="*/ 0 h 960"/>
                <a:gd name="T28" fmla="*/ 11 w 1415"/>
                <a:gd name="T29" fmla="*/ 0 h 960"/>
                <a:gd name="T30" fmla="*/ 11 w 1415"/>
                <a:gd name="T31" fmla="*/ 0 h 96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15"/>
                <a:gd name="T49" fmla="*/ 0 h 960"/>
                <a:gd name="T50" fmla="*/ 1415 w 1415"/>
                <a:gd name="T51" fmla="*/ 960 h 96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15" h="960">
                  <a:moveTo>
                    <a:pt x="1338" y="10"/>
                  </a:moveTo>
                  <a:lnTo>
                    <a:pt x="1342" y="8"/>
                  </a:lnTo>
                  <a:lnTo>
                    <a:pt x="0" y="882"/>
                  </a:lnTo>
                  <a:lnTo>
                    <a:pt x="52" y="960"/>
                  </a:lnTo>
                  <a:lnTo>
                    <a:pt x="1393" y="85"/>
                  </a:lnTo>
                  <a:lnTo>
                    <a:pt x="1397" y="83"/>
                  </a:lnTo>
                  <a:lnTo>
                    <a:pt x="1393" y="85"/>
                  </a:lnTo>
                  <a:lnTo>
                    <a:pt x="1409" y="71"/>
                  </a:lnTo>
                  <a:lnTo>
                    <a:pt x="1415" y="53"/>
                  </a:lnTo>
                  <a:lnTo>
                    <a:pt x="1413" y="37"/>
                  </a:lnTo>
                  <a:lnTo>
                    <a:pt x="1406" y="21"/>
                  </a:lnTo>
                  <a:lnTo>
                    <a:pt x="1395" y="8"/>
                  </a:lnTo>
                  <a:lnTo>
                    <a:pt x="1379" y="1"/>
                  </a:lnTo>
                  <a:lnTo>
                    <a:pt x="1361" y="0"/>
                  </a:lnTo>
                  <a:lnTo>
                    <a:pt x="1342" y="8"/>
                  </a:lnTo>
                  <a:lnTo>
                    <a:pt x="1338" y="1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9711" name="Freeform 39"/>
            <p:cNvSpPr>
              <a:spLocks/>
            </p:cNvSpPr>
            <p:nvPr/>
          </p:nvSpPr>
          <p:spPr bwMode="auto">
            <a:xfrm>
              <a:off x="1599" y="2057"/>
              <a:ext cx="80" cy="163"/>
            </a:xfrm>
            <a:custGeom>
              <a:avLst/>
              <a:gdLst>
                <a:gd name="T0" fmla="*/ 2 w 398"/>
                <a:gd name="T1" fmla="*/ 0 h 817"/>
                <a:gd name="T2" fmla="*/ 2 w 398"/>
                <a:gd name="T3" fmla="*/ 0 h 817"/>
                <a:gd name="T4" fmla="*/ 2 w 398"/>
                <a:gd name="T5" fmla="*/ 1 h 817"/>
                <a:gd name="T6" fmla="*/ 2 w 398"/>
                <a:gd name="T7" fmla="*/ 1 h 817"/>
                <a:gd name="T8" fmla="*/ 2 w 398"/>
                <a:gd name="T9" fmla="*/ 2 h 817"/>
                <a:gd name="T10" fmla="*/ 2 w 398"/>
                <a:gd name="T11" fmla="*/ 2 h 817"/>
                <a:gd name="T12" fmla="*/ 2 w 398"/>
                <a:gd name="T13" fmla="*/ 2 h 817"/>
                <a:gd name="T14" fmla="*/ 2 w 398"/>
                <a:gd name="T15" fmla="*/ 3 h 817"/>
                <a:gd name="T16" fmla="*/ 2 w 398"/>
                <a:gd name="T17" fmla="*/ 3 h 817"/>
                <a:gd name="T18" fmla="*/ 2 w 398"/>
                <a:gd name="T19" fmla="*/ 4 h 817"/>
                <a:gd name="T20" fmla="*/ 2 w 398"/>
                <a:gd name="T21" fmla="*/ 4 h 817"/>
                <a:gd name="T22" fmla="*/ 1 w 398"/>
                <a:gd name="T23" fmla="*/ 4 h 817"/>
                <a:gd name="T24" fmla="*/ 1 w 398"/>
                <a:gd name="T25" fmla="*/ 5 h 817"/>
                <a:gd name="T26" fmla="*/ 1 w 398"/>
                <a:gd name="T27" fmla="*/ 5 h 817"/>
                <a:gd name="T28" fmla="*/ 1 w 398"/>
                <a:gd name="T29" fmla="*/ 5 h 817"/>
                <a:gd name="T30" fmla="*/ 1 w 398"/>
                <a:gd name="T31" fmla="*/ 5 h 817"/>
                <a:gd name="T32" fmla="*/ 0 w 398"/>
                <a:gd name="T33" fmla="*/ 6 h 817"/>
                <a:gd name="T34" fmla="*/ 0 w 398"/>
                <a:gd name="T35" fmla="*/ 6 h 817"/>
                <a:gd name="T36" fmla="*/ 0 w 398"/>
                <a:gd name="T37" fmla="*/ 7 h 817"/>
                <a:gd name="T38" fmla="*/ 1 w 398"/>
                <a:gd name="T39" fmla="*/ 6 h 817"/>
                <a:gd name="T40" fmla="*/ 1 w 398"/>
                <a:gd name="T41" fmla="*/ 6 h 817"/>
                <a:gd name="T42" fmla="*/ 1 w 398"/>
                <a:gd name="T43" fmla="*/ 6 h 817"/>
                <a:gd name="T44" fmla="*/ 2 w 398"/>
                <a:gd name="T45" fmla="*/ 5 h 817"/>
                <a:gd name="T46" fmla="*/ 2 w 398"/>
                <a:gd name="T47" fmla="*/ 5 h 817"/>
                <a:gd name="T48" fmla="*/ 2 w 398"/>
                <a:gd name="T49" fmla="*/ 5 h 817"/>
                <a:gd name="T50" fmla="*/ 2 w 398"/>
                <a:gd name="T51" fmla="*/ 4 h 817"/>
                <a:gd name="T52" fmla="*/ 2 w 398"/>
                <a:gd name="T53" fmla="*/ 4 h 817"/>
                <a:gd name="T54" fmla="*/ 3 w 398"/>
                <a:gd name="T55" fmla="*/ 3 h 817"/>
                <a:gd name="T56" fmla="*/ 3 w 398"/>
                <a:gd name="T57" fmla="*/ 3 h 817"/>
                <a:gd name="T58" fmla="*/ 3 w 398"/>
                <a:gd name="T59" fmla="*/ 3 h 817"/>
                <a:gd name="T60" fmla="*/ 3 w 398"/>
                <a:gd name="T61" fmla="*/ 2 h 817"/>
                <a:gd name="T62" fmla="*/ 3 w 398"/>
                <a:gd name="T63" fmla="*/ 2 h 817"/>
                <a:gd name="T64" fmla="*/ 3 w 398"/>
                <a:gd name="T65" fmla="*/ 1 h 817"/>
                <a:gd name="T66" fmla="*/ 3 w 398"/>
                <a:gd name="T67" fmla="*/ 1 h 817"/>
                <a:gd name="T68" fmla="*/ 3 w 398"/>
                <a:gd name="T69" fmla="*/ 0 h 817"/>
                <a:gd name="T70" fmla="*/ 3 w 398"/>
                <a:gd name="T71" fmla="*/ 0 h 817"/>
                <a:gd name="T72" fmla="*/ 3 w 398"/>
                <a:gd name="T73" fmla="*/ 0 h 817"/>
                <a:gd name="T74" fmla="*/ 3 w 398"/>
                <a:gd name="T75" fmla="*/ 0 h 817"/>
                <a:gd name="T76" fmla="*/ 3 w 398"/>
                <a:gd name="T77" fmla="*/ 0 h 817"/>
                <a:gd name="T78" fmla="*/ 3 w 398"/>
                <a:gd name="T79" fmla="*/ 0 h 817"/>
                <a:gd name="T80" fmla="*/ 3 w 398"/>
                <a:gd name="T81" fmla="*/ 0 h 817"/>
                <a:gd name="T82" fmla="*/ 3 w 398"/>
                <a:gd name="T83" fmla="*/ 0 h 817"/>
                <a:gd name="T84" fmla="*/ 3 w 398"/>
                <a:gd name="T85" fmla="*/ 0 h 817"/>
                <a:gd name="T86" fmla="*/ 2 w 398"/>
                <a:gd name="T87" fmla="*/ 0 h 817"/>
                <a:gd name="T88" fmla="*/ 2 w 398"/>
                <a:gd name="T89" fmla="*/ 0 h 817"/>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398"/>
                <a:gd name="T136" fmla="*/ 0 h 817"/>
                <a:gd name="T137" fmla="*/ 398 w 398"/>
                <a:gd name="T138" fmla="*/ 817 h 817"/>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398" h="817">
                  <a:moveTo>
                    <a:pt x="304" y="47"/>
                  </a:moveTo>
                  <a:lnTo>
                    <a:pt x="304" y="47"/>
                  </a:lnTo>
                  <a:lnTo>
                    <a:pt x="301" y="97"/>
                  </a:lnTo>
                  <a:lnTo>
                    <a:pt x="297" y="147"/>
                  </a:lnTo>
                  <a:lnTo>
                    <a:pt x="291" y="198"/>
                  </a:lnTo>
                  <a:lnTo>
                    <a:pt x="280" y="247"/>
                  </a:lnTo>
                  <a:lnTo>
                    <a:pt x="268" y="297"/>
                  </a:lnTo>
                  <a:lnTo>
                    <a:pt x="253" y="347"/>
                  </a:lnTo>
                  <a:lnTo>
                    <a:pt x="236" y="395"/>
                  </a:lnTo>
                  <a:lnTo>
                    <a:pt x="217" y="442"/>
                  </a:lnTo>
                  <a:lnTo>
                    <a:pt x="195" y="487"/>
                  </a:lnTo>
                  <a:lnTo>
                    <a:pt x="171" y="532"/>
                  </a:lnTo>
                  <a:lnTo>
                    <a:pt x="147" y="574"/>
                  </a:lnTo>
                  <a:lnTo>
                    <a:pt x="121" y="613"/>
                  </a:lnTo>
                  <a:lnTo>
                    <a:pt x="93" y="650"/>
                  </a:lnTo>
                  <a:lnTo>
                    <a:pt x="64" y="684"/>
                  </a:lnTo>
                  <a:lnTo>
                    <a:pt x="32" y="716"/>
                  </a:lnTo>
                  <a:lnTo>
                    <a:pt x="0" y="744"/>
                  </a:lnTo>
                  <a:lnTo>
                    <a:pt x="59" y="817"/>
                  </a:lnTo>
                  <a:lnTo>
                    <a:pt x="95" y="784"/>
                  </a:lnTo>
                  <a:lnTo>
                    <a:pt x="132" y="748"/>
                  </a:lnTo>
                  <a:lnTo>
                    <a:pt x="166" y="709"/>
                  </a:lnTo>
                  <a:lnTo>
                    <a:pt x="196" y="667"/>
                  </a:lnTo>
                  <a:lnTo>
                    <a:pt x="227" y="623"/>
                  </a:lnTo>
                  <a:lnTo>
                    <a:pt x="253" y="576"/>
                  </a:lnTo>
                  <a:lnTo>
                    <a:pt x="279" y="530"/>
                  </a:lnTo>
                  <a:lnTo>
                    <a:pt x="301" y="479"/>
                  </a:lnTo>
                  <a:lnTo>
                    <a:pt x="323" y="428"/>
                  </a:lnTo>
                  <a:lnTo>
                    <a:pt x="342" y="375"/>
                  </a:lnTo>
                  <a:lnTo>
                    <a:pt x="359" y="321"/>
                  </a:lnTo>
                  <a:lnTo>
                    <a:pt x="372" y="268"/>
                  </a:lnTo>
                  <a:lnTo>
                    <a:pt x="382" y="212"/>
                  </a:lnTo>
                  <a:lnTo>
                    <a:pt x="391" y="157"/>
                  </a:lnTo>
                  <a:lnTo>
                    <a:pt x="395" y="102"/>
                  </a:lnTo>
                  <a:lnTo>
                    <a:pt x="398" y="47"/>
                  </a:lnTo>
                  <a:lnTo>
                    <a:pt x="394" y="27"/>
                  </a:lnTo>
                  <a:lnTo>
                    <a:pt x="383" y="11"/>
                  </a:lnTo>
                  <a:lnTo>
                    <a:pt x="368" y="3"/>
                  </a:lnTo>
                  <a:lnTo>
                    <a:pt x="351" y="0"/>
                  </a:lnTo>
                  <a:lnTo>
                    <a:pt x="333" y="3"/>
                  </a:lnTo>
                  <a:lnTo>
                    <a:pt x="319" y="11"/>
                  </a:lnTo>
                  <a:lnTo>
                    <a:pt x="307" y="27"/>
                  </a:lnTo>
                  <a:lnTo>
                    <a:pt x="304" y="4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9712" name="Freeform 40"/>
            <p:cNvSpPr>
              <a:spLocks/>
            </p:cNvSpPr>
            <p:nvPr/>
          </p:nvSpPr>
          <p:spPr bwMode="auto">
            <a:xfrm>
              <a:off x="1660" y="1701"/>
              <a:ext cx="19" cy="365"/>
            </a:xfrm>
            <a:custGeom>
              <a:avLst/>
              <a:gdLst>
                <a:gd name="T0" fmla="*/ 0 w 95"/>
                <a:gd name="T1" fmla="*/ 0 h 1826"/>
                <a:gd name="T2" fmla="*/ 0 w 95"/>
                <a:gd name="T3" fmla="*/ 0 h 1826"/>
                <a:gd name="T4" fmla="*/ 0 w 95"/>
                <a:gd name="T5" fmla="*/ 15 h 1826"/>
                <a:gd name="T6" fmla="*/ 1 w 95"/>
                <a:gd name="T7" fmla="*/ 15 h 1826"/>
                <a:gd name="T8" fmla="*/ 1 w 95"/>
                <a:gd name="T9" fmla="*/ 0 h 1826"/>
                <a:gd name="T10" fmla="*/ 1 w 95"/>
                <a:gd name="T11" fmla="*/ 0 h 1826"/>
                <a:gd name="T12" fmla="*/ 1 w 95"/>
                <a:gd name="T13" fmla="*/ 0 h 1826"/>
                <a:gd name="T14" fmla="*/ 1 w 95"/>
                <a:gd name="T15" fmla="*/ 0 h 1826"/>
                <a:gd name="T16" fmla="*/ 1 w 95"/>
                <a:gd name="T17" fmla="*/ 0 h 1826"/>
                <a:gd name="T18" fmla="*/ 1 w 95"/>
                <a:gd name="T19" fmla="*/ 0 h 1826"/>
                <a:gd name="T20" fmla="*/ 0 w 95"/>
                <a:gd name="T21" fmla="*/ 0 h 1826"/>
                <a:gd name="T22" fmla="*/ 0 w 95"/>
                <a:gd name="T23" fmla="*/ 0 h 1826"/>
                <a:gd name="T24" fmla="*/ 0 w 95"/>
                <a:gd name="T25" fmla="*/ 0 h 1826"/>
                <a:gd name="T26" fmla="*/ 0 w 95"/>
                <a:gd name="T27" fmla="*/ 0 h 1826"/>
                <a:gd name="T28" fmla="*/ 0 w 95"/>
                <a:gd name="T29" fmla="*/ 0 h 1826"/>
                <a:gd name="T30" fmla="*/ 0 w 95"/>
                <a:gd name="T31" fmla="*/ 0 h 182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95"/>
                <a:gd name="T49" fmla="*/ 0 h 1826"/>
                <a:gd name="T50" fmla="*/ 95 w 95"/>
                <a:gd name="T51" fmla="*/ 1826 h 182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95" h="1826">
                  <a:moveTo>
                    <a:pt x="0" y="49"/>
                  </a:moveTo>
                  <a:lnTo>
                    <a:pt x="0" y="47"/>
                  </a:lnTo>
                  <a:lnTo>
                    <a:pt x="1" y="1826"/>
                  </a:lnTo>
                  <a:lnTo>
                    <a:pt x="95" y="1826"/>
                  </a:lnTo>
                  <a:lnTo>
                    <a:pt x="93" y="47"/>
                  </a:lnTo>
                  <a:lnTo>
                    <a:pt x="93" y="45"/>
                  </a:lnTo>
                  <a:lnTo>
                    <a:pt x="93" y="47"/>
                  </a:lnTo>
                  <a:lnTo>
                    <a:pt x="90" y="27"/>
                  </a:lnTo>
                  <a:lnTo>
                    <a:pt x="79" y="12"/>
                  </a:lnTo>
                  <a:lnTo>
                    <a:pt x="64" y="4"/>
                  </a:lnTo>
                  <a:lnTo>
                    <a:pt x="47" y="0"/>
                  </a:lnTo>
                  <a:lnTo>
                    <a:pt x="29" y="4"/>
                  </a:lnTo>
                  <a:lnTo>
                    <a:pt x="15" y="12"/>
                  </a:lnTo>
                  <a:lnTo>
                    <a:pt x="3" y="27"/>
                  </a:lnTo>
                  <a:lnTo>
                    <a:pt x="0" y="47"/>
                  </a:lnTo>
                  <a:lnTo>
                    <a:pt x="0" y="4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9713" name="Freeform 41"/>
            <p:cNvSpPr>
              <a:spLocks/>
            </p:cNvSpPr>
            <p:nvPr/>
          </p:nvSpPr>
          <p:spPr bwMode="auto">
            <a:xfrm>
              <a:off x="1598" y="1598"/>
              <a:ext cx="81" cy="113"/>
            </a:xfrm>
            <a:custGeom>
              <a:avLst/>
              <a:gdLst>
                <a:gd name="T0" fmla="*/ 0 w 401"/>
                <a:gd name="T1" fmla="*/ 1 h 566"/>
                <a:gd name="T2" fmla="*/ 0 w 401"/>
                <a:gd name="T3" fmla="*/ 1 h 566"/>
                <a:gd name="T4" fmla="*/ 0 w 401"/>
                <a:gd name="T5" fmla="*/ 1 h 566"/>
                <a:gd name="T6" fmla="*/ 1 w 401"/>
                <a:gd name="T7" fmla="*/ 1 h 566"/>
                <a:gd name="T8" fmla="*/ 1 w 401"/>
                <a:gd name="T9" fmla="*/ 1 h 566"/>
                <a:gd name="T10" fmla="*/ 1 w 401"/>
                <a:gd name="T11" fmla="*/ 1 h 566"/>
                <a:gd name="T12" fmla="*/ 1 w 401"/>
                <a:gd name="T13" fmla="*/ 2 h 566"/>
                <a:gd name="T14" fmla="*/ 1 w 401"/>
                <a:gd name="T15" fmla="*/ 2 h 566"/>
                <a:gd name="T16" fmla="*/ 2 w 401"/>
                <a:gd name="T17" fmla="*/ 2 h 566"/>
                <a:gd name="T18" fmla="*/ 2 w 401"/>
                <a:gd name="T19" fmla="*/ 2 h 566"/>
                <a:gd name="T20" fmla="*/ 2 w 401"/>
                <a:gd name="T21" fmla="*/ 2 h 566"/>
                <a:gd name="T22" fmla="*/ 2 w 401"/>
                <a:gd name="T23" fmla="*/ 3 h 566"/>
                <a:gd name="T24" fmla="*/ 2 w 401"/>
                <a:gd name="T25" fmla="*/ 3 h 566"/>
                <a:gd name="T26" fmla="*/ 2 w 401"/>
                <a:gd name="T27" fmla="*/ 3 h 566"/>
                <a:gd name="T28" fmla="*/ 2 w 401"/>
                <a:gd name="T29" fmla="*/ 4 h 566"/>
                <a:gd name="T30" fmla="*/ 2 w 401"/>
                <a:gd name="T31" fmla="*/ 4 h 566"/>
                <a:gd name="T32" fmla="*/ 2 w 401"/>
                <a:gd name="T33" fmla="*/ 4 h 566"/>
                <a:gd name="T34" fmla="*/ 3 w 401"/>
                <a:gd name="T35" fmla="*/ 5 h 566"/>
                <a:gd name="T36" fmla="*/ 3 w 401"/>
                <a:gd name="T37" fmla="*/ 4 h 566"/>
                <a:gd name="T38" fmla="*/ 3 w 401"/>
                <a:gd name="T39" fmla="*/ 4 h 566"/>
                <a:gd name="T40" fmla="*/ 3 w 401"/>
                <a:gd name="T41" fmla="*/ 4 h 566"/>
                <a:gd name="T42" fmla="*/ 3 w 401"/>
                <a:gd name="T43" fmla="*/ 3 h 566"/>
                <a:gd name="T44" fmla="*/ 3 w 401"/>
                <a:gd name="T45" fmla="*/ 3 h 566"/>
                <a:gd name="T46" fmla="*/ 3 w 401"/>
                <a:gd name="T47" fmla="*/ 3 h 566"/>
                <a:gd name="T48" fmla="*/ 3 w 401"/>
                <a:gd name="T49" fmla="*/ 2 h 566"/>
                <a:gd name="T50" fmla="*/ 3 w 401"/>
                <a:gd name="T51" fmla="*/ 2 h 566"/>
                <a:gd name="T52" fmla="*/ 2 w 401"/>
                <a:gd name="T53" fmla="*/ 2 h 566"/>
                <a:gd name="T54" fmla="*/ 2 w 401"/>
                <a:gd name="T55" fmla="*/ 2 h 566"/>
                <a:gd name="T56" fmla="*/ 2 w 401"/>
                <a:gd name="T57" fmla="*/ 1 h 566"/>
                <a:gd name="T58" fmla="*/ 2 w 401"/>
                <a:gd name="T59" fmla="*/ 1 h 566"/>
                <a:gd name="T60" fmla="*/ 2 w 401"/>
                <a:gd name="T61" fmla="*/ 1 h 566"/>
                <a:gd name="T62" fmla="*/ 1 w 401"/>
                <a:gd name="T63" fmla="*/ 1 h 566"/>
                <a:gd name="T64" fmla="*/ 1 w 401"/>
                <a:gd name="T65" fmla="*/ 0 h 566"/>
                <a:gd name="T66" fmla="*/ 1 w 401"/>
                <a:gd name="T67" fmla="*/ 0 h 566"/>
                <a:gd name="T68" fmla="*/ 1 w 401"/>
                <a:gd name="T69" fmla="*/ 0 h 566"/>
                <a:gd name="T70" fmla="*/ 1 w 401"/>
                <a:gd name="T71" fmla="*/ 0 h 566"/>
                <a:gd name="T72" fmla="*/ 1 w 401"/>
                <a:gd name="T73" fmla="*/ 0 h 566"/>
                <a:gd name="T74" fmla="*/ 0 w 401"/>
                <a:gd name="T75" fmla="*/ 0 h 566"/>
                <a:gd name="T76" fmla="*/ 0 w 401"/>
                <a:gd name="T77" fmla="*/ 0 h 566"/>
                <a:gd name="T78" fmla="*/ 0 w 401"/>
                <a:gd name="T79" fmla="*/ 0 h 566"/>
                <a:gd name="T80" fmla="*/ 0 w 401"/>
                <a:gd name="T81" fmla="*/ 0 h 566"/>
                <a:gd name="T82" fmla="*/ 0 w 401"/>
                <a:gd name="T83" fmla="*/ 0 h 566"/>
                <a:gd name="T84" fmla="*/ 0 w 401"/>
                <a:gd name="T85" fmla="*/ 0 h 566"/>
                <a:gd name="T86" fmla="*/ 0 w 401"/>
                <a:gd name="T87" fmla="*/ 1 h 566"/>
                <a:gd name="T88" fmla="*/ 0 w 401"/>
                <a:gd name="T89" fmla="*/ 1 h 56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401"/>
                <a:gd name="T136" fmla="*/ 0 h 566"/>
                <a:gd name="T137" fmla="*/ 401 w 401"/>
                <a:gd name="T138" fmla="*/ 566 h 566"/>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401" h="566">
                  <a:moveTo>
                    <a:pt x="23" y="88"/>
                  </a:moveTo>
                  <a:lnTo>
                    <a:pt x="23" y="88"/>
                  </a:lnTo>
                  <a:lnTo>
                    <a:pt x="53" y="107"/>
                  </a:lnTo>
                  <a:lnTo>
                    <a:pt x="83" y="125"/>
                  </a:lnTo>
                  <a:lnTo>
                    <a:pt x="108" y="147"/>
                  </a:lnTo>
                  <a:lnTo>
                    <a:pt x="135" y="171"/>
                  </a:lnTo>
                  <a:lnTo>
                    <a:pt x="160" y="196"/>
                  </a:lnTo>
                  <a:lnTo>
                    <a:pt x="182" y="223"/>
                  </a:lnTo>
                  <a:lnTo>
                    <a:pt x="205" y="251"/>
                  </a:lnTo>
                  <a:lnTo>
                    <a:pt x="223" y="281"/>
                  </a:lnTo>
                  <a:lnTo>
                    <a:pt x="240" y="312"/>
                  </a:lnTo>
                  <a:lnTo>
                    <a:pt x="256" y="345"/>
                  </a:lnTo>
                  <a:lnTo>
                    <a:pt x="270" y="379"/>
                  </a:lnTo>
                  <a:lnTo>
                    <a:pt x="282" y="414"/>
                  </a:lnTo>
                  <a:lnTo>
                    <a:pt x="291" y="450"/>
                  </a:lnTo>
                  <a:lnTo>
                    <a:pt x="299" y="488"/>
                  </a:lnTo>
                  <a:lnTo>
                    <a:pt x="304" y="526"/>
                  </a:lnTo>
                  <a:lnTo>
                    <a:pt x="308" y="566"/>
                  </a:lnTo>
                  <a:lnTo>
                    <a:pt x="401" y="562"/>
                  </a:lnTo>
                  <a:lnTo>
                    <a:pt x="398" y="517"/>
                  </a:lnTo>
                  <a:lnTo>
                    <a:pt x="391" y="471"/>
                  </a:lnTo>
                  <a:lnTo>
                    <a:pt x="383" y="429"/>
                  </a:lnTo>
                  <a:lnTo>
                    <a:pt x="371" y="386"/>
                  </a:lnTo>
                  <a:lnTo>
                    <a:pt x="357" y="346"/>
                  </a:lnTo>
                  <a:lnTo>
                    <a:pt x="340" y="307"/>
                  </a:lnTo>
                  <a:lnTo>
                    <a:pt x="324" y="270"/>
                  </a:lnTo>
                  <a:lnTo>
                    <a:pt x="303" y="232"/>
                  </a:lnTo>
                  <a:lnTo>
                    <a:pt x="280" y="197"/>
                  </a:lnTo>
                  <a:lnTo>
                    <a:pt x="255" y="164"/>
                  </a:lnTo>
                  <a:lnTo>
                    <a:pt x="228" y="132"/>
                  </a:lnTo>
                  <a:lnTo>
                    <a:pt x="199" y="103"/>
                  </a:lnTo>
                  <a:lnTo>
                    <a:pt x="169" y="76"/>
                  </a:lnTo>
                  <a:lnTo>
                    <a:pt x="137" y="50"/>
                  </a:lnTo>
                  <a:lnTo>
                    <a:pt x="103" y="27"/>
                  </a:lnTo>
                  <a:lnTo>
                    <a:pt x="67" y="6"/>
                  </a:lnTo>
                  <a:lnTo>
                    <a:pt x="48" y="0"/>
                  </a:lnTo>
                  <a:lnTo>
                    <a:pt x="30" y="2"/>
                  </a:lnTo>
                  <a:lnTo>
                    <a:pt x="16" y="12"/>
                  </a:lnTo>
                  <a:lnTo>
                    <a:pt x="5" y="25"/>
                  </a:lnTo>
                  <a:lnTo>
                    <a:pt x="0" y="41"/>
                  </a:lnTo>
                  <a:lnTo>
                    <a:pt x="0" y="59"/>
                  </a:lnTo>
                  <a:lnTo>
                    <a:pt x="8" y="75"/>
                  </a:lnTo>
                  <a:lnTo>
                    <a:pt x="23"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9714" name="Freeform 42"/>
            <p:cNvSpPr>
              <a:spLocks/>
            </p:cNvSpPr>
            <p:nvPr/>
          </p:nvSpPr>
          <p:spPr bwMode="auto">
            <a:xfrm>
              <a:off x="1346" y="1455"/>
              <a:ext cx="266" cy="160"/>
            </a:xfrm>
            <a:custGeom>
              <a:avLst/>
              <a:gdLst>
                <a:gd name="T0" fmla="*/ 0 w 1330"/>
                <a:gd name="T1" fmla="*/ 1 h 801"/>
                <a:gd name="T2" fmla="*/ 0 w 1330"/>
                <a:gd name="T3" fmla="*/ 1 h 801"/>
                <a:gd name="T4" fmla="*/ 10 w 1330"/>
                <a:gd name="T5" fmla="*/ 6 h 801"/>
                <a:gd name="T6" fmla="*/ 11 w 1330"/>
                <a:gd name="T7" fmla="*/ 6 h 801"/>
                <a:gd name="T8" fmla="*/ 1 w 1330"/>
                <a:gd name="T9" fmla="*/ 0 h 801"/>
                <a:gd name="T10" fmla="*/ 1 w 1330"/>
                <a:gd name="T11" fmla="*/ 0 h 801"/>
                <a:gd name="T12" fmla="*/ 1 w 1330"/>
                <a:gd name="T13" fmla="*/ 0 h 801"/>
                <a:gd name="T14" fmla="*/ 0 w 1330"/>
                <a:gd name="T15" fmla="*/ 0 h 801"/>
                <a:gd name="T16" fmla="*/ 0 w 1330"/>
                <a:gd name="T17" fmla="*/ 0 h 801"/>
                <a:gd name="T18" fmla="*/ 0 w 1330"/>
                <a:gd name="T19" fmla="*/ 0 h 801"/>
                <a:gd name="T20" fmla="*/ 0 w 1330"/>
                <a:gd name="T21" fmla="*/ 0 h 801"/>
                <a:gd name="T22" fmla="*/ 0 w 1330"/>
                <a:gd name="T23" fmla="*/ 0 h 801"/>
                <a:gd name="T24" fmla="*/ 0 w 1330"/>
                <a:gd name="T25" fmla="*/ 0 h 801"/>
                <a:gd name="T26" fmla="*/ 0 w 1330"/>
                <a:gd name="T27" fmla="*/ 1 h 801"/>
                <a:gd name="T28" fmla="*/ 0 w 1330"/>
                <a:gd name="T29" fmla="*/ 1 h 801"/>
                <a:gd name="T30" fmla="*/ 0 w 1330"/>
                <a:gd name="T31" fmla="*/ 1 h 801"/>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30"/>
                <a:gd name="T49" fmla="*/ 0 h 801"/>
                <a:gd name="T50" fmla="*/ 1330 w 1330"/>
                <a:gd name="T51" fmla="*/ 801 h 801"/>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30" h="801">
                  <a:moveTo>
                    <a:pt x="24" y="88"/>
                  </a:moveTo>
                  <a:lnTo>
                    <a:pt x="23" y="88"/>
                  </a:lnTo>
                  <a:lnTo>
                    <a:pt x="1286" y="801"/>
                  </a:lnTo>
                  <a:lnTo>
                    <a:pt x="1330" y="719"/>
                  </a:lnTo>
                  <a:lnTo>
                    <a:pt x="67" y="6"/>
                  </a:lnTo>
                  <a:lnTo>
                    <a:pt x="66" y="6"/>
                  </a:lnTo>
                  <a:lnTo>
                    <a:pt x="67" y="6"/>
                  </a:lnTo>
                  <a:lnTo>
                    <a:pt x="48" y="0"/>
                  </a:lnTo>
                  <a:lnTo>
                    <a:pt x="30" y="2"/>
                  </a:lnTo>
                  <a:lnTo>
                    <a:pt x="16" y="12"/>
                  </a:lnTo>
                  <a:lnTo>
                    <a:pt x="5" y="25"/>
                  </a:lnTo>
                  <a:lnTo>
                    <a:pt x="0" y="41"/>
                  </a:lnTo>
                  <a:lnTo>
                    <a:pt x="0" y="59"/>
                  </a:lnTo>
                  <a:lnTo>
                    <a:pt x="8" y="75"/>
                  </a:lnTo>
                  <a:lnTo>
                    <a:pt x="23" y="88"/>
                  </a:lnTo>
                  <a:lnTo>
                    <a:pt x="24"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9715" name="Freeform 43"/>
            <p:cNvSpPr>
              <a:spLocks/>
            </p:cNvSpPr>
            <p:nvPr/>
          </p:nvSpPr>
          <p:spPr bwMode="auto">
            <a:xfrm>
              <a:off x="1198" y="1439"/>
              <a:ext cx="161" cy="35"/>
            </a:xfrm>
            <a:custGeom>
              <a:avLst/>
              <a:gdLst>
                <a:gd name="T0" fmla="*/ 1 w 806"/>
                <a:gd name="T1" fmla="*/ 1 h 177"/>
                <a:gd name="T2" fmla="*/ 1 w 806"/>
                <a:gd name="T3" fmla="*/ 1 h 177"/>
                <a:gd name="T4" fmla="*/ 1 w 806"/>
                <a:gd name="T5" fmla="*/ 1 h 177"/>
                <a:gd name="T6" fmla="*/ 1 w 806"/>
                <a:gd name="T7" fmla="*/ 1 h 177"/>
                <a:gd name="T8" fmla="*/ 2 w 806"/>
                <a:gd name="T9" fmla="*/ 1 h 177"/>
                <a:gd name="T10" fmla="*/ 2 w 806"/>
                <a:gd name="T11" fmla="*/ 1 h 177"/>
                <a:gd name="T12" fmla="*/ 2 w 806"/>
                <a:gd name="T13" fmla="*/ 1 h 177"/>
                <a:gd name="T14" fmla="*/ 3 w 806"/>
                <a:gd name="T15" fmla="*/ 1 h 177"/>
                <a:gd name="T16" fmla="*/ 3 w 806"/>
                <a:gd name="T17" fmla="*/ 1 h 177"/>
                <a:gd name="T18" fmla="*/ 3 w 806"/>
                <a:gd name="T19" fmla="*/ 1 h 177"/>
                <a:gd name="T20" fmla="*/ 4 w 806"/>
                <a:gd name="T21" fmla="*/ 1 h 177"/>
                <a:gd name="T22" fmla="*/ 4 w 806"/>
                <a:gd name="T23" fmla="*/ 1 h 177"/>
                <a:gd name="T24" fmla="*/ 5 w 806"/>
                <a:gd name="T25" fmla="*/ 1 h 177"/>
                <a:gd name="T26" fmla="*/ 5 w 806"/>
                <a:gd name="T27" fmla="*/ 1 h 177"/>
                <a:gd name="T28" fmla="*/ 5 w 806"/>
                <a:gd name="T29" fmla="*/ 1 h 177"/>
                <a:gd name="T30" fmla="*/ 6 w 806"/>
                <a:gd name="T31" fmla="*/ 1 h 177"/>
                <a:gd name="T32" fmla="*/ 6 w 806"/>
                <a:gd name="T33" fmla="*/ 1 h 177"/>
                <a:gd name="T34" fmla="*/ 6 w 806"/>
                <a:gd name="T35" fmla="*/ 1 h 177"/>
                <a:gd name="T36" fmla="*/ 6 w 806"/>
                <a:gd name="T37" fmla="*/ 1 h 177"/>
                <a:gd name="T38" fmla="*/ 6 w 806"/>
                <a:gd name="T39" fmla="*/ 1 h 177"/>
                <a:gd name="T40" fmla="*/ 6 w 806"/>
                <a:gd name="T41" fmla="*/ 0 h 177"/>
                <a:gd name="T42" fmla="*/ 5 w 806"/>
                <a:gd name="T43" fmla="*/ 0 h 177"/>
                <a:gd name="T44" fmla="*/ 5 w 806"/>
                <a:gd name="T45" fmla="*/ 0 h 177"/>
                <a:gd name="T46" fmla="*/ 5 w 806"/>
                <a:gd name="T47" fmla="*/ 0 h 177"/>
                <a:gd name="T48" fmla="*/ 4 w 806"/>
                <a:gd name="T49" fmla="*/ 0 h 177"/>
                <a:gd name="T50" fmla="*/ 4 w 806"/>
                <a:gd name="T51" fmla="*/ 0 h 177"/>
                <a:gd name="T52" fmla="*/ 3 w 806"/>
                <a:gd name="T53" fmla="*/ 0 h 177"/>
                <a:gd name="T54" fmla="*/ 3 w 806"/>
                <a:gd name="T55" fmla="*/ 0 h 177"/>
                <a:gd name="T56" fmla="*/ 3 w 806"/>
                <a:gd name="T57" fmla="*/ 0 h 177"/>
                <a:gd name="T58" fmla="*/ 2 w 806"/>
                <a:gd name="T59" fmla="*/ 0 h 177"/>
                <a:gd name="T60" fmla="*/ 2 w 806"/>
                <a:gd name="T61" fmla="*/ 0 h 177"/>
                <a:gd name="T62" fmla="*/ 1 w 806"/>
                <a:gd name="T63" fmla="*/ 0 h 177"/>
                <a:gd name="T64" fmla="*/ 1 w 806"/>
                <a:gd name="T65" fmla="*/ 0 h 177"/>
                <a:gd name="T66" fmla="*/ 1 w 806"/>
                <a:gd name="T67" fmla="*/ 1 h 177"/>
                <a:gd name="T68" fmla="*/ 0 w 806"/>
                <a:gd name="T69" fmla="*/ 1 h 177"/>
                <a:gd name="T70" fmla="*/ 0 w 806"/>
                <a:gd name="T71" fmla="*/ 1 h 177"/>
                <a:gd name="T72" fmla="*/ 0 w 806"/>
                <a:gd name="T73" fmla="*/ 1 h 177"/>
                <a:gd name="T74" fmla="*/ 0 w 806"/>
                <a:gd name="T75" fmla="*/ 1 h 177"/>
                <a:gd name="T76" fmla="*/ 0 w 806"/>
                <a:gd name="T77" fmla="*/ 1 h 177"/>
                <a:gd name="T78" fmla="*/ 0 w 806"/>
                <a:gd name="T79" fmla="*/ 1 h 177"/>
                <a:gd name="T80" fmla="*/ 0 w 806"/>
                <a:gd name="T81" fmla="*/ 1 h 177"/>
                <a:gd name="T82" fmla="*/ 0 w 806"/>
                <a:gd name="T83" fmla="*/ 1 h 177"/>
                <a:gd name="T84" fmla="*/ 0 w 806"/>
                <a:gd name="T85" fmla="*/ 1 h 177"/>
                <a:gd name="T86" fmla="*/ 0 w 806"/>
                <a:gd name="T87" fmla="*/ 1 h 177"/>
                <a:gd name="T88" fmla="*/ 1 w 806"/>
                <a:gd name="T89" fmla="*/ 1 h 177"/>
                <a:gd name="T90" fmla="*/ 1 w 806"/>
                <a:gd name="T91" fmla="*/ 1 h 17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806"/>
                <a:gd name="T139" fmla="*/ 0 h 177"/>
                <a:gd name="T140" fmla="*/ 806 w 806"/>
                <a:gd name="T141" fmla="*/ 177 h 17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806" h="177">
                  <a:moveTo>
                    <a:pt x="67" y="171"/>
                  </a:moveTo>
                  <a:lnTo>
                    <a:pt x="68" y="171"/>
                  </a:lnTo>
                  <a:lnTo>
                    <a:pt x="109" y="151"/>
                  </a:lnTo>
                  <a:lnTo>
                    <a:pt x="151" y="135"/>
                  </a:lnTo>
                  <a:lnTo>
                    <a:pt x="196" y="122"/>
                  </a:lnTo>
                  <a:lnTo>
                    <a:pt x="242" y="110"/>
                  </a:lnTo>
                  <a:lnTo>
                    <a:pt x="287" y="102"/>
                  </a:lnTo>
                  <a:lnTo>
                    <a:pt x="335" y="97"/>
                  </a:lnTo>
                  <a:lnTo>
                    <a:pt x="382" y="95"/>
                  </a:lnTo>
                  <a:lnTo>
                    <a:pt x="430" y="94"/>
                  </a:lnTo>
                  <a:lnTo>
                    <a:pt x="477" y="97"/>
                  </a:lnTo>
                  <a:lnTo>
                    <a:pt x="524" y="102"/>
                  </a:lnTo>
                  <a:lnTo>
                    <a:pt x="568" y="108"/>
                  </a:lnTo>
                  <a:lnTo>
                    <a:pt x="612" y="117"/>
                  </a:lnTo>
                  <a:lnTo>
                    <a:pt x="654" y="128"/>
                  </a:lnTo>
                  <a:lnTo>
                    <a:pt x="693" y="141"/>
                  </a:lnTo>
                  <a:lnTo>
                    <a:pt x="730" y="155"/>
                  </a:lnTo>
                  <a:lnTo>
                    <a:pt x="764" y="171"/>
                  </a:lnTo>
                  <a:lnTo>
                    <a:pt x="806" y="89"/>
                  </a:lnTo>
                  <a:lnTo>
                    <a:pt x="768" y="70"/>
                  </a:lnTo>
                  <a:lnTo>
                    <a:pt x="725" y="54"/>
                  </a:lnTo>
                  <a:lnTo>
                    <a:pt x="680" y="39"/>
                  </a:lnTo>
                  <a:lnTo>
                    <a:pt x="633" y="26"/>
                  </a:lnTo>
                  <a:lnTo>
                    <a:pt x="585" y="16"/>
                  </a:lnTo>
                  <a:lnTo>
                    <a:pt x="536" y="8"/>
                  </a:lnTo>
                  <a:lnTo>
                    <a:pt x="484" y="3"/>
                  </a:lnTo>
                  <a:lnTo>
                    <a:pt x="433" y="0"/>
                  </a:lnTo>
                  <a:lnTo>
                    <a:pt x="380" y="1"/>
                  </a:lnTo>
                  <a:lnTo>
                    <a:pt x="328" y="3"/>
                  </a:lnTo>
                  <a:lnTo>
                    <a:pt x="276" y="10"/>
                  </a:lnTo>
                  <a:lnTo>
                    <a:pt x="223" y="19"/>
                  </a:lnTo>
                  <a:lnTo>
                    <a:pt x="172" y="30"/>
                  </a:lnTo>
                  <a:lnTo>
                    <a:pt x="121" y="46"/>
                  </a:lnTo>
                  <a:lnTo>
                    <a:pt x="72" y="67"/>
                  </a:lnTo>
                  <a:lnTo>
                    <a:pt x="24" y="89"/>
                  </a:lnTo>
                  <a:lnTo>
                    <a:pt x="25" y="89"/>
                  </a:lnTo>
                  <a:lnTo>
                    <a:pt x="24" y="89"/>
                  </a:lnTo>
                  <a:lnTo>
                    <a:pt x="8" y="102"/>
                  </a:lnTo>
                  <a:lnTo>
                    <a:pt x="0" y="118"/>
                  </a:lnTo>
                  <a:lnTo>
                    <a:pt x="0" y="136"/>
                  </a:lnTo>
                  <a:lnTo>
                    <a:pt x="6" y="152"/>
                  </a:lnTo>
                  <a:lnTo>
                    <a:pt x="17" y="165"/>
                  </a:lnTo>
                  <a:lnTo>
                    <a:pt x="31" y="175"/>
                  </a:lnTo>
                  <a:lnTo>
                    <a:pt x="48" y="177"/>
                  </a:lnTo>
                  <a:lnTo>
                    <a:pt x="68" y="171"/>
                  </a:lnTo>
                  <a:lnTo>
                    <a:pt x="67" y="1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9716" name="Freeform 44"/>
            <p:cNvSpPr>
              <a:spLocks/>
            </p:cNvSpPr>
            <p:nvPr/>
          </p:nvSpPr>
          <p:spPr bwMode="auto">
            <a:xfrm>
              <a:off x="931" y="1456"/>
              <a:ext cx="280" cy="158"/>
            </a:xfrm>
            <a:custGeom>
              <a:avLst/>
              <a:gdLst>
                <a:gd name="T0" fmla="*/ 1 w 1402"/>
                <a:gd name="T1" fmla="*/ 6 h 787"/>
                <a:gd name="T2" fmla="*/ 1 w 1402"/>
                <a:gd name="T3" fmla="*/ 6 h 787"/>
                <a:gd name="T4" fmla="*/ 11 w 1402"/>
                <a:gd name="T5" fmla="*/ 1 h 787"/>
                <a:gd name="T6" fmla="*/ 11 w 1402"/>
                <a:gd name="T7" fmla="*/ 0 h 787"/>
                <a:gd name="T8" fmla="*/ 0 w 1402"/>
                <a:gd name="T9" fmla="*/ 6 h 787"/>
                <a:gd name="T10" fmla="*/ 0 w 1402"/>
                <a:gd name="T11" fmla="*/ 6 h 787"/>
                <a:gd name="T12" fmla="*/ 0 w 1402"/>
                <a:gd name="T13" fmla="*/ 6 h 787"/>
                <a:gd name="T14" fmla="*/ 0 w 1402"/>
                <a:gd name="T15" fmla="*/ 6 h 787"/>
                <a:gd name="T16" fmla="*/ 0 w 1402"/>
                <a:gd name="T17" fmla="*/ 6 h 787"/>
                <a:gd name="T18" fmla="*/ 0 w 1402"/>
                <a:gd name="T19" fmla="*/ 6 h 787"/>
                <a:gd name="T20" fmla="*/ 0 w 1402"/>
                <a:gd name="T21" fmla="*/ 6 h 787"/>
                <a:gd name="T22" fmla="*/ 0 w 1402"/>
                <a:gd name="T23" fmla="*/ 6 h 787"/>
                <a:gd name="T24" fmla="*/ 0 w 1402"/>
                <a:gd name="T25" fmla="*/ 6 h 787"/>
                <a:gd name="T26" fmla="*/ 0 w 1402"/>
                <a:gd name="T27" fmla="*/ 6 h 787"/>
                <a:gd name="T28" fmla="*/ 1 w 1402"/>
                <a:gd name="T29" fmla="*/ 6 h 787"/>
                <a:gd name="T30" fmla="*/ 1 w 1402"/>
                <a:gd name="T31" fmla="*/ 6 h 78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02"/>
                <a:gd name="T49" fmla="*/ 0 h 787"/>
                <a:gd name="T50" fmla="*/ 1402 w 1402"/>
                <a:gd name="T51" fmla="*/ 787 h 78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02" h="787">
                  <a:moveTo>
                    <a:pt x="69" y="781"/>
                  </a:moveTo>
                  <a:lnTo>
                    <a:pt x="66" y="781"/>
                  </a:lnTo>
                  <a:lnTo>
                    <a:pt x="1402" y="82"/>
                  </a:lnTo>
                  <a:lnTo>
                    <a:pt x="1360" y="0"/>
                  </a:lnTo>
                  <a:lnTo>
                    <a:pt x="24" y="699"/>
                  </a:lnTo>
                  <a:lnTo>
                    <a:pt x="22" y="699"/>
                  </a:lnTo>
                  <a:lnTo>
                    <a:pt x="24" y="699"/>
                  </a:lnTo>
                  <a:lnTo>
                    <a:pt x="8" y="712"/>
                  </a:lnTo>
                  <a:lnTo>
                    <a:pt x="1" y="727"/>
                  </a:lnTo>
                  <a:lnTo>
                    <a:pt x="0" y="744"/>
                  </a:lnTo>
                  <a:lnTo>
                    <a:pt x="5" y="761"/>
                  </a:lnTo>
                  <a:lnTo>
                    <a:pt x="15" y="775"/>
                  </a:lnTo>
                  <a:lnTo>
                    <a:pt x="30" y="784"/>
                  </a:lnTo>
                  <a:lnTo>
                    <a:pt x="46" y="787"/>
                  </a:lnTo>
                  <a:lnTo>
                    <a:pt x="66" y="781"/>
                  </a:lnTo>
                  <a:lnTo>
                    <a:pt x="69" y="7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9717" name="Freeform 45"/>
            <p:cNvSpPr>
              <a:spLocks/>
            </p:cNvSpPr>
            <p:nvPr/>
          </p:nvSpPr>
          <p:spPr bwMode="auto">
            <a:xfrm>
              <a:off x="868" y="1596"/>
              <a:ext cx="77" cy="126"/>
            </a:xfrm>
            <a:custGeom>
              <a:avLst/>
              <a:gdLst>
                <a:gd name="T0" fmla="*/ 1 w 382"/>
                <a:gd name="T1" fmla="*/ 5 h 628"/>
                <a:gd name="T2" fmla="*/ 1 w 382"/>
                <a:gd name="T3" fmla="*/ 5 h 628"/>
                <a:gd name="T4" fmla="*/ 1 w 382"/>
                <a:gd name="T5" fmla="*/ 4 h 628"/>
                <a:gd name="T6" fmla="*/ 1 w 382"/>
                <a:gd name="T7" fmla="*/ 4 h 628"/>
                <a:gd name="T8" fmla="*/ 1 w 382"/>
                <a:gd name="T9" fmla="*/ 4 h 628"/>
                <a:gd name="T10" fmla="*/ 1 w 382"/>
                <a:gd name="T11" fmla="*/ 3 h 628"/>
                <a:gd name="T12" fmla="*/ 1 w 382"/>
                <a:gd name="T13" fmla="*/ 3 h 628"/>
                <a:gd name="T14" fmla="*/ 1 w 382"/>
                <a:gd name="T15" fmla="*/ 3 h 628"/>
                <a:gd name="T16" fmla="*/ 1 w 382"/>
                <a:gd name="T17" fmla="*/ 3 h 628"/>
                <a:gd name="T18" fmla="*/ 1 w 382"/>
                <a:gd name="T19" fmla="*/ 2 h 628"/>
                <a:gd name="T20" fmla="*/ 2 w 382"/>
                <a:gd name="T21" fmla="*/ 2 h 628"/>
                <a:gd name="T22" fmla="*/ 2 w 382"/>
                <a:gd name="T23" fmla="*/ 2 h 628"/>
                <a:gd name="T24" fmla="*/ 2 w 382"/>
                <a:gd name="T25" fmla="*/ 2 h 628"/>
                <a:gd name="T26" fmla="*/ 2 w 382"/>
                <a:gd name="T27" fmla="*/ 1 h 628"/>
                <a:gd name="T28" fmla="*/ 2 w 382"/>
                <a:gd name="T29" fmla="*/ 1 h 628"/>
                <a:gd name="T30" fmla="*/ 3 w 382"/>
                <a:gd name="T31" fmla="*/ 1 h 628"/>
                <a:gd name="T32" fmla="*/ 3 w 382"/>
                <a:gd name="T33" fmla="*/ 1 h 628"/>
                <a:gd name="T34" fmla="*/ 3 w 382"/>
                <a:gd name="T35" fmla="*/ 1 h 628"/>
                <a:gd name="T36" fmla="*/ 3 w 382"/>
                <a:gd name="T37" fmla="*/ 0 h 628"/>
                <a:gd name="T38" fmla="*/ 2 w 382"/>
                <a:gd name="T39" fmla="*/ 0 h 628"/>
                <a:gd name="T40" fmla="*/ 2 w 382"/>
                <a:gd name="T41" fmla="*/ 0 h 628"/>
                <a:gd name="T42" fmla="*/ 2 w 382"/>
                <a:gd name="T43" fmla="*/ 1 h 628"/>
                <a:gd name="T44" fmla="*/ 2 w 382"/>
                <a:gd name="T45" fmla="*/ 1 h 628"/>
                <a:gd name="T46" fmla="*/ 1 w 382"/>
                <a:gd name="T47" fmla="*/ 1 h 628"/>
                <a:gd name="T48" fmla="*/ 1 w 382"/>
                <a:gd name="T49" fmla="*/ 1 h 628"/>
                <a:gd name="T50" fmla="*/ 1 w 382"/>
                <a:gd name="T51" fmla="*/ 2 h 628"/>
                <a:gd name="T52" fmla="*/ 1 w 382"/>
                <a:gd name="T53" fmla="*/ 2 h 628"/>
                <a:gd name="T54" fmla="*/ 1 w 382"/>
                <a:gd name="T55" fmla="*/ 2 h 628"/>
                <a:gd name="T56" fmla="*/ 0 w 382"/>
                <a:gd name="T57" fmla="*/ 3 h 628"/>
                <a:gd name="T58" fmla="*/ 0 w 382"/>
                <a:gd name="T59" fmla="*/ 3 h 628"/>
                <a:gd name="T60" fmla="*/ 0 w 382"/>
                <a:gd name="T61" fmla="*/ 3 h 628"/>
                <a:gd name="T62" fmla="*/ 0 w 382"/>
                <a:gd name="T63" fmla="*/ 4 h 628"/>
                <a:gd name="T64" fmla="*/ 0 w 382"/>
                <a:gd name="T65" fmla="*/ 4 h 628"/>
                <a:gd name="T66" fmla="*/ 0 w 382"/>
                <a:gd name="T67" fmla="*/ 4 h 628"/>
                <a:gd name="T68" fmla="*/ 0 w 382"/>
                <a:gd name="T69" fmla="*/ 5 h 628"/>
                <a:gd name="T70" fmla="*/ 0 w 382"/>
                <a:gd name="T71" fmla="*/ 5 h 628"/>
                <a:gd name="T72" fmla="*/ 0 w 382"/>
                <a:gd name="T73" fmla="*/ 5 h 628"/>
                <a:gd name="T74" fmla="*/ 0 w 382"/>
                <a:gd name="T75" fmla="*/ 5 h 628"/>
                <a:gd name="T76" fmla="*/ 0 w 382"/>
                <a:gd name="T77" fmla="*/ 5 h 628"/>
                <a:gd name="T78" fmla="*/ 0 w 382"/>
                <a:gd name="T79" fmla="*/ 5 h 628"/>
                <a:gd name="T80" fmla="*/ 0 w 382"/>
                <a:gd name="T81" fmla="*/ 5 h 628"/>
                <a:gd name="T82" fmla="*/ 1 w 382"/>
                <a:gd name="T83" fmla="*/ 5 h 628"/>
                <a:gd name="T84" fmla="*/ 1 w 382"/>
                <a:gd name="T85" fmla="*/ 5 h 628"/>
                <a:gd name="T86" fmla="*/ 1 w 382"/>
                <a:gd name="T87" fmla="*/ 5 h 628"/>
                <a:gd name="T88" fmla="*/ 1 w 382"/>
                <a:gd name="T89" fmla="*/ 5 h 628"/>
                <a:gd name="T90" fmla="*/ 1 w 382"/>
                <a:gd name="T91" fmla="*/ 5 h 628"/>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382"/>
                <a:gd name="T139" fmla="*/ 0 h 628"/>
                <a:gd name="T140" fmla="*/ 382 w 382"/>
                <a:gd name="T141" fmla="*/ 628 h 628"/>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382" h="628">
                  <a:moveTo>
                    <a:pt x="94" y="581"/>
                  </a:moveTo>
                  <a:lnTo>
                    <a:pt x="94" y="582"/>
                  </a:lnTo>
                  <a:lnTo>
                    <a:pt x="96" y="541"/>
                  </a:lnTo>
                  <a:lnTo>
                    <a:pt x="99" y="500"/>
                  </a:lnTo>
                  <a:lnTo>
                    <a:pt x="106" y="463"/>
                  </a:lnTo>
                  <a:lnTo>
                    <a:pt x="115" y="424"/>
                  </a:lnTo>
                  <a:lnTo>
                    <a:pt x="127" y="389"/>
                  </a:lnTo>
                  <a:lnTo>
                    <a:pt x="140" y="353"/>
                  </a:lnTo>
                  <a:lnTo>
                    <a:pt x="156" y="320"/>
                  </a:lnTo>
                  <a:lnTo>
                    <a:pt x="173" y="287"/>
                  </a:lnTo>
                  <a:lnTo>
                    <a:pt x="193" y="255"/>
                  </a:lnTo>
                  <a:lnTo>
                    <a:pt x="214" y="226"/>
                  </a:lnTo>
                  <a:lnTo>
                    <a:pt x="238" y="198"/>
                  </a:lnTo>
                  <a:lnTo>
                    <a:pt x="263" y="172"/>
                  </a:lnTo>
                  <a:lnTo>
                    <a:pt x="290" y="146"/>
                  </a:lnTo>
                  <a:lnTo>
                    <a:pt x="318" y="122"/>
                  </a:lnTo>
                  <a:lnTo>
                    <a:pt x="349" y="101"/>
                  </a:lnTo>
                  <a:lnTo>
                    <a:pt x="382" y="82"/>
                  </a:lnTo>
                  <a:lnTo>
                    <a:pt x="335" y="0"/>
                  </a:lnTo>
                  <a:lnTo>
                    <a:pt x="297" y="23"/>
                  </a:lnTo>
                  <a:lnTo>
                    <a:pt x="262" y="49"/>
                  </a:lnTo>
                  <a:lnTo>
                    <a:pt x="229" y="76"/>
                  </a:lnTo>
                  <a:lnTo>
                    <a:pt x="198" y="104"/>
                  </a:lnTo>
                  <a:lnTo>
                    <a:pt x="167" y="137"/>
                  </a:lnTo>
                  <a:lnTo>
                    <a:pt x="142" y="170"/>
                  </a:lnTo>
                  <a:lnTo>
                    <a:pt x="116" y="204"/>
                  </a:lnTo>
                  <a:lnTo>
                    <a:pt x="94" y="240"/>
                  </a:lnTo>
                  <a:lnTo>
                    <a:pt x="74" y="278"/>
                  </a:lnTo>
                  <a:lnTo>
                    <a:pt x="54" y="317"/>
                  </a:lnTo>
                  <a:lnTo>
                    <a:pt x="38" y="359"/>
                  </a:lnTo>
                  <a:lnTo>
                    <a:pt x="26" y="401"/>
                  </a:lnTo>
                  <a:lnTo>
                    <a:pt x="15" y="444"/>
                  </a:lnTo>
                  <a:lnTo>
                    <a:pt x="8" y="489"/>
                  </a:lnTo>
                  <a:lnTo>
                    <a:pt x="2" y="534"/>
                  </a:lnTo>
                  <a:lnTo>
                    <a:pt x="0" y="580"/>
                  </a:lnTo>
                  <a:lnTo>
                    <a:pt x="0" y="581"/>
                  </a:lnTo>
                  <a:lnTo>
                    <a:pt x="0" y="580"/>
                  </a:lnTo>
                  <a:lnTo>
                    <a:pt x="3" y="600"/>
                  </a:lnTo>
                  <a:lnTo>
                    <a:pt x="14" y="615"/>
                  </a:lnTo>
                  <a:lnTo>
                    <a:pt x="29" y="625"/>
                  </a:lnTo>
                  <a:lnTo>
                    <a:pt x="45" y="628"/>
                  </a:lnTo>
                  <a:lnTo>
                    <a:pt x="63" y="626"/>
                  </a:lnTo>
                  <a:lnTo>
                    <a:pt x="78" y="616"/>
                  </a:lnTo>
                  <a:lnTo>
                    <a:pt x="89" y="602"/>
                  </a:lnTo>
                  <a:lnTo>
                    <a:pt x="94" y="582"/>
                  </a:lnTo>
                  <a:lnTo>
                    <a:pt x="94" y="5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9718" name="Freeform 46"/>
            <p:cNvSpPr>
              <a:spLocks/>
            </p:cNvSpPr>
            <p:nvPr/>
          </p:nvSpPr>
          <p:spPr bwMode="auto">
            <a:xfrm>
              <a:off x="868" y="1712"/>
              <a:ext cx="19" cy="364"/>
            </a:xfrm>
            <a:custGeom>
              <a:avLst/>
              <a:gdLst>
                <a:gd name="T0" fmla="*/ 1 w 94"/>
                <a:gd name="T1" fmla="*/ 14 h 1818"/>
                <a:gd name="T2" fmla="*/ 1 w 94"/>
                <a:gd name="T3" fmla="*/ 14 h 1818"/>
                <a:gd name="T4" fmla="*/ 1 w 94"/>
                <a:gd name="T5" fmla="*/ 0 h 1818"/>
                <a:gd name="T6" fmla="*/ 0 w 94"/>
                <a:gd name="T7" fmla="*/ 0 h 1818"/>
                <a:gd name="T8" fmla="*/ 0 w 94"/>
                <a:gd name="T9" fmla="*/ 14 h 1818"/>
                <a:gd name="T10" fmla="*/ 0 w 94"/>
                <a:gd name="T11" fmla="*/ 14 h 1818"/>
                <a:gd name="T12" fmla="*/ 0 w 94"/>
                <a:gd name="T13" fmla="*/ 14 h 1818"/>
                <a:gd name="T14" fmla="*/ 0 w 94"/>
                <a:gd name="T15" fmla="*/ 14 h 1818"/>
                <a:gd name="T16" fmla="*/ 0 w 94"/>
                <a:gd name="T17" fmla="*/ 14 h 1818"/>
                <a:gd name="T18" fmla="*/ 0 w 94"/>
                <a:gd name="T19" fmla="*/ 15 h 1818"/>
                <a:gd name="T20" fmla="*/ 0 w 94"/>
                <a:gd name="T21" fmla="*/ 15 h 1818"/>
                <a:gd name="T22" fmla="*/ 1 w 94"/>
                <a:gd name="T23" fmla="*/ 15 h 1818"/>
                <a:gd name="T24" fmla="*/ 1 w 94"/>
                <a:gd name="T25" fmla="*/ 14 h 1818"/>
                <a:gd name="T26" fmla="*/ 1 w 94"/>
                <a:gd name="T27" fmla="*/ 14 h 1818"/>
                <a:gd name="T28" fmla="*/ 1 w 94"/>
                <a:gd name="T29" fmla="*/ 14 h 1818"/>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94"/>
                <a:gd name="T46" fmla="*/ 0 h 1818"/>
                <a:gd name="T47" fmla="*/ 94 w 94"/>
                <a:gd name="T48" fmla="*/ 1818 h 1818"/>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94" h="1818">
                  <a:moveTo>
                    <a:pt x="94" y="1771"/>
                  </a:moveTo>
                  <a:lnTo>
                    <a:pt x="94" y="1771"/>
                  </a:lnTo>
                  <a:lnTo>
                    <a:pt x="94" y="0"/>
                  </a:lnTo>
                  <a:lnTo>
                    <a:pt x="0" y="0"/>
                  </a:lnTo>
                  <a:lnTo>
                    <a:pt x="0" y="1771"/>
                  </a:lnTo>
                  <a:lnTo>
                    <a:pt x="3" y="1791"/>
                  </a:lnTo>
                  <a:lnTo>
                    <a:pt x="15" y="1806"/>
                  </a:lnTo>
                  <a:lnTo>
                    <a:pt x="29" y="1814"/>
                  </a:lnTo>
                  <a:lnTo>
                    <a:pt x="47" y="1818"/>
                  </a:lnTo>
                  <a:lnTo>
                    <a:pt x="64" y="1814"/>
                  </a:lnTo>
                  <a:lnTo>
                    <a:pt x="79" y="1806"/>
                  </a:lnTo>
                  <a:lnTo>
                    <a:pt x="90" y="1791"/>
                  </a:lnTo>
                  <a:lnTo>
                    <a:pt x="94" y="17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9719" name="Freeform 47"/>
            <p:cNvSpPr>
              <a:spLocks/>
            </p:cNvSpPr>
            <p:nvPr/>
          </p:nvSpPr>
          <p:spPr bwMode="auto">
            <a:xfrm>
              <a:off x="868" y="2067"/>
              <a:ext cx="90" cy="160"/>
            </a:xfrm>
            <a:custGeom>
              <a:avLst/>
              <a:gdLst>
                <a:gd name="T0" fmla="*/ 3 w 449"/>
                <a:gd name="T1" fmla="*/ 6 h 803"/>
                <a:gd name="T2" fmla="*/ 3 w 449"/>
                <a:gd name="T3" fmla="*/ 6 h 803"/>
                <a:gd name="T4" fmla="*/ 3 w 449"/>
                <a:gd name="T5" fmla="*/ 5 h 803"/>
                <a:gd name="T6" fmla="*/ 3 w 449"/>
                <a:gd name="T7" fmla="*/ 5 h 803"/>
                <a:gd name="T8" fmla="*/ 3 w 449"/>
                <a:gd name="T9" fmla="*/ 5 h 803"/>
                <a:gd name="T10" fmla="*/ 2 w 449"/>
                <a:gd name="T11" fmla="*/ 5 h 803"/>
                <a:gd name="T12" fmla="*/ 2 w 449"/>
                <a:gd name="T13" fmla="*/ 4 h 803"/>
                <a:gd name="T14" fmla="*/ 2 w 449"/>
                <a:gd name="T15" fmla="*/ 4 h 803"/>
                <a:gd name="T16" fmla="*/ 2 w 449"/>
                <a:gd name="T17" fmla="*/ 4 h 803"/>
                <a:gd name="T18" fmla="*/ 2 w 449"/>
                <a:gd name="T19" fmla="*/ 3 h 803"/>
                <a:gd name="T20" fmla="*/ 1 w 449"/>
                <a:gd name="T21" fmla="*/ 3 h 803"/>
                <a:gd name="T22" fmla="*/ 1 w 449"/>
                <a:gd name="T23" fmla="*/ 2 h 803"/>
                <a:gd name="T24" fmla="*/ 1 w 449"/>
                <a:gd name="T25" fmla="*/ 2 h 803"/>
                <a:gd name="T26" fmla="*/ 1 w 449"/>
                <a:gd name="T27" fmla="*/ 2 h 803"/>
                <a:gd name="T28" fmla="*/ 1 w 449"/>
                <a:gd name="T29" fmla="*/ 1 h 803"/>
                <a:gd name="T30" fmla="*/ 1 w 449"/>
                <a:gd name="T31" fmla="*/ 1 h 803"/>
                <a:gd name="T32" fmla="*/ 1 w 449"/>
                <a:gd name="T33" fmla="*/ 0 h 803"/>
                <a:gd name="T34" fmla="*/ 1 w 449"/>
                <a:gd name="T35" fmla="*/ 0 h 803"/>
                <a:gd name="T36" fmla="*/ 0 w 449"/>
                <a:gd name="T37" fmla="*/ 0 h 803"/>
                <a:gd name="T38" fmla="*/ 0 w 449"/>
                <a:gd name="T39" fmla="*/ 0 h 803"/>
                <a:gd name="T40" fmla="*/ 0 w 449"/>
                <a:gd name="T41" fmla="*/ 1 h 803"/>
                <a:gd name="T42" fmla="*/ 0 w 449"/>
                <a:gd name="T43" fmla="*/ 1 h 803"/>
                <a:gd name="T44" fmla="*/ 0 w 449"/>
                <a:gd name="T45" fmla="*/ 2 h 803"/>
                <a:gd name="T46" fmla="*/ 0 w 449"/>
                <a:gd name="T47" fmla="*/ 2 h 803"/>
                <a:gd name="T48" fmla="*/ 0 w 449"/>
                <a:gd name="T49" fmla="*/ 3 h 803"/>
                <a:gd name="T50" fmla="*/ 1 w 449"/>
                <a:gd name="T51" fmla="*/ 3 h 803"/>
                <a:gd name="T52" fmla="*/ 1 w 449"/>
                <a:gd name="T53" fmla="*/ 4 h 803"/>
                <a:gd name="T54" fmla="*/ 1 w 449"/>
                <a:gd name="T55" fmla="*/ 4 h 803"/>
                <a:gd name="T56" fmla="*/ 1 w 449"/>
                <a:gd name="T57" fmla="*/ 4 h 803"/>
                <a:gd name="T58" fmla="*/ 2 w 449"/>
                <a:gd name="T59" fmla="*/ 5 h 803"/>
                <a:gd name="T60" fmla="*/ 2 w 449"/>
                <a:gd name="T61" fmla="*/ 5 h 803"/>
                <a:gd name="T62" fmla="*/ 2 w 449"/>
                <a:gd name="T63" fmla="*/ 5 h 803"/>
                <a:gd name="T64" fmla="*/ 2 w 449"/>
                <a:gd name="T65" fmla="*/ 6 h 803"/>
                <a:gd name="T66" fmla="*/ 3 w 449"/>
                <a:gd name="T67" fmla="*/ 6 h 803"/>
                <a:gd name="T68" fmla="*/ 3 w 449"/>
                <a:gd name="T69" fmla="*/ 6 h 803"/>
                <a:gd name="T70" fmla="*/ 3 w 449"/>
                <a:gd name="T71" fmla="*/ 6 h 803"/>
                <a:gd name="T72" fmla="*/ 3 w 449"/>
                <a:gd name="T73" fmla="*/ 6 h 803"/>
                <a:gd name="T74" fmla="*/ 3 w 449"/>
                <a:gd name="T75" fmla="*/ 6 h 803"/>
                <a:gd name="T76" fmla="*/ 3 w 449"/>
                <a:gd name="T77" fmla="*/ 6 h 803"/>
                <a:gd name="T78" fmla="*/ 3 w 449"/>
                <a:gd name="T79" fmla="*/ 6 h 803"/>
                <a:gd name="T80" fmla="*/ 4 w 449"/>
                <a:gd name="T81" fmla="*/ 6 h 803"/>
                <a:gd name="T82" fmla="*/ 4 w 449"/>
                <a:gd name="T83" fmla="*/ 6 h 803"/>
                <a:gd name="T84" fmla="*/ 4 w 449"/>
                <a:gd name="T85" fmla="*/ 6 h 803"/>
                <a:gd name="T86" fmla="*/ 4 w 449"/>
                <a:gd name="T87" fmla="*/ 6 h 803"/>
                <a:gd name="T88" fmla="*/ 3 w 449"/>
                <a:gd name="T89" fmla="*/ 6 h 803"/>
                <a:gd name="T90" fmla="*/ 3 w 449"/>
                <a:gd name="T91" fmla="*/ 6 h 80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449"/>
                <a:gd name="T139" fmla="*/ 0 h 803"/>
                <a:gd name="T140" fmla="*/ 449 w 449"/>
                <a:gd name="T141" fmla="*/ 803 h 80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449" h="803">
                  <a:moveTo>
                    <a:pt x="426" y="717"/>
                  </a:moveTo>
                  <a:lnTo>
                    <a:pt x="427" y="717"/>
                  </a:lnTo>
                  <a:lnTo>
                    <a:pt x="395" y="693"/>
                  </a:lnTo>
                  <a:lnTo>
                    <a:pt x="361" y="662"/>
                  </a:lnTo>
                  <a:lnTo>
                    <a:pt x="329" y="628"/>
                  </a:lnTo>
                  <a:lnTo>
                    <a:pt x="299" y="591"/>
                  </a:lnTo>
                  <a:lnTo>
                    <a:pt x="269" y="551"/>
                  </a:lnTo>
                  <a:lnTo>
                    <a:pt x="241" y="507"/>
                  </a:lnTo>
                  <a:lnTo>
                    <a:pt x="215" y="460"/>
                  </a:lnTo>
                  <a:lnTo>
                    <a:pt x="191" y="412"/>
                  </a:lnTo>
                  <a:lnTo>
                    <a:pt x="170" y="363"/>
                  </a:lnTo>
                  <a:lnTo>
                    <a:pt x="151" y="312"/>
                  </a:lnTo>
                  <a:lnTo>
                    <a:pt x="133" y="259"/>
                  </a:lnTo>
                  <a:lnTo>
                    <a:pt x="119" y="207"/>
                  </a:lnTo>
                  <a:lnTo>
                    <a:pt x="108" y="156"/>
                  </a:lnTo>
                  <a:lnTo>
                    <a:pt x="101" y="103"/>
                  </a:lnTo>
                  <a:lnTo>
                    <a:pt x="96" y="51"/>
                  </a:lnTo>
                  <a:lnTo>
                    <a:pt x="94" y="0"/>
                  </a:lnTo>
                  <a:lnTo>
                    <a:pt x="0" y="0"/>
                  </a:lnTo>
                  <a:lnTo>
                    <a:pt x="2" y="56"/>
                  </a:lnTo>
                  <a:lnTo>
                    <a:pt x="7" y="115"/>
                  </a:lnTo>
                  <a:lnTo>
                    <a:pt x="16" y="172"/>
                  </a:lnTo>
                  <a:lnTo>
                    <a:pt x="28" y="231"/>
                  </a:lnTo>
                  <a:lnTo>
                    <a:pt x="44" y="287"/>
                  </a:lnTo>
                  <a:lnTo>
                    <a:pt x="62" y="342"/>
                  </a:lnTo>
                  <a:lnTo>
                    <a:pt x="83" y="398"/>
                  </a:lnTo>
                  <a:lnTo>
                    <a:pt x="106" y="452"/>
                  </a:lnTo>
                  <a:lnTo>
                    <a:pt x="133" y="505"/>
                  </a:lnTo>
                  <a:lnTo>
                    <a:pt x="161" y="554"/>
                  </a:lnTo>
                  <a:lnTo>
                    <a:pt x="192" y="602"/>
                  </a:lnTo>
                  <a:lnTo>
                    <a:pt x="224" y="647"/>
                  </a:lnTo>
                  <a:lnTo>
                    <a:pt x="259" y="689"/>
                  </a:lnTo>
                  <a:lnTo>
                    <a:pt x="295" y="728"/>
                  </a:lnTo>
                  <a:lnTo>
                    <a:pt x="334" y="763"/>
                  </a:lnTo>
                  <a:lnTo>
                    <a:pt x="374" y="795"/>
                  </a:lnTo>
                  <a:lnTo>
                    <a:pt x="375" y="795"/>
                  </a:lnTo>
                  <a:lnTo>
                    <a:pt x="374" y="795"/>
                  </a:lnTo>
                  <a:lnTo>
                    <a:pt x="392" y="803"/>
                  </a:lnTo>
                  <a:lnTo>
                    <a:pt x="411" y="803"/>
                  </a:lnTo>
                  <a:lnTo>
                    <a:pt x="426" y="795"/>
                  </a:lnTo>
                  <a:lnTo>
                    <a:pt x="439" y="782"/>
                  </a:lnTo>
                  <a:lnTo>
                    <a:pt x="446" y="766"/>
                  </a:lnTo>
                  <a:lnTo>
                    <a:pt x="449" y="749"/>
                  </a:lnTo>
                  <a:lnTo>
                    <a:pt x="441" y="732"/>
                  </a:lnTo>
                  <a:lnTo>
                    <a:pt x="427" y="717"/>
                  </a:lnTo>
                  <a:lnTo>
                    <a:pt x="426" y="71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9720" name="Freeform 48"/>
            <p:cNvSpPr>
              <a:spLocks/>
            </p:cNvSpPr>
            <p:nvPr/>
          </p:nvSpPr>
          <p:spPr bwMode="auto">
            <a:xfrm>
              <a:off x="883" y="1673"/>
              <a:ext cx="379" cy="690"/>
            </a:xfrm>
            <a:custGeom>
              <a:avLst/>
              <a:gdLst>
                <a:gd name="T0" fmla="*/ 12 w 1897"/>
                <a:gd name="T1" fmla="*/ 6 h 3450"/>
                <a:gd name="T2" fmla="*/ 13 w 1897"/>
                <a:gd name="T3" fmla="*/ 7 h 3450"/>
                <a:gd name="T4" fmla="*/ 13 w 1897"/>
                <a:gd name="T5" fmla="*/ 7 h 3450"/>
                <a:gd name="T6" fmla="*/ 14 w 1897"/>
                <a:gd name="T7" fmla="*/ 8 h 3450"/>
                <a:gd name="T8" fmla="*/ 14 w 1897"/>
                <a:gd name="T9" fmla="*/ 9 h 3450"/>
                <a:gd name="T10" fmla="*/ 15 w 1897"/>
                <a:gd name="T11" fmla="*/ 10 h 3450"/>
                <a:gd name="T12" fmla="*/ 15 w 1897"/>
                <a:gd name="T13" fmla="*/ 11 h 3450"/>
                <a:gd name="T14" fmla="*/ 15 w 1897"/>
                <a:gd name="T15" fmla="*/ 11 h 3450"/>
                <a:gd name="T16" fmla="*/ 15 w 1897"/>
                <a:gd name="T17" fmla="*/ 12 h 3450"/>
                <a:gd name="T18" fmla="*/ 15 w 1897"/>
                <a:gd name="T19" fmla="*/ 26 h 3450"/>
                <a:gd name="T20" fmla="*/ 15 w 1897"/>
                <a:gd name="T21" fmla="*/ 26 h 3450"/>
                <a:gd name="T22" fmla="*/ 15 w 1897"/>
                <a:gd name="T23" fmla="*/ 27 h 3450"/>
                <a:gd name="T24" fmla="*/ 15 w 1897"/>
                <a:gd name="T25" fmla="*/ 27 h 3450"/>
                <a:gd name="T26" fmla="*/ 14 w 1897"/>
                <a:gd name="T27" fmla="*/ 27 h 3450"/>
                <a:gd name="T28" fmla="*/ 14 w 1897"/>
                <a:gd name="T29" fmla="*/ 28 h 3450"/>
                <a:gd name="T30" fmla="*/ 13 w 1897"/>
                <a:gd name="T31" fmla="*/ 28 h 3450"/>
                <a:gd name="T32" fmla="*/ 13 w 1897"/>
                <a:gd name="T33" fmla="*/ 27 h 3450"/>
                <a:gd name="T34" fmla="*/ 3 w 1897"/>
                <a:gd name="T35" fmla="*/ 21 h 3450"/>
                <a:gd name="T36" fmla="*/ 2 w 1897"/>
                <a:gd name="T37" fmla="*/ 21 h 3450"/>
                <a:gd name="T38" fmla="*/ 2 w 1897"/>
                <a:gd name="T39" fmla="*/ 20 h 3450"/>
                <a:gd name="T40" fmla="*/ 1 w 1897"/>
                <a:gd name="T41" fmla="*/ 19 h 3450"/>
                <a:gd name="T42" fmla="*/ 1 w 1897"/>
                <a:gd name="T43" fmla="*/ 19 h 3450"/>
                <a:gd name="T44" fmla="*/ 0 w 1897"/>
                <a:gd name="T45" fmla="*/ 18 h 3450"/>
                <a:gd name="T46" fmla="*/ 0 w 1897"/>
                <a:gd name="T47" fmla="*/ 17 h 3450"/>
                <a:gd name="T48" fmla="*/ 0 w 1897"/>
                <a:gd name="T49" fmla="*/ 16 h 3450"/>
                <a:gd name="T50" fmla="*/ 0 w 1897"/>
                <a:gd name="T51" fmla="*/ 15 h 3450"/>
                <a:gd name="T52" fmla="*/ 0 w 1897"/>
                <a:gd name="T53" fmla="*/ 2 h 3450"/>
                <a:gd name="T54" fmla="*/ 0 w 1897"/>
                <a:gd name="T55" fmla="*/ 1 h 3450"/>
                <a:gd name="T56" fmla="*/ 0 w 1897"/>
                <a:gd name="T57" fmla="*/ 1 h 3450"/>
                <a:gd name="T58" fmla="*/ 1 w 1897"/>
                <a:gd name="T59" fmla="*/ 0 h 3450"/>
                <a:gd name="T60" fmla="*/ 1 w 1897"/>
                <a:gd name="T61" fmla="*/ 0 h 3450"/>
                <a:gd name="T62" fmla="*/ 1 w 1897"/>
                <a:gd name="T63" fmla="*/ 0 h 3450"/>
                <a:gd name="T64" fmla="*/ 2 w 1897"/>
                <a:gd name="T65" fmla="*/ 0 h 3450"/>
                <a:gd name="T66" fmla="*/ 3 w 1897"/>
                <a:gd name="T67" fmla="*/ 0 h 3450"/>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897"/>
                <a:gd name="T103" fmla="*/ 0 h 3450"/>
                <a:gd name="T104" fmla="*/ 1897 w 1897"/>
                <a:gd name="T105" fmla="*/ 3450 h 3450"/>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897" h="3450">
                  <a:moveTo>
                    <a:pt x="357" y="49"/>
                  </a:moveTo>
                  <a:lnTo>
                    <a:pt x="1542" y="806"/>
                  </a:lnTo>
                  <a:lnTo>
                    <a:pt x="1579" y="832"/>
                  </a:lnTo>
                  <a:lnTo>
                    <a:pt x="1614" y="861"/>
                  </a:lnTo>
                  <a:lnTo>
                    <a:pt x="1648" y="895"/>
                  </a:lnTo>
                  <a:lnTo>
                    <a:pt x="1681" y="933"/>
                  </a:lnTo>
                  <a:lnTo>
                    <a:pt x="1711" y="973"/>
                  </a:lnTo>
                  <a:lnTo>
                    <a:pt x="1740" y="1016"/>
                  </a:lnTo>
                  <a:lnTo>
                    <a:pt x="1768" y="1062"/>
                  </a:lnTo>
                  <a:lnTo>
                    <a:pt x="1793" y="1109"/>
                  </a:lnTo>
                  <a:lnTo>
                    <a:pt x="1816" y="1158"/>
                  </a:lnTo>
                  <a:lnTo>
                    <a:pt x="1836" y="1208"/>
                  </a:lnTo>
                  <a:lnTo>
                    <a:pt x="1854" y="1260"/>
                  </a:lnTo>
                  <a:lnTo>
                    <a:pt x="1869" y="1313"/>
                  </a:lnTo>
                  <a:lnTo>
                    <a:pt x="1881" y="1364"/>
                  </a:lnTo>
                  <a:lnTo>
                    <a:pt x="1890" y="1417"/>
                  </a:lnTo>
                  <a:lnTo>
                    <a:pt x="1895" y="1469"/>
                  </a:lnTo>
                  <a:lnTo>
                    <a:pt x="1897" y="1519"/>
                  </a:lnTo>
                  <a:lnTo>
                    <a:pt x="1897" y="3142"/>
                  </a:lnTo>
                  <a:lnTo>
                    <a:pt x="1895" y="3190"/>
                  </a:lnTo>
                  <a:lnTo>
                    <a:pt x="1890" y="3235"/>
                  </a:lnTo>
                  <a:lnTo>
                    <a:pt x="1881" y="3276"/>
                  </a:lnTo>
                  <a:lnTo>
                    <a:pt x="1869" y="3313"/>
                  </a:lnTo>
                  <a:lnTo>
                    <a:pt x="1854" y="3346"/>
                  </a:lnTo>
                  <a:lnTo>
                    <a:pt x="1836" y="3375"/>
                  </a:lnTo>
                  <a:lnTo>
                    <a:pt x="1816" y="3398"/>
                  </a:lnTo>
                  <a:lnTo>
                    <a:pt x="1793" y="3418"/>
                  </a:lnTo>
                  <a:lnTo>
                    <a:pt x="1768" y="3434"/>
                  </a:lnTo>
                  <a:lnTo>
                    <a:pt x="1740" y="3444"/>
                  </a:lnTo>
                  <a:lnTo>
                    <a:pt x="1711" y="3450"/>
                  </a:lnTo>
                  <a:lnTo>
                    <a:pt x="1681" y="3450"/>
                  </a:lnTo>
                  <a:lnTo>
                    <a:pt x="1648" y="3445"/>
                  </a:lnTo>
                  <a:lnTo>
                    <a:pt x="1614" y="3436"/>
                  </a:lnTo>
                  <a:lnTo>
                    <a:pt x="1579" y="3421"/>
                  </a:lnTo>
                  <a:lnTo>
                    <a:pt x="1542" y="3400"/>
                  </a:lnTo>
                  <a:lnTo>
                    <a:pt x="357" y="2643"/>
                  </a:lnTo>
                  <a:lnTo>
                    <a:pt x="320" y="2618"/>
                  </a:lnTo>
                  <a:lnTo>
                    <a:pt x="285" y="2588"/>
                  </a:lnTo>
                  <a:lnTo>
                    <a:pt x="251" y="2554"/>
                  </a:lnTo>
                  <a:lnTo>
                    <a:pt x="218" y="2517"/>
                  </a:lnTo>
                  <a:lnTo>
                    <a:pt x="187" y="2477"/>
                  </a:lnTo>
                  <a:lnTo>
                    <a:pt x="157" y="2433"/>
                  </a:lnTo>
                  <a:lnTo>
                    <a:pt x="130" y="2388"/>
                  </a:lnTo>
                  <a:lnTo>
                    <a:pt x="105" y="2341"/>
                  </a:lnTo>
                  <a:lnTo>
                    <a:pt x="81" y="2292"/>
                  </a:lnTo>
                  <a:lnTo>
                    <a:pt x="61" y="2241"/>
                  </a:lnTo>
                  <a:lnTo>
                    <a:pt x="44" y="2190"/>
                  </a:lnTo>
                  <a:lnTo>
                    <a:pt x="29" y="2138"/>
                  </a:lnTo>
                  <a:lnTo>
                    <a:pt x="17" y="2085"/>
                  </a:lnTo>
                  <a:lnTo>
                    <a:pt x="7" y="2033"/>
                  </a:lnTo>
                  <a:lnTo>
                    <a:pt x="3" y="1981"/>
                  </a:lnTo>
                  <a:lnTo>
                    <a:pt x="0" y="1931"/>
                  </a:lnTo>
                  <a:lnTo>
                    <a:pt x="0" y="308"/>
                  </a:lnTo>
                  <a:lnTo>
                    <a:pt x="3" y="260"/>
                  </a:lnTo>
                  <a:lnTo>
                    <a:pt x="7" y="215"/>
                  </a:lnTo>
                  <a:lnTo>
                    <a:pt x="17" y="174"/>
                  </a:lnTo>
                  <a:lnTo>
                    <a:pt x="29" y="137"/>
                  </a:lnTo>
                  <a:lnTo>
                    <a:pt x="44" y="104"/>
                  </a:lnTo>
                  <a:lnTo>
                    <a:pt x="61" y="76"/>
                  </a:lnTo>
                  <a:lnTo>
                    <a:pt x="81" y="51"/>
                  </a:lnTo>
                  <a:lnTo>
                    <a:pt x="105" y="31"/>
                  </a:lnTo>
                  <a:lnTo>
                    <a:pt x="130" y="16"/>
                  </a:lnTo>
                  <a:lnTo>
                    <a:pt x="157" y="5"/>
                  </a:lnTo>
                  <a:lnTo>
                    <a:pt x="187" y="0"/>
                  </a:lnTo>
                  <a:lnTo>
                    <a:pt x="218" y="0"/>
                  </a:lnTo>
                  <a:lnTo>
                    <a:pt x="251" y="3"/>
                  </a:lnTo>
                  <a:lnTo>
                    <a:pt x="285" y="14"/>
                  </a:lnTo>
                  <a:lnTo>
                    <a:pt x="320" y="29"/>
                  </a:lnTo>
                  <a:lnTo>
                    <a:pt x="357" y="49"/>
                  </a:lnTo>
                  <a:close/>
                </a:path>
              </a:pathLst>
            </a:custGeom>
            <a:solidFill>
              <a:srgbClr val="BFBFB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9721" name="Freeform 49"/>
            <p:cNvSpPr>
              <a:spLocks/>
            </p:cNvSpPr>
            <p:nvPr/>
          </p:nvSpPr>
          <p:spPr bwMode="auto">
            <a:xfrm>
              <a:off x="1268" y="1663"/>
              <a:ext cx="393" cy="711"/>
            </a:xfrm>
            <a:custGeom>
              <a:avLst/>
              <a:gdLst>
                <a:gd name="T0" fmla="*/ 3 w 1962"/>
                <a:gd name="T1" fmla="*/ 7 h 3555"/>
                <a:gd name="T2" fmla="*/ 2 w 1962"/>
                <a:gd name="T3" fmla="*/ 7 h 3555"/>
                <a:gd name="T4" fmla="*/ 2 w 1962"/>
                <a:gd name="T5" fmla="*/ 8 h 3555"/>
                <a:gd name="T6" fmla="*/ 1 w 1962"/>
                <a:gd name="T7" fmla="*/ 8 h 3555"/>
                <a:gd name="T8" fmla="*/ 1 w 1962"/>
                <a:gd name="T9" fmla="*/ 9 h 3555"/>
                <a:gd name="T10" fmla="*/ 1 w 1962"/>
                <a:gd name="T11" fmla="*/ 10 h 3555"/>
                <a:gd name="T12" fmla="*/ 0 w 1962"/>
                <a:gd name="T13" fmla="*/ 11 h 3555"/>
                <a:gd name="T14" fmla="*/ 0 w 1962"/>
                <a:gd name="T15" fmla="*/ 12 h 3555"/>
                <a:gd name="T16" fmla="*/ 0 w 1962"/>
                <a:gd name="T17" fmla="*/ 13 h 3555"/>
                <a:gd name="T18" fmla="*/ 0 w 1962"/>
                <a:gd name="T19" fmla="*/ 26 h 3555"/>
                <a:gd name="T20" fmla="*/ 0 w 1962"/>
                <a:gd name="T21" fmla="*/ 27 h 3555"/>
                <a:gd name="T22" fmla="*/ 0 w 1962"/>
                <a:gd name="T23" fmla="*/ 28 h 3555"/>
                <a:gd name="T24" fmla="*/ 1 w 1962"/>
                <a:gd name="T25" fmla="*/ 28 h 3555"/>
                <a:gd name="T26" fmla="*/ 1 w 1962"/>
                <a:gd name="T27" fmla="*/ 28 h 3555"/>
                <a:gd name="T28" fmla="*/ 2 w 1962"/>
                <a:gd name="T29" fmla="*/ 28 h 3555"/>
                <a:gd name="T30" fmla="*/ 2 w 1962"/>
                <a:gd name="T31" fmla="*/ 28 h 3555"/>
                <a:gd name="T32" fmla="*/ 3 w 1962"/>
                <a:gd name="T33" fmla="*/ 28 h 3555"/>
                <a:gd name="T34" fmla="*/ 13 w 1962"/>
                <a:gd name="T35" fmla="*/ 22 h 3555"/>
                <a:gd name="T36" fmla="*/ 13 w 1962"/>
                <a:gd name="T37" fmla="*/ 21 h 3555"/>
                <a:gd name="T38" fmla="*/ 14 w 1962"/>
                <a:gd name="T39" fmla="*/ 21 h 3555"/>
                <a:gd name="T40" fmla="*/ 14 w 1962"/>
                <a:gd name="T41" fmla="*/ 20 h 3555"/>
                <a:gd name="T42" fmla="*/ 15 w 1962"/>
                <a:gd name="T43" fmla="*/ 19 h 3555"/>
                <a:gd name="T44" fmla="*/ 15 w 1962"/>
                <a:gd name="T45" fmla="*/ 18 h 3555"/>
                <a:gd name="T46" fmla="*/ 16 w 1962"/>
                <a:gd name="T47" fmla="*/ 18 h 3555"/>
                <a:gd name="T48" fmla="*/ 16 w 1962"/>
                <a:gd name="T49" fmla="*/ 17 h 3555"/>
                <a:gd name="T50" fmla="*/ 16 w 1962"/>
                <a:gd name="T51" fmla="*/ 16 h 3555"/>
                <a:gd name="T52" fmla="*/ 16 w 1962"/>
                <a:gd name="T53" fmla="*/ 2 h 3555"/>
                <a:gd name="T54" fmla="*/ 16 w 1962"/>
                <a:gd name="T55" fmla="*/ 1 h 3555"/>
                <a:gd name="T56" fmla="*/ 15 w 1962"/>
                <a:gd name="T57" fmla="*/ 1 h 3555"/>
                <a:gd name="T58" fmla="*/ 15 w 1962"/>
                <a:gd name="T59" fmla="*/ 0 h 3555"/>
                <a:gd name="T60" fmla="*/ 15 w 1962"/>
                <a:gd name="T61" fmla="*/ 0 h 3555"/>
                <a:gd name="T62" fmla="*/ 14 w 1962"/>
                <a:gd name="T63" fmla="*/ 0 h 3555"/>
                <a:gd name="T64" fmla="*/ 14 w 1962"/>
                <a:gd name="T65" fmla="*/ 0 h 3555"/>
                <a:gd name="T66" fmla="*/ 13 w 1962"/>
                <a:gd name="T67" fmla="*/ 0 h 3555"/>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962"/>
                <a:gd name="T103" fmla="*/ 0 h 3555"/>
                <a:gd name="T104" fmla="*/ 1962 w 1962"/>
                <a:gd name="T105" fmla="*/ 3555 h 3555"/>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962" h="3555">
                  <a:moveTo>
                    <a:pt x="1594" y="50"/>
                  </a:moveTo>
                  <a:lnTo>
                    <a:pt x="368" y="831"/>
                  </a:lnTo>
                  <a:lnTo>
                    <a:pt x="330" y="858"/>
                  </a:lnTo>
                  <a:lnTo>
                    <a:pt x="294" y="888"/>
                  </a:lnTo>
                  <a:lnTo>
                    <a:pt x="259" y="922"/>
                  </a:lnTo>
                  <a:lnTo>
                    <a:pt x="225" y="961"/>
                  </a:lnTo>
                  <a:lnTo>
                    <a:pt x="193" y="1003"/>
                  </a:lnTo>
                  <a:lnTo>
                    <a:pt x="163" y="1047"/>
                  </a:lnTo>
                  <a:lnTo>
                    <a:pt x="133" y="1094"/>
                  </a:lnTo>
                  <a:lnTo>
                    <a:pt x="108" y="1143"/>
                  </a:lnTo>
                  <a:lnTo>
                    <a:pt x="84" y="1193"/>
                  </a:lnTo>
                  <a:lnTo>
                    <a:pt x="63" y="1246"/>
                  </a:lnTo>
                  <a:lnTo>
                    <a:pt x="44" y="1299"/>
                  </a:lnTo>
                  <a:lnTo>
                    <a:pt x="29" y="1353"/>
                  </a:lnTo>
                  <a:lnTo>
                    <a:pt x="16" y="1405"/>
                  </a:lnTo>
                  <a:lnTo>
                    <a:pt x="7" y="1459"/>
                  </a:lnTo>
                  <a:lnTo>
                    <a:pt x="2" y="1512"/>
                  </a:lnTo>
                  <a:lnTo>
                    <a:pt x="0" y="1565"/>
                  </a:lnTo>
                  <a:lnTo>
                    <a:pt x="0" y="3237"/>
                  </a:lnTo>
                  <a:lnTo>
                    <a:pt x="2" y="3287"/>
                  </a:lnTo>
                  <a:lnTo>
                    <a:pt x="7" y="3333"/>
                  </a:lnTo>
                  <a:lnTo>
                    <a:pt x="16" y="3375"/>
                  </a:lnTo>
                  <a:lnTo>
                    <a:pt x="29" y="3413"/>
                  </a:lnTo>
                  <a:lnTo>
                    <a:pt x="44" y="3447"/>
                  </a:lnTo>
                  <a:lnTo>
                    <a:pt x="63" y="3477"/>
                  </a:lnTo>
                  <a:lnTo>
                    <a:pt x="84" y="3502"/>
                  </a:lnTo>
                  <a:lnTo>
                    <a:pt x="108" y="3522"/>
                  </a:lnTo>
                  <a:lnTo>
                    <a:pt x="133" y="3538"/>
                  </a:lnTo>
                  <a:lnTo>
                    <a:pt x="163" y="3549"/>
                  </a:lnTo>
                  <a:lnTo>
                    <a:pt x="193" y="3555"/>
                  </a:lnTo>
                  <a:lnTo>
                    <a:pt x="225" y="3555"/>
                  </a:lnTo>
                  <a:lnTo>
                    <a:pt x="259" y="3550"/>
                  </a:lnTo>
                  <a:lnTo>
                    <a:pt x="294" y="3541"/>
                  </a:lnTo>
                  <a:lnTo>
                    <a:pt x="330" y="3524"/>
                  </a:lnTo>
                  <a:lnTo>
                    <a:pt x="368" y="3503"/>
                  </a:lnTo>
                  <a:lnTo>
                    <a:pt x="1594" y="2722"/>
                  </a:lnTo>
                  <a:lnTo>
                    <a:pt x="1632" y="2696"/>
                  </a:lnTo>
                  <a:lnTo>
                    <a:pt x="1668" y="2665"/>
                  </a:lnTo>
                  <a:lnTo>
                    <a:pt x="1703" y="2631"/>
                  </a:lnTo>
                  <a:lnTo>
                    <a:pt x="1737" y="2592"/>
                  </a:lnTo>
                  <a:lnTo>
                    <a:pt x="1769" y="2551"/>
                  </a:lnTo>
                  <a:lnTo>
                    <a:pt x="1799" y="2506"/>
                  </a:lnTo>
                  <a:lnTo>
                    <a:pt x="1829" y="2460"/>
                  </a:lnTo>
                  <a:lnTo>
                    <a:pt x="1854" y="2411"/>
                  </a:lnTo>
                  <a:lnTo>
                    <a:pt x="1878" y="2361"/>
                  </a:lnTo>
                  <a:lnTo>
                    <a:pt x="1899" y="2308"/>
                  </a:lnTo>
                  <a:lnTo>
                    <a:pt x="1918" y="2256"/>
                  </a:lnTo>
                  <a:lnTo>
                    <a:pt x="1933" y="2202"/>
                  </a:lnTo>
                  <a:lnTo>
                    <a:pt x="1946" y="2149"/>
                  </a:lnTo>
                  <a:lnTo>
                    <a:pt x="1955" y="2095"/>
                  </a:lnTo>
                  <a:lnTo>
                    <a:pt x="1960" y="2042"/>
                  </a:lnTo>
                  <a:lnTo>
                    <a:pt x="1962" y="1989"/>
                  </a:lnTo>
                  <a:lnTo>
                    <a:pt x="1962" y="319"/>
                  </a:lnTo>
                  <a:lnTo>
                    <a:pt x="1960" y="269"/>
                  </a:lnTo>
                  <a:lnTo>
                    <a:pt x="1955" y="223"/>
                  </a:lnTo>
                  <a:lnTo>
                    <a:pt x="1946" y="180"/>
                  </a:lnTo>
                  <a:lnTo>
                    <a:pt x="1933" y="143"/>
                  </a:lnTo>
                  <a:lnTo>
                    <a:pt x="1918" y="109"/>
                  </a:lnTo>
                  <a:lnTo>
                    <a:pt x="1899" y="79"/>
                  </a:lnTo>
                  <a:lnTo>
                    <a:pt x="1878" y="54"/>
                  </a:lnTo>
                  <a:lnTo>
                    <a:pt x="1854" y="33"/>
                  </a:lnTo>
                  <a:lnTo>
                    <a:pt x="1829" y="17"/>
                  </a:lnTo>
                  <a:lnTo>
                    <a:pt x="1799" y="7"/>
                  </a:lnTo>
                  <a:lnTo>
                    <a:pt x="1769" y="0"/>
                  </a:lnTo>
                  <a:lnTo>
                    <a:pt x="1737" y="0"/>
                  </a:lnTo>
                  <a:lnTo>
                    <a:pt x="1703" y="4"/>
                  </a:lnTo>
                  <a:lnTo>
                    <a:pt x="1668" y="14"/>
                  </a:lnTo>
                  <a:lnTo>
                    <a:pt x="1632" y="29"/>
                  </a:lnTo>
                  <a:lnTo>
                    <a:pt x="1594" y="50"/>
                  </a:lnTo>
                  <a:close/>
                </a:path>
              </a:pathLst>
            </a:custGeom>
            <a:solidFill>
              <a:srgbClr val="E5E5E5"/>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9722" name="Freeform 50"/>
            <p:cNvSpPr>
              <a:spLocks noEditPoints="1"/>
            </p:cNvSpPr>
            <p:nvPr/>
          </p:nvSpPr>
          <p:spPr bwMode="auto">
            <a:xfrm>
              <a:off x="916" y="1589"/>
              <a:ext cx="697" cy="698"/>
            </a:xfrm>
            <a:custGeom>
              <a:avLst/>
              <a:gdLst>
                <a:gd name="T0" fmla="*/ 16 w 3485"/>
                <a:gd name="T1" fmla="*/ 0 h 3490"/>
                <a:gd name="T2" fmla="*/ 17 w 3485"/>
                <a:gd name="T3" fmla="*/ 2 h 3490"/>
                <a:gd name="T4" fmla="*/ 17 w 3485"/>
                <a:gd name="T5" fmla="*/ 3 h 3490"/>
                <a:gd name="T6" fmla="*/ 14 w 3485"/>
                <a:gd name="T7" fmla="*/ 4 h 3490"/>
                <a:gd name="T8" fmla="*/ 12 w 3485"/>
                <a:gd name="T9" fmla="*/ 4 h 3490"/>
                <a:gd name="T10" fmla="*/ 11 w 3485"/>
                <a:gd name="T11" fmla="*/ 2 h 3490"/>
                <a:gd name="T12" fmla="*/ 11 w 3485"/>
                <a:gd name="T13" fmla="*/ 1 h 3490"/>
                <a:gd name="T14" fmla="*/ 14 w 3485"/>
                <a:gd name="T15" fmla="*/ 0 h 3490"/>
                <a:gd name="T16" fmla="*/ 3 w 3485"/>
                <a:gd name="T17" fmla="*/ 7 h 3490"/>
                <a:gd name="T18" fmla="*/ 4 w 3485"/>
                <a:gd name="T19" fmla="*/ 9 h 3490"/>
                <a:gd name="T20" fmla="*/ 3 w 3485"/>
                <a:gd name="T21" fmla="*/ 12 h 3490"/>
                <a:gd name="T22" fmla="*/ 2 w 3485"/>
                <a:gd name="T23" fmla="*/ 13 h 3490"/>
                <a:gd name="T24" fmla="*/ 1 w 3485"/>
                <a:gd name="T25" fmla="*/ 12 h 3490"/>
                <a:gd name="T26" fmla="*/ 0 w 3485"/>
                <a:gd name="T27" fmla="*/ 10 h 3490"/>
                <a:gd name="T28" fmla="*/ 0 w 3485"/>
                <a:gd name="T29" fmla="*/ 8 h 3490"/>
                <a:gd name="T30" fmla="*/ 2 w 3485"/>
                <a:gd name="T31" fmla="*/ 6 h 3490"/>
                <a:gd name="T32" fmla="*/ 10 w 3485"/>
                <a:gd name="T33" fmla="*/ 20 h 3490"/>
                <a:gd name="T34" fmla="*/ 11 w 3485"/>
                <a:gd name="T35" fmla="*/ 22 h 3490"/>
                <a:gd name="T36" fmla="*/ 11 w 3485"/>
                <a:gd name="T37" fmla="*/ 25 h 3490"/>
                <a:gd name="T38" fmla="*/ 10 w 3485"/>
                <a:gd name="T39" fmla="*/ 27 h 3490"/>
                <a:gd name="T40" fmla="*/ 8 w 3485"/>
                <a:gd name="T41" fmla="*/ 26 h 3490"/>
                <a:gd name="T42" fmla="*/ 7 w 3485"/>
                <a:gd name="T43" fmla="*/ 24 h 3490"/>
                <a:gd name="T44" fmla="*/ 7 w 3485"/>
                <a:gd name="T45" fmla="*/ 22 h 3490"/>
                <a:gd name="T46" fmla="*/ 8 w 3485"/>
                <a:gd name="T47" fmla="*/ 20 h 3490"/>
                <a:gd name="T48" fmla="*/ 20 w 3485"/>
                <a:gd name="T49" fmla="*/ 21 h 3490"/>
                <a:gd name="T50" fmla="*/ 21 w 3485"/>
                <a:gd name="T51" fmla="*/ 23 h 3490"/>
                <a:gd name="T52" fmla="*/ 21 w 3485"/>
                <a:gd name="T53" fmla="*/ 26 h 3490"/>
                <a:gd name="T54" fmla="*/ 20 w 3485"/>
                <a:gd name="T55" fmla="*/ 28 h 3490"/>
                <a:gd name="T56" fmla="*/ 18 w 3485"/>
                <a:gd name="T57" fmla="*/ 28 h 3490"/>
                <a:gd name="T58" fmla="*/ 17 w 3485"/>
                <a:gd name="T59" fmla="*/ 26 h 3490"/>
                <a:gd name="T60" fmla="*/ 17 w 3485"/>
                <a:gd name="T61" fmla="*/ 23 h 3490"/>
                <a:gd name="T62" fmla="*/ 18 w 3485"/>
                <a:gd name="T63" fmla="*/ 21 h 3490"/>
                <a:gd name="T64" fmla="*/ 19 w 3485"/>
                <a:gd name="T65" fmla="*/ 11 h 3490"/>
                <a:gd name="T66" fmla="*/ 20 w 3485"/>
                <a:gd name="T67" fmla="*/ 13 h 3490"/>
                <a:gd name="T68" fmla="*/ 21 w 3485"/>
                <a:gd name="T69" fmla="*/ 15 h 3490"/>
                <a:gd name="T70" fmla="*/ 20 w 3485"/>
                <a:gd name="T71" fmla="*/ 17 h 3490"/>
                <a:gd name="T72" fmla="*/ 18 w 3485"/>
                <a:gd name="T73" fmla="*/ 17 h 3490"/>
                <a:gd name="T74" fmla="*/ 17 w 3485"/>
                <a:gd name="T75" fmla="*/ 16 h 3490"/>
                <a:gd name="T76" fmla="*/ 17 w 3485"/>
                <a:gd name="T77" fmla="*/ 13 h 3490"/>
                <a:gd name="T78" fmla="*/ 18 w 3485"/>
                <a:gd name="T79" fmla="*/ 11 h 3490"/>
                <a:gd name="T80" fmla="*/ 26 w 3485"/>
                <a:gd name="T81" fmla="*/ 7 h 3490"/>
                <a:gd name="T82" fmla="*/ 27 w 3485"/>
                <a:gd name="T83" fmla="*/ 8 h 3490"/>
                <a:gd name="T84" fmla="*/ 27 w 3485"/>
                <a:gd name="T85" fmla="*/ 11 h 3490"/>
                <a:gd name="T86" fmla="*/ 26 w 3485"/>
                <a:gd name="T87" fmla="*/ 13 h 3490"/>
                <a:gd name="T88" fmla="*/ 25 w 3485"/>
                <a:gd name="T89" fmla="*/ 13 h 3490"/>
                <a:gd name="T90" fmla="*/ 24 w 3485"/>
                <a:gd name="T91" fmla="*/ 12 h 3490"/>
                <a:gd name="T92" fmla="*/ 24 w 3485"/>
                <a:gd name="T93" fmla="*/ 9 h 3490"/>
                <a:gd name="T94" fmla="*/ 24 w 3485"/>
                <a:gd name="T95" fmla="*/ 7 h 3490"/>
                <a:gd name="T96" fmla="*/ 26 w 3485"/>
                <a:gd name="T97" fmla="*/ 17 h 3490"/>
                <a:gd name="T98" fmla="*/ 27 w 3485"/>
                <a:gd name="T99" fmla="*/ 18 h 3490"/>
                <a:gd name="T100" fmla="*/ 28 w 3485"/>
                <a:gd name="T101" fmla="*/ 21 h 3490"/>
                <a:gd name="T102" fmla="*/ 27 w 3485"/>
                <a:gd name="T103" fmla="*/ 23 h 3490"/>
                <a:gd name="T104" fmla="*/ 26 w 3485"/>
                <a:gd name="T105" fmla="*/ 24 h 3490"/>
                <a:gd name="T106" fmla="*/ 24 w 3485"/>
                <a:gd name="T107" fmla="*/ 23 h 3490"/>
                <a:gd name="T108" fmla="*/ 24 w 3485"/>
                <a:gd name="T109" fmla="*/ 20 h 3490"/>
                <a:gd name="T110" fmla="*/ 25 w 3485"/>
                <a:gd name="T111" fmla="*/ 18 h 3490"/>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w 3485"/>
                <a:gd name="T169" fmla="*/ 0 h 3490"/>
                <a:gd name="T170" fmla="*/ 3485 w 3485"/>
                <a:gd name="T171" fmla="*/ 3490 h 3490"/>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T168" t="T169" r="T170" b="T171"/>
              <a:pathLst>
                <a:path w="3485" h="3490">
                  <a:moveTo>
                    <a:pt x="1754" y="0"/>
                  </a:moveTo>
                  <a:lnTo>
                    <a:pt x="1797" y="2"/>
                  </a:lnTo>
                  <a:lnTo>
                    <a:pt x="1840" y="5"/>
                  </a:lnTo>
                  <a:lnTo>
                    <a:pt x="1881" y="12"/>
                  </a:lnTo>
                  <a:lnTo>
                    <a:pt x="1921" y="20"/>
                  </a:lnTo>
                  <a:lnTo>
                    <a:pt x="1959" y="31"/>
                  </a:lnTo>
                  <a:lnTo>
                    <a:pt x="1994" y="44"/>
                  </a:lnTo>
                  <a:lnTo>
                    <a:pt x="2028" y="59"/>
                  </a:lnTo>
                  <a:lnTo>
                    <a:pt x="2058" y="74"/>
                  </a:lnTo>
                  <a:lnTo>
                    <a:pt x="2086" y="93"/>
                  </a:lnTo>
                  <a:lnTo>
                    <a:pt x="2111" y="113"/>
                  </a:lnTo>
                  <a:lnTo>
                    <a:pt x="2132" y="133"/>
                  </a:lnTo>
                  <a:lnTo>
                    <a:pt x="2151" y="155"/>
                  </a:lnTo>
                  <a:lnTo>
                    <a:pt x="2165" y="179"/>
                  </a:lnTo>
                  <a:lnTo>
                    <a:pt x="2175" y="203"/>
                  </a:lnTo>
                  <a:lnTo>
                    <a:pt x="2182" y="229"/>
                  </a:lnTo>
                  <a:lnTo>
                    <a:pt x="2185" y="255"/>
                  </a:lnTo>
                  <a:lnTo>
                    <a:pt x="2182" y="281"/>
                  </a:lnTo>
                  <a:lnTo>
                    <a:pt x="2175" y="305"/>
                  </a:lnTo>
                  <a:lnTo>
                    <a:pt x="2165" y="330"/>
                  </a:lnTo>
                  <a:lnTo>
                    <a:pt x="2151" y="353"/>
                  </a:lnTo>
                  <a:lnTo>
                    <a:pt x="2132" y="376"/>
                  </a:lnTo>
                  <a:lnTo>
                    <a:pt x="2111" y="397"/>
                  </a:lnTo>
                  <a:lnTo>
                    <a:pt x="2086" y="417"/>
                  </a:lnTo>
                  <a:lnTo>
                    <a:pt x="2058" y="434"/>
                  </a:lnTo>
                  <a:lnTo>
                    <a:pt x="2028" y="451"/>
                  </a:lnTo>
                  <a:lnTo>
                    <a:pt x="1994" y="466"/>
                  </a:lnTo>
                  <a:lnTo>
                    <a:pt x="1959" y="479"/>
                  </a:lnTo>
                  <a:lnTo>
                    <a:pt x="1921" y="489"/>
                  </a:lnTo>
                  <a:lnTo>
                    <a:pt x="1881" y="498"/>
                  </a:lnTo>
                  <a:lnTo>
                    <a:pt x="1840" y="505"/>
                  </a:lnTo>
                  <a:lnTo>
                    <a:pt x="1797" y="508"/>
                  </a:lnTo>
                  <a:lnTo>
                    <a:pt x="1754" y="509"/>
                  </a:lnTo>
                  <a:lnTo>
                    <a:pt x="1710" y="508"/>
                  </a:lnTo>
                  <a:lnTo>
                    <a:pt x="1667" y="505"/>
                  </a:lnTo>
                  <a:lnTo>
                    <a:pt x="1626" y="498"/>
                  </a:lnTo>
                  <a:lnTo>
                    <a:pt x="1586" y="489"/>
                  </a:lnTo>
                  <a:lnTo>
                    <a:pt x="1548" y="479"/>
                  </a:lnTo>
                  <a:lnTo>
                    <a:pt x="1512" y="466"/>
                  </a:lnTo>
                  <a:lnTo>
                    <a:pt x="1479" y="451"/>
                  </a:lnTo>
                  <a:lnTo>
                    <a:pt x="1449" y="434"/>
                  </a:lnTo>
                  <a:lnTo>
                    <a:pt x="1421" y="417"/>
                  </a:lnTo>
                  <a:lnTo>
                    <a:pt x="1395" y="397"/>
                  </a:lnTo>
                  <a:lnTo>
                    <a:pt x="1374" y="376"/>
                  </a:lnTo>
                  <a:lnTo>
                    <a:pt x="1355" y="353"/>
                  </a:lnTo>
                  <a:lnTo>
                    <a:pt x="1341" y="330"/>
                  </a:lnTo>
                  <a:lnTo>
                    <a:pt x="1331" y="305"/>
                  </a:lnTo>
                  <a:lnTo>
                    <a:pt x="1324" y="281"/>
                  </a:lnTo>
                  <a:lnTo>
                    <a:pt x="1321" y="255"/>
                  </a:lnTo>
                  <a:lnTo>
                    <a:pt x="1324" y="229"/>
                  </a:lnTo>
                  <a:lnTo>
                    <a:pt x="1331" y="203"/>
                  </a:lnTo>
                  <a:lnTo>
                    <a:pt x="1341" y="179"/>
                  </a:lnTo>
                  <a:lnTo>
                    <a:pt x="1355" y="155"/>
                  </a:lnTo>
                  <a:lnTo>
                    <a:pt x="1374" y="133"/>
                  </a:lnTo>
                  <a:lnTo>
                    <a:pt x="1395" y="113"/>
                  </a:lnTo>
                  <a:lnTo>
                    <a:pt x="1421" y="93"/>
                  </a:lnTo>
                  <a:lnTo>
                    <a:pt x="1449" y="74"/>
                  </a:lnTo>
                  <a:lnTo>
                    <a:pt x="1479" y="59"/>
                  </a:lnTo>
                  <a:lnTo>
                    <a:pt x="1512" y="44"/>
                  </a:lnTo>
                  <a:lnTo>
                    <a:pt x="1548" y="31"/>
                  </a:lnTo>
                  <a:lnTo>
                    <a:pt x="1586" y="20"/>
                  </a:lnTo>
                  <a:lnTo>
                    <a:pt x="1626" y="12"/>
                  </a:lnTo>
                  <a:lnTo>
                    <a:pt x="1667" y="5"/>
                  </a:lnTo>
                  <a:lnTo>
                    <a:pt x="1710" y="2"/>
                  </a:lnTo>
                  <a:lnTo>
                    <a:pt x="1754" y="0"/>
                  </a:lnTo>
                  <a:close/>
                  <a:moveTo>
                    <a:pt x="239" y="786"/>
                  </a:moveTo>
                  <a:lnTo>
                    <a:pt x="263" y="788"/>
                  </a:lnTo>
                  <a:lnTo>
                    <a:pt x="287" y="794"/>
                  </a:lnTo>
                  <a:lnTo>
                    <a:pt x="309" y="805"/>
                  </a:lnTo>
                  <a:lnTo>
                    <a:pt x="331" y="819"/>
                  </a:lnTo>
                  <a:lnTo>
                    <a:pt x="352" y="836"/>
                  </a:lnTo>
                  <a:lnTo>
                    <a:pt x="372" y="857"/>
                  </a:lnTo>
                  <a:lnTo>
                    <a:pt x="390" y="882"/>
                  </a:lnTo>
                  <a:lnTo>
                    <a:pt x="407" y="909"/>
                  </a:lnTo>
                  <a:lnTo>
                    <a:pt x="423" y="940"/>
                  </a:lnTo>
                  <a:lnTo>
                    <a:pt x="437" y="971"/>
                  </a:lnTo>
                  <a:lnTo>
                    <a:pt x="448" y="1006"/>
                  </a:lnTo>
                  <a:lnTo>
                    <a:pt x="459" y="1043"/>
                  </a:lnTo>
                  <a:lnTo>
                    <a:pt x="467" y="1081"/>
                  </a:lnTo>
                  <a:lnTo>
                    <a:pt x="473" y="1121"/>
                  </a:lnTo>
                  <a:lnTo>
                    <a:pt x="476" y="1163"/>
                  </a:lnTo>
                  <a:lnTo>
                    <a:pt x="478" y="1206"/>
                  </a:lnTo>
                  <a:lnTo>
                    <a:pt x="476" y="1248"/>
                  </a:lnTo>
                  <a:lnTo>
                    <a:pt x="473" y="1290"/>
                  </a:lnTo>
                  <a:lnTo>
                    <a:pt x="467" y="1330"/>
                  </a:lnTo>
                  <a:lnTo>
                    <a:pt x="459" y="1367"/>
                  </a:lnTo>
                  <a:lnTo>
                    <a:pt x="448" y="1405"/>
                  </a:lnTo>
                  <a:lnTo>
                    <a:pt x="437" y="1439"/>
                  </a:lnTo>
                  <a:lnTo>
                    <a:pt x="423" y="1472"/>
                  </a:lnTo>
                  <a:lnTo>
                    <a:pt x="407" y="1501"/>
                  </a:lnTo>
                  <a:lnTo>
                    <a:pt x="390" y="1528"/>
                  </a:lnTo>
                  <a:lnTo>
                    <a:pt x="372" y="1553"/>
                  </a:lnTo>
                  <a:lnTo>
                    <a:pt x="352" y="1574"/>
                  </a:lnTo>
                  <a:lnTo>
                    <a:pt x="331" y="1591"/>
                  </a:lnTo>
                  <a:lnTo>
                    <a:pt x="309" y="1605"/>
                  </a:lnTo>
                  <a:lnTo>
                    <a:pt x="287" y="1616"/>
                  </a:lnTo>
                  <a:lnTo>
                    <a:pt x="263" y="1622"/>
                  </a:lnTo>
                  <a:lnTo>
                    <a:pt x="239" y="1624"/>
                  </a:lnTo>
                  <a:lnTo>
                    <a:pt x="214" y="1622"/>
                  </a:lnTo>
                  <a:lnTo>
                    <a:pt x="191" y="1616"/>
                  </a:lnTo>
                  <a:lnTo>
                    <a:pt x="168" y="1605"/>
                  </a:lnTo>
                  <a:lnTo>
                    <a:pt x="146" y="1591"/>
                  </a:lnTo>
                  <a:lnTo>
                    <a:pt x="125" y="1574"/>
                  </a:lnTo>
                  <a:lnTo>
                    <a:pt x="105" y="1553"/>
                  </a:lnTo>
                  <a:lnTo>
                    <a:pt x="87" y="1528"/>
                  </a:lnTo>
                  <a:lnTo>
                    <a:pt x="70" y="1501"/>
                  </a:lnTo>
                  <a:lnTo>
                    <a:pt x="55" y="1472"/>
                  </a:lnTo>
                  <a:lnTo>
                    <a:pt x="41" y="1439"/>
                  </a:lnTo>
                  <a:lnTo>
                    <a:pt x="29" y="1405"/>
                  </a:lnTo>
                  <a:lnTo>
                    <a:pt x="18" y="1367"/>
                  </a:lnTo>
                  <a:lnTo>
                    <a:pt x="10" y="1330"/>
                  </a:lnTo>
                  <a:lnTo>
                    <a:pt x="4" y="1290"/>
                  </a:lnTo>
                  <a:lnTo>
                    <a:pt x="1" y="1248"/>
                  </a:lnTo>
                  <a:lnTo>
                    <a:pt x="0" y="1206"/>
                  </a:lnTo>
                  <a:lnTo>
                    <a:pt x="1" y="1163"/>
                  </a:lnTo>
                  <a:lnTo>
                    <a:pt x="4" y="1121"/>
                  </a:lnTo>
                  <a:lnTo>
                    <a:pt x="10" y="1081"/>
                  </a:lnTo>
                  <a:lnTo>
                    <a:pt x="18" y="1043"/>
                  </a:lnTo>
                  <a:lnTo>
                    <a:pt x="29" y="1006"/>
                  </a:lnTo>
                  <a:lnTo>
                    <a:pt x="41" y="971"/>
                  </a:lnTo>
                  <a:lnTo>
                    <a:pt x="55" y="940"/>
                  </a:lnTo>
                  <a:lnTo>
                    <a:pt x="70" y="909"/>
                  </a:lnTo>
                  <a:lnTo>
                    <a:pt x="87" y="882"/>
                  </a:lnTo>
                  <a:lnTo>
                    <a:pt x="105" y="857"/>
                  </a:lnTo>
                  <a:lnTo>
                    <a:pt x="125" y="836"/>
                  </a:lnTo>
                  <a:lnTo>
                    <a:pt x="146" y="819"/>
                  </a:lnTo>
                  <a:lnTo>
                    <a:pt x="168" y="805"/>
                  </a:lnTo>
                  <a:lnTo>
                    <a:pt x="191" y="794"/>
                  </a:lnTo>
                  <a:lnTo>
                    <a:pt x="214" y="788"/>
                  </a:lnTo>
                  <a:lnTo>
                    <a:pt x="239" y="786"/>
                  </a:lnTo>
                  <a:close/>
                  <a:moveTo>
                    <a:pt x="1119" y="2495"/>
                  </a:moveTo>
                  <a:lnTo>
                    <a:pt x="1143" y="2498"/>
                  </a:lnTo>
                  <a:lnTo>
                    <a:pt x="1167" y="2504"/>
                  </a:lnTo>
                  <a:lnTo>
                    <a:pt x="1190" y="2514"/>
                  </a:lnTo>
                  <a:lnTo>
                    <a:pt x="1211" y="2528"/>
                  </a:lnTo>
                  <a:lnTo>
                    <a:pt x="1232" y="2546"/>
                  </a:lnTo>
                  <a:lnTo>
                    <a:pt x="1252" y="2567"/>
                  </a:lnTo>
                  <a:lnTo>
                    <a:pt x="1271" y="2592"/>
                  </a:lnTo>
                  <a:lnTo>
                    <a:pt x="1288" y="2618"/>
                  </a:lnTo>
                  <a:lnTo>
                    <a:pt x="1304" y="2648"/>
                  </a:lnTo>
                  <a:lnTo>
                    <a:pt x="1318" y="2681"/>
                  </a:lnTo>
                  <a:lnTo>
                    <a:pt x="1329" y="2715"/>
                  </a:lnTo>
                  <a:lnTo>
                    <a:pt x="1340" y="2752"/>
                  </a:lnTo>
                  <a:lnTo>
                    <a:pt x="1348" y="2790"/>
                  </a:lnTo>
                  <a:lnTo>
                    <a:pt x="1354" y="2830"/>
                  </a:lnTo>
                  <a:lnTo>
                    <a:pt x="1358" y="2872"/>
                  </a:lnTo>
                  <a:lnTo>
                    <a:pt x="1359" y="2914"/>
                  </a:lnTo>
                  <a:lnTo>
                    <a:pt x="1358" y="2956"/>
                  </a:lnTo>
                  <a:lnTo>
                    <a:pt x="1354" y="2998"/>
                  </a:lnTo>
                  <a:lnTo>
                    <a:pt x="1348" y="3038"/>
                  </a:lnTo>
                  <a:lnTo>
                    <a:pt x="1340" y="3077"/>
                  </a:lnTo>
                  <a:lnTo>
                    <a:pt x="1329" y="3113"/>
                  </a:lnTo>
                  <a:lnTo>
                    <a:pt x="1318" y="3147"/>
                  </a:lnTo>
                  <a:lnTo>
                    <a:pt x="1304" y="3180"/>
                  </a:lnTo>
                  <a:lnTo>
                    <a:pt x="1288" y="3209"/>
                  </a:lnTo>
                  <a:lnTo>
                    <a:pt x="1271" y="3238"/>
                  </a:lnTo>
                  <a:lnTo>
                    <a:pt x="1252" y="3261"/>
                  </a:lnTo>
                  <a:lnTo>
                    <a:pt x="1232" y="3282"/>
                  </a:lnTo>
                  <a:lnTo>
                    <a:pt x="1211" y="3301"/>
                  </a:lnTo>
                  <a:lnTo>
                    <a:pt x="1190" y="3315"/>
                  </a:lnTo>
                  <a:lnTo>
                    <a:pt x="1167" y="3325"/>
                  </a:lnTo>
                  <a:lnTo>
                    <a:pt x="1143" y="3331"/>
                  </a:lnTo>
                  <a:lnTo>
                    <a:pt x="1119" y="3334"/>
                  </a:lnTo>
                  <a:lnTo>
                    <a:pt x="1094" y="3331"/>
                  </a:lnTo>
                  <a:lnTo>
                    <a:pt x="1070" y="3325"/>
                  </a:lnTo>
                  <a:lnTo>
                    <a:pt x="1048" y="3315"/>
                  </a:lnTo>
                  <a:lnTo>
                    <a:pt x="1026" y="3301"/>
                  </a:lnTo>
                  <a:lnTo>
                    <a:pt x="1005" y="3282"/>
                  </a:lnTo>
                  <a:lnTo>
                    <a:pt x="985" y="3261"/>
                  </a:lnTo>
                  <a:lnTo>
                    <a:pt x="967" y="3238"/>
                  </a:lnTo>
                  <a:lnTo>
                    <a:pt x="950" y="3209"/>
                  </a:lnTo>
                  <a:lnTo>
                    <a:pt x="935" y="3180"/>
                  </a:lnTo>
                  <a:lnTo>
                    <a:pt x="921" y="3147"/>
                  </a:lnTo>
                  <a:lnTo>
                    <a:pt x="909" y="3113"/>
                  </a:lnTo>
                  <a:lnTo>
                    <a:pt x="898" y="3077"/>
                  </a:lnTo>
                  <a:lnTo>
                    <a:pt x="890" y="3038"/>
                  </a:lnTo>
                  <a:lnTo>
                    <a:pt x="884" y="2998"/>
                  </a:lnTo>
                  <a:lnTo>
                    <a:pt x="881" y="2956"/>
                  </a:lnTo>
                  <a:lnTo>
                    <a:pt x="880" y="2914"/>
                  </a:lnTo>
                  <a:lnTo>
                    <a:pt x="881" y="2872"/>
                  </a:lnTo>
                  <a:lnTo>
                    <a:pt x="884" y="2830"/>
                  </a:lnTo>
                  <a:lnTo>
                    <a:pt x="890" y="2790"/>
                  </a:lnTo>
                  <a:lnTo>
                    <a:pt x="898" y="2752"/>
                  </a:lnTo>
                  <a:lnTo>
                    <a:pt x="909" y="2715"/>
                  </a:lnTo>
                  <a:lnTo>
                    <a:pt x="921" y="2681"/>
                  </a:lnTo>
                  <a:lnTo>
                    <a:pt x="935" y="2648"/>
                  </a:lnTo>
                  <a:lnTo>
                    <a:pt x="950" y="2618"/>
                  </a:lnTo>
                  <a:lnTo>
                    <a:pt x="967" y="2592"/>
                  </a:lnTo>
                  <a:lnTo>
                    <a:pt x="985" y="2567"/>
                  </a:lnTo>
                  <a:lnTo>
                    <a:pt x="1005" y="2546"/>
                  </a:lnTo>
                  <a:lnTo>
                    <a:pt x="1026" y="2528"/>
                  </a:lnTo>
                  <a:lnTo>
                    <a:pt x="1048" y="2514"/>
                  </a:lnTo>
                  <a:lnTo>
                    <a:pt x="1070" y="2504"/>
                  </a:lnTo>
                  <a:lnTo>
                    <a:pt x="1094" y="2498"/>
                  </a:lnTo>
                  <a:lnTo>
                    <a:pt x="1119" y="2495"/>
                  </a:lnTo>
                  <a:close/>
                  <a:moveTo>
                    <a:pt x="2380" y="2651"/>
                  </a:moveTo>
                  <a:lnTo>
                    <a:pt x="2405" y="2654"/>
                  </a:lnTo>
                  <a:lnTo>
                    <a:pt x="2428" y="2660"/>
                  </a:lnTo>
                  <a:lnTo>
                    <a:pt x="2452" y="2670"/>
                  </a:lnTo>
                  <a:lnTo>
                    <a:pt x="2473" y="2684"/>
                  </a:lnTo>
                  <a:lnTo>
                    <a:pt x="2494" y="2703"/>
                  </a:lnTo>
                  <a:lnTo>
                    <a:pt x="2514" y="2724"/>
                  </a:lnTo>
                  <a:lnTo>
                    <a:pt x="2533" y="2747"/>
                  </a:lnTo>
                  <a:lnTo>
                    <a:pt x="2550" y="2774"/>
                  </a:lnTo>
                  <a:lnTo>
                    <a:pt x="2565" y="2805"/>
                  </a:lnTo>
                  <a:lnTo>
                    <a:pt x="2580" y="2838"/>
                  </a:lnTo>
                  <a:lnTo>
                    <a:pt x="2591" y="2872"/>
                  </a:lnTo>
                  <a:lnTo>
                    <a:pt x="2602" y="2908"/>
                  </a:lnTo>
                  <a:lnTo>
                    <a:pt x="2610" y="2947"/>
                  </a:lnTo>
                  <a:lnTo>
                    <a:pt x="2616" y="2987"/>
                  </a:lnTo>
                  <a:lnTo>
                    <a:pt x="2619" y="3029"/>
                  </a:lnTo>
                  <a:lnTo>
                    <a:pt x="2621" y="3071"/>
                  </a:lnTo>
                  <a:lnTo>
                    <a:pt x="2619" y="3113"/>
                  </a:lnTo>
                  <a:lnTo>
                    <a:pt x="2616" y="3155"/>
                  </a:lnTo>
                  <a:lnTo>
                    <a:pt x="2610" y="3195"/>
                  </a:lnTo>
                  <a:lnTo>
                    <a:pt x="2602" y="3233"/>
                  </a:lnTo>
                  <a:lnTo>
                    <a:pt x="2591" y="3270"/>
                  </a:lnTo>
                  <a:lnTo>
                    <a:pt x="2580" y="3304"/>
                  </a:lnTo>
                  <a:lnTo>
                    <a:pt x="2565" y="3337"/>
                  </a:lnTo>
                  <a:lnTo>
                    <a:pt x="2550" y="3367"/>
                  </a:lnTo>
                  <a:lnTo>
                    <a:pt x="2533" y="3393"/>
                  </a:lnTo>
                  <a:lnTo>
                    <a:pt x="2514" y="3418"/>
                  </a:lnTo>
                  <a:lnTo>
                    <a:pt x="2494" y="3439"/>
                  </a:lnTo>
                  <a:lnTo>
                    <a:pt x="2473" y="3457"/>
                  </a:lnTo>
                  <a:lnTo>
                    <a:pt x="2452" y="3471"/>
                  </a:lnTo>
                  <a:lnTo>
                    <a:pt x="2428" y="3481"/>
                  </a:lnTo>
                  <a:lnTo>
                    <a:pt x="2405" y="3487"/>
                  </a:lnTo>
                  <a:lnTo>
                    <a:pt x="2380" y="3490"/>
                  </a:lnTo>
                  <a:lnTo>
                    <a:pt x="2356" y="3487"/>
                  </a:lnTo>
                  <a:lnTo>
                    <a:pt x="2332" y="3481"/>
                  </a:lnTo>
                  <a:lnTo>
                    <a:pt x="2310" y="3471"/>
                  </a:lnTo>
                  <a:lnTo>
                    <a:pt x="2288" y="3457"/>
                  </a:lnTo>
                  <a:lnTo>
                    <a:pt x="2267" y="3439"/>
                  </a:lnTo>
                  <a:lnTo>
                    <a:pt x="2248" y="3418"/>
                  </a:lnTo>
                  <a:lnTo>
                    <a:pt x="2229" y="3393"/>
                  </a:lnTo>
                  <a:lnTo>
                    <a:pt x="2212" y="3367"/>
                  </a:lnTo>
                  <a:lnTo>
                    <a:pt x="2196" y="3337"/>
                  </a:lnTo>
                  <a:lnTo>
                    <a:pt x="2182" y="3304"/>
                  </a:lnTo>
                  <a:lnTo>
                    <a:pt x="2171" y="3270"/>
                  </a:lnTo>
                  <a:lnTo>
                    <a:pt x="2160" y="3233"/>
                  </a:lnTo>
                  <a:lnTo>
                    <a:pt x="2152" y="3195"/>
                  </a:lnTo>
                  <a:lnTo>
                    <a:pt x="2146" y="3155"/>
                  </a:lnTo>
                  <a:lnTo>
                    <a:pt x="2142" y="3113"/>
                  </a:lnTo>
                  <a:lnTo>
                    <a:pt x="2141" y="3071"/>
                  </a:lnTo>
                  <a:lnTo>
                    <a:pt x="2142" y="3029"/>
                  </a:lnTo>
                  <a:lnTo>
                    <a:pt x="2146" y="2987"/>
                  </a:lnTo>
                  <a:lnTo>
                    <a:pt x="2152" y="2947"/>
                  </a:lnTo>
                  <a:lnTo>
                    <a:pt x="2160" y="2908"/>
                  </a:lnTo>
                  <a:lnTo>
                    <a:pt x="2171" y="2872"/>
                  </a:lnTo>
                  <a:lnTo>
                    <a:pt x="2182" y="2838"/>
                  </a:lnTo>
                  <a:lnTo>
                    <a:pt x="2196" y="2805"/>
                  </a:lnTo>
                  <a:lnTo>
                    <a:pt x="2212" y="2774"/>
                  </a:lnTo>
                  <a:lnTo>
                    <a:pt x="2229" y="2747"/>
                  </a:lnTo>
                  <a:lnTo>
                    <a:pt x="2248" y="2724"/>
                  </a:lnTo>
                  <a:lnTo>
                    <a:pt x="2267" y="2703"/>
                  </a:lnTo>
                  <a:lnTo>
                    <a:pt x="2288" y="2684"/>
                  </a:lnTo>
                  <a:lnTo>
                    <a:pt x="2310" y="2670"/>
                  </a:lnTo>
                  <a:lnTo>
                    <a:pt x="2332" y="2660"/>
                  </a:lnTo>
                  <a:lnTo>
                    <a:pt x="2356" y="2654"/>
                  </a:lnTo>
                  <a:lnTo>
                    <a:pt x="2380" y="2651"/>
                  </a:lnTo>
                  <a:close/>
                  <a:moveTo>
                    <a:pt x="2342" y="1355"/>
                  </a:moveTo>
                  <a:lnTo>
                    <a:pt x="2366" y="1357"/>
                  </a:lnTo>
                  <a:lnTo>
                    <a:pt x="2390" y="1363"/>
                  </a:lnTo>
                  <a:lnTo>
                    <a:pt x="2412" y="1373"/>
                  </a:lnTo>
                  <a:lnTo>
                    <a:pt x="2434" y="1387"/>
                  </a:lnTo>
                  <a:lnTo>
                    <a:pt x="2455" y="1405"/>
                  </a:lnTo>
                  <a:lnTo>
                    <a:pt x="2475" y="1426"/>
                  </a:lnTo>
                  <a:lnTo>
                    <a:pt x="2493" y="1451"/>
                  </a:lnTo>
                  <a:lnTo>
                    <a:pt x="2510" y="1478"/>
                  </a:lnTo>
                  <a:lnTo>
                    <a:pt x="2526" y="1507"/>
                  </a:lnTo>
                  <a:lnTo>
                    <a:pt x="2540" y="1540"/>
                  </a:lnTo>
                  <a:lnTo>
                    <a:pt x="2551" y="1574"/>
                  </a:lnTo>
                  <a:lnTo>
                    <a:pt x="2562" y="1611"/>
                  </a:lnTo>
                  <a:lnTo>
                    <a:pt x="2570" y="1649"/>
                  </a:lnTo>
                  <a:lnTo>
                    <a:pt x="2576" y="1689"/>
                  </a:lnTo>
                  <a:lnTo>
                    <a:pt x="2580" y="1731"/>
                  </a:lnTo>
                  <a:lnTo>
                    <a:pt x="2581" y="1773"/>
                  </a:lnTo>
                  <a:lnTo>
                    <a:pt x="2580" y="1815"/>
                  </a:lnTo>
                  <a:lnTo>
                    <a:pt x="2576" y="1858"/>
                  </a:lnTo>
                  <a:lnTo>
                    <a:pt x="2570" y="1897"/>
                  </a:lnTo>
                  <a:lnTo>
                    <a:pt x="2562" y="1936"/>
                  </a:lnTo>
                  <a:lnTo>
                    <a:pt x="2551" y="1972"/>
                  </a:lnTo>
                  <a:lnTo>
                    <a:pt x="2540" y="2008"/>
                  </a:lnTo>
                  <a:lnTo>
                    <a:pt x="2526" y="2039"/>
                  </a:lnTo>
                  <a:lnTo>
                    <a:pt x="2510" y="2070"/>
                  </a:lnTo>
                  <a:lnTo>
                    <a:pt x="2493" y="2097"/>
                  </a:lnTo>
                  <a:lnTo>
                    <a:pt x="2475" y="2121"/>
                  </a:lnTo>
                  <a:lnTo>
                    <a:pt x="2455" y="2142"/>
                  </a:lnTo>
                  <a:lnTo>
                    <a:pt x="2434" y="2160"/>
                  </a:lnTo>
                  <a:lnTo>
                    <a:pt x="2412" y="2174"/>
                  </a:lnTo>
                  <a:lnTo>
                    <a:pt x="2390" y="2185"/>
                  </a:lnTo>
                  <a:lnTo>
                    <a:pt x="2366" y="2191"/>
                  </a:lnTo>
                  <a:lnTo>
                    <a:pt x="2342" y="2193"/>
                  </a:lnTo>
                  <a:lnTo>
                    <a:pt x="2317" y="2191"/>
                  </a:lnTo>
                  <a:lnTo>
                    <a:pt x="2294" y="2185"/>
                  </a:lnTo>
                  <a:lnTo>
                    <a:pt x="2270" y="2174"/>
                  </a:lnTo>
                  <a:lnTo>
                    <a:pt x="2249" y="2160"/>
                  </a:lnTo>
                  <a:lnTo>
                    <a:pt x="2228" y="2142"/>
                  </a:lnTo>
                  <a:lnTo>
                    <a:pt x="2208" y="2121"/>
                  </a:lnTo>
                  <a:lnTo>
                    <a:pt x="2189" y="2097"/>
                  </a:lnTo>
                  <a:lnTo>
                    <a:pt x="2173" y="2070"/>
                  </a:lnTo>
                  <a:lnTo>
                    <a:pt x="2157" y="2039"/>
                  </a:lnTo>
                  <a:lnTo>
                    <a:pt x="2142" y="2008"/>
                  </a:lnTo>
                  <a:lnTo>
                    <a:pt x="2131" y="1972"/>
                  </a:lnTo>
                  <a:lnTo>
                    <a:pt x="2120" y="1936"/>
                  </a:lnTo>
                  <a:lnTo>
                    <a:pt x="2112" y="1897"/>
                  </a:lnTo>
                  <a:lnTo>
                    <a:pt x="2106" y="1858"/>
                  </a:lnTo>
                  <a:lnTo>
                    <a:pt x="2103" y="1815"/>
                  </a:lnTo>
                  <a:lnTo>
                    <a:pt x="2101" y="1773"/>
                  </a:lnTo>
                  <a:lnTo>
                    <a:pt x="2103" y="1731"/>
                  </a:lnTo>
                  <a:lnTo>
                    <a:pt x="2106" y="1689"/>
                  </a:lnTo>
                  <a:lnTo>
                    <a:pt x="2112" y="1649"/>
                  </a:lnTo>
                  <a:lnTo>
                    <a:pt x="2120" y="1611"/>
                  </a:lnTo>
                  <a:lnTo>
                    <a:pt x="2131" y="1574"/>
                  </a:lnTo>
                  <a:lnTo>
                    <a:pt x="2142" y="1540"/>
                  </a:lnTo>
                  <a:lnTo>
                    <a:pt x="2157" y="1507"/>
                  </a:lnTo>
                  <a:lnTo>
                    <a:pt x="2173" y="1478"/>
                  </a:lnTo>
                  <a:lnTo>
                    <a:pt x="2189" y="1451"/>
                  </a:lnTo>
                  <a:lnTo>
                    <a:pt x="2208" y="1426"/>
                  </a:lnTo>
                  <a:lnTo>
                    <a:pt x="2228" y="1405"/>
                  </a:lnTo>
                  <a:lnTo>
                    <a:pt x="2249" y="1387"/>
                  </a:lnTo>
                  <a:lnTo>
                    <a:pt x="2270" y="1373"/>
                  </a:lnTo>
                  <a:lnTo>
                    <a:pt x="2294" y="1363"/>
                  </a:lnTo>
                  <a:lnTo>
                    <a:pt x="2317" y="1357"/>
                  </a:lnTo>
                  <a:lnTo>
                    <a:pt x="2342" y="1355"/>
                  </a:lnTo>
                  <a:close/>
                  <a:moveTo>
                    <a:pt x="3179" y="819"/>
                  </a:moveTo>
                  <a:lnTo>
                    <a:pt x="3204" y="821"/>
                  </a:lnTo>
                  <a:lnTo>
                    <a:pt x="3227" y="827"/>
                  </a:lnTo>
                  <a:lnTo>
                    <a:pt x="3250" y="838"/>
                  </a:lnTo>
                  <a:lnTo>
                    <a:pt x="3272" y="852"/>
                  </a:lnTo>
                  <a:lnTo>
                    <a:pt x="3293" y="869"/>
                  </a:lnTo>
                  <a:lnTo>
                    <a:pt x="3312" y="890"/>
                  </a:lnTo>
                  <a:lnTo>
                    <a:pt x="3331" y="915"/>
                  </a:lnTo>
                  <a:lnTo>
                    <a:pt x="3348" y="942"/>
                  </a:lnTo>
                  <a:lnTo>
                    <a:pt x="3363" y="971"/>
                  </a:lnTo>
                  <a:lnTo>
                    <a:pt x="3377" y="1004"/>
                  </a:lnTo>
                  <a:lnTo>
                    <a:pt x="3389" y="1038"/>
                  </a:lnTo>
                  <a:lnTo>
                    <a:pt x="3400" y="1076"/>
                  </a:lnTo>
                  <a:lnTo>
                    <a:pt x="3408" y="1113"/>
                  </a:lnTo>
                  <a:lnTo>
                    <a:pt x="3414" y="1153"/>
                  </a:lnTo>
                  <a:lnTo>
                    <a:pt x="3417" y="1195"/>
                  </a:lnTo>
                  <a:lnTo>
                    <a:pt x="3418" y="1237"/>
                  </a:lnTo>
                  <a:lnTo>
                    <a:pt x="3417" y="1280"/>
                  </a:lnTo>
                  <a:lnTo>
                    <a:pt x="3414" y="1322"/>
                  </a:lnTo>
                  <a:lnTo>
                    <a:pt x="3408" y="1362"/>
                  </a:lnTo>
                  <a:lnTo>
                    <a:pt x="3400" y="1399"/>
                  </a:lnTo>
                  <a:lnTo>
                    <a:pt x="3389" y="1437"/>
                  </a:lnTo>
                  <a:lnTo>
                    <a:pt x="3377" y="1471"/>
                  </a:lnTo>
                  <a:lnTo>
                    <a:pt x="3363" y="1503"/>
                  </a:lnTo>
                  <a:lnTo>
                    <a:pt x="3348" y="1533"/>
                  </a:lnTo>
                  <a:lnTo>
                    <a:pt x="3331" y="1560"/>
                  </a:lnTo>
                  <a:lnTo>
                    <a:pt x="3312" y="1584"/>
                  </a:lnTo>
                  <a:lnTo>
                    <a:pt x="3293" y="1605"/>
                  </a:lnTo>
                  <a:lnTo>
                    <a:pt x="3272" y="1623"/>
                  </a:lnTo>
                  <a:lnTo>
                    <a:pt x="3250" y="1637"/>
                  </a:lnTo>
                  <a:lnTo>
                    <a:pt x="3227" y="1648"/>
                  </a:lnTo>
                  <a:lnTo>
                    <a:pt x="3204" y="1654"/>
                  </a:lnTo>
                  <a:lnTo>
                    <a:pt x="3179" y="1656"/>
                  </a:lnTo>
                  <a:lnTo>
                    <a:pt x="3155" y="1654"/>
                  </a:lnTo>
                  <a:lnTo>
                    <a:pt x="3131" y="1648"/>
                  </a:lnTo>
                  <a:lnTo>
                    <a:pt x="3108" y="1637"/>
                  </a:lnTo>
                  <a:lnTo>
                    <a:pt x="3087" y="1623"/>
                  </a:lnTo>
                  <a:lnTo>
                    <a:pt x="3066" y="1605"/>
                  </a:lnTo>
                  <a:lnTo>
                    <a:pt x="3046" y="1584"/>
                  </a:lnTo>
                  <a:lnTo>
                    <a:pt x="3027" y="1560"/>
                  </a:lnTo>
                  <a:lnTo>
                    <a:pt x="3011" y="1533"/>
                  </a:lnTo>
                  <a:lnTo>
                    <a:pt x="2994" y="1503"/>
                  </a:lnTo>
                  <a:lnTo>
                    <a:pt x="2980" y="1471"/>
                  </a:lnTo>
                  <a:lnTo>
                    <a:pt x="2968" y="1437"/>
                  </a:lnTo>
                  <a:lnTo>
                    <a:pt x="2958" y="1399"/>
                  </a:lnTo>
                  <a:lnTo>
                    <a:pt x="2950" y="1362"/>
                  </a:lnTo>
                  <a:lnTo>
                    <a:pt x="2944" y="1322"/>
                  </a:lnTo>
                  <a:lnTo>
                    <a:pt x="2940" y="1280"/>
                  </a:lnTo>
                  <a:lnTo>
                    <a:pt x="2939" y="1237"/>
                  </a:lnTo>
                  <a:lnTo>
                    <a:pt x="2940" y="1195"/>
                  </a:lnTo>
                  <a:lnTo>
                    <a:pt x="2944" y="1153"/>
                  </a:lnTo>
                  <a:lnTo>
                    <a:pt x="2950" y="1113"/>
                  </a:lnTo>
                  <a:lnTo>
                    <a:pt x="2958" y="1076"/>
                  </a:lnTo>
                  <a:lnTo>
                    <a:pt x="2968" y="1038"/>
                  </a:lnTo>
                  <a:lnTo>
                    <a:pt x="2980" y="1004"/>
                  </a:lnTo>
                  <a:lnTo>
                    <a:pt x="2994" y="971"/>
                  </a:lnTo>
                  <a:lnTo>
                    <a:pt x="3011" y="942"/>
                  </a:lnTo>
                  <a:lnTo>
                    <a:pt x="3027" y="915"/>
                  </a:lnTo>
                  <a:lnTo>
                    <a:pt x="3046" y="890"/>
                  </a:lnTo>
                  <a:lnTo>
                    <a:pt x="3066" y="869"/>
                  </a:lnTo>
                  <a:lnTo>
                    <a:pt x="3087" y="852"/>
                  </a:lnTo>
                  <a:lnTo>
                    <a:pt x="3108" y="838"/>
                  </a:lnTo>
                  <a:lnTo>
                    <a:pt x="3131" y="827"/>
                  </a:lnTo>
                  <a:lnTo>
                    <a:pt x="3155" y="821"/>
                  </a:lnTo>
                  <a:lnTo>
                    <a:pt x="3179" y="819"/>
                  </a:lnTo>
                  <a:close/>
                  <a:moveTo>
                    <a:pt x="3246" y="2144"/>
                  </a:moveTo>
                  <a:lnTo>
                    <a:pt x="3271" y="2146"/>
                  </a:lnTo>
                  <a:lnTo>
                    <a:pt x="3294" y="2152"/>
                  </a:lnTo>
                  <a:lnTo>
                    <a:pt x="3316" y="2162"/>
                  </a:lnTo>
                  <a:lnTo>
                    <a:pt x="3339" y="2176"/>
                  </a:lnTo>
                  <a:lnTo>
                    <a:pt x="3360" y="2194"/>
                  </a:lnTo>
                  <a:lnTo>
                    <a:pt x="3380" y="2215"/>
                  </a:lnTo>
                  <a:lnTo>
                    <a:pt x="3397" y="2240"/>
                  </a:lnTo>
                  <a:lnTo>
                    <a:pt x="3415" y="2267"/>
                  </a:lnTo>
                  <a:lnTo>
                    <a:pt x="3430" y="2296"/>
                  </a:lnTo>
                  <a:lnTo>
                    <a:pt x="3444" y="2329"/>
                  </a:lnTo>
                  <a:lnTo>
                    <a:pt x="3456" y="2363"/>
                  </a:lnTo>
                  <a:lnTo>
                    <a:pt x="3466" y="2400"/>
                  </a:lnTo>
                  <a:lnTo>
                    <a:pt x="3475" y="2438"/>
                  </a:lnTo>
                  <a:lnTo>
                    <a:pt x="3480" y="2478"/>
                  </a:lnTo>
                  <a:lnTo>
                    <a:pt x="3484" y="2520"/>
                  </a:lnTo>
                  <a:lnTo>
                    <a:pt x="3485" y="2562"/>
                  </a:lnTo>
                  <a:lnTo>
                    <a:pt x="3484" y="2604"/>
                  </a:lnTo>
                  <a:lnTo>
                    <a:pt x="3480" y="2647"/>
                  </a:lnTo>
                  <a:lnTo>
                    <a:pt x="3475" y="2686"/>
                  </a:lnTo>
                  <a:lnTo>
                    <a:pt x="3466" y="2725"/>
                  </a:lnTo>
                  <a:lnTo>
                    <a:pt x="3456" y="2762"/>
                  </a:lnTo>
                  <a:lnTo>
                    <a:pt x="3444" y="2796"/>
                  </a:lnTo>
                  <a:lnTo>
                    <a:pt x="3430" y="2828"/>
                  </a:lnTo>
                  <a:lnTo>
                    <a:pt x="3415" y="2858"/>
                  </a:lnTo>
                  <a:lnTo>
                    <a:pt x="3397" y="2886"/>
                  </a:lnTo>
                  <a:lnTo>
                    <a:pt x="3380" y="2909"/>
                  </a:lnTo>
                  <a:lnTo>
                    <a:pt x="3360" y="2930"/>
                  </a:lnTo>
                  <a:lnTo>
                    <a:pt x="3339" y="2949"/>
                  </a:lnTo>
                  <a:lnTo>
                    <a:pt x="3316" y="2963"/>
                  </a:lnTo>
                  <a:lnTo>
                    <a:pt x="3294" y="2974"/>
                  </a:lnTo>
                  <a:lnTo>
                    <a:pt x="3271" y="2980"/>
                  </a:lnTo>
                  <a:lnTo>
                    <a:pt x="3246" y="2982"/>
                  </a:lnTo>
                  <a:lnTo>
                    <a:pt x="3222" y="2980"/>
                  </a:lnTo>
                  <a:lnTo>
                    <a:pt x="3198" y="2974"/>
                  </a:lnTo>
                  <a:lnTo>
                    <a:pt x="3176" y="2963"/>
                  </a:lnTo>
                  <a:lnTo>
                    <a:pt x="3154" y="2949"/>
                  </a:lnTo>
                  <a:lnTo>
                    <a:pt x="3133" y="2930"/>
                  </a:lnTo>
                  <a:lnTo>
                    <a:pt x="3113" y="2909"/>
                  </a:lnTo>
                  <a:lnTo>
                    <a:pt x="3095" y="2886"/>
                  </a:lnTo>
                  <a:lnTo>
                    <a:pt x="3077" y="2858"/>
                  </a:lnTo>
                  <a:lnTo>
                    <a:pt x="3062" y="2828"/>
                  </a:lnTo>
                  <a:lnTo>
                    <a:pt x="3048" y="2796"/>
                  </a:lnTo>
                  <a:lnTo>
                    <a:pt x="3036" y="2762"/>
                  </a:lnTo>
                  <a:lnTo>
                    <a:pt x="3026" y="2725"/>
                  </a:lnTo>
                  <a:lnTo>
                    <a:pt x="3018" y="2686"/>
                  </a:lnTo>
                  <a:lnTo>
                    <a:pt x="3012" y="2647"/>
                  </a:lnTo>
                  <a:lnTo>
                    <a:pt x="3008" y="2604"/>
                  </a:lnTo>
                  <a:lnTo>
                    <a:pt x="3007" y="2562"/>
                  </a:lnTo>
                  <a:lnTo>
                    <a:pt x="3008" y="2520"/>
                  </a:lnTo>
                  <a:lnTo>
                    <a:pt x="3012" y="2478"/>
                  </a:lnTo>
                  <a:lnTo>
                    <a:pt x="3018" y="2438"/>
                  </a:lnTo>
                  <a:lnTo>
                    <a:pt x="3026" y="2400"/>
                  </a:lnTo>
                  <a:lnTo>
                    <a:pt x="3036" y="2363"/>
                  </a:lnTo>
                  <a:lnTo>
                    <a:pt x="3048" y="2329"/>
                  </a:lnTo>
                  <a:lnTo>
                    <a:pt x="3062" y="2296"/>
                  </a:lnTo>
                  <a:lnTo>
                    <a:pt x="3077" y="2267"/>
                  </a:lnTo>
                  <a:lnTo>
                    <a:pt x="3095" y="2240"/>
                  </a:lnTo>
                  <a:lnTo>
                    <a:pt x="3113" y="2215"/>
                  </a:lnTo>
                  <a:lnTo>
                    <a:pt x="3133" y="2194"/>
                  </a:lnTo>
                  <a:lnTo>
                    <a:pt x="3154" y="2176"/>
                  </a:lnTo>
                  <a:lnTo>
                    <a:pt x="3176" y="2162"/>
                  </a:lnTo>
                  <a:lnTo>
                    <a:pt x="3198" y="2152"/>
                  </a:lnTo>
                  <a:lnTo>
                    <a:pt x="3222" y="2146"/>
                  </a:lnTo>
                  <a:lnTo>
                    <a:pt x="3246" y="214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9723" name="Freeform 51"/>
            <p:cNvSpPr>
              <a:spLocks/>
            </p:cNvSpPr>
            <p:nvPr/>
          </p:nvSpPr>
          <p:spPr bwMode="auto">
            <a:xfrm>
              <a:off x="1267" y="1588"/>
              <a:ext cx="87" cy="52"/>
            </a:xfrm>
            <a:custGeom>
              <a:avLst/>
              <a:gdLst>
                <a:gd name="T0" fmla="*/ 3 w 437"/>
                <a:gd name="T1" fmla="*/ 2 h 260"/>
                <a:gd name="T2" fmla="*/ 3 w 437"/>
                <a:gd name="T3" fmla="*/ 2 h 260"/>
                <a:gd name="T4" fmla="*/ 3 w 437"/>
                <a:gd name="T5" fmla="*/ 2 h 260"/>
                <a:gd name="T6" fmla="*/ 3 w 437"/>
                <a:gd name="T7" fmla="*/ 2 h 260"/>
                <a:gd name="T8" fmla="*/ 3 w 437"/>
                <a:gd name="T9" fmla="*/ 1 h 260"/>
                <a:gd name="T10" fmla="*/ 3 w 437"/>
                <a:gd name="T11" fmla="*/ 1 h 260"/>
                <a:gd name="T12" fmla="*/ 3 w 437"/>
                <a:gd name="T13" fmla="*/ 1 h 260"/>
                <a:gd name="T14" fmla="*/ 3 w 437"/>
                <a:gd name="T15" fmla="*/ 1 h 260"/>
                <a:gd name="T16" fmla="*/ 3 w 437"/>
                <a:gd name="T17" fmla="*/ 1 h 260"/>
                <a:gd name="T18" fmla="*/ 2 w 437"/>
                <a:gd name="T19" fmla="*/ 1 h 260"/>
                <a:gd name="T20" fmla="*/ 2 w 437"/>
                <a:gd name="T21" fmla="*/ 0 h 260"/>
                <a:gd name="T22" fmla="*/ 2 w 437"/>
                <a:gd name="T23" fmla="*/ 0 h 260"/>
                <a:gd name="T24" fmla="*/ 2 w 437"/>
                <a:gd name="T25" fmla="*/ 0 h 260"/>
                <a:gd name="T26" fmla="*/ 1 w 437"/>
                <a:gd name="T27" fmla="*/ 0 h 260"/>
                <a:gd name="T28" fmla="*/ 1 w 437"/>
                <a:gd name="T29" fmla="*/ 0 h 260"/>
                <a:gd name="T30" fmla="*/ 1 w 437"/>
                <a:gd name="T31" fmla="*/ 0 h 260"/>
                <a:gd name="T32" fmla="*/ 0 w 437"/>
                <a:gd name="T33" fmla="*/ 0 h 260"/>
                <a:gd name="T34" fmla="*/ 0 w 437"/>
                <a:gd name="T35" fmla="*/ 0 h 260"/>
                <a:gd name="T36" fmla="*/ 0 w 437"/>
                <a:gd name="T37" fmla="*/ 0 h 260"/>
                <a:gd name="T38" fmla="*/ 0 w 437"/>
                <a:gd name="T39" fmla="*/ 0 h 260"/>
                <a:gd name="T40" fmla="*/ 1 w 437"/>
                <a:gd name="T41" fmla="*/ 0 h 260"/>
                <a:gd name="T42" fmla="*/ 1 w 437"/>
                <a:gd name="T43" fmla="*/ 0 h 260"/>
                <a:gd name="T44" fmla="*/ 1 w 437"/>
                <a:gd name="T45" fmla="*/ 0 h 260"/>
                <a:gd name="T46" fmla="*/ 2 w 437"/>
                <a:gd name="T47" fmla="*/ 0 h 260"/>
                <a:gd name="T48" fmla="*/ 2 w 437"/>
                <a:gd name="T49" fmla="*/ 0 h 260"/>
                <a:gd name="T50" fmla="*/ 2 w 437"/>
                <a:gd name="T51" fmla="*/ 1 h 260"/>
                <a:gd name="T52" fmla="*/ 2 w 437"/>
                <a:gd name="T53" fmla="*/ 1 h 260"/>
                <a:gd name="T54" fmla="*/ 3 w 437"/>
                <a:gd name="T55" fmla="*/ 1 h 260"/>
                <a:gd name="T56" fmla="*/ 3 w 437"/>
                <a:gd name="T57" fmla="*/ 1 h 260"/>
                <a:gd name="T58" fmla="*/ 3 w 437"/>
                <a:gd name="T59" fmla="*/ 1 h 260"/>
                <a:gd name="T60" fmla="*/ 3 w 437"/>
                <a:gd name="T61" fmla="*/ 1 h 260"/>
                <a:gd name="T62" fmla="*/ 3 w 437"/>
                <a:gd name="T63" fmla="*/ 1 h 260"/>
                <a:gd name="T64" fmla="*/ 3 w 437"/>
                <a:gd name="T65" fmla="*/ 2 h 260"/>
                <a:gd name="T66" fmla="*/ 3 w 437"/>
                <a:gd name="T67" fmla="*/ 2 h 260"/>
                <a:gd name="T68" fmla="*/ 3 w 437"/>
                <a:gd name="T69" fmla="*/ 2 h 260"/>
                <a:gd name="T70" fmla="*/ 3 w 437"/>
                <a:gd name="T71" fmla="*/ 2 h 260"/>
                <a:gd name="T72" fmla="*/ 3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437" y="260"/>
                  </a:moveTo>
                  <a:lnTo>
                    <a:pt x="437" y="260"/>
                  </a:lnTo>
                  <a:lnTo>
                    <a:pt x="434" y="233"/>
                  </a:lnTo>
                  <a:lnTo>
                    <a:pt x="427" y="206"/>
                  </a:lnTo>
                  <a:lnTo>
                    <a:pt x="417" y="181"/>
                  </a:lnTo>
                  <a:lnTo>
                    <a:pt x="401" y="157"/>
                  </a:lnTo>
                  <a:lnTo>
                    <a:pt x="383" y="133"/>
                  </a:lnTo>
                  <a:lnTo>
                    <a:pt x="360" y="113"/>
                  </a:lnTo>
                  <a:lnTo>
                    <a:pt x="336" y="93"/>
                  </a:lnTo>
                  <a:lnTo>
                    <a:pt x="308" y="73"/>
                  </a:lnTo>
                  <a:lnTo>
                    <a:pt x="276" y="58"/>
                  </a:lnTo>
                  <a:lnTo>
                    <a:pt x="242" y="43"/>
                  </a:lnTo>
                  <a:lnTo>
                    <a:pt x="207" y="30"/>
                  </a:lnTo>
                  <a:lnTo>
                    <a:pt x="168" y="19"/>
                  </a:lnTo>
                  <a:lnTo>
                    <a:pt x="128" y="11"/>
                  </a:lnTo>
                  <a:lnTo>
                    <a:pt x="87" y="4"/>
                  </a:lnTo>
                  <a:lnTo>
                    <a:pt x="43" y="1"/>
                  </a:lnTo>
                  <a:lnTo>
                    <a:pt x="0" y="0"/>
                  </a:lnTo>
                  <a:lnTo>
                    <a:pt x="0" y="11"/>
                  </a:lnTo>
                  <a:lnTo>
                    <a:pt x="43" y="12"/>
                  </a:lnTo>
                  <a:lnTo>
                    <a:pt x="85" y="16"/>
                  </a:lnTo>
                  <a:lnTo>
                    <a:pt x="126" y="23"/>
                  </a:lnTo>
                  <a:lnTo>
                    <a:pt x="166" y="31"/>
                  </a:lnTo>
                  <a:lnTo>
                    <a:pt x="202" y="42"/>
                  </a:lnTo>
                  <a:lnTo>
                    <a:pt x="237" y="55"/>
                  </a:lnTo>
                  <a:lnTo>
                    <a:pt x="271" y="70"/>
                  </a:lnTo>
                  <a:lnTo>
                    <a:pt x="301" y="85"/>
                  </a:lnTo>
                  <a:lnTo>
                    <a:pt x="329" y="103"/>
                  </a:lnTo>
                  <a:lnTo>
                    <a:pt x="353" y="123"/>
                  </a:lnTo>
                  <a:lnTo>
                    <a:pt x="373" y="143"/>
                  </a:lnTo>
                  <a:lnTo>
                    <a:pt x="392" y="164"/>
                  </a:lnTo>
                  <a:lnTo>
                    <a:pt x="405" y="186"/>
                  </a:lnTo>
                  <a:lnTo>
                    <a:pt x="415" y="211"/>
                  </a:lnTo>
                  <a:lnTo>
                    <a:pt x="422" y="235"/>
                  </a:lnTo>
                  <a:lnTo>
                    <a:pt x="425" y="260"/>
                  </a:lnTo>
                  <a:lnTo>
                    <a:pt x="437"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9724" name="Freeform 52"/>
            <p:cNvSpPr>
              <a:spLocks/>
            </p:cNvSpPr>
            <p:nvPr/>
          </p:nvSpPr>
          <p:spPr bwMode="auto">
            <a:xfrm>
              <a:off x="1267" y="1640"/>
              <a:ext cx="87" cy="52"/>
            </a:xfrm>
            <a:custGeom>
              <a:avLst/>
              <a:gdLst>
                <a:gd name="T0" fmla="*/ 0 w 437"/>
                <a:gd name="T1" fmla="*/ 2 h 260"/>
                <a:gd name="T2" fmla="*/ 0 w 437"/>
                <a:gd name="T3" fmla="*/ 2 h 260"/>
                <a:gd name="T4" fmla="*/ 0 w 437"/>
                <a:gd name="T5" fmla="*/ 2 h 260"/>
                <a:gd name="T6" fmla="*/ 1 w 437"/>
                <a:gd name="T7" fmla="*/ 2 h 260"/>
                <a:gd name="T8" fmla="*/ 1 w 437"/>
                <a:gd name="T9" fmla="*/ 2 h 260"/>
                <a:gd name="T10" fmla="*/ 1 w 437"/>
                <a:gd name="T11" fmla="*/ 2 h 260"/>
                <a:gd name="T12" fmla="*/ 2 w 437"/>
                <a:gd name="T13" fmla="*/ 2 h 260"/>
                <a:gd name="T14" fmla="*/ 2 w 437"/>
                <a:gd name="T15" fmla="*/ 2 h 260"/>
                <a:gd name="T16" fmla="*/ 2 w 437"/>
                <a:gd name="T17" fmla="*/ 2 h 260"/>
                <a:gd name="T18" fmla="*/ 2 w 437"/>
                <a:gd name="T19" fmla="*/ 1 h 260"/>
                <a:gd name="T20" fmla="*/ 3 w 437"/>
                <a:gd name="T21" fmla="*/ 1 h 260"/>
                <a:gd name="T22" fmla="*/ 3 w 437"/>
                <a:gd name="T23" fmla="*/ 1 h 260"/>
                <a:gd name="T24" fmla="*/ 3 w 437"/>
                <a:gd name="T25" fmla="*/ 1 h 260"/>
                <a:gd name="T26" fmla="*/ 3 w 437"/>
                <a:gd name="T27" fmla="*/ 1 h 260"/>
                <a:gd name="T28" fmla="*/ 3 w 437"/>
                <a:gd name="T29" fmla="*/ 1 h 260"/>
                <a:gd name="T30" fmla="*/ 3 w 437"/>
                <a:gd name="T31" fmla="*/ 0 h 260"/>
                <a:gd name="T32" fmla="*/ 3 w 437"/>
                <a:gd name="T33" fmla="*/ 0 h 260"/>
                <a:gd name="T34" fmla="*/ 3 w 437"/>
                <a:gd name="T35" fmla="*/ 0 h 260"/>
                <a:gd name="T36" fmla="*/ 3 w 437"/>
                <a:gd name="T37" fmla="*/ 0 h 260"/>
                <a:gd name="T38" fmla="*/ 3 w 437"/>
                <a:gd name="T39" fmla="*/ 0 h 260"/>
                <a:gd name="T40" fmla="*/ 3 w 437"/>
                <a:gd name="T41" fmla="*/ 0 h 260"/>
                <a:gd name="T42" fmla="*/ 3 w 437"/>
                <a:gd name="T43" fmla="*/ 1 h 260"/>
                <a:gd name="T44" fmla="*/ 3 w 437"/>
                <a:gd name="T45" fmla="*/ 1 h 260"/>
                <a:gd name="T46" fmla="*/ 3 w 437"/>
                <a:gd name="T47" fmla="*/ 1 h 260"/>
                <a:gd name="T48" fmla="*/ 3 w 437"/>
                <a:gd name="T49" fmla="*/ 1 h 260"/>
                <a:gd name="T50" fmla="*/ 3 w 437"/>
                <a:gd name="T51" fmla="*/ 1 h 260"/>
                <a:gd name="T52" fmla="*/ 2 w 437"/>
                <a:gd name="T53" fmla="*/ 1 h 260"/>
                <a:gd name="T54" fmla="*/ 2 w 437"/>
                <a:gd name="T55" fmla="*/ 2 h 260"/>
                <a:gd name="T56" fmla="*/ 2 w 437"/>
                <a:gd name="T57" fmla="*/ 2 h 260"/>
                <a:gd name="T58" fmla="*/ 2 w 437"/>
                <a:gd name="T59" fmla="*/ 2 h 260"/>
                <a:gd name="T60" fmla="*/ 1 w 437"/>
                <a:gd name="T61" fmla="*/ 2 h 260"/>
                <a:gd name="T62" fmla="*/ 1 w 437"/>
                <a:gd name="T63" fmla="*/ 2 h 260"/>
                <a:gd name="T64" fmla="*/ 1 w 437"/>
                <a:gd name="T65" fmla="*/ 2 h 260"/>
                <a:gd name="T66" fmla="*/ 0 w 437"/>
                <a:gd name="T67" fmla="*/ 2 h 260"/>
                <a:gd name="T68" fmla="*/ 0 w 437"/>
                <a:gd name="T69" fmla="*/ 2 h 260"/>
                <a:gd name="T70" fmla="*/ 0 w 437"/>
                <a:gd name="T71" fmla="*/ 2 h 260"/>
                <a:gd name="T72" fmla="*/ 0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0" y="260"/>
                  </a:moveTo>
                  <a:lnTo>
                    <a:pt x="0" y="260"/>
                  </a:lnTo>
                  <a:lnTo>
                    <a:pt x="43" y="259"/>
                  </a:lnTo>
                  <a:lnTo>
                    <a:pt x="87" y="255"/>
                  </a:lnTo>
                  <a:lnTo>
                    <a:pt x="128" y="248"/>
                  </a:lnTo>
                  <a:lnTo>
                    <a:pt x="168" y="240"/>
                  </a:lnTo>
                  <a:lnTo>
                    <a:pt x="207" y="230"/>
                  </a:lnTo>
                  <a:lnTo>
                    <a:pt x="242" y="217"/>
                  </a:lnTo>
                  <a:lnTo>
                    <a:pt x="276" y="202"/>
                  </a:lnTo>
                  <a:lnTo>
                    <a:pt x="308" y="185"/>
                  </a:lnTo>
                  <a:lnTo>
                    <a:pt x="336" y="166"/>
                  </a:lnTo>
                  <a:lnTo>
                    <a:pt x="360" y="146"/>
                  </a:lnTo>
                  <a:lnTo>
                    <a:pt x="383" y="125"/>
                  </a:lnTo>
                  <a:lnTo>
                    <a:pt x="401" y="102"/>
                  </a:lnTo>
                  <a:lnTo>
                    <a:pt x="417" y="77"/>
                  </a:lnTo>
                  <a:lnTo>
                    <a:pt x="427" y="53"/>
                  </a:lnTo>
                  <a:lnTo>
                    <a:pt x="434" y="27"/>
                  </a:lnTo>
                  <a:lnTo>
                    <a:pt x="437" y="0"/>
                  </a:lnTo>
                  <a:lnTo>
                    <a:pt x="425" y="0"/>
                  </a:lnTo>
                  <a:lnTo>
                    <a:pt x="422" y="24"/>
                  </a:lnTo>
                  <a:lnTo>
                    <a:pt x="415" y="48"/>
                  </a:lnTo>
                  <a:lnTo>
                    <a:pt x="405" y="73"/>
                  </a:lnTo>
                  <a:lnTo>
                    <a:pt x="392" y="95"/>
                  </a:lnTo>
                  <a:lnTo>
                    <a:pt x="373" y="116"/>
                  </a:lnTo>
                  <a:lnTo>
                    <a:pt x="353" y="137"/>
                  </a:lnTo>
                  <a:lnTo>
                    <a:pt x="329" y="157"/>
                  </a:lnTo>
                  <a:lnTo>
                    <a:pt x="301" y="173"/>
                  </a:lnTo>
                  <a:lnTo>
                    <a:pt x="271" y="190"/>
                  </a:lnTo>
                  <a:lnTo>
                    <a:pt x="237" y="205"/>
                  </a:lnTo>
                  <a:lnTo>
                    <a:pt x="202" y="218"/>
                  </a:lnTo>
                  <a:lnTo>
                    <a:pt x="166" y="228"/>
                  </a:lnTo>
                  <a:lnTo>
                    <a:pt x="126" y="237"/>
                  </a:lnTo>
                  <a:lnTo>
                    <a:pt x="85" y="244"/>
                  </a:lnTo>
                  <a:lnTo>
                    <a:pt x="43" y="247"/>
                  </a:lnTo>
                  <a:lnTo>
                    <a:pt x="0" y="248"/>
                  </a:lnTo>
                  <a:lnTo>
                    <a:pt x="0"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9725" name="Freeform 53"/>
            <p:cNvSpPr>
              <a:spLocks/>
            </p:cNvSpPr>
            <p:nvPr/>
          </p:nvSpPr>
          <p:spPr bwMode="auto">
            <a:xfrm>
              <a:off x="1179" y="1640"/>
              <a:ext cx="88" cy="52"/>
            </a:xfrm>
            <a:custGeom>
              <a:avLst/>
              <a:gdLst>
                <a:gd name="T0" fmla="*/ 0 w 439"/>
                <a:gd name="T1" fmla="*/ 0 h 260"/>
                <a:gd name="T2" fmla="*/ 0 w 439"/>
                <a:gd name="T3" fmla="*/ 0 h 260"/>
                <a:gd name="T4" fmla="*/ 0 w 439"/>
                <a:gd name="T5" fmla="*/ 0 h 260"/>
                <a:gd name="T6" fmla="*/ 0 w 439"/>
                <a:gd name="T7" fmla="*/ 0 h 260"/>
                <a:gd name="T8" fmla="*/ 0 w 439"/>
                <a:gd name="T9" fmla="*/ 1 h 260"/>
                <a:gd name="T10" fmla="*/ 0 w 439"/>
                <a:gd name="T11" fmla="*/ 1 h 260"/>
                <a:gd name="T12" fmla="*/ 0 w 439"/>
                <a:gd name="T13" fmla="*/ 1 h 260"/>
                <a:gd name="T14" fmla="*/ 1 w 439"/>
                <a:gd name="T15" fmla="*/ 1 h 260"/>
                <a:gd name="T16" fmla="*/ 1 w 439"/>
                <a:gd name="T17" fmla="*/ 1 h 260"/>
                <a:gd name="T18" fmla="*/ 1 w 439"/>
                <a:gd name="T19" fmla="*/ 1 h 260"/>
                <a:gd name="T20" fmla="*/ 1 w 439"/>
                <a:gd name="T21" fmla="*/ 2 h 260"/>
                <a:gd name="T22" fmla="*/ 2 w 439"/>
                <a:gd name="T23" fmla="*/ 2 h 260"/>
                <a:gd name="T24" fmla="*/ 2 w 439"/>
                <a:gd name="T25" fmla="*/ 2 h 260"/>
                <a:gd name="T26" fmla="*/ 2 w 439"/>
                <a:gd name="T27" fmla="*/ 2 h 260"/>
                <a:gd name="T28" fmla="*/ 2 w 439"/>
                <a:gd name="T29" fmla="*/ 2 h 260"/>
                <a:gd name="T30" fmla="*/ 3 w 439"/>
                <a:gd name="T31" fmla="*/ 2 h 260"/>
                <a:gd name="T32" fmla="*/ 3 w 439"/>
                <a:gd name="T33" fmla="*/ 2 h 260"/>
                <a:gd name="T34" fmla="*/ 4 w 439"/>
                <a:gd name="T35" fmla="*/ 2 h 260"/>
                <a:gd name="T36" fmla="*/ 4 w 439"/>
                <a:gd name="T37" fmla="*/ 2 h 260"/>
                <a:gd name="T38" fmla="*/ 3 w 439"/>
                <a:gd name="T39" fmla="*/ 2 h 260"/>
                <a:gd name="T40" fmla="*/ 3 w 439"/>
                <a:gd name="T41" fmla="*/ 2 h 260"/>
                <a:gd name="T42" fmla="*/ 3 w 439"/>
                <a:gd name="T43" fmla="*/ 2 h 260"/>
                <a:gd name="T44" fmla="*/ 2 w 439"/>
                <a:gd name="T45" fmla="*/ 2 h 260"/>
                <a:gd name="T46" fmla="*/ 2 w 439"/>
                <a:gd name="T47" fmla="*/ 2 h 260"/>
                <a:gd name="T48" fmla="*/ 2 w 439"/>
                <a:gd name="T49" fmla="*/ 2 h 260"/>
                <a:gd name="T50" fmla="*/ 1 w 439"/>
                <a:gd name="T51" fmla="*/ 2 h 260"/>
                <a:gd name="T52" fmla="*/ 1 w 439"/>
                <a:gd name="T53" fmla="*/ 1 h 260"/>
                <a:gd name="T54" fmla="*/ 1 w 439"/>
                <a:gd name="T55" fmla="*/ 1 h 260"/>
                <a:gd name="T56" fmla="*/ 1 w 439"/>
                <a:gd name="T57" fmla="*/ 1 h 260"/>
                <a:gd name="T58" fmla="*/ 1 w 439"/>
                <a:gd name="T59" fmla="*/ 1 h 260"/>
                <a:gd name="T60" fmla="*/ 0 w 439"/>
                <a:gd name="T61" fmla="*/ 1 h 260"/>
                <a:gd name="T62" fmla="*/ 0 w 439"/>
                <a:gd name="T63" fmla="*/ 1 h 260"/>
                <a:gd name="T64" fmla="*/ 0 w 439"/>
                <a:gd name="T65" fmla="*/ 0 h 260"/>
                <a:gd name="T66" fmla="*/ 0 w 439"/>
                <a:gd name="T67" fmla="*/ 0 h 260"/>
                <a:gd name="T68" fmla="*/ 0 w 439"/>
                <a:gd name="T69" fmla="*/ 0 h 260"/>
                <a:gd name="T70" fmla="*/ 0 w 439"/>
                <a:gd name="T71" fmla="*/ 0 h 260"/>
                <a:gd name="T72" fmla="*/ 0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0" y="0"/>
                  </a:moveTo>
                  <a:lnTo>
                    <a:pt x="0" y="0"/>
                  </a:lnTo>
                  <a:lnTo>
                    <a:pt x="3" y="27"/>
                  </a:lnTo>
                  <a:lnTo>
                    <a:pt x="10" y="53"/>
                  </a:lnTo>
                  <a:lnTo>
                    <a:pt x="20" y="77"/>
                  </a:lnTo>
                  <a:lnTo>
                    <a:pt x="35" y="102"/>
                  </a:lnTo>
                  <a:lnTo>
                    <a:pt x="54" y="125"/>
                  </a:lnTo>
                  <a:lnTo>
                    <a:pt x="76" y="146"/>
                  </a:lnTo>
                  <a:lnTo>
                    <a:pt x="102" y="166"/>
                  </a:lnTo>
                  <a:lnTo>
                    <a:pt x="130" y="185"/>
                  </a:lnTo>
                  <a:lnTo>
                    <a:pt x="162" y="202"/>
                  </a:lnTo>
                  <a:lnTo>
                    <a:pt x="195" y="217"/>
                  </a:lnTo>
                  <a:lnTo>
                    <a:pt x="231" y="230"/>
                  </a:lnTo>
                  <a:lnTo>
                    <a:pt x="270" y="240"/>
                  </a:lnTo>
                  <a:lnTo>
                    <a:pt x="310" y="248"/>
                  </a:lnTo>
                  <a:lnTo>
                    <a:pt x="351" y="255"/>
                  </a:lnTo>
                  <a:lnTo>
                    <a:pt x="395" y="259"/>
                  </a:lnTo>
                  <a:lnTo>
                    <a:pt x="439" y="260"/>
                  </a:lnTo>
                  <a:lnTo>
                    <a:pt x="439" y="248"/>
                  </a:lnTo>
                  <a:lnTo>
                    <a:pt x="395" y="247"/>
                  </a:lnTo>
                  <a:lnTo>
                    <a:pt x="353" y="244"/>
                  </a:lnTo>
                  <a:lnTo>
                    <a:pt x="312" y="237"/>
                  </a:lnTo>
                  <a:lnTo>
                    <a:pt x="272" y="228"/>
                  </a:lnTo>
                  <a:lnTo>
                    <a:pt x="236" y="218"/>
                  </a:lnTo>
                  <a:lnTo>
                    <a:pt x="200" y="205"/>
                  </a:lnTo>
                  <a:lnTo>
                    <a:pt x="167" y="190"/>
                  </a:lnTo>
                  <a:lnTo>
                    <a:pt x="137" y="173"/>
                  </a:lnTo>
                  <a:lnTo>
                    <a:pt x="109" y="157"/>
                  </a:lnTo>
                  <a:lnTo>
                    <a:pt x="84" y="137"/>
                  </a:lnTo>
                  <a:lnTo>
                    <a:pt x="64" y="116"/>
                  </a:lnTo>
                  <a:lnTo>
                    <a:pt x="45" y="95"/>
                  </a:lnTo>
                  <a:lnTo>
                    <a:pt x="32" y="73"/>
                  </a:lnTo>
                  <a:lnTo>
                    <a:pt x="21" y="48"/>
                  </a:lnTo>
                  <a:lnTo>
                    <a:pt x="14" y="24"/>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9726" name="Freeform 54"/>
            <p:cNvSpPr>
              <a:spLocks/>
            </p:cNvSpPr>
            <p:nvPr/>
          </p:nvSpPr>
          <p:spPr bwMode="auto">
            <a:xfrm>
              <a:off x="1179" y="1588"/>
              <a:ext cx="88" cy="52"/>
            </a:xfrm>
            <a:custGeom>
              <a:avLst/>
              <a:gdLst>
                <a:gd name="T0" fmla="*/ 4 w 439"/>
                <a:gd name="T1" fmla="*/ 0 h 260"/>
                <a:gd name="T2" fmla="*/ 4 w 439"/>
                <a:gd name="T3" fmla="*/ 0 h 260"/>
                <a:gd name="T4" fmla="*/ 3 w 439"/>
                <a:gd name="T5" fmla="*/ 0 h 260"/>
                <a:gd name="T6" fmla="*/ 3 w 439"/>
                <a:gd name="T7" fmla="*/ 0 h 260"/>
                <a:gd name="T8" fmla="*/ 2 w 439"/>
                <a:gd name="T9" fmla="*/ 0 h 260"/>
                <a:gd name="T10" fmla="*/ 2 w 439"/>
                <a:gd name="T11" fmla="*/ 0 h 260"/>
                <a:gd name="T12" fmla="*/ 2 w 439"/>
                <a:gd name="T13" fmla="*/ 0 h 260"/>
                <a:gd name="T14" fmla="*/ 2 w 439"/>
                <a:gd name="T15" fmla="*/ 0 h 260"/>
                <a:gd name="T16" fmla="*/ 1 w 439"/>
                <a:gd name="T17" fmla="*/ 0 h 260"/>
                <a:gd name="T18" fmla="*/ 1 w 439"/>
                <a:gd name="T19" fmla="*/ 1 h 260"/>
                <a:gd name="T20" fmla="*/ 1 w 439"/>
                <a:gd name="T21" fmla="*/ 1 h 260"/>
                <a:gd name="T22" fmla="*/ 1 w 439"/>
                <a:gd name="T23" fmla="*/ 1 h 260"/>
                <a:gd name="T24" fmla="*/ 0 w 439"/>
                <a:gd name="T25" fmla="*/ 1 h 260"/>
                <a:gd name="T26" fmla="*/ 0 w 439"/>
                <a:gd name="T27" fmla="*/ 1 h 260"/>
                <a:gd name="T28" fmla="*/ 0 w 439"/>
                <a:gd name="T29" fmla="*/ 1 h 260"/>
                <a:gd name="T30" fmla="*/ 0 w 439"/>
                <a:gd name="T31" fmla="*/ 2 h 260"/>
                <a:gd name="T32" fmla="*/ 0 w 439"/>
                <a:gd name="T33" fmla="*/ 2 h 260"/>
                <a:gd name="T34" fmla="*/ 0 w 439"/>
                <a:gd name="T35" fmla="*/ 2 h 260"/>
                <a:gd name="T36" fmla="*/ 0 w 439"/>
                <a:gd name="T37" fmla="*/ 2 h 260"/>
                <a:gd name="T38" fmla="*/ 0 w 439"/>
                <a:gd name="T39" fmla="*/ 2 h 260"/>
                <a:gd name="T40" fmla="*/ 0 w 439"/>
                <a:gd name="T41" fmla="*/ 2 h 260"/>
                <a:gd name="T42" fmla="*/ 0 w 439"/>
                <a:gd name="T43" fmla="*/ 1 h 260"/>
                <a:gd name="T44" fmla="*/ 0 w 439"/>
                <a:gd name="T45" fmla="*/ 1 h 260"/>
                <a:gd name="T46" fmla="*/ 1 w 439"/>
                <a:gd name="T47" fmla="*/ 1 h 260"/>
                <a:gd name="T48" fmla="*/ 1 w 439"/>
                <a:gd name="T49" fmla="*/ 1 h 260"/>
                <a:gd name="T50" fmla="*/ 1 w 439"/>
                <a:gd name="T51" fmla="*/ 1 h 260"/>
                <a:gd name="T52" fmla="*/ 1 w 439"/>
                <a:gd name="T53" fmla="*/ 1 h 260"/>
                <a:gd name="T54" fmla="*/ 1 w 439"/>
                <a:gd name="T55" fmla="*/ 1 h 260"/>
                <a:gd name="T56" fmla="*/ 2 w 439"/>
                <a:gd name="T57" fmla="*/ 0 h 260"/>
                <a:gd name="T58" fmla="*/ 2 w 439"/>
                <a:gd name="T59" fmla="*/ 0 h 260"/>
                <a:gd name="T60" fmla="*/ 2 w 439"/>
                <a:gd name="T61" fmla="*/ 0 h 260"/>
                <a:gd name="T62" fmla="*/ 3 w 439"/>
                <a:gd name="T63" fmla="*/ 0 h 260"/>
                <a:gd name="T64" fmla="*/ 3 w 439"/>
                <a:gd name="T65" fmla="*/ 0 h 260"/>
                <a:gd name="T66" fmla="*/ 3 w 439"/>
                <a:gd name="T67" fmla="*/ 0 h 260"/>
                <a:gd name="T68" fmla="*/ 4 w 439"/>
                <a:gd name="T69" fmla="*/ 0 h 260"/>
                <a:gd name="T70" fmla="*/ 4 w 439"/>
                <a:gd name="T71" fmla="*/ 0 h 260"/>
                <a:gd name="T72" fmla="*/ 4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439" y="0"/>
                  </a:moveTo>
                  <a:lnTo>
                    <a:pt x="439" y="0"/>
                  </a:lnTo>
                  <a:lnTo>
                    <a:pt x="395" y="1"/>
                  </a:lnTo>
                  <a:lnTo>
                    <a:pt x="351" y="4"/>
                  </a:lnTo>
                  <a:lnTo>
                    <a:pt x="310" y="11"/>
                  </a:lnTo>
                  <a:lnTo>
                    <a:pt x="270" y="19"/>
                  </a:lnTo>
                  <a:lnTo>
                    <a:pt x="231" y="30"/>
                  </a:lnTo>
                  <a:lnTo>
                    <a:pt x="195" y="43"/>
                  </a:lnTo>
                  <a:lnTo>
                    <a:pt x="162" y="58"/>
                  </a:lnTo>
                  <a:lnTo>
                    <a:pt x="130" y="73"/>
                  </a:lnTo>
                  <a:lnTo>
                    <a:pt x="102" y="93"/>
                  </a:lnTo>
                  <a:lnTo>
                    <a:pt x="76" y="113"/>
                  </a:lnTo>
                  <a:lnTo>
                    <a:pt x="54" y="133"/>
                  </a:lnTo>
                  <a:lnTo>
                    <a:pt x="35" y="157"/>
                  </a:lnTo>
                  <a:lnTo>
                    <a:pt x="20" y="181"/>
                  </a:lnTo>
                  <a:lnTo>
                    <a:pt x="10" y="206"/>
                  </a:lnTo>
                  <a:lnTo>
                    <a:pt x="3" y="233"/>
                  </a:lnTo>
                  <a:lnTo>
                    <a:pt x="0" y="260"/>
                  </a:lnTo>
                  <a:lnTo>
                    <a:pt x="12" y="260"/>
                  </a:lnTo>
                  <a:lnTo>
                    <a:pt x="14" y="235"/>
                  </a:lnTo>
                  <a:lnTo>
                    <a:pt x="21" y="211"/>
                  </a:lnTo>
                  <a:lnTo>
                    <a:pt x="32" y="186"/>
                  </a:lnTo>
                  <a:lnTo>
                    <a:pt x="45" y="164"/>
                  </a:lnTo>
                  <a:lnTo>
                    <a:pt x="64" y="143"/>
                  </a:lnTo>
                  <a:lnTo>
                    <a:pt x="84" y="123"/>
                  </a:lnTo>
                  <a:lnTo>
                    <a:pt x="109" y="103"/>
                  </a:lnTo>
                  <a:lnTo>
                    <a:pt x="137" y="85"/>
                  </a:lnTo>
                  <a:lnTo>
                    <a:pt x="167" y="70"/>
                  </a:lnTo>
                  <a:lnTo>
                    <a:pt x="200" y="55"/>
                  </a:lnTo>
                  <a:lnTo>
                    <a:pt x="236" y="42"/>
                  </a:lnTo>
                  <a:lnTo>
                    <a:pt x="272" y="31"/>
                  </a:lnTo>
                  <a:lnTo>
                    <a:pt x="312" y="23"/>
                  </a:lnTo>
                  <a:lnTo>
                    <a:pt x="353" y="16"/>
                  </a:lnTo>
                  <a:lnTo>
                    <a:pt x="395" y="12"/>
                  </a:lnTo>
                  <a:lnTo>
                    <a:pt x="439" y="11"/>
                  </a:lnTo>
                  <a:lnTo>
                    <a:pt x="439"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9727" name="Freeform 55"/>
            <p:cNvSpPr>
              <a:spLocks/>
            </p:cNvSpPr>
            <p:nvPr/>
          </p:nvSpPr>
          <p:spPr bwMode="auto">
            <a:xfrm>
              <a:off x="964" y="1745"/>
              <a:ext cx="48" cy="85"/>
            </a:xfrm>
            <a:custGeom>
              <a:avLst/>
              <a:gdLst>
                <a:gd name="T0" fmla="*/ 2 w 244"/>
                <a:gd name="T1" fmla="*/ 3 h 426"/>
                <a:gd name="T2" fmla="*/ 2 w 244"/>
                <a:gd name="T3" fmla="*/ 3 h 426"/>
                <a:gd name="T4" fmla="*/ 2 w 244"/>
                <a:gd name="T5" fmla="*/ 3 h 426"/>
                <a:gd name="T6" fmla="*/ 2 w 244"/>
                <a:gd name="T7" fmla="*/ 3 h 426"/>
                <a:gd name="T8" fmla="*/ 2 w 244"/>
                <a:gd name="T9" fmla="*/ 2 h 426"/>
                <a:gd name="T10" fmla="*/ 2 w 244"/>
                <a:gd name="T11" fmla="*/ 2 h 426"/>
                <a:gd name="T12" fmla="*/ 2 w 244"/>
                <a:gd name="T13" fmla="*/ 2 h 426"/>
                <a:gd name="T14" fmla="*/ 2 w 244"/>
                <a:gd name="T15" fmla="*/ 2 h 426"/>
                <a:gd name="T16" fmla="*/ 1 w 244"/>
                <a:gd name="T17" fmla="*/ 1 h 426"/>
                <a:gd name="T18" fmla="*/ 1 w 244"/>
                <a:gd name="T19" fmla="*/ 1 h 426"/>
                <a:gd name="T20" fmla="*/ 1 w 244"/>
                <a:gd name="T21" fmla="*/ 1 h 426"/>
                <a:gd name="T22" fmla="*/ 1 w 244"/>
                <a:gd name="T23" fmla="*/ 1 h 426"/>
                <a:gd name="T24" fmla="*/ 1 w 244"/>
                <a:gd name="T25" fmla="*/ 0 h 426"/>
                <a:gd name="T26" fmla="*/ 1 w 244"/>
                <a:gd name="T27" fmla="*/ 0 h 426"/>
                <a:gd name="T28" fmla="*/ 1 w 244"/>
                <a:gd name="T29" fmla="*/ 0 h 426"/>
                <a:gd name="T30" fmla="*/ 0 w 244"/>
                <a:gd name="T31" fmla="*/ 0 h 426"/>
                <a:gd name="T32" fmla="*/ 0 w 244"/>
                <a:gd name="T33" fmla="*/ 0 h 426"/>
                <a:gd name="T34" fmla="*/ 0 w 244"/>
                <a:gd name="T35" fmla="*/ 0 h 426"/>
                <a:gd name="T36" fmla="*/ 0 w 244"/>
                <a:gd name="T37" fmla="*/ 0 h 426"/>
                <a:gd name="T38" fmla="*/ 0 w 244"/>
                <a:gd name="T39" fmla="*/ 0 h 426"/>
                <a:gd name="T40" fmla="*/ 0 w 244"/>
                <a:gd name="T41" fmla="*/ 0 h 426"/>
                <a:gd name="T42" fmla="*/ 1 w 244"/>
                <a:gd name="T43" fmla="*/ 0 h 426"/>
                <a:gd name="T44" fmla="*/ 1 w 244"/>
                <a:gd name="T45" fmla="*/ 0 h 426"/>
                <a:gd name="T46" fmla="*/ 1 w 244"/>
                <a:gd name="T47" fmla="*/ 0 h 426"/>
                <a:gd name="T48" fmla="*/ 1 w 244"/>
                <a:gd name="T49" fmla="*/ 1 h 426"/>
                <a:gd name="T50" fmla="*/ 1 w 244"/>
                <a:gd name="T51" fmla="*/ 1 h 426"/>
                <a:gd name="T52" fmla="*/ 1 w 244"/>
                <a:gd name="T53" fmla="*/ 1 h 426"/>
                <a:gd name="T54" fmla="*/ 1 w 244"/>
                <a:gd name="T55" fmla="*/ 1 h 426"/>
                <a:gd name="T56" fmla="*/ 1 w 244"/>
                <a:gd name="T57" fmla="*/ 2 h 426"/>
                <a:gd name="T58" fmla="*/ 2 w 244"/>
                <a:gd name="T59" fmla="*/ 2 h 426"/>
                <a:gd name="T60" fmla="*/ 2 w 244"/>
                <a:gd name="T61" fmla="*/ 2 h 426"/>
                <a:gd name="T62" fmla="*/ 2 w 244"/>
                <a:gd name="T63" fmla="*/ 2 h 426"/>
                <a:gd name="T64" fmla="*/ 2 w 244"/>
                <a:gd name="T65" fmla="*/ 3 h 426"/>
                <a:gd name="T66" fmla="*/ 2 w 244"/>
                <a:gd name="T67" fmla="*/ 3 h 426"/>
                <a:gd name="T68" fmla="*/ 2 w 244"/>
                <a:gd name="T69" fmla="*/ 3 h 426"/>
                <a:gd name="T70" fmla="*/ 2 w 244"/>
                <a:gd name="T71" fmla="*/ 3 h 426"/>
                <a:gd name="T72" fmla="*/ 2 w 244"/>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6"/>
                <a:gd name="T113" fmla="*/ 244 w 244"/>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6">
                  <a:moveTo>
                    <a:pt x="244" y="426"/>
                  </a:moveTo>
                  <a:lnTo>
                    <a:pt x="244" y="426"/>
                  </a:lnTo>
                  <a:lnTo>
                    <a:pt x="243" y="383"/>
                  </a:lnTo>
                  <a:lnTo>
                    <a:pt x="240" y="340"/>
                  </a:lnTo>
                  <a:lnTo>
                    <a:pt x="234" y="300"/>
                  </a:lnTo>
                  <a:lnTo>
                    <a:pt x="226" y="262"/>
                  </a:lnTo>
                  <a:lnTo>
                    <a:pt x="215" y="224"/>
                  </a:lnTo>
                  <a:lnTo>
                    <a:pt x="203" y="189"/>
                  </a:lnTo>
                  <a:lnTo>
                    <a:pt x="189" y="157"/>
                  </a:lnTo>
                  <a:lnTo>
                    <a:pt x="174" y="126"/>
                  </a:lnTo>
                  <a:lnTo>
                    <a:pt x="155" y="99"/>
                  </a:lnTo>
                  <a:lnTo>
                    <a:pt x="138" y="74"/>
                  </a:lnTo>
                  <a:lnTo>
                    <a:pt x="118" y="52"/>
                  </a:lnTo>
                  <a:lnTo>
                    <a:pt x="96" y="34"/>
                  </a:lnTo>
                  <a:lnTo>
                    <a:pt x="73" y="19"/>
                  </a:lnTo>
                  <a:lnTo>
                    <a:pt x="50" y="8"/>
                  </a:lnTo>
                  <a:lnTo>
                    <a:pt x="25" y="2"/>
                  </a:lnTo>
                  <a:lnTo>
                    <a:pt x="0" y="0"/>
                  </a:lnTo>
                  <a:lnTo>
                    <a:pt x="0" y="12"/>
                  </a:lnTo>
                  <a:lnTo>
                    <a:pt x="23" y="14"/>
                  </a:lnTo>
                  <a:lnTo>
                    <a:pt x="45" y="20"/>
                  </a:lnTo>
                  <a:lnTo>
                    <a:pt x="66" y="31"/>
                  </a:lnTo>
                  <a:lnTo>
                    <a:pt x="89" y="43"/>
                  </a:lnTo>
                  <a:lnTo>
                    <a:pt x="109" y="61"/>
                  </a:lnTo>
                  <a:lnTo>
                    <a:pt x="129" y="81"/>
                  </a:lnTo>
                  <a:lnTo>
                    <a:pt x="146" y="106"/>
                  </a:lnTo>
                  <a:lnTo>
                    <a:pt x="162" y="133"/>
                  </a:lnTo>
                  <a:lnTo>
                    <a:pt x="178" y="162"/>
                  </a:lnTo>
                  <a:lnTo>
                    <a:pt x="192" y="194"/>
                  </a:lnTo>
                  <a:lnTo>
                    <a:pt x="203" y="229"/>
                  </a:lnTo>
                  <a:lnTo>
                    <a:pt x="214" y="264"/>
                  </a:lnTo>
                  <a:lnTo>
                    <a:pt x="222" y="303"/>
                  </a:lnTo>
                  <a:lnTo>
                    <a:pt x="228" y="342"/>
                  </a:lnTo>
                  <a:lnTo>
                    <a:pt x="232" y="383"/>
                  </a:lnTo>
                  <a:lnTo>
                    <a:pt x="233" y="426"/>
                  </a:lnTo>
                  <a:lnTo>
                    <a:pt x="244"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9728" name="Freeform 56"/>
            <p:cNvSpPr>
              <a:spLocks/>
            </p:cNvSpPr>
            <p:nvPr/>
          </p:nvSpPr>
          <p:spPr bwMode="auto">
            <a:xfrm>
              <a:off x="964" y="1830"/>
              <a:ext cx="48" cy="85"/>
            </a:xfrm>
            <a:custGeom>
              <a:avLst/>
              <a:gdLst>
                <a:gd name="T0" fmla="*/ 0 w 244"/>
                <a:gd name="T1" fmla="*/ 3 h 424"/>
                <a:gd name="T2" fmla="*/ 0 w 244"/>
                <a:gd name="T3" fmla="*/ 3 h 424"/>
                <a:gd name="T4" fmla="*/ 0 w 244"/>
                <a:gd name="T5" fmla="*/ 3 h 424"/>
                <a:gd name="T6" fmla="*/ 0 w 244"/>
                <a:gd name="T7" fmla="*/ 3 h 424"/>
                <a:gd name="T8" fmla="*/ 1 w 244"/>
                <a:gd name="T9" fmla="*/ 3 h 424"/>
                <a:gd name="T10" fmla="*/ 1 w 244"/>
                <a:gd name="T11" fmla="*/ 3 h 424"/>
                <a:gd name="T12" fmla="*/ 1 w 244"/>
                <a:gd name="T13" fmla="*/ 3 h 424"/>
                <a:gd name="T14" fmla="*/ 1 w 244"/>
                <a:gd name="T15" fmla="*/ 3 h 424"/>
                <a:gd name="T16" fmla="*/ 1 w 244"/>
                <a:gd name="T17" fmla="*/ 3 h 424"/>
                <a:gd name="T18" fmla="*/ 1 w 244"/>
                <a:gd name="T19" fmla="*/ 2 h 424"/>
                <a:gd name="T20" fmla="*/ 1 w 244"/>
                <a:gd name="T21" fmla="*/ 2 h 424"/>
                <a:gd name="T22" fmla="*/ 2 w 244"/>
                <a:gd name="T23" fmla="*/ 2 h 424"/>
                <a:gd name="T24" fmla="*/ 2 w 244"/>
                <a:gd name="T25" fmla="*/ 2 h 424"/>
                <a:gd name="T26" fmla="*/ 2 w 244"/>
                <a:gd name="T27" fmla="*/ 1 h 424"/>
                <a:gd name="T28" fmla="*/ 2 w 244"/>
                <a:gd name="T29" fmla="*/ 1 h 424"/>
                <a:gd name="T30" fmla="*/ 2 w 244"/>
                <a:gd name="T31" fmla="*/ 1 h 424"/>
                <a:gd name="T32" fmla="*/ 2 w 244"/>
                <a:gd name="T33" fmla="*/ 0 h 424"/>
                <a:gd name="T34" fmla="*/ 2 w 244"/>
                <a:gd name="T35" fmla="*/ 0 h 424"/>
                <a:gd name="T36" fmla="*/ 2 w 244"/>
                <a:gd name="T37" fmla="*/ 0 h 424"/>
                <a:gd name="T38" fmla="*/ 2 w 244"/>
                <a:gd name="T39" fmla="*/ 0 h 424"/>
                <a:gd name="T40" fmla="*/ 2 w 244"/>
                <a:gd name="T41" fmla="*/ 1 h 424"/>
                <a:gd name="T42" fmla="*/ 2 w 244"/>
                <a:gd name="T43" fmla="*/ 1 h 424"/>
                <a:gd name="T44" fmla="*/ 2 w 244"/>
                <a:gd name="T45" fmla="*/ 1 h 424"/>
                <a:gd name="T46" fmla="*/ 2 w 244"/>
                <a:gd name="T47" fmla="*/ 2 h 424"/>
                <a:gd name="T48" fmla="*/ 1 w 244"/>
                <a:gd name="T49" fmla="*/ 2 h 424"/>
                <a:gd name="T50" fmla="*/ 1 w 244"/>
                <a:gd name="T51" fmla="*/ 2 h 424"/>
                <a:gd name="T52" fmla="*/ 1 w 244"/>
                <a:gd name="T53" fmla="*/ 2 h 424"/>
                <a:gd name="T54" fmla="*/ 1 w 244"/>
                <a:gd name="T55" fmla="*/ 3 h 424"/>
                <a:gd name="T56" fmla="*/ 1 w 244"/>
                <a:gd name="T57" fmla="*/ 3 h 424"/>
                <a:gd name="T58" fmla="*/ 1 w 244"/>
                <a:gd name="T59" fmla="*/ 3 h 424"/>
                <a:gd name="T60" fmla="*/ 1 w 244"/>
                <a:gd name="T61" fmla="*/ 3 h 424"/>
                <a:gd name="T62" fmla="*/ 1 w 244"/>
                <a:gd name="T63" fmla="*/ 3 h 424"/>
                <a:gd name="T64" fmla="*/ 0 w 244"/>
                <a:gd name="T65" fmla="*/ 3 h 424"/>
                <a:gd name="T66" fmla="*/ 0 w 244"/>
                <a:gd name="T67" fmla="*/ 3 h 424"/>
                <a:gd name="T68" fmla="*/ 0 w 244"/>
                <a:gd name="T69" fmla="*/ 3 h 424"/>
                <a:gd name="T70" fmla="*/ 0 w 244"/>
                <a:gd name="T71" fmla="*/ 3 h 424"/>
                <a:gd name="T72" fmla="*/ 0 w 244"/>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4"/>
                <a:gd name="T113" fmla="*/ 244 w 244"/>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4">
                  <a:moveTo>
                    <a:pt x="0" y="424"/>
                  </a:moveTo>
                  <a:lnTo>
                    <a:pt x="0" y="424"/>
                  </a:lnTo>
                  <a:lnTo>
                    <a:pt x="25" y="422"/>
                  </a:lnTo>
                  <a:lnTo>
                    <a:pt x="50" y="416"/>
                  </a:lnTo>
                  <a:lnTo>
                    <a:pt x="73" y="405"/>
                  </a:lnTo>
                  <a:lnTo>
                    <a:pt x="96" y="390"/>
                  </a:lnTo>
                  <a:lnTo>
                    <a:pt x="118" y="373"/>
                  </a:lnTo>
                  <a:lnTo>
                    <a:pt x="138" y="350"/>
                  </a:lnTo>
                  <a:lnTo>
                    <a:pt x="155" y="326"/>
                  </a:lnTo>
                  <a:lnTo>
                    <a:pt x="173" y="299"/>
                  </a:lnTo>
                  <a:lnTo>
                    <a:pt x="189" y="268"/>
                  </a:lnTo>
                  <a:lnTo>
                    <a:pt x="203" y="235"/>
                  </a:lnTo>
                  <a:lnTo>
                    <a:pt x="215" y="201"/>
                  </a:lnTo>
                  <a:lnTo>
                    <a:pt x="226" y="163"/>
                  </a:lnTo>
                  <a:lnTo>
                    <a:pt x="234" y="125"/>
                  </a:lnTo>
                  <a:lnTo>
                    <a:pt x="240" y="85"/>
                  </a:lnTo>
                  <a:lnTo>
                    <a:pt x="243" y="42"/>
                  </a:lnTo>
                  <a:lnTo>
                    <a:pt x="244" y="0"/>
                  </a:lnTo>
                  <a:lnTo>
                    <a:pt x="233" y="0"/>
                  </a:lnTo>
                  <a:lnTo>
                    <a:pt x="232" y="42"/>
                  </a:lnTo>
                  <a:lnTo>
                    <a:pt x="228" y="83"/>
                  </a:lnTo>
                  <a:lnTo>
                    <a:pt x="222" y="123"/>
                  </a:lnTo>
                  <a:lnTo>
                    <a:pt x="214" y="160"/>
                  </a:lnTo>
                  <a:lnTo>
                    <a:pt x="203" y="197"/>
                  </a:lnTo>
                  <a:lnTo>
                    <a:pt x="192" y="231"/>
                  </a:lnTo>
                  <a:lnTo>
                    <a:pt x="178" y="263"/>
                  </a:lnTo>
                  <a:lnTo>
                    <a:pt x="164" y="292"/>
                  </a:lnTo>
                  <a:lnTo>
                    <a:pt x="146" y="319"/>
                  </a:lnTo>
                  <a:lnTo>
                    <a:pt x="129" y="343"/>
                  </a:lnTo>
                  <a:lnTo>
                    <a:pt x="109" y="363"/>
                  </a:lnTo>
                  <a:lnTo>
                    <a:pt x="89" y="381"/>
                  </a:lnTo>
                  <a:lnTo>
                    <a:pt x="66" y="394"/>
                  </a:lnTo>
                  <a:lnTo>
                    <a:pt x="45" y="404"/>
                  </a:lnTo>
                  <a:lnTo>
                    <a:pt x="23" y="410"/>
                  </a:lnTo>
                  <a:lnTo>
                    <a:pt x="0" y="412"/>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9729" name="Freeform 57"/>
            <p:cNvSpPr>
              <a:spLocks/>
            </p:cNvSpPr>
            <p:nvPr/>
          </p:nvSpPr>
          <p:spPr bwMode="auto">
            <a:xfrm>
              <a:off x="915" y="1830"/>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1" y="42"/>
                  </a:lnTo>
                  <a:lnTo>
                    <a:pt x="4" y="85"/>
                  </a:lnTo>
                  <a:lnTo>
                    <a:pt x="10" y="125"/>
                  </a:lnTo>
                  <a:lnTo>
                    <a:pt x="19" y="163"/>
                  </a:lnTo>
                  <a:lnTo>
                    <a:pt x="29" y="201"/>
                  </a:lnTo>
                  <a:lnTo>
                    <a:pt x="41" y="235"/>
                  </a:lnTo>
                  <a:lnTo>
                    <a:pt x="55" y="268"/>
                  </a:lnTo>
                  <a:lnTo>
                    <a:pt x="71" y="299"/>
                  </a:lnTo>
                  <a:lnTo>
                    <a:pt x="89" y="326"/>
                  </a:lnTo>
                  <a:lnTo>
                    <a:pt x="106" y="350"/>
                  </a:lnTo>
                  <a:lnTo>
                    <a:pt x="126" y="373"/>
                  </a:lnTo>
                  <a:lnTo>
                    <a:pt x="149" y="390"/>
                  </a:lnTo>
                  <a:lnTo>
                    <a:pt x="171" y="405"/>
                  </a:lnTo>
                  <a:lnTo>
                    <a:pt x="194" y="416"/>
                  </a:lnTo>
                  <a:lnTo>
                    <a:pt x="219" y="422"/>
                  </a:lnTo>
                  <a:lnTo>
                    <a:pt x="245" y="424"/>
                  </a:lnTo>
                  <a:lnTo>
                    <a:pt x="245" y="412"/>
                  </a:lnTo>
                  <a:lnTo>
                    <a:pt x="221" y="410"/>
                  </a:lnTo>
                  <a:lnTo>
                    <a:pt x="199" y="404"/>
                  </a:lnTo>
                  <a:lnTo>
                    <a:pt x="178" y="394"/>
                  </a:lnTo>
                  <a:lnTo>
                    <a:pt x="156" y="381"/>
                  </a:lnTo>
                  <a:lnTo>
                    <a:pt x="136" y="363"/>
                  </a:lnTo>
                  <a:lnTo>
                    <a:pt x="116" y="343"/>
                  </a:lnTo>
                  <a:lnTo>
                    <a:pt x="98" y="319"/>
                  </a:lnTo>
                  <a:lnTo>
                    <a:pt x="81" y="292"/>
                  </a:lnTo>
                  <a:lnTo>
                    <a:pt x="67" y="263"/>
                  </a:lnTo>
                  <a:lnTo>
                    <a:pt x="52" y="231"/>
                  </a:lnTo>
                  <a:lnTo>
                    <a:pt x="41" y="197"/>
                  </a:lnTo>
                  <a:lnTo>
                    <a:pt x="30" y="160"/>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9730" name="Freeform 58"/>
            <p:cNvSpPr>
              <a:spLocks/>
            </p:cNvSpPr>
            <p:nvPr/>
          </p:nvSpPr>
          <p:spPr bwMode="auto">
            <a:xfrm>
              <a:off x="915" y="1745"/>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0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19" y="2"/>
                  </a:lnTo>
                  <a:lnTo>
                    <a:pt x="194" y="8"/>
                  </a:lnTo>
                  <a:lnTo>
                    <a:pt x="171" y="19"/>
                  </a:lnTo>
                  <a:lnTo>
                    <a:pt x="149" y="34"/>
                  </a:lnTo>
                  <a:lnTo>
                    <a:pt x="126" y="52"/>
                  </a:lnTo>
                  <a:lnTo>
                    <a:pt x="106" y="74"/>
                  </a:lnTo>
                  <a:lnTo>
                    <a:pt x="89" y="99"/>
                  </a:lnTo>
                  <a:lnTo>
                    <a:pt x="70" y="126"/>
                  </a:lnTo>
                  <a:lnTo>
                    <a:pt x="55" y="157"/>
                  </a:lnTo>
                  <a:lnTo>
                    <a:pt x="41" y="189"/>
                  </a:lnTo>
                  <a:lnTo>
                    <a:pt x="29" y="224"/>
                  </a:lnTo>
                  <a:lnTo>
                    <a:pt x="19" y="262"/>
                  </a:lnTo>
                  <a:lnTo>
                    <a:pt x="10" y="300"/>
                  </a:lnTo>
                  <a:lnTo>
                    <a:pt x="4" y="340"/>
                  </a:lnTo>
                  <a:lnTo>
                    <a:pt x="1" y="383"/>
                  </a:lnTo>
                  <a:lnTo>
                    <a:pt x="0" y="426"/>
                  </a:lnTo>
                  <a:lnTo>
                    <a:pt x="11" y="426"/>
                  </a:lnTo>
                  <a:lnTo>
                    <a:pt x="13" y="383"/>
                  </a:lnTo>
                  <a:lnTo>
                    <a:pt x="16" y="342"/>
                  </a:lnTo>
                  <a:lnTo>
                    <a:pt x="22" y="303"/>
                  </a:lnTo>
                  <a:lnTo>
                    <a:pt x="30" y="264"/>
                  </a:lnTo>
                  <a:lnTo>
                    <a:pt x="41" y="229"/>
                  </a:lnTo>
                  <a:lnTo>
                    <a:pt x="52" y="194"/>
                  </a:lnTo>
                  <a:lnTo>
                    <a:pt x="67" y="162"/>
                  </a:lnTo>
                  <a:lnTo>
                    <a:pt x="82" y="133"/>
                  </a:lnTo>
                  <a:lnTo>
                    <a:pt x="98" y="106"/>
                  </a:lnTo>
                  <a:lnTo>
                    <a:pt x="116" y="81"/>
                  </a:lnTo>
                  <a:lnTo>
                    <a:pt x="136" y="61"/>
                  </a:lnTo>
                  <a:lnTo>
                    <a:pt x="156" y="43"/>
                  </a:lnTo>
                  <a:lnTo>
                    <a:pt x="178" y="31"/>
                  </a:lnTo>
                  <a:lnTo>
                    <a:pt x="199" y="20"/>
                  </a:lnTo>
                  <a:lnTo>
                    <a:pt x="221"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9731" name="Freeform 59"/>
            <p:cNvSpPr>
              <a:spLocks/>
            </p:cNvSpPr>
            <p:nvPr/>
          </p:nvSpPr>
          <p:spPr bwMode="auto">
            <a:xfrm>
              <a:off x="1140" y="2087"/>
              <a:ext cx="49" cy="85"/>
            </a:xfrm>
            <a:custGeom>
              <a:avLst/>
              <a:gdLst>
                <a:gd name="T0" fmla="*/ 2 w 246"/>
                <a:gd name="T1" fmla="*/ 3 h 424"/>
                <a:gd name="T2" fmla="*/ 2 w 246"/>
                <a:gd name="T3" fmla="*/ 3 h 424"/>
                <a:gd name="T4" fmla="*/ 2 w 246"/>
                <a:gd name="T5" fmla="*/ 3 h 424"/>
                <a:gd name="T6" fmla="*/ 2 w 246"/>
                <a:gd name="T7" fmla="*/ 3 h 424"/>
                <a:gd name="T8" fmla="*/ 2 w 246"/>
                <a:gd name="T9" fmla="*/ 2 h 424"/>
                <a:gd name="T10" fmla="*/ 2 w 246"/>
                <a:gd name="T11" fmla="*/ 2 h 424"/>
                <a:gd name="T12" fmla="*/ 2 w 246"/>
                <a:gd name="T13" fmla="*/ 2 h 424"/>
                <a:gd name="T14" fmla="*/ 2 w 246"/>
                <a:gd name="T15" fmla="*/ 2 h 424"/>
                <a:gd name="T16" fmla="*/ 2 w 246"/>
                <a:gd name="T17" fmla="*/ 1 h 424"/>
                <a:gd name="T18" fmla="*/ 1 w 246"/>
                <a:gd name="T19" fmla="*/ 1 h 424"/>
                <a:gd name="T20" fmla="*/ 1 w 246"/>
                <a:gd name="T21" fmla="*/ 1 h 424"/>
                <a:gd name="T22" fmla="*/ 1 w 246"/>
                <a:gd name="T23" fmla="*/ 1 h 424"/>
                <a:gd name="T24" fmla="*/ 1 w 246"/>
                <a:gd name="T25" fmla="*/ 0 h 424"/>
                <a:gd name="T26" fmla="*/ 1 w 246"/>
                <a:gd name="T27" fmla="*/ 0 h 424"/>
                <a:gd name="T28" fmla="*/ 1 w 246"/>
                <a:gd name="T29" fmla="*/ 0 h 424"/>
                <a:gd name="T30" fmla="*/ 0 w 246"/>
                <a:gd name="T31" fmla="*/ 0 h 424"/>
                <a:gd name="T32" fmla="*/ 0 w 246"/>
                <a:gd name="T33" fmla="*/ 0 h 424"/>
                <a:gd name="T34" fmla="*/ 0 w 246"/>
                <a:gd name="T35" fmla="*/ 0 h 424"/>
                <a:gd name="T36" fmla="*/ 0 w 246"/>
                <a:gd name="T37" fmla="*/ 0 h 424"/>
                <a:gd name="T38" fmla="*/ 0 w 246"/>
                <a:gd name="T39" fmla="*/ 0 h 424"/>
                <a:gd name="T40" fmla="*/ 0 w 246"/>
                <a:gd name="T41" fmla="*/ 0 h 424"/>
                <a:gd name="T42" fmla="*/ 1 w 246"/>
                <a:gd name="T43" fmla="*/ 0 h 424"/>
                <a:gd name="T44" fmla="*/ 1 w 246"/>
                <a:gd name="T45" fmla="*/ 0 h 424"/>
                <a:gd name="T46" fmla="*/ 1 w 246"/>
                <a:gd name="T47" fmla="*/ 0 h 424"/>
                <a:gd name="T48" fmla="*/ 1 w 246"/>
                <a:gd name="T49" fmla="*/ 1 h 424"/>
                <a:gd name="T50" fmla="*/ 1 w 246"/>
                <a:gd name="T51" fmla="*/ 1 h 424"/>
                <a:gd name="T52" fmla="*/ 1 w 246"/>
                <a:gd name="T53" fmla="*/ 1 h 424"/>
                <a:gd name="T54" fmla="*/ 1 w 246"/>
                <a:gd name="T55" fmla="*/ 1 h 424"/>
                <a:gd name="T56" fmla="*/ 2 w 246"/>
                <a:gd name="T57" fmla="*/ 2 h 424"/>
                <a:gd name="T58" fmla="*/ 2 w 246"/>
                <a:gd name="T59" fmla="*/ 2 h 424"/>
                <a:gd name="T60" fmla="*/ 2 w 246"/>
                <a:gd name="T61" fmla="*/ 2 h 424"/>
                <a:gd name="T62" fmla="*/ 2 w 246"/>
                <a:gd name="T63" fmla="*/ 2 h 424"/>
                <a:gd name="T64" fmla="*/ 2 w 246"/>
                <a:gd name="T65" fmla="*/ 3 h 424"/>
                <a:gd name="T66" fmla="*/ 2 w 246"/>
                <a:gd name="T67" fmla="*/ 3 h 424"/>
                <a:gd name="T68" fmla="*/ 2 w 246"/>
                <a:gd name="T69" fmla="*/ 3 h 424"/>
                <a:gd name="T70" fmla="*/ 2 w 246"/>
                <a:gd name="T71" fmla="*/ 3 h 424"/>
                <a:gd name="T72" fmla="*/ 2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424"/>
                  </a:moveTo>
                  <a:lnTo>
                    <a:pt x="246" y="424"/>
                  </a:lnTo>
                  <a:lnTo>
                    <a:pt x="244" y="382"/>
                  </a:lnTo>
                  <a:lnTo>
                    <a:pt x="241" y="338"/>
                  </a:lnTo>
                  <a:lnTo>
                    <a:pt x="235" y="298"/>
                  </a:lnTo>
                  <a:lnTo>
                    <a:pt x="227" y="261"/>
                  </a:lnTo>
                  <a:lnTo>
                    <a:pt x="216" y="222"/>
                  </a:lnTo>
                  <a:lnTo>
                    <a:pt x="205" y="188"/>
                  </a:lnTo>
                  <a:lnTo>
                    <a:pt x="190" y="155"/>
                  </a:lnTo>
                  <a:lnTo>
                    <a:pt x="174" y="125"/>
                  </a:lnTo>
                  <a:lnTo>
                    <a:pt x="157" y="98"/>
                  </a:lnTo>
                  <a:lnTo>
                    <a:pt x="138" y="73"/>
                  </a:lnTo>
                  <a:lnTo>
                    <a:pt x="118" y="51"/>
                  </a:lnTo>
                  <a:lnTo>
                    <a:pt x="96" y="34"/>
                  </a:lnTo>
                  <a:lnTo>
                    <a:pt x="74" y="18"/>
                  </a:lnTo>
                  <a:lnTo>
                    <a:pt x="50" y="8"/>
                  </a:lnTo>
                  <a:lnTo>
                    <a:pt x="25" y="2"/>
                  </a:lnTo>
                  <a:lnTo>
                    <a:pt x="0" y="0"/>
                  </a:lnTo>
                  <a:lnTo>
                    <a:pt x="0" y="11"/>
                  </a:lnTo>
                  <a:lnTo>
                    <a:pt x="23" y="14"/>
                  </a:lnTo>
                  <a:lnTo>
                    <a:pt x="45" y="19"/>
                  </a:lnTo>
                  <a:lnTo>
                    <a:pt x="67" y="30"/>
                  </a:lnTo>
                  <a:lnTo>
                    <a:pt x="89" y="43"/>
                  </a:lnTo>
                  <a:lnTo>
                    <a:pt x="108" y="60"/>
                  </a:lnTo>
                  <a:lnTo>
                    <a:pt x="128" y="80"/>
                  </a:lnTo>
                  <a:lnTo>
                    <a:pt x="147" y="105"/>
                  </a:lnTo>
                  <a:lnTo>
                    <a:pt x="165" y="132"/>
                  </a:lnTo>
                  <a:lnTo>
                    <a:pt x="179" y="160"/>
                  </a:lnTo>
                  <a:lnTo>
                    <a:pt x="193" y="193"/>
                  </a:lnTo>
                  <a:lnTo>
                    <a:pt x="205" y="227"/>
                  </a:lnTo>
                  <a:lnTo>
                    <a:pt x="215" y="263"/>
                  </a:lnTo>
                  <a:lnTo>
                    <a:pt x="223" y="301"/>
                  </a:lnTo>
                  <a:lnTo>
                    <a:pt x="229" y="341"/>
                  </a:lnTo>
                  <a:lnTo>
                    <a:pt x="233" y="382"/>
                  </a:lnTo>
                  <a:lnTo>
                    <a:pt x="234" y="424"/>
                  </a:lnTo>
                  <a:lnTo>
                    <a:pt x="246"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9732" name="Freeform 60"/>
            <p:cNvSpPr>
              <a:spLocks/>
            </p:cNvSpPr>
            <p:nvPr/>
          </p:nvSpPr>
          <p:spPr bwMode="auto">
            <a:xfrm>
              <a:off x="1140" y="2172"/>
              <a:ext cx="49" cy="85"/>
            </a:xfrm>
            <a:custGeom>
              <a:avLst/>
              <a:gdLst>
                <a:gd name="T0" fmla="*/ 0 w 246"/>
                <a:gd name="T1" fmla="*/ 3 h 426"/>
                <a:gd name="T2" fmla="*/ 0 w 246"/>
                <a:gd name="T3" fmla="*/ 3 h 426"/>
                <a:gd name="T4" fmla="*/ 0 w 246"/>
                <a:gd name="T5" fmla="*/ 3 h 426"/>
                <a:gd name="T6" fmla="*/ 0 w 246"/>
                <a:gd name="T7" fmla="*/ 3 h 426"/>
                <a:gd name="T8" fmla="*/ 1 w 246"/>
                <a:gd name="T9" fmla="*/ 3 h 426"/>
                <a:gd name="T10" fmla="*/ 1 w 246"/>
                <a:gd name="T11" fmla="*/ 3 h 426"/>
                <a:gd name="T12" fmla="*/ 1 w 246"/>
                <a:gd name="T13" fmla="*/ 3 h 426"/>
                <a:gd name="T14" fmla="*/ 1 w 246"/>
                <a:gd name="T15" fmla="*/ 3 h 426"/>
                <a:gd name="T16" fmla="*/ 1 w 246"/>
                <a:gd name="T17" fmla="*/ 3 h 426"/>
                <a:gd name="T18" fmla="*/ 1 w 246"/>
                <a:gd name="T19" fmla="*/ 2 h 426"/>
                <a:gd name="T20" fmla="*/ 2 w 246"/>
                <a:gd name="T21" fmla="*/ 2 h 426"/>
                <a:gd name="T22" fmla="*/ 2 w 246"/>
                <a:gd name="T23" fmla="*/ 2 h 426"/>
                <a:gd name="T24" fmla="*/ 2 w 246"/>
                <a:gd name="T25" fmla="*/ 2 h 426"/>
                <a:gd name="T26" fmla="*/ 2 w 246"/>
                <a:gd name="T27" fmla="*/ 1 h 426"/>
                <a:gd name="T28" fmla="*/ 2 w 246"/>
                <a:gd name="T29" fmla="*/ 1 h 426"/>
                <a:gd name="T30" fmla="*/ 2 w 246"/>
                <a:gd name="T31" fmla="*/ 1 h 426"/>
                <a:gd name="T32" fmla="*/ 2 w 246"/>
                <a:gd name="T33" fmla="*/ 0 h 426"/>
                <a:gd name="T34" fmla="*/ 2 w 246"/>
                <a:gd name="T35" fmla="*/ 0 h 426"/>
                <a:gd name="T36" fmla="*/ 2 w 246"/>
                <a:gd name="T37" fmla="*/ 0 h 426"/>
                <a:gd name="T38" fmla="*/ 2 w 246"/>
                <a:gd name="T39" fmla="*/ 0 h 426"/>
                <a:gd name="T40" fmla="*/ 2 w 246"/>
                <a:gd name="T41" fmla="*/ 1 h 426"/>
                <a:gd name="T42" fmla="*/ 2 w 246"/>
                <a:gd name="T43" fmla="*/ 1 h 426"/>
                <a:gd name="T44" fmla="*/ 2 w 246"/>
                <a:gd name="T45" fmla="*/ 1 h 426"/>
                <a:gd name="T46" fmla="*/ 2 w 246"/>
                <a:gd name="T47" fmla="*/ 2 h 426"/>
                <a:gd name="T48" fmla="*/ 2 w 246"/>
                <a:gd name="T49" fmla="*/ 2 h 426"/>
                <a:gd name="T50" fmla="*/ 1 w 246"/>
                <a:gd name="T51" fmla="*/ 2 h 426"/>
                <a:gd name="T52" fmla="*/ 1 w 246"/>
                <a:gd name="T53" fmla="*/ 2 h 426"/>
                <a:gd name="T54" fmla="*/ 1 w 246"/>
                <a:gd name="T55" fmla="*/ 3 h 426"/>
                <a:gd name="T56" fmla="*/ 1 w 246"/>
                <a:gd name="T57" fmla="*/ 3 h 426"/>
                <a:gd name="T58" fmla="*/ 1 w 246"/>
                <a:gd name="T59" fmla="*/ 3 h 426"/>
                <a:gd name="T60" fmla="*/ 1 w 246"/>
                <a:gd name="T61" fmla="*/ 3 h 426"/>
                <a:gd name="T62" fmla="*/ 1 w 246"/>
                <a:gd name="T63" fmla="*/ 3 h 426"/>
                <a:gd name="T64" fmla="*/ 0 w 246"/>
                <a:gd name="T65" fmla="*/ 3 h 426"/>
                <a:gd name="T66" fmla="*/ 0 w 246"/>
                <a:gd name="T67" fmla="*/ 3 h 426"/>
                <a:gd name="T68" fmla="*/ 0 w 246"/>
                <a:gd name="T69" fmla="*/ 3 h 426"/>
                <a:gd name="T70" fmla="*/ 0 w 246"/>
                <a:gd name="T71" fmla="*/ 3 h 426"/>
                <a:gd name="T72" fmla="*/ 0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426"/>
                  </a:moveTo>
                  <a:lnTo>
                    <a:pt x="0" y="426"/>
                  </a:lnTo>
                  <a:lnTo>
                    <a:pt x="25" y="423"/>
                  </a:lnTo>
                  <a:lnTo>
                    <a:pt x="50" y="417"/>
                  </a:lnTo>
                  <a:lnTo>
                    <a:pt x="74" y="407"/>
                  </a:lnTo>
                  <a:lnTo>
                    <a:pt x="96" y="392"/>
                  </a:lnTo>
                  <a:lnTo>
                    <a:pt x="118" y="373"/>
                  </a:lnTo>
                  <a:lnTo>
                    <a:pt x="138" y="350"/>
                  </a:lnTo>
                  <a:lnTo>
                    <a:pt x="157" y="327"/>
                  </a:lnTo>
                  <a:lnTo>
                    <a:pt x="175" y="299"/>
                  </a:lnTo>
                  <a:lnTo>
                    <a:pt x="190" y="268"/>
                  </a:lnTo>
                  <a:lnTo>
                    <a:pt x="205" y="236"/>
                  </a:lnTo>
                  <a:lnTo>
                    <a:pt x="216" y="202"/>
                  </a:lnTo>
                  <a:lnTo>
                    <a:pt x="227" y="164"/>
                  </a:lnTo>
                  <a:lnTo>
                    <a:pt x="235" y="125"/>
                  </a:lnTo>
                  <a:lnTo>
                    <a:pt x="241" y="86"/>
                  </a:lnTo>
                  <a:lnTo>
                    <a:pt x="244" y="42"/>
                  </a:lnTo>
                  <a:lnTo>
                    <a:pt x="246" y="0"/>
                  </a:lnTo>
                  <a:lnTo>
                    <a:pt x="234" y="0"/>
                  </a:lnTo>
                  <a:lnTo>
                    <a:pt x="233" y="42"/>
                  </a:lnTo>
                  <a:lnTo>
                    <a:pt x="229" y="83"/>
                  </a:lnTo>
                  <a:lnTo>
                    <a:pt x="223" y="123"/>
                  </a:lnTo>
                  <a:lnTo>
                    <a:pt x="215" y="162"/>
                  </a:lnTo>
                  <a:lnTo>
                    <a:pt x="205" y="197"/>
                  </a:lnTo>
                  <a:lnTo>
                    <a:pt x="193" y="231"/>
                  </a:lnTo>
                  <a:lnTo>
                    <a:pt x="179" y="264"/>
                  </a:lnTo>
                  <a:lnTo>
                    <a:pt x="164" y="292"/>
                  </a:lnTo>
                  <a:lnTo>
                    <a:pt x="147" y="320"/>
                  </a:lnTo>
                  <a:lnTo>
                    <a:pt x="128" y="343"/>
                  </a:lnTo>
                  <a:lnTo>
                    <a:pt x="108" y="363"/>
                  </a:lnTo>
                  <a:lnTo>
                    <a:pt x="89" y="382"/>
                  </a:lnTo>
                  <a:lnTo>
                    <a:pt x="67" y="395"/>
                  </a:lnTo>
                  <a:lnTo>
                    <a:pt x="45" y="406"/>
                  </a:lnTo>
                  <a:lnTo>
                    <a:pt x="23" y="411"/>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9733" name="Freeform 61"/>
            <p:cNvSpPr>
              <a:spLocks/>
            </p:cNvSpPr>
            <p:nvPr/>
          </p:nvSpPr>
          <p:spPr bwMode="auto">
            <a:xfrm>
              <a:off x="1091" y="2172"/>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4" y="86"/>
                  </a:lnTo>
                  <a:lnTo>
                    <a:pt x="10" y="125"/>
                  </a:lnTo>
                  <a:lnTo>
                    <a:pt x="18" y="164"/>
                  </a:lnTo>
                  <a:lnTo>
                    <a:pt x="29" y="202"/>
                  </a:lnTo>
                  <a:lnTo>
                    <a:pt x="41" y="236"/>
                  </a:lnTo>
                  <a:lnTo>
                    <a:pt x="55" y="268"/>
                  </a:lnTo>
                  <a:lnTo>
                    <a:pt x="70" y="299"/>
                  </a:lnTo>
                  <a:lnTo>
                    <a:pt x="89" y="327"/>
                  </a:lnTo>
                  <a:lnTo>
                    <a:pt x="106" y="350"/>
                  </a:lnTo>
                  <a:lnTo>
                    <a:pt x="126" y="373"/>
                  </a:lnTo>
                  <a:lnTo>
                    <a:pt x="148" y="392"/>
                  </a:lnTo>
                  <a:lnTo>
                    <a:pt x="171" y="407"/>
                  </a:lnTo>
                  <a:lnTo>
                    <a:pt x="194" y="417"/>
                  </a:lnTo>
                  <a:lnTo>
                    <a:pt x="219" y="423"/>
                  </a:lnTo>
                  <a:lnTo>
                    <a:pt x="245" y="426"/>
                  </a:lnTo>
                  <a:lnTo>
                    <a:pt x="245" y="414"/>
                  </a:lnTo>
                  <a:lnTo>
                    <a:pt x="221" y="411"/>
                  </a:lnTo>
                  <a:lnTo>
                    <a:pt x="199" y="406"/>
                  </a:lnTo>
                  <a:lnTo>
                    <a:pt x="178" y="395"/>
                  </a:lnTo>
                  <a:lnTo>
                    <a:pt x="155" y="382"/>
                  </a:lnTo>
                  <a:lnTo>
                    <a:pt x="136" y="363"/>
                  </a:lnTo>
                  <a:lnTo>
                    <a:pt x="116" y="343"/>
                  </a:lnTo>
                  <a:lnTo>
                    <a:pt x="98" y="320"/>
                  </a:lnTo>
                  <a:lnTo>
                    <a:pt x="82" y="292"/>
                  </a:lnTo>
                  <a:lnTo>
                    <a:pt x="66" y="264"/>
                  </a:lnTo>
                  <a:lnTo>
                    <a:pt x="52" y="231"/>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9734" name="Freeform 62"/>
            <p:cNvSpPr>
              <a:spLocks/>
            </p:cNvSpPr>
            <p:nvPr/>
          </p:nvSpPr>
          <p:spPr bwMode="auto">
            <a:xfrm>
              <a:off x="1091" y="2087"/>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4" y="8"/>
                  </a:lnTo>
                  <a:lnTo>
                    <a:pt x="171" y="18"/>
                  </a:lnTo>
                  <a:lnTo>
                    <a:pt x="148" y="34"/>
                  </a:lnTo>
                  <a:lnTo>
                    <a:pt x="126" y="51"/>
                  </a:lnTo>
                  <a:lnTo>
                    <a:pt x="106" y="73"/>
                  </a:lnTo>
                  <a:lnTo>
                    <a:pt x="89" y="98"/>
                  </a:lnTo>
                  <a:lnTo>
                    <a:pt x="71" y="125"/>
                  </a:lnTo>
                  <a:lnTo>
                    <a:pt x="55" y="155"/>
                  </a:lnTo>
                  <a:lnTo>
                    <a:pt x="41" y="188"/>
                  </a:lnTo>
                  <a:lnTo>
                    <a:pt x="29" y="222"/>
                  </a:lnTo>
                  <a:lnTo>
                    <a:pt x="18" y="261"/>
                  </a:lnTo>
                  <a:lnTo>
                    <a:pt x="10" y="298"/>
                  </a:lnTo>
                  <a:lnTo>
                    <a:pt x="4" y="338"/>
                  </a:lnTo>
                  <a:lnTo>
                    <a:pt x="1" y="382"/>
                  </a:lnTo>
                  <a:lnTo>
                    <a:pt x="0" y="424"/>
                  </a:lnTo>
                  <a:lnTo>
                    <a:pt x="11" y="424"/>
                  </a:lnTo>
                  <a:lnTo>
                    <a:pt x="13" y="382"/>
                  </a:lnTo>
                  <a:lnTo>
                    <a:pt x="16" y="341"/>
                  </a:lnTo>
                  <a:lnTo>
                    <a:pt x="22" y="301"/>
                  </a:lnTo>
                  <a:lnTo>
                    <a:pt x="30" y="263"/>
                  </a:lnTo>
                  <a:lnTo>
                    <a:pt x="41" y="227"/>
                  </a:lnTo>
                  <a:lnTo>
                    <a:pt x="52" y="193"/>
                  </a:lnTo>
                  <a:lnTo>
                    <a:pt x="66" y="160"/>
                  </a:lnTo>
                  <a:lnTo>
                    <a:pt x="80" y="132"/>
                  </a:lnTo>
                  <a:lnTo>
                    <a:pt x="98" y="105"/>
                  </a:lnTo>
                  <a:lnTo>
                    <a:pt x="116" y="80"/>
                  </a:lnTo>
                  <a:lnTo>
                    <a:pt x="136" y="60"/>
                  </a:lnTo>
                  <a:lnTo>
                    <a:pt x="155" y="43"/>
                  </a:lnTo>
                  <a:lnTo>
                    <a:pt x="178" y="30"/>
                  </a:lnTo>
                  <a:lnTo>
                    <a:pt x="199" y="19"/>
                  </a:lnTo>
                  <a:lnTo>
                    <a:pt x="221" y="14"/>
                  </a:lnTo>
                  <a:lnTo>
                    <a:pt x="245" y="11"/>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9735" name="Freeform 63"/>
            <p:cNvSpPr>
              <a:spLocks/>
            </p:cNvSpPr>
            <p:nvPr/>
          </p:nvSpPr>
          <p:spPr bwMode="auto">
            <a:xfrm>
              <a:off x="1392" y="2118"/>
              <a:ext cx="49" cy="85"/>
            </a:xfrm>
            <a:custGeom>
              <a:avLst/>
              <a:gdLst>
                <a:gd name="T0" fmla="*/ 2 w 246"/>
                <a:gd name="T1" fmla="*/ 3 h 426"/>
                <a:gd name="T2" fmla="*/ 2 w 246"/>
                <a:gd name="T3" fmla="*/ 3 h 426"/>
                <a:gd name="T4" fmla="*/ 2 w 246"/>
                <a:gd name="T5" fmla="*/ 3 h 426"/>
                <a:gd name="T6" fmla="*/ 2 w 246"/>
                <a:gd name="T7" fmla="*/ 3 h 426"/>
                <a:gd name="T8" fmla="*/ 2 w 246"/>
                <a:gd name="T9" fmla="*/ 2 h 426"/>
                <a:gd name="T10" fmla="*/ 2 w 246"/>
                <a:gd name="T11" fmla="*/ 2 h 426"/>
                <a:gd name="T12" fmla="*/ 2 w 246"/>
                <a:gd name="T13" fmla="*/ 2 h 426"/>
                <a:gd name="T14" fmla="*/ 2 w 246"/>
                <a:gd name="T15" fmla="*/ 2 h 426"/>
                <a:gd name="T16" fmla="*/ 2 w 246"/>
                <a:gd name="T17" fmla="*/ 1 h 426"/>
                <a:gd name="T18" fmla="*/ 1 w 246"/>
                <a:gd name="T19" fmla="*/ 1 h 426"/>
                <a:gd name="T20" fmla="*/ 1 w 246"/>
                <a:gd name="T21" fmla="*/ 1 h 426"/>
                <a:gd name="T22" fmla="*/ 1 w 246"/>
                <a:gd name="T23" fmla="*/ 1 h 426"/>
                <a:gd name="T24" fmla="*/ 1 w 246"/>
                <a:gd name="T25" fmla="*/ 0 h 426"/>
                <a:gd name="T26" fmla="*/ 1 w 246"/>
                <a:gd name="T27" fmla="*/ 0 h 426"/>
                <a:gd name="T28" fmla="*/ 1 w 246"/>
                <a:gd name="T29" fmla="*/ 0 h 426"/>
                <a:gd name="T30" fmla="*/ 0 w 246"/>
                <a:gd name="T31" fmla="*/ 0 h 426"/>
                <a:gd name="T32" fmla="*/ 0 w 246"/>
                <a:gd name="T33" fmla="*/ 0 h 426"/>
                <a:gd name="T34" fmla="*/ 0 w 246"/>
                <a:gd name="T35" fmla="*/ 0 h 426"/>
                <a:gd name="T36" fmla="*/ 0 w 246"/>
                <a:gd name="T37" fmla="*/ 0 h 426"/>
                <a:gd name="T38" fmla="*/ 0 w 246"/>
                <a:gd name="T39" fmla="*/ 0 h 426"/>
                <a:gd name="T40" fmla="*/ 0 w 246"/>
                <a:gd name="T41" fmla="*/ 0 h 426"/>
                <a:gd name="T42" fmla="*/ 1 w 246"/>
                <a:gd name="T43" fmla="*/ 0 h 426"/>
                <a:gd name="T44" fmla="*/ 1 w 246"/>
                <a:gd name="T45" fmla="*/ 0 h 426"/>
                <a:gd name="T46" fmla="*/ 1 w 246"/>
                <a:gd name="T47" fmla="*/ 1 h 426"/>
                <a:gd name="T48" fmla="*/ 1 w 246"/>
                <a:gd name="T49" fmla="*/ 1 h 426"/>
                <a:gd name="T50" fmla="*/ 1 w 246"/>
                <a:gd name="T51" fmla="*/ 1 h 426"/>
                <a:gd name="T52" fmla="*/ 1 w 246"/>
                <a:gd name="T53" fmla="*/ 1 h 426"/>
                <a:gd name="T54" fmla="*/ 1 w 246"/>
                <a:gd name="T55" fmla="*/ 1 h 426"/>
                <a:gd name="T56" fmla="*/ 2 w 246"/>
                <a:gd name="T57" fmla="*/ 2 h 426"/>
                <a:gd name="T58" fmla="*/ 2 w 246"/>
                <a:gd name="T59" fmla="*/ 2 h 426"/>
                <a:gd name="T60" fmla="*/ 2 w 246"/>
                <a:gd name="T61" fmla="*/ 2 h 426"/>
                <a:gd name="T62" fmla="*/ 2 w 246"/>
                <a:gd name="T63" fmla="*/ 2 h 426"/>
                <a:gd name="T64" fmla="*/ 2 w 246"/>
                <a:gd name="T65" fmla="*/ 3 h 426"/>
                <a:gd name="T66" fmla="*/ 2 w 246"/>
                <a:gd name="T67" fmla="*/ 3 h 426"/>
                <a:gd name="T68" fmla="*/ 2 w 246"/>
                <a:gd name="T69" fmla="*/ 3 h 426"/>
                <a:gd name="T70" fmla="*/ 2 w 246"/>
                <a:gd name="T71" fmla="*/ 3 h 426"/>
                <a:gd name="T72" fmla="*/ 2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246" y="426"/>
                  </a:moveTo>
                  <a:lnTo>
                    <a:pt x="246" y="426"/>
                  </a:lnTo>
                  <a:lnTo>
                    <a:pt x="245" y="384"/>
                  </a:lnTo>
                  <a:lnTo>
                    <a:pt x="242" y="340"/>
                  </a:lnTo>
                  <a:lnTo>
                    <a:pt x="236" y="301"/>
                  </a:lnTo>
                  <a:lnTo>
                    <a:pt x="228" y="262"/>
                  </a:lnTo>
                  <a:lnTo>
                    <a:pt x="217" y="224"/>
                  </a:lnTo>
                  <a:lnTo>
                    <a:pt x="205" y="190"/>
                  </a:lnTo>
                  <a:lnTo>
                    <a:pt x="191" y="158"/>
                  </a:lnTo>
                  <a:lnTo>
                    <a:pt x="176" y="126"/>
                  </a:lnTo>
                  <a:lnTo>
                    <a:pt x="157" y="99"/>
                  </a:lnTo>
                  <a:lnTo>
                    <a:pt x="139" y="75"/>
                  </a:lnTo>
                  <a:lnTo>
                    <a:pt x="119" y="53"/>
                  </a:lnTo>
                  <a:lnTo>
                    <a:pt x="96" y="34"/>
                  </a:lnTo>
                  <a:lnTo>
                    <a:pt x="75" y="19"/>
                  </a:lnTo>
                  <a:lnTo>
                    <a:pt x="51" y="9"/>
                  </a:lnTo>
                  <a:lnTo>
                    <a:pt x="26" y="3"/>
                  </a:lnTo>
                  <a:lnTo>
                    <a:pt x="0" y="0"/>
                  </a:lnTo>
                  <a:lnTo>
                    <a:pt x="0" y="12"/>
                  </a:lnTo>
                  <a:lnTo>
                    <a:pt x="24" y="15"/>
                  </a:lnTo>
                  <a:lnTo>
                    <a:pt x="46" y="20"/>
                  </a:lnTo>
                  <a:lnTo>
                    <a:pt x="68" y="31"/>
                  </a:lnTo>
                  <a:lnTo>
                    <a:pt x="89" y="44"/>
                  </a:lnTo>
                  <a:lnTo>
                    <a:pt x="109" y="63"/>
                  </a:lnTo>
                  <a:lnTo>
                    <a:pt x="129" y="83"/>
                  </a:lnTo>
                  <a:lnTo>
                    <a:pt x="148" y="106"/>
                  </a:lnTo>
                  <a:lnTo>
                    <a:pt x="164" y="133"/>
                  </a:lnTo>
                  <a:lnTo>
                    <a:pt x="180" y="162"/>
                  </a:lnTo>
                  <a:lnTo>
                    <a:pt x="194" y="195"/>
                  </a:lnTo>
                  <a:lnTo>
                    <a:pt x="205" y="229"/>
                  </a:lnTo>
                  <a:lnTo>
                    <a:pt x="216" y="264"/>
                  </a:lnTo>
                  <a:lnTo>
                    <a:pt x="224" y="303"/>
                  </a:lnTo>
                  <a:lnTo>
                    <a:pt x="230" y="343"/>
                  </a:lnTo>
                  <a:lnTo>
                    <a:pt x="233" y="384"/>
                  </a:lnTo>
                  <a:lnTo>
                    <a:pt x="235" y="426"/>
                  </a:lnTo>
                  <a:lnTo>
                    <a:pt x="246"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9736" name="Freeform 64"/>
            <p:cNvSpPr>
              <a:spLocks/>
            </p:cNvSpPr>
            <p:nvPr/>
          </p:nvSpPr>
          <p:spPr bwMode="auto">
            <a:xfrm>
              <a:off x="1392" y="2203"/>
              <a:ext cx="49" cy="85"/>
            </a:xfrm>
            <a:custGeom>
              <a:avLst/>
              <a:gdLst>
                <a:gd name="T0" fmla="*/ 0 w 246"/>
                <a:gd name="T1" fmla="*/ 3 h 424"/>
                <a:gd name="T2" fmla="*/ 0 w 246"/>
                <a:gd name="T3" fmla="*/ 3 h 424"/>
                <a:gd name="T4" fmla="*/ 0 w 246"/>
                <a:gd name="T5" fmla="*/ 3 h 424"/>
                <a:gd name="T6" fmla="*/ 0 w 246"/>
                <a:gd name="T7" fmla="*/ 3 h 424"/>
                <a:gd name="T8" fmla="*/ 1 w 246"/>
                <a:gd name="T9" fmla="*/ 3 h 424"/>
                <a:gd name="T10" fmla="*/ 1 w 246"/>
                <a:gd name="T11" fmla="*/ 3 h 424"/>
                <a:gd name="T12" fmla="*/ 1 w 246"/>
                <a:gd name="T13" fmla="*/ 3 h 424"/>
                <a:gd name="T14" fmla="*/ 1 w 246"/>
                <a:gd name="T15" fmla="*/ 3 h 424"/>
                <a:gd name="T16" fmla="*/ 1 w 246"/>
                <a:gd name="T17" fmla="*/ 3 h 424"/>
                <a:gd name="T18" fmla="*/ 1 w 246"/>
                <a:gd name="T19" fmla="*/ 2 h 424"/>
                <a:gd name="T20" fmla="*/ 2 w 246"/>
                <a:gd name="T21" fmla="*/ 2 h 424"/>
                <a:gd name="T22" fmla="*/ 2 w 246"/>
                <a:gd name="T23" fmla="*/ 2 h 424"/>
                <a:gd name="T24" fmla="*/ 2 w 246"/>
                <a:gd name="T25" fmla="*/ 2 h 424"/>
                <a:gd name="T26" fmla="*/ 2 w 246"/>
                <a:gd name="T27" fmla="*/ 1 h 424"/>
                <a:gd name="T28" fmla="*/ 2 w 246"/>
                <a:gd name="T29" fmla="*/ 1 h 424"/>
                <a:gd name="T30" fmla="*/ 2 w 246"/>
                <a:gd name="T31" fmla="*/ 1 h 424"/>
                <a:gd name="T32" fmla="*/ 2 w 246"/>
                <a:gd name="T33" fmla="*/ 0 h 424"/>
                <a:gd name="T34" fmla="*/ 2 w 246"/>
                <a:gd name="T35" fmla="*/ 0 h 424"/>
                <a:gd name="T36" fmla="*/ 2 w 246"/>
                <a:gd name="T37" fmla="*/ 0 h 424"/>
                <a:gd name="T38" fmla="*/ 2 w 246"/>
                <a:gd name="T39" fmla="*/ 0 h 424"/>
                <a:gd name="T40" fmla="*/ 2 w 246"/>
                <a:gd name="T41" fmla="*/ 1 h 424"/>
                <a:gd name="T42" fmla="*/ 2 w 246"/>
                <a:gd name="T43" fmla="*/ 1 h 424"/>
                <a:gd name="T44" fmla="*/ 2 w 246"/>
                <a:gd name="T45" fmla="*/ 1 h 424"/>
                <a:gd name="T46" fmla="*/ 2 w 246"/>
                <a:gd name="T47" fmla="*/ 2 h 424"/>
                <a:gd name="T48" fmla="*/ 2 w 246"/>
                <a:gd name="T49" fmla="*/ 2 h 424"/>
                <a:gd name="T50" fmla="*/ 1 w 246"/>
                <a:gd name="T51" fmla="*/ 2 h 424"/>
                <a:gd name="T52" fmla="*/ 1 w 246"/>
                <a:gd name="T53" fmla="*/ 2 h 424"/>
                <a:gd name="T54" fmla="*/ 1 w 246"/>
                <a:gd name="T55" fmla="*/ 3 h 424"/>
                <a:gd name="T56" fmla="*/ 1 w 246"/>
                <a:gd name="T57" fmla="*/ 3 h 424"/>
                <a:gd name="T58" fmla="*/ 1 w 246"/>
                <a:gd name="T59" fmla="*/ 3 h 424"/>
                <a:gd name="T60" fmla="*/ 1 w 246"/>
                <a:gd name="T61" fmla="*/ 3 h 424"/>
                <a:gd name="T62" fmla="*/ 1 w 246"/>
                <a:gd name="T63" fmla="*/ 3 h 424"/>
                <a:gd name="T64" fmla="*/ 0 w 246"/>
                <a:gd name="T65" fmla="*/ 3 h 424"/>
                <a:gd name="T66" fmla="*/ 0 w 246"/>
                <a:gd name="T67" fmla="*/ 3 h 424"/>
                <a:gd name="T68" fmla="*/ 0 w 246"/>
                <a:gd name="T69" fmla="*/ 3 h 424"/>
                <a:gd name="T70" fmla="*/ 0 w 246"/>
                <a:gd name="T71" fmla="*/ 3 h 424"/>
                <a:gd name="T72" fmla="*/ 0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0" y="424"/>
                  </a:moveTo>
                  <a:lnTo>
                    <a:pt x="0" y="424"/>
                  </a:lnTo>
                  <a:lnTo>
                    <a:pt x="26" y="422"/>
                  </a:lnTo>
                  <a:lnTo>
                    <a:pt x="51" y="416"/>
                  </a:lnTo>
                  <a:lnTo>
                    <a:pt x="75" y="406"/>
                  </a:lnTo>
                  <a:lnTo>
                    <a:pt x="96" y="390"/>
                  </a:lnTo>
                  <a:lnTo>
                    <a:pt x="119" y="373"/>
                  </a:lnTo>
                  <a:lnTo>
                    <a:pt x="139" y="351"/>
                  </a:lnTo>
                  <a:lnTo>
                    <a:pt x="157" y="326"/>
                  </a:lnTo>
                  <a:lnTo>
                    <a:pt x="175" y="299"/>
                  </a:lnTo>
                  <a:lnTo>
                    <a:pt x="191" y="269"/>
                  </a:lnTo>
                  <a:lnTo>
                    <a:pt x="205" y="236"/>
                  </a:lnTo>
                  <a:lnTo>
                    <a:pt x="217" y="202"/>
                  </a:lnTo>
                  <a:lnTo>
                    <a:pt x="228" y="163"/>
                  </a:lnTo>
                  <a:lnTo>
                    <a:pt x="236" y="125"/>
                  </a:lnTo>
                  <a:lnTo>
                    <a:pt x="242" y="86"/>
                  </a:lnTo>
                  <a:lnTo>
                    <a:pt x="245" y="42"/>
                  </a:lnTo>
                  <a:lnTo>
                    <a:pt x="246" y="0"/>
                  </a:lnTo>
                  <a:lnTo>
                    <a:pt x="235" y="0"/>
                  </a:lnTo>
                  <a:lnTo>
                    <a:pt x="233" y="42"/>
                  </a:lnTo>
                  <a:lnTo>
                    <a:pt x="230" y="83"/>
                  </a:lnTo>
                  <a:lnTo>
                    <a:pt x="224" y="123"/>
                  </a:lnTo>
                  <a:lnTo>
                    <a:pt x="216" y="161"/>
                  </a:lnTo>
                  <a:lnTo>
                    <a:pt x="205" y="197"/>
                  </a:lnTo>
                  <a:lnTo>
                    <a:pt x="194" y="231"/>
                  </a:lnTo>
                  <a:lnTo>
                    <a:pt x="180" y="264"/>
                  </a:lnTo>
                  <a:lnTo>
                    <a:pt x="166" y="292"/>
                  </a:lnTo>
                  <a:lnTo>
                    <a:pt x="148" y="319"/>
                  </a:lnTo>
                  <a:lnTo>
                    <a:pt x="129" y="344"/>
                  </a:lnTo>
                  <a:lnTo>
                    <a:pt x="109" y="364"/>
                  </a:lnTo>
                  <a:lnTo>
                    <a:pt x="89" y="381"/>
                  </a:lnTo>
                  <a:lnTo>
                    <a:pt x="68" y="394"/>
                  </a:lnTo>
                  <a:lnTo>
                    <a:pt x="46" y="405"/>
                  </a:lnTo>
                  <a:lnTo>
                    <a:pt x="24" y="410"/>
                  </a:lnTo>
                  <a:lnTo>
                    <a:pt x="0" y="413"/>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9737" name="Freeform 65"/>
            <p:cNvSpPr>
              <a:spLocks/>
            </p:cNvSpPr>
            <p:nvPr/>
          </p:nvSpPr>
          <p:spPr bwMode="auto">
            <a:xfrm>
              <a:off x="1343" y="2203"/>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2" y="42"/>
                  </a:lnTo>
                  <a:lnTo>
                    <a:pt x="5" y="86"/>
                  </a:lnTo>
                  <a:lnTo>
                    <a:pt x="11" y="125"/>
                  </a:lnTo>
                  <a:lnTo>
                    <a:pt x="19" y="163"/>
                  </a:lnTo>
                  <a:lnTo>
                    <a:pt x="30" y="202"/>
                  </a:lnTo>
                  <a:lnTo>
                    <a:pt x="41" y="236"/>
                  </a:lnTo>
                  <a:lnTo>
                    <a:pt x="56" y="269"/>
                  </a:lnTo>
                  <a:lnTo>
                    <a:pt x="72" y="299"/>
                  </a:lnTo>
                  <a:lnTo>
                    <a:pt x="90" y="326"/>
                  </a:lnTo>
                  <a:lnTo>
                    <a:pt x="108" y="351"/>
                  </a:lnTo>
                  <a:lnTo>
                    <a:pt x="127" y="373"/>
                  </a:lnTo>
                  <a:lnTo>
                    <a:pt x="149" y="390"/>
                  </a:lnTo>
                  <a:lnTo>
                    <a:pt x="172" y="406"/>
                  </a:lnTo>
                  <a:lnTo>
                    <a:pt x="195" y="416"/>
                  </a:lnTo>
                  <a:lnTo>
                    <a:pt x="220" y="422"/>
                  </a:lnTo>
                  <a:lnTo>
                    <a:pt x="245" y="424"/>
                  </a:lnTo>
                  <a:lnTo>
                    <a:pt x="245" y="413"/>
                  </a:lnTo>
                  <a:lnTo>
                    <a:pt x="222" y="410"/>
                  </a:lnTo>
                  <a:lnTo>
                    <a:pt x="200" y="405"/>
                  </a:lnTo>
                  <a:lnTo>
                    <a:pt x="179" y="394"/>
                  </a:lnTo>
                  <a:lnTo>
                    <a:pt x="156" y="381"/>
                  </a:lnTo>
                  <a:lnTo>
                    <a:pt x="136" y="364"/>
                  </a:lnTo>
                  <a:lnTo>
                    <a:pt x="118" y="344"/>
                  </a:lnTo>
                  <a:lnTo>
                    <a:pt x="99" y="319"/>
                  </a:lnTo>
                  <a:lnTo>
                    <a:pt x="81" y="292"/>
                  </a:lnTo>
                  <a:lnTo>
                    <a:pt x="67" y="264"/>
                  </a:lnTo>
                  <a:lnTo>
                    <a:pt x="53" y="231"/>
                  </a:lnTo>
                  <a:lnTo>
                    <a:pt x="41" y="197"/>
                  </a:lnTo>
                  <a:lnTo>
                    <a:pt x="31" y="161"/>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9738" name="Freeform 66"/>
            <p:cNvSpPr>
              <a:spLocks/>
            </p:cNvSpPr>
            <p:nvPr/>
          </p:nvSpPr>
          <p:spPr bwMode="auto">
            <a:xfrm>
              <a:off x="1343" y="2118"/>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1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20" y="3"/>
                  </a:lnTo>
                  <a:lnTo>
                    <a:pt x="195" y="9"/>
                  </a:lnTo>
                  <a:lnTo>
                    <a:pt x="172" y="19"/>
                  </a:lnTo>
                  <a:lnTo>
                    <a:pt x="149" y="34"/>
                  </a:lnTo>
                  <a:lnTo>
                    <a:pt x="127" y="53"/>
                  </a:lnTo>
                  <a:lnTo>
                    <a:pt x="108" y="75"/>
                  </a:lnTo>
                  <a:lnTo>
                    <a:pt x="90" y="99"/>
                  </a:lnTo>
                  <a:lnTo>
                    <a:pt x="71" y="126"/>
                  </a:lnTo>
                  <a:lnTo>
                    <a:pt x="56" y="158"/>
                  </a:lnTo>
                  <a:lnTo>
                    <a:pt x="41" y="190"/>
                  </a:lnTo>
                  <a:lnTo>
                    <a:pt x="30" y="224"/>
                  </a:lnTo>
                  <a:lnTo>
                    <a:pt x="19" y="262"/>
                  </a:lnTo>
                  <a:lnTo>
                    <a:pt x="11" y="301"/>
                  </a:lnTo>
                  <a:lnTo>
                    <a:pt x="5" y="340"/>
                  </a:lnTo>
                  <a:lnTo>
                    <a:pt x="2" y="384"/>
                  </a:lnTo>
                  <a:lnTo>
                    <a:pt x="0" y="426"/>
                  </a:lnTo>
                  <a:lnTo>
                    <a:pt x="12" y="426"/>
                  </a:lnTo>
                  <a:lnTo>
                    <a:pt x="13" y="384"/>
                  </a:lnTo>
                  <a:lnTo>
                    <a:pt x="17" y="343"/>
                  </a:lnTo>
                  <a:lnTo>
                    <a:pt x="23" y="303"/>
                  </a:lnTo>
                  <a:lnTo>
                    <a:pt x="31" y="264"/>
                  </a:lnTo>
                  <a:lnTo>
                    <a:pt x="41" y="229"/>
                  </a:lnTo>
                  <a:lnTo>
                    <a:pt x="53" y="195"/>
                  </a:lnTo>
                  <a:lnTo>
                    <a:pt x="67" y="162"/>
                  </a:lnTo>
                  <a:lnTo>
                    <a:pt x="82" y="133"/>
                  </a:lnTo>
                  <a:lnTo>
                    <a:pt x="99" y="106"/>
                  </a:lnTo>
                  <a:lnTo>
                    <a:pt x="118" y="83"/>
                  </a:lnTo>
                  <a:lnTo>
                    <a:pt x="136" y="63"/>
                  </a:lnTo>
                  <a:lnTo>
                    <a:pt x="156" y="44"/>
                  </a:lnTo>
                  <a:lnTo>
                    <a:pt x="179" y="31"/>
                  </a:lnTo>
                  <a:lnTo>
                    <a:pt x="200" y="20"/>
                  </a:lnTo>
                  <a:lnTo>
                    <a:pt x="222" y="15"/>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9739" name="Freeform 67"/>
            <p:cNvSpPr>
              <a:spLocks/>
            </p:cNvSpPr>
            <p:nvPr/>
          </p:nvSpPr>
          <p:spPr bwMode="auto">
            <a:xfrm>
              <a:off x="1384" y="1859"/>
              <a:ext cx="49" cy="84"/>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1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3" y="382"/>
                  </a:lnTo>
                  <a:lnTo>
                    <a:pt x="240" y="339"/>
                  </a:lnTo>
                  <a:lnTo>
                    <a:pt x="234" y="299"/>
                  </a:lnTo>
                  <a:lnTo>
                    <a:pt x="226" y="261"/>
                  </a:lnTo>
                  <a:lnTo>
                    <a:pt x="215" y="222"/>
                  </a:lnTo>
                  <a:lnTo>
                    <a:pt x="204" y="188"/>
                  </a:lnTo>
                  <a:lnTo>
                    <a:pt x="189" y="156"/>
                  </a:lnTo>
                  <a:lnTo>
                    <a:pt x="173" y="125"/>
                  </a:lnTo>
                  <a:lnTo>
                    <a:pt x="155" y="98"/>
                  </a:lnTo>
                  <a:lnTo>
                    <a:pt x="138" y="74"/>
                  </a:lnTo>
                  <a:lnTo>
                    <a:pt x="118" y="51"/>
                  </a:lnTo>
                  <a:lnTo>
                    <a:pt x="96" y="34"/>
                  </a:lnTo>
                  <a:lnTo>
                    <a:pt x="73" y="18"/>
                  </a:lnTo>
                  <a:lnTo>
                    <a:pt x="50" y="8"/>
                  </a:lnTo>
                  <a:lnTo>
                    <a:pt x="25" y="2"/>
                  </a:lnTo>
                  <a:lnTo>
                    <a:pt x="0" y="0"/>
                  </a:lnTo>
                  <a:lnTo>
                    <a:pt x="0" y="11"/>
                  </a:lnTo>
                  <a:lnTo>
                    <a:pt x="23" y="14"/>
                  </a:lnTo>
                  <a:lnTo>
                    <a:pt x="45" y="20"/>
                  </a:lnTo>
                  <a:lnTo>
                    <a:pt x="66" y="30"/>
                  </a:lnTo>
                  <a:lnTo>
                    <a:pt x="89" y="43"/>
                  </a:lnTo>
                  <a:lnTo>
                    <a:pt x="109" y="61"/>
                  </a:lnTo>
                  <a:lnTo>
                    <a:pt x="129" y="81"/>
                  </a:lnTo>
                  <a:lnTo>
                    <a:pt x="146" y="105"/>
                  </a:lnTo>
                  <a:lnTo>
                    <a:pt x="164" y="132"/>
                  </a:lnTo>
                  <a:lnTo>
                    <a:pt x="178" y="160"/>
                  </a:lnTo>
                  <a:lnTo>
                    <a:pt x="192" y="193"/>
                  </a:lnTo>
                  <a:lnTo>
                    <a:pt x="204" y="227"/>
                  </a:lnTo>
                  <a:lnTo>
                    <a:pt x="214" y="264"/>
                  </a:lnTo>
                  <a:lnTo>
                    <a:pt x="222" y="301"/>
                  </a:lnTo>
                  <a:lnTo>
                    <a:pt x="228"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9740" name="Freeform 68"/>
            <p:cNvSpPr>
              <a:spLocks/>
            </p:cNvSpPr>
            <p:nvPr/>
          </p:nvSpPr>
          <p:spPr bwMode="auto">
            <a:xfrm>
              <a:off x="1384" y="1943"/>
              <a:ext cx="49" cy="86"/>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5" y="423"/>
                  </a:lnTo>
                  <a:lnTo>
                    <a:pt x="50" y="418"/>
                  </a:lnTo>
                  <a:lnTo>
                    <a:pt x="73" y="407"/>
                  </a:lnTo>
                  <a:lnTo>
                    <a:pt x="96" y="392"/>
                  </a:lnTo>
                  <a:lnTo>
                    <a:pt x="118" y="374"/>
                  </a:lnTo>
                  <a:lnTo>
                    <a:pt x="138" y="352"/>
                  </a:lnTo>
                  <a:lnTo>
                    <a:pt x="155" y="327"/>
                  </a:lnTo>
                  <a:lnTo>
                    <a:pt x="174" y="300"/>
                  </a:lnTo>
                  <a:lnTo>
                    <a:pt x="189" y="269"/>
                  </a:lnTo>
                  <a:lnTo>
                    <a:pt x="204" y="237"/>
                  </a:lnTo>
                  <a:lnTo>
                    <a:pt x="215" y="202"/>
                  </a:lnTo>
                  <a:lnTo>
                    <a:pt x="226" y="164"/>
                  </a:lnTo>
                  <a:lnTo>
                    <a:pt x="234" y="126"/>
                  </a:lnTo>
                  <a:lnTo>
                    <a:pt x="240" y="86"/>
                  </a:lnTo>
                  <a:lnTo>
                    <a:pt x="243" y="42"/>
                  </a:lnTo>
                  <a:lnTo>
                    <a:pt x="245" y="0"/>
                  </a:lnTo>
                  <a:lnTo>
                    <a:pt x="233" y="0"/>
                  </a:lnTo>
                  <a:lnTo>
                    <a:pt x="232" y="42"/>
                  </a:lnTo>
                  <a:lnTo>
                    <a:pt x="228" y="83"/>
                  </a:lnTo>
                  <a:lnTo>
                    <a:pt x="222" y="123"/>
                  </a:lnTo>
                  <a:lnTo>
                    <a:pt x="214" y="162"/>
                  </a:lnTo>
                  <a:lnTo>
                    <a:pt x="204" y="197"/>
                  </a:lnTo>
                  <a:lnTo>
                    <a:pt x="192" y="232"/>
                  </a:lnTo>
                  <a:lnTo>
                    <a:pt x="178" y="264"/>
                  </a:lnTo>
                  <a:lnTo>
                    <a:pt x="163" y="293"/>
                  </a:lnTo>
                  <a:lnTo>
                    <a:pt x="146" y="320"/>
                  </a:lnTo>
                  <a:lnTo>
                    <a:pt x="129" y="345"/>
                  </a:lnTo>
                  <a:lnTo>
                    <a:pt x="109" y="365"/>
                  </a:lnTo>
                  <a:lnTo>
                    <a:pt x="89" y="382"/>
                  </a:lnTo>
                  <a:lnTo>
                    <a:pt x="66" y="395"/>
                  </a:lnTo>
                  <a:lnTo>
                    <a:pt x="45" y="406"/>
                  </a:lnTo>
                  <a:lnTo>
                    <a:pt x="23"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9741" name="Freeform 69"/>
            <p:cNvSpPr>
              <a:spLocks/>
            </p:cNvSpPr>
            <p:nvPr/>
          </p:nvSpPr>
          <p:spPr bwMode="auto">
            <a:xfrm>
              <a:off x="1335" y="1943"/>
              <a:ext cx="49" cy="86"/>
            </a:xfrm>
            <a:custGeom>
              <a:avLst/>
              <a:gdLst>
                <a:gd name="T0" fmla="*/ 0 w 246"/>
                <a:gd name="T1" fmla="*/ 0 h 426"/>
                <a:gd name="T2" fmla="*/ 0 w 246"/>
                <a:gd name="T3" fmla="*/ 0 h 426"/>
                <a:gd name="T4" fmla="*/ 0 w 246"/>
                <a:gd name="T5" fmla="*/ 0 h 426"/>
                <a:gd name="T6" fmla="*/ 0 w 246"/>
                <a:gd name="T7" fmla="*/ 1 h 426"/>
                <a:gd name="T8" fmla="*/ 0 w 246"/>
                <a:gd name="T9" fmla="*/ 1 h 426"/>
                <a:gd name="T10" fmla="*/ 0 w 246"/>
                <a:gd name="T11" fmla="*/ 1 h 426"/>
                <a:gd name="T12" fmla="*/ 0 w 246"/>
                <a:gd name="T13" fmla="*/ 2 h 426"/>
                <a:gd name="T14" fmla="*/ 0 w 246"/>
                <a:gd name="T15" fmla="*/ 2 h 426"/>
                <a:gd name="T16" fmla="*/ 0 w 246"/>
                <a:gd name="T17" fmla="*/ 2 h 426"/>
                <a:gd name="T18" fmla="*/ 1 w 246"/>
                <a:gd name="T19" fmla="*/ 2 h 426"/>
                <a:gd name="T20" fmla="*/ 1 w 246"/>
                <a:gd name="T21" fmla="*/ 3 h 426"/>
                <a:gd name="T22" fmla="*/ 1 w 246"/>
                <a:gd name="T23" fmla="*/ 3 h 426"/>
                <a:gd name="T24" fmla="*/ 1 w 246"/>
                <a:gd name="T25" fmla="*/ 3 h 426"/>
                <a:gd name="T26" fmla="*/ 1 w 246"/>
                <a:gd name="T27" fmla="*/ 3 h 426"/>
                <a:gd name="T28" fmla="*/ 1 w 246"/>
                <a:gd name="T29" fmla="*/ 3 h 426"/>
                <a:gd name="T30" fmla="*/ 2 w 246"/>
                <a:gd name="T31" fmla="*/ 3 h 426"/>
                <a:gd name="T32" fmla="*/ 2 w 246"/>
                <a:gd name="T33" fmla="*/ 3 h 426"/>
                <a:gd name="T34" fmla="*/ 2 w 246"/>
                <a:gd name="T35" fmla="*/ 3 h 426"/>
                <a:gd name="T36" fmla="*/ 2 w 246"/>
                <a:gd name="T37" fmla="*/ 3 h 426"/>
                <a:gd name="T38" fmla="*/ 2 w 246"/>
                <a:gd name="T39" fmla="*/ 3 h 426"/>
                <a:gd name="T40" fmla="*/ 2 w 246"/>
                <a:gd name="T41" fmla="*/ 3 h 426"/>
                <a:gd name="T42" fmla="*/ 1 w 246"/>
                <a:gd name="T43" fmla="*/ 3 h 426"/>
                <a:gd name="T44" fmla="*/ 1 w 246"/>
                <a:gd name="T45" fmla="*/ 3 h 426"/>
                <a:gd name="T46" fmla="*/ 1 w 246"/>
                <a:gd name="T47" fmla="*/ 3 h 426"/>
                <a:gd name="T48" fmla="*/ 1 w 246"/>
                <a:gd name="T49" fmla="*/ 3 h 426"/>
                <a:gd name="T50" fmla="*/ 1 w 246"/>
                <a:gd name="T51" fmla="*/ 3 h 426"/>
                <a:gd name="T52" fmla="*/ 1 w 246"/>
                <a:gd name="T53" fmla="*/ 2 h 426"/>
                <a:gd name="T54" fmla="*/ 1 w 246"/>
                <a:gd name="T55" fmla="*/ 2 h 426"/>
                <a:gd name="T56" fmla="*/ 0 w 246"/>
                <a:gd name="T57" fmla="*/ 2 h 426"/>
                <a:gd name="T58" fmla="*/ 0 w 246"/>
                <a:gd name="T59" fmla="*/ 2 h 426"/>
                <a:gd name="T60" fmla="*/ 0 w 246"/>
                <a:gd name="T61" fmla="*/ 1 h 426"/>
                <a:gd name="T62" fmla="*/ 0 w 246"/>
                <a:gd name="T63" fmla="*/ 1 h 426"/>
                <a:gd name="T64" fmla="*/ 0 w 246"/>
                <a:gd name="T65" fmla="*/ 1 h 426"/>
                <a:gd name="T66" fmla="*/ 0 w 246"/>
                <a:gd name="T67" fmla="*/ 0 h 426"/>
                <a:gd name="T68" fmla="*/ 0 w 246"/>
                <a:gd name="T69" fmla="*/ 0 h 426"/>
                <a:gd name="T70" fmla="*/ 0 w 246"/>
                <a:gd name="T71" fmla="*/ 0 h 426"/>
                <a:gd name="T72" fmla="*/ 0 w 246"/>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0"/>
                  </a:moveTo>
                  <a:lnTo>
                    <a:pt x="0" y="0"/>
                  </a:lnTo>
                  <a:lnTo>
                    <a:pt x="1" y="42"/>
                  </a:lnTo>
                  <a:lnTo>
                    <a:pt x="4" y="86"/>
                  </a:lnTo>
                  <a:lnTo>
                    <a:pt x="10" y="126"/>
                  </a:lnTo>
                  <a:lnTo>
                    <a:pt x="18" y="164"/>
                  </a:lnTo>
                  <a:lnTo>
                    <a:pt x="29" y="202"/>
                  </a:lnTo>
                  <a:lnTo>
                    <a:pt x="41" y="237"/>
                  </a:lnTo>
                  <a:lnTo>
                    <a:pt x="55" y="269"/>
                  </a:lnTo>
                  <a:lnTo>
                    <a:pt x="71" y="300"/>
                  </a:lnTo>
                  <a:lnTo>
                    <a:pt x="89" y="327"/>
                  </a:lnTo>
                  <a:lnTo>
                    <a:pt x="107" y="352"/>
                  </a:lnTo>
                  <a:lnTo>
                    <a:pt x="127" y="374"/>
                  </a:lnTo>
                  <a:lnTo>
                    <a:pt x="150" y="392"/>
                  </a:lnTo>
                  <a:lnTo>
                    <a:pt x="171" y="407"/>
                  </a:lnTo>
                  <a:lnTo>
                    <a:pt x="195" y="418"/>
                  </a:lnTo>
                  <a:lnTo>
                    <a:pt x="220" y="423"/>
                  </a:lnTo>
                  <a:lnTo>
                    <a:pt x="246" y="426"/>
                  </a:lnTo>
                  <a:lnTo>
                    <a:pt x="246" y="414"/>
                  </a:lnTo>
                  <a:lnTo>
                    <a:pt x="222" y="412"/>
                  </a:lnTo>
                  <a:lnTo>
                    <a:pt x="200" y="406"/>
                  </a:lnTo>
                  <a:lnTo>
                    <a:pt x="178" y="395"/>
                  </a:lnTo>
                  <a:lnTo>
                    <a:pt x="157" y="382"/>
                  </a:lnTo>
                  <a:lnTo>
                    <a:pt x="137" y="365"/>
                  </a:lnTo>
                  <a:lnTo>
                    <a:pt x="117" y="345"/>
                  </a:lnTo>
                  <a:lnTo>
                    <a:pt x="98" y="320"/>
                  </a:lnTo>
                  <a:lnTo>
                    <a:pt x="83" y="293"/>
                  </a:lnTo>
                  <a:lnTo>
                    <a:pt x="66" y="264"/>
                  </a:lnTo>
                  <a:lnTo>
                    <a:pt x="52" y="232"/>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9742" name="Freeform 70"/>
            <p:cNvSpPr>
              <a:spLocks/>
            </p:cNvSpPr>
            <p:nvPr/>
          </p:nvSpPr>
          <p:spPr bwMode="auto">
            <a:xfrm>
              <a:off x="1335" y="1859"/>
              <a:ext cx="49" cy="84"/>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1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0" y="2"/>
                  </a:lnTo>
                  <a:lnTo>
                    <a:pt x="195" y="8"/>
                  </a:lnTo>
                  <a:lnTo>
                    <a:pt x="171" y="18"/>
                  </a:lnTo>
                  <a:lnTo>
                    <a:pt x="150" y="34"/>
                  </a:lnTo>
                  <a:lnTo>
                    <a:pt x="127" y="51"/>
                  </a:lnTo>
                  <a:lnTo>
                    <a:pt x="107" y="74"/>
                  </a:lnTo>
                  <a:lnTo>
                    <a:pt x="89" y="98"/>
                  </a:lnTo>
                  <a:lnTo>
                    <a:pt x="72" y="125"/>
                  </a:lnTo>
                  <a:lnTo>
                    <a:pt x="55" y="156"/>
                  </a:lnTo>
                  <a:lnTo>
                    <a:pt x="41" y="188"/>
                  </a:lnTo>
                  <a:lnTo>
                    <a:pt x="29" y="222"/>
                  </a:lnTo>
                  <a:lnTo>
                    <a:pt x="18" y="261"/>
                  </a:lnTo>
                  <a:lnTo>
                    <a:pt x="10" y="299"/>
                  </a:lnTo>
                  <a:lnTo>
                    <a:pt x="4" y="339"/>
                  </a:lnTo>
                  <a:lnTo>
                    <a:pt x="1" y="382"/>
                  </a:lnTo>
                  <a:lnTo>
                    <a:pt x="0" y="424"/>
                  </a:lnTo>
                  <a:lnTo>
                    <a:pt x="11" y="424"/>
                  </a:lnTo>
                  <a:lnTo>
                    <a:pt x="13" y="382"/>
                  </a:lnTo>
                  <a:lnTo>
                    <a:pt x="16" y="341"/>
                  </a:lnTo>
                  <a:lnTo>
                    <a:pt x="22" y="301"/>
                  </a:lnTo>
                  <a:lnTo>
                    <a:pt x="30" y="264"/>
                  </a:lnTo>
                  <a:lnTo>
                    <a:pt x="41" y="227"/>
                  </a:lnTo>
                  <a:lnTo>
                    <a:pt x="52" y="193"/>
                  </a:lnTo>
                  <a:lnTo>
                    <a:pt x="66" y="160"/>
                  </a:lnTo>
                  <a:lnTo>
                    <a:pt x="82" y="132"/>
                  </a:lnTo>
                  <a:lnTo>
                    <a:pt x="98" y="105"/>
                  </a:lnTo>
                  <a:lnTo>
                    <a:pt x="117" y="81"/>
                  </a:lnTo>
                  <a:lnTo>
                    <a:pt x="137" y="61"/>
                  </a:lnTo>
                  <a:lnTo>
                    <a:pt x="157" y="43"/>
                  </a:lnTo>
                  <a:lnTo>
                    <a:pt x="178" y="30"/>
                  </a:lnTo>
                  <a:lnTo>
                    <a:pt x="200" y="20"/>
                  </a:lnTo>
                  <a:lnTo>
                    <a:pt x="222" y="14"/>
                  </a:lnTo>
                  <a:lnTo>
                    <a:pt x="246" y="11"/>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9743" name="Freeform 71"/>
            <p:cNvSpPr>
              <a:spLocks/>
            </p:cNvSpPr>
            <p:nvPr/>
          </p:nvSpPr>
          <p:spPr bwMode="auto">
            <a:xfrm>
              <a:off x="1552" y="1751"/>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1" y="339"/>
                  </a:lnTo>
                  <a:lnTo>
                    <a:pt x="235" y="299"/>
                  </a:lnTo>
                  <a:lnTo>
                    <a:pt x="226" y="261"/>
                  </a:lnTo>
                  <a:lnTo>
                    <a:pt x="216" y="223"/>
                  </a:lnTo>
                  <a:lnTo>
                    <a:pt x="204" y="189"/>
                  </a:lnTo>
                  <a:lnTo>
                    <a:pt x="190" y="156"/>
                  </a:lnTo>
                  <a:lnTo>
                    <a:pt x="174" y="125"/>
                  </a:lnTo>
                  <a:lnTo>
                    <a:pt x="156" y="98"/>
                  </a:lnTo>
                  <a:lnTo>
                    <a:pt x="137" y="74"/>
                  </a:lnTo>
                  <a:lnTo>
                    <a:pt x="119" y="52"/>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8" y="81"/>
                  </a:lnTo>
                  <a:lnTo>
                    <a:pt x="147" y="105"/>
                  </a:lnTo>
                  <a:lnTo>
                    <a:pt x="164" y="132"/>
                  </a:lnTo>
                  <a:lnTo>
                    <a:pt x="178" y="161"/>
                  </a:lnTo>
                  <a:lnTo>
                    <a:pt x="193" y="193"/>
                  </a:lnTo>
                  <a:lnTo>
                    <a:pt x="204" y="227"/>
                  </a:lnTo>
                  <a:lnTo>
                    <a:pt x="215" y="264"/>
                  </a:lnTo>
                  <a:lnTo>
                    <a:pt x="223" y="301"/>
                  </a:lnTo>
                  <a:lnTo>
                    <a:pt x="229" y="341"/>
                  </a:lnTo>
                  <a:lnTo>
                    <a:pt x="232" y="382"/>
                  </a:lnTo>
                  <a:lnTo>
                    <a:pt x="234"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9744" name="Freeform 72"/>
            <p:cNvSpPr>
              <a:spLocks/>
            </p:cNvSpPr>
            <p:nvPr/>
          </p:nvSpPr>
          <p:spPr bwMode="auto">
            <a:xfrm>
              <a:off x="1552" y="1836"/>
              <a:ext cx="49" cy="85"/>
            </a:xfrm>
            <a:custGeom>
              <a:avLst/>
              <a:gdLst>
                <a:gd name="T0" fmla="*/ 0 w 245"/>
                <a:gd name="T1" fmla="*/ 3 h 425"/>
                <a:gd name="T2" fmla="*/ 0 w 245"/>
                <a:gd name="T3" fmla="*/ 3 h 425"/>
                <a:gd name="T4" fmla="*/ 0 w 245"/>
                <a:gd name="T5" fmla="*/ 3 h 425"/>
                <a:gd name="T6" fmla="*/ 0 w 245"/>
                <a:gd name="T7" fmla="*/ 3 h 425"/>
                <a:gd name="T8" fmla="*/ 1 w 245"/>
                <a:gd name="T9" fmla="*/ 3 h 425"/>
                <a:gd name="T10" fmla="*/ 1 w 245"/>
                <a:gd name="T11" fmla="*/ 3 h 425"/>
                <a:gd name="T12" fmla="*/ 1 w 245"/>
                <a:gd name="T13" fmla="*/ 3 h 425"/>
                <a:gd name="T14" fmla="*/ 1 w 245"/>
                <a:gd name="T15" fmla="*/ 3 h 425"/>
                <a:gd name="T16" fmla="*/ 1 w 245"/>
                <a:gd name="T17" fmla="*/ 3 h 425"/>
                <a:gd name="T18" fmla="*/ 1 w 245"/>
                <a:gd name="T19" fmla="*/ 2 h 425"/>
                <a:gd name="T20" fmla="*/ 2 w 245"/>
                <a:gd name="T21" fmla="*/ 2 h 425"/>
                <a:gd name="T22" fmla="*/ 2 w 245"/>
                <a:gd name="T23" fmla="*/ 2 h 425"/>
                <a:gd name="T24" fmla="*/ 2 w 245"/>
                <a:gd name="T25" fmla="*/ 2 h 425"/>
                <a:gd name="T26" fmla="*/ 2 w 245"/>
                <a:gd name="T27" fmla="*/ 1 h 425"/>
                <a:gd name="T28" fmla="*/ 2 w 245"/>
                <a:gd name="T29" fmla="*/ 1 h 425"/>
                <a:gd name="T30" fmla="*/ 2 w 245"/>
                <a:gd name="T31" fmla="*/ 1 h 425"/>
                <a:gd name="T32" fmla="*/ 2 w 245"/>
                <a:gd name="T33" fmla="*/ 0 h 425"/>
                <a:gd name="T34" fmla="*/ 2 w 245"/>
                <a:gd name="T35" fmla="*/ 0 h 425"/>
                <a:gd name="T36" fmla="*/ 2 w 245"/>
                <a:gd name="T37" fmla="*/ 0 h 425"/>
                <a:gd name="T38" fmla="*/ 2 w 245"/>
                <a:gd name="T39" fmla="*/ 0 h 425"/>
                <a:gd name="T40" fmla="*/ 2 w 245"/>
                <a:gd name="T41" fmla="*/ 1 h 425"/>
                <a:gd name="T42" fmla="*/ 2 w 245"/>
                <a:gd name="T43" fmla="*/ 1 h 425"/>
                <a:gd name="T44" fmla="*/ 2 w 245"/>
                <a:gd name="T45" fmla="*/ 1 h 425"/>
                <a:gd name="T46" fmla="*/ 2 w 245"/>
                <a:gd name="T47" fmla="*/ 2 h 425"/>
                <a:gd name="T48" fmla="*/ 2 w 245"/>
                <a:gd name="T49" fmla="*/ 2 h 425"/>
                <a:gd name="T50" fmla="*/ 1 w 245"/>
                <a:gd name="T51" fmla="*/ 2 h 425"/>
                <a:gd name="T52" fmla="*/ 1 w 245"/>
                <a:gd name="T53" fmla="*/ 2 h 425"/>
                <a:gd name="T54" fmla="*/ 1 w 245"/>
                <a:gd name="T55" fmla="*/ 3 h 425"/>
                <a:gd name="T56" fmla="*/ 1 w 245"/>
                <a:gd name="T57" fmla="*/ 3 h 425"/>
                <a:gd name="T58" fmla="*/ 1 w 245"/>
                <a:gd name="T59" fmla="*/ 3 h 425"/>
                <a:gd name="T60" fmla="*/ 1 w 245"/>
                <a:gd name="T61" fmla="*/ 3 h 425"/>
                <a:gd name="T62" fmla="*/ 1 w 245"/>
                <a:gd name="T63" fmla="*/ 3 h 425"/>
                <a:gd name="T64" fmla="*/ 0 w 245"/>
                <a:gd name="T65" fmla="*/ 3 h 425"/>
                <a:gd name="T66" fmla="*/ 0 w 245"/>
                <a:gd name="T67" fmla="*/ 3 h 425"/>
                <a:gd name="T68" fmla="*/ 0 w 245"/>
                <a:gd name="T69" fmla="*/ 3 h 425"/>
                <a:gd name="T70" fmla="*/ 0 w 245"/>
                <a:gd name="T71" fmla="*/ 3 h 425"/>
                <a:gd name="T72" fmla="*/ 0 w 245"/>
                <a:gd name="T73" fmla="*/ 3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5"/>
                <a:gd name="T113" fmla="*/ 245 w 245"/>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5">
                  <a:moveTo>
                    <a:pt x="0" y="425"/>
                  </a:moveTo>
                  <a:lnTo>
                    <a:pt x="0" y="425"/>
                  </a:lnTo>
                  <a:lnTo>
                    <a:pt x="26" y="422"/>
                  </a:lnTo>
                  <a:lnTo>
                    <a:pt x="51" y="417"/>
                  </a:lnTo>
                  <a:lnTo>
                    <a:pt x="74" y="406"/>
                  </a:lnTo>
                  <a:lnTo>
                    <a:pt x="96" y="391"/>
                  </a:lnTo>
                  <a:lnTo>
                    <a:pt x="119" y="373"/>
                  </a:lnTo>
                  <a:lnTo>
                    <a:pt x="137" y="351"/>
                  </a:lnTo>
                  <a:lnTo>
                    <a:pt x="156" y="326"/>
                  </a:lnTo>
                  <a:lnTo>
                    <a:pt x="174" y="299"/>
                  </a:lnTo>
                  <a:lnTo>
                    <a:pt x="190" y="269"/>
                  </a:lnTo>
                  <a:lnTo>
                    <a:pt x="204" y="236"/>
                  </a:lnTo>
                  <a:lnTo>
                    <a:pt x="216" y="202"/>
                  </a:lnTo>
                  <a:lnTo>
                    <a:pt x="226" y="163"/>
                  </a:lnTo>
                  <a:lnTo>
                    <a:pt x="235" y="126"/>
                  </a:lnTo>
                  <a:lnTo>
                    <a:pt x="241" y="86"/>
                  </a:lnTo>
                  <a:lnTo>
                    <a:pt x="244" y="43"/>
                  </a:lnTo>
                  <a:lnTo>
                    <a:pt x="245" y="0"/>
                  </a:lnTo>
                  <a:lnTo>
                    <a:pt x="234" y="0"/>
                  </a:lnTo>
                  <a:lnTo>
                    <a:pt x="232" y="43"/>
                  </a:lnTo>
                  <a:lnTo>
                    <a:pt x="229" y="84"/>
                  </a:lnTo>
                  <a:lnTo>
                    <a:pt x="223" y="123"/>
                  </a:lnTo>
                  <a:lnTo>
                    <a:pt x="215" y="161"/>
                  </a:lnTo>
                  <a:lnTo>
                    <a:pt x="204" y="197"/>
                  </a:lnTo>
                  <a:lnTo>
                    <a:pt x="193" y="231"/>
                  </a:lnTo>
                  <a:lnTo>
                    <a:pt x="178" y="264"/>
                  </a:lnTo>
                  <a:lnTo>
                    <a:pt x="164" y="292"/>
                  </a:lnTo>
                  <a:lnTo>
                    <a:pt x="147" y="319"/>
                  </a:lnTo>
                  <a:lnTo>
                    <a:pt x="128" y="344"/>
                  </a:lnTo>
                  <a:lnTo>
                    <a:pt x="109" y="364"/>
                  </a:lnTo>
                  <a:lnTo>
                    <a:pt x="89" y="381"/>
                  </a:lnTo>
                  <a:lnTo>
                    <a:pt x="67" y="394"/>
                  </a:lnTo>
                  <a:lnTo>
                    <a:pt x="46" y="405"/>
                  </a:lnTo>
                  <a:lnTo>
                    <a:pt x="24" y="411"/>
                  </a:lnTo>
                  <a:lnTo>
                    <a:pt x="0" y="413"/>
                  </a:lnTo>
                  <a:lnTo>
                    <a:pt x="0" y="425"/>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9745" name="Freeform 73"/>
            <p:cNvSpPr>
              <a:spLocks/>
            </p:cNvSpPr>
            <p:nvPr/>
          </p:nvSpPr>
          <p:spPr bwMode="auto">
            <a:xfrm>
              <a:off x="1502" y="1836"/>
              <a:ext cx="50" cy="85"/>
            </a:xfrm>
            <a:custGeom>
              <a:avLst/>
              <a:gdLst>
                <a:gd name="T0" fmla="*/ 0 w 246"/>
                <a:gd name="T1" fmla="*/ 0 h 425"/>
                <a:gd name="T2" fmla="*/ 0 w 246"/>
                <a:gd name="T3" fmla="*/ 0 h 425"/>
                <a:gd name="T4" fmla="*/ 0 w 246"/>
                <a:gd name="T5" fmla="*/ 0 h 425"/>
                <a:gd name="T6" fmla="*/ 0 w 246"/>
                <a:gd name="T7" fmla="*/ 1 h 425"/>
                <a:gd name="T8" fmla="*/ 0 w 246"/>
                <a:gd name="T9" fmla="*/ 1 h 425"/>
                <a:gd name="T10" fmla="*/ 0 w 246"/>
                <a:gd name="T11" fmla="*/ 1 h 425"/>
                <a:gd name="T12" fmla="*/ 0 w 246"/>
                <a:gd name="T13" fmla="*/ 2 h 425"/>
                <a:gd name="T14" fmla="*/ 0 w 246"/>
                <a:gd name="T15" fmla="*/ 2 h 425"/>
                <a:gd name="T16" fmla="*/ 0 w 246"/>
                <a:gd name="T17" fmla="*/ 2 h 425"/>
                <a:gd name="T18" fmla="*/ 1 w 246"/>
                <a:gd name="T19" fmla="*/ 2 h 425"/>
                <a:gd name="T20" fmla="*/ 1 w 246"/>
                <a:gd name="T21" fmla="*/ 3 h 425"/>
                <a:gd name="T22" fmla="*/ 1 w 246"/>
                <a:gd name="T23" fmla="*/ 3 h 425"/>
                <a:gd name="T24" fmla="*/ 1 w 246"/>
                <a:gd name="T25" fmla="*/ 3 h 425"/>
                <a:gd name="T26" fmla="*/ 1 w 246"/>
                <a:gd name="T27" fmla="*/ 3 h 425"/>
                <a:gd name="T28" fmla="*/ 1 w 246"/>
                <a:gd name="T29" fmla="*/ 3 h 425"/>
                <a:gd name="T30" fmla="*/ 2 w 246"/>
                <a:gd name="T31" fmla="*/ 3 h 425"/>
                <a:gd name="T32" fmla="*/ 2 w 246"/>
                <a:gd name="T33" fmla="*/ 3 h 425"/>
                <a:gd name="T34" fmla="*/ 2 w 246"/>
                <a:gd name="T35" fmla="*/ 3 h 425"/>
                <a:gd name="T36" fmla="*/ 2 w 246"/>
                <a:gd name="T37" fmla="*/ 3 h 425"/>
                <a:gd name="T38" fmla="*/ 2 w 246"/>
                <a:gd name="T39" fmla="*/ 3 h 425"/>
                <a:gd name="T40" fmla="*/ 2 w 246"/>
                <a:gd name="T41" fmla="*/ 3 h 425"/>
                <a:gd name="T42" fmla="*/ 1 w 246"/>
                <a:gd name="T43" fmla="*/ 3 h 425"/>
                <a:gd name="T44" fmla="*/ 1 w 246"/>
                <a:gd name="T45" fmla="*/ 3 h 425"/>
                <a:gd name="T46" fmla="*/ 1 w 246"/>
                <a:gd name="T47" fmla="*/ 3 h 425"/>
                <a:gd name="T48" fmla="*/ 1 w 246"/>
                <a:gd name="T49" fmla="*/ 3 h 425"/>
                <a:gd name="T50" fmla="*/ 1 w 246"/>
                <a:gd name="T51" fmla="*/ 3 h 425"/>
                <a:gd name="T52" fmla="*/ 1 w 246"/>
                <a:gd name="T53" fmla="*/ 2 h 425"/>
                <a:gd name="T54" fmla="*/ 1 w 246"/>
                <a:gd name="T55" fmla="*/ 2 h 425"/>
                <a:gd name="T56" fmla="*/ 0 w 246"/>
                <a:gd name="T57" fmla="*/ 2 h 425"/>
                <a:gd name="T58" fmla="*/ 0 w 246"/>
                <a:gd name="T59" fmla="*/ 2 h 425"/>
                <a:gd name="T60" fmla="*/ 0 w 246"/>
                <a:gd name="T61" fmla="*/ 1 h 425"/>
                <a:gd name="T62" fmla="*/ 0 w 246"/>
                <a:gd name="T63" fmla="*/ 1 h 425"/>
                <a:gd name="T64" fmla="*/ 0 w 246"/>
                <a:gd name="T65" fmla="*/ 1 h 425"/>
                <a:gd name="T66" fmla="*/ 0 w 246"/>
                <a:gd name="T67" fmla="*/ 0 h 425"/>
                <a:gd name="T68" fmla="*/ 0 w 246"/>
                <a:gd name="T69" fmla="*/ 0 h 425"/>
                <a:gd name="T70" fmla="*/ 0 w 246"/>
                <a:gd name="T71" fmla="*/ 0 h 425"/>
                <a:gd name="T72" fmla="*/ 0 w 246"/>
                <a:gd name="T73" fmla="*/ 0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5"/>
                <a:gd name="T113" fmla="*/ 246 w 246"/>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5">
                  <a:moveTo>
                    <a:pt x="0" y="0"/>
                  </a:moveTo>
                  <a:lnTo>
                    <a:pt x="0" y="0"/>
                  </a:lnTo>
                  <a:lnTo>
                    <a:pt x="2" y="43"/>
                  </a:lnTo>
                  <a:lnTo>
                    <a:pt x="5" y="86"/>
                  </a:lnTo>
                  <a:lnTo>
                    <a:pt x="11" y="126"/>
                  </a:lnTo>
                  <a:lnTo>
                    <a:pt x="19" y="163"/>
                  </a:lnTo>
                  <a:lnTo>
                    <a:pt x="30" y="202"/>
                  </a:lnTo>
                  <a:lnTo>
                    <a:pt x="41" y="236"/>
                  </a:lnTo>
                  <a:lnTo>
                    <a:pt x="55" y="269"/>
                  </a:lnTo>
                  <a:lnTo>
                    <a:pt x="73" y="299"/>
                  </a:lnTo>
                  <a:lnTo>
                    <a:pt x="89" y="326"/>
                  </a:lnTo>
                  <a:lnTo>
                    <a:pt x="108" y="351"/>
                  </a:lnTo>
                  <a:lnTo>
                    <a:pt x="128" y="373"/>
                  </a:lnTo>
                  <a:lnTo>
                    <a:pt x="150" y="391"/>
                  </a:lnTo>
                  <a:lnTo>
                    <a:pt x="171" y="406"/>
                  </a:lnTo>
                  <a:lnTo>
                    <a:pt x="196" y="417"/>
                  </a:lnTo>
                  <a:lnTo>
                    <a:pt x="221" y="422"/>
                  </a:lnTo>
                  <a:lnTo>
                    <a:pt x="246" y="425"/>
                  </a:lnTo>
                  <a:lnTo>
                    <a:pt x="246" y="413"/>
                  </a:lnTo>
                  <a:lnTo>
                    <a:pt x="223" y="411"/>
                  </a:lnTo>
                  <a:lnTo>
                    <a:pt x="201" y="405"/>
                  </a:lnTo>
                  <a:lnTo>
                    <a:pt x="178" y="394"/>
                  </a:lnTo>
                  <a:lnTo>
                    <a:pt x="157" y="381"/>
                  </a:lnTo>
                  <a:lnTo>
                    <a:pt x="137" y="364"/>
                  </a:lnTo>
                  <a:lnTo>
                    <a:pt x="117" y="344"/>
                  </a:lnTo>
                  <a:lnTo>
                    <a:pt x="99" y="319"/>
                  </a:lnTo>
                  <a:lnTo>
                    <a:pt x="82" y="292"/>
                  </a:lnTo>
                  <a:lnTo>
                    <a:pt x="67" y="264"/>
                  </a:lnTo>
                  <a:lnTo>
                    <a:pt x="53" y="231"/>
                  </a:lnTo>
                  <a:lnTo>
                    <a:pt x="41" y="197"/>
                  </a:lnTo>
                  <a:lnTo>
                    <a:pt x="31" y="161"/>
                  </a:lnTo>
                  <a:lnTo>
                    <a:pt x="23" y="123"/>
                  </a:lnTo>
                  <a:lnTo>
                    <a:pt x="17" y="84"/>
                  </a:lnTo>
                  <a:lnTo>
                    <a:pt x="13" y="4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9746" name="Freeform 74"/>
            <p:cNvSpPr>
              <a:spLocks/>
            </p:cNvSpPr>
            <p:nvPr/>
          </p:nvSpPr>
          <p:spPr bwMode="auto">
            <a:xfrm>
              <a:off x="1502" y="1751"/>
              <a:ext cx="50" cy="85"/>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2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1" y="2"/>
                  </a:lnTo>
                  <a:lnTo>
                    <a:pt x="196" y="8"/>
                  </a:lnTo>
                  <a:lnTo>
                    <a:pt x="171" y="19"/>
                  </a:lnTo>
                  <a:lnTo>
                    <a:pt x="150" y="34"/>
                  </a:lnTo>
                  <a:lnTo>
                    <a:pt x="128" y="52"/>
                  </a:lnTo>
                  <a:lnTo>
                    <a:pt x="108" y="74"/>
                  </a:lnTo>
                  <a:lnTo>
                    <a:pt x="89" y="98"/>
                  </a:lnTo>
                  <a:lnTo>
                    <a:pt x="73" y="125"/>
                  </a:lnTo>
                  <a:lnTo>
                    <a:pt x="55" y="156"/>
                  </a:lnTo>
                  <a:lnTo>
                    <a:pt x="41" y="189"/>
                  </a:lnTo>
                  <a:lnTo>
                    <a:pt x="30" y="223"/>
                  </a:lnTo>
                  <a:lnTo>
                    <a:pt x="19" y="261"/>
                  </a:lnTo>
                  <a:lnTo>
                    <a:pt x="11" y="299"/>
                  </a:lnTo>
                  <a:lnTo>
                    <a:pt x="5" y="339"/>
                  </a:lnTo>
                  <a:lnTo>
                    <a:pt x="2" y="382"/>
                  </a:lnTo>
                  <a:lnTo>
                    <a:pt x="0" y="424"/>
                  </a:lnTo>
                  <a:lnTo>
                    <a:pt x="12" y="424"/>
                  </a:lnTo>
                  <a:lnTo>
                    <a:pt x="13" y="382"/>
                  </a:lnTo>
                  <a:lnTo>
                    <a:pt x="17" y="341"/>
                  </a:lnTo>
                  <a:lnTo>
                    <a:pt x="23" y="301"/>
                  </a:lnTo>
                  <a:lnTo>
                    <a:pt x="31" y="264"/>
                  </a:lnTo>
                  <a:lnTo>
                    <a:pt x="41" y="227"/>
                  </a:lnTo>
                  <a:lnTo>
                    <a:pt x="53" y="193"/>
                  </a:lnTo>
                  <a:lnTo>
                    <a:pt x="67" y="161"/>
                  </a:lnTo>
                  <a:lnTo>
                    <a:pt x="82" y="132"/>
                  </a:lnTo>
                  <a:lnTo>
                    <a:pt x="99" y="105"/>
                  </a:lnTo>
                  <a:lnTo>
                    <a:pt x="117" y="81"/>
                  </a:lnTo>
                  <a:lnTo>
                    <a:pt x="137" y="61"/>
                  </a:lnTo>
                  <a:lnTo>
                    <a:pt x="157" y="43"/>
                  </a:lnTo>
                  <a:lnTo>
                    <a:pt x="178" y="30"/>
                  </a:lnTo>
                  <a:lnTo>
                    <a:pt x="201" y="20"/>
                  </a:lnTo>
                  <a:lnTo>
                    <a:pt x="223" y="14"/>
                  </a:lnTo>
                  <a:lnTo>
                    <a:pt x="246" y="12"/>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9747" name="Freeform 75"/>
            <p:cNvSpPr>
              <a:spLocks/>
            </p:cNvSpPr>
            <p:nvPr/>
          </p:nvSpPr>
          <p:spPr bwMode="auto">
            <a:xfrm>
              <a:off x="1565" y="2016"/>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0" y="339"/>
                  </a:lnTo>
                  <a:lnTo>
                    <a:pt x="234" y="299"/>
                  </a:lnTo>
                  <a:lnTo>
                    <a:pt x="226" y="261"/>
                  </a:lnTo>
                  <a:lnTo>
                    <a:pt x="216" y="223"/>
                  </a:lnTo>
                  <a:lnTo>
                    <a:pt x="204" y="189"/>
                  </a:lnTo>
                  <a:lnTo>
                    <a:pt x="190" y="156"/>
                  </a:lnTo>
                  <a:lnTo>
                    <a:pt x="174" y="125"/>
                  </a:lnTo>
                  <a:lnTo>
                    <a:pt x="156" y="98"/>
                  </a:lnTo>
                  <a:lnTo>
                    <a:pt x="138" y="74"/>
                  </a:lnTo>
                  <a:lnTo>
                    <a:pt x="118" y="51"/>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9" y="81"/>
                  </a:lnTo>
                  <a:lnTo>
                    <a:pt x="147" y="105"/>
                  </a:lnTo>
                  <a:lnTo>
                    <a:pt x="164" y="132"/>
                  </a:lnTo>
                  <a:lnTo>
                    <a:pt x="178" y="160"/>
                  </a:lnTo>
                  <a:lnTo>
                    <a:pt x="192" y="193"/>
                  </a:lnTo>
                  <a:lnTo>
                    <a:pt x="204" y="227"/>
                  </a:lnTo>
                  <a:lnTo>
                    <a:pt x="215" y="264"/>
                  </a:lnTo>
                  <a:lnTo>
                    <a:pt x="223" y="301"/>
                  </a:lnTo>
                  <a:lnTo>
                    <a:pt x="229"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9748" name="Freeform 76"/>
            <p:cNvSpPr>
              <a:spLocks/>
            </p:cNvSpPr>
            <p:nvPr/>
          </p:nvSpPr>
          <p:spPr bwMode="auto">
            <a:xfrm>
              <a:off x="1565" y="2101"/>
              <a:ext cx="49" cy="85"/>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6" y="423"/>
                  </a:lnTo>
                  <a:lnTo>
                    <a:pt x="51" y="418"/>
                  </a:lnTo>
                  <a:lnTo>
                    <a:pt x="74" y="407"/>
                  </a:lnTo>
                  <a:lnTo>
                    <a:pt x="96" y="392"/>
                  </a:lnTo>
                  <a:lnTo>
                    <a:pt x="118" y="373"/>
                  </a:lnTo>
                  <a:lnTo>
                    <a:pt x="138" y="351"/>
                  </a:lnTo>
                  <a:lnTo>
                    <a:pt x="156" y="327"/>
                  </a:lnTo>
                  <a:lnTo>
                    <a:pt x="175" y="299"/>
                  </a:lnTo>
                  <a:lnTo>
                    <a:pt x="190" y="269"/>
                  </a:lnTo>
                  <a:lnTo>
                    <a:pt x="204" y="236"/>
                  </a:lnTo>
                  <a:lnTo>
                    <a:pt x="216" y="202"/>
                  </a:lnTo>
                  <a:lnTo>
                    <a:pt x="226" y="164"/>
                  </a:lnTo>
                  <a:lnTo>
                    <a:pt x="234" y="126"/>
                  </a:lnTo>
                  <a:lnTo>
                    <a:pt x="240" y="86"/>
                  </a:lnTo>
                  <a:lnTo>
                    <a:pt x="244" y="42"/>
                  </a:lnTo>
                  <a:lnTo>
                    <a:pt x="245" y="0"/>
                  </a:lnTo>
                  <a:lnTo>
                    <a:pt x="233" y="0"/>
                  </a:lnTo>
                  <a:lnTo>
                    <a:pt x="232" y="42"/>
                  </a:lnTo>
                  <a:lnTo>
                    <a:pt x="229" y="83"/>
                  </a:lnTo>
                  <a:lnTo>
                    <a:pt x="223" y="123"/>
                  </a:lnTo>
                  <a:lnTo>
                    <a:pt x="215" y="162"/>
                  </a:lnTo>
                  <a:lnTo>
                    <a:pt x="204" y="197"/>
                  </a:lnTo>
                  <a:lnTo>
                    <a:pt x="192" y="231"/>
                  </a:lnTo>
                  <a:lnTo>
                    <a:pt x="178" y="264"/>
                  </a:lnTo>
                  <a:lnTo>
                    <a:pt x="163" y="292"/>
                  </a:lnTo>
                  <a:lnTo>
                    <a:pt x="147" y="320"/>
                  </a:lnTo>
                  <a:lnTo>
                    <a:pt x="129" y="344"/>
                  </a:lnTo>
                  <a:lnTo>
                    <a:pt x="109" y="364"/>
                  </a:lnTo>
                  <a:lnTo>
                    <a:pt x="89" y="382"/>
                  </a:lnTo>
                  <a:lnTo>
                    <a:pt x="67" y="395"/>
                  </a:lnTo>
                  <a:lnTo>
                    <a:pt x="46" y="406"/>
                  </a:lnTo>
                  <a:lnTo>
                    <a:pt x="24"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9749" name="Freeform 77"/>
            <p:cNvSpPr>
              <a:spLocks/>
            </p:cNvSpPr>
            <p:nvPr/>
          </p:nvSpPr>
          <p:spPr bwMode="auto">
            <a:xfrm>
              <a:off x="1516" y="2101"/>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5" y="86"/>
                  </a:lnTo>
                  <a:lnTo>
                    <a:pt x="11" y="126"/>
                  </a:lnTo>
                  <a:lnTo>
                    <a:pt x="19" y="164"/>
                  </a:lnTo>
                  <a:lnTo>
                    <a:pt x="30" y="202"/>
                  </a:lnTo>
                  <a:lnTo>
                    <a:pt x="41" y="236"/>
                  </a:lnTo>
                  <a:lnTo>
                    <a:pt x="55" y="269"/>
                  </a:lnTo>
                  <a:lnTo>
                    <a:pt x="71" y="299"/>
                  </a:lnTo>
                  <a:lnTo>
                    <a:pt x="89" y="327"/>
                  </a:lnTo>
                  <a:lnTo>
                    <a:pt x="107" y="351"/>
                  </a:lnTo>
                  <a:lnTo>
                    <a:pt x="127" y="373"/>
                  </a:lnTo>
                  <a:lnTo>
                    <a:pt x="149" y="392"/>
                  </a:lnTo>
                  <a:lnTo>
                    <a:pt x="171" y="407"/>
                  </a:lnTo>
                  <a:lnTo>
                    <a:pt x="195" y="418"/>
                  </a:lnTo>
                  <a:lnTo>
                    <a:pt x="219" y="423"/>
                  </a:lnTo>
                  <a:lnTo>
                    <a:pt x="245" y="426"/>
                  </a:lnTo>
                  <a:lnTo>
                    <a:pt x="245" y="414"/>
                  </a:lnTo>
                  <a:lnTo>
                    <a:pt x="222" y="412"/>
                  </a:lnTo>
                  <a:lnTo>
                    <a:pt x="199" y="406"/>
                  </a:lnTo>
                  <a:lnTo>
                    <a:pt x="178" y="395"/>
                  </a:lnTo>
                  <a:lnTo>
                    <a:pt x="156" y="382"/>
                  </a:lnTo>
                  <a:lnTo>
                    <a:pt x="136" y="364"/>
                  </a:lnTo>
                  <a:lnTo>
                    <a:pt x="116" y="344"/>
                  </a:lnTo>
                  <a:lnTo>
                    <a:pt x="99" y="320"/>
                  </a:lnTo>
                  <a:lnTo>
                    <a:pt x="82" y="292"/>
                  </a:lnTo>
                  <a:lnTo>
                    <a:pt x="67" y="264"/>
                  </a:lnTo>
                  <a:lnTo>
                    <a:pt x="53" y="231"/>
                  </a:lnTo>
                  <a:lnTo>
                    <a:pt x="41" y="197"/>
                  </a:lnTo>
                  <a:lnTo>
                    <a:pt x="31" y="162"/>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199750" name="Freeform 78"/>
            <p:cNvSpPr>
              <a:spLocks/>
            </p:cNvSpPr>
            <p:nvPr/>
          </p:nvSpPr>
          <p:spPr bwMode="auto">
            <a:xfrm>
              <a:off x="1516" y="2016"/>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5" y="8"/>
                  </a:lnTo>
                  <a:lnTo>
                    <a:pt x="171" y="19"/>
                  </a:lnTo>
                  <a:lnTo>
                    <a:pt x="149" y="34"/>
                  </a:lnTo>
                  <a:lnTo>
                    <a:pt x="127" y="51"/>
                  </a:lnTo>
                  <a:lnTo>
                    <a:pt x="107" y="74"/>
                  </a:lnTo>
                  <a:lnTo>
                    <a:pt x="89" y="98"/>
                  </a:lnTo>
                  <a:lnTo>
                    <a:pt x="72" y="125"/>
                  </a:lnTo>
                  <a:lnTo>
                    <a:pt x="55" y="156"/>
                  </a:lnTo>
                  <a:lnTo>
                    <a:pt x="41" y="189"/>
                  </a:lnTo>
                  <a:lnTo>
                    <a:pt x="30" y="223"/>
                  </a:lnTo>
                  <a:lnTo>
                    <a:pt x="19" y="261"/>
                  </a:lnTo>
                  <a:lnTo>
                    <a:pt x="11" y="299"/>
                  </a:lnTo>
                  <a:lnTo>
                    <a:pt x="5" y="339"/>
                  </a:lnTo>
                  <a:lnTo>
                    <a:pt x="1" y="382"/>
                  </a:lnTo>
                  <a:lnTo>
                    <a:pt x="0" y="424"/>
                  </a:lnTo>
                  <a:lnTo>
                    <a:pt x="12" y="424"/>
                  </a:lnTo>
                  <a:lnTo>
                    <a:pt x="13" y="382"/>
                  </a:lnTo>
                  <a:lnTo>
                    <a:pt x="17" y="341"/>
                  </a:lnTo>
                  <a:lnTo>
                    <a:pt x="23" y="301"/>
                  </a:lnTo>
                  <a:lnTo>
                    <a:pt x="31" y="264"/>
                  </a:lnTo>
                  <a:lnTo>
                    <a:pt x="41" y="227"/>
                  </a:lnTo>
                  <a:lnTo>
                    <a:pt x="53" y="193"/>
                  </a:lnTo>
                  <a:lnTo>
                    <a:pt x="67" y="160"/>
                  </a:lnTo>
                  <a:lnTo>
                    <a:pt x="81" y="132"/>
                  </a:lnTo>
                  <a:lnTo>
                    <a:pt x="99" y="105"/>
                  </a:lnTo>
                  <a:lnTo>
                    <a:pt x="116" y="81"/>
                  </a:lnTo>
                  <a:lnTo>
                    <a:pt x="136" y="61"/>
                  </a:lnTo>
                  <a:lnTo>
                    <a:pt x="156" y="43"/>
                  </a:lnTo>
                  <a:lnTo>
                    <a:pt x="178" y="30"/>
                  </a:lnTo>
                  <a:lnTo>
                    <a:pt x="199" y="20"/>
                  </a:lnTo>
                  <a:lnTo>
                    <a:pt x="222"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grpSp>
        <p:nvGrpSpPr>
          <p:cNvPr id="199690" name="Group 79"/>
          <p:cNvGrpSpPr>
            <a:grpSpLocks/>
          </p:cNvGrpSpPr>
          <p:nvPr/>
        </p:nvGrpSpPr>
        <p:grpSpPr bwMode="auto">
          <a:xfrm rot="-223274">
            <a:off x="1517650" y="2805113"/>
            <a:ext cx="744538" cy="733425"/>
            <a:chOff x="2757" y="1666"/>
            <a:chExt cx="812" cy="800"/>
          </a:xfrm>
        </p:grpSpPr>
        <p:sp>
          <p:nvSpPr>
            <p:cNvPr id="199694" name="Freeform 80"/>
            <p:cNvSpPr>
              <a:spLocks/>
            </p:cNvSpPr>
            <p:nvPr/>
          </p:nvSpPr>
          <p:spPr bwMode="auto">
            <a:xfrm>
              <a:off x="2762" y="1667"/>
              <a:ext cx="807" cy="584"/>
            </a:xfrm>
            <a:custGeom>
              <a:avLst/>
              <a:gdLst>
                <a:gd name="T0" fmla="*/ 497 w 807"/>
                <a:gd name="T1" fmla="*/ 583 h 584"/>
                <a:gd name="T2" fmla="*/ 0 w 807"/>
                <a:gd name="T3" fmla="*/ 452 h 584"/>
                <a:gd name="T4" fmla="*/ 337 w 807"/>
                <a:gd name="T5" fmla="*/ 0 h 584"/>
                <a:gd name="T6" fmla="*/ 806 w 807"/>
                <a:gd name="T7" fmla="*/ 98 h 584"/>
                <a:gd name="T8" fmla="*/ 497 w 807"/>
                <a:gd name="T9" fmla="*/ 583 h 584"/>
                <a:gd name="T10" fmla="*/ 0 60000 65536"/>
                <a:gd name="T11" fmla="*/ 0 60000 65536"/>
                <a:gd name="T12" fmla="*/ 0 60000 65536"/>
                <a:gd name="T13" fmla="*/ 0 60000 65536"/>
                <a:gd name="T14" fmla="*/ 0 60000 65536"/>
                <a:gd name="T15" fmla="*/ 0 w 807"/>
                <a:gd name="T16" fmla="*/ 0 h 584"/>
                <a:gd name="T17" fmla="*/ 807 w 807"/>
                <a:gd name="T18" fmla="*/ 584 h 584"/>
              </a:gdLst>
              <a:ahLst/>
              <a:cxnLst>
                <a:cxn ang="T10">
                  <a:pos x="T0" y="T1"/>
                </a:cxn>
                <a:cxn ang="T11">
                  <a:pos x="T2" y="T3"/>
                </a:cxn>
                <a:cxn ang="T12">
                  <a:pos x="T4" y="T5"/>
                </a:cxn>
                <a:cxn ang="T13">
                  <a:pos x="T6" y="T7"/>
                </a:cxn>
                <a:cxn ang="T14">
                  <a:pos x="T8" y="T9"/>
                </a:cxn>
              </a:cxnLst>
              <a:rect l="T15" t="T16" r="T17" b="T18"/>
              <a:pathLst>
                <a:path w="807" h="584">
                  <a:moveTo>
                    <a:pt x="497" y="583"/>
                  </a:moveTo>
                  <a:lnTo>
                    <a:pt x="0" y="452"/>
                  </a:lnTo>
                  <a:lnTo>
                    <a:pt x="337" y="0"/>
                  </a:lnTo>
                  <a:lnTo>
                    <a:pt x="806" y="98"/>
                  </a:lnTo>
                  <a:lnTo>
                    <a:pt x="497" y="583"/>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199695" name="Freeform 81"/>
            <p:cNvSpPr>
              <a:spLocks/>
            </p:cNvSpPr>
            <p:nvPr/>
          </p:nvSpPr>
          <p:spPr bwMode="auto">
            <a:xfrm>
              <a:off x="2882" y="1861"/>
              <a:ext cx="578" cy="384"/>
            </a:xfrm>
            <a:custGeom>
              <a:avLst/>
              <a:gdLst>
                <a:gd name="T0" fmla="*/ 377 w 578"/>
                <a:gd name="T1" fmla="*/ 383 h 384"/>
                <a:gd name="T2" fmla="*/ 0 w 578"/>
                <a:gd name="T3" fmla="*/ 291 h 384"/>
                <a:gd name="T4" fmla="*/ 217 w 578"/>
                <a:gd name="T5" fmla="*/ 0 h 384"/>
                <a:gd name="T6" fmla="*/ 577 w 578"/>
                <a:gd name="T7" fmla="*/ 74 h 384"/>
                <a:gd name="T8" fmla="*/ 377 w 578"/>
                <a:gd name="T9" fmla="*/ 383 h 384"/>
                <a:gd name="T10" fmla="*/ 0 60000 65536"/>
                <a:gd name="T11" fmla="*/ 0 60000 65536"/>
                <a:gd name="T12" fmla="*/ 0 60000 65536"/>
                <a:gd name="T13" fmla="*/ 0 60000 65536"/>
                <a:gd name="T14" fmla="*/ 0 60000 65536"/>
                <a:gd name="T15" fmla="*/ 0 w 578"/>
                <a:gd name="T16" fmla="*/ 0 h 384"/>
                <a:gd name="T17" fmla="*/ 578 w 578"/>
                <a:gd name="T18" fmla="*/ 384 h 384"/>
              </a:gdLst>
              <a:ahLst/>
              <a:cxnLst>
                <a:cxn ang="T10">
                  <a:pos x="T0" y="T1"/>
                </a:cxn>
                <a:cxn ang="T11">
                  <a:pos x="T2" y="T3"/>
                </a:cxn>
                <a:cxn ang="T12">
                  <a:pos x="T4" y="T5"/>
                </a:cxn>
                <a:cxn ang="T13">
                  <a:pos x="T6" y="T7"/>
                </a:cxn>
                <a:cxn ang="T14">
                  <a:pos x="T8" y="T9"/>
                </a:cxn>
              </a:cxnLst>
              <a:rect l="T15" t="T16" r="T17" b="T18"/>
              <a:pathLst>
                <a:path w="578" h="384">
                  <a:moveTo>
                    <a:pt x="377" y="383"/>
                  </a:moveTo>
                  <a:lnTo>
                    <a:pt x="0" y="291"/>
                  </a:lnTo>
                  <a:lnTo>
                    <a:pt x="217" y="0"/>
                  </a:lnTo>
                  <a:lnTo>
                    <a:pt x="577" y="74"/>
                  </a:lnTo>
                  <a:lnTo>
                    <a:pt x="377" y="383"/>
                  </a:lnTo>
                </a:path>
              </a:pathLst>
            </a:custGeom>
            <a:solidFill>
              <a:srgbClr val="E22B00"/>
            </a:solidFill>
            <a:ln>
              <a:noFill/>
            </a:ln>
            <a:extLst>
              <a:ext uri="{91240B29-F687-4F45-9708-019B960494DF}">
                <a14:hiddenLine xmlns:a14="http://schemas.microsoft.com/office/drawing/2010/main" w="12700" cap="rnd" cmpd="sng">
                  <a:solidFill>
                    <a:srgbClr val="000000"/>
                  </a:solidFill>
                  <a:prstDash val="solid"/>
                  <a:round/>
                  <a:headEnd type="none" w="med" len="med"/>
                  <a:tailEnd type="none" w="med" len="med"/>
                </a14:hiddenLine>
              </a:ext>
            </a:extLst>
          </p:spPr>
          <p:txBody>
            <a:bodyPr/>
            <a:lstStyle/>
            <a:p>
              <a:endParaRPr lang="fr-FR"/>
            </a:p>
          </p:txBody>
        </p:sp>
        <p:sp>
          <p:nvSpPr>
            <p:cNvPr id="199696" name="Line 82"/>
            <p:cNvSpPr>
              <a:spLocks noChangeShapeType="1"/>
            </p:cNvSpPr>
            <p:nvPr/>
          </p:nvSpPr>
          <p:spPr bwMode="auto">
            <a:xfrm>
              <a:off x="3102" y="1862"/>
              <a:ext cx="352" cy="7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fr-FR"/>
            </a:p>
          </p:txBody>
        </p:sp>
        <p:sp>
          <p:nvSpPr>
            <p:cNvPr id="199697" name="Freeform 83"/>
            <p:cNvSpPr>
              <a:spLocks/>
            </p:cNvSpPr>
            <p:nvPr/>
          </p:nvSpPr>
          <p:spPr bwMode="auto">
            <a:xfrm>
              <a:off x="2762" y="1666"/>
              <a:ext cx="337" cy="485"/>
            </a:xfrm>
            <a:custGeom>
              <a:avLst/>
              <a:gdLst>
                <a:gd name="T0" fmla="*/ 336 w 337"/>
                <a:gd name="T1" fmla="*/ 194 h 485"/>
                <a:gd name="T2" fmla="*/ 118 w 337"/>
                <a:gd name="T3" fmla="*/ 484 h 485"/>
                <a:gd name="T4" fmla="*/ 0 w 337"/>
                <a:gd name="T5" fmla="*/ 452 h 485"/>
                <a:gd name="T6" fmla="*/ 336 w 337"/>
                <a:gd name="T7" fmla="*/ 0 h 485"/>
                <a:gd name="T8" fmla="*/ 336 w 337"/>
                <a:gd name="T9" fmla="*/ 152 h 485"/>
                <a:gd name="T10" fmla="*/ 336 w 337"/>
                <a:gd name="T11" fmla="*/ 194 h 485"/>
                <a:gd name="T12" fmla="*/ 0 60000 65536"/>
                <a:gd name="T13" fmla="*/ 0 60000 65536"/>
                <a:gd name="T14" fmla="*/ 0 60000 65536"/>
                <a:gd name="T15" fmla="*/ 0 60000 65536"/>
                <a:gd name="T16" fmla="*/ 0 60000 65536"/>
                <a:gd name="T17" fmla="*/ 0 60000 65536"/>
                <a:gd name="T18" fmla="*/ 0 w 337"/>
                <a:gd name="T19" fmla="*/ 0 h 485"/>
                <a:gd name="T20" fmla="*/ 337 w 337"/>
                <a:gd name="T21" fmla="*/ 485 h 485"/>
              </a:gdLst>
              <a:ahLst/>
              <a:cxnLst>
                <a:cxn ang="T12">
                  <a:pos x="T0" y="T1"/>
                </a:cxn>
                <a:cxn ang="T13">
                  <a:pos x="T2" y="T3"/>
                </a:cxn>
                <a:cxn ang="T14">
                  <a:pos x="T4" y="T5"/>
                </a:cxn>
                <a:cxn ang="T15">
                  <a:pos x="T6" y="T7"/>
                </a:cxn>
                <a:cxn ang="T16">
                  <a:pos x="T8" y="T9"/>
                </a:cxn>
                <a:cxn ang="T17">
                  <a:pos x="T10" y="T11"/>
                </a:cxn>
              </a:cxnLst>
              <a:rect l="T18" t="T19" r="T20" b="T21"/>
              <a:pathLst>
                <a:path w="337" h="485">
                  <a:moveTo>
                    <a:pt x="336" y="194"/>
                  </a:moveTo>
                  <a:lnTo>
                    <a:pt x="118" y="484"/>
                  </a:lnTo>
                  <a:lnTo>
                    <a:pt x="0" y="452"/>
                  </a:lnTo>
                  <a:lnTo>
                    <a:pt x="336" y="0"/>
                  </a:lnTo>
                  <a:lnTo>
                    <a:pt x="336" y="152"/>
                  </a:lnTo>
                  <a:lnTo>
                    <a:pt x="336" y="194"/>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199698" name="Freeform 84"/>
            <p:cNvSpPr>
              <a:spLocks/>
            </p:cNvSpPr>
            <p:nvPr/>
          </p:nvSpPr>
          <p:spPr bwMode="auto">
            <a:xfrm>
              <a:off x="2757" y="2124"/>
              <a:ext cx="509" cy="339"/>
            </a:xfrm>
            <a:custGeom>
              <a:avLst/>
              <a:gdLst>
                <a:gd name="T0" fmla="*/ 0 w 506"/>
                <a:gd name="T1" fmla="*/ 0 h 345"/>
                <a:gd name="T2" fmla="*/ 1 w 506"/>
                <a:gd name="T3" fmla="*/ 198 h 345"/>
                <a:gd name="T4" fmla="*/ 514 w 506"/>
                <a:gd name="T5" fmla="*/ 326 h 345"/>
                <a:gd name="T6" fmla="*/ 513 w 506"/>
                <a:gd name="T7" fmla="*/ 124 h 345"/>
                <a:gd name="T8" fmla="*/ 0 60000 65536"/>
                <a:gd name="T9" fmla="*/ 0 60000 65536"/>
                <a:gd name="T10" fmla="*/ 0 60000 65536"/>
                <a:gd name="T11" fmla="*/ 0 60000 65536"/>
                <a:gd name="T12" fmla="*/ 0 w 506"/>
                <a:gd name="T13" fmla="*/ 0 h 345"/>
                <a:gd name="T14" fmla="*/ 506 w 506"/>
                <a:gd name="T15" fmla="*/ 345 h 345"/>
              </a:gdLst>
              <a:ahLst/>
              <a:cxnLst>
                <a:cxn ang="T8">
                  <a:pos x="T0" y="T1"/>
                </a:cxn>
                <a:cxn ang="T9">
                  <a:pos x="T2" y="T3"/>
                </a:cxn>
                <a:cxn ang="T10">
                  <a:pos x="T4" y="T5"/>
                </a:cxn>
                <a:cxn ang="T11">
                  <a:pos x="T6" y="T7"/>
                </a:cxn>
              </a:cxnLst>
              <a:rect l="T12" t="T13" r="T14" b="T15"/>
              <a:pathLst>
                <a:path w="506" h="345">
                  <a:moveTo>
                    <a:pt x="0" y="0"/>
                  </a:moveTo>
                  <a:lnTo>
                    <a:pt x="1" y="209"/>
                  </a:lnTo>
                  <a:lnTo>
                    <a:pt x="505" y="344"/>
                  </a:lnTo>
                  <a:lnTo>
                    <a:pt x="504" y="130"/>
                  </a:lnTo>
                </a:path>
              </a:pathLst>
            </a:custGeom>
            <a:solidFill>
              <a:srgbClr val="FC2C1C"/>
            </a:solidFill>
            <a:ln w="12700" cap="rnd" cmpd="sng">
              <a:solidFill>
                <a:schemeClr val="bg2"/>
              </a:solidFill>
              <a:prstDash val="solid"/>
              <a:round/>
              <a:headEnd type="none" w="med" len="med"/>
              <a:tailEnd type="none" w="med" len="med"/>
            </a:ln>
          </p:spPr>
          <p:txBody>
            <a:bodyPr/>
            <a:lstStyle/>
            <a:p>
              <a:endParaRPr lang="fr-FR"/>
            </a:p>
          </p:txBody>
        </p:sp>
        <p:sp>
          <p:nvSpPr>
            <p:cNvPr id="199699" name="AutoShape 85"/>
            <p:cNvSpPr>
              <a:spLocks noChangeArrowheads="1"/>
            </p:cNvSpPr>
            <p:nvPr/>
          </p:nvSpPr>
          <p:spPr bwMode="auto">
            <a:xfrm rot="16200000" flipH="1">
              <a:off x="3067" y="1967"/>
              <a:ext cx="693" cy="306"/>
            </a:xfrm>
            <a:prstGeom prst="parallelogram">
              <a:avLst>
                <a:gd name="adj" fmla="val 156202"/>
              </a:avLst>
            </a:prstGeom>
            <a:solidFill>
              <a:srgbClr val="FC2C1C"/>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sp>
        <p:nvSpPr>
          <p:cNvPr id="199691" name="Text Box 86"/>
          <p:cNvSpPr txBox="1">
            <a:spLocks noChangeArrowheads="1"/>
          </p:cNvSpPr>
          <p:nvPr/>
        </p:nvSpPr>
        <p:spPr bwMode="auto">
          <a:xfrm>
            <a:off x="604838" y="5364163"/>
            <a:ext cx="6543675" cy="4429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eaLnBrk="1" hangingPunct="1">
              <a:spcBef>
                <a:spcPct val="0"/>
              </a:spcBef>
              <a:buFontTx/>
              <a:buNone/>
            </a:pPr>
            <a:r>
              <a:rPr lang="fr-FR" altLang="fr-FR" sz="2300"/>
              <a:t>4. Pointez la production sur votre feuille de suivi</a:t>
            </a:r>
          </a:p>
        </p:txBody>
      </p:sp>
      <p:sp>
        <p:nvSpPr>
          <p:cNvPr id="199692" name="Oval 95"/>
          <p:cNvSpPr>
            <a:spLocks noChangeArrowheads="1"/>
          </p:cNvSpPr>
          <p:nvPr/>
        </p:nvSpPr>
        <p:spPr bwMode="auto">
          <a:xfrm rot="-5400000">
            <a:off x="3845719" y="2980531"/>
            <a:ext cx="336550" cy="312738"/>
          </a:xfrm>
          <a:prstGeom prst="ellipse">
            <a:avLst/>
          </a:prstGeom>
          <a:solidFill>
            <a:schemeClr val="bg1"/>
          </a:solidFill>
          <a:ln w="9525">
            <a:solidFill>
              <a:schemeClr val="tx1"/>
            </a:solidFill>
            <a:round/>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199693" name="Text Box 96"/>
          <p:cNvSpPr txBox="1">
            <a:spLocks noChangeArrowheads="1"/>
          </p:cNvSpPr>
          <p:nvPr/>
        </p:nvSpPr>
        <p:spPr bwMode="auto">
          <a:xfrm>
            <a:off x="2849563" y="3559175"/>
            <a:ext cx="2430462"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a:spcBef>
                <a:spcPct val="0"/>
              </a:spcBef>
              <a:buFontTx/>
              <a:buNone/>
            </a:pPr>
            <a:r>
              <a:rPr lang="fr-FR" altLang="fr-FR" sz="2400">
                <a:solidFill>
                  <a:srgbClr val="FC2C1C"/>
                </a:solidFill>
              </a:rPr>
              <a:t>1 Couronne</a:t>
            </a:r>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00707" name="Group 3"/>
          <p:cNvGrpSpPr>
            <a:grpSpLocks/>
          </p:cNvGrpSpPr>
          <p:nvPr/>
        </p:nvGrpSpPr>
        <p:grpSpPr bwMode="auto">
          <a:xfrm>
            <a:off x="7073900" y="215900"/>
            <a:ext cx="1878013" cy="1250950"/>
            <a:chOff x="4456" y="136"/>
            <a:chExt cx="1183" cy="788"/>
          </a:xfrm>
        </p:grpSpPr>
        <p:grpSp>
          <p:nvGrpSpPr>
            <p:cNvPr id="200773" name="Group 4"/>
            <p:cNvGrpSpPr>
              <a:grpSpLocks/>
            </p:cNvGrpSpPr>
            <p:nvPr/>
          </p:nvGrpSpPr>
          <p:grpSpPr bwMode="auto">
            <a:xfrm>
              <a:off x="4766" y="232"/>
              <a:ext cx="873" cy="692"/>
              <a:chOff x="2185" y="310"/>
              <a:chExt cx="873" cy="692"/>
            </a:xfrm>
          </p:grpSpPr>
          <p:sp>
            <p:nvSpPr>
              <p:cNvPr id="200784" name="Freeform 5"/>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accent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0785" name="Freeform 6"/>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0786" name="Freeform 7"/>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0787" name="Freeform 8"/>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0788" name="Freeform 9"/>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0789" name="Freeform 10"/>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0790" name="Freeform 11"/>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grpSp>
          <p:nvGrpSpPr>
            <p:cNvPr id="200774" name="Group 12"/>
            <p:cNvGrpSpPr>
              <a:grpSpLocks/>
            </p:cNvGrpSpPr>
            <p:nvPr/>
          </p:nvGrpSpPr>
          <p:grpSpPr bwMode="auto">
            <a:xfrm>
              <a:off x="4949" y="336"/>
              <a:ext cx="591" cy="468"/>
              <a:chOff x="2185" y="310"/>
              <a:chExt cx="873" cy="692"/>
            </a:xfrm>
          </p:grpSpPr>
          <p:sp>
            <p:nvSpPr>
              <p:cNvPr id="200777" name="Freeform 13"/>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0778" name="Freeform 14"/>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0779" name="Freeform 15"/>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0780" name="Freeform 16"/>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0781" name="Freeform 17"/>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0782" name="Freeform 18"/>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0783" name="Freeform 19"/>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pic>
          <p:nvPicPr>
            <p:cNvPr id="200775" name="Picture 20"/>
            <p:cNvPicPr>
              <a:picLocks noChangeAspect="1" noChangeArrowheads="1"/>
            </p:cNvPicPr>
            <p:nvPr/>
          </p:nvPicPr>
          <p:blipFill>
            <a:blip r:embed="rId3" cstate="print">
              <a:extLst>
                <a:ext uri="{28A0092B-C50C-407E-A947-70E740481C1C}">
                  <a14:useLocalDpi xmlns:a14="http://schemas.microsoft.com/office/drawing/2010/main" val="0"/>
                </a:ext>
              </a:extLst>
            </a:blip>
            <a:srcRect l="-4282" t="-4369" r="-5199" b="-12012"/>
            <a:stretch>
              <a:fillRect/>
            </a:stretch>
          </p:blipFill>
          <p:spPr bwMode="auto">
            <a:xfrm>
              <a:off x="4456" y="136"/>
              <a:ext cx="480" cy="5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00776" name="Text Box 21"/>
            <p:cNvSpPr txBox="1">
              <a:spLocks noChangeArrowheads="1"/>
            </p:cNvSpPr>
            <p:nvPr/>
          </p:nvSpPr>
          <p:spPr bwMode="auto">
            <a:xfrm>
              <a:off x="4946" y="314"/>
              <a:ext cx="596" cy="49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4500" b="1">
                  <a:solidFill>
                    <a:srgbClr val="FF0000"/>
                  </a:solidFill>
                  <a:latin typeface="Arial Black" pitchFamily="34" charset="0"/>
                </a:rPr>
                <a:t>20</a:t>
              </a:r>
              <a:endParaRPr lang="fr-FR" altLang="fr-FR" sz="3200">
                <a:solidFill>
                  <a:schemeClr val="tx1"/>
                </a:solidFill>
                <a:latin typeface="Arial Black" pitchFamily="34" charset="0"/>
              </a:endParaRPr>
            </a:p>
          </p:txBody>
        </p:sp>
      </p:grpSp>
      <p:sp>
        <p:nvSpPr>
          <p:cNvPr id="200708" name="Text Box 22"/>
          <p:cNvSpPr txBox="1">
            <a:spLocks noChangeArrowheads="1"/>
          </p:cNvSpPr>
          <p:nvPr/>
        </p:nvSpPr>
        <p:spPr bwMode="auto">
          <a:xfrm>
            <a:off x="1774825" y="3579813"/>
            <a:ext cx="828675"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a:spcBef>
                <a:spcPct val="0"/>
              </a:spcBef>
              <a:buFontTx/>
              <a:buNone/>
            </a:pPr>
            <a:r>
              <a:rPr lang="fr-FR" altLang="fr-FR" sz="2400">
                <a:solidFill>
                  <a:srgbClr val="FC2C1C"/>
                </a:solidFill>
              </a:rPr>
              <a:t>1 R6</a:t>
            </a:r>
          </a:p>
        </p:txBody>
      </p:sp>
      <p:sp>
        <p:nvSpPr>
          <p:cNvPr id="200709" name="Rectangle 23"/>
          <p:cNvSpPr>
            <a:spLocks noGrp="1" noChangeArrowheads="1"/>
          </p:cNvSpPr>
          <p:nvPr>
            <p:ph type="title"/>
          </p:nvPr>
        </p:nvSpPr>
        <p:spPr>
          <a:xfrm>
            <a:off x="858838" y="0"/>
            <a:ext cx="6038850" cy="647700"/>
          </a:xfrm>
        </p:spPr>
        <p:txBody>
          <a:bodyPr/>
          <a:lstStyle/>
          <a:p>
            <a:pPr eaLnBrk="1" hangingPunct="1"/>
            <a:r>
              <a:rPr lang="fr-FR" altLang="fr-FR"/>
              <a:t>Sem. 4 - Mercredi</a:t>
            </a:r>
          </a:p>
        </p:txBody>
      </p:sp>
      <p:sp>
        <p:nvSpPr>
          <p:cNvPr id="200710" name="Text Box 24"/>
          <p:cNvSpPr txBox="1">
            <a:spLocks noChangeArrowheads="1"/>
          </p:cNvSpPr>
          <p:nvPr/>
        </p:nvSpPr>
        <p:spPr bwMode="auto">
          <a:xfrm>
            <a:off x="574675" y="2030413"/>
            <a:ext cx="3557588"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2. Livrez les commandes</a:t>
            </a:r>
          </a:p>
        </p:txBody>
      </p:sp>
      <p:sp>
        <p:nvSpPr>
          <p:cNvPr id="200711" name="Text Box 25"/>
          <p:cNvSpPr txBox="1">
            <a:spLocks noChangeArrowheads="1"/>
          </p:cNvSpPr>
          <p:nvPr/>
        </p:nvSpPr>
        <p:spPr bwMode="auto">
          <a:xfrm>
            <a:off x="566738" y="1154113"/>
            <a:ext cx="1946275"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1. Tirez le dé</a:t>
            </a:r>
          </a:p>
        </p:txBody>
      </p:sp>
      <p:sp>
        <p:nvSpPr>
          <p:cNvPr id="200712" name="Text Box 26"/>
          <p:cNvSpPr txBox="1">
            <a:spLocks noChangeArrowheads="1"/>
          </p:cNvSpPr>
          <p:nvPr/>
        </p:nvSpPr>
        <p:spPr bwMode="auto">
          <a:xfrm>
            <a:off x="579438" y="4316413"/>
            <a:ext cx="18796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3. Produisez</a:t>
            </a:r>
          </a:p>
        </p:txBody>
      </p:sp>
      <p:grpSp>
        <p:nvGrpSpPr>
          <p:cNvPr id="200713" name="Group 27"/>
          <p:cNvGrpSpPr>
            <a:grpSpLocks/>
          </p:cNvGrpSpPr>
          <p:nvPr/>
        </p:nvGrpSpPr>
        <p:grpSpPr bwMode="auto">
          <a:xfrm>
            <a:off x="2843213" y="1106488"/>
            <a:ext cx="446087" cy="534987"/>
            <a:chOff x="868" y="1439"/>
            <a:chExt cx="811" cy="972"/>
          </a:xfrm>
        </p:grpSpPr>
        <p:sp>
          <p:nvSpPr>
            <p:cNvPr id="200722" name="Freeform 28"/>
            <p:cNvSpPr>
              <a:spLocks/>
            </p:cNvSpPr>
            <p:nvPr/>
          </p:nvSpPr>
          <p:spPr bwMode="auto">
            <a:xfrm>
              <a:off x="1548" y="2014"/>
              <a:ext cx="123" cy="100"/>
            </a:xfrm>
            <a:custGeom>
              <a:avLst/>
              <a:gdLst>
                <a:gd name="T0" fmla="*/ 5 w 618"/>
                <a:gd name="T1" fmla="*/ 0 h 502"/>
                <a:gd name="T2" fmla="*/ 5 w 618"/>
                <a:gd name="T3" fmla="*/ 0 h 502"/>
                <a:gd name="T4" fmla="*/ 0 w 618"/>
                <a:gd name="T5" fmla="*/ 4 h 502"/>
                <a:gd name="T6" fmla="*/ 0 w 618"/>
                <a:gd name="T7" fmla="*/ 4 h 502"/>
                <a:gd name="T8" fmla="*/ 5 w 618"/>
                <a:gd name="T9" fmla="*/ 0 h 502"/>
                <a:gd name="T10" fmla="*/ 5 w 618"/>
                <a:gd name="T11" fmla="*/ 0 h 502"/>
                <a:gd name="T12" fmla="*/ 5 w 618"/>
                <a:gd name="T13" fmla="*/ 0 h 502"/>
                <a:gd name="T14" fmla="*/ 5 w 618"/>
                <a:gd name="T15" fmla="*/ 0 h 502"/>
                <a:gd name="T16" fmla="*/ 5 w 618"/>
                <a:gd name="T17" fmla="*/ 0 h 502"/>
                <a:gd name="T18" fmla="*/ 5 w 618"/>
                <a:gd name="T19" fmla="*/ 0 h 502"/>
                <a:gd name="T20" fmla="*/ 5 w 618"/>
                <a:gd name="T21" fmla="*/ 0 h 502"/>
                <a:gd name="T22" fmla="*/ 5 w 618"/>
                <a:gd name="T23" fmla="*/ 0 h 502"/>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618"/>
                <a:gd name="T37" fmla="*/ 0 h 502"/>
                <a:gd name="T38" fmla="*/ 618 w 618"/>
                <a:gd name="T39" fmla="*/ 502 h 502"/>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618" h="502">
                  <a:moveTo>
                    <a:pt x="611" y="0"/>
                  </a:moveTo>
                  <a:lnTo>
                    <a:pt x="606" y="2"/>
                  </a:lnTo>
                  <a:lnTo>
                    <a:pt x="0" y="490"/>
                  </a:lnTo>
                  <a:lnTo>
                    <a:pt x="10" y="502"/>
                  </a:lnTo>
                  <a:lnTo>
                    <a:pt x="616" y="14"/>
                  </a:lnTo>
                  <a:lnTo>
                    <a:pt x="611" y="16"/>
                  </a:lnTo>
                  <a:lnTo>
                    <a:pt x="616" y="14"/>
                  </a:lnTo>
                  <a:lnTo>
                    <a:pt x="618" y="9"/>
                  </a:lnTo>
                  <a:lnTo>
                    <a:pt x="617" y="3"/>
                  </a:lnTo>
                  <a:lnTo>
                    <a:pt x="612" y="1"/>
                  </a:lnTo>
                  <a:lnTo>
                    <a:pt x="606" y="2"/>
                  </a:lnTo>
                  <a:lnTo>
                    <a:pt x="611"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0723" name="Freeform 29"/>
            <p:cNvSpPr>
              <a:spLocks/>
            </p:cNvSpPr>
            <p:nvPr/>
          </p:nvSpPr>
          <p:spPr bwMode="auto">
            <a:xfrm>
              <a:off x="876" y="1852"/>
              <a:ext cx="82" cy="373"/>
            </a:xfrm>
            <a:custGeom>
              <a:avLst/>
              <a:gdLst>
                <a:gd name="T0" fmla="*/ 3 w 413"/>
                <a:gd name="T1" fmla="*/ 15 h 1865"/>
                <a:gd name="T2" fmla="*/ 3 w 413"/>
                <a:gd name="T3" fmla="*/ 15 h 1865"/>
                <a:gd name="T4" fmla="*/ 0 w 413"/>
                <a:gd name="T5" fmla="*/ 0 h 1865"/>
                <a:gd name="T6" fmla="*/ 0 w 413"/>
                <a:gd name="T7" fmla="*/ 0 h 1865"/>
                <a:gd name="T8" fmla="*/ 3 w 413"/>
                <a:gd name="T9" fmla="*/ 15 h 1865"/>
                <a:gd name="T10" fmla="*/ 3 w 413"/>
                <a:gd name="T11" fmla="*/ 15 h 1865"/>
                <a:gd name="T12" fmla="*/ 3 w 413"/>
                <a:gd name="T13" fmla="*/ 15 h 1865"/>
                <a:gd name="T14" fmla="*/ 3 w 413"/>
                <a:gd name="T15" fmla="*/ 15 h 1865"/>
                <a:gd name="T16" fmla="*/ 3 w 413"/>
                <a:gd name="T17" fmla="*/ 15 h 1865"/>
                <a:gd name="T18" fmla="*/ 3 w 413"/>
                <a:gd name="T19" fmla="*/ 15 h 1865"/>
                <a:gd name="T20" fmla="*/ 3 w 413"/>
                <a:gd name="T21" fmla="*/ 15 h 1865"/>
                <a:gd name="T22" fmla="*/ 3 w 413"/>
                <a:gd name="T23" fmla="*/ 15 h 186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413"/>
                <a:gd name="T37" fmla="*/ 0 h 1865"/>
                <a:gd name="T38" fmla="*/ 413 w 413"/>
                <a:gd name="T39" fmla="*/ 1865 h 1865"/>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413" h="1865">
                  <a:moveTo>
                    <a:pt x="400" y="1864"/>
                  </a:moveTo>
                  <a:lnTo>
                    <a:pt x="413" y="1856"/>
                  </a:lnTo>
                  <a:lnTo>
                    <a:pt x="17" y="0"/>
                  </a:lnTo>
                  <a:lnTo>
                    <a:pt x="0" y="2"/>
                  </a:lnTo>
                  <a:lnTo>
                    <a:pt x="396" y="1858"/>
                  </a:lnTo>
                  <a:lnTo>
                    <a:pt x="409" y="1850"/>
                  </a:lnTo>
                  <a:lnTo>
                    <a:pt x="396" y="1858"/>
                  </a:lnTo>
                  <a:lnTo>
                    <a:pt x="400" y="1864"/>
                  </a:lnTo>
                  <a:lnTo>
                    <a:pt x="406" y="1865"/>
                  </a:lnTo>
                  <a:lnTo>
                    <a:pt x="410" y="1862"/>
                  </a:lnTo>
                  <a:lnTo>
                    <a:pt x="413" y="1856"/>
                  </a:lnTo>
                  <a:lnTo>
                    <a:pt x="400" y="186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0724" name="Freeform 30"/>
            <p:cNvSpPr>
              <a:spLocks/>
            </p:cNvSpPr>
            <p:nvPr/>
          </p:nvSpPr>
          <p:spPr bwMode="auto">
            <a:xfrm>
              <a:off x="1282" y="1533"/>
              <a:ext cx="35" cy="161"/>
            </a:xfrm>
            <a:custGeom>
              <a:avLst/>
              <a:gdLst>
                <a:gd name="T0" fmla="*/ 1 w 175"/>
                <a:gd name="T1" fmla="*/ 6 h 807"/>
                <a:gd name="T2" fmla="*/ 1 w 175"/>
                <a:gd name="T3" fmla="*/ 6 h 807"/>
                <a:gd name="T4" fmla="*/ 1 w 175"/>
                <a:gd name="T5" fmla="*/ 6 h 807"/>
                <a:gd name="T6" fmla="*/ 1 w 175"/>
                <a:gd name="T7" fmla="*/ 5 h 807"/>
                <a:gd name="T8" fmla="*/ 1 w 175"/>
                <a:gd name="T9" fmla="*/ 5 h 807"/>
                <a:gd name="T10" fmla="*/ 1 w 175"/>
                <a:gd name="T11" fmla="*/ 5 h 807"/>
                <a:gd name="T12" fmla="*/ 1 w 175"/>
                <a:gd name="T13" fmla="*/ 4 h 807"/>
                <a:gd name="T14" fmla="*/ 1 w 175"/>
                <a:gd name="T15" fmla="*/ 4 h 807"/>
                <a:gd name="T16" fmla="*/ 1 w 175"/>
                <a:gd name="T17" fmla="*/ 3 h 807"/>
                <a:gd name="T18" fmla="*/ 1 w 175"/>
                <a:gd name="T19" fmla="*/ 3 h 807"/>
                <a:gd name="T20" fmla="*/ 1 w 175"/>
                <a:gd name="T21" fmla="*/ 3 h 807"/>
                <a:gd name="T22" fmla="*/ 1 w 175"/>
                <a:gd name="T23" fmla="*/ 2 h 807"/>
                <a:gd name="T24" fmla="*/ 1 w 175"/>
                <a:gd name="T25" fmla="*/ 2 h 807"/>
                <a:gd name="T26" fmla="*/ 1 w 175"/>
                <a:gd name="T27" fmla="*/ 2 h 807"/>
                <a:gd name="T28" fmla="*/ 1 w 175"/>
                <a:gd name="T29" fmla="*/ 1 h 807"/>
                <a:gd name="T30" fmla="*/ 1 w 175"/>
                <a:gd name="T31" fmla="*/ 1 h 807"/>
                <a:gd name="T32" fmla="*/ 1 w 175"/>
                <a:gd name="T33" fmla="*/ 1 h 807"/>
                <a:gd name="T34" fmla="*/ 1 w 175"/>
                <a:gd name="T35" fmla="*/ 0 h 807"/>
                <a:gd name="T36" fmla="*/ 1 w 175"/>
                <a:gd name="T37" fmla="*/ 0 h 807"/>
                <a:gd name="T38" fmla="*/ 1 w 175"/>
                <a:gd name="T39" fmla="*/ 0 h 807"/>
                <a:gd name="T40" fmla="*/ 0 w 175"/>
                <a:gd name="T41" fmla="*/ 1 h 807"/>
                <a:gd name="T42" fmla="*/ 0 w 175"/>
                <a:gd name="T43" fmla="*/ 1 h 807"/>
                <a:gd name="T44" fmla="*/ 0 w 175"/>
                <a:gd name="T45" fmla="*/ 1 h 807"/>
                <a:gd name="T46" fmla="*/ 0 w 175"/>
                <a:gd name="T47" fmla="*/ 2 h 807"/>
                <a:gd name="T48" fmla="*/ 0 w 175"/>
                <a:gd name="T49" fmla="*/ 2 h 807"/>
                <a:gd name="T50" fmla="*/ 0 w 175"/>
                <a:gd name="T51" fmla="*/ 3 h 807"/>
                <a:gd name="T52" fmla="*/ 0 w 175"/>
                <a:gd name="T53" fmla="*/ 3 h 807"/>
                <a:gd name="T54" fmla="*/ 0 w 175"/>
                <a:gd name="T55" fmla="*/ 3 h 807"/>
                <a:gd name="T56" fmla="*/ 0 w 175"/>
                <a:gd name="T57" fmla="*/ 4 h 807"/>
                <a:gd name="T58" fmla="*/ 0 w 175"/>
                <a:gd name="T59" fmla="*/ 4 h 807"/>
                <a:gd name="T60" fmla="*/ 0 w 175"/>
                <a:gd name="T61" fmla="*/ 5 h 807"/>
                <a:gd name="T62" fmla="*/ 0 w 175"/>
                <a:gd name="T63" fmla="*/ 5 h 807"/>
                <a:gd name="T64" fmla="*/ 0 w 175"/>
                <a:gd name="T65" fmla="*/ 5 h 807"/>
                <a:gd name="T66" fmla="*/ 1 w 175"/>
                <a:gd name="T67" fmla="*/ 6 h 807"/>
                <a:gd name="T68" fmla="*/ 1 w 175"/>
                <a:gd name="T69" fmla="*/ 6 h 807"/>
                <a:gd name="T70" fmla="*/ 1 w 175"/>
                <a:gd name="T71" fmla="*/ 6 h 807"/>
                <a:gd name="T72" fmla="*/ 1 w 175"/>
                <a:gd name="T73" fmla="*/ 6 h 807"/>
                <a:gd name="T74" fmla="*/ 1 w 175"/>
                <a:gd name="T75" fmla="*/ 6 h 807"/>
                <a:gd name="T76" fmla="*/ 1 w 175"/>
                <a:gd name="T77" fmla="*/ 6 h 807"/>
                <a:gd name="T78" fmla="*/ 1 w 175"/>
                <a:gd name="T79" fmla="*/ 6 h 807"/>
                <a:gd name="T80" fmla="*/ 1 w 175"/>
                <a:gd name="T81" fmla="*/ 6 h 807"/>
                <a:gd name="T82" fmla="*/ 1 w 175"/>
                <a:gd name="T83" fmla="*/ 6 h 807"/>
                <a:gd name="T84" fmla="*/ 1 w 175"/>
                <a:gd name="T85" fmla="*/ 6 h 807"/>
                <a:gd name="T86" fmla="*/ 1 w 175"/>
                <a:gd name="T87" fmla="*/ 6 h 807"/>
                <a:gd name="T88" fmla="*/ 1 w 175"/>
                <a:gd name="T89" fmla="*/ 6 h 807"/>
                <a:gd name="T90" fmla="*/ 1 w 175"/>
                <a:gd name="T91" fmla="*/ 6 h 80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175"/>
                <a:gd name="T139" fmla="*/ 0 h 807"/>
                <a:gd name="T140" fmla="*/ 175 w 175"/>
                <a:gd name="T141" fmla="*/ 807 h 80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175" h="807">
                  <a:moveTo>
                    <a:pt x="169" y="740"/>
                  </a:moveTo>
                  <a:lnTo>
                    <a:pt x="169" y="739"/>
                  </a:lnTo>
                  <a:lnTo>
                    <a:pt x="149" y="698"/>
                  </a:lnTo>
                  <a:lnTo>
                    <a:pt x="133" y="656"/>
                  </a:lnTo>
                  <a:lnTo>
                    <a:pt x="120" y="611"/>
                  </a:lnTo>
                  <a:lnTo>
                    <a:pt x="108" y="565"/>
                  </a:lnTo>
                  <a:lnTo>
                    <a:pt x="100" y="520"/>
                  </a:lnTo>
                  <a:lnTo>
                    <a:pt x="96" y="472"/>
                  </a:lnTo>
                  <a:lnTo>
                    <a:pt x="93" y="425"/>
                  </a:lnTo>
                  <a:lnTo>
                    <a:pt x="93" y="377"/>
                  </a:lnTo>
                  <a:lnTo>
                    <a:pt x="96" y="330"/>
                  </a:lnTo>
                  <a:lnTo>
                    <a:pt x="100" y="283"/>
                  </a:lnTo>
                  <a:lnTo>
                    <a:pt x="106" y="238"/>
                  </a:lnTo>
                  <a:lnTo>
                    <a:pt x="115" y="195"/>
                  </a:lnTo>
                  <a:lnTo>
                    <a:pt x="126" y="153"/>
                  </a:lnTo>
                  <a:lnTo>
                    <a:pt x="139" y="114"/>
                  </a:lnTo>
                  <a:lnTo>
                    <a:pt x="153" y="77"/>
                  </a:lnTo>
                  <a:lnTo>
                    <a:pt x="169" y="43"/>
                  </a:lnTo>
                  <a:lnTo>
                    <a:pt x="87" y="0"/>
                  </a:lnTo>
                  <a:lnTo>
                    <a:pt x="69" y="39"/>
                  </a:lnTo>
                  <a:lnTo>
                    <a:pt x="52" y="81"/>
                  </a:lnTo>
                  <a:lnTo>
                    <a:pt x="37" y="127"/>
                  </a:lnTo>
                  <a:lnTo>
                    <a:pt x="24" y="174"/>
                  </a:lnTo>
                  <a:lnTo>
                    <a:pt x="15" y="222"/>
                  </a:lnTo>
                  <a:lnTo>
                    <a:pt x="7" y="271"/>
                  </a:lnTo>
                  <a:lnTo>
                    <a:pt x="2" y="323"/>
                  </a:lnTo>
                  <a:lnTo>
                    <a:pt x="0" y="374"/>
                  </a:lnTo>
                  <a:lnTo>
                    <a:pt x="0" y="427"/>
                  </a:lnTo>
                  <a:lnTo>
                    <a:pt x="2" y="479"/>
                  </a:lnTo>
                  <a:lnTo>
                    <a:pt x="9" y="531"/>
                  </a:lnTo>
                  <a:lnTo>
                    <a:pt x="17" y="584"/>
                  </a:lnTo>
                  <a:lnTo>
                    <a:pt x="29" y="635"/>
                  </a:lnTo>
                  <a:lnTo>
                    <a:pt x="44" y="686"/>
                  </a:lnTo>
                  <a:lnTo>
                    <a:pt x="65" y="736"/>
                  </a:lnTo>
                  <a:lnTo>
                    <a:pt x="87" y="784"/>
                  </a:lnTo>
                  <a:lnTo>
                    <a:pt x="87" y="782"/>
                  </a:lnTo>
                  <a:lnTo>
                    <a:pt x="87" y="784"/>
                  </a:lnTo>
                  <a:lnTo>
                    <a:pt x="100" y="799"/>
                  </a:lnTo>
                  <a:lnTo>
                    <a:pt x="117" y="807"/>
                  </a:lnTo>
                  <a:lnTo>
                    <a:pt x="134" y="807"/>
                  </a:lnTo>
                  <a:lnTo>
                    <a:pt x="151" y="801"/>
                  </a:lnTo>
                  <a:lnTo>
                    <a:pt x="164" y="791"/>
                  </a:lnTo>
                  <a:lnTo>
                    <a:pt x="173" y="777"/>
                  </a:lnTo>
                  <a:lnTo>
                    <a:pt x="175" y="759"/>
                  </a:lnTo>
                  <a:lnTo>
                    <a:pt x="169" y="739"/>
                  </a:lnTo>
                  <a:lnTo>
                    <a:pt x="169" y="74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0725" name="Freeform 31"/>
            <p:cNvSpPr>
              <a:spLocks/>
            </p:cNvSpPr>
            <p:nvPr/>
          </p:nvSpPr>
          <p:spPr bwMode="auto">
            <a:xfrm>
              <a:off x="1299" y="1681"/>
              <a:ext cx="157" cy="281"/>
            </a:xfrm>
            <a:custGeom>
              <a:avLst/>
              <a:gdLst>
                <a:gd name="T0" fmla="*/ 6 w 787"/>
                <a:gd name="T1" fmla="*/ 11 h 1404"/>
                <a:gd name="T2" fmla="*/ 6 w 787"/>
                <a:gd name="T3" fmla="*/ 11 h 1404"/>
                <a:gd name="T4" fmla="*/ 1 w 787"/>
                <a:gd name="T5" fmla="*/ 0 h 1404"/>
                <a:gd name="T6" fmla="*/ 0 w 787"/>
                <a:gd name="T7" fmla="*/ 0 h 1404"/>
                <a:gd name="T8" fmla="*/ 6 w 787"/>
                <a:gd name="T9" fmla="*/ 11 h 1404"/>
                <a:gd name="T10" fmla="*/ 6 w 787"/>
                <a:gd name="T11" fmla="*/ 11 h 1404"/>
                <a:gd name="T12" fmla="*/ 6 w 787"/>
                <a:gd name="T13" fmla="*/ 11 h 1404"/>
                <a:gd name="T14" fmla="*/ 6 w 787"/>
                <a:gd name="T15" fmla="*/ 11 h 1404"/>
                <a:gd name="T16" fmla="*/ 6 w 787"/>
                <a:gd name="T17" fmla="*/ 11 h 1404"/>
                <a:gd name="T18" fmla="*/ 6 w 787"/>
                <a:gd name="T19" fmla="*/ 11 h 1404"/>
                <a:gd name="T20" fmla="*/ 6 w 787"/>
                <a:gd name="T21" fmla="*/ 11 h 1404"/>
                <a:gd name="T22" fmla="*/ 6 w 787"/>
                <a:gd name="T23" fmla="*/ 11 h 1404"/>
                <a:gd name="T24" fmla="*/ 6 w 787"/>
                <a:gd name="T25" fmla="*/ 11 h 1404"/>
                <a:gd name="T26" fmla="*/ 6 w 787"/>
                <a:gd name="T27" fmla="*/ 11 h 1404"/>
                <a:gd name="T28" fmla="*/ 6 w 787"/>
                <a:gd name="T29" fmla="*/ 11 h 1404"/>
                <a:gd name="T30" fmla="*/ 6 w 787"/>
                <a:gd name="T31" fmla="*/ 11 h 1404"/>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787"/>
                <a:gd name="T49" fmla="*/ 0 h 1404"/>
                <a:gd name="T50" fmla="*/ 787 w 787"/>
                <a:gd name="T51" fmla="*/ 1404 h 1404"/>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787" h="1404">
                  <a:moveTo>
                    <a:pt x="781" y="1334"/>
                  </a:moveTo>
                  <a:lnTo>
                    <a:pt x="781" y="1337"/>
                  </a:lnTo>
                  <a:lnTo>
                    <a:pt x="82" y="0"/>
                  </a:lnTo>
                  <a:lnTo>
                    <a:pt x="0" y="42"/>
                  </a:lnTo>
                  <a:lnTo>
                    <a:pt x="699" y="1379"/>
                  </a:lnTo>
                  <a:lnTo>
                    <a:pt x="699" y="1381"/>
                  </a:lnTo>
                  <a:lnTo>
                    <a:pt x="699" y="1379"/>
                  </a:lnTo>
                  <a:lnTo>
                    <a:pt x="712" y="1395"/>
                  </a:lnTo>
                  <a:lnTo>
                    <a:pt x="727" y="1402"/>
                  </a:lnTo>
                  <a:lnTo>
                    <a:pt x="744" y="1404"/>
                  </a:lnTo>
                  <a:lnTo>
                    <a:pt x="761" y="1398"/>
                  </a:lnTo>
                  <a:lnTo>
                    <a:pt x="775" y="1388"/>
                  </a:lnTo>
                  <a:lnTo>
                    <a:pt x="784" y="1373"/>
                  </a:lnTo>
                  <a:lnTo>
                    <a:pt x="787" y="1357"/>
                  </a:lnTo>
                  <a:lnTo>
                    <a:pt x="781" y="1337"/>
                  </a:lnTo>
                  <a:lnTo>
                    <a:pt x="781" y="13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0726" name="Freeform 32"/>
            <p:cNvSpPr>
              <a:spLocks/>
            </p:cNvSpPr>
            <p:nvPr/>
          </p:nvSpPr>
          <p:spPr bwMode="auto">
            <a:xfrm>
              <a:off x="1439" y="1948"/>
              <a:ext cx="125" cy="76"/>
            </a:xfrm>
            <a:custGeom>
              <a:avLst/>
              <a:gdLst>
                <a:gd name="T0" fmla="*/ 5 w 628"/>
                <a:gd name="T1" fmla="*/ 2 h 383"/>
                <a:gd name="T2" fmla="*/ 5 w 628"/>
                <a:gd name="T3" fmla="*/ 2 h 383"/>
                <a:gd name="T4" fmla="*/ 4 w 628"/>
                <a:gd name="T5" fmla="*/ 2 h 383"/>
                <a:gd name="T6" fmla="*/ 4 w 628"/>
                <a:gd name="T7" fmla="*/ 2 h 383"/>
                <a:gd name="T8" fmla="*/ 4 w 628"/>
                <a:gd name="T9" fmla="*/ 2 h 383"/>
                <a:gd name="T10" fmla="*/ 3 w 628"/>
                <a:gd name="T11" fmla="*/ 2 h 383"/>
                <a:gd name="T12" fmla="*/ 3 w 628"/>
                <a:gd name="T13" fmla="*/ 2 h 383"/>
                <a:gd name="T14" fmla="*/ 3 w 628"/>
                <a:gd name="T15" fmla="*/ 2 h 383"/>
                <a:gd name="T16" fmla="*/ 3 w 628"/>
                <a:gd name="T17" fmla="*/ 2 h 383"/>
                <a:gd name="T18" fmla="*/ 2 w 628"/>
                <a:gd name="T19" fmla="*/ 2 h 383"/>
                <a:gd name="T20" fmla="*/ 2 w 628"/>
                <a:gd name="T21" fmla="*/ 2 h 383"/>
                <a:gd name="T22" fmla="*/ 2 w 628"/>
                <a:gd name="T23" fmla="*/ 1 h 383"/>
                <a:gd name="T24" fmla="*/ 2 w 628"/>
                <a:gd name="T25" fmla="*/ 1 h 383"/>
                <a:gd name="T26" fmla="*/ 1 w 628"/>
                <a:gd name="T27" fmla="*/ 1 h 383"/>
                <a:gd name="T28" fmla="*/ 1 w 628"/>
                <a:gd name="T29" fmla="*/ 1 h 383"/>
                <a:gd name="T30" fmla="*/ 1 w 628"/>
                <a:gd name="T31" fmla="*/ 1 h 383"/>
                <a:gd name="T32" fmla="*/ 1 w 628"/>
                <a:gd name="T33" fmla="*/ 0 h 383"/>
                <a:gd name="T34" fmla="*/ 1 w 628"/>
                <a:gd name="T35" fmla="*/ 0 h 383"/>
                <a:gd name="T36" fmla="*/ 0 w 628"/>
                <a:gd name="T37" fmla="*/ 0 h 383"/>
                <a:gd name="T38" fmla="*/ 0 w 628"/>
                <a:gd name="T39" fmla="*/ 1 h 383"/>
                <a:gd name="T40" fmla="*/ 0 w 628"/>
                <a:gd name="T41" fmla="*/ 1 h 383"/>
                <a:gd name="T42" fmla="*/ 1 w 628"/>
                <a:gd name="T43" fmla="*/ 1 h 383"/>
                <a:gd name="T44" fmla="*/ 1 w 628"/>
                <a:gd name="T45" fmla="*/ 1 h 383"/>
                <a:gd name="T46" fmla="*/ 1 w 628"/>
                <a:gd name="T47" fmla="*/ 2 h 383"/>
                <a:gd name="T48" fmla="*/ 1 w 628"/>
                <a:gd name="T49" fmla="*/ 2 h 383"/>
                <a:gd name="T50" fmla="*/ 2 w 628"/>
                <a:gd name="T51" fmla="*/ 2 h 383"/>
                <a:gd name="T52" fmla="*/ 2 w 628"/>
                <a:gd name="T53" fmla="*/ 2 h 383"/>
                <a:gd name="T54" fmla="*/ 2 w 628"/>
                <a:gd name="T55" fmla="*/ 2 h 383"/>
                <a:gd name="T56" fmla="*/ 3 w 628"/>
                <a:gd name="T57" fmla="*/ 3 h 383"/>
                <a:gd name="T58" fmla="*/ 3 w 628"/>
                <a:gd name="T59" fmla="*/ 3 h 383"/>
                <a:gd name="T60" fmla="*/ 3 w 628"/>
                <a:gd name="T61" fmla="*/ 3 h 383"/>
                <a:gd name="T62" fmla="*/ 4 w 628"/>
                <a:gd name="T63" fmla="*/ 3 h 383"/>
                <a:gd name="T64" fmla="*/ 4 w 628"/>
                <a:gd name="T65" fmla="*/ 3 h 383"/>
                <a:gd name="T66" fmla="*/ 4 w 628"/>
                <a:gd name="T67" fmla="*/ 3 h 383"/>
                <a:gd name="T68" fmla="*/ 5 w 628"/>
                <a:gd name="T69" fmla="*/ 3 h 383"/>
                <a:gd name="T70" fmla="*/ 5 w 628"/>
                <a:gd name="T71" fmla="*/ 3 h 383"/>
                <a:gd name="T72" fmla="*/ 5 w 628"/>
                <a:gd name="T73" fmla="*/ 3 h 383"/>
                <a:gd name="T74" fmla="*/ 5 w 628"/>
                <a:gd name="T75" fmla="*/ 3 h 383"/>
                <a:gd name="T76" fmla="*/ 5 w 628"/>
                <a:gd name="T77" fmla="*/ 3 h 383"/>
                <a:gd name="T78" fmla="*/ 5 w 628"/>
                <a:gd name="T79" fmla="*/ 3 h 383"/>
                <a:gd name="T80" fmla="*/ 5 w 628"/>
                <a:gd name="T81" fmla="*/ 3 h 383"/>
                <a:gd name="T82" fmla="*/ 5 w 628"/>
                <a:gd name="T83" fmla="*/ 3 h 383"/>
                <a:gd name="T84" fmla="*/ 5 w 628"/>
                <a:gd name="T85" fmla="*/ 2 h 383"/>
                <a:gd name="T86" fmla="*/ 5 w 628"/>
                <a:gd name="T87" fmla="*/ 2 h 383"/>
                <a:gd name="T88" fmla="*/ 5 w 628"/>
                <a:gd name="T89" fmla="*/ 2 h 383"/>
                <a:gd name="T90" fmla="*/ 5 w 628"/>
                <a:gd name="T91" fmla="*/ 2 h 38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628"/>
                <a:gd name="T139" fmla="*/ 0 h 383"/>
                <a:gd name="T140" fmla="*/ 628 w 628"/>
                <a:gd name="T141" fmla="*/ 383 h 38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628" h="383">
                  <a:moveTo>
                    <a:pt x="581" y="289"/>
                  </a:moveTo>
                  <a:lnTo>
                    <a:pt x="582" y="289"/>
                  </a:lnTo>
                  <a:lnTo>
                    <a:pt x="541" y="287"/>
                  </a:lnTo>
                  <a:lnTo>
                    <a:pt x="500" y="283"/>
                  </a:lnTo>
                  <a:lnTo>
                    <a:pt x="462" y="276"/>
                  </a:lnTo>
                  <a:lnTo>
                    <a:pt x="424" y="268"/>
                  </a:lnTo>
                  <a:lnTo>
                    <a:pt x="389" y="255"/>
                  </a:lnTo>
                  <a:lnTo>
                    <a:pt x="352" y="242"/>
                  </a:lnTo>
                  <a:lnTo>
                    <a:pt x="320" y="227"/>
                  </a:lnTo>
                  <a:lnTo>
                    <a:pt x="287" y="209"/>
                  </a:lnTo>
                  <a:lnTo>
                    <a:pt x="255" y="189"/>
                  </a:lnTo>
                  <a:lnTo>
                    <a:pt x="226" y="168"/>
                  </a:lnTo>
                  <a:lnTo>
                    <a:pt x="198" y="145"/>
                  </a:lnTo>
                  <a:lnTo>
                    <a:pt x="172" y="119"/>
                  </a:lnTo>
                  <a:lnTo>
                    <a:pt x="146" y="92"/>
                  </a:lnTo>
                  <a:lnTo>
                    <a:pt x="122" y="64"/>
                  </a:lnTo>
                  <a:lnTo>
                    <a:pt x="100" y="33"/>
                  </a:lnTo>
                  <a:lnTo>
                    <a:pt x="82" y="0"/>
                  </a:lnTo>
                  <a:lnTo>
                    <a:pt x="0" y="47"/>
                  </a:lnTo>
                  <a:lnTo>
                    <a:pt x="23" y="85"/>
                  </a:lnTo>
                  <a:lnTo>
                    <a:pt x="49" y="120"/>
                  </a:lnTo>
                  <a:lnTo>
                    <a:pt x="76" y="153"/>
                  </a:lnTo>
                  <a:lnTo>
                    <a:pt x="104" y="185"/>
                  </a:lnTo>
                  <a:lnTo>
                    <a:pt x="137" y="215"/>
                  </a:lnTo>
                  <a:lnTo>
                    <a:pt x="170" y="241"/>
                  </a:lnTo>
                  <a:lnTo>
                    <a:pt x="204" y="267"/>
                  </a:lnTo>
                  <a:lnTo>
                    <a:pt x="240" y="289"/>
                  </a:lnTo>
                  <a:lnTo>
                    <a:pt x="277" y="309"/>
                  </a:lnTo>
                  <a:lnTo>
                    <a:pt x="317" y="329"/>
                  </a:lnTo>
                  <a:lnTo>
                    <a:pt x="358" y="344"/>
                  </a:lnTo>
                  <a:lnTo>
                    <a:pt x="400" y="357"/>
                  </a:lnTo>
                  <a:lnTo>
                    <a:pt x="444" y="367"/>
                  </a:lnTo>
                  <a:lnTo>
                    <a:pt x="488" y="374"/>
                  </a:lnTo>
                  <a:lnTo>
                    <a:pt x="534" y="380"/>
                  </a:lnTo>
                  <a:lnTo>
                    <a:pt x="580" y="383"/>
                  </a:lnTo>
                  <a:lnTo>
                    <a:pt x="581" y="383"/>
                  </a:lnTo>
                  <a:lnTo>
                    <a:pt x="580" y="383"/>
                  </a:lnTo>
                  <a:lnTo>
                    <a:pt x="600" y="379"/>
                  </a:lnTo>
                  <a:lnTo>
                    <a:pt x="615" y="369"/>
                  </a:lnTo>
                  <a:lnTo>
                    <a:pt x="624" y="353"/>
                  </a:lnTo>
                  <a:lnTo>
                    <a:pt x="628" y="337"/>
                  </a:lnTo>
                  <a:lnTo>
                    <a:pt x="625" y="319"/>
                  </a:lnTo>
                  <a:lnTo>
                    <a:pt x="617" y="304"/>
                  </a:lnTo>
                  <a:lnTo>
                    <a:pt x="602" y="294"/>
                  </a:lnTo>
                  <a:lnTo>
                    <a:pt x="582" y="289"/>
                  </a:lnTo>
                  <a:lnTo>
                    <a:pt x="581" y="28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0727" name="Freeform 33"/>
            <p:cNvSpPr>
              <a:spLocks/>
            </p:cNvSpPr>
            <p:nvPr/>
          </p:nvSpPr>
          <p:spPr bwMode="auto">
            <a:xfrm>
              <a:off x="1587" y="1880"/>
              <a:ext cx="85" cy="49"/>
            </a:xfrm>
            <a:custGeom>
              <a:avLst/>
              <a:gdLst>
                <a:gd name="T0" fmla="*/ 3 w 426"/>
                <a:gd name="T1" fmla="*/ 0 h 245"/>
                <a:gd name="T2" fmla="*/ 3 w 426"/>
                <a:gd name="T3" fmla="*/ 0 h 245"/>
                <a:gd name="T4" fmla="*/ 3 w 426"/>
                <a:gd name="T5" fmla="*/ 0 h 245"/>
                <a:gd name="T6" fmla="*/ 3 w 426"/>
                <a:gd name="T7" fmla="*/ 0 h 245"/>
                <a:gd name="T8" fmla="*/ 2 w 426"/>
                <a:gd name="T9" fmla="*/ 0 h 245"/>
                <a:gd name="T10" fmla="*/ 2 w 426"/>
                <a:gd name="T11" fmla="*/ 0 h 245"/>
                <a:gd name="T12" fmla="*/ 2 w 426"/>
                <a:gd name="T13" fmla="*/ 0 h 245"/>
                <a:gd name="T14" fmla="*/ 2 w 426"/>
                <a:gd name="T15" fmla="*/ 0 h 245"/>
                <a:gd name="T16" fmla="*/ 1 w 426"/>
                <a:gd name="T17" fmla="*/ 0 h 245"/>
                <a:gd name="T18" fmla="*/ 1 w 426"/>
                <a:gd name="T19" fmla="*/ 1 h 245"/>
                <a:gd name="T20" fmla="*/ 1 w 426"/>
                <a:gd name="T21" fmla="*/ 1 h 245"/>
                <a:gd name="T22" fmla="*/ 1 w 426"/>
                <a:gd name="T23" fmla="*/ 1 h 245"/>
                <a:gd name="T24" fmla="*/ 0 w 426"/>
                <a:gd name="T25" fmla="*/ 1 h 245"/>
                <a:gd name="T26" fmla="*/ 0 w 426"/>
                <a:gd name="T27" fmla="*/ 1 h 245"/>
                <a:gd name="T28" fmla="*/ 0 w 426"/>
                <a:gd name="T29" fmla="*/ 1 h 245"/>
                <a:gd name="T30" fmla="*/ 0 w 426"/>
                <a:gd name="T31" fmla="*/ 2 h 245"/>
                <a:gd name="T32" fmla="*/ 0 w 426"/>
                <a:gd name="T33" fmla="*/ 2 h 245"/>
                <a:gd name="T34" fmla="*/ 0 w 426"/>
                <a:gd name="T35" fmla="*/ 2 h 245"/>
                <a:gd name="T36" fmla="*/ 0 w 426"/>
                <a:gd name="T37" fmla="*/ 2 h 245"/>
                <a:gd name="T38" fmla="*/ 0 w 426"/>
                <a:gd name="T39" fmla="*/ 2 h 245"/>
                <a:gd name="T40" fmla="*/ 0 w 426"/>
                <a:gd name="T41" fmla="*/ 2 h 245"/>
                <a:gd name="T42" fmla="*/ 0 w 426"/>
                <a:gd name="T43" fmla="*/ 1 h 245"/>
                <a:gd name="T44" fmla="*/ 0 w 426"/>
                <a:gd name="T45" fmla="*/ 1 h 245"/>
                <a:gd name="T46" fmla="*/ 0 w 426"/>
                <a:gd name="T47" fmla="*/ 1 h 245"/>
                <a:gd name="T48" fmla="*/ 1 w 426"/>
                <a:gd name="T49" fmla="*/ 1 h 245"/>
                <a:gd name="T50" fmla="*/ 1 w 426"/>
                <a:gd name="T51" fmla="*/ 1 h 245"/>
                <a:gd name="T52" fmla="*/ 1 w 426"/>
                <a:gd name="T53" fmla="*/ 1 h 245"/>
                <a:gd name="T54" fmla="*/ 1 w 426"/>
                <a:gd name="T55" fmla="*/ 1 h 245"/>
                <a:gd name="T56" fmla="*/ 2 w 426"/>
                <a:gd name="T57" fmla="*/ 0 h 245"/>
                <a:gd name="T58" fmla="*/ 2 w 426"/>
                <a:gd name="T59" fmla="*/ 0 h 245"/>
                <a:gd name="T60" fmla="*/ 2 w 426"/>
                <a:gd name="T61" fmla="*/ 0 h 245"/>
                <a:gd name="T62" fmla="*/ 2 w 426"/>
                <a:gd name="T63" fmla="*/ 0 h 245"/>
                <a:gd name="T64" fmla="*/ 3 w 426"/>
                <a:gd name="T65" fmla="*/ 0 h 245"/>
                <a:gd name="T66" fmla="*/ 3 w 426"/>
                <a:gd name="T67" fmla="*/ 0 h 245"/>
                <a:gd name="T68" fmla="*/ 3 w 426"/>
                <a:gd name="T69" fmla="*/ 0 h 245"/>
                <a:gd name="T70" fmla="*/ 3 w 426"/>
                <a:gd name="T71" fmla="*/ 0 h 245"/>
                <a:gd name="T72" fmla="*/ 3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426" y="0"/>
                  </a:moveTo>
                  <a:lnTo>
                    <a:pt x="426" y="0"/>
                  </a:lnTo>
                  <a:lnTo>
                    <a:pt x="384" y="1"/>
                  </a:lnTo>
                  <a:lnTo>
                    <a:pt x="340" y="4"/>
                  </a:lnTo>
                  <a:lnTo>
                    <a:pt x="300" y="10"/>
                  </a:lnTo>
                  <a:lnTo>
                    <a:pt x="262" y="18"/>
                  </a:lnTo>
                  <a:lnTo>
                    <a:pt x="224" y="29"/>
                  </a:lnTo>
                  <a:lnTo>
                    <a:pt x="189" y="41"/>
                  </a:lnTo>
                  <a:lnTo>
                    <a:pt x="157" y="55"/>
                  </a:lnTo>
                  <a:lnTo>
                    <a:pt x="126" y="70"/>
                  </a:lnTo>
                  <a:lnTo>
                    <a:pt x="99" y="89"/>
                  </a:lnTo>
                  <a:lnTo>
                    <a:pt x="74" y="106"/>
                  </a:lnTo>
                  <a:lnTo>
                    <a:pt x="52" y="126"/>
                  </a:lnTo>
                  <a:lnTo>
                    <a:pt x="34" y="148"/>
                  </a:lnTo>
                  <a:lnTo>
                    <a:pt x="19" y="171"/>
                  </a:lnTo>
                  <a:lnTo>
                    <a:pt x="9" y="194"/>
                  </a:lnTo>
                  <a:lnTo>
                    <a:pt x="3" y="219"/>
                  </a:lnTo>
                  <a:lnTo>
                    <a:pt x="0" y="245"/>
                  </a:lnTo>
                  <a:lnTo>
                    <a:pt x="12" y="245"/>
                  </a:lnTo>
                  <a:lnTo>
                    <a:pt x="15" y="221"/>
                  </a:lnTo>
                  <a:lnTo>
                    <a:pt x="20" y="199"/>
                  </a:lnTo>
                  <a:lnTo>
                    <a:pt x="31" y="178"/>
                  </a:lnTo>
                  <a:lnTo>
                    <a:pt x="44" y="156"/>
                  </a:lnTo>
                  <a:lnTo>
                    <a:pt x="61" y="136"/>
                  </a:lnTo>
                  <a:lnTo>
                    <a:pt x="81" y="116"/>
                  </a:lnTo>
                  <a:lnTo>
                    <a:pt x="106" y="98"/>
                  </a:lnTo>
                  <a:lnTo>
                    <a:pt x="133" y="82"/>
                  </a:lnTo>
                  <a:lnTo>
                    <a:pt x="162" y="66"/>
                  </a:lnTo>
                  <a:lnTo>
                    <a:pt x="194" y="52"/>
                  </a:lnTo>
                  <a:lnTo>
                    <a:pt x="229" y="41"/>
                  </a:lnTo>
                  <a:lnTo>
                    <a:pt x="264" y="30"/>
                  </a:lnTo>
                  <a:lnTo>
                    <a:pt x="303" y="22"/>
                  </a:lnTo>
                  <a:lnTo>
                    <a:pt x="343" y="16"/>
                  </a:lnTo>
                  <a:lnTo>
                    <a:pt x="384" y="12"/>
                  </a:lnTo>
                  <a:lnTo>
                    <a:pt x="426" y="11"/>
                  </a:lnTo>
                  <a:lnTo>
                    <a:pt x="42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0728" name="Freeform 34"/>
            <p:cNvSpPr>
              <a:spLocks/>
            </p:cNvSpPr>
            <p:nvPr/>
          </p:nvSpPr>
          <p:spPr bwMode="auto">
            <a:xfrm>
              <a:off x="1587" y="1929"/>
              <a:ext cx="85" cy="49"/>
            </a:xfrm>
            <a:custGeom>
              <a:avLst/>
              <a:gdLst>
                <a:gd name="T0" fmla="*/ 0 w 426"/>
                <a:gd name="T1" fmla="*/ 0 h 245"/>
                <a:gd name="T2" fmla="*/ 0 w 426"/>
                <a:gd name="T3" fmla="*/ 0 h 245"/>
                <a:gd name="T4" fmla="*/ 0 w 426"/>
                <a:gd name="T5" fmla="*/ 0 h 245"/>
                <a:gd name="T6" fmla="*/ 0 w 426"/>
                <a:gd name="T7" fmla="*/ 0 h 245"/>
                <a:gd name="T8" fmla="*/ 0 w 426"/>
                <a:gd name="T9" fmla="*/ 1 h 245"/>
                <a:gd name="T10" fmla="*/ 0 w 426"/>
                <a:gd name="T11" fmla="*/ 1 h 245"/>
                <a:gd name="T12" fmla="*/ 0 w 426"/>
                <a:gd name="T13" fmla="*/ 1 h 245"/>
                <a:gd name="T14" fmla="*/ 1 w 426"/>
                <a:gd name="T15" fmla="*/ 1 h 245"/>
                <a:gd name="T16" fmla="*/ 1 w 426"/>
                <a:gd name="T17" fmla="*/ 1 h 245"/>
                <a:gd name="T18" fmla="*/ 1 w 426"/>
                <a:gd name="T19" fmla="*/ 1 h 245"/>
                <a:gd name="T20" fmla="*/ 1 w 426"/>
                <a:gd name="T21" fmla="*/ 2 h 245"/>
                <a:gd name="T22" fmla="*/ 2 w 426"/>
                <a:gd name="T23" fmla="*/ 2 h 245"/>
                <a:gd name="T24" fmla="*/ 2 w 426"/>
                <a:gd name="T25" fmla="*/ 2 h 245"/>
                <a:gd name="T26" fmla="*/ 2 w 426"/>
                <a:gd name="T27" fmla="*/ 2 h 245"/>
                <a:gd name="T28" fmla="*/ 2 w 426"/>
                <a:gd name="T29" fmla="*/ 2 h 245"/>
                <a:gd name="T30" fmla="*/ 3 w 426"/>
                <a:gd name="T31" fmla="*/ 2 h 245"/>
                <a:gd name="T32" fmla="*/ 3 w 426"/>
                <a:gd name="T33" fmla="*/ 2 h 245"/>
                <a:gd name="T34" fmla="*/ 3 w 426"/>
                <a:gd name="T35" fmla="*/ 2 h 245"/>
                <a:gd name="T36" fmla="*/ 3 w 426"/>
                <a:gd name="T37" fmla="*/ 2 h 245"/>
                <a:gd name="T38" fmla="*/ 3 w 426"/>
                <a:gd name="T39" fmla="*/ 2 h 245"/>
                <a:gd name="T40" fmla="*/ 3 w 426"/>
                <a:gd name="T41" fmla="*/ 2 h 245"/>
                <a:gd name="T42" fmla="*/ 2 w 426"/>
                <a:gd name="T43" fmla="*/ 2 h 245"/>
                <a:gd name="T44" fmla="*/ 2 w 426"/>
                <a:gd name="T45" fmla="*/ 2 h 245"/>
                <a:gd name="T46" fmla="*/ 2 w 426"/>
                <a:gd name="T47" fmla="*/ 2 h 245"/>
                <a:gd name="T48" fmla="*/ 2 w 426"/>
                <a:gd name="T49" fmla="*/ 2 h 245"/>
                <a:gd name="T50" fmla="*/ 1 w 426"/>
                <a:gd name="T51" fmla="*/ 1 h 245"/>
                <a:gd name="T52" fmla="*/ 1 w 426"/>
                <a:gd name="T53" fmla="*/ 1 h 245"/>
                <a:gd name="T54" fmla="*/ 1 w 426"/>
                <a:gd name="T55" fmla="*/ 1 h 245"/>
                <a:gd name="T56" fmla="*/ 1 w 426"/>
                <a:gd name="T57" fmla="*/ 1 h 245"/>
                <a:gd name="T58" fmla="*/ 0 w 426"/>
                <a:gd name="T59" fmla="*/ 1 h 245"/>
                <a:gd name="T60" fmla="*/ 0 w 426"/>
                <a:gd name="T61" fmla="*/ 1 h 245"/>
                <a:gd name="T62" fmla="*/ 0 w 426"/>
                <a:gd name="T63" fmla="*/ 1 h 245"/>
                <a:gd name="T64" fmla="*/ 0 w 426"/>
                <a:gd name="T65" fmla="*/ 0 h 245"/>
                <a:gd name="T66" fmla="*/ 0 w 426"/>
                <a:gd name="T67" fmla="*/ 0 h 245"/>
                <a:gd name="T68" fmla="*/ 0 w 426"/>
                <a:gd name="T69" fmla="*/ 0 h 245"/>
                <a:gd name="T70" fmla="*/ 0 w 426"/>
                <a:gd name="T71" fmla="*/ 0 h 245"/>
                <a:gd name="T72" fmla="*/ 0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0" y="0"/>
                  </a:moveTo>
                  <a:lnTo>
                    <a:pt x="0" y="0"/>
                  </a:lnTo>
                  <a:lnTo>
                    <a:pt x="3" y="25"/>
                  </a:lnTo>
                  <a:lnTo>
                    <a:pt x="9" y="50"/>
                  </a:lnTo>
                  <a:lnTo>
                    <a:pt x="19" y="73"/>
                  </a:lnTo>
                  <a:lnTo>
                    <a:pt x="34" y="96"/>
                  </a:lnTo>
                  <a:lnTo>
                    <a:pt x="52" y="118"/>
                  </a:lnTo>
                  <a:lnTo>
                    <a:pt x="74" y="138"/>
                  </a:lnTo>
                  <a:lnTo>
                    <a:pt x="99" y="156"/>
                  </a:lnTo>
                  <a:lnTo>
                    <a:pt x="126" y="174"/>
                  </a:lnTo>
                  <a:lnTo>
                    <a:pt x="157" y="190"/>
                  </a:lnTo>
                  <a:lnTo>
                    <a:pt x="189" y="204"/>
                  </a:lnTo>
                  <a:lnTo>
                    <a:pt x="224" y="215"/>
                  </a:lnTo>
                  <a:lnTo>
                    <a:pt x="262" y="226"/>
                  </a:lnTo>
                  <a:lnTo>
                    <a:pt x="300" y="234"/>
                  </a:lnTo>
                  <a:lnTo>
                    <a:pt x="340" y="240"/>
                  </a:lnTo>
                  <a:lnTo>
                    <a:pt x="384" y="244"/>
                  </a:lnTo>
                  <a:lnTo>
                    <a:pt x="426" y="245"/>
                  </a:lnTo>
                  <a:lnTo>
                    <a:pt x="426" y="233"/>
                  </a:lnTo>
                  <a:lnTo>
                    <a:pt x="384" y="232"/>
                  </a:lnTo>
                  <a:lnTo>
                    <a:pt x="343" y="228"/>
                  </a:lnTo>
                  <a:lnTo>
                    <a:pt x="303" y="222"/>
                  </a:lnTo>
                  <a:lnTo>
                    <a:pt x="264" y="214"/>
                  </a:lnTo>
                  <a:lnTo>
                    <a:pt x="229" y="204"/>
                  </a:lnTo>
                  <a:lnTo>
                    <a:pt x="194" y="192"/>
                  </a:lnTo>
                  <a:lnTo>
                    <a:pt x="162" y="178"/>
                  </a:lnTo>
                  <a:lnTo>
                    <a:pt x="133" y="163"/>
                  </a:lnTo>
                  <a:lnTo>
                    <a:pt x="106" y="146"/>
                  </a:lnTo>
                  <a:lnTo>
                    <a:pt x="81" y="129"/>
                  </a:lnTo>
                  <a:lnTo>
                    <a:pt x="61" y="109"/>
                  </a:lnTo>
                  <a:lnTo>
                    <a:pt x="44" y="89"/>
                  </a:lnTo>
                  <a:lnTo>
                    <a:pt x="31" y="66"/>
                  </a:lnTo>
                  <a:lnTo>
                    <a:pt x="20" y="45"/>
                  </a:lnTo>
                  <a:lnTo>
                    <a:pt x="15" y="2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0729" name="Freeform 35"/>
            <p:cNvSpPr>
              <a:spLocks/>
            </p:cNvSpPr>
            <p:nvPr/>
          </p:nvSpPr>
          <p:spPr bwMode="auto">
            <a:xfrm>
              <a:off x="878" y="1448"/>
              <a:ext cx="792" cy="954"/>
            </a:xfrm>
            <a:custGeom>
              <a:avLst/>
              <a:gdLst>
                <a:gd name="T0" fmla="*/ 13 w 3960"/>
                <a:gd name="T1" fmla="*/ 38 h 4768"/>
                <a:gd name="T2" fmla="*/ 14 w 3960"/>
                <a:gd name="T3" fmla="*/ 38 h 4768"/>
                <a:gd name="T4" fmla="*/ 15 w 3960"/>
                <a:gd name="T5" fmla="*/ 38 h 4768"/>
                <a:gd name="T6" fmla="*/ 15 w 3960"/>
                <a:gd name="T7" fmla="*/ 38 h 4768"/>
                <a:gd name="T8" fmla="*/ 16 w 3960"/>
                <a:gd name="T9" fmla="*/ 38 h 4768"/>
                <a:gd name="T10" fmla="*/ 17 w 3960"/>
                <a:gd name="T11" fmla="*/ 38 h 4768"/>
                <a:gd name="T12" fmla="*/ 17 w 3960"/>
                <a:gd name="T13" fmla="*/ 38 h 4768"/>
                <a:gd name="T14" fmla="*/ 18 w 3960"/>
                <a:gd name="T15" fmla="*/ 38 h 4768"/>
                <a:gd name="T16" fmla="*/ 18 w 3960"/>
                <a:gd name="T17" fmla="*/ 38 h 4768"/>
                <a:gd name="T18" fmla="*/ 29 w 3960"/>
                <a:gd name="T19" fmla="*/ 30 h 4768"/>
                <a:gd name="T20" fmla="*/ 30 w 3960"/>
                <a:gd name="T21" fmla="*/ 30 h 4768"/>
                <a:gd name="T22" fmla="*/ 30 w 3960"/>
                <a:gd name="T23" fmla="*/ 29 h 4768"/>
                <a:gd name="T24" fmla="*/ 31 w 3960"/>
                <a:gd name="T25" fmla="*/ 28 h 4768"/>
                <a:gd name="T26" fmla="*/ 31 w 3960"/>
                <a:gd name="T27" fmla="*/ 28 h 4768"/>
                <a:gd name="T28" fmla="*/ 31 w 3960"/>
                <a:gd name="T29" fmla="*/ 27 h 4768"/>
                <a:gd name="T30" fmla="*/ 32 w 3960"/>
                <a:gd name="T31" fmla="*/ 26 h 4768"/>
                <a:gd name="T32" fmla="*/ 32 w 3960"/>
                <a:gd name="T33" fmla="*/ 25 h 4768"/>
                <a:gd name="T34" fmla="*/ 32 w 3960"/>
                <a:gd name="T35" fmla="*/ 11 h 4768"/>
                <a:gd name="T36" fmla="*/ 32 w 3960"/>
                <a:gd name="T37" fmla="*/ 10 h 4768"/>
                <a:gd name="T38" fmla="*/ 31 w 3960"/>
                <a:gd name="T39" fmla="*/ 9 h 4768"/>
                <a:gd name="T40" fmla="*/ 31 w 3960"/>
                <a:gd name="T41" fmla="*/ 9 h 4768"/>
                <a:gd name="T42" fmla="*/ 31 w 3960"/>
                <a:gd name="T43" fmla="*/ 8 h 4768"/>
                <a:gd name="T44" fmla="*/ 31 w 3960"/>
                <a:gd name="T45" fmla="*/ 8 h 4768"/>
                <a:gd name="T46" fmla="*/ 30 w 3960"/>
                <a:gd name="T47" fmla="*/ 7 h 4768"/>
                <a:gd name="T48" fmla="*/ 30 w 3960"/>
                <a:gd name="T49" fmla="*/ 7 h 4768"/>
                <a:gd name="T50" fmla="*/ 29 w 3960"/>
                <a:gd name="T51" fmla="*/ 6 h 4768"/>
                <a:gd name="T52" fmla="*/ 19 w 3960"/>
                <a:gd name="T53" fmla="*/ 1 h 4768"/>
                <a:gd name="T54" fmla="*/ 18 w 3960"/>
                <a:gd name="T55" fmla="*/ 0 h 4768"/>
                <a:gd name="T56" fmla="*/ 17 w 3960"/>
                <a:gd name="T57" fmla="*/ 0 h 4768"/>
                <a:gd name="T58" fmla="*/ 17 w 3960"/>
                <a:gd name="T59" fmla="*/ 0 h 4768"/>
                <a:gd name="T60" fmla="*/ 16 w 3960"/>
                <a:gd name="T61" fmla="*/ 0 h 4768"/>
                <a:gd name="T62" fmla="*/ 15 w 3960"/>
                <a:gd name="T63" fmla="*/ 0 h 4768"/>
                <a:gd name="T64" fmla="*/ 14 w 3960"/>
                <a:gd name="T65" fmla="*/ 0 h 4768"/>
                <a:gd name="T66" fmla="*/ 14 w 3960"/>
                <a:gd name="T67" fmla="*/ 0 h 4768"/>
                <a:gd name="T68" fmla="*/ 2 w 3960"/>
                <a:gd name="T69" fmla="*/ 6 h 4768"/>
                <a:gd name="T70" fmla="*/ 2 w 3960"/>
                <a:gd name="T71" fmla="*/ 7 h 4768"/>
                <a:gd name="T72" fmla="*/ 1 w 3960"/>
                <a:gd name="T73" fmla="*/ 7 h 4768"/>
                <a:gd name="T74" fmla="*/ 1 w 3960"/>
                <a:gd name="T75" fmla="*/ 8 h 4768"/>
                <a:gd name="T76" fmla="*/ 1 w 3960"/>
                <a:gd name="T77" fmla="*/ 8 h 4768"/>
                <a:gd name="T78" fmla="*/ 0 w 3960"/>
                <a:gd name="T79" fmla="*/ 9 h 4768"/>
                <a:gd name="T80" fmla="*/ 0 w 3960"/>
                <a:gd name="T81" fmla="*/ 9 h 4768"/>
                <a:gd name="T82" fmla="*/ 0 w 3960"/>
                <a:gd name="T83" fmla="*/ 10 h 4768"/>
                <a:gd name="T84" fmla="*/ 0 w 3960"/>
                <a:gd name="T85" fmla="*/ 11 h 4768"/>
                <a:gd name="T86" fmla="*/ 0 w 3960"/>
                <a:gd name="T87" fmla="*/ 25 h 4768"/>
                <a:gd name="T88" fmla="*/ 0 w 3960"/>
                <a:gd name="T89" fmla="*/ 26 h 4768"/>
                <a:gd name="T90" fmla="*/ 0 w 3960"/>
                <a:gd name="T91" fmla="*/ 27 h 4768"/>
                <a:gd name="T92" fmla="*/ 1 w 3960"/>
                <a:gd name="T93" fmla="*/ 28 h 4768"/>
                <a:gd name="T94" fmla="*/ 1 w 3960"/>
                <a:gd name="T95" fmla="*/ 29 h 4768"/>
                <a:gd name="T96" fmla="*/ 1 w 3960"/>
                <a:gd name="T97" fmla="*/ 29 h 4768"/>
                <a:gd name="T98" fmla="*/ 2 w 3960"/>
                <a:gd name="T99" fmla="*/ 30 h 4768"/>
                <a:gd name="T100" fmla="*/ 3 w 3960"/>
                <a:gd name="T101" fmla="*/ 31 h 4768"/>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w 3960"/>
                <a:gd name="T154" fmla="*/ 0 h 4768"/>
                <a:gd name="T155" fmla="*/ 3960 w 3960"/>
                <a:gd name="T156" fmla="*/ 4768 h 4768"/>
              </a:gdLst>
              <a:ahLst/>
              <a:cxnLst>
                <a:cxn ang="T102">
                  <a:pos x="T0" y="T1"/>
                </a:cxn>
                <a:cxn ang="T103">
                  <a:pos x="T2" y="T3"/>
                </a:cxn>
                <a:cxn ang="T104">
                  <a:pos x="T4" y="T5"/>
                </a:cxn>
                <a:cxn ang="T105">
                  <a:pos x="T6" y="T7"/>
                </a:cxn>
                <a:cxn ang="T106">
                  <a:pos x="T8" y="T9"/>
                </a:cxn>
                <a:cxn ang="T107">
                  <a:pos x="T10" y="T11"/>
                </a:cxn>
                <a:cxn ang="T108">
                  <a:pos x="T12" y="T13"/>
                </a:cxn>
                <a:cxn ang="T109">
                  <a:pos x="T14" y="T15"/>
                </a:cxn>
                <a:cxn ang="T110">
                  <a:pos x="T16" y="T17"/>
                </a:cxn>
                <a:cxn ang="T111">
                  <a:pos x="T18" y="T19"/>
                </a:cxn>
                <a:cxn ang="T112">
                  <a:pos x="T20" y="T21"/>
                </a:cxn>
                <a:cxn ang="T113">
                  <a:pos x="T22" y="T23"/>
                </a:cxn>
                <a:cxn ang="T114">
                  <a:pos x="T24" y="T25"/>
                </a:cxn>
                <a:cxn ang="T115">
                  <a:pos x="T26" y="T27"/>
                </a:cxn>
                <a:cxn ang="T116">
                  <a:pos x="T28" y="T29"/>
                </a:cxn>
                <a:cxn ang="T117">
                  <a:pos x="T30" y="T31"/>
                </a:cxn>
                <a:cxn ang="T118">
                  <a:pos x="T32" y="T33"/>
                </a:cxn>
                <a:cxn ang="T119">
                  <a:pos x="T34" y="T35"/>
                </a:cxn>
                <a:cxn ang="T120">
                  <a:pos x="T36" y="T37"/>
                </a:cxn>
                <a:cxn ang="T121">
                  <a:pos x="T38" y="T39"/>
                </a:cxn>
                <a:cxn ang="T122">
                  <a:pos x="T40" y="T41"/>
                </a:cxn>
                <a:cxn ang="T123">
                  <a:pos x="T42" y="T43"/>
                </a:cxn>
                <a:cxn ang="T124">
                  <a:pos x="T44" y="T45"/>
                </a:cxn>
                <a:cxn ang="T125">
                  <a:pos x="T46" y="T47"/>
                </a:cxn>
                <a:cxn ang="T126">
                  <a:pos x="T48" y="T49"/>
                </a:cxn>
                <a:cxn ang="T127">
                  <a:pos x="T50" y="T51"/>
                </a:cxn>
                <a:cxn ang="T128">
                  <a:pos x="T52" y="T53"/>
                </a:cxn>
                <a:cxn ang="T129">
                  <a:pos x="T54" y="T55"/>
                </a:cxn>
                <a:cxn ang="T130">
                  <a:pos x="T56" y="T57"/>
                </a:cxn>
                <a:cxn ang="T131">
                  <a:pos x="T58" y="T59"/>
                </a:cxn>
                <a:cxn ang="T132">
                  <a:pos x="T60" y="T61"/>
                </a:cxn>
                <a:cxn ang="T133">
                  <a:pos x="T62" y="T63"/>
                </a:cxn>
                <a:cxn ang="T134">
                  <a:pos x="T64" y="T65"/>
                </a:cxn>
                <a:cxn ang="T135">
                  <a:pos x="T66" y="T67"/>
                </a:cxn>
                <a:cxn ang="T136">
                  <a:pos x="T68" y="T69"/>
                </a:cxn>
                <a:cxn ang="T137">
                  <a:pos x="T70" y="T71"/>
                </a:cxn>
                <a:cxn ang="T138">
                  <a:pos x="T72" y="T73"/>
                </a:cxn>
                <a:cxn ang="T139">
                  <a:pos x="T74" y="T75"/>
                </a:cxn>
                <a:cxn ang="T140">
                  <a:pos x="T76" y="T77"/>
                </a:cxn>
                <a:cxn ang="T141">
                  <a:pos x="T78" y="T79"/>
                </a:cxn>
                <a:cxn ang="T142">
                  <a:pos x="T80" y="T81"/>
                </a:cxn>
                <a:cxn ang="T143">
                  <a:pos x="T82" y="T83"/>
                </a:cxn>
                <a:cxn ang="T144">
                  <a:pos x="T84" y="T85"/>
                </a:cxn>
                <a:cxn ang="T145">
                  <a:pos x="T86" y="T87"/>
                </a:cxn>
                <a:cxn ang="T146">
                  <a:pos x="T88" y="T89"/>
                </a:cxn>
                <a:cxn ang="T147">
                  <a:pos x="T90" y="T91"/>
                </a:cxn>
                <a:cxn ang="T148">
                  <a:pos x="T92" y="T93"/>
                </a:cxn>
                <a:cxn ang="T149">
                  <a:pos x="T94" y="T95"/>
                </a:cxn>
                <a:cxn ang="T150">
                  <a:pos x="T96" y="T97"/>
                </a:cxn>
                <a:cxn ang="T151">
                  <a:pos x="T98" y="T99"/>
                </a:cxn>
                <a:cxn ang="T152">
                  <a:pos x="T100" y="T101"/>
                </a:cxn>
              </a:cxnLst>
              <a:rect l="T153" t="T154" r="T155" b="T156"/>
              <a:pathLst>
                <a:path w="3960" h="4768">
                  <a:moveTo>
                    <a:pt x="353" y="3849"/>
                  </a:moveTo>
                  <a:lnTo>
                    <a:pt x="1661" y="4700"/>
                  </a:lnTo>
                  <a:lnTo>
                    <a:pt x="1697" y="4717"/>
                  </a:lnTo>
                  <a:lnTo>
                    <a:pt x="1736" y="4731"/>
                  </a:lnTo>
                  <a:lnTo>
                    <a:pt x="1776" y="4742"/>
                  </a:lnTo>
                  <a:lnTo>
                    <a:pt x="1818" y="4753"/>
                  </a:lnTo>
                  <a:lnTo>
                    <a:pt x="1860" y="4760"/>
                  </a:lnTo>
                  <a:lnTo>
                    <a:pt x="1902" y="4765"/>
                  </a:lnTo>
                  <a:lnTo>
                    <a:pt x="1946" y="4768"/>
                  </a:lnTo>
                  <a:lnTo>
                    <a:pt x="1988" y="4768"/>
                  </a:lnTo>
                  <a:lnTo>
                    <a:pt x="2031" y="4767"/>
                  </a:lnTo>
                  <a:lnTo>
                    <a:pt x="2073" y="4763"/>
                  </a:lnTo>
                  <a:lnTo>
                    <a:pt x="2114" y="4758"/>
                  </a:lnTo>
                  <a:lnTo>
                    <a:pt x="2154" y="4751"/>
                  </a:lnTo>
                  <a:lnTo>
                    <a:pt x="2193" y="4740"/>
                  </a:lnTo>
                  <a:lnTo>
                    <a:pt x="2230" y="4729"/>
                  </a:lnTo>
                  <a:lnTo>
                    <a:pt x="2264" y="4715"/>
                  </a:lnTo>
                  <a:lnTo>
                    <a:pt x="2297" y="4700"/>
                  </a:lnTo>
                  <a:lnTo>
                    <a:pt x="3639" y="3825"/>
                  </a:lnTo>
                  <a:lnTo>
                    <a:pt x="3673" y="3795"/>
                  </a:lnTo>
                  <a:lnTo>
                    <a:pt x="3707" y="3761"/>
                  </a:lnTo>
                  <a:lnTo>
                    <a:pt x="3738" y="3725"/>
                  </a:lnTo>
                  <a:lnTo>
                    <a:pt x="3768" y="3685"/>
                  </a:lnTo>
                  <a:lnTo>
                    <a:pt x="3796" y="3644"/>
                  </a:lnTo>
                  <a:lnTo>
                    <a:pt x="3821" y="3599"/>
                  </a:lnTo>
                  <a:lnTo>
                    <a:pt x="3846" y="3553"/>
                  </a:lnTo>
                  <a:lnTo>
                    <a:pt x="3868" y="3505"/>
                  </a:lnTo>
                  <a:lnTo>
                    <a:pt x="3888" y="3456"/>
                  </a:lnTo>
                  <a:lnTo>
                    <a:pt x="3907" y="3406"/>
                  </a:lnTo>
                  <a:lnTo>
                    <a:pt x="3922" y="3354"/>
                  </a:lnTo>
                  <a:lnTo>
                    <a:pt x="3935" y="3303"/>
                  </a:lnTo>
                  <a:lnTo>
                    <a:pt x="3946" y="3250"/>
                  </a:lnTo>
                  <a:lnTo>
                    <a:pt x="3953" y="3197"/>
                  </a:lnTo>
                  <a:lnTo>
                    <a:pt x="3957" y="3144"/>
                  </a:lnTo>
                  <a:lnTo>
                    <a:pt x="3960" y="3092"/>
                  </a:lnTo>
                  <a:lnTo>
                    <a:pt x="3959" y="1313"/>
                  </a:lnTo>
                  <a:lnTo>
                    <a:pt x="3955" y="1271"/>
                  </a:lnTo>
                  <a:lnTo>
                    <a:pt x="3949" y="1229"/>
                  </a:lnTo>
                  <a:lnTo>
                    <a:pt x="3941" y="1189"/>
                  </a:lnTo>
                  <a:lnTo>
                    <a:pt x="3930" y="1149"/>
                  </a:lnTo>
                  <a:lnTo>
                    <a:pt x="3918" y="1111"/>
                  </a:lnTo>
                  <a:lnTo>
                    <a:pt x="3902" y="1075"/>
                  </a:lnTo>
                  <a:lnTo>
                    <a:pt x="3886" y="1040"/>
                  </a:lnTo>
                  <a:lnTo>
                    <a:pt x="3867" y="1006"/>
                  </a:lnTo>
                  <a:lnTo>
                    <a:pt x="3846" y="973"/>
                  </a:lnTo>
                  <a:lnTo>
                    <a:pt x="3823" y="942"/>
                  </a:lnTo>
                  <a:lnTo>
                    <a:pt x="3798" y="913"/>
                  </a:lnTo>
                  <a:lnTo>
                    <a:pt x="3771" y="886"/>
                  </a:lnTo>
                  <a:lnTo>
                    <a:pt x="3743" y="860"/>
                  </a:lnTo>
                  <a:lnTo>
                    <a:pt x="3714" y="837"/>
                  </a:lnTo>
                  <a:lnTo>
                    <a:pt x="3682" y="816"/>
                  </a:lnTo>
                  <a:lnTo>
                    <a:pt x="3649" y="796"/>
                  </a:lnTo>
                  <a:lnTo>
                    <a:pt x="2386" y="83"/>
                  </a:lnTo>
                  <a:lnTo>
                    <a:pt x="2350" y="65"/>
                  </a:lnTo>
                  <a:lnTo>
                    <a:pt x="2310" y="50"/>
                  </a:lnTo>
                  <a:lnTo>
                    <a:pt x="2268" y="36"/>
                  </a:lnTo>
                  <a:lnTo>
                    <a:pt x="2223" y="24"/>
                  </a:lnTo>
                  <a:lnTo>
                    <a:pt x="2178" y="15"/>
                  </a:lnTo>
                  <a:lnTo>
                    <a:pt x="2131" y="8"/>
                  </a:lnTo>
                  <a:lnTo>
                    <a:pt x="2082" y="3"/>
                  </a:lnTo>
                  <a:lnTo>
                    <a:pt x="2032" y="0"/>
                  </a:lnTo>
                  <a:lnTo>
                    <a:pt x="1982" y="1"/>
                  </a:lnTo>
                  <a:lnTo>
                    <a:pt x="1933" y="3"/>
                  </a:lnTo>
                  <a:lnTo>
                    <a:pt x="1882" y="9"/>
                  </a:lnTo>
                  <a:lnTo>
                    <a:pt x="1833" y="17"/>
                  </a:lnTo>
                  <a:lnTo>
                    <a:pt x="1785" y="29"/>
                  </a:lnTo>
                  <a:lnTo>
                    <a:pt x="1737" y="43"/>
                  </a:lnTo>
                  <a:lnTo>
                    <a:pt x="1691" y="62"/>
                  </a:lnTo>
                  <a:lnTo>
                    <a:pt x="1647" y="83"/>
                  </a:lnTo>
                  <a:lnTo>
                    <a:pt x="311" y="782"/>
                  </a:lnTo>
                  <a:lnTo>
                    <a:pt x="276" y="803"/>
                  </a:lnTo>
                  <a:lnTo>
                    <a:pt x="243" y="826"/>
                  </a:lnTo>
                  <a:lnTo>
                    <a:pt x="213" y="852"/>
                  </a:lnTo>
                  <a:lnTo>
                    <a:pt x="184" y="879"/>
                  </a:lnTo>
                  <a:lnTo>
                    <a:pt x="155" y="908"/>
                  </a:lnTo>
                  <a:lnTo>
                    <a:pt x="131" y="939"/>
                  </a:lnTo>
                  <a:lnTo>
                    <a:pt x="107" y="971"/>
                  </a:lnTo>
                  <a:lnTo>
                    <a:pt x="86" y="1005"/>
                  </a:lnTo>
                  <a:lnTo>
                    <a:pt x="68" y="1040"/>
                  </a:lnTo>
                  <a:lnTo>
                    <a:pt x="50" y="1076"/>
                  </a:lnTo>
                  <a:lnTo>
                    <a:pt x="36" y="1115"/>
                  </a:lnTo>
                  <a:lnTo>
                    <a:pt x="23" y="1153"/>
                  </a:lnTo>
                  <a:lnTo>
                    <a:pt x="14" y="1195"/>
                  </a:lnTo>
                  <a:lnTo>
                    <a:pt x="7" y="1236"/>
                  </a:lnTo>
                  <a:lnTo>
                    <a:pt x="2" y="1279"/>
                  </a:lnTo>
                  <a:lnTo>
                    <a:pt x="0" y="1322"/>
                  </a:lnTo>
                  <a:lnTo>
                    <a:pt x="0" y="3093"/>
                  </a:lnTo>
                  <a:lnTo>
                    <a:pt x="2" y="3147"/>
                  </a:lnTo>
                  <a:lnTo>
                    <a:pt x="7" y="3202"/>
                  </a:lnTo>
                  <a:lnTo>
                    <a:pt x="15" y="3257"/>
                  </a:lnTo>
                  <a:lnTo>
                    <a:pt x="27" y="3312"/>
                  </a:lnTo>
                  <a:lnTo>
                    <a:pt x="42" y="3366"/>
                  </a:lnTo>
                  <a:lnTo>
                    <a:pt x="59" y="3420"/>
                  </a:lnTo>
                  <a:lnTo>
                    <a:pt x="79" y="3474"/>
                  </a:lnTo>
                  <a:lnTo>
                    <a:pt x="102" y="3525"/>
                  </a:lnTo>
                  <a:lnTo>
                    <a:pt x="127" y="3576"/>
                  </a:lnTo>
                  <a:lnTo>
                    <a:pt x="154" y="3624"/>
                  </a:lnTo>
                  <a:lnTo>
                    <a:pt x="184" y="3670"/>
                  </a:lnTo>
                  <a:lnTo>
                    <a:pt x="214" y="3712"/>
                  </a:lnTo>
                  <a:lnTo>
                    <a:pt x="247" y="3752"/>
                  </a:lnTo>
                  <a:lnTo>
                    <a:pt x="281" y="3788"/>
                  </a:lnTo>
                  <a:lnTo>
                    <a:pt x="317" y="3821"/>
                  </a:lnTo>
                  <a:lnTo>
                    <a:pt x="353" y="384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0730" name="Freeform 36"/>
            <p:cNvSpPr>
              <a:spLocks/>
            </p:cNvSpPr>
            <p:nvPr/>
          </p:nvSpPr>
          <p:spPr bwMode="auto">
            <a:xfrm>
              <a:off x="943" y="2210"/>
              <a:ext cx="276" cy="187"/>
            </a:xfrm>
            <a:custGeom>
              <a:avLst/>
              <a:gdLst>
                <a:gd name="T0" fmla="*/ 11 w 1380"/>
                <a:gd name="T1" fmla="*/ 7 h 937"/>
                <a:gd name="T2" fmla="*/ 11 w 1380"/>
                <a:gd name="T3" fmla="*/ 7 h 937"/>
                <a:gd name="T4" fmla="*/ 0 w 1380"/>
                <a:gd name="T5" fmla="*/ 0 h 937"/>
                <a:gd name="T6" fmla="*/ 0 w 1380"/>
                <a:gd name="T7" fmla="*/ 1 h 937"/>
                <a:gd name="T8" fmla="*/ 10 w 1380"/>
                <a:gd name="T9" fmla="*/ 7 h 937"/>
                <a:gd name="T10" fmla="*/ 10 w 1380"/>
                <a:gd name="T11" fmla="*/ 7 h 937"/>
                <a:gd name="T12" fmla="*/ 10 w 1380"/>
                <a:gd name="T13" fmla="*/ 7 h 937"/>
                <a:gd name="T14" fmla="*/ 11 w 1380"/>
                <a:gd name="T15" fmla="*/ 7 h 937"/>
                <a:gd name="T16" fmla="*/ 11 w 1380"/>
                <a:gd name="T17" fmla="*/ 7 h 937"/>
                <a:gd name="T18" fmla="*/ 11 w 1380"/>
                <a:gd name="T19" fmla="*/ 7 h 937"/>
                <a:gd name="T20" fmla="*/ 11 w 1380"/>
                <a:gd name="T21" fmla="*/ 7 h 937"/>
                <a:gd name="T22" fmla="*/ 11 w 1380"/>
                <a:gd name="T23" fmla="*/ 7 h 937"/>
                <a:gd name="T24" fmla="*/ 11 w 1380"/>
                <a:gd name="T25" fmla="*/ 7 h 937"/>
                <a:gd name="T26" fmla="*/ 11 w 1380"/>
                <a:gd name="T27" fmla="*/ 7 h 937"/>
                <a:gd name="T28" fmla="*/ 11 w 1380"/>
                <a:gd name="T29" fmla="*/ 7 h 937"/>
                <a:gd name="T30" fmla="*/ 11 w 1380"/>
                <a:gd name="T31" fmla="*/ 7 h 93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80"/>
                <a:gd name="T49" fmla="*/ 0 h 937"/>
                <a:gd name="T50" fmla="*/ 1380 w 1380"/>
                <a:gd name="T51" fmla="*/ 937 h 93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80" h="937">
                  <a:moveTo>
                    <a:pt x="1354" y="848"/>
                  </a:moveTo>
                  <a:lnTo>
                    <a:pt x="1359" y="851"/>
                  </a:lnTo>
                  <a:lnTo>
                    <a:pt x="51" y="0"/>
                  </a:lnTo>
                  <a:lnTo>
                    <a:pt x="0" y="78"/>
                  </a:lnTo>
                  <a:lnTo>
                    <a:pt x="1307" y="929"/>
                  </a:lnTo>
                  <a:lnTo>
                    <a:pt x="1312" y="932"/>
                  </a:lnTo>
                  <a:lnTo>
                    <a:pt x="1307" y="929"/>
                  </a:lnTo>
                  <a:lnTo>
                    <a:pt x="1326" y="937"/>
                  </a:lnTo>
                  <a:lnTo>
                    <a:pt x="1345" y="936"/>
                  </a:lnTo>
                  <a:lnTo>
                    <a:pt x="1360" y="929"/>
                  </a:lnTo>
                  <a:lnTo>
                    <a:pt x="1372" y="916"/>
                  </a:lnTo>
                  <a:lnTo>
                    <a:pt x="1379" y="899"/>
                  </a:lnTo>
                  <a:lnTo>
                    <a:pt x="1380" y="883"/>
                  </a:lnTo>
                  <a:lnTo>
                    <a:pt x="1374" y="865"/>
                  </a:lnTo>
                  <a:lnTo>
                    <a:pt x="1359" y="851"/>
                  </a:lnTo>
                  <a:lnTo>
                    <a:pt x="1354" y="84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0731" name="Freeform 37"/>
            <p:cNvSpPr>
              <a:spLocks/>
            </p:cNvSpPr>
            <p:nvPr/>
          </p:nvSpPr>
          <p:spPr bwMode="auto">
            <a:xfrm>
              <a:off x="1206" y="2379"/>
              <a:ext cx="140" cy="32"/>
            </a:xfrm>
            <a:custGeom>
              <a:avLst/>
              <a:gdLst>
                <a:gd name="T0" fmla="*/ 5 w 703"/>
                <a:gd name="T1" fmla="*/ 0 h 162"/>
                <a:gd name="T2" fmla="*/ 5 w 703"/>
                <a:gd name="T3" fmla="*/ 0 h 162"/>
                <a:gd name="T4" fmla="*/ 5 w 703"/>
                <a:gd name="T5" fmla="*/ 0 h 162"/>
                <a:gd name="T6" fmla="*/ 5 w 703"/>
                <a:gd name="T7" fmla="*/ 0 h 162"/>
                <a:gd name="T8" fmla="*/ 4 w 703"/>
                <a:gd name="T9" fmla="*/ 0 h 162"/>
                <a:gd name="T10" fmla="*/ 4 w 703"/>
                <a:gd name="T11" fmla="*/ 0 h 162"/>
                <a:gd name="T12" fmla="*/ 4 w 703"/>
                <a:gd name="T13" fmla="*/ 0 h 162"/>
                <a:gd name="T14" fmla="*/ 3 w 703"/>
                <a:gd name="T15" fmla="*/ 1 h 162"/>
                <a:gd name="T16" fmla="*/ 3 w 703"/>
                <a:gd name="T17" fmla="*/ 1 h 162"/>
                <a:gd name="T18" fmla="*/ 3 w 703"/>
                <a:gd name="T19" fmla="*/ 1 h 162"/>
                <a:gd name="T20" fmla="*/ 2 w 703"/>
                <a:gd name="T21" fmla="*/ 1 h 162"/>
                <a:gd name="T22" fmla="*/ 2 w 703"/>
                <a:gd name="T23" fmla="*/ 1 h 162"/>
                <a:gd name="T24" fmla="*/ 2 w 703"/>
                <a:gd name="T25" fmla="*/ 0 h 162"/>
                <a:gd name="T26" fmla="*/ 1 w 703"/>
                <a:gd name="T27" fmla="*/ 0 h 162"/>
                <a:gd name="T28" fmla="*/ 1 w 703"/>
                <a:gd name="T29" fmla="*/ 0 h 162"/>
                <a:gd name="T30" fmla="*/ 1 w 703"/>
                <a:gd name="T31" fmla="*/ 0 h 162"/>
                <a:gd name="T32" fmla="*/ 1 w 703"/>
                <a:gd name="T33" fmla="*/ 0 h 162"/>
                <a:gd name="T34" fmla="*/ 0 w 703"/>
                <a:gd name="T35" fmla="*/ 0 h 162"/>
                <a:gd name="T36" fmla="*/ 0 w 703"/>
                <a:gd name="T37" fmla="*/ 1 h 162"/>
                <a:gd name="T38" fmla="*/ 0 w 703"/>
                <a:gd name="T39" fmla="*/ 1 h 162"/>
                <a:gd name="T40" fmla="*/ 1 w 703"/>
                <a:gd name="T41" fmla="*/ 1 h 162"/>
                <a:gd name="T42" fmla="*/ 1 w 703"/>
                <a:gd name="T43" fmla="*/ 1 h 162"/>
                <a:gd name="T44" fmla="*/ 1 w 703"/>
                <a:gd name="T45" fmla="*/ 1 h 162"/>
                <a:gd name="T46" fmla="*/ 2 w 703"/>
                <a:gd name="T47" fmla="*/ 1 h 162"/>
                <a:gd name="T48" fmla="*/ 2 w 703"/>
                <a:gd name="T49" fmla="*/ 1 h 162"/>
                <a:gd name="T50" fmla="*/ 2 w 703"/>
                <a:gd name="T51" fmla="*/ 1 h 162"/>
                <a:gd name="T52" fmla="*/ 3 w 703"/>
                <a:gd name="T53" fmla="*/ 1 h 162"/>
                <a:gd name="T54" fmla="*/ 3 w 703"/>
                <a:gd name="T55" fmla="*/ 1 h 162"/>
                <a:gd name="T56" fmla="*/ 3 w 703"/>
                <a:gd name="T57" fmla="*/ 1 h 162"/>
                <a:gd name="T58" fmla="*/ 4 w 703"/>
                <a:gd name="T59" fmla="*/ 1 h 162"/>
                <a:gd name="T60" fmla="*/ 4 w 703"/>
                <a:gd name="T61" fmla="*/ 1 h 162"/>
                <a:gd name="T62" fmla="*/ 5 w 703"/>
                <a:gd name="T63" fmla="*/ 1 h 162"/>
                <a:gd name="T64" fmla="*/ 5 w 703"/>
                <a:gd name="T65" fmla="*/ 1 h 162"/>
                <a:gd name="T66" fmla="*/ 5 w 703"/>
                <a:gd name="T67" fmla="*/ 1 h 162"/>
                <a:gd name="T68" fmla="*/ 5 w 703"/>
                <a:gd name="T69" fmla="*/ 1 h 162"/>
                <a:gd name="T70" fmla="*/ 5 w 703"/>
                <a:gd name="T71" fmla="*/ 1 h 162"/>
                <a:gd name="T72" fmla="*/ 5 w 703"/>
                <a:gd name="T73" fmla="*/ 1 h 162"/>
                <a:gd name="T74" fmla="*/ 5 w 703"/>
                <a:gd name="T75" fmla="*/ 1 h 162"/>
                <a:gd name="T76" fmla="*/ 6 w 703"/>
                <a:gd name="T77" fmla="*/ 0 h 162"/>
                <a:gd name="T78" fmla="*/ 6 w 703"/>
                <a:gd name="T79" fmla="*/ 0 h 162"/>
                <a:gd name="T80" fmla="*/ 6 w 703"/>
                <a:gd name="T81" fmla="*/ 0 h 162"/>
                <a:gd name="T82" fmla="*/ 5 w 703"/>
                <a:gd name="T83" fmla="*/ 0 h 162"/>
                <a:gd name="T84" fmla="*/ 5 w 703"/>
                <a:gd name="T85" fmla="*/ 0 h 162"/>
                <a:gd name="T86" fmla="*/ 5 w 703"/>
                <a:gd name="T87" fmla="*/ 0 h 162"/>
                <a:gd name="T88" fmla="*/ 5 w 703"/>
                <a:gd name="T89" fmla="*/ 0 h 162"/>
                <a:gd name="T90" fmla="*/ 5 w 703"/>
                <a:gd name="T91" fmla="*/ 0 h 162"/>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703"/>
                <a:gd name="T139" fmla="*/ 0 h 162"/>
                <a:gd name="T140" fmla="*/ 703 w 703"/>
                <a:gd name="T141" fmla="*/ 162 h 162"/>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703" h="162">
                  <a:moveTo>
                    <a:pt x="631" y="8"/>
                  </a:moveTo>
                  <a:lnTo>
                    <a:pt x="636" y="6"/>
                  </a:lnTo>
                  <a:lnTo>
                    <a:pt x="606" y="20"/>
                  </a:lnTo>
                  <a:lnTo>
                    <a:pt x="575" y="32"/>
                  </a:lnTo>
                  <a:lnTo>
                    <a:pt x="540" y="42"/>
                  </a:lnTo>
                  <a:lnTo>
                    <a:pt x="504" y="52"/>
                  </a:lnTo>
                  <a:lnTo>
                    <a:pt x="467" y="59"/>
                  </a:lnTo>
                  <a:lnTo>
                    <a:pt x="428" y="64"/>
                  </a:lnTo>
                  <a:lnTo>
                    <a:pt x="389" y="67"/>
                  </a:lnTo>
                  <a:lnTo>
                    <a:pt x="348" y="68"/>
                  </a:lnTo>
                  <a:lnTo>
                    <a:pt x="308" y="68"/>
                  </a:lnTo>
                  <a:lnTo>
                    <a:pt x="267" y="65"/>
                  </a:lnTo>
                  <a:lnTo>
                    <a:pt x="226" y="61"/>
                  </a:lnTo>
                  <a:lnTo>
                    <a:pt x="187" y="54"/>
                  </a:lnTo>
                  <a:lnTo>
                    <a:pt x="148" y="44"/>
                  </a:lnTo>
                  <a:lnTo>
                    <a:pt x="110" y="33"/>
                  </a:lnTo>
                  <a:lnTo>
                    <a:pt x="75" y="20"/>
                  </a:lnTo>
                  <a:lnTo>
                    <a:pt x="42" y="5"/>
                  </a:lnTo>
                  <a:lnTo>
                    <a:pt x="0" y="89"/>
                  </a:lnTo>
                  <a:lnTo>
                    <a:pt x="40" y="107"/>
                  </a:lnTo>
                  <a:lnTo>
                    <a:pt x="82" y="122"/>
                  </a:lnTo>
                  <a:lnTo>
                    <a:pt x="124" y="135"/>
                  </a:lnTo>
                  <a:lnTo>
                    <a:pt x="169" y="146"/>
                  </a:lnTo>
                  <a:lnTo>
                    <a:pt x="214" y="153"/>
                  </a:lnTo>
                  <a:lnTo>
                    <a:pt x="258" y="158"/>
                  </a:lnTo>
                  <a:lnTo>
                    <a:pt x="303" y="162"/>
                  </a:lnTo>
                  <a:lnTo>
                    <a:pt x="348" y="162"/>
                  </a:lnTo>
                  <a:lnTo>
                    <a:pt x="394" y="161"/>
                  </a:lnTo>
                  <a:lnTo>
                    <a:pt x="439" y="157"/>
                  </a:lnTo>
                  <a:lnTo>
                    <a:pt x="481" y="150"/>
                  </a:lnTo>
                  <a:lnTo>
                    <a:pt x="525" y="143"/>
                  </a:lnTo>
                  <a:lnTo>
                    <a:pt x="566" y="132"/>
                  </a:lnTo>
                  <a:lnTo>
                    <a:pt x="606" y="121"/>
                  </a:lnTo>
                  <a:lnTo>
                    <a:pt x="643" y="105"/>
                  </a:lnTo>
                  <a:lnTo>
                    <a:pt x="678" y="88"/>
                  </a:lnTo>
                  <a:lnTo>
                    <a:pt x="683" y="86"/>
                  </a:lnTo>
                  <a:lnTo>
                    <a:pt x="678" y="88"/>
                  </a:lnTo>
                  <a:lnTo>
                    <a:pt x="695" y="75"/>
                  </a:lnTo>
                  <a:lnTo>
                    <a:pt x="702" y="60"/>
                  </a:lnTo>
                  <a:lnTo>
                    <a:pt x="703" y="42"/>
                  </a:lnTo>
                  <a:lnTo>
                    <a:pt x="698" y="26"/>
                  </a:lnTo>
                  <a:lnTo>
                    <a:pt x="688" y="12"/>
                  </a:lnTo>
                  <a:lnTo>
                    <a:pt x="674" y="3"/>
                  </a:lnTo>
                  <a:lnTo>
                    <a:pt x="656" y="0"/>
                  </a:lnTo>
                  <a:lnTo>
                    <a:pt x="636" y="6"/>
                  </a:lnTo>
                  <a:lnTo>
                    <a:pt x="631"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0732" name="Freeform 38"/>
            <p:cNvSpPr>
              <a:spLocks/>
            </p:cNvSpPr>
            <p:nvPr/>
          </p:nvSpPr>
          <p:spPr bwMode="auto">
            <a:xfrm>
              <a:off x="1332" y="2204"/>
              <a:ext cx="283" cy="192"/>
            </a:xfrm>
            <a:custGeom>
              <a:avLst/>
              <a:gdLst>
                <a:gd name="T0" fmla="*/ 11 w 1415"/>
                <a:gd name="T1" fmla="*/ 0 h 960"/>
                <a:gd name="T2" fmla="*/ 11 w 1415"/>
                <a:gd name="T3" fmla="*/ 0 h 960"/>
                <a:gd name="T4" fmla="*/ 0 w 1415"/>
                <a:gd name="T5" fmla="*/ 7 h 960"/>
                <a:gd name="T6" fmla="*/ 0 w 1415"/>
                <a:gd name="T7" fmla="*/ 8 h 960"/>
                <a:gd name="T8" fmla="*/ 11 w 1415"/>
                <a:gd name="T9" fmla="*/ 1 h 960"/>
                <a:gd name="T10" fmla="*/ 11 w 1415"/>
                <a:gd name="T11" fmla="*/ 1 h 960"/>
                <a:gd name="T12" fmla="*/ 11 w 1415"/>
                <a:gd name="T13" fmla="*/ 1 h 960"/>
                <a:gd name="T14" fmla="*/ 11 w 1415"/>
                <a:gd name="T15" fmla="*/ 1 h 960"/>
                <a:gd name="T16" fmla="*/ 11 w 1415"/>
                <a:gd name="T17" fmla="*/ 0 h 960"/>
                <a:gd name="T18" fmla="*/ 11 w 1415"/>
                <a:gd name="T19" fmla="*/ 0 h 960"/>
                <a:gd name="T20" fmla="*/ 11 w 1415"/>
                <a:gd name="T21" fmla="*/ 0 h 960"/>
                <a:gd name="T22" fmla="*/ 11 w 1415"/>
                <a:gd name="T23" fmla="*/ 0 h 960"/>
                <a:gd name="T24" fmla="*/ 11 w 1415"/>
                <a:gd name="T25" fmla="*/ 0 h 960"/>
                <a:gd name="T26" fmla="*/ 11 w 1415"/>
                <a:gd name="T27" fmla="*/ 0 h 960"/>
                <a:gd name="T28" fmla="*/ 11 w 1415"/>
                <a:gd name="T29" fmla="*/ 0 h 960"/>
                <a:gd name="T30" fmla="*/ 11 w 1415"/>
                <a:gd name="T31" fmla="*/ 0 h 96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15"/>
                <a:gd name="T49" fmla="*/ 0 h 960"/>
                <a:gd name="T50" fmla="*/ 1415 w 1415"/>
                <a:gd name="T51" fmla="*/ 960 h 96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15" h="960">
                  <a:moveTo>
                    <a:pt x="1338" y="10"/>
                  </a:moveTo>
                  <a:lnTo>
                    <a:pt x="1342" y="8"/>
                  </a:lnTo>
                  <a:lnTo>
                    <a:pt x="0" y="882"/>
                  </a:lnTo>
                  <a:lnTo>
                    <a:pt x="52" y="960"/>
                  </a:lnTo>
                  <a:lnTo>
                    <a:pt x="1393" y="85"/>
                  </a:lnTo>
                  <a:lnTo>
                    <a:pt x="1397" y="83"/>
                  </a:lnTo>
                  <a:lnTo>
                    <a:pt x="1393" y="85"/>
                  </a:lnTo>
                  <a:lnTo>
                    <a:pt x="1409" y="71"/>
                  </a:lnTo>
                  <a:lnTo>
                    <a:pt x="1415" y="53"/>
                  </a:lnTo>
                  <a:lnTo>
                    <a:pt x="1413" y="37"/>
                  </a:lnTo>
                  <a:lnTo>
                    <a:pt x="1406" y="21"/>
                  </a:lnTo>
                  <a:lnTo>
                    <a:pt x="1395" y="8"/>
                  </a:lnTo>
                  <a:lnTo>
                    <a:pt x="1379" y="1"/>
                  </a:lnTo>
                  <a:lnTo>
                    <a:pt x="1361" y="0"/>
                  </a:lnTo>
                  <a:lnTo>
                    <a:pt x="1342" y="8"/>
                  </a:lnTo>
                  <a:lnTo>
                    <a:pt x="1338" y="1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0733" name="Freeform 39"/>
            <p:cNvSpPr>
              <a:spLocks/>
            </p:cNvSpPr>
            <p:nvPr/>
          </p:nvSpPr>
          <p:spPr bwMode="auto">
            <a:xfrm>
              <a:off x="1599" y="2057"/>
              <a:ext cx="80" cy="163"/>
            </a:xfrm>
            <a:custGeom>
              <a:avLst/>
              <a:gdLst>
                <a:gd name="T0" fmla="*/ 2 w 398"/>
                <a:gd name="T1" fmla="*/ 0 h 817"/>
                <a:gd name="T2" fmla="*/ 2 w 398"/>
                <a:gd name="T3" fmla="*/ 0 h 817"/>
                <a:gd name="T4" fmla="*/ 2 w 398"/>
                <a:gd name="T5" fmla="*/ 1 h 817"/>
                <a:gd name="T6" fmla="*/ 2 w 398"/>
                <a:gd name="T7" fmla="*/ 1 h 817"/>
                <a:gd name="T8" fmla="*/ 2 w 398"/>
                <a:gd name="T9" fmla="*/ 2 h 817"/>
                <a:gd name="T10" fmla="*/ 2 w 398"/>
                <a:gd name="T11" fmla="*/ 2 h 817"/>
                <a:gd name="T12" fmla="*/ 2 w 398"/>
                <a:gd name="T13" fmla="*/ 2 h 817"/>
                <a:gd name="T14" fmla="*/ 2 w 398"/>
                <a:gd name="T15" fmla="*/ 3 h 817"/>
                <a:gd name="T16" fmla="*/ 2 w 398"/>
                <a:gd name="T17" fmla="*/ 3 h 817"/>
                <a:gd name="T18" fmla="*/ 2 w 398"/>
                <a:gd name="T19" fmla="*/ 4 h 817"/>
                <a:gd name="T20" fmla="*/ 2 w 398"/>
                <a:gd name="T21" fmla="*/ 4 h 817"/>
                <a:gd name="T22" fmla="*/ 1 w 398"/>
                <a:gd name="T23" fmla="*/ 4 h 817"/>
                <a:gd name="T24" fmla="*/ 1 w 398"/>
                <a:gd name="T25" fmla="*/ 5 h 817"/>
                <a:gd name="T26" fmla="*/ 1 w 398"/>
                <a:gd name="T27" fmla="*/ 5 h 817"/>
                <a:gd name="T28" fmla="*/ 1 w 398"/>
                <a:gd name="T29" fmla="*/ 5 h 817"/>
                <a:gd name="T30" fmla="*/ 1 w 398"/>
                <a:gd name="T31" fmla="*/ 5 h 817"/>
                <a:gd name="T32" fmla="*/ 0 w 398"/>
                <a:gd name="T33" fmla="*/ 6 h 817"/>
                <a:gd name="T34" fmla="*/ 0 w 398"/>
                <a:gd name="T35" fmla="*/ 6 h 817"/>
                <a:gd name="T36" fmla="*/ 0 w 398"/>
                <a:gd name="T37" fmla="*/ 7 h 817"/>
                <a:gd name="T38" fmla="*/ 1 w 398"/>
                <a:gd name="T39" fmla="*/ 6 h 817"/>
                <a:gd name="T40" fmla="*/ 1 w 398"/>
                <a:gd name="T41" fmla="*/ 6 h 817"/>
                <a:gd name="T42" fmla="*/ 1 w 398"/>
                <a:gd name="T43" fmla="*/ 6 h 817"/>
                <a:gd name="T44" fmla="*/ 2 w 398"/>
                <a:gd name="T45" fmla="*/ 5 h 817"/>
                <a:gd name="T46" fmla="*/ 2 w 398"/>
                <a:gd name="T47" fmla="*/ 5 h 817"/>
                <a:gd name="T48" fmla="*/ 2 w 398"/>
                <a:gd name="T49" fmla="*/ 5 h 817"/>
                <a:gd name="T50" fmla="*/ 2 w 398"/>
                <a:gd name="T51" fmla="*/ 4 h 817"/>
                <a:gd name="T52" fmla="*/ 2 w 398"/>
                <a:gd name="T53" fmla="*/ 4 h 817"/>
                <a:gd name="T54" fmla="*/ 3 w 398"/>
                <a:gd name="T55" fmla="*/ 3 h 817"/>
                <a:gd name="T56" fmla="*/ 3 w 398"/>
                <a:gd name="T57" fmla="*/ 3 h 817"/>
                <a:gd name="T58" fmla="*/ 3 w 398"/>
                <a:gd name="T59" fmla="*/ 3 h 817"/>
                <a:gd name="T60" fmla="*/ 3 w 398"/>
                <a:gd name="T61" fmla="*/ 2 h 817"/>
                <a:gd name="T62" fmla="*/ 3 w 398"/>
                <a:gd name="T63" fmla="*/ 2 h 817"/>
                <a:gd name="T64" fmla="*/ 3 w 398"/>
                <a:gd name="T65" fmla="*/ 1 h 817"/>
                <a:gd name="T66" fmla="*/ 3 w 398"/>
                <a:gd name="T67" fmla="*/ 1 h 817"/>
                <a:gd name="T68" fmla="*/ 3 w 398"/>
                <a:gd name="T69" fmla="*/ 0 h 817"/>
                <a:gd name="T70" fmla="*/ 3 w 398"/>
                <a:gd name="T71" fmla="*/ 0 h 817"/>
                <a:gd name="T72" fmla="*/ 3 w 398"/>
                <a:gd name="T73" fmla="*/ 0 h 817"/>
                <a:gd name="T74" fmla="*/ 3 w 398"/>
                <a:gd name="T75" fmla="*/ 0 h 817"/>
                <a:gd name="T76" fmla="*/ 3 w 398"/>
                <a:gd name="T77" fmla="*/ 0 h 817"/>
                <a:gd name="T78" fmla="*/ 3 w 398"/>
                <a:gd name="T79" fmla="*/ 0 h 817"/>
                <a:gd name="T80" fmla="*/ 3 w 398"/>
                <a:gd name="T81" fmla="*/ 0 h 817"/>
                <a:gd name="T82" fmla="*/ 3 w 398"/>
                <a:gd name="T83" fmla="*/ 0 h 817"/>
                <a:gd name="T84" fmla="*/ 3 w 398"/>
                <a:gd name="T85" fmla="*/ 0 h 817"/>
                <a:gd name="T86" fmla="*/ 2 w 398"/>
                <a:gd name="T87" fmla="*/ 0 h 817"/>
                <a:gd name="T88" fmla="*/ 2 w 398"/>
                <a:gd name="T89" fmla="*/ 0 h 817"/>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398"/>
                <a:gd name="T136" fmla="*/ 0 h 817"/>
                <a:gd name="T137" fmla="*/ 398 w 398"/>
                <a:gd name="T138" fmla="*/ 817 h 817"/>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398" h="817">
                  <a:moveTo>
                    <a:pt x="304" y="47"/>
                  </a:moveTo>
                  <a:lnTo>
                    <a:pt x="304" y="47"/>
                  </a:lnTo>
                  <a:lnTo>
                    <a:pt x="301" y="97"/>
                  </a:lnTo>
                  <a:lnTo>
                    <a:pt x="297" y="147"/>
                  </a:lnTo>
                  <a:lnTo>
                    <a:pt x="291" y="198"/>
                  </a:lnTo>
                  <a:lnTo>
                    <a:pt x="280" y="247"/>
                  </a:lnTo>
                  <a:lnTo>
                    <a:pt x="268" y="297"/>
                  </a:lnTo>
                  <a:lnTo>
                    <a:pt x="253" y="347"/>
                  </a:lnTo>
                  <a:lnTo>
                    <a:pt x="236" y="395"/>
                  </a:lnTo>
                  <a:lnTo>
                    <a:pt x="217" y="442"/>
                  </a:lnTo>
                  <a:lnTo>
                    <a:pt x="195" y="487"/>
                  </a:lnTo>
                  <a:lnTo>
                    <a:pt x="171" y="532"/>
                  </a:lnTo>
                  <a:lnTo>
                    <a:pt x="147" y="574"/>
                  </a:lnTo>
                  <a:lnTo>
                    <a:pt x="121" y="613"/>
                  </a:lnTo>
                  <a:lnTo>
                    <a:pt x="93" y="650"/>
                  </a:lnTo>
                  <a:lnTo>
                    <a:pt x="64" y="684"/>
                  </a:lnTo>
                  <a:lnTo>
                    <a:pt x="32" y="716"/>
                  </a:lnTo>
                  <a:lnTo>
                    <a:pt x="0" y="744"/>
                  </a:lnTo>
                  <a:lnTo>
                    <a:pt x="59" y="817"/>
                  </a:lnTo>
                  <a:lnTo>
                    <a:pt x="95" y="784"/>
                  </a:lnTo>
                  <a:lnTo>
                    <a:pt x="132" y="748"/>
                  </a:lnTo>
                  <a:lnTo>
                    <a:pt x="166" y="709"/>
                  </a:lnTo>
                  <a:lnTo>
                    <a:pt x="196" y="667"/>
                  </a:lnTo>
                  <a:lnTo>
                    <a:pt x="227" y="623"/>
                  </a:lnTo>
                  <a:lnTo>
                    <a:pt x="253" y="576"/>
                  </a:lnTo>
                  <a:lnTo>
                    <a:pt x="279" y="530"/>
                  </a:lnTo>
                  <a:lnTo>
                    <a:pt x="301" y="479"/>
                  </a:lnTo>
                  <a:lnTo>
                    <a:pt x="323" y="428"/>
                  </a:lnTo>
                  <a:lnTo>
                    <a:pt x="342" y="375"/>
                  </a:lnTo>
                  <a:lnTo>
                    <a:pt x="359" y="321"/>
                  </a:lnTo>
                  <a:lnTo>
                    <a:pt x="372" y="268"/>
                  </a:lnTo>
                  <a:lnTo>
                    <a:pt x="382" y="212"/>
                  </a:lnTo>
                  <a:lnTo>
                    <a:pt x="391" y="157"/>
                  </a:lnTo>
                  <a:lnTo>
                    <a:pt x="395" y="102"/>
                  </a:lnTo>
                  <a:lnTo>
                    <a:pt x="398" y="47"/>
                  </a:lnTo>
                  <a:lnTo>
                    <a:pt x="394" y="27"/>
                  </a:lnTo>
                  <a:lnTo>
                    <a:pt x="383" y="11"/>
                  </a:lnTo>
                  <a:lnTo>
                    <a:pt x="368" y="3"/>
                  </a:lnTo>
                  <a:lnTo>
                    <a:pt x="351" y="0"/>
                  </a:lnTo>
                  <a:lnTo>
                    <a:pt x="333" y="3"/>
                  </a:lnTo>
                  <a:lnTo>
                    <a:pt x="319" y="11"/>
                  </a:lnTo>
                  <a:lnTo>
                    <a:pt x="307" y="27"/>
                  </a:lnTo>
                  <a:lnTo>
                    <a:pt x="304" y="4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0734" name="Freeform 40"/>
            <p:cNvSpPr>
              <a:spLocks/>
            </p:cNvSpPr>
            <p:nvPr/>
          </p:nvSpPr>
          <p:spPr bwMode="auto">
            <a:xfrm>
              <a:off x="1660" y="1701"/>
              <a:ext cx="19" cy="365"/>
            </a:xfrm>
            <a:custGeom>
              <a:avLst/>
              <a:gdLst>
                <a:gd name="T0" fmla="*/ 0 w 95"/>
                <a:gd name="T1" fmla="*/ 0 h 1826"/>
                <a:gd name="T2" fmla="*/ 0 w 95"/>
                <a:gd name="T3" fmla="*/ 0 h 1826"/>
                <a:gd name="T4" fmla="*/ 0 w 95"/>
                <a:gd name="T5" fmla="*/ 15 h 1826"/>
                <a:gd name="T6" fmla="*/ 1 w 95"/>
                <a:gd name="T7" fmla="*/ 15 h 1826"/>
                <a:gd name="T8" fmla="*/ 1 w 95"/>
                <a:gd name="T9" fmla="*/ 0 h 1826"/>
                <a:gd name="T10" fmla="*/ 1 w 95"/>
                <a:gd name="T11" fmla="*/ 0 h 1826"/>
                <a:gd name="T12" fmla="*/ 1 w 95"/>
                <a:gd name="T13" fmla="*/ 0 h 1826"/>
                <a:gd name="T14" fmla="*/ 1 w 95"/>
                <a:gd name="T15" fmla="*/ 0 h 1826"/>
                <a:gd name="T16" fmla="*/ 1 w 95"/>
                <a:gd name="T17" fmla="*/ 0 h 1826"/>
                <a:gd name="T18" fmla="*/ 1 w 95"/>
                <a:gd name="T19" fmla="*/ 0 h 1826"/>
                <a:gd name="T20" fmla="*/ 0 w 95"/>
                <a:gd name="T21" fmla="*/ 0 h 1826"/>
                <a:gd name="T22" fmla="*/ 0 w 95"/>
                <a:gd name="T23" fmla="*/ 0 h 1826"/>
                <a:gd name="T24" fmla="*/ 0 w 95"/>
                <a:gd name="T25" fmla="*/ 0 h 1826"/>
                <a:gd name="T26" fmla="*/ 0 w 95"/>
                <a:gd name="T27" fmla="*/ 0 h 1826"/>
                <a:gd name="T28" fmla="*/ 0 w 95"/>
                <a:gd name="T29" fmla="*/ 0 h 1826"/>
                <a:gd name="T30" fmla="*/ 0 w 95"/>
                <a:gd name="T31" fmla="*/ 0 h 182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95"/>
                <a:gd name="T49" fmla="*/ 0 h 1826"/>
                <a:gd name="T50" fmla="*/ 95 w 95"/>
                <a:gd name="T51" fmla="*/ 1826 h 182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95" h="1826">
                  <a:moveTo>
                    <a:pt x="0" y="49"/>
                  </a:moveTo>
                  <a:lnTo>
                    <a:pt x="0" y="47"/>
                  </a:lnTo>
                  <a:lnTo>
                    <a:pt x="1" y="1826"/>
                  </a:lnTo>
                  <a:lnTo>
                    <a:pt x="95" y="1826"/>
                  </a:lnTo>
                  <a:lnTo>
                    <a:pt x="93" y="47"/>
                  </a:lnTo>
                  <a:lnTo>
                    <a:pt x="93" y="45"/>
                  </a:lnTo>
                  <a:lnTo>
                    <a:pt x="93" y="47"/>
                  </a:lnTo>
                  <a:lnTo>
                    <a:pt x="90" y="27"/>
                  </a:lnTo>
                  <a:lnTo>
                    <a:pt x="79" y="12"/>
                  </a:lnTo>
                  <a:lnTo>
                    <a:pt x="64" y="4"/>
                  </a:lnTo>
                  <a:lnTo>
                    <a:pt x="47" y="0"/>
                  </a:lnTo>
                  <a:lnTo>
                    <a:pt x="29" y="4"/>
                  </a:lnTo>
                  <a:lnTo>
                    <a:pt x="15" y="12"/>
                  </a:lnTo>
                  <a:lnTo>
                    <a:pt x="3" y="27"/>
                  </a:lnTo>
                  <a:lnTo>
                    <a:pt x="0" y="47"/>
                  </a:lnTo>
                  <a:lnTo>
                    <a:pt x="0" y="4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0735" name="Freeform 41"/>
            <p:cNvSpPr>
              <a:spLocks/>
            </p:cNvSpPr>
            <p:nvPr/>
          </p:nvSpPr>
          <p:spPr bwMode="auto">
            <a:xfrm>
              <a:off x="1598" y="1598"/>
              <a:ext cx="81" cy="113"/>
            </a:xfrm>
            <a:custGeom>
              <a:avLst/>
              <a:gdLst>
                <a:gd name="T0" fmla="*/ 0 w 401"/>
                <a:gd name="T1" fmla="*/ 1 h 566"/>
                <a:gd name="T2" fmla="*/ 0 w 401"/>
                <a:gd name="T3" fmla="*/ 1 h 566"/>
                <a:gd name="T4" fmla="*/ 0 w 401"/>
                <a:gd name="T5" fmla="*/ 1 h 566"/>
                <a:gd name="T6" fmla="*/ 1 w 401"/>
                <a:gd name="T7" fmla="*/ 1 h 566"/>
                <a:gd name="T8" fmla="*/ 1 w 401"/>
                <a:gd name="T9" fmla="*/ 1 h 566"/>
                <a:gd name="T10" fmla="*/ 1 w 401"/>
                <a:gd name="T11" fmla="*/ 1 h 566"/>
                <a:gd name="T12" fmla="*/ 1 w 401"/>
                <a:gd name="T13" fmla="*/ 2 h 566"/>
                <a:gd name="T14" fmla="*/ 1 w 401"/>
                <a:gd name="T15" fmla="*/ 2 h 566"/>
                <a:gd name="T16" fmla="*/ 2 w 401"/>
                <a:gd name="T17" fmla="*/ 2 h 566"/>
                <a:gd name="T18" fmla="*/ 2 w 401"/>
                <a:gd name="T19" fmla="*/ 2 h 566"/>
                <a:gd name="T20" fmla="*/ 2 w 401"/>
                <a:gd name="T21" fmla="*/ 2 h 566"/>
                <a:gd name="T22" fmla="*/ 2 w 401"/>
                <a:gd name="T23" fmla="*/ 3 h 566"/>
                <a:gd name="T24" fmla="*/ 2 w 401"/>
                <a:gd name="T25" fmla="*/ 3 h 566"/>
                <a:gd name="T26" fmla="*/ 2 w 401"/>
                <a:gd name="T27" fmla="*/ 3 h 566"/>
                <a:gd name="T28" fmla="*/ 2 w 401"/>
                <a:gd name="T29" fmla="*/ 4 h 566"/>
                <a:gd name="T30" fmla="*/ 2 w 401"/>
                <a:gd name="T31" fmla="*/ 4 h 566"/>
                <a:gd name="T32" fmla="*/ 2 w 401"/>
                <a:gd name="T33" fmla="*/ 4 h 566"/>
                <a:gd name="T34" fmla="*/ 3 w 401"/>
                <a:gd name="T35" fmla="*/ 5 h 566"/>
                <a:gd name="T36" fmla="*/ 3 w 401"/>
                <a:gd name="T37" fmla="*/ 4 h 566"/>
                <a:gd name="T38" fmla="*/ 3 w 401"/>
                <a:gd name="T39" fmla="*/ 4 h 566"/>
                <a:gd name="T40" fmla="*/ 3 w 401"/>
                <a:gd name="T41" fmla="*/ 4 h 566"/>
                <a:gd name="T42" fmla="*/ 3 w 401"/>
                <a:gd name="T43" fmla="*/ 3 h 566"/>
                <a:gd name="T44" fmla="*/ 3 w 401"/>
                <a:gd name="T45" fmla="*/ 3 h 566"/>
                <a:gd name="T46" fmla="*/ 3 w 401"/>
                <a:gd name="T47" fmla="*/ 3 h 566"/>
                <a:gd name="T48" fmla="*/ 3 w 401"/>
                <a:gd name="T49" fmla="*/ 2 h 566"/>
                <a:gd name="T50" fmla="*/ 3 w 401"/>
                <a:gd name="T51" fmla="*/ 2 h 566"/>
                <a:gd name="T52" fmla="*/ 2 w 401"/>
                <a:gd name="T53" fmla="*/ 2 h 566"/>
                <a:gd name="T54" fmla="*/ 2 w 401"/>
                <a:gd name="T55" fmla="*/ 2 h 566"/>
                <a:gd name="T56" fmla="*/ 2 w 401"/>
                <a:gd name="T57" fmla="*/ 1 h 566"/>
                <a:gd name="T58" fmla="*/ 2 w 401"/>
                <a:gd name="T59" fmla="*/ 1 h 566"/>
                <a:gd name="T60" fmla="*/ 2 w 401"/>
                <a:gd name="T61" fmla="*/ 1 h 566"/>
                <a:gd name="T62" fmla="*/ 1 w 401"/>
                <a:gd name="T63" fmla="*/ 1 h 566"/>
                <a:gd name="T64" fmla="*/ 1 w 401"/>
                <a:gd name="T65" fmla="*/ 0 h 566"/>
                <a:gd name="T66" fmla="*/ 1 w 401"/>
                <a:gd name="T67" fmla="*/ 0 h 566"/>
                <a:gd name="T68" fmla="*/ 1 w 401"/>
                <a:gd name="T69" fmla="*/ 0 h 566"/>
                <a:gd name="T70" fmla="*/ 1 w 401"/>
                <a:gd name="T71" fmla="*/ 0 h 566"/>
                <a:gd name="T72" fmla="*/ 1 w 401"/>
                <a:gd name="T73" fmla="*/ 0 h 566"/>
                <a:gd name="T74" fmla="*/ 0 w 401"/>
                <a:gd name="T75" fmla="*/ 0 h 566"/>
                <a:gd name="T76" fmla="*/ 0 w 401"/>
                <a:gd name="T77" fmla="*/ 0 h 566"/>
                <a:gd name="T78" fmla="*/ 0 w 401"/>
                <a:gd name="T79" fmla="*/ 0 h 566"/>
                <a:gd name="T80" fmla="*/ 0 w 401"/>
                <a:gd name="T81" fmla="*/ 0 h 566"/>
                <a:gd name="T82" fmla="*/ 0 w 401"/>
                <a:gd name="T83" fmla="*/ 0 h 566"/>
                <a:gd name="T84" fmla="*/ 0 w 401"/>
                <a:gd name="T85" fmla="*/ 0 h 566"/>
                <a:gd name="T86" fmla="*/ 0 w 401"/>
                <a:gd name="T87" fmla="*/ 1 h 566"/>
                <a:gd name="T88" fmla="*/ 0 w 401"/>
                <a:gd name="T89" fmla="*/ 1 h 56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401"/>
                <a:gd name="T136" fmla="*/ 0 h 566"/>
                <a:gd name="T137" fmla="*/ 401 w 401"/>
                <a:gd name="T138" fmla="*/ 566 h 566"/>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401" h="566">
                  <a:moveTo>
                    <a:pt x="23" y="88"/>
                  </a:moveTo>
                  <a:lnTo>
                    <a:pt x="23" y="88"/>
                  </a:lnTo>
                  <a:lnTo>
                    <a:pt x="53" y="107"/>
                  </a:lnTo>
                  <a:lnTo>
                    <a:pt x="83" y="125"/>
                  </a:lnTo>
                  <a:lnTo>
                    <a:pt x="108" y="147"/>
                  </a:lnTo>
                  <a:lnTo>
                    <a:pt x="135" y="171"/>
                  </a:lnTo>
                  <a:lnTo>
                    <a:pt x="160" y="196"/>
                  </a:lnTo>
                  <a:lnTo>
                    <a:pt x="182" y="223"/>
                  </a:lnTo>
                  <a:lnTo>
                    <a:pt x="205" y="251"/>
                  </a:lnTo>
                  <a:lnTo>
                    <a:pt x="223" y="281"/>
                  </a:lnTo>
                  <a:lnTo>
                    <a:pt x="240" y="312"/>
                  </a:lnTo>
                  <a:lnTo>
                    <a:pt x="256" y="345"/>
                  </a:lnTo>
                  <a:lnTo>
                    <a:pt x="270" y="379"/>
                  </a:lnTo>
                  <a:lnTo>
                    <a:pt x="282" y="414"/>
                  </a:lnTo>
                  <a:lnTo>
                    <a:pt x="291" y="450"/>
                  </a:lnTo>
                  <a:lnTo>
                    <a:pt x="299" y="488"/>
                  </a:lnTo>
                  <a:lnTo>
                    <a:pt x="304" y="526"/>
                  </a:lnTo>
                  <a:lnTo>
                    <a:pt x="308" y="566"/>
                  </a:lnTo>
                  <a:lnTo>
                    <a:pt x="401" y="562"/>
                  </a:lnTo>
                  <a:lnTo>
                    <a:pt x="398" y="517"/>
                  </a:lnTo>
                  <a:lnTo>
                    <a:pt x="391" y="471"/>
                  </a:lnTo>
                  <a:lnTo>
                    <a:pt x="383" y="429"/>
                  </a:lnTo>
                  <a:lnTo>
                    <a:pt x="371" y="386"/>
                  </a:lnTo>
                  <a:lnTo>
                    <a:pt x="357" y="346"/>
                  </a:lnTo>
                  <a:lnTo>
                    <a:pt x="340" y="307"/>
                  </a:lnTo>
                  <a:lnTo>
                    <a:pt x="324" y="270"/>
                  </a:lnTo>
                  <a:lnTo>
                    <a:pt x="303" y="232"/>
                  </a:lnTo>
                  <a:lnTo>
                    <a:pt x="280" y="197"/>
                  </a:lnTo>
                  <a:lnTo>
                    <a:pt x="255" y="164"/>
                  </a:lnTo>
                  <a:lnTo>
                    <a:pt x="228" y="132"/>
                  </a:lnTo>
                  <a:lnTo>
                    <a:pt x="199" y="103"/>
                  </a:lnTo>
                  <a:lnTo>
                    <a:pt x="169" y="76"/>
                  </a:lnTo>
                  <a:lnTo>
                    <a:pt x="137" y="50"/>
                  </a:lnTo>
                  <a:lnTo>
                    <a:pt x="103" y="27"/>
                  </a:lnTo>
                  <a:lnTo>
                    <a:pt x="67" y="6"/>
                  </a:lnTo>
                  <a:lnTo>
                    <a:pt x="48" y="0"/>
                  </a:lnTo>
                  <a:lnTo>
                    <a:pt x="30" y="2"/>
                  </a:lnTo>
                  <a:lnTo>
                    <a:pt x="16" y="12"/>
                  </a:lnTo>
                  <a:lnTo>
                    <a:pt x="5" y="25"/>
                  </a:lnTo>
                  <a:lnTo>
                    <a:pt x="0" y="41"/>
                  </a:lnTo>
                  <a:lnTo>
                    <a:pt x="0" y="59"/>
                  </a:lnTo>
                  <a:lnTo>
                    <a:pt x="8" y="75"/>
                  </a:lnTo>
                  <a:lnTo>
                    <a:pt x="23"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0736" name="Freeform 42"/>
            <p:cNvSpPr>
              <a:spLocks/>
            </p:cNvSpPr>
            <p:nvPr/>
          </p:nvSpPr>
          <p:spPr bwMode="auto">
            <a:xfrm>
              <a:off x="1346" y="1455"/>
              <a:ext cx="266" cy="160"/>
            </a:xfrm>
            <a:custGeom>
              <a:avLst/>
              <a:gdLst>
                <a:gd name="T0" fmla="*/ 0 w 1330"/>
                <a:gd name="T1" fmla="*/ 1 h 801"/>
                <a:gd name="T2" fmla="*/ 0 w 1330"/>
                <a:gd name="T3" fmla="*/ 1 h 801"/>
                <a:gd name="T4" fmla="*/ 10 w 1330"/>
                <a:gd name="T5" fmla="*/ 6 h 801"/>
                <a:gd name="T6" fmla="*/ 11 w 1330"/>
                <a:gd name="T7" fmla="*/ 6 h 801"/>
                <a:gd name="T8" fmla="*/ 1 w 1330"/>
                <a:gd name="T9" fmla="*/ 0 h 801"/>
                <a:gd name="T10" fmla="*/ 1 w 1330"/>
                <a:gd name="T11" fmla="*/ 0 h 801"/>
                <a:gd name="T12" fmla="*/ 1 w 1330"/>
                <a:gd name="T13" fmla="*/ 0 h 801"/>
                <a:gd name="T14" fmla="*/ 0 w 1330"/>
                <a:gd name="T15" fmla="*/ 0 h 801"/>
                <a:gd name="T16" fmla="*/ 0 w 1330"/>
                <a:gd name="T17" fmla="*/ 0 h 801"/>
                <a:gd name="T18" fmla="*/ 0 w 1330"/>
                <a:gd name="T19" fmla="*/ 0 h 801"/>
                <a:gd name="T20" fmla="*/ 0 w 1330"/>
                <a:gd name="T21" fmla="*/ 0 h 801"/>
                <a:gd name="T22" fmla="*/ 0 w 1330"/>
                <a:gd name="T23" fmla="*/ 0 h 801"/>
                <a:gd name="T24" fmla="*/ 0 w 1330"/>
                <a:gd name="T25" fmla="*/ 0 h 801"/>
                <a:gd name="T26" fmla="*/ 0 w 1330"/>
                <a:gd name="T27" fmla="*/ 1 h 801"/>
                <a:gd name="T28" fmla="*/ 0 w 1330"/>
                <a:gd name="T29" fmla="*/ 1 h 801"/>
                <a:gd name="T30" fmla="*/ 0 w 1330"/>
                <a:gd name="T31" fmla="*/ 1 h 801"/>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30"/>
                <a:gd name="T49" fmla="*/ 0 h 801"/>
                <a:gd name="T50" fmla="*/ 1330 w 1330"/>
                <a:gd name="T51" fmla="*/ 801 h 801"/>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30" h="801">
                  <a:moveTo>
                    <a:pt x="24" y="88"/>
                  </a:moveTo>
                  <a:lnTo>
                    <a:pt x="23" y="88"/>
                  </a:lnTo>
                  <a:lnTo>
                    <a:pt x="1286" y="801"/>
                  </a:lnTo>
                  <a:lnTo>
                    <a:pt x="1330" y="719"/>
                  </a:lnTo>
                  <a:lnTo>
                    <a:pt x="67" y="6"/>
                  </a:lnTo>
                  <a:lnTo>
                    <a:pt x="66" y="6"/>
                  </a:lnTo>
                  <a:lnTo>
                    <a:pt x="67" y="6"/>
                  </a:lnTo>
                  <a:lnTo>
                    <a:pt x="48" y="0"/>
                  </a:lnTo>
                  <a:lnTo>
                    <a:pt x="30" y="2"/>
                  </a:lnTo>
                  <a:lnTo>
                    <a:pt x="16" y="12"/>
                  </a:lnTo>
                  <a:lnTo>
                    <a:pt x="5" y="25"/>
                  </a:lnTo>
                  <a:lnTo>
                    <a:pt x="0" y="41"/>
                  </a:lnTo>
                  <a:lnTo>
                    <a:pt x="0" y="59"/>
                  </a:lnTo>
                  <a:lnTo>
                    <a:pt x="8" y="75"/>
                  </a:lnTo>
                  <a:lnTo>
                    <a:pt x="23" y="88"/>
                  </a:lnTo>
                  <a:lnTo>
                    <a:pt x="24"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0737" name="Freeform 43"/>
            <p:cNvSpPr>
              <a:spLocks/>
            </p:cNvSpPr>
            <p:nvPr/>
          </p:nvSpPr>
          <p:spPr bwMode="auto">
            <a:xfrm>
              <a:off x="1198" y="1439"/>
              <a:ext cx="161" cy="35"/>
            </a:xfrm>
            <a:custGeom>
              <a:avLst/>
              <a:gdLst>
                <a:gd name="T0" fmla="*/ 1 w 806"/>
                <a:gd name="T1" fmla="*/ 1 h 177"/>
                <a:gd name="T2" fmla="*/ 1 w 806"/>
                <a:gd name="T3" fmla="*/ 1 h 177"/>
                <a:gd name="T4" fmla="*/ 1 w 806"/>
                <a:gd name="T5" fmla="*/ 1 h 177"/>
                <a:gd name="T6" fmla="*/ 1 w 806"/>
                <a:gd name="T7" fmla="*/ 1 h 177"/>
                <a:gd name="T8" fmla="*/ 2 w 806"/>
                <a:gd name="T9" fmla="*/ 1 h 177"/>
                <a:gd name="T10" fmla="*/ 2 w 806"/>
                <a:gd name="T11" fmla="*/ 1 h 177"/>
                <a:gd name="T12" fmla="*/ 2 w 806"/>
                <a:gd name="T13" fmla="*/ 1 h 177"/>
                <a:gd name="T14" fmla="*/ 3 w 806"/>
                <a:gd name="T15" fmla="*/ 1 h 177"/>
                <a:gd name="T16" fmla="*/ 3 w 806"/>
                <a:gd name="T17" fmla="*/ 1 h 177"/>
                <a:gd name="T18" fmla="*/ 3 w 806"/>
                <a:gd name="T19" fmla="*/ 1 h 177"/>
                <a:gd name="T20" fmla="*/ 4 w 806"/>
                <a:gd name="T21" fmla="*/ 1 h 177"/>
                <a:gd name="T22" fmla="*/ 4 w 806"/>
                <a:gd name="T23" fmla="*/ 1 h 177"/>
                <a:gd name="T24" fmla="*/ 5 w 806"/>
                <a:gd name="T25" fmla="*/ 1 h 177"/>
                <a:gd name="T26" fmla="*/ 5 w 806"/>
                <a:gd name="T27" fmla="*/ 1 h 177"/>
                <a:gd name="T28" fmla="*/ 5 w 806"/>
                <a:gd name="T29" fmla="*/ 1 h 177"/>
                <a:gd name="T30" fmla="*/ 6 w 806"/>
                <a:gd name="T31" fmla="*/ 1 h 177"/>
                <a:gd name="T32" fmla="*/ 6 w 806"/>
                <a:gd name="T33" fmla="*/ 1 h 177"/>
                <a:gd name="T34" fmla="*/ 6 w 806"/>
                <a:gd name="T35" fmla="*/ 1 h 177"/>
                <a:gd name="T36" fmla="*/ 6 w 806"/>
                <a:gd name="T37" fmla="*/ 1 h 177"/>
                <a:gd name="T38" fmla="*/ 6 w 806"/>
                <a:gd name="T39" fmla="*/ 1 h 177"/>
                <a:gd name="T40" fmla="*/ 6 w 806"/>
                <a:gd name="T41" fmla="*/ 0 h 177"/>
                <a:gd name="T42" fmla="*/ 5 w 806"/>
                <a:gd name="T43" fmla="*/ 0 h 177"/>
                <a:gd name="T44" fmla="*/ 5 w 806"/>
                <a:gd name="T45" fmla="*/ 0 h 177"/>
                <a:gd name="T46" fmla="*/ 5 w 806"/>
                <a:gd name="T47" fmla="*/ 0 h 177"/>
                <a:gd name="T48" fmla="*/ 4 w 806"/>
                <a:gd name="T49" fmla="*/ 0 h 177"/>
                <a:gd name="T50" fmla="*/ 4 w 806"/>
                <a:gd name="T51" fmla="*/ 0 h 177"/>
                <a:gd name="T52" fmla="*/ 3 w 806"/>
                <a:gd name="T53" fmla="*/ 0 h 177"/>
                <a:gd name="T54" fmla="*/ 3 w 806"/>
                <a:gd name="T55" fmla="*/ 0 h 177"/>
                <a:gd name="T56" fmla="*/ 3 w 806"/>
                <a:gd name="T57" fmla="*/ 0 h 177"/>
                <a:gd name="T58" fmla="*/ 2 w 806"/>
                <a:gd name="T59" fmla="*/ 0 h 177"/>
                <a:gd name="T60" fmla="*/ 2 w 806"/>
                <a:gd name="T61" fmla="*/ 0 h 177"/>
                <a:gd name="T62" fmla="*/ 1 w 806"/>
                <a:gd name="T63" fmla="*/ 0 h 177"/>
                <a:gd name="T64" fmla="*/ 1 w 806"/>
                <a:gd name="T65" fmla="*/ 0 h 177"/>
                <a:gd name="T66" fmla="*/ 1 w 806"/>
                <a:gd name="T67" fmla="*/ 1 h 177"/>
                <a:gd name="T68" fmla="*/ 0 w 806"/>
                <a:gd name="T69" fmla="*/ 1 h 177"/>
                <a:gd name="T70" fmla="*/ 0 w 806"/>
                <a:gd name="T71" fmla="*/ 1 h 177"/>
                <a:gd name="T72" fmla="*/ 0 w 806"/>
                <a:gd name="T73" fmla="*/ 1 h 177"/>
                <a:gd name="T74" fmla="*/ 0 w 806"/>
                <a:gd name="T75" fmla="*/ 1 h 177"/>
                <a:gd name="T76" fmla="*/ 0 w 806"/>
                <a:gd name="T77" fmla="*/ 1 h 177"/>
                <a:gd name="T78" fmla="*/ 0 w 806"/>
                <a:gd name="T79" fmla="*/ 1 h 177"/>
                <a:gd name="T80" fmla="*/ 0 w 806"/>
                <a:gd name="T81" fmla="*/ 1 h 177"/>
                <a:gd name="T82" fmla="*/ 0 w 806"/>
                <a:gd name="T83" fmla="*/ 1 h 177"/>
                <a:gd name="T84" fmla="*/ 0 w 806"/>
                <a:gd name="T85" fmla="*/ 1 h 177"/>
                <a:gd name="T86" fmla="*/ 0 w 806"/>
                <a:gd name="T87" fmla="*/ 1 h 177"/>
                <a:gd name="T88" fmla="*/ 1 w 806"/>
                <a:gd name="T89" fmla="*/ 1 h 177"/>
                <a:gd name="T90" fmla="*/ 1 w 806"/>
                <a:gd name="T91" fmla="*/ 1 h 17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806"/>
                <a:gd name="T139" fmla="*/ 0 h 177"/>
                <a:gd name="T140" fmla="*/ 806 w 806"/>
                <a:gd name="T141" fmla="*/ 177 h 17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806" h="177">
                  <a:moveTo>
                    <a:pt x="67" y="171"/>
                  </a:moveTo>
                  <a:lnTo>
                    <a:pt x="68" y="171"/>
                  </a:lnTo>
                  <a:lnTo>
                    <a:pt x="109" y="151"/>
                  </a:lnTo>
                  <a:lnTo>
                    <a:pt x="151" y="135"/>
                  </a:lnTo>
                  <a:lnTo>
                    <a:pt x="196" y="122"/>
                  </a:lnTo>
                  <a:lnTo>
                    <a:pt x="242" y="110"/>
                  </a:lnTo>
                  <a:lnTo>
                    <a:pt x="287" y="102"/>
                  </a:lnTo>
                  <a:lnTo>
                    <a:pt x="335" y="97"/>
                  </a:lnTo>
                  <a:lnTo>
                    <a:pt x="382" y="95"/>
                  </a:lnTo>
                  <a:lnTo>
                    <a:pt x="430" y="94"/>
                  </a:lnTo>
                  <a:lnTo>
                    <a:pt x="477" y="97"/>
                  </a:lnTo>
                  <a:lnTo>
                    <a:pt x="524" y="102"/>
                  </a:lnTo>
                  <a:lnTo>
                    <a:pt x="568" y="108"/>
                  </a:lnTo>
                  <a:lnTo>
                    <a:pt x="612" y="117"/>
                  </a:lnTo>
                  <a:lnTo>
                    <a:pt x="654" y="128"/>
                  </a:lnTo>
                  <a:lnTo>
                    <a:pt x="693" y="141"/>
                  </a:lnTo>
                  <a:lnTo>
                    <a:pt x="730" y="155"/>
                  </a:lnTo>
                  <a:lnTo>
                    <a:pt x="764" y="171"/>
                  </a:lnTo>
                  <a:lnTo>
                    <a:pt x="806" y="89"/>
                  </a:lnTo>
                  <a:lnTo>
                    <a:pt x="768" y="70"/>
                  </a:lnTo>
                  <a:lnTo>
                    <a:pt x="725" y="54"/>
                  </a:lnTo>
                  <a:lnTo>
                    <a:pt x="680" y="39"/>
                  </a:lnTo>
                  <a:lnTo>
                    <a:pt x="633" y="26"/>
                  </a:lnTo>
                  <a:lnTo>
                    <a:pt x="585" y="16"/>
                  </a:lnTo>
                  <a:lnTo>
                    <a:pt x="536" y="8"/>
                  </a:lnTo>
                  <a:lnTo>
                    <a:pt x="484" y="3"/>
                  </a:lnTo>
                  <a:lnTo>
                    <a:pt x="433" y="0"/>
                  </a:lnTo>
                  <a:lnTo>
                    <a:pt x="380" y="1"/>
                  </a:lnTo>
                  <a:lnTo>
                    <a:pt x="328" y="3"/>
                  </a:lnTo>
                  <a:lnTo>
                    <a:pt x="276" y="10"/>
                  </a:lnTo>
                  <a:lnTo>
                    <a:pt x="223" y="19"/>
                  </a:lnTo>
                  <a:lnTo>
                    <a:pt x="172" y="30"/>
                  </a:lnTo>
                  <a:lnTo>
                    <a:pt x="121" y="46"/>
                  </a:lnTo>
                  <a:lnTo>
                    <a:pt x="72" y="67"/>
                  </a:lnTo>
                  <a:lnTo>
                    <a:pt x="24" y="89"/>
                  </a:lnTo>
                  <a:lnTo>
                    <a:pt x="25" y="89"/>
                  </a:lnTo>
                  <a:lnTo>
                    <a:pt x="24" y="89"/>
                  </a:lnTo>
                  <a:lnTo>
                    <a:pt x="8" y="102"/>
                  </a:lnTo>
                  <a:lnTo>
                    <a:pt x="0" y="118"/>
                  </a:lnTo>
                  <a:lnTo>
                    <a:pt x="0" y="136"/>
                  </a:lnTo>
                  <a:lnTo>
                    <a:pt x="6" y="152"/>
                  </a:lnTo>
                  <a:lnTo>
                    <a:pt x="17" y="165"/>
                  </a:lnTo>
                  <a:lnTo>
                    <a:pt x="31" y="175"/>
                  </a:lnTo>
                  <a:lnTo>
                    <a:pt x="48" y="177"/>
                  </a:lnTo>
                  <a:lnTo>
                    <a:pt x="68" y="171"/>
                  </a:lnTo>
                  <a:lnTo>
                    <a:pt x="67" y="1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0738" name="Freeform 44"/>
            <p:cNvSpPr>
              <a:spLocks/>
            </p:cNvSpPr>
            <p:nvPr/>
          </p:nvSpPr>
          <p:spPr bwMode="auto">
            <a:xfrm>
              <a:off x="931" y="1456"/>
              <a:ext cx="280" cy="158"/>
            </a:xfrm>
            <a:custGeom>
              <a:avLst/>
              <a:gdLst>
                <a:gd name="T0" fmla="*/ 1 w 1402"/>
                <a:gd name="T1" fmla="*/ 6 h 787"/>
                <a:gd name="T2" fmla="*/ 1 w 1402"/>
                <a:gd name="T3" fmla="*/ 6 h 787"/>
                <a:gd name="T4" fmla="*/ 11 w 1402"/>
                <a:gd name="T5" fmla="*/ 1 h 787"/>
                <a:gd name="T6" fmla="*/ 11 w 1402"/>
                <a:gd name="T7" fmla="*/ 0 h 787"/>
                <a:gd name="T8" fmla="*/ 0 w 1402"/>
                <a:gd name="T9" fmla="*/ 6 h 787"/>
                <a:gd name="T10" fmla="*/ 0 w 1402"/>
                <a:gd name="T11" fmla="*/ 6 h 787"/>
                <a:gd name="T12" fmla="*/ 0 w 1402"/>
                <a:gd name="T13" fmla="*/ 6 h 787"/>
                <a:gd name="T14" fmla="*/ 0 w 1402"/>
                <a:gd name="T15" fmla="*/ 6 h 787"/>
                <a:gd name="T16" fmla="*/ 0 w 1402"/>
                <a:gd name="T17" fmla="*/ 6 h 787"/>
                <a:gd name="T18" fmla="*/ 0 w 1402"/>
                <a:gd name="T19" fmla="*/ 6 h 787"/>
                <a:gd name="T20" fmla="*/ 0 w 1402"/>
                <a:gd name="T21" fmla="*/ 6 h 787"/>
                <a:gd name="T22" fmla="*/ 0 w 1402"/>
                <a:gd name="T23" fmla="*/ 6 h 787"/>
                <a:gd name="T24" fmla="*/ 0 w 1402"/>
                <a:gd name="T25" fmla="*/ 6 h 787"/>
                <a:gd name="T26" fmla="*/ 0 w 1402"/>
                <a:gd name="T27" fmla="*/ 6 h 787"/>
                <a:gd name="T28" fmla="*/ 1 w 1402"/>
                <a:gd name="T29" fmla="*/ 6 h 787"/>
                <a:gd name="T30" fmla="*/ 1 w 1402"/>
                <a:gd name="T31" fmla="*/ 6 h 78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02"/>
                <a:gd name="T49" fmla="*/ 0 h 787"/>
                <a:gd name="T50" fmla="*/ 1402 w 1402"/>
                <a:gd name="T51" fmla="*/ 787 h 78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02" h="787">
                  <a:moveTo>
                    <a:pt x="69" y="781"/>
                  </a:moveTo>
                  <a:lnTo>
                    <a:pt x="66" y="781"/>
                  </a:lnTo>
                  <a:lnTo>
                    <a:pt x="1402" y="82"/>
                  </a:lnTo>
                  <a:lnTo>
                    <a:pt x="1360" y="0"/>
                  </a:lnTo>
                  <a:lnTo>
                    <a:pt x="24" y="699"/>
                  </a:lnTo>
                  <a:lnTo>
                    <a:pt x="22" y="699"/>
                  </a:lnTo>
                  <a:lnTo>
                    <a:pt x="24" y="699"/>
                  </a:lnTo>
                  <a:lnTo>
                    <a:pt x="8" y="712"/>
                  </a:lnTo>
                  <a:lnTo>
                    <a:pt x="1" y="727"/>
                  </a:lnTo>
                  <a:lnTo>
                    <a:pt x="0" y="744"/>
                  </a:lnTo>
                  <a:lnTo>
                    <a:pt x="5" y="761"/>
                  </a:lnTo>
                  <a:lnTo>
                    <a:pt x="15" y="775"/>
                  </a:lnTo>
                  <a:lnTo>
                    <a:pt x="30" y="784"/>
                  </a:lnTo>
                  <a:lnTo>
                    <a:pt x="46" y="787"/>
                  </a:lnTo>
                  <a:lnTo>
                    <a:pt x="66" y="781"/>
                  </a:lnTo>
                  <a:lnTo>
                    <a:pt x="69" y="7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0739" name="Freeform 45"/>
            <p:cNvSpPr>
              <a:spLocks/>
            </p:cNvSpPr>
            <p:nvPr/>
          </p:nvSpPr>
          <p:spPr bwMode="auto">
            <a:xfrm>
              <a:off x="868" y="1596"/>
              <a:ext cx="77" cy="126"/>
            </a:xfrm>
            <a:custGeom>
              <a:avLst/>
              <a:gdLst>
                <a:gd name="T0" fmla="*/ 1 w 382"/>
                <a:gd name="T1" fmla="*/ 5 h 628"/>
                <a:gd name="T2" fmla="*/ 1 w 382"/>
                <a:gd name="T3" fmla="*/ 5 h 628"/>
                <a:gd name="T4" fmla="*/ 1 w 382"/>
                <a:gd name="T5" fmla="*/ 4 h 628"/>
                <a:gd name="T6" fmla="*/ 1 w 382"/>
                <a:gd name="T7" fmla="*/ 4 h 628"/>
                <a:gd name="T8" fmla="*/ 1 w 382"/>
                <a:gd name="T9" fmla="*/ 4 h 628"/>
                <a:gd name="T10" fmla="*/ 1 w 382"/>
                <a:gd name="T11" fmla="*/ 3 h 628"/>
                <a:gd name="T12" fmla="*/ 1 w 382"/>
                <a:gd name="T13" fmla="*/ 3 h 628"/>
                <a:gd name="T14" fmla="*/ 1 w 382"/>
                <a:gd name="T15" fmla="*/ 3 h 628"/>
                <a:gd name="T16" fmla="*/ 1 w 382"/>
                <a:gd name="T17" fmla="*/ 3 h 628"/>
                <a:gd name="T18" fmla="*/ 1 w 382"/>
                <a:gd name="T19" fmla="*/ 2 h 628"/>
                <a:gd name="T20" fmla="*/ 2 w 382"/>
                <a:gd name="T21" fmla="*/ 2 h 628"/>
                <a:gd name="T22" fmla="*/ 2 w 382"/>
                <a:gd name="T23" fmla="*/ 2 h 628"/>
                <a:gd name="T24" fmla="*/ 2 w 382"/>
                <a:gd name="T25" fmla="*/ 2 h 628"/>
                <a:gd name="T26" fmla="*/ 2 w 382"/>
                <a:gd name="T27" fmla="*/ 1 h 628"/>
                <a:gd name="T28" fmla="*/ 2 w 382"/>
                <a:gd name="T29" fmla="*/ 1 h 628"/>
                <a:gd name="T30" fmla="*/ 3 w 382"/>
                <a:gd name="T31" fmla="*/ 1 h 628"/>
                <a:gd name="T32" fmla="*/ 3 w 382"/>
                <a:gd name="T33" fmla="*/ 1 h 628"/>
                <a:gd name="T34" fmla="*/ 3 w 382"/>
                <a:gd name="T35" fmla="*/ 1 h 628"/>
                <a:gd name="T36" fmla="*/ 3 w 382"/>
                <a:gd name="T37" fmla="*/ 0 h 628"/>
                <a:gd name="T38" fmla="*/ 2 w 382"/>
                <a:gd name="T39" fmla="*/ 0 h 628"/>
                <a:gd name="T40" fmla="*/ 2 w 382"/>
                <a:gd name="T41" fmla="*/ 0 h 628"/>
                <a:gd name="T42" fmla="*/ 2 w 382"/>
                <a:gd name="T43" fmla="*/ 1 h 628"/>
                <a:gd name="T44" fmla="*/ 2 w 382"/>
                <a:gd name="T45" fmla="*/ 1 h 628"/>
                <a:gd name="T46" fmla="*/ 1 w 382"/>
                <a:gd name="T47" fmla="*/ 1 h 628"/>
                <a:gd name="T48" fmla="*/ 1 w 382"/>
                <a:gd name="T49" fmla="*/ 1 h 628"/>
                <a:gd name="T50" fmla="*/ 1 w 382"/>
                <a:gd name="T51" fmla="*/ 2 h 628"/>
                <a:gd name="T52" fmla="*/ 1 w 382"/>
                <a:gd name="T53" fmla="*/ 2 h 628"/>
                <a:gd name="T54" fmla="*/ 1 w 382"/>
                <a:gd name="T55" fmla="*/ 2 h 628"/>
                <a:gd name="T56" fmla="*/ 0 w 382"/>
                <a:gd name="T57" fmla="*/ 3 h 628"/>
                <a:gd name="T58" fmla="*/ 0 w 382"/>
                <a:gd name="T59" fmla="*/ 3 h 628"/>
                <a:gd name="T60" fmla="*/ 0 w 382"/>
                <a:gd name="T61" fmla="*/ 3 h 628"/>
                <a:gd name="T62" fmla="*/ 0 w 382"/>
                <a:gd name="T63" fmla="*/ 4 h 628"/>
                <a:gd name="T64" fmla="*/ 0 w 382"/>
                <a:gd name="T65" fmla="*/ 4 h 628"/>
                <a:gd name="T66" fmla="*/ 0 w 382"/>
                <a:gd name="T67" fmla="*/ 4 h 628"/>
                <a:gd name="T68" fmla="*/ 0 w 382"/>
                <a:gd name="T69" fmla="*/ 5 h 628"/>
                <a:gd name="T70" fmla="*/ 0 w 382"/>
                <a:gd name="T71" fmla="*/ 5 h 628"/>
                <a:gd name="T72" fmla="*/ 0 w 382"/>
                <a:gd name="T73" fmla="*/ 5 h 628"/>
                <a:gd name="T74" fmla="*/ 0 w 382"/>
                <a:gd name="T75" fmla="*/ 5 h 628"/>
                <a:gd name="T76" fmla="*/ 0 w 382"/>
                <a:gd name="T77" fmla="*/ 5 h 628"/>
                <a:gd name="T78" fmla="*/ 0 w 382"/>
                <a:gd name="T79" fmla="*/ 5 h 628"/>
                <a:gd name="T80" fmla="*/ 0 w 382"/>
                <a:gd name="T81" fmla="*/ 5 h 628"/>
                <a:gd name="T82" fmla="*/ 1 w 382"/>
                <a:gd name="T83" fmla="*/ 5 h 628"/>
                <a:gd name="T84" fmla="*/ 1 w 382"/>
                <a:gd name="T85" fmla="*/ 5 h 628"/>
                <a:gd name="T86" fmla="*/ 1 w 382"/>
                <a:gd name="T87" fmla="*/ 5 h 628"/>
                <a:gd name="T88" fmla="*/ 1 w 382"/>
                <a:gd name="T89" fmla="*/ 5 h 628"/>
                <a:gd name="T90" fmla="*/ 1 w 382"/>
                <a:gd name="T91" fmla="*/ 5 h 628"/>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382"/>
                <a:gd name="T139" fmla="*/ 0 h 628"/>
                <a:gd name="T140" fmla="*/ 382 w 382"/>
                <a:gd name="T141" fmla="*/ 628 h 628"/>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382" h="628">
                  <a:moveTo>
                    <a:pt x="94" y="581"/>
                  </a:moveTo>
                  <a:lnTo>
                    <a:pt x="94" y="582"/>
                  </a:lnTo>
                  <a:lnTo>
                    <a:pt x="96" y="541"/>
                  </a:lnTo>
                  <a:lnTo>
                    <a:pt x="99" y="500"/>
                  </a:lnTo>
                  <a:lnTo>
                    <a:pt x="106" y="463"/>
                  </a:lnTo>
                  <a:lnTo>
                    <a:pt x="115" y="424"/>
                  </a:lnTo>
                  <a:lnTo>
                    <a:pt x="127" y="389"/>
                  </a:lnTo>
                  <a:lnTo>
                    <a:pt x="140" y="353"/>
                  </a:lnTo>
                  <a:lnTo>
                    <a:pt x="156" y="320"/>
                  </a:lnTo>
                  <a:lnTo>
                    <a:pt x="173" y="287"/>
                  </a:lnTo>
                  <a:lnTo>
                    <a:pt x="193" y="255"/>
                  </a:lnTo>
                  <a:lnTo>
                    <a:pt x="214" y="226"/>
                  </a:lnTo>
                  <a:lnTo>
                    <a:pt x="238" y="198"/>
                  </a:lnTo>
                  <a:lnTo>
                    <a:pt x="263" y="172"/>
                  </a:lnTo>
                  <a:lnTo>
                    <a:pt x="290" y="146"/>
                  </a:lnTo>
                  <a:lnTo>
                    <a:pt x="318" y="122"/>
                  </a:lnTo>
                  <a:lnTo>
                    <a:pt x="349" y="101"/>
                  </a:lnTo>
                  <a:lnTo>
                    <a:pt x="382" y="82"/>
                  </a:lnTo>
                  <a:lnTo>
                    <a:pt x="335" y="0"/>
                  </a:lnTo>
                  <a:lnTo>
                    <a:pt x="297" y="23"/>
                  </a:lnTo>
                  <a:lnTo>
                    <a:pt x="262" y="49"/>
                  </a:lnTo>
                  <a:lnTo>
                    <a:pt x="229" y="76"/>
                  </a:lnTo>
                  <a:lnTo>
                    <a:pt x="198" y="104"/>
                  </a:lnTo>
                  <a:lnTo>
                    <a:pt x="167" y="137"/>
                  </a:lnTo>
                  <a:lnTo>
                    <a:pt x="142" y="170"/>
                  </a:lnTo>
                  <a:lnTo>
                    <a:pt x="116" y="204"/>
                  </a:lnTo>
                  <a:lnTo>
                    <a:pt x="94" y="240"/>
                  </a:lnTo>
                  <a:lnTo>
                    <a:pt x="74" y="278"/>
                  </a:lnTo>
                  <a:lnTo>
                    <a:pt x="54" y="317"/>
                  </a:lnTo>
                  <a:lnTo>
                    <a:pt x="38" y="359"/>
                  </a:lnTo>
                  <a:lnTo>
                    <a:pt x="26" y="401"/>
                  </a:lnTo>
                  <a:lnTo>
                    <a:pt x="15" y="444"/>
                  </a:lnTo>
                  <a:lnTo>
                    <a:pt x="8" y="489"/>
                  </a:lnTo>
                  <a:lnTo>
                    <a:pt x="2" y="534"/>
                  </a:lnTo>
                  <a:lnTo>
                    <a:pt x="0" y="580"/>
                  </a:lnTo>
                  <a:lnTo>
                    <a:pt x="0" y="581"/>
                  </a:lnTo>
                  <a:lnTo>
                    <a:pt x="0" y="580"/>
                  </a:lnTo>
                  <a:lnTo>
                    <a:pt x="3" y="600"/>
                  </a:lnTo>
                  <a:lnTo>
                    <a:pt x="14" y="615"/>
                  </a:lnTo>
                  <a:lnTo>
                    <a:pt x="29" y="625"/>
                  </a:lnTo>
                  <a:lnTo>
                    <a:pt x="45" y="628"/>
                  </a:lnTo>
                  <a:lnTo>
                    <a:pt x="63" y="626"/>
                  </a:lnTo>
                  <a:lnTo>
                    <a:pt x="78" y="616"/>
                  </a:lnTo>
                  <a:lnTo>
                    <a:pt x="89" y="602"/>
                  </a:lnTo>
                  <a:lnTo>
                    <a:pt x="94" y="582"/>
                  </a:lnTo>
                  <a:lnTo>
                    <a:pt x="94" y="5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0740" name="Freeform 46"/>
            <p:cNvSpPr>
              <a:spLocks/>
            </p:cNvSpPr>
            <p:nvPr/>
          </p:nvSpPr>
          <p:spPr bwMode="auto">
            <a:xfrm>
              <a:off x="868" y="1712"/>
              <a:ext cx="19" cy="364"/>
            </a:xfrm>
            <a:custGeom>
              <a:avLst/>
              <a:gdLst>
                <a:gd name="T0" fmla="*/ 1 w 94"/>
                <a:gd name="T1" fmla="*/ 14 h 1818"/>
                <a:gd name="T2" fmla="*/ 1 w 94"/>
                <a:gd name="T3" fmla="*/ 14 h 1818"/>
                <a:gd name="T4" fmla="*/ 1 w 94"/>
                <a:gd name="T5" fmla="*/ 0 h 1818"/>
                <a:gd name="T6" fmla="*/ 0 w 94"/>
                <a:gd name="T7" fmla="*/ 0 h 1818"/>
                <a:gd name="T8" fmla="*/ 0 w 94"/>
                <a:gd name="T9" fmla="*/ 14 h 1818"/>
                <a:gd name="T10" fmla="*/ 0 w 94"/>
                <a:gd name="T11" fmla="*/ 14 h 1818"/>
                <a:gd name="T12" fmla="*/ 0 w 94"/>
                <a:gd name="T13" fmla="*/ 14 h 1818"/>
                <a:gd name="T14" fmla="*/ 0 w 94"/>
                <a:gd name="T15" fmla="*/ 14 h 1818"/>
                <a:gd name="T16" fmla="*/ 0 w 94"/>
                <a:gd name="T17" fmla="*/ 14 h 1818"/>
                <a:gd name="T18" fmla="*/ 0 w 94"/>
                <a:gd name="T19" fmla="*/ 15 h 1818"/>
                <a:gd name="T20" fmla="*/ 0 w 94"/>
                <a:gd name="T21" fmla="*/ 15 h 1818"/>
                <a:gd name="T22" fmla="*/ 1 w 94"/>
                <a:gd name="T23" fmla="*/ 15 h 1818"/>
                <a:gd name="T24" fmla="*/ 1 w 94"/>
                <a:gd name="T25" fmla="*/ 14 h 1818"/>
                <a:gd name="T26" fmla="*/ 1 w 94"/>
                <a:gd name="T27" fmla="*/ 14 h 1818"/>
                <a:gd name="T28" fmla="*/ 1 w 94"/>
                <a:gd name="T29" fmla="*/ 14 h 1818"/>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94"/>
                <a:gd name="T46" fmla="*/ 0 h 1818"/>
                <a:gd name="T47" fmla="*/ 94 w 94"/>
                <a:gd name="T48" fmla="*/ 1818 h 1818"/>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94" h="1818">
                  <a:moveTo>
                    <a:pt x="94" y="1771"/>
                  </a:moveTo>
                  <a:lnTo>
                    <a:pt x="94" y="1771"/>
                  </a:lnTo>
                  <a:lnTo>
                    <a:pt x="94" y="0"/>
                  </a:lnTo>
                  <a:lnTo>
                    <a:pt x="0" y="0"/>
                  </a:lnTo>
                  <a:lnTo>
                    <a:pt x="0" y="1771"/>
                  </a:lnTo>
                  <a:lnTo>
                    <a:pt x="3" y="1791"/>
                  </a:lnTo>
                  <a:lnTo>
                    <a:pt x="15" y="1806"/>
                  </a:lnTo>
                  <a:lnTo>
                    <a:pt x="29" y="1814"/>
                  </a:lnTo>
                  <a:lnTo>
                    <a:pt x="47" y="1818"/>
                  </a:lnTo>
                  <a:lnTo>
                    <a:pt x="64" y="1814"/>
                  </a:lnTo>
                  <a:lnTo>
                    <a:pt x="79" y="1806"/>
                  </a:lnTo>
                  <a:lnTo>
                    <a:pt x="90" y="1791"/>
                  </a:lnTo>
                  <a:lnTo>
                    <a:pt x="94" y="17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0741" name="Freeform 47"/>
            <p:cNvSpPr>
              <a:spLocks/>
            </p:cNvSpPr>
            <p:nvPr/>
          </p:nvSpPr>
          <p:spPr bwMode="auto">
            <a:xfrm>
              <a:off x="868" y="2067"/>
              <a:ext cx="90" cy="160"/>
            </a:xfrm>
            <a:custGeom>
              <a:avLst/>
              <a:gdLst>
                <a:gd name="T0" fmla="*/ 3 w 449"/>
                <a:gd name="T1" fmla="*/ 6 h 803"/>
                <a:gd name="T2" fmla="*/ 3 w 449"/>
                <a:gd name="T3" fmla="*/ 6 h 803"/>
                <a:gd name="T4" fmla="*/ 3 w 449"/>
                <a:gd name="T5" fmla="*/ 5 h 803"/>
                <a:gd name="T6" fmla="*/ 3 w 449"/>
                <a:gd name="T7" fmla="*/ 5 h 803"/>
                <a:gd name="T8" fmla="*/ 3 w 449"/>
                <a:gd name="T9" fmla="*/ 5 h 803"/>
                <a:gd name="T10" fmla="*/ 2 w 449"/>
                <a:gd name="T11" fmla="*/ 5 h 803"/>
                <a:gd name="T12" fmla="*/ 2 w 449"/>
                <a:gd name="T13" fmla="*/ 4 h 803"/>
                <a:gd name="T14" fmla="*/ 2 w 449"/>
                <a:gd name="T15" fmla="*/ 4 h 803"/>
                <a:gd name="T16" fmla="*/ 2 w 449"/>
                <a:gd name="T17" fmla="*/ 4 h 803"/>
                <a:gd name="T18" fmla="*/ 2 w 449"/>
                <a:gd name="T19" fmla="*/ 3 h 803"/>
                <a:gd name="T20" fmla="*/ 1 w 449"/>
                <a:gd name="T21" fmla="*/ 3 h 803"/>
                <a:gd name="T22" fmla="*/ 1 w 449"/>
                <a:gd name="T23" fmla="*/ 2 h 803"/>
                <a:gd name="T24" fmla="*/ 1 w 449"/>
                <a:gd name="T25" fmla="*/ 2 h 803"/>
                <a:gd name="T26" fmla="*/ 1 w 449"/>
                <a:gd name="T27" fmla="*/ 2 h 803"/>
                <a:gd name="T28" fmla="*/ 1 w 449"/>
                <a:gd name="T29" fmla="*/ 1 h 803"/>
                <a:gd name="T30" fmla="*/ 1 w 449"/>
                <a:gd name="T31" fmla="*/ 1 h 803"/>
                <a:gd name="T32" fmla="*/ 1 w 449"/>
                <a:gd name="T33" fmla="*/ 0 h 803"/>
                <a:gd name="T34" fmla="*/ 1 w 449"/>
                <a:gd name="T35" fmla="*/ 0 h 803"/>
                <a:gd name="T36" fmla="*/ 0 w 449"/>
                <a:gd name="T37" fmla="*/ 0 h 803"/>
                <a:gd name="T38" fmla="*/ 0 w 449"/>
                <a:gd name="T39" fmla="*/ 0 h 803"/>
                <a:gd name="T40" fmla="*/ 0 w 449"/>
                <a:gd name="T41" fmla="*/ 1 h 803"/>
                <a:gd name="T42" fmla="*/ 0 w 449"/>
                <a:gd name="T43" fmla="*/ 1 h 803"/>
                <a:gd name="T44" fmla="*/ 0 w 449"/>
                <a:gd name="T45" fmla="*/ 2 h 803"/>
                <a:gd name="T46" fmla="*/ 0 w 449"/>
                <a:gd name="T47" fmla="*/ 2 h 803"/>
                <a:gd name="T48" fmla="*/ 0 w 449"/>
                <a:gd name="T49" fmla="*/ 3 h 803"/>
                <a:gd name="T50" fmla="*/ 1 w 449"/>
                <a:gd name="T51" fmla="*/ 3 h 803"/>
                <a:gd name="T52" fmla="*/ 1 w 449"/>
                <a:gd name="T53" fmla="*/ 4 h 803"/>
                <a:gd name="T54" fmla="*/ 1 w 449"/>
                <a:gd name="T55" fmla="*/ 4 h 803"/>
                <a:gd name="T56" fmla="*/ 1 w 449"/>
                <a:gd name="T57" fmla="*/ 4 h 803"/>
                <a:gd name="T58" fmla="*/ 2 w 449"/>
                <a:gd name="T59" fmla="*/ 5 h 803"/>
                <a:gd name="T60" fmla="*/ 2 w 449"/>
                <a:gd name="T61" fmla="*/ 5 h 803"/>
                <a:gd name="T62" fmla="*/ 2 w 449"/>
                <a:gd name="T63" fmla="*/ 5 h 803"/>
                <a:gd name="T64" fmla="*/ 2 w 449"/>
                <a:gd name="T65" fmla="*/ 6 h 803"/>
                <a:gd name="T66" fmla="*/ 3 w 449"/>
                <a:gd name="T67" fmla="*/ 6 h 803"/>
                <a:gd name="T68" fmla="*/ 3 w 449"/>
                <a:gd name="T69" fmla="*/ 6 h 803"/>
                <a:gd name="T70" fmla="*/ 3 w 449"/>
                <a:gd name="T71" fmla="*/ 6 h 803"/>
                <a:gd name="T72" fmla="*/ 3 w 449"/>
                <a:gd name="T73" fmla="*/ 6 h 803"/>
                <a:gd name="T74" fmla="*/ 3 w 449"/>
                <a:gd name="T75" fmla="*/ 6 h 803"/>
                <a:gd name="T76" fmla="*/ 3 w 449"/>
                <a:gd name="T77" fmla="*/ 6 h 803"/>
                <a:gd name="T78" fmla="*/ 3 w 449"/>
                <a:gd name="T79" fmla="*/ 6 h 803"/>
                <a:gd name="T80" fmla="*/ 4 w 449"/>
                <a:gd name="T81" fmla="*/ 6 h 803"/>
                <a:gd name="T82" fmla="*/ 4 w 449"/>
                <a:gd name="T83" fmla="*/ 6 h 803"/>
                <a:gd name="T84" fmla="*/ 4 w 449"/>
                <a:gd name="T85" fmla="*/ 6 h 803"/>
                <a:gd name="T86" fmla="*/ 4 w 449"/>
                <a:gd name="T87" fmla="*/ 6 h 803"/>
                <a:gd name="T88" fmla="*/ 3 w 449"/>
                <a:gd name="T89" fmla="*/ 6 h 803"/>
                <a:gd name="T90" fmla="*/ 3 w 449"/>
                <a:gd name="T91" fmla="*/ 6 h 80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449"/>
                <a:gd name="T139" fmla="*/ 0 h 803"/>
                <a:gd name="T140" fmla="*/ 449 w 449"/>
                <a:gd name="T141" fmla="*/ 803 h 80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449" h="803">
                  <a:moveTo>
                    <a:pt x="426" y="717"/>
                  </a:moveTo>
                  <a:lnTo>
                    <a:pt x="427" y="717"/>
                  </a:lnTo>
                  <a:lnTo>
                    <a:pt x="395" y="693"/>
                  </a:lnTo>
                  <a:lnTo>
                    <a:pt x="361" y="662"/>
                  </a:lnTo>
                  <a:lnTo>
                    <a:pt x="329" y="628"/>
                  </a:lnTo>
                  <a:lnTo>
                    <a:pt x="299" y="591"/>
                  </a:lnTo>
                  <a:lnTo>
                    <a:pt x="269" y="551"/>
                  </a:lnTo>
                  <a:lnTo>
                    <a:pt x="241" y="507"/>
                  </a:lnTo>
                  <a:lnTo>
                    <a:pt x="215" y="460"/>
                  </a:lnTo>
                  <a:lnTo>
                    <a:pt x="191" y="412"/>
                  </a:lnTo>
                  <a:lnTo>
                    <a:pt x="170" y="363"/>
                  </a:lnTo>
                  <a:lnTo>
                    <a:pt x="151" y="312"/>
                  </a:lnTo>
                  <a:lnTo>
                    <a:pt x="133" y="259"/>
                  </a:lnTo>
                  <a:lnTo>
                    <a:pt x="119" y="207"/>
                  </a:lnTo>
                  <a:lnTo>
                    <a:pt x="108" y="156"/>
                  </a:lnTo>
                  <a:lnTo>
                    <a:pt x="101" y="103"/>
                  </a:lnTo>
                  <a:lnTo>
                    <a:pt x="96" y="51"/>
                  </a:lnTo>
                  <a:lnTo>
                    <a:pt x="94" y="0"/>
                  </a:lnTo>
                  <a:lnTo>
                    <a:pt x="0" y="0"/>
                  </a:lnTo>
                  <a:lnTo>
                    <a:pt x="2" y="56"/>
                  </a:lnTo>
                  <a:lnTo>
                    <a:pt x="7" y="115"/>
                  </a:lnTo>
                  <a:lnTo>
                    <a:pt x="16" y="172"/>
                  </a:lnTo>
                  <a:lnTo>
                    <a:pt x="28" y="231"/>
                  </a:lnTo>
                  <a:lnTo>
                    <a:pt x="44" y="287"/>
                  </a:lnTo>
                  <a:lnTo>
                    <a:pt x="62" y="342"/>
                  </a:lnTo>
                  <a:lnTo>
                    <a:pt x="83" y="398"/>
                  </a:lnTo>
                  <a:lnTo>
                    <a:pt x="106" y="452"/>
                  </a:lnTo>
                  <a:lnTo>
                    <a:pt x="133" y="505"/>
                  </a:lnTo>
                  <a:lnTo>
                    <a:pt x="161" y="554"/>
                  </a:lnTo>
                  <a:lnTo>
                    <a:pt x="192" y="602"/>
                  </a:lnTo>
                  <a:lnTo>
                    <a:pt x="224" y="647"/>
                  </a:lnTo>
                  <a:lnTo>
                    <a:pt x="259" y="689"/>
                  </a:lnTo>
                  <a:lnTo>
                    <a:pt x="295" y="728"/>
                  </a:lnTo>
                  <a:lnTo>
                    <a:pt x="334" y="763"/>
                  </a:lnTo>
                  <a:lnTo>
                    <a:pt x="374" y="795"/>
                  </a:lnTo>
                  <a:lnTo>
                    <a:pt x="375" y="795"/>
                  </a:lnTo>
                  <a:lnTo>
                    <a:pt x="374" y="795"/>
                  </a:lnTo>
                  <a:lnTo>
                    <a:pt x="392" y="803"/>
                  </a:lnTo>
                  <a:lnTo>
                    <a:pt x="411" y="803"/>
                  </a:lnTo>
                  <a:lnTo>
                    <a:pt x="426" y="795"/>
                  </a:lnTo>
                  <a:lnTo>
                    <a:pt x="439" y="782"/>
                  </a:lnTo>
                  <a:lnTo>
                    <a:pt x="446" y="766"/>
                  </a:lnTo>
                  <a:lnTo>
                    <a:pt x="449" y="749"/>
                  </a:lnTo>
                  <a:lnTo>
                    <a:pt x="441" y="732"/>
                  </a:lnTo>
                  <a:lnTo>
                    <a:pt x="427" y="717"/>
                  </a:lnTo>
                  <a:lnTo>
                    <a:pt x="426" y="71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0742" name="Freeform 48"/>
            <p:cNvSpPr>
              <a:spLocks/>
            </p:cNvSpPr>
            <p:nvPr/>
          </p:nvSpPr>
          <p:spPr bwMode="auto">
            <a:xfrm>
              <a:off x="883" y="1673"/>
              <a:ext cx="379" cy="690"/>
            </a:xfrm>
            <a:custGeom>
              <a:avLst/>
              <a:gdLst>
                <a:gd name="T0" fmla="*/ 12 w 1897"/>
                <a:gd name="T1" fmla="*/ 6 h 3450"/>
                <a:gd name="T2" fmla="*/ 13 w 1897"/>
                <a:gd name="T3" fmla="*/ 7 h 3450"/>
                <a:gd name="T4" fmla="*/ 13 w 1897"/>
                <a:gd name="T5" fmla="*/ 7 h 3450"/>
                <a:gd name="T6" fmla="*/ 14 w 1897"/>
                <a:gd name="T7" fmla="*/ 8 h 3450"/>
                <a:gd name="T8" fmla="*/ 14 w 1897"/>
                <a:gd name="T9" fmla="*/ 9 h 3450"/>
                <a:gd name="T10" fmla="*/ 15 w 1897"/>
                <a:gd name="T11" fmla="*/ 10 h 3450"/>
                <a:gd name="T12" fmla="*/ 15 w 1897"/>
                <a:gd name="T13" fmla="*/ 11 h 3450"/>
                <a:gd name="T14" fmla="*/ 15 w 1897"/>
                <a:gd name="T15" fmla="*/ 11 h 3450"/>
                <a:gd name="T16" fmla="*/ 15 w 1897"/>
                <a:gd name="T17" fmla="*/ 12 h 3450"/>
                <a:gd name="T18" fmla="*/ 15 w 1897"/>
                <a:gd name="T19" fmla="*/ 26 h 3450"/>
                <a:gd name="T20" fmla="*/ 15 w 1897"/>
                <a:gd name="T21" fmla="*/ 26 h 3450"/>
                <a:gd name="T22" fmla="*/ 15 w 1897"/>
                <a:gd name="T23" fmla="*/ 27 h 3450"/>
                <a:gd name="T24" fmla="*/ 15 w 1897"/>
                <a:gd name="T25" fmla="*/ 27 h 3450"/>
                <a:gd name="T26" fmla="*/ 14 w 1897"/>
                <a:gd name="T27" fmla="*/ 27 h 3450"/>
                <a:gd name="T28" fmla="*/ 14 w 1897"/>
                <a:gd name="T29" fmla="*/ 28 h 3450"/>
                <a:gd name="T30" fmla="*/ 13 w 1897"/>
                <a:gd name="T31" fmla="*/ 28 h 3450"/>
                <a:gd name="T32" fmla="*/ 13 w 1897"/>
                <a:gd name="T33" fmla="*/ 27 h 3450"/>
                <a:gd name="T34" fmla="*/ 3 w 1897"/>
                <a:gd name="T35" fmla="*/ 21 h 3450"/>
                <a:gd name="T36" fmla="*/ 2 w 1897"/>
                <a:gd name="T37" fmla="*/ 21 h 3450"/>
                <a:gd name="T38" fmla="*/ 2 w 1897"/>
                <a:gd name="T39" fmla="*/ 20 h 3450"/>
                <a:gd name="T40" fmla="*/ 1 w 1897"/>
                <a:gd name="T41" fmla="*/ 19 h 3450"/>
                <a:gd name="T42" fmla="*/ 1 w 1897"/>
                <a:gd name="T43" fmla="*/ 19 h 3450"/>
                <a:gd name="T44" fmla="*/ 0 w 1897"/>
                <a:gd name="T45" fmla="*/ 18 h 3450"/>
                <a:gd name="T46" fmla="*/ 0 w 1897"/>
                <a:gd name="T47" fmla="*/ 17 h 3450"/>
                <a:gd name="T48" fmla="*/ 0 w 1897"/>
                <a:gd name="T49" fmla="*/ 16 h 3450"/>
                <a:gd name="T50" fmla="*/ 0 w 1897"/>
                <a:gd name="T51" fmla="*/ 15 h 3450"/>
                <a:gd name="T52" fmla="*/ 0 w 1897"/>
                <a:gd name="T53" fmla="*/ 2 h 3450"/>
                <a:gd name="T54" fmla="*/ 0 w 1897"/>
                <a:gd name="T55" fmla="*/ 1 h 3450"/>
                <a:gd name="T56" fmla="*/ 0 w 1897"/>
                <a:gd name="T57" fmla="*/ 1 h 3450"/>
                <a:gd name="T58" fmla="*/ 1 w 1897"/>
                <a:gd name="T59" fmla="*/ 0 h 3450"/>
                <a:gd name="T60" fmla="*/ 1 w 1897"/>
                <a:gd name="T61" fmla="*/ 0 h 3450"/>
                <a:gd name="T62" fmla="*/ 1 w 1897"/>
                <a:gd name="T63" fmla="*/ 0 h 3450"/>
                <a:gd name="T64" fmla="*/ 2 w 1897"/>
                <a:gd name="T65" fmla="*/ 0 h 3450"/>
                <a:gd name="T66" fmla="*/ 3 w 1897"/>
                <a:gd name="T67" fmla="*/ 0 h 3450"/>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897"/>
                <a:gd name="T103" fmla="*/ 0 h 3450"/>
                <a:gd name="T104" fmla="*/ 1897 w 1897"/>
                <a:gd name="T105" fmla="*/ 3450 h 3450"/>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897" h="3450">
                  <a:moveTo>
                    <a:pt x="357" y="49"/>
                  </a:moveTo>
                  <a:lnTo>
                    <a:pt x="1542" y="806"/>
                  </a:lnTo>
                  <a:lnTo>
                    <a:pt x="1579" y="832"/>
                  </a:lnTo>
                  <a:lnTo>
                    <a:pt x="1614" y="861"/>
                  </a:lnTo>
                  <a:lnTo>
                    <a:pt x="1648" y="895"/>
                  </a:lnTo>
                  <a:lnTo>
                    <a:pt x="1681" y="933"/>
                  </a:lnTo>
                  <a:lnTo>
                    <a:pt x="1711" y="973"/>
                  </a:lnTo>
                  <a:lnTo>
                    <a:pt x="1740" y="1016"/>
                  </a:lnTo>
                  <a:lnTo>
                    <a:pt x="1768" y="1062"/>
                  </a:lnTo>
                  <a:lnTo>
                    <a:pt x="1793" y="1109"/>
                  </a:lnTo>
                  <a:lnTo>
                    <a:pt x="1816" y="1158"/>
                  </a:lnTo>
                  <a:lnTo>
                    <a:pt x="1836" y="1208"/>
                  </a:lnTo>
                  <a:lnTo>
                    <a:pt x="1854" y="1260"/>
                  </a:lnTo>
                  <a:lnTo>
                    <a:pt x="1869" y="1313"/>
                  </a:lnTo>
                  <a:lnTo>
                    <a:pt x="1881" y="1364"/>
                  </a:lnTo>
                  <a:lnTo>
                    <a:pt x="1890" y="1417"/>
                  </a:lnTo>
                  <a:lnTo>
                    <a:pt x="1895" y="1469"/>
                  </a:lnTo>
                  <a:lnTo>
                    <a:pt x="1897" y="1519"/>
                  </a:lnTo>
                  <a:lnTo>
                    <a:pt x="1897" y="3142"/>
                  </a:lnTo>
                  <a:lnTo>
                    <a:pt x="1895" y="3190"/>
                  </a:lnTo>
                  <a:lnTo>
                    <a:pt x="1890" y="3235"/>
                  </a:lnTo>
                  <a:lnTo>
                    <a:pt x="1881" y="3276"/>
                  </a:lnTo>
                  <a:lnTo>
                    <a:pt x="1869" y="3313"/>
                  </a:lnTo>
                  <a:lnTo>
                    <a:pt x="1854" y="3346"/>
                  </a:lnTo>
                  <a:lnTo>
                    <a:pt x="1836" y="3375"/>
                  </a:lnTo>
                  <a:lnTo>
                    <a:pt x="1816" y="3398"/>
                  </a:lnTo>
                  <a:lnTo>
                    <a:pt x="1793" y="3418"/>
                  </a:lnTo>
                  <a:lnTo>
                    <a:pt x="1768" y="3434"/>
                  </a:lnTo>
                  <a:lnTo>
                    <a:pt x="1740" y="3444"/>
                  </a:lnTo>
                  <a:lnTo>
                    <a:pt x="1711" y="3450"/>
                  </a:lnTo>
                  <a:lnTo>
                    <a:pt x="1681" y="3450"/>
                  </a:lnTo>
                  <a:lnTo>
                    <a:pt x="1648" y="3445"/>
                  </a:lnTo>
                  <a:lnTo>
                    <a:pt x="1614" y="3436"/>
                  </a:lnTo>
                  <a:lnTo>
                    <a:pt x="1579" y="3421"/>
                  </a:lnTo>
                  <a:lnTo>
                    <a:pt x="1542" y="3400"/>
                  </a:lnTo>
                  <a:lnTo>
                    <a:pt x="357" y="2643"/>
                  </a:lnTo>
                  <a:lnTo>
                    <a:pt x="320" y="2618"/>
                  </a:lnTo>
                  <a:lnTo>
                    <a:pt x="285" y="2588"/>
                  </a:lnTo>
                  <a:lnTo>
                    <a:pt x="251" y="2554"/>
                  </a:lnTo>
                  <a:lnTo>
                    <a:pt x="218" y="2517"/>
                  </a:lnTo>
                  <a:lnTo>
                    <a:pt x="187" y="2477"/>
                  </a:lnTo>
                  <a:lnTo>
                    <a:pt x="157" y="2433"/>
                  </a:lnTo>
                  <a:lnTo>
                    <a:pt x="130" y="2388"/>
                  </a:lnTo>
                  <a:lnTo>
                    <a:pt x="105" y="2341"/>
                  </a:lnTo>
                  <a:lnTo>
                    <a:pt x="81" y="2292"/>
                  </a:lnTo>
                  <a:lnTo>
                    <a:pt x="61" y="2241"/>
                  </a:lnTo>
                  <a:lnTo>
                    <a:pt x="44" y="2190"/>
                  </a:lnTo>
                  <a:lnTo>
                    <a:pt x="29" y="2138"/>
                  </a:lnTo>
                  <a:lnTo>
                    <a:pt x="17" y="2085"/>
                  </a:lnTo>
                  <a:lnTo>
                    <a:pt x="7" y="2033"/>
                  </a:lnTo>
                  <a:lnTo>
                    <a:pt x="3" y="1981"/>
                  </a:lnTo>
                  <a:lnTo>
                    <a:pt x="0" y="1931"/>
                  </a:lnTo>
                  <a:lnTo>
                    <a:pt x="0" y="308"/>
                  </a:lnTo>
                  <a:lnTo>
                    <a:pt x="3" y="260"/>
                  </a:lnTo>
                  <a:lnTo>
                    <a:pt x="7" y="215"/>
                  </a:lnTo>
                  <a:lnTo>
                    <a:pt x="17" y="174"/>
                  </a:lnTo>
                  <a:lnTo>
                    <a:pt x="29" y="137"/>
                  </a:lnTo>
                  <a:lnTo>
                    <a:pt x="44" y="104"/>
                  </a:lnTo>
                  <a:lnTo>
                    <a:pt x="61" y="76"/>
                  </a:lnTo>
                  <a:lnTo>
                    <a:pt x="81" y="51"/>
                  </a:lnTo>
                  <a:lnTo>
                    <a:pt x="105" y="31"/>
                  </a:lnTo>
                  <a:lnTo>
                    <a:pt x="130" y="16"/>
                  </a:lnTo>
                  <a:lnTo>
                    <a:pt x="157" y="5"/>
                  </a:lnTo>
                  <a:lnTo>
                    <a:pt x="187" y="0"/>
                  </a:lnTo>
                  <a:lnTo>
                    <a:pt x="218" y="0"/>
                  </a:lnTo>
                  <a:lnTo>
                    <a:pt x="251" y="3"/>
                  </a:lnTo>
                  <a:lnTo>
                    <a:pt x="285" y="14"/>
                  </a:lnTo>
                  <a:lnTo>
                    <a:pt x="320" y="29"/>
                  </a:lnTo>
                  <a:lnTo>
                    <a:pt x="357" y="49"/>
                  </a:lnTo>
                  <a:close/>
                </a:path>
              </a:pathLst>
            </a:custGeom>
            <a:solidFill>
              <a:srgbClr val="BFBFB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0743" name="Freeform 49"/>
            <p:cNvSpPr>
              <a:spLocks/>
            </p:cNvSpPr>
            <p:nvPr/>
          </p:nvSpPr>
          <p:spPr bwMode="auto">
            <a:xfrm>
              <a:off x="1268" y="1663"/>
              <a:ext cx="393" cy="711"/>
            </a:xfrm>
            <a:custGeom>
              <a:avLst/>
              <a:gdLst>
                <a:gd name="T0" fmla="*/ 3 w 1962"/>
                <a:gd name="T1" fmla="*/ 7 h 3555"/>
                <a:gd name="T2" fmla="*/ 2 w 1962"/>
                <a:gd name="T3" fmla="*/ 7 h 3555"/>
                <a:gd name="T4" fmla="*/ 2 w 1962"/>
                <a:gd name="T5" fmla="*/ 8 h 3555"/>
                <a:gd name="T6" fmla="*/ 1 w 1962"/>
                <a:gd name="T7" fmla="*/ 8 h 3555"/>
                <a:gd name="T8" fmla="*/ 1 w 1962"/>
                <a:gd name="T9" fmla="*/ 9 h 3555"/>
                <a:gd name="T10" fmla="*/ 1 w 1962"/>
                <a:gd name="T11" fmla="*/ 10 h 3555"/>
                <a:gd name="T12" fmla="*/ 0 w 1962"/>
                <a:gd name="T13" fmla="*/ 11 h 3555"/>
                <a:gd name="T14" fmla="*/ 0 w 1962"/>
                <a:gd name="T15" fmla="*/ 12 h 3555"/>
                <a:gd name="T16" fmla="*/ 0 w 1962"/>
                <a:gd name="T17" fmla="*/ 13 h 3555"/>
                <a:gd name="T18" fmla="*/ 0 w 1962"/>
                <a:gd name="T19" fmla="*/ 26 h 3555"/>
                <a:gd name="T20" fmla="*/ 0 w 1962"/>
                <a:gd name="T21" fmla="*/ 27 h 3555"/>
                <a:gd name="T22" fmla="*/ 0 w 1962"/>
                <a:gd name="T23" fmla="*/ 28 h 3555"/>
                <a:gd name="T24" fmla="*/ 1 w 1962"/>
                <a:gd name="T25" fmla="*/ 28 h 3555"/>
                <a:gd name="T26" fmla="*/ 1 w 1962"/>
                <a:gd name="T27" fmla="*/ 28 h 3555"/>
                <a:gd name="T28" fmla="*/ 2 w 1962"/>
                <a:gd name="T29" fmla="*/ 28 h 3555"/>
                <a:gd name="T30" fmla="*/ 2 w 1962"/>
                <a:gd name="T31" fmla="*/ 28 h 3555"/>
                <a:gd name="T32" fmla="*/ 3 w 1962"/>
                <a:gd name="T33" fmla="*/ 28 h 3555"/>
                <a:gd name="T34" fmla="*/ 13 w 1962"/>
                <a:gd name="T35" fmla="*/ 22 h 3555"/>
                <a:gd name="T36" fmla="*/ 13 w 1962"/>
                <a:gd name="T37" fmla="*/ 21 h 3555"/>
                <a:gd name="T38" fmla="*/ 14 w 1962"/>
                <a:gd name="T39" fmla="*/ 21 h 3555"/>
                <a:gd name="T40" fmla="*/ 14 w 1962"/>
                <a:gd name="T41" fmla="*/ 20 h 3555"/>
                <a:gd name="T42" fmla="*/ 15 w 1962"/>
                <a:gd name="T43" fmla="*/ 19 h 3555"/>
                <a:gd name="T44" fmla="*/ 15 w 1962"/>
                <a:gd name="T45" fmla="*/ 18 h 3555"/>
                <a:gd name="T46" fmla="*/ 16 w 1962"/>
                <a:gd name="T47" fmla="*/ 18 h 3555"/>
                <a:gd name="T48" fmla="*/ 16 w 1962"/>
                <a:gd name="T49" fmla="*/ 17 h 3555"/>
                <a:gd name="T50" fmla="*/ 16 w 1962"/>
                <a:gd name="T51" fmla="*/ 16 h 3555"/>
                <a:gd name="T52" fmla="*/ 16 w 1962"/>
                <a:gd name="T53" fmla="*/ 2 h 3555"/>
                <a:gd name="T54" fmla="*/ 16 w 1962"/>
                <a:gd name="T55" fmla="*/ 1 h 3555"/>
                <a:gd name="T56" fmla="*/ 15 w 1962"/>
                <a:gd name="T57" fmla="*/ 1 h 3555"/>
                <a:gd name="T58" fmla="*/ 15 w 1962"/>
                <a:gd name="T59" fmla="*/ 0 h 3555"/>
                <a:gd name="T60" fmla="*/ 15 w 1962"/>
                <a:gd name="T61" fmla="*/ 0 h 3555"/>
                <a:gd name="T62" fmla="*/ 14 w 1962"/>
                <a:gd name="T63" fmla="*/ 0 h 3555"/>
                <a:gd name="T64" fmla="*/ 14 w 1962"/>
                <a:gd name="T65" fmla="*/ 0 h 3555"/>
                <a:gd name="T66" fmla="*/ 13 w 1962"/>
                <a:gd name="T67" fmla="*/ 0 h 3555"/>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962"/>
                <a:gd name="T103" fmla="*/ 0 h 3555"/>
                <a:gd name="T104" fmla="*/ 1962 w 1962"/>
                <a:gd name="T105" fmla="*/ 3555 h 3555"/>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962" h="3555">
                  <a:moveTo>
                    <a:pt x="1594" y="50"/>
                  </a:moveTo>
                  <a:lnTo>
                    <a:pt x="368" y="831"/>
                  </a:lnTo>
                  <a:lnTo>
                    <a:pt x="330" y="858"/>
                  </a:lnTo>
                  <a:lnTo>
                    <a:pt x="294" y="888"/>
                  </a:lnTo>
                  <a:lnTo>
                    <a:pt x="259" y="922"/>
                  </a:lnTo>
                  <a:lnTo>
                    <a:pt x="225" y="961"/>
                  </a:lnTo>
                  <a:lnTo>
                    <a:pt x="193" y="1003"/>
                  </a:lnTo>
                  <a:lnTo>
                    <a:pt x="163" y="1047"/>
                  </a:lnTo>
                  <a:lnTo>
                    <a:pt x="133" y="1094"/>
                  </a:lnTo>
                  <a:lnTo>
                    <a:pt x="108" y="1143"/>
                  </a:lnTo>
                  <a:lnTo>
                    <a:pt x="84" y="1193"/>
                  </a:lnTo>
                  <a:lnTo>
                    <a:pt x="63" y="1246"/>
                  </a:lnTo>
                  <a:lnTo>
                    <a:pt x="44" y="1299"/>
                  </a:lnTo>
                  <a:lnTo>
                    <a:pt x="29" y="1353"/>
                  </a:lnTo>
                  <a:lnTo>
                    <a:pt x="16" y="1405"/>
                  </a:lnTo>
                  <a:lnTo>
                    <a:pt x="7" y="1459"/>
                  </a:lnTo>
                  <a:lnTo>
                    <a:pt x="2" y="1512"/>
                  </a:lnTo>
                  <a:lnTo>
                    <a:pt x="0" y="1565"/>
                  </a:lnTo>
                  <a:lnTo>
                    <a:pt x="0" y="3237"/>
                  </a:lnTo>
                  <a:lnTo>
                    <a:pt x="2" y="3287"/>
                  </a:lnTo>
                  <a:lnTo>
                    <a:pt x="7" y="3333"/>
                  </a:lnTo>
                  <a:lnTo>
                    <a:pt x="16" y="3375"/>
                  </a:lnTo>
                  <a:lnTo>
                    <a:pt x="29" y="3413"/>
                  </a:lnTo>
                  <a:lnTo>
                    <a:pt x="44" y="3447"/>
                  </a:lnTo>
                  <a:lnTo>
                    <a:pt x="63" y="3477"/>
                  </a:lnTo>
                  <a:lnTo>
                    <a:pt x="84" y="3502"/>
                  </a:lnTo>
                  <a:lnTo>
                    <a:pt x="108" y="3522"/>
                  </a:lnTo>
                  <a:lnTo>
                    <a:pt x="133" y="3538"/>
                  </a:lnTo>
                  <a:lnTo>
                    <a:pt x="163" y="3549"/>
                  </a:lnTo>
                  <a:lnTo>
                    <a:pt x="193" y="3555"/>
                  </a:lnTo>
                  <a:lnTo>
                    <a:pt x="225" y="3555"/>
                  </a:lnTo>
                  <a:lnTo>
                    <a:pt x="259" y="3550"/>
                  </a:lnTo>
                  <a:lnTo>
                    <a:pt x="294" y="3541"/>
                  </a:lnTo>
                  <a:lnTo>
                    <a:pt x="330" y="3524"/>
                  </a:lnTo>
                  <a:lnTo>
                    <a:pt x="368" y="3503"/>
                  </a:lnTo>
                  <a:lnTo>
                    <a:pt x="1594" y="2722"/>
                  </a:lnTo>
                  <a:lnTo>
                    <a:pt x="1632" y="2696"/>
                  </a:lnTo>
                  <a:lnTo>
                    <a:pt x="1668" y="2665"/>
                  </a:lnTo>
                  <a:lnTo>
                    <a:pt x="1703" y="2631"/>
                  </a:lnTo>
                  <a:lnTo>
                    <a:pt x="1737" y="2592"/>
                  </a:lnTo>
                  <a:lnTo>
                    <a:pt x="1769" y="2551"/>
                  </a:lnTo>
                  <a:lnTo>
                    <a:pt x="1799" y="2506"/>
                  </a:lnTo>
                  <a:lnTo>
                    <a:pt x="1829" y="2460"/>
                  </a:lnTo>
                  <a:lnTo>
                    <a:pt x="1854" y="2411"/>
                  </a:lnTo>
                  <a:lnTo>
                    <a:pt x="1878" y="2361"/>
                  </a:lnTo>
                  <a:lnTo>
                    <a:pt x="1899" y="2308"/>
                  </a:lnTo>
                  <a:lnTo>
                    <a:pt x="1918" y="2256"/>
                  </a:lnTo>
                  <a:lnTo>
                    <a:pt x="1933" y="2202"/>
                  </a:lnTo>
                  <a:lnTo>
                    <a:pt x="1946" y="2149"/>
                  </a:lnTo>
                  <a:lnTo>
                    <a:pt x="1955" y="2095"/>
                  </a:lnTo>
                  <a:lnTo>
                    <a:pt x="1960" y="2042"/>
                  </a:lnTo>
                  <a:lnTo>
                    <a:pt x="1962" y="1989"/>
                  </a:lnTo>
                  <a:lnTo>
                    <a:pt x="1962" y="319"/>
                  </a:lnTo>
                  <a:lnTo>
                    <a:pt x="1960" y="269"/>
                  </a:lnTo>
                  <a:lnTo>
                    <a:pt x="1955" y="223"/>
                  </a:lnTo>
                  <a:lnTo>
                    <a:pt x="1946" y="180"/>
                  </a:lnTo>
                  <a:lnTo>
                    <a:pt x="1933" y="143"/>
                  </a:lnTo>
                  <a:lnTo>
                    <a:pt x="1918" y="109"/>
                  </a:lnTo>
                  <a:lnTo>
                    <a:pt x="1899" y="79"/>
                  </a:lnTo>
                  <a:lnTo>
                    <a:pt x="1878" y="54"/>
                  </a:lnTo>
                  <a:lnTo>
                    <a:pt x="1854" y="33"/>
                  </a:lnTo>
                  <a:lnTo>
                    <a:pt x="1829" y="17"/>
                  </a:lnTo>
                  <a:lnTo>
                    <a:pt x="1799" y="7"/>
                  </a:lnTo>
                  <a:lnTo>
                    <a:pt x="1769" y="0"/>
                  </a:lnTo>
                  <a:lnTo>
                    <a:pt x="1737" y="0"/>
                  </a:lnTo>
                  <a:lnTo>
                    <a:pt x="1703" y="4"/>
                  </a:lnTo>
                  <a:lnTo>
                    <a:pt x="1668" y="14"/>
                  </a:lnTo>
                  <a:lnTo>
                    <a:pt x="1632" y="29"/>
                  </a:lnTo>
                  <a:lnTo>
                    <a:pt x="1594" y="50"/>
                  </a:lnTo>
                  <a:close/>
                </a:path>
              </a:pathLst>
            </a:custGeom>
            <a:solidFill>
              <a:srgbClr val="E5E5E5"/>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0744" name="Freeform 50"/>
            <p:cNvSpPr>
              <a:spLocks noEditPoints="1"/>
            </p:cNvSpPr>
            <p:nvPr/>
          </p:nvSpPr>
          <p:spPr bwMode="auto">
            <a:xfrm>
              <a:off x="916" y="1589"/>
              <a:ext cx="697" cy="698"/>
            </a:xfrm>
            <a:custGeom>
              <a:avLst/>
              <a:gdLst>
                <a:gd name="T0" fmla="*/ 16 w 3485"/>
                <a:gd name="T1" fmla="*/ 0 h 3490"/>
                <a:gd name="T2" fmla="*/ 17 w 3485"/>
                <a:gd name="T3" fmla="*/ 2 h 3490"/>
                <a:gd name="T4" fmla="*/ 17 w 3485"/>
                <a:gd name="T5" fmla="*/ 3 h 3490"/>
                <a:gd name="T6" fmla="*/ 14 w 3485"/>
                <a:gd name="T7" fmla="*/ 4 h 3490"/>
                <a:gd name="T8" fmla="*/ 12 w 3485"/>
                <a:gd name="T9" fmla="*/ 4 h 3490"/>
                <a:gd name="T10" fmla="*/ 11 w 3485"/>
                <a:gd name="T11" fmla="*/ 2 h 3490"/>
                <a:gd name="T12" fmla="*/ 11 w 3485"/>
                <a:gd name="T13" fmla="*/ 1 h 3490"/>
                <a:gd name="T14" fmla="*/ 14 w 3485"/>
                <a:gd name="T15" fmla="*/ 0 h 3490"/>
                <a:gd name="T16" fmla="*/ 3 w 3485"/>
                <a:gd name="T17" fmla="*/ 7 h 3490"/>
                <a:gd name="T18" fmla="*/ 4 w 3485"/>
                <a:gd name="T19" fmla="*/ 9 h 3490"/>
                <a:gd name="T20" fmla="*/ 3 w 3485"/>
                <a:gd name="T21" fmla="*/ 12 h 3490"/>
                <a:gd name="T22" fmla="*/ 2 w 3485"/>
                <a:gd name="T23" fmla="*/ 13 h 3490"/>
                <a:gd name="T24" fmla="*/ 1 w 3485"/>
                <a:gd name="T25" fmla="*/ 12 h 3490"/>
                <a:gd name="T26" fmla="*/ 0 w 3485"/>
                <a:gd name="T27" fmla="*/ 10 h 3490"/>
                <a:gd name="T28" fmla="*/ 0 w 3485"/>
                <a:gd name="T29" fmla="*/ 8 h 3490"/>
                <a:gd name="T30" fmla="*/ 2 w 3485"/>
                <a:gd name="T31" fmla="*/ 6 h 3490"/>
                <a:gd name="T32" fmla="*/ 10 w 3485"/>
                <a:gd name="T33" fmla="*/ 20 h 3490"/>
                <a:gd name="T34" fmla="*/ 11 w 3485"/>
                <a:gd name="T35" fmla="*/ 22 h 3490"/>
                <a:gd name="T36" fmla="*/ 11 w 3485"/>
                <a:gd name="T37" fmla="*/ 25 h 3490"/>
                <a:gd name="T38" fmla="*/ 10 w 3485"/>
                <a:gd name="T39" fmla="*/ 27 h 3490"/>
                <a:gd name="T40" fmla="*/ 8 w 3485"/>
                <a:gd name="T41" fmla="*/ 26 h 3490"/>
                <a:gd name="T42" fmla="*/ 7 w 3485"/>
                <a:gd name="T43" fmla="*/ 24 h 3490"/>
                <a:gd name="T44" fmla="*/ 7 w 3485"/>
                <a:gd name="T45" fmla="*/ 22 h 3490"/>
                <a:gd name="T46" fmla="*/ 8 w 3485"/>
                <a:gd name="T47" fmla="*/ 20 h 3490"/>
                <a:gd name="T48" fmla="*/ 20 w 3485"/>
                <a:gd name="T49" fmla="*/ 21 h 3490"/>
                <a:gd name="T50" fmla="*/ 21 w 3485"/>
                <a:gd name="T51" fmla="*/ 23 h 3490"/>
                <a:gd name="T52" fmla="*/ 21 w 3485"/>
                <a:gd name="T53" fmla="*/ 26 h 3490"/>
                <a:gd name="T54" fmla="*/ 20 w 3485"/>
                <a:gd name="T55" fmla="*/ 28 h 3490"/>
                <a:gd name="T56" fmla="*/ 18 w 3485"/>
                <a:gd name="T57" fmla="*/ 28 h 3490"/>
                <a:gd name="T58" fmla="*/ 17 w 3485"/>
                <a:gd name="T59" fmla="*/ 26 h 3490"/>
                <a:gd name="T60" fmla="*/ 17 w 3485"/>
                <a:gd name="T61" fmla="*/ 23 h 3490"/>
                <a:gd name="T62" fmla="*/ 18 w 3485"/>
                <a:gd name="T63" fmla="*/ 21 h 3490"/>
                <a:gd name="T64" fmla="*/ 19 w 3485"/>
                <a:gd name="T65" fmla="*/ 11 h 3490"/>
                <a:gd name="T66" fmla="*/ 20 w 3485"/>
                <a:gd name="T67" fmla="*/ 13 h 3490"/>
                <a:gd name="T68" fmla="*/ 21 w 3485"/>
                <a:gd name="T69" fmla="*/ 15 h 3490"/>
                <a:gd name="T70" fmla="*/ 20 w 3485"/>
                <a:gd name="T71" fmla="*/ 17 h 3490"/>
                <a:gd name="T72" fmla="*/ 18 w 3485"/>
                <a:gd name="T73" fmla="*/ 17 h 3490"/>
                <a:gd name="T74" fmla="*/ 17 w 3485"/>
                <a:gd name="T75" fmla="*/ 16 h 3490"/>
                <a:gd name="T76" fmla="*/ 17 w 3485"/>
                <a:gd name="T77" fmla="*/ 13 h 3490"/>
                <a:gd name="T78" fmla="*/ 18 w 3485"/>
                <a:gd name="T79" fmla="*/ 11 h 3490"/>
                <a:gd name="T80" fmla="*/ 26 w 3485"/>
                <a:gd name="T81" fmla="*/ 7 h 3490"/>
                <a:gd name="T82" fmla="*/ 27 w 3485"/>
                <a:gd name="T83" fmla="*/ 8 h 3490"/>
                <a:gd name="T84" fmla="*/ 27 w 3485"/>
                <a:gd name="T85" fmla="*/ 11 h 3490"/>
                <a:gd name="T86" fmla="*/ 26 w 3485"/>
                <a:gd name="T87" fmla="*/ 13 h 3490"/>
                <a:gd name="T88" fmla="*/ 25 w 3485"/>
                <a:gd name="T89" fmla="*/ 13 h 3490"/>
                <a:gd name="T90" fmla="*/ 24 w 3485"/>
                <a:gd name="T91" fmla="*/ 12 h 3490"/>
                <a:gd name="T92" fmla="*/ 24 w 3485"/>
                <a:gd name="T93" fmla="*/ 9 h 3490"/>
                <a:gd name="T94" fmla="*/ 24 w 3485"/>
                <a:gd name="T95" fmla="*/ 7 h 3490"/>
                <a:gd name="T96" fmla="*/ 26 w 3485"/>
                <a:gd name="T97" fmla="*/ 17 h 3490"/>
                <a:gd name="T98" fmla="*/ 27 w 3485"/>
                <a:gd name="T99" fmla="*/ 18 h 3490"/>
                <a:gd name="T100" fmla="*/ 28 w 3485"/>
                <a:gd name="T101" fmla="*/ 21 h 3490"/>
                <a:gd name="T102" fmla="*/ 27 w 3485"/>
                <a:gd name="T103" fmla="*/ 23 h 3490"/>
                <a:gd name="T104" fmla="*/ 26 w 3485"/>
                <a:gd name="T105" fmla="*/ 24 h 3490"/>
                <a:gd name="T106" fmla="*/ 24 w 3485"/>
                <a:gd name="T107" fmla="*/ 23 h 3490"/>
                <a:gd name="T108" fmla="*/ 24 w 3485"/>
                <a:gd name="T109" fmla="*/ 20 h 3490"/>
                <a:gd name="T110" fmla="*/ 25 w 3485"/>
                <a:gd name="T111" fmla="*/ 18 h 3490"/>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w 3485"/>
                <a:gd name="T169" fmla="*/ 0 h 3490"/>
                <a:gd name="T170" fmla="*/ 3485 w 3485"/>
                <a:gd name="T171" fmla="*/ 3490 h 3490"/>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T168" t="T169" r="T170" b="T171"/>
              <a:pathLst>
                <a:path w="3485" h="3490">
                  <a:moveTo>
                    <a:pt x="1754" y="0"/>
                  </a:moveTo>
                  <a:lnTo>
                    <a:pt x="1797" y="2"/>
                  </a:lnTo>
                  <a:lnTo>
                    <a:pt x="1840" y="5"/>
                  </a:lnTo>
                  <a:lnTo>
                    <a:pt x="1881" y="12"/>
                  </a:lnTo>
                  <a:lnTo>
                    <a:pt x="1921" y="20"/>
                  </a:lnTo>
                  <a:lnTo>
                    <a:pt x="1959" y="31"/>
                  </a:lnTo>
                  <a:lnTo>
                    <a:pt x="1994" y="44"/>
                  </a:lnTo>
                  <a:lnTo>
                    <a:pt x="2028" y="59"/>
                  </a:lnTo>
                  <a:lnTo>
                    <a:pt x="2058" y="74"/>
                  </a:lnTo>
                  <a:lnTo>
                    <a:pt x="2086" y="93"/>
                  </a:lnTo>
                  <a:lnTo>
                    <a:pt x="2111" y="113"/>
                  </a:lnTo>
                  <a:lnTo>
                    <a:pt x="2132" y="133"/>
                  </a:lnTo>
                  <a:lnTo>
                    <a:pt x="2151" y="155"/>
                  </a:lnTo>
                  <a:lnTo>
                    <a:pt x="2165" y="179"/>
                  </a:lnTo>
                  <a:lnTo>
                    <a:pt x="2175" y="203"/>
                  </a:lnTo>
                  <a:lnTo>
                    <a:pt x="2182" y="229"/>
                  </a:lnTo>
                  <a:lnTo>
                    <a:pt x="2185" y="255"/>
                  </a:lnTo>
                  <a:lnTo>
                    <a:pt x="2182" y="281"/>
                  </a:lnTo>
                  <a:lnTo>
                    <a:pt x="2175" y="305"/>
                  </a:lnTo>
                  <a:lnTo>
                    <a:pt x="2165" y="330"/>
                  </a:lnTo>
                  <a:lnTo>
                    <a:pt x="2151" y="353"/>
                  </a:lnTo>
                  <a:lnTo>
                    <a:pt x="2132" y="376"/>
                  </a:lnTo>
                  <a:lnTo>
                    <a:pt x="2111" y="397"/>
                  </a:lnTo>
                  <a:lnTo>
                    <a:pt x="2086" y="417"/>
                  </a:lnTo>
                  <a:lnTo>
                    <a:pt x="2058" y="434"/>
                  </a:lnTo>
                  <a:lnTo>
                    <a:pt x="2028" y="451"/>
                  </a:lnTo>
                  <a:lnTo>
                    <a:pt x="1994" y="466"/>
                  </a:lnTo>
                  <a:lnTo>
                    <a:pt x="1959" y="479"/>
                  </a:lnTo>
                  <a:lnTo>
                    <a:pt x="1921" y="489"/>
                  </a:lnTo>
                  <a:lnTo>
                    <a:pt x="1881" y="498"/>
                  </a:lnTo>
                  <a:lnTo>
                    <a:pt x="1840" y="505"/>
                  </a:lnTo>
                  <a:lnTo>
                    <a:pt x="1797" y="508"/>
                  </a:lnTo>
                  <a:lnTo>
                    <a:pt x="1754" y="509"/>
                  </a:lnTo>
                  <a:lnTo>
                    <a:pt x="1710" y="508"/>
                  </a:lnTo>
                  <a:lnTo>
                    <a:pt x="1667" y="505"/>
                  </a:lnTo>
                  <a:lnTo>
                    <a:pt x="1626" y="498"/>
                  </a:lnTo>
                  <a:lnTo>
                    <a:pt x="1586" y="489"/>
                  </a:lnTo>
                  <a:lnTo>
                    <a:pt x="1548" y="479"/>
                  </a:lnTo>
                  <a:lnTo>
                    <a:pt x="1512" y="466"/>
                  </a:lnTo>
                  <a:lnTo>
                    <a:pt x="1479" y="451"/>
                  </a:lnTo>
                  <a:lnTo>
                    <a:pt x="1449" y="434"/>
                  </a:lnTo>
                  <a:lnTo>
                    <a:pt x="1421" y="417"/>
                  </a:lnTo>
                  <a:lnTo>
                    <a:pt x="1395" y="397"/>
                  </a:lnTo>
                  <a:lnTo>
                    <a:pt x="1374" y="376"/>
                  </a:lnTo>
                  <a:lnTo>
                    <a:pt x="1355" y="353"/>
                  </a:lnTo>
                  <a:lnTo>
                    <a:pt x="1341" y="330"/>
                  </a:lnTo>
                  <a:lnTo>
                    <a:pt x="1331" y="305"/>
                  </a:lnTo>
                  <a:lnTo>
                    <a:pt x="1324" y="281"/>
                  </a:lnTo>
                  <a:lnTo>
                    <a:pt x="1321" y="255"/>
                  </a:lnTo>
                  <a:lnTo>
                    <a:pt x="1324" y="229"/>
                  </a:lnTo>
                  <a:lnTo>
                    <a:pt x="1331" y="203"/>
                  </a:lnTo>
                  <a:lnTo>
                    <a:pt x="1341" y="179"/>
                  </a:lnTo>
                  <a:lnTo>
                    <a:pt x="1355" y="155"/>
                  </a:lnTo>
                  <a:lnTo>
                    <a:pt x="1374" y="133"/>
                  </a:lnTo>
                  <a:lnTo>
                    <a:pt x="1395" y="113"/>
                  </a:lnTo>
                  <a:lnTo>
                    <a:pt x="1421" y="93"/>
                  </a:lnTo>
                  <a:lnTo>
                    <a:pt x="1449" y="74"/>
                  </a:lnTo>
                  <a:lnTo>
                    <a:pt x="1479" y="59"/>
                  </a:lnTo>
                  <a:lnTo>
                    <a:pt x="1512" y="44"/>
                  </a:lnTo>
                  <a:lnTo>
                    <a:pt x="1548" y="31"/>
                  </a:lnTo>
                  <a:lnTo>
                    <a:pt x="1586" y="20"/>
                  </a:lnTo>
                  <a:lnTo>
                    <a:pt x="1626" y="12"/>
                  </a:lnTo>
                  <a:lnTo>
                    <a:pt x="1667" y="5"/>
                  </a:lnTo>
                  <a:lnTo>
                    <a:pt x="1710" y="2"/>
                  </a:lnTo>
                  <a:lnTo>
                    <a:pt x="1754" y="0"/>
                  </a:lnTo>
                  <a:close/>
                  <a:moveTo>
                    <a:pt x="239" y="786"/>
                  </a:moveTo>
                  <a:lnTo>
                    <a:pt x="263" y="788"/>
                  </a:lnTo>
                  <a:lnTo>
                    <a:pt x="287" y="794"/>
                  </a:lnTo>
                  <a:lnTo>
                    <a:pt x="309" y="805"/>
                  </a:lnTo>
                  <a:lnTo>
                    <a:pt x="331" y="819"/>
                  </a:lnTo>
                  <a:lnTo>
                    <a:pt x="352" y="836"/>
                  </a:lnTo>
                  <a:lnTo>
                    <a:pt x="372" y="857"/>
                  </a:lnTo>
                  <a:lnTo>
                    <a:pt x="390" y="882"/>
                  </a:lnTo>
                  <a:lnTo>
                    <a:pt x="407" y="909"/>
                  </a:lnTo>
                  <a:lnTo>
                    <a:pt x="423" y="940"/>
                  </a:lnTo>
                  <a:lnTo>
                    <a:pt x="437" y="971"/>
                  </a:lnTo>
                  <a:lnTo>
                    <a:pt x="448" y="1006"/>
                  </a:lnTo>
                  <a:lnTo>
                    <a:pt x="459" y="1043"/>
                  </a:lnTo>
                  <a:lnTo>
                    <a:pt x="467" y="1081"/>
                  </a:lnTo>
                  <a:lnTo>
                    <a:pt x="473" y="1121"/>
                  </a:lnTo>
                  <a:lnTo>
                    <a:pt x="476" y="1163"/>
                  </a:lnTo>
                  <a:lnTo>
                    <a:pt x="478" y="1206"/>
                  </a:lnTo>
                  <a:lnTo>
                    <a:pt x="476" y="1248"/>
                  </a:lnTo>
                  <a:lnTo>
                    <a:pt x="473" y="1290"/>
                  </a:lnTo>
                  <a:lnTo>
                    <a:pt x="467" y="1330"/>
                  </a:lnTo>
                  <a:lnTo>
                    <a:pt x="459" y="1367"/>
                  </a:lnTo>
                  <a:lnTo>
                    <a:pt x="448" y="1405"/>
                  </a:lnTo>
                  <a:lnTo>
                    <a:pt x="437" y="1439"/>
                  </a:lnTo>
                  <a:lnTo>
                    <a:pt x="423" y="1472"/>
                  </a:lnTo>
                  <a:lnTo>
                    <a:pt x="407" y="1501"/>
                  </a:lnTo>
                  <a:lnTo>
                    <a:pt x="390" y="1528"/>
                  </a:lnTo>
                  <a:lnTo>
                    <a:pt x="372" y="1553"/>
                  </a:lnTo>
                  <a:lnTo>
                    <a:pt x="352" y="1574"/>
                  </a:lnTo>
                  <a:lnTo>
                    <a:pt x="331" y="1591"/>
                  </a:lnTo>
                  <a:lnTo>
                    <a:pt x="309" y="1605"/>
                  </a:lnTo>
                  <a:lnTo>
                    <a:pt x="287" y="1616"/>
                  </a:lnTo>
                  <a:lnTo>
                    <a:pt x="263" y="1622"/>
                  </a:lnTo>
                  <a:lnTo>
                    <a:pt x="239" y="1624"/>
                  </a:lnTo>
                  <a:lnTo>
                    <a:pt x="214" y="1622"/>
                  </a:lnTo>
                  <a:lnTo>
                    <a:pt x="191" y="1616"/>
                  </a:lnTo>
                  <a:lnTo>
                    <a:pt x="168" y="1605"/>
                  </a:lnTo>
                  <a:lnTo>
                    <a:pt x="146" y="1591"/>
                  </a:lnTo>
                  <a:lnTo>
                    <a:pt x="125" y="1574"/>
                  </a:lnTo>
                  <a:lnTo>
                    <a:pt x="105" y="1553"/>
                  </a:lnTo>
                  <a:lnTo>
                    <a:pt x="87" y="1528"/>
                  </a:lnTo>
                  <a:lnTo>
                    <a:pt x="70" y="1501"/>
                  </a:lnTo>
                  <a:lnTo>
                    <a:pt x="55" y="1472"/>
                  </a:lnTo>
                  <a:lnTo>
                    <a:pt x="41" y="1439"/>
                  </a:lnTo>
                  <a:lnTo>
                    <a:pt x="29" y="1405"/>
                  </a:lnTo>
                  <a:lnTo>
                    <a:pt x="18" y="1367"/>
                  </a:lnTo>
                  <a:lnTo>
                    <a:pt x="10" y="1330"/>
                  </a:lnTo>
                  <a:lnTo>
                    <a:pt x="4" y="1290"/>
                  </a:lnTo>
                  <a:lnTo>
                    <a:pt x="1" y="1248"/>
                  </a:lnTo>
                  <a:lnTo>
                    <a:pt x="0" y="1206"/>
                  </a:lnTo>
                  <a:lnTo>
                    <a:pt x="1" y="1163"/>
                  </a:lnTo>
                  <a:lnTo>
                    <a:pt x="4" y="1121"/>
                  </a:lnTo>
                  <a:lnTo>
                    <a:pt x="10" y="1081"/>
                  </a:lnTo>
                  <a:lnTo>
                    <a:pt x="18" y="1043"/>
                  </a:lnTo>
                  <a:lnTo>
                    <a:pt x="29" y="1006"/>
                  </a:lnTo>
                  <a:lnTo>
                    <a:pt x="41" y="971"/>
                  </a:lnTo>
                  <a:lnTo>
                    <a:pt x="55" y="940"/>
                  </a:lnTo>
                  <a:lnTo>
                    <a:pt x="70" y="909"/>
                  </a:lnTo>
                  <a:lnTo>
                    <a:pt x="87" y="882"/>
                  </a:lnTo>
                  <a:lnTo>
                    <a:pt x="105" y="857"/>
                  </a:lnTo>
                  <a:lnTo>
                    <a:pt x="125" y="836"/>
                  </a:lnTo>
                  <a:lnTo>
                    <a:pt x="146" y="819"/>
                  </a:lnTo>
                  <a:lnTo>
                    <a:pt x="168" y="805"/>
                  </a:lnTo>
                  <a:lnTo>
                    <a:pt x="191" y="794"/>
                  </a:lnTo>
                  <a:lnTo>
                    <a:pt x="214" y="788"/>
                  </a:lnTo>
                  <a:lnTo>
                    <a:pt x="239" y="786"/>
                  </a:lnTo>
                  <a:close/>
                  <a:moveTo>
                    <a:pt x="1119" y="2495"/>
                  </a:moveTo>
                  <a:lnTo>
                    <a:pt x="1143" y="2498"/>
                  </a:lnTo>
                  <a:lnTo>
                    <a:pt x="1167" y="2504"/>
                  </a:lnTo>
                  <a:lnTo>
                    <a:pt x="1190" y="2514"/>
                  </a:lnTo>
                  <a:lnTo>
                    <a:pt x="1211" y="2528"/>
                  </a:lnTo>
                  <a:lnTo>
                    <a:pt x="1232" y="2546"/>
                  </a:lnTo>
                  <a:lnTo>
                    <a:pt x="1252" y="2567"/>
                  </a:lnTo>
                  <a:lnTo>
                    <a:pt x="1271" y="2592"/>
                  </a:lnTo>
                  <a:lnTo>
                    <a:pt x="1288" y="2618"/>
                  </a:lnTo>
                  <a:lnTo>
                    <a:pt x="1304" y="2648"/>
                  </a:lnTo>
                  <a:lnTo>
                    <a:pt x="1318" y="2681"/>
                  </a:lnTo>
                  <a:lnTo>
                    <a:pt x="1329" y="2715"/>
                  </a:lnTo>
                  <a:lnTo>
                    <a:pt x="1340" y="2752"/>
                  </a:lnTo>
                  <a:lnTo>
                    <a:pt x="1348" y="2790"/>
                  </a:lnTo>
                  <a:lnTo>
                    <a:pt x="1354" y="2830"/>
                  </a:lnTo>
                  <a:lnTo>
                    <a:pt x="1358" y="2872"/>
                  </a:lnTo>
                  <a:lnTo>
                    <a:pt x="1359" y="2914"/>
                  </a:lnTo>
                  <a:lnTo>
                    <a:pt x="1358" y="2956"/>
                  </a:lnTo>
                  <a:lnTo>
                    <a:pt x="1354" y="2998"/>
                  </a:lnTo>
                  <a:lnTo>
                    <a:pt x="1348" y="3038"/>
                  </a:lnTo>
                  <a:lnTo>
                    <a:pt x="1340" y="3077"/>
                  </a:lnTo>
                  <a:lnTo>
                    <a:pt x="1329" y="3113"/>
                  </a:lnTo>
                  <a:lnTo>
                    <a:pt x="1318" y="3147"/>
                  </a:lnTo>
                  <a:lnTo>
                    <a:pt x="1304" y="3180"/>
                  </a:lnTo>
                  <a:lnTo>
                    <a:pt x="1288" y="3209"/>
                  </a:lnTo>
                  <a:lnTo>
                    <a:pt x="1271" y="3238"/>
                  </a:lnTo>
                  <a:lnTo>
                    <a:pt x="1252" y="3261"/>
                  </a:lnTo>
                  <a:lnTo>
                    <a:pt x="1232" y="3282"/>
                  </a:lnTo>
                  <a:lnTo>
                    <a:pt x="1211" y="3301"/>
                  </a:lnTo>
                  <a:lnTo>
                    <a:pt x="1190" y="3315"/>
                  </a:lnTo>
                  <a:lnTo>
                    <a:pt x="1167" y="3325"/>
                  </a:lnTo>
                  <a:lnTo>
                    <a:pt x="1143" y="3331"/>
                  </a:lnTo>
                  <a:lnTo>
                    <a:pt x="1119" y="3334"/>
                  </a:lnTo>
                  <a:lnTo>
                    <a:pt x="1094" y="3331"/>
                  </a:lnTo>
                  <a:lnTo>
                    <a:pt x="1070" y="3325"/>
                  </a:lnTo>
                  <a:lnTo>
                    <a:pt x="1048" y="3315"/>
                  </a:lnTo>
                  <a:lnTo>
                    <a:pt x="1026" y="3301"/>
                  </a:lnTo>
                  <a:lnTo>
                    <a:pt x="1005" y="3282"/>
                  </a:lnTo>
                  <a:lnTo>
                    <a:pt x="985" y="3261"/>
                  </a:lnTo>
                  <a:lnTo>
                    <a:pt x="967" y="3238"/>
                  </a:lnTo>
                  <a:lnTo>
                    <a:pt x="950" y="3209"/>
                  </a:lnTo>
                  <a:lnTo>
                    <a:pt x="935" y="3180"/>
                  </a:lnTo>
                  <a:lnTo>
                    <a:pt x="921" y="3147"/>
                  </a:lnTo>
                  <a:lnTo>
                    <a:pt x="909" y="3113"/>
                  </a:lnTo>
                  <a:lnTo>
                    <a:pt x="898" y="3077"/>
                  </a:lnTo>
                  <a:lnTo>
                    <a:pt x="890" y="3038"/>
                  </a:lnTo>
                  <a:lnTo>
                    <a:pt x="884" y="2998"/>
                  </a:lnTo>
                  <a:lnTo>
                    <a:pt x="881" y="2956"/>
                  </a:lnTo>
                  <a:lnTo>
                    <a:pt x="880" y="2914"/>
                  </a:lnTo>
                  <a:lnTo>
                    <a:pt x="881" y="2872"/>
                  </a:lnTo>
                  <a:lnTo>
                    <a:pt x="884" y="2830"/>
                  </a:lnTo>
                  <a:lnTo>
                    <a:pt x="890" y="2790"/>
                  </a:lnTo>
                  <a:lnTo>
                    <a:pt x="898" y="2752"/>
                  </a:lnTo>
                  <a:lnTo>
                    <a:pt x="909" y="2715"/>
                  </a:lnTo>
                  <a:lnTo>
                    <a:pt x="921" y="2681"/>
                  </a:lnTo>
                  <a:lnTo>
                    <a:pt x="935" y="2648"/>
                  </a:lnTo>
                  <a:lnTo>
                    <a:pt x="950" y="2618"/>
                  </a:lnTo>
                  <a:lnTo>
                    <a:pt x="967" y="2592"/>
                  </a:lnTo>
                  <a:lnTo>
                    <a:pt x="985" y="2567"/>
                  </a:lnTo>
                  <a:lnTo>
                    <a:pt x="1005" y="2546"/>
                  </a:lnTo>
                  <a:lnTo>
                    <a:pt x="1026" y="2528"/>
                  </a:lnTo>
                  <a:lnTo>
                    <a:pt x="1048" y="2514"/>
                  </a:lnTo>
                  <a:lnTo>
                    <a:pt x="1070" y="2504"/>
                  </a:lnTo>
                  <a:lnTo>
                    <a:pt x="1094" y="2498"/>
                  </a:lnTo>
                  <a:lnTo>
                    <a:pt x="1119" y="2495"/>
                  </a:lnTo>
                  <a:close/>
                  <a:moveTo>
                    <a:pt x="2380" y="2651"/>
                  </a:moveTo>
                  <a:lnTo>
                    <a:pt x="2405" y="2654"/>
                  </a:lnTo>
                  <a:lnTo>
                    <a:pt x="2428" y="2660"/>
                  </a:lnTo>
                  <a:lnTo>
                    <a:pt x="2452" y="2670"/>
                  </a:lnTo>
                  <a:lnTo>
                    <a:pt x="2473" y="2684"/>
                  </a:lnTo>
                  <a:lnTo>
                    <a:pt x="2494" y="2703"/>
                  </a:lnTo>
                  <a:lnTo>
                    <a:pt x="2514" y="2724"/>
                  </a:lnTo>
                  <a:lnTo>
                    <a:pt x="2533" y="2747"/>
                  </a:lnTo>
                  <a:lnTo>
                    <a:pt x="2550" y="2774"/>
                  </a:lnTo>
                  <a:lnTo>
                    <a:pt x="2565" y="2805"/>
                  </a:lnTo>
                  <a:lnTo>
                    <a:pt x="2580" y="2838"/>
                  </a:lnTo>
                  <a:lnTo>
                    <a:pt x="2591" y="2872"/>
                  </a:lnTo>
                  <a:lnTo>
                    <a:pt x="2602" y="2908"/>
                  </a:lnTo>
                  <a:lnTo>
                    <a:pt x="2610" y="2947"/>
                  </a:lnTo>
                  <a:lnTo>
                    <a:pt x="2616" y="2987"/>
                  </a:lnTo>
                  <a:lnTo>
                    <a:pt x="2619" y="3029"/>
                  </a:lnTo>
                  <a:lnTo>
                    <a:pt x="2621" y="3071"/>
                  </a:lnTo>
                  <a:lnTo>
                    <a:pt x="2619" y="3113"/>
                  </a:lnTo>
                  <a:lnTo>
                    <a:pt x="2616" y="3155"/>
                  </a:lnTo>
                  <a:lnTo>
                    <a:pt x="2610" y="3195"/>
                  </a:lnTo>
                  <a:lnTo>
                    <a:pt x="2602" y="3233"/>
                  </a:lnTo>
                  <a:lnTo>
                    <a:pt x="2591" y="3270"/>
                  </a:lnTo>
                  <a:lnTo>
                    <a:pt x="2580" y="3304"/>
                  </a:lnTo>
                  <a:lnTo>
                    <a:pt x="2565" y="3337"/>
                  </a:lnTo>
                  <a:lnTo>
                    <a:pt x="2550" y="3367"/>
                  </a:lnTo>
                  <a:lnTo>
                    <a:pt x="2533" y="3393"/>
                  </a:lnTo>
                  <a:lnTo>
                    <a:pt x="2514" y="3418"/>
                  </a:lnTo>
                  <a:lnTo>
                    <a:pt x="2494" y="3439"/>
                  </a:lnTo>
                  <a:lnTo>
                    <a:pt x="2473" y="3457"/>
                  </a:lnTo>
                  <a:lnTo>
                    <a:pt x="2452" y="3471"/>
                  </a:lnTo>
                  <a:lnTo>
                    <a:pt x="2428" y="3481"/>
                  </a:lnTo>
                  <a:lnTo>
                    <a:pt x="2405" y="3487"/>
                  </a:lnTo>
                  <a:lnTo>
                    <a:pt x="2380" y="3490"/>
                  </a:lnTo>
                  <a:lnTo>
                    <a:pt x="2356" y="3487"/>
                  </a:lnTo>
                  <a:lnTo>
                    <a:pt x="2332" y="3481"/>
                  </a:lnTo>
                  <a:lnTo>
                    <a:pt x="2310" y="3471"/>
                  </a:lnTo>
                  <a:lnTo>
                    <a:pt x="2288" y="3457"/>
                  </a:lnTo>
                  <a:lnTo>
                    <a:pt x="2267" y="3439"/>
                  </a:lnTo>
                  <a:lnTo>
                    <a:pt x="2248" y="3418"/>
                  </a:lnTo>
                  <a:lnTo>
                    <a:pt x="2229" y="3393"/>
                  </a:lnTo>
                  <a:lnTo>
                    <a:pt x="2212" y="3367"/>
                  </a:lnTo>
                  <a:lnTo>
                    <a:pt x="2196" y="3337"/>
                  </a:lnTo>
                  <a:lnTo>
                    <a:pt x="2182" y="3304"/>
                  </a:lnTo>
                  <a:lnTo>
                    <a:pt x="2171" y="3270"/>
                  </a:lnTo>
                  <a:lnTo>
                    <a:pt x="2160" y="3233"/>
                  </a:lnTo>
                  <a:lnTo>
                    <a:pt x="2152" y="3195"/>
                  </a:lnTo>
                  <a:lnTo>
                    <a:pt x="2146" y="3155"/>
                  </a:lnTo>
                  <a:lnTo>
                    <a:pt x="2142" y="3113"/>
                  </a:lnTo>
                  <a:lnTo>
                    <a:pt x="2141" y="3071"/>
                  </a:lnTo>
                  <a:lnTo>
                    <a:pt x="2142" y="3029"/>
                  </a:lnTo>
                  <a:lnTo>
                    <a:pt x="2146" y="2987"/>
                  </a:lnTo>
                  <a:lnTo>
                    <a:pt x="2152" y="2947"/>
                  </a:lnTo>
                  <a:lnTo>
                    <a:pt x="2160" y="2908"/>
                  </a:lnTo>
                  <a:lnTo>
                    <a:pt x="2171" y="2872"/>
                  </a:lnTo>
                  <a:lnTo>
                    <a:pt x="2182" y="2838"/>
                  </a:lnTo>
                  <a:lnTo>
                    <a:pt x="2196" y="2805"/>
                  </a:lnTo>
                  <a:lnTo>
                    <a:pt x="2212" y="2774"/>
                  </a:lnTo>
                  <a:lnTo>
                    <a:pt x="2229" y="2747"/>
                  </a:lnTo>
                  <a:lnTo>
                    <a:pt x="2248" y="2724"/>
                  </a:lnTo>
                  <a:lnTo>
                    <a:pt x="2267" y="2703"/>
                  </a:lnTo>
                  <a:lnTo>
                    <a:pt x="2288" y="2684"/>
                  </a:lnTo>
                  <a:lnTo>
                    <a:pt x="2310" y="2670"/>
                  </a:lnTo>
                  <a:lnTo>
                    <a:pt x="2332" y="2660"/>
                  </a:lnTo>
                  <a:lnTo>
                    <a:pt x="2356" y="2654"/>
                  </a:lnTo>
                  <a:lnTo>
                    <a:pt x="2380" y="2651"/>
                  </a:lnTo>
                  <a:close/>
                  <a:moveTo>
                    <a:pt x="2342" y="1355"/>
                  </a:moveTo>
                  <a:lnTo>
                    <a:pt x="2366" y="1357"/>
                  </a:lnTo>
                  <a:lnTo>
                    <a:pt x="2390" y="1363"/>
                  </a:lnTo>
                  <a:lnTo>
                    <a:pt x="2412" y="1373"/>
                  </a:lnTo>
                  <a:lnTo>
                    <a:pt x="2434" y="1387"/>
                  </a:lnTo>
                  <a:lnTo>
                    <a:pt x="2455" y="1405"/>
                  </a:lnTo>
                  <a:lnTo>
                    <a:pt x="2475" y="1426"/>
                  </a:lnTo>
                  <a:lnTo>
                    <a:pt x="2493" y="1451"/>
                  </a:lnTo>
                  <a:lnTo>
                    <a:pt x="2510" y="1478"/>
                  </a:lnTo>
                  <a:lnTo>
                    <a:pt x="2526" y="1507"/>
                  </a:lnTo>
                  <a:lnTo>
                    <a:pt x="2540" y="1540"/>
                  </a:lnTo>
                  <a:lnTo>
                    <a:pt x="2551" y="1574"/>
                  </a:lnTo>
                  <a:lnTo>
                    <a:pt x="2562" y="1611"/>
                  </a:lnTo>
                  <a:lnTo>
                    <a:pt x="2570" y="1649"/>
                  </a:lnTo>
                  <a:lnTo>
                    <a:pt x="2576" y="1689"/>
                  </a:lnTo>
                  <a:lnTo>
                    <a:pt x="2580" y="1731"/>
                  </a:lnTo>
                  <a:lnTo>
                    <a:pt x="2581" y="1773"/>
                  </a:lnTo>
                  <a:lnTo>
                    <a:pt x="2580" y="1815"/>
                  </a:lnTo>
                  <a:lnTo>
                    <a:pt x="2576" y="1858"/>
                  </a:lnTo>
                  <a:lnTo>
                    <a:pt x="2570" y="1897"/>
                  </a:lnTo>
                  <a:lnTo>
                    <a:pt x="2562" y="1936"/>
                  </a:lnTo>
                  <a:lnTo>
                    <a:pt x="2551" y="1972"/>
                  </a:lnTo>
                  <a:lnTo>
                    <a:pt x="2540" y="2008"/>
                  </a:lnTo>
                  <a:lnTo>
                    <a:pt x="2526" y="2039"/>
                  </a:lnTo>
                  <a:lnTo>
                    <a:pt x="2510" y="2070"/>
                  </a:lnTo>
                  <a:lnTo>
                    <a:pt x="2493" y="2097"/>
                  </a:lnTo>
                  <a:lnTo>
                    <a:pt x="2475" y="2121"/>
                  </a:lnTo>
                  <a:lnTo>
                    <a:pt x="2455" y="2142"/>
                  </a:lnTo>
                  <a:lnTo>
                    <a:pt x="2434" y="2160"/>
                  </a:lnTo>
                  <a:lnTo>
                    <a:pt x="2412" y="2174"/>
                  </a:lnTo>
                  <a:lnTo>
                    <a:pt x="2390" y="2185"/>
                  </a:lnTo>
                  <a:lnTo>
                    <a:pt x="2366" y="2191"/>
                  </a:lnTo>
                  <a:lnTo>
                    <a:pt x="2342" y="2193"/>
                  </a:lnTo>
                  <a:lnTo>
                    <a:pt x="2317" y="2191"/>
                  </a:lnTo>
                  <a:lnTo>
                    <a:pt x="2294" y="2185"/>
                  </a:lnTo>
                  <a:lnTo>
                    <a:pt x="2270" y="2174"/>
                  </a:lnTo>
                  <a:lnTo>
                    <a:pt x="2249" y="2160"/>
                  </a:lnTo>
                  <a:lnTo>
                    <a:pt x="2228" y="2142"/>
                  </a:lnTo>
                  <a:lnTo>
                    <a:pt x="2208" y="2121"/>
                  </a:lnTo>
                  <a:lnTo>
                    <a:pt x="2189" y="2097"/>
                  </a:lnTo>
                  <a:lnTo>
                    <a:pt x="2173" y="2070"/>
                  </a:lnTo>
                  <a:lnTo>
                    <a:pt x="2157" y="2039"/>
                  </a:lnTo>
                  <a:lnTo>
                    <a:pt x="2142" y="2008"/>
                  </a:lnTo>
                  <a:lnTo>
                    <a:pt x="2131" y="1972"/>
                  </a:lnTo>
                  <a:lnTo>
                    <a:pt x="2120" y="1936"/>
                  </a:lnTo>
                  <a:lnTo>
                    <a:pt x="2112" y="1897"/>
                  </a:lnTo>
                  <a:lnTo>
                    <a:pt x="2106" y="1858"/>
                  </a:lnTo>
                  <a:lnTo>
                    <a:pt x="2103" y="1815"/>
                  </a:lnTo>
                  <a:lnTo>
                    <a:pt x="2101" y="1773"/>
                  </a:lnTo>
                  <a:lnTo>
                    <a:pt x="2103" y="1731"/>
                  </a:lnTo>
                  <a:lnTo>
                    <a:pt x="2106" y="1689"/>
                  </a:lnTo>
                  <a:lnTo>
                    <a:pt x="2112" y="1649"/>
                  </a:lnTo>
                  <a:lnTo>
                    <a:pt x="2120" y="1611"/>
                  </a:lnTo>
                  <a:lnTo>
                    <a:pt x="2131" y="1574"/>
                  </a:lnTo>
                  <a:lnTo>
                    <a:pt x="2142" y="1540"/>
                  </a:lnTo>
                  <a:lnTo>
                    <a:pt x="2157" y="1507"/>
                  </a:lnTo>
                  <a:lnTo>
                    <a:pt x="2173" y="1478"/>
                  </a:lnTo>
                  <a:lnTo>
                    <a:pt x="2189" y="1451"/>
                  </a:lnTo>
                  <a:lnTo>
                    <a:pt x="2208" y="1426"/>
                  </a:lnTo>
                  <a:lnTo>
                    <a:pt x="2228" y="1405"/>
                  </a:lnTo>
                  <a:lnTo>
                    <a:pt x="2249" y="1387"/>
                  </a:lnTo>
                  <a:lnTo>
                    <a:pt x="2270" y="1373"/>
                  </a:lnTo>
                  <a:lnTo>
                    <a:pt x="2294" y="1363"/>
                  </a:lnTo>
                  <a:lnTo>
                    <a:pt x="2317" y="1357"/>
                  </a:lnTo>
                  <a:lnTo>
                    <a:pt x="2342" y="1355"/>
                  </a:lnTo>
                  <a:close/>
                  <a:moveTo>
                    <a:pt x="3179" y="819"/>
                  </a:moveTo>
                  <a:lnTo>
                    <a:pt x="3204" y="821"/>
                  </a:lnTo>
                  <a:lnTo>
                    <a:pt x="3227" y="827"/>
                  </a:lnTo>
                  <a:lnTo>
                    <a:pt x="3250" y="838"/>
                  </a:lnTo>
                  <a:lnTo>
                    <a:pt x="3272" y="852"/>
                  </a:lnTo>
                  <a:lnTo>
                    <a:pt x="3293" y="869"/>
                  </a:lnTo>
                  <a:lnTo>
                    <a:pt x="3312" y="890"/>
                  </a:lnTo>
                  <a:lnTo>
                    <a:pt x="3331" y="915"/>
                  </a:lnTo>
                  <a:lnTo>
                    <a:pt x="3348" y="942"/>
                  </a:lnTo>
                  <a:lnTo>
                    <a:pt x="3363" y="971"/>
                  </a:lnTo>
                  <a:lnTo>
                    <a:pt x="3377" y="1004"/>
                  </a:lnTo>
                  <a:lnTo>
                    <a:pt x="3389" y="1038"/>
                  </a:lnTo>
                  <a:lnTo>
                    <a:pt x="3400" y="1076"/>
                  </a:lnTo>
                  <a:lnTo>
                    <a:pt x="3408" y="1113"/>
                  </a:lnTo>
                  <a:lnTo>
                    <a:pt x="3414" y="1153"/>
                  </a:lnTo>
                  <a:lnTo>
                    <a:pt x="3417" y="1195"/>
                  </a:lnTo>
                  <a:lnTo>
                    <a:pt x="3418" y="1237"/>
                  </a:lnTo>
                  <a:lnTo>
                    <a:pt x="3417" y="1280"/>
                  </a:lnTo>
                  <a:lnTo>
                    <a:pt x="3414" y="1322"/>
                  </a:lnTo>
                  <a:lnTo>
                    <a:pt x="3408" y="1362"/>
                  </a:lnTo>
                  <a:lnTo>
                    <a:pt x="3400" y="1399"/>
                  </a:lnTo>
                  <a:lnTo>
                    <a:pt x="3389" y="1437"/>
                  </a:lnTo>
                  <a:lnTo>
                    <a:pt x="3377" y="1471"/>
                  </a:lnTo>
                  <a:lnTo>
                    <a:pt x="3363" y="1503"/>
                  </a:lnTo>
                  <a:lnTo>
                    <a:pt x="3348" y="1533"/>
                  </a:lnTo>
                  <a:lnTo>
                    <a:pt x="3331" y="1560"/>
                  </a:lnTo>
                  <a:lnTo>
                    <a:pt x="3312" y="1584"/>
                  </a:lnTo>
                  <a:lnTo>
                    <a:pt x="3293" y="1605"/>
                  </a:lnTo>
                  <a:lnTo>
                    <a:pt x="3272" y="1623"/>
                  </a:lnTo>
                  <a:lnTo>
                    <a:pt x="3250" y="1637"/>
                  </a:lnTo>
                  <a:lnTo>
                    <a:pt x="3227" y="1648"/>
                  </a:lnTo>
                  <a:lnTo>
                    <a:pt x="3204" y="1654"/>
                  </a:lnTo>
                  <a:lnTo>
                    <a:pt x="3179" y="1656"/>
                  </a:lnTo>
                  <a:lnTo>
                    <a:pt x="3155" y="1654"/>
                  </a:lnTo>
                  <a:lnTo>
                    <a:pt x="3131" y="1648"/>
                  </a:lnTo>
                  <a:lnTo>
                    <a:pt x="3108" y="1637"/>
                  </a:lnTo>
                  <a:lnTo>
                    <a:pt x="3087" y="1623"/>
                  </a:lnTo>
                  <a:lnTo>
                    <a:pt x="3066" y="1605"/>
                  </a:lnTo>
                  <a:lnTo>
                    <a:pt x="3046" y="1584"/>
                  </a:lnTo>
                  <a:lnTo>
                    <a:pt x="3027" y="1560"/>
                  </a:lnTo>
                  <a:lnTo>
                    <a:pt x="3011" y="1533"/>
                  </a:lnTo>
                  <a:lnTo>
                    <a:pt x="2994" y="1503"/>
                  </a:lnTo>
                  <a:lnTo>
                    <a:pt x="2980" y="1471"/>
                  </a:lnTo>
                  <a:lnTo>
                    <a:pt x="2968" y="1437"/>
                  </a:lnTo>
                  <a:lnTo>
                    <a:pt x="2958" y="1399"/>
                  </a:lnTo>
                  <a:lnTo>
                    <a:pt x="2950" y="1362"/>
                  </a:lnTo>
                  <a:lnTo>
                    <a:pt x="2944" y="1322"/>
                  </a:lnTo>
                  <a:lnTo>
                    <a:pt x="2940" y="1280"/>
                  </a:lnTo>
                  <a:lnTo>
                    <a:pt x="2939" y="1237"/>
                  </a:lnTo>
                  <a:lnTo>
                    <a:pt x="2940" y="1195"/>
                  </a:lnTo>
                  <a:lnTo>
                    <a:pt x="2944" y="1153"/>
                  </a:lnTo>
                  <a:lnTo>
                    <a:pt x="2950" y="1113"/>
                  </a:lnTo>
                  <a:lnTo>
                    <a:pt x="2958" y="1076"/>
                  </a:lnTo>
                  <a:lnTo>
                    <a:pt x="2968" y="1038"/>
                  </a:lnTo>
                  <a:lnTo>
                    <a:pt x="2980" y="1004"/>
                  </a:lnTo>
                  <a:lnTo>
                    <a:pt x="2994" y="971"/>
                  </a:lnTo>
                  <a:lnTo>
                    <a:pt x="3011" y="942"/>
                  </a:lnTo>
                  <a:lnTo>
                    <a:pt x="3027" y="915"/>
                  </a:lnTo>
                  <a:lnTo>
                    <a:pt x="3046" y="890"/>
                  </a:lnTo>
                  <a:lnTo>
                    <a:pt x="3066" y="869"/>
                  </a:lnTo>
                  <a:lnTo>
                    <a:pt x="3087" y="852"/>
                  </a:lnTo>
                  <a:lnTo>
                    <a:pt x="3108" y="838"/>
                  </a:lnTo>
                  <a:lnTo>
                    <a:pt x="3131" y="827"/>
                  </a:lnTo>
                  <a:lnTo>
                    <a:pt x="3155" y="821"/>
                  </a:lnTo>
                  <a:lnTo>
                    <a:pt x="3179" y="819"/>
                  </a:lnTo>
                  <a:close/>
                  <a:moveTo>
                    <a:pt x="3246" y="2144"/>
                  </a:moveTo>
                  <a:lnTo>
                    <a:pt x="3271" y="2146"/>
                  </a:lnTo>
                  <a:lnTo>
                    <a:pt x="3294" y="2152"/>
                  </a:lnTo>
                  <a:lnTo>
                    <a:pt x="3316" y="2162"/>
                  </a:lnTo>
                  <a:lnTo>
                    <a:pt x="3339" y="2176"/>
                  </a:lnTo>
                  <a:lnTo>
                    <a:pt x="3360" y="2194"/>
                  </a:lnTo>
                  <a:lnTo>
                    <a:pt x="3380" y="2215"/>
                  </a:lnTo>
                  <a:lnTo>
                    <a:pt x="3397" y="2240"/>
                  </a:lnTo>
                  <a:lnTo>
                    <a:pt x="3415" y="2267"/>
                  </a:lnTo>
                  <a:lnTo>
                    <a:pt x="3430" y="2296"/>
                  </a:lnTo>
                  <a:lnTo>
                    <a:pt x="3444" y="2329"/>
                  </a:lnTo>
                  <a:lnTo>
                    <a:pt x="3456" y="2363"/>
                  </a:lnTo>
                  <a:lnTo>
                    <a:pt x="3466" y="2400"/>
                  </a:lnTo>
                  <a:lnTo>
                    <a:pt x="3475" y="2438"/>
                  </a:lnTo>
                  <a:lnTo>
                    <a:pt x="3480" y="2478"/>
                  </a:lnTo>
                  <a:lnTo>
                    <a:pt x="3484" y="2520"/>
                  </a:lnTo>
                  <a:lnTo>
                    <a:pt x="3485" y="2562"/>
                  </a:lnTo>
                  <a:lnTo>
                    <a:pt x="3484" y="2604"/>
                  </a:lnTo>
                  <a:lnTo>
                    <a:pt x="3480" y="2647"/>
                  </a:lnTo>
                  <a:lnTo>
                    <a:pt x="3475" y="2686"/>
                  </a:lnTo>
                  <a:lnTo>
                    <a:pt x="3466" y="2725"/>
                  </a:lnTo>
                  <a:lnTo>
                    <a:pt x="3456" y="2762"/>
                  </a:lnTo>
                  <a:lnTo>
                    <a:pt x="3444" y="2796"/>
                  </a:lnTo>
                  <a:lnTo>
                    <a:pt x="3430" y="2828"/>
                  </a:lnTo>
                  <a:lnTo>
                    <a:pt x="3415" y="2858"/>
                  </a:lnTo>
                  <a:lnTo>
                    <a:pt x="3397" y="2886"/>
                  </a:lnTo>
                  <a:lnTo>
                    <a:pt x="3380" y="2909"/>
                  </a:lnTo>
                  <a:lnTo>
                    <a:pt x="3360" y="2930"/>
                  </a:lnTo>
                  <a:lnTo>
                    <a:pt x="3339" y="2949"/>
                  </a:lnTo>
                  <a:lnTo>
                    <a:pt x="3316" y="2963"/>
                  </a:lnTo>
                  <a:lnTo>
                    <a:pt x="3294" y="2974"/>
                  </a:lnTo>
                  <a:lnTo>
                    <a:pt x="3271" y="2980"/>
                  </a:lnTo>
                  <a:lnTo>
                    <a:pt x="3246" y="2982"/>
                  </a:lnTo>
                  <a:lnTo>
                    <a:pt x="3222" y="2980"/>
                  </a:lnTo>
                  <a:lnTo>
                    <a:pt x="3198" y="2974"/>
                  </a:lnTo>
                  <a:lnTo>
                    <a:pt x="3176" y="2963"/>
                  </a:lnTo>
                  <a:lnTo>
                    <a:pt x="3154" y="2949"/>
                  </a:lnTo>
                  <a:lnTo>
                    <a:pt x="3133" y="2930"/>
                  </a:lnTo>
                  <a:lnTo>
                    <a:pt x="3113" y="2909"/>
                  </a:lnTo>
                  <a:lnTo>
                    <a:pt x="3095" y="2886"/>
                  </a:lnTo>
                  <a:lnTo>
                    <a:pt x="3077" y="2858"/>
                  </a:lnTo>
                  <a:lnTo>
                    <a:pt x="3062" y="2828"/>
                  </a:lnTo>
                  <a:lnTo>
                    <a:pt x="3048" y="2796"/>
                  </a:lnTo>
                  <a:lnTo>
                    <a:pt x="3036" y="2762"/>
                  </a:lnTo>
                  <a:lnTo>
                    <a:pt x="3026" y="2725"/>
                  </a:lnTo>
                  <a:lnTo>
                    <a:pt x="3018" y="2686"/>
                  </a:lnTo>
                  <a:lnTo>
                    <a:pt x="3012" y="2647"/>
                  </a:lnTo>
                  <a:lnTo>
                    <a:pt x="3008" y="2604"/>
                  </a:lnTo>
                  <a:lnTo>
                    <a:pt x="3007" y="2562"/>
                  </a:lnTo>
                  <a:lnTo>
                    <a:pt x="3008" y="2520"/>
                  </a:lnTo>
                  <a:lnTo>
                    <a:pt x="3012" y="2478"/>
                  </a:lnTo>
                  <a:lnTo>
                    <a:pt x="3018" y="2438"/>
                  </a:lnTo>
                  <a:lnTo>
                    <a:pt x="3026" y="2400"/>
                  </a:lnTo>
                  <a:lnTo>
                    <a:pt x="3036" y="2363"/>
                  </a:lnTo>
                  <a:lnTo>
                    <a:pt x="3048" y="2329"/>
                  </a:lnTo>
                  <a:lnTo>
                    <a:pt x="3062" y="2296"/>
                  </a:lnTo>
                  <a:lnTo>
                    <a:pt x="3077" y="2267"/>
                  </a:lnTo>
                  <a:lnTo>
                    <a:pt x="3095" y="2240"/>
                  </a:lnTo>
                  <a:lnTo>
                    <a:pt x="3113" y="2215"/>
                  </a:lnTo>
                  <a:lnTo>
                    <a:pt x="3133" y="2194"/>
                  </a:lnTo>
                  <a:lnTo>
                    <a:pt x="3154" y="2176"/>
                  </a:lnTo>
                  <a:lnTo>
                    <a:pt x="3176" y="2162"/>
                  </a:lnTo>
                  <a:lnTo>
                    <a:pt x="3198" y="2152"/>
                  </a:lnTo>
                  <a:lnTo>
                    <a:pt x="3222" y="2146"/>
                  </a:lnTo>
                  <a:lnTo>
                    <a:pt x="3246" y="214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0745" name="Freeform 51"/>
            <p:cNvSpPr>
              <a:spLocks/>
            </p:cNvSpPr>
            <p:nvPr/>
          </p:nvSpPr>
          <p:spPr bwMode="auto">
            <a:xfrm>
              <a:off x="1267" y="1588"/>
              <a:ext cx="87" cy="52"/>
            </a:xfrm>
            <a:custGeom>
              <a:avLst/>
              <a:gdLst>
                <a:gd name="T0" fmla="*/ 3 w 437"/>
                <a:gd name="T1" fmla="*/ 2 h 260"/>
                <a:gd name="T2" fmla="*/ 3 w 437"/>
                <a:gd name="T3" fmla="*/ 2 h 260"/>
                <a:gd name="T4" fmla="*/ 3 w 437"/>
                <a:gd name="T5" fmla="*/ 2 h 260"/>
                <a:gd name="T6" fmla="*/ 3 w 437"/>
                <a:gd name="T7" fmla="*/ 2 h 260"/>
                <a:gd name="T8" fmla="*/ 3 w 437"/>
                <a:gd name="T9" fmla="*/ 1 h 260"/>
                <a:gd name="T10" fmla="*/ 3 w 437"/>
                <a:gd name="T11" fmla="*/ 1 h 260"/>
                <a:gd name="T12" fmla="*/ 3 w 437"/>
                <a:gd name="T13" fmla="*/ 1 h 260"/>
                <a:gd name="T14" fmla="*/ 3 w 437"/>
                <a:gd name="T15" fmla="*/ 1 h 260"/>
                <a:gd name="T16" fmla="*/ 3 w 437"/>
                <a:gd name="T17" fmla="*/ 1 h 260"/>
                <a:gd name="T18" fmla="*/ 2 w 437"/>
                <a:gd name="T19" fmla="*/ 1 h 260"/>
                <a:gd name="T20" fmla="*/ 2 w 437"/>
                <a:gd name="T21" fmla="*/ 0 h 260"/>
                <a:gd name="T22" fmla="*/ 2 w 437"/>
                <a:gd name="T23" fmla="*/ 0 h 260"/>
                <a:gd name="T24" fmla="*/ 2 w 437"/>
                <a:gd name="T25" fmla="*/ 0 h 260"/>
                <a:gd name="T26" fmla="*/ 1 w 437"/>
                <a:gd name="T27" fmla="*/ 0 h 260"/>
                <a:gd name="T28" fmla="*/ 1 w 437"/>
                <a:gd name="T29" fmla="*/ 0 h 260"/>
                <a:gd name="T30" fmla="*/ 1 w 437"/>
                <a:gd name="T31" fmla="*/ 0 h 260"/>
                <a:gd name="T32" fmla="*/ 0 w 437"/>
                <a:gd name="T33" fmla="*/ 0 h 260"/>
                <a:gd name="T34" fmla="*/ 0 w 437"/>
                <a:gd name="T35" fmla="*/ 0 h 260"/>
                <a:gd name="T36" fmla="*/ 0 w 437"/>
                <a:gd name="T37" fmla="*/ 0 h 260"/>
                <a:gd name="T38" fmla="*/ 0 w 437"/>
                <a:gd name="T39" fmla="*/ 0 h 260"/>
                <a:gd name="T40" fmla="*/ 1 w 437"/>
                <a:gd name="T41" fmla="*/ 0 h 260"/>
                <a:gd name="T42" fmla="*/ 1 w 437"/>
                <a:gd name="T43" fmla="*/ 0 h 260"/>
                <a:gd name="T44" fmla="*/ 1 w 437"/>
                <a:gd name="T45" fmla="*/ 0 h 260"/>
                <a:gd name="T46" fmla="*/ 2 w 437"/>
                <a:gd name="T47" fmla="*/ 0 h 260"/>
                <a:gd name="T48" fmla="*/ 2 w 437"/>
                <a:gd name="T49" fmla="*/ 0 h 260"/>
                <a:gd name="T50" fmla="*/ 2 w 437"/>
                <a:gd name="T51" fmla="*/ 1 h 260"/>
                <a:gd name="T52" fmla="*/ 2 w 437"/>
                <a:gd name="T53" fmla="*/ 1 h 260"/>
                <a:gd name="T54" fmla="*/ 3 w 437"/>
                <a:gd name="T55" fmla="*/ 1 h 260"/>
                <a:gd name="T56" fmla="*/ 3 w 437"/>
                <a:gd name="T57" fmla="*/ 1 h 260"/>
                <a:gd name="T58" fmla="*/ 3 w 437"/>
                <a:gd name="T59" fmla="*/ 1 h 260"/>
                <a:gd name="T60" fmla="*/ 3 w 437"/>
                <a:gd name="T61" fmla="*/ 1 h 260"/>
                <a:gd name="T62" fmla="*/ 3 w 437"/>
                <a:gd name="T63" fmla="*/ 1 h 260"/>
                <a:gd name="T64" fmla="*/ 3 w 437"/>
                <a:gd name="T65" fmla="*/ 2 h 260"/>
                <a:gd name="T66" fmla="*/ 3 w 437"/>
                <a:gd name="T67" fmla="*/ 2 h 260"/>
                <a:gd name="T68" fmla="*/ 3 w 437"/>
                <a:gd name="T69" fmla="*/ 2 h 260"/>
                <a:gd name="T70" fmla="*/ 3 w 437"/>
                <a:gd name="T71" fmla="*/ 2 h 260"/>
                <a:gd name="T72" fmla="*/ 3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437" y="260"/>
                  </a:moveTo>
                  <a:lnTo>
                    <a:pt x="437" y="260"/>
                  </a:lnTo>
                  <a:lnTo>
                    <a:pt x="434" y="233"/>
                  </a:lnTo>
                  <a:lnTo>
                    <a:pt x="427" y="206"/>
                  </a:lnTo>
                  <a:lnTo>
                    <a:pt x="417" y="181"/>
                  </a:lnTo>
                  <a:lnTo>
                    <a:pt x="401" y="157"/>
                  </a:lnTo>
                  <a:lnTo>
                    <a:pt x="383" y="133"/>
                  </a:lnTo>
                  <a:lnTo>
                    <a:pt x="360" y="113"/>
                  </a:lnTo>
                  <a:lnTo>
                    <a:pt x="336" y="93"/>
                  </a:lnTo>
                  <a:lnTo>
                    <a:pt x="308" y="73"/>
                  </a:lnTo>
                  <a:lnTo>
                    <a:pt x="276" y="58"/>
                  </a:lnTo>
                  <a:lnTo>
                    <a:pt x="242" y="43"/>
                  </a:lnTo>
                  <a:lnTo>
                    <a:pt x="207" y="30"/>
                  </a:lnTo>
                  <a:lnTo>
                    <a:pt x="168" y="19"/>
                  </a:lnTo>
                  <a:lnTo>
                    <a:pt x="128" y="11"/>
                  </a:lnTo>
                  <a:lnTo>
                    <a:pt x="87" y="4"/>
                  </a:lnTo>
                  <a:lnTo>
                    <a:pt x="43" y="1"/>
                  </a:lnTo>
                  <a:lnTo>
                    <a:pt x="0" y="0"/>
                  </a:lnTo>
                  <a:lnTo>
                    <a:pt x="0" y="11"/>
                  </a:lnTo>
                  <a:lnTo>
                    <a:pt x="43" y="12"/>
                  </a:lnTo>
                  <a:lnTo>
                    <a:pt x="85" y="16"/>
                  </a:lnTo>
                  <a:lnTo>
                    <a:pt x="126" y="23"/>
                  </a:lnTo>
                  <a:lnTo>
                    <a:pt x="166" y="31"/>
                  </a:lnTo>
                  <a:lnTo>
                    <a:pt x="202" y="42"/>
                  </a:lnTo>
                  <a:lnTo>
                    <a:pt x="237" y="55"/>
                  </a:lnTo>
                  <a:lnTo>
                    <a:pt x="271" y="70"/>
                  </a:lnTo>
                  <a:lnTo>
                    <a:pt x="301" y="85"/>
                  </a:lnTo>
                  <a:lnTo>
                    <a:pt x="329" y="103"/>
                  </a:lnTo>
                  <a:lnTo>
                    <a:pt x="353" y="123"/>
                  </a:lnTo>
                  <a:lnTo>
                    <a:pt x="373" y="143"/>
                  </a:lnTo>
                  <a:lnTo>
                    <a:pt x="392" y="164"/>
                  </a:lnTo>
                  <a:lnTo>
                    <a:pt x="405" y="186"/>
                  </a:lnTo>
                  <a:lnTo>
                    <a:pt x="415" y="211"/>
                  </a:lnTo>
                  <a:lnTo>
                    <a:pt x="422" y="235"/>
                  </a:lnTo>
                  <a:lnTo>
                    <a:pt x="425" y="260"/>
                  </a:lnTo>
                  <a:lnTo>
                    <a:pt x="437"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0746" name="Freeform 52"/>
            <p:cNvSpPr>
              <a:spLocks/>
            </p:cNvSpPr>
            <p:nvPr/>
          </p:nvSpPr>
          <p:spPr bwMode="auto">
            <a:xfrm>
              <a:off x="1267" y="1640"/>
              <a:ext cx="87" cy="52"/>
            </a:xfrm>
            <a:custGeom>
              <a:avLst/>
              <a:gdLst>
                <a:gd name="T0" fmla="*/ 0 w 437"/>
                <a:gd name="T1" fmla="*/ 2 h 260"/>
                <a:gd name="T2" fmla="*/ 0 w 437"/>
                <a:gd name="T3" fmla="*/ 2 h 260"/>
                <a:gd name="T4" fmla="*/ 0 w 437"/>
                <a:gd name="T5" fmla="*/ 2 h 260"/>
                <a:gd name="T6" fmla="*/ 1 w 437"/>
                <a:gd name="T7" fmla="*/ 2 h 260"/>
                <a:gd name="T8" fmla="*/ 1 w 437"/>
                <a:gd name="T9" fmla="*/ 2 h 260"/>
                <a:gd name="T10" fmla="*/ 1 w 437"/>
                <a:gd name="T11" fmla="*/ 2 h 260"/>
                <a:gd name="T12" fmla="*/ 2 w 437"/>
                <a:gd name="T13" fmla="*/ 2 h 260"/>
                <a:gd name="T14" fmla="*/ 2 w 437"/>
                <a:gd name="T15" fmla="*/ 2 h 260"/>
                <a:gd name="T16" fmla="*/ 2 w 437"/>
                <a:gd name="T17" fmla="*/ 2 h 260"/>
                <a:gd name="T18" fmla="*/ 2 w 437"/>
                <a:gd name="T19" fmla="*/ 1 h 260"/>
                <a:gd name="T20" fmla="*/ 3 w 437"/>
                <a:gd name="T21" fmla="*/ 1 h 260"/>
                <a:gd name="T22" fmla="*/ 3 w 437"/>
                <a:gd name="T23" fmla="*/ 1 h 260"/>
                <a:gd name="T24" fmla="*/ 3 w 437"/>
                <a:gd name="T25" fmla="*/ 1 h 260"/>
                <a:gd name="T26" fmla="*/ 3 w 437"/>
                <a:gd name="T27" fmla="*/ 1 h 260"/>
                <a:gd name="T28" fmla="*/ 3 w 437"/>
                <a:gd name="T29" fmla="*/ 1 h 260"/>
                <a:gd name="T30" fmla="*/ 3 w 437"/>
                <a:gd name="T31" fmla="*/ 0 h 260"/>
                <a:gd name="T32" fmla="*/ 3 w 437"/>
                <a:gd name="T33" fmla="*/ 0 h 260"/>
                <a:gd name="T34" fmla="*/ 3 w 437"/>
                <a:gd name="T35" fmla="*/ 0 h 260"/>
                <a:gd name="T36" fmla="*/ 3 w 437"/>
                <a:gd name="T37" fmla="*/ 0 h 260"/>
                <a:gd name="T38" fmla="*/ 3 w 437"/>
                <a:gd name="T39" fmla="*/ 0 h 260"/>
                <a:gd name="T40" fmla="*/ 3 w 437"/>
                <a:gd name="T41" fmla="*/ 0 h 260"/>
                <a:gd name="T42" fmla="*/ 3 w 437"/>
                <a:gd name="T43" fmla="*/ 1 h 260"/>
                <a:gd name="T44" fmla="*/ 3 w 437"/>
                <a:gd name="T45" fmla="*/ 1 h 260"/>
                <a:gd name="T46" fmla="*/ 3 w 437"/>
                <a:gd name="T47" fmla="*/ 1 h 260"/>
                <a:gd name="T48" fmla="*/ 3 w 437"/>
                <a:gd name="T49" fmla="*/ 1 h 260"/>
                <a:gd name="T50" fmla="*/ 3 w 437"/>
                <a:gd name="T51" fmla="*/ 1 h 260"/>
                <a:gd name="T52" fmla="*/ 2 w 437"/>
                <a:gd name="T53" fmla="*/ 1 h 260"/>
                <a:gd name="T54" fmla="*/ 2 w 437"/>
                <a:gd name="T55" fmla="*/ 2 h 260"/>
                <a:gd name="T56" fmla="*/ 2 w 437"/>
                <a:gd name="T57" fmla="*/ 2 h 260"/>
                <a:gd name="T58" fmla="*/ 2 w 437"/>
                <a:gd name="T59" fmla="*/ 2 h 260"/>
                <a:gd name="T60" fmla="*/ 1 w 437"/>
                <a:gd name="T61" fmla="*/ 2 h 260"/>
                <a:gd name="T62" fmla="*/ 1 w 437"/>
                <a:gd name="T63" fmla="*/ 2 h 260"/>
                <a:gd name="T64" fmla="*/ 1 w 437"/>
                <a:gd name="T65" fmla="*/ 2 h 260"/>
                <a:gd name="T66" fmla="*/ 0 w 437"/>
                <a:gd name="T67" fmla="*/ 2 h 260"/>
                <a:gd name="T68" fmla="*/ 0 w 437"/>
                <a:gd name="T69" fmla="*/ 2 h 260"/>
                <a:gd name="T70" fmla="*/ 0 w 437"/>
                <a:gd name="T71" fmla="*/ 2 h 260"/>
                <a:gd name="T72" fmla="*/ 0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0" y="260"/>
                  </a:moveTo>
                  <a:lnTo>
                    <a:pt x="0" y="260"/>
                  </a:lnTo>
                  <a:lnTo>
                    <a:pt x="43" y="259"/>
                  </a:lnTo>
                  <a:lnTo>
                    <a:pt x="87" y="255"/>
                  </a:lnTo>
                  <a:lnTo>
                    <a:pt x="128" y="248"/>
                  </a:lnTo>
                  <a:lnTo>
                    <a:pt x="168" y="240"/>
                  </a:lnTo>
                  <a:lnTo>
                    <a:pt x="207" y="230"/>
                  </a:lnTo>
                  <a:lnTo>
                    <a:pt x="242" y="217"/>
                  </a:lnTo>
                  <a:lnTo>
                    <a:pt x="276" y="202"/>
                  </a:lnTo>
                  <a:lnTo>
                    <a:pt x="308" y="185"/>
                  </a:lnTo>
                  <a:lnTo>
                    <a:pt x="336" y="166"/>
                  </a:lnTo>
                  <a:lnTo>
                    <a:pt x="360" y="146"/>
                  </a:lnTo>
                  <a:lnTo>
                    <a:pt x="383" y="125"/>
                  </a:lnTo>
                  <a:lnTo>
                    <a:pt x="401" y="102"/>
                  </a:lnTo>
                  <a:lnTo>
                    <a:pt x="417" y="77"/>
                  </a:lnTo>
                  <a:lnTo>
                    <a:pt x="427" y="53"/>
                  </a:lnTo>
                  <a:lnTo>
                    <a:pt x="434" y="27"/>
                  </a:lnTo>
                  <a:lnTo>
                    <a:pt x="437" y="0"/>
                  </a:lnTo>
                  <a:lnTo>
                    <a:pt x="425" y="0"/>
                  </a:lnTo>
                  <a:lnTo>
                    <a:pt x="422" y="24"/>
                  </a:lnTo>
                  <a:lnTo>
                    <a:pt x="415" y="48"/>
                  </a:lnTo>
                  <a:lnTo>
                    <a:pt x="405" y="73"/>
                  </a:lnTo>
                  <a:lnTo>
                    <a:pt x="392" y="95"/>
                  </a:lnTo>
                  <a:lnTo>
                    <a:pt x="373" y="116"/>
                  </a:lnTo>
                  <a:lnTo>
                    <a:pt x="353" y="137"/>
                  </a:lnTo>
                  <a:lnTo>
                    <a:pt x="329" y="157"/>
                  </a:lnTo>
                  <a:lnTo>
                    <a:pt x="301" y="173"/>
                  </a:lnTo>
                  <a:lnTo>
                    <a:pt x="271" y="190"/>
                  </a:lnTo>
                  <a:lnTo>
                    <a:pt x="237" y="205"/>
                  </a:lnTo>
                  <a:lnTo>
                    <a:pt x="202" y="218"/>
                  </a:lnTo>
                  <a:lnTo>
                    <a:pt x="166" y="228"/>
                  </a:lnTo>
                  <a:lnTo>
                    <a:pt x="126" y="237"/>
                  </a:lnTo>
                  <a:lnTo>
                    <a:pt x="85" y="244"/>
                  </a:lnTo>
                  <a:lnTo>
                    <a:pt x="43" y="247"/>
                  </a:lnTo>
                  <a:lnTo>
                    <a:pt x="0" y="248"/>
                  </a:lnTo>
                  <a:lnTo>
                    <a:pt x="0"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0747" name="Freeform 53"/>
            <p:cNvSpPr>
              <a:spLocks/>
            </p:cNvSpPr>
            <p:nvPr/>
          </p:nvSpPr>
          <p:spPr bwMode="auto">
            <a:xfrm>
              <a:off x="1179" y="1640"/>
              <a:ext cx="88" cy="52"/>
            </a:xfrm>
            <a:custGeom>
              <a:avLst/>
              <a:gdLst>
                <a:gd name="T0" fmla="*/ 0 w 439"/>
                <a:gd name="T1" fmla="*/ 0 h 260"/>
                <a:gd name="T2" fmla="*/ 0 w 439"/>
                <a:gd name="T3" fmla="*/ 0 h 260"/>
                <a:gd name="T4" fmla="*/ 0 w 439"/>
                <a:gd name="T5" fmla="*/ 0 h 260"/>
                <a:gd name="T6" fmla="*/ 0 w 439"/>
                <a:gd name="T7" fmla="*/ 0 h 260"/>
                <a:gd name="T8" fmla="*/ 0 w 439"/>
                <a:gd name="T9" fmla="*/ 1 h 260"/>
                <a:gd name="T10" fmla="*/ 0 w 439"/>
                <a:gd name="T11" fmla="*/ 1 h 260"/>
                <a:gd name="T12" fmla="*/ 0 w 439"/>
                <a:gd name="T13" fmla="*/ 1 h 260"/>
                <a:gd name="T14" fmla="*/ 1 w 439"/>
                <a:gd name="T15" fmla="*/ 1 h 260"/>
                <a:gd name="T16" fmla="*/ 1 w 439"/>
                <a:gd name="T17" fmla="*/ 1 h 260"/>
                <a:gd name="T18" fmla="*/ 1 w 439"/>
                <a:gd name="T19" fmla="*/ 1 h 260"/>
                <a:gd name="T20" fmla="*/ 1 w 439"/>
                <a:gd name="T21" fmla="*/ 2 h 260"/>
                <a:gd name="T22" fmla="*/ 2 w 439"/>
                <a:gd name="T23" fmla="*/ 2 h 260"/>
                <a:gd name="T24" fmla="*/ 2 w 439"/>
                <a:gd name="T25" fmla="*/ 2 h 260"/>
                <a:gd name="T26" fmla="*/ 2 w 439"/>
                <a:gd name="T27" fmla="*/ 2 h 260"/>
                <a:gd name="T28" fmla="*/ 2 w 439"/>
                <a:gd name="T29" fmla="*/ 2 h 260"/>
                <a:gd name="T30" fmla="*/ 3 w 439"/>
                <a:gd name="T31" fmla="*/ 2 h 260"/>
                <a:gd name="T32" fmla="*/ 3 w 439"/>
                <a:gd name="T33" fmla="*/ 2 h 260"/>
                <a:gd name="T34" fmla="*/ 4 w 439"/>
                <a:gd name="T35" fmla="*/ 2 h 260"/>
                <a:gd name="T36" fmla="*/ 4 w 439"/>
                <a:gd name="T37" fmla="*/ 2 h 260"/>
                <a:gd name="T38" fmla="*/ 3 w 439"/>
                <a:gd name="T39" fmla="*/ 2 h 260"/>
                <a:gd name="T40" fmla="*/ 3 w 439"/>
                <a:gd name="T41" fmla="*/ 2 h 260"/>
                <a:gd name="T42" fmla="*/ 3 w 439"/>
                <a:gd name="T43" fmla="*/ 2 h 260"/>
                <a:gd name="T44" fmla="*/ 2 w 439"/>
                <a:gd name="T45" fmla="*/ 2 h 260"/>
                <a:gd name="T46" fmla="*/ 2 w 439"/>
                <a:gd name="T47" fmla="*/ 2 h 260"/>
                <a:gd name="T48" fmla="*/ 2 w 439"/>
                <a:gd name="T49" fmla="*/ 2 h 260"/>
                <a:gd name="T50" fmla="*/ 1 w 439"/>
                <a:gd name="T51" fmla="*/ 2 h 260"/>
                <a:gd name="T52" fmla="*/ 1 w 439"/>
                <a:gd name="T53" fmla="*/ 1 h 260"/>
                <a:gd name="T54" fmla="*/ 1 w 439"/>
                <a:gd name="T55" fmla="*/ 1 h 260"/>
                <a:gd name="T56" fmla="*/ 1 w 439"/>
                <a:gd name="T57" fmla="*/ 1 h 260"/>
                <a:gd name="T58" fmla="*/ 1 w 439"/>
                <a:gd name="T59" fmla="*/ 1 h 260"/>
                <a:gd name="T60" fmla="*/ 0 w 439"/>
                <a:gd name="T61" fmla="*/ 1 h 260"/>
                <a:gd name="T62" fmla="*/ 0 w 439"/>
                <a:gd name="T63" fmla="*/ 1 h 260"/>
                <a:gd name="T64" fmla="*/ 0 w 439"/>
                <a:gd name="T65" fmla="*/ 0 h 260"/>
                <a:gd name="T66" fmla="*/ 0 w 439"/>
                <a:gd name="T67" fmla="*/ 0 h 260"/>
                <a:gd name="T68" fmla="*/ 0 w 439"/>
                <a:gd name="T69" fmla="*/ 0 h 260"/>
                <a:gd name="T70" fmla="*/ 0 w 439"/>
                <a:gd name="T71" fmla="*/ 0 h 260"/>
                <a:gd name="T72" fmla="*/ 0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0" y="0"/>
                  </a:moveTo>
                  <a:lnTo>
                    <a:pt x="0" y="0"/>
                  </a:lnTo>
                  <a:lnTo>
                    <a:pt x="3" y="27"/>
                  </a:lnTo>
                  <a:lnTo>
                    <a:pt x="10" y="53"/>
                  </a:lnTo>
                  <a:lnTo>
                    <a:pt x="20" y="77"/>
                  </a:lnTo>
                  <a:lnTo>
                    <a:pt x="35" y="102"/>
                  </a:lnTo>
                  <a:lnTo>
                    <a:pt x="54" y="125"/>
                  </a:lnTo>
                  <a:lnTo>
                    <a:pt x="76" y="146"/>
                  </a:lnTo>
                  <a:lnTo>
                    <a:pt x="102" y="166"/>
                  </a:lnTo>
                  <a:lnTo>
                    <a:pt x="130" y="185"/>
                  </a:lnTo>
                  <a:lnTo>
                    <a:pt x="162" y="202"/>
                  </a:lnTo>
                  <a:lnTo>
                    <a:pt x="195" y="217"/>
                  </a:lnTo>
                  <a:lnTo>
                    <a:pt x="231" y="230"/>
                  </a:lnTo>
                  <a:lnTo>
                    <a:pt x="270" y="240"/>
                  </a:lnTo>
                  <a:lnTo>
                    <a:pt x="310" y="248"/>
                  </a:lnTo>
                  <a:lnTo>
                    <a:pt x="351" y="255"/>
                  </a:lnTo>
                  <a:lnTo>
                    <a:pt x="395" y="259"/>
                  </a:lnTo>
                  <a:lnTo>
                    <a:pt x="439" y="260"/>
                  </a:lnTo>
                  <a:lnTo>
                    <a:pt x="439" y="248"/>
                  </a:lnTo>
                  <a:lnTo>
                    <a:pt x="395" y="247"/>
                  </a:lnTo>
                  <a:lnTo>
                    <a:pt x="353" y="244"/>
                  </a:lnTo>
                  <a:lnTo>
                    <a:pt x="312" y="237"/>
                  </a:lnTo>
                  <a:lnTo>
                    <a:pt x="272" y="228"/>
                  </a:lnTo>
                  <a:lnTo>
                    <a:pt x="236" y="218"/>
                  </a:lnTo>
                  <a:lnTo>
                    <a:pt x="200" y="205"/>
                  </a:lnTo>
                  <a:lnTo>
                    <a:pt x="167" y="190"/>
                  </a:lnTo>
                  <a:lnTo>
                    <a:pt x="137" y="173"/>
                  </a:lnTo>
                  <a:lnTo>
                    <a:pt x="109" y="157"/>
                  </a:lnTo>
                  <a:lnTo>
                    <a:pt x="84" y="137"/>
                  </a:lnTo>
                  <a:lnTo>
                    <a:pt x="64" y="116"/>
                  </a:lnTo>
                  <a:lnTo>
                    <a:pt x="45" y="95"/>
                  </a:lnTo>
                  <a:lnTo>
                    <a:pt x="32" y="73"/>
                  </a:lnTo>
                  <a:lnTo>
                    <a:pt x="21" y="48"/>
                  </a:lnTo>
                  <a:lnTo>
                    <a:pt x="14" y="24"/>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0748" name="Freeform 54"/>
            <p:cNvSpPr>
              <a:spLocks/>
            </p:cNvSpPr>
            <p:nvPr/>
          </p:nvSpPr>
          <p:spPr bwMode="auto">
            <a:xfrm>
              <a:off x="1179" y="1588"/>
              <a:ext cx="88" cy="52"/>
            </a:xfrm>
            <a:custGeom>
              <a:avLst/>
              <a:gdLst>
                <a:gd name="T0" fmla="*/ 4 w 439"/>
                <a:gd name="T1" fmla="*/ 0 h 260"/>
                <a:gd name="T2" fmla="*/ 4 w 439"/>
                <a:gd name="T3" fmla="*/ 0 h 260"/>
                <a:gd name="T4" fmla="*/ 3 w 439"/>
                <a:gd name="T5" fmla="*/ 0 h 260"/>
                <a:gd name="T6" fmla="*/ 3 w 439"/>
                <a:gd name="T7" fmla="*/ 0 h 260"/>
                <a:gd name="T8" fmla="*/ 2 w 439"/>
                <a:gd name="T9" fmla="*/ 0 h 260"/>
                <a:gd name="T10" fmla="*/ 2 w 439"/>
                <a:gd name="T11" fmla="*/ 0 h 260"/>
                <a:gd name="T12" fmla="*/ 2 w 439"/>
                <a:gd name="T13" fmla="*/ 0 h 260"/>
                <a:gd name="T14" fmla="*/ 2 w 439"/>
                <a:gd name="T15" fmla="*/ 0 h 260"/>
                <a:gd name="T16" fmla="*/ 1 w 439"/>
                <a:gd name="T17" fmla="*/ 0 h 260"/>
                <a:gd name="T18" fmla="*/ 1 w 439"/>
                <a:gd name="T19" fmla="*/ 1 h 260"/>
                <a:gd name="T20" fmla="*/ 1 w 439"/>
                <a:gd name="T21" fmla="*/ 1 h 260"/>
                <a:gd name="T22" fmla="*/ 1 w 439"/>
                <a:gd name="T23" fmla="*/ 1 h 260"/>
                <a:gd name="T24" fmla="*/ 0 w 439"/>
                <a:gd name="T25" fmla="*/ 1 h 260"/>
                <a:gd name="T26" fmla="*/ 0 w 439"/>
                <a:gd name="T27" fmla="*/ 1 h 260"/>
                <a:gd name="T28" fmla="*/ 0 w 439"/>
                <a:gd name="T29" fmla="*/ 1 h 260"/>
                <a:gd name="T30" fmla="*/ 0 w 439"/>
                <a:gd name="T31" fmla="*/ 2 h 260"/>
                <a:gd name="T32" fmla="*/ 0 w 439"/>
                <a:gd name="T33" fmla="*/ 2 h 260"/>
                <a:gd name="T34" fmla="*/ 0 w 439"/>
                <a:gd name="T35" fmla="*/ 2 h 260"/>
                <a:gd name="T36" fmla="*/ 0 w 439"/>
                <a:gd name="T37" fmla="*/ 2 h 260"/>
                <a:gd name="T38" fmla="*/ 0 w 439"/>
                <a:gd name="T39" fmla="*/ 2 h 260"/>
                <a:gd name="T40" fmla="*/ 0 w 439"/>
                <a:gd name="T41" fmla="*/ 2 h 260"/>
                <a:gd name="T42" fmla="*/ 0 w 439"/>
                <a:gd name="T43" fmla="*/ 1 h 260"/>
                <a:gd name="T44" fmla="*/ 0 w 439"/>
                <a:gd name="T45" fmla="*/ 1 h 260"/>
                <a:gd name="T46" fmla="*/ 1 w 439"/>
                <a:gd name="T47" fmla="*/ 1 h 260"/>
                <a:gd name="T48" fmla="*/ 1 w 439"/>
                <a:gd name="T49" fmla="*/ 1 h 260"/>
                <a:gd name="T50" fmla="*/ 1 w 439"/>
                <a:gd name="T51" fmla="*/ 1 h 260"/>
                <a:gd name="T52" fmla="*/ 1 w 439"/>
                <a:gd name="T53" fmla="*/ 1 h 260"/>
                <a:gd name="T54" fmla="*/ 1 w 439"/>
                <a:gd name="T55" fmla="*/ 1 h 260"/>
                <a:gd name="T56" fmla="*/ 2 w 439"/>
                <a:gd name="T57" fmla="*/ 0 h 260"/>
                <a:gd name="T58" fmla="*/ 2 w 439"/>
                <a:gd name="T59" fmla="*/ 0 h 260"/>
                <a:gd name="T60" fmla="*/ 2 w 439"/>
                <a:gd name="T61" fmla="*/ 0 h 260"/>
                <a:gd name="T62" fmla="*/ 3 w 439"/>
                <a:gd name="T63" fmla="*/ 0 h 260"/>
                <a:gd name="T64" fmla="*/ 3 w 439"/>
                <a:gd name="T65" fmla="*/ 0 h 260"/>
                <a:gd name="T66" fmla="*/ 3 w 439"/>
                <a:gd name="T67" fmla="*/ 0 h 260"/>
                <a:gd name="T68" fmla="*/ 4 w 439"/>
                <a:gd name="T69" fmla="*/ 0 h 260"/>
                <a:gd name="T70" fmla="*/ 4 w 439"/>
                <a:gd name="T71" fmla="*/ 0 h 260"/>
                <a:gd name="T72" fmla="*/ 4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439" y="0"/>
                  </a:moveTo>
                  <a:lnTo>
                    <a:pt x="439" y="0"/>
                  </a:lnTo>
                  <a:lnTo>
                    <a:pt x="395" y="1"/>
                  </a:lnTo>
                  <a:lnTo>
                    <a:pt x="351" y="4"/>
                  </a:lnTo>
                  <a:lnTo>
                    <a:pt x="310" y="11"/>
                  </a:lnTo>
                  <a:lnTo>
                    <a:pt x="270" y="19"/>
                  </a:lnTo>
                  <a:lnTo>
                    <a:pt x="231" y="30"/>
                  </a:lnTo>
                  <a:lnTo>
                    <a:pt x="195" y="43"/>
                  </a:lnTo>
                  <a:lnTo>
                    <a:pt x="162" y="58"/>
                  </a:lnTo>
                  <a:lnTo>
                    <a:pt x="130" y="73"/>
                  </a:lnTo>
                  <a:lnTo>
                    <a:pt x="102" y="93"/>
                  </a:lnTo>
                  <a:lnTo>
                    <a:pt x="76" y="113"/>
                  </a:lnTo>
                  <a:lnTo>
                    <a:pt x="54" y="133"/>
                  </a:lnTo>
                  <a:lnTo>
                    <a:pt x="35" y="157"/>
                  </a:lnTo>
                  <a:lnTo>
                    <a:pt x="20" y="181"/>
                  </a:lnTo>
                  <a:lnTo>
                    <a:pt x="10" y="206"/>
                  </a:lnTo>
                  <a:lnTo>
                    <a:pt x="3" y="233"/>
                  </a:lnTo>
                  <a:lnTo>
                    <a:pt x="0" y="260"/>
                  </a:lnTo>
                  <a:lnTo>
                    <a:pt x="12" y="260"/>
                  </a:lnTo>
                  <a:lnTo>
                    <a:pt x="14" y="235"/>
                  </a:lnTo>
                  <a:lnTo>
                    <a:pt x="21" y="211"/>
                  </a:lnTo>
                  <a:lnTo>
                    <a:pt x="32" y="186"/>
                  </a:lnTo>
                  <a:lnTo>
                    <a:pt x="45" y="164"/>
                  </a:lnTo>
                  <a:lnTo>
                    <a:pt x="64" y="143"/>
                  </a:lnTo>
                  <a:lnTo>
                    <a:pt x="84" y="123"/>
                  </a:lnTo>
                  <a:lnTo>
                    <a:pt x="109" y="103"/>
                  </a:lnTo>
                  <a:lnTo>
                    <a:pt x="137" y="85"/>
                  </a:lnTo>
                  <a:lnTo>
                    <a:pt x="167" y="70"/>
                  </a:lnTo>
                  <a:lnTo>
                    <a:pt x="200" y="55"/>
                  </a:lnTo>
                  <a:lnTo>
                    <a:pt x="236" y="42"/>
                  </a:lnTo>
                  <a:lnTo>
                    <a:pt x="272" y="31"/>
                  </a:lnTo>
                  <a:lnTo>
                    <a:pt x="312" y="23"/>
                  </a:lnTo>
                  <a:lnTo>
                    <a:pt x="353" y="16"/>
                  </a:lnTo>
                  <a:lnTo>
                    <a:pt x="395" y="12"/>
                  </a:lnTo>
                  <a:lnTo>
                    <a:pt x="439" y="11"/>
                  </a:lnTo>
                  <a:lnTo>
                    <a:pt x="439"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0749" name="Freeform 55"/>
            <p:cNvSpPr>
              <a:spLocks/>
            </p:cNvSpPr>
            <p:nvPr/>
          </p:nvSpPr>
          <p:spPr bwMode="auto">
            <a:xfrm>
              <a:off x="964" y="1745"/>
              <a:ext cx="48" cy="85"/>
            </a:xfrm>
            <a:custGeom>
              <a:avLst/>
              <a:gdLst>
                <a:gd name="T0" fmla="*/ 2 w 244"/>
                <a:gd name="T1" fmla="*/ 3 h 426"/>
                <a:gd name="T2" fmla="*/ 2 w 244"/>
                <a:gd name="T3" fmla="*/ 3 h 426"/>
                <a:gd name="T4" fmla="*/ 2 w 244"/>
                <a:gd name="T5" fmla="*/ 3 h 426"/>
                <a:gd name="T6" fmla="*/ 2 w 244"/>
                <a:gd name="T7" fmla="*/ 3 h 426"/>
                <a:gd name="T8" fmla="*/ 2 w 244"/>
                <a:gd name="T9" fmla="*/ 2 h 426"/>
                <a:gd name="T10" fmla="*/ 2 w 244"/>
                <a:gd name="T11" fmla="*/ 2 h 426"/>
                <a:gd name="T12" fmla="*/ 2 w 244"/>
                <a:gd name="T13" fmla="*/ 2 h 426"/>
                <a:gd name="T14" fmla="*/ 2 w 244"/>
                <a:gd name="T15" fmla="*/ 2 h 426"/>
                <a:gd name="T16" fmla="*/ 1 w 244"/>
                <a:gd name="T17" fmla="*/ 1 h 426"/>
                <a:gd name="T18" fmla="*/ 1 w 244"/>
                <a:gd name="T19" fmla="*/ 1 h 426"/>
                <a:gd name="T20" fmla="*/ 1 w 244"/>
                <a:gd name="T21" fmla="*/ 1 h 426"/>
                <a:gd name="T22" fmla="*/ 1 w 244"/>
                <a:gd name="T23" fmla="*/ 1 h 426"/>
                <a:gd name="T24" fmla="*/ 1 w 244"/>
                <a:gd name="T25" fmla="*/ 0 h 426"/>
                <a:gd name="T26" fmla="*/ 1 w 244"/>
                <a:gd name="T27" fmla="*/ 0 h 426"/>
                <a:gd name="T28" fmla="*/ 1 w 244"/>
                <a:gd name="T29" fmla="*/ 0 h 426"/>
                <a:gd name="T30" fmla="*/ 0 w 244"/>
                <a:gd name="T31" fmla="*/ 0 h 426"/>
                <a:gd name="T32" fmla="*/ 0 w 244"/>
                <a:gd name="T33" fmla="*/ 0 h 426"/>
                <a:gd name="T34" fmla="*/ 0 w 244"/>
                <a:gd name="T35" fmla="*/ 0 h 426"/>
                <a:gd name="T36" fmla="*/ 0 w 244"/>
                <a:gd name="T37" fmla="*/ 0 h 426"/>
                <a:gd name="T38" fmla="*/ 0 w 244"/>
                <a:gd name="T39" fmla="*/ 0 h 426"/>
                <a:gd name="T40" fmla="*/ 0 w 244"/>
                <a:gd name="T41" fmla="*/ 0 h 426"/>
                <a:gd name="T42" fmla="*/ 1 w 244"/>
                <a:gd name="T43" fmla="*/ 0 h 426"/>
                <a:gd name="T44" fmla="*/ 1 w 244"/>
                <a:gd name="T45" fmla="*/ 0 h 426"/>
                <a:gd name="T46" fmla="*/ 1 w 244"/>
                <a:gd name="T47" fmla="*/ 0 h 426"/>
                <a:gd name="T48" fmla="*/ 1 w 244"/>
                <a:gd name="T49" fmla="*/ 1 h 426"/>
                <a:gd name="T50" fmla="*/ 1 w 244"/>
                <a:gd name="T51" fmla="*/ 1 h 426"/>
                <a:gd name="T52" fmla="*/ 1 w 244"/>
                <a:gd name="T53" fmla="*/ 1 h 426"/>
                <a:gd name="T54" fmla="*/ 1 w 244"/>
                <a:gd name="T55" fmla="*/ 1 h 426"/>
                <a:gd name="T56" fmla="*/ 1 w 244"/>
                <a:gd name="T57" fmla="*/ 2 h 426"/>
                <a:gd name="T58" fmla="*/ 2 w 244"/>
                <a:gd name="T59" fmla="*/ 2 h 426"/>
                <a:gd name="T60" fmla="*/ 2 w 244"/>
                <a:gd name="T61" fmla="*/ 2 h 426"/>
                <a:gd name="T62" fmla="*/ 2 w 244"/>
                <a:gd name="T63" fmla="*/ 2 h 426"/>
                <a:gd name="T64" fmla="*/ 2 w 244"/>
                <a:gd name="T65" fmla="*/ 3 h 426"/>
                <a:gd name="T66" fmla="*/ 2 w 244"/>
                <a:gd name="T67" fmla="*/ 3 h 426"/>
                <a:gd name="T68" fmla="*/ 2 w 244"/>
                <a:gd name="T69" fmla="*/ 3 h 426"/>
                <a:gd name="T70" fmla="*/ 2 w 244"/>
                <a:gd name="T71" fmla="*/ 3 h 426"/>
                <a:gd name="T72" fmla="*/ 2 w 244"/>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6"/>
                <a:gd name="T113" fmla="*/ 244 w 244"/>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6">
                  <a:moveTo>
                    <a:pt x="244" y="426"/>
                  </a:moveTo>
                  <a:lnTo>
                    <a:pt x="244" y="426"/>
                  </a:lnTo>
                  <a:lnTo>
                    <a:pt x="243" y="383"/>
                  </a:lnTo>
                  <a:lnTo>
                    <a:pt x="240" y="340"/>
                  </a:lnTo>
                  <a:lnTo>
                    <a:pt x="234" y="300"/>
                  </a:lnTo>
                  <a:lnTo>
                    <a:pt x="226" y="262"/>
                  </a:lnTo>
                  <a:lnTo>
                    <a:pt x="215" y="224"/>
                  </a:lnTo>
                  <a:lnTo>
                    <a:pt x="203" y="189"/>
                  </a:lnTo>
                  <a:lnTo>
                    <a:pt x="189" y="157"/>
                  </a:lnTo>
                  <a:lnTo>
                    <a:pt x="174" y="126"/>
                  </a:lnTo>
                  <a:lnTo>
                    <a:pt x="155" y="99"/>
                  </a:lnTo>
                  <a:lnTo>
                    <a:pt x="138" y="74"/>
                  </a:lnTo>
                  <a:lnTo>
                    <a:pt x="118" y="52"/>
                  </a:lnTo>
                  <a:lnTo>
                    <a:pt x="96" y="34"/>
                  </a:lnTo>
                  <a:lnTo>
                    <a:pt x="73" y="19"/>
                  </a:lnTo>
                  <a:lnTo>
                    <a:pt x="50" y="8"/>
                  </a:lnTo>
                  <a:lnTo>
                    <a:pt x="25" y="2"/>
                  </a:lnTo>
                  <a:lnTo>
                    <a:pt x="0" y="0"/>
                  </a:lnTo>
                  <a:lnTo>
                    <a:pt x="0" y="12"/>
                  </a:lnTo>
                  <a:lnTo>
                    <a:pt x="23" y="14"/>
                  </a:lnTo>
                  <a:lnTo>
                    <a:pt x="45" y="20"/>
                  </a:lnTo>
                  <a:lnTo>
                    <a:pt x="66" y="31"/>
                  </a:lnTo>
                  <a:lnTo>
                    <a:pt x="89" y="43"/>
                  </a:lnTo>
                  <a:lnTo>
                    <a:pt x="109" y="61"/>
                  </a:lnTo>
                  <a:lnTo>
                    <a:pt x="129" y="81"/>
                  </a:lnTo>
                  <a:lnTo>
                    <a:pt x="146" y="106"/>
                  </a:lnTo>
                  <a:lnTo>
                    <a:pt x="162" y="133"/>
                  </a:lnTo>
                  <a:lnTo>
                    <a:pt x="178" y="162"/>
                  </a:lnTo>
                  <a:lnTo>
                    <a:pt x="192" y="194"/>
                  </a:lnTo>
                  <a:lnTo>
                    <a:pt x="203" y="229"/>
                  </a:lnTo>
                  <a:lnTo>
                    <a:pt x="214" y="264"/>
                  </a:lnTo>
                  <a:lnTo>
                    <a:pt x="222" y="303"/>
                  </a:lnTo>
                  <a:lnTo>
                    <a:pt x="228" y="342"/>
                  </a:lnTo>
                  <a:lnTo>
                    <a:pt x="232" y="383"/>
                  </a:lnTo>
                  <a:lnTo>
                    <a:pt x="233" y="426"/>
                  </a:lnTo>
                  <a:lnTo>
                    <a:pt x="244"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0750" name="Freeform 56"/>
            <p:cNvSpPr>
              <a:spLocks/>
            </p:cNvSpPr>
            <p:nvPr/>
          </p:nvSpPr>
          <p:spPr bwMode="auto">
            <a:xfrm>
              <a:off x="964" y="1830"/>
              <a:ext cx="48" cy="85"/>
            </a:xfrm>
            <a:custGeom>
              <a:avLst/>
              <a:gdLst>
                <a:gd name="T0" fmla="*/ 0 w 244"/>
                <a:gd name="T1" fmla="*/ 3 h 424"/>
                <a:gd name="T2" fmla="*/ 0 w 244"/>
                <a:gd name="T3" fmla="*/ 3 h 424"/>
                <a:gd name="T4" fmla="*/ 0 w 244"/>
                <a:gd name="T5" fmla="*/ 3 h 424"/>
                <a:gd name="T6" fmla="*/ 0 w 244"/>
                <a:gd name="T7" fmla="*/ 3 h 424"/>
                <a:gd name="T8" fmla="*/ 1 w 244"/>
                <a:gd name="T9" fmla="*/ 3 h 424"/>
                <a:gd name="T10" fmla="*/ 1 w 244"/>
                <a:gd name="T11" fmla="*/ 3 h 424"/>
                <a:gd name="T12" fmla="*/ 1 w 244"/>
                <a:gd name="T13" fmla="*/ 3 h 424"/>
                <a:gd name="T14" fmla="*/ 1 w 244"/>
                <a:gd name="T15" fmla="*/ 3 h 424"/>
                <a:gd name="T16" fmla="*/ 1 w 244"/>
                <a:gd name="T17" fmla="*/ 3 h 424"/>
                <a:gd name="T18" fmla="*/ 1 w 244"/>
                <a:gd name="T19" fmla="*/ 2 h 424"/>
                <a:gd name="T20" fmla="*/ 1 w 244"/>
                <a:gd name="T21" fmla="*/ 2 h 424"/>
                <a:gd name="T22" fmla="*/ 2 w 244"/>
                <a:gd name="T23" fmla="*/ 2 h 424"/>
                <a:gd name="T24" fmla="*/ 2 w 244"/>
                <a:gd name="T25" fmla="*/ 2 h 424"/>
                <a:gd name="T26" fmla="*/ 2 w 244"/>
                <a:gd name="T27" fmla="*/ 1 h 424"/>
                <a:gd name="T28" fmla="*/ 2 w 244"/>
                <a:gd name="T29" fmla="*/ 1 h 424"/>
                <a:gd name="T30" fmla="*/ 2 w 244"/>
                <a:gd name="T31" fmla="*/ 1 h 424"/>
                <a:gd name="T32" fmla="*/ 2 w 244"/>
                <a:gd name="T33" fmla="*/ 0 h 424"/>
                <a:gd name="T34" fmla="*/ 2 w 244"/>
                <a:gd name="T35" fmla="*/ 0 h 424"/>
                <a:gd name="T36" fmla="*/ 2 w 244"/>
                <a:gd name="T37" fmla="*/ 0 h 424"/>
                <a:gd name="T38" fmla="*/ 2 w 244"/>
                <a:gd name="T39" fmla="*/ 0 h 424"/>
                <a:gd name="T40" fmla="*/ 2 w 244"/>
                <a:gd name="T41" fmla="*/ 1 h 424"/>
                <a:gd name="T42" fmla="*/ 2 w 244"/>
                <a:gd name="T43" fmla="*/ 1 h 424"/>
                <a:gd name="T44" fmla="*/ 2 w 244"/>
                <a:gd name="T45" fmla="*/ 1 h 424"/>
                <a:gd name="T46" fmla="*/ 2 w 244"/>
                <a:gd name="T47" fmla="*/ 2 h 424"/>
                <a:gd name="T48" fmla="*/ 1 w 244"/>
                <a:gd name="T49" fmla="*/ 2 h 424"/>
                <a:gd name="T50" fmla="*/ 1 w 244"/>
                <a:gd name="T51" fmla="*/ 2 h 424"/>
                <a:gd name="T52" fmla="*/ 1 w 244"/>
                <a:gd name="T53" fmla="*/ 2 h 424"/>
                <a:gd name="T54" fmla="*/ 1 w 244"/>
                <a:gd name="T55" fmla="*/ 3 h 424"/>
                <a:gd name="T56" fmla="*/ 1 w 244"/>
                <a:gd name="T57" fmla="*/ 3 h 424"/>
                <a:gd name="T58" fmla="*/ 1 w 244"/>
                <a:gd name="T59" fmla="*/ 3 h 424"/>
                <a:gd name="T60" fmla="*/ 1 w 244"/>
                <a:gd name="T61" fmla="*/ 3 h 424"/>
                <a:gd name="T62" fmla="*/ 1 w 244"/>
                <a:gd name="T63" fmla="*/ 3 h 424"/>
                <a:gd name="T64" fmla="*/ 0 w 244"/>
                <a:gd name="T65" fmla="*/ 3 h 424"/>
                <a:gd name="T66" fmla="*/ 0 w 244"/>
                <a:gd name="T67" fmla="*/ 3 h 424"/>
                <a:gd name="T68" fmla="*/ 0 w 244"/>
                <a:gd name="T69" fmla="*/ 3 h 424"/>
                <a:gd name="T70" fmla="*/ 0 w 244"/>
                <a:gd name="T71" fmla="*/ 3 h 424"/>
                <a:gd name="T72" fmla="*/ 0 w 244"/>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4"/>
                <a:gd name="T113" fmla="*/ 244 w 244"/>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4">
                  <a:moveTo>
                    <a:pt x="0" y="424"/>
                  </a:moveTo>
                  <a:lnTo>
                    <a:pt x="0" y="424"/>
                  </a:lnTo>
                  <a:lnTo>
                    <a:pt x="25" y="422"/>
                  </a:lnTo>
                  <a:lnTo>
                    <a:pt x="50" y="416"/>
                  </a:lnTo>
                  <a:lnTo>
                    <a:pt x="73" y="405"/>
                  </a:lnTo>
                  <a:lnTo>
                    <a:pt x="96" y="390"/>
                  </a:lnTo>
                  <a:lnTo>
                    <a:pt x="118" y="373"/>
                  </a:lnTo>
                  <a:lnTo>
                    <a:pt x="138" y="350"/>
                  </a:lnTo>
                  <a:lnTo>
                    <a:pt x="155" y="326"/>
                  </a:lnTo>
                  <a:lnTo>
                    <a:pt x="173" y="299"/>
                  </a:lnTo>
                  <a:lnTo>
                    <a:pt x="189" y="268"/>
                  </a:lnTo>
                  <a:lnTo>
                    <a:pt x="203" y="235"/>
                  </a:lnTo>
                  <a:lnTo>
                    <a:pt x="215" y="201"/>
                  </a:lnTo>
                  <a:lnTo>
                    <a:pt x="226" y="163"/>
                  </a:lnTo>
                  <a:lnTo>
                    <a:pt x="234" y="125"/>
                  </a:lnTo>
                  <a:lnTo>
                    <a:pt x="240" y="85"/>
                  </a:lnTo>
                  <a:lnTo>
                    <a:pt x="243" y="42"/>
                  </a:lnTo>
                  <a:lnTo>
                    <a:pt x="244" y="0"/>
                  </a:lnTo>
                  <a:lnTo>
                    <a:pt x="233" y="0"/>
                  </a:lnTo>
                  <a:lnTo>
                    <a:pt x="232" y="42"/>
                  </a:lnTo>
                  <a:lnTo>
                    <a:pt x="228" y="83"/>
                  </a:lnTo>
                  <a:lnTo>
                    <a:pt x="222" y="123"/>
                  </a:lnTo>
                  <a:lnTo>
                    <a:pt x="214" y="160"/>
                  </a:lnTo>
                  <a:lnTo>
                    <a:pt x="203" y="197"/>
                  </a:lnTo>
                  <a:lnTo>
                    <a:pt x="192" y="231"/>
                  </a:lnTo>
                  <a:lnTo>
                    <a:pt x="178" y="263"/>
                  </a:lnTo>
                  <a:lnTo>
                    <a:pt x="164" y="292"/>
                  </a:lnTo>
                  <a:lnTo>
                    <a:pt x="146" y="319"/>
                  </a:lnTo>
                  <a:lnTo>
                    <a:pt x="129" y="343"/>
                  </a:lnTo>
                  <a:lnTo>
                    <a:pt x="109" y="363"/>
                  </a:lnTo>
                  <a:lnTo>
                    <a:pt x="89" y="381"/>
                  </a:lnTo>
                  <a:lnTo>
                    <a:pt x="66" y="394"/>
                  </a:lnTo>
                  <a:lnTo>
                    <a:pt x="45" y="404"/>
                  </a:lnTo>
                  <a:lnTo>
                    <a:pt x="23" y="410"/>
                  </a:lnTo>
                  <a:lnTo>
                    <a:pt x="0" y="412"/>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0751" name="Freeform 57"/>
            <p:cNvSpPr>
              <a:spLocks/>
            </p:cNvSpPr>
            <p:nvPr/>
          </p:nvSpPr>
          <p:spPr bwMode="auto">
            <a:xfrm>
              <a:off x="915" y="1830"/>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1" y="42"/>
                  </a:lnTo>
                  <a:lnTo>
                    <a:pt x="4" y="85"/>
                  </a:lnTo>
                  <a:lnTo>
                    <a:pt x="10" y="125"/>
                  </a:lnTo>
                  <a:lnTo>
                    <a:pt x="19" y="163"/>
                  </a:lnTo>
                  <a:lnTo>
                    <a:pt x="29" y="201"/>
                  </a:lnTo>
                  <a:lnTo>
                    <a:pt x="41" y="235"/>
                  </a:lnTo>
                  <a:lnTo>
                    <a:pt x="55" y="268"/>
                  </a:lnTo>
                  <a:lnTo>
                    <a:pt x="71" y="299"/>
                  </a:lnTo>
                  <a:lnTo>
                    <a:pt x="89" y="326"/>
                  </a:lnTo>
                  <a:lnTo>
                    <a:pt x="106" y="350"/>
                  </a:lnTo>
                  <a:lnTo>
                    <a:pt x="126" y="373"/>
                  </a:lnTo>
                  <a:lnTo>
                    <a:pt x="149" y="390"/>
                  </a:lnTo>
                  <a:lnTo>
                    <a:pt x="171" y="405"/>
                  </a:lnTo>
                  <a:lnTo>
                    <a:pt x="194" y="416"/>
                  </a:lnTo>
                  <a:lnTo>
                    <a:pt x="219" y="422"/>
                  </a:lnTo>
                  <a:lnTo>
                    <a:pt x="245" y="424"/>
                  </a:lnTo>
                  <a:lnTo>
                    <a:pt x="245" y="412"/>
                  </a:lnTo>
                  <a:lnTo>
                    <a:pt x="221" y="410"/>
                  </a:lnTo>
                  <a:lnTo>
                    <a:pt x="199" y="404"/>
                  </a:lnTo>
                  <a:lnTo>
                    <a:pt x="178" y="394"/>
                  </a:lnTo>
                  <a:lnTo>
                    <a:pt x="156" y="381"/>
                  </a:lnTo>
                  <a:lnTo>
                    <a:pt x="136" y="363"/>
                  </a:lnTo>
                  <a:lnTo>
                    <a:pt x="116" y="343"/>
                  </a:lnTo>
                  <a:lnTo>
                    <a:pt x="98" y="319"/>
                  </a:lnTo>
                  <a:lnTo>
                    <a:pt x="81" y="292"/>
                  </a:lnTo>
                  <a:lnTo>
                    <a:pt x="67" y="263"/>
                  </a:lnTo>
                  <a:lnTo>
                    <a:pt x="52" y="231"/>
                  </a:lnTo>
                  <a:lnTo>
                    <a:pt x="41" y="197"/>
                  </a:lnTo>
                  <a:lnTo>
                    <a:pt x="30" y="160"/>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0752" name="Freeform 58"/>
            <p:cNvSpPr>
              <a:spLocks/>
            </p:cNvSpPr>
            <p:nvPr/>
          </p:nvSpPr>
          <p:spPr bwMode="auto">
            <a:xfrm>
              <a:off x="915" y="1745"/>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0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19" y="2"/>
                  </a:lnTo>
                  <a:lnTo>
                    <a:pt x="194" y="8"/>
                  </a:lnTo>
                  <a:lnTo>
                    <a:pt x="171" y="19"/>
                  </a:lnTo>
                  <a:lnTo>
                    <a:pt x="149" y="34"/>
                  </a:lnTo>
                  <a:lnTo>
                    <a:pt x="126" y="52"/>
                  </a:lnTo>
                  <a:lnTo>
                    <a:pt x="106" y="74"/>
                  </a:lnTo>
                  <a:lnTo>
                    <a:pt x="89" y="99"/>
                  </a:lnTo>
                  <a:lnTo>
                    <a:pt x="70" y="126"/>
                  </a:lnTo>
                  <a:lnTo>
                    <a:pt x="55" y="157"/>
                  </a:lnTo>
                  <a:lnTo>
                    <a:pt x="41" y="189"/>
                  </a:lnTo>
                  <a:lnTo>
                    <a:pt x="29" y="224"/>
                  </a:lnTo>
                  <a:lnTo>
                    <a:pt x="19" y="262"/>
                  </a:lnTo>
                  <a:lnTo>
                    <a:pt x="10" y="300"/>
                  </a:lnTo>
                  <a:lnTo>
                    <a:pt x="4" y="340"/>
                  </a:lnTo>
                  <a:lnTo>
                    <a:pt x="1" y="383"/>
                  </a:lnTo>
                  <a:lnTo>
                    <a:pt x="0" y="426"/>
                  </a:lnTo>
                  <a:lnTo>
                    <a:pt x="11" y="426"/>
                  </a:lnTo>
                  <a:lnTo>
                    <a:pt x="13" y="383"/>
                  </a:lnTo>
                  <a:lnTo>
                    <a:pt x="16" y="342"/>
                  </a:lnTo>
                  <a:lnTo>
                    <a:pt x="22" y="303"/>
                  </a:lnTo>
                  <a:lnTo>
                    <a:pt x="30" y="264"/>
                  </a:lnTo>
                  <a:lnTo>
                    <a:pt x="41" y="229"/>
                  </a:lnTo>
                  <a:lnTo>
                    <a:pt x="52" y="194"/>
                  </a:lnTo>
                  <a:lnTo>
                    <a:pt x="67" y="162"/>
                  </a:lnTo>
                  <a:lnTo>
                    <a:pt x="82" y="133"/>
                  </a:lnTo>
                  <a:lnTo>
                    <a:pt x="98" y="106"/>
                  </a:lnTo>
                  <a:lnTo>
                    <a:pt x="116" y="81"/>
                  </a:lnTo>
                  <a:lnTo>
                    <a:pt x="136" y="61"/>
                  </a:lnTo>
                  <a:lnTo>
                    <a:pt x="156" y="43"/>
                  </a:lnTo>
                  <a:lnTo>
                    <a:pt x="178" y="31"/>
                  </a:lnTo>
                  <a:lnTo>
                    <a:pt x="199" y="20"/>
                  </a:lnTo>
                  <a:lnTo>
                    <a:pt x="221"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0753" name="Freeform 59"/>
            <p:cNvSpPr>
              <a:spLocks/>
            </p:cNvSpPr>
            <p:nvPr/>
          </p:nvSpPr>
          <p:spPr bwMode="auto">
            <a:xfrm>
              <a:off x="1140" y="2087"/>
              <a:ext cx="49" cy="85"/>
            </a:xfrm>
            <a:custGeom>
              <a:avLst/>
              <a:gdLst>
                <a:gd name="T0" fmla="*/ 2 w 246"/>
                <a:gd name="T1" fmla="*/ 3 h 424"/>
                <a:gd name="T2" fmla="*/ 2 w 246"/>
                <a:gd name="T3" fmla="*/ 3 h 424"/>
                <a:gd name="T4" fmla="*/ 2 w 246"/>
                <a:gd name="T5" fmla="*/ 3 h 424"/>
                <a:gd name="T6" fmla="*/ 2 w 246"/>
                <a:gd name="T7" fmla="*/ 3 h 424"/>
                <a:gd name="T8" fmla="*/ 2 w 246"/>
                <a:gd name="T9" fmla="*/ 2 h 424"/>
                <a:gd name="T10" fmla="*/ 2 w 246"/>
                <a:gd name="T11" fmla="*/ 2 h 424"/>
                <a:gd name="T12" fmla="*/ 2 w 246"/>
                <a:gd name="T13" fmla="*/ 2 h 424"/>
                <a:gd name="T14" fmla="*/ 2 w 246"/>
                <a:gd name="T15" fmla="*/ 2 h 424"/>
                <a:gd name="T16" fmla="*/ 2 w 246"/>
                <a:gd name="T17" fmla="*/ 1 h 424"/>
                <a:gd name="T18" fmla="*/ 1 w 246"/>
                <a:gd name="T19" fmla="*/ 1 h 424"/>
                <a:gd name="T20" fmla="*/ 1 w 246"/>
                <a:gd name="T21" fmla="*/ 1 h 424"/>
                <a:gd name="T22" fmla="*/ 1 w 246"/>
                <a:gd name="T23" fmla="*/ 1 h 424"/>
                <a:gd name="T24" fmla="*/ 1 w 246"/>
                <a:gd name="T25" fmla="*/ 0 h 424"/>
                <a:gd name="T26" fmla="*/ 1 w 246"/>
                <a:gd name="T27" fmla="*/ 0 h 424"/>
                <a:gd name="T28" fmla="*/ 1 w 246"/>
                <a:gd name="T29" fmla="*/ 0 h 424"/>
                <a:gd name="T30" fmla="*/ 0 w 246"/>
                <a:gd name="T31" fmla="*/ 0 h 424"/>
                <a:gd name="T32" fmla="*/ 0 w 246"/>
                <a:gd name="T33" fmla="*/ 0 h 424"/>
                <a:gd name="T34" fmla="*/ 0 w 246"/>
                <a:gd name="T35" fmla="*/ 0 h 424"/>
                <a:gd name="T36" fmla="*/ 0 w 246"/>
                <a:gd name="T37" fmla="*/ 0 h 424"/>
                <a:gd name="T38" fmla="*/ 0 w 246"/>
                <a:gd name="T39" fmla="*/ 0 h 424"/>
                <a:gd name="T40" fmla="*/ 0 w 246"/>
                <a:gd name="T41" fmla="*/ 0 h 424"/>
                <a:gd name="T42" fmla="*/ 1 w 246"/>
                <a:gd name="T43" fmla="*/ 0 h 424"/>
                <a:gd name="T44" fmla="*/ 1 w 246"/>
                <a:gd name="T45" fmla="*/ 0 h 424"/>
                <a:gd name="T46" fmla="*/ 1 w 246"/>
                <a:gd name="T47" fmla="*/ 0 h 424"/>
                <a:gd name="T48" fmla="*/ 1 w 246"/>
                <a:gd name="T49" fmla="*/ 1 h 424"/>
                <a:gd name="T50" fmla="*/ 1 w 246"/>
                <a:gd name="T51" fmla="*/ 1 h 424"/>
                <a:gd name="T52" fmla="*/ 1 w 246"/>
                <a:gd name="T53" fmla="*/ 1 h 424"/>
                <a:gd name="T54" fmla="*/ 1 w 246"/>
                <a:gd name="T55" fmla="*/ 1 h 424"/>
                <a:gd name="T56" fmla="*/ 2 w 246"/>
                <a:gd name="T57" fmla="*/ 2 h 424"/>
                <a:gd name="T58" fmla="*/ 2 w 246"/>
                <a:gd name="T59" fmla="*/ 2 h 424"/>
                <a:gd name="T60" fmla="*/ 2 w 246"/>
                <a:gd name="T61" fmla="*/ 2 h 424"/>
                <a:gd name="T62" fmla="*/ 2 w 246"/>
                <a:gd name="T63" fmla="*/ 2 h 424"/>
                <a:gd name="T64" fmla="*/ 2 w 246"/>
                <a:gd name="T65" fmla="*/ 3 h 424"/>
                <a:gd name="T66" fmla="*/ 2 w 246"/>
                <a:gd name="T67" fmla="*/ 3 h 424"/>
                <a:gd name="T68" fmla="*/ 2 w 246"/>
                <a:gd name="T69" fmla="*/ 3 h 424"/>
                <a:gd name="T70" fmla="*/ 2 w 246"/>
                <a:gd name="T71" fmla="*/ 3 h 424"/>
                <a:gd name="T72" fmla="*/ 2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424"/>
                  </a:moveTo>
                  <a:lnTo>
                    <a:pt x="246" y="424"/>
                  </a:lnTo>
                  <a:lnTo>
                    <a:pt x="244" y="382"/>
                  </a:lnTo>
                  <a:lnTo>
                    <a:pt x="241" y="338"/>
                  </a:lnTo>
                  <a:lnTo>
                    <a:pt x="235" y="298"/>
                  </a:lnTo>
                  <a:lnTo>
                    <a:pt x="227" y="261"/>
                  </a:lnTo>
                  <a:lnTo>
                    <a:pt x="216" y="222"/>
                  </a:lnTo>
                  <a:lnTo>
                    <a:pt x="205" y="188"/>
                  </a:lnTo>
                  <a:lnTo>
                    <a:pt x="190" y="155"/>
                  </a:lnTo>
                  <a:lnTo>
                    <a:pt x="174" y="125"/>
                  </a:lnTo>
                  <a:lnTo>
                    <a:pt x="157" y="98"/>
                  </a:lnTo>
                  <a:lnTo>
                    <a:pt x="138" y="73"/>
                  </a:lnTo>
                  <a:lnTo>
                    <a:pt x="118" y="51"/>
                  </a:lnTo>
                  <a:lnTo>
                    <a:pt x="96" y="34"/>
                  </a:lnTo>
                  <a:lnTo>
                    <a:pt x="74" y="18"/>
                  </a:lnTo>
                  <a:lnTo>
                    <a:pt x="50" y="8"/>
                  </a:lnTo>
                  <a:lnTo>
                    <a:pt x="25" y="2"/>
                  </a:lnTo>
                  <a:lnTo>
                    <a:pt x="0" y="0"/>
                  </a:lnTo>
                  <a:lnTo>
                    <a:pt x="0" y="11"/>
                  </a:lnTo>
                  <a:lnTo>
                    <a:pt x="23" y="14"/>
                  </a:lnTo>
                  <a:lnTo>
                    <a:pt x="45" y="19"/>
                  </a:lnTo>
                  <a:lnTo>
                    <a:pt x="67" y="30"/>
                  </a:lnTo>
                  <a:lnTo>
                    <a:pt x="89" y="43"/>
                  </a:lnTo>
                  <a:lnTo>
                    <a:pt x="108" y="60"/>
                  </a:lnTo>
                  <a:lnTo>
                    <a:pt x="128" y="80"/>
                  </a:lnTo>
                  <a:lnTo>
                    <a:pt x="147" y="105"/>
                  </a:lnTo>
                  <a:lnTo>
                    <a:pt x="165" y="132"/>
                  </a:lnTo>
                  <a:lnTo>
                    <a:pt x="179" y="160"/>
                  </a:lnTo>
                  <a:lnTo>
                    <a:pt x="193" y="193"/>
                  </a:lnTo>
                  <a:lnTo>
                    <a:pt x="205" y="227"/>
                  </a:lnTo>
                  <a:lnTo>
                    <a:pt x="215" y="263"/>
                  </a:lnTo>
                  <a:lnTo>
                    <a:pt x="223" y="301"/>
                  </a:lnTo>
                  <a:lnTo>
                    <a:pt x="229" y="341"/>
                  </a:lnTo>
                  <a:lnTo>
                    <a:pt x="233" y="382"/>
                  </a:lnTo>
                  <a:lnTo>
                    <a:pt x="234" y="424"/>
                  </a:lnTo>
                  <a:lnTo>
                    <a:pt x="246"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0754" name="Freeform 60"/>
            <p:cNvSpPr>
              <a:spLocks/>
            </p:cNvSpPr>
            <p:nvPr/>
          </p:nvSpPr>
          <p:spPr bwMode="auto">
            <a:xfrm>
              <a:off x="1140" y="2172"/>
              <a:ext cx="49" cy="85"/>
            </a:xfrm>
            <a:custGeom>
              <a:avLst/>
              <a:gdLst>
                <a:gd name="T0" fmla="*/ 0 w 246"/>
                <a:gd name="T1" fmla="*/ 3 h 426"/>
                <a:gd name="T2" fmla="*/ 0 w 246"/>
                <a:gd name="T3" fmla="*/ 3 h 426"/>
                <a:gd name="T4" fmla="*/ 0 w 246"/>
                <a:gd name="T5" fmla="*/ 3 h 426"/>
                <a:gd name="T6" fmla="*/ 0 w 246"/>
                <a:gd name="T7" fmla="*/ 3 h 426"/>
                <a:gd name="T8" fmla="*/ 1 w 246"/>
                <a:gd name="T9" fmla="*/ 3 h 426"/>
                <a:gd name="T10" fmla="*/ 1 w 246"/>
                <a:gd name="T11" fmla="*/ 3 h 426"/>
                <a:gd name="T12" fmla="*/ 1 w 246"/>
                <a:gd name="T13" fmla="*/ 3 h 426"/>
                <a:gd name="T14" fmla="*/ 1 w 246"/>
                <a:gd name="T15" fmla="*/ 3 h 426"/>
                <a:gd name="T16" fmla="*/ 1 w 246"/>
                <a:gd name="T17" fmla="*/ 3 h 426"/>
                <a:gd name="T18" fmla="*/ 1 w 246"/>
                <a:gd name="T19" fmla="*/ 2 h 426"/>
                <a:gd name="T20" fmla="*/ 2 w 246"/>
                <a:gd name="T21" fmla="*/ 2 h 426"/>
                <a:gd name="T22" fmla="*/ 2 w 246"/>
                <a:gd name="T23" fmla="*/ 2 h 426"/>
                <a:gd name="T24" fmla="*/ 2 w 246"/>
                <a:gd name="T25" fmla="*/ 2 h 426"/>
                <a:gd name="T26" fmla="*/ 2 w 246"/>
                <a:gd name="T27" fmla="*/ 1 h 426"/>
                <a:gd name="T28" fmla="*/ 2 w 246"/>
                <a:gd name="T29" fmla="*/ 1 h 426"/>
                <a:gd name="T30" fmla="*/ 2 w 246"/>
                <a:gd name="T31" fmla="*/ 1 h 426"/>
                <a:gd name="T32" fmla="*/ 2 w 246"/>
                <a:gd name="T33" fmla="*/ 0 h 426"/>
                <a:gd name="T34" fmla="*/ 2 w 246"/>
                <a:gd name="T35" fmla="*/ 0 h 426"/>
                <a:gd name="T36" fmla="*/ 2 w 246"/>
                <a:gd name="T37" fmla="*/ 0 h 426"/>
                <a:gd name="T38" fmla="*/ 2 w 246"/>
                <a:gd name="T39" fmla="*/ 0 h 426"/>
                <a:gd name="T40" fmla="*/ 2 w 246"/>
                <a:gd name="T41" fmla="*/ 1 h 426"/>
                <a:gd name="T42" fmla="*/ 2 w 246"/>
                <a:gd name="T43" fmla="*/ 1 h 426"/>
                <a:gd name="T44" fmla="*/ 2 w 246"/>
                <a:gd name="T45" fmla="*/ 1 h 426"/>
                <a:gd name="T46" fmla="*/ 2 w 246"/>
                <a:gd name="T47" fmla="*/ 2 h 426"/>
                <a:gd name="T48" fmla="*/ 2 w 246"/>
                <a:gd name="T49" fmla="*/ 2 h 426"/>
                <a:gd name="T50" fmla="*/ 1 w 246"/>
                <a:gd name="T51" fmla="*/ 2 h 426"/>
                <a:gd name="T52" fmla="*/ 1 w 246"/>
                <a:gd name="T53" fmla="*/ 2 h 426"/>
                <a:gd name="T54" fmla="*/ 1 w 246"/>
                <a:gd name="T55" fmla="*/ 3 h 426"/>
                <a:gd name="T56" fmla="*/ 1 w 246"/>
                <a:gd name="T57" fmla="*/ 3 h 426"/>
                <a:gd name="T58" fmla="*/ 1 w 246"/>
                <a:gd name="T59" fmla="*/ 3 h 426"/>
                <a:gd name="T60" fmla="*/ 1 w 246"/>
                <a:gd name="T61" fmla="*/ 3 h 426"/>
                <a:gd name="T62" fmla="*/ 1 w 246"/>
                <a:gd name="T63" fmla="*/ 3 h 426"/>
                <a:gd name="T64" fmla="*/ 0 w 246"/>
                <a:gd name="T65" fmla="*/ 3 h 426"/>
                <a:gd name="T66" fmla="*/ 0 w 246"/>
                <a:gd name="T67" fmla="*/ 3 h 426"/>
                <a:gd name="T68" fmla="*/ 0 w 246"/>
                <a:gd name="T69" fmla="*/ 3 h 426"/>
                <a:gd name="T70" fmla="*/ 0 w 246"/>
                <a:gd name="T71" fmla="*/ 3 h 426"/>
                <a:gd name="T72" fmla="*/ 0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426"/>
                  </a:moveTo>
                  <a:lnTo>
                    <a:pt x="0" y="426"/>
                  </a:lnTo>
                  <a:lnTo>
                    <a:pt x="25" y="423"/>
                  </a:lnTo>
                  <a:lnTo>
                    <a:pt x="50" y="417"/>
                  </a:lnTo>
                  <a:lnTo>
                    <a:pt x="74" y="407"/>
                  </a:lnTo>
                  <a:lnTo>
                    <a:pt x="96" y="392"/>
                  </a:lnTo>
                  <a:lnTo>
                    <a:pt x="118" y="373"/>
                  </a:lnTo>
                  <a:lnTo>
                    <a:pt x="138" y="350"/>
                  </a:lnTo>
                  <a:lnTo>
                    <a:pt x="157" y="327"/>
                  </a:lnTo>
                  <a:lnTo>
                    <a:pt x="175" y="299"/>
                  </a:lnTo>
                  <a:lnTo>
                    <a:pt x="190" y="268"/>
                  </a:lnTo>
                  <a:lnTo>
                    <a:pt x="205" y="236"/>
                  </a:lnTo>
                  <a:lnTo>
                    <a:pt x="216" y="202"/>
                  </a:lnTo>
                  <a:lnTo>
                    <a:pt x="227" y="164"/>
                  </a:lnTo>
                  <a:lnTo>
                    <a:pt x="235" y="125"/>
                  </a:lnTo>
                  <a:lnTo>
                    <a:pt x="241" y="86"/>
                  </a:lnTo>
                  <a:lnTo>
                    <a:pt x="244" y="42"/>
                  </a:lnTo>
                  <a:lnTo>
                    <a:pt x="246" y="0"/>
                  </a:lnTo>
                  <a:lnTo>
                    <a:pt x="234" y="0"/>
                  </a:lnTo>
                  <a:lnTo>
                    <a:pt x="233" y="42"/>
                  </a:lnTo>
                  <a:lnTo>
                    <a:pt x="229" y="83"/>
                  </a:lnTo>
                  <a:lnTo>
                    <a:pt x="223" y="123"/>
                  </a:lnTo>
                  <a:lnTo>
                    <a:pt x="215" y="162"/>
                  </a:lnTo>
                  <a:lnTo>
                    <a:pt x="205" y="197"/>
                  </a:lnTo>
                  <a:lnTo>
                    <a:pt x="193" y="231"/>
                  </a:lnTo>
                  <a:lnTo>
                    <a:pt x="179" y="264"/>
                  </a:lnTo>
                  <a:lnTo>
                    <a:pt x="164" y="292"/>
                  </a:lnTo>
                  <a:lnTo>
                    <a:pt x="147" y="320"/>
                  </a:lnTo>
                  <a:lnTo>
                    <a:pt x="128" y="343"/>
                  </a:lnTo>
                  <a:lnTo>
                    <a:pt x="108" y="363"/>
                  </a:lnTo>
                  <a:lnTo>
                    <a:pt x="89" y="382"/>
                  </a:lnTo>
                  <a:lnTo>
                    <a:pt x="67" y="395"/>
                  </a:lnTo>
                  <a:lnTo>
                    <a:pt x="45" y="406"/>
                  </a:lnTo>
                  <a:lnTo>
                    <a:pt x="23" y="411"/>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0755" name="Freeform 61"/>
            <p:cNvSpPr>
              <a:spLocks/>
            </p:cNvSpPr>
            <p:nvPr/>
          </p:nvSpPr>
          <p:spPr bwMode="auto">
            <a:xfrm>
              <a:off x="1091" y="2172"/>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4" y="86"/>
                  </a:lnTo>
                  <a:lnTo>
                    <a:pt x="10" y="125"/>
                  </a:lnTo>
                  <a:lnTo>
                    <a:pt x="18" y="164"/>
                  </a:lnTo>
                  <a:lnTo>
                    <a:pt x="29" y="202"/>
                  </a:lnTo>
                  <a:lnTo>
                    <a:pt x="41" y="236"/>
                  </a:lnTo>
                  <a:lnTo>
                    <a:pt x="55" y="268"/>
                  </a:lnTo>
                  <a:lnTo>
                    <a:pt x="70" y="299"/>
                  </a:lnTo>
                  <a:lnTo>
                    <a:pt x="89" y="327"/>
                  </a:lnTo>
                  <a:lnTo>
                    <a:pt x="106" y="350"/>
                  </a:lnTo>
                  <a:lnTo>
                    <a:pt x="126" y="373"/>
                  </a:lnTo>
                  <a:lnTo>
                    <a:pt x="148" y="392"/>
                  </a:lnTo>
                  <a:lnTo>
                    <a:pt x="171" y="407"/>
                  </a:lnTo>
                  <a:lnTo>
                    <a:pt x="194" y="417"/>
                  </a:lnTo>
                  <a:lnTo>
                    <a:pt x="219" y="423"/>
                  </a:lnTo>
                  <a:lnTo>
                    <a:pt x="245" y="426"/>
                  </a:lnTo>
                  <a:lnTo>
                    <a:pt x="245" y="414"/>
                  </a:lnTo>
                  <a:lnTo>
                    <a:pt x="221" y="411"/>
                  </a:lnTo>
                  <a:lnTo>
                    <a:pt x="199" y="406"/>
                  </a:lnTo>
                  <a:lnTo>
                    <a:pt x="178" y="395"/>
                  </a:lnTo>
                  <a:lnTo>
                    <a:pt x="155" y="382"/>
                  </a:lnTo>
                  <a:lnTo>
                    <a:pt x="136" y="363"/>
                  </a:lnTo>
                  <a:lnTo>
                    <a:pt x="116" y="343"/>
                  </a:lnTo>
                  <a:lnTo>
                    <a:pt x="98" y="320"/>
                  </a:lnTo>
                  <a:lnTo>
                    <a:pt x="82" y="292"/>
                  </a:lnTo>
                  <a:lnTo>
                    <a:pt x="66" y="264"/>
                  </a:lnTo>
                  <a:lnTo>
                    <a:pt x="52" y="231"/>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0756" name="Freeform 62"/>
            <p:cNvSpPr>
              <a:spLocks/>
            </p:cNvSpPr>
            <p:nvPr/>
          </p:nvSpPr>
          <p:spPr bwMode="auto">
            <a:xfrm>
              <a:off x="1091" y="2087"/>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4" y="8"/>
                  </a:lnTo>
                  <a:lnTo>
                    <a:pt x="171" y="18"/>
                  </a:lnTo>
                  <a:lnTo>
                    <a:pt x="148" y="34"/>
                  </a:lnTo>
                  <a:lnTo>
                    <a:pt x="126" y="51"/>
                  </a:lnTo>
                  <a:lnTo>
                    <a:pt x="106" y="73"/>
                  </a:lnTo>
                  <a:lnTo>
                    <a:pt x="89" y="98"/>
                  </a:lnTo>
                  <a:lnTo>
                    <a:pt x="71" y="125"/>
                  </a:lnTo>
                  <a:lnTo>
                    <a:pt x="55" y="155"/>
                  </a:lnTo>
                  <a:lnTo>
                    <a:pt x="41" y="188"/>
                  </a:lnTo>
                  <a:lnTo>
                    <a:pt x="29" y="222"/>
                  </a:lnTo>
                  <a:lnTo>
                    <a:pt x="18" y="261"/>
                  </a:lnTo>
                  <a:lnTo>
                    <a:pt x="10" y="298"/>
                  </a:lnTo>
                  <a:lnTo>
                    <a:pt x="4" y="338"/>
                  </a:lnTo>
                  <a:lnTo>
                    <a:pt x="1" y="382"/>
                  </a:lnTo>
                  <a:lnTo>
                    <a:pt x="0" y="424"/>
                  </a:lnTo>
                  <a:lnTo>
                    <a:pt x="11" y="424"/>
                  </a:lnTo>
                  <a:lnTo>
                    <a:pt x="13" y="382"/>
                  </a:lnTo>
                  <a:lnTo>
                    <a:pt x="16" y="341"/>
                  </a:lnTo>
                  <a:lnTo>
                    <a:pt x="22" y="301"/>
                  </a:lnTo>
                  <a:lnTo>
                    <a:pt x="30" y="263"/>
                  </a:lnTo>
                  <a:lnTo>
                    <a:pt x="41" y="227"/>
                  </a:lnTo>
                  <a:lnTo>
                    <a:pt x="52" y="193"/>
                  </a:lnTo>
                  <a:lnTo>
                    <a:pt x="66" y="160"/>
                  </a:lnTo>
                  <a:lnTo>
                    <a:pt x="80" y="132"/>
                  </a:lnTo>
                  <a:lnTo>
                    <a:pt x="98" y="105"/>
                  </a:lnTo>
                  <a:lnTo>
                    <a:pt x="116" y="80"/>
                  </a:lnTo>
                  <a:lnTo>
                    <a:pt x="136" y="60"/>
                  </a:lnTo>
                  <a:lnTo>
                    <a:pt x="155" y="43"/>
                  </a:lnTo>
                  <a:lnTo>
                    <a:pt x="178" y="30"/>
                  </a:lnTo>
                  <a:lnTo>
                    <a:pt x="199" y="19"/>
                  </a:lnTo>
                  <a:lnTo>
                    <a:pt x="221" y="14"/>
                  </a:lnTo>
                  <a:lnTo>
                    <a:pt x="245" y="11"/>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0757" name="Freeform 63"/>
            <p:cNvSpPr>
              <a:spLocks/>
            </p:cNvSpPr>
            <p:nvPr/>
          </p:nvSpPr>
          <p:spPr bwMode="auto">
            <a:xfrm>
              <a:off x="1392" y="2118"/>
              <a:ext cx="49" cy="85"/>
            </a:xfrm>
            <a:custGeom>
              <a:avLst/>
              <a:gdLst>
                <a:gd name="T0" fmla="*/ 2 w 246"/>
                <a:gd name="T1" fmla="*/ 3 h 426"/>
                <a:gd name="T2" fmla="*/ 2 w 246"/>
                <a:gd name="T3" fmla="*/ 3 h 426"/>
                <a:gd name="T4" fmla="*/ 2 w 246"/>
                <a:gd name="T5" fmla="*/ 3 h 426"/>
                <a:gd name="T6" fmla="*/ 2 w 246"/>
                <a:gd name="T7" fmla="*/ 3 h 426"/>
                <a:gd name="T8" fmla="*/ 2 w 246"/>
                <a:gd name="T9" fmla="*/ 2 h 426"/>
                <a:gd name="T10" fmla="*/ 2 w 246"/>
                <a:gd name="T11" fmla="*/ 2 h 426"/>
                <a:gd name="T12" fmla="*/ 2 w 246"/>
                <a:gd name="T13" fmla="*/ 2 h 426"/>
                <a:gd name="T14" fmla="*/ 2 w 246"/>
                <a:gd name="T15" fmla="*/ 2 h 426"/>
                <a:gd name="T16" fmla="*/ 2 w 246"/>
                <a:gd name="T17" fmla="*/ 1 h 426"/>
                <a:gd name="T18" fmla="*/ 1 w 246"/>
                <a:gd name="T19" fmla="*/ 1 h 426"/>
                <a:gd name="T20" fmla="*/ 1 w 246"/>
                <a:gd name="T21" fmla="*/ 1 h 426"/>
                <a:gd name="T22" fmla="*/ 1 w 246"/>
                <a:gd name="T23" fmla="*/ 1 h 426"/>
                <a:gd name="T24" fmla="*/ 1 w 246"/>
                <a:gd name="T25" fmla="*/ 0 h 426"/>
                <a:gd name="T26" fmla="*/ 1 w 246"/>
                <a:gd name="T27" fmla="*/ 0 h 426"/>
                <a:gd name="T28" fmla="*/ 1 w 246"/>
                <a:gd name="T29" fmla="*/ 0 h 426"/>
                <a:gd name="T30" fmla="*/ 0 w 246"/>
                <a:gd name="T31" fmla="*/ 0 h 426"/>
                <a:gd name="T32" fmla="*/ 0 w 246"/>
                <a:gd name="T33" fmla="*/ 0 h 426"/>
                <a:gd name="T34" fmla="*/ 0 w 246"/>
                <a:gd name="T35" fmla="*/ 0 h 426"/>
                <a:gd name="T36" fmla="*/ 0 w 246"/>
                <a:gd name="T37" fmla="*/ 0 h 426"/>
                <a:gd name="T38" fmla="*/ 0 w 246"/>
                <a:gd name="T39" fmla="*/ 0 h 426"/>
                <a:gd name="T40" fmla="*/ 0 w 246"/>
                <a:gd name="T41" fmla="*/ 0 h 426"/>
                <a:gd name="T42" fmla="*/ 1 w 246"/>
                <a:gd name="T43" fmla="*/ 0 h 426"/>
                <a:gd name="T44" fmla="*/ 1 w 246"/>
                <a:gd name="T45" fmla="*/ 0 h 426"/>
                <a:gd name="T46" fmla="*/ 1 w 246"/>
                <a:gd name="T47" fmla="*/ 1 h 426"/>
                <a:gd name="T48" fmla="*/ 1 w 246"/>
                <a:gd name="T49" fmla="*/ 1 h 426"/>
                <a:gd name="T50" fmla="*/ 1 w 246"/>
                <a:gd name="T51" fmla="*/ 1 h 426"/>
                <a:gd name="T52" fmla="*/ 1 w 246"/>
                <a:gd name="T53" fmla="*/ 1 h 426"/>
                <a:gd name="T54" fmla="*/ 1 w 246"/>
                <a:gd name="T55" fmla="*/ 1 h 426"/>
                <a:gd name="T56" fmla="*/ 2 w 246"/>
                <a:gd name="T57" fmla="*/ 2 h 426"/>
                <a:gd name="T58" fmla="*/ 2 w 246"/>
                <a:gd name="T59" fmla="*/ 2 h 426"/>
                <a:gd name="T60" fmla="*/ 2 w 246"/>
                <a:gd name="T61" fmla="*/ 2 h 426"/>
                <a:gd name="T62" fmla="*/ 2 w 246"/>
                <a:gd name="T63" fmla="*/ 2 h 426"/>
                <a:gd name="T64" fmla="*/ 2 w 246"/>
                <a:gd name="T65" fmla="*/ 3 h 426"/>
                <a:gd name="T66" fmla="*/ 2 w 246"/>
                <a:gd name="T67" fmla="*/ 3 h 426"/>
                <a:gd name="T68" fmla="*/ 2 w 246"/>
                <a:gd name="T69" fmla="*/ 3 h 426"/>
                <a:gd name="T70" fmla="*/ 2 w 246"/>
                <a:gd name="T71" fmla="*/ 3 h 426"/>
                <a:gd name="T72" fmla="*/ 2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246" y="426"/>
                  </a:moveTo>
                  <a:lnTo>
                    <a:pt x="246" y="426"/>
                  </a:lnTo>
                  <a:lnTo>
                    <a:pt x="245" y="384"/>
                  </a:lnTo>
                  <a:lnTo>
                    <a:pt x="242" y="340"/>
                  </a:lnTo>
                  <a:lnTo>
                    <a:pt x="236" y="301"/>
                  </a:lnTo>
                  <a:lnTo>
                    <a:pt x="228" y="262"/>
                  </a:lnTo>
                  <a:lnTo>
                    <a:pt x="217" y="224"/>
                  </a:lnTo>
                  <a:lnTo>
                    <a:pt x="205" y="190"/>
                  </a:lnTo>
                  <a:lnTo>
                    <a:pt x="191" y="158"/>
                  </a:lnTo>
                  <a:lnTo>
                    <a:pt x="176" y="126"/>
                  </a:lnTo>
                  <a:lnTo>
                    <a:pt x="157" y="99"/>
                  </a:lnTo>
                  <a:lnTo>
                    <a:pt x="139" y="75"/>
                  </a:lnTo>
                  <a:lnTo>
                    <a:pt x="119" y="53"/>
                  </a:lnTo>
                  <a:lnTo>
                    <a:pt x="96" y="34"/>
                  </a:lnTo>
                  <a:lnTo>
                    <a:pt x="75" y="19"/>
                  </a:lnTo>
                  <a:lnTo>
                    <a:pt x="51" y="9"/>
                  </a:lnTo>
                  <a:lnTo>
                    <a:pt x="26" y="3"/>
                  </a:lnTo>
                  <a:lnTo>
                    <a:pt x="0" y="0"/>
                  </a:lnTo>
                  <a:lnTo>
                    <a:pt x="0" y="12"/>
                  </a:lnTo>
                  <a:lnTo>
                    <a:pt x="24" y="15"/>
                  </a:lnTo>
                  <a:lnTo>
                    <a:pt x="46" y="20"/>
                  </a:lnTo>
                  <a:lnTo>
                    <a:pt x="68" y="31"/>
                  </a:lnTo>
                  <a:lnTo>
                    <a:pt x="89" y="44"/>
                  </a:lnTo>
                  <a:lnTo>
                    <a:pt x="109" y="63"/>
                  </a:lnTo>
                  <a:lnTo>
                    <a:pt x="129" y="83"/>
                  </a:lnTo>
                  <a:lnTo>
                    <a:pt x="148" y="106"/>
                  </a:lnTo>
                  <a:lnTo>
                    <a:pt x="164" y="133"/>
                  </a:lnTo>
                  <a:lnTo>
                    <a:pt x="180" y="162"/>
                  </a:lnTo>
                  <a:lnTo>
                    <a:pt x="194" y="195"/>
                  </a:lnTo>
                  <a:lnTo>
                    <a:pt x="205" y="229"/>
                  </a:lnTo>
                  <a:lnTo>
                    <a:pt x="216" y="264"/>
                  </a:lnTo>
                  <a:lnTo>
                    <a:pt x="224" y="303"/>
                  </a:lnTo>
                  <a:lnTo>
                    <a:pt x="230" y="343"/>
                  </a:lnTo>
                  <a:lnTo>
                    <a:pt x="233" y="384"/>
                  </a:lnTo>
                  <a:lnTo>
                    <a:pt x="235" y="426"/>
                  </a:lnTo>
                  <a:lnTo>
                    <a:pt x="246"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0758" name="Freeform 64"/>
            <p:cNvSpPr>
              <a:spLocks/>
            </p:cNvSpPr>
            <p:nvPr/>
          </p:nvSpPr>
          <p:spPr bwMode="auto">
            <a:xfrm>
              <a:off x="1392" y="2203"/>
              <a:ext cx="49" cy="85"/>
            </a:xfrm>
            <a:custGeom>
              <a:avLst/>
              <a:gdLst>
                <a:gd name="T0" fmla="*/ 0 w 246"/>
                <a:gd name="T1" fmla="*/ 3 h 424"/>
                <a:gd name="T2" fmla="*/ 0 w 246"/>
                <a:gd name="T3" fmla="*/ 3 h 424"/>
                <a:gd name="T4" fmla="*/ 0 w 246"/>
                <a:gd name="T5" fmla="*/ 3 h 424"/>
                <a:gd name="T6" fmla="*/ 0 w 246"/>
                <a:gd name="T7" fmla="*/ 3 h 424"/>
                <a:gd name="T8" fmla="*/ 1 w 246"/>
                <a:gd name="T9" fmla="*/ 3 h 424"/>
                <a:gd name="T10" fmla="*/ 1 w 246"/>
                <a:gd name="T11" fmla="*/ 3 h 424"/>
                <a:gd name="T12" fmla="*/ 1 w 246"/>
                <a:gd name="T13" fmla="*/ 3 h 424"/>
                <a:gd name="T14" fmla="*/ 1 w 246"/>
                <a:gd name="T15" fmla="*/ 3 h 424"/>
                <a:gd name="T16" fmla="*/ 1 w 246"/>
                <a:gd name="T17" fmla="*/ 3 h 424"/>
                <a:gd name="T18" fmla="*/ 1 w 246"/>
                <a:gd name="T19" fmla="*/ 2 h 424"/>
                <a:gd name="T20" fmla="*/ 2 w 246"/>
                <a:gd name="T21" fmla="*/ 2 h 424"/>
                <a:gd name="T22" fmla="*/ 2 w 246"/>
                <a:gd name="T23" fmla="*/ 2 h 424"/>
                <a:gd name="T24" fmla="*/ 2 w 246"/>
                <a:gd name="T25" fmla="*/ 2 h 424"/>
                <a:gd name="T26" fmla="*/ 2 w 246"/>
                <a:gd name="T27" fmla="*/ 1 h 424"/>
                <a:gd name="T28" fmla="*/ 2 w 246"/>
                <a:gd name="T29" fmla="*/ 1 h 424"/>
                <a:gd name="T30" fmla="*/ 2 w 246"/>
                <a:gd name="T31" fmla="*/ 1 h 424"/>
                <a:gd name="T32" fmla="*/ 2 w 246"/>
                <a:gd name="T33" fmla="*/ 0 h 424"/>
                <a:gd name="T34" fmla="*/ 2 w 246"/>
                <a:gd name="T35" fmla="*/ 0 h 424"/>
                <a:gd name="T36" fmla="*/ 2 w 246"/>
                <a:gd name="T37" fmla="*/ 0 h 424"/>
                <a:gd name="T38" fmla="*/ 2 w 246"/>
                <a:gd name="T39" fmla="*/ 0 h 424"/>
                <a:gd name="T40" fmla="*/ 2 w 246"/>
                <a:gd name="T41" fmla="*/ 1 h 424"/>
                <a:gd name="T42" fmla="*/ 2 w 246"/>
                <a:gd name="T43" fmla="*/ 1 h 424"/>
                <a:gd name="T44" fmla="*/ 2 w 246"/>
                <a:gd name="T45" fmla="*/ 1 h 424"/>
                <a:gd name="T46" fmla="*/ 2 w 246"/>
                <a:gd name="T47" fmla="*/ 2 h 424"/>
                <a:gd name="T48" fmla="*/ 2 w 246"/>
                <a:gd name="T49" fmla="*/ 2 h 424"/>
                <a:gd name="T50" fmla="*/ 1 w 246"/>
                <a:gd name="T51" fmla="*/ 2 h 424"/>
                <a:gd name="T52" fmla="*/ 1 w 246"/>
                <a:gd name="T53" fmla="*/ 2 h 424"/>
                <a:gd name="T54" fmla="*/ 1 w 246"/>
                <a:gd name="T55" fmla="*/ 3 h 424"/>
                <a:gd name="T56" fmla="*/ 1 w 246"/>
                <a:gd name="T57" fmla="*/ 3 h 424"/>
                <a:gd name="T58" fmla="*/ 1 w 246"/>
                <a:gd name="T59" fmla="*/ 3 h 424"/>
                <a:gd name="T60" fmla="*/ 1 w 246"/>
                <a:gd name="T61" fmla="*/ 3 h 424"/>
                <a:gd name="T62" fmla="*/ 1 w 246"/>
                <a:gd name="T63" fmla="*/ 3 h 424"/>
                <a:gd name="T64" fmla="*/ 0 w 246"/>
                <a:gd name="T65" fmla="*/ 3 h 424"/>
                <a:gd name="T66" fmla="*/ 0 w 246"/>
                <a:gd name="T67" fmla="*/ 3 h 424"/>
                <a:gd name="T68" fmla="*/ 0 w 246"/>
                <a:gd name="T69" fmla="*/ 3 h 424"/>
                <a:gd name="T70" fmla="*/ 0 w 246"/>
                <a:gd name="T71" fmla="*/ 3 h 424"/>
                <a:gd name="T72" fmla="*/ 0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0" y="424"/>
                  </a:moveTo>
                  <a:lnTo>
                    <a:pt x="0" y="424"/>
                  </a:lnTo>
                  <a:lnTo>
                    <a:pt x="26" y="422"/>
                  </a:lnTo>
                  <a:lnTo>
                    <a:pt x="51" y="416"/>
                  </a:lnTo>
                  <a:lnTo>
                    <a:pt x="75" y="406"/>
                  </a:lnTo>
                  <a:lnTo>
                    <a:pt x="96" y="390"/>
                  </a:lnTo>
                  <a:lnTo>
                    <a:pt x="119" y="373"/>
                  </a:lnTo>
                  <a:lnTo>
                    <a:pt x="139" y="351"/>
                  </a:lnTo>
                  <a:lnTo>
                    <a:pt x="157" y="326"/>
                  </a:lnTo>
                  <a:lnTo>
                    <a:pt x="175" y="299"/>
                  </a:lnTo>
                  <a:lnTo>
                    <a:pt x="191" y="269"/>
                  </a:lnTo>
                  <a:lnTo>
                    <a:pt x="205" y="236"/>
                  </a:lnTo>
                  <a:lnTo>
                    <a:pt x="217" y="202"/>
                  </a:lnTo>
                  <a:lnTo>
                    <a:pt x="228" y="163"/>
                  </a:lnTo>
                  <a:lnTo>
                    <a:pt x="236" y="125"/>
                  </a:lnTo>
                  <a:lnTo>
                    <a:pt x="242" y="86"/>
                  </a:lnTo>
                  <a:lnTo>
                    <a:pt x="245" y="42"/>
                  </a:lnTo>
                  <a:lnTo>
                    <a:pt x="246" y="0"/>
                  </a:lnTo>
                  <a:lnTo>
                    <a:pt x="235" y="0"/>
                  </a:lnTo>
                  <a:lnTo>
                    <a:pt x="233" y="42"/>
                  </a:lnTo>
                  <a:lnTo>
                    <a:pt x="230" y="83"/>
                  </a:lnTo>
                  <a:lnTo>
                    <a:pt x="224" y="123"/>
                  </a:lnTo>
                  <a:lnTo>
                    <a:pt x="216" y="161"/>
                  </a:lnTo>
                  <a:lnTo>
                    <a:pt x="205" y="197"/>
                  </a:lnTo>
                  <a:lnTo>
                    <a:pt x="194" y="231"/>
                  </a:lnTo>
                  <a:lnTo>
                    <a:pt x="180" y="264"/>
                  </a:lnTo>
                  <a:lnTo>
                    <a:pt x="166" y="292"/>
                  </a:lnTo>
                  <a:lnTo>
                    <a:pt x="148" y="319"/>
                  </a:lnTo>
                  <a:lnTo>
                    <a:pt x="129" y="344"/>
                  </a:lnTo>
                  <a:lnTo>
                    <a:pt x="109" y="364"/>
                  </a:lnTo>
                  <a:lnTo>
                    <a:pt x="89" y="381"/>
                  </a:lnTo>
                  <a:lnTo>
                    <a:pt x="68" y="394"/>
                  </a:lnTo>
                  <a:lnTo>
                    <a:pt x="46" y="405"/>
                  </a:lnTo>
                  <a:lnTo>
                    <a:pt x="24" y="410"/>
                  </a:lnTo>
                  <a:lnTo>
                    <a:pt x="0" y="413"/>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0759" name="Freeform 65"/>
            <p:cNvSpPr>
              <a:spLocks/>
            </p:cNvSpPr>
            <p:nvPr/>
          </p:nvSpPr>
          <p:spPr bwMode="auto">
            <a:xfrm>
              <a:off x="1343" y="2203"/>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2" y="42"/>
                  </a:lnTo>
                  <a:lnTo>
                    <a:pt x="5" y="86"/>
                  </a:lnTo>
                  <a:lnTo>
                    <a:pt x="11" y="125"/>
                  </a:lnTo>
                  <a:lnTo>
                    <a:pt x="19" y="163"/>
                  </a:lnTo>
                  <a:lnTo>
                    <a:pt x="30" y="202"/>
                  </a:lnTo>
                  <a:lnTo>
                    <a:pt x="41" y="236"/>
                  </a:lnTo>
                  <a:lnTo>
                    <a:pt x="56" y="269"/>
                  </a:lnTo>
                  <a:lnTo>
                    <a:pt x="72" y="299"/>
                  </a:lnTo>
                  <a:lnTo>
                    <a:pt x="90" y="326"/>
                  </a:lnTo>
                  <a:lnTo>
                    <a:pt x="108" y="351"/>
                  </a:lnTo>
                  <a:lnTo>
                    <a:pt x="127" y="373"/>
                  </a:lnTo>
                  <a:lnTo>
                    <a:pt x="149" y="390"/>
                  </a:lnTo>
                  <a:lnTo>
                    <a:pt x="172" y="406"/>
                  </a:lnTo>
                  <a:lnTo>
                    <a:pt x="195" y="416"/>
                  </a:lnTo>
                  <a:lnTo>
                    <a:pt x="220" y="422"/>
                  </a:lnTo>
                  <a:lnTo>
                    <a:pt x="245" y="424"/>
                  </a:lnTo>
                  <a:lnTo>
                    <a:pt x="245" y="413"/>
                  </a:lnTo>
                  <a:lnTo>
                    <a:pt x="222" y="410"/>
                  </a:lnTo>
                  <a:lnTo>
                    <a:pt x="200" y="405"/>
                  </a:lnTo>
                  <a:lnTo>
                    <a:pt x="179" y="394"/>
                  </a:lnTo>
                  <a:lnTo>
                    <a:pt x="156" y="381"/>
                  </a:lnTo>
                  <a:lnTo>
                    <a:pt x="136" y="364"/>
                  </a:lnTo>
                  <a:lnTo>
                    <a:pt x="118" y="344"/>
                  </a:lnTo>
                  <a:lnTo>
                    <a:pt x="99" y="319"/>
                  </a:lnTo>
                  <a:lnTo>
                    <a:pt x="81" y="292"/>
                  </a:lnTo>
                  <a:lnTo>
                    <a:pt x="67" y="264"/>
                  </a:lnTo>
                  <a:lnTo>
                    <a:pt x="53" y="231"/>
                  </a:lnTo>
                  <a:lnTo>
                    <a:pt x="41" y="197"/>
                  </a:lnTo>
                  <a:lnTo>
                    <a:pt x="31" y="161"/>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0760" name="Freeform 66"/>
            <p:cNvSpPr>
              <a:spLocks/>
            </p:cNvSpPr>
            <p:nvPr/>
          </p:nvSpPr>
          <p:spPr bwMode="auto">
            <a:xfrm>
              <a:off x="1343" y="2118"/>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1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20" y="3"/>
                  </a:lnTo>
                  <a:lnTo>
                    <a:pt x="195" y="9"/>
                  </a:lnTo>
                  <a:lnTo>
                    <a:pt x="172" y="19"/>
                  </a:lnTo>
                  <a:lnTo>
                    <a:pt x="149" y="34"/>
                  </a:lnTo>
                  <a:lnTo>
                    <a:pt x="127" y="53"/>
                  </a:lnTo>
                  <a:lnTo>
                    <a:pt x="108" y="75"/>
                  </a:lnTo>
                  <a:lnTo>
                    <a:pt x="90" y="99"/>
                  </a:lnTo>
                  <a:lnTo>
                    <a:pt x="71" y="126"/>
                  </a:lnTo>
                  <a:lnTo>
                    <a:pt x="56" y="158"/>
                  </a:lnTo>
                  <a:lnTo>
                    <a:pt x="41" y="190"/>
                  </a:lnTo>
                  <a:lnTo>
                    <a:pt x="30" y="224"/>
                  </a:lnTo>
                  <a:lnTo>
                    <a:pt x="19" y="262"/>
                  </a:lnTo>
                  <a:lnTo>
                    <a:pt x="11" y="301"/>
                  </a:lnTo>
                  <a:lnTo>
                    <a:pt x="5" y="340"/>
                  </a:lnTo>
                  <a:lnTo>
                    <a:pt x="2" y="384"/>
                  </a:lnTo>
                  <a:lnTo>
                    <a:pt x="0" y="426"/>
                  </a:lnTo>
                  <a:lnTo>
                    <a:pt x="12" y="426"/>
                  </a:lnTo>
                  <a:lnTo>
                    <a:pt x="13" y="384"/>
                  </a:lnTo>
                  <a:lnTo>
                    <a:pt x="17" y="343"/>
                  </a:lnTo>
                  <a:lnTo>
                    <a:pt x="23" y="303"/>
                  </a:lnTo>
                  <a:lnTo>
                    <a:pt x="31" y="264"/>
                  </a:lnTo>
                  <a:lnTo>
                    <a:pt x="41" y="229"/>
                  </a:lnTo>
                  <a:lnTo>
                    <a:pt x="53" y="195"/>
                  </a:lnTo>
                  <a:lnTo>
                    <a:pt x="67" y="162"/>
                  </a:lnTo>
                  <a:lnTo>
                    <a:pt x="82" y="133"/>
                  </a:lnTo>
                  <a:lnTo>
                    <a:pt x="99" y="106"/>
                  </a:lnTo>
                  <a:lnTo>
                    <a:pt x="118" y="83"/>
                  </a:lnTo>
                  <a:lnTo>
                    <a:pt x="136" y="63"/>
                  </a:lnTo>
                  <a:lnTo>
                    <a:pt x="156" y="44"/>
                  </a:lnTo>
                  <a:lnTo>
                    <a:pt x="179" y="31"/>
                  </a:lnTo>
                  <a:lnTo>
                    <a:pt x="200" y="20"/>
                  </a:lnTo>
                  <a:lnTo>
                    <a:pt x="222" y="15"/>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0761" name="Freeform 67"/>
            <p:cNvSpPr>
              <a:spLocks/>
            </p:cNvSpPr>
            <p:nvPr/>
          </p:nvSpPr>
          <p:spPr bwMode="auto">
            <a:xfrm>
              <a:off x="1384" y="1859"/>
              <a:ext cx="49" cy="84"/>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1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3" y="382"/>
                  </a:lnTo>
                  <a:lnTo>
                    <a:pt x="240" y="339"/>
                  </a:lnTo>
                  <a:lnTo>
                    <a:pt x="234" y="299"/>
                  </a:lnTo>
                  <a:lnTo>
                    <a:pt x="226" y="261"/>
                  </a:lnTo>
                  <a:lnTo>
                    <a:pt x="215" y="222"/>
                  </a:lnTo>
                  <a:lnTo>
                    <a:pt x="204" y="188"/>
                  </a:lnTo>
                  <a:lnTo>
                    <a:pt x="189" y="156"/>
                  </a:lnTo>
                  <a:lnTo>
                    <a:pt x="173" y="125"/>
                  </a:lnTo>
                  <a:lnTo>
                    <a:pt x="155" y="98"/>
                  </a:lnTo>
                  <a:lnTo>
                    <a:pt x="138" y="74"/>
                  </a:lnTo>
                  <a:lnTo>
                    <a:pt x="118" y="51"/>
                  </a:lnTo>
                  <a:lnTo>
                    <a:pt x="96" y="34"/>
                  </a:lnTo>
                  <a:lnTo>
                    <a:pt x="73" y="18"/>
                  </a:lnTo>
                  <a:lnTo>
                    <a:pt x="50" y="8"/>
                  </a:lnTo>
                  <a:lnTo>
                    <a:pt x="25" y="2"/>
                  </a:lnTo>
                  <a:lnTo>
                    <a:pt x="0" y="0"/>
                  </a:lnTo>
                  <a:lnTo>
                    <a:pt x="0" y="11"/>
                  </a:lnTo>
                  <a:lnTo>
                    <a:pt x="23" y="14"/>
                  </a:lnTo>
                  <a:lnTo>
                    <a:pt x="45" y="20"/>
                  </a:lnTo>
                  <a:lnTo>
                    <a:pt x="66" y="30"/>
                  </a:lnTo>
                  <a:lnTo>
                    <a:pt x="89" y="43"/>
                  </a:lnTo>
                  <a:lnTo>
                    <a:pt x="109" y="61"/>
                  </a:lnTo>
                  <a:lnTo>
                    <a:pt x="129" y="81"/>
                  </a:lnTo>
                  <a:lnTo>
                    <a:pt x="146" y="105"/>
                  </a:lnTo>
                  <a:lnTo>
                    <a:pt x="164" y="132"/>
                  </a:lnTo>
                  <a:lnTo>
                    <a:pt x="178" y="160"/>
                  </a:lnTo>
                  <a:lnTo>
                    <a:pt x="192" y="193"/>
                  </a:lnTo>
                  <a:lnTo>
                    <a:pt x="204" y="227"/>
                  </a:lnTo>
                  <a:lnTo>
                    <a:pt x="214" y="264"/>
                  </a:lnTo>
                  <a:lnTo>
                    <a:pt x="222" y="301"/>
                  </a:lnTo>
                  <a:lnTo>
                    <a:pt x="228"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0762" name="Freeform 68"/>
            <p:cNvSpPr>
              <a:spLocks/>
            </p:cNvSpPr>
            <p:nvPr/>
          </p:nvSpPr>
          <p:spPr bwMode="auto">
            <a:xfrm>
              <a:off x="1384" y="1943"/>
              <a:ext cx="49" cy="86"/>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5" y="423"/>
                  </a:lnTo>
                  <a:lnTo>
                    <a:pt x="50" y="418"/>
                  </a:lnTo>
                  <a:lnTo>
                    <a:pt x="73" y="407"/>
                  </a:lnTo>
                  <a:lnTo>
                    <a:pt x="96" y="392"/>
                  </a:lnTo>
                  <a:lnTo>
                    <a:pt x="118" y="374"/>
                  </a:lnTo>
                  <a:lnTo>
                    <a:pt x="138" y="352"/>
                  </a:lnTo>
                  <a:lnTo>
                    <a:pt x="155" y="327"/>
                  </a:lnTo>
                  <a:lnTo>
                    <a:pt x="174" y="300"/>
                  </a:lnTo>
                  <a:lnTo>
                    <a:pt x="189" y="269"/>
                  </a:lnTo>
                  <a:lnTo>
                    <a:pt x="204" y="237"/>
                  </a:lnTo>
                  <a:lnTo>
                    <a:pt x="215" y="202"/>
                  </a:lnTo>
                  <a:lnTo>
                    <a:pt x="226" y="164"/>
                  </a:lnTo>
                  <a:lnTo>
                    <a:pt x="234" y="126"/>
                  </a:lnTo>
                  <a:lnTo>
                    <a:pt x="240" y="86"/>
                  </a:lnTo>
                  <a:lnTo>
                    <a:pt x="243" y="42"/>
                  </a:lnTo>
                  <a:lnTo>
                    <a:pt x="245" y="0"/>
                  </a:lnTo>
                  <a:lnTo>
                    <a:pt x="233" y="0"/>
                  </a:lnTo>
                  <a:lnTo>
                    <a:pt x="232" y="42"/>
                  </a:lnTo>
                  <a:lnTo>
                    <a:pt x="228" y="83"/>
                  </a:lnTo>
                  <a:lnTo>
                    <a:pt x="222" y="123"/>
                  </a:lnTo>
                  <a:lnTo>
                    <a:pt x="214" y="162"/>
                  </a:lnTo>
                  <a:lnTo>
                    <a:pt x="204" y="197"/>
                  </a:lnTo>
                  <a:lnTo>
                    <a:pt x="192" y="232"/>
                  </a:lnTo>
                  <a:lnTo>
                    <a:pt x="178" y="264"/>
                  </a:lnTo>
                  <a:lnTo>
                    <a:pt x="163" y="293"/>
                  </a:lnTo>
                  <a:lnTo>
                    <a:pt x="146" y="320"/>
                  </a:lnTo>
                  <a:lnTo>
                    <a:pt x="129" y="345"/>
                  </a:lnTo>
                  <a:lnTo>
                    <a:pt x="109" y="365"/>
                  </a:lnTo>
                  <a:lnTo>
                    <a:pt x="89" y="382"/>
                  </a:lnTo>
                  <a:lnTo>
                    <a:pt x="66" y="395"/>
                  </a:lnTo>
                  <a:lnTo>
                    <a:pt x="45" y="406"/>
                  </a:lnTo>
                  <a:lnTo>
                    <a:pt x="23"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0763" name="Freeform 69"/>
            <p:cNvSpPr>
              <a:spLocks/>
            </p:cNvSpPr>
            <p:nvPr/>
          </p:nvSpPr>
          <p:spPr bwMode="auto">
            <a:xfrm>
              <a:off x="1335" y="1943"/>
              <a:ext cx="49" cy="86"/>
            </a:xfrm>
            <a:custGeom>
              <a:avLst/>
              <a:gdLst>
                <a:gd name="T0" fmla="*/ 0 w 246"/>
                <a:gd name="T1" fmla="*/ 0 h 426"/>
                <a:gd name="T2" fmla="*/ 0 w 246"/>
                <a:gd name="T3" fmla="*/ 0 h 426"/>
                <a:gd name="T4" fmla="*/ 0 w 246"/>
                <a:gd name="T5" fmla="*/ 0 h 426"/>
                <a:gd name="T6" fmla="*/ 0 w 246"/>
                <a:gd name="T7" fmla="*/ 1 h 426"/>
                <a:gd name="T8" fmla="*/ 0 w 246"/>
                <a:gd name="T9" fmla="*/ 1 h 426"/>
                <a:gd name="T10" fmla="*/ 0 w 246"/>
                <a:gd name="T11" fmla="*/ 1 h 426"/>
                <a:gd name="T12" fmla="*/ 0 w 246"/>
                <a:gd name="T13" fmla="*/ 2 h 426"/>
                <a:gd name="T14" fmla="*/ 0 w 246"/>
                <a:gd name="T15" fmla="*/ 2 h 426"/>
                <a:gd name="T16" fmla="*/ 0 w 246"/>
                <a:gd name="T17" fmla="*/ 2 h 426"/>
                <a:gd name="T18" fmla="*/ 1 w 246"/>
                <a:gd name="T19" fmla="*/ 2 h 426"/>
                <a:gd name="T20" fmla="*/ 1 w 246"/>
                <a:gd name="T21" fmla="*/ 3 h 426"/>
                <a:gd name="T22" fmla="*/ 1 w 246"/>
                <a:gd name="T23" fmla="*/ 3 h 426"/>
                <a:gd name="T24" fmla="*/ 1 w 246"/>
                <a:gd name="T25" fmla="*/ 3 h 426"/>
                <a:gd name="T26" fmla="*/ 1 w 246"/>
                <a:gd name="T27" fmla="*/ 3 h 426"/>
                <a:gd name="T28" fmla="*/ 1 w 246"/>
                <a:gd name="T29" fmla="*/ 3 h 426"/>
                <a:gd name="T30" fmla="*/ 2 w 246"/>
                <a:gd name="T31" fmla="*/ 3 h 426"/>
                <a:gd name="T32" fmla="*/ 2 w 246"/>
                <a:gd name="T33" fmla="*/ 3 h 426"/>
                <a:gd name="T34" fmla="*/ 2 w 246"/>
                <a:gd name="T35" fmla="*/ 3 h 426"/>
                <a:gd name="T36" fmla="*/ 2 w 246"/>
                <a:gd name="T37" fmla="*/ 3 h 426"/>
                <a:gd name="T38" fmla="*/ 2 w 246"/>
                <a:gd name="T39" fmla="*/ 3 h 426"/>
                <a:gd name="T40" fmla="*/ 2 w 246"/>
                <a:gd name="T41" fmla="*/ 3 h 426"/>
                <a:gd name="T42" fmla="*/ 1 w 246"/>
                <a:gd name="T43" fmla="*/ 3 h 426"/>
                <a:gd name="T44" fmla="*/ 1 w 246"/>
                <a:gd name="T45" fmla="*/ 3 h 426"/>
                <a:gd name="T46" fmla="*/ 1 w 246"/>
                <a:gd name="T47" fmla="*/ 3 h 426"/>
                <a:gd name="T48" fmla="*/ 1 w 246"/>
                <a:gd name="T49" fmla="*/ 3 h 426"/>
                <a:gd name="T50" fmla="*/ 1 w 246"/>
                <a:gd name="T51" fmla="*/ 3 h 426"/>
                <a:gd name="T52" fmla="*/ 1 w 246"/>
                <a:gd name="T53" fmla="*/ 2 h 426"/>
                <a:gd name="T54" fmla="*/ 1 w 246"/>
                <a:gd name="T55" fmla="*/ 2 h 426"/>
                <a:gd name="T56" fmla="*/ 0 w 246"/>
                <a:gd name="T57" fmla="*/ 2 h 426"/>
                <a:gd name="T58" fmla="*/ 0 w 246"/>
                <a:gd name="T59" fmla="*/ 2 h 426"/>
                <a:gd name="T60" fmla="*/ 0 w 246"/>
                <a:gd name="T61" fmla="*/ 1 h 426"/>
                <a:gd name="T62" fmla="*/ 0 w 246"/>
                <a:gd name="T63" fmla="*/ 1 h 426"/>
                <a:gd name="T64" fmla="*/ 0 w 246"/>
                <a:gd name="T65" fmla="*/ 1 h 426"/>
                <a:gd name="T66" fmla="*/ 0 w 246"/>
                <a:gd name="T67" fmla="*/ 0 h 426"/>
                <a:gd name="T68" fmla="*/ 0 w 246"/>
                <a:gd name="T69" fmla="*/ 0 h 426"/>
                <a:gd name="T70" fmla="*/ 0 w 246"/>
                <a:gd name="T71" fmla="*/ 0 h 426"/>
                <a:gd name="T72" fmla="*/ 0 w 246"/>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0"/>
                  </a:moveTo>
                  <a:lnTo>
                    <a:pt x="0" y="0"/>
                  </a:lnTo>
                  <a:lnTo>
                    <a:pt x="1" y="42"/>
                  </a:lnTo>
                  <a:lnTo>
                    <a:pt x="4" y="86"/>
                  </a:lnTo>
                  <a:lnTo>
                    <a:pt x="10" y="126"/>
                  </a:lnTo>
                  <a:lnTo>
                    <a:pt x="18" y="164"/>
                  </a:lnTo>
                  <a:lnTo>
                    <a:pt x="29" y="202"/>
                  </a:lnTo>
                  <a:lnTo>
                    <a:pt x="41" y="237"/>
                  </a:lnTo>
                  <a:lnTo>
                    <a:pt x="55" y="269"/>
                  </a:lnTo>
                  <a:lnTo>
                    <a:pt x="71" y="300"/>
                  </a:lnTo>
                  <a:lnTo>
                    <a:pt x="89" y="327"/>
                  </a:lnTo>
                  <a:lnTo>
                    <a:pt x="107" y="352"/>
                  </a:lnTo>
                  <a:lnTo>
                    <a:pt x="127" y="374"/>
                  </a:lnTo>
                  <a:lnTo>
                    <a:pt x="150" y="392"/>
                  </a:lnTo>
                  <a:lnTo>
                    <a:pt x="171" y="407"/>
                  </a:lnTo>
                  <a:lnTo>
                    <a:pt x="195" y="418"/>
                  </a:lnTo>
                  <a:lnTo>
                    <a:pt x="220" y="423"/>
                  </a:lnTo>
                  <a:lnTo>
                    <a:pt x="246" y="426"/>
                  </a:lnTo>
                  <a:lnTo>
                    <a:pt x="246" y="414"/>
                  </a:lnTo>
                  <a:lnTo>
                    <a:pt x="222" y="412"/>
                  </a:lnTo>
                  <a:lnTo>
                    <a:pt x="200" y="406"/>
                  </a:lnTo>
                  <a:lnTo>
                    <a:pt x="178" y="395"/>
                  </a:lnTo>
                  <a:lnTo>
                    <a:pt x="157" y="382"/>
                  </a:lnTo>
                  <a:lnTo>
                    <a:pt x="137" y="365"/>
                  </a:lnTo>
                  <a:lnTo>
                    <a:pt x="117" y="345"/>
                  </a:lnTo>
                  <a:lnTo>
                    <a:pt x="98" y="320"/>
                  </a:lnTo>
                  <a:lnTo>
                    <a:pt x="83" y="293"/>
                  </a:lnTo>
                  <a:lnTo>
                    <a:pt x="66" y="264"/>
                  </a:lnTo>
                  <a:lnTo>
                    <a:pt x="52" y="232"/>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0764" name="Freeform 70"/>
            <p:cNvSpPr>
              <a:spLocks/>
            </p:cNvSpPr>
            <p:nvPr/>
          </p:nvSpPr>
          <p:spPr bwMode="auto">
            <a:xfrm>
              <a:off x="1335" y="1859"/>
              <a:ext cx="49" cy="84"/>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1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0" y="2"/>
                  </a:lnTo>
                  <a:lnTo>
                    <a:pt x="195" y="8"/>
                  </a:lnTo>
                  <a:lnTo>
                    <a:pt x="171" y="18"/>
                  </a:lnTo>
                  <a:lnTo>
                    <a:pt x="150" y="34"/>
                  </a:lnTo>
                  <a:lnTo>
                    <a:pt x="127" y="51"/>
                  </a:lnTo>
                  <a:lnTo>
                    <a:pt x="107" y="74"/>
                  </a:lnTo>
                  <a:lnTo>
                    <a:pt x="89" y="98"/>
                  </a:lnTo>
                  <a:lnTo>
                    <a:pt x="72" y="125"/>
                  </a:lnTo>
                  <a:lnTo>
                    <a:pt x="55" y="156"/>
                  </a:lnTo>
                  <a:lnTo>
                    <a:pt x="41" y="188"/>
                  </a:lnTo>
                  <a:lnTo>
                    <a:pt x="29" y="222"/>
                  </a:lnTo>
                  <a:lnTo>
                    <a:pt x="18" y="261"/>
                  </a:lnTo>
                  <a:lnTo>
                    <a:pt x="10" y="299"/>
                  </a:lnTo>
                  <a:lnTo>
                    <a:pt x="4" y="339"/>
                  </a:lnTo>
                  <a:lnTo>
                    <a:pt x="1" y="382"/>
                  </a:lnTo>
                  <a:lnTo>
                    <a:pt x="0" y="424"/>
                  </a:lnTo>
                  <a:lnTo>
                    <a:pt x="11" y="424"/>
                  </a:lnTo>
                  <a:lnTo>
                    <a:pt x="13" y="382"/>
                  </a:lnTo>
                  <a:lnTo>
                    <a:pt x="16" y="341"/>
                  </a:lnTo>
                  <a:lnTo>
                    <a:pt x="22" y="301"/>
                  </a:lnTo>
                  <a:lnTo>
                    <a:pt x="30" y="264"/>
                  </a:lnTo>
                  <a:lnTo>
                    <a:pt x="41" y="227"/>
                  </a:lnTo>
                  <a:lnTo>
                    <a:pt x="52" y="193"/>
                  </a:lnTo>
                  <a:lnTo>
                    <a:pt x="66" y="160"/>
                  </a:lnTo>
                  <a:lnTo>
                    <a:pt x="82" y="132"/>
                  </a:lnTo>
                  <a:lnTo>
                    <a:pt x="98" y="105"/>
                  </a:lnTo>
                  <a:lnTo>
                    <a:pt x="117" y="81"/>
                  </a:lnTo>
                  <a:lnTo>
                    <a:pt x="137" y="61"/>
                  </a:lnTo>
                  <a:lnTo>
                    <a:pt x="157" y="43"/>
                  </a:lnTo>
                  <a:lnTo>
                    <a:pt x="178" y="30"/>
                  </a:lnTo>
                  <a:lnTo>
                    <a:pt x="200" y="20"/>
                  </a:lnTo>
                  <a:lnTo>
                    <a:pt x="222" y="14"/>
                  </a:lnTo>
                  <a:lnTo>
                    <a:pt x="246" y="11"/>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0765" name="Freeform 71"/>
            <p:cNvSpPr>
              <a:spLocks/>
            </p:cNvSpPr>
            <p:nvPr/>
          </p:nvSpPr>
          <p:spPr bwMode="auto">
            <a:xfrm>
              <a:off x="1552" y="1751"/>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1" y="339"/>
                  </a:lnTo>
                  <a:lnTo>
                    <a:pt x="235" y="299"/>
                  </a:lnTo>
                  <a:lnTo>
                    <a:pt x="226" y="261"/>
                  </a:lnTo>
                  <a:lnTo>
                    <a:pt x="216" y="223"/>
                  </a:lnTo>
                  <a:lnTo>
                    <a:pt x="204" y="189"/>
                  </a:lnTo>
                  <a:lnTo>
                    <a:pt x="190" y="156"/>
                  </a:lnTo>
                  <a:lnTo>
                    <a:pt x="174" y="125"/>
                  </a:lnTo>
                  <a:lnTo>
                    <a:pt x="156" y="98"/>
                  </a:lnTo>
                  <a:lnTo>
                    <a:pt x="137" y="74"/>
                  </a:lnTo>
                  <a:lnTo>
                    <a:pt x="119" y="52"/>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8" y="81"/>
                  </a:lnTo>
                  <a:lnTo>
                    <a:pt x="147" y="105"/>
                  </a:lnTo>
                  <a:lnTo>
                    <a:pt x="164" y="132"/>
                  </a:lnTo>
                  <a:lnTo>
                    <a:pt x="178" y="161"/>
                  </a:lnTo>
                  <a:lnTo>
                    <a:pt x="193" y="193"/>
                  </a:lnTo>
                  <a:lnTo>
                    <a:pt x="204" y="227"/>
                  </a:lnTo>
                  <a:lnTo>
                    <a:pt x="215" y="264"/>
                  </a:lnTo>
                  <a:lnTo>
                    <a:pt x="223" y="301"/>
                  </a:lnTo>
                  <a:lnTo>
                    <a:pt x="229" y="341"/>
                  </a:lnTo>
                  <a:lnTo>
                    <a:pt x="232" y="382"/>
                  </a:lnTo>
                  <a:lnTo>
                    <a:pt x="234"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0766" name="Freeform 72"/>
            <p:cNvSpPr>
              <a:spLocks/>
            </p:cNvSpPr>
            <p:nvPr/>
          </p:nvSpPr>
          <p:spPr bwMode="auto">
            <a:xfrm>
              <a:off x="1552" y="1836"/>
              <a:ext cx="49" cy="85"/>
            </a:xfrm>
            <a:custGeom>
              <a:avLst/>
              <a:gdLst>
                <a:gd name="T0" fmla="*/ 0 w 245"/>
                <a:gd name="T1" fmla="*/ 3 h 425"/>
                <a:gd name="T2" fmla="*/ 0 w 245"/>
                <a:gd name="T3" fmla="*/ 3 h 425"/>
                <a:gd name="T4" fmla="*/ 0 w 245"/>
                <a:gd name="T5" fmla="*/ 3 h 425"/>
                <a:gd name="T6" fmla="*/ 0 w 245"/>
                <a:gd name="T7" fmla="*/ 3 h 425"/>
                <a:gd name="T8" fmla="*/ 1 w 245"/>
                <a:gd name="T9" fmla="*/ 3 h 425"/>
                <a:gd name="T10" fmla="*/ 1 w 245"/>
                <a:gd name="T11" fmla="*/ 3 h 425"/>
                <a:gd name="T12" fmla="*/ 1 w 245"/>
                <a:gd name="T13" fmla="*/ 3 h 425"/>
                <a:gd name="T14" fmla="*/ 1 w 245"/>
                <a:gd name="T15" fmla="*/ 3 h 425"/>
                <a:gd name="T16" fmla="*/ 1 w 245"/>
                <a:gd name="T17" fmla="*/ 3 h 425"/>
                <a:gd name="T18" fmla="*/ 1 w 245"/>
                <a:gd name="T19" fmla="*/ 2 h 425"/>
                <a:gd name="T20" fmla="*/ 2 w 245"/>
                <a:gd name="T21" fmla="*/ 2 h 425"/>
                <a:gd name="T22" fmla="*/ 2 w 245"/>
                <a:gd name="T23" fmla="*/ 2 h 425"/>
                <a:gd name="T24" fmla="*/ 2 w 245"/>
                <a:gd name="T25" fmla="*/ 2 h 425"/>
                <a:gd name="T26" fmla="*/ 2 w 245"/>
                <a:gd name="T27" fmla="*/ 1 h 425"/>
                <a:gd name="T28" fmla="*/ 2 w 245"/>
                <a:gd name="T29" fmla="*/ 1 h 425"/>
                <a:gd name="T30" fmla="*/ 2 w 245"/>
                <a:gd name="T31" fmla="*/ 1 h 425"/>
                <a:gd name="T32" fmla="*/ 2 w 245"/>
                <a:gd name="T33" fmla="*/ 0 h 425"/>
                <a:gd name="T34" fmla="*/ 2 w 245"/>
                <a:gd name="T35" fmla="*/ 0 h 425"/>
                <a:gd name="T36" fmla="*/ 2 w 245"/>
                <a:gd name="T37" fmla="*/ 0 h 425"/>
                <a:gd name="T38" fmla="*/ 2 w 245"/>
                <a:gd name="T39" fmla="*/ 0 h 425"/>
                <a:gd name="T40" fmla="*/ 2 w 245"/>
                <a:gd name="T41" fmla="*/ 1 h 425"/>
                <a:gd name="T42" fmla="*/ 2 w 245"/>
                <a:gd name="T43" fmla="*/ 1 h 425"/>
                <a:gd name="T44" fmla="*/ 2 w 245"/>
                <a:gd name="T45" fmla="*/ 1 h 425"/>
                <a:gd name="T46" fmla="*/ 2 w 245"/>
                <a:gd name="T47" fmla="*/ 2 h 425"/>
                <a:gd name="T48" fmla="*/ 2 w 245"/>
                <a:gd name="T49" fmla="*/ 2 h 425"/>
                <a:gd name="T50" fmla="*/ 1 w 245"/>
                <a:gd name="T51" fmla="*/ 2 h 425"/>
                <a:gd name="T52" fmla="*/ 1 w 245"/>
                <a:gd name="T53" fmla="*/ 2 h 425"/>
                <a:gd name="T54" fmla="*/ 1 w 245"/>
                <a:gd name="T55" fmla="*/ 3 h 425"/>
                <a:gd name="T56" fmla="*/ 1 w 245"/>
                <a:gd name="T57" fmla="*/ 3 h 425"/>
                <a:gd name="T58" fmla="*/ 1 w 245"/>
                <a:gd name="T59" fmla="*/ 3 h 425"/>
                <a:gd name="T60" fmla="*/ 1 w 245"/>
                <a:gd name="T61" fmla="*/ 3 h 425"/>
                <a:gd name="T62" fmla="*/ 1 w 245"/>
                <a:gd name="T63" fmla="*/ 3 h 425"/>
                <a:gd name="T64" fmla="*/ 0 w 245"/>
                <a:gd name="T65" fmla="*/ 3 h 425"/>
                <a:gd name="T66" fmla="*/ 0 w 245"/>
                <a:gd name="T67" fmla="*/ 3 h 425"/>
                <a:gd name="T68" fmla="*/ 0 w 245"/>
                <a:gd name="T69" fmla="*/ 3 h 425"/>
                <a:gd name="T70" fmla="*/ 0 w 245"/>
                <a:gd name="T71" fmla="*/ 3 h 425"/>
                <a:gd name="T72" fmla="*/ 0 w 245"/>
                <a:gd name="T73" fmla="*/ 3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5"/>
                <a:gd name="T113" fmla="*/ 245 w 245"/>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5">
                  <a:moveTo>
                    <a:pt x="0" y="425"/>
                  </a:moveTo>
                  <a:lnTo>
                    <a:pt x="0" y="425"/>
                  </a:lnTo>
                  <a:lnTo>
                    <a:pt x="26" y="422"/>
                  </a:lnTo>
                  <a:lnTo>
                    <a:pt x="51" y="417"/>
                  </a:lnTo>
                  <a:lnTo>
                    <a:pt x="74" y="406"/>
                  </a:lnTo>
                  <a:lnTo>
                    <a:pt x="96" y="391"/>
                  </a:lnTo>
                  <a:lnTo>
                    <a:pt x="119" y="373"/>
                  </a:lnTo>
                  <a:lnTo>
                    <a:pt x="137" y="351"/>
                  </a:lnTo>
                  <a:lnTo>
                    <a:pt x="156" y="326"/>
                  </a:lnTo>
                  <a:lnTo>
                    <a:pt x="174" y="299"/>
                  </a:lnTo>
                  <a:lnTo>
                    <a:pt x="190" y="269"/>
                  </a:lnTo>
                  <a:lnTo>
                    <a:pt x="204" y="236"/>
                  </a:lnTo>
                  <a:lnTo>
                    <a:pt x="216" y="202"/>
                  </a:lnTo>
                  <a:lnTo>
                    <a:pt x="226" y="163"/>
                  </a:lnTo>
                  <a:lnTo>
                    <a:pt x="235" y="126"/>
                  </a:lnTo>
                  <a:lnTo>
                    <a:pt x="241" y="86"/>
                  </a:lnTo>
                  <a:lnTo>
                    <a:pt x="244" y="43"/>
                  </a:lnTo>
                  <a:lnTo>
                    <a:pt x="245" y="0"/>
                  </a:lnTo>
                  <a:lnTo>
                    <a:pt x="234" y="0"/>
                  </a:lnTo>
                  <a:lnTo>
                    <a:pt x="232" y="43"/>
                  </a:lnTo>
                  <a:lnTo>
                    <a:pt x="229" y="84"/>
                  </a:lnTo>
                  <a:lnTo>
                    <a:pt x="223" y="123"/>
                  </a:lnTo>
                  <a:lnTo>
                    <a:pt x="215" y="161"/>
                  </a:lnTo>
                  <a:lnTo>
                    <a:pt x="204" y="197"/>
                  </a:lnTo>
                  <a:lnTo>
                    <a:pt x="193" y="231"/>
                  </a:lnTo>
                  <a:lnTo>
                    <a:pt x="178" y="264"/>
                  </a:lnTo>
                  <a:lnTo>
                    <a:pt x="164" y="292"/>
                  </a:lnTo>
                  <a:lnTo>
                    <a:pt x="147" y="319"/>
                  </a:lnTo>
                  <a:lnTo>
                    <a:pt x="128" y="344"/>
                  </a:lnTo>
                  <a:lnTo>
                    <a:pt x="109" y="364"/>
                  </a:lnTo>
                  <a:lnTo>
                    <a:pt x="89" y="381"/>
                  </a:lnTo>
                  <a:lnTo>
                    <a:pt x="67" y="394"/>
                  </a:lnTo>
                  <a:lnTo>
                    <a:pt x="46" y="405"/>
                  </a:lnTo>
                  <a:lnTo>
                    <a:pt x="24" y="411"/>
                  </a:lnTo>
                  <a:lnTo>
                    <a:pt x="0" y="413"/>
                  </a:lnTo>
                  <a:lnTo>
                    <a:pt x="0" y="425"/>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0767" name="Freeform 73"/>
            <p:cNvSpPr>
              <a:spLocks/>
            </p:cNvSpPr>
            <p:nvPr/>
          </p:nvSpPr>
          <p:spPr bwMode="auto">
            <a:xfrm>
              <a:off x="1502" y="1836"/>
              <a:ext cx="50" cy="85"/>
            </a:xfrm>
            <a:custGeom>
              <a:avLst/>
              <a:gdLst>
                <a:gd name="T0" fmla="*/ 0 w 246"/>
                <a:gd name="T1" fmla="*/ 0 h 425"/>
                <a:gd name="T2" fmla="*/ 0 w 246"/>
                <a:gd name="T3" fmla="*/ 0 h 425"/>
                <a:gd name="T4" fmla="*/ 0 w 246"/>
                <a:gd name="T5" fmla="*/ 0 h 425"/>
                <a:gd name="T6" fmla="*/ 0 w 246"/>
                <a:gd name="T7" fmla="*/ 1 h 425"/>
                <a:gd name="T8" fmla="*/ 0 w 246"/>
                <a:gd name="T9" fmla="*/ 1 h 425"/>
                <a:gd name="T10" fmla="*/ 0 w 246"/>
                <a:gd name="T11" fmla="*/ 1 h 425"/>
                <a:gd name="T12" fmla="*/ 0 w 246"/>
                <a:gd name="T13" fmla="*/ 2 h 425"/>
                <a:gd name="T14" fmla="*/ 0 w 246"/>
                <a:gd name="T15" fmla="*/ 2 h 425"/>
                <a:gd name="T16" fmla="*/ 0 w 246"/>
                <a:gd name="T17" fmla="*/ 2 h 425"/>
                <a:gd name="T18" fmla="*/ 1 w 246"/>
                <a:gd name="T19" fmla="*/ 2 h 425"/>
                <a:gd name="T20" fmla="*/ 1 w 246"/>
                <a:gd name="T21" fmla="*/ 3 h 425"/>
                <a:gd name="T22" fmla="*/ 1 w 246"/>
                <a:gd name="T23" fmla="*/ 3 h 425"/>
                <a:gd name="T24" fmla="*/ 1 w 246"/>
                <a:gd name="T25" fmla="*/ 3 h 425"/>
                <a:gd name="T26" fmla="*/ 1 w 246"/>
                <a:gd name="T27" fmla="*/ 3 h 425"/>
                <a:gd name="T28" fmla="*/ 1 w 246"/>
                <a:gd name="T29" fmla="*/ 3 h 425"/>
                <a:gd name="T30" fmla="*/ 2 w 246"/>
                <a:gd name="T31" fmla="*/ 3 h 425"/>
                <a:gd name="T32" fmla="*/ 2 w 246"/>
                <a:gd name="T33" fmla="*/ 3 h 425"/>
                <a:gd name="T34" fmla="*/ 2 w 246"/>
                <a:gd name="T35" fmla="*/ 3 h 425"/>
                <a:gd name="T36" fmla="*/ 2 w 246"/>
                <a:gd name="T37" fmla="*/ 3 h 425"/>
                <a:gd name="T38" fmla="*/ 2 w 246"/>
                <a:gd name="T39" fmla="*/ 3 h 425"/>
                <a:gd name="T40" fmla="*/ 2 w 246"/>
                <a:gd name="T41" fmla="*/ 3 h 425"/>
                <a:gd name="T42" fmla="*/ 1 w 246"/>
                <a:gd name="T43" fmla="*/ 3 h 425"/>
                <a:gd name="T44" fmla="*/ 1 w 246"/>
                <a:gd name="T45" fmla="*/ 3 h 425"/>
                <a:gd name="T46" fmla="*/ 1 w 246"/>
                <a:gd name="T47" fmla="*/ 3 h 425"/>
                <a:gd name="T48" fmla="*/ 1 w 246"/>
                <a:gd name="T49" fmla="*/ 3 h 425"/>
                <a:gd name="T50" fmla="*/ 1 w 246"/>
                <a:gd name="T51" fmla="*/ 3 h 425"/>
                <a:gd name="T52" fmla="*/ 1 w 246"/>
                <a:gd name="T53" fmla="*/ 2 h 425"/>
                <a:gd name="T54" fmla="*/ 1 w 246"/>
                <a:gd name="T55" fmla="*/ 2 h 425"/>
                <a:gd name="T56" fmla="*/ 0 w 246"/>
                <a:gd name="T57" fmla="*/ 2 h 425"/>
                <a:gd name="T58" fmla="*/ 0 w 246"/>
                <a:gd name="T59" fmla="*/ 2 h 425"/>
                <a:gd name="T60" fmla="*/ 0 w 246"/>
                <a:gd name="T61" fmla="*/ 1 h 425"/>
                <a:gd name="T62" fmla="*/ 0 w 246"/>
                <a:gd name="T63" fmla="*/ 1 h 425"/>
                <a:gd name="T64" fmla="*/ 0 w 246"/>
                <a:gd name="T65" fmla="*/ 1 h 425"/>
                <a:gd name="T66" fmla="*/ 0 w 246"/>
                <a:gd name="T67" fmla="*/ 0 h 425"/>
                <a:gd name="T68" fmla="*/ 0 w 246"/>
                <a:gd name="T69" fmla="*/ 0 h 425"/>
                <a:gd name="T70" fmla="*/ 0 w 246"/>
                <a:gd name="T71" fmla="*/ 0 h 425"/>
                <a:gd name="T72" fmla="*/ 0 w 246"/>
                <a:gd name="T73" fmla="*/ 0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5"/>
                <a:gd name="T113" fmla="*/ 246 w 246"/>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5">
                  <a:moveTo>
                    <a:pt x="0" y="0"/>
                  </a:moveTo>
                  <a:lnTo>
                    <a:pt x="0" y="0"/>
                  </a:lnTo>
                  <a:lnTo>
                    <a:pt x="2" y="43"/>
                  </a:lnTo>
                  <a:lnTo>
                    <a:pt x="5" y="86"/>
                  </a:lnTo>
                  <a:lnTo>
                    <a:pt x="11" y="126"/>
                  </a:lnTo>
                  <a:lnTo>
                    <a:pt x="19" y="163"/>
                  </a:lnTo>
                  <a:lnTo>
                    <a:pt x="30" y="202"/>
                  </a:lnTo>
                  <a:lnTo>
                    <a:pt x="41" y="236"/>
                  </a:lnTo>
                  <a:lnTo>
                    <a:pt x="55" y="269"/>
                  </a:lnTo>
                  <a:lnTo>
                    <a:pt x="73" y="299"/>
                  </a:lnTo>
                  <a:lnTo>
                    <a:pt x="89" y="326"/>
                  </a:lnTo>
                  <a:lnTo>
                    <a:pt x="108" y="351"/>
                  </a:lnTo>
                  <a:lnTo>
                    <a:pt x="128" y="373"/>
                  </a:lnTo>
                  <a:lnTo>
                    <a:pt x="150" y="391"/>
                  </a:lnTo>
                  <a:lnTo>
                    <a:pt x="171" y="406"/>
                  </a:lnTo>
                  <a:lnTo>
                    <a:pt x="196" y="417"/>
                  </a:lnTo>
                  <a:lnTo>
                    <a:pt x="221" y="422"/>
                  </a:lnTo>
                  <a:lnTo>
                    <a:pt x="246" y="425"/>
                  </a:lnTo>
                  <a:lnTo>
                    <a:pt x="246" y="413"/>
                  </a:lnTo>
                  <a:lnTo>
                    <a:pt x="223" y="411"/>
                  </a:lnTo>
                  <a:lnTo>
                    <a:pt x="201" y="405"/>
                  </a:lnTo>
                  <a:lnTo>
                    <a:pt x="178" y="394"/>
                  </a:lnTo>
                  <a:lnTo>
                    <a:pt x="157" y="381"/>
                  </a:lnTo>
                  <a:lnTo>
                    <a:pt x="137" y="364"/>
                  </a:lnTo>
                  <a:lnTo>
                    <a:pt x="117" y="344"/>
                  </a:lnTo>
                  <a:lnTo>
                    <a:pt x="99" y="319"/>
                  </a:lnTo>
                  <a:lnTo>
                    <a:pt x="82" y="292"/>
                  </a:lnTo>
                  <a:lnTo>
                    <a:pt x="67" y="264"/>
                  </a:lnTo>
                  <a:lnTo>
                    <a:pt x="53" y="231"/>
                  </a:lnTo>
                  <a:lnTo>
                    <a:pt x="41" y="197"/>
                  </a:lnTo>
                  <a:lnTo>
                    <a:pt x="31" y="161"/>
                  </a:lnTo>
                  <a:lnTo>
                    <a:pt x="23" y="123"/>
                  </a:lnTo>
                  <a:lnTo>
                    <a:pt x="17" y="84"/>
                  </a:lnTo>
                  <a:lnTo>
                    <a:pt x="13" y="4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0768" name="Freeform 74"/>
            <p:cNvSpPr>
              <a:spLocks/>
            </p:cNvSpPr>
            <p:nvPr/>
          </p:nvSpPr>
          <p:spPr bwMode="auto">
            <a:xfrm>
              <a:off x="1502" y="1751"/>
              <a:ext cx="50" cy="85"/>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2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1" y="2"/>
                  </a:lnTo>
                  <a:lnTo>
                    <a:pt x="196" y="8"/>
                  </a:lnTo>
                  <a:lnTo>
                    <a:pt x="171" y="19"/>
                  </a:lnTo>
                  <a:lnTo>
                    <a:pt x="150" y="34"/>
                  </a:lnTo>
                  <a:lnTo>
                    <a:pt x="128" y="52"/>
                  </a:lnTo>
                  <a:lnTo>
                    <a:pt x="108" y="74"/>
                  </a:lnTo>
                  <a:lnTo>
                    <a:pt x="89" y="98"/>
                  </a:lnTo>
                  <a:lnTo>
                    <a:pt x="73" y="125"/>
                  </a:lnTo>
                  <a:lnTo>
                    <a:pt x="55" y="156"/>
                  </a:lnTo>
                  <a:lnTo>
                    <a:pt x="41" y="189"/>
                  </a:lnTo>
                  <a:lnTo>
                    <a:pt x="30" y="223"/>
                  </a:lnTo>
                  <a:lnTo>
                    <a:pt x="19" y="261"/>
                  </a:lnTo>
                  <a:lnTo>
                    <a:pt x="11" y="299"/>
                  </a:lnTo>
                  <a:lnTo>
                    <a:pt x="5" y="339"/>
                  </a:lnTo>
                  <a:lnTo>
                    <a:pt x="2" y="382"/>
                  </a:lnTo>
                  <a:lnTo>
                    <a:pt x="0" y="424"/>
                  </a:lnTo>
                  <a:lnTo>
                    <a:pt x="12" y="424"/>
                  </a:lnTo>
                  <a:lnTo>
                    <a:pt x="13" y="382"/>
                  </a:lnTo>
                  <a:lnTo>
                    <a:pt x="17" y="341"/>
                  </a:lnTo>
                  <a:lnTo>
                    <a:pt x="23" y="301"/>
                  </a:lnTo>
                  <a:lnTo>
                    <a:pt x="31" y="264"/>
                  </a:lnTo>
                  <a:lnTo>
                    <a:pt x="41" y="227"/>
                  </a:lnTo>
                  <a:lnTo>
                    <a:pt x="53" y="193"/>
                  </a:lnTo>
                  <a:lnTo>
                    <a:pt x="67" y="161"/>
                  </a:lnTo>
                  <a:lnTo>
                    <a:pt x="82" y="132"/>
                  </a:lnTo>
                  <a:lnTo>
                    <a:pt x="99" y="105"/>
                  </a:lnTo>
                  <a:lnTo>
                    <a:pt x="117" y="81"/>
                  </a:lnTo>
                  <a:lnTo>
                    <a:pt x="137" y="61"/>
                  </a:lnTo>
                  <a:lnTo>
                    <a:pt x="157" y="43"/>
                  </a:lnTo>
                  <a:lnTo>
                    <a:pt x="178" y="30"/>
                  </a:lnTo>
                  <a:lnTo>
                    <a:pt x="201" y="20"/>
                  </a:lnTo>
                  <a:lnTo>
                    <a:pt x="223" y="14"/>
                  </a:lnTo>
                  <a:lnTo>
                    <a:pt x="246" y="12"/>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0769" name="Freeform 75"/>
            <p:cNvSpPr>
              <a:spLocks/>
            </p:cNvSpPr>
            <p:nvPr/>
          </p:nvSpPr>
          <p:spPr bwMode="auto">
            <a:xfrm>
              <a:off x="1565" y="2016"/>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0" y="339"/>
                  </a:lnTo>
                  <a:lnTo>
                    <a:pt x="234" y="299"/>
                  </a:lnTo>
                  <a:lnTo>
                    <a:pt x="226" y="261"/>
                  </a:lnTo>
                  <a:lnTo>
                    <a:pt x="216" y="223"/>
                  </a:lnTo>
                  <a:lnTo>
                    <a:pt x="204" y="189"/>
                  </a:lnTo>
                  <a:lnTo>
                    <a:pt x="190" y="156"/>
                  </a:lnTo>
                  <a:lnTo>
                    <a:pt x="174" y="125"/>
                  </a:lnTo>
                  <a:lnTo>
                    <a:pt x="156" y="98"/>
                  </a:lnTo>
                  <a:lnTo>
                    <a:pt x="138" y="74"/>
                  </a:lnTo>
                  <a:lnTo>
                    <a:pt x="118" y="51"/>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9" y="81"/>
                  </a:lnTo>
                  <a:lnTo>
                    <a:pt x="147" y="105"/>
                  </a:lnTo>
                  <a:lnTo>
                    <a:pt x="164" y="132"/>
                  </a:lnTo>
                  <a:lnTo>
                    <a:pt x="178" y="160"/>
                  </a:lnTo>
                  <a:lnTo>
                    <a:pt x="192" y="193"/>
                  </a:lnTo>
                  <a:lnTo>
                    <a:pt x="204" y="227"/>
                  </a:lnTo>
                  <a:lnTo>
                    <a:pt x="215" y="264"/>
                  </a:lnTo>
                  <a:lnTo>
                    <a:pt x="223" y="301"/>
                  </a:lnTo>
                  <a:lnTo>
                    <a:pt x="229"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0770" name="Freeform 76"/>
            <p:cNvSpPr>
              <a:spLocks/>
            </p:cNvSpPr>
            <p:nvPr/>
          </p:nvSpPr>
          <p:spPr bwMode="auto">
            <a:xfrm>
              <a:off x="1565" y="2101"/>
              <a:ext cx="49" cy="85"/>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6" y="423"/>
                  </a:lnTo>
                  <a:lnTo>
                    <a:pt x="51" y="418"/>
                  </a:lnTo>
                  <a:lnTo>
                    <a:pt x="74" y="407"/>
                  </a:lnTo>
                  <a:lnTo>
                    <a:pt x="96" y="392"/>
                  </a:lnTo>
                  <a:lnTo>
                    <a:pt x="118" y="373"/>
                  </a:lnTo>
                  <a:lnTo>
                    <a:pt x="138" y="351"/>
                  </a:lnTo>
                  <a:lnTo>
                    <a:pt x="156" y="327"/>
                  </a:lnTo>
                  <a:lnTo>
                    <a:pt x="175" y="299"/>
                  </a:lnTo>
                  <a:lnTo>
                    <a:pt x="190" y="269"/>
                  </a:lnTo>
                  <a:lnTo>
                    <a:pt x="204" y="236"/>
                  </a:lnTo>
                  <a:lnTo>
                    <a:pt x="216" y="202"/>
                  </a:lnTo>
                  <a:lnTo>
                    <a:pt x="226" y="164"/>
                  </a:lnTo>
                  <a:lnTo>
                    <a:pt x="234" y="126"/>
                  </a:lnTo>
                  <a:lnTo>
                    <a:pt x="240" y="86"/>
                  </a:lnTo>
                  <a:lnTo>
                    <a:pt x="244" y="42"/>
                  </a:lnTo>
                  <a:lnTo>
                    <a:pt x="245" y="0"/>
                  </a:lnTo>
                  <a:lnTo>
                    <a:pt x="233" y="0"/>
                  </a:lnTo>
                  <a:lnTo>
                    <a:pt x="232" y="42"/>
                  </a:lnTo>
                  <a:lnTo>
                    <a:pt x="229" y="83"/>
                  </a:lnTo>
                  <a:lnTo>
                    <a:pt x="223" y="123"/>
                  </a:lnTo>
                  <a:lnTo>
                    <a:pt x="215" y="162"/>
                  </a:lnTo>
                  <a:lnTo>
                    <a:pt x="204" y="197"/>
                  </a:lnTo>
                  <a:lnTo>
                    <a:pt x="192" y="231"/>
                  </a:lnTo>
                  <a:lnTo>
                    <a:pt x="178" y="264"/>
                  </a:lnTo>
                  <a:lnTo>
                    <a:pt x="163" y="292"/>
                  </a:lnTo>
                  <a:lnTo>
                    <a:pt x="147" y="320"/>
                  </a:lnTo>
                  <a:lnTo>
                    <a:pt x="129" y="344"/>
                  </a:lnTo>
                  <a:lnTo>
                    <a:pt x="109" y="364"/>
                  </a:lnTo>
                  <a:lnTo>
                    <a:pt x="89" y="382"/>
                  </a:lnTo>
                  <a:lnTo>
                    <a:pt x="67" y="395"/>
                  </a:lnTo>
                  <a:lnTo>
                    <a:pt x="46" y="406"/>
                  </a:lnTo>
                  <a:lnTo>
                    <a:pt x="24"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0771" name="Freeform 77"/>
            <p:cNvSpPr>
              <a:spLocks/>
            </p:cNvSpPr>
            <p:nvPr/>
          </p:nvSpPr>
          <p:spPr bwMode="auto">
            <a:xfrm>
              <a:off x="1516" y="2101"/>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5" y="86"/>
                  </a:lnTo>
                  <a:lnTo>
                    <a:pt x="11" y="126"/>
                  </a:lnTo>
                  <a:lnTo>
                    <a:pt x="19" y="164"/>
                  </a:lnTo>
                  <a:lnTo>
                    <a:pt x="30" y="202"/>
                  </a:lnTo>
                  <a:lnTo>
                    <a:pt x="41" y="236"/>
                  </a:lnTo>
                  <a:lnTo>
                    <a:pt x="55" y="269"/>
                  </a:lnTo>
                  <a:lnTo>
                    <a:pt x="71" y="299"/>
                  </a:lnTo>
                  <a:lnTo>
                    <a:pt x="89" y="327"/>
                  </a:lnTo>
                  <a:lnTo>
                    <a:pt x="107" y="351"/>
                  </a:lnTo>
                  <a:lnTo>
                    <a:pt x="127" y="373"/>
                  </a:lnTo>
                  <a:lnTo>
                    <a:pt x="149" y="392"/>
                  </a:lnTo>
                  <a:lnTo>
                    <a:pt x="171" y="407"/>
                  </a:lnTo>
                  <a:lnTo>
                    <a:pt x="195" y="418"/>
                  </a:lnTo>
                  <a:lnTo>
                    <a:pt x="219" y="423"/>
                  </a:lnTo>
                  <a:lnTo>
                    <a:pt x="245" y="426"/>
                  </a:lnTo>
                  <a:lnTo>
                    <a:pt x="245" y="414"/>
                  </a:lnTo>
                  <a:lnTo>
                    <a:pt x="222" y="412"/>
                  </a:lnTo>
                  <a:lnTo>
                    <a:pt x="199" y="406"/>
                  </a:lnTo>
                  <a:lnTo>
                    <a:pt x="178" y="395"/>
                  </a:lnTo>
                  <a:lnTo>
                    <a:pt x="156" y="382"/>
                  </a:lnTo>
                  <a:lnTo>
                    <a:pt x="136" y="364"/>
                  </a:lnTo>
                  <a:lnTo>
                    <a:pt x="116" y="344"/>
                  </a:lnTo>
                  <a:lnTo>
                    <a:pt x="99" y="320"/>
                  </a:lnTo>
                  <a:lnTo>
                    <a:pt x="82" y="292"/>
                  </a:lnTo>
                  <a:lnTo>
                    <a:pt x="67" y="264"/>
                  </a:lnTo>
                  <a:lnTo>
                    <a:pt x="53" y="231"/>
                  </a:lnTo>
                  <a:lnTo>
                    <a:pt x="41" y="197"/>
                  </a:lnTo>
                  <a:lnTo>
                    <a:pt x="31" y="162"/>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0772" name="Freeform 78"/>
            <p:cNvSpPr>
              <a:spLocks/>
            </p:cNvSpPr>
            <p:nvPr/>
          </p:nvSpPr>
          <p:spPr bwMode="auto">
            <a:xfrm>
              <a:off x="1516" y="2016"/>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5" y="8"/>
                  </a:lnTo>
                  <a:lnTo>
                    <a:pt x="171" y="19"/>
                  </a:lnTo>
                  <a:lnTo>
                    <a:pt x="149" y="34"/>
                  </a:lnTo>
                  <a:lnTo>
                    <a:pt x="127" y="51"/>
                  </a:lnTo>
                  <a:lnTo>
                    <a:pt x="107" y="74"/>
                  </a:lnTo>
                  <a:lnTo>
                    <a:pt x="89" y="98"/>
                  </a:lnTo>
                  <a:lnTo>
                    <a:pt x="72" y="125"/>
                  </a:lnTo>
                  <a:lnTo>
                    <a:pt x="55" y="156"/>
                  </a:lnTo>
                  <a:lnTo>
                    <a:pt x="41" y="189"/>
                  </a:lnTo>
                  <a:lnTo>
                    <a:pt x="30" y="223"/>
                  </a:lnTo>
                  <a:lnTo>
                    <a:pt x="19" y="261"/>
                  </a:lnTo>
                  <a:lnTo>
                    <a:pt x="11" y="299"/>
                  </a:lnTo>
                  <a:lnTo>
                    <a:pt x="5" y="339"/>
                  </a:lnTo>
                  <a:lnTo>
                    <a:pt x="1" y="382"/>
                  </a:lnTo>
                  <a:lnTo>
                    <a:pt x="0" y="424"/>
                  </a:lnTo>
                  <a:lnTo>
                    <a:pt x="12" y="424"/>
                  </a:lnTo>
                  <a:lnTo>
                    <a:pt x="13" y="382"/>
                  </a:lnTo>
                  <a:lnTo>
                    <a:pt x="17" y="341"/>
                  </a:lnTo>
                  <a:lnTo>
                    <a:pt x="23" y="301"/>
                  </a:lnTo>
                  <a:lnTo>
                    <a:pt x="31" y="264"/>
                  </a:lnTo>
                  <a:lnTo>
                    <a:pt x="41" y="227"/>
                  </a:lnTo>
                  <a:lnTo>
                    <a:pt x="53" y="193"/>
                  </a:lnTo>
                  <a:lnTo>
                    <a:pt x="67" y="160"/>
                  </a:lnTo>
                  <a:lnTo>
                    <a:pt x="81" y="132"/>
                  </a:lnTo>
                  <a:lnTo>
                    <a:pt x="99" y="105"/>
                  </a:lnTo>
                  <a:lnTo>
                    <a:pt x="116" y="81"/>
                  </a:lnTo>
                  <a:lnTo>
                    <a:pt x="136" y="61"/>
                  </a:lnTo>
                  <a:lnTo>
                    <a:pt x="156" y="43"/>
                  </a:lnTo>
                  <a:lnTo>
                    <a:pt x="178" y="30"/>
                  </a:lnTo>
                  <a:lnTo>
                    <a:pt x="199" y="20"/>
                  </a:lnTo>
                  <a:lnTo>
                    <a:pt x="222"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grpSp>
        <p:nvGrpSpPr>
          <p:cNvPr id="200714" name="Group 79"/>
          <p:cNvGrpSpPr>
            <a:grpSpLocks/>
          </p:cNvGrpSpPr>
          <p:nvPr/>
        </p:nvGrpSpPr>
        <p:grpSpPr bwMode="auto">
          <a:xfrm rot="-223274">
            <a:off x="1889125" y="2805113"/>
            <a:ext cx="744538" cy="733425"/>
            <a:chOff x="2757" y="1666"/>
            <a:chExt cx="812" cy="800"/>
          </a:xfrm>
        </p:grpSpPr>
        <p:sp>
          <p:nvSpPr>
            <p:cNvPr id="200716" name="Freeform 80"/>
            <p:cNvSpPr>
              <a:spLocks/>
            </p:cNvSpPr>
            <p:nvPr/>
          </p:nvSpPr>
          <p:spPr bwMode="auto">
            <a:xfrm>
              <a:off x="2762" y="1667"/>
              <a:ext cx="807" cy="584"/>
            </a:xfrm>
            <a:custGeom>
              <a:avLst/>
              <a:gdLst>
                <a:gd name="T0" fmla="*/ 497 w 807"/>
                <a:gd name="T1" fmla="*/ 583 h 584"/>
                <a:gd name="T2" fmla="*/ 0 w 807"/>
                <a:gd name="T3" fmla="*/ 452 h 584"/>
                <a:gd name="T4" fmla="*/ 337 w 807"/>
                <a:gd name="T5" fmla="*/ 0 h 584"/>
                <a:gd name="T6" fmla="*/ 806 w 807"/>
                <a:gd name="T7" fmla="*/ 98 h 584"/>
                <a:gd name="T8" fmla="*/ 497 w 807"/>
                <a:gd name="T9" fmla="*/ 583 h 584"/>
                <a:gd name="T10" fmla="*/ 0 60000 65536"/>
                <a:gd name="T11" fmla="*/ 0 60000 65536"/>
                <a:gd name="T12" fmla="*/ 0 60000 65536"/>
                <a:gd name="T13" fmla="*/ 0 60000 65536"/>
                <a:gd name="T14" fmla="*/ 0 60000 65536"/>
                <a:gd name="T15" fmla="*/ 0 w 807"/>
                <a:gd name="T16" fmla="*/ 0 h 584"/>
                <a:gd name="T17" fmla="*/ 807 w 807"/>
                <a:gd name="T18" fmla="*/ 584 h 584"/>
              </a:gdLst>
              <a:ahLst/>
              <a:cxnLst>
                <a:cxn ang="T10">
                  <a:pos x="T0" y="T1"/>
                </a:cxn>
                <a:cxn ang="T11">
                  <a:pos x="T2" y="T3"/>
                </a:cxn>
                <a:cxn ang="T12">
                  <a:pos x="T4" y="T5"/>
                </a:cxn>
                <a:cxn ang="T13">
                  <a:pos x="T6" y="T7"/>
                </a:cxn>
                <a:cxn ang="T14">
                  <a:pos x="T8" y="T9"/>
                </a:cxn>
              </a:cxnLst>
              <a:rect l="T15" t="T16" r="T17" b="T18"/>
              <a:pathLst>
                <a:path w="807" h="584">
                  <a:moveTo>
                    <a:pt x="497" y="583"/>
                  </a:moveTo>
                  <a:lnTo>
                    <a:pt x="0" y="452"/>
                  </a:lnTo>
                  <a:lnTo>
                    <a:pt x="337" y="0"/>
                  </a:lnTo>
                  <a:lnTo>
                    <a:pt x="806" y="98"/>
                  </a:lnTo>
                  <a:lnTo>
                    <a:pt x="497" y="583"/>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200717" name="Freeform 81"/>
            <p:cNvSpPr>
              <a:spLocks/>
            </p:cNvSpPr>
            <p:nvPr/>
          </p:nvSpPr>
          <p:spPr bwMode="auto">
            <a:xfrm>
              <a:off x="2882" y="1861"/>
              <a:ext cx="578" cy="384"/>
            </a:xfrm>
            <a:custGeom>
              <a:avLst/>
              <a:gdLst>
                <a:gd name="T0" fmla="*/ 377 w 578"/>
                <a:gd name="T1" fmla="*/ 383 h 384"/>
                <a:gd name="T2" fmla="*/ 0 w 578"/>
                <a:gd name="T3" fmla="*/ 291 h 384"/>
                <a:gd name="T4" fmla="*/ 217 w 578"/>
                <a:gd name="T5" fmla="*/ 0 h 384"/>
                <a:gd name="T6" fmla="*/ 577 w 578"/>
                <a:gd name="T7" fmla="*/ 74 h 384"/>
                <a:gd name="T8" fmla="*/ 377 w 578"/>
                <a:gd name="T9" fmla="*/ 383 h 384"/>
                <a:gd name="T10" fmla="*/ 0 60000 65536"/>
                <a:gd name="T11" fmla="*/ 0 60000 65536"/>
                <a:gd name="T12" fmla="*/ 0 60000 65536"/>
                <a:gd name="T13" fmla="*/ 0 60000 65536"/>
                <a:gd name="T14" fmla="*/ 0 60000 65536"/>
                <a:gd name="T15" fmla="*/ 0 w 578"/>
                <a:gd name="T16" fmla="*/ 0 h 384"/>
                <a:gd name="T17" fmla="*/ 578 w 578"/>
                <a:gd name="T18" fmla="*/ 384 h 384"/>
              </a:gdLst>
              <a:ahLst/>
              <a:cxnLst>
                <a:cxn ang="T10">
                  <a:pos x="T0" y="T1"/>
                </a:cxn>
                <a:cxn ang="T11">
                  <a:pos x="T2" y="T3"/>
                </a:cxn>
                <a:cxn ang="T12">
                  <a:pos x="T4" y="T5"/>
                </a:cxn>
                <a:cxn ang="T13">
                  <a:pos x="T6" y="T7"/>
                </a:cxn>
                <a:cxn ang="T14">
                  <a:pos x="T8" y="T9"/>
                </a:cxn>
              </a:cxnLst>
              <a:rect l="T15" t="T16" r="T17" b="T18"/>
              <a:pathLst>
                <a:path w="578" h="384">
                  <a:moveTo>
                    <a:pt x="377" y="383"/>
                  </a:moveTo>
                  <a:lnTo>
                    <a:pt x="0" y="291"/>
                  </a:lnTo>
                  <a:lnTo>
                    <a:pt x="217" y="0"/>
                  </a:lnTo>
                  <a:lnTo>
                    <a:pt x="577" y="74"/>
                  </a:lnTo>
                  <a:lnTo>
                    <a:pt x="377" y="383"/>
                  </a:lnTo>
                </a:path>
              </a:pathLst>
            </a:custGeom>
            <a:solidFill>
              <a:srgbClr val="E22B00"/>
            </a:solidFill>
            <a:ln>
              <a:noFill/>
            </a:ln>
            <a:extLst>
              <a:ext uri="{91240B29-F687-4F45-9708-019B960494DF}">
                <a14:hiddenLine xmlns:a14="http://schemas.microsoft.com/office/drawing/2010/main" w="12700" cap="rnd" cmpd="sng">
                  <a:solidFill>
                    <a:srgbClr val="000000"/>
                  </a:solidFill>
                  <a:prstDash val="solid"/>
                  <a:round/>
                  <a:headEnd type="none" w="med" len="med"/>
                  <a:tailEnd type="none" w="med" len="med"/>
                </a14:hiddenLine>
              </a:ext>
            </a:extLst>
          </p:spPr>
          <p:txBody>
            <a:bodyPr/>
            <a:lstStyle/>
            <a:p>
              <a:endParaRPr lang="fr-FR"/>
            </a:p>
          </p:txBody>
        </p:sp>
        <p:sp>
          <p:nvSpPr>
            <p:cNvPr id="200718" name="Line 82"/>
            <p:cNvSpPr>
              <a:spLocks noChangeShapeType="1"/>
            </p:cNvSpPr>
            <p:nvPr/>
          </p:nvSpPr>
          <p:spPr bwMode="auto">
            <a:xfrm>
              <a:off x="3102" y="1862"/>
              <a:ext cx="352" cy="7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fr-FR"/>
            </a:p>
          </p:txBody>
        </p:sp>
        <p:sp>
          <p:nvSpPr>
            <p:cNvPr id="200719" name="Freeform 83"/>
            <p:cNvSpPr>
              <a:spLocks/>
            </p:cNvSpPr>
            <p:nvPr/>
          </p:nvSpPr>
          <p:spPr bwMode="auto">
            <a:xfrm>
              <a:off x="2762" y="1666"/>
              <a:ext cx="337" cy="485"/>
            </a:xfrm>
            <a:custGeom>
              <a:avLst/>
              <a:gdLst>
                <a:gd name="T0" fmla="*/ 336 w 337"/>
                <a:gd name="T1" fmla="*/ 194 h 485"/>
                <a:gd name="T2" fmla="*/ 118 w 337"/>
                <a:gd name="T3" fmla="*/ 484 h 485"/>
                <a:gd name="T4" fmla="*/ 0 w 337"/>
                <a:gd name="T5" fmla="*/ 452 h 485"/>
                <a:gd name="T6" fmla="*/ 336 w 337"/>
                <a:gd name="T7" fmla="*/ 0 h 485"/>
                <a:gd name="T8" fmla="*/ 336 w 337"/>
                <a:gd name="T9" fmla="*/ 152 h 485"/>
                <a:gd name="T10" fmla="*/ 336 w 337"/>
                <a:gd name="T11" fmla="*/ 194 h 485"/>
                <a:gd name="T12" fmla="*/ 0 60000 65536"/>
                <a:gd name="T13" fmla="*/ 0 60000 65536"/>
                <a:gd name="T14" fmla="*/ 0 60000 65536"/>
                <a:gd name="T15" fmla="*/ 0 60000 65536"/>
                <a:gd name="T16" fmla="*/ 0 60000 65536"/>
                <a:gd name="T17" fmla="*/ 0 60000 65536"/>
                <a:gd name="T18" fmla="*/ 0 w 337"/>
                <a:gd name="T19" fmla="*/ 0 h 485"/>
                <a:gd name="T20" fmla="*/ 337 w 337"/>
                <a:gd name="T21" fmla="*/ 485 h 485"/>
              </a:gdLst>
              <a:ahLst/>
              <a:cxnLst>
                <a:cxn ang="T12">
                  <a:pos x="T0" y="T1"/>
                </a:cxn>
                <a:cxn ang="T13">
                  <a:pos x="T2" y="T3"/>
                </a:cxn>
                <a:cxn ang="T14">
                  <a:pos x="T4" y="T5"/>
                </a:cxn>
                <a:cxn ang="T15">
                  <a:pos x="T6" y="T7"/>
                </a:cxn>
                <a:cxn ang="T16">
                  <a:pos x="T8" y="T9"/>
                </a:cxn>
                <a:cxn ang="T17">
                  <a:pos x="T10" y="T11"/>
                </a:cxn>
              </a:cxnLst>
              <a:rect l="T18" t="T19" r="T20" b="T21"/>
              <a:pathLst>
                <a:path w="337" h="485">
                  <a:moveTo>
                    <a:pt x="336" y="194"/>
                  </a:moveTo>
                  <a:lnTo>
                    <a:pt x="118" y="484"/>
                  </a:lnTo>
                  <a:lnTo>
                    <a:pt x="0" y="452"/>
                  </a:lnTo>
                  <a:lnTo>
                    <a:pt x="336" y="0"/>
                  </a:lnTo>
                  <a:lnTo>
                    <a:pt x="336" y="152"/>
                  </a:lnTo>
                  <a:lnTo>
                    <a:pt x="336" y="194"/>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200720" name="Freeform 84"/>
            <p:cNvSpPr>
              <a:spLocks/>
            </p:cNvSpPr>
            <p:nvPr/>
          </p:nvSpPr>
          <p:spPr bwMode="auto">
            <a:xfrm>
              <a:off x="2757" y="2124"/>
              <a:ext cx="509" cy="339"/>
            </a:xfrm>
            <a:custGeom>
              <a:avLst/>
              <a:gdLst>
                <a:gd name="T0" fmla="*/ 0 w 506"/>
                <a:gd name="T1" fmla="*/ 0 h 345"/>
                <a:gd name="T2" fmla="*/ 1 w 506"/>
                <a:gd name="T3" fmla="*/ 198 h 345"/>
                <a:gd name="T4" fmla="*/ 514 w 506"/>
                <a:gd name="T5" fmla="*/ 326 h 345"/>
                <a:gd name="T6" fmla="*/ 513 w 506"/>
                <a:gd name="T7" fmla="*/ 124 h 345"/>
                <a:gd name="T8" fmla="*/ 0 60000 65536"/>
                <a:gd name="T9" fmla="*/ 0 60000 65536"/>
                <a:gd name="T10" fmla="*/ 0 60000 65536"/>
                <a:gd name="T11" fmla="*/ 0 60000 65536"/>
                <a:gd name="T12" fmla="*/ 0 w 506"/>
                <a:gd name="T13" fmla="*/ 0 h 345"/>
                <a:gd name="T14" fmla="*/ 506 w 506"/>
                <a:gd name="T15" fmla="*/ 345 h 345"/>
              </a:gdLst>
              <a:ahLst/>
              <a:cxnLst>
                <a:cxn ang="T8">
                  <a:pos x="T0" y="T1"/>
                </a:cxn>
                <a:cxn ang="T9">
                  <a:pos x="T2" y="T3"/>
                </a:cxn>
                <a:cxn ang="T10">
                  <a:pos x="T4" y="T5"/>
                </a:cxn>
                <a:cxn ang="T11">
                  <a:pos x="T6" y="T7"/>
                </a:cxn>
              </a:cxnLst>
              <a:rect l="T12" t="T13" r="T14" b="T15"/>
              <a:pathLst>
                <a:path w="506" h="345">
                  <a:moveTo>
                    <a:pt x="0" y="0"/>
                  </a:moveTo>
                  <a:lnTo>
                    <a:pt x="1" y="209"/>
                  </a:lnTo>
                  <a:lnTo>
                    <a:pt x="505" y="344"/>
                  </a:lnTo>
                  <a:lnTo>
                    <a:pt x="504" y="130"/>
                  </a:lnTo>
                </a:path>
              </a:pathLst>
            </a:custGeom>
            <a:solidFill>
              <a:srgbClr val="FC2C1C"/>
            </a:solidFill>
            <a:ln w="12700" cap="rnd" cmpd="sng">
              <a:solidFill>
                <a:schemeClr val="bg2"/>
              </a:solidFill>
              <a:prstDash val="solid"/>
              <a:round/>
              <a:headEnd type="none" w="med" len="med"/>
              <a:tailEnd type="none" w="med" len="med"/>
            </a:ln>
          </p:spPr>
          <p:txBody>
            <a:bodyPr/>
            <a:lstStyle/>
            <a:p>
              <a:endParaRPr lang="fr-FR"/>
            </a:p>
          </p:txBody>
        </p:sp>
        <p:sp>
          <p:nvSpPr>
            <p:cNvPr id="200721" name="AutoShape 85"/>
            <p:cNvSpPr>
              <a:spLocks noChangeArrowheads="1"/>
            </p:cNvSpPr>
            <p:nvPr/>
          </p:nvSpPr>
          <p:spPr bwMode="auto">
            <a:xfrm rot="16200000" flipH="1">
              <a:off x="3067" y="1967"/>
              <a:ext cx="693" cy="306"/>
            </a:xfrm>
            <a:prstGeom prst="parallelogram">
              <a:avLst>
                <a:gd name="adj" fmla="val 156202"/>
              </a:avLst>
            </a:prstGeom>
            <a:solidFill>
              <a:srgbClr val="FC2C1C"/>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sp>
        <p:nvSpPr>
          <p:cNvPr id="200715" name="Text Box 86"/>
          <p:cNvSpPr txBox="1">
            <a:spLocks noChangeArrowheads="1"/>
          </p:cNvSpPr>
          <p:nvPr/>
        </p:nvSpPr>
        <p:spPr bwMode="auto">
          <a:xfrm>
            <a:off x="604838" y="5364163"/>
            <a:ext cx="6543675" cy="4429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eaLnBrk="1" hangingPunct="1">
              <a:spcBef>
                <a:spcPct val="0"/>
              </a:spcBef>
              <a:buFontTx/>
              <a:buNone/>
            </a:pPr>
            <a:r>
              <a:rPr lang="fr-FR" altLang="fr-FR" sz="2300"/>
              <a:t>4. Pointez la production sur votre feuille de suivi</a:t>
            </a:r>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01731" name="Group 3"/>
          <p:cNvGrpSpPr>
            <a:grpSpLocks/>
          </p:cNvGrpSpPr>
          <p:nvPr/>
        </p:nvGrpSpPr>
        <p:grpSpPr bwMode="auto">
          <a:xfrm>
            <a:off x="7073900" y="215900"/>
            <a:ext cx="1878013" cy="1250950"/>
            <a:chOff x="4456" y="136"/>
            <a:chExt cx="1183" cy="788"/>
          </a:xfrm>
        </p:grpSpPr>
        <p:grpSp>
          <p:nvGrpSpPr>
            <p:cNvPr id="201797" name="Group 4"/>
            <p:cNvGrpSpPr>
              <a:grpSpLocks/>
            </p:cNvGrpSpPr>
            <p:nvPr/>
          </p:nvGrpSpPr>
          <p:grpSpPr bwMode="auto">
            <a:xfrm>
              <a:off x="4766" y="232"/>
              <a:ext cx="873" cy="692"/>
              <a:chOff x="2185" y="310"/>
              <a:chExt cx="873" cy="692"/>
            </a:xfrm>
          </p:grpSpPr>
          <p:sp>
            <p:nvSpPr>
              <p:cNvPr id="201808" name="Freeform 5"/>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accent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1809" name="Freeform 6"/>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1810" name="Freeform 7"/>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1811" name="Freeform 8"/>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1812" name="Freeform 9"/>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1813" name="Freeform 10"/>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1814" name="Freeform 11"/>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grpSp>
          <p:nvGrpSpPr>
            <p:cNvPr id="201798" name="Group 12"/>
            <p:cNvGrpSpPr>
              <a:grpSpLocks/>
            </p:cNvGrpSpPr>
            <p:nvPr/>
          </p:nvGrpSpPr>
          <p:grpSpPr bwMode="auto">
            <a:xfrm>
              <a:off x="4949" y="336"/>
              <a:ext cx="591" cy="468"/>
              <a:chOff x="2185" y="310"/>
              <a:chExt cx="873" cy="692"/>
            </a:xfrm>
          </p:grpSpPr>
          <p:sp>
            <p:nvSpPr>
              <p:cNvPr id="201801" name="Freeform 13"/>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1802" name="Freeform 14"/>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1803" name="Freeform 15"/>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1804" name="Freeform 16"/>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1805" name="Freeform 17"/>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1806" name="Freeform 18"/>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1807" name="Freeform 19"/>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pic>
          <p:nvPicPr>
            <p:cNvPr id="201799" name="Picture 20"/>
            <p:cNvPicPr>
              <a:picLocks noChangeAspect="1" noChangeArrowheads="1"/>
            </p:cNvPicPr>
            <p:nvPr/>
          </p:nvPicPr>
          <p:blipFill>
            <a:blip r:embed="rId3" cstate="print">
              <a:extLst>
                <a:ext uri="{28A0092B-C50C-407E-A947-70E740481C1C}">
                  <a14:useLocalDpi xmlns:a14="http://schemas.microsoft.com/office/drawing/2010/main" val="0"/>
                </a:ext>
              </a:extLst>
            </a:blip>
            <a:srcRect l="-4282" t="-4369" r="-5199" b="-12012"/>
            <a:stretch>
              <a:fillRect/>
            </a:stretch>
          </p:blipFill>
          <p:spPr bwMode="auto">
            <a:xfrm>
              <a:off x="4456" y="136"/>
              <a:ext cx="480" cy="5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01800" name="Text Box 21"/>
            <p:cNvSpPr txBox="1">
              <a:spLocks noChangeArrowheads="1"/>
            </p:cNvSpPr>
            <p:nvPr/>
          </p:nvSpPr>
          <p:spPr bwMode="auto">
            <a:xfrm>
              <a:off x="4946" y="314"/>
              <a:ext cx="596" cy="49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4500" b="1">
                  <a:solidFill>
                    <a:srgbClr val="FF0000"/>
                  </a:solidFill>
                  <a:latin typeface="Arial Black" pitchFamily="34" charset="0"/>
                </a:rPr>
                <a:t>21</a:t>
              </a:r>
              <a:endParaRPr lang="fr-FR" altLang="fr-FR" sz="3200">
                <a:solidFill>
                  <a:schemeClr val="tx1"/>
                </a:solidFill>
                <a:latin typeface="Arial Black" pitchFamily="34" charset="0"/>
              </a:endParaRPr>
            </a:p>
          </p:txBody>
        </p:sp>
      </p:grpSp>
      <p:sp>
        <p:nvSpPr>
          <p:cNvPr id="201732" name="Text Box 22"/>
          <p:cNvSpPr txBox="1">
            <a:spLocks noChangeArrowheads="1"/>
          </p:cNvSpPr>
          <p:nvPr/>
        </p:nvSpPr>
        <p:spPr bwMode="auto">
          <a:xfrm>
            <a:off x="1822450" y="3579813"/>
            <a:ext cx="828675"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a:spcBef>
                <a:spcPct val="0"/>
              </a:spcBef>
              <a:buFontTx/>
              <a:buNone/>
            </a:pPr>
            <a:r>
              <a:rPr lang="fr-FR" altLang="fr-FR" sz="2400">
                <a:solidFill>
                  <a:srgbClr val="FC2C1C"/>
                </a:solidFill>
              </a:rPr>
              <a:t>1 R3</a:t>
            </a:r>
          </a:p>
        </p:txBody>
      </p:sp>
      <p:sp>
        <p:nvSpPr>
          <p:cNvPr id="201733" name="Rectangle 23"/>
          <p:cNvSpPr>
            <a:spLocks noGrp="1" noChangeArrowheads="1"/>
          </p:cNvSpPr>
          <p:nvPr>
            <p:ph type="title"/>
          </p:nvPr>
        </p:nvSpPr>
        <p:spPr>
          <a:xfrm>
            <a:off x="858838" y="0"/>
            <a:ext cx="6038850" cy="647700"/>
          </a:xfrm>
        </p:spPr>
        <p:txBody>
          <a:bodyPr/>
          <a:lstStyle/>
          <a:p>
            <a:pPr eaLnBrk="1" hangingPunct="1"/>
            <a:r>
              <a:rPr lang="fr-FR" altLang="fr-FR"/>
              <a:t>Sem. 4 - Mercredi</a:t>
            </a:r>
          </a:p>
        </p:txBody>
      </p:sp>
      <p:sp>
        <p:nvSpPr>
          <p:cNvPr id="201734" name="Text Box 24"/>
          <p:cNvSpPr txBox="1">
            <a:spLocks noChangeArrowheads="1"/>
          </p:cNvSpPr>
          <p:nvPr/>
        </p:nvSpPr>
        <p:spPr bwMode="auto">
          <a:xfrm>
            <a:off x="574675" y="2030413"/>
            <a:ext cx="3557588"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2. Livrez les commandes</a:t>
            </a:r>
          </a:p>
        </p:txBody>
      </p:sp>
      <p:sp>
        <p:nvSpPr>
          <p:cNvPr id="201735" name="Text Box 25"/>
          <p:cNvSpPr txBox="1">
            <a:spLocks noChangeArrowheads="1"/>
          </p:cNvSpPr>
          <p:nvPr/>
        </p:nvSpPr>
        <p:spPr bwMode="auto">
          <a:xfrm>
            <a:off x="566738" y="1154113"/>
            <a:ext cx="1946275"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1. Tirez le dé</a:t>
            </a:r>
          </a:p>
        </p:txBody>
      </p:sp>
      <p:sp>
        <p:nvSpPr>
          <p:cNvPr id="201736" name="Text Box 26"/>
          <p:cNvSpPr txBox="1">
            <a:spLocks noChangeArrowheads="1"/>
          </p:cNvSpPr>
          <p:nvPr/>
        </p:nvSpPr>
        <p:spPr bwMode="auto">
          <a:xfrm>
            <a:off x="579438" y="4316413"/>
            <a:ext cx="18796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3. Produisez</a:t>
            </a:r>
          </a:p>
        </p:txBody>
      </p:sp>
      <p:grpSp>
        <p:nvGrpSpPr>
          <p:cNvPr id="201737" name="Group 27"/>
          <p:cNvGrpSpPr>
            <a:grpSpLocks/>
          </p:cNvGrpSpPr>
          <p:nvPr/>
        </p:nvGrpSpPr>
        <p:grpSpPr bwMode="auto">
          <a:xfrm>
            <a:off x="2843213" y="1106488"/>
            <a:ext cx="446087" cy="534987"/>
            <a:chOff x="868" y="1439"/>
            <a:chExt cx="811" cy="972"/>
          </a:xfrm>
        </p:grpSpPr>
        <p:sp>
          <p:nvSpPr>
            <p:cNvPr id="201746" name="Freeform 28"/>
            <p:cNvSpPr>
              <a:spLocks/>
            </p:cNvSpPr>
            <p:nvPr/>
          </p:nvSpPr>
          <p:spPr bwMode="auto">
            <a:xfrm>
              <a:off x="1548" y="2014"/>
              <a:ext cx="123" cy="100"/>
            </a:xfrm>
            <a:custGeom>
              <a:avLst/>
              <a:gdLst>
                <a:gd name="T0" fmla="*/ 5 w 618"/>
                <a:gd name="T1" fmla="*/ 0 h 502"/>
                <a:gd name="T2" fmla="*/ 5 w 618"/>
                <a:gd name="T3" fmla="*/ 0 h 502"/>
                <a:gd name="T4" fmla="*/ 0 w 618"/>
                <a:gd name="T5" fmla="*/ 4 h 502"/>
                <a:gd name="T6" fmla="*/ 0 w 618"/>
                <a:gd name="T7" fmla="*/ 4 h 502"/>
                <a:gd name="T8" fmla="*/ 5 w 618"/>
                <a:gd name="T9" fmla="*/ 0 h 502"/>
                <a:gd name="T10" fmla="*/ 5 w 618"/>
                <a:gd name="T11" fmla="*/ 0 h 502"/>
                <a:gd name="T12" fmla="*/ 5 w 618"/>
                <a:gd name="T13" fmla="*/ 0 h 502"/>
                <a:gd name="T14" fmla="*/ 5 w 618"/>
                <a:gd name="T15" fmla="*/ 0 h 502"/>
                <a:gd name="T16" fmla="*/ 5 w 618"/>
                <a:gd name="T17" fmla="*/ 0 h 502"/>
                <a:gd name="T18" fmla="*/ 5 w 618"/>
                <a:gd name="T19" fmla="*/ 0 h 502"/>
                <a:gd name="T20" fmla="*/ 5 w 618"/>
                <a:gd name="T21" fmla="*/ 0 h 502"/>
                <a:gd name="T22" fmla="*/ 5 w 618"/>
                <a:gd name="T23" fmla="*/ 0 h 502"/>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618"/>
                <a:gd name="T37" fmla="*/ 0 h 502"/>
                <a:gd name="T38" fmla="*/ 618 w 618"/>
                <a:gd name="T39" fmla="*/ 502 h 502"/>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618" h="502">
                  <a:moveTo>
                    <a:pt x="611" y="0"/>
                  </a:moveTo>
                  <a:lnTo>
                    <a:pt x="606" y="2"/>
                  </a:lnTo>
                  <a:lnTo>
                    <a:pt x="0" y="490"/>
                  </a:lnTo>
                  <a:lnTo>
                    <a:pt x="10" y="502"/>
                  </a:lnTo>
                  <a:lnTo>
                    <a:pt x="616" y="14"/>
                  </a:lnTo>
                  <a:lnTo>
                    <a:pt x="611" y="16"/>
                  </a:lnTo>
                  <a:lnTo>
                    <a:pt x="616" y="14"/>
                  </a:lnTo>
                  <a:lnTo>
                    <a:pt x="618" y="9"/>
                  </a:lnTo>
                  <a:lnTo>
                    <a:pt x="617" y="3"/>
                  </a:lnTo>
                  <a:lnTo>
                    <a:pt x="612" y="1"/>
                  </a:lnTo>
                  <a:lnTo>
                    <a:pt x="606" y="2"/>
                  </a:lnTo>
                  <a:lnTo>
                    <a:pt x="611"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1747" name="Freeform 29"/>
            <p:cNvSpPr>
              <a:spLocks/>
            </p:cNvSpPr>
            <p:nvPr/>
          </p:nvSpPr>
          <p:spPr bwMode="auto">
            <a:xfrm>
              <a:off x="876" y="1852"/>
              <a:ext cx="82" cy="373"/>
            </a:xfrm>
            <a:custGeom>
              <a:avLst/>
              <a:gdLst>
                <a:gd name="T0" fmla="*/ 3 w 413"/>
                <a:gd name="T1" fmla="*/ 15 h 1865"/>
                <a:gd name="T2" fmla="*/ 3 w 413"/>
                <a:gd name="T3" fmla="*/ 15 h 1865"/>
                <a:gd name="T4" fmla="*/ 0 w 413"/>
                <a:gd name="T5" fmla="*/ 0 h 1865"/>
                <a:gd name="T6" fmla="*/ 0 w 413"/>
                <a:gd name="T7" fmla="*/ 0 h 1865"/>
                <a:gd name="T8" fmla="*/ 3 w 413"/>
                <a:gd name="T9" fmla="*/ 15 h 1865"/>
                <a:gd name="T10" fmla="*/ 3 w 413"/>
                <a:gd name="T11" fmla="*/ 15 h 1865"/>
                <a:gd name="T12" fmla="*/ 3 w 413"/>
                <a:gd name="T13" fmla="*/ 15 h 1865"/>
                <a:gd name="T14" fmla="*/ 3 w 413"/>
                <a:gd name="T15" fmla="*/ 15 h 1865"/>
                <a:gd name="T16" fmla="*/ 3 w 413"/>
                <a:gd name="T17" fmla="*/ 15 h 1865"/>
                <a:gd name="T18" fmla="*/ 3 w 413"/>
                <a:gd name="T19" fmla="*/ 15 h 1865"/>
                <a:gd name="T20" fmla="*/ 3 w 413"/>
                <a:gd name="T21" fmla="*/ 15 h 1865"/>
                <a:gd name="T22" fmla="*/ 3 w 413"/>
                <a:gd name="T23" fmla="*/ 15 h 186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413"/>
                <a:gd name="T37" fmla="*/ 0 h 1865"/>
                <a:gd name="T38" fmla="*/ 413 w 413"/>
                <a:gd name="T39" fmla="*/ 1865 h 1865"/>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413" h="1865">
                  <a:moveTo>
                    <a:pt x="400" y="1864"/>
                  </a:moveTo>
                  <a:lnTo>
                    <a:pt x="413" y="1856"/>
                  </a:lnTo>
                  <a:lnTo>
                    <a:pt x="17" y="0"/>
                  </a:lnTo>
                  <a:lnTo>
                    <a:pt x="0" y="2"/>
                  </a:lnTo>
                  <a:lnTo>
                    <a:pt x="396" y="1858"/>
                  </a:lnTo>
                  <a:lnTo>
                    <a:pt x="409" y="1850"/>
                  </a:lnTo>
                  <a:lnTo>
                    <a:pt x="396" y="1858"/>
                  </a:lnTo>
                  <a:lnTo>
                    <a:pt x="400" y="1864"/>
                  </a:lnTo>
                  <a:lnTo>
                    <a:pt x="406" y="1865"/>
                  </a:lnTo>
                  <a:lnTo>
                    <a:pt x="410" y="1862"/>
                  </a:lnTo>
                  <a:lnTo>
                    <a:pt x="413" y="1856"/>
                  </a:lnTo>
                  <a:lnTo>
                    <a:pt x="400" y="186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1748" name="Freeform 30"/>
            <p:cNvSpPr>
              <a:spLocks/>
            </p:cNvSpPr>
            <p:nvPr/>
          </p:nvSpPr>
          <p:spPr bwMode="auto">
            <a:xfrm>
              <a:off x="1282" y="1533"/>
              <a:ext cx="35" cy="161"/>
            </a:xfrm>
            <a:custGeom>
              <a:avLst/>
              <a:gdLst>
                <a:gd name="T0" fmla="*/ 1 w 175"/>
                <a:gd name="T1" fmla="*/ 6 h 807"/>
                <a:gd name="T2" fmla="*/ 1 w 175"/>
                <a:gd name="T3" fmla="*/ 6 h 807"/>
                <a:gd name="T4" fmla="*/ 1 w 175"/>
                <a:gd name="T5" fmla="*/ 6 h 807"/>
                <a:gd name="T6" fmla="*/ 1 w 175"/>
                <a:gd name="T7" fmla="*/ 5 h 807"/>
                <a:gd name="T8" fmla="*/ 1 w 175"/>
                <a:gd name="T9" fmla="*/ 5 h 807"/>
                <a:gd name="T10" fmla="*/ 1 w 175"/>
                <a:gd name="T11" fmla="*/ 5 h 807"/>
                <a:gd name="T12" fmla="*/ 1 w 175"/>
                <a:gd name="T13" fmla="*/ 4 h 807"/>
                <a:gd name="T14" fmla="*/ 1 w 175"/>
                <a:gd name="T15" fmla="*/ 4 h 807"/>
                <a:gd name="T16" fmla="*/ 1 w 175"/>
                <a:gd name="T17" fmla="*/ 3 h 807"/>
                <a:gd name="T18" fmla="*/ 1 w 175"/>
                <a:gd name="T19" fmla="*/ 3 h 807"/>
                <a:gd name="T20" fmla="*/ 1 w 175"/>
                <a:gd name="T21" fmla="*/ 3 h 807"/>
                <a:gd name="T22" fmla="*/ 1 w 175"/>
                <a:gd name="T23" fmla="*/ 2 h 807"/>
                <a:gd name="T24" fmla="*/ 1 w 175"/>
                <a:gd name="T25" fmla="*/ 2 h 807"/>
                <a:gd name="T26" fmla="*/ 1 w 175"/>
                <a:gd name="T27" fmla="*/ 2 h 807"/>
                <a:gd name="T28" fmla="*/ 1 w 175"/>
                <a:gd name="T29" fmla="*/ 1 h 807"/>
                <a:gd name="T30" fmla="*/ 1 w 175"/>
                <a:gd name="T31" fmla="*/ 1 h 807"/>
                <a:gd name="T32" fmla="*/ 1 w 175"/>
                <a:gd name="T33" fmla="*/ 1 h 807"/>
                <a:gd name="T34" fmla="*/ 1 w 175"/>
                <a:gd name="T35" fmla="*/ 0 h 807"/>
                <a:gd name="T36" fmla="*/ 1 w 175"/>
                <a:gd name="T37" fmla="*/ 0 h 807"/>
                <a:gd name="T38" fmla="*/ 1 w 175"/>
                <a:gd name="T39" fmla="*/ 0 h 807"/>
                <a:gd name="T40" fmla="*/ 0 w 175"/>
                <a:gd name="T41" fmla="*/ 1 h 807"/>
                <a:gd name="T42" fmla="*/ 0 w 175"/>
                <a:gd name="T43" fmla="*/ 1 h 807"/>
                <a:gd name="T44" fmla="*/ 0 w 175"/>
                <a:gd name="T45" fmla="*/ 1 h 807"/>
                <a:gd name="T46" fmla="*/ 0 w 175"/>
                <a:gd name="T47" fmla="*/ 2 h 807"/>
                <a:gd name="T48" fmla="*/ 0 w 175"/>
                <a:gd name="T49" fmla="*/ 2 h 807"/>
                <a:gd name="T50" fmla="*/ 0 w 175"/>
                <a:gd name="T51" fmla="*/ 3 h 807"/>
                <a:gd name="T52" fmla="*/ 0 w 175"/>
                <a:gd name="T53" fmla="*/ 3 h 807"/>
                <a:gd name="T54" fmla="*/ 0 w 175"/>
                <a:gd name="T55" fmla="*/ 3 h 807"/>
                <a:gd name="T56" fmla="*/ 0 w 175"/>
                <a:gd name="T57" fmla="*/ 4 h 807"/>
                <a:gd name="T58" fmla="*/ 0 w 175"/>
                <a:gd name="T59" fmla="*/ 4 h 807"/>
                <a:gd name="T60" fmla="*/ 0 w 175"/>
                <a:gd name="T61" fmla="*/ 5 h 807"/>
                <a:gd name="T62" fmla="*/ 0 w 175"/>
                <a:gd name="T63" fmla="*/ 5 h 807"/>
                <a:gd name="T64" fmla="*/ 0 w 175"/>
                <a:gd name="T65" fmla="*/ 5 h 807"/>
                <a:gd name="T66" fmla="*/ 1 w 175"/>
                <a:gd name="T67" fmla="*/ 6 h 807"/>
                <a:gd name="T68" fmla="*/ 1 w 175"/>
                <a:gd name="T69" fmla="*/ 6 h 807"/>
                <a:gd name="T70" fmla="*/ 1 w 175"/>
                <a:gd name="T71" fmla="*/ 6 h 807"/>
                <a:gd name="T72" fmla="*/ 1 w 175"/>
                <a:gd name="T73" fmla="*/ 6 h 807"/>
                <a:gd name="T74" fmla="*/ 1 w 175"/>
                <a:gd name="T75" fmla="*/ 6 h 807"/>
                <a:gd name="T76" fmla="*/ 1 w 175"/>
                <a:gd name="T77" fmla="*/ 6 h 807"/>
                <a:gd name="T78" fmla="*/ 1 w 175"/>
                <a:gd name="T79" fmla="*/ 6 h 807"/>
                <a:gd name="T80" fmla="*/ 1 w 175"/>
                <a:gd name="T81" fmla="*/ 6 h 807"/>
                <a:gd name="T82" fmla="*/ 1 w 175"/>
                <a:gd name="T83" fmla="*/ 6 h 807"/>
                <a:gd name="T84" fmla="*/ 1 w 175"/>
                <a:gd name="T85" fmla="*/ 6 h 807"/>
                <a:gd name="T86" fmla="*/ 1 w 175"/>
                <a:gd name="T87" fmla="*/ 6 h 807"/>
                <a:gd name="T88" fmla="*/ 1 w 175"/>
                <a:gd name="T89" fmla="*/ 6 h 807"/>
                <a:gd name="T90" fmla="*/ 1 w 175"/>
                <a:gd name="T91" fmla="*/ 6 h 80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175"/>
                <a:gd name="T139" fmla="*/ 0 h 807"/>
                <a:gd name="T140" fmla="*/ 175 w 175"/>
                <a:gd name="T141" fmla="*/ 807 h 80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175" h="807">
                  <a:moveTo>
                    <a:pt x="169" y="740"/>
                  </a:moveTo>
                  <a:lnTo>
                    <a:pt x="169" y="739"/>
                  </a:lnTo>
                  <a:lnTo>
                    <a:pt x="149" y="698"/>
                  </a:lnTo>
                  <a:lnTo>
                    <a:pt x="133" y="656"/>
                  </a:lnTo>
                  <a:lnTo>
                    <a:pt x="120" y="611"/>
                  </a:lnTo>
                  <a:lnTo>
                    <a:pt x="108" y="565"/>
                  </a:lnTo>
                  <a:lnTo>
                    <a:pt x="100" y="520"/>
                  </a:lnTo>
                  <a:lnTo>
                    <a:pt x="96" y="472"/>
                  </a:lnTo>
                  <a:lnTo>
                    <a:pt x="93" y="425"/>
                  </a:lnTo>
                  <a:lnTo>
                    <a:pt x="93" y="377"/>
                  </a:lnTo>
                  <a:lnTo>
                    <a:pt x="96" y="330"/>
                  </a:lnTo>
                  <a:lnTo>
                    <a:pt x="100" y="283"/>
                  </a:lnTo>
                  <a:lnTo>
                    <a:pt x="106" y="238"/>
                  </a:lnTo>
                  <a:lnTo>
                    <a:pt x="115" y="195"/>
                  </a:lnTo>
                  <a:lnTo>
                    <a:pt x="126" y="153"/>
                  </a:lnTo>
                  <a:lnTo>
                    <a:pt x="139" y="114"/>
                  </a:lnTo>
                  <a:lnTo>
                    <a:pt x="153" y="77"/>
                  </a:lnTo>
                  <a:lnTo>
                    <a:pt x="169" y="43"/>
                  </a:lnTo>
                  <a:lnTo>
                    <a:pt x="87" y="0"/>
                  </a:lnTo>
                  <a:lnTo>
                    <a:pt x="69" y="39"/>
                  </a:lnTo>
                  <a:lnTo>
                    <a:pt x="52" y="81"/>
                  </a:lnTo>
                  <a:lnTo>
                    <a:pt x="37" y="127"/>
                  </a:lnTo>
                  <a:lnTo>
                    <a:pt x="24" y="174"/>
                  </a:lnTo>
                  <a:lnTo>
                    <a:pt x="15" y="222"/>
                  </a:lnTo>
                  <a:lnTo>
                    <a:pt x="7" y="271"/>
                  </a:lnTo>
                  <a:lnTo>
                    <a:pt x="2" y="323"/>
                  </a:lnTo>
                  <a:lnTo>
                    <a:pt x="0" y="374"/>
                  </a:lnTo>
                  <a:lnTo>
                    <a:pt x="0" y="427"/>
                  </a:lnTo>
                  <a:lnTo>
                    <a:pt x="2" y="479"/>
                  </a:lnTo>
                  <a:lnTo>
                    <a:pt x="9" y="531"/>
                  </a:lnTo>
                  <a:lnTo>
                    <a:pt x="17" y="584"/>
                  </a:lnTo>
                  <a:lnTo>
                    <a:pt x="29" y="635"/>
                  </a:lnTo>
                  <a:lnTo>
                    <a:pt x="44" y="686"/>
                  </a:lnTo>
                  <a:lnTo>
                    <a:pt x="65" y="736"/>
                  </a:lnTo>
                  <a:lnTo>
                    <a:pt x="87" y="784"/>
                  </a:lnTo>
                  <a:lnTo>
                    <a:pt x="87" y="782"/>
                  </a:lnTo>
                  <a:lnTo>
                    <a:pt x="87" y="784"/>
                  </a:lnTo>
                  <a:lnTo>
                    <a:pt x="100" y="799"/>
                  </a:lnTo>
                  <a:lnTo>
                    <a:pt x="117" y="807"/>
                  </a:lnTo>
                  <a:lnTo>
                    <a:pt x="134" y="807"/>
                  </a:lnTo>
                  <a:lnTo>
                    <a:pt x="151" y="801"/>
                  </a:lnTo>
                  <a:lnTo>
                    <a:pt x="164" y="791"/>
                  </a:lnTo>
                  <a:lnTo>
                    <a:pt x="173" y="777"/>
                  </a:lnTo>
                  <a:lnTo>
                    <a:pt x="175" y="759"/>
                  </a:lnTo>
                  <a:lnTo>
                    <a:pt x="169" y="739"/>
                  </a:lnTo>
                  <a:lnTo>
                    <a:pt x="169" y="74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1749" name="Freeform 31"/>
            <p:cNvSpPr>
              <a:spLocks/>
            </p:cNvSpPr>
            <p:nvPr/>
          </p:nvSpPr>
          <p:spPr bwMode="auto">
            <a:xfrm>
              <a:off x="1299" y="1681"/>
              <a:ext cx="157" cy="281"/>
            </a:xfrm>
            <a:custGeom>
              <a:avLst/>
              <a:gdLst>
                <a:gd name="T0" fmla="*/ 6 w 787"/>
                <a:gd name="T1" fmla="*/ 11 h 1404"/>
                <a:gd name="T2" fmla="*/ 6 w 787"/>
                <a:gd name="T3" fmla="*/ 11 h 1404"/>
                <a:gd name="T4" fmla="*/ 1 w 787"/>
                <a:gd name="T5" fmla="*/ 0 h 1404"/>
                <a:gd name="T6" fmla="*/ 0 w 787"/>
                <a:gd name="T7" fmla="*/ 0 h 1404"/>
                <a:gd name="T8" fmla="*/ 6 w 787"/>
                <a:gd name="T9" fmla="*/ 11 h 1404"/>
                <a:gd name="T10" fmla="*/ 6 w 787"/>
                <a:gd name="T11" fmla="*/ 11 h 1404"/>
                <a:gd name="T12" fmla="*/ 6 w 787"/>
                <a:gd name="T13" fmla="*/ 11 h 1404"/>
                <a:gd name="T14" fmla="*/ 6 w 787"/>
                <a:gd name="T15" fmla="*/ 11 h 1404"/>
                <a:gd name="T16" fmla="*/ 6 w 787"/>
                <a:gd name="T17" fmla="*/ 11 h 1404"/>
                <a:gd name="T18" fmla="*/ 6 w 787"/>
                <a:gd name="T19" fmla="*/ 11 h 1404"/>
                <a:gd name="T20" fmla="*/ 6 w 787"/>
                <a:gd name="T21" fmla="*/ 11 h 1404"/>
                <a:gd name="T22" fmla="*/ 6 w 787"/>
                <a:gd name="T23" fmla="*/ 11 h 1404"/>
                <a:gd name="T24" fmla="*/ 6 w 787"/>
                <a:gd name="T25" fmla="*/ 11 h 1404"/>
                <a:gd name="T26" fmla="*/ 6 w 787"/>
                <a:gd name="T27" fmla="*/ 11 h 1404"/>
                <a:gd name="T28" fmla="*/ 6 w 787"/>
                <a:gd name="T29" fmla="*/ 11 h 1404"/>
                <a:gd name="T30" fmla="*/ 6 w 787"/>
                <a:gd name="T31" fmla="*/ 11 h 1404"/>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787"/>
                <a:gd name="T49" fmla="*/ 0 h 1404"/>
                <a:gd name="T50" fmla="*/ 787 w 787"/>
                <a:gd name="T51" fmla="*/ 1404 h 1404"/>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787" h="1404">
                  <a:moveTo>
                    <a:pt x="781" y="1334"/>
                  </a:moveTo>
                  <a:lnTo>
                    <a:pt x="781" y="1337"/>
                  </a:lnTo>
                  <a:lnTo>
                    <a:pt x="82" y="0"/>
                  </a:lnTo>
                  <a:lnTo>
                    <a:pt x="0" y="42"/>
                  </a:lnTo>
                  <a:lnTo>
                    <a:pt x="699" y="1379"/>
                  </a:lnTo>
                  <a:lnTo>
                    <a:pt x="699" y="1381"/>
                  </a:lnTo>
                  <a:lnTo>
                    <a:pt x="699" y="1379"/>
                  </a:lnTo>
                  <a:lnTo>
                    <a:pt x="712" y="1395"/>
                  </a:lnTo>
                  <a:lnTo>
                    <a:pt x="727" y="1402"/>
                  </a:lnTo>
                  <a:lnTo>
                    <a:pt x="744" y="1404"/>
                  </a:lnTo>
                  <a:lnTo>
                    <a:pt x="761" y="1398"/>
                  </a:lnTo>
                  <a:lnTo>
                    <a:pt x="775" y="1388"/>
                  </a:lnTo>
                  <a:lnTo>
                    <a:pt x="784" y="1373"/>
                  </a:lnTo>
                  <a:lnTo>
                    <a:pt x="787" y="1357"/>
                  </a:lnTo>
                  <a:lnTo>
                    <a:pt x="781" y="1337"/>
                  </a:lnTo>
                  <a:lnTo>
                    <a:pt x="781" y="13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1750" name="Freeform 32"/>
            <p:cNvSpPr>
              <a:spLocks/>
            </p:cNvSpPr>
            <p:nvPr/>
          </p:nvSpPr>
          <p:spPr bwMode="auto">
            <a:xfrm>
              <a:off x="1439" y="1948"/>
              <a:ext cx="125" cy="76"/>
            </a:xfrm>
            <a:custGeom>
              <a:avLst/>
              <a:gdLst>
                <a:gd name="T0" fmla="*/ 5 w 628"/>
                <a:gd name="T1" fmla="*/ 2 h 383"/>
                <a:gd name="T2" fmla="*/ 5 w 628"/>
                <a:gd name="T3" fmla="*/ 2 h 383"/>
                <a:gd name="T4" fmla="*/ 4 w 628"/>
                <a:gd name="T5" fmla="*/ 2 h 383"/>
                <a:gd name="T6" fmla="*/ 4 w 628"/>
                <a:gd name="T7" fmla="*/ 2 h 383"/>
                <a:gd name="T8" fmla="*/ 4 w 628"/>
                <a:gd name="T9" fmla="*/ 2 h 383"/>
                <a:gd name="T10" fmla="*/ 3 w 628"/>
                <a:gd name="T11" fmla="*/ 2 h 383"/>
                <a:gd name="T12" fmla="*/ 3 w 628"/>
                <a:gd name="T13" fmla="*/ 2 h 383"/>
                <a:gd name="T14" fmla="*/ 3 w 628"/>
                <a:gd name="T15" fmla="*/ 2 h 383"/>
                <a:gd name="T16" fmla="*/ 3 w 628"/>
                <a:gd name="T17" fmla="*/ 2 h 383"/>
                <a:gd name="T18" fmla="*/ 2 w 628"/>
                <a:gd name="T19" fmla="*/ 2 h 383"/>
                <a:gd name="T20" fmla="*/ 2 w 628"/>
                <a:gd name="T21" fmla="*/ 2 h 383"/>
                <a:gd name="T22" fmla="*/ 2 w 628"/>
                <a:gd name="T23" fmla="*/ 1 h 383"/>
                <a:gd name="T24" fmla="*/ 2 w 628"/>
                <a:gd name="T25" fmla="*/ 1 h 383"/>
                <a:gd name="T26" fmla="*/ 1 w 628"/>
                <a:gd name="T27" fmla="*/ 1 h 383"/>
                <a:gd name="T28" fmla="*/ 1 w 628"/>
                <a:gd name="T29" fmla="*/ 1 h 383"/>
                <a:gd name="T30" fmla="*/ 1 w 628"/>
                <a:gd name="T31" fmla="*/ 1 h 383"/>
                <a:gd name="T32" fmla="*/ 1 w 628"/>
                <a:gd name="T33" fmla="*/ 0 h 383"/>
                <a:gd name="T34" fmla="*/ 1 w 628"/>
                <a:gd name="T35" fmla="*/ 0 h 383"/>
                <a:gd name="T36" fmla="*/ 0 w 628"/>
                <a:gd name="T37" fmla="*/ 0 h 383"/>
                <a:gd name="T38" fmla="*/ 0 w 628"/>
                <a:gd name="T39" fmla="*/ 1 h 383"/>
                <a:gd name="T40" fmla="*/ 0 w 628"/>
                <a:gd name="T41" fmla="*/ 1 h 383"/>
                <a:gd name="T42" fmla="*/ 1 w 628"/>
                <a:gd name="T43" fmla="*/ 1 h 383"/>
                <a:gd name="T44" fmla="*/ 1 w 628"/>
                <a:gd name="T45" fmla="*/ 1 h 383"/>
                <a:gd name="T46" fmla="*/ 1 w 628"/>
                <a:gd name="T47" fmla="*/ 2 h 383"/>
                <a:gd name="T48" fmla="*/ 1 w 628"/>
                <a:gd name="T49" fmla="*/ 2 h 383"/>
                <a:gd name="T50" fmla="*/ 2 w 628"/>
                <a:gd name="T51" fmla="*/ 2 h 383"/>
                <a:gd name="T52" fmla="*/ 2 w 628"/>
                <a:gd name="T53" fmla="*/ 2 h 383"/>
                <a:gd name="T54" fmla="*/ 2 w 628"/>
                <a:gd name="T55" fmla="*/ 2 h 383"/>
                <a:gd name="T56" fmla="*/ 3 w 628"/>
                <a:gd name="T57" fmla="*/ 3 h 383"/>
                <a:gd name="T58" fmla="*/ 3 w 628"/>
                <a:gd name="T59" fmla="*/ 3 h 383"/>
                <a:gd name="T60" fmla="*/ 3 w 628"/>
                <a:gd name="T61" fmla="*/ 3 h 383"/>
                <a:gd name="T62" fmla="*/ 4 w 628"/>
                <a:gd name="T63" fmla="*/ 3 h 383"/>
                <a:gd name="T64" fmla="*/ 4 w 628"/>
                <a:gd name="T65" fmla="*/ 3 h 383"/>
                <a:gd name="T66" fmla="*/ 4 w 628"/>
                <a:gd name="T67" fmla="*/ 3 h 383"/>
                <a:gd name="T68" fmla="*/ 5 w 628"/>
                <a:gd name="T69" fmla="*/ 3 h 383"/>
                <a:gd name="T70" fmla="*/ 5 w 628"/>
                <a:gd name="T71" fmla="*/ 3 h 383"/>
                <a:gd name="T72" fmla="*/ 5 w 628"/>
                <a:gd name="T73" fmla="*/ 3 h 383"/>
                <a:gd name="T74" fmla="*/ 5 w 628"/>
                <a:gd name="T75" fmla="*/ 3 h 383"/>
                <a:gd name="T76" fmla="*/ 5 w 628"/>
                <a:gd name="T77" fmla="*/ 3 h 383"/>
                <a:gd name="T78" fmla="*/ 5 w 628"/>
                <a:gd name="T79" fmla="*/ 3 h 383"/>
                <a:gd name="T80" fmla="*/ 5 w 628"/>
                <a:gd name="T81" fmla="*/ 3 h 383"/>
                <a:gd name="T82" fmla="*/ 5 w 628"/>
                <a:gd name="T83" fmla="*/ 3 h 383"/>
                <a:gd name="T84" fmla="*/ 5 w 628"/>
                <a:gd name="T85" fmla="*/ 2 h 383"/>
                <a:gd name="T86" fmla="*/ 5 w 628"/>
                <a:gd name="T87" fmla="*/ 2 h 383"/>
                <a:gd name="T88" fmla="*/ 5 w 628"/>
                <a:gd name="T89" fmla="*/ 2 h 383"/>
                <a:gd name="T90" fmla="*/ 5 w 628"/>
                <a:gd name="T91" fmla="*/ 2 h 38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628"/>
                <a:gd name="T139" fmla="*/ 0 h 383"/>
                <a:gd name="T140" fmla="*/ 628 w 628"/>
                <a:gd name="T141" fmla="*/ 383 h 38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628" h="383">
                  <a:moveTo>
                    <a:pt x="581" y="289"/>
                  </a:moveTo>
                  <a:lnTo>
                    <a:pt x="582" y="289"/>
                  </a:lnTo>
                  <a:lnTo>
                    <a:pt x="541" y="287"/>
                  </a:lnTo>
                  <a:lnTo>
                    <a:pt x="500" y="283"/>
                  </a:lnTo>
                  <a:lnTo>
                    <a:pt x="462" y="276"/>
                  </a:lnTo>
                  <a:lnTo>
                    <a:pt x="424" y="268"/>
                  </a:lnTo>
                  <a:lnTo>
                    <a:pt x="389" y="255"/>
                  </a:lnTo>
                  <a:lnTo>
                    <a:pt x="352" y="242"/>
                  </a:lnTo>
                  <a:lnTo>
                    <a:pt x="320" y="227"/>
                  </a:lnTo>
                  <a:lnTo>
                    <a:pt x="287" y="209"/>
                  </a:lnTo>
                  <a:lnTo>
                    <a:pt x="255" y="189"/>
                  </a:lnTo>
                  <a:lnTo>
                    <a:pt x="226" y="168"/>
                  </a:lnTo>
                  <a:lnTo>
                    <a:pt x="198" y="145"/>
                  </a:lnTo>
                  <a:lnTo>
                    <a:pt x="172" y="119"/>
                  </a:lnTo>
                  <a:lnTo>
                    <a:pt x="146" y="92"/>
                  </a:lnTo>
                  <a:lnTo>
                    <a:pt x="122" y="64"/>
                  </a:lnTo>
                  <a:lnTo>
                    <a:pt x="100" y="33"/>
                  </a:lnTo>
                  <a:lnTo>
                    <a:pt x="82" y="0"/>
                  </a:lnTo>
                  <a:lnTo>
                    <a:pt x="0" y="47"/>
                  </a:lnTo>
                  <a:lnTo>
                    <a:pt x="23" y="85"/>
                  </a:lnTo>
                  <a:lnTo>
                    <a:pt x="49" y="120"/>
                  </a:lnTo>
                  <a:lnTo>
                    <a:pt x="76" y="153"/>
                  </a:lnTo>
                  <a:lnTo>
                    <a:pt x="104" y="185"/>
                  </a:lnTo>
                  <a:lnTo>
                    <a:pt x="137" y="215"/>
                  </a:lnTo>
                  <a:lnTo>
                    <a:pt x="170" y="241"/>
                  </a:lnTo>
                  <a:lnTo>
                    <a:pt x="204" y="267"/>
                  </a:lnTo>
                  <a:lnTo>
                    <a:pt x="240" y="289"/>
                  </a:lnTo>
                  <a:lnTo>
                    <a:pt x="277" y="309"/>
                  </a:lnTo>
                  <a:lnTo>
                    <a:pt x="317" y="329"/>
                  </a:lnTo>
                  <a:lnTo>
                    <a:pt x="358" y="344"/>
                  </a:lnTo>
                  <a:lnTo>
                    <a:pt x="400" y="357"/>
                  </a:lnTo>
                  <a:lnTo>
                    <a:pt x="444" y="367"/>
                  </a:lnTo>
                  <a:lnTo>
                    <a:pt x="488" y="374"/>
                  </a:lnTo>
                  <a:lnTo>
                    <a:pt x="534" y="380"/>
                  </a:lnTo>
                  <a:lnTo>
                    <a:pt x="580" y="383"/>
                  </a:lnTo>
                  <a:lnTo>
                    <a:pt x="581" y="383"/>
                  </a:lnTo>
                  <a:lnTo>
                    <a:pt x="580" y="383"/>
                  </a:lnTo>
                  <a:lnTo>
                    <a:pt x="600" y="379"/>
                  </a:lnTo>
                  <a:lnTo>
                    <a:pt x="615" y="369"/>
                  </a:lnTo>
                  <a:lnTo>
                    <a:pt x="624" y="353"/>
                  </a:lnTo>
                  <a:lnTo>
                    <a:pt x="628" y="337"/>
                  </a:lnTo>
                  <a:lnTo>
                    <a:pt x="625" y="319"/>
                  </a:lnTo>
                  <a:lnTo>
                    <a:pt x="617" y="304"/>
                  </a:lnTo>
                  <a:lnTo>
                    <a:pt x="602" y="294"/>
                  </a:lnTo>
                  <a:lnTo>
                    <a:pt x="582" y="289"/>
                  </a:lnTo>
                  <a:lnTo>
                    <a:pt x="581" y="28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1751" name="Freeform 33"/>
            <p:cNvSpPr>
              <a:spLocks/>
            </p:cNvSpPr>
            <p:nvPr/>
          </p:nvSpPr>
          <p:spPr bwMode="auto">
            <a:xfrm>
              <a:off x="1587" y="1880"/>
              <a:ext cx="85" cy="49"/>
            </a:xfrm>
            <a:custGeom>
              <a:avLst/>
              <a:gdLst>
                <a:gd name="T0" fmla="*/ 3 w 426"/>
                <a:gd name="T1" fmla="*/ 0 h 245"/>
                <a:gd name="T2" fmla="*/ 3 w 426"/>
                <a:gd name="T3" fmla="*/ 0 h 245"/>
                <a:gd name="T4" fmla="*/ 3 w 426"/>
                <a:gd name="T5" fmla="*/ 0 h 245"/>
                <a:gd name="T6" fmla="*/ 3 w 426"/>
                <a:gd name="T7" fmla="*/ 0 h 245"/>
                <a:gd name="T8" fmla="*/ 2 w 426"/>
                <a:gd name="T9" fmla="*/ 0 h 245"/>
                <a:gd name="T10" fmla="*/ 2 w 426"/>
                <a:gd name="T11" fmla="*/ 0 h 245"/>
                <a:gd name="T12" fmla="*/ 2 w 426"/>
                <a:gd name="T13" fmla="*/ 0 h 245"/>
                <a:gd name="T14" fmla="*/ 2 w 426"/>
                <a:gd name="T15" fmla="*/ 0 h 245"/>
                <a:gd name="T16" fmla="*/ 1 w 426"/>
                <a:gd name="T17" fmla="*/ 0 h 245"/>
                <a:gd name="T18" fmla="*/ 1 w 426"/>
                <a:gd name="T19" fmla="*/ 1 h 245"/>
                <a:gd name="T20" fmla="*/ 1 w 426"/>
                <a:gd name="T21" fmla="*/ 1 h 245"/>
                <a:gd name="T22" fmla="*/ 1 w 426"/>
                <a:gd name="T23" fmla="*/ 1 h 245"/>
                <a:gd name="T24" fmla="*/ 0 w 426"/>
                <a:gd name="T25" fmla="*/ 1 h 245"/>
                <a:gd name="T26" fmla="*/ 0 w 426"/>
                <a:gd name="T27" fmla="*/ 1 h 245"/>
                <a:gd name="T28" fmla="*/ 0 w 426"/>
                <a:gd name="T29" fmla="*/ 1 h 245"/>
                <a:gd name="T30" fmla="*/ 0 w 426"/>
                <a:gd name="T31" fmla="*/ 2 h 245"/>
                <a:gd name="T32" fmla="*/ 0 w 426"/>
                <a:gd name="T33" fmla="*/ 2 h 245"/>
                <a:gd name="T34" fmla="*/ 0 w 426"/>
                <a:gd name="T35" fmla="*/ 2 h 245"/>
                <a:gd name="T36" fmla="*/ 0 w 426"/>
                <a:gd name="T37" fmla="*/ 2 h 245"/>
                <a:gd name="T38" fmla="*/ 0 w 426"/>
                <a:gd name="T39" fmla="*/ 2 h 245"/>
                <a:gd name="T40" fmla="*/ 0 w 426"/>
                <a:gd name="T41" fmla="*/ 2 h 245"/>
                <a:gd name="T42" fmla="*/ 0 w 426"/>
                <a:gd name="T43" fmla="*/ 1 h 245"/>
                <a:gd name="T44" fmla="*/ 0 w 426"/>
                <a:gd name="T45" fmla="*/ 1 h 245"/>
                <a:gd name="T46" fmla="*/ 0 w 426"/>
                <a:gd name="T47" fmla="*/ 1 h 245"/>
                <a:gd name="T48" fmla="*/ 1 w 426"/>
                <a:gd name="T49" fmla="*/ 1 h 245"/>
                <a:gd name="T50" fmla="*/ 1 w 426"/>
                <a:gd name="T51" fmla="*/ 1 h 245"/>
                <a:gd name="T52" fmla="*/ 1 w 426"/>
                <a:gd name="T53" fmla="*/ 1 h 245"/>
                <a:gd name="T54" fmla="*/ 1 w 426"/>
                <a:gd name="T55" fmla="*/ 1 h 245"/>
                <a:gd name="T56" fmla="*/ 2 w 426"/>
                <a:gd name="T57" fmla="*/ 0 h 245"/>
                <a:gd name="T58" fmla="*/ 2 w 426"/>
                <a:gd name="T59" fmla="*/ 0 h 245"/>
                <a:gd name="T60" fmla="*/ 2 w 426"/>
                <a:gd name="T61" fmla="*/ 0 h 245"/>
                <a:gd name="T62" fmla="*/ 2 w 426"/>
                <a:gd name="T63" fmla="*/ 0 h 245"/>
                <a:gd name="T64" fmla="*/ 3 w 426"/>
                <a:gd name="T65" fmla="*/ 0 h 245"/>
                <a:gd name="T66" fmla="*/ 3 w 426"/>
                <a:gd name="T67" fmla="*/ 0 h 245"/>
                <a:gd name="T68" fmla="*/ 3 w 426"/>
                <a:gd name="T69" fmla="*/ 0 h 245"/>
                <a:gd name="T70" fmla="*/ 3 w 426"/>
                <a:gd name="T71" fmla="*/ 0 h 245"/>
                <a:gd name="T72" fmla="*/ 3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426" y="0"/>
                  </a:moveTo>
                  <a:lnTo>
                    <a:pt x="426" y="0"/>
                  </a:lnTo>
                  <a:lnTo>
                    <a:pt x="384" y="1"/>
                  </a:lnTo>
                  <a:lnTo>
                    <a:pt x="340" y="4"/>
                  </a:lnTo>
                  <a:lnTo>
                    <a:pt x="300" y="10"/>
                  </a:lnTo>
                  <a:lnTo>
                    <a:pt x="262" y="18"/>
                  </a:lnTo>
                  <a:lnTo>
                    <a:pt x="224" y="29"/>
                  </a:lnTo>
                  <a:lnTo>
                    <a:pt x="189" y="41"/>
                  </a:lnTo>
                  <a:lnTo>
                    <a:pt x="157" y="55"/>
                  </a:lnTo>
                  <a:lnTo>
                    <a:pt x="126" y="70"/>
                  </a:lnTo>
                  <a:lnTo>
                    <a:pt x="99" y="89"/>
                  </a:lnTo>
                  <a:lnTo>
                    <a:pt x="74" y="106"/>
                  </a:lnTo>
                  <a:lnTo>
                    <a:pt x="52" y="126"/>
                  </a:lnTo>
                  <a:lnTo>
                    <a:pt x="34" y="148"/>
                  </a:lnTo>
                  <a:lnTo>
                    <a:pt x="19" y="171"/>
                  </a:lnTo>
                  <a:lnTo>
                    <a:pt x="9" y="194"/>
                  </a:lnTo>
                  <a:lnTo>
                    <a:pt x="3" y="219"/>
                  </a:lnTo>
                  <a:lnTo>
                    <a:pt x="0" y="245"/>
                  </a:lnTo>
                  <a:lnTo>
                    <a:pt x="12" y="245"/>
                  </a:lnTo>
                  <a:lnTo>
                    <a:pt x="15" y="221"/>
                  </a:lnTo>
                  <a:lnTo>
                    <a:pt x="20" y="199"/>
                  </a:lnTo>
                  <a:lnTo>
                    <a:pt x="31" y="178"/>
                  </a:lnTo>
                  <a:lnTo>
                    <a:pt x="44" y="156"/>
                  </a:lnTo>
                  <a:lnTo>
                    <a:pt x="61" y="136"/>
                  </a:lnTo>
                  <a:lnTo>
                    <a:pt x="81" y="116"/>
                  </a:lnTo>
                  <a:lnTo>
                    <a:pt x="106" y="98"/>
                  </a:lnTo>
                  <a:lnTo>
                    <a:pt x="133" y="82"/>
                  </a:lnTo>
                  <a:lnTo>
                    <a:pt x="162" y="66"/>
                  </a:lnTo>
                  <a:lnTo>
                    <a:pt x="194" y="52"/>
                  </a:lnTo>
                  <a:lnTo>
                    <a:pt x="229" y="41"/>
                  </a:lnTo>
                  <a:lnTo>
                    <a:pt x="264" y="30"/>
                  </a:lnTo>
                  <a:lnTo>
                    <a:pt x="303" y="22"/>
                  </a:lnTo>
                  <a:lnTo>
                    <a:pt x="343" y="16"/>
                  </a:lnTo>
                  <a:lnTo>
                    <a:pt x="384" y="12"/>
                  </a:lnTo>
                  <a:lnTo>
                    <a:pt x="426" y="11"/>
                  </a:lnTo>
                  <a:lnTo>
                    <a:pt x="42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1752" name="Freeform 34"/>
            <p:cNvSpPr>
              <a:spLocks/>
            </p:cNvSpPr>
            <p:nvPr/>
          </p:nvSpPr>
          <p:spPr bwMode="auto">
            <a:xfrm>
              <a:off x="1587" y="1929"/>
              <a:ext cx="85" cy="49"/>
            </a:xfrm>
            <a:custGeom>
              <a:avLst/>
              <a:gdLst>
                <a:gd name="T0" fmla="*/ 0 w 426"/>
                <a:gd name="T1" fmla="*/ 0 h 245"/>
                <a:gd name="T2" fmla="*/ 0 w 426"/>
                <a:gd name="T3" fmla="*/ 0 h 245"/>
                <a:gd name="T4" fmla="*/ 0 w 426"/>
                <a:gd name="T5" fmla="*/ 0 h 245"/>
                <a:gd name="T6" fmla="*/ 0 w 426"/>
                <a:gd name="T7" fmla="*/ 0 h 245"/>
                <a:gd name="T8" fmla="*/ 0 w 426"/>
                <a:gd name="T9" fmla="*/ 1 h 245"/>
                <a:gd name="T10" fmla="*/ 0 w 426"/>
                <a:gd name="T11" fmla="*/ 1 h 245"/>
                <a:gd name="T12" fmla="*/ 0 w 426"/>
                <a:gd name="T13" fmla="*/ 1 h 245"/>
                <a:gd name="T14" fmla="*/ 1 w 426"/>
                <a:gd name="T15" fmla="*/ 1 h 245"/>
                <a:gd name="T16" fmla="*/ 1 w 426"/>
                <a:gd name="T17" fmla="*/ 1 h 245"/>
                <a:gd name="T18" fmla="*/ 1 w 426"/>
                <a:gd name="T19" fmla="*/ 1 h 245"/>
                <a:gd name="T20" fmla="*/ 1 w 426"/>
                <a:gd name="T21" fmla="*/ 2 h 245"/>
                <a:gd name="T22" fmla="*/ 2 w 426"/>
                <a:gd name="T23" fmla="*/ 2 h 245"/>
                <a:gd name="T24" fmla="*/ 2 w 426"/>
                <a:gd name="T25" fmla="*/ 2 h 245"/>
                <a:gd name="T26" fmla="*/ 2 w 426"/>
                <a:gd name="T27" fmla="*/ 2 h 245"/>
                <a:gd name="T28" fmla="*/ 2 w 426"/>
                <a:gd name="T29" fmla="*/ 2 h 245"/>
                <a:gd name="T30" fmla="*/ 3 w 426"/>
                <a:gd name="T31" fmla="*/ 2 h 245"/>
                <a:gd name="T32" fmla="*/ 3 w 426"/>
                <a:gd name="T33" fmla="*/ 2 h 245"/>
                <a:gd name="T34" fmla="*/ 3 w 426"/>
                <a:gd name="T35" fmla="*/ 2 h 245"/>
                <a:gd name="T36" fmla="*/ 3 w 426"/>
                <a:gd name="T37" fmla="*/ 2 h 245"/>
                <a:gd name="T38" fmla="*/ 3 w 426"/>
                <a:gd name="T39" fmla="*/ 2 h 245"/>
                <a:gd name="T40" fmla="*/ 3 w 426"/>
                <a:gd name="T41" fmla="*/ 2 h 245"/>
                <a:gd name="T42" fmla="*/ 2 w 426"/>
                <a:gd name="T43" fmla="*/ 2 h 245"/>
                <a:gd name="T44" fmla="*/ 2 w 426"/>
                <a:gd name="T45" fmla="*/ 2 h 245"/>
                <a:gd name="T46" fmla="*/ 2 w 426"/>
                <a:gd name="T47" fmla="*/ 2 h 245"/>
                <a:gd name="T48" fmla="*/ 2 w 426"/>
                <a:gd name="T49" fmla="*/ 2 h 245"/>
                <a:gd name="T50" fmla="*/ 1 w 426"/>
                <a:gd name="T51" fmla="*/ 1 h 245"/>
                <a:gd name="T52" fmla="*/ 1 w 426"/>
                <a:gd name="T53" fmla="*/ 1 h 245"/>
                <a:gd name="T54" fmla="*/ 1 w 426"/>
                <a:gd name="T55" fmla="*/ 1 h 245"/>
                <a:gd name="T56" fmla="*/ 1 w 426"/>
                <a:gd name="T57" fmla="*/ 1 h 245"/>
                <a:gd name="T58" fmla="*/ 0 w 426"/>
                <a:gd name="T59" fmla="*/ 1 h 245"/>
                <a:gd name="T60" fmla="*/ 0 w 426"/>
                <a:gd name="T61" fmla="*/ 1 h 245"/>
                <a:gd name="T62" fmla="*/ 0 w 426"/>
                <a:gd name="T63" fmla="*/ 1 h 245"/>
                <a:gd name="T64" fmla="*/ 0 w 426"/>
                <a:gd name="T65" fmla="*/ 0 h 245"/>
                <a:gd name="T66" fmla="*/ 0 w 426"/>
                <a:gd name="T67" fmla="*/ 0 h 245"/>
                <a:gd name="T68" fmla="*/ 0 w 426"/>
                <a:gd name="T69" fmla="*/ 0 h 245"/>
                <a:gd name="T70" fmla="*/ 0 w 426"/>
                <a:gd name="T71" fmla="*/ 0 h 245"/>
                <a:gd name="T72" fmla="*/ 0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0" y="0"/>
                  </a:moveTo>
                  <a:lnTo>
                    <a:pt x="0" y="0"/>
                  </a:lnTo>
                  <a:lnTo>
                    <a:pt x="3" y="25"/>
                  </a:lnTo>
                  <a:lnTo>
                    <a:pt x="9" y="50"/>
                  </a:lnTo>
                  <a:lnTo>
                    <a:pt x="19" y="73"/>
                  </a:lnTo>
                  <a:lnTo>
                    <a:pt x="34" y="96"/>
                  </a:lnTo>
                  <a:lnTo>
                    <a:pt x="52" y="118"/>
                  </a:lnTo>
                  <a:lnTo>
                    <a:pt x="74" y="138"/>
                  </a:lnTo>
                  <a:lnTo>
                    <a:pt x="99" y="156"/>
                  </a:lnTo>
                  <a:lnTo>
                    <a:pt x="126" y="174"/>
                  </a:lnTo>
                  <a:lnTo>
                    <a:pt x="157" y="190"/>
                  </a:lnTo>
                  <a:lnTo>
                    <a:pt x="189" y="204"/>
                  </a:lnTo>
                  <a:lnTo>
                    <a:pt x="224" y="215"/>
                  </a:lnTo>
                  <a:lnTo>
                    <a:pt x="262" y="226"/>
                  </a:lnTo>
                  <a:lnTo>
                    <a:pt x="300" y="234"/>
                  </a:lnTo>
                  <a:lnTo>
                    <a:pt x="340" y="240"/>
                  </a:lnTo>
                  <a:lnTo>
                    <a:pt x="384" y="244"/>
                  </a:lnTo>
                  <a:lnTo>
                    <a:pt x="426" y="245"/>
                  </a:lnTo>
                  <a:lnTo>
                    <a:pt x="426" y="233"/>
                  </a:lnTo>
                  <a:lnTo>
                    <a:pt x="384" y="232"/>
                  </a:lnTo>
                  <a:lnTo>
                    <a:pt x="343" y="228"/>
                  </a:lnTo>
                  <a:lnTo>
                    <a:pt x="303" y="222"/>
                  </a:lnTo>
                  <a:lnTo>
                    <a:pt x="264" y="214"/>
                  </a:lnTo>
                  <a:lnTo>
                    <a:pt x="229" y="204"/>
                  </a:lnTo>
                  <a:lnTo>
                    <a:pt x="194" y="192"/>
                  </a:lnTo>
                  <a:lnTo>
                    <a:pt x="162" y="178"/>
                  </a:lnTo>
                  <a:lnTo>
                    <a:pt x="133" y="163"/>
                  </a:lnTo>
                  <a:lnTo>
                    <a:pt x="106" y="146"/>
                  </a:lnTo>
                  <a:lnTo>
                    <a:pt x="81" y="129"/>
                  </a:lnTo>
                  <a:lnTo>
                    <a:pt x="61" y="109"/>
                  </a:lnTo>
                  <a:lnTo>
                    <a:pt x="44" y="89"/>
                  </a:lnTo>
                  <a:lnTo>
                    <a:pt x="31" y="66"/>
                  </a:lnTo>
                  <a:lnTo>
                    <a:pt x="20" y="45"/>
                  </a:lnTo>
                  <a:lnTo>
                    <a:pt x="15" y="2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1753" name="Freeform 35"/>
            <p:cNvSpPr>
              <a:spLocks/>
            </p:cNvSpPr>
            <p:nvPr/>
          </p:nvSpPr>
          <p:spPr bwMode="auto">
            <a:xfrm>
              <a:off x="878" y="1448"/>
              <a:ext cx="792" cy="954"/>
            </a:xfrm>
            <a:custGeom>
              <a:avLst/>
              <a:gdLst>
                <a:gd name="T0" fmla="*/ 13 w 3960"/>
                <a:gd name="T1" fmla="*/ 38 h 4768"/>
                <a:gd name="T2" fmla="*/ 14 w 3960"/>
                <a:gd name="T3" fmla="*/ 38 h 4768"/>
                <a:gd name="T4" fmla="*/ 15 w 3960"/>
                <a:gd name="T5" fmla="*/ 38 h 4768"/>
                <a:gd name="T6" fmla="*/ 15 w 3960"/>
                <a:gd name="T7" fmla="*/ 38 h 4768"/>
                <a:gd name="T8" fmla="*/ 16 w 3960"/>
                <a:gd name="T9" fmla="*/ 38 h 4768"/>
                <a:gd name="T10" fmla="*/ 17 w 3960"/>
                <a:gd name="T11" fmla="*/ 38 h 4768"/>
                <a:gd name="T12" fmla="*/ 17 w 3960"/>
                <a:gd name="T13" fmla="*/ 38 h 4768"/>
                <a:gd name="T14" fmla="*/ 18 w 3960"/>
                <a:gd name="T15" fmla="*/ 38 h 4768"/>
                <a:gd name="T16" fmla="*/ 18 w 3960"/>
                <a:gd name="T17" fmla="*/ 38 h 4768"/>
                <a:gd name="T18" fmla="*/ 29 w 3960"/>
                <a:gd name="T19" fmla="*/ 30 h 4768"/>
                <a:gd name="T20" fmla="*/ 30 w 3960"/>
                <a:gd name="T21" fmla="*/ 30 h 4768"/>
                <a:gd name="T22" fmla="*/ 30 w 3960"/>
                <a:gd name="T23" fmla="*/ 29 h 4768"/>
                <a:gd name="T24" fmla="*/ 31 w 3960"/>
                <a:gd name="T25" fmla="*/ 28 h 4768"/>
                <a:gd name="T26" fmla="*/ 31 w 3960"/>
                <a:gd name="T27" fmla="*/ 28 h 4768"/>
                <a:gd name="T28" fmla="*/ 31 w 3960"/>
                <a:gd name="T29" fmla="*/ 27 h 4768"/>
                <a:gd name="T30" fmla="*/ 32 w 3960"/>
                <a:gd name="T31" fmla="*/ 26 h 4768"/>
                <a:gd name="T32" fmla="*/ 32 w 3960"/>
                <a:gd name="T33" fmla="*/ 25 h 4768"/>
                <a:gd name="T34" fmla="*/ 32 w 3960"/>
                <a:gd name="T35" fmla="*/ 11 h 4768"/>
                <a:gd name="T36" fmla="*/ 32 w 3960"/>
                <a:gd name="T37" fmla="*/ 10 h 4768"/>
                <a:gd name="T38" fmla="*/ 31 w 3960"/>
                <a:gd name="T39" fmla="*/ 9 h 4768"/>
                <a:gd name="T40" fmla="*/ 31 w 3960"/>
                <a:gd name="T41" fmla="*/ 9 h 4768"/>
                <a:gd name="T42" fmla="*/ 31 w 3960"/>
                <a:gd name="T43" fmla="*/ 8 h 4768"/>
                <a:gd name="T44" fmla="*/ 31 w 3960"/>
                <a:gd name="T45" fmla="*/ 8 h 4768"/>
                <a:gd name="T46" fmla="*/ 30 w 3960"/>
                <a:gd name="T47" fmla="*/ 7 h 4768"/>
                <a:gd name="T48" fmla="*/ 30 w 3960"/>
                <a:gd name="T49" fmla="*/ 7 h 4768"/>
                <a:gd name="T50" fmla="*/ 29 w 3960"/>
                <a:gd name="T51" fmla="*/ 6 h 4768"/>
                <a:gd name="T52" fmla="*/ 19 w 3960"/>
                <a:gd name="T53" fmla="*/ 1 h 4768"/>
                <a:gd name="T54" fmla="*/ 18 w 3960"/>
                <a:gd name="T55" fmla="*/ 0 h 4768"/>
                <a:gd name="T56" fmla="*/ 17 w 3960"/>
                <a:gd name="T57" fmla="*/ 0 h 4768"/>
                <a:gd name="T58" fmla="*/ 17 w 3960"/>
                <a:gd name="T59" fmla="*/ 0 h 4768"/>
                <a:gd name="T60" fmla="*/ 16 w 3960"/>
                <a:gd name="T61" fmla="*/ 0 h 4768"/>
                <a:gd name="T62" fmla="*/ 15 w 3960"/>
                <a:gd name="T63" fmla="*/ 0 h 4768"/>
                <a:gd name="T64" fmla="*/ 14 w 3960"/>
                <a:gd name="T65" fmla="*/ 0 h 4768"/>
                <a:gd name="T66" fmla="*/ 14 w 3960"/>
                <a:gd name="T67" fmla="*/ 0 h 4768"/>
                <a:gd name="T68" fmla="*/ 2 w 3960"/>
                <a:gd name="T69" fmla="*/ 6 h 4768"/>
                <a:gd name="T70" fmla="*/ 2 w 3960"/>
                <a:gd name="T71" fmla="*/ 7 h 4768"/>
                <a:gd name="T72" fmla="*/ 1 w 3960"/>
                <a:gd name="T73" fmla="*/ 7 h 4768"/>
                <a:gd name="T74" fmla="*/ 1 w 3960"/>
                <a:gd name="T75" fmla="*/ 8 h 4768"/>
                <a:gd name="T76" fmla="*/ 1 w 3960"/>
                <a:gd name="T77" fmla="*/ 8 h 4768"/>
                <a:gd name="T78" fmla="*/ 0 w 3960"/>
                <a:gd name="T79" fmla="*/ 9 h 4768"/>
                <a:gd name="T80" fmla="*/ 0 w 3960"/>
                <a:gd name="T81" fmla="*/ 9 h 4768"/>
                <a:gd name="T82" fmla="*/ 0 w 3960"/>
                <a:gd name="T83" fmla="*/ 10 h 4768"/>
                <a:gd name="T84" fmla="*/ 0 w 3960"/>
                <a:gd name="T85" fmla="*/ 11 h 4768"/>
                <a:gd name="T86" fmla="*/ 0 w 3960"/>
                <a:gd name="T87" fmla="*/ 25 h 4768"/>
                <a:gd name="T88" fmla="*/ 0 w 3960"/>
                <a:gd name="T89" fmla="*/ 26 h 4768"/>
                <a:gd name="T90" fmla="*/ 0 w 3960"/>
                <a:gd name="T91" fmla="*/ 27 h 4768"/>
                <a:gd name="T92" fmla="*/ 1 w 3960"/>
                <a:gd name="T93" fmla="*/ 28 h 4768"/>
                <a:gd name="T94" fmla="*/ 1 w 3960"/>
                <a:gd name="T95" fmla="*/ 29 h 4768"/>
                <a:gd name="T96" fmla="*/ 1 w 3960"/>
                <a:gd name="T97" fmla="*/ 29 h 4768"/>
                <a:gd name="T98" fmla="*/ 2 w 3960"/>
                <a:gd name="T99" fmla="*/ 30 h 4768"/>
                <a:gd name="T100" fmla="*/ 3 w 3960"/>
                <a:gd name="T101" fmla="*/ 31 h 4768"/>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w 3960"/>
                <a:gd name="T154" fmla="*/ 0 h 4768"/>
                <a:gd name="T155" fmla="*/ 3960 w 3960"/>
                <a:gd name="T156" fmla="*/ 4768 h 4768"/>
              </a:gdLst>
              <a:ahLst/>
              <a:cxnLst>
                <a:cxn ang="T102">
                  <a:pos x="T0" y="T1"/>
                </a:cxn>
                <a:cxn ang="T103">
                  <a:pos x="T2" y="T3"/>
                </a:cxn>
                <a:cxn ang="T104">
                  <a:pos x="T4" y="T5"/>
                </a:cxn>
                <a:cxn ang="T105">
                  <a:pos x="T6" y="T7"/>
                </a:cxn>
                <a:cxn ang="T106">
                  <a:pos x="T8" y="T9"/>
                </a:cxn>
                <a:cxn ang="T107">
                  <a:pos x="T10" y="T11"/>
                </a:cxn>
                <a:cxn ang="T108">
                  <a:pos x="T12" y="T13"/>
                </a:cxn>
                <a:cxn ang="T109">
                  <a:pos x="T14" y="T15"/>
                </a:cxn>
                <a:cxn ang="T110">
                  <a:pos x="T16" y="T17"/>
                </a:cxn>
                <a:cxn ang="T111">
                  <a:pos x="T18" y="T19"/>
                </a:cxn>
                <a:cxn ang="T112">
                  <a:pos x="T20" y="T21"/>
                </a:cxn>
                <a:cxn ang="T113">
                  <a:pos x="T22" y="T23"/>
                </a:cxn>
                <a:cxn ang="T114">
                  <a:pos x="T24" y="T25"/>
                </a:cxn>
                <a:cxn ang="T115">
                  <a:pos x="T26" y="T27"/>
                </a:cxn>
                <a:cxn ang="T116">
                  <a:pos x="T28" y="T29"/>
                </a:cxn>
                <a:cxn ang="T117">
                  <a:pos x="T30" y="T31"/>
                </a:cxn>
                <a:cxn ang="T118">
                  <a:pos x="T32" y="T33"/>
                </a:cxn>
                <a:cxn ang="T119">
                  <a:pos x="T34" y="T35"/>
                </a:cxn>
                <a:cxn ang="T120">
                  <a:pos x="T36" y="T37"/>
                </a:cxn>
                <a:cxn ang="T121">
                  <a:pos x="T38" y="T39"/>
                </a:cxn>
                <a:cxn ang="T122">
                  <a:pos x="T40" y="T41"/>
                </a:cxn>
                <a:cxn ang="T123">
                  <a:pos x="T42" y="T43"/>
                </a:cxn>
                <a:cxn ang="T124">
                  <a:pos x="T44" y="T45"/>
                </a:cxn>
                <a:cxn ang="T125">
                  <a:pos x="T46" y="T47"/>
                </a:cxn>
                <a:cxn ang="T126">
                  <a:pos x="T48" y="T49"/>
                </a:cxn>
                <a:cxn ang="T127">
                  <a:pos x="T50" y="T51"/>
                </a:cxn>
                <a:cxn ang="T128">
                  <a:pos x="T52" y="T53"/>
                </a:cxn>
                <a:cxn ang="T129">
                  <a:pos x="T54" y="T55"/>
                </a:cxn>
                <a:cxn ang="T130">
                  <a:pos x="T56" y="T57"/>
                </a:cxn>
                <a:cxn ang="T131">
                  <a:pos x="T58" y="T59"/>
                </a:cxn>
                <a:cxn ang="T132">
                  <a:pos x="T60" y="T61"/>
                </a:cxn>
                <a:cxn ang="T133">
                  <a:pos x="T62" y="T63"/>
                </a:cxn>
                <a:cxn ang="T134">
                  <a:pos x="T64" y="T65"/>
                </a:cxn>
                <a:cxn ang="T135">
                  <a:pos x="T66" y="T67"/>
                </a:cxn>
                <a:cxn ang="T136">
                  <a:pos x="T68" y="T69"/>
                </a:cxn>
                <a:cxn ang="T137">
                  <a:pos x="T70" y="T71"/>
                </a:cxn>
                <a:cxn ang="T138">
                  <a:pos x="T72" y="T73"/>
                </a:cxn>
                <a:cxn ang="T139">
                  <a:pos x="T74" y="T75"/>
                </a:cxn>
                <a:cxn ang="T140">
                  <a:pos x="T76" y="T77"/>
                </a:cxn>
                <a:cxn ang="T141">
                  <a:pos x="T78" y="T79"/>
                </a:cxn>
                <a:cxn ang="T142">
                  <a:pos x="T80" y="T81"/>
                </a:cxn>
                <a:cxn ang="T143">
                  <a:pos x="T82" y="T83"/>
                </a:cxn>
                <a:cxn ang="T144">
                  <a:pos x="T84" y="T85"/>
                </a:cxn>
                <a:cxn ang="T145">
                  <a:pos x="T86" y="T87"/>
                </a:cxn>
                <a:cxn ang="T146">
                  <a:pos x="T88" y="T89"/>
                </a:cxn>
                <a:cxn ang="T147">
                  <a:pos x="T90" y="T91"/>
                </a:cxn>
                <a:cxn ang="T148">
                  <a:pos x="T92" y="T93"/>
                </a:cxn>
                <a:cxn ang="T149">
                  <a:pos x="T94" y="T95"/>
                </a:cxn>
                <a:cxn ang="T150">
                  <a:pos x="T96" y="T97"/>
                </a:cxn>
                <a:cxn ang="T151">
                  <a:pos x="T98" y="T99"/>
                </a:cxn>
                <a:cxn ang="T152">
                  <a:pos x="T100" y="T101"/>
                </a:cxn>
              </a:cxnLst>
              <a:rect l="T153" t="T154" r="T155" b="T156"/>
              <a:pathLst>
                <a:path w="3960" h="4768">
                  <a:moveTo>
                    <a:pt x="353" y="3849"/>
                  </a:moveTo>
                  <a:lnTo>
                    <a:pt x="1661" y="4700"/>
                  </a:lnTo>
                  <a:lnTo>
                    <a:pt x="1697" y="4717"/>
                  </a:lnTo>
                  <a:lnTo>
                    <a:pt x="1736" y="4731"/>
                  </a:lnTo>
                  <a:lnTo>
                    <a:pt x="1776" y="4742"/>
                  </a:lnTo>
                  <a:lnTo>
                    <a:pt x="1818" y="4753"/>
                  </a:lnTo>
                  <a:lnTo>
                    <a:pt x="1860" y="4760"/>
                  </a:lnTo>
                  <a:lnTo>
                    <a:pt x="1902" y="4765"/>
                  </a:lnTo>
                  <a:lnTo>
                    <a:pt x="1946" y="4768"/>
                  </a:lnTo>
                  <a:lnTo>
                    <a:pt x="1988" y="4768"/>
                  </a:lnTo>
                  <a:lnTo>
                    <a:pt x="2031" y="4767"/>
                  </a:lnTo>
                  <a:lnTo>
                    <a:pt x="2073" y="4763"/>
                  </a:lnTo>
                  <a:lnTo>
                    <a:pt x="2114" y="4758"/>
                  </a:lnTo>
                  <a:lnTo>
                    <a:pt x="2154" y="4751"/>
                  </a:lnTo>
                  <a:lnTo>
                    <a:pt x="2193" y="4740"/>
                  </a:lnTo>
                  <a:lnTo>
                    <a:pt x="2230" y="4729"/>
                  </a:lnTo>
                  <a:lnTo>
                    <a:pt x="2264" y="4715"/>
                  </a:lnTo>
                  <a:lnTo>
                    <a:pt x="2297" y="4700"/>
                  </a:lnTo>
                  <a:lnTo>
                    <a:pt x="3639" y="3825"/>
                  </a:lnTo>
                  <a:lnTo>
                    <a:pt x="3673" y="3795"/>
                  </a:lnTo>
                  <a:lnTo>
                    <a:pt x="3707" y="3761"/>
                  </a:lnTo>
                  <a:lnTo>
                    <a:pt x="3738" y="3725"/>
                  </a:lnTo>
                  <a:lnTo>
                    <a:pt x="3768" y="3685"/>
                  </a:lnTo>
                  <a:lnTo>
                    <a:pt x="3796" y="3644"/>
                  </a:lnTo>
                  <a:lnTo>
                    <a:pt x="3821" y="3599"/>
                  </a:lnTo>
                  <a:lnTo>
                    <a:pt x="3846" y="3553"/>
                  </a:lnTo>
                  <a:lnTo>
                    <a:pt x="3868" y="3505"/>
                  </a:lnTo>
                  <a:lnTo>
                    <a:pt x="3888" y="3456"/>
                  </a:lnTo>
                  <a:lnTo>
                    <a:pt x="3907" y="3406"/>
                  </a:lnTo>
                  <a:lnTo>
                    <a:pt x="3922" y="3354"/>
                  </a:lnTo>
                  <a:lnTo>
                    <a:pt x="3935" y="3303"/>
                  </a:lnTo>
                  <a:lnTo>
                    <a:pt x="3946" y="3250"/>
                  </a:lnTo>
                  <a:lnTo>
                    <a:pt x="3953" y="3197"/>
                  </a:lnTo>
                  <a:lnTo>
                    <a:pt x="3957" y="3144"/>
                  </a:lnTo>
                  <a:lnTo>
                    <a:pt x="3960" y="3092"/>
                  </a:lnTo>
                  <a:lnTo>
                    <a:pt x="3959" y="1313"/>
                  </a:lnTo>
                  <a:lnTo>
                    <a:pt x="3955" y="1271"/>
                  </a:lnTo>
                  <a:lnTo>
                    <a:pt x="3949" y="1229"/>
                  </a:lnTo>
                  <a:lnTo>
                    <a:pt x="3941" y="1189"/>
                  </a:lnTo>
                  <a:lnTo>
                    <a:pt x="3930" y="1149"/>
                  </a:lnTo>
                  <a:lnTo>
                    <a:pt x="3918" y="1111"/>
                  </a:lnTo>
                  <a:lnTo>
                    <a:pt x="3902" y="1075"/>
                  </a:lnTo>
                  <a:lnTo>
                    <a:pt x="3886" y="1040"/>
                  </a:lnTo>
                  <a:lnTo>
                    <a:pt x="3867" y="1006"/>
                  </a:lnTo>
                  <a:lnTo>
                    <a:pt x="3846" y="973"/>
                  </a:lnTo>
                  <a:lnTo>
                    <a:pt x="3823" y="942"/>
                  </a:lnTo>
                  <a:lnTo>
                    <a:pt x="3798" y="913"/>
                  </a:lnTo>
                  <a:lnTo>
                    <a:pt x="3771" y="886"/>
                  </a:lnTo>
                  <a:lnTo>
                    <a:pt x="3743" y="860"/>
                  </a:lnTo>
                  <a:lnTo>
                    <a:pt x="3714" y="837"/>
                  </a:lnTo>
                  <a:lnTo>
                    <a:pt x="3682" y="816"/>
                  </a:lnTo>
                  <a:lnTo>
                    <a:pt x="3649" y="796"/>
                  </a:lnTo>
                  <a:lnTo>
                    <a:pt x="2386" y="83"/>
                  </a:lnTo>
                  <a:lnTo>
                    <a:pt x="2350" y="65"/>
                  </a:lnTo>
                  <a:lnTo>
                    <a:pt x="2310" y="50"/>
                  </a:lnTo>
                  <a:lnTo>
                    <a:pt x="2268" y="36"/>
                  </a:lnTo>
                  <a:lnTo>
                    <a:pt x="2223" y="24"/>
                  </a:lnTo>
                  <a:lnTo>
                    <a:pt x="2178" y="15"/>
                  </a:lnTo>
                  <a:lnTo>
                    <a:pt x="2131" y="8"/>
                  </a:lnTo>
                  <a:lnTo>
                    <a:pt x="2082" y="3"/>
                  </a:lnTo>
                  <a:lnTo>
                    <a:pt x="2032" y="0"/>
                  </a:lnTo>
                  <a:lnTo>
                    <a:pt x="1982" y="1"/>
                  </a:lnTo>
                  <a:lnTo>
                    <a:pt x="1933" y="3"/>
                  </a:lnTo>
                  <a:lnTo>
                    <a:pt x="1882" y="9"/>
                  </a:lnTo>
                  <a:lnTo>
                    <a:pt x="1833" y="17"/>
                  </a:lnTo>
                  <a:lnTo>
                    <a:pt x="1785" y="29"/>
                  </a:lnTo>
                  <a:lnTo>
                    <a:pt x="1737" y="43"/>
                  </a:lnTo>
                  <a:lnTo>
                    <a:pt x="1691" y="62"/>
                  </a:lnTo>
                  <a:lnTo>
                    <a:pt x="1647" y="83"/>
                  </a:lnTo>
                  <a:lnTo>
                    <a:pt x="311" y="782"/>
                  </a:lnTo>
                  <a:lnTo>
                    <a:pt x="276" y="803"/>
                  </a:lnTo>
                  <a:lnTo>
                    <a:pt x="243" y="826"/>
                  </a:lnTo>
                  <a:lnTo>
                    <a:pt x="213" y="852"/>
                  </a:lnTo>
                  <a:lnTo>
                    <a:pt x="184" y="879"/>
                  </a:lnTo>
                  <a:lnTo>
                    <a:pt x="155" y="908"/>
                  </a:lnTo>
                  <a:lnTo>
                    <a:pt x="131" y="939"/>
                  </a:lnTo>
                  <a:lnTo>
                    <a:pt x="107" y="971"/>
                  </a:lnTo>
                  <a:lnTo>
                    <a:pt x="86" y="1005"/>
                  </a:lnTo>
                  <a:lnTo>
                    <a:pt x="68" y="1040"/>
                  </a:lnTo>
                  <a:lnTo>
                    <a:pt x="50" y="1076"/>
                  </a:lnTo>
                  <a:lnTo>
                    <a:pt x="36" y="1115"/>
                  </a:lnTo>
                  <a:lnTo>
                    <a:pt x="23" y="1153"/>
                  </a:lnTo>
                  <a:lnTo>
                    <a:pt x="14" y="1195"/>
                  </a:lnTo>
                  <a:lnTo>
                    <a:pt x="7" y="1236"/>
                  </a:lnTo>
                  <a:lnTo>
                    <a:pt x="2" y="1279"/>
                  </a:lnTo>
                  <a:lnTo>
                    <a:pt x="0" y="1322"/>
                  </a:lnTo>
                  <a:lnTo>
                    <a:pt x="0" y="3093"/>
                  </a:lnTo>
                  <a:lnTo>
                    <a:pt x="2" y="3147"/>
                  </a:lnTo>
                  <a:lnTo>
                    <a:pt x="7" y="3202"/>
                  </a:lnTo>
                  <a:lnTo>
                    <a:pt x="15" y="3257"/>
                  </a:lnTo>
                  <a:lnTo>
                    <a:pt x="27" y="3312"/>
                  </a:lnTo>
                  <a:lnTo>
                    <a:pt x="42" y="3366"/>
                  </a:lnTo>
                  <a:lnTo>
                    <a:pt x="59" y="3420"/>
                  </a:lnTo>
                  <a:lnTo>
                    <a:pt x="79" y="3474"/>
                  </a:lnTo>
                  <a:lnTo>
                    <a:pt x="102" y="3525"/>
                  </a:lnTo>
                  <a:lnTo>
                    <a:pt x="127" y="3576"/>
                  </a:lnTo>
                  <a:lnTo>
                    <a:pt x="154" y="3624"/>
                  </a:lnTo>
                  <a:lnTo>
                    <a:pt x="184" y="3670"/>
                  </a:lnTo>
                  <a:lnTo>
                    <a:pt x="214" y="3712"/>
                  </a:lnTo>
                  <a:lnTo>
                    <a:pt x="247" y="3752"/>
                  </a:lnTo>
                  <a:lnTo>
                    <a:pt x="281" y="3788"/>
                  </a:lnTo>
                  <a:lnTo>
                    <a:pt x="317" y="3821"/>
                  </a:lnTo>
                  <a:lnTo>
                    <a:pt x="353" y="384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1754" name="Freeform 36"/>
            <p:cNvSpPr>
              <a:spLocks/>
            </p:cNvSpPr>
            <p:nvPr/>
          </p:nvSpPr>
          <p:spPr bwMode="auto">
            <a:xfrm>
              <a:off x="943" y="2210"/>
              <a:ext cx="276" cy="187"/>
            </a:xfrm>
            <a:custGeom>
              <a:avLst/>
              <a:gdLst>
                <a:gd name="T0" fmla="*/ 11 w 1380"/>
                <a:gd name="T1" fmla="*/ 7 h 937"/>
                <a:gd name="T2" fmla="*/ 11 w 1380"/>
                <a:gd name="T3" fmla="*/ 7 h 937"/>
                <a:gd name="T4" fmla="*/ 0 w 1380"/>
                <a:gd name="T5" fmla="*/ 0 h 937"/>
                <a:gd name="T6" fmla="*/ 0 w 1380"/>
                <a:gd name="T7" fmla="*/ 1 h 937"/>
                <a:gd name="T8" fmla="*/ 10 w 1380"/>
                <a:gd name="T9" fmla="*/ 7 h 937"/>
                <a:gd name="T10" fmla="*/ 10 w 1380"/>
                <a:gd name="T11" fmla="*/ 7 h 937"/>
                <a:gd name="T12" fmla="*/ 10 w 1380"/>
                <a:gd name="T13" fmla="*/ 7 h 937"/>
                <a:gd name="T14" fmla="*/ 11 w 1380"/>
                <a:gd name="T15" fmla="*/ 7 h 937"/>
                <a:gd name="T16" fmla="*/ 11 w 1380"/>
                <a:gd name="T17" fmla="*/ 7 h 937"/>
                <a:gd name="T18" fmla="*/ 11 w 1380"/>
                <a:gd name="T19" fmla="*/ 7 h 937"/>
                <a:gd name="T20" fmla="*/ 11 w 1380"/>
                <a:gd name="T21" fmla="*/ 7 h 937"/>
                <a:gd name="T22" fmla="*/ 11 w 1380"/>
                <a:gd name="T23" fmla="*/ 7 h 937"/>
                <a:gd name="T24" fmla="*/ 11 w 1380"/>
                <a:gd name="T25" fmla="*/ 7 h 937"/>
                <a:gd name="T26" fmla="*/ 11 w 1380"/>
                <a:gd name="T27" fmla="*/ 7 h 937"/>
                <a:gd name="T28" fmla="*/ 11 w 1380"/>
                <a:gd name="T29" fmla="*/ 7 h 937"/>
                <a:gd name="T30" fmla="*/ 11 w 1380"/>
                <a:gd name="T31" fmla="*/ 7 h 93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80"/>
                <a:gd name="T49" fmla="*/ 0 h 937"/>
                <a:gd name="T50" fmla="*/ 1380 w 1380"/>
                <a:gd name="T51" fmla="*/ 937 h 93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80" h="937">
                  <a:moveTo>
                    <a:pt x="1354" y="848"/>
                  </a:moveTo>
                  <a:lnTo>
                    <a:pt x="1359" y="851"/>
                  </a:lnTo>
                  <a:lnTo>
                    <a:pt x="51" y="0"/>
                  </a:lnTo>
                  <a:lnTo>
                    <a:pt x="0" y="78"/>
                  </a:lnTo>
                  <a:lnTo>
                    <a:pt x="1307" y="929"/>
                  </a:lnTo>
                  <a:lnTo>
                    <a:pt x="1312" y="932"/>
                  </a:lnTo>
                  <a:lnTo>
                    <a:pt x="1307" y="929"/>
                  </a:lnTo>
                  <a:lnTo>
                    <a:pt x="1326" y="937"/>
                  </a:lnTo>
                  <a:lnTo>
                    <a:pt x="1345" y="936"/>
                  </a:lnTo>
                  <a:lnTo>
                    <a:pt x="1360" y="929"/>
                  </a:lnTo>
                  <a:lnTo>
                    <a:pt x="1372" y="916"/>
                  </a:lnTo>
                  <a:lnTo>
                    <a:pt x="1379" y="899"/>
                  </a:lnTo>
                  <a:lnTo>
                    <a:pt x="1380" y="883"/>
                  </a:lnTo>
                  <a:lnTo>
                    <a:pt x="1374" y="865"/>
                  </a:lnTo>
                  <a:lnTo>
                    <a:pt x="1359" y="851"/>
                  </a:lnTo>
                  <a:lnTo>
                    <a:pt x="1354" y="84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1755" name="Freeform 37"/>
            <p:cNvSpPr>
              <a:spLocks/>
            </p:cNvSpPr>
            <p:nvPr/>
          </p:nvSpPr>
          <p:spPr bwMode="auto">
            <a:xfrm>
              <a:off x="1206" y="2379"/>
              <a:ext cx="140" cy="32"/>
            </a:xfrm>
            <a:custGeom>
              <a:avLst/>
              <a:gdLst>
                <a:gd name="T0" fmla="*/ 5 w 703"/>
                <a:gd name="T1" fmla="*/ 0 h 162"/>
                <a:gd name="T2" fmla="*/ 5 w 703"/>
                <a:gd name="T3" fmla="*/ 0 h 162"/>
                <a:gd name="T4" fmla="*/ 5 w 703"/>
                <a:gd name="T5" fmla="*/ 0 h 162"/>
                <a:gd name="T6" fmla="*/ 5 w 703"/>
                <a:gd name="T7" fmla="*/ 0 h 162"/>
                <a:gd name="T8" fmla="*/ 4 w 703"/>
                <a:gd name="T9" fmla="*/ 0 h 162"/>
                <a:gd name="T10" fmla="*/ 4 w 703"/>
                <a:gd name="T11" fmla="*/ 0 h 162"/>
                <a:gd name="T12" fmla="*/ 4 w 703"/>
                <a:gd name="T13" fmla="*/ 0 h 162"/>
                <a:gd name="T14" fmla="*/ 3 w 703"/>
                <a:gd name="T15" fmla="*/ 1 h 162"/>
                <a:gd name="T16" fmla="*/ 3 w 703"/>
                <a:gd name="T17" fmla="*/ 1 h 162"/>
                <a:gd name="T18" fmla="*/ 3 w 703"/>
                <a:gd name="T19" fmla="*/ 1 h 162"/>
                <a:gd name="T20" fmla="*/ 2 w 703"/>
                <a:gd name="T21" fmla="*/ 1 h 162"/>
                <a:gd name="T22" fmla="*/ 2 w 703"/>
                <a:gd name="T23" fmla="*/ 1 h 162"/>
                <a:gd name="T24" fmla="*/ 2 w 703"/>
                <a:gd name="T25" fmla="*/ 0 h 162"/>
                <a:gd name="T26" fmla="*/ 1 w 703"/>
                <a:gd name="T27" fmla="*/ 0 h 162"/>
                <a:gd name="T28" fmla="*/ 1 w 703"/>
                <a:gd name="T29" fmla="*/ 0 h 162"/>
                <a:gd name="T30" fmla="*/ 1 w 703"/>
                <a:gd name="T31" fmla="*/ 0 h 162"/>
                <a:gd name="T32" fmla="*/ 1 w 703"/>
                <a:gd name="T33" fmla="*/ 0 h 162"/>
                <a:gd name="T34" fmla="*/ 0 w 703"/>
                <a:gd name="T35" fmla="*/ 0 h 162"/>
                <a:gd name="T36" fmla="*/ 0 w 703"/>
                <a:gd name="T37" fmla="*/ 1 h 162"/>
                <a:gd name="T38" fmla="*/ 0 w 703"/>
                <a:gd name="T39" fmla="*/ 1 h 162"/>
                <a:gd name="T40" fmla="*/ 1 w 703"/>
                <a:gd name="T41" fmla="*/ 1 h 162"/>
                <a:gd name="T42" fmla="*/ 1 w 703"/>
                <a:gd name="T43" fmla="*/ 1 h 162"/>
                <a:gd name="T44" fmla="*/ 1 w 703"/>
                <a:gd name="T45" fmla="*/ 1 h 162"/>
                <a:gd name="T46" fmla="*/ 2 w 703"/>
                <a:gd name="T47" fmla="*/ 1 h 162"/>
                <a:gd name="T48" fmla="*/ 2 w 703"/>
                <a:gd name="T49" fmla="*/ 1 h 162"/>
                <a:gd name="T50" fmla="*/ 2 w 703"/>
                <a:gd name="T51" fmla="*/ 1 h 162"/>
                <a:gd name="T52" fmla="*/ 3 w 703"/>
                <a:gd name="T53" fmla="*/ 1 h 162"/>
                <a:gd name="T54" fmla="*/ 3 w 703"/>
                <a:gd name="T55" fmla="*/ 1 h 162"/>
                <a:gd name="T56" fmla="*/ 3 w 703"/>
                <a:gd name="T57" fmla="*/ 1 h 162"/>
                <a:gd name="T58" fmla="*/ 4 w 703"/>
                <a:gd name="T59" fmla="*/ 1 h 162"/>
                <a:gd name="T60" fmla="*/ 4 w 703"/>
                <a:gd name="T61" fmla="*/ 1 h 162"/>
                <a:gd name="T62" fmla="*/ 5 w 703"/>
                <a:gd name="T63" fmla="*/ 1 h 162"/>
                <a:gd name="T64" fmla="*/ 5 w 703"/>
                <a:gd name="T65" fmla="*/ 1 h 162"/>
                <a:gd name="T66" fmla="*/ 5 w 703"/>
                <a:gd name="T67" fmla="*/ 1 h 162"/>
                <a:gd name="T68" fmla="*/ 5 w 703"/>
                <a:gd name="T69" fmla="*/ 1 h 162"/>
                <a:gd name="T70" fmla="*/ 5 w 703"/>
                <a:gd name="T71" fmla="*/ 1 h 162"/>
                <a:gd name="T72" fmla="*/ 5 w 703"/>
                <a:gd name="T73" fmla="*/ 1 h 162"/>
                <a:gd name="T74" fmla="*/ 5 w 703"/>
                <a:gd name="T75" fmla="*/ 1 h 162"/>
                <a:gd name="T76" fmla="*/ 6 w 703"/>
                <a:gd name="T77" fmla="*/ 0 h 162"/>
                <a:gd name="T78" fmla="*/ 6 w 703"/>
                <a:gd name="T79" fmla="*/ 0 h 162"/>
                <a:gd name="T80" fmla="*/ 6 w 703"/>
                <a:gd name="T81" fmla="*/ 0 h 162"/>
                <a:gd name="T82" fmla="*/ 5 w 703"/>
                <a:gd name="T83" fmla="*/ 0 h 162"/>
                <a:gd name="T84" fmla="*/ 5 w 703"/>
                <a:gd name="T85" fmla="*/ 0 h 162"/>
                <a:gd name="T86" fmla="*/ 5 w 703"/>
                <a:gd name="T87" fmla="*/ 0 h 162"/>
                <a:gd name="T88" fmla="*/ 5 w 703"/>
                <a:gd name="T89" fmla="*/ 0 h 162"/>
                <a:gd name="T90" fmla="*/ 5 w 703"/>
                <a:gd name="T91" fmla="*/ 0 h 162"/>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703"/>
                <a:gd name="T139" fmla="*/ 0 h 162"/>
                <a:gd name="T140" fmla="*/ 703 w 703"/>
                <a:gd name="T141" fmla="*/ 162 h 162"/>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703" h="162">
                  <a:moveTo>
                    <a:pt x="631" y="8"/>
                  </a:moveTo>
                  <a:lnTo>
                    <a:pt x="636" y="6"/>
                  </a:lnTo>
                  <a:lnTo>
                    <a:pt x="606" y="20"/>
                  </a:lnTo>
                  <a:lnTo>
                    <a:pt x="575" y="32"/>
                  </a:lnTo>
                  <a:lnTo>
                    <a:pt x="540" y="42"/>
                  </a:lnTo>
                  <a:lnTo>
                    <a:pt x="504" y="52"/>
                  </a:lnTo>
                  <a:lnTo>
                    <a:pt x="467" y="59"/>
                  </a:lnTo>
                  <a:lnTo>
                    <a:pt x="428" y="64"/>
                  </a:lnTo>
                  <a:lnTo>
                    <a:pt x="389" y="67"/>
                  </a:lnTo>
                  <a:lnTo>
                    <a:pt x="348" y="68"/>
                  </a:lnTo>
                  <a:lnTo>
                    <a:pt x="308" y="68"/>
                  </a:lnTo>
                  <a:lnTo>
                    <a:pt x="267" y="65"/>
                  </a:lnTo>
                  <a:lnTo>
                    <a:pt x="226" y="61"/>
                  </a:lnTo>
                  <a:lnTo>
                    <a:pt x="187" y="54"/>
                  </a:lnTo>
                  <a:lnTo>
                    <a:pt x="148" y="44"/>
                  </a:lnTo>
                  <a:lnTo>
                    <a:pt x="110" y="33"/>
                  </a:lnTo>
                  <a:lnTo>
                    <a:pt x="75" y="20"/>
                  </a:lnTo>
                  <a:lnTo>
                    <a:pt x="42" y="5"/>
                  </a:lnTo>
                  <a:lnTo>
                    <a:pt x="0" y="89"/>
                  </a:lnTo>
                  <a:lnTo>
                    <a:pt x="40" y="107"/>
                  </a:lnTo>
                  <a:lnTo>
                    <a:pt x="82" y="122"/>
                  </a:lnTo>
                  <a:lnTo>
                    <a:pt x="124" y="135"/>
                  </a:lnTo>
                  <a:lnTo>
                    <a:pt x="169" y="146"/>
                  </a:lnTo>
                  <a:lnTo>
                    <a:pt x="214" y="153"/>
                  </a:lnTo>
                  <a:lnTo>
                    <a:pt x="258" y="158"/>
                  </a:lnTo>
                  <a:lnTo>
                    <a:pt x="303" y="162"/>
                  </a:lnTo>
                  <a:lnTo>
                    <a:pt x="348" y="162"/>
                  </a:lnTo>
                  <a:lnTo>
                    <a:pt x="394" y="161"/>
                  </a:lnTo>
                  <a:lnTo>
                    <a:pt x="439" y="157"/>
                  </a:lnTo>
                  <a:lnTo>
                    <a:pt x="481" y="150"/>
                  </a:lnTo>
                  <a:lnTo>
                    <a:pt x="525" y="143"/>
                  </a:lnTo>
                  <a:lnTo>
                    <a:pt x="566" y="132"/>
                  </a:lnTo>
                  <a:lnTo>
                    <a:pt x="606" y="121"/>
                  </a:lnTo>
                  <a:lnTo>
                    <a:pt x="643" y="105"/>
                  </a:lnTo>
                  <a:lnTo>
                    <a:pt x="678" y="88"/>
                  </a:lnTo>
                  <a:lnTo>
                    <a:pt x="683" y="86"/>
                  </a:lnTo>
                  <a:lnTo>
                    <a:pt x="678" y="88"/>
                  </a:lnTo>
                  <a:lnTo>
                    <a:pt x="695" y="75"/>
                  </a:lnTo>
                  <a:lnTo>
                    <a:pt x="702" y="60"/>
                  </a:lnTo>
                  <a:lnTo>
                    <a:pt x="703" y="42"/>
                  </a:lnTo>
                  <a:lnTo>
                    <a:pt x="698" y="26"/>
                  </a:lnTo>
                  <a:lnTo>
                    <a:pt x="688" y="12"/>
                  </a:lnTo>
                  <a:lnTo>
                    <a:pt x="674" y="3"/>
                  </a:lnTo>
                  <a:lnTo>
                    <a:pt x="656" y="0"/>
                  </a:lnTo>
                  <a:lnTo>
                    <a:pt x="636" y="6"/>
                  </a:lnTo>
                  <a:lnTo>
                    <a:pt x="631"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1756" name="Freeform 38"/>
            <p:cNvSpPr>
              <a:spLocks/>
            </p:cNvSpPr>
            <p:nvPr/>
          </p:nvSpPr>
          <p:spPr bwMode="auto">
            <a:xfrm>
              <a:off x="1332" y="2204"/>
              <a:ext cx="283" cy="192"/>
            </a:xfrm>
            <a:custGeom>
              <a:avLst/>
              <a:gdLst>
                <a:gd name="T0" fmla="*/ 11 w 1415"/>
                <a:gd name="T1" fmla="*/ 0 h 960"/>
                <a:gd name="T2" fmla="*/ 11 w 1415"/>
                <a:gd name="T3" fmla="*/ 0 h 960"/>
                <a:gd name="T4" fmla="*/ 0 w 1415"/>
                <a:gd name="T5" fmla="*/ 7 h 960"/>
                <a:gd name="T6" fmla="*/ 0 w 1415"/>
                <a:gd name="T7" fmla="*/ 8 h 960"/>
                <a:gd name="T8" fmla="*/ 11 w 1415"/>
                <a:gd name="T9" fmla="*/ 1 h 960"/>
                <a:gd name="T10" fmla="*/ 11 w 1415"/>
                <a:gd name="T11" fmla="*/ 1 h 960"/>
                <a:gd name="T12" fmla="*/ 11 w 1415"/>
                <a:gd name="T13" fmla="*/ 1 h 960"/>
                <a:gd name="T14" fmla="*/ 11 w 1415"/>
                <a:gd name="T15" fmla="*/ 1 h 960"/>
                <a:gd name="T16" fmla="*/ 11 w 1415"/>
                <a:gd name="T17" fmla="*/ 0 h 960"/>
                <a:gd name="T18" fmla="*/ 11 w 1415"/>
                <a:gd name="T19" fmla="*/ 0 h 960"/>
                <a:gd name="T20" fmla="*/ 11 w 1415"/>
                <a:gd name="T21" fmla="*/ 0 h 960"/>
                <a:gd name="T22" fmla="*/ 11 w 1415"/>
                <a:gd name="T23" fmla="*/ 0 h 960"/>
                <a:gd name="T24" fmla="*/ 11 w 1415"/>
                <a:gd name="T25" fmla="*/ 0 h 960"/>
                <a:gd name="T26" fmla="*/ 11 w 1415"/>
                <a:gd name="T27" fmla="*/ 0 h 960"/>
                <a:gd name="T28" fmla="*/ 11 w 1415"/>
                <a:gd name="T29" fmla="*/ 0 h 960"/>
                <a:gd name="T30" fmla="*/ 11 w 1415"/>
                <a:gd name="T31" fmla="*/ 0 h 96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15"/>
                <a:gd name="T49" fmla="*/ 0 h 960"/>
                <a:gd name="T50" fmla="*/ 1415 w 1415"/>
                <a:gd name="T51" fmla="*/ 960 h 96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15" h="960">
                  <a:moveTo>
                    <a:pt x="1338" y="10"/>
                  </a:moveTo>
                  <a:lnTo>
                    <a:pt x="1342" y="8"/>
                  </a:lnTo>
                  <a:lnTo>
                    <a:pt x="0" y="882"/>
                  </a:lnTo>
                  <a:lnTo>
                    <a:pt x="52" y="960"/>
                  </a:lnTo>
                  <a:lnTo>
                    <a:pt x="1393" y="85"/>
                  </a:lnTo>
                  <a:lnTo>
                    <a:pt x="1397" y="83"/>
                  </a:lnTo>
                  <a:lnTo>
                    <a:pt x="1393" y="85"/>
                  </a:lnTo>
                  <a:lnTo>
                    <a:pt x="1409" y="71"/>
                  </a:lnTo>
                  <a:lnTo>
                    <a:pt x="1415" y="53"/>
                  </a:lnTo>
                  <a:lnTo>
                    <a:pt x="1413" y="37"/>
                  </a:lnTo>
                  <a:lnTo>
                    <a:pt x="1406" y="21"/>
                  </a:lnTo>
                  <a:lnTo>
                    <a:pt x="1395" y="8"/>
                  </a:lnTo>
                  <a:lnTo>
                    <a:pt x="1379" y="1"/>
                  </a:lnTo>
                  <a:lnTo>
                    <a:pt x="1361" y="0"/>
                  </a:lnTo>
                  <a:lnTo>
                    <a:pt x="1342" y="8"/>
                  </a:lnTo>
                  <a:lnTo>
                    <a:pt x="1338" y="1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1757" name="Freeform 39"/>
            <p:cNvSpPr>
              <a:spLocks/>
            </p:cNvSpPr>
            <p:nvPr/>
          </p:nvSpPr>
          <p:spPr bwMode="auto">
            <a:xfrm>
              <a:off x="1599" y="2057"/>
              <a:ext cx="80" cy="163"/>
            </a:xfrm>
            <a:custGeom>
              <a:avLst/>
              <a:gdLst>
                <a:gd name="T0" fmla="*/ 2 w 398"/>
                <a:gd name="T1" fmla="*/ 0 h 817"/>
                <a:gd name="T2" fmla="*/ 2 w 398"/>
                <a:gd name="T3" fmla="*/ 0 h 817"/>
                <a:gd name="T4" fmla="*/ 2 w 398"/>
                <a:gd name="T5" fmla="*/ 1 h 817"/>
                <a:gd name="T6" fmla="*/ 2 w 398"/>
                <a:gd name="T7" fmla="*/ 1 h 817"/>
                <a:gd name="T8" fmla="*/ 2 w 398"/>
                <a:gd name="T9" fmla="*/ 2 h 817"/>
                <a:gd name="T10" fmla="*/ 2 w 398"/>
                <a:gd name="T11" fmla="*/ 2 h 817"/>
                <a:gd name="T12" fmla="*/ 2 w 398"/>
                <a:gd name="T13" fmla="*/ 2 h 817"/>
                <a:gd name="T14" fmla="*/ 2 w 398"/>
                <a:gd name="T15" fmla="*/ 3 h 817"/>
                <a:gd name="T16" fmla="*/ 2 w 398"/>
                <a:gd name="T17" fmla="*/ 3 h 817"/>
                <a:gd name="T18" fmla="*/ 2 w 398"/>
                <a:gd name="T19" fmla="*/ 4 h 817"/>
                <a:gd name="T20" fmla="*/ 2 w 398"/>
                <a:gd name="T21" fmla="*/ 4 h 817"/>
                <a:gd name="T22" fmla="*/ 1 w 398"/>
                <a:gd name="T23" fmla="*/ 4 h 817"/>
                <a:gd name="T24" fmla="*/ 1 w 398"/>
                <a:gd name="T25" fmla="*/ 5 h 817"/>
                <a:gd name="T26" fmla="*/ 1 w 398"/>
                <a:gd name="T27" fmla="*/ 5 h 817"/>
                <a:gd name="T28" fmla="*/ 1 w 398"/>
                <a:gd name="T29" fmla="*/ 5 h 817"/>
                <a:gd name="T30" fmla="*/ 1 w 398"/>
                <a:gd name="T31" fmla="*/ 5 h 817"/>
                <a:gd name="T32" fmla="*/ 0 w 398"/>
                <a:gd name="T33" fmla="*/ 6 h 817"/>
                <a:gd name="T34" fmla="*/ 0 w 398"/>
                <a:gd name="T35" fmla="*/ 6 h 817"/>
                <a:gd name="T36" fmla="*/ 0 w 398"/>
                <a:gd name="T37" fmla="*/ 7 h 817"/>
                <a:gd name="T38" fmla="*/ 1 w 398"/>
                <a:gd name="T39" fmla="*/ 6 h 817"/>
                <a:gd name="T40" fmla="*/ 1 w 398"/>
                <a:gd name="T41" fmla="*/ 6 h 817"/>
                <a:gd name="T42" fmla="*/ 1 w 398"/>
                <a:gd name="T43" fmla="*/ 6 h 817"/>
                <a:gd name="T44" fmla="*/ 2 w 398"/>
                <a:gd name="T45" fmla="*/ 5 h 817"/>
                <a:gd name="T46" fmla="*/ 2 w 398"/>
                <a:gd name="T47" fmla="*/ 5 h 817"/>
                <a:gd name="T48" fmla="*/ 2 w 398"/>
                <a:gd name="T49" fmla="*/ 5 h 817"/>
                <a:gd name="T50" fmla="*/ 2 w 398"/>
                <a:gd name="T51" fmla="*/ 4 h 817"/>
                <a:gd name="T52" fmla="*/ 2 w 398"/>
                <a:gd name="T53" fmla="*/ 4 h 817"/>
                <a:gd name="T54" fmla="*/ 3 w 398"/>
                <a:gd name="T55" fmla="*/ 3 h 817"/>
                <a:gd name="T56" fmla="*/ 3 w 398"/>
                <a:gd name="T57" fmla="*/ 3 h 817"/>
                <a:gd name="T58" fmla="*/ 3 w 398"/>
                <a:gd name="T59" fmla="*/ 3 h 817"/>
                <a:gd name="T60" fmla="*/ 3 w 398"/>
                <a:gd name="T61" fmla="*/ 2 h 817"/>
                <a:gd name="T62" fmla="*/ 3 w 398"/>
                <a:gd name="T63" fmla="*/ 2 h 817"/>
                <a:gd name="T64" fmla="*/ 3 w 398"/>
                <a:gd name="T65" fmla="*/ 1 h 817"/>
                <a:gd name="T66" fmla="*/ 3 w 398"/>
                <a:gd name="T67" fmla="*/ 1 h 817"/>
                <a:gd name="T68" fmla="*/ 3 w 398"/>
                <a:gd name="T69" fmla="*/ 0 h 817"/>
                <a:gd name="T70" fmla="*/ 3 w 398"/>
                <a:gd name="T71" fmla="*/ 0 h 817"/>
                <a:gd name="T72" fmla="*/ 3 w 398"/>
                <a:gd name="T73" fmla="*/ 0 h 817"/>
                <a:gd name="T74" fmla="*/ 3 w 398"/>
                <a:gd name="T75" fmla="*/ 0 h 817"/>
                <a:gd name="T76" fmla="*/ 3 w 398"/>
                <a:gd name="T77" fmla="*/ 0 h 817"/>
                <a:gd name="T78" fmla="*/ 3 w 398"/>
                <a:gd name="T79" fmla="*/ 0 h 817"/>
                <a:gd name="T80" fmla="*/ 3 w 398"/>
                <a:gd name="T81" fmla="*/ 0 h 817"/>
                <a:gd name="T82" fmla="*/ 3 w 398"/>
                <a:gd name="T83" fmla="*/ 0 h 817"/>
                <a:gd name="T84" fmla="*/ 3 w 398"/>
                <a:gd name="T85" fmla="*/ 0 h 817"/>
                <a:gd name="T86" fmla="*/ 2 w 398"/>
                <a:gd name="T87" fmla="*/ 0 h 817"/>
                <a:gd name="T88" fmla="*/ 2 w 398"/>
                <a:gd name="T89" fmla="*/ 0 h 817"/>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398"/>
                <a:gd name="T136" fmla="*/ 0 h 817"/>
                <a:gd name="T137" fmla="*/ 398 w 398"/>
                <a:gd name="T138" fmla="*/ 817 h 817"/>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398" h="817">
                  <a:moveTo>
                    <a:pt x="304" y="47"/>
                  </a:moveTo>
                  <a:lnTo>
                    <a:pt x="304" y="47"/>
                  </a:lnTo>
                  <a:lnTo>
                    <a:pt x="301" y="97"/>
                  </a:lnTo>
                  <a:lnTo>
                    <a:pt x="297" y="147"/>
                  </a:lnTo>
                  <a:lnTo>
                    <a:pt x="291" y="198"/>
                  </a:lnTo>
                  <a:lnTo>
                    <a:pt x="280" y="247"/>
                  </a:lnTo>
                  <a:lnTo>
                    <a:pt x="268" y="297"/>
                  </a:lnTo>
                  <a:lnTo>
                    <a:pt x="253" y="347"/>
                  </a:lnTo>
                  <a:lnTo>
                    <a:pt x="236" y="395"/>
                  </a:lnTo>
                  <a:lnTo>
                    <a:pt x="217" y="442"/>
                  </a:lnTo>
                  <a:lnTo>
                    <a:pt x="195" y="487"/>
                  </a:lnTo>
                  <a:lnTo>
                    <a:pt x="171" y="532"/>
                  </a:lnTo>
                  <a:lnTo>
                    <a:pt x="147" y="574"/>
                  </a:lnTo>
                  <a:lnTo>
                    <a:pt x="121" y="613"/>
                  </a:lnTo>
                  <a:lnTo>
                    <a:pt x="93" y="650"/>
                  </a:lnTo>
                  <a:lnTo>
                    <a:pt x="64" y="684"/>
                  </a:lnTo>
                  <a:lnTo>
                    <a:pt x="32" y="716"/>
                  </a:lnTo>
                  <a:lnTo>
                    <a:pt x="0" y="744"/>
                  </a:lnTo>
                  <a:lnTo>
                    <a:pt x="59" y="817"/>
                  </a:lnTo>
                  <a:lnTo>
                    <a:pt x="95" y="784"/>
                  </a:lnTo>
                  <a:lnTo>
                    <a:pt x="132" y="748"/>
                  </a:lnTo>
                  <a:lnTo>
                    <a:pt x="166" y="709"/>
                  </a:lnTo>
                  <a:lnTo>
                    <a:pt x="196" y="667"/>
                  </a:lnTo>
                  <a:lnTo>
                    <a:pt x="227" y="623"/>
                  </a:lnTo>
                  <a:lnTo>
                    <a:pt x="253" y="576"/>
                  </a:lnTo>
                  <a:lnTo>
                    <a:pt x="279" y="530"/>
                  </a:lnTo>
                  <a:lnTo>
                    <a:pt x="301" y="479"/>
                  </a:lnTo>
                  <a:lnTo>
                    <a:pt x="323" y="428"/>
                  </a:lnTo>
                  <a:lnTo>
                    <a:pt x="342" y="375"/>
                  </a:lnTo>
                  <a:lnTo>
                    <a:pt x="359" y="321"/>
                  </a:lnTo>
                  <a:lnTo>
                    <a:pt x="372" y="268"/>
                  </a:lnTo>
                  <a:lnTo>
                    <a:pt x="382" y="212"/>
                  </a:lnTo>
                  <a:lnTo>
                    <a:pt x="391" y="157"/>
                  </a:lnTo>
                  <a:lnTo>
                    <a:pt x="395" y="102"/>
                  </a:lnTo>
                  <a:lnTo>
                    <a:pt x="398" y="47"/>
                  </a:lnTo>
                  <a:lnTo>
                    <a:pt x="394" y="27"/>
                  </a:lnTo>
                  <a:lnTo>
                    <a:pt x="383" y="11"/>
                  </a:lnTo>
                  <a:lnTo>
                    <a:pt x="368" y="3"/>
                  </a:lnTo>
                  <a:lnTo>
                    <a:pt x="351" y="0"/>
                  </a:lnTo>
                  <a:lnTo>
                    <a:pt x="333" y="3"/>
                  </a:lnTo>
                  <a:lnTo>
                    <a:pt x="319" y="11"/>
                  </a:lnTo>
                  <a:lnTo>
                    <a:pt x="307" y="27"/>
                  </a:lnTo>
                  <a:lnTo>
                    <a:pt x="304" y="4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1758" name="Freeform 40"/>
            <p:cNvSpPr>
              <a:spLocks/>
            </p:cNvSpPr>
            <p:nvPr/>
          </p:nvSpPr>
          <p:spPr bwMode="auto">
            <a:xfrm>
              <a:off x="1660" y="1701"/>
              <a:ext cx="19" cy="365"/>
            </a:xfrm>
            <a:custGeom>
              <a:avLst/>
              <a:gdLst>
                <a:gd name="T0" fmla="*/ 0 w 95"/>
                <a:gd name="T1" fmla="*/ 0 h 1826"/>
                <a:gd name="T2" fmla="*/ 0 w 95"/>
                <a:gd name="T3" fmla="*/ 0 h 1826"/>
                <a:gd name="T4" fmla="*/ 0 w 95"/>
                <a:gd name="T5" fmla="*/ 15 h 1826"/>
                <a:gd name="T6" fmla="*/ 1 w 95"/>
                <a:gd name="T7" fmla="*/ 15 h 1826"/>
                <a:gd name="T8" fmla="*/ 1 w 95"/>
                <a:gd name="T9" fmla="*/ 0 h 1826"/>
                <a:gd name="T10" fmla="*/ 1 w 95"/>
                <a:gd name="T11" fmla="*/ 0 h 1826"/>
                <a:gd name="T12" fmla="*/ 1 w 95"/>
                <a:gd name="T13" fmla="*/ 0 h 1826"/>
                <a:gd name="T14" fmla="*/ 1 w 95"/>
                <a:gd name="T15" fmla="*/ 0 h 1826"/>
                <a:gd name="T16" fmla="*/ 1 w 95"/>
                <a:gd name="T17" fmla="*/ 0 h 1826"/>
                <a:gd name="T18" fmla="*/ 1 w 95"/>
                <a:gd name="T19" fmla="*/ 0 h 1826"/>
                <a:gd name="T20" fmla="*/ 0 w 95"/>
                <a:gd name="T21" fmla="*/ 0 h 1826"/>
                <a:gd name="T22" fmla="*/ 0 w 95"/>
                <a:gd name="T23" fmla="*/ 0 h 1826"/>
                <a:gd name="T24" fmla="*/ 0 w 95"/>
                <a:gd name="T25" fmla="*/ 0 h 1826"/>
                <a:gd name="T26" fmla="*/ 0 w 95"/>
                <a:gd name="T27" fmla="*/ 0 h 1826"/>
                <a:gd name="T28" fmla="*/ 0 w 95"/>
                <a:gd name="T29" fmla="*/ 0 h 1826"/>
                <a:gd name="T30" fmla="*/ 0 w 95"/>
                <a:gd name="T31" fmla="*/ 0 h 182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95"/>
                <a:gd name="T49" fmla="*/ 0 h 1826"/>
                <a:gd name="T50" fmla="*/ 95 w 95"/>
                <a:gd name="T51" fmla="*/ 1826 h 182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95" h="1826">
                  <a:moveTo>
                    <a:pt x="0" y="49"/>
                  </a:moveTo>
                  <a:lnTo>
                    <a:pt x="0" y="47"/>
                  </a:lnTo>
                  <a:lnTo>
                    <a:pt x="1" y="1826"/>
                  </a:lnTo>
                  <a:lnTo>
                    <a:pt x="95" y="1826"/>
                  </a:lnTo>
                  <a:lnTo>
                    <a:pt x="93" y="47"/>
                  </a:lnTo>
                  <a:lnTo>
                    <a:pt x="93" y="45"/>
                  </a:lnTo>
                  <a:lnTo>
                    <a:pt x="93" y="47"/>
                  </a:lnTo>
                  <a:lnTo>
                    <a:pt x="90" y="27"/>
                  </a:lnTo>
                  <a:lnTo>
                    <a:pt x="79" y="12"/>
                  </a:lnTo>
                  <a:lnTo>
                    <a:pt x="64" y="4"/>
                  </a:lnTo>
                  <a:lnTo>
                    <a:pt x="47" y="0"/>
                  </a:lnTo>
                  <a:lnTo>
                    <a:pt x="29" y="4"/>
                  </a:lnTo>
                  <a:lnTo>
                    <a:pt x="15" y="12"/>
                  </a:lnTo>
                  <a:lnTo>
                    <a:pt x="3" y="27"/>
                  </a:lnTo>
                  <a:lnTo>
                    <a:pt x="0" y="47"/>
                  </a:lnTo>
                  <a:lnTo>
                    <a:pt x="0" y="4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1759" name="Freeform 41"/>
            <p:cNvSpPr>
              <a:spLocks/>
            </p:cNvSpPr>
            <p:nvPr/>
          </p:nvSpPr>
          <p:spPr bwMode="auto">
            <a:xfrm>
              <a:off x="1598" y="1598"/>
              <a:ext cx="81" cy="113"/>
            </a:xfrm>
            <a:custGeom>
              <a:avLst/>
              <a:gdLst>
                <a:gd name="T0" fmla="*/ 0 w 401"/>
                <a:gd name="T1" fmla="*/ 1 h 566"/>
                <a:gd name="T2" fmla="*/ 0 w 401"/>
                <a:gd name="T3" fmla="*/ 1 h 566"/>
                <a:gd name="T4" fmla="*/ 0 w 401"/>
                <a:gd name="T5" fmla="*/ 1 h 566"/>
                <a:gd name="T6" fmla="*/ 1 w 401"/>
                <a:gd name="T7" fmla="*/ 1 h 566"/>
                <a:gd name="T8" fmla="*/ 1 w 401"/>
                <a:gd name="T9" fmla="*/ 1 h 566"/>
                <a:gd name="T10" fmla="*/ 1 w 401"/>
                <a:gd name="T11" fmla="*/ 1 h 566"/>
                <a:gd name="T12" fmla="*/ 1 w 401"/>
                <a:gd name="T13" fmla="*/ 2 h 566"/>
                <a:gd name="T14" fmla="*/ 1 w 401"/>
                <a:gd name="T15" fmla="*/ 2 h 566"/>
                <a:gd name="T16" fmla="*/ 2 w 401"/>
                <a:gd name="T17" fmla="*/ 2 h 566"/>
                <a:gd name="T18" fmla="*/ 2 w 401"/>
                <a:gd name="T19" fmla="*/ 2 h 566"/>
                <a:gd name="T20" fmla="*/ 2 w 401"/>
                <a:gd name="T21" fmla="*/ 2 h 566"/>
                <a:gd name="T22" fmla="*/ 2 w 401"/>
                <a:gd name="T23" fmla="*/ 3 h 566"/>
                <a:gd name="T24" fmla="*/ 2 w 401"/>
                <a:gd name="T25" fmla="*/ 3 h 566"/>
                <a:gd name="T26" fmla="*/ 2 w 401"/>
                <a:gd name="T27" fmla="*/ 3 h 566"/>
                <a:gd name="T28" fmla="*/ 2 w 401"/>
                <a:gd name="T29" fmla="*/ 4 h 566"/>
                <a:gd name="T30" fmla="*/ 2 w 401"/>
                <a:gd name="T31" fmla="*/ 4 h 566"/>
                <a:gd name="T32" fmla="*/ 2 w 401"/>
                <a:gd name="T33" fmla="*/ 4 h 566"/>
                <a:gd name="T34" fmla="*/ 3 w 401"/>
                <a:gd name="T35" fmla="*/ 5 h 566"/>
                <a:gd name="T36" fmla="*/ 3 w 401"/>
                <a:gd name="T37" fmla="*/ 4 h 566"/>
                <a:gd name="T38" fmla="*/ 3 w 401"/>
                <a:gd name="T39" fmla="*/ 4 h 566"/>
                <a:gd name="T40" fmla="*/ 3 w 401"/>
                <a:gd name="T41" fmla="*/ 4 h 566"/>
                <a:gd name="T42" fmla="*/ 3 w 401"/>
                <a:gd name="T43" fmla="*/ 3 h 566"/>
                <a:gd name="T44" fmla="*/ 3 w 401"/>
                <a:gd name="T45" fmla="*/ 3 h 566"/>
                <a:gd name="T46" fmla="*/ 3 w 401"/>
                <a:gd name="T47" fmla="*/ 3 h 566"/>
                <a:gd name="T48" fmla="*/ 3 w 401"/>
                <a:gd name="T49" fmla="*/ 2 h 566"/>
                <a:gd name="T50" fmla="*/ 3 w 401"/>
                <a:gd name="T51" fmla="*/ 2 h 566"/>
                <a:gd name="T52" fmla="*/ 2 w 401"/>
                <a:gd name="T53" fmla="*/ 2 h 566"/>
                <a:gd name="T54" fmla="*/ 2 w 401"/>
                <a:gd name="T55" fmla="*/ 2 h 566"/>
                <a:gd name="T56" fmla="*/ 2 w 401"/>
                <a:gd name="T57" fmla="*/ 1 h 566"/>
                <a:gd name="T58" fmla="*/ 2 w 401"/>
                <a:gd name="T59" fmla="*/ 1 h 566"/>
                <a:gd name="T60" fmla="*/ 2 w 401"/>
                <a:gd name="T61" fmla="*/ 1 h 566"/>
                <a:gd name="T62" fmla="*/ 1 w 401"/>
                <a:gd name="T63" fmla="*/ 1 h 566"/>
                <a:gd name="T64" fmla="*/ 1 w 401"/>
                <a:gd name="T65" fmla="*/ 0 h 566"/>
                <a:gd name="T66" fmla="*/ 1 w 401"/>
                <a:gd name="T67" fmla="*/ 0 h 566"/>
                <a:gd name="T68" fmla="*/ 1 w 401"/>
                <a:gd name="T69" fmla="*/ 0 h 566"/>
                <a:gd name="T70" fmla="*/ 1 w 401"/>
                <a:gd name="T71" fmla="*/ 0 h 566"/>
                <a:gd name="T72" fmla="*/ 1 w 401"/>
                <a:gd name="T73" fmla="*/ 0 h 566"/>
                <a:gd name="T74" fmla="*/ 0 w 401"/>
                <a:gd name="T75" fmla="*/ 0 h 566"/>
                <a:gd name="T76" fmla="*/ 0 w 401"/>
                <a:gd name="T77" fmla="*/ 0 h 566"/>
                <a:gd name="T78" fmla="*/ 0 w 401"/>
                <a:gd name="T79" fmla="*/ 0 h 566"/>
                <a:gd name="T80" fmla="*/ 0 w 401"/>
                <a:gd name="T81" fmla="*/ 0 h 566"/>
                <a:gd name="T82" fmla="*/ 0 w 401"/>
                <a:gd name="T83" fmla="*/ 0 h 566"/>
                <a:gd name="T84" fmla="*/ 0 w 401"/>
                <a:gd name="T85" fmla="*/ 0 h 566"/>
                <a:gd name="T86" fmla="*/ 0 w 401"/>
                <a:gd name="T87" fmla="*/ 1 h 566"/>
                <a:gd name="T88" fmla="*/ 0 w 401"/>
                <a:gd name="T89" fmla="*/ 1 h 56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401"/>
                <a:gd name="T136" fmla="*/ 0 h 566"/>
                <a:gd name="T137" fmla="*/ 401 w 401"/>
                <a:gd name="T138" fmla="*/ 566 h 566"/>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401" h="566">
                  <a:moveTo>
                    <a:pt x="23" y="88"/>
                  </a:moveTo>
                  <a:lnTo>
                    <a:pt x="23" y="88"/>
                  </a:lnTo>
                  <a:lnTo>
                    <a:pt x="53" y="107"/>
                  </a:lnTo>
                  <a:lnTo>
                    <a:pt x="83" y="125"/>
                  </a:lnTo>
                  <a:lnTo>
                    <a:pt x="108" y="147"/>
                  </a:lnTo>
                  <a:lnTo>
                    <a:pt x="135" y="171"/>
                  </a:lnTo>
                  <a:lnTo>
                    <a:pt x="160" y="196"/>
                  </a:lnTo>
                  <a:lnTo>
                    <a:pt x="182" y="223"/>
                  </a:lnTo>
                  <a:lnTo>
                    <a:pt x="205" y="251"/>
                  </a:lnTo>
                  <a:lnTo>
                    <a:pt x="223" y="281"/>
                  </a:lnTo>
                  <a:lnTo>
                    <a:pt x="240" y="312"/>
                  </a:lnTo>
                  <a:lnTo>
                    <a:pt x="256" y="345"/>
                  </a:lnTo>
                  <a:lnTo>
                    <a:pt x="270" y="379"/>
                  </a:lnTo>
                  <a:lnTo>
                    <a:pt x="282" y="414"/>
                  </a:lnTo>
                  <a:lnTo>
                    <a:pt x="291" y="450"/>
                  </a:lnTo>
                  <a:lnTo>
                    <a:pt x="299" y="488"/>
                  </a:lnTo>
                  <a:lnTo>
                    <a:pt x="304" y="526"/>
                  </a:lnTo>
                  <a:lnTo>
                    <a:pt x="308" y="566"/>
                  </a:lnTo>
                  <a:lnTo>
                    <a:pt x="401" y="562"/>
                  </a:lnTo>
                  <a:lnTo>
                    <a:pt x="398" y="517"/>
                  </a:lnTo>
                  <a:lnTo>
                    <a:pt x="391" y="471"/>
                  </a:lnTo>
                  <a:lnTo>
                    <a:pt x="383" y="429"/>
                  </a:lnTo>
                  <a:lnTo>
                    <a:pt x="371" y="386"/>
                  </a:lnTo>
                  <a:lnTo>
                    <a:pt x="357" y="346"/>
                  </a:lnTo>
                  <a:lnTo>
                    <a:pt x="340" y="307"/>
                  </a:lnTo>
                  <a:lnTo>
                    <a:pt x="324" y="270"/>
                  </a:lnTo>
                  <a:lnTo>
                    <a:pt x="303" y="232"/>
                  </a:lnTo>
                  <a:lnTo>
                    <a:pt x="280" y="197"/>
                  </a:lnTo>
                  <a:lnTo>
                    <a:pt x="255" y="164"/>
                  </a:lnTo>
                  <a:lnTo>
                    <a:pt x="228" y="132"/>
                  </a:lnTo>
                  <a:lnTo>
                    <a:pt x="199" y="103"/>
                  </a:lnTo>
                  <a:lnTo>
                    <a:pt x="169" y="76"/>
                  </a:lnTo>
                  <a:lnTo>
                    <a:pt x="137" y="50"/>
                  </a:lnTo>
                  <a:lnTo>
                    <a:pt x="103" y="27"/>
                  </a:lnTo>
                  <a:lnTo>
                    <a:pt x="67" y="6"/>
                  </a:lnTo>
                  <a:lnTo>
                    <a:pt x="48" y="0"/>
                  </a:lnTo>
                  <a:lnTo>
                    <a:pt x="30" y="2"/>
                  </a:lnTo>
                  <a:lnTo>
                    <a:pt x="16" y="12"/>
                  </a:lnTo>
                  <a:lnTo>
                    <a:pt x="5" y="25"/>
                  </a:lnTo>
                  <a:lnTo>
                    <a:pt x="0" y="41"/>
                  </a:lnTo>
                  <a:lnTo>
                    <a:pt x="0" y="59"/>
                  </a:lnTo>
                  <a:lnTo>
                    <a:pt x="8" y="75"/>
                  </a:lnTo>
                  <a:lnTo>
                    <a:pt x="23"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1760" name="Freeform 42"/>
            <p:cNvSpPr>
              <a:spLocks/>
            </p:cNvSpPr>
            <p:nvPr/>
          </p:nvSpPr>
          <p:spPr bwMode="auto">
            <a:xfrm>
              <a:off x="1346" y="1455"/>
              <a:ext cx="266" cy="160"/>
            </a:xfrm>
            <a:custGeom>
              <a:avLst/>
              <a:gdLst>
                <a:gd name="T0" fmla="*/ 0 w 1330"/>
                <a:gd name="T1" fmla="*/ 1 h 801"/>
                <a:gd name="T2" fmla="*/ 0 w 1330"/>
                <a:gd name="T3" fmla="*/ 1 h 801"/>
                <a:gd name="T4" fmla="*/ 10 w 1330"/>
                <a:gd name="T5" fmla="*/ 6 h 801"/>
                <a:gd name="T6" fmla="*/ 11 w 1330"/>
                <a:gd name="T7" fmla="*/ 6 h 801"/>
                <a:gd name="T8" fmla="*/ 1 w 1330"/>
                <a:gd name="T9" fmla="*/ 0 h 801"/>
                <a:gd name="T10" fmla="*/ 1 w 1330"/>
                <a:gd name="T11" fmla="*/ 0 h 801"/>
                <a:gd name="T12" fmla="*/ 1 w 1330"/>
                <a:gd name="T13" fmla="*/ 0 h 801"/>
                <a:gd name="T14" fmla="*/ 0 w 1330"/>
                <a:gd name="T15" fmla="*/ 0 h 801"/>
                <a:gd name="T16" fmla="*/ 0 w 1330"/>
                <a:gd name="T17" fmla="*/ 0 h 801"/>
                <a:gd name="T18" fmla="*/ 0 w 1330"/>
                <a:gd name="T19" fmla="*/ 0 h 801"/>
                <a:gd name="T20" fmla="*/ 0 w 1330"/>
                <a:gd name="T21" fmla="*/ 0 h 801"/>
                <a:gd name="T22" fmla="*/ 0 w 1330"/>
                <a:gd name="T23" fmla="*/ 0 h 801"/>
                <a:gd name="T24" fmla="*/ 0 w 1330"/>
                <a:gd name="T25" fmla="*/ 0 h 801"/>
                <a:gd name="T26" fmla="*/ 0 w 1330"/>
                <a:gd name="T27" fmla="*/ 1 h 801"/>
                <a:gd name="T28" fmla="*/ 0 w 1330"/>
                <a:gd name="T29" fmla="*/ 1 h 801"/>
                <a:gd name="T30" fmla="*/ 0 w 1330"/>
                <a:gd name="T31" fmla="*/ 1 h 801"/>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30"/>
                <a:gd name="T49" fmla="*/ 0 h 801"/>
                <a:gd name="T50" fmla="*/ 1330 w 1330"/>
                <a:gd name="T51" fmla="*/ 801 h 801"/>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30" h="801">
                  <a:moveTo>
                    <a:pt x="24" y="88"/>
                  </a:moveTo>
                  <a:lnTo>
                    <a:pt x="23" y="88"/>
                  </a:lnTo>
                  <a:lnTo>
                    <a:pt x="1286" y="801"/>
                  </a:lnTo>
                  <a:lnTo>
                    <a:pt x="1330" y="719"/>
                  </a:lnTo>
                  <a:lnTo>
                    <a:pt x="67" y="6"/>
                  </a:lnTo>
                  <a:lnTo>
                    <a:pt x="66" y="6"/>
                  </a:lnTo>
                  <a:lnTo>
                    <a:pt x="67" y="6"/>
                  </a:lnTo>
                  <a:lnTo>
                    <a:pt x="48" y="0"/>
                  </a:lnTo>
                  <a:lnTo>
                    <a:pt x="30" y="2"/>
                  </a:lnTo>
                  <a:lnTo>
                    <a:pt x="16" y="12"/>
                  </a:lnTo>
                  <a:lnTo>
                    <a:pt x="5" y="25"/>
                  </a:lnTo>
                  <a:lnTo>
                    <a:pt x="0" y="41"/>
                  </a:lnTo>
                  <a:lnTo>
                    <a:pt x="0" y="59"/>
                  </a:lnTo>
                  <a:lnTo>
                    <a:pt x="8" y="75"/>
                  </a:lnTo>
                  <a:lnTo>
                    <a:pt x="23" y="88"/>
                  </a:lnTo>
                  <a:lnTo>
                    <a:pt x="24"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1761" name="Freeform 43"/>
            <p:cNvSpPr>
              <a:spLocks/>
            </p:cNvSpPr>
            <p:nvPr/>
          </p:nvSpPr>
          <p:spPr bwMode="auto">
            <a:xfrm>
              <a:off x="1198" y="1439"/>
              <a:ext cx="161" cy="35"/>
            </a:xfrm>
            <a:custGeom>
              <a:avLst/>
              <a:gdLst>
                <a:gd name="T0" fmla="*/ 1 w 806"/>
                <a:gd name="T1" fmla="*/ 1 h 177"/>
                <a:gd name="T2" fmla="*/ 1 w 806"/>
                <a:gd name="T3" fmla="*/ 1 h 177"/>
                <a:gd name="T4" fmla="*/ 1 w 806"/>
                <a:gd name="T5" fmla="*/ 1 h 177"/>
                <a:gd name="T6" fmla="*/ 1 w 806"/>
                <a:gd name="T7" fmla="*/ 1 h 177"/>
                <a:gd name="T8" fmla="*/ 2 w 806"/>
                <a:gd name="T9" fmla="*/ 1 h 177"/>
                <a:gd name="T10" fmla="*/ 2 w 806"/>
                <a:gd name="T11" fmla="*/ 1 h 177"/>
                <a:gd name="T12" fmla="*/ 2 w 806"/>
                <a:gd name="T13" fmla="*/ 1 h 177"/>
                <a:gd name="T14" fmla="*/ 3 w 806"/>
                <a:gd name="T15" fmla="*/ 1 h 177"/>
                <a:gd name="T16" fmla="*/ 3 w 806"/>
                <a:gd name="T17" fmla="*/ 1 h 177"/>
                <a:gd name="T18" fmla="*/ 3 w 806"/>
                <a:gd name="T19" fmla="*/ 1 h 177"/>
                <a:gd name="T20" fmla="*/ 4 w 806"/>
                <a:gd name="T21" fmla="*/ 1 h 177"/>
                <a:gd name="T22" fmla="*/ 4 w 806"/>
                <a:gd name="T23" fmla="*/ 1 h 177"/>
                <a:gd name="T24" fmla="*/ 5 w 806"/>
                <a:gd name="T25" fmla="*/ 1 h 177"/>
                <a:gd name="T26" fmla="*/ 5 w 806"/>
                <a:gd name="T27" fmla="*/ 1 h 177"/>
                <a:gd name="T28" fmla="*/ 5 w 806"/>
                <a:gd name="T29" fmla="*/ 1 h 177"/>
                <a:gd name="T30" fmla="*/ 6 w 806"/>
                <a:gd name="T31" fmla="*/ 1 h 177"/>
                <a:gd name="T32" fmla="*/ 6 w 806"/>
                <a:gd name="T33" fmla="*/ 1 h 177"/>
                <a:gd name="T34" fmla="*/ 6 w 806"/>
                <a:gd name="T35" fmla="*/ 1 h 177"/>
                <a:gd name="T36" fmla="*/ 6 w 806"/>
                <a:gd name="T37" fmla="*/ 1 h 177"/>
                <a:gd name="T38" fmla="*/ 6 w 806"/>
                <a:gd name="T39" fmla="*/ 1 h 177"/>
                <a:gd name="T40" fmla="*/ 6 w 806"/>
                <a:gd name="T41" fmla="*/ 0 h 177"/>
                <a:gd name="T42" fmla="*/ 5 w 806"/>
                <a:gd name="T43" fmla="*/ 0 h 177"/>
                <a:gd name="T44" fmla="*/ 5 w 806"/>
                <a:gd name="T45" fmla="*/ 0 h 177"/>
                <a:gd name="T46" fmla="*/ 5 w 806"/>
                <a:gd name="T47" fmla="*/ 0 h 177"/>
                <a:gd name="T48" fmla="*/ 4 w 806"/>
                <a:gd name="T49" fmla="*/ 0 h 177"/>
                <a:gd name="T50" fmla="*/ 4 w 806"/>
                <a:gd name="T51" fmla="*/ 0 h 177"/>
                <a:gd name="T52" fmla="*/ 3 w 806"/>
                <a:gd name="T53" fmla="*/ 0 h 177"/>
                <a:gd name="T54" fmla="*/ 3 w 806"/>
                <a:gd name="T55" fmla="*/ 0 h 177"/>
                <a:gd name="T56" fmla="*/ 3 w 806"/>
                <a:gd name="T57" fmla="*/ 0 h 177"/>
                <a:gd name="T58" fmla="*/ 2 w 806"/>
                <a:gd name="T59" fmla="*/ 0 h 177"/>
                <a:gd name="T60" fmla="*/ 2 w 806"/>
                <a:gd name="T61" fmla="*/ 0 h 177"/>
                <a:gd name="T62" fmla="*/ 1 w 806"/>
                <a:gd name="T63" fmla="*/ 0 h 177"/>
                <a:gd name="T64" fmla="*/ 1 w 806"/>
                <a:gd name="T65" fmla="*/ 0 h 177"/>
                <a:gd name="T66" fmla="*/ 1 w 806"/>
                <a:gd name="T67" fmla="*/ 1 h 177"/>
                <a:gd name="T68" fmla="*/ 0 w 806"/>
                <a:gd name="T69" fmla="*/ 1 h 177"/>
                <a:gd name="T70" fmla="*/ 0 w 806"/>
                <a:gd name="T71" fmla="*/ 1 h 177"/>
                <a:gd name="T72" fmla="*/ 0 w 806"/>
                <a:gd name="T73" fmla="*/ 1 h 177"/>
                <a:gd name="T74" fmla="*/ 0 w 806"/>
                <a:gd name="T75" fmla="*/ 1 h 177"/>
                <a:gd name="T76" fmla="*/ 0 w 806"/>
                <a:gd name="T77" fmla="*/ 1 h 177"/>
                <a:gd name="T78" fmla="*/ 0 w 806"/>
                <a:gd name="T79" fmla="*/ 1 h 177"/>
                <a:gd name="T80" fmla="*/ 0 w 806"/>
                <a:gd name="T81" fmla="*/ 1 h 177"/>
                <a:gd name="T82" fmla="*/ 0 w 806"/>
                <a:gd name="T83" fmla="*/ 1 h 177"/>
                <a:gd name="T84" fmla="*/ 0 w 806"/>
                <a:gd name="T85" fmla="*/ 1 h 177"/>
                <a:gd name="T86" fmla="*/ 0 w 806"/>
                <a:gd name="T87" fmla="*/ 1 h 177"/>
                <a:gd name="T88" fmla="*/ 1 w 806"/>
                <a:gd name="T89" fmla="*/ 1 h 177"/>
                <a:gd name="T90" fmla="*/ 1 w 806"/>
                <a:gd name="T91" fmla="*/ 1 h 17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806"/>
                <a:gd name="T139" fmla="*/ 0 h 177"/>
                <a:gd name="T140" fmla="*/ 806 w 806"/>
                <a:gd name="T141" fmla="*/ 177 h 17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806" h="177">
                  <a:moveTo>
                    <a:pt x="67" y="171"/>
                  </a:moveTo>
                  <a:lnTo>
                    <a:pt x="68" y="171"/>
                  </a:lnTo>
                  <a:lnTo>
                    <a:pt x="109" y="151"/>
                  </a:lnTo>
                  <a:lnTo>
                    <a:pt x="151" y="135"/>
                  </a:lnTo>
                  <a:lnTo>
                    <a:pt x="196" y="122"/>
                  </a:lnTo>
                  <a:lnTo>
                    <a:pt x="242" y="110"/>
                  </a:lnTo>
                  <a:lnTo>
                    <a:pt x="287" y="102"/>
                  </a:lnTo>
                  <a:lnTo>
                    <a:pt x="335" y="97"/>
                  </a:lnTo>
                  <a:lnTo>
                    <a:pt x="382" y="95"/>
                  </a:lnTo>
                  <a:lnTo>
                    <a:pt x="430" y="94"/>
                  </a:lnTo>
                  <a:lnTo>
                    <a:pt x="477" y="97"/>
                  </a:lnTo>
                  <a:lnTo>
                    <a:pt x="524" y="102"/>
                  </a:lnTo>
                  <a:lnTo>
                    <a:pt x="568" y="108"/>
                  </a:lnTo>
                  <a:lnTo>
                    <a:pt x="612" y="117"/>
                  </a:lnTo>
                  <a:lnTo>
                    <a:pt x="654" y="128"/>
                  </a:lnTo>
                  <a:lnTo>
                    <a:pt x="693" y="141"/>
                  </a:lnTo>
                  <a:lnTo>
                    <a:pt x="730" y="155"/>
                  </a:lnTo>
                  <a:lnTo>
                    <a:pt x="764" y="171"/>
                  </a:lnTo>
                  <a:lnTo>
                    <a:pt x="806" y="89"/>
                  </a:lnTo>
                  <a:lnTo>
                    <a:pt x="768" y="70"/>
                  </a:lnTo>
                  <a:lnTo>
                    <a:pt x="725" y="54"/>
                  </a:lnTo>
                  <a:lnTo>
                    <a:pt x="680" y="39"/>
                  </a:lnTo>
                  <a:lnTo>
                    <a:pt x="633" y="26"/>
                  </a:lnTo>
                  <a:lnTo>
                    <a:pt x="585" y="16"/>
                  </a:lnTo>
                  <a:lnTo>
                    <a:pt x="536" y="8"/>
                  </a:lnTo>
                  <a:lnTo>
                    <a:pt x="484" y="3"/>
                  </a:lnTo>
                  <a:lnTo>
                    <a:pt x="433" y="0"/>
                  </a:lnTo>
                  <a:lnTo>
                    <a:pt x="380" y="1"/>
                  </a:lnTo>
                  <a:lnTo>
                    <a:pt x="328" y="3"/>
                  </a:lnTo>
                  <a:lnTo>
                    <a:pt x="276" y="10"/>
                  </a:lnTo>
                  <a:lnTo>
                    <a:pt x="223" y="19"/>
                  </a:lnTo>
                  <a:lnTo>
                    <a:pt x="172" y="30"/>
                  </a:lnTo>
                  <a:lnTo>
                    <a:pt x="121" y="46"/>
                  </a:lnTo>
                  <a:lnTo>
                    <a:pt x="72" y="67"/>
                  </a:lnTo>
                  <a:lnTo>
                    <a:pt x="24" y="89"/>
                  </a:lnTo>
                  <a:lnTo>
                    <a:pt x="25" y="89"/>
                  </a:lnTo>
                  <a:lnTo>
                    <a:pt x="24" y="89"/>
                  </a:lnTo>
                  <a:lnTo>
                    <a:pt x="8" y="102"/>
                  </a:lnTo>
                  <a:lnTo>
                    <a:pt x="0" y="118"/>
                  </a:lnTo>
                  <a:lnTo>
                    <a:pt x="0" y="136"/>
                  </a:lnTo>
                  <a:lnTo>
                    <a:pt x="6" y="152"/>
                  </a:lnTo>
                  <a:lnTo>
                    <a:pt x="17" y="165"/>
                  </a:lnTo>
                  <a:lnTo>
                    <a:pt x="31" y="175"/>
                  </a:lnTo>
                  <a:lnTo>
                    <a:pt x="48" y="177"/>
                  </a:lnTo>
                  <a:lnTo>
                    <a:pt x="68" y="171"/>
                  </a:lnTo>
                  <a:lnTo>
                    <a:pt x="67" y="1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1762" name="Freeform 44"/>
            <p:cNvSpPr>
              <a:spLocks/>
            </p:cNvSpPr>
            <p:nvPr/>
          </p:nvSpPr>
          <p:spPr bwMode="auto">
            <a:xfrm>
              <a:off x="931" y="1456"/>
              <a:ext cx="280" cy="158"/>
            </a:xfrm>
            <a:custGeom>
              <a:avLst/>
              <a:gdLst>
                <a:gd name="T0" fmla="*/ 1 w 1402"/>
                <a:gd name="T1" fmla="*/ 6 h 787"/>
                <a:gd name="T2" fmla="*/ 1 w 1402"/>
                <a:gd name="T3" fmla="*/ 6 h 787"/>
                <a:gd name="T4" fmla="*/ 11 w 1402"/>
                <a:gd name="T5" fmla="*/ 1 h 787"/>
                <a:gd name="T6" fmla="*/ 11 w 1402"/>
                <a:gd name="T7" fmla="*/ 0 h 787"/>
                <a:gd name="T8" fmla="*/ 0 w 1402"/>
                <a:gd name="T9" fmla="*/ 6 h 787"/>
                <a:gd name="T10" fmla="*/ 0 w 1402"/>
                <a:gd name="T11" fmla="*/ 6 h 787"/>
                <a:gd name="T12" fmla="*/ 0 w 1402"/>
                <a:gd name="T13" fmla="*/ 6 h 787"/>
                <a:gd name="T14" fmla="*/ 0 w 1402"/>
                <a:gd name="T15" fmla="*/ 6 h 787"/>
                <a:gd name="T16" fmla="*/ 0 w 1402"/>
                <a:gd name="T17" fmla="*/ 6 h 787"/>
                <a:gd name="T18" fmla="*/ 0 w 1402"/>
                <a:gd name="T19" fmla="*/ 6 h 787"/>
                <a:gd name="T20" fmla="*/ 0 w 1402"/>
                <a:gd name="T21" fmla="*/ 6 h 787"/>
                <a:gd name="T22" fmla="*/ 0 w 1402"/>
                <a:gd name="T23" fmla="*/ 6 h 787"/>
                <a:gd name="T24" fmla="*/ 0 w 1402"/>
                <a:gd name="T25" fmla="*/ 6 h 787"/>
                <a:gd name="T26" fmla="*/ 0 w 1402"/>
                <a:gd name="T27" fmla="*/ 6 h 787"/>
                <a:gd name="T28" fmla="*/ 1 w 1402"/>
                <a:gd name="T29" fmla="*/ 6 h 787"/>
                <a:gd name="T30" fmla="*/ 1 w 1402"/>
                <a:gd name="T31" fmla="*/ 6 h 78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02"/>
                <a:gd name="T49" fmla="*/ 0 h 787"/>
                <a:gd name="T50" fmla="*/ 1402 w 1402"/>
                <a:gd name="T51" fmla="*/ 787 h 78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02" h="787">
                  <a:moveTo>
                    <a:pt x="69" y="781"/>
                  </a:moveTo>
                  <a:lnTo>
                    <a:pt x="66" y="781"/>
                  </a:lnTo>
                  <a:lnTo>
                    <a:pt x="1402" y="82"/>
                  </a:lnTo>
                  <a:lnTo>
                    <a:pt x="1360" y="0"/>
                  </a:lnTo>
                  <a:lnTo>
                    <a:pt x="24" y="699"/>
                  </a:lnTo>
                  <a:lnTo>
                    <a:pt x="22" y="699"/>
                  </a:lnTo>
                  <a:lnTo>
                    <a:pt x="24" y="699"/>
                  </a:lnTo>
                  <a:lnTo>
                    <a:pt x="8" y="712"/>
                  </a:lnTo>
                  <a:lnTo>
                    <a:pt x="1" y="727"/>
                  </a:lnTo>
                  <a:lnTo>
                    <a:pt x="0" y="744"/>
                  </a:lnTo>
                  <a:lnTo>
                    <a:pt x="5" y="761"/>
                  </a:lnTo>
                  <a:lnTo>
                    <a:pt x="15" y="775"/>
                  </a:lnTo>
                  <a:lnTo>
                    <a:pt x="30" y="784"/>
                  </a:lnTo>
                  <a:lnTo>
                    <a:pt x="46" y="787"/>
                  </a:lnTo>
                  <a:lnTo>
                    <a:pt x="66" y="781"/>
                  </a:lnTo>
                  <a:lnTo>
                    <a:pt x="69" y="7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1763" name="Freeform 45"/>
            <p:cNvSpPr>
              <a:spLocks/>
            </p:cNvSpPr>
            <p:nvPr/>
          </p:nvSpPr>
          <p:spPr bwMode="auto">
            <a:xfrm>
              <a:off x="868" y="1596"/>
              <a:ext cx="77" cy="126"/>
            </a:xfrm>
            <a:custGeom>
              <a:avLst/>
              <a:gdLst>
                <a:gd name="T0" fmla="*/ 1 w 382"/>
                <a:gd name="T1" fmla="*/ 5 h 628"/>
                <a:gd name="T2" fmla="*/ 1 w 382"/>
                <a:gd name="T3" fmla="*/ 5 h 628"/>
                <a:gd name="T4" fmla="*/ 1 w 382"/>
                <a:gd name="T5" fmla="*/ 4 h 628"/>
                <a:gd name="T6" fmla="*/ 1 w 382"/>
                <a:gd name="T7" fmla="*/ 4 h 628"/>
                <a:gd name="T8" fmla="*/ 1 w 382"/>
                <a:gd name="T9" fmla="*/ 4 h 628"/>
                <a:gd name="T10" fmla="*/ 1 w 382"/>
                <a:gd name="T11" fmla="*/ 3 h 628"/>
                <a:gd name="T12" fmla="*/ 1 w 382"/>
                <a:gd name="T13" fmla="*/ 3 h 628"/>
                <a:gd name="T14" fmla="*/ 1 w 382"/>
                <a:gd name="T15" fmla="*/ 3 h 628"/>
                <a:gd name="T16" fmla="*/ 1 w 382"/>
                <a:gd name="T17" fmla="*/ 3 h 628"/>
                <a:gd name="T18" fmla="*/ 1 w 382"/>
                <a:gd name="T19" fmla="*/ 2 h 628"/>
                <a:gd name="T20" fmla="*/ 2 w 382"/>
                <a:gd name="T21" fmla="*/ 2 h 628"/>
                <a:gd name="T22" fmla="*/ 2 w 382"/>
                <a:gd name="T23" fmla="*/ 2 h 628"/>
                <a:gd name="T24" fmla="*/ 2 w 382"/>
                <a:gd name="T25" fmla="*/ 2 h 628"/>
                <a:gd name="T26" fmla="*/ 2 w 382"/>
                <a:gd name="T27" fmla="*/ 1 h 628"/>
                <a:gd name="T28" fmla="*/ 2 w 382"/>
                <a:gd name="T29" fmla="*/ 1 h 628"/>
                <a:gd name="T30" fmla="*/ 3 w 382"/>
                <a:gd name="T31" fmla="*/ 1 h 628"/>
                <a:gd name="T32" fmla="*/ 3 w 382"/>
                <a:gd name="T33" fmla="*/ 1 h 628"/>
                <a:gd name="T34" fmla="*/ 3 w 382"/>
                <a:gd name="T35" fmla="*/ 1 h 628"/>
                <a:gd name="T36" fmla="*/ 3 w 382"/>
                <a:gd name="T37" fmla="*/ 0 h 628"/>
                <a:gd name="T38" fmla="*/ 2 w 382"/>
                <a:gd name="T39" fmla="*/ 0 h 628"/>
                <a:gd name="T40" fmla="*/ 2 w 382"/>
                <a:gd name="T41" fmla="*/ 0 h 628"/>
                <a:gd name="T42" fmla="*/ 2 w 382"/>
                <a:gd name="T43" fmla="*/ 1 h 628"/>
                <a:gd name="T44" fmla="*/ 2 w 382"/>
                <a:gd name="T45" fmla="*/ 1 h 628"/>
                <a:gd name="T46" fmla="*/ 1 w 382"/>
                <a:gd name="T47" fmla="*/ 1 h 628"/>
                <a:gd name="T48" fmla="*/ 1 w 382"/>
                <a:gd name="T49" fmla="*/ 1 h 628"/>
                <a:gd name="T50" fmla="*/ 1 w 382"/>
                <a:gd name="T51" fmla="*/ 2 h 628"/>
                <a:gd name="T52" fmla="*/ 1 w 382"/>
                <a:gd name="T53" fmla="*/ 2 h 628"/>
                <a:gd name="T54" fmla="*/ 1 w 382"/>
                <a:gd name="T55" fmla="*/ 2 h 628"/>
                <a:gd name="T56" fmla="*/ 0 w 382"/>
                <a:gd name="T57" fmla="*/ 3 h 628"/>
                <a:gd name="T58" fmla="*/ 0 w 382"/>
                <a:gd name="T59" fmla="*/ 3 h 628"/>
                <a:gd name="T60" fmla="*/ 0 w 382"/>
                <a:gd name="T61" fmla="*/ 3 h 628"/>
                <a:gd name="T62" fmla="*/ 0 w 382"/>
                <a:gd name="T63" fmla="*/ 4 h 628"/>
                <a:gd name="T64" fmla="*/ 0 w 382"/>
                <a:gd name="T65" fmla="*/ 4 h 628"/>
                <a:gd name="T66" fmla="*/ 0 w 382"/>
                <a:gd name="T67" fmla="*/ 4 h 628"/>
                <a:gd name="T68" fmla="*/ 0 w 382"/>
                <a:gd name="T69" fmla="*/ 5 h 628"/>
                <a:gd name="T70" fmla="*/ 0 w 382"/>
                <a:gd name="T71" fmla="*/ 5 h 628"/>
                <a:gd name="T72" fmla="*/ 0 w 382"/>
                <a:gd name="T73" fmla="*/ 5 h 628"/>
                <a:gd name="T74" fmla="*/ 0 w 382"/>
                <a:gd name="T75" fmla="*/ 5 h 628"/>
                <a:gd name="T76" fmla="*/ 0 w 382"/>
                <a:gd name="T77" fmla="*/ 5 h 628"/>
                <a:gd name="T78" fmla="*/ 0 w 382"/>
                <a:gd name="T79" fmla="*/ 5 h 628"/>
                <a:gd name="T80" fmla="*/ 0 w 382"/>
                <a:gd name="T81" fmla="*/ 5 h 628"/>
                <a:gd name="T82" fmla="*/ 1 w 382"/>
                <a:gd name="T83" fmla="*/ 5 h 628"/>
                <a:gd name="T84" fmla="*/ 1 w 382"/>
                <a:gd name="T85" fmla="*/ 5 h 628"/>
                <a:gd name="T86" fmla="*/ 1 w 382"/>
                <a:gd name="T87" fmla="*/ 5 h 628"/>
                <a:gd name="T88" fmla="*/ 1 w 382"/>
                <a:gd name="T89" fmla="*/ 5 h 628"/>
                <a:gd name="T90" fmla="*/ 1 w 382"/>
                <a:gd name="T91" fmla="*/ 5 h 628"/>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382"/>
                <a:gd name="T139" fmla="*/ 0 h 628"/>
                <a:gd name="T140" fmla="*/ 382 w 382"/>
                <a:gd name="T141" fmla="*/ 628 h 628"/>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382" h="628">
                  <a:moveTo>
                    <a:pt x="94" y="581"/>
                  </a:moveTo>
                  <a:lnTo>
                    <a:pt x="94" y="582"/>
                  </a:lnTo>
                  <a:lnTo>
                    <a:pt x="96" y="541"/>
                  </a:lnTo>
                  <a:lnTo>
                    <a:pt x="99" y="500"/>
                  </a:lnTo>
                  <a:lnTo>
                    <a:pt x="106" y="463"/>
                  </a:lnTo>
                  <a:lnTo>
                    <a:pt x="115" y="424"/>
                  </a:lnTo>
                  <a:lnTo>
                    <a:pt x="127" y="389"/>
                  </a:lnTo>
                  <a:lnTo>
                    <a:pt x="140" y="353"/>
                  </a:lnTo>
                  <a:lnTo>
                    <a:pt x="156" y="320"/>
                  </a:lnTo>
                  <a:lnTo>
                    <a:pt x="173" y="287"/>
                  </a:lnTo>
                  <a:lnTo>
                    <a:pt x="193" y="255"/>
                  </a:lnTo>
                  <a:lnTo>
                    <a:pt x="214" y="226"/>
                  </a:lnTo>
                  <a:lnTo>
                    <a:pt x="238" y="198"/>
                  </a:lnTo>
                  <a:lnTo>
                    <a:pt x="263" y="172"/>
                  </a:lnTo>
                  <a:lnTo>
                    <a:pt x="290" y="146"/>
                  </a:lnTo>
                  <a:lnTo>
                    <a:pt x="318" y="122"/>
                  </a:lnTo>
                  <a:lnTo>
                    <a:pt x="349" y="101"/>
                  </a:lnTo>
                  <a:lnTo>
                    <a:pt x="382" y="82"/>
                  </a:lnTo>
                  <a:lnTo>
                    <a:pt x="335" y="0"/>
                  </a:lnTo>
                  <a:lnTo>
                    <a:pt x="297" y="23"/>
                  </a:lnTo>
                  <a:lnTo>
                    <a:pt x="262" y="49"/>
                  </a:lnTo>
                  <a:lnTo>
                    <a:pt x="229" y="76"/>
                  </a:lnTo>
                  <a:lnTo>
                    <a:pt x="198" y="104"/>
                  </a:lnTo>
                  <a:lnTo>
                    <a:pt x="167" y="137"/>
                  </a:lnTo>
                  <a:lnTo>
                    <a:pt x="142" y="170"/>
                  </a:lnTo>
                  <a:lnTo>
                    <a:pt x="116" y="204"/>
                  </a:lnTo>
                  <a:lnTo>
                    <a:pt x="94" y="240"/>
                  </a:lnTo>
                  <a:lnTo>
                    <a:pt x="74" y="278"/>
                  </a:lnTo>
                  <a:lnTo>
                    <a:pt x="54" y="317"/>
                  </a:lnTo>
                  <a:lnTo>
                    <a:pt x="38" y="359"/>
                  </a:lnTo>
                  <a:lnTo>
                    <a:pt x="26" y="401"/>
                  </a:lnTo>
                  <a:lnTo>
                    <a:pt x="15" y="444"/>
                  </a:lnTo>
                  <a:lnTo>
                    <a:pt x="8" y="489"/>
                  </a:lnTo>
                  <a:lnTo>
                    <a:pt x="2" y="534"/>
                  </a:lnTo>
                  <a:lnTo>
                    <a:pt x="0" y="580"/>
                  </a:lnTo>
                  <a:lnTo>
                    <a:pt x="0" y="581"/>
                  </a:lnTo>
                  <a:lnTo>
                    <a:pt x="0" y="580"/>
                  </a:lnTo>
                  <a:lnTo>
                    <a:pt x="3" y="600"/>
                  </a:lnTo>
                  <a:lnTo>
                    <a:pt x="14" y="615"/>
                  </a:lnTo>
                  <a:lnTo>
                    <a:pt x="29" y="625"/>
                  </a:lnTo>
                  <a:lnTo>
                    <a:pt x="45" y="628"/>
                  </a:lnTo>
                  <a:lnTo>
                    <a:pt x="63" y="626"/>
                  </a:lnTo>
                  <a:lnTo>
                    <a:pt x="78" y="616"/>
                  </a:lnTo>
                  <a:lnTo>
                    <a:pt x="89" y="602"/>
                  </a:lnTo>
                  <a:lnTo>
                    <a:pt x="94" y="582"/>
                  </a:lnTo>
                  <a:lnTo>
                    <a:pt x="94" y="5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1764" name="Freeform 46"/>
            <p:cNvSpPr>
              <a:spLocks/>
            </p:cNvSpPr>
            <p:nvPr/>
          </p:nvSpPr>
          <p:spPr bwMode="auto">
            <a:xfrm>
              <a:off x="868" y="1712"/>
              <a:ext cx="19" cy="364"/>
            </a:xfrm>
            <a:custGeom>
              <a:avLst/>
              <a:gdLst>
                <a:gd name="T0" fmla="*/ 1 w 94"/>
                <a:gd name="T1" fmla="*/ 14 h 1818"/>
                <a:gd name="T2" fmla="*/ 1 w 94"/>
                <a:gd name="T3" fmla="*/ 14 h 1818"/>
                <a:gd name="T4" fmla="*/ 1 w 94"/>
                <a:gd name="T5" fmla="*/ 0 h 1818"/>
                <a:gd name="T6" fmla="*/ 0 w 94"/>
                <a:gd name="T7" fmla="*/ 0 h 1818"/>
                <a:gd name="T8" fmla="*/ 0 w 94"/>
                <a:gd name="T9" fmla="*/ 14 h 1818"/>
                <a:gd name="T10" fmla="*/ 0 w 94"/>
                <a:gd name="T11" fmla="*/ 14 h 1818"/>
                <a:gd name="T12" fmla="*/ 0 w 94"/>
                <a:gd name="T13" fmla="*/ 14 h 1818"/>
                <a:gd name="T14" fmla="*/ 0 w 94"/>
                <a:gd name="T15" fmla="*/ 14 h 1818"/>
                <a:gd name="T16" fmla="*/ 0 w 94"/>
                <a:gd name="T17" fmla="*/ 14 h 1818"/>
                <a:gd name="T18" fmla="*/ 0 w 94"/>
                <a:gd name="T19" fmla="*/ 15 h 1818"/>
                <a:gd name="T20" fmla="*/ 0 w 94"/>
                <a:gd name="T21" fmla="*/ 15 h 1818"/>
                <a:gd name="T22" fmla="*/ 1 w 94"/>
                <a:gd name="T23" fmla="*/ 15 h 1818"/>
                <a:gd name="T24" fmla="*/ 1 w 94"/>
                <a:gd name="T25" fmla="*/ 14 h 1818"/>
                <a:gd name="T26" fmla="*/ 1 w 94"/>
                <a:gd name="T27" fmla="*/ 14 h 1818"/>
                <a:gd name="T28" fmla="*/ 1 w 94"/>
                <a:gd name="T29" fmla="*/ 14 h 1818"/>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94"/>
                <a:gd name="T46" fmla="*/ 0 h 1818"/>
                <a:gd name="T47" fmla="*/ 94 w 94"/>
                <a:gd name="T48" fmla="*/ 1818 h 1818"/>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94" h="1818">
                  <a:moveTo>
                    <a:pt x="94" y="1771"/>
                  </a:moveTo>
                  <a:lnTo>
                    <a:pt x="94" y="1771"/>
                  </a:lnTo>
                  <a:lnTo>
                    <a:pt x="94" y="0"/>
                  </a:lnTo>
                  <a:lnTo>
                    <a:pt x="0" y="0"/>
                  </a:lnTo>
                  <a:lnTo>
                    <a:pt x="0" y="1771"/>
                  </a:lnTo>
                  <a:lnTo>
                    <a:pt x="3" y="1791"/>
                  </a:lnTo>
                  <a:lnTo>
                    <a:pt x="15" y="1806"/>
                  </a:lnTo>
                  <a:lnTo>
                    <a:pt x="29" y="1814"/>
                  </a:lnTo>
                  <a:lnTo>
                    <a:pt x="47" y="1818"/>
                  </a:lnTo>
                  <a:lnTo>
                    <a:pt x="64" y="1814"/>
                  </a:lnTo>
                  <a:lnTo>
                    <a:pt x="79" y="1806"/>
                  </a:lnTo>
                  <a:lnTo>
                    <a:pt x="90" y="1791"/>
                  </a:lnTo>
                  <a:lnTo>
                    <a:pt x="94" y="17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1765" name="Freeform 47"/>
            <p:cNvSpPr>
              <a:spLocks/>
            </p:cNvSpPr>
            <p:nvPr/>
          </p:nvSpPr>
          <p:spPr bwMode="auto">
            <a:xfrm>
              <a:off x="868" y="2067"/>
              <a:ext cx="90" cy="160"/>
            </a:xfrm>
            <a:custGeom>
              <a:avLst/>
              <a:gdLst>
                <a:gd name="T0" fmla="*/ 3 w 449"/>
                <a:gd name="T1" fmla="*/ 6 h 803"/>
                <a:gd name="T2" fmla="*/ 3 w 449"/>
                <a:gd name="T3" fmla="*/ 6 h 803"/>
                <a:gd name="T4" fmla="*/ 3 w 449"/>
                <a:gd name="T5" fmla="*/ 5 h 803"/>
                <a:gd name="T6" fmla="*/ 3 w 449"/>
                <a:gd name="T7" fmla="*/ 5 h 803"/>
                <a:gd name="T8" fmla="*/ 3 w 449"/>
                <a:gd name="T9" fmla="*/ 5 h 803"/>
                <a:gd name="T10" fmla="*/ 2 w 449"/>
                <a:gd name="T11" fmla="*/ 5 h 803"/>
                <a:gd name="T12" fmla="*/ 2 w 449"/>
                <a:gd name="T13" fmla="*/ 4 h 803"/>
                <a:gd name="T14" fmla="*/ 2 w 449"/>
                <a:gd name="T15" fmla="*/ 4 h 803"/>
                <a:gd name="T16" fmla="*/ 2 w 449"/>
                <a:gd name="T17" fmla="*/ 4 h 803"/>
                <a:gd name="T18" fmla="*/ 2 w 449"/>
                <a:gd name="T19" fmla="*/ 3 h 803"/>
                <a:gd name="T20" fmla="*/ 1 w 449"/>
                <a:gd name="T21" fmla="*/ 3 h 803"/>
                <a:gd name="T22" fmla="*/ 1 w 449"/>
                <a:gd name="T23" fmla="*/ 2 h 803"/>
                <a:gd name="T24" fmla="*/ 1 w 449"/>
                <a:gd name="T25" fmla="*/ 2 h 803"/>
                <a:gd name="T26" fmla="*/ 1 w 449"/>
                <a:gd name="T27" fmla="*/ 2 h 803"/>
                <a:gd name="T28" fmla="*/ 1 w 449"/>
                <a:gd name="T29" fmla="*/ 1 h 803"/>
                <a:gd name="T30" fmla="*/ 1 w 449"/>
                <a:gd name="T31" fmla="*/ 1 h 803"/>
                <a:gd name="T32" fmla="*/ 1 w 449"/>
                <a:gd name="T33" fmla="*/ 0 h 803"/>
                <a:gd name="T34" fmla="*/ 1 w 449"/>
                <a:gd name="T35" fmla="*/ 0 h 803"/>
                <a:gd name="T36" fmla="*/ 0 w 449"/>
                <a:gd name="T37" fmla="*/ 0 h 803"/>
                <a:gd name="T38" fmla="*/ 0 w 449"/>
                <a:gd name="T39" fmla="*/ 0 h 803"/>
                <a:gd name="T40" fmla="*/ 0 w 449"/>
                <a:gd name="T41" fmla="*/ 1 h 803"/>
                <a:gd name="T42" fmla="*/ 0 w 449"/>
                <a:gd name="T43" fmla="*/ 1 h 803"/>
                <a:gd name="T44" fmla="*/ 0 w 449"/>
                <a:gd name="T45" fmla="*/ 2 h 803"/>
                <a:gd name="T46" fmla="*/ 0 w 449"/>
                <a:gd name="T47" fmla="*/ 2 h 803"/>
                <a:gd name="T48" fmla="*/ 0 w 449"/>
                <a:gd name="T49" fmla="*/ 3 h 803"/>
                <a:gd name="T50" fmla="*/ 1 w 449"/>
                <a:gd name="T51" fmla="*/ 3 h 803"/>
                <a:gd name="T52" fmla="*/ 1 w 449"/>
                <a:gd name="T53" fmla="*/ 4 h 803"/>
                <a:gd name="T54" fmla="*/ 1 w 449"/>
                <a:gd name="T55" fmla="*/ 4 h 803"/>
                <a:gd name="T56" fmla="*/ 1 w 449"/>
                <a:gd name="T57" fmla="*/ 4 h 803"/>
                <a:gd name="T58" fmla="*/ 2 w 449"/>
                <a:gd name="T59" fmla="*/ 5 h 803"/>
                <a:gd name="T60" fmla="*/ 2 w 449"/>
                <a:gd name="T61" fmla="*/ 5 h 803"/>
                <a:gd name="T62" fmla="*/ 2 w 449"/>
                <a:gd name="T63" fmla="*/ 5 h 803"/>
                <a:gd name="T64" fmla="*/ 2 w 449"/>
                <a:gd name="T65" fmla="*/ 6 h 803"/>
                <a:gd name="T66" fmla="*/ 3 w 449"/>
                <a:gd name="T67" fmla="*/ 6 h 803"/>
                <a:gd name="T68" fmla="*/ 3 w 449"/>
                <a:gd name="T69" fmla="*/ 6 h 803"/>
                <a:gd name="T70" fmla="*/ 3 w 449"/>
                <a:gd name="T71" fmla="*/ 6 h 803"/>
                <a:gd name="T72" fmla="*/ 3 w 449"/>
                <a:gd name="T73" fmla="*/ 6 h 803"/>
                <a:gd name="T74" fmla="*/ 3 w 449"/>
                <a:gd name="T75" fmla="*/ 6 h 803"/>
                <a:gd name="T76" fmla="*/ 3 w 449"/>
                <a:gd name="T77" fmla="*/ 6 h 803"/>
                <a:gd name="T78" fmla="*/ 3 w 449"/>
                <a:gd name="T79" fmla="*/ 6 h 803"/>
                <a:gd name="T80" fmla="*/ 4 w 449"/>
                <a:gd name="T81" fmla="*/ 6 h 803"/>
                <a:gd name="T82" fmla="*/ 4 w 449"/>
                <a:gd name="T83" fmla="*/ 6 h 803"/>
                <a:gd name="T84" fmla="*/ 4 w 449"/>
                <a:gd name="T85" fmla="*/ 6 h 803"/>
                <a:gd name="T86" fmla="*/ 4 w 449"/>
                <a:gd name="T87" fmla="*/ 6 h 803"/>
                <a:gd name="T88" fmla="*/ 3 w 449"/>
                <a:gd name="T89" fmla="*/ 6 h 803"/>
                <a:gd name="T90" fmla="*/ 3 w 449"/>
                <a:gd name="T91" fmla="*/ 6 h 80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449"/>
                <a:gd name="T139" fmla="*/ 0 h 803"/>
                <a:gd name="T140" fmla="*/ 449 w 449"/>
                <a:gd name="T141" fmla="*/ 803 h 80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449" h="803">
                  <a:moveTo>
                    <a:pt x="426" y="717"/>
                  </a:moveTo>
                  <a:lnTo>
                    <a:pt x="427" y="717"/>
                  </a:lnTo>
                  <a:lnTo>
                    <a:pt x="395" y="693"/>
                  </a:lnTo>
                  <a:lnTo>
                    <a:pt x="361" y="662"/>
                  </a:lnTo>
                  <a:lnTo>
                    <a:pt x="329" y="628"/>
                  </a:lnTo>
                  <a:lnTo>
                    <a:pt x="299" y="591"/>
                  </a:lnTo>
                  <a:lnTo>
                    <a:pt x="269" y="551"/>
                  </a:lnTo>
                  <a:lnTo>
                    <a:pt x="241" y="507"/>
                  </a:lnTo>
                  <a:lnTo>
                    <a:pt x="215" y="460"/>
                  </a:lnTo>
                  <a:lnTo>
                    <a:pt x="191" y="412"/>
                  </a:lnTo>
                  <a:lnTo>
                    <a:pt x="170" y="363"/>
                  </a:lnTo>
                  <a:lnTo>
                    <a:pt x="151" y="312"/>
                  </a:lnTo>
                  <a:lnTo>
                    <a:pt x="133" y="259"/>
                  </a:lnTo>
                  <a:lnTo>
                    <a:pt x="119" y="207"/>
                  </a:lnTo>
                  <a:lnTo>
                    <a:pt x="108" y="156"/>
                  </a:lnTo>
                  <a:lnTo>
                    <a:pt x="101" y="103"/>
                  </a:lnTo>
                  <a:lnTo>
                    <a:pt x="96" y="51"/>
                  </a:lnTo>
                  <a:lnTo>
                    <a:pt x="94" y="0"/>
                  </a:lnTo>
                  <a:lnTo>
                    <a:pt x="0" y="0"/>
                  </a:lnTo>
                  <a:lnTo>
                    <a:pt x="2" y="56"/>
                  </a:lnTo>
                  <a:lnTo>
                    <a:pt x="7" y="115"/>
                  </a:lnTo>
                  <a:lnTo>
                    <a:pt x="16" y="172"/>
                  </a:lnTo>
                  <a:lnTo>
                    <a:pt x="28" y="231"/>
                  </a:lnTo>
                  <a:lnTo>
                    <a:pt x="44" y="287"/>
                  </a:lnTo>
                  <a:lnTo>
                    <a:pt x="62" y="342"/>
                  </a:lnTo>
                  <a:lnTo>
                    <a:pt x="83" y="398"/>
                  </a:lnTo>
                  <a:lnTo>
                    <a:pt x="106" y="452"/>
                  </a:lnTo>
                  <a:lnTo>
                    <a:pt x="133" y="505"/>
                  </a:lnTo>
                  <a:lnTo>
                    <a:pt x="161" y="554"/>
                  </a:lnTo>
                  <a:lnTo>
                    <a:pt x="192" y="602"/>
                  </a:lnTo>
                  <a:lnTo>
                    <a:pt x="224" y="647"/>
                  </a:lnTo>
                  <a:lnTo>
                    <a:pt x="259" y="689"/>
                  </a:lnTo>
                  <a:lnTo>
                    <a:pt x="295" y="728"/>
                  </a:lnTo>
                  <a:lnTo>
                    <a:pt x="334" y="763"/>
                  </a:lnTo>
                  <a:lnTo>
                    <a:pt x="374" y="795"/>
                  </a:lnTo>
                  <a:lnTo>
                    <a:pt x="375" y="795"/>
                  </a:lnTo>
                  <a:lnTo>
                    <a:pt x="374" y="795"/>
                  </a:lnTo>
                  <a:lnTo>
                    <a:pt x="392" y="803"/>
                  </a:lnTo>
                  <a:lnTo>
                    <a:pt x="411" y="803"/>
                  </a:lnTo>
                  <a:lnTo>
                    <a:pt x="426" y="795"/>
                  </a:lnTo>
                  <a:lnTo>
                    <a:pt x="439" y="782"/>
                  </a:lnTo>
                  <a:lnTo>
                    <a:pt x="446" y="766"/>
                  </a:lnTo>
                  <a:lnTo>
                    <a:pt x="449" y="749"/>
                  </a:lnTo>
                  <a:lnTo>
                    <a:pt x="441" y="732"/>
                  </a:lnTo>
                  <a:lnTo>
                    <a:pt x="427" y="717"/>
                  </a:lnTo>
                  <a:lnTo>
                    <a:pt x="426" y="71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1766" name="Freeform 48"/>
            <p:cNvSpPr>
              <a:spLocks/>
            </p:cNvSpPr>
            <p:nvPr/>
          </p:nvSpPr>
          <p:spPr bwMode="auto">
            <a:xfrm>
              <a:off x="883" y="1673"/>
              <a:ext cx="379" cy="690"/>
            </a:xfrm>
            <a:custGeom>
              <a:avLst/>
              <a:gdLst>
                <a:gd name="T0" fmla="*/ 12 w 1897"/>
                <a:gd name="T1" fmla="*/ 6 h 3450"/>
                <a:gd name="T2" fmla="*/ 13 w 1897"/>
                <a:gd name="T3" fmla="*/ 7 h 3450"/>
                <a:gd name="T4" fmla="*/ 13 w 1897"/>
                <a:gd name="T5" fmla="*/ 7 h 3450"/>
                <a:gd name="T6" fmla="*/ 14 w 1897"/>
                <a:gd name="T7" fmla="*/ 8 h 3450"/>
                <a:gd name="T8" fmla="*/ 14 w 1897"/>
                <a:gd name="T9" fmla="*/ 9 h 3450"/>
                <a:gd name="T10" fmla="*/ 15 w 1897"/>
                <a:gd name="T11" fmla="*/ 10 h 3450"/>
                <a:gd name="T12" fmla="*/ 15 w 1897"/>
                <a:gd name="T13" fmla="*/ 11 h 3450"/>
                <a:gd name="T14" fmla="*/ 15 w 1897"/>
                <a:gd name="T15" fmla="*/ 11 h 3450"/>
                <a:gd name="T16" fmla="*/ 15 w 1897"/>
                <a:gd name="T17" fmla="*/ 12 h 3450"/>
                <a:gd name="T18" fmla="*/ 15 w 1897"/>
                <a:gd name="T19" fmla="*/ 26 h 3450"/>
                <a:gd name="T20" fmla="*/ 15 w 1897"/>
                <a:gd name="T21" fmla="*/ 26 h 3450"/>
                <a:gd name="T22" fmla="*/ 15 w 1897"/>
                <a:gd name="T23" fmla="*/ 27 h 3450"/>
                <a:gd name="T24" fmla="*/ 15 w 1897"/>
                <a:gd name="T25" fmla="*/ 27 h 3450"/>
                <a:gd name="T26" fmla="*/ 14 w 1897"/>
                <a:gd name="T27" fmla="*/ 27 h 3450"/>
                <a:gd name="T28" fmla="*/ 14 w 1897"/>
                <a:gd name="T29" fmla="*/ 28 h 3450"/>
                <a:gd name="T30" fmla="*/ 13 w 1897"/>
                <a:gd name="T31" fmla="*/ 28 h 3450"/>
                <a:gd name="T32" fmla="*/ 13 w 1897"/>
                <a:gd name="T33" fmla="*/ 27 h 3450"/>
                <a:gd name="T34" fmla="*/ 3 w 1897"/>
                <a:gd name="T35" fmla="*/ 21 h 3450"/>
                <a:gd name="T36" fmla="*/ 2 w 1897"/>
                <a:gd name="T37" fmla="*/ 21 h 3450"/>
                <a:gd name="T38" fmla="*/ 2 w 1897"/>
                <a:gd name="T39" fmla="*/ 20 h 3450"/>
                <a:gd name="T40" fmla="*/ 1 w 1897"/>
                <a:gd name="T41" fmla="*/ 19 h 3450"/>
                <a:gd name="T42" fmla="*/ 1 w 1897"/>
                <a:gd name="T43" fmla="*/ 19 h 3450"/>
                <a:gd name="T44" fmla="*/ 0 w 1897"/>
                <a:gd name="T45" fmla="*/ 18 h 3450"/>
                <a:gd name="T46" fmla="*/ 0 w 1897"/>
                <a:gd name="T47" fmla="*/ 17 h 3450"/>
                <a:gd name="T48" fmla="*/ 0 w 1897"/>
                <a:gd name="T49" fmla="*/ 16 h 3450"/>
                <a:gd name="T50" fmla="*/ 0 w 1897"/>
                <a:gd name="T51" fmla="*/ 15 h 3450"/>
                <a:gd name="T52" fmla="*/ 0 w 1897"/>
                <a:gd name="T53" fmla="*/ 2 h 3450"/>
                <a:gd name="T54" fmla="*/ 0 w 1897"/>
                <a:gd name="T55" fmla="*/ 1 h 3450"/>
                <a:gd name="T56" fmla="*/ 0 w 1897"/>
                <a:gd name="T57" fmla="*/ 1 h 3450"/>
                <a:gd name="T58" fmla="*/ 1 w 1897"/>
                <a:gd name="T59" fmla="*/ 0 h 3450"/>
                <a:gd name="T60" fmla="*/ 1 w 1897"/>
                <a:gd name="T61" fmla="*/ 0 h 3450"/>
                <a:gd name="T62" fmla="*/ 1 w 1897"/>
                <a:gd name="T63" fmla="*/ 0 h 3450"/>
                <a:gd name="T64" fmla="*/ 2 w 1897"/>
                <a:gd name="T65" fmla="*/ 0 h 3450"/>
                <a:gd name="T66" fmla="*/ 3 w 1897"/>
                <a:gd name="T67" fmla="*/ 0 h 3450"/>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897"/>
                <a:gd name="T103" fmla="*/ 0 h 3450"/>
                <a:gd name="T104" fmla="*/ 1897 w 1897"/>
                <a:gd name="T105" fmla="*/ 3450 h 3450"/>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897" h="3450">
                  <a:moveTo>
                    <a:pt x="357" y="49"/>
                  </a:moveTo>
                  <a:lnTo>
                    <a:pt x="1542" y="806"/>
                  </a:lnTo>
                  <a:lnTo>
                    <a:pt x="1579" y="832"/>
                  </a:lnTo>
                  <a:lnTo>
                    <a:pt x="1614" y="861"/>
                  </a:lnTo>
                  <a:lnTo>
                    <a:pt x="1648" y="895"/>
                  </a:lnTo>
                  <a:lnTo>
                    <a:pt x="1681" y="933"/>
                  </a:lnTo>
                  <a:lnTo>
                    <a:pt x="1711" y="973"/>
                  </a:lnTo>
                  <a:lnTo>
                    <a:pt x="1740" y="1016"/>
                  </a:lnTo>
                  <a:lnTo>
                    <a:pt x="1768" y="1062"/>
                  </a:lnTo>
                  <a:lnTo>
                    <a:pt x="1793" y="1109"/>
                  </a:lnTo>
                  <a:lnTo>
                    <a:pt x="1816" y="1158"/>
                  </a:lnTo>
                  <a:lnTo>
                    <a:pt x="1836" y="1208"/>
                  </a:lnTo>
                  <a:lnTo>
                    <a:pt x="1854" y="1260"/>
                  </a:lnTo>
                  <a:lnTo>
                    <a:pt x="1869" y="1313"/>
                  </a:lnTo>
                  <a:lnTo>
                    <a:pt x="1881" y="1364"/>
                  </a:lnTo>
                  <a:lnTo>
                    <a:pt x="1890" y="1417"/>
                  </a:lnTo>
                  <a:lnTo>
                    <a:pt x="1895" y="1469"/>
                  </a:lnTo>
                  <a:lnTo>
                    <a:pt x="1897" y="1519"/>
                  </a:lnTo>
                  <a:lnTo>
                    <a:pt x="1897" y="3142"/>
                  </a:lnTo>
                  <a:lnTo>
                    <a:pt x="1895" y="3190"/>
                  </a:lnTo>
                  <a:lnTo>
                    <a:pt x="1890" y="3235"/>
                  </a:lnTo>
                  <a:lnTo>
                    <a:pt x="1881" y="3276"/>
                  </a:lnTo>
                  <a:lnTo>
                    <a:pt x="1869" y="3313"/>
                  </a:lnTo>
                  <a:lnTo>
                    <a:pt x="1854" y="3346"/>
                  </a:lnTo>
                  <a:lnTo>
                    <a:pt x="1836" y="3375"/>
                  </a:lnTo>
                  <a:lnTo>
                    <a:pt x="1816" y="3398"/>
                  </a:lnTo>
                  <a:lnTo>
                    <a:pt x="1793" y="3418"/>
                  </a:lnTo>
                  <a:lnTo>
                    <a:pt x="1768" y="3434"/>
                  </a:lnTo>
                  <a:lnTo>
                    <a:pt x="1740" y="3444"/>
                  </a:lnTo>
                  <a:lnTo>
                    <a:pt x="1711" y="3450"/>
                  </a:lnTo>
                  <a:lnTo>
                    <a:pt x="1681" y="3450"/>
                  </a:lnTo>
                  <a:lnTo>
                    <a:pt x="1648" y="3445"/>
                  </a:lnTo>
                  <a:lnTo>
                    <a:pt x="1614" y="3436"/>
                  </a:lnTo>
                  <a:lnTo>
                    <a:pt x="1579" y="3421"/>
                  </a:lnTo>
                  <a:lnTo>
                    <a:pt x="1542" y="3400"/>
                  </a:lnTo>
                  <a:lnTo>
                    <a:pt x="357" y="2643"/>
                  </a:lnTo>
                  <a:lnTo>
                    <a:pt x="320" y="2618"/>
                  </a:lnTo>
                  <a:lnTo>
                    <a:pt x="285" y="2588"/>
                  </a:lnTo>
                  <a:lnTo>
                    <a:pt x="251" y="2554"/>
                  </a:lnTo>
                  <a:lnTo>
                    <a:pt x="218" y="2517"/>
                  </a:lnTo>
                  <a:lnTo>
                    <a:pt x="187" y="2477"/>
                  </a:lnTo>
                  <a:lnTo>
                    <a:pt x="157" y="2433"/>
                  </a:lnTo>
                  <a:lnTo>
                    <a:pt x="130" y="2388"/>
                  </a:lnTo>
                  <a:lnTo>
                    <a:pt x="105" y="2341"/>
                  </a:lnTo>
                  <a:lnTo>
                    <a:pt x="81" y="2292"/>
                  </a:lnTo>
                  <a:lnTo>
                    <a:pt x="61" y="2241"/>
                  </a:lnTo>
                  <a:lnTo>
                    <a:pt x="44" y="2190"/>
                  </a:lnTo>
                  <a:lnTo>
                    <a:pt x="29" y="2138"/>
                  </a:lnTo>
                  <a:lnTo>
                    <a:pt x="17" y="2085"/>
                  </a:lnTo>
                  <a:lnTo>
                    <a:pt x="7" y="2033"/>
                  </a:lnTo>
                  <a:lnTo>
                    <a:pt x="3" y="1981"/>
                  </a:lnTo>
                  <a:lnTo>
                    <a:pt x="0" y="1931"/>
                  </a:lnTo>
                  <a:lnTo>
                    <a:pt x="0" y="308"/>
                  </a:lnTo>
                  <a:lnTo>
                    <a:pt x="3" y="260"/>
                  </a:lnTo>
                  <a:lnTo>
                    <a:pt x="7" y="215"/>
                  </a:lnTo>
                  <a:lnTo>
                    <a:pt x="17" y="174"/>
                  </a:lnTo>
                  <a:lnTo>
                    <a:pt x="29" y="137"/>
                  </a:lnTo>
                  <a:lnTo>
                    <a:pt x="44" y="104"/>
                  </a:lnTo>
                  <a:lnTo>
                    <a:pt x="61" y="76"/>
                  </a:lnTo>
                  <a:lnTo>
                    <a:pt x="81" y="51"/>
                  </a:lnTo>
                  <a:lnTo>
                    <a:pt x="105" y="31"/>
                  </a:lnTo>
                  <a:lnTo>
                    <a:pt x="130" y="16"/>
                  </a:lnTo>
                  <a:lnTo>
                    <a:pt x="157" y="5"/>
                  </a:lnTo>
                  <a:lnTo>
                    <a:pt x="187" y="0"/>
                  </a:lnTo>
                  <a:lnTo>
                    <a:pt x="218" y="0"/>
                  </a:lnTo>
                  <a:lnTo>
                    <a:pt x="251" y="3"/>
                  </a:lnTo>
                  <a:lnTo>
                    <a:pt x="285" y="14"/>
                  </a:lnTo>
                  <a:lnTo>
                    <a:pt x="320" y="29"/>
                  </a:lnTo>
                  <a:lnTo>
                    <a:pt x="357" y="49"/>
                  </a:lnTo>
                  <a:close/>
                </a:path>
              </a:pathLst>
            </a:custGeom>
            <a:solidFill>
              <a:srgbClr val="BFBFB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1767" name="Freeform 49"/>
            <p:cNvSpPr>
              <a:spLocks/>
            </p:cNvSpPr>
            <p:nvPr/>
          </p:nvSpPr>
          <p:spPr bwMode="auto">
            <a:xfrm>
              <a:off x="1268" y="1663"/>
              <a:ext cx="393" cy="711"/>
            </a:xfrm>
            <a:custGeom>
              <a:avLst/>
              <a:gdLst>
                <a:gd name="T0" fmla="*/ 3 w 1962"/>
                <a:gd name="T1" fmla="*/ 7 h 3555"/>
                <a:gd name="T2" fmla="*/ 2 w 1962"/>
                <a:gd name="T3" fmla="*/ 7 h 3555"/>
                <a:gd name="T4" fmla="*/ 2 w 1962"/>
                <a:gd name="T5" fmla="*/ 8 h 3555"/>
                <a:gd name="T6" fmla="*/ 1 w 1962"/>
                <a:gd name="T7" fmla="*/ 8 h 3555"/>
                <a:gd name="T8" fmla="*/ 1 w 1962"/>
                <a:gd name="T9" fmla="*/ 9 h 3555"/>
                <a:gd name="T10" fmla="*/ 1 w 1962"/>
                <a:gd name="T11" fmla="*/ 10 h 3555"/>
                <a:gd name="T12" fmla="*/ 0 w 1962"/>
                <a:gd name="T13" fmla="*/ 11 h 3555"/>
                <a:gd name="T14" fmla="*/ 0 w 1962"/>
                <a:gd name="T15" fmla="*/ 12 h 3555"/>
                <a:gd name="T16" fmla="*/ 0 w 1962"/>
                <a:gd name="T17" fmla="*/ 13 h 3555"/>
                <a:gd name="T18" fmla="*/ 0 w 1962"/>
                <a:gd name="T19" fmla="*/ 26 h 3555"/>
                <a:gd name="T20" fmla="*/ 0 w 1962"/>
                <a:gd name="T21" fmla="*/ 27 h 3555"/>
                <a:gd name="T22" fmla="*/ 0 w 1962"/>
                <a:gd name="T23" fmla="*/ 28 h 3555"/>
                <a:gd name="T24" fmla="*/ 1 w 1962"/>
                <a:gd name="T25" fmla="*/ 28 h 3555"/>
                <a:gd name="T26" fmla="*/ 1 w 1962"/>
                <a:gd name="T27" fmla="*/ 28 h 3555"/>
                <a:gd name="T28" fmla="*/ 2 w 1962"/>
                <a:gd name="T29" fmla="*/ 28 h 3555"/>
                <a:gd name="T30" fmla="*/ 2 w 1962"/>
                <a:gd name="T31" fmla="*/ 28 h 3555"/>
                <a:gd name="T32" fmla="*/ 3 w 1962"/>
                <a:gd name="T33" fmla="*/ 28 h 3555"/>
                <a:gd name="T34" fmla="*/ 13 w 1962"/>
                <a:gd name="T35" fmla="*/ 22 h 3555"/>
                <a:gd name="T36" fmla="*/ 13 w 1962"/>
                <a:gd name="T37" fmla="*/ 21 h 3555"/>
                <a:gd name="T38" fmla="*/ 14 w 1962"/>
                <a:gd name="T39" fmla="*/ 21 h 3555"/>
                <a:gd name="T40" fmla="*/ 14 w 1962"/>
                <a:gd name="T41" fmla="*/ 20 h 3555"/>
                <a:gd name="T42" fmla="*/ 15 w 1962"/>
                <a:gd name="T43" fmla="*/ 19 h 3555"/>
                <a:gd name="T44" fmla="*/ 15 w 1962"/>
                <a:gd name="T45" fmla="*/ 18 h 3555"/>
                <a:gd name="T46" fmla="*/ 16 w 1962"/>
                <a:gd name="T47" fmla="*/ 18 h 3555"/>
                <a:gd name="T48" fmla="*/ 16 w 1962"/>
                <a:gd name="T49" fmla="*/ 17 h 3555"/>
                <a:gd name="T50" fmla="*/ 16 w 1962"/>
                <a:gd name="T51" fmla="*/ 16 h 3555"/>
                <a:gd name="T52" fmla="*/ 16 w 1962"/>
                <a:gd name="T53" fmla="*/ 2 h 3555"/>
                <a:gd name="T54" fmla="*/ 16 w 1962"/>
                <a:gd name="T55" fmla="*/ 1 h 3555"/>
                <a:gd name="T56" fmla="*/ 15 w 1962"/>
                <a:gd name="T57" fmla="*/ 1 h 3555"/>
                <a:gd name="T58" fmla="*/ 15 w 1962"/>
                <a:gd name="T59" fmla="*/ 0 h 3555"/>
                <a:gd name="T60" fmla="*/ 15 w 1962"/>
                <a:gd name="T61" fmla="*/ 0 h 3555"/>
                <a:gd name="T62" fmla="*/ 14 w 1962"/>
                <a:gd name="T63" fmla="*/ 0 h 3555"/>
                <a:gd name="T64" fmla="*/ 14 w 1962"/>
                <a:gd name="T65" fmla="*/ 0 h 3555"/>
                <a:gd name="T66" fmla="*/ 13 w 1962"/>
                <a:gd name="T67" fmla="*/ 0 h 3555"/>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962"/>
                <a:gd name="T103" fmla="*/ 0 h 3555"/>
                <a:gd name="T104" fmla="*/ 1962 w 1962"/>
                <a:gd name="T105" fmla="*/ 3555 h 3555"/>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962" h="3555">
                  <a:moveTo>
                    <a:pt x="1594" y="50"/>
                  </a:moveTo>
                  <a:lnTo>
                    <a:pt x="368" y="831"/>
                  </a:lnTo>
                  <a:lnTo>
                    <a:pt x="330" y="858"/>
                  </a:lnTo>
                  <a:lnTo>
                    <a:pt x="294" y="888"/>
                  </a:lnTo>
                  <a:lnTo>
                    <a:pt x="259" y="922"/>
                  </a:lnTo>
                  <a:lnTo>
                    <a:pt x="225" y="961"/>
                  </a:lnTo>
                  <a:lnTo>
                    <a:pt x="193" y="1003"/>
                  </a:lnTo>
                  <a:lnTo>
                    <a:pt x="163" y="1047"/>
                  </a:lnTo>
                  <a:lnTo>
                    <a:pt x="133" y="1094"/>
                  </a:lnTo>
                  <a:lnTo>
                    <a:pt x="108" y="1143"/>
                  </a:lnTo>
                  <a:lnTo>
                    <a:pt x="84" y="1193"/>
                  </a:lnTo>
                  <a:lnTo>
                    <a:pt x="63" y="1246"/>
                  </a:lnTo>
                  <a:lnTo>
                    <a:pt x="44" y="1299"/>
                  </a:lnTo>
                  <a:lnTo>
                    <a:pt x="29" y="1353"/>
                  </a:lnTo>
                  <a:lnTo>
                    <a:pt x="16" y="1405"/>
                  </a:lnTo>
                  <a:lnTo>
                    <a:pt x="7" y="1459"/>
                  </a:lnTo>
                  <a:lnTo>
                    <a:pt x="2" y="1512"/>
                  </a:lnTo>
                  <a:lnTo>
                    <a:pt x="0" y="1565"/>
                  </a:lnTo>
                  <a:lnTo>
                    <a:pt x="0" y="3237"/>
                  </a:lnTo>
                  <a:lnTo>
                    <a:pt x="2" y="3287"/>
                  </a:lnTo>
                  <a:lnTo>
                    <a:pt x="7" y="3333"/>
                  </a:lnTo>
                  <a:lnTo>
                    <a:pt x="16" y="3375"/>
                  </a:lnTo>
                  <a:lnTo>
                    <a:pt x="29" y="3413"/>
                  </a:lnTo>
                  <a:lnTo>
                    <a:pt x="44" y="3447"/>
                  </a:lnTo>
                  <a:lnTo>
                    <a:pt x="63" y="3477"/>
                  </a:lnTo>
                  <a:lnTo>
                    <a:pt x="84" y="3502"/>
                  </a:lnTo>
                  <a:lnTo>
                    <a:pt x="108" y="3522"/>
                  </a:lnTo>
                  <a:lnTo>
                    <a:pt x="133" y="3538"/>
                  </a:lnTo>
                  <a:lnTo>
                    <a:pt x="163" y="3549"/>
                  </a:lnTo>
                  <a:lnTo>
                    <a:pt x="193" y="3555"/>
                  </a:lnTo>
                  <a:lnTo>
                    <a:pt x="225" y="3555"/>
                  </a:lnTo>
                  <a:lnTo>
                    <a:pt x="259" y="3550"/>
                  </a:lnTo>
                  <a:lnTo>
                    <a:pt x="294" y="3541"/>
                  </a:lnTo>
                  <a:lnTo>
                    <a:pt x="330" y="3524"/>
                  </a:lnTo>
                  <a:lnTo>
                    <a:pt x="368" y="3503"/>
                  </a:lnTo>
                  <a:lnTo>
                    <a:pt x="1594" y="2722"/>
                  </a:lnTo>
                  <a:lnTo>
                    <a:pt x="1632" y="2696"/>
                  </a:lnTo>
                  <a:lnTo>
                    <a:pt x="1668" y="2665"/>
                  </a:lnTo>
                  <a:lnTo>
                    <a:pt x="1703" y="2631"/>
                  </a:lnTo>
                  <a:lnTo>
                    <a:pt x="1737" y="2592"/>
                  </a:lnTo>
                  <a:lnTo>
                    <a:pt x="1769" y="2551"/>
                  </a:lnTo>
                  <a:lnTo>
                    <a:pt x="1799" y="2506"/>
                  </a:lnTo>
                  <a:lnTo>
                    <a:pt x="1829" y="2460"/>
                  </a:lnTo>
                  <a:lnTo>
                    <a:pt x="1854" y="2411"/>
                  </a:lnTo>
                  <a:lnTo>
                    <a:pt x="1878" y="2361"/>
                  </a:lnTo>
                  <a:lnTo>
                    <a:pt x="1899" y="2308"/>
                  </a:lnTo>
                  <a:lnTo>
                    <a:pt x="1918" y="2256"/>
                  </a:lnTo>
                  <a:lnTo>
                    <a:pt x="1933" y="2202"/>
                  </a:lnTo>
                  <a:lnTo>
                    <a:pt x="1946" y="2149"/>
                  </a:lnTo>
                  <a:lnTo>
                    <a:pt x="1955" y="2095"/>
                  </a:lnTo>
                  <a:lnTo>
                    <a:pt x="1960" y="2042"/>
                  </a:lnTo>
                  <a:lnTo>
                    <a:pt x="1962" y="1989"/>
                  </a:lnTo>
                  <a:lnTo>
                    <a:pt x="1962" y="319"/>
                  </a:lnTo>
                  <a:lnTo>
                    <a:pt x="1960" y="269"/>
                  </a:lnTo>
                  <a:lnTo>
                    <a:pt x="1955" y="223"/>
                  </a:lnTo>
                  <a:lnTo>
                    <a:pt x="1946" y="180"/>
                  </a:lnTo>
                  <a:lnTo>
                    <a:pt x="1933" y="143"/>
                  </a:lnTo>
                  <a:lnTo>
                    <a:pt x="1918" y="109"/>
                  </a:lnTo>
                  <a:lnTo>
                    <a:pt x="1899" y="79"/>
                  </a:lnTo>
                  <a:lnTo>
                    <a:pt x="1878" y="54"/>
                  </a:lnTo>
                  <a:lnTo>
                    <a:pt x="1854" y="33"/>
                  </a:lnTo>
                  <a:lnTo>
                    <a:pt x="1829" y="17"/>
                  </a:lnTo>
                  <a:lnTo>
                    <a:pt x="1799" y="7"/>
                  </a:lnTo>
                  <a:lnTo>
                    <a:pt x="1769" y="0"/>
                  </a:lnTo>
                  <a:lnTo>
                    <a:pt x="1737" y="0"/>
                  </a:lnTo>
                  <a:lnTo>
                    <a:pt x="1703" y="4"/>
                  </a:lnTo>
                  <a:lnTo>
                    <a:pt x="1668" y="14"/>
                  </a:lnTo>
                  <a:lnTo>
                    <a:pt x="1632" y="29"/>
                  </a:lnTo>
                  <a:lnTo>
                    <a:pt x="1594" y="50"/>
                  </a:lnTo>
                  <a:close/>
                </a:path>
              </a:pathLst>
            </a:custGeom>
            <a:solidFill>
              <a:srgbClr val="E5E5E5"/>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1768" name="Freeform 50"/>
            <p:cNvSpPr>
              <a:spLocks noEditPoints="1"/>
            </p:cNvSpPr>
            <p:nvPr/>
          </p:nvSpPr>
          <p:spPr bwMode="auto">
            <a:xfrm>
              <a:off x="916" y="1589"/>
              <a:ext cx="697" cy="698"/>
            </a:xfrm>
            <a:custGeom>
              <a:avLst/>
              <a:gdLst>
                <a:gd name="T0" fmla="*/ 16 w 3485"/>
                <a:gd name="T1" fmla="*/ 0 h 3490"/>
                <a:gd name="T2" fmla="*/ 17 w 3485"/>
                <a:gd name="T3" fmla="*/ 2 h 3490"/>
                <a:gd name="T4" fmla="*/ 17 w 3485"/>
                <a:gd name="T5" fmla="*/ 3 h 3490"/>
                <a:gd name="T6" fmla="*/ 14 w 3485"/>
                <a:gd name="T7" fmla="*/ 4 h 3490"/>
                <a:gd name="T8" fmla="*/ 12 w 3485"/>
                <a:gd name="T9" fmla="*/ 4 h 3490"/>
                <a:gd name="T10" fmla="*/ 11 w 3485"/>
                <a:gd name="T11" fmla="*/ 2 h 3490"/>
                <a:gd name="T12" fmla="*/ 11 w 3485"/>
                <a:gd name="T13" fmla="*/ 1 h 3490"/>
                <a:gd name="T14" fmla="*/ 14 w 3485"/>
                <a:gd name="T15" fmla="*/ 0 h 3490"/>
                <a:gd name="T16" fmla="*/ 3 w 3485"/>
                <a:gd name="T17" fmla="*/ 7 h 3490"/>
                <a:gd name="T18" fmla="*/ 4 w 3485"/>
                <a:gd name="T19" fmla="*/ 9 h 3490"/>
                <a:gd name="T20" fmla="*/ 3 w 3485"/>
                <a:gd name="T21" fmla="*/ 12 h 3490"/>
                <a:gd name="T22" fmla="*/ 2 w 3485"/>
                <a:gd name="T23" fmla="*/ 13 h 3490"/>
                <a:gd name="T24" fmla="*/ 1 w 3485"/>
                <a:gd name="T25" fmla="*/ 12 h 3490"/>
                <a:gd name="T26" fmla="*/ 0 w 3485"/>
                <a:gd name="T27" fmla="*/ 10 h 3490"/>
                <a:gd name="T28" fmla="*/ 0 w 3485"/>
                <a:gd name="T29" fmla="*/ 8 h 3490"/>
                <a:gd name="T30" fmla="*/ 2 w 3485"/>
                <a:gd name="T31" fmla="*/ 6 h 3490"/>
                <a:gd name="T32" fmla="*/ 10 w 3485"/>
                <a:gd name="T33" fmla="*/ 20 h 3490"/>
                <a:gd name="T34" fmla="*/ 11 w 3485"/>
                <a:gd name="T35" fmla="*/ 22 h 3490"/>
                <a:gd name="T36" fmla="*/ 11 w 3485"/>
                <a:gd name="T37" fmla="*/ 25 h 3490"/>
                <a:gd name="T38" fmla="*/ 10 w 3485"/>
                <a:gd name="T39" fmla="*/ 27 h 3490"/>
                <a:gd name="T40" fmla="*/ 8 w 3485"/>
                <a:gd name="T41" fmla="*/ 26 h 3490"/>
                <a:gd name="T42" fmla="*/ 7 w 3485"/>
                <a:gd name="T43" fmla="*/ 24 h 3490"/>
                <a:gd name="T44" fmla="*/ 7 w 3485"/>
                <a:gd name="T45" fmla="*/ 22 h 3490"/>
                <a:gd name="T46" fmla="*/ 8 w 3485"/>
                <a:gd name="T47" fmla="*/ 20 h 3490"/>
                <a:gd name="T48" fmla="*/ 20 w 3485"/>
                <a:gd name="T49" fmla="*/ 21 h 3490"/>
                <a:gd name="T50" fmla="*/ 21 w 3485"/>
                <a:gd name="T51" fmla="*/ 23 h 3490"/>
                <a:gd name="T52" fmla="*/ 21 w 3485"/>
                <a:gd name="T53" fmla="*/ 26 h 3490"/>
                <a:gd name="T54" fmla="*/ 20 w 3485"/>
                <a:gd name="T55" fmla="*/ 28 h 3490"/>
                <a:gd name="T56" fmla="*/ 18 w 3485"/>
                <a:gd name="T57" fmla="*/ 28 h 3490"/>
                <a:gd name="T58" fmla="*/ 17 w 3485"/>
                <a:gd name="T59" fmla="*/ 26 h 3490"/>
                <a:gd name="T60" fmla="*/ 17 w 3485"/>
                <a:gd name="T61" fmla="*/ 23 h 3490"/>
                <a:gd name="T62" fmla="*/ 18 w 3485"/>
                <a:gd name="T63" fmla="*/ 21 h 3490"/>
                <a:gd name="T64" fmla="*/ 19 w 3485"/>
                <a:gd name="T65" fmla="*/ 11 h 3490"/>
                <a:gd name="T66" fmla="*/ 20 w 3485"/>
                <a:gd name="T67" fmla="*/ 13 h 3490"/>
                <a:gd name="T68" fmla="*/ 21 w 3485"/>
                <a:gd name="T69" fmla="*/ 15 h 3490"/>
                <a:gd name="T70" fmla="*/ 20 w 3485"/>
                <a:gd name="T71" fmla="*/ 17 h 3490"/>
                <a:gd name="T72" fmla="*/ 18 w 3485"/>
                <a:gd name="T73" fmla="*/ 17 h 3490"/>
                <a:gd name="T74" fmla="*/ 17 w 3485"/>
                <a:gd name="T75" fmla="*/ 16 h 3490"/>
                <a:gd name="T76" fmla="*/ 17 w 3485"/>
                <a:gd name="T77" fmla="*/ 13 h 3490"/>
                <a:gd name="T78" fmla="*/ 18 w 3485"/>
                <a:gd name="T79" fmla="*/ 11 h 3490"/>
                <a:gd name="T80" fmla="*/ 26 w 3485"/>
                <a:gd name="T81" fmla="*/ 7 h 3490"/>
                <a:gd name="T82" fmla="*/ 27 w 3485"/>
                <a:gd name="T83" fmla="*/ 8 h 3490"/>
                <a:gd name="T84" fmla="*/ 27 w 3485"/>
                <a:gd name="T85" fmla="*/ 11 h 3490"/>
                <a:gd name="T86" fmla="*/ 26 w 3485"/>
                <a:gd name="T87" fmla="*/ 13 h 3490"/>
                <a:gd name="T88" fmla="*/ 25 w 3485"/>
                <a:gd name="T89" fmla="*/ 13 h 3490"/>
                <a:gd name="T90" fmla="*/ 24 w 3485"/>
                <a:gd name="T91" fmla="*/ 12 h 3490"/>
                <a:gd name="T92" fmla="*/ 24 w 3485"/>
                <a:gd name="T93" fmla="*/ 9 h 3490"/>
                <a:gd name="T94" fmla="*/ 24 w 3485"/>
                <a:gd name="T95" fmla="*/ 7 h 3490"/>
                <a:gd name="T96" fmla="*/ 26 w 3485"/>
                <a:gd name="T97" fmla="*/ 17 h 3490"/>
                <a:gd name="T98" fmla="*/ 27 w 3485"/>
                <a:gd name="T99" fmla="*/ 18 h 3490"/>
                <a:gd name="T100" fmla="*/ 28 w 3485"/>
                <a:gd name="T101" fmla="*/ 21 h 3490"/>
                <a:gd name="T102" fmla="*/ 27 w 3485"/>
                <a:gd name="T103" fmla="*/ 23 h 3490"/>
                <a:gd name="T104" fmla="*/ 26 w 3485"/>
                <a:gd name="T105" fmla="*/ 24 h 3490"/>
                <a:gd name="T106" fmla="*/ 24 w 3485"/>
                <a:gd name="T107" fmla="*/ 23 h 3490"/>
                <a:gd name="T108" fmla="*/ 24 w 3485"/>
                <a:gd name="T109" fmla="*/ 20 h 3490"/>
                <a:gd name="T110" fmla="*/ 25 w 3485"/>
                <a:gd name="T111" fmla="*/ 18 h 3490"/>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w 3485"/>
                <a:gd name="T169" fmla="*/ 0 h 3490"/>
                <a:gd name="T170" fmla="*/ 3485 w 3485"/>
                <a:gd name="T171" fmla="*/ 3490 h 3490"/>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T168" t="T169" r="T170" b="T171"/>
              <a:pathLst>
                <a:path w="3485" h="3490">
                  <a:moveTo>
                    <a:pt x="1754" y="0"/>
                  </a:moveTo>
                  <a:lnTo>
                    <a:pt x="1797" y="2"/>
                  </a:lnTo>
                  <a:lnTo>
                    <a:pt x="1840" y="5"/>
                  </a:lnTo>
                  <a:lnTo>
                    <a:pt x="1881" y="12"/>
                  </a:lnTo>
                  <a:lnTo>
                    <a:pt x="1921" y="20"/>
                  </a:lnTo>
                  <a:lnTo>
                    <a:pt x="1959" y="31"/>
                  </a:lnTo>
                  <a:lnTo>
                    <a:pt x="1994" y="44"/>
                  </a:lnTo>
                  <a:lnTo>
                    <a:pt x="2028" y="59"/>
                  </a:lnTo>
                  <a:lnTo>
                    <a:pt x="2058" y="74"/>
                  </a:lnTo>
                  <a:lnTo>
                    <a:pt x="2086" y="93"/>
                  </a:lnTo>
                  <a:lnTo>
                    <a:pt x="2111" y="113"/>
                  </a:lnTo>
                  <a:lnTo>
                    <a:pt x="2132" y="133"/>
                  </a:lnTo>
                  <a:lnTo>
                    <a:pt x="2151" y="155"/>
                  </a:lnTo>
                  <a:lnTo>
                    <a:pt x="2165" y="179"/>
                  </a:lnTo>
                  <a:lnTo>
                    <a:pt x="2175" y="203"/>
                  </a:lnTo>
                  <a:lnTo>
                    <a:pt x="2182" y="229"/>
                  </a:lnTo>
                  <a:lnTo>
                    <a:pt x="2185" y="255"/>
                  </a:lnTo>
                  <a:lnTo>
                    <a:pt x="2182" y="281"/>
                  </a:lnTo>
                  <a:lnTo>
                    <a:pt x="2175" y="305"/>
                  </a:lnTo>
                  <a:lnTo>
                    <a:pt x="2165" y="330"/>
                  </a:lnTo>
                  <a:lnTo>
                    <a:pt x="2151" y="353"/>
                  </a:lnTo>
                  <a:lnTo>
                    <a:pt x="2132" y="376"/>
                  </a:lnTo>
                  <a:lnTo>
                    <a:pt x="2111" y="397"/>
                  </a:lnTo>
                  <a:lnTo>
                    <a:pt x="2086" y="417"/>
                  </a:lnTo>
                  <a:lnTo>
                    <a:pt x="2058" y="434"/>
                  </a:lnTo>
                  <a:lnTo>
                    <a:pt x="2028" y="451"/>
                  </a:lnTo>
                  <a:lnTo>
                    <a:pt x="1994" y="466"/>
                  </a:lnTo>
                  <a:lnTo>
                    <a:pt x="1959" y="479"/>
                  </a:lnTo>
                  <a:lnTo>
                    <a:pt x="1921" y="489"/>
                  </a:lnTo>
                  <a:lnTo>
                    <a:pt x="1881" y="498"/>
                  </a:lnTo>
                  <a:lnTo>
                    <a:pt x="1840" y="505"/>
                  </a:lnTo>
                  <a:lnTo>
                    <a:pt x="1797" y="508"/>
                  </a:lnTo>
                  <a:lnTo>
                    <a:pt x="1754" y="509"/>
                  </a:lnTo>
                  <a:lnTo>
                    <a:pt x="1710" y="508"/>
                  </a:lnTo>
                  <a:lnTo>
                    <a:pt x="1667" y="505"/>
                  </a:lnTo>
                  <a:lnTo>
                    <a:pt x="1626" y="498"/>
                  </a:lnTo>
                  <a:lnTo>
                    <a:pt x="1586" y="489"/>
                  </a:lnTo>
                  <a:lnTo>
                    <a:pt x="1548" y="479"/>
                  </a:lnTo>
                  <a:lnTo>
                    <a:pt x="1512" y="466"/>
                  </a:lnTo>
                  <a:lnTo>
                    <a:pt x="1479" y="451"/>
                  </a:lnTo>
                  <a:lnTo>
                    <a:pt x="1449" y="434"/>
                  </a:lnTo>
                  <a:lnTo>
                    <a:pt x="1421" y="417"/>
                  </a:lnTo>
                  <a:lnTo>
                    <a:pt x="1395" y="397"/>
                  </a:lnTo>
                  <a:lnTo>
                    <a:pt x="1374" y="376"/>
                  </a:lnTo>
                  <a:lnTo>
                    <a:pt x="1355" y="353"/>
                  </a:lnTo>
                  <a:lnTo>
                    <a:pt x="1341" y="330"/>
                  </a:lnTo>
                  <a:lnTo>
                    <a:pt x="1331" y="305"/>
                  </a:lnTo>
                  <a:lnTo>
                    <a:pt x="1324" y="281"/>
                  </a:lnTo>
                  <a:lnTo>
                    <a:pt x="1321" y="255"/>
                  </a:lnTo>
                  <a:lnTo>
                    <a:pt x="1324" y="229"/>
                  </a:lnTo>
                  <a:lnTo>
                    <a:pt x="1331" y="203"/>
                  </a:lnTo>
                  <a:lnTo>
                    <a:pt x="1341" y="179"/>
                  </a:lnTo>
                  <a:lnTo>
                    <a:pt x="1355" y="155"/>
                  </a:lnTo>
                  <a:lnTo>
                    <a:pt x="1374" y="133"/>
                  </a:lnTo>
                  <a:lnTo>
                    <a:pt x="1395" y="113"/>
                  </a:lnTo>
                  <a:lnTo>
                    <a:pt x="1421" y="93"/>
                  </a:lnTo>
                  <a:lnTo>
                    <a:pt x="1449" y="74"/>
                  </a:lnTo>
                  <a:lnTo>
                    <a:pt x="1479" y="59"/>
                  </a:lnTo>
                  <a:lnTo>
                    <a:pt x="1512" y="44"/>
                  </a:lnTo>
                  <a:lnTo>
                    <a:pt x="1548" y="31"/>
                  </a:lnTo>
                  <a:lnTo>
                    <a:pt x="1586" y="20"/>
                  </a:lnTo>
                  <a:lnTo>
                    <a:pt x="1626" y="12"/>
                  </a:lnTo>
                  <a:lnTo>
                    <a:pt x="1667" y="5"/>
                  </a:lnTo>
                  <a:lnTo>
                    <a:pt x="1710" y="2"/>
                  </a:lnTo>
                  <a:lnTo>
                    <a:pt x="1754" y="0"/>
                  </a:lnTo>
                  <a:close/>
                  <a:moveTo>
                    <a:pt x="239" y="786"/>
                  </a:moveTo>
                  <a:lnTo>
                    <a:pt x="263" y="788"/>
                  </a:lnTo>
                  <a:lnTo>
                    <a:pt x="287" y="794"/>
                  </a:lnTo>
                  <a:lnTo>
                    <a:pt x="309" y="805"/>
                  </a:lnTo>
                  <a:lnTo>
                    <a:pt x="331" y="819"/>
                  </a:lnTo>
                  <a:lnTo>
                    <a:pt x="352" y="836"/>
                  </a:lnTo>
                  <a:lnTo>
                    <a:pt x="372" y="857"/>
                  </a:lnTo>
                  <a:lnTo>
                    <a:pt x="390" y="882"/>
                  </a:lnTo>
                  <a:lnTo>
                    <a:pt x="407" y="909"/>
                  </a:lnTo>
                  <a:lnTo>
                    <a:pt x="423" y="940"/>
                  </a:lnTo>
                  <a:lnTo>
                    <a:pt x="437" y="971"/>
                  </a:lnTo>
                  <a:lnTo>
                    <a:pt x="448" y="1006"/>
                  </a:lnTo>
                  <a:lnTo>
                    <a:pt x="459" y="1043"/>
                  </a:lnTo>
                  <a:lnTo>
                    <a:pt x="467" y="1081"/>
                  </a:lnTo>
                  <a:lnTo>
                    <a:pt x="473" y="1121"/>
                  </a:lnTo>
                  <a:lnTo>
                    <a:pt x="476" y="1163"/>
                  </a:lnTo>
                  <a:lnTo>
                    <a:pt x="478" y="1206"/>
                  </a:lnTo>
                  <a:lnTo>
                    <a:pt x="476" y="1248"/>
                  </a:lnTo>
                  <a:lnTo>
                    <a:pt x="473" y="1290"/>
                  </a:lnTo>
                  <a:lnTo>
                    <a:pt x="467" y="1330"/>
                  </a:lnTo>
                  <a:lnTo>
                    <a:pt x="459" y="1367"/>
                  </a:lnTo>
                  <a:lnTo>
                    <a:pt x="448" y="1405"/>
                  </a:lnTo>
                  <a:lnTo>
                    <a:pt x="437" y="1439"/>
                  </a:lnTo>
                  <a:lnTo>
                    <a:pt x="423" y="1472"/>
                  </a:lnTo>
                  <a:lnTo>
                    <a:pt x="407" y="1501"/>
                  </a:lnTo>
                  <a:lnTo>
                    <a:pt x="390" y="1528"/>
                  </a:lnTo>
                  <a:lnTo>
                    <a:pt x="372" y="1553"/>
                  </a:lnTo>
                  <a:lnTo>
                    <a:pt x="352" y="1574"/>
                  </a:lnTo>
                  <a:lnTo>
                    <a:pt x="331" y="1591"/>
                  </a:lnTo>
                  <a:lnTo>
                    <a:pt x="309" y="1605"/>
                  </a:lnTo>
                  <a:lnTo>
                    <a:pt x="287" y="1616"/>
                  </a:lnTo>
                  <a:lnTo>
                    <a:pt x="263" y="1622"/>
                  </a:lnTo>
                  <a:lnTo>
                    <a:pt x="239" y="1624"/>
                  </a:lnTo>
                  <a:lnTo>
                    <a:pt x="214" y="1622"/>
                  </a:lnTo>
                  <a:lnTo>
                    <a:pt x="191" y="1616"/>
                  </a:lnTo>
                  <a:lnTo>
                    <a:pt x="168" y="1605"/>
                  </a:lnTo>
                  <a:lnTo>
                    <a:pt x="146" y="1591"/>
                  </a:lnTo>
                  <a:lnTo>
                    <a:pt x="125" y="1574"/>
                  </a:lnTo>
                  <a:lnTo>
                    <a:pt x="105" y="1553"/>
                  </a:lnTo>
                  <a:lnTo>
                    <a:pt x="87" y="1528"/>
                  </a:lnTo>
                  <a:lnTo>
                    <a:pt x="70" y="1501"/>
                  </a:lnTo>
                  <a:lnTo>
                    <a:pt x="55" y="1472"/>
                  </a:lnTo>
                  <a:lnTo>
                    <a:pt x="41" y="1439"/>
                  </a:lnTo>
                  <a:lnTo>
                    <a:pt x="29" y="1405"/>
                  </a:lnTo>
                  <a:lnTo>
                    <a:pt x="18" y="1367"/>
                  </a:lnTo>
                  <a:lnTo>
                    <a:pt x="10" y="1330"/>
                  </a:lnTo>
                  <a:lnTo>
                    <a:pt x="4" y="1290"/>
                  </a:lnTo>
                  <a:lnTo>
                    <a:pt x="1" y="1248"/>
                  </a:lnTo>
                  <a:lnTo>
                    <a:pt x="0" y="1206"/>
                  </a:lnTo>
                  <a:lnTo>
                    <a:pt x="1" y="1163"/>
                  </a:lnTo>
                  <a:lnTo>
                    <a:pt x="4" y="1121"/>
                  </a:lnTo>
                  <a:lnTo>
                    <a:pt x="10" y="1081"/>
                  </a:lnTo>
                  <a:lnTo>
                    <a:pt x="18" y="1043"/>
                  </a:lnTo>
                  <a:lnTo>
                    <a:pt x="29" y="1006"/>
                  </a:lnTo>
                  <a:lnTo>
                    <a:pt x="41" y="971"/>
                  </a:lnTo>
                  <a:lnTo>
                    <a:pt x="55" y="940"/>
                  </a:lnTo>
                  <a:lnTo>
                    <a:pt x="70" y="909"/>
                  </a:lnTo>
                  <a:lnTo>
                    <a:pt x="87" y="882"/>
                  </a:lnTo>
                  <a:lnTo>
                    <a:pt x="105" y="857"/>
                  </a:lnTo>
                  <a:lnTo>
                    <a:pt x="125" y="836"/>
                  </a:lnTo>
                  <a:lnTo>
                    <a:pt x="146" y="819"/>
                  </a:lnTo>
                  <a:lnTo>
                    <a:pt x="168" y="805"/>
                  </a:lnTo>
                  <a:lnTo>
                    <a:pt x="191" y="794"/>
                  </a:lnTo>
                  <a:lnTo>
                    <a:pt x="214" y="788"/>
                  </a:lnTo>
                  <a:lnTo>
                    <a:pt x="239" y="786"/>
                  </a:lnTo>
                  <a:close/>
                  <a:moveTo>
                    <a:pt x="1119" y="2495"/>
                  </a:moveTo>
                  <a:lnTo>
                    <a:pt x="1143" y="2498"/>
                  </a:lnTo>
                  <a:lnTo>
                    <a:pt x="1167" y="2504"/>
                  </a:lnTo>
                  <a:lnTo>
                    <a:pt x="1190" y="2514"/>
                  </a:lnTo>
                  <a:lnTo>
                    <a:pt x="1211" y="2528"/>
                  </a:lnTo>
                  <a:lnTo>
                    <a:pt x="1232" y="2546"/>
                  </a:lnTo>
                  <a:lnTo>
                    <a:pt x="1252" y="2567"/>
                  </a:lnTo>
                  <a:lnTo>
                    <a:pt x="1271" y="2592"/>
                  </a:lnTo>
                  <a:lnTo>
                    <a:pt x="1288" y="2618"/>
                  </a:lnTo>
                  <a:lnTo>
                    <a:pt x="1304" y="2648"/>
                  </a:lnTo>
                  <a:lnTo>
                    <a:pt x="1318" y="2681"/>
                  </a:lnTo>
                  <a:lnTo>
                    <a:pt x="1329" y="2715"/>
                  </a:lnTo>
                  <a:lnTo>
                    <a:pt x="1340" y="2752"/>
                  </a:lnTo>
                  <a:lnTo>
                    <a:pt x="1348" y="2790"/>
                  </a:lnTo>
                  <a:lnTo>
                    <a:pt x="1354" y="2830"/>
                  </a:lnTo>
                  <a:lnTo>
                    <a:pt x="1358" y="2872"/>
                  </a:lnTo>
                  <a:lnTo>
                    <a:pt x="1359" y="2914"/>
                  </a:lnTo>
                  <a:lnTo>
                    <a:pt x="1358" y="2956"/>
                  </a:lnTo>
                  <a:lnTo>
                    <a:pt x="1354" y="2998"/>
                  </a:lnTo>
                  <a:lnTo>
                    <a:pt x="1348" y="3038"/>
                  </a:lnTo>
                  <a:lnTo>
                    <a:pt x="1340" y="3077"/>
                  </a:lnTo>
                  <a:lnTo>
                    <a:pt x="1329" y="3113"/>
                  </a:lnTo>
                  <a:lnTo>
                    <a:pt x="1318" y="3147"/>
                  </a:lnTo>
                  <a:lnTo>
                    <a:pt x="1304" y="3180"/>
                  </a:lnTo>
                  <a:lnTo>
                    <a:pt x="1288" y="3209"/>
                  </a:lnTo>
                  <a:lnTo>
                    <a:pt x="1271" y="3238"/>
                  </a:lnTo>
                  <a:lnTo>
                    <a:pt x="1252" y="3261"/>
                  </a:lnTo>
                  <a:lnTo>
                    <a:pt x="1232" y="3282"/>
                  </a:lnTo>
                  <a:lnTo>
                    <a:pt x="1211" y="3301"/>
                  </a:lnTo>
                  <a:lnTo>
                    <a:pt x="1190" y="3315"/>
                  </a:lnTo>
                  <a:lnTo>
                    <a:pt x="1167" y="3325"/>
                  </a:lnTo>
                  <a:lnTo>
                    <a:pt x="1143" y="3331"/>
                  </a:lnTo>
                  <a:lnTo>
                    <a:pt x="1119" y="3334"/>
                  </a:lnTo>
                  <a:lnTo>
                    <a:pt x="1094" y="3331"/>
                  </a:lnTo>
                  <a:lnTo>
                    <a:pt x="1070" y="3325"/>
                  </a:lnTo>
                  <a:lnTo>
                    <a:pt x="1048" y="3315"/>
                  </a:lnTo>
                  <a:lnTo>
                    <a:pt x="1026" y="3301"/>
                  </a:lnTo>
                  <a:lnTo>
                    <a:pt x="1005" y="3282"/>
                  </a:lnTo>
                  <a:lnTo>
                    <a:pt x="985" y="3261"/>
                  </a:lnTo>
                  <a:lnTo>
                    <a:pt x="967" y="3238"/>
                  </a:lnTo>
                  <a:lnTo>
                    <a:pt x="950" y="3209"/>
                  </a:lnTo>
                  <a:lnTo>
                    <a:pt x="935" y="3180"/>
                  </a:lnTo>
                  <a:lnTo>
                    <a:pt x="921" y="3147"/>
                  </a:lnTo>
                  <a:lnTo>
                    <a:pt x="909" y="3113"/>
                  </a:lnTo>
                  <a:lnTo>
                    <a:pt x="898" y="3077"/>
                  </a:lnTo>
                  <a:lnTo>
                    <a:pt x="890" y="3038"/>
                  </a:lnTo>
                  <a:lnTo>
                    <a:pt x="884" y="2998"/>
                  </a:lnTo>
                  <a:lnTo>
                    <a:pt x="881" y="2956"/>
                  </a:lnTo>
                  <a:lnTo>
                    <a:pt x="880" y="2914"/>
                  </a:lnTo>
                  <a:lnTo>
                    <a:pt x="881" y="2872"/>
                  </a:lnTo>
                  <a:lnTo>
                    <a:pt x="884" y="2830"/>
                  </a:lnTo>
                  <a:lnTo>
                    <a:pt x="890" y="2790"/>
                  </a:lnTo>
                  <a:lnTo>
                    <a:pt x="898" y="2752"/>
                  </a:lnTo>
                  <a:lnTo>
                    <a:pt x="909" y="2715"/>
                  </a:lnTo>
                  <a:lnTo>
                    <a:pt x="921" y="2681"/>
                  </a:lnTo>
                  <a:lnTo>
                    <a:pt x="935" y="2648"/>
                  </a:lnTo>
                  <a:lnTo>
                    <a:pt x="950" y="2618"/>
                  </a:lnTo>
                  <a:lnTo>
                    <a:pt x="967" y="2592"/>
                  </a:lnTo>
                  <a:lnTo>
                    <a:pt x="985" y="2567"/>
                  </a:lnTo>
                  <a:lnTo>
                    <a:pt x="1005" y="2546"/>
                  </a:lnTo>
                  <a:lnTo>
                    <a:pt x="1026" y="2528"/>
                  </a:lnTo>
                  <a:lnTo>
                    <a:pt x="1048" y="2514"/>
                  </a:lnTo>
                  <a:lnTo>
                    <a:pt x="1070" y="2504"/>
                  </a:lnTo>
                  <a:lnTo>
                    <a:pt x="1094" y="2498"/>
                  </a:lnTo>
                  <a:lnTo>
                    <a:pt x="1119" y="2495"/>
                  </a:lnTo>
                  <a:close/>
                  <a:moveTo>
                    <a:pt x="2380" y="2651"/>
                  </a:moveTo>
                  <a:lnTo>
                    <a:pt x="2405" y="2654"/>
                  </a:lnTo>
                  <a:lnTo>
                    <a:pt x="2428" y="2660"/>
                  </a:lnTo>
                  <a:lnTo>
                    <a:pt x="2452" y="2670"/>
                  </a:lnTo>
                  <a:lnTo>
                    <a:pt x="2473" y="2684"/>
                  </a:lnTo>
                  <a:lnTo>
                    <a:pt x="2494" y="2703"/>
                  </a:lnTo>
                  <a:lnTo>
                    <a:pt x="2514" y="2724"/>
                  </a:lnTo>
                  <a:lnTo>
                    <a:pt x="2533" y="2747"/>
                  </a:lnTo>
                  <a:lnTo>
                    <a:pt x="2550" y="2774"/>
                  </a:lnTo>
                  <a:lnTo>
                    <a:pt x="2565" y="2805"/>
                  </a:lnTo>
                  <a:lnTo>
                    <a:pt x="2580" y="2838"/>
                  </a:lnTo>
                  <a:lnTo>
                    <a:pt x="2591" y="2872"/>
                  </a:lnTo>
                  <a:lnTo>
                    <a:pt x="2602" y="2908"/>
                  </a:lnTo>
                  <a:lnTo>
                    <a:pt x="2610" y="2947"/>
                  </a:lnTo>
                  <a:lnTo>
                    <a:pt x="2616" y="2987"/>
                  </a:lnTo>
                  <a:lnTo>
                    <a:pt x="2619" y="3029"/>
                  </a:lnTo>
                  <a:lnTo>
                    <a:pt x="2621" y="3071"/>
                  </a:lnTo>
                  <a:lnTo>
                    <a:pt x="2619" y="3113"/>
                  </a:lnTo>
                  <a:lnTo>
                    <a:pt x="2616" y="3155"/>
                  </a:lnTo>
                  <a:lnTo>
                    <a:pt x="2610" y="3195"/>
                  </a:lnTo>
                  <a:lnTo>
                    <a:pt x="2602" y="3233"/>
                  </a:lnTo>
                  <a:lnTo>
                    <a:pt x="2591" y="3270"/>
                  </a:lnTo>
                  <a:lnTo>
                    <a:pt x="2580" y="3304"/>
                  </a:lnTo>
                  <a:lnTo>
                    <a:pt x="2565" y="3337"/>
                  </a:lnTo>
                  <a:lnTo>
                    <a:pt x="2550" y="3367"/>
                  </a:lnTo>
                  <a:lnTo>
                    <a:pt x="2533" y="3393"/>
                  </a:lnTo>
                  <a:lnTo>
                    <a:pt x="2514" y="3418"/>
                  </a:lnTo>
                  <a:lnTo>
                    <a:pt x="2494" y="3439"/>
                  </a:lnTo>
                  <a:lnTo>
                    <a:pt x="2473" y="3457"/>
                  </a:lnTo>
                  <a:lnTo>
                    <a:pt x="2452" y="3471"/>
                  </a:lnTo>
                  <a:lnTo>
                    <a:pt x="2428" y="3481"/>
                  </a:lnTo>
                  <a:lnTo>
                    <a:pt x="2405" y="3487"/>
                  </a:lnTo>
                  <a:lnTo>
                    <a:pt x="2380" y="3490"/>
                  </a:lnTo>
                  <a:lnTo>
                    <a:pt x="2356" y="3487"/>
                  </a:lnTo>
                  <a:lnTo>
                    <a:pt x="2332" y="3481"/>
                  </a:lnTo>
                  <a:lnTo>
                    <a:pt x="2310" y="3471"/>
                  </a:lnTo>
                  <a:lnTo>
                    <a:pt x="2288" y="3457"/>
                  </a:lnTo>
                  <a:lnTo>
                    <a:pt x="2267" y="3439"/>
                  </a:lnTo>
                  <a:lnTo>
                    <a:pt x="2248" y="3418"/>
                  </a:lnTo>
                  <a:lnTo>
                    <a:pt x="2229" y="3393"/>
                  </a:lnTo>
                  <a:lnTo>
                    <a:pt x="2212" y="3367"/>
                  </a:lnTo>
                  <a:lnTo>
                    <a:pt x="2196" y="3337"/>
                  </a:lnTo>
                  <a:lnTo>
                    <a:pt x="2182" y="3304"/>
                  </a:lnTo>
                  <a:lnTo>
                    <a:pt x="2171" y="3270"/>
                  </a:lnTo>
                  <a:lnTo>
                    <a:pt x="2160" y="3233"/>
                  </a:lnTo>
                  <a:lnTo>
                    <a:pt x="2152" y="3195"/>
                  </a:lnTo>
                  <a:lnTo>
                    <a:pt x="2146" y="3155"/>
                  </a:lnTo>
                  <a:lnTo>
                    <a:pt x="2142" y="3113"/>
                  </a:lnTo>
                  <a:lnTo>
                    <a:pt x="2141" y="3071"/>
                  </a:lnTo>
                  <a:lnTo>
                    <a:pt x="2142" y="3029"/>
                  </a:lnTo>
                  <a:lnTo>
                    <a:pt x="2146" y="2987"/>
                  </a:lnTo>
                  <a:lnTo>
                    <a:pt x="2152" y="2947"/>
                  </a:lnTo>
                  <a:lnTo>
                    <a:pt x="2160" y="2908"/>
                  </a:lnTo>
                  <a:lnTo>
                    <a:pt x="2171" y="2872"/>
                  </a:lnTo>
                  <a:lnTo>
                    <a:pt x="2182" y="2838"/>
                  </a:lnTo>
                  <a:lnTo>
                    <a:pt x="2196" y="2805"/>
                  </a:lnTo>
                  <a:lnTo>
                    <a:pt x="2212" y="2774"/>
                  </a:lnTo>
                  <a:lnTo>
                    <a:pt x="2229" y="2747"/>
                  </a:lnTo>
                  <a:lnTo>
                    <a:pt x="2248" y="2724"/>
                  </a:lnTo>
                  <a:lnTo>
                    <a:pt x="2267" y="2703"/>
                  </a:lnTo>
                  <a:lnTo>
                    <a:pt x="2288" y="2684"/>
                  </a:lnTo>
                  <a:lnTo>
                    <a:pt x="2310" y="2670"/>
                  </a:lnTo>
                  <a:lnTo>
                    <a:pt x="2332" y="2660"/>
                  </a:lnTo>
                  <a:lnTo>
                    <a:pt x="2356" y="2654"/>
                  </a:lnTo>
                  <a:lnTo>
                    <a:pt x="2380" y="2651"/>
                  </a:lnTo>
                  <a:close/>
                  <a:moveTo>
                    <a:pt x="2342" y="1355"/>
                  </a:moveTo>
                  <a:lnTo>
                    <a:pt x="2366" y="1357"/>
                  </a:lnTo>
                  <a:lnTo>
                    <a:pt x="2390" y="1363"/>
                  </a:lnTo>
                  <a:lnTo>
                    <a:pt x="2412" y="1373"/>
                  </a:lnTo>
                  <a:lnTo>
                    <a:pt x="2434" y="1387"/>
                  </a:lnTo>
                  <a:lnTo>
                    <a:pt x="2455" y="1405"/>
                  </a:lnTo>
                  <a:lnTo>
                    <a:pt x="2475" y="1426"/>
                  </a:lnTo>
                  <a:lnTo>
                    <a:pt x="2493" y="1451"/>
                  </a:lnTo>
                  <a:lnTo>
                    <a:pt x="2510" y="1478"/>
                  </a:lnTo>
                  <a:lnTo>
                    <a:pt x="2526" y="1507"/>
                  </a:lnTo>
                  <a:lnTo>
                    <a:pt x="2540" y="1540"/>
                  </a:lnTo>
                  <a:lnTo>
                    <a:pt x="2551" y="1574"/>
                  </a:lnTo>
                  <a:lnTo>
                    <a:pt x="2562" y="1611"/>
                  </a:lnTo>
                  <a:lnTo>
                    <a:pt x="2570" y="1649"/>
                  </a:lnTo>
                  <a:lnTo>
                    <a:pt x="2576" y="1689"/>
                  </a:lnTo>
                  <a:lnTo>
                    <a:pt x="2580" y="1731"/>
                  </a:lnTo>
                  <a:lnTo>
                    <a:pt x="2581" y="1773"/>
                  </a:lnTo>
                  <a:lnTo>
                    <a:pt x="2580" y="1815"/>
                  </a:lnTo>
                  <a:lnTo>
                    <a:pt x="2576" y="1858"/>
                  </a:lnTo>
                  <a:lnTo>
                    <a:pt x="2570" y="1897"/>
                  </a:lnTo>
                  <a:lnTo>
                    <a:pt x="2562" y="1936"/>
                  </a:lnTo>
                  <a:lnTo>
                    <a:pt x="2551" y="1972"/>
                  </a:lnTo>
                  <a:lnTo>
                    <a:pt x="2540" y="2008"/>
                  </a:lnTo>
                  <a:lnTo>
                    <a:pt x="2526" y="2039"/>
                  </a:lnTo>
                  <a:lnTo>
                    <a:pt x="2510" y="2070"/>
                  </a:lnTo>
                  <a:lnTo>
                    <a:pt x="2493" y="2097"/>
                  </a:lnTo>
                  <a:lnTo>
                    <a:pt x="2475" y="2121"/>
                  </a:lnTo>
                  <a:lnTo>
                    <a:pt x="2455" y="2142"/>
                  </a:lnTo>
                  <a:lnTo>
                    <a:pt x="2434" y="2160"/>
                  </a:lnTo>
                  <a:lnTo>
                    <a:pt x="2412" y="2174"/>
                  </a:lnTo>
                  <a:lnTo>
                    <a:pt x="2390" y="2185"/>
                  </a:lnTo>
                  <a:lnTo>
                    <a:pt x="2366" y="2191"/>
                  </a:lnTo>
                  <a:lnTo>
                    <a:pt x="2342" y="2193"/>
                  </a:lnTo>
                  <a:lnTo>
                    <a:pt x="2317" y="2191"/>
                  </a:lnTo>
                  <a:lnTo>
                    <a:pt x="2294" y="2185"/>
                  </a:lnTo>
                  <a:lnTo>
                    <a:pt x="2270" y="2174"/>
                  </a:lnTo>
                  <a:lnTo>
                    <a:pt x="2249" y="2160"/>
                  </a:lnTo>
                  <a:lnTo>
                    <a:pt x="2228" y="2142"/>
                  </a:lnTo>
                  <a:lnTo>
                    <a:pt x="2208" y="2121"/>
                  </a:lnTo>
                  <a:lnTo>
                    <a:pt x="2189" y="2097"/>
                  </a:lnTo>
                  <a:lnTo>
                    <a:pt x="2173" y="2070"/>
                  </a:lnTo>
                  <a:lnTo>
                    <a:pt x="2157" y="2039"/>
                  </a:lnTo>
                  <a:lnTo>
                    <a:pt x="2142" y="2008"/>
                  </a:lnTo>
                  <a:lnTo>
                    <a:pt x="2131" y="1972"/>
                  </a:lnTo>
                  <a:lnTo>
                    <a:pt x="2120" y="1936"/>
                  </a:lnTo>
                  <a:lnTo>
                    <a:pt x="2112" y="1897"/>
                  </a:lnTo>
                  <a:lnTo>
                    <a:pt x="2106" y="1858"/>
                  </a:lnTo>
                  <a:lnTo>
                    <a:pt x="2103" y="1815"/>
                  </a:lnTo>
                  <a:lnTo>
                    <a:pt x="2101" y="1773"/>
                  </a:lnTo>
                  <a:lnTo>
                    <a:pt x="2103" y="1731"/>
                  </a:lnTo>
                  <a:lnTo>
                    <a:pt x="2106" y="1689"/>
                  </a:lnTo>
                  <a:lnTo>
                    <a:pt x="2112" y="1649"/>
                  </a:lnTo>
                  <a:lnTo>
                    <a:pt x="2120" y="1611"/>
                  </a:lnTo>
                  <a:lnTo>
                    <a:pt x="2131" y="1574"/>
                  </a:lnTo>
                  <a:lnTo>
                    <a:pt x="2142" y="1540"/>
                  </a:lnTo>
                  <a:lnTo>
                    <a:pt x="2157" y="1507"/>
                  </a:lnTo>
                  <a:lnTo>
                    <a:pt x="2173" y="1478"/>
                  </a:lnTo>
                  <a:lnTo>
                    <a:pt x="2189" y="1451"/>
                  </a:lnTo>
                  <a:lnTo>
                    <a:pt x="2208" y="1426"/>
                  </a:lnTo>
                  <a:lnTo>
                    <a:pt x="2228" y="1405"/>
                  </a:lnTo>
                  <a:lnTo>
                    <a:pt x="2249" y="1387"/>
                  </a:lnTo>
                  <a:lnTo>
                    <a:pt x="2270" y="1373"/>
                  </a:lnTo>
                  <a:lnTo>
                    <a:pt x="2294" y="1363"/>
                  </a:lnTo>
                  <a:lnTo>
                    <a:pt x="2317" y="1357"/>
                  </a:lnTo>
                  <a:lnTo>
                    <a:pt x="2342" y="1355"/>
                  </a:lnTo>
                  <a:close/>
                  <a:moveTo>
                    <a:pt x="3179" y="819"/>
                  </a:moveTo>
                  <a:lnTo>
                    <a:pt x="3204" y="821"/>
                  </a:lnTo>
                  <a:lnTo>
                    <a:pt x="3227" y="827"/>
                  </a:lnTo>
                  <a:lnTo>
                    <a:pt x="3250" y="838"/>
                  </a:lnTo>
                  <a:lnTo>
                    <a:pt x="3272" y="852"/>
                  </a:lnTo>
                  <a:lnTo>
                    <a:pt x="3293" y="869"/>
                  </a:lnTo>
                  <a:lnTo>
                    <a:pt x="3312" y="890"/>
                  </a:lnTo>
                  <a:lnTo>
                    <a:pt x="3331" y="915"/>
                  </a:lnTo>
                  <a:lnTo>
                    <a:pt x="3348" y="942"/>
                  </a:lnTo>
                  <a:lnTo>
                    <a:pt x="3363" y="971"/>
                  </a:lnTo>
                  <a:lnTo>
                    <a:pt x="3377" y="1004"/>
                  </a:lnTo>
                  <a:lnTo>
                    <a:pt x="3389" y="1038"/>
                  </a:lnTo>
                  <a:lnTo>
                    <a:pt x="3400" y="1076"/>
                  </a:lnTo>
                  <a:lnTo>
                    <a:pt x="3408" y="1113"/>
                  </a:lnTo>
                  <a:lnTo>
                    <a:pt x="3414" y="1153"/>
                  </a:lnTo>
                  <a:lnTo>
                    <a:pt x="3417" y="1195"/>
                  </a:lnTo>
                  <a:lnTo>
                    <a:pt x="3418" y="1237"/>
                  </a:lnTo>
                  <a:lnTo>
                    <a:pt x="3417" y="1280"/>
                  </a:lnTo>
                  <a:lnTo>
                    <a:pt x="3414" y="1322"/>
                  </a:lnTo>
                  <a:lnTo>
                    <a:pt x="3408" y="1362"/>
                  </a:lnTo>
                  <a:lnTo>
                    <a:pt x="3400" y="1399"/>
                  </a:lnTo>
                  <a:lnTo>
                    <a:pt x="3389" y="1437"/>
                  </a:lnTo>
                  <a:lnTo>
                    <a:pt x="3377" y="1471"/>
                  </a:lnTo>
                  <a:lnTo>
                    <a:pt x="3363" y="1503"/>
                  </a:lnTo>
                  <a:lnTo>
                    <a:pt x="3348" y="1533"/>
                  </a:lnTo>
                  <a:lnTo>
                    <a:pt x="3331" y="1560"/>
                  </a:lnTo>
                  <a:lnTo>
                    <a:pt x="3312" y="1584"/>
                  </a:lnTo>
                  <a:lnTo>
                    <a:pt x="3293" y="1605"/>
                  </a:lnTo>
                  <a:lnTo>
                    <a:pt x="3272" y="1623"/>
                  </a:lnTo>
                  <a:lnTo>
                    <a:pt x="3250" y="1637"/>
                  </a:lnTo>
                  <a:lnTo>
                    <a:pt x="3227" y="1648"/>
                  </a:lnTo>
                  <a:lnTo>
                    <a:pt x="3204" y="1654"/>
                  </a:lnTo>
                  <a:lnTo>
                    <a:pt x="3179" y="1656"/>
                  </a:lnTo>
                  <a:lnTo>
                    <a:pt x="3155" y="1654"/>
                  </a:lnTo>
                  <a:lnTo>
                    <a:pt x="3131" y="1648"/>
                  </a:lnTo>
                  <a:lnTo>
                    <a:pt x="3108" y="1637"/>
                  </a:lnTo>
                  <a:lnTo>
                    <a:pt x="3087" y="1623"/>
                  </a:lnTo>
                  <a:lnTo>
                    <a:pt x="3066" y="1605"/>
                  </a:lnTo>
                  <a:lnTo>
                    <a:pt x="3046" y="1584"/>
                  </a:lnTo>
                  <a:lnTo>
                    <a:pt x="3027" y="1560"/>
                  </a:lnTo>
                  <a:lnTo>
                    <a:pt x="3011" y="1533"/>
                  </a:lnTo>
                  <a:lnTo>
                    <a:pt x="2994" y="1503"/>
                  </a:lnTo>
                  <a:lnTo>
                    <a:pt x="2980" y="1471"/>
                  </a:lnTo>
                  <a:lnTo>
                    <a:pt x="2968" y="1437"/>
                  </a:lnTo>
                  <a:lnTo>
                    <a:pt x="2958" y="1399"/>
                  </a:lnTo>
                  <a:lnTo>
                    <a:pt x="2950" y="1362"/>
                  </a:lnTo>
                  <a:lnTo>
                    <a:pt x="2944" y="1322"/>
                  </a:lnTo>
                  <a:lnTo>
                    <a:pt x="2940" y="1280"/>
                  </a:lnTo>
                  <a:lnTo>
                    <a:pt x="2939" y="1237"/>
                  </a:lnTo>
                  <a:lnTo>
                    <a:pt x="2940" y="1195"/>
                  </a:lnTo>
                  <a:lnTo>
                    <a:pt x="2944" y="1153"/>
                  </a:lnTo>
                  <a:lnTo>
                    <a:pt x="2950" y="1113"/>
                  </a:lnTo>
                  <a:lnTo>
                    <a:pt x="2958" y="1076"/>
                  </a:lnTo>
                  <a:lnTo>
                    <a:pt x="2968" y="1038"/>
                  </a:lnTo>
                  <a:lnTo>
                    <a:pt x="2980" y="1004"/>
                  </a:lnTo>
                  <a:lnTo>
                    <a:pt x="2994" y="971"/>
                  </a:lnTo>
                  <a:lnTo>
                    <a:pt x="3011" y="942"/>
                  </a:lnTo>
                  <a:lnTo>
                    <a:pt x="3027" y="915"/>
                  </a:lnTo>
                  <a:lnTo>
                    <a:pt x="3046" y="890"/>
                  </a:lnTo>
                  <a:lnTo>
                    <a:pt x="3066" y="869"/>
                  </a:lnTo>
                  <a:lnTo>
                    <a:pt x="3087" y="852"/>
                  </a:lnTo>
                  <a:lnTo>
                    <a:pt x="3108" y="838"/>
                  </a:lnTo>
                  <a:lnTo>
                    <a:pt x="3131" y="827"/>
                  </a:lnTo>
                  <a:lnTo>
                    <a:pt x="3155" y="821"/>
                  </a:lnTo>
                  <a:lnTo>
                    <a:pt x="3179" y="819"/>
                  </a:lnTo>
                  <a:close/>
                  <a:moveTo>
                    <a:pt x="3246" y="2144"/>
                  </a:moveTo>
                  <a:lnTo>
                    <a:pt x="3271" y="2146"/>
                  </a:lnTo>
                  <a:lnTo>
                    <a:pt x="3294" y="2152"/>
                  </a:lnTo>
                  <a:lnTo>
                    <a:pt x="3316" y="2162"/>
                  </a:lnTo>
                  <a:lnTo>
                    <a:pt x="3339" y="2176"/>
                  </a:lnTo>
                  <a:lnTo>
                    <a:pt x="3360" y="2194"/>
                  </a:lnTo>
                  <a:lnTo>
                    <a:pt x="3380" y="2215"/>
                  </a:lnTo>
                  <a:lnTo>
                    <a:pt x="3397" y="2240"/>
                  </a:lnTo>
                  <a:lnTo>
                    <a:pt x="3415" y="2267"/>
                  </a:lnTo>
                  <a:lnTo>
                    <a:pt x="3430" y="2296"/>
                  </a:lnTo>
                  <a:lnTo>
                    <a:pt x="3444" y="2329"/>
                  </a:lnTo>
                  <a:lnTo>
                    <a:pt x="3456" y="2363"/>
                  </a:lnTo>
                  <a:lnTo>
                    <a:pt x="3466" y="2400"/>
                  </a:lnTo>
                  <a:lnTo>
                    <a:pt x="3475" y="2438"/>
                  </a:lnTo>
                  <a:lnTo>
                    <a:pt x="3480" y="2478"/>
                  </a:lnTo>
                  <a:lnTo>
                    <a:pt x="3484" y="2520"/>
                  </a:lnTo>
                  <a:lnTo>
                    <a:pt x="3485" y="2562"/>
                  </a:lnTo>
                  <a:lnTo>
                    <a:pt x="3484" y="2604"/>
                  </a:lnTo>
                  <a:lnTo>
                    <a:pt x="3480" y="2647"/>
                  </a:lnTo>
                  <a:lnTo>
                    <a:pt x="3475" y="2686"/>
                  </a:lnTo>
                  <a:lnTo>
                    <a:pt x="3466" y="2725"/>
                  </a:lnTo>
                  <a:lnTo>
                    <a:pt x="3456" y="2762"/>
                  </a:lnTo>
                  <a:lnTo>
                    <a:pt x="3444" y="2796"/>
                  </a:lnTo>
                  <a:lnTo>
                    <a:pt x="3430" y="2828"/>
                  </a:lnTo>
                  <a:lnTo>
                    <a:pt x="3415" y="2858"/>
                  </a:lnTo>
                  <a:lnTo>
                    <a:pt x="3397" y="2886"/>
                  </a:lnTo>
                  <a:lnTo>
                    <a:pt x="3380" y="2909"/>
                  </a:lnTo>
                  <a:lnTo>
                    <a:pt x="3360" y="2930"/>
                  </a:lnTo>
                  <a:lnTo>
                    <a:pt x="3339" y="2949"/>
                  </a:lnTo>
                  <a:lnTo>
                    <a:pt x="3316" y="2963"/>
                  </a:lnTo>
                  <a:lnTo>
                    <a:pt x="3294" y="2974"/>
                  </a:lnTo>
                  <a:lnTo>
                    <a:pt x="3271" y="2980"/>
                  </a:lnTo>
                  <a:lnTo>
                    <a:pt x="3246" y="2982"/>
                  </a:lnTo>
                  <a:lnTo>
                    <a:pt x="3222" y="2980"/>
                  </a:lnTo>
                  <a:lnTo>
                    <a:pt x="3198" y="2974"/>
                  </a:lnTo>
                  <a:lnTo>
                    <a:pt x="3176" y="2963"/>
                  </a:lnTo>
                  <a:lnTo>
                    <a:pt x="3154" y="2949"/>
                  </a:lnTo>
                  <a:lnTo>
                    <a:pt x="3133" y="2930"/>
                  </a:lnTo>
                  <a:lnTo>
                    <a:pt x="3113" y="2909"/>
                  </a:lnTo>
                  <a:lnTo>
                    <a:pt x="3095" y="2886"/>
                  </a:lnTo>
                  <a:lnTo>
                    <a:pt x="3077" y="2858"/>
                  </a:lnTo>
                  <a:lnTo>
                    <a:pt x="3062" y="2828"/>
                  </a:lnTo>
                  <a:lnTo>
                    <a:pt x="3048" y="2796"/>
                  </a:lnTo>
                  <a:lnTo>
                    <a:pt x="3036" y="2762"/>
                  </a:lnTo>
                  <a:lnTo>
                    <a:pt x="3026" y="2725"/>
                  </a:lnTo>
                  <a:lnTo>
                    <a:pt x="3018" y="2686"/>
                  </a:lnTo>
                  <a:lnTo>
                    <a:pt x="3012" y="2647"/>
                  </a:lnTo>
                  <a:lnTo>
                    <a:pt x="3008" y="2604"/>
                  </a:lnTo>
                  <a:lnTo>
                    <a:pt x="3007" y="2562"/>
                  </a:lnTo>
                  <a:lnTo>
                    <a:pt x="3008" y="2520"/>
                  </a:lnTo>
                  <a:lnTo>
                    <a:pt x="3012" y="2478"/>
                  </a:lnTo>
                  <a:lnTo>
                    <a:pt x="3018" y="2438"/>
                  </a:lnTo>
                  <a:lnTo>
                    <a:pt x="3026" y="2400"/>
                  </a:lnTo>
                  <a:lnTo>
                    <a:pt x="3036" y="2363"/>
                  </a:lnTo>
                  <a:lnTo>
                    <a:pt x="3048" y="2329"/>
                  </a:lnTo>
                  <a:lnTo>
                    <a:pt x="3062" y="2296"/>
                  </a:lnTo>
                  <a:lnTo>
                    <a:pt x="3077" y="2267"/>
                  </a:lnTo>
                  <a:lnTo>
                    <a:pt x="3095" y="2240"/>
                  </a:lnTo>
                  <a:lnTo>
                    <a:pt x="3113" y="2215"/>
                  </a:lnTo>
                  <a:lnTo>
                    <a:pt x="3133" y="2194"/>
                  </a:lnTo>
                  <a:lnTo>
                    <a:pt x="3154" y="2176"/>
                  </a:lnTo>
                  <a:lnTo>
                    <a:pt x="3176" y="2162"/>
                  </a:lnTo>
                  <a:lnTo>
                    <a:pt x="3198" y="2152"/>
                  </a:lnTo>
                  <a:lnTo>
                    <a:pt x="3222" y="2146"/>
                  </a:lnTo>
                  <a:lnTo>
                    <a:pt x="3246" y="214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1769" name="Freeform 51"/>
            <p:cNvSpPr>
              <a:spLocks/>
            </p:cNvSpPr>
            <p:nvPr/>
          </p:nvSpPr>
          <p:spPr bwMode="auto">
            <a:xfrm>
              <a:off x="1267" y="1588"/>
              <a:ext cx="87" cy="52"/>
            </a:xfrm>
            <a:custGeom>
              <a:avLst/>
              <a:gdLst>
                <a:gd name="T0" fmla="*/ 3 w 437"/>
                <a:gd name="T1" fmla="*/ 2 h 260"/>
                <a:gd name="T2" fmla="*/ 3 w 437"/>
                <a:gd name="T3" fmla="*/ 2 h 260"/>
                <a:gd name="T4" fmla="*/ 3 w 437"/>
                <a:gd name="T5" fmla="*/ 2 h 260"/>
                <a:gd name="T6" fmla="*/ 3 w 437"/>
                <a:gd name="T7" fmla="*/ 2 h 260"/>
                <a:gd name="T8" fmla="*/ 3 w 437"/>
                <a:gd name="T9" fmla="*/ 1 h 260"/>
                <a:gd name="T10" fmla="*/ 3 w 437"/>
                <a:gd name="T11" fmla="*/ 1 h 260"/>
                <a:gd name="T12" fmla="*/ 3 w 437"/>
                <a:gd name="T13" fmla="*/ 1 h 260"/>
                <a:gd name="T14" fmla="*/ 3 w 437"/>
                <a:gd name="T15" fmla="*/ 1 h 260"/>
                <a:gd name="T16" fmla="*/ 3 w 437"/>
                <a:gd name="T17" fmla="*/ 1 h 260"/>
                <a:gd name="T18" fmla="*/ 2 w 437"/>
                <a:gd name="T19" fmla="*/ 1 h 260"/>
                <a:gd name="T20" fmla="*/ 2 w 437"/>
                <a:gd name="T21" fmla="*/ 0 h 260"/>
                <a:gd name="T22" fmla="*/ 2 w 437"/>
                <a:gd name="T23" fmla="*/ 0 h 260"/>
                <a:gd name="T24" fmla="*/ 2 w 437"/>
                <a:gd name="T25" fmla="*/ 0 h 260"/>
                <a:gd name="T26" fmla="*/ 1 w 437"/>
                <a:gd name="T27" fmla="*/ 0 h 260"/>
                <a:gd name="T28" fmla="*/ 1 w 437"/>
                <a:gd name="T29" fmla="*/ 0 h 260"/>
                <a:gd name="T30" fmla="*/ 1 w 437"/>
                <a:gd name="T31" fmla="*/ 0 h 260"/>
                <a:gd name="T32" fmla="*/ 0 w 437"/>
                <a:gd name="T33" fmla="*/ 0 h 260"/>
                <a:gd name="T34" fmla="*/ 0 w 437"/>
                <a:gd name="T35" fmla="*/ 0 h 260"/>
                <a:gd name="T36" fmla="*/ 0 w 437"/>
                <a:gd name="T37" fmla="*/ 0 h 260"/>
                <a:gd name="T38" fmla="*/ 0 w 437"/>
                <a:gd name="T39" fmla="*/ 0 h 260"/>
                <a:gd name="T40" fmla="*/ 1 w 437"/>
                <a:gd name="T41" fmla="*/ 0 h 260"/>
                <a:gd name="T42" fmla="*/ 1 w 437"/>
                <a:gd name="T43" fmla="*/ 0 h 260"/>
                <a:gd name="T44" fmla="*/ 1 w 437"/>
                <a:gd name="T45" fmla="*/ 0 h 260"/>
                <a:gd name="T46" fmla="*/ 2 w 437"/>
                <a:gd name="T47" fmla="*/ 0 h 260"/>
                <a:gd name="T48" fmla="*/ 2 w 437"/>
                <a:gd name="T49" fmla="*/ 0 h 260"/>
                <a:gd name="T50" fmla="*/ 2 w 437"/>
                <a:gd name="T51" fmla="*/ 1 h 260"/>
                <a:gd name="T52" fmla="*/ 2 w 437"/>
                <a:gd name="T53" fmla="*/ 1 h 260"/>
                <a:gd name="T54" fmla="*/ 3 w 437"/>
                <a:gd name="T55" fmla="*/ 1 h 260"/>
                <a:gd name="T56" fmla="*/ 3 w 437"/>
                <a:gd name="T57" fmla="*/ 1 h 260"/>
                <a:gd name="T58" fmla="*/ 3 w 437"/>
                <a:gd name="T59" fmla="*/ 1 h 260"/>
                <a:gd name="T60" fmla="*/ 3 w 437"/>
                <a:gd name="T61" fmla="*/ 1 h 260"/>
                <a:gd name="T62" fmla="*/ 3 w 437"/>
                <a:gd name="T63" fmla="*/ 1 h 260"/>
                <a:gd name="T64" fmla="*/ 3 w 437"/>
                <a:gd name="T65" fmla="*/ 2 h 260"/>
                <a:gd name="T66" fmla="*/ 3 w 437"/>
                <a:gd name="T67" fmla="*/ 2 h 260"/>
                <a:gd name="T68" fmla="*/ 3 w 437"/>
                <a:gd name="T69" fmla="*/ 2 h 260"/>
                <a:gd name="T70" fmla="*/ 3 w 437"/>
                <a:gd name="T71" fmla="*/ 2 h 260"/>
                <a:gd name="T72" fmla="*/ 3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437" y="260"/>
                  </a:moveTo>
                  <a:lnTo>
                    <a:pt x="437" y="260"/>
                  </a:lnTo>
                  <a:lnTo>
                    <a:pt x="434" y="233"/>
                  </a:lnTo>
                  <a:lnTo>
                    <a:pt x="427" y="206"/>
                  </a:lnTo>
                  <a:lnTo>
                    <a:pt x="417" y="181"/>
                  </a:lnTo>
                  <a:lnTo>
                    <a:pt x="401" y="157"/>
                  </a:lnTo>
                  <a:lnTo>
                    <a:pt x="383" y="133"/>
                  </a:lnTo>
                  <a:lnTo>
                    <a:pt x="360" y="113"/>
                  </a:lnTo>
                  <a:lnTo>
                    <a:pt x="336" y="93"/>
                  </a:lnTo>
                  <a:lnTo>
                    <a:pt x="308" y="73"/>
                  </a:lnTo>
                  <a:lnTo>
                    <a:pt x="276" y="58"/>
                  </a:lnTo>
                  <a:lnTo>
                    <a:pt x="242" y="43"/>
                  </a:lnTo>
                  <a:lnTo>
                    <a:pt x="207" y="30"/>
                  </a:lnTo>
                  <a:lnTo>
                    <a:pt x="168" y="19"/>
                  </a:lnTo>
                  <a:lnTo>
                    <a:pt x="128" y="11"/>
                  </a:lnTo>
                  <a:lnTo>
                    <a:pt x="87" y="4"/>
                  </a:lnTo>
                  <a:lnTo>
                    <a:pt x="43" y="1"/>
                  </a:lnTo>
                  <a:lnTo>
                    <a:pt x="0" y="0"/>
                  </a:lnTo>
                  <a:lnTo>
                    <a:pt x="0" y="11"/>
                  </a:lnTo>
                  <a:lnTo>
                    <a:pt x="43" y="12"/>
                  </a:lnTo>
                  <a:lnTo>
                    <a:pt x="85" y="16"/>
                  </a:lnTo>
                  <a:lnTo>
                    <a:pt x="126" y="23"/>
                  </a:lnTo>
                  <a:lnTo>
                    <a:pt x="166" y="31"/>
                  </a:lnTo>
                  <a:lnTo>
                    <a:pt x="202" y="42"/>
                  </a:lnTo>
                  <a:lnTo>
                    <a:pt x="237" y="55"/>
                  </a:lnTo>
                  <a:lnTo>
                    <a:pt x="271" y="70"/>
                  </a:lnTo>
                  <a:lnTo>
                    <a:pt x="301" y="85"/>
                  </a:lnTo>
                  <a:lnTo>
                    <a:pt x="329" y="103"/>
                  </a:lnTo>
                  <a:lnTo>
                    <a:pt x="353" y="123"/>
                  </a:lnTo>
                  <a:lnTo>
                    <a:pt x="373" y="143"/>
                  </a:lnTo>
                  <a:lnTo>
                    <a:pt x="392" y="164"/>
                  </a:lnTo>
                  <a:lnTo>
                    <a:pt x="405" y="186"/>
                  </a:lnTo>
                  <a:lnTo>
                    <a:pt x="415" y="211"/>
                  </a:lnTo>
                  <a:lnTo>
                    <a:pt x="422" y="235"/>
                  </a:lnTo>
                  <a:lnTo>
                    <a:pt x="425" y="260"/>
                  </a:lnTo>
                  <a:lnTo>
                    <a:pt x="437"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1770" name="Freeform 52"/>
            <p:cNvSpPr>
              <a:spLocks/>
            </p:cNvSpPr>
            <p:nvPr/>
          </p:nvSpPr>
          <p:spPr bwMode="auto">
            <a:xfrm>
              <a:off x="1267" y="1640"/>
              <a:ext cx="87" cy="52"/>
            </a:xfrm>
            <a:custGeom>
              <a:avLst/>
              <a:gdLst>
                <a:gd name="T0" fmla="*/ 0 w 437"/>
                <a:gd name="T1" fmla="*/ 2 h 260"/>
                <a:gd name="T2" fmla="*/ 0 w 437"/>
                <a:gd name="T3" fmla="*/ 2 h 260"/>
                <a:gd name="T4" fmla="*/ 0 w 437"/>
                <a:gd name="T5" fmla="*/ 2 h 260"/>
                <a:gd name="T6" fmla="*/ 1 w 437"/>
                <a:gd name="T7" fmla="*/ 2 h 260"/>
                <a:gd name="T8" fmla="*/ 1 w 437"/>
                <a:gd name="T9" fmla="*/ 2 h 260"/>
                <a:gd name="T10" fmla="*/ 1 w 437"/>
                <a:gd name="T11" fmla="*/ 2 h 260"/>
                <a:gd name="T12" fmla="*/ 2 w 437"/>
                <a:gd name="T13" fmla="*/ 2 h 260"/>
                <a:gd name="T14" fmla="*/ 2 w 437"/>
                <a:gd name="T15" fmla="*/ 2 h 260"/>
                <a:gd name="T16" fmla="*/ 2 w 437"/>
                <a:gd name="T17" fmla="*/ 2 h 260"/>
                <a:gd name="T18" fmla="*/ 2 w 437"/>
                <a:gd name="T19" fmla="*/ 1 h 260"/>
                <a:gd name="T20" fmla="*/ 3 w 437"/>
                <a:gd name="T21" fmla="*/ 1 h 260"/>
                <a:gd name="T22" fmla="*/ 3 w 437"/>
                <a:gd name="T23" fmla="*/ 1 h 260"/>
                <a:gd name="T24" fmla="*/ 3 w 437"/>
                <a:gd name="T25" fmla="*/ 1 h 260"/>
                <a:gd name="T26" fmla="*/ 3 w 437"/>
                <a:gd name="T27" fmla="*/ 1 h 260"/>
                <a:gd name="T28" fmla="*/ 3 w 437"/>
                <a:gd name="T29" fmla="*/ 1 h 260"/>
                <a:gd name="T30" fmla="*/ 3 w 437"/>
                <a:gd name="T31" fmla="*/ 0 h 260"/>
                <a:gd name="T32" fmla="*/ 3 w 437"/>
                <a:gd name="T33" fmla="*/ 0 h 260"/>
                <a:gd name="T34" fmla="*/ 3 w 437"/>
                <a:gd name="T35" fmla="*/ 0 h 260"/>
                <a:gd name="T36" fmla="*/ 3 w 437"/>
                <a:gd name="T37" fmla="*/ 0 h 260"/>
                <a:gd name="T38" fmla="*/ 3 w 437"/>
                <a:gd name="T39" fmla="*/ 0 h 260"/>
                <a:gd name="T40" fmla="*/ 3 w 437"/>
                <a:gd name="T41" fmla="*/ 0 h 260"/>
                <a:gd name="T42" fmla="*/ 3 w 437"/>
                <a:gd name="T43" fmla="*/ 1 h 260"/>
                <a:gd name="T44" fmla="*/ 3 w 437"/>
                <a:gd name="T45" fmla="*/ 1 h 260"/>
                <a:gd name="T46" fmla="*/ 3 w 437"/>
                <a:gd name="T47" fmla="*/ 1 h 260"/>
                <a:gd name="T48" fmla="*/ 3 w 437"/>
                <a:gd name="T49" fmla="*/ 1 h 260"/>
                <a:gd name="T50" fmla="*/ 3 w 437"/>
                <a:gd name="T51" fmla="*/ 1 h 260"/>
                <a:gd name="T52" fmla="*/ 2 w 437"/>
                <a:gd name="T53" fmla="*/ 1 h 260"/>
                <a:gd name="T54" fmla="*/ 2 w 437"/>
                <a:gd name="T55" fmla="*/ 2 h 260"/>
                <a:gd name="T56" fmla="*/ 2 w 437"/>
                <a:gd name="T57" fmla="*/ 2 h 260"/>
                <a:gd name="T58" fmla="*/ 2 w 437"/>
                <a:gd name="T59" fmla="*/ 2 h 260"/>
                <a:gd name="T60" fmla="*/ 1 w 437"/>
                <a:gd name="T61" fmla="*/ 2 h 260"/>
                <a:gd name="T62" fmla="*/ 1 w 437"/>
                <a:gd name="T63" fmla="*/ 2 h 260"/>
                <a:gd name="T64" fmla="*/ 1 w 437"/>
                <a:gd name="T65" fmla="*/ 2 h 260"/>
                <a:gd name="T66" fmla="*/ 0 w 437"/>
                <a:gd name="T67" fmla="*/ 2 h 260"/>
                <a:gd name="T68" fmla="*/ 0 w 437"/>
                <a:gd name="T69" fmla="*/ 2 h 260"/>
                <a:gd name="T70" fmla="*/ 0 w 437"/>
                <a:gd name="T71" fmla="*/ 2 h 260"/>
                <a:gd name="T72" fmla="*/ 0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0" y="260"/>
                  </a:moveTo>
                  <a:lnTo>
                    <a:pt x="0" y="260"/>
                  </a:lnTo>
                  <a:lnTo>
                    <a:pt x="43" y="259"/>
                  </a:lnTo>
                  <a:lnTo>
                    <a:pt x="87" y="255"/>
                  </a:lnTo>
                  <a:lnTo>
                    <a:pt x="128" y="248"/>
                  </a:lnTo>
                  <a:lnTo>
                    <a:pt x="168" y="240"/>
                  </a:lnTo>
                  <a:lnTo>
                    <a:pt x="207" y="230"/>
                  </a:lnTo>
                  <a:lnTo>
                    <a:pt x="242" y="217"/>
                  </a:lnTo>
                  <a:lnTo>
                    <a:pt x="276" y="202"/>
                  </a:lnTo>
                  <a:lnTo>
                    <a:pt x="308" y="185"/>
                  </a:lnTo>
                  <a:lnTo>
                    <a:pt x="336" y="166"/>
                  </a:lnTo>
                  <a:lnTo>
                    <a:pt x="360" y="146"/>
                  </a:lnTo>
                  <a:lnTo>
                    <a:pt x="383" y="125"/>
                  </a:lnTo>
                  <a:lnTo>
                    <a:pt x="401" y="102"/>
                  </a:lnTo>
                  <a:lnTo>
                    <a:pt x="417" y="77"/>
                  </a:lnTo>
                  <a:lnTo>
                    <a:pt x="427" y="53"/>
                  </a:lnTo>
                  <a:lnTo>
                    <a:pt x="434" y="27"/>
                  </a:lnTo>
                  <a:lnTo>
                    <a:pt x="437" y="0"/>
                  </a:lnTo>
                  <a:lnTo>
                    <a:pt x="425" y="0"/>
                  </a:lnTo>
                  <a:lnTo>
                    <a:pt x="422" y="24"/>
                  </a:lnTo>
                  <a:lnTo>
                    <a:pt x="415" y="48"/>
                  </a:lnTo>
                  <a:lnTo>
                    <a:pt x="405" y="73"/>
                  </a:lnTo>
                  <a:lnTo>
                    <a:pt x="392" y="95"/>
                  </a:lnTo>
                  <a:lnTo>
                    <a:pt x="373" y="116"/>
                  </a:lnTo>
                  <a:lnTo>
                    <a:pt x="353" y="137"/>
                  </a:lnTo>
                  <a:lnTo>
                    <a:pt x="329" y="157"/>
                  </a:lnTo>
                  <a:lnTo>
                    <a:pt x="301" y="173"/>
                  </a:lnTo>
                  <a:lnTo>
                    <a:pt x="271" y="190"/>
                  </a:lnTo>
                  <a:lnTo>
                    <a:pt x="237" y="205"/>
                  </a:lnTo>
                  <a:lnTo>
                    <a:pt x="202" y="218"/>
                  </a:lnTo>
                  <a:lnTo>
                    <a:pt x="166" y="228"/>
                  </a:lnTo>
                  <a:lnTo>
                    <a:pt x="126" y="237"/>
                  </a:lnTo>
                  <a:lnTo>
                    <a:pt x="85" y="244"/>
                  </a:lnTo>
                  <a:lnTo>
                    <a:pt x="43" y="247"/>
                  </a:lnTo>
                  <a:lnTo>
                    <a:pt x="0" y="248"/>
                  </a:lnTo>
                  <a:lnTo>
                    <a:pt x="0"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1771" name="Freeform 53"/>
            <p:cNvSpPr>
              <a:spLocks/>
            </p:cNvSpPr>
            <p:nvPr/>
          </p:nvSpPr>
          <p:spPr bwMode="auto">
            <a:xfrm>
              <a:off x="1179" y="1640"/>
              <a:ext cx="88" cy="52"/>
            </a:xfrm>
            <a:custGeom>
              <a:avLst/>
              <a:gdLst>
                <a:gd name="T0" fmla="*/ 0 w 439"/>
                <a:gd name="T1" fmla="*/ 0 h 260"/>
                <a:gd name="T2" fmla="*/ 0 w 439"/>
                <a:gd name="T3" fmla="*/ 0 h 260"/>
                <a:gd name="T4" fmla="*/ 0 w 439"/>
                <a:gd name="T5" fmla="*/ 0 h 260"/>
                <a:gd name="T6" fmla="*/ 0 w 439"/>
                <a:gd name="T7" fmla="*/ 0 h 260"/>
                <a:gd name="T8" fmla="*/ 0 w 439"/>
                <a:gd name="T9" fmla="*/ 1 h 260"/>
                <a:gd name="T10" fmla="*/ 0 w 439"/>
                <a:gd name="T11" fmla="*/ 1 h 260"/>
                <a:gd name="T12" fmla="*/ 0 w 439"/>
                <a:gd name="T13" fmla="*/ 1 h 260"/>
                <a:gd name="T14" fmla="*/ 1 w 439"/>
                <a:gd name="T15" fmla="*/ 1 h 260"/>
                <a:gd name="T16" fmla="*/ 1 w 439"/>
                <a:gd name="T17" fmla="*/ 1 h 260"/>
                <a:gd name="T18" fmla="*/ 1 w 439"/>
                <a:gd name="T19" fmla="*/ 1 h 260"/>
                <a:gd name="T20" fmla="*/ 1 w 439"/>
                <a:gd name="T21" fmla="*/ 2 h 260"/>
                <a:gd name="T22" fmla="*/ 2 w 439"/>
                <a:gd name="T23" fmla="*/ 2 h 260"/>
                <a:gd name="T24" fmla="*/ 2 w 439"/>
                <a:gd name="T25" fmla="*/ 2 h 260"/>
                <a:gd name="T26" fmla="*/ 2 w 439"/>
                <a:gd name="T27" fmla="*/ 2 h 260"/>
                <a:gd name="T28" fmla="*/ 2 w 439"/>
                <a:gd name="T29" fmla="*/ 2 h 260"/>
                <a:gd name="T30" fmla="*/ 3 w 439"/>
                <a:gd name="T31" fmla="*/ 2 h 260"/>
                <a:gd name="T32" fmla="*/ 3 w 439"/>
                <a:gd name="T33" fmla="*/ 2 h 260"/>
                <a:gd name="T34" fmla="*/ 4 w 439"/>
                <a:gd name="T35" fmla="*/ 2 h 260"/>
                <a:gd name="T36" fmla="*/ 4 w 439"/>
                <a:gd name="T37" fmla="*/ 2 h 260"/>
                <a:gd name="T38" fmla="*/ 3 w 439"/>
                <a:gd name="T39" fmla="*/ 2 h 260"/>
                <a:gd name="T40" fmla="*/ 3 w 439"/>
                <a:gd name="T41" fmla="*/ 2 h 260"/>
                <a:gd name="T42" fmla="*/ 3 w 439"/>
                <a:gd name="T43" fmla="*/ 2 h 260"/>
                <a:gd name="T44" fmla="*/ 2 w 439"/>
                <a:gd name="T45" fmla="*/ 2 h 260"/>
                <a:gd name="T46" fmla="*/ 2 w 439"/>
                <a:gd name="T47" fmla="*/ 2 h 260"/>
                <a:gd name="T48" fmla="*/ 2 w 439"/>
                <a:gd name="T49" fmla="*/ 2 h 260"/>
                <a:gd name="T50" fmla="*/ 1 w 439"/>
                <a:gd name="T51" fmla="*/ 2 h 260"/>
                <a:gd name="T52" fmla="*/ 1 w 439"/>
                <a:gd name="T53" fmla="*/ 1 h 260"/>
                <a:gd name="T54" fmla="*/ 1 w 439"/>
                <a:gd name="T55" fmla="*/ 1 h 260"/>
                <a:gd name="T56" fmla="*/ 1 w 439"/>
                <a:gd name="T57" fmla="*/ 1 h 260"/>
                <a:gd name="T58" fmla="*/ 1 w 439"/>
                <a:gd name="T59" fmla="*/ 1 h 260"/>
                <a:gd name="T60" fmla="*/ 0 w 439"/>
                <a:gd name="T61" fmla="*/ 1 h 260"/>
                <a:gd name="T62" fmla="*/ 0 w 439"/>
                <a:gd name="T63" fmla="*/ 1 h 260"/>
                <a:gd name="T64" fmla="*/ 0 w 439"/>
                <a:gd name="T65" fmla="*/ 0 h 260"/>
                <a:gd name="T66" fmla="*/ 0 w 439"/>
                <a:gd name="T67" fmla="*/ 0 h 260"/>
                <a:gd name="T68" fmla="*/ 0 w 439"/>
                <a:gd name="T69" fmla="*/ 0 h 260"/>
                <a:gd name="T70" fmla="*/ 0 w 439"/>
                <a:gd name="T71" fmla="*/ 0 h 260"/>
                <a:gd name="T72" fmla="*/ 0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0" y="0"/>
                  </a:moveTo>
                  <a:lnTo>
                    <a:pt x="0" y="0"/>
                  </a:lnTo>
                  <a:lnTo>
                    <a:pt x="3" y="27"/>
                  </a:lnTo>
                  <a:lnTo>
                    <a:pt x="10" y="53"/>
                  </a:lnTo>
                  <a:lnTo>
                    <a:pt x="20" y="77"/>
                  </a:lnTo>
                  <a:lnTo>
                    <a:pt x="35" y="102"/>
                  </a:lnTo>
                  <a:lnTo>
                    <a:pt x="54" y="125"/>
                  </a:lnTo>
                  <a:lnTo>
                    <a:pt x="76" y="146"/>
                  </a:lnTo>
                  <a:lnTo>
                    <a:pt x="102" y="166"/>
                  </a:lnTo>
                  <a:lnTo>
                    <a:pt x="130" y="185"/>
                  </a:lnTo>
                  <a:lnTo>
                    <a:pt x="162" y="202"/>
                  </a:lnTo>
                  <a:lnTo>
                    <a:pt x="195" y="217"/>
                  </a:lnTo>
                  <a:lnTo>
                    <a:pt x="231" y="230"/>
                  </a:lnTo>
                  <a:lnTo>
                    <a:pt x="270" y="240"/>
                  </a:lnTo>
                  <a:lnTo>
                    <a:pt x="310" y="248"/>
                  </a:lnTo>
                  <a:lnTo>
                    <a:pt x="351" y="255"/>
                  </a:lnTo>
                  <a:lnTo>
                    <a:pt x="395" y="259"/>
                  </a:lnTo>
                  <a:lnTo>
                    <a:pt x="439" y="260"/>
                  </a:lnTo>
                  <a:lnTo>
                    <a:pt x="439" y="248"/>
                  </a:lnTo>
                  <a:lnTo>
                    <a:pt x="395" y="247"/>
                  </a:lnTo>
                  <a:lnTo>
                    <a:pt x="353" y="244"/>
                  </a:lnTo>
                  <a:lnTo>
                    <a:pt x="312" y="237"/>
                  </a:lnTo>
                  <a:lnTo>
                    <a:pt x="272" y="228"/>
                  </a:lnTo>
                  <a:lnTo>
                    <a:pt x="236" y="218"/>
                  </a:lnTo>
                  <a:lnTo>
                    <a:pt x="200" y="205"/>
                  </a:lnTo>
                  <a:lnTo>
                    <a:pt x="167" y="190"/>
                  </a:lnTo>
                  <a:lnTo>
                    <a:pt x="137" y="173"/>
                  </a:lnTo>
                  <a:lnTo>
                    <a:pt x="109" y="157"/>
                  </a:lnTo>
                  <a:lnTo>
                    <a:pt x="84" y="137"/>
                  </a:lnTo>
                  <a:lnTo>
                    <a:pt x="64" y="116"/>
                  </a:lnTo>
                  <a:lnTo>
                    <a:pt x="45" y="95"/>
                  </a:lnTo>
                  <a:lnTo>
                    <a:pt x="32" y="73"/>
                  </a:lnTo>
                  <a:lnTo>
                    <a:pt x="21" y="48"/>
                  </a:lnTo>
                  <a:lnTo>
                    <a:pt x="14" y="24"/>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1772" name="Freeform 54"/>
            <p:cNvSpPr>
              <a:spLocks/>
            </p:cNvSpPr>
            <p:nvPr/>
          </p:nvSpPr>
          <p:spPr bwMode="auto">
            <a:xfrm>
              <a:off x="1179" y="1588"/>
              <a:ext cx="88" cy="52"/>
            </a:xfrm>
            <a:custGeom>
              <a:avLst/>
              <a:gdLst>
                <a:gd name="T0" fmla="*/ 4 w 439"/>
                <a:gd name="T1" fmla="*/ 0 h 260"/>
                <a:gd name="T2" fmla="*/ 4 w 439"/>
                <a:gd name="T3" fmla="*/ 0 h 260"/>
                <a:gd name="T4" fmla="*/ 3 w 439"/>
                <a:gd name="T5" fmla="*/ 0 h 260"/>
                <a:gd name="T6" fmla="*/ 3 w 439"/>
                <a:gd name="T7" fmla="*/ 0 h 260"/>
                <a:gd name="T8" fmla="*/ 2 w 439"/>
                <a:gd name="T9" fmla="*/ 0 h 260"/>
                <a:gd name="T10" fmla="*/ 2 w 439"/>
                <a:gd name="T11" fmla="*/ 0 h 260"/>
                <a:gd name="T12" fmla="*/ 2 w 439"/>
                <a:gd name="T13" fmla="*/ 0 h 260"/>
                <a:gd name="T14" fmla="*/ 2 w 439"/>
                <a:gd name="T15" fmla="*/ 0 h 260"/>
                <a:gd name="T16" fmla="*/ 1 w 439"/>
                <a:gd name="T17" fmla="*/ 0 h 260"/>
                <a:gd name="T18" fmla="*/ 1 w 439"/>
                <a:gd name="T19" fmla="*/ 1 h 260"/>
                <a:gd name="T20" fmla="*/ 1 w 439"/>
                <a:gd name="T21" fmla="*/ 1 h 260"/>
                <a:gd name="T22" fmla="*/ 1 w 439"/>
                <a:gd name="T23" fmla="*/ 1 h 260"/>
                <a:gd name="T24" fmla="*/ 0 w 439"/>
                <a:gd name="T25" fmla="*/ 1 h 260"/>
                <a:gd name="T26" fmla="*/ 0 w 439"/>
                <a:gd name="T27" fmla="*/ 1 h 260"/>
                <a:gd name="T28" fmla="*/ 0 w 439"/>
                <a:gd name="T29" fmla="*/ 1 h 260"/>
                <a:gd name="T30" fmla="*/ 0 w 439"/>
                <a:gd name="T31" fmla="*/ 2 h 260"/>
                <a:gd name="T32" fmla="*/ 0 w 439"/>
                <a:gd name="T33" fmla="*/ 2 h 260"/>
                <a:gd name="T34" fmla="*/ 0 w 439"/>
                <a:gd name="T35" fmla="*/ 2 h 260"/>
                <a:gd name="T36" fmla="*/ 0 w 439"/>
                <a:gd name="T37" fmla="*/ 2 h 260"/>
                <a:gd name="T38" fmla="*/ 0 w 439"/>
                <a:gd name="T39" fmla="*/ 2 h 260"/>
                <a:gd name="T40" fmla="*/ 0 w 439"/>
                <a:gd name="T41" fmla="*/ 2 h 260"/>
                <a:gd name="T42" fmla="*/ 0 w 439"/>
                <a:gd name="T43" fmla="*/ 1 h 260"/>
                <a:gd name="T44" fmla="*/ 0 w 439"/>
                <a:gd name="T45" fmla="*/ 1 h 260"/>
                <a:gd name="T46" fmla="*/ 1 w 439"/>
                <a:gd name="T47" fmla="*/ 1 h 260"/>
                <a:gd name="T48" fmla="*/ 1 w 439"/>
                <a:gd name="T49" fmla="*/ 1 h 260"/>
                <a:gd name="T50" fmla="*/ 1 w 439"/>
                <a:gd name="T51" fmla="*/ 1 h 260"/>
                <a:gd name="T52" fmla="*/ 1 w 439"/>
                <a:gd name="T53" fmla="*/ 1 h 260"/>
                <a:gd name="T54" fmla="*/ 1 w 439"/>
                <a:gd name="T55" fmla="*/ 1 h 260"/>
                <a:gd name="T56" fmla="*/ 2 w 439"/>
                <a:gd name="T57" fmla="*/ 0 h 260"/>
                <a:gd name="T58" fmla="*/ 2 w 439"/>
                <a:gd name="T59" fmla="*/ 0 h 260"/>
                <a:gd name="T60" fmla="*/ 2 w 439"/>
                <a:gd name="T61" fmla="*/ 0 h 260"/>
                <a:gd name="T62" fmla="*/ 3 w 439"/>
                <a:gd name="T63" fmla="*/ 0 h 260"/>
                <a:gd name="T64" fmla="*/ 3 w 439"/>
                <a:gd name="T65" fmla="*/ 0 h 260"/>
                <a:gd name="T66" fmla="*/ 3 w 439"/>
                <a:gd name="T67" fmla="*/ 0 h 260"/>
                <a:gd name="T68" fmla="*/ 4 w 439"/>
                <a:gd name="T69" fmla="*/ 0 h 260"/>
                <a:gd name="T70" fmla="*/ 4 w 439"/>
                <a:gd name="T71" fmla="*/ 0 h 260"/>
                <a:gd name="T72" fmla="*/ 4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439" y="0"/>
                  </a:moveTo>
                  <a:lnTo>
                    <a:pt x="439" y="0"/>
                  </a:lnTo>
                  <a:lnTo>
                    <a:pt x="395" y="1"/>
                  </a:lnTo>
                  <a:lnTo>
                    <a:pt x="351" y="4"/>
                  </a:lnTo>
                  <a:lnTo>
                    <a:pt x="310" y="11"/>
                  </a:lnTo>
                  <a:lnTo>
                    <a:pt x="270" y="19"/>
                  </a:lnTo>
                  <a:lnTo>
                    <a:pt x="231" y="30"/>
                  </a:lnTo>
                  <a:lnTo>
                    <a:pt x="195" y="43"/>
                  </a:lnTo>
                  <a:lnTo>
                    <a:pt x="162" y="58"/>
                  </a:lnTo>
                  <a:lnTo>
                    <a:pt x="130" y="73"/>
                  </a:lnTo>
                  <a:lnTo>
                    <a:pt x="102" y="93"/>
                  </a:lnTo>
                  <a:lnTo>
                    <a:pt x="76" y="113"/>
                  </a:lnTo>
                  <a:lnTo>
                    <a:pt x="54" y="133"/>
                  </a:lnTo>
                  <a:lnTo>
                    <a:pt x="35" y="157"/>
                  </a:lnTo>
                  <a:lnTo>
                    <a:pt x="20" y="181"/>
                  </a:lnTo>
                  <a:lnTo>
                    <a:pt x="10" y="206"/>
                  </a:lnTo>
                  <a:lnTo>
                    <a:pt x="3" y="233"/>
                  </a:lnTo>
                  <a:lnTo>
                    <a:pt x="0" y="260"/>
                  </a:lnTo>
                  <a:lnTo>
                    <a:pt x="12" y="260"/>
                  </a:lnTo>
                  <a:lnTo>
                    <a:pt x="14" y="235"/>
                  </a:lnTo>
                  <a:lnTo>
                    <a:pt x="21" y="211"/>
                  </a:lnTo>
                  <a:lnTo>
                    <a:pt x="32" y="186"/>
                  </a:lnTo>
                  <a:lnTo>
                    <a:pt x="45" y="164"/>
                  </a:lnTo>
                  <a:lnTo>
                    <a:pt x="64" y="143"/>
                  </a:lnTo>
                  <a:lnTo>
                    <a:pt x="84" y="123"/>
                  </a:lnTo>
                  <a:lnTo>
                    <a:pt x="109" y="103"/>
                  </a:lnTo>
                  <a:lnTo>
                    <a:pt x="137" y="85"/>
                  </a:lnTo>
                  <a:lnTo>
                    <a:pt x="167" y="70"/>
                  </a:lnTo>
                  <a:lnTo>
                    <a:pt x="200" y="55"/>
                  </a:lnTo>
                  <a:lnTo>
                    <a:pt x="236" y="42"/>
                  </a:lnTo>
                  <a:lnTo>
                    <a:pt x="272" y="31"/>
                  </a:lnTo>
                  <a:lnTo>
                    <a:pt x="312" y="23"/>
                  </a:lnTo>
                  <a:lnTo>
                    <a:pt x="353" y="16"/>
                  </a:lnTo>
                  <a:lnTo>
                    <a:pt x="395" y="12"/>
                  </a:lnTo>
                  <a:lnTo>
                    <a:pt x="439" y="11"/>
                  </a:lnTo>
                  <a:lnTo>
                    <a:pt x="439"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1773" name="Freeform 55"/>
            <p:cNvSpPr>
              <a:spLocks/>
            </p:cNvSpPr>
            <p:nvPr/>
          </p:nvSpPr>
          <p:spPr bwMode="auto">
            <a:xfrm>
              <a:off x="964" y="1745"/>
              <a:ext cx="48" cy="85"/>
            </a:xfrm>
            <a:custGeom>
              <a:avLst/>
              <a:gdLst>
                <a:gd name="T0" fmla="*/ 2 w 244"/>
                <a:gd name="T1" fmla="*/ 3 h 426"/>
                <a:gd name="T2" fmla="*/ 2 w 244"/>
                <a:gd name="T3" fmla="*/ 3 h 426"/>
                <a:gd name="T4" fmla="*/ 2 w 244"/>
                <a:gd name="T5" fmla="*/ 3 h 426"/>
                <a:gd name="T6" fmla="*/ 2 w 244"/>
                <a:gd name="T7" fmla="*/ 3 h 426"/>
                <a:gd name="T8" fmla="*/ 2 w 244"/>
                <a:gd name="T9" fmla="*/ 2 h 426"/>
                <a:gd name="T10" fmla="*/ 2 w 244"/>
                <a:gd name="T11" fmla="*/ 2 h 426"/>
                <a:gd name="T12" fmla="*/ 2 w 244"/>
                <a:gd name="T13" fmla="*/ 2 h 426"/>
                <a:gd name="T14" fmla="*/ 2 w 244"/>
                <a:gd name="T15" fmla="*/ 2 h 426"/>
                <a:gd name="T16" fmla="*/ 1 w 244"/>
                <a:gd name="T17" fmla="*/ 1 h 426"/>
                <a:gd name="T18" fmla="*/ 1 w 244"/>
                <a:gd name="T19" fmla="*/ 1 h 426"/>
                <a:gd name="T20" fmla="*/ 1 w 244"/>
                <a:gd name="T21" fmla="*/ 1 h 426"/>
                <a:gd name="T22" fmla="*/ 1 w 244"/>
                <a:gd name="T23" fmla="*/ 1 h 426"/>
                <a:gd name="T24" fmla="*/ 1 w 244"/>
                <a:gd name="T25" fmla="*/ 0 h 426"/>
                <a:gd name="T26" fmla="*/ 1 w 244"/>
                <a:gd name="T27" fmla="*/ 0 h 426"/>
                <a:gd name="T28" fmla="*/ 1 w 244"/>
                <a:gd name="T29" fmla="*/ 0 h 426"/>
                <a:gd name="T30" fmla="*/ 0 w 244"/>
                <a:gd name="T31" fmla="*/ 0 h 426"/>
                <a:gd name="T32" fmla="*/ 0 w 244"/>
                <a:gd name="T33" fmla="*/ 0 h 426"/>
                <a:gd name="T34" fmla="*/ 0 w 244"/>
                <a:gd name="T35" fmla="*/ 0 h 426"/>
                <a:gd name="T36" fmla="*/ 0 w 244"/>
                <a:gd name="T37" fmla="*/ 0 h 426"/>
                <a:gd name="T38" fmla="*/ 0 w 244"/>
                <a:gd name="T39" fmla="*/ 0 h 426"/>
                <a:gd name="T40" fmla="*/ 0 w 244"/>
                <a:gd name="T41" fmla="*/ 0 h 426"/>
                <a:gd name="T42" fmla="*/ 1 w 244"/>
                <a:gd name="T43" fmla="*/ 0 h 426"/>
                <a:gd name="T44" fmla="*/ 1 w 244"/>
                <a:gd name="T45" fmla="*/ 0 h 426"/>
                <a:gd name="T46" fmla="*/ 1 w 244"/>
                <a:gd name="T47" fmla="*/ 0 h 426"/>
                <a:gd name="T48" fmla="*/ 1 w 244"/>
                <a:gd name="T49" fmla="*/ 1 h 426"/>
                <a:gd name="T50" fmla="*/ 1 w 244"/>
                <a:gd name="T51" fmla="*/ 1 h 426"/>
                <a:gd name="T52" fmla="*/ 1 w 244"/>
                <a:gd name="T53" fmla="*/ 1 h 426"/>
                <a:gd name="T54" fmla="*/ 1 w 244"/>
                <a:gd name="T55" fmla="*/ 1 h 426"/>
                <a:gd name="T56" fmla="*/ 1 w 244"/>
                <a:gd name="T57" fmla="*/ 2 h 426"/>
                <a:gd name="T58" fmla="*/ 2 w 244"/>
                <a:gd name="T59" fmla="*/ 2 h 426"/>
                <a:gd name="T60" fmla="*/ 2 w 244"/>
                <a:gd name="T61" fmla="*/ 2 h 426"/>
                <a:gd name="T62" fmla="*/ 2 w 244"/>
                <a:gd name="T63" fmla="*/ 2 h 426"/>
                <a:gd name="T64" fmla="*/ 2 w 244"/>
                <a:gd name="T65" fmla="*/ 3 h 426"/>
                <a:gd name="T66" fmla="*/ 2 w 244"/>
                <a:gd name="T67" fmla="*/ 3 h 426"/>
                <a:gd name="T68" fmla="*/ 2 w 244"/>
                <a:gd name="T69" fmla="*/ 3 h 426"/>
                <a:gd name="T70" fmla="*/ 2 w 244"/>
                <a:gd name="T71" fmla="*/ 3 h 426"/>
                <a:gd name="T72" fmla="*/ 2 w 244"/>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6"/>
                <a:gd name="T113" fmla="*/ 244 w 244"/>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6">
                  <a:moveTo>
                    <a:pt x="244" y="426"/>
                  </a:moveTo>
                  <a:lnTo>
                    <a:pt x="244" y="426"/>
                  </a:lnTo>
                  <a:lnTo>
                    <a:pt x="243" y="383"/>
                  </a:lnTo>
                  <a:lnTo>
                    <a:pt x="240" y="340"/>
                  </a:lnTo>
                  <a:lnTo>
                    <a:pt x="234" y="300"/>
                  </a:lnTo>
                  <a:lnTo>
                    <a:pt x="226" y="262"/>
                  </a:lnTo>
                  <a:lnTo>
                    <a:pt x="215" y="224"/>
                  </a:lnTo>
                  <a:lnTo>
                    <a:pt x="203" y="189"/>
                  </a:lnTo>
                  <a:lnTo>
                    <a:pt x="189" y="157"/>
                  </a:lnTo>
                  <a:lnTo>
                    <a:pt x="174" y="126"/>
                  </a:lnTo>
                  <a:lnTo>
                    <a:pt x="155" y="99"/>
                  </a:lnTo>
                  <a:lnTo>
                    <a:pt x="138" y="74"/>
                  </a:lnTo>
                  <a:lnTo>
                    <a:pt x="118" y="52"/>
                  </a:lnTo>
                  <a:lnTo>
                    <a:pt x="96" y="34"/>
                  </a:lnTo>
                  <a:lnTo>
                    <a:pt x="73" y="19"/>
                  </a:lnTo>
                  <a:lnTo>
                    <a:pt x="50" y="8"/>
                  </a:lnTo>
                  <a:lnTo>
                    <a:pt x="25" y="2"/>
                  </a:lnTo>
                  <a:lnTo>
                    <a:pt x="0" y="0"/>
                  </a:lnTo>
                  <a:lnTo>
                    <a:pt x="0" y="12"/>
                  </a:lnTo>
                  <a:lnTo>
                    <a:pt x="23" y="14"/>
                  </a:lnTo>
                  <a:lnTo>
                    <a:pt x="45" y="20"/>
                  </a:lnTo>
                  <a:lnTo>
                    <a:pt x="66" y="31"/>
                  </a:lnTo>
                  <a:lnTo>
                    <a:pt x="89" y="43"/>
                  </a:lnTo>
                  <a:lnTo>
                    <a:pt x="109" y="61"/>
                  </a:lnTo>
                  <a:lnTo>
                    <a:pt x="129" y="81"/>
                  </a:lnTo>
                  <a:lnTo>
                    <a:pt x="146" y="106"/>
                  </a:lnTo>
                  <a:lnTo>
                    <a:pt x="162" y="133"/>
                  </a:lnTo>
                  <a:lnTo>
                    <a:pt x="178" y="162"/>
                  </a:lnTo>
                  <a:lnTo>
                    <a:pt x="192" y="194"/>
                  </a:lnTo>
                  <a:lnTo>
                    <a:pt x="203" y="229"/>
                  </a:lnTo>
                  <a:lnTo>
                    <a:pt x="214" y="264"/>
                  </a:lnTo>
                  <a:lnTo>
                    <a:pt x="222" y="303"/>
                  </a:lnTo>
                  <a:lnTo>
                    <a:pt x="228" y="342"/>
                  </a:lnTo>
                  <a:lnTo>
                    <a:pt x="232" y="383"/>
                  </a:lnTo>
                  <a:lnTo>
                    <a:pt x="233" y="426"/>
                  </a:lnTo>
                  <a:lnTo>
                    <a:pt x="244"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1774" name="Freeform 56"/>
            <p:cNvSpPr>
              <a:spLocks/>
            </p:cNvSpPr>
            <p:nvPr/>
          </p:nvSpPr>
          <p:spPr bwMode="auto">
            <a:xfrm>
              <a:off x="964" y="1830"/>
              <a:ext cx="48" cy="85"/>
            </a:xfrm>
            <a:custGeom>
              <a:avLst/>
              <a:gdLst>
                <a:gd name="T0" fmla="*/ 0 w 244"/>
                <a:gd name="T1" fmla="*/ 3 h 424"/>
                <a:gd name="T2" fmla="*/ 0 w 244"/>
                <a:gd name="T3" fmla="*/ 3 h 424"/>
                <a:gd name="T4" fmla="*/ 0 w 244"/>
                <a:gd name="T5" fmla="*/ 3 h 424"/>
                <a:gd name="T6" fmla="*/ 0 w 244"/>
                <a:gd name="T7" fmla="*/ 3 h 424"/>
                <a:gd name="T8" fmla="*/ 1 w 244"/>
                <a:gd name="T9" fmla="*/ 3 h 424"/>
                <a:gd name="T10" fmla="*/ 1 w 244"/>
                <a:gd name="T11" fmla="*/ 3 h 424"/>
                <a:gd name="T12" fmla="*/ 1 w 244"/>
                <a:gd name="T13" fmla="*/ 3 h 424"/>
                <a:gd name="T14" fmla="*/ 1 w 244"/>
                <a:gd name="T15" fmla="*/ 3 h 424"/>
                <a:gd name="T16" fmla="*/ 1 w 244"/>
                <a:gd name="T17" fmla="*/ 3 h 424"/>
                <a:gd name="T18" fmla="*/ 1 w 244"/>
                <a:gd name="T19" fmla="*/ 2 h 424"/>
                <a:gd name="T20" fmla="*/ 1 w 244"/>
                <a:gd name="T21" fmla="*/ 2 h 424"/>
                <a:gd name="T22" fmla="*/ 2 w 244"/>
                <a:gd name="T23" fmla="*/ 2 h 424"/>
                <a:gd name="T24" fmla="*/ 2 w 244"/>
                <a:gd name="T25" fmla="*/ 2 h 424"/>
                <a:gd name="T26" fmla="*/ 2 w 244"/>
                <a:gd name="T27" fmla="*/ 1 h 424"/>
                <a:gd name="T28" fmla="*/ 2 w 244"/>
                <a:gd name="T29" fmla="*/ 1 h 424"/>
                <a:gd name="T30" fmla="*/ 2 w 244"/>
                <a:gd name="T31" fmla="*/ 1 h 424"/>
                <a:gd name="T32" fmla="*/ 2 w 244"/>
                <a:gd name="T33" fmla="*/ 0 h 424"/>
                <a:gd name="T34" fmla="*/ 2 w 244"/>
                <a:gd name="T35" fmla="*/ 0 h 424"/>
                <a:gd name="T36" fmla="*/ 2 w 244"/>
                <a:gd name="T37" fmla="*/ 0 h 424"/>
                <a:gd name="T38" fmla="*/ 2 w 244"/>
                <a:gd name="T39" fmla="*/ 0 h 424"/>
                <a:gd name="T40" fmla="*/ 2 w 244"/>
                <a:gd name="T41" fmla="*/ 1 h 424"/>
                <a:gd name="T42" fmla="*/ 2 w 244"/>
                <a:gd name="T43" fmla="*/ 1 h 424"/>
                <a:gd name="T44" fmla="*/ 2 w 244"/>
                <a:gd name="T45" fmla="*/ 1 h 424"/>
                <a:gd name="T46" fmla="*/ 2 w 244"/>
                <a:gd name="T47" fmla="*/ 2 h 424"/>
                <a:gd name="T48" fmla="*/ 1 w 244"/>
                <a:gd name="T49" fmla="*/ 2 h 424"/>
                <a:gd name="T50" fmla="*/ 1 w 244"/>
                <a:gd name="T51" fmla="*/ 2 h 424"/>
                <a:gd name="T52" fmla="*/ 1 w 244"/>
                <a:gd name="T53" fmla="*/ 2 h 424"/>
                <a:gd name="T54" fmla="*/ 1 w 244"/>
                <a:gd name="T55" fmla="*/ 3 h 424"/>
                <a:gd name="T56" fmla="*/ 1 w 244"/>
                <a:gd name="T57" fmla="*/ 3 h 424"/>
                <a:gd name="T58" fmla="*/ 1 w 244"/>
                <a:gd name="T59" fmla="*/ 3 h 424"/>
                <a:gd name="T60" fmla="*/ 1 w 244"/>
                <a:gd name="T61" fmla="*/ 3 h 424"/>
                <a:gd name="T62" fmla="*/ 1 w 244"/>
                <a:gd name="T63" fmla="*/ 3 h 424"/>
                <a:gd name="T64" fmla="*/ 0 w 244"/>
                <a:gd name="T65" fmla="*/ 3 h 424"/>
                <a:gd name="T66" fmla="*/ 0 w 244"/>
                <a:gd name="T67" fmla="*/ 3 h 424"/>
                <a:gd name="T68" fmla="*/ 0 w 244"/>
                <a:gd name="T69" fmla="*/ 3 h 424"/>
                <a:gd name="T70" fmla="*/ 0 w 244"/>
                <a:gd name="T71" fmla="*/ 3 h 424"/>
                <a:gd name="T72" fmla="*/ 0 w 244"/>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4"/>
                <a:gd name="T113" fmla="*/ 244 w 244"/>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4">
                  <a:moveTo>
                    <a:pt x="0" y="424"/>
                  </a:moveTo>
                  <a:lnTo>
                    <a:pt x="0" y="424"/>
                  </a:lnTo>
                  <a:lnTo>
                    <a:pt x="25" y="422"/>
                  </a:lnTo>
                  <a:lnTo>
                    <a:pt x="50" y="416"/>
                  </a:lnTo>
                  <a:lnTo>
                    <a:pt x="73" y="405"/>
                  </a:lnTo>
                  <a:lnTo>
                    <a:pt x="96" y="390"/>
                  </a:lnTo>
                  <a:lnTo>
                    <a:pt x="118" y="373"/>
                  </a:lnTo>
                  <a:lnTo>
                    <a:pt x="138" y="350"/>
                  </a:lnTo>
                  <a:lnTo>
                    <a:pt x="155" y="326"/>
                  </a:lnTo>
                  <a:lnTo>
                    <a:pt x="173" y="299"/>
                  </a:lnTo>
                  <a:lnTo>
                    <a:pt x="189" y="268"/>
                  </a:lnTo>
                  <a:lnTo>
                    <a:pt x="203" y="235"/>
                  </a:lnTo>
                  <a:lnTo>
                    <a:pt x="215" y="201"/>
                  </a:lnTo>
                  <a:lnTo>
                    <a:pt x="226" y="163"/>
                  </a:lnTo>
                  <a:lnTo>
                    <a:pt x="234" y="125"/>
                  </a:lnTo>
                  <a:lnTo>
                    <a:pt x="240" y="85"/>
                  </a:lnTo>
                  <a:lnTo>
                    <a:pt x="243" y="42"/>
                  </a:lnTo>
                  <a:lnTo>
                    <a:pt x="244" y="0"/>
                  </a:lnTo>
                  <a:lnTo>
                    <a:pt x="233" y="0"/>
                  </a:lnTo>
                  <a:lnTo>
                    <a:pt x="232" y="42"/>
                  </a:lnTo>
                  <a:lnTo>
                    <a:pt x="228" y="83"/>
                  </a:lnTo>
                  <a:lnTo>
                    <a:pt x="222" y="123"/>
                  </a:lnTo>
                  <a:lnTo>
                    <a:pt x="214" y="160"/>
                  </a:lnTo>
                  <a:lnTo>
                    <a:pt x="203" y="197"/>
                  </a:lnTo>
                  <a:lnTo>
                    <a:pt x="192" y="231"/>
                  </a:lnTo>
                  <a:lnTo>
                    <a:pt x="178" y="263"/>
                  </a:lnTo>
                  <a:lnTo>
                    <a:pt x="164" y="292"/>
                  </a:lnTo>
                  <a:lnTo>
                    <a:pt x="146" y="319"/>
                  </a:lnTo>
                  <a:lnTo>
                    <a:pt x="129" y="343"/>
                  </a:lnTo>
                  <a:lnTo>
                    <a:pt x="109" y="363"/>
                  </a:lnTo>
                  <a:lnTo>
                    <a:pt x="89" y="381"/>
                  </a:lnTo>
                  <a:lnTo>
                    <a:pt x="66" y="394"/>
                  </a:lnTo>
                  <a:lnTo>
                    <a:pt x="45" y="404"/>
                  </a:lnTo>
                  <a:lnTo>
                    <a:pt x="23" y="410"/>
                  </a:lnTo>
                  <a:lnTo>
                    <a:pt x="0" y="412"/>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1775" name="Freeform 57"/>
            <p:cNvSpPr>
              <a:spLocks/>
            </p:cNvSpPr>
            <p:nvPr/>
          </p:nvSpPr>
          <p:spPr bwMode="auto">
            <a:xfrm>
              <a:off x="915" y="1830"/>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1" y="42"/>
                  </a:lnTo>
                  <a:lnTo>
                    <a:pt x="4" y="85"/>
                  </a:lnTo>
                  <a:lnTo>
                    <a:pt x="10" y="125"/>
                  </a:lnTo>
                  <a:lnTo>
                    <a:pt x="19" y="163"/>
                  </a:lnTo>
                  <a:lnTo>
                    <a:pt x="29" y="201"/>
                  </a:lnTo>
                  <a:lnTo>
                    <a:pt x="41" y="235"/>
                  </a:lnTo>
                  <a:lnTo>
                    <a:pt x="55" y="268"/>
                  </a:lnTo>
                  <a:lnTo>
                    <a:pt x="71" y="299"/>
                  </a:lnTo>
                  <a:lnTo>
                    <a:pt x="89" y="326"/>
                  </a:lnTo>
                  <a:lnTo>
                    <a:pt x="106" y="350"/>
                  </a:lnTo>
                  <a:lnTo>
                    <a:pt x="126" y="373"/>
                  </a:lnTo>
                  <a:lnTo>
                    <a:pt x="149" y="390"/>
                  </a:lnTo>
                  <a:lnTo>
                    <a:pt x="171" y="405"/>
                  </a:lnTo>
                  <a:lnTo>
                    <a:pt x="194" y="416"/>
                  </a:lnTo>
                  <a:lnTo>
                    <a:pt x="219" y="422"/>
                  </a:lnTo>
                  <a:lnTo>
                    <a:pt x="245" y="424"/>
                  </a:lnTo>
                  <a:lnTo>
                    <a:pt x="245" y="412"/>
                  </a:lnTo>
                  <a:lnTo>
                    <a:pt x="221" y="410"/>
                  </a:lnTo>
                  <a:lnTo>
                    <a:pt x="199" y="404"/>
                  </a:lnTo>
                  <a:lnTo>
                    <a:pt x="178" y="394"/>
                  </a:lnTo>
                  <a:lnTo>
                    <a:pt x="156" y="381"/>
                  </a:lnTo>
                  <a:lnTo>
                    <a:pt x="136" y="363"/>
                  </a:lnTo>
                  <a:lnTo>
                    <a:pt x="116" y="343"/>
                  </a:lnTo>
                  <a:lnTo>
                    <a:pt x="98" y="319"/>
                  </a:lnTo>
                  <a:lnTo>
                    <a:pt x="81" y="292"/>
                  </a:lnTo>
                  <a:lnTo>
                    <a:pt x="67" y="263"/>
                  </a:lnTo>
                  <a:lnTo>
                    <a:pt x="52" y="231"/>
                  </a:lnTo>
                  <a:lnTo>
                    <a:pt x="41" y="197"/>
                  </a:lnTo>
                  <a:lnTo>
                    <a:pt x="30" y="160"/>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1776" name="Freeform 58"/>
            <p:cNvSpPr>
              <a:spLocks/>
            </p:cNvSpPr>
            <p:nvPr/>
          </p:nvSpPr>
          <p:spPr bwMode="auto">
            <a:xfrm>
              <a:off x="915" y="1745"/>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0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19" y="2"/>
                  </a:lnTo>
                  <a:lnTo>
                    <a:pt x="194" y="8"/>
                  </a:lnTo>
                  <a:lnTo>
                    <a:pt x="171" y="19"/>
                  </a:lnTo>
                  <a:lnTo>
                    <a:pt x="149" y="34"/>
                  </a:lnTo>
                  <a:lnTo>
                    <a:pt x="126" y="52"/>
                  </a:lnTo>
                  <a:lnTo>
                    <a:pt x="106" y="74"/>
                  </a:lnTo>
                  <a:lnTo>
                    <a:pt x="89" y="99"/>
                  </a:lnTo>
                  <a:lnTo>
                    <a:pt x="70" y="126"/>
                  </a:lnTo>
                  <a:lnTo>
                    <a:pt x="55" y="157"/>
                  </a:lnTo>
                  <a:lnTo>
                    <a:pt x="41" y="189"/>
                  </a:lnTo>
                  <a:lnTo>
                    <a:pt x="29" y="224"/>
                  </a:lnTo>
                  <a:lnTo>
                    <a:pt x="19" y="262"/>
                  </a:lnTo>
                  <a:lnTo>
                    <a:pt x="10" y="300"/>
                  </a:lnTo>
                  <a:lnTo>
                    <a:pt x="4" y="340"/>
                  </a:lnTo>
                  <a:lnTo>
                    <a:pt x="1" y="383"/>
                  </a:lnTo>
                  <a:lnTo>
                    <a:pt x="0" y="426"/>
                  </a:lnTo>
                  <a:lnTo>
                    <a:pt x="11" y="426"/>
                  </a:lnTo>
                  <a:lnTo>
                    <a:pt x="13" y="383"/>
                  </a:lnTo>
                  <a:lnTo>
                    <a:pt x="16" y="342"/>
                  </a:lnTo>
                  <a:lnTo>
                    <a:pt x="22" y="303"/>
                  </a:lnTo>
                  <a:lnTo>
                    <a:pt x="30" y="264"/>
                  </a:lnTo>
                  <a:lnTo>
                    <a:pt x="41" y="229"/>
                  </a:lnTo>
                  <a:lnTo>
                    <a:pt x="52" y="194"/>
                  </a:lnTo>
                  <a:lnTo>
                    <a:pt x="67" y="162"/>
                  </a:lnTo>
                  <a:lnTo>
                    <a:pt x="82" y="133"/>
                  </a:lnTo>
                  <a:lnTo>
                    <a:pt x="98" y="106"/>
                  </a:lnTo>
                  <a:lnTo>
                    <a:pt x="116" y="81"/>
                  </a:lnTo>
                  <a:lnTo>
                    <a:pt x="136" y="61"/>
                  </a:lnTo>
                  <a:lnTo>
                    <a:pt x="156" y="43"/>
                  </a:lnTo>
                  <a:lnTo>
                    <a:pt x="178" y="31"/>
                  </a:lnTo>
                  <a:lnTo>
                    <a:pt x="199" y="20"/>
                  </a:lnTo>
                  <a:lnTo>
                    <a:pt x="221"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1777" name="Freeform 59"/>
            <p:cNvSpPr>
              <a:spLocks/>
            </p:cNvSpPr>
            <p:nvPr/>
          </p:nvSpPr>
          <p:spPr bwMode="auto">
            <a:xfrm>
              <a:off x="1140" y="2087"/>
              <a:ext cx="49" cy="85"/>
            </a:xfrm>
            <a:custGeom>
              <a:avLst/>
              <a:gdLst>
                <a:gd name="T0" fmla="*/ 2 w 246"/>
                <a:gd name="T1" fmla="*/ 3 h 424"/>
                <a:gd name="T2" fmla="*/ 2 w 246"/>
                <a:gd name="T3" fmla="*/ 3 h 424"/>
                <a:gd name="T4" fmla="*/ 2 w 246"/>
                <a:gd name="T5" fmla="*/ 3 h 424"/>
                <a:gd name="T6" fmla="*/ 2 w 246"/>
                <a:gd name="T7" fmla="*/ 3 h 424"/>
                <a:gd name="T8" fmla="*/ 2 w 246"/>
                <a:gd name="T9" fmla="*/ 2 h 424"/>
                <a:gd name="T10" fmla="*/ 2 w 246"/>
                <a:gd name="T11" fmla="*/ 2 h 424"/>
                <a:gd name="T12" fmla="*/ 2 w 246"/>
                <a:gd name="T13" fmla="*/ 2 h 424"/>
                <a:gd name="T14" fmla="*/ 2 w 246"/>
                <a:gd name="T15" fmla="*/ 2 h 424"/>
                <a:gd name="T16" fmla="*/ 2 w 246"/>
                <a:gd name="T17" fmla="*/ 1 h 424"/>
                <a:gd name="T18" fmla="*/ 1 w 246"/>
                <a:gd name="T19" fmla="*/ 1 h 424"/>
                <a:gd name="T20" fmla="*/ 1 w 246"/>
                <a:gd name="T21" fmla="*/ 1 h 424"/>
                <a:gd name="T22" fmla="*/ 1 w 246"/>
                <a:gd name="T23" fmla="*/ 1 h 424"/>
                <a:gd name="T24" fmla="*/ 1 w 246"/>
                <a:gd name="T25" fmla="*/ 0 h 424"/>
                <a:gd name="T26" fmla="*/ 1 w 246"/>
                <a:gd name="T27" fmla="*/ 0 h 424"/>
                <a:gd name="T28" fmla="*/ 1 w 246"/>
                <a:gd name="T29" fmla="*/ 0 h 424"/>
                <a:gd name="T30" fmla="*/ 0 w 246"/>
                <a:gd name="T31" fmla="*/ 0 h 424"/>
                <a:gd name="T32" fmla="*/ 0 w 246"/>
                <a:gd name="T33" fmla="*/ 0 h 424"/>
                <a:gd name="T34" fmla="*/ 0 w 246"/>
                <a:gd name="T35" fmla="*/ 0 h 424"/>
                <a:gd name="T36" fmla="*/ 0 w 246"/>
                <a:gd name="T37" fmla="*/ 0 h 424"/>
                <a:gd name="T38" fmla="*/ 0 w 246"/>
                <a:gd name="T39" fmla="*/ 0 h 424"/>
                <a:gd name="T40" fmla="*/ 0 w 246"/>
                <a:gd name="T41" fmla="*/ 0 h 424"/>
                <a:gd name="T42" fmla="*/ 1 w 246"/>
                <a:gd name="T43" fmla="*/ 0 h 424"/>
                <a:gd name="T44" fmla="*/ 1 w 246"/>
                <a:gd name="T45" fmla="*/ 0 h 424"/>
                <a:gd name="T46" fmla="*/ 1 w 246"/>
                <a:gd name="T47" fmla="*/ 0 h 424"/>
                <a:gd name="T48" fmla="*/ 1 w 246"/>
                <a:gd name="T49" fmla="*/ 1 h 424"/>
                <a:gd name="T50" fmla="*/ 1 w 246"/>
                <a:gd name="T51" fmla="*/ 1 h 424"/>
                <a:gd name="T52" fmla="*/ 1 w 246"/>
                <a:gd name="T53" fmla="*/ 1 h 424"/>
                <a:gd name="T54" fmla="*/ 1 w 246"/>
                <a:gd name="T55" fmla="*/ 1 h 424"/>
                <a:gd name="T56" fmla="*/ 2 w 246"/>
                <a:gd name="T57" fmla="*/ 2 h 424"/>
                <a:gd name="T58" fmla="*/ 2 w 246"/>
                <a:gd name="T59" fmla="*/ 2 h 424"/>
                <a:gd name="T60" fmla="*/ 2 w 246"/>
                <a:gd name="T61" fmla="*/ 2 h 424"/>
                <a:gd name="T62" fmla="*/ 2 w 246"/>
                <a:gd name="T63" fmla="*/ 2 h 424"/>
                <a:gd name="T64" fmla="*/ 2 w 246"/>
                <a:gd name="T65" fmla="*/ 3 h 424"/>
                <a:gd name="T66" fmla="*/ 2 w 246"/>
                <a:gd name="T67" fmla="*/ 3 h 424"/>
                <a:gd name="T68" fmla="*/ 2 w 246"/>
                <a:gd name="T69" fmla="*/ 3 h 424"/>
                <a:gd name="T70" fmla="*/ 2 w 246"/>
                <a:gd name="T71" fmla="*/ 3 h 424"/>
                <a:gd name="T72" fmla="*/ 2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424"/>
                  </a:moveTo>
                  <a:lnTo>
                    <a:pt x="246" y="424"/>
                  </a:lnTo>
                  <a:lnTo>
                    <a:pt x="244" y="382"/>
                  </a:lnTo>
                  <a:lnTo>
                    <a:pt x="241" y="338"/>
                  </a:lnTo>
                  <a:lnTo>
                    <a:pt x="235" y="298"/>
                  </a:lnTo>
                  <a:lnTo>
                    <a:pt x="227" y="261"/>
                  </a:lnTo>
                  <a:lnTo>
                    <a:pt x="216" y="222"/>
                  </a:lnTo>
                  <a:lnTo>
                    <a:pt x="205" y="188"/>
                  </a:lnTo>
                  <a:lnTo>
                    <a:pt x="190" y="155"/>
                  </a:lnTo>
                  <a:lnTo>
                    <a:pt x="174" y="125"/>
                  </a:lnTo>
                  <a:lnTo>
                    <a:pt x="157" y="98"/>
                  </a:lnTo>
                  <a:lnTo>
                    <a:pt x="138" y="73"/>
                  </a:lnTo>
                  <a:lnTo>
                    <a:pt x="118" y="51"/>
                  </a:lnTo>
                  <a:lnTo>
                    <a:pt x="96" y="34"/>
                  </a:lnTo>
                  <a:lnTo>
                    <a:pt x="74" y="18"/>
                  </a:lnTo>
                  <a:lnTo>
                    <a:pt x="50" y="8"/>
                  </a:lnTo>
                  <a:lnTo>
                    <a:pt x="25" y="2"/>
                  </a:lnTo>
                  <a:lnTo>
                    <a:pt x="0" y="0"/>
                  </a:lnTo>
                  <a:lnTo>
                    <a:pt x="0" y="11"/>
                  </a:lnTo>
                  <a:lnTo>
                    <a:pt x="23" y="14"/>
                  </a:lnTo>
                  <a:lnTo>
                    <a:pt x="45" y="19"/>
                  </a:lnTo>
                  <a:lnTo>
                    <a:pt x="67" y="30"/>
                  </a:lnTo>
                  <a:lnTo>
                    <a:pt x="89" y="43"/>
                  </a:lnTo>
                  <a:lnTo>
                    <a:pt x="108" y="60"/>
                  </a:lnTo>
                  <a:lnTo>
                    <a:pt x="128" y="80"/>
                  </a:lnTo>
                  <a:lnTo>
                    <a:pt x="147" y="105"/>
                  </a:lnTo>
                  <a:lnTo>
                    <a:pt x="165" y="132"/>
                  </a:lnTo>
                  <a:lnTo>
                    <a:pt x="179" y="160"/>
                  </a:lnTo>
                  <a:lnTo>
                    <a:pt x="193" y="193"/>
                  </a:lnTo>
                  <a:lnTo>
                    <a:pt x="205" y="227"/>
                  </a:lnTo>
                  <a:lnTo>
                    <a:pt x="215" y="263"/>
                  </a:lnTo>
                  <a:lnTo>
                    <a:pt x="223" y="301"/>
                  </a:lnTo>
                  <a:lnTo>
                    <a:pt x="229" y="341"/>
                  </a:lnTo>
                  <a:lnTo>
                    <a:pt x="233" y="382"/>
                  </a:lnTo>
                  <a:lnTo>
                    <a:pt x="234" y="424"/>
                  </a:lnTo>
                  <a:lnTo>
                    <a:pt x="246"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1778" name="Freeform 60"/>
            <p:cNvSpPr>
              <a:spLocks/>
            </p:cNvSpPr>
            <p:nvPr/>
          </p:nvSpPr>
          <p:spPr bwMode="auto">
            <a:xfrm>
              <a:off x="1140" y="2172"/>
              <a:ext cx="49" cy="85"/>
            </a:xfrm>
            <a:custGeom>
              <a:avLst/>
              <a:gdLst>
                <a:gd name="T0" fmla="*/ 0 w 246"/>
                <a:gd name="T1" fmla="*/ 3 h 426"/>
                <a:gd name="T2" fmla="*/ 0 w 246"/>
                <a:gd name="T3" fmla="*/ 3 h 426"/>
                <a:gd name="T4" fmla="*/ 0 w 246"/>
                <a:gd name="T5" fmla="*/ 3 h 426"/>
                <a:gd name="T6" fmla="*/ 0 w 246"/>
                <a:gd name="T7" fmla="*/ 3 h 426"/>
                <a:gd name="T8" fmla="*/ 1 w 246"/>
                <a:gd name="T9" fmla="*/ 3 h 426"/>
                <a:gd name="T10" fmla="*/ 1 w 246"/>
                <a:gd name="T11" fmla="*/ 3 h 426"/>
                <a:gd name="T12" fmla="*/ 1 w 246"/>
                <a:gd name="T13" fmla="*/ 3 h 426"/>
                <a:gd name="T14" fmla="*/ 1 w 246"/>
                <a:gd name="T15" fmla="*/ 3 h 426"/>
                <a:gd name="T16" fmla="*/ 1 w 246"/>
                <a:gd name="T17" fmla="*/ 3 h 426"/>
                <a:gd name="T18" fmla="*/ 1 w 246"/>
                <a:gd name="T19" fmla="*/ 2 h 426"/>
                <a:gd name="T20" fmla="*/ 2 w 246"/>
                <a:gd name="T21" fmla="*/ 2 h 426"/>
                <a:gd name="T22" fmla="*/ 2 w 246"/>
                <a:gd name="T23" fmla="*/ 2 h 426"/>
                <a:gd name="T24" fmla="*/ 2 w 246"/>
                <a:gd name="T25" fmla="*/ 2 h 426"/>
                <a:gd name="T26" fmla="*/ 2 w 246"/>
                <a:gd name="T27" fmla="*/ 1 h 426"/>
                <a:gd name="T28" fmla="*/ 2 w 246"/>
                <a:gd name="T29" fmla="*/ 1 h 426"/>
                <a:gd name="T30" fmla="*/ 2 w 246"/>
                <a:gd name="T31" fmla="*/ 1 h 426"/>
                <a:gd name="T32" fmla="*/ 2 w 246"/>
                <a:gd name="T33" fmla="*/ 0 h 426"/>
                <a:gd name="T34" fmla="*/ 2 w 246"/>
                <a:gd name="T35" fmla="*/ 0 h 426"/>
                <a:gd name="T36" fmla="*/ 2 w 246"/>
                <a:gd name="T37" fmla="*/ 0 h 426"/>
                <a:gd name="T38" fmla="*/ 2 w 246"/>
                <a:gd name="T39" fmla="*/ 0 h 426"/>
                <a:gd name="T40" fmla="*/ 2 w 246"/>
                <a:gd name="T41" fmla="*/ 1 h 426"/>
                <a:gd name="T42" fmla="*/ 2 w 246"/>
                <a:gd name="T43" fmla="*/ 1 h 426"/>
                <a:gd name="T44" fmla="*/ 2 w 246"/>
                <a:gd name="T45" fmla="*/ 1 h 426"/>
                <a:gd name="T46" fmla="*/ 2 w 246"/>
                <a:gd name="T47" fmla="*/ 2 h 426"/>
                <a:gd name="T48" fmla="*/ 2 w 246"/>
                <a:gd name="T49" fmla="*/ 2 h 426"/>
                <a:gd name="T50" fmla="*/ 1 w 246"/>
                <a:gd name="T51" fmla="*/ 2 h 426"/>
                <a:gd name="T52" fmla="*/ 1 w 246"/>
                <a:gd name="T53" fmla="*/ 2 h 426"/>
                <a:gd name="T54" fmla="*/ 1 w 246"/>
                <a:gd name="T55" fmla="*/ 3 h 426"/>
                <a:gd name="T56" fmla="*/ 1 w 246"/>
                <a:gd name="T57" fmla="*/ 3 h 426"/>
                <a:gd name="T58" fmla="*/ 1 w 246"/>
                <a:gd name="T59" fmla="*/ 3 h 426"/>
                <a:gd name="T60" fmla="*/ 1 w 246"/>
                <a:gd name="T61" fmla="*/ 3 h 426"/>
                <a:gd name="T62" fmla="*/ 1 w 246"/>
                <a:gd name="T63" fmla="*/ 3 h 426"/>
                <a:gd name="T64" fmla="*/ 0 w 246"/>
                <a:gd name="T65" fmla="*/ 3 h 426"/>
                <a:gd name="T66" fmla="*/ 0 w 246"/>
                <a:gd name="T67" fmla="*/ 3 h 426"/>
                <a:gd name="T68" fmla="*/ 0 w 246"/>
                <a:gd name="T69" fmla="*/ 3 h 426"/>
                <a:gd name="T70" fmla="*/ 0 w 246"/>
                <a:gd name="T71" fmla="*/ 3 h 426"/>
                <a:gd name="T72" fmla="*/ 0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426"/>
                  </a:moveTo>
                  <a:lnTo>
                    <a:pt x="0" y="426"/>
                  </a:lnTo>
                  <a:lnTo>
                    <a:pt x="25" y="423"/>
                  </a:lnTo>
                  <a:lnTo>
                    <a:pt x="50" y="417"/>
                  </a:lnTo>
                  <a:lnTo>
                    <a:pt x="74" y="407"/>
                  </a:lnTo>
                  <a:lnTo>
                    <a:pt x="96" y="392"/>
                  </a:lnTo>
                  <a:lnTo>
                    <a:pt x="118" y="373"/>
                  </a:lnTo>
                  <a:lnTo>
                    <a:pt x="138" y="350"/>
                  </a:lnTo>
                  <a:lnTo>
                    <a:pt x="157" y="327"/>
                  </a:lnTo>
                  <a:lnTo>
                    <a:pt x="175" y="299"/>
                  </a:lnTo>
                  <a:lnTo>
                    <a:pt x="190" y="268"/>
                  </a:lnTo>
                  <a:lnTo>
                    <a:pt x="205" y="236"/>
                  </a:lnTo>
                  <a:lnTo>
                    <a:pt x="216" y="202"/>
                  </a:lnTo>
                  <a:lnTo>
                    <a:pt x="227" y="164"/>
                  </a:lnTo>
                  <a:lnTo>
                    <a:pt x="235" y="125"/>
                  </a:lnTo>
                  <a:lnTo>
                    <a:pt x="241" y="86"/>
                  </a:lnTo>
                  <a:lnTo>
                    <a:pt x="244" y="42"/>
                  </a:lnTo>
                  <a:lnTo>
                    <a:pt x="246" y="0"/>
                  </a:lnTo>
                  <a:lnTo>
                    <a:pt x="234" y="0"/>
                  </a:lnTo>
                  <a:lnTo>
                    <a:pt x="233" y="42"/>
                  </a:lnTo>
                  <a:lnTo>
                    <a:pt x="229" y="83"/>
                  </a:lnTo>
                  <a:lnTo>
                    <a:pt x="223" y="123"/>
                  </a:lnTo>
                  <a:lnTo>
                    <a:pt x="215" y="162"/>
                  </a:lnTo>
                  <a:lnTo>
                    <a:pt x="205" y="197"/>
                  </a:lnTo>
                  <a:lnTo>
                    <a:pt x="193" y="231"/>
                  </a:lnTo>
                  <a:lnTo>
                    <a:pt x="179" y="264"/>
                  </a:lnTo>
                  <a:lnTo>
                    <a:pt x="164" y="292"/>
                  </a:lnTo>
                  <a:lnTo>
                    <a:pt x="147" y="320"/>
                  </a:lnTo>
                  <a:lnTo>
                    <a:pt x="128" y="343"/>
                  </a:lnTo>
                  <a:lnTo>
                    <a:pt x="108" y="363"/>
                  </a:lnTo>
                  <a:lnTo>
                    <a:pt x="89" y="382"/>
                  </a:lnTo>
                  <a:lnTo>
                    <a:pt x="67" y="395"/>
                  </a:lnTo>
                  <a:lnTo>
                    <a:pt x="45" y="406"/>
                  </a:lnTo>
                  <a:lnTo>
                    <a:pt x="23" y="411"/>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1779" name="Freeform 61"/>
            <p:cNvSpPr>
              <a:spLocks/>
            </p:cNvSpPr>
            <p:nvPr/>
          </p:nvSpPr>
          <p:spPr bwMode="auto">
            <a:xfrm>
              <a:off x="1091" y="2172"/>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4" y="86"/>
                  </a:lnTo>
                  <a:lnTo>
                    <a:pt x="10" y="125"/>
                  </a:lnTo>
                  <a:lnTo>
                    <a:pt x="18" y="164"/>
                  </a:lnTo>
                  <a:lnTo>
                    <a:pt x="29" y="202"/>
                  </a:lnTo>
                  <a:lnTo>
                    <a:pt x="41" y="236"/>
                  </a:lnTo>
                  <a:lnTo>
                    <a:pt x="55" y="268"/>
                  </a:lnTo>
                  <a:lnTo>
                    <a:pt x="70" y="299"/>
                  </a:lnTo>
                  <a:lnTo>
                    <a:pt x="89" y="327"/>
                  </a:lnTo>
                  <a:lnTo>
                    <a:pt x="106" y="350"/>
                  </a:lnTo>
                  <a:lnTo>
                    <a:pt x="126" y="373"/>
                  </a:lnTo>
                  <a:lnTo>
                    <a:pt x="148" y="392"/>
                  </a:lnTo>
                  <a:lnTo>
                    <a:pt x="171" y="407"/>
                  </a:lnTo>
                  <a:lnTo>
                    <a:pt x="194" y="417"/>
                  </a:lnTo>
                  <a:lnTo>
                    <a:pt x="219" y="423"/>
                  </a:lnTo>
                  <a:lnTo>
                    <a:pt x="245" y="426"/>
                  </a:lnTo>
                  <a:lnTo>
                    <a:pt x="245" y="414"/>
                  </a:lnTo>
                  <a:lnTo>
                    <a:pt x="221" y="411"/>
                  </a:lnTo>
                  <a:lnTo>
                    <a:pt x="199" y="406"/>
                  </a:lnTo>
                  <a:lnTo>
                    <a:pt x="178" y="395"/>
                  </a:lnTo>
                  <a:lnTo>
                    <a:pt x="155" y="382"/>
                  </a:lnTo>
                  <a:lnTo>
                    <a:pt x="136" y="363"/>
                  </a:lnTo>
                  <a:lnTo>
                    <a:pt x="116" y="343"/>
                  </a:lnTo>
                  <a:lnTo>
                    <a:pt x="98" y="320"/>
                  </a:lnTo>
                  <a:lnTo>
                    <a:pt x="82" y="292"/>
                  </a:lnTo>
                  <a:lnTo>
                    <a:pt x="66" y="264"/>
                  </a:lnTo>
                  <a:lnTo>
                    <a:pt x="52" y="231"/>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1780" name="Freeform 62"/>
            <p:cNvSpPr>
              <a:spLocks/>
            </p:cNvSpPr>
            <p:nvPr/>
          </p:nvSpPr>
          <p:spPr bwMode="auto">
            <a:xfrm>
              <a:off x="1091" y="2087"/>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4" y="8"/>
                  </a:lnTo>
                  <a:lnTo>
                    <a:pt x="171" y="18"/>
                  </a:lnTo>
                  <a:lnTo>
                    <a:pt x="148" y="34"/>
                  </a:lnTo>
                  <a:lnTo>
                    <a:pt x="126" y="51"/>
                  </a:lnTo>
                  <a:lnTo>
                    <a:pt x="106" y="73"/>
                  </a:lnTo>
                  <a:lnTo>
                    <a:pt x="89" y="98"/>
                  </a:lnTo>
                  <a:lnTo>
                    <a:pt x="71" y="125"/>
                  </a:lnTo>
                  <a:lnTo>
                    <a:pt x="55" y="155"/>
                  </a:lnTo>
                  <a:lnTo>
                    <a:pt x="41" y="188"/>
                  </a:lnTo>
                  <a:lnTo>
                    <a:pt x="29" y="222"/>
                  </a:lnTo>
                  <a:lnTo>
                    <a:pt x="18" y="261"/>
                  </a:lnTo>
                  <a:lnTo>
                    <a:pt x="10" y="298"/>
                  </a:lnTo>
                  <a:lnTo>
                    <a:pt x="4" y="338"/>
                  </a:lnTo>
                  <a:lnTo>
                    <a:pt x="1" y="382"/>
                  </a:lnTo>
                  <a:lnTo>
                    <a:pt x="0" y="424"/>
                  </a:lnTo>
                  <a:lnTo>
                    <a:pt x="11" y="424"/>
                  </a:lnTo>
                  <a:lnTo>
                    <a:pt x="13" y="382"/>
                  </a:lnTo>
                  <a:lnTo>
                    <a:pt x="16" y="341"/>
                  </a:lnTo>
                  <a:lnTo>
                    <a:pt x="22" y="301"/>
                  </a:lnTo>
                  <a:lnTo>
                    <a:pt x="30" y="263"/>
                  </a:lnTo>
                  <a:lnTo>
                    <a:pt x="41" y="227"/>
                  </a:lnTo>
                  <a:lnTo>
                    <a:pt x="52" y="193"/>
                  </a:lnTo>
                  <a:lnTo>
                    <a:pt x="66" y="160"/>
                  </a:lnTo>
                  <a:lnTo>
                    <a:pt x="80" y="132"/>
                  </a:lnTo>
                  <a:lnTo>
                    <a:pt x="98" y="105"/>
                  </a:lnTo>
                  <a:lnTo>
                    <a:pt x="116" y="80"/>
                  </a:lnTo>
                  <a:lnTo>
                    <a:pt x="136" y="60"/>
                  </a:lnTo>
                  <a:lnTo>
                    <a:pt x="155" y="43"/>
                  </a:lnTo>
                  <a:lnTo>
                    <a:pt x="178" y="30"/>
                  </a:lnTo>
                  <a:lnTo>
                    <a:pt x="199" y="19"/>
                  </a:lnTo>
                  <a:lnTo>
                    <a:pt x="221" y="14"/>
                  </a:lnTo>
                  <a:lnTo>
                    <a:pt x="245" y="11"/>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1781" name="Freeform 63"/>
            <p:cNvSpPr>
              <a:spLocks/>
            </p:cNvSpPr>
            <p:nvPr/>
          </p:nvSpPr>
          <p:spPr bwMode="auto">
            <a:xfrm>
              <a:off x="1392" y="2118"/>
              <a:ext cx="49" cy="85"/>
            </a:xfrm>
            <a:custGeom>
              <a:avLst/>
              <a:gdLst>
                <a:gd name="T0" fmla="*/ 2 w 246"/>
                <a:gd name="T1" fmla="*/ 3 h 426"/>
                <a:gd name="T2" fmla="*/ 2 w 246"/>
                <a:gd name="T3" fmla="*/ 3 h 426"/>
                <a:gd name="T4" fmla="*/ 2 w 246"/>
                <a:gd name="T5" fmla="*/ 3 h 426"/>
                <a:gd name="T6" fmla="*/ 2 w 246"/>
                <a:gd name="T7" fmla="*/ 3 h 426"/>
                <a:gd name="T8" fmla="*/ 2 w 246"/>
                <a:gd name="T9" fmla="*/ 2 h 426"/>
                <a:gd name="T10" fmla="*/ 2 w 246"/>
                <a:gd name="T11" fmla="*/ 2 h 426"/>
                <a:gd name="T12" fmla="*/ 2 w 246"/>
                <a:gd name="T13" fmla="*/ 2 h 426"/>
                <a:gd name="T14" fmla="*/ 2 w 246"/>
                <a:gd name="T15" fmla="*/ 2 h 426"/>
                <a:gd name="T16" fmla="*/ 2 w 246"/>
                <a:gd name="T17" fmla="*/ 1 h 426"/>
                <a:gd name="T18" fmla="*/ 1 w 246"/>
                <a:gd name="T19" fmla="*/ 1 h 426"/>
                <a:gd name="T20" fmla="*/ 1 w 246"/>
                <a:gd name="T21" fmla="*/ 1 h 426"/>
                <a:gd name="T22" fmla="*/ 1 w 246"/>
                <a:gd name="T23" fmla="*/ 1 h 426"/>
                <a:gd name="T24" fmla="*/ 1 w 246"/>
                <a:gd name="T25" fmla="*/ 0 h 426"/>
                <a:gd name="T26" fmla="*/ 1 w 246"/>
                <a:gd name="T27" fmla="*/ 0 h 426"/>
                <a:gd name="T28" fmla="*/ 1 w 246"/>
                <a:gd name="T29" fmla="*/ 0 h 426"/>
                <a:gd name="T30" fmla="*/ 0 w 246"/>
                <a:gd name="T31" fmla="*/ 0 h 426"/>
                <a:gd name="T32" fmla="*/ 0 w 246"/>
                <a:gd name="T33" fmla="*/ 0 h 426"/>
                <a:gd name="T34" fmla="*/ 0 w 246"/>
                <a:gd name="T35" fmla="*/ 0 h 426"/>
                <a:gd name="T36" fmla="*/ 0 w 246"/>
                <a:gd name="T37" fmla="*/ 0 h 426"/>
                <a:gd name="T38" fmla="*/ 0 w 246"/>
                <a:gd name="T39" fmla="*/ 0 h 426"/>
                <a:gd name="T40" fmla="*/ 0 w 246"/>
                <a:gd name="T41" fmla="*/ 0 h 426"/>
                <a:gd name="T42" fmla="*/ 1 w 246"/>
                <a:gd name="T43" fmla="*/ 0 h 426"/>
                <a:gd name="T44" fmla="*/ 1 w 246"/>
                <a:gd name="T45" fmla="*/ 0 h 426"/>
                <a:gd name="T46" fmla="*/ 1 w 246"/>
                <a:gd name="T47" fmla="*/ 1 h 426"/>
                <a:gd name="T48" fmla="*/ 1 w 246"/>
                <a:gd name="T49" fmla="*/ 1 h 426"/>
                <a:gd name="T50" fmla="*/ 1 w 246"/>
                <a:gd name="T51" fmla="*/ 1 h 426"/>
                <a:gd name="T52" fmla="*/ 1 w 246"/>
                <a:gd name="T53" fmla="*/ 1 h 426"/>
                <a:gd name="T54" fmla="*/ 1 w 246"/>
                <a:gd name="T55" fmla="*/ 1 h 426"/>
                <a:gd name="T56" fmla="*/ 2 w 246"/>
                <a:gd name="T57" fmla="*/ 2 h 426"/>
                <a:gd name="T58" fmla="*/ 2 w 246"/>
                <a:gd name="T59" fmla="*/ 2 h 426"/>
                <a:gd name="T60" fmla="*/ 2 w 246"/>
                <a:gd name="T61" fmla="*/ 2 h 426"/>
                <a:gd name="T62" fmla="*/ 2 w 246"/>
                <a:gd name="T63" fmla="*/ 2 h 426"/>
                <a:gd name="T64" fmla="*/ 2 w 246"/>
                <a:gd name="T65" fmla="*/ 3 h 426"/>
                <a:gd name="T66" fmla="*/ 2 w 246"/>
                <a:gd name="T67" fmla="*/ 3 h 426"/>
                <a:gd name="T68" fmla="*/ 2 w 246"/>
                <a:gd name="T69" fmla="*/ 3 h 426"/>
                <a:gd name="T70" fmla="*/ 2 w 246"/>
                <a:gd name="T71" fmla="*/ 3 h 426"/>
                <a:gd name="T72" fmla="*/ 2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246" y="426"/>
                  </a:moveTo>
                  <a:lnTo>
                    <a:pt x="246" y="426"/>
                  </a:lnTo>
                  <a:lnTo>
                    <a:pt x="245" y="384"/>
                  </a:lnTo>
                  <a:lnTo>
                    <a:pt x="242" y="340"/>
                  </a:lnTo>
                  <a:lnTo>
                    <a:pt x="236" y="301"/>
                  </a:lnTo>
                  <a:lnTo>
                    <a:pt x="228" y="262"/>
                  </a:lnTo>
                  <a:lnTo>
                    <a:pt x="217" y="224"/>
                  </a:lnTo>
                  <a:lnTo>
                    <a:pt x="205" y="190"/>
                  </a:lnTo>
                  <a:lnTo>
                    <a:pt x="191" y="158"/>
                  </a:lnTo>
                  <a:lnTo>
                    <a:pt x="176" y="126"/>
                  </a:lnTo>
                  <a:lnTo>
                    <a:pt x="157" y="99"/>
                  </a:lnTo>
                  <a:lnTo>
                    <a:pt x="139" y="75"/>
                  </a:lnTo>
                  <a:lnTo>
                    <a:pt x="119" y="53"/>
                  </a:lnTo>
                  <a:lnTo>
                    <a:pt x="96" y="34"/>
                  </a:lnTo>
                  <a:lnTo>
                    <a:pt x="75" y="19"/>
                  </a:lnTo>
                  <a:lnTo>
                    <a:pt x="51" y="9"/>
                  </a:lnTo>
                  <a:lnTo>
                    <a:pt x="26" y="3"/>
                  </a:lnTo>
                  <a:lnTo>
                    <a:pt x="0" y="0"/>
                  </a:lnTo>
                  <a:lnTo>
                    <a:pt x="0" y="12"/>
                  </a:lnTo>
                  <a:lnTo>
                    <a:pt x="24" y="15"/>
                  </a:lnTo>
                  <a:lnTo>
                    <a:pt x="46" y="20"/>
                  </a:lnTo>
                  <a:lnTo>
                    <a:pt x="68" y="31"/>
                  </a:lnTo>
                  <a:lnTo>
                    <a:pt x="89" y="44"/>
                  </a:lnTo>
                  <a:lnTo>
                    <a:pt x="109" y="63"/>
                  </a:lnTo>
                  <a:lnTo>
                    <a:pt x="129" y="83"/>
                  </a:lnTo>
                  <a:lnTo>
                    <a:pt x="148" y="106"/>
                  </a:lnTo>
                  <a:lnTo>
                    <a:pt x="164" y="133"/>
                  </a:lnTo>
                  <a:lnTo>
                    <a:pt x="180" y="162"/>
                  </a:lnTo>
                  <a:lnTo>
                    <a:pt x="194" y="195"/>
                  </a:lnTo>
                  <a:lnTo>
                    <a:pt x="205" y="229"/>
                  </a:lnTo>
                  <a:lnTo>
                    <a:pt x="216" y="264"/>
                  </a:lnTo>
                  <a:lnTo>
                    <a:pt x="224" y="303"/>
                  </a:lnTo>
                  <a:lnTo>
                    <a:pt x="230" y="343"/>
                  </a:lnTo>
                  <a:lnTo>
                    <a:pt x="233" y="384"/>
                  </a:lnTo>
                  <a:lnTo>
                    <a:pt x="235" y="426"/>
                  </a:lnTo>
                  <a:lnTo>
                    <a:pt x="246"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1782" name="Freeform 64"/>
            <p:cNvSpPr>
              <a:spLocks/>
            </p:cNvSpPr>
            <p:nvPr/>
          </p:nvSpPr>
          <p:spPr bwMode="auto">
            <a:xfrm>
              <a:off x="1392" y="2203"/>
              <a:ext cx="49" cy="85"/>
            </a:xfrm>
            <a:custGeom>
              <a:avLst/>
              <a:gdLst>
                <a:gd name="T0" fmla="*/ 0 w 246"/>
                <a:gd name="T1" fmla="*/ 3 h 424"/>
                <a:gd name="T2" fmla="*/ 0 w 246"/>
                <a:gd name="T3" fmla="*/ 3 h 424"/>
                <a:gd name="T4" fmla="*/ 0 w 246"/>
                <a:gd name="T5" fmla="*/ 3 h 424"/>
                <a:gd name="T6" fmla="*/ 0 w 246"/>
                <a:gd name="T7" fmla="*/ 3 h 424"/>
                <a:gd name="T8" fmla="*/ 1 w 246"/>
                <a:gd name="T9" fmla="*/ 3 h 424"/>
                <a:gd name="T10" fmla="*/ 1 w 246"/>
                <a:gd name="T11" fmla="*/ 3 h 424"/>
                <a:gd name="T12" fmla="*/ 1 w 246"/>
                <a:gd name="T13" fmla="*/ 3 h 424"/>
                <a:gd name="T14" fmla="*/ 1 w 246"/>
                <a:gd name="T15" fmla="*/ 3 h 424"/>
                <a:gd name="T16" fmla="*/ 1 w 246"/>
                <a:gd name="T17" fmla="*/ 3 h 424"/>
                <a:gd name="T18" fmla="*/ 1 w 246"/>
                <a:gd name="T19" fmla="*/ 2 h 424"/>
                <a:gd name="T20" fmla="*/ 2 w 246"/>
                <a:gd name="T21" fmla="*/ 2 h 424"/>
                <a:gd name="T22" fmla="*/ 2 w 246"/>
                <a:gd name="T23" fmla="*/ 2 h 424"/>
                <a:gd name="T24" fmla="*/ 2 w 246"/>
                <a:gd name="T25" fmla="*/ 2 h 424"/>
                <a:gd name="T26" fmla="*/ 2 w 246"/>
                <a:gd name="T27" fmla="*/ 1 h 424"/>
                <a:gd name="T28" fmla="*/ 2 w 246"/>
                <a:gd name="T29" fmla="*/ 1 h 424"/>
                <a:gd name="T30" fmla="*/ 2 w 246"/>
                <a:gd name="T31" fmla="*/ 1 h 424"/>
                <a:gd name="T32" fmla="*/ 2 w 246"/>
                <a:gd name="T33" fmla="*/ 0 h 424"/>
                <a:gd name="T34" fmla="*/ 2 w 246"/>
                <a:gd name="T35" fmla="*/ 0 h 424"/>
                <a:gd name="T36" fmla="*/ 2 w 246"/>
                <a:gd name="T37" fmla="*/ 0 h 424"/>
                <a:gd name="T38" fmla="*/ 2 w 246"/>
                <a:gd name="T39" fmla="*/ 0 h 424"/>
                <a:gd name="T40" fmla="*/ 2 w 246"/>
                <a:gd name="T41" fmla="*/ 1 h 424"/>
                <a:gd name="T42" fmla="*/ 2 w 246"/>
                <a:gd name="T43" fmla="*/ 1 h 424"/>
                <a:gd name="T44" fmla="*/ 2 w 246"/>
                <a:gd name="T45" fmla="*/ 1 h 424"/>
                <a:gd name="T46" fmla="*/ 2 w 246"/>
                <a:gd name="T47" fmla="*/ 2 h 424"/>
                <a:gd name="T48" fmla="*/ 2 w 246"/>
                <a:gd name="T49" fmla="*/ 2 h 424"/>
                <a:gd name="T50" fmla="*/ 1 w 246"/>
                <a:gd name="T51" fmla="*/ 2 h 424"/>
                <a:gd name="T52" fmla="*/ 1 w 246"/>
                <a:gd name="T53" fmla="*/ 2 h 424"/>
                <a:gd name="T54" fmla="*/ 1 w 246"/>
                <a:gd name="T55" fmla="*/ 3 h 424"/>
                <a:gd name="T56" fmla="*/ 1 w 246"/>
                <a:gd name="T57" fmla="*/ 3 h 424"/>
                <a:gd name="T58" fmla="*/ 1 w 246"/>
                <a:gd name="T59" fmla="*/ 3 h 424"/>
                <a:gd name="T60" fmla="*/ 1 w 246"/>
                <a:gd name="T61" fmla="*/ 3 h 424"/>
                <a:gd name="T62" fmla="*/ 1 w 246"/>
                <a:gd name="T63" fmla="*/ 3 h 424"/>
                <a:gd name="T64" fmla="*/ 0 w 246"/>
                <a:gd name="T65" fmla="*/ 3 h 424"/>
                <a:gd name="T66" fmla="*/ 0 w 246"/>
                <a:gd name="T67" fmla="*/ 3 h 424"/>
                <a:gd name="T68" fmla="*/ 0 w 246"/>
                <a:gd name="T69" fmla="*/ 3 h 424"/>
                <a:gd name="T70" fmla="*/ 0 w 246"/>
                <a:gd name="T71" fmla="*/ 3 h 424"/>
                <a:gd name="T72" fmla="*/ 0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0" y="424"/>
                  </a:moveTo>
                  <a:lnTo>
                    <a:pt x="0" y="424"/>
                  </a:lnTo>
                  <a:lnTo>
                    <a:pt x="26" y="422"/>
                  </a:lnTo>
                  <a:lnTo>
                    <a:pt x="51" y="416"/>
                  </a:lnTo>
                  <a:lnTo>
                    <a:pt x="75" y="406"/>
                  </a:lnTo>
                  <a:lnTo>
                    <a:pt x="96" y="390"/>
                  </a:lnTo>
                  <a:lnTo>
                    <a:pt x="119" y="373"/>
                  </a:lnTo>
                  <a:lnTo>
                    <a:pt x="139" y="351"/>
                  </a:lnTo>
                  <a:lnTo>
                    <a:pt x="157" y="326"/>
                  </a:lnTo>
                  <a:lnTo>
                    <a:pt x="175" y="299"/>
                  </a:lnTo>
                  <a:lnTo>
                    <a:pt x="191" y="269"/>
                  </a:lnTo>
                  <a:lnTo>
                    <a:pt x="205" y="236"/>
                  </a:lnTo>
                  <a:lnTo>
                    <a:pt x="217" y="202"/>
                  </a:lnTo>
                  <a:lnTo>
                    <a:pt x="228" y="163"/>
                  </a:lnTo>
                  <a:lnTo>
                    <a:pt x="236" y="125"/>
                  </a:lnTo>
                  <a:lnTo>
                    <a:pt x="242" y="86"/>
                  </a:lnTo>
                  <a:lnTo>
                    <a:pt x="245" y="42"/>
                  </a:lnTo>
                  <a:lnTo>
                    <a:pt x="246" y="0"/>
                  </a:lnTo>
                  <a:lnTo>
                    <a:pt x="235" y="0"/>
                  </a:lnTo>
                  <a:lnTo>
                    <a:pt x="233" y="42"/>
                  </a:lnTo>
                  <a:lnTo>
                    <a:pt x="230" y="83"/>
                  </a:lnTo>
                  <a:lnTo>
                    <a:pt x="224" y="123"/>
                  </a:lnTo>
                  <a:lnTo>
                    <a:pt x="216" y="161"/>
                  </a:lnTo>
                  <a:lnTo>
                    <a:pt x="205" y="197"/>
                  </a:lnTo>
                  <a:lnTo>
                    <a:pt x="194" y="231"/>
                  </a:lnTo>
                  <a:lnTo>
                    <a:pt x="180" y="264"/>
                  </a:lnTo>
                  <a:lnTo>
                    <a:pt x="166" y="292"/>
                  </a:lnTo>
                  <a:lnTo>
                    <a:pt x="148" y="319"/>
                  </a:lnTo>
                  <a:lnTo>
                    <a:pt x="129" y="344"/>
                  </a:lnTo>
                  <a:lnTo>
                    <a:pt x="109" y="364"/>
                  </a:lnTo>
                  <a:lnTo>
                    <a:pt x="89" y="381"/>
                  </a:lnTo>
                  <a:lnTo>
                    <a:pt x="68" y="394"/>
                  </a:lnTo>
                  <a:lnTo>
                    <a:pt x="46" y="405"/>
                  </a:lnTo>
                  <a:lnTo>
                    <a:pt x="24" y="410"/>
                  </a:lnTo>
                  <a:lnTo>
                    <a:pt x="0" y="413"/>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1783" name="Freeform 65"/>
            <p:cNvSpPr>
              <a:spLocks/>
            </p:cNvSpPr>
            <p:nvPr/>
          </p:nvSpPr>
          <p:spPr bwMode="auto">
            <a:xfrm>
              <a:off x="1343" y="2203"/>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2" y="42"/>
                  </a:lnTo>
                  <a:lnTo>
                    <a:pt x="5" y="86"/>
                  </a:lnTo>
                  <a:lnTo>
                    <a:pt x="11" y="125"/>
                  </a:lnTo>
                  <a:lnTo>
                    <a:pt x="19" y="163"/>
                  </a:lnTo>
                  <a:lnTo>
                    <a:pt x="30" y="202"/>
                  </a:lnTo>
                  <a:lnTo>
                    <a:pt x="41" y="236"/>
                  </a:lnTo>
                  <a:lnTo>
                    <a:pt x="56" y="269"/>
                  </a:lnTo>
                  <a:lnTo>
                    <a:pt x="72" y="299"/>
                  </a:lnTo>
                  <a:lnTo>
                    <a:pt x="90" y="326"/>
                  </a:lnTo>
                  <a:lnTo>
                    <a:pt x="108" y="351"/>
                  </a:lnTo>
                  <a:lnTo>
                    <a:pt x="127" y="373"/>
                  </a:lnTo>
                  <a:lnTo>
                    <a:pt x="149" y="390"/>
                  </a:lnTo>
                  <a:lnTo>
                    <a:pt x="172" y="406"/>
                  </a:lnTo>
                  <a:lnTo>
                    <a:pt x="195" y="416"/>
                  </a:lnTo>
                  <a:lnTo>
                    <a:pt x="220" y="422"/>
                  </a:lnTo>
                  <a:lnTo>
                    <a:pt x="245" y="424"/>
                  </a:lnTo>
                  <a:lnTo>
                    <a:pt x="245" y="413"/>
                  </a:lnTo>
                  <a:lnTo>
                    <a:pt x="222" y="410"/>
                  </a:lnTo>
                  <a:lnTo>
                    <a:pt x="200" y="405"/>
                  </a:lnTo>
                  <a:lnTo>
                    <a:pt x="179" y="394"/>
                  </a:lnTo>
                  <a:lnTo>
                    <a:pt x="156" y="381"/>
                  </a:lnTo>
                  <a:lnTo>
                    <a:pt x="136" y="364"/>
                  </a:lnTo>
                  <a:lnTo>
                    <a:pt x="118" y="344"/>
                  </a:lnTo>
                  <a:lnTo>
                    <a:pt x="99" y="319"/>
                  </a:lnTo>
                  <a:lnTo>
                    <a:pt x="81" y="292"/>
                  </a:lnTo>
                  <a:lnTo>
                    <a:pt x="67" y="264"/>
                  </a:lnTo>
                  <a:lnTo>
                    <a:pt x="53" y="231"/>
                  </a:lnTo>
                  <a:lnTo>
                    <a:pt x="41" y="197"/>
                  </a:lnTo>
                  <a:lnTo>
                    <a:pt x="31" y="161"/>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1784" name="Freeform 66"/>
            <p:cNvSpPr>
              <a:spLocks/>
            </p:cNvSpPr>
            <p:nvPr/>
          </p:nvSpPr>
          <p:spPr bwMode="auto">
            <a:xfrm>
              <a:off x="1343" y="2118"/>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1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20" y="3"/>
                  </a:lnTo>
                  <a:lnTo>
                    <a:pt x="195" y="9"/>
                  </a:lnTo>
                  <a:lnTo>
                    <a:pt x="172" y="19"/>
                  </a:lnTo>
                  <a:lnTo>
                    <a:pt x="149" y="34"/>
                  </a:lnTo>
                  <a:lnTo>
                    <a:pt x="127" y="53"/>
                  </a:lnTo>
                  <a:lnTo>
                    <a:pt x="108" y="75"/>
                  </a:lnTo>
                  <a:lnTo>
                    <a:pt x="90" y="99"/>
                  </a:lnTo>
                  <a:lnTo>
                    <a:pt x="71" y="126"/>
                  </a:lnTo>
                  <a:lnTo>
                    <a:pt x="56" y="158"/>
                  </a:lnTo>
                  <a:lnTo>
                    <a:pt x="41" y="190"/>
                  </a:lnTo>
                  <a:lnTo>
                    <a:pt x="30" y="224"/>
                  </a:lnTo>
                  <a:lnTo>
                    <a:pt x="19" y="262"/>
                  </a:lnTo>
                  <a:lnTo>
                    <a:pt x="11" y="301"/>
                  </a:lnTo>
                  <a:lnTo>
                    <a:pt x="5" y="340"/>
                  </a:lnTo>
                  <a:lnTo>
                    <a:pt x="2" y="384"/>
                  </a:lnTo>
                  <a:lnTo>
                    <a:pt x="0" y="426"/>
                  </a:lnTo>
                  <a:lnTo>
                    <a:pt x="12" y="426"/>
                  </a:lnTo>
                  <a:lnTo>
                    <a:pt x="13" y="384"/>
                  </a:lnTo>
                  <a:lnTo>
                    <a:pt x="17" y="343"/>
                  </a:lnTo>
                  <a:lnTo>
                    <a:pt x="23" y="303"/>
                  </a:lnTo>
                  <a:lnTo>
                    <a:pt x="31" y="264"/>
                  </a:lnTo>
                  <a:lnTo>
                    <a:pt x="41" y="229"/>
                  </a:lnTo>
                  <a:lnTo>
                    <a:pt x="53" y="195"/>
                  </a:lnTo>
                  <a:lnTo>
                    <a:pt x="67" y="162"/>
                  </a:lnTo>
                  <a:lnTo>
                    <a:pt x="82" y="133"/>
                  </a:lnTo>
                  <a:lnTo>
                    <a:pt x="99" y="106"/>
                  </a:lnTo>
                  <a:lnTo>
                    <a:pt x="118" y="83"/>
                  </a:lnTo>
                  <a:lnTo>
                    <a:pt x="136" y="63"/>
                  </a:lnTo>
                  <a:lnTo>
                    <a:pt x="156" y="44"/>
                  </a:lnTo>
                  <a:lnTo>
                    <a:pt x="179" y="31"/>
                  </a:lnTo>
                  <a:lnTo>
                    <a:pt x="200" y="20"/>
                  </a:lnTo>
                  <a:lnTo>
                    <a:pt x="222" y="15"/>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1785" name="Freeform 67"/>
            <p:cNvSpPr>
              <a:spLocks/>
            </p:cNvSpPr>
            <p:nvPr/>
          </p:nvSpPr>
          <p:spPr bwMode="auto">
            <a:xfrm>
              <a:off x="1384" y="1859"/>
              <a:ext cx="49" cy="84"/>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1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3" y="382"/>
                  </a:lnTo>
                  <a:lnTo>
                    <a:pt x="240" y="339"/>
                  </a:lnTo>
                  <a:lnTo>
                    <a:pt x="234" y="299"/>
                  </a:lnTo>
                  <a:lnTo>
                    <a:pt x="226" y="261"/>
                  </a:lnTo>
                  <a:lnTo>
                    <a:pt x="215" y="222"/>
                  </a:lnTo>
                  <a:lnTo>
                    <a:pt x="204" y="188"/>
                  </a:lnTo>
                  <a:lnTo>
                    <a:pt x="189" y="156"/>
                  </a:lnTo>
                  <a:lnTo>
                    <a:pt x="173" y="125"/>
                  </a:lnTo>
                  <a:lnTo>
                    <a:pt x="155" y="98"/>
                  </a:lnTo>
                  <a:lnTo>
                    <a:pt x="138" y="74"/>
                  </a:lnTo>
                  <a:lnTo>
                    <a:pt x="118" y="51"/>
                  </a:lnTo>
                  <a:lnTo>
                    <a:pt x="96" y="34"/>
                  </a:lnTo>
                  <a:lnTo>
                    <a:pt x="73" y="18"/>
                  </a:lnTo>
                  <a:lnTo>
                    <a:pt x="50" y="8"/>
                  </a:lnTo>
                  <a:lnTo>
                    <a:pt x="25" y="2"/>
                  </a:lnTo>
                  <a:lnTo>
                    <a:pt x="0" y="0"/>
                  </a:lnTo>
                  <a:lnTo>
                    <a:pt x="0" y="11"/>
                  </a:lnTo>
                  <a:lnTo>
                    <a:pt x="23" y="14"/>
                  </a:lnTo>
                  <a:lnTo>
                    <a:pt x="45" y="20"/>
                  </a:lnTo>
                  <a:lnTo>
                    <a:pt x="66" y="30"/>
                  </a:lnTo>
                  <a:lnTo>
                    <a:pt x="89" y="43"/>
                  </a:lnTo>
                  <a:lnTo>
                    <a:pt x="109" y="61"/>
                  </a:lnTo>
                  <a:lnTo>
                    <a:pt x="129" y="81"/>
                  </a:lnTo>
                  <a:lnTo>
                    <a:pt x="146" y="105"/>
                  </a:lnTo>
                  <a:lnTo>
                    <a:pt x="164" y="132"/>
                  </a:lnTo>
                  <a:lnTo>
                    <a:pt x="178" y="160"/>
                  </a:lnTo>
                  <a:lnTo>
                    <a:pt x="192" y="193"/>
                  </a:lnTo>
                  <a:lnTo>
                    <a:pt x="204" y="227"/>
                  </a:lnTo>
                  <a:lnTo>
                    <a:pt x="214" y="264"/>
                  </a:lnTo>
                  <a:lnTo>
                    <a:pt x="222" y="301"/>
                  </a:lnTo>
                  <a:lnTo>
                    <a:pt x="228"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1786" name="Freeform 68"/>
            <p:cNvSpPr>
              <a:spLocks/>
            </p:cNvSpPr>
            <p:nvPr/>
          </p:nvSpPr>
          <p:spPr bwMode="auto">
            <a:xfrm>
              <a:off x="1384" y="1943"/>
              <a:ext cx="49" cy="86"/>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5" y="423"/>
                  </a:lnTo>
                  <a:lnTo>
                    <a:pt x="50" y="418"/>
                  </a:lnTo>
                  <a:lnTo>
                    <a:pt x="73" y="407"/>
                  </a:lnTo>
                  <a:lnTo>
                    <a:pt x="96" y="392"/>
                  </a:lnTo>
                  <a:lnTo>
                    <a:pt x="118" y="374"/>
                  </a:lnTo>
                  <a:lnTo>
                    <a:pt x="138" y="352"/>
                  </a:lnTo>
                  <a:lnTo>
                    <a:pt x="155" y="327"/>
                  </a:lnTo>
                  <a:lnTo>
                    <a:pt x="174" y="300"/>
                  </a:lnTo>
                  <a:lnTo>
                    <a:pt x="189" y="269"/>
                  </a:lnTo>
                  <a:lnTo>
                    <a:pt x="204" y="237"/>
                  </a:lnTo>
                  <a:lnTo>
                    <a:pt x="215" y="202"/>
                  </a:lnTo>
                  <a:lnTo>
                    <a:pt x="226" y="164"/>
                  </a:lnTo>
                  <a:lnTo>
                    <a:pt x="234" y="126"/>
                  </a:lnTo>
                  <a:lnTo>
                    <a:pt x="240" y="86"/>
                  </a:lnTo>
                  <a:lnTo>
                    <a:pt x="243" y="42"/>
                  </a:lnTo>
                  <a:lnTo>
                    <a:pt x="245" y="0"/>
                  </a:lnTo>
                  <a:lnTo>
                    <a:pt x="233" y="0"/>
                  </a:lnTo>
                  <a:lnTo>
                    <a:pt x="232" y="42"/>
                  </a:lnTo>
                  <a:lnTo>
                    <a:pt x="228" y="83"/>
                  </a:lnTo>
                  <a:lnTo>
                    <a:pt x="222" y="123"/>
                  </a:lnTo>
                  <a:lnTo>
                    <a:pt x="214" y="162"/>
                  </a:lnTo>
                  <a:lnTo>
                    <a:pt x="204" y="197"/>
                  </a:lnTo>
                  <a:lnTo>
                    <a:pt x="192" y="232"/>
                  </a:lnTo>
                  <a:lnTo>
                    <a:pt x="178" y="264"/>
                  </a:lnTo>
                  <a:lnTo>
                    <a:pt x="163" y="293"/>
                  </a:lnTo>
                  <a:lnTo>
                    <a:pt x="146" y="320"/>
                  </a:lnTo>
                  <a:lnTo>
                    <a:pt x="129" y="345"/>
                  </a:lnTo>
                  <a:lnTo>
                    <a:pt x="109" y="365"/>
                  </a:lnTo>
                  <a:lnTo>
                    <a:pt x="89" y="382"/>
                  </a:lnTo>
                  <a:lnTo>
                    <a:pt x="66" y="395"/>
                  </a:lnTo>
                  <a:lnTo>
                    <a:pt x="45" y="406"/>
                  </a:lnTo>
                  <a:lnTo>
                    <a:pt x="23"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1787" name="Freeform 69"/>
            <p:cNvSpPr>
              <a:spLocks/>
            </p:cNvSpPr>
            <p:nvPr/>
          </p:nvSpPr>
          <p:spPr bwMode="auto">
            <a:xfrm>
              <a:off x="1335" y="1943"/>
              <a:ext cx="49" cy="86"/>
            </a:xfrm>
            <a:custGeom>
              <a:avLst/>
              <a:gdLst>
                <a:gd name="T0" fmla="*/ 0 w 246"/>
                <a:gd name="T1" fmla="*/ 0 h 426"/>
                <a:gd name="T2" fmla="*/ 0 w 246"/>
                <a:gd name="T3" fmla="*/ 0 h 426"/>
                <a:gd name="T4" fmla="*/ 0 w 246"/>
                <a:gd name="T5" fmla="*/ 0 h 426"/>
                <a:gd name="T6" fmla="*/ 0 w 246"/>
                <a:gd name="T7" fmla="*/ 1 h 426"/>
                <a:gd name="T8" fmla="*/ 0 w 246"/>
                <a:gd name="T9" fmla="*/ 1 h 426"/>
                <a:gd name="T10" fmla="*/ 0 w 246"/>
                <a:gd name="T11" fmla="*/ 1 h 426"/>
                <a:gd name="T12" fmla="*/ 0 w 246"/>
                <a:gd name="T13" fmla="*/ 2 h 426"/>
                <a:gd name="T14" fmla="*/ 0 w 246"/>
                <a:gd name="T15" fmla="*/ 2 h 426"/>
                <a:gd name="T16" fmla="*/ 0 w 246"/>
                <a:gd name="T17" fmla="*/ 2 h 426"/>
                <a:gd name="T18" fmla="*/ 1 w 246"/>
                <a:gd name="T19" fmla="*/ 2 h 426"/>
                <a:gd name="T20" fmla="*/ 1 w 246"/>
                <a:gd name="T21" fmla="*/ 3 h 426"/>
                <a:gd name="T22" fmla="*/ 1 w 246"/>
                <a:gd name="T23" fmla="*/ 3 h 426"/>
                <a:gd name="T24" fmla="*/ 1 w 246"/>
                <a:gd name="T25" fmla="*/ 3 h 426"/>
                <a:gd name="T26" fmla="*/ 1 w 246"/>
                <a:gd name="T27" fmla="*/ 3 h 426"/>
                <a:gd name="T28" fmla="*/ 1 w 246"/>
                <a:gd name="T29" fmla="*/ 3 h 426"/>
                <a:gd name="T30" fmla="*/ 2 w 246"/>
                <a:gd name="T31" fmla="*/ 3 h 426"/>
                <a:gd name="T32" fmla="*/ 2 w 246"/>
                <a:gd name="T33" fmla="*/ 3 h 426"/>
                <a:gd name="T34" fmla="*/ 2 w 246"/>
                <a:gd name="T35" fmla="*/ 3 h 426"/>
                <a:gd name="T36" fmla="*/ 2 w 246"/>
                <a:gd name="T37" fmla="*/ 3 h 426"/>
                <a:gd name="T38" fmla="*/ 2 w 246"/>
                <a:gd name="T39" fmla="*/ 3 h 426"/>
                <a:gd name="T40" fmla="*/ 2 w 246"/>
                <a:gd name="T41" fmla="*/ 3 h 426"/>
                <a:gd name="T42" fmla="*/ 1 w 246"/>
                <a:gd name="T43" fmla="*/ 3 h 426"/>
                <a:gd name="T44" fmla="*/ 1 w 246"/>
                <a:gd name="T45" fmla="*/ 3 h 426"/>
                <a:gd name="T46" fmla="*/ 1 w 246"/>
                <a:gd name="T47" fmla="*/ 3 h 426"/>
                <a:gd name="T48" fmla="*/ 1 w 246"/>
                <a:gd name="T49" fmla="*/ 3 h 426"/>
                <a:gd name="T50" fmla="*/ 1 w 246"/>
                <a:gd name="T51" fmla="*/ 3 h 426"/>
                <a:gd name="T52" fmla="*/ 1 w 246"/>
                <a:gd name="T53" fmla="*/ 2 h 426"/>
                <a:gd name="T54" fmla="*/ 1 w 246"/>
                <a:gd name="T55" fmla="*/ 2 h 426"/>
                <a:gd name="T56" fmla="*/ 0 w 246"/>
                <a:gd name="T57" fmla="*/ 2 h 426"/>
                <a:gd name="T58" fmla="*/ 0 w 246"/>
                <a:gd name="T59" fmla="*/ 2 h 426"/>
                <a:gd name="T60" fmla="*/ 0 w 246"/>
                <a:gd name="T61" fmla="*/ 1 h 426"/>
                <a:gd name="T62" fmla="*/ 0 w 246"/>
                <a:gd name="T63" fmla="*/ 1 h 426"/>
                <a:gd name="T64" fmla="*/ 0 w 246"/>
                <a:gd name="T65" fmla="*/ 1 h 426"/>
                <a:gd name="T66" fmla="*/ 0 w 246"/>
                <a:gd name="T67" fmla="*/ 0 h 426"/>
                <a:gd name="T68" fmla="*/ 0 w 246"/>
                <a:gd name="T69" fmla="*/ 0 h 426"/>
                <a:gd name="T70" fmla="*/ 0 w 246"/>
                <a:gd name="T71" fmla="*/ 0 h 426"/>
                <a:gd name="T72" fmla="*/ 0 w 246"/>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0"/>
                  </a:moveTo>
                  <a:lnTo>
                    <a:pt x="0" y="0"/>
                  </a:lnTo>
                  <a:lnTo>
                    <a:pt x="1" y="42"/>
                  </a:lnTo>
                  <a:lnTo>
                    <a:pt x="4" y="86"/>
                  </a:lnTo>
                  <a:lnTo>
                    <a:pt x="10" y="126"/>
                  </a:lnTo>
                  <a:lnTo>
                    <a:pt x="18" y="164"/>
                  </a:lnTo>
                  <a:lnTo>
                    <a:pt x="29" y="202"/>
                  </a:lnTo>
                  <a:lnTo>
                    <a:pt x="41" y="237"/>
                  </a:lnTo>
                  <a:lnTo>
                    <a:pt x="55" y="269"/>
                  </a:lnTo>
                  <a:lnTo>
                    <a:pt x="71" y="300"/>
                  </a:lnTo>
                  <a:lnTo>
                    <a:pt x="89" y="327"/>
                  </a:lnTo>
                  <a:lnTo>
                    <a:pt x="107" y="352"/>
                  </a:lnTo>
                  <a:lnTo>
                    <a:pt x="127" y="374"/>
                  </a:lnTo>
                  <a:lnTo>
                    <a:pt x="150" y="392"/>
                  </a:lnTo>
                  <a:lnTo>
                    <a:pt x="171" y="407"/>
                  </a:lnTo>
                  <a:lnTo>
                    <a:pt x="195" y="418"/>
                  </a:lnTo>
                  <a:lnTo>
                    <a:pt x="220" y="423"/>
                  </a:lnTo>
                  <a:lnTo>
                    <a:pt x="246" y="426"/>
                  </a:lnTo>
                  <a:lnTo>
                    <a:pt x="246" y="414"/>
                  </a:lnTo>
                  <a:lnTo>
                    <a:pt x="222" y="412"/>
                  </a:lnTo>
                  <a:lnTo>
                    <a:pt x="200" y="406"/>
                  </a:lnTo>
                  <a:lnTo>
                    <a:pt x="178" y="395"/>
                  </a:lnTo>
                  <a:lnTo>
                    <a:pt x="157" y="382"/>
                  </a:lnTo>
                  <a:lnTo>
                    <a:pt x="137" y="365"/>
                  </a:lnTo>
                  <a:lnTo>
                    <a:pt x="117" y="345"/>
                  </a:lnTo>
                  <a:lnTo>
                    <a:pt x="98" y="320"/>
                  </a:lnTo>
                  <a:lnTo>
                    <a:pt x="83" y="293"/>
                  </a:lnTo>
                  <a:lnTo>
                    <a:pt x="66" y="264"/>
                  </a:lnTo>
                  <a:lnTo>
                    <a:pt x="52" y="232"/>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1788" name="Freeform 70"/>
            <p:cNvSpPr>
              <a:spLocks/>
            </p:cNvSpPr>
            <p:nvPr/>
          </p:nvSpPr>
          <p:spPr bwMode="auto">
            <a:xfrm>
              <a:off x="1335" y="1859"/>
              <a:ext cx="49" cy="84"/>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1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0" y="2"/>
                  </a:lnTo>
                  <a:lnTo>
                    <a:pt x="195" y="8"/>
                  </a:lnTo>
                  <a:lnTo>
                    <a:pt x="171" y="18"/>
                  </a:lnTo>
                  <a:lnTo>
                    <a:pt x="150" y="34"/>
                  </a:lnTo>
                  <a:lnTo>
                    <a:pt x="127" y="51"/>
                  </a:lnTo>
                  <a:lnTo>
                    <a:pt x="107" y="74"/>
                  </a:lnTo>
                  <a:lnTo>
                    <a:pt x="89" y="98"/>
                  </a:lnTo>
                  <a:lnTo>
                    <a:pt x="72" y="125"/>
                  </a:lnTo>
                  <a:lnTo>
                    <a:pt x="55" y="156"/>
                  </a:lnTo>
                  <a:lnTo>
                    <a:pt x="41" y="188"/>
                  </a:lnTo>
                  <a:lnTo>
                    <a:pt x="29" y="222"/>
                  </a:lnTo>
                  <a:lnTo>
                    <a:pt x="18" y="261"/>
                  </a:lnTo>
                  <a:lnTo>
                    <a:pt x="10" y="299"/>
                  </a:lnTo>
                  <a:lnTo>
                    <a:pt x="4" y="339"/>
                  </a:lnTo>
                  <a:lnTo>
                    <a:pt x="1" y="382"/>
                  </a:lnTo>
                  <a:lnTo>
                    <a:pt x="0" y="424"/>
                  </a:lnTo>
                  <a:lnTo>
                    <a:pt x="11" y="424"/>
                  </a:lnTo>
                  <a:lnTo>
                    <a:pt x="13" y="382"/>
                  </a:lnTo>
                  <a:lnTo>
                    <a:pt x="16" y="341"/>
                  </a:lnTo>
                  <a:lnTo>
                    <a:pt x="22" y="301"/>
                  </a:lnTo>
                  <a:lnTo>
                    <a:pt x="30" y="264"/>
                  </a:lnTo>
                  <a:lnTo>
                    <a:pt x="41" y="227"/>
                  </a:lnTo>
                  <a:lnTo>
                    <a:pt x="52" y="193"/>
                  </a:lnTo>
                  <a:lnTo>
                    <a:pt x="66" y="160"/>
                  </a:lnTo>
                  <a:lnTo>
                    <a:pt x="82" y="132"/>
                  </a:lnTo>
                  <a:lnTo>
                    <a:pt x="98" y="105"/>
                  </a:lnTo>
                  <a:lnTo>
                    <a:pt x="117" y="81"/>
                  </a:lnTo>
                  <a:lnTo>
                    <a:pt x="137" y="61"/>
                  </a:lnTo>
                  <a:lnTo>
                    <a:pt x="157" y="43"/>
                  </a:lnTo>
                  <a:lnTo>
                    <a:pt x="178" y="30"/>
                  </a:lnTo>
                  <a:lnTo>
                    <a:pt x="200" y="20"/>
                  </a:lnTo>
                  <a:lnTo>
                    <a:pt x="222" y="14"/>
                  </a:lnTo>
                  <a:lnTo>
                    <a:pt x="246" y="11"/>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1789" name="Freeform 71"/>
            <p:cNvSpPr>
              <a:spLocks/>
            </p:cNvSpPr>
            <p:nvPr/>
          </p:nvSpPr>
          <p:spPr bwMode="auto">
            <a:xfrm>
              <a:off x="1552" y="1751"/>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1" y="339"/>
                  </a:lnTo>
                  <a:lnTo>
                    <a:pt x="235" y="299"/>
                  </a:lnTo>
                  <a:lnTo>
                    <a:pt x="226" y="261"/>
                  </a:lnTo>
                  <a:lnTo>
                    <a:pt x="216" y="223"/>
                  </a:lnTo>
                  <a:lnTo>
                    <a:pt x="204" y="189"/>
                  </a:lnTo>
                  <a:lnTo>
                    <a:pt x="190" y="156"/>
                  </a:lnTo>
                  <a:lnTo>
                    <a:pt x="174" y="125"/>
                  </a:lnTo>
                  <a:lnTo>
                    <a:pt x="156" y="98"/>
                  </a:lnTo>
                  <a:lnTo>
                    <a:pt x="137" y="74"/>
                  </a:lnTo>
                  <a:lnTo>
                    <a:pt x="119" y="52"/>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8" y="81"/>
                  </a:lnTo>
                  <a:lnTo>
                    <a:pt x="147" y="105"/>
                  </a:lnTo>
                  <a:lnTo>
                    <a:pt x="164" y="132"/>
                  </a:lnTo>
                  <a:lnTo>
                    <a:pt x="178" y="161"/>
                  </a:lnTo>
                  <a:lnTo>
                    <a:pt x="193" y="193"/>
                  </a:lnTo>
                  <a:lnTo>
                    <a:pt x="204" y="227"/>
                  </a:lnTo>
                  <a:lnTo>
                    <a:pt x="215" y="264"/>
                  </a:lnTo>
                  <a:lnTo>
                    <a:pt x="223" y="301"/>
                  </a:lnTo>
                  <a:lnTo>
                    <a:pt x="229" y="341"/>
                  </a:lnTo>
                  <a:lnTo>
                    <a:pt x="232" y="382"/>
                  </a:lnTo>
                  <a:lnTo>
                    <a:pt x="234"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1790" name="Freeform 72"/>
            <p:cNvSpPr>
              <a:spLocks/>
            </p:cNvSpPr>
            <p:nvPr/>
          </p:nvSpPr>
          <p:spPr bwMode="auto">
            <a:xfrm>
              <a:off x="1552" y="1836"/>
              <a:ext cx="49" cy="85"/>
            </a:xfrm>
            <a:custGeom>
              <a:avLst/>
              <a:gdLst>
                <a:gd name="T0" fmla="*/ 0 w 245"/>
                <a:gd name="T1" fmla="*/ 3 h 425"/>
                <a:gd name="T2" fmla="*/ 0 w 245"/>
                <a:gd name="T3" fmla="*/ 3 h 425"/>
                <a:gd name="T4" fmla="*/ 0 w 245"/>
                <a:gd name="T5" fmla="*/ 3 h 425"/>
                <a:gd name="T6" fmla="*/ 0 w 245"/>
                <a:gd name="T7" fmla="*/ 3 h 425"/>
                <a:gd name="T8" fmla="*/ 1 w 245"/>
                <a:gd name="T9" fmla="*/ 3 h 425"/>
                <a:gd name="T10" fmla="*/ 1 w 245"/>
                <a:gd name="T11" fmla="*/ 3 h 425"/>
                <a:gd name="T12" fmla="*/ 1 w 245"/>
                <a:gd name="T13" fmla="*/ 3 h 425"/>
                <a:gd name="T14" fmla="*/ 1 w 245"/>
                <a:gd name="T15" fmla="*/ 3 h 425"/>
                <a:gd name="T16" fmla="*/ 1 w 245"/>
                <a:gd name="T17" fmla="*/ 3 h 425"/>
                <a:gd name="T18" fmla="*/ 1 w 245"/>
                <a:gd name="T19" fmla="*/ 2 h 425"/>
                <a:gd name="T20" fmla="*/ 2 w 245"/>
                <a:gd name="T21" fmla="*/ 2 h 425"/>
                <a:gd name="T22" fmla="*/ 2 w 245"/>
                <a:gd name="T23" fmla="*/ 2 h 425"/>
                <a:gd name="T24" fmla="*/ 2 w 245"/>
                <a:gd name="T25" fmla="*/ 2 h 425"/>
                <a:gd name="T26" fmla="*/ 2 w 245"/>
                <a:gd name="T27" fmla="*/ 1 h 425"/>
                <a:gd name="T28" fmla="*/ 2 w 245"/>
                <a:gd name="T29" fmla="*/ 1 h 425"/>
                <a:gd name="T30" fmla="*/ 2 w 245"/>
                <a:gd name="T31" fmla="*/ 1 h 425"/>
                <a:gd name="T32" fmla="*/ 2 w 245"/>
                <a:gd name="T33" fmla="*/ 0 h 425"/>
                <a:gd name="T34" fmla="*/ 2 w 245"/>
                <a:gd name="T35" fmla="*/ 0 h 425"/>
                <a:gd name="T36" fmla="*/ 2 w 245"/>
                <a:gd name="T37" fmla="*/ 0 h 425"/>
                <a:gd name="T38" fmla="*/ 2 w 245"/>
                <a:gd name="T39" fmla="*/ 0 h 425"/>
                <a:gd name="T40" fmla="*/ 2 w 245"/>
                <a:gd name="T41" fmla="*/ 1 h 425"/>
                <a:gd name="T42" fmla="*/ 2 w 245"/>
                <a:gd name="T43" fmla="*/ 1 h 425"/>
                <a:gd name="T44" fmla="*/ 2 w 245"/>
                <a:gd name="T45" fmla="*/ 1 h 425"/>
                <a:gd name="T46" fmla="*/ 2 w 245"/>
                <a:gd name="T47" fmla="*/ 2 h 425"/>
                <a:gd name="T48" fmla="*/ 2 w 245"/>
                <a:gd name="T49" fmla="*/ 2 h 425"/>
                <a:gd name="T50" fmla="*/ 1 w 245"/>
                <a:gd name="T51" fmla="*/ 2 h 425"/>
                <a:gd name="T52" fmla="*/ 1 w 245"/>
                <a:gd name="T53" fmla="*/ 2 h 425"/>
                <a:gd name="T54" fmla="*/ 1 w 245"/>
                <a:gd name="T55" fmla="*/ 3 h 425"/>
                <a:gd name="T56" fmla="*/ 1 w 245"/>
                <a:gd name="T57" fmla="*/ 3 h 425"/>
                <a:gd name="T58" fmla="*/ 1 w 245"/>
                <a:gd name="T59" fmla="*/ 3 h 425"/>
                <a:gd name="T60" fmla="*/ 1 w 245"/>
                <a:gd name="T61" fmla="*/ 3 h 425"/>
                <a:gd name="T62" fmla="*/ 1 w 245"/>
                <a:gd name="T63" fmla="*/ 3 h 425"/>
                <a:gd name="T64" fmla="*/ 0 w 245"/>
                <a:gd name="T65" fmla="*/ 3 h 425"/>
                <a:gd name="T66" fmla="*/ 0 w 245"/>
                <a:gd name="T67" fmla="*/ 3 h 425"/>
                <a:gd name="T68" fmla="*/ 0 w 245"/>
                <a:gd name="T69" fmla="*/ 3 h 425"/>
                <a:gd name="T70" fmla="*/ 0 w 245"/>
                <a:gd name="T71" fmla="*/ 3 h 425"/>
                <a:gd name="T72" fmla="*/ 0 w 245"/>
                <a:gd name="T73" fmla="*/ 3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5"/>
                <a:gd name="T113" fmla="*/ 245 w 245"/>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5">
                  <a:moveTo>
                    <a:pt x="0" y="425"/>
                  </a:moveTo>
                  <a:lnTo>
                    <a:pt x="0" y="425"/>
                  </a:lnTo>
                  <a:lnTo>
                    <a:pt x="26" y="422"/>
                  </a:lnTo>
                  <a:lnTo>
                    <a:pt x="51" y="417"/>
                  </a:lnTo>
                  <a:lnTo>
                    <a:pt x="74" y="406"/>
                  </a:lnTo>
                  <a:lnTo>
                    <a:pt x="96" y="391"/>
                  </a:lnTo>
                  <a:lnTo>
                    <a:pt x="119" y="373"/>
                  </a:lnTo>
                  <a:lnTo>
                    <a:pt x="137" y="351"/>
                  </a:lnTo>
                  <a:lnTo>
                    <a:pt x="156" y="326"/>
                  </a:lnTo>
                  <a:lnTo>
                    <a:pt x="174" y="299"/>
                  </a:lnTo>
                  <a:lnTo>
                    <a:pt x="190" y="269"/>
                  </a:lnTo>
                  <a:lnTo>
                    <a:pt x="204" y="236"/>
                  </a:lnTo>
                  <a:lnTo>
                    <a:pt x="216" y="202"/>
                  </a:lnTo>
                  <a:lnTo>
                    <a:pt x="226" y="163"/>
                  </a:lnTo>
                  <a:lnTo>
                    <a:pt x="235" y="126"/>
                  </a:lnTo>
                  <a:lnTo>
                    <a:pt x="241" y="86"/>
                  </a:lnTo>
                  <a:lnTo>
                    <a:pt x="244" y="43"/>
                  </a:lnTo>
                  <a:lnTo>
                    <a:pt x="245" y="0"/>
                  </a:lnTo>
                  <a:lnTo>
                    <a:pt x="234" y="0"/>
                  </a:lnTo>
                  <a:lnTo>
                    <a:pt x="232" y="43"/>
                  </a:lnTo>
                  <a:lnTo>
                    <a:pt x="229" y="84"/>
                  </a:lnTo>
                  <a:lnTo>
                    <a:pt x="223" y="123"/>
                  </a:lnTo>
                  <a:lnTo>
                    <a:pt x="215" y="161"/>
                  </a:lnTo>
                  <a:lnTo>
                    <a:pt x="204" y="197"/>
                  </a:lnTo>
                  <a:lnTo>
                    <a:pt x="193" y="231"/>
                  </a:lnTo>
                  <a:lnTo>
                    <a:pt x="178" y="264"/>
                  </a:lnTo>
                  <a:lnTo>
                    <a:pt x="164" y="292"/>
                  </a:lnTo>
                  <a:lnTo>
                    <a:pt x="147" y="319"/>
                  </a:lnTo>
                  <a:lnTo>
                    <a:pt x="128" y="344"/>
                  </a:lnTo>
                  <a:lnTo>
                    <a:pt x="109" y="364"/>
                  </a:lnTo>
                  <a:lnTo>
                    <a:pt x="89" y="381"/>
                  </a:lnTo>
                  <a:lnTo>
                    <a:pt x="67" y="394"/>
                  </a:lnTo>
                  <a:lnTo>
                    <a:pt x="46" y="405"/>
                  </a:lnTo>
                  <a:lnTo>
                    <a:pt x="24" y="411"/>
                  </a:lnTo>
                  <a:lnTo>
                    <a:pt x="0" y="413"/>
                  </a:lnTo>
                  <a:lnTo>
                    <a:pt x="0" y="425"/>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1791" name="Freeform 73"/>
            <p:cNvSpPr>
              <a:spLocks/>
            </p:cNvSpPr>
            <p:nvPr/>
          </p:nvSpPr>
          <p:spPr bwMode="auto">
            <a:xfrm>
              <a:off x="1502" y="1836"/>
              <a:ext cx="50" cy="85"/>
            </a:xfrm>
            <a:custGeom>
              <a:avLst/>
              <a:gdLst>
                <a:gd name="T0" fmla="*/ 0 w 246"/>
                <a:gd name="T1" fmla="*/ 0 h 425"/>
                <a:gd name="T2" fmla="*/ 0 w 246"/>
                <a:gd name="T3" fmla="*/ 0 h 425"/>
                <a:gd name="T4" fmla="*/ 0 w 246"/>
                <a:gd name="T5" fmla="*/ 0 h 425"/>
                <a:gd name="T6" fmla="*/ 0 w 246"/>
                <a:gd name="T7" fmla="*/ 1 h 425"/>
                <a:gd name="T8" fmla="*/ 0 w 246"/>
                <a:gd name="T9" fmla="*/ 1 h 425"/>
                <a:gd name="T10" fmla="*/ 0 w 246"/>
                <a:gd name="T11" fmla="*/ 1 h 425"/>
                <a:gd name="T12" fmla="*/ 0 w 246"/>
                <a:gd name="T13" fmla="*/ 2 h 425"/>
                <a:gd name="T14" fmla="*/ 0 w 246"/>
                <a:gd name="T15" fmla="*/ 2 h 425"/>
                <a:gd name="T16" fmla="*/ 0 w 246"/>
                <a:gd name="T17" fmla="*/ 2 h 425"/>
                <a:gd name="T18" fmla="*/ 1 w 246"/>
                <a:gd name="T19" fmla="*/ 2 h 425"/>
                <a:gd name="T20" fmla="*/ 1 w 246"/>
                <a:gd name="T21" fmla="*/ 3 h 425"/>
                <a:gd name="T22" fmla="*/ 1 w 246"/>
                <a:gd name="T23" fmla="*/ 3 h 425"/>
                <a:gd name="T24" fmla="*/ 1 w 246"/>
                <a:gd name="T25" fmla="*/ 3 h 425"/>
                <a:gd name="T26" fmla="*/ 1 w 246"/>
                <a:gd name="T27" fmla="*/ 3 h 425"/>
                <a:gd name="T28" fmla="*/ 1 w 246"/>
                <a:gd name="T29" fmla="*/ 3 h 425"/>
                <a:gd name="T30" fmla="*/ 2 w 246"/>
                <a:gd name="T31" fmla="*/ 3 h 425"/>
                <a:gd name="T32" fmla="*/ 2 w 246"/>
                <a:gd name="T33" fmla="*/ 3 h 425"/>
                <a:gd name="T34" fmla="*/ 2 w 246"/>
                <a:gd name="T35" fmla="*/ 3 h 425"/>
                <a:gd name="T36" fmla="*/ 2 w 246"/>
                <a:gd name="T37" fmla="*/ 3 h 425"/>
                <a:gd name="T38" fmla="*/ 2 w 246"/>
                <a:gd name="T39" fmla="*/ 3 h 425"/>
                <a:gd name="T40" fmla="*/ 2 w 246"/>
                <a:gd name="T41" fmla="*/ 3 h 425"/>
                <a:gd name="T42" fmla="*/ 1 w 246"/>
                <a:gd name="T43" fmla="*/ 3 h 425"/>
                <a:gd name="T44" fmla="*/ 1 w 246"/>
                <a:gd name="T45" fmla="*/ 3 h 425"/>
                <a:gd name="T46" fmla="*/ 1 w 246"/>
                <a:gd name="T47" fmla="*/ 3 h 425"/>
                <a:gd name="T48" fmla="*/ 1 w 246"/>
                <a:gd name="T49" fmla="*/ 3 h 425"/>
                <a:gd name="T50" fmla="*/ 1 w 246"/>
                <a:gd name="T51" fmla="*/ 3 h 425"/>
                <a:gd name="T52" fmla="*/ 1 w 246"/>
                <a:gd name="T53" fmla="*/ 2 h 425"/>
                <a:gd name="T54" fmla="*/ 1 w 246"/>
                <a:gd name="T55" fmla="*/ 2 h 425"/>
                <a:gd name="T56" fmla="*/ 0 w 246"/>
                <a:gd name="T57" fmla="*/ 2 h 425"/>
                <a:gd name="T58" fmla="*/ 0 w 246"/>
                <a:gd name="T59" fmla="*/ 2 h 425"/>
                <a:gd name="T60" fmla="*/ 0 w 246"/>
                <a:gd name="T61" fmla="*/ 1 h 425"/>
                <a:gd name="T62" fmla="*/ 0 w 246"/>
                <a:gd name="T63" fmla="*/ 1 h 425"/>
                <a:gd name="T64" fmla="*/ 0 w 246"/>
                <a:gd name="T65" fmla="*/ 1 h 425"/>
                <a:gd name="T66" fmla="*/ 0 w 246"/>
                <a:gd name="T67" fmla="*/ 0 h 425"/>
                <a:gd name="T68" fmla="*/ 0 w 246"/>
                <a:gd name="T69" fmla="*/ 0 h 425"/>
                <a:gd name="T70" fmla="*/ 0 w 246"/>
                <a:gd name="T71" fmla="*/ 0 h 425"/>
                <a:gd name="T72" fmla="*/ 0 w 246"/>
                <a:gd name="T73" fmla="*/ 0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5"/>
                <a:gd name="T113" fmla="*/ 246 w 246"/>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5">
                  <a:moveTo>
                    <a:pt x="0" y="0"/>
                  </a:moveTo>
                  <a:lnTo>
                    <a:pt x="0" y="0"/>
                  </a:lnTo>
                  <a:lnTo>
                    <a:pt x="2" y="43"/>
                  </a:lnTo>
                  <a:lnTo>
                    <a:pt x="5" y="86"/>
                  </a:lnTo>
                  <a:lnTo>
                    <a:pt x="11" y="126"/>
                  </a:lnTo>
                  <a:lnTo>
                    <a:pt x="19" y="163"/>
                  </a:lnTo>
                  <a:lnTo>
                    <a:pt x="30" y="202"/>
                  </a:lnTo>
                  <a:lnTo>
                    <a:pt x="41" y="236"/>
                  </a:lnTo>
                  <a:lnTo>
                    <a:pt x="55" y="269"/>
                  </a:lnTo>
                  <a:lnTo>
                    <a:pt x="73" y="299"/>
                  </a:lnTo>
                  <a:lnTo>
                    <a:pt x="89" y="326"/>
                  </a:lnTo>
                  <a:lnTo>
                    <a:pt x="108" y="351"/>
                  </a:lnTo>
                  <a:lnTo>
                    <a:pt x="128" y="373"/>
                  </a:lnTo>
                  <a:lnTo>
                    <a:pt x="150" y="391"/>
                  </a:lnTo>
                  <a:lnTo>
                    <a:pt x="171" y="406"/>
                  </a:lnTo>
                  <a:lnTo>
                    <a:pt x="196" y="417"/>
                  </a:lnTo>
                  <a:lnTo>
                    <a:pt x="221" y="422"/>
                  </a:lnTo>
                  <a:lnTo>
                    <a:pt x="246" y="425"/>
                  </a:lnTo>
                  <a:lnTo>
                    <a:pt x="246" y="413"/>
                  </a:lnTo>
                  <a:lnTo>
                    <a:pt x="223" y="411"/>
                  </a:lnTo>
                  <a:lnTo>
                    <a:pt x="201" y="405"/>
                  </a:lnTo>
                  <a:lnTo>
                    <a:pt x="178" y="394"/>
                  </a:lnTo>
                  <a:lnTo>
                    <a:pt x="157" y="381"/>
                  </a:lnTo>
                  <a:lnTo>
                    <a:pt x="137" y="364"/>
                  </a:lnTo>
                  <a:lnTo>
                    <a:pt x="117" y="344"/>
                  </a:lnTo>
                  <a:lnTo>
                    <a:pt x="99" y="319"/>
                  </a:lnTo>
                  <a:lnTo>
                    <a:pt x="82" y="292"/>
                  </a:lnTo>
                  <a:lnTo>
                    <a:pt x="67" y="264"/>
                  </a:lnTo>
                  <a:lnTo>
                    <a:pt x="53" y="231"/>
                  </a:lnTo>
                  <a:lnTo>
                    <a:pt x="41" y="197"/>
                  </a:lnTo>
                  <a:lnTo>
                    <a:pt x="31" y="161"/>
                  </a:lnTo>
                  <a:lnTo>
                    <a:pt x="23" y="123"/>
                  </a:lnTo>
                  <a:lnTo>
                    <a:pt x="17" y="84"/>
                  </a:lnTo>
                  <a:lnTo>
                    <a:pt x="13" y="4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1792" name="Freeform 74"/>
            <p:cNvSpPr>
              <a:spLocks/>
            </p:cNvSpPr>
            <p:nvPr/>
          </p:nvSpPr>
          <p:spPr bwMode="auto">
            <a:xfrm>
              <a:off x="1502" y="1751"/>
              <a:ext cx="50" cy="85"/>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2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1" y="2"/>
                  </a:lnTo>
                  <a:lnTo>
                    <a:pt x="196" y="8"/>
                  </a:lnTo>
                  <a:lnTo>
                    <a:pt x="171" y="19"/>
                  </a:lnTo>
                  <a:lnTo>
                    <a:pt x="150" y="34"/>
                  </a:lnTo>
                  <a:lnTo>
                    <a:pt x="128" y="52"/>
                  </a:lnTo>
                  <a:lnTo>
                    <a:pt x="108" y="74"/>
                  </a:lnTo>
                  <a:lnTo>
                    <a:pt x="89" y="98"/>
                  </a:lnTo>
                  <a:lnTo>
                    <a:pt x="73" y="125"/>
                  </a:lnTo>
                  <a:lnTo>
                    <a:pt x="55" y="156"/>
                  </a:lnTo>
                  <a:lnTo>
                    <a:pt x="41" y="189"/>
                  </a:lnTo>
                  <a:lnTo>
                    <a:pt x="30" y="223"/>
                  </a:lnTo>
                  <a:lnTo>
                    <a:pt x="19" y="261"/>
                  </a:lnTo>
                  <a:lnTo>
                    <a:pt x="11" y="299"/>
                  </a:lnTo>
                  <a:lnTo>
                    <a:pt x="5" y="339"/>
                  </a:lnTo>
                  <a:lnTo>
                    <a:pt x="2" y="382"/>
                  </a:lnTo>
                  <a:lnTo>
                    <a:pt x="0" y="424"/>
                  </a:lnTo>
                  <a:lnTo>
                    <a:pt x="12" y="424"/>
                  </a:lnTo>
                  <a:lnTo>
                    <a:pt x="13" y="382"/>
                  </a:lnTo>
                  <a:lnTo>
                    <a:pt x="17" y="341"/>
                  </a:lnTo>
                  <a:lnTo>
                    <a:pt x="23" y="301"/>
                  </a:lnTo>
                  <a:lnTo>
                    <a:pt x="31" y="264"/>
                  </a:lnTo>
                  <a:lnTo>
                    <a:pt x="41" y="227"/>
                  </a:lnTo>
                  <a:lnTo>
                    <a:pt x="53" y="193"/>
                  </a:lnTo>
                  <a:lnTo>
                    <a:pt x="67" y="161"/>
                  </a:lnTo>
                  <a:lnTo>
                    <a:pt x="82" y="132"/>
                  </a:lnTo>
                  <a:lnTo>
                    <a:pt x="99" y="105"/>
                  </a:lnTo>
                  <a:lnTo>
                    <a:pt x="117" y="81"/>
                  </a:lnTo>
                  <a:lnTo>
                    <a:pt x="137" y="61"/>
                  </a:lnTo>
                  <a:lnTo>
                    <a:pt x="157" y="43"/>
                  </a:lnTo>
                  <a:lnTo>
                    <a:pt x="178" y="30"/>
                  </a:lnTo>
                  <a:lnTo>
                    <a:pt x="201" y="20"/>
                  </a:lnTo>
                  <a:lnTo>
                    <a:pt x="223" y="14"/>
                  </a:lnTo>
                  <a:lnTo>
                    <a:pt x="246" y="12"/>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1793" name="Freeform 75"/>
            <p:cNvSpPr>
              <a:spLocks/>
            </p:cNvSpPr>
            <p:nvPr/>
          </p:nvSpPr>
          <p:spPr bwMode="auto">
            <a:xfrm>
              <a:off x="1565" y="2016"/>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0" y="339"/>
                  </a:lnTo>
                  <a:lnTo>
                    <a:pt x="234" y="299"/>
                  </a:lnTo>
                  <a:lnTo>
                    <a:pt x="226" y="261"/>
                  </a:lnTo>
                  <a:lnTo>
                    <a:pt x="216" y="223"/>
                  </a:lnTo>
                  <a:lnTo>
                    <a:pt x="204" y="189"/>
                  </a:lnTo>
                  <a:lnTo>
                    <a:pt x="190" y="156"/>
                  </a:lnTo>
                  <a:lnTo>
                    <a:pt x="174" y="125"/>
                  </a:lnTo>
                  <a:lnTo>
                    <a:pt x="156" y="98"/>
                  </a:lnTo>
                  <a:lnTo>
                    <a:pt x="138" y="74"/>
                  </a:lnTo>
                  <a:lnTo>
                    <a:pt x="118" y="51"/>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9" y="81"/>
                  </a:lnTo>
                  <a:lnTo>
                    <a:pt x="147" y="105"/>
                  </a:lnTo>
                  <a:lnTo>
                    <a:pt x="164" y="132"/>
                  </a:lnTo>
                  <a:lnTo>
                    <a:pt x="178" y="160"/>
                  </a:lnTo>
                  <a:lnTo>
                    <a:pt x="192" y="193"/>
                  </a:lnTo>
                  <a:lnTo>
                    <a:pt x="204" y="227"/>
                  </a:lnTo>
                  <a:lnTo>
                    <a:pt x="215" y="264"/>
                  </a:lnTo>
                  <a:lnTo>
                    <a:pt x="223" y="301"/>
                  </a:lnTo>
                  <a:lnTo>
                    <a:pt x="229"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1794" name="Freeform 76"/>
            <p:cNvSpPr>
              <a:spLocks/>
            </p:cNvSpPr>
            <p:nvPr/>
          </p:nvSpPr>
          <p:spPr bwMode="auto">
            <a:xfrm>
              <a:off x="1565" y="2101"/>
              <a:ext cx="49" cy="85"/>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6" y="423"/>
                  </a:lnTo>
                  <a:lnTo>
                    <a:pt x="51" y="418"/>
                  </a:lnTo>
                  <a:lnTo>
                    <a:pt x="74" y="407"/>
                  </a:lnTo>
                  <a:lnTo>
                    <a:pt x="96" y="392"/>
                  </a:lnTo>
                  <a:lnTo>
                    <a:pt x="118" y="373"/>
                  </a:lnTo>
                  <a:lnTo>
                    <a:pt x="138" y="351"/>
                  </a:lnTo>
                  <a:lnTo>
                    <a:pt x="156" y="327"/>
                  </a:lnTo>
                  <a:lnTo>
                    <a:pt x="175" y="299"/>
                  </a:lnTo>
                  <a:lnTo>
                    <a:pt x="190" y="269"/>
                  </a:lnTo>
                  <a:lnTo>
                    <a:pt x="204" y="236"/>
                  </a:lnTo>
                  <a:lnTo>
                    <a:pt x="216" y="202"/>
                  </a:lnTo>
                  <a:lnTo>
                    <a:pt x="226" y="164"/>
                  </a:lnTo>
                  <a:lnTo>
                    <a:pt x="234" y="126"/>
                  </a:lnTo>
                  <a:lnTo>
                    <a:pt x="240" y="86"/>
                  </a:lnTo>
                  <a:lnTo>
                    <a:pt x="244" y="42"/>
                  </a:lnTo>
                  <a:lnTo>
                    <a:pt x="245" y="0"/>
                  </a:lnTo>
                  <a:lnTo>
                    <a:pt x="233" y="0"/>
                  </a:lnTo>
                  <a:lnTo>
                    <a:pt x="232" y="42"/>
                  </a:lnTo>
                  <a:lnTo>
                    <a:pt x="229" y="83"/>
                  </a:lnTo>
                  <a:lnTo>
                    <a:pt x="223" y="123"/>
                  </a:lnTo>
                  <a:lnTo>
                    <a:pt x="215" y="162"/>
                  </a:lnTo>
                  <a:lnTo>
                    <a:pt x="204" y="197"/>
                  </a:lnTo>
                  <a:lnTo>
                    <a:pt x="192" y="231"/>
                  </a:lnTo>
                  <a:lnTo>
                    <a:pt x="178" y="264"/>
                  </a:lnTo>
                  <a:lnTo>
                    <a:pt x="163" y="292"/>
                  </a:lnTo>
                  <a:lnTo>
                    <a:pt x="147" y="320"/>
                  </a:lnTo>
                  <a:lnTo>
                    <a:pt x="129" y="344"/>
                  </a:lnTo>
                  <a:lnTo>
                    <a:pt x="109" y="364"/>
                  </a:lnTo>
                  <a:lnTo>
                    <a:pt x="89" y="382"/>
                  </a:lnTo>
                  <a:lnTo>
                    <a:pt x="67" y="395"/>
                  </a:lnTo>
                  <a:lnTo>
                    <a:pt x="46" y="406"/>
                  </a:lnTo>
                  <a:lnTo>
                    <a:pt x="24"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1795" name="Freeform 77"/>
            <p:cNvSpPr>
              <a:spLocks/>
            </p:cNvSpPr>
            <p:nvPr/>
          </p:nvSpPr>
          <p:spPr bwMode="auto">
            <a:xfrm>
              <a:off x="1516" y="2101"/>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5" y="86"/>
                  </a:lnTo>
                  <a:lnTo>
                    <a:pt x="11" y="126"/>
                  </a:lnTo>
                  <a:lnTo>
                    <a:pt x="19" y="164"/>
                  </a:lnTo>
                  <a:lnTo>
                    <a:pt x="30" y="202"/>
                  </a:lnTo>
                  <a:lnTo>
                    <a:pt x="41" y="236"/>
                  </a:lnTo>
                  <a:lnTo>
                    <a:pt x="55" y="269"/>
                  </a:lnTo>
                  <a:lnTo>
                    <a:pt x="71" y="299"/>
                  </a:lnTo>
                  <a:lnTo>
                    <a:pt x="89" y="327"/>
                  </a:lnTo>
                  <a:lnTo>
                    <a:pt x="107" y="351"/>
                  </a:lnTo>
                  <a:lnTo>
                    <a:pt x="127" y="373"/>
                  </a:lnTo>
                  <a:lnTo>
                    <a:pt x="149" y="392"/>
                  </a:lnTo>
                  <a:lnTo>
                    <a:pt x="171" y="407"/>
                  </a:lnTo>
                  <a:lnTo>
                    <a:pt x="195" y="418"/>
                  </a:lnTo>
                  <a:lnTo>
                    <a:pt x="219" y="423"/>
                  </a:lnTo>
                  <a:lnTo>
                    <a:pt x="245" y="426"/>
                  </a:lnTo>
                  <a:lnTo>
                    <a:pt x="245" y="414"/>
                  </a:lnTo>
                  <a:lnTo>
                    <a:pt x="222" y="412"/>
                  </a:lnTo>
                  <a:lnTo>
                    <a:pt x="199" y="406"/>
                  </a:lnTo>
                  <a:lnTo>
                    <a:pt x="178" y="395"/>
                  </a:lnTo>
                  <a:lnTo>
                    <a:pt x="156" y="382"/>
                  </a:lnTo>
                  <a:lnTo>
                    <a:pt x="136" y="364"/>
                  </a:lnTo>
                  <a:lnTo>
                    <a:pt x="116" y="344"/>
                  </a:lnTo>
                  <a:lnTo>
                    <a:pt x="99" y="320"/>
                  </a:lnTo>
                  <a:lnTo>
                    <a:pt x="82" y="292"/>
                  </a:lnTo>
                  <a:lnTo>
                    <a:pt x="67" y="264"/>
                  </a:lnTo>
                  <a:lnTo>
                    <a:pt x="53" y="231"/>
                  </a:lnTo>
                  <a:lnTo>
                    <a:pt x="41" y="197"/>
                  </a:lnTo>
                  <a:lnTo>
                    <a:pt x="31" y="162"/>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1796" name="Freeform 78"/>
            <p:cNvSpPr>
              <a:spLocks/>
            </p:cNvSpPr>
            <p:nvPr/>
          </p:nvSpPr>
          <p:spPr bwMode="auto">
            <a:xfrm>
              <a:off x="1516" y="2016"/>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5" y="8"/>
                  </a:lnTo>
                  <a:lnTo>
                    <a:pt x="171" y="19"/>
                  </a:lnTo>
                  <a:lnTo>
                    <a:pt x="149" y="34"/>
                  </a:lnTo>
                  <a:lnTo>
                    <a:pt x="127" y="51"/>
                  </a:lnTo>
                  <a:lnTo>
                    <a:pt x="107" y="74"/>
                  </a:lnTo>
                  <a:lnTo>
                    <a:pt x="89" y="98"/>
                  </a:lnTo>
                  <a:lnTo>
                    <a:pt x="72" y="125"/>
                  </a:lnTo>
                  <a:lnTo>
                    <a:pt x="55" y="156"/>
                  </a:lnTo>
                  <a:lnTo>
                    <a:pt x="41" y="189"/>
                  </a:lnTo>
                  <a:lnTo>
                    <a:pt x="30" y="223"/>
                  </a:lnTo>
                  <a:lnTo>
                    <a:pt x="19" y="261"/>
                  </a:lnTo>
                  <a:lnTo>
                    <a:pt x="11" y="299"/>
                  </a:lnTo>
                  <a:lnTo>
                    <a:pt x="5" y="339"/>
                  </a:lnTo>
                  <a:lnTo>
                    <a:pt x="1" y="382"/>
                  </a:lnTo>
                  <a:lnTo>
                    <a:pt x="0" y="424"/>
                  </a:lnTo>
                  <a:lnTo>
                    <a:pt x="12" y="424"/>
                  </a:lnTo>
                  <a:lnTo>
                    <a:pt x="13" y="382"/>
                  </a:lnTo>
                  <a:lnTo>
                    <a:pt x="17" y="341"/>
                  </a:lnTo>
                  <a:lnTo>
                    <a:pt x="23" y="301"/>
                  </a:lnTo>
                  <a:lnTo>
                    <a:pt x="31" y="264"/>
                  </a:lnTo>
                  <a:lnTo>
                    <a:pt x="41" y="227"/>
                  </a:lnTo>
                  <a:lnTo>
                    <a:pt x="53" y="193"/>
                  </a:lnTo>
                  <a:lnTo>
                    <a:pt x="67" y="160"/>
                  </a:lnTo>
                  <a:lnTo>
                    <a:pt x="81" y="132"/>
                  </a:lnTo>
                  <a:lnTo>
                    <a:pt x="99" y="105"/>
                  </a:lnTo>
                  <a:lnTo>
                    <a:pt x="116" y="81"/>
                  </a:lnTo>
                  <a:lnTo>
                    <a:pt x="136" y="61"/>
                  </a:lnTo>
                  <a:lnTo>
                    <a:pt x="156" y="43"/>
                  </a:lnTo>
                  <a:lnTo>
                    <a:pt x="178" y="30"/>
                  </a:lnTo>
                  <a:lnTo>
                    <a:pt x="199" y="20"/>
                  </a:lnTo>
                  <a:lnTo>
                    <a:pt x="222"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grpSp>
        <p:nvGrpSpPr>
          <p:cNvPr id="201738" name="Group 79"/>
          <p:cNvGrpSpPr>
            <a:grpSpLocks/>
          </p:cNvGrpSpPr>
          <p:nvPr/>
        </p:nvGrpSpPr>
        <p:grpSpPr bwMode="auto">
          <a:xfrm rot="-223274">
            <a:off x="1936750" y="2805113"/>
            <a:ext cx="744538" cy="733425"/>
            <a:chOff x="2757" y="1666"/>
            <a:chExt cx="812" cy="800"/>
          </a:xfrm>
        </p:grpSpPr>
        <p:sp>
          <p:nvSpPr>
            <p:cNvPr id="201740" name="Freeform 80"/>
            <p:cNvSpPr>
              <a:spLocks/>
            </p:cNvSpPr>
            <p:nvPr/>
          </p:nvSpPr>
          <p:spPr bwMode="auto">
            <a:xfrm>
              <a:off x="2762" y="1667"/>
              <a:ext cx="807" cy="584"/>
            </a:xfrm>
            <a:custGeom>
              <a:avLst/>
              <a:gdLst>
                <a:gd name="T0" fmla="*/ 497 w 807"/>
                <a:gd name="T1" fmla="*/ 583 h 584"/>
                <a:gd name="T2" fmla="*/ 0 w 807"/>
                <a:gd name="T3" fmla="*/ 452 h 584"/>
                <a:gd name="T4" fmla="*/ 337 w 807"/>
                <a:gd name="T5" fmla="*/ 0 h 584"/>
                <a:gd name="T6" fmla="*/ 806 w 807"/>
                <a:gd name="T7" fmla="*/ 98 h 584"/>
                <a:gd name="T8" fmla="*/ 497 w 807"/>
                <a:gd name="T9" fmla="*/ 583 h 584"/>
                <a:gd name="T10" fmla="*/ 0 60000 65536"/>
                <a:gd name="T11" fmla="*/ 0 60000 65536"/>
                <a:gd name="T12" fmla="*/ 0 60000 65536"/>
                <a:gd name="T13" fmla="*/ 0 60000 65536"/>
                <a:gd name="T14" fmla="*/ 0 60000 65536"/>
                <a:gd name="T15" fmla="*/ 0 w 807"/>
                <a:gd name="T16" fmla="*/ 0 h 584"/>
                <a:gd name="T17" fmla="*/ 807 w 807"/>
                <a:gd name="T18" fmla="*/ 584 h 584"/>
              </a:gdLst>
              <a:ahLst/>
              <a:cxnLst>
                <a:cxn ang="T10">
                  <a:pos x="T0" y="T1"/>
                </a:cxn>
                <a:cxn ang="T11">
                  <a:pos x="T2" y="T3"/>
                </a:cxn>
                <a:cxn ang="T12">
                  <a:pos x="T4" y="T5"/>
                </a:cxn>
                <a:cxn ang="T13">
                  <a:pos x="T6" y="T7"/>
                </a:cxn>
                <a:cxn ang="T14">
                  <a:pos x="T8" y="T9"/>
                </a:cxn>
              </a:cxnLst>
              <a:rect l="T15" t="T16" r="T17" b="T18"/>
              <a:pathLst>
                <a:path w="807" h="584">
                  <a:moveTo>
                    <a:pt x="497" y="583"/>
                  </a:moveTo>
                  <a:lnTo>
                    <a:pt x="0" y="452"/>
                  </a:lnTo>
                  <a:lnTo>
                    <a:pt x="337" y="0"/>
                  </a:lnTo>
                  <a:lnTo>
                    <a:pt x="806" y="98"/>
                  </a:lnTo>
                  <a:lnTo>
                    <a:pt x="497" y="583"/>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201741" name="Freeform 81"/>
            <p:cNvSpPr>
              <a:spLocks/>
            </p:cNvSpPr>
            <p:nvPr/>
          </p:nvSpPr>
          <p:spPr bwMode="auto">
            <a:xfrm>
              <a:off x="2882" y="1861"/>
              <a:ext cx="578" cy="384"/>
            </a:xfrm>
            <a:custGeom>
              <a:avLst/>
              <a:gdLst>
                <a:gd name="T0" fmla="*/ 377 w 578"/>
                <a:gd name="T1" fmla="*/ 383 h 384"/>
                <a:gd name="T2" fmla="*/ 0 w 578"/>
                <a:gd name="T3" fmla="*/ 291 h 384"/>
                <a:gd name="T4" fmla="*/ 217 w 578"/>
                <a:gd name="T5" fmla="*/ 0 h 384"/>
                <a:gd name="T6" fmla="*/ 577 w 578"/>
                <a:gd name="T7" fmla="*/ 74 h 384"/>
                <a:gd name="T8" fmla="*/ 377 w 578"/>
                <a:gd name="T9" fmla="*/ 383 h 384"/>
                <a:gd name="T10" fmla="*/ 0 60000 65536"/>
                <a:gd name="T11" fmla="*/ 0 60000 65536"/>
                <a:gd name="T12" fmla="*/ 0 60000 65536"/>
                <a:gd name="T13" fmla="*/ 0 60000 65536"/>
                <a:gd name="T14" fmla="*/ 0 60000 65536"/>
                <a:gd name="T15" fmla="*/ 0 w 578"/>
                <a:gd name="T16" fmla="*/ 0 h 384"/>
                <a:gd name="T17" fmla="*/ 578 w 578"/>
                <a:gd name="T18" fmla="*/ 384 h 384"/>
              </a:gdLst>
              <a:ahLst/>
              <a:cxnLst>
                <a:cxn ang="T10">
                  <a:pos x="T0" y="T1"/>
                </a:cxn>
                <a:cxn ang="T11">
                  <a:pos x="T2" y="T3"/>
                </a:cxn>
                <a:cxn ang="T12">
                  <a:pos x="T4" y="T5"/>
                </a:cxn>
                <a:cxn ang="T13">
                  <a:pos x="T6" y="T7"/>
                </a:cxn>
                <a:cxn ang="T14">
                  <a:pos x="T8" y="T9"/>
                </a:cxn>
              </a:cxnLst>
              <a:rect l="T15" t="T16" r="T17" b="T18"/>
              <a:pathLst>
                <a:path w="578" h="384">
                  <a:moveTo>
                    <a:pt x="377" y="383"/>
                  </a:moveTo>
                  <a:lnTo>
                    <a:pt x="0" y="291"/>
                  </a:lnTo>
                  <a:lnTo>
                    <a:pt x="217" y="0"/>
                  </a:lnTo>
                  <a:lnTo>
                    <a:pt x="577" y="74"/>
                  </a:lnTo>
                  <a:lnTo>
                    <a:pt x="377" y="383"/>
                  </a:lnTo>
                </a:path>
              </a:pathLst>
            </a:custGeom>
            <a:solidFill>
              <a:srgbClr val="E22B00"/>
            </a:solidFill>
            <a:ln>
              <a:noFill/>
            </a:ln>
            <a:extLst>
              <a:ext uri="{91240B29-F687-4F45-9708-019B960494DF}">
                <a14:hiddenLine xmlns:a14="http://schemas.microsoft.com/office/drawing/2010/main" w="12700" cap="rnd" cmpd="sng">
                  <a:solidFill>
                    <a:srgbClr val="000000"/>
                  </a:solidFill>
                  <a:prstDash val="solid"/>
                  <a:round/>
                  <a:headEnd type="none" w="med" len="med"/>
                  <a:tailEnd type="none" w="med" len="med"/>
                </a14:hiddenLine>
              </a:ext>
            </a:extLst>
          </p:spPr>
          <p:txBody>
            <a:bodyPr/>
            <a:lstStyle/>
            <a:p>
              <a:endParaRPr lang="fr-FR"/>
            </a:p>
          </p:txBody>
        </p:sp>
        <p:sp>
          <p:nvSpPr>
            <p:cNvPr id="201742" name="Line 82"/>
            <p:cNvSpPr>
              <a:spLocks noChangeShapeType="1"/>
            </p:cNvSpPr>
            <p:nvPr/>
          </p:nvSpPr>
          <p:spPr bwMode="auto">
            <a:xfrm>
              <a:off x="3102" y="1862"/>
              <a:ext cx="352" cy="7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fr-FR"/>
            </a:p>
          </p:txBody>
        </p:sp>
        <p:sp>
          <p:nvSpPr>
            <p:cNvPr id="201743" name="Freeform 83"/>
            <p:cNvSpPr>
              <a:spLocks/>
            </p:cNvSpPr>
            <p:nvPr/>
          </p:nvSpPr>
          <p:spPr bwMode="auto">
            <a:xfrm>
              <a:off x="2762" y="1666"/>
              <a:ext cx="337" cy="485"/>
            </a:xfrm>
            <a:custGeom>
              <a:avLst/>
              <a:gdLst>
                <a:gd name="T0" fmla="*/ 336 w 337"/>
                <a:gd name="T1" fmla="*/ 194 h 485"/>
                <a:gd name="T2" fmla="*/ 118 w 337"/>
                <a:gd name="T3" fmla="*/ 484 h 485"/>
                <a:gd name="T4" fmla="*/ 0 w 337"/>
                <a:gd name="T5" fmla="*/ 452 h 485"/>
                <a:gd name="T6" fmla="*/ 336 w 337"/>
                <a:gd name="T7" fmla="*/ 0 h 485"/>
                <a:gd name="T8" fmla="*/ 336 w 337"/>
                <a:gd name="T9" fmla="*/ 152 h 485"/>
                <a:gd name="T10" fmla="*/ 336 w 337"/>
                <a:gd name="T11" fmla="*/ 194 h 485"/>
                <a:gd name="T12" fmla="*/ 0 60000 65536"/>
                <a:gd name="T13" fmla="*/ 0 60000 65536"/>
                <a:gd name="T14" fmla="*/ 0 60000 65536"/>
                <a:gd name="T15" fmla="*/ 0 60000 65536"/>
                <a:gd name="T16" fmla="*/ 0 60000 65536"/>
                <a:gd name="T17" fmla="*/ 0 60000 65536"/>
                <a:gd name="T18" fmla="*/ 0 w 337"/>
                <a:gd name="T19" fmla="*/ 0 h 485"/>
                <a:gd name="T20" fmla="*/ 337 w 337"/>
                <a:gd name="T21" fmla="*/ 485 h 485"/>
              </a:gdLst>
              <a:ahLst/>
              <a:cxnLst>
                <a:cxn ang="T12">
                  <a:pos x="T0" y="T1"/>
                </a:cxn>
                <a:cxn ang="T13">
                  <a:pos x="T2" y="T3"/>
                </a:cxn>
                <a:cxn ang="T14">
                  <a:pos x="T4" y="T5"/>
                </a:cxn>
                <a:cxn ang="T15">
                  <a:pos x="T6" y="T7"/>
                </a:cxn>
                <a:cxn ang="T16">
                  <a:pos x="T8" y="T9"/>
                </a:cxn>
                <a:cxn ang="T17">
                  <a:pos x="T10" y="T11"/>
                </a:cxn>
              </a:cxnLst>
              <a:rect l="T18" t="T19" r="T20" b="T21"/>
              <a:pathLst>
                <a:path w="337" h="485">
                  <a:moveTo>
                    <a:pt x="336" y="194"/>
                  </a:moveTo>
                  <a:lnTo>
                    <a:pt x="118" y="484"/>
                  </a:lnTo>
                  <a:lnTo>
                    <a:pt x="0" y="452"/>
                  </a:lnTo>
                  <a:lnTo>
                    <a:pt x="336" y="0"/>
                  </a:lnTo>
                  <a:lnTo>
                    <a:pt x="336" y="152"/>
                  </a:lnTo>
                  <a:lnTo>
                    <a:pt x="336" y="194"/>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201744" name="Freeform 84"/>
            <p:cNvSpPr>
              <a:spLocks/>
            </p:cNvSpPr>
            <p:nvPr/>
          </p:nvSpPr>
          <p:spPr bwMode="auto">
            <a:xfrm>
              <a:off x="2757" y="2124"/>
              <a:ext cx="509" cy="339"/>
            </a:xfrm>
            <a:custGeom>
              <a:avLst/>
              <a:gdLst>
                <a:gd name="T0" fmla="*/ 0 w 506"/>
                <a:gd name="T1" fmla="*/ 0 h 345"/>
                <a:gd name="T2" fmla="*/ 1 w 506"/>
                <a:gd name="T3" fmla="*/ 198 h 345"/>
                <a:gd name="T4" fmla="*/ 514 w 506"/>
                <a:gd name="T5" fmla="*/ 326 h 345"/>
                <a:gd name="T6" fmla="*/ 513 w 506"/>
                <a:gd name="T7" fmla="*/ 124 h 345"/>
                <a:gd name="T8" fmla="*/ 0 60000 65536"/>
                <a:gd name="T9" fmla="*/ 0 60000 65536"/>
                <a:gd name="T10" fmla="*/ 0 60000 65536"/>
                <a:gd name="T11" fmla="*/ 0 60000 65536"/>
                <a:gd name="T12" fmla="*/ 0 w 506"/>
                <a:gd name="T13" fmla="*/ 0 h 345"/>
                <a:gd name="T14" fmla="*/ 506 w 506"/>
                <a:gd name="T15" fmla="*/ 345 h 345"/>
              </a:gdLst>
              <a:ahLst/>
              <a:cxnLst>
                <a:cxn ang="T8">
                  <a:pos x="T0" y="T1"/>
                </a:cxn>
                <a:cxn ang="T9">
                  <a:pos x="T2" y="T3"/>
                </a:cxn>
                <a:cxn ang="T10">
                  <a:pos x="T4" y="T5"/>
                </a:cxn>
                <a:cxn ang="T11">
                  <a:pos x="T6" y="T7"/>
                </a:cxn>
              </a:cxnLst>
              <a:rect l="T12" t="T13" r="T14" b="T15"/>
              <a:pathLst>
                <a:path w="506" h="345">
                  <a:moveTo>
                    <a:pt x="0" y="0"/>
                  </a:moveTo>
                  <a:lnTo>
                    <a:pt x="1" y="209"/>
                  </a:lnTo>
                  <a:lnTo>
                    <a:pt x="505" y="344"/>
                  </a:lnTo>
                  <a:lnTo>
                    <a:pt x="504" y="130"/>
                  </a:lnTo>
                </a:path>
              </a:pathLst>
            </a:custGeom>
            <a:solidFill>
              <a:srgbClr val="FC2C1C"/>
            </a:solidFill>
            <a:ln w="12700" cap="rnd" cmpd="sng">
              <a:solidFill>
                <a:schemeClr val="bg2"/>
              </a:solidFill>
              <a:prstDash val="solid"/>
              <a:round/>
              <a:headEnd type="none" w="med" len="med"/>
              <a:tailEnd type="none" w="med" len="med"/>
            </a:ln>
          </p:spPr>
          <p:txBody>
            <a:bodyPr/>
            <a:lstStyle/>
            <a:p>
              <a:endParaRPr lang="fr-FR"/>
            </a:p>
          </p:txBody>
        </p:sp>
        <p:sp>
          <p:nvSpPr>
            <p:cNvPr id="201745" name="AutoShape 85"/>
            <p:cNvSpPr>
              <a:spLocks noChangeArrowheads="1"/>
            </p:cNvSpPr>
            <p:nvPr/>
          </p:nvSpPr>
          <p:spPr bwMode="auto">
            <a:xfrm rot="16200000" flipH="1">
              <a:off x="3067" y="1967"/>
              <a:ext cx="693" cy="306"/>
            </a:xfrm>
            <a:prstGeom prst="parallelogram">
              <a:avLst>
                <a:gd name="adj" fmla="val 156202"/>
              </a:avLst>
            </a:prstGeom>
            <a:solidFill>
              <a:srgbClr val="FC2C1C"/>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sp>
        <p:nvSpPr>
          <p:cNvPr id="201739" name="Text Box 86"/>
          <p:cNvSpPr txBox="1">
            <a:spLocks noChangeArrowheads="1"/>
          </p:cNvSpPr>
          <p:nvPr/>
        </p:nvSpPr>
        <p:spPr bwMode="auto">
          <a:xfrm>
            <a:off x="604838" y="5364163"/>
            <a:ext cx="6543675" cy="4429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eaLnBrk="1" hangingPunct="1">
              <a:spcBef>
                <a:spcPct val="0"/>
              </a:spcBef>
              <a:buFontTx/>
              <a:buNone/>
            </a:pPr>
            <a:r>
              <a:rPr lang="fr-FR" altLang="fr-FR" sz="2300"/>
              <a:t>4. Pointez la production sur votre feuille de suivi</a:t>
            </a:r>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02755" name="Group 3"/>
          <p:cNvGrpSpPr>
            <a:grpSpLocks/>
          </p:cNvGrpSpPr>
          <p:nvPr/>
        </p:nvGrpSpPr>
        <p:grpSpPr bwMode="auto">
          <a:xfrm>
            <a:off x="7073900" y="215900"/>
            <a:ext cx="1878013" cy="1250950"/>
            <a:chOff x="4456" y="136"/>
            <a:chExt cx="1183" cy="788"/>
          </a:xfrm>
        </p:grpSpPr>
        <p:grpSp>
          <p:nvGrpSpPr>
            <p:cNvPr id="202821" name="Group 4"/>
            <p:cNvGrpSpPr>
              <a:grpSpLocks/>
            </p:cNvGrpSpPr>
            <p:nvPr/>
          </p:nvGrpSpPr>
          <p:grpSpPr bwMode="auto">
            <a:xfrm>
              <a:off x="4766" y="232"/>
              <a:ext cx="873" cy="692"/>
              <a:chOff x="2185" y="310"/>
              <a:chExt cx="873" cy="692"/>
            </a:xfrm>
          </p:grpSpPr>
          <p:sp>
            <p:nvSpPr>
              <p:cNvPr id="202832" name="Freeform 5"/>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accent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2833" name="Freeform 6"/>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2834" name="Freeform 7"/>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2835" name="Freeform 8"/>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2836" name="Freeform 9"/>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2837" name="Freeform 10"/>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2838" name="Freeform 11"/>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grpSp>
          <p:nvGrpSpPr>
            <p:cNvPr id="202822" name="Group 12"/>
            <p:cNvGrpSpPr>
              <a:grpSpLocks/>
            </p:cNvGrpSpPr>
            <p:nvPr/>
          </p:nvGrpSpPr>
          <p:grpSpPr bwMode="auto">
            <a:xfrm>
              <a:off x="4949" y="336"/>
              <a:ext cx="591" cy="468"/>
              <a:chOff x="2185" y="310"/>
              <a:chExt cx="873" cy="692"/>
            </a:xfrm>
          </p:grpSpPr>
          <p:sp>
            <p:nvSpPr>
              <p:cNvPr id="202825" name="Freeform 13"/>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2826" name="Freeform 14"/>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2827" name="Freeform 15"/>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2828" name="Freeform 16"/>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2829" name="Freeform 17"/>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2830" name="Freeform 18"/>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2831" name="Freeform 19"/>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pic>
          <p:nvPicPr>
            <p:cNvPr id="202823" name="Picture 20"/>
            <p:cNvPicPr>
              <a:picLocks noChangeAspect="1" noChangeArrowheads="1"/>
            </p:cNvPicPr>
            <p:nvPr/>
          </p:nvPicPr>
          <p:blipFill>
            <a:blip r:embed="rId3" cstate="print">
              <a:extLst>
                <a:ext uri="{28A0092B-C50C-407E-A947-70E740481C1C}">
                  <a14:useLocalDpi xmlns:a14="http://schemas.microsoft.com/office/drawing/2010/main" val="0"/>
                </a:ext>
              </a:extLst>
            </a:blip>
            <a:srcRect l="-4282" t="-4369" r="-5199" b="-12012"/>
            <a:stretch>
              <a:fillRect/>
            </a:stretch>
          </p:blipFill>
          <p:spPr bwMode="auto">
            <a:xfrm>
              <a:off x="4456" y="136"/>
              <a:ext cx="480" cy="5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02824" name="Text Box 21"/>
            <p:cNvSpPr txBox="1">
              <a:spLocks noChangeArrowheads="1"/>
            </p:cNvSpPr>
            <p:nvPr/>
          </p:nvSpPr>
          <p:spPr bwMode="auto">
            <a:xfrm>
              <a:off x="4946" y="314"/>
              <a:ext cx="596" cy="49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4500" b="1">
                  <a:solidFill>
                    <a:srgbClr val="FF0000"/>
                  </a:solidFill>
                  <a:latin typeface="Arial Black" pitchFamily="34" charset="0"/>
                </a:rPr>
                <a:t>22</a:t>
              </a:r>
              <a:endParaRPr lang="fr-FR" altLang="fr-FR" sz="3200">
                <a:solidFill>
                  <a:schemeClr val="tx1"/>
                </a:solidFill>
                <a:latin typeface="Arial Black" pitchFamily="34" charset="0"/>
              </a:endParaRPr>
            </a:p>
          </p:txBody>
        </p:sp>
      </p:grpSp>
      <p:sp>
        <p:nvSpPr>
          <p:cNvPr id="202756" name="Text Box 22"/>
          <p:cNvSpPr txBox="1">
            <a:spLocks noChangeArrowheads="1"/>
          </p:cNvSpPr>
          <p:nvPr/>
        </p:nvSpPr>
        <p:spPr bwMode="auto">
          <a:xfrm>
            <a:off x="1793875" y="3579813"/>
            <a:ext cx="828675"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a:spcBef>
                <a:spcPct val="0"/>
              </a:spcBef>
              <a:buFontTx/>
              <a:buNone/>
            </a:pPr>
            <a:r>
              <a:rPr lang="fr-FR" altLang="fr-FR" sz="2400">
                <a:solidFill>
                  <a:srgbClr val="FC2C1C"/>
                </a:solidFill>
              </a:rPr>
              <a:t>1 R6</a:t>
            </a:r>
          </a:p>
        </p:txBody>
      </p:sp>
      <p:sp>
        <p:nvSpPr>
          <p:cNvPr id="202757" name="Rectangle 23"/>
          <p:cNvSpPr>
            <a:spLocks noGrp="1" noChangeArrowheads="1"/>
          </p:cNvSpPr>
          <p:nvPr>
            <p:ph type="title"/>
          </p:nvPr>
        </p:nvSpPr>
        <p:spPr>
          <a:xfrm>
            <a:off x="858838" y="0"/>
            <a:ext cx="6038850" cy="647700"/>
          </a:xfrm>
        </p:spPr>
        <p:txBody>
          <a:bodyPr/>
          <a:lstStyle/>
          <a:p>
            <a:pPr eaLnBrk="1" hangingPunct="1"/>
            <a:r>
              <a:rPr lang="fr-FR" altLang="fr-FR"/>
              <a:t>Sem. 4 - Mercredi</a:t>
            </a:r>
          </a:p>
        </p:txBody>
      </p:sp>
      <p:sp>
        <p:nvSpPr>
          <p:cNvPr id="202758" name="Text Box 24"/>
          <p:cNvSpPr txBox="1">
            <a:spLocks noChangeArrowheads="1"/>
          </p:cNvSpPr>
          <p:nvPr/>
        </p:nvSpPr>
        <p:spPr bwMode="auto">
          <a:xfrm>
            <a:off x="574675" y="2030413"/>
            <a:ext cx="3557588"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2. Livrez les commandes</a:t>
            </a:r>
          </a:p>
        </p:txBody>
      </p:sp>
      <p:sp>
        <p:nvSpPr>
          <p:cNvPr id="202759" name="Text Box 25"/>
          <p:cNvSpPr txBox="1">
            <a:spLocks noChangeArrowheads="1"/>
          </p:cNvSpPr>
          <p:nvPr/>
        </p:nvSpPr>
        <p:spPr bwMode="auto">
          <a:xfrm>
            <a:off x="566738" y="1154113"/>
            <a:ext cx="1946275"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1. Tirez le dé</a:t>
            </a:r>
          </a:p>
        </p:txBody>
      </p:sp>
      <p:sp>
        <p:nvSpPr>
          <p:cNvPr id="202760" name="Text Box 26"/>
          <p:cNvSpPr txBox="1">
            <a:spLocks noChangeArrowheads="1"/>
          </p:cNvSpPr>
          <p:nvPr/>
        </p:nvSpPr>
        <p:spPr bwMode="auto">
          <a:xfrm>
            <a:off x="579438" y="4316413"/>
            <a:ext cx="18796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3. Produisez</a:t>
            </a:r>
          </a:p>
        </p:txBody>
      </p:sp>
      <p:grpSp>
        <p:nvGrpSpPr>
          <p:cNvPr id="202761" name="Group 27"/>
          <p:cNvGrpSpPr>
            <a:grpSpLocks/>
          </p:cNvGrpSpPr>
          <p:nvPr/>
        </p:nvGrpSpPr>
        <p:grpSpPr bwMode="auto">
          <a:xfrm>
            <a:off x="2843213" y="1106488"/>
            <a:ext cx="446087" cy="534987"/>
            <a:chOff x="868" y="1439"/>
            <a:chExt cx="811" cy="972"/>
          </a:xfrm>
        </p:grpSpPr>
        <p:sp>
          <p:nvSpPr>
            <p:cNvPr id="202770" name="Freeform 28"/>
            <p:cNvSpPr>
              <a:spLocks/>
            </p:cNvSpPr>
            <p:nvPr/>
          </p:nvSpPr>
          <p:spPr bwMode="auto">
            <a:xfrm>
              <a:off x="1548" y="2014"/>
              <a:ext cx="123" cy="100"/>
            </a:xfrm>
            <a:custGeom>
              <a:avLst/>
              <a:gdLst>
                <a:gd name="T0" fmla="*/ 5 w 618"/>
                <a:gd name="T1" fmla="*/ 0 h 502"/>
                <a:gd name="T2" fmla="*/ 5 w 618"/>
                <a:gd name="T3" fmla="*/ 0 h 502"/>
                <a:gd name="T4" fmla="*/ 0 w 618"/>
                <a:gd name="T5" fmla="*/ 4 h 502"/>
                <a:gd name="T6" fmla="*/ 0 w 618"/>
                <a:gd name="T7" fmla="*/ 4 h 502"/>
                <a:gd name="T8" fmla="*/ 5 w 618"/>
                <a:gd name="T9" fmla="*/ 0 h 502"/>
                <a:gd name="T10" fmla="*/ 5 w 618"/>
                <a:gd name="T11" fmla="*/ 0 h 502"/>
                <a:gd name="T12" fmla="*/ 5 w 618"/>
                <a:gd name="T13" fmla="*/ 0 h 502"/>
                <a:gd name="T14" fmla="*/ 5 w 618"/>
                <a:gd name="T15" fmla="*/ 0 h 502"/>
                <a:gd name="T16" fmla="*/ 5 w 618"/>
                <a:gd name="T17" fmla="*/ 0 h 502"/>
                <a:gd name="T18" fmla="*/ 5 w 618"/>
                <a:gd name="T19" fmla="*/ 0 h 502"/>
                <a:gd name="T20" fmla="*/ 5 w 618"/>
                <a:gd name="T21" fmla="*/ 0 h 502"/>
                <a:gd name="T22" fmla="*/ 5 w 618"/>
                <a:gd name="T23" fmla="*/ 0 h 502"/>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618"/>
                <a:gd name="T37" fmla="*/ 0 h 502"/>
                <a:gd name="T38" fmla="*/ 618 w 618"/>
                <a:gd name="T39" fmla="*/ 502 h 502"/>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618" h="502">
                  <a:moveTo>
                    <a:pt x="611" y="0"/>
                  </a:moveTo>
                  <a:lnTo>
                    <a:pt x="606" y="2"/>
                  </a:lnTo>
                  <a:lnTo>
                    <a:pt x="0" y="490"/>
                  </a:lnTo>
                  <a:lnTo>
                    <a:pt x="10" y="502"/>
                  </a:lnTo>
                  <a:lnTo>
                    <a:pt x="616" y="14"/>
                  </a:lnTo>
                  <a:lnTo>
                    <a:pt x="611" y="16"/>
                  </a:lnTo>
                  <a:lnTo>
                    <a:pt x="616" y="14"/>
                  </a:lnTo>
                  <a:lnTo>
                    <a:pt x="618" y="9"/>
                  </a:lnTo>
                  <a:lnTo>
                    <a:pt x="617" y="3"/>
                  </a:lnTo>
                  <a:lnTo>
                    <a:pt x="612" y="1"/>
                  </a:lnTo>
                  <a:lnTo>
                    <a:pt x="606" y="2"/>
                  </a:lnTo>
                  <a:lnTo>
                    <a:pt x="611"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2771" name="Freeform 29"/>
            <p:cNvSpPr>
              <a:spLocks/>
            </p:cNvSpPr>
            <p:nvPr/>
          </p:nvSpPr>
          <p:spPr bwMode="auto">
            <a:xfrm>
              <a:off x="876" y="1852"/>
              <a:ext cx="82" cy="373"/>
            </a:xfrm>
            <a:custGeom>
              <a:avLst/>
              <a:gdLst>
                <a:gd name="T0" fmla="*/ 3 w 413"/>
                <a:gd name="T1" fmla="*/ 15 h 1865"/>
                <a:gd name="T2" fmla="*/ 3 w 413"/>
                <a:gd name="T3" fmla="*/ 15 h 1865"/>
                <a:gd name="T4" fmla="*/ 0 w 413"/>
                <a:gd name="T5" fmla="*/ 0 h 1865"/>
                <a:gd name="T6" fmla="*/ 0 w 413"/>
                <a:gd name="T7" fmla="*/ 0 h 1865"/>
                <a:gd name="T8" fmla="*/ 3 w 413"/>
                <a:gd name="T9" fmla="*/ 15 h 1865"/>
                <a:gd name="T10" fmla="*/ 3 w 413"/>
                <a:gd name="T11" fmla="*/ 15 h 1865"/>
                <a:gd name="T12" fmla="*/ 3 w 413"/>
                <a:gd name="T13" fmla="*/ 15 h 1865"/>
                <a:gd name="T14" fmla="*/ 3 w 413"/>
                <a:gd name="T15" fmla="*/ 15 h 1865"/>
                <a:gd name="T16" fmla="*/ 3 w 413"/>
                <a:gd name="T17" fmla="*/ 15 h 1865"/>
                <a:gd name="T18" fmla="*/ 3 w 413"/>
                <a:gd name="T19" fmla="*/ 15 h 1865"/>
                <a:gd name="T20" fmla="*/ 3 w 413"/>
                <a:gd name="T21" fmla="*/ 15 h 1865"/>
                <a:gd name="T22" fmla="*/ 3 w 413"/>
                <a:gd name="T23" fmla="*/ 15 h 186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413"/>
                <a:gd name="T37" fmla="*/ 0 h 1865"/>
                <a:gd name="T38" fmla="*/ 413 w 413"/>
                <a:gd name="T39" fmla="*/ 1865 h 1865"/>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413" h="1865">
                  <a:moveTo>
                    <a:pt x="400" y="1864"/>
                  </a:moveTo>
                  <a:lnTo>
                    <a:pt x="413" y="1856"/>
                  </a:lnTo>
                  <a:lnTo>
                    <a:pt x="17" y="0"/>
                  </a:lnTo>
                  <a:lnTo>
                    <a:pt x="0" y="2"/>
                  </a:lnTo>
                  <a:lnTo>
                    <a:pt x="396" y="1858"/>
                  </a:lnTo>
                  <a:lnTo>
                    <a:pt x="409" y="1850"/>
                  </a:lnTo>
                  <a:lnTo>
                    <a:pt x="396" y="1858"/>
                  </a:lnTo>
                  <a:lnTo>
                    <a:pt x="400" y="1864"/>
                  </a:lnTo>
                  <a:lnTo>
                    <a:pt x="406" y="1865"/>
                  </a:lnTo>
                  <a:lnTo>
                    <a:pt x="410" y="1862"/>
                  </a:lnTo>
                  <a:lnTo>
                    <a:pt x="413" y="1856"/>
                  </a:lnTo>
                  <a:lnTo>
                    <a:pt x="400" y="186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2772" name="Freeform 30"/>
            <p:cNvSpPr>
              <a:spLocks/>
            </p:cNvSpPr>
            <p:nvPr/>
          </p:nvSpPr>
          <p:spPr bwMode="auto">
            <a:xfrm>
              <a:off x="1282" y="1533"/>
              <a:ext cx="35" cy="161"/>
            </a:xfrm>
            <a:custGeom>
              <a:avLst/>
              <a:gdLst>
                <a:gd name="T0" fmla="*/ 1 w 175"/>
                <a:gd name="T1" fmla="*/ 6 h 807"/>
                <a:gd name="T2" fmla="*/ 1 w 175"/>
                <a:gd name="T3" fmla="*/ 6 h 807"/>
                <a:gd name="T4" fmla="*/ 1 w 175"/>
                <a:gd name="T5" fmla="*/ 6 h 807"/>
                <a:gd name="T6" fmla="*/ 1 w 175"/>
                <a:gd name="T7" fmla="*/ 5 h 807"/>
                <a:gd name="T8" fmla="*/ 1 w 175"/>
                <a:gd name="T9" fmla="*/ 5 h 807"/>
                <a:gd name="T10" fmla="*/ 1 w 175"/>
                <a:gd name="T11" fmla="*/ 5 h 807"/>
                <a:gd name="T12" fmla="*/ 1 w 175"/>
                <a:gd name="T13" fmla="*/ 4 h 807"/>
                <a:gd name="T14" fmla="*/ 1 w 175"/>
                <a:gd name="T15" fmla="*/ 4 h 807"/>
                <a:gd name="T16" fmla="*/ 1 w 175"/>
                <a:gd name="T17" fmla="*/ 3 h 807"/>
                <a:gd name="T18" fmla="*/ 1 w 175"/>
                <a:gd name="T19" fmla="*/ 3 h 807"/>
                <a:gd name="T20" fmla="*/ 1 w 175"/>
                <a:gd name="T21" fmla="*/ 3 h 807"/>
                <a:gd name="T22" fmla="*/ 1 w 175"/>
                <a:gd name="T23" fmla="*/ 2 h 807"/>
                <a:gd name="T24" fmla="*/ 1 w 175"/>
                <a:gd name="T25" fmla="*/ 2 h 807"/>
                <a:gd name="T26" fmla="*/ 1 w 175"/>
                <a:gd name="T27" fmla="*/ 2 h 807"/>
                <a:gd name="T28" fmla="*/ 1 w 175"/>
                <a:gd name="T29" fmla="*/ 1 h 807"/>
                <a:gd name="T30" fmla="*/ 1 w 175"/>
                <a:gd name="T31" fmla="*/ 1 h 807"/>
                <a:gd name="T32" fmla="*/ 1 w 175"/>
                <a:gd name="T33" fmla="*/ 1 h 807"/>
                <a:gd name="T34" fmla="*/ 1 w 175"/>
                <a:gd name="T35" fmla="*/ 0 h 807"/>
                <a:gd name="T36" fmla="*/ 1 w 175"/>
                <a:gd name="T37" fmla="*/ 0 h 807"/>
                <a:gd name="T38" fmla="*/ 1 w 175"/>
                <a:gd name="T39" fmla="*/ 0 h 807"/>
                <a:gd name="T40" fmla="*/ 0 w 175"/>
                <a:gd name="T41" fmla="*/ 1 h 807"/>
                <a:gd name="T42" fmla="*/ 0 w 175"/>
                <a:gd name="T43" fmla="*/ 1 h 807"/>
                <a:gd name="T44" fmla="*/ 0 w 175"/>
                <a:gd name="T45" fmla="*/ 1 h 807"/>
                <a:gd name="T46" fmla="*/ 0 w 175"/>
                <a:gd name="T47" fmla="*/ 2 h 807"/>
                <a:gd name="T48" fmla="*/ 0 w 175"/>
                <a:gd name="T49" fmla="*/ 2 h 807"/>
                <a:gd name="T50" fmla="*/ 0 w 175"/>
                <a:gd name="T51" fmla="*/ 3 h 807"/>
                <a:gd name="T52" fmla="*/ 0 w 175"/>
                <a:gd name="T53" fmla="*/ 3 h 807"/>
                <a:gd name="T54" fmla="*/ 0 w 175"/>
                <a:gd name="T55" fmla="*/ 3 h 807"/>
                <a:gd name="T56" fmla="*/ 0 w 175"/>
                <a:gd name="T57" fmla="*/ 4 h 807"/>
                <a:gd name="T58" fmla="*/ 0 w 175"/>
                <a:gd name="T59" fmla="*/ 4 h 807"/>
                <a:gd name="T60" fmla="*/ 0 w 175"/>
                <a:gd name="T61" fmla="*/ 5 h 807"/>
                <a:gd name="T62" fmla="*/ 0 w 175"/>
                <a:gd name="T63" fmla="*/ 5 h 807"/>
                <a:gd name="T64" fmla="*/ 0 w 175"/>
                <a:gd name="T65" fmla="*/ 5 h 807"/>
                <a:gd name="T66" fmla="*/ 1 w 175"/>
                <a:gd name="T67" fmla="*/ 6 h 807"/>
                <a:gd name="T68" fmla="*/ 1 w 175"/>
                <a:gd name="T69" fmla="*/ 6 h 807"/>
                <a:gd name="T70" fmla="*/ 1 w 175"/>
                <a:gd name="T71" fmla="*/ 6 h 807"/>
                <a:gd name="T72" fmla="*/ 1 w 175"/>
                <a:gd name="T73" fmla="*/ 6 h 807"/>
                <a:gd name="T74" fmla="*/ 1 w 175"/>
                <a:gd name="T75" fmla="*/ 6 h 807"/>
                <a:gd name="T76" fmla="*/ 1 w 175"/>
                <a:gd name="T77" fmla="*/ 6 h 807"/>
                <a:gd name="T78" fmla="*/ 1 w 175"/>
                <a:gd name="T79" fmla="*/ 6 h 807"/>
                <a:gd name="T80" fmla="*/ 1 w 175"/>
                <a:gd name="T81" fmla="*/ 6 h 807"/>
                <a:gd name="T82" fmla="*/ 1 w 175"/>
                <a:gd name="T83" fmla="*/ 6 h 807"/>
                <a:gd name="T84" fmla="*/ 1 w 175"/>
                <a:gd name="T85" fmla="*/ 6 h 807"/>
                <a:gd name="T86" fmla="*/ 1 w 175"/>
                <a:gd name="T87" fmla="*/ 6 h 807"/>
                <a:gd name="T88" fmla="*/ 1 w 175"/>
                <a:gd name="T89" fmla="*/ 6 h 807"/>
                <a:gd name="T90" fmla="*/ 1 w 175"/>
                <a:gd name="T91" fmla="*/ 6 h 80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175"/>
                <a:gd name="T139" fmla="*/ 0 h 807"/>
                <a:gd name="T140" fmla="*/ 175 w 175"/>
                <a:gd name="T141" fmla="*/ 807 h 80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175" h="807">
                  <a:moveTo>
                    <a:pt x="169" y="740"/>
                  </a:moveTo>
                  <a:lnTo>
                    <a:pt x="169" y="739"/>
                  </a:lnTo>
                  <a:lnTo>
                    <a:pt x="149" y="698"/>
                  </a:lnTo>
                  <a:lnTo>
                    <a:pt x="133" y="656"/>
                  </a:lnTo>
                  <a:lnTo>
                    <a:pt x="120" y="611"/>
                  </a:lnTo>
                  <a:lnTo>
                    <a:pt x="108" y="565"/>
                  </a:lnTo>
                  <a:lnTo>
                    <a:pt x="100" y="520"/>
                  </a:lnTo>
                  <a:lnTo>
                    <a:pt x="96" y="472"/>
                  </a:lnTo>
                  <a:lnTo>
                    <a:pt x="93" y="425"/>
                  </a:lnTo>
                  <a:lnTo>
                    <a:pt x="93" y="377"/>
                  </a:lnTo>
                  <a:lnTo>
                    <a:pt x="96" y="330"/>
                  </a:lnTo>
                  <a:lnTo>
                    <a:pt x="100" y="283"/>
                  </a:lnTo>
                  <a:lnTo>
                    <a:pt x="106" y="238"/>
                  </a:lnTo>
                  <a:lnTo>
                    <a:pt x="115" y="195"/>
                  </a:lnTo>
                  <a:lnTo>
                    <a:pt x="126" y="153"/>
                  </a:lnTo>
                  <a:lnTo>
                    <a:pt x="139" y="114"/>
                  </a:lnTo>
                  <a:lnTo>
                    <a:pt x="153" y="77"/>
                  </a:lnTo>
                  <a:lnTo>
                    <a:pt x="169" y="43"/>
                  </a:lnTo>
                  <a:lnTo>
                    <a:pt x="87" y="0"/>
                  </a:lnTo>
                  <a:lnTo>
                    <a:pt x="69" y="39"/>
                  </a:lnTo>
                  <a:lnTo>
                    <a:pt x="52" y="81"/>
                  </a:lnTo>
                  <a:lnTo>
                    <a:pt x="37" y="127"/>
                  </a:lnTo>
                  <a:lnTo>
                    <a:pt x="24" y="174"/>
                  </a:lnTo>
                  <a:lnTo>
                    <a:pt x="15" y="222"/>
                  </a:lnTo>
                  <a:lnTo>
                    <a:pt x="7" y="271"/>
                  </a:lnTo>
                  <a:lnTo>
                    <a:pt x="2" y="323"/>
                  </a:lnTo>
                  <a:lnTo>
                    <a:pt x="0" y="374"/>
                  </a:lnTo>
                  <a:lnTo>
                    <a:pt x="0" y="427"/>
                  </a:lnTo>
                  <a:lnTo>
                    <a:pt x="2" y="479"/>
                  </a:lnTo>
                  <a:lnTo>
                    <a:pt x="9" y="531"/>
                  </a:lnTo>
                  <a:lnTo>
                    <a:pt x="17" y="584"/>
                  </a:lnTo>
                  <a:lnTo>
                    <a:pt x="29" y="635"/>
                  </a:lnTo>
                  <a:lnTo>
                    <a:pt x="44" y="686"/>
                  </a:lnTo>
                  <a:lnTo>
                    <a:pt x="65" y="736"/>
                  </a:lnTo>
                  <a:lnTo>
                    <a:pt x="87" y="784"/>
                  </a:lnTo>
                  <a:lnTo>
                    <a:pt x="87" y="782"/>
                  </a:lnTo>
                  <a:lnTo>
                    <a:pt x="87" y="784"/>
                  </a:lnTo>
                  <a:lnTo>
                    <a:pt x="100" y="799"/>
                  </a:lnTo>
                  <a:lnTo>
                    <a:pt x="117" y="807"/>
                  </a:lnTo>
                  <a:lnTo>
                    <a:pt x="134" y="807"/>
                  </a:lnTo>
                  <a:lnTo>
                    <a:pt x="151" y="801"/>
                  </a:lnTo>
                  <a:lnTo>
                    <a:pt x="164" y="791"/>
                  </a:lnTo>
                  <a:lnTo>
                    <a:pt x="173" y="777"/>
                  </a:lnTo>
                  <a:lnTo>
                    <a:pt x="175" y="759"/>
                  </a:lnTo>
                  <a:lnTo>
                    <a:pt x="169" y="739"/>
                  </a:lnTo>
                  <a:lnTo>
                    <a:pt x="169" y="74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2773" name="Freeform 31"/>
            <p:cNvSpPr>
              <a:spLocks/>
            </p:cNvSpPr>
            <p:nvPr/>
          </p:nvSpPr>
          <p:spPr bwMode="auto">
            <a:xfrm>
              <a:off x="1299" y="1681"/>
              <a:ext cx="157" cy="281"/>
            </a:xfrm>
            <a:custGeom>
              <a:avLst/>
              <a:gdLst>
                <a:gd name="T0" fmla="*/ 6 w 787"/>
                <a:gd name="T1" fmla="*/ 11 h 1404"/>
                <a:gd name="T2" fmla="*/ 6 w 787"/>
                <a:gd name="T3" fmla="*/ 11 h 1404"/>
                <a:gd name="T4" fmla="*/ 1 w 787"/>
                <a:gd name="T5" fmla="*/ 0 h 1404"/>
                <a:gd name="T6" fmla="*/ 0 w 787"/>
                <a:gd name="T7" fmla="*/ 0 h 1404"/>
                <a:gd name="T8" fmla="*/ 6 w 787"/>
                <a:gd name="T9" fmla="*/ 11 h 1404"/>
                <a:gd name="T10" fmla="*/ 6 w 787"/>
                <a:gd name="T11" fmla="*/ 11 h 1404"/>
                <a:gd name="T12" fmla="*/ 6 w 787"/>
                <a:gd name="T13" fmla="*/ 11 h 1404"/>
                <a:gd name="T14" fmla="*/ 6 w 787"/>
                <a:gd name="T15" fmla="*/ 11 h 1404"/>
                <a:gd name="T16" fmla="*/ 6 w 787"/>
                <a:gd name="T17" fmla="*/ 11 h 1404"/>
                <a:gd name="T18" fmla="*/ 6 w 787"/>
                <a:gd name="T19" fmla="*/ 11 h 1404"/>
                <a:gd name="T20" fmla="*/ 6 w 787"/>
                <a:gd name="T21" fmla="*/ 11 h 1404"/>
                <a:gd name="T22" fmla="*/ 6 w 787"/>
                <a:gd name="T23" fmla="*/ 11 h 1404"/>
                <a:gd name="T24" fmla="*/ 6 w 787"/>
                <a:gd name="T25" fmla="*/ 11 h 1404"/>
                <a:gd name="T26" fmla="*/ 6 w 787"/>
                <a:gd name="T27" fmla="*/ 11 h 1404"/>
                <a:gd name="T28" fmla="*/ 6 w 787"/>
                <a:gd name="T29" fmla="*/ 11 h 1404"/>
                <a:gd name="T30" fmla="*/ 6 w 787"/>
                <a:gd name="T31" fmla="*/ 11 h 1404"/>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787"/>
                <a:gd name="T49" fmla="*/ 0 h 1404"/>
                <a:gd name="T50" fmla="*/ 787 w 787"/>
                <a:gd name="T51" fmla="*/ 1404 h 1404"/>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787" h="1404">
                  <a:moveTo>
                    <a:pt x="781" y="1334"/>
                  </a:moveTo>
                  <a:lnTo>
                    <a:pt x="781" y="1337"/>
                  </a:lnTo>
                  <a:lnTo>
                    <a:pt x="82" y="0"/>
                  </a:lnTo>
                  <a:lnTo>
                    <a:pt x="0" y="42"/>
                  </a:lnTo>
                  <a:lnTo>
                    <a:pt x="699" y="1379"/>
                  </a:lnTo>
                  <a:lnTo>
                    <a:pt x="699" y="1381"/>
                  </a:lnTo>
                  <a:lnTo>
                    <a:pt x="699" y="1379"/>
                  </a:lnTo>
                  <a:lnTo>
                    <a:pt x="712" y="1395"/>
                  </a:lnTo>
                  <a:lnTo>
                    <a:pt x="727" y="1402"/>
                  </a:lnTo>
                  <a:lnTo>
                    <a:pt x="744" y="1404"/>
                  </a:lnTo>
                  <a:lnTo>
                    <a:pt x="761" y="1398"/>
                  </a:lnTo>
                  <a:lnTo>
                    <a:pt x="775" y="1388"/>
                  </a:lnTo>
                  <a:lnTo>
                    <a:pt x="784" y="1373"/>
                  </a:lnTo>
                  <a:lnTo>
                    <a:pt x="787" y="1357"/>
                  </a:lnTo>
                  <a:lnTo>
                    <a:pt x="781" y="1337"/>
                  </a:lnTo>
                  <a:lnTo>
                    <a:pt x="781" y="13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2774" name="Freeform 32"/>
            <p:cNvSpPr>
              <a:spLocks/>
            </p:cNvSpPr>
            <p:nvPr/>
          </p:nvSpPr>
          <p:spPr bwMode="auto">
            <a:xfrm>
              <a:off x="1439" y="1948"/>
              <a:ext cx="125" cy="76"/>
            </a:xfrm>
            <a:custGeom>
              <a:avLst/>
              <a:gdLst>
                <a:gd name="T0" fmla="*/ 5 w 628"/>
                <a:gd name="T1" fmla="*/ 2 h 383"/>
                <a:gd name="T2" fmla="*/ 5 w 628"/>
                <a:gd name="T3" fmla="*/ 2 h 383"/>
                <a:gd name="T4" fmla="*/ 4 w 628"/>
                <a:gd name="T5" fmla="*/ 2 h 383"/>
                <a:gd name="T6" fmla="*/ 4 w 628"/>
                <a:gd name="T7" fmla="*/ 2 h 383"/>
                <a:gd name="T8" fmla="*/ 4 w 628"/>
                <a:gd name="T9" fmla="*/ 2 h 383"/>
                <a:gd name="T10" fmla="*/ 3 w 628"/>
                <a:gd name="T11" fmla="*/ 2 h 383"/>
                <a:gd name="T12" fmla="*/ 3 w 628"/>
                <a:gd name="T13" fmla="*/ 2 h 383"/>
                <a:gd name="T14" fmla="*/ 3 w 628"/>
                <a:gd name="T15" fmla="*/ 2 h 383"/>
                <a:gd name="T16" fmla="*/ 3 w 628"/>
                <a:gd name="T17" fmla="*/ 2 h 383"/>
                <a:gd name="T18" fmla="*/ 2 w 628"/>
                <a:gd name="T19" fmla="*/ 2 h 383"/>
                <a:gd name="T20" fmla="*/ 2 w 628"/>
                <a:gd name="T21" fmla="*/ 2 h 383"/>
                <a:gd name="T22" fmla="*/ 2 w 628"/>
                <a:gd name="T23" fmla="*/ 1 h 383"/>
                <a:gd name="T24" fmla="*/ 2 w 628"/>
                <a:gd name="T25" fmla="*/ 1 h 383"/>
                <a:gd name="T26" fmla="*/ 1 w 628"/>
                <a:gd name="T27" fmla="*/ 1 h 383"/>
                <a:gd name="T28" fmla="*/ 1 w 628"/>
                <a:gd name="T29" fmla="*/ 1 h 383"/>
                <a:gd name="T30" fmla="*/ 1 w 628"/>
                <a:gd name="T31" fmla="*/ 1 h 383"/>
                <a:gd name="T32" fmla="*/ 1 w 628"/>
                <a:gd name="T33" fmla="*/ 0 h 383"/>
                <a:gd name="T34" fmla="*/ 1 w 628"/>
                <a:gd name="T35" fmla="*/ 0 h 383"/>
                <a:gd name="T36" fmla="*/ 0 w 628"/>
                <a:gd name="T37" fmla="*/ 0 h 383"/>
                <a:gd name="T38" fmla="*/ 0 w 628"/>
                <a:gd name="T39" fmla="*/ 1 h 383"/>
                <a:gd name="T40" fmla="*/ 0 w 628"/>
                <a:gd name="T41" fmla="*/ 1 h 383"/>
                <a:gd name="T42" fmla="*/ 1 w 628"/>
                <a:gd name="T43" fmla="*/ 1 h 383"/>
                <a:gd name="T44" fmla="*/ 1 w 628"/>
                <a:gd name="T45" fmla="*/ 1 h 383"/>
                <a:gd name="T46" fmla="*/ 1 w 628"/>
                <a:gd name="T47" fmla="*/ 2 h 383"/>
                <a:gd name="T48" fmla="*/ 1 w 628"/>
                <a:gd name="T49" fmla="*/ 2 h 383"/>
                <a:gd name="T50" fmla="*/ 2 w 628"/>
                <a:gd name="T51" fmla="*/ 2 h 383"/>
                <a:gd name="T52" fmla="*/ 2 w 628"/>
                <a:gd name="T53" fmla="*/ 2 h 383"/>
                <a:gd name="T54" fmla="*/ 2 w 628"/>
                <a:gd name="T55" fmla="*/ 2 h 383"/>
                <a:gd name="T56" fmla="*/ 3 w 628"/>
                <a:gd name="T57" fmla="*/ 3 h 383"/>
                <a:gd name="T58" fmla="*/ 3 w 628"/>
                <a:gd name="T59" fmla="*/ 3 h 383"/>
                <a:gd name="T60" fmla="*/ 3 w 628"/>
                <a:gd name="T61" fmla="*/ 3 h 383"/>
                <a:gd name="T62" fmla="*/ 4 w 628"/>
                <a:gd name="T63" fmla="*/ 3 h 383"/>
                <a:gd name="T64" fmla="*/ 4 w 628"/>
                <a:gd name="T65" fmla="*/ 3 h 383"/>
                <a:gd name="T66" fmla="*/ 4 w 628"/>
                <a:gd name="T67" fmla="*/ 3 h 383"/>
                <a:gd name="T68" fmla="*/ 5 w 628"/>
                <a:gd name="T69" fmla="*/ 3 h 383"/>
                <a:gd name="T70" fmla="*/ 5 w 628"/>
                <a:gd name="T71" fmla="*/ 3 h 383"/>
                <a:gd name="T72" fmla="*/ 5 w 628"/>
                <a:gd name="T73" fmla="*/ 3 h 383"/>
                <a:gd name="T74" fmla="*/ 5 w 628"/>
                <a:gd name="T75" fmla="*/ 3 h 383"/>
                <a:gd name="T76" fmla="*/ 5 w 628"/>
                <a:gd name="T77" fmla="*/ 3 h 383"/>
                <a:gd name="T78" fmla="*/ 5 w 628"/>
                <a:gd name="T79" fmla="*/ 3 h 383"/>
                <a:gd name="T80" fmla="*/ 5 w 628"/>
                <a:gd name="T81" fmla="*/ 3 h 383"/>
                <a:gd name="T82" fmla="*/ 5 w 628"/>
                <a:gd name="T83" fmla="*/ 3 h 383"/>
                <a:gd name="T84" fmla="*/ 5 w 628"/>
                <a:gd name="T85" fmla="*/ 2 h 383"/>
                <a:gd name="T86" fmla="*/ 5 w 628"/>
                <a:gd name="T87" fmla="*/ 2 h 383"/>
                <a:gd name="T88" fmla="*/ 5 w 628"/>
                <a:gd name="T89" fmla="*/ 2 h 383"/>
                <a:gd name="T90" fmla="*/ 5 w 628"/>
                <a:gd name="T91" fmla="*/ 2 h 38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628"/>
                <a:gd name="T139" fmla="*/ 0 h 383"/>
                <a:gd name="T140" fmla="*/ 628 w 628"/>
                <a:gd name="T141" fmla="*/ 383 h 38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628" h="383">
                  <a:moveTo>
                    <a:pt x="581" y="289"/>
                  </a:moveTo>
                  <a:lnTo>
                    <a:pt x="582" y="289"/>
                  </a:lnTo>
                  <a:lnTo>
                    <a:pt x="541" y="287"/>
                  </a:lnTo>
                  <a:lnTo>
                    <a:pt x="500" y="283"/>
                  </a:lnTo>
                  <a:lnTo>
                    <a:pt x="462" y="276"/>
                  </a:lnTo>
                  <a:lnTo>
                    <a:pt x="424" y="268"/>
                  </a:lnTo>
                  <a:lnTo>
                    <a:pt x="389" y="255"/>
                  </a:lnTo>
                  <a:lnTo>
                    <a:pt x="352" y="242"/>
                  </a:lnTo>
                  <a:lnTo>
                    <a:pt x="320" y="227"/>
                  </a:lnTo>
                  <a:lnTo>
                    <a:pt x="287" y="209"/>
                  </a:lnTo>
                  <a:lnTo>
                    <a:pt x="255" y="189"/>
                  </a:lnTo>
                  <a:lnTo>
                    <a:pt x="226" y="168"/>
                  </a:lnTo>
                  <a:lnTo>
                    <a:pt x="198" y="145"/>
                  </a:lnTo>
                  <a:lnTo>
                    <a:pt x="172" y="119"/>
                  </a:lnTo>
                  <a:lnTo>
                    <a:pt x="146" y="92"/>
                  </a:lnTo>
                  <a:lnTo>
                    <a:pt x="122" y="64"/>
                  </a:lnTo>
                  <a:lnTo>
                    <a:pt x="100" y="33"/>
                  </a:lnTo>
                  <a:lnTo>
                    <a:pt x="82" y="0"/>
                  </a:lnTo>
                  <a:lnTo>
                    <a:pt x="0" y="47"/>
                  </a:lnTo>
                  <a:lnTo>
                    <a:pt x="23" y="85"/>
                  </a:lnTo>
                  <a:lnTo>
                    <a:pt x="49" y="120"/>
                  </a:lnTo>
                  <a:lnTo>
                    <a:pt x="76" y="153"/>
                  </a:lnTo>
                  <a:lnTo>
                    <a:pt x="104" y="185"/>
                  </a:lnTo>
                  <a:lnTo>
                    <a:pt x="137" y="215"/>
                  </a:lnTo>
                  <a:lnTo>
                    <a:pt x="170" y="241"/>
                  </a:lnTo>
                  <a:lnTo>
                    <a:pt x="204" y="267"/>
                  </a:lnTo>
                  <a:lnTo>
                    <a:pt x="240" y="289"/>
                  </a:lnTo>
                  <a:lnTo>
                    <a:pt x="277" y="309"/>
                  </a:lnTo>
                  <a:lnTo>
                    <a:pt x="317" y="329"/>
                  </a:lnTo>
                  <a:lnTo>
                    <a:pt x="358" y="344"/>
                  </a:lnTo>
                  <a:lnTo>
                    <a:pt x="400" y="357"/>
                  </a:lnTo>
                  <a:lnTo>
                    <a:pt x="444" y="367"/>
                  </a:lnTo>
                  <a:lnTo>
                    <a:pt x="488" y="374"/>
                  </a:lnTo>
                  <a:lnTo>
                    <a:pt x="534" y="380"/>
                  </a:lnTo>
                  <a:lnTo>
                    <a:pt x="580" y="383"/>
                  </a:lnTo>
                  <a:lnTo>
                    <a:pt x="581" y="383"/>
                  </a:lnTo>
                  <a:lnTo>
                    <a:pt x="580" y="383"/>
                  </a:lnTo>
                  <a:lnTo>
                    <a:pt x="600" y="379"/>
                  </a:lnTo>
                  <a:lnTo>
                    <a:pt x="615" y="369"/>
                  </a:lnTo>
                  <a:lnTo>
                    <a:pt x="624" y="353"/>
                  </a:lnTo>
                  <a:lnTo>
                    <a:pt x="628" y="337"/>
                  </a:lnTo>
                  <a:lnTo>
                    <a:pt x="625" y="319"/>
                  </a:lnTo>
                  <a:lnTo>
                    <a:pt x="617" y="304"/>
                  </a:lnTo>
                  <a:lnTo>
                    <a:pt x="602" y="294"/>
                  </a:lnTo>
                  <a:lnTo>
                    <a:pt x="582" y="289"/>
                  </a:lnTo>
                  <a:lnTo>
                    <a:pt x="581" y="28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2775" name="Freeform 33"/>
            <p:cNvSpPr>
              <a:spLocks/>
            </p:cNvSpPr>
            <p:nvPr/>
          </p:nvSpPr>
          <p:spPr bwMode="auto">
            <a:xfrm>
              <a:off x="1587" y="1880"/>
              <a:ext cx="85" cy="49"/>
            </a:xfrm>
            <a:custGeom>
              <a:avLst/>
              <a:gdLst>
                <a:gd name="T0" fmla="*/ 3 w 426"/>
                <a:gd name="T1" fmla="*/ 0 h 245"/>
                <a:gd name="T2" fmla="*/ 3 w 426"/>
                <a:gd name="T3" fmla="*/ 0 h 245"/>
                <a:gd name="T4" fmla="*/ 3 w 426"/>
                <a:gd name="T5" fmla="*/ 0 h 245"/>
                <a:gd name="T6" fmla="*/ 3 w 426"/>
                <a:gd name="T7" fmla="*/ 0 h 245"/>
                <a:gd name="T8" fmla="*/ 2 w 426"/>
                <a:gd name="T9" fmla="*/ 0 h 245"/>
                <a:gd name="T10" fmla="*/ 2 w 426"/>
                <a:gd name="T11" fmla="*/ 0 h 245"/>
                <a:gd name="T12" fmla="*/ 2 w 426"/>
                <a:gd name="T13" fmla="*/ 0 h 245"/>
                <a:gd name="T14" fmla="*/ 2 w 426"/>
                <a:gd name="T15" fmla="*/ 0 h 245"/>
                <a:gd name="T16" fmla="*/ 1 w 426"/>
                <a:gd name="T17" fmla="*/ 0 h 245"/>
                <a:gd name="T18" fmla="*/ 1 w 426"/>
                <a:gd name="T19" fmla="*/ 1 h 245"/>
                <a:gd name="T20" fmla="*/ 1 w 426"/>
                <a:gd name="T21" fmla="*/ 1 h 245"/>
                <a:gd name="T22" fmla="*/ 1 w 426"/>
                <a:gd name="T23" fmla="*/ 1 h 245"/>
                <a:gd name="T24" fmla="*/ 0 w 426"/>
                <a:gd name="T25" fmla="*/ 1 h 245"/>
                <a:gd name="T26" fmla="*/ 0 w 426"/>
                <a:gd name="T27" fmla="*/ 1 h 245"/>
                <a:gd name="T28" fmla="*/ 0 w 426"/>
                <a:gd name="T29" fmla="*/ 1 h 245"/>
                <a:gd name="T30" fmla="*/ 0 w 426"/>
                <a:gd name="T31" fmla="*/ 2 h 245"/>
                <a:gd name="T32" fmla="*/ 0 w 426"/>
                <a:gd name="T33" fmla="*/ 2 h 245"/>
                <a:gd name="T34" fmla="*/ 0 w 426"/>
                <a:gd name="T35" fmla="*/ 2 h 245"/>
                <a:gd name="T36" fmla="*/ 0 w 426"/>
                <a:gd name="T37" fmla="*/ 2 h 245"/>
                <a:gd name="T38" fmla="*/ 0 w 426"/>
                <a:gd name="T39" fmla="*/ 2 h 245"/>
                <a:gd name="T40" fmla="*/ 0 w 426"/>
                <a:gd name="T41" fmla="*/ 2 h 245"/>
                <a:gd name="T42" fmla="*/ 0 w 426"/>
                <a:gd name="T43" fmla="*/ 1 h 245"/>
                <a:gd name="T44" fmla="*/ 0 w 426"/>
                <a:gd name="T45" fmla="*/ 1 h 245"/>
                <a:gd name="T46" fmla="*/ 0 w 426"/>
                <a:gd name="T47" fmla="*/ 1 h 245"/>
                <a:gd name="T48" fmla="*/ 1 w 426"/>
                <a:gd name="T49" fmla="*/ 1 h 245"/>
                <a:gd name="T50" fmla="*/ 1 w 426"/>
                <a:gd name="T51" fmla="*/ 1 h 245"/>
                <a:gd name="T52" fmla="*/ 1 w 426"/>
                <a:gd name="T53" fmla="*/ 1 h 245"/>
                <a:gd name="T54" fmla="*/ 1 w 426"/>
                <a:gd name="T55" fmla="*/ 1 h 245"/>
                <a:gd name="T56" fmla="*/ 2 w 426"/>
                <a:gd name="T57" fmla="*/ 0 h 245"/>
                <a:gd name="T58" fmla="*/ 2 w 426"/>
                <a:gd name="T59" fmla="*/ 0 h 245"/>
                <a:gd name="T60" fmla="*/ 2 w 426"/>
                <a:gd name="T61" fmla="*/ 0 h 245"/>
                <a:gd name="T62" fmla="*/ 2 w 426"/>
                <a:gd name="T63" fmla="*/ 0 h 245"/>
                <a:gd name="T64" fmla="*/ 3 w 426"/>
                <a:gd name="T65" fmla="*/ 0 h 245"/>
                <a:gd name="T66" fmla="*/ 3 w 426"/>
                <a:gd name="T67" fmla="*/ 0 h 245"/>
                <a:gd name="T68" fmla="*/ 3 w 426"/>
                <a:gd name="T69" fmla="*/ 0 h 245"/>
                <a:gd name="T70" fmla="*/ 3 w 426"/>
                <a:gd name="T71" fmla="*/ 0 h 245"/>
                <a:gd name="T72" fmla="*/ 3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426" y="0"/>
                  </a:moveTo>
                  <a:lnTo>
                    <a:pt x="426" y="0"/>
                  </a:lnTo>
                  <a:lnTo>
                    <a:pt x="384" y="1"/>
                  </a:lnTo>
                  <a:lnTo>
                    <a:pt x="340" y="4"/>
                  </a:lnTo>
                  <a:lnTo>
                    <a:pt x="300" y="10"/>
                  </a:lnTo>
                  <a:lnTo>
                    <a:pt x="262" y="18"/>
                  </a:lnTo>
                  <a:lnTo>
                    <a:pt x="224" y="29"/>
                  </a:lnTo>
                  <a:lnTo>
                    <a:pt x="189" y="41"/>
                  </a:lnTo>
                  <a:lnTo>
                    <a:pt x="157" y="55"/>
                  </a:lnTo>
                  <a:lnTo>
                    <a:pt x="126" y="70"/>
                  </a:lnTo>
                  <a:lnTo>
                    <a:pt x="99" y="89"/>
                  </a:lnTo>
                  <a:lnTo>
                    <a:pt x="74" y="106"/>
                  </a:lnTo>
                  <a:lnTo>
                    <a:pt x="52" y="126"/>
                  </a:lnTo>
                  <a:lnTo>
                    <a:pt x="34" y="148"/>
                  </a:lnTo>
                  <a:lnTo>
                    <a:pt x="19" y="171"/>
                  </a:lnTo>
                  <a:lnTo>
                    <a:pt x="9" y="194"/>
                  </a:lnTo>
                  <a:lnTo>
                    <a:pt x="3" y="219"/>
                  </a:lnTo>
                  <a:lnTo>
                    <a:pt x="0" y="245"/>
                  </a:lnTo>
                  <a:lnTo>
                    <a:pt x="12" y="245"/>
                  </a:lnTo>
                  <a:lnTo>
                    <a:pt x="15" y="221"/>
                  </a:lnTo>
                  <a:lnTo>
                    <a:pt x="20" y="199"/>
                  </a:lnTo>
                  <a:lnTo>
                    <a:pt x="31" y="178"/>
                  </a:lnTo>
                  <a:lnTo>
                    <a:pt x="44" y="156"/>
                  </a:lnTo>
                  <a:lnTo>
                    <a:pt x="61" y="136"/>
                  </a:lnTo>
                  <a:lnTo>
                    <a:pt x="81" y="116"/>
                  </a:lnTo>
                  <a:lnTo>
                    <a:pt x="106" y="98"/>
                  </a:lnTo>
                  <a:lnTo>
                    <a:pt x="133" y="82"/>
                  </a:lnTo>
                  <a:lnTo>
                    <a:pt x="162" y="66"/>
                  </a:lnTo>
                  <a:lnTo>
                    <a:pt x="194" y="52"/>
                  </a:lnTo>
                  <a:lnTo>
                    <a:pt x="229" y="41"/>
                  </a:lnTo>
                  <a:lnTo>
                    <a:pt x="264" y="30"/>
                  </a:lnTo>
                  <a:lnTo>
                    <a:pt x="303" y="22"/>
                  </a:lnTo>
                  <a:lnTo>
                    <a:pt x="343" y="16"/>
                  </a:lnTo>
                  <a:lnTo>
                    <a:pt x="384" y="12"/>
                  </a:lnTo>
                  <a:lnTo>
                    <a:pt x="426" y="11"/>
                  </a:lnTo>
                  <a:lnTo>
                    <a:pt x="42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2776" name="Freeform 34"/>
            <p:cNvSpPr>
              <a:spLocks/>
            </p:cNvSpPr>
            <p:nvPr/>
          </p:nvSpPr>
          <p:spPr bwMode="auto">
            <a:xfrm>
              <a:off x="1587" y="1929"/>
              <a:ext cx="85" cy="49"/>
            </a:xfrm>
            <a:custGeom>
              <a:avLst/>
              <a:gdLst>
                <a:gd name="T0" fmla="*/ 0 w 426"/>
                <a:gd name="T1" fmla="*/ 0 h 245"/>
                <a:gd name="T2" fmla="*/ 0 w 426"/>
                <a:gd name="T3" fmla="*/ 0 h 245"/>
                <a:gd name="T4" fmla="*/ 0 w 426"/>
                <a:gd name="T5" fmla="*/ 0 h 245"/>
                <a:gd name="T6" fmla="*/ 0 w 426"/>
                <a:gd name="T7" fmla="*/ 0 h 245"/>
                <a:gd name="T8" fmla="*/ 0 w 426"/>
                <a:gd name="T9" fmla="*/ 1 h 245"/>
                <a:gd name="T10" fmla="*/ 0 w 426"/>
                <a:gd name="T11" fmla="*/ 1 h 245"/>
                <a:gd name="T12" fmla="*/ 0 w 426"/>
                <a:gd name="T13" fmla="*/ 1 h 245"/>
                <a:gd name="T14" fmla="*/ 1 w 426"/>
                <a:gd name="T15" fmla="*/ 1 h 245"/>
                <a:gd name="T16" fmla="*/ 1 w 426"/>
                <a:gd name="T17" fmla="*/ 1 h 245"/>
                <a:gd name="T18" fmla="*/ 1 w 426"/>
                <a:gd name="T19" fmla="*/ 1 h 245"/>
                <a:gd name="T20" fmla="*/ 1 w 426"/>
                <a:gd name="T21" fmla="*/ 2 h 245"/>
                <a:gd name="T22" fmla="*/ 2 w 426"/>
                <a:gd name="T23" fmla="*/ 2 h 245"/>
                <a:gd name="T24" fmla="*/ 2 w 426"/>
                <a:gd name="T25" fmla="*/ 2 h 245"/>
                <a:gd name="T26" fmla="*/ 2 w 426"/>
                <a:gd name="T27" fmla="*/ 2 h 245"/>
                <a:gd name="T28" fmla="*/ 2 w 426"/>
                <a:gd name="T29" fmla="*/ 2 h 245"/>
                <a:gd name="T30" fmla="*/ 3 w 426"/>
                <a:gd name="T31" fmla="*/ 2 h 245"/>
                <a:gd name="T32" fmla="*/ 3 w 426"/>
                <a:gd name="T33" fmla="*/ 2 h 245"/>
                <a:gd name="T34" fmla="*/ 3 w 426"/>
                <a:gd name="T35" fmla="*/ 2 h 245"/>
                <a:gd name="T36" fmla="*/ 3 w 426"/>
                <a:gd name="T37" fmla="*/ 2 h 245"/>
                <a:gd name="T38" fmla="*/ 3 w 426"/>
                <a:gd name="T39" fmla="*/ 2 h 245"/>
                <a:gd name="T40" fmla="*/ 3 w 426"/>
                <a:gd name="T41" fmla="*/ 2 h 245"/>
                <a:gd name="T42" fmla="*/ 2 w 426"/>
                <a:gd name="T43" fmla="*/ 2 h 245"/>
                <a:gd name="T44" fmla="*/ 2 w 426"/>
                <a:gd name="T45" fmla="*/ 2 h 245"/>
                <a:gd name="T46" fmla="*/ 2 w 426"/>
                <a:gd name="T47" fmla="*/ 2 h 245"/>
                <a:gd name="T48" fmla="*/ 2 w 426"/>
                <a:gd name="T49" fmla="*/ 2 h 245"/>
                <a:gd name="T50" fmla="*/ 1 w 426"/>
                <a:gd name="T51" fmla="*/ 1 h 245"/>
                <a:gd name="T52" fmla="*/ 1 w 426"/>
                <a:gd name="T53" fmla="*/ 1 h 245"/>
                <a:gd name="T54" fmla="*/ 1 w 426"/>
                <a:gd name="T55" fmla="*/ 1 h 245"/>
                <a:gd name="T56" fmla="*/ 1 w 426"/>
                <a:gd name="T57" fmla="*/ 1 h 245"/>
                <a:gd name="T58" fmla="*/ 0 w 426"/>
                <a:gd name="T59" fmla="*/ 1 h 245"/>
                <a:gd name="T60" fmla="*/ 0 w 426"/>
                <a:gd name="T61" fmla="*/ 1 h 245"/>
                <a:gd name="T62" fmla="*/ 0 w 426"/>
                <a:gd name="T63" fmla="*/ 1 h 245"/>
                <a:gd name="T64" fmla="*/ 0 w 426"/>
                <a:gd name="T65" fmla="*/ 0 h 245"/>
                <a:gd name="T66" fmla="*/ 0 w 426"/>
                <a:gd name="T67" fmla="*/ 0 h 245"/>
                <a:gd name="T68" fmla="*/ 0 w 426"/>
                <a:gd name="T69" fmla="*/ 0 h 245"/>
                <a:gd name="T70" fmla="*/ 0 w 426"/>
                <a:gd name="T71" fmla="*/ 0 h 245"/>
                <a:gd name="T72" fmla="*/ 0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0" y="0"/>
                  </a:moveTo>
                  <a:lnTo>
                    <a:pt x="0" y="0"/>
                  </a:lnTo>
                  <a:lnTo>
                    <a:pt x="3" y="25"/>
                  </a:lnTo>
                  <a:lnTo>
                    <a:pt x="9" y="50"/>
                  </a:lnTo>
                  <a:lnTo>
                    <a:pt x="19" y="73"/>
                  </a:lnTo>
                  <a:lnTo>
                    <a:pt x="34" y="96"/>
                  </a:lnTo>
                  <a:lnTo>
                    <a:pt x="52" y="118"/>
                  </a:lnTo>
                  <a:lnTo>
                    <a:pt x="74" y="138"/>
                  </a:lnTo>
                  <a:lnTo>
                    <a:pt x="99" y="156"/>
                  </a:lnTo>
                  <a:lnTo>
                    <a:pt x="126" y="174"/>
                  </a:lnTo>
                  <a:lnTo>
                    <a:pt x="157" y="190"/>
                  </a:lnTo>
                  <a:lnTo>
                    <a:pt x="189" y="204"/>
                  </a:lnTo>
                  <a:lnTo>
                    <a:pt x="224" y="215"/>
                  </a:lnTo>
                  <a:lnTo>
                    <a:pt x="262" y="226"/>
                  </a:lnTo>
                  <a:lnTo>
                    <a:pt x="300" y="234"/>
                  </a:lnTo>
                  <a:lnTo>
                    <a:pt x="340" y="240"/>
                  </a:lnTo>
                  <a:lnTo>
                    <a:pt x="384" y="244"/>
                  </a:lnTo>
                  <a:lnTo>
                    <a:pt x="426" y="245"/>
                  </a:lnTo>
                  <a:lnTo>
                    <a:pt x="426" y="233"/>
                  </a:lnTo>
                  <a:lnTo>
                    <a:pt x="384" y="232"/>
                  </a:lnTo>
                  <a:lnTo>
                    <a:pt x="343" y="228"/>
                  </a:lnTo>
                  <a:lnTo>
                    <a:pt x="303" y="222"/>
                  </a:lnTo>
                  <a:lnTo>
                    <a:pt x="264" y="214"/>
                  </a:lnTo>
                  <a:lnTo>
                    <a:pt x="229" y="204"/>
                  </a:lnTo>
                  <a:lnTo>
                    <a:pt x="194" y="192"/>
                  </a:lnTo>
                  <a:lnTo>
                    <a:pt x="162" y="178"/>
                  </a:lnTo>
                  <a:lnTo>
                    <a:pt x="133" y="163"/>
                  </a:lnTo>
                  <a:lnTo>
                    <a:pt x="106" y="146"/>
                  </a:lnTo>
                  <a:lnTo>
                    <a:pt x="81" y="129"/>
                  </a:lnTo>
                  <a:lnTo>
                    <a:pt x="61" y="109"/>
                  </a:lnTo>
                  <a:lnTo>
                    <a:pt x="44" y="89"/>
                  </a:lnTo>
                  <a:lnTo>
                    <a:pt x="31" y="66"/>
                  </a:lnTo>
                  <a:lnTo>
                    <a:pt x="20" y="45"/>
                  </a:lnTo>
                  <a:lnTo>
                    <a:pt x="15" y="2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2777" name="Freeform 35"/>
            <p:cNvSpPr>
              <a:spLocks/>
            </p:cNvSpPr>
            <p:nvPr/>
          </p:nvSpPr>
          <p:spPr bwMode="auto">
            <a:xfrm>
              <a:off x="878" y="1448"/>
              <a:ext cx="792" cy="954"/>
            </a:xfrm>
            <a:custGeom>
              <a:avLst/>
              <a:gdLst>
                <a:gd name="T0" fmla="*/ 13 w 3960"/>
                <a:gd name="T1" fmla="*/ 38 h 4768"/>
                <a:gd name="T2" fmla="*/ 14 w 3960"/>
                <a:gd name="T3" fmla="*/ 38 h 4768"/>
                <a:gd name="T4" fmla="*/ 15 w 3960"/>
                <a:gd name="T5" fmla="*/ 38 h 4768"/>
                <a:gd name="T6" fmla="*/ 15 w 3960"/>
                <a:gd name="T7" fmla="*/ 38 h 4768"/>
                <a:gd name="T8" fmla="*/ 16 w 3960"/>
                <a:gd name="T9" fmla="*/ 38 h 4768"/>
                <a:gd name="T10" fmla="*/ 17 w 3960"/>
                <a:gd name="T11" fmla="*/ 38 h 4768"/>
                <a:gd name="T12" fmla="*/ 17 w 3960"/>
                <a:gd name="T13" fmla="*/ 38 h 4768"/>
                <a:gd name="T14" fmla="*/ 18 w 3960"/>
                <a:gd name="T15" fmla="*/ 38 h 4768"/>
                <a:gd name="T16" fmla="*/ 18 w 3960"/>
                <a:gd name="T17" fmla="*/ 38 h 4768"/>
                <a:gd name="T18" fmla="*/ 29 w 3960"/>
                <a:gd name="T19" fmla="*/ 30 h 4768"/>
                <a:gd name="T20" fmla="*/ 30 w 3960"/>
                <a:gd name="T21" fmla="*/ 30 h 4768"/>
                <a:gd name="T22" fmla="*/ 30 w 3960"/>
                <a:gd name="T23" fmla="*/ 29 h 4768"/>
                <a:gd name="T24" fmla="*/ 31 w 3960"/>
                <a:gd name="T25" fmla="*/ 28 h 4768"/>
                <a:gd name="T26" fmla="*/ 31 w 3960"/>
                <a:gd name="T27" fmla="*/ 28 h 4768"/>
                <a:gd name="T28" fmla="*/ 31 w 3960"/>
                <a:gd name="T29" fmla="*/ 27 h 4768"/>
                <a:gd name="T30" fmla="*/ 32 w 3960"/>
                <a:gd name="T31" fmla="*/ 26 h 4768"/>
                <a:gd name="T32" fmla="*/ 32 w 3960"/>
                <a:gd name="T33" fmla="*/ 25 h 4768"/>
                <a:gd name="T34" fmla="*/ 32 w 3960"/>
                <a:gd name="T35" fmla="*/ 11 h 4768"/>
                <a:gd name="T36" fmla="*/ 32 w 3960"/>
                <a:gd name="T37" fmla="*/ 10 h 4768"/>
                <a:gd name="T38" fmla="*/ 31 w 3960"/>
                <a:gd name="T39" fmla="*/ 9 h 4768"/>
                <a:gd name="T40" fmla="*/ 31 w 3960"/>
                <a:gd name="T41" fmla="*/ 9 h 4768"/>
                <a:gd name="T42" fmla="*/ 31 w 3960"/>
                <a:gd name="T43" fmla="*/ 8 h 4768"/>
                <a:gd name="T44" fmla="*/ 31 w 3960"/>
                <a:gd name="T45" fmla="*/ 8 h 4768"/>
                <a:gd name="T46" fmla="*/ 30 w 3960"/>
                <a:gd name="T47" fmla="*/ 7 h 4768"/>
                <a:gd name="T48" fmla="*/ 30 w 3960"/>
                <a:gd name="T49" fmla="*/ 7 h 4768"/>
                <a:gd name="T50" fmla="*/ 29 w 3960"/>
                <a:gd name="T51" fmla="*/ 6 h 4768"/>
                <a:gd name="T52" fmla="*/ 19 w 3960"/>
                <a:gd name="T53" fmla="*/ 1 h 4768"/>
                <a:gd name="T54" fmla="*/ 18 w 3960"/>
                <a:gd name="T55" fmla="*/ 0 h 4768"/>
                <a:gd name="T56" fmla="*/ 17 w 3960"/>
                <a:gd name="T57" fmla="*/ 0 h 4768"/>
                <a:gd name="T58" fmla="*/ 17 w 3960"/>
                <a:gd name="T59" fmla="*/ 0 h 4768"/>
                <a:gd name="T60" fmla="*/ 16 w 3960"/>
                <a:gd name="T61" fmla="*/ 0 h 4768"/>
                <a:gd name="T62" fmla="*/ 15 w 3960"/>
                <a:gd name="T63" fmla="*/ 0 h 4768"/>
                <a:gd name="T64" fmla="*/ 14 w 3960"/>
                <a:gd name="T65" fmla="*/ 0 h 4768"/>
                <a:gd name="T66" fmla="*/ 14 w 3960"/>
                <a:gd name="T67" fmla="*/ 0 h 4768"/>
                <a:gd name="T68" fmla="*/ 2 w 3960"/>
                <a:gd name="T69" fmla="*/ 6 h 4768"/>
                <a:gd name="T70" fmla="*/ 2 w 3960"/>
                <a:gd name="T71" fmla="*/ 7 h 4768"/>
                <a:gd name="T72" fmla="*/ 1 w 3960"/>
                <a:gd name="T73" fmla="*/ 7 h 4768"/>
                <a:gd name="T74" fmla="*/ 1 w 3960"/>
                <a:gd name="T75" fmla="*/ 8 h 4768"/>
                <a:gd name="T76" fmla="*/ 1 w 3960"/>
                <a:gd name="T77" fmla="*/ 8 h 4768"/>
                <a:gd name="T78" fmla="*/ 0 w 3960"/>
                <a:gd name="T79" fmla="*/ 9 h 4768"/>
                <a:gd name="T80" fmla="*/ 0 w 3960"/>
                <a:gd name="T81" fmla="*/ 9 h 4768"/>
                <a:gd name="T82" fmla="*/ 0 w 3960"/>
                <a:gd name="T83" fmla="*/ 10 h 4768"/>
                <a:gd name="T84" fmla="*/ 0 w 3960"/>
                <a:gd name="T85" fmla="*/ 11 h 4768"/>
                <a:gd name="T86" fmla="*/ 0 w 3960"/>
                <a:gd name="T87" fmla="*/ 25 h 4768"/>
                <a:gd name="T88" fmla="*/ 0 w 3960"/>
                <a:gd name="T89" fmla="*/ 26 h 4768"/>
                <a:gd name="T90" fmla="*/ 0 w 3960"/>
                <a:gd name="T91" fmla="*/ 27 h 4768"/>
                <a:gd name="T92" fmla="*/ 1 w 3960"/>
                <a:gd name="T93" fmla="*/ 28 h 4768"/>
                <a:gd name="T94" fmla="*/ 1 w 3960"/>
                <a:gd name="T95" fmla="*/ 29 h 4768"/>
                <a:gd name="T96" fmla="*/ 1 w 3960"/>
                <a:gd name="T97" fmla="*/ 29 h 4768"/>
                <a:gd name="T98" fmla="*/ 2 w 3960"/>
                <a:gd name="T99" fmla="*/ 30 h 4768"/>
                <a:gd name="T100" fmla="*/ 3 w 3960"/>
                <a:gd name="T101" fmla="*/ 31 h 4768"/>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w 3960"/>
                <a:gd name="T154" fmla="*/ 0 h 4768"/>
                <a:gd name="T155" fmla="*/ 3960 w 3960"/>
                <a:gd name="T156" fmla="*/ 4768 h 4768"/>
              </a:gdLst>
              <a:ahLst/>
              <a:cxnLst>
                <a:cxn ang="T102">
                  <a:pos x="T0" y="T1"/>
                </a:cxn>
                <a:cxn ang="T103">
                  <a:pos x="T2" y="T3"/>
                </a:cxn>
                <a:cxn ang="T104">
                  <a:pos x="T4" y="T5"/>
                </a:cxn>
                <a:cxn ang="T105">
                  <a:pos x="T6" y="T7"/>
                </a:cxn>
                <a:cxn ang="T106">
                  <a:pos x="T8" y="T9"/>
                </a:cxn>
                <a:cxn ang="T107">
                  <a:pos x="T10" y="T11"/>
                </a:cxn>
                <a:cxn ang="T108">
                  <a:pos x="T12" y="T13"/>
                </a:cxn>
                <a:cxn ang="T109">
                  <a:pos x="T14" y="T15"/>
                </a:cxn>
                <a:cxn ang="T110">
                  <a:pos x="T16" y="T17"/>
                </a:cxn>
                <a:cxn ang="T111">
                  <a:pos x="T18" y="T19"/>
                </a:cxn>
                <a:cxn ang="T112">
                  <a:pos x="T20" y="T21"/>
                </a:cxn>
                <a:cxn ang="T113">
                  <a:pos x="T22" y="T23"/>
                </a:cxn>
                <a:cxn ang="T114">
                  <a:pos x="T24" y="T25"/>
                </a:cxn>
                <a:cxn ang="T115">
                  <a:pos x="T26" y="T27"/>
                </a:cxn>
                <a:cxn ang="T116">
                  <a:pos x="T28" y="T29"/>
                </a:cxn>
                <a:cxn ang="T117">
                  <a:pos x="T30" y="T31"/>
                </a:cxn>
                <a:cxn ang="T118">
                  <a:pos x="T32" y="T33"/>
                </a:cxn>
                <a:cxn ang="T119">
                  <a:pos x="T34" y="T35"/>
                </a:cxn>
                <a:cxn ang="T120">
                  <a:pos x="T36" y="T37"/>
                </a:cxn>
                <a:cxn ang="T121">
                  <a:pos x="T38" y="T39"/>
                </a:cxn>
                <a:cxn ang="T122">
                  <a:pos x="T40" y="T41"/>
                </a:cxn>
                <a:cxn ang="T123">
                  <a:pos x="T42" y="T43"/>
                </a:cxn>
                <a:cxn ang="T124">
                  <a:pos x="T44" y="T45"/>
                </a:cxn>
                <a:cxn ang="T125">
                  <a:pos x="T46" y="T47"/>
                </a:cxn>
                <a:cxn ang="T126">
                  <a:pos x="T48" y="T49"/>
                </a:cxn>
                <a:cxn ang="T127">
                  <a:pos x="T50" y="T51"/>
                </a:cxn>
                <a:cxn ang="T128">
                  <a:pos x="T52" y="T53"/>
                </a:cxn>
                <a:cxn ang="T129">
                  <a:pos x="T54" y="T55"/>
                </a:cxn>
                <a:cxn ang="T130">
                  <a:pos x="T56" y="T57"/>
                </a:cxn>
                <a:cxn ang="T131">
                  <a:pos x="T58" y="T59"/>
                </a:cxn>
                <a:cxn ang="T132">
                  <a:pos x="T60" y="T61"/>
                </a:cxn>
                <a:cxn ang="T133">
                  <a:pos x="T62" y="T63"/>
                </a:cxn>
                <a:cxn ang="T134">
                  <a:pos x="T64" y="T65"/>
                </a:cxn>
                <a:cxn ang="T135">
                  <a:pos x="T66" y="T67"/>
                </a:cxn>
                <a:cxn ang="T136">
                  <a:pos x="T68" y="T69"/>
                </a:cxn>
                <a:cxn ang="T137">
                  <a:pos x="T70" y="T71"/>
                </a:cxn>
                <a:cxn ang="T138">
                  <a:pos x="T72" y="T73"/>
                </a:cxn>
                <a:cxn ang="T139">
                  <a:pos x="T74" y="T75"/>
                </a:cxn>
                <a:cxn ang="T140">
                  <a:pos x="T76" y="T77"/>
                </a:cxn>
                <a:cxn ang="T141">
                  <a:pos x="T78" y="T79"/>
                </a:cxn>
                <a:cxn ang="T142">
                  <a:pos x="T80" y="T81"/>
                </a:cxn>
                <a:cxn ang="T143">
                  <a:pos x="T82" y="T83"/>
                </a:cxn>
                <a:cxn ang="T144">
                  <a:pos x="T84" y="T85"/>
                </a:cxn>
                <a:cxn ang="T145">
                  <a:pos x="T86" y="T87"/>
                </a:cxn>
                <a:cxn ang="T146">
                  <a:pos x="T88" y="T89"/>
                </a:cxn>
                <a:cxn ang="T147">
                  <a:pos x="T90" y="T91"/>
                </a:cxn>
                <a:cxn ang="T148">
                  <a:pos x="T92" y="T93"/>
                </a:cxn>
                <a:cxn ang="T149">
                  <a:pos x="T94" y="T95"/>
                </a:cxn>
                <a:cxn ang="T150">
                  <a:pos x="T96" y="T97"/>
                </a:cxn>
                <a:cxn ang="T151">
                  <a:pos x="T98" y="T99"/>
                </a:cxn>
                <a:cxn ang="T152">
                  <a:pos x="T100" y="T101"/>
                </a:cxn>
              </a:cxnLst>
              <a:rect l="T153" t="T154" r="T155" b="T156"/>
              <a:pathLst>
                <a:path w="3960" h="4768">
                  <a:moveTo>
                    <a:pt x="353" y="3849"/>
                  </a:moveTo>
                  <a:lnTo>
                    <a:pt x="1661" y="4700"/>
                  </a:lnTo>
                  <a:lnTo>
                    <a:pt x="1697" y="4717"/>
                  </a:lnTo>
                  <a:lnTo>
                    <a:pt x="1736" y="4731"/>
                  </a:lnTo>
                  <a:lnTo>
                    <a:pt x="1776" y="4742"/>
                  </a:lnTo>
                  <a:lnTo>
                    <a:pt x="1818" y="4753"/>
                  </a:lnTo>
                  <a:lnTo>
                    <a:pt x="1860" y="4760"/>
                  </a:lnTo>
                  <a:lnTo>
                    <a:pt x="1902" y="4765"/>
                  </a:lnTo>
                  <a:lnTo>
                    <a:pt x="1946" y="4768"/>
                  </a:lnTo>
                  <a:lnTo>
                    <a:pt x="1988" y="4768"/>
                  </a:lnTo>
                  <a:lnTo>
                    <a:pt x="2031" y="4767"/>
                  </a:lnTo>
                  <a:lnTo>
                    <a:pt x="2073" y="4763"/>
                  </a:lnTo>
                  <a:lnTo>
                    <a:pt x="2114" y="4758"/>
                  </a:lnTo>
                  <a:lnTo>
                    <a:pt x="2154" y="4751"/>
                  </a:lnTo>
                  <a:lnTo>
                    <a:pt x="2193" y="4740"/>
                  </a:lnTo>
                  <a:lnTo>
                    <a:pt x="2230" y="4729"/>
                  </a:lnTo>
                  <a:lnTo>
                    <a:pt x="2264" y="4715"/>
                  </a:lnTo>
                  <a:lnTo>
                    <a:pt x="2297" y="4700"/>
                  </a:lnTo>
                  <a:lnTo>
                    <a:pt x="3639" y="3825"/>
                  </a:lnTo>
                  <a:lnTo>
                    <a:pt x="3673" y="3795"/>
                  </a:lnTo>
                  <a:lnTo>
                    <a:pt x="3707" y="3761"/>
                  </a:lnTo>
                  <a:lnTo>
                    <a:pt x="3738" y="3725"/>
                  </a:lnTo>
                  <a:lnTo>
                    <a:pt x="3768" y="3685"/>
                  </a:lnTo>
                  <a:lnTo>
                    <a:pt x="3796" y="3644"/>
                  </a:lnTo>
                  <a:lnTo>
                    <a:pt x="3821" y="3599"/>
                  </a:lnTo>
                  <a:lnTo>
                    <a:pt x="3846" y="3553"/>
                  </a:lnTo>
                  <a:lnTo>
                    <a:pt x="3868" y="3505"/>
                  </a:lnTo>
                  <a:lnTo>
                    <a:pt x="3888" y="3456"/>
                  </a:lnTo>
                  <a:lnTo>
                    <a:pt x="3907" y="3406"/>
                  </a:lnTo>
                  <a:lnTo>
                    <a:pt x="3922" y="3354"/>
                  </a:lnTo>
                  <a:lnTo>
                    <a:pt x="3935" y="3303"/>
                  </a:lnTo>
                  <a:lnTo>
                    <a:pt x="3946" y="3250"/>
                  </a:lnTo>
                  <a:lnTo>
                    <a:pt x="3953" y="3197"/>
                  </a:lnTo>
                  <a:lnTo>
                    <a:pt x="3957" y="3144"/>
                  </a:lnTo>
                  <a:lnTo>
                    <a:pt x="3960" y="3092"/>
                  </a:lnTo>
                  <a:lnTo>
                    <a:pt x="3959" y="1313"/>
                  </a:lnTo>
                  <a:lnTo>
                    <a:pt x="3955" y="1271"/>
                  </a:lnTo>
                  <a:lnTo>
                    <a:pt x="3949" y="1229"/>
                  </a:lnTo>
                  <a:lnTo>
                    <a:pt x="3941" y="1189"/>
                  </a:lnTo>
                  <a:lnTo>
                    <a:pt x="3930" y="1149"/>
                  </a:lnTo>
                  <a:lnTo>
                    <a:pt x="3918" y="1111"/>
                  </a:lnTo>
                  <a:lnTo>
                    <a:pt x="3902" y="1075"/>
                  </a:lnTo>
                  <a:lnTo>
                    <a:pt x="3886" y="1040"/>
                  </a:lnTo>
                  <a:lnTo>
                    <a:pt x="3867" y="1006"/>
                  </a:lnTo>
                  <a:lnTo>
                    <a:pt x="3846" y="973"/>
                  </a:lnTo>
                  <a:lnTo>
                    <a:pt x="3823" y="942"/>
                  </a:lnTo>
                  <a:lnTo>
                    <a:pt x="3798" y="913"/>
                  </a:lnTo>
                  <a:lnTo>
                    <a:pt x="3771" y="886"/>
                  </a:lnTo>
                  <a:lnTo>
                    <a:pt x="3743" y="860"/>
                  </a:lnTo>
                  <a:lnTo>
                    <a:pt x="3714" y="837"/>
                  </a:lnTo>
                  <a:lnTo>
                    <a:pt x="3682" y="816"/>
                  </a:lnTo>
                  <a:lnTo>
                    <a:pt x="3649" y="796"/>
                  </a:lnTo>
                  <a:lnTo>
                    <a:pt x="2386" y="83"/>
                  </a:lnTo>
                  <a:lnTo>
                    <a:pt x="2350" y="65"/>
                  </a:lnTo>
                  <a:lnTo>
                    <a:pt x="2310" y="50"/>
                  </a:lnTo>
                  <a:lnTo>
                    <a:pt x="2268" y="36"/>
                  </a:lnTo>
                  <a:lnTo>
                    <a:pt x="2223" y="24"/>
                  </a:lnTo>
                  <a:lnTo>
                    <a:pt x="2178" y="15"/>
                  </a:lnTo>
                  <a:lnTo>
                    <a:pt x="2131" y="8"/>
                  </a:lnTo>
                  <a:lnTo>
                    <a:pt x="2082" y="3"/>
                  </a:lnTo>
                  <a:lnTo>
                    <a:pt x="2032" y="0"/>
                  </a:lnTo>
                  <a:lnTo>
                    <a:pt x="1982" y="1"/>
                  </a:lnTo>
                  <a:lnTo>
                    <a:pt x="1933" y="3"/>
                  </a:lnTo>
                  <a:lnTo>
                    <a:pt x="1882" y="9"/>
                  </a:lnTo>
                  <a:lnTo>
                    <a:pt x="1833" y="17"/>
                  </a:lnTo>
                  <a:lnTo>
                    <a:pt x="1785" y="29"/>
                  </a:lnTo>
                  <a:lnTo>
                    <a:pt x="1737" y="43"/>
                  </a:lnTo>
                  <a:lnTo>
                    <a:pt x="1691" y="62"/>
                  </a:lnTo>
                  <a:lnTo>
                    <a:pt x="1647" y="83"/>
                  </a:lnTo>
                  <a:lnTo>
                    <a:pt x="311" y="782"/>
                  </a:lnTo>
                  <a:lnTo>
                    <a:pt x="276" y="803"/>
                  </a:lnTo>
                  <a:lnTo>
                    <a:pt x="243" y="826"/>
                  </a:lnTo>
                  <a:lnTo>
                    <a:pt x="213" y="852"/>
                  </a:lnTo>
                  <a:lnTo>
                    <a:pt x="184" y="879"/>
                  </a:lnTo>
                  <a:lnTo>
                    <a:pt x="155" y="908"/>
                  </a:lnTo>
                  <a:lnTo>
                    <a:pt x="131" y="939"/>
                  </a:lnTo>
                  <a:lnTo>
                    <a:pt x="107" y="971"/>
                  </a:lnTo>
                  <a:lnTo>
                    <a:pt x="86" y="1005"/>
                  </a:lnTo>
                  <a:lnTo>
                    <a:pt x="68" y="1040"/>
                  </a:lnTo>
                  <a:lnTo>
                    <a:pt x="50" y="1076"/>
                  </a:lnTo>
                  <a:lnTo>
                    <a:pt x="36" y="1115"/>
                  </a:lnTo>
                  <a:lnTo>
                    <a:pt x="23" y="1153"/>
                  </a:lnTo>
                  <a:lnTo>
                    <a:pt x="14" y="1195"/>
                  </a:lnTo>
                  <a:lnTo>
                    <a:pt x="7" y="1236"/>
                  </a:lnTo>
                  <a:lnTo>
                    <a:pt x="2" y="1279"/>
                  </a:lnTo>
                  <a:lnTo>
                    <a:pt x="0" y="1322"/>
                  </a:lnTo>
                  <a:lnTo>
                    <a:pt x="0" y="3093"/>
                  </a:lnTo>
                  <a:lnTo>
                    <a:pt x="2" y="3147"/>
                  </a:lnTo>
                  <a:lnTo>
                    <a:pt x="7" y="3202"/>
                  </a:lnTo>
                  <a:lnTo>
                    <a:pt x="15" y="3257"/>
                  </a:lnTo>
                  <a:lnTo>
                    <a:pt x="27" y="3312"/>
                  </a:lnTo>
                  <a:lnTo>
                    <a:pt x="42" y="3366"/>
                  </a:lnTo>
                  <a:lnTo>
                    <a:pt x="59" y="3420"/>
                  </a:lnTo>
                  <a:lnTo>
                    <a:pt x="79" y="3474"/>
                  </a:lnTo>
                  <a:lnTo>
                    <a:pt x="102" y="3525"/>
                  </a:lnTo>
                  <a:lnTo>
                    <a:pt x="127" y="3576"/>
                  </a:lnTo>
                  <a:lnTo>
                    <a:pt x="154" y="3624"/>
                  </a:lnTo>
                  <a:lnTo>
                    <a:pt x="184" y="3670"/>
                  </a:lnTo>
                  <a:lnTo>
                    <a:pt x="214" y="3712"/>
                  </a:lnTo>
                  <a:lnTo>
                    <a:pt x="247" y="3752"/>
                  </a:lnTo>
                  <a:lnTo>
                    <a:pt x="281" y="3788"/>
                  </a:lnTo>
                  <a:lnTo>
                    <a:pt x="317" y="3821"/>
                  </a:lnTo>
                  <a:lnTo>
                    <a:pt x="353" y="384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2778" name="Freeform 36"/>
            <p:cNvSpPr>
              <a:spLocks/>
            </p:cNvSpPr>
            <p:nvPr/>
          </p:nvSpPr>
          <p:spPr bwMode="auto">
            <a:xfrm>
              <a:off x="943" y="2210"/>
              <a:ext cx="276" cy="187"/>
            </a:xfrm>
            <a:custGeom>
              <a:avLst/>
              <a:gdLst>
                <a:gd name="T0" fmla="*/ 11 w 1380"/>
                <a:gd name="T1" fmla="*/ 7 h 937"/>
                <a:gd name="T2" fmla="*/ 11 w 1380"/>
                <a:gd name="T3" fmla="*/ 7 h 937"/>
                <a:gd name="T4" fmla="*/ 0 w 1380"/>
                <a:gd name="T5" fmla="*/ 0 h 937"/>
                <a:gd name="T6" fmla="*/ 0 w 1380"/>
                <a:gd name="T7" fmla="*/ 1 h 937"/>
                <a:gd name="T8" fmla="*/ 10 w 1380"/>
                <a:gd name="T9" fmla="*/ 7 h 937"/>
                <a:gd name="T10" fmla="*/ 10 w 1380"/>
                <a:gd name="T11" fmla="*/ 7 h 937"/>
                <a:gd name="T12" fmla="*/ 10 w 1380"/>
                <a:gd name="T13" fmla="*/ 7 h 937"/>
                <a:gd name="T14" fmla="*/ 11 w 1380"/>
                <a:gd name="T15" fmla="*/ 7 h 937"/>
                <a:gd name="T16" fmla="*/ 11 w 1380"/>
                <a:gd name="T17" fmla="*/ 7 h 937"/>
                <a:gd name="T18" fmla="*/ 11 w 1380"/>
                <a:gd name="T19" fmla="*/ 7 h 937"/>
                <a:gd name="T20" fmla="*/ 11 w 1380"/>
                <a:gd name="T21" fmla="*/ 7 h 937"/>
                <a:gd name="T22" fmla="*/ 11 w 1380"/>
                <a:gd name="T23" fmla="*/ 7 h 937"/>
                <a:gd name="T24" fmla="*/ 11 w 1380"/>
                <a:gd name="T25" fmla="*/ 7 h 937"/>
                <a:gd name="T26" fmla="*/ 11 w 1380"/>
                <a:gd name="T27" fmla="*/ 7 h 937"/>
                <a:gd name="T28" fmla="*/ 11 w 1380"/>
                <a:gd name="T29" fmla="*/ 7 h 937"/>
                <a:gd name="T30" fmla="*/ 11 w 1380"/>
                <a:gd name="T31" fmla="*/ 7 h 93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80"/>
                <a:gd name="T49" fmla="*/ 0 h 937"/>
                <a:gd name="T50" fmla="*/ 1380 w 1380"/>
                <a:gd name="T51" fmla="*/ 937 h 93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80" h="937">
                  <a:moveTo>
                    <a:pt x="1354" y="848"/>
                  </a:moveTo>
                  <a:lnTo>
                    <a:pt x="1359" y="851"/>
                  </a:lnTo>
                  <a:lnTo>
                    <a:pt x="51" y="0"/>
                  </a:lnTo>
                  <a:lnTo>
                    <a:pt x="0" y="78"/>
                  </a:lnTo>
                  <a:lnTo>
                    <a:pt x="1307" y="929"/>
                  </a:lnTo>
                  <a:lnTo>
                    <a:pt x="1312" y="932"/>
                  </a:lnTo>
                  <a:lnTo>
                    <a:pt x="1307" y="929"/>
                  </a:lnTo>
                  <a:lnTo>
                    <a:pt x="1326" y="937"/>
                  </a:lnTo>
                  <a:lnTo>
                    <a:pt x="1345" y="936"/>
                  </a:lnTo>
                  <a:lnTo>
                    <a:pt x="1360" y="929"/>
                  </a:lnTo>
                  <a:lnTo>
                    <a:pt x="1372" y="916"/>
                  </a:lnTo>
                  <a:lnTo>
                    <a:pt x="1379" y="899"/>
                  </a:lnTo>
                  <a:lnTo>
                    <a:pt x="1380" y="883"/>
                  </a:lnTo>
                  <a:lnTo>
                    <a:pt x="1374" y="865"/>
                  </a:lnTo>
                  <a:lnTo>
                    <a:pt x="1359" y="851"/>
                  </a:lnTo>
                  <a:lnTo>
                    <a:pt x="1354" y="84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2779" name="Freeform 37"/>
            <p:cNvSpPr>
              <a:spLocks/>
            </p:cNvSpPr>
            <p:nvPr/>
          </p:nvSpPr>
          <p:spPr bwMode="auto">
            <a:xfrm>
              <a:off x="1206" y="2379"/>
              <a:ext cx="140" cy="32"/>
            </a:xfrm>
            <a:custGeom>
              <a:avLst/>
              <a:gdLst>
                <a:gd name="T0" fmla="*/ 5 w 703"/>
                <a:gd name="T1" fmla="*/ 0 h 162"/>
                <a:gd name="T2" fmla="*/ 5 w 703"/>
                <a:gd name="T3" fmla="*/ 0 h 162"/>
                <a:gd name="T4" fmla="*/ 5 w 703"/>
                <a:gd name="T5" fmla="*/ 0 h 162"/>
                <a:gd name="T6" fmla="*/ 5 w 703"/>
                <a:gd name="T7" fmla="*/ 0 h 162"/>
                <a:gd name="T8" fmla="*/ 4 w 703"/>
                <a:gd name="T9" fmla="*/ 0 h 162"/>
                <a:gd name="T10" fmla="*/ 4 w 703"/>
                <a:gd name="T11" fmla="*/ 0 h 162"/>
                <a:gd name="T12" fmla="*/ 4 w 703"/>
                <a:gd name="T13" fmla="*/ 0 h 162"/>
                <a:gd name="T14" fmla="*/ 3 w 703"/>
                <a:gd name="T15" fmla="*/ 1 h 162"/>
                <a:gd name="T16" fmla="*/ 3 w 703"/>
                <a:gd name="T17" fmla="*/ 1 h 162"/>
                <a:gd name="T18" fmla="*/ 3 w 703"/>
                <a:gd name="T19" fmla="*/ 1 h 162"/>
                <a:gd name="T20" fmla="*/ 2 w 703"/>
                <a:gd name="T21" fmla="*/ 1 h 162"/>
                <a:gd name="T22" fmla="*/ 2 w 703"/>
                <a:gd name="T23" fmla="*/ 1 h 162"/>
                <a:gd name="T24" fmla="*/ 2 w 703"/>
                <a:gd name="T25" fmla="*/ 0 h 162"/>
                <a:gd name="T26" fmla="*/ 1 w 703"/>
                <a:gd name="T27" fmla="*/ 0 h 162"/>
                <a:gd name="T28" fmla="*/ 1 w 703"/>
                <a:gd name="T29" fmla="*/ 0 h 162"/>
                <a:gd name="T30" fmla="*/ 1 w 703"/>
                <a:gd name="T31" fmla="*/ 0 h 162"/>
                <a:gd name="T32" fmla="*/ 1 w 703"/>
                <a:gd name="T33" fmla="*/ 0 h 162"/>
                <a:gd name="T34" fmla="*/ 0 w 703"/>
                <a:gd name="T35" fmla="*/ 0 h 162"/>
                <a:gd name="T36" fmla="*/ 0 w 703"/>
                <a:gd name="T37" fmla="*/ 1 h 162"/>
                <a:gd name="T38" fmla="*/ 0 w 703"/>
                <a:gd name="T39" fmla="*/ 1 h 162"/>
                <a:gd name="T40" fmla="*/ 1 w 703"/>
                <a:gd name="T41" fmla="*/ 1 h 162"/>
                <a:gd name="T42" fmla="*/ 1 w 703"/>
                <a:gd name="T43" fmla="*/ 1 h 162"/>
                <a:gd name="T44" fmla="*/ 1 w 703"/>
                <a:gd name="T45" fmla="*/ 1 h 162"/>
                <a:gd name="T46" fmla="*/ 2 w 703"/>
                <a:gd name="T47" fmla="*/ 1 h 162"/>
                <a:gd name="T48" fmla="*/ 2 w 703"/>
                <a:gd name="T49" fmla="*/ 1 h 162"/>
                <a:gd name="T50" fmla="*/ 2 w 703"/>
                <a:gd name="T51" fmla="*/ 1 h 162"/>
                <a:gd name="T52" fmla="*/ 3 w 703"/>
                <a:gd name="T53" fmla="*/ 1 h 162"/>
                <a:gd name="T54" fmla="*/ 3 w 703"/>
                <a:gd name="T55" fmla="*/ 1 h 162"/>
                <a:gd name="T56" fmla="*/ 3 w 703"/>
                <a:gd name="T57" fmla="*/ 1 h 162"/>
                <a:gd name="T58" fmla="*/ 4 w 703"/>
                <a:gd name="T59" fmla="*/ 1 h 162"/>
                <a:gd name="T60" fmla="*/ 4 w 703"/>
                <a:gd name="T61" fmla="*/ 1 h 162"/>
                <a:gd name="T62" fmla="*/ 5 w 703"/>
                <a:gd name="T63" fmla="*/ 1 h 162"/>
                <a:gd name="T64" fmla="*/ 5 w 703"/>
                <a:gd name="T65" fmla="*/ 1 h 162"/>
                <a:gd name="T66" fmla="*/ 5 w 703"/>
                <a:gd name="T67" fmla="*/ 1 h 162"/>
                <a:gd name="T68" fmla="*/ 5 w 703"/>
                <a:gd name="T69" fmla="*/ 1 h 162"/>
                <a:gd name="T70" fmla="*/ 5 w 703"/>
                <a:gd name="T71" fmla="*/ 1 h 162"/>
                <a:gd name="T72" fmla="*/ 5 w 703"/>
                <a:gd name="T73" fmla="*/ 1 h 162"/>
                <a:gd name="T74" fmla="*/ 5 w 703"/>
                <a:gd name="T75" fmla="*/ 1 h 162"/>
                <a:gd name="T76" fmla="*/ 6 w 703"/>
                <a:gd name="T77" fmla="*/ 0 h 162"/>
                <a:gd name="T78" fmla="*/ 6 w 703"/>
                <a:gd name="T79" fmla="*/ 0 h 162"/>
                <a:gd name="T80" fmla="*/ 6 w 703"/>
                <a:gd name="T81" fmla="*/ 0 h 162"/>
                <a:gd name="T82" fmla="*/ 5 w 703"/>
                <a:gd name="T83" fmla="*/ 0 h 162"/>
                <a:gd name="T84" fmla="*/ 5 w 703"/>
                <a:gd name="T85" fmla="*/ 0 h 162"/>
                <a:gd name="T86" fmla="*/ 5 w 703"/>
                <a:gd name="T87" fmla="*/ 0 h 162"/>
                <a:gd name="T88" fmla="*/ 5 w 703"/>
                <a:gd name="T89" fmla="*/ 0 h 162"/>
                <a:gd name="T90" fmla="*/ 5 w 703"/>
                <a:gd name="T91" fmla="*/ 0 h 162"/>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703"/>
                <a:gd name="T139" fmla="*/ 0 h 162"/>
                <a:gd name="T140" fmla="*/ 703 w 703"/>
                <a:gd name="T141" fmla="*/ 162 h 162"/>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703" h="162">
                  <a:moveTo>
                    <a:pt x="631" y="8"/>
                  </a:moveTo>
                  <a:lnTo>
                    <a:pt x="636" y="6"/>
                  </a:lnTo>
                  <a:lnTo>
                    <a:pt x="606" y="20"/>
                  </a:lnTo>
                  <a:lnTo>
                    <a:pt x="575" y="32"/>
                  </a:lnTo>
                  <a:lnTo>
                    <a:pt x="540" y="42"/>
                  </a:lnTo>
                  <a:lnTo>
                    <a:pt x="504" y="52"/>
                  </a:lnTo>
                  <a:lnTo>
                    <a:pt x="467" y="59"/>
                  </a:lnTo>
                  <a:lnTo>
                    <a:pt x="428" y="64"/>
                  </a:lnTo>
                  <a:lnTo>
                    <a:pt x="389" y="67"/>
                  </a:lnTo>
                  <a:lnTo>
                    <a:pt x="348" y="68"/>
                  </a:lnTo>
                  <a:lnTo>
                    <a:pt x="308" y="68"/>
                  </a:lnTo>
                  <a:lnTo>
                    <a:pt x="267" y="65"/>
                  </a:lnTo>
                  <a:lnTo>
                    <a:pt x="226" y="61"/>
                  </a:lnTo>
                  <a:lnTo>
                    <a:pt x="187" y="54"/>
                  </a:lnTo>
                  <a:lnTo>
                    <a:pt x="148" y="44"/>
                  </a:lnTo>
                  <a:lnTo>
                    <a:pt x="110" y="33"/>
                  </a:lnTo>
                  <a:lnTo>
                    <a:pt x="75" y="20"/>
                  </a:lnTo>
                  <a:lnTo>
                    <a:pt x="42" y="5"/>
                  </a:lnTo>
                  <a:lnTo>
                    <a:pt x="0" y="89"/>
                  </a:lnTo>
                  <a:lnTo>
                    <a:pt x="40" y="107"/>
                  </a:lnTo>
                  <a:lnTo>
                    <a:pt x="82" y="122"/>
                  </a:lnTo>
                  <a:lnTo>
                    <a:pt x="124" y="135"/>
                  </a:lnTo>
                  <a:lnTo>
                    <a:pt x="169" y="146"/>
                  </a:lnTo>
                  <a:lnTo>
                    <a:pt x="214" y="153"/>
                  </a:lnTo>
                  <a:lnTo>
                    <a:pt x="258" y="158"/>
                  </a:lnTo>
                  <a:lnTo>
                    <a:pt x="303" y="162"/>
                  </a:lnTo>
                  <a:lnTo>
                    <a:pt x="348" y="162"/>
                  </a:lnTo>
                  <a:lnTo>
                    <a:pt x="394" y="161"/>
                  </a:lnTo>
                  <a:lnTo>
                    <a:pt x="439" y="157"/>
                  </a:lnTo>
                  <a:lnTo>
                    <a:pt x="481" y="150"/>
                  </a:lnTo>
                  <a:lnTo>
                    <a:pt x="525" y="143"/>
                  </a:lnTo>
                  <a:lnTo>
                    <a:pt x="566" y="132"/>
                  </a:lnTo>
                  <a:lnTo>
                    <a:pt x="606" y="121"/>
                  </a:lnTo>
                  <a:lnTo>
                    <a:pt x="643" y="105"/>
                  </a:lnTo>
                  <a:lnTo>
                    <a:pt x="678" y="88"/>
                  </a:lnTo>
                  <a:lnTo>
                    <a:pt x="683" y="86"/>
                  </a:lnTo>
                  <a:lnTo>
                    <a:pt x="678" y="88"/>
                  </a:lnTo>
                  <a:lnTo>
                    <a:pt x="695" y="75"/>
                  </a:lnTo>
                  <a:lnTo>
                    <a:pt x="702" y="60"/>
                  </a:lnTo>
                  <a:lnTo>
                    <a:pt x="703" y="42"/>
                  </a:lnTo>
                  <a:lnTo>
                    <a:pt x="698" y="26"/>
                  </a:lnTo>
                  <a:lnTo>
                    <a:pt x="688" y="12"/>
                  </a:lnTo>
                  <a:lnTo>
                    <a:pt x="674" y="3"/>
                  </a:lnTo>
                  <a:lnTo>
                    <a:pt x="656" y="0"/>
                  </a:lnTo>
                  <a:lnTo>
                    <a:pt x="636" y="6"/>
                  </a:lnTo>
                  <a:lnTo>
                    <a:pt x="631"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2780" name="Freeform 38"/>
            <p:cNvSpPr>
              <a:spLocks/>
            </p:cNvSpPr>
            <p:nvPr/>
          </p:nvSpPr>
          <p:spPr bwMode="auto">
            <a:xfrm>
              <a:off x="1332" y="2204"/>
              <a:ext cx="283" cy="192"/>
            </a:xfrm>
            <a:custGeom>
              <a:avLst/>
              <a:gdLst>
                <a:gd name="T0" fmla="*/ 11 w 1415"/>
                <a:gd name="T1" fmla="*/ 0 h 960"/>
                <a:gd name="T2" fmla="*/ 11 w 1415"/>
                <a:gd name="T3" fmla="*/ 0 h 960"/>
                <a:gd name="T4" fmla="*/ 0 w 1415"/>
                <a:gd name="T5" fmla="*/ 7 h 960"/>
                <a:gd name="T6" fmla="*/ 0 w 1415"/>
                <a:gd name="T7" fmla="*/ 8 h 960"/>
                <a:gd name="T8" fmla="*/ 11 w 1415"/>
                <a:gd name="T9" fmla="*/ 1 h 960"/>
                <a:gd name="T10" fmla="*/ 11 w 1415"/>
                <a:gd name="T11" fmla="*/ 1 h 960"/>
                <a:gd name="T12" fmla="*/ 11 w 1415"/>
                <a:gd name="T13" fmla="*/ 1 h 960"/>
                <a:gd name="T14" fmla="*/ 11 w 1415"/>
                <a:gd name="T15" fmla="*/ 1 h 960"/>
                <a:gd name="T16" fmla="*/ 11 w 1415"/>
                <a:gd name="T17" fmla="*/ 0 h 960"/>
                <a:gd name="T18" fmla="*/ 11 w 1415"/>
                <a:gd name="T19" fmla="*/ 0 h 960"/>
                <a:gd name="T20" fmla="*/ 11 w 1415"/>
                <a:gd name="T21" fmla="*/ 0 h 960"/>
                <a:gd name="T22" fmla="*/ 11 w 1415"/>
                <a:gd name="T23" fmla="*/ 0 h 960"/>
                <a:gd name="T24" fmla="*/ 11 w 1415"/>
                <a:gd name="T25" fmla="*/ 0 h 960"/>
                <a:gd name="T26" fmla="*/ 11 w 1415"/>
                <a:gd name="T27" fmla="*/ 0 h 960"/>
                <a:gd name="T28" fmla="*/ 11 w 1415"/>
                <a:gd name="T29" fmla="*/ 0 h 960"/>
                <a:gd name="T30" fmla="*/ 11 w 1415"/>
                <a:gd name="T31" fmla="*/ 0 h 96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15"/>
                <a:gd name="T49" fmla="*/ 0 h 960"/>
                <a:gd name="T50" fmla="*/ 1415 w 1415"/>
                <a:gd name="T51" fmla="*/ 960 h 96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15" h="960">
                  <a:moveTo>
                    <a:pt x="1338" y="10"/>
                  </a:moveTo>
                  <a:lnTo>
                    <a:pt x="1342" y="8"/>
                  </a:lnTo>
                  <a:lnTo>
                    <a:pt x="0" y="882"/>
                  </a:lnTo>
                  <a:lnTo>
                    <a:pt x="52" y="960"/>
                  </a:lnTo>
                  <a:lnTo>
                    <a:pt x="1393" y="85"/>
                  </a:lnTo>
                  <a:lnTo>
                    <a:pt x="1397" y="83"/>
                  </a:lnTo>
                  <a:lnTo>
                    <a:pt x="1393" y="85"/>
                  </a:lnTo>
                  <a:lnTo>
                    <a:pt x="1409" y="71"/>
                  </a:lnTo>
                  <a:lnTo>
                    <a:pt x="1415" y="53"/>
                  </a:lnTo>
                  <a:lnTo>
                    <a:pt x="1413" y="37"/>
                  </a:lnTo>
                  <a:lnTo>
                    <a:pt x="1406" y="21"/>
                  </a:lnTo>
                  <a:lnTo>
                    <a:pt x="1395" y="8"/>
                  </a:lnTo>
                  <a:lnTo>
                    <a:pt x="1379" y="1"/>
                  </a:lnTo>
                  <a:lnTo>
                    <a:pt x="1361" y="0"/>
                  </a:lnTo>
                  <a:lnTo>
                    <a:pt x="1342" y="8"/>
                  </a:lnTo>
                  <a:lnTo>
                    <a:pt x="1338" y="1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2781" name="Freeform 39"/>
            <p:cNvSpPr>
              <a:spLocks/>
            </p:cNvSpPr>
            <p:nvPr/>
          </p:nvSpPr>
          <p:spPr bwMode="auto">
            <a:xfrm>
              <a:off x="1599" y="2057"/>
              <a:ext cx="80" cy="163"/>
            </a:xfrm>
            <a:custGeom>
              <a:avLst/>
              <a:gdLst>
                <a:gd name="T0" fmla="*/ 2 w 398"/>
                <a:gd name="T1" fmla="*/ 0 h 817"/>
                <a:gd name="T2" fmla="*/ 2 w 398"/>
                <a:gd name="T3" fmla="*/ 0 h 817"/>
                <a:gd name="T4" fmla="*/ 2 w 398"/>
                <a:gd name="T5" fmla="*/ 1 h 817"/>
                <a:gd name="T6" fmla="*/ 2 w 398"/>
                <a:gd name="T7" fmla="*/ 1 h 817"/>
                <a:gd name="T8" fmla="*/ 2 w 398"/>
                <a:gd name="T9" fmla="*/ 2 h 817"/>
                <a:gd name="T10" fmla="*/ 2 w 398"/>
                <a:gd name="T11" fmla="*/ 2 h 817"/>
                <a:gd name="T12" fmla="*/ 2 w 398"/>
                <a:gd name="T13" fmla="*/ 2 h 817"/>
                <a:gd name="T14" fmla="*/ 2 w 398"/>
                <a:gd name="T15" fmla="*/ 3 h 817"/>
                <a:gd name="T16" fmla="*/ 2 w 398"/>
                <a:gd name="T17" fmla="*/ 3 h 817"/>
                <a:gd name="T18" fmla="*/ 2 w 398"/>
                <a:gd name="T19" fmla="*/ 4 h 817"/>
                <a:gd name="T20" fmla="*/ 2 w 398"/>
                <a:gd name="T21" fmla="*/ 4 h 817"/>
                <a:gd name="T22" fmla="*/ 1 w 398"/>
                <a:gd name="T23" fmla="*/ 4 h 817"/>
                <a:gd name="T24" fmla="*/ 1 w 398"/>
                <a:gd name="T25" fmla="*/ 5 h 817"/>
                <a:gd name="T26" fmla="*/ 1 w 398"/>
                <a:gd name="T27" fmla="*/ 5 h 817"/>
                <a:gd name="T28" fmla="*/ 1 w 398"/>
                <a:gd name="T29" fmla="*/ 5 h 817"/>
                <a:gd name="T30" fmla="*/ 1 w 398"/>
                <a:gd name="T31" fmla="*/ 5 h 817"/>
                <a:gd name="T32" fmla="*/ 0 w 398"/>
                <a:gd name="T33" fmla="*/ 6 h 817"/>
                <a:gd name="T34" fmla="*/ 0 w 398"/>
                <a:gd name="T35" fmla="*/ 6 h 817"/>
                <a:gd name="T36" fmla="*/ 0 w 398"/>
                <a:gd name="T37" fmla="*/ 7 h 817"/>
                <a:gd name="T38" fmla="*/ 1 w 398"/>
                <a:gd name="T39" fmla="*/ 6 h 817"/>
                <a:gd name="T40" fmla="*/ 1 w 398"/>
                <a:gd name="T41" fmla="*/ 6 h 817"/>
                <a:gd name="T42" fmla="*/ 1 w 398"/>
                <a:gd name="T43" fmla="*/ 6 h 817"/>
                <a:gd name="T44" fmla="*/ 2 w 398"/>
                <a:gd name="T45" fmla="*/ 5 h 817"/>
                <a:gd name="T46" fmla="*/ 2 w 398"/>
                <a:gd name="T47" fmla="*/ 5 h 817"/>
                <a:gd name="T48" fmla="*/ 2 w 398"/>
                <a:gd name="T49" fmla="*/ 5 h 817"/>
                <a:gd name="T50" fmla="*/ 2 w 398"/>
                <a:gd name="T51" fmla="*/ 4 h 817"/>
                <a:gd name="T52" fmla="*/ 2 w 398"/>
                <a:gd name="T53" fmla="*/ 4 h 817"/>
                <a:gd name="T54" fmla="*/ 3 w 398"/>
                <a:gd name="T55" fmla="*/ 3 h 817"/>
                <a:gd name="T56" fmla="*/ 3 w 398"/>
                <a:gd name="T57" fmla="*/ 3 h 817"/>
                <a:gd name="T58" fmla="*/ 3 w 398"/>
                <a:gd name="T59" fmla="*/ 3 h 817"/>
                <a:gd name="T60" fmla="*/ 3 w 398"/>
                <a:gd name="T61" fmla="*/ 2 h 817"/>
                <a:gd name="T62" fmla="*/ 3 w 398"/>
                <a:gd name="T63" fmla="*/ 2 h 817"/>
                <a:gd name="T64" fmla="*/ 3 w 398"/>
                <a:gd name="T65" fmla="*/ 1 h 817"/>
                <a:gd name="T66" fmla="*/ 3 w 398"/>
                <a:gd name="T67" fmla="*/ 1 h 817"/>
                <a:gd name="T68" fmla="*/ 3 w 398"/>
                <a:gd name="T69" fmla="*/ 0 h 817"/>
                <a:gd name="T70" fmla="*/ 3 w 398"/>
                <a:gd name="T71" fmla="*/ 0 h 817"/>
                <a:gd name="T72" fmla="*/ 3 w 398"/>
                <a:gd name="T73" fmla="*/ 0 h 817"/>
                <a:gd name="T74" fmla="*/ 3 w 398"/>
                <a:gd name="T75" fmla="*/ 0 h 817"/>
                <a:gd name="T76" fmla="*/ 3 w 398"/>
                <a:gd name="T77" fmla="*/ 0 h 817"/>
                <a:gd name="T78" fmla="*/ 3 w 398"/>
                <a:gd name="T79" fmla="*/ 0 h 817"/>
                <a:gd name="T80" fmla="*/ 3 w 398"/>
                <a:gd name="T81" fmla="*/ 0 h 817"/>
                <a:gd name="T82" fmla="*/ 3 w 398"/>
                <a:gd name="T83" fmla="*/ 0 h 817"/>
                <a:gd name="T84" fmla="*/ 3 w 398"/>
                <a:gd name="T85" fmla="*/ 0 h 817"/>
                <a:gd name="T86" fmla="*/ 2 w 398"/>
                <a:gd name="T87" fmla="*/ 0 h 817"/>
                <a:gd name="T88" fmla="*/ 2 w 398"/>
                <a:gd name="T89" fmla="*/ 0 h 817"/>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398"/>
                <a:gd name="T136" fmla="*/ 0 h 817"/>
                <a:gd name="T137" fmla="*/ 398 w 398"/>
                <a:gd name="T138" fmla="*/ 817 h 817"/>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398" h="817">
                  <a:moveTo>
                    <a:pt x="304" y="47"/>
                  </a:moveTo>
                  <a:lnTo>
                    <a:pt x="304" y="47"/>
                  </a:lnTo>
                  <a:lnTo>
                    <a:pt x="301" y="97"/>
                  </a:lnTo>
                  <a:lnTo>
                    <a:pt x="297" y="147"/>
                  </a:lnTo>
                  <a:lnTo>
                    <a:pt x="291" y="198"/>
                  </a:lnTo>
                  <a:lnTo>
                    <a:pt x="280" y="247"/>
                  </a:lnTo>
                  <a:lnTo>
                    <a:pt x="268" y="297"/>
                  </a:lnTo>
                  <a:lnTo>
                    <a:pt x="253" y="347"/>
                  </a:lnTo>
                  <a:lnTo>
                    <a:pt x="236" y="395"/>
                  </a:lnTo>
                  <a:lnTo>
                    <a:pt x="217" y="442"/>
                  </a:lnTo>
                  <a:lnTo>
                    <a:pt x="195" y="487"/>
                  </a:lnTo>
                  <a:lnTo>
                    <a:pt x="171" y="532"/>
                  </a:lnTo>
                  <a:lnTo>
                    <a:pt x="147" y="574"/>
                  </a:lnTo>
                  <a:lnTo>
                    <a:pt x="121" y="613"/>
                  </a:lnTo>
                  <a:lnTo>
                    <a:pt x="93" y="650"/>
                  </a:lnTo>
                  <a:lnTo>
                    <a:pt x="64" y="684"/>
                  </a:lnTo>
                  <a:lnTo>
                    <a:pt x="32" y="716"/>
                  </a:lnTo>
                  <a:lnTo>
                    <a:pt x="0" y="744"/>
                  </a:lnTo>
                  <a:lnTo>
                    <a:pt x="59" y="817"/>
                  </a:lnTo>
                  <a:lnTo>
                    <a:pt x="95" y="784"/>
                  </a:lnTo>
                  <a:lnTo>
                    <a:pt x="132" y="748"/>
                  </a:lnTo>
                  <a:lnTo>
                    <a:pt x="166" y="709"/>
                  </a:lnTo>
                  <a:lnTo>
                    <a:pt x="196" y="667"/>
                  </a:lnTo>
                  <a:lnTo>
                    <a:pt x="227" y="623"/>
                  </a:lnTo>
                  <a:lnTo>
                    <a:pt x="253" y="576"/>
                  </a:lnTo>
                  <a:lnTo>
                    <a:pt x="279" y="530"/>
                  </a:lnTo>
                  <a:lnTo>
                    <a:pt x="301" y="479"/>
                  </a:lnTo>
                  <a:lnTo>
                    <a:pt x="323" y="428"/>
                  </a:lnTo>
                  <a:lnTo>
                    <a:pt x="342" y="375"/>
                  </a:lnTo>
                  <a:lnTo>
                    <a:pt x="359" y="321"/>
                  </a:lnTo>
                  <a:lnTo>
                    <a:pt x="372" y="268"/>
                  </a:lnTo>
                  <a:lnTo>
                    <a:pt x="382" y="212"/>
                  </a:lnTo>
                  <a:lnTo>
                    <a:pt x="391" y="157"/>
                  </a:lnTo>
                  <a:lnTo>
                    <a:pt x="395" y="102"/>
                  </a:lnTo>
                  <a:lnTo>
                    <a:pt x="398" y="47"/>
                  </a:lnTo>
                  <a:lnTo>
                    <a:pt x="394" y="27"/>
                  </a:lnTo>
                  <a:lnTo>
                    <a:pt x="383" y="11"/>
                  </a:lnTo>
                  <a:lnTo>
                    <a:pt x="368" y="3"/>
                  </a:lnTo>
                  <a:lnTo>
                    <a:pt x="351" y="0"/>
                  </a:lnTo>
                  <a:lnTo>
                    <a:pt x="333" y="3"/>
                  </a:lnTo>
                  <a:lnTo>
                    <a:pt x="319" y="11"/>
                  </a:lnTo>
                  <a:lnTo>
                    <a:pt x="307" y="27"/>
                  </a:lnTo>
                  <a:lnTo>
                    <a:pt x="304" y="4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2782" name="Freeform 40"/>
            <p:cNvSpPr>
              <a:spLocks/>
            </p:cNvSpPr>
            <p:nvPr/>
          </p:nvSpPr>
          <p:spPr bwMode="auto">
            <a:xfrm>
              <a:off x="1660" y="1701"/>
              <a:ext cx="19" cy="365"/>
            </a:xfrm>
            <a:custGeom>
              <a:avLst/>
              <a:gdLst>
                <a:gd name="T0" fmla="*/ 0 w 95"/>
                <a:gd name="T1" fmla="*/ 0 h 1826"/>
                <a:gd name="T2" fmla="*/ 0 w 95"/>
                <a:gd name="T3" fmla="*/ 0 h 1826"/>
                <a:gd name="T4" fmla="*/ 0 w 95"/>
                <a:gd name="T5" fmla="*/ 15 h 1826"/>
                <a:gd name="T6" fmla="*/ 1 w 95"/>
                <a:gd name="T7" fmla="*/ 15 h 1826"/>
                <a:gd name="T8" fmla="*/ 1 w 95"/>
                <a:gd name="T9" fmla="*/ 0 h 1826"/>
                <a:gd name="T10" fmla="*/ 1 w 95"/>
                <a:gd name="T11" fmla="*/ 0 h 1826"/>
                <a:gd name="T12" fmla="*/ 1 w 95"/>
                <a:gd name="T13" fmla="*/ 0 h 1826"/>
                <a:gd name="T14" fmla="*/ 1 w 95"/>
                <a:gd name="T15" fmla="*/ 0 h 1826"/>
                <a:gd name="T16" fmla="*/ 1 w 95"/>
                <a:gd name="T17" fmla="*/ 0 h 1826"/>
                <a:gd name="T18" fmla="*/ 1 w 95"/>
                <a:gd name="T19" fmla="*/ 0 h 1826"/>
                <a:gd name="T20" fmla="*/ 0 w 95"/>
                <a:gd name="T21" fmla="*/ 0 h 1826"/>
                <a:gd name="T22" fmla="*/ 0 w 95"/>
                <a:gd name="T23" fmla="*/ 0 h 1826"/>
                <a:gd name="T24" fmla="*/ 0 w 95"/>
                <a:gd name="T25" fmla="*/ 0 h 1826"/>
                <a:gd name="T26" fmla="*/ 0 w 95"/>
                <a:gd name="T27" fmla="*/ 0 h 1826"/>
                <a:gd name="T28" fmla="*/ 0 w 95"/>
                <a:gd name="T29" fmla="*/ 0 h 1826"/>
                <a:gd name="T30" fmla="*/ 0 w 95"/>
                <a:gd name="T31" fmla="*/ 0 h 182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95"/>
                <a:gd name="T49" fmla="*/ 0 h 1826"/>
                <a:gd name="T50" fmla="*/ 95 w 95"/>
                <a:gd name="T51" fmla="*/ 1826 h 182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95" h="1826">
                  <a:moveTo>
                    <a:pt x="0" y="49"/>
                  </a:moveTo>
                  <a:lnTo>
                    <a:pt x="0" y="47"/>
                  </a:lnTo>
                  <a:lnTo>
                    <a:pt x="1" y="1826"/>
                  </a:lnTo>
                  <a:lnTo>
                    <a:pt x="95" y="1826"/>
                  </a:lnTo>
                  <a:lnTo>
                    <a:pt x="93" y="47"/>
                  </a:lnTo>
                  <a:lnTo>
                    <a:pt x="93" y="45"/>
                  </a:lnTo>
                  <a:lnTo>
                    <a:pt x="93" y="47"/>
                  </a:lnTo>
                  <a:lnTo>
                    <a:pt x="90" y="27"/>
                  </a:lnTo>
                  <a:lnTo>
                    <a:pt x="79" y="12"/>
                  </a:lnTo>
                  <a:lnTo>
                    <a:pt x="64" y="4"/>
                  </a:lnTo>
                  <a:lnTo>
                    <a:pt x="47" y="0"/>
                  </a:lnTo>
                  <a:lnTo>
                    <a:pt x="29" y="4"/>
                  </a:lnTo>
                  <a:lnTo>
                    <a:pt x="15" y="12"/>
                  </a:lnTo>
                  <a:lnTo>
                    <a:pt x="3" y="27"/>
                  </a:lnTo>
                  <a:lnTo>
                    <a:pt x="0" y="47"/>
                  </a:lnTo>
                  <a:lnTo>
                    <a:pt x="0" y="4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2783" name="Freeform 41"/>
            <p:cNvSpPr>
              <a:spLocks/>
            </p:cNvSpPr>
            <p:nvPr/>
          </p:nvSpPr>
          <p:spPr bwMode="auto">
            <a:xfrm>
              <a:off x="1598" y="1598"/>
              <a:ext cx="81" cy="113"/>
            </a:xfrm>
            <a:custGeom>
              <a:avLst/>
              <a:gdLst>
                <a:gd name="T0" fmla="*/ 0 w 401"/>
                <a:gd name="T1" fmla="*/ 1 h 566"/>
                <a:gd name="T2" fmla="*/ 0 w 401"/>
                <a:gd name="T3" fmla="*/ 1 h 566"/>
                <a:gd name="T4" fmla="*/ 0 w 401"/>
                <a:gd name="T5" fmla="*/ 1 h 566"/>
                <a:gd name="T6" fmla="*/ 1 w 401"/>
                <a:gd name="T7" fmla="*/ 1 h 566"/>
                <a:gd name="T8" fmla="*/ 1 w 401"/>
                <a:gd name="T9" fmla="*/ 1 h 566"/>
                <a:gd name="T10" fmla="*/ 1 w 401"/>
                <a:gd name="T11" fmla="*/ 1 h 566"/>
                <a:gd name="T12" fmla="*/ 1 w 401"/>
                <a:gd name="T13" fmla="*/ 2 h 566"/>
                <a:gd name="T14" fmla="*/ 1 w 401"/>
                <a:gd name="T15" fmla="*/ 2 h 566"/>
                <a:gd name="T16" fmla="*/ 2 w 401"/>
                <a:gd name="T17" fmla="*/ 2 h 566"/>
                <a:gd name="T18" fmla="*/ 2 w 401"/>
                <a:gd name="T19" fmla="*/ 2 h 566"/>
                <a:gd name="T20" fmla="*/ 2 w 401"/>
                <a:gd name="T21" fmla="*/ 2 h 566"/>
                <a:gd name="T22" fmla="*/ 2 w 401"/>
                <a:gd name="T23" fmla="*/ 3 h 566"/>
                <a:gd name="T24" fmla="*/ 2 w 401"/>
                <a:gd name="T25" fmla="*/ 3 h 566"/>
                <a:gd name="T26" fmla="*/ 2 w 401"/>
                <a:gd name="T27" fmla="*/ 3 h 566"/>
                <a:gd name="T28" fmla="*/ 2 w 401"/>
                <a:gd name="T29" fmla="*/ 4 h 566"/>
                <a:gd name="T30" fmla="*/ 2 w 401"/>
                <a:gd name="T31" fmla="*/ 4 h 566"/>
                <a:gd name="T32" fmla="*/ 2 w 401"/>
                <a:gd name="T33" fmla="*/ 4 h 566"/>
                <a:gd name="T34" fmla="*/ 3 w 401"/>
                <a:gd name="T35" fmla="*/ 5 h 566"/>
                <a:gd name="T36" fmla="*/ 3 w 401"/>
                <a:gd name="T37" fmla="*/ 4 h 566"/>
                <a:gd name="T38" fmla="*/ 3 w 401"/>
                <a:gd name="T39" fmla="*/ 4 h 566"/>
                <a:gd name="T40" fmla="*/ 3 w 401"/>
                <a:gd name="T41" fmla="*/ 4 h 566"/>
                <a:gd name="T42" fmla="*/ 3 w 401"/>
                <a:gd name="T43" fmla="*/ 3 h 566"/>
                <a:gd name="T44" fmla="*/ 3 w 401"/>
                <a:gd name="T45" fmla="*/ 3 h 566"/>
                <a:gd name="T46" fmla="*/ 3 w 401"/>
                <a:gd name="T47" fmla="*/ 3 h 566"/>
                <a:gd name="T48" fmla="*/ 3 w 401"/>
                <a:gd name="T49" fmla="*/ 2 h 566"/>
                <a:gd name="T50" fmla="*/ 3 w 401"/>
                <a:gd name="T51" fmla="*/ 2 h 566"/>
                <a:gd name="T52" fmla="*/ 2 w 401"/>
                <a:gd name="T53" fmla="*/ 2 h 566"/>
                <a:gd name="T54" fmla="*/ 2 w 401"/>
                <a:gd name="T55" fmla="*/ 2 h 566"/>
                <a:gd name="T56" fmla="*/ 2 w 401"/>
                <a:gd name="T57" fmla="*/ 1 h 566"/>
                <a:gd name="T58" fmla="*/ 2 w 401"/>
                <a:gd name="T59" fmla="*/ 1 h 566"/>
                <a:gd name="T60" fmla="*/ 2 w 401"/>
                <a:gd name="T61" fmla="*/ 1 h 566"/>
                <a:gd name="T62" fmla="*/ 1 w 401"/>
                <a:gd name="T63" fmla="*/ 1 h 566"/>
                <a:gd name="T64" fmla="*/ 1 w 401"/>
                <a:gd name="T65" fmla="*/ 0 h 566"/>
                <a:gd name="T66" fmla="*/ 1 w 401"/>
                <a:gd name="T67" fmla="*/ 0 h 566"/>
                <a:gd name="T68" fmla="*/ 1 w 401"/>
                <a:gd name="T69" fmla="*/ 0 h 566"/>
                <a:gd name="T70" fmla="*/ 1 w 401"/>
                <a:gd name="T71" fmla="*/ 0 h 566"/>
                <a:gd name="T72" fmla="*/ 1 w 401"/>
                <a:gd name="T73" fmla="*/ 0 h 566"/>
                <a:gd name="T74" fmla="*/ 0 w 401"/>
                <a:gd name="T75" fmla="*/ 0 h 566"/>
                <a:gd name="T76" fmla="*/ 0 w 401"/>
                <a:gd name="T77" fmla="*/ 0 h 566"/>
                <a:gd name="T78" fmla="*/ 0 w 401"/>
                <a:gd name="T79" fmla="*/ 0 h 566"/>
                <a:gd name="T80" fmla="*/ 0 w 401"/>
                <a:gd name="T81" fmla="*/ 0 h 566"/>
                <a:gd name="T82" fmla="*/ 0 w 401"/>
                <a:gd name="T83" fmla="*/ 0 h 566"/>
                <a:gd name="T84" fmla="*/ 0 w 401"/>
                <a:gd name="T85" fmla="*/ 0 h 566"/>
                <a:gd name="T86" fmla="*/ 0 w 401"/>
                <a:gd name="T87" fmla="*/ 1 h 566"/>
                <a:gd name="T88" fmla="*/ 0 w 401"/>
                <a:gd name="T89" fmla="*/ 1 h 56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401"/>
                <a:gd name="T136" fmla="*/ 0 h 566"/>
                <a:gd name="T137" fmla="*/ 401 w 401"/>
                <a:gd name="T138" fmla="*/ 566 h 566"/>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401" h="566">
                  <a:moveTo>
                    <a:pt x="23" y="88"/>
                  </a:moveTo>
                  <a:lnTo>
                    <a:pt x="23" y="88"/>
                  </a:lnTo>
                  <a:lnTo>
                    <a:pt x="53" y="107"/>
                  </a:lnTo>
                  <a:lnTo>
                    <a:pt x="83" y="125"/>
                  </a:lnTo>
                  <a:lnTo>
                    <a:pt x="108" y="147"/>
                  </a:lnTo>
                  <a:lnTo>
                    <a:pt x="135" y="171"/>
                  </a:lnTo>
                  <a:lnTo>
                    <a:pt x="160" y="196"/>
                  </a:lnTo>
                  <a:lnTo>
                    <a:pt x="182" y="223"/>
                  </a:lnTo>
                  <a:lnTo>
                    <a:pt x="205" y="251"/>
                  </a:lnTo>
                  <a:lnTo>
                    <a:pt x="223" y="281"/>
                  </a:lnTo>
                  <a:lnTo>
                    <a:pt x="240" y="312"/>
                  </a:lnTo>
                  <a:lnTo>
                    <a:pt x="256" y="345"/>
                  </a:lnTo>
                  <a:lnTo>
                    <a:pt x="270" y="379"/>
                  </a:lnTo>
                  <a:lnTo>
                    <a:pt x="282" y="414"/>
                  </a:lnTo>
                  <a:lnTo>
                    <a:pt x="291" y="450"/>
                  </a:lnTo>
                  <a:lnTo>
                    <a:pt x="299" y="488"/>
                  </a:lnTo>
                  <a:lnTo>
                    <a:pt x="304" y="526"/>
                  </a:lnTo>
                  <a:lnTo>
                    <a:pt x="308" y="566"/>
                  </a:lnTo>
                  <a:lnTo>
                    <a:pt x="401" y="562"/>
                  </a:lnTo>
                  <a:lnTo>
                    <a:pt x="398" y="517"/>
                  </a:lnTo>
                  <a:lnTo>
                    <a:pt x="391" y="471"/>
                  </a:lnTo>
                  <a:lnTo>
                    <a:pt x="383" y="429"/>
                  </a:lnTo>
                  <a:lnTo>
                    <a:pt x="371" y="386"/>
                  </a:lnTo>
                  <a:lnTo>
                    <a:pt x="357" y="346"/>
                  </a:lnTo>
                  <a:lnTo>
                    <a:pt x="340" y="307"/>
                  </a:lnTo>
                  <a:lnTo>
                    <a:pt x="324" y="270"/>
                  </a:lnTo>
                  <a:lnTo>
                    <a:pt x="303" y="232"/>
                  </a:lnTo>
                  <a:lnTo>
                    <a:pt x="280" y="197"/>
                  </a:lnTo>
                  <a:lnTo>
                    <a:pt x="255" y="164"/>
                  </a:lnTo>
                  <a:lnTo>
                    <a:pt x="228" y="132"/>
                  </a:lnTo>
                  <a:lnTo>
                    <a:pt x="199" y="103"/>
                  </a:lnTo>
                  <a:lnTo>
                    <a:pt x="169" y="76"/>
                  </a:lnTo>
                  <a:lnTo>
                    <a:pt x="137" y="50"/>
                  </a:lnTo>
                  <a:lnTo>
                    <a:pt x="103" y="27"/>
                  </a:lnTo>
                  <a:lnTo>
                    <a:pt x="67" y="6"/>
                  </a:lnTo>
                  <a:lnTo>
                    <a:pt x="48" y="0"/>
                  </a:lnTo>
                  <a:lnTo>
                    <a:pt x="30" y="2"/>
                  </a:lnTo>
                  <a:lnTo>
                    <a:pt x="16" y="12"/>
                  </a:lnTo>
                  <a:lnTo>
                    <a:pt x="5" y="25"/>
                  </a:lnTo>
                  <a:lnTo>
                    <a:pt x="0" y="41"/>
                  </a:lnTo>
                  <a:lnTo>
                    <a:pt x="0" y="59"/>
                  </a:lnTo>
                  <a:lnTo>
                    <a:pt x="8" y="75"/>
                  </a:lnTo>
                  <a:lnTo>
                    <a:pt x="23"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2784" name="Freeform 42"/>
            <p:cNvSpPr>
              <a:spLocks/>
            </p:cNvSpPr>
            <p:nvPr/>
          </p:nvSpPr>
          <p:spPr bwMode="auto">
            <a:xfrm>
              <a:off x="1346" y="1455"/>
              <a:ext cx="266" cy="160"/>
            </a:xfrm>
            <a:custGeom>
              <a:avLst/>
              <a:gdLst>
                <a:gd name="T0" fmla="*/ 0 w 1330"/>
                <a:gd name="T1" fmla="*/ 1 h 801"/>
                <a:gd name="T2" fmla="*/ 0 w 1330"/>
                <a:gd name="T3" fmla="*/ 1 h 801"/>
                <a:gd name="T4" fmla="*/ 10 w 1330"/>
                <a:gd name="T5" fmla="*/ 6 h 801"/>
                <a:gd name="T6" fmla="*/ 11 w 1330"/>
                <a:gd name="T7" fmla="*/ 6 h 801"/>
                <a:gd name="T8" fmla="*/ 1 w 1330"/>
                <a:gd name="T9" fmla="*/ 0 h 801"/>
                <a:gd name="T10" fmla="*/ 1 w 1330"/>
                <a:gd name="T11" fmla="*/ 0 h 801"/>
                <a:gd name="T12" fmla="*/ 1 w 1330"/>
                <a:gd name="T13" fmla="*/ 0 h 801"/>
                <a:gd name="T14" fmla="*/ 0 w 1330"/>
                <a:gd name="T15" fmla="*/ 0 h 801"/>
                <a:gd name="T16" fmla="*/ 0 w 1330"/>
                <a:gd name="T17" fmla="*/ 0 h 801"/>
                <a:gd name="T18" fmla="*/ 0 w 1330"/>
                <a:gd name="T19" fmla="*/ 0 h 801"/>
                <a:gd name="T20" fmla="*/ 0 w 1330"/>
                <a:gd name="T21" fmla="*/ 0 h 801"/>
                <a:gd name="T22" fmla="*/ 0 w 1330"/>
                <a:gd name="T23" fmla="*/ 0 h 801"/>
                <a:gd name="T24" fmla="*/ 0 w 1330"/>
                <a:gd name="T25" fmla="*/ 0 h 801"/>
                <a:gd name="T26" fmla="*/ 0 w 1330"/>
                <a:gd name="T27" fmla="*/ 1 h 801"/>
                <a:gd name="T28" fmla="*/ 0 w 1330"/>
                <a:gd name="T29" fmla="*/ 1 h 801"/>
                <a:gd name="T30" fmla="*/ 0 w 1330"/>
                <a:gd name="T31" fmla="*/ 1 h 801"/>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30"/>
                <a:gd name="T49" fmla="*/ 0 h 801"/>
                <a:gd name="T50" fmla="*/ 1330 w 1330"/>
                <a:gd name="T51" fmla="*/ 801 h 801"/>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30" h="801">
                  <a:moveTo>
                    <a:pt x="24" y="88"/>
                  </a:moveTo>
                  <a:lnTo>
                    <a:pt x="23" y="88"/>
                  </a:lnTo>
                  <a:lnTo>
                    <a:pt x="1286" y="801"/>
                  </a:lnTo>
                  <a:lnTo>
                    <a:pt x="1330" y="719"/>
                  </a:lnTo>
                  <a:lnTo>
                    <a:pt x="67" y="6"/>
                  </a:lnTo>
                  <a:lnTo>
                    <a:pt x="66" y="6"/>
                  </a:lnTo>
                  <a:lnTo>
                    <a:pt x="67" y="6"/>
                  </a:lnTo>
                  <a:lnTo>
                    <a:pt x="48" y="0"/>
                  </a:lnTo>
                  <a:lnTo>
                    <a:pt x="30" y="2"/>
                  </a:lnTo>
                  <a:lnTo>
                    <a:pt x="16" y="12"/>
                  </a:lnTo>
                  <a:lnTo>
                    <a:pt x="5" y="25"/>
                  </a:lnTo>
                  <a:lnTo>
                    <a:pt x="0" y="41"/>
                  </a:lnTo>
                  <a:lnTo>
                    <a:pt x="0" y="59"/>
                  </a:lnTo>
                  <a:lnTo>
                    <a:pt x="8" y="75"/>
                  </a:lnTo>
                  <a:lnTo>
                    <a:pt x="23" y="88"/>
                  </a:lnTo>
                  <a:lnTo>
                    <a:pt x="24"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2785" name="Freeform 43"/>
            <p:cNvSpPr>
              <a:spLocks/>
            </p:cNvSpPr>
            <p:nvPr/>
          </p:nvSpPr>
          <p:spPr bwMode="auto">
            <a:xfrm>
              <a:off x="1198" y="1439"/>
              <a:ext cx="161" cy="35"/>
            </a:xfrm>
            <a:custGeom>
              <a:avLst/>
              <a:gdLst>
                <a:gd name="T0" fmla="*/ 1 w 806"/>
                <a:gd name="T1" fmla="*/ 1 h 177"/>
                <a:gd name="T2" fmla="*/ 1 w 806"/>
                <a:gd name="T3" fmla="*/ 1 h 177"/>
                <a:gd name="T4" fmla="*/ 1 w 806"/>
                <a:gd name="T5" fmla="*/ 1 h 177"/>
                <a:gd name="T6" fmla="*/ 1 w 806"/>
                <a:gd name="T7" fmla="*/ 1 h 177"/>
                <a:gd name="T8" fmla="*/ 2 w 806"/>
                <a:gd name="T9" fmla="*/ 1 h 177"/>
                <a:gd name="T10" fmla="*/ 2 w 806"/>
                <a:gd name="T11" fmla="*/ 1 h 177"/>
                <a:gd name="T12" fmla="*/ 2 w 806"/>
                <a:gd name="T13" fmla="*/ 1 h 177"/>
                <a:gd name="T14" fmla="*/ 3 w 806"/>
                <a:gd name="T15" fmla="*/ 1 h 177"/>
                <a:gd name="T16" fmla="*/ 3 w 806"/>
                <a:gd name="T17" fmla="*/ 1 h 177"/>
                <a:gd name="T18" fmla="*/ 3 w 806"/>
                <a:gd name="T19" fmla="*/ 1 h 177"/>
                <a:gd name="T20" fmla="*/ 4 w 806"/>
                <a:gd name="T21" fmla="*/ 1 h 177"/>
                <a:gd name="T22" fmla="*/ 4 w 806"/>
                <a:gd name="T23" fmla="*/ 1 h 177"/>
                <a:gd name="T24" fmla="*/ 5 w 806"/>
                <a:gd name="T25" fmla="*/ 1 h 177"/>
                <a:gd name="T26" fmla="*/ 5 w 806"/>
                <a:gd name="T27" fmla="*/ 1 h 177"/>
                <a:gd name="T28" fmla="*/ 5 w 806"/>
                <a:gd name="T29" fmla="*/ 1 h 177"/>
                <a:gd name="T30" fmla="*/ 6 w 806"/>
                <a:gd name="T31" fmla="*/ 1 h 177"/>
                <a:gd name="T32" fmla="*/ 6 w 806"/>
                <a:gd name="T33" fmla="*/ 1 h 177"/>
                <a:gd name="T34" fmla="*/ 6 w 806"/>
                <a:gd name="T35" fmla="*/ 1 h 177"/>
                <a:gd name="T36" fmla="*/ 6 w 806"/>
                <a:gd name="T37" fmla="*/ 1 h 177"/>
                <a:gd name="T38" fmla="*/ 6 w 806"/>
                <a:gd name="T39" fmla="*/ 1 h 177"/>
                <a:gd name="T40" fmla="*/ 6 w 806"/>
                <a:gd name="T41" fmla="*/ 0 h 177"/>
                <a:gd name="T42" fmla="*/ 5 w 806"/>
                <a:gd name="T43" fmla="*/ 0 h 177"/>
                <a:gd name="T44" fmla="*/ 5 w 806"/>
                <a:gd name="T45" fmla="*/ 0 h 177"/>
                <a:gd name="T46" fmla="*/ 5 w 806"/>
                <a:gd name="T47" fmla="*/ 0 h 177"/>
                <a:gd name="T48" fmla="*/ 4 w 806"/>
                <a:gd name="T49" fmla="*/ 0 h 177"/>
                <a:gd name="T50" fmla="*/ 4 w 806"/>
                <a:gd name="T51" fmla="*/ 0 h 177"/>
                <a:gd name="T52" fmla="*/ 3 w 806"/>
                <a:gd name="T53" fmla="*/ 0 h 177"/>
                <a:gd name="T54" fmla="*/ 3 w 806"/>
                <a:gd name="T55" fmla="*/ 0 h 177"/>
                <a:gd name="T56" fmla="*/ 3 w 806"/>
                <a:gd name="T57" fmla="*/ 0 h 177"/>
                <a:gd name="T58" fmla="*/ 2 w 806"/>
                <a:gd name="T59" fmla="*/ 0 h 177"/>
                <a:gd name="T60" fmla="*/ 2 w 806"/>
                <a:gd name="T61" fmla="*/ 0 h 177"/>
                <a:gd name="T62" fmla="*/ 1 w 806"/>
                <a:gd name="T63" fmla="*/ 0 h 177"/>
                <a:gd name="T64" fmla="*/ 1 w 806"/>
                <a:gd name="T65" fmla="*/ 0 h 177"/>
                <a:gd name="T66" fmla="*/ 1 w 806"/>
                <a:gd name="T67" fmla="*/ 1 h 177"/>
                <a:gd name="T68" fmla="*/ 0 w 806"/>
                <a:gd name="T69" fmla="*/ 1 h 177"/>
                <a:gd name="T70" fmla="*/ 0 w 806"/>
                <a:gd name="T71" fmla="*/ 1 h 177"/>
                <a:gd name="T72" fmla="*/ 0 w 806"/>
                <a:gd name="T73" fmla="*/ 1 h 177"/>
                <a:gd name="T74" fmla="*/ 0 w 806"/>
                <a:gd name="T75" fmla="*/ 1 h 177"/>
                <a:gd name="T76" fmla="*/ 0 w 806"/>
                <a:gd name="T77" fmla="*/ 1 h 177"/>
                <a:gd name="T78" fmla="*/ 0 w 806"/>
                <a:gd name="T79" fmla="*/ 1 h 177"/>
                <a:gd name="T80" fmla="*/ 0 w 806"/>
                <a:gd name="T81" fmla="*/ 1 h 177"/>
                <a:gd name="T82" fmla="*/ 0 w 806"/>
                <a:gd name="T83" fmla="*/ 1 h 177"/>
                <a:gd name="T84" fmla="*/ 0 w 806"/>
                <a:gd name="T85" fmla="*/ 1 h 177"/>
                <a:gd name="T86" fmla="*/ 0 w 806"/>
                <a:gd name="T87" fmla="*/ 1 h 177"/>
                <a:gd name="T88" fmla="*/ 1 w 806"/>
                <a:gd name="T89" fmla="*/ 1 h 177"/>
                <a:gd name="T90" fmla="*/ 1 w 806"/>
                <a:gd name="T91" fmla="*/ 1 h 17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806"/>
                <a:gd name="T139" fmla="*/ 0 h 177"/>
                <a:gd name="T140" fmla="*/ 806 w 806"/>
                <a:gd name="T141" fmla="*/ 177 h 17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806" h="177">
                  <a:moveTo>
                    <a:pt x="67" y="171"/>
                  </a:moveTo>
                  <a:lnTo>
                    <a:pt x="68" y="171"/>
                  </a:lnTo>
                  <a:lnTo>
                    <a:pt x="109" y="151"/>
                  </a:lnTo>
                  <a:lnTo>
                    <a:pt x="151" y="135"/>
                  </a:lnTo>
                  <a:lnTo>
                    <a:pt x="196" y="122"/>
                  </a:lnTo>
                  <a:lnTo>
                    <a:pt x="242" y="110"/>
                  </a:lnTo>
                  <a:lnTo>
                    <a:pt x="287" y="102"/>
                  </a:lnTo>
                  <a:lnTo>
                    <a:pt x="335" y="97"/>
                  </a:lnTo>
                  <a:lnTo>
                    <a:pt x="382" y="95"/>
                  </a:lnTo>
                  <a:lnTo>
                    <a:pt x="430" y="94"/>
                  </a:lnTo>
                  <a:lnTo>
                    <a:pt x="477" y="97"/>
                  </a:lnTo>
                  <a:lnTo>
                    <a:pt x="524" y="102"/>
                  </a:lnTo>
                  <a:lnTo>
                    <a:pt x="568" y="108"/>
                  </a:lnTo>
                  <a:lnTo>
                    <a:pt x="612" y="117"/>
                  </a:lnTo>
                  <a:lnTo>
                    <a:pt x="654" y="128"/>
                  </a:lnTo>
                  <a:lnTo>
                    <a:pt x="693" y="141"/>
                  </a:lnTo>
                  <a:lnTo>
                    <a:pt x="730" y="155"/>
                  </a:lnTo>
                  <a:lnTo>
                    <a:pt x="764" y="171"/>
                  </a:lnTo>
                  <a:lnTo>
                    <a:pt x="806" y="89"/>
                  </a:lnTo>
                  <a:lnTo>
                    <a:pt x="768" y="70"/>
                  </a:lnTo>
                  <a:lnTo>
                    <a:pt x="725" y="54"/>
                  </a:lnTo>
                  <a:lnTo>
                    <a:pt x="680" y="39"/>
                  </a:lnTo>
                  <a:lnTo>
                    <a:pt x="633" y="26"/>
                  </a:lnTo>
                  <a:lnTo>
                    <a:pt x="585" y="16"/>
                  </a:lnTo>
                  <a:lnTo>
                    <a:pt x="536" y="8"/>
                  </a:lnTo>
                  <a:lnTo>
                    <a:pt x="484" y="3"/>
                  </a:lnTo>
                  <a:lnTo>
                    <a:pt x="433" y="0"/>
                  </a:lnTo>
                  <a:lnTo>
                    <a:pt x="380" y="1"/>
                  </a:lnTo>
                  <a:lnTo>
                    <a:pt x="328" y="3"/>
                  </a:lnTo>
                  <a:lnTo>
                    <a:pt x="276" y="10"/>
                  </a:lnTo>
                  <a:lnTo>
                    <a:pt x="223" y="19"/>
                  </a:lnTo>
                  <a:lnTo>
                    <a:pt x="172" y="30"/>
                  </a:lnTo>
                  <a:lnTo>
                    <a:pt x="121" y="46"/>
                  </a:lnTo>
                  <a:lnTo>
                    <a:pt x="72" y="67"/>
                  </a:lnTo>
                  <a:lnTo>
                    <a:pt x="24" y="89"/>
                  </a:lnTo>
                  <a:lnTo>
                    <a:pt x="25" y="89"/>
                  </a:lnTo>
                  <a:lnTo>
                    <a:pt x="24" y="89"/>
                  </a:lnTo>
                  <a:lnTo>
                    <a:pt x="8" y="102"/>
                  </a:lnTo>
                  <a:lnTo>
                    <a:pt x="0" y="118"/>
                  </a:lnTo>
                  <a:lnTo>
                    <a:pt x="0" y="136"/>
                  </a:lnTo>
                  <a:lnTo>
                    <a:pt x="6" y="152"/>
                  </a:lnTo>
                  <a:lnTo>
                    <a:pt x="17" y="165"/>
                  </a:lnTo>
                  <a:lnTo>
                    <a:pt x="31" y="175"/>
                  </a:lnTo>
                  <a:lnTo>
                    <a:pt x="48" y="177"/>
                  </a:lnTo>
                  <a:lnTo>
                    <a:pt x="68" y="171"/>
                  </a:lnTo>
                  <a:lnTo>
                    <a:pt x="67" y="1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2786" name="Freeform 44"/>
            <p:cNvSpPr>
              <a:spLocks/>
            </p:cNvSpPr>
            <p:nvPr/>
          </p:nvSpPr>
          <p:spPr bwMode="auto">
            <a:xfrm>
              <a:off x="931" y="1456"/>
              <a:ext cx="280" cy="158"/>
            </a:xfrm>
            <a:custGeom>
              <a:avLst/>
              <a:gdLst>
                <a:gd name="T0" fmla="*/ 1 w 1402"/>
                <a:gd name="T1" fmla="*/ 6 h 787"/>
                <a:gd name="T2" fmla="*/ 1 w 1402"/>
                <a:gd name="T3" fmla="*/ 6 h 787"/>
                <a:gd name="T4" fmla="*/ 11 w 1402"/>
                <a:gd name="T5" fmla="*/ 1 h 787"/>
                <a:gd name="T6" fmla="*/ 11 w 1402"/>
                <a:gd name="T7" fmla="*/ 0 h 787"/>
                <a:gd name="T8" fmla="*/ 0 w 1402"/>
                <a:gd name="T9" fmla="*/ 6 h 787"/>
                <a:gd name="T10" fmla="*/ 0 w 1402"/>
                <a:gd name="T11" fmla="*/ 6 h 787"/>
                <a:gd name="T12" fmla="*/ 0 w 1402"/>
                <a:gd name="T13" fmla="*/ 6 h 787"/>
                <a:gd name="T14" fmla="*/ 0 w 1402"/>
                <a:gd name="T15" fmla="*/ 6 h 787"/>
                <a:gd name="T16" fmla="*/ 0 w 1402"/>
                <a:gd name="T17" fmla="*/ 6 h 787"/>
                <a:gd name="T18" fmla="*/ 0 w 1402"/>
                <a:gd name="T19" fmla="*/ 6 h 787"/>
                <a:gd name="T20" fmla="*/ 0 w 1402"/>
                <a:gd name="T21" fmla="*/ 6 h 787"/>
                <a:gd name="T22" fmla="*/ 0 w 1402"/>
                <a:gd name="T23" fmla="*/ 6 h 787"/>
                <a:gd name="T24" fmla="*/ 0 w 1402"/>
                <a:gd name="T25" fmla="*/ 6 h 787"/>
                <a:gd name="T26" fmla="*/ 0 w 1402"/>
                <a:gd name="T27" fmla="*/ 6 h 787"/>
                <a:gd name="T28" fmla="*/ 1 w 1402"/>
                <a:gd name="T29" fmla="*/ 6 h 787"/>
                <a:gd name="T30" fmla="*/ 1 w 1402"/>
                <a:gd name="T31" fmla="*/ 6 h 78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02"/>
                <a:gd name="T49" fmla="*/ 0 h 787"/>
                <a:gd name="T50" fmla="*/ 1402 w 1402"/>
                <a:gd name="T51" fmla="*/ 787 h 78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02" h="787">
                  <a:moveTo>
                    <a:pt x="69" y="781"/>
                  </a:moveTo>
                  <a:lnTo>
                    <a:pt x="66" y="781"/>
                  </a:lnTo>
                  <a:lnTo>
                    <a:pt x="1402" y="82"/>
                  </a:lnTo>
                  <a:lnTo>
                    <a:pt x="1360" y="0"/>
                  </a:lnTo>
                  <a:lnTo>
                    <a:pt x="24" y="699"/>
                  </a:lnTo>
                  <a:lnTo>
                    <a:pt x="22" y="699"/>
                  </a:lnTo>
                  <a:lnTo>
                    <a:pt x="24" y="699"/>
                  </a:lnTo>
                  <a:lnTo>
                    <a:pt x="8" y="712"/>
                  </a:lnTo>
                  <a:lnTo>
                    <a:pt x="1" y="727"/>
                  </a:lnTo>
                  <a:lnTo>
                    <a:pt x="0" y="744"/>
                  </a:lnTo>
                  <a:lnTo>
                    <a:pt x="5" y="761"/>
                  </a:lnTo>
                  <a:lnTo>
                    <a:pt x="15" y="775"/>
                  </a:lnTo>
                  <a:lnTo>
                    <a:pt x="30" y="784"/>
                  </a:lnTo>
                  <a:lnTo>
                    <a:pt x="46" y="787"/>
                  </a:lnTo>
                  <a:lnTo>
                    <a:pt x="66" y="781"/>
                  </a:lnTo>
                  <a:lnTo>
                    <a:pt x="69" y="7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2787" name="Freeform 45"/>
            <p:cNvSpPr>
              <a:spLocks/>
            </p:cNvSpPr>
            <p:nvPr/>
          </p:nvSpPr>
          <p:spPr bwMode="auto">
            <a:xfrm>
              <a:off x="868" y="1596"/>
              <a:ext cx="77" cy="126"/>
            </a:xfrm>
            <a:custGeom>
              <a:avLst/>
              <a:gdLst>
                <a:gd name="T0" fmla="*/ 1 w 382"/>
                <a:gd name="T1" fmla="*/ 5 h 628"/>
                <a:gd name="T2" fmla="*/ 1 w 382"/>
                <a:gd name="T3" fmla="*/ 5 h 628"/>
                <a:gd name="T4" fmla="*/ 1 w 382"/>
                <a:gd name="T5" fmla="*/ 4 h 628"/>
                <a:gd name="T6" fmla="*/ 1 w 382"/>
                <a:gd name="T7" fmla="*/ 4 h 628"/>
                <a:gd name="T8" fmla="*/ 1 w 382"/>
                <a:gd name="T9" fmla="*/ 4 h 628"/>
                <a:gd name="T10" fmla="*/ 1 w 382"/>
                <a:gd name="T11" fmla="*/ 3 h 628"/>
                <a:gd name="T12" fmla="*/ 1 w 382"/>
                <a:gd name="T13" fmla="*/ 3 h 628"/>
                <a:gd name="T14" fmla="*/ 1 w 382"/>
                <a:gd name="T15" fmla="*/ 3 h 628"/>
                <a:gd name="T16" fmla="*/ 1 w 382"/>
                <a:gd name="T17" fmla="*/ 3 h 628"/>
                <a:gd name="T18" fmla="*/ 1 w 382"/>
                <a:gd name="T19" fmla="*/ 2 h 628"/>
                <a:gd name="T20" fmla="*/ 2 w 382"/>
                <a:gd name="T21" fmla="*/ 2 h 628"/>
                <a:gd name="T22" fmla="*/ 2 w 382"/>
                <a:gd name="T23" fmla="*/ 2 h 628"/>
                <a:gd name="T24" fmla="*/ 2 w 382"/>
                <a:gd name="T25" fmla="*/ 2 h 628"/>
                <a:gd name="T26" fmla="*/ 2 w 382"/>
                <a:gd name="T27" fmla="*/ 1 h 628"/>
                <a:gd name="T28" fmla="*/ 2 w 382"/>
                <a:gd name="T29" fmla="*/ 1 h 628"/>
                <a:gd name="T30" fmla="*/ 3 w 382"/>
                <a:gd name="T31" fmla="*/ 1 h 628"/>
                <a:gd name="T32" fmla="*/ 3 w 382"/>
                <a:gd name="T33" fmla="*/ 1 h 628"/>
                <a:gd name="T34" fmla="*/ 3 w 382"/>
                <a:gd name="T35" fmla="*/ 1 h 628"/>
                <a:gd name="T36" fmla="*/ 3 w 382"/>
                <a:gd name="T37" fmla="*/ 0 h 628"/>
                <a:gd name="T38" fmla="*/ 2 w 382"/>
                <a:gd name="T39" fmla="*/ 0 h 628"/>
                <a:gd name="T40" fmla="*/ 2 w 382"/>
                <a:gd name="T41" fmla="*/ 0 h 628"/>
                <a:gd name="T42" fmla="*/ 2 w 382"/>
                <a:gd name="T43" fmla="*/ 1 h 628"/>
                <a:gd name="T44" fmla="*/ 2 w 382"/>
                <a:gd name="T45" fmla="*/ 1 h 628"/>
                <a:gd name="T46" fmla="*/ 1 w 382"/>
                <a:gd name="T47" fmla="*/ 1 h 628"/>
                <a:gd name="T48" fmla="*/ 1 w 382"/>
                <a:gd name="T49" fmla="*/ 1 h 628"/>
                <a:gd name="T50" fmla="*/ 1 w 382"/>
                <a:gd name="T51" fmla="*/ 2 h 628"/>
                <a:gd name="T52" fmla="*/ 1 w 382"/>
                <a:gd name="T53" fmla="*/ 2 h 628"/>
                <a:gd name="T54" fmla="*/ 1 w 382"/>
                <a:gd name="T55" fmla="*/ 2 h 628"/>
                <a:gd name="T56" fmla="*/ 0 w 382"/>
                <a:gd name="T57" fmla="*/ 3 h 628"/>
                <a:gd name="T58" fmla="*/ 0 w 382"/>
                <a:gd name="T59" fmla="*/ 3 h 628"/>
                <a:gd name="T60" fmla="*/ 0 w 382"/>
                <a:gd name="T61" fmla="*/ 3 h 628"/>
                <a:gd name="T62" fmla="*/ 0 w 382"/>
                <a:gd name="T63" fmla="*/ 4 h 628"/>
                <a:gd name="T64" fmla="*/ 0 w 382"/>
                <a:gd name="T65" fmla="*/ 4 h 628"/>
                <a:gd name="T66" fmla="*/ 0 w 382"/>
                <a:gd name="T67" fmla="*/ 4 h 628"/>
                <a:gd name="T68" fmla="*/ 0 w 382"/>
                <a:gd name="T69" fmla="*/ 5 h 628"/>
                <a:gd name="T70" fmla="*/ 0 w 382"/>
                <a:gd name="T71" fmla="*/ 5 h 628"/>
                <a:gd name="T72" fmla="*/ 0 w 382"/>
                <a:gd name="T73" fmla="*/ 5 h 628"/>
                <a:gd name="T74" fmla="*/ 0 w 382"/>
                <a:gd name="T75" fmla="*/ 5 h 628"/>
                <a:gd name="T76" fmla="*/ 0 w 382"/>
                <a:gd name="T77" fmla="*/ 5 h 628"/>
                <a:gd name="T78" fmla="*/ 0 w 382"/>
                <a:gd name="T79" fmla="*/ 5 h 628"/>
                <a:gd name="T80" fmla="*/ 0 w 382"/>
                <a:gd name="T81" fmla="*/ 5 h 628"/>
                <a:gd name="T82" fmla="*/ 1 w 382"/>
                <a:gd name="T83" fmla="*/ 5 h 628"/>
                <a:gd name="T84" fmla="*/ 1 w 382"/>
                <a:gd name="T85" fmla="*/ 5 h 628"/>
                <a:gd name="T86" fmla="*/ 1 w 382"/>
                <a:gd name="T87" fmla="*/ 5 h 628"/>
                <a:gd name="T88" fmla="*/ 1 w 382"/>
                <a:gd name="T89" fmla="*/ 5 h 628"/>
                <a:gd name="T90" fmla="*/ 1 w 382"/>
                <a:gd name="T91" fmla="*/ 5 h 628"/>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382"/>
                <a:gd name="T139" fmla="*/ 0 h 628"/>
                <a:gd name="T140" fmla="*/ 382 w 382"/>
                <a:gd name="T141" fmla="*/ 628 h 628"/>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382" h="628">
                  <a:moveTo>
                    <a:pt x="94" y="581"/>
                  </a:moveTo>
                  <a:lnTo>
                    <a:pt x="94" y="582"/>
                  </a:lnTo>
                  <a:lnTo>
                    <a:pt x="96" y="541"/>
                  </a:lnTo>
                  <a:lnTo>
                    <a:pt x="99" y="500"/>
                  </a:lnTo>
                  <a:lnTo>
                    <a:pt x="106" y="463"/>
                  </a:lnTo>
                  <a:lnTo>
                    <a:pt x="115" y="424"/>
                  </a:lnTo>
                  <a:lnTo>
                    <a:pt x="127" y="389"/>
                  </a:lnTo>
                  <a:lnTo>
                    <a:pt x="140" y="353"/>
                  </a:lnTo>
                  <a:lnTo>
                    <a:pt x="156" y="320"/>
                  </a:lnTo>
                  <a:lnTo>
                    <a:pt x="173" y="287"/>
                  </a:lnTo>
                  <a:lnTo>
                    <a:pt x="193" y="255"/>
                  </a:lnTo>
                  <a:lnTo>
                    <a:pt x="214" y="226"/>
                  </a:lnTo>
                  <a:lnTo>
                    <a:pt x="238" y="198"/>
                  </a:lnTo>
                  <a:lnTo>
                    <a:pt x="263" y="172"/>
                  </a:lnTo>
                  <a:lnTo>
                    <a:pt x="290" y="146"/>
                  </a:lnTo>
                  <a:lnTo>
                    <a:pt x="318" y="122"/>
                  </a:lnTo>
                  <a:lnTo>
                    <a:pt x="349" y="101"/>
                  </a:lnTo>
                  <a:lnTo>
                    <a:pt x="382" y="82"/>
                  </a:lnTo>
                  <a:lnTo>
                    <a:pt x="335" y="0"/>
                  </a:lnTo>
                  <a:lnTo>
                    <a:pt x="297" y="23"/>
                  </a:lnTo>
                  <a:lnTo>
                    <a:pt x="262" y="49"/>
                  </a:lnTo>
                  <a:lnTo>
                    <a:pt x="229" y="76"/>
                  </a:lnTo>
                  <a:lnTo>
                    <a:pt x="198" y="104"/>
                  </a:lnTo>
                  <a:lnTo>
                    <a:pt x="167" y="137"/>
                  </a:lnTo>
                  <a:lnTo>
                    <a:pt x="142" y="170"/>
                  </a:lnTo>
                  <a:lnTo>
                    <a:pt x="116" y="204"/>
                  </a:lnTo>
                  <a:lnTo>
                    <a:pt x="94" y="240"/>
                  </a:lnTo>
                  <a:lnTo>
                    <a:pt x="74" y="278"/>
                  </a:lnTo>
                  <a:lnTo>
                    <a:pt x="54" y="317"/>
                  </a:lnTo>
                  <a:lnTo>
                    <a:pt x="38" y="359"/>
                  </a:lnTo>
                  <a:lnTo>
                    <a:pt x="26" y="401"/>
                  </a:lnTo>
                  <a:lnTo>
                    <a:pt x="15" y="444"/>
                  </a:lnTo>
                  <a:lnTo>
                    <a:pt x="8" y="489"/>
                  </a:lnTo>
                  <a:lnTo>
                    <a:pt x="2" y="534"/>
                  </a:lnTo>
                  <a:lnTo>
                    <a:pt x="0" y="580"/>
                  </a:lnTo>
                  <a:lnTo>
                    <a:pt x="0" y="581"/>
                  </a:lnTo>
                  <a:lnTo>
                    <a:pt x="0" y="580"/>
                  </a:lnTo>
                  <a:lnTo>
                    <a:pt x="3" y="600"/>
                  </a:lnTo>
                  <a:lnTo>
                    <a:pt x="14" y="615"/>
                  </a:lnTo>
                  <a:lnTo>
                    <a:pt x="29" y="625"/>
                  </a:lnTo>
                  <a:lnTo>
                    <a:pt x="45" y="628"/>
                  </a:lnTo>
                  <a:lnTo>
                    <a:pt x="63" y="626"/>
                  </a:lnTo>
                  <a:lnTo>
                    <a:pt x="78" y="616"/>
                  </a:lnTo>
                  <a:lnTo>
                    <a:pt x="89" y="602"/>
                  </a:lnTo>
                  <a:lnTo>
                    <a:pt x="94" y="582"/>
                  </a:lnTo>
                  <a:lnTo>
                    <a:pt x="94" y="5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2788" name="Freeform 46"/>
            <p:cNvSpPr>
              <a:spLocks/>
            </p:cNvSpPr>
            <p:nvPr/>
          </p:nvSpPr>
          <p:spPr bwMode="auto">
            <a:xfrm>
              <a:off x="868" y="1712"/>
              <a:ext cx="19" cy="364"/>
            </a:xfrm>
            <a:custGeom>
              <a:avLst/>
              <a:gdLst>
                <a:gd name="T0" fmla="*/ 1 w 94"/>
                <a:gd name="T1" fmla="*/ 14 h 1818"/>
                <a:gd name="T2" fmla="*/ 1 w 94"/>
                <a:gd name="T3" fmla="*/ 14 h 1818"/>
                <a:gd name="T4" fmla="*/ 1 w 94"/>
                <a:gd name="T5" fmla="*/ 0 h 1818"/>
                <a:gd name="T6" fmla="*/ 0 w 94"/>
                <a:gd name="T7" fmla="*/ 0 h 1818"/>
                <a:gd name="T8" fmla="*/ 0 w 94"/>
                <a:gd name="T9" fmla="*/ 14 h 1818"/>
                <a:gd name="T10" fmla="*/ 0 w 94"/>
                <a:gd name="T11" fmla="*/ 14 h 1818"/>
                <a:gd name="T12" fmla="*/ 0 w 94"/>
                <a:gd name="T13" fmla="*/ 14 h 1818"/>
                <a:gd name="T14" fmla="*/ 0 w 94"/>
                <a:gd name="T15" fmla="*/ 14 h 1818"/>
                <a:gd name="T16" fmla="*/ 0 w 94"/>
                <a:gd name="T17" fmla="*/ 14 h 1818"/>
                <a:gd name="T18" fmla="*/ 0 w 94"/>
                <a:gd name="T19" fmla="*/ 15 h 1818"/>
                <a:gd name="T20" fmla="*/ 0 w 94"/>
                <a:gd name="T21" fmla="*/ 15 h 1818"/>
                <a:gd name="T22" fmla="*/ 1 w 94"/>
                <a:gd name="T23" fmla="*/ 15 h 1818"/>
                <a:gd name="T24" fmla="*/ 1 w 94"/>
                <a:gd name="T25" fmla="*/ 14 h 1818"/>
                <a:gd name="T26" fmla="*/ 1 w 94"/>
                <a:gd name="T27" fmla="*/ 14 h 1818"/>
                <a:gd name="T28" fmla="*/ 1 w 94"/>
                <a:gd name="T29" fmla="*/ 14 h 1818"/>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94"/>
                <a:gd name="T46" fmla="*/ 0 h 1818"/>
                <a:gd name="T47" fmla="*/ 94 w 94"/>
                <a:gd name="T48" fmla="*/ 1818 h 1818"/>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94" h="1818">
                  <a:moveTo>
                    <a:pt x="94" y="1771"/>
                  </a:moveTo>
                  <a:lnTo>
                    <a:pt x="94" y="1771"/>
                  </a:lnTo>
                  <a:lnTo>
                    <a:pt x="94" y="0"/>
                  </a:lnTo>
                  <a:lnTo>
                    <a:pt x="0" y="0"/>
                  </a:lnTo>
                  <a:lnTo>
                    <a:pt x="0" y="1771"/>
                  </a:lnTo>
                  <a:lnTo>
                    <a:pt x="3" y="1791"/>
                  </a:lnTo>
                  <a:lnTo>
                    <a:pt x="15" y="1806"/>
                  </a:lnTo>
                  <a:lnTo>
                    <a:pt x="29" y="1814"/>
                  </a:lnTo>
                  <a:lnTo>
                    <a:pt x="47" y="1818"/>
                  </a:lnTo>
                  <a:lnTo>
                    <a:pt x="64" y="1814"/>
                  </a:lnTo>
                  <a:lnTo>
                    <a:pt x="79" y="1806"/>
                  </a:lnTo>
                  <a:lnTo>
                    <a:pt x="90" y="1791"/>
                  </a:lnTo>
                  <a:lnTo>
                    <a:pt x="94" y="17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2789" name="Freeform 47"/>
            <p:cNvSpPr>
              <a:spLocks/>
            </p:cNvSpPr>
            <p:nvPr/>
          </p:nvSpPr>
          <p:spPr bwMode="auto">
            <a:xfrm>
              <a:off x="868" y="2067"/>
              <a:ext cx="90" cy="160"/>
            </a:xfrm>
            <a:custGeom>
              <a:avLst/>
              <a:gdLst>
                <a:gd name="T0" fmla="*/ 3 w 449"/>
                <a:gd name="T1" fmla="*/ 6 h 803"/>
                <a:gd name="T2" fmla="*/ 3 w 449"/>
                <a:gd name="T3" fmla="*/ 6 h 803"/>
                <a:gd name="T4" fmla="*/ 3 w 449"/>
                <a:gd name="T5" fmla="*/ 5 h 803"/>
                <a:gd name="T6" fmla="*/ 3 w 449"/>
                <a:gd name="T7" fmla="*/ 5 h 803"/>
                <a:gd name="T8" fmla="*/ 3 w 449"/>
                <a:gd name="T9" fmla="*/ 5 h 803"/>
                <a:gd name="T10" fmla="*/ 2 w 449"/>
                <a:gd name="T11" fmla="*/ 5 h 803"/>
                <a:gd name="T12" fmla="*/ 2 w 449"/>
                <a:gd name="T13" fmla="*/ 4 h 803"/>
                <a:gd name="T14" fmla="*/ 2 w 449"/>
                <a:gd name="T15" fmla="*/ 4 h 803"/>
                <a:gd name="T16" fmla="*/ 2 w 449"/>
                <a:gd name="T17" fmla="*/ 4 h 803"/>
                <a:gd name="T18" fmla="*/ 2 w 449"/>
                <a:gd name="T19" fmla="*/ 3 h 803"/>
                <a:gd name="T20" fmla="*/ 1 w 449"/>
                <a:gd name="T21" fmla="*/ 3 h 803"/>
                <a:gd name="T22" fmla="*/ 1 w 449"/>
                <a:gd name="T23" fmla="*/ 2 h 803"/>
                <a:gd name="T24" fmla="*/ 1 w 449"/>
                <a:gd name="T25" fmla="*/ 2 h 803"/>
                <a:gd name="T26" fmla="*/ 1 w 449"/>
                <a:gd name="T27" fmla="*/ 2 h 803"/>
                <a:gd name="T28" fmla="*/ 1 w 449"/>
                <a:gd name="T29" fmla="*/ 1 h 803"/>
                <a:gd name="T30" fmla="*/ 1 w 449"/>
                <a:gd name="T31" fmla="*/ 1 h 803"/>
                <a:gd name="T32" fmla="*/ 1 w 449"/>
                <a:gd name="T33" fmla="*/ 0 h 803"/>
                <a:gd name="T34" fmla="*/ 1 w 449"/>
                <a:gd name="T35" fmla="*/ 0 h 803"/>
                <a:gd name="T36" fmla="*/ 0 w 449"/>
                <a:gd name="T37" fmla="*/ 0 h 803"/>
                <a:gd name="T38" fmla="*/ 0 w 449"/>
                <a:gd name="T39" fmla="*/ 0 h 803"/>
                <a:gd name="T40" fmla="*/ 0 w 449"/>
                <a:gd name="T41" fmla="*/ 1 h 803"/>
                <a:gd name="T42" fmla="*/ 0 w 449"/>
                <a:gd name="T43" fmla="*/ 1 h 803"/>
                <a:gd name="T44" fmla="*/ 0 w 449"/>
                <a:gd name="T45" fmla="*/ 2 h 803"/>
                <a:gd name="T46" fmla="*/ 0 w 449"/>
                <a:gd name="T47" fmla="*/ 2 h 803"/>
                <a:gd name="T48" fmla="*/ 0 w 449"/>
                <a:gd name="T49" fmla="*/ 3 h 803"/>
                <a:gd name="T50" fmla="*/ 1 w 449"/>
                <a:gd name="T51" fmla="*/ 3 h 803"/>
                <a:gd name="T52" fmla="*/ 1 w 449"/>
                <a:gd name="T53" fmla="*/ 4 h 803"/>
                <a:gd name="T54" fmla="*/ 1 w 449"/>
                <a:gd name="T55" fmla="*/ 4 h 803"/>
                <a:gd name="T56" fmla="*/ 1 w 449"/>
                <a:gd name="T57" fmla="*/ 4 h 803"/>
                <a:gd name="T58" fmla="*/ 2 w 449"/>
                <a:gd name="T59" fmla="*/ 5 h 803"/>
                <a:gd name="T60" fmla="*/ 2 w 449"/>
                <a:gd name="T61" fmla="*/ 5 h 803"/>
                <a:gd name="T62" fmla="*/ 2 w 449"/>
                <a:gd name="T63" fmla="*/ 5 h 803"/>
                <a:gd name="T64" fmla="*/ 2 w 449"/>
                <a:gd name="T65" fmla="*/ 6 h 803"/>
                <a:gd name="T66" fmla="*/ 3 w 449"/>
                <a:gd name="T67" fmla="*/ 6 h 803"/>
                <a:gd name="T68" fmla="*/ 3 w 449"/>
                <a:gd name="T69" fmla="*/ 6 h 803"/>
                <a:gd name="T70" fmla="*/ 3 w 449"/>
                <a:gd name="T71" fmla="*/ 6 h 803"/>
                <a:gd name="T72" fmla="*/ 3 w 449"/>
                <a:gd name="T73" fmla="*/ 6 h 803"/>
                <a:gd name="T74" fmla="*/ 3 w 449"/>
                <a:gd name="T75" fmla="*/ 6 h 803"/>
                <a:gd name="T76" fmla="*/ 3 w 449"/>
                <a:gd name="T77" fmla="*/ 6 h 803"/>
                <a:gd name="T78" fmla="*/ 3 w 449"/>
                <a:gd name="T79" fmla="*/ 6 h 803"/>
                <a:gd name="T80" fmla="*/ 4 w 449"/>
                <a:gd name="T81" fmla="*/ 6 h 803"/>
                <a:gd name="T82" fmla="*/ 4 w 449"/>
                <a:gd name="T83" fmla="*/ 6 h 803"/>
                <a:gd name="T84" fmla="*/ 4 w 449"/>
                <a:gd name="T85" fmla="*/ 6 h 803"/>
                <a:gd name="T86" fmla="*/ 4 w 449"/>
                <a:gd name="T87" fmla="*/ 6 h 803"/>
                <a:gd name="T88" fmla="*/ 3 w 449"/>
                <a:gd name="T89" fmla="*/ 6 h 803"/>
                <a:gd name="T90" fmla="*/ 3 w 449"/>
                <a:gd name="T91" fmla="*/ 6 h 80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449"/>
                <a:gd name="T139" fmla="*/ 0 h 803"/>
                <a:gd name="T140" fmla="*/ 449 w 449"/>
                <a:gd name="T141" fmla="*/ 803 h 80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449" h="803">
                  <a:moveTo>
                    <a:pt x="426" y="717"/>
                  </a:moveTo>
                  <a:lnTo>
                    <a:pt x="427" y="717"/>
                  </a:lnTo>
                  <a:lnTo>
                    <a:pt x="395" y="693"/>
                  </a:lnTo>
                  <a:lnTo>
                    <a:pt x="361" y="662"/>
                  </a:lnTo>
                  <a:lnTo>
                    <a:pt x="329" y="628"/>
                  </a:lnTo>
                  <a:lnTo>
                    <a:pt x="299" y="591"/>
                  </a:lnTo>
                  <a:lnTo>
                    <a:pt x="269" y="551"/>
                  </a:lnTo>
                  <a:lnTo>
                    <a:pt x="241" y="507"/>
                  </a:lnTo>
                  <a:lnTo>
                    <a:pt x="215" y="460"/>
                  </a:lnTo>
                  <a:lnTo>
                    <a:pt x="191" y="412"/>
                  </a:lnTo>
                  <a:lnTo>
                    <a:pt x="170" y="363"/>
                  </a:lnTo>
                  <a:lnTo>
                    <a:pt x="151" y="312"/>
                  </a:lnTo>
                  <a:lnTo>
                    <a:pt x="133" y="259"/>
                  </a:lnTo>
                  <a:lnTo>
                    <a:pt x="119" y="207"/>
                  </a:lnTo>
                  <a:lnTo>
                    <a:pt x="108" y="156"/>
                  </a:lnTo>
                  <a:lnTo>
                    <a:pt x="101" y="103"/>
                  </a:lnTo>
                  <a:lnTo>
                    <a:pt x="96" y="51"/>
                  </a:lnTo>
                  <a:lnTo>
                    <a:pt x="94" y="0"/>
                  </a:lnTo>
                  <a:lnTo>
                    <a:pt x="0" y="0"/>
                  </a:lnTo>
                  <a:lnTo>
                    <a:pt x="2" y="56"/>
                  </a:lnTo>
                  <a:lnTo>
                    <a:pt x="7" y="115"/>
                  </a:lnTo>
                  <a:lnTo>
                    <a:pt x="16" y="172"/>
                  </a:lnTo>
                  <a:lnTo>
                    <a:pt x="28" y="231"/>
                  </a:lnTo>
                  <a:lnTo>
                    <a:pt x="44" y="287"/>
                  </a:lnTo>
                  <a:lnTo>
                    <a:pt x="62" y="342"/>
                  </a:lnTo>
                  <a:lnTo>
                    <a:pt x="83" y="398"/>
                  </a:lnTo>
                  <a:lnTo>
                    <a:pt x="106" y="452"/>
                  </a:lnTo>
                  <a:lnTo>
                    <a:pt x="133" y="505"/>
                  </a:lnTo>
                  <a:lnTo>
                    <a:pt x="161" y="554"/>
                  </a:lnTo>
                  <a:lnTo>
                    <a:pt x="192" y="602"/>
                  </a:lnTo>
                  <a:lnTo>
                    <a:pt x="224" y="647"/>
                  </a:lnTo>
                  <a:lnTo>
                    <a:pt x="259" y="689"/>
                  </a:lnTo>
                  <a:lnTo>
                    <a:pt x="295" y="728"/>
                  </a:lnTo>
                  <a:lnTo>
                    <a:pt x="334" y="763"/>
                  </a:lnTo>
                  <a:lnTo>
                    <a:pt x="374" y="795"/>
                  </a:lnTo>
                  <a:lnTo>
                    <a:pt x="375" y="795"/>
                  </a:lnTo>
                  <a:lnTo>
                    <a:pt x="374" y="795"/>
                  </a:lnTo>
                  <a:lnTo>
                    <a:pt x="392" y="803"/>
                  </a:lnTo>
                  <a:lnTo>
                    <a:pt x="411" y="803"/>
                  </a:lnTo>
                  <a:lnTo>
                    <a:pt x="426" y="795"/>
                  </a:lnTo>
                  <a:lnTo>
                    <a:pt x="439" y="782"/>
                  </a:lnTo>
                  <a:lnTo>
                    <a:pt x="446" y="766"/>
                  </a:lnTo>
                  <a:lnTo>
                    <a:pt x="449" y="749"/>
                  </a:lnTo>
                  <a:lnTo>
                    <a:pt x="441" y="732"/>
                  </a:lnTo>
                  <a:lnTo>
                    <a:pt x="427" y="717"/>
                  </a:lnTo>
                  <a:lnTo>
                    <a:pt x="426" y="71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2790" name="Freeform 48"/>
            <p:cNvSpPr>
              <a:spLocks/>
            </p:cNvSpPr>
            <p:nvPr/>
          </p:nvSpPr>
          <p:spPr bwMode="auto">
            <a:xfrm>
              <a:off x="883" y="1673"/>
              <a:ext cx="379" cy="690"/>
            </a:xfrm>
            <a:custGeom>
              <a:avLst/>
              <a:gdLst>
                <a:gd name="T0" fmla="*/ 12 w 1897"/>
                <a:gd name="T1" fmla="*/ 6 h 3450"/>
                <a:gd name="T2" fmla="*/ 13 w 1897"/>
                <a:gd name="T3" fmla="*/ 7 h 3450"/>
                <a:gd name="T4" fmla="*/ 13 w 1897"/>
                <a:gd name="T5" fmla="*/ 7 h 3450"/>
                <a:gd name="T6" fmla="*/ 14 w 1897"/>
                <a:gd name="T7" fmla="*/ 8 h 3450"/>
                <a:gd name="T8" fmla="*/ 14 w 1897"/>
                <a:gd name="T9" fmla="*/ 9 h 3450"/>
                <a:gd name="T10" fmla="*/ 15 w 1897"/>
                <a:gd name="T11" fmla="*/ 10 h 3450"/>
                <a:gd name="T12" fmla="*/ 15 w 1897"/>
                <a:gd name="T13" fmla="*/ 11 h 3450"/>
                <a:gd name="T14" fmla="*/ 15 w 1897"/>
                <a:gd name="T15" fmla="*/ 11 h 3450"/>
                <a:gd name="T16" fmla="*/ 15 w 1897"/>
                <a:gd name="T17" fmla="*/ 12 h 3450"/>
                <a:gd name="T18" fmla="*/ 15 w 1897"/>
                <a:gd name="T19" fmla="*/ 26 h 3450"/>
                <a:gd name="T20" fmla="*/ 15 w 1897"/>
                <a:gd name="T21" fmla="*/ 26 h 3450"/>
                <a:gd name="T22" fmla="*/ 15 w 1897"/>
                <a:gd name="T23" fmla="*/ 27 h 3450"/>
                <a:gd name="T24" fmla="*/ 15 w 1897"/>
                <a:gd name="T25" fmla="*/ 27 h 3450"/>
                <a:gd name="T26" fmla="*/ 14 w 1897"/>
                <a:gd name="T27" fmla="*/ 27 h 3450"/>
                <a:gd name="T28" fmla="*/ 14 w 1897"/>
                <a:gd name="T29" fmla="*/ 28 h 3450"/>
                <a:gd name="T30" fmla="*/ 13 w 1897"/>
                <a:gd name="T31" fmla="*/ 28 h 3450"/>
                <a:gd name="T32" fmla="*/ 13 w 1897"/>
                <a:gd name="T33" fmla="*/ 27 h 3450"/>
                <a:gd name="T34" fmla="*/ 3 w 1897"/>
                <a:gd name="T35" fmla="*/ 21 h 3450"/>
                <a:gd name="T36" fmla="*/ 2 w 1897"/>
                <a:gd name="T37" fmla="*/ 21 h 3450"/>
                <a:gd name="T38" fmla="*/ 2 w 1897"/>
                <a:gd name="T39" fmla="*/ 20 h 3450"/>
                <a:gd name="T40" fmla="*/ 1 w 1897"/>
                <a:gd name="T41" fmla="*/ 19 h 3450"/>
                <a:gd name="T42" fmla="*/ 1 w 1897"/>
                <a:gd name="T43" fmla="*/ 19 h 3450"/>
                <a:gd name="T44" fmla="*/ 0 w 1897"/>
                <a:gd name="T45" fmla="*/ 18 h 3450"/>
                <a:gd name="T46" fmla="*/ 0 w 1897"/>
                <a:gd name="T47" fmla="*/ 17 h 3450"/>
                <a:gd name="T48" fmla="*/ 0 w 1897"/>
                <a:gd name="T49" fmla="*/ 16 h 3450"/>
                <a:gd name="T50" fmla="*/ 0 w 1897"/>
                <a:gd name="T51" fmla="*/ 15 h 3450"/>
                <a:gd name="T52" fmla="*/ 0 w 1897"/>
                <a:gd name="T53" fmla="*/ 2 h 3450"/>
                <a:gd name="T54" fmla="*/ 0 w 1897"/>
                <a:gd name="T55" fmla="*/ 1 h 3450"/>
                <a:gd name="T56" fmla="*/ 0 w 1897"/>
                <a:gd name="T57" fmla="*/ 1 h 3450"/>
                <a:gd name="T58" fmla="*/ 1 w 1897"/>
                <a:gd name="T59" fmla="*/ 0 h 3450"/>
                <a:gd name="T60" fmla="*/ 1 w 1897"/>
                <a:gd name="T61" fmla="*/ 0 h 3450"/>
                <a:gd name="T62" fmla="*/ 1 w 1897"/>
                <a:gd name="T63" fmla="*/ 0 h 3450"/>
                <a:gd name="T64" fmla="*/ 2 w 1897"/>
                <a:gd name="T65" fmla="*/ 0 h 3450"/>
                <a:gd name="T66" fmla="*/ 3 w 1897"/>
                <a:gd name="T67" fmla="*/ 0 h 3450"/>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897"/>
                <a:gd name="T103" fmla="*/ 0 h 3450"/>
                <a:gd name="T104" fmla="*/ 1897 w 1897"/>
                <a:gd name="T105" fmla="*/ 3450 h 3450"/>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897" h="3450">
                  <a:moveTo>
                    <a:pt x="357" y="49"/>
                  </a:moveTo>
                  <a:lnTo>
                    <a:pt x="1542" y="806"/>
                  </a:lnTo>
                  <a:lnTo>
                    <a:pt x="1579" y="832"/>
                  </a:lnTo>
                  <a:lnTo>
                    <a:pt x="1614" y="861"/>
                  </a:lnTo>
                  <a:lnTo>
                    <a:pt x="1648" y="895"/>
                  </a:lnTo>
                  <a:lnTo>
                    <a:pt x="1681" y="933"/>
                  </a:lnTo>
                  <a:lnTo>
                    <a:pt x="1711" y="973"/>
                  </a:lnTo>
                  <a:lnTo>
                    <a:pt x="1740" y="1016"/>
                  </a:lnTo>
                  <a:lnTo>
                    <a:pt x="1768" y="1062"/>
                  </a:lnTo>
                  <a:lnTo>
                    <a:pt x="1793" y="1109"/>
                  </a:lnTo>
                  <a:lnTo>
                    <a:pt x="1816" y="1158"/>
                  </a:lnTo>
                  <a:lnTo>
                    <a:pt x="1836" y="1208"/>
                  </a:lnTo>
                  <a:lnTo>
                    <a:pt x="1854" y="1260"/>
                  </a:lnTo>
                  <a:lnTo>
                    <a:pt x="1869" y="1313"/>
                  </a:lnTo>
                  <a:lnTo>
                    <a:pt x="1881" y="1364"/>
                  </a:lnTo>
                  <a:lnTo>
                    <a:pt x="1890" y="1417"/>
                  </a:lnTo>
                  <a:lnTo>
                    <a:pt x="1895" y="1469"/>
                  </a:lnTo>
                  <a:lnTo>
                    <a:pt x="1897" y="1519"/>
                  </a:lnTo>
                  <a:lnTo>
                    <a:pt x="1897" y="3142"/>
                  </a:lnTo>
                  <a:lnTo>
                    <a:pt x="1895" y="3190"/>
                  </a:lnTo>
                  <a:lnTo>
                    <a:pt x="1890" y="3235"/>
                  </a:lnTo>
                  <a:lnTo>
                    <a:pt x="1881" y="3276"/>
                  </a:lnTo>
                  <a:lnTo>
                    <a:pt x="1869" y="3313"/>
                  </a:lnTo>
                  <a:lnTo>
                    <a:pt x="1854" y="3346"/>
                  </a:lnTo>
                  <a:lnTo>
                    <a:pt x="1836" y="3375"/>
                  </a:lnTo>
                  <a:lnTo>
                    <a:pt x="1816" y="3398"/>
                  </a:lnTo>
                  <a:lnTo>
                    <a:pt x="1793" y="3418"/>
                  </a:lnTo>
                  <a:lnTo>
                    <a:pt x="1768" y="3434"/>
                  </a:lnTo>
                  <a:lnTo>
                    <a:pt x="1740" y="3444"/>
                  </a:lnTo>
                  <a:lnTo>
                    <a:pt x="1711" y="3450"/>
                  </a:lnTo>
                  <a:lnTo>
                    <a:pt x="1681" y="3450"/>
                  </a:lnTo>
                  <a:lnTo>
                    <a:pt x="1648" y="3445"/>
                  </a:lnTo>
                  <a:lnTo>
                    <a:pt x="1614" y="3436"/>
                  </a:lnTo>
                  <a:lnTo>
                    <a:pt x="1579" y="3421"/>
                  </a:lnTo>
                  <a:lnTo>
                    <a:pt x="1542" y="3400"/>
                  </a:lnTo>
                  <a:lnTo>
                    <a:pt x="357" y="2643"/>
                  </a:lnTo>
                  <a:lnTo>
                    <a:pt x="320" y="2618"/>
                  </a:lnTo>
                  <a:lnTo>
                    <a:pt x="285" y="2588"/>
                  </a:lnTo>
                  <a:lnTo>
                    <a:pt x="251" y="2554"/>
                  </a:lnTo>
                  <a:lnTo>
                    <a:pt x="218" y="2517"/>
                  </a:lnTo>
                  <a:lnTo>
                    <a:pt x="187" y="2477"/>
                  </a:lnTo>
                  <a:lnTo>
                    <a:pt x="157" y="2433"/>
                  </a:lnTo>
                  <a:lnTo>
                    <a:pt x="130" y="2388"/>
                  </a:lnTo>
                  <a:lnTo>
                    <a:pt x="105" y="2341"/>
                  </a:lnTo>
                  <a:lnTo>
                    <a:pt x="81" y="2292"/>
                  </a:lnTo>
                  <a:lnTo>
                    <a:pt x="61" y="2241"/>
                  </a:lnTo>
                  <a:lnTo>
                    <a:pt x="44" y="2190"/>
                  </a:lnTo>
                  <a:lnTo>
                    <a:pt x="29" y="2138"/>
                  </a:lnTo>
                  <a:lnTo>
                    <a:pt x="17" y="2085"/>
                  </a:lnTo>
                  <a:lnTo>
                    <a:pt x="7" y="2033"/>
                  </a:lnTo>
                  <a:lnTo>
                    <a:pt x="3" y="1981"/>
                  </a:lnTo>
                  <a:lnTo>
                    <a:pt x="0" y="1931"/>
                  </a:lnTo>
                  <a:lnTo>
                    <a:pt x="0" y="308"/>
                  </a:lnTo>
                  <a:lnTo>
                    <a:pt x="3" y="260"/>
                  </a:lnTo>
                  <a:lnTo>
                    <a:pt x="7" y="215"/>
                  </a:lnTo>
                  <a:lnTo>
                    <a:pt x="17" y="174"/>
                  </a:lnTo>
                  <a:lnTo>
                    <a:pt x="29" y="137"/>
                  </a:lnTo>
                  <a:lnTo>
                    <a:pt x="44" y="104"/>
                  </a:lnTo>
                  <a:lnTo>
                    <a:pt x="61" y="76"/>
                  </a:lnTo>
                  <a:lnTo>
                    <a:pt x="81" y="51"/>
                  </a:lnTo>
                  <a:lnTo>
                    <a:pt x="105" y="31"/>
                  </a:lnTo>
                  <a:lnTo>
                    <a:pt x="130" y="16"/>
                  </a:lnTo>
                  <a:lnTo>
                    <a:pt x="157" y="5"/>
                  </a:lnTo>
                  <a:lnTo>
                    <a:pt x="187" y="0"/>
                  </a:lnTo>
                  <a:lnTo>
                    <a:pt x="218" y="0"/>
                  </a:lnTo>
                  <a:lnTo>
                    <a:pt x="251" y="3"/>
                  </a:lnTo>
                  <a:lnTo>
                    <a:pt x="285" y="14"/>
                  </a:lnTo>
                  <a:lnTo>
                    <a:pt x="320" y="29"/>
                  </a:lnTo>
                  <a:lnTo>
                    <a:pt x="357" y="49"/>
                  </a:lnTo>
                  <a:close/>
                </a:path>
              </a:pathLst>
            </a:custGeom>
            <a:solidFill>
              <a:srgbClr val="BFBFB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2791" name="Freeform 49"/>
            <p:cNvSpPr>
              <a:spLocks/>
            </p:cNvSpPr>
            <p:nvPr/>
          </p:nvSpPr>
          <p:spPr bwMode="auto">
            <a:xfrm>
              <a:off x="1268" y="1663"/>
              <a:ext cx="393" cy="711"/>
            </a:xfrm>
            <a:custGeom>
              <a:avLst/>
              <a:gdLst>
                <a:gd name="T0" fmla="*/ 3 w 1962"/>
                <a:gd name="T1" fmla="*/ 7 h 3555"/>
                <a:gd name="T2" fmla="*/ 2 w 1962"/>
                <a:gd name="T3" fmla="*/ 7 h 3555"/>
                <a:gd name="T4" fmla="*/ 2 w 1962"/>
                <a:gd name="T5" fmla="*/ 8 h 3555"/>
                <a:gd name="T6" fmla="*/ 1 w 1962"/>
                <a:gd name="T7" fmla="*/ 8 h 3555"/>
                <a:gd name="T8" fmla="*/ 1 w 1962"/>
                <a:gd name="T9" fmla="*/ 9 h 3555"/>
                <a:gd name="T10" fmla="*/ 1 w 1962"/>
                <a:gd name="T11" fmla="*/ 10 h 3555"/>
                <a:gd name="T12" fmla="*/ 0 w 1962"/>
                <a:gd name="T13" fmla="*/ 11 h 3555"/>
                <a:gd name="T14" fmla="*/ 0 w 1962"/>
                <a:gd name="T15" fmla="*/ 12 h 3555"/>
                <a:gd name="T16" fmla="*/ 0 w 1962"/>
                <a:gd name="T17" fmla="*/ 13 h 3555"/>
                <a:gd name="T18" fmla="*/ 0 w 1962"/>
                <a:gd name="T19" fmla="*/ 26 h 3555"/>
                <a:gd name="T20" fmla="*/ 0 w 1962"/>
                <a:gd name="T21" fmla="*/ 27 h 3555"/>
                <a:gd name="T22" fmla="*/ 0 w 1962"/>
                <a:gd name="T23" fmla="*/ 28 h 3555"/>
                <a:gd name="T24" fmla="*/ 1 w 1962"/>
                <a:gd name="T25" fmla="*/ 28 h 3555"/>
                <a:gd name="T26" fmla="*/ 1 w 1962"/>
                <a:gd name="T27" fmla="*/ 28 h 3555"/>
                <a:gd name="T28" fmla="*/ 2 w 1962"/>
                <a:gd name="T29" fmla="*/ 28 h 3555"/>
                <a:gd name="T30" fmla="*/ 2 w 1962"/>
                <a:gd name="T31" fmla="*/ 28 h 3555"/>
                <a:gd name="T32" fmla="*/ 3 w 1962"/>
                <a:gd name="T33" fmla="*/ 28 h 3555"/>
                <a:gd name="T34" fmla="*/ 13 w 1962"/>
                <a:gd name="T35" fmla="*/ 22 h 3555"/>
                <a:gd name="T36" fmla="*/ 13 w 1962"/>
                <a:gd name="T37" fmla="*/ 21 h 3555"/>
                <a:gd name="T38" fmla="*/ 14 w 1962"/>
                <a:gd name="T39" fmla="*/ 21 h 3555"/>
                <a:gd name="T40" fmla="*/ 14 w 1962"/>
                <a:gd name="T41" fmla="*/ 20 h 3555"/>
                <a:gd name="T42" fmla="*/ 15 w 1962"/>
                <a:gd name="T43" fmla="*/ 19 h 3555"/>
                <a:gd name="T44" fmla="*/ 15 w 1962"/>
                <a:gd name="T45" fmla="*/ 18 h 3555"/>
                <a:gd name="T46" fmla="*/ 16 w 1962"/>
                <a:gd name="T47" fmla="*/ 18 h 3555"/>
                <a:gd name="T48" fmla="*/ 16 w 1962"/>
                <a:gd name="T49" fmla="*/ 17 h 3555"/>
                <a:gd name="T50" fmla="*/ 16 w 1962"/>
                <a:gd name="T51" fmla="*/ 16 h 3555"/>
                <a:gd name="T52" fmla="*/ 16 w 1962"/>
                <a:gd name="T53" fmla="*/ 2 h 3555"/>
                <a:gd name="T54" fmla="*/ 16 w 1962"/>
                <a:gd name="T55" fmla="*/ 1 h 3555"/>
                <a:gd name="T56" fmla="*/ 15 w 1962"/>
                <a:gd name="T57" fmla="*/ 1 h 3555"/>
                <a:gd name="T58" fmla="*/ 15 w 1962"/>
                <a:gd name="T59" fmla="*/ 0 h 3555"/>
                <a:gd name="T60" fmla="*/ 15 w 1962"/>
                <a:gd name="T61" fmla="*/ 0 h 3555"/>
                <a:gd name="T62" fmla="*/ 14 w 1962"/>
                <a:gd name="T63" fmla="*/ 0 h 3555"/>
                <a:gd name="T64" fmla="*/ 14 w 1962"/>
                <a:gd name="T65" fmla="*/ 0 h 3555"/>
                <a:gd name="T66" fmla="*/ 13 w 1962"/>
                <a:gd name="T67" fmla="*/ 0 h 3555"/>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962"/>
                <a:gd name="T103" fmla="*/ 0 h 3555"/>
                <a:gd name="T104" fmla="*/ 1962 w 1962"/>
                <a:gd name="T105" fmla="*/ 3555 h 3555"/>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962" h="3555">
                  <a:moveTo>
                    <a:pt x="1594" y="50"/>
                  </a:moveTo>
                  <a:lnTo>
                    <a:pt x="368" y="831"/>
                  </a:lnTo>
                  <a:lnTo>
                    <a:pt x="330" y="858"/>
                  </a:lnTo>
                  <a:lnTo>
                    <a:pt x="294" y="888"/>
                  </a:lnTo>
                  <a:lnTo>
                    <a:pt x="259" y="922"/>
                  </a:lnTo>
                  <a:lnTo>
                    <a:pt x="225" y="961"/>
                  </a:lnTo>
                  <a:lnTo>
                    <a:pt x="193" y="1003"/>
                  </a:lnTo>
                  <a:lnTo>
                    <a:pt x="163" y="1047"/>
                  </a:lnTo>
                  <a:lnTo>
                    <a:pt x="133" y="1094"/>
                  </a:lnTo>
                  <a:lnTo>
                    <a:pt x="108" y="1143"/>
                  </a:lnTo>
                  <a:lnTo>
                    <a:pt x="84" y="1193"/>
                  </a:lnTo>
                  <a:lnTo>
                    <a:pt x="63" y="1246"/>
                  </a:lnTo>
                  <a:lnTo>
                    <a:pt x="44" y="1299"/>
                  </a:lnTo>
                  <a:lnTo>
                    <a:pt x="29" y="1353"/>
                  </a:lnTo>
                  <a:lnTo>
                    <a:pt x="16" y="1405"/>
                  </a:lnTo>
                  <a:lnTo>
                    <a:pt x="7" y="1459"/>
                  </a:lnTo>
                  <a:lnTo>
                    <a:pt x="2" y="1512"/>
                  </a:lnTo>
                  <a:lnTo>
                    <a:pt x="0" y="1565"/>
                  </a:lnTo>
                  <a:lnTo>
                    <a:pt x="0" y="3237"/>
                  </a:lnTo>
                  <a:lnTo>
                    <a:pt x="2" y="3287"/>
                  </a:lnTo>
                  <a:lnTo>
                    <a:pt x="7" y="3333"/>
                  </a:lnTo>
                  <a:lnTo>
                    <a:pt x="16" y="3375"/>
                  </a:lnTo>
                  <a:lnTo>
                    <a:pt x="29" y="3413"/>
                  </a:lnTo>
                  <a:lnTo>
                    <a:pt x="44" y="3447"/>
                  </a:lnTo>
                  <a:lnTo>
                    <a:pt x="63" y="3477"/>
                  </a:lnTo>
                  <a:lnTo>
                    <a:pt x="84" y="3502"/>
                  </a:lnTo>
                  <a:lnTo>
                    <a:pt x="108" y="3522"/>
                  </a:lnTo>
                  <a:lnTo>
                    <a:pt x="133" y="3538"/>
                  </a:lnTo>
                  <a:lnTo>
                    <a:pt x="163" y="3549"/>
                  </a:lnTo>
                  <a:lnTo>
                    <a:pt x="193" y="3555"/>
                  </a:lnTo>
                  <a:lnTo>
                    <a:pt x="225" y="3555"/>
                  </a:lnTo>
                  <a:lnTo>
                    <a:pt x="259" y="3550"/>
                  </a:lnTo>
                  <a:lnTo>
                    <a:pt x="294" y="3541"/>
                  </a:lnTo>
                  <a:lnTo>
                    <a:pt x="330" y="3524"/>
                  </a:lnTo>
                  <a:lnTo>
                    <a:pt x="368" y="3503"/>
                  </a:lnTo>
                  <a:lnTo>
                    <a:pt x="1594" y="2722"/>
                  </a:lnTo>
                  <a:lnTo>
                    <a:pt x="1632" y="2696"/>
                  </a:lnTo>
                  <a:lnTo>
                    <a:pt x="1668" y="2665"/>
                  </a:lnTo>
                  <a:lnTo>
                    <a:pt x="1703" y="2631"/>
                  </a:lnTo>
                  <a:lnTo>
                    <a:pt x="1737" y="2592"/>
                  </a:lnTo>
                  <a:lnTo>
                    <a:pt x="1769" y="2551"/>
                  </a:lnTo>
                  <a:lnTo>
                    <a:pt x="1799" y="2506"/>
                  </a:lnTo>
                  <a:lnTo>
                    <a:pt x="1829" y="2460"/>
                  </a:lnTo>
                  <a:lnTo>
                    <a:pt x="1854" y="2411"/>
                  </a:lnTo>
                  <a:lnTo>
                    <a:pt x="1878" y="2361"/>
                  </a:lnTo>
                  <a:lnTo>
                    <a:pt x="1899" y="2308"/>
                  </a:lnTo>
                  <a:lnTo>
                    <a:pt x="1918" y="2256"/>
                  </a:lnTo>
                  <a:lnTo>
                    <a:pt x="1933" y="2202"/>
                  </a:lnTo>
                  <a:lnTo>
                    <a:pt x="1946" y="2149"/>
                  </a:lnTo>
                  <a:lnTo>
                    <a:pt x="1955" y="2095"/>
                  </a:lnTo>
                  <a:lnTo>
                    <a:pt x="1960" y="2042"/>
                  </a:lnTo>
                  <a:lnTo>
                    <a:pt x="1962" y="1989"/>
                  </a:lnTo>
                  <a:lnTo>
                    <a:pt x="1962" y="319"/>
                  </a:lnTo>
                  <a:lnTo>
                    <a:pt x="1960" y="269"/>
                  </a:lnTo>
                  <a:lnTo>
                    <a:pt x="1955" y="223"/>
                  </a:lnTo>
                  <a:lnTo>
                    <a:pt x="1946" y="180"/>
                  </a:lnTo>
                  <a:lnTo>
                    <a:pt x="1933" y="143"/>
                  </a:lnTo>
                  <a:lnTo>
                    <a:pt x="1918" y="109"/>
                  </a:lnTo>
                  <a:lnTo>
                    <a:pt x="1899" y="79"/>
                  </a:lnTo>
                  <a:lnTo>
                    <a:pt x="1878" y="54"/>
                  </a:lnTo>
                  <a:lnTo>
                    <a:pt x="1854" y="33"/>
                  </a:lnTo>
                  <a:lnTo>
                    <a:pt x="1829" y="17"/>
                  </a:lnTo>
                  <a:lnTo>
                    <a:pt x="1799" y="7"/>
                  </a:lnTo>
                  <a:lnTo>
                    <a:pt x="1769" y="0"/>
                  </a:lnTo>
                  <a:lnTo>
                    <a:pt x="1737" y="0"/>
                  </a:lnTo>
                  <a:lnTo>
                    <a:pt x="1703" y="4"/>
                  </a:lnTo>
                  <a:lnTo>
                    <a:pt x="1668" y="14"/>
                  </a:lnTo>
                  <a:lnTo>
                    <a:pt x="1632" y="29"/>
                  </a:lnTo>
                  <a:lnTo>
                    <a:pt x="1594" y="50"/>
                  </a:lnTo>
                  <a:close/>
                </a:path>
              </a:pathLst>
            </a:custGeom>
            <a:solidFill>
              <a:srgbClr val="E5E5E5"/>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2792" name="Freeform 50"/>
            <p:cNvSpPr>
              <a:spLocks noEditPoints="1"/>
            </p:cNvSpPr>
            <p:nvPr/>
          </p:nvSpPr>
          <p:spPr bwMode="auto">
            <a:xfrm>
              <a:off x="916" y="1589"/>
              <a:ext cx="697" cy="698"/>
            </a:xfrm>
            <a:custGeom>
              <a:avLst/>
              <a:gdLst>
                <a:gd name="T0" fmla="*/ 16 w 3485"/>
                <a:gd name="T1" fmla="*/ 0 h 3490"/>
                <a:gd name="T2" fmla="*/ 17 w 3485"/>
                <a:gd name="T3" fmla="*/ 2 h 3490"/>
                <a:gd name="T4" fmla="*/ 17 w 3485"/>
                <a:gd name="T5" fmla="*/ 3 h 3490"/>
                <a:gd name="T6" fmla="*/ 14 w 3485"/>
                <a:gd name="T7" fmla="*/ 4 h 3490"/>
                <a:gd name="T8" fmla="*/ 12 w 3485"/>
                <a:gd name="T9" fmla="*/ 4 h 3490"/>
                <a:gd name="T10" fmla="*/ 11 w 3485"/>
                <a:gd name="T11" fmla="*/ 2 h 3490"/>
                <a:gd name="T12" fmla="*/ 11 w 3485"/>
                <a:gd name="T13" fmla="*/ 1 h 3490"/>
                <a:gd name="T14" fmla="*/ 14 w 3485"/>
                <a:gd name="T15" fmla="*/ 0 h 3490"/>
                <a:gd name="T16" fmla="*/ 3 w 3485"/>
                <a:gd name="T17" fmla="*/ 7 h 3490"/>
                <a:gd name="T18" fmla="*/ 4 w 3485"/>
                <a:gd name="T19" fmla="*/ 9 h 3490"/>
                <a:gd name="T20" fmla="*/ 3 w 3485"/>
                <a:gd name="T21" fmla="*/ 12 h 3490"/>
                <a:gd name="T22" fmla="*/ 2 w 3485"/>
                <a:gd name="T23" fmla="*/ 13 h 3490"/>
                <a:gd name="T24" fmla="*/ 1 w 3485"/>
                <a:gd name="T25" fmla="*/ 12 h 3490"/>
                <a:gd name="T26" fmla="*/ 0 w 3485"/>
                <a:gd name="T27" fmla="*/ 10 h 3490"/>
                <a:gd name="T28" fmla="*/ 0 w 3485"/>
                <a:gd name="T29" fmla="*/ 8 h 3490"/>
                <a:gd name="T30" fmla="*/ 2 w 3485"/>
                <a:gd name="T31" fmla="*/ 6 h 3490"/>
                <a:gd name="T32" fmla="*/ 10 w 3485"/>
                <a:gd name="T33" fmla="*/ 20 h 3490"/>
                <a:gd name="T34" fmla="*/ 11 w 3485"/>
                <a:gd name="T35" fmla="*/ 22 h 3490"/>
                <a:gd name="T36" fmla="*/ 11 w 3485"/>
                <a:gd name="T37" fmla="*/ 25 h 3490"/>
                <a:gd name="T38" fmla="*/ 10 w 3485"/>
                <a:gd name="T39" fmla="*/ 27 h 3490"/>
                <a:gd name="T40" fmla="*/ 8 w 3485"/>
                <a:gd name="T41" fmla="*/ 26 h 3490"/>
                <a:gd name="T42" fmla="*/ 7 w 3485"/>
                <a:gd name="T43" fmla="*/ 24 h 3490"/>
                <a:gd name="T44" fmla="*/ 7 w 3485"/>
                <a:gd name="T45" fmla="*/ 22 h 3490"/>
                <a:gd name="T46" fmla="*/ 8 w 3485"/>
                <a:gd name="T47" fmla="*/ 20 h 3490"/>
                <a:gd name="T48" fmla="*/ 20 w 3485"/>
                <a:gd name="T49" fmla="*/ 21 h 3490"/>
                <a:gd name="T50" fmla="*/ 21 w 3485"/>
                <a:gd name="T51" fmla="*/ 23 h 3490"/>
                <a:gd name="T52" fmla="*/ 21 w 3485"/>
                <a:gd name="T53" fmla="*/ 26 h 3490"/>
                <a:gd name="T54" fmla="*/ 20 w 3485"/>
                <a:gd name="T55" fmla="*/ 28 h 3490"/>
                <a:gd name="T56" fmla="*/ 18 w 3485"/>
                <a:gd name="T57" fmla="*/ 28 h 3490"/>
                <a:gd name="T58" fmla="*/ 17 w 3485"/>
                <a:gd name="T59" fmla="*/ 26 h 3490"/>
                <a:gd name="T60" fmla="*/ 17 w 3485"/>
                <a:gd name="T61" fmla="*/ 23 h 3490"/>
                <a:gd name="T62" fmla="*/ 18 w 3485"/>
                <a:gd name="T63" fmla="*/ 21 h 3490"/>
                <a:gd name="T64" fmla="*/ 19 w 3485"/>
                <a:gd name="T65" fmla="*/ 11 h 3490"/>
                <a:gd name="T66" fmla="*/ 20 w 3485"/>
                <a:gd name="T67" fmla="*/ 13 h 3490"/>
                <a:gd name="T68" fmla="*/ 21 w 3485"/>
                <a:gd name="T69" fmla="*/ 15 h 3490"/>
                <a:gd name="T70" fmla="*/ 20 w 3485"/>
                <a:gd name="T71" fmla="*/ 17 h 3490"/>
                <a:gd name="T72" fmla="*/ 18 w 3485"/>
                <a:gd name="T73" fmla="*/ 17 h 3490"/>
                <a:gd name="T74" fmla="*/ 17 w 3485"/>
                <a:gd name="T75" fmla="*/ 16 h 3490"/>
                <a:gd name="T76" fmla="*/ 17 w 3485"/>
                <a:gd name="T77" fmla="*/ 13 h 3490"/>
                <a:gd name="T78" fmla="*/ 18 w 3485"/>
                <a:gd name="T79" fmla="*/ 11 h 3490"/>
                <a:gd name="T80" fmla="*/ 26 w 3485"/>
                <a:gd name="T81" fmla="*/ 7 h 3490"/>
                <a:gd name="T82" fmla="*/ 27 w 3485"/>
                <a:gd name="T83" fmla="*/ 8 h 3490"/>
                <a:gd name="T84" fmla="*/ 27 w 3485"/>
                <a:gd name="T85" fmla="*/ 11 h 3490"/>
                <a:gd name="T86" fmla="*/ 26 w 3485"/>
                <a:gd name="T87" fmla="*/ 13 h 3490"/>
                <a:gd name="T88" fmla="*/ 25 w 3485"/>
                <a:gd name="T89" fmla="*/ 13 h 3490"/>
                <a:gd name="T90" fmla="*/ 24 w 3485"/>
                <a:gd name="T91" fmla="*/ 12 h 3490"/>
                <a:gd name="T92" fmla="*/ 24 w 3485"/>
                <a:gd name="T93" fmla="*/ 9 h 3490"/>
                <a:gd name="T94" fmla="*/ 24 w 3485"/>
                <a:gd name="T95" fmla="*/ 7 h 3490"/>
                <a:gd name="T96" fmla="*/ 26 w 3485"/>
                <a:gd name="T97" fmla="*/ 17 h 3490"/>
                <a:gd name="T98" fmla="*/ 27 w 3485"/>
                <a:gd name="T99" fmla="*/ 18 h 3490"/>
                <a:gd name="T100" fmla="*/ 28 w 3485"/>
                <a:gd name="T101" fmla="*/ 21 h 3490"/>
                <a:gd name="T102" fmla="*/ 27 w 3485"/>
                <a:gd name="T103" fmla="*/ 23 h 3490"/>
                <a:gd name="T104" fmla="*/ 26 w 3485"/>
                <a:gd name="T105" fmla="*/ 24 h 3490"/>
                <a:gd name="T106" fmla="*/ 24 w 3485"/>
                <a:gd name="T107" fmla="*/ 23 h 3490"/>
                <a:gd name="T108" fmla="*/ 24 w 3485"/>
                <a:gd name="T109" fmla="*/ 20 h 3490"/>
                <a:gd name="T110" fmla="*/ 25 w 3485"/>
                <a:gd name="T111" fmla="*/ 18 h 3490"/>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w 3485"/>
                <a:gd name="T169" fmla="*/ 0 h 3490"/>
                <a:gd name="T170" fmla="*/ 3485 w 3485"/>
                <a:gd name="T171" fmla="*/ 3490 h 3490"/>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T168" t="T169" r="T170" b="T171"/>
              <a:pathLst>
                <a:path w="3485" h="3490">
                  <a:moveTo>
                    <a:pt x="1754" y="0"/>
                  </a:moveTo>
                  <a:lnTo>
                    <a:pt x="1797" y="2"/>
                  </a:lnTo>
                  <a:lnTo>
                    <a:pt x="1840" y="5"/>
                  </a:lnTo>
                  <a:lnTo>
                    <a:pt x="1881" y="12"/>
                  </a:lnTo>
                  <a:lnTo>
                    <a:pt x="1921" y="20"/>
                  </a:lnTo>
                  <a:lnTo>
                    <a:pt x="1959" y="31"/>
                  </a:lnTo>
                  <a:lnTo>
                    <a:pt x="1994" y="44"/>
                  </a:lnTo>
                  <a:lnTo>
                    <a:pt x="2028" y="59"/>
                  </a:lnTo>
                  <a:lnTo>
                    <a:pt x="2058" y="74"/>
                  </a:lnTo>
                  <a:lnTo>
                    <a:pt x="2086" y="93"/>
                  </a:lnTo>
                  <a:lnTo>
                    <a:pt x="2111" y="113"/>
                  </a:lnTo>
                  <a:lnTo>
                    <a:pt x="2132" y="133"/>
                  </a:lnTo>
                  <a:lnTo>
                    <a:pt x="2151" y="155"/>
                  </a:lnTo>
                  <a:lnTo>
                    <a:pt x="2165" y="179"/>
                  </a:lnTo>
                  <a:lnTo>
                    <a:pt x="2175" y="203"/>
                  </a:lnTo>
                  <a:lnTo>
                    <a:pt x="2182" y="229"/>
                  </a:lnTo>
                  <a:lnTo>
                    <a:pt x="2185" y="255"/>
                  </a:lnTo>
                  <a:lnTo>
                    <a:pt x="2182" y="281"/>
                  </a:lnTo>
                  <a:lnTo>
                    <a:pt x="2175" y="305"/>
                  </a:lnTo>
                  <a:lnTo>
                    <a:pt x="2165" y="330"/>
                  </a:lnTo>
                  <a:lnTo>
                    <a:pt x="2151" y="353"/>
                  </a:lnTo>
                  <a:lnTo>
                    <a:pt x="2132" y="376"/>
                  </a:lnTo>
                  <a:lnTo>
                    <a:pt x="2111" y="397"/>
                  </a:lnTo>
                  <a:lnTo>
                    <a:pt x="2086" y="417"/>
                  </a:lnTo>
                  <a:lnTo>
                    <a:pt x="2058" y="434"/>
                  </a:lnTo>
                  <a:lnTo>
                    <a:pt x="2028" y="451"/>
                  </a:lnTo>
                  <a:lnTo>
                    <a:pt x="1994" y="466"/>
                  </a:lnTo>
                  <a:lnTo>
                    <a:pt x="1959" y="479"/>
                  </a:lnTo>
                  <a:lnTo>
                    <a:pt x="1921" y="489"/>
                  </a:lnTo>
                  <a:lnTo>
                    <a:pt x="1881" y="498"/>
                  </a:lnTo>
                  <a:lnTo>
                    <a:pt x="1840" y="505"/>
                  </a:lnTo>
                  <a:lnTo>
                    <a:pt x="1797" y="508"/>
                  </a:lnTo>
                  <a:lnTo>
                    <a:pt x="1754" y="509"/>
                  </a:lnTo>
                  <a:lnTo>
                    <a:pt x="1710" y="508"/>
                  </a:lnTo>
                  <a:lnTo>
                    <a:pt x="1667" y="505"/>
                  </a:lnTo>
                  <a:lnTo>
                    <a:pt x="1626" y="498"/>
                  </a:lnTo>
                  <a:lnTo>
                    <a:pt x="1586" y="489"/>
                  </a:lnTo>
                  <a:lnTo>
                    <a:pt x="1548" y="479"/>
                  </a:lnTo>
                  <a:lnTo>
                    <a:pt x="1512" y="466"/>
                  </a:lnTo>
                  <a:lnTo>
                    <a:pt x="1479" y="451"/>
                  </a:lnTo>
                  <a:lnTo>
                    <a:pt x="1449" y="434"/>
                  </a:lnTo>
                  <a:lnTo>
                    <a:pt x="1421" y="417"/>
                  </a:lnTo>
                  <a:lnTo>
                    <a:pt x="1395" y="397"/>
                  </a:lnTo>
                  <a:lnTo>
                    <a:pt x="1374" y="376"/>
                  </a:lnTo>
                  <a:lnTo>
                    <a:pt x="1355" y="353"/>
                  </a:lnTo>
                  <a:lnTo>
                    <a:pt x="1341" y="330"/>
                  </a:lnTo>
                  <a:lnTo>
                    <a:pt x="1331" y="305"/>
                  </a:lnTo>
                  <a:lnTo>
                    <a:pt x="1324" y="281"/>
                  </a:lnTo>
                  <a:lnTo>
                    <a:pt x="1321" y="255"/>
                  </a:lnTo>
                  <a:lnTo>
                    <a:pt x="1324" y="229"/>
                  </a:lnTo>
                  <a:lnTo>
                    <a:pt x="1331" y="203"/>
                  </a:lnTo>
                  <a:lnTo>
                    <a:pt x="1341" y="179"/>
                  </a:lnTo>
                  <a:lnTo>
                    <a:pt x="1355" y="155"/>
                  </a:lnTo>
                  <a:lnTo>
                    <a:pt x="1374" y="133"/>
                  </a:lnTo>
                  <a:lnTo>
                    <a:pt x="1395" y="113"/>
                  </a:lnTo>
                  <a:lnTo>
                    <a:pt x="1421" y="93"/>
                  </a:lnTo>
                  <a:lnTo>
                    <a:pt x="1449" y="74"/>
                  </a:lnTo>
                  <a:lnTo>
                    <a:pt x="1479" y="59"/>
                  </a:lnTo>
                  <a:lnTo>
                    <a:pt x="1512" y="44"/>
                  </a:lnTo>
                  <a:lnTo>
                    <a:pt x="1548" y="31"/>
                  </a:lnTo>
                  <a:lnTo>
                    <a:pt x="1586" y="20"/>
                  </a:lnTo>
                  <a:lnTo>
                    <a:pt x="1626" y="12"/>
                  </a:lnTo>
                  <a:lnTo>
                    <a:pt x="1667" y="5"/>
                  </a:lnTo>
                  <a:lnTo>
                    <a:pt x="1710" y="2"/>
                  </a:lnTo>
                  <a:lnTo>
                    <a:pt x="1754" y="0"/>
                  </a:lnTo>
                  <a:close/>
                  <a:moveTo>
                    <a:pt x="239" y="786"/>
                  </a:moveTo>
                  <a:lnTo>
                    <a:pt x="263" y="788"/>
                  </a:lnTo>
                  <a:lnTo>
                    <a:pt x="287" y="794"/>
                  </a:lnTo>
                  <a:lnTo>
                    <a:pt x="309" y="805"/>
                  </a:lnTo>
                  <a:lnTo>
                    <a:pt x="331" y="819"/>
                  </a:lnTo>
                  <a:lnTo>
                    <a:pt x="352" y="836"/>
                  </a:lnTo>
                  <a:lnTo>
                    <a:pt x="372" y="857"/>
                  </a:lnTo>
                  <a:lnTo>
                    <a:pt x="390" y="882"/>
                  </a:lnTo>
                  <a:lnTo>
                    <a:pt x="407" y="909"/>
                  </a:lnTo>
                  <a:lnTo>
                    <a:pt x="423" y="940"/>
                  </a:lnTo>
                  <a:lnTo>
                    <a:pt x="437" y="971"/>
                  </a:lnTo>
                  <a:lnTo>
                    <a:pt x="448" y="1006"/>
                  </a:lnTo>
                  <a:lnTo>
                    <a:pt x="459" y="1043"/>
                  </a:lnTo>
                  <a:lnTo>
                    <a:pt x="467" y="1081"/>
                  </a:lnTo>
                  <a:lnTo>
                    <a:pt x="473" y="1121"/>
                  </a:lnTo>
                  <a:lnTo>
                    <a:pt x="476" y="1163"/>
                  </a:lnTo>
                  <a:lnTo>
                    <a:pt x="478" y="1206"/>
                  </a:lnTo>
                  <a:lnTo>
                    <a:pt x="476" y="1248"/>
                  </a:lnTo>
                  <a:lnTo>
                    <a:pt x="473" y="1290"/>
                  </a:lnTo>
                  <a:lnTo>
                    <a:pt x="467" y="1330"/>
                  </a:lnTo>
                  <a:lnTo>
                    <a:pt x="459" y="1367"/>
                  </a:lnTo>
                  <a:lnTo>
                    <a:pt x="448" y="1405"/>
                  </a:lnTo>
                  <a:lnTo>
                    <a:pt x="437" y="1439"/>
                  </a:lnTo>
                  <a:lnTo>
                    <a:pt x="423" y="1472"/>
                  </a:lnTo>
                  <a:lnTo>
                    <a:pt x="407" y="1501"/>
                  </a:lnTo>
                  <a:lnTo>
                    <a:pt x="390" y="1528"/>
                  </a:lnTo>
                  <a:lnTo>
                    <a:pt x="372" y="1553"/>
                  </a:lnTo>
                  <a:lnTo>
                    <a:pt x="352" y="1574"/>
                  </a:lnTo>
                  <a:lnTo>
                    <a:pt x="331" y="1591"/>
                  </a:lnTo>
                  <a:lnTo>
                    <a:pt x="309" y="1605"/>
                  </a:lnTo>
                  <a:lnTo>
                    <a:pt x="287" y="1616"/>
                  </a:lnTo>
                  <a:lnTo>
                    <a:pt x="263" y="1622"/>
                  </a:lnTo>
                  <a:lnTo>
                    <a:pt x="239" y="1624"/>
                  </a:lnTo>
                  <a:lnTo>
                    <a:pt x="214" y="1622"/>
                  </a:lnTo>
                  <a:lnTo>
                    <a:pt x="191" y="1616"/>
                  </a:lnTo>
                  <a:lnTo>
                    <a:pt x="168" y="1605"/>
                  </a:lnTo>
                  <a:lnTo>
                    <a:pt x="146" y="1591"/>
                  </a:lnTo>
                  <a:lnTo>
                    <a:pt x="125" y="1574"/>
                  </a:lnTo>
                  <a:lnTo>
                    <a:pt x="105" y="1553"/>
                  </a:lnTo>
                  <a:lnTo>
                    <a:pt x="87" y="1528"/>
                  </a:lnTo>
                  <a:lnTo>
                    <a:pt x="70" y="1501"/>
                  </a:lnTo>
                  <a:lnTo>
                    <a:pt x="55" y="1472"/>
                  </a:lnTo>
                  <a:lnTo>
                    <a:pt x="41" y="1439"/>
                  </a:lnTo>
                  <a:lnTo>
                    <a:pt x="29" y="1405"/>
                  </a:lnTo>
                  <a:lnTo>
                    <a:pt x="18" y="1367"/>
                  </a:lnTo>
                  <a:lnTo>
                    <a:pt x="10" y="1330"/>
                  </a:lnTo>
                  <a:lnTo>
                    <a:pt x="4" y="1290"/>
                  </a:lnTo>
                  <a:lnTo>
                    <a:pt x="1" y="1248"/>
                  </a:lnTo>
                  <a:lnTo>
                    <a:pt x="0" y="1206"/>
                  </a:lnTo>
                  <a:lnTo>
                    <a:pt x="1" y="1163"/>
                  </a:lnTo>
                  <a:lnTo>
                    <a:pt x="4" y="1121"/>
                  </a:lnTo>
                  <a:lnTo>
                    <a:pt x="10" y="1081"/>
                  </a:lnTo>
                  <a:lnTo>
                    <a:pt x="18" y="1043"/>
                  </a:lnTo>
                  <a:lnTo>
                    <a:pt x="29" y="1006"/>
                  </a:lnTo>
                  <a:lnTo>
                    <a:pt x="41" y="971"/>
                  </a:lnTo>
                  <a:lnTo>
                    <a:pt x="55" y="940"/>
                  </a:lnTo>
                  <a:lnTo>
                    <a:pt x="70" y="909"/>
                  </a:lnTo>
                  <a:lnTo>
                    <a:pt x="87" y="882"/>
                  </a:lnTo>
                  <a:lnTo>
                    <a:pt x="105" y="857"/>
                  </a:lnTo>
                  <a:lnTo>
                    <a:pt x="125" y="836"/>
                  </a:lnTo>
                  <a:lnTo>
                    <a:pt x="146" y="819"/>
                  </a:lnTo>
                  <a:lnTo>
                    <a:pt x="168" y="805"/>
                  </a:lnTo>
                  <a:lnTo>
                    <a:pt x="191" y="794"/>
                  </a:lnTo>
                  <a:lnTo>
                    <a:pt x="214" y="788"/>
                  </a:lnTo>
                  <a:lnTo>
                    <a:pt x="239" y="786"/>
                  </a:lnTo>
                  <a:close/>
                  <a:moveTo>
                    <a:pt x="1119" y="2495"/>
                  </a:moveTo>
                  <a:lnTo>
                    <a:pt x="1143" y="2498"/>
                  </a:lnTo>
                  <a:lnTo>
                    <a:pt x="1167" y="2504"/>
                  </a:lnTo>
                  <a:lnTo>
                    <a:pt x="1190" y="2514"/>
                  </a:lnTo>
                  <a:lnTo>
                    <a:pt x="1211" y="2528"/>
                  </a:lnTo>
                  <a:lnTo>
                    <a:pt x="1232" y="2546"/>
                  </a:lnTo>
                  <a:lnTo>
                    <a:pt x="1252" y="2567"/>
                  </a:lnTo>
                  <a:lnTo>
                    <a:pt x="1271" y="2592"/>
                  </a:lnTo>
                  <a:lnTo>
                    <a:pt x="1288" y="2618"/>
                  </a:lnTo>
                  <a:lnTo>
                    <a:pt x="1304" y="2648"/>
                  </a:lnTo>
                  <a:lnTo>
                    <a:pt x="1318" y="2681"/>
                  </a:lnTo>
                  <a:lnTo>
                    <a:pt x="1329" y="2715"/>
                  </a:lnTo>
                  <a:lnTo>
                    <a:pt x="1340" y="2752"/>
                  </a:lnTo>
                  <a:lnTo>
                    <a:pt x="1348" y="2790"/>
                  </a:lnTo>
                  <a:lnTo>
                    <a:pt x="1354" y="2830"/>
                  </a:lnTo>
                  <a:lnTo>
                    <a:pt x="1358" y="2872"/>
                  </a:lnTo>
                  <a:lnTo>
                    <a:pt x="1359" y="2914"/>
                  </a:lnTo>
                  <a:lnTo>
                    <a:pt x="1358" y="2956"/>
                  </a:lnTo>
                  <a:lnTo>
                    <a:pt x="1354" y="2998"/>
                  </a:lnTo>
                  <a:lnTo>
                    <a:pt x="1348" y="3038"/>
                  </a:lnTo>
                  <a:lnTo>
                    <a:pt x="1340" y="3077"/>
                  </a:lnTo>
                  <a:lnTo>
                    <a:pt x="1329" y="3113"/>
                  </a:lnTo>
                  <a:lnTo>
                    <a:pt x="1318" y="3147"/>
                  </a:lnTo>
                  <a:lnTo>
                    <a:pt x="1304" y="3180"/>
                  </a:lnTo>
                  <a:lnTo>
                    <a:pt x="1288" y="3209"/>
                  </a:lnTo>
                  <a:lnTo>
                    <a:pt x="1271" y="3238"/>
                  </a:lnTo>
                  <a:lnTo>
                    <a:pt x="1252" y="3261"/>
                  </a:lnTo>
                  <a:lnTo>
                    <a:pt x="1232" y="3282"/>
                  </a:lnTo>
                  <a:lnTo>
                    <a:pt x="1211" y="3301"/>
                  </a:lnTo>
                  <a:lnTo>
                    <a:pt x="1190" y="3315"/>
                  </a:lnTo>
                  <a:lnTo>
                    <a:pt x="1167" y="3325"/>
                  </a:lnTo>
                  <a:lnTo>
                    <a:pt x="1143" y="3331"/>
                  </a:lnTo>
                  <a:lnTo>
                    <a:pt x="1119" y="3334"/>
                  </a:lnTo>
                  <a:lnTo>
                    <a:pt x="1094" y="3331"/>
                  </a:lnTo>
                  <a:lnTo>
                    <a:pt x="1070" y="3325"/>
                  </a:lnTo>
                  <a:lnTo>
                    <a:pt x="1048" y="3315"/>
                  </a:lnTo>
                  <a:lnTo>
                    <a:pt x="1026" y="3301"/>
                  </a:lnTo>
                  <a:lnTo>
                    <a:pt x="1005" y="3282"/>
                  </a:lnTo>
                  <a:lnTo>
                    <a:pt x="985" y="3261"/>
                  </a:lnTo>
                  <a:lnTo>
                    <a:pt x="967" y="3238"/>
                  </a:lnTo>
                  <a:lnTo>
                    <a:pt x="950" y="3209"/>
                  </a:lnTo>
                  <a:lnTo>
                    <a:pt x="935" y="3180"/>
                  </a:lnTo>
                  <a:lnTo>
                    <a:pt x="921" y="3147"/>
                  </a:lnTo>
                  <a:lnTo>
                    <a:pt x="909" y="3113"/>
                  </a:lnTo>
                  <a:lnTo>
                    <a:pt x="898" y="3077"/>
                  </a:lnTo>
                  <a:lnTo>
                    <a:pt x="890" y="3038"/>
                  </a:lnTo>
                  <a:lnTo>
                    <a:pt x="884" y="2998"/>
                  </a:lnTo>
                  <a:lnTo>
                    <a:pt x="881" y="2956"/>
                  </a:lnTo>
                  <a:lnTo>
                    <a:pt x="880" y="2914"/>
                  </a:lnTo>
                  <a:lnTo>
                    <a:pt x="881" y="2872"/>
                  </a:lnTo>
                  <a:lnTo>
                    <a:pt x="884" y="2830"/>
                  </a:lnTo>
                  <a:lnTo>
                    <a:pt x="890" y="2790"/>
                  </a:lnTo>
                  <a:lnTo>
                    <a:pt x="898" y="2752"/>
                  </a:lnTo>
                  <a:lnTo>
                    <a:pt x="909" y="2715"/>
                  </a:lnTo>
                  <a:lnTo>
                    <a:pt x="921" y="2681"/>
                  </a:lnTo>
                  <a:lnTo>
                    <a:pt x="935" y="2648"/>
                  </a:lnTo>
                  <a:lnTo>
                    <a:pt x="950" y="2618"/>
                  </a:lnTo>
                  <a:lnTo>
                    <a:pt x="967" y="2592"/>
                  </a:lnTo>
                  <a:lnTo>
                    <a:pt x="985" y="2567"/>
                  </a:lnTo>
                  <a:lnTo>
                    <a:pt x="1005" y="2546"/>
                  </a:lnTo>
                  <a:lnTo>
                    <a:pt x="1026" y="2528"/>
                  </a:lnTo>
                  <a:lnTo>
                    <a:pt x="1048" y="2514"/>
                  </a:lnTo>
                  <a:lnTo>
                    <a:pt x="1070" y="2504"/>
                  </a:lnTo>
                  <a:lnTo>
                    <a:pt x="1094" y="2498"/>
                  </a:lnTo>
                  <a:lnTo>
                    <a:pt x="1119" y="2495"/>
                  </a:lnTo>
                  <a:close/>
                  <a:moveTo>
                    <a:pt x="2380" y="2651"/>
                  </a:moveTo>
                  <a:lnTo>
                    <a:pt x="2405" y="2654"/>
                  </a:lnTo>
                  <a:lnTo>
                    <a:pt x="2428" y="2660"/>
                  </a:lnTo>
                  <a:lnTo>
                    <a:pt x="2452" y="2670"/>
                  </a:lnTo>
                  <a:lnTo>
                    <a:pt x="2473" y="2684"/>
                  </a:lnTo>
                  <a:lnTo>
                    <a:pt x="2494" y="2703"/>
                  </a:lnTo>
                  <a:lnTo>
                    <a:pt x="2514" y="2724"/>
                  </a:lnTo>
                  <a:lnTo>
                    <a:pt x="2533" y="2747"/>
                  </a:lnTo>
                  <a:lnTo>
                    <a:pt x="2550" y="2774"/>
                  </a:lnTo>
                  <a:lnTo>
                    <a:pt x="2565" y="2805"/>
                  </a:lnTo>
                  <a:lnTo>
                    <a:pt x="2580" y="2838"/>
                  </a:lnTo>
                  <a:lnTo>
                    <a:pt x="2591" y="2872"/>
                  </a:lnTo>
                  <a:lnTo>
                    <a:pt x="2602" y="2908"/>
                  </a:lnTo>
                  <a:lnTo>
                    <a:pt x="2610" y="2947"/>
                  </a:lnTo>
                  <a:lnTo>
                    <a:pt x="2616" y="2987"/>
                  </a:lnTo>
                  <a:lnTo>
                    <a:pt x="2619" y="3029"/>
                  </a:lnTo>
                  <a:lnTo>
                    <a:pt x="2621" y="3071"/>
                  </a:lnTo>
                  <a:lnTo>
                    <a:pt x="2619" y="3113"/>
                  </a:lnTo>
                  <a:lnTo>
                    <a:pt x="2616" y="3155"/>
                  </a:lnTo>
                  <a:lnTo>
                    <a:pt x="2610" y="3195"/>
                  </a:lnTo>
                  <a:lnTo>
                    <a:pt x="2602" y="3233"/>
                  </a:lnTo>
                  <a:lnTo>
                    <a:pt x="2591" y="3270"/>
                  </a:lnTo>
                  <a:lnTo>
                    <a:pt x="2580" y="3304"/>
                  </a:lnTo>
                  <a:lnTo>
                    <a:pt x="2565" y="3337"/>
                  </a:lnTo>
                  <a:lnTo>
                    <a:pt x="2550" y="3367"/>
                  </a:lnTo>
                  <a:lnTo>
                    <a:pt x="2533" y="3393"/>
                  </a:lnTo>
                  <a:lnTo>
                    <a:pt x="2514" y="3418"/>
                  </a:lnTo>
                  <a:lnTo>
                    <a:pt x="2494" y="3439"/>
                  </a:lnTo>
                  <a:lnTo>
                    <a:pt x="2473" y="3457"/>
                  </a:lnTo>
                  <a:lnTo>
                    <a:pt x="2452" y="3471"/>
                  </a:lnTo>
                  <a:lnTo>
                    <a:pt x="2428" y="3481"/>
                  </a:lnTo>
                  <a:lnTo>
                    <a:pt x="2405" y="3487"/>
                  </a:lnTo>
                  <a:lnTo>
                    <a:pt x="2380" y="3490"/>
                  </a:lnTo>
                  <a:lnTo>
                    <a:pt x="2356" y="3487"/>
                  </a:lnTo>
                  <a:lnTo>
                    <a:pt x="2332" y="3481"/>
                  </a:lnTo>
                  <a:lnTo>
                    <a:pt x="2310" y="3471"/>
                  </a:lnTo>
                  <a:lnTo>
                    <a:pt x="2288" y="3457"/>
                  </a:lnTo>
                  <a:lnTo>
                    <a:pt x="2267" y="3439"/>
                  </a:lnTo>
                  <a:lnTo>
                    <a:pt x="2248" y="3418"/>
                  </a:lnTo>
                  <a:lnTo>
                    <a:pt x="2229" y="3393"/>
                  </a:lnTo>
                  <a:lnTo>
                    <a:pt x="2212" y="3367"/>
                  </a:lnTo>
                  <a:lnTo>
                    <a:pt x="2196" y="3337"/>
                  </a:lnTo>
                  <a:lnTo>
                    <a:pt x="2182" y="3304"/>
                  </a:lnTo>
                  <a:lnTo>
                    <a:pt x="2171" y="3270"/>
                  </a:lnTo>
                  <a:lnTo>
                    <a:pt x="2160" y="3233"/>
                  </a:lnTo>
                  <a:lnTo>
                    <a:pt x="2152" y="3195"/>
                  </a:lnTo>
                  <a:lnTo>
                    <a:pt x="2146" y="3155"/>
                  </a:lnTo>
                  <a:lnTo>
                    <a:pt x="2142" y="3113"/>
                  </a:lnTo>
                  <a:lnTo>
                    <a:pt x="2141" y="3071"/>
                  </a:lnTo>
                  <a:lnTo>
                    <a:pt x="2142" y="3029"/>
                  </a:lnTo>
                  <a:lnTo>
                    <a:pt x="2146" y="2987"/>
                  </a:lnTo>
                  <a:lnTo>
                    <a:pt x="2152" y="2947"/>
                  </a:lnTo>
                  <a:lnTo>
                    <a:pt x="2160" y="2908"/>
                  </a:lnTo>
                  <a:lnTo>
                    <a:pt x="2171" y="2872"/>
                  </a:lnTo>
                  <a:lnTo>
                    <a:pt x="2182" y="2838"/>
                  </a:lnTo>
                  <a:lnTo>
                    <a:pt x="2196" y="2805"/>
                  </a:lnTo>
                  <a:lnTo>
                    <a:pt x="2212" y="2774"/>
                  </a:lnTo>
                  <a:lnTo>
                    <a:pt x="2229" y="2747"/>
                  </a:lnTo>
                  <a:lnTo>
                    <a:pt x="2248" y="2724"/>
                  </a:lnTo>
                  <a:lnTo>
                    <a:pt x="2267" y="2703"/>
                  </a:lnTo>
                  <a:lnTo>
                    <a:pt x="2288" y="2684"/>
                  </a:lnTo>
                  <a:lnTo>
                    <a:pt x="2310" y="2670"/>
                  </a:lnTo>
                  <a:lnTo>
                    <a:pt x="2332" y="2660"/>
                  </a:lnTo>
                  <a:lnTo>
                    <a:pt x="2356" y="2654"/>
                  </a:lnTo>
                  <a:lnTo>
                    <a:pt x="2380" y="2651"/>
                  </a:lnTo>
                  <a:close/>
                  <a:moveTo>
                    <a:pt x="2342" y="1355"/>
                  </a:moveTo>
                  <a:lnTo>
                    <a:pt x="2366" y="1357"/>
                  </a:lnTo>
                  <a:lnTo>
                    <a:pt x="2390" y="1363"/>
                  </a:lnTo>
                  <a:lnTo>
                    <a:pt x="2412" y="1373"/>
                  </a:lnTo>
                  <a:lnTo>
                    <a:pt x="2434" y="1387"/>
                  </a:lnTo>
                  <a:lnTo>
                    <a:pt x="2455" y="1405"/>
                  </a:lnTo>
                  <a:lnTo>
                    <a:pt x="2475" y="1426"/>
                  </a:lnTo>
                  <a:lnTo>
                    <a:pt x="2493" y="1451"/>
                  </a:lnTo>
                  <a:lnTo>
                    <a:pt x="2510" y="1478"/>
                  </a:lnTo>
                  <a:lnTo>
                    <a:pt x="2526" y="1507"/>
                  </a:lnTo>
                  <a:lnTo>
                    <a:pt x="2540" y="1540"/>
                  </a:lnTo>
                  <a:lnTo>
                    <a:pt x="2551" y="1574"/>
                  </a:lnTo>
                  <a:lnTo>
                    <a:pt x="2562" y="1611"/>
                  </a:lnTo>
                  <a:lnTo>
                    <a:pt x="2570" y="1649"/>
                  </a:lnTo>
                  <a:lnTo>
                    <a:pt x="2576" y="1689"/>
                  </a:lnTo>
                  <a:lnTo>
                    <a:pt x="2580" y="1731"/>
                  </a:lnTo>
                  <a:lnTo>
                    <a:pt x="2581" y="1773"/>
                  </a:lnTo>
                  <a:lnTo>
                    <a:pt x="2580" y="1815"/>
                  </a:lnTo>
                  <a:lnTo>
                    <a:pt x="2576" y="1858"/>
                  </a:lnTo>
                  <a:lnTo>
                    <a:pt x="2570" y="1897"/>
                  </a:lnTo>
                  <a:lnTo>
                    <a:pt x="2562" y="1936"/>
                  </a:lnTo>
                  <a:lnTo>
                    <a:pt x="2551" y="1972"/>
                  </a:lnTo>
                  <a:lnTo>
                    <a:pt x="2540" y="2008"/>
                  </a:lnTo>
                  <a:lnTo>
                    <a:pt x="2526" y="2039"/>
                  </a:lnTo>
                  <a:lnTo>
                    <a:pt x="2510" y="2070"/>
                  </a:lnTo>
                  <a:lnTo>
                    <a:pt x="2493" y="2097"/>
                  </a:lnTo>
                  <a:lnTo>
                    <a:pt x="2475" y="2121"/>
                  </a:lnTo>
                  <a:lnTo>
                    <a:pt x="2455" y="2142"/>
                  </a:lnTo>
                  <a:lnTo>
                    <a:pt x="2434" y="2160"/>
                  </a:lnTo>
                  <a:lnTo>
                    <a:pt x="2412" y="2174"/>
                  </a:lnTo>
                  <a:lnTo>
                    <a:pt x="2390" y="2185"/>
                  </a:lnTo>
                  <a:lnTo>
                    <a:pt x="2366" y="2191"/>
                  </a:lnTo>
                  <a:lnTo>
                    <a:pt x="2342" y="2193"/>
                  </a:lnTo>
                  <a:lnTo>
                    <a:pt x="2317" y="2191"/>
                  </a:lnTo>
                  <a:lnTo>
                    <a:pt x="2294" y="2185"/>
                  </a:lnTo>
                  <a:lnTo>
                    <a:pt x="2270" y="2174"/>
                  </a:lnTo>
                  <a:lnTo>
                    <a:pt x="2249" y="2160"/>
                  </a:lnTo>
                  <a:lnTo>
                    <a:pt x="2228" y="2142"/>
                  </a:lnTo>
                  <a:lnTo>
                    <a:pt x="2208" y="2121"/>
                  </a:lnTo>
                  <a:lnTo>
                    <a:pt x="2189" y="2097"/>
                  </a:lnTo>
                  <a:lnTo>
                    <a:pt x="2173" y="2070"/>
                  </a:lnTo>
                  <a:lnTo>
                    <a:pt x="2157" y="2039"/>
                  </a:lnTo>
                  <a:lnTo>
                    <a:pt x="2142" y="2008"/>
                  </a:lnTo>
                  <a:lnTo>
                    <a:pt x="2131" y="1972"/>
                  </a:lnTo>
                  <a:lnTo>
                    <a:pt x="2120" y="1936"/>
                  </a:lnTo>
                  <a:lnTo>
                    <a:pt x="2112" y="1897"/>
                  </a:lnTo>
                  <a:lnTo>
                    <a:pt x="2106" y="1858"/>
                  </a:lnTo>
                  <a:lnTo>
                    <a:pt x="2103" y="1815"/>
                  </a:lnTo>
                  <a:lnTo>
                    <a:pt x="2101" y="1773"/>
                  </a:lnTo>
                  <a:lnTo>
                    <a:pt x="2103" y="1731"/>
                  </a:lnTo>
                  <a:lnTo>
                    <a:pt x="2106" y="1689"/>
                  </a:lnTo>
                  <a:lnTo>
                    <a:pt x="2112" y="1649"/>
                  </a:lnTo>
                  <a:lnTo>
                    <a:pt x="2120" y="1611"/>
                  </a:lnTo>
                  <a:lnTo>
                    <a:pt x="2131" y="1574"/>
                  </a:lnTo>
                  <a:lnTo>
                    <a:pt x="2142" y="1540"/>
                  </a:lnTo>
                  <a:lnTo>
                    <a:pt x="2157" y="1507"/>
                  </a:lnTo>
                  <a:lnTo>
                    <a:pt x="2173" y="1478"/>
                  </a:lnTo>
                  <a:lnTo>
                    <a:pt x="2189" y="1451"/>
                  </a:lnTo>
                  <a:lnTo>
                    <a:pt x="2208" y="1426"/>
                  </a:lnTo>
                  <a:lnTo>
                    <a:pt x="2228" y="1405"/>
                  </a:lnTo>
                  <a:lnTo>
                    <a:pt x="2249" y="1387"/>
                  </a:lnTo>
                  <a:lnTo>
                    <a:pt x="2270" y="1373"/>
                  </a:lnTo>
                  <a:lnTo>
                    <a:pt x="2294" y="1363"/>
                  </a:lnTo>
                  <a:lnTo>
                    <a:pt x="2317" y="1357"/>
                  </a:lnTo>
                  <a:lnTo>
                    <a:pt x="2342" y="1355"/>
                  </a:lnTo>
                  <a:close/>
                  <a:moveTo>
                    <a:pt x="3179" y="819"/>
                  </a:moveTo>
                  <a:lnTo>
                    <a:pt x="3204" y="821"/>
                  </a:lnTo>
                  <a:lnTo>
                    <a:pt x="3227" y="827"/>
                  </a:lnTo>
                  <a:lnTo>
                    <a:pt x="3250" y="838"/>
                  </a:lnTo>
                  <a:lnTo>
                    <a:pt x="3272" y="852"/>
                  </a:lnTo>
                  <a:lnTo>
                    <a:pt x="3293" y="869"/>
                  </a:lnTo>
                  <a:lnTo>
                    <a:pt x="3312" y="890"/>
                  </a:lnTo>
                  <a:lnTo>
                    <a:pt x="3331" y="915"/>
                  </a:lnTo>
                  <a:lnTo>
                    <a:pt x="3348" y="942"/>
                  </a:lnTo>
                  <a:lnTo>
                    <a:pt x="3363" y="971"/>
                  </a:lnTo>
                  <a:lnTo>
                    <a:pt x="3377" y="1004"/>
                  </a:lnTo>
                  <a:lnTo>
                    <a:pt x="3389" y="1038"/>
                  </a:lnTo>
                  <a:lnTo>
                    <a:pt x="3400" y="1076"/>
                  </a:lnTo>
                  <a:lnTo>
                    <a:pt x="3408" y="1113"/>
                  </a:lnTo>
                  <a:lnTo>
                    <a:pt x="3414" y="1153"/>
                  </a:lnTo>
                  <a:lnTo>
                    <a:pt x="3417" y="1195"/>
                  </a:lnTo>
                  <a:lnTo>
                    <a:pt x="3418" y="1237"/>
                  </a:lnTo>
                  <a:lnTo>
                    <a:pt x="3417" y="1280"/>
                  </a:lnTo>
                  <a:lnTo>
                    <a:pt x="3414" y="1322"/>
                  </a:lnTo>
                  <a:lnTo>
                    <a:pt x="3408" y="1362"/>
                  </a:lnTo>
                  <a:lnTo>
                    <a:pt x="3400" y="1399"/>
                  </a:lnTo>
                  <a:lnTo>
                    <a:pt x="3389" y="1437"/>
                  </a:lnTo>
                  <a:lnTo>
                    <a:pt x="3377" y="1471"/>
                  </a:lnTo>
                  <a:lnTo>
                    <a:pt x="3363" y="1503"/>
                  </a:lnTo>
                  <a:lnTo>
                    <a:pt x="3348" y="1533"/>
                  </a:lnTo>
                  <a:lnTo>
                    <a:pt x="3331" y="1560"/>
                  </a:lnTo>
                  <a:lnTo>
                    <a:pt x="3312" y="1584"/>
                  </a:lnTo>
                  <a:lnTo>
                    <a:pt x="3293" y="1605"/>
                  </a:lnTo>
                  <a:lnTo>
                    <a:pt x="3272" y="1623"/>
                  </a:lnTo>
                  <a:lnTo>
                    <a:pt x="3250" y="1637"/>
                  </a:lnTo>
                  <a:lnTo>
                    <a:pt x="3227" y="1648"/>
                  </a:lnTo>
                  <a:lnTo>
                    <a:pt x="3204" y="1654"/>
                  </a:lnTo>
                  <a:lnTo>
                    <a:pt x="3179" y="1656"/>
                  </a:lnTo>
                  <a:lnTo>
                    <a:pt x="3155" y="1654"/>
                  </a:lnTo>
                  <a:lnTo>
                    <a:pt x="3131" y="1648"/>
                  </a:lnTo>
                  <a:lnTo>
                    <a:pt x="3108" y="1637"/>
                  </a:lnTo>
                  <a:lnTo>
                    <a:pt x="3087" y="1623"/>
                  </a:lnTo>
                  <a:lnTo>
                    <a:pt x="3066" y="1605"/>
                  </a:lnTo>
                  <a:lnTo>
                    <a:pt x="3046" y="1584"/>
                  </a:lnTo>
                  <a:lnTo>
                    <a:pt x="3027" y="1560"/>
                  </a:lnTo>
                  <a:lnTo>
                    <a:pt x="3011" y="1533"/>
                  </a:lnTo>
                  <a:lnTo>
                    <a:pt x="2994" y="1503"/>
                  </a:lnTo>
                  <a:lnTo>
                    <a:pt x="2980" y="1471"/>
                  </a:lnTo>
                  <a:lnTo>
                    <a:pt x="2968" y="1437"/>
                  </a:lnTo>
                  <a:lnTo>
                    <a:pt x="2958" y="1399"/>
                  </a:lnTo>
                  <a:lnTo>
                    <a:pt x="2950" y="1362"/>
                  </a:lnTo>
                  <a:lnTo>
                    <a:pt x="2944" y="1322"/>
                  </a:lnTo>
                  <a:lnTo>
                    <a:pt x="2940" y="1280"/>
                  </a:lnTo>
                  <a:lnTo>
                    <a:pt x="2939" y="1237"/>
                  </a:lnTo>
                  <a:lnTo>
                    <a:pt x="2940" y="1195"/>
                  </a:lnTo>
                  <a:lnTo>
                    <a:pt x="2944" y="1153"/>
                  </a:lnTo>
                  <a:lnTo>
                    <a:pt x="2950" y="1113"/>
                  </a:lnTo>
                  <a:lnTo>
                    <a:pt x="2958" y="1076"/>
                  </a:lnTo>
                  <a:lnTo>
                    <a:pt x="2968" y="1038"/>
                  </a:lnTo>
                  <a:lnTo>
                    <a:pt x="2980" y="1004"/>
                  </a:lnTo>
                  <a:lnTo>
                    <a:pt x="2994" y="971"/>
                  </a:lnTo>
                  <a:lnTo>
                    <a:pt x="3011" y="942"/>
                  </a:lnTo>
                  <a:lnTo>
                    <a:pt x="3027" y="915"/>
                  </a:lnTo>
                  <a:lnTo>
                    <a:pt x="3046" y="890"/>
                  </a:lnTo>
                  <a:lnTo>
                    <a:pt x="3066" y="869"/>
                  </a:lnTo>
                  <a:lnTo>
                    <a:pt x="3087" y="852"/>
                  </a:lnTo>
                  <a:lnTo>
                    <a:pt x="3108" y="838"/>
                  </a:lnTo>
                  <a:lnTo>
                    <a:pt x="3131" y="827"/>
                  </a:lnTo>
                  <a:lnTo>
                    <a:pt x="3155" y="821"/>
                  </a:lnTo>
                  <a:lnTo>
                    <a:pt x="3179" y="819"/>
                  </a:lnTo>
                  <a:close/>
                  <a:moveTo>
                    <a:pt x="3246" y="2144"/>
                  </a:moveTo>
                  <a:lnTo>
                    <a:pt x="3271" y="2146"/>
                  </a:lnTo>
                  <a:lnTo>
                    <a:pt x="3294" y="2152"/>
                  </a:lnTo>
                  <a:lnTo>
                    <a:pt x="3316" y="2162"/>
                  </a:lnTo>
                  <a:lnTo>
                    <a:pt x="3339" y="2176"/>
                  </a:lnTo>
                  <a:lnTo>
                    <a:pt x="3360" y="2194"/>
                  </a:lnTo>
                  <a:lnTo>
                    <a:pt x="3380" y="2215"/>
                  </a:lnTo>
                  <a:lnTo>
                    <a:pt x="3397" y="2240"/>
                  </a:lnTo>
                  <a:lnTo>
                    <a:pt x="3415" y="2267"/>
                  </a:lnTo>
                  <a:lnTo>
                    <a:pt x="3430" y="2296"/>
                  </a:lnTo>
                  <a:lnTo>
                    <a:pt x="3444" y="2329"/>
                  </a:lnTo>
                  <a:lnTo>
                    <a:pt x="3456" y="2363"/>
                  </a:lnTo>
                  <a:lnTo>
                    <a:pt x="3466" y="2400"/>
                  </a:lnTo>
                  <a:lnTo>
                    <a:pt x="3475" y="2438"/>
                  </a:lnTo>
                  <a:lnTo>
                    <a:pt x="3480" y="2478"/>
                  </a:lnTo>
                  <a:lnTo>
                    <a:pt x="3484" y="2520"/>
                  </a:lnTo>
                  <a:lnTo>
                    <a:pt x="3485" y="2562"/>
                  </a:lnTo>
                  <a:lnTo>
                    <a:pt x="3484" y="2604"/>
                  </a:lnTo>
                  <a:lnTo>
                    <a:pt x="3480" y="2647"/>
                  </a:lnTo>
                  <a:lnTo>
                    <a:pt x="3475" y="2686"/>
                  </a:lnTo>
                  <a:lnTo>
                    <a:pt x="3466" y="2725"/>
                  </a:lnTo>
                  <a:lnTo>
                    <a:pt x="3456" y="2762"/>
                  </a:lnTo>
                  <a:lnTo>
                    <a:pt x="3444" y="2796"/>
                  </a:lnTo>
                  <a:lnTo>
                    <a:pt x="3430" y="2828"/>
                  </a:lnTo>
                  <a:lnTo>
                    <a:pt x="3415" y="2858"/>
                  </a:lnTo>
                  <a:lnTo>
                    <a:pt x="3397" y="2886"/>
                  </a:lnTo>
                  <a:lnTo>
                    <a:pt x="3380" y="2909"/>
                  </a:lnTo>
                  <a:lnTo>
                    <a:pt x="3360" y="2930"/>
                  </a:lnTo>
                  <a:lnTo>
                    <a:pt x="3339" y="2949"/>
                  </a:lnTo>
                  <a:lnTo>
                    <a:pt x="3316" y="2963"/>
                  </a:lnTo>
                  <a:lnTo>
                    <a:pt x="3294" y="2974"/>
                  </a:lnTo>
                  <a:lnTo>
                    <a:pt x="3271" y="2980"/>
                  </a:lnTo>
                  <a:lnTo>
                    <a:pt x="3246" y="2982"/>
                  </a:lnTo>
                  <a:lnTo>
                    <a:pt x="3222" y="2980"/>
                  </a:lnTo>
                  <a:lnTo>
                    <a:pt x="3198" y="2974"/>
                  </a:lnTo>
                  <a:lnTo>
                    <a:pt x="3176" y="2963"/>
                  </a:lnTo>
                  <a:lnTo>
                    <a:pt x="3154" y="2949"/>
                  </a:lnTo>
                  <a:lnTo>
                    <a:pt x="3133" y="2930"/>
                  </a:lnTo>
                  <a:lnTo>
                    <a:pt x="3113" y="2909"/>
                  </a:lnTo>
                  <a:lnTo>
                    <a:pt x="3095" y="2886"/>
                  </a:lnTo>
                  <a:lnTo>
                    <a:pt x="3077" y="2858"/>
                  </a:lnTo>
                  <a:lnTo>
                    <a:pt x="3062" y="2828"/>
                  </a:lnTo>
                  <a:lnTo>
                    <a:pt x="3048" y="2796"/>
                  </a:lnTo>
                  <a:lnTo>
                    <a:pt x="3036" y="2762"/>
                  </a:lnTo>
                  <a:lnTo>
                    <a:pt x="3026" y="2725"/>
                  </a:lnTo>
                  <a:lnTo>
                    <a:pt x="3018" y="2686"/>
                  </a:lnTo>
                  <a:lnTo>
                    <a:pt x="3012" y="2647"/>
                  </a:lnTo>
                  <a:lnTo>
                    <a:pt x="3008" y="2604"/>
                  </a:lnTo>
                  <a:lnTo>
                    <a:pt x="3007" y="2562"/>
                  </a:lnTo>
                  <a:lnTo>
                    <a:pt x="3008" y="2520"/>
                  </a:lnTo>
                  <a:lnTo>
                    <a:pt x="3012" y="2478"/>
                  </a:lnTo>
                  <a:lnTo>
                    <a:pt x="3018" y="2438"/>
                  </a:lnTo>
                  <a:lnTo>
                    <a:pt x="3026" y="2400"/>
                  </a:lnTo>
                  <a:lnTo>
                    <a:pt x="3036" y="2363"/>
                  </a:lnTo>
                  <a:lnTo>
                    <a:pt x="3048" y="2329"/>
                  </a:lnTo>
                  <a:lnTo>
                    <a:pt x="3062" y="2296"/>
                  </a:lnTo>
                  <a:lnTo>
                    <a:pt x="3077" y="2267"/>
                  </a:lnTo>
                  <a:lnTo>
                    <a:pt x="3095" y="2240"/>
                  </a:lnTo>
                  <a:lnTo>
                    <a:pt x="3113" y="2215"/>
                  </a:lnTo>
                  <a:lnTo>
                    <a:pt x="3133" y="2194"/>
                  </a:lnTo>
                  <a:lnTo>
                    <a:pt x="3154" y="2176"/>
                  </a:lnTo>
                  <a:lnTo>
                    <a:pt x="3176" y="2162"/>
                  </a:lnTo>
                  <a:lnTo>
                    <a:pt x="3198" y="2152"/>
                  </a:lnTo>
                  <a:lnTo>
                    <a:pt x="3222" y="2146"/>
                  </a:lnTo>
                  <a:lnTo>
                    <a:pt x="3246" y="214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2793" name="Freeform 51"/>
            <p:cNvSpPr>
              <a:spLocks/>
            </p:cNvSpPr>
            <p:nvPr/>
          </p:nvSpPr>
          <p:spPr bwMode="auto">
            <a:xfrm>
              <a:off x="1267" y="1588"/>
              <a:ext cx="87" cy="52"/>
            </a:xfrm>
            <a:custGeom>
              <a:avLst/>
              <a:gdLst>
                <a:gd name="T0" fmla="*/ 3 w 437"/>
                <a:gd name="T1" fmla="*/ 2 h 260"/>
                <a:gd name="T2" fmla="*/ 3 w 437"/>
                <a:gd name="T3" fmla="*/ 2 h 260"/>
                <a:gd name="T4" fmla="*/ 3 w 437"/>
                <a:gd name="T5" fmla="*/ 2 h 260"/>
                <a:gd name="T6" fmla="*/ 3 w 437"/>
                <a:gd name="T7" fmla="*/ 2 h 260"/>
                <a:gd name="T8" fmla="*/ 3 w 437"/>
                <a:gd name="T9" fmla="*/ 1 h 260"/>
                <a:gd name="T10" fmla="*/ 3 w 437"/>
                <a:gd name="T11" fmla="*/ 1 h 260"/>
                <a:gd name="T12" fmla="*/ 3 w 437"/>
                <a:gd name="T13" fmla="*/ 1 h 260"/>
                <a:gd name="T14" fmla="*/ 3 w 437"/>
                <a:gd name="T15" fmla="*/ 1 h 260"/>
                <a:gd name="T16" fmla="*/ 3 w 437"/>
                <a:gd name="T17" fmla="*/ 1 h 260"/>
                <a:gd name="T18" fmla="*/ 2 w 437"/>
                <a:gd name="T19" fmla="*/ 1 h 260"/>
                <a:gd name="T20" fmla="*/ 2 w 437"/>
                <a:gd name="T21" fmla="*/ 0 h 260"/>
                <a:gd name="T22" fmla="*/ 2 w 437"/>
                <a:gd name="T23" fmla="*/ 0 h 260"/>
                <a:gd name="T24" fmla="*/ 2 w 437"/>
                <a:gd name="T25" fmla="*/ 0 h 260"/>
                <a:gd name="T26" fmla="*/ 1 w 437"/>
                <a:gd name="T27" fmla="*/ 0 h 260"/>
                <a:gd name="T28" fmla="*/ 1 w 437"/>
                <a:gd name="T29" fmla="*/ 0 h 260"/>
                <a:gd name="T30" fmla="*/ 1 w 437"/>
                <a:gd name="T31" fmla="*/ 0 h 260"/>
                <a:gd name="T32" fmla="*/ 0 w 437"/>
                <a:gd name="T33" fmla="*/ 0 h 260"/>
                <a:gd name="T34" fmla="*/ 0 w 437"/>
                <a:gd name="T35" fmla="*/ 0 h 260"/>
                <a:gd name="T36" fmla="*/ 0 w 437"/>
                <a:gd name="T37" fmla="*/ 0 h 260"/>
                <a:gd name="T38" fmla="*/ 0 w 437"/>
                <a:gd name="T39" fmla="*/ 0 h 260"/>
                <a:gd name="T40" fmla="*/ 1 w 437"/>
                <a:gd name="T41" fmla="*/ 0 h 260"/>
                <a:gd name="T42" fmla="*/ 1 w 437"/>
                <a:gd name="T43" fmla="*/ 0 h 260"/>
                <a:gd name="T44" fmla="*/ 1 w 437"/>
                <a:gd name="T45" fmla="*/ 0 h 260"/>
                <a:gd name="T46" fmla="*/ 2 w 437"/>
                <a:gd name="T47" fmla="*/ 0 h 260"/>
                <a:gd name="T48" fmla="*/ 2 w 437"/>
                <a:gd name="T49" fmla="*/ 0 h 260"/>
                <a:gd name="T50" fmla="*/ 2 w 437"/>
                <a:gd name="T51" fmla="*/ 1 h 260"/>
                <a:gd name="T52" fmla="*/ 2 w 437"/>
                <a:gd name="T53" fmla="*/ 1 h 260"/>
                <a:gd name="T54" fmla="*/ 3 w 437"/>
                <a:gd name="T55" fmla="*/ 1 h 260"/>
                <a:gd name="T56" fmla="*/ 3 w 437"/>
                <a:gd name="T57" fmla="*/ 1 h 260"/>
                <a:gd name="T58" fmla="*/ 3 w 437"/>
                <a:gd name="T59" fmla="*/ 1 h 260"/>
                <a:gd name="T60" fmla="*/ 3 w 437"/>
                <a:gd name="T61" fmla="*/ 1 h 260"/>
                <a:gd name="T62" fmla="*/ 3 w 437"/>
                <a:gd name="T63" fmla="*/ 1 h 260"/>
                <a:gd name="T64" fmla="*/ 3 w 437"/>
                <a:gd name="T65" fmla="*/ 2 h 260"/>
                <a:gd name="T66" fmla="*/ 3 w 437"/>
                <a:gd name="T67" fmla="*/ 2 h 260"/>
                <a:gd name="T68" fmla="*/ 3 w 437"/>
                <a:gd name="T69" fmla="*/ 2 h 260"/>
                <a:gd name="T70" fmla="*/ 3 w 437"/>
                <a:gd name="T71" fmla="*/ 2 h 260"/>
                <a:gd name="T72" fmla="*/ 3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437" y="260"/>
                  </a:moveTo>
                  <a:lnTo>
                    <a:pt x="437" y="260"/>
                  </a:lnTo>
                  <a:lnTo>
                    <a:pt x="434" y="233"/>
                  </a:lnTo>
                  <a:lnTo>
                    <a:pt x="427" y="206"/>
                  </a:lnTo>
                  <a:lnTo>
                    <a:pt x="417" y="181"/>
                  </a:lnTo>
                  <a:lnTo>
                    <a:pt x="401" y="157"/>
                  </a:lnTo>
                  <a:lnTo>
                    <a:pt x="383" y="133"/>
                  </a:lnTo>
                  <a:lnTo>
                    <a:pt x="360" y="113"/>
                  </a:lnTo>
                  <a:lnTo>
                    <a:pt x="336" y="93"/>
                  </a:lnTo>
                  <a:lnTo>
                    <a:pt x="308" y="73"/>
                  </a:lnTo>
                  <a:lnTo>
                    <a:pt x="276" y="58"/>
                  </a:lnTo>
                  <a:lnTo>
                    <a:pt x="242" y="43"/>
                  </a:lnTo>
                  <a:lnTo>
                    <a:pt x="207" y="30"/>
                  </a:lnTo>
                  <a:lnTo>
                    <a:pt x="168" y="19"/>
                  </a:lnTo>
                  <a:lnTo>
                    <a:pt x="128" y="11"/>
                  </a:lnTo>
                  <a:lnTo>
                    <a:pt x="87" y="4"/>
                  </a:lnTo>
                  <a:lnTo>
                    <a:pt x="43" y="1"/>
                  </a:lnTo>
                  <a:lnTo>
                    <a:pt x="0" y="0"/>
                  </a:lnTo>
                  <a:lnTo>
                    <a:pt x="0" y="11"/>
                  </a:lnTo>
                  <a:lnTo>
                    <a:pt x="43" y="12"/>
                  </a:lnTo>
                  <a:lnTo>
                    <a:pt x="85" y="16"/>
                  </a:lnTo>
                  <a:lnTo>
                    <a:pt x="126" y="23"/>
                  </a:lnTo>
                  <a:lnTo>
                    <a:pt x="166" y="31"/>
                  </a:lnTo>
                  <a:lnTo>
                    <a:pt x="202" y="42"/>
                  </a:lnTo>
                  <a:lnTo>
                    <a:pt x="237" y="55"/>
                  </a:lnTo>
                  <a:lnTo>
                    <a:pt x="271" y="70"/>
                  </a:lnTo>
                  <a:lnTo>
                    <a:pt x="301" y="85"/>
                  </a:lnTo>
                  <a:lnTo>
                    <a:pt x="329" y="103"/>
                  </a:lnTo>
                  <a:lnTo>
                    <a:pt x="353" y="123"/>
                  </a:lnTo>
                  <a:lnTo>
                    <a:pt x="373" y="143"/>
                  </a:lnTo>
                  <a:lnTo>
                    <a:pt x="392" y="164"/>
                  </a:lnTo>
                  <a:lnTo>
                    <a:pt x="405" y="186"/>
                  </a:lnTo>
                  <a:lnTo>
                    <a:pt x="415" y="211"/>
                  </a:lnTo>
                  <a:lnTo>
                    <a:pt x="422" y="235"/>
                  </a:lnTo>
                  <a:lnTo>
                    <a:pt x="425" y="260"/>
                  </a:lnTo>
                  <a:lnTo>
                    <a:pt x="437"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2794" name="Freeform 52"/>
            <p:cNvSpPr>
              <a:spLocks/>
            </p:cNvSpPr>
            <p:nvPr/>
          </p:nvSpPr>
          <p:spPr bwMode="auto">
            <a:xfrm>
              <a:off x="1267" y="1640"/>
              <a:ext cx="87" cy="52"/>
            </a:xfrm>
            <a:custGeom>
              <a:avLst/>
              <a:gdLst>
                <a:gd name="T0" fmla="*/ 0 w 437"/>
                <a:gd name="T1" fmla="*/ 2 h 260"/>
                <a:gd name="T2" fmla="*/ 0 w 437"/>
                <a:gd name="T3" fmla="*/ 2 h 260"/>
                <a:gd name="T4" fmla="*/ 0 w 437"/>
                <a:gd name="T5" fmla="*/ 2 h 260"/>
                <a:gd name="T6" fmla="*/ 1 w 437"/>
                <a:gd name="T7" fmla="*/ 2 h 260"/>
                <a:gd name="T8" fmla="*/ 1 w 437"/>
                <a:gd name="T9" fmla="*/ 2 h 260"/>
                <a:gd name="T10" fmla="*/ 1 w 437"/>
                <a:gd name="T11" fmla="*/ 2 h 260"/>
                <a:gd name="T12" fmla="*/ 2 w 437"/>
                <a:gd name="T13" fmla="*/ 2 h 260"/>
                <a:gd name="T14" fmla="*/ 2 w 437"/>
                <a:gd name="T15" fmla="*/ 2 h 260"/>
                <a:gd name="T16" fmla="*/ 2 w 437"/>
                <a:gd name="T17" fmla="*/ 2 h 260"/>
                <a:gd name="T18" fmla="*/ 2 w 437"/>
                <a:gd name="T19" fmla="*/ 1 h 260"/>
                <a:gd name="T20" fmla="*/ 3 w 437"/>
                <a:gd name="T21" fmla="*/ 1 h 260"/>
                <a:gd name="T22" fmla="*/ 3 w 437"/>
                <a:gd name="T23" fmla="*/ 1 h 260"/>
                <a:gd name="T24" fmla="*/ 3 w 437"/>
                <a:gd name="T25" fmla="*/ 1 h 260"/>
                <a:gd name="T26" fmla="*/ 3 w 437"/>
                <a:gd name="T27" fmla="*/ 1 h 260"/>
                <a:gd name="T28" fmla="*/ 3 w 437"/>
                <a:gd name="T29" fmla="*/ 1 h 260"/>
                <a:gd name="T30" fmla="*/ 3 w 437"/>
                <a:gd name="T31" fmla="*/ 0 h 260"/>
                <a:gd name="T32" fmla="*/ 3 w 437"/>
                <a:gd name="T33" fmla="*/ 0 h 260"/>
                <a:gd name="T34" fmla="*/ 3 w 437"/>
                <a:gd name="T35" fmla="*/ 0 h 260"/>
                <a:gd name="T36" fmla="*/ 3 w 437"/>
                <a:gd name="T37" fmla="*/ 0 h 260"/>
                <a:gd name="T38" fmla="*/ 3 w 437"/>
                <a:gd name="T39" fmla="*/ 0 h 260"/>
                <a:gd name="T40" fmla="*/ 3 w 437"/>
                <a:gd name="T41" fmla="*/ 0 h 260"/>
                <a:gd name="T42" fmla="*/ 3 w 437"/>
                <a:gd name="T43" fmla="*/ 1 h 260"/>
                <a:gd name="T44" fmla="*/ 3 w 437"/>
                <a:gd name="T45" fmla="*/ 1 h 260"/>
                <a:gd name="T46" fmla="*/ 3 w 437"/>
                <a:gd name="T47" fmla="*/ 1 h 260"/>
                <a:gd name="T48" fmla="*/ 3 w 437"/>
                <a:gd name="T49" fmla="*/ 1 h 260"/>
                <a:gd name="T50" fmla="*/ 3 w 437"/>
                <a:gd name="T51" fmla="*/ 1 h 260"/>
                <a:gd name="T52" fmla="*/ 2 w 437"/>
                <a:gd name="T53" fmla="*/ 1 h 260"/>
                <a:gd name="T54" fmla="*/ 2 w 437"/>
                <a:gd name="T55" fmla="*/ 2 h 260"/>
                <a:gd name="T56" fmla="*/ 2 w 437"/>
                <a:gd name="T57" fmla="*/ 2 h 260"/>
                <a:gd name="T58" fmla="*/ 2 w 437"/>
                <a:gd name="T59" fmla="*/ 2 h 260"/>
                <a:gd name="T60" fmla="*/ 1 w 437"/>
                <a:gd name="T61" fmla="*/ 2 h 260"/>
                <a:gd name="T62" fmla="*/ 1 w 437"/>
                <a:gd name="T63" fmla="*/ 2 h 260"/>
                <a:gd name="T64" fmla="*/ 1 w 437"/>
                <a:gd name="T65" fmla="*/ 2 h 260"/>
                <a:gd name="T66" fmla="*/ 0 w 437"/>
                <a:gd name="T67" fmla="*/ 2 h 260"/>
                <a:gd name="T68" fmla="*/ 0 w 437"/>
                <a:gd name="T69" fmla="*/ 2 h 260"/>
                <a:gd name="T70" fmla="*/ 0 w 437"/>
                <a:gd name="T71" fmla="*/ 2 h 260"/>
                <a:gd name="T72" fmla="*/ 0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0" y="260"/>
                  </a:moveTo>
                  <a:lnTo>
                    <a:pt x="0" y="260"/>
                  </a:lnTo>
                  <a:lnTo>
                    <a:pt x="43" y="259"/>
                  </a:lnTo>
                  <a:lnTo>
                    <a:pt x="87" y="255"/>
                  </a:lnTo>
                  <a:lnTo>
                    <a:pt x="128" y="248"/>
                  </a:lnTo>
                  <a:lnTo>
                    <a:pt x="168" y="240"/>
                  </a:lnTo>
                  <a:lnTo>
                    <a:pt x="207" y="230"/>
                  </a:lnTo>
                  <a:lnTo>
                    <a:pt x="242" y="217"/>
                  </a:lnTo>
                  <a:lnTo>
                    <a:pt x="276" y="202"/>
                  </a:lnTo>
                  <a:lnTo>
                    <a:pt x="308" y="185"/>
                  </a:lnTo>
                  <a:lnTo>
                    <a:pt x="336" y="166"/>
                  </a:lnTo>
                  <a:lnTo>
                    <a:pt x="360" y="146"/>
                  </a:lnTo>
                  <a:lnTo>
                    <a:pt x="383" y="125"/>
                  </a:lnTo>
                  <a:lnTo>
                    <a:pt x="401" y="102"/>
                  </a:lnTo>
                  <a:lnTo>
                    <a:pt x="417" y="77"/>
                  </a:lnTo>
                  <a:lnTo>
                    <a:pt x="427" y="53"/>
                  </a:lnTo>
                  <a:lnTo>
                    <a:pt x="434" y="27"/>
                  </a:lnTo>
                  <a:lnTo>
                    <a:pt x="437" y="0"/>
                  </a:lnTo>
                  <a:lnTo>
                    <a:pt x="425" y="0"/>
                  </a:lnTo>
                  <a:lnTo>
                    <a:pt x="422" y="24"/>
                  </a:lnTo>
                  <a:lnTo>
                    <a:pt x="415" y="48"/>
                  </a:lnTo>
                  <a:lnTo>
                    <a:pt x="405" y="73"/>
                  </a:lnTo>
                  <a:lnTo>
                    <a:pt x="392" y="95"/>
                  </a:lnTo>
                  <a:lnTo>
                    <a:pt x="373" y="116"/>
                  </a:lnTo>
                  <a:lnTo>
                    <a:pt x="353" y="137"/>
                  </a:lnTo>
                  <a:lnTo>
                    <a:pt x="329" y="157"/>
                  </a:lnTo>
                  <a:lnTo>
                    <a:pt x="301" y="173"/>
                  </a:lnTo>
                  <a:lnTo>
                    <a:pt x="271" y="190"/>
                  </a:lnTo>
                  <a:lnTo>
                    <a:pt x="237" y="205"/>
                  </a:lnTo>
                  <a:lnTo>
                    <a:pt x="202" y="218"/>
                  </a:lnTo>
                  <a:lnTo>
                    <a:pt x="166" y="228"/>
                  </a:lnTo>
                  <a:lnTo>
                    <a:pt x="126" y="237"/>
                  </a:lnTo>
                  <a:lnTo>
                    <a:pt x="85" y="244"/>
                  </a:lnTo>
                  <a:lnTo>
                    <a:pt x="43" y="247"/>
                  </a:lnTo>
                  <a:lnTo>
                    <a:pt x="0" y="248"/>
                  </a:lnTo>
                  <a:lnTo>
                    <a:pt x="0"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2795" name="Freeform 53"/>
            <p:cNvSpPr>
              <a:spLocks/>
            </p:cNvSpPr>
            <p:nvPr/>
          </p:nvSpPr>
          <p:spPr bwMode="auto">
            <a:xfrm>
              <a:off x="1179" y="1640"/>
              <a:ext cx="88" cy="52"/>
            </a:xfrm>
            <a:custGeom>
              <a:avLst/>
              <a:gdLst>
                <a:gd name="T0" fmla="*/ 0 w 439"/>
                <a:gd name="T1" fmla="*/ 0 h 260"/>
                <a:gd name="T2" fmla="*/ 0 w 439"/>
                <a:gd name="T3" fmla="*/ 0 h 260"/>
                <a:gd name="T4" fmla="*/ 0 w 439"/>
                <a:gd name="T5" fmla="*/ 0 h 260"/>
                <a:gd name="T6" fmla="*/ 0 w 439"/>
                <a:gd name="T7" fmla="*/ 0 h 260"/>
                <a:gd name="T8" fmla="*/ 0 w 439"/>
                <a:gd name="T9" fmla="*/ 1 h 260"/>
                <a:gd name="T10" fmla="*/ 0 w 439"/>
                <a:gd name="T11" fmla="*/ 1 h 260"/>
                <a:gd name="T12" fmla="*/ 0 w 439"/>
                <a:gd name="T13" fmla="*/ 1 h 260"/>
                <a:gd name="T14" fmla="*/ 1 w 439"/>
                <a:gd name="T15" fmla="*/ 1 h 260"/>
                <a:gd name="T16" fmla="*/ 1 w 439"/>
                <a:gd name="T17" fmla="*/ 1 h 260"/>
                <a:gd name="T18" fmla="*/ 1 w 439"/>
                <a:gd name="T19" fmla="*/ 1 h 260"/>
                <a:gd name="T20" fmla="*/ 1 w 439"/>
                <a:gd name="T21" fmla="*/ 2 h 260"/>
                <a:gd name="T22" fmla="*/ 2 w 439"/>
                <a:gd name="T23" fmla="*/ 2 h 260"/>
                <a:gd name="T24" fmla="*/ 2 w 439"/>
                <a:gd name="T25" fmla="*/ 2 h 260"/>
                <a:gd name="T26" fmla="*/ 2 w 439"/>
                <a:gd name="T27" fmla="*/ 2 h 260"/>
                <a:gd name="T28" fmla="*/ 2 w 439"/>
                <a:gd name="T29" fmla="*/ 2 h 260"/>
                <a:gd name="T30" fmla="*/ 3 w 439"/>
                <a:gd name="T31" fmla="*/ 2 h 260"/>
                <a:gd name="T32" fmla="*/ 3 w 439"/>
                <a:gd name="T33" fmla="*/ 2 h 260"/>
                <a:gd name="T34" fmla="*/ 4 w 439"/>
                <a:gd name="T35" fmla="*/ 2 h 260"/>
                <a:gd name="T36" fmla="*/ 4 w 439"/>
                <a:gd name="T37" fmla="*/ 2 h 260"/>
                <a:gd name="T38" fmla="*/ 3 w 439"/>
                <a:gd name="T39" fmla="*/ 2 h 260"/>
                <a:gd name="T40" fmla="*/ 3 w 439"/>
                <a:gd name="T41" fmla="*/ 2 h 260"/>
                <a:gd name="T42" fmla="*/ 3 w 439"/>
                <a:gd name="T43" fmla="*/ 2 h 260"/>
                <a:gd name="T44" fmla="*/ 2 w 439"/>
                <a:gd name="T45" fmla="*/ 2 h 260"/>
                <a:gd name="T46" fmla="*/ 2 w 439"/>
                <a:gd name="T47" fmla="*/ 2 h 260"/>
                <a:gd name="T48" fmla="*/ 2 w 439"/>
                <a:gd name="T49" fmla="*/ 2 h 260"/>
                <a:gd name="T50" fmla="*/ 1 w 439"/>
                <a:gd name="T51" fmla="*/ 2 h 260"/>
                <a:gd name="T52" fmla="*/ 1 w 439"/>
                <a:gd name="T53" fmla="*/ 1 h 260"/>
                <a:gd name="T54" fmla="*/ 1 w 439"/>
                <a:gd name="T55" fmla="*/ 1 h 260"/>
                <a:gd name="T56" fmla="*/ 1 w 439"/>
                <a:gd name="T57" fmla="*/ 1 h 260"/>
                <a:gd name="T58" fmla="*/ 1 w 439"/>
                <a:gd name="T59" fmla="*/ 1 h 260"/>
                <a:gd name="T60" fmla="*/ 0 w 439"/>
                <a:gd name="T61" fmla="*/ 1 h 260"/>
                <a:gd name="T62" fmla="*/ 0 w 439"/>
                <a:gd name="T63" fmla="*/ 1 h 260"/>
                <a:gd name="T64" fmla="*/ 0 w 439"/>
                <a:gd name="T65" fmla="*/ 0 h 260"/>
                <a:gd name="T66" fmla="*/ 0 w 439"/>
                <a:gd name="T67" fmla="*/ 0 h 260"/>
                <a:gd name="T68" fmla="*/ 0 w 439"/>
                <a:gd name="T69" fmla="*/ 0 h 260"/>
                <a:gd name="T70" fmla="*/ 0 w 439"/>
                <a:gd name="T71" fmla="*/ 0 h 260"/>
                <a:gd name="T72" fmla="*/ 0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0" y="0"/>
                  </a:moveTo>
                  <a:lnTo>
                    <a:pt x="0" y="0"/>
                  </a:lnTo>
                  <a:lnTo>
                    <a:pt x="3" y="27"/>
                  </a:lnTo>
                  <a:lnTo>
                    <a:pt x="10" y="53"/>
                  </a:lnTo>
                  <a:lnTo>
                    <a:pt x="20" y="77"/>
                  </a:lnTo>
                  <a:lnTo>
                    <a:pt x="35" y="102"/>
                  </a:lnTo>
                  <a:lnTo>
                    <a:pt x="54" y="125"/>
                  </a:lnTo>
                  <a:lnTo>
                    <a:pt x="76" y="146"/>
                  </a:lnTo>
                  <a:lnTo>
                    <a:pt x="102" y="166"/>
                  </a:lnTo>
                  <a:lnTo>
                    <a:pt x="130" y="185"/>
                  </a:lnTo>
                  <a:lnTo>
                    <a:pt x="162" y="202"/>
                  </a:lnTo>
                  <a:lnTo>
                    <a:pt x="195" y="217"/>
                  </a:lnTo>
                  <a:lnTo>
                    <a:pt x="231" y="230"/>
                  </a:lnTo>
                  <a:lnTo>
                    <a:pt x="270" y="240"/>
                  </a:lnTo>
                  <a:lnTo>
                    <a:pt x="310" y="248"/>
                  </a:lnTo>
                  <a:lnTo>
                    <a:pt x="351" y="255"/>
                  </a:lnTo>
                  <a:lnTo>
                    <a:pt x="395" y="259"/>
                  </a:lnTo>
                  <a:lnTo>
                    <a:pt x="439" y="260"/>
                  </a:lnTo>
                  <a:lnTo>
                    <a:pt x="439" y="248"/>
                  </a:lnTo>
                  <a:lnTo>
                    <a:pt x="395" y="247"/>
                  </a:lnTo>
                  <a:lnTo>
                    <a:pt x="353" y="244"/>
                  </a:lnTo>
                  <a:lnTo>
                    <a:pt x="312" y="237"/>
                  </a:lnTo>
                  <a:lnTo>
                    <a:pt x="272" y="228"/>
                  </a:lnTo>
                  <a:lnTo>
                    <a:pt x="236" y="218"/>
                  </a:lnTo>
                  <a:lnTo>
                    <a:pt x="200" y="205"/>
                  </a:lnTo>
                  <a:lnTo>
                    <a:pt x="167" y="190"/>
                  </a:lnTo>
                  <a:lnTo>
                    <a:pt x="137" y="173"/>
                  </a:lnTo>
                  <a:lnTo>
                    <a:pt x="109" y="157"/>
                  </a:lnTo>
                  <a:lnTo>
                    <a:pt x="84" y="137"/>
                  </a:lnTo>
                  <a:lnTo>
                    <a:pt x="64" y="116"/>
                  </a:lnTo>
                  <a:lnTo>
                    <a:pt x="45" y="95"/>
                  </a:lnTo>
                  <a:lnTo>
                    <a:pt x="32" y="73"/>
                  </a:lnTo>
                  <a:lnTo>
                    <a:pt x="21" y="48"/>
                  </a:lnTo>
                  <a:lnTo>
                    <a:pt x="14" y="24"/>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2796" name="Freeform 54"/>
            <p:cNvSpPr>
              <a:spLocks/>
            </p:cNvSpPr>
            <p:nvPr/>
          </p:nvSpPr>
          <p:spPr bwMode="auto">
            <a:xfrm>
              <a:off x="1179" y="1588"/>
              <a:ext cx="88" cy="52"/>
            </a:xfrm>
            <a:custGeom>
              <a:avLst/>
              <a:gdLst>
                <a:gd name="T0" fmla="*/ 4 w 439"/>
                <a:gd name="T1" fmla="*/ 0 h 260"/>
                <a:gd name="T2" fmla="*/ 4 w 439"/>
                <a:gd name="T3" fmla="*/ 0 h 260"/>
                <a:gd name="T4" fmla="*/ 3 w 439"/>
                <a:gd name="T5" fmla="*/ 0 h 260"/>
                <a:gd name="T6" fmla="*/ 3 w 439"/>
                <a:gd name="T7" fmla="*/ 0 h 260"/>
                <a:gd name="T8" fmla="*/ 2 w 439"/>
                <a:gd name="T9" fmla="*/ 0 h 260"/>
                <a:gd name="T10" fmla="*/ 2 w 439"/>
                <a:gd name="T11" fmla="*/ 0 h 260"/>
                <a:gd name="T12" fmla="*/ 2 w 439"/>
                <a:gd name="T13" fmla="*/ 0 h 260"/>
                <a:gd name="T14" fmla="*/ 2 w 439"/>
                <a:gd name="T15" fmla="*/ 0 h 260"/>
                <a:gd name="T16" fmla="*/ 1 w 439"/>
                <a:gd name="T17" fmla="*/ 0 h 260"/>
                <a:gd name="T18" fmla="*/ 1 w 439"/>
                <a:gd name="T19" fmla="*/ 1 h 260"/>
                <a:gd name="T20" fmla="*/ 1 w 439"/>
                <a:gd name="T21" fmla="*/ 1 h 260"/>
                <a:gd name="T22" fmla="*/ 1 w 439"/>
                <a:gd name="T23" fmla="*/ 1 h 260"/>
                <a:gd name="T24" fmla="*/ 0 w 439"/>
                <a:gd name="T25" fmla="*/ 1 h 260"/>
                <a:gd name="T26" fmla="*/ 0 w 439"/>
                <a:gd name="T27" fmla="*/ 1 h 260"/>
                <a:gd name="T28" fmla="*/ 0 w 439"/>
                <a:gd name="T29" fmla="*/ 1 h 260"/>
                <a:gd name="T30" fmla="*/ 0 w 439"/>
                <a:gd name="T31" fmla="*/ 2 h 260"/>
                <a:gd name="T32" fmla="*/ 0 w 439"/>
                <a:gd name="T33" fmla="*/ 2 h 260"/>
                <a:gd name="T34" fmla="*/ 0 w 439"/>
                <a:gd name="T35" fmla="*/ 2 h 260"/>
                <a:gd name="T36" fmla="*/ 0 w 439"/>
                <a:gd name="T37" fmla="*/ 2 h 260"/>
                <a:gd name="T38" fmla="*/ 0 w 439"/>
                <a:gd name="T39" fmla="*/ 2 h 260"/>
                <a:gd name="T40" fmla="*/ 0 w 439"/>
                <a:gd name="T41" fmla="*/ 2 h 260"/>
                <a:gd name="T42" fmla="*/ 0 w 439"/>
                <a:gd name="T43" fmla="*/ 1 h 260"/>
                <a:gd name="T44" fmla="*/ 0 w 439"/>
                <a:gd name="T45" fmla="*/ 1 h 260"/>
                <a:gd name="T46" fmla="*/ 1 w 439"/>
                <a:gd name="T47" fmla="*/ 1 h 260"/>
                <a:gd name="T48" fmla="*/ 1 w 439"/>
                <a:gd name="T49" fmla="*/ 1 h 260"/>
                <a:gd name="T50" fmla="*/ 1 w 439"/>
                <a:gd name="T51" fmla="*/ 1 h 260"/>
                <a:gd name="T52" fmla="*/ 1 w 439"/>
                <a:gd name="T53" fmla="*/ 1 h 260"/>
                <a:gd name="T54" fmla="*/ 1 w 439"/>
                <a:gd name="T55" fmla="*/ 1 h 260"/>
                <a:gd name="T56" fmla="*/ 2 w 439"/>
                <a:gd name="T57" fmla="*/ 0 h 260"/>
                <a:gd name="T58" fmla="*/ 2 w 439"/>
                <a:gd name="T59" fmla="*/ 0 h 260"/>
                <a:gd name="T60" fmla="*/ 2 w 439"/>
                <a:gd name="T61" fmla="*/ 0 h 260"/>
                <a:gd name="T62" fmla="*/ 3 w 439"/>
                <a:gd name="T63" fmla="*/ 0 h 260"/>
                <a:gd name="T64" fmla="*/ 3 w 439"/>
                <a:gd name="T65" fmla="*/ 0 h 260"/>
                <a:gd name="T66" fmla="*/ 3 w 439"/>
                <a:gd name="T67" fmla="*/ 0 h 260"/>
                <a:gd name="T68" fmla="*/ 4 w 439"/>
                <a:gd name="T69" fmla="*/ 0 h 260"/>
                <a:gd name="T70" fmla="*/ 4 w 439"/>
                <a:gd name="T71" fmla="*/ 0 h 260"/>
                <a:gd name="T72" fmla="*/ 4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439" y="0"/>
                  </a:moveTo>
                  <a:lnTo>
                    <a:pt x="439" y="0"/>
                  </a:lnTo>
                  <a:lnTo>
                    <a:pt x="395" y="1"/>
                  </a:lnTo>
                  <a:lnTo>
                    <a:pt x="351" y="4"/>
                  </a:lnTo>
                  <a:lnTo>
                    <a:pt x="310" y="11"/>
                  </a:lnTo>
                  <a:lnTo>
                    <a:pt x="270" y="19"/>
                  </a:lnTo>
                  <a:lnTo>
                    <a:pt x="231" y="30"/>
                  </a:lnTo>
                  <a:lnTo>
                    <a:pt x="195" y="43"/>
                  </a:lnTo>
                  <a:lnTo>
                    <a:pt x="162" y="58"/>
                  </a:lnTo>
                  <a:lnTo>
                    <a:pt x="130" y="73"/>
                  </a:lnTo>
                  <a:lnTo>
                    <a:pt x="102" y="93"/>
                  </a:lnTo>
                  <a:lnTo>
                    <a:pt x="76" y="113"/>
                  </a:lnTo>
                  <a:lnTo>
                    <a:pt x="54" y="133"/>
                  </a:lnTo>
                  <a:lnTo>
                    <a:pt x="35" y="157"/>
                  </a:lnTo>
                  <a:lnTo>
                    <a:pt x="20" y="181"/>
                  </a:lnTo>
                  <a:lnTo>
                    <a:pt x="10" y="206"/>
                  </a:lnTo>
                  <a:lnTo>
                    <a:pt x="3" y="233"/>
                  </a:lnTo>
                  <a:lnTo>
                    <a:pt x="0" y="260"/>
                  </a:lnTo>
                  <a:lnTo>
                    <a:pt x="12" y="260"/>
                  </a:lnTo>
                  <a:lnTo>
                    <a:pt x="14" y="235"/>
                  </a:lnTo>
                  <a:lnTo>
                    <a:pt x="21" y="211"/>
                  </a:lnTo>
                  <a:lnTo>
                    <a:pt x="32" y="186"/>
                  </a:lnTo>
                  <a:lnTo>
                    <a:pt x="45" y="164"/>
                  </a:lnTo>
                  <a:lnTo>
                    <a:pt x="64" y="143"/>
                  </a:lnTo>
                  <a:lnTo>
                    <a:pt x="84" y="123"/>
                  </a:lnTo>
                  <a:lnTo>
                    <a:pt x="109" y="103"/>
                  </a:lnTo>
                  <a:lnTo>
                    <a:pt x="137" y="85"/>
                  </a:lnTo>
                  <a:lnTo>
                    <a:pt x="167" y="70"/>
                  </a:lnTo>
                  <a:lnTo>
                    <a:pt x="200" y="55"/>
                  </a:lnTo>
                  <a:lnTo>
                    <a:pt x="236" y="42"/>
                  </a:lnTo>
                  <a:lnTo>
                    <a:pt x="272" y="31"/>
                  </a:lnTo>
                  <a:lnTo>
                    <a:pt x="312" y="23"/>
                  </a:lnTo>
                  <a:lnTo>
                    <a:pt x="353" y="16"/>
                  </a:lnTo>
                  <a:lnTo>
                    <a:pt x="395" y="12"/>
                  </a:lnTo>
                  <a:lnTo>
                    <a:pt x="439" y="11"/>
                  </a:lnTo>
                  <a:lnTo>
                    <a:pt x="439"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2797" name="Freeform 55"/>
            <p:cNvSpPr>
              <a:spLocks/>
            </p:cNvSpPr>
            <p:nvPr/>
          </p:nvSpPr>
          <p:spPr bwMode="auto">
            <a:xfrm>
              <a:off x="964" y="1745"/>
              <a:ext cx="48" cy="85"/>
            </a:xfrm>
            <a:custGeom>
              <a:avLst/>
              <a:gdLst>
                <a:gd name="T0" fmla="*/ 2 w 244"/>
                <a:gd name="T1" fmla="*/ 3 h 426"/>
                <a:gd name="T2" fmla="*/ 2 w 244"/>
                <a:gd name="T3" fmla="*/ 3 h 426"/>
                <a:gd name="T4" fmla="*/ 2 w 244"/>
                <a:gd name="T5" fmla="*/ 3 h 426"/>
                <a:gd name="T6" fmla="*/ 2 w 244"/>
                <a:gd name="T7" fmla="*/ 3 h 426"/>
                <a:gd name="T8" fmla="*/ 2 w 244"/>
                <a:gd name="T9" fmla="*/ 2 h 426"/>
                <a:gd name="T10" fmla="*/ 2 w 244"/>
                <a:gd name="T11" fmla="*/ 2 h 426"/>
                <a:gd name="T12" fmla="*/ 2 w 244"/>
                <a:gd name="T13" fmla="*/ 2 h 426"/>
                <a:gd name="T14" fmla="*/ 2 w 244"/>
                <a:gd name="T15" fmla="*/ 2 h 426"/>
                <a:gd name="T16" fmla="*/ 1 w 244"/>
                <a:gd name="T17" fmla="*/ 1 h 426"/>
                <a:gd name="T18" fmla="*/ 1 w 244"/>
                <a:gd name="T19" fmla="*/ 1 h 426"/>
                <a:gd name="T20" fmla="*/ 1 w 244"/>
                <a:gd name="T21" fmla="*/ 1 h 426"/>
                <a:gd name="T22" fmla="*/ 1 w 244"/>
                <a:gd name="T23" fmla="*/ 1 h 426"/>
                <a:gd name="T24" fmla="*/ 1 w 244"/>
                <a:gd name="T25" fmla="*/ 0 h 426"/>
                <a:gd name="T26" fmla="*/ 1 w 244"/>
                <a:gd name="T27" fmla="*/ 0 h 426"/>
                <a:gd name="T28" fmla="*/ 1 w 244"/>
                <a:gd name="T29" fmla="*/ 0 h 426"/>
                <a:gd name="T30" fmla="*/ 0 w 244"/>
                <a:gd name="T31" fmla="*/ 0 h 426"/>
                <a:gd name="T32" fmla="*/ 0 w 244"/>
                <a:gd name="T33" fmla="*/ 0 h 426"/>
                <a:gd name="T34" fmla="*/ 0 w 244"/>
                <a:gd name="T35" fmla="*/ 0 h 426"/>
                <a:gd name="T36" fmla="*/ 0 w 244"/>
                <a:gd name="T37" fmla="*/ 0 h 426"/>
                <a:gd name="T38" fmla="*/ 0 w 244"/>
                <a:gd name="T39" fmla="*/ 0 h 426"/>
                <a:gd name="T40" fmla="*/ 0 w 244"/>
                <a:gd name="T41" fmla="*/ 0 h 426"/>
                <a:gd name="T42" fmla="*/ 1 w 244"/>
                <a:gd name="T43" fmla="*/ 0 h 426"/>
                <a:gd name="T44" fmla="*/ 1 w 244"/>
                <a:gd name="T45" fmla="*/ 0 h 426"/>
                <a:gd name="T46" fmla="*/ 1 w 244"/>
                <a:gd name="T47" fmla="*/ 0 h 426"/>
                <a:gd name="T48" fmla="*/ 1 w 244"/>
                <a:gd name="T49" fmla="*/ 1 h 426"/>
                <a:gd name="T50" fmla="*/ 1 w 244"/>
                <a:gd name="T51" fmla="*/ 1 h 426"/>
                <a:gd name="T52" fmla="*/ 1 w 244"/>
                <a:gd name="T53" fmla="*/ 1 h 426"/>
                <a:gd name="T54" fmla="*/ 1 w 244"/>
                <a:gd name="T55" fmla="*/ 1 h 426"/>
                <a:gd name="T56" fmla="*/ 1 w 244"/>
                <a:gd name="T57" fmla="*/ 2 h 426"/>
                <a:gd name="T58" fmla="*/ 2 w 244"/>
                <a:gd name="T59" fmla="*/ 2 h 426"/>
                <a:gd name="T60" fmla="*/ 2 w 244"/>
                <a:gd name="T61" fmla="*/ 2 h 426"/>
                <a:gd name="T62" fmla="*/ 2 w 244"/>
                <a:gd name="T63" fmla="*/ 2 h 426"/>
                <a:gd name="T64" fmla="*/ 2 w 244"/>
                <a:gd name="T65" fmla="*/ 3 h 426"/>
                <a:gd name="T66" fmla="*/ 2 w 244"/>
                <a:gd name="T67" fmla="*/ 3 h 426"/>
                <a:gd name="T68" fmla="*/ 2 w 244"/>
                <a:gd name="T69" fmla="*/ 3 h 426"/>
                <a:gd name="T70" fmla="*/ 2 w 244"/>
                <a:gd name="T71" fmla="*/ 3 h 426"/>
                <a:gd name="T72" fmla="*/ 2 w 244"/>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6"/>
                <a:gd name="T113" fmla="*/ 244 w 244"/>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6">
                  <a:moveTo>
                    <a:pt x="244" y="426"/>
                  </a:moveTo>
                  <a:lnTo>
                    <a:pt x="244" y="426"/>
                  </a:lnTo>
                  <a:lnTo>
                    <a:pt x="243" y="383"/>
                  </a:lnTo>
                  <a:lnTo>
                    <a:pt x="240" y="340"/>
                  </a:lnTo>
                  <a:lnTo>
                    <a:pt x="234" y="300"/>
                  </a:lnTo>
                  <a:lnTo>
                    <a:pt x="226" y="262"/>
                  </a:lnTo>
                  <a:lnTo>
                    <a:pt x="215" y="224"/>
                  </a:lnTo>
                  <a:lnTo>
                    <a:pt x="203" y="189"/>
                  </a:lnTo>
                  <a:lnTo>
                    <a:pt x="189" y="157"/>
                  </a:lnTo>
                  <a:lnTo>
                    <a:pt x="174" y="126"/>
                  </a:lnTo>
                  <a:lnTo>
                    <a:pt x="155" y="99"/>
                  </a:lnTo>
                  <a:lnTo>
                    <a:pt x="138" y="74"/>
                  </a:lnTo>
                  <a:lnTo>
                    <a:pt x="118" y="52"/>
                  </a:lnTo>
                  <a:lnTo>
                    <a:pt x="96" y="34"/>
                  </a:lnTo>
                  <a:lnTo>
                    <a:pt x="73" y="19"/>
                  </a:lnTo>
                  <a:lnTo>
                    <a:pt x="50" y="8"/>
                  </a:lnTo>
                  <a:lnTo>
                    <a:pt x="25" y="2"/>
                  </a:lnTo>
                  <a:lnTo>
                    <a:pt x="0" y="0"/>
                  </a:lnTo>
                  <a:lnTo>
                    <a:pt x="0" y="12"/>
                  </a:lnTo>
                  <a:lnTo>
                    <a:pt x="23" y="14"/>
                  </a:lnTo>
                  <a:lnTo>
                    <a:pt x="45" y="20"/>
                  </a:lnTo>
                  <a:lnTo>
                    <a:pt x="66" y="31"/>
                  </a:lnTo>
                  <a:lnTo>
                    <a:pt x="89" y="43"/>
                  </a:lnTo>
                  <a:lnTo>
                    <a:pt x="109" y="61"/>
                  </a:lnTo>
                  <a:lnTo>
                    <a:pt x="129" y="81"/>
                  </a:lnTo>
                  <a:lnTo>
                    <a:pt x="146" y="106"/>
                  </a:lnTo>
                  <a:lnTo>
                    <a:pt x="162" y="133"/>
                  </a:lnTo>
                  <a:lnTo>
                    <a:pt x="178" y="162"/>
                  </a:lnTo>
                  <a:lnTo>
                    <a:pt x="192" y="194"/>
                  </a:lnTo>
                  <a:lnTo>
                    <a:pt x="203" y="229"/>
                  </a:lnTo>
                  <a:lnTo>
                    <a:pt x="214" y="264"/>
                  </a:lnTo>
                  <a:lnTo>
                    <a:pt x="222" y="303"/>
                  </a:lnTo>
                  <a:lnTo>
                    <a:pt x="228" y="342"/>
                  </a:lnTo>
                  <a:lnTo>
                    <a:pt x="232" y="383"/>
                  </a:lnTo>
                  <a:lnTo>
                    <a:pt x="233" y="426"/>
                  </a:lnTo>
                  <a:lnTo>
                    <a:pt x="244"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2798" name="Freeform 56"/>
            <p:cNvSpPr>
              <a:spLocks/>
            </p:cNvSpPr>
            <p:nvPr/>
          </p:nvSpPr>
          <p:spPr bwMode="auto">
            <a:xfrm>
              <a:off x="964" y="1830"/>
              <a:ext cx="48" cy="85"/>
            </a:xfrm>
            <a:custGeom>
              <a:avLst/>
              <a:gdLst>
                <a:gd name="T0" fmla="*/ 0 w 244"/>
                <a:gd name="T1" fmla="*/ 3 h 424"/>
                <a:gd name="T2" fmla="*/ 0 w 244"/>
                <a:gd name="T3" fmla="*/ 3 h 424"/>
                <a:gd name="T4" fmla="*/ 0 w 244"/>
                <a:gd name="T5" fmla="*/ 3 h 424"/>
                <a:gd name="T6" fmla="*/ 0 w 244"/>
                <a:gd name="T7" fmla="*/ 3 h 424"/>
                <a:gd name="T8" fmla="*/ 1 w 244"/>
                <a:gd name="T9" fmla="*/ 3 h 424"/>
                <a:gd name="T10" fmla="*/ 1 w 244"/>
                <a:gd name="T11" fmla="*/ 3 h 424"/>
                <a:gd name="T12" fmla="*/ 1 w 244"/>
                <a:gd name="T13" fmla="*/ 3 h 424"/>
                <a:gd name="T14" fmla="*/ 1 w 244"/>
                <a:gd name="T15" fmla="*/ 3 h 424"/>
                <a:gd name="T16" fmla="*/ 1 w 244"/>
                <a:gd name="T17" fmla="*/ 3 h 424"/>
                <a:gd name="T18" fmla="*/ 1 w 244"/>
                <a:gd name="T19" fmla="*/ 2 h 424"/>
                <a:gd name="T20" fmla="*/ 1 w 244"/>
                <a:gd name="T21" fmla="*/ 2 h 424"/>
                <a:gd name="T22" fmla="*/ 2 w 244"/>
                <a:gd name="T23" fmla="*/ 2 h 424"/>
                <a:gd name="T24" fmla="*/ 2 w 244"/>
                <a:gd name="T25" fmla="*/ 2 h 424"/>
                <a:gd name="T26" fmla="*/ 2 w 244"/>
                <a:gd name="T27" fmla="*/ 1 h 424"/>
                <a:gd name="T28" fmla="*/ 2 w 244"/>
                <a:gd name="T29" fmla="*/ 1 h 424"/>
                <a:gd name="T30" fmla="*/ 2 w 244"/>
                <a:gd name="T31" fmla="*/ 1 h 424"/>
                <a:gd name="T32" fmla="*/ 2 w 244"/>
                <a:gd name="T33" fmla="*/ 0 h 424"/>
                <a:gd name="T34" fmla="*/ 2 w 244"/>
                <a:gd name="T35" fmla="*/ 0 h 424"/>
                <a:gd name="T36" fmla="*/ 2 w 244"/>
                <a:gd name="T37" fmla="*/ 0 h 424"/>
                <a:gd name="T38" fmla="*/ 2 w 244"/>
                <a:gd name="T39" fmla="*/ 0 h 424"/>
                <a:gd name="T40" fmla="*/ 2 w 244"/>
                <a:gd name="T41" fmla="*/ 1 h 424"/>
                <a:gd name="T42" fmla="*/ 2 w 244"/>
                <a:gd name="T43" fmla="*/ 1 h 424"/>
                <a:gd name="T44" fmla="*/ 2 w 244"/>
                <a:gd name="T45" fmla="*/ 1 h 424"/>
                <a:gd name="T46" fmla="*/ 2 w 244"/>
                <a:gd name="T47" fmla="*/ 2 h 424"/>
                <a:gd name="T48" fmla="*/ 1 w 244"/>
                <a:gd name="T49" fmla="*/ 2 h 424"/>
                <a:gd name="T50" fmla="*/ 1 w 244"/>
                <a:gd name="T51" fmla="*/ 2 h 424"/>
                <a:gd name="T52" fmla="*/ 1 w 244"/>
                <a:gd name="T53" fmla="*/ 2 h 424"/>
                <a:gd name="T54" fmla="*/ 1 w 244"/>
                <a:gd name="T55" fmla="*/ 3 h 424"/>
                <a:gd name="T56" fmla="*/ 1 w 244"/>
                <a:gd name="T57" fmla="*/ 3 h 424"/>
                <a:gd name="T58" fmla="*/ 1 w 244"/>
                <a:gd name="T59" fmla="*/ 3 h 424"/>
                <a:gd name="T60" fmla="*/ 1 w 244"/>
                <a:gd name="T61" fmla="*/ 3 h 424"/>
                <a:gd name="T62" fmla="*/ 1 w 244"/>
                <a:gd name="T63" fmla="*/ 3 h 424"/>
                <a:gd name="T64" fmla="*/ 0 w 244"/>
                <a:gd name="T65" fmla="*/ 3 h 424"/>
                <a:gd name="T66" fmla="*/ 0 w 244"/>
                <a:gd name="T67" fmla="*/ 3 h 424"/>
                <a:gd name="T68" fmla="*/ 0 w 244"/>
                <a:gd name="T69" fmla="*/ 3 h 424"/>
                <a:gd name="T70" fmla="*/ 0 w 244"/>
                <a:gd name="T71" fmla="*/ 3 h 424"/>
                <a:gd name="T72" fmla="*/ 0 w 244"/>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4"/>
                <a:gd name="T113" fmla="*/ 244 w 244"/>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4">
                  <a:moveTo>
                    <a:pt x="0" y="424"/>
                  </a:moveTo>
                  <a:lnTo>
                    <a:pt x="0" y="424"/>
                  </a:lnTo>
                  <a:lnTo>
                    <a:pt x="25" y="422"/>
                  </a:lnTo>
                  <a:lnTo>
                    <a:pt x="50" y="416"/>
                  </a:lnTo>
                  <a:lnTo>
                    <a:pt x="73" y="405"/>
                  </a:lnTo>
                  <a:lnTo>
                    <a:pt x="96" y="390"/>
                  </a:lnTo>
                  <a:lnTo>
                    <a:pt x="118" y="373"/>
                  </a:lnTo>
                  <a:lnTo>
                    <a:pt x="138" y="350"/>
                  </a:lnTo>
                  <a:lnTo>
                    <a:pt x="155" y="326"/>
                  </a:lnTo>
                  <a:lnTo>
                    <a:pt x="173" y="299"/>
                  </a:lnTo>
                  <a:lnTo>
                    <a:pt x="189" y="268"/>
                  </a:lnTo>
                  <a:lnTo>
                    <a:pt x="203" y="235"/>
                  </a:lnTo>
                  <a:lnTo>
                    <a:pt x="215" y="201"/>
                  </a:lnTo>
                  <a:lnTo>
                    <a:pt x="226" y="163"/>
                  </a:lnTo>
                  <a:lnTo>
                    <a:pt x="234" y="125"/>
                  </a:lnTo>
                  <a:lnTo>
                    <a:pt x="240" y="85"/>
                  </a:lnTo>
                  <a:lnTo>
                    <a:pt x="243" y="42"/>
                  </a:lnTo>
                  <a:lnTo>
                    <a:pt x="244" y="0"/>
                  </a:lnTo>
                  <a:lnTo>
                    <a:pt x="233" y="0"/>
                  </a:lnTo>
                  <a:lnTo>
                    <a:pt x="232" y="42"/>
                  </a:lnTo>
                  <a:lnTo>
                    <a:pt x="228" y="83"/>
                  </a:lnTo>
                  <a:lnTo>
                    <a:pt x="222" y="123"/>
                  </a:lnTo>
                  <a:lnTo>
                    <a:pt x="214" y="160"/>
                  </a:lnTo>
                  <a:lnTo>
                    <a:pt x="203" y="197"/>
                  </a:lnTo>
                  <a:lnTo>
                    <a:pt x="192" y="231"/>
                  </a:lnTo>
                  <a:lnTo>
                    <a:pt x="178" y="263"/>
                  </a:lnTo>
                  <a:lnTo>
                    <a:pt x="164" y="292"/>
                  </a:lnTo>
                  <a:lnTo>
                    <a:pt x="146" y="319"/>
                  </a:lnTo>
                  <a:lnTo>
                    <a:pt x="129" y="343"/>
                  </a:lnTo>
                  <a:lnTo>
                    <a:pt x="109" y="363"/>
                  </a:lnTo>
                  <a:lnTo>
                    <a:pt x="89" y="381"/>
                  </a:lnTo>
                  <a:lnTo>
                    <a:pt x="66" y="394"/>
                  </a:lnTo>
                  <a:lnTo>
                    <a:pt x="45" y="404"/>
                  </a:lnTo>
                  <a:lnTo>
                    <a:pt x="23" y="410"/>
                  </a:lnTo>
                  <a:lnTo>
                    <a:pt x="0" y="412"/>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2799" name="Freeform 57"/>
            <p:cNvSpPr>
              <a:spLocks/>
            </p:cNvSpPr>
            <p:nvPr/>
          </p:nvSpPr>
          <p:spPr bwMode="auto">
            <a:xfrm>
              <a:off x="915" y="1830"/>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1" y="42"/>
                  </a:lnTo>
                  <a:lnTo>
                    <a:pt x="4" y="85"/>
                  </a:lnTo>
                  <a:lnTo>
                    <a:pt x="10" y="125"/>
                  </a:lnTo>
                  <a:lnTo>
                    <a:pt x="19" y="163"/>
                  </a:lnTo>
                  <a:lnTo>
                    <a:pt x="29" y="201"/>
                  </a:lnTo>
                  <a:lnTo>
                    <a:pt x="41" y="235"/>
                  </a:lnTo>
                  <a:lnTo>
                    <a:pt x="55" y="268"/>
                  </a:lnTo>
                  <a:lnTo>
                    <a:pt x="71" y="299"/>
                  </a:lnTo>
                  <a:lnTo>
                    <a:pt x="89" y="326"/>
                  </a:lnTo>
                  <a:lnTo>
                    <a:pt x="106" y="350"/>
                  </a:lnTo>
                  <a:lnTo>
                    <a:pt x="126" y="373"/>
                  </a:lnTo>
                  <a:lnTo>
                    <a:pt x="149" y="390"/>
                  </a:lnTo>
                  <a:lnTo>
                    <a:pt x="171" y="405"/>
                  </a:lnTo>
                  <a:lnTo>
                    <a:pt x="194" y="416"/>
                  </a:lnTo>
                  <a:lnTo>
                    <a:pt x="219" y="422"/>
                  </a:lnTo>
                  <a:lnTo>
                    <a:pt x="245" y="424"/>
                  </a:lnTo>
                  <a:lnTo>
                    <a:pt x="245" y="412"/>
                  </a:lnTo>
                  <a:lnTo>
                    <a:pt x="221" y="410"/>
                  </a:lnTo>
                  <a:lnTo>
                    <a:pt x="199" y="404"/>
                  </a:lnTo>
                  <a:lnTo>
                    <a:pt x="178" y="394"/>
                  </a:lnTo>
                  <a:lnTo>
                    <a:pt x="156" y="381"/>
                  </a:lnTo>
                  <a:lnTo>
                    <a:pt x="136" y="363"/>
                  </a:lnTo>
                  <a:lnTo>
                    <a:pt x="116" y="343"/>
                  </a:lnTo>
                  <a:lnTo>
                    <a:pt x="98" y="319"/>
                  </a:lnTo>
                  <a:lnTo>
                    <a:pt x="81" y="292"/>
                  </a:lnTo>
                  <a:lnTo>
                    <a:pt x="67" y="263"/>
                  </a:lnTo>
                  <a:lnTo>
                    <a:pt x="52" y="231"/>
                  </a:lnTo>
                  <a:lnTo>
                    <a:pt x="41" y="197"/>
                  </a:lnTo>
                  <a:lnTo>
                    <a:pt x="30" y="160"/>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2800" name="Freeform 58"/>
            <p:cNvSpPr>
              <a:spLocks/>
            </p:cNvSpPr>
            <p:nvPr/>
          </p:nvSpPr>
          <p:spPr bwMode="auto">
            <a:xfrm>
              <a:off x="915" y="1745"/>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0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19" y="2"/>
                  </a:lnTo>
                  <a:lnTo>
                    <a:pt x="194" y="8"/>
                  </a:lnTo>
                  <a:lnTo>
                    <a:pt x="171" y="19"/>
                  </a:lnTo>
                  <a:lnTo>
                    <a:pt x="149" y="34"/>
                  </a:lnTo>
                  <a:lnTo>
                    <a:pt x="126" y="52"/>
                  </a:lnTo>
                  <a:lnTo>
                    <a:pt x="106" y="74"/>
                  </a:lnTo>
                  <a:lnTo>
                    <a:pt x="89" y="99"/>
                  </a:lnTo>
                  <a:lnTo>
                    <a:pt x="70" y="126"/>
                  </a:lnTo>
                  <a:lnTo>
                    <a:pt x="55" y="157"/>
                  </a:lnTo>
                  <a:lnTo>
                    <a:pt x="41" y="189"/>
                  </a:lnTo>
                  <a:lnTo>
                    <a:pt x="29" y="224"/>
                  </a:lnTo>
                  <a:lnTo>
                    <a:pt x="19" y="262"/>
                  </a:lnTo>
                  <a:lnTo>
                    <a:pt x="10" y="300"/>
                  </a:lnTo>
                  <a:lnTo>
                    <a:pt x="4" y="340"/>
                  </a:lnTo>
                  <a:lnTo>
                    <a:pt x="1" y="383"/>
                  </a:lnTo>
                  <a:lnTo>
                    <a:pt x="0" y="426"/>
                  </a:lnTo>
                  <a:lnTo>
                    <a:pt x="11" y="426"/>
                  </a:lnTo>
                  <a:lnTo>
                    <a:pt x="13" y="383"/>
                  </a:lnTo>
                  <a:lnTo>
                    <a:pt x="16" y="342"/>
                  </a:lnTo>
                  <a:lnTo>
                    <a:pt x="22" y="303"/>
                  </a:lnTo>
                  <a:lnTo>
                    <a:pt x="30" y="264"/>
                  </a:lnTo>
                  <a:lnTo>
                    <a:pt x="41" y="229"/>
                  </a:lnTo>
                  <a:lnTo>
                    <a:pt x="52" y="194"/>
                  </a:lnTo>
                  <a:lnTo>
                    <a:pt x="67" y="162"/>
                  </a:lnTo>
                  <a:lnTo>
                    <a:pt x="82" y="133"/>
                  </a:lnTo>
                  <a:lnTo>
                    <a:pt x="98" y="106"/>
                  </a:lnTo>
                  <a:lnTo>
                    <a:pt x="116" y="81"/>
                  </a:lnTo>
                  <a:lnTo>
                    <a:pt x="136" y="61"/>
                  </a:lnTo>
                  <a:lnTo>
                    <a:pt x="156" y="43"/>
                  </a:lnTo>
                  <a:lnTo>
                    <a:pt x="178" y="31"/>
                  </a:lnTo>
                  <a:lnTo>
                    <a:pt x="199" y="20"/>
                  </a:lnTo>
                  <a:lnTo>
                    <a:pt x="221"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2801" name="Freeform 59"/>
            <p:cNvSpPr>
              <a:spLocks/>
            </p:cNvSpPr>
            <p:nvPr/>
          </p:nvSpPr>
          <p:spPr bwMode="auto">
            <a:xfrm>
              <a:off x="1140" y="2087"/>
              <a:ext cx="49" cy="85"/>
            </a:xfrm>
            <a:custGeom>
              <a:avLst/>
              <a:gdLst>
                <a:gd name="T0" fmla="*/ 2 w 246"/>
                <a:gd name="T1" fmla="*/ 3 h 424"/>
                <a:gd name="T2" fmla="*/ 2 w 246"/>
                <a:gd name="T3" fmla="*/ 3 h 424"/>
                <a:gd name="T4" fmla="*/ 2 w 246"/>
                <a:gd name="T5" fmla="*/ 3 h 424"/>
                <a:gd name="T6" fmla="*/ 2 w 246"/>
                <a:gd name="T7" fmla="*/ 3 h 424"/>
                <a:gd name="T8" fmla="*/ 2 w 246"/>
                <a:gd name="T9" fmla="*/ 2 h 424"/>
                <a:gd name="T10" fmla="*/ 2 w 246"/>
                <a:gd name="T11" fmla="*/ 2 h 424"/>
                <a:gd name="T12" fmla="*/ 2 w 246"/>
                <a:gd name="T13" fmla="*/ 2 h 424"/>
                <a:gd name="T14" fmla="*/ 2 w 246"/>
                <a:gd name="T15" fmla="*/ 2 h 424"/>
                <a:gd name="T16" fmla="*/ 2 w 246"/>
                <a:gd name="T17" fmla="*/ 1 h 424"/>
                <a:gd name="T18" fmla="*/ 1 w 246"/>
                <a:gd name="T19" fmla="*/ 1 h 424"/>
                <a:gd name="T20" fmla="*/ 1 w 246"/>
                <a:gd name="T21" fmla="*/ 1 h 424"/>
                <a:gd name="T22" fmla="*/ 1 w 246"/>
                <a:gd name="T23" fmla="*/ 1 h 424"/>
                <a:gd name="T24" fmla="*/ 1 w 246"/>
                <a:gd name="T25" fmla="*/ 0 h 424"/>
                <a:gd name="T26" fmla="*/ 1 w 246"/>
                <a:gd name="T27" fmla="*/ 0 h 424"/>
                <a:gd name="T28" fmla="*/ 1 w 246"/>
                <a:gd name="T29" fmla="*/ 0 h 424"/>
                <a:gd name="T30" fmla="*/ 0 w 246"/>
                <a:gd name="T31" fmla="*/ 0 h 424"/>
                <a:gd name="T32" fmla="*/ 0 w 246"/>
                <a:gd name="T33" fmla="*/ 0 h 424"/>
                <a:gd name="T34" fmla="*/ 0 w 246"/>
                <a:gd name="T35" fmla="*/ 0 h 424"/>
                <a:gd name="T36" fmla="*/ 0 w 246"/>
                <a:gd name="T37" fmla="*/ 0 h 424"/>
                <a:gd name="T38" fmla="*/ 0 w 246"/>
                <a:gd name="T39" fmla="*/ 0 h 424"/>
                <a:gd name="T40" fmla="*/ 0 w 246"/>
                <a:gd name="T41" fmla="*/ 0 h 424"/>
                <a:gd name="T42" fmla="*/ 1 w 246"/>
                <a:gd name="T43" fmla="*/ 0 h 424"/>
                <a:gd name="T44" fmla="*/ 1 w 246"/>
                <a:gd name="T45" fmla="*/ 0 h 424"/>
                <a:gd name="T46" fmla="*/ 1 w 246"/>
                <a:gd name="T47" fmla="*/ 0 h 424"/>
                <a:gd name="T48" fmla="*/ 1 w 246"/>
                <a:gd name="T49" fmla="*/ 1 h 424"/>
                <a:gd name="T50" fmla="*/ 1 w 246"/>
                <a:gd name="T51" fmla="*/ 1 h 424"/>
                <a:gd name="T52" fmla="*/ 1 w 246"/>
                <a:gd name="T53" fmla="*/ 1 h 424"/>
                <a:gd name="T54" fmla="*/ 1 w 246"/>
                <a:gd name="T55" fmla="*/ 1 h 424"/>
                <a:gd name="T56" fmla="*/ 2 w 246"/>
                <a:gd name="T57" fmla="*/ 2 h 424"/>
                <a:gd name="T58" fmla="*/ 2 w 246"/>
                <a:gd name="T59" fmla="*/ 2 h 424"/>
                <a:gd name="T60" fmla="*/ 2 w 246"/>
                <a:gd name="T61" fmla="*/ 2 h 424"/>
                <a:gd name="T62" fmla="*/ 2 w 246"/>
                <a:gd name="T63" fmla="*/ 2 h 424"/>
                <a:gd name="T64" fmla="*/ 2 w 246"/>
                <a:gd name="T65" fmla="*/ 3 h 424"/>
                <a:gd name="T66" fmla="*/ 2 w 246"/>
                <a:gd name="T67" fmla="*/ 3 h 424"/>
                <a:gd name="T68" fmla="*/ 2 w 246"/>
                <a:gd name="T69" fmla="*/ 3 h 424"/>
                <a:gd name="T70" fmla="*/ 2 w 246"/>
                <a:gd name="T71" fmla="*/ 3 h 424"/>
                <a:gd name="T72" fmla="*/ 2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424"/>
                  </a:moveTo>
                  <a:lnTo>
                    <a:pt x="246" y="424"/>
                  </a:lnTo>
                  <a:lnTo>
                    <a:pt x="244" y="382"/>
                  </a:lnTo>
                  <a:lnTo>
                    <a:pt x="241" y="338"/>
                  </a:lnTo>
                  <a:lnTo>
                    <a:pt x="235" y="298"/>
                  </a:lnTo>
                  <a:lnTo>
                    <a:pt x="227" y="261"/>
                  </a:lnTo>
                  <a:lnTo>
                    <a:pt x="216" y="222"/>
                  </a:lnTo>
                  <a:lnTo>
                    <a:pt x="205" y="188"/>
                  </a:lnTo>
                  <a:lnTo>
                    <a:pt x="190" y="155"/>
                  </a:lnTo>
                  <a:lnTo>
                    <a:pt x="174" y="125"/>
                  </a:lnTo>
                  <a:lnTo>
                    <a:pt x="157" y="98"/>
                  </a:lnTo>
                  <a:lnTo>
                    <a:pt x="138" y="73"/>
                  </a:lnTo>
                  <a:lnTo>
                    <a:pt x="118" y="51"/>
                  </a:lnTo>
                  <a:lnTo>
                    <a:pt x="96" y="34"/>
                  </a:lnTo>
                  <a:lnTo>
                    <a:pt x="74" y="18"/>
                  </a:lnTo>
                  <a:lnTo>
                    <a:pt x="50" y="8"/>
                  </a:lnTo>
                  <a:lnTo>
                    <a:pt x="25" y="2"/>
                  </a:lnTo>
                  <a:lnTo>
                    <a:pt x="0" y="0"/>
                  </a:lnTo>
                  <a:lnTo>
                    <a:pt x="0" y="11"/>
                  </a:lnTo>
                  <a:lnTo>
                    <a:pt x="23" y="14"/>
                  </a:lnTo>
                  <a:lnTo>
                    <a:pt x="45" y="19"/>
                  </a:lnTo>
                  <a:lnTo>
                    <a:pt x="67" y="30"/>
                  </a:lnTo>
                  <a:lnTo>
                    <a:pt x="89" y="43"/>
                  </a:lnTo>
                  <a:lnTo>
                    <a:pt x="108" y="60"/>
                  </a:lnTo>
                  <a:lnTo>
                    <a:pt x="128" y="80"/>
                  </a:lnTo>
                  <a:lnTo>
                    <a:pt x="147" y="105"/>
                  </a:lnTo>
                  <a:lnTo>
                    <a:pt x="165" y="132"/>
                  </a:lnTo>
                  <a:lnTo>
                    <a:pt x="179" y="160"/>
                  </a:lnTo>
                  <a:lnTo>
                    <a:pt x="193" y="193"/>
                  </a:lnTo>
                  <a:lnTo>
                    <a:pt x="205" y="227"/>
                  </a:lnTo>
                  <a:lnTo>
                    <a:pt x="215" y="263"/>
                  </a:lnTo>
                  <a:lnTo>
                    <a:pt x="223" y="301"/>
                  </a:lnTo>
                  <a:lnTo>
                    <a:pt x="229" y="341"/>
                  </a:lnTo>
                  <a:lnTo>
                    <a:pt x="233" y="382"/>
                  </a:lnTo>
                  <a:lnTo>
                    <a:pt x="234" y="424"/>
                  </a:lnTo>
                  <a:lnTo>
                    <a:pt x="246"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2802" name="Freeform 60"/>
            <p:cNvSpPr>
              <a:spLocks/>
            </p:cNvSpPr>
            <p:nvPr/>
          </p:nvSpPr>
          <p:spPr bwMode="auto">
            <a:xfrm>
              <a:off x="1140" y="2172"/>
              <a:ext cx="49" cy="85"/>
            </a:xfrm>
            <a:custGeom>
              <a:avLst/>
              <a:gdLst>
                <a:gd name="T0" fmla="*/ 0 w 246"/>
                <a:gd name="T1" fmla="*/ 3 h 426"/>
                <a:gd name="T2" fmla="*/ 0 w 246"/>
                <a:gd name="T3" fmla="*/ 3 h 426"/>
                <a:gd name="T4" fmla="*/ 0 w 246"/>
                <a:gd name="T5" fmla="*/ 3 h 426"/>
                <a:gd name="T6" fmla="*/ 0 w 246"/>
                <a:gd name="T7" fmla="*/ 3 h 426"/>
                <a:gd name="T8" fmla="*/ 1 w 246"/>
                <a:gd name="T9" fmla="*/ 3 h 426"/>
                <a:gd name="T10" fmla="*/ 1 w 246"/>
                <a:gd name="T11" fmla="*/ 3 h 426"/>
                <a:gd name="T12" fmla="*/ 1 w 246"/>
                <a:gd name="T13" fmla="*/ 3 h 426"/>
                <a:gd name="T14" fmla="*/ 1 w 246"/>
                <a:gd name="T15" fmla="*/ 3 h 426"/>
                <a:gd name="T16" fmla="*/ 1 w 246"/>
                <a:gd name="T17" fmla="*/ 3 h 426"/>
                <a:gd name="T18" fmla="*/ 1 w 246"/>
                <a:gd name="T19" fmla="*/ 2 h 426"/>
                <a:gd name="T20" fmla="*/ 2 w 246"/>
                <a:gd name="T21" fmla="*/ 2 h 426"/>
                <a:gd name="T22" fmla="*/ 2 w 246"/>
                <a:gd name="T23" fmla="*/ 2 h 426"/>
                <a:gd name="T24" fmla="*/ 2 w 246"/>
                <a:gd name="T25" fmla="*/ 2 h 426"/>
                <a:gd name="T26" fmla="*/ 2 w 246"/>
                <a:gd name="T27" fmla="*/ 1 h 426"/>
                <a:gd name="T28" fmla="*/ 2 w 246"/>
                <a:gd name="T29" fmla="*/ 1 h 426"/>
                <a:gd name="T30" fmla="*/ 2 w 246"/>
                <a:gd name="T31" fmla="*/ 1 h 426"/>
                <a:gd name="T32" fmla="*/ 2 w 246"/>
                <a:gd name="T33" fmla="*/ 0 h 426"/>
                <a:gd name="T34" fmla="*/ 2 w 246"/>
                <a:gd name="T35" fmla="*/ 0 h 426"/>
                <a:gd name="T36" fmla="*/ 2 w 246"/>
                <a:gd name="T37" fmla="*/ 0 h 426"/>
                <a:gd name="T38" fmla="*/ 2 w 246"/>
                <a:gd name="T39" fmla="*/ 0 h 426"/>
                <a:gd name="T40" fmla="*/ 2 w 246"/>
                <a:gd name="T41" fmla="*/ 1 h 426"/>
                <a:gd name="T42" fmla="*/ 2 w 246"/>
                <a:gd name="T43" fmla="*/ 1 h 426"/>
                <a:gd name="T44" fmla="*/ 2 w 246"/>
                <a:gd name="T45" fmla="*/ 1 h 426"/>
                <a:gd name="T46" fmla="*/ 2 w 246"/>
                <a:gd name="T47" fmla="*/ 2 h 426"/>
                <a:gd name="T48" fmla="*/ 2 w 246"/>
                <a:gd name="T49" fmla="*/ 2 h 426"/>
                <a:gd name="T50" fmla="*/ 1 w 246"/>
                <a:gd name="T51" fmla="*/ 2 h 426"/>
                <a:gd name="T52" fmla="*/ 1 w 246"/>
                <a:gd name="T53" fmla="*/ 2 h 426"/>
                <a:gd name="T54" fmla="*/ 1 w 246"/>
                <a:gd name="T55" fmla="*/ 3 h 426"/>
                <a:gd name="T56" fmla="*/ 1 w 246"/>
                <a:gd name="T57" fmla="*/ 3 h 426"/>
                <a:gd name="T58" fmla="*/ 1 w 246"/>
                <a:gd name="T59" fmla="*/ 3 h 426"/>
                <a:gd name="T60" fmla="*/ 1 w 246"/>
                <a:gd name="T61" fmla="*/ 3 h 426"/>
                <a:gd name="T62" fmla="*/ 1 w 246"/>
                <a:gd name="T63" fmla="*/ 3 h 426"/>
                <a:gd name="T64" fmla="*/ 0 w 246"/>
                <a:gd name="T65" fmla="*/ 3 h 426"/>
                <a:gd name="T66" fmla="*/ 0 w 246"/>
                <a:gd name="T67" fmla="*/ 3 h 426"/>
                <a:gd name="T68" fmla="*/ 0 w 246"/>
                <a:gd name="T69" fmla="*/ 3 h 426"/>
                <a:gd name="T70" fmla="*/ 0 w 246"/>
                <a:gd name="T71" fmla="*/ 3 h 426"/>
                <a:gd name="T72" fmla="*/ 0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426"/>
                  </a:moveTo>
                  <a:lnTo>
                    <a:pt x="0" y="426"/>
                  </a:lnTo>
                  <a:lnTo>
                    <a:pt x="25" y="423"/>
                  </a:lnTo>
                  <a:lnTo>
                    <a:pt x="50" y="417"/>
                  </a:lnTo>
                  <a:lnTo>
                    <a:pt x="74" y="407"/>
                  </a:lnTo>
                  <a:lnTo>
                    <a:pt x="96" y="392"/>
                  </a:lnTo>
                  <a:lnTo>
                    <a:pt x="118" y="373"/>
                  </a:lnTo>
                  <a:lnTo>
                    <a:pt x="138" y="350"/>
                  </a:lnTo>
                  <a:lnTo>
                    <a:pt x="157" y="327"/>
                  </a:lnTo>
                  <a:lnTo>
                    <a:pt x="175" y="299"/>
                  </a:lnTo>
                  <a:lnTo>
                    <a:pt x="190" y="268"/>
                  </a:lnTo>
                  <a:lnTo>
                    <a:pt x="205" y="236"/>
                  </a:lnTo>
                  <a:lnTo>
                    <a:pt x="216" y="202"/>
                  </a:lnTo>
                  <a:lnTo>
                    <a:pt x="227" y="164"/>
                  </a:lnTo>
                  <a:lnTo>
                    <a:pt x="235" y="125"/>
                  </a:lnTo>
                  <a:lnTo>
                    <a:pt x="241" y="86"/>
                  </a:lnTo>
                  <a:lnTo>
                    <a:pt x="244" y="42"/>
                  </a:lnTo>
                  <a:lnTo>
                    <a:pt x="246" y="0"/>
                  </a:lnTo>
                  <a:lnTo>
                    <a:pt x="234" y="0"/>
                  </a:lnTo>
                  <a:lnTo>
                    <a:pt x="233" y="42"/>
                  </a:lnTo>
                  <a:lnTo>
                    <a:pt x="229" y="83"/>
                  </a:lnTo>
                  <a:lnTo>
                    <a:pt x="223" y="123"/>
                  </a:lnTo>
                  <a:lnTo>
                    <a:pt x="215" y="162"/>
                  </a:lnTo>
                  <a:lnTo>
                    <a:pt x="205" y="197"/>
                  </a:lnTo>
                  <a:lnTo>
                    <a:pt x="193" y="231"/>
                  </a:lnTo>
                  <a:lnTo>
                    <a:pt x="179" y="264"/>
                  </a:lnTo>
                  <a:lnTo>
                    <a:pt x="164" y="292"/>
                  </a:lnTo>
                  <a:lnTo>
                    <a:pt x="147" y="320"/>
                  </a:lnTo>
                  <a:lnTo>
                    <a:pt x="128" y="343"/>
                  </a:lnTo>
                  <a:lnTo>
                    <a:pt x="108" y="363"/>
                  </a:lnTo>
                  <a:lnTo>
                    <a:pt x="89" y="382"/>
                  </a:lnTo>
                  <a:lnTo>
                    <a:pt x="67" y="395"/>
                  </a:lnTo>
                  <a:lnTo>
                    <a:pt x="45" y="406"/>
                  </a:lnTo>
                  <a:lnTo>
                    <a:pt x="23" y="411"/>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2803" name="Freeform 61"/>
            <p:cNvSpPr>
              <a:spLocks/>
            </p:cNvSpPr>
            <p:nvPr/>
          </p:nvSpPr>
          <p:spPr bwMode="auto">
            <a:xfrm>
              <a:off x="1091" y="2172"/>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4" y="86"/>
                  </a:lnTo>
                  <a:lnTo>
                    <a:pt x="10" y="125"/>
                  </a:lnTo>
                  <a:lnTo>
                    <a:pt x="18" y="164"/>
                  </a:lnTo>
                  <a:lnTo>
                    <a:pt x="29" y="202"/>
                  </a:lnTo>
                  <a:lnTo>
                    <a:pt x="41" y="236"/>
                  </a:lnTo>
                  <a:lnTo>
                    <a:pt x="55" y="268"/>
                  </a:lnTo>
                  <a:lnTo>
                    <a:pt x="70" y="299"/>
                  </a:lnTo>
                  <a:lnTo>
                    <a:pt x="89" y="327"/>
                  </a:lnTo>
                  <a:lnTo>
                    <a:pt x="106" y="350"/>
                  </a:lnTo>
                  <a:lnTo>
                    <a:pt x="126" y="373"/>
                  </a:lnTo>
                  <a:lnTo>
                    <a:pt x="148" y="392"/>
                  </a:lnTo>
                  <a:lnTo>
                    <a:pt x="171" y="407"/>
                  </a:lnTo>
                  <a:lnTo>
                    <a:pt x="194" y="417"/>
                  </a:lnTo>
                  <a:lnTo>
                    <a:pt x="219" y="423"/>
                  </a:lnTo>
                  <a:lnTo>
                    <a:pt x="245" y="426"/>
                  </a:lnTo>
                  <a:lnTo>
                    <a:pt x="245" y="414"/>
                  </a:lnTo>
                  <a:lnTo>
                    <a:pt x="221" y="411"/>
                  </a:lnTo>
                  <a:lnTo>
                    <a:pt x="199" y="406"/>
                  </a:lnTo>
                  <a:lnTo>
                    <a:pt x="178" y="395"/>
                  </a:lnTo>
                  <a:lnTo>
                    <a:pt x="155" y="382"/>
                  </a:lnTo>
                  <a:lnTo>
                    <a:pt x="136" y="363"/>
                  </a:lnTo>
                  <a:lnTo>
                    <a:pt x="116" y="343"/>
                  </a:lnTo>
                  <a:lnTo>
                    <a:pt x="98" y="320"/>
                  </a:lnTo>
                  <a:lnTo>
                    <a:pt x="82" y="292"/>
                  </a:lnTo>
                  <a:lnTo>
                    <a:pt x="66" y="264"/>
                  </a:lnTo>
                  <a:lnTo>
                    <a:pt x="52" y="231"/>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2804" name="Freeform 62"/>
            <p:cNvSpPr>
              <a:spLocks/>
            </p:cNvSpPr>
            <p:nvPr/>
          </p:nvSpPr>
          <p:spPr bwMode="auto">
            <a:xfrm>
              <a:off x="1091" y="2087"/>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4" y="8"/>
                  </a:lnTo>
                  <a:lnTo>
                    <a:pt x="171" y="18"/>
                  </a:lnTo>
                  <a:lnTo>
                    <a:pt x="148" y="34"/>
                  </a:lnTo>
                  <a:lnTo>
                    <a:pt x="126" y="51"/>
                  </a:lnTo>
                  <a:lnTo>
                    <a:pt x="106" y="73"/>
                  </a:lnTo>
                  <a:lnTo>
                    <a:pt x="89" y="98"/>
                  </a:lnTo>
                  <a:lnTo>
                    <a:pt x="71" y="125"/>
                  </a:lnTo>
                  <a:lnTo>
                    <a:pt x="55" y="155"/>
                  </a:lnTo>
                  <a:lnTo>
                    <a:pt x="41" y="188"/>
                  </a:lnTo>
                  <a:lnTo>
                    <a:pt x="29" y="222"/>
                  </a:lnTo>
                  <a:lnTo>
                    <a:pt x="18" y="261"/>
                  </a:lnTo>
                  <a:lnTo>
                    <a:pt x="10" y="298"/>
                  </a:lnTo>
                  <a:lnTo>
                    <a:pt x="4" y="338"/>
                  </a:lnTo>
                  <a:lnTo>
                    <a:pt x="1" y="382"/>
                  </a:lnTo>
                  <a:lnTo>
                    <a:pt x="0" y="424"/>
                  </a:lnTo>
                  <a:lnTo>
                    <a:pt x="11" y="424"/>
                  </a:lnTo>
                  <a:lnTo>
                    <a:pt x="13" y="382"/>
                  </a:lnTo>
                  <a:lnTo>
                    <a:pt x="16" y="341"/>
                  </a:lnTo>
                  <a:lnTo>
                    <a:pt x="22" y="301"/>
                  </a:lnTo>
                  <a:lnTo>
                    <a:pt x="30" y="263"/>
                  </a:lnTo>
                  <a:lnTo>
                    <a:pt x="41" y="227"/>
                  </a:lnTo>
                  <a:lnTo>
                    <a:pt x="52" y="193"/>
                  </a:lnTo>
                  <a:lnTo>
                    <a:pt x="66" y="160"/>
                  </a:lnTo>
                  <a:lnTo>
                    <a:pt x="80" y="132"/>
                  </a:lnTo>
                  <a:lnTo>
                    <a:pt x="98" y="105"/>
                  </a:lnTo>
                  <a:lnTo>
                    <a:pt x="116" y="80"/>
                  </a:lnTo>
                  <a:lnTo>
                    <a:pt x="136" y="60"/>
                  </a:lnTo>
                  <a:lnTo>
                    <a:pt x="155" y="43"/>
                  </a:lnTo>
                  <a:lnTo>
                    <a:pt x="178" y="30"/>
                  </a:lnTo>
                  <a:lnTo>
                    <a:pt x="199" y="19"/>
                  </a:lnTo>
                  <a:lnTo>
                    <a:pt x="221" y="14"/>
                  </a:lnTo>
                  <a:lnTo>
                    <a:pt x="245" y="11"/>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2805" name="Freeform 63"/>
            <p:cNvSpPr>
              <a:spLocks/>
            </p:cNvSpPr>
            <p:nvPr/>
          </p:nvSpPr>
          <p:spPr bwMode="auto">
            <a:xfrm>
              <a:off x="1392" y="2118"/>
              <a:ext cx="49" cy="85"/>
            </a:xfrm>
            <a:custGeom>
              <a:avLst/>
              <a:gdLst>
                <a:gd name="T0" fmla="*/ 2 w 246"/>
                <a:gd name="T1" fmla="*/ 3 h 426"/>
                <a:gd name="T2" fmla="*/ 2 w 246"/>
                <a:gd name="T3" fmla="*/ 3 h 426"/>
                <a:gd name="T4" fmla="*/ 2 w 246"/>
                <a:gd name="T5" fmla="*/ 3 h 426"/>
                <a:gd name="T6" fmla="*/ 2 w 246"/>
                <a:gd name="T7" fmla="*/ 3 h 426"/>
                <a:gd name="T8" fmla="*/ 2 w 246"/>
                <a:gd name="T9" fmla="*/ 2 h 426"/>
                <a:gd name="T10" fmla="*/ 2 w 246"/>
                <a:gd name="T11" fmla="*/ 2 h 426"/>
                <a:gd name="T12" fmla="*/ 2 w 246"/>
                <a:gd name="T13" fmla="*/ 2 h 426"/>
                <a:gd name="T14" fmla="*/ 2 w 246"/>
                <a:gd name="T15" fmla="*/ 2 h 426"/>
                <a:gd name="T16" fmla="*/ 2 w 246"/>
                <a:gd name="T17" fmla="*/ 1 h 426"/>
                <a:gd name="T18" fmla="*/ 1 w 246"/>
                <a:gd name="T19" fmla="*/ 1 h 426"/>
                <a:gd name="T20" fmla="*/ 1 w 246"/>
                <a:gd name="T21" fmla="*/ 1 h 426"/>
                <a:gd name="T22" fmla="*/ 1 w 246"/>
                <a:gd name="T23" fmla="*/ 1 h 426"/>
                <a:gd name="T24" fmla="*/ 1 w 246"/>
                <a:gd name="T25" fmla="*/ 0 h 426"/>
                <a:gd name="T26" fmla="*/ 1 w 246"/>
                <a:gd name="T27" fmla="*/ 0 h 426"/>
                <a:gd name="T28" fmla="*/ 1 w 246"/>
                <a:gd name="T29" fmla="*/ 0 h 426"/>
                <a:gd name="T30" fmla="*/ 0 w 246"/>
                <a:gd name="T31" fmla="*/ 0 h 426"/>
                <a:gd name="T32" fmla="*/ 0 w 246"/>
                <a:gd name="T33" fmla="*/ 0 h 426"/>
                <a:gd name="T34" fmla="*/ 0 w 246"/>
                <a:gd name="T35" fmla="*/ 0 h 426"/>
                <a:gd name="T36" fmla="*/ 0 w 246"/>
                <a:gd name="T37" fmla="*/ 0 h 426"/>
                <a:gd name="T38" fmla="*/ 0 w 246"/>
                <a:gd name="T39" fmla="*/ 0 h 426"/>
                <a:gd name="T40" fmla="*/ 0 w 246"/>
                <a:gd name="T41" fmla="*/ 0 h 426"/>
                <a:gd name="T42" fmla="*/ 1 w 246"/>
                <a:gd name="T43" fmla="*/ 0 h 426"/>
                <a:gd name="T44" fmla="*/ 1 w 246"/>
                <a:gd name="T45" fmla="*/ 0 h 426"/>
                <a:gd name="T46" fmla="*/ 1 w 246"/>
                <a:gd name="T47" fmla="*/ 1 h 426"/>
                <a:gd name="T48" fmla="*/ 1 w 246"/>
                <a:gd name="T49" fmla="*/ 1 h 426"/>
                <a:gd name="T50" fmla="*/ 1 w 246"/>
                <a:gd name="T51" fmla="*/ 1 h 426"/>
                <a:gd name="T52" fmla="*/ 1 w 246"/>
                <a:gd name="T53" fmla="*/ 1 h 426"/>
                <a:gd name="T54" fmla="*/ 1 w 246"/>
                <a:gd name="T55" fmla="*/ 1 h 426"/>
                <a:gd name="T56" fmla="*/ 2 w 246"/>
                <a:gd name="T57" fmla="*/ 2 h 426"/>
                <a:gd name="T58" fmla="*/ 2 w 246"/>
                <a:gd name="T59" fmla="*/ 2 h 426"/>
                <a:gd name="T60" fmla="*/ 2 w 246"/>
                <a:gd name="T61" fmla="*/ 2 h 426"/>
                <a:gd name="T62" fmla="*/ 2 w 246"/>
                <a:gd name="T63" fmla="*/ 2 h 426"/>
                <a:gd name="T64" fmla="*/ 2 w 246"/>
                <a:gd name="T65" fmla="*/ 3 h 426"/>
                <a:gd name="T66" fmla="*/ 2 w 246"/>
                <a:gd name="T67" fmla="*/ 3 h 426"/>
                <a:gd name="T68" fmla="*/ 2 w 246"/>
                <a:gd name="T69" fmla="*/ 3 h 426"/>
                <a:gd name="T70" fmla="*/ 2 w 246"/>
                <a:gd name="T71" fmla="*/ 3 h 426"/>
                <a:gd name="T72" fmla="*/ 2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246" y="426"/>
                  </a:moveTo>
                  <a:lnTo>
                    <a:pt x="246" y="426"/>
                  </a:lnTo>
                  <a:lnTo>
                    <a:pt x="245" y="384"/>
                  </a:lnTo>
                  <a:lnTo>
                    <a:pt x="242" y="340"/>
                  </a:lnTo>
                  <a:lnTo>
                    <a:pt x="236" y="301"/>
                  </a:lnTo>
                  <a:lnTo>
                    <a:pt x="228" y="262"/>
                  </a:lnTo>
                  <a:lnTo>
                    <a:pt x="217" y="224"/>
                  </a:lnTo>
                  <a:lnTo>
                    <a:pt x="205" y="190"/>
                  </a:lnTo>
                  <a:lnTo>
                    <a:pt x="191" y="158"/>
                  </a:lnTo>
                  <a:lnTo>
                    <a:pt x="176" y="126"/>
                  </a:lnTo>
                  <a:lnTo>
                    <a:pt x="157" y="99"/>
                  </a:lnTo>
                  <a:lnTo>
                    <a:pt x="139" y="75"/>
                  </a:lnTo>
                  <a:lnTo>
                    <a:pt x="119" y="53"/>
                  </a:lnTo>
                  <a:lnTo>
                    <a:pt x="96" y="34"/>
                  </a:lnTo>
                  <a:lnTo>
                    <a:pt x="75" y="19"/>
                  </a:lnTo>
                  <a:lnTo>
                    <a:pt x="51" y="9"/>
                  </a:lnTo>
                  <a:lnTo>
                    <a:pt x="26" y="3"/>
                  </a:lnTo>
                  <a:lnTo>
                    <a:pt x="0" y="0"/>
                  </a:lnTo>
                  <a:lnTo>
                    <a:pt x="0" y="12"/>
                  </a:lnTo>
                  <a:lnTo>
                    <a:pt x="24" y="15"/>
                  </a:lnTo>
                  <a:lnTo>
                    <a:pt x="46" y="20"/>
                  </a:lnTo>
                  <a:lnTo>
                    <a:pt x="68" y="31"/>
                  </a:lnTo>
                  <a:lnTo>
                    <a:pt x="89" y="44"/>
                  </a:lnTo>
                  <a:lnTo>
                    <a:pt x="109" y="63"/>
                  </a:lnTo>
                  <a:lnTo>
                    <a:pt x="129" y="83"/>
                  </a:lnTo>
                  <a:lnTo>
                    <a:pt x="148" y="106"/>
                  </a:lnTo>
                  <a:lnTo>
                    <a:pt x="164" y="133"/>
                  </a:lnTo>
                  <a:lnTo>
                    <a:pt x="180" y="162"/>
                  </a:lnTo>
                  <a:lnTo>
                    <a:pt x="194" y="195"/>
                  </a:lnTo>
                  <a:lnTo>
                    <a:pt x="205" y="229"/>
                  </a:lnTo>
                  <a:lnTo>
                    <a:pt x="216" y="264"/>
                  </a:lnTo>
                  <a:lnTo>
                    <a:pt x="224" y="303"/>
                  </a:lnTo>
                  <a:lnTo>
                    <a:pt x="230" y="343"/>
                  </a:lnTo>
                  <a:lnTo>
                    <a:pt x="233" y="384"/>
                  </a:lnTo>
                  <a:lnTo>
                    <a:pt x="235" y="426"/>
                  </a:lnTo>
                  <a:lnTo>
                    <a:pt x="246"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2806" name="Freeform 64"/>
            <p:cNvSpPr>
              <a:spLocks/>
            </p:cNvSpPr>
            <p:nvPr/>
          </p:nvSpPr>
          <p:spPr bwMode="auto">
            <a:xfrm>
              <a:off x="1392" y="2203"/>
              <a:ext cx="49" cy="85"/>
            </a:xfrm>
            <a:custGeom>
              <a:avLst/>
              <a:gdLst>
                <a:gd name="T0" fmla="*/ 0 w 246"/>
                <a:gd name="T1" fmla="*/ 3 h 424"/>
                <a:gd name="T2" fmla="*/ 0 w 246"/>
                <a:gd name="T3" fmla="*/ 3 h 424"/>
                <a:gd name="T4" fmla="*/ 0 w 246"/>
                <a:gd name="T5" fmla="*/ 3 h 424"/>
                <a:gd name="T6" fmla="*/ 0 w 246"/>
                <a:gd name="T7" fmla="*/ 3 h 424"/>
                <a:gd name="T8" fmla="*/ 1 w 246"/>
                <a:gd name="T9" fmla="*/ 3 h 424"/>
                <a:gd name="T10" fmla="*/ 1 w 246"/>
                <a:gd name="T11" fmla="*/ 3 h 424"/>
                <a:gd name="T12" fmla="*/ 1 w 246"/>
                <a:gd name="T13" fmla="*/ 3 h 424"/>
                <a:gd name="T14" fmla="*/ 1 w 246"/>
                <a:gd name="T15" fmla="*/ 3 h 424"/>
                <a:gd name="T16" fmla="*/ 1 w 246"/>
                <a:gd name="T17" fmla="*/ 3 h 424"/>
                <a:gd name="T18" fmla="*/ 1 w 246"/>
                <a:gd name="T19" fmla="*/ 2 h 424"/>
                <a:gd name="T20" fmla="*/ 2 w 246"/>
                <a:gd name="T21" fmla="*/ 2 h 424"/>
                <a:gd name="T22" fmla="*/ 2 w 246"/>
                <a:gd name="T23" fmla="*/ 2 h 424"/>
                <a:gd name="T24" fmla="*/ 2 w 246"/>
                <a:gd name="T25" fmla="*/ 2 h 424"/>
                <a:gd name="T26" fmla="*/ 2 w 246"/>
                <a:gd name="T27" fmla="*/ 1 h 424"/>
                <a:gd name="T28" fmla="*/ 2 w 246"/>
                <a:gd name="T29" fmla="*/ 1 h 424"/>
                <a:gd name="T30" fmla="*/ 2 w 246"/>
                <a:gd name="T31" fmla="*/ 1 h 424"/>
                <a:gd name="T32" fmla="*/ 2 w 246"/>
                <a:gd name="T33" fmla="*/ 0 h 424"/>
                <a:gd name="T34" fmla="*/ 2 w 246"/>
                <a:gd name="T35" fmla="*/ 0 h 424"/>
                <a:gd name="T36" fmla="*/ 2 w 246"/>
                <a:gd name="T37" fmla="*/ 0 h 424"/>
                <a:gd name="T38" fmla="*/ 2 w 246"/>
                <a:gd name="T39" fmla="*/ 0 h 424"/>
                <a:gd name="T40" fmla="*/ 2 w 246"/>
                <a:gd name="T41" fmla="*/ 1 h 424"/>
                <a:gd name="T42" fmla="*/ 2 w 246"/>
                <a:gd name="T43" fmla="*/ 1 h 424"/>
                <a:gd name="T44" fmla="*/ 2 w 246"/>
                <a:gd name="T45" fmla="*/ 1 h 424"/>
                <a:gd name="T46" fmla="*/ 2 w 246"/>
                <a:gd name="T47" fmla="*/ 2 h 424"/>
                <a:gd name="T48" fmla="*/ 2 w 246"/>
                <a:gd name="T49" fmla="*/ 2 h 424"/>
                <a:gd name="T50" fmla="*/ 1 w 246"/>
                <a:gd name="T51" fmla="*/ 2 h 424"/>
                <a:gd name="T52" fmla="*/ 1 w 246"/>
                <a:gd name="T53" fmla="*/ 2 h 424"/>
                <a:gd name="T54" fmla="*/ 1 w 246"/>
                <a:gd name="T55" fmla="*/ 3 h 424"/>
                <a:gd name="T56" fmla="*/ 1 w 246"/>
                <a:gd name="T57" fmla="*/ 3 h 424"/>
                <a:gd name="T58" fmla="*/ 1 w 246"/>
                <a:gd name="T59" fmla="*/ 3 h 424"/>
                <a:gd name="T60" fmla="*/ 1 w 246"/>
                <a:gd name="T61" fmla="*/ 3 h 424"/>
                <a:gd name="T62" fmla="*/ 1 w 246"/>
                <a:gd name="T63" fmla="*/ 3 h 424"/>
                <a:gd name="T64" fmla="*/ 0 w 246"/>
                <a:gd name="T65" fmla="*/ 3 h 424"/>
                <a:gd name="T66" fmla="*/ 0 w 246"/>
                <a:gd name="T67" fmla="*/ 3 h 424"/>
                <a:gd name="T68" fmla="*/ 0 w 246"/>
                <a:gd name="T69" fmla="*/ 3 h 424"/>
                <a:gd name="T70" fmla="*/ 0 w 246"/>
                <a:gd name="T71" fmla="*/ 3 h 424"/>
                <a:gd name="T72" fmla="*/ 0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0" y="424"/>
                  </a:moveTo>
                  <a:lnTo>
                    <a:pt x="0" y="424"/>
                  </a:lnTo>
                  <a:lnTo>
                    <a:pt x="26" y="422"/>
                  </a:lnTo>
                  <a:lnTo>
                    <a:pt x="51" y="416"/>
                  </a:lnTo>
                  <a:lnTo>
                    <a:pt x="75" y="406"/>
                  </a:lnTo>
                  <a:lnTo>
                    <a:pt x="96" y="390"/>
                  </a:lnTo>
                  <a:lnTo>
                    <a:pt x="119" y="373"/>
                  </a:lnTo>
                  <a:lnTo>
                    <a:pt x="139" y="351"/>
                  </a:lnTo>
                  <a:lnTo>
                    <a:pt x="157" y="326"/>
                  </a:lnTo>
                  <a:lnTo>
                    <a:pt x="175" y="299"/>
                  </a:lnTo>
                  <a:lnTo>
                    <a:pt x="191" y="269"/>
                  </a:lnTo>
                  <a:lnTo>
                    <a:pt x="205" y="236"/>
                  </a:lnTo>
                  <a:lnTo>
                    <a:pt x="217" y="202"/>
                  </a:lnTo>
                  <a:lnTo>
                    <a:pt x="228" y="163"/>
                  </a:lnTo>
                  <a:lnTo>
                    <a:pt x="236" y="125"/>
                  </a:lnTo>
                  <a:lnTo>
                    <a:pt x="242" y="86"/>
                  </a:lnTo>
                  <a:lnTo>
                    <a:pt x="245" y="42"/>
                  </a:lnTo>
                  <a:lnTo>
                    <a:pt x="246" y="0"/>
                  </a:lnTo>
                  <a:lnTo>
                    <a:pt x="235" y="0"/>
                  </a:lnTo>
                  <a:lnTo>
                    <a:pt x="233" y="42"/>
                  </a:lnTo>
                  <a:lnTo>
                    <a:pt x="230" y="83"/>
                  </a:lnTo>
                  <a:lnTo>
                    <a:pt x="224" y="123"/>
                  </a:lnTo>
                  <a:lnTo>
                    <a:pt x="216" y="161"/>
                  </a:lnTo>
                  <a:lnTo>
                    <a:pt x="205" y="197"/>
                  </a:lnTo>
                  <a:lnTo>
                    <a:pt x="194" y="231"/>
                  </a:lnTo>
                  <a:lnTo>
                    <a:pt x="180" y="264"/>
                  </a:lnTo>
                  <a:lnTo>
                    <a:pt x="166" y="292"/>
                  </a:lnTo>
                  <a:lnTo>
                    <a:pt x="148" y="319"/>
                  </a:lnTo>
                  <a:lnTo>
                    <a:pt x="129" y="344"/>
                  </a:lnTo>
                  <a:lnTo>
                    <a:pt x="109" y="364"/>
                  </a:lnTo>
                  <a:lnTo>
                    <a:pt x="89" y="381"/>
                  </a:lnTo>
                  <a:lnTo>
                    <a:pt x="68" y="394"/>
                  </a:lnTo>
                  <a:lnTo>
                    <a:pt x="46" y="405"/>
                  </a:lnTo>
                  <a:lnTo>
                    <a:pt x="24" y="410"/>
                  </a:lnTo>
                  <a:lnTo>
                    <a:pt x="0" y="413"/>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2807" name="Freeform 65"/>
            <p:cNvSpPr>
              <a:spLocks/>
            </p:cNvSpPr>
            <p:nvPr/>
          </p:nvSpPr>
          <p:spPr bwMode="auto">
            <a:xfrm>
              <a:off x="1343" y="2203"/>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2" y="42"/>
                  </a:lnTo>
                  <a:lnTo>
                    <a:pt x="5" y="86"/>
                  </a:lnTo>
                  <a:lnTo>
                    <a:pt x="11" y="125"/>
                  </a:lnTo>
                  <a:lnTo>
                    <a:pt x="19" y="163"/>
                  </a:lnTo>
                  <a:lnTo>
                    <a:pt x="30" y="202"/>
                  </a:lnTo>
                  <a:lnTo>
                    <a:pt x="41" y="236"/>
                  </a:lnTo>
                  <a:lnTo>
                    <a:pt x="56" y="269"/>
                  </a:lnTo>
                  <a:lnTo>
                    <a:pt x="72" y="299"/>
                  </a:lnTo>
                  <a:lnTo>
                    <a:pt x="90" y="326"/>
                  </a:lnTo>
                  <a:lnTo>
                    <a:pt x="108" y="351"/>
                  </a:lnTo>
                  <a:lnTo>
                    <a:pt x="127" y="373"/>
                  </a:lnTo>
                  <a:lnTo>
                    <a:pt x="149" y="390"/>
                  </a:lnTo>
                  <a:lnTo>
                    <a:pt x="172" y="406"/>
                  </a:lnTo>
                  <a:lnTo>
                    <a:pt x="195" y="416"/>
                  </a:lnTo>
                  <a:lnTo>
                    <a:pt x="220" y="422"/>
                  </a:lnTo>
                  <a:lnTo>
                    <a:pt x="245" y="424"/>
                  </a:lnTo>
                  <a:lnTo>
                    <a:pt x="245" y="413"/>
                  </a:lnTo>
                  <a:lnTo>
                    <a:pt x="222" y="410"/>
                  </a:lnTo>
                  <a:lnTo>
                    <a:pt x="200" y="405"/>
                  </a:lnTo>
                  <a:lnTo>
                    <a:pt x="179" y="394"/>
                  </a:lnTo>
                  <a:lnTo>
                    <a:pt x="156" y="381"/>
                  </a:lnTo>
                  <a:lnTo>
                    <a:pt x="136" y="364"/>
                  </a:lnTo>
                  <a:lnTo>
                    <a:pt x="118" y="344"/>
                  </a:lnTo>
                  <a:lnTo>
                    <a:pt x="99" y="319"/>
                  </a:lnTo>
                  <a:lnTo>
                    <a:pt x="81" y="292"/>
                  </a:lnTo>
                  <a:lnTo>
                    <a:pt x="67" y="264"/>
                  </a:lnTo>
                  <a:lnTo>
                    <a:pt x="53" y="231"/>
                  </a:lnTo>
                  <a:lnTo>
                    <a:pt x="41" y="197"/>
                  </a:lnTo>
                  <a:lnTo>
                    <a:pt x="31" y="161"/>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2808" name="Freeform 66"/>
            <p:cNvSpPr>
              <a:spLocks/>
            </p:cNvSpPr>
            <p:nvPr/>
          </p:nvSpPr>
          <p:spPr bwMode="auto">
            <a:xfrm>
              <a:off x="1343" y="2118"/>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1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20" y="3"/>
                  </a:lnTo>
                  <a:lnTo>
                    <a:pt x="195" y="9"/>
                  </a:lnTo>
                  <a:lnTo>
                    <a:pt x="172" y="19"/>
                  </a:lnTo>
                  <a:lnTo>
                    <a:pt x="149" y="34"/>
                  </a:lnTo>
                  <a:lnTo>
                    <a:pt x="127" y="53"/>
                  </a:lnTo>
                  <a:lnTo>
                    <a:pt x="108" y="75"/>
                  </a:lnTo>
                  <a:lnTo>
                    <a:pt x="90" y="99"/>
                  </a:lnTo>
                  <a:lnTo>
                    <a:pt x="71" y="126"/>
                  </a:lnTo>
                  <a:lnTo>
                    <a:pt x="56" y="158"/>
                  </a:lnTo>
                  <a:lnTo>
                    <a:pt x="41" y="190"/>
                  </a:lnTo>
                  <a:lnTo>
                    <a:pt x="30" y="224"/>
                  </a:lnTo>
                  <a:lnTo>
                    <a:pt x="19" y="262"/>
                  </a:lnTo>
                  <a:lnTo>
                    <a:pt x="11" y="301"/>
                  </a:lnTo>
                  <a:lnTo>
                    <a:pt x="5" y="340"/>
                  </a:lnTo>
                  <a:lnTo>
                    <a:pt x="2" y="384"/>
                  </a:lnTo>
                  <a:lnTo>
                    <a:pt x="0" y="426"/>
                  </a:lnTo>
                  <a:lnTo>
                    <a:pt x="12" y="426"/>
                  </a:lnTo>
                  <a:lnTo>
                    <a:pt x="13" y="384"/>
                  </a:lnTo>
                  <a:lnTo>
                    <a:pt x="17" y="343"/>
                  </a:lnTo>
                  <a:lnTo>
                    <a:pt x="23" y="303"/>
                  </a:lnTo>
                  <a:lnTo>
                    <a:pt x="31" y="264"/>
                  </a:lnTo>
                  <a:lnTo>
                    <a:pt x="41" y="229"/>
                  </a:lnTo>
                  <a:lnTo>
                    <a:pt x="53" y="195"/>
                  </a:lnTo>
                  <a:lnTo>
                    <a:pt x="67" y="162"/>
                  </a:lnTo>
                  <a:lnTo>
                    <a:pt x="82" y="133"/>
                  </a:lnTo>
                  <a:lnTo>
                    <a:pt x="99" y="106"/>
                  </a:lnTo>
                  <a:lnTo>
                    <a:pt x="118" y="83"/>
                  </a:lnTo>
                  <a:lnTo>
                    <a:pt x="136" y="63"/>
                  </a:lnTo>
                  <a:lnTo>
                    <a:pt x="156" y="44"/>
                  </a:lnTo>
                  <a:lnTo>
                    <a:pt x="179" y="31"/>
                  </a:lnTo>
                  <a:lnTo>
                    <a:pt x="200" y="20"/>
                  </a:lnTo>
                  <a:lnTo>
                    <a:pt x="222" y="15"/>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2809" name="Freeform 67"/>
            <p:cNvSpPr>
              <a:spLocks/>
            </p:cNvSpPr>
            <p:nvPr/>
          </p:nvSpPr>
          <p:spPr bwMode="auto">
            <a:xfrm>
              <a:off x="1384" y="1859"/>
              <a:ext cx="49" cy="84"/>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1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3" y="382"/>
                  </a:lnTo>
                  <a:lnTo>
                    <a:pt x="240" y="339"/>
                  </a:lnTo>
                  <a:lnTo>
                    <a:pt x="234" y="299"/>
                  </a:lnTo>
                  <a:lnTo>
                    <a:pt x="226" y="261"/>
                  </a:lnTo>
                  <a:lnTo>
                    <a:pt x="215" y="222"/>
                  </a:lnTo>
                  <a:lnTo>
                    <a:pt x="204" y="188"/>
                  </a:lnTo>
                  <a:lnTo>
                    <a:pt x="189" y="156"/>
                  </a:lnTo>
                  <a:lnTo>
                    <a:pt x="173" y="125"/>
                  </a:lnTo>
                  <a:lnTo>
                    <a:pt x="155" y="98"/>
                  </a:lnTo>
                  <a:lnTo>
                    <a:pt x="138" y="74"/>
                  </a:lnTo>
                  <a:lnTo>
                    <a:pt x="118" y="51"/>
                  </a:lnTo>
                  <a:lnTo>
                    <a:pt x="96" y="34"/>
                  </a:lnTo>
                  <a:lnTo>
                    <a:pt x="73" y="18"/>
                  </a:lnTo>
                  <a:lnTo>
                    <a:pt x="50" y="8"/>
                  </a:lnTo>
                  <a:lnTo>
                    <a:pt x="25" y="2"/>
                  </a:lnTo>
                  <a:lnTo>
                    <a:pt x="0" y="0"/>
                  </a:lnTo>
                  <a:lnTo>
                    <a:pt x="0" y="11"/>
                  </a:lnTo>
                  <a:lnTo>
                    <a:pt x="23" y="14"/>
                  </a:lnTo>
                  <a:lnTo>
                    <a:pt x="45" y="20"/>
                  </a:lnTo>
                  <a:lnTo>
                    <a:pt x="66" y="30"/>
                  </a:lnTo>
                  <a:lnTo>
                    <a:pt x="89" y="43"/>
                  </a:lnTo>
                  <a:lnTo>
                    <a:pt x="109" y="61"/>
                  </a:lnTo>
                  <a:lnTo>
                    <a:pt x="129" y="81"/>
                  </a:lnTo>
                  <a:lnTo>
                    <a:pt x="146" y="105"/>
                  </a:lnTo>
                  <a:lnTo>
                    <a:pt x="164" y="132"/>
                  </a:lnTo>
                  <a:lnTo>
                    <a:pt x="178" y="160"/>
                  </a:lnTo>
                  <a:lnTo>
                    <a:pt x="192" y="193"/>
                  </a:lnTo>
                  <a:lnTo>
                    <a:pt x="204" y="227"/>
                  </a:lnTo>
                  <a:lnTo>
                    <a:pt x="214" y="264"/>
                  </a:lnTo>
                  <a:lnTo>
                    <a:pt x="222" y="301"/>
                  </a:lnTo>
                  <a:lnTo>
                    <a:pt x="228"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2810" name="Freeform 68"/>
            <p:cNvSpPr>
              <a:spLocks/>
            </p:cNvSpPr>
            <p:nvPr/>
          </p:nvSpPr>
          <p:spPr bwMode="auto">
            <a:xfrm>
              <a:off x="1384" y="1943"/>
              <a:ext cx="49" cy="86"/>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5" y="423"/>
                  </a:lnTo>
                  <a:lnTo>
                    <a:pt x="50" y="418"/>
                  </a:lnTo>
                  <a:lnTo>
                    <a:pt x="73" y="407"/>
                  </a:lnTo>
                  <a:lnTo>
                    <a:pt x="96" y="392"/>
                  </a:lnTo>
                  <a:lnTo>
                    <a:pt x="118" y="374"/>
                  </a:lnTo>
                  <a:lnTo>
                    <a:pt x="138" y="352"/>
                  </a:lnTo>
                  <a:lnTo>
                    <a:pt x="155" y="327"/>
                  </a:lnTo>
                  <a:lnTo>
                    <a:pt x="174" y="300"/>
                  </a:lnTo>
                  <a:lnTo>
                    <a:pt x="189" y="269"/>
                  </a:lnTo>
                  <a:lnTo>
                    <a:pt x="204" y="237"/>
                  </a:lnTo>
                  <a:lnTo>
                    <a:pt x="215" y="202"/>
                  </a:lnTo>
                  <a:lnTo>
                    <a:pt x="226" y="164"/>
                  </a:lnTo>
                  <a:lnTo>
                    <a:pt x="234" y="126"/>
                  </a:lnTo>
                  <a:lnTo>
                    <a:pt x="240" y="86"/>
                  </a:lnTo>
                  <a:lnTo>
                    <a:pt x="243" y="42"/>
                  </a:lnTo>
                  <a:lnTo>
                    <a:pt x="245" y="0"/>
                  </a:lnTo>
                  <a:lnTo>
                    <a:pt x="233" y="0"/>
                  </a:lnTo>
                  <a:lnTo>
                    <a:pt x="232" y="42"/>
                  </a:lnTo>
                  <a:lnTo>
                    <a:pt x="228" y="83"/>
                  </a:lnTo>
                  <a:lnTo>
                    <a:pt x="222" y="123"/>
                  </a:lnTo>
                  <a:lnTo>
                    <a:pt x="214" y="162"/>
                  </a:lnTo>
                  <a:lnTo>
                    <a:pt x="204" y="197"/>
                  </a:lnTo>
                  <a:lnTo>
                    <a:pt x="192" y="232"/>
                  </a:lnTo>
                  <a:lnTo>
                    <a:pt x="178" y="264"/>
                  </a:lnTo>
                  <a:lnTo>
                    <a:pt x="163" y="293"/>
                  </a:lnTo>
                  <a:lnTo>
                    <a:pt x="146" y="320"/>
                  </a:lnTo>
                  <a:lnTo>
                    <a:pt x="129" y="345"/>
                  </a:lnTo>
                  <a:lnTo>
                    <a:pt x="109" y="365"/>
                  </a:lnTo>
                  <a:lnTo>
                    <a:pt x="89" y="382"/>
                  </a:lnTo>
                  <a:lnTo>
                    <a:pt x="66" y="395"/>
                  </a:lnTo>
                  <a:lnTo>
                    <a:pt x="45" y="406"/>
                  </a:lnTo>
                  <a:lnTo>
                    <a:pt x="23"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2811" name="Freeform 69"/>
            <p:cNvSpPr>
              <a:spLocks/>
            </p:cNvSpPr>
            <p:nvPr/>
          </p:nvSpPr>
          <p:spPr bwMode="auto">
            <a:xfrm>
              <a:off x="1335" y="1943"/>
              <a:ext cx="49" cy="86"/>
            </a:xfrm>
            <a:custGeom>
              <a:avLst/>
              <a:gdLst>
                <a:gd name="T0" fmla="*/ 0 w 246"/>
                <a:gd name="T1" fmla="*/ 0 h 426"/>
                <a:gd name="T2" fmla="*/ 0 w 246"/>
                <a:gd name="T3" fmla="*/ 0 h 426"/>
                <a:gd name="T4" fmla="*/ 0 w 246"/>
                <a:gd name="T5" fmla="*/ 0 h 426"/>
                <a:gd name="T6" fmla="*/ 0 w 246"/>
                <a:gd name="T7" fmla="*/ 1 h 426"/>
                <a:gd name="T8" fmla="*/ 0 w 246"/>
                <a:gd name="T9" fmla="*/ 1 h 426"/>
                <a:gd name="T10" fmla="*/ 0 w 246"/>
                <a:gd name="T11" fmla="*/ 1 h 426"/>
                <a:gd name="T12" fmla="*/ 0 w 246"/>
                <a:gd name="T13" fmla="*/ 2 h 426"/>
                <a:gd name="T14" fmla="*/ 0 w 246"/>
                <a:gd name="T15" fmla="*/ 2 h 426"/>
                <a:gd name="T16" fmla="*/ 0 w 246"/>
                <a:gd name="T17" fmla="*/ 2 h 426"/>
                <a:gd name="T18" fmla="*/ 1 w 246"/>
                <a:gd name="T19" fmla="*/ 2 h 426"/>
                <a:gd name="T20" fmla="*/ 1 w 246"/>
                <a:gd name="T21" fmla="*/ 3 h 426"/>
                <a:gd name="T22" fmla="*/ 1 w 246"/>
                <a:gd name="T23" fmla="*/ 3 h 426"/>
                <a:gd name="T24" fmla="*/ 1 w 246"/>
                <a:gd name="T25" fmla="*/ 3 h 426"/>
                <a:gd name="T26" fmla="*/ 1 w 246"/>
                <a:gd name="T27" fmla="*/ 3 h 426"/>
                <a:gd name="T28" fmla="*/ 1 w 246"/>
                <a:gd name="T29" fmla="*/ 3 h 426"/>
                <a:gd name="T30" fmla="*/ 2 w 246"/>
                <a:gd name="T31" fmla="*/ 3 h 426"/>
                <a:gd name="T32" fmla="*/ 2 w 246"/>
                <a:gd name="T33" fmla="*/ 3 h 426"/>
                <a:gd name="T34" fmla="*/ 2 w 246"/>
                <a:gd name="T35" fmla="*/ 3 h 426"/>
                <a:gd name="T36" fmla="*/ 2 w 246"/>
                <a:gd name="T37" fmla="*/ 3 h 426"/>
                <a:gd name="T38" fmla="*/ 2 w 246"/>
                <a:gd name="T39" fmla="*/ 3 h 426"/>
                <a:gd name="T40" fmla="*/ 2 w 246"/>
                <a:gd name="T41" fmla="*/ 3 h 426"/>
                <a:gd name="T42" fmla="*/ 1 w 246"/>
                <a:gd name="T43" fmla="*/ 3 h 426"/>
                <a:gd name="T44" fmla="*/ 1 w 246"/>
                <a:gd name="T45" fmla="*/ 3 h 426"/>
                <a:gd name="T46" fmla="*/ 1 w 246"/>
                <a:gd name="T47" fmla="*/ 3 h 426"/>
                <a:gd name="T48" fmla="*/ 1 w 246"/>
                <a:gd name="T49" fmla="*/ 3 h 426"/>
                <a:gd name="T50" fmla="*/ 1 w 246"/>
                <a:gd name="T51" fmla="*/ 3 h 426"/>
                <a:gd name="T52" fmla="*/ 1 w 246"/>
                <a:gd name="T53" fmla="*/ 2 h 426"/>
                <a:gd name="T54" fmla="*/ 1 w 246"/>
                <a:gd name="T55" fmla="*/ 2 h 426"/>
                <a:gd name="T56" fmla="*/ 0 w 246"/>
                <a:gd name="T57" fmla="*/ 2 h 426"/>
                <a:gd name="T58" fmla="*/ 0 w 246"/>
                <a:gd name="T59" fmla="*/ 2 h 426"/>
                <a:gd name="T60" fmla="*/ 0 w 246"/>
                <a:gd name="T61" fmla="*/ 1 h 426"/>
                <a:gd name="T62" fmla="*/ 0 w 246"/>
                <a:gd name="T63" fmla="*/ 1 h 426"/>
                <a:gd name="T64" fmla="*/ 0 w 246"/>
                <a:gd name="T65" fmla="*/ 1 h 426"/>
                <a:gd name="T66" fmla="*/ 0 w 246"/>
                <a:gd name="T67" fmla="*/ 0 h 426"/>
                <a:gd name="T68" fmla="*/ 0 w 246"/>
                <a:gd name="T69" fmla="*/ 0 h 426"/>
                <a:gd name="T70" fmla="*/ 0 w 246"/>
                <a:gd name="T71" fmla="*/ 0 h 426"/>
                <a:gd name="T72" fmla="*/ 0 w 246"/>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0"/>
                  </a:moveTo>
                  <a:lnTo>
                    <a:pt x="0" y="0"/>
                  </a:lnTo>
                  <a:lnTo>
                    <a:pt x="1" y="42"/>
                  </a:lnTo>
                  <a:lnTo>
                    <a:pt x="4" y="86"/>
                  </a:lnTo>
                  <a:lnTo>
                    <a:pt x="10" y="126"/>
                  </a:lnTo>
                  <a:lnTo>
                    <a:pt x="18" y="164"/>
                  </a:lnTo>
                  <a:lnTo>
                    <a:pt x="29" y="202"/>
                  </a:lnTo>
                  <a:lnTo>
                    <a:pt x="41" y="237"/>
                  </a:lnTo>
                  <a:lnTo>
                    <a:pt x="55" y="269"/>
                  </a:lnTo>
                  <a:lnTo>
                    <a:pt x="71" y="300"/>
                  </a:lnTo>
                  <a:lnTo>
                    <a:pt x="89" y="327"/>
                  </a:lnTo>
                  <a:lnTo>
                    <a:pt x="107" y="352"/>
                  </a:lnTo>
                  <a:lnTo>
                    <a:pt x="127" y="374"/>
                  </a:lnTo>
                  <a:lnTo>
                    <a:pt x="150" y="392"/>
                  </a:lnTo>
                  <a:lnTo>
                    <a:pt x="171" y="407"/>
                  </a:lnTo>
                  <a:lnTo>
                    <a:pt x="195" y="418"/>
                  </a:lnTo>
                  <a:lnTo>
                    <a:pt x="220" y="423"/>
                  </a:lnTo>
                  <a:lnTo>
                    <a:pt x="246" y="426"/>
                  </a:lnTo>
                  <a:lnTo>
                    <a:pt x="246" y="414"/>
                  </a:lnTo>
                  <a:lnTo>
                    <a:pt x="222" y="412"/>
                  </a:lnTo>
                  <a:lnTo>
                    <a:pt x="200" y="406"/>
                  </a:lnTo>
                  <a:lnTo>
                    <a:pt x="178" y="395"/>
                  </a:lnTo>
                  <a:lnTo>
                    <a:pt x="157" y="382"/>
                  </a:lnTo>
                  <a:lnTo>
                    <a:pt x="137" y="365"/>
                  </a:lnTo>
                  <a:lnTo>
                    <a:pt x="117" y="345"/>
                  </a:lnTo>
                  <a:lnTo>
                    <a:pt x="98" y="320"/>
                  </a:lnTo>
                  <a:lnTo>
                    <a:pt x="83" y="293"/>
                  </a:lnTo>
                  <a:lnTo>
                    <a:pt x="66" y="264"/>
                  </a:lnTo>
                  <a:lnTo>
                    <a:pt x="52" y="232"/>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2812" name="Freeform 70"/>
            <p:cNvSpPr>
              <a:spLocks/>
            </p:cNvSpPr>
            <p:nvPr/>
          </p:nvSpPr>
          <p:spPr bwMode="auto">
            <a:xfrm>
              <a:off x="1335" y="1859"/>
              <a:ext cx="49" cy="84"/>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1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0" y="2"/>
                  </a:lnTo>
                  <a:lnTo>
                    <a:pt x="195" y="8"/>
                  </a:lnTo>
                  <a:lnTo>
                    <a:pt x="171" y="18"/>
                  </a:lnTo>
                  <a:lnTo>
                    <a:pt x="150" y="34"/>
                  </a:lnTo>
                  <a:lnTo>
                    <a:pt x="127" y="51"/>
                  </a:lnTo>
                  <a:lnTo>
                    <a:pt x="107" y="74"/>
                  </a:lnTo>
                  <a:lnTo>
                    <a:pt x="89" y="98"/>
                  </a:lnTo>
                  <a:lnTo>
                    <a:pt x="72" y="125"/>
                  </a:lnTo>
                  <a:lnTo>
                    <a:pt x="55" y="156"/>
                  </a:lnTo>
                  <a:lnTo>
                    <a:pt x="41" y="188"/>
                  </a:lnTo>
                  <a:lnTo>
                    <a:pt x="29" y="222"/>
                  </a:lnTo>
                  <a:lnTo>
                    <a:pt x="18" y="261"/>
                  </a:lnTo>
                  <a:lnTo>
                    <a:pt x="10" y="299"/>
                  </a:lnTo>
                  <a:lnTo>
                    <a:pt x="4" y="339"/>
                  </a:lnTo>
                  <a:lnTo>
                    <a:pt x="1" y="382"/>
                  </a:lnTo>
                  <a:lnTo>
                    <a:pt x="0" y="424"/>
                  </a:lnTo>
                  <a:lnTo>
                    <a:pt x="11" y="424"/>
                  </a:lnTo>
                  <a:lnTo>
                    <a:pt x="13" y="382"/>
                  </a:lnTo>
                  <a:lnTo>
                    <a:pt x="16" y="341"/>
                  </a:lnTo>
                  <a:lnTo>
                    <a:pt x="22" y="301"/>
                  </a:lnTo>
                  <a:lnTo>
                    <a:pt x="30" y="264"/>
                  </a:lnTo>
                  <a:lnTo>
                    <a:pt x="41" y="227"/>
                  </a:lnTo>
                  <a:lnTo>
                    <a:pt x="52" y="193"/>
                  </a:lnTo>
                  <a:lnTo>
                    <a:pt x="66" y="160"/>
                  </a:lnTo>
                  <a:lnTo>
                    <a:pt x="82" y="132"/>
                  </a:lnTo>
                  <a:lnTo>
                    <a:pt x="98" y="105"/>
                  </a:lnTo>
                  <a:lnTo>
                    <a:pt x="117" y="81"/>
                  </a:lnTo>
                  <a:lnTo>
                    <a:pt x="137" y="61"/>
                  </a:lnTo>
                  <a:lnTo>
                    <a:pt x="157" y="43"/>
                  </a:lnTo>
                  <a:lnTo>
                    <a:pt x="178" y="30"/>
                  </a:lnTo>
                  <a:lnTo>
                    <a:pt x="200" y="20"/>
                  </a:lnTo>
                  <a:lnTo>
                    <a:pt x="222" y="14"/>
                  </a:lnTo>
                  <a:lnTo>
                    <a:pt x="246" y="11"/>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2813" name="Freeform 71"/>
            <p:cNvSpPr>
              <a:spLocks/>
            </p:cNvSpPr>
            <p:nvPr/>
          </p:nvSpPr>
          <p:spPr bwMode="auto">
            <a:xfrm>
              <a:off x="1552" y="1751"/>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1" y="339"/>
                  </a:lnTo>
                  <a:lnTo>
                    <a:pt x="235" y="299"/>
                  </a:lnTo>
                  <a:lnTo>
                    <a:pt x="226" y="261"/>
                  </a:lnTo>
                  <a:lnTo>
                    <a:pt x="216" y="223"/>
                  </a:lnTo>
                  <a:lnTo>
                    <a:pt x="204" y="189"/>
                  </a:lnTo>
                  <a:lnTo>
                    <a:pt x="190" y="156"/>
                  </a:lnTo>
                  <a:lnTo>
                    <a:pt x="174" y="125"/>
                  </a:lnTo>
                  <a:lnTo>
                    <a:pt x="156" y="98"/>
                  </a:lnTo>
                  <a:lnTo>
                    <a:pt x="137" y="74"/>
                  </a:lnTo>
                  <a:lnTo>
                    <a:pt x="119" y="52"/>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8" y="81"/>
                  </a:lnTo>
                  <a:lnTo>
                    <a:pt x="147" y="105"/>
                  </a:lnTo>
                  <a:lnTo>
                    <a:pt x="164" y="132"/>
                  </a:lnTo>
                  <a:lnTo>
                    <a:pt x="178" y="161"/>
                  </a:lnTo>
                  <a:lnTo>
                    <a:pt x="193" y="193"/>
                  </a:lnTo>
                  <a:lnTo>
                    <a:pt x="204" y="227"/>
                  </a:lnTo>
                  <a:lnTo>
                    <a:pt x="215" y="264"/>
                  </a:lnTo>
                  <a:lnTo>
                    <a:pt x="223" y="301"/>
                  </a:lnTo>
                  <a:lnTo>
                    <a:pt x="229" y="341"/>
                  </a:lnTo>
                  <a:lnTo>
                    <a:pt x="232" y="382"/>
                  </a:lnTo>
                  <a:lnTo>
                    <a:pt x="234"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2814" name="Freeform 72"/>
            <p:cNvSpPr>
              <a:spLocks/>
            </p:cNvSpPr>
            <p:nvPr/>
          </p:nvSpPr>
          <p:spPr bwMode="auto">
            <a:xfrm>
              <a:off x="1552" y="1836"/>
              <a:ext cx="49" cy="85"/>
            </a:xfrm>
            <a:custGeom>
              <a:avLst/>
              <a:gdLst>
                <a:gd name="T0" fmla="*/ 0 w 245"/>
                <a:gd name="T1" fmla="*/ 3 h 425"/>
                <a:gd name="T2" fmla="*/ 0 w 245"/>
                <a:gd name="T3" fmla="*/ 3 h 425"/>
                <a:gd name="T4" fmla="*/ 0 w 245"/>
                <a:gd name="T5" fmla="*/ 3 h 425"/>
                <a:gd name="T6" fmla="*/ 0 w 245"/>
                <a:gd name="T7" fmla="*/ 3 h 425"/>
                <a:gd name="T8" fmla="*/ 1 w 245"/>
                <a:gd name="T9" fmla="*/ 3 h 425"/>
                <a:gd name="T10" fmla="*/ 1 w 245"/>
                <a:gd name="T11" fmla="*/ 3 h 425"/>
                <a:gd name="T12" fmla="*/ 1 w 245"/>
                <a:gd name="T13" fmla="*/ 3 h 425"/>
                <a:gd name="T14" fmla="*/ 1 w 245"/>
                <a:gd name="T15" fmla="*/ 3 h 425"/>
                <a:gd name="T16" fmla="*/ 1 w 245"/>
                <a:gd name="T17" fmla="*/ 3 h 425"/>
                <a:gd name="T18" fmla="*/ 1 w 245"/>
                <a:gd name="T19" fmla="*/ 2 h 425"/>
                <a:gd name="T20" fmla="*/ 2 w 245"/>
                <a:gd name="T21" fmla="*/ 2 h 425"/>
                <a:gd name="T22" fmla="*/ 2 w 245"/>
                <a:gd name="T23" fmla="*/ 2 h 425"/>
                <a:gd name="T24" fmla="*/ 2 w 245"/>
                <a:gd name="T25" fmla="*/ 2 h 425"/>
                <a:gd name="T26" fmla="*/ 2 w 245"/>
                <a:gd name="T27" fmla="*/ 1 h 425"/>
                <a:gd name="T28" fmla="*/ 2 w 245"/>
                <a:gd name="T29" fmla="*/ 1 h 425"/>
                <a:gd name="T30" fmla="*/ 2 w 245"/>
                <a:gd name="T31" fmla="*/ 1 h 425"/>
                <a:gd name="T32" fmla="*/ 2 w 245"/>
                <a:gd name="T33" fmla="*/ 0 h 425"/>
                <a:gd name="T34" fmla="*/ 2 w 245"/>
                <a:gd name="T35" fmla="*/ 0 h 425"/>
                <a:gd name="T36" fmla="*/ 2 w 245"/>
                <a:gd name="T37" fmla="*/ 0 h 425"/>
                <a:gd name="T38" fmla="*/ 2 w 245"/>
                <a:gd name="T39" fmla="*/ 0 h 425"/>
                <a:gd name="T40" fmla="*/ 2 w 245"/>
                <a:gd name="T41" fmla="*/ 1 h 425"/>
                <a:gd name="T42" fmla="*/ 2 w 245"/>
                <a:gd name="T43" fmla="*/ 1 h 425"/>
                <a:gd name="T44" fmla="*/ 2 w 245"/>
                <a:gd name="T45" fmla="*/ 1 h 425"/>
                <a:gd name="T46" fmla="*/ 2 w 245"/>
                <a:gd name="T47" fmla="*/ 2 h 425"/>
                <a:gd name="T48" fmla="*/ 2 w 245"/>
                <a:gd name="T49" fmla="*/ 2 h 425"/>
                <a:gd name="T50" fmla="*/ 1 w 245"/>
                <a:gd name="T51" fmla="*/ 2 h 425"/>
                <a:gd name="T52" fmla="*/ 1 w 245"/>
                <a:gd name="T53" fmla="*/ 2 h 425"/>
                <a:gd name="T54" fmla="*/ 1 w 245"/>
                <a:gd name="T55" fmla="*/ 3 h 425"/>
                <a:gd name="T56" fmla="*/ 1 w 245"/>
                <a:gd name="T57" fmla="*/ 3 h 425"/>
                <a:gd name="T58" fmla="*/ 1 w 245"/>
                <a:gd name="T59" fmla="*/ 3 h 425"/>
                <a:gd name="T60" fmla="*/ 1 w 245"/>
                <a:gd name="T61" fmla="*/ 3 h 425"/>
                <a:gd name="T62" fmla="*/ 1 w 245"/>
                <a:gd name="T63" fmla="*/ 3 h 425"/>
                <a:gd name="T64" fmla="*/ 0 w 245"/>
                <a:gd name="T65" fmla="*/ 3 h 425"/>
                <a:gd name="T66" fmla="*/ 0 w 245"/>
                <a:gd name="T67" fmla="*/ 3 h 425"/>
                <a:gd name="T68" fmla="*/ 0 w 245"/>
                <a:gd name="T69" fmla="*/ 3 h 425"/>
                <a:gd name="T70" fmla="*/ 0 w 245"/>
                <a:gd name="T71" fmla="*/ 3 h 425"/>
                <a:gd name="T72" fmla="*/ 0 w 245"/>
                <a:gd name="T73" fmla="*/ 3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5"/>
                <a:gd name="T113" fmla="*/ 245 w 245"/>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5">
                  <a:moveTo>
                    <a:pt x="0" y="425"/>
                  </a:moveTo>
                  <a:lnTo>
                    <a:pt x="0" y="425"/>
                  </a:lnTo>
                  <a:lnTo>
                    <a:pt x="26" y="422"/>
                  </a:lnTo>
                  <a:lnTo>
                    <a:pt x="51" y="417"/>
                  </a:lnTo>
                  <a:lnTo>
                    <a:pt x="74" y="406"/>
                  </a:lnTo>
                  <a:lnTo>
                    <a:pt x="96" y="391"/>
                  </a:lnTo>
                  <a:lnTo>
                    <a:pt x="119" y="373"/>
                  </a:lnTo>
                  <a:lnTo>
                    <a:pt x="137" y="351"/>
                  </a:lnTo>
                  <a:lnTo>
                    <a:pt x="156" y="326"/>
                  </a:lnTo>
                  <a:lnTo>
                    <a:pt x="174" y="299"/>
                  </a:lnTo>
                  <a:lnTo>
                    <a:pt x="190" y="269"/>
                  </a:lnTo>
                  <a:lnTo>
                    <a:pt x="204" y="236"/>
                  </a:lnTo>
                  <a:lnTo>
                    <a:pt x="216" y="202"/>
                  </a:lnTo>
                  <a:lnTo>
                    <a:pt x="226" y="163"/>
                  </a:lnTo>
                  <a:lnTo>
                    <a:pt x="235" y="126"/>
                  </a:lnTo>
                  <a:lnTo>
                    <a:pt x="241" y="86"/>
                  </a:lnTo>
                  <a:lnTo>
                    <a:pt x="244" y="43"/>
                  </a:lnTo>
                  <a:lnTo>
                    <a:pt x="245" y="0"/>
                  </a:lnTo>
                  <a:lnTo>
                    <a:pt x="234" y="0"/>
                  </a:lnTo>
                  <a:lnTo>
                    <a:pt x="232" y="43"/>
                  </a:lnTo>
                  <a:lnTo>
                    <a:pt x="229" y="84"/>
                  </a:lnTo>
                  <a:lnTo>
                    <a:pt x="223" y="123"/>
                  </a:lnTo>
                  <a:lnTo>
                    <a:pt x="215" y="161"/>
                  </a:lnTo>
                  <a:lnTo>
                    <a:pt x="204" y="197"/>
                  </a:lnTo>
                  <a:lnTo>
                    <a:pt x="193" y="231"/>
                  </a:lnTo>
                  <a:lnTo>
                    <a:pt x="178" y="264"/>
                  </a:lnTo>
                  <a:lnTo>
                    <a:pt x="164" y="292"/>
                  </a:lnTo>
                  <a:lnTo>
                    <a:pt x="147" y="319"/>
                  </a:lnTo>
                  <a:lnTo>
                    <a:pt x="128" y="344"/>
                  </a:lnTo>
                  <a:lnTo>
                    <a:pt x="109" y="364"/>
                  </a:lnTo>
                  <a:lnTo>
                    <a:pt x="89" y="381"/>
                  </a:lnTo>
                  <a:lnTo>
                    <a:pt x="67" y="394"/>
                  </a:lnTo>
                  <a:lnTo>
                    <a:pt x="46" y="405"/>
                  </a:lnTo>
                  <a:lnTo>
                    <a:pt x="24" y="411"/>
                  </a:lnTo>
                  <a:lnTo>
                    <a:pt x="0" y="413"/>
                  </a:lnTo>
                  <a:lnTo>
                    <a:pt x="0" y="425"/>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2815" name="Freeform 73"/>
            <p:cNvSpPr>
              <a:spLocks/>
            </p:cNvSpPr>
            <p:nvPr/>
          </p:nvSpPr>
          <p:spPr bwMode="auto">
            <a:xfrm>
              <a:off x="1502" y="1836"/>
              <a:ext cx="50" cy="85"/>
            </a:xfrm>
            <a:custGeom>
              <a:avLst/>
              <a:gdLst>
                <a:gd name="T0" fmla="*/ 0 w 246"/>
                <a:gd name="T1" fmla="*/ 0 h 425"/>
                <a:gd name="T2" fmla="*/ 0 w 246"/>
                <a:gd name="T3" fmla="*/ 0 h 425"/>
                <a:gd name="T4" fmla="*/ 0 w 246"/>
                <a:gd name="T5" fmla="*/ 0 h 425"/>
                <a:gd name="T6" fmla="*/ 0 w 246"/>
                <a:gd name="T7" fmla="*/ 1 h 425"/>
                <a:gd name="T8" fmla="*/ 0 w 246"/>
                <a:gd name="T9" fmla="*/ 1 h 425"/>
                <a:gd name="T10" fmla="*/ 0 w 246"/>
                <a:gd name="T11" fmla="*/ 1 h 425"/>
                <a:gd name="T12" fmla="*/ 0 w 246"/>
                <a:gd name="T13" fmla="*/ 2 h 425"/>
                <a:gd name="T14" fmla="*/ 0 w 246"/>
                <a:gd name="T15" fmla="*/ 2 h 425"/>
                <a:gd name="T16" fmla="*/ 0 w 246"/>
                <a:gd name="T17" fmla="*/ 2 h 425"/>
                <a:gd name="T18" fmla="*/ 1 w 246"/>
                <a:gd name="T19" fmla="*/ 2 h 425"/>
                <a:gd name="T20" fmla="*/ 1 w 246"/>
                <a:gd name="T21" fmla="*/ 3 h 425"/>
                <a:gd name="T22" fmla="*/ 1 w 246"/>
                <a:gd name="T23" fmla="*/ 3 h 425"/>
                <a:gd name="T24" fmla="*/ 1 w 246"/>
                <a:gd name="T25" fmla="*/ 3 h 425"/>
                <a:gd name="T26" fmla="*/ 1 w 246"/>
                <a:gd name="T27" fmla="*/ 3 h 425"/>
                <a:gd name="T28" fmla="*/ 1 w 246"/>
                <a:gd name="T29" fmla="*/ 3 h 425"/>
                <a:gd name="T30" fmla="*/ 2 w 246"/>
                <a:gd name="T31" fmla="*/ 3 h 425"/>
                <a:gd name="T32" fmla="*/ 2 w 246"/>
                <a:gd name="T33" fmla="*/ 3 h 425"/>
                <a:gd name="T34" fmla="*/ 2 w 246"/>
                <a:gd name="T35" fmla="*/ 3 h 425"/>
                <a:gd name="T36" fmla="*/ 2 w 246"/>
                <a:gd name="T37" fmla="*/ 3 h 425"/>
                <a:gd name="T38" fmla="*/ 2 w 246"/>
                <a:gd name="T39" fmla="*/ 3 h 425"/>
                <a:gd name="T40" fmla="*/ 2 w 246"/>
                <a:gd name="T41" fmla="*/ 3 h 425"/>
                <a:gd name="T42" fmla="*/ 1 w 246"/>
                <a:gd name="T43" fmla="*/ 3 h 425"/>
                <a:gd name="T44" fmla="*/ 1 w 246"/>
                <a:gd name="T45" fmla="*/ 3 h 425"/>
                <a:gd name="T46" fmla="*/ 1 w 246"/>
                <a:gd name="T47" fmla="*/ 3 h 425"/>
                <a:gd name="T48" fmla="*/ 1 w 246"/>
                <a:gd name="T49" fmla="*/ 3 h 425"/>
                <a:gd name="T50" fmla="*/ 1 w 246"/>
                <a:gd name="T51" fmla="*/ 3 h 425"/>
                <a:gd name="T52" fmla="*/ 1 w 246"/>
                <a:gd name="T53" fmla="*/ 2 h 425"/>
                <a:gd name="T54" fmla="*/ 1 w 246"/>
                <a:gd name="T55" fmla="*/ 2 h 425"/>
                <a:gd name="T56" fmla="*/ 0 w 246"/>
                <a:gd name="T57" fmla="*/ 2 h 425"/>
                <a:gd name="T58" fmla="*/ 0 w 246"/>
                <a:gd name="T59" fmla="*/ 2 h 425"/>
                <a:gd name="T60" fmla="*/ 0 w 246"/>
                <a:gd name="T61" fmla="*/ 1 h 425"/>
                <a:gd name="T62" fmla="*/ 0 w 246"/>
                <a:gd name="T63" fmla="*/ 1 h 425"/>
                <a:gd name="T64" fmla="*/ 0 w 246"/>
                <a:gd name="T65" fmla="*/ 1 h 425"/>
                <a:gd name="T66" fmla="*/ 0 w 246"/>
                <a:gd name="T67" fmla="*/ 0 h 425"/>
                <a:gd name="T68" fmla="*/ 0 w 246"/>
                <a:gd name="T69" fmla="*/ 0 h 425"/>
                <a:gd name="T70" fmla="*/ 0 w 246"/>
                <a:gd name="T71" fmla="*/ 0 h 425"/>
                <a:gd name="T72" fmla="*/ 0 w 246"/>
                <a:gd name="T73" fmla="*/ 0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5"/>
                <a:gd name="T113" fmla="*/ 246 w 246"/>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5">
                  <a:moveTo>
                    <a:pt x="0" y="0"/>
                  </a:moveTo>
                  <a:lnTo>
                    <a:pt x="0" y="0"/>
                  </a:lnTo>
                  <a:lnTo>
                    <a:pt x="2" y="43"/>
                  </a:lnTo>
                  <a:lnTo>
                    <a:pt x="5" y="86"/>
                  </a:lnTo>
                  <a:lnTo>
                    <a:pt x="11" y="126"/>
                  </a:lnTo>
                  <a:lnTo>
                    <a:pt x="19" y="163"/>
                  </a:lnTo>
                  <a:lnTo>
                    <a:pt x="30" y="202"/>
                  </a:lnTo>
                  <a:lnTo>
                    <a:pt x="41" y="236"/>
                  </a:lnTo>
                  <a:lnTo>
                    <a:pt x="55" y="269"/>
                  </a:lnTo>
                  <a:lnTo>
                    <a:pt x="73" y="299"/>
                  </a:lnTo>
                  <a:lnTo>
                    <a:pt x="89" y="326"/>
                  </a:lnTo>
                  <a:lnTo>
                    <a:pt x="108" y="351"/>
                  </a:lnTo>
                  <a:lnTo>
                    <a:pt x="128" y="373"/>
                  </a:lnTo>
                  <a:lnTo>
                    <a:pt x="150" y="391"/>
                  </a:lnTo>
                  <a:lnTo>
                    <a:pt x="171" y="406"/>
                  </a:lnTo>
                  <a:lnTo>
                    <a:pt x="196" y="417"/>
                  </a:lnTo>
                  <a:lnTo>
                    <a:pt x="221" y="422"/>
                  </a:lnTo>
                  <a:lnTo>
                    <a:pt x="246" y="425"/>
                  </a:lnTo>
                  <a:lnTo>
                    <a:pt x="246" y="413"/>
                  </a:lnTo>
                  <a:lnTo>
                    <a:pt x="223" y="411"/>
                  </a:lnTo>
                  <a:lnTo>
                    <a:pt x="201" y="405"/>
                  </a:lnTo>
                  <a:lnTo>
                    <a:pt x="178" y="394"/>
                  </a:lnTo>
                  <a:lnTo>
                    <a:pt x="157" y="381"/>
                  </a:lnTo>
                  <a:lnTo>
                    <a:pt x="137" y="364"/>
                  </a:lnTo>
                  <a:lnTo>
                    <a:pt x="117" y="344"/>
                  </a:lnTo>
                  <a:lnTo>
                    <a:pt x="99" y="319"/>
                  </a:lnTo>
                  <a:lnTo>
                    <a:pt x="82" y="292"/>
                  </a:lnTo>
                  <a:lnTo>
                    <a:pt x="67" y="264"/>
                  </a:lnTo>
                  <a:lnTo>
                    <a:pt x="53" y="231"/>
                  </a:lnTo>
                  <a:lnTo>
                    <a:pt x="41" y="197"/>
                  </a:lnTo>
                  <a:lnTo>
                    <a:pt x="31" y="161"/>
                  </a:lnTo>
                  <a:lnTo>
                    <a:pt x="23" y="123"/>
                  </a:lnTo>
                  <a:lnTo>
                    <a:pt x="17" y="84"/>
                  </a:lnTo>
                  <a:lnTo>
                    <a:pt x="13" y="4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2816" name="Freeform 74"/>
            <p:cNvSpPr>
              <a:spLocks/>
            </p:cNvSpPr>
            <p:nvPr/>
          </p:nvSpPr>
          <p:spPr bwMode="auto">
            <a:xfrm>
              <a:off x="1502" y="1751"/>
              <a:ext cx="50" cy="85"/>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2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1" y="2"/>
                  </a:lnTo>
                  <a:lnTo>
                    <a:pt x="196" y="8"/>
                  </a:lnTo>
                  <a:lnTo>
                    <a:pt x="171" y="19"/>
                  </a:lnTo>
                  <a:lnTo>
                    <a:pt x="150" y="34"/>
                  </a:lnTo>
                  <a:lnTo>
                    <a:pt x="128" y="52"/>
                  </a:lnTo>
                  <a:lnTo>
                    <a:pt x="108" y="74"/>
                  </a:lnTo>
                  <a:lnTo>
                    <a:pt x="89" y="98"/>
                  </a:lnTo>
                  <a:lnTo>
                    <a:pt x="73" y="125"/>
                  </a:lnTo>
                  <a:lnTo>
                    <a:pt x="55" y="156"/>
                  </a:lnTo>
                  <a:lnTo>
                    <a:pt x="41" y="189"/>
                  </a:lnTo>
                  <a:lnTo>
                    <a:pt x="30" y="223"/>
                  </a:lnTo>
                  <a:lnTo>
                    <a:pt x="19" y="261"/>
                  </a:lnTo>
                  <a:lnTo>
                    <a:pt x="11" y="299"/>
                  </a:lnTo>
                  <a:lnTo>
                    <a:pt x="5" y="339"/>
                  </a:lnTo>
                  <a:lnTo>
                    <a:pt x="2" y="382"/>
                  </a:lnTo>
                  <a:lnTo>
                    <a:pt x="0" y="424"/>
                  </a:lnTo>
                  <a:lnTo>
                    <a:pt x="12" y="424"/>
                  </a:lnTo>
                  <a:lnTo>
                    <a:pt x="13" y="382"/>
                  </a:lnTo>
                  <a:lnTo>
                    <a:pt x="17" y="341"/>
                  </a:lnTo>
                  <a:lnTo>
                    <a:pt x="23" y="301"/>
                  </a:lnTo>
                  <a:lnTo>
                    <a:pt x="31" y="264"/>
                  </a:lnTo>
                  <a:lnTo>
                    <a:pt x="41" y="227"/>
                  </a:lnTo>
                  <a:lnTo>
                    <a:pt x="53" y="193"/>
                  </a:lnTo>
                  <a:lnTo>
                    <a:pt x="67" y="161"/>
                  </a:lnTo>
                  <a:lnTo>
                    <a:pt x="82" y="132"/>
                  </a:lnTo>
                  <a:lnTo>
                    <a:pt x="99" y="105"/>
                  </a:lnTo>
                  <a:lnTo>
                    <a:pt x="117" y="81"/>
                  </a:lnTo>
                  <a:lnTo>
                    <a:pt x="137" y="61"/>
                  </a:lnTo>
                  <a:lnTo>
                    <a:pt x="157" y="43"/>
                  </a:lnTo>
                  <a:lnTo>
                    <a:pt x="178" y="30"/>
                  </a:lnTo>
                  <a:lnTo>
                    <a:pt x="201" y="20"/>
                  </a:lnTo>
                  <a:lnTo>
                    <a:pt x="223" y="14"/>
                  </a:lnTo>
                  <a:lnTo>
                    <a:pt x="246" y="12"/>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2817" name="Freeform 75"/>
            <p:cNvSpPr>
              <a:spLocks/>
            </p:cNvSpPr>
            <p:nvPr/>
          </p:nvSpPr>
          <p:spPr bwMode="auto">
            <a:xfrm>
              <a:off x="1565" y="2016"/>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0" y="339"/>
                  </a:lnTo>
                  <a:lnTo>
                    <a:pt x="234" y="299"/>
                  </a:lnTo>
                  <a:lnTo>
                    <a:pt x="226" y="261"/>
                  </a:lnTo>
                  <a:lnTo>
                    <a:pt x="216" y="223"/>
                  </a:lnTo>
                  <a:lnTo>
                    <a:pt x="204" y="189"/>
                  </a:lnTo>
                  <a:lnTo>
                    <a:pt x="190" y="156"/>
                  </a:lnTo>
                  <a:lnTo>
                    <a:pt x="174" y="125"/>
                  </a:lnTo>
                  <a:lnTo>
                    <a:pt x="156" y="98"/>
                  </a:lnTo>
                  <a:lnTo>
                    <a:pt x="138" y="74"/>
                  </a:lnTo>
                  <a:lnTo>
                    <a:pt x="118" y="51"/>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9" y="81"/>
                  </a:lnTo>
                  <a:lnTo>
                    <a:pt x="147" y="105"/>
                  </a:lnTo>
                  <a:lnTo>
                    <a:pt x="164" y="132"/>
                  </a:lnTo>
                  <a:lnTo>
                    <a:pt x="178" y="160"/>
                  </a:lnTo>
                  <a:lnTo>
                    <a:pt x="192" y="193"/>
                  </a:lnTo>
                  <a:lnTo>
                    <a:pt x="204" y="227"/>
                  </a:lnTo>
                  <a:lnTo>
                    <a:pt x="215" y="264"/>
                  </a:lnTo>
                  <a:lnTo>
                    <a:pt x="223" y="301"/>
                  </a:lnTo>
                  <a:lnTo>
                    <a:pt x="229"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2818" name="Freeform 76"/>
            <p:cNvSpPr>
              <a:spLocks/>
            </p:cNvSpPr>
            <p:nvPr/>
          </p:nvSpPr>
          <p:spPr bwMode="auto">
            <a:xfrm>
              <a:off x="1565" y="2101"/>
              <a:ext cx="49" cy="85"/>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6" y="423"/>
                  </a:lnTo>
                  <a:lnTo>
                    <a:pt x="51" y="418"/>
                  </a:lnTo>
                  <a:lnTo>
                    <a:pt x="74" y="407"/>
                  </a:lnTo>
                  <a:lnTo>
                    <a:pt x="96" y="392"/>
                  </a:lnTo>
                  <a:lnTo>
                    <a:pt x="118" y="373"/>
                  </a:lnTo>
                  <a:lnTo>
                    <a:pt x="138" y="351"/>
                  </a:lnTo>
                  <a:lnTo>
                    <a:pt x="156" y="327"/>
                  </a:lnTo>
                  <a:lnTo>
                    <a:pt x="175" y="299"/>
                  </a:lnTo>
                  <a:lnTo>
                    <a:pt x="190" y="269"/>
                  </a:lnTo>
                  <a:lnTo>
                    <a:pt x="204" y="236"/>
                  </a:lnTo>
                  <a:lnTo>
                    <a:pt x="216" y="202"/>
                  </a:lnTo>
                  <a:lnTo>
                    <a:pt x="226" y="164"/>
                  </a:lnTo>
                  <a:lnTo>
                    <a:pt x="234" y="126"/>
                  </a:lnTo>
                  <a:lnTo>
                    <a:pt x="240" y="86"/>
                  </a:lnTo>
                  <a:lnTo>
                    <a:pt x="244" y="42"/>
                  </a:lnTo>
                  <a:lnTo>
                    <a:pt x="245" y="0"/>
                  </a:lnTo>
                  <a:lnTo>
                    <a:pt x="233" y="0"/>
                  </a:lnTo>
                  <a:lnTo>
                    <a:pt x="232" y="42"/>
                  </a:lnTo>
                  <a:lnTo>
                    <a:pt x="229" y="83"/>
                  </a:lnTo>
                  <a:lnTo>
                    <a:pt x="223" y="123"/>
                  </a:lnTo>
                  <a:lnTo>
                    <a:pt x="215" y="162"/>
                  </a:lnTo>
                  <a:lnTo>
                    <a:pt x="204" y="197"/>
                  </a:lnTo>
                  <a:lnTo>
                    <a:pt x="192" y="231"/>
                  </a:lnTo>
                  <a:lnTo>
                    <a:pt x="178" y="264"/>
                  </a:lnTo>
                  <a:lnTo>
                    <a:pt x="163" y="292"/>
                  </a:lnTo>
                  <a:lnTo>
                    <a:pt x="147" y="320"/>
                  </a:lnTo>
                  <a:lnTo>
                    <a:pt x="129" y="344"/>
                  </a:lnTo>
                  <a:lnTo>
                    <a:pt x="109" y="364"/>
                  </a:lnTo>
                  <a:lnTo>
                    <a:pt x="89" y="382"/>
                  </a:lnTo>
                  <a:lnTo>
                    <a:pt x="67" y="395"/>
                  </a:lnTo>
                  <a:lnTo>
                    <a:pt x="46" y="406"/>
                  </a:lnTo>
                  <a:lnTo>
                    <a:pt x="24"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2819" name="Freeform 77"/>
            <p:cNvSpPr>
              <a:spLocks/>
            </p:cNvSpPr>
            <p:nvPr/>
          </p:nvSpPr>
          <p:spPr bwMode="auto">
            <a:xfrm>
              <a:off x="1516" y="2101"/>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5" y="86"/>
                  </a:lnTo>
                  <a:lnTo>
                    <a:pt x="11" y="126"/>
                  </a:lnTo>
                  <a:lnTo>
                    <a:pt x="19" y="164"/>
                  </a:lnTo>
                  <a:lnTo>
                    <a:pt x="30" y="202"/>
                  </a:lnTo>
                  <a:lnTo>
                    <a:pt x="41" y="236"/>
                  </a:lnTo>
                  <a:lnTo>
                    <a:pt x="55" y="269"/>
                  </a:lnTo>
                  <a:lnTo>
                    <a:pt x="71" y="299"/>
                  </a:lnTo>
                  <a:lnTo>
                    <a:pt x="89" y="327"/>
                  </a:lnTo>
                  <a:lnTo>
                    <a:pt x="107" y="351"/>
                  </a:lnTo>
                  <a:lnTo>
                    <a:pt x="127" y="373"/>
                  </a:lnTo>
                  <a:lnTo>
                    <a:pt x="149" y="392"/>
                  </a:lnTo>
                  <a:lnTo>
                    <a:pt x="171" y="407"/>
                  </a:lnTo>
                  <a:lnTo>
                    <a:pt x="195" y="418"/>
                  </a:lnTo>
                  <a:lnTo>
                    <a:pt x="219" y="423"/>
                  </a:lnTo>
                  <a:lnTo>
                    <a:pt x="245" y="426"/>
                  </a:lnTo>
                  <a:lnTo>
                    <a:pt x="245" y="414"/>
                  </a:lnTo>
                  <a:lnTo>
                    <a:pt x="222" y="412"/>
                  </a:lnTo>
                  <a:lnTo>
                    <a:pt x="199" y="406"/>
                  </a:lnTo>
                  <a:lnTo>
                    <a:pt x="178" y="395"/>
                  </a:lnTo>
                  <a:lnTo>
                    <a:pt x="156" y="382"/>
                  </a:lnTo>
                  <a:lnTo>
                    <a:pt x="136" y="364"/>
                  </a:lnTo>
                  <a:lnTo>
                    <a:pt x="116" y="344"/>
                  </a:lnTo>
                  <a:lnTo>
                    <a:pt x="99" y="320"/>
                  </a:lnTo>
                  <a:lnTo>
                    <a:pt x="82" y="292"/>
                  </a:lnTo>
                  <a:lnTo>
                    <a:pt x="67" y="264"/>
                  </a:lnTo>
                  <a:lnTo>
                    <a:pt x="53" y="231"/>
                  </a:lnTo>
                  <a:lnTo>
                    <a:pt x="41" y="197"/>
                  </a:lnTo>
                  <a:lnTo>
                    <a:pt x="31" y="162"/>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2820" name="Freeform 78"/>
            <p:cNvSpPr>
              <a:spLocks/>
            </p:cNvSpPr>
            <p:nvPr/>
          </p:nvSpPr>
          <p:spPr bwMode="auto">
            <a:xfrm>
              <a:off x="1516" y="2016"/>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5" y="8"/>
                  </a:lnTo>
                  <a:lnTo>
                    <a:pt x="171" y="19"/>
                  </a:lnTo>
                  <a:lnTo>
                    <a:pt x="149" y="34"/>
                  </a:lnTo>
                  <a:lnTo>
                    <a:pt x="127" y="51"/>
                  </a:lnTo>
                  <a:lnTo>
                    <a:pt x="107" y="74"/>
                  </a:lnTo>
                  <a:lnTo>
                    <a:pt x="89" y="98"/>
                  </a:lnTo>
                  <a:lnTo>
                    <a:pt x="72" y="125"/>
                  </a:lnTo>
                  <a:lnTo>
                    <a:pt x="55" y="156"/>
                  </a:lnTo>
                  <a:lnTo>
                    <a:pt x="41" y="189"/>
                  </a:lnTo>
                  <a:lnTo>
                    <a:pt x="30" y="223"/>
                  </a:lnTo>
                  <a:lnTo>
                    <a:pt x="19" y="261"/>
                  </a:lnTo>
                  <a:lnTo>
                    <a:pt x="11" y="299"/>
                  </a:lnTo>
                  <a:lnTo>
                    <a:pt x="5" y="339"/>
                  </a:lnTo>
                  <a:lnTo>
                    <a:pt x="1" y="382"/>
                  </a:lnTo>
                  <a:lnTo>
                    <a:pt x="0" y="424"/>
                  </a:lnTo>
                  <a:lnTo>
                    <a:pt x="12" y="424"/>
                  </a:lnTo>
                  <a:lnTo>
                    <a:pt x="13" y="382"/>
                  </a:lnTo>
                  <a:lnTo>
                    <a:pt x="17" y="341"/>
                  </a:lnTo>
                  <a:lnTo>
                    <a:pt x="23" y="301"/>
                  </a:lnTo>
                  <a:lnTo>
                    <a:pt x="31" y="264"/>
                  </a:lnTo>
                  <a:lnTo>
                    <a:pt x="41" y="227"/>
                  </a:lnTo>
                  <a:lnTo>
                    <a:pt x="53" y="193"/>
                  </a:lnTo>
                  <a:lnTo>
                    <a:pt x="67" y="160"/>
                  </a:lnTo>
                  <a:lnTo>
                    <a:pt x="81" y="132"/>
                  </a:lnTo>
                  <a:lnTo>
                    <a:pt x="99" y="105"/>
                  </a:lnTo>
                  <a:lnTo>
                    <a:pt x="116" y="81"/>
                  </a:lnTo>
                  <a:lnTo>
                    <a:pt x="136" y="61"/>
                  </a:lnTo>
                  <a:lnTo>
                    <a:pt x="156" y="43"/>
                  </a:lnTo>
                  <a:lnTo>
                    <a:pt x="178" y="30"/>
                  </a:lnTo>
                  <a:lnTo>
                    <a:pt x="199" y="20"/>
                  </a:lnTo>
                  <a:lnTo>
                    <a:pt x="222"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grpSp>
        <p:nvGrpSpPr>
          <p:cNvPr id="202762" name="Group 79"/>
          <p:cNvGrpSpPr>
            <a:grpSpLocks/>
          </p:cNvGrpSpPr>
          <p:nvPr/>
        </p:nvGrpSpPr>
        <p:grpSpPr bwMode="auto">
          <a:xfrm rot="-223274">
            <a:off x="1908175" y="2805113"/>
            <a:ext cx="744538" cy="733425"/>
            <a:chOff x="2757" y="1666"/>
            <a:chExt cx="812" cy="800"/>
          </a:xfrm>
        </p:grpSpPr>
        <p:sp>
          <p:nvSpPr>
            <p:cNvPr id="202764" name="Freeform 80"/>
            <p:cNvSpPr>
              <a:spLocks/>
            </p:cNvSpPr>
            <p:nvPr/>
          </p:nvSpPr>
          <p:spPr bwMode="auto">
            <a:xfrm>
              <a:off x="2762" y="1667"/>
              <a:ext cx="807" cy="584"/>
            </a:xfrm>
            <a:custGeom>
              <a:avLst/>
              <a:gdLst>
                <a:gd name="T0" fmla="*/ 497 w 807"/>
                <a:gd name="T1" fmla="*/ 583 h 584"/>
                <a:gd name="T2" fmla="*/ 0 w 807"/>
                <a:gd name="T3" fmla="*/ 452 h 584"/>
                <a:gd name="T4" fmla="*/ 337 w 807"/>
                <a:gd name="T5" fmla="*/ 0 h 584"/>
                <a:gd name="T6" fmla="*/ 806 w 807"/>
                <a:gd name="T7" fmla="*/ 98 h 584"/>
                <a:gd name="T8" fmla="*/ 497 w 807"/>
                <a:gd name="T9" fmla="*/ 583 h 584"/>
                <a:gd name="T10" fmla="*/ 0 60000 65536"/>
                <a:gd name="T11" fmla="*/ 0 60000 65536"/>
                <a:gd name="T12" fmla="*/ 0 60000 65536"/>
                <a:gd name="T13" fmla="*/ 0 60000 65536"/>
                <a:gd name="T14" fmla="*/ 0 60000 65536"/>
                <a:gd name="T15" fmla="*/ 0 w 807"/>
                <a:gd name="T16" fmla="*/ 0 h 584"/>
                <a:gd name="T17" fmla="*/ 807 w 807"/>
                <a:gd name="T18" fmla="*/ 584 h 584"/>
              </a:gdLst>
              <a:ahLst/>
              <a:cxnLst>
                <a:cxn ang="T10">
                  <a:pos x="T0" y="T1"/>
                </a:cxn>
                <a:cxn ang="T11">
                  <a:pos x="T2" y="T3"/>
                </a:cxn>
                <a:cxn ang="T12">
                  <a:pos x="T4" y="T5"/>
                </a:cxn>
                <a:cxn ang="T13">
                  <a:pos x="T6" y="T7"/>
                </a:cxn>
                <a:cxn ang="T14">
                  <a:pos x="T8" y="T9"/>
                </a:cxn>
              </a:cxnLst>
              <a:rect l="T15" t="T16" r="T17" b="T18"/>
              <a:pathLst>
                <a:path w="807" h="584">
                  <a:moveTo>
                    <a:pt x="497" y="583"/>
                  </a:moveTo>
                  <a:lnTo>
                    <a:pt x="0" y="452"/>
                  </a:lnTo>
                  <a:lnTo>
                    <a:pt x="337" y="0"/>
                  </a:lnTo>
                  <a:lnTo>
                    <a:pt x="806" y="98"/>
                  </a:lnTo>
                  <a:lnTo>
                    <a:pt x="497" y="583"/>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202765" name="Freeform 81"/>
            <p:cNvSpPr>
              <a:spLocks/>
            </p:cNvSpPr>
            <p:nvPr/>
          </p:nvSpPr>
          <p:spPr bwMode="auto">
            <a:xfrm>
              <a:off x="2882" y="1861"/>
              <a:ext cx="578" cy="384"/>
            </a:xfrm>
            <a:custGeom>
              <a:avLst/>
              <a:gdLst>
                <a:gd name="T0" fmla="*/ 377 w 578"/>
                <a:gd name="T1" fmla="*/ 383 h 384"/>
                <a:gd name="T2" fmla="*/ 0 w 578"/>
                <a:gd name="T3" fmla="*/ 291 h 384"/>
                <a:gd name="T4" fmla="*/ 217 w 578"/>
                <a:gd name="T5" fmla="*/ 0 h 384"/>
                <a:gd name="T6" fmla="*/ 577 w 578"/>
                <a:gd name="T7" fmla="*/ 74 h 384"/>
                <a:gd name="T8" fmla="*/ 377 w 578"/>
                <a:gd name="T9" fmla="*/ 383 h 384"/>
                <a:gd name="T10" fmla="*/ 0 60000 65536"/>
                <a:gd name="T11" fmla="*/ 0 60000 65536"/>
                <a:gd name="T12" fmla="*/ 0 60000 65536"/>
                <a:gd name="T13" fmla="*/ 0 60000 65536"/>
                <a:gd name="T14" fmla="*/ 0 60000 65536"/>
                <a:gd name="T15" fmla="*/ 0 w 578"/>
                <a:gd name="T16" fmla="*/ 0 h 384"/>
                <a:gd name="T17" fmla="*/ 578 w 578"/>
                <a:gd name="T18" fmla="*/ 384 h 384"/>
              </a:gdLst>
              <a:ahLst/>
              <a:cxnLst>
                <a:cxn ang="T10">
                  <a:pos x="T0" y="T1"/>
                </a:cxn>
                <a:cxn ang="T11">
                  <a:pos x="T2" y="T3"/>
                </a:cxn>
                <a:cxn ang="T12">
                  <a:pos x="T4" y="T5"/>
                </a:cxn>
                <a:cxn ang="T13">
                  <a:pos x="T6" y="T7"/>
                </a:cxn>
                <a:cxn ang="T14">
                  <a:pos x="T8" y="T9"/>
                </a:cxn>
              </a:cxnLst>
              <a:rect l="T15" t="T16" r="T17" b="T18"/>
              <a:pathLst>
                <a:path w="578" h="384">
                  <a:moveTo>
                    <a:pt x="377" y="383"/>
                  </a:moveTo>
                  <a:lnTo>
                    <a:pt x="0" y="291"/>
                  </a:lnTo>
                  <a:lnTo>
                    <a:pt x="217" y="0"/>
                  </a:lnTo>
                  <a:lnTo>
                    <a:pt x="577" y="74"/>
                  </a:lnTo>
                  <a:lnTo>
                    <a:pt x="377" y="383"/>
                  </a:lnTo>
                </a:path>
              </a:pathLst>
            </a:custGeom>
            <a:solidFill>
              <a:srgbClr val="E22B00"/>
            </a:solidFill>
            <a:ln>
              <a:noFill/>
            </a:ln>
            <a:extLst>
              <a:ext uri="{91240B29-F687-4F45-9708-019B960494DF}">
                <a14:hiddenLine xmlns:a14="http://schemas.microsoft.com/office/drawing/2010/main" w="12700" cap="rnd" cmpd="sng">
                  <a:solidFill>
                    <a:srgbClr val="000000"/>
                  </a:solidFill>
                  <a:prstDash val="solid"/>
                  <a:round/>
                  <a:headEnd type="none" w="med" len="med"/>
                  <a:tailEnd type="none" w="med" len="med"/>
                </a14:hiddenLine>
              </a:ext>
            </a:extLst>
          </p:spPr>
          <p:txBody>
            <a:bodyPr/>
            <a:lstStyle/>
            <a:p>
              <a:endParaRPr lang="fr-FR"/>
            </a:p>
          </p:txBody>
        </p:sp>
        <p:sp>
          <p:nvSpPr>
            <p:cNvPr id="202766" name="Line 82"/>
            <p:cNvSpPr>
              <a:spLocks noChangeShapeType="1"/>
            </p:cNvSpPr>
            <p:nvPr/>
          </p:nvSpPr>
          <p:spPr bwMode="auto">
            <a:xfrm>
              <a:off x="3102" y="1862"/>
              <a:ext cx="352" cy="7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fr-FR"/>
            </a:p>
          </p:txBody>
        </p:sp>
        <p:sp>
          <p:nvSpPr>
            <p:cNvPr id="202767" name="Freeform 83"/>
            <p:cNvSpPr>
              <a:spLocks/>
            </p:cNvSpPr>
            <p:nvPr/>
          </p:nvSpPr>
          <p:spPr bwMode="auto">
            <a:xfrm>
              <a:off x="2762" y="1666"/>
              <a:ext cx="337" cy="485"/>
            </a:xfrm>
            <a:custGeom>
              <a:avLst/>
              <a:gdLst>
                <a:gd name="T0" fmla="*/ 336 w 337"/>
                <a:gd name="T1" fmla="*/ 194 h 485"/>
                <a:gd name="T2" fmla="*/ 118 w 337"/>
                <a:gd name="T3" fmla="*/ 484 h 485"/>
                <a:gd name="T4" fmla="*/ 0 w 337"/>
                <a:gd name="T5" fmla="*/ 452 h 485"/>
                <a:gd name="T6" fmla="*/ 336 w 337"/>
                <a:gd name="T7" fmla="*/ 0 h 485"/>
                <a:gd name="T8" fmla="*/ 336 w 337"/>
                <a:gd name="T9" fmla="*/ 152 h 485"/>
                <a:gd name="T10" fmla="*/ 336 w 337"/>
                <a:gd name="T11" fmla="*/ 194 h 485"/>
                <a:gd name="T12" fmla="*/ 0 60000 65536"/>
                <a:gd name="T13" fmla="*/ 0 60000 65536"/>
                <a:gd name="T14" fmla="*/ 0 60000 65536"/>
                <a:gd name="T15" fmla="*/ 0 60000 65536"/>
                <a:gd name="T16" fmla="*/ 0 60000 65536"/>
                <a:gd name="T17" fmla="*/ 0 60000 65536"/>
                <a:gd name="T18" fmla="*/ 0 w 337"/>
                <a:gd name="T19" fmla="*/ 0 h 485"/>
                <a:gd name="T20" fmla="*/ 337 w 337"/>
                <a:gd name="T21" fmla="*/ 485 h 485"/>
              </a:gdLst>
              <a:ahLst/>
              <a:cxnLst>
                <a:cxn ang="T12">
                  <a:pos x="T0" y="T1"/>
                </a:cxn>
                <a:cxn ang="T13">
                  <a:pos x="T2" y="T3"/>
                </a:cxn>
                <a:cxn ang="T14">
                  <a:pos x="T4" y="T5"/>
                </a:cxn>
                <a:cxn ang="T15">
                  <a:pos x="T6" y="T7"/>
                </a:cxn>
                <a:cxn ang="T16">
                  <a:pos x="T8" y="T9"/>
                </a:cxn>
                <a:cxn ang="T17">
                  <a:pos x="T10" y="T11"/>
                </a:cxn>
              </a:cxnLst>
              <a:rect l="T18" t="T19" r="T20" b="T21"/>
              <a:pathLst>
                <a:path w="337" h="485">
                  <a:moveTo>
                    <a:pt x="336" y="194"/>
                  </a:moveTo>
                  <a:lnTo>
                    <a:pt x="118" y="484"/>
                  </a:lnTo>
                  <a:lnTo>
                    <a:pt x="0" y="452"/>
                  </a:lnTo>
                  <a:lnTo>
                    <a:pt x="336" y="0"/>
                  </a:lnTo>
                  <a:lnTo>
                    <a:pt x="336" y="152"/>
                  </a:lnTo>
                  <a:lnTo>
                    <a:pt x="336" y="194"/>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202768" name="Freeform 84"/>
            <p:cNvSpPr>
              <a:spLocks/>
            </p:cNvSpPr>
            <p:nvPr/>
          </p:nvSpPr>
          <p:spPr bwMode="auto">
            <a:xfrm>
              <a:off x="2757" y="2124"/>
              <a:ext cx="509" cy="339"/>
            </a:xfrm>
            <a:custGeom>
              <a:avLst/>
              <a:gdLst>
                <a:gd name="T0" fmla="*/ 0 w 506"/>
                <a:gd name="T1" fmla="*/ 0 h 345"/>
                <a:gd name="T2" fmla="*/ 1 w 506"/>
                <a:gd name="T3" fmla="*/ 198 h 345"/>
                <a:gd name="T4" fmla="*/ 514 w 506"/>
                <a:gd name="T5" fmla="*/ 326 h 345"/>
                <a:gd name="T6" fmla="*/ 513 w 506"/>
                <a:gd name="T7" fmla="*/ 124 h 345"/>
                <a:gd name="T8" fmla="*/ 0 60000 65536"/>
                <a:gd name="T9" fmla="*/ 0 60000 65536"/>
                <a:gd name="T10" fmla="*/ 0 60000 65536"/>
                <a:gd name="T11" fmla="*/ 0 60000 65536"/>
                <a:gd name="T12" fmla="*/ 0 w 506"/>
                <a:gd name="T13" fmla="*/ 0 h 345"/>
                <a:gd name="T14" fmla="*/ 506 w 506"/>
                <a:gd name="T15" fmla="*/ 345 h 345"/>
              </a:gdLst>
              <a:ahLst/>
              <a:cxnLst>
                <a:cxn ang="T8">
                  <a:pos x="T0" y="T1"/>
                </a:cxn>
                <a:cxn ang="T9">
                  <a:pos x="T2" y="T3"/>
                </a:cxn>
                <a:cxn ang="T10">
                  <a:pos x="T4" y="T5"/>
                </a:cxn>
                <a:cxn ang="T11">
                  <a:pos x="T6" y="T7"/>
                </a:cxn>
              </a:cxnLst>
              <a:rect l="T12" t="T13" r="T14" b="T15"/>
              <a:pathLst>
                <a:path w="506" h="345">
                  <a:moveTo>
                    <a:pt x="0" y="0"/>
                  </a:moveTo>
                  <a:lnTo>
                    <a:pt x="1" y="209"/>
                  </a:lnTo>
                  <a:lnTo>
                    <a:pt x="505" y="344"/>
                  </a:lnTo>
                  <a:lnTo>
                    <a:pt x="504" y="130"/>
                  </a:lnTo>
                </a:path>
              </a:pathLst>
            </a:custGeom>
            <a:solidFill>
              <a:srgbClr val="FC2C1C"/>
            </a:solidFill>
            <a:ln w="12700" cap="rnd" cmpd="sng">
              <a:solidFill>
                <a:schemeClr val="bg2"/>
              </a:solidFill>
              <a:prstDash val="solid"/>
              <a:round/>
              <a:headEnd type="none" w="med" len="med"/>
              <a:tailEnd type="none" w="med" len="med"/>
            </a:ln>
          </p:spPr>
          <p:txBody>
            <a:bodyPr/>
            <a:lstStyle/>
            <a:p>
              <a:endParaRPr lang="fr-FR"/>
            </a:p>
          </p:txBody>
        </p:sp>
        <p:sp>
          <p:nvSpPr>
            <p:cNvPr id="202769" name="AutoShape 85"/>
            <p:cNvSpPr>
              <a:spLocks noChangeArrowheads="1"/>
            </p:cNvSpPr>
            <p:nvPr/>
          </p:nvSpPr>
          <p:spPr bwMode="auto">
            <a:xfrm rot="16200000" flipH="1">
              <a:off x="3067" y="1967"/>
              <a:ext cx="693" cy="306"/>
            </a:xfrm>
            <a:prstGeom prst="parallelogram">
              <a:avLst>
                <a:gd name="adj" fmla="val 156202"/>
              </a:avLst>
            </a:prstGeom>
            <a:solidFill>
              <a:srgbClr val="FC2C1C"/>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sp>
        <p:nvSpPr>
          <p:cNvPr id="202763" name="Text Box 86"/>
          <p:cNvSpPr txBox="1">
            <a:spLocks noChangeArrowheads="1"/>
          </p:cNvSpPr>
          <p:nvPr/>
        </p:nvSpPr>
        <p:spPr bwMode="auto">
          <a:xfrm>
            <a:off x="604838" y="5364163"/>
            <a:ext cx="6543675" cy="4429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eaLnBrk="1" hangingPunct="1">
              <a:spcBef>
                <a:spcPct val="0"/>
              </a:spcBef>
              <a:buFontTx/>
              <a:buNone/>
            </a:pPr>
            <a:r>
              <a:rPr lang="fr-FR" altLang="fr-FR" sz="2300"/>
              <a:t>4. Pointez la production sur votre feuille de suivi</a:t>
            </a:r>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03779" name="Group 3"/>
          <p:cNvGrpSpPr>
            <a:grpSpLocks/>
          </p:cNvGrpSpPr>
          <p:nvPr/>
        </p:nvGrpSpPr>
        <p:grpSpPr bwMode="auto">
          <a:xfrm>
            <a:off x="7073900" y="215900"/>
            <a:ext cx="1878013" cy="1250950"/>
            <a:chOff x="4456" y="136"/>
            <a:chExt cx="1183" cy="788"/>
          </a:xfrm>
        </p:grpSpPr>
        <p:grpSp>
          <p:nvGrpSpPr>
            <p:cNvPr id="203845" name="Group 4"/>
            <p:cNvGrpSpPr>
              <a:grpSpLocks/>
            </p:cNvGrpSpPr>
            <p:nvPr/>
          </p:nvGrpSpPr>
          <p:grpSpPr bwMode="auto">
            <a:xfrm>
              <a:off x="4766" y="232"/>
              <a:ext cx="873" cy="692"/>
              <a:chOff x="2185" y="310"/>
              <a:chExt cx="873" cy="692"/>
            </a:xfrm>
          </p:grpSpPr>
          <p:sp>
            <p:nvSpPr>
              <p:cNvPr id="203856" name="Freeform 5"/>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accent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3857" name="Freeform 6"/>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3858" name="Freeform 7"/>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3859" name="Freeform 8"/>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3860" name="Freeform 9"/>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3861" name="Freeform 10"/>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3862" name="Freeform 11"/>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grpSp>
          <p:nvGrpSpPr>
            <p:cNvPr id="203846" name="Group 12"/>
            <p:cNvGrpSpPr>
              <a:grpSpLocks/>
            </p:cNvGrpSpPr>
            <p:nvPr/>
          </p:nvGrpSpPr>
          <p:grpSpPr bwMode="auto">
            <a:xfrm>
              <a:off x="4949" y="336"/>
              <a:ext cx="591" cy="468"/>
              <a:chOff x="2185" y="310"/>
              <a:chExt cx="873" cy="692"/>
            </a:xfrm>
          </p:grpSpPr>
          <p:sp>
            <p:nvSpPr>
              <p:cNvPr id="203849" name="Freeform 13"/>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3850" name="Freeform 14"/>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3851" name="Freeform 15"/>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3852" name="Freeform 16"/>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3853" name="Freeform 17"/>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3854" name="Freeform 18"/>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3855" name="Freeform 19"/>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pic>
          <p:nvPicPr>
            <p:cNvPr id="203847" name="Picture 20"/>
            <p:cNvPicPr>
              <a:picLocks noChangeAspect="1" noChangeArrowheads="1"/>
            </p:cNvPicPr>
            <p:nvPr/>
          </p:nvPicPr>
          <p:blipFill>
            <a:blip r:embed="rId3" cstate="print">
              <a:extLst>
                <a:ext uri="{28A0092B-C50C-407E-A947-70E740481C1C}">
                  <a14:useLocalDpi xmlns:a14="http://schemas.microsoft.com/office/drawing/2010/main" val="0"/>
                </a:ext>
              </a:extLst>
            </a:blip>
            <a:srcRect l="-4282" t="-4369" r="-5199" b="-12012"/>
            <a:stretch>
              <a:fillRect/>
            </a:stretch>
          </p:blipFill>
          <p:spPr bwMode="auto">
            <a:xfrm>
              <a:off x="4456" y="136"/>
              <a:ext cx="480" cy="5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03848" name="Text Box 21"/>
            <p:cNvSpPr txBox="1">
              <a:spLocks noChangeArrowheads="1"/>
            </p:cNvSpPr>
            <p:nvPr/>
          </p:nvSpPr>
          <p:spPr bwMode="auto">
            <a:xfrm>
              <a:off x="4946" y="314"/>
              <a:ext cx="596" cy="49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4500" b="1">
                  <a:solidFill>
                    <a:srgbClr val="FF0000"/>
                  </a:solidFill>
                  <a:latin typeface="Arial Black" pitchFamily="34" charset="0"/>
                </a:rPr>
                <a:t>23</a:t>
              </a:r>
              <a:endParaRPr lang="fr-FR" altLang="fr-FR" sz="3200">
                <a:solidFill>
                  <a:schemeClr val="tx1"/>
                </a:solidFill>
                <a:latin typeface="Arial Black" pitchFamily="34" charset="0"/>
              </a:endParaRPr>
            </a:p>
          </p:txBody>
        </p:sp>
      </p:grpSp>
      <p:sp>
        <p:nvSpPr>
          <p:cNvPr id="203780" name="Text Box 22"/>
          <p:cNvSpPr txBox="1">
            <a:spLocks noChangeArrowheads="1"/>
          </p:cNvSpPr>
          <p:nvPr/>
        </p:nvSpPr>
        <p:spPr bwMode="auto">
          <a:xfrm>
            <a:off x="1793875" y="3579813"/>
            <a:ext cx="828675"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a:spcBef>
                <a:spcPct val="0"/>
              </a:spcBef>
              <a:buFontTx/>
              <a:buNone/>
            </a:pPr>
            <a:r>
              <a:rPr lang="fr-FR" altLang="fr-FR" sz="2400">
                <a:solidFill>
                  <a:srgbClr val="FC2C1C"/>
                </a:solidFill>
              </a:rPr>
              <a:t>1 R4</a:t>
            </a:r>
          </a:p>
        </p:txBody>
      </p:sp>
      <p:sp>
        <p:nvSpPr>
          <p:cNvPr id="203781" name="Rectangle 23"/>
          <p:cNvSpPr>
            <a:spLocks noGrp="1" noChangeArrowheads="1"/>
          </p:cNvSpPr>
          <p:nvPr>
            <p:ph type="title"/>
          </p:nvPr>
        </p:nvSpPr>
        <p:spPr>
          <a:xfrm>
            <a:off x="858838" y="0"/>
            <a:ext cx="6038850" cy="647700"/>
          </a:xfrm>
        </p:spPr>
        <p:txBody>
          <a:bodyPr/>
          <a:lstStyle/>
          <a:p>
            <a:pPr eaLnBrk="1" hangingPunct="1"/>
            <a:r>
              <a:rPr lang="fr-FR" altLang="fr-FR"/>
              <a:t>Sem. 4 - Mercredi</a:t>
            </a:r>
          </a:p>
        </p:txBody>
      </p:sp>
      <p:sp>
        <p:nvSpPr>
          <p:cNvPr id="203782" name="Text Box 24"/>
          <p:cNvSpPr txBox="1">
            <a:spLocks noChangeArrowheads="1"/>
          </p:cNvSpPr>
          <p:nvPr/>
        </p:nvSpPr>
        <p:spPr bwMode="auto">
          <a:xfrm>
            <a:off x="574675" y="2030413"/>
            <a:ext cx="3557588"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2. Livrez les commandes</a:t>
            </a:r>
          </a:p>
        </p:txBody>
      </p:sp>
      <p:sp>
        <p:nvSpPr>
          <p:cNvPr id="203783" name="Text Box 25"/>
          <p:cNvSpPr txBox="1">
            <a:spLocks noChangeArrowheads="1"/>
          </p:cNvSpPr>
          <p:nvPr/>
        </p:nvSpPr>
        <p:spPr bwMode="auto">
          <a:xfrm>
            <a:off x="566738" y="1154113"/>
            <a:ext cx="1946275"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1. Tirez le dé</a:t>
            </a:r>
          </a:p>
        </p:txBody>
      </p:sp>
      <p:sp>
        <p:nvSpPr>
          <p:cNvPr id="203784" name="Text Box 26"/>
          <p:cNvSpPr txBox="1">
            <a:spLocks noChangeArrowheads="1"/>
          </p:cNvSpPr>
          <p:nvPr/>
        </p:nvSpPr>
        <p:spPr bwMode="auto">
          <a:xfrm>
            <a:off x="579438" y="4316413"/>
            <a:ext cx="18796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3. Produisez</a:t>
            </a:r>
          </a:p>
        </p:txBody>
      </p:sp>
      <p:grpSp>
        <p:nvGrpSpPr>
          <p:cNvPr id="203785" name="Group 27"/>
          <p:cNvGrpSpPr>
            <a:grpSpLocks/>
          </p:cNvGrpSpPr>
          <p:nvPr/>
        </p:nvGrpSpPr>
        <p:grpSpPr bwMode="auto">
          <a:xfrm>
            <a:off x="2843213" y="1106488"/>
            <a:ext cx="446087" cy="534987"/>
            <a:chOff x="868" y="1439"/>
            <a:chExt cx="811" cy="972"/>
          </a:xfrm>
        </p:grpSpPr>
        <p:sp>
          <p:nvSpPr>
            <p:cNvPr id="203794" name="Freeform 28"/>
            <p:cNvSpPr>
              <a:spLocks/>
            </p:cNvSpPr>
            <p:nvPr/>
          </p:nvSpPr>
          <p:spPr bwMode="auto">
            <a:xfrm>
              <a:off x="1548" y="2014"/>
              <a:ext cx="123" cy="100"/>
            </a:xfrm>
            <a:custGeom>
              <a:avLst/>
              <a:gdLst>
                <a:gd name="T0" fmla="*/ 5 w 618"/>
                <a:gd name="T1" fmla="*/ 0 h 502"/>
                <a:gd name="T2" fmla="*/ 5 w 618"/>
                <a:gd name="T3" fmla="*/ 0 h 502"/>
                <a:gd name="T4" fmla="*/ 0 w 618"/>
                <a:gd name="T5" fmla="*/ 4 h 502"/>
                <a:gd name="T6" fmla="*/ 0 w 618"/>
                <a:gd name="T7" fmla="*/ 4 h 502"/>
                <a:gd name="T8" fmla="*/ 5 w 618"/>
                <a:gd name="T9" fmla="*/ 0 h 502"/>
                <a:gd name="T10" fmla="*/ 5 w 618"/>
                <a:gd name="T11" fmla="*/ 0 h 502"/>
                <a:gd name="T12" fmla="*/ 5 w 618"/>
                <a:gd name="T13" fmla="*/ 0 h 502"/>
                <a:gd name="T14" fmla="*/ 5 w 618"/>
                <a:gd name="T15" fmla="*/ 0 h 502"/>
                <a:gd name="T16" fmla="*/ 5 w 618"/>
                <a:gd name="T17" fmla="*/ 0 h 502"/>
                <a:gd name="T18" fmla="*/ 5 w 618"/>
                <a:gd name="T19" fmla="*/ 0 h 502"/>
                <a:gd name="T20" fmla="*/ 5 w 618"/>
                <a:gd name="T21" fmla="*/ 0 h 502"/>
                <a:gd name="T22" fmla="*/ 5 w 618"/>
                <a:gd name="T23" fmla="*/ 0 h 502"/>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618"/>
                <a:gd name="T37" fmla="*/ 0 h 502"/>
                <a:gd name="T38" fmla="*/ 618 w 618"/>
                <a:gd name="T39" fmla="*/ 502 h 502"/>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618" h="502">
                  <a:moveTo>
                    <a:pt x="611" y="0"/>
                  </a:moveTo>
                  <a:lnTo>
                    <a:pt x="606" y="2"/>
                  </a:lnTo>
                  <a:lnTo>
                    <a:pt x="0" y="490"/>
                  </a:lnTo>
                  <a:lnTo>
                    <a:pt x="10" y="502"/>
                  </a:lnTo>
                  <a:lnTo>
                    <a:pt x="616" y="14"/>
                  </a:lnTo>
                  <a:lnTo>
                    <a:pt x="611" y="16"/>
                  </a:lnTo>
                  <a:lnTo>
                    <a:pt x="616" y="14"/>
                  </a:lnTo>
                  <a:lnTo>
                    <a:pt x="618" y="9"/>
                  </a:lnTo>
                  <a:lnTo>
                    <a:pt x="617" y="3"/>
                  </a:lnTo>
                  <a:lnTo>
                    <a:pt x="612" y="1"/>
                  </a:lnTo>
                  <a:lnTo>
                    <a:pt x="606" y="2"/>
                  </a:lnTo>
                  <a:lnTo>
                    <a:pt x="611"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3795" name="Freeform 29"/>
            <p:cNvSpPr>
              <a:spLocks/>
            </p:cNvSpPr>
            <p:nvPr/>
          </p:nvSpPr>
          <p:spPr bwMode="auto">
            <a:xfrm>
              <a:off x="876" y="1852"/>
              <a:ext cx="82" cy="373"/>
            </a:xfrm>
            <a:custGeom>
              <a:avLst/>
              <a:gdLst>
                <a:gd name="T0" fmla="*/ 3 w 413"/>
                <a:gd name="T1" fmla="*/ 15 h 1865"/>
                <a:gd name="T2" fmla="*/ 3 w 413"/>
                <a:gd name="T3" fmla="*/ 15 h 1865"/>
                <a:gd name="T4" fmla="*/ 0 w 413"/>
                <a:gd name="T5" fmla="*/ 0 h 1865"/>
                <a:gd name="T6" fmla="*/ 0 w 413"/>
                <a:gd name="T7" fmla="*/ 0 h 1865"/>
                <a:gd name="T8" fmla="*/ 3 w 413"/>
                <a:gd name="T9" fmla="*/ 15 h 1865"/>
                <a:gd name="T10" fmla="*/ 3 w 413"/>
                <a:gd name="T11" fmla="*/ 15 h 1865"/>
                <a:gd name="T12" fmla="*/ 3 w 413"/>
                <a:gd name="T13" fmla="*/ 15 h 1865"/>
                <a:gd name="T14" fmla="*/ 3 w 413"/>
                <a:gd name="T15" fmla="*/ 15 h 1865"/>
                <a:gd name="T16" fmla="*/ 3 w 413"/>
                <a:gd name="T17" fmla="*/ 15 h 1865"/>
                <a:gd name="T18" fmla="*/ 3 w 413"/>
                <a:gd name="T19" fmla="*/ 15 h 1865"/>
                <a:gd name="T20" fmla="*/ 3 w 413"/>
                <a:gd name="T21" fmla="*/ 15 h 1865"/>
                <a:gd name="T22" fmla="*/ 3 w 413"/>
                <a:gd name="T23" fmla="*/ 15 h 186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413"/>
                <a:gd name="T37" fmla="*/ 0 h 1865"/>
                <a:gd name="T38" fmla="*/ 413 w 413"/>
                <a:gd name="T39" fmla="*/ 1865 h 1865"/>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413" h="1865">
                  <a:moveTo>
                    <a:pt x="400" y="1864"/>
                  </a:moveTo>
                  <a:lnTo>
                    <a:pt x="413" y="1856"/>
                  </a:lnTo>
                  <a:lnTo>
                    <a:pt x="17" y="0"/>
                  </a:lnTo>
                  <a:lnTo>
                    <a:pt x="0" y="2"/>
                  </a:lnTo>
                  <a:lnTo>
                    <a:pt x="396" y="1858"/>
                  </a:lnTo>
                  <a:lnTo>
                    <a:pt x="409" y="1850"/>
                  </a:lnTo>
                  <a:lnTo>
                    <a:pt x="396" y="1858"/>
                  </a:lnTo>
                  <a:lnTo>
                    <a:pt x="400" y="1864"/>
                  </a:lnTo>
                  <a:lnTo>
                    <a:pt x="406" y="1865"/>
                  </a:lnTo>
                  <a:lnTo>
                    <a:pt x="410" y="1862"/>
                  </a:lnTo>
                  <a:lnTo>
                    <a:pt x="413" y="1856"/>
                  </a:lnTo>
                  <a:lnTo>
                    <a:pt x="400" y="186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3796" name="Freeform 30"/>
            <p:cNvSpPr>
              <a:spLocks/>
            </p:cNvSpPr>
            <p:nvPr/>
          </p:nvSpPr>
          <p:spPr bwMode="auto">
            <a:xfrm>
              <a:off x="1282" y="1533"/>
              <a:ext cx="35" cy="161"/>
            </a:xfrm>
            <a:custGeom>
              <a:avLst/>
              <a:gdLst>
                <a:gd name="T0" fmla="*/ 1 w 175"/>
                <a:gd name="T1" fmla="*/ 6 h 807"/>
                <a:gd name="T2" fmla="*/ 1 w 175"/>
                <a:gd name="T3" fmla="*/ 6 h 807"/>
                <a:gd name="T4" fmla="*/ 1 w 175"/>
                <a:gd name="T5" fmla="*/ 6 h 807"/>
                <a:gd name="T6" fmla="*/ 1 w 175"/>
                <a:gd name="T7" fmla="*/ 5 h 807"/>
                <a:gd name="T8" fmla="*/ 1 w 175"/>
                <a:gd name="T9" fmla="*/ 5 h 807"/>
                <a:gd name="T10" fmla="*/ 1 w 175"/>
                <a:gd name="T11" fmla="*/ 5 h 807"/>
                <a:gd name="T12" fmla="*/ 1 w 175"/>
                <a:gd name="T13" fmla="*/ 4 h 807"/>
                <a:gd name="T14" fmla="*/ 1 w 175"/>
                <a:gd name="T15" fmla="*/ 4 h 807"/>
                <a:gd name="T16" fmla="*/ 1 w 175"/>
                <a:gd name="T17" fmla="*/ 3 h 807"/>
                <a:gd name="T18" fmla="*/ 1 w 175"/>
                <a:gd name="T19" fmla="*/ 3 h 807"/>
                <a:gd name="T20" fmla="*/ 1 w 175"/>
                <a:gd name="T21" fmla="*/ 3 h 807"/>
                <a:gd name="T22" fmla="*/ 1 w 175"/>
                <a:gd name="T23" fmla="*/ 2 h 807"/>
                <a:gd name="T24" fmla="*/ 1 w 175"/>
                <a:gd name="T25" fmla="*/ 2 h 807"/>
                <a:gd name="T26" fmla="*/ 1 w 175"/>
                <a:gd name="T27" fmla="*/ 2 h 807"/>
                <a:gd name="T28" fmla="*/ 1 w 175"/>
                <a:gd name="T29" fmla="*/ 1 h 807"/>
                <a:gd name="T30" fmla="*/ 1 w 175"/>
                <a:gd name="T31" fmla="*/ 1 h 807"/>
                <a:gd name="T32" fmla="*/ 1 w 175"/>
                <a:gd name="T33" fmla="*/ 1 h 807"/>
                <a:gd name="T34" fmla="*/ 1 w 175"/>
                <a:gd name="T35" fmla="*/ 0 h 807"/>
                <a:gd name="T36" fmla="*/ 1 w 175"/>
                <a:gd name="T37" fmla="*/ 0 h 807"/>
                <a:gd name="T38" fmla="*/ 1 w 175"/>
                <a:gd name="T39" fmla="*/ 0 h 807"/>
                <a:gd name="T40" fmla="*/ 0 w 175"/>
                <a:gd name="T41" fmla="*/ 1 h 807"/>
                <a:gd name="T42" fmla="*/ 0 w 175"/>
                <a:gd name="T43" fmla="*/ 1 h 807"/>
                <a:gd name="T44" fmla="*/ 0 w 175"/>
                <a:gd name="T45" fmla="*/ 1 h 807"/>
                <a:gd name="T46" fmla="*/ 0 w 175"/>
                <a:gd name="T47" fmla="*/ 2 h 807"/>
                <a:gd name="T48" fmla="*/ 0 w 175"/>
                <a:gd name="T49" fmla="*/ 2 h 807"/>
                <a:gd name="T50" fmla="*/ 0 w 175"/>
                <a:gd name="T51" fmla="*/ 3 h 807"/>
                <a:gd name="T52" fmla="*/ 0 w 175"/>
                <a:gd name="T53" fmla="*/ 3 h 807"/>
                <a:gd name="T54" fmla="*/ 0 w 175"/>
                <a:gd name="T55" fmla="*/ 3 h 807"/>
                <a:gd name="T56" fmla="*/ 0 w 175"/>
                <a:gd name="T57" fmla="*/ 4 h 807"/>
                <a:gd name="T58" fmla="*/ 0 w 175"/>
                <a:gd name="T59" fmla="*/ 4 h 807"/>
                <a:gd name="T60" fmla="*/ 0 w 175"/>
                <a:gd name="T61" fmla="*/ 5 h 807"/>
                <a:gd name="T62" fmla="*/ 0 w 175"/>
                <a:gd name="T63" fmla="*/ 5 h 807"/>
                <a:gd name="T64" fmla="*/ 0 w 175"/>
                <a:gd name="T65" fmla="*/ 5 h 807"/>
                <a:gd name="T66" fmla="*/ 1 w 175"/>
                <a:gd name="T67" fmla="*/ 6 h 807"/>
                <a:gd name="T68" fmla="*/ 1 w 175"/>
                <a:gd name="T69" fmla="*/ 6 h 807"/>
                <a:gd name="T70" fmla="*/ 1 w 175"/>
                <a:gd name="T71" fmla="*/ 6 h 807"/>
                <a:gd name="T72" fmla="*/ 1 w 175"/>
                <a:gd name="T73" fmla="*/ 6 h 807"/>
                <a:gd name="T74" fmla="*/ 1 w 175"/>
                <a:gd name="T75" fmla="*/ 6 h 807"/>
                <a:gd name="T76" fmla="*/ 1 w 175"/>
                <a:gd name="T77" fmla="*/ 6 h 807"/>
                <a:gd name="T78" fmla="*/ 1 w 175"/>
                <a:gd name="T79" fmla="*/ 6 h 807"/>
                <a:gd name="T80" fmla="*/ 1 w 175"/>
                <a:gd name="T81" fmla="*/ 6 h 807"/>
                <a:gd name="T82" fmla="*/ 1 w 175"/>
                <a:gd name="T83" fmla="*/ 6 h 807"/>
                <a:gd name="T84" fmla="*/ 1 w 175"/>
                <a:gd name="T85" fmla="*/ 6 h 807"/>
                <a:gd name="T86" fmla="*/ 1 w 175"/>
                <a:gd name="T87" fmla="*/ 6 h 807"/>
                <a:gd name="T88" fmla="*/ 1 w 175"/>
                <a:gd name="T89" fmla="*/ 6 h 807"/>
                <a:gd name="T90" fmla="*/ 1 w 175"/>
                <a:gd name="T91" fmla="*/ 6 h 80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175"/>
                <a:gd name="T139" fmla="*/ 0 h 807"/>
                <a:gd name="T140" fmla="*/ 175 w 175"/>
                <a:gd name="T141" fmla="*/ 807 h 80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175" h="807">
                  <a:moveTo>
                    <a:pt x="169" y="740"/>
                  </a:moveTo>
                  <a:lnTo>
                    <a:pt x="169" y="739"/>
                  </a:lnTo>
                  <a:lnTo>
                    <a:pt x="149" y="698"/>
                  </a:lnTo>
                  <a:lnTo>
                    <a:pt x="133" y="656"/>
                  </a:lnTo>
                  <a:lnTo>
                    <a:pt x="120" y="611"/>
                  </a:lnTo>
                  <a:lnTo>
                    <a:pt x="108" y="565"/>
                  </a:lnTo>
                  <a:lnTo>
                    <a:pt x="100" y="520"/>
                  </a:lnTo>
                  <a:lnTo>
                    <a:pt x="96" y="472"/>
                  </a:lnTo>
                  <a:lnTo>
                    <a:pt x="93" y="425"/>
                  </a:lnTo>
                  <a:lnTo>
                    <a:pt x="93" y="377"/>
                  </a:lnTo>
                  <a:lnTo>
                    <a:pt x="96" y="330"/>
                  </a:lnTo>
                  <a:lnTo>
                    <a:pt x="100" y="283"/>
                  </a:lnTo>
                  <a:lnTo>
                    <a:pt x="106" y="238"/>
                  </a:lnTo>
                  <a:lnTo>
                    <a:pt x="115" y="195"/>
                  </a:lnTo>
                  <a:lnTo>
                    <a:pt x="126" y="153"/>
                  </a:lnTo>
                  <a:lnTo>
                    <a:pt x="139" y="114"/>
                  </a:lnTo>
                  <a:lnTo>
                    <a:pt x="153" y="77"/>
                  </a:lnTo>
                  <a:lnTo>
                    <a:pt x="169" y="43"/>
                  </a:lnTo>
                  <a:lnTo>
                    <a:pt x="87" y="0"/>
                  </a:lnTo>
                  <a:lnTo>
                    <a:pt x="69" y="39"/>
                  </a:lnTo>
                  <a:lnTo>
                    <a:pt x="52" y="81"/>
                  </a:lnTo>
                  <a:lnTo>
                    <a:pt x="37" y="127"/>
                  </a:lnTo>
                  <a:lnTo>
                    <a:pt x="24" y="174"/>
                  </a:lnTo>
                  <a:lnTo>
                    <a:pt x="15" y="222"/>
                  </a:lnTo>
                  <a:lnTo>
                    <a:pt x="7" y="271"/>
                  </a:lnTo>
                  <a:lnTo>
                    <a:pt x="2" y="323"/>
                  </a:lnTo>
                  <a:lnTo>
                    <a:pt x="0" y="374"/>
                  </a:lnTo>
                  <a:lnTo>
                    <a:pt x="0" y="427"/>
                  </a:lnTo>
                  <a:lnTo>
                    <a:pt x="2" y="479"/>
                  </a:lnTo>
                  <a:lnTo>
                    <a:pt x="9" y="531"/>
                  </a:lnTo>
                  <a:lnTo>
                    <a:pt x="17" y="584"/>
                  </a:lnTo>
                  <a:lnTo>
                    <a:pt x="29" y="635"/>
                  </a:lnTo>
                  <a:lnTo>
                    <a:pt x="44" y="686"/>
                  </a:lnTo>
                  <a:lnTo>
                    <a:pt x="65" y="736"/>
                  </a:lnTo>
                  <a:lnTo>
                    <a:pt x="87" y="784"/>
                  </a:lnTo>
                  <a:lnTo>
                    <a:pt x="87" y="782"/>
                  </a:lnTo>
                  <a:lnTo>
                    <a:pt x="87" y="784"/>
                  </a:lnTo>
                  <a:lnTo>
                    <a:pt x="100" y="799"/>
                  </a:lnTo>
                  <a:lnTo>
                    <a:pt x="117" y="807"/>
                  </a:lnTo>
                  <a:lnTo>
                    <a:pt x="134" y="807"/>
                  </a:lnTo>
                  <a:lnTo>
                    <a:pt x="151" y="801"/>
                  </a:lnTo>
                  <a:lnTo>
                    <a:pt x="164" y="791"/>
                  </a:lnTo>
                  <a:lnTo>
                    <a:pt x="173" y="777"/>
                  </a:lnTo>
                  <a:lnTo>
                    <a:pt x="175" y="759"/>
                  </a:lnTo>
                  <a:lnTo>
                    <a:pt x="169" y="739"/>
                  </a:lnTo>
                  <a:lnTo>
                    <a:pt x="169" y="74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3797" name="Freeform 31"/>
            <p:cNvSpPr>
              <a:spLocks/>
            </p:cNvSpPr>
            <p:nvPr/>
          </p:nvSpPr>
          <p:spPr bwMode="auto">
            <a:xfrm>
              <a:off x="1299" y="1681"/>
              <a:ext cx="157" cy="281"/>
            </a:xfrm>
            <a:custGeom>
              <a:avLst/>
              <a:gdLst>
                <a:gd name="T0" fmla="*/ 6 w 787"/>
                <a:gd name="T1" fmla="*/ 11 h 1404"/>
                <a:gd name="T2" fmla="*/ 6 w 787"/>
                <a:gd name="T3" fmla="*/ 11 h 1404"/>
                <a:gd name="T4" fmla="*/ 1 w 787"/>
                <a:gd name="T5" fmla="*/ 0 h 1404"/>
                <a:gd name="T6" fmla="*/ 0 w 787"/>
                <a:gd name="T7" fmla="*/ 0 h 1404"/>
                <a:gd name="T8" fmla="*/ 6 w 787"/>
                <a:gd name="T9" fmla="*/ 11 h 1404"/>
                <a:gd name="T10" fmla="*/ 6 w 787"/>
                <a:gd name="T11" fmla="*/ 11 h 1404"/>
                <a:gd name="T12" fmla="*/ 6 w 787"/>
                <a:gd name="T13" fmla="*/ 11 h 1404"/>
                <a:gd name="T14" fmla="*/ 6 w 787"/>
                <a:gd name="T15" fmla="*/ 11 h 1404"/>
                <a:gd name="T16" fmla="*/ 6 w 787"/>
                <a:gd name="T17" fmla="*/ 11 h 1404"/>
                <a:gd name="T18" fmla="*/ 6 w 787"/>
                <a:gd name="T19" fmla="*/ 11 h 1404"/>
                <a:gd name="T20" fmla="*/ 6 w 787"/>
                <a:gd name="T21" fmla="*/ 11 h 1404"/>
                <a:gd name="T22" fmla="*/ 6 w 787"/>
                <a:gd name="T23" fmla="*/ 11 h 1404"/>
                <a:gd name="T24" fmla="*/ 6 w 787"/>
                <a:gd name="T25" fmla="*/ 11 h 1404"/>
                <a:gd name="T26" fmla="*/ 6 w 787"/>
                <a:gd name="T27" fmla="*/ 11 h 1404"/>
                <a:gd name="T28" fmla="*/ 6 w 787"/>
                <a:gd name="T29" fmla="*/ 11 h 1404"/>
                <a:gd name="T30" fmla="*/ 6 w 787"/>
                <a:gd name="T31" fmla="*/ 11 h 1404"/>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787"/>
                <a:gd name="T49" fmla="*/ 0 h 1404"/>
                <a:gd name="T50" fmla="*/ 787 w 787"/>
                <a:gd name="T51" fmla="*/ 1404 h 1404"/>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787" h="1404">
                  <a:moveTo>
                    <a:pt x="781" y="1334"/>
                  </a:moveTo>
                  <a:lnTo>
                    <a:pt x="781" y="1337"/>
                  </a:lnTo>
                  <a:lnTo>
                    <a:pt x="82" y="0"/>
                  </a:lnTo>
                  <a:lnTo>
                    <a:pt x="0" y="42"/>
                  </a:lnTo>
                  <a:lnTo>
                    <a:pt x="699" y="1379"/>
                  </a:lnTo>
                  <a:lnTo>
                    <a:pt x="699" y="1381"/>
                  </a:lnTo>
                  <a:lnTo>
                    <a:pt x="699" y="1379"/>
                  </a:lnTo>
                  <a:lnTo>
                    <a:pt x="712" y="1395"/>
                  </a:lnTo>
                  <a:lnTo>
                    <a:pt x="727" y="1402"/>
                  </a:lnTo>
                  <a:lnTo>
                    <a:pt x="744" y="1404"/>
                  </a:lnTo>
                  <a:lnTo>
                    <a:pt x="761" y="1398"/>
                  </a:lnTo>
                  <a:lnTo>
                    <a:pt x="775" y="1388"/>
                  </a:lnTo>
                  <a:lnTo>
                    <a:pt x="784" y="1373"/>
                  </a:lnTo>
                  <a:lnTo>
                    <a:pt x="787" y="1357"/>
                  </a:lnTo>
                  <a:lnTo>
                    <a:pt x="781" y="1337"/>
                  </a:lnTo>
                  <a:lnTo>
                    <a:pt x="781" y="13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3798" name="Freeform 32"/>
            <p:cNvSpPr>
              <a:spLocks/>
            </p:cNvSpPr>
            <p:nvPr/>
          </p:nvSpPr>
          <p:spPr bwMode="auto">
            <a:xfrm>
              <a:off x="1439" y="1948"/>
              <a:ext cx="125" cy="76"/>
            </a:xfrm>
            <a:custGeom>
              <a:avLst/>
              <a:gdLst>
                <a:gd name="T0" fmla="*/ 5 w 628"/>
                <a:gd name="T1" fmla="*/ 2 h 383"/>
                <a:gd name="T2" fmla="*/ 5 w 628"/>
                <a:gd name="T3" fmla="*/ 2 h 383"/>
                <a:gd name="T4" fmla="*/ 4 w 628"/>
                <a:gd name="T5" fmla="*/ 2 h 383"/>
                <a:gd name="T6" fmla="*/ 4 w 628"/>
                <a:gd name="T7" fmla="*/ 2 h 383"/>
                <a:gd name="T8" fmla="*/ 4 w 628"/>
                <a:gd name="T9" fmla="*/ 2 h 383"/>
                <a:gd name="T10" fmla="*/ 3 w 628"/>
                <a:gd name="T11" fmla="*/ 2 h 383"/>
                <a:gd name="T12" fmla="*/ 3 w 628"/>
                <a:gd name="T13" fmla="*/ 2 h 383"/>
                <a:gd name="T14" fmla="*/ 3 w 628"/>
                <a:gd name="T15" fmla="*/ 2 h 383"/>
                <a:gd name="T16" fmla="*/ 3 w 628"/>
                <a:gd name="T17" fmla="*/ 2 h 383"/>
                <a:gd name="T18" fmla="*/ 2 w 628"/>
                <a:gd name="T19" fmla="*/ 2 h 383"/>
                <a:gd name="T20" fmla="*/ 2 w 628"/>
                <a:gd name="T21" fmla="*/ 2 h 383"/>
                <a:gd name="T22" fmla="*/ 2 w 628"/>
                <a:gd name="T23" fmla="*/ 1 h 383"/>
                <a:gd name="T24" fmla="*/ 2 w 628"/>
                <a:gd name="T25" fmla="*/ 1 h 383"/>
                <a:gd name="T26" fmla="*/ 1 w 628"/>
                <a:gd name="T27" fmla="*/ 1 h 383"/>
                <a:gd name="T28" fmla="*/ 1 w 628"/>
                <a:gd name="T29" fmla="*/ 1 h 383"/>
                <a:gd name="T30" fmla="*/ 1 w 628"/>
                <a:gd name="T31" fmla="*/ 1 h 383"/>
                <a:gd name="T32" fmla="*/ 1 w 628"/>
                <a:gd name="T33" fmla="*/ 0 h 383"/>
                <a:gd name="T34" fmla="*/ 1 w 628"/>
                <a:gd name="T35" fmla="*/ 0 h 383"/>
                <a:gd name="T36" fmla="*/ 0 w 628"/>
                <a:gd name="T37" fmla="*/ 0 h 383"/>
                <a:gd name="T38" fmla="*/ 0 w 628"/>
                <a:gd name="T39" fmla="*/ 1 h 383"/>
                <a:gd name="T40" fmla="*/ 0 w 628"/>
                <a:gd name="T41" fmla="*/ 1 h 383"/>
                <a:gd name="T42" fmla="*/ 1 w 628"/>
                <a:gd name="T43" fmla="*/ 1 h 383"/>
                <a:gd name="T44" fmla="*/ 1 w 628"/>
                <a:gd name="T45" fmla="*/ 1 h 383"/>
                <a:gd name="T46" fmla="*/ 1 w 628"/>
                <a:gd name="T47" fmla="*/ 2 h 383"/>
                <a:gd name="T48" fmla="*/ 1 w 628"/>
                <a:gd name="T49" fmla="*/ 2 h 383"/>
                <a:gd name="T50" fmla="*/ 2 w 628"/>
                <a:gd name="T51" fmla="*/ 2 h 383"/>
                <a:gd name="T52" fmla="*/ 2 w 628"/>
                <a:gd name="T53" fmla="*/ 2 h 383"/>
                <a:gd name="T54" fmla="*/ 2 w 628"/>
                <a:gd name="T55" fmla="*/ 2 h 383"/>
                <a:gd name="T56" fmla="*/ 3 w 628"/>
                <a:gd name="T57" fmla="*/ 3 h 383"/>
                <a:gd name="T58" fmla="*/ 3 w 628"/>
                <a:gd name="T59" fmla="*/ 3 h 383"/>
                <a:gd name="T60" fmla="*/ 3 w 628"/>
                <a:gd name="T61" fmla="*/ 3 h 383"/>
                <a:gd name="T62" fmla="*/ 4 w 628"/>
                <a:gd name="T63" fmla="*/ 3 h 383"/>
                <a:gd name="T64" fmla="*/ 4 w 628"/>
                <a:gd name="T65" fmla="*/ 3 h 383"/>
                <a:gd name="T66" fmla="*/ 4 w 628"/>
                <a:gd name="T67" fmla="*/ 3 h 383"/>
                <a:gd name="T68" fmla="*/ 5 w 628"/>
                <a:gd name="T69" fmla="*/ 3 h 383"/>
                <a:gd name="T70" fmla="*/ 5 w 628"/>
                <a:gd name="T71" fmla="*/ 3 h 383"/>
                <a:gd name="T72" fmla="*/ 5 w 628"/>
                <a:gd name="T73" fmla="*/ 3 h 383"/>
                <a:gd name="T74" fmla="*/ 5 w 628"/>
                <a:gd name="T75" fmla="*/ 3 h 383"/>
                <a:gd name="T76" fmla="*/ 5 w 628"/>
                <a:gd name="T77" fmla="*/ 3 h 383"/>
                <a:gd name="T78" fmla="*/ 5 w 628"/>
                <a:gd name="T79" fmla="*/ 3 h 383"/>
                <a:gd name="T80" fmla="*/ 5 w 628"/>
                <a:gd name="T81" fmla="*/ 3 h 383"/>
                <a:gd name="T82" fmla="*/ 5 w 628"/>
                <a:gd name="T83" fmla="*/ 3 h 383"/>
                <a:gd name="T84" fmla="*/ 5 w 628"/>
                <a:gd name="T85" fmla="*/ 2 h 383"/>
                <a:gd name="T86" fmla="*/ 5 w 628"/>
                <a:gd name="T87" fmla="*/ 2 h 383"/>
                <a:gd name="T88" fmla="*/ 5 w 628"/>
                <a:gd name="T89" fmla="*/ 2 h 383"/>
                <a:gd name="T90" fmla="*/ 5 w 628"/>
                <a:gd name="T91" fmla="*/ 2 h 38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628"/>
                <a:gd name="T139" fmla="*/ 0 h 383"/>
                <a:gd name="T140" fmla="*/ 628 w 628"/>
                <a:gd name="T141" fmla="*/ 383 h 38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628" h="383">
                  <a:moveTo>
                    <a:pt x="581" y="289"/>
                  </a:moveTo>
                  <a:lnTo>
                    <a:pt x="582" y="289"/>
                  </a:lnTo>
                  <a:lnTo>
                    <a:pt x="541" y="287"/>
                  </a:lnTo>
                  <a:lnTo>
                    <a:pt x="500" y="283"/>
                  </a:lnTo>
                  <a:lnTo>
                    <a:pt x="462" y="276"/>
                  </a:lnTo>
                  <a:lnTo>
                    <a:pt x="424" y="268"/>
                  </a:lnTo>
                  <a:lnTo>
                    <a:pt x="389" y="255"/>
                  </a:lnTo>
                  <a:lnTo>
                    <a:pt x="352" y="242"/>
                  </a:lnTo>
                  <a:lnTo>
                    <a:pt x="320" y="227"/>
                  </a:lnTo>
                  <a:lnTo>
                    <a:pt x="287" y="209"/>
                  </a:lnTo>
                  <a:lnTo>
                    <a:pt x="255" y="189"/>
                  </a:lnTo>
                  <a:lnTo>
                    <a:pt x="226" y="168"/>
                  </a:lnTo>
                  <a:lnTo>
                    <a:pt x="198" y="145"/>
                  </a:lnTo>
                  <a:lnTo>
                    <a:pt x="172" y="119"/>
                  </a:lnTo>
                  <a:lnTo>
                    <a:pt x="146" y="92"/>
                  </a:lnTo>
                  <a:lnTo>
                    <a:pt x="122" y="64"/>
                  </a:lnTo>
                  <a:lnTo>
                    <a:pt x="100" y="33"/>
                  </a:lnTo>
                  <a:lnTo>
                    <a:pt x="82" y="0"/>
                  </a:lnTo>
                  <a:lnTo>
                    <a:pt x="0" y="47"/>
                  </a:lnTo>
                  <a:lnTo>
                    <a:pt x="23" y="85"/>
                  </a:lnTo>
                  <a:lnTo>
                    <a:pt x="49" y="120"/>
                  </a:lnTo>
                  <a:lnTo>
                    <a:pt x="76" y="153"/>
                  </a:lnTo>
                  <a:lnTo>
                    <a:pt x="104" y="185"/>
                  </a:lnTo>
                  <a:lnTo>
                    <a:pt x="137" y="215"/>
                  </a:lnTo>
                  <a:lnTo>
                    <a:pt x="170" y="241"/>
                  </a:lnTo>
                  <a:lnTo>
                    <a:pt x="204" y="267"/>
                  </a:lnTo>
                  <a:lnTo>
                    <a:pt x="240" y="289"/>
                  </a:lnTo>
                  <a:lnTo>
                    <a:pt x="277" y="309"/>
                  </a:lnTo>
                  <a:lnTo>
                    <a:pt x="317" y="329"/>
                  </a:lnTo>
                  <a:lnTo>
                    <a:pt x="358" y="344"/>
                  </a:lnTo>
                  <a:lnTo>
                    <a:pt x="400" y="357"/>
                  </a:lnTo>
                  <a:lnTo>
                    <a:pt x="444" y="367"/>
                  </a:lnTo>
                  <a:lnTo>
                    <a:pt x="488" y="374"/>
                  </a:lnTo>
                  <a:lnTo>
                    <a:pt x="534" y="380"/>
                  </a:lnTo>
                  <a:lnTo>
                    <a:pt x="580" y="383"/>
                  </a:lnTo>
                  <a:lnTo>
                    <a:pt x="581" y="383"/>
                  </a:lnTo>
                  <a:lnTo>
                    <a:pt x="580" y="383"/>
                  </a:lnTo>
                  <a:lnTo>
                    <a:pt x="600" y="379"/>
                  </a:lnTo>
                  <a:lnTo>
                    <a:pt x="615" y="369"/>
                  </a:lnTo>
                  <a:lnTo>
                    <a:pt x="624" y="353"/>
                  </a:lnTo>
                  <a:lnTo>
                    <a:pt x="628" y="337"/>
                  </a:lnTo>
                  <a:lnTo>
                    <a:pt x="625" y="319"/>
                  </a:lnTo>
                  <a:lnTo>
                    <a:pt x="617" y="304"/>
                  </a:lnTo>
                  <a:lnTo>
                    <a:pt x="602" y="294"/>
                  </a:lnTo>
                  <a:lnTo>
                    <a:pt x="582" y="289"/>
                  </a:lnTo>
                  <a:lnTo>
                    <a:pt x="581" y="28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3799" name="Freeform 33"/>
            <p:cNvSpPr>
              <a:spLocks/>
            </p:cNvSpPr>
            <p:nvPr/>
          </p:nvSpPr>
          <p:spPr bwMode="auto">
            <a:xfrm>
              <a:off x="1587" y="1880"/>
              <a:ext cx="85" cy="49"/>
            </a:xfrm>
            <a:custGeom>
              <a:avLst/>
              <a:gdLst>
                <a:gd name="T0" fmla="*/ 3 w 426"/>
                <a:gd name="T1" fmla="*/ 0 h 245"/>
                <a:gd name="T2" fmla="*/ 3 w 426"/>
                <a:gd name="T3" fmla="*/ 0 h 245"/>
                <a:gd name="T4" fmla="*/ 3 w 426"/>
                <a:gd name="T5" fmla="*/ 0 h 245"/>
                <a:gd name="T6" fmla="*/ 3 w 426"/>
                <a:gd name="T7" fmla="*/ 0 h 245"/>
                <a:gd name="T8" fmla="*/ 2 w 426"/>
                <a:gd name="T9" fmla="*/ 0 h 245"/>
                <a:gd name="T10" fmla="*/ 2 w 426"/>
                <a:gd name="T11" fmla="*/ 0 h 245"/>
                <a:gd name="T12" fmla="*/ 2 w 426"/>
                <a:gd name="T13" fmla="*/ 0 h 245"/>
                <a:gd name="T14" fmla="*/ 2 w 426"/>
                <a:gd name="T15" fmla="*/ 0 h 245"/>
                <a:gd name="T16" fmla="*/ 1 w 426"/>
                <a:gd name="T17" fmla="*/ 0 h 245"/>
                <a:gd name="T18" fmla="*/ 1 w 426"/>
                <a:gd name="T19" fmla="*/ 1 h 245"/>
                <a:gd name="T20" fmla="*/ 1 w 426"/>
                <a:gd name="T21" fmla="*/ 1 h 245"/>
                <a:gd name="T22" fmla="*/ 1 w 426"/>
                <a:gd name="T23" fmla="*/ 1 h 245"/>
                <a:gd name="T24" fmla="*/ 0 w 426"/>
                <a:gd name="T25" fmla="*/ 1 h 245"/>
                <a:gd name="T26" fmla="*/ 0 w 426"/>
                <a:gd name="T27" fmla="*/ 1 h 245"/>
                <a:gd name="T28" fmla="*/ 0 w 426"/>
                <a:gd name="T29" fmla="*/ 1 h 245"/>
                <a:gd name="T30" fmla="*/ 0 w 426"/>
                <a:gd name="T31" fmla="*/ 2 h 245"/>
                <a:gd name="T32" fmla="*/ 0 w 426"/>
                <a:gd name="T33" fmla="*/ 2 h 245"/>
                <a:gd name="T34" fmla="*/ 0 w 426"/>
                <a:gd name="T35" fmla="*/ 2 h 245"/>
                <a:gd name="T36" fmla="*/ 0 w 426"/>
                <a:gd name="T37" fmla="*/ 2 h 245"/>
                <a:gd name="T38" fmla="*/ 0 w 426"/>
                <a:gd name="T39" fmla="*/ 2 h 245"/>
                <a:gd name="T40" fmla="*/ 0 w 426"/>
                <a:gd name="T41" fmla="*/ 2 h 245"/>
                <a:gd name="T42" fmla="*/ 0 w 426"/>
                <a:gd name="T43" fmla="*/ 1 h 245"/>
                <a:gd name="T44" fmla="*/ 0 w 426"/>
                <a:gd name="T45" fmla="*/ 1 h 245"/>
                <a:gd name="T46" fmla="*/ 0 w 426"/>
                <a:gd name="T47" fmla="*/ 1 h 245"/>
                <a:gd name="T48" fmla="*/ 1 w 426"/>
                <a:gd name="T49" fmla="*/ 1 h 245"/>
                <a:gd name="T50" fmla="*/ 1 w 426"/>
                <a:gd name="T51" fmla="*/ 1 h 245"/>
                <a:gd name="T52" fmla="*/ 1 w 426"/>
                <a:gd name="T53" fmla="*/ 1 h 245"/>
                <a:gd name="T54" fmla="*/ 1 w 426"/>
                <a:gd name="T55" fmla="*/ 1 h 245"/>
                <a:gd name="T56" fmla="*/ 2 w 426"/>
                <a:gd name="T57" fmla="*/ 0 h 245"/>
                <a:gd name="T58" fmla="*/ 2 w 426"/>
                <a:gd name="T59" fmla="*/ 0 h 245"/>
                <a:gd name="T60" fmla="*/ 2 w 426"/>
                <a:gd name="T61" fmla="*/ 0 h 245"/>
                <a:gd name="T62" fmla="*/ 2 w 426"/>
                <a:gd name="T63" fmla="*/ 0 h 245"/>
                <a:gd name="T64" fmla="*/ 3 w 426"/>
                <a:gd name="T65" fmla="*/ 0 h 245"/>
                <a:gd name="T66" fmla="*/ 3 w 426"/>
                <a:gd name="T67" fmla="*/ 0 h 245"/>
                <a:gd name="T68" fmla="*/ 3 w 426"/>
                <a:gd name="T69" fmla="*/ 0 h 245"/>
                <a:gd name="T70" fmla="*/ 3 w 426"/>
                <a:gd name="T71" fmla="*/ 0 h 245"/>
                <a:gd name="T72" fmla="*/ 3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426" y="0"/>
                  </a:moveTo>
                  <a:lnTo>
                    <a:pt x="426" y="0"/>
                  </a:lnTo>
                  <a:lnTo>
                    <a:pt x="384" y="1"/>
                  </a:lnTo>
                  <a:lnTo>
                    <a:pt x="340" y="4"/>
                  </a:lnTo>
                  <a:lnTo>
                    <a:pt x="300" y="10"/>
                  </a:lnTo>
                  <a:lnTo>
                    <a:pt x="262" y="18"/>
                  </a:lnTo>
                  <a:lnTo>
                    <a:pt x="224" y="29"/>
                  </a:lnTo>
                  <a:lnTo>
                    <a:pt x="189" y="41"/>
                  </a:lnTo>
                  <a:lnTo>
                    <a:pt x="157" y="55"/>
                  </a:lnTo>
                  <a:lnTo>
                    <a:pt x="126" y="70"/>
                  </a:lnTo>
                  <a:lnTo>
                    <a:pt x="99" y="89"/>
                  </a:lnTo>
                  <a:lnTo>
                    <a:pt x="74" y="106"/>
                  </a:lnTo>
                  <a:lnTo>
                    <a:pt x="52" y="126"/>
                  </a:lnTo>
                  <a:lnTo>
                    <a:pt x="34" y="148"/>
                  </a:lnTo>
                  <a:lnTo>
                    <a:pt x="19" y="171"/>
                  </a:lnTo>
                  <a:lnTo>
                    <a:pt x="9" y="194"/>
                  </a:lnTo>
                  <a:lnTo>
                    <a:pt x="3" y="219"/>
                  </a:lnTo>
                  <a:lnTo>
                    <a:pt x="0" y="245"/>
                  </a:lnTo>
                  <a:lnTo>
                    <a:pt x="12" y="245"/>
                  </a:lnTo>
                  <a:lnTo>
                    <a:pt x="15" y="221"/>
                  </a:lnTo>
                  <a:lnTo>
                    <a:pt x="20" y="199"/>
                  </a:lnTo>
                  <a:lnTo>
                    <a:pt x="31" y="178"/>
                  </a:lnTo>
                  <a:lnTo>
                    <a:pt x="44" y="156"/>
                  </a:lnTo>
                  <a:lnTo>
                    <a:pt x="61" y="136"/>
                  </a:lnTo>
                  <a:lnTo>
                    <a:pt x="81" y="116"/>
                  </a:lnTo>
                  <a:lnTo>
                    <a:pt x="106" y="98"/>
                  </a:lnTo>
                  <a:lnTo>
                    <a:pt x="133" y="82"/>
                  </a:lnTo>
                  <a:lnTo>
                    <a:pt x="162" y="66"/>
                  </a:lnTo>
                  <a:lnTo>
                    <a:pt x="194" y="52"/>
                  </a:lnTo>
                  <a:lnTo>
                    <a:pt x="229" y="41"/>
                  </a:lnTo>
                  <a:lnTo>
                    <a:pt x="264" y="30"/>
                  </a:lnTo>
                  <a:lnTo>
                    <a:pt x="303" y="22"/>
                  </a:lnTo>
                  <a:lnTo>
                    <a:pt x="343" y="16"/>
                  </a:lnTo>
                  <a:lnTo>
                    <a:pt x="384" y="12"/>
                  </a:lnTo>
                  <a:lnTo>
                    <a:pt x="426" y="11"/>
                  </a:lnTo>
                  <a:lnTo>
                    <a:pt x="42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3800" name="Freeform 34"/>
            <p:cNvSpPr>
              <a:spLocks/>
            </p:cNvSpPr>
            <p:nvPr/>
          </p:nvSpPr>
          <p:spPr bwMode="auto">
            <a:xfrm>
              <a:off x="1587" y="1929"/>
              <a:ext cx="85" cy="49"/>
            </a:xfrm>
            <a:custGeom>
              <a:avLst/>
              <a:gdLst>
                <a:gd name="T0" fmla="*/ 0 w 426"/>
                <a:gd name="T1" fmla="*/ 0 h 245"/>
                <a:gd name="T2" fmla="*/ 0 w 426"/>
                <a:gd name="T3" fmla="*/ 0 h 245"/>
                <a:gd name="T4" fmla="*/ 0 w 426"/>
                <a:gd name="T5" fmla="*/ 0 h 245"/>
                <a:gd name="T6" fmla="*/ 0 w 426"/>
                <a:gd name="T7" fmla="*/ 0 h 245"/>
                <a:gd name="T8" fmla="*/ 0 w 426"/>
                <a:gd name="T9" fmla="*/ 1 h 245"/>
                <a:gd name="T10" fmla="*/ 0 w 426"/>
                <a:gd name="T11" fmla="*/ 1 h 245"/>
                <a:gd name="T12" fmla="*/ 0 w 426"/>
                <a:gd name="T13" fmla="*/ 1 h 245"/>
                <a:gd name="T14" fmla="*/ 1 w 426"/>
                <a:gd name="T15" fmla="*/ 1 h 245"/>
                <a:gd name="T16" fmla="*/ 1 w 426"/>
                <a:gd name="T17" fmla="*/ 1 h 245"/>
                <a:gd name="T18" fmla="*/ 1 w 426"/>
                <a:gd name="T19" fmla="*/ 1 h 245"/>
                <a:gd name="T20" fmla="*/ 1 w 426"/>
                <a:gd name="T21" fmla="*/ 2 h 245"/>
                <a:gd name="T22" fmla="*/ 2 w 426"/>
                <a:gd name="T23" fmla="*/ 2 h 245"/>
                <a:gd name="T24" fmla="*/ 2 w 426"/>
                <a:gd name="T25" fmla="*/ 2 h 245"/>
                <a:gd name="T26" fmla="*/ 2 w 426"/>
                <a:gd name="T27" fmla="*/ 2 h 245"/>
                <a:gd name="T28" fmla="*/ 2 w 426"/>
                <a:gd name="T29" fmla="*/ 2 h 245"/>
                <a:gd name="T30" fmla="*/ 3 w 426"/>
                <a:gd name="T31" fmla="*/ 2 h 245"/>
                <a:gd name="T32" fmla="*/ 3 w 426"/>
                <a:gd name="T33" fmla="*/ 2 h 245"/>
                <a:gd name="T34" fmla="*/ 3 w 426"/>
                <a:gd name="T35" fmla="*/ 2 h 245"/>
                <a:gd name="T36" fmla="*/ 3 w 426"/>
                <a:gd name="T37" fmla="*/ 2 h 245"/>
                <a:gd name="T38" fmla="*/ 3 w 426"/>
                <a:gd name="T39" fmla="*/ 2 h 245"/>
                <a:gd name="T40" fmla="*/ 3 w 426"/>
                <a:gd name="T41" fmla="*/ 2 h 245"/>
                <a:gd name="T42" fmla="*/ 2 w 426"/>
                <a:gd name="T43" fmla="*/ 2 h 245"/>
                <a:gd name="T44" fmla="*/ 2 w 426"/>
                <a:gd name="T45" fmla="*/ 2 h 245"/>
                <a:gd name="T46" fmla="*/ 2 w 426"/>
                <a:gd name="T47" fmla="*/ 2 h 245"/>
                <a:gd name="T48" fmla="*/ 2 w 426"/>
                <a:gd name="T49" fmla="*/ 2 h 245"/>
                <a:gd name="T50" fmla="*/ 1 w 426"/>
                <a:gd name="T51" fmla="*/ 1 h 245"/>
                <a:gd name="T52" fmla="*/ 1 w 426"/>
                <a:gd name="T53" fmla="*/ 1 h 245"/>
                <a:gd name="T54" fmla="*/ 1 w 426"/>
                <a:gd name="T55" fmla="*/ 1 h 245"/>
                <a:gd name="T56" fmla="*/ 1 w 426"/>
                <a:gd name="T57" fmla="*/ 1 h 245"/>
                <a:gd name="T58" fmla="*/ 0 w 426"/>
                <a:gd name="T59" fmla="*/ 1 h 245"/>
                <a:gd name="T60" fmla="*/ 0 w 426"/>
                <a:gd name="T61" fmla="*/ 1 h 245"/>
                <a:gd name="T62" fmla="*/ 0 w 426"/>
                <a:gd name="T63" fmla="*/ 1 h 245"/>
                <a:gd name="T64" fmla="*/ 0 w 426"/>
                <a:gd name="T65" fmla="*/ 0 h 245"/>
                <a:gd name="T66" fmla="*/ 0 w 426"/>
                <a:gd name="T67" fmla="*/ 0 h 245"/>
                <a:gd name="T68" fmla="*/ 0 w 426"/>
                <a:gd name="T69" fmla="*/ 0 h 245"/>
                <a:gd name="T70" fmla="*/ 0 w 426"/>
                <a:gd name="T71" fmla="*/ 0 h 245"/>
                <a:gd name="T72" fmla="*/ 0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0" y="0"/>
                  </a:moveTo>
                  <a:lnTo>
                    <a:pt x="0" y="0"/>
                  </a:lnTo>
                  <a:lnTo>
                    <a:pt x="3" y="25"/>
                  </a:lnTo>
                  <a:lnTo>
                    <a:pt x="9" y="50"/>
                  </a:lnTo>
                  <a:lnTo>
                    <a:pt x="19" y="73"/>
                  </a:lnTo>
                  <a:lnTo>
                    <a:pt x="34" y="96"/>
                  </a:lnTo>
                  <a:lnTo>
                    <a:pt x="52" y="118"/>
                  </a:lnTo>
                  <a:lnTo>
                    <a:pt x="74" y="138"/>
                  </a:lnTo>
                  <a:lnTo>
                    <a:pt x="99" y="156"/>
                  </a:lnTo>
                  <a:lnTo>
                    <a:pt x="126" y="174"/>
                  </a:lnTo>
                  <a:lnTo>
                    <a:pt x="157" y="190"/>
                  </a:lnTo>
                  <a:lnTo>
                    <a:pt x="189" y="204"/>
                  </a:lnTo>
                  <a:lnTo>
                    <a:pt x="224" y="215"/>
                  </a:lnTo>
                  <a:lnTo>
                    <a:pt x="262" y="226"/>
                  </a:lnTo>
                  <a:lnTo>
                    <a:pt x="300" y="234"/>
                  </a:lnTo>
                  <a:lnTo>
                    <a:pt x="340" y="240"/>
                  </a:lnTo>
                  <a:lnTo>
                    <a:pt x="384" y="244"/>
                  </a:lnTo>
                  <a:lnTo>
                    <a:pt x="426" y="245"/>
                  </a:lnTo>
                  <a:lnTo>
                    <a:pt x="426" y="233"/>
                  </a:lnTo>
                  <a:lnTo>
                    <a:pt x="384" y="232"/>
                  </a:lnTo>
                  <a:lnTo>
                    <a:pt x="343" y="228"/>
                  </a:lnTo>
                  <a:lnTo>
                    <a:pt x="303" y="222"/>
                  </a:lnTo>
                  <a:lnTo>
                    <a:pt x="264" y="214"/>
                  </a:lnTo>
                  <a:lnTo>
                    <a:pt x="229" y="204"/>
                  </a:lnTo>
                  <a:lnTo>
                    <a:pt x="194" y="192"/>
                  </a:lnTo>
                  <a:lnTo>
                    <a:pt x="162" y="178"/>
                  </a:lnTo>
                  <a:lnTo>
                    <a:pt x="133" y="163"/>
                  </a:lnTo>
                  <a:lnTo>
                    <a:pt x="106" y="146"/>
                  </a:lnTo>
                  <a:lnTo>
                    <a:pt x="81" y="129"/>
                  </a:lnTo>
                  <a:lnTo>
                    <a:pt x="61" y="109"/>
                  </a:lnTo>
                  <a:lnTo>
                    <a:pt x="44" y="89"/>
                  </a:lnTo>
                  <a:lnTo>
                    <a:pt x="31" y="66"/>
                  </a:lnTo>
                  <a:lnTo>
                    <a:pt x="20" y="45"/>
                  </a:lnTo>
                  <a:lnTo>
                    <a:pt x="15" y="2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3801" name="Freeform 35"/>
            <p:cNvSpPr>
              <a:spLocks/>
            </p:cNvSpPr>
            <p:nvPr/>
          </p:nvSpPr>
          <p:spPr bwMode="auto">
            <a:xfrm>
              <a:off x="878" y="1448"/>
              <a:ext cx="792" cy="954"/>
            </a:xfrm>
            <a:custGeom>
              <a:avLst/>
              <a:gdLst>
                <a:gd name="T0" fmla="*/ 13 w 3960"/>
                <a:gd name="T1" fmla="*/ 38 h 4768"/>
                <a:gd name="T2" fmla="*/ 14 w 3960"/>
                <a:gd name="T3" fmla="*/ 38 h 4768"/>
                <a:gd name="T4" fmla="*/ 15 w 3960"/>
                <a:gd name="T5" fmla="*/ 38 h 4768"/>
                <a:gd name="T6" fmla="*/ 15 w 3960"/>
                <a:gd name="T7" fmla="*/ 38 h 4768"/>
                <a:gd name="T8" fmla="*/ 16 w 3960"/>
                <a:gd name="T9" fmla="*/ 38 h 4768"/>
                <a:gd name="T10" fmla="*/ 17 w 3960"/>
                <a:gd name="T11" fmla="*/ 38 h 4768"/>
                <a:gd name="T12" fmla="*/ 17 w 3960"/>
                <a:gd name="T13" fmla="*/ 38 h 4768"/>
                <a:gd name="T14" fmla="*/ 18 w 3960"/>
                <a:gd name="T15" fmla="*/ 38 h 4768"/>
                <a:gd name="T16" fmla="*/ 18 w 3960"/>
                <a:gd name="T17" fmla="*/ 38 h 4768"/>
                <a:gd name="T18" fmla="*/ 29 w 3960"/>
                <a:gd name="T19" fmla="*/ 30 h 4768"/>
                <a:gd name="T20" fmla="*/ 30 w 3960"/>
                <a:gd name="T21" fmla="*/ 30 h 4768"/>
                <a:gd name="T22" fmla="*/ 30 w 3960"/>
                <a:gd name="T23" fmla="*/ 29 h 4768"/>
                <a:gd name="T24" fmla="*/ 31 w 3960"/>
                <a:gd name="T25" fmla="*/ 28 h 4768"/>
                <a:gd name="T26" fmla="*/ 31 w 3960"/>
                <a:gd name="T27" fmla="*/ 28 h 4768"/>
                <a:gd name="T28" fmla="*/ 31 w 3960"/>
                <a:gd name="T29" fmla="*/ 27 h 4768"/>
                <a:gd name="T30" fmla="*/ 32 w 3960"/>
                <a:gd name="T31" fmla="*/ 26 h 4768"/>
                <a:gd name="T32" fmla="*/ 32 w 3960"/>
                <a:gd name="T33" fmla="*/ 25 h 4768"/>
                <a:gd name="T34" fmla="*/ 32 w 3960"/>
                <a:gd name="T35" fmla="*/ 11 h 4768"/>
                <a:gd name="T36" fmla="*/ 32 w 3960"/>
                <a:gd name="T37" fmla="*/ 10 h 4768"/>
                <a:gd name="T38" fmla="*/ 31 w 3960"/>
                <a:gd name="T39" fmla="*/ 9 h 4768"/>
                <a:gd name="T40" fmla="*/ 31 w 3960"/>
                <a:gd name="T41" fmla="*/ 9 h 4768"/>
                <a:gd name="T42" fmla="*/ 31 w 3960"/>
                <a:gd name="T43" fmla="*/ 8 h 4768"/>
                <a:gd name="T44" fmla="*/ 31 w 3960"/>
                <a:gd name="T45" fmla="*/ 8 h 4768"/>
                <a:gd name="T46" fmla="*/ 30 w 3960"/>
                <a:gd name="T47" fmla="*/ 7 h 4768"/>
                <a:gd name="T48" fmla="*/ 30 w 3960"/>
                <a:gd name="T49" fmla="*/ 7 h 4768"/>
                <a:gd name="T50" fmla="*/ 29 w 3960"/>
                <a:gd name="T51" fmla="*/ 6 h 4768"/>
                <a:gd name="T52" fmla="*/ 19 w 3960"/>
                <a:gd name="T53" fmla="*/ 1 h 4768"/>
                <a:gd name="T54" fmla="*/ 18 w 3960"/>
                <a:gd name="T55" fmla="*/ 0 h 4768"/>
                <a:gd name="T56" fmla="*/ 17 w 3960"/>
                <a:gd name="T57" fmla="*/ 0 h 4768"/>
                <a:gd name="T58" fmla="*/ 17 w 3960"/>
                <a:gd name="T59" fmla="*/ 0 h 4768"/>
                <a:gd name="T60" fmla="*/ 16 w 3960"/>
                <a:gd name="T61" fmla="*/ 0 h 4768"/>
                <a:gd name="T62" fmla="*/ 15 w 3960"/>
                <a:gd name="T63" fmla="*/ 0 h 4768"/>
                <a:gd name="T64" fmla="*/ 14 w 3960"/>
                <a:gd name="T65" fmla="*/ 0 h 4768"/>
                <a:gd name="T66" fmla="*/ 14 w 3960"/>
                <a:gd name="T67" fmla="*/ 0 h 4768"/>
                <a:gd name="T68" fmla="*/ 2 w 3960"/>
                <a:gd name="T69" fmla="*/ 6 h 4768"/>
                <a:gd name="T70" fmla="*/ 2 w 3960"/>
                <a:gd name="T71" fmla="*/ 7 h 4768"/>
                <a:gd name="T72" fmla="*/ 1 w 3960"/>
                <a:gd name="T73" fmla="*/ 7 h 4768"/>
                <a:gd name="T74" fmla="*/ 1 w 3960"/>
                <a:gd name="T75" fmla="*/ 8 h 4768"/>
                <a:gd name="T76" fmla="*/ 1 w 3960"/>
                <a:gd name="T77" fmla="*/ 8 h 4768"/>
                <a:gd name="T78" fmla="*/ 0 w 3960"/>
                <a:gd name="T79" fmla="*/ 9 h 4768"/>
                <a:gd name="T80" fmla="*/ 0 w 3960"/>
                <a:gd name="T81" fmla="*/ 9 h 4768"/>
                <a:gd name="T82" fmla="*/ 0 w 3960"/>
                <a:gd name="T83" fmla="*/ 10 h 4768"/>
                <a:gd name="T84" fmla="*/ 0 w 3960"/>
                <a:gd name="T85" fmla="*/ 11 h 4768"/>
                <a:gd name="T86" fmla="*/ 0 w 3960"/>
                <a:gd name="T87" fmla="*/ 25 h 4768"/>
                <a:gd name="T88" fmla="*/ 0 w 3960"/>
                <a:gd name="T89" fmla="*/ 26 h 4768"/>
                <a:gd name="T90" fmla="*/ 0 w 3960"/>
                <a:gd name="T91" fmla="*/ 27 h 4768"/>
                <a:gd name="T92" fmla="*/ 1 w 3960"/>
                <a:gd name="T93" fmla="*/ 28 h 4768"/>
                <a:gd name="T94" fmla="*/ 1 w 3960"/>
                <a:gd name="T95" fmla="*/ 29 h 4768"/>
                <a:gd name="T96" fmla="*/ 1 w 3960"/>
                <a:gd name="T97" fmla="*/ 29 h 4768"/>
                <a:gd name="T98" fmla="*/ 2 w 3960"/>
                <a:gd name="T99" fmla="*/ 30 h 4768"/>
                <a:gd name="T100" fmla="*/ 3 w 3960"/>
                <a:gd name="T101" fmla="*/ 31 h 4768"/>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w 3960"/>
                <a:gd name="T154" fmla="*/ 0 h 4768"/>
                <a:gd name="T155" fmla="*/ 3960 w 3960"/>
                <a:gd name="T156" fmla="*/ 4768 h 4768"/>
              </a:gdLst>
              <a:ahLst/>
              <a:cxnLst>
                <a:cxn ang="T102">
                  <a:pos x="T0" y="T1"/>
                </a:cxn>
                <a:cxn ang="T103">
                  <a:pos x="T2" y="T3"/>
                </a:cxn>
                <a:cxn ang="T104">
                  <a:pos x="T4" y="T5"/>
                </a:cxn>
                <a:cxn ang="T105">
                  <a:pos x="T6" y="T7"/>
                </a:cxn>
                <a:cxn ang="T106">
                  <a:pos x="T8" y="T9"/>
                </a:cxn>
                <a:cxn ang="T107">
                  <a:pos x="T10" y="T11"/>
                </a:cxn>
                <a:cxn ang="T108">
                  <a:pos x="T12" y="T13"/>
                </a:cxn>
                <a:cxn ang="T109">
                  <a:pos x="T14" y="T15"/>
                </a:cxn>
                <a:cxn ang="T110">
                  <a:pos x="T16" y="T17"/>
                </a:cxn>
                <a:cxn ang="T111">
                  <a:pos x="T18" y="T19"/>
                </a:cxn>
                <a:cxn ang="T112">
                  <a:pos x="T20" y="T21"/>
                </a:cxn>
                <a:cxn ang="T113">
                  <a:pos x="T22" y="T23"/>
                </a:cxn>
                <a:cxn ang="T114">
                  <a:pos x="T24" y="T25"/>
                </a:cxn>
                <a:cxn ang="T115">
                  <a:pos x="T26" y="T27"/>
                </a:cxn>
                <a:cxn ang="T116">
                  <a:pos x="T28" y="T29"/>
                </a:cxn>
                <a:cxn ang="T117">
                  <a:pos x="T30" y="T31"/>
                </a:cxn>
                <a:cxn ang="T118">
                  <a:pos x="T32" y="T33"/>
                </a:cxn>
                <a:cxn ang="T119">
                  <a:pos x="T34" y="T35"/>
                </a:cxn>
                <a:cxn ang="T120">
                  <a:pos x="T36" y="T37"/>
                </a:cxn>
                <a:cxn ang="T121">
                  <a:pos x="T38" y="T39"/>
                </a:cxn>
                <a:cxn ang="T122">
                  <a:pos x="T40" y="T41"/>
                </a:cxn>
                <a:cxn ang="T123">
                  <a:pos x="T42" y="T43"/>
                </a:cxn>
                <a:cxn ang="T124">
                  <a:pos x="T44" y="T45"/>
                </a:cxn>
                <a:cxn ang="T125">
                  <a:pos x="T46" y="T47"/>
                </a:cxn>
                <a:cxn ang="T126">
                  <a:pos x="T48" y="T49"/>
                </a:cxn>
                <a:cxn ang="T127">
                  <a:pos x="T50" y="T51"/>
                </a:cxn>
                <a:cxn ang="T128">
                  <a:pos x="T52" y="T53"/>
                </a:cxn>
                <a:cxn ang="T129">
                  <a:pos x="T54" y="T55"/>
                </a:cxn>
                <a:cxn ang="T130">
                  <a:pos x="T56" y="T57"/>
                </a:cxn>
                <a:cxn ang="T131">
                  <a:pos x="T58" y="T59"/>
                </a:cxn>
                <a:cxn ang="T132">
                  <a:pos x="T60" y="T61"/>
                </a:cxn>
                <a:cxn ang="T133">
                  <a:pos x="T62" y="T63"/>
                </a:cxn>
                <a:cxn ang="T134">
                  <a:pos x="T64" y="T65"/>
                </a:cxn>
                <a:cxn ang="T135">
                  <a:pos x="T66" y="T67"/>
                </a:cxn>
                <a:cxn ang="T136">
                  <a:pos x="T68" y="T69"/>
                </a:cxn>
                <a:cxn ang="T137">
                  <a:pos x="T70" y="T71"/>
                </a:cxn>
                <a:cxn ang="T138">
                  <a:pos x="T72" y="T73"/>
                </a:cxn>
                <a:cxn ang="T139">
                  <a:pos x="T74" y="T75"/>
                </a:cxn>
                <a:cxn ang="T140">
                  <a:pos x="T76" y="T77"/>
                </a:cxn>
                <a:cxn ang="T141">
                  <a:pos x="T78" y="T79"/>
                </a:cxn>
                <a:cxn ang="T142">
                  <a:pos x="T80" y="T81"/>
                </a:cxn>
                <a:cxn ang="T143">
                  <a:pos x="T82" y="T83"/>
                </a:cxn>
                <a:cxn ang="T144">
                  <a:pos x="T84" y="T85"/>
                </a:cxn>
                <a:cxn ang="T145">
                  <a:pos x="T86" y="T87"/>
                </a:cxn>
                <a:cxn ang="T146">
                  <a:pos x="T88" y="T89"/>
                </a:cxn>
                <a:cxn ang="T147">
                  <a:pos x="T90" y="T91"/>
                </a:cxn>
                <a:cxn ang="T148">
                  <a:pos x="T92" y="T93"/>
                </a:cxn>
                <a:cxn ang="T149">
                  <a:pos x="T94" y="T95"/>
                </a:cxn>
                <a:cxn ang="T150">
                  <a:pos x="T96" y="T97"/>
                </a:cxn>
                <a:cxn ang="T151">
                  <a:pos x="T98" y="T99"/>
                </a:cxn>
                <a:cxn ang="T152">
                  <a:pos x="T100" y="T101"/>
                </a:cxn>
              </a:cxnLst>
              <a:rect l="T153" t="T154" r="T155" b="T156"/>
              <a:pathLst>
                <a:path w="3960" h="4768">
                  <a:moveTo>
                    <a:pt x="353" y="3849"/>
                  </a:moveTo>
                  <a:lnTo>
                    <a:pt x="1661" y="4700"/>
                  </a:lnTo>
                  <a:lnTo>
                    <a:pt x="1697" y="4717"/>
                  </a:lnTo>
                  <a:lnTo>
                    <a:pt x="1736" y="4731"/>
                  </a:lnTo>
                  <a:lnTo>
                    <a:pt x="1776" y="4742"/>
                  </a:lnTo>
                  <a:lnTo>
                    <a:pt x="1818" y="4753"/>
                  </a:lnTo>
                  <a:lnTo>
                    <a:pt x="1860" y="4760"/>
                  </a:lnTo>
                  <a:lnTo>
                    <a:pt x="1902" y="4765"/>
                  </a:lnTo>
                  <a:lnTo>
                    <a:pt x="1946" y="4768"/>
                  </a:lnTo>
                  <a:lnTo>
                    <a:pt x="1988" y="4768"/>
                  </a:lnTo>
                  <a:lnTo>
                    <a:pt x="2031" y="4767"/>
                  </a:lnTo>
                  <a:lnTo>
                    <a:pt x="2073" y="4763"/>
                  </a:lnTo>
                  <a:lnTo>
                    <a:pt x="2114" y="4758"/>
                  </a:lnTo>
                  <a:lnTo>
                    <a:pt x="2154" y="4751"/>
                  </a:lnTo>
                  <a:lnTo>
                    <a:pt x="2193" y="4740"/>
                  </a:lnTo>
                  <a:lnTo>
                    <a:pt x="2230" y="4729"/>
                  </a:lnTo>
                  <a:lnTo>
                    <a:pt x="2264" y="4715"/>
                  </a:lnTo>
                  <a:lnTo>
                    <a:pt x="2297" y="4700"/>
                  </a:lnTo>
                  <a:lnTo>
                    <a:pt x="3639" y="3825"/>
                  </a:lnTo>
                  <a:lnTo>
                    <a:pt x="3673" y="3795"/>
                  </a:lnTo>
                  <a:lnTo>
                    <a:pt x="3707" y="3761"/>
                  </a:lnTo>
                  <a:lnTo>
                    <a:pt x="3738" y="3725"/>
                  </a:lnTo>
                  <a:lnTo>
                    <a:pt x="3768" y="3685"/>
                  </a:lnTo>
                  <a:lnTo>
                    <a:pt x="3796" y="3644"/>
                  </a:lnTo>
                  <a:lnTo>
                    <a:pt x="3821" y="3599"/>
                  </a:lnTo>
                  <a:lnTo>
                    <a:pt x="3846" y="3553"/>
                  </a:lnTo>
                  <a:lnTo>
                    <a:pt x="3868" y="3505"/>
                  </a:lnTo>
                  <a:lnTo>
                    <a:pt x="3888" y="3456"/>
                  </a:lnTo>
                  <a:lnTo>
                    <a:pt x="3907" y="3406"/>
                  </a:lnTo>
                  <a:lnTo>
                    <a:pt x="3922" y="3354"/>
                  </a:lnTo>
                  <a:lnTo>
                    <a:pt x="3935" y="3303"/>
                  </a:lnTo>
                  <a:lnTo>
                    <a:pt x="3946" y="3250"/>
                  </a:lnTo>
                  <a:lnTo>
                    <a:pt x="3953" y="3197"/>
                  </a:lnTo>
                  <a:lnTo>
                    <a:pt x="3957" y="3144"/>
                  </a:lnTo>
                  <a:lnTo>
                    <a:pt x="3960" y="3092"/>
                  </a:lnTo>
                  <a:lnTo>
                    <a:pt x="3959" y="1313"/>
                  </a:lnTo>
                  <a:lnTo>
                    <a:pt x="3955" y="1271"/>
                  </a:lnTo>
                  <a:lnTo>
                    <a:pt x="3949" y="1229"/>
                  </a:lnTo>
                  <a:lnTo>
                    <a:pt x="3941" y="1189"/>
                  </a:lnTo>
                  <a:lnTo>
                    <a:pt x="3930" y="1149"/>
                  </a:lnTo>
                  <a:lnTo>
                    <a:pt x="3918" y="1111"/>
                  </a:lnTo>
                  <a:lnTo>
                    <a:pt x="3902" y="1075"/>
                  </a:lnTo>
                  <a:lnTo>
                    <a:pt x="3886" y="1040"/>
                  </a:lnTo>
                  <a:lnTo>
                    <a:pt x="3867" y="1006"/>
                  </a:lnTo>
                  <a:lnTo>
                    <a:pt x="3846" y="973"/>
                  </a:lnTo>
                  <a:lnTo>
                    <a:pt x="3823" y="942"/>
                  </a:lnTo>
                  <a:lnTo>
                    <a:pt x="3798" y="913"/>
                  </a:lnTo>
                  <a:lnTo>
                    <a:pt x="3771" y="886"/>
                  </a:lnTo>
                  <a:lnTo>
                    <a:pt x="3743" y="860"/>
                  </a:lnTo>
                  <a:lnTo>
                    <a:pt x="3714" y="837"/>
                  </a:lnTo>
                  <a:lnTo>
                    <a:pt x="3682" y="816"/>
                  </a:lnTo>
                  <a:lnTo>
                    <a:pt x="3649" y="796"/>
                  </a:lnTo>
                  <a:lnTo>
                    <a:pt x="2386" y="83"/>
                  </a:lnTo>
                  <a:lnTo>
                    <a:pt x="2350" y="65"/>
                  </a:lnTo>
                  <a:lnTo>
                    <a:pt x="2310" y="50"/>
                  </a:lnTo>
                  <a:lnTo>
                    <a:pt x="2268" y="36"/>
                  </a:lnTo>
                  <a:lnTo>
                    <a:pt x="2223" y="24"/>
                  </a:lnTo>
                  <a:lnTo>
                    <a:pt x="2178" y="15"/>
                  </a:lnTo>
                  <a:lnTo>
                    <a:pt x="2131" y="8"/>
                  </a:lnTo>
                  <a:lnTo>
                    <a:pt x="2082" y="3"/>
                  </a:lnTo>
                  <a:lnTo>
                    <a:pt x="2032" y="0"/>
                  </a:lnTo>
                  <a:lnTo>
                    <a:pt x="1982" y="1"/>
                  </a:lnTo>
                  <a:lnTo>
                    <a:pt x="1933" y="3"/>
                  </a:lnTo>
                  <a:lnTo>
                    <a:pt x="1882" y="9"/>
                  </a:lnTo>
                  <a:lnTo>
                    <a:pt x="1833" y="17"/>
                  </a:lnTo>
                  <a:lnTo>
                    <a:pt x="1785" y="29"/>
                  </a:lnTo>
                  <a:lnTo>
                    <a:pt x="1737" y="43"/>
                  </a:lnTo>
                  <a:lnTo>
                    <a:pt x="1691" y="62"/>
                  </a:lnTo>
                  <a:lnTo>
                    <a:pt x="1647" y="83"/>
                  </a:lnTo>
                  <a:lnTo>
                    <a:pt x="311" y="782"/>
                  </a:lnTo>
                  <a:lnTo>
                    <a:pt x="276" y="803"/>
                  </a:lnTo>
                  <a:lnTo>
                    <a:pt x="243" y="826"/>
                  </a:lnTo>
                  <a:lnTo>
                    <a:pt x="213" y="852"/>
                  </a:lnTo>
                  <a:lnTo>
                    <a:pt x="184" y="879"/>
                  </a:lnTo>
                  <a:lnTo>
                    <a:pt x="155" y="908"/>
                  </a:lnTo>
                  <a:lnTo>
                    <a:pt x="131" y="939"/>
                  </a:lnTo>
                  <a:lnTo>
                    <a:pt x="107" y="971"/>
                  </a:lnTo>
                  <a:lnTo>
                    <a:pt x="86" y="1005"/>
                  </a:lnTo>
                  <a:lnTo>
                    <a:pt x="68" y="1040"/>
                  </a:lnTo>
                  <a:lnTo>
                    <a:pt x="50" y="1076"/>
                  </a:lnTo>
                  <a:lnTo>
                    <a:pt x="36" y="1115"/>
                  </a:lnTo>
                  <a:lnTo>
                    <a:pt x="23" y="1153"/>
                  </a:lnTo>
                  <a:lnTo>
                    <a:pt x="14" y="1195"/>
                  </a:lnTo>
                  <a:lnTo>
                    <a:pt x="7" y="1236"/>
                  </a:lnTo>
                  <a:lnTo>
                    <a:pt x="2" y="1279"/>
                  </a:lnTo>
                  <a:lnTo>
                    <a:pt x="0" y="1322"/>
                  </a:lnTo>
                  <a:lnTo>
                    <a:pt x="0" y="3093"/>
                  </a:lnTo>
                  <a:lnTo>
                    <a:pt x="2" y="3147"/>
                  </a:lnTo>
                  <a:lnTo>
                    <a:pt x="7" y="3202"/>
                  </a:lnTo>
                  <a:lnTo>
                    <a:pt x="15" y="3257"/>
                  </a:lnTo>
                  <a:lnTo>
                    <a:pt x="27" y="3312"/>
                  </a:lnTo>
                  <a:lnTo>
                    <a:pt x="42" y="3366"/>
                  </a:lnTo>
                  <a:lnTo>
                    <a:pt x="59" y="3420"/>
                  </a:lnTo>
                  <a:lnTo>
                    <a:pt x="79" y="3474"/>
                  </a:lnTo>
                  <a:lnTo>
                    <a:pt x="102" y="3525"/>
                  </a:lnTo>
                  <a:lnTo>
                    <a:pt x="127" y="3576"/>
                  </a:lnTo>
                  <a:lnTo>
                    <a:pt x="154" y="3624"/>
                  </a:lnTo>
                  <a:lnTo>
                    <a:pt x="184" y="3670"/>
                  </a:lnTo>
                  <a:lnTo>
                    <a:pt x="214" y="3712"/>
                  </a:lnTo>
                  <a:lnTo>
                    <a:pt x="247" y="3752"/>
                  </a:lnTo>
                  <a:lnTo>
                    <a:pt x="281" y="3788"/>
                  </a:lnTo>
                  <a:lnTo>
                    <a:pt x="317" y="3821"/>
                  </a:lnTo>
                  <a:lnTo>
                    <a:pt x="353" y="384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3802" name="Freeform 36"/>
            <p:cNvSpPr>
              <a:spLocks/>
            </p:cNvSpPr>
            <p:nvPr/>
          </p:nvSpPr>
          <p:spPr bwMode="auto">
            <a:xfrm>
              <a:off x="943" y="2210"/>
              <a:ext cx="276" cy="187"/>
            </a:xfrm>
            <a:custGeom>
              <a:avLst/>
              <a:gdLst>
                <a:gd name="T0" fmla="*/ 11 w 1380"/>
                <a:gd name="T1" fmla="*/ 7 h 937"/>
                <a:gd name="T2" fmla="*/ 11 w 1380"/>
                <a:gd name="T3" fmla="*/ 7 h 937"/>
                <a:gd name="T4" fmla="*/ 0 w 1380"/>
                <a:gd name="T5" fmla="*/ 0 h 937"/>
                <a:gd name="T6" fmla="*/ 0 w 1380"/>
                <a:gd name="T7" fmla="*/ 1 h 937"/>
                <a:gd name="T8" fmla="*/ 10 w 1380"/>
                <a:gd name="T9" fmla="*/ 7 h 937"/>
                <a:gd name="T10" fmla="*/ 10 w 1380"/>
                <a:gd name="T11" fmla="*/ 7 h 937"/>
                <a:gd name="T12" fmla="*/ 10 w 1380"/>
                <a:gd name="T13" fmla="*/ 7 h 937"/>
                <a:gd name="T14" fmla="*/ 11 w 1380"/>
                <a:gd name="T15" fmla="*/ 7 h 937"/>
                <a:gd name="T16" fmla="*/ 11 w 1380"/>
                <a:gd name="T17" fmla="*/ 7 h 937"/>
                <a:gd name="T18" fmla="*/ 11 w 1380"/>
                <a:gd name="T19" fmla="*/ 7 h 937"/>
                <a:gd name="T20" fmla="*/ 11 w 1380"/>
                <a:gd name="T21" fmla="*/ 7 h 937"/>
                <a:gd name="T22" fmla="*/ 11 w 1380"/>
                <a:gd name="T23" fmla="*/ 7 h 937"/>
                <a:gd name="T24" fmla="*/ 11 w 1380"/>
                <a:gd name="T25" fmla="*/ 7 h 937"/>
                <a:gd name="T26" fmla="*/ 11 w 1380"/>
                <a:gd name="T27" fmla="*/ 7 h 937"/>
                <a:gd name="T28" fmla="*/ 11 w 1380"/>
                <a:gd name="T29" fmla="*/ 7 h 937"/>
                <a:gd name="T30" fmla="*/ 11 w 1380"/>
                <a:gd name="T31" fmla="*/ 7 h 93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80"/>
                <a:gd name="T49" fmla="*/ 0 h 937"/>
                <a:gd name="T50" fmla="*/ 1380 w 1380"/>
                <a:gd name="T51" fmla="*/ 937 h 93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80" h="937">
                  <a:moveTo>
                    <a:pt x="1354" y="848"/>
                  </a:moveTo>
                  <a:lnTo>
                    <a:pt x="1359" y="851"/>
                  </a:lnTo>
                  <a:lnTo>
                    <a:pt x="51" y="0"/>
                  </a:lnTo>
                  <a:lnTo>
                    <a:pt x="0" y="78"/>
                  </a:lnTo>
                  <a:lnTo>
                    <a:pt x="1307" y="929"/>
                  </a:lnTo>
                  <a:lnTo>
                    <a:pt x="1312" y="932"/>
                  </a:lnTo>
                  <a:lnTo>
                    <a:pt x="1307" y="929"/>
                  </a:lnTo>
                  <a:lnTo>
                    <a:pt x="1326" y="937"/>
                  </a:lnTo>
                  <a:lnTo>
                    <a:pt x="1345" y="936"/>
                  </a:lnTo>
                  <a:lnTo>
                    <a:pt x="1360" y="929"/>
                  </a:lnTo>
                  <a:lnTo>
                    <a:pt x="1372" y="916"/>
                  </a:lnTo>
                  <a:lnTo>
                    <a:pt x="1379" y="899"/>
                  </a:lnTo>
                  <a:lnTo>
                    <a:pt x="1380" y="883"/>
                  </a:lnTo>
                  <a:lnTo>
                    <a:pt x="1374" y="865"/>
                  </a:lnTo>
                  <a:lnTo>
                    <a:pt x="1359" y="851"/>
                  </a:lnTo>
                  <a:lnTo>
                    <a:pt x="1354" y="84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3803" name="Freeform 37"/>
            <p:cNvSpPr>
              <a:spLocks/>
            </p:cNvSpPr>
            <p:nvPr/>
          </p:nvSpPr>
          <p:spPr bwMode="auto">
            <a:xfrm>
              <a:off x="1206" y="2379"/>
              <a:ext cx="140" cy="32"/>
            </a:xfrm>
            <a:custGeom>
              <a:avLst/>
              <a:gdLst>
                <a:gd name="T0" fmla="*/ 5 w 703"/>
                <a:gd name="T1" fmla="*/ 0 h 162"/>
                <a:gd name="T2" fmla="*/ 5 w 703"/>
                <a:gd name="T3" fmla="*/ 0 h 162"/>
                <a:gd name="T4" fmla="*/ 5 w 703"/>
                <a:gd name="T5" fmla="*/ 0 h 162"/>
                <a:gd name="T6" fmla="*/ 5 w 703"/>
                <a:gd name="T7" fmla="*/ 0 h 162"/>
                <a:gd name="T8" fmla="*/ 4 w 703"/>
                <a:gd name="T9" fmla="*/ 0 h 162"/>
                <a:gd name="T10" fmla="*/ 4 w 703"/>
                <a:gd name="T11" fmla="*/ 0 h 162"/>
                <a:gd name="T12" fmla="*/ 4 w 703"/>
                <a:gd name="T13" fmla="*/ 0 h 162"/>
                <a:gd name="T14" fmla="*/ 3 w 703"/>
                <a:gd name="T15" fmla="*/ 1 h 162"/>
                <a:gd name="T16" fmla="*/ 3 w 703"/>
                <a:gd name="T17" fmla="*/ 1 h 162"/>
                <a:gd name="T18" fmla="*/ 3 w 703"/>
                <a:gd name="T19" fmla="*/ 1 h 162"/>
                <a:gd name="T20" fmla="*/ 2 w 703"/>
                <a:gd name="T21" fmla="*/ 1 h 162"/>
                <a:gd name="T22" fmla="*/ 2 w 703"/>
                <a:gd name="T23" fmla="*/ 1 h 162"/>
                <a:gd name="T24" fmla="*/ 2 w 703"/>
                <a:gd name="T25" fmla="*/ 0 h 162"/>
                <a:gd name="T26" fmla="*/ 1 w 703"/>
                <a:gd name="T27" fmla="*/ 0 h 162"/>
                <a:gd name="T28" fmla="*/ 1 w 703"/>
                <a:gd name="T29" fmla="*/ 0 h 162"/>
                <a:gd name="T30" fmla="*/ 1 w 703"/>
                <a:gd name="T31" fmla="*/ 0 h 162"/>
                <a:gd name="T32" fmla="*/ 1 w 703"/>
                <a:gd name="T33" fmla="*/ 0 h 162"/>
                <a:gd name="T34" fmla="*/ 0 w 703"/>
                <a:gd name="T35" fmla="*/ 0 h 162"/>
                <a:gd name="T36" fmla="*/ 0 w 703"/>
                <a:gd name="T37" fmla="*/ 1 h 162"/>
                <a:gd name="T38" fmla="*/ 0 w 703"/>
                <a:gd name="T39" fmla="*/ 1 h 162"/>
                <a:gd name="T40" fmla="*/ 1 w 703"/>
                <a:gd name="T41" fmla="*/ 1 h 162"/>
                <a:gd name="T42" fmla="*/ 1 w 703"/>
                <a:gd name="T43" fmla="*/ 1 h 162"/>
                <a:gd name="T44" fmla="*/ 1 w 703"/>
                <a:gd name="T45" fmla="*/ 1 h 162"/>
                <a:gd name="T46" fmla="*/ 2 w 703"/>
                <a:gd name="T47" fmla="*/ 1 h 162"/>
                <a:gd name="T48" fmla="*/ 2 w 703"/>
                <a:gd name="T49" fmla="*/ 1 h 162"/>
                <a:gd name="T50" fmla="*/ 2 w 703"/>
                <a:gd name="T51" fmla="*/ 1 h 162"/>
                <a:gd name="T52" fmla="*/ 3 w 703"/>
                <a:gd name="T53" fmla="*/ 1 h 162"/>
                <a:gd name="T54" fmla="*/ 3 w 703"/>
                <a:gd name="T55" fmla="*/ 1 h 162"/>
                <a:gd name="T56" fmla="*/ 3 w 703"/>
                <a:gd name="T57" fmla="*/ 1 h 162"/>
                <a:gd name="T58" fmla="*/ 4 w 703"/>
                <a:gd name="T59" fmla="*/ 1 h 162"/>
                <a:gd name="T60" fmla="*/ 4 w 703"/>
                <a:gd name="T61" fmla="*/ 1 h 162"/>
                <a:gd name="T62" fmla="*/ 5 w 703"/>
                <a:gd name="T63" fmla="*/ 1 h 162"/>
                <a:gd name="T64" fmla="*/ 5 w 703"/>
                <a:gd name="T65" fmla="*/ 1 h 162"/>
                <a:gd name="T66" fmla="*/ 5 w 703"/>
                <a:gd name="T67" fmla="*/ 1 h 162"/>
                <a:gd name="T68" fmla="*/ 5 w 703"/>
                <a:gd name="T69" fmla="*/ 1 h 162"/>
                <a:gd name="T70" fmla="*/ 5 w 703"/>
                <a:gd name="T71" fmla="*/ 1 h 162"/>
                <a:gd name="T72" fmla="*/ 5 w 703"/>
                <a:gd name="T73" fmla="*/ 1 h 162"/>
                <a:gd name="T74" fmla="*/ 5 w 703"/>
                <a:gd name="T75" fmla="*/ 1 h 162"/>
                <a:gd name="T76" fmla="*/ 6 w 703"/>
                <a:gd name="T77" fmla="*/ 0 h 162"/>
                <a:gd name="T78" fmla="*/ 6 w 703"/>
                <a:gd name="T79" fmla="*/ 0 h 162"/>
                <a:gd name="T80" fmla="*/ 6 w 703"/>
                <a:gd name="T81" fmla="*/ 0 h 162"/>
                <a:gd name="T82" fmla="*/ 5 w 703"/>
                <a:gd name="T83" fmla="*/ 0 h 162"/>
                <a:gd name="T84" fmla="*/ 5 w 703"/>
                <a:gd name="T85" fmla="*/ 0 h 162"/>
                <a:gd name="T86" fmla="*/ 5 w 703"/>
                <a:gd name="T87" fmla="*/ 0 h 162"/>
                <a:gd name="T88" fmla="*/ 5 w 703"/>
                <a:gd name="T89" fmla="*/ 0 h 162"/>
                <a:gd name="T90" fmla="*/ 5 w 703"/>
                <a:gd name="T91" fmla="*/ 0 h 162"/>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703"/>
                <a:gd name="T139" fmla="*/ 0 h 162"/>
                <a:gd name="T140" fmla="*/ 703 w 703"/>
                <a:gd name="T141" fmla="*/ 162 h 162"/>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703" h="162">
                  <a:moveTo>
                    <a:pt x="631" y="8"/>
                  </a:moveTo>
                  <a:lnTo>
                    <a:pt x="636" y="6"/>
                  </a:lnTo>
                  <a:lnTo>
                    <a:pt x="606" y="20"/>
                  </a:lnTo>
                  <a:lnTo>
                    <a:pt x="575" y="32"/>
                  </a:lnTo>
                  <a:lnTo>
                    <a:pt x="540" y="42"/>
                  </a:lnTo>
                  <a:lnTo>
                    <a:pt x="504" y="52"/>
                  </a:lnTo>
                  <a:lnTo>
                    <a:pt x="467" y="59"/>
                  </a:lnTo>
                  <a:lnTo>
                    <a:pt x="428" y="64"/>
                  </a:lnTo>
                  <a:lnTo>
                    <a:pt x="389" y="67"/>
                  </a:lnTo>
                  <a:lnTo>
                    <a:pt x="348" y="68"/>
                  </a:lnTo>
                  <a:lnTo>
                    <a:pt x="308" y="68"/>
                  </a:lnTo>
                  <a:lnTo>
                    <a:pt x="267" y="65"/>
                  </a:lnTo>
                  <a:lnTo>
                    <a:pt x="226" y="61"/>
                  </a:lnTo>
                  <a:lnTo>
                    <a:pt x="187" y="54"/>
                  </a:lnTo>
                  <a:lnTo>
                    <a:pt x="148" y="44"/>
                  </a:lnTo>
                  <a:lnTo>
                    <a:pt x="110" y="33"/>
                  </a:lnTo>
                  <a:lnTo>
                    <a:pt x="75" y="20"/>
                  </a:lnTo>
                  <a:lnTo>
                    <a:pt x="42" y="5"/>
                  </a:lnTo>
                  <a:lnTo>
                    <a:pt x="0" y="89"/>
                  </a:lnTo>
                  <a:lnTo>
                    <a:pt x="40" y="107"/>
                  </a:lnTo>
                  <a:lnTo>
                    <a:pt x="82" y="122"/>
                  </a:lnTo>
                  <a:lnTo>
                    <a:pt x="124" y="135"/>
                  </a:lnTo>
                  <a:lnTo>
                    <a:pt x="169" y="146"/>
                  </a:lnTo>
                  <a:lnTo>
                    <a:pt x="214" y="153"/>
                  </a:lnTo>
                  <a:lnTo>
                    <a:pt x="258" y="158"/>
                  </a:lnTo>
                  <a:lnTo>
                    <a:pt x="303" y="162"/>
                  </a:lnTo>
                  <a:lnTo>
                    <a:pt x="348" y="162"/>
                  </a:lnTo>
                  <a:lnTo>
                    <a:pt x="394" y="161"/>
                  </a:lnTo>
                  <a:lnTo>
                    <a:pt x="439" y="157"/>
                  </a:lnTo>
                  <a:lnTo>
                    <a:pt x="481" y="150"/>
                  </a:lnTo>
                  <a:lnTo>
                    <a:pt x="525" y="143"/>
                  </a:lnTo>
                  <a:lnTo>
                    <a:pt x="566" y="132"/>
                  </a:lnTo>
                  <a:lnTo>
                    <a:pt x="606" y="121"/>
                  </a:lnTo>
                  <a:lnTo>
                    <a:pt x="643" y="105"/>
                  </a:lnTo>
                  <a:lnTo>
                    <a:pt x="678" y="88"/>
                  </a:lnTo>
                  <a:lnTo>
                    <a:pt x="683" y="86"/>
                  </a:lnTo>
                  <a:lnTo>
                    <a:pt x="678" y="88"/>
                  </a:lnTo>
                  <a:lnTo>
                    <a:pt x="695" y="75"/>
                  </a:lnTo>
                  <a:lnTo>
                    <a:pt x="702" y="60"/>
                  </a:lnTo>
                  <a:lnTo>
                    <a:pt x="703" y="42"/>
                  </a:lnTo>
                  <a:lnTo>
                    <a:pt x="698" y="26"/>
                  </a:lnTo>
                  <a:lnTo>
                    <a:pt x="688" y="12"/>
                  </a:lnTo>
                  <a:lnTo>
                    <a:pt x="674" y="3"/>
                  </a:lnTo>
                  <a:lnTo>
                    <a:pt x="656" y="0"/>
                  </a:lnTo>
                  <a:lnTo>
                    <a:pt x="636" y="6"/>
                  </a:lnTo>
                  <a:lnTo>
                    <a:pt x="631"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3804" name="Freeform 38"/>
            <p:cNvSpPr>
              <a:spLocks/>
            </p:cNvSpPr>
            <p:nvPr/>
          </p:nvSpPr>
          <p:spPr bwMode="auto">
            <a:xfrm>
              <a:off x="1332" y="2204"/>
              <a:ext cx="283" cy="192"/>
            </a:xfrm>
            <a:custGeom>
              <a:avLst/>
              <a:gdLst>
                <a:gd name="T0" fmla="*/ 11 w 1415"/>
                <a:gd name="T1" fmla="*/ 0 h 960"/>
                <a:gd name="T2" fmla="*/ 11 w 1415"/>
                <a:gd name="T3" fmla="*/ 0 h 960"/>
                <a:gd name="T4" fmla="*/ 0 w 1415"/>
                <a:gd name="T5" fmla="*/ 7 h 960"/>
                <a:gd name="T6" fmla="*/ 0 w 1415"/>
                <a:gd name="T7" fmla="*/ 8 h 960"/>
                <a:gd name="T8" fmla="*/ 11 w 1415"/>
                <a:gd name="T9" fmla="*/ 1 h 960"/>
                <a:gd name="T10" fmla="*/ 11 w 1415"/>
                <a:gd name="T11" fmla="*/ 1 h 960"/>
                <a:gd name="T12" fmla="*/ 11 w 1415"/>
                <a:gd name="T13" fmla="*/ 1 h 960"/>
                <a:gd name="T14" fmla="*/ 11 w 1415"/>
                <a:gd name="T15" fmla="*/ 1 h 960"/>
                <a:gd name="T16" fmla="*/ 11 w 1415"/>
                <a:gd name="T17" fmla="*/ 0 h 960"/>
                <a:gd name="T18" fmla="*/ 11 w 1415"/>
                <a:gd name="T19" fmla="*/ 0 h 960"/>
                <a:gd name="T20" fmla="*/ 11 w 1415"/>
                <a:gd name="T21" fmla="*/ 0 h 960"/>
                <a:gd name="T22" fmla="*/ 11 w 1415"/>
                <a:gd name="T23" fmla="*/ 0 h 960"/>
                <a:gd name="T24" fmla="*/ 11 w 1415"/>
                <a:gd name="T25" fmla="*/ 0 h 960"/>
                <a:gd name="T26" fmla="*/ 11 w 1415"/>
                <a:gd name="T27" fmla="*/ 0 h 960"/>
                <a:gd name="T28" fmla="*/ 11 w 1415"/>
                <a:gd name="T29" fmla="*/ 0 h 960"/>
                <a:gd name="T30" fmla="*/ 11 w 1415"/>
                <a:gd name="T31" fmla="*/ 0 h 96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15"/>
                <a:gd name="T49" fmla="*/ 0 h 960"/>
                <a:gd name="T50" fmla="*/ 1415 w 1415"/>
                <a:gd name="T51" fmla="*/ 960 h 96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15" h="960">
                  <a:moveTo>
                    <a:pt x="1338" y="10"/>
                  </a:moveTo>
                  <a:lnTo>
                    <a:pt x="1342" y="8"/>
                  </a:lnTo>
                  <a:lnTo>
                    <a:pt x="0" y="882"/>
                  </a:lnTo>
                  <a:lnTo>
                    <a:pt x="52" y="960"/>
                  </a:lnTo>
                  <a:lnTo>
                    <a:pt x="1393" y="85"/>
                  </a:lnTo>
                  <a:lnTo>
                    <a:pt x="1397" y="83"/>
                  </a:lnTo>
                  <a:lnTo>
                    <a:pt x="1393" y="85"/>
                  </a:lnTo>
                  <a:lnTo>
                    <a:pt x="1409" y="71"/>
                  </a:lnTo>
                  <a:lnTo>
                    <a:pt x="1415" y="53"/>
                  </a:lnTo>
                  <a:lnTo>
                    <a:pt x="1413" y="37"/>
                  </a:lnTo>
                  <a:lnTo>
                    <a:pt x="1406" y="21"/>
                  </a:lnTo>
                  <a:lnTo>
                    <a:pt x="1395" y="8"/>
                  </a:lnTo>
                  <a:lnTo>
                    <a:pt x="1379" y="1"/>
                  </a:lnTo>
                  <a:lnTo>
                    <a:pt x="1361" y="0"/>
                  </a:lnTo>
                  <a:lnTo>
                    <a:pt x="1342" y="8"/>
                  </a:lnTo>
                  <a:lnTo>
                    <a:pt x="1338" y="1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3805" name="Freeform 39"/>
            <p:cNvSpPr>
              <a:spLocks/>
            </p:cNvSpPr>
            <p:nvPr/>
          </p:nvSpPr>
          <p:spPr bwMode="auto">
            <a:xfrm>
              <a:off x="1599" y="2057"/>
              <a:ext cx="80" cy="163"/>
            </a:xfrm>
            <a:custGeom>
              <a:avLst/>
              <a:gdLst>
                <a:gd name="T0" fmla="*/ 2 w 398"/>
                <a:gd name="T1" fmla="*/ 0 h 817"/>
                <a:gd name="T2" fmla="*/ 2 w 398"/>
                <a:gd name="T3" fmla="*/ 0 h 817"/>
                <a:gd name="T4" fmla="*/ 2 w 398"/>
                <a:gd name="T5" fmla="*/ 1 h 817"/>
                <a:gd name="T6" fmla="*/ 2 w 398"/>
                <a:gd name="T7" fmla="*/ 1 h 817"/>
                <a:gd name="T8" fmla="*/ 2 w 398"/>
                <a:gd name="T9" fmla="*/ 2 h 817"/>
                <a:gd name="T10" fmla="*/ 2 w 398"/>
                <a:gd name="T11" fmla="*/ 2 h 817"/>
                <a:gd name="T12" fmla="*/ 2 w 398"/>
                <a:gd name="T13" fmla="*/ 2 h 817"/>
                <a:gd name="T14" fmla="*/ 2 w 398"/>
                <a:gd name="T15" fmla="*/ 3 h 817"/>
                <a:gd name="T16" fmla="*/ 2 w 398"/>
                <a:gd name="T17" fmla="*/ 3 h 817"/>
                <a:gd name="T18" fmla="*/ 2 w 398"/>
                <a:gd name="T19" fmla="*/ 4 h 817"/>
                <a:gd name="T20" fmla="*/ 2 w 398"/>
                <a:gd name="T21" fmla="*/ 4 h 817"/>
                <a:gd name="T22" fmla="*/ 1 w 398"/>
                <a:gd name="T23" fmla="*/ 4 h 817"/>
                <a:gd name="T24" fmla="*/ 1 w 398"/>
                <a:gd name="T25" fmla="*/ 5 h 817"/>
                <a:gd name="T26" fmla="*/ 1 w 398"/>
                <a:gd name="T27" fmla="*/ 5 h 817"/>
                <a:gd name="T28" fmla="*/ 1 w 398"/>
                <a:gd name="T29" fmla="*/ 5 h 817"/>
                <a:gd name="T30" fmla="*/ 1 w 398"/>
                <a:gd name="T31" fmla="*/ 5 h 817"/>
                <a:gd name="T32" fmla="*/ 0 w 398"/>
                <a:gd name="T33" fmla="*/ 6 h 817"/>
                <a:gd name="T34" fmla="*/ 0 w 398"/>
                <a:gd name="T35" fmla="*/ 6 h 817"/>
                <a:gd name="T36" fmla="*/ 0 w 398"/>
                <a:gd name="T37" fmla="*/ 7 h 817"/>
                <a:gd name="T38" fmla="*/ 1 w 398"/>
                <a:gd name="T39" fmla="*/ 6 h 817"/>
                <a:gd name="T40" fmla="*/ 1 w 398"/>
                <a:gd name="T41" fmla="*/ 6 h 817"/>
                <a:gd name="T42" fmla="*/ 1 w 398"/>
                <a:gd name="T43" fmla="*/ 6 h 817"/>
                <a:gd name="T44" fmla="*/ 2 w 398"/>
                <a:gd name="T45" fmla="*/ 5 h 817"/>
                <a:gd name="T46" fmla="*/ 2 w 398"/>
                <a:gd name="T47" fmla="*/ 5 h 817"/>
                <a:gd name="T48" fmla="*/ 2 w 398"/>
                <a:gd name="T49" fmla="*/ 5 h 817"/>
                <a:gd name="T50" fmla="*/ 2 w 398"/>
                <a:gd name="T51" fmla="*/ 4 h 817"/>
                <a:gd name="T52" fmla="*/ 2 w 398"/>
                <a:gd name="T53" fmla="*/ 4 h 817"/>
                <a:gd name="T54" fmla="*/ 3 w 398"/>
                <a:gd name="T55" fmla="*/ 3 h 817"/>
                <a:gd name="T56" fmla="*/ 3 w 398"/>
                <a:gd name="T57" fmla="*/ 3 h 817"/>
                <a:gd name="T58" fmla="*/ 3 w 398"/>
                <a:gd name="T59" fmla="*/ 3 h 817"/>
                <a:gd name="T60" fmla="*/ 3 w 398"/>
                <a:gd name="T61" fmla="*/ 2 h 817"/>
                <a:gd name="T62" fmla="*/ 3 w 398"/>
                <a:gd name="T63" fmla="*/ 2 h 817"/>
                <a:gd name="T64" fmla="*/ 3 w 398"/>
                <a:gd name="T65" fmla="*/ 1 h 817"/>
                <a:gd name="T66" fmla="*/ 3 w 398"/>
                <a:gd name="T67" fmla="*/ 1 h 817"/>
                <a:gd name="T68" fmla="*/ 3 w 398"/>
                <a:gd name="T69" fmla="*/ 0 h 817"/>
                <a:gd name="T70" fmla="*/ 3 w 398"/>
                <a:gd name="T71" fmla="*/ 0 h 817"/>
                <a:gd name="T72" fmla="*/ 3 w 398"/>
                <a:gd name="T73" fmla="*/ 0 h 817"/>
                <a:gd name="T74" fmla="*/ 3 w 398"/>
                <a:gd name="T75" fmla="*/ 0 h 817"/>
                <a:gd name="T76" fmla="*/ 3 w 398"/>
                <a:gd name="T77" fmla="*/ 0 h 817"/>
                <a:gd name="T78" fmla="*/ 3 w 398"/>
                <a:gd name="T79" fmla="*/ 0 h 817"/>
                <a:gd name="T80" fmla="*/ 3 w 398"/>
                <a:gd name="T81" fmla="*/ 0 h 817"/>
                <a:gd name="T82" fmla="*/ 3 w 398"/>
                <a:gd name="T83" fmla="*/ 0 h 817"/>
                <a:gd name="T84" fmla="*/ 3 w 398"/>
                <a:gd name="T85" fmla="*/ 0 h 817"/>
                <a:gd name="T86" fmla="*/ 2 w 398"/>
                <a:gd name="T87" fmla="*/ 0 h 817"/>
                <a:gd name="T88" fmla="*/ 2 w 398"/>
                <a:gd name="T89" fmla="*/ 0 h 817"/>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398"/>
                <a:gd name="T136" fmla="*/ 0 h 817"/>
                <a:gd name="T137" fmla="*/ 398 w 398"/>
                <a:gd name="T138" fmla="*/ 817 h 817"/>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398" h="817">
                  <a:moveTo>
                    <a:pt x="304" y="47"/>
                  </a:moveTo>
                  <a:lnTo>
                    <a:pt x="304" y="47"/>
                  </a:lnTo>
                  <a:lnTo>
                    <a:pt x="301" y="97"/>
                  </a:lnTo>
                  <a:lnTo>
                    <a:pt x="297" y="147"/>
                  </a:lnTo>
                  <a:lnTo>
                    <a:pt x="291" y="198"/>
                  </a:lnTo>
                  <a:lnTo>
                    <a:pt x="280" y="247"/>
                  </a:lnTo>
                  <a:lnTo>
                    <a:pt x="268" y="297"/>
                  </a:lnTo>
                  <a:lnTo>
                    <a:pt x="253" y="347"/>
                  </a:lnTo>
                  <a:lnTo>
                    <a:pt x="236" y="395"/>
                  </a:lnTo>
                  <a:lnTo>
                    <a:pt x="217" y="442"/>
                  </a:lnTo>
                  <a:lnTo>
                    <a:pt x="195" y="487"/>
                  </a:lnTo>
                  <a:lnTo>
                    <a:pt x="171" y="532"/>
                  </a:lnTo>
                  <a:lnTo>
                    <a:pt x="147" y="574"/>
                  </a:lnTo>
                  <a:lnTo>
                    <a:pt x="121" y="613"/>
                  </a:lnTo>
                  <a:lnTo>
                    <a:pt x="93" y="650"/>
                  </a:lnTo>
                  <a:lnTo>
                    <a:pt x="64" y="684"/>
                  </a:lnTo>
                  <a:lnTo>
                    <a:pt x="32" y="716"/>
                  </a:lnTo>
                  <a:lnTo>
                    <a:pt x="0" y="744"/>
                  </a:lnTo>
                  <a:lnTo>
                    <a:pt x="59" y="817"/>
                  </a:lnTo>
                  <a:lnTo>
                    <a:pt x="95" y="784"/>
                  </a:lnTo>
                  <a:lnTo>
                    <a:pt x="132" y="748"/>
                  </a:lnTo>
                  <a:lnTo>
                    <a:pt x="166" y="709"/>
                  </a:lnTo>
                  <a:lnTo>
                    <a:pt x="196" y="667"/>
                  </a:lnTo>
                  <a:lnTo>
                    <a:pt x="227" y="623"/>
                  </a:lnTo>
                  <a:lnTo>
                    <a:pt x="253" y="576"/>
                  </a:lnTo>
                  <a:lnTo>
                    <a:pt x="279" y="530"/>
                  </a:lnTo>
                  <a:lnTo>
                    <a:pt x="301" y="479"/>
                  </a:lnTo>
                  <a:lnTo>
                    <a:pt x="323" y="428"/>
                  </a:lnTo>
                  <a:lnTo>
                    <a:pt x="342" y="375"/>
                  </a:lnTo>
                  <a:lnTo>
                    <a:pt x="359" y="321"/>
                  </a:lnTo>
                  <a:lnTo>
                    <a:pt x="372" y="268"/>
                  </a:lnTo>
                  <a:lnTo>
                    <a:pt x="382" y="212"/>
                  </a:lnTo>
                  <a:lnTo>
                    <a:pt x="391" y="157"/>
                  </a:lnTo>
                  <a:lnTo>
                    <a:pt x="395" y="102"/>
                  </a:lnTo>
                  <a:lnTo>
                    <a:pt x="398" y="47"/>
                  </a:lnTo>
                  <a:lnTo>
                    <a:pt x="394" y="27"/>
                  </a:lnTo>
                  <a:lnTo>
                    <a:pt x="383" y="11"/>
                  </a:lnTo>
                  <a:lnTo>
                    <a:pt x="368" y="3"/>
                  </a:lnTo>
                  <a:lnTo>
                    <a:pt x="351" y="0"/>
                  </a:lnTo>
                  <a:lnTo>
                    <a:pt x="333" y="3"/>
                  </a:lnTo>
                  <a:lnTo>
                    <a:pt x="319" y="11"/>
                  </a:lnTo>
                  <a:lnTo>
                    <a:pt x="307" y="27"/>
                  </a:lnTo>
                  <a:lnTo>
                    <a:pt x="304" y="4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3806" name="Freeform 40"/>
            <p:cNvSpPr>
              <a:spLocks/>
            </p:cNvSpPr>
            <p:nvPr/>
          </p:nvSpPr>
          <p:spPr bwMode="auto">
            <a:xfrm>
              <a:off x="1660" y="1701"/>
              <a:ext cx="19" cy="365"/>
            </a:xfrm>
            <a:custGeom>
              <a:avLst/>
              <a:gdLst>
                <a:gd name="T0" fmla="*/ 0 w 95"/>
                <a:gd name="T1" fmla="*/ 0 h 1826"/>
                <a:gd name="T2" fmla="*/ 0 w 95"/>
                <a:gd name="T3" fmla="*/ 0 h 1826"/>
                <a:gd name="T4" fmla="*/ 0 w 95"/>
                <a:gd name="T5" fmla="*/ 15 h 1826"/>
                <a:gd name="T6" fmla="*/ 1 w 95"/>
                <a:gd name="T7" fmla="*/ 15 h 1826"/>
                <a:gd name="T8" fmla="*/ 1 w 95"/>
                <a:gd name="T9" fmla="*/ 0 h 1826"/>
                <a:gd name="T10" fmla="*/ 1 w 95"/>
                <a:gd name="T11" fmla="*/ 0 h 1826"/>
                <a:gd name="T12" fmla="*/ 1 w 95"/>
                <a:gd name="T13" fmla="*/ 0 h 1826"/>
                <a:gd name="T14" fmla="*/ 1 w 95"/>
                <a:gd name="T15" fmla="*/ 0 h 1826"/>
                <a:gd name="T16" fmla="*/ 1 w 95"/>
                <a:gd name="T17" fmla="*/ 0 h 1826"/>
                <a:gd name="T18" fmla="*/ 1 w 95"/>
                <a:gd name="T19" fmla="*/ 0 h 1826"/>
                <a:gd name="T20" fmla="*/ 0 w 95"/>
                <a:gd name="T21" fmla="*/ 0 h 1826"/>
                <a:gd name="T22" fmla="*/ 0 w 95"/>
                <a:gd name="T23" fmla="*/ 0 h 1826"/>
                <a:gd name="T24" fmla="*/ 0 w 95"/>
                <a:gd name="T25" fmla="*/ 0 h 1826"/>
                <a:gd name="T26" fmla="*/ 0 w 95"/>
                <a:gd name="T27" fmla="*/ 0 h 1826"/>
                <a:gd name="T28" fmla="*/ 0 w 95"/>
                <a:gd name="T29" fmla="*/ 0 h 1826"/>
                <a:gd name="T30" fmla="*/ 0 w 95"/>
                <a:gd name="T31" fmla="*/ 0 h 182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95"/>
                <a:gd name="T49" fmla="*/ 0 h 1826"/>
                <a:gd name="T50" fmla="*/ 95 w 95"/>
                <a:gd name="T51" fmla="*/ 1826 h 182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95" h="1826">
                  <a:moveTo>
                    <a:pt x="0" y="49"/>
                  </a:moveTo>
                  <a:lnTo>
                    <a:pt x="0" y="47"/>
                  </a:lnTo>
                  <a:lnTo>
                    <a:pt x="1" y="1826"/>
                  </a:lnTo>
                  <a:lnTo>
                    <a:pt x="95" y="1826"/>
                  </a:lnTo>
                  <a:lnTo>
                    <a:pt x="93" y="47"/>
                  </a:lnTo>
                  <a:lnTo>
                    <a:pt x="93" y="45"/>
                  </a:lnTo>
                  <a:lnTo>
                    <a:pt x="93" y="47"/>
                  </a:lnTo>
                  <a:lnTo>
                    <a:pt x="90" y="27"/>
                  </a:lnTo>
                  <a:lnTo>
                    <a:pt x="79" y="12"/>
                  </a:lnTo>
                  <a:lnTo>
                    <a:pt x="64" y="4"/>
                  </a:lnTo>
                  <a:lnTo>
                    <a:pt x="47" y="0"/>
                  </a:lnTo>
                  <a:lnTo>
                    <a:pt x="29" y="4"/>
                  </a:lnTo>
                  <a:lnTo>
                    <a:pt x="15" y="12"/>
                  </a:lnTo>
                  <a:lnTo>
                    <a:pt x="3" y="27"/>
                  </a:lnTo>
                  <a:lnTo>
                    <a:pt x="0" y="47"/>
                  </a:lnTo>
                  <a:lnTo>
                    <a:pt x="0" y="4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3807" name="Freeform 41"/>
            <p:cNvSpPr>
              <a:spLocks/>
            </p:cNvSpPr>
            <p:nvPr/>
          </p:nvSpPr>
          <p:spPr bwMode="auto">
            <a:xfrm>
              <a:off x="1598" y="1598"/>
              <a:ext cx="81" cy="113"/>
            </a:xfrm>
            <a:custGeom>
              <a:avLst/>
              <a:gdLst>
                <a:gd name="T0" fmla="*/ 0 w 401"/>
                <a:gd name="T1" fmla="*/ 1 h 566"/>
                <a:gd name="T2" fmla="*/ 0 w 401"/>
                <a:gd name="T3" fmla="*/ 1 h 566"/>
                <a:gd name="T4" fmla="*/ 0 w 401"/>
                <a:gd name="T5" fmla="*/ 1 h 566"/>
                <a:gd name="T6" fmla="*/ 1 w 401"/>
                <a:gd name="T7" fmla="*/ 1 h 566"/>
                <a:gd name="T8" fmla="*/ 1 w 401"/>
                <a:gd name="T9" fmla="*/ 1 h 566"/>
                <a:gd name="T10" fmla="*/ 1 w 401"/>
                <a:gd name="T11" fmla="*/ 1 h 566"/>
                <a:gd name="T12" fmla="*/ 1 w 401"/>
                <a:gd name="T13" fmla="*/ 2 h 566"/>
                <a:gd name="T14" fmla="*/ 1 w 401"/>
                <a:gd name="T15" fmla="*/ 2 h 566"/>
                <a:gd name="T16" fmla="*/ 2 w 401"/>
                <a:gd name="T17" fmla="*/ 2 h 566"/>
                <a:gd name="T18" fmla="*/ 2 w 401"/>
                <a:gd name="T19" fmla="*/ 2 h 566"/>
                <a:gd name="T20" fmla="*/ 2 w 401"/>
                <a:gd name="T21" fmla="*/ 2 h 566"/>
                <a:gd name="T22" fmla="*/ 2 w 401"/>
                <a:gd name="T23" fmla="*/ 3 h 566"/>
                <a:gd name="T24" fmla="*/ 2 w 401"/>
                <a:gd name="T25" fmla="*/ 3 h 566"/>
                <a:gd name="T26" fmla="*/ 2 w 401"/>
                <a:gd name="T27" fmla="*/ 3 h 566"/>
                <a:gd name="T28" fmla="*/ 2 w 401"/>
                <a:gd name="T29" fmla="*/ 4 h 566"/>
                <a:gd name="T30" fmla="*/ 2 w 401"/>
                <a:gd name="T31" fmla="*/ 4 h 566"/>
                <a:gd name="T32" fmla="*/ 2 w 401"/>
                <a:gd name="T33" fmla="*/ 4 h 566"/>
                <a:gd name="T34" fmla="*/ 3 w 401"/>
                <a:gd name="T35" fmla="*/ 5 h 566"/>
                <a:gd name="T36" fmla="*/ 3 w 401"/>
                <a:gd name="T37" fmla="*/ 4 h 566"/>
                <a:gd name="T38" fmla="*/ 3 w 401"/>
                <a:gd name="T39" fmla="*/ 4 h 566"/>
                <a:gd name="T40" fmla="*/ 3 w 401"/>
                <a:gd name="T41" fmla="*/ 4 h 566"/>
                <a:gd name="T42" fmla="*/ 3 w 401"/>
                <a:gd name="T43" fmla="*/ 3 h 566"/>
                <a:gd name="T44" fmla="*/ 3 w 401"/>
                <a:gd name="T45" fmla="*/ 3 h 566"/>
                <a:gd name="T46" fmla="*/ 3 w 401"/>
                <a:gd name="T47" fmla="*/ 3 h 566"/>
                <a:gd name="T48" fmla="*/ 3 w 401"/>
                <a:gd name="T49" fmla="*/ 2 h 566"/>
                <a:gd name="T50" fmla="*/ 3 w 401"/>
                <a:gd name="T51" fmla="*/ 2 h 566"/>
                <a:gd name="T52" fmla="*/ 2 w 401"/>
                <a:gd name="T53" fmla="*/ 2 h 566"/>
                <a:gd name="T54" fmla="*/ 2 w 401"/>
                <a:gd name="T55" fmla="*/ 2 h 566"/>
                <a:gd name="T56" fmla="*/ 2 w 401"/>
                <a:gd name="T57" fmla="*/ 1 h 566"/>
                <a:gd name="T58" fmla="*/ 2 w 401"/>
                <a:gd name="T59" fmla="*/ 1 h 566"/>
                <a:gd name="T60" fmla="*/ 2 w 401"/>
                <a:gd name="T61" fmla="*/ 1 h 566"/>
                <a:gd name="T62" fmla="*/ 1 w 401"/>
                <a:gd name="T63" fmla="*/ 1 h 566"/>
                <a:gd name="T64" fmla="*/ 1 w 401"/>
                <a:gd name="T65" fmla="*/ 0 h 566"/>
                <a:gd name="T66" fmla="*/ 1 w 401"/>
                <a:gd name="T67" fmla="*/ 0 h 566"/>
                <a:gd name="T68" fmla="*/ 1 w 401"/>
                <a:gd name="T69" fmla="*/ 0 h 566"/>
                <a:gd name="T70" fmla="*/ 1 w 401"/>
                <a:gd name="T71" fmla="*/ 0 h 566"/>
                <a:gd name="T72" fmla="*/ 1 w 401"/>
                <a:gd name="T73" fmla="*/ 0 h 566"/>
                <a:gd name="T74" fmla="*/ 0 w 401"/>
                <a:gd name="T75" fmla="*/ 0 h 566"/>
                <a:gd name="T76" fmla="*/ 0 w 401"/>
                <a:gd name="T77" fmla="*/ 0 h 566"/>
                <a:gd name="T78" fmla="*/ 0 w 401"/>
                <a:gd name="T79" fmla="*/ 0 h 566"/>
                <a:gd name="T80" fmla="*/ 0 w 401"/>
                <a:gd name="T81" fmla="*/ 0 h 566"/>
                <a:gd name="T82" fmla="*/ 0 w 401"/>
                <a:gd name="T83" fmla="*/ 0 h 566"/>
                <a:gd name="T84" fmla="*/ 0 w 401"/>
                <a:gd name="T85" fmla="*/ 0 h 566"/>
                <a:gd name="T86" fmla="*/ 0 w 401"/>
                <a:gd name="T87" fmla="*/ 1 h 566"/>
                <a:gd name="T88" fmla="*/ 0 w 401"/>
                <a:gd name="T89" fmla="*/ 1 h 56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401"/>
                <a:gd name="T136" fmla="*/ 0 h 566"/>
                <a:gd name="T137" fmla="*/ 401 w 401"/>
                <a:gd name="T138" fmla="*/ 566 h 566"/>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401" h="566">
                  <a:moveTo>
                    <a:pt x="23" y="88"/>
                  </a:moveTo>
                  <a:lnTo>
                    <a:pt x="23" y="88"/>
                  </a:lnTo>
                  <a:lnTo>
                    <a:pt x="53" y="107"/>
                  </a:lnTo>
                  <a:lnTo>
                    <a:pt x="83" y="125"/>
                  </a:lnTo>
                  <a:lnTo>
                    <a:pt x="108" y="147"/>
                  </a:lnTo>
                  <a:lnTo>
                    <a:pt x="135" y="171"/>
                  </a:lnTo>
                  <a:lnTo>
                    <a:pt x="160" y="196"/>
                  </a:lnTo>
                  <a:lnTo>
                    <a:pt x="182" y="223"/>
                  </a:lnTo>
                  <a:lnTo>
                    <a:pt x="205" y="251"/>
                  </a:lnTo>
                  <a:lnTo>
                    <a:pt x="223" y="281"/>
                  </a:lnTo>
                  <a:lnTo>
                    <a:pt x="240" y="312"/>
                  </a:lnTo>
                  <a:lnTo>
                    <a:pt x="256" y="345"/>
                  </a:lnTo>
                  <a:lnTo>
                    <a:pt x="270" y="379"/>
                  </a:lnTo>
                  <a:lnTo>
                    <a:pt x="282" y="414"/>
                  </a:lnTo>
                  <a:lnTo>
                    <a:pt x="291" y="450"/>
                  </a:lnTo>
                  <a:lnTo>
                    <a:pt x="299" y="488"/>
                  </a:lnTo>
                  <a:lnTo>
                    <a:pt x="304" y="526"/>
                  </a:lnTo>
                  <a:lnTo>
                    <a:pt x="308" y="566"/>
                  </a:lnTo>
                  <a:lnTo>
                    <a:pt x="401" y="562"/>
                  </a:lnTo>
                  <a:lnTo>
                    <a:pt x="398" y="517"/>
                  </a:lnTo>
                  <a:lnTo>
                    <a:pt x="391" y="471"/>
                  </a:lnTo>
                  <a:lnTo>
                    <a:pt x="383" y="429"/>
                  </a:lnTo>
                  <a:lnTo>
                    <a:pt x="371" y="386"/>
                  </a:lnTo>
                  <a:lnTo>
                    <a:pt x="357" y="346"/>
                  </a:lnTo>
                  <a:lnTo>
                    <a:pt x="340" y="307"/>
                  </a:lnTo>
                  <a:lnTo>
                    <a:pt x="324" y="270"/>
                  </a:lnTo>
                  <a:lnTo>
                    <a:pt x="303" y="232"/>
                  </a:lnTo>
                  <a:lnTo>
                    <a:pt x="280" y="197"/>
                  </a:lnTo>
                  <a:lnTo>
                    <a:pt x="255" y="164"/>
                  </a:lnTo>
                  <a:lnTo>
                    <a:pt x="228" y="132"/>
                  </a:lnTo>
                  <a:lnTo>
                    <a:pt x="199" y="103"/>
                  </a:lnTo>
                  <a:lnTo>
                    <a:pt x="169" y="76"/>
                  </a:lnTo>
                  <a:lnTo>
                    <a:pt x="137" y="50"/>
                  </a:lnTo>
                  <a:lnTo>
                    <a:pt x="103" y="27"/>
                  </a:lnTo>
                  <a:lnTo>
                    <a:pt x="67" y="6"/>
                  </a:lnTo>
                  <a:lnTo>
                    <a:pt x="48" y="0"/>
                  </a:lnTo>
                  <a:lnTo>
                    <a:pt x="30" y="2"/>
                  </a:lnTo>
                  <a:lnTo>
                    <a:pt x="16" y="12"/>
                  </a:lnTo>
                  <a:lnTo>
                    <a:pt x="5" y="25"/>
                  </a:lnTo>
                  <a:lnTo>
                    <a:pt x="0" y="41"/>
                  </a:lnTo>
                  <a:lnTo>
                    <a:pt x="0" y="59"/>
                  </a:lnTo>
                  <a:lnTo>
                    <a:pt x="8" y="75"/>
                  </a:lnTo>
                  <a:lnTo>
                    <a:pt x="23"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3808" name="Freeform 42"/>
            <p:cNvSpPr>
              <a:spLocks/>
            </p:cNvSpPr>
            <p:nvPr/>
          </p:nvSpPr>
          <p:spPr bwMode="auto">
            <a:xfrm>
              <a:off x="1346" y="1455"/>
              <a:ext cx="266" cy="160"/>
            </a:xfrm>
            <a:custGeom>
              <a:avLst/>
              <a:gdLst>
                <a:gd name="T0" fmla="*/ 0 w 1330"/>
                <a:gd name="T1" fmla="*/ 1 h 801"/>
                <a:gd name="T2" fmla="*/ 0 w 1330"/>
                <a:gd name="T3" fmla="*/ 1 h 801"/>
                <a:gd name="T4" fmla="*/ 10 w 1330"/>
                <a:gd name="T5" fmla="*/ 6 h 801"/>
                <a:gd name="T6" fmla="*/ 11 w 1330"/>
                <a:gd name="T7" fmla="*/ 6 h 801"/>
                <a:gd name="T8" fmla="*/ 1 w 1330"/>
                <a:gd name="T9" fmla="*/ 0 h 801"/>
                <a:gd name="T10" fmla="*/ 1 w 1330"/>
                <a:gd name="T11" fmla="*/ 0 h 801"/>
                <a:gd name="T12" fmla="*/ 1 w 1330"/>
                <a:gd name="T13" fmla="*/ 0 h 801"/>
                <a:gd name="T14" fmla="*/ 0 w 1330"/>
                <a:gd name="T15" fmla="*/ 0 h 801"/>
                <a:gd name="T16" fmla="*/ 0 w 1330"/>
                <a:gd name="T17" fmla="*/ 0 h 801"/>
                <a:gd name="T18" fmla="*/ 0 w 1330"/>
                <a:gd name="T19" fmla="*/ 0 h 801"/>
                <a:gd name="T20" fmla="*/ 0 w 1330"/>
                <a:gd name="T21" fmla="*/ 0 h 801"/>
                <a:gd name="T22" fmla="*/ 0 w 1330"/>
                <a:gd name="T23" fmla="*/ 0 h 801"/>
                <a:gd name="T24" fmla="*/ 0 w 1330"/>
                <a:gd name="T25" fmla="*/ 0 h 801"/>
                <a:gd name="T26" fmla="*/ 0 w 1330"/>
                <a:gd name="T27" fmla="*/ 1 h 801"/>
                <a:gd name="T28" fmla="*/ 0 w 1330"/>
                <a:gd name="T29" fmla="*/ 1 h 801"/>
                <a:gd name="T30" fmla="*/ 0 w 1330"/>
                <a:gd name="T31" fmla="*/ 1 h 801"/>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30"/>
                <a:gd name="T49" fmla="*/ 0 h 801"/>
                <a:gd name="T50" fmla="*/ 1330 w 1330"/>
                <a:gd name="T51" fmla="*/ 801 h 801"/>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30" h="801">
                  <a:moveTo>
                    <a:pt x="24" y="88"/>
                  </a:moveTo>
                  <a:lnTo>
                    <a:pt x="23" y="88"/>
                  </a:lnTo>
                  <a:lnTo>
                    <a:pt x="1286" y="801"/>
                  </a:lnTo>
                  <a:lnTo>
                    <a:pt x="1330" y="719"/>
                  </a:lnTo>
                  <a:lnTo>
                    <a:pt x="67" y="6"/>
                  </a:lnTo>
                  <a:lnTo>
                    <a:pt x="66" y="6"/>
                  </a:lnTo>
                  <a:lnTo>
                    <a:pt x="67" y="6"/>
                  </a:lnTo>
                  <a:lnTo>
                    <a:pt x="48" y="0"/>
                  </a:lnTo>
                  <a:lnTo>
                    <a:pt x="30" y="2"/>
                  </a:lnTo>
                  <a:lnTo>
                    <a:pt x="16" y="12"/>
                  </a:lnTo>
                  <a:lnTo>
                    <a:pt x="5" y="25"/>
                  </a:lnTo>
                  <a:lnTo>
                    <a:pt x="0" y="41"/>
                  </a:lnTo>
                  <a:lnTo>
                    <a:pt x="0" y="59"/>
                  </a:lnTo>
                  <a:lnTo>
                    <a:pt x="8" y="75"/>
                  </a:lnTo>
                  <a:lnTo>
                    <a:pt x="23" y="88"/>
                  </a:lnTo>
                  <a:lnTo>
                    <a:pt x="24"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3809" name="Freeform 43"/>
            <p:cNvSpPr>
              <a:spLocks/>
            </p:cNvSpPr>
            <p:nvPr/>
          </p:nvSpPr>
          <p:spPr bwMode="auto">
            <a:xfrm>
              <a:off x="1198" y="1439"/>
              <a:ext cx="161" cy="35"/>
            </a:xfrm>
            <a:custGeom>
              <a:avLst/>
              <a:gdLst>
                <a:gd name="T0" fmla="*/ 1 w 806"/>
                <a:gd name="T1" fmla="*/ 1 h 177"/>
                <a:gd name="T2" fmla="*/ 1 w 806"/>
                <a:gd name="T3" fmla="*/ 1 h 177"/>
                <a:gd name="T4" fmla="*/ 1 w 806"/>
                <a:gd name="T5" fmla="*/ 1 h 177"/>
                <a:gd name="T6" fmla="*/ 1 w 806"/>
                <a:gd name="T7" fmla="*/ 1 h 177"/>
                <a:gd name="T8" fmla="*/ 2 w 806"/>
                <a:gd name="T9" fmla="*/ 1 h 177"/>
                <a:gd name="T10" fmla="*/ 2 w 806"/>
                <a:gd name="T11" fmla="*/ 1 h 177"/>
                <a:gd name="T12" fmla="*/ 2 w 806"/>
                <a:gd name="T13" fmla="*/ 1 h 177"/>
                <a:gd name="T14" fmla="*/ 3 w 806"/>
                <a:gd name="T15" fmla="*/ 1 h 177"/>
                <a:gd name="T16" fmla="*/ 3 w 806"/>
                <a:gd name="T17" fmla="*/ 1 h 177"/>
                <a:gd name="T18" fmla="*/ 3 w 806"/>
                <a:gd name="T19" fmla="*/ 1 h 177"/>
                <a:gd name="T20" fmla="*/ 4 w 806"/>
                <a:gd name="T21" fmla="*/ 1 h 177"/>
                <a:gd name="T22" fmla="*/ 4 w 806"/>
                <a:gd name="T23" fmla="*/ 1 h 177"/>
                <a:gd name="T24" fmla="*/ 5 w 806"/>
                <a:gd name="T25" fmla="*/ 1 h 177"/>
                <a:gd name="T26" fmla="*/ 5 w 806"/>
                <a:gd name="T27" fmla="*/ 1 h 177"/>
                <a:gd name="T28" fmla="*/ 5 w 806"/>
                <a:gd name="T29" fmla="*/ 1 h 177"/>
                <a:gd name="T30" fmla="*/ 6 w 806"/>
                <a:gd name="T31" fmla="*/ 1 h 177"/>
                <a:gd name="T32" fmla="*/ 6 w 806"/>
                <a:gd name="T33" fmla="*/ 1 h 177"/>
                <a:gd name="T34" fmla="*/ 6 w 806"/>
                <a:gd name="T35" fmla="*/ 1 h 177"/>
                <a:gd name="T36" fmla="*/ 6 w 806"/>
                <a:gd name="T37" fmla="*/ 1 h 177"/>
                <a:gd name="T38" fmla="*/ 6 w 806"/>
                <a:gd name="T39" fmla="*/ 1 h 177"/>
                <a:gd name="T40" fmla="*/ 6 w 806"/>
                <a:gd name="T41" fmla="*/ 0 h 177"/>
                <a:gd name="T42" fmla="*/ 5 w 806"/>
                <a:gd name="T43" fmla="*/ 0 h 177"/>
                <a:gd name="T44" fmla="*/ 5 w 806"/>
                <a:gd name="T45" fmla="*/ 0 h 177"/>
                <a:gd name="T46" fmla="*/ 5 w 806"/>
                <a:gd name="T47" fmla="*/ 0 h 177"/>
                <a:gd name="T48" fmla="*/ 4 w 806"/>
                <a:gd name="T49" fmla="*/ 0 h 177"/>
                <a:gd name="T50" fmla="*/ 4 w 806"/>
                <a:gd name="T51" fmla="*/ 0 h 177"/>
                <a:gd name="T52" fmla="*/ 3 w 806"/>
                <a:gd name="T53" fmla="*/ 0 h 177"/>
                <a:gd name="T54" fmla="*/ 3 w 806"/>
                <a:gd name="T55" fmla="*/ 0 h 177"/>
                <a:gd name="T56" fmla="*/ 3 w 806"/>
                <a:gd name="T57" fmla="*/ 0 h 177"/>
                <a:gd name="T58" fmla="*/ 2 w 806"/>
                <a:gd name="T59" fmla="*/ 0 h 177"/>
                <a:gd name="T60" fmla="*/ 2 w 806"/>
                <a:gd name="T61" fmla="*/ 0 h 177"/>
                <a:gd name="T62" fmla="*/ 1 w 806"/>
                <a:gd name="T63" fmla="*/ 0 h 177"/>
                <a:gd name="T64" fmla="*/ 1 w 806"/>
                <a:gd name="T65" fmla="*/ 0 h 177"/>
                <a:gd name="T66" fmla="*/ 1 w 806"/>
                <a:gd name="T67" fmla="*/ 1 h 177"/>
                <a:gd name="T68" fmla="*/ 0 w 806"/>
                <a:gd name="T69" fmla="*/ 1 h 177"/>
                <a:gd name="T70" fmla="*/ 0 w 806"/>
                <a:gd name="T71" fmla="*/ 1 h 177"/>
                <a:gd name="T72" fmla="*/ 0 w 806"/>
                <a:gd name="T73" fmla="*/ 1 h 177"/>
                <a:gd name="T74" fmla="*/ 0 w 806"/>
                <a:gd name="T75" fmla="*/ 1 h 177"/>
                <a:gd name="T76" fmla="*/ 0 w 806"/>
                <a:gd name="T77" fmla="*/ 1 h 177"/>
                <a:gd name="T78" fmla="*/ 0 w 806"/>
                <a:gd name="T79" fmla="*/ 1 h 177"/>
                <a:gd name="T80" fmla="*/ 0 w 806"/>
                <a:gd name="T81" fmla="*/ 1 h 177"/>
                <a:gd name="T82" fmla="*/ 0 w 806"/>
                <a:gd name="T83" fmla="*/ 1 h 177"/>
                <a:gd name="T84" fmla="*/ 0 w 806"/>
                <a:gd name="T85" fmla="*/ 1 h 177"/>
                <a:gd name="T86" fmla="*/ 0 w 806"/>
                <a:gd name="T87" fmla="*/ 1 h 177"/>
                <a:gd name="T88" fmla="*/ 1 w 806"/>
                <a:gd name="T89" fmla="*/ 1 h 177"/>
                <a:gd name="T90" fmla="*/ 1 w 806"/>
                <a:gd name="T91" fmla="*/ 1 h 17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806"/>
                <a:gd name="T139" fmla="*/ 0 h 177"/>
                <a:gd name="T140" fmla="*/ 806 w 806"/>
                <a:gd name="T141" fmla="*/ 177 h 17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806" h="177">
                  <a:moveTo>
                    <a:pt x="67" y="171"/>
                  </a:moveTo>
                  <a:lnTo>
                    <a:pt x="68" y="171"/>
                  </a:lnTo>
                  <a:lnTo>
                    <a:pt x="109" y="151"/>
                  </a:lnTo>
                  <a:lnTo>
                    <a:pt x="151" y="135"/>
                  </a:lnTo>
                  <a:lnTo>
                    <a:pt x="196" y="122"/>
                  </a:lnTo>
                  <a:lnTo>
                    <a:pt x="242" y="110"/>
                  </a:lnTo>
                  <a:lnTo>
                    <a:pt x="287" y="102"/>
                  </a:lnTo>
                  <a:lnTo>
                    <a:pt x="335" y="97"/>
                  </a:lnTo>
                  <a:lnTo>
                    <a:pt x="382" y="95"/>
                  </a:lnTo>
                  <a:lnTo>
                    <a:pt x="430" y="94"/>
                  </a:lnTo>
                  <a:lnTo>
                    <a:pt x="477" y="97"/>
                  </a:lnTo>
                  <a:lnTo>
                    <a:pt x="524" y="102"/>
                  </a:lnTo>
                  <a:lnTo>
                    <a:pt x="568" y="108"/>
                  </a:lnTo>
                  <a:lnTo>
                    <a:pt x="612" y="117"/>
                  </a:lnTo>
                  <a:lnTo>
                    <a:pt x="654" y="128"/>
                  </a:lnTo>
                  <a:lnTo>
                    <a:pt x="693" y="141"/>
                  </a:lnTo>
                  <a:lnTo>
                    <a:pt x="730" y="155"/>
                  </a:lnTo>
                  <a:lnTo>
                    <a:pt x="764" y="171"/>
                  </a:lnTo>
                  <a:lnTo>
                    <a:pt x="806" y="89"/>
                  </a:lnTo>
                  <a:lnTo>
                    <a:pt x="768" y="70"/>
                  </a:lnTo>
                  <a:lnTo>
                    <a:pt x="725" y="54"/>
                  </a:lnTo>
                  <a:lnTo>
                    <a:pt x="680" y="39"/>
                  </a:lnTo>
                  <a:lnTo>
                    <a:pt x="633" y="26"/>
                  </a:lnTo>
                  <a:lnTo>
                    <a:pt x="585" y="16"/>
                  </a:lnTo>
                  <a:lnTo>
                    <a:pt x="536" y="8"/>
                  </a:lnTo>
                  <a:lnTo>
                    <a:pt x="484" y="3"/>
                  </a:lnTo>
                  <a:lnTo>
                    <a:pt x="433" y="0"/>
                  </a:lnTo>
                  <a:lnTo>
                    <a:pt x="380" y="1"/>
                  </a:lnTo>
                  <a:lnTo>
                    <a:pt x="328" y="3"/>
                  </a:lnTo>
                  <a:lnTo>
                    <a:pt x="276" y="10"/>
                  </a:lnTo>
                  <a:lnTo>
                    <a:pt x="223" y="19"/>
                  </a:lnTo>
                  <a:lnTo>
                    <a:pt x="172" y="30"/>
                  </a:lnTo>
                  <a:lnTo>
                    <a:pt x="121" y="46"/>
                  </a:lnTo>
                  <a:lnTo>
                    <a:pt x="72" y="67"/>
                  </a:lnTo>
                  <a:lnTo>
                    <a:pt x="24" y="89"/>
                  </a:lnTo>
                  <a:lnTo>
                    <a:pt x="25" y="89"/>
                  </a:lnTo>
                  <a:lnTo>
                    <a:pt x="24" y="89"/>
                  </a:lnTo>
                  <a:lnTo>
                    <a:pt x="8" y="102"/>
                  </a:lnTo>
                  <a:lnTo>
                    <a:pt x="0" y="118"/>
                  </a:lnTo>
                  <a:lnTo>
                    <a:pt x="0" y="136"/>
                  </a:lnTo>
                  <a:lnTo>
                    <a:pt x="6" y="152"/>
                  </a:lnTo>
                  <a:lnTo>
                    <a:pt x="17" y="165"/>
                  </a:lnTo>
                  <a:lnTo>
                    <a:pt x="31" y="175"/>
                  </a:lnTo>
                  <a:lnTo>
                    <a:pt x="48" y="177"/>
                  </a:lnTo>
                  <a:lnTo>
                    <a:pt x="68" y="171"/>
                  </a:lnTo>
                  <a:lnTo>
                    <a:pt x="67" y="1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3810" name="Freeform 44"/>
            <p:cNvSpPr>
              <a:spLocks/>
            </p:cNvSpPr>
            <p:nvPr/>
          </p:nvSpPr>
          <p:spPr bwMode="auto">
            <a:xfrm>
              <a:off x="931" y="1456"/>
              <a:ext cx="280" cy="158"/>
            </a:xfrm>
            <a:custGeom>
              <a:avLst/>
              <a:gdLst>
                <a:gd name="T0" fmla="*/ 1 w 1402"/>
                <a:gd name="T1" fmla="*/ 6 h 787"/>
                <a:gd name="T2" fmla="*/ 1 w 1402"/>
                <a:gd name="T3" fmla="*/ 6 h 787"/>
                <a:gd name="T4" fmla="*/ 11 w 1402"/>
                <a:gd name="T5" fmla="*/ 1 h 787"/>
                <a:gd name="T6" fmla="*/ 11 w 1402"/>
                <a:gd name="T7" fmla="*/ 0 h 787"/>
                <a:gd name="T8" fmla="*/ 0 w 1402"/>
                <a:gd name="T9" fmla="*/ 6 h 787"/>
                <a:gd name="T10" fmla="*/ 0 w 1402"/>
                <a:gd name="T11" fmla="*/ 6 h 787"/>
                <a:gd name="T12" fmla="*/ 0 w 1402"/>
                <a:gd name="T13" fmla="*/ 6 h 787"/>
                <a:gd name="T14" fmla="*/ 0 w 1402"/>
                <a:gd name="T15" fmla="*/ 6 h 787"/>
                <a:gd name="T16" fmla="*/ 0 w 1402"/>
                <a:gd name="T17" fmla="*/ 6 h 787"/>
                <a:gd name="T18" fmla="*/ 0 w 1402"/>
                <a:gd name="T19" fmla="*/ 6 h 787"/>
                <a:gd name="T20" fmla="*/ 0 w 1402"/>
                <a:gd name="T21" fmla="*/ 6 h 787"/>
                <a:gd name="T22" fmla="*/ 0 w 1402"/>
                <a:gd name="T23" fmla="*/ 6 h 787"/>
                <a:gd name="T24" fmla="*/ 0 w 1402"/>
                <a:gd name="T25" fmla="*/ 6 h 787"/>
                <a:gd name="T26" fmla="*/ 0 w 1402"/>
                <a:gd name="T27" fmla="*/ 6 h 787"/>
                <a:gd name="T28" fmla="*/ 1 w 1402"/>
                <a:gd name="T29" fmla="*/ 6 h 787"/>
                <a:gd name="T30" fmla="*/ 1 w 1402"/>
                <a:gd name="T31" fmla="*/ 6 h 78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02"/>
                <a:gd name="T49" fmla="*/ 0 h 787"/>
                <a:gd name="T50" fmla="*/ 1402 w 1402"/>
                <a:gd name="T51" fmla="*/ 787 h 78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02" h="787">
                  <a:moveTo>
                    <a:pt x="69" y="781"/>
                  </a:moveTo>
                  <a:lnTo>
                    <a:pt x="66" y="781"/>
                  </a:lnTo>
                  <a:lnTo>
                    <a:pt x="1402" y="82"/>
                  </a:lnTo>
                  <a:lnTo>
                    <a:pt x="1360" y="0"/>
                  </a:lnTo>
                  <a:lnTo>
                    <a:pt x="24" y="699"/>
                  </a:lnTo>
                  <a:lnTo>
                    <a:pt x="22" y="699"/>
                  </a:lnTo>
                  <a:lnTo>
                    <a:pt x="24" y="699"/>
                  </a:lnTo>
                  <a:lnTo>
                    <a:pt x="8" y="712"/>
                  </a:lnTo>
                  <a:lnTo>
                    <a:pt x="1" y="727"/>
                  </a:lnTo>
                  <a:lnTo>
                    <a:pt x="0" y="744"/>
                  </a:lnTo>
                  <a:lnTo>
                    <a:pt x="5" y="761"/>
                  </a:lnTo>
                  <a:lnTo>
                    <a:pt x="15" y="775"/>
                  </a:lnTo>
                  <a:lnTo>
                    <a:pt x="30" y="784"/>
                  </a:lnTo>
                  <a:lnTo>
                    <a:pt x="46" y="787"/>
                  </a:lnTo>
                  <a:lnTo>
                    <a:pt x="66" y="781"/>
                  </a:lnTo>
                  <a:lnTo>
                    <a:pt x="69" y="7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3811" name="Freeform 45"/>
            <p:cNvSpPr>
              <a:spLocks/>
            </p:cNvSpPr>
            <p:nvPr/>
          </p:nvSpPr>
          <p:spPr bwMode="auto">
            <a:xfrm>
              <a:off x="868" y="1596"/>
              <a:ext cx="77" cy="126"/>
            </a:xfrm>
            <a:custGeom>
              <a:avLst/>
              <a:gdLst>
                <a:gd name="T0" fmla="*/ 1 w 382"/>
                <a:gd name="T1" fmla="*/ 5 h 628"/>
                <a:gd name="T2" fmla="*/ 1 w 382"/>
                <a:gd name="T3" fmla="*/ 5 h 628"/>
                <a:gd name="T4" fmla="*/ 1 w 382"/>
                <a:gd name="T5" fmla="*/ 4 h 628"/>
                <a:gd name="T6" fmla="*/ 1 w 382"/>
                <a:gd name="T7" fmla="*/ 4 h 628"/>
                <a:gd name="T8" fmla="*/ 1 w 382"/>
                <a:gd name="T9" fmla="*/ 4 h 628"/>
                <a:gd name="T10" fmla="*/ 1 w 382"/>
                <a:gd name="T11" fmla="*/ 3 h 628"/>
                <a:gd name="T12" fmla="*/ 1 w 382"/>
                <a:gd name="T13" fmla="*/ 3 h 628"/>
                <a:gd name="T14" fmla="*/ 1 w 382"/>
                <a:gd name="T15" fmla="*/ 3 h 628"/>
                <a:gd name="T16" fmla="*/ 1 w 382"/>
                <a:gd name="T17" fmla="*/ 3 h 628"/>
                <a:gd name="T18" fmla="*/ 1 w 382"/>
                <a:gd name="T19" fmla="*/ 2 h 628"/>
                <a:gd name="T20" fmla="*/ 2 w 382"/>
                <a:gd name="T21" fmla="*/ 2 h 628"/>
                <a:gd name="T22" fmla="*/ 2 w 382"/>
                <a:gd name="T23" fmla="*/ 2 h 628"/>
                <a:gd name="T24" fmla="*/ 2 w 382"/>
                <a:gd name="T25" fmla="*/ 2 h 628"/>
                <a:gd name="T26" fmla="*/ 2 w 382"/>
                <a:gd name="T27" fmla="*/ 1 h 628"/>
                <a:gd name="T28" fmla="*/ 2 w 382"/>
                <a:gd name="T29" fmla="*/ 1 h 628"/>
                <a:gd name="T30" fmla="*/ 3 w 382"/>
                <a:gd name="T31" fmla="*/ 1 h 628"/>
                <a:gd name="T32" fmla="*/ 3 w 382"/>
                <a:gd name="T33" fmla="*/ 1 h 628"/>
                <a:gd name="T34" fmla="*/ 3 w 382"/>
                <a:gd name="T35" fmla="*/ 1 h 628"/>
                <a:gd name="T36" fmla="*/ 3 w 382"/>
                <a:gd name="T37" fmla="*/ 0 h 628"/>
                <a:gd name="T38" fmla="*/ 2 w 382"/>
                <a:gd name="T39" fmla="*/ 0 h 628"/>
                <a:gd name="T40" fmla="*/ 2 w 382"/>
                <a:gd name="T41" fmla="*/ 0 h 628"/>
                <a:gd name="T42" fmla="*/ 2 w 382"/>
                <a:gd name="T43" fmla="*/ 1 h 628"/>
                <a:gd name="T44" fmla="*/ 2 w 382"/>
                <a:gd name="T45" fmla="*/ 1 h 628"/>
                <a:gd name="T46" fmla="*/ 1 w 382"/>
                <a:gd name="T47" fmla="*/ 1 h 628"/>
                <a:gd name="T48" fmla="*/ 1 w 382"/>
                <a:gd name="T49" fmla="*/ 1 h 628"/>
                <a:gd name="T50" fmla="*/ 1 w 382"/>
                <a:gd name="T51" fmla="*/ 2 h 628"/>
                <a:gd name="T52" fmla="*/ 1 w 382"/>
                <a:gd name="T53" fmla="*/ 2 h 628"/>
                <a:gd name="T54" fmla="*/ 1 w 382"/>
                <a:gd name="T55" fmla="*/ 2 h 628"/>
                <a:gd name="T56" fmla="*/ 0 w 382"/>
                <a:gd name="T57" fmla="*/ 3 h 628"/>
                <a:gd name="T58" fmla="*/ 0 w 382"/>
                <a:gd name="T59" fmla="*/ 3 h 628"/>
                <a:gd name="T60" fmla="*/ 0 w 382"/>
                <a:gd name="T61" fmla="*/ 3 h 628"/>
                <a:gd name="T62" fmla="*/ 0 w 382"/>
                <a:gd name="T63" fmla="*/ 4 h 628"/>
                <a:gd name="T64" fmla="*/ 0 w 382"/>
                <a:gd name="T65" fmla="*/ 4 h 628"/>
                <a:gd name="T66" fmla="*/ 0 w 382"/>
                <a:gd name="T67" fmla="*/ 4 h 628"/>
                <a:gd name="T68" fmla="*/ 0 w 382"/>
                <a:gd name="T69" fmla="*/ 5 h 628"/>
                <a:gd name="T70" fmla="*/ 0 w 382"/>
                <a:gd name="T71" fmla="*/ 5 h 628"/>
                <a:gd name="T72" fmla="*/ 0 w 382"/>
                <a:gd name="T73" fmla="*/ 5 h 628"/>
                <a:gd name="T74" fmla="*/ 0 w 382"/>
                <a:gd name="T75" fmla="*/ 5 h 628"/>
                <a:gd name="T76" fmla="*/ 0 w 382"/>
                <a:gd name="T77" fmla="*/ 5 h 628"/>
                <a:gd name="T78" fmla="*/ 0 w 382"/>
                <a:gd name="T79" fmla="*/ 5 h 628"/>
                <a:gd name="T80" fmla="*/ 0 w 382"/>
                <a:gd name="T81" fmla="*/ 5 h 628"/>
                <a:gd name="T82" fmla="*/ 1 w 382"/>
                <a:gd name="T83" fmla="*/ 5 h 628"/>
                <a:gd name="T84" fmla="*/ 1 w 382"/>
                <a:gd name="T85" fmla="*/ 5 h 628"/>
                <a:gd name="T86" fmla="*/ 1 w 382"/>
                <a:gd name="T87" fmla="*/ 5 h 628"/>
                <a:gd name="T88" fmla="*/ 1 w 382"/>
                <a:gd name="T89" fmla="*/ 5 h 628"/>
                <a:gd name="T90" fmla="*/ 1 w 382"/>
                <a:gd name="T91" fmla="*/ 5 h 628"/>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382"/>
                <a:gd name="T139" fmla="*/ 0 h 628"/>
                <a:gd name="T140" fmla="*/ 382 w 382"/>
                <a:gd name="T141" fmla="*/ 628 h 628"/>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382" h="628">
                  <a:moveTo>
                    <a:pt x="94" y="581"/>
                  </a:moveTo>
                  <a:lnTo>
                    <a:pt x="94" y="582"/>
                  </a:lnTo>
                  <a:lnTo>
                    <a:pt x="96" y="541"/>
                  </a:lnTo>
                  <a:lnTo>
                    <a:pt x="99" y="500"/>
                  </a:lnTo>
                  <a:lnTo>
                    <a:pt x="106" y="463"/>
                  </a:lnTo>
                  <a:lnTo>
                    <a:pt x="115" y="424"/>
                  </a:lnTo>
                  <a:lnTo>
                    <a:pt x="127" y="389"/>
                  </a:lnTo>
                  <a:lnTo>
                    <a:pt x="140" y="353"/>
                  </a:lnTo>
                  <a:lnTo>
                    <a:pt x="156" y="320"/>
                  </a:lnTo>
                  <a:lnTo>
                    <a:pt x="173" y="287"/>
                  </a:lnTo>
                  <a:lnTo>
                    <a:pt x="193" y="255"/>
                  </a:lnTo>
                  <a:lnTo>
                    <a:pt x="214" y="226"/>
                  </a:lnTo>
                  <a:lnTo>
                    <a:pt x="238" y="198"/>
                  </a:lnTo>
                  <a:lnTo>
                    <a:pt x="263" y="172"/>
                  </a:lnTo>
                  <a:lnTo>
                    <a:pt x="290" y="146"/>
                  </a:lnTo>
                  <a:lnTo>
                    <a:pt x="318" y="122"/>
                  </a:lnTo>
                  <a:lnTo>
                    <a:pt x="349" y="101"/>
                  </a:lnTo>
                  <a:lnTo>
                    <a:pt x="382" y="82"/>
                  </a:lnTo>
                  <a:lnTo>
                    <a:pt x="335" y="0"/>
                  </a:lnTo>
                  <a:lnTo>
                    <a:pt x="297" y="23"/>
                  </a:lnTo>
                  <a:lnTo>
                    <a:pt x="262" y="49"/>
                  </a:lnTo>
                  <a:lnTo>
                    <a:pt x="229" y="76"/>
                  </a:lnTo>
                  <a:lnTo>
                    <a:pt x="198" y="104"/>
                  </a:lnTo>
                  <a:lnTo>
                    <a:pt x="167" y="137"/>
                  </a:lnTo>
                  <a:lnTo>
                    <a:pt x="142" y="170"/>
                  </a:lnTo>
                  <a:lnTo>
                    <a:pt x="116" y="204"/>
                  </a:lnTo>
                  <a:lnTo>
                    <a:pt x="94" y="240"/>
                  </a:lnTo>
                  <a:lnTo>
                    <a:pt x="74" y="278"/>
                  </a:lnTo>
                  <a:lnTo>
                    <a:pt x="54" y="317"/>
                  </a:lnTo>
                  <a:lnTo>
                    <a:pt x="38" y="359"/>
                  </a:lnTo>
                  <a:lnTo>
                    <a:pt x="26" y="401"/>
                  </a:lnTo>
                  <a:lnTo>
                    <a:pt x="15" y="444"/>
                  </a:lnTo>
                  <a:lnTo>
                    <a:pt x="8" y="489"/>
                  </a:lnTo>
                  <a:lnTo>
                    <a:pt x="2" y="534"/>
                  </a:lnTo>
                  <a:lnTo>
                    <a:pt x="0" y="580"/>
                  </a:lnTo>
                  <a:lnTo>
                    <a:pt x="0" y="581"/>
                  </a:lnTo>
                  <a:lnTo>
                    <a:pt x="0" y="580"/>
                  </a:lnTo>
                  <a:lnTo>
                    <a:pt x="3" y="600"/>
                  </a:lnTo>
                  <a:lnTo>
                    <a:pt x="14" y="615"/>
                  </a:lnTo>
                  <a:lnTo>
                    <a:pt x="29" y="625"/>
                  </a:lnTo>
                  <a:lnTo>
                    <a:pt x="45" y="628"/>
                  </a:lnTo>
                  <a:lnTo>
                    <a:pt x="63" y="626"/>
                  </a:lnTo>
                  <a:lnTo>
                    <a:pt x="78" y="616"/>
                  </a:lnTo>
                  <a:lnTo>
                    <a:pt x="89" y="602"/>
                  </a:lnTo>
                  <a:lnTo>
                    <a:pt x="94" y="582"/>
                  </a:lnTo>
                  <a:lnTo>
                    <a:pt x="94" y="5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3812" name="Freeform 46"/>
            <p:cNvSpPr>
              <a:spLocks/>
            </p:cNvSpPr>
            <p:nvPr/>
          </p:nvSpPr>
          <p:spPr bwMode="auto">
            <a:xfrm>
              <a:off x="868" y="1712"/>
              <a:ext cx="19" cy="364"/>
            </a:xfrm>
            <a:custGeom>
              <a:avLst/>
              <a:gdLst>
                <a:gd name="T0" fmla="*/ 1 w 94"/>
                <a:gd name="T1" fmla="*/ 14 h 1818"/>
                <a:gd name="T2" fmla="*/ 1 w 94"/>
                <a:gd name="T3" fmla="*/ 14 h 1818"/>
                <a:gd name="T4" fmla="*/ 1 w 94"/>
                <a:gd name="T5" fmla="*/ 0 h 1818"/>
                <a:gd name="T6" fmla="*/ 0 w 94"/>
                <a:gd name="T7" fmla="*/ 0 h 1818"/>
                <a:gd name="T8" fmla="*/ 0 w 94"/>
                <a:gd name="T9" fmla="*/ 14 h 1818"/>
                <a:gd name="T10" fmla="*/ 0 w 94"/>
                <a:gd name="T11" fmla="*/ 14 h 1818"/>
                <a:gd name="T12" fmla="*/ 0 w 94"/>
                <a:gd name="T13" fmla="*/ 14 h 1818"/>
                <a:gd name="T14" fmla="*/ 0 w 94"/>
                <a:gd name="T15" fmla="*/ 14 h 1818"/>
                <a:gd name="T16" fmla="*/ 0 w 94"/>
                <a:gd name="T17" fmla="*/ 14 h 1818"/>
                <a:gd name="T18" fmla="*/ 0 w 94"/>
                <a:gd name="T19" fmla="*/ 15 h 1818"/>
                <a:gd name="T20" fmla="*/ 0 w 94"/>
                <a:gd name="T21" fmla="*/ 15 h 1818"/>
                <a:gd name="T22" fmla="*/ 1 w 94"/>
                <a:gd name="T23" fmla="*/ 15 h 1818"/>
                <a:gd name="T24" fmla="*/ 1 w 94"/>
                <a:gd name="T25" fmla="*/ 14 h 1818"/>
                <a:gd name="T26" fmla="*/ 1 w 94"/>
                <a:gd name="T27" fmla="*/ 14 h 1818"/>
                <a:gd name="T28" fmla="*/ 1 w 94"/>
                <a:gd name="T29" fmla="*/ 14 h 1818"/>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94"/>
                <a:gd name="T46" fmla="*/ 0 h 1818"/>
                <a:gd name="T47" fmla="*/ 94 w 94"/>
                <a:gd name="T48" fmla="*/ 1818 h 1818"/>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94" h="1818">
                  <a:moveTo>
                    <a:pt x="94" y="1771"/>
                  </a:moveTo>
                  <a:lnTo>
                    <a:pt x="94" y="1771"/>
                  </a:lnTo>
                  <a:lnTo>
                    <a:pt x="94" y="0"/>
                  </a:lnTo>
                  <a:lnTo>
                    <a:pt x="0" y="0"/>
                  </a:lnTo>
                  <a:lnTo>
                    <a:pt x="0" y="1771"/>
                  </a:lnTo>
                  <a:lnTo>
                    <a:pt x="3" y="1791"/>
                  </a:lnTo>
                  <a:lnTo>
                    <a:pt x="15" y="1806"/>
                  </a:lnTo>
                  <a:lnTo>
                    <a:pt x="29" y="1814"/>
                  </a:lnTo>
                  <a:lnTo>
                    <a:pt x="47" y="1818"/>
                  </a:lnTo>
                  <a:lnTo>
                    <a:pt x="64" y="1814"/>
                  </a:lnTo>
                  <a:lnTo>
                    <a:pt x="79" y="1806"/>
                  </a:lnTo>
                  <a:lnTo>
                    <a:pt x="90" y="1791"/>
                  </a:lnTo>
                  <a:lnTo>
                    <a:pt x="94" y="17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3813" name="Freeform 47"/>
            <p:cNvSpPr>
              <a:spLocks/>
            </p:cNvSpPr>
            <p:nvPr/>
          </p:nvSpPr>
          <p:spPr bwMode="auto">
            <a:xfrm>
              <a:off x="868" y="2067"/>
              <a:ext cx="90" cy="160"/>
            </a:xfrm>
            <a:custGeom>
              <a:avLst/>
              <a:gdLst>
                <a:gd name="T0" fmla="*/ 3 w 449"/>
                <a:gd name="T1" fmla="*/ 6 h 803"/>
                <a:gd name="T2" fmla="*/ 3 w 449"/>
                <a:gd name="T3" fmla="*/ 6 h 803"/>
                <a:gd name="T4" fmla="*/ 3 w 449"/>
                <a:gd name="T5" fmla="*/ 5 h 803"/>
                <a:gd name="T6" fmla="*/ 3 w 449"/>
                <a:gd name="T7" fmla="*/ 5 h 803"/>
                <a:gd name="T8" fmla="*/ 3 w 449"/>
                <a:gd name="T9" fmla="*/ 5 h 803"/>
                <a:gd name="T10" fmla="*/ 2 w 449"/>
                <a:gd name="T11" fmla="*/ 5 h 803"/>
                <a:gd name="T12" fmla="*/ 2 w 449"/>
                <a:gd name="T13" fmla="*/ 4 h 803"/>
                <a:gd name="T14" fmla="*/ 2 w 449"/>
                <a:gd name="T15" fmla="*/ 4 h 803"/>
                <a:gd name="T16" fmla="*/ 2 w 449"/>
                <a:gd name="T17" fmla="*/ 4 h 803"/>
                <a:gd name="T18" fmla="*/ 2 w 449"/>
                <a:gd name="T19" fmla="*/ 3 h 803"/>
                <a:gd name="T20" fmla="*/ 1 w 449"/>
                <a:gd name="T21" fmla="*/ 3 h 803"/>
                <a:gd name="T22" fmla="*/ 1 w 449"/>
                <a:gd name="T23" fmla="*/ 2 h 803"/>
                <a:gd name="T24" fmla="*/ 1 w 449"/>
                <a:gd name="T25" fmla="*/ 2 h 803"/>
                <a:gd name="T26" fmla="*/ 1 w 449"/>
                <a:gd name="T27" fmla="*/ 2 h 803"/>
                <a:gd name="T28" fmla="*/ 1 w 449"/>
                <a:gd name="T29" fmla="*/ 1 h 803"/>
                <a:gd name="T30" fmla="*/ 1 w 449"/>
                <a:gd name="T31" fmla="*/ 1 h 803"/>
                <a:gd name="T32" fmla="*/ 1 w 449"/>
                <a:gd name="T33" fmla="*/ 0 h 803"/>
                <a:gd name="T34" fmla="*/ 1 w 449"/>
                <a:gd name="T35" fmla="*/ 0 h 803"/>
                <a:gd name="T36" fmla="*/ 0 w 449"/>
                <a:gd name="T37" fmla="*/ 0 h 803"/>
                <a:gd name="T38" fmla="*/ 0 w 449"/>
                <a:gd name="T39" fmla="*/ 0 h 803"/>
                <a:gd name="T40" fmla="*/ 0 w 449"/>
                <a:gd name="T41" fmla="*/ 1 h 803"/>
                <a:gd name="T42" fmla="*/ 0 w 449"/>
                <a:gd name="T43" fmla="*/ 1 h 803"/>
                <a:gd name="T44" fmla="*/ 0 w 449"/>
                <a:gd name="T45" fmla="*/ 2 h 803"/>
                <a:gd name="T46" fmla="*/ 0 w 449"/>
                <a:gd name="T47" fmla="*/ 2 h 803"/>
                <a:gd name="T48" fmla="*/ 0 w 449"/>
                <a:gd name="T49" fmla="*/ 3 h 803"/>
                <a:gd name="T50" fmla="*/ 1 w 449"/>
                <a:gd name="T51" fmla="*/ 3 h 803"/>
                <a:gd name="T52" fmla="*/ 1 w 449"/>
                <a:gd name="T53" fmla="*/ 4 h 803"/>
                <a:gd name="T54" fmla="*/ 1 w 449"/>
                <a:gd name="T55" fmla="*/ 4 h 803"/>
                <a:gd name="T56" fmla="*/ 1 w 449"/>
                <a:gd name="T57" fmla="*/ 4 h 803"/>
                <a:gd name="T58" fmla="*/ 2 w 449"/>
                <a:gd name="T59" fmla="*/ 5 h 803"/>
                <a:gd name="T60" fmla="*/ 2 w 449"/>
                <a:gd name="T61" fmla="*/ 5 h 803"/>
                <a:gd name="T62" fmla="*/ 2 w 449"/>
                <a:gd name="T63" fmla="*/ 5 h 803"/>
                <a:gd name="T64" fmla="*/ 2 w 449"/>
                <a:gd name="T65" fmla="*/ 6 h 803"/>
                <a:gd name="T66" fmla="*/ 3 w 449"/>
                <a:gd name="T67" fmla="*/ 6 h 803"/>
                <a:gd name="T68" fmla="*/ 3 w 449"/>
                <a:gd name="T69" fmla="*/ 6 h 803"/>
                <a:gd name="T70" fmla="*/ 3 w 449"/>
                <a:gd name="T71" fmla="*/ 6 h 803"/>
                <a:gd name="T72" fmla="*/ 3 w 449"/>
                <a:gd name="T73" fmla="*/ 6 h 803"/>
                <a:gd name="T74" fmla="*/ 3 w 449"/>
                <a:gd name="T75" fmla="*/ 6 h 803"/>
                <a:gd name="T76" fmla="*/ 3 w 449"/>
                <a:gd name="T77" fmla="*/ 6 h 803"/>
                <a:gd name="T78" fmla="*/ 3 w 449"/>
                <a:gd name="T79" fmla="*/ 6 h 803"/>
                <a:gd name="T80" fmla="*/ 4 w 449"/>
                <a:gd name="T81" fmla="*/ 6 h 803"/>
                <a:gd name="T82" fmla="*/ 4 w 449"/>
                <a:gd name="T83" fmla="*/ 6 h 803"/>
                <a:gd name="T84" fmla="*/ 4 w 449"/>
                <a:gd name="T85" fmla="*/ 6 h 803"/>
                <a:gd name="T86" fmla="*/ 4 w 449"/>
                <a:gd name="T87" fmla="*/ 6 h 803"/>
                <a:gd name="T88" fmla="*/ 3 w 449"/>
                <a:gd name="T89" fmla="*/ 6 h 803"/>
                <a:gd name="T90" fmla="*/ 3 w 449"/>
                <a:gd name="T91" fmla="*/ 6 h 80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449"/>
                <a:gd name="T139" fmla="*/ 0 h 803"/>
                <a:gd name="T140" fmla="*/ 449 w 449"/>
                <a:gd name="T141" fmla="*/ 803 h 80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449" h="803">
                  <a:moveTo>
                    <a:pt x="426" y="717"/>
                  </a:moveTo>
                  <a:lnTo>
                    <a:pt x="427" y="717"/>
                  </a:lnTo>
                  <a:lnTo>
                    <a:pt x="395" y="693"/>
                  </a:lnTo>
                  <a:lnTo>
                    <a:pt x="361" y="662"/>
                  </a:lnTo>
                  <a:lnTo>
                    <a:pt x="329" y="628"/>
                  </a:lnTo>
                  <a:lnTo>
                    <a:pt x="299" y="591"/>
                  </a:lnTo>
                  <a:lnTo>
                    <a:pt x="269" y="551"/>
                  </a:lnTo>
                  <a:lnTo>
                    <a:pt x="241" y="507"/>
                  </a:lnTo>
                  <a:lnTo>
                    <a:pt x="215" y="460"/>
                  </a:lnTo>
                  <a:lnTo>
                    <a:pt x="191" y="412"/>
                  </a:lnTo>
                  <a:lnTo>
                    <a:pt x="170" y="363"/>
                  </a:lnTo>
                  <a:lnTo>
                    <a:pt x="151" y="312"/>
                  </a:lnTo>
                  <a:lnTo>
                    <a:pt x="133" y="259"/>
                  </a:lnTo>
                  <a:lnTo>
                    <a:pt x="119" y="207"/>
                  </a:lnTo>
                  <a:lnTo>
                    <a:pt x="108" y="156"/>
                  </a:lnTo>
                  <a:lnTo>
                    <a:pt x="101" y="103"/>
                  </a:lnTo>
                  <a:lnTo>
                    <a:pt x="96" y="51"/>
                  </a:lnTo>
                  <a:lnTo>
                    <a:pt x="94" y="0"/>
                  </a:lnTo>
                  <a:lnTo>
                    <a:pt x="0" y="0"/>
                  </a:lnTo>
                  <a:lnTo>
                    <a:pt x="2" y="56"/>
                  </a:lnTo>
                  <a:lnTo>
                    <a:pt x="7" y="115"/>
                  </a:lnTo>
                  <a:lnTo>
                    <a:pt x="16" y="172"/>
                  </a:lnTo>
                  <a:lnTo>
                    <a:pt x="28" y="231"/>
                  </a:lnTo>
                  <a:lnTo>
                    <a:pt x="44" y="287"/>
                  </a:lnTo>
                  <a:lnTo>
                    <a:pt x="62" y="342"/>
                  </a:lnTo>
                  <a:lnTo>
                    <a:pt x="83" y="398"/>
                  </a:lnTo>
                  <a:lnTo>
                    <a:pt x="106" y="452"/>
                  </a:lnTo>
                  <a:lnTo>
                    <a:pt x="133" y="505"/>
                  </a:lnTo>
                  <a:lnTo>
                    <a:pt x="161" y="554"/>
                  </a:lnTo>
                  <a:lnTo>
                    <a:pt x="192" y="602"/>
                  </a:lnTo>
                  <a:lnTo>
                    <a:pt x="224" y="647"/>
                  </a:lnTo>
                  <a:lnTo>
                    <a:pt x="259" y="689"/>
                  </a:lnTo>
                  <a:lnTo>
                    <a:pt x="295" y="728"/>
                  </a:lnTo>
                  <a:lnTo>
                    <a:pt x="334" y="763"/>
                  </a:lnTo>
                  <a:lnTo>
                    <a:pt x="374" y="795"/>
                  </a:lnTo>
                  <a:lnTo>
                    <a:pt x="375" y="795"/>
                  </a:lnTo>
                  <a:lnTo>
                    <a:pt x="374" y="795"/>
                  </a:lnTo>
                  <a:lnTo>
                    <a:pt x="392" y="803"/>
                  </a:lnTo>
                  <a:lnTo>
                    <a:pt x="411" y="803"/>
                  </a:lnTo>
                  <a:lnTo>
                    <a:pt x="426" y="795"/>
                  </a:lnTo>
                  <a:lnTo>
                    <a:pt x="439" y="782"/>
                  </a:lnTo>
                  <a:lnTo>
                    <a:pt x="446" y="766"/>
                  </a:lnTo>
                  <a:lnTo>
                    <a:pt x="449" y="749"/>
                  </a:lnTo>
                  <a:lnTo>
                    <a:pt x="441" y="732"/>
                  </a:lnTo>
                  <a:lnTo>
                    <a:pt x="427" y="717"/>
                  </a:lnTo>
                  <a:lnTo>
                    <a:pt x="426" y="71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3814" name="Freeform 48"/>
            <p:cNvSpPr>
              <a:spLocks/>
            </p:cNvSpPr>
            <p:nvPr/>
          </p:nvSpPr>
          <p:spPr bwMode="auto">
            <a:xfrm>
              <a:off x="883" y="1673"/>
              <a:ext cx="379" cy="690"/>
            </a:xfrm>
            <a:custGeom>
              <a:avLst/>
              <a:gdLst>
                <a:gd name="T0" fmla="*/ 12 w 1897"/>
                <a:gd name="T1" fmla="*/ 6 h 3450"/>
                <a:gd name="T2" fmla="*/ 13 w 1897"/>
                <a:gd name="T3" fmla="*/ 7 h 3450"/>
                <a:gd name="T4" fmla="*/ 13 w 1897"/>
                <a:gd name="T5" fmla="*/ 7 h 3450"/>
                <a:gd name="T6" fmla="*/ 14 w 1897"/>
                <a:gd name="T7" fmla="*/ 8 h 3450"/>
                <a:gd name="T8" fmla="*/ 14 w 1897"/>
                <a:gd name="T9" fmla="*/ 9 h 3450"/>
                <a:gd name="T10" fmla="*/ 15 w 1897"/>
                <a:gd name="T11" fmla="*/ 10 h 3450"/>
                <a:gd name="T12" fmla="*/ 15 w 1897"/>
                <a:gd name="T13" fmla="*/ 11 h 3450"/>
                <a:gd name="T14" fmla="*/ 15 w 1897"/>
                <a:gd name="T15" fmla="*/ 11 h 3450"/>
                <a:gd name="T16" fmla="*/ 15 w 1897"/>
                <a:gd name="T17" fmla="*/ 12 h 3450"/>
                <a:gd name="T18" fmla="*/ 15 w 1897"/>
                <a:gd name="T19" fmla="*/ 26 h 3450"/>
                <a:gd name="T20" fmla="*/ 15 w 1897"/>
                <a:gd name="T21" fmla="*/ 26 h 3450"/>
                <a:gd name="T22" fmla="*/ 15 w 1897"/>
                <a:gd name="T23" fmla="*/ 27 h 3450"/>
                <a:gd name="T24" fmla="*/ 15 w 1897"/>
                <a:gd name="T25" fmla="*/ 27 h 3450"/>
                <a:gd name="T26" fmla="*/ 14 w 1897"/>
                <a:gd name="T27" fmla="*/ 27 h 3450"/>
                <a:gd name="T28" fmla="*/ 14 w 1897"/>
                <a:gd name="T29" fmla="*/ 28 h 3450"/>
                <a:gd name="T30" fmla="*/ 13 w 1897"/>
                <a:gd name="T31" fmla="*/ 28 h 3450"/>
                <a:gd name="T32" fmla="*/ 13 w 1897"/>
                <a:gd name="T33" fmla="*/ 27 h 3450"/>
                <a:gd name="T34" fmla="*/ 3 w 1897"/>
                <a:gd name="T35" fmla="*/ 21 h 3450"/>
                <a:gd name="T36" fmla="*/ 2 w 1897"/>
                <a:gd name="T37" fmla="*/ 21 h 3450"/>
                <a:gd name="T38" fmla="*/ 2 w 1897"/>
                <a:gd name="T39" fmla="*/ 20 h 3450"/>
                <a:gd name="T40" fmla="*/ 1 w 1897"/>
                <a:gd name="T41" fmla="*/ 19 h 3450"/>
                <a:gd name="T42" fmla="*/ 1 w 1897"/>
                <a:gd name="T43" fmla="*/ 19 h 3450"/>
                <a:gd name="T44" fmla="*/ 0 w 1897"/>
                <a:gd name="T45" fmla="*/ 18 h 3450"/>
                <a:gd name="T46" fmla="*/ 0 w 1897"/>
                <a:gd name="T47" fmla="*/ 17 h 3450"/>
                <a:gd name="T48" fmla="*/ 0 w 1897"/>
                <a:gd name="T49" fmla="*/ 16 h 3450"/>
                <a:gd name="T50" fmla="*/ 0 w 1897"/>
                <a:gd name="T51" fmla="*/ 15 h 3450"/>
                <a:gd name="T52" fmla="*/ 0 w 1897"/>
                <a:gd name="T53" fmla="*/ 2 h 3450"/>
                <a:gd name="T54" fmla="*/ 0 w 1897"/>
                <a:gd name="T55" fmla="*/ 1 h 3450"/>
                <a:gd name="T56" fmla="*/ 0 w 1897"/>
                <a:gd name="T57" fmla="*/ 1 h 3450"/>
                <a:gd name="T58" fmla="*/ 1 w 1897"/>
                <a:gd name="T59" fmla="*/ 0 h 3450"/>
                <a:gd name="T60" fmla="*/ 1 w 1897"/>
                <a:gd name="T61" fmla="*/ 0 h 3450"/>
                <a:gd name="T62" fmla="*/ 1 w 1897"/>
                <a:gd name="T63" fmla="*/ 0 h 3450"/>
                <a:gd name="T64" fmla="*/ 2 w 1897"/>
                <a:gd name="T65" fmla="*/ 0 h 3450"/>
                <a:gd name="T66" fmla="*/ 3 w 1897"/>
                <a:gd name="T67" fmla="*/ 0 h 3450"/>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897"/>
                <a:gd name="T103" fmla="*/ 0 h 3450"/>
                <a:gd name="T104" fmla="*/ 1897 w 1897"/>
                <a:gd name="T105" fmla="*/ 3450 h 3450"/>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897" h="3450">
                  <a:moveTo>
                    <a:pt x="357" y="49"/>
                  </a:moveTo>
                  <a:lnTo>
                    <a:pt x="1542" y="806"/>
                  </a:lnTo>
                  <a:lnTo>
                    <a:pt x="1579" y="832"/>
                  </a:lnTo>
                  <a:lnTo>
                    <a:pt x="1614" y="861"/>
                  </a:lnTo>
                  <a:lnTo>
                    <a:pt x="1648" y="895"/>
                  </a:lnTo>
                  <a:lnTo>
                    <a:pt x="1681" y="933"/>
                  </a:lnTo>
                  <a:lnTo>
                    <a:pt x="1711" y="973"/>
                  </a:lnTo>
                  <a:lnTo>
                    <a:pt x="1740" y="1016"/>
                  </a:lnTo>
                  <a:lnTo>
                    <a:pt x="1768" y="1062"/>
                  </a:lnTo>
                  <a:lnTo>
                    <a:pt x="1793" y="1109"/>
                  </a:lnTo>
                  <a:lnTo>
                    <a:pt x="1816" y="1158"/>
                  </a:lnTo>
                  <a:lnTo>
                    <a:pt x="1836" y="1208"/>
                  </a:lnTo>
                  <a:lnTo>
                    <a:pt x="1854" y="1260"/>
                  </a:lnTo>
                  <a:lnTo>
                    <a:pt x="1869" y="1313"/>
                  </a:lnTo>
                  <a:lnTo>
                    <a:pt x="1881" y="1364"/>
                  </a:lnTo>
                  <a:lnTo>
                    <a:pt x="1890" y="1417"/>
                  </a:lnTo>
                  <a:lnTo>
                    <a:pt x="1895" y="1469"/>
                  </a:lnTo>
                  <a:lnTo>
                    <a:pt x="1897" y="1519"/>
                  </a:lnTo>
                  <a:lnTo>
                    <a:pt x="1897" y="3142"/>
                  </a:lnTo>
                  <a:lnTo>
                    <a:pt x="1895" y="3190"/>
                  </a:lnTo>
                  <a:lnTo>
                    <a:pt x="1890" y="3235"/>
                  </a:lnTo>
                  <a:lnTo>
                    <a:pt x="1881" y="3276"/>
                  </a:lnTo>
                  <a:lnTo>
                    <a:pt x="1869" y="3313"/>
                  </a:lnTo>
                  <a:lnTo>
                    <a:pt x="1854" y="3346"/>
                  </a:lnTo>
                  <a:lnTo>
                    <a:pt x="1836" y="3375"/>
                  </a:lnTo>
                  <a:lnTo>
                    <a:pt x="1816" y="3398"/>
                  </a:lnTo>
                  <a:lnTo>
                    <a:pt x="1793" y="3418"/>
                  </a:lnTo>
                  <a:lnTo>
                    <a:pt x="1768" y="3434"/>
                  </a:lnTo>
                  <a:lnTo>
                    <a:pt x="1740" y="3444"/>
                  </a:lnTo>
                  <a:lnTo>
                    <a:pt x="1711" y="3450"/>
                  </a:lnTo>
                  <a:lnTo>
                    <a:pt x="1681" y="3450"/>
                  </a:lnTo>
                  <a:lnTo>
                    <a:pt x="1648" y="3445"/>
                  </a:lnTo>
                  <a:lnTo>
                    <a:pt x="1614" y="3436"/>
                  </a:lnTo>
                  <a:lnTo>
                    <a:pt x="1579" y="3421"/>
                  </a:lnTo>
                  <a:lnTo>
                    <a:pt x="1542" y="3400"/>
                  </a:lnTo>
                  <a:lnTo>
                    <a:pt x="357" y="2643"/>
                  </a:lnTo>
                  <a:lnTo>
                    <a:pt x="320" y="2618"/>
                  </a:lnTo>
                  <a:lnTo>
                    <a:pt x="285" y="2588"/>
                  </a:lnTo>
                  <a:lnTo>
                    <a:pt x="251" y="2554"/>
                  </a:lnTo>
                  <a:lnTo>
                    <a:pt x="218" y="2517"/>
                  </a:lnTo>
                  <a:lnTo>
                    <a:pt x="187" y="2477"/>
                  </a:lnTo>
                  <a:lnTo>
                    <a:pt x="157" y="2433"/>
                  </a:lnTo>
                  <a:lnTo>
                    <a:pt x="130" y="2388"/>
                  </a:lnTo>
                  <a:lnTo>
                    <a:pt x="105" y="2341"/>
                  </a:lnTo>
                  <a:lnTo>
                    <a:pt x="81" y="2292"/>
                  </a:lnTo>
                  <a:lnTo>
                    <a:pt x="61" y="2241"/>
                  </a:lnTo>
                  <a:lnTo>
                    <a:pt x="44" y="2190"/>
                  </a:lnTo>
                  <a:lnTo>
                    <a:pt x="29" y="2138"/>
                  </a:lnTo>
                  <a:lnTo>
                    <a:pt x="17" y="2085"/>
                  </a:lnTo>
                  <a:lnTo>
                    <a:pt x="7" y="2033"/>
                  </a:lnTo>
                  <a:lnTo>
                    <a:pt x="3" y="1981"/>
                  </a:lnTo>
                  <a:lnTo>
                    <a:pt x="0" y="1931"/>
                  </a:lnTo>
                  <a:lnTo>
                    <a:pt x="0" y="308"/>
                  </a:lnTo>
                  <a:lnTo>
                    <a:pt x="3" y="260"/>
                  </a:lnTo>
                  <a:lnTo>
                    <a:pt x="7" y="215"/>
                  </a:lnTo>
                  <a:lnTo>
                    <a:pt x="17" y="174"/>
                  </a:lnTo>
                  <a:lnTo>
                    <a:pt x="29" y="137"/>
                  </a:lnTo>
                  <a:lnTo>
                    <a:pt x="44" y="104"/>
                  </a:lnTo>
                  <a:lnTo>
                    <a:pt x="61" y="76"/>
                  </a:lnTo>
                  <a:lnTo>
                    <a:pt x="81" y="51"/>
                  </a:lnTo>
                  <a:lnTo>
                    <a:pt x="105" y="31"/>
                  </a:lnTo>
                  <a:lnTo>
                    <a:pt x="130" y="16"/>
                  </a:lnTo>
                  <a:lnTo>
                    <a:pt x="157" y="5"/>
                  </a:lnTo>
                  <a:lnTo>
                    <a:pt x="187" y="0"/>
                  </a:lnTo>
                  <a:lnTo>
                    <a:pt x="218" y="0"/>
                  </a:lnTo>
                  <a:lnTo>
                    <a:pt x="251" y="3"/>
                  </a:lnTo>
                  <a:lnTo>
                    <a:pt x="285" y="14"/>
                  </a:lnTo>
                  <a:lnTo>
                    <a:pt x="320" y="29"/>
                  </a:lnTo>
                  <a:lnTo>
                    <a:pt x="357" y="49"/>
                  </a:lnTo>
                  <a:close/>
                </a:path>
              </a:pathLst>
            </a:custGeom>
            <a:solidFill>
              <a:srgbClr val="BFBFB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3815" name="Freeform 49"/>
            <p:cNvSpPr>
              <a:spLocks/>
            </p:cNvSpPr>
            <p:nvPr/>
          </p:nvSpPr>
          <p:spPr bwMode="auto">
            <a:xfrm>
              <a:off x="1268" y="1663"/>
              <a:ext cx="393" cy="711"/>
            </a:xfrm>
            <a:custGeom>
              <a:avLst/>
              <a:gdLst>
                <a:gd name="T0" fmla="*/ 3 w 1962"/>
                <a:gd name="T1" fmla="*/ 7 h 3555"/>
                <a:gd name="T2" fmla="*/ 2 w 1962"/>
                <a:gd name="T3" fmla="*/ 7 h 3555"/>
                <a:gd name="T4" fmla="*/ 2 w 1962"/>
                <a:gd name="T5" fmla="*/ 8 h 3555"/>
                <a:gd name="T6" fmla="*/ 1 w 1962"/>
                <a:gd name="T7" fmla="*/ 8 h 3555"/>
                <a:gd name="T8" fmla="*/ 1 w 1962"/>
                <a:gd name="T9" fmla="*/ 9 h 3555"/>
                <a:gd name="T10" fmla="*/ 1 w 1962"/>
                <a:gd name="T11" fmla="*/ 10 h 3555"/>
                <a:gd name="T12" fmla="*/ 0 w 1962"/>
                <a:gd name="T13" fmla="*/ 11 h 3555"/>
                <a:gd name="T14" fmla="*/ 0 w 1962"/>
                <a:gd name="T15" fmla="*/ 12 h 3555"/>
                <a:gd name="T16" fmla="*/ 0 w 1962"/>
                <a:gd name="T17" fmla="*/ 13 h 3555"/>
                <a:gd name="T18" fmla="*/ 0 w 1962"/>
                <a:gd name="T19" fmla="*/ 26 h 3555"/>
                <a:gd name="T20" fmla="*/ 0 w 1962"/>
                <a:gd name="T21" fmla="*/ 27 h 3555"/>
                <a:gd name="T22" fmla="*/ 0 w 1962"/>
                <a:gd name="T23" fmla="*/ 28 h 3555"/>
                <a:gd name="T24" fmla="*/ 1 w 1962"/>
                <a:gd name="T25" fmla="*/ 28 h 3555"/>
                <a:gd name="T26" fmla="*/ 1 w 1962"/>
                <a:gd name="T27" fmla="*/ 28 h 3555"/>
                <a:gd name="T28" fmla="*/ 2 w 1962"/>
                <a:gd name="T29" fmla="*/ 28 h 3555"/>
                <a:gd name="T30" fmla="*/ 2 w 1962"/>
                <a:gd name="T31" fmla="*/ 28 h 3555"/>
                <a:gd name="T32" fmla="*/ 3 w 1962"/>
                <a:gd name="T33" fmla="*/ 28 h 3555"/>
                <a:gd name="T34" fmla="*/ 13 w 1962"/>
                <a:gd name="T35" fmla="*/ 22 h 3555"/>
                <a:gd name="T36" fmla="*/ 13 w 1962"/>
                <a:gd name="T37" fmla="*/ 21 h 3555"/>
                <a:gd name="T38" fmla="*/ 14 w 1962"/>
                <a:gd name="T39" fmla="*/ 21 h 3555"/>
                <a:gd name="T40" fmla="*/ 14 w 1962"/>
                <a:gd name="T41" fmla="*/ 20 h 3555"/>
                <a:gd name="T42" fmla="*/ 15 w 1962"/>
                <a:gd name="T43" fmla="*/ 19 h 3555"/>
                <a:gd name="T44" fmla="*/ 15 w 1962"/>
                <a:gd name="T45" fmla="*/ 18 h 3555"/>
                <a:gd name="T46" fmla="*/ 16 w 1962"/>
                <a:gd name="T47" fmla="*/ 18 h 3555"/>
                <a:gd name="T48" fmla="*/ 16 w 1962"/>
                <a:gd name="T49" fmla="*/ 17 h 3555"/>
                <a:gd name="T50" fmla="*/ 16 w 1962"/>
                <a:gd name="T51" fmla="*/ 16 h 3555"/>
                <a:gd name="T52" fmla="*/ 16 w 1962"/>
                <a:gd name="T53" fmla="*/ 2 h 3555"/>
                <a:gd name="T54" fmla="*/ 16 w 1962"/>
                <a:gd name="T55" fmla="*/ 1 h 3555"/>
                <a:gd name="T56" fmla="*/ 15 w 1962"/>
                <a:gd name="T57" fmla="*/ 1 h 3555"/>
                <a:gd name="T58" fmla="*/ 15 w 1962"/>
                <a:gd name="T59" fmla="*/ 0 h 3555"/>
                <a:gd name="T60" fmla="*/ 15 w 1962"/>
                <a:gd name="T61" fmla="*/ 0 h 3555"/>
                <a:gd name="T62" fmla="*/ 14 w 1962"/>
                <a:gd name="T63" fmla="*/ 0 h 3555"/>
                <a:gd name="T64" fmla="*/ 14 w 1962"/>
                <a:gd name="T65" fmla="*/ 0 h 3555"/>
                <a:gd name="T66" fmla="*/ 13 w 1962"/>
                <a:gd name="T67" fmla="*/ 0 h 3555"/>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962"/>
                <a:gd name="T103" fmla="*/ 0 h 3555"/>
                <a:gd name="T104" fmla="*/ 1962 w 1962"/>
                <a:gd name="T105" fmla="*/ 3555 h 3555"/>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962" h="3555">
                  <a:moveTo>
                    <a:pt x="1594" y="50"/>
                  </a:moveTo>
                  <a:lnTo>
                    <a:pt x="368" y="831"/>
                  </a:lnTo>
                  <a:lnTo>
                    <a:pt x="330" y="858"/>
                  </a:lnTo>
                  <a:lnTo>
                    <a:pt x="294" y="888"/>
                  </a:lnTo>
                  <a:lnTo>
                    <a:pt x="259" y="922"/>
                  </a:lnTo>
                  <a:lnTo>
                    <a:pt x="225" y="961"/>
                  </a:lnTo>
                  <a:lnTo>
                    <a:pt x="193" y="1003"/>
                  </a:lnTo>
                  <a:lnTo>
                    <a:pt x="163" y="1047"/>
                  </a:lnTo>
                  <a:lnTo>
                    <a:pt x="133" y="1094"/>
                  </a:lnTo>
                  <a:lnTo>
                    <a:pt x="108" y="1143"/>
                  </a:lnTo>
                  <a:lnTo>
                    <a:pt x="84" y="1193"/>
                  </a:lnTo>
                  <a:lnTo>
                    <a:pt x="63" y="1246"/>
                  </a:lnTo>
                  <a:lnTo>
                    <a:pt x="44" y="1299"/>
                  </a:lnTo>
                  <a:lnTo>
                    <a:pt x="29" y="1353"/>
                  </a:lnTo>
                  <a:lnTo>
                    <a:pt x="16" y="1405"/>
                  </a:lnTo>
                  <a:lnTo>
                    <a:pt x="7" y="1459"/>
                  </a:lnTo>
                  <a:lnTo>
                    <a:pt x="2" y="1512"/>
                  </a:lnTo>
                  <a:lnTo>
                    <a:pt x="0" y="1565"/>
                  </a:lnTo>
                  <a:lnTo>
                    <a:pt x="0" y="3237"/>
                  </a:lnTo>
                  <a:lnTo>
                    <a:pt x="2" y="3287"/>
                  </a:lnTo>
                  <a:lnTo>
                    <a:pt x="7" y="3333"/>
                  </a:lnTo>
                  <a:lnTo>
                    <a:pt x="16" y="3375"/>
                  </a:lnTo>
                  <a:lnTo>
                    <a:pt x="29" y="3413"/>
                  </a:lnTo>
                  <a:lnTo>
                    <a:pt x="44" y="3447"/>
                  </a:lnTo>
                  <a:lnTo>
                    <a:pt x="63" y="3477"/>
                  </a:lnTo>
                  <a:lnTo>
                    <a:pt x="84" y="3502"/>
                  </a:lnTo>
                  <a:lnTo>
                    <a:pt x="108" y="3522"/>
                  </a:lnTo>
                  <a:lnTo>
                    <a:pt x="133" y="3538"/>
                  </a:lnTo>
                  <a:lnTo>
                    <a:pt x="163" y="3549"/>
                  </a:lnTo>
                  <a:lnTo>
                    <a:pt x="193" y="3555"/>
                  </a:lnTo>
                  <a:lnTo>
                    <a:pt x="225" y="3555"/>
                  </a:lnTo>
                  <a:lnTo>
                    <a:pt x="259" y="3550"/>
                  </a:lnTo>
                  <a:lnTo>
                    <a:pt x="294" y="3541"/>
                  </a:lnTo>
                  <a:lnTo>
                    <a:pt x="330" y="3524"/>
                  </a:lnTo>
                  <a:lnTo>
                    <a:pt x="368" y="3503"/>
                  </a:lnTo>
                  <a:lnTo>
                    <a:pt x="1594" y="2722"/>
                  </a:lnTo>
                  <a:lnTo>
                    <a:pt x="1632" y="2696"/>
                  </a:lnTo>
                  <a:lnTo>
                    <a:pt x="1668" y="2665"/>
                  </a:lnTo>
                  <a:lnTo>
                    <a:pt x="1703" y="2631"/>
                  </a:lnTo>
                  <a:lnTo>
                    <a:pt x="1737" y="2592"/>
                  </a:lnTo>
                  <a:lnTo>
                    <a:pt x="1769" y="2551"/>
                  </a:lnTo>
                  <a:lnTo>
                    <a:pt x="1799" y="2506"/>
                  </a:lnTo>
                  <a:lnTo>
                    <a:pt x="1829" y="2460"/>
                  </a:lnTo>
                  <a:lnTo>
                    <a:pt x="1854" y="2411"/>
                  </a:lnTo>
                  <a:lnTo>
                    <a:pt x="1878" y="2361"/>
                  </a:lnTo>
                  <a:lnTo>
                    <a:pt x="1899" y="2308"/>
                  </a:lnTo>
                  <a:lnTo>
                    <a:pt x="1918" y="2256"/>
                  </a:lnTo>
                  <a:lnTo>
                    <a:pt x="1933" y="2202"/>
                  </a:lnTo>
                  <a:lnTo>
                    <a:pt x="1946" y="2149"/>
                  </a:lnTo>
                  <a:lnTo>
                    <a:pt x="1955" y="2095"/>
                  </a:lnTo>
                  <a:lnTo>
                    <a:pt x="1960" y="2042"/>
                  </a:lnTo>
                  <a:lnTo>
                    <a:pt x="1962" y="1989"/>
                  </a:lnTo>
                  <a:lnTo>
                    <a:pt x="1962" y="319"/>
                  </a:lnTo>
                  <a:lnTo>
                    <a:pt x="1960" y="269"/>
                  </a:lnTo>
                  <a:lnTo>
                    <a:pt x="1955" y="223"/>
                  </a:lnTo>
                  <a:lnTo>
                    <a:pt x="1946" y="180"/>
                  </a:lnTo>
                  <a:lnTo>
                    <a:pt x="1933" y="143"/>
                  </a:lnTo>
                  <a:lnTo>
                    <a:pt x="1918" y="109"/>
                  </a:lnTo>
                  <a:lnTo>
                    <a:pt x="1899" y="79"/>
                  </a:lnTo>
                  <a:lnTo>
                    <a:pt x="1878" y="54"/>
                  </a:lnTo>
                  <a:lnTo>
                    <a:pt x="1854" y="33"/>
                  </a:lnTo>
                  <a:lnTo>
                    <a:pt x="1829" y="17"/>
                  </a:lnTo>
                  <a:lnTo>
                    <a:pt x="1799" y="7"/>
                  </a:lnTo>
                  <a:lnTo>
                    <a:pt x="1769" y="0"/>
                  </a:lnTo>
                  <a:lnTo>
                    <a:pt x="1737" y="0"/>
                  </a:lnTo>
                  <a:lnTo>
                    <a:pt x="1703" y="4"/>
                  </a:lnTo>
                  <a:lnTo>
                    <a:pt x="1668" y="14"/>
                  </a:lnTo>
                  <a:lnTo>
                    <a:pt x="1632" y="29"/>
                  </a:lnTo>
                  <a:lnTo>
                    <a:pt x="1594" y="50"/>
                  </a:lnTo>
                  <a:close/>
                </a:path>
              </a:pathLst>
            </a:custGeom>
            <a:solidFill>
              <a:srgbClr val="E5E5E5"/>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3816" name="Freeform 50"/>
            <p:cNvSpPr>
              <a:spLocks noEditPoints="1"/>
            </p:cNvSpPr>
            <p:nvPr/>
          </p:nvSpPr>
          <p:spPr bwMode="auto">
            <a:xfrm>
              <a:off x="916" y="1589"/>
              <a:ext cx="697" cy="698"/>
            </a:xfrm>
            <a:custGeom>
              <a:avLst/>
              <a:gdLst>
                <a:gd name="T0" fmla="*/ 16 w 3485"/>
                <a:gd name="T1" fmla="*/ 0 h 3490"/>
                <a:gd name="T2" fmla="*/ 17 w 3485"/>
                <a:gd name="T3" fmla="*/ 2 h 3490"/>
                <a:gd name="T4" fmla="*/ 17 w 3485"/>
                <a:gd name="T5" fmla="*/ 3 h 3490"/>
                <a:gd name="T6" fmla="*/ 14 w 3485"/>
                <a:gd name="T7" fmla="*/ 4 h 3490"/>
                <a:gd name="T8" fmla="*/ 12 w 3485"/>
                <a:gd name="T9" fmla="*/ 4 h 3490"/>
                <a:gd name="T10" fmla="*/ 11 w 3485"/>
                <a:gd name="T11" fmla="*/ 2 h 3490"/>
                <a:gd name="T12" fmla="*/ 11 w 3485"/>
                <a:gd name="T13" fmla="*/ 1 h 3490"/>
                <a:gd name="T14" fmla="*/ 14 w 3485"/>
                <a:gd name="T15" fmla="*/ 0 h 3490"/>
                <a:gd name="T16" fmla="*/ 3 w 3485"/>
                <a:gd name="T17" fmla="*/ 7 h 3490"/>
                <a:gd name="T18" fmla="*/ 4 w 3485"/>
                <a:gd name="T19" fmla="*/ 9 h 3490"/>
                <a:gd name="T20" fmla="*/ 3 w 3485"/>
                <a:gd name="T21" fmla="*/ 12 h 3490"/>
                <a:gd name="T22" fmla="*/ 2 w 3485"/>
                <a:gd name="T23" fmla="*/ 13 h 3490"/>
                <a:gd name="T24" fmla="*/ 1 w 3485"/>
                <a:gd name="T25" fmla="*/ 12 h 3490"/>
                <a:gd name="T26" fmla="*/ 0 w 3485"/>
                <a:gd name="T27" fmla="*/ 10 h 3490"/>
                <a:gd name="T28" fmla="*/ 0 w 3485"/>
                <a:gd name="T29" fmla="*/ 8 h 3490"/>
                <a:gd name="T30" fmla="*/ 2 w 3485"/>
                <a:gd name="T31" fmla="*/ 6 h 3490"/>
                <a:gd name="T32" fmla="*/ 10 w 3485"/>
                <a:gd name="T33" fmla="*/ 20 h 3490"/>
                <a:gd name="T34" fmla="*/ 11 w 3485"/>
                <a:gd name="T35" fmla="*/ 22 h 3490"/>
                <a:gd name="T36" fmla="*/ 11 w 3485"/>
                <a:gd name="T37" fmla="*/ 25 h 3490"/>
                <a:gd name="T38" fmla="*/ 10 w 3485"/>
                <a:gd name="T39" fmla="*/ 27 h 3490"/>
                <a:gd name="T40" fmla="*/ 8 w 3485"/>
                <a:gd name="T41" fmla="*/ 26 h 3490"/>
                <a:gd name="T42" fmla="*/ 7 w 3485"/>
                <a:gd name="T43" fmla="*/ 24 h 3490"/>
                <a:gd name="T44" fmla="*/ 7 w 3485"/>
                <a:gd name="T45" fmla="*/ 22 h 3490"/>
                <a:gd name="T46" fmla="*/ 8 w 3485"/>
                <a:gd name="T47" fmla="*/ 20 h 3490"/>
                <a:gd name="T48" fmla="*/ 20 w 3485"/>
                <a:gd name="T49" fmla="*/ 21 h 3490"/>
                <a:gd name="T50" fmla="*/ 21 w 3485"/>
                <a:gd name="T51" fmla="*/ 23 h 3490"/>
                <a:gd name="T52" fmla="*/ 21 w 3485"/>
                <a:gd name="T53" fmla="*/ 26 h 3490"/>
                <a:gd name="T54" fmla="*/ 20 w 3485"/>
                <a:gd name="T55" fmla="*/ 28 h 3490"/>
                <a:gd name="T56" fmla="*/ 18 w 3485"/>
                <a:gd name="T57" fmla="*/ 28 h 3490"/>
                <a:gd name="T58" fmla="*/ 17 w 3485"/>
                <a:gd name="T59" fmla="*/ 26 h 3490"/>
                <a:gd name="T60" fmla="*/ 17 w 3485"/>
                <a:gd name="T61" fmla="*/ 23 h 3490"/>
                <a:gd name="T62" fmla="*/ 18 w 3485"/>
                <a:gd name="T63" fmla="*/ 21 h 3490"/>
                <a:gd name="T64" fmla="*/ 19 w 3485"/>
                <a:gd name="T65" fmla="*/ 11 h 3490"/>
                <a:gd name="T66" fmla="*/ 20 w 3485"/>
                <a:gd name="T67" fmla="*/ 13 h 3490"/>
                <a:gd name="T68" fmla="*/ 21 w 3485"/>
                <a:gd name="T69" fmla="*/ 15 h 3490"/>
                <a:gd name="T70" fmla="*/ 20 w 3485"/>
                <a:gd name="T71" fmla="*/ 17 h 3490"/>
                <a:gd name="T72" fmla="*/ 18 w 3485"/>
                <a:gd name="T73" fmla="*/ 17 h 3490"/>
                <a:gd name="T74" fmla="*/ 17 w 3485"/>
                <a:gd name="T75" fmla="*/ 16 h 3490"/>
                <a:gd name="T76" fmla="*/ 17 w 3485"/>
                <a:gd name="T77" fmla="*/ 13 h 3490"/>
                <a:gd name="T78" fmla="*/ 18 w 3485"/>
                <a:gd name="T79" fmla="*/ 11 h 3490"/>
                <a:gd name="T80" fmla="*/ 26 w 3485"/>
                <a:gd name="T81" fmla="*/ 7 h 3490"/>
                <a:gd name="T82" fmla="*/ 27 w 3485"/>
                <a:gd name="T83" fmla="*/ 8 h 3490"/>
                <a:gd name="T84" fmla="*/ 27 w 3485"/>
                <a:gd name="T85" fmla="*/ 11 h 3490"/>
                <a:gd name="T86" fmla="*/ 26 w 3485"/>
                <a:gd name="T87" fmla="*/ 13 h 3490"/>
                <a:gd name="T88" fmla="*/ 25 w 3485"/>
                <a:gd name="T89" fmla="*/ 13 h 3490"/>
                <a:gd name="T90" fmla="*/ 24 w 3485"/>
                <a:gd name="T91" fmla="*/ 12 h 3490"/>
                <a:gd name="T92" fmla="*/ 24 w 3485"/>
                <a:gd name="T93" fmla="*/ 9 h 3490"/>
                <a:gd name="T94" fmla="*/ 24 w 3485"/>
                <a:gd name="T95" fmla="*/ 7 h 3490"/>
                <a:gd name="T96" fmla="*/ 26 w 3485"/>
                <a:gd name="T97" fmla="*/ 17 h 3490"/>
                <a:gd name="T98" fmla="*/ 27 w 3485"/>
                <a:gd name="T99" fmla="*/ 18 h 3490"/>
                <a:gd name="T100" fmla="*/ 28 w 3485"/>
                <a:gd name="T101" fmla="*/ 21 h 3490"/>
                <a:gd name="T102" fmla="*/ 27 w 3485"/>
                <a:gd name="T103" fmla="*/ 23 h 3490"/>
                <a:gd name="T104" fmla="*/ 26 w 3485"/>
                <a:gd name="T105" fmla="*/ 24 h 3490"/>
                <a:gd name="T106" fmla="*/ 24 w 3485"/>
                <a:gd name="T107" fmla="*/ 23 h 3490"/>
                <a:gd name="T108" fmla="*/ 24 w 3485"/>
                <a:gd name="T109" fmla="*/ 20 h 3490"/>
                <a:gd name="T110" fmla="*/ 25 w 3485"/>
                <a:gd name="T111" fmla="*/ 18 h 3490"/>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w 3485"/>
                <a:gd name="T169" fmla="*/ 0 h 3490"/>
                <a:gd name="T170" fmla="*/ 3485 w 3485"/>
                <a:gd name="T171" fmla="*/ 3490 h 3490"/>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T168" t="T169" r="T170" b="T171"/>
              <a:pathLst>
                <a:path w="3485" h="3490">
                  <a:moveTo>
                    <a:pt x="1754" y="0"/>
                  </a:moveTo>
                  <a:lnTo>
                    <a:pt x="1797" y="2"/>
                  </a:lnTo>
                  <a:lnTo>
                    <a:pt x="1840" y="5"/>
                  </a:lnTo>
                  <a:lnTo>
                    <a:pt x="1881" y="12"/>
                  </a:lnTo>
                  <a:lnTo>
                    <a:pt x="1921" y="20"/>
                  </a:lnTo>
                  <a:lnTo>
                    <a:pt x="1959" y="31"/>
                  </a:lnTo>
                  <a:lnTo>
                    <a:pt x="1994" y="44"/>
                  </a:lnTo>
                  <a:lnTo>
                    <a:pt x="2028" y="59"/>
                  </a:lnTo>
                  <a:lnTo>
                    <a:pt x="2058" y="74"/>
                  </a:lnTo>
                  <a:lnTo>
                    <a:pt x="2086" y="93"/>
                  </a:lnTo>
                  <a:lnTo>
                    <a:pt x="2111" y="113"/>
                  </a:lnTo>
                  <a:lnTo>
                    <a:pt x="2132" y="133"/>
                  </a:lnTo>
                  <a:lnTo>
                    <a:pt x="2151" y="155"/>
                  </a:lnTo>
                  <a:lnTo>
                    <a:pt x="2165" y="179"/>
                  </a:lnTo>
                  <a:lnTo>
                    <a:pt x="2175" y="203"/>
                  </a:lnTo>
                  <a:lnTo>
                    <a:pt x="2182" y="229"/>
                  </a:lnTo>
                  <a:lnTo>
                    <a:pt x="2185" y="255"/>
                  </a:lnTo>
                  <a:lnTo>
                    <a:pt x="2182" y="281"/>
                  </a:lnTo>
                  <a:lnTo>
                    <a:pt x="2175" y="305"/>
                  </a:lnTo>
                  <a:lnTo>
                    <a:pt x="2165" y="330"/>
                  </a:lnTo>
                  <a:lnTo>
                    <a:pt x="2151" y="353"/>
                  </a:lnTo>
                  <a:lnTo>
                    <a:pt x="2132" y="376"/>
                  </a:lnTo>
                  <a:lnTo>
                    <a:pt x="2111" y="397"/>
                  </a:lnTo>
                  <a:lnTo>
                    <a:pt x="2086" y="417"/>
                  </a:lnTo>
                  <a:lnTo>
                    <a:pt x="2058" y="434"/>
                  </a:lnTo>
                  <a:lnTo>
                    <a:pt x="2028" y="451"/>
                  </a:lnTo>
                  <a:lnTo>
                    <a:pt x="1994" y="466"/>
                  </a:lnTo>
                  <a:lnTo>
                    <a:pt x="1959" y="479"/>
                  </a:lnTo>
                  <a:lnTo>
                    <a:pt x="1921" y="489"/>
                  </a:lnTo>
                  <a:lnTo>
                    <a:pt x="1881" y="498"/>
                  </a:lnTo>
                  <a:lnTo>
                    <a:pt x="1840" y="505"/>
                  </a:lnTo>
                  <a:lnTo>
                    <a:pt x="1797" y="508"/>
                  </a:lnTo>
                  <a:lnTo>
                    <a:pt x="1754" y="509"/>
                  </a:lnTo>
                  <a:lnTo>
                    <a:pt x="1710" y="508"/>
                  </a:lnTo>
                  <a:lnTo>
                    <a:pt x="1667" y="505"/>
                  </a:lnTo>
                  <a:lnTo>
                    <a:pt x="1626" y="498"/>
                  </a:lnTo>
                  <a:lnTo>
                    <a:pt x="1586" y="489"/>
                  </a:lnTo>
                  <a:lnTo>
                    <a:pt x="1548" y="479"/>
                  </a:lnTo>
                  <a:lnTo>
                    <a:pt x="1512" y="466"/>
                  </a:lnTo>
                  <a:lnTo>
                    <a:pt x="1479" y="451"/>
                  </a:lnTo>
                  <a:lnTo>
                    <a:pt x="1449" y="434"/>
                  </a:lnTo>
                  <a:lnTo>
                    <a:pt x="1421" y="417"/>
                  </a:lnTo>
                  <a:lnTo>
                    <a:pt x="1395" y="397"/>
                  </a:lnTo>
                  <a:lnTo>
                    <a:pt x="1374" y="376"/>
                  </a:lnTo>
                  <a:lnTo>
                    <a:pt x="1355" y="353"/>
                  </a:lnTo>
                  <a:lnTo>
                    <a:pt x="1341" y="330"/>
                  </a:lnTo>
                  <a:lnTo>
                    <a:pt x="1331" y="305"/>
                  </a:lnTo>
                  <a:lnTo>
                    <a:pt x="1324" y="281"/>
                  </a:lnTo>
                  <a:lnTo>
                    <a:pt x="1321" y="255"/>
                  </a:lnTo>
                  <a:lnTo>
                    <a:pt x="1324" y="229"/>
                  </a:lnTo>
                  <a:lnTo>
                    <a:pt x="1331" y="203"/>
                  </a:lnTo>
                  <a:lnTo>
                    <a:pt x="1341" y="179"/>
                  </a:lnTo>
                  <a:lnTo>
                    <a:pt x="1355" y="155"/>
                  </a:lnTo>
                  <a:lnTo>
                    <a:pt x="1374" y="133"/>
                  </a:lnTo>
                  <a:lnTo>
                    <a:pt x="1395" y="113"/>
                  </a:lnTo>
                  <a:lnTo>
                    <a:pt x="1421" y="93"/>
                  </a:lnTo>
                  <a:lnTo>
                    <a:pt x="1449" y="74"/>
                  </a:lnTo>
                  <a:lnTo>
                    <a:pt x="1479" y="59"/>
                  </a:lnTo>
                  <a:lnTo>
                    <a:pt x="1512" y="44"/>
                  </a:lnTo>
                  <a:lnTo>
                    <a:pt x="1548" y="31"/>
                  </a:lnTo>
                  <a:lnTo>
                    <a:pt x="1586" y="20"/>
                  </a:lnTo>
                  <a:lnTo>
                    <a:pt x="1626" y="12"/>
                  </a:lnTo>
                  <a:lnTo>
                    <a:pt x="1667" y="5"/>
                  </a:lnTo>
                  <a:lnTo>
                    <a:pt x="1710" y="2"/>
                  </a:lnTo>
                  <a:lnTo>
                    <a:pt x="1754" y="0"/>
                  </a:lnTo>
                  <a:close/>
                  <a:moveTo>
                    <a:pt x="239" y="786"/>
                  </a:moveTo>
                  <a:lnTo>
                    <a:pt x="263" y="788"/>
                  </a:lnTo>
                  <a:lnTo>
                    <a:pt x="287" y="794"/>
                  </a:lnTo>
                  <a:lnTo>
                    <a:pt x="309" y="805"/>
                  </a:lnTo>
                  <a:lnTo>
                    <a:pt x="331" y="819"/>
                  </a:lnTo>
                  <a:lnTo>
                    <a:pt x="352" y="836"/>
                  </a:lnTo>
                  <a:lnTo>
                    <a:pt x="372" y="857"/>
                  </a:lnTo>
                  <a:lnTo>
                    <a:pt x="390" y="882"/>
                  </a:lnTo>
                  <a:lnTo>
                    <a:pt x="407" y="909"/>
                  </a:lnTo>
                  <a:lnTo>
                    <a:pt x="423" y="940"/>
                  </a:lnTo>
                  <a:lnTo>
                    <a:pt x="437" y="971"/>
                  </a:lnTo>
                  <a:lnTo>
                    <a:pt x="448" y="1006"/>
                  </a:lnTo>
                  <a:lnTo>
                    <a:pt x="459" y="1043"/>
                  </a:lnTo>
                  <a:lnTo>
                    <a:pt x="467" y="1081"/>
                  </a:lnTo>
                  <a:lnTo>
                    <a:pt x="473" y="1121"/>
                  </a:lnTo>
                  <a:lnTo>
                    <a:pt x="476" y="1163"/>
                  </a:lnTo>
                  <a:lnTo>
                    <a:pt x="478" y="1206"/>
                  </a:lnTo>
                  <a:lnTo>
                    <a:pt x="476" y="1248"/>
                  </a:lnTo>
                  <a:lnTo>
                    <a:pt x="473" y="1290"/>
                  </a:lnTo>
                  <a:lnTo>
                    <a:pt x="467" y="1330"/>
                  </a:lnTo>
                  <a:lnTo>
                    <a:pt x="459" y="1367"/>
                  </a:lnTo>
                  <a:lnTo>
                    <a:pt x="448" y="1405"/>
                  </a:lnTo>
                  <a:lnTo>
                    <a:pt x="437" y="1439"/>
                  </a:lnTo>
                  <a:lnTo>
                    <a:pt x="423" y="1472"/>
                  </a:lnTo>
                  <a:lnTo>
                    <a:pt x="407" y="1501"/>
                  </a:lnTo>
                  <a:lnTo>
                    <a:pt x="390" y="1528"/>
                  </a:lnTo>
                  <a:lnTo>
                    <a:pt x="372" y="1553"/>
                  </a:lnTo>
                  <a:lnTo>
                    <a:pt x="352" y="1574"/>
                  </a:lnTo>
                  <a:lnTo>
                    <a:pt x="331" y="1591"/>
                  </a:lnTo>
                  <a:lnTo>
                    <a:pt x="309" y="1605"/>
                  </a:lnTo>
                  <a:lnTo>
                    <a:pt x="287" y="1616"/>
                  </a:lnTo>
                  <a:lnTo>
                    <a:pt x="263" y="1622"/>
                  </a:lnTo>
                  <a:lnTo>
                    <a:pt x="239" y="1624"/>
                  </a:lnTo>
                  <a:lnTo>
                    <a:pt x="214" y="1622"/>
                  </a:lnTo>
                  <a:lnTo>
                    <a:pt x="191" y="1616"/>
                  </a:lnTo>
                  <a:lnTo>
                    <a:pt x="168" y="1605"/>
                  </a:lnTo>
                  <a:lnTo>
                    <a:pt x="146" y="1591"/>
                  </a:lnTo>
                  <a:lnTo>
                    <a:pt x="125" y="1574"/>
                  </a:lnTo>
                  <a:lnTo>
                    <a:pt x="105" y="1553"/>
                  </a:lnTo>
                  <a:lnTo>
                    <a:pt x="87" y="1528"/>
                  </a:lnTo>
                  <a:lnTo>
                    <a:pt x="70" y="1501"/>
                  </a:lnTo>
                  <a:lnTo>
                    <a:pt x="55" y="1472"/>
                  </a:lnTo>
                  <a:lnTo>
                    <a:pt x="41" y="1439"/>
                  </a:lnTo>
                  <a:lnTo>
                    <a:pt x="29" y="1405"/>
                  </a:lnTo>
                  <a:lnTo>
                    <a:pt x="18" y="1367"/>
                  </a:lnTo>
                  <a:lnTo>
                    <a:pt x="10" y="1330"/>
                  </a:lnTo>
                  <a:lnTo>
                    <a:pt x="4" y="1290"/>
                  </a:lnTo>
                  <a:lnTo>
                    <a:pt x="1" y="1248"/>
                  </a:lnTo>
                  <a:lnTo>
                    <a:pt x="0" y="1206"/>
                  </a:lnTo>
                  <a:lnTo>
                    <a:pt x="1" y="1163"/>
                  </a:lnTo>
                  <a:lnTo>
                    <a:pt x="4" y="1121"/>
                  </a:lnTo>
                  <a:lnTo>
                    <a:pt x="10" y="1081"/>
                  </a:lnTo>
                  <a:lnTo>
                    <a:pt x="18" y="1043"/>
                  </a:lnTo>
                  <a:lnTo>
                    <a:pt x="29" y="1006"/>
                  </a:lnTo>
                  <a:lnTo>
                    <a:pt x="41" y="971"/>
                  </a:lnTo>
                  <a:lnTo>
                    <a:pt x="55" y="940"/>
                  </a:lnTo>
                  <a:lnTo>
                    <a:pt x="70" y="909"/>
                  </a:lnTo>
                  <a:lnTo>
                    <a:pt x="87" y="882"/>
                  </a:lnTo>
                  <a:lnTo>
                    <a:pt x="105" y="857"/>
                  </a:lnTo>
                  <a:lnTo>
                    <a:pt x="125" y="836"/>
                  </a:lnTo>
                  <a:lnTo>
                    <a:pt x="146" y="819"/>
                  </a:lnTo>
                  <a:lnTo>
                    <a:pt x="168" y="805"/>
                  </a:lnTo>
                  <a:lnTo>
                    <a:pt x="191" y="794"/>
                  </a:lnTo>
                  <a:lnTo>
                    <a:pt x="214" y="788"/>
                  </a:lnTo>
                  <a:lnTo>
                    <a:pt x="239" y="786"/>
                  </a:lnTo>
                  <a:close/>
                  <a:moveTo>
                    <a:pt x="1119" y="2495"/>
                  </a:moveTo>
                  <a:lnTo>
                    <a:pt x="1143" y="2498"/>
                  </a:lnTo>
                  <a:lnTo>
                    <a:pt x="1167" y="2504"/>
                  </a:lnTo>
                  <a:lnTo>
                    <a:pt x="1190" y="2514"/>
                  </a:lnTo>
                  <a:lnTo>
                    <a:pt x="1211" y="2528"/>
                  </a:lnTo>
                  <a:lnTo>
                    <a:pt x="1232" y="2546"/>
                  </a:lnTo>
                  <a:lnTo>
                    <a:pt x="1252" y="2567"/>
                  </a:lnTo>
                  <a:lnTo>
                    <a:pt x="1271" y="2592"/>
                  </a:lnTo>
                  <a:lnTo>
                    <a:pt x="1288" y="2618"/>
                  </a:lnTo>
                  <a:lnTo>
                    <a:pt x="1304" y="2648"/>
                  </a:lnTo>
                  <a:lnTo>
                    <a:pt x="1318" y="2681"/>
                  </a:lnTo>
                  <a:lnTo>
                    <a:pt x="1329" y="2715"/>
                  </a:lnTo>
                  <a:lnTo>
                    <a:pt x="1340" y="2752"/>
                  </a:lnTo>
                  <a:lnTo>
                    <a:pt x="1348" y="2790"/>
                  </a:lnTo>
                  <a:lnTo>
                    <a:pt x="1354" y="2830"/>
                  </a:lnTo>
                  <a:lnTo>
                    <a:pt x="1358" y="2872"/>
                  </a:lnTo>
                  <a:lnTo>
                    <a:pt x="1359" y="2914"/>
                  </a:lnTo>
                  <a:lnTo>
                    <a:pt x="1358" y="2956"/>
                  </a:lnTo>
                  <a:lnTo>
                    <a:pt x="1354" y="2998"/>
                  </a:lnTo>
                  <a:lnTo>
                    <a:pt x="1348" y="3038"/>
                  </a:lnTo>
                  <a:lnTo>
                    <a:pt x="1340" y="3077"/>
                  </a:lnTo>
                  <a:lnTo>
                    <a:pt x="1329" y="3113"/>
                  </a:lnTo>
                  <a:lnTo>
                    <a:pt x="1318" y="3147"/>
                  </a:lnTo>
                  <a:lnTo>
                    <a:pt x="1304" y="3180"/>
                  </a:lnTo>
                  <a:lnTo>
                    <a:pt x="1288" y="3209"/>
                  </a:lnTo>
                  <a:lnTo>
                    <a:pt x="1271" y="3238"/>
                  </a:lnTo>
                  <a:lnTo>
                    <a:pt x="1252" y="3261"/>
                  </a:lnTo>
                  <a:lnTo>
                    <a:pt x="1232" y="3282"/>
                  </a:lnTo>
                  <a:lnTo>
                    <a:pt x="1211" y="3301"/>
                  </a:lnTo>
                  <a:lnTo>
                    <a:pt x="1190" y="3315"/>
                  </a:lnTo>
                  <a:lnTo>
                    <a:pt x="1167" y="3325"/>
                  </a:lnTo>
                  <a:lnTo>
                    <a:pt x="1143" y="3331"/>
                  </a:lnTo>
                  <a:lnTo>
                    <a:pt x="1119" y="3334"/>
                  </a:lnTo>
                  <a:lnTo>
                    <a:pt x="1094" y="3331"/>
                  </a:lnTo>
                  <a:lnTo>
                    <a:pt x="1070" y="3325"/>
                  </a:lnTo>
                  <a:lnTo>
                    <a:pt x="1048" y="3315"/>
                  </a:lnTo>
                  <a:lnTo>
                    <a:pt x="1026" y="3301"/>
                  </a:lnTo>
                  <a:lnTo>
                    <a:pt x="1005" y="3282"/>
                  </a:lnTo>
                  <a:lnTo>
                    <a:pt x="985" y="3261"/>
                  </a:lnTo>
                  <a:lnTo>
                    <a:pt x="967" y="3238"/>
                  </a:lnTo>
                  <a:lnTo>
                    <a:pt x="950" y="3209"/>
                  </a:lnTo>
                  <a:lnTo>
                    <a:pt x="935" y="3180"/>
                  </a:lnTo>
                  <a:lnTo>
                    <a:pt x="921" y="3147"/>
                  </a:lnTo>
                  <a:lnTo>
                    <a:pt x="909" y="3113"/>
                  </a:lnTo>
                  <a:lnTo>
                    <a:pt x="898" y="3077"/>
                  </a:lnTo>
                  <a:lnTo>
                    <a:pt x="890" y="3038"/>
                  </a:lnTo>
                  <a:lnTo>
                    <a:pt x="884" y="2998"/>
                  </a:lnTo>
                  <a:lnTo>
                    <a:pt x="881" y="2956"/>
                  </a:lnTo>
                  <a:lnTo>
                    <a:pt x="880" y="2914"/>
                  </a:lnTo>
                  <a:lnTo>
                    <a:pt x="881" y="2872"/>
                  </a:lnTo>
                  <a:lnTo>
                    <a:pt x="884" y="2830"/>
                  </a:lnTo>
                  <a:lnTo>
                    <a:pt x="890" y="2790"/>
                  </a:lnTo>
                  <a:lnTo>
                    <a:pt x="898" y="2752"/>
                  </a:lnTo>
                  <a:lnTo>
                    <a:pt x="909" y="2715"/>
                  </a:lnTo>
                  <a:lnTo>
                    <a:pt x="921" y="2681"/>
                  </a:lnTo>
                  <a:lnTo>
                    <a:pt x="935" y="2648"/>
                  </a:lnTo>
                  <a:lnTo>
                    <a:pt x="950" y="2618"/>
                  </a:lnTo>
                  <a:lnTo>
                    <a:pt x="967" y="2592"/>
                  </a:lnTo>
                  <a:lnTo>
                    <a:pt x="985" y="2567"/>
                  </a:lnTo>
                  <a:lnTo>
                    <a:pt x="1005" y="2546"/>
                  </a:lnTo>
                  <a:lnTo>
                    <a:pt x="1026" y="2528"/>
                  </a:lnTo>
                  <a:lnTo>
                    <a:pt x="1048" y="2514"/>
                  </a:lnTo>
                  <a:lnTo>
                    <a:pt x="1070" y="2504"/>
                  </a:lnTo>
                  <a:lnTo>
                    <a:pt x="1094" y="2498"/>
                  </a:lnTo>
                  <a:lnTo>
                    <a:pt x="1119" y="2495"/>
                  </a:lnTo>
                  <a:close/>
                  <a:moveTo>
                    <a:pt x="2380" y="2651"/>
                  </a:moveTo>
                  <a:lnTo>
                    <a:pt x="2405" y="2654"/>
                  </a:lnTo>
                  <a:lnTo>
                    <a:pt x="2428" y="2660"/>
                  </a:lnTo>
                  <a:lnTo>
                    <a:pt x="2452" y="2670"/>
                  </a:lnTo>
                  <a:lnTo>
                    <a:pt x="2473" y="2684"/>
                  </a:lnTo>
                  <a:lnTo>
                    <a:pt x="2494" y="2703"/>
                  </a:lnTo>
                  <a:lnTo>
                    <a:pt x="2514" y="2724"/>
                  </a:lnTo>
                  <a:lnTo>
                    <a:pt x="2533" y="2747"/>
                  </a:lnTo>
                  <a:lnTo>
                    <a:pt x="2550" y="2774"/>
                  </a:lnTo>
                  <a:lnTo>
                    <a:pt x="2565" y="2805"/>
                  </a:lnTo>
                  <a:lnTo>
                    <a:pt x="2580" y="2838"/>
                  </a:lnTo>
                  <a:lnTo>
                    <a:pt x="2591" y="2872"/>
                  </a:lnTo>
                  <a:lnTo>
                    <a:pt x="2602" y="2908"/>
                  </a:lnTo>
                  <a:lnTo>
                    <a:pt x="2610" y="2947"/>
                  </a:lnTo>
                  <a:lnTo>
                    <a:pt x="2616" y="2987"/>
                  </a:lnTo>
                  <a:lnTo>
                    <a:pt x="2619" y="3029"/>
                  </a:lnTo>
                  <a:lnTo>
                    <a:pt x="2621" y="3071"/>
                  </a:lnTo>
                  <a:lnTo>
                    <a:pt x="2619" y="3113"/>
                  </a:lnTo>
                  <a:lnTo>
                    <a:pt x="2616" y="3155"/>
                  </a:lnTo>
                  <a:lnTo>
                    <a:pt x="2610" y="3195"/>
                  </a:lnTo>
                  <a:lnTo>
                    <a:pt x="2602" y="3233"/>
                  </a:lnTo>
                  <a:lnTo>
                    <a:pt x="2591" y="3270"/>
                  </a:lnTo>
                  <a:lnTo>
                    <a:pt x="2580" y="3304"/>
                  </a:lnTo>
                  <a:lnTo>
                    <a:pt x="2565" y="3337"/>
                  </a:lnTo>
                  <a:lnTo>
                    <a:pt x="2550" y="3367"/>
                  </a:lnTo>
                  <a:lnTo>
                    <a:pt x="2533" y="3393"/>
                  </a:lnTo>
                  <a:lnTo>
                    <a:pt x="2514" y="3418"/>
                  </a:lnTo>
                  <a:lnTo>
                    <a:pt x="2494" y="3439"/>
                  </a:lnTo>
                  <a:lnTo>
                    <a:pt x="2473" y="3457"/>
                  </a:lnTo>
                  <a:lnTo>
                    <a:pt x="2452" y="3471"/>
                  </a:lnTo>
                  <a:lnTo>
                    <a:pt x="2428" y="3481"/>
                  </a:lnTo>
                  <a:lnTo>
                    <a:pt x="2405" y="3487"/>
                  </a:lnTo>
                  <a:lnTo>
                    <a:pt x="2380" y="3490"/>
                  </a:lnTo>
                  <a:lnTo>
                    <a:pt x="2356" y="3487"/>
                  </a:lnTo>
                  <a:lnTo>
                    <a:pt x="2332" y="3481"/>
                  </a:lnTo>
                  <a:lnTo>
                    <a:pt x="2310" y="3471"/>
                  </a:lnTo>
                  <a:lnTo>
                    <a:pt x="2288" y="3457"/>
                  </a:lnTo>
                  <a:lnTo>
                    <a:pt x="2267" y="3439"/>
                  </a:lnTo>
                  <a:lnTo>
                    <a:pt x="2248" y="3418"/>
                  </a:lnTo>
                  <a:lnTo>
                    <a:pt x="2229" y="3393"/>
                  </a:lnTo>
                  <a:lnTo>
                    <a:pt x="2212" y="3367"/>
                  </a:lnTo>
                  <a:lnTo>
                    <a:pt x="2196" y="3337"/>
                  </a:lnTo>
                  <a:lnTo>
                    <a:pt x="2182" y="3304"/>
                  </a:lnTo>
                  <a:lnTo>
                    <a:pt x="2171" y="3270"/>
                  </a:lnTo>
                  <a:lnTo>
                    <a:pt x="2160" y="3233"/>
                  </a:lnTo>
                  <a:lnTo>
                    <a:pt x="2152" y="3195"/>
                  </a:lnTo>
                  <a:lnTo>
                    <a:pt x="2146" y="3155"/>
                  </a:lnTo>
                  <a:lnTo>
                    <a:pt x="2142" y="3113"/>
                  </a:lnTo>
                  <a:lnTo>
                    <a:pt x="2141" y="3071"/>
                  </a:lnTo>
                  <a:lnTo>
                    <a:pt x="2142" y="3029"/>
                  </a:lnTo>
                  <a:lnTo>
                    <a:pt x="2146" y="2987"/>
                  </a:lnTo>
                  <a:lnTo>
                    <a:pt x="2152" y="2947"/>
                  </a:lnTo>
                  <a:lnTo>
                    <a:pt x="2160" y="2908"/>
                  </a:lnTo>
                  <a:lnTo>
                    <a:pt x="2171" y="2872"/>
                  </a:lnTo>
                  <a:lnTo>
                    <a:pt x="2182" y="2838"/>
                  </a:lnTo>
                  <a:lnTo>
                    <a:pt x="2196" y="2805"/>
                  </a:lnTo>
                  <a:lnTo>
                    <a:pt x="2212" y="2774"/>
                  </a:lnTo>
                  <a:lnTo>
                    <a:pt x="2229" y="2747"/>
                  </a:lnTo>
                  <a:lnTo>
                    <a:pt x="2248" y="2724"/>
                  </a:lnTo>
                  <a:lnTo>
                    <a:pt x="2267" y="2703"/>
                  </a:lnTo>
                  <a:lnTo>
                    <a:pt x="2288" y="2684"/>
                  </a:lnTo>
                  <a:lnTo>
                    <a:pt x="2310" y="2670"/>
                  </a:lnTo>
                  <a:lnTo>
                    <a:pt x="2332" y="2660"/>
                  </a:lnTo>
                  <a:lnTo>
                    <a:pt x="2356" y="2654"/>
                  </a:lnTo>
                  <a:lnTo>
                    <a:pt x="2380" y="2651"/>
                  </a:lnTo>
                  <a:close/>
                  <a:moveTo>
                    <a:pt x="2342" y="1355"/>
                  </a:moveTo>
                  <a:lnTo>
                    <a:pt x="2366" y="1357"/>
                  </a:lnTo>
                  <a:lnTo>
                    <a:pt x="2390" y="1363"/>
                  </a:lnTo>
                  <a:lnTo>
                    <a:pt x="2412" y="1373"/>
                  </a:lnTo>
                  <a:lnTo>
                    <a:pt x="2434" y="1387"/>
                  </a:lnTo>
                  <a:lnTo>
                    <a:pt x="2455" y="1405"/>
                  </a:lnTo>
                  <a:lnTo>
                    <a:pt x="2475" y="1426"/>
                  </a:lnTo>
                  <a:lnTo>
                    <a:pt x="2493" y="1451"/>
                  </a:lnTo>
                  <a:lnTo>
                    <a:pt x="2510" y="1478"/>
                  </a:lnTo>
                  <a:lnTo>
                    <a:pt x="2526" y="1507"/>
                  </a:lnTo>
                  <a:lnTo>
                    <a:pt x="2540" y="1540"/>
                  </a:lnTo>
                  <a:lnTo>
                    <a:pt x="2551" y="1574"/>
                  </a:lnTo>
                  <a:lnTo>
                    <a:pt x="2562" y="1611"/>
                  </a:lnTo>
                  <a:lnTo>
                    <a:pt x="2570" y="1649"/>
                  </a:lnTo>
                  <a:lnTo>
                    <a:pt x="2576" y="1689"/>
                  </a:lnTo>
                  <a:lnTo>
                    <a:pt x="2580" y="1731"/>
                  </a:lnTo>
                  <a:lnTo>
                    <a:pt x="2581" y="1773"/>
                  </a:lnTo>
                  <a:lnTo>
                    <a:pt x="2580" y="1815"/>
                  </a:lnTo>
                  <a:lnTo>
                    <a:pt x="2576" y="1858"/>
                  </a:lnTo>
                  <a:lnTo>
                    <a:pt x="2570" y="1897"/>
                  </a:lnTo>
                  <a:lnTo>
                    <a:pt x="2562" y="1936"/>
                  </a:lnTo>
                  <a:lnTo>
                    <a:pt x="2551" y="1972"/>
                  </a:lnTo>
                  <a:lnTo>
                    <a:pt x="2540" y="2008"/>
                  </a:lnTo>
                  <a:lnTo>
                    <a:pt x="2526" y="2039"/>
                  </a:lnTo>
                  <a:lnTo>
                    <a:pt x="2510" y="2070"/>
                  </a:lnTo>
                  <a:lnTo>
                    <a:pt x="2493" y="2097"/>
                  </a:lnTo>
                  <a:lnTo>
                    <a:pt x="2475" y="2121"/>
                  </a:lnTo>
                  <a:lnTo>
                    <a:pt x="2455" y="2142"/>
                  </a:lnTo>
                  <a:lnTo>
                    <a:pt x="2434" y="2160"/>
                  </a:lnTo>
                  <a:lnTo>
                    <a:pt x="2412" y="2174"/>
                  </a:lnTo>
                  <a:lnTo>
                    <a:pt x="2390" y="2185"/>
                  </a:lnTo>
                  <a:lnTo>
                    <a:pt x="2366" y="2191"/>
                  </a:lnTo>
                  <a:lnTo>
                    <a:pt x="2342" y="2193"/>
                  </a:lnTo>
                  <a:lnTo>
                    <a:pt x="2317" y="2191"/>
                  </a:lnTo>
                  <a:lnTo>
                    <a:pt x="2294" y="2185"/>
                  </a:lnTo>
                  <a:lnTo>
                    <a:pt x="2270" y="2174"/>
                  </a:lnTo>
                  <a:lnTo>
                    <a:pt x="2249" y="2160"/>
                  </a:lnTo>
                  <a:lnTo>
                    <a:pt x="2228" y="2142"/>
                  </a:lnTo>
                  <a:lnTo>
                    <a:pt x="2208" y="2121"/>
                  </a:lnTo>
                  <a:lnTo>
                    <a:pt x="2189" y="2097"/>
                  </a:lnTo>
                  <a:lnTo>
                    <a:pt x="2173" y="2070"/>
                  </a:lnTo>
                  <a:lnTo>
                    <a:pt x="2157" y="2039"/>
                  </a:lnTo>
                  <a:lnTo>
                    <a:pt x="2142" y="2008"/>
                  </a:lnTo>
                  <a:lnTo>
                    <a:pt x="2131" y="1972"/>
                  </a:lnTo>
                  <a:lnTo>
                    <a:pt x="2120" y="1936"/>
                  </a:lnTo>
                  <a:lnTo>
                    <a:pt x="2112" y="1897"/>
                  </a:lnTo>
                  <a:lnTo>
                    <a:pt x="2106" y="1858"/>
                  </a:lnTo>
                  <a:lnTo>
                    <a:pt x="2103" y="1815"/>
                  </a:lnTo>
                  <a:lnTo>
                    <a:pt x="2101" y="1773"/>
                  </a:lnTo>
                  <a:lnTo>
                    <a:pt x="2103" y="1731"/>
                  </a:lnTo>
                  <a:lnTo>
                    <a:pt x="2106" y="1689"/>
                  </a:lnTo>
                  <a:lnTo>
                    <a:pt x="2112" y="1649"/>
                  </a:lnTo>
                  <a:lnTo>
                    <a:pt x="2120" y="1611"/>
                  </a:lnTo>
                  <a:lnTo>
                    <a:pt x="2131" y="1574"/>
                  </a:lnTo>
                  <a:lnTo>
                    <a:pt x="2142" y="1540"/>
                  </a:lnTo>
                  <a:lnTo>
                    <a:pt x="2157" y="1507"/>
                  </a:lnTo>
                  <a:lnTo>
                    <a:pt x="2173" y="1478"/>
                  </a:lnTo>
                  <a:lnTo>
                    <a:pt x="2189" y="1451"/>
                  </a:lnTo>
                  <a:lnTo>
                    <a:pt x="2208" y="1426"/>
                  </a:lnTo>
                  <a:lnTo>
                    <a:pt x="2228" y="1405"/>
                  </a:lnTo>
                  <a:lnTo>
                    <a:pt x="2249" y="1387"/>
                  </a:lnTo>
                  <a:lnTo>
                    <a:pt x="2270" y="1373"/>
                  </a:lnTo>
                  <a:lnTo>
                    <a:pt x="2294" y="1363"/>
                  </a:lnTo>
                  <a:lnTo>
                    <a:pt x="2317" y="1357"/>
                  </a:lnTo>
                  <a:lnTo>
                    <a:pt x="2342" y="1355"/>
                  </a:lnTo>
                  <a:close/>
                  <a:moveTo>
                    <a:pt x="3179" y="819"/>
                  </a:moveTo>
                  <a:lnTo>
                    <a:pt x="3204" y="821"/>
                  </a:lnTo>
                  <a:lnTo>
                    <a:pt x="3227" y="827"/>
                  </a:lnTo>
                  <a:lnTo>
                    <a:pt x="3250" y="838"/>
                  </a:lnTo>
                  <a:lnTo>
                    <a:pt x="3272" y="852"/>
                  </a:lnTo>
                  <a:lnTo>
                    <a:pt x="3293" y="869"/>
                  </a:lnTo>
                  <a:lnTo>
                    <a:pt x="3312" y="890"/>
                  </a:lnTo>
                  <a:lnTo>
                    <a:pt x="3331" y="915"/>
                  </a:lnTo>
                  <a:lnTo>
                    <a:pt x="3348" y="942"/>
                  </a:lnTo>
                  <a:lnTo>
                    <a:pt x="3363" y="971"/>
                  </a:lnTo>
                  <a:lnTo>
                    <a:pt x="3377" y="1004"/>
                  </a:lnTo>
                  <a:lnTo>
                    <a:pt x="3389" y="1038"/>
                  </a:lnTo>
                  <a:lnTo>
                    <a:pt x="3400" y="1076"/>
                  </a:lnTo>
                  <a:lnTo>
                    <a:pt x="3408" y="1113"/>
                  </a:lnTo>
                  <a:lnTo>
                    <a:pt x="3414" y="1153"/>
                  </a:lnTo>
                  <a:lnTo>
                    <a:pt x="3417" y="1195"/>
                  </a:lnTo>
                  <a:lnTo>
                    <a:pt x="3418" y="1237"/>
                  </a:lnTo>
                  <a:lnTo>
                    <a:pt x="3417" y="1280"/>
                  </a:lnTo>
                  <a:lnTo>
                    <a:pt x="3414" y="1322"/>
                  </a:lnTo>
                  <a:lnTo>
                    <a:pt x="3408" y="1362"/>
                  </a:lnTo>
                  <a:lnTo>
                    <a:pt x="3400" y="1399"/>
                  </a:lnTo>
                  <a:lnTo>
                    <a:pt x="3389" y="1437"/>
                  </a:lnTo>
                  <a:lnTo>
                    <a:pt x="3377" y="1471"/>
                  </a:lnTo>
                  <a:lnTo>
                    <a:pt x="3363" y="1503"/>
                  </a:lnTo>
                  <a:lnTo>
                    <a:pt x="3348" y="1533"/>
                  </a:lnTo>
                  <a:lnTo>
                    <a:pt x="3331" y="1560"/>
                  </a:lnTo>
                  <a:lnTo>
                    <a:pt x="3312" y="1584"/>
                  </a:lnTo>
                  <a:lnTo>
                    <a:pt x="3293" y="1605"/>
                  </a:lnTo>
                  <a:lnTo>
                    <a:pt x="3272" y="1623"/>
                  </a:lnTo>
                  <a:lnTo>
                    <a:pt x="3250" y="1637"/>
                  </a:lnTo>
                  <a:lnTo>
                    <a:pt x="3227" y="1648"/>
                  </a:lnTo>
                  <a:lnTo>
                    <a:pt x="3204" y="1654"/>
                  </a:lnTo>
                  <a:lnTo>
                    <a:pt x="3179" y="1656"/>
                  </a:lnTo>
                  <a:lnTo>
                    <a:pt x="3155" y="1654"/>
                  </a:lnTo>
                  <a:lnTo>
                    <a:pt x="3131" y="1648"/>
                  </a:lnTo>
                  <a:lnTo>
                    <a:pt x="3108" y="1637"/>
                  </a:lnTo>
                  <a:lnTo>
                    <a:pt x="3087" y="1623"/>
                  </a:lnTo>
                  <a:lnTo>
                    <a:pt x="3066" y="1605"/>
                  </a:lnTo>
                  <a:lnTo>
                    <a:pt x="3046" y="1584"/>
                  </a:lnTo>
                  <a:lnTo>
                    <a:pt x="3027" y="1560"/>
                  </a:lnTo>
                  <a:lnTo>
                    <a:pt x="3011" y="1533"/>
                  </a:lnTo>
                  <a:lnTo>
                    <a:pt x="2994" y="1503"/>
                  </a:lnTo>
                  <a:lnTo>
                    <a:pt x="2980" y="1471"/>
                  </a:lnTo>
                  <a:lnTo>
                    <a:pt x="2968" y="1437"/>
                  </a:lnTo>
                  <a:lnTo>
                    <a:pt x="2958" y="1399"/>
                  </a:lnTo>
                  <a:lnTo>
                    <a:pt x="2950" y="1362"/>
                  </a:lnTo>
                  <a:lnTo>
                    <a:pt x="2944" y="1322"/>
                  </a:lnTo>
                  <a:lnTo>
                    <a:pt x="2940" y="1280"/>
                  </a:lnTo>
                  <a:lnTo>
                    <a:pt x="2939" y="1237"/>
                  </a:lnTo>
                  <a:lnTo>
                    <a:pt x="2940" y="1195"/>
                  </a:lnTo>
                  <a:lnTo>
                    <a:pt x="2944" y="1153"/>
                  </a:lnTo>
                  <a:lnTo>
                    <a:pt x="2950" y="1113"/>
                  </a:lnTo>
                  <a:lnTo>
                    <a:pt x="2958" y="1076"/>
                  </a:lnTo>
                  <a:lnTo>
                    <a:pt x="2968" y="1038"/>
                  </a:lnTo>
                  <a:lnTo>
                    <a:pt x="2980" y="1004"/>
                  </a:lnTo>
                  <a:lnTo>
                    <a:pt x="2994" y="971"/>
                  </a:lnTo>
                  <a:lnTo>
                    <a:pt x="3011" y="942"/>
                  </a:lnTo>
                  <a:lnTo>
                    <a:pt x="3027" y="915"/>
                  </a:lnTo>
                  <a:lnTo>
                    <a:pt x="3046" y="890"/>
                  </a:lnTo>
                  <a:lnTo>
                    <a:pt x="3066" y="869"/>
                  </a:lnTo>
                  <a:lnTo>
                    <a:pt x="3087" y="852"/>
                  </a:lnTo>
                  <a:lnTo>
                    <a:pt x="3108" y="838"/>
                  </a:lnTo>
                  <a:lnTo>
                    <a:pt x="3131" y="827"/>
                  </a:lnTo>
                  <a:lnTo>
                    <a:pt x="3155" y="821"/>
                  </a:lnTo>
                  <a:lnTo>
                    <a:pt x="3179" y="819"/>
                  </a:lnTo>
                  <a:close/>
                  <a:moveTo>
                    <a:pt x="3246" y="2144"/>
                  </a:moveTo>
                  <a:lnTo>
                    <a:pt x="3271" y="2146"/>
                  </a:lnTo>
                  <a:lnTo>
                    <a:pt x="3294" y="2152"/>
                  </a:lnTo>
                  <a:lnTo>
                    <a:pt x="3316" y="2162"/>
                  </a:lnTo>
                  <a:lnTo>
                    <a:pt x="3339" y="2176"/>
                  </a:lnTo>
                  <a:lnTo>
                    <a:pt x="3360" y="2194"/>
                  </a:lnTo>
                  <a:lnTo>
                    <a:pt x="3380" y="2215"/>
                  </a:lnTo>
                  <a:lnTo>
                    <a:pt x="3397" y="2240"/>
                  </a:lnTo>
                  <a:lnTo>
                    <a:pt x="3415" y="2267"/>
                  </a:lnTo>
                  <a:lnTo>
                    <a:pt x="3430" y="2296"/>
                  </a:lnTo>
                  <a:lnTo>
                    <a:pt x="3444" y="2329"/>
                  </a:lnTo>
                  <a:lnTo>
                    <a:pt x="3456" y="2363"/>
                  </a:lnTo>
                  <a:lnTo>
                    <a:pt x="3466" y="2400"/>
                  </a:lnTo>
                  <a:lnTo>
                    <a:pt x="3475" y="2438"/>
                  </a:lnTo>
                  <a:lnTo>
                    <a:pt x="3480" y="2478"/>
                  </a:lnTo>
                  <a:lnTo>
                    <a:pt x="3484" y="2520"/>
                  </a:lnTo>
                  <a:lnTo>
                    <a:pt x="3485" y="2562"/>
                  </a:lnTo>
                  <a:lnTo>
                    <a:pt x="3484" y="2604"/>
                  </a:lnTo>
                  <a:lnTo>
                    <a:pt x="3480" y="2647"/>
                  </a:lnTo>
                  <a:lnTo>
                    <a:pt x="3475" y="2686"/>
                  </a:lnTo>
                  <a:lnTo>
                    <a:pt x="3466" y="2725"/>
                  </a:lnTo>
                  <a:lnTo>
                    <a:pt x="3456" y="2762"/>
                  </a:lnTo>
                  <a:lnTo>
                    <a:pt x="3444" y="2796"/>
                  </a:lnTo>
                  <a:lnTo>
                    <a:pt x="3430" y="2828"/>
                  </a:lnTo>
                  <a:lnTo>
                    <a:pt x="3415" y="2858"/>
                  </a:lnTo>
                  <a:lnTo>
                    <a:pt x="3397" y="2886"/>
                  </a:lnTo>
                  <a:lnTo>
                    <a:pt x="3380" y="2909"/>
                  </a:lnTo>
                  <a:lnTo>
                    <a:pt x="3360" y="2930"/>
                  </a:lnTo>
                  <a:lnTo>
                    <a:pt x="3339" y="2949"/>
                  </a:lnTo>
                  <a:lnTo>
                    <a:pt x="3316" y="2963"/>
                  </a:lnTo>
                  <a:lnTo>
                    <a:pt x="3294" y="2974"/>
                  </a:lnTo>
                  <a:lnTo>
                    <a:pt x="3271" y="2980"/>
                  </a:lnTo>
                  <a:lnTo>
                    <a:pt x="3246" y="2982"/>
                  </a:lnTo>
                  <a:lnTo>
                    <a:pt x="3222" y="2980"/>
                  </a:lnTo>
                  <a:lnTo>
                    <a:pt x="3198" y="2974"/>
                  </a:lnTo>
                  <a:lnTo>
                    <a:pt x="3176" y="2963"/>
                  </a:lnTo>
                  <a:lnTo>
                    <a:pt x="3154" y="2949"/>
                  </a:lnTo>
                  <a:lnTo>
                    <a:pt x="3133" y="2930"/>
                  </a:lnTo>
                  <a:lnTo>
                    <a:pt x="3113" y="2909"/>
                  </a:lnTo>
                  <a:lnTo>
                    <a:pt x="3095" y="2886"/>
                  </a:lnTo>
                  <a:lnTo>
                    <a:pt x="3077" y="2858"/>
                  </a:lnTo>
                  <a:lnTo>
                    <a:pt x="3062" y="2828"/>
                  </a:lnTo>
                  <a:lnTo>
                    <a:pt x="3048" y="2796"/>
                  </a:lnTo>
                  <a:lnTo>
                    <a:pt x="3036" y="2762"/>
                  </a:lnTo>
                  <a:lnTo>
                    <a:pt x="3026" y="2725"/>
                  </a:lnTo>
                  <a:lnTo>
                    <a:pt x="3018" y="2686"/>
                  </a:lnTo>
                  <a:lnTo>
                    <a:pt x="3012" y="2647"/>
                  </a:lnTo>
                  <a:lnTo>
                    <a:pt x="3008" y="2604"/>
                  </a:lnTo>
                  <a:lnTo>
                    <a:pt x="3007" y="2562"/>
                  </a:lnTo>
                  <a:lnTo>
                    <a:pt x="3008" y="2520"/>
                  </a:lnTo>
                  <a:lnTo>
                    <a:pt x="3012" y="2478"/>
                  </a:lnTo>
                  <a:lnTo>
                    <a:pt x="3018" y="2438"/>
                  </a:lnTo>
                  <a:lnTo>
                    <a:pt x="3026" y="2400"/>
                  </a:lnTo>
                  <a:lnTo>
                    <a:pt x="3036" y="2363"/>
                  </a:lnTo>
                  <a:lnTo>
                    <a:pt x="3048" y="2329"/>
                  </a:lnTo>
                  <a:lnTo>
                    <a:pt x="3062" y="2296"/>
                  </a:lnTo>
                  <a:lnTo>
                    <a:pt x="3077" y="2267"/>
                  </a:lnTo>
                  <a:lnTo>
                    <a:pt x="3095" y="2240"/>
                  </a:lnTo>
                  <a:lnTo>
                    <a:pt x="3113" y="2215"/>
                  </a:lnTo>
                  <a:lnTo>
                    <a:pt x="3133" y="2194"/>
                  </a:lnTo>
                  <a:lnTo>
                    <a:pt x="3154" y="2176"/>
                  </a:lnTo>
                  <a:lnTo>
                    <a:pt x="3176" y="2162"/>
                  </a:lnTo>
                  <a:lnTo>
                    <a:pt x="3198" y="2152"/>
                  </a:lnTo>
                  <a:lnTo>
                    <a:pt x="3222" y="2146"/>
                  </a:lnTo>
                  <a:lnTo>
                    <a:pt x="3246" y="214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3817" name="Freeform 51"/>
            <p:cNvSpPr>
              <a:spLocks/>
            </p:cNvSpPr>
            <p:nvPr/>
          </p:nvSpPr>
          <p:spPr bwMode="auto">
            <a:xfrm>
              <a:off x="1267" y="1588"/>
              <a:ext cx="87" cy="52"/>
            </a:xfrm>
            <a:custGeom>
              <a:avLst/>
              <a:gdLst>
                <a:gd name="T0" fmla="*/ 3 w 437"/>
                <a:gd name="T1" fmla="*/ 2 h 260"/>
                <a:gd name="T2" fmla="*/ 3 w 437"/>
                <a:gd name="T3" fmla="*/ 2 h 260"/>
                <a:gd name="T4" fmla="*/ 3 w 437"/>
                <a:gd name="T5" fmla="*/ 2 h 260"/>
                <a:gd name="T6" fmla="*/ 3 w 437"/>
                <a:gd name="T7" fmla="*/ 2 h 260"/>
                <a:gd name="T8" fmla="*/ 3 w 437"/>
                <a:gd name="T9" fmla="*/ 1 h 260"/>
                <a:gd name="T10" fmla="*/ 3 w 437"/>
                <a:gd name="T11" fmla="*/ 1 h 260"/>
                <a:gd name="T12" fmla="*/ 3 w 437"/>
                <a:gd name="T13" fmla="*/ 1 h 260"/>
                <a:gd name="T14" fmla="*/ 3 w 437"/>
                <a:gd name="T15" fmla="*/ 1 h 260"/>
                <a:gd name="T16" fmla="*/ 3 w 437"/>
                <a:gd name="T17" fmla="*/ 1 h 260"/>
                <a:gd name="T18" fmla="*/ 2 w 437"/>
                <a:gd name="T19" fmla="*/ 1 h 260"/>
                <a:gd name="T20" fmla="*/ 2 w 437"/>
                <a:gd name="T21" fmla="*/ 0 h 260"/>
                <a:gd name="T22" fmla="*/ 2 w 437"/>
                <a:gd name="T23" fmla="*/ 0 h 260"/>
                <a:gd name="T24" fmla="*/ 2 w 437"/>
                <a:gd name="T25" fmla="*/ 0 h 260"/>
                <a:gd name="T26" fmla="*/ 1 w 437"/>
                <a:gd name="T27" fmla="*/ 0 h 260"/>
                <a:gd name="T28" fmla="*/ 1 w 437"/>
                <a:gd name="T29" fmla="*/ 0 h 260"/>
                <a:gd name="T30" fmla="*/ 1 w 437"/>
                <a:gd name="T31" fmla="*/ 0 h 260"/>
                <a:gd name="T32" fmla="*/ 0 w 437"/>
                <a:gd name="T33" fmla="*/ 0 h 260"/>
                <a:gd name="T34" fmla="*/ 0 w 437"/>
                <a:gd name="T35" fmla="*/ 0 h 260"/>
                <a:gd name="T36" fmla="*/ 0 w 437"/>
                <a:gd name="T37" fmla="*/ 0 h 260"/>
                <a:gd name="T38" fmla="*/ 0 w 437"/>
                <a:gd name="T39" fmla="*/ 0 h 260"/>
                <a:gd name="T40" fmla="*/ 1 w 437"/>
                <a:gd name="T41" fmla="*/ 0 h 260"/>
                <a:gd name="T42" fmla="*/ 1 w 437"/>
                <a:gd name="T43" fmla="*/ 0 h 260"/>
                <a:gd name="T44" fmla="*/ 1 w 437"/>
                <a:gd name="T45" fmla="*/ 0 h 260"/>
                <a:gd name="T46" fmla="*/ 2 w 437"/>
                <a:gd name="T47" fmla="*/ 0 h 260"/>
                <a:gd name="T48" fmla="*/ 2 w 437"/>
                <a:gd name="T49" fmla="*/ 0 h 260"/>
                <a:gd name="T50" fmla="*/ 2 w 437"/>
                <a:gd name="T51" fmla="*/ 1 h 260"/>
                <a:gd name="T52" fmla="*/ 2 w 437"/>
                <a:gd name="T53" fmla="*/ 1 h 260"/>
                <a:gd name="T54" fmla="*/ 3 w 437"/>
                <a:gd name="T55" fmla="*/ 1 h 260"/>
                <a:gd name="T56" fmla="*/ 3 w 437"/>
                <a:gd name="T57" fmla="*/ 1 h 260"/>
                <a:gd name="T58" fmla="*/ 3 w 437"/>
                <a:gd name="T59" fmla="*/ 1 h 260"/>
                <a:gd name="T60" fmla="*/ 3 w 437"/>
                <a:gd name="T61" fmla="*/ 1 h 260"/>
                <a:gd name="T62" fmla="*/ 3 w 437"/>
                <a:gd name="T63" fmla="*/ 1 h 260"/>
                <a:gd name="T64" fmla="*/ 3 w 437"/>
                <a:gd name="T65" fmla="*/ 2 h 260"/>
                <a:gd name="T66" fmla="*/ 3 w 437"/>
                <a:gd name="T67" fmla="*/ 2 h 260"/>
                <a:gd name="T68" fmla="*/ 3 w 437"/>
                <a:gd name="T69" fmla="*/ 2 h 260"/>
                <a:gd name="T70" fmla="*/ 3 w 437"/>
                <a:gd name="T71" fmla="*/ 2 h 260"/>
                <a:gd name="T72" fmla="*/ 3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437" y="260"/>
                  </a:moveTo>
                  <a:lnTo>
                    <a:pt x="437" y="260"/>
                  </a:lnTo>
                  <a:lnTo>
                    <a:pt x="434" y="233"/>
                  </a:lnTo>
                  <a:lnTo>
                    <a:pt x="427" y="206"/>
                  </a:lnTo>
                  <a:lnTo>
                    <a:pt x="417" y="181"/>
                  </a:lnTo>
                  <a:lnTo>
                    <a:pt x="401" y="157"/>
                  </a:lnTo>
                  <a:lnTo>
                    <a:pt x="383" y="133"/>
                  </a:lnTo>
                  <a:lnTo>
                    <a:pt x="360" y="113"/>
                  </a:lnTo>
                  <a:lnTo>
                    <a:pt x="336" y="93"/>
                  </a:lnTo>
                  <a:lnTo>
                    <a:pt x="308" y="73"/>
                  </a:lnTo>
                  <a:lnTo>
                    <a:pt x="276" y="58"/>
                  </a:lnTo>
                  <a:lnTo>
                    <a:pt x="242" y="43"/>
                  </a:lnTo>
                  <a:lnTo>
                    <a:pt x="207" y="30"/>
                  </a:lnTo>
                  <a:lnTo>
                    <a:pt x="168" y="19"/>
                  </a:lnTo>
                  <a:lnTo>
                    <a:pt x="128" y="11"/>
                  </a:lnTo>
                  <a:lnTo>
                    <a:pt x="87" y="4"/>
                  </a:lnTo>
                  <a:lnTo>
                    <a:pt x="43" y="1"/>
                  </a:lnTo>
                  <a:lnTo>
                    <a:pt x="0" y="0"/>
                  </a:lnTo>
                  <a:lnTo>
                    <a:pt x="0" y="11"/>
                  </a:lnTo>
                  <a:lnTo>
                    <a:pt x="43" y="12"/>
                  </a:lnTo>
                  <a:lnTo>
                    <a:pt x="85" y="16"/>
                  </a:lnTo>
                  <a:lnTo>
                    <a:pt x="126" y="23"/>
                  </a:lnTo>
                  <a:lnTo>
                    <a:pt x="166" y="31"/>
                  </a:lnTo>
                  <a:lnTo>
                    <a:pt x="202" y="42"/>
                  </a:lnTo>
                  <a:lnTo>
                    <a:pt x="237" y="55"/>
                  </a:lnTo>
                  <a:lnTo>
                    <a:pt x="271" y="70"/>
                  </a:lnTo>
                  <a:lnTo>
                    <a:pt x="301" y="85"/>
                  </a:lnTo>
                  <a:lnTo>
                    <a:pt x="329" y="103"/>
                  </a:lnTo>
                  <a:lnTo>
                    <a:pt x="353" y="123"/>
                  </a:lnTo>
                  <a:lnTo>
                    <a:pt x="373" y="143"/>
                  </a:lnTo>
                  <a:lnTo>
                    <a:pt x="392" y="164"/>
                  </a:lnTo>
                  <a:lnTo>
                    <a:pt x="405" y="186"/>
                  </a:lnTo>
                  <a:lnTo>
                    <a:pt x="415" y="211"/>
                  </a:lnTo>
                  <a:lnTo>
                    <a:pt x="422" y="235"/>
                  </a:lnTo>
                  <a:lnTo>
                    <a:pt x="425" y="260"/>
                  </a:lnTo>
                  <a:lnTo>
                    <a:pt x="437"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3818" name="Freeform 52"/>
            <p:cNvSpPr>
              <a:spLocks/>
            </p:cNvSpPr>
            <p:nvPr/>
          </p:nvSpPr>
          <p:spPr bwMode="auto">
            <a:xfrm>
              <a:off x="1267" y="1640"/>
              <a:ext cx="87" cy="52"/>
            </a:xfrm>
            <a:custGeom>
              <a:avLst/>
              <a:gdLst>
                <a:gd name="T0" fmla="*/ 0 w 437"/>
                <a:gd name="T1" fmla="*/ 2 h 260"/>
                <a:gd name="T2" fmla="*/ 0 w 437"/>
                <a:gd name="T3" fmla="*/ 2 h 260"/>
                <a:gd name="T4" fmla="*/ 0 w 437"/>
                <a:gd name="T5" fmla="*/ 2 h 260"/>
                <a:gd name="T6" fmla="*/ 1 w 437"/>
                <a:gd name="T7" fmla="*/ 2 h 260"/>
                <a:gd name="T8" fmla="*/ 1 w 437"/>
                <a:gd name="T9" fmla="*/ 2 h 260"/>
                <a:gd name="T10" fmla="*/ 1 w 437"/>
                <a:gd name="T11" fmla="*/ 2 h 260"/>
                <a:gd name="T12" fmla="*/ 2 w 437"/>
                <a:gd name="T13" fmla="*/ 2 h 260"/>
                <a:gd name="T14" fmla="*/ 2 w 437"/>
                <a:gd name="T15" fmla="*/ 2 h 260"/>
                <a:gd name="T16" fmla="*/ 2 w 437"/>
                <a:gd name="T17" fmla="*/ 2 h 260"/>
                <a:gd name="T18" fmla="*/ 2 w 437"/>
                <a:gd name="T19" fmla="*/ 1 h 260"/>
                <a:gd name="T20" fmla="*/ 3 w 437"/>
                <a:gd name="T21" fmla="*/ 1 h 260"/>
                <a:gd name="T22" fmla="*/ 3 w 437"/>
                <a:gd name="T23" fmla="*/ 1 h 260"/>
                <a:gd name="T24" fmla="*/ 3 w 437"/>
                <a:gd name="T25" fmla="*/ 1 h 260"/>
                <a:gd name="T26" fmla="*/ 3 w 437"/>
                <a:gd name="T27" fmla="*/ 1 h 260"/>
                <a:gd name="T28" fmla="*/ 3 w 437"/>
                <a:gd name="T29" fmla="*/ 1 h 260"/>
                <a:gd name="T30" fmla="*/ 3 w 437"/>
                <a:gd name="T31" fmla="*/ 0 h 260"/>
                <a:gd name="T32" fmla="*/ 3 w 437"/>
                <a:gd name="T33" fmla="*/ 0 h 260"/>
                <a:gd name="T34" fmla="*/ 3 w 437"/>
                <a:gd name="T35" fmla="*/ 0 h 260"/>
                <a:gd name="T36" fmla="*/ 3 w 437"/>
                <a:gd name="T37" fmla="*/ 0 h 260"/>
                <a:gd name="T38" fmla="*/ 3 w 437"/>
                <a:gd name="T39" fmla="*/ 0 h 260"/>
                <a:gd name="T40" fmla="*/ 3 w 437"/>
                <a:gd name="T41" fmla="*/ 0 h 260"/>
                <a:gd name="T42" fmla="*/ 3 w 437"/>
                <a:gd name="T43" fmla="*/ 1 h 260"/>
                <a:gd name="T44" fmla="*/ 3 w 437"/>
                <a:gd name="T45" fmla="*/ 1 h 260"/>
                <a:gd name="T46" fmla="*/ 3 w 437"/>
                <a:gd name="T47" fmla="*/ 1 h 260"/>
                <a:gd name="T48" fmla="*/ 3 w 437"/>
                <a:gd name="T49" fmla="*/ 1 h 260"/>
                <a:gd name="T50" fmla="*/ 3 w 437"/>
                <a:gd name="T51" fmla="*/ 1 h 260"/>
                <a:gd name="T52" fmla="*/ 2 w 437"/>
                <a:gd name="T53" fmla="*/ 1 h 260"/>
                <a:gd name="T54" fmla="*/ 2 w 437"/>
                <a:gd name="T55" fmla="*/ 2 h 260"/>
                <a:gd name="T56" fmla="*/ 2 w 437"/>
                <a:gd name="T57" fmla="*/ 2 h 260"/>
                <a:gd name="T58" fmla="*/ 2 w 437"/>
                <a:gd name="T59" fmla="*/ 2 h 260"/>
                <a:gd name="T60" fmla="*/ 1 w 437"/>
                <a:gd name="T61" fmla="*/ 2 h 260"/>
                <a:gd name="T62" fmla="*/ 1 w 437"/>
                <a:gd name="T63" fmla="*/ 2 h 260"/>
                <a:gd name="T64" fmla="*/ 1 w 437"/>
                <a:gd name="T65" fmla="*/ 2 h 260"/>
                <a:gd name="T66" fmla="*/ 0 w 437"/>
                <a:gd name="T67" fmla="*/ 2 h 260"/>
                <a:gd name="T68" fmla="*/ 0 w 437"/>
                <a:gd name="T69" fmla="*/ 2 h 260"/>
                <a:gd name="T70" fmla="*/ 0 w 437"/>
                <a:gd name="T71" fmla="*/ 2 h 260"/>
                <a:gd name="T72" fmla="*/ 0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0" y="260"/>
                  </a:moveTo>
                  <a:lnTo>
                    <a:pt x="0" y="260"/>
                  </a:lnTo>
                  <a:lnTo>
                    <a:pt x="43" y="259"/>
                  </a:lnTo>
                  <a:lnTo>
                    <a:pt x="87" y="255"/>
                  </a:lnTo>
                  <a:lnTo>
                    <a:pt x="128" y="248"/>
                  </a:lnTo>
                  <a:lnTo>
                    <a:pt x="168" y="240"/>
                  </a:lnTo>
                  <a:lnTo>
                    <a:pt x="207" y="230"/>
                  </a:lnTo>
                  <a:lnTo>
                    <a:pt x="242" y="217"/>
                  </a:lnTo>
                  <a:lnTo>
                    <a:pt x="276" y="202"/>
                  </a:lnTo>
                  <a:lnTo>
                    <a:pt x="308" y="185"/>
                  </a:lnTo>
                  <a:lnTo>
                    <a:pt x="336" y="166"/>
                  </a:lnTo>
                  <a:lnTo>
                    <a:pt x="360" y="146"/>
                  </a:lnTo>
                  <a:lnTo>
                    <a:pt x="383" y="125"/>
                  </a:lnTo>
                  <a:lnTo>
                    <a:pt x="401" y="102"/>
                  </a:lnTo>
                  <a:lnTo>
                    <a:pt x="417" y="77"/>
                  </a:lnTo>
                  <a:lnTo>
                    <a:pt x="427" y="53"/>
                  </a:lnTo>
                  <a:lnTo>
                    <a:pt x="434" y="27"/>
                  </a:lnTo>
                  <a:lnTo>
                    <a:pt x="437" y="0"/>
                  </a:lnTo>
                  <a:lnTo>
                    <a:pt x="425" y="0"/>
                  </a:lnTo>
                  <a:lnTo>
                    <a:pt x="422" y="24"/>
                  </a:lnTo>
                  <a:lnTo>
                    <a:pt x="415" y="48"/>
                  </a:lnTo>
                  <a:lnTo>
                    <a:pt x="405" y="73"/>
                  </a:lnTo>
                  <a:lnTo>
                    <a:pt x="392" y="95"/>
                  </a:lnTo>
                  <a:lnTo>
                    <a:pt x="373" y="116"/>
                  </a:lnTo>
                  <a:lnTo>
                    <a:pt x="353" y="137"/>
                  </a:lnTo>
                  <a:lnTo>
                    <a:pt x="329" y="157"/>
                  </a:lnTo>
                  <a:lnTo>
                    <a:pt x="301" y="173"/>
                  </a:lnTo>
                  <a:lnTo>
                    <a:pt x="271" y="190"/>
                  </a:lnTo>
                  <a:lnTo>
                    <a:pt x="237" y="205"/>
                  </a:lnTo>
                  <a:lnTo>
                    <a:pt x="202" y="218"/>
                  </a:lnTo>
                  <a:lnTo>
                    <a:pt x="166" y="228"/>
                  </a:lnTo>
                  <a:lnTo>
                    <a:pt x="126" y="237"/>
                  </a:lnTo>
                  <a:lnTo>
                    <a:pt x="85" y="244"/>
                  </a:lnTo>
                  <a:lnTo>
                    <a:pt x="43" y="247"/>
                  </a:lnTo>
                  <a:lnTo>
                    <a:pt x="0" y="248"/>
                  </a:lnTo>
                  <a:lnTo>
                    <a:pt x="0"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3819" name="Freeform 53"/>
            <p:cNvSpPr>
              <a:spLocks/>
            </p:cNvSpPr>
            <p:nvPr/>
          </p:nvSpPr>
          <p:spPr bwMode="auto">
            <a:xfrm>
              <a:off x="1179" y="1640"/>
              <a:ext cx="88" cy="52"/>
            </a:xfrm>
            <a:custGeom>
              <a:avLst/>
              <a:gdLst>
                <a:gd name="T0" fmla="*/ 0 w 439"/>
                <a:gd name="T1" fmla="*/ 0 h 260"/>
                <a:gd name="T2" fmla="*/ 0 w 439"/>
                <a:gd name="T3" fmla="*/ 0 h 260"/>
                <a:gd name="T4" fmla="*/ 0 w 439"/>
                <a:gd name="T5" fmla="*/ 0 h 260"/>
                <a:gd name="T6" fmla="*/ 0 w 439"/>
                <a:gd name="T7" fmla="*/ 0 h 260"/>
                <a:gd name="T8" fmla="*/ 0 w 439"/>
                <a:gd name="T9" fmla="*/ 1 h 260"/>
                <a:gd name="T10" fmla="*/ 0 w 439"/>
                <a:gd name="T11" fmla="*/ 1 h 260"/>
                <a:gd name="T12" fmla="*/ 0 w 439"/>
                <a:gd name="T13" fmla="*/ 1 h 260"/>
                <a:gd name="T14" fmla="*/ 1 w 439"/>
                <a:gd name="T15" fmla="*/ 1 h 260"/>
                <a:gd name="T16" fmla="*/ 1 w 439"/>
                <a:gd name="T17" fmla="*/ 1 h 260"/>
                <a:gd name="T18" fmla="*/ 1 w 439"/>
                <a:gd name="T19" fmla="*/ 1 h 260"/>
                <a:gd name="T20" fmla="*/ 1 w 439"/>
                <a:gd name="T21" fmla="*/ 2 h 260"/>
                <a:gd name="T22" fmla="*/ 2 w 439"/>
                <a:gd name="T23" fmla="*/ 2 h 260"/>
                <a:gd name="T24" fmla="*/ 2 w 439"/>
                <a:gd name="T25" fmla="*/ 2 h 260"/>
                <a:gd name="T26" fmla="*/ 2 w 439"/>
                <a:gd name="T27" fmla="*/ 2 h 260"/>
                <a:gd name="T28" fmla="*/ 2 w 439"/>
                <a:gd name="T29" fmla="*/ 2 h 260"/>
                <a:gd name="T30" fmla="*/ 3 w 439"/>
                <a:gd name="T31" fmla="*/ 2 h 260"/>
                <a:gd name="T32" fmla="*/ 3 w 439"/>
                <a:gd name="T33" fmla="*/ 2 h 260"/>
                <a:gd name="T34" fmla="*/ 4 w 439"/>
                <a:gd name="T35" fmla="*/ 2 h 260"/>
                <a:gd name="T36" fmla="*/ 4 w 439"/>
                <a:gd name="T37" fmla="*/ 2 h 260"/>
                <a:gd name="T38" fmla="*/ 3 w 439"/>
                <a:gd name="T39" fmla="*/ 2 h 260"/>
                <a:gd name="T40" fmla="*/ 3 w 439"/>
                <a:gd name="T41" fmla="*/ 2 h 260"/>
                <a:gd name="T42" fmla="*/ 3 w 439"/>
                <a:gd name="T43" fmla="*/ 2 h 260"/>
                <a:gd name="T44" fmla="*/ 2 w 439"/>
                <a:gd name="T45" fmla="*/ 2 h 260"/>
                <a:gd name="T46" fmla="*/ 2 w 439"/>
                <a:gd name="T47" fmla="*/ 2 h 260"/>
                <a:gd name="T48" fmla="*/ 2 w 439"/>
                <a:gd name="T49" fmla="*/ 2 h 260"/>
                <a:gd name="T50" fmla="*/ 1 w 439"/>
                <a:gd name="T51" fmla="*/ 2 h 260"/>
                <a:gd name="T52" fmla="*/ 1 w 439"/>
                <a:gd name="T53" fmla="*/ 1 h 260"/>
                <a:gd name="T54" fmla="*/ 1 w 439"/>
                <a:gd name="T55" fmla="*/ 1 h 260"/>
                <a:gd name="T56" fmla="*/ 1 w 439"/>
                <a:gd name="T57" fmla="*/ 1 h 260"/>
                <a:gd name="T58" fmla="*/ 1 w 439"/>
                <a:gd name="T59" fmla="*/ 1 h 260"/>
                <a:gd name="T60" fmla="*/ 0 w 439"/>
                <a:gd name="T61" fmla="*/ 1 h 260"/>
                <a:gd name="T62" fmla="*/ 0 w 439"/>
                <a:gd name="T63" fmla="*/ 1 h 260"/>
                <a:gd name="T64" fmla="*/ 0 w 439"/>
                <a:gd name="T65" fmla="*/ 0 h 260"/>
                <a:gd name="T66" fmla="*/ 0 w 439"/>
                <a:gd name="T67" fmla="*/ 0 h 260"/>
                <a:gd name="T68" fmla="*/ 0 w 439"/>
                <a:gd name="T69" fmla="*/ 0 h 260"/>
                <a:gd name="T70" fmla="*/ 0 w 439"/>
                <a:gd name="T71" fmla="*/ 0 h 260"/>
                <a:gd name="T72" fmla="*/ 0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0" y="0"/>
                  </a:moveTo>
                  <a:lnTo>
                    <a:pt x="0" y="0"/>
                  </a:lnTo>
                  <a:lnTo>
                    <a:pt x="3" y="27"/>
                  </a:lnTo>
                  <a:lnTo>
                    <a:pt x="10" y="53"/>
                  </a:lnTo>
                  <a:lnTo>
                    <a:pt x="20" y="77"/>
                  </a:lnTo>
                  <a:lnTo>
                    <a:pt x="35" y="102"/>
                  </a:lnTo>
                  <a:lnTo>
                    <a:pt x="54" y="125"/>
                  </a:lnTo>
                  <a:lnTo>
                    <a:pt x="76" y="146"/>
                  </a:lnTo>
                  <a:lnTo>
                    <a:pt x="102" y="166"/>
                  </a:lnTo>
                  <a:lnTo>
                    <a:pt x="130" y="185"/>
                  </a:lnTo>
                  <a:lnTo>
                    <a:pt x="162" y="202"/>
                  </a:lnTo>
                  <a:lnTo>
                    <a:pt x="195" y="217"/>
                  </a:lnTo>
                  <a:lnTo>
                    <a:pt x="231" y="230"/>
                  </a:lnTo>
                  <a:lnTo>
                    <a:pt x="270" y="240"/>
                  </a:lnTo>
                  <a:lnTo>
                    <a:pt x="310" y="248"/>
                  </a:lnTo>
                  <a:lnTo>
                    <a:pt x="351" y="255"/>
                  </a:lnTo>
                  <a:lnTo>
                    <a:pt x="395" y="259"/>
                  </a:lnTo>
                  <a:lnTo>
                    <a:pt x="439" y="260"/>
                  </a:lnTo>
                  <a:lnTo>
                    <a:pt x="439" y="248"/>
                  </a:lnTo>
                  <a:lnTo>
                    <a:pt x="395" y="247"/>
                  </a:lnTo>
                  <a:lnTo>
                    <a:pt x="353" y="244"/>
                  </a:lnTo>
                  <a:lnTo>
                    <a:pt x="312" y="237"/>
                  </a:lnTo>
                  <a:lnTo>
                    <a:pt x="272" y="228"/>
                  </a:lnTo>
                  <a:lnTo>
                    <a:pt x="236" y="218"/>
                  </a:lnTo>
                  <a:lnTo>
                    <a:pt x="200" y="205"/>
                  </a:lnTo>
                  <a:lnTo>
                    <a:pt x="167" y="190"/>
                  </a:lnTo>
                  <a:lnTo>
                    <a:pt x="137" y="173"/>
                  </a:lnTo>
                  <a:lnTo>
                    <a:pt x="109" y="157"/>
                  </a:lnTo>
                  <a:lnTo>
                    <a:pt x="84" y="137"/>
                  </a:lnTo>
                  <a:lnTo>
                    <a:pt x="64" y="116"/>
                  </a:lnTo>
                  <a:lnTo>
                    <a:pt x="45" y="95"/>
                  </a:lnTo>
                  <a:lnTo>
                    <a:pt x="32" y="73"/>
                  </a:lnTo>
                  <a:lnTo>
                    <a:pt x="21" y="48"/>
                  </a:lnTo>
                  <a:lnTo>
                    <a:pt x="14" y="24"/>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3820" name="Freeform 54"/>
            <p:cNvSpPr>
              <a:spLocks/>
            </p:cNvSpPr>
            <p:nvPr/>
          </p:nvSpPr>
          <p:spPr bwMode="auto">
            <a:xfrm>
              <a:off x="1179" y="1588"/>
              <a:ext cx="88" cy="52"/>
            </a:xfrm>
            <a:custGeom>
              <a:avLst/>
              <a:gdLst>
                <a:gd name="T0" fmla="*/ 4 w 439"/>
                <a:gd name="T1" fmla="*/ 0 h 260"/>
                <a:gd name="T2" fmla="*/ 4 w 439"/>
                <a:gd name="T3" fmla="*/ 0 h 260"/>
                <a:gd name="T4" fmla="*/ 3 w 439"/>
                <a:gd name="T5" fmla="*/ 0 h 260"/>
                <a:gd name="T6" fmla="*/ 3 w 439"/>
                <a:gd name="T7" fmla="*/ 0 h 260"/>
                <a:gd name="T8" fmla="*/ 2 w 439"/>
                <a:gd name="T9" fmla="*/ 0 h 260"/>
                <a:gd name="T10" fmla="*/ 2 w 439"/>
                <a:gd name="T11" fmla="*/ 0 h 260"/>
                <a:gd name="T12" fmla="*/ 2 w 439"/>
                <a:gd name="T13" fmla="*/ 0 h 260"/>
                <a:gd name="T14" fmla="*/ 2 w 439"/>
                <a:gd name="T15" fmla="*/ 0 h 260"/>
                <a:gd name="T16" fmla="*/ 1 w 439"/>
                <a:gd name="T17" fmla="*/ 0 h 260"/>
                <a:gd name="T18" fmla="*/ 1 w 439"/>
                <a:gd name="T19" fmla="*/ 1 h 260"/>
                <a:gd name="T20" fmla="*/ 1 w 439"/>
                <a:gd name="T21" fmla="*/ 1 h 260"/>
                <a:gd name="T22" fmla="*/ 1 w 439"/>
                <a:gd name="T23" fmla="*/ 1 h 260"/>
                <a:gd name="T24" fmla="*/ 0 w 439"/>
                <a:gd name="T25" fmla="*/ 1 h 260"/>
                <a:gd name="T26" fmla="*/ 0 w 439"/>
                <a:gd name="T27" fmla="*/ 1 h 260"/>
                <a:gd name="T28" fmla="*/ 0 w 439"/>
                <a:gd name="T29" fmla="*/ 1 h 260"/>
                <a:gd name="T30" fmla="*/ 0 w 439"/>
                <a:gd name="T31" fmla="*/ 2 h 260"/>
                <a:gd name="T32" fmla="*/ 0 w 439"/>
                <a:gd name="T33" fmla="*/ 2 h 260"/>
                <a:gd name="T34" fmla="*/ 0 w 439"/>
                <a:gd name="T35" fmla="*/ 2 h 260"/>
                <a:gd name="T36" fmla="*/ 0 w 439"/>
                <a:gd name="T37" fmla="*/ 2 h 260"/>
                <a:gd name="T38" fmla="*/ 0 w 439"/>
                <a:gd name="T39" fmla="*/ 2 h 260"/>
                <a:gd name="T40" fmla="*/ 0 w 439"/>
                <a:gd name="T41" fmla="*/ 2 h 260"/>
                <a:gd name="T42" fmla="*/ 0 w 439"/>
                <a:gd name="T43" fmla="*/ 1 h 260"/>
                <a:gd name="T44" fmla="*/ 0 w 439"/>
                <a:gd name="T45" fmla="*/ 1 h 260"/>
                <a:gd name="T46" fmla="*/ 1 w 439"/>
                <a:gd name="T47" fmla="*/ 1 h 260"/>
                <a:gd name="T48" fmla="*/ 1 w 439"/>
                <a:gd name="T49" fmla="*/ 1 h 260"/>
                <a:gd name="T50" fmla="*/ 1 w 439"/>
                <a:gd name="T51" fmla="*/ 1 h 260"/>
                <a:gd name="T52" fmla="*/ 1 w 439"/>
                <a:gd name="T53" fmla="*/ 1 h 260"/>
                <a:gd name="T54" fmla="*/ 1 w 439"/>
                <a:gd name="T55" fmla="*/ 1 h 260"/>
                <a:gd name="T56" fmla="*/ 2 w 439"/>
                <a:gd name="T57" fmla="*/ 0 h 260"/>
                <a:gd name="T58" fmla="*/ 2 w 439"/>
                <a:gd name="T59" fmla="*/ 0 h 260"/>
                <a:gd name="T60" fmla="*/ 2 w 439"/>
                <a:gd name="T61" fmla="*/ 0 h 260"/>
                <a:gd name="T62" fmla="*/ 3 w 439"/>
                <a:gd name="T63" fmla="*/ 0 h 260"/>
                <a:gd name="T64" fmla="*/ 3 w 439"/>
                <a:gd name="T65" fmla="*/ 0 h 260"/>
                <a:gd name="T66" fmla="*/ 3 w 439"/>
                <a:gd name="T67" fmla="*/ 0 h 260"/>
                <a:gd name="T68" fmla="*/ 4 w 439"/>
                <a:gd name="T69" fmla="*/ 0 h 260"/>
                <a:gd name="T70" fmla="*/ 4 w 439"/>
                <a:gd name="T71" fmla="*/ 0 h 260"/>
                <a:gd name="T72" fmla="*/ 4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439" y="0"/>
                  </a:moveTo>
                  <a:lnTo>
                    <a:pt x="439" y="0"/>
                  </a:lnTo>
                  <a:lnTo>
                    <a:pt x="395" y="1"/>
                  </a:lnTo>
                  <a:lnTo>
                    <a:pt x="351" y="4"/>
                  </a:lnTo>
                  <a:lnTo>
                    <a:pt x="310" y="11"/>
                  </a:lnTo>
                  <a:lnTo>
                    <a:pt x="270" y="19"/>
                  </a:lnTo>
                  <a:lnTo>
                    <a:pt x="231" y="30"/>
                  </a:lnTo>
                  <a:lnTo>
                    <a:pt x="195" y="43"/>
                  </a:lnTo>
                  <a:lnTo>
                    <a:pt x="162" y="58"/>
                  </a:lnTo>
                  <a:lnTo>
                    <a:pt x="130" y="73"/>
                  </a:lnTo>
                  <a:lnTo>
                    <a:pt x="102" y="93"/>
                  </a:lnTo>
                  <a:lnTo>
                    <a:pt x="76" y="113"/>
                  </a:lnTo>
                  <a:lnTo>
                    <a:pt x="54" y="133"/>
                  </a:lnTo>
                  <a:lnTo>
                    <a:pt x="35" y="157"/>
                  </a:lnTo>
                  <a:lnTo>
                    <a:pt x="20" y="181"/>
                  </a:lnTo>
                  <a:lnTo>
                    <a:pt x="10" y="206"/>
                  </a:lnTo>
                  <a:lnTo>
                    <a:pt x="3" y="233"/>
                  </a:lnTo>
                  <a:lnTo>
                    <a:pt x="0" y="260"/>
                  </a:lnTo>
                  <a:lnTo>
                    <a:pt x="12" y="260"/>
                  </a:lnTo>
                  <a:lnTo>
                    <a:pt x="14" y="235"/>
                  </a:lnTo>
                  <a:lnTo>
                    <a:pt x="21" y="211"/>
                  </a:lnTo>
                  <a:lnTo>
                    <a:pt x="32" y="186"/>
                  </a:lnTo>
                  <a:lnTo>
                    <a:pt x="45" y="164"/>
                  </a:lnTo>
                  <a:lnTo>
                    <a:pt x="64" y="143"/>
                  </a:lnTo>
                  <a:lnTo>
                    <a:pt x="84" y="123"/>
                  </a:lnTo>
                  <a:lnTo>
                    <a:pt x="109" y="103"/>
                  </a:lnTo>
                  <a:lnTo>
                    <a:pt x="137" y="85"/>
                  </a:lnTo>
                  <a:lnTo>
                    <a:pt x="167" y="70"/>
                  </a:lnTo>
                  <a:lnTo>
                    <a:pt x="200" y="55"/>
                  </a:lnTo>
                  <a:lnTo>
                    <a:pt x="236" y="42"/>
                  </a:lnTo>
                  <a:lnTo>
                    <a:pt x="272" y="31"/>
                  </a:lnTo>
                  <a:lnTo>
                    <a:pt x="312" y="23"/>
                  </a:lnTo>
                  <a:lnTo>
                    <a:pt x="353" y="16"/>
                  </a:lnTo>
                  <a:lnTo>
                    <a:pt x="395" y="12"/>
                  </a:lnTo>
                  <a:lnTo>
                    <a:pt x="439" y="11"/>
                  </a:lnTo>
                  <a:lnTo>
                    <a:pt x="439"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3821" name="Freeform 55"/>
            <p:cNvSpPr>
              <a:spLocks/>
            </p:cNvSpPr>
            <p:nvPr/>
          </p:nvSpPr>
          <p:spPr bwMode="auto">
            <a:xfrm>
              <a:off x="964" y="1745"/>
              <a:ext cx="48" cy="85"/>
            </a:xfrm>
            <a:custGeom>
              <a:avLst/>
              <a:gdLst>
                <a:gd name="T0" fmla="*/ 2 w 244"/>
                <a:gd name="T1" fmla="*/ 3 h 426"/>
                <a:gd name="T2" fmla="*/ 2 w 244"/>
                <a:gd name="T3" fmla="*/ 3 h 426"/>
                <a:gd name="T4" fmla="*/ 2 w 244"/>
                <a:gd name="T5" fmla="*/ 3 h 426"/>
                <a:gd name="T6" fmla="*/ 2 w 244"/>
                <a:gd name="T7" fmla="*/ 3 h 426"/>
                <a:gd name="T8" fmla="*/ 2 w 244"/>
                <a:gd name="T9" fmla="*/ 2 h 426"/>
                <a:gd name="T10" fmla="*/ 2 w 244"/>
                <a:gd name="T11" fmla="*/ 2 h 426"/>
                <a:gd name="T12" fmla="*/ 2 w 244"/>
                <a:gd name="T13" fmla="*/ 2 h 426"/>
                <a:gd name="T14" fmla="*/ 2 w 244"/>
                <a:gd name="T15" fmla="*/ 2 h 426"/>
                <a:gd name="T16" fmla="*/ 1 w 244"/>
                <a:gd name="T17" fmla="*/ 1 h 426"/>
                <a:gd name="T18" fmla="*/ 1 w 244"/>
                <a:gd name="T19" fmla="*/ 1 h 426"/>
                <a:gd name="T20" fmla="*/ 1 w 244"/>
                <a:gd name="T21" fmla="*/ 1 h 426"/>
                <a:gd name="T22" fmla="*/ 1 w 244"/>
                <a:gd name="T23" fmla="*/ 1 h 426"/>
                <a:gd name="T24" fmla="*/ 1 w 244"/>
                <a:gd name="T25" fmla="*/ 0 h 426"/>
                <a:gd name="T26" fmla="*/ 1 w 244"/>
                <a:gd name="T27" fmla="*/ 0 h 426"/>
                <a:gd name="T28" fmla="*/ 1 w 244"/>
                <a:gd name="T29" fmla="*/ 0 h 426"/>
                <a:gd name="T30" fmla="*/ 0 w 244"/>
                <a:gd name="T31" fmla="*/ 0 h 426"/>
                <a:gd name="T32" fmla="*/ 0 w 244"/>
                <a:gd name="T33" fmla="*/ 0 h 426"/>
                <a:gd name="T34" fmla="*/ 0 w 244"/>
                <a:gd name="T35" fmla="*/ 0 h 426"/>
                <a:gd name="T36" fmla="*/ 0 w 244"/>
                <a:gd name="T37" fmla="*/ 0 h 426"/>
                <a:gd name="T38" fmla="*/ 0 w 244"/>
                <a:gd name="T39" fmla="*/ 0 h 426"/>
                <a:gd name="T40" fmla="*/ 0 w 244"/>
                <a:gd name="T41" fmla="*/ 0 h 426"/>
                <a:gd name="T42" fmla="*/ 1 w 244"/>
                <a:gd name="T43" fmla="*/ 0 h 426"/>
                <a:gd name="T44" fmla="*/ 1 w 244"/>
                <a:gd name="T45" fmla="*/ 0 h 426"/>
                <a:gd name="T46" fmla="*/ 1 w 244"/>
                <a:gd name="T47" fmla="*/ 0 h 426"/>
                <a:gd name="T48" fmla="*/ 1 w 244"/>
                <a:gd name="T49" fmla="*/ 1 h 426"/>
                <a:gd name="T50" fmla="*/ 1 w 244"/>
                <a:gd name="T51" fmla="*/ 1 h 426"/>
                <a:gd name="T52" fmla="*/ 1 w 244"/>
                <a:gd name="T53" fmla="*/ 1 h 426"/>
                <a:gd name="T54" fmla="*/ 1 w 244"/>
                <a:gd name="T55" fmla="*/ 1 h 426"/>
                <a:gd name="T56" fmla="*/ 1 w 244"/>
                <a:gd name="T57" fmla="*/ 2 h 426"/>
                <a:gd name="T58" fmla="*/ 2 w 244"/>
                <a:gd name="T59" fmla="*/ 2 h 426"/>
                <a:gd name="T60" fmla="*/ 2 w 244"/>
                <a:gd name="T61" fmla="*/ 2 h 426"/>
                <a:gd name="T62" fmla="*/ 2 w 244"/>
                <a:gd name="T63" fmla="*/ 2 h 426"/>
                <a:gd name="T64" fmla="*/ 2 w 244"/>
                <a:gd name="T65" fmla="*/ 3 h 426"/>
                <a:gd name="T66" fmla="*/ 2 w 244"/>
                <a:gd name="T67" fmla="*/ 3 h 426"/>
                <a:gd name="T68" fmla="*/ 2 w 244"/>
                <a:gd name="T69" fmla="*/ 3 h 426"/>
                <a:gd name="T70" fmla="*/ 2 w 244"/>
                <a:gd name="T71" fmla="*/ 3 h 426"/>
                <a:gd name="T72" fmla="*/ 2 w 244"/>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6"/>
                <a:gd name="T113" fmla="*/ 244 w 244"/>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6">
                  <a:moveTo>
                    <a:pt x="244" y="426"/>
                  </a:moveTo>
                  <a:lnTo>
                    <a:pt x="244" y="426"/>
                  </a:lnTo>
                  <a:lnTo>
                    <a:pt x="243" y="383"/>
                  </a:lnTo>
                  <a:lnTo>
                    <a:pt x="240" y="340"/>
                  </a:lnTo>
                  <a:lnTo>
                    <a:pt x="234" y="300"/>
                  </a:lnTo>
                  <a:lnTo>
                    <a:pt x="226" y="262"/>
                  </a:lnTo>
                  <a:lnTo>
                    <a:pt x="215" y="224"/>
                  </a:lnTo>
                  <a:lnTo>
                    <a:pt x="203" y="189"/>
                  </a:lnTo>
                  <a:lnTo>
                    <a:pt x="189" y="157"/>
                  </a:lnTo>
                  <a:lnTo>
                    <a:pt x="174" y="126"/>
                  </a:lnTo>
                  <a:lnTo>
                    <a:pt x="155" y="99"/>
                  </a:lnTo>
                  <a:lnTo>
                    <a:pt x="138" y="74"/>
                  </a:lnTo>
                  <a:lnTo>
                    <a:pt x="118" y="52"/>
                  </a:lnTo>
                  <a:lnTo>
                    <a:pt x="96" y="34"/>
                  </a:lnTo>
                  <a:lnTo>
                    <a:pt x="73" y="19"/>
                  </a:lnTo>
                  <a:lnTo>
                    <a:pt x="50" y="8"/>
                  </a:lnTo>
                  <a:lnTo>
                    <a:pt x="25" y="2"/>
                  </a:lnTo>
                  <a:lnTo>
                    <a:pt x="0" y="0"/>
                  </a:lnTo>
                  <a:lnTo>
                    <a:pt x="0" y="12"/>
                  </a:lnTo>
                  <a:lnTo>
                    <a:pt x="23" y="14"/>
                  </a:lnTo>
                  <a:lnTo>
                    <a:pt x="45" y="20"/>
                  </a:lnTo>
                  <a:lnTo>
                    <a:pt x="66" y="31"/>
                  </a:lnTo>
                  <a:lnTo>
                    <a:pt x="89" y="43"/>
                  </a:lnTo>
                  <a:lnTo>
                    <a:pt x="109" y="61"/>
                  </a:lnTo>
                  <a:lnTo>
                    <a:pt x="129" y="81"/>
                  </a:lnTo>
                  <a:lnTo>
                    <a:pt x="146" y="106"/>
                  </a:lnTo>
                  <a:lnTo>
                    <a:pt x="162" y="133"/>
                  </a:lnTo>
                  <a:lnTo>
                    <a:pt x="178" y="162"/>
                  </a:lnTo>
                  <a:lnTo>
                    <a:pt x="192" y="194"/>
                  </a:lnTo>
                  <a:lnTo>
                    <a:pt x="203" y="229"/>
                  </a:lnTo>
                  <a:lnTo>
                    <a:pt x="214" y="264"/>
                  </a:lnTo>
                  <a:lnTo>
                    <a:pt x="222" y="303"/>
                  </a:lnTo>
                  <a:lnTo>
                    <a:pt x="228" y="342"/>
                  </a:lnTo>
                  <a:lnTo>
                    <a:pt x="232" y="383"/>
                  </a:lnTo>
                  <a:lnTo>
                    <a:pt x="233" y="426"/>
                  </a:lnTo>
                  <a:lnTo>
                    <a:pt x="244"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3822" name="Freeform 56"/>
            <p:cNvSpPr>
              <a:spLocks/>
            </p:cNvSpPr>
            <p:nvPr/>
          </p:nvSpPr>
          <p:spPr bwMode="auto">
            <a:xfrm>
              <a:off x="964" y="1830"/>
              <a:ext cx="48" cy="85"/>
            </a:xfrm>
            <a:custGeom>
              <a:avLst/>
              <a:gdLst>
                <a:gd name="T0" fmla="*/ 0 w 244"/>
                <a:gd name="T1" fmla="*/ 3 h 424"/>
                <a:gd name="T2" fmla="*/ 0 w 244"/>
                <a:gd name="T3" fmla="*/ 3 h 424"/>
                <a:gd name="T4" fmla="*/ 0 w 244"/>
                <a:gd name="T5" fmla="*/ 3 h 424"/>
                <a:gd name="T6" fmla="*/ 0 w 244"/>
                <a:gd name="T7" fmla="*/ 3 h 424"/>
                <a:gd name="T8" fmla="*/ 1 w 244"/>
                <a:gd name="T9" fmla="*/ 3 h 424"/>
                <a:gd name="T10" fmla="*/ 1 w 244"/>
                <a:gd name="T11" fmla="*/ 3 h 424"/>
                <a:gd name="T12" fmla="*/ 1 w 244"/>
                <a:gd name="T13" fmla="*/ 3 h 424"/>
                <a:gd name="T14" fmla="*/ 1 w 244"/>
                <a:gd name="T15" fmla="*/ 3 h 424"/>
                <a:gd name="T16" fmla="*/ 1 w 244"/>
                <a:gd name="T17" fmla="*/ 3 h 424"/>
                <a:gd name="T18" fmla="*/ 1 w 244"/>
                <a:gd name="T19" fmla="*/ 2 h 424"/>
                <a:gd name="T20" fmla="*/ 1 w 244"/>
                <a:gd name="T21" fmla="*/ 2 h 424"/>
                <a:gd name="T22" fmla="*/ 2 w 244"/>
                <a:gd name="T23" fmla="*/ 2 h 424"/>
                <a:gd name="T24" fmla="*/ 2 w 244"/>
                <a:gd name="T25" fmla="*/ 2 h 424"/>
                <a:gd name="T26" fmla="*/ 2 w 244"/>
                <a:gd name="T27" fmla="*/ 1 h 424"/>
                <a:gd name="T28" fmla="*/ 2 w 244"/>
                <a:gd name="T29" fmla="*/ 1 h 424"/>
                <a:gd name="T30" fmla="*/ 2 w 244"/>
                <a:gd name="T31" fmla="*/ 1 h 424"/>
                <a:gd name="T32" fmla="*/ 2 w 244"/>
                <a:gd name="T33" fmla="*/ 0 h 424"/>
                <a:gd name="T34" fmla="*/ 2 w 244"/>
                <a:gd name="T35" fmla="*/ 0 h 424"/>
                <a:gd name="T36" fmla="*/ 2 w 244"/>
                <a:gd name="T37" fmla="*/ 0 h 424"/>
                <a:gd name="T38" fmla="*/ 2 w 244"/>
                <a:gd name="T39" fmla="*/ 0 h 424"/>
                <a:gd name="T40" fmla="*/ 2 w 244"/>
                <a:gd name="T41" fmla="*/ 1 h 424"/>
                <a:gd name="T42" fmla="*/ 2 w 244"/>
                <a:gd name="T43" fmla="*/ 1 h 424"/>
                <a:gd name="T44" fmla="*/ 2 w 244"/>
                <a:gd name="T45" fmla="*/ 1 h 424"/>
                <a:gd name="T46" fmla="*/ 2 w 244"/>
                <a:gd name="T47" fmla="*/ 2 h 424"/>
                <a:gd name="T48" fmla="*/ 1 w 244"/>
                <a:gd name="T49" fmla="*/ 2 h 424"/>
                <a:gd name="T50" fmla="*/ 1 w 244"/>
                <a:gd name="T51" fmla="*/ 2 h 424"/>
                <a:gd name="T52" fmla="*/ 1 w 244"/>
                <a:gd name="T53" fmla="*/ 2 h 424"/>
                <a:gd name="T54" fmla="*/ 1 w 244"/>
                <a:gd name="T55" fmla="*/ 3 h 424"/>
                <a:gd name="T56" fmla="*/ 1 w 244"/>
                <a:gd name="T57" fmla="*/ 3 h 424"/>
                <a:gd name="T58" fmla="*/ 1 w 244"/>
                <a:gd name="T59" fmla="*/ 3 h 424"/>
                <a:gd name="T60" fmla="*/ 1 w 244"/>
                <a:gd name="T61" fmla="*/ 3 h 424"/>
                <a:gd name="T62" fmla="*/ 1 w 244"/>
                <a:gd name="T63" fmla="*/ 3 h 424"/>
                <a:gd name="T64" fmla="*/ 0 w 244"/>
                <a:gd name="T65" fmla="*/ 3 h 424"/>
                <a:gd name="T66" fmla="*/ 0 w 244"/>
                <a:gd name="T67" fmla="*/ 3 h 424"/>
                <a:gd name="T68" fmla="*/ 0 w 244"/>
                <a:gd name="T69" fmla="*/ 3 h 424"/>
                <a:gd name="T70" fmla="*/ 0 w 244"/>
                <a:gd name="T71" fmla="*/ 3 h 424"/>
                <a:gd name="T72" fmla="*/ 0 w 244"/>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4"/>
                <a:gd name="T113" fmla="*/ 244 w 244"/>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4">
                  <a:moveTo>
                    <a:pt x="0" y="424"/>
                  </a:moveTo>
                  <a:lnTo>
                    <a:pt x="0" y="424"/>
                  </a:lnTo>
                  <a:lnTo>
                    <a:pt x="25" y="422"/>
                  </a:lnTo>
                  <a:lnTo>
                    <a:pt x="50" y="416"/>
                  </a:lnTo>
                  <a:lnTo>
                    <a:pt x="73" y="405"/>
                  </a:lnTo>
                  <a:lnTo>
                    <a:pt x="96" y="390"/>
                  </a:lnTo>
                  <a:lnTo>
                    <a:pt x="118" y="373"/>
                  </a:lnTo>
                  <a:lnTo>
                    <a:pt x="138" y="350"/>
                  </a:lnTo>
                  <a:lnTo>
                    <a:pt x="155" y="326"/>
                  </a:lnTo>
                  <a:lnTo>
                    <a:pt x="173" y="299"/>
                  </a:lnTo>
                  <a:lnTo>
                    <a:pt x="189" y="268"/>
                  </a:lnTo>
                  <a:lnTo>
                    <a:pt x="203" y="235"/>
                  </a:lnTo>
                  <a:lnTo>
                    <a:pt x="215" y="201"/>
                  </a:lnTo>
                  <a:lnTo>
                    <a:pt x="226" y="163"/>
                  </a:lnTo>
                  <a:lnTo>
                    <a:pt x="234" y="125"/>
                  </a:lnTo>
                  <a:lnTo>
                    <a:pt x="240" y="85"/>
                  </a:lnTo>
                  <a:lnTo>
                    <a:pt x="243" y="42"/>
                  </a:lnTo>
                  <a:lnTo>
                    <a:pt x="244" y="0"/>
                  </a:lnTo>
                  <a:lnTo>
                    <a:pt x="233" y="0"/>
                  </a:lnTo>
                  <a:lnTo>
                    <a:pt x="232" y="42"/>
                  </a:lnTo>
                  <a:lnTo>
                    <a:pt x="228" y="83"/>
                  </a:lnTo>
                  <a:lnTo>
                    <a:pt x="222" y="123"/>
                  </a:lnTo>
                  <a:lnTo>
                    <a:pt x="214" y="160"/>
                  </a:lnTo>
                  <a:lnTo>
                    <a:pt x="203" y="197"/>
                  </a:lnTo>
                  <a:lnTo>
                    <a:pt x="192" y="231"/>
                  </a:lnTo>
                  <a:lnTo>
                    <a:pt x="178" y="263"/>
                  </a:lnTo>
                  <a:lnTo>
                    <a:pt x="164" y="292"/>
                  </a:lnTo>
                  <a:lnTo>
                    <a:pt x="146" y="319"/>
                  </a:lnTo>
                  <a:lnTo>
                    <a:pt x="129" y="343"/>
                  </a:lnTo>
                  <a:lnTo>
                    <a:pt x="109" y="363"/>
                  </a:lnTo>
                  <a:lnTo>
                    <a:pt x="89" y="381"/>
                  </a:lnTo>
                  <a:lnTo>
                    <a:pt x="66" y="394"/>
                  </a:lnTo>
                  <a:lnTo>
                    <a:pt x="45" y="404"/>
                  </a:lnTo>
                  <a:lnTo>
                    <a:pt x="23" y="410"/>
                  </a:lnTo>
                  <a:lnTo>
                    <a:pt x="0" y="412"/>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3823" name="Freeform 57"/>
            <p:cNvSpPr>
              <a:spLocks/>
            </p:cNvSpPr>
            <p:nvPr/>
          </p:nvSpPr>
          <p:spPr bwMode="auto">
            <a:xfrm>
              <a:off x="915" y="1830"/>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1" y="42"/>
                  </a:lnTo>
                  <a:lnTo>
                    <a:pt x="4" y="85"/>
                  </a:lnTo>
                  <a:lnTo>
                    <a:pt x="10" y="125"/>
                  </a:lnTo>
                  <a:lnTo>
                    <a:pt x="19" y="163"/>
                  </a:lnTo>
                  <a:lnTo>
                    <a:pt x="29" y="201"/>
                  </a:lnTo>
                  <a:lnTo>
                    <a:pt x="41" y="235"/>
                  </a:lnTo>
                  <a:lnTo>
                    <a:pt x="55" y="268"/>
                  </a:lnTo>
                  <a:lnTo>
                    <a:pt x="71" y="299"/>
                  </a:lnTo>
                  <a:lnTo>
                    <a:pt x="89" y="326"/>
                  </a:lnTo>
                  <a:lnTo>
                    <a:pt x="106" y="350"/>
                  </a:lnTo>
                  <a:lnTo>
                    <a:pt x="126" y="373"/>
                  </a:lnTo>
                  <a:lnTo>
                    <a:pt x="149" y="390"/>
                  </a:lnTo>
                  <a:lnTo>
                    <a:pt x="171" y="405"/>
                  </a:lnTo>
                  <a:lnTo>
                    <a:pt x="194" y="416"/>
                  </a:lnTo>
                  <a:lnTo>
                    <a:pt x="219" y="422"/>
                  </a:lnTo>
                  <a:lnTo>
                    <a:pt x="245" y="424"/>
                  </a:lnTo>
                  <a:lnTo>
                    <a:pt x="245" y="412"/>
                  </a:lnTo>
                  <a:lnTo>
                    <a:pt x="221" y="410"/>
                  </a:lnTo>
                  <a:lnTo>
                    <a:pt x="199" y="404"/>
                  </a:lnTo>
                  <a:lnTo>
                    <a:pt x="178" y="394"/>
                  </a:lnTo>
                  <a:lnTo>
                    <a:pt x="156" y="381"/>
                  </a:lnTo>
                  <a:lnTo>
                    <a:pt x="136" y="363"/>
                  </a:lnTo>
                  <a:lnTo>
                    <a:pt x="116" y="343"/>
                  </a:lnTo>
                  <a:lnTo>
                    <a:pt x="98" y="319"/>
                  </a:lnTo>
                  <a:lnTo>
                    <a:pt x="81" y="292"/>
                  </a:lnTo>
                  <a:lnTo>
                    <a:pt x="67" y="263"/>
                  </a:lnTo>
                  <a:lnTo>
                    <a:pt x="52" y="231"/>
                  </a:lnTo>
                  <a:lnTo>
                    <a:pt x="41" y="197"/>
                  </a:lnTo>
                  <a:lnTo>
                    <a:pt x="30" y="160"/>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3824" name="Freeform 58"/>
            <p:cNvSpPr>
              <a:spLocks/>
            </p:cNvSpPr>
            <p:nvPr/>
          </p:nvSpPr>
          <p:spPr bwMode="auto">
            <a:xfrm>
              <a:off x="915" y="1745"/>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0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19" y="2"/>
                  </a:lnTo>
                  <a:lnTo>
                    <a:pt x="194" y="8"/>
                  </a:lnTo>
                  <a:lnTo>
                    <a:pt x="171" y="19"/>
                  </a:lnTo>
                  <a:lnTo>
                    <a:pt x="149" y="34"/>
                  </a:lnTo>
                  <a:lnTo>
                    <a:pt x="126" y="52"/>
                  </a:lnTo>
                  <a:lnTo>
                    <a:pt x="106" y="74"/>
                  </a:lnTo>
                  <a:lnTo>
                    <a:pt x="89" y="99"/>
                  </a:lnTo>
                  <a:lnTo>
                    <a:pt x="70" y="126"/>
                  </a:lnTo>
                  <a:lnTo>
                    <a:pt x="55" y="157"/>
                  </a:lnTo>
                  <a:lnTo>
                    <a:pt x="41" y="189"/>
                  </a:lnTo>
                  <a:lnTo>
                    <a:pt x="29" y="224"/>
                  </a:lnTo>
                  <a:lnTo>
                    <a:pt x="19" y="262"/>
                  </a:lnTo>
                  <a:lnTo>
                    <a:pt x="10" y="300"/>
                  </a:lnTo>
                  <a:lnTo>
                    <a:pt x="4" y="340"/>
                  </a:lnTo>
                  <a:lnTo>
                    <a:pt x="1" y="383"/>
                  </a:lnTo>
                  <a:lnTo>
                    <a:pt x="0" y="426"/>
                  </a:lnTo>
                  <a:lnTo>
                    <a:pt x="11" y="426"/>
                  </a:lnTo>
                  <a:lnTo>
                    <a:pt x="13" y="383"/>
                  </a:lnTo>
                  <a:lnTo>
                    <a:pt x="16" y="342"/>
                  </a:lnTo>
                  <a:lnTo>
                    <a:pt x="22" y="303"/>
                  </a:lnTo>
                  <a:lnTo>
                    <a:pt x="30" y="264"/>
                  </a:lnTo>
                  <a:lnTo>
                    <a:pt x="41" y="229"/>
                  </a:lnTo>
                  <a:lnTo>
                    <a:pt x="52" y="194"/>
                  </a:lnTo>
                  <a:lnTo>
                    <a:pt x="67" y="162"/>
                  </a:lnTo>
                  <a:lnTo>
                    <a:pt x="82" y="133"/>
                  </a:lnTo>
                  <a:lnTo>
                    <a:pt x="98" y="106"/>
                  </a:lnTo>
                  <a:lnTo>
                    <a:pt x="116" y="81"/>
                  </a:lnTo>
                  <a:lnTo>
                    <a:pt x="136" y="61"/>
                  </a:lnTo>
                  <a:lnTo>
                    <a:pt x="156" y="43"/>
                  </a:lnTo>
                  <a:lnTo>
                    <a:pt x="178" y="31"/>
                  </a:lnTo>
                  <a:lnTo>
                    <a:pt x="199" y="20"/>
                  </a:lnTo>
                  <a:lnTo>
                    <a:pt x="221"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3825" name="Freeform 59"/>
            <p:cNvSpPr>
              <a:spLocks/>
            </p:cNvSpPr>
            <p:nvPr/>
          </p:nvSpPr>
          <p:spPr bwMode="auto">
            <a:xfrm>
              <a:off x="1140" y="2087"/>
              <a:ext cx="49" cy="85"/>
            </a:xfrm>
            <a:custGeom>
              <a:avLst/>
              <a:gdLst>
                <a:gd name="T0" fmla="*/ 2 w 246"/>
                <a:gd name="T1" fmla="*/ 3 h 424"/>
                <a:gd name="T2" fmla="*/ 2 w 246"/>
                <a:gd name="T3" fmla="*/ 3 h 424"/>
                <a:gd name="T4" fmla="*/ 2 w 246"/>
                <a:gd name="T5" fmla="*/ 3 h 424"/>
                <a:gd name="T6" fmla="*/ 2 w 246"/>
                <a:gd name="T7" fmla="*/ 3 h 424"/>
                <a:gd name="T8" fmla="*/ 2 w 246"/>
                <a:gd name="T9" fmla="*/ 2 h 424"/>
                <a:gd name="T10" fmla="*/ 2 w 246"/>
                <a:gd name="T11" fmla="*/ 2 h 424"/>
                <a:gd name="T12" fmla="*/ 2 w 246"/>
                <a:gd name="T13" fmla="*/ 2 h 424"/>
                <a:gd name="T14" fmla="*/ 2 w 246"/>
                <a:gd name="T15" fmla="*/ 2 h 424"/>
                <a:gd name="T16" fmla="*/ 2 w 246"/>
                <a:gd name="T17" fmla="*/ 1 h 424"/>
                <a:gd name="T18" fmla="*/ 1 w 246"/>
                <a:gd name="T19" fmla="*/ 1 h 424"/>
                <a:gd name="T20" fmla="*/ 1 w 246"/>
                <a:gd name="T21" fmla="*/ 1 h 424"/>
                <a:gd name="T22" fmla="*/ 1 w 246"/>
                <a:gd name="T23" fmla="*/ 1 h 424"/>
                <a:gd name="T24" fmla="*/ 1 w 246"/>
                <a:gd name="T25" fmla="*/ 0 h 424"/>
                <a:gd name="T26" fmla="*/ 1 w 246"/>
                <a:gd name="T27" fmla="*/ 0 h 424"/>
                <a:gd name="T28" fmla="*/ 1 w 246"/>
                <a:gd name="T29" fmla="*/ 0 h 424"/>
                <a:gd name="T30" fmla="*/ 0 w 246"/>
                <a:gd name="T31" fmla="*/ 0 h 424"/>
                <a:gd name="T32" fmla="*/ 0 w 246"/>
                <a:gd name="T33" fmla="*/ 0 h 424"/>
                <a:gd name="T34" fmla="*/ 0 w 246"/>
                <a:gd name="T35" fmla="*/ 0 h 424"/>
                <a:gd name="T36" fmla="*/ 0 w 246"/>
                <a:gd name="T37" fmla="*/ 0 h 424"/>
                <a:gd name="T38" fmla="*/ 0 w 246"/>
                <a:gd name="T39" fmla="*/ 0 h 424"/>
                <a:gd name="T40" fmla="*/ 0 w 246"/>
                <a:gd name="T41" fmla="*/ 0 h 424"/>
                <a:gd name="T42" fmla="*/ 1 w 246"/>
                <a:gd name="T43" fmla="*/ 0 h 424"/>
                <a:gd name="T44" fmla="*/ 1 w 246"/>
                <a:gd name="T45" fmla="*/ 0 h 424"/>
                <a:gd name="T46" fmla="*/ 1 w 246"/>
                <a:gd name="T47" fmla="*/ 0 h 424"/>
                <a:gd name="T48" fmla="*/ 1 w 246"/>
                <a:gd name="T49" fmla="*/ 1 h 424"/>
                <a:gd name="T50" fmla="*/ 1 w 246"/>
                <a:gd name="T51" fmla="*/ 1 h 424"/>
                <a:gd name="T52" fmla="*/ 1 w 246"/>
                <a:gd name="T53" fmla="*/ 1 h 424"/>
                <a:gd name="T54" fmla="*/ 1 w 246"/>
                <a:gd name="T55" fmla="*/ 1 h 424"/>
                <a:gd name="T56" fmla="*/ 2 w 246"/>
                <a:gd name="T57" fmla="*/ 2 h 424"/>
                <a:gd name="T58" fmla="*/ 2 w 246"/>
                <a:gd name="T59" fmla="*/ 2 h 424"/>
                <a:gd name="T60" fmla="*/ 2 w 246"/>
                <a:gd name="T61" fmla="*/ 2 h 424"/>
                <a:gd name="T62" fmla="*/ 2 w 246"/>
                <a:gd name="T63" fmla="*/ 2 h 424"/>
                <a:gd name="T64" fmla="*/ 2 w 246"/>
                <a:gd name="T65" fmla="*/ 3 h 424"/>
                <a:gd name="T66" fmla="*/ 2 w 246"/>
                <a:gd name="T67" fmla="*/ 3 h 424"/>
                <a:gd name="T68" fmla="*/ 2 w 246"/>
                <a:gd name="T69" fmla="*/ 3 h 424"/>
                <a:gd name="T70" fmla="*/ 2 w 246"/>
                <a:gd name="T71" fmla="*/ 3 h 424"/>
                <a:gd name="T72" fmla="*/ 2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424"/>
                  </a:moveTo>
                  <a:lnTo>
                    <a:pt x="246" y="424"/>
                  </a:lnTo>
                  <a:lnTo>
                    <a:pt x="244" y="382"/>
                  </a:lnTo>
                  <a:lnTo>
                    <a:pt x="241" y="338"/>
                  </a:lnTo>
                  <a:lnTo>
                    <a:pt x="235" y="298"/>
                  </a:lnTo>
                  <a:lnTo>
                    <a:pt x="227" y="261"/>
                  </a:lnTo>
                  <a:lnTo>
                    <a:pt x="216" y="222"/>
                  </a:lnTo>
                  <a:lnTo>
                    <a:pt x="205" y="188"/>
                  </a:lnTo>
                  <a:lnTo>
                    <a:pt x="190" y="155"/>
                  </a:lnTo>
                  <a:lnTo>
                    <a:pt x="174" y="125"/>
                  </a:lnTo>
                  <a:lnTo>
                    <a:pt x="157" y="98"/>
                  </a:lnTo>
                  <a:lnTo>
                    <a:pt x="138" y="73"/>
                  </a:lnTo>
                  <a:lnTo>
                    <a:pt x="118" y="51"/>
                  </a:lnTo>
                  <a:lnTo>
                    <a:pt x="96" y="34"/>
                  </a:lnTo>
                  <a:lnTo>
                    <a:pt x="74" y="18"/>
                  </a:lnTo>
                  <a:lnTo>
                    <a:pt x="50" y="8"/>
                  </a:lnTo>
                  <a:lnTo>
                    <a:pt x="25" y="2"/>
                  </a:lnTo>
                  <a:lnTo>
                    <a:pt x="0" y="0"/>
                  </a:lnTo>
                  <a:lnTo>
                    <a:pt x="0" y="11"/>
                  </a:lnTo>
                  <a:lnTo>
                    <a:pt x="23" y="14"/>
                  </a:lnTo>
                  <a:lnTo>
                    <a:pt x="45" y="19"/>
                  </a:lnTo>
                  <a:lnTo>
                    <a:pt x="67" y="30"/>
                  </a:lnTo>
                  <a:lnTo>
                    <a:pt x="89" y="43"/>
                  </a:lnTo>
                  <a:lnTo>
                    <a:pt x="108" y="60"/>
                  </a:lnTo>
                  <a:lnTo>
                    <a:pt x="128" y="80"/>
                  </a:lnTo>
                  <a:lnTo>
                    <a:pt x="147" y="105"/>
                  </a:lnTo>
                  <a:lnTo>
                    <a:pt x="165" y="132"/>
                  </a:lnTo>
                  <a:lnTo>
                    <a:pt x="179" y="160"/>
                  </a:lnTo>
                  <a:lnTo>
                    <a:pt x="193" y="193"/>
                  </a:lnTo>
                  <a:lnTo>
                    <a:pt x="205" y="227"/>
                  </a:lnTo>
                  <a:lnTo>
                    <a:pt x="215" y="263"/>
                  </a:lnTo>
                  <a:lnTo>
                    <a:pt x="223" y="301"/>
                  </a:lnTo>
                  <a:lnTo>
                    <a:pt x="229" y="341"/>
                  </a:lnTo>
                  <a:lnTo>
                    <a:pt x="233" y="382"/>
                  </a:lnTo>
                  <a:lnTo>
                    <a:pt x="234" y="424"/>
                  </a:lnTo>
                  <a:lnTo>
                    <a:pt x="246"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3826" name="Freeform 60"/>
            <p:cNvSpPr>
              <a:spLocks/>
            </p:cNvSpPr>
            <p:nvPr/>
          </p:nvSpPr>
          <p:spPr bwMode="auto">
            <a:xfrm>
              <a:off x="1140" y="2172"/>
              <a:ext cx="49" cy="85"/>
            </a:xfrm>
            <a:custGeom>
              <a:avLst/>
              <a:gdLst>
                <a:gd name="T0" fmla="*/ 0 w 246"/>
                <a:gd name="T1" fmla="*/ 3 h 426"/>
                <a:gd name="T2" fmla="*/ 0 w 246"/>
                <a:gd name="T3" fmla="*/ 3 h 426"/>
                <a:gd name="T4" fmla="*/ 0 w 246"/>
                <a:gd name="T5" fmla="*/ 3 h 426"/>
                <a:gd name="T6" fmla="*/ 0 w 246"/>
                <a:gd name="T7" fmla="*/ 3 h 426"/>
                <a:gd name="T8" fmla="*/ 1 w 246"/>
                <a:gd name="T9" fmla="*/ 3 h 426"/>
                <a:gd name="T10" fmla="*/ 1 w 246"/>
                <a:gd name="T11" fmla="*/ 3 h 426"/>
                <a:gd name="T12" fmla="*/ 1 w 246"/>
                <a:gd name="T13" fmla="*/ 3 h 426"/>
                <a:gd name="T14" fmla="*/ 1 w 246"/>
                <a:gd name="T15" fmla="*/ 3 h 426"/>
                <a:gd name="T16" fmla="*/ 1 w 246"/>
                <a:gd name="T17" fmla="*/ 3 h 426"/>
                <a:gd name="T18" fmla="*/ 1 w 246"/>
                <a:gd name="T19" fmla="*/ 2 h 426"/>
                <a:gd name="T20" fmla="*/ 2 w 246"/>
                <a:gd name="T21" fmla="*/ 2 h 426"/>
                <a:gd name="T22" fmla="*/ 2 w 246"/>
                <a:gd name="T23" fmla="*/ 2 h 426"/>
                <a:gd name="T24" fmla="*/ 2 w 246"/>
                <a:gd name="T25" fmla="*/ 2 h 426"/>
                <a:gd name="T26" fmla="*/ 2 w 246"/>
                <a:gd name="T27" fmla="*/ 1 h 426"/>
                <a:gd name="T28" fmla="*/ 2 w 246"/>
                <a:gd name="T29" fmla="*/ 1 h 426"/>
                <a:gd name="T30" fmla="*/ 2 w 246"/>
                <a:gd name="T31" fmla="*/ 1 h 426"/>
                <a:gd name="T32" fmla="*/ 2 w 246"/>
                <a:gd name="T33" fmla="*/ 0 h 426"/>
                <a:gd name="T34" fmla="*/ 2 w 246"/>
                <a:gd name="T35" fmla="*/ 0 h 426"/>
                <a:gd name="T36" fmla="*/ 2 w 246"/>
                <a:gd name="T37" fmla="*/ 0 h 426"/>
                <a:gd name="T38" fmla="*/ 2 w 246"/>
                <a:gd name="T39" fmla="*/ 0 h 426"/>
                <a:gd name="T40" fmla="*/ 2 w 246"/>
                <a:gd name="T41" fmla="*/ 1 h 426"/>
                <a:gd name="T42" fmla="*/ 2 w 246"/>
                <a:gd name="T43" fmla="*/ 1 h 426"/>
                <a:gd name="T44" fmla="*/ 2 w 246"/>
                <a:gd name="T45" fmla="*/ 1 h 426"/>
                <a:gd name="T46" fmla="*/ 2 w 246"/>
                <a:gd name="T47" fmla="*/ 2 h 426"/>
                <a:gd name="T48" fmla="*/ 2 w 246"/>
                <a:gd name="T49" fmla="*/ 2 h 426"/>
                <a:gd name="T50" fmla="*/ 1 w 246"/>
                <a:gd name="T51" fmla="*/ 2 h 426"/>
                <a:gd name="T52" fmla="*/ 1 w 246"/>
                <a:gd name="T53" fmla="*/ 2 h 426"/>
                <a:gd name="T54" fmla="*/ 1 w 246"/>
                <a:gd name="T55" fmla="*/ 3 h 426"/>
                <a:gd name="T56" fmla="*/ 1 w 246"/>
                <a:gd name="T57" fmla="*/ 3 h 426"/>
                <a:gd name="T58" fmla="*/ 1 w 246"/>
                <a:gd name="T59" fmla="*/ 3 h 426"/>
                <a:gd name="T60" fmla="*/ 1 w 246"/>
                <a:gd name="T61" fmla="*/ 3 h 426"/>
                <a:gd name="T62" fmla="*/ 1 w 246"/>
                <a:gd name="T63" fmla="*/ 3 h 426"/>
                <a:gd name="T64" fmla="*/ 0 w 246"/>
                <a:gd name="T65" fmla="*/ 3 h 426"/>
                <a:gd name="T66" fmla="*/ 0 w 246"/>
                <a:gd name="T67" fmla="*/ 3 h 426"/>
                <a:gd name="T68" fmla="*/ 0 w 246"/>
                <a:gd name="T69" fmla="*/ 3 h 426"/>
                <a:gd name="T70" fmla="*/ 0 w 246"/>
                <a:gd name="T71" fmla="*/ 3 h 426"/>
                <a:gd name="T72" fmla="*/ 0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426"/>
                  </a:moveTo>
                  <a:lnTo>
                    <a:pt x="0" y="426"/>
                  </a:lnTo>
                  <a:lnTo>
                    <a:pt x="25" y="423"/>
                  </a:lnTo>
                  <a:lnTo>
                    <a:pt x="50" y="417"/>
                  </a:lnTo>
                  <a:lnTo>
                    <a:pt x="74" y="407"/>
                  </a:lnTo>
                  <a:lnTo>
                    <a:pt x="96" y="392"/>
                  </a:lnTo>
                  <a:lnTo>
                    <a:pt x="118" y="373"/>
                  </a:lnTo>
                  <a:lnTo>
                    <a:pt x="138" y="350"/>
                  </a:lnTo>
                  <a:lnTo>
                    <a:pt x="157" y="327"/>
                  </a:lnTo>
                  <a:lnTo>
                    <a:pt x="175" y="299"/>
                  </a:lnTo>
                  <a:lnTo>
                    <a:pt x="190" y="268"/>
                  </a:lnTo>
                  <a:lnTo>
                    <a:pt x="205" y="236"/>
                  </a:lnTo>
                  <a:lnTo>
                    <a:pt x="216" y="202"/>
                  </a:lnTo>
                  <a:lnTo>
                    <a:pt x="227" y="164"/>
                  </a:lnTo>
                  <a:lnTo>
                    <a:pt x="235" y="125"/>
                  </a:lnTo>
                  <a:lnTo>
                    <a:pt x="241" y="86"/>
                  </a:lnTo>
                  <a:lnTo>
                    <a:pt x="244" y="42"/>
                  </a:lnTo>
                  <a:lnTo>
                    <a:pt x="246" y="0"/>
                  </a:lnTo>
                  <a:lnTo>
                    <a:pt x="234" y="0"/>
                  </a:lnTo>
                  <a:lnTo>
                    <a:pt x="233" y="42"/>
                  </a:lnTo>
                  <a:lnTo>
                    <a:pt x="229" y="83"/>
                  </a:lnTo>
                  <a:lnTo>
                    <a:pt x="223" y="123"/>
                  </a:lnTo>
                  <a:lnTo>
                    <a:pt x="215" y="162"/>
                  </a:lnTo>
                  <a:lnTo>
                    <a:pt x="205" y="197"/>
                  </a:lnTo>
                  <a:lnTo>
                    <a:pt x="193" y="231"/>
                  </a:lnTo>
                  <a:lnTo>
                    <a:pt x="179" y="264"/>
                  </a:lnTo>
                  <a:lnTo>
                    <a:pt x="164" y="292"/>
                  </a:lnTo>
                  <a:lnTo>
                    <a:pt x="147" y="320"/>
                  </a:lnTo>
                  <a:lnTo>
                    <a:pt x="128" y="343"/>
                  </a:lnTo>
                  <a:lnTo>
                    <a:pt x="108" y="363"/>
                  </a:lnTo>
                  <a:lnTo>
                    <a:pt x="89" y="382"/>
                  </a:lnTo>
                  <a:lnTo>
                    <a:pt x="67" y="395"/>
                  </a:lnTo>
                  <a:lnTo>
                    <a:pt x="45" y="406"/>
                  </a:lnTo>
                  <a:lnTo>
                    <a:pt x="23" y="411"/>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3827" name="Freeform 61"/>
            <p:cNvSpPr>
              <a:spLocks/>
            </p:cNvSpPr>
            <p:nvPr/>
          </p:nvSpPr>
          <p:spPr bwMode="auto">
            <a:xfrm>
              <a:off x="1091" y="2172"/>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4" y="86"/>
                  </a:lnTo>
                  <a:lnTo>
                    <a:pt x="10" y="125"/>
                  </a:lnTo>
                  <a:lnTo>
                    <a:pt x="18" y="164"/>
                  </a:lnTo>
                  <a:lnTo>
                    <a:pt x="29" y="202"/>
                  </a:lnTo>
                  <a:lnTo>
                    <a:pt x="41" y="236"/>
                  </a:lnTo>
                  <a:lnTo>
                    <a:pt x="55" y="268"/>
                  </a:lnTo>
                  <a:lnTo>
                    <a:pt x="70" y="299"/>
                  </a:lnTo>
                  <a:lnTo>
                    <a:pt x="89" y="327"/>
                  </a:lnTo>
                  <a:lnTo>
                    <a:pt x="106" y="350"/>
                  </a:lnTo>
                  <a:lnTo>
                    <a:pt x="126" y="373"/>
                  </a:lnTo>
                  <a:lnTo>
                    <a:pt x="148" y="392"/>
                  </a:lnTo>
                  <a:lnTo>
                    <a:pt x="171" y="407"/>
                  </a:lnTo>
                  <a:lnTo>
                    <a:pt x="194" y="417"/>
                  </a:lnTo>
                  <a:lnTo>
                    <a:pt x="219" y="423"/>
                  </a:lnTo>
                  <a:lnTo>
                    <a:pt x="245" y="426"/>
                  </a:lnTo>
                  <a:lnTo>
                    <a:pt x="245" y="414"/>
                  </a:lnTo>
                  <a:lnTo>
                    <a:pt x="221" y="411"/>
                  </a:lnTo>
                  <a:lnTo>
                    <a:pt x="199" y="406"/>
                  </a:lnTo>
                  <a:lnTo>
                    <a:pt x="178" y="395"/>
                  </a:lnTo>
                  <a:lnTo>
                    <a:pt x="155" y="382"/>
                  </a:lnTo>
                  <a:lnTo>
                    <a:pt x="136" y="363"/>
                  </a:lnTo>
                  <a:lnTo>
                    <a:pt x="116" y="343"/>
                  </a:lnTo>
                  <a:lnTo>
                    <a:pt x="98" y="320"/>
                  </a:lnTo>
                  <a:lnTo>
                    <a:pt x="82" y="292"/>
                  </a:lnTo>
                  <a:lnTo>
                    <a:pt x="66" y="264"/>
                  </a:lnTo>
                  <a:lnTo>
                    <a:pt x="52" y="231"/>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3828" name="Freeform 62"/>
            <p:cNvSpPr>
              <a:spLocks/>
            </p:cNvSpPr>
            <p:nvPr/>
          </p:nvSpPr>
          <p:spPr bwMode="auto">
            <a:xfrm>
              <a:off x="1091" y="2087"/>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4" y="8"/>
                  </a:lnTo>
                  <a:lnTo>
                    <a:pt x="171" y="18"/>
                  </a:lnTo>
                  <a:lnTo>
                    <a:pt x="148" y="34"/>
                  </a:lnTo>
                  <a:lnTo>
                    <a:pt x="126" y="51"/>
                  </a:lnTo>
                  <a:lnTo>
                    <a:pt x="106" y="73"/>
                  </a:lnTo>
                  <a:lnTo>
                    <a:pt x="89" y="98"/>
                  </a:lnTo>
                  <a:lnTo>
                    <a:pt x="71" y="125"/>
                  </a:lnTo>
                  <a:lnTo>
                    <a:pt x="55" y="155"/>
                  </a:lnTo>
                  <a:lnTo>
                    <a:pt x="41" y="188"/>
                  </a:lnTo>
                  <a:lnTo>
                    <a:pt x="29" y="222"/>
                  </a:lnTo>
                  <a:lnTo>
                    <a:pt x="18" y="261"/>
                  </a:lnTo>
                  <a:lnTo>
                    <a:pt x="10" y="298"/>
                  </a:lnTo>
                  <a:lnTo>
                    <a:pt x="4" y="338"/>
                  </a:lnTo>
                  <a:lnTo>
                    <a:pt x="1" y="382"/>
                  </a:lnTo>
                  <a:lnTo>
                    <a:pt x="0" y="424"/>
                  </a:lnTo>
                  <a:lnTo>
                    <a:pt x="11" y="424"/>
                  </a:lnTo>
                  <a:lnTo>
                    <a:pt x="13" y="382"/>
                  </a:lnTo>
                  <a:lnTo>
                    <a:pt x="16" y="341"/>
                  </a:lnTo>
                  <a:lnTo>
                    <a:pt x="22" y="301"/>
                  </a:lnTo>
                  <a:lnTo>
                    <a:pt x="30" y="263"/>
                  </a:lnTo>
                  <a:lnTo>
                    <a:pt x="41" y="227"/>
                  </a:lnTo>
                  <a:lnTo>
                    <a:pt x="52" y="193"/>
                  </a:lnTo>
                  <a:lnTo>
                    <a:pt x="66" y="160"/>
                  </a:lnTo>
                  <a:lnTo>
                    <a:pt x="80" y="132"/>
                  </a:lnTo>
                  <a:lnTo>
                    <a:pt x="98" y="105"/>
                  </a:lnTo>
                  <a:lnTo>
                    <a:pt x="116" y="80"/>
                  </a:lnTo>
                  <a:lnTo>
                    <a:pt x="136" y="60"/>
                  </a:lnTo>
                  <a:lnTo>
                    <a:pt x="155" y="43"/>
                  </a:lnTo>
                  <a:lnTo>
                    <a:pt x="178" y="30"/>
                  </a:lnTo>
                  <a:lnTo>
                    <a:pt x="199" y="19"/>
                  </a:lnTo>
                  <a:lnTo>
                    <a:pt x="221" y="14"/>
                  </a:lnTo>
                  <a:lnTo>
                    <a:pt x="245" y="11"/>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3829" name="Freeform 63"/>
            <p:cNvSpPr>
              <a:spLocks/>
            </p:cNvSpPr>
            <p:nvPr/>
          </p:nvSpPr>
          <p:spPr bwMode="auto">
            <a:xfrm>
              <a:off x="1392" y="2118"/>
              <a:ext cx="49" cy="85"/>
            </a:xfrm>
            <a:custGeom>
              <a:avLst/>
              <a:gdLst>
                <a:gd name="T0" fmla="*/ 2 w 246"/>
                <a:gd name="T1" fmla="*/ 3 h 426"/>
                <a:gd name="T2" fmla="*/ 2 w 246"/>
                <a:gd name="T3" fmla="*/ 3 h 426"/>
                <a:gd name="T4" fmla="*/ 2 w 246"/>
                <a:gd name="T5" fmla="*/ 3 h 426"/>
                <a:gd name="T6" fmla="*/ 2 w 246"/>
                <a:gd name="T7" fmla="*/ 3 h 426"/>
                <a:gd name="T8" fmla="*/ 2 w 246"/>
                <a:gd name="T9" fmla="*/ 2 h 426"/>
                <a:gd name="T10" fmla="*/ 2 w 246"/>
                <a:gd name="T11" fmla="*/ 2 h 426"/>
                <a:gd name="T12" fmla="*/ 2 w 246"/>
                <a:gd name="T13" fmla="*/ 2 h 426"/>
                <a:gd name="T14" fmla="*/ 2 w 246"/>
                <a:gd name="T15" fmla="*/ 2 h 426"/>
                <a:gd name="T16" fmla="*/ 2 w 246"/>
                <a:gd name="T17" fmla="*/ 1 h 426"/>
                <a:gd name="T18" fmla="*/ 1 w 246"/>
                <a:gd name="T19" fmla="*/ 1 h 426"/>
                <a:gd name="T20" fmla="*/ 1 w 246"/>
                <a:gd name="T21" fmla="*/ 1 h 426"/>
                <a:gd name="T22" fmla="*/ 1 w 246"/>
                <a:gd name="T23" fmla="*/ 1 h 426"/>
                <a:gd name="T24" fmla="*/ 1 w 246"/>
                <a:gd name="T25" fmla="*/ 0 h 426"/>
                <a:gd name="T26" fmla="*/ 1 w 246"/>
                <a:gd name="T27" fmla="*/ 0 h 426"/>
                <a:gd name="T28" fmla="*/ 1 w 246"/>
                <a:gd name="T29" fmla="*/ 0 h 426"/>
                <a:gd name="T30" fmla="*/ 0 w 246"/>
                <a:gd name="T31" fmla="*/ 0 h 426"/>
                <a:gd name="T32" fmla="*/ 0 w 246"/>
                <a:gd name="T33" fmla="*/ 0 h 426"/>
                <a:gd name="T34" fmla="*/ 0 w 246"/>
                <a:gd name="T35" fmla="*/ 0 h 426"/>
                <a:gd name="T36" fmla="*/ 0 w 246"/>
                <a:gd name="T37" fmla="*/ 0 h 426"/>
                <a:gd name="T38" fmla="*/ 0 w 246"/>
                <a:gd name="T39" fmla="*/ 0 h 426"/>
                <a:gd name="T40" fmla="*/ 0 w 246"/>
                <a:gd name="T41" fmla="*/ 0 h 426"/>
                <a:gd name="T42" fmla="*/ 1 w 246"/>
                <a:gd name="T43" fmla="*/ 0 h 426"/>
                <a:gd name="T44" fmla="*/ 1 w 246"/>
                <a:gd name="T45" fmla="*/ 0 h 426"/>
                <a:gd name="T46" fmla="*/ 1 w 246"/>
                <a:gd name="T47" fmla="*/ 1 h 426"/>
                <a:gd name="T48" fmla="*/ 1 w 246"/>
                <a:gd name="T49" fmla="*/ 1 h 426"/>
                <a:gd name="T50" fmla="*/ 1 w 246"/>
                <a:gd name="T51" fmla="*/ 1 h 426"/>
                <a:gd name="T52" fmla="*/ 1 w 246"/>
                <a:gd name="T53" fmla="*/ 1 h 426"/>
                <a:gd name="T54" fmla="*/ 1 w 246"/>
                <a:gd name="T55" fmla="*/ 1 h 426"/>
                <a:gd name="T56" fmla="*/ 2 w 246"/>
                <a:gd name="T57" fmla="*/ 2 h 426"/>
                <a:gd name="T58" fmla="*/ 2 w 246"/>
                <a:gd name="T59" fmla="*/ 2 h 426"/>
                <a:gd name="T60" fmla="*/ 2 w 246"/>
                <a:gd name="T61" fmla="*/ 2 h 426"/>
                <a:gd name="T62" fmla="*/ 2 w 246"/>
                <a:gd name="T63" fmla="*/ 2 h 426"/>
                <a:gd name="T64" fmla="*/ 2 w 246"/>
                <a:gd name="T65" fmla="*/ 3 h 426"/>
                <a:gd name="T66" fmla="*/ 2 w 246"/>
                <a:gd name="T67" fmla="*/ 3 h 426"/>
                <a:gd name="T68" fmla="*/ 2 w 246"/>
                <a:gd name="T69" fmla="*/ 3 h 426"/>
                <a:gd name="T70" fmla="*/ 2 w 246"/>
                <a:gd name="T71" fmla="*/ 3 h 426"/>
                <a:gd name="T72" fmla="*/ 2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246" y="426"/>
                  </a:moveTo>
                  <a:lnTo>
                    <a:pt x="246" y="426"/>
                  </a:lnTo>
                  <a:lnTo>
                    <a:pt x="245" y="384"/>
                  </a:lnTo>
                  <a:lnTo>
                    <a:pt x="242" y="340"/>
                  </a:lnTo>
                  <a:lnTo>
                    <a:pt x="236" y="301"/>
                  </a:lnTo>
                  <a:lnTo>
                    <a:pt x="228" y="262"/>
                  </a:lnTo>
                  <a:lnTo>
                    <a:pt x="217" y="224"/>
                  </a:lnTo>
                  <a:lnTo>
                    <a:pt x="205" y="190"/>
                  </a:lnTo>
                  <a:lnTo>
                    <a:pt x="191" y="158"/>
                  </a:lnTo>
                  <a:lnTo>
                    <a:pt x="176" y="126"/>
                  </a:lnTo>
                  <a:lnTo>
                    <a:pt x="157" y="99"/>
                  </a:lnTo>
                  <a:lnTo>
                    <a:pt x="139" y="75"/>
                  </a:lnTo>
                  <a:lnTo>
                    <a:pt x="119" y="53"/>
                  </a:lnTo>
                  <a:lnTo>
                    <a:pt x="96" y="34"/>
                  </a:lnTo>
                  <a:lnTo>
                    <a:pt x="75" y="19"/>
                  </a:lnTo>
                  <a:lnTo>
                    <a:pt x="51" y="9"/>
                  </a:lnTo>
                  <a:lnTo>
                    <a:pt x="26" y="3"/>
                  </a:lnTo>
                  <a:lnTo>
                    <a:pt x="0" y="0"/>
                  </a:lnTo>
                  <a:lnTo>
                    <a:pt x="0" y="12"/>
                  </a:lnTo>
                  <a:lnTo>
                    <a:pt x="24" y="15"/>
                  </a:lnTo>
                  <a:lnTo>
                    <a:pt x="46" y="20"/>
                  </a:lnTo>
                  <a:lnTo>
                    <a:pt x="68" y="31"/>
                  </a:lnTo>
                  <a:lnTo>
                    <a:pt x="89" y="44"/>
                  </a:lnTo>
                  <a:lnTo>
                    <a:pt x="109" y="63"/>
                  </a:lnTo>
                  <a:lnTo>
                    <a:pt x="129" y="83"/>
                  </a:lnTo>
                  <a:lnTo>
                    <a:pt x="148" y="106"/>
                  </a:lnTo>
                  <a:lnTo>
                    <a:pt x="164" y="133"/>
                  </a:lnTo>
                  <a:lnTo>
                    <a:pt x="180" y="162"/>
                  </a:lnTo>
                  <a:lnTo>
                    <a:pt x="194" y="195"/>
                  </a:lnTo>
                  <a:lnTo>
                    <a:pt x="205" y="229"/>
                  </a:lnTo>
                  <a:lnTo>
                    <a:pt x="216" y="264"/>
                  </a:lnTo>
                  <a:lnTo>
                    <a:pt x="224" y="303"/>
                  </a:lnTo>
                  <a:lnTo>
                    <a:pt x="230" y="343"/>
                  </a:lnTo>
                  <a:lnTo>
                    <a:pt x="233" y="384"/>
                  </a:lnTo>
                  <a:lnTo>
                    <a:pt x="235" y="426"/>
                  </a:lnTo>
                  <a:lnTo>
                    <a:pt x="246"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3830" name="Freeform 64"/>
            <p:cNvSpPr>
              <a:spLocks/>
            </p:cNvSpPr>
            <p:nvPr/>
          </p:nvSpPr>
          <p:spPr bwMode="auto">
            <a:xfrm>
              <a:off x="1392" y="2203"/>
              <a:ext cx="49" cy="85"/>
            </a:xfrm>
            <a:custGeom>
              <a:avLst/>
              <a:gdLst>
                <a:gd name="T0" fmla="*/ 0 w 246"/>
                <a:gd name="T1" fmla="*/ 3 h 424"/>
                <a:gd name="T2" fmla="*/ 0 w 246"/>
                <a:gd name="T3" fmla="*/ 3 h 424"/>
                <a:gd name="T4" fmla="*/ 0 w 246"/>
                <a:gd name="T5" fmla="*/ 3 h 424"/>
                <a:gd name="T6" fmla="*/ 0 w 246"/>
                <a:gd name="T7" fmla="*/ 3 h 424"/>
                <a:gd name="T8" fmla="*/ 1 w 246"/>
                <a:gd name="T9" fmla="*/ 3 h 424"/>
                <a:gd name="T10" fmla="*/ 1 w 246"/>
                <a:gd name="T11" fmla="*/ 3 h 424"/>
                <a:gd name="T12" fmla="*/ 1 w 246"/>
                <a:gd name="T13" fmla="*/ 3 h 424"/>
                <a:gd name="T14" fmla="*/ 1 w 246"/>
                <a:gd name="T15" fmla="*/ 3 h 424"/>
                <a:gd name="T16" fmla="*/ 1 w 246"/>
                <a:gd name="T17" fmla="*/ 3 h 424"/>
                <a:gd name="T18" fmla="*/ 1 w 246"/>
                <a:gd name="T19" fmla="*/ 2 h 424"/>
                <a:gd name="T20" fmla="*/ 2 w 246"/>
                <a:gd name="T21" fmla="*/ 2 h 424"/>
                <a:gd name="T22" fmla="*/ 2 w 246"/>
                <a:gd name="T23" fmla="*/ 2 h 424"/>
                <a:gd name="T24" fmla="*/ 2 w 246"/>
                <a:gd name="T25" fmla="*/ 2 h 424"/>
                <a:gd name="T26" fmla="*/ 2 w 246"/>
                <a:gd name="T27" fmla="*/ 1 h 424"/>
                <a:gd name="T28" fmla="*/ 2 w 246"/>
                <a:gd name="T29" fmla="*/ 1 h 424"/>
                <a:gd name="T30" fmla="*/ 2 w 246"/>
                <a:gd name="T31" fmla="*/ 1 h 424"/>
                <a:gd name="T32" fmla="*/ 2 w 246"/>
                <a:gd name="T33" fmla="*/ 0 h 424"/>
                <a:gd name="T34" fmla="*/ 2 w 246"/>
                <a:gd name="T35" fmla="*/ 0 h 424"/>
                <a:gd name="T36" fmla="*/ 2 w 246"/>
                <a:gd name="T37" fmla="*/ 0 h 424"/>
                <a:gd name="T38" fmla="*/ 2 w 246"/>
                <a:gd name="T39" fmla="*/ 0 h 424"/>
                <a:gd name="T40" fmla="*/ 2 w 246"/>
                <a:gd name="T41" fmla="*/ 1 h 424"/>
                <a:gd name="T42" fmla="*/ 2 w 246"/>
                <a:gd name="T43" fmla="*/ 1 h 424"/>
                <a:gd name="T44" fmla="*/ 2 w 246"/>
                <a:gd name="T45" fmla="*/ 1 h 424"/>
                <a:gd name="T46" fmla="*/ 2 w 246"/>
                <a:gd name="T47" fmla="*/ 2 h 424"/>
                <a:gd name="T48" fmla="*/ 2 w 246"/>
                <a:gd name="T49" fmla="*/ 2 h 424"/>
                <a:gd name="T50" fmla="*/ 1 w 246"/>
                <a:gd name="T51" fmla="*/ 2 h 424"/>
                <a:gd name="T52" fmla="*/ 1 w 246"/>
                <a:gd name="T53" fmla="*/ 2 h 424"/>
                <a:gd name="T54" fmla="*/ 1 w 246"/>
                <a:gd name="T55" fmla="*/ 3 h 424"/>
                <a:gd name="T56" fmla="*/ 1 w 246"/>
                <a:gd name="T57" fmla="*/ 3 h 424"/>
                <a:gd name="T58" fmla="*/ 1 w 246"/>
                <a:gd name="T59" fmla="*/ 3 h 424"/>
                <a:gd name="T60" fmla="*/ 1 w 246"/>
                <a:gd name="T61" fmla="*/ 3 h 424"/>
                <a:gd name="T62" fmla="*/ 1 w 246"/>
                <a:gd name="T63" fmla="*/ 3 h 424"/>
                <a:gd name="T64" fmla="*/ 0 w 246"/>
                <a:gd name="T65" fmla="*/ 3 h 424"/>
                <a:gd name="T66" fmla="*/ 0 w 246"/>
                <a:gd name="T67" fmla="*/ 3 h 424"/>
                <a:gd name="T68" fmla="*/ 0 w 246"/>
                <a:gd name="T69" fmla="*/ 3 h 424"/>
                <a:gd name="T70" fmla="*/ 0 w 246"/>
                <a:gd name="T71" fmla="*/ 3 h 424"/>
                <a:gd name="T72" fmla="*/ 0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0" y="424"/>
                  </a:moveTo>
                  <a:lnTo>
                    <a:pt x="0" y="424"/>
                  </a:lnTo>
                  <a:lnTo>
                    <a:pt x="26" y="422"/>
                  </a:lnTo>
                  <a:lnTo>
                    <a:pt x="51" y="416"/>
                  </a:lnTo>
                  <a:lnTo>
                    <a:pt x="75" y="406"/>
                  </a:lnTo>
                  <a:lnTo>
                    <a:pt x="96" y="390"/>
                  </a:lnTo>
                  <a:lnTo>
                    <a:pt x="119" y="373"/>
                  </a:lnTo>
                  <a:lnTo>
                    <a:pt x="139" y="351"/>
                  </a:lnTo>
                  <a:lnTo>
                    <a:pt x="157" y="326"/>
                  </a:lnTo>
                  <a:lnTo>
                    <a:pt x="175" y="299"/>
                  </a:lnTo>
                  <a:lnTo>
                    <a:pt x="191" y="269"/>
                  </a:lnTo>
                  <a:lnTo>
                    <a:pt x="205" y="236"/>
                  </a:lnTo>
                  <a:lnTo>
                    <a:pt x="217" y="202"/>
                  </a:lnTo>
                  <a:lnTo>
                    <a:pt x="228" y="163"/>
                  </a:lnTo>
                  <a:lnTo>
                    <a:pt x="236" y="125"/>
                  </a:lnTo>
                  <a:lnTo>
                    <a:pt x="242" y="86"/>
                  </a:lnTo>
                  <a:lnTo>
                    <a:pt x="245" y="42"/>
                  </a:lnTo>
                  <a:lnTo>
                    <a:pt x="246" y="0"/>
                  </a:lnTo>
                  <a:lnTo>
                    <a:pt x="235" y="0"/>
                  </a:lnTo>
                  <a:lnTo>
                    <a:pt x="233" y="42"/>
                  </a:lnTo>
                  <a:lnTo>
                    <a:pt x="230" y="83"/>
                  </a:lnTo>
                  <a:lnTo>
                    <a:pt x="224" y="123"/>
                  </a:lnTo>
                  <a:lnTo>
                    <a:pt x="216" y="161"/>
                  </a:lnTo>
                  <a:lnTo>
                    <a:pt x="205" y="197"/>
                  </a:lnTo>
                  <a:lnTo>
                    <a:pt x="194" y="231"/>
                  </a:lnTo>
                  <a:lnTo>
                    <a:pt x="180" y="264"/>
                  </a:lnTo>
                  <a:lnTo>
                    <a:pt x="166" y="292"/>
                  </a:lnTo>
                  <a:lnTo>
                    <a:pt x="148" y="319"/>
                  </a:lnTo>
                  <a:lnTo>
                    <a:pt x="129" y="344"/>
                  </a:lnTo>
                  <a:lnTo>
                    <a:pt x="109" y="364"/>
                  </a:lnTo>
                  <a:lnTo>
                    <a:pt x="89" y="381"/>
                  </a:lnTo>
                  <a:lnTo>
                    <a:pt x="68" y="394"/>
                  </a:lnTo>
                  <a:lnTo>
                    <a:pt x="46" y="405"/>
                  </a:lnTo>
                  <a:lnTo>
                    <a:pt x="24" y="410"/>
                  </a:lnTo>
                  <a:lnTo>
                    <a:pt x="0" y="413"/>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3831" name="Freeform 65"/>
            <p:cNvSpPr>
              <a:spLocks/>
            </p:cNvSpPr>
            <p:nvPr/>
          </p:nvSpPr>
          <p:spPr bwMode="auto">
            <a:xfrm>
              <a:off x="1343" y="2203"/>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2" y="42"/>
                  </a:lnTo>
                  <a:lnTo>
                    <a:pt x="5" y="86"/>
                  </a:lnTo>
                  <a:lnTo>
                    <a:pt x="11" y="125"/>
                  </a:lnTo>
                  <a:lnTo>
                    <a:pt x="19" y="163"/>
                  </a:lnTo>
                  <a:lnTo>
                    <a:pt x="30" y="202"/>
                  </a:lnTo>
                  <a:lnTo>
                    <a:pt x="41" y="236"/>
                  </a:lnTo>
                  <a:lnTo>
                    <a:pt x="56" y="269"/>
                  </a:lnTo>
                  <a:lnTo>
                    <a:pt x="72" y="299"/>
                  </a:lnTo>
                  <a:lnTo>
                    <a:pt x="90" y="326"/>
                  </a:lnTo>
                  <a:lnTo>
                    <a:pt x="108" y="351"/>
                  </a:lnTo>
                  <a:lnTo>
                    <a:pt x="127" y="373"/>
                  </a:lnTo>
                  <a:lnTo>
                    <a:pt x="149" y="390"/>
                  </a:lnTo>
                  <a:lnTo>
                    <a:pt x="172" y="406"/>
                  </a:lnTo>
                  <a:lnTo>
                    <a:pt x="195" y="416"/>
                  </a:lnTo>
                  <a:lnTo>
                    <a:pt x="220" y="422"/>
                  </a:lnTo>
                  <a:lnTo>
                    <a:pt x="245" y="424"/>
                  </a:lnTo>
                  <a:lnTo>
                    <a:pt x="245" y="413"/>
                  </a:lnTo>
                  <a:lnTo>
                    <a:pt x="222" y="410"/>
                  </a:lnTo>
                  <a:lnTo>
                    <a:pt x="200" y="405"/>
                  </a:lnTo>
                  <a:lnTo>
                    <a:pt x="179" y="394"/>
                  </a:lnTo>
                  <a:lnTo>
                    <a:pt x="156" y="381"/>
                  </a:lnTo>
                  <a:lnTo>
                    <a:pt x="136" y="364"/>
                  </a:lnTo>
                  <a:lnTo>
                    <a:pt x="118" y="344"/>
                  </a:lnTo>
                  <a:lnTo>
                    <a:pt x="99" y="319"/>
                  </a:lnTo>
                  <a:lnTo>
                    <a:pt x="81" y="292"/>
                  </a:lnTo>
                  <a:lnTo>
                    <a:pt x="67" y="264"/>
                  </a:lnTo>
                  <a:lnTo>
                    <a:pt x="53" y="231"/>
                  </a:lnTo>
                  <a:lnTo>
                    <a:pt x="41" y="197"/>
                  </a:lnTo>
                  <a:lnTo>
                    <a:pt x="31" y="161"/>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3832" name="Freeform 66"/>
            <p:cNvSpPr>
              <a:spLocks/>
            </p:cNvSpPr>
            <p:nvPr/>
          </p:nvSpPr>
          <p:spPr bwMode="auto">
            <a:xfrm>
              <a:off x="1343" y="2118"/>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1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20" y="3"/>
                  </a:lnTo>
                  <a:lnTo>
                    <a:pt x="195" y="9"/>
                  </a:lnTo>
                  <a:lnTo>
                    <a:pt x="172" y="19"/>
                  </a:lnTo>
                  <a:lnTo>
                    <a:pt x="149" y="34"/>
                  </a:lnTo>
                  <a:lnTo>
                    <a:pt x="127" y="53"/>
                  </a:lnTo>
                  <a:lnTo>
                    <a:pt x="108" y="75"/>
                  </a:lnTo>
                  <a:lnTo>
                    <a:pt x="90" y="99"/>
                  </a:lnTo>
                  <a:lnTo>
                    <a:pt x="71" y="126"/>
                  </a:lnTo>
                  <a:lnTo>
                    <a:pt x="56" y="158"/>
                  </a:lnTo>
                  <a:lnTo>
                    <a:pt x="41" y="190"/>
                  </a:lnTo>
                  <a:lnTo>
                    <a:pt x="30" y="224"/>
                  </a:lnTo>
                  <a:lnTo>
                    <a:pt x="19" y="262"/>
                  </a:lnTo>
                  <a:lnTo>
                    <a:pt x="11" y="301"/>
                  </a:lnTo>
                  <a:lnTo>
                    <a:pt x="5" y="340"/>
                  </a:lnTo>
                  <a:lnTo>
                    <a:pt x="2" y="384"/>
                  </a:lnTo>
                  <a:lnTo>
                    <a:pt x="0" y="426"/>
                  </a:lnTo>
                  <a:lnTo>
                    <a:pt x="12" y="426"/>
                  </a:lnTo>
                  <a:lnTo>
                    <a:pt x="13" y="384"/>
                  </a:lnTo>
                  <a:lnTo>
                    <a:pt x="17" y="343"/>
                  </a:lnTo>
                  <a:lnTo>
                    <a:pt x="23" y="303"/>
                  </a:lnTo>
                  <a:lnTo>
                    <a:pt x="31" y="264"/>
                  </a:lnTo>
                  <a:lnTo>
                    <a:pt x="41" y="229"/>
                  </a:lnTo>
                  <a:lnTo>
                    <a:pt x="53" y="195"/>
                  </a:lnTo>
                  <a:lnTo>
                    <a:pt x="67" y="162"/>
                  </a:lnTo>
                  <a:lnTo>
                    <a:pt x="82" y="133"/>
                  </a:lnTo>
                  <a:lnTo>
                    <a:pt x="99" y="106"/>
                  </a:lnTo>
                  <a:lnTo>
                    <a:pt x="118" y="83"/>
                  </a:lnTo>
                  <a:lnTo>
                    <a:pt x="136" y="63"/>
                  </a:lnTo>
                  <a:lnTo>
                    <a:pt x="156" y="44"/>
                  </a:lnTo>
                  <a:lnTo>
                    <a:pt x="179" y="31"/>
                  </a:lnTo>
                  <a:lnTo>
                    <a:pt x="200" y="20"/>
                  </a:lnTo>
                  <a:lnTo>
                    <a:pt x="222" y="15"/>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3833" name="Freeform 67"/>
            <p:cNvSpPr>
              <a:spLocks/>
            </p:cNvSpPr>
            <p:nvPr/>
          </p:nvSpPr>
          <p:spPr bwMode="auto">
            <a:xfrm>
              <a:off x="1384" y="1859"/>
              <a:ext cx="49" cy="84"/>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1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3" y="382"/>
                  </a:lnTo>
                  <a:lnTo>
                    <a:pt x="240" y="339"/>
                  </a:lnTo>
                  <a:lnTo>
                    <a:pt x="234" y="299"/>
                  </a:lnTo>
                  <a:lnTo>
                    <a:pt x="226" y="261"/>
                  </a:lnTo>
                  <a:lnTo>
                    <a:pt x="215" y="222"/>
                  </a:lnTo>
                  <a:lnTo>
                    <a:pt x="204" y="188"/>
                  </a:lnTo>
                  <a:lnTo>
                    <a:pt x="189" y="156"/>
                  </a:lnTo>
                  <a:lnTo>
                    <a:pt x="173" y="125"/>
                  </a:lnTo>
                  <a:lnTo>
                    <a:pt x="155" y="98"/>
                  </a:lnTo>
                  <a:lnTo>
                    <a:pt x="138" y="74"/>
                  </a:lnTo>
                  <a:lnTo>
                    <a:pt x="118" y="51"/>
                  </a:lnTo>
                  <a:lnTo>
                    <a:pt x="96" y="34"/>
                  </a:lnTo>
                  <a:lnTo>
                    <a:pt x="73" y="18"/>
                  </a:lnTo>
                  <a:lnTo>
                    <a:pt x="50" y="8"/>
                  </a:lnTo>
                  <a:lnTo>
                    <a:pt x="25" y="2"/>
                  </a:lnTo>
                  <a:lnTo>
                    <a:pt x="0" y="0"/>
                  </a:lnTo>
                  <a:lnTo>
                    <a:pt x="0" y="11"/>
                  </a:lnTo>
                  <a:lnTo>
                    <a:pt x="23" y="14"/>
                  </a:lnTo>
                  <a:lnTo>
                    <a:pt x="45" y="20"/>
                  </a:lnTo>
                  <a:lnTo>
                    <a:pt x="66" y="30"/>
                  </a:lnTo>
                  <a:lnTo>
                    <a:pt x="89" y="43"/>
                  </a:lnTo>
                  <a:lnTo>
                    <a:pt x="109" y="61"/>
                  </a:lnTo>
                  <a:lnTo>
                    <a:pt x="129" y="81"/>
                  </a:lnTo>
                  <a:lnTo>
                    <a:pt x="146" y="105"/>
                  </a:lnTo>
                  <a:lnTo>
                    <a:pt x="164" y="132"/>
                  </a:lnTo>
                  <a:lnTo>
                    <a:pt x="178" y="160"/>
                  </a:lnTo>
                  <a:lnTo>
                    <a:pt x="192" y="193"/>
                  </a:lnTo>
                  <a:lnTo>
                    <a:pt x="204" y="227"/>
                  </a:lnTo>
                  <a:lnTo>
                    <a:pt x="214" y="264"/>
                  </a:lnTo>
                  <a:lnTo>
                    <a:pt x="222" y="301"/>
                  </a:lnTo>
                  <a:lnTo>
                    <a:pt x="228"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3834" name="Freeform 68"/>
            <p:cNvSpPr>
              <a:spLocks/>
            </p:cNvSpPr>
            <p:nvPr/>
          </p:nvSpPr>
          <p:spPr bwMode="auto">
            <a:xfrm>
              <a:off x="1384" y="1943"/>
              <a:ext cx="49" cy="86"/>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5" y="423"/>
                  </a:lnTo>
                  <a:lnTo>
                    <a:pt x="50" y="418"/>
                  </a:lnTo>
                  <a:lnTo>
                    <a:pt x="73" y="407"/>
                  </a:lnTo>
                  <a:lnTo>
                    <a:pt x="96" y="392"/>
                  </a:lnTo>
                  <a:lnTo>
                    <a:pt x="118" y="374"/>
                  </a:lnTo>
                  <a:lnTo>
                    <a:pt x="138" y="352"/>
                  </a:lnTo>
                  <a:lnTo>
                    <a:pt x="155" y="327"/>
                  </a:lnTo>
                  <a:lnTo>
                    <a:pt x="174" y="300"/>
                  </a:lnTo>
                  <a:lnTo>
                    <a:pt x="189" y="269"/>
                  </a:lnTo>
                  <a:lnTo>
                    <a:pt x="204" y="237"/>
                  </a:lnTo>
                  <a:lnTo>
                    <a:pt x="215" y="202"/>
                  </a:lnTo>
                  <a:lnTo>
                    <a:pt x="226" y="164"/>
                  </a:lnTo>
                  <a:lnTo>
                    <a:pt x="234" y="126"/>
                  </a:lnTo>
                  <a:lnTo>
                    <a:pt x="240" y="86"/>
                  </a:lnTo>
                  <a:lnTo>
                    <a:pt x="243" y="42"/>
                  </a:lnTo>
                  <a:lnTo>
                    <a:pt x="245" y="0"/>
                  </a:lnTo>
                  <a:lnTo>
                    <a:pt x="233" y="0"/>
                  </a:lnTo>
                  <a:lnTo>
                    <a:pt x="232" y="42"/>
                  </a:lnTo>
                  <a:lnTo>
                    <a:pt x="228" y="83"/>
                  </a:lnTo>
                  <a:lnTo>
                    <a:pt x="222" y="123"/>
                  </a:lnTo>
                  <a:lnTo>
                    <a:pt x="214" y="162"/>
                  </a:lnTo>
                  <a:lnTo>
                    <a:pt x="204" y="197"/>
                  </a:lnTo>
                  <a:lnTo>
                    <a:pt x="192" y="232"/>
                  </a:lnTo>
                  <a:lnTo>
                    <a:pt x="178" y="264"/>
                  </a:lnTo>
                  <a:lnTo>
                    <a:pt x="163" y="293"/>
                  </a:lnTo>
                  <a:lnTo>
                    <a:pt x="146" y="320"/>
                  </a:lnTo>
                  <a:lnTo>
                    <a:pt x="129" y="345"/>
                  </a:lnTo>
                  <a:lnTo>
                    <a:pt x="109" y="365"/>
                  </a:lnTo>
                  <a:lnTo>
                    <a:pt x="89" y="382"/>
                  </a:lnTo>
                  <a:lnTo>
                    <a:pt x="66" y="395"/>
                  </a:lnTo>
                  <a:lnTo>
                    <a:pt x="45" y="406"/>
                  </a:lnTo>
                  <a:lnTo>
                    <a:pt x="23"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3835" name="Freeform 69"/>
            <p:cNvSpPr>
              <a:spLocks/>
            </p:cNvSpPr>
            <p:nvPr/>
          </p:nvSpPr>
          <p:spPr bwMode="auto">
            <a:xfrm>
              <a:off x="1335" y="1943"/>
              <a:ext cx="49" cy="86"/>
            </a:xfrm>
            <a:custGeom>
              <a:avLst/>
              <a:gdLst>
                <a:gd name="T0" fmla="*/ 0 w 246"/>
                <a:gd name="T1" fmla="*/ 0 h 426"/>
                <a:gd name="T2" fmla="*/ 0 w 246"/>
                <a:gd name="T3" fmla="*/ 0 h 426"/>
                <a:gd name="T4" fmla="*/ 0 w 246"/>
                <a:gd name="T5" fmla="*/ 0 h 426"/>
                <a:gd name="T6" fmla="*/ 0 w 246"/>
                <a:gd name="T7" fmla="*/ 1 h 426"/>
                <a:gd name="T8" fmla="*/ 0 w 246"/>
                <a:gd name="T9" fmla="*/ 1 h 426"/>
                <a:gd name="T10" fmla="*/ 0 w 246"/>
                <a:gd name="T11" fmla="*/ 1 h 426"/>
                <a:gd name="T12" fmla="*/ 0 w 246"/>
                <a:gd name="T13" fmla="*/ 2 h 426"/>
                <a:gd name="T14" fmla="*/ 0 w 246"/>
                <a:gd name="T15" fmla="*/ 2 h 426"/>
                <a:gd name="T16" fmla="*/ 0 w 246"/>
                <a:gd name="T17" fmla="*/ 2 h 426"/>
                <a:gd name="T18" fmla="*/ 1 w 246"/>
                <a:gd name="T19" fmla="*/ 2 h 426"/>
                <a:gd name="T20" fmla="*/ 1 w 246"/>
                <a:gd name="T21" fmla="*/ 3 h 426"/>
                <a:gd name="T22" fmla="*/ 1 w 246"/>
                <a:gd name="T23" fmla="*/ 3 h 426"/>
                <a:gd name="T24" fmla="*/ 1 w 246"/>
                <a:gd name="T25" fmla="*/ 3 h 426"/>
                <a:gd name="T26" fmla="*/ 1 w 246"/>
                <a:gd name="T27" fmla="*/ 3 h 426"/>
                <a:gd name="T28" fmla="*/ 1 w 246"/>
                <a:gd name="T29" fmla="*/ 3 h 426"/>
                <a:gd name="T30" fmla="*/ 2 w 246"/>
                <a:gd name="T31" fmla="*/ 3 h 426"/>
                <a:gd name="T32" fmla="*/ 2 w 246"/>
                <a:gd name="T33" fmla="*/ 3 h 426"/>
                <a:gd name="T34" fmla="*/ 2 w 246"/>
                <a:gd name="T35" fmla="*/ 3 h 426"/>
                <a:gd name="T36" fmla="*/ 2 w 246"/>
                <a:gd name="T37" fmla="*/ 3 h 426"/>
                <a:gd name="T38" fmla="*/ 2 w 246"/>
                <a:gd name="T39" fmla="*/ 3 h 426"/>
                <a:gd name="T40" fmla="*/ 2 w 246"/>
                <a:gd name="T41" fmla="*/ 3 h 426"/>
                <a:gd name="T42" fmla="*/ 1 w 246"/>
                <a:gd name="T43" fmla="*/ 3 h 426"/>
                <a:gd name="T44" fmla="*/ 1 w 246"/>
                <a:gd name="T45" fmla="*/ 3 h 426"/>
                <a:gd name="T46" fmla="*/ 1 w 246"/>
                <a:gd name="T47" fmla="*/ 3 h 426"/>
                <a:gd name="T48" fmla="*/ 1 w 246"/>
                <a:gd name="T49" fmla="*/ 3 h 426"/>
                <a:gd name="T50" fmla="*/ 1 w 246"/>
                <a:gd name="T51" fmla="*/ 3 h 426"/>
                <a:gd name="T52" fmla="*/ 1 w 246"/>
                <a:gd name="T53" fmla="*/ 2 h 426"/>
                <a:gd name="T54" fmla="*/ 1 w 246"/>
                <a:gd name="T55" fmla="*/ 2 h 426"/>
                <a:gd name="T56" fmla="*/ 0 w 246"/>
                <a:gd name="T57" fmla="*/ 2 h 426"/>
                <a:gd name="T58" fmla="*/ 0 w 246"/>
                <a:gd name="T59" fmla="*/ 2 h 426"/>
                <a:gd name="T60" fmla="*/ 0 w 246"/>
                <a:gd name="T61" fmla="*/ 1 h 426"/>
                <a:gd name="T62" fmla="*/ 0 w 246"/>
                <a:gd name="T63" fmla="*/ 1 h 426"/>
                <a:gd name="T64" fmla="*/ 0 w 246"/>
                <a:gd name="T65" fmla="*/ 1 h 426"/>
                <a:gd name="T66" fmla="*/ 0 w 246"/>
                <a:gd name="T67" fmla="*/ 0 h 426"/>
                <a:gd name="T68" fmla="*/ 0 w 246"/>
                <a:gd name="T69" fmla="*/ 0 h 426"/>
                <a:gd name="T70" fmla="*/ 0 w 246"/>
                <a:gd name="T71" fmla="*/ 0 h 426"/>
                <a:gd name="T72" fmla="*/ 0 w 246"/>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0"/>
                  </a:moveTo>
                  <a:lnTo>
                    <a:pt x="0" y="0"/>
                  </a:lnTo>
                  <a:lnTo>
                    <a:pt x="1" y="42"/>
                  </a:lnTo>
                  <a:lnTo>
                    <a:pt x="4" y="86"/>
                  </a:lnTo>
                  <a:lnTo>
                    <a:pt x="10" y="126"/>
                  </a:lnTo>
                  <a:lnTo>
                    <a:pt x="18" y="164"/>
                  </a:lnTo>
                  <a:lnTo>
                    <a:pt x="29" y="202"/>
                  </a:lnTo>
                  <a:lnTo>
                    <a:pt x="41" y="237"/>
                  </a:lnTo>
                  <a:lnTo>
                    <a:pt x="55" y="269"/>
                  </a:lnTo>
                  <a:lnTo>
                    <a:pt x="71" y="300"/>
                  </a:lnTo>
                  <a:lnTo>
                    <a:pt x="89" y="327"/>
                  </a:lnTo>
                  <a:lnTo>
                    <a:pt x="107" y="352"/>
                  </a:lnTo>
                  <a:lnTo>
                    <a:pt x="127" y="374"/>
                  </a:lnTo>
                  <a:lnTo>
                    <a:pt x="150" y="392"/>
                  </a:lnTo>
                  <a:lnTo>
                    <a:pt x="171" y="407"/>
                  </a:lnTo>
                  <a:lnTo>
                    <a:pt x="195" y="418"/>
                  </a:lnTo>
                  <a:lnTo>
                    <a:pt x="220" y="423"/>
                  </a:lnTo>
                  <a:lnTo>
                    <a:pt x="246" y="426"/>
                  </a:lnTo>
                  <a:lnTo>
                    <a:pt x="246" y="414"/>
                  </a:lnTo>
                  <a:lnTo>
                    <a:pt x="222" y="412"/>
                  </a:lnTo>
                  <a:lnTo>
                    <a:pt x="200" y="406"/>
                  </a:lnTo>
                  <a:lnTo>
                    <a:pt x="178" y="395"/>
                  </a:lnTo>
                  <a:lnTo>
                    <a:pt x="157" y="382"/>
                  </a:lnTo>
                  <a:lnTo>
                    <a:pt x="137" y="365"/>
                  </a:lnTo>
                  <a:lnTo>
                    <a:pt x="117" y="345"/>
                  </a:lnTo>
                  <a:lnTo>
                    <a:pt x="98" y="320"/>
                  </a:lnTo>
                  <a:lnTo>
                    <a:pt x="83" y="293"/>
                  </a:lnTo>
                  <a:lnTo>
                    <a:pt x="66" y="264"/>
                  </a:lnTo>
                  <a:lnTo>
                    <a:pt x="52" y="232"/>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3836" name="Freeform 70"/>
            <p:cNvSpPr>
              <a:spLocks/>
            </p:cNvSpPr>
            <p:nvPr/>
          </p:nvSpPr>
          <p:spPr bwMode="auto">
            <a:xfrm>
              <a:off x="1335" y="1859"/>
              <a:ext cx="49" cy="84"/>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1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0" y="2"/>
                  </a:lnTo>
                  <a:lnTo>
                    <a:pt x="195" y="8"/>
                  </a:lnTo>
                  <a:lnTo>
                    <a:pt x="171" y="18"/>
                  </a:lnTo>
                  <a:lnTo>
                    <a:pt x="150" y="34"/>
                  </a:lnTo>
                  <a:lnTo>
                    <a:pt x="127" y="51"/>
                  </a:lnTo>
                  <a:lnTo>
                    <a:pt x="107" y="74"/>
                  </a:lnTo>
                  <a:lnTo>
                    <a:pt x="89" y="98"/>
                  </a:lnTo>
                  <a:lnTo>
                    <a:pt x="72" y="125"/>
                  </a:lnTo>
                  <a:lnTo>
                    <a:pt x="55" y="156"/>
                  </a:lnTo>
                  <a:lnTo>
                    <a:pt x="41" y="188"/>
                  </a:lnTo>
                  <a:lnTo>
                    <a:pt x="29" y="222"/>
                  </a:lnTo>
                  <a:lnTo>
                    <a:pt x="18" y="261"/>
                  </a:lnTo>
                  <a:lnTo>
                    <a:pt x="10" y="299"/>
                  </a:lnTo>
                  <a:lnTo>
                    <a:pt x="4" y="339"/>
                  </a:lnTo>
                  <a:lnTo>
                    <a:pt x="1" y="382"/>
                  </a:lnTo>
                  <a:lnTo>
                    <a:pt x="0" y="424"/>
                  </a:lnTo>
                  <a:lnTo>
                    <a:pt x="11" y="424"/>
                  </a:lnTo>
                  <a:lnTo>
                    <a:pt x="13" y="382"/>
                  </a:lnTo>
                  <a:lnTo>
                    <a:pt x="16" y="341"/>
                  </a:lnTo>
                  <a:lnTo>
                    <a:pt x="22" y="301"/>
                  </a:lnTo>
                  <a:lnTo>
                    <a:pt x="30" y="264"/>
                  </a:lnTo>
                  <a:lnTo>
                    <a:pt x="41" y="227"/>
                  </a:lnTo>
                  <a:lnTo>
                    <a:pt x="52" y="193"/>
                  </a:lnTo>
                  <a:lnTo>
                    <a:pt x="66" y="160"/>
                  </a:lnTo>
                  <a:lnTo>
                    <a:pt x="82" y="132"/>
                  </a:lnTo>
                  <a:lnTo>
                    <a:pt x="98" y="105"/>
                  </a:lnTo>
                  <a:lnTo>
                    <a:pt x="117" y="81"/>
                  </a:lnTo>
                  <a:lnTo>
                    <a:pt x="137" y="61"/>
                  </a:lnTo>
                  <a:lnTo>
                    <a:pt x="157" y="43"/>
                  </a:lnTo>
                  <a:lnTo>
                    <a:pt x="178" y="30"/>
                  </a:lnTo>
                  <a:lnTo>
                    <a:pt x="200" y="20"/>
                  </a:lnTo>
                  <a:lnTo>
                    <a:pt x="222" y="14"/>
                  </a:lnTo>
                  <a:lnTo>
                    <a:pt x="246" y="11"/>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3837" name="Freeform 71"/>
            <p:cNvSpPr>
              <a:spLocks/>
            </p:cNvSpPr>
            <p:nvPr/>
          </p:nvSpPr>
          <p:spPr bwMode="auto">
            <a:xfrm>
              <a:off x="1552" y="1751"/>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1" y="339"/>
                  </a:lnTo>
                  <a:lnTo>
                    <a:pt x="235" y="299"/>
                  </a:lnTo>
                  <a:lnTo>
                    <a:pt x="226" y="261"/>
                  </a:lnTo>
                  <a:lnTo>
                    <a:pt x="216" y="223"/>
                  </a:lnTo>
                  <a:lnTo>
                    <a:pt x="204" y="189"/>
                  </a:lnTo>
                  <a:lnTo>
                    <a:pt x="190" y="156"/>
                  </a:lnTo>
                  <a:lnTo>
                    <a:pt x="174" y="125"/>
                  </a:lnTo>
                  <a:lnTo>
                    <a:pt x="156" y="98"/>
                  </a:lnTo>
                  <a:lnTo>
                    <a:pt x="137" y="74"/>
                  </a:lnTo>
                  <a:lnTo>
                    <a:pt x="119" y="52"/>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8" y="81"/>
                  </a:lnTo>
                  <a:lnTo>
                    <a:pt x="147" y="105"/>
                  </a:lnTo>
                  <a:lnTo>
                    <a:pt x="164" y="132"/>
                  </a:lnTo>
                  <a:lnTo>
                    <a:pt x="178" y="161"/>
                  </a:lnTo>
                  <a:lnTo>
                    <a:pt x="193" y="193"/>
                  </a:lnTo>
                  <a:lnTo>
                    <a:pt x="204" y="227"/>
                  </a:lnTo>
                  <a:lnTo>
                    <a:pt x="215" y="264"/>
                  </a:lnTo>
                  <a:lnTo>
                    <a:pt x="223" y="301"/>
                  </a:lnTo>
                  <a:lnTo>
                    <a:pt x="229" y="341"/>
                  </a:lnTo>
                  <a:lnTo>
                    <a:pt x="232" y="382"/>
                  </a:lnTo>
                  <a:lnTo>
                    <a:pt x="234"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3838" name="Freeform 72"/>
            <p:cNvSpPr>
              <a:spLocks/>
            </p:cNvSpPr>
            <p:nvPr/>
          </p:nvSpPr>
          <p:spPr bwMode="auto">
            <a:xfrm>
              <a:off x="1552" y="1836"/>
              <a:ext cx="49" cy="85"/>
            </a:xfrm>
            <a:custGeom>
              <a:avLst/>
              <a:gdLst>
                <a:gd name="T0" fmla="*/ 0 w 245"/>
                <a:gd name="T1" fmla="*/ 3 h 425"/>
                <a:gd name="T2" fmla="*/ 0 w 245"/>
                <a:gd name="T3" fmla="*/ 3 h 425"/>
                <a:gd name="T4" fmla="*/ 0 w 245"/>
                <a:gd name="T5" fmla="*/ 3 h 425"/>
                <a:gd name="T6" fmla="*/ 0 w 245"/>
                <a:gd name="T7" fmla="*/ 3 h 425"/>
                <a:gd name="T8" fmla="*/ 1 w 245"/>
                <a:gd name="T9" fmla="*/ 3 h 425"/>
                <a:gd name="T10" fmla="*/ 1 w 245"/>
                <a:gd name="T11" fmla="*/ 3 h 425"/>
                <a:gd name="T12" fmla="*/ 1 w 245"/>
                <a:gd name="T13" fmla="*/ 3 h 425"/>
                <a:gd name="T14" fmla="*/ 1 w 245"/>
                <a:gd name="T15" fmla="*/ 3 h 425"/>
                <a:gd name="T16" fmla="*/ 1 w 245"/>
                <a:gd name="T17" fmla="*/ 3 h 425"/>
                <a:gd name="T18" fmla="*/ 1 w 245"/>
                <a:gd name="T19" fmla="*/ 2 h 425"/>
                <a:gd name="T20" fmla="*/ 2 w 245"/>
                <a:gd name="T21" fmla="*/ 2 h 425"/>
                <a:gd name="T22" fmla="*/ 2 w 245"/>
                <a:gd name="T23" fmla="*/ 2 h 425"/>
                <a:gd name="T24" fmla="*/ 2 w 245"/>
                <a:gd name="T25" fmla="*/ 2 h 425"/>
                <a:gd name="T26" fmla="*/ 2 w 245"/>
                <a:gd name="T27" fmla="*/ 1 h 425"/>
                <a:gd name="T28" fmla="*/ 2 w 245"/>
                <a:gd name="T29" fmla="*/ 1 h 425"/>
                <a:gd name="T30" fmla="*/ 2 w 245"/>
                <a:gd name="T31" fmla="*/ 1 h 425"/>
                <a:gd name="T32" fmla="*/ 2 w 245"/>
                <a:gd name="T33" fmla="*/ 0 h 425"/>
                <a:gd name="T34" fmla="*/ 2 w 245"/>
                <a:gd name="T35" fmla="*/ 0 h 425"/>
                <a:gd name="T36" fmla="*/ 2 w 245"/>
                <a:gd name="T37" fmla="*/ 0 h 425"/>
                <a:gd name="T38" fmla="*/ 2 w 245"/>
                <a:gd name="T39" fmla="*/ 0 h 425"/>
                <a:gd name="T40" fmla="*/ 2 w 245"/>
                <a:gd name="T41" fmla="*/ 1 h 425"/>
                <a:gd name="T42" fmla="*/ 2 w 245"/>
                <a:gd name="T43" fmla="*/ 1 h 425"/>
                <a:gd name="T44" fmla="*/ 2 w 245"/>
                <a:gd name="T45" fmla="*/ 1 h 425"/>
                <a:gd name="T46" fmla="*/ 2 w 245"/>
                <a:gd name="T47" fmla="*/ 2 h 425"/>
                <a:gd name="T48" fmla="*/ 2 w 245"/>
                <a:gd name="T49" fmla="*/ 2 h 425"/>
                <a:gd name="T50" fmla="*/ 1 w 245"/>
                <a:gd name="T51" fmla="*/ 2 h 425"/>
                <a:gd name="T52" fmla="*/ 1 w 245"/>
                <a:gd name="T53" fmla="*/ 2 h 425"/>
                <a:gd name="T54" fmla="*/ 1 w 245"/>
                <a:gd name="T55" fmla="*/ 3 h 425"/>
                <a:gd name="T56" fmla="*/ 1 w 245"/>
                <a:gd name="T57" fmla="*/ 3 h 425"/>
                <a:gd name="T58" fmla="*/ 1 w 245"/>
                <a:gd name="T59" fmla="*/ 3 h 425"/>
                <a:gd name="T60" fmla="*/ 1 w 245"/>
                <a:gd name="T61" fmla="*/ 3 h 425"/>
                <a:gd name="T62" fmla="*/ 1 w 245"/>
                <a:gd name="T63" fmla="*/ 3 h 425"/>
                <a:gd name="T64" fmla="*/ 0 w 245"/>
                <a:gd name="T65" fmla="*/ 3 h 425"/>
                <a:gd name="T66" fmla="*/ 0 w 245"/>
                <a:gd name="T67" fmla="*/ 3 h 425"/>
                <a:gd name="T68" fmla="*/ 0 w 245"/>
                <a:gd name="T69" fmla="*/ 3 h 425"/>
                <a:gd name="T70" fmla="*/ 0 w 245"/>
                <a:gd name="T71" fmla="*/ 3 h 425"/>
                <a:gd name="T72" fmla="*/ 0 w 245"/>
                <a:gd name="T73" fmla="*/ 3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5"/>
                <a:gd name="T113" fmla="*/ 245 w 245"/>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5">
                  <a:moveTo>
                    <a:pt x="0" y="425"/>
                  </a:moveTo>
                  <a:lnTo>
                    <a:pt x="0" y="425"/>
                  </a:lnTo>
                  <a:lnTo>
                    <a:pt x="26" y="422"/>
                  </a:lnTo>
                  <a:lnTo>
                    <a:pt x="51" y="417"/>
                  </a:lnTo>
                  <a:lnTo>
                    <a:pt x="74" y="406"/>
                  </a:lnTo>
                  <a:lnTo>
                    <a:pt x="96" y="391"/>
                  </a:lnTo>
                  <a:lnTo>
                    <a:pt x="119" y="373"/>
                  </a:lnTo>
                  <a:lnTo>
                    <a:pt x="137" y="351"/>
                  </a:lnTo>
                  <a:lnTo>
                    <a:pt x="156" y="326"/>
                  </a:lnTo>
                  <a:lnTo>
                    <a:pt x="174" y="299"/>
                  </a:lnTo>
                  <a:lnTo>
                    <a:pt x="190" y="269"/>
                  </a:lnTo>
                  <a:lnTo>
                    <a:pt x="204" y="236"/>
                  </a:lnTo>
                  <a:lnTo>
                    <a:pt x="216" y="202"/>
                  </a:lnTo>
                  <a:lnTo>
                    <a:pt x="226" y="163"/>
                  </a:lnTo>
                  <a:lnTo>
                    <a:pt x="235" y="126"/>
                  </a:lnTo>
                  <a:lnTo>
                    <a:pt x="241" y="86"/>
                  </a:lnTo>
                  <a:lnTo>
                    <a:pt x="244" y="43"/>
                  </a:lnTo>
                  <a:lnTo>
                    <a:pt x="245" y="0"/>
                  </a:lnTo>
                  <a:lnTo>
                    <a:pt x="234" y="0"/>
                  </a:lnTo>
                  <a:lnTo>
                    <a:pt x="232" y="43"/>
                  </a:lnTo>
                  <a:lnTo>
                    <a:pt x="229" y="84"/>
                  </a:lnTo>
                  <a:lnTo>
                    <a:pt x="223" y="123"/>
                  </a:lnTo>
                  <a:lnTo>
                    <a:pt x="215" y="161"/>
                  </a:lnTo>
                  <a:lnTo>
                    <a:pt x="204" y="197"/>
                  </a:lnTo>
                  <a:lnTo>
                    <a:pt x="193" y="231"/>
                  </a:lnTo>
                  <a:lnTo>
                    <a:pt x="178" y="264"/>
                  </a:lnTo>
                  <a:lnTo>
                    <a:pt x="164" y="292"/>
                  </a:lnTo>
                  <a:lnTo>
                    <a:pt x="147" y="319"/>
                  </a:lnTo>
                  <a:lnTo>
                    <a:pt x="128" y="344"/>
                  </a:lnTo>
                  <a:lnTo>
                    <a:pt x="109" y="364"/>
                  </a:lnTo>
                  <a:lnTo>
                    <a:pt x="89" y="381"/>
                  </a:lnTo>
                  <a:lnTo>
                    <a:pt x="67" y="394"/>
                  </a:lnTo>
                  <a:lnTo>
                    <a:pt x="46" y="405"/>
                  </a:lnTo>
                  <a:lnTo>
                    <a:pt x="24" y="411"/>
                  </a:lnTo>
                  <a:lnTo>
                    <a:pt x="0" y="413"/>
                  </a:lnTo>
                  <a:lnTo>
                    <a:pt x="0" y="425"/>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3839" name="Freeform 73"/>
            <p:cNvSpPr>
              <a:spLocks/>
            </p:cNvSpPr>
            <p:nvPr/>
          </p:nvSpPr>
          <p:spPr bwMode="auto">
            <a:xfrm>
              <a:off x="1502" y="1836"/>
              <a:ext cx="50" cy="85"/>
            </a:xfrm>
            <a:custGeom>
              <a:avLst/>
              <a:gdLst>
                <a:gd name="T0" fmla="*/ 0 w 246"/>
                <a:gd name="T1" fmla="*/ 0 h 425"/>
                <a:gd name="T2" fmla="*/ 0 w 246"/>
                <a:gd name="T3" fmla="*/ 0 h 425"/>
                <a:gd name="T4" fmla="*/ 0 w 246"/>
                <a:gd name="T5" fmla="*/ 0 h 425"/>
                <a:gd name="T6" fmla="*/ 0 w 246"/>
                <a:gd name="T7" fmla="*/ 1 h 425"/>
                <a:gd name="T8" fmla="*/ 0 w 246"/>
                <a:gd name="T9" fmla="*/ 1 h 425"/>
                <a:gd name="T10" fmla="*/ 0 w 246"/>
                <a:gd name="T11" fmla="*/ 1 h 425"/>
                <a:gd name="T12" fmla="*/ 0 w 246"/>
                <a:gd name="T13" fmla="*/ 2 h 425"/>
                <a:gd name="T14" fmla="*/ 0 w 246"/>
                <a:gd name="T15" fmla="*/ 2 h 425"/>
                <a:gd name="T16" fmla="*/ 0 w 246"/>
                <a:gd name="T17" fmla="*/ 2 h 425"/>
                <a:gd name="T18" fmla="*/ 1 w 246"/>
                <a:gd name="T19" fmla="*/ 2 h 425"/>
                <a:gd name="T20" fmla="*/ 1 w 246"/>
                <a:gd name="T21" fmla="*/ 3 h 425"/>
                <a:gd name="T22" fmla="*/ 1 w 246"/>
                <a:gd name="T23" fmla="*/ 3 h 425"/>
                <a:gd name="T24" fmla="*/ 1 w 246"/>
                <a:gd name="T25" fmla="*/ 3 h 425"/>
                <a:gd name="T26" fmla="*/ 1 w 246"/>
                <a:gd name="T27" fmla="*/ 3 h 425"/>
                <a:gd name="T28" fmla="*/ 1 w 246"/>
                <a:gd name="T29" fmla="*/ 3 h 425"/>
                <a:gd name="T30" fmla="*/ 2 w 246"/>
                <a:gd name="T31" fmla="*/ 3 h 425"/>
                <a:gd name="T32" fmla="*/ 2 w 246"/>
                <a:gd name="T33" fmla="*/ 3 h 425"/>
                <a:gd name="T34" fmla="*/ 2 w 246"/>
                <a:gd name="T35" fmla="*/ 3 h 425"/>
                <a:gd name="T36" fmla="*/ 2 w 246"/>
                <a:gd name="T37" fmla="*/ 3 h 425"/>
                <a:gd name="T38" fmla="*/ 2 w 246"/>
                <a:gd name="T39" fmla="*/ 3 h 425"/>
                <a:gd name="T40" fmla="*/ 2 w 246"/>
                <a:gd name="T41" fmla="*/ 3 h 425"/>
                <a:gd name="T42" fmla="*/ 1 w 246"/>
                <a:gd name="T43" fmla="*/ 3 h 425"/>
                <a:gd name="T44" fmla="*/ 1 w 246"/>
                <a:gd name="T45" fmla="*/ 3 h 425"/>
                <a:gd name="T46" fmla="*/ 1 w 246"/>
                <a:gd name="T47" fmla="*/ 3 h 425"/>
                <a:gd name="T48" fmla="*/ 1 w 246"/>
                <a:gd name="T49" fmla="*/ 3 h 425"/>
                <a:gd name="T50" fmla="*/ 1 w 246"/>
                <a:gd name="T51" fmla="*/ 3 h 425"/>
                <a:gd name="T52" fmla="*/ 1 w 246"/>
                <a:gd name="T53" fmla="*/ 2 h 425"/>
                <a:gd name="T54" fmla="*/ 1 w 246"/>
                <a:gd name="T55" fmla="*/ 2 h 425"/>
                <a:gd name="T56" fmla="*/ 0 w 246"/>
                <a:gd name="T57" fmla="*/ 2 h 425"/>
                <a:gd name="T58" fmla="*/ 0 w 246"/>
                <a:gd name="T59" fmla="*/ 2 h 425"/>
                <a:gd name="T60" fmla="*/ 0 w 246"/>
                <a:gd name="T61" fmla="*/ 1 h 425"/>
                <a:gd name="T62" fmla="*/ 0 w 246"/>
                <a:gd name="T63" fmla="*/ 1 h 425"/>
                <a:gd name="T64" fmla="*/ 0 w 246"/>
                <a:gd name="T65" fmla="*/ 1 h 425"/>
                <a:gd name="T66" fmla="*/ 0 w 246"/>
                <a:gd name="T67" fmla="*/ 0 h 425"/>
                <a:gd name="T68" fmla="*/ 0 w 246"/>
                <a:gd name="T69" fmla="*/ 0 h 425"/>
                <a:gd name="T70" fmla="*/ 0 w 246"/>
                <a:gd name="T71" fmla="*/ 0 h 425"/>
                <a:gd name="T72" fmla="*/ 0 w 246"/>
                <a:gd name="T73" fmla="*/ 0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5"/>
                <a:gd name="T113" fmla="*/ 246 w 246"/>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5">
                  <a:moveTo>
                    <a:pt x="0" y="0"/>
                  </a:moveTo>
                  <a:lnTo>
                    <a:pt x="0" y="0"/>
                  </a:lnTo>
                  <a:lnTo>
                    <a:pt x="2" y="43"/>
                  </a:lnTo>
                  <a:lnTo>
                    <a:pt x="5" y="86"/>
                  </a:lnTo>
                  <a:lnTo>
                    <a:pt x="11" y="126"/>
                  </a:lnTo>
                  <a:lnTo>
                    <a:pt x="19" y="163"/>
                  </a:lnTo>
                  <a:lnTo>
                    <a:pt x="30" y="202"/>
                  </a:lnTo>
                  <a:lnTo>
                    <a:pt x="41" y="236"/>
                  </a:lnTo>
                  <a:lnTo>
                    <a:pt x="55" y="269"/>
                  </a:lnTo>
                  <a:lnTo>
                    <a:pt x="73" y="299"/>
                  </a:lnTo>
                  <a:lnTo>
                    <a:pt x="89" y="326"/>
                  </a:lnTo>
                  <a:lnTo>
                    <a:pt x="108" y="351"/>
                  </a:lnTo>
                  <a:lnTo>
                    <a:pt x="128" y="373"/>
                  </a:lnTo>
                  <a:lnTo>
                    <a:pt x="150" y="391"/>
                  </a:lnTo>
                  <a:lnTo>
                    <a:pt x="171" y="406"/>
                  </a:lnTo>
                  <a:lnTo>
                    <a:pt x="196" y="417"/>
                  </a:lnTo>
                  <a:lnTo>
                    <a:pt x="221" y="422"/>
                  </a:lnTo>
                  <a:lnTo>
                    <a:pt x="246" y="425"/>
                  </a:lnTo>
                  <a:lnTo>
                    <a:pt x="246" y="413"/>
                  </a:lnTo>
                  <a:lnTo>
                    <a:pt x="223" y="411"/>
                  </a:lnTo>
                  <a:lnTo>
                    <a:pt x="201" y="405"/>
                  </a:lnTo>
                  <a:lnTo>
                    <a:pt x="178" y="394"/>
                  </a:lnTo>
                  <a:lnTo>
                    <a:pt x="157" y="381"/>
                  </a:lnTo>
                  <a:lnTo>
                    <a:pt x="137" y="364"/>
                  </a:lnTo>
                  <a:lnTo>
                    <a:pt x="117" y="344"/>
                  </a:lnTo>
                  <a:lnTo>
                    <a:pt x="99" y="319"/>
                  </a:lnTo>
                  <a:lnTo>
                    <a:pt x="82" y="292"/>
                  </a:lnTo>
                  <a:lnTo>
                    <a:pt x="67" y="264"/>
                  </a:lnTo>
                  <a:lnTo>
                    <a:pt x="53" y="231"/>
                  </a:lnTo>
                  <a:lnTo>
                    <a:pt x="41" y="197"/>
                  </a:lnTo>
                  <a:lnTo>
                    <a:pt x="31" y="161"/>
                  </a:lnTo>
                  <a:lnTo>
                    <a:pt x="23" y="123"/>
                  </a:lnTo>
                  <a:lnTo>
                    <a:pt x="17" y="84"/>
                  </a:lnTo>
                  <a:lnTo>
                    <a:pt x="13" y="4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3840" name="Freeform 74"/>
            <p:cNvSpPr>
              <a:spLocks/>
            </p:cNvSpPr>
            <p:nvPr/>
          </p:nvSpPr>
          <p:spPr bwMode="auto">
            <a:xfrm>
              <a:off x="1502" y="1751"/>
              <a:ext cx="50" cy="85"/>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2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1" y="2"/>
                  </a:lnTo>
                  <a:lnTo>
                    <a:pt x="196" y="8"/>
                  </a:lnTo>
                  <a:lnTo>
                    <a:pt x="171" y="19"/>
                  </a:lnTo>
                  <a:lnTo>
                    <a:pt x="150" y="34"/>
                  </a:lnTo>
                  <a:lnTo>
                    <a:pt x="128" y="52"/>
                  </a:lnTo>
                  <a:lnTo>
                    <a:pt x="108" y="74"/>
                  </a:lnTo>
                  <a:lnTo>
                    <a:pt x="89" y="98"/>
                  </a:lnTo>
                  <a:lnTo>
                    <a:pt x="73" y="125"/>
                  </a:lnTo>
                  <a:lnTo>
                    <a:pt x="55" y="156"/>
                  </a:lnTo>
                  <a:lnTo>
                    <a:pt x="41" y="189"/>
                  </a:lnTo>
                  <a:lnTo>
                    <a:pt x="30" y="223"/>
                  </a:lnTo>
                  <a:lnTo>
                    <a:pt x="19" y="261"/>
                  </a:lnTo>
                  <a:lnTo>
                    <a:pt x="11" y="299"/>
                  </a:lnTo>
                  <a:lnTo>
                    <a:pt x="5" y="339"/>
                  </a:lnTo>
                  <a:lnTo>
                    <a:pt x="2" y="382"/>
                  </a:lnTo>
                  <a:lnTo>
                    <a:pt x="0" y="424"/>
                  </a:lnTo>
                  <a:lnTo>
                    <a:pt x="12" y="424"/>
                  </a:lnTo>
                  <a:lnTo>
                    <a:pt x="13" y="382"/>
                  </a:lnTo>
                  <a:lnTo>
                    <a:pt x="17" y="341"/>
                  </a:lnTo>
                  <a:lnTo>
                    <a:pt x="23" y="301"/>
                  </a:lnTo>
                  <a:lnTo>
                    <a:pt x="31" y="264"/>
                  </a:lnTo>
                  <a:lnTo>
                    <a:pt x="41" y="227"/>
                  </a:lnTo>
                  <a:lnTo>
                    <a:pt x="53" y="193"/>
                  </a:lnTo>
                  <a:lnTo>
                    <a:pt x="67" y="161"/>
                  </a:lnTo>
                  <a:lnTo>
                    <a:pt x="82" y="132"/>
                  </a:lnTo>
                  <a:lnTo>
                    <a:pt x="99" y="105"/>
                  </a:lnTo>
                  <a:lnTo>
                    <a:pt x="117" y="81"/>
                  </a:lnTo>
                  <a:lnTo>
                    <a:pt x="137" y="61"/>
                  </a:lnTo>
                  <a:lnTo>
                    <a:pt x="157" y="43"/>
                  </a:lnTo>
                  <a:lnTo>
                    <a:pt x="178" y="30"/>
                  </a:lnTo>
                  <a:lnTo>
                    <a:pt x="201" y="20"/>
                  </a:lnTo>
                  <a:lnTo>
                    <a:pt x="223" y="14"/>
                  </a:lnTo>
                  <a:lnTo>
                    <a:pt x="246" y="12"/>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3841" name="Freeform 75"/>
            <p:cNvSpPr>
              <a:spLocks/>
            </p:cNvSpPr>
            <p:nvPr/>
          </p:nvSpPr>
          <p:spPr bwMode="auto">
            <a:xfrm>
              <a:off x="1565" y="2016"/>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0" y="339"/>
                  </a:lnTo>
                  <a:lnTo>
                    <a:pt x="234" y="299"/>
                  </a:lnTo>
                  <a:lnTo>
                    <a:pt x="226" y="261"/>
                  </a:lnTo>
                  <a:lnTo>
                    <a:pt x="216" y="223"/>
                  </a:lnTo>
                  <a:lnTo>
                    <a:pt x="204" y="189"/>
                  </a:lnTo>
                  <a:lnTo>
                    <a:pt x="190" y="156"/>
                  </a:lnTo>
                  <a:lnTo>
                    <a:pt x="174" y="125"/>
                  </a:lnTo>
                  <a:lnTo>
                    <a:pt x="156" y="98"/>
                  </a:lnTo>
                  <a:lnTo>
                    <a:pt x="138" y="74"/>
                  </a:lnTo>
                  <a:lnTo>
                    <a:pt x="118" y="51"/>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9" y="81"/>
                  </a:lnTo>
                  <a:lnTo>
                    <a:pt x="147" y="105"/>
                  </a:lnTo>
                  <a:lnTo>
                    <a:pt x="164" y="132"/>
                  </a:lnTo>
                  <a:lnTo>
                    <a:pt x="178" y="160"/>
                  </a:lnTo>
                  <a:lnTo>
                    <a:pt x="192" y="193"/>
                  </a:lnTo>
                  <a:lnTo>
                    <a:pt x="204" y="227"/>
                  </a:lnTo>
                  <a:lnTo>
                    <a:pt x="215" y="264"/>
                  </a:lnTo>
                  <a:lnTo>
                    <a:pt x="223" y="301"/>
                  </a:lnTo>
                  <a:lnTo>
                    <a:pt x="229"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3842" name="Freeform 76"/>
            <p:cNvSpPr>
              <a:spLocks/>
            </p:cNvSpPr>
            <p:nvPr/>
          </p:nvSpPr>
          <p:spPr bwMode="auto">
            <a:xfrm>
              <a:off x="1565" y="2101"/>
              <a:ext cx="49" cy="85"/>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6" y="423"/>
                  </a:lnTo>
                  <a:lnTo>
                    <a:pt x="51" y="418"/>
                  </a:lnTo>
                  <a:lnTo>
                    <a:pt x="74" y="407"/>
                  </a:lnTo>
                  <a:lnTo>
                    <a:pt x="96" y="392"/>
                  </a:lnTo>
                  <a:lnTo>
                    <a:pt x="118" y="373"/>
                  </a:lnTo>
                  <a:lnTo>
                    <a:pt x="138" y="351"/>
                  </a:lnTo>
                  <a:lnTo>
                    <a:pt x="156" y="327"/>
                  </a:lnTo>
                  <a:lnTo>
                    <a:pt x="175" y="299"/>
                  </a:lnTo>
                  <a:lnTo>
                    <a:pt x="190" y="269"/>
                  </a:lnTo>
                  <a:lnTo>
                    <a:pt x="204" y="236"/>
                  </a:lnTo>
                  <a:lnTo>
                    <a:pt x="216" y="202"/>
                  </a:lnTo>
                  <a:lnTo>
                    <a:pt x="226" y="164"/>
                  </a:lnTo>
                  <a:lnTo>
                    <a:pt x="234" y="126"/>
                  </a:lnTo>
                  <a:lnTo>
                    <a:pt x="240" y="86"/>
                  </a:lnTo>
                  <a:lnTo>
                    <a:pt x="244" y="42"/>
                  </a:lnTo>
                  <a:lnTo>
                    <a:pt x="245" y="0"/>
                  </a:lnTo>
                  <a:lnTo>
                    <a:pt x="233" y="0"/>
                  </a:lnTo>
                  <a:lnTo>
                    <a:pt x="232" y="42"/>
                  </a:lnTo>
                  <a:lnTo>
                    <a:pt x="229" y="83"/>
                  </a:lnTo>
                  <a:lnTo>
                    <a:pt x="223" y="123"/>
                  </a:lnTo>
                  <a:lnTo>
                    <a:pt x="215" y="162"/>
                  </a:lnTo>
                  <a:lnTo>
                    <a:pt x="204" y="197"/>
                  </a:lnTo>
                  <a:lnTo>
                    <a:pt x="192" y="231"/>
                  </a:lnTo>
                  <a:lnTo>
                    <a:pt x="178" y="264"/>
                  </a:lnTo>
                  <a:lnTo>
                    <a:pt x="163" y="292"/>
                  </a:lnTo>
                  <a:lnTo>
                    <a:pt x="147" y="320"/>
                  </a:lnTo>
                  <a:lnTo>
                    <a:pt x="129" y="344"/>
                  </a:lnTo>
                  <a:lnTo>
                    <a:pt x="109" y="364"/>
                  </a:lnTo>
                  <a:lnTo>
                    <a:pt x="89" y="382"/>
                  </a:lnTo>
                  <a:lnTo>
                    <a:pt x="67" y="395"/>
                  </a:lnTo>
                  <a:lnTo>
                    <a:pt x="46" y="406"/>
                  </a:lnTo>
                  <a:lnTo>
                    <a:pt x="24"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3843" name="Freeform 77"/>
            <p:cNvSpPr>
              <a:spLocks/>
            </p:cNvSpPr>
            <p:nvPr/>
          </p:nvSpPr>
          <p:spPr bwMode="auto">
            <a:xfrm>
              <a:off x="1516" y="2101"/>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5" y="86"/>
                  </a:lnTo>
                  <a:lnTo>
                    <a:pt x="11" y="126"/>
                  </a:lnTo>
                  <a:lnTo>
                    <a:pt x="19" y="164"/>
                  </a:lnTo>
                  <a:lnTo>
                    <a:pt x="30" y="202"/>
                  </a:lnTo>
                  <a:lnTo>
                    <a:pt x="41" y="236"/>
                  </a:lnTo>
                  <a:lnTo>
                    <a:pt x="55" y="269"/>
                  </a:lnTo>
                  <a:lnTo>
                    <a:pt x="71" y="299"/>
                  </a:lnTo>
                  <a:lnTo>
                    <a:pt x="89" y="327"/>
                  </a:lnTo>
                  <a:lnTo>
                    <a:pt x="107" y="351"/>
                  </a:lnTo>
                  <a:lnTo>
                    <a:pt x="127" y="373"/>
                  </a:lnTo>
                  <a:lnTo>
                    <a:pt x="149" y="392"/>
                  </a:lnTo>
                  <a:lnTo>
                    <a:pt x="171" y="407"/>
                  </a:lnTo>
                  <a:lnTo>
                    <a:pt x="195" y="418"/>
                  </a:lnTo>
                  <a:lnTo>
                    <a:pt x="219" y="423"/>
                  </a:lnTo>
                  <a:lnTo>
                    <a:pt x="245" y="426"/>
                  </a:lnTo>
                  <a:lnTo>
                    <a:pt x="245" y="414"/>
                  </a:lnTo>
                  <a:lnTo>
                    <a:pt x="222" y="412"/>
                  </a:lnTo>
                  <a:lnTo>
                    <a:pt x="199" y="406"/>
                  </a:lnTo>
                  <a:lnTo>
                    <a:pt x="178" y="395"/>
                  </a:lnTo>
                  <a:lnTo>
                    <a:pt x="156" y="382"/>
                  </a:lnTo>
                  <a:lnTo>
                    <a:pt x="136" y="364"/>
                  </a:lnTo>
                  <a:lnTo>
                    <a:pt x="116" y="344"/>
                  </a:lnTo>
                  <a:lnTo>
                    <a:pt x="99" y="320"/>
                  </a:lnTo>
                  <a:lnTo>
                    <a:pt x="82" y="292"/>
                  </a:lnTo>
                  <a:lnTo>
                    <a:pt x="67" y="264"/>
                  </a:lnTo>
                  <a:lnTo>
                    <a:pt x="53" y="231"/>
                  </a:lnTo>
                  <a:lnTo>
                    <a:pt x="41" y="197"/>
                  </a:lnTo>
                  <a:lnTo>
                    <a:pt x="31" y="162"/>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3844" name="Freeform 78"/>
            <p:cNvSpPr>
              <a:spLocks/>
            </p:cNvSpPr>
            <p:nvPr/>
          </p:nvSpPr>
          <p:spPr bwMode="auto">
            <a:xfrm>
              <a:off x="1516" y="2016"/>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5" y="8"/>
                  </a:lnTo>
                  <a:lnTo>
                    <a:pt x="171" y="19"/>
                  </a:lnTo>
                  <a:lnTo>
                    <a:pt x="149" y="34"/>
                  </a:lnTo>
                  <a:lnTo>
                    <a:pt x="127" y="51"/>
                  </a:lnTo>
                  <a:lnTo>
                    <a:pt x="107" y="74"/>
                  </a:lnTo>
                  <a:lnTo>
                    <a:pt x="89" y="98"/>
                  </a:lnTo>
                  <a:lnTo>
                    <a:pt x="72" y="125"/>
                  </a:lnTo>
                  <a:lnTo>
                    <a:pt x="55" y="156"/>
                  </a:lnTo>
                  <a:lnTo>
                    <a:pt x="41" y="189"/>
                  </a:lnTo>
                  <a:lnTo>
                    <a:pt x="30" y="223"/>
                  </a:lnTo>
                  <a:lnTo>
                    <a:pt x="19" y="261"/>
                  </a:lnTo>
                  <a:lnTo>
                    <a:pt x="11" y="299"/>
                  </a:lnTo>
                  <a:lnTo>
                    <a:pt x="5" y="339"/>
                  </a:lnTo>
                  <a:lnTo>
                    <a:pt x="1" y="382"/>
                  </a:lnTo>
                  <a:lnTo>
                    <a:pt x="0" y="424"/>
                  </a:lnTo>
                  <a:lnTo>
                    <a:pt x="12" y="424"/>
                  </a:lnTo>
                  <a:lnTo>
                    <a:pt x="13" y="382"/>
                  </a:lnTo>
                  <a:lnTo>
                    <a:pt x="17" y="341"/>
                  </a:lnTo>
                  <a:lnTo>
                    <a:pt x="23" y="301"/>
                  </a:lnTo>
                  <a:lnTo>
                    <a:pt x="31" y="264"/>
                  </a:lnTo>
                  <a:lnTo>
                    <a:pt x="41" y="227"/>
                  </a:lnTo>
                  <a:lnTo>
                    <a:pt x="53" y="193"/>
                  </a:lnTo>
                  <a:lnTo>
                    <a:pt x="67" y="160"/>
                  </a:lnTo>
                  <a:lnTo>
                    <a:pt x="81" y="132"/>
                  </a:lnTo>
                  <a:lnTo>
                    <a:pt x="99" y="105"/>
                  </a:lnTo>
                  <a:lnTo>
                    <a:pt x="116" y="81"/>
                  </a:lnTo>
                  <a:lnTo>
                    <a:pt x="136" y="61"/>
                  </a:lnTo>
                  <a:lnTo>
                    <a:pt x="156" y="43"/>
                  </a:lnTo>
                  <a:lnTo>
                    <a:pt x="178" y="30"/>
                  </a:lnTo>
                  <a:lnTo>
                    <a:pt x="199" y="20"/>
                  </a:lnTo>
                  <a:lnTo>
                    <a:pt x="222"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grpSp>
        <p:nvGrpSpPr>
          <p:cNvPr id="203786" name="Group 79"/>
          <p:cNvGrpSpPr>
            <a:grpSpLocks/>
          </p:cNvGrpSpPr>
          <p:nvPr/>
        </p:nvGrpSpPr>
        <p:grpSpPr bwMode="auto">
          <a:xfrm rot="-223274">
            <a:off x="1908175" y="2805113"/>
            <a:ext cx="744538" cy="733425"/>
            <a:chOff x="2757" y="1666"/>
            <a:chExt cx="812" cy="800"/>
          </a:xfrm>
        </p:grpSpPr>
        <p:sp>
          <p:nvSpPr>
            <p:cNvPr id="203788" name="Freeform 80"/>
            <p:cNvSpPr>
              <a:spLocks/>
            </p:cNvSpPr>
            <p:nvPr/>
          </p:nvSpPr>
          <p:spPr bwMode="auto">
            <a:xfrm>
              <a:off x="2762" y="1667"/>
              <a:ext cx="807" cy="584"/>
            </a:xfrm>
            <a:custGeom>
              <a:avLst/>
              <a:gdLst>
                <a:gd name="T0" fmla="*/ 497 w 807"/>
                <a:gd name="T1" fmla="*/ 583 h 584"/>
                <a:gd name="T2" fmla="*/ 0 w 807"/>
                <a:gd name="T3" fmla="*/ 452 h 584"/>
                <a:gd name="T4" fmla="*/ 337 w 807"/>
                <a:gd name="T5" fmla="*/ 0 h 584"/>
                <a:gd name="T6" fmla="*/ 806 w 807"/>
                <a:gd name="T7" fmla="*/ 98 h 584"/>
                <a:gd name="T8" fmla="*/ 497 w 807"/>
                <a:gd name="T9" fmla="*/ 583 h 584"/>
                <a:gd name="T10" fmla="*/ 0 60000 65536"/>
                <a:gd name="T11" fmla="*/ 0 60000 65536"/>
                <a:gd name="T12" fmla="*/ 0 60000 65536"/>
                <a:gd name="T13" fmla="*/ 0 60000 65536"/>
                <a:gd name="T14" fmla="*/ 0 60000 65536"/>
                <a:gd name="T15" fmla="*/ 0 w 807"/>
                <a:gd name="T16" fmla="*/ 0 h 584"/>
                <a:gd name="T17" fmla="*/ 807 w 807"/>
                <a:gd name="T18" fmla="*/ 584 h 584"/>
              </a:gdLst>
              <a:ahLst/>
              <a:cxnLst>
                <a:cxn ang="T10">
                  <a:pos x="T0" y="T1"/>
                </a:cxn>
                <a:cxn ang="T11">
                  <a:pos x="T2" y="T3"/>
                </a:cxn>
                <a:cxn ang="T12">
                  <a:pos x="T4" y="T5"/>
                </a:cxn>
                <a:cxn ang="T13">
                  <a:pos x="T6" y="T7"/>
                </a:cxn>
                <a:cxn ang="T14">
                  <a:pos x="T8" y="T9"/>
                </a:cxn>
              </a:cxnLst>
              <a:rect l="T15" t="T16" r="T17" b="T18"/>
              <a:pathLst>
                <a:path w="807" h="584">
                  <a:moveTo>
                    <a:pt x="497" y="583"/>
                  </a:moveTo>
                  <a:lnTo>
                    <a:pt x="0" y="452"/>
                  </a:lnTo>
                  <a:lnTo>
                    <a:pt x="337" y="0"/>
                  </a:lnTo>
                  <a:lnTo>
                    <a:pt x="806" y="98"/>
                  </a:lnTo>
                  <a:lnTo>
                    <a:pt x="497" y="583"/>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203789" name="Freeform 81"/>
            <p:cNvSpPr>
              <a:spLocks/>
            </p:cNvSpPr>
            <p:nvPr/>
          </p:nvSpPr>
          <p:spPr bwMode="auto">
            <a:xfrm>
              <a:off x="2882" y="1861"/>
              <a:ext cx="578" cy="384"/>
            </a:xfrm>
            <a:custGeom>
              <a:avLst/>
              <a:gdLst>
                <a:gd name="T0" fmla="*/ 377 w 578"/>
                <a:gd name="T1" fmla="*/ 383 h 384"/>
                <a:gd name="T2" fmla="*/ 0 w 578"/>
                <a:gd name="T3" fmla="*/ 291 h 384"/>
                <a:gd name="T4" fmla="*/ 217 w 578"/>
                <a:gd name="T5" fmla="*/ 0 h 384"/>
                <a:gd name="T6" fmla="*/ 577 w 578"/>
                <a:gd name="T7" fmla="*/ 74 h 384"/>
                <a:gd name="T8" fmla="*/ 377 w 578"/>
                <a:gd name="T9" fmla="*/ 383 h 384"/>
                <a:gd name="T10" fmla="*/ 0 60000 65536"/>
                <a:gd name="T11" fmla="*/ 0 60000 65536"/>
                <a:gd name="T12" fmla="*/ 0 60000 65536"/>
                <a:gd name="T13" fmla="*/ 0 60000 65536"/>
                <a:gd name="T14" fmla="*/ 0 60000 65536"/>
                <a:gd name="T15" fmla="*/ 0 w 578"/>
                <a:gd name="T16" fmla="*/ 0 h 384"/>
                <a:gd name="T17" fmla="*/ 578 w 578"/>
                <a:gd name="T18" fmla="*/ 384 h 384"/>
              </a:gdLst>
              <a:ahLst/>
              <a:cxnLst>
                <a:cxn ang="T10">
                  <a:pos x="T0" y="T1"/>
                </a:cxn>
                <a:cxn ang="T11">
                  <a:pos x="T2" y="T3"/>
                </a:cxn>
                <a:cxn ang="T12">
                  <a:pos x="T4" y="T5"/>
                </a:cxn>
                <a:cxn ang="T13">
                  <a:pos x="T6" y="T7"/>
                </a:cxn>
                <a:cxn ang="T14">
                  <a:pos x="T8" y="T9"/>
                </a:cxn>
              </a:cxnLst>
              <a:rect l="T15" t="T16" r="T17" b="T18"/>
              <a:pathLst>
                <a:path w="578" h="384">
                  <a:moveTo>
                    <a:pt x="377" y="383"/>
                  </a:moveTo>
                  <a:lnTo>
                    <a:pt x="0" y="291"/>
                  </a:lnTo>
                  <a:lnTo>
                    <a:pt x="217" y="0"/>
                  </a:lnTo>
                  <a:lnTo>
                    <a:pt x="577" y="74"/>
                  </a:lnTo>
                  <a:lnTo>
                    <a:pt x="377" y="383"/>
                  </a:lnTo>
                </a:path>
              </a:pathLst>
            </a:custGeom>
            <a:solidFill>
              <a:srgbClr val="E22B00"/>
            </a:solidFill>
            <a:ln>
              <a:noFill/>
            </a:ln>
            <a:extLst>
              <a:ext uri="{91240B29-F687-4F45-9708-019B960494DF}">
                <a14:hiddenLine xmlns:a14="http://schemas.microsoft.com/office/drawing/2010/main" w="12700" cap="rnd" cmpd="sng">
                  <a:solidFill>
                    <a:srgbClr val="000000"/>
                  </a:solidFill>
                  <a:prstDash val="solid"/>
                  <a:round/>
                  <a:headEnd type="none" w="med" len="med"/>
                  <a:tailEnd type="none" w="med" len="med"/>
                </a14:hiddenLine>
              </a:ext>
            </a:extLst>
          </p:spPr>
          <p:txBody>
            <a:bodyPr/>
            <a:lstStyle/>
            <a:p>
              <a:endParaRPr lang="fr-FR"/>
            </a:p>
          </p:txBody>
        </p:sp>
        <p:sp>
          <p:nvSpPr>
            <p:cNvPr id="203790" name="Line 82"/>
            <p:cNvSpPr>
              <a:spLocks noChangeShapeType="1"/>
            </p:cNvSpPr>
            <p:nvPr/>
          </p:nvSpPr>
          <p:spPr bwMode="auto">
            <a:xfrm>
              <a:off x="3102" y="1862"/>
              <a:ext cx="352" cy="7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fr-FR"/>
            </a:p>
          </p:txBody>
        </p:sp>
        <p:sp>
          <p:nvSpPr>
            <p:cNvPr id="203791" name="Freeform 83"/>
            <p:cNvSpPr>
              <a:spLocks/>
            </p:cNvSpPr>
            <p:nvPr/>
          </p:nvSpPr>
          <p:spPr bwMode="auto">
            <a:xfrm>
              <a:off x="2762" y="1666"/>
              <a:ext cx="337" cy="485"/>
            </a:xfrm>
            <a:custGeom>
              <a:avLst/>
              <a:gdLst>
                <a:gd name="T0" fmla="*/ 336 w 337"/>
                <a:gd name="T1" fmla="*/ 194 h 485"/>
                <a:gd name="T2" fmla="*/ 118 w 337"/>
                <a:gd name="T3" fmla="*/ 484 h 485"/>
                <a:gd name="T4" fmla="*/ 0 w 337"/>
                <a:gd name="T5" fmla="*/ 452 h 485"/>
                <a:gd name="T6" fmla="*/ 336 w 337"/>
                <a:gd name="T7" fmla="*/ 0 h 485"/>
                <a:gd name="T8" fmla="*/ 336 w 337"/>
                <a:gd name="T9" fmla="*/ 152 h 485"/>
                <a:gd name="T10" fmla="*/ 336 w 337"/>
                <a:gd name="T11" fmla="*/ 194 h 485"/>
                <a:gd name="T12" fmla="*/ 0 60000 65536"/>
                <a:gd name="T13" fmla="*/ 0 60000 65536"/>
                <a:gd name="T14" fmla="*/ 0 60000 65536"/>
                <a:gd name="T15" fmla="*/ 0 60000 65536"/>
                <a:gd name="T16" fmla="*/ 0 60000 65536"/>
                <a:gd name="T17" fmla="*/ 0 60000 65536"/>
                <a:gd name="T18" fmla="*/ 0 w 337"/>
                <a:gd name="T19" fmla="*/ 0 h 485"/>
                <a:gd name="T20" fmla="*/ 337 w 337"/>
                <a:gd name="T21" fmla="*/ 485 h 485"/>
              </a:gdLst>
              <a:ahLst/>
              <a:cxnLst>
                <a:cxn ang="T12">
                  <a:pos x="T0" y="T1"/>
                </a:cxn>
                <a:cxn ang="T13">
                  <a:pos x="T2" y="T3"/>
                </a:cxn>
                <a:cxn ang="T14">
                  <a:pos x="T4" y="T5"/>
                </a:cxn>
                <a:cxn ang="T15">
                  <a:pos x="T6" y="T7"/>
                </a:cxn>
                <a:cxn ang="T16">
                  <a:pos x="T8" y="T9"/>
                </a:cxn>
                <a:cxn ang="T17">
                  <a:pos x="T10" y="T11"/>
                </a:cxn>
              </a:cxnLst>
              <a:rect l="T18" t="T19" r="T20" b="T21"/>
              <a:pathLst>
                <a:path w="337" h="485">
                  <a:moveTo>
                    <a:pt x="336" y="194"/>
                  </a:moveTo>
                  <a:lnTo>
                    <a:pt x="118" y="484"/>
                  </a:lnTo>
                  <a:lnTo>
                    <a:pt x="0" y="452"/>
                  </a:lnTo>
                  <a:lnTo>
                    <a:pt x="336" y="0"/>
                  </a:lnTo>
                  <a:lnTo>
                    <a:pt x="336" y="152"/>
                  </a:lnTo>
                  <a:lnTo>
                    <a:pt x="336" y="194"/>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203792" name="Freeform 84"/>
            <p:cNvSpPr>
              <a:spLocks/>
            </p:cNvSpPr>
            <p:nvPr/>
          </p:nvSpPr>
          <p:spPr bwMode="auto">
            <a:xfrm>
              <a:off x="2757" y="2124"/>
              <a:ext cx="509" cy="339"/>
            </a:xfrm>
            <a:custGeom>
              <a:avLst/>
              <a:gdLst>
                <a:gd name="T0" fmla="*/ 0 w 506"/>
                <a:gd name="T1" fmla="*/ 0 h 345"/>
                <a:gd name="T2" fmla="*/ 1 w 506"/>
                <a:gd name="T3" fmla="*/ 198 h 345"/>
                <a:gd name="T4" fmla="*/ 514 w 506"/>
                <a:gd name="T5" fmla="*/ 326 h 345"/>
                <a:gd name="T6" fmla="*/ 513 w 506"/>
                <a:gd name="T7" fmla="*/ 124 h 345"/>
                <a:gd name="T8" fmla="*/ 0 60000 65536"/>
                <a:gd name="T9" fmla="*/ 0 60000 65536"/>
                <a:gd name="T10" fmla="*/ 0 60000 65536"/>
                <a:gd name="T11" fmla="*/ 0 60000 65536"/>
                <a:gd name="T12" fmla="*/ 0 w 506"/>
                <a:gd name="T13" fmla="*/ 0 h 345"/>
                <a:gd name="T14" fmla="*/ 506 w 506"/>
                <a:gd name="T15" fmla="*/ 345 h 345"/>
              </a:gdLst>
              <a:ahLst/>
              <a:cxnLst>
                <a:cxn ang="T8">
                  <a:pos x="T0" y="T1"/>
                </a:cxn>
                <a:cxn ang="T9">
                  <a:pos x="T2" y="T3"/>
                </a:cxn>
                <a:cxn ang="T10">
                  <a:pos x="T4" y="T5"/>
                </a:cxn>
                <a:cxn ang="T11">
                  <a:pos x="T6" y="T7"/>
                </a:cxn>
              </a:cxnLst>
              <a:rect l="T12" t="T13" r="T14" b="T15"/>
              <a:pathLst>
                <a:path w="506" h="345">
                  <a:moveTo>
                    <a:pt x="0" y="0"/>
                  </a:moveTo>
                  <a:lnTo>
                    <a:pt x="1" y="209"/>
                  </a:lnTo>
                  <a:lnTo>
                    <a:pt x="505" y="344"/>
                  </a:lnTo>
                  <a:lnTo>
                    <a:pt x="504" y="130"/>
                  </a:lnTo>
                </a:path>
              </a:pathLst>
            </a:custGeom>
            <a:solidFill>
              <a:srgbClr val="FC2C1C"/>
            </a:solidFill>
            <a:ln w="12700" cap="rnd" cmpd="sng">
              <a:solidFill>
                <a:schemeClr val="bg2"/>
              </a:solidFill>
              <a:prstDash val="solid"/>
              <a:round/>
              <a:headEnd type="none" w="med" len="med"/>
              <a:tailEnd type="none" w="med" len="med"/>
            </a:ln>
          </p:spPr>
          <p:txBody>
            <a:bodyPr/>
            <a:lstStyle/>
            <a:p>
              <a:endParaRPr lang="fr-FR"/>
            </a:p>
          </p:txBody>
        </p:sp>
        <p:sp>
          <p:nvSpPr>
            <p:cNvPr id="203793" name="AutoShape 85"/>
            <p:cNvSpPr>
              <a:spLocks noChangeArrowheads="1"/>
            </p:cNvSpPr>
            <p:nvPr/>
          </p:nvSpPr>
          <p:spPr bwMode="auto">
            <a:xfrm rot="16200000" flipH="1">
              <a:off x="3067" y="1967"/>
              <a:ext cx="693" cy="306"/>
            </a:xfrm>
            <a:prstGeom prst="parallelogram">
              <a:avLst>
                <a:gd name="adj" fmla="val 156202"/>
              </a:avLst>
            </a:prstGeom>
            <a:solidFill>
              <a:srgbClr val="FC2C1C"/>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sp>
        <p:nvSpPr>
          <p:cNvPr id="203787" name="Text Box 86"/>
          <p:cNvSpPr txBox="1">
            <a:spLocks noChangeArrowheads="1"/>
          </p:cNvSpPr>
          <p:nvPr/>
        </p:nvSpPr>
        <p:spPr bwMode="auto">
          <a:xfrm>
            <a:off x="604838" y="5364163"/>
            <a:ext cx="6543675" cy="4429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eaLnBrk="1" hangingPunct="1">
              <a:spcBef>
                <a:spcPct val="0"/>
              </a:spcBef>
              <a:buFontTx/>
              <a:buNone/>
            </a:pPr>
            <a:r>
              <a:rPr lang="fr-FR" altLang="fr-FR" sz="2300"/>
              <a:t>4. Pointez la production sur votre feuille de suivi</a:t>
            </a:r>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04803" name="Group 3"/>
          <p:cNvGrpSpPr>
            <a:grpSpLocks/>
          </p:cNvGrpSpPr>
          <p:nvPr/>
        </p:nvGrpSpPr>
        <p:grpSpPr bwMode="auto">
          <a:xfrm>
            <a:off x="7073900" y="215900"/>
            <a:ext cx="1878013" cy="1250950"/>
            <a:chOff x="4456" y="136"/>
            <a:chExt cx="1183" cy="788"/>
          </a:xfrm>
        </p:grpSpPr>
        <p:grpSp>
          <p:nvGrpSpPr>
            <p:cNvPr id="204871" name="Group 4"/>
            <p:cNvGrpSpPr>
              <a:grpSpLocks/>
            </p:cNvGrpSpPr>
            <p:nvPr/>
          </p:nvGrpSpPr>
          <p:grpSpPr bwMode="auto">
            <a:xfrm>
              <a:off x="4766" y="232"/>
              <a:ext cx="873" cy="692"/>
              <a:chOff x="2185" y="310"/>
              <a:chExt cx="873" cy="692"/>
            </a:xfrm>
          </p:grpSpPr>
          <p:sp>
            <p:nvSpPr>
              <p:cNvPr id="204882" name="Freeform 5"/>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accent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4883" name="Freeform 6"/>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4884" name="Freeform 7"/>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4885" name="Freeform 8"/>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4886" name="Freeform 9"/>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4887" name="Freeform 10"/>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4888" name="Freeform 11"/>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grpSp>
          <p:nvGrpSpPr>
            <p:cNvPr id="204872" name="Group 12"/>
            <p:cNvGrpSpPr>
              <a:grpSpLocks/>
            </p:cNvGrpSpPr>
            <p:nvPr/>
          </p:nvGrpSpPr>
          <p:grpSpPr bwMode="auto">
            <a:xfrm>
              <a:off x="4949" y="336"/>
              <a:ext cx="591" cy="468"/>
              <a:chOff x="2185" y="310"/>
              <a:chExt cx="873" cy="692"/>
            </a:xfrm>
          </p:grpSpPr>
          <p:sp>
            <p:nvSpPr>
              <p:cNvPr id="204875" name="Freeform 13"/>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4876" name="Freeform 14"/>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4877" name="Freeform 15"/>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4878" name="Freeform 16"/>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4879" name="Freeform 17"/>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4880" name="Freeform 18"/>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4881" name="Freeform 19"/>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pic>
          <p:nvPicPr>
            <p:cNvPr id="204873" name="Picture 20"/>
            <p:cNvPicPr>
              <a:picLocks noChangeAspect="1" noChangeArrowheads="1"/>
            </p:cNvPicPr>
            <p:nvPr/>
          </p:nvPicPr>
          <p:blipFill>
            <a:blip r:embed="rId3" cstate="print">
              <a:extLst>
                <a:ext uri="{28A0092B-C50C-407E-A947-70E740481C1C}">
                  <a14:useLocalDpi xmlns:a14="http://schemas.microsoft.com/office/drawing/2010/main" val="0"/>
                </a:ext>
              </a:extLst>
            </a:blip>
            <a:srcRect l="-4282" t="-4369" r="-5199" b="-12012"/>
            <a:stretch>
              <a:fillRect/>
            </a:stretch>
          </p:blipFill>
          <p:spPr bwMode="auto">
            <a:xfrm>
              <a:off x="4456" y="136"/>
              <a:ext cx="480" cy="5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04874" name="Text Box 21"/>
            <p:cNvSpPr txBox="1">
              <a:spLocks noChangeArrowheads="1"/>
            </p:cNvSpPr>
            <p:nvPr/>
          </p:nvSpPr>
          <p:spPr bwMode="auto">
            <a:xfrm>
              <a:off x="4946" y="314"/>
              <a:ext cx="596" cy="49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4500" b="1">
                  <a:solidFill>
                    <a:srgbClr val="FF0000"/>
                  </a:solidFill>
                  <a:latin typeface="Arial Black" pitchFamily="34" charset="0"/>
                </a:rPr>
                <a:t>24</a:t>
              </a:r>
              <a:endParaRPr lang="fr-FR" altLang="fr-FR" sz="3200">
                <a:solidFill>
                  <a:schemeClr val="tx1"/>
                </a:solidFill>
                <a:latin typeface="Arial Black" pitchFamily="34" charset="0"/>
              </a:endParaRPr>
            </a:p>
          </p:txBody>
        </p:sp>
      </p:grpSp>
      <p:sp>
        <p:nvSpPr>
          <p:cNvPr id="204804" name="Text Box 22"/>
          <p:cNvSpPr txBox="1">
            <a:spLocks noChangeArrowheads="1"/>
          </p:cNvSpPr>
          <p:nvPr/>
        </p:nvSpPr>
        <p:spPr bwMode="auto">
          <a:xfrm>
            <a:off x="1403350" y="3579813"/>
            <a:ext cx="828675"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a:spcBef>
                <a:spcPct val="0"/>
              </a:spcBef>
              <a:buFontTx/>
              <a:buNone/>
            </a:pPr>
            <a:r>
              <a:rPr lang="fr-FR" altLang="fr-FR" sz="2400">
                <a:solidFill>
                  <a:srgbClr val="FC2C1C"/>
                </a:solidFill>
              </a:rPr>
              <a:t>1 R5</a:t>
            </a:r>
          </a:p>
        </p:txBody>
      </p:sp>
      <p:sp>
        <p:nvSpPr>
          <p:cNvPr id="204805" name="Rectangle 23"/>
          <p:cNvSpPr>
            <a:spLocks noGrp="1" noChangeArrowheads="1"/>
          </p:cNvSpPr>
          <p:nvPr>
            <p:ph type="title"/>
          </p:nvPr>
        </p:nvSpPr>
        <p:spPr>
          <a:xfrm>
            <a:off x="858838" y="0"/>
            <a:ext cx="6038850" cy="647700"/>
          </a:xfrm>
        </p:spPr>
        <p:txBody>
          <a:bodyPr/>
          <a:lstStyle/>
          <a:p>
            <a:pPr eaLnBrk="1" hangingPunct="1"/>
            <a:r>
              <a:rPr lang="fr-FR" altLang="fr-FR"/>
              <a:t>Sem. 4 - Mercredi</a:t>
            </a:r>
          </a:p>
        </p:txBody>
      </p:sp>
      <p:sp>
        <p:nvSpPr>
          <p:cNvPr id="204806" name="Text Box 24"/>
          <p:cNvSpPr txBox="1">
            <a:spLocks noChangeArrowheads="1"/>
          </p:cNvSpPr>
          <p:nvPr/>
        </p:nvSpPr>
        <p:spPr bwMode="auto">
          <a:xfrm>
            <a:off x="574675" y="2030413"/>
            <a:ext cx="3557588"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2. Livrez les commandes</a:t>
            </a:r>
          </a:p>
        </p:txBody>
      </p:sp>
      <p:sp>
        <p:nvSpPr>
          <p:cNvPr id="204807" name="Text Box 25"/>
          <p:cNvSpPr txBox="1">
            <a:spLocks noChangeArrowheads="1"/>
          </p:cNvSpPr>
          <p:nvPr/>
        </p:nvSpPr>
        <p:spPr bwMode="auto">
          <a:xfrm>
            <a:off x="566738" y="1154113"/>
            <a:ext cx="1946275"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1. Tirez le dé</a:t>
            </a:r>
          </a:p>
        </p:txBody>
      </p:sp>
      <p:sp>
        <p:nvSpPr>
          <p:cNvPr id="204808" name="Text Box 26"/>
          <p:cNvSpPr txBox="1">
            <a:spLocks noChangeArrowheads="1"/>
          </p:cNvSpPr>
          <p:nvPr/>
        </p:nvSpPr>
        <p:spPr bwMode="auto">
          <a:xfrm>
            <a:off x="579438" y="4316413"/>
            <a:ext cx="18796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3. Produisez</a:t>
            </a:r>
          </a:p>
        </p:txBody>
      </p:sp>
      <p:grpSp>
        <p:nvGrpSpPr>
          <p:cNvPr id="204809" name="Group 27"/>
          <p:cNvGrpSpPr>
            <a:grpSpLocks/>
          </p:cNvGrpSpPr>
          <p:nvPr/>
        </p:nvGrpSpPr>
        <p:grpSpPr bwMode="auto">
          <a:xfrm>
            <a:off x="2843213" y="1106488"/>
            <a:ext cx="446087" cy="534987"/>
            <a:chOff x="868" y="1439"/>
            <a:chExt cx="811" cy="972"/>
          </a:xfrm>
        </p:grpSpPr>
        <p:sp>
          <p:nvSpPr>
            <p:cNvPr id="204820" name="Freeform 28"/>
            <p:cNvSpPr>
              <a:spLocks/>
            </p:cNvSpPr>
            <p:nvPr/>
          </p:nvSpPr>
          <p:spPr bwMode="auto">
            <a:xfrm>
              <a:off x="1548" y="2014"/>
              <a:ext cx="123" cy="100"/>
            </a:xfrm>
            <a:custGeom>
              <a:avLst/>
              <a:gdLst>
                <a:gd name="T0" fmla="*/ 5 w 618"/>
                <a:gd name="T1" fmla="*/ 0 h 502"/>
                <a:gd name="T2" fmla="*/ 5 w 618"/>
                <a:gd name="T3" fmla="*/ 0 h 502"/>
                <a:gd name="T4" fmla="*/ 0 w 618"/>
                <a:gd name="T5" fmla="*/ 4 h 502"/>
                <a:gd name="T6" fmla="*/ 0 w 618"/>
                <a:gd name="T7" fmla="*/ 4 h 502"/>
                <a:gd name="T8" fmla="*/ 5 w 618"/>
                <a:gd name="T9" fmla="*/ 0 h 502"/>
                <a:gd name="T10" fmla="*/ 5 w 618"/>
                <a:gd name="T11" fmla="*/ 0 h 502"/>
                <a:gd name="T12" fmla="*/ 5 w 618"/>
                <a:gd name="T13" fmla="*/ 0 h 502"/>
                <a:gd name="T14" fmla="*/ 5 w 618"/>
                <a:gd name="T15" fmla="*/ 0 h 502"/>
                <a:gd name="T16" fmla="*/ 5 w 618"/>
                <a:gd name="T17" fmla="*/ 0 h 502"/>
                <a:gd name="T18" fmla="*/ 5 w 618"/>
                <a:gd name="T19" fmla="*/ 0 h 502"/>
                <a:gd name="T20" fmla="*/ 5 w 618"/>
                <a:gd name="T21" fmla="*/ 0 h 502"/>
                <a:gd name="T22" fmla="*/ 5 w 618"/>
                <a:gd name="T23" fmla="*/ 0 h 502"/>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618"/>
                <a:gd name="T37" fmla="*/ 0 h 502"/>
                <a:gd name="T38" fmla="*/ 618 w 618"/>
                <a:gd name="T39" fmla="*/ 502 h 502"/>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618" h="502">
                  <a:moveTo>
                    <a:pt x="611" y="0"/>
                  </a:moveTo>
                  <a:lnTo>
                    <a:pt x="606" y="2"/>
                  </a:lnTo>
                  <a:lnTo>
                    <a:pt x="0" y="490"/>
                  </a:lnTo>
                  <a:lnTo>
                    <a:pt x="10" y="502"/>
                  </a:lnTo>
                  <a:lnTo>
                    <a:pt x="616" y="14"/>
                  </a:lnTo>
                  <a:lnTo>
                    <a:pt x="611" y="16"/>
                  </a:lnTo>
                  <a:lnTo>
                    <a:pt x="616" y="14"/>
                  </a:lnTo>
                  <a:lnTo>
                    <a:pt x="618" y="9"/>
                  </a:lnTo>
                  <a:lnTo>
                    <a:pt x="617" y="3"/>
                  </a:lnTo>
                  <a:lnTo>
                    <a:pt x="612" y="1"/>
                  </a:lnTo>
                  <a:lnTo>
                    <a:pt x="606" y="2"/>
                  </a:lnTo>
                  <a:lnTo>
                    <a:pt x="611"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4821" name="Freeform 29"/>
            <p:cNvSpPr>
              <a:spLocks/>
            </p:cNvSpPr>
            <p:nvPr/>
          </p:nvSpPr>
          <p:spPr bwMode="auto">
            <a:xfrm>
              <a:off x="876" y="1852"/>
              <a:ext cx="82" cy="373"/>
            </a:xfrm>
            <a:custGeom>
              <a:avLst/>
              <a:gdLst>
                <a:gd name="T0" fmla="*/ 3 w 413"/>
                <a:gd name="T1" fmla="*/ 15 h 1865"/>
                <a:gd name="T2" fmla="*/ 3 w 413"/>
                <a:gd name="T3" fmla="*/ 15 h 1865"/>
                <a:gd name="T4" fmla="*/ 0 w 413"/>
                <a:gd name="T5" fmla="*/ 0 h 1865"/>
                <a:gd name="T6" fmla="*/ 0 w 413"/>
                <a:gd name="T7" fmla="*/ 0 h 1865"/>
                <a:gd name="T8" fmla="*/ 3 w 413"/>
                <a:gd name="T9" fmla="*/ 15 h 1865"/>
                <a:gd name="T10" fmla="*/ 3 w 413"/>
                <a:gd name="T11" fmla="*/ 15 h 1865"/>
                <a:gd name="T12" fmla="*/ 3 w 413"/>
                <a:gd name="T13" fmla="*/ 15 h 1865"/>
                <a:gd name="T14" fmla="*/ 3 w 413"/>
                <a:gd name="T15" fmla="*/ 15 h 1865"/>
                <a:gd name="T16" fmla="*/ 3 w 413"/>
                <a:gd name="T17" fmla="*/ 15 h 1865"/>
                <a:gd name="T18" fmla="*/ 3 w 413"/>
                <a:gd name="T19" fmla="*/ 15 h 1865"/>
                <a:gd name="T20" fmla="*/ 3 w 413"/>
                <a:gd name="T21" fmla="*/ 15 h 1865"/>
                <a:gd name="T22" fmla="*/ 3 w 413"/>
                <a:gd name="T23" fmla="*/ 15 h 186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413"/>
                <a:gd name="T37" fmla="*/ 0 h 1865"/>
                <a:gd name="T38" fmla="*/ 413 w 413"/>
                <a:gd name="T39" fmla="*/ 1865 h 1865"/>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413" h="1865">
                  <a:moveTo>
                    <a:pt x="400" y="1864"/>
                  </a:moveTo>
                  <a:lnTo>
                    <a:pt x="413" y="1856"/>
                  </a:lnTo>
                  <a:lnTo>
                    <a:pt x="17" y="0"/>
                  </a:lnTo>
                  <a:lnTo>
                    <a:pt x="0" y="2"/>
                  </a:lnTo>
                  <a:lnTo>
                    <a:pt x="396" y="1858"/>
                  </a:lnTo>
                  <a:lnTo>
                    <a:pt x="409" y="1850"/>
                  </a:lnTo>
                  <a:lnTo>
                    <a:pt x="396" y="1858"/>
                  </a:lnTo>
                  <a:lnTo>
                    <a:pt x="400" y="1864"/>
                  </a:lnTo>
                  <a:lnTo>
                    <a:pt x="406" y="1865"/>
                  </a:lnTo>
                  <a:lnTo>
                    <a:pt x="410" y="1862"/>
                  </a:lnTo>
                  <a:lnTo>
                    <a:pt x="413" y="1856"/>
                  </a:lnTo>
                  <a:lnTo>
                    <a:pt x="400" y="186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4822" name="Freeform 30"/>
            <p:cNvSpPr>
              <a:spLocks/>
            </p:cNvSpPr>
            <p:nvPr/>
          </p:nvSpPr>
          <p:spPr bwMode="auto">
            <a:xfrm>
              <a:off x="1282" y="1533"/>
              <a:ext cx="35" cy="161"/>
            </a:xfrm>
            <a:custGeom>
              <a:avLst/>
              <a:gdLst>
                <a:gd name="T0" fmla="*/ 1 w 175"/>
                <a:gd name="T1" fmla="*/ 6 h 807"/>
                <a:gd name="T2" fmla="*/ 1 w 175"/>
                <a:gd name="T3" fmla="*/ 6 h 807"/>
                <a:gd name="T4" fmla="*/ 1 w 175"/>
                <a:gd name="T5" fmla="*/ 6 h 807"/>
                <a:gd name="T6" fmla="*/ 1 w 175"/>
                <a:gd name="T7" fmla="*/ 5 h 807"/>
                <a:gd name="T8" fmla="*/ 1 w 175"/>
                <a:gd name="T9" fmla="*/ 5 h 807"/>
                <a:gd name="T10" fmla="*/ 1 w 175"/>
                <a:gd name="T11" fmla="*/ 5 h 807"/>
                <a:gd name="T12" fmla="*/ 1 w 175"/>
                <a:gd name="T13" fmla="*/ 4 h 807"/>
                <a:gd name="T14" fmla="*/ 1 w 175"/>
                <a:gd name="T15" fmla="*/ 4 h 807"/>
                <a:gd name="T16" fmla="*/ 1 w 175"/>
                <a:gd name="T17" fmla="*/ 3 h 807"/>
                <a:gd name="T18" fmla="*/ 1 w 175"/>
                <a:gd name="T19" fmla="*/ 3 h 807"/>
                <a:gd name="T20" fmla="*/ 1 w 175"/>
                <a:gd name="T21" fmla="*/ 3 h 807"/>
                <a:gd name="T22" fmla="*/ 1 w 175"/>
                <a:gd name="T23" fmla="*/ 2 h 807"/>
                <a:gd name="T24" fmla="*/ 1 w 175"/>
                <a:gd name="T25" fmla="*/ 2 h 807"/>
                <a:gd name="T26" fmla="*/ 1 w 175"/>
                <a:gd name="T27" fmla="*/ 2 h 807"/>
                <a:gd name="T28" fmla="*/ 1 w 175"/>
                <a:gd name="T29" fmla="*/ 1 h 807"/>
                <a:gd name="T30" fmla="*/ 1 w 175"/>
                <a:gd name="T31" fmla="*/ 1 h 807"/>
                <a:gd name="T32" fmla="*/ 1 w 175"/>
                <a:gd name="T33" fmla="*/ 1 h 807"/>
                <a:gd name="T34" fmla="*/ 1 w 175"/>
                <a:gd name="T35" fmla="*/ 0 h 807"/>
                <a:gd name="T36" fmla="*/ 1 w 175"/>
                <a:gd name="T37" fmla="*/ 0 h 807"/>
                <a:gd name="T38" fmla="*/ 1 w 175"/>
                <a:gd name="T39" fmla="*/ 0 h 807"/>
                <a:gd name="T40" fmla="*/ 0 w 175"/>
                <a:gd name="T41" fmla="*/ 1 h 807"/>
                <a:gd name="T42" fmla="*/ 0 w 175"/>
                <a:gd name="T43" fmla="*/ 1 h 807"/>
                <a:gd name="T44" fmla="*/ 0 w 175"/>
                <a:gd name="T45" fmla="*/ 1 h 807"/>
                <a:gd name="T46" fmla="*/ 0 w 175"/>
                <a:gd name="T47" fmla="*/ 2 h 807"/>
                <a:gd name="T48" fmla="*/ 0 w 175"/>
                <a:gd name="T49" fmla="*/ 2 h 807"/>
                <a:gd name="T50" fmla="*/ 0 w 175"/>
                <a:gd name="T51" fmla="*/ 3 h 807"/>
                <a:gd name="T52" fmla="*/ 0 w 175"/>
                <a:gd name="T53" fmla="*/ 3 h 807"/>
                <a:gd name="T54" fmla="*/ 0 w 175"/>
                <a:gd name="T55" fmla="*/ 3 h 807"/>
                <a:gd name="T56" fmla="*/ 0 w 175"/>
                <a:gd name="T57" fmla="*/ 4 h 807"/>
                <a:gd name="T58" fmla="*/ 0 w 175"/>
                <a:gd name="T59" fmla="*/ 4 h 807"/>
                <a:gd name="T60" fmla="*/ 0 w 175"/>
                <a:gd name="T61" fmla="*/ 5 h 807"/>
                <a:gd name="T62" fmla="*/ 0 w 175"/>
                <a:gd name="T63" fmla="*/ 5 h 807"/>
                <a:gd name="T64" fmla="*/ 0 w 175"/>
                <a:gd name="T65" fmla="*/ 5 h 807"/>
                <a:gd name="T66" fmla="*/ 1 w 175"/>
                <a:gd name="T67" fmla="*/ 6 h 807"/>
                <a:gd name="T68" fmla="*/ 1 w 175"/>
                <a:gd name="T69" fmla="*/ 6 h 807"/>
                <a:gd name="T70" fmla="*/ 1 w 175"/>
                <a:gd name="T71" fmla="*/ 6 h 807"/>
                <a:gd name="T72" fmla="*/ 1 w 175"/>
                <a:gd name="T73" fmla="*/ 6 h 807"/>
                <a:gd name="T74" fmla="*/ 1 w 175"/>
                <a:gd name="T75" fmla="*/ 6 h 807"/>
                <a:gd name="T76" fmla="*/ 1 w 175"/>
                <a:gd name="T77" fmla="*/ 6 h 807"/>
                <a:gd name="T78" fmla="*/ 1 w 175"/>
                <a:gd name="T79" fmla="*/ 6 h 807"/>
                <a:gd name="T80" fmla="*/ 1 w 175"/>
                <a:gd name="T81" fmla="*/ 6 h 807"/>
                <a:gd name="T82" fmla="*/ 1 w 175"/>
                <a:gd name="T83" fmla="*/ 6 h 807"/>
                <a:gd name="T84" fmla="*/ 1 w 175"/>
                <a:gd name="T85" fmla="*/ 6 h 807"/>
                <a:gd name="T86" fmla="*/ 1 w 175"/>
                <a:gd name="T87" fmla="*/ 6 h 807"/>
                <a:gd name="T88" fmla="*/ 1 w 175"/>
                <a:gd name="T89" fmla="*/ 6 h 807"/>
                <a:gd name="T90" fmla="*/ 1 w 175"/>
                <a:gd name="T91" fmla="*/ 6 h 80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175"/>
                <a:gd name="T139" fmla="*/ 0 h 807"/>
                <a:gd name="T140" fmla="*/ 175 w 175"/>
                <a:gd name="T141" fmla="*/ 807 h 80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175" h="807">
                  <a:moveTo>
                    <a:pt x="169" y="740"/>
                  </a:moveTo>
                  <a:lnTo>
                    <a:pt x="169" y="739"/>
                  </a:lnTo>
                  <a:lnTo>
                    <a:pt x="149" y="698"/>
                  </a:lnTo>
                  <a:lnTo>
                    <a:pt x="133" y="656"/>
                  </a:lnTo>
                  <a:lnTo>
                    <a:pt x="120" y="611"/>
                  </a:lnTo>
                  <a:lnTo>
                    <a:pt x="108" y="565"/>
                  </a:lnTo>
                  <a:lnTo>
                    <a:pt x="100" y="520"/>
                  </a:lnTo>
                  <a:lnTo>
                    <a:pt x="96" y="472"/>
                  </a:lnTo>
                  <a:lnTo>
                    <a:pt x="93" y="425"/>
                  </a:lnTo>
                  <a:lnTo>
                    <a:pt x="93" y="377"/>
                  </a:lnTo>
                  <a:lnTo>
                    <a:pt x="96" y="330"/>
                  </a:lnTo>
                  <a:lnTo>
                    <a:pt x="100" y="283"/>
                  </a:lnTo>
                  <a:lnTo>
                    <a:pt x="106" y="238"/>
                  </a:lnTo>
                  <a:lnTo>
                    <a:pt x="115" y="195"/>
                  </a:lnTo>
                  <a:lnTo>
                    <a:pt x="126" y="153"/>
                  </a:lnTo>
                  <a:lnTo>
                    <a:pt x="139" y="114"/>
                  </a:lnTo>
                  <a:lnTo>
                    <a:pt x="153" y="77"/>
                  </a:lnTo>
                  <a:lnTo>
                    <a:pt x="169" y="43"/>
                  </a:lnTo>
                  <a:lnTo>
                    <a:pt x="87" y="0"/>
                  </a:lnTo>
                  <a:lnTo>
                    <a:pt x="69" y="39"/>
                  </a:lnTo>
                  <a:lnTo>
                    <a:pt x="52" y="81"/>
                  </a:lnTo>
                  <a:lnTo>
                    <a:pt x="37" y="127"/>
                  </a:lnTo>
                  <a:lnTo>
                    <a:pt x="24" y="174"/>
                  </a:lnTo>
                  <a:lnTo>
                    <a:pt x="15" y="222"/>
                  </a:lnTo>
                  <a:lnTo>
                    <a:pt x="7" y="271"/>
                  </a:lnTo>
                  <a:lnTo>
                    <a:pt x="2" y="323"/>
                  </a:lnTo>
                  <a:lnTo>
                    <a:pt x="0" y="374"/>
                  </a:lnTo>
                  <a:lnTo>
                    <a:pt x="0" y="427"/>
                  </a:lnTo>
                  <a:lnTo>
                    <a:pt x="2" y="479"/>
                  </a:lnTo>
                  <a:lnTo>
                    <a:pt x="9" y="531"/>
                  </a:lnTo>
                  <a:lnTo>
                    <a:pt x="17" y="584"/>
                  </a:lnTo>
                  <a:lnTo>
                    <a:pt x="29" y="635"/>
                  </a:lnTo>
                  <a:lnTo>
                    <a:pt x="44" y="686"/>
                  </a:lnTo>
                  <a:lnTo>
                    <a:pt x="65" y="736"/>
                  </a:lnTo>
                  <a:lnTo>
                    <a:pt x="87" y="784"/>
                  </a:lnTo>
                  <a:lnTo>
                    <a:pt x="87" y="782"/>
                  </a:lnTo>
                  <a:lnTo>
                    <a:pt x="87" y="784"/>
                  </a:lnTo>
                  <a:lnTo>
                    <a:pt x="100" y="799"/>
                  </a:lnTo>
                  <a:lnTo>
                    <a:pt x="117" y="807"/>
                  </a:lnTo>
                  <a:lnTo>
                    <a:pt x="134" y="807"/>
                  </a:lnTo>
                  <a:lnTo>
                    <a:pt x="151" y="801"/>
                  </a:lnTo>
                  <a:lnTo>
                    <a:pt x="164" y="791"/>
                  </a:lnTo>
                  <a:lnTo>
                    <a:pt x="173" y="777"/>
                  </a:lnTo>
                  <a:lnTo>
                    <a:pt x="175" y="759"/>
                  </a:lnTo>
                  <a:lnTo>
                    <a:pt x="169" y="739"/>
                  </a:lnTo>
                  <a:lnTo>
                    <a:pt x="169" y="74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4823" name="Freeform 31"/>
            <p:cNvSpPr>
              <a:spLocks/>
            </p:cNvSpPr>
            <p:nvPr/>
          </p:nvSpPr>
          <p:spPr bwMode="auto">
            <a:xfrm>
              <a:off x="1299" y="1681"/>
              <a:ext cx="157" cy="281"/>
            </a:xfrm>
            <a:custGeom>
              <a:avLst/>
              <a:gdLst>
                <a:gd name="T0" fmla="*/ 6 w 787"/>
                <a:gd name="T1" fmla="*/ 11 h 1404"/>
                <a:gd name="T2" fmla="*/ 6 w 787"/>
                <a:gd name="T3" fmla="*/ 11 h 1404"/>
                <a:gd name="T4" fmla="*/ 1 w 787"/>
                <a:gd name="T5" fmla="*/ 0 h 1404"/>
                <a:gd name="T6" fmla="*/ 0 w 787"/>
                <a:gd name="T7" fmla="*/ 0 h 1404"/>
                <a:gd name="T8" fmla="*/ 6 w 787"/>
                <a:gd name="T9" fmla="*/ 11 h 1404"/>
                <a:gd name="T10" fmla="*/ 6 w 787"/>
                <a:gd name="T11" fmla="*/ 11 h 1404"/>
                <a:gd name="T12" fmla="*/ 6 w 787"/>
                <a:gd name="T13" fmla="*/ 11 h 1404"/>
                <a:gd name="T14" fmla="*/ 6 w 787"/>
                <a:gd name="T15" fmla="*/ 11 h 1404"/>
                <a:gd name="T16" fmla="*/ 6 w 787"/>
                <a:gd name="T17" fmla="*/ 11 h 1404"/>
                <a:gd name="T18" fmla="*/ 6 w 787"/>
                <a:gd name="T19" fmla="*/ 11 h 1404"/>
                <a:gd name="T20" fmla="*/ 6 w 787"/>
                <a:gd name="T21" fmla="*/ 11 h 1404"/>
                <a:gd name="T22" fmla="*/ 6 w 787"/>
                <a:gd name="T23" fmla="*/ 11 h 1404"/>
                <a:gd name="T24" fmla="*/ 6 w 787"/>
                <a:gd name="T25" fmla="*/ 11 h 1404"/>
                <a:gd name="T26" fmla="*/ 6 w 787"/>
                <a:gd name="T27" fmla="*/ 11 h 1404"/>
                <a:gd name="T28" fmla="*/ 6 w 787"/>
                <a:gd name="T29" fmla="*/ 11 h 1404"/>
                <a:gd name="T30" fmla="*/ 6 w 787"/>
                <a:gd name="T31" fmla="*/ 11 h 1404"/>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787"/>
                <a:gd name="T49" fmla="*/ 0 h 1404"/>
                <a:gd name="T50" fmla="*/ 787 w 787"/>
                <a:gd name="T51" fmla="*/ 1404 h 1404"/>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787" h="1404">
                  <a:moveTo>
                    <a:pt x="781" y="1334"/>
                  </a:moveTo>
                  <a:lnTo>
                    <a:pt x="781" y="1337"/>
                  </a:lnTo>
                  <a:lnTo>
                    <a:pt x="82" y="0"/>
                  </a:lnTo>
                  <a:lnTo>
                    <a:pt x="0" y="42"/>
                  </a:lnTo>
                  <a:lnTo>
                    <a:pt x="699" y="1379"/>
                  </a:lnTo>
                  <a:lnTo>
                    <a:pt x="699" y="1381"/>
                  </a:lnTo>
                  <a:lnTo>
                    <a:pt x="699" y="1379"/>
                  </a:lnTo>
                  <a:lnTo>
                    <a:pt x="712" y="1395"/>
                  </a:lnTo>
                  <a:lnTo>
                    <a:pt x="727" y="1402"/>
                  </a:lnTo>
                  <a:lnTo>
                    <a:pt x="744" y="1404"/>
                  </a:lnTo>
                  <a:lnTo>
                    <a:pt x="761" y="1398"/>
                  </a:lnTo>
                  <a:lnTo>
                    <a:pt x="775" y="1388"/>
                  </a:lnTo>
                  <a:lnTo>
                    <a:pt x="784" y="1373"/>
                  </a:lnTo>
                  <a:lnTo>
                    <a:pt x="787" y="1357"/>
                  </a:lnTo>
                  <a:lnTo>
                    <a:pt x="781" y="1337"/>
                  </a:lnTo>
                  <a:lnTo>
                    <a:pt x="781" y="13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4824" name="Freeform 32"/>
            <p:cNvSpPr>
              <a:spLocks/>
            </p:cNvSpPr>
            <p:nvPr/>
          </p:nvSpPr>
          <p:spPr bwMode="auto">
            <a:xfrm>
              <a:off x="1439" y="1948"/>
              <a:ext cx="125" cy="76"/>
            </a:xfrm>
            <a:custGeom>
              <a:avLst/>
              <a:gdLst>
                <a:gd name="T0" fmla="*/ 5 w 628"/>
                <a:gd name="T1" fmla="*/ 2 h 383"/>
                <a:gd name="T2" fmla="*/ 5 w 628"/>
                <a:gd name="T3" fmla="*/ 2 h 383"/>
                <a:gd name="T4" fmla="*/ 4 w 628"/>
                <a:gd name="T5" fmla="*/ 2 h 383"/>
                <a:gd name="T6" fmla="*/ 4 w 628"/>
                <a:gd name="T7" fmla="*/ 2 h 383"/>
                <a:gd name="T8" fmla="*/ 4 w 628"/>
                <a:gd name="T9" fmla="*/ 2 h 383"/>
                <a:gd name="T10" fmla="*/ 3 w 628"/>
                <a:gd name="T11" fmla="*/ 2 h 383"/>
                <a:gd name="T12" fmla="*/ 3 w 628"/>
                <a:gd name="T13" fmla="*/ 2 h 383"/>
                <a:gd name="T14" fmla="*/ 3 w 628"/>
                <a:gd name="T15" fmla="*/ 2 h 383"/>
                <a:gd name="T16" fmla="*/ 3 w 628"/>
                <a:gd name="T17" fmla="*/ 2 h 383"/>
                <a:gd name="T18" fmla="*/ 2 w 628"/>
                <a:gd name="T19" fmla="*/ 2 h 383"/>
                <a:gd name="T20" fmla="*/ 2 w 628"/>
                <a:gd name="T21" fmla="*/ 2 h 383"/>
                <a:gd name="T22" fmla="*/ 2 w 628"/>
                <a:gd name="T23" fmla="*/ 1 h 383"/>
                <a:gd name="T24" fmla="*/ 2 w 628"/>
                <a:gd name="T25" fmla="*/ 1 h 383"/>
                <a:gd name="T26" fmla="*/ 1 w 628"/>
                <a:gd name="T27" fmla="*/ 1 h 383"/>
                <a:gd name="T28" fmla="*/ 1 w 628"/>
                <a:gd name="T29" fmla="*/ 1 h 383"/>
                <a:gd name="T30" fmla="*/ 1 w 628"/>
                <a:gd name="T31" fmla="*/ 1 h 383"/>
                <a:gd name="T32" fmla="*/ 1 w 628"/>
                <a:gd name="T33" fmla="*/ 0 h 383"/>
                <a:gd name="T34" fmla="*/ 1 w 628"/>
                <a:gd name="T35" fmla="*/ 0 h 383"/>
                <a:gd name="T36" fmla="*/ 0 w 628"/>
                <a:gd name="T37" fmla="*/ 0 h 383"/>
                <a:gd name="T38" fmla="*/ 0 w 628"/>
                <a:gd name="T39" fmla="*/ 1 h 383"/>
                <a:gd name="T40" fmla="*/ 0 w 628"/>
                <a:gd name="T41" fmla="*/ 1 h 383"/>
                <a:gd name="T42" fmla="*/ 1 w 628"/>
                <a:gd name="T43" fmla="*/ 1 h 383"/>
                <a:gd name="T44" fmla="*/ 1 w 628"/>
                <a:gd name="T45" fmla="*/ 1 h 383"/>
                <a:gd name="T46" fmla="*/ 1 w 628"/>
                <a:gd name="T47" fmla="*/ 2 h 383"/>
                <a:gd name="T48" fmla="*/ 1 w 628"/>
                <a:gd name="T49" fmla="*/ 2 h 383"/>
                <a:gd name="T50" fmla="*/ 2 w 628"/>
                <a:gd name="T51" fmla="*/ 2 h 383"/>
                <a:gd name="T52" fmla="*/ 2 w 628"/>
                <a:gd name="T53" fmla="*/ 2 h 383"/>
                <a:gd name="T54" fmla="*/ 2 w 628"/>
                <a:gd name="T55" fmla="*/ 2 h 383"/>
                <a:gd name="T56" fmla="*/ 3 w 628"/>
                <a:gd name="T57" fmla="*/ 3 h 383"/>
                <a:gd name="T58" fmla="*/ 3 w 628"/>
                <a:gd name="T59" fmla="*/ 3 h 383"/>
                <a:gd name="T60" fmla="*/ 3 w 628"/>
                <a:gd name="T61" fmla="*/ 3 h 383"/>
                <a:gd name="T62" fmla="*/ 4 w 628"/>
                <a:gd name="T63" fmla="*/ 3 h 383"/>
                <a:gd name="T64" fmla="*/ 4 w 628"/>
                <a:gd name="T65" fmla="*/ 3 h 383"/>
                <a:gd name="T66" fmla="*/ 4 w 628"/>
                <a:gd name="T67" fmla="*/ 3 h 383"/>
                <a:gd name="T68" fmla="*/ 5 w 628"/>
                <a:gd name="T69" fmla="*/ 3 h 383"/>
                <a:gd name="T70" fmla="*/ 5 w 628"/>
                <a:gd name="T71" fmla="*/ 3 h 383"/>
                <a:gd name="T72" fmla="*/ 5 w 628"/>
                <a:gd name="T73" fmla="*/ 3 h 383"/>
                <a:gd name="T74" fmla="*/ 5 w 628"/>
                <a:gd name="T75" fmla="*/ 3 h 383"/>
                <a:gd name="T76" fmla="*/ 5 w 628"/>
                <a:gd name="T77" fmla="*/ 3 h 383"/>
                <a:gd name="T78" fmla="*/ 5 w 628"/>
                <a:gd name="T79" fmla="*/ 3 h 383"/>
                <a:gd name="T80" fmla="*/ 5 w 628"/>
                <a:gd name="T81" fmla="*/ 3 h 383"/>
                <a:gd name="T82" fmla="*/ 5 w 628"/>
                <a:gd name="T83" fmla="*/ 3 h 383"/>
                <a:gd name="T84" fmla="*/ 5 w 628"/>
                <a:gd name="T85" fmla="*/ 2 h 383"/>
                <a:gd name="T86" fmla="*/ 5 w 628"/>
                <a:gd name="T87" fmla="*/ 2 h 383"/>
                <a:gd name="T88" fmla="*/ 5 w 628"/>
                <a:gd name="T89" fmla="*/ 2 h 383"/>
                <a:gd name="T90" fmla="*/ 5 w 628"/>
                <a:gd name="T91" fmla="*/ 2 h 38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628"/>
                <a:gd name="T139" fmla="*/ 0 h 383"/>
                <a:gd name="T140" fmla="*/ 628 w 628"/>
                <a:gd name="T141" fmla="*/ 383 h 38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628" h="383">
                  <a:moveTo>
                    <a:pt x="581" y="289"/>
                  </a:moveTo>
                  <a:lnTo>
                    <a:pt x="582" y="289"/>
                  </a:lnTo>
                  <a:lnTo>
                    <a:pt x="541" y="287"/>
                  </a:lnTo>
                  <a:lnTo>
                    <a:pt x="500" y="283"/>
                  </a:lnTo>
                  <a:lnTo>
                    <a:pt x="462" y="276"/>
                  </a:lnTo>
                  <a:lnTo>
                    <a:pt x="424" y="268"/>
                  </a:lnTo>
                  <a:lnTo>
                    <a:pt x="389" y="255"/>
                  </a:lnTo>
                  <a:lnTo>
                    <a:pt x="352" y="242"/>
                  </a:lnTo>
                  <a:lnTo>
                    <a:pt x="320" y="227"/>
                  </a:lnTo>
                  <a:lnTo>
                    <a:pt x="287" y="209"/>
                  </a:lnTo>
                  <a:lnTo>
                    <a:pt x="255" y="189"/>
                  </a:lnTo>
                  <a:lnTo>
                    <a:pt x="226" y="168"/>
                  </a:lnTo>
                  <a:lnTo>
                    <a:pt x="198" y="145"/>
                  </a:lnTo>
                  <a:lnTo>
                    <a:pt x="172" y="119"/>
                  </a:lnTo>
                  <a:lnTo>
                    <a:pt x="146" y="92"/>
                  </a:lnTo>
                  <a:lnTo>
                    <a:pt x="122" y="64"/>
                  </a:lnTo>
                  <a:lnTo>
                    <a:pt x="100" y="33"/>
                  </a:lnTo>
                  <a:lnTo>
                    <a:pt x="82" y="0"/>
                  </a:lnTo>
                  <a:lnTo>
                    <a:pt x="0" y="47"/>
                  </a:lnTo>
                  <a:lnTo>
                    <a:pt x="23" y="85"/>
                  </a:lnTo>
                  <a:lnTo>
                    <a:pt x="49" y="120"/>
                  </a:lnTo>
                  <a:lnTo>
                    <a:pt x="76" y="153"/>
                  </a:lnTo>
                  <a:lnTo>
                    <a:pt x="104" y="185"/>
                  </a:lnTo>
                  <a:lnTo>
                    <a:pt x="137" y="215"/>
                  </a:lnTo>
                  <a:lnTo>
                    <a:pt x="170" y="241"/>
                  </a:lnTo>
                  <a:lnTo>
                    <a:pt x="204" y="267"/>
                  </a:lnTo>
                  <a:lnTo>
                    <a:pt x="240" y="289"/>
                  </a:lnTo>
                  <a:lnTo>
                    <a:pt x="277" y="309"/>
                  </a:lnTo>
                  <a:lnTo>
                    <a:pt x="317" y="329"/>
                  </a:lnTo>
                  <a:lnTo>
                    <a:pt x="358" y="344"/>
                  </a:lnTo>
                  <a:lnTo>
                    <a:pt x="400" y="357"/>
                  </a:lnTo>
                  <a:lnTo>
                    <a:pt x="444" y="367"/>
                  </a:lnTo>
                  <a:lnTo>
                    <a:pt x="488" y="374"/>
                  </a:lnTo>
                  <a:lnTo>
                    <a:pt x="534" y="380"/>
                  </a:lnTo>
                  <a:lnTo>
                    <a:pt x="580" y="383"/>
                  </a:lnTo>
                  <a:lnTo>
                    <a:pt x="581" y="383"/>
                  </a:lnTo>
                  <a:lnTo>
                    <a:pt x="580" y="383"/>
                  </a:lnTo>
                  <a:lnTo>
                    <a:pt x="600" y="379"/>
                  </a:lnTo>
                  <a:lnTo>
                    <a:pt x="615" y="369"/>
                  </a:lnTo>
                  <a:lnTo>
                    <a:pt x="624" y="353"/>
                  </a:lnTo>
                  <a:lnTo>
                    <a:pt x="628" y="337"/>
                  </a:lnTo>
                  <a:lnTo>
                    <a:pt x="625" y="319"/>
                  </a:lnTo>
                  <a:lnTo>
                    <a:pt x="617" y="304"/>
                  </a:lnTo>
                  <a:lnTo>
                    <a:pt x="602" y="294"/>
                  </a:lnTo>
                  <a:lnTo>
                    <a:pt x="582" y="289"/>
                  </a:lnTo>
                  <a:lnTo>
                    <a:pt x="581" y="28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4825" name="Freeform 33"/>
            <p:cNvSpPr>
              <a:spLocks/>
            </p:cNvSpPr>
            <p:nvPr/>
          </p:nvSpPr>
          <p:spPr bwMode="auto">
            <a:xfrm>
              <a:off x="1587" y="1880"/>
              <a:ext cx="85" cy="49"/>
            </a:xfrm>
            <a:custGeom>
              <a:avLst/>
              <a:gdLst>
                <a:gd name="T0" fmla="*/ 3 w 426"/>
                <a:gd name="T1" fmla="*/ 0 h 245"/>
                <a:gd name="T2" fmla="*/ 3 w 426"/>
                <a:gd name="T3" fmla="*/ 0 h 245"/>
                <a:gd name="T4" fmla="*/ 3 w 426"/>
                <a:gd name="T5" fmla="*/ 0 h 245"/>
                <a:gd name="T6" fmla="*/ 3 w 426"/>
                <a:gd name="T7" fmla="*/ 0 h 245"/>
                <a:gd name="T8" fmla="*/ 2 w 426"/>
                <a:gd name="T9" fmla="*/ 0 h 245"/>
                <a:gd name="T10" fmla="*/ 2 w 426"/>
                <a:gd name="T11" fmla="*/ 0 h 245"/>
                <a:gd name="T12" fmla="*/ 2 w 426"/>
                <a:gd name="T13" fmla="*/ 0 h 245"/>
                <a:gd name="T14" fmla="*/ 2 w 426"/>
                <a:gd name="T15" fmla="*/ 0 h 245"/>
                <a:gd name="T16" fmla="*/ 1 w 426"/>
                <a:gd name="T17" fmla="*/ 0 h 245"/>
                <a:gd name="T18" fmla="*/ 1 w 426"/>
                <a:gd name="T19" fmla="*/ 1 h 245"/>
                <a:gd name="T20" fmla="*/ 1 w 426"/>
                <a:gd name="T21" fmla="*/ 1 h 245"/>
                <a:gd name="T22" fmla="*/ 1 w 426"/>
                <a:gd name="T23" fmla="*/ 1 h 245"/>
                <a:gd name="T24" fmla="*/ 0 w 426"/>
                <a:gd name="T25" fmla="*/ 1 h 245"/>
                <a:gd name="T26" fmla="*/ 0 w 426"/>
                <a:gd name="T27" fmla="*/ 1 h 245"/>
                <a:gd name="T28" fmla="*/ 0 w 426"/>
                <a:gd name="T29" fmla="*/ 1 h 245"/>
                <a:gd name="T30" fmla="*/ 0 w 426"/>
                <a:gd name="T31" fmla="*/ 2 h 245"/>
                <a:gd name="T32" fmla="*/ 0 w 426"/>
                <a:gd name="T33" fmla="*/ 2 h 245"/>
                <a:gd name="T34" fmla="*/ 0 w 426"/>
                <a:gd name="T35" fmla="*/ 2 h 245"/>
                <a:gd name="T36" fmla="*/ 0 w 426"/>
                <a:gd name="T37" fmla="*/ 2 h 245"/>
                <a:gd name="T38" fmla="*/ 0 w 426"/>
                <a:gd name="T39" fmla="*/ 2 h 245"/>
                <a:gd name="T40" fmla="*/ 0 w 426"/>
                <a:gd name="T41" fmla="*/ 2 h 245"/>
                <a:gd name="T42" fmla="*/ 0 w 426"/>
                <a:gd name="T43" fmla="*/ 1 h 245"/>
                <a:gd name="T44" fmla="*/ 0 w 426"/>
                <a:gd name="T45" fmla="*/ 1 h 245"/>
                <a:gd name="T46" fmla="*/ 0 w 426"/>
                <a:gd name="T47" fmla="*/ 1 h 245"/>
                <a:gd name="T48" fmla="*/ 1 w 426"/>
                <a:gd name="T49" fmla="*/ 1 h 245"/>
                <a:gd name="T50" fmla="*/ 1 w 426"/>
                <a:gd name="T51" fmla="*/ 1 h 245"/>
                <a:gd name="T52" fmla="*/ 1 w 426"/>
                <a:gd name="T53" fmla="*/ 1 h 245"/>
                <a:gd name="T54" fmla="*/ 1 w 426"/>
                <a:gd name="T55" fmla="*/ 1 h 245"/>
                <a:gd name="T56" fmla="*/ 2 w 426"/>
                <a:gd name="T57" fmla="*/ 0 h 245"/>
                <a:gd name="T58" fmla="*/ 2 w 426"/>
                <a:gd name="T59" fmla="*/ 0 h 245"/>
                <a:gd name="T60" fmla="*/ 2 w 426"/>
                <a:gd name="T61" fmla="*/ 0 h 245"/>
                <a:gd name="T62" fmla="*/ 2 w 426"/>
                <a:gd name="T63" fmla="*/ 0 h 245"/>
                <a:gd name="T64" fmla="*/ 3 w 426"/>
                <a:gd name="T65" fmla="*/ 0 h 245"/>
                <a:gd name="T66" fmla="*/ 3 w 426"/>
                <a:gd name="T67" fmla="*/ 0 h 245"/>
                <a:gd name="T68" fmla="*/ 3 w 426"/>
                <a:gd name="T69" fmla="*/ 0 h 245"/>
                <a:gd name="T70" fmla="*/ 3 w 426"/>
                <a:gd name="T71" fmla="*/ 0 h 245"/>
                <a:gd name="T72" fmla="*/ 3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426" y="0"/>
                  </a:moveTo>
                  <a:lnTo>
                    <a:pt x="426" y="0"/>
                  </a:lnTo>
                  <a:lnTo>
                    <a:pt x="384" y="1"/>
                  </a:lnTo>
                  <a:lnTo>
                    <a:pt x="340" y="4"/>
                  </a:lnTo>
                  <a:lnTo>
                    <a:pt x="300" y="10"/>
                  </a:lnTo>
                  <a:lnTo>
                    <a:pt x="262" y="18"/>
                  </a:lnTo>
                  <a:lnTo>
                    <a:pt x="224" y="29"/>
                  </a:lnTo>
                  <a:lnTo>
                    <a:pt x="189" y="41"/>
                  </a:lnTo>
                  <a:lnTo>
                    <a:pt x="157" y="55"/>
                  </a:lnTo>
                  <a:lnTo>
                    <a:pt x="126" y="70"/>
                  </a:lnTo>
                  <a:lnTo>
                    <a:pt x="99" y="89"/>
                  </a:lnTo>
                  <a:lnTo>
                    <a:pt x="74" y="106"/>
                  </a:lnTo>
                  <a:lnTo>
                    <a:pt x="52" y="126"/>
                  </a:lnTo>
                  <a:lnTo>
                    <a:pt x="34" y="148"/>
                  </a:lnTo>
                  <a:lnTo>
                    <a:pt x="19" y="171"/>
                  </a:lnTo>
                  <a:lnTo>
                    <a:pt x="9" y="194"/>
                  </a:lnTo>
                  <a:lnTo>
                    <a:pt x="3" y="219"/>
                  </a:lnTo>
                  <a:lnTo>
                    <a:pt x="0" y="245"/>
                  </a:lnTo>
                  <a:lnTo>
                    <a:pt x="12" y="245"/>
                  </a:lnTo>
                  <a:lnTo>
                    <a:pt x="15" y="221"/>
                  </a:lnTo>
                  <a:lnTo>
                    <a:pt x="20" y="199"/>
                  </a:lnTo>
                  <a:lnTo>
                    <a:pt x="31" y="178"/>
                  </a:lnTo>
                  <a:lnTo>
                    <a:pt x="44" y="156"/>
                  </a:lnTo>
                  <a:lnTo>
                    <a:pt x="61" y="136"/>
                  </a:lnTo>
                  <a:lnTo>
                    <a:pt x="81" y="116"/>
                  </a:lnTo>
                  <a:lnTo>
                    <a:pt x="106" y="98"/>
                  </a:lnTo>
                  <a:lnTo>
                    <a:pt x="133" y="82"/>
                  </a:lnTo>
                  <a:lnTo>
                    <a:pt x="162" y="66"/>
                  </a:lnTo>
                  <a:lnTo>
                    <a:pt x="194" y="52"/>
                  </a:lnTo>
                  <a:lnTo>
                    <a:pt x="229" y="41"/>
                  </a:lnTo>
                  <a:lnTo>
                    <a:pt x="264" y="30"/>
                  </a:lnTo>
                  <a:lnTo>
                    <a:pt x="303" y="22"/>
                  </a:lnTo>
                  <a:lnTo>
                    <a:pt x="343" y="16"/>
                  </a:lnTo>
                  <a:lnTo>
                    <a:pt x="384" y="12"/>
                  </a:lnTo>
                  <a:lnTo>
                    <a:pt x="426" y="11"/>
                  </a:lnTo>
                  <a:lnTo>
                    <a:pt x="42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4826" name="Freeform 34"/>
            <p:cNvSpPr>
              <a:spLocks/>
            </p:cNvSpPr>
            <p:nvPr/>
          </p:nvSpPr>
          <p:spPr bwMode="auto">
            <a:xfrm>
              <a:off x="1587" y="1929"/>
              <a:ext cx="85" cy="49"/>
            </a:xfrm>
            <a:custGeom>
              <a:avLst/>
              <a:gdLst>
                <a:gd name="T0" fmla="*/ 0 w 426"/>
                <a:gd name="T1" fmla="*/ 0 h 245"/>
                <a:gd name="T2" fmla="*/ 0 w 426"/>
                <a:gd name="T3" fmla="*/ 0 h 245"/>
                <a:gd name="T4" fmla="*/ 0 w 426"/>
                <a:gd name="T5" fmla="*/ 0 h 245"/>
                <a:gd name="T6" fmla="*/ 0 w 426"/>
                <a:gd name="T7" fmla="*/ 0 h 245"/>
                <a:gd name="T8" fmla="*/ 0 w 426"/>
                <a:gd name="T9" fmla="*/ 1 h 245"/>
                <a:gd name="T10" fmla="*/ 0 w 426"/>
                <a:gd name="T11" fmla="*/ 1 h 245"/>
                <a:gd name="T12" fmla="*/ 0 w 426"/>
                <a:gd name="T13" fmla="*/ 1 h 245"/>
                <a:gd name="T14" fmla="*/ 1 w 426"/>
                <a:gd name="T15" fmla="*/ 1 h 245"/>
                <a:gd name="T16" fmla="*/ 1 w 426"/>
                <a:gd name="T17" fmla="*/ 1 h 245"/>
                <a:gd name="T18" fmla="*/ 1 w 426"/>
                <a:gd name="T19" fmla="*/ 1 h 245"/>
                <a:gd name="T20" fmla="*/ 1 w 426"/>
                <a:gd name="T21" fmla="*/ 2 h 245"/>
                <a:gd name="T22" fmla="*/ 2 w 426"/>
                <a:gd name="T23" fmla="*/ 2 h 245"/>
                <a:gd name="T24" fmla="*/ 2 w 426"/>
                <a:gd name="T25" fmla="*/ 2 h 245"/>
                <a:gd name="T26" fmla="*/ 2 w 426"/>
                <a:gd name="T27" fmla="*/ 2 h 245"/>
                <a:gd name="T28" fmla="*/ 2 w 426"/>
                <a:gd name="T29" fmla="*/ 2 h 245"/>
                <a:gd name="T30" fmla="*/ 3 w 426"/>
                <a:gd name="T31" fmla="*/ 2 h 245"/>
                <a:gd name="T32" fmla="*/ 3 w 426"/>
                <a:gd name="T33" fmla="*/ 2 h 245"/>
                <a:gd name="T34" fmla="*/ 3 w 426"/>
                <a:gd name="T35" fmla="*/ 2 h 245"/>
                <a:gd name="T36" fmla="*/ 3 w 426"/>
                <a:gd name="T37" fmla="*/ 2 h 245"/>
                <a:gd name="T38" fmla="*/ 3 w 426"/>
                <a:gd name="T39" fmla="*/ 2 h 245"/>
                <a:gd name="T40" fmla="*/ 3 w 426"/>
                <a:gd name="T41" fmla="*/ 2 h 245"/>
                <a:gd name="T42" fmla="*/ 2 w 426"/>
                <a:gd name="T43" fmla="*/ 2 h 245"/>
                <a:gd name="T44" fmla="*/ 2 w 426"/>
                <a:gd name="T45" fmla="*/ 2 h 245"/>
                <a:gd name="T46" fmla="*/ 2 w 426"/>
                <a:gd name="T47" fmla="*/ 2 h 245"/>
                <a:gd name="T48" fmla="*/ 2 w 426"/>
                <a:gd name="T49" fmla="*/ 2 h 245"/>
                <a:gd name="T50" fmla="*/ 1 w 426"/>
                <a:gd name="T51" fmla="*/ 1 h 245"/>
                <a:gd name="T52" fmla="*/ 1 w 426"/>
                <a:gd name="T53" fmla="*/ 1 h 245"/>
                <a:gd name="T54" fmla="*/ 1 w 426"/>
                <a:gd name="T55" fmla="*/ 1 h 245"/>
                <a:gd name="T56" fmla="*/ 1 w 426"/>
                <a:gd name="T57" fmla="*/ 1 h 245"/>
                <a:gd name="T58" fmla="*/ 0 w 426"/>
                <a:gd name="T59" fmla="*/ 1 h 245"/>
                <a:gd name="T60" fmla="*/ 0 w 426"/>
                <a:gd name="T61" fmla="*/ 1 h 245"/>
                <a:gd name="T62" fmla="*/ 0 w 426"/>
                <a:gd name="T63" fmla="*/ 1 h 245"/>
                <a:gd name="T64" fmla="*/ 0 w 426"/>
                <a:gd name="T65" fmla="*/ 0 h 245"/>
                <a:gd name="T66" fmla="*/ 0 w 426"/>
                <a:gd name="T67" fmla="*/ 0 h 245"/>
                <a:gd name="T68" fmla="*/ 0 w 426"/>
                <a:gd name="T69" fmla="*/ 0 h 245"/>
                <a:gd name="T70" fmla="*/ 0 w 426"/>
                <a:gd name="T71" fmla="*/ 0 h 245"/>
                <a:gd name="T72" fmla="*/ 0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0" y="0"/>
                  </a:moveTo>
                  <a:lnTo>
                    <a:pt x="0" y="0"/>
                  </a:lnTo>
                  <a:lnTo>
                    <a:pt x="3" y="25"/>
                  </a:lnTo>
                  <a:lnTo>
                    <a:pt x="9" y="50"/>
                  </a:lnTo>
                  <a:lnTo>
                    <a:pt x="19" y="73"/>
                  </a:lnTo>
                  <a:lnTo>
                    <a:pt x="34" y="96"/>
                  </a:lnTo>
                  <a:lnTo>
                    <a:pt x="52" y="118"/>
                  </a:lnTo>
                  <a:lnTo>
                    <a:pt x="74" y="138"/>
                  </a:lnTo>
                  <a:lnTo>
                    <a:pt x="99" y="156"/>
                  </a:lnTo>
                  <a:lnTo>
                    <a:pt x="126" y="174"/>
                  </a:lnTo>
                  <a:lnTo>
                    <a:pt x="157" y="190"/>
                  </a:lnTo>
                  <a:lnTo>
                    <a:pt x="189" y="204"/>
                  </a:lnTo>
                  <a:lnTo>
                    <a:pt x="224" y="215"/>
                  </a:lnTo>
                  <a:lnTo>
                    <a:pt x="262" y="226"/>
                  </a:lnTo>
                  <a:lnTo>
                    <a:pt x="300" y="234"/>
                  </a:lnTo>
                  <a:lnTo>
                    <a:pt x="340" y="240"/>
                  </a:lnTo>
                  <a:lnTo>
                    <a:pt x="384" y="244"/>
                  </a:lnTo>
                  <a:lnTo>
                    <a:pt x="426" y="245"/>
                  </a:lnTo>
                  <a:lnTo>
                    <a:pt x="426" y="233"/>
                  </a:lnTo>
                  <a:lnTo>
                    <a:pt x="384" y="232"/>
                  </a:lnTo>
                  <a:lnTo>
                    <a:pt x="343" y="228"/>
                  </a:lnTo>
                  <a:lnTo>
                    <a:pt x="303" y="222"/>
                  </a:lnTo>
                  <a:lnTo>
                    <a:pt x="264" y="214"/>
                  </a:lnTo>
                  <a:lnTo>
                    <a:pt x="229" y="204"/>
                  </a:lnTo>
                  <a:lnTo>
                    <a:pt x="194" y="192"/>
                  </a:lnTo>
                  <a:lnTo>
                    <a:pt x="162" y="178"/>
                  </a:lnTo>
                  <a:lnTo>
                    <a:pt x="133" y="163"/>
                  </a:lnTo>
                  <a:lnTo>
                    <a:pt x="106" y="146"/>
                  </a:lnTo>
                  <a:lnTo>
                    <a:pt x="81" y="129"/>
                  </a:lnTo>
                  <a:lnTo>
                    <a:pt x="61" y="109"/>
                  </a:lnTo>
                  <a:lnTo>
                    <a:pt x="44" y="89"/>
                  </a:lnTo>
                  <a:lnTo>
                    <a:pt x="31" y="66"/>
                  </a:lnTo>
                  <a:lnTo>
                    <a:pt x="20" y="45"/>
                  </a:lnTo>
                  <a:lnTo>
                    <a:pt x="15" y="2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4827" name="Freeform 35"/>
            <p:cNvSpPr>
              <a:spLocks/>
            </p:cNvSpPr>
            <p:nvPr/>
          </p:nvSpPr>
          <p:spPr bwMode="auto">
            <a:xfrm>
              <a:off x="878" y="1448"/>
              <a:ext cx="792" cy="954"/>
            </a:xfrm>
            <a:custGeom>
              <a:avLst/>
              <a:gdLst>
                <a:gd name="T0" fmla="*/ 13 w 3960"/>
                <a:gd name="T1" fmla="*/ 38 h 4768"/>
                <a:gd name="T2" fmla="*/ 14 w 3960"/>
                <a:gd name="T3" fmla="*/ 38 h 4768"/>
                <a:gd name="T4" fmla="*/ 15 w 3960"/>
                <a:gd name="T5" fmla="*/ 38 h 4768"/>
                <a:gd name="T6" fmla="*/ 15 w 3960"/>
                <a:gd name="T7" fmla="*/ 38 h 4768"/>
                <a:gd name="T8" fmla="*/ 16 w 3960"/>
                <a:gd name="T9" fmla="*/ 38 h 4768"/>
                <a:gd name="T10" fmla="*/ 17 w 3960"/>
                <a:gd name="T11" fmla="*/ 38 h 4768"/>
                <a:gd name="T12" fmla="*/ 17 w 3960"/>
                <a:gd name="T13" fmla="*/ 38 h 4768"/>
                <a:gd name="T14" fmla="*/ 18 w 3960"/>
                <a:gd name="T15" fmla="*/ 38 h 4768"/>
                <a:gd name="T16" fmla="*/ 18 w 3960"/>
                <a:gd name="T17" fmla="*/ 38 h 4768"/>
                <a:gd name="T18" fmla="*/ 29 w 3960"/>
                <a:gd name="T19" fmla="*/ 30 h 4768"/>
                <a:gd name="T20" fmla="*/ 30 w 3960"/>
                <a:gd name="T21" fmla="*/ 30 h 4768"/>
                <a:gd name="T22" fmla="*/ 30 w 3960"/>
                <a:gd name="T23" fmla="*/ 29 h 4768"/>
                <a:gd name="T24" fmla="*/ 31 w 3960"/>
                <a:gd name="T25" fmla="*/ 28 h 4768"/>
                <a:gd name="T26" fmla="*/ 31 w 3960"/>
                <a:gd name="T27" fmla="*/ 28 h 4768"/>
                <a:gd name="T28" fmla="*/ 31 w 3960"/>
                <a:gd name="T29" fmla="*/ 27 h 4768"/>
                <a:gd name="T30" fmla="*/ 32 w 3960"/>
                <a:gd name="T31" fmla="*/ 26 h 4768"/>
                <a:gd name="T32" fmla="*/ 32 w 3960"/>
                <a:gd name="T33" fmla="*/ 25 h 4768"/>
                <a:gd name="T34" fmla="*/ 32 w 3960"/>
                <a:gd name="T35" fmla="*/ 11 h 4768"/>
                <a:gd name="T36" fmla="*/ 32 w 3960"/>
                <a:gd name="T37" fmla="*/ 10 h 4768"/>
                <a:gd name="T38" fmla="*/ 31 w 3960"/>
                <a:gd name="T39" fmla="*/ 9 h 4768"/>
                <a:gd name="T40" fmla="*/ 31 w 3960"/>
                <a:gd name="T41" fmla="*/ 9 h 4768"/>
                <a:gd name="T42" fmla="*/ 31 w 3960"/>
                <a:gd name="T43" fmla="*/ 8 h 4768"/>
                <a:gd name="T44" fmla="*/ 31 w 3960"/>
                <a:gd name="T45" fmla="*/ 8 h 4768"/>
                <a:gd name="T46" fmla="*/ 30 w 3960"/>
                <a:gd name="T47" fmla="*/ 7 h 4768"/>
                <a:gd name="T48" fmla="*/ 30 w 3960"/>
                <a:gd name="T49" fmla="*/ 7 h 4768"/>
                <a:gd name="T50" fmla="*/ 29 w 3960"/>
                <a:gd name="T51" fmla="*/ 6 h 4768"/>
                <a:gd name="T52" fmla="*/ 19 w 3960"/>
                <a:gd name="T53" fmla="*/ 1 h 4768"/>
                <a:gd name="T54" fmla="*/ 18 w 3960"/>
                <a:gd name="T55" fmla="*/ 0 h 4768"/>
                <a:gd name="T56" fmla="*/ 17 w 3960"/>
                <a:gd name="T57" fmla="*/ 0 h 4768"/>
                <a:gd name="T58" fmla="*/ 17 w 3960"/>
                <a:gd name="T59" fmla="*/ 0 h 4768"/>
                <a:gd name="T60" fmla="*/ 16 w 3960"/>
                <a:gd name="T61" fmla="*/ 0 h 4768"/>
                <a:gd name="T62" fmla="*/ 15 w 3960"/>
                <a:gd name="T63" fmla="*/ 0 h 4768"/>
                <a:gd name="T64" fmla="*/ 14 w 3960"/>
                <a:gd name="T65" fmla="*/ 0 h 4768"/>
                <a:gd name="T66" fmla="*/ 14 w 3960"/>
                <a:gd name="T67" fmla="*/ 0 h 4768"/>
                <a:gd name="T68" fmla="*/ 2 w 3960"/>
                <a:gd name="T69" fmla="*/ 6 h 4768"/>
                <a:gd name="T70" fmla="*/ 2 w 3960"/>
                <a:gd name="T71" fmla="*/ 7 h 4768"/>
                <a:gd name="T72" fmla="*/ 1 w 3960"/>
                <a:gd name="T73" fmla="*/ 7 h 4768"/>
                <a:gd name="T74" fmla="*/ 1 w 3960"/>
                <a:gd name="T75" fmla="*/ 8 h 4768"/>
                <a:gd name="T76" fmla="*/ 1 w 3960"/>
                <a:gd name="T77" fmla="*/ 8 h 4768"/>
                <a:gd name="T78" fmla="*/ 0 w 3960"/>
                <a:gd name="T79" fmla="*/ 9 h 4768"/>
                <a:gd name="T80" fmla="*/ 0 w 3960"/>
                <a:gd name="T81" fmla="*/ 9 h 4768"/>
                <a:gd name="T82" fmla="*/ 0 w 3960"/>
                <a:gd name="T83" fmla="*/ 10 h 4768"/>
                <a:gd name="T84" fmla="*/ 0 w 3960"/>
                <a:gd name="T85" fmla="*/ 11 h 4768"/>
                <a:gd name="T86" fmla="*/ 0 w 3960"/>
                <a:gd name="T87" fmla="*/ 25 h 4768"/>
                <a:gd name="T88" fmla="*/ 0 w 3960"/>
                <a:gd name="T89" fmla="*/ 26 h 4768"/>
                <a:gd name="T90" fmla="*/ 0 w 3960"/>
                <a:gd name="T91" fmla="*/ 27 h 4768"/>
                <a:gd name="T92" fmla="*/ 1 w 3960"/>
                <a:gd name="T93" fmla="*/ 28 h 4768"/>
                <a:gd name="T94" fmla="*/ 1 w 3960"/>
                <a:gd name="T95" fmla="*/ 29 h 4768"/>
                <a:gd name="T96" fmla="*/ 1 w 3960"/>
                <a:gd name="T97" fmla="*/ 29 h 4768"/>
                <a:gd name="T98" fmla="*/ 2 w 3960"/>
                <a:gd name="T99" fmla="*/ 30 h 4768"/>
                <a:gd name="T100" fmla="*/ 3 w 3960"/>
                <a:gd name="T101" fmla="*/ 31 h 4768"/>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w 3960"/>
                <a:gd name="T154" fmla="*/ 0 h 4768"/>
                <a:gd name="T155" fmla="*/ 3960 w 3960"/>
                <a:gd name="T156" fmla="*/ 4768 h 4768"/>
              </a:gdLst>
              <a:ahLst/>
              <a:cxnLst>
                <a:cxn ang="T102">
                  <a:pos x="T0" y="T1"/>
                </a:cxn>
                <a:cxn ang="T103">
                  <a:pos x="T2" y="T3"/>
                </a:cxn>
                <a:cxn ang="T104">
                  <a:pos x="T4" y="T5"/>
                </a:cxn>
                <a:cxn ang="T105">
                  <a:pos x="T6" y="T7"/>
                </a:cxn>
                <a:cxn ang="T106">
                  <a:pos x="T8" y="T9"/>
                </a:cxn>
                <a:cxn ang="T107">
                  <a:pos x="T10" y="T11"/>
                </a:cxn>
                <a:cxn ang="T108">
                  <a:pos x="T12" y="T13"/>
                </a:cxn>
                <a:cxn ang="T109">
                  <a:pos x="T14" y="T15"/>
                </a:cxn>
                <a:cxn ang="T110">
                  <a:pos x="T16" y="T17"/>
                </a:cxn>
                <a:cxn ang="T111">
                  <a:pos x="T18" y="T19"/>
                </a:cxn>
                <a:cxn ang="T112">
                  <a:pos x="T20" y="T21"/>
                </a:cxn>
                <a:cxn ang="T113">
                  <a:pos x="T22" y="T23"/>
                </a:cxn>
                <a:cxn ang="T114">
                  <a:pos x="T24" y="T25"/>
                </a:cxn>
                <a:cxn ang="T115">
                  <a:pos x="T26" y="T27"/>
                </a:cxn>
                <a:cxn ang="T116">
                  <a:pos x="T28" y="T29"/>
                </a:cxn>
                <a:cxn ang="T117">
                  <a:pos x="T30" y="T31"/>
                </a:cxn>
                <a:cxn ang="T118">
                  <a:pos x="T32" y="T33"/>
                </a:cxn>
                <a:cxn ang="T119">
                  <a:pos x="T34" y="T35"/>
                </a:cxn>
                <a:cxn ang="T120">
                  <a:pos x="T36" y="T37"/>
                </a:cxn>
                <a:cxn ang="T121">
                  <a:pos x="T38" y="T39"/>
                </a:cxn>
                <a:cxn ang="T122">
                  <a:pos x="T40" y="T41"/>
                </a:cxn>
                <a:cxn ang="T123">
                  <a:pos x="T42" y="T43"/>
                </a:cxn>
                <a:cxn ang="T124">
                  <a:pos x="T44" y="T45"/>
                </a:cxn>
                <a:cxn ang="T125">
                  <a:pos x="T46" y="T47"/>
                </a:cxn>
                <a:cxn ang="T126">
                  <a:pos x="T48" y="T49"/>
                </a:cxn>
                <a:cxn ang="T127">
                  <a:pos x="T50" y="T51"/>
                </a:cxn>
                <a:cxn ang="T128">
                  <a:pos x="T52" y="T53"/>
                </a:cxn>
                <a:cxn ang="T129">
                  <a:pos x="T54" y="T55"/>
                </a:cxn>
                <a:cxn ang="T130">
                  <a:pos x="T56" y="T57"/>
                </a:cxn>
                <a:cxn ang="T131">
                  <a:pos x="T58" y="T59"/>
                </a:cxn>
                <a:cxn ang="T132">
                  <a:pos x="T60" y="T61"/>
                </a:cxn>
                <a:cxn ang="T133">
                  <a:pos x="T62" y="T63"/>
                </a:cxn>
                <a:cxn ang="T134">
                  <a:pos x="T64" y="T65"/>
                </a:cxn>
                <a:cxn ang="T135">
                  <a:pos x="T66" y="T67"/>
                </a:cxn>
                <a:cxn ang="T136">
                  <a:pos x="T68" y="T69"/>
                </a:cxn>
                <a:cxn ang="T137">
                  <a:pos x="T70" y="T71"/>
                </a:cxn>
                <a:cxn ang="T138">
                  <a:pos x="T72" y="T73"/>
                </a:cxn>
                <a:cxn ang="T139">
                  <a:pos x="T74" y="T75"/>
                </a:cxn>
                <a:cxn ang="T140">
                  <a:pos x="T76" y="T77"/>
                </a:cxn>
                <a:cxn ang="T141">
                  <a:pos x="T78" y="T79"/>
                </a:cxn>
                <a:cxn ang="T142">
                  <a:pos x="T80" y="T81"/>
                </a:cxn>
                <a:cxn ang="T143">
                  <a:pos x="T82" y="T83"/>
                </a:cxn>
                <a:cxn ang="T144">
                  <a:pos x="T84" y="T85"/>
                </a:cxn>
                <a:cxn ang="T145">
                  <a:pos x="T86" y="T87"/>
                </a:cxn>
                <a:cxn ang="T146">
                  <a:pos x="T88" y="T89"/>
                </a:cxn>
                <a:cxn ang="T147">
                  <a:pos x="T90" y="T91"/>
                </a:cxn>
                <a:cxn ang="T148">
                  <a:pos x="T92" y="T93"/>
                </a:cxn>
                <a:cxn ang="T149">
                  <a:pos x="T94" y="T95"/>
                </a:cxn>
                <a:cxn ang="T150">
                  <a:pos x="T96" y="T97"/>
                </a:cxn>
                <a:cxn ang="T151">
                  <a:pos x="T98" y="T99"/>
                </a:cxn>
                <a:cxn ang="T152">
                  <a:pos x="T100" y="T101"/>
                </a:cxn>
              </a:cxnLst>
              <a:rect l="T153" t="T154" r="T155" b="T156"/>
              <a:pathLst>
                <a:path w="3960" h="4768">
                  <a:moveTo>
                    <a:pt x="353" y="3849"/>
                  </a:moveTo>
                  <a:lnTo>
                    <a:pt x="1661" y="4700"/>
                  </a:lnTo>
                  <a:lnTo>
                    <a:pt x="1697" y="4717"/>
                  </a:lnTo>
                  <a:lnTo>
                    <a:pt x="1736" y="4731"/>
                  </a:lnTo>
                  <a:lnTo>
                    <a:pt x="1776" y="4742"/>
                  </a:lnTo>
                  <a:lnTo>
                    <a:pt x="1818" y="4753"/>
                  </a:lnTo>
                  <a:lnTo>
                    <a:pt x="1860" y="4760"/>
                  </a:lnTo>
                  <a:lnTo>
                    <a:pt x="1902" y="4765"/>
                  </a:lnTo>
                  <a:lnTo>
                    <a:pt x="1946" y="4768"/>
                  </a:lnTo>
                  <a:lnTo>
                    <a:pt x="1988" y="4768"/>
                  </a:lnTo>
                  <a:lnTo>
                    <a:pt x="2031" y="4767"/>
                  </a:lnTo>
                  <a:lnTo>
                    <a:pt x="2073" y="4763"/>
                  </a:lnTo>
                  <a:lnTo>
                    <a:pt x="2114" y="4758"/>
                  </a:lnTo>
                  <a:lnTo>
                    <a:pt x="2154" y="4751"/>
                  </a:lnTo>
                  <a:lnTo>
                    <a:pt x="2193" y="4740"/>
                  </a:lnTo>
                  <a:lnTo>
                    <a:pt x="2230" y="4729"/>
                  </a:lnTo>
                  <a:lnTo>
                    <a:pt x="2264" y="4715"/>
                  </a:lnTo>
                  <a:lnTo>
                    <a:pt x="2297" y="4700"/>
                  </a:lnTo>
                  <a:lnTo>
                    <a:pt x="3639" y="3825"/>
                  </a:lnTo>
                  <a:lnTo>
                    <a:pt x="3673" y="3795"/>
                  </a:lnTo>
                  <a:lnTo>
                    <a:pt x="3707" y="3761"/>
                  </a:lnTo>
                  <a:lnTo>
                    <a:pt x="3738" y="3725"/>
                  </a:lnTo>
                  <a:lnTo>
                    <a:pt x="3768" y="3685"/>
                  </a:lnTo>
                  <a:lnTo>
                    <a:pt x="3796" y="3644"/>
                  </a:lnTo>
                  <a:lnTo>
                    <a:pt x="3821" y="3599"/>
                  </a:lnTo>
                  <a:lnTo>
                    <a:pt x="3846" y="3553"/>
                  </a:lnTo>
                  <a:lnTo>
                    <a:pt x="3868" y="3505"/>
                  </a:lnTo>
                  <a:lnTo>
                    <a:pt x="3888" y="3456"/>
                  </a:lnTo>
                  <a:lnTo>
                    <a:pt x="3907" y="3406"/>
                  </a:lnTo>
                  <a:lnTo>
                    <a:pt x="3922" y="3354"/>
                  </a:lnTo>
                  <a:lnTo>
                    <a:pt x="3935" y="3303"/>
                  </a:lnTo>
                  <a:lnTo>
                    <a:pt x="3946" y="3250"/>
                  </a:lnTo>
                  <a:lnTo>
                    <a:pt x="3953" y="3197"/>
                  </a:lnTo>
                  <a:lnTo>
                    <a:pt x="3957" y="3144"/>
                  </a:lnTo>
                  <a:lnTo>
                    <a:pt x="3960" y="3092"/>
                  </a:lnTo>
                  <a:lnTo>
                    <a:pt x="3959" y="1313"/>
                  </a:lnTo>
                  <a:lnTo>
                    <a:pt x="3955" y="1271"/>
                  </a:lnTo>
                  <a:lnTo>
                    <a:pt x="3949" y="1229"/>
                  </a:lnTo>
                  <a:lnTo>
                    <a:pt x="3941" y="1189"/>
                  </a:lnTo>
                  <a:lnTo>
                    <a:pt x="3930" y="1149"/>
                  </a:lnTo>
                  <a:lnTo>
                    <a:pt x="3918" y="1111"/>
                  </a:lnTo>
                  <a:lnTo>
                    <a:pt x="3902" y="1075"/>
                  </a:lnTo>
                  <a:lnTo>
                    <a:pt x="3886" y="1040"/>
                  </a:lnTo>
                  <a:lnTo>
                    <a:pt x="3867" y="1006"/>
                  </a:lnTo>
                  <a:lnTo>
                    <a:pt x="3846" y="973"/>
                  </a:lnTo>
                  <a:lnTo>
                    <a:pt x="3823" y="942"/>
                  </a:lnTo>
                  <a:lnTo>
                    <a:pt x="3798" y="913"/>
                  </a:lnTo>
                  <a:lnTo>
                    <a:pt x="3771" y="886"/>
                  </a:lnTo>
                  <a:lnTo>
                    <a:pt x="3743" y="860"/>
                  </a:lnTo>
                  <a:lnTo>
                    <a:pt x="3714" y="837"/>
                  </a:lnTo>
                  <a:lnTo>
                    <a:pt x="3682" y="816"/>
                  </a:lnTo>
                  <a:lnTo>
                    <a:pt x="3649" y="796"/>
                  </a:lnTo>
                  <a:lnTo>
                    <a:pt x="2386" y="83"/>
                  </a:lnTo>
                  <a:lnTo>
                    <a:pt x="2350" y="65"/>
                  </a:lnTo>
                  <a:lnTo>
                    <a:pt x="2310" y="50"/>
                  </a:lnTo>
                  <a:lnTo>
                    <a:pt x="2268" y="36"/>
                  </a:lnTo>
                  <a:lnTo>
                    <a:pt x="2223" y="24"/>
                  </a:lnTo>
                  <a:lnTo>
                    <a:pt x="2178" y="15"/>
                  </a:lnTo>
                  <a:lnTo>
                    <a:pt x="2131" y="8"/>
                  </a:lnTo>
                  <a:lnTo>
                    <a:pt x="2082" y="3"/>
                  </a:lnTo>
                  <a:lnTo>
                    <a:pt x="2032" y="0"/>
                  </a:lnTo>
                  <a:lnTo>
                    <a:pt x="1982" y="1"/>
                  </a:lnTo>
                  <a:lnTo>
                    <a:pt x="1933" y="3"/>
                  </a:lnTo>
                  <a:lnTo>
                    <a:pt x="1882" y="9"/>
                  </a:lnTo>
                  <a:lnTo>
                    <a:pt x="1833" y="17"/>
                  </a:lnTo>
                  <a:lnTo>
                    <a:pt x="1785" y="29"/>
                  </a:lnTo>
                  <a:lnTo>
                    <a:pt x="1737" y="43"/>
                  </a:lnTo>
                  <a:lnTo>
                    <a:pt x="1691" y="62"/>
                  </a:lnTo>
                  <a:lnTo>
                    <a:pt x="1647" y="83"/>
                  </a:lnTo>
                  <a:lnTo>
                    <a:pt x="311" y="782"/>
                  </a:lnTo>
                  <a:lnTo>
                    <a:pt x="276" y="803"/>
                  </a:lnTo>
                  <a:lnTo>
                    <a:pt x="243" y="826"/>
                  </a:lnTo>
                  <a:lnTo>
                    <a:pt x="213" y="852"/>
                  </a:lnTo>
                  <a:lnTo>
                    <a:pt x="184" y="879"/>
                  </a:lnTo>
                  <a:lnTo>
                    <a:pt x="155" y="908"/>
                  </a:lnTo>
                  <a:lnTo>
                    <a:pt x="131" y="939"/>
                  </a:lnTo>
                  <a:lnTo>
                    <a:pt x="107" y="971"/>
                  </a:lnTo>
                  <a:lnTo>
                    <a:pt x="86" y="1005"/>
                  </a:lnTo>
                  <a:lnTo>
                    <a:pt x="68" y="1040"/>
                  </a:lnTo>
                  <a:lnTo>
                    <a:pt x="50" y="1076"/>
                  </a:lnTo>
                  <a:lnTo>
                    <a:pt x="36" y="1115"/>
                  </a:lnTo>
                  <a:lnTo>
                    <a:pt x="23" y="1153"/>
                  </a:lnTo>
                  <a:lnTo>
                    <a:pt x="14" y="1195"/>
                  </a:lnTo>
                  <a:lnTo>
                    <a:pt x="7" y="1236"/>
                  </a:lnTo>
                  <a:lnTo>
                    <a:pt x="2" y="1279"/>
                  </a:lnTo>
                  <a:lnTo>
                    <a:pt x="0" y="1322"/>
                  </a:lnTo>
                  <a:lnTo>
                    <a:pt x="0" y="3093"/>
                  </a:lnTo>
                  <a:lnTo>
                    <a:pt x="2" y="3147"/>
                  </a:lnTo>
                  <a:lnTo>
                    <a:pt x="7" y="3202"/>
                  </a:lnTo>
                  <a:lnTo>
                    <a:pt x="15" y="3257"/>
                  </a:lnTo>
                  <a:lnTo>
                    <a:pt x="27" y="3312"/>
                  </a:lnTo>
                  <a:lnTo>
                    <a:pt x="42" y="3366"/>
                  </a:lnTo>
                  <a:lnTo>
                    <a:pt x="59" y="3420"/>
                  </a:lnTo>
                  <a:lnTo>
                    <a:pt x="79" y="3474"/>
                  </a:lnTo>
                  <a:lnTo>
                    <a:pt x="102" y="3525"/>
                  </a:lnTo>
                  <a:lnTo>
                    <a:pt x="127" y="3576"/>
                  </a:lnTo>
                  <a:lnTo>
                    <a:pt x="154" y="3624"/>
                  </a:lnTo>
                  <a:lnTo>
                    <a:pt x="184" y="3670"/>
                  </a:lnTo>
                  <a:lnTo>
                    <a:pt x="214" y="3712"/>
                  </a:lnTo>
                  <a:lnTo>
                    <a:pt x="247" y="3752"/>
                  </a:lnTo>
                  <a:lnTo>
                    <a:pt x="281" y="3788"/>
                  </a:lnTo>
                  <a:lnTo>
                    <a:pt x="317" y="3821"/>
                  </a:lnTo>
                  <a:lnTo>
                    <a:pt x="353" y="384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4828" name="Freeform 36"/>
            <p:cNvSpPr>
              <a:spLocks/>
            </p:cNvSpPr>
            <p:nvPr/>
          </p:nvSpPr>
          <p:spPr bwMode="auto">
            <a:xfrm>
              <a:off x="943" y="2210"/>
              <a:ext cx="276" cy="187"/>
            </a:xfrm>
            <a:custGeom>
              <a:avLst/>
              <a:gdLst>
                <a:gd name="T0" fmla="*/ 11 w 1380"/>
                <a:gd name="T1" fmla="*/ 7 h 937"/>
                <a:gd name="T2" fmla="*/ 11 w 1380"/>
                <a:gd name="T3" fmla="*/ 7 h 937"/>
                <a:gd name="T4" fmla="*/ 0 w 1380"/>
                <a:gd name="T5" fmla="*/ 0 h 937"/>
                <a:gd name="T6" fmla="*/ 0 w 1380"/>
                <a:gd name="T7" fmla="*/ 1 h 937"/>
                <a:gd name="T8" fmla="*/ 10 w 1380"/>
                <a:gd name="T9" fmla="*/ 7 h 937"/>
                <a:gd name="T10" fmla="*/ 10 w 1380"/>
                <a:gd name="T11" fmla="*/ 7 h 937"/>
                <a:gd name="T12" fmla="*/ 10 w 1380"/>
                <a:gd name="T13" fmla="*/ 7 h 937"/>
                <a:gd name="T14" fmla="*/ 11 w 1380"/>
                <a:gd name="T15" fmla="*/ 7 h 937"/>
                <a:gd name="T16" fmla="*/ 11 w 1380"/>
                <a:gd name="T17" fmla="*/ 7 h 937"/>
                <a:gd name="T18" fmla="*/ 11 w 1380"/>
                <a:gd name="T19" fmla="*/ 7 h 937"/>
                <a:gd name="T20" fmla="*/ 11 w 1380"/>
                <a:gd name="T21" fmla="*/ 7 h 937"/>
                <a:gd name="T22" fmla="*/ 11 w 1380"/>
                <a:gd name="T23" fmla="*/ 7 h 937"/>
                <a:gd name="T24" fmla="*/ 11 w 1380"/>
                <a:gd name="T25" fmla="*/ 7 h 937"/>
                <a:gd name="T26" fmla="*/ 11 w 1380"/>
                <a:gd name="T27" fmla="*/ 7 h 937"/>
                <a:gd name="T28" fmla="*/ 11 w 1380"/>
                <a:gd name="T29" fmla="*/ 7 h 937"/>
                <a:gd name="T30" fmla="*/ 11 w 1380"/>
                <a:gd name="T31" fmla="*/ 7 h 93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80"/>
                <a:gd name="T49" fmla="*/ 0 h 937"/>
                <a:gd name="T50" fmla="*/ 1380 w 1380"/>
                <a:gd name="T51" fmla="*/ 937 h 93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80" h="937">
                  <a:moveTo>
                    <a:pt x="1354" y="848"/>
                  </a:moveTo>
                  <a:lnTo>
                    <a:pt x="1359" y="851"/>
                  </a:lnTo>
                  <a:lnTo>
                    <a:pt x="51" y="0"/>
                  </a:lnTo>
                  <a:lnTo>
                    <a:pt x="0" y="78"/>
                  </a:lnTo>
                  <a:lnTo>
                    <a:pt x="1307" y="929"/>
                  </a:lnTo>
                  <a:lnTo>
                    <a:pt x="1312" y="932"/>
                  </a:lnTo>
                  <a:lnTo>
                    <a:pt x="1307" y="929"/>
                  </a:lnTo>
                  <a:lnTo>
                    <a:pt x="1326" y="937"/>
                  </a:lnTo>
                  <a:lnTo>
                    <a:pt x="1345" y="936"/>
                  </a:lnTo>
                  <a:lnTo>
                    <a:pt x="1360" y="929"/>
                  </a:lnTo>
                  <a:lnTo>
                    <a:pt x="1372" y="916"/>
                  </a:lnTo>
                  <a:lnTo>
                    <a:pt x="1379" y="899"/>
                  </a:lnTo>
                  <a:lnTo>
                    <a:pt x="1380" y="883"/>
                  </a:lnTo>
                  <a:lnTo>
                    <a:pt x="1374" y="865"/>
                  </a:lnTo>
                  <a:lnTo>
                    <a:pt x="1359" y="851"/>
                  </a:lnTo>
                  <a:lnTo>
                    <a:pt x="1354" y="84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4829" name="Freeform 37"/>
            <p:cNvSpPr>
              <a:spLocks/>
            </p:cNvSpPr>
            <p:nvPr/>
          </p:nvSpPr>
          <p:spPr bwMode="auto">
            <a:xfrm>
              <a:off x="1206" y="2379"/>
              <a:ext cx="140" cy="32"/>
            </a:xfrm>
            <a:custGeom>
              <a:avLst/>
              <a:gdLst>
                <a:gd name="T0" fmla="*/ 5 w 703"/>
                <a:gd name="T1" fmla="*/ 0 h 162"/>
                <a:gd name="T2" fmla="*/ 5 w 703"/>
                <a:gd name="T3" fmla="*/ 0 h 162"/>
                <a:gd name="T4" fmla="*/ 5 w 703"/>
                <a:gd name="T5" fmla="*/ 0 h 162"/>
                <a:gd name="T6" fmla="*/ 5 w 703"/>
                <a:gd name="T7" fmla="*/ 0 h 162"/>
                <a:gd name="T8" fmla="*/ 4 w 703"/>
                <a:gd name="T9" fmla="*/ 0 h 162"/>
                <a:gd name="T10" fmla="*/ 4 w 703"/>
                <a:gd name="T11" fmla="*/ 0 h 162"/>
                <a:gd name="T12" fmla="*/ 4 w 703"/>
                <a:gd name="T13" fmla="*/ 0 h 162"/>
                <a:gd name="T14" fmla="*/ 3 w 703"/>
                <a:gd name="T15" fmla="*/ 1 h 162"/>
                <a:gd name="T16" fmla="*/ 3 w 703"/>
                <a:gd name="T17" fmla="*/ 1 h 162"/>
                <a:gd name="T18" fmla="*/ 3 w 703"/>
                <a:gd name="T19" fmla="*/ 1 h 162"/>
                <a:gd name="T20" fmla="*/ 2 w 703"/>
                <a:gd name="T21" fmla="*/ 1 h 162"/>
                <a:gd name="T22" fmla="*/ 2 w 703"/>
                <a:gd name="T23" fmla="*/ 1 h 162"/>
                <a:gd name="T24" fmla="*/ 2 w 703"/>
                <a:gd name="T25" fmla="*/ 0 h 162"/>
                <a:gd name="T26" fmla="*/ 1 w 703"/>
                <a:gd name="T27" fmla="*/ 0 h 162"/>
                <a:gd name="T28" fmla="*/ 1 w 703"/>
                <a:gd name="T29" fmla="*/ 0 h 162"/>
                <a:gd name="T30" fmla="*/ 1 w 703"/>
                <a:gd name="T31" fmla="*/ 0 h 162"/>
                <a:gd name="T32" fmla="*/ 1 w 703"/>
                <a:gd name="T33" fmla="*/ 0 h 162"/>
                <a:gd name="T34" fmla="*/ 0 w 703"/>
                <a:gd name="T35" fmla="*/ 0 h 162"/>
                <a:gd name="T36" fmla="*/ 0 w 703"/>
                <a:gd name="T37" fmla="*/ 1 h 162"/>
                <a:gd name="T38" fmla="*/ 0 w 703"/>
                <a:gd name="T39" fmla="*/ 1 h 162"/>
                <a:gd name="T40" fmla="*/ 1 w 703"/>
                <a:gd name="T41" fmla="*/ 1 h 162"/>
                <a:gd name="T42" fmla="*/ 1 w 703"/>
                <a:gd name="T43" fmla="*/ 1 h 162"/>
                <a:gd name="T44" fmla="*/ 1 w 703"/>
                <a:gd name="T45" fmla="*/ 1 h 162"/>
                <a:gd name="T46" fmla="*/ 2 w 703"/>
                <a:gd name="T47" fmla="*/ 1 h 162"/>
                <a:gd name="T48" fmla="*/ 2 w 703"/>
                <a:gd name="T49" fmla="*/ 1 h 162"/>
                <a:gd name="T50" fmla="*/ 2 w 703"/>
                <a:gd name="T51" fmla="*/ 1 h 162"/>
                <a:gd name="T52" fmla="*/ 3 w 703"/>
                <a:gd name="T53" fmla="*/ 1 h 162"/>
                <a:gd name="T54" fmla="*/ 3 w 703"/>
                <a:gd name="T55" fmla="*/ 1 h 162"/>
                <a:gd name="T56" fmla="*/ 3 w 703"/>
                <a:gd name="T57" fmla="*/ 1 h 162"/>
                <a:gd name="T58" fmla="*/ 4 w 703"/>
                <a:gd name="T59" fmla="*/ 1 h 162"/>
                <a:gd name="T60" fmla="*/ 4 w 703"/>
                <a:gd name="T61" fmla="*/ 1 h 162"/>
                <a:gd name="T62" fmla="*/ 5 w 703"/>
                <a:gd name="T63" fmla="*/ 1 h 162"/>
                <a:gd name="T64" fmla="*/ 5 w 703"/>
                <a:gd name="T65" fmla="*/ 1 h 162"/>
                <a:gd name="T66" fmla="*/ 5 w 703"/>
                <a:gd name="T67" fmla="*/ 1 h 162"/>
                <a:gd name="T68" fmla="*/ 5 w 703"/>
                <a:gd name="T69" fmla="*/ 1 h 162"/>
                <a:gd name="T70" fmla="*/ 5 w 703"/>
                <a:gd name="T71" fmla="*/ 1 h 162"/>
                <a:gd name="T72" fmla="*/ 5 w 703"/>
                <a:gd name="T73" fmla="*/ 1 h 162"/>
                <a:gd name="T74" fmla="*/ 5 w 703"/>
                <a:gd name="T75" fmla="*/ 1 h 162"/>
                <a:gd name="T76" fmla="*/ 6 w 703"/>
                <a:gd name="T77" fmla="*/ 0 h 162"/>
                <a:gd name="T78" fmla="*/ 6 w 703"/>
                <a:gd name="T79" fmla="*/ 0 h 162"/>
                <a:gd name="T80" fmla="*/ 6 w 703"/>
                <a:gd name="T81" fmla="*/ 0 h 162"/>
                <a:gd name="T82" fmla="*/ 5 w 703"/>
                <a:gd name="T83" fmla="*/ 0 h 162"/>
                <a:gd name="T84" fmla="*/ 5 w 703"/>
                <a:gd name="T85" fmla="*/ 0 h 162"/>
                <a:gd name="T86" fmla="*/ 5 w 703"/>
                <a:gd name="T87" fmla="*/ 0 h 162"/>
                <a:gd name="T88" fmla="*/ 5 w 703"/>
                <a:gd name="T89" fmla="*/ 0 h 162"/>
                <a:gd name="T90" fmla="*/ 5 w 703"/>
                <a:gd name="T91" fmla="*/ 0 h 162"/>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703"/>
                <a:gd name="T139" fmla="*/ 0 h 162"/>
                <a:gd name="T140" fmla="*/ 703 w 703"/>
                <a:gd name="T141" fmla="*/ 162 h 162"/>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703" h="162">
                  <a:moveTo>
                    <a:pt x="631" y="8"/>
                  </a:moveTo>
                  <a:lnTo>
                    <a:pt x="636" y="6"/>
                  </a:lnTo>
                  <a:lnTo>
                    <a:pt x="606" y="20"/>
                  </a:lnTo>
                  <a:lnTo>
                    <a:pt x="575" y="32"/>
                  </a:lnTo>
                  <a:lnTo>
                    <a:pt x="540" y="42"/>
                  </a:lnTo>
                  <a:lnTo>
                    <a:pt x="504" y="52"/>
                  </a:lnTo>
                  <a:lnTo>
                    <a:pt x="467" y="59"/>
                  </a:lnTo>
                  <a:lnTo>
                    <a:pt x="428" y="64"/>
                  </a:lnTo>
                  <a:lnTo>
                    <a:pt x="389" y="67"/>
                  </a:lnTo>
                  <a:lnTo>
                    <a:pt x="348" y="68"/>
                  </a:lnTo>
                  <a:lnTo>
                    <a:pt x="308" y="68"/>
                  </a:lnTo>
                  <a:lnTo>
                    <a:pt x="267" y="65"/>
                  </a:lnTo>
                  <a:lnTo>
                    <a:pt x="226" y="61"/>
                  </a:lnTo>
                  <a:lnTo>
                    <a:pt x="187" y="54"/>
                  </a:lnTo>
                  <a:lnTo>
                    <a:pt x="148" y="44"/>
                  </a:lnTo>
                  <a:lnTo>
                    <a:pt x="110" y="33"/>
                  </a:lnTo>
                  <a:lnTo>
                    <a:pt x="75" y="20"/>
                  </a:lnTo>
                  <a:lnTo>
                    <a:pt x="42" y="5"/>
                  </a:lnTo>
                  <a:lnTo>
                    <a:pt x="0" y="89"/>
                  </a:lnTo>
                  <a:lnTo>
                    <a:pt x="40" y="107"/>
                  </a:lnTo>
                  <a:lnTo>
                    <a:pt x="82" y="122"/>
                  </a:lnTo>
                  <a:lnTo>
                    <a:pt x="124" y="135"/>
                  </a:lnTo>
                  <a:lnTo>
                    <a:pt x="169" y="146"/>
                  </a:lnTo>
                  <a:lnTo>
                    <a:pt x="214" y="153"/>
                  </a:lnTo>
                  <a:lnTo>
                    <a:pt x="258" y="158"/>
                  </a:lnTo>
                  <a:lnTo>
                    <a:pt x="303" y="162"/>
                  </a:lnTo>
                  <a:lnTo>
                    <a:pt x="348" y="162"/>
                  </a:lnTo>
                  <a:lnTo>
                    <a:pt x="394" y="161"/>
                  </a:lnTo>
                  <a:lnTo>
                    <a:pt x="439" y="157"/>
                  </a:lnTo>
                  <a:lnTo>
                    <a:pt x="481" y="150"/>
                  </a:lnTo>
                  <a:lnTo>
                    <a:pt x="525" y="143"/>
                  </a:lnTo>
                  <a:lnTo>
                    <a:pt x="566" y="132"/>
                  </a:lnTo>
                  <a:lnTo>
                    <a:pt x="606" y="121"/>
                  </a:lnTo>
                  <a:lnTo>
                    <a:pt x="643" y="105"/>
                  </a:lnTo>
                  <a:lnTo>
                    <a:pt x="678" y="88"/>
                  </a:lnTo>
                  <a:lnTo>
                    <a:pt x="683" y="86"/>
                  </a:lnTo>
                  <a:lnTo>
                    <a:pt x="678" y="88"/>
                  </a:lnTo>
                  <a:lnTo>
                    <a:pt x="695" y="75"/>
                  </a:lnTo>
                  <a:lnTo>
                    <a:pt x="702" y="60"/>
                  </a:lnTo>
                  <a:lnTo>
                    <a:pt x="703" y="42"/>
                  </a:lnTo>
                  <a:lnTo>
                    <a:pt x="698" y="26"/>
                  </a:lnTo>
                  <a:lnTo>
                    <a:pt x="688" y="12"/>
                  </a:lnTo>
                  <a:lnTo>
                    <a:pt x="674" y="3"/>
                  </a:lnTo>
                  <a:lnTo>
                    <a:pt x="656" y="0"/>
                  </a:lnTo>
                  <a:lnTo>
                    <a:pt x="636" y="6"/>
                  </a:lnTo>
                  <a:lnTo>
                    <a:pt x="631"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4830" name="Freeform 38"/>
            <p:cNvSpPr>
              <a:spLocks/>
            </p:cNvSpPr>
            <p:nvPr/>
          </p:nvSpPr>
          <p:spPr bwMode="auto">
            <a:xfrm>
              <a:off x="1332" y="2204"/>
              <a:ext cx="283" cy="192"/>
            </a:xfrm>
            <a:custGeom>
              <a:avLst/>
              <a:gdLst>
                <a:gd name="T0" fmla="*/ 11 w 1415"/>
                <a:gd name="T1" fmla="*/ 0 h 960"/>
                <a:gd name="T2" fmla="*/ 11 w 1415"/>
                <a:gd name="T3" fmla="*/ 0 h 960"/>
                <a:gd name="T4" fmla="*/ 0 w 1415"/>
                <a:gd name="T5" fmla="*/ 7 h 960"/>
                <a:gd name="T6" fmla="*/ 0 w 1415"/>
                <a:gd name="T7" fmla="*/ 8 h 960"/>
                <a:gd name="T8" fmla="*/ 11 w 1415"/>
                <a:gd name="T9" fmla="*/ 1 h 960"/>
                <a:gd name="T10" fmla="*/ 11 w 1415"/>
                <a:gd name="T11" fmla="*/ 1 h 960"/>
                <a:gd name="T12" fmla="*/ 11 w 1415"/>
                <a:gd name="T13" fmla="*/ 1 h 960"/>
                <a:gd name="T14" fmla="*/ 11 w 1415"/>
                <a:gd name="T15" fmla="*/ 1 h 960"/>
                <a:gd name="T16" fmla="*/ 11 w 1415"/>
                <a:gd name="T17" fmla="*/ 0 h 960"/>
                <a:gd name="T18" fmla="*/ 11 w 1415"/>
                <a:gd name="T19" fmla="*/ 0 h 960"/>
                <a:gd name="T20" fmla="*/ 11 w 1415"/>
                <a:gd name="T21" fmla="*/ 0 h 960"/>
                <a:gd name="T22" fmla="*/ 11 w 1415"/>
                <a:gd name="T23" fmla="*/ 0 h 960"/>
                <a:gd name="T24" fmla="*/ 11 w 1415"/>
                <a:gd name="T25" fmla="*/ 0 h 960"/>
                <a:gd name="T26" fmla="*/ 11 w 1415"/>
                <a:gd name="T27" fmla="*/ 0 h 960"/>
                <a:gd name="T28" fmla="*/ 11 w 1415"/>
                <a:gd name="T29" fmla="*/ 0 h 960"/>
                <a:gd name="T30" fmla="*/ 11 w 1415"/>
                <a:gd name="T31" fmla="*/ 0 h 96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15"/>
                <a:gd name="T49" fmla="*/ 0 h 960"/>
                <a:gd name="T50" fmla="*/ 1415 w 1415"/>
                <a:gd name="T51" fmla="*/ 960 h 96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15" h="960">
                  <a:moveTo>
                    <a:pt x="1338" y="10"/>
                  </a:moveTo>
                  <a:lnTo>
                    <a:pt x="1342" y="8"/>
                  </a:lnTo>
                  <a:lnTo>
                    <a:pt x="0" y="882"/>
                  </a:lnTo>
                  <a:lnTo>
                    <a:pt x="52" y="960"/>
                  </a:lnTo>
                  <a:lnTo>
                    <a:pt x="1393" y="85"/>
                  </a:lnTo>
                  <a:lnTo>
                    <a:pt x="1397" y="83"/>
                  </a:lnTo>
                  <a:lnTo>
                    <a:pt x="1393" y="85"/>
                  </a:lnTo>
                  <a:lnTo>
                    <a:pt x="1409" y="71"/>
                  </a:lnTo>
                  <a:lnTo>
                    <a:pt x="1415" y="53"/>
                  </a:lnTo>
                  <a:lnTo>
                    <a:pt x="1413" y="37"/>
                  </a:lnTo>
                  <a:lnTo>
                    <a:pt x="1406" y="21"/>
                  </a:lnTo>
                  <a:lnTo>
                    <a:pt x="1395" y="8"/>
                  </a:lnTo>
                  <a:lnTo>
                    <a:pt x="1379" y="1"/>
                  </a:lnTo>
                  <a:lnTo>
                    <a:pt x="1361" y="0"/>
                  </a:lnTo>
                  <a:lnTo>
                    <a:pt x="1342" y="8"/>
                  </a:lnTo>
                  <a:lnTo>
                    <a:pt x="1338" y="1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4831" name="Freeform 39"/>
            <p:cNvSpPr>
              <a:spLocks/>
            </p:cNvSpPr>
            <p:nvPr/>
          </p:nvSpPr>
          <p:spPr bwMode="auto">
            <a:xfrm>
              <a:off x="1599" y="2057"/>
              <a:ext cx="80" cy="163"/>
            </a:xfrm>
            <a:custGeom>
              <a:avLst/>
              <a:gdLst>
                <a:gd name="T0" fmla="*/ 2 w 398"/>
                <a:gd name="T1" fmla="*/ 0 h 817"/>
                <a:gd name="T2" fmla="*/ 2 w 398"/>
                <a:gd name="T3" fmla="*/ 0 h 817"/>
                <a:gd name="T4" fmla="*/ 2 w 398"/>
                <a:gd name="T5" fmla="*/ 1 h 817"/>
                <a:gd name="T6" fmla="*/ 2 w 398"/>
                <a:gd name="T7" fmla="*/ 1 h 817"/>
                <a:gd name="T8" fmla="*/ 2 w 398"/>
                <a:gd name="T9" fmla="*/ 2 h 817"/>
                <a:gd name="T10" fmla="*/ 2 w 398"/>
                <a:gd name="T11" fmla="*/ 2 h 817"/>
                <a:gd name="T12" fmla="*/ 2 w 398"/>
                <a:gd name="T13" fmla="*/ 2 h 817"/>
                <a:gd name="T14" fmla="*/ 2 w 398"/>
                <a:gd name="T15" fmla="*/ 3 h 817"/>
                <a:gd name="T16" fmla="*/ 2 w 398"/>
                <a:gd name="T17" fmla="*/ 3 h 817"/>
                <a:gd name="T18" fmla="*/ 2 w 398"/>
                <a:gd name="T19" fmla="*/ 4 h 817"/>
                <a:gd name="T20" fmla="*/ 2 w 398"/>
                <a:gd name="T21" fmla="*/ 4 h 817"/>
                <a:gd name="T22" fmla="*/ 1 w 398"/>
                <a:gd name="T23" fmla="*/ 4 h 817"/>
                <a:gd name="T24" fmla="*/ 1 w 398"/>
                <a:gd name="T25" fmla="*/ 5 h 817"/>
                <a:gd name="T26" fmla="*/ 1 w 398"/>
                <a:gd name="T27" fmla="*/ 5 h 817"/>
                <a:gd name="T28" fmla="*/ 1 w 398"/>
                <a:gd name="T29" fmla="*/ 5 h 817"/>
                <a:gd name="T30" fmla="*/ 1 w 398"/>
                <a:gd name="T31" fmla="*/ 5 h 817"/>
                <a:gd name="T32" fmla="*/ 0 w 398"/>
                <a:gd name="T33" fmla="*/ 6 h 817"/>
                <a:gd name="T34" fmla="*/ 0 w 398"/>
                <a:gd name="T35" fmla="*/ 6 h 817"/>
                <a:gd name="T36" fmla="*/ 0 w 398"/>
                <a:gd name="T37" fmla="*/ 7 h 817"/>
                <a:gd name="T38" fmla="*/ 1 w 398"/>
                <a:gd name="T39" fmla="*/ 6 h 817"/>
                <a:gd name="T40" fmla="*/ 1 w 398"/>
                <a:gd name="T41" fmla="*/ 6 h 817"/>
                <a:gd name="T42" fmla="*/ 1 w 398"/>
                <a:gd name="T43" fmla="*/ 6 h 817"/>
                <a:gd name="T44" fmla="*/ 2 w 398"/>
                <a:gd name="T45" fmla="*/ 5 h 817"/>
                <a:gd name="T46" fmla="*/ 2 w 398"/>
                <a:gd name="T47" fmla="*/ 5 h 817"/>
                <a:gd name="T48" fmla="*/ 2 w 398"/>
                <a:gd name="T49" fmla="*/ 5 h 817"/>
                <a:gd name="T50" fmla="*/ 2 w 398"/>
                <a:gd name="T51" fmla="*/ 4 h 817"/>
                <a:gd name="T52" fmla="*/ 2 w 398"/>
                <a:gd name="T53" fmla="*/ 4 h 817"/>
                <a:gd name="T54" fmla="*/ 3 w 398"/>
                <a:gd name="T55" fmla="*/ 3 h 817"/>
                <a:gd name="T56" fmla="*/ 3 w 398"/>
                <a:gd name="T57" fmla="*/ 3 h 817"/>
                <a:gd name="T58" fmla="*/ 3 w 398"/>
                <a:gd name="T59" fmla="*/ 3 h 817"/>
                <a:gd name="T60" fmla="*/ 3 w 398"/>
                <a:gd name="T61" fmla="*/ 2 h 817"/>
                <a:gd name="T62" fmla="*/ 3 w 398"/>
                <a:gd name="T63" fmla="*/ 2 h 817"/>
                <a:gd name="T64" fmla="*/ 3 w 398"/>
                <a:gd name="T65" fmla="*/ 1 h 817"/>
                <a:gd name="T66" fmla="*/ 3 w 398"/>
                <a:gd name="T67" fmla="*/ 1 h 817"/>
                <a:gd name="T68" fmla="*/ 3 w 398"/>
                <a:gd name="T69" fmla="*/ 0 h 817"/>
                <a:gd name="T70" fmla="*/ 3 w 398"/>
                <a:gd name="T71" fmla="*/ 0 h 817"/>
                <a:gd name="T72" fmla="*/ 3 w 398"/>
                <a:gd name="T73" fmla="*/ 0 h 817"/>
                <a:gd name="T74" fmla="*/ 3 w 398"/>
                <a:gd name="T75" fmla="*/ 0 h 817"/>
                <a:gd name="T76" fmla="*/ 3 w 398"/>
                <a:gd name="T77" fmla="*/ 0 h 817"/>
                <a:gd name="T78" fmla="*/ 3 w 398"/>
                <a:gd name="T79" fmla="*/ 0 h 817"/>
                <a:gd name="T80" fmla="*/ 3 w 398"/>
                <a:gd name="T81" fmla="*/ 0 h 817"/>
                <a:gd name="T82" fmla="*/ 3 w 398"/>
                <a:gd name="T83" fmla="*/ 0 h 817"/>
                <a:gd name="T84" fmla="*/ 3 w 398"/>
                <a:gd name="T85" fmla="*/ 0 h 817"/>
                <a:gd name="T86" fmla="*/ 2 w 398"/>
                <a:gd name="T87" fmla="*/ 0 h 817"/>
                <a:gd name="T88" fmla="*/ 2 w 398"/>
                <a:gd name="T89" fmla="*/ 0 h 817"/>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398"/>
                <a:gd name="T136" fmla="*/ 0 h 817"/>
                <a:gd name="T137" fmla="*/ 398 w 398"/>
                <a:gd name="T138" fmla="*/ 817 h 817"/>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398" h="817">
                  <a:moveTo>
                    <a:pt x="304" y="47"/>
                  </a:moveTo>
                  <a:lnTo>
                    <a:pt x="304" y="47"/>
                  </a:lnTo>
                  <a:lnTo>
                    <a:pt x="301" y="97"/>
                  </a:lnTo>
                  <a:lnTo>
                    <a:pt x="297" y="147"/>
                  </a:lnTo>
                  <a:lnTo>
                    <a:pt x="291" y="198"/>
                  </a:lnTo>
                  <a:lnTo>
                    <a:pt x="280" y="247"/>
                  </a:lnTo>
                  <a:lnTo>
                    <a:pt x="268" y="297"/>
                  </a:lnTo>
                  <a:lnTo>
                    <a:pt x="253" y="347"/>
                  </a:lnTo>
                  <a:lnTo>
                    <a:pt x="236" y="395"/>
                  </a:lnTo>
                  <a:lnTo>
                    <a:pt x="217" y="442"/>
                  </a:lnTo>
                  <a:lnTo>
                    <a:pt x="195" y="487"/>
                  </a:lnTo>
                  <a:lnTo>
                    <a:pt x="171" y="532"/>
                  </a:lnTo>
                  <a:lnTo>
                    <a:pt x="147" y="574"/>
                  </a:lnTo>
                  <a:lnTo>
                    <a:pt x="121" y="613"/>
                  </a:lnTo>
                  <a:lnTo>
                    <a:pt x="93" y="650"/>
                  </a:lnTo>
                  <a:lnTo>
                    <a:pt x="64" y="684"/>
                  </a:lnTo>
                  <a:lnTo>
                    <a:pt x="32" y="716"/>
                  </a:lnTo>
                  <a:lnTo>
                    <a:pt x="0" y="744"/>
                  </a:lnTo>
                  <a:lnTo>
                    <a:pt x="59" y="817"/>
                  </a:lnTo>
                  <a:lnTo>
                    <a:pt x="95" y="784"/>
                  </a:lnTo>
                  <a:lnTo>
                    <a:pt x="132" y="748"/>
                  </a:lnTo>
                  <a:lnTo>
                    <a:pt x="166" y="709"/>
                  </a:lnTo>
                  <a:lnTo>
                    <a:pt x="196" y="667"/>
                  </a:lnTo>
                  <a:lnTo>
                    <a:pt x="227" y="623"/>
                  </a:lnTo>
                  <a:lnTo>
                    <a:pt x="253" y="576"/>
                  </a:lnTo>
                  <a:lnTo>
                    <a:pt x="279" y="530"/>
                  </a:lnTo>
                  <a:lnTo>
                    <a:pt x="301" y="479"/>
                  </a:lnTo>
                  <a:lnTo>
                    <a:pt x="323" y="428"/>
                  </a:lnTo>
                  <a:lnTo>
                    <a:pt x="342" y="375"/>
                  </a:lnTo>
                  <a:lnTo>
                    <a:pt x="359" y="321"/>
                  </a:lnTo>
                  <a:lnTo>
                    <a:pt x="372" y="268"/>
                  </a:lnTo>
                  <a:lnTo>
                    <a:pt x="382" y="212"/>
                  </a:lnTo>
                  <a:lnTo>
                    <a:pt x="391" y="157"/>
                  </a:lnTo>
                  <a:lnTo>
                    <a:pt x="395" y="102"/>
                  </a:lnTo>
                  <a:lnTo>
                    <a:pt x="398" y="47"/>
                  </a:lnTo>
                  <a:lnTo>
                    <a:pt x="394" y="27"/>
                  </a:lnTo>
                  <a:lnTo>
                    <a:pt x="383" y="11"/>
                  </a:lnTo>
                  <a:lnTo>
                    <a:pt x="368" y="3"/>
                  </a:lnTo>
                  <a:lnTo>
                    <a:pt x="351" y="0"/>
                  </a:lnTo>
                  <a:lnTo>
                    <a:pt x="333" y="3"/>
                  </a:lnTo>
                  <a:lnTo>
                    <a:pt x="319" y="11"/>
                  </a:lnTo>
                  <a:lnTo>
                    <a:pt x="307" y="27"/>
                  </a:lnTo>
                  <a:lnTo>
                    <a:pt x="304" y="4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4832" name="Freeform 40"/>
            <p:cNvSpPr>
              <a:spLocks/>
            </p:cNvSpPr>
            <p:nvPr/>
          </p:nvSpPr>
          <p:spPr bwMode="auto">
            <a:xfrm>
              <a:off x="1660" y="1701"/>
              <a:ext cx="19" cy="365"/>
            </a:xfrm>
            <a:custGeom>
              <a:avLst/>
              <a:gdLst>
                <a:gd name="T0" fmla="*/ 0 w 95"/>
                <a:gd name="T1" fmla="*/ 0 h 1826"/>
                <a:gd name="T2" fmla="*/ 0 w 95"/>
                <a:gd name="T3" fmla="*/ 0 h 1826"/>
                <a:gd name="T4" fmla="*/ 0 w 95"/>
                <a:gd name="T5" fmla="*/ 15 h 1826"/>
                <a:gd name="T6" fmla="*/ 1 w 95"/>
                <a:gd name="T7" fmla="*/ 15 h 1826"/>
                <a:gd name="T8" fmla="*/ 1 w 95"/>
                <a:gd name="T9" fmla="*/ 0 h 1826"/>
                <a:gd name="T10" fmla="*/ 1 w 95"/>
                <a:gd name="T11" fmla="*/ 0 h 1826"/>
                <a:gd name="T12" fmla="*/ 1 w 95"/>
                <a:gd name="T13" fmla="*/ 0 h 1826"/>
                <a:gd name="T14" fmla="*/ 1 w 95"/>
                <a:gd name="T15" fmla="*/ 0 h 1826"/>
                <a:gd name="T16" fmla="*/ 1 w 95"/>
                <a:gd name="T17" fmla="*/ 0 h 1826"/>
                <a:gd name="T18" fmla="*/ 1 w 95"/>
                <a:gd name="T19" fmla="*/ 0 h 1826"/>
                <a:gd name="T20" fmla="*/ 0 w 95"/>
                <a:gd name="T21" fmla="*/ 0 h 1826"/>
                <a:gd name="T22" fmla="*/ 0 w 95"/>
                <a:gd name="T23" fmla="*/ 0 h 1826"/>
                <a:gd name="T24" fmla="*/ 0 w 95"/>
                <a:gd name="T25" fmla="*/ 0 h 1826"/>
                <a:gd name="T26" fmla="*/ 0 w 95"/>
                <a:gd name="T27" fmla="*/ 0 h 1826"/>
                <a:gd name="T28" fmla="*/ 0 w 95"/>
                <a:gd name="T29" fmla="*/ 0 h 1826"/>
                <a:gd name="T30" fmla="*/ 0 w 95"/>
                <a:gd name="T31" fmla="*/ 0 h 182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95"/>
                <a:gd name="T49" fmla="*/ 0 h 1826"/>
                <a:gd name="T50" fmla="*/ 95 w 95"/>
                <a:gd name="T51" fmla="*/ 1826 h 182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95" h="1826">
                  <a:moveTo>
                    <a:pt x="0" y="49"/>
                  </a:moveTo>
                  <a:lnTo>
                    <a:pt x="0" y="47"/>
                  </a:lnTo>
                  <a:lnTo>
                    <a:pt x="1" y="1826"/>
                  </a:lnTo>
                  <a:lnTo>
                    <a:pt x="95" y="1826"/>
                  </a:lnTo>
                  <a:lnTo>
                    <a:pt x="93" y="47"/>
                  </a:lnTo>
                  <a:lnTo>
                    <a:pt x="93" y="45"/>
                  </a:lnTo>
                  <a:lnTo>
                    <a:pt x="93" y="47"/>
                  </a:lnTo>
                  <a:lnTo>
                    <a:pt x="90" y="27"/>
                  </a:lnTo>
                  <a:lnTo>
                    <a:pt x="79" y="12"/>
                  </a:lnTo>
                  <a:lnTo>
                    <a:pt x="64" y="4"/>
                  </a:lnTo>
                  <a:lnTo>
                    <a:pt x="47" y="0"/>
                  </a:lnTo>
                  <a:lnTo>
                    <a:pt x="29" y="4"/>
                  </a:lnTo>
                  <a:lnTo>
                    <a:pt x="15" y="12"/>
                  </a:lnTo>
                  <a:lnTo>
                    <a:pt x="3" y="27"/>
                  </a:lnTo>
                  <a:lnTo>
                    <a:pt x="0" y="47"/>
                  </a:lnTo>
                  <a:lnTo>
                    <a:pt x="0" y="4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4833" name="Freeform 41"/>
            <p:cNvSpPr>
              <a:spLocks/>
            </p:cNvSpPr>
            <p:nvPr/>
          </p:nvSpPr>
          <p:spPr bwMode="auto">
            <a:xfrm>
              <a:off x="1598" y="1598"/>
              <a:ext cx="81" cy="113"/>
            </a:xfrm>
            <a:custGeom>
              <a:avLst/>
              <a:gdLst>
                <a:gd name="T0" fmla="*/ 0 w 401"/>
                <a:gd name="T1" fmla="*/ 1 h 566"/>
                <a:gd name="T2" fmla="*/ 0 w 401"/>
                <a:gd name="T3" fmla="*/ 1 h 566"/>
                <a:gd name="T4" fmla="*/ 0 w 401"/>
                <a:gd name="T5" fmla="*/ 1 h 566"/>
                <a:gd name="T6" fmla="*/ 1 w 401"/>
                <a:gd name="T7" fmla="*/ 1 h 566"/>
                <a:gd name="T8" fmla="*/ 1 w 401"/>
                <a:gd name="T9" fmla="*/ 1 h 566"/>
                <a:gd name="T10" fmla="*/ 1 w 401"/>
                <a:gd name="T11" fmla="*/ 1 h 566"/>
                <a:gd name="T12" fmla="*/ 1 w 401"/>
                <a:gd name="T13" fmla="*/ 2 h 566"/>
                <a:gd name="T14" fmla="*/ 1 w 401"/>
                <a:gd name="T15" fmla="*/ 2 h 566"/>
                <a:gd name="T16" fmla="*/ 2 w 401"/>
                <a:gd name="T17" fmla="*/ 2 h 566"/>
                <a:gd name="T18" fmla="*/ 2 w 401"/>
                <a:gd name="T19" fmla="*/ 2 h 566"/>
                <a:gd name="T20" fmla="*/ 2 w 401"/>
                <a:gd name="T21" fmla="*/ 2 h 566"/>
                <a:gd name="T22" fmla="*/ 2 w 401"/>
                <a:gd name="T23" fmla="*/ 3 h 566"/>
                <a:gd name="T24" fmla="*/ 2 w 401"/>
                <a:gd name="T25" fmla="*/ 3 h 566"/>
                <a:gd name="T26" fmla="*/ 2 w 401"/>
                <a:gd name="T27" fmla="*/ 3 h 566"/>
                <a:gd name="T28" fmla="*/ 2 w 401"/>
                <a:gd name="T29" fmla="*/ 4 h 566"/>
                <a:gd name="T30" fmla="*/ 2 w 401"/>
                <a:gd name="T31" fmla="*/ 4 h 566"/>
                <a:gd name="T32" fmla="*/ 2 w 401"/>
                <a:gd name="T33" fmla="*/ 4 h 566"/>
                <a:gd name="T34" fmla="*/ 3 w 401"/>
                <a:gd name="T35" fmla="*/ 5 h 566"/>
                <a:gd name="T36" fmla="*/ 3 w 401"/>
                <a:gd name="T37" fmla="*/ 4 h 566"/>
                <a:gd name="T38" fmla="*/ 3 w 401"/>
                <a:gd name="T39" fmla="*/ 4 h 566"/>
                <a:gd name="T40" fmla="*/ 3 w 401"/>
                <a:gd name="T41" fmla="*/ 4 h 566"/>
                <a:gd name="T42" fmla="*/ 3 w 401"/>
                <a:gd name="T43" fmla="*/ 3 h 566"/>
                <a:gd name="T44" fmla="*/ 3 w 401"/>
                <a:gd name="T45" fmla="*/ 3 h 566"/>
                <a:gd name="T46" fmla="*/ 3 w 401"/>
                <a:gd name="T47" fmla="*/ 3 h 566"/>
                <a:gd name="T48" fmla="*/ 3 w 401"/>
                <a:gd name="T49" fmla="*/ 2 h 566"/>
                <a:gd name="T50" fmla="*/ 3 w 401"/>
                <a:gd name="T51" fmla="*/ 2 h 566"/>
                <a:gd name="T52" fmla="*/ 2 w 401"/>
                <a:gd name="T53" fmla="*/ 2 h 566"/>
                <a:gd name="T54" fmla="*/ 2 w 401"/>
                <a:gd name="T55" fmla="*/ 2 h 566"/>
                <a:gd name="T56" fmla="*/ 2 w 401"/>
                <a:gd name="T57" fmla="*/ 1 h 566"/>
                <a:gd name="T58" fmla="*/ 2 w 401"/>
                <a:gd name="T59" fmla="*/ 1 h 566"/>
                <a:gd name="T60" fmla="*/ 2 w 401"/>
                <a:gd name="T61" fmla="*/ 1 h 566"/>
                <a:gd name="T62" fmla="*/ 1 w 401"/>
                <a:gd name="T63" fmla="*/ 1 h 566"/>
                <a:gd name="T64" fmla="*/ 1 w 401"/>
                <a:gd name="T65" fmla="*/ 0 h 566"/>
                <a:gd name="T66" fmla="*/ 1 w 401"/>
                <a:gd name="T67" fmla="*/ 0 h 566"/>
                <a:gd name="T68" fmla="*/ 1 w 401"/>
                <a:gd name="T69" fmla="*/ 0 h 566"/>
                <a:gd name="T70" fmla="*/ 1 w 401"/>
                <a:gd name="T71" fmla="*/ 0 h 566"/>
                <a:gd name="T72" fmla="*/ 1 w 401"/>
                <a:gd name="T73" fmla="*/ 0 h 566"/>
                <a:gd name="T74" fmla="*/ 0 w 401"/>
                <a:gd name="T75" fmla="*/ 0 h 566"/>
                <a:gd name="T76" fmla="*/ 0 w 401"/>
                <a:gd name="T77" fmla="*/ 0 h 566"/>
                <a:gd name="T78" fmla="*/ 0 w 401"/>
                <a:gd name="T79" fmla="*/ 0 h 566"/>
                <a:gd name="T80" fmla="*/ 0 w 401"/>
                <a:gd name="T81" fmla="*/ 0 h 566"/>
                <a:gd name="T82" fmla="*/ 0 w 401"/>
                <a:gd name="T83" fmla="*/ 0 h 566"/>
                <a:gd name="T84" fmla="*/ 0 w 401"/>
                <a:gd name="T85" fmla="*/ 0 h 566"/>
                <a:gd name="T86" fmla="*/ 0 w 401"/>
                <a:gd name="T87" fmla="*/ 1 h 566"/>
                <a:gd name="T88" fmla="*/ 0 w 401"/>
                <a:gd name="T89" fmla="*/ 1 h 56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401"/>
                <a:gd name="T136" fmla="*/ 0 h 566"/>
                <a:gd name="T137" fmla="*/ 401 w 401"/>
                <a:gd name="T138" fmla="*/ 566 h 566"/>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401" h="566">
                  <a:moveTo>
                    <a:pt x="23" y="88"/>
                  </a:moveTo>
                  <a:lnTo>
                    <a:pt x="23" y="88"/>
                  </a:lnTo>
                  <a:lnTo>
                    <a:pt x="53" y="107"/>
                  </a:lnTo>
                  <a:lnTo>
                    <a:pt x="83" y="125"/>
                  </a:lnTo>
                  <a:lnTo>
                    <a:pt x="108" y="147"/>
                  </a:lnTo>
                  <a:lnTo>
                    <a:pt x="135" y="171"/>
                  </a:lnTo>
                  <a:lnTo>
                    <a:pt x="160" y="196"/>
                  </a:lnTo>
                  <a:lnTo>
                    <a:pt x="182" y="223"/>
                  </a:lnTo>
                  <a:lnTo>
                    <a:pt x="205" y="251"/>
                  </a:lnTo>
                  <a:lnTo>
                    <a:pt x="223" y="281"/>
                  </a:lnTo>
                  <a:lnTo>
                    <a:pt x="240" y="312"/>
                  </a:lnTo>
                  <a:lnTo>
                    <a:pt x="256" y="345"/>
                  </a:lnTo>
                  <a:lnTo>
                    <a:pt x="270" y="379"/>
                  </a:lnTo>
                  <a:lnTo>
                    <a:pt x="282" y="414"/>
                  </a:lnTo>
                  <a:lnTo>
                    <a:pt x="291" y="450"/>
                  </a:lnTo>
                  <a:lnTo>
                    <a:pt x="299" y="488"/>
                  </a:lnTo>
                  <a:lnTo>
                    <a:pt x="304" y="526"/>
                  </a:lnTo>
                  <a:lnTo>
                    <a:pt x="308" y="566"/>
                  </a:lnTo>
                  <a:lnTo>
                    <a:pt x="401" y="562"/>
                  </a:lnTo>
                  <a:lnTo>
                    <a:pt x="398" y="517"/>
                  </a:lnTo>
                  <a:lnTo>
                    <a:pt x="391" y="471"/>
                  </a:lnTo>
                  <a:lnTo>
                    <a:pt x="383" y="429"/>
                  </a:lnTo>
                  <a:lnTo>
                    <a:pt x="371" y="386"/>
                  </a:lnTo>
                  <a:lnTo>
                    <a:pt x="357" y="346"/>
                  </a:lnTo>
                  <a:lnTo>
                    <a:pt x="340" y="307"/>
                  </a:lnTo>
                  <a:lnTo>
                    <a:pt x="324" y="270"/>
                  </a:lnTo>
                  <a:lnTo>
                    <a:pt x="303" y="232"/>
                  </a:lnTo>
                  <a:lnTo>
                    <a:pt x="280" y="197"/>
                  </a:lnTo>
                  <a:lnTo>
                    <a:pt x="255" y="164"/>
                  </a:lnTo>
                  <a:lnTo>
                    <a:pt x="228" y="132"/>
                  </a:lnTo>
                  <a:lnTo>
                    <a:pt x="199" y="103"/>
                  </a:lnTo>
                  <a:lnTo>
                    <a:pt x="169" y="76"/>
                  </a:lnTo>
                  <a:lnTo>
                    <a:pt x="137" y="50"/>
                  </a:lnTo>
                  <a:lnTo>
                    <a:pt x="103" y="27"/>
                  </a:lnTo>
                  <a:lnTo>
                    <a:pt x="67" y="6"/>
                  </a:lnTo>
                  <a:lnTo>
                    <a:pt x="48" y="0"/>
                  </a:lnTo>
                  <a:lnTo>
                    <a:pt x="30" y="2"/>
                  </a:lnTo>
                  <a:lnTo>
                    <a:pt x="16" y="12"/>
                  </a:lnTo>
                  <a:lnTo>
                    <a:pt x="5" y="25"/>
                  </a:lnTo>
                  <a:lnTo>
                    <a:pt x="0" y="41"/>
                  </a:lnTo>
                  <a:lnTo>
                    <a:pt x="0" y="59"/>
                  </a:lnTo>
                  <a:lnTo>
                    <a:pt x="8" y="75"/>
                  </a:lnTo>
                  <a:lnTo>
                    <a:pt x="23"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4834" name="Freeform 42"/>
            <p:cNvSpPr>
              <a:spLocks/>
            </p:cNvSpPr>
            <p:nvPr/>
          </p:nvSpPr>
          <p:spPr bwMode="auto">
            <a:xfrm>
              <a:off x="1346" y="1455"/>
              <a:ext cx="266" cy="160"/>
            </a:xfrm>
            <a:custGeom>
              <a:avLst/>
              <a:gdLst>
                <a:gd name="T0" fmla="*/ 0 w 1330"/>
                <a:gd name="T1" fmla="*/ 1 h 801"/>
                <a:gd name="T2" fmla="*/ 0 w 1330"/>
                <a:gd name="T3" fmla="*/ 1 h 801"/>
                <a:gd name="T4" fmla="*/ 10 w 1330"/>
                <a:gd name="T5" fmla="*/ 6 h 801"/>
                <a:gd name="T6" fmla="*/ 11 w 1330"/>
                <a:gd name="T7" fmla="*/ 6 h 801"/>
                <a:gd name="T8" fmla="*/ 1 w 1330"/>
                <a:gd name="T9" fmla="*/ 0 h 801"/>
                <a:gd name="T10" fmla="*/ 1 w 1330"/>
                <a:gd name="T11" fmla="*/ 0 h 801"/>
                <a:gd name="T12" fmla="*/ 1 w 1330"/>
                <a:gd name="T13" fmla="*/ 0 h 801"/>
                <a:gd name="T14" fmla="*/ 0 w 1330"/>
                <a:gd name="T15" fmla="*/ 0 h 801"/>
                <a:gd name="T16" fmla="*/ 0 w 1330"/>
                <a:gd name="T17" fmla="*/ 0 h 801"/>
                <a:gd name="T18" fmla="*/ 0 w 1330"/>
                <a:gd name="T19" fmla="*/ 0 h 801"/>
                <a:gd name="T20" fmla="*/ 0 w 1330"/>
                <a:gd name="T21" fmla="*/ 0 h 801"/>
                <a:gd name="T22" fmla="*/ 0 w 1330"/>
                <a:gd name="T23" fmla="*/ 0 h 801"/>
                <a:gd name="T24" fmla="*/ 0 w 1330"/>
                <a:gd name="T25" fmla="*/ 0 h 801"/>
                <a:gd name="T26" fmla="*/ 0 w 1330"/>
                <a:gd name="T27" fmla="*/ 1 h 801"/>
                <a:gd name="T28" fmla="*/ 0 w 1330"/>
                <a:gd name="T29" fmla="*/ 1 h 801"/>
                <a:gd name="T30" fmla="*/ 0 w 1330"/>
                <a:gd name="T31" fmla="*/ 1 h 801"/>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30"/>
                <a:gd name="T49" fmla="*/ 0 h 801"/>
                <a:gd name="T50" fmla="*/ 1330 w 1330"/>
                <a:gd name="T51" fmla="*/ 801 h 801"/>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30" h="801">
                  <a:moveTo>
                    <a:pt x="24" y="88"/>
                  </a:moveTo>
                  <a:lnTo>
                    <a:pt x="23" y="88"/>
                  </a:lnTo>
                  <a:lnTo>
                    <a:pt x="1286" y="801"/>
                  </a:lnTo>
                  <a:lnTo>
                    <a:pt x="1330" y="719"/>
                  </a:lnTo>
                  <a:lnTo>
                    <a:pt x="67" y="6"/>
                  </a:lnTo>
                  <a:lnTo>
                    <a:pt x="66" y="6"/>
                  </a:lnTo>
                  <a:lnTo>
                    <a:pt x="67" y="6"/>
                  </a:lnTo>
                  <a:lnTo>
                    <a:pt x="48" y="0"/>
                  </a:lnTo>
                  <a:lnTo>
                    <a:pt x="30" y="2"/>
                  </a:lnTo>
                  <a:lnTo>
                    <a:pt x="16" y="12"/>
                  </a:lnTo>
                  <a:lnTo>
                    <a:pt x="5" y="25"/>
                  </a:lnTo>
                  <a:lnTo>
                    <a:pt x="0" y="41"/>
                  </a:lnTo>
                  <a:lnTo>
                    <a:pt x="0" y="59"/>
                  </a:lnTo>
                  <a:lnTo>
                    <a:pt x="8" y="75"/>
                  </a:lnTo>
                  <a:lnTo>
                    <a:pt x="23" y="88"/>
                  </a:lnTo>
                  <a:lnTo>
                    <a:pt x="24"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4835" name="Freeform 43"/>
            <p:cNvSpPr>
              <a:spLocks/>
            </p:cNvSpPr>
            <p:nvPr/>
          </p:nvSpPr>
          <p:spPr bwMode="auto">
            <a:xfrm>
              <a:off x="1198" y="1439"/>
              <a:ext cx="161" cy="35"/>
            </a:xfrm>
            <a:custGeom>
              <a:avLst/>
              <a:gdLst>
                <a:gd name="T0" fmla="*/ 1 w 806"/>
                <a:gd name="T1" fmla="*/ 1 h 177"/>
                <a:gd name="T2" fmla="*/ 1 w 806"/>
                <a:gd name="T3" fmla="*/ 1 h 177"/>
                <a:gd name="T4" fmla="*/ 1 w 806"/>
                <a:gd name="T5" fmla="*/ 1 h 177"/>
                <a:gd name="T6" fmla="*/ 1 w 806"/>
                <a:gd name="T7" fmla="*/ 1 h 177"/>
                <a:gd name="T8" fmla="*/ 2 w 806"/>
                <a:gd name="T9" fmla="*/ 1 h 177"/>
                <a:gd name="T10" fmla="*/ 2 w 806"/>
                <a:gd name="T11" fmla="*/ 1 h 177"/>
                <a:gd name="T12" fmla="*/ 2 w 806"/>
                <a:gd name="T13" fmla="*/ 1 h 177"/>
                <a:gd name="T14" fmla="*/ 3 w 806"/>
                <a:gd name="T15" fmla="*/ 1 h 177"/>
                <a:gd name="T16" fmla="*/ 3 w 806"/>
                <a:gd name="T17" fmla="*/ 1 h 177"/>
                <a:gd name="T18" fmla="*/ 3 w 806"/>
                <a:gd name="T19" fmla="*/ 1 h 177"/>
                <a:gd name="T20" fmla="*/ 4 w 806"/>
                <a:gd name="T21" fmla="*/ 1 h 177"/>
                <a:gd name="T22" fmla="*/ 4 w 806"/>
                <a:gd name="T23" fmla="*/ 1 h 177"/>
                <a:gd name="T24" fmla="*/ 5 w 806"/>
                <a:gd name="T25" fmla="*/ 1 h 177"/>
                <a:gd name="T26" fmla="*/ 5 w 806"/>
                <a:gd name="T27" fmla="*/ 1 h 177"/>
                <a:gd name="T28" fmla="*/ 5 w 806"/>
                <a:gd name="T29" fmla="*/ 1 h 177"/>
                <a:gd name="T30" fmla="*/ 6 w 806"/>
                <a:gd name="T31" fmla="*/ 1 h 177"/>
                <a:gd name="T32" fmla="*/ 6 w 806"/>
                <a:gd name="T33" fmla="*/ 1 h 177"/>
                <a:gd name="T34" fmla="*/ 6 w 806"/>
                <a:gd name="T35" fmla="*/ 1 h 177"/>
                <a:gd name="T36" fmla="*/ 6 w 806"/>
                <a:gd name="T37" fmla="*/ 1 h 177"/>
                <a:gd name="T38" fmla="*/ 6 w 806"/>
                <a:gd name="T39" fmla="*/ 1 h 177"/>
                <a:gd name="T40" fmla="*/ 6 w 806"/>
                <a:gd name="T41" fmla="*/ 0 h 177"/>
                <a:gd name="T42" fmla="*/ 5 w 806"/>
                <a:gd name="T43" fmla="*/ 0 h 177"/>
                <a:gd name="T44" fmla="*/ 5 w 806"/>
                <a:gd name="T45" fmla="*/ 0 h 177"/>
                <a:gd name="T46" fmla="*/ 5 w 806"/>
                <a:gd name="T47" fmla="*/ 0 h 177"/>
                <a:gd name="T48" fmla="*/ 4 w 806"/>
                <a:gd name="T49" fmla="*/ 0 h 177"/>
                <a:gd name="T50" fmla="*/ 4 w 806"/>
                <a:gd name="T51" fmla="*/ 0 h 177"/>
                <a:gd name="T52" fmla="*/ 3 w 806"/>
                <a:gd name="T53" fmla="*/ 0 h 177"/>
                <a:gd name="T54" fmla="*/ 3 w 806"/>
                <a:gd name="T55" fmla="*/ 0 h 177"/>
                <a:gd name="T56" fmla="*/ 3 w 806"/>
                <a:gd name="T57" fmla="*/ 0 h 177"/>
                <a:gd name="T58" fmla="*/ 2 w 806"/>
                <a:gd name="T59" fmla="*/ 0 h 177"/>
                <a:gd name="T60" fmla="*/ 2 w 806"/>
                <a:gd name="T61" fmla="*/ 0 h 177"/>
                <a:gd name="T62" fmla="*/ 1 w 806"/>
                <a:gd name="T63" fmla="*/ 0 h 177"/>
                <a:gd name="T64" fmla="*/ 1 w 806"/>
                <a:gd name="T65" fmla="*/ 0 h 177"/>
                <a:gd name="T66" fmla="*/ 1 w 806"/>
                <a:gd name="T67" fmla="*/ 1 h 177"/>
                <a:gd name="T68" fmla="*/ 0 w 806"/>
                <a:gd name="T69" fmla="*/ 1 h 177"/>
                <a:gd name="T70" fmla="*/ 0 w 806"/>
                <a:gd name="T71" fmla="*/ 1 h 177"/>
                <a:gd name="T72" fmla="*/ 0 w 806"/>
                <a:gd name="T73" fmla="*/ 1 h 177"/>
                <a:gd name="T74" fmla="*/ 0 w 806"/>
                <a:gd name="T75" fmla="*/ 1 h 177"/>
                <a:gd name="T76" fmla="*/ 0 w 806"/>
                <a:gd name="T77" fmla="*/ 1 h 177"/>
                <a:gd name="T78" fmla="*/ 0 w 806"/>
                <a:gd name="T79" fmla="*/ 1 h 177"/>
                <a:gd name="T80" fmla="*/ 0 w 806"/>
                <a:gd name="T81" fmla="*/ 1 h 177"/>
                <a:gd name="T82" fmla="*/ 0 w 806"/>
                <a:gd name="T83" fmla="*/ 1 h 177"/>
                <a:gd name="T84" fmla="*/ 0 w 806"/>
                <a:gd name="T85" fmla="*/ 1 h 177"/>
                <a:gd name="T86" fmla="*/ 0 w 806"/>
                <a:gd name="T87" fmla="*/ 1 h 177"/>
                <a:gd name="T88" fmla="*/ 1 w 806"/>
                <a:gd name="T89" fmla="*/ 1 h 177"/>
                <a:gd name="T90" fmla="*/ 1 w 806"/>
                <a:gd name="T91" fmla="*/ 1 h 17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806"/>
                <a:gd name="T139" fmla="*/ 0 h 177"/>
                <a:gd name="T140" fmla="*/ 806 w 806"/>
                <a:gd name="T141" fmla="*/ 177 h 17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806" h="177">
                  <a:moveTo>
                    <a:pt x="67" y="171"/>
                  </a:moveTo>
                  <a:lnTo>
                    <a:pt x="68" y="171"/>
                  </a:lnTo>
                  <a:lnTo>
                    <a:pt x="109" y="151"/>
                  </a:lnTo>
                  <a:lnTo>
                    <a:pt x="151" y="135"/>
                  </a:lnTo>
                  <a:lnTo>
                    <a:pt x="196" y="122"/>
                  </a:lnTo>
                  <a:lnTo>
                    <a:pt x="242" y="110"/>
                  </a:lnTo>
                  <a:lnTo>
                    <a:pt x="287" y="102"/>
                  </a:lnTo>
                  <a:lnTo>
                    <a:pt x="335" y="97"/>
                  </a:lnTo>
                  <a:lnTo>
                    <a:pt x="382" y="95"/>
                  </a:lnTo>
                  <a:lnTo>
                    <a:pt x="430" y="94"/>
                  </a:lnTo>
                  <a:lnTo>
                    <a:pt x="477" y="97"/>
                  </a:lnTo>
                  <a:lnTo>
                    <a:pt x="524" y="102"/>
                  </a:lnTo>
                  <a:lnTo>
                    <a:pt x="568" y="108"/>
                  </a:lnTo>
                  <a:lnTo>
                    <a:pt x="612" y="117"/>
                  </a:lnTo>
                  <a:lnTo>
                    <a:pt x="654" y="128"/>
                  </a:lnTo>
                  <a:lnTo>
                    <a:pt x="693" y="141"/>
                  </a:lnTo>
                  <a:lnTo>
                    <a:pt x="730" y="155"/>
                  </a:lnTo>
                  <a:lnTo>
                    <a:pt x="764" y="171"/>
                  </a:lnTo>
                  <a:lnTo>
                    <a:pt x="806" y="89"/>
                  </a:lnTo>
                  <a:lnTo>
                    <a:pt x="768" y="70"/>
                  </a:lnTo>
                  <a:lnTo>
                    <a:pt x="725" y="54"/>
                  </a:lnTo>
                  <a:lnTo>
                    <a:pt x="680" y="39"/>
                  </a:lnTo>
                  <a:lnTo>
                    <a:pt x="633" y="26"/>
                  </a:lnTo>
                  <a:lnTo>
                    <a:pt x="585" y="16"/>
                  </a:lnTo>
                  <a:lnTo>
                    <a:pt x="536" y="8"/>
                  </a:lnTo>
                  <a:lnTo>
                    <a:pt x="484" y="3"/>
                  </a:lnTo>
                  <a:lnTo>
                    <a:pt x="433" y="0"/>
                  </a:lnTo>
                  <a:lnTo>
                    <a:pt x="380" y="1"/>
                  </a:lnTo>
                  <a:lnTo>
                    <a:pt x="328" y="3"/>
                  </a:lnTo>
                  <a:lnTo>
                    <a:pt x="276" y="10"/>
                  </a:lnTo>
                  <a:lnTo>
                    <a:pt x="223" y="19"/>
                  </a:lnTo>
                  <a:lnTo>
                    <a:pt x="172" y="30"/>
                  </a:lnTo>
                  <a:lnTo>
                    <a:pt x="121" y="46"/>
                  </a:lnTo>
                  <a:lnTo>
                    <a:pt x="72" y="67"/>
                  </a:lnTo>
                  <a:lnTo>
                    <a:pt x="24" y="89"/>
                  </a:lnTo>
                  <a:lnTo>
                    <a:pt x="25" y="89"/>
                  </a:lnTo>
                  <a:lnTo>
                    <a:pt x="24" y="89"/>
                  </a:lnTo>
                  <a:lnTo>
                    <a:pt x="8" y="102"/>
                  </a:lnTo>
                  <a:lnTo>
                    <a:pt x="0" y="118"/>
                  </a:lnTo>
                  <a:lnTo>
                    <a:pt x="0" y="136"/>
                  </a:lnTo>
                  <a:lnTo>
                    <a:pt x="6" y="152"/>
                  </a:lnTo>
                  <a:lnTo>
                    <a:pt x="17" y="165"/>
                  </a:lnTo>
                  <a:lnTo>
                    <a:pt x="31" y="175"/>
                  </a:lnTo>
                  <a:lnTo>
                    <a:pt x="48" y="177"/>
                  </a:lnTo>
                  <a:lnTo>
                    <a:pt x="68" y="171"/>
                  </a:lnTo>
                  <a:lnTo>
                    <a:pt x="67" y="1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4836" name="Freeform 44"/>
            <p:cNvSpPr>
              <a:spLocks/>
            </p:cNvSpPr>
            <p:nvPr/>
          </p:nvSpPr>
          <p:spPr bwMode="auto">
            <a:xfrm>
              <a:off x="931" y="1456"/>
              <a:ext cx="280" cy="158"/>
            </a:xfrm>
            <a:custGeom>
              <a:avLst/>
              <a:gdLst>
                <a:gd name="T0" fmla="*/ 1 w 1402"/>
                <a:gd name="T1" fmla="*/ 6 h 787"/>
                <a:gd name="T2" fmla="*/ 1 w 1402"/>
                <a:gd name="T3" fmla="*/ 6 h 787"/>
                <a:gd name="T4" fmla="*/ 11 w 1402"/>
                <a:gd name="T5" fmla="*/ 1 h 787"/>
                <a:gd name="T6" fmla="*/ 11 w 1402"/>
                <a:gd name="T7" fmla="*/ 0 h 787"/>
                <a:gd name="T8" fmla="*/ 0 w 1402"/>
                <a:gd name="T9" fmla="*/ 6 h 787"/>
                <a:gd name="T10" fmla="*/ 0 w 1402"/>
                <a:gd name="T11" fmla="*/ 6 h 787"/>
                <a:gd name="T12" fmla="*/ 0 w 1402"/>
                <a:gd name="T13" fmla="*/ 6 h 787"/>
                <a:gd name="T14" fmla="*/ 0 w 1402"/>
                <a:gd name="T15" fmla="*/ 6 h 787"/>
                <a:gd name="T16" fmla="*/ 0 w 1402"/>
                <a:gd name="T17" fmla="*/ 6 h 787"/>
                <a:gd name="T18" fmla="*/ 0 w 1402"/>
                <a:gd name="T19" fmla="*/ 6 h 787"/>
                <a:gd name="T20" fmla="*/ 0 w 1402"/>
                <a:gd name="T21" fmla="*/ 6 h 787"/>
                <a:gd name="T22" fmla="*/ 0 w 1402"/>
                <a:gd name="T23" fmla="*/ 6 h 787"/>
                <a:gd name="T24" fmla="*/ 0 w 1402"/>
                <a:gd name="T25" fmla="*/ 6 h 787"/>
                <a:gd name="T26" fmla="*/ 0 w 1402"/>
                <a:gd name="T27" fmla="*/ 6 h 787"/>
                <a:gd name="T28" fmla="*/ 1 w 1402"/>
                <a:gd name="T29" fmla="*/ 6 h 787"/>
                <a:gd name="T30" fmla="*/ 1 w 1402"/>
                <a:gd name="T31" fmla="*/ 6 h 78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02"/>
                <a:gd name="T49" fmla="*/ 0 h 787"/>
                <a:gd name="T50" fmla="*/ 1402 w 1402"/>
                <a:gd name="T51" fmla="*/ 787 h 78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02" h="787">
                  <a:moveTo>
                    <a:pt x="69" y="781"/>
                  </a:moveTo>
                  <a:lnTo>
                    <a:pt x="66" y="781"/>
                  </a:lnTo>
                  <a:lnTo>
                    <a:pt x="1402" y="82"/>
                  </a:lnTo>
                  <a:lnTo>
                    <a:pt x="1360" y="0"/>
                  </a:lnTo>
                  <a:lnTo>
                    <a:pt x="24" y="699"/>
                  </a:lnTo>
                  <a:lnTo>
                    <a:pt x="22" y="699"/>
                  </a:lnTo>
                  <a:lnTo>
                    <a:pt x="24" y="699"/>
                  </a:lnTo>
                  <a:lnTo>
                    <a:pt x="8" y="712"/>
                  </a:lnTo>
                  <a:lnTo>
                    <a:pt x="1" y="727"/>
                  </a:lnTo>
                  <a:lnTo>
                    <a:pt x="0" y="744"/>
                  </a:lnTo>
                  <a:lnTo>
                    <a:pt x="5" y="761"/>
                  </a:lnTo>
                  <a:lnTo>
                    <a:pt x="15" y="775"/>
                  </a:lnTo>
                  <a:lnTo>
                    <a:pt x="30" y="784"/>
                  </a:lnTo>
                  <a:lnTo>
                    <a:pt x="46" y="787"/>
                  </a:lnTo>
                  <a:lnTo>
                    <a:pt x="66" y="781"/>
                  </a:lnTo>
                  <a:lnTo>
                    <a:pt x="69" y="7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4837" name="Freeform 45"/>
            <p:cNvSpPr>
              <a:spLocks/>
            </p:cNvSpPr>
            <p:nvPr/>
          </p:nvSpPr>
          <p:spPr bwMode="auto">
            <a:xfrm>
              <a:off x="868" y="1596"/>
              <a:ext cx="77" cy="126"/>
            </a:xfrm>
            <a:custGeom>
              <a:avLst/>
              <a:gdLst>
                <a:gd name="T0" fmla="*/ 1 w 382"/>
                <a:gd name="T1" fmla="*/ 5 h 628"/>
                <a:gd name="T2" fmla="*/ 1 w 382"/>
                <a:gd name="T3" fmla="*/ 5 h 628"/>
                <a:gd name="T4" fmla="*/ 1 w 382"/>
                <a:gd name="T5" fmla="*/ 4 h 628"/>
                <a:gd name="T6" fmla="*/ 1 w 382"/>
                <a:gd name="T7" fmla="*/ 4 h 628"/>
                <a:gd name="T8" fmla="*/ 1 w 382"/>
                <a:gd name="T9" fmla="*/ 4 h 628"/>
                <a:gd name="T10" fmla="*/ 1 w 382"/>
                <a:gd name="T11" fmla="*/ 3 h 628"/>
                <a:gd name="T12" fmla="*/ 1 w 382"/>
                <a:gd name="T13" fmla="*/ 3 h 628"/>
                <a:gd name="T14" fmla="*/ 1 w 382"/>
                <a:gd name="T15" fmla="*/ 3 h 628"/>
                <a:gd name="T16" fmla="*/ 1 w 382"/>
                <a:gd name="T17" fmla="*/ 3 h 628"/>
                <a:gd name="T18" fmla="*/ 1 w 382"/>
                <a:gd name="T19" fmla="*/ 2 h 628"/>
                <a:gd name="T20" fmla="*/ 2 w 382"/>
                <a:gd name="T21" fmla="*/ 2 h 628"/>
                <a:gd name="T22" fmla="*/ 2 w 382"/>
                <a:gd name="T23" fmla="*/ 2 h 628"/>
                <a:gd name="T24" fmla="*/ 2 w 382"/>
                <a:gd name="T25" fmla="*/ 2 h 628"/>
                <a:gd name="T26" fmla="*/ 2 w 382"/>
                <a:gd name="T27" fmla="*/ 1 h 628"/>
                <a:gd name="T28" fmla="*/ 2 w 382"/>
                <a:gd name="T29" fmla="*/ 1 h 628"/>
                <a:gd name="T30" fmla="*/ 3 w 382"/>
                <a:gd name="T31" fmla="*/ 1 h 628"/>
                <a:gd name="T32" fmla="*/ 3 w 382"/>
                <a:gd name="T33" fmla="*/ 1 h 628"/>
                <a:gd name="T34" fmla="*/ 3 w 382"/>
                <a:gd name="T35" fmla="*/ 1 h 628"/>
                <a:gd name="T36" fmla="*/ 3 w 382"/>
                <a:gd name="T37" fmla="*/ 0 h 628"/>
                <a:gd name="T38" fmla="*/ 2 w 382"/>
                <a:gd name="T39" fmla="*/ 0 h 628"/>
                <a:gd name="T40" fmla="*/ 2 w 382"/>
                <a:gd name="T41" fmla="*/ 0 h 628"/>
                <a:gd name="T42" fmla="*/ 2 w 382"/>
                <a:gd name="T43" fmla="*/ 1 h 628"/>
                <a:gd name="T44" fmla="*/ 2 w 382"/>
                <a:gd name="T45" fmla="*/ 1 h 628"/>
                <a:gd name="T46" fmla="*/ 1 w 382"/>
                <a:gd name="T47" fmla="*/ 1 h 628"/>
                <a:gd name="T48" fmla="*/ 1 w 382"/>
                <a:gd name="T49" fmla="*/ 1 h 628"/>
                <a:gd name="T50" fmla="*/ 1 w 382"/>
                <a:gd name="T51" fmla="*/ 2 h 628"/>
                <a:gd name="T52" fmla="*/ 1 w 382"/>
                <a:gd name="T53" fmla="*/ 2 h 628"/>
                <a:gd name="T54" fmla="*/ 1 w 382"/>
                <a:gd name="T55" fmla="*/ 2 h 628"/>
                <a:gd name="T56" fmla="*/ 0 w 382"/>
                <a:gd name="T57" fmla="*/ 3 h 628"/>
                <a:gd name="T58" fmla="*/ 0 w 382"/>
                <a:gd name="T59" fmla="*/ 3 h 628"/>
                <a:gd name="T60" fmla="*/ 0 w 382"/>
                <a:gd name="T61" fmla="*/ 3 h 628"/>
                <a:gd name="T62" fmla="*/ 0 w 382"/>
                <a:gd name="T63" fmla="*/ 4 h 628"/>
                <a:gd name="T64" fmla="*/ 0 w 382"/>
                <a:gd name="T65" fmla="*/ 4 h 628"/>
                <a:gd name="T66" fmla="*/ 0 w 382"/>
                <a:gd name="T67" fmla="*/ 4 h 628"/>
                <a:gd name="T68" fmla="*/ 0 w 382"/>
                <a:gd name="T69" fmla="*/ 5 h 628"/>
                <a:gd name="T70" fmla="*/ 0 w 382"/>
                <a:gd name="T71" fmla="*/ 5 h 628"/>
                <a:gd name="T72" fmla="*/ 0 w 382"/>
                <a:gd name="T73" fmla="*/ 5 h 628"/>
                <a:gd name="T74" fmla="*/ 0 w 382"/>
                <a:gd name="T75" fmla="*/ 5 h 628"/>
                <a:gd name="T76" fmla="*/ 0 w 382"/>
                <a:gd name="T77" fmla="*/ 5 h 628"/>
                <a:gd name="T78" fmla="*/ 0 w 382"/>
                <a:gd name="T79" fmla="*/ 5 h 628"/>
                <a:gd name="T80" fmla="*/ 0 w 382"/>
                <a:gd name="T81" fmla="*/ 5 h 628"/>
                <a:gd name="T82" fmla="*/ 1 w 382"/>
                <a:gd name="T83" fmla="*/ 5 h 628"/>
                <a:gd name="T84" fmla="*/ 1 w 382"/>
                <a:gd name="T85" fmla="*/ 5 h 628"/>
                <a:gd name="T86" fmla="*/ 1 w 382"/>
                <a:gd name="T87" fmla="*/ 5 h 628"/>
                <a:gd name="T88" fmla="*/ 1 w 382"/>
                <a:gd name="T89" fmla="*/ 5 h 628"/>
                <a:gd name="T90" fmla="*/ 1 w 382"/>
                <a:gd name="T91" fmla="*/ 5 h 628"/>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382"/>
                <a:gd name="T139" fmla="*/ 0 h 628"/>
                <a:gd name="T140" fmla="*/ 382 w 382"/>
                <a:gd name="T141" fmla="*/ 628 h 628"/>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382" h="628">
                  <a:moveTo>
                    <a:pt x="94" y="581"/>
                  </a:moveTo>
                  <a:lnTo>
                    <a:pt x="94" y="582"/>
                  </a:lnTo>
                  <a:lnTo>
                    <a:pt x="96" y="541"/>
                  </a:lnTo>
                  <a:lnTo>
                    <a:pt x="99" y="500"/>
                  </a:lnTo>
                  <a:lnTo>
                    <a:pt x="106" y="463"/>
                  </a:lnTo>
                  <a:lnTo>
                    <a:pt x="115" y="424"/>
                  </a:lnTo>
                  <a:lnTo>
                    <a:pt x="127" y="389"/>
                  </a:lnTo>
                  <a:lnTo>
                    <a:pt x="140" y="353"/>
                  </a:lnTo>
                  <a:lnTo>
                    <a:pt x="156" y="320"/>
                  </a:lnTo>
                  <a:lnTo>
                    <a:pt x="173" y="287"/>
                  </a:lnTo>
                  <a:lnTo>
                    <a:pt x="193" y="255"/>
                  </a:lnTo>
                  <a:lnTo>
                    <a:pt x="214" y="226"/>
                  </a:lnTo>
                  <a:lnTo>
                    <a:pt x="238" y="198"/>
                  </a:lnTo>
                  <a:lnTo>
                    <a:pt x="263" y="172"/>
                  </a:lnTo>
                  <a:lnTo>
                    <a:pt x="290" y="146"/>
                  </a:lnTo>
                  <a:lnTo>
                    <a:pt x="318" y="122"/>
                  </a:lnTo>
                  <a:lnTo>
                    <a:pt x="349" y="101"/>
                  </a:lnTo>
                  <a:lnTo>
                    <a:pt x="382" y="82"/>
                  </a:lnTo>
                  <a:lnTo>
                    <a:pt x="335" y="0"/>
                  </a:lnTo>
                  <a:lnTo>
                    <a:pt x="297" y="23"/>
                  </a:lnTo>
                  <a:lnTo>
                    <a:pt x="262" y="49"/>
                  </a:lnTo>
                  <a:lnTo>
                    <a:pt x="229" y="76"/>
                  </a:lnTo>
                  <a:lnTo>
                    <a:pt x="198" y="104"/>
                  </a:lnTo>
                  <a:lnTo>
                    <a:pt x="167" y="137"/>
                  </a:lnTo>
                  <a:lnTo>
                    <a:pt x="142" y="170"/>
                  </a:lnTo>
                  <a:lnTo>
                    <a:pt x="116" y="204"/>
                  </a:lnTo>
                  <a:lnTo>
                    <a:pt x="94" y="240"/>
                  </a:lnTo>
                  <a:lnTo>
                    <a:pt x="74" y="278"/>
                  </a:lnTo>
                  <a:lnTo>
                    <a:pt x="54" y="317"/>
                  </a:lnTo>
                  <a:lnTo>
                    <a:pt x="38" y="359"/>
                  </a:lnTo>
                  <a:lnTo>
                    <a:pt x="26" y="401"/>
                  </a:lnTo>
                  <a:lnTo>
                    <a:pt x="15" y="444"/>
                  </a:lnTo>
                  <a:lnTo>
                    <a:pt x="8" y="489"/>
                  </a:lnTo>
                  <a:lnTo>
                    <a:pt x="2" y="534"/>
                  </a:lnTo>
                  <a:lnTo>
                    <a:pt x="0" y="580"/>
                  </a:lnTo>
                  <a:lnTo>
                    <a:pt x="0" y="581"/>
                  </a:lnTo>
                  <a:lnTo>
                    <a:pt x="0" y="580"/>
                  </a:lnTo>
                  <a:lnTo>
                    <a:pt x="3" y="600"/>
                  </a:lnTo>
                  <a:lnTo>
                    <a:pt x="14" y="615"/>
                  </a:lnTo>
                  <a:lnTo>
                    <a:pt x="29" y="625"/>
                  </a:lnTo>
                  <a:lnTo>
                    <a:pt x="45" y="628"/>
                  </a:lnTo>
                  <a:lnTo>
                    <a:pt x="63" y="626"/>
                  </a:lnTo>
                  <a:lnTo>
                    <a:pt x="78" y="616"/>
                  </a:lnTo>
                  <a:lnTo>
                    <a:pt x="89" y="602"/>
                  </a:lnTo>
                  <a:lnTo>
                    <a:pt x="94" y="582"/>
                  </a:lnTo>
                  <a:lnTo>
                    <a:pt x="94" y="5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4838" name="Freeform 46"/>
            <p:cNvSpPr>
              <a:spLocks/>
            </p:cNvSpPr>
            <p:nvPr/>
          </p:nvSpPr>
          <p:spPr bwMode="auto">
            <a:xfrm>
              <a:off x="868" y="1712"/>
              <a:ext cx="19" cy="364"/>
            </a:xfrm>
            <a:custGeom>
              <a:avLst/>
              <a:gdLst>
                <a:gd name="T0" fmla="*/ 1 w 94"/>
                <a:gd name="T1" fmla="*/ 14 h 1818"/>
                <a:gd name="T2" fmla="*/ 1 w 94"/>
                <a:gd name="T3" fmla="*/ 14 h 1818"/>
                <a:gd name="T4" fmla="*/ 1 w 94"/>
                <a:gd name="T5" fmla="*/ 0 h 1818"/>
                <a:gd name="T6" fmla="*/ 0 w 94"/>
                <a:gd name="T7" fmla="*/ 0 h 1818"/>
                <a:gd name="T8" fmla="*/ 0 w 94"/>
                <a:gd name="T9" fmla="*/ 14 h 1818"/>
                <a:gd name="T10" fmla="*/ 0 w 94"/>
                <a:gd name="T11" fmla="*/ 14 h 1818"/>
                <a:gd name="T12" fmla="*/ 0 w 94"/>
                <a:gd name="T13" fmla="*/ 14 h 1818"/>
                <a:gd name="T14" fmla="*/ 0 w 94"/>
                <a:gd name="T15" fmla="*/ 14 h 1818"/>
                <a:gd name="T16" fmla="*/ 0 w 94"/>
                <a:gd name="T17" fmla="*/ 14 h 1818"/>
                <a:gd name="T18" fmla="*/ 0 w 94"/>
                <a:gd name="T19" fmla="*/ 15 h 1818"/>
                <a:gd name="T20" fmla="*/ 0 w 94"/>
                <a:gd name="T21" fmla="*/ 15 h 1818"/>
                <a:gd name="T22" fmla="*/ 1 w 94"/>
                <a:gd name="T23" fmla="*/ 15 h 1818"/>
                <a:gd name="T24" fmla="*/ 1 w 94"/>
                <a:gd name="T25" fmla="*/ 14 h 1818"/>
                <a:gd name="T26" fmla="*/ 1 w 94"/>
                <a:gd name="T27" fmla="*/ 14 h 1818"/>
                <a:gd name="T28" fmla="*/ 1 w 94"/>
                <a:gd name="T29" fmla="*/ 14 h 1818"/>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94"/>
                <a:gd name="T46" fmla="*/ 0 h 1818"/>
                <a:gd name="T47" fmla="*/ 94 w 94"/>
                <a:gd name="T48" fmla="*/ 1818 h 1818"/>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94" h="1818">
                  <a:moveTo>
                    <a:pt x="94" y="1771"/>
                  </a:moveTo>
                  <a:lnTo>
                    <a:pt x="94" y="1771"/>
                  </a:lnTo>
                  <a:lnTo>
                    <a:pt x="94" y="0"/>
                  </a:lnTo>
                  <a:lnTo>
                    <a:pt x="0" y="0"/>
                  </a:lnTo>
                  <a:lnTo>
                    <a:pt x="0" y="1771"/>
                  </a:lnTo>
                  <a:lnTo>
                    <a:pt x="3" y="1791"/>
                  </a:lnTo>
                  <a:lnTo>
                    <a:pt x="15" y="1806"/>
                  </a:lnTo>
                  <a:lnTo>
                    <a:pt x="29" y="1814"/>
                  </a:lnTo>
                  <a:lnTo>
                    <a:pt x="47" y="1818"/>
                  </a:lnTo>
                  <a:lnTo>
                    <a:pt x="64" y="1814"/>
                  </a:lnTo>
                  <a:lnTo>
                    <a:pt x="79" y="1806"/>
                  </a:lnTo>
                  <a:lnTo>
                    <a:pt x="90" y="1791"/>
                  </a:lnTo>
                  <a:lnTo>
                    <a:pt x="94" y="17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4839" name="Freeform 47"/>
            <p:cNvSpPr>
              <a:spLocks/>
            </p:cNvSpPr>
            <p:nvPr/>
          </p:nvSpPr>
          <p:spPr bwMode="auto">
            <a:xfrm>
              <a:off x="868" y="2067"/>
              <a:ext cx="90" cy="160"/>
            </a:xfrm>
            <a:custGeom>
              <a:avLst/>
              <a:gdLst>
                <a:gd name="T0" fmla="*/ 3 w 449"/>
                <a:gd name="T1" fmla="*/ 6 h 803"/>
                <a:gd name="T2" fmla="*/ 3 w 449"/>
                <a:gd name="T3" fmla="*/ 6 h 803"/>
                <a:gd name="T4" fmla="*/ 3 w 449"/>
                <a:gd name="T5" fmla="*/ 5 h 803"/>
                <a:gd name="T6" fmla="*/ 3 w 449"/>
                <a:gd name="T7" fmla="*/ 5 h 803"/>
                <a:gd name="T8" fmla="*/ 3 w 449"/>
                <a:gd name="T9" fmla="*/ 5 h 803"/>
                <a:gd name="T10" fmla="*/ 2 w 449"/>
                <a:gd name="T11" fmla="*/ 5 h 803"/>
                <a:gd name="T12" fmla="*/ 2 w 449"/>
                <a:gd name="T13" fmla="*/ 4 h 803"/>
                <a:gd name="T14" fmla="*/ 2 w 449"/>
                <a:gd name="T15" fmla="*/ 4 h 803"/>
                <a:gd name="T16" fmla="*/ 2 w 449"/>
                <a:gd name="T17" fmla="*/ 4 h 803"/>
                <a:gd name="T18" fmla="*/ 2 w 449"/>
                <a:gd name="T19" fmla="*/ 3 h 803"/>
                <a:gd name="T20" fmla="*/ 1 w 449"/>
                <a:gd name="T21" fmla="*/ 3 h 803"/>
                <a:gd name="T22" fmla="*/ 1 w 449"/>
                <a:gd name="T23" fmla="*/ 2 h 803"/>
                <a:gd name="T24" fmla="*/ 1 w 449"/>
                <a:gd name="T25" fmla="*/ 2 h 803"/>
                <a:gd name="T26" fmla="*/ 1 w 449"/>
                <a:gd name="T27" fmla="*/ 2 h 803"/>
                <a:gd name="T28" fmla="*/ 1 w 449"/>
                <a:gd name="T29" fmla="*/ 1 h 803"/>
                <a:gd name="T30" fmla="*/ 1 w 449"/>
                <a:gd name="T31" fmla="*/ 1 h 803"/>
                <a:gd name="T32" fmla="*/ 1 w 449"/>
                <a:gd name="T33" fmla="*/ 0 h 803"/>
                <a:gd name="T34" fmla="*/ 1 w 449"/>
                <a:gd name="T35" fmla="*/ 0 h 803"/>
                <a:gd name="T36" fmla="*/ 0 w 449"/>
                <a:gd name="T37" fmla="*/ 0 h 803"/>
                <a:gd name="T38" fmla="*/ 0 w 449"/>
                <a:gd name="T39" fmla="*/ 0 h 803"/>
                <a:gd name="T40" fmla="*/ 0 w 449"/>
                <a:gd name="T41" fmla="*/ 1 h 803"/>
                <a:gd name="T42" fmla="*/ 0 w 449"/>
                <a:gd name="T43" fmla="*/ 1 h 803"/>
                <a:gd name="T44" fmla="*/ 0 w 449"/>
                <a:gd name="T45" fmla="*/ 2 h 803"/>
                <a:gd name="T46" fmla="*/ 0 w 449"/>
                <a:gd name="T47" fmla="*/ 2 h 803"/>
                <a:gd name="T48" fmla="*/ 0 w 449"/>
                <a:gd name="T49" fmla="*/ 3 h 803"/>
                <a:gd name="T50" fmla="*/ 1 w 449"/>
                <a:gd name="T51" fmla="*/ 3 h 803"/>
                <a:gd name="T52" fmla="*/ 1 w 449"/>
                <a:gd name="T53" fmla="*/ 4 h 803"/>
                <a:gd name="T54" fmla="*/ 1 w 449"/>
                <a:gd name="T55" fmla="*/ 4 h 803"/>
                <a:gd name="T56" fmla="*/ 1 w 449"/>
                <a:gd name="T57" fmla="*/ 4 h 803"/>
                <a:gd name="T58" fmla="*/ 2 w 449"/>
                <a:gd name="T59" fmla="*/ 5 h 803"/>
                <a:gd name="T60" fmla="*/ 2 w 449"/>
                <a:gd name="T61" fmla="*/ 5 h 803"/>
                <a:gd name="T62" fmla="*/ 2 w 449"/>
                <a:gd name="T63" fmla="*/ 5 h 803"/>
                <a:gd name="T64" fmla="*/ 2 w 449"/>
                <a:gd name="T65" fmla="*/ 6 h 803"/>
                <a:gd name="T66" fmla="*/ 3 w 449"/>
                <a:gd name="T67" fmla="*/ 6 h 803"/>
                <a:gd name="T68" fmla="*/ 3 w 449"/>
                <a:gd name="T69" fmla="*/ 6 h 803"/>
                <a:gd name="T70" fmla="*/ 3 w 449"/>
                <a:gd name="T71" fmla="*/ 6 h 803"/>
                <a:gd name="T72" fmla="*/ 3 w 449"/>
                <a:gd name="T73" fmla="*/ 6 h 803"/>
                <a:gd name="T74" fmla="*/ 3 w 449"/>
                <a:gd name="T75" fmla="*/ 6 h 803"/>
                <a:gd name="T76" fmla="*/ 3 w 449"/>
                <a:gd name="T77" fmla="*/ 6 h 803"/>
                <a:gd name="T78" fmla="*/ 3 w 449"/>
                <a:gd name="T79" fmla="*/ 6 h 803"/>
                <a:gd name="T80" fmla="*/ 4 w 449"/>
                <a:gd name="T81" fmla="*/ 6 h 803"/>
                <a:gd name="T82" fmla="*/ 4 w 449"/>
                <a:gd name="T83" fmla="*/ 6 h 803"/>
                <a:gd name="T84" fmla="*/ 4 w 449"/>
                <a:gd name="T85" fmla="*/ 6 h 803"/>
                <a:gd name="T86" fmla="*/ 4 w 449"/>
                <a:gd name="T87" fmla="*/ 6 h 803"/>
                <a:gd name="T88" fmla="*/ 3 w 449"/>
                <a:gd name="T89" fmla="*/ 6 h 803"/>
                <a:gd name="T90" fmla="*/ 3 w 449"/>
                <a:gd name="T91" fmla="*/ 6 h 80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449"/>
                <a:gd name="T139" fmla="*/ 0 h 803"/>
                <a:gd name="T140" fmla="*/ 449 w 449"/>
                <a:gd name="T141" fmla="*/ 803 h 80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449" h="803">
                  <a:moveTo>
                    <a:pt x="426" y="717"/>
                  </a:moveTo>
                  <a:lnTo>
                    <a:pt x="427" y="717"/>
                  </a:lnTo>
                  <a:lnTo>
                    <a:pt x="395" y="693"/>
                  </a:lnTo>
                  <a:lnTo>
                    <a:pt x="361" y="662"/>
                  </a:lnTo>
                  <a:lnTo>
                    <a:pt x="329" y="628"/>
                  </a:lnTo>
                  <a:lnTo>
                    <a:pt x="299" y="591"/>
                  </a:lnTo>
                  <a:lnTo>
                    <a:pt x="269" y="551"/>
                  </a:lnTo>
                  <a:lnTo>
                    <a:pt x="241" y="507"/>
                  </a:lnTo>
                  <a:lnTo>
                    <a:pt x="215" y="460"/>
                  </a:lnTo>
                  <a:lnTo>
                    <a:pt x="191" y="412"/>
                  </a:lnTo>
                  <a:lnTo>
                    <a:pt x="170" y="363"/>
                  </a:lnTo>
                  <a:lnTo>
                    <a:pt x="151" y="312"/>
                  </a:lnTo>
                  <a:lnTo>
                    <a:pt x="133" y="259"/>
                  </a:lnTo>
                  <a:lnTo>
                    <a:pt x="119" y="207"/>
                  </a:lnTo>
                  <a:lnTo>
                    <a:pt x="108" y="156"/>
                  </a:lnTo>
                  <a:lnTo>
                    <a:pt x="101" y="103"/>
                  </a:lnTo>
                  <a:lnTo>
                    <a:pt x="96" y="51"/>
                  </a:lnTo>
                  <a:lnTo>
                    <a:pt x="94" y="0"/>
                  </a:lnTo>
                  <a:lnTo>
                    <a:pt x="0" y="0"/>
                  </a:lnTo>
                  <a:lnTo>
                    <a:pt x="2" y="56"/>
                  </a:lnTo>
                  <a:lnTo>
                    <a:pt x="7" y="115"/>
                  </a:lnTo>
                  <a:lnTo>
                    <a:pt x="16" y="172"/>
                  </a:lnTo>
                  <a:lnTo>
                    <a:pt x="28" y="231"/>
                  </a:lnTo>
                  <a:lnTo>
                    <a:pt x="44" y="287"/>
                  </a:lnTo>
                  <a:lnTo>
                    <a:pt x="62" y="342"/>
                  </a:lnTo>
                  <a:lnTo>
                    <a:pt x="83" y="398"/>
                  </a:lnTo>
                  <a:lnTo>
                    <a:pt x="106" y="452"/>
                  </a:lnTo>
                  <a:lnTo>
                    <a:pt x="133" y="505"/>
                  </a:lnTo>
                  <a:lnTo>
                    <a:pt x="161" y="554"/>
                  </a:lnTo>
                  <a:lnTo>
                    <a:pt x="192" y="602"/>
                  </a:lnTo>
                  <a:lnTo>
                    <a:pt x="224" y="647"/>
                  </a:lnTo>
                  <a:lnTo>
                    <a:pt x="259" y="689"/>
                  </a:lnTo>
                  <a:lnTo>
                    <a:pt x="295" y="728"/>
                  </a:lnTo>
                  <a:lnTo>
                    <a:pt x="334" y="763"/>
                  </a:lnTo>
                  <a:lnTo>
                    <a:pt x="374" y="795"/>
                  </a:lnTo>
                  <a:lnTo>
                    <a:pt x="375" y="795"/>
                  </a:lnTo>
                  <a:lnTo>
                    <a:pt x="374" y="795"/>
                  </a:lnTo>
                  <a:lnTo>
                    <a:pt x="392" y="803"/>
                  </a:lnTo>
                  <a:lnTo>
                    <a:pt x="411" y="803"/>
                  </a:lnTo>
                  <a:lnTo>
                    <a:pt x="426" y="795"/>
                  </a:lnTo>
                  <a:lnTo>
                    <a:pt x="439" y="782"/>
                  </a:lnTo>
                  <a:lnTo>
                    <a:pt x="446" y="766"/>
                  </a:lnTo>
                  <a:lnTo>
                    <a:pt x="449" y="749"/>
                  </a:lnTo>
                  <a:lnTo>
                    <a:pt x="441" y="732"/>
                  </a:lnTo>
                  <a:lnTo>
                    <a:pt x="427" y="717"/>
                  </a:lnTo>
                  <a:lnTo>
                    <a:pt x="426" y="71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4840" name="Freeform 48"/>
            <p:cNvSpPr>
              <a:spLocks/>
            </p:cNvSpPr>
            <p:nvPr/>
          </p:nvSpPr>
          <p:spPr bwMode="auto">
            <a:xfrm>
              <a:off x="883" y="1673"/>
              <a:ext cx="379" cy="690"/>
            </a:xfrm>
            <a:custGeom>
              <a:avLst/>
              <a:gdLst>
                <a:gd name="T0" fmla="*/ 12 w 1897"/>
                <a:gd name="T1" fmla="*/ 6 h 3450"/>
                <a:gd name="T2" fmla="*/ 13 w 1897"/>
                <a:gd name="T3" fmla="*/ 7 h 3450"/>
                <a:gd name="T4" fmla="*/ 13 w 1897"/>
                <a:gd name="T5" fmla="*/ 7 h 3450"/>
                <a:gd name="T6" fmla="*/ 14 w 1897"/>
                <a:gd name="T7" fmla="*/ 8 h 3450"/>
                <a:gd name="T8" fmla="*/ 14 w 1897"/>
                <a:gd name="T9" fmla="*/ 9 h 3450"/>
                <a:gd name="T10" fmla="*/ 15 w 1897"/>
                <a:gd name="T11" fmla="*/ 10 h 3450"/>
                <a:gd name="T12" fmla="*/ 15 w 1897"/>
                <a:gd name="T13" fmla="*/ 11 h 3450"/>
                <a:gd name="T14" fmla="*/ 15 w 1897"/>
                <a:gd name="T15" fmla="*/ 11 h 3450"/>
                <a:gd name="T16" fmla="*/ 15 w 1897"/>
                <a:gd name="T17" fmla="*/ 12 h 3450"/>
                <a:gd name="T18" fmla="*/ 15 w 1897"/>
                <a:gd name="T19" fmla="*/ 26 h 3450"/>
                <a:gd name="T20" fmla="*/ 15 w 1897"/>
                <a:gd name="T21" fmla="*/ 26 h 3450"/>
                <a:gd name="T22" fmla="*/ 15 w 1897"/>
                <a:gd name="T23" fmla="*/ 27 h 3450"/>
                <a:gd name="T24" fmla="*/ 15 w 1897"/>
                <a:gd name="T25" fmla="*/ 27 h 3450"/>
                <a:gd name="T26" fmla="*/ 14 w 1897"/>
                <a:gd name="T27" fmla="*/ 27 h 3450"/>
                <a:gd name="T28" fmla="*/ 14 w 1897"/>
                <a:gd name="T29" fmla="*/ 28 h 3450"/>
                <a:gd name="T30" fmla="*/ 13 w 1897"/>
                <a:gd name="T31" fmla="*/ 28 h 3450"/>
                <a:gd name="T32" fmla="*/ 13 w 1897"/>
                <a:gd name="T33" fmla="*/ 27 h 3450"/>
                <a:gd name="T34" fmla="*/ 3 w 1897"/>
                <a:gd name="T35" fmla="*/ 21 h 3450"/>
                <a:gd name="T36" fmla="*/ 2 w 1897"/>
                <a:gd name="T37" fmla="*/ 21 h 3450"/>
                <a:gd name="T38" fmla="*/ 2 w 1897"/>
                <a:gd name="T39" fmla="*/ 20 h 3450"/>
                <a:gd name="T40" fmla="*/ 1 w 1897"/>
                <a:gd name="T41" fmla="*/ 19 h 3450"/>
                <a:gd name="T42" fmla="*/ 1 w 1897"/>
                <a:gd name="T43" fmla="*/ 19 h 3450"/>
                <a:gd name="T44" fmla="*/ 0 w 1897"/>
                <a:gd name="T45" fmla="*/ 18 h 3450"/>
                <a:gd name="T46" fmla="*/ 0 w 1897"/>
                <a:gd name="T47" fmla="*/ 17 h 3450"/>
                <a:gd name="T48" fmla="*/ 0 w 1897"/>
                <a:gd name="T49" fmla="*/ 16 h 3450"/>
                <a:gd name="T50" fmla="*/ 0 w 1897"/>
                <a:gd name="T51" fmla="*/ 15 h 3450"/>
                <a:gd name="T52" fmla="*/ 0 w 1897"/>
                <a:gd name="T53" fmla="*/ 2 h 3450"/>
                <a:gd name="T54" fmla="*/ 0 w 1897"/>
                <a:gd name="T55" fmla="*/ 1 h 3450"/>
                <a:gd name="T56" fmla="*/ 0 w 1897"/>
                <a:gd name="T57" fmla="*/ 1 h 3450"/>
                <a:gd name="T58" fmla="*/ 1 w 1897"/>
                <a:gd name="T59" fmla="*/ 0 h 3450"/>
                <a:gd name="T60" fmla="*/ 1 w 1897"/>
                <a:gd name="T61" fmla="*/ 0 h 3450"/>
                <a:gd name="T62" fmla="*/ 1 w 1897"/>
                <a:gd name="T63" fmla="*/ 0 h 3450"/>
                <a:gd name="T64" fmla="*/ 2 w 1897"/>
                <a:gd name="T65" fmla="*/ 0 h 3450"/>
                <a:gd name="T66" fmla="*/ 3 w 1897"/>
                <a:gd name="T67" fmla="*/ 0 h 3450"/>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897"/>
                <a:gd name="T103" fmla="*/ 0 h 3450"/>
                <a:gd name="T104" fmla="*/ 1897 w 1897"/>
                <a:gd name="T105" fmla="*/ 3450 h 3450"/>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897" h="3450">
                  <a:moveTo>
                    <a:pt x="357" y="49"/>
                  </a:moveTo>
                  <a:lnTo>
                    <a:pt x="1542" y="806"/>
                  </a:lnTo>
                  <a:lnTo>
                    <a:pt x="1579" y="832"/>
                  </a:lnTo>
                  <a:lnTo>
                    <a:pt x="1614" y="861"/>
                  </a:lnTo>
                  <a:lnTo>
                    <a:pt x="1648" y="895"/>
                  </a:lnTo>
                  <a:lnTo>
                    <a:pt x="1681" y="933"/>
                  </a:lnTo>
                  <a:lnTo>
                    <a:pt x="1711" y="973"/>
                  </a:lnTo>
                  <a:lnTo>
                    <a:pt x="1740" y="1016"/>
                  </a:lnTo>
                  <a:lnTo>
                    <a:pt x="1768" y="1062"/>
                  </a:lnTo>
                  <a:lnTo>
                    <a:pt x="1793" y="1109"/>
                  </a:lnTo>
                  <a:lnTo>
                    <a:pt x="1816" y="1158"/>
                  </a:lnTo>
                  <a:lnTo>
                    <a:pt x="1836" y="1208"/>
                  </a:lnTo>
                  <a:lnTo>
                    <a:pt x="1854" y="1260"/>
                  </a:lnTo>
                  <a:lnTo>
                    <a:pt x="1869" y="1313"/>
                  </a:lnTo>
                  <a:lnTo>
                    <a:pt x="1881" y="1364"/>
                  </a:lnTo>
                  <a:lnTo>
                    <a:pt x="1890" y="1417"/>
                  </a:lnTo>
                  <a:lnTo>
                    <a:pt x="1895" y="1469"/>
                  </a:lnTo>
                  <a:lnTo>
                    <a:pt x="1897" y="1519"/>
                  </a:lnTo>
                  <a:lnTo>
                    <a:pt x="1897" y="3142"/>
                  </a:lnTo>
                  <a:lnTo>
                    <a:pt x="1895" y="3190"/>
                  </a:lnTo>
                  <a:lnTo>
                    <a:pt x="1890" y="3235"/>
                  </a:lnTo>
                  <a:lnTo>
                    <a:pt x="1881" y="3276"/>
                  </a:lnTo>
                  <a:lnTo>
                    <a:pt x="1869" y="3313"/>
                  </a:lnTo>
                  <a:lnTo>
                    <a:pt x="1854" y="3346"/>
                  </a:lnTo>
                  <a:lnTo>
                    <a:pt x="1836" y="3375"/>
                  </a:lnTo>
                  <a:lnTo>
                    <a:pt x="1816" y="3398"/>
                  </a:lnTo>
                  <a:lnTo>
                    <a:pt x="1793" y="3418"/>
                  </a:lnTo>
                  <a:lnTo>
                    <a:pt x="1768" y="3434"/>
                  </a:lnTo>
                  <a:lnTo>
                    <a:pt x="1740" y="3444"/>
                  </a:lnTo>
                  <a:lnTo>
                    <a:pt x="1711" y="3450"/>
                  </a:lnTo>
                  <a:lnTo>
                    <a:pt x="1681" y="3450"/>
                  </a:lnTo>
                  <a:lnTo>
                    <a:pt x="1648" y="3445"/>
                  </a:lnTo>
                  <a:lnTo>
                    <a:pt x="1614" y="3436"/>
                  </a:lnTo>
                  <a:lnTo>
                    <a:pt x="1579" y="3421"/>
                  </a:lnTo>
                  <a:lnTo>
                    <a:pt x="1542" y="3400"/>
                  </a:lnTo>
                  <a:lnTo>
                    <a:pt x="357" y="2643"/>
                  </a:lnTo>
                  <a:lnTo>
                    <a:pt x="320" y="2618"/>
                  </a:lnTo>
                  <a:lnTo>
                    <a:pt x="285" y="2588"/>
                  </a:lnTo>
                  <a:lnTo>
                    <a:pt x="251" y="2554"/>
                  </a:lnTo>
                  <a:lnTo>
                    <a:pt x="218" y="2517"/>
                  </a:lnTo>
                  <a:lnTo>
                    <a:pt x="187" y="2477"/>
                  </a:lnTo>
                  <a:lnTo>
                    <a:pt x="157" y="2433"/>
                  </a:lnTo>
                  <a:lnTo>
                    <a:pt x="130" y="2388"/>
                  </a:lnTo>
                  <a:lnTo>
                    <a:pt x="105" y="2341"/>
                  </a:lnTo>
                  <a:lnTo>
                    <a:pt x="81" y="2292"/>
                  </a:lnTo>
                  <a:lnTo>
                    <a:pt x="61" y="2241"/>
                  </a:lnTo>
                  <a:lnTo>
                    <a:pt x="44" y="2190"/>
                  </a:lnTo>
                  <a:lnTo>
                    <a:pt x="29" y="2138"/>
                  </a:lnTo>
                  <a:lnTo>
                    <a:pt x="17" y="2085"/>
                  </a:lnTo>
                  <a:lnTo>
                    <a:pt x="7" y="2033"/>
                  </a:lnTo>
                  <a:lnTo>
                    <a:pt x="3" y="1981"/>
                  </a:lnTo>
                  <a:lnTo>
                    <a:pt x="0" y="1931"/>
                  </a:lnTo>
                  <a:lnTo>
                    <a:pt x="0" y="308"/>
                  </a:lnTo>
                  <a:lnTo>
                    <a:pt x="3" y="260"/>
                  </a:lnTo>
                  <a:lnTo>
                    <a:pt x="7" y="215"/>
                  </a:lnTo>
                  <a:lnTo>
                    <a:pt x="17" y="174"/>
                  </a:lnTo>
                  <a:lnTo>
                    <a:pt x="29" y="137"/>
                  </a:lnTo>
                  <a:lnTo>
                    <a:pt x="44" y="104"/>
                  </a:lnTo>
                  <a:lnTo>
                    <a:pt x="61" y="76"/>
                  </a:lnTo>
                  <a:lnTo>
                    <a:pt x="81" y="51"/>
                  </a:lnTo>
                  <a:lnTo>
                    <a:pt x="105" y="31"/>
                  </a:lnTo>
                  <a:lnTo>
                    <a:pt x="130" y="16"/>
                  </a:lnTo>
                  <a:lnTo>
                    <a:pt x="157" y="5"/>
                  </a:lnTo>
                  <a:lnTo>
                    <a:pt x="187" y="0"/>
                  </a:lnTo>
                  <a:lnTo>
                    <a:pt x="218" y="0"/>
                  </a:lnTo>
                  <a:lnTo>
                    <a:pt x="251" y="3"/>
                  </a:lnTo>
                  <a:lnTo>
                    <a:pt x="285" y="14"/>
                  </a:lnTo>
                  <a:lnTo>
                    <a:pt x="320" y="29"/>
                  </a:lnTo>
                  <a:lnTo>
                    <a:pt x="357" y="49"/>
                  </a:lnTo>
                  <a:close/>
                </a:path>
              </a:pathLst>
            </a:custGeom>
            <a:solidFill>
              <a:srgbClr val="BFBFB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4841" name="Freeform 49"/>
            <p:cNvSpPr>
              <a:spLocks/>
            </p:cNvSpPr>
            <p:nvPr/>
          </p:nvSpPr>
          <p:spPr bwMode="auto">
            <a:xfrm>
              <a:off x="1268" y="1663"/>
              <a:ext cx="393" cy="711"/>
            </a:xfrm>
            <a:custGeom>
              <a:avLst/>
              <a:gdLst>
                <a:gd name="T0" fmla="*/ 3 w 1962"/>
                <a:gd name="T1" fmla="*/ 7 h 3555"/>
                <a:gd name="T2" fmla="*/ 2 w 1962"/>
                <a:gd name="T3" fmla="*/ 7 h 3555"/>
                <a:gd name="T4" fmla="*/ 2 w 1962"/>
                <a:gd name="T5" fmla="*/ 8 h 3555"/>
                <a:gd name="T6" fmla="*/ 1 w 1962"/>
                <a:gd name="T7" fmla="*/ 8 h 3555"/>
                <a:gd name="T8" fmla="*/ 1 w 1962"/>
                <a:gd name="T9" fmla="*/ 9 h 3555"/>
                <a:gd name="T10" fmla="*/ 1 w 1962"/>
                <a:gd name="T11" fmla="*/ 10 h 3555"/>
                <a:gd name="T12" fmla="*/ 0 w 1962"/>
                <a:gd name="T13" fmla="*/ 11 h 3555"/>
                <a:gd name="T14" fmla="*/ 0 w 1962"/>
                <a:gd name="T15" fmla="*/ 12 h 3555"/>
                <a:gd name="T16" fmla="*/ 0 w 1962"/>
                <a:gd name="T17" fmla="*/ 13 h 3555"/>
                <a:gd name="T18" fmla="*/ 0 w 1962"/>
                <a:gd name="T19" fmla="*/ 26 h 3555"/>
                <a:gd name="T20" fmla="*/ 0 w 1962"/>
                <a:gd name="T21" fmla="*/ 27 h 3555"/>
                <a:gd name="T22" fmla="*/ 0 w 1962"/>
                <a:gd name="T23" fmla="*/ 28 h 3555"/>
                <a:gd name="T24" fmla="*/ 1 w 1962"/>
                <a:gd name="T25" fmla="*/ 28 h 3555"/>
                <a:gd name="T26" fmla="*/ 1 w 1962"/>
                <a:gd name="T27" fmla="*/ 28 h 3555"/>
                <a:gd name="T28" fmla="*/ 2 w 1962"/>
                <a:gd name="T29" fmla="*/ 28 h 3555"/>
                <a:gd name="T30" fmla="*/ 2 w 1962"/>
                <a:gd name="T31" fmla="*/ 28 h 3555"/>
                <a:gd name="T32" fmla="*/ 3 w 1962"/>
                <a:gd name="T33" fmla="*/ 28 h 3555"/>
                <a:gd name="T34" fmla="*/ 13 w 1962"/>
                <a:gd name="T35" fmla="*/ 22 h 3555"/>
                <a:gd name="T36" fmla="*/ 13 w 1962"/>
                <a:gd name="T37" fmla="*/ 21 h 3555"/>
                <a:gd name="T38" fmla="*/ 14 w 1962"/>
                <a:gd name="T39" fmla="*/ 21 h 3555"/>
                <a:gd name="T40" fmla="*/ 14 w 1962"/>
                <a:gd name="T41" fmla="*/ 20 h 3555"/>
                <a:gd name="T42" fmla="*/ 15 w 1962"/>
                <a:gd name="T43" fmla="*/ 19 h 3555"/>
                <a:gd name="T44" fmla="*/ 15 w 1962"/>
                <a:gd name="T45" fmla="*/ 18 h 3555"/>
                <a:gd name="T46" fmla="*/ 16 w 1962"/>
                <a:gd name="T47" fmla="*/ 18 h 3555"/>
                <a:gd name="T48" fmla="*/ 16 w 1962"/>
                <a:gd name="T49" fmla="*/ 17 h 3555"/>
                <a:gd name="T50" fmla="*/ 16 w 1962"/>
                <a:gd name="T51" fmla="*/ 16 h 3555"/>
                <a:gd name="T52" fmla="*/ 16 w 1962"/>
                <a:gd name="T53" fmla="*/ 2 h 3555"/>
                <a:gd name="T54" fmla="*/ 16 w 1962"/>
                <a:gd name="T55" fmla="*/ 1 h 3555"/>
                <a:gd name="T56" fmla="*/ 15 w 1962"/>
                <a:gd name="T57" fmla="*/ 1 h 3555"/>
                <a:gd name="T58" fmla="*/ 15 w 1962"/>
                <a:gd name="T59" fmla="*/ 0 h 3555"/>
                <a:gd name="T60" fmla="*/ 15 w 1962"/>
                <a:gd name="T61" fmla="*/ 0 h 3555"/>
                <a:gd name="T62" fmla="*/ 14 w 1962"/>
                <a:gd name="T63" fmla="*/ 0 h 3555"/>
                <a:gd name="T64" fmla="*/ 14 w 1962"/>
                <a:gd name="T65" fmla="*/ 0 h 3555"/>
                <a:gd name="T66" fmla="*/ 13 w 1962"/>
                <a:gd name="T67" fmla="*/ 0 h 3555"/>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962"/>
                <a:gd name="T103" fmla="*/ 0 h 3555"/>
                <a:gd name="T104" fmla="*/ 1962 w 1962"/>
                <a:gd name="T105" fmla="*/ 3555 h 3555"/>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962" h="3555">
                  <a:moveTo>
                    <a:pt x="1594" y="50"/>
                  </a:moveTo>
                  <a:lnTo>
                    <a:pt x="368" y="831"/>
                  </a:lnTo>
                  <a:lnTo>
                    <a:pt x="330" y="858"/>
                  </a:lnTo>
                  <a:lnTo>
                    <a:pt x="294" y="888"/>
                  </a:lnTo>
                  <a:lnTo>
                    <a:pt x="259" y="922"/>
                  </a:lnTo>
                  <a:lnTo>
                    <a:pt x="225" y="961"/>
                  </a:lnTo>
                  <a:lnTo>
                    <a:pt x="193" y="1003"/>
                  </a:lnTo>
                  <a:lnTo>
                    <a:pt x="163" y="1047"/>
                  </a:lnTo>
                  <a:lnTo>
                    <a:pt x="133" y="1094"/>
                  </a:lnTo>
                  <a:lnTo>
                    <a:pt x="108" y="1143"/>
                  </a:lnTo>
                  <a:lnTo>
                    <a:pt x="84" y="1193"/>
                  </a:lnTo>
                  <a:lnTo>
                    <a:pt x="63" y="1246"/>
                  </a:lnTo>
                  <a:lnTo>
                    <a:pt x="44" y="1299"/>
                  </a:lnTo>
                  <a:lnTo>
                    <a:pt x="29" y="1353"/>
                  </a:lnTo>
                  <a:lnTo>
                    <a:pt x="16" y="1405"/>
                  </a:lnTo>
                  <a:lnTo>
                    <a:pt x="7" y="1459"/>
                  </a:lnTo>
                  <a:lnTo>
                    <a:pt x="2" y="1512"/>
                  </a:lnTo>
                  <a:lnTo>
                    <a:pt x="0" y="1565"/>
                  </a:lnTo>
                  <a:lnTo>
                    <a:pt x="0" y="3237"/>
                  </a:lnTo>
                  <a:lnTo>
                    <a:pt x="2" y="3287"/>
                  </a:lnTo>
                  <a:lnTo>
                    <a:pt x="7" y="3333"/>
                  </a:lnTo>
                  <a:lnTo>
                    <a:pt x="16" y="3375"/>
                  </a:lnTo>
                  <a:lnTo>
                    <a:pt x="29" y="3413"/>
                  </a:lnTo>
                  <a:lnTo>
                    <a:pt x="44" y="3447"/>
                  </a:lnTo>
                  <a:lnTo>
                    <a:pt x="63" y="3477"/>
                  </a:lnTo>
                  <a:lnTo>
                    <a:pt x="84" y="3502"/>
                  </a:lnTo>
                  <a:lnTo>
                    <a:pt x="108" y="3522"/>
                  </a:lnTo>
                  <a:lnTo>
                    <a:pt x="133" y="3538"/>
                  </a:lnTo>
                  <a:lnTo>
                    <a:pt x="163" y="3549"/>
                  </a:lnTo>
                  <a:lnTo>
                    <a:pt x="193" y="3555"/>
                  </a:lnTo>
                  <a:lnTo>
                    <a:pt x="225" y="3555"/>
                  </a:lnTo>
                  <a:lnTo>
                    <a:pt x="259" y="3550"/>
                  </a:lnTo>
                  <a:lnTo>
                    <a:pt x="294" y="3541"/>
                  </a:lnTo>
                  <a:lnTo>
                    <a:pt x="330" y="3524"/>
                  </a:lnTo>
                  <a:lnTo>
                    <a:pt x="368" y="3503"/>
                  </a:lnTo>
                  <a:lnTo>
                    <a:pt x="1594" y="2722"/>
                  </a:lnTo>
                  <a:lnTo>
                    <a:pt x="1632" y="2696"/>
                  </a:lnTo>
                  <a:lnTo>
                    <a:pt x="1668" y="2665"/>
                  </a:lnTo>
                  <a:lnTo>
                    <a:pt x="1703" y="2631"/>
                  </a:lnTo>
                  <a:lnTo>
                    <a:pt x="1737" y="2592"/>
                  </a:lnTo>
                  <a:lnTo>
                    <a:pt x="1769" y="2551"/>
                  </a:lnTo>
                  <a:lnTo>
                    <a:pt x="1799" y="2506"/>
                  </a:lnTo>
                  <a:lnTo>
                    <a:pt x="1829" y="2460"/>
                  </a:lnTo>
                  <a:lnTo>
                    <a:pt x="1854" y="2411"/>
                  </a:lnTo>
                  <a:lnTo>
                    <a:pt x="1878" y="2361"/>
                  </a:lnTo>
                  <a:lnTo>
                    <a:pt x="1899" y="2308"/>
                  </a:lnTo>
                  <a:lnTo>
                    <a:pt x="1918" y="2256"/>
                  </a:lnTo>
                  <a:lnTo>
                    <a:pt x="1933" y="2202"/>
                  </a:lnTo>
                  <a:lnTo>
                    <a:pt x="1946" y="2149"/>
                  </a:lnTo>
                  <a:lnTo>
                    <a:pt x="1955" y="2095"/>
                  </a:lnTo>
                  <a:lnTo>
                    <a:pt x="1960" y="2042"/>
                  </a:lnTo>
                  <a:lnTo>
                    <a:pt x="1962" y="1989"/>
                  </a:lnTo>
                  <a:lnTo>
                    <a:pt x="1962" y="319"/>
                  </a:lnTo>
                  <a:lnTo>
                    <a:pt x="1960" y="269"/>
                  </a:lnTo>
                  <a:lnTo>
                    <a:pt x="1955" y="223"/>
                  </a:lnTo>
                  <a:lnTo>
                    <a:pt x="1946" y="180"/>
                  </a:lnTo>
                  <a:lnTo>
                    <a:pt x="1933" y="143"/>
                  </a:lnTo>
                  <a:lnTo>
                    <a:pt x="1918" y="109"/>
                  </a:lnTo>
                  <a:lnTo>
                    <a:pt x="1899" y="79"/>
                  </a:lnTo>
                  <a:lnTo>
                    <a:pt x="1878" y="54"/>
                  </a:lnTo>
                  <a:lnTo>
                    <a:pt x="1854" y="33"/>
                  </a:lnTo>
                  <a:lnTo>
                    <a:pt x="1829" y="17"/>
                  </a:lnTo>
                  <a:lnTo>
                    <a:pt x="1799" y="7"/>
                  </a:lnTo>
                  <a:lnTo>
                    <a:pt x="1769" y="0"/>
                  </a:lnTo>
                  <a:lnTo>
                    <a:pt x="1737" y="0"/>
                  </a:lnTo>
                  <a:lnTo>
                    <a:pt x="1703" y="4"/>
                  </a:lnTo>
                  <a:lnTo>
                    <a:pt x="1668" y="14"/>
                  </a:lnTo>
                  <a:lnTo>
                    <a:pt x="1632" y="29"/>
                  </a:lnTo>
                  <a:lnTo>
                    <a:pt x="1594" y="50"/>
                  </a:lnTo>
                  <a:close/>
                </a:path>
              </a:pathLst>
            </a:custGeom>
            <a:solidFill>
              <a:srgbClr val="E5E5E5"/>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4842" name="Freeform 50"/>
            <p:cNvSpPr>
              <a:spLocks noEditPoints="1"/>
            </p:cNvSpPr>
            <p:nvPr/>
          </p:nvSpPr>
          <p:spPr bwMode="auto">
            <a:xfrm>
              <a:off x="916" y="1589"/>
              <a:ext cx="697" cy="698"/>
            </a:xfrm>
            <a:custGeom>
              <a:avLst/>
              <a:gdLst>
                <a:gd name="T0" fmla="*/ 16 w 3485"/>
                <a:gd name="T1" fmla="*/ 0 h 3490"/>
                <a:gd name="T2" fmla="*/ 17 w 3485"/>
                <a:gd name="T3" fmla="*/ 2 h 3490"/>
                <a:gd name="T4" fmla="*/ 17 w 3485"/>
                <a:gd name="T5" fmla="*/ 3 h 3490"/>
                <a:gd name="T6" fmla="*/ 14 w 3485"/>
                <a:gd name="T7" fmla="*/ 4 h 3490"/>
                <a:gd name="T8" fmla="*/ 12 w 3485"/>
                <a:gd name="T9" fmla="*/ 4 h 3490"/>
                <a:gd name="T10" fmla="*/ 11 w 3485"/>
                <a:gd name="T11" fmla="*/ 2 h 3490"/>
                <a:gd name="T12" fmla="*/ 11 w 3485"/>
                <a:gd name="T13" fmla="*/ 1 h 3490"/>
                <a:gd name="T14" fmla="*/ 14 w 3485"/>
                <a:gd name="T15" fmla="*/ 0 h 3490"/>
                <a:gd name="T16" fmla="*/ 3 w 3485"/>
                <a:gd name="T17" fmla="*/ 7 h 3490"/>
                <a:gd name="T18" fmla="*/ 4 w 3485"/>
                <a:gd name="T19" fmla="*/ 9 h 3490"/>
                <a:gd name="T20" fmla="*/ 3 w 3485"/>
                <a:gd name="T21" fmla="*/ 12 h 3490"/>
                <a:gd name="T22" fmla="*/ 2 w 3485"/>
                <a:gd name="T23" fmla="*/ 13 h 3490"/>
                <a:gd name="T24" fmla="*/ 1 w 3485"/>
                <a:gd name="T25" fmla="*/ 12 h 3490"/>
                <a:gd name="T26" fmla="*/ 0 w 3485"/>
                <a:gd name="T27" fmla="*/ 10 h 3490"/>
                <a:gd name="T28" fmla="*/ 0 w 3485"/>
                <a:gd name="T29" fmla="*/ 8 h 3490"/>
                <a:gd name="T30" fmla="*/ 2 w 3485"/>
                <a:gd name="T31" fmla="*/ 6 h 3490"/>
                <a:gd name="T32" fmla="*/ 10 w 3485"/>
                <a:gd name="T33" fmla="*/ 20 h 3490"/>
                <a:gd name="T34" fmla="*/ 11 w 3485"/>
                <a:gd name="T35" fmla="*/ 22 h 3490"/>
                <a:gd name="T36" fmla="*/ 11 w 3485"/>
                <a:gd name="T37" fmla="*/ 25 h 3490"/>
                <a:gd name="T38" fmla="*/ 10 w 3485"/>
                <a:gd name="T39" fmla="*/ 27 h 3490"/>
                <a:gd name="T40" fmla="*/ 8 w 3485"/>
                <a:gd name="T41" fmla="*/ 26 h 3490"/>
                <a:gd name="T42" fmla="*/ 7 w 3485"/>
                <a:gd name="T43" fmla="*/ 24 h 3490"/>
                <a:gd name="T44" fmla="*/ 7 w 3485"/>
                <a:gd name="T45" fmla="*/ 22 h 3490"/>
                <a:gd name="T46" fmla="*/ 8 w 3485"/>
                <a:gd name="T47" fmla="*/ 20 h 3490"/>
                <a:gd name="T48" fmla="*/ 20 w 3485"/>
                <a:gd name="T49" fmla="*/ 21 h 3490"/>
                <a:gd name="T50" fmla="*/ 21 w 3485"/>
                <a:gd name="T51" fmla="*/ 23 h 3490"/>
                <a:gd name="T52" fmla="*/ 21 w 3485"/>
                <a:gd name="T53" fmla="*/ 26 h 3490"/>
                <a:gd name="T54" fmla="*/ 20 w 3485"/>
                <a:gd name="T55" fmla="*/ 28 h 3490"/>
                <a:gd name="T56" fmla="*/ 18 w 3485"/>
                <a:gd name="T57" fmla="*/ 28 h 3490"/>
                <a:gd name="T58" fmla="*/ 17 w 3485"/>
                <a:gd name="T59" fmla="*/ 26 h 3490"/>
                <a:gd name="T60" fmla="*/ 17 w 3485"/>
                <a:gd name="T61" fmla="*/ 23 h 3490"/>
                <a:gd name="T62" fmla="*/ 18 w 3485"/>
                <a:gd name="T63" fmla="*/ 21 h 3490"/>
                <a:gd name="T64" fmla="*/ 19 w 3485"/>
                <a:gd name="T65" fmla="*/ 11 h 3490"/>
                <a:gd name="T66" fmla="*/ 20 w 3485"/>
                <a:gd name="T67" fmla="*/ 13 h 3490"/>
                <a:gd name="T68" fmla="*/ 21 w 3485"/>
                <a:gd name="T69" fmla="*/ 15 h 3490"/>
                <a:gd name="T70" fmla="*/ 20 w 3485"/>
                <a:gd name="T71" fmla="*/ 17 h 3490"/>
                <a:gd name="T72" fmla="*/ 18 w 3485"/>
                <a:gd name="T73" fmla="*/ 17 h 3490"/>
                <a:gd name="T74" fmla="*/ 17 w 3485"/>
                <a:gd name="T75" fmla="*/ 16 h 3490"/>
                <a:gd name="T76" fmla="*/ 17 w 3485"/>
                <a:gd name="T77" fmla="*/ 13 h 3490"/>
                <a:gd name="T78" fmla="*/ 18 w 3485"/>
                <a:gd name="T79" fmla="*/ 11 h 3490"/>
                <a:gd name="T80" fmla="*/ 26 w 3485"/>
                <a:gd name="T81" fmla="*/ 7 h 3490"/>
                <a:gd name="T82" fmla="*/ 27 w 3485"/>
                <a:gd name="T83" fmla="*/ 8 h 3490"/>
                <a:gd name="T84" fmla="*/ 27 w 3485"/>
                <a:gd name="T85" fmla="*/ 11 h 3490"/>
                <a:gd name="T86" fmla="*/ 26 w 3485"/>
                <a:gd name="T87" fmla="*/ 13 h 3490"/>
                <a:gd name="T88" fmla="*/ 25 w 3485"/>
                <a:gd name="T89" fmla="*/ 13 h 3490"/>
                <a:gd name="T90" fmla="*/ 24 w 3485"/>
                <a:gd name="T91" fmla="*/ 12 h 3490"/>
                <a:gd name="T92" fmla="*/ 24 w 3485"/>
                <a:gd name="T93" fmla="*/ 9 h 3490"/>
                <a:gd name="T94" fmla="*/ 24 w 3485"/>
                <a:gd name="T95" fmla="*/ 7 h 3490"/>
                <a:gd name="T96" fmla="*/ 26 w 3485"/>
                <a:gd name="T97" fmla="*/ 17 h 3490"/>
                <a:gd name="T98" fmla="*/ 27 w 3485"/>
                <a:gd name="T99" fmla="*/ 18 h 3490"/>
                <a:gd name="T100" fmla="*/ 28 w 3485"/>
                <a:gd name="T101" fmla="*/ 21 h 3490"/>
                <a:gd name="T102" fmla="*/ 27 w 3485"/>
                <a:gd name="T103" fmla="*/ 23 h 3490"/>
                <a:gd name="T104" fmla="*/ 26 w 3485"/>
                <a:gd name="T105" fmla="*/ 24 h 3490"/>
                <a:gd name="T106" fmla="*/ 24 w 3485"/>
                <a:gd name="T107" fmla="*/ 23 h 3490"/>
                <a:gd name="T108" fmla="*/ 24 w 3485"/>
                <a:gd name="T109" fmla="*/ 20 h 3490"/>
                <a:gd name="T110" fmla="*/ 25 w 3485"/>
                <a:gd name="T111" fmla="*/ 18 h 3490"/>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w 3485"/>
                <a:gd name="T169" fmla="*/ 0 h 3490"/>
                <a:gd name="T170" fmla="*/ 3485 w 3485"/>
                <a:gd name="T171" fmla="*/ 3490 h 3490"/>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T168" t="T169" r="T170" b="T171"/>
              <a:pathLst>
                <a:path w="3485" h="3490">
                  <a:moveTo>
                    <a:pt x="1754" y="0"/>
                  </a:moveTo>
                  <a:lnTo>
                    <a:pt x="1797" y="2"/>
                  </a:lnTo>
                  <a:lnTo>
                    <a:pt x="1840" y="5"/>
                  </a:lnTo>
                  <a:lnTo>
                    <a:pt x="1881" y="12"/>
                  </a:lnTo>
                  <a:lnTo>
                    <a:pt x="1921" y="20"/>
                  </a:lnTo>
                  <a:lnTo>
                    <a:pt x="1959" y="31"/>
                  </a:lnTo>
                  <a:lnTo>
                    <a:pt x="1994" y="44"/>
                  </a:lnTo>
                  <a:lnTo>
                    <a:pt x="2028" y="59"/>
                  </a:lnTo>
                  <a:lnTo>
                    <a:pt x="2058" y="74"/>
                  </a:lnTo>
                  <a:lnTo>
                    <a:pt x="2086" y="93"/>
                  </a:lnTo>
                  <a:lnTo>
                    <a:pt x="2111" y="113"/>
                  </a:lnTo>
                  <a:lnTo>
                    <a:pt x="2132" y="133"/>
                  </a:lnTo>
                  <a:lnTo>
                    <a:pt x="2151" y="155"/>
                  </a:lnTo>
                  <a:lnTo>
                    <a:pt x="2165" y="179"/>
                  </a:lnTo>
                  <a:lnTo>
                    <a:pt x="2175" y="203"/>
                  </a:lnTo>
                  <a:lnTo>
                    <a:pt x="2182" y="229"/>
                  </a:lnTo>
                  <a:lnTo>
                    <a:pt x="2185" y="255"/>
                  </a:lnTo>
                  <a:lnTo>
                    <a:pt x="2182" y="281"/>
                  </a:lnTo>
                  <a:lnTo>
                    <a:pt x="2175" y="305"/>
                  </a:lnTo>
                  <a:lnTo>
                    <a:pt x="2165" y="330"/>
                  </a:lnTo>
                  <a:lnTo>
                    <a:pt x="2151" y="353"/>
                  </a:lnTo>
                  <a:lnTo>
                    <a:pt x="2132" y="376"/>
                  </a:lnTo>
                  <a:lnTo>
                    <a:pt x="2111" y="397"/>
                  </a:lnTo>
                  <a:lnTo>
                    <a:pt x="2086" y="417"/>
                  </a:lnTo>
                  <a:lnTo>
                    <a:pt x="2058" y="434"/>
                  </a:lnTo>
                  <a:lnTo>
                    <a:pt x="2028" y="451"/>
                  </a:lnTo>
                  <a:lnTo>
                    <a:pt x="1994" y="466"/>
                  </a:lnTo>
                  <a:lnTo>
                    <a:pt x="1959" y="479"/>
                  </a:lnTo>
                  <a:lnTo>
                    <a:pt x="1921" y="489"/>
                  </a:lnTo>
                  <a:lnTo>
                    <a:pt x="1881" y="498"/>
                  </a:lnTo>
                  <a:lnTo>
                    <a:pt x="1840" y="505"/>
                  </a:lnTo>
                  <a:lnTo>
                    <a:pt x="1797" y="508"/>
                  </a:lnTo>
                  <a:lnTo>
                    <a:pt x="1754" y="509"/>
                  </a:lnTo>
                  <a:lnTo>
                    <a:pt x="1710" y="508"/>
                  </a:lnTo>
                  <a:lnTo>
                    <a:pt x="1667" y="505"/>
                  </a:lnTo>
                  <a:lnTo>
                    <a:pt x="1626" y="498"/>
                  </a:lnTo>
                  <a:lnTo>
                    <a:pt x="1586" y="489"/>
                  </a:lnTo>
                  <a:lnTo>
                    <a:pt x="1548" y="479"/>
                  </a:lnTo>
                  <a:lnTo>
                    <a:pt x="1512" y="466"/>
                  </a:lnTo>
                  <a:lnTo>
                    <a:pt x="1479" y="451"/>
                  </a:lnTo>
                  <a:lnTo>
                    <a:pt x="1449" y="434"/>
                  </a:lnTo>
                  <a:lnTo>
                    <a:pt x="1421" y="417"/>
                  </a:lnTo>
                  <a:lnTo>
                    <a:pt x="1395" y="397"/>
                  </a:lnTo>
                  <a:lnTo>
                    <a:pt x="1374" y="376"/>
                  </a:lnTo>
                  <a:lnTo>
                    <a:pt x="1355" y="353"/>
                  </a:lnTo>
                  <a:lnTo>
                    <a:pt x="1341" y="330"/>
                  </a:lnTo>
                  <a:lnTo>
                    <a:pt x="1331" y="305"/>
                  </a:lnTo>
                  <a:lnTo>
                    <a:pt x="1324" y="281"/>
                  </a:lnTo>
                  <a:lnTo>
                    <a:pt x="1321" y="255"/>
                  </a:lnTo>
                  <a:lnTo>
                    <a:pt x="1324" y="229"/>
                  </a:lnTo>
                  <a:lnTo>
                    <a:pt x="1331" y="203"/>
                  </a:lnTo>
                  <a:lnTo>
                    <a:pt x="1341" y="179"/>
                  </a:lnTo>
                  <a:lnTo>
                    <a:pt x="1355" y="155"/>
                  </a:lnTo>
                  <a:lnTo>
                    <a:pt x="1374" y="133"/>
                  </a:lnTo>
                  <a:lnTo>
                    <a:pt x="1395" y="113"/>
                  </a:lnTo>
                  <a:lnTo>
                    <a:pt x="1421" y="93"/>
                  </a:lnTo>
                  <a:lnTo>
                    <a:pt x="1449" y="74"/>
                  </a:lnTo>
                  <a:lnTo>
                    <a:pt x="1479" y="59"/>
                  </a:lnTo>
                  <a:lnTo>
                    <a:pt x="1512" y="44"/>
                  </a:lnTo>
                  <a:lnTo>
                    <a:pt x="1548" y="31"/>
                  </a:lnTo>
                  <a:lnTo>
                    <a:pt x="1586" y="20"/>
                  </a:lnTo>
                  <a:lnTo>
                    <a:pt x="1626" y="12"/>
                  </a:lnTo>
                  <a:lnTo>
                    <a:pt x="1667" y="5"/>
                  </a:lnTo>
                  <a:lnTo>
                    <a:pt x="1710" y="2"/>
                  </a:lnTo>
                  <a:lnTo>
                    <a:pt x="1754" y="0"/>
                  </a:lnTo>
                  <a:close/>
                  <a:moveTo>
                    <a:pt x="239" y="786"/>
                  </a:moveTo>
                  <a:lnTo>
                    <a:pt x="263" y="788"/>
                  </a:lnTo>
                  <a:lnTo>
                    <a:pt x="287" y="794"/>
                  </a:lnTo>
                  <a:lnTo>
                    <a:pt x="309" y="805"/>
                  </a:lnTo>
                  <a:lnTo>
                    <a:pt x="331" y="819"/>
                  </a:lnTo>
                  <a:lnTo>
                    <a:pt x="352" y="836"/>
                  </a:lnTo>
                  <a:lnTo>
                    <a:pt x="372" y="857"/>
                  </a:lnTo>
                  <a:lnTo>
                    <a:pt x="390" y="882"/>
                  </a:lnTo>
                  <a:lnTo>
                    <a:pt x="407" y="909"/>
                  </a:lnTo>
                  <a:lnTo>
                    <a:pt x="423" y="940"/>
                  </a:lnTo>
                  <a:lnTo>
                    <a:pt x="437" y="971"/>
                  </a:lnTo>
                  <a:lnTo>
                    <a:pt x="448" y="1006"/>
                  </a:lnTo>
                  <a:lnTo>
                    <a:pt x="459" y="1043"/>
                  </a:lnTo>
                  <a:lnTo>
                    <a:pt x="467" y="1081"/>
                  </a:lnTo>
                  <a:lnTo>
                    <a:pt x="473" y="1121"/>
                  </a:lnTo>
                  <a:lnTo>
                    <a:pt x="476" y="1163"/>
                  </a:lnTo>
                  <a:lnTo>
                    <a:pt x="478" y="1206"/>
                  </a:lnTo>
                  <a:lnTo>
                    <a:pt x="476" y="1248"/>
                  </a:lnTo>
                  <a:lnTo>
                    <a:pt x="473" y="1290"/>
                  </a:lnTo>
                  <a:lnTo>
                    <a:pt x="467" y="1330"/>
                  </a:lnTo>
                  <a:lnTo>
                    <a:pt x="459" y="1367"/>
                  </a:lnTo>
                  <a:lnTo>
                    <a:pt x="448" y="1405"/>
                  </a:lnTo>
                  <a:lnTo>
                    <a:pt x="437" y="1439"/>
                  </a:lnTo>
                  <a:lnTo>
                    <a:pt x="423" y="1472"/>
                  </a:lnTo>
                  <a:lnTo>
                    <a:pt x="407" y="1501"/>
                  </a:lnTo>
                  <a:lnTo>
                    <a:pt x="390" y="1528"/>
                  </a:lnTo>
                  <a:lnTo>
                    <a:pt x="372" y="1553"/>
                  </a:lnTo>
                  <a:lnTo>
                    <a:pt x="352" y="1574"/>
                  </a:lnTo>
                  <a:lnTo>
                    <a:pt x="331" y="1591"/>
                  </a:lnTo>
                  <a:lnTo>
                    <a:pt x="309" y="1605"/>
                  </a:lnTo>
                  <a:lnTo>
                    <a:pt x="287" y="1616"/>
                  </a:lnTo>
                  <a:lnTo>
                    <a:pt x="263" y="1622"/>
                  </a:lnTo>
                  <a:lnTo>
                    <a:pt x="239" y="1624"/>
                  </a:lnTo>
                  <a:lnTo>
                    <a:pt x="214" y="1622"/>
                  </a:lnTo>
                  <a:lnTo>
                    <a:pt x="191" y="1616"/>
                  </a:lnTo>
                  <a:lnTo>
                    <a:pt x="168" y="1605"/>
                  </a:lnTo>
                  <a:lnTo>
                    <a:pt x="146" y="1591"/>
                  </a:lnTo>
                  <a:lnTo>
                    <a:pt x="125" y="1574"/>
                  </a:lnTo>
                  <a:lnTo>
                    <a:pt x="105" y="1553"/>
                  </a:lnTo>
                  <a:lnTo>
                    <a:pt x="87" y="1528"/>
                  </a:lnTo>
                  <a:lnTo>
                    <a:pt x="70" y="1501"/>
                  </a:lnTo>
                  <a:lnTo>
                    <a:pt x="55" y="1472"/>
                  </a:lnTo>
                  <a:lnTo>
                    <a:pt x="41" y="1439"/>
                  </a:lnTo>
                  <a:lnTo>
                    <a:pt x="29" y="1405"/>
                  </a:lnTo>
                  <a:lnTo>
                    <a:pt x="18" y="1367"/>
                  </a:lnTo>
                  <a:lnTo>
                    <a:pt x="10" y="1330"/>
                  </a:lnTo>
                  <a:lnTo>
                    <a:pt x="4" y="1290"/>
                  </a:lnTo>
                  <a:lnTo>
                    <a:pt x="1" y="1248"/>
                  </a:lnTo>
                  <a:lnTo>
                    <a:pt x="0" y="1206"/>
                  </a:lnTo>
                  <a:lnTo>
                    <a:pt x="1" y="1163"/>
                  </a:lnTo>
                  <a:lnTo>
                    <a:pt x="4" y="1121"/>
                  </a:lnTo>
                  <a:lnTo>
                    <a:pt x="10" y="1081"/>
                  </a:lnTo>
                  <a:lnTo>
                    <a:pt x="18" y="1043"/>
                  </a:lnTo>
                  <a:lnTo>
                    <a:pt x="29" y="1006"/>
                  </a:lnTo>
                  <a:lnTo>
                    <a:pt x="41" y="971"/>
                  </a:lnTo>
                  <a:lnTo>
                    <a:pt x="55" y="940"/>
                  </a:lnTo>
                  <a:lnTo>
                    <a:pt x="70" y="909"/>
                  </a:lnTo>
                  <a:lnTo>
                    <a:pt x="87" y="882"/>
                  </a:lnTo>
                  <a:lnTo>
                    <a:pt x="105" y="857"/>
                  </a:lnTo>
                  <a:lnTo>
                    <a:pt x="125" y="836"/>
                  </a:lnTo>
                  <a:lnTo>
                    <a:pt x="146" y="819"/>
                  </a:lnTo>
                  <a:lnTo>
                    <a:pt x="168" y="805"/>
                  </a:lnTo>
                  <a:lnTo>
                    <a:pt x="191" y="794"/>
                  </a:lnTo>
                  <a:lnTo>
                    <a:pt x="214" y="788"/>
                  </a:lnTo>
                  <a:lnTo>
                    <a:pt x="239" y="786"/>
                  </a:lnTo>
                  <a:close/>
                  <a:moveTo>
                    <a:pt x="1119" y="2495"/>
                  </a:moveTo>
                  <a:lnTo>
                    <a:pt x="1143" y="2498"/>
                  </a:lnTo>
                  <a:lnTo>
                    <a:pt x="1167" y="2504"/>
                  </a:lnTo>
                  <a:lnTo>
                    <a:pt x="1190" y="2514"/>
                  </a:lnTo>
                  <a:lnTo>
                    <a:pt x="1211" y="2528"/>
                  </a:lnTo>
                  <a:lnTo>
                    <a:pt x="1232" y="2546"/>
                  </a:lnTo>
                  <a:lnTo>
                    <a:pt x="1252" y="2567"/>
                  </a:lnTo>
                  <a:lnTo>
                    <a:pt x="1271" y="2592"/>
                  </a:lnTo>
                  <a:lnTo>
                    <a:pt x="1288" y="2618"/>
                  </a:lnTo>
                  <a:lnTo>
                    <a:pt x="1304" y="2648"/>
                  </a:lnTo>
                  <a:lnTo>
                    <a:pt x="1318" y="2681"/>
                  </a:lnTo>
                  <a:lnTo>
                    <a:pt x="1329" y="2715"/>
                  </a:lnTo>
                  <a:lnTo>
                    <a:pt x="1340" y="2752"/>
                  </a:lnTo>
                  <a:lnTo>
                    <a:pt x="1348" y="2790"/>
                  </a:lnTo>
                  <a:lnTo>
                    <a:pt x="1354" y="2830"/>
                  </a:lnTo>
                  <a:lnTo>
                    <a:pt x="1358" y="2872"/>
                  </a:lnTo>
                  <a:lnTo>
                    <a:pt x="1359" y="2914"/>
                  </a:lnTo>
                  <a:lnTo>
                    <a:pt x="1358" y="2956"/>
                  </a:lnTo>
                  <a:lnTo>
                    <a:pt x="1354" y="2998"/>
                  </a:lnTo>
                  <a:lnTo>
                    <a:pt x="1348" y="3038"/>
                  </a:lnTo>
                  <a:lnTo>
                    <a:pt x="1340" y="3077"/>
                  </a:lnTo>
                  <a:lnTo>
                    <a:pt x="1329" y="3113"/>
                  </a:lnTo>
                  <a:lnTo>
                    <a:pt x="1318" y="3147"/>
                  </a:lnTo>
                  <a:lnTo>
                    <a:pt x="1304" y="3180"/>
                  </a:lnTo>
                  <a:lnTo>
                    <a:pt x="1288" y="3209"/>
                  </a:lnTo>
                  <a:lnTo>
                    <a:pt x="1271" y="3238"/>
                  </a:lnTo>
                  <a:lnTo>
                    <a:pt x="1252" y="3261"/>
                  </a:lnTo>
                  <a:lnTo>
                    <a:pt x="1232" y="3282"/>
                  </a:lnTo>
                  <a:lnTo>
                    <a:pt x="1211" y="3301"/>
                  </a:lnTo>
                  <a:lnTo>
                    <a:pt x="1190" y="3315"/>
                  </a:lnTo>
                  <a:lnTo>
                    <a:pt x="1167" y="3325"/>
                  </a:lnTo>
                  <a:lnTo>
                    <a:pt x="1143" y="3331"/>
                  </a:lnTo>
                  <a:lnTo>
                    <a:pt x="1119" y="3334"/>
                  </a:lnTo>
                  <a:lnTo>
                    <a:pt x="1094" y="3331"/>
                  </a:lnTo>
                  <a:lnTo>
                    <a:pt x="1070" y="3325"/>
                  </a:lnTo>
                  <a:lnTo>
                    <a:pt x="1048" y="3315"/>
                  </a:lnTo>
                  <a:lnTo>
                    <a:pt x="1026" y="3301"/>
                  </a:lnTo>
                  <a:lnTo>
                    <a:pt x="1005" y="3282"/>
                  </a:lnTo>
                  <a:lnTo>
                    <a:pt x="985" y="3261"/>
                  </a:lnTo>
                  <a:lnTo>
                    <a:pt x="967" y="3238"/>
                  </a:lnTo>
                  <a:lnTo>
                    <a:pt x="950" y="3209"/>
                  </a:lnTo>
                  <a:lnTo>
                    <a:pt x="935" y="3180"/>
                  </a:lnTo>
                  <a:lnTo>
                    <a:pt x="921" y="3147"/>
                  </a:lnTo>
                  <a:lnTo>
                    <a:pt x="909" y="3113"/>
                  </a:lnTo>
                  <a:lnTo>
                    <a:pt x="898" y="3077"/>
                  </a:lnTo>
                  <a:lnTo>
                    <a:pt x="890" y="3038"/>
                  </a:lnTo>
                  <a:lnTo>
                    <a:pt x="884" y="2998"/>
                  </a:lnTo>
                  <a:lnTo>
                    <a:pt x="881" y="2956"/>
                  </a:lnTo>
                  <a:lnTo>
                    <a:pt x="880" y="2914"/>
                  </a:lnTo>
                  <a:lnTo>
                    <a:pt x="881" y="2872"/>
                  </a:lnTo>
                  <a:lnTo>
                    <a:pt x="884" y="2830"/>
                  </a:lnTo>
                  <a:lnTo>
                    <a:pt x="890" y="2790"/>
                  </a:lnTo>
                  <a:lnTo>
                    <a:pt x="898" y="2752"/>
                  </a:lnTo>
                  <a:lnTo>
                    <a:pt x="909" y="2715"/>
                  </a:lnTo>
                  <a:lnTo>
                    <a:pt x="921" y="2681"/>
                  </a:lnTo>
                  <a:lnTo>
                    <a:pt x="935" y="2648"/>
                  </a:lnTo>
                  <a:lnTo>
                    <a:pt x="950" y="2618"/>
                  </a:lnTo>
                  <a:lnTo>
                    <a:pt x="967" y="2592"/>
                  </a:lnTo>
                  <a:lnTo>
                    <a:pt x="985" y="2567"/>
                  </a:lnTo>
                  <a:lnTo>
                    <a:pt x="1005" y="2546"/>
                  </a:lnTo>
                  <a:lnTo>
                    <a:pt x="1026" y="2528"/>
                  </a:lnTo>
                  <a:lnTo>
                    <a:pt x="1048" y="2514"/>
                  </a:lnTo>
                  <a:lnTo>
                    <a:pt x="1070" y="2504"/>
                  </a:lnTo>
                  <a:lnTo>
                    <a:pt x="1094" y="2498"/>
                  </a:lnTo>
                  <a:lnTo>
                    <a:pt x="1119" y="2495"/>
                  </a:lnTo>
                  <a:close/>
                  <a:moveTo>
                    <a:pt x="2380" y="2651"/>
                  </a:moveTo>
                  <a:lnTo>
                    <a:pt x="2405" y="2654"/>
                  </a:lnTo>
                  <a:lnTo>
                    <a:pt x="2428" y="2660"/>
                  </a:lnTo>
                  <a:lnTo>
                    <a:pt x="2452" y="2670"/>
                  </a:lnTo>
                  <a:lnTo>
                    <a:pt x="2473" y="2684"/>
                  </a:lnTo>
                  <a:lnTo>
                    <a:pt x="2494" y="2703"/>
                  </a:lnTo>
                  <a:lnTo>
                    <a:pt x="2514" y="2724"/>
                  </a:lnTo>
                  <a:lnTo>
                    <a:pt x="2533" y="2747"/>
                  </a:lnTo>
                  <a:lnTo>
                    <a:pt x="2550" y="2774"/>
                  </a:lnTo>
                  <a:lnTo>
                    <a:pt x="2565" y="2805"/>
                  </a:lnTo>
                  <a:lnTo>
                    <a:pt x="2580" y="2838"/>
                  </a:lnTo>
                  <a:lnTo>
                    <a:pt x="2591" y="2872"/>
                  </a:lnTo>
                  <a:lnTo>
                    <a:pt x="2602" y="2908"/>
                  </a:lnTo>
                  <a:lnTo>
                    <a:pt x="2610" y="2947"/>
                  </a:lnTo>
                  <a:lnTo>
                    <a:pt x="2616" y="2987"/>
                  </a:lnTo>
                  <a:lnTo>
                    <a:pt x="2619" y="3029"/>
                  </a:lnTo>
                  <a:lnTo>
                    <a:pt x="2621" y="3071"/>
                  </a:lnTo>
                  <a:lnTo>
                    <a:pt x="2619" y="3113"/>
                  </a:lnTo>
                  <a:lnTo>
                    <a:pt x="2616" y="3155"/>
                  </a:lnTo>
                  <a:lnTo>
                    <a:pt x="2610" y="3195"/>
                  </a:lnTo>
                  <a:lnTo>
                    <a:pt x="2602" y="3233"/>
                  </a:lnTo>
                  <a:lnTo>
                    <a:pt x="2591" y="3270"/>
                  </a:lnTo>
                  <a:lnTo>
                    <a:pt x="2580" y="3304"/>
                  </a:lnTo>
                  <a:lnTo>
                    <a:pt x="2565" y="3337"/>
                  </a:lnTo>
                  <a:lnTo>
                    <a:pt x="2550" y="3367"/>
                  </a:lnTo>
                  <a:lnTo>
                    <a:pt x="2533" y="3393"/>
                  </a:lnTo>
                  <a:lnTo>
                    <a:pt x="2514" y="3418"/>
                  </a:lnTo>
                  <a:lnTo>
                    <a:pt x="2494" y="3439"/>
                  </a:lnTo>
                  <a:lnTo>
                    <a:pt x="2473" y="3457"/>
                  </a:lnTo>
                  <a:lnTo>
                    <a:pt x="2452" y="3471"/>
                  </a:lnTo>
                  <a:lnTo>
                    <a:pt x="2428" y="3481"/>
                  </a:lnTo>
                  <a:lnTo>
                    <a:pt x="2405" y="3487"/>
                  </a:lnTo>
                  <a:lnTo>
                    <a:pt x="2380" y="3490"/>
                  </a:lnTo>
                  <a:lnTo>
                    <a:pt x="2356" y="3487"/>
                  </a:lnTo>
                  <a:lnTo>
                    <a:pt x="2332" y="3481"/>
                  </a:lnTo>
                  <a:lnTo>
                    <a:pt x="2310" y="3471"/>
                  </a:lnTo>
                  <a:lnTo>
                    <a:pt x="2288" y="3457"/>
                  </a:lnTo>
                  <a:lnTo>
                    <a:pt x="2267" y="3439"/>
                  </a:lnTo>
                  <a:lnTo>
                    <a:pt x="2248" y="3418"/>
                  </a:lnTo>
                  <a:lnTo>
                    <a:pt x="2229" y="3393"/>
                  </a:lnTo>
                  <a:lnTo>
                    <a:pt x="2212" y="3367"/>
                  </a:lnTo>
                  <a:lnTo>
                    <a:pt x="2196" y="3337"/>
                  </a:lnTo>
                  <a:lnTo>
                    <a:pt x="2182" y="3304"/>
                  </a:lnTo>
                  <a:lnTo>
                    <a:pt x="2171" y="3270"/>
                  </a:lnTo>
                  <a:lnTo>
                    <a:pt x="2160" y="3233"/>
                  </a:lnTo>
                  <a:lnTo>
                    <a:pt x="2152" y="3195"/>
                  </a:lnTo>
                  <a:lnTo>
                    <a:pt x="2146" y="3155"/>
                  </a:lnTo>
                  <a:lnTo>
                    <a:pt x="2142" y="3113"/>
                  </a:lnTo>
                  <a:lnTo>
                    <a:pt x="2141" y="3071"/>
                  </a:lnTo>
                  <a:lnTo>
                    <a:pt x="2142" y="3029"/>
                  </a:lnTo>
                  <a:lnTo>
                    <a:pt x="2146" y="2987"/>
                  </a:lnTo>
                  <a:lnTo>
                    <a:pt x="2152" y="2947"/>
                  </a:lnTo>
                  <a:lnTo>
                    <a:pt x="2160" y="2908"/>
                  </a:lnTo>
                  <a:lnTo>
                    <a:pt x="2171" y="2872"/>
                  </a:lnTo>
                  <a:lnTo>
                    <a:pt x="2182" y="2838"/>
                  </a:lnTo>
                  <a:lnTo>
                    <a:pt x="2196" y="2805"/>
                  </a:lnTo>
                  <a:lnTo>
                    <a:pt x="2212" y="2774"/>
                  </a:lnTo>
                  <a:lnTo>
                    <a:pt x="2229" y="2747"/>
                  </a:lnTo>
                  <a:lnTo>
                    <a:pt x="2248" y="2724"/>
                  </a:lnTo>
                  <a:lnTo>
                    <a:pt x="2267" y="2703"/>
                  </a:lnTo>
                  <a:lnTo>
                    <a:pt x="2288" y="2684"/>
                  </a:lnTo>
                  <a:lnTo>
                    <a:pt x="2310" y="2670"/>
                  </a:lnTo>
                  <a:lnTo>
                    <a:pt x="2332" y="2660"/>
                  </a:lnTo>
                  <a:lnTo>
                    <a:pt x="2356" y="2654"/>
                  </a:lnTo>
                  <a:lnTo>
                    <a:pt x="2380" y="2651"/>
                  </a:lnTo>
                  <a:close/>
                  <a:moveTo>
                    <a:pt x="2342" y="1355"/>
                  </a:moveTo>
                  <a:lnTo>
                    <a:pt x="2366" y="1357"/>
                  </a:lnTo>
                  <a:lnTo>
                    <a:pt x="2390" y="1363"/>
                  </a:lnTo>
                  <a:lnTo>
                    <a:pt x="2412" y="1373"/>
                  </a:lnTo>
                  <a:lnTo>
                    <a:pt x="2434" y="1387"/>
                  </a:lnTo>
                  <a:lnTo>
                    <a:pt x="2455" y="1405"/>
                  </a:lnTo>
                  <a:lnTo>
                    <a:pt x="2475" y="1426"/>
                  </a:lnTo>
                  <a:lnTo>
                    <a:pt x="2493" y="1451"/>
                  </a:lnTo>
                  <a:lnTo>
                    <a:pt x="2510" y="1478"/>
                  </a:lnTo>
                  <a:lnTo>
                    <a:pt x="2526" y="1507"/>
                  </a:lnTo>
                  <a:lnTo>
                    <a:pt x="2540" y="1540"/>
                  </a:lnTo>
                  <a:lnTo>
                    <a:pt x="2551" y="1574"/>
                  </a:lnTo>
                  <a:lnTo>
                    <a:pt x="2562" y="1611"/>
                  </a:lnTo>
                  <a:lnTo>
                    <a:pt x="2570" y="1649"/>
                  </a:lnTo>
                  <a:lnTo>
                    <a:pt x="2576" y="1689"/>
                  </a:lnTo>
                  <a:lnTo>
                    <a:pt x="2580" y="1731"/>
                  </a:lnTo>
                  <a:lnTo>
                    <a:pt x="2581" y="1773"/>
                  </a:lnTo>
                  <a:lnTo>
                    <a:pt x="2580" y="1815"/>
                  </a:lnTo>
                  <a:lnTo>
                    <a:pt x="2576" y="1858"/>
                  </a:lnTo>
                  <a:lnTo>
                    <a:pt x="2570" y="1897"/>
                  </a:lnTo>
                  <a:lnTo>
                    <a:pt x="2562" y="1936"/>
                  </a:lnTo>
                  <a:lnTo>
                    <a:pt x="2551" y="1972"/>
                  </a:lnTo>
                  <a:lnTo>
                    <a:pt x="2540" y="2008"/>
                  </a:lnTo>
                  <a:lnTo>
                    <a:pt x="2526" y="2039"/>
                  </a:lnTo>
                  <a:lnTo>
                    <a:pt x="2510" y="2070"/>
                  </a:lnTo>
                  <a:lnTo>
                    <a:pt x="2493" y="2097"/>
                  </a:lnTo>
                  <a:lnTo>
                    <a:pt x="2475" y="2121"/>
                  </a:lnTo>
                  <a:lnTo>
                    <a:pt x="2455" y="2142"/>
                  </a:lnTo>
                  <a:lnTo>
                    <a:pt x="2434" y="2160"/>
                  </a:lnTo>
                  <a:lnTo>
                    <a:pt x="2412" y="2174"/>
                  </a:lnTo>
                  <a:lnTo>
                    <a:pt x="2390" y="2185"/>
                  </a:lnTo>
                  <a:lnTo>
                    <a:pt x="2366" y="2191"/>
                  </a:lnTo>
                  <a:lnTo>
                    <a:pt x="2342" y="2193"/>
                  </a:lnTo>
                  <a:lnTo>
                    <a:pt x="2317" y="2191"/>
                  </a:lnTo>
                  <a:lnTo>
                    <a:pt x="2294" y="2185"/>
                  </a:lnTo>
                  <a:lnTo>
                    <a:pt x="2270" y="2174"/>
                  </a:lnTo>
                  <a:lnTo>
                    <a:pt x="2249" y="2160"/>
                  </a:lnTo>
                  <a:lnTo>
                    <a:pt x="2228" y="2142"/>
                  </a:lnTo>
                  <a:lnTo>
                    <a:pt x="2208" y="2121"/>
                  </a:lnTo>
                  <a:lnTo>
                    <a:pt x="2189" y="2097"/>
                  </a:lnTo>
                  <a:lnTo>
                    <a:pt x="2173" y="2070"/>
                  </a:lnTo>
                  <a:lnTo>
                    <a:pt x="2157" y="2039"/>
                  </a:lnTo>
                  <a:lnTo>
                    <a:pt x="2142" y="2008"/>
                  </a:lnTo>
                  <a:lnTo>
                    <a:pt x="2131" y="1972"/>
                  </a:lnTo>
                  <a:lnTo>
                    <a:pt x="2120" y="1936"/>
                  </a:lnTo>
                  <a:lnTo>
                    <a:pt x="2112" y="1897"/>
                  </a:lnTo>
                  <a:lnTo>
                    <a:pt x="2106" y="1858"/>
                  </a:lnTo>
                  <a:lnTo>
                    <a:pt x="2103" y="1815"/>
                  </a:lnTo>
                  <a:lnTo>
                    <a:pt x="2101" y="1773"/>
                  </a:lnTo>
                  <a:lnTo>
                    <a:pt x="2103" y="1731"/>
                  </a:lnTo>
                  <a:lnTo>
                    <a:pt x="2106" y="1689"/>
                  </a:lnTo>
                  <a:lnTo>
                    <a:pt x="2112" y="1649"/>
                  </a:lnTo>
                  <a:lnTo>
                    <a:pt x="2120" y="1611"/>
                  </a:lnTo>
                  <a:lnTo>
                    <a:pt x="2131" y="1574"/>
                  </a:lnTo>
                  <a:lnTo>
                    <a:pt x="2142" y="1540"/>
                  </a:lnTo>
                  <a:lnTo>
                    <a:pt x="2157" y="1507"/>
                  </a:lnTo>
                  <a:lnTo>
                    <a:pt x="2173" y="1478"/>
                  </a:lnTo>
                  <a:lnTo>
                    <a:pt x="2189" y="1451"/>
                  </a:lnTo>
                  <a:lnTo>
                    <a:pt x="2208" y="1426"/>
                  </a:lnTo>
                  <a:lnTo>
                    <a:pt x="2228" y="1405"/>
                  </a:lnTo>
                  <a:lnTo>
                    <a:pt x="2249" y="1387"/>
                  </a:lnTo>
                  <a:lnTo>
                    <a:pt x="2270" y="1373"/>
                  </a:lnTo>
                  <a:lnTo>
                    <a:pt x="2294" y="1363"/>
                  </a:lnTo>
                  <a:lnTo>
                    <a:pt x="2317" y="1357"/>
                  </a:lnTo>
                  <a:lnTo>
                    <a:pt x="2342" y="1355"/>
                  </a:lnTo>
                  <a:close/>
                  <a:moveTo>
                    <a:pt x="3179" y="819"/>
                  </a:moveTo>
                  <a:lnTo>
                    <a:pt x="3204" y="821"/>
                  </a:lnTo>
                  <a:lnTo>
                    <a:pt x="3227" y="827"/>
                  </a:lnTo>
                  <a:lnTo>
                    <a:pt x="3250" y="838"/>
                  </a:lnTo>
                  <a:lnTo>
                    <a:pt x="3272" y="852"/>
                  </a:lnTo>
                  <a:lnTo>
                    <a:pt x="3293" y="869"/>
                  </a:lnTo>
                  <a:lnTo>
                    <a:pt x="3312" y="890"/>
                  </a:lnTo>
                  <a:lnTo>
                    <a:pt x="3331" y="915"/>
                  </a:lnTo>
                  <a:lnTo>
                    <a:pt x="3348" y="942"/>
                  </a:lnTo>
                  <a:lnTo>
                    <a:pt x="3363" y="971"/>
                  </a:lnTo>
                  <a:lnTo>
                    <a:pt x="3377" y="1004"/>
                  </a:lnTo>
                  <a:lnTo>
                    <a:pt x="3389" y="1038"/>
                  </a:lnTo>
                  <a:lnTo>
                    <a:pt x="3400" y="1076"/>
                  </a:lnTo>
                  <a:lnTo>
                    <a:pt x="3408" y="1113"/>
                  </a:lnTo>
                  <a:lnTo>
                    <a:pt x="3414" y="1153"/>
                  </a:lnTo>
                  <a:lnTo>
                    <a:pt x="3417" y="1195"/>
                  </a:lnTo>
                  <a:lnTo>
                    <a:pt x="3418" y="1237"/>
                  </a:lnTo>
                  <a:lnTo>
                    <a:pt x="3417" y="1280"/>
                  </a:lnTo>
                  <a:lnTo>
                    <a:pt x="3414" y="1322"/>
                  </a:lnTo>
                  <a:lnTo>
                    <a:pt x="3408" y="1362"/>
                  </a:lnTo>
                  <a:lnTo>
                    <a:pt x="3400" y="1399"/>
                  </a:lnTo>
                  <a:lnTo>
                    <a:pt x="3389" y="1437"/>
                  </a:lnTo>
                  <a:lnTo>
                    <a:pt x="3377" y="1471"/>
                  </a:lnTo>
                  <a:lnTo>
                    <a:pt x="3363" y="1503"/>
                  </a:lnTo>
                  <a:lnTo>
                    <a:pt x="3348" y="1533"/>
                  </a:lnTo>
                  <a:lnTo>
                    <a:pt x="3331" y="1560"/>
                  </a:lnTo>
                  <a:lnTo>
                    <a:pt x="3312" y="1584"/>
                  </a:lnTo>
                  <a:lnTo>
                    <a:pt x="3293" y="1605"/>
                  </a:lnTo>
                  <a:lnTo>
                    <a:pt x="3272" y="1623"/>
                  </a:lnTo>
                  <a:lnTo>
                    <a:pt x="3250" y="1637"/>
                  </a:lnTo>
                  <a:lnTo>
                    <a:pt x="3227" y="1648"/>
                  </a:lnTo>
                  <a:lnTo>
                    <a:pt x="3204" y="1654"/>
                  </a:lnTo>
                  <a:lnTo>
                    <a:pt x="3179" y="1656"/>
                  </a:lnTo>
                  <a:lnTo>
                    <a:pt x="3155" y="1654"/>
                  </a:lnTo>
                  <a:lnTo>
                    <a:pt x="3131" y="1648"/>
                  </a:lnTo>
                  <a:lnTo>
                    <a:pt x="3108" y="1637"/>
                  </a:lnTo>
                  <a:lnTo>
                    <a:pt x="3087" y="1623"/>
                  </a:lnTo>
                  <a:lnTo>
                    <a:pt x="3066" y="1605"/>
                  </a:lnTo>
                  <a:lnTo>
                    <a:pt x="3046" y="1584"/>
                  </a:lnTo>
                  <a:lnTo>
                    <a:pt x="3027" y="1560"/>
                  </a:lnTo>
                  <a:lnTo>
                    <a:pt x="3011" y="1533"/>
                  </a:lnTo>
                  <a:lnTo>
                    <a:pt x="2994" y="1503"/>
                  </a:lnTo>
                  <a:lnTo>
                    <a:pt x="2980" y="1471"/>
                  </a:lnTo>
                  <a:lnTo>
                    <a:pt x="2968" y="1437"/>
                  </a:lnTo>
                  <a:lnTo>
                    <a:pt x="2958" y="1399"/>
                  </a:lnTo>
                  <a:lnTo>
                    <a:pt x="2950" y="1362"/>
                  </a:lnTo>
                  <a:lnTo>
                    <a:pt x="2944" y="1322"/>
                  </a:lnTo>
                  <a:lnTo>
                    <a:pt x="2940" y="1280"/>
                  </a:lnTo>
                  <a:lnTo>
                    <a:pt x="2939" y="1237"/>
                  </a:lnTo>
                  <a:lnTo>
                    <a:pt x="2940" y="1195"/>
                  </a:lnTo>
                  <a:lnTo>
                    <a:pt x="2944" y="1153"/>
                  </a:lnTo>
                  <a:lnTo>
                    <a:pt x="2950" y="1113"/>
                  </a:lnTo>
                  <a:lnTo>
                    <a:pt x="2958" y="1076"/>
                  </a:lnTo>
                  <a:lnTo>
                    <a:pt x="2968" y="1038"/>
                  </a:lnTo>
                  <a:lnTo>
                    <a:pt x="2980" y="1004"/>
                  </a:lnTo>
                  <a:lnTo>
                    <a:pt x="2994" y="971"/>
                  </a:lnTo>
                  <a:lnTo>
                    <a:pt x="3011" y="942"/>
                  </a:lnTo>
                  <a:lnTo>
                    <a:pt x="3027" y="915"/>
                  </a:lnTo>
                  <a:lnTo>
                    <a:pt x="3046" y="890"/>
                  </a:lnTo>
                  <a:lnTo>
                    <a:pt x="3066" y="869"/>
                  </a:lnTo>
                  <a:lnTo>
                    <a:pt x="3087" y="852"/>
                  </a:lnTo>
                  <a:lnTo>
                    <a:pt x="3108" y="838"/>
                  </a:lnTo>
                  <a:lnTo>
                    <a:pt x="3131" y="827"/>
                  </a:lnTo>
                  <a:lnTo>
                    <a:pt x="3155" y="821"/>
                  </a:lnTo>
                  <a:lnTo>
                    <a:pt x="3179" y="819"/>
                  </a:lnTo>
                  <a:close/>
                  <a:moveTo>
                    <a:pt x="3246" y="2144"/>
                  </a:moveTo>
                  <a:lnTo>
                    <a:pt x="3271" y="2146"/>
                  </a:lnTo>
                  <a:lnTo>
                    <a:pt x="3294" y="2152"/>
                  </a:lnTo>
                  <a:lnTo>
                    <a:pt x="3316" y="2162"/>
                  </a:lnTo>
                  <a:lnTo>
                    <a:pt x="3339" y="2176"/>
                  </a:lnTo>
                  <a:lnTo>
                    <a:pt x="3360" y="2194"/>
                  </a:lnTo>
                  <a:lnTo>
                    <a:pt x="3380" y="2215"/>
                  </a:lnTo>
                  <a:lnTo>
                    <a:pt x="3397" y="2240"/>
                  </a:lnTo>
                  <a:lnTo>
                    <a:pt x="3415" y="2267"/>
                  </a:lnTo>
                  <a:lnTo>
                    <a:pt x="3430" y="2296"/>
                  </a:lnTo>
                  <a:lnTo>
                    <a:pt x="3444" y="2329"/>
                  </a:lnTo>
                  <a:lnTo>
                    <a:pt x="3456" y="2363"/>
                  </a:lnTo>
                  <a:lnTo>
                    <a:pt x="3466" y="2400"/>
                  </a:lnTo>
                  <a:lnTo>
                    <a:pt x="3475" y="2438"/>
                  </a:lnTo>
                  <a:lnTo>
                    <a:pt x="3480" y="2478"/>
                  </a:lnTo>
                  <a:lnTo>
                    <a:pt x="3484" y="2520"/>
                  </a:lnTo>
                  <a:lnTo>
                    <a:pt x="3485" y="2562"/>
                  </a:lnTo>
                  <a:lnTo>
                    <a:pt x="3484" y="2604"/>
                  </a:lnTo>
                  <a:lnTo>
                    <a:pt x="3480" y="2647"/>
                  </a:lnTo>
                  <a:lnTo>
                    <a:pt x="3475" y="2686"/>
                  </a:lnTo>
                  <a:lnTo>
                    <a:pt x="3466" y="2725"/>
                  </a:lnTo>
                  <a:lnTo>
                    <a:pt x="3456" y="2762"/>
                  </a:lnTo>
                  <a:lnTo>
                    <a:pt x="3444" y="2796"/>
                  </a:lnTo>
                  <a:lnTo>
                    <a:pt x="3430" y="2828"/>
                  </a:lnTo>
                  <a:lnTo>
                    <a:pt x="3415" y="2858"/>
                  </a:lnTo>
                  <a:lnTo>
                    <a:pt x="3397" y="2886"/>
                  </a:lnTo>
                  <a:lnTo>
                    <a:pt x="3380" y="2909"/>
                  </a:lnTo>
                  <a:lnTo>
                    <a:pt x="3360" y="2930"/>
                  </a:lnTo>
                  <a:lnTo>
                    <a:pt x="3339" y="2949"/>
                  </a:lnTo>
                  <a:lnTo>
                    <a:pt x="3316" y="2963"/>
                  </a:lnTo>
                  <a:lnTo>
                    <a:pt x="3294" y="2974"/>
                  </a:lnTo>
                  <a:lnTo>
                    <a:pt x="3271" y="2980"/>
                  </a:lnTo>
                  <a:lnTo>
                    <a:pt x="3246" y="2982"/>
                  </a:lnTo>
                  <a:lnTo>
                    <a:pt x="3222" y="2980"/>
                  </a:lnTo>
                  <a:lnTo>
                    <a:pt x="3198" y="2974"/>
                  </a:lnTo>
                  <a:lnTo>
                    <a:pt x="3176" y="2963"/>
                  </a:lnTo>
                  <a:lnTo>
                    <a:pt x="3154" y="2949"/>
                  </a:lnTo>
                  <a:lnTo>
                    <a:pt x="3133" y="2930"/>
                  </a:lnTo>
                  <a:lnTo>
                    <a:pt x="3113" y="2909"/>
                  </a:lnTo>
                  <a:lnTo>
                    <a:pt x="3095" y="2886"/>
                  </a:lnTo>
                  <a:lnTo>
                    <a:pt x="3077" y="2858"/>
                  </a:lnTo>
                  <a:lnTo>
                    <a:pt x="3062" y="2828"/>
                  </a:lnTo>
                  <a:lnTo>
                    <a:pt x="3048" y="2796"/>
                  </a:lnTo>
                  <a:lnTo>
                    <a:pt x="3036" y="2762"/>
                  </a:lnTo>
                  <a:lnTo>
                    <a:pt x="3026" y="2725"/>
                  </a:lnTo>
                  <a:lnTo>
                    <a:pt x="3018" y="2686"/>
                  </a:lnTo>
                  <a:lnTo>
                    <a:pt x="3012" y="2647"/>
                  </a:lnTo>
                  <a:lnTo>
                    <a:pt x="3008" y="2604"/>
                  </a:lnTo>
                  <a:lnTo>
                    <a:pt x="3007" y="2562"/>
                  </a:lnTo>
                  <a:lnTo>
                    <a:pt x="3008" y="2520"/>
                  </a:lnTo>
                  <a:lnTo>
                    <a:pt x="3012" y="2478"/>
                  </a:lnTo>
                  <a:lnTo>
                    <a:pt x="3018" y="2438"/>
                  </a:lnTo>
                  <a:lnTo>
                    <a:pt x="3026" y="2400"/>
                  </a:lnTo>
                  <a:lnTo>
                    <a:pt x="3036" y="2363"/>
                  </a:lnTo>
                  <a:lnTo>
                    <a:pt x="3048" y="2329"/>
                  </a:lnTo>
                  <a:lnTo>
                    <a:pt x="3062" y="2296"/>
                  </a:lnTo>
                  <a:lnTo>
                    <a:pt x="3077" y="2267"/>
                  </a:lnTo>
                  <a:lnTo>
                    <a:pt x="3095" y="2240"/>
                  </a:lnTo>
                  <a:lnTo>
                    <a:pt x="3113" y="2215"/>
                  </a:lnTo>
                  <a:lnTo>
                    <a:pt x="3133" y="2194"/>
                  </a:lnTo>
                  <a:lnTo>
                    <a:pt x="3154" y="2176"/>
                  </a:lnTo>
                  <a:lnTo>
                    <a:pt x="3176" y="2162"/>
                  </a:lnTo>
                  <a:lnTo>
                    <a:pt x="3198" y="2152"/>
                  </a:lnTo>
                  <a:lnTo>
                    <a:pt x="3222" y="2146"/>
                  </a:lnTo>
                  <a:lnTo>
                    <a:pt x="3246" y="214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4843" name="Freeform 51"/>
            <p:cNvSpPr>
              <a:spLocks/>
            </p:cNvSpPr>
            <p:nvPr/>
          </p:nvSpPr>
          <p:spPr bwMode="auto">
            <a:xfrm>
              <a:off x="1267" y="1588"/>
              <a:ext cx="87" cy="52"/>
            </a:xfrm>
            <a:custGeom>
              <a:avLst/>
              <a:gdLst>
                <a:gd name="T0" fmla="*/ 3 w 437"/>
                <a:gd name="T1" fmla="*/ 2 h 260"/>
                <a:gd name="T2" fmla="*/ 3 w 437"/>
                <a:gd name="T3" fmla="*/ 2 h 260"/>
                <a:gd name="T4" fmla="*/ 3 w 437"/>
                <a:gd name="T5" fmla="*/ 2 h 260"/>
                <a:gd name="T6" fmla="*/ 3 w 437"/>
                <a:gd name="T7" fmla="*/ 2 h 260"/>
                <a:gd name="T8" fmla="*/ 3 w 437"/>
                <a:gd name="T9" fmla="*/ 1 h 260"/>
                <a:gd name="T10" fmla="*/ 3 w 437"/>
                <a:gd name="T11" fmla="*/ 1 h 260"/>
                <a:gd name="T12" fmla="*/ 3 w 437"/>
                <a:gd name="T13" fmla="*/ 1 h 260"/>
                <a:gd name="T14" fmla="*/ 3 w 437"/>
                <a:gd name="T15" fmla="*/ 1 h 260"/>
                <a:gd name="T16" fmla="*/ 3 w 437"/>
                <a:gd name="T17" fmla="*/ 1 h 260"/>
                <a:gd name="T18" fmla="*/ 2 w 437"/>
                <a:gd name="T19" fmla="*/ 1 h 260"/>
                <a:gd name="T20" fmla="*/ 2 w 437"/>
                <a:gd name="T21" fmla="*/ 0 h 260"/>
                <a:gd name="T22" fmla="*/ 2 w 437"/>
                <a:gd name="T23" fmla="*/ 0 h 260"/>
                <a:gd name="T24" fmla="*/ 2 w 437"/>
                <a:gd name="T25" fmla="*/ 0 h 260"/>
                <a:gd name="T26" fmla="*/ 1 w 437"/>
                <a:gd name="T27" fmla="*/ 0 h 260"/>
                <a:gd name="T28" fmla="*/ 1 w 437"/>
                <a:gd name="T29" fmla="*/ 0 h 260"/>
                <a:gd name="T30" fmla="*/ 1 w 437"/>
                <a:gd name="T31" fmla="*/ 0 h 260"/>
                <a:gd name="T32" fmla="*/ 0 w 437"/>
                <a:gd name="T33" fmla="*/ 0 h 260"/>
                <a:gd name="T34" fmla="*/ 0 w 437"/>
                <a:gd name="T35" fmla="*/ 0 h 260"/>
                <a:gd name="T36" fmla="*/ 0 w 437"/>
                <a:gd name="T37" fmla="*/ 0 h 260"/>
                <a:gd name="T38" fmla="*/ 0 w 437"/>
                <a:gd name="T39" fmla="*/ 0 h 260"/>
                <a:gd name="T40" fmla="*/ 1 w 437"/>
                <a:gd name="T41" fmla="*/ 0 h 260"/>
                <a:gd name="T42" fmla="*/ 1 w 437"/>
                <a:gd name="T43" fmla="*/ 0 h 260"/>
                <a:gd name="T44" fmla="*/ 1 w 437"/>
                <a:gd name="T45" fmla="*/ 0 h 260"/>
                <a:gd name="T46" fmla="*/ 2 w 437"/>
                <a:gd name="T47" fmla="*/ 0 h 260"/>
                <a:gd name="T48" fmla="*/ 2 w 437"/>
                <a:gd name="T49" fmla="*/ 0 h 260"/>
                <a:gd name="T50" fmla="*/ 2 w 437"/>
                <a:gd name="T51" fmla="*/ 1 h 260"/>
                <a:gd name="T52" fmla="*/ 2 w 437"/>
                <a:gd name="T53" fmla="*/ 1 h 260"/>
                <a:gd name="T54" fmla="*/ 3 w 437"/>
                <a:gd name="T55" fmla="*/ 1 h 260"/>
                <a:gd name="T56" fmla="*/ 3 w 437"/>
                <a:gd name="T57" fmla="*/ 1 h 260"/>
                <a:gd name="T58" fmla="*/ 3 w 437"/>
                <a:gd name="T59" fmla="*/ 1 h 260"/>
                <a:gd name="T60" fmla="*/ 3 w 437"/>
                <a:gd name="T61" fmla="*/ 1 h 260"/>
                <a:gd name="T62" fmla="*/ 3 w 437"/>
                <a:gd name="T63" fmla="*/ 1 h 260"/>
                <a:gd name="T64" fmla="*/ 3 w 437"/>
                <a:gd name="T65" fmla="*/ 2 h 260"/>
                <a:gd name="T66" fmla="*/ 3 w 437"/>
                <a:gd name="T67" fmla="*/ 2 h 260"/>
                <a:gd name="T68" fmla="*/ 3 w 437"/>
                <a:gd name="T69" fmla="*/ 2 h 260"/>
                <a:gd name="T70" fmla="*/ 3 w 437"/>
                <a:gd name="T71" fmla="*/ 2 h 260"/>
                <a:gd name="T72" fmla="*/ 3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437" y="260"/>
                  </a:moveTo>
                  <a:lnTo>
                    <a:pt x="437" y="260"/>
                  </a:lnTo>
                  <a:lnTo>
                    <a:pt x="434" y="233"/>
                  </a:lnTo>
                  <a:lnTo>
                    <a:pt x="427" y="206"/>
                  </a:lnTo>
                  <a:lnTo>
                    <a:pt x="417" y="181"/>
                  </a:lnTo>
                  <a:lnTo>
                    <a:pt x="401" y="157"/>
                  </a:lnTo>
                  <a:lnTo>
                    <a:pt x="383" y="133"/>
                  </a:lnTo>
                  <a:lnTo>
                    <a:pt x="360" y="113"/>
                  </a:lnTo>
                  <a:lnTo>
                    <a:pt x="336" y="93"/>
                  </a:lnTo>
                  <a:lnTo>
                    <a:pt x="308" y="73"/>
                  </a:lnTo>
                  <a:lnTo>
                    <a:pt x="276" y="58"/>
                  </a:lnTo>
                  <a:lnTo>
                    <a:pt x="242" y="43"/>
                  </a:lnTo>
                  <a:lnTo>
                    <a:pt x="207" y="30"/>
                  </a:lnTo>
                  <a:lnTo>
                    <a:pt x="168" y="19"/>
                  </a:lnTo>
                  <a:lnTo>
                    <a:pt x="128" y="11"/>
                  </a:lnTo>
                  <a:lnTo>
                    <a:pt x="87" y="4"/>
                  </a:lnTo>
                  <a:lnTo>
                    <a:pt x="43" y="1"/>
                  </a:lnTo>
                  <a:lnTo>
                    <a:pt x="0" y="0"/>
                  </a:lnTo>
                  <a:lnTo>
                    <a:pt x="0" y="11"/>
                  </a:lnTo>
                  <a:lnTo>
                    <a:pt x="43" y="12"/>
                  </a:lnTo>
                  <a:lnTo>
                    <a:pt x="85" y="16"/>
                  </a:lnTo>
                  <a:lnTo>
                    <a:pt x="126" y="23"/>
                  </a:lnTo>
                  <a:lnTo>
                    <a:pt x="166" y="31"/>
                  </a:lnTo>
                  <a:lnTo>
                    <a:pt x="202" y="42"/>
                  </a:lnTo>
                  <a:lnTo>
                    <a:pt x="237" y="55"/>
                  </a:lnTo>
                  <a:lnTo>
                    <a:pt x="271" y="70"/>
                  </a:lnTo>
                  <a:lnTo>
                    <a:pt x="301" y="85"/>
                  </a:lnTo>
                  <a:lnTo>
                    <a:pt x="329" y="103"/>
                  </a:lnTo>
                  <a:lnTo>
                    <a:pt x="353" y="123"/>
                  </a:lnTo>
                  <a:lnTo>
                    <a:pt x="373" y="143"/>
                  </a:lnTo>
                  <a:lnTo>
                    <a:pt x="392" y="164"/>
                  </a:lnTo>
                  <a:lnTo>
                    <a:pt x="405" y="186"/>
                  </a:lnTo>
                  <a:lnTo>
                    <a:pt x="415" y="211"/>
                  </a:lnTo>
                  <a:lnTo>
                    <a:pt x="422" y="235"/>
                  </a:lnTo>
                  <a:lnTo>
                    <a:pt x="425" y="260"/>
                  </a:lnTo>
                  <a:lnTo>
                    <a:pt x="437"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4844" name="Freeform 52"/>
            <p:cNvSpPr>
              <a:spLocks/>
            </p:cNvSpPr>
            <p:nvPr/>
          </p:nvSpPr>
          <p:spPr bwMode="auto">
            <a:xfrm>
              <a:off x="1267" y="1640"/>
              <a:ext cx="87" cy="52"/>
            </a:xfrm>
            <a:custGeom>
              <a:avLst/>
              <a:gdLst>
                <a:gd name="T0" fmla="*/ 0 w 437"/>
                <a:gd name="T1" fmla="*/ 2 h 260"/>
                <a:gd name="T2" fmla="*/ 0 w 437"/>
                <a:gd name="T3" fmla="*/ 2 h 260"/>
                <a:gd name="T4" fmla="*/ 0 w 437"/>
                <a:gd name="T5" fmla="*/ 2 h 260"/>
                <a:gd name="T6" fmla="*/ 1 w 437"/>
                <a:gd name="T7" fmla="*/ 2 h 260"/>
                <a:gd name="T8" fmla="*/ 1 w 437"/>
                <a:gd name="T9" fmla="*/ 2 h 260"/>
                <a:gd name="T10" fmla="*/ 1 w 437"/>
                <a:gd name="T11" fmla="*/ 2 h 260"/>
                <a:gd name="T12" fmla="*/ 2 w 437"/>
                <a:gd name="T13" fmla="*/ 2 h 260"/>
                <a:gd name="T14" fmla="*/ 2 w 437"/>
                <a:gd name="T15" fmla="*/ 2 h 260"/>
                <a:gd name="T16" fmla="*/ 2 w 437"/>
                <a:gd name="T17" fmla="*/ 2 h 260"/>
                <a:gd name="T18" fmla="*/ 2 w 437"/>
                <a:gd name="T19" fmla="*/ 1 h 260"/>
                <a:gd name="T20" fmla="*/ 3 w 437"/>
                <a:gd name="T21" fmla="*/ 1 h 260"/>
                <a:gd name="T22" fmla="*/ 3 w 437"/>
                <a:gd name="T23" fmla="*/ 1 h 260"/>
                <a:gd name="T24" fmla="*/ 3 w 437"/>
                <a:gd name="T25" fmla="*/ 1 h 260"/>
                <a:gd name="T26" fmla="*/ 3 w 437"/>
                <a:gd name="T27" fmla="*/ 1 h 260"/>
                <a:gd name="T28" fmla="*/ 3 w 437"/>
                <a:gd name="T29" fmla="*/ 1 h 260"/>
                <a:gd name="T30" fmla="*/ 3 w 437"/>
                <a:gd name="T31" fmla="*/ 0 h 260"/>
                <a:gd name="T32" fmla="*/ 3 w 437"/>
                <a:gd name="T33" fmla="*/ 0 h 260"/>
                <a:gd name="T34" fmla="*/ 3 w 437"/>
                <a:gd name="T35" fmla="*/ 0 h 260"/>
                <a:gd name="T36" fmla="*/ 3 w 437"/>
                <a:gd name="T37" fmla="*/ 0 h 260"/>
                <a:gd name="T38" fmla="*/ 3 w 437"/>
                <a:gd name="T39" fmla="*/ 0 h 260"/>
                <a:gd name="T40" fmla="*/ 3 w 437"/>
                <a:gd name="T41" fmla="*/ 0 h 260"/>
                <a:gd name="T42" fmla="*/ 3 w 437"/>
                <a:gd name="T43" fmla="*/ 1 h 260"/>
                <a:gd name="T44" fmla="*/ 3 w 437"/>
                <a:gd name="T45" fmla="*/ 1 h 260"/>
                <a:gd name="T46" fmla="*/ 3 w 437"/>
                <a:gd name="T47" fmla="*/ 1 h 260"/>
                <a:gd name="T48" fmla="*/ 3 w 437"/>
                <a:gd name="T49" fmla="*/ 1 h 260"/>
                <a:gd name="T50" fmla="*/ 3 w 437"/>
                <a:gd name="T51" fmla="*/ 1 h 260"/>
                <a:gd name="T52" fmla="*/ 2 w 437"/>
                <a:gd name="T53" fmla="*/ 1 h 260"/>
                <a:gd name="T54" fmla="*/ 2 w 437"/>
                <a:gd name="T55" fmla="*/ 2 h 260"/>
                <a:gd name="T56" fmla="*/ 2 w 437"/>
                <a:gd name="T57" fmla="*/ 2 h 260"/>
                <a:gd name="T58" fmla="*/ 2 w 437"/>
                <a:gd name="T59" fmla="*/ 2 h 260"/>
                <a:gd name="T60" fmla="*/ 1 w 437"/>
                <a:gd name="T61" fmla="*/ 2 h 260"/>
                <a:gd name="T62" fmla="*/ 1 w 437"/>
                <a:gd name="T63" fmla="*/ 2 h 260"/>
                <a:gd name="T64" fmla="*/ 1 w 437"/>
                <a:gd name="T65" fmla="*/ 2 h 260"/>
                <a:gd name="T66" fmla="*/ 0 w 437"/>
                <a:gd name="T67" fmla="*/ 2 h 260"/>
                <a:gd name="T68" fmla="*/ 0 w 437"/>
                <a:gd name="T69" fmla="*/ 2 h 260"/>
                <a:gd name="T70" fmla="*/ 0 w 437"/>
                <a:gd name="T71" fmla="*/ 2 h 260"/>
                <a:gd name="T72" fmla="*/ 0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0" y="260"/>
                  </a:moveTo>
                  <a:lnTo>
                    <a:pt x="0" y="260"/>
                  </a:lnTo>
                  <a:lnTo>
                    <a:pt x="43" y="259"/>
                  </a:lnTo>
                  <a:lnTo>
                    <a:pt x="87" y="255"/>
                  </a:lnTo>
                  <a:lnTo>
                    <a:pt x="128" y="248"/>
                  </a:lnTo>
                  <a:lnTo>
                    <a:pt x="168" y="240"/>
                  </a:lnTo>
                  <a:lnTo>
                    <a:pt x="207" y="230"/>
                  </a:lnTo>
                  <a:lnTo>
                    <a:pt x="242" y="217"/>
                  </a:lnTo>
                  <a:lnTo>
                    <a:pt x="276" y="202"/>
                  </a:lnTo>
                  <a:lnTo>
                    <a:pt x="308" y="185"/>
                  </a:lnTo>
                  <a:lnTo>
                    <a:pt x="336" y="166"/>
                  </a:lnTo>
                  <a:lnTo>
                    <a:pt x="360" y="146"/>
                  </a:lnTo>
                  <a:lnTo>
                    <a:pt x="383" y="125"/>
                  </a:lnTo>
                  <a:lnTo>
                    <a:pt x="401" y="102"/>
                  </a:lnTo>
                  <a:lnTo>
                    <a:pt x="417" y="77"/>
                  </a:lnTo>
                  <a:lnTo>
                    <a:pt x="427" y="53"/>
                  </a:lnTo>
                  <a:lnTo>
                    <a:pt x="434" y="27"/>
                  </a:lnTo>
                  <a:lnTo>
                    <a:pt x="437" y="0"/>
                  </a:lnTo>
                  <a:lnTo>
                    <a:pt x="425" y="0"/>
                  </a:lnTo>
                  <a:lnTo>
                    <a:pt x="422" y="24"/>
                  </a:lnTo>
                  <a:lnTo>
                    <a:pt x="415" y="48"/>
                  </a:lnTo>
                  <a:lnTo>
                    <a:pt x="405" y="73"/>
                  </a:lnTo>
                  <a:lnTo>
                    <a:pt x="392" y="95"/>
                  </a:lnTo>
                  <a:lnTo>
                    <a:pt x="373" y="116"/>
                  </a:lnTo>
                  <a:lnTo>
                    <a:pt x="353" y="137"/>
                  </a:lnTo>
                  <a:lnTo>
                    <a:pt x="329" y="157"/>
                  </a:lnTo>
                  <a:lnTo>
                    <a:pt x="301" y="173"/>
                  </a:lnTo>
                  <a:lnTo>
                    <a:pt x="271" y="190"/>
                  </a:lnTo>
                  <a:lnTo>
                    <a:pt x="237" y="205"/>
                  </a:lnTo>
                  <a:lnTo>
                    <a:pt x="202" y="218"/>
                  </a:lnTo>
                  <a:lnTo>
                    <a:pt x="166" y="228"/>
                  </a:lnTo>
                  <a:lnTo>
                    <a:pt x="126" y="237"/>
                  </a:lnTo>
                  <a:lnTo>
                    <a:pt x="85" y="244"/>
                  </a:lnTo>
                  <a:lnTo>
                    <a:pt x="43" y="247"/>
                  </a:lnTo>
                  <a:lnTo>
                    <a:pt x="0" y="248"/>
                  </a:lnTo>
                  <a:lnTo>
                    <a:pt x="0"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4845" name="Freeform 53"/>
            <p:cNvSpPr>
              <a:spLocks/>
            </p:cNvSpPr>
            <p:nvPr/>
          </p:nvSpPr>
          <p:spPr bwMode="auto">
            <a:xfrm>
              <a:off x="1179" y="1640"/>
              <a:ext cx="88" cy="52"/>
            </a:xfrm>
            <a:custGeom>
              <a:avLst/>
              <a:gdLst>
                <a:gd name="T0" fmla="*/ 0 w 439"/>
                <a:gd name="T1" fmla="*/ 0 h 260"/>
                <a:gd name="T2" fmla="*/ 0 w 439"/>
                <a:gd name="T3" fmla="*/ 0 h 260"/>
                <a:gd name="T4" fmla="*/ 0 w 439"/>
                <a:gd name="T5" fmla="*/ 0 h 260"/>
                <a:gd name="T6" fmla="*/ 0 w 439"/>
                <a:gd name="T7" fmla="*/ 0 h 260"/>
                <a:gd name="T8" fmla="*/ 0 w 439"/>
                <a:gd name="T9" fmla="*/ 1 h 260"/>
                <a:gd name="T10" fmla="*/ 0 w 439"/>
                <a:gd name="T11" fmla="*/ 1 h 260"/>
                <a:gd name="T12" fmla="*/ 0 w 439"/>
                <a:gd name="T13" fmla="*/ 1 h 260"/>
                <a:gd name="T14" fmla="*/ 1 w 439"/>
                <a:gd name="T15" fmla="*/ 1 h 260"/>
                <a:gd name="T16" fmla="*/ 1 w 439"/>
                <a:gd name="T17" fmla="*/ 1 h 260"/>
                <a:gd name="T18" fmla="*/ 1 w 439"/>
                <a:gd name="T19" fmla="*/ 1 h 260"/>
                <a:gd name="T20" fmla="*/ 1 w 439"/>
                <a:gd name="T21" fmla="*/ 2 h 260"/>
                <a:gd name="T22" fmla="*/ 2 w 439"/>
                <a:gd name="T23" fmla="*/ 2 h 260"/>
                <a:gd name="T24" fmla="*/ 2 w 439"/>
                <a:gd name="T25" fmla="*/ 2 h 260"/>
                <a:gd name="T26" fmla="*/ 2 w 439"/>
                <a:gd name="T27" fmla="*/ 2 h 260"/>
                <a:gd name="T28" fmla="*/ 2 w 439"/>
                <a:gd name="T29" fmla="*/ 2 h 260"/>
                <a:gd name="T30" fmla="*/ 3 w 439"/>
                <a:gd name="T31" fmla="*/ 2 h 260"/>
                <a:gd name="T32" fmla="*/ 3 w 439"/>
                <a:gd name="T33" fmla="*/ 2 h 260"/>
                <a:gd name="T34" fmla="*/ 4 w 439"/>
                <a:gd name="T35" fmla="*/ 2 h 260"/>
                <a:gd name="T36" fmla="*/ 4 w 439"/>
                <a:gd name="T37" fmla="*/ 2 h 260"/>
                <a:gd name="T38" fmla="*/ 3 w 439"/>
                <a:gd name="T39" fmla="*/ 2 h 260"/>
                <a:gd name="T40" fmla="*/ 3 w 439"/>
                <a:gd name="T41" fmla="*/ 2 h 260"/>
                <a:gd name="T42" fmla="*/ 3 w 439"/>
                <a:gd name="T43" fmla="*/ 2 h 260"/>
                <a:gd name="T44" fmla="*/ 2 w 439"/>
                <a:gd name="T45" fmla="*/ 2 h 260"/>
                <a:gd name="T46" fmla="*/ 2 w 439"/>
                <a:gd name="T47" fmla="*/ 2 h 260"/>
                <a:gd name="T48" fmla="*/ 2 w 439"/>
                <a:gd name="T49" fmla="*/ 2 h 260"/>
                <a:gd name="T50" fmla="*/ 1 w 439"/>
                <a:gd name="T51" fmla="*/ 2 h 260"/>
                <a:gd name="T52" fmla="*/ 1 w 439"/>
                <a:gd name="T53" fmla="*/ 1 h 260"/>
                <a:gd name="T54" fmla="*/ 1 w 439"/>
                <a:gd name="T55" fmla="*/ 1 h 260"/>
                <a:gd name="T56" fmla="*/ 1 w 439"/>
                <a:gd name="T57" fmla="*/ 1 h 260"/>
                <a:gd name="T58" fmla="*/ 1 w 439"/>
                <a:gd name="T59" fmla="*/ 1 h 260"/>
                <a:gd name="T60" fmla="*/ 0 w 439"/>
                <a:gd name="T61" fmla="*/ 1 h 260"/>
                <a:gd name="T62" fmla="*/ 0 w 439"/>
                <a:gd name="T63" fmla="*/ 1 h 260"/>
                <a:gd name="T64" fmla="*/ 0 w 439"/>
                <a:gd name="T65" fmla="*/ 0 h 260"/>
                <a:gd name="T66" fmla="*/ 0 w 439"/>
                <a:gd name="T67" fmla="*/ 0 h 260"/>
                <a:gd name="T68" fmla="*/ 0 w 439"/>
                <a:gd name="T69" fmla="*/ 0 h 260"/>
                <a:gd name="T70" fmla="*/ 0 w 439"/>
                <a:gd name="T71" fmla="*/ 0 h 260"/>
                <a:gd name="T72" fmla="*/ 0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0" y="0"/>
                  </a:moveTo>
                  <a:lnTo>
                    <a:pt x="0" y="0"/>
                  </a:lnTo>
                  <a:lnTo>
                    <a:pt x="3" y="27"/>
                  </a:lnTo>
                  <a:lnTo>
                    <a:pt x="10" y="53"/>
                  </a:lnTo>
                  <a:lnTo>
                    <a:pt x="20" y="77"/>
                  </a:lnTo>
                  <a:lnTo>
                    <a:pt x="35" y="102"/>
                  </a:lnTo>
                  <a:lnTo>
                    <a:pt x="54" y="125"/>
                  </a:lnTo>
                  <a:lnTo>
                    <a:pt x="76" y="146"/>
                  </a:lnTo>
                  <a:lnTo>
                    <a:pt x="102" y="166"/>
                  </a:lnTo>
                  <a:lnTo>
                    <a:pt x="130" y="185"/>
                  </a:lnTo>
                  <a:lnTo>
                    <a:pt x="162" y="202"/>
                  </a:lnTo>
                  <a:lnTo>
                    <a:pt x="195" y="217"/>
                  </a:lnTo>
                  <a:lnTo>
                    <a:pt x="231" y="230"/>
                  </a:lnTo>
                  <a:lnTo>
                    <a:pt x="270" y="240"/>
                  </a:lnTo>
                  <a:lnTo>
                    <a:pt x="310" y="248"/>
                  </a:lnTo>
                  <a:lnTo>
                    <a:pt x="351" y="255"/>
                  </a:lnTo>
                  <a:lnTo>
                    <a:pt x="395" y="259"/>
                  </a:lnTo>
                  <a:lnTo>
                    <a:pt x="439" y="260"/>
                  </a:lnTo>
                  <a:lnTo>
                    <a:pt x="439" y="248"/>
                  </a:lnTo>
                  <a:lnTo>
                    <a:pt x="395" y="247"/>
                  </a:lnTo>
                  <a:lnTo>
                    <a:pt x="353" y="244"/>
                  </a:lnTo>
                  <a:lnTo>
                    <a:pt x="312" y="237"/>
                  </a:lnTo>
                  <a:lnTo>
                    <a:pt x="272" y="228"/>
                  </a:lnTo>
                  <a:lnTo>
                    <a:pt x="236" y="218"/>
                  </a:lnTo>
                  <a:lnTo>
                    <a:pt x="200" y="205"/>
                  </a:lnTo>
                  <a:lnTo>
                    <a:pt x="167" y="190"/>
                  </a:lnTo>
                  <a:lnTo>
                    <a:pt x="137" y="173"/>
                  </a:lnTo>
                  <a:lnTo>
                    <a:pt x="109" y="157"/>
                  </a:lnTo>
                  <a:lnTo>
                    <a:pt x="84" y="137"/>
                  </a:lnTo>
                  <a:lnTo>
                    <a:pt x="64" y="116"/>
                  </a:lnTo>
                  <a:lnTo>
                    <a:pt x="45" y="95"/>
                  </a:lnTo>
                  <a:lnTo>
                    <a:pt x="32" y="73"/>
                  </a:lnTo>
                  <a:lnTo>
                    <a:pt x="21" y="48"/>
                  </a:lnTo>
                  <a:lnTo>
                    <a:pt x="14" y="24"/>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4846" name="Freeform 54"/>
            <p:cNvSpPr>
              <a:spLocks/>
            </p:cNvSpPr>
            <p:nvPr/>
          </p:nvSpPr>
          <p:spPr bwMode="auto">
            <a:xfrm>
              <a:off x="1179" y="1588"/>
              <a:ext cx="88" cy="52"/>
            </a:xfrm>
            <a:custGeom>
              <a:avLst/>
              <a:gdLst>
                <a:gd name="T0" fmla="*/ 4 w 439"/>
                <a:gd name="T1" fmla="*/ 0 h 260"/>
                <a:gd name="T2" fmla="*/ 4 w 439"/>
                <a:gd name="T3" fmla="*/ 0 h 260"/>
                <a:gd name="T4" fmla="*/ 3 w 439"/>
                <a:gd name="T5" fmla="*/ 0 h 260"/>
                <a:gd name="T6" fmla="*/ 3 w 439"/>
                <a:gd name="T7" fmla="*/ 0 h 260"/>
                <a:gd name="T8" fmla="*/ 2 w 439"/>
                <a:gd name="T9" fmla="*/ 0 h 260"/>
                <a:gd name="T10" fmla="*/ 2 w 439"/>
                <a:gd name="T11" fmla="*/ 0 h 260"/>
                <a:gd name="T12" fmla="*/ 2 w 439"/>
                <a:gd name="T13" fmla="*/ 0 h 260"/>
                <a:gd name="T14" fmla="*/ 2 w 439"/>
                <a:gd name="T15" fmla="*/ 0 h 260"/>
                <a:gd name="T16" fmla="*/ 1 w 439"/>
                <a:gd name="T17" fmla="*/ 0 h 260"/>
                <a:gd name="T18" fmla="*/ 1 w 439"/>
                <a:gd name="T19" fmla="*/ 1 h 260"/>
                <a:gd name="T20" fmla="*/ 1 w 439"/>
                <a:gd name="T21" fmla="*/ 1 h 260"/>
                <a:gd name="T22" fmla="*/ 1 w 439"/>
                <a:gd name="T23" fmla="*/ 1 h 260"/>
                <a:gd name="T24" fmla="*/ 0 w 439"/>
                <a:gd name="T25" fmla="*/ 1 h 260"/>
                <a:gd name="T26" fmla="*/ 0 w 439"/>
                <a:gd name="T27" fmla="*/ 1 h 260"/>
                <a:gd name="T28" fmla="*/ 0 w 439"/>
                <a:gd name="T29" fmla="*/ 1 h 260"/>
                <a:gd name="T30" fmla="*/ 0 w 439"/>
                <a:gd name="T31" fmla="*/ 2 h 260"/>
                <a:gd name="T32" fmla="*/ 0 w 439"/>
                <a:gd name="T33" fmla="*/ 2 h 260"/>
                <a:gd name="T34" fmla="*/ 0 w 439"/>
                <a:gd name="T35" fmla="*/ 2 h 260"/>
                <a:gd name="T36" fmla="*/ 0 w 439"/>
                <a:gd name="T37" fmla="*/ 2 h 260"/>
                <a:gd name="T38" fmla="*/ 0 w 439"/>
                <a:gd name="T39" fmla="*/ 2 h 260"/>
                <a:gd name="T40" fmla="*/ 0 w 439"/>
                <a:gd name="T41" fmla="*/ 2 h 260"/>
                <a:gd name="T42" fmla="*/ 0 w 439"/>
                <a:gd name="T43" fmla="*/ 1 h 260"/>
                <a:gd name="T44" fmla="*/ 0 w 439"/>
                <a:gd name="T45" fmla="*/ 1 h 260"/>
                <a:gd name="T46" fmla="*/ 1 w 439"/>
                <a:gd name="T47" fmla="*/ 1 h 260"/>
                <a:gd name="T48" fmla="*/ 1 w 439"/>
                <a:gd name="T49" fmla="*/ 1 h 260"/>
                <a:gd name="T50" fmla="*/ 1 w 439"/>
                <a:gd name="T51" fmla="*/ 1 h 260"/>
                <a:gd name="T52" fmla="*/ 1 w 439"/>
                <a:gd name="T53" fmla="*/ 1 h 260"/>
                <a:gd name="T54" fmla="*/ 1 w 439"/>
                <a:gd name="T55" fmla="*/ 1 h 260"/>
                <a:gd name="T56" fmla="*/ 2 w 439"/>
                <a:gd name="T57" fmla="*/ 0 h 260"/>
                <a:gd name="T58" fmla="*/ 2 w 439"/>
                <a:gd name="T59" fmla="*/ 0 h 260"/>
                <a:gd name="T60" fmla="*/ 2 w 439"/>
                <a:gd name="T61" fmla="*/ 0 h 260"/>
                <a:gd name="T62" fmla="*/ 3 w 439"/>
                <a:gd name="T63" fmla="*/ 0 h 260"/>
                <a:gd name="T64" fmla="*/ 3 w 439"/>
                <a:gd name="T65" fmla="*/ 0 h 260"/>
                <a:gd name="T66" fmla="*/ 3 w 439"/>
                <a:gd name="T67" fmla="*/ 0 h 260"/>
                <a:gd name="T68" fmla="*/ 4 w 439"/>
                <a:gd name="T69" fmla="*/ 0 h 260"/>
                <a:gd name="T70" fmla="*/ 4 w 439"/>
                <a:gd name="T71" fmla="*/ 0 h 260"/>
                <a:gd name="T72" fmla="*/ 4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439" y="0"/>
                  </a:moveTo>
                  <a:lnTo>
                    <a:pt x="439" y="0"/>
                  </a:lnTo>
                  <a:lnTo>
                    <a:pt x="395" y="1"/>
                  </a:lnTo>
                  <a:lnTo>
                    <a:pt x="351" y="4"/>
                  </a:lnTo>
                  <a:lnTo>
                    <a:pt x="310" y="11"/>
                  </a:lnTo>
                  <a:lnTo>
                    <a:pt x="270" y="19"/>
                  </a:lnTo>
                  <a:lnTo>
                    <a:pt x="231" y="30"/>
                  </a:lnTo>
                  <a:lnTo>
                    <a:pt x="195" y="43"/>
                  </a:lnTo>
                  <a:lnTo>
                    <a:pt x="162" y="58"/>
                  </a:lnTo>
                  <a:lnTo>
                    <a:pt x="130" y="73"/>
                  </a:lnTo>
                  <a:lnTo>
                    <a:pt x="102" y="93"/>
                  </a:lnTo>
                  <a:lnTo>
                    <a:pt x="76" y="113"/>
                  </a:lnTo>
                  <a:lnTo>
                    <a:pt x="54" y="133"/>
                  </a:lnTo>
                  <a:lnTo>
                    <a:pt x="35" y="157"/>
                  </a:lnTo>
                  <a:lnTo>
                    <a:pt x="20" y="181"/>
                  </a:lnTo>
                  <a:lnTo>
                    <a:pt x="10" y="206"/>
                  </a:lnTo>
                  <a:lnTo>
                    <a:pt x="3" y="233"/>
                  </a:lnTo>
                  <a:lnTo>
                    <a:pt x="0" y="260"/>
                  </a:lnTo>
                  <a:lnTo>
                    <a:pt x="12" y="260"/>
                  </a:lnTo>
                  <a:lnTo>
                    <a:pt x="14" y="235"/>
                  </a:lnTo>
                  <a:lnTo>
                    <a:pt x="21" y="211"/>
                  </a:lnTo>
                  <a:lnTo>
                    <a:pt x="32" y="186"/>
                  </a:lnTo>
                  <a:lnTo>
                    <a:pt x="45" y="164"/>
                  </a:lnTo>
                  <a:lnTo>
                    <a:pt x="64" y="143"/>
                  </a:lnTo>
                  <a:lnTo>
                    <a:pt x="84" y="123"/>
                  </a:lnTo>
                  <a:lnTo>
                    <a:pt x="109" y="103"/>
                  </a:lnTo>
                  <a:lnTo>
                    <a:pt x="137" y="85"/>
                  </a:lnTo>
                  <a:lnTo>
                    <a:pt x="167" y="70"/>
                  </a:lnTo>
                  <a:lnTo>
                    <a:pt x="200" y="55"/>
                  </a:lnTo>
                  <a:lnTo>
                    <a:pt x="236" y="42"/>
                  </a:lnTo>
                  <a:lnTo>
                    <a:pt x="272" y="31"/>
                  </a:lnTo>
                  <a:lnTo>
                    <a:pt x="312" y="23"/>
                  </a:lnTo>
                  <a:lnTo>
                    <a:pt x="353" y="16"/>
                  </a:lnTo>
                  <a:lnTo>
                    <a:pt x="395" y="12"/>
                  </a:lnTo>
                  <a:lnTo>
                    <a:pt x="439" y="11"/>
                  </a:lnTo>
                  <a:lnTo>
                    <a:pt x="439"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4847" name="Freeform 55"/>
            <p:cNvSpPr>
              <a:spLocks/>
            </p:cNvSpPr>
            <p:nvPr/>
          </p:nvSpPr>
          <p:spPr bwMode="auto">
            <a:xfrm>
              <a:off x="964" y="1745"/>
              <a:ext cx="48" cy="85"/>
            </a:xfrm>
            <a:custGeom>
              <a:avLst/>
              <a:gdLst>
                <a:gd name="T0" fmla="*/ 2 w 244"/>
                <a:gd name="T1" fmla="*/ 3 h 426"/>
                <a:gd name="T2" fmla="*/ 2 w 244"/>
                <a:gd name="T3" fmla="*/ 3 h 426"/>
                <a:gd name="T4" fmla="*/ 2 w 244"/>
                <a:gd name="T5" fmla="*/ 3 h 426"/>
                <a:gd name="T6" fmla="*/ 2 w 244"/>
                <a:gd name="T7" fmla="*/ 3 h 426"/>
                <a:gd name="T8" fmla="*/ 2 w 244"/>
                <a:gd name="T9" fmla="*/ 2 h 426"/>
                <a:gd name="T10" fmla="*/ 2 w 244"/>
                <a:gd name="T11" fmla="*/ 2 h 426"/>
                <a:gd name="T12" fmla="*/ 2 w 244"/>
                <a:gd name="T13" fmla="*/ 2 h 426"/>
                <a:gd name="T14" fmla="*/ 2 w 244"/>
                <a:gd name="T15" fmla="*/ 2 h 426"/>
                <a:gd name="T16" fmla="*/ 1 w 244"/>
                <a:gd name="T17" fmla="*/ 1 h 426"/>
                <a:gd name="T18" fmla="*/ 1 w 244"/>
                <a:gd name="T19" fmla="*/ 1 h 426"/>
                <a:gd name="T20" fmla="*/ 1 w 244"/>
                <a:gd name="T21" fmla="*/ 1 h 426"/>
                <a:gd name="T22" fmla="*/ 1 w 244"/>
                <a:gd name="T23" fmla="*/ 1 h 426"/>
                <a:gd name="T24" fmla="*/ 1 w 244"/>
                <a:gd name="T25" fmla="*/ 0 h 426"/>
                <a:gd name="T26" fmla="*/ 1 w 244"/>
                <a:gd name="T27" fmla="*/ 0 h 426"/>
                <a:gd name="T28" fmla="*/ 1 w 244"/>
                <a:gd name="T29" fmla="*/ 0 h 426"/>
                <a:gd name="T30" fmla="*/ 0 w 244"/>
                <a:gd name="T31" fmla="*/ 0 h 426"/>
                <a:gd name="T32" fmla="*/ 0 w 244"/>
                <a:gd name="T33" fmla="*/ 0 h 426"/>
                <a:gd name="T34" fmla="*/ 0 w 244"/>
                <a:gd name="T35" fmla="*/ 0 h 426"/>
                <a:gd name="T36" fmla="*/ 0 w 244"/>
                <a:gd name="T37" fmla="*/ 0 h 426"/>
                <a:gd name="T38" fmla="*/ 0 w 244"/>
                <a:gd name="T39" fmla="*/ 0 h 426"/>
                <a:gd name="T40" fmla="*/ 0 w 244"/>
                <a:gd name="T41" fmla="*/ 0 h 426"/>
                <a:gd name="T42" fmla="*/ 1 w 244"/>
                <a:gd name="T43" fmla="*/ 0 h 426"/>
                <a:gd name="T44" fmla="*/ 1 w 244"/>
                <a:gd name="T45" fmla="*/ 0 h 426"/>
                <a:gd name="T46" fmla="*/ 1 w 244"/>
                <a:gd name="T47" fmla="*/ 0 h 426"/>
                <a:gd name="T48" fmla="*/ 1 w 244"/>
                <a:gd name="T49" fmla="*/ 1 h 426"/>
                <a:gd name="T50" fmla="*/ 1 w 244"/>
                <a:gd name="T51" fmla="*/ 1 h 426"/>
                <a:gd name="T52" fmla="*/ 1 w 244"/>
                <a:gd name="T53" fmla="*/ 1 h 426"/>
                <a:gd name="T54" fmla="*/ 1 w 244"/>
                <a:gd name="T55" fmla="*/ 1 h 426"/>
                <a:gd name="T56" fmla="*/ 1 w 244"/>
                <a:gd name="T57" fmla="*/ 2 h 426"/>
                <a:gd name="T58" fmla="*/ 2 w 244"/>
                <a:gd name="T59" fmla="*/ 2 h 426"/>
                <a:gd name="T60" fmla="*/ 2 w 244"/>
                <a:gd name="T61" fmla="*/ 2 h 426"/>
                <a:gd name="T62" fmla="*/ 2 w 244"/>
                <a:gd name="T63" fmla="*/ 2 h 426"/>
                <a:gd name="T64" fmla="*/ 2 w 244"/>
                <a:gd name="T65" fmla="*/ 3 h 426"/>
                <a:gd name="T66" fmla="*/ 2 w 244"/>
                <a:gd name="T67" fmla="*/ 3 h 426"/>
                <a:gd name="T68" fmla="*/ 2 w 244"/>
                <a:gd name="T69" fmla="*/ 3 h 426"/>
                <a:gd name="T70" fmla="*/ 2 w 244"/>
                <a:gd name="T71" fmla="*/ 3 h 426"/>
                <a:gd name="T72" fmla="*/ 2 w 244"/>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6"/>
                <a:gd name="T113" fmla="*/ 244 w 244"/>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6">
                  <a:moveTo>
                    <a:pt x="244" y="426"/>
                  </a:moveTo>
                  <a:lnTo>
                    <a:pt x="244" y="426"/>
                  </a:lnTo>
                  <a:lnTo>
                    <a:pt x="243" y="383"/>
                  </a:lnTo>
                  <a:lnTo>
                    <a:pt x="240" y="340"/>
                  </a:lnTo>
                  <a:lnTo>
                    <a:pt x="234" y="300"/>
                  </a:lnTo>
                  <a:lnTo>
                    <a:pt x="226" y="262"/>
                  </a:lnTo>
                  <a:lnTo>
                    <a:pt x="215" y="224"/>
                  </a:lnTo>
                  <a:lnTo>
                    <a:pt x="203" y="189"/>
                  </a:lnTo>
                  <a:lnTo>
                    <a:pt x="189" y="157"/>
                  </a:lnTo>
                  <a:lnTo>
                    <a:pt x="174" y="126"/>
                  </a:lnTo>
                  <a:lnTo>
                    <a:pt x="155" y="99"/>
                  </a:lnTo>
                  <a:lnTo>
                    <a:pt x="138" y="74"/>
                  </a:lnTo>
                  <a:lnTo>
                    <a:pt x="118" y="52"/>
                  </a:lnTo>
                  <a:lnTo>
                    <a:pt x="96" y="34"/>
                  </a:lnTo>
                  <a:lnTo>
                    <a:pt x="73" y="19"/>
                  </a:lnTo>
                  <a:lnTo>
                    <a:pt x="50" y="8"/>
                  </a:lnTo>
                  <a:lnTo>
                    <a:pt x="25" y="2"/>
                  </a:lnTo>
                  <a:lnTo>
                    <a:pt x="0" y="0"/>
                  </a:lnTo>
                  <a:lnTo>
                    <a:pt x="0" y="12"/>
                  </a:lnTo>
                  <a:lnTo>
                    <a:pt x="23" y="14"/>
                  </a:lnTo>
                  <a:lnTo>
                    <a:pt x="45" y="20"/>
                  </a:lnTo>
                  <a:lnTo>
                    <a:pt x="66" y="31"/>
                  </a:lnTo>
                  <a:lnTo>
                    <a:pt x="89" y="43"/>
                  </a:lnTo>
                  <a:lnTo>
                    <a:pt x="109" y="61"/>
                  </a:lnTo>
                  <a:lnTo>
                    <a:pt x="129" y="81"/>
                  </a:lnTo>
                  <a:lnTo>
                    <a:pt x="146" y="106"/>
                  </a:lnTo>
                  <a:lnTo>
                    <a:pt x="162" y="133"/>
                  </a:lnTo>
                  <a:lnTo>
                    <a:pt x="178" y="162"/>
                  </a:lnTo>
                  <a:lnTo>
                    <a:pt x="192" y="194"/>
                  </a:lnTo>
                  <a:lnTo>
                    <a:pt x="203" y="229"/>
                  </a:lnTo>
                  <a:lnTo>
                    <a:pt x="214" y="264"/>
                  </a:lnTo>
                  <a:lnTo>
                    <a:pt x="222" y="303"/>
                  </a:lnTo>
                  <a:lnTo>
                    <a:pt x="228" y="342"/>
                  </a:lnTo>
                  <a:lnTo>
                    <a:pt x="232" y="383"/>
                  </a:lnTo>
                  <a:lnTo>
                    <a:pt x="233" y="426"/>
                  </a:lnTo>
                  <a:lnTo>
                    <a:pt x="244"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4848" name="Freeform 56"/>
            <p:cNvSpPr>
              <a:spLocks/>
            </p:cNvSpPr>
            <p:nvPr/>
          </p:nvSpPr>
          <p:spPr bwMode="auto">
            <a:xfrm>
              <a:off x="964" y="1830"/>
              <a:ext cx="48" cy="85"/>
            </a:xfrm>
            <a:custGeom>
              <a:avLst/>
              <a:gdLst>
                <a:gd name="T0" fmla="*/ 0 w 244"/>
                <a:gd name="T1" fmla="*/ 3 h 424"/>
                <a:gd name="T2" fmla="*/ 0 w 244"/>
                <a:gd name="T3" fmla="*/ 3 h 424"/>
                <a:gd name="T4" fmla="*/ 0 w 244"/>
                <a:gd name="T5" fmla="*/ 3 h 424"/>
                <a:gd name="T6" fmla="*/ 0 w 244"/>
                <a:gd name="T7" fmla="*/ 3 h 424"/>
                <a:gd name="T8" fmla="*/ 1 w 244"/>
                <a:gd name="T9" fmla="*/ 3 h 424"/>
                <a:gd name="T10" fmla="*/ 1 w 244"/>
                <a:gd name="T11" fmla="*/ 3 h 424"/>
                <a:gd name="T12" fmla="*/ 1 w 244"/>
                <a:gd name="T13" fmla="*/ 3 h 424"/>
                <a:gd name="T14" fmla="*/ 1 w 244"/>
                <a:gd name="T15" fmla="*/ 3 h 424"/>
                <a:gd name="T16" fmla="*/ 1 w 244"/>
                <a:gd name="T17" fmla="*/ 3 h 424"/>
                <a:gd name="T18" fmla="*/ 1 w 244"/>
                <a:gd name="T19" fmla="*/ 2 h 424"/>
                <a:gd name="T20" fmla="*/ 1 w 244"/>
                <a:gd name="T21" fmla="*/ 2 h 424"/>
                <a:gd name="T22" fmla="*/ 2 w 244"/>
                <a:gd name="T23" fmla="*/ 2 h 424"/>
                <a:gd name="T24" fmla="*/ 2 w 244"/>
                <a:gd name="T25" fmla="*/ 2 h 424"/>
                <a:gd name="T26" fmla="*/ 2 w 244"/>
                <a:gd name="T27" fmla="*/ 1 h 424"/>
                <a:gd name="T28" fmla="*/ 2 w 244"/>
                <a:gd name="T29" fmla="*/ 1 h 424"/>
                <a:gd name="T30" fmla="*/ 2 w 244"/>
                <a:gd name="T31" fmla="*/ 1 h 424"/>
                <a:gd name="T32" fmla="*/ 2 w 244"/>
                <a:gd name="T33" fmla="*/ 0 h 424"/>
                <a:gd name="T34" fmla="*/ 2 w 244"/>
                <a:gd name="T35" fmla="*/ 0 h 424"/>
                <a:gd name="T36" fmla="*/ 2 w 244"/>
                <a:gd name="T37" fmla="*/ 0 h 424"/>
                <a:gd name="T38" fmla="*/ 2 w 244"/>
                <a:gd name="T39" fmla="*/ 0 h 424"/>
                <a:gd name="T40" fmla="*/ 2 w 244"/>
                <a:gd name="T41" fmla="*/ 1 h 424"/>
                <a:gd name="T42" fmla="*/ 2 w 244"/>
                <a:gd name="T43" fmla="*/ 1 h 424"/>
                <a:gd name="T44" fmla="*/ 2 w 244"/>
                <a:gd name="T45" fmla="*/ 1 h 424"/>
                <a:gd name="T46" fmla="*/ 2 w 244"/>
                <a:gd name="T47" fmla="*/ 2 h 424"/>
                <a:gd name="T48" fmla="*/ 1 w 244"/>
                <a:gd name="T49" fmla="*/ 2 h 424"/>
                <a:gd name="T50" fmla="*/ 1 w 244"/>
                <a:gd name="T51" fmla="*/ 2 h 424"/>
                <a:gd name="T52" fmla="*/ 1 w 244"/>
                <a:gd name="T53" fmla="*/ 2 h 424"/>
                <a:gd name="T54" fmla="*/ 1 w 244"/>
                <a:gd name="T55" fmla="*/ 3 h 424"/>
                <a:gd name="T56" fmla="*/ 1 w 244"/>
                <a:gd name="T57" fmla="*/ 3 h 424"/>
                <a:gd name="T58" fmla="*/ 1 w 244"/>
                <a:gd name="T59" fmla="*/ 3 h 424"/>
                <a:gd name="T60" fmla="*/ 1 w 244"/>
                <a:gd name="T61" fmla="*/ 3 h 424"/>
                <a:gd name="T62" fmla="*/ 1 w 244"/>
                <a:gd name="T63" fmla="*/ 3 h 424"/>
                <a:gd name="T64" fmla="*/ 0 w 244"/>
                <a:gd name="T65" fmla="*/ 3 h 424"/>
                <a:gd name="T66" fmla="*/ 0 w 244"/>
                <a:gd name="T67" fmla="*/ 3 h 424"/>
                <a:gd name="T68" fmla="*/ 0 w 244"/>
                <a:gd name="T69" fmla="*/ 3 h 424"/>
                <a:gd name="T70" fmla="*/ 0 w 244"/>
                <a:gd name="T71" fmla="*/ 3 h 424"/>
                <a:gd name="T72" fmla="*/ 0 w 244"/>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4"/>
                <a:gd name="T113" fmla="*/ 244 w 244"/>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4">
                  <a:moveTo>
                    <a:pt x="0" y="424"/>
                  </a:moveTo>
                  <a:lnTo>
                    <a:pt x="0" y="424"/>
                  </a:lnTo>
                  <a:lnTo>
                    <a:pt x="25" y="422"/>
                  </a:lnTo>
                  <a:lnTo>
                    <a:pt x="50" y="416"/>
                  </a:lnTo>
                  <a:lnTo>
                    <a:pt x="73" y="405"/>
                  </a:lnTo>
                  <a:lnTo>
                    <a:pt x="96" y="390"/>
                  </a:lnTo>
                  <a:lnTo>
                    <a:pt x="118" y="373"/>
                  </a:lnTo>
                  <a:lnTo>
                    <a:pt x="138" y="350"/>
                  </a:lnTo>
                  <a:lnTo>
                    <a:pt x="155" y="326"/>
                  </a:lnTo>
                  <a:lnTo>
                    <a:pt x="173" y="299"/>
                  </a:lnTo>
                  <a:lnTo>
                    <a:pt x="189" y="268"/>
                  </a:lnTo>
                  <a:lnTo>
                    <a:pt x="203" y="235"/>
                  </a:lnTo>
                  <a:lnTo>
                    <a:pt x="215" y="201"/>
                  </a:lnTo>
                  <a:lnTo>
                    <a:pt x="226" y="163"/>
                  </a:lnTo>
                  <a:lnTo>
                    <a:pt x="234" y="125"/>
                  </a:lnTo>
                  <a:lnTo>
                    <a:pt x="240" y="85"/>
                  </a:lnTo>
                  <a:lnTo>
                    <a:pt x="243" y="42"/>
                  </a:lnTo>
                  <a:lnTo>
                    <a:pt x="244" y="0"/>
                  </a:lnTo>
                  <a:lnTo>
                    <a:pt x="233" y="0"/>
                  </a:lnTo>
                  <a:lnTo>
                    <a:pt x="232" y="42"/>
                  </a:lnTo>
                  <a:lnTo>
                    <a:pt x="228" y="83"/>
                  </a:lnTo>
                  <a:lnTo>
                    <a:pt x="222" y="123"/>
                  </a:lnTo>
                  <a:lnTo>
                    <a:pt x="214" y="160"/>
                  </a:lnTo>
                  <a:lnTo>
                    <a:pt x="203" y="197"/>
                  </a:lnTo>
                  <a:lnTo>
                    <a:pt x="192" y="231"/>
                  </a:lnTo>
                  <a:lnTo>
                    <a:pt x="178" y="263"/>
                  </a:lnTo>
                  <a:lnTo>
                    <a:pt x="164" y="292"/>
                  </a:lnTo>
                  <a:lnTo>
                    <a:pt x="146" y="319"/>
                  </a:lnTo>
                  <a:lnTo>
                    <a:pt x="129" y="343"/>
                  </a:lnTo>
                  <a:lnTo>
                    <a:pt x="109" y="363"/>
                  </a:lnTo>
                  <a:lnTo>
                    <a:pt x="89" y="381"/>
                  </a:lnTo>
                  <a:lnTo>
                    <a:pt x="66" y="394"/>
                  </a:lnTo>
                  <a:lnTo>
                    <a:pt x="45" y="404"/>
                  </a:lnTo>
                  <a:lnTo>
                    <a:pt x="23" y="410"/>
                  </a:lnTo>
                  <a:lnTo>
                    <a:pt x="0" y="412"/>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4849" name="Freeform 57"/>
            <p:cNvSpPr>
              <a:spLocks/>
            </p:cNvSpPr>
            <p:nvPr/>
          </p:nvSpPr>
          <p:spPr bwMode="auto">
            <a:xfrm>
              <a:off x="915" y="1830"/>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1" y="42"/>
                  </a:lnTo>
                  <a:lnTo>
                    <a:pt x="4" y="85"/>
                  </a:lnTo>
                  <a:lnTo>
                    <a:pt x="10" y="125"/>
                  </a:lnTo>
                  <a:lnTo>
                    <a:pt x="19" y="163"/>
                  </a:lnTo>
                  <a:lnTo>
                    <a:pt x="29" y="201"/>
                  </a:lnTo>
                  <a:lnTo>
                    <a:pt x="41" y="235"/>
                  </a:lnTo>
                  <a:lnTo>
                    <a:pt x="55" y="268"/>
                  </a:lnTo>
                  <a:lnTo>
                    <a:pt x="71" y="299"/>
                  </a:lnTo>
                  <a:lnTo>
                    <a:pt x="89" y="326"/>
                  </a:lnTo>
                  <a:lnTo>
                    <a:pt x="106" y="350"/>
                  </a:lnTo>
                  <a:lnTo>
                    <a:pt x="126" y="373"/>
                  </a:lnTo>
                  <a:lnTo>
                    <a:pt x="149" y="390"/>
                  </a:lnTo>
                  <a:lnTo>
                    <a:pt x="171" y="405"/>
                  </a:lnTo>
                  <a:lnTo>
                    <a:pt x="194" y="416"/>
                  </a:lnTo>
                  <a:lnTo>
                    <a:pt x="219" y="422"/>
                  </a:lnTo>
                  <a:lnTo>
                    <a:pt x="245" y="424"/>
                  </a:lnTo>
                  <a:lnTo>
                    <a:pt x="245" y="412"/>
                  </a:lnTo>
                  <a:lnTo>
                    <a:pt x="221" y="410"/>
                  </a:lnTo>
                  <a:lnTo>
                    <a:pt x="199" y="404"/>
                  </a:lnTo>
                  <a:lnTo>
                    <a:pt x="178" y="394"/>
                  </a:lnTo>
                  <a:lnTo>
                    <a:pt x="156" y="381"/>
                  </a:lnTo>
                  <a:lnTo>
                    <a:pt x="136" y="363"/>
                  </a:lnTo>
                  <a:lnTo>
                    <a:pt x="116" y="343"/>
                  </a:lnTo>
                  <a:lnTo>
                    <a:pt x="98" y="319"/>
                  </a:lnTo>
                  <a:lnTo>
                    <a:pt x="81" y="292"/>
                  </a:lnTo>
                  <a:lnTo>
                    <a:pt x="67" y="263"/>
                  </a:lnTo>
                  <a:lnTo>
                    <a:pt x="52" y="231"/>
                  </a:lnTo>
                  <a:lnTo>
                    <a:pt x="41" y="197"/>
                  </a:lnTo>
                  <a:lnTo>
                    <a:pt x="30" y="160"/>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4850" name="Freeform 58"/>
            <p:cNvSpPr>
              <a:spLocks/>
            </p:cNvSpPr>
            <p:nvPr/>
          </p:nvSpPr>
          <p:spPr bwMode="auto">
            <a:xfrm>
              <a:off x="915" y="1745"/>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0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19" y="2"/>
                  </a:lnTo>
                  <a:lnTo>
                    <a:pt x="194" y="8"/>
                  </a:lnTo>
                  <a:lnTo>
                    <a:pt x="171" y="19"/>
                  </a:lnTo>
                  <a:lnTo>
                    <a:pt x="149" y="34"/>
                  </a:lnTo>
                  <a:lnTo>
                    <a:pt x="126" y="52"/>
                  </a:lnTo>
                  <a:lnTo>
                    <a:pt x="106" y="74"/>
                  </a:lnTo>
                  <a:lnTo>
                    <a:pt x="89" y="99"/>
                  </a:lnTo>
                  <a:lnTo>
                    <a:pt x="70" y="126"/>
                  </a:lnTo>
                  <a:lnTo>
                    <a:pt x="55" y="157"/>
                  </a:lnTo>
                  <a:lnTo>
                    <a:pt x="41" y="189"/>
                  </a:lnTo>
                  <a:lnTo>
                    <a:pt x="29" y="224"/>
                  </a:lnTo>
                  <a:lnTo>
                    <a:pt x="19" y="262"/>
                  </a:lnTo>
                  <a:lnTo>
                    <a:pt x="10" y="300"/>
                  </a:lnTo>
                  <a:lnTo>
                    <a:pt x="4" y="340"/>
                  </a:lnTo>
                  <a:lnTo>
                    <a:pt x="1" y="383"/>
                  </a:lnTo>
                  <a:lnTo>
                    <a:pt x="0" y="426"/>
                  </a:lnTo>
                  <a:lnTo>
                    <a:pt x="11" y="426"/>
                  </a:lnTo>
                  <a:lnTo>
                    <a:pt x="13" y="383"/>
                  </a:lnTo>
                  <a:lnTo>
                    <a:pt x="16" y="342"/>
                  </a:lnTo>
                  <a:lnTo>
                    <a:pt x="22" y="303"/>
                  </a:lnTo>
                  <a:lnTo>
                    <a:pt x="30" y="264"/>
                  </a:lnTo>
                  <a:lnTo>
                    <a:pt x="41" y="229"/>
                  </a:lnTo>
                  <a:lnTo>
                    <a:pt x="52" y="194"/>
                  </a:lnTo>
                  <a:lnTo>
                    <a:pt x="67" y="162"/>
                  </a:lnTo>
                  <a:lnTo>
                    <a:pt x="82" y="133"/>
                  </a:lnTo>
                  <a:lnTo>
                    <a:pt x="98" y="106"/>
                  </a:lnTo>
                  <a:lnTo>
                    <a:pt x="116" y="81"/>
                  </a:lnTo>
                  <a:lnTo>
                    <a:pt x="136" y="61"/>
                  </a:lnTo>
                  <a:lnTo>
                    <a:pt x="156" y="43"/>
                  </a:lnTo>
                  <a:lnTo>
                    <a:pt x="178" y="31"/>
                  </a:lnTo>
                  <a:lnTo>
                    <a:pt x="199" y="20"/>
                  </a:lnTo>
                  <a:lnTo>
                    <a:pt x="221"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4851" name="Freeform 59"/>
            <p:cNvSpPr>
              <a:spLocks/>
            </p:cNvSpPr>
            <p:nvPr/>
          </p:nvSpPr>
          <p:spPr bwMode="auto">
            <a:xfrm>
              <a:off x="1140" y="2087"/>
              <a:ext cx="49" cy="85"/>
            </a:xfrm>
            <a:custGeom>
              <a:avLst/>
              <a:gdLst>
                <a:gd name="T0" fmla="*/ 2 w 246"/>
                <a:gd name="T1" fmla="*/ 3 h 424"/>
                <a:gd name="T2" fmla="*/ 2 w 246"/>
                <a:gd name="T3" fmla="*/ 3 h 424"/>
                <a:gd name="T4" fmla="*/ 2 w 246"/>
                <a:gd name="T5" fmla="*/ 3 h 424"/>
                <a:gd name="T6" fmla="*/ 2 w 246"/>
                <a:gd name="T7" fmla="*/ 3 h 424"/>
                <a:gd name="T8" fmla="*/ 2 w 246"/>
                <a:gd name="T9" fmla="*/ 2 h 424"/>
                <a:gd name="T10" fmla="*/ 2 w 246"/>
                <a:gd name="T11" fmla="*/ 2 h 424"/>
                <a:gd name="T12" fmla="*/ 2 w 246"/>
                <a:gd name="T13" fmla="*/ 2 h 424"/>
                <a:gd name="T14" fmla="*/ 2 w 246"/>
                <a:gd name="T15" fmla="*/ 2 h 424"/>
                <a:gd name="T16" fmla="*/ 2 w 246"/>
                <a:gd name="T17" fmla="*/ 1 h 424"/>
                <a:gd name="T18" fmla="*/ 1 w 246"/>
                <a:gd name="T19" fmla="*/ 1 h 424"/>
                <a:gd name="T20" fmla="*/ 1 w 246"/>
                <a:gd name="T21" fmla="*/ 1 h 424"/>
                <a:gd name="T22" fmla="*/ 1 w 246"/>
                <a:gd name="T23" fmla="*/ 1 h 424"/>
                <a:gd name="T24" fmla="*/ 1 w 246"/>
                <a:gd name="T25" fmla="*/ 0 h 424"/>
                <a:gd name="T26" fmla="*/ 1 w 246"/>
                <a:gd name="T27" fmla="*/ 0 h 424"/>
                <a:gd name="T28" fmla="*/ 1 w 246"/>
                <a:gd name="T29" fmla="*/ 0 h 424"/>
                <a:gd name="T30" fmla="*/ 0 w 246"/>
                <a:gd name="T31" fmla="*/ 0 h 424"/>
                <a:gd name="T32" fmla="*/ 0 w 246"/>
                <a:gd name="T33" fmla="*/ 0 h 424"/>
                <a:gd name="T34" fmla="*/ 0 w 246"/>
                <a:gd name="T35" fmla="*/ 0 h 424"/>
                <a:gd name="T36" fmla="*/ 0 w 246"/>
                <a:gd name="T37" fmla="*/ 0 h 424"/>
                <a:gd name="T38" fmla="*/ 0 w 246"/>
                <a:gd name="T39" fmla="*/ 0 h 424"/>
                <a:gd name="T40" fmla="*/ 0 w 246"/>
                <a:gd name="T41" fmla="*/ 0 h 424"/>
                <a:gd name="T42" fmla="*/ 1 w 246"/>
                <a:gd name="T43" fmla="*/ 0 h 424"/>
                <a:gd name="T44" fmla="*/ 1 w 246"/>
                <a:gd name="T45" fmla="*/ 0 h 424"/>
                <a:gd name="T46" fmla="*/ 1 w 246"/>
                <a:gd name="T47" fmla="*/ 0 h 424"/>
                <a:gd name="T48" fmla="*/ 1 w 246"/>
                <a:gd name="T49" fmla="*/ 1 h 424"/>
                <a:gd name="T50" fmla="*/ 1 w 246"/>
                <a:gd name="T51" fmla="*/ 1 h 424"/>
                <a:gd name="T52" fmla="*/ 1 w 246"/>
                <a:gd name="T53" fmla="*/ 1 h 424"/>
                <a:gd name="T54" fmla="*/ 1 w 246"/>
                <a:gd name="T55" fmla="*/ 1 h 424"/>
                <a:gd name="T56" fmla="*/ 2 w 246"/>
                <a:gd name="T57" fmla="*/ 2 h 424"/>
                <a:gd name="T58" fmla="*/ 2 w 246"/>
                <a:gd name="T59" fmla="*/ 2 h 424"/>
                <a:gd name="T60" fmla="*/ 2 w 246"/>
                <a:gd name="T61" fmla="*/ 2 h 424"/>
                <a:gd name="T62" fmla="*/ 2 w 246"/>
                <a:gd name="T63" fmla="*/ 2 h 424"/>
                <a:gd name="T64" fmla="*/ 2 w 246"/>
                <a:gd name="T65" fmla="*/ 3 h 424"/>
                <a:gd name="T66" fmla="*/ 2 w 246"/>
                <a:gd name="T67" fmla="*/ 3 h 424"/>
                <a:gd name="T68" fmla="*/ 2 w 246"/>
                <a:gd name="T69" fmla="*/ 3 h 424"/>
                <a:gd name="T70" fmla="*/ 2 w 246"/>
                <a:gd name="T71" fmla="*/ 3 h 424"/>
                <a:gd name="T72" fmla="*/ 2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424"/>
                  </a:moveTo>
                  <a:lnTo>
                    <a:pt x="246" y="424"/>
                  </a:lnTo>
                  <a:lnTo>
                    <a:pt x="244" y="382"/>
                  </a:lnTo>
                  <a:lnTo>
                    <a:pt x="241" y="338"/>
                  </a:lnTo>
                  <a:lnTo>
                    <a:pt x="235" y="298"/>
                  </a:lnTo>
                  <a:lnTo>
                    <a:pt x="227" y="261"/>
                  </a:lnTo>
                  <a:lnTo>
                    <a:pt x="216" y="222"/>
                  </a:lnTo>
                  <a:lnTo>
                    <a:pt x="205" y="188"/>
                  </a:lnTo>
                  <a:lnTo>
                    <a:pt x="190" y="155"/>
                  </a:lnTo>
                  <a:lnTo>
                    <a:pt x="174" y="125"/>
                  </a:lnTo>
                  <a:lnTo>
                    <a:pt x="157" y="98"/>
                  </a:lnTo>
                  <a:lnTo>
                    <a:pt x="138" y="73"/>
                  </a:lnTo>
                  <a:lnTo>
                    <a:pt x="118" y="51"/>
                  </a:lnTo>
                  <a:lnTo>
                    <a:pt x="96" y="34"/>
                  </a:lnTo>
                  <a:lnTo>
                    <a:pt x="74" y="18"/>
                  </a:lnTo>
                  <a:lnTo>
                    <a:pt x="50" y="8"/>
                  </a:lnTo>
                  <a:lnTo>
                    <a:pt x="25" y="2"/>
                  </a:lnTo>
                  <a:lnTo>
                    <a:pt x="0" y="0"/>
                  </a:lnTo>
                  <a:lnTo>
                    <a:pt x="0" y="11"/>
                  </a:lnTo>
                  <a:lnTo>
                    <a:pt x="23" y="14"/>
                  </a:lnTo>
                  <a:lnTo>
                    <a:pt x="45" y="19"/>
                  </a:lnTo>
                  <a:lnTo>
                    <a:pt x="67" y="30"/>
                  </a:lnTo>
                  <a:lnTo>
                    <a:pt x="89" y="43"/>
                  </a:lnTo>
                  <a:lnTo>
                    <a:pt x="108" y="60"/>
                  </a:lnTo>
                  <a:lnTo>
                    <a:pt x="128" y="80"/>
                  </a:lnTo>
                  <a:lnTo>
                    <a:pt x="147" y="105"/>
                  </a:lnTo>
                  <a:lnTo>
                    <a:pt x="165" y="132"/>
                  </a:lnTo>
                  <a:lnTo>
                    <a:pt x="179" y="160"/>
                  </a:lnTo>
                  <a:lnTo>
                    <a:pt x="193" y="193"/>
                  </a:lnTo>
                  <a:lnTo>
                    <a:pt x="205" y="227"/>
                  </a:lnTo>
                  <a:lnTo>
                    <a:pt x="215" y="263"/>
                  </a:lnTo>
                  <a:lnTo>
                    <a:pt x="223" y="301"/>
                  </a:lnTo>
                  <a:lnTo>
                    <a:pt x="229" y="341"/>
                  </a:lnTo>
                  <a:lnTo>
                    <a:pt x="233" y="382"/>
                  </a:lnTo>
                  <a:lnTo>
                    <a:pt x="234" y="424"/>
                  </a:lnTo>
                  <a:lnTo>
                    <a:pt x="246"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4852" name="Freeform 60"/>
            <p:cNvSpPr>
              <a:spLocks/>
            </p:cNvSpPr>
            <p:nvPr/>
          </p:nvSpPr>
          <p:spPr bwMode="auto">
            <a:xfrm>
              <a:off x="1140" y="2172"/>
              <a:ext cx="49" cy="85"/>
            </a:xfrm>
            <a:custGeom>
              <a:avLst/>
              <a:gdLst>
                <a:gd name="T0" fmla="*/ 0 w 246"/>
                <a:gd name="T1" fmla="*/ 3 h 426"/>
                <a:gd name="T2" fmla="*/ 0 w 246"/>
                <a:gd name="T3" fmla="*/ 3 h 426"/>
                <a:gd name="T4" fmla="*/ 0 w 246"/>
                <a:gd name="T5" fmla="*/ 3 h 426"/>
                <a:gd name="T6" fmla="*/ 0 w 246"/>
                <a:gd name="T7" fmla="*/ 3 h 426"/>
                <a:gd name="T8" fmla="*/ 1 w 246"/>
                <a:gd name="T9" fmla="*/ 3 h 426"/>
                <a:gd name="T10" fmla="*/ 1 w 246"/>
                <a:gd name="T11" fmla="*/ 3 h 426"/>
                <a:gd name="T12" fmla="*/ 1 w 246"/>
                <a:gd name="T13" fmla="*/ 3 h 426"/>
                <a:gd name="T14" fmla="*/ 1 w 246"/>
                <a:gd name="T15" fmla="*/ 3 h 426"/>
                <a:gd name="T16" fmla="*/ 1 w 246"/>
                <a:gd name="T17" fmla="*/ 3 h 426"/>
                <a:gd name="T18" fmla="*/ 1 w 246"/>
                <a:gd name="T19" fmla="*/ 2 h 426"/>
                <a:gd name="T20" fmla="*/ 2 w 246"/>
                <a:gd name="T21" fmla="*/ 2 h 426"/>
                <a:gd name="T22" fmla="*/ 2 w 246"/>
                <a:gd name="T23" fmla="*/ 2 h 426"/>
                <a:gd name="T24" fmla="*/ 2 w 246"/>
                <a:gd name="T25" fmla="*/ 2 h 426"/>
                <a:gd name="T26" fmla="*/ 2 w 246"/>
                <a:gd name="T27" fmla="*/ 1 h 426"/>
                <a:gd name="T28" fmla="*/ 2 w 246"/>
                <a:gd name="T29" fmla="*/ 1 h 426"/>
                <a:gd name="T30" fmla="*/ 2 w 246"/>
                <a:gd name="T31" fmla="*/ 1 h 426"/>
                <a:gd name="T32" fmla="*/ 2 w 246"/>
                <a:gd name="T33" fmla="*/ 0 h 426"/>
                <a:gd name="T34" fmla="*/ 2 w 246"/>
                <a:gd name="T35" fmla="*/ 0 h 426"/>
                <a:gd name="T36" fmla="*/ 2 w 246"/>
                <a:gd name="T37" fmla="*/ 0 h 426"/>
                <a:gd name="T38" fmla="*/ 2 w 246"/>
                <a:gd name="T39" fmla="*/ 0 h 426"/>
                <a:gd name="T40" fmla="*/ 2 w 246"/>
                <a:gd name="T41" fmla="*/ 1 h 426"/>
                <a:gd name="T42" fmla="*/ 2 w 246"/>
                <a:gd name="T43" fmla="*/ 1 h 426"/>
                <a:gd name="T44" fmla="*/ 2 w 246"/>
                <a:gd name="T45" fmla="*/ 1 h 426"/>
                <a:gd name="T46" fmla="*/ 2 w 246"/>
                <a:gd name="T47" fmla="*/ 2 h 426"/>
                <a:gd name="T48" fmla="*/ 2 w 246"/>
                <a:gd name="T49" fmla="*/ 2 h 426"/>
                <a:gd name="T50" fmla="*/ 1 w 246"/>
                <a:gd name="T51" fmla="*/ 2 h 426"/>
                <a:gd name="T52" fmla="*/ 1 w 246"/>
                <a:gd name="T53" fmla="*/ 2 h 426"/>
                <a:gd name="T54" fmla="*/ 1 w 246"/>
                <a:gd name="T55" fmla="*/ 3 h 426"/>
                <a:gd name="T56" fmla="*/ 1 w 246"/>
                <a:gd name="T57" fmla="*/ 3 h 426"/>
                <a:gd name="T58" fmla="*/ 1 w 246"/>
                <a:gd name="T59" fmla="*/ 3 h 426"/>
                <a:gd name="T60" fmla="*/ 1 w 246"/>
                <a:gd name="T61" fmla="*/ 3 h 426"/>
                <a:gd name="T62" fmla="*/ 1 w 246"/>
                <a:gd name="T63" fmla="*/ 3 h 426"/>
                <a:gd name="T64" fmla="*/ 0 w 246"/>
                <a:gd name="T65" fmla="*/ 3 h 426"/>
                <a:gd name="T66" fmla="*/ 0 w 246"/>
                <a:gd name="T67" fmla="*/ 3 h 426"/>
                <a:gd name="T68" fmla="*/ 0 w 246"/>
                <a:gd name="T69" fmla="*/ 3 h 426"/>
                <a:gd name="T70" fmla="*/ 0 w 246"/>
                <a:gd name="T71" fmla="*/ 3 h 426"/>
                <a:gd name="T72" fmla="*/ 0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426"/>
                  </a:moveTo>
                  <a:lnTo>
                    <a:pt x="0" y="426"/>
                  </a:lnTo>
                  <a:lnTo>
                    <a:pt x="25" y="423"/>
                  </a:lnTo>
                  <a:lnTo>
                    <a:pt x="50" y="417"/>
                  </a:lnTo>
                  <a:lnTo>
                    <a:pt x="74" y="407"/>
                  </a:lnTo>
                  <a:lnTo>
                    <a:pt x="96" y="392"/>
                  </a:lnTo>
                  <a:lnTo>
                    <a:pt x="118" y="373"/>
                  </a:lnTo>
                  <a:lnTo>
                    <a:pt x="138" y="350"/>
                  </a:lnTo>
                  <a:lnTo>
                    <a:pt x="157" y="327"/>
                  </a:lnTo>
                  <a:lnTo>
                    <a:pt x="175" y="299"/>
                  </a:lnTo>
                  <a:lnTo>
                    <a:pt x="190" y="268"/>
                  </a:lnTo>
                  <a:lnTo>
                    <a:pt x="205" y="236"/>
                  </a:lnTo>
                  <a:lnTo>
                    <a:pt x="216" y="202"/>
                  </a:lnTo>
                  <a:lnTo>
                    <a:pt x="227" y="164"/>
                  </a:lnTo>
                  <a:lnTo>
                    <a:pt x="235" y="125"/>
                  </a:lnTo>
                  <a:lnTo>
                    <a:pt x="241" y="86"/>
                  </a:lnTo>
                  <a:lnTo>
                    <a:pt x="244" y="42"/>
                  </a:lnTo>
                  <a:lnTo>
                    <a:pt x="246" y="0"/>
                  </a:lnTo>
                  <a:lnTo>
                    <a:pt x="234" y="0"/>
                  </a:lnTo>
                  <a:lnTo>
                    <a:pt x="233" y="42"/>
                  </a:lnTo>
                  <a:lnTo>
                    <a:pt x="229" y="83"/>
                  </a:lnTo>
                  <a:lnTo>
                    <a:pt x="223" y="123"/>
                  </a:lnTo>
                  <a:lnTo>
                    <a:pt x="215" y="162"/>
                  </a:lnTo>
                  <a:lnTo>
                    <a:pt x="205" y="197"/>
                  </a:lnTo>
                  <a:lnTo>
                    <a:pt x="193" y="231"/>
                  </a:lnTo>
                  <a:lnTo>
                    <a:pt x="179" y="264"/>
                  </a:lnTo>
                  <a:lnTo>
                    <a:pt x="164" y="292"/>
                  </a:lnTo>
                  <a:lnTo>
                    <a:pt x="147" y="320"/>
                  </a:lnTo>
                  <a:lnTo>
                    <a:pt x="128" y="343"/>
                  </a:lnTo>
                  <a:lnTo>
                    <a:pt x="108" y="363"/>
                  </a:lnTo>
                  <a:lnTo>
                    <a:pt x="89" y="382"/>
                  </a:lnTo>
                  <a:lnTo>
                    <a:pt x="67" y="395"/>
                  </a:lnTo>
                  <a:lnTo>
                    <a:pt x="45" y="406"/>
                  </a:lnTo>
                  <a:lnTo>
                    <a:pt x="23" y="411"/>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4853" name="Freeform 61"/>
            <p:cNvSpPr>
              <a:spLocks/>
            </p:cNvSpPr>
            <p:nvPr/>
          </p:nvSpPr>
          <p:spPr bwMode="auto">
            <a:xfrm>
              <a:off x="1091" y="2172"/>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4" y="86"/>
                  </a:lnTo>
                  <a:lnTo>
                    <a:pt x="10" y="125"/>
                  </a:lnTo>
                  <a:lnTo>
                    <a:pt x="18" y="164"/>
                  </a:lnTo>
                  <a:lnTo>
                    <a:pt x="29" y="202"/>
                  </a:lnTo>
                  <a:lnTo>
                    <a:pt x="41" y="236"/>
                  </a:lnTo>
                  <a:lnTo>
                    <a:pt x="55" y="268"/>
                  </a:lnTo>
                  <a:lnTo>
                    <a:pt x="70" y="299"/>
                  </a:lnTo>
                  <a:lnTo>
                    <a:pt x="89" y="327"/>
                  </a:lnTo>
                  <a:lnTo>
                    <a:pt x="106" y="350"/>
                  </a:lnTo>
                  <a:lnTo>
                    <a:pt x="126" y="373"/>
                  </a:lnTo>
                  <a:lnTo>
                    <a:pt x="148" y="392"/>
                  </a:lnTo>
                  <a:lnTo>
                    <a:pt x="171" y="407"/>
                  </a:lnTo>
                  <a:lnTo>
                    <a:pt x="194" y="417"/>
                  </a:lnTo>
                  <a:lnTo>
                    <a:pt x="219" y="423"/>
                  </a:lnTo>
                  <a:lnTo>
                    <a:pt x="245" y="426"/>
                  </a:lnTo>
                  <a:lnTo>
                    <a:pt x="245" y="414"/>
                  </a:lnTo>
                  <a:lnTo>
                    <a:pt x="221" y="411"/>
                  </a:lnTo>
                  <a:lnTo>
                    <a:pt x="199" y="406"/>
                  </a:lnTo>
                  <a:lnTo>
                    <a:pt x="178" y="395"/>
                  </a:lnTo>
                  <a:lnTo>
                    <a:pt x="155" y="382"/>
                  </a:lnTo>
                  <a:lnTo>
                    <a:pt x="136" y="363"/>
                  </a:lnTo>
                  <a:lnTo>
                    <a:pt x="116" y="343"/>
                  </a:lnTo>
                  <a:lnTo>
                    <a:pt x="98" y="320"/>
                  </a:lnTo>
                  <a:lnTo>
                    <a:pt x="82" y="292"/>
                  </a:lnTo>
                  <a:lnTo>
                    <a:pt x="66" y="264"/>
                  </a:lnTo>
                  <a:lnTo>
                    <a:pt x="52" y="231"/>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4854" name="Freeform 62"/>
            <p:cNvSpPr>
              <a:spLocks/>
            </p:cNvSpPr>
            <p:nvPr/>
          </p:nvSpPr>
          <p:spPr bwMode="auto">
            <a:xfrm>
              <a:off x="1091" y="2087"/>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4" y="8"/>
                  </a:lnTo>
                  <a:lnTo>
                    <a:pt x="171" y="18"/>
                  </a:lnTo>
                  <a:lnTo>
                    <a:pt x="148" y="34"/>
                  </a:lnTo>
                  <a:lnTo>
                    <a:pt x="126" y="51"/>
                  </a:lnTo>
                  <a:lnTo>
                    <a:pt x="106" y="73"/>
                  </a:lnTo>
                  <a:lnTo>
                    <a:pt x="89" y="98"/>
                  </a:lnTo>
                  <a:lnTo>
                    <a:pt x="71" y="125"/>
                  </a:lnTo>
                  <a:lnTo>
                    <a:pt x="55" y="155"/>
                  </a:lnTo>
                  <a:lnTo>
                    <a:pt x="41" y="188"/>
                  </a:lnTo>
                  <a:lnTo>
                    <a:pt x="29" y="222"/>
                  </a:lnTo>
                  <a:lnTo>
                    <a:pt x="18" y="261"/>
                  </a:lnTo>
                  <a:lnTo>
                    <a:pt x="10" y="298"/>
                  </a:lnTo>
                  <a:lnTo>
                    <a:pt x="4" y="338"/>
                  </a:lnTo>
                  <a:lnTo>
                    <a:pt x="1" y="382"/>
                  </a:lnTo>
                  <a:lnTo>
                    <a:pt x="0" y="424"/>
                  </a:lnTo>
                  <a:lnTo>
                    <a:pt x="11" y="424"/>
                  </a:lnTo>
                  <a:lnTo>
                    <a:pt x="13" y="382"/>
                  </a:lnTo>
                  <a:lnTo>
                    <a:pt x="16" y="341"/>
                  </a:lnTo>
                  <a:lnTo>
                    <a:pt x="22" y="301"/>
                  </a:lnTo>
                  <a:lnTo>
                    <a:pt x="30" y="263"/>
                  </a:lnTo>
                  <a:lnTo>
                    <a:pt x="41" y="227"/>
                  </a:lnTo>
                  <a:lnTo>
                    <a:pt x="52" y="193"/>
                  </a:lnTo>
                  <a:lnTo>
                    <a:pt x="66" y="160"/>
                  </a:lnTo>
                  <a:lnTo>
                    <a:pt x="80" y="132"/>
                  </a:lnTo>
                  <a:lnTo>
                    <a:pt x="98" y="105"/>
                  </a:lnTo>
                  <a:lnTo>
                    <a:pt x="116" y="80"/>
                  </a:lnTo>
                  <a:lnTo>
                    <a:pt x="136" y="60"/>
                  </a:lnTo>
                  <a:lnTo>
                    <a:pt x="155" y="43"/>
                  </a:lnTo>
                  <a:lnTo>
                    <a:pt x="178" y="30"/>
                  </a:lnTo>
                  <a:lnTo>
                    <a:pt x="199" y="19"/>
                  </a:lnTo>
                  <a:lnTo>
                    <a:pt x="221" y="14"/>
                  </a:lnTo>
                  <a:lnTo>
                    <a:pt x="245" y="11"/>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4855" name="Freeform 63"/>
            <p:cNvSpPr>
              <a:spLocks/>
            </p:cNvSpPr>
            <p:nvPr/>
          </p:nvSpPr>
          <p:spPr bwMode="auto">
            <a:xfrm>
              <a:off x="1392" y="2118"/>
              <a:ext cx="49" cy="85"/>
            </a:xfrm>
            <a:custGeom>
              <a:avLst/>
              <a:gdLst>
                <a:gd name="T0" fmla="*/ 2 w 246"/>
                <a:gd name="T1" fmla="*/ 3 h 426"/>
                <a:gd name="T2" fmla="*/ 2 w 246"/>
                <a:gd name="T3" fmla="*/ 3 h 426"/>
                <a:gd name="T4" fmla="*/ 2 w 246"/>
                <a:gd name="T5" fmla="*/ 3 h 426"/>
                <a:gd name="T6" fmla="*/ 2 w 246"/>
                <a:gd name="T7" fmla="*/ 3 h 426"/>
                <a:gd name="T8" fmla="*/ 2 w 246"/>
                <a:gd name="T9" fmla="*/ 2 h 426"/>
                <a:gd name="T10" fmla="*/ 2 w 246"/>
                <a:gd name="T11" fmla="*/ 2 h 426"/>
                <a:gd name="T12" fmla="*/ 2 w 246"/>
                <a:gd name="T13" fmla="*/ 2 h 426"/>
                <a:gd name="T14" fmla="*/ 2 w 246"/>
                <a:gd name="T15" fmla="*/ 2 h 426"/>
                <a:gd name="T16" fmla="*/ 2 w 246"/>
                <a:gd name="T17" fmla="*/ 1 h 426"/>
                <a:gd name="T18" fmla="*/ 1 w 246"/>
                <a:gd name="T19" fmla="*/ 1 h 426"/>
                <a:gd name="T20" fmla="*/ 1 w 246"/>
                <a:gd name="T21" fmla="*/ 1 h 426"/>
                <a:gd name="T22" fmla="*/ 1 w 246"/>
                <a:gd name="T23" fmla="*/ 1 h 426"/>
                <a:gd name="T24" fmla="*/ 1 w 246"/>
                <a:gd name="T25" fmla="*/ 0 h 426"/>
                <a:gd name="T26" fmla="*/ 1 w 246"/>
                <a:gd name="T27" fmla="*/ 0 h 426"/>
                <a:gd name="T28" fmla="*/ 1 w 246"/>
                <a:gd name="T29" fmla="*/ 0 h 426"/>
                <a:gd name="T30" fmla="*/ 0 w 246"/>
                <a:gd name="T31" fmla="*/ 0 h 426"/>
                <a:gd name="T32" fmla="*/ 0 w 246"/>
                <a:gd name="T33" fmla="*/ 0 h 426"/>
                <a:gd name="T34" fmla="*/ 0 w 246"/>
                <a:gd name="T35" fmla="*/ 0 h 426"/>
                <a:gd name="T36" fmla="*/ 0 w 246"/>
                <a:gd name="T37" fmla="*/ 0 h 426"/>
                <a:gd name="T38" fmla="*/ 0 w 246"/>
                <a:gd name="T39" fmla="*/ 0 h 426"/>
                <a:gd name="T40" fmla="*/ 0 w 246"/>
                <a:gd name="T41" fmla="*/ 0 h 426"/>
                <a:gd name="T42" fmla="*/ 1 w 246"/>
                <a:gd name="T43" fmla="*/ 0 h 426"/>
                <a:gd name="T44" fmla="*/ 1 w 246"/>
                <a:gd name="T45" fmla="*/ 0 h 426"/>
                <a:gd name="T46" fmla="*/ 1 w 246"/>
                <a:gd name="T47" fmla="*/ 1 h 426"/>
                <a:gd name="T48" fmla="*/ 1 w 246"/>
                <a:gd name="T49" fmla="*/ 1 h 426"/>
                <a:gd name="T50" fmla="*/ 1 w 246"/>
                <a:gd name="T51" fmla="*/ 1 h 426"/>
                <a:gd name="T52" fmla="*/ 1 w 246"/>
                <a:gd name="T53" fmla="*/ 1 h 426"/>
                <a:gd name="T54" fmla="*/ 1 w 246"/>
                <a:gd name="T55" fmla="*/ 1 h 426"/>
                <a:gd name="T56" fmla="*/ 2 w 246"/>
                <a:gd name="T57" fmla="*/ 2 h 426"/>
                <a:gd name="T58" fmla="*/ 2 w 246"/>
                <a:gd name="T59" fmla="*/ 2 h 426"/>
                <a:gd name="T60" fmla="*/ 2 w 246"/>
                <a:gd name="T61" fmla="*/ 2 h 426"/>
                <a:gd name="T62" fmla="*/ 2 w 246"/>
                <a:gd name="T63" fmla="*/ 2 h 426"/>
                <a:gd name="T64" fmla="*/ 2 w 246"/>
                <a:gd name="T65" fmla="*/ 3 h 426"/>
                <a:gd name="T66" fmla="*/ 2 w 246"/>
                <a:gd name="T67" fmla="*/ 3 h 426"/>
                <a:gd name="T68" fmla="*/ 2 w 246"/>
                <a:gd name="T69" fmla="*/ 3 h 426"/>
                <a:gd name="T70" fmla="*/ 2 w 246"/>
                <a:gd name="T71" fmla="*/ 3 h 426"/>
                <a:gd name="T72" fmla="*/ 2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246" y="426"/>
                  </a:moveTo>
                  <a:lnTo>
                    <a:pt x="246" y="426"/>
                  </a:lnTo>
                  <a:lnTo>
                    <a:pt x="245" y="384"/>
                  </a:lnTo>
                  <a:lnTo>
                    <a:pt x="242" y="340"/>
                  </a:lnTo>
                  <a:lnTo>
                    <a:pt x="236" y="301"/>
                  </a:lnTo>
                  <a:lnTo>
                    <a:pt x="228" y="262"/>
                  </a:lnTo>
                  <a:lnTo>
                    <a:pt x="217" y="224"/>
                  </a:lnTo>
                  <a:lnTo>
                    <a:pt x="205" y="190"/>
                  </a:lnTo>
                  <a:lnTo>
                    <a:pt x="191" y="158"/>
                  </a:lnTo>
                  <a:lnTo>
                    <a:pt x="176" y="126"/>
                  </a:lnTo>
                  <a:lnTo>
                    <a:pt x="157" y="99"/>
                  </a:lnTo>
                  <a:lnTo>
                    <a:pt x="139" y="75"/>
                  </a:lnTo>
                  <a:lnTo>
                    <a:pt x="119" y="53"/>
                  </a:lnTo>
                  <a:lnTo>
                    <a:pt x="96" y="34"/>
                  </a:lnTo>
                  <a:lnTo>
                    <a:pt x="75" y="19"/>
                  </a:lnTo>
                  <a:lnTo>
                    <a:pt x="51" y="9"/>
                  </a:lnTo>
                  <a:lnTo>
                    <a:pt x="26" y="3"/>
                  </a:lnTo>
                  <a:lnTo>
                    <a:pt x="0" y="0"/>
                  </a:lnTo>
                  <a:lnTo>
                    <a:pt x="0" y="12"/>
                  </a:lnTo>
                  <a:lnTo>
                    <a:pt x="24" y="15"/>
                  </a:lnTo>
                  <a:lnTo>
                    <a:pt x="46" y="20"/>
                  </a:lnTo>
                  <a:lnTo>
                    <a:pt x="68" y="31"/>
                  </a:lnTo>
                  <a:lnTo>
                    <a:pt x="89" y="44"/>
                  </a:lnTo>
                  <a:lnTo>
                    <a:pt x="109" y="63"/>
                  </a:lnTo>
                  <a:lnTo>
                    <a:pt x="129" y="83"/>
                  </a:lnTo>
                  <a:lnTo>
                    <a:pt x="148" y="106"/>
                  </a:lnTo>
                  <a:lnTo>
                    <a:pt x="164" y="133"/>
                  </a:lnTo>
                  <a:lnTo>
                    <a:pt x="180" y="162"/>
                  </a:lnTo>
                  <a:lnTo>
                    <a:pt x="194" y="195"/>
                  </a:lnTo>
                  <a:lnTo>
                    <a:pt x="205" y="229"/>
                  </a:lnTo>
                  <a:lnTo>
                    <a:pt x="216" y="264"/>
                  </a:lnTo>
                  <a:lnTo>
                    <a:pt x="224" y="303"/>
                  </a:lnTo>
                  <a:lnTo>
                    <a:pt x="230" y="343"/>
                  </a:lnTo>
                  <a:lnTo>
                    <a:pt x="233" y="384"/>
                  </a:lnTo>
                  <a:lnTo>
                    <a:pt x="235" y="426"/>
                  </a:lnTo>
                  <a:lnTo>
                    <a:pt x="246"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4856" name="Freeform 64"/>
            <p:cNvSpPr>
              <a:spLocks/>
            </p:cNvSpPr>
            <p:nvPr/>
          </p:nvSpPr>
          <p:spPr bwMode="auto">
            <a:xfrm>
              <a:off x="1392" y="2203"/>
              <a:ext cx="49" cy="85"/>
            </a:xfrm>
            <a:custGeom>
              <a:avLst/>
              <a:gdLst>
                <a:gd name="T0" fmla="*/ 0 w 246"/>
                <a:gd name="T1" fmla="*/ 3 h 424"/>
                <a:gd name="T2" fmla="*/ 0 w 246"/>
                <a:gd name="T3" fmla="*/ 3 h 424"/>
                <a:gd name="T4" fmla="*/ 0 w 246"/>
                <a:gd name="T5" fmla="*/ 3 h 424"/>
                <a:gd name="T6" fmla="*/ 0 w 246"/>
                <a:gd name="T7" fmla="*/ 3 h 424"/>
                <a:gd name="T8" fmla="*/ 1 w 246"/>
                <a:gd name="T9" fmla="*/ 3 h 424"/>
                <a:gd name="T10" fmla="*/ 1 w 246"/>
                <a:gd name="T11" fmla="*/ 3 h 424"/>
                <a:gd name="T12" fmla="*/ 1 w 246"/>
                <a:gd name="T13" fmla="*/ 3 h 424"/>
                <a:gd name="T14" fmla="*/ 1 w 246"/>
                <a:gd name="T15" fmla="*/ 3 h 424"/>
                <a:gd name="T16" fmla="*/ 1 w 246"/>
                <a:gd name="T17" fmla="*/ 3 h 424"/>
                <a:gd name="T18" fmla="*/ 1 w 246"/>
                <a:gd name="T19" fmla="*/ 2 h 424"/>
                <a:gd name="T20" fmla="*/ 2 w 246"/>
                <a:gd name="T21" fmla="*/ 2 h 424"/>
                <a:gd name="T22" fmla="*/ 2 w 246"/>
                <a:gd name="T23" fmla="*/ 2 h 424"/>
                <a:gd name="T24" fmla="*/ 2 w 246"/>
                <a:gd name="T25" fmla="*/ 2 h 424"/>
                <a:gd name="T26" fmla="*/ 2 w 246"/>
                <a:gd name="T27" fmla="*/ 1 h 424"/>
                <a:gd name="T28" fmla="*/ 2 w 246"/>
                <a:gd name="T29" fmla="*/ 1 h 424"/>
                <a:gd name="T30" fmla="*/ 2 w 246"/>
                <a:gd name="T31" fmla="*/ 1 h 424"/>
                <a:gd name="T32" fmla="*/ 2 w 246"/>
                <a:gd name="T33" fmla="*/ 0 h 424"/>
                <a:gd name="T34" fmla="*/ 2 w 246"/>
                <a:gd name="T35" fmla="*/ 0 h 424"/>
                <a:gd name="T36" fmla="*/ 2 w 246"/>
                <a:gd name="T37" fmla="*/ 0 h 424"/>
                <a:gd name="T38" fmla="*/ 2 w 246"/>
                <a:gd name="T39" fmla="*/ 0 h 424"/>
                <a:gd name="T40" fmla="*/ 2 w 246"/>
                <a:gd name="T41" fmla="*/ 1 h 424"/>
                <a:gd name="T42" fmla="*/ 2 w 246"/>
                <a:gd name="T43" fmla="*/ 1 h 424"/>
                <a:gd name="T44" fmla="*/ 2 w 246"/>
                <a:gd name="T45" fmla="*/ 1 h 424"/>
                <a:gd name="T46" fmla="*/ 2 w 246"/>
                <a:gd name="T47" fmla="*/ 2 h 424"/>
                <a:gd name="T48" fmla="*/ 2 w 246"/>
                <a:gd name="T49" fmla="*/ 2 h 424"/>
                <a:gd name="T50" fmla="*/ 1 w 246"/>
                <a:gd name="T51" fmla="*/ 2 h 424"/>
                <a:gd name="T52" fmla="*/ 1 w 246"/>
                <a:gd name="T53" fmla="*/ 2 h 424"/>
                <a:gd name="T54" fmla="*/ 1 w 246"/>
                <a:gd name="T55" fmla="*/ 3 h 424"/>
                <a:gd name="T56" fmla="*/ 1 w 246"/>
                <a:gd name="T57" fmla="*/ 3 h 424"/>
                <a:gd name="T58" fmla="*/ 1 w 246"/>
                <a:gd name="T59" fmla="*/ 3 h 424"/>
                <a:gd name="T60" fmla="*/ 1 w 246"/>
                <a:gd name="T61" fmla="*/ 3 h 424"/>
                <a:gd name="T62" fmla="*/ 1 w 246"/>
                <a:gd name="T63" fmla="*/ 3 h 424"/>
                <a:gd name="T64" fmla="*/ 0 w 246"/>
                <a:gd name="T65" fmla="*/ 3 h 424"/>
                <a:gd name="T66" fmla="*/ 0 w 246"/>
                <a:gd name="T67" fmla="*/ 3 h 424"/>
                <a:gd name="T68" fmla="*/ 0 w 246"/>
                <a:gd name="T69" fmla="*/ 3 h 424"/>
                <a:gd name="T70" fmla="*/ 0 w 246"/>
                <a:gd name="T71" fmla="*/ 3 h 424"/>
                <a:gd name="T72" fmla="*/ 0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0" y="424"/>
                  </a:moveTo>
                  <a:lnTo>
                    <a:pt x="0" y="424"/>
                  </a:lnTo>
                  <a:lnTo>
                    <a:pt x="26" y="422"/>
                  </a:lnTo>
                  <a:lnTo>
                    <a:pt x="51" y="416"/>
                  </a:lnTo>
                  <a:lnTo>
                    <a:pt x="75" y="406"/>
                  </a:lnTo>
                  <a:lnTo>
                    <a:pt x="96" y="390"/>
                  </a:lnTo>
                  <a:lnTo>
                    <a:pt x="119" y="373"/>
                  </a:lnTo>
                  <a:lnTo>
                    <a:pt x="139" y="351"/>
                  </a:lnTo>
                  <a:lnTo>
                    <a:pt x="157" y="326"/>
                  </a:lnTo>
                  <a:lnTo>
                    <a:pt x="175" y="299"/>
                  </a:lnTo>
                  <a:lnTo>
                    <a:pt x="191" y="269"/>
                  </a:lnTo>
                  <a:lnTo>
                    <a:pt x="205" y="236"/>
                  </a:lnTo>
                  <a:lnTo>
                    <a:pt x="217" y="202"/>
                  </a:lnTo>
                  <a:lnTo>
                    <a:pt x="228" y="163"/>
                  </a:lnTo>
                  <a:lnTo>
                    <a:pt x="236" y="125"/>
                  </a:lnTo>
                  <a:lnTo>
                    <a:pt x="242" y="86"/>
                  </a:lnTo>
                  <a:lnTo>
                    <a:pt x="245" y="42"/>
                  </a:lnTo>
                  <a:lnTo>
                    <a:pt x="246" y="0"/>
                  </a:lnTo>
                  <a:lnTo>
                    <a:pt x="235" y="0"/>
                  </a:lnTo>
                  <a:lnTo>
                    <a:pt x="233" y="42"/>
                  </a:lnTo>
                  <a:lnTo>
                    <a:pt x="230" y="83"/>
                  </a:lnTo>
                  <a:lnTo>
                    <a:pt x="224" y="123"/>
                  </a:lnTo>
                  <a:lnTo>
                    <a:pt x="216" y="161"/>
                  </a:lnTo>
                  <a:lnTo>
                    <a:pt x="205" y="197"/>
                  </a:lnTo>
                  <a:lnTo>
                    <a:pt x="194" y="231"/>
                  </a:lnTo>
                  <a:lnTo>
                    <a:pt x="180" y="264"/>
                  </a:lnTo>
                  <a:lnTo>
                    <a:pt x="166" y="292"/>
                  </a:lnTo>
                  <a:lnTo>
                    <a:pt x="148" y="319"/>
                  </a:lnTo>
                  <a:lnTo>
                    <a:pt x="129" y="344"/>
                  </a:lnTo>
                  <a:lnTo>
                    <a:pt x="109" y="364"/>
                  </a:lnTo>
                  <a:lnTo>
                    <a:pt x="89" y="381"/>
                  </a:lnTo>
                  <a:lnTo>
                    <a:pt x="68" y="394"/>
                  </a:lnTo>
                  <a:lnTo>
                    <a:pt x="46" y="405"/>
                  </a:lnTo>
                  <a:lnTo>
                    <a:pt x="24" y="410"/>
                  </a:lnTo>
                  <a:lnTo>
                    <a:pt x="0" y="413"/>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4857" name="Freeform 65"/>
            <p:cNvSpPr>
              <a:spLocks/>
            </p:cNvSpPr>
            <p:nvPr/>
          </p:nvSpPr>
          <p:spPr bwMode="auto">
            <a:xfrm>
              <a:off x="1343" y="2203"/>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2" y="42"/>
                  </a:lnTo>
                  <a:lnTo>
                    <a:pt x="5" y="86"/>
                  </a:lnTo>
                  <a:lnTo>
                    <a:pt x="11" y="125"/>
                  </a:lnTo>
                  <a:lnTo>
                    <a:pt x="19" y="163"/>
                  </a:lnTo>
                  <a:lnTo>
                    <a:pt x="30" y="202"/>
                  </a:lnTo>
                  <a:lnTo>
                    <a:pt x="41" y="236"/>
                  </a:lnTo>
                  <a:lnTo>
                    <a:pt x="56" y="269"/>
                  </a:lnTo>
                  <a:lnTo>
                    <a:pt x="72" y="299"/>
                  </a:lnTo>
                  <a:lnTo>
                    <a:pt x="90" y="326"/>
                  </a:lnTo>
                  <a:lnTo>
                    <a:pt x="108" y="351"/>
                  </a:lnTo>
                  <a:lnTo>
                    <a:pt x="127" y="373"/>
                  </a:lnTo>
                  <a:lnTo>
                    <a:pt x="149" y="390"/>
                  </a:lnTo>
                  <a:lnTo>
                    <a:pt x="172" y="406"/>
                  </a:lnTo>
                  <a:lnTo>
                    <a:pt x="195" y="416"/>
                  </a:lnTo>
                  <a:lnTo>
                    <a:pt x="220" y="422"/>
                  </a:lnTo>
                  <a:lnTo>
                    <a:pt x="245" y="424"/>
                  </a:lnTo>
                  <a:lnTo>
                    <a:pt x="245" y="413"/>
                  </a:lnTo>
                  <a:lnTo>
                    <a:pt x="222" y="410"/>
                  </a:lnTo>
                  <a:lnTo>
                    <a:pt x="200" y="405"/>
                  </a:lnTo>
                  <a:lnTo>
                    <a:pt x="179" y="394"/>
                  </a:lnTo>
                  <a:lnTo>
                    <a:pt x="156" y="381"/>
                  </a:lnTo>
                  <a:lnTo>
                    <a:pt x="136" y="364"/>
                  </a:lnTo>
                  <a:lnTo>
                    <a:pt x="118" y="344"/>
                  </a:lnTo>
                  <a:lnTo>
                    <a:pt x="99" y="319"/>
                  </a:lnTo>
                  <a:lnTo>
                    <a:pt x="81" y="292"/>
                  </a:lnTo>
                  <a:lnTo>
                    <a:pt x="67" y="264"/>
                  </a:lnTo>
                  <a:lnTo>
                    <a:pt x="53" y="231"/>
                  </a:lnTo>
                  <a:lnTo>
                    <a:pt x="41" y="197"/>
                  </a:lnTo>
                  <a:lnTo>
                    <a:pt x="31" y="161"/>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4858" name="Freeform 66"/>
            <p:cNvSpPr>
              <a:spLocks/>
            </p:cNvSpPr>
            <p:nvPr/>
          </p:nvSpPr>
          <p:spPr bwMode="auto">
            <a:xfrm>
              <a:off x="1343" y="2118"/>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1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20" y="3"/>
                  </a:lnTo>
                  <a:lnTo>
                    <a:pt x="195" y="9"/>
                  </a:lnTo>
                  <a:lnTo>
                    <a:pt x="172" y="19"/>
                  </a:lnTo>
                  <a:lnTo>
                    <a:pt x="149" y="34"/>
                  </a:lnTo>
                  <a:lnTo>
                    <a:pt x="127" y="53"/>
                  </a:lnTo>
                  <a:lnTo>
                    <a:pt x="108" y="75"/>
                  </a:lnTo>
                  <a:lnTo>
                    <a:pt x="90" y="99"/>
                  </a:lnTo>
                  <a:lnTo>
                    <a:pt x="71" y="126"/>
                  </a:lnTo>
                  <a:lnTo>
                    <a:pt x="56" y="158"/>
                  </a:lnTo>
                  <a:lnTo>
                    <a:pt x="41" y="190"/>
                  </a:lnTo>
                  <a:lnTo>
                    <a:pt x="30" y="224"/>
                  </a:lnTo>
                  <a:lnTo>
                    <a:pt x="19" y="262"/>
                  </a:lnTo>
                  <a:lnTo>
                    <a:pt x="11" y="301"/>
                  </a:lnTo>
                  <a:lnTo>
                    <a:pt x="5" y="340"/>
                  </a:lnTo>
                  <a:lnTo>
                    <a:pt x="2" y="384"/>
                  </a:lnTo>
                  <a:lnTo>
                    <a:pt x="0" y="426"/>
                  </a:lnTo>
                  <a:lnTo>
                    <a:pt x="12" y="426"/>
                  </a:lnTo>
                  <a:lnTo>
                    <a:pt x="13" y="384"/>
                  </a:lnTo>
                  <a:lnTo>
                    <a:pt x="17" y="343"/>
                  </a:lnTo>
                  <a:lnTo>
                    <a:pt x="23" y="303"/>
                  </a:lnTo>
                  <a:lnTo>
                    <a:pt x="31" y="264"/>
                  </a:lnTo>
                  <a:lnTo>
                    <a:pt x="41" y="229"/>
                  </a:lnTo>
                  <a:lnTo>
                    <a:pt x="53" y="195"/>
                  </a:lnTo>
                  <a:lnTo>
                    <a:pt x="67" y="162"/>
                  </a:lnTo>
                  <a:lnTo>
                    <a:pt x="82" y="133"/>
                  </a:lnTo>
                  <a:lnTo>
                    <a:pt x="99" y="106"/>
                  </a:lnTo>
                  <a:lnTo>
                    <a:pt x="118" y="83"/>
                  </a:lnTo>
                  <a:lnTo>
                    <a:pt x="136" y="63"/>
                  </a:lnTo>
                  <a:lnTo>
                    <a:pt x="156" y="44"/>
                  </a:lnTo>
                  <a:lnTo>
                    <a:pt x="179" y="31"/>
                  </a:lnTo>
                  <a:lnTo>
                    <a:pt x="200" y="20"/>
                  </a:lnTo>
                  <a:lnTo>
                    <a:pt x="222" y="15"/>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4859" name="Freeform 67"/>
            <p:cNvSpPr>
              <a:spLocks/>
            </p:cNvSpPr>
            <p:nvPr/>
          </p:nvSpPr>
          <p:spPr bwMode="auto">
            <a:xfrm>
              <a:off x="1384" y="1859"/>
              <a:ext cx="49" cy="84"/>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1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3" y="382"/>
                  </a:lnTo>
                  <a:lnTo>
                    <a:pt x="240" y="339"/>
                  </a:lnTo>
                  <a:lnTo>
                    <a:pt x="234" y="299"/>
                  </a:lnTo>
                  <a:lnTo>
                    <a:pt x="226" y="261"/>
                  </a:lnTo>
                  <a:lnTo>
                    <a:pt x="215" y="222"/>
                  </a:lnTo>
                  <a:lnTo>
                    <a:pt x="204" y="188"/>
                  </a:lnTo>
                  <a:lnTo>
                    <a:pt x="189" y="156"/>
                  </a:lnTo>
                  <a:lnTo>
                    <a:pt x="173" y="125"/>
                  </a:lnTo>
                  <a:lnTo>
                    <a:pt x="155" y="98"/>
                  </a:lnTo>
                  <a:lnTo>
                    <a:pt x="138" y="74"/>
                  </a:lnTo>
                  <a:lnTo>
                    <a:pt x="118" y="51"/>
                  </a:lnTo>
                  <a:lnTo>
                    <a:pt x="96" y="34"/>
                  </a:lnTo>
                  <a:lnTo>
                    <a:pt x="73" y="18"/>
                  </a:lnTo>
                  <a:lnTo>
                    <a:pt x="50" y="8"/>
                  </a:lnTo>
                  <a:lnTo>
                    <a:pt x="25" y="2"/>
                  </a:lnTo>
                  <a:lnTo>
                    <a:pt x="0" y="0"/>
                  </a:lnTo>
                  <a:lnTo>
                    <a:pt x="0" y="11"/>
                  </a:lnTo>
                  <a:lnTo>
                    <a:pt x="23" y="14"/>
                  </a:lnTo>
                  <a:lnTo>
                    <a:pt x="45" y="20"/>
                  </a:lnTo>
                  <a:lnTo>
                    <a:pt x="66" y="30"/>
                  </a:lnTo>
                  <a:lnTo>
                    <a:pt x="89" y="43"/>
                  </a:lnTo>
                  <a:lnTo>
                    <a:pt x="109" y="61"/>
                  </a:lnTo>
                  <a:lnTo>
                    <a:pt x="129" y="81"/>
                  </a:lnTo>
                  <a:lnTo>
                    <a:pt x="146" y="105"/>
                  </a:lnTo>
                  <a:lnTo>
                    <a:pt x="164" y="132"/>
                  </a:lnTo>
                  <a:lnTo>
                    <a:pt x="178" y="160"/>
                  </a:lnTo>
                  <a:lnTo>
                    <a:pt x="192" y="193"/>
                  </a:lnTo>
                  <a:lnTo>
                    <a:pt x="204" y="227"/>
                  </a:lnTo>
                  <a:lnTo>
                    <a:pt x="214" y="264"/>
                  </a:lnTo>
                  <a:lnTo>
                    <a:pt x="222" y="301"/>
                  </a:lnTo>
                  <a:lnTo>
                    <a:pt x="228"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4860" name="Freeform 68"/>
            <p:cNvSpPr>
              <a:spLocks/>
            </p:cNvSpPr>
            <p:nvPr/>
          </p:nvSpPr>
          <p:spPr bwMode="auto">
            <a:xfrm>
              <a:off x="1384" y="1943"/>
              <a:ext cx="49" cy="86"/>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5" y="423"/>
                  </a:lnTo>
                  <a:lnTo>
                    <a:pt x="50" y="418"/>
                  </a:lnTo>
                  <a:lnTo>
                    <a:pt x="73" y="407"/>
                  </a:lnTo>
                  <a:lnTo>
                    <a:pt x="96" y="392"/>
                  </a:lnTo>
                  <a:lnTo>
                    <a:pt x="118" y="374"/>
                  </a:lnTo>
                  <a:lnTo>
                    <a:pt x="138" y="352"/>
                  </a:lnTo>
                  <a:lnTo>
                    <a:pt x="155" y="327"/>
                  </a:lnTo>
                  <a:lnTo>
                    <a:pt x="174" y="300"/>
                  </a:lnTo>
                  <a:lnTo>
                    <a:pt x="189" y="269"/>
                  </a:lnTo>
                  <a:lnTo>
                    <a:pt x="204" y="237"/>
                  </a:lnTo>
                  <a:lnTo>
                    <a:pt x="215" y="202"/>
                  </a:lnTo>
                  <a:lnTo>
                    <a:pt x="226" y="164"/>
                  </a:lnTo>
                  <a:lnTo>
                    <a:pt x="234" y="126"/>
                  </a:lnTo>
                  <a:lnTo>
                    <a:pt x="240" y="86"/>
                  </a:lnTo>
                  <a:lnTo>
                    <a:pt x="243" y="42"/>
                  </a:lnTo>
                  <a:lnTo>
                    <a:pt x="245" y="0"/>
                  </a:lnTo>
                  <a:lnTo>
                    <a:pt x="233" y="0"/>
                  </a:lnTo>
                  <a:lnTo>
                    <a:pt x="232" y="42"/>
                  </a:lnTo>
                  <a:lnTo>
                    <a:pt x="228" y="83"/>
                  </a:lnTo>
                  <a:lnTo>
                    <a:pt x="222" y="123"/>
                  </a:lnTo>
                  <a:lnTo>
                    <a:pt x="214" y="162"/>
                  </a:lnTo>
                  <a:lnTo>
                    <a:pt x="204" y="197"/>
                  </a:lnTo>
                  <a:lnTo>
                    <a:pt x="192" y="232"/>
                  </a:lnTo>
                  <a:lnTo>
                    <a:pt x="178" y="264"/>
                  </a:lnTo>
                  <a:lnTo>
                    <a:pt x="163" y="293"/>
                  </a:lnTo>
                  <a:lnTo>
                    <a:pt x="146" y="320"/>
                  </a:lnTo>
                  <a:lnTo>
                    <a:pt x="129" y="345"/>
                  </a:lnTo>
                  <a:lnTo>
                    <a:pt x="109" y="365"/>
                  </a:lnTo>
                  <a:lnTo>
                    <a:pt x="89" y="382"/>
                  </a:lnTo>
                  <a:lnTo>
                    <a:pt x="66" y="395"/>
                  </a:lnTo>
                  <a:lnTo>
                    <a:pt x="45" y="406"/>
                  </a:lnTo>
                  <a:lnTo>
                    <a:pt x="23"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4861" name="Freeform 69"/>
            <p:cNvSpPr>
              <a:spLocks/>
            </p:cNvSpPr>
            <p:nvPr/>
          </p:nvSpPr>
          <p:spPr bwMode="auto">
            <a:xfrm>
              <a:off x="1335" y="1943"/>
              <a:ext cx="49" cy="86"/>
            </a:xfrm>
            <a:custGeom>
              <a:avLst/>
              <a:gdLst>
                <a:gd name="T0" fmla="*/ 0 w 246"/>
                <a:gd name="T1" fmla="*/ 0 h 426"/>
                <a:gd name="T2" fmla="*/ 0 w 246"/>
                <a:gd name="T3" fmla="*/ 0 h 426"/>
                <a:gd name="T4" fmla="*/ 0 w 246"/>
                <a:gd name="T5" fmla="*/ 0 h 426"/>
                <a:gd name="T6" fmla="*/ 0 w 246"/>
                <a:gd name="T7" fmla="*/ 1 h 426"/>
                <a:gd name="T8" fmla="*/ 0 w 246"/>
                <a:gd name="T9" fmla="*/ 1 h 426"/>
                <a:gd name="T10" fmla="*/ 0 w 246"/>
                <a:gd name="T11" fmla="*/ 1 h 426"/>
                <a:gd name="T12" fmla="*/ 0 w 246"/>
                <a:gd name="T13" fmla="*/ 2 h 426"/>
                <a:gd name="T14" fmla="*/ 0 w 246"/>
                <a:gd name="T15" fmla="*/ 2 h 426"/>
                <a:gd name="T16" fmla="*/ 0 w 246"/>
                <a:gd name="T17" fmla="*/ 2 h 426"/>
                <a:gd name="T18" fmla="*/ 1 w 246"/>
                <a:gd name="T19" fmla="*/ 2 h 426"/>
                <a:gd name="T20" fmla="*/ 1 w 246"/>
                <a:gd name="T21" fmla="*/ 3 h 426"/>
                <a:gd name="T22" fmla="*/ 1 w 246"/>
                <a:gd name="T23" fmla="*/ 3 h 426"/>
                <a:gd name="T24" fmla="*/ 1 w 246"/>
                <a:gd name="T25" fmla="*/ 3 h 426"/>
                <a:gd name="T26" fmla="*/ 1 w 246"/>
                <a:gd name="T27" fmla="*/ 3 h 426"/>
                <a:gd name="T28" fmla="*/ 1 w 246"/>
                <a:gd name="T29" fmla="*/ 3 h 426"/>
                <a:gd name="T30" fmla="*/ 2 w 246"/>
                <a:gd name="T31" fmla="*/ 3 h 426"/>
                <a:gd name="T32" fmla="*/ 2 w 246"/>
                <a:gd name="T33" fmla="*/ 3 h 426"/>
                <a:gd name="T34" fmla="*/ 2 w 246"/>
                <a:gd name="T35" fmla="*/ 3 h 426"/>
                <a:gd name="T36" fmla="*/ 2 w 246"/>
                <a:gd name="T37" fmla="*/ 3 h 426"/>
                <a:gd name="T38" fmla="*/ 2 w 246"/>
                <a:gd name="T39" fmla="*/ 3 h 426"/>
                <a:gd name="T40" fmla="*/ 2 w 246"/>
                <a:gd name="T41" fmla="*/ 3 h 426"/>
                <a:gd name="T42" fmla="*/ 1 w 246"/>
                <a:gd name="T43" fmla="*/ 3 h 426"/>
                <a:gd name="T44" fmla="*/ 1 w 246"/>
                <a:gd name="T45" fmla="*/ 3 h 426"/>
                <a:gd name="T46" fmla="*/ 1 w 246"/>
                <a:gd name="T47" fmla="*/ 3 h 426"/>
                <a:gd name="T48" fmla="*/ 1 w 246"/>
                <a:gd name="T49" fmla="*/ 3 h 426"/>
                <a:gd name="T50" fmla="*/ 1 w 246"/>
                <a:gd name="T51" fmla="*/ 3 h 426"/>
                <a:gd name="T52" fmla="*/ 1 w 246"/>
                <a:gd name="T53" fmla="*/ 2 h 426"/>
                <a:gd name="T54" fmla="*/ 1 w 246"/>
                <a:gd name="T55" fmla="*/ 2 h 426"/>
                <a:gd name="T56" fmla="*/ 0 w 246"/>
                <a:gd name="T57" fmla="*/ 2 h 426"/>
                <a:gd name="T58" fmla="*/ 0 w 246"/>
                <a:gd name="T59" fmla="*/ 2 h 426"/>
                <a:gd name="T60" fmla="*/ 0 w 246"/>
                <a:gd name="T61" fmla="*/ 1 h 426"/>
                <a:gd name="T62" fmla="*/ 0 w 246"/>
                <a:gd name="T63" fmla="*/ 1 h 426"/>
                <a:gd name="T64" fmla="*/ 0 w 246"/>
                <a:gd name="T65" fmla="*/ 1 h 426"/>
                <a:gd name="T66" fmla="*/ 0 w 246"/>
                <a:gd name="T67" fmla="*/ 0 h 426"/>
                <a:gd name="T68" fmla="*/ 0 w 246"/>
                <a:gd name="T69" fmla="*/ 0 h 426"/>
                <a:gd name="T70" fmla="*/ 0 w 246"/>
                <a:gd name="T71" fmla="*/ 0 h 426"/>
                <a:gd name="T72" fmla="*/ 0 w 246"/>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0"/>
                  </a:moveTo>
                  <a:lnTo>
                    <a:pt x="0" y="0"/>
                  </a:lnTo>
                  <a:lnTo>
                    <a:pt x="1" y="42"/>
                  </a:lnTo>
                  <a:lnTo>
                    <a:pt x="4" y="86"/>
                  </a:lnTo>
                  <a:lnTo>
                    <a:pt x="10" y="126"/>
                  </a:lnTo>
                  <a:lnTo>
                    <a:pt x="18" y="164"/>
                  </a:lnTo>
                  <a:lnTo>
                    <a:pt x="29" y="202"/>
                  </a:lnTo>
                  <a:lnTo>
                    <a:pt x="41" y="237"/>
                  </a:lnTo>
                  <a:lnTo>
                    <a:pt x="55" y="269"/>
                  </a:lnTo>
                  <a:lnTo>
                    <a:pt x="71" y="300"/>
                  </a:lnTo>
                  <a:lnTo>
                    <a:pt x="89" y="327"/>
                  </a:lnTo>
                  <a:lnTo>
                    <a:pt x="107" y="352"/>
                  </a:lnTo>
                  <a:lnTo>
                    <a:pt x="127" y="374"/>
                  </a:lnTo>
                  <a:lnTo>
                    <a:pt x="150" y="392"/>
                  </a:lnTo>
                  <a:lnTo>
                    <a:pt x="171" y="407"/>
                  </a:lnTo>
                  <a:lnTo>
                    <a:pt x="195" y="418"/>
                  </a:lnTo>
                  <a:lnTo>
                    <a:pt x="220" y="423"/>
                  </a:lnTo>
                  <a:lnTo>
                    <a:pt x="246" y="426"/>
                  </a:lnTo>
                  <a:lnTo>
                    <a:pt x="246" y="414"/>
                  </a:lnTo>
                  <a:lnTo>
                    <a:pt x="222" y="412"/>
                  </a:lnTo>
                  <a:lnTo>
                    <a:pt x="200" y="406"/>
                  </a:lnTo>
                  <a:lnTo>
                    <a:pt x="178" y="395"/>
                  </a:lnTo>
                  <a:lnTo>
                    <a:pt x="157" y="382"/>
                  </a:lnTo>
                  <a:lnTo>
                    <a:pt x="137" y="365"/>
                  </a:lnTo>
                  <a:lnTo>
                    <a:pt x="117" y="345"/>
                  </a:lnTo>
                  <a:lnTo>
                    <a:pt x="98" y="320"/>
                  </a:lnTo>
                  <a:lnTo>
                    <a:pt x="83" y="293"/>
                  </a:lnTo>
                  <a:lnTo>
                    <a:pt x="66" y="264"/>
                  </a:lnTo>
                  <a:lnTo>
                    <a:pt x="52" y="232"/>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4862" name="Freeform 70"/>
            <p:cNvSpPr>
              <a:spLocks/>
            </p:cNvSpPr>
            <p:nvPr/>
          </p:nvSpPr>
          <p:spPr bwMode="auto">
            <a:xfrm>
              <a:off x="1335" y="1859"/>
              <a:ext cx="49" cy="84"/>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1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0" y="2"/>
                  </a:lnTo>
                  <a:lnTo>
                    <a:pt x="195" y="8"/>
                  </a:lnTo>
                  <a:lnTo>
                    <a:pt x="171" y="18"/>
                  </a:lnTo>
                  <a:lnTo>
                    <a:pt x="150" y="34"/>
                  </a:lnTo>
                  <a:lnTo>
                    <a:pt x="127" y="51"/>
                  </a:lnTo>
                  <a:lnTo>
                    <a:pt x="107" y="74"/>
                  </a:lnTo>
                  <a:lnTo>
                    <a:pt x="89" y="98"/>
                  </a:lnTo>
                  <a:lnTo>
                    <a:pt x="72" y="125"/>
                  </a:lnTo>
                  <a:lnTo>
                    <a:pt x="55" y="156"/>
                  </a:lnTo>
                  <a:lnTo>
                    <a:pt x="41" y="188"/>
                  </a:lnTo>
                  <a:lnTo>
                    <a:pt x="29" y="222"/>
                  </a:lnTo>
                  <a:lnTo>
                    <a:pt x="18" y="261"/>
                  </a:lnTo>
                  <a:lnTo>
                    <a:pt x="10" y="299"/>
                  </a:lnTo>
                  <a:lnTo>
                    <a:pt x="4" y="339"/>
                  </a:lnTo>
                  <a:lnTo>
                    <a:pt x="1" y="382"/>
                  </a:lnTo>
                  <a:lnTo>
                    <a:pt x="0" y="424"/>
                  </a:lnTo>
                  <a:lnTo>
                    <a:pt x="11" y="424"/>
                  </a:lnTo>
                  <a:lnTo>
                    <a:pt x="13" y="382"/>
                  </a:lnTo>
                  <a:lnTo>
                    <a:pt x="16" y="341"/>
                  </a:lnTo>
                  <a:lnTo>
                    <a:pt x="22" y="301"/>
                  </a:lnTo>
                  <a:lnTo>
                    <a:pt x="30" y="264"/>
                  </a:lnTo>
                  <a:lnTo>
                    <a:pt x="41" y="227"/>
                  </a:lnTo>
                  <a:lnTo>
                    <a:pt x="52" y="193"/>
                  </a:lnTo>
                  <a:lnTo>
                    <a:pt x="66" y="160"/>
                  </a:lnTo>
                  <a:lnTo>
                    <a:pt x="82" y="132"/>
                  </a:lnTo>
                  <a:lnTo>
                    <a:pt x="98" y="105"/>
                  </a:lnTo>
                  <a:lnTo>
                    <a:pt x="117" y="81"/>
                  </a:lnTo>
                  <a:lnTo>
                    <a:pt x="137" y="61"/>
                  </a:lnTo>
                  <a:lnTo>
                    <a:pt x="157" y="43"/>
                  </a:lnTo>
                  <a:lnTo>
                    <a:pt x="178" y="30"/>
                  </a:lnTo>
                  <a:lnTo>
                    <a:pt x="200" y="20"/>
                  </a:lnTo>
                  <a:lnTo>
                    <a:pt x="222" y="14"/>
                  </a:lnTo>
                  <a:lnTo>
                    <a:pt x="246" y="11"/>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4863" name="Freeform 71"/>
            <p:cNvSpPr>
              <a:spLocks/>
            </p:cNvSpPr>
            <p:nvPr/>
          </p:nvSpPr>
          <p:spPr bwMode="auto">
            <a:xfrm>
              <a:off x="1552" y="1751"/>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1" y="339"/>
                  </a:lnTo>
                  <a:lnTo>
                    <a:pt x="235" y="299"/>
                  </a:lnTo>
                  <a:lnTo>
                    <a:pt x="226" y="261"/>
                  </a:lnTo>
                  <a:lnTo>
                    <a:pt x="216" y="223"/>
                  </a:lnTo>
                  <a:lnTo>
                    <a:pt x="204" y="189"/>
                  </a:lnTo>
                  <a:lnTo>
                    <a:pt x="190" y="156"/>
                  </a:lnTo>
                  <a:lnTo>
                    <a:pt x="174" y="125"/>
                  </a:lnTo>
                  <a:lnTo>
                    <a:pt x="156" y="98"/>
                  </a:lnTo>
                  <a:lnTo>
                    <a:pt x="137" y="74"/>
                  </a:lnTo>
                  <a:lnTo>
                    <a:pt x="119" y="52"/>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8" y="81"/>
                  </a:lnTo>
                  <a:lnTo>
                    <a:pt x="147" y="105"/>
                  </a:lnTo>
                  <a:lnTo>
                    <a:pt x="164" y="132"/>
                  </a:lnTo>
                  <a:lnTo>
                    <a:pt x="178" y="161"/>
                  </a:lnTo>
                  <a:lnTo>
                    <a:pt x="193" y="193"/>
                  </a:lnTo>
                  <a:lnTo>
                    <a:pt x="204" y="227"/>
                  </a:lnTo>
                  <a:lnTo>
                    <a:pt x="215" y="264"/>
                  </a:lnTo>
                  <a:lnTo>
                    <a:pt x="223" y="301"/>
                  </a:lnTo>
                  <a:lnTo>
                    <a:pt x="229" y="341"/>
                  </a:lnTo>
                  <a:lnTo>
                    <a:pt x="232" y="382"/>
                  </a:lnTo>
                  <a:lnTo>
                    <a:pt x="234"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4864" name="Freeform 72"/>
            <p:cNvSpPr>
              <a:spLocks/>
            </p:cNvSpPr>
            <p:nvPr/>
          </p:nvSpPr>
          <p:spPr bwMode="auto">
            <a:xfrm>
              <a:off x="1552" y="1836"/>
              <a:ext cx="49" cy="85"/>
            </a:xfrm>
            <a:custGeom>
              <a:avLst/>
              <a:gdLst>
                <a:gd name="T0" fmla="*/ 0 w 245"/>
                <a:gd name="T1" fmla="*/ 3 h 425"/>
                <a:gd name="T2" fmla="*/ 0 w 245"/>
                <a:gd name="T3" fmla="*/ 3 h 425"/>
                <a:gd name="T4" fmla="*/ 0 w 245"/>
                <a:gd name="T5" fmla="*/ 3 h 425"/>
                <a:gd name="T6" fmla="*/ 0 w 245"/>
                <a:gd name="T7" fmla="*/ 3 h 425"/>
                <a:gd name="T8" fmla="*/ 1 w 245"/>
                <a:gd name="T9" fmla="*/ 3 h 425"/>
                <a:gd name="T10" fmla="*/ 1 w 245"/>
                <a:gd name="T11" fmla="*/ 3 h 425"/>
                <a:gd name="T12" fmla="*/ 1 w 245"/>
                <a:gd name="T13" fmla="*/ 3 h 425"/>
                <a:gd name="T14" fmla="*/ 1 w 245"/>
                <a:gd name="T15" fmla="*/ 3 h 425"/>
                <a:gd name="T16" fmla="*/ 1 w 245"/>
                <a:gd name="T17" fmla="*/ 3 h 425"/>
                <a:gd name="T18" fmla="*/ 1 w 245"/>
                <a:gd name="T19" fmla="*/ 2 h 425"/>
                <a:gd name="T20" fmla="*/ 2 w 245"/>
                <a:gd name="T21" fmla="*/ 2 h 425"/>
                <a:gd name="T22" fmla="*/ 2 w 245"/>
                <a:gd name="T23" fmla="*/ 2 h 425"/>
                <a:gd name="T24" fmla="*/ 2 w 245"/>
                <a:gd name="T25" fmla="*/ 2 h 425"/>
                <a:gd name="T26" fmla="*/ 2 w 245"/>
                <a:gd name="T27" fmla="*/ 1 h 425"/>
                <a:gd name="T28" fmla="*/ 2 w 245"/>
                <a:gd name="T29" fmla="*/ 1 h 425"/>
                <a:gd name="T30" fmla="*/ 2 w 245"/>
                <a:gd name="T31" fmla="*/ 1 h 425"/>
                <a:gd name="T32" fmla="*/ 2 w 245"/>
                <a:gd name="T33" fmla="*/ 0 h 425"/>
                <a:gd name="T34" fmla="*/ 2 w 245"/>
                <a:gd name="T35" fmla="*/ 0 h 425"/>
                <a:gd name="T36" fmla="*/ 2 w 245"/>
                <a:gd name="T37" fmla="*/ 0 h 425"/>
                <a:gd name="T38" fmla="*/ 2 w 245"/>
                <a:gd name="T39" fmla="*/ 0 h 425"/>
                <a:gd name="T40" fmla="*/ 2 w 245"/>
                <a:gd name="T41" fmla="*/ 1 h 425"/>
                <a:gd name="T42" fmla="*/ 2 w 245"/>
                <a:gd name="T43" fmla="*/ 1 h 425"/>
                <a:gd name="T44" fmla="*/ 2 w 245"/>
                <a:gd name="T45" fmla="*/ 1 h 425"/>
                <a:gd name="T46" fmla="*/ 2 w 245"/>
                <a:gd name="T47" fmla="*/ 2 h 425"/>
                <a:gd name="T48" fmla="*/ 2 w 245"/>
                <a:gd name="T49" fmla="*/ 2 h 425"/>
                <a:gd name="T50" fmla="*/ 1 w 245"/>
                <a:gd name="T51" fmla="*/ 2 h 425"/>
                <a:gd name="T52" fmla="*/ 1 w 245"/>
                <a:gd name="T53" fmla="*/ 2 h 425"/>
                <a:gd name="T54" fmla="*/ 1 w 245"/>
                <a:gd name="T55" fmla="*/ 3 h 425"/>
                <a:gd name="T56" fmla="*/ 1 w 245"/>
                <a:gd name="T57" fmla="*/ 3 h 425"/>
                <a:gd name="T58" fmla="*/ 1 w 245"/>
                <a:gd name="T59" fmla="*/ 3 h 425"/>
                <a:gd name="T60" fmla="*/ 1 w 245"/>
                <a:gd name="T61" fmla="*/ 3 h 425"/>
                <a:gd name="T62" fmla="*/ 1 w 245"/>
                <a:gd name="T63" fmla="*/ 3 h 425"/>
                <a:gd name="T64" fmla="*/ 0 w 245"/>
                <a:gd name="T65" fmla="*/ 3 h 425"/>
                <a:gd name="T66" fmla="*/ 0 w 245"/>
                <a:gd name="T67" fmla="*/ 3 h 425"/>
                <a:gd name="T68" fmla="*/ 0 w 245"/>
                <a:gd name="T69" fmla="*/ 3 h 425"/>
                <a:gd name="T70" fmla="*/ 0 w 245"/>
                <a:gd name="T71" fmla="*/ 3 h 425"/>
                <a:gd name="T72" fmla="*/ 0 w 245"/>
                <a:gd name="T73" fmla="*/ 3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5"/>
                <a:gd name="T113" fmla="*/ 245 w 245"/>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5">
                  <a:moveTo>
                    <a:pt x="0" y="425"/>
                  </a:moveTo>
                  <a:lnTo>
                    <a:pt x="0" y="425"/>
                  </a:lnTo>
                  <a:lnTo>
                    <a:pt x="26" y="422"/>
                  </a:lnTo>
                  <a:lnTo>
                    <a:pt x="51" y="417"/>
                  </a:lnTo>
                  <a:lnTo>
                    <a:pt x="74" y="406"/>
                  </a:lnTo>
                  <a:lnTo>
                    <a:pt x="96" y="391"/>
                  </a:lnTo>
                  <a:lnTo>
                    <a:pt x="119" y="373"/>
                  </a:lnTo>
                  <a:lnTo>
                    <a:pt x="137" y="351"/>
                  </a:lnTo>
                  <a:lnTo>
                    <a:pt x="156" y="326"/>
                  </a:lnTo>
                  <a:lnTo>
                    <a:pt x="174" y="299"/>
                  </a:lnTo>
                  <a:lnTo>
                    <a:pt x="190" y="269"/>
                  </a:lnTo>
                  <a:lnTo>
                    <a:pt x="204" y="236"/>
                  </a:lnTo>
                  <a:lnTo>
                    <a:pt x="216" y="202"/>
                  </a:lnTo>
                  <a:lnTo>
                    <a:pt x="226" y="163"/>
                  </a:lnTo>
                  <a:lnTo>
                    <a:pt x="235" y="126"/>
                  </a:lnTo>
                  <a:lnTo>
                    <a:pt x="241" y="86"/>
                  </a:lnTo>
                  <a:lnTo>
                    <a:pt x="244" y="43"/>
                  </a:lnTo>
                  <a:lnTo>
                    <a:pt x="245" y="0"/>
                  </a:lnTo>
                  <a:lnTo>
                    <a:pt x="234" y="0"/>
                  </a:lnTo>
                  <a:lnTo>
                    <a:pt x="232" y="43"/>
                  </a:lnTo>
                  <a:lnTo>
                    <a:pt x="229" y="84"/>
                  </a:lnTo>
                  <a:lnTo>
                    <a:pt x="223" y="123"/>
                  </a:lnTo>
                  <a:lnTo>
                    <a:pt x="215" y="161"/>
                  </a:lnTo>
                  <a:lnTo>
                    <a:pt x="204" y="197"/>
                  </a:lnTo>
                  <a:lnTo>
                    <a:pt x="193" y="231"/>
                  </a:lnTo>
                  <a:lnTo>
                    <a:pt x="178" y="264"/>
                  </a:lnTo>
                  <a:lnTo>
                    <a:pt x="164" y="292"/>
                  </a:lnTo>
                  <a:lnTo>
                    <a:pt x="147" y="319"/>
                  </a:lnTo>
                  <a:lnTo>
                    <a:pt x="128" y="344"/>
                  </a:lnTo>
                  <a:lnTo>
                    <a:pt x="109" y="364"/>
                  </a:lnTo>
                  <a:lnTo>
                    <a:pt x="89" y="381"/>
                  </a:lnTo>
                  <a:lnTo>
                    <a:pt x="67" y="394"/>
                  </a:lnTo>
                  <a:lnTo>
                    <a:pt x="46" y="405"/>
                  </a:lnTo>
                  <a:lnTo>
                    <a:pt x="24" y="411"/>
                  </a:lnTo>
                  <a:lnTo>
                    <a:pt x="0" y="413"/>
                  </a:lnTo>
                  <a:lnTo>
                    <a:pt x="0" y="425"/>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4865" name="Freeform 73"/>
            <p:cNvSpPr>
              <a:spLocks/>
            </p:cNvSpPr>
            <p:nvPr/>
          </p:nvSpPr>
          <p:spPr bwMode="auto">
            <a:xfrm>
              <a:off x="1502" y="1836"/>
              <a:ext cx="50" cy="85"/>
            </a:xfrm>
            <a:custGeom>
              <a:avLst/>
              <a:gdLst>
                <a:gd name="T0" fmla="*/ 0 w 246"/>
                <a:gd name="T1" fmla="*/ 0 h 425"/>
                <a:gd name="T2" fmla="*/ 0 w 246"/>
                <a:gd name="T3" fmla="*/ 0 h 425"/>
                <a:gd name="T4" fmla="*/ 0 w 246"/>
                <a:gd name="T5" fmla="*/ 0 h 425"/>
                <a:gd name="T6" fmla="*/ 0 w 246"/>
                <a:gd name="T7" fmla="*/ 1 h 425"/>
                <a:gd name="T8" fmla="*/ 0 w 246"/>
                <a:gd name="T9" fmla="*/ 1 h 425"/>
                <a:gd name="T10" fmla="*/ 0 w 246"/>
                <a:gd name="T11" fmla="*/ 1 h 425"/>
                <a:gd name="T12" fmla="*/ 0 w 246"/>
                <a:gd name="T13" fmla="*/ 2 h 425"/>
                <a:gd name="T14" fmla="*/ 0 w 246"/>
                <a:gd name="T15" fmla="*/ 2 h 425"/>
                <a:gd name="T16" fmla="*/ 0 w 246"/>
                <a:gd name="T17" fmla="*/ 2 h 425"/>
                <a:gd name="T18" fmla="*/ 1 w 246"/>
                <a:gd name="T19" fmla="*/ 2 h 425"/>
                <a:gd name="T20" fmla="*/ 1 w 246"/>
                <a:gd name="T21" fmla="*/ 3 h 425"/>
                <a:gd name="T22" fmla="*/ 1 w 246"/>
                <a:gd name="T23" fmla="*/ 3 h 425"/>
                <a:gd name="T24" fmla="*/ 1 w 246"/>
                <a:gd name="T25" fmla="*/ 3 h 425"/>
                <a:gd name="T26" fmla="*/ 1 w 246"/>
                <a:gd name="T27" fmla="*/ 3 h 425"/>
                <a:gd name="T28" fmla="*/ 1 w 246"/>
                <a:gd name="T29" fmla="*/ 3 h 425"/>
                <a:gd name="T30" fmla="*/ 2 w 246"/>
                <a:gd name="T31" fmla="*/ 3 h 425"/>
                <a:gd name="T32" fmla="*/ 2 w 246"/>
                <a:gd name="T33" fmla="*/ 3 h 425"/>
                <a:gd name="T34" fmla="*/ 2 w 246"/>
                <a:gd name="T35" fmla="*/ 3 h 425"/>
                <a:gd name="T36" fmla="*/ 2 w 246"/>
                <a:gd name="T37" fmla="*/ 3 h 425"/>
                <a:gd name="T38" fmla="*/ 2 w 246"/>
                <a:gd name="T39" fmla="*/ 3 h 425"/>
                <a:gd name="T40" fmla="*/ 2 w 246"/>
                <a:gd name="T41" fmla="*/ 3 h 425"/>
                <a:gd name="T42" fmla="*/ 1 w 246"/>
                <a:gd name="T43" fmla="*/ 3 h 425"/>
                <a:gd name="T44" fmla="*/ 1 w 246"/>
                <a:gd name="T45" fmla="*/ 3 h 425"/>
                <a:gd name="T46" fmla="*/ 1 w 246"/>
                <a:gd name="T47" fmla="*/ 3 h 425"/>
                <a:gd name="T48" fmla="*/ 1 w 246"/>
                <a:gd name="T49" fmla="*/ 3 h 425"/>
                <a:gd name="T50" fmla="*/ 1 w 246"/>
                <a:gd name="T51" fmla="*/ 3 h 425"/>
                <a:gd name="T52" fmla="*/ 1 w 246"/>
                <a:gd name="T53" fmla="*/ 2 h 425"/>
                <a:gd name="T54" fmla="*/ 1 w 246"/>
                <a:gd name="T55" fmla="*/ 2 h 425"/>
                <a:gd name="T56" fmla="*/ 0 w 246"/>
                <a:gd name="T57" fmla="*/ 2 h 425"/>
                <a:gd name="T58" fmla="*/ 0 w 246"/>
                <a:gd name="T59" fmla="*/ 2 h 425"/>
                <a:gd name="T60" fmla="*/ 0 w 246"/>
                <a:gd name="T61" fmla="*/ 1 h 425"/>
                <a:gd name="T62" fmla="*/ 0 w 246"/>
                <a:gd name="T63" fmla="*/ 1 h 425"/>
                <a:gd name="T64" fmla="*/ 0 w 246"/>
                <a:gd name="T65" fmla="*/ 1 h 425"/>
                <a:gd name="T66" fmla="*/ 0 w 246"/>
                <a:gd name="T67" fmla="*/ 0 h 425"/>
                <a:gd name="T68" fmla="*/ 0 w 246"/>
                <a:gd name="T69" fmla="*/ 0 h 425"/>
                <a:gd name="T70" fmla="*/ 0 w 246"/>
                <a:gd name="T71" fmla="*/ 0 h 425"/>
                <a:gd name="T72" fmla="*/ 0 w 246"/>
                <a:gd name="T73" fmla="*/ 0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5"/>
                <a:gd name="T113" fmla="*/ 246 w 246"/>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5">
                  <a:moveTo>
                    <a:pt x="0" y="0"/>
                  </a:moveTo>
                  <a:lnTo>
                    <a:pt x="0" y="0"/>
                  </a:lnTo>
                  <a:lnTo>
                    <a:pt x="2" y="43"/>
                  </a:lnTo>
                  <a:lnTo>
                    <a:pt x="5" y="86"/>
                  </a:lnTo>
                  <a:lnTo>
                    <a:pt x="11" y="126"/>
                  </a:lnTo>
                  <a:lnTo>
                    <a:pt x="19" y="163"/>
                  </a:lnTo>
                  <a:lnTo>
                    <a:pt x="30" y="202"/>
                  </a:lnTo>
                  <a:lnTo>
                    <a:pt x="41" y="236"/>
                  </a:lnTo>
                  <a:lnTo>
                    <a:pt x="55" y="269"/>
                  </a:lnTo>
                  <a:lnTo>
                    <a:pt x="73" y="299"/>
                  </a:lnTo>
                  <a:lnTo>
                    <a:pt x="89" y="326"/>
                  </a:lnTo>
                  <a:lnTo>
                    <a:pt x="108" y="351"/>
                  </a:lnTo>
                  <a:lnTo>
                    <a:pt x="128" y="373"/>
                  </a:lnTo>
                  <a:lnTo>
                    <a:pt x="150" y="391"/>
                  </a:lnTo>
                  <a:lnTo>
                    <a:pt x="171" y="406"/>
                  </a:lnTo>
                  <a:lnTo>
                    <a:pt x="196" y="417"/>
                  </a:lnTo>
                  <a:lnTo>
                    <a:pt x="221" y="422"/>
                  </a:lnTo>
                  <a:lnTo>
                    <a:pt x="246" y="425"/>
                  </a:lnTo>
                  <a:lnTo>
                    <a:pt x="246" y="413"/>
                  </a:lnTo>
                  <a:lnTo>
                    <a:pt x="223" y="411"/>
                  </a:lnTo>
                  <a:lnTo>
                    <a:pt x="201" y="405"/>
                  </a:lnTo>
                  <a:lnTo>
                    <a:pt x="178" y="394"/>
                  </a:lnTo>
                  <a:lnTo>
                    <a:pt x="157" y="381"/>
                  </a:lnTo>
                  <a:lnTo>
                    <a:pt x="137" y="364"/>
                  </a:lnTo>
                  <a:lnTo>
                    <a:pt x="117" y="344"/>
                  </a:lnTo>
                  <a:lnTo>
                    <a:pt x="99" y="319"/>
                  </a:lnTo>
                  <a:lnTo>
                    <a:pt x="82" y="292"/>
                  </a:lnTo>
                  <a:lnTo>
                    <a:pt x="67" y="264"/>
                  </a:lnTo>
                  <a:lnTo>
                    <a:pt x="53" y="231"/>
                  </a:lnTo>
                  <a:lnTo>
                    <a:pt x="41" y="197"/>
                  </a:lnTo>
                  <a:lnTo>
                    <a:pt x="31" y="161"/>
                  </a:lnTo>
                  <a:lnTo>
                    <a:pt x="23" y="123"/>
                  </a:lnTo>
                  <a:lnTo>
                    <a:pt x="17" y="84"/>
                  </a:lnTo>
                  <a:lnTo>
                    <a:pt x="13" y="4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4866" name="Freeform 74"/>
            <p:cNvSpPr>
              <a:spLocks/>
            </p:cNvSpPr>
            <p:nvPr/>
          </p:nvSpPr>
          <p:spPr bwMode="auto">
            <a:xfrm>
              <a:off x="1502" y="1751"/>
              <a:ext cx="50" cy="85"/>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2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1" y="2"/>
                  </a:lnTo>
                  <a:lnTo>
                    <a:pt x="196" y="8"/>
                  </a:lnTo>
                  <a:lnTo>
                    <a:pt x="171" y="19"/>
                  </a:lnTo>
                  <a:lnTo>
                    <a:pt x="150" y="34"/>
                  </a:lnTo>
                  <a:lnTo>
                    <a:pt x="128" y="52"/>
                  </a:lnTo>
                  <a:lnTo>
                    <a:pt x="108" y="74"/>
                  </a:lnTo>
                  <a:lnTo>
                    <a:pt x="89" y="98"/>
                  </a:lnTo>
                  <a:lnTo>
                    <a:pt x="73" y="125"/>
                  </a:lnTo>
                  <a:lnTo>
                    <a:pt x="55" y="156"/>
                  </a:lnTo>
                  <a:lnTo>
                    <a:pt x="41" y="189"/>
                  </a:lnTo>
                  <a:lnTo>
                    <a:pt x="30" y="223"/>
                  </a:lnTo>
                  <a:lnTo>
                    <a:pt x="19" y="261"/>
                  </a:lnTo>
                  <a:lnTo>
                    <a:pt x="11" y="299"/>
                  </a:lnTo>
                  <a:lnTo>
                    <a:pt x="5" y="339"/>
                  </a:lnTo>
                  <a:lnTo>
                    <a:pt x="2" y="382"/>
                  </a:lnTo>
                  <a:lnTo>
                    <a:pt x="0" y="424"/>
                  </a:lnTo>
                  <a:lnTo>
                    <a:pt x="12" y="424"/>
                  </a:lnTo>
                  <a:lnTo>
                    <a:pt x="13" y="382"/>
                  </a:lnTo>
                  <a:lnTo>
                    <a:pt x="17" y="341"/>
                  </a:lnTo>
                  <a:lnTo>
                    <a:pt x="23" y="301"/>
                  </a:lnTo>
                  <a:lnTo>
                    <a:pt x="31" y="264"/>
                  </a:lnTo>
                  <a:lnTo>
                    <a:pt x="41" y="227"/>
                  </a:lnTo>
                  <a:lnTo>
                    <a:pt x="53" y="193"/>
                  </a:lnTo>
                  <a:lnTo>
                    <a:pt x="67" y="161"/>
                  </a:lnTo>
                  <a:lnTo>
                    <a:pt x="82" y="132"/>
                  </a:lnTo>
                  <a:lnTo>
                    <a:pt x="99" y="105"/>
                  </a:lnTo>
                  <a:lnTo>
                    <a:pt x="117" y="81"/>
                  </a:lnTo>
                  <a:lnTo>
                    <a:pt x="137" y="61"/>
                  </a:lnTo>
                  <a:lnTo>
                    <a:pt x="157" y="43"/>
                  </a:lnTo>
                  <a:lnTo>
                    <a:pt x="178" y="30"/>
                  </a:lnTo>
                  <a:lnTo>
                    <a:pt x="201" y="20"/>
                  </a:lnTo>
                  <a:lnTo>
                    <a:pt x="223" y="14"/>
                  </a:lnTo>
                  <a:lnTo>
                    <a:pt x="246" y="12"/>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4867" name="Freeform 75"/>
            <p:cNvSpPr>
              <a:spLocks/>
            </p:cNvSpPr>
            <p:nvPr/>
          </p:nvSpPr>
          <p:spPr bwMode="auto">
            <a:xfrm>
              <a:off x="1565" y="2016"/>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0" y="339"/>
                  </a:lnTo>
                  <a:lnTo>
                    <a:pt x="234" y="299"/>
                  </a:lnTo>
                  <a:lnTo>
                    <a:pt x="226" y="261"/>
                  </a:lnTo>
                  <a:lnTo>
                    <a:pt x="216" y="223"/>
                  </a:lnTo>
                  <a:lnTo>
                    <a:pt x="204" y="189"/>
                  </a:lnTo>
                  <a:lnTo>
                    <a:pt x="190" y="156"/>
                  </a:lnTo>
                  <a:lnTo>
                    <a:pt x="174" y="125"/>
                  </a:lnTo>
                  <a:lnTo>
                    <a:pt x="156" y="98"/>
                  </a:lnTo>
                  <a:lnTo>
                    <a:pt x="138" y="74"/>
                  </a:lnTo>
                  <a:lnTo>
                    <a:pt x="118" y="51"/>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9" y="81"/>
                  </a:lnTo>
                  <a:lnTo>
                    <a:pt x="147" y="105"/>
                  </a:lnTo>
                  <a:lnTo>
                    <a:pt x="164" y="132"/>
                  </a:lnTo>
                  <a:lnTo>
                    <a:pt x="178" y="160"/>
                  </a:lnTo>
                  <a:lnTo>
                    <a:pt x="192" y="193"/>
                  </a:lnTo>
                  <a:lnTo>
                    <a:pt x="204" y="227"/>
                  </a:lnTo>
                  <a:lnTo>
                    <a:pt x="215" y="264"/>
                  </a:lnTo>
                  <a:lnTo>
                    <a:pt x="223" y="301"/>
                  </a:lnTo>
                  <a:lnTo>
                    <a:pt x="229"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4868" name="Freeform 76"/>
            <p:cNvSpPr>
              <a:spLocks/>
            </p:cNvSpPr>
            <p:nvPr/>
          </p:nvSpPr>
          <p:spPr bwMode="auto">
            <a:xfrm>
              <a:off x="1565" y="2101"/>
              <a:ext cx="49" cy="85"/>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6" y="423"/>
                  </a:lnTo>
                  <a:lnTo>
                    <a:pt x="51" y="418"/>
                  </a:lnTo>
                  <a:lnTo>
                    <a:pt x="74" y="407"/>
                  </a:lnTo>
                  <a:lnTo>
                    <a:pt x="96" y="392"/>
                  </a:lnTo>
                  <a:lnTo>
                    <a:pt x="118" y="373"/>
                  </a:lnTo>
                  <a:lnTo>
                    <a:pt x="138" y="351"/>
                  </a:lnTo>
                  <a:lnTo>
                    <a:pt x="156" y="327"/>
                  </a:lnTo>
                  <a:lnTo>
                    <a:pt x="175" y="299"/>
                  </a:lnTo>
                  <a:lnTo>
                    <a:pt x="190" y="269"/>
                  </a:lnTo>
                  <a:lnTo>
                    <a:pt x="204" y="236"/>
                  </a:lnTo>
                  <a:lnTo>
                    <a:pt x="216" y="202"/>
                  </a:lnTo>
                  <a:lnTo>
                    <a:pt x="226" y="164"/>
                  </a:lnTo>
                  <a:lnTo>
                    <a:pt x="234" y="126"/>
                  </a:lnTo>
                  <a:lnTo>
                    <a:pt x="240" y="86"/>
                  </a:lnTo>
                  <a:lnTo>
                    <a:pt x="244" y="42"/>
                  </a:lnTo>
                  <a:lnTo>
                    <a:pt x="245" y="0"/>
                  </a:lnTo>
                  <a:lnTo>
                    <a:pt x="233" y="0"/>
                  </a:lnTo>
                  <a:lnTo>
                    <a:pt x="232" y="42"/>
                  </a:lnTo>
                  <a:lnTo>
                    <a:pt x="229" y="83"/>
                  </a:lnTo>
                  <a:lnTo>
                    <a:pt x="223" y="123"/>
                  </a:lnTo>
                  <a:lnTo>
                    <a:pt x="215" y="162"/>
                  </a:lnTo>
                  <a:lnTo>
                    <a:pt x="204" y="197"/>
                  </a:lnTo>
                  <a:lnTo>
                    <a:pt x="192" y="231"/>
                  </a:lnTo>
                  <a:lnTo>
                    <a:pt x="178" y="264"/>
                  </a:lnTo>
                  <a:lnTo>
                    <a:pt x="163" y="292"/>
                  </a:lnTo>
                  <a:lnTo>
                    <a:pt x="147" y="320"/>
                  </a:lnTo>
                  <a:lnTo>
                    <a:pt x="129" y="344"/>
                  </a:lnTo>
                  <a:lnTo>
                    <a:pt x="109" y="364"/>
                  </a:lnTo>
                  <a:lnTo>
                    <a:pt x="89" y="382"/>
                  </a:lnTo>
                  <a:lnTo>
                    <a:pt x="67" y="395"/>
                  </a:lnTo>
                  <a:lnTo>
                    <a:pt x="46" y="406"/>
                  </a:lnTo>
                  <a:lnTo>
                    <a:pt x="24"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4869" name="Freeform 77"/>
            <p:cNvSpPr>
              <a:spLocks/>
            </p:cNvSpPr>
            <p:nvPr/>
          </p:nvSpPr>
          <p:spPr bwMode="auto">
            <a:xfrm>
              <a:off x="1516" y="2101"/>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5" y="86"/>
                  </a:lnTo>
                  <a:lnTo>
                    <a:pt x="11" y="126"/>
                  </a:lnTo>
                  <a:lnTo>
                    <a:pt x="19" y="164"/>
                  </a:lnTo>
                  <a:lnTo>
                    <a:pt x="30" y="202"/>
                  </a:lnTo>
                  <a:lnTo>
                    <a:pt x="41" y="236"/>
                  </a:lnTo>
                  <a:lnTo>
                    <a:pt x="55" y="269"/>
                  </a:lnTo>
                  <a:lnTo>
                    <a:pt x="71" y="299"/>
                  </a:lnTo>
                  <a:lnTo>
                    <a:pt x="89" y="327"/>
                  </a:lnTo>
                  <a:lnTo>
                    <a:pt x="107" y="351"/>
                  </a:lnTo>
                  <a:lnTo>
                    <a:pt x="127" y="373"/>
                  </a:lnTo>
                  <a:lnTo>
                    <a:pt x="149" y="392"/>
                  </a:lnTo>
                  <a:lnTo>
                    <a:pt x="171" y="407"/>
                  </a:lnTo>
                  <a:lnTo>
                    <a:pt x="195" y="418"/>
                  </a:lnTo>
                  <a:lnTo>
                    <a:pt x="219" y="423"/>
                  </a:lnTo>
                  <a:lnTo>
                    <a:pt x="245" y="426"/>
                  </a:lnTo>
                  <a:lnTo>
                    <a:pt x="245" y="414"/>
                  </a:lnTo>
                  <a:lnTo>
                    <a:pt x="222" y="412"/>
                  </a:lnTo>
                  <a:lnTo>
                    <a:pt x="199" y="406"/>
                  </a:lnTo>
                  <a:lnTo>
                    <a:pt x="178" y="395"/>
                  </a:lnTo>
                  <a:lnTo>
                    <a:pt x="156" y="382"/>
                  </a:lnTo>
                  <a:lnTo>
                    <a:pt x="136" y="364"/>
                  </a:lnTo>
                  <a:lnTo>
                    <a:pt x="116" y="344"/>
                  </a:lnTo>
                  <a:lnTo>
                    <a:pt x="99" y="320"/>
                  </a:lnTo>
                  <a:lnTo>
                    <a:pt x="82" y="292"/>
                  </a:lnTo>
                  <a:lnTo>
                    <a:pt x="67" y="264"/>
                  </a:lnTo>
                  <a:lnTo>
                    <a:pt x="53" y="231"/>
                  </a:lnTo>
                  <a:lnTo>
                    <a:pt x="41" y="197"/>
                  </a:lnTo>
                  <a:lnTo>
                    <a:pt x="31" y="162"/>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4870" name="Freeform 78"/>
            <p:cNvSpPr>
              <a:spLocks/>
            </p:cNvSpPr>
            <p:nvPr/>
          </p:nvSpPr>
          <p:spPr bwMode="auto">
            <a:xfrm>
              <a:off x="1516" y="2016"/>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5" y="8"/>
                  </a:lnTo>
                  <a:lnTo>
                    <a:pt x="171" y="19"/>
                  </a:lnTo>
                  <a:lnTo>
                    <a:pt x="149" y="34"/>
                  </a:lnTo>
                  <a:lnTo>
                    <a:pt x="127" y="51"/>
                  </a:lnTo>
                  <a:lnTo>
                    <a:pt x="107" y="74"/>
                  </a:lnTo>
                  <a:lnTo>
                    <a:pt x="89" y="98"/>
                  </a:lnTo>
                  <a:lnTo>
                    <a:pt x="72" y="125"/>
                  </a:lnTo>
                  <a:lnTo>
                    <a:pt x="55" y="156"/>
                  </a:lnTo>
                  <a:lnTo>
                    <a:pt x="41" y="189"/>
                  </a:lnTo>
                  <a:lnTo>
                    <a:pt x="30" y="223"/>
                  </a:lnTo>
                  <a:lnTo>
                    <a:pt x="19" y="261"/>
                  </a:lnTo>
                  <a:lnTo>
                    <a:pt x="11" y="299"/>
                  </a:lnTo>
                  <a:lnTo>
                    <a:pt x="5" y="339"/>
                  </a:lnTo>
                  <a:lnTo>
                    <a:pt x="1" y="382"/>
                  </a:lnTo>
                  <a:lnTo>
                    <a:pt x="0" y="424"/>
                  </a:lnTo>
                  <a:lnTo>
                    <a:pt x="12" y="424"/>
                  </a:lnTo>
                  <a:lnTo>
                    <a:pt x="13" y="382"/>
                  </a:lnTo>
                  <a:lnTo>
                    <a:pt x="17" y="341"/>
                  </a:lnTo>
                  <a:lnTo>
                    <a:pt x="23" y="301"/>
                  </a:lnTo>
                  <a:lnTo>
                    <a:pt x="31" y="264"/>
                  </a:lnTo>
                  <a:lnTo>
                    <a:pt x="41" y="227"/>
                  </a:lnTo>
                  <a:lnTo>
                    <a:pt x="53" y="193"/>
                  </a:lnTo>
                  <a:lnTo>
                    <a:pt x="67" y="160"/>
                  </a:lnTo>
                  <a:lnTo>
                    <a:pt x="81" y="132"/>
                  </a:lnTo>
                  <a:lnTo>
                    <a:pt x="99" y="105"/>
                  </a:lnTo>
                  <a:lnTo>
                    <a:pt x="116" y="81"/>
                  </a:lnTo>
                  <a:lnTo>
                    <a:pt x="136" y="61"/>
                  </a:lnTo>
                  <a:lnTo>
                    <a:pt x="156" y="43"/>
                  </a:lnTo>
                  <a:lnTo>
                    <a:pt x="178" y="30"/>
                  </a:lnTo>
                  <a:lnTo>
                    <a:pt x="199" y="20"/>
                  </a:lnTo>
                  <a:lnTo>
                    <a:pt x="222"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grpSp>
        <p:nvGrpSpPr>
          <p:cNvPr id="204810" name="Group 79"/>
          <p:cNvGrpSpPr>
            <a:grpSpLocks/>
          </p:cNvGrpSpPr>
          <p:nvPr/>
        </p:nvGrpSpPr>
        <p:grpSpPr bwMode="auto">
          <a:xfrm rot="-223274">
            <a:off x="1517650" y="2805113"/>
            <a:ext cx="744538" cy="733425"/>
            <a:chOff x="2757" y="1666"/>
            <a:chExt cx="812" cy="800"/>
          </a:xfrm>
        </p:grpSpPr>
        <p:sp>
          <p:nvSpPr>
            <p:cNvPr id="204814" name="Freeform 80"/>
            <p:cNvSpPr>
              <a:spLocks/>
            </p:cNvSpPr>
            <p:nvPr/>
          </p:nvSpPr>
          <p:spPr bwMode="auto">
            <a:xfrm>
              <a:off x="2762" y="1667"/>
              <a:ext cx="807" cy="584"/>
            </a:xfrm>
            <a:custGeom>
              <a:avLst/>
              <a:gdLst>
                <a:gd name="T0" fmla="*/ 497 w 807"/>
                <a:gd name="T1" fmla="*/ 583 h 584"/>
                <a:gd name="T2" fmla="*/ 0 w 807"/>
                <a:gd name="T3" fmla="*/ 452 h 584"/>
                <a:gd name="T4" fmla="*/ 337 w 807"/>
                <a:gd name="T5" fmla="*/ 0 h 584"/>
                <a:gd name="T6" fmla="*/ 806 w 807"/>
                <a:gd name="T7" fmla="*/ 98 h 584"/>
                <a:gd name="T8" fmla="*/ 497 w 807"/>
                <a:gd name="T9" fmla="*/ 583 h 584"/>
                <a:gd name="T10" fmla="*/ 0 60000 65536"/>
                <a:gd name="T11" fmla="*/ 0 60000 65536"/>
                <a:gd name="T12" fmla="*/ 0 60000 65536"/>
                <a:gd name="T13" fmla="*/ 0 60000 65536"/>
                <a:gd name="T14" fmla="*/ 0 60000 65536"/>
                <a:gd name="T15" fmla="*/ 0 w 807"/>
                <a:gd name="T16" fmla="*/ 0 h 584"/>
                <a:gd name="T17" fmla="*/ 807 w 807"/>
                <a:gd name="T18" fmla="*/ 584 h 584"/>
              </a:gdLst>
              <a:ahLst/>
              <a:cxnLst>
                <a:cxn ang="T10">
                  <a:pos x="T0" y="T1"/>
                </a:cxn>
                <a:cxn ang="T11">
                  <a:pos x="T2" y="T3"/>
                </a:cxn>
                <a:cxn ang="T12">
                  <a:pos x="T4" y="T5"/>
                </a:cxn>
                <a:cxn ang="T13">
                  <a:pos x="T6" y="T7"/>
                </a:cxn>
                <a:cxn ang="T14">
                  <a:pos x="T8" y="T9"/>
                </a:cxn>
              </a:cxnLst>
              <a:rect l="T15" t="T16" r="T17" b="T18"/>
              <a:pathLst>
                <a:path w="807" h="584">
                  <a:moveTo>
                    <a:pt x="497" y="583"/>
                  </a:moveTo>
                  <a:lnTo>
                    <a:pt x="0" y="452"/>
                  </a:lnTo>
                  <a:lnTo>
                    <a:pt x="337" y="0"/>
                  </a:lnTo>
                  <a:lnTo>
                    <a:pt x="806" y="98"/>
                  </a:lnTo>
                  <a:lnTo>
                    <a:pt x="497" y="583"/>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204815" name="Freeform 81"/>
            <p:cNvSpPr>
              <a:spLocks/>
            </p:cNvSpPr>
            <p:nvPr/>
          </p:nvSpPr>
          <p:spPr bwMode="auto">
            <a:xfrm>
              <a:off x="2882" y="1861"/>
              <a:ext cx="578" cy="384"/>
            </a:xfrm>
            <a:custGeom>
              <a:avLst/>
              <a:gdLst>
                <a:gd name="T0" fmla="*/ 377 w 578"/>
                <a:gd name="T1" fmla="*/ 383 h 384"/>
                <a:gd name="T2" fmla="*/ 0 w 578"/>
                <a:gd name="T3" fmla="*/ 291 h 384"/>
                <a:gd name="T4" fmla="*/ 217 w 578"/>
                <a:gd name="T5" fmla="*/ 0 h 384"/>
                <a:gd name="T6" fmla="*/ 577 w 578"/>
                <a:gd name="T7" fmla="*/ 74 h 384"/>
                <a:gd name="T8" fmla="*/ 377 w 578"/>
                <a:gd name="T9" fmla="*/ 383 h 384"/>
                <a:gd name="T10" fmla="*/ 0 60000 65536"/>
                <a:gd name="T11" fmla="*/ 0 60000 65536"/>
                <a:gd name="T12" fmla="*/ 0 60000 65536"/>
                <a:gd name="T13" fmla="*/ 0 60000 65536"/>
                <a:gd name="T14" fmla="*/ 0 60000 65536"/>
                <a:gd name="T15" fmla="*/ 0 w 578"/>
                <a:gd name="T16" fmla="*/ 0 h 384"/>
                <a:gd name="T17" fmla="*/ 578 w 578"/>
                <a:gd name="T18" fmla="*/ 384 h 384"/>
              </a:gdLst>
              <a:ahLst/>
              <a:cxnLst>
                <a:cxn ang="T10">
                  <a:pos x="T0" y="T1"/>
                </a:cxn>
                <a:cxn ang="T11">
                  <a:pos x="T2" y="T3"/>
                </a:cxn>
                <a:cxn ang="T12">
                  <a:pos x="T4" y="T5"/>
                </a:cxn>
                <a:cxn ang="T13">
                  <a:pos x="T6" y="T7"/>
                </a:cxn>
                <a:cxn ang="T14">
                  <a:pos x="T8" y="T9"/>
                </a:cxn>
              </a:cxnLst>
              <a:rect l="T15" t="T16" r="T17" b="T18"/>
              <a:pathLst>
                <a:path w="578" h="384">
                  <a:moveTo>
                    <a:pt x="377" y="383"/>
                  </a:moveTo>
                  <a:lnTo>
                    <a:pt x="0" y="291"/>
                  </a:lnTo>
                  <a:lnTo>
                    <a:pt x="217" y="0"/>
                  </a:lnTo>
                  <a:lnTo>
                    <a:pt x="577" y="74"/>
                  </a:lnTo>
                  <a:lnTo>
                    <a:pt x="377" y="383"/>
                  </a:lnTo>
                </a:path>
              </a:pathLst>
            </a:custGeom>
            <a:solidFill>
              <a:srgbClr val="E22B00"/>
            </a:solidFill>
            <a:ln>
              <a:noFill/>
            </a:ln>
            <a:extLst>
              <a:ext uri="{91240B29-F687-4F45-9708-019B960494DF}">
                <a14:hiddenLine xmlns:a14="http://schemas.microsoft.com/office/drawing/2010/main" w="12700" cap="rnd" cmpd="sng">
                  <a:solidFill>
                    <a:srgbClr val="000000"/>
                  </a:solidFill>
                  <a:prstDash val="solid"/>
                  <a:round/>
                  <a:headEnd type="none" w="med" len="med"/>
                  <a:tailEnd type="none" w="med" len="med"/>
                </a14:hiddenLine>
              </a:ext>
            </a:extLst>
          </p:spPr>
          <p:txBody>
            <a:bodyPr/>
            <a:lstStyle/>
            <a:p>
              <a:endParaRPr lang="fr-FR"/>
            </a:p>
          </p:txBody>
        </p:sp>
        <p:sp>
          <p:nvSpPr>
            <p:cNvPr id="204816" name="Line 82"/>
            <p:cNvSpPr>
              <a:spLocks noChangeShapeType="1"/>
            </p:cNvSpPr>
            <p:nvPr/>
          </p:nvSpPr>
          <p:spPr bwMode="auto">
            <a:xfrm>
              <a:off x="3102" y="1862"/>
              <a:ext cx="352" cy="7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fr-FR"/>
            </a:p>
          </p:txBody>
        </p:sp>
        <p:sp>
          <p:nvSpPr>
            <p:cNvPr id="204817" name="Freeform 83"/>
            <p:cNvSpPr>
              <a:spLocks/>
            </p:cNvSpPr>
            <p:nvPr/>
          </p:nvSpPr>
          <p:spPr bwMode="auto">
            <a:xfrm>
              <a:off x="2762" y="1666"/>
              <a:ext cx="337" cy="485"/>
            </a:xfrm>
            <a:custGeom>
              <a:avLst/>
              <a:gdLst>
                <a:gd name="T0" fmla="*/ 336 w 337"/>
                <a:gd name="T1" fmla="*/ 194 h 485"/>
                <a:gd name="T2" fmla="*/ 118 w 337"/>
                <a:gd name="T3" fmla="*/ 484 h 485"/>
                <a:gd name="T4" fmla="*/ 0 w 337"/>
                <a:gd name="T5" fmla="*/ 452 h 485"/>
                <a:gd name="T6" fmla="*/ 336 w 337"/>
                <a:gd name="T7" fmla="*/ 0 h 485"/>
                <a:gd name="T8" fmla="*/ 336 w 337"/>
                <a:gd name="T9" fmla="*/ 152 h 485"/>
                <a:gd name="T10" fmla="*/ 336 w 337"/>
                <a:gd name="T11" fmla="*/ 194 h 485"/>
                <a:gd name="T12" fmla="*/ 0 60000 65536"/>
                <a:gd name="T13" fmla="*/ 0 60000 65536"/>
                <a:gd name="T14" fmla="*/ 0 60000 65536"/>
                <a:gd name="T15" fmla="*/ 0 60000 65536"/>
                <a:gd name="T16" fmla="*/ 0 60000 65536"/>
                <a:gd name="T17" fmla="*/ 0 60000 65536"/>
                <a:gd name="T18" fmla="*/ 0 w 337"/>
                <a:gd name="T19" fmla="*/ 0 h 485"/>
                <a:gd name="T20" fmla="*/ 337 w 337"/>
                <a:gd name="T21" fmla="*/ 485 h 485"/>
              </a:gdLst>
              <a:ahLst/>
              <a:cxnLst>
                <a:cxn ang="T12">
                  <a:pos x="T0" y="T1"/>
                </a:cxn>
                <a:cxn ang="T13">
                  <a:pos x="T2" y="T3"/>
                </a:cxn>
                <a:cxn ang="T14">
                  <a:pos x="T4" y="T5"/>
                </a:cxn>
                <a:cxn ang="T15">
                  <a:pos x="T6" y="T7"/>
                </a:cxn>
                <a:cxn ang="T16">
                  <a:pos x="T8" y="T9"/>
                </a:cxn>
                <a:cxn ang="T17">
                  <a:pos x="T10" y="T11"/>
                </a:cxn>
              </a:cxnLst>
              <a:rect l="T18" t="T19" r="T20" b="T21"/>
              <a:pathLst>
                <a:path w="337" h="485">
                  <a:moveTo>
                    <a:pt x="336" y="194"/>
                  </a:moveTo>
                  <a:lnTo>
                    <a:pt x="118" y="484"/>
                  </a:lnTo>
                  <a:lnTo>
                    <a:pt x="0" y="452"/>
                  </a:lnTo>
                  <a:lnTo>
                    <a:pt x="336" y="0"/>
                  </a:lnTo>
                  <a:lnTo>
                    <a:pt x="336" y="152"/>
                  </a:lnTo>
                  <a:lnTo>
                    <a:pt x="336" y="194"/>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204818" name="Freeform 84"/>
            <p:cNvSpPr>
              <a:spLocks/>
            </p:cNvSpPr>
            <p:nvPr/>
          </p:nvSpPr>
          <p:spPr bwMode="auto">
            <a:xfrm>
              <a:off x="2757" y="2124"/>
              <a:ext cx="509" cy="339"/>
            </a:xfrm>
            <a:custGeom>
              <a:avLst/>
              <a:gdLst>
                <a:gd name="T0" fmla="*/ 0 w 506"/>
                <a:gd name="T1" fmla="*/ 0 h 345"/>
                <a:gd name="T2" fmla="*/ 1 w 506"/>
                <a:gd name="T3" fmla="*/ 198 h 345"/>
                <a:gd name="T4" fmla="*/ 514 w 506"/>
                <a:gd name="T5" fmla="*/ 326 h 345"/>
                <a:gd name="T6" fmla="*/ 513 w 506"/>
                <a:gd name="T7" fmla="*/ 124 h 345"/>
                <a:gd name="T8" fmla="*/ 0 60000 65536"/>
                <a:gd name="T9" fmla="*/ 0 60000 65536"/>
                <a:gd name="T10" fmla="*/ 0 60000 65536"/>
                <a:gd name="T11" fmla="*/ 0 60000 65536"/>
                <a:gd name="T12" fmla="*/ 0 w 506"/>
                <a:gd name="T13" fmla="*/ 0 h 345"/>
                <a:gd name="T14" fmla="*/ 506 w 506"/>
                <a:gd name="T15" fmla="*/ 345 h 345"/>
              </a:gdLst>
              <a:ahLst/>
              <a:cxnLst>
                <a:cxn ang="T8">
                  <a:pos x="T0" y="T1"/>
                </a:cxn>
                <a:cxn ang="T9">
                  <a:pos x="T2" y="T3"/>
                </a:cxn>
                <a:cxn ang="T10">
                  <a:pos x="T4" y="T5"/>
                </a:cxn>
                <a:cxn ang="T11">
                  <a:pos x="T6" y="T7"/>
                </a:cxn>
              </a:cxnLst>
              <a:rect l="T12" t="T13" r="T14" b="T15"/>
              <a:pathLst>
                <a:path w="506" h="345">
                  <a:moveTo>
                    <a:pt x="0" y="0"/>
                  </a:moveTo>
                  <a:lnTo>
                    <a:pt x="1" y="209"/>
                  </a:lnTo>
                  <a:lnTo>
                    <a:pt x="505" y="344"/>
                  </a:lnTo>
                  <a:lnTo>
                    <a:pt x="504" y="130"/>
                  </a:lnTo>
                </a:path>
              </a:pathLst>
            </a:custGeom>
            <a:solidFill>
              <a:srgbClr val="FC2C1C"/>
            </a:solidFill>
            <a:ln w="12700" cap="rnd" cmpd="sng">
              <a:solidFill>
                <a:schemeClr val="bg2"/>
              </a:solidFill>
              <a:prstDash val="solid"/>
              <a:round/>
              <a:headEnd type="none" w="med" len="med"/>
              <a:tailEnd type="none" w="med" len="med"/>
            </a:ln>
          </p:spPr>
          <p:txBody>
            <a:bodyPr/>
            <a:lstStyle/>
            <a:p>
              <a:endParaRPr lang="fr-FR"/>
            </a:p>
          </p:txBody>
        </p:sp>
        <p:sp>
          <p:nvSpPr>
            <p:cNvPr id="204819" name="AutoShape 85"/>
            <p:cNvSpPr>
              <a:spLocks noChangeArrowheads="1"/>
            </p:cNvSpPr>
            <p:nvPr/>
          </p:nvSpPr>
          <p:spPr bwMode="auto">
            <a:xfrm rot="16200000" flipH="1">
              <a:off x="3067" y="1967"/>
              <a:ext cx="693" cy="306"/>
            </a:xfrm>
            <a:prstGeom prst="parallelogram">
              <a:avLst>
                <a:gd name="adj" fmla="val 156202"/>
              </a:avLst>
            </a:prstGeom>
            <a:solidFill>
              <a:srgbClr val="FC2C1C"/>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sp>
        <p:nvSpPr>
          <p:cNvPr id="204811" name="Text Box 86"/>
          <p:cNvSpPr txBox="1">
            <a:spLocks noChangeArrowheads="1"/>
          </p:cNvSpPr>
          <p:nvPr/>
        </p:nvSpPr>
        <p:spPr bwMode="auto">
          <a:xfrm>
            <a:off x="604838" y="5364163"/>
            <a:ext cx="6543675" cy="4429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eaLnBrk="1" hangingPunct="1">
              <a:spcBef>
                <a:spcPct val="0"/>
              </a:spcBef>
              <a:buFontTx/>
              <a:buNone/>
            </a:pPr>
            <a:r>
              <a:rPr lang="fr-FR" altLang="fr-FR" sz="2300"/>
              <a:t>4. Pointez la production sur votre feuille de suivi</a:t>
            </a:r>
          </a:p>
        </p:txBody>
      </p:sp>
      <p:sp>
        <p:nvSpPr>
          <p:cNvPr id="204812" name="Oval 87"/>
          <p:cNvSpPr>
            <a:spLocks noChangeArrowheads="1"/>
          </p:cNvSpPr>
          <p:nvPr/>
        </p:nvSpPr>
        <p:spPr bwMode="auto">
          <a:xfrm rot="-5400000">
            <a:off x="3845719" y="2980531"/>
            <a:ext cx="336550" cy="312738"/>
          </a:xfrm>
          <a:prstGeom prst="ellipse">
            <a:avLst/>
          </a:prstGeom>
          <a:solidFill>
            <a:schemeClr val="bg1"/>
          </a:solidFill>
          <a:ln w="9525">
            <a:solidFill>
              <a:schemeClr val="tx1"/>
            </a:solidFill>
            <a:round/>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204813" name="Text Box 88"/>
          <p:cNvSpPr txBox="1">
            <a:spLocks noChangeArrowheads="1"/>
          </p:cNvSpPr>
          <p:nvPr/>
        </p:nvSpPr>
        <p:spPr bwMode="auto">
          <a:xfrm>
            <a:off x="2900363" y="3559175"/>
            <a:ext cx="21844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a:spcBef>
                <a:spcPct val="0"/>
              </a:spcBef>
              <a:buFontTx/>
              <a:buNone/>
            </a:pPr>
            <a:r>
              <a:rPr lang="fr-FR" altLang="fr-FR" sz="2400">
                <a:solidFill>
                  <a:srgbClr val="FC2C1C"/>
                </a:solidFill>
              </a:rPr>
              <a:t>1 Couronne</a:t>
            </a:r>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05827" name="Group 3"/>
          <p:cNvGrpSpPr>
            <a:grpSpLocks/>
          </p:cNvGrpSpPr>
          <p:nvPr/>
        </p:nvGrpSpPr>
        <p:grpSpPr bwMode="auto">
          <a:xfrm>
            <a:off x="7073900" y="215900"/>
            <a:ext cx="1878013" cy="1250950"/>
            <a:chOff x="4456" y="136"/>
            <a:chExt cx="1183" cy="788"/>
          </a:xfrm>
        </p:grpSpPr>
        <p:grpSp>
          <p:nvGrpSpPr>
            <p:cNvPr id="205893" name="Group 4"/>
            <p:cNvGrpSpPr>
              <a:grpSpLocks/>
            </p:cNvGrpSpPr>
            <p:nvPr/>
          </p:nvGrpSpPr>
          <p:grpSpPr bwMode="auto">
            <a:xfrm>
              <a:off x="4766" y="232"/>
              <a:ext cx="873" cy="692"/>
              <a:chOff x="2185" y="310"/>
              <a:chExt cx="873" cy="692"/>
            </a:xfrm>
          </p:grpSpPr>
          <p:sp>
            <p:nvSpPr>
              <p:cNvPr id="205904" name="Freeform 5"/>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accent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5905" name="Freeform 6"/>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5906" name="Freeform 7"/>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5907" name="Freeform 8"/>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5908" name="Freeform 9"/>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5909" name="Freeform 10"/>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5910" name="Freeform 11"/>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grpSp>
          <p:nvGrpSpPr>
            <p:cNvPr id="205894" name="Group 12"/>
            <p:cNvGrpSpPr>
              <a:grpSpLocks/>
            </p:cNvGrpSpPr>
            <p:nvPr/>
          </p:nvGrpSpPr>
          <p:grpSpPr bwMode="auto">
            <a:xfrm>
              <a:off x="4949" y="336"/>
              <a:ext cx="591" cy="468"/>
              <a:chOff x="2185" y="310"/>
              <a:chExt cx="873" cy="692"/>
            </a:xfrm>
          </p:grpSpPr>
          <p:sp>
            <p:nvSpPr>
              <p:cNvPr id="205897" name="Freeform 13"/>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5898" name="Freeform 14"/>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5899" name="Freeform 15"/>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5900" name="Freeform 16"/>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5901" name="Freeform 17"/>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5902" name="Freeform 18"/>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5903" name="Freeform 19"/>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pic>
          <p:nvPicPr>
            <p:cNvPr id="205895" name="Picture 20"/>
            <p:cNvPicPr>
              <a:picLocks noChangeAspect="1" noChangeArrowheads="1"/>
            </p:cNvPicPr>
            <p:nvPr/>
          </p:nvPicPr>
          <p:blipFill>
            <a:blip r:embed="rId3" cstate="print">
              <a:extLst>
                <a:ext uri="{28A0092B-C50C-407E-A947-70E740481C1C}">
                  <a14:useLocalDpi xmlns:a14="http://schemas.microsoft.com/office/drawing/2010/main" val="0"/>
                </a:ext>
              </a:extLst>
            </a:blip>
            <a:srcRect l="-4282" t="-4369" r="-5199" b="-12012"/>
            <a:stretch>
              <a:fillRect/>
            </a:stretch>
          </p:blipFill>
          <p:spPr bwMode="auto">
            <a:xfrm>
              <a:off x="4456" y="136"/>
              <a:ext cx="480" cy="5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05896" name="Text Box 21"/>
            <p:cNvSpPr txBox="1">
              <a:spLocks noChangeArrowheads="1"/>
            </p:cNvSpPr>
            <p:nvPr/>
          </p:nvSpPr>
          <p:spPr bwMode="auto">
            <a:xfrm>
              <a:off x="4946" y="314"/>
              <a:ext cx="596" cy="49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4500" b="1">
                  <a:solidFill>
                    <a:srgbClr val="FF0000"/>
                  </a:solidFill>
                  <a:latin typeface="Arial Black" pitchFamily="34" charset="0"/>
                </a:rPr>
                <a:t>25</a:t>
              </a:r>
              <a:endParaRPr lang="fr-FR" altLang="fr-FR" sz="3200">
                <a:solidFill>
                  <a:schemeClr val="tx1"/>
                </a:solidFill>
                <a:latin typeface="Arial Black" pitchFamily="34" charset="0"/>
              </a:endParaRPr>
            </a:p>
          </p:txBody>
        </p:sp>
      </p:grpSp>
      <p:sp>
        <p:nvSpPr>
          <p:cNvPr id="205828" name="Text Box 22"/>
          <p:cNvSpPr txBox="1">
            <a:spLocks noChangeArrowheads="1"/>
          </p:cNvSpPr>
          <p:nvPr/>
        </p:nvSpPr>
        <p:spPr bwMode="auto">
          <a:xfrm>
            <a:off x="1762125" y="3638550"/>
            <a:ext cx="828675"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a:spcBef>
                <a:spcPct val="0"/>
              </a:spcBef>
              <a:buFontTx/>
              <a:buNone/>
            </a:pPr>
            <a:r>
              <a:rPr lang="fr-FR" altLang="fr-FR" sz="2400">
                <a:solidFill>
                  <a:srgbClr val="FC2C1C"/>
                </a:solidFill>
              </a:rPr>
              <a:t>1 R4</a:t>
            </a:r>
          </a:p>
        </p:txBody>
      </p:sp>
      <p:sp>
        <p:nvSpPr>
          <p:cNvPr id="205829" name="Rectangle 25"/>
          <p:cNvSpPr>
            <a:spLocks noGrp="1" noChangeArrowheads="1"/>
          </p:cNvSpPr>
          <p:nvPr>
            <p:ph type="title"/>
          </p:nvPr>
        </p:nvSpPr>
        <p:spPr>
          <a:xfrm>
            <a:off x="1381125" y="0"/>
            <a:ext cx="5516563" cy="647700"/>
          </a:xfrm>
        </p:spPr>
        <p:txBody>
          <a:bodyPr/>
          <a:lstStyle/>
          <a:p>
            <a:pPr eaLnBrk="1" hangingPunct="1"/>
            <a:r>
              <a:rPr lang="fr-FR" altLang="fr-FR"/>
              <a:t>Sem. 4 - Jeudi (St André)</a:t>
            </a:r>
          </a:p>
        </p:txBody>
      </p:sp>
      <p:sp>
        <p:nvSpPr>
          <p:cNvPr id="205830" name="Text Box 26"/>
          <p:cNvSpPr txBox="1">
            <a:spLocks noChangeArrowheads="1"/>
          </p:cNvSpPr>
          <p:nvPr/>
        </p:nvSpPr>
        <p:spPr bwMode="auto">
          <a:xfrm>
            <a:off x="574675" y="2030413"/>
            <a:ext cx="3557588"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2. Livrez les commandes</a:t>
            </a:r>
          </a:p>
        </p:txBody>
      </p:sp>
      <p:sp>
        <p:nvSpPr>
          <p:cNvPr id="205831" name="Text Box 27"/>
          <p:cNvSpPr txBox="1">
            <a:spLocks noChangeArrowheads="1"/>
          </p:cNvSpPr>
          <p:nvPr/>
        </p:nvSpPr>
        <p:spPr bwMode="auto">
          <a:xfrm>
            <a:off x="566738" y="1154113"/>
            <a:ext cx="1946275"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1. Tirez le dé</a:t>
            </a:r>
          </a:p>
        </p:txBody>
      </p:sp>
      <p:sp>
        <p:nvSpPr>
          <p:cNvPr id="205832" name="Text Box 28"/>
          <p:cNvSpPr txBox="1">
            <a:spLocks noChangeArrowheads="1"/>
          </p:cNvSpPr>
          <p:nvPr/>
        </p:nvSpPr>
        <p:spPr bwMode="auto">
          <a:xfrm>
            <a:off x="579438" y="4316413"/>
            <a:ext cx="18796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3. Produisez</a:t>
            </a:r>
          </a:p>
        </p:txBody>
      </p:sp>
      <p:grpSp>
        <p:nvGrpSpPr>
          <p:cNvPr id="205833" name="Group 29"/>
          <p:cNvGrpSpPr>
            <a:grpSpLocks/>
          </p:cNvGrpSpPr>
          <p:nvPr/>
        </p:nvGrpSpPr>
        <p:grpSpPr bwMode="auto">
          <a:xfrm>
            <a:off x="2843213" y="1106488"/>
            <a:ext cx="446087" cy="534987"/>
            <a:chOff x="868" y="1439"/>
            <a:chExt cx="811" cy="972"/>
          </a:xfrm>
        </p:grpSpPr>
        <p:sp>
          <p:nvSpPr>
            <p:cNvPr id="205842" name="Freeform 30"/>
            <p:cNvSpPr>
              <a:spLocks/>
            </p:cNvSpPr>
            <p:nvPr/>
          </p:nvSpPr>
          <p:spPr bwMode="auto">
            <a:xfrm>
              <a:off x="1548" y="2014"/>
              <a:ext cx="123" cy="100"/>
            </a:xfrm>
            <a:custGeom>
              <a:avLst/>
              <a:gdLst>
                <a:gd name="T0" fmla="*/ 5 w 618"/>
                <a:gd name="T1" fmla="*/ 0 h 502"/>
                <a:gd name="T2" fmla="*/ 5 w 618"/>
                <a:gd name="T3" fmla="*/ 0 h 502"/>
                <a:gd name="T4" fmla="*/ 0 w 618"/>
                <a:gd name="T5" fmla="*/ 4 h 502"/>
                <a:gd name="T6" fmla="*/ 0 w 618"/>
                <a:gd name="T7" fmla="*/ 4 h 502"/>
                <a:gd name="T8" fmla="*/ 5 w 618"/>
                <a:gd name="T9" fmla="*/ 0 h 502"/>
                <a:gd name="T10" fmla="*/ 5 w 618"/>
                <a:gd name="T11" fmla="*/ 0 h 502"/>
                <a:gd name="T12" fmla="*/ 5 w 618"/>
                <a:gd name="T13" fmla="*/ 0 h 502"/>
                <a:gd name="T14" fmla="*/ 5 w 618"/>
                <a:gd name="T15" fmla="*/ 0 h 502"/>
                <a:gd name="T16" fmla="*/ 5 w 618"/>
                <a:gd name="T17" fmla="*/ 0 h 502"/>
                <a:gd name="T18" fmla="*/ 5 w 618"/>
                <a:gd name="T19" fmla="*/ 0 h 502"/>
                <a:gd name="T20" fmla="*/ 5 w 618"/>
                <a:gd name="T21" fmla="*/ 0 h 502"/>
                <a:gd name="T22" fmla="*/ 5 w 618"/>
                <a:gd name="T23" fmla="*/ 0 h 502"/>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618"/>
                <a:gd name="T37" fmla="*/ 0 h 502"/>
                <a:gd name="T38" fmla="*/ 618 w 618"/>
                <a:gd name="T39" fmla="*/ 502 h 502"/>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618" h="502">
                  <a:moveTo>
                    <a:pt x="611" y="0"/>
                  </a:moveTo>
                  <a:lnTo>
                    <a:pt x="606" y="2"/>
                  </a:lnTo>
                  <a:lnTo>
                    <a:pt x="0" y="490"/>
                  </a:lnTo>
                  <a:lnTo>
                    <a:pt x="10" y="502"/>
                  </a:lnTo>
                  <a:lnTo>
                    <a:pt x="616" y="14"/>
                  </a:lnTo>
                  <a:lnTo>
                    <a:pt x="611" y="16"/>
                  </a:lnTo>
                  <a:lnTo>
                    <a:pt x="616" y="14"/>
                  </a:lnTo>
                  <a:lnTo>
                    <a:pt x="618" y="9"/>
                  </a:lnTo>
                  <a:lnTo>
                    <a:pt x="617" y="3"/>
                  </a:lnTo>
                  <a:lnTo>
                    <a:pt x="612" y="1"/>
                  </a:lnTo>
                  <a:lnTo>
                    <a:pt x="606" y="2"/>
                  </a:lnTo>
                  <a:lnTo>
                    <a:pt x="611"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5843" name="Freeform 31"/>
            <p:cNvSpPr>
              <a:spLocks/>
            </p:cNvSpPr>
            <p:nvPr/>
          </p:nvSpPr>
          <p:spPr bwMode="auto">
            <a:xfrm>
              <a:off x="876" y="1852"/>
              <a:ext cx="82" cy="373"/>
            </a:xfrm>
            <a:custGeom>
              <a:avLst/>
              <a:gdLst>
                <a:gd name="T0" fmla="*/ 3 w 413"/>
                <a:gd name="T1" fmla="*/ 15 h 1865"/>
                <a:gd name="T2" fmla="*/ 3 w 413"/>
                <a:gd name="T3" fmla="*/ 15 h 1865"/>
                <a:gd name="T4" fmla="*/ 0 w 413"/>
                <a:gd name="T5" fmla="*/ 0 h 1865"/>
                <a:gd name="T6" fmla="*/ 0 w 413"/>
                <a:gd name="T7" fmla="*/ 0 h 1865"/>
                <a:gd name="T8" fmla="*/ 3 w 413"/>
                <a:gd name="T9" fmla="*/ 15 h 1865"/>
                <a:gd name="T10" fmla="*/ 3 w 413"/>
                <a:gd name="T11" fmla="*/ 15 h 1865"/>
                <a:gd name="T12" fmla="*/ 3 w 413"/>
                <a:gd name="T13" fmla="*/ 15 h 1865"/>
                <a:gd name="T14" fmla="*/ 3 w 413"/>
                <a:gd name="T15" fmla="*/ 15 h 1865"/>
                <a:gd name="T16" fmla="*/ 3 w 413"/>
                <a:gd name="T17" fmla="*/ 15 h 1865"/>
                <a:gd name="T18" fmla="*/ 3 w 413"/>
                <a:gd name="T19" fmla="*/ 15 h 1865"/>
                <a:gd name="T20" fmla="*/ 3 w 413"/>
                <a:gd name="T21" fmla="*/ 15 h 1865"/>
                <a:gd name="T22" fmla="*/ 3 w 413"/>
                <a:gd name="T23" fmla="*/ 15 h 186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413"/>
                <a:gd name="T37" fmla="*/ 0 h 1865"/>
                <a:gd name="T38" fmla="*/ 413 w 413"/>
                <a:gd name="T39" fmla="*/ 1865 h 1865"/>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413" h="1865">
                  <a:moveTo>
                    <a:pt x="400" y="1864"/>
                  </a:moveTo>
                  <a:lnTo>
                    <a:pt x="413" y="1856"/>
                  </a:lnTo>
                  <a:lnTo>
                    <a:pt x="17" y="0"/>
                  </a:lnTo>
                  <a:lnTo>
                    <a:pt x="0" y="2"/>
                  </a:lnTo>
                  <a:lnTo>
                    <a:pt x="396" y="1858"/>
                  </a:lnTo>
                  <a:lnTo>
                    <a:pt x="409" y="1850"/>
                  </a:lnTo>
                  <a:lnTo>
                    <a:pt x="396" y="1858"/>
                  </a:lnTo>
                  <a:lnTo>
                    <a:pt x="400" y="1864"/>
                  </a:lnTo>
                  <a:lnTo>
                    <a:pt x="406" y="1865"/>
                  </a:lnTo>
                  <a:lnTo>
                    <a:pt x="410" y="1862"/>
                  </a:lnTo>
                  <a:lnTo>
                    <a:pt x="413" y="1856"/>
                  </a:lnTo>
                  <a:lnTo>
                    <a:pt x="400" y="186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5844" name="Freeform 32"/>
            <p:cNvSpPr>
              <a:spLocks/>
            </p:cNvSpPr>
            <p:nvPr/>
          </p:nvSpPr>
          <p:spPr bwMode="auto">
            <a:xfrm>
              <a:off x="1282" y="1533"/>
              <a:ext cx="35" cy="161"/>
            </a:xfrm>
            <a:custGeom>
              <a:avLst/>
              <a:gdLst>
                <a:gd name="T0" fmla="*/ 1 w 175"/>
                <a:gd name="T1" fmla="*/ 6 h 807"/>
                <a:gd name="T2" fmla="*/ 1 w 175"/>
                <a:gd name="T3" fmla="*/ 6 h 807"/>
                <a:gd name="T4" fmla="*/ 1 w 175"/>
                <a:gd name="T5" fmla="*/ 6 h 807"/>
                <a:gd name="T6" fmla="*/ 1 w 175"/>
                <a:gd name="T7" fmla="*/ 5 h 807"/>
                <a:gd name="T8" fmla="*/ 1 w 175"/>
                <a:gd name="T9" fmla="*/ 5 h 807"/>
                <a:gd name="T10" fmla="*/ 1 w 175"/>
                <a:gd name="T11" fmla="*/ 5 h 807"/>
                <a:gd name="T12" fmla="*/ 1 w 175"/>
                <a:gd name="T13" fmla="*/ 4 h 807"/>
                <a:gd name="T14" fmla="*/ 1 w 175"/>
                <a:gd name="T15" fmla="*/ 4 h 807"/>
                <a:gd name="T16" fmla="*/ 1 w 175"/>
                <a:gd name="T17" fmla="*/ 3 h 807"/>
                <a:gd name="T18" fmla="*/ 1 w 175"/>
                <a:gd name="T19" fmla="*/ 3 h 807"/>
                <a:gd name="T20" fmla="*/ 1 w 175"/>
                <a:gd name="T21" fmla="*/ 3 h 807"/>
                <a:gd name="T22" fmla="*/ 1 w 175"/>
                <a:gd name="T23" fmla="*/ 2 h 807"/>
                <a:gd name="T24" fmla="*/ 1 w 175"/>
                <a:gd name="T25" fmla="*/ 2 h 807"/>
                <a:gd name="T26" fmla="*/ 1 w 175"/>
                <a:gd name="T27" fmla="*/ 2 h 807"/>
                <a:gd name="T28" fmla="*/ 1 w 175"/>
                <a:gd name="T29" fmla="*/ 1 h 807"/>
                <a:gd name="T30" fmla="*/ 1 w 175"/>
                <a:gd name="T31" fmla="*/ 1 h 807"/>
                <a:gd name="T32" fmla="*/ 1 w 175"/>
                <a:gd name="T33" fmla="*/ 1 h 807"/>
                <a:gd name="T34" fmla="*/ 1 w 175"/>
                <a:gd name="T35" fmla="*/ 0 h 807"/>
                <a:gd name="T36" fmla="*/ 1 w 175"/>
                <a:gd name="T37" fmla="*/ 0 h 807"/>
                <a:gd name="T38" fmla="*/ 1 w 175"/>
                <a:gd name="T39" fmla="*/ 0 h 807"/>
                <a:gd name="T40" fmla="*/ 0 w 175"/>
                <a:gd name="T41" fmla="*/ 1 h 807"/>
                <a:gd name="T42" fmla="*/ 0 w 175"/>
                <a:gd name="T43" fmla="*/ 1 h 807"/>
                <a:gd name="T44" fmla="*/ 0 w 175"/>
                <a:gd name="T45" fmla="*/ 1 h 807"/>
                <a:gd name="T46" fmla="*/ 0 w 175"/>
                <a:gd name="T47" fmla="*/ 2 h 807"/>
                <a:gd name="T48" fmla="*/ 0 w 175"/>
                <a:gd name="T49" fmla="*/ 2 h 807"/>
                <a:gd name="T50" fmla="*/ 0 w 175"/>
                <a:gd name="T51" fmla="*/ 3 h 807"/>
                <a:gd name="T52" fmla="*/ 0 w 175"/>
                <a:gd name="T53" fmla="*/ 3 h 807"/>
                <a:gd name="T54" fmla="*/ 0 w 175"/>
                <a:gd name="T55" fmla="*/ 3 h 807"/>
                <a:gd name="T56" fmla="*/ 0 w 175"/>
                <a:gd name="T57" fmla="*/ 4 h 807"/>
                <a:gd name="T58" fmla="*/ 0 w 175"/>
                <a:gd name="T59" fmla="*/ 4 h 807"/>
                <a:gd name="T60" fmla="*/ 0 w 175"/>
                <a:gd name="T61" fmla="*/ 5 h 807"/>
                <a:gd name="T62" fmla="*/ 0 w 175"/>
                <a:gd name="T63" fmla="*/ 5 h 807"/>
                <a:gd name="T64" fmla="*/ 0 w 175"/>
                <a:gd name="T65" fmla="*/ 5 h 807"/>
                <a:gd name="T66" fmla="*/ 1 w 175"/>
                <a:gd name="T67" fmla="*/ 6 h 807"/>
                <a:gd name="T68" fmla="*/ 1 w 175"/>
                <a:gd name="T69" fmla="*/ 6 h 807"/>
                <a:gd name="T70" fmla="*/ 1 w 175"/>
                <a:gd name="T71" fmla="*/ 6 h 807"/>
                <a:gd name="T72" fmla="*/ 1 w 175"/>
                <a:gd name="T73" fmla="*/ 6 h 807"/>
                <a:gd name="T74" fmla="*/ 1 w 175"/>
                <a:gd name="T75" fmla="*/ 6 h 807"/>
                <a:gd name="T76" fmla="*/ 1 w 175"/>
                <a:gd name="T77" fmla="*/ 6 h 807"/>
                <a:gd name="T78" fmla="*/ 1 w 175"/>
                <a:gd name="T79" fmla="*/ 6 h 807"/>
                <a:gd name="T80" fmla="*/ 1 w 175"/>
                <a:gd name="T81" fmla="*/ 6 h 807"/>
                <a:gd name="T82" fmla="*/ 1 w 175"/>
                <a:gd name="T83" fmla="*/ 6 h 807"/>
                <a:gd name="T84" fmla="*/ 1 w 175"/>
                <a:gd name="T85" fmla="*/ 6 h 807"/>
                <a:gd name="T86" fmla="*/ 1 w 175"/>
                <a:gd name="T87" fmla="*/ 6 h 807"/>
                <a:gd name="T88" fmla="*/ 1 w 175"/>
                <a:gd name="T89" fmla="*/ 6 h 807"/>
                <a:gd name="T90" fmla="*/ 1 w 175"/>
                <a:gd name="T91" fmla="*/ 6 h 80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175"/>
                <a:gd name="T139" fmla="*/ 0 h 807"/>
                <a:gd name="T140" fmla="*/ 175 w 175"/>
                <a:gd name="T141" fmla="*/ 807 h 80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175" h="807">
                  <a:moveTo>
                    <a:pt x="169" y="740"/>
                  </a:moveTo>
                  <a:lnTo>
                    <a:pt x="169" y="739"/>
                  </a:lnTo>
                  <a:lnTo>
                    <a:pt x="149" y="698"/>
                  </a:lnTo>
                  <a:lnTo>
                    <a:pt x="133" y="656"/>
                  </a:lnTo>
                  <a:lnTo>
                    <a:pt x="120" y="611"/>
                  </a:lnTo>
                  <a:lnTo>
                    <a:pt x="108" y="565"/>
                  </a:lnTo>
                  <a:lnTo>
                    <a:pt x="100" y="520"/>
                  </a:lnTo>
                  <a:lnTo>
                    <a:pt x="96" y="472"/>
                  </a:lnTo>
                  <a:lnTo>
                    <a:pt x="93" y="425"/>
                  </a:lnTo>
                  <a:lnTo>
                    <a:pt x="93" y="377"/>
                  </a:lnTo>
                  <a:lnTo>
                    <a:pt x="96" y="330"/>
                  </a:lnTo>
                  <a:lnTo>
                    <a:pt x="100" y="283"/>
                  </a:lnTo>
                  <a:lnTo>
                    <a:pt x="106" y="238"/>
                  </a:lnTo>
                  <a:lnTo>
                    <a:pt x="115" y="195"/>
                  </a:lnTo>
                  <a:lnTo>
                    <a:pt x="126" y="153"/>
                  </a:lnTo>
                  <a:lnTo>
                    <a:pt x="139" y="114"/>
                  </a:lnTo>
                  <a:lnTo>
                    <a:pt x="153" y="77"/>
                  </a:lnTo>
                  <a:lnTo>
                    <a:pt x="169" y="43"/>
                  </a:lnTo>
                  <a:lnTo>
                    <a:pt x="87" y="0"/>
                  </a:lnTo>
                  <a:lnTo>
                    <a:pt x="69" y="39"/>
                  </a:lnTo>
                  <a:lnTo>
                    <a:pt x="52" y="81"/>
                  </a:lnTo>
                  <a:lnTo>
                    <a:pt x="37" y="127"/>
                  </a:lnTo>
                  <a:lnTo>
                    <a:pt x="24" y="174"/>
                  </a:lnTo>
                  <a:lnTo>
                    <a:pt x="15" y="222"/>
                  </a:lnTo>
                  <a:lnTo>
                    <a:pt x="7" y="271"/>
                  </a:lnTo>
                  <a:lnTo>
                    <a:pt x="2" y="323"/>
                  </a:lnTo>
                  <a:lnTo>
                    <a:pt x="0" y="374"/>
                  </a:lnTo>
                  <a:lnTo>
                    <a:pt x="0" y="427"/>
                  </a:lnTo>
                  <a:lnTo>
                    <a:pt x="2" y="479"/>
                  </a:lnTo>
                  <a:lnTo>
                    <a:pt x="9" y="531"/>
                  </a:lnTo>
                  <a:lnTo>
                    <a:pt x="17" y="584"/>
                  </a:lnTo>
                  <a:lnTo>
                    <a:pt x="29" y="635"/>
                  </a:lnTo>
                  <a:lnTo>
                    <a:pt x="44" y="686"/>
                  </a:lnTo>
                  <a:lnTo>
                    <a:pt x="65" y="736"/>
                  </a:lnTo>
                  <a:lnTo>
                    <a:pt x="87" y="784"/>
                  </a:lnTo>
                  <a:lnTo>
                    <a:pt x="87" y="782"/>
                  </a:lnTo>
                  <a:lnTo>
                    <a:pt x="87" y="784"/>
                  </a:lnTo>
                  <a:lnTo>
                    <a:pt x="100" y="799"/>
                  </a:lnTo>
                  <a:lnTo>
                    <a:pt x="117" y="807"/>
                  </a:lnTo>
                  <a:lnTo>
                    <a:pt x="134" y="807"/>
                  </a:lnTo>
                  <a:lnTo>
                    <a:pt x="151" y="801"/>
                  </a:lnTo>
                  <a:lnTo>
                    <a:pt x="164" y="791"/>
                  </a:lnTo>
                  <a:lnTo>
                    <a:pt x="173" y="777"/>
                  </a:lnTo>
                  <a:lnTo>
                    <a:pt x="175" y="759"/>
                  </a:lnTo>
                  <a:lnTo>
                    <a:pt x="169" y="739"/>
                  </a:lnTo>
                  <a:lnTo>
                    <a:pt x="169" y="74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5845" name="Freeform 33"/>
            <p:cNvSpPr>
              <a:spLocks/>
            </p:cNvSpPr>
            <p:nvPr/>
          </p:nvSpPr>
          <p:spPr bwMode="auto">
            <a:xfrm>
              <a:off x="1299" y="1681"/>
              <a:ext cx="157" cy="281"/>
            </a:xfrm>
            <a:custGeom>
              <a:avLst/>
              <a:gdLst>
                <a:gd name="T0" fmla="*/ 6 w 787"/>
                <a:gd name="T1" fmla="*/ 11 h 1404"/>
                <a:gd name="T2" fmla="*/ 6 w 787"/>
                <a:gd name="T3" fmla="*/ 11 h 1404"/>
                <a:gd name="T4" fmla="*/ 1 w 787"/>
                <a:gd name="T5" fmla="*/ 0 h 1404"/>
                <a:gd name="T6" fmla="*/ 0 w 787"/>
                <a:gd name="T7" fmla="*/ 0 h 1404"/>
                <a:gd name="T8" fmla="*/ 6 w 787"/>
                <a:gd name="T9" fmla="*/ 11 h 1404"/>
                <a:gd name="T10" fmla="*/ 6 w 787"/>
                <a:gd name="T11" fmla="*/ 11 h 1404"/>
                <a:gd name="T12" fmla="*/ 6 w 787"/>
                <a:gd name="T13" fmla="*/ 11 h 1404"/>
                <a:gd name="T14" fmla="*/ 6 w 787"/>
                <a:gd name="T15" fmla="*/ 11 h 1404"/>
                <a:gd name="T16" fmla="*/ 6 w 787"/>
                <a:gd name="T17" fmla="*/ 11 h 1404"/>
                <a:gd name="T18" fmla="*/ 6 w 787"/>
                <a:gd name="T19" fmla="*/ 11 h 1404"/>
                <a:gd name="T20" fmla="*/ 6 w 787"/>
                <a:gd name="T21" fmla="*/ 11 h 1404"/>
                <a:gd name="T22" fmla="*/ 6 w 787"/>
                <a:gd name="T23" fmla="*/ 11 h 1404"/>
                <a:gd name="T24" fmla="*/ 6 w 787"/>
                <a:gd name="T25" fmla="*/ 11 h 1404"/>
                <a:gd name="T26" fmla="*/ 6 w 787"/>
                <a:gd name="T27" fmla="*/ 11 h 1404"/>
                <a:gd name="T28" fmla="*/ 6 w 787"/>
                <a:gd name="T29" fmla="*/ 11 h 1404"/>
                <a:gd name="T30" fmla="*/ 6 w 787"/>
                <a:gd name="T31" fmla="*/ 11 h 1404"/>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787"/>
                <a:gd name="T49" fmla="*/ 0 h 1404"/>
                <a:gd name="T50" fmla="*/ 787 w 787"/>
                <a:gd name="T51" fmla="*/ 1404 h 1404"/>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787" h="1404">
                  <a:moveTo>
                    <a:pt x="781" y="1334"/>
                  </a:moveTo>
                  <a:lnTo>
                    <a:pt x="781" y="1337"/>
                  </a:lnTo>
                  <a:lnTo>
                    <a:pt x="82" y="0"/>
                  </a:lnTo>
                  <a:lnTo>
                    <a:pt x="0" y="42"/>
                  </a:lnTo>
                  <a:lnTo>
                    <a:pt x="699" y="1379"/>
                  </a:lnTo>
                  <a:lnTo>
                    <a:pt x="699" y="1381"/>
                  </a:lnTo>
                  <a:lnTo>
                    <a:pt x="699" y="1379"/>
                  </a:lnTo>
                  <a:lnTo>
                    <a:pt x="712" y="1395"/>
                  </a:lnTo>
                  <a:lnTo>
                    <a:pt x="727" y="1402"/>
                  </a:lnTo>
                  <a:lnTo>
                    <a:pt x="744" y="1404"/>
                  </a:lnTo>
                  <a:lnTo>
                    <a:pt x="761" y="1398"/>
                  </a:lnTo>
                  <a:lnTo>
                    <a:pt x="775" y="1388"/>
                  </a:lnTo>
                  <a:lnTo>
                    <a:pt x="784" y="1373"/>
                  </a:lnTo>
                  <a:lnTo>
                    <a:pt x="787" y="1357"/>
                  </a:lnTo>
                  <a:lnTo>
                    <a:pt x="781" y="1337"/>
                  </a:lnTo>
                  <a:lnTo>
                    <a:pt x="781" y="13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5846" name="Freeform 34"/>
            <p:cNvSpPr>
              <a:spLocks/>
            </p:cNvSpPr>
            <p:nvPr/>
          </p:nvSpPr>
          <p:spPr bwMode="auto">
            <a:xfrm>
              <a:off x="1439" y="1948"/>
              <a:ext cx="125" cy="76"/>
            </a:xfrm>
            <a:custGeom>
              <a:avLst/>
              <a:gdLst>
                <a:gd name="T0" fmla="*/ 5 w 628"/>
                <a:gd name="T1" fmla="*/ 2 h 383"/>
                <a:gd name="T2" fmla="*/ 5 w 628"/>
                <a:gd name="T3" fmla="*/ 2 h 383"/>
                <a:gd name="T4" fmla="*/ 4 w 628"/>
                <a:gd name="T5" fmla="*/ 2 h 383"/>
                <a:gd name="T6" fmla="*/ 4 w 628"/>
                <a:gd name="T7" fmla="*/ 2 h 383"/>
                <a:gd name="T8" fmla="*/ 4 w 628"/>
                <a:gd name="T9" fmla="*/ 2 h 383"/>
                <a:gd name="T10" fmla="*/ 3 w 628"/>
                <a:gd name="T11" fmla="*/ 2 h 383"/>
                <a:gd name="T12" fmla="*/ 3 w 628"/>
                <a:gd name="T13" fmla="*/ 2 h 383"/>
                <a:gd name="T14" fmla="*/ 3 w 628"/>
                <a:gd name="T15" fmla="*/ 2 h 383"/>
                <a:gd name="T16" fmla="*/ 3 w 628"/>
                <a:gd name="T17" fmla="*/ 2 h 383"/>
                <a:gd name="T18" fmla="*/ 2 w 628"/>
                <a:gd name="T19" fmla="*/ 2 h 383"/>
                <a:gd name="T20" fmla="*/ 2 w 628"/>
                <a:gd name="T21" fmla="*/ 2 h 383"/>
                <a:gd name="T22" fmla="*/ 2 w 628"/>
                <a:gd name="T23" fmla="*/ 1 h 383"/>
                <a:gd name="T24" fmla="*/ 2 w 628"/>
                <a:gd name="T25" fmla="*/ 1 h 383"/>
                <a:gd name="T26" fmla="*/ 1 w 628"/>
                <a:gd name="T27" fmla="*/ 1 h 383"/>
                <a:gd name="T28" fmla="*/ 1 w 628"/>
                <a:gd name="T29" fmla="*/ 1 h 383"/>
                <a:gd name="T30" fmla="*/ 1 w 628"/>
                <a:gd name="T31" fmla="*/ 1 h 383"/>
                <a:gd name="T32" fmla="*/ 1 w 628"/>
                <a:gd name="T33" fmla="*/ 0 h 383"/>
                <a:gd name="T34" fmla="*/ 1 w 628"/>
                <a:gd name="T35" fmla="*/ 0 h 383"/>
                <a:gd name="T36" fmla="*/ 0 w 628"/>
                <a:gd name="T37" fmla="*/ 0 h 383"/>
                <a:gd name="T38" fmla="*/ 0 w 628"/>
                <a:gd name="T39" fmla="*/ 1 h 383"/>
                <a:gd name="T40" fmla="*/ 0 w 628"/>
                <a:gd name="T41" fmla="*/ 1 h 383"/>
                <a:gd name="T42" fmla="*/ 1 w 628"/>
                <a:gd name="T43" fmla="*/ 1 h 383"/>
                <a:gd name="T44" fmla="*/ 1 w 628"/>
                <a:gd name="T45" fmla="*/ 1 h 383"/>
                <a:gd name="T46" fmla="*/ 1 w 628"/>
                <a:gd name="T47" fmla="*/ 2 h 383"/>
                <a:gd name="T48" fmla="*/ 1 w 628"/>
                <a:gd name="T49" fmla="*/ 2 h 383"/>
                <a:gd name="T50" fmla="*/ 2 w 628"/>
                <a:gd name="T51" fmla="*/ 2 h 383"/>
                <a:gd name="T52" fmla="*/ 2 w 628"/>
                <a:gd name="T53" fmla="*/ 2 h 383"/>
                <a:gd name="T54" fmla="*/ 2 w 628"/>
                <a:gd name="T55" fmla="*/ 2 h 383"/>
                <a:gd name="T56" fmla="*/ 3 w 628"/>
                <a:gd name="T57" fmla="*/ 3 h 383"/>
                <a:gd name="T58" fmla="*/ 3 w 628"/>
                <a:gd name="T59" fmla="*/ 3 h 383"/>
                <a:gd name="T60" fmla="*/ 3 w 628"/>
                <a:gd name="T61" fmla="*/ 3 h 383"/>
                <a:gd name="T62" fmla="*/ 4 w 628"/>
                <a:gd name="T63" fmla="*/ 3 h 383"/>
                <a:gd name="T64" fmla="*/ 4 w 628"/>
                <a:gd name="T65" fmla="*/ 3 h 383"/>
                <a:gd name="T66" fmla="*/ 4 w 628"/>
                <a:gd name="T67" fmla="*/ 3 h 383"/>
                <a:gd name="T68" fmla="*/ 5 w 628"/>
                <a:gd name="T69" fmla="*/ 3 h 383"/>
                <a:gd name="T70" fmla="*/ 5 w 628"/>
                <a:gd name="T71" fmla="*/ 3 h 383"/>
                <a:gd name="T72" fmla="*/ 5 w 628"/>
                <a:gd name="T73" fmla="*/ 3 h 383"/>
                <a:gd name="T74" fmla="*/ 5 w 628"/>
                <a:gd name="T75" fmla="*/ 3 h 383"/>
                <a:gd name="T76" fmla="*/ 5 w 628"/>
                <a:gd name="T77" fmla="*/ 3 h 383"/>
                <a:gd name="T78" fmla="*/ 5 w 628"/>
                <a:gd name="T79" fmla="*/ 3 h 383"/>
                <a:gd name="T80" fmla="*/ 5 w 628"/>
                <a:gd name="T81" fmla="*/ 3 h 383"/>
                <a:gd name="T82" fmla="*/ 5 w 628"/>
                <a:gd name="T83" fmla="*/ 3 h 383"/>
                <a:gd name="T84" fmla="*/ 5 w 628"/>
                <a:gd name="T85" fmla="*/ 2 h 383"/>
                <a:gd name="T86" fmla="*/ 5 w 628"/>
                <a:gd name="T87" fmla="*/ 2 h 383"/>
                <a:gd name="T88" fmla="*/ 5 w 628"/>
                <a:gd name="T89" fmla="*/ 2 h 383"/>
                <a:gd name="T90" fmla="*/ 5 w 628"/>
                <a:gd name="T91" fmla="*/ 2 h 38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628"/>
                <a:gd name="T139" fmla="*/ 0 h 383"/>
                <a:gd name="T140" fmla="*/ 628 w 628"/>
                <a:gd name="T141" fmla="*/ 383 h 38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628" h="383">
                  <a:moveTo>
                    <a:pt x="581" y="289"/>
                  </a:moveTo>
                  <a:lnTo>
                    <a:pt x="582" y="289"/>
                  </a:lnTo>
                  <a:lnTo>
                    <a:pt x="541" y="287"/>
                  </a:lnTo>
                  <a:lnTo>
                    <a:pt x="500" y="283"/>
                  </a:lnTo>
                  <a:lnTo>
                    <a:pt x="462" y="276"/>
                  </a:lnTo>
                  <a:lnTo>
                    <a:pt x="424" y="268"/>
                  </a:lnTo>
                  <a:lnTo>
                    <a:pt x="389" y="255"/>
                  </a:lnTo>
                  <a:lnTo>
                    <a:pt x="352" y="242"/>
                  </a:lnTo>
                  <a:lnTo>
                    <a:pt x="320" y="227"/>
                  </a:lnTo>
                  <a:lnTo>
                    <a:pt x="287" y="209"/>
                  </a:lnTo>
                  <a:lnTo>
                    <a:pt x="255" y="189"/>
                  </a:lnTo>
                  <a:lnTo>
                    <a:pt x="226" y="168"/>
                  </a:lnTo>
                  <a:lnTo>
                    <a:pt x="198" y="145"/>
                  </a:lnTo>
                  <a:lnTo>
                    <a:pt x="172" y="119"/>
                  </a:lnTo>
                  <a:lnTo>
                    <a:pt x="146" y="92"/>
                  </a:lnTo>
                  <a:lnTo>
                    <a:pt x="122" y="64"/>
                  </a:lnTo>
                  <a:lnTo>
                    <a:pt x="100" y="33"/>
                  </a:lnTo>
                  <a:lnTo>
                    <a:pt x="82" y="0"/>
                  </a:lnTo>
                  <a:lnTo>
                    <a:pt x="0" y="47"/>
                  </a:lnTo>
                  <a:lnTo>
                    <a:pt x="23" y="85"/>
                  </a:lnTo>
                  <a:lnTo>
                    <a:pt x="49" y="120"/>
                  </a:lnTo>
                  <a:lnTo>
                    <a:pt x="76" y="153"/>
                  </a:lnTo>
                  <a:lnTo>
                    <a:pt x="104" y="185"/>
                  </a:lnTo>
                  <a:lnTo>
                    <a:pt x="137" y="215"/>
                  </a:lnTo>
                  <a:lnTo>
                    <a:pt x="170" y="241"/>
                  </a:lnTo>
                  <a:lnTo>
                    <a:pt x="204" y="267"/>
                  </a:lnTo>
                  <a:lnTo>
                    <a:pt x="240" y="289"/>
                  </a:lnTo>
                  <a:lnTo>
                    <a:pt x="277" y="309"/>
                  </a:lnTo>
                  <a:lnTo>
                    <a:pt x="317" y="329"/>
                  </a:lnTo>
                  <a:lnTo>
                    <a:pt x="358" y="344"/>
                  </a:lnTo>
                  <a:lnTo>
                    <a:pt x="400" y="357"/>
                  </a:lnTo>
                  <a:lnTo>
                    <a:pt x="444" y="367"/>
                  </a:lnTo>
                  <a:lnTo>
                    <a:pt x="488" y="374"/>
                  </a:lnTo>
                  <a:lnTo>
                    <a:pt x="534" y="380"/>
                  </a:lnTo>
                  <a:lnTo>
                    <a:pt x="580" y="383"/>
                  </a:lnTo>
                  <a:lnTo>
                    <a:pt x="581" y="383"/>
                  </a:lnTo>
                  <a:lnTo>
                    <a:pt x="580" y="383"/>
                  </a:lnTo>
                  <a:lnTo>
                    <a:pt x="600" y="379"/>
                  </a:lnTo>
                  <a:lnTo>
                    <a:pt x="615" y="369"/>
                  </a:lnTo>
                  <a:lnTo>
                    <a:pt x="624" y="353"/>
                  </a:lnTo>
                  <a:lnTo>
                    <a:pt x="628" y="337"/>
                  </a:lnTo>
                  <a:lnTo>
                    <a:pt x="625" y="319"/>
                  </a:lnTo>
                  <a:lnTo>
                    <a:pt x="617" y="304"/>
                  </a:lnTo>
                  <a:lnTo>
                    <a:pt x="602" y="294"/>
                  </a:lnTo>
                  <a:lnTo>
                    <a:pt x="582" y="289"/>
                  </a:lnTo>
                  <a:lnTo>
                    <a:pt x="581" y="28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5847" name="Freeform 35"/>
            <p:cNvSpPr>
              <a:spLocks/>
            </p:cNvSpPr>
            <p:nvPr/>
          </p:nvSpPr>
          <p:spPr bwMode="auto">
            <a:xfrm>
              <a:off x="1587" y="1880"/>
              <a:ext cx="85" cy="49"/>
            </a:xfrm>
            <a:custGeom>
              <a:avLst/>
              <a:gdLst>
                <a:gd name="T0" fmla="*/ 3 w 426"/>
                <a:gd name="T1" fmla="*/ 0 h 245"/>
                <a:gd name="T2" fmla="*/ 3 w 426"/>
                <a:gd name="T3" fmla="*/ 0 h 245"/>
                <a:gd name="T4" fmla="*/ 3 w 426"/>
                <a:gd name="T5" fmla="*/ 0 h 245"/>
                <a:gd name="T6" fmla="*/ 3 w 426"/>
                <a:gd name="T7" fmla="*/ 0 h 245"/>
                <a:gd name="T8" fmla="*/ 2 w 426"/>
                <a:gd name="T9" fmla="*/ 0 h 245"/>
                <a:gd name="T10" fmla="*/ 2 w 426"/>
                <a:gd name="T11" fmla="*/ 0 h 245"/>
                <a:gd name="T12" fmla="*/ 2 w 426"/>
                <a:gd name="T13" fmla="*/ 0 h 245"/>
                <a:gd name="T14" fmla="*/ 2 w 426"/>
                <a:gd name="T15" fmla="*/ 0 h 245"/>
                <a:gd name="T16" fmla="*/ 1 w 426"/>
                <a:gd name="T17" fmla="*/ 0 h 245"/>
                <a:gd name="T18" fmla="*/ 1 w 426"/>
                <a:gd name="T19" fmla="*/ 1 h 245"/>
                <a:gd name="T20" fmla="*/ 1 w 426"/>
                <a:gd name="T21" fmla="*/ 1 h 245"/>
                <a:gd name="T22" fmla="*/ 1 w 426"/>
                <a:gd name="T23" fmla="*/ 1 h 245"/>
                <a:gd name="T24" fmla="*/ 0 w 426"/>
                <a:gd name="T25" fmla="*/ 1 h 245"/>
                <a:gd name="T26" fmla="*/ 0 w 426"/>
                <a:gd name="T27" fmla="*/ 1 h 245"/>
                <a:gd name="T28" fmla="*/ 0 w 426"/>
                <a:gd name="T29" fmla="*/ 1 h 245"/>
                <a:gd name="T30" fmla="*/ 0 w 426"/>
                <a:gd name="T31" fmla="*/ 2 h 245"/>
                <a:gd name="T32" fmla="*/ 0 w 426"/>
                <a:gd name="T33" fmla="*/ 2 h 245"/>
                <a:gd name="T34" fmla="*/ 0 w 426"/>
                <a:gd name="T35" fmla="*/ 2 h 245"/>
                <a:gd name="T36" fmla="*/ 0 w 426"/>
                <a:gd name="T37" fmla="*/ 2 h 245"/>
                <a:gd name="T38" fmla="*/ 0 w 426"/>
                <a:gd name="T39" fmla="*/ 2 h 245"/>
                <a:gd name="T40" fmla="*/ 0 w 426"/>
                <a:gd name="T41" fmla="*/ 2 h 245"/>
                <a:gd name="T42" fmla="*/ 0 w 426"/>
                <a:gd name="T43" fmla="*/ 1 h 245"/>
                <a:gd name="T44" fmla="*/ 0 w 426"/>
                <a:gd name="T45" fmla="*/ 1 h 245"/>
                <a:gd name="T46" fmla="*/ 0 w 426"/>
                <a:gd name="T47" fmla="*/ 1 h 245"/>
                <a:gd name="T48" fmla="*/ 1 w 426"/>
                <a:gd name="T49" fmla="*/ 1 h 245"/>
                <a:gd name="T50" fmla="*/ 1 w 426"/>
                <a:gd name="T51" fmla="*/ 1 h 245"/>
                <a:gd name="T52" fmla="*/ 1 w 426"/>
                <a:gd name="T53" fmla="*/ 1 h 245"/>
                <a:gd name="T54" fmla="*/ 1 w 426"/>
                <a:gd name="T55" fmla="*/ 1 h 245"/>
                <a:gd name="T56" fmla="*/ 2 w 426"/>
                <a:gd name="T57" fmla="*/ 0 h 245"/>
                <a:gd name="T58" fmla="*/ 2 w 426"/>
                <a:gd name="T59" fmla="*/ 0 h 245"/>
                <a:gd name="T60" fmla="*/ 2 w 426"/>
                <a:gd name="T61" fmla="*/ 0 h 245"/>
                <a:gd name="T62" fmla="*/ 2 w 426"/>
                <a:gd name="T63" fmla="*/ 0 h 245"/>
                <a:gd name="T64" fmla="*/ 3 w 426"/>
                <a:gd name="T65" fmla="*/ 0 h 245"/>
                <a:gd name="T66" fmla="*/ 3 w 426"/>
                <a:gd name="T67" fmla="*/ 0 h 245"/>
                <a:gd name="T68" fmla="*/ 3 w 426"/>
                <a:gd name="T69" fmla="*/ 0 h 245"/>
                <a:gd name="T70" fmla="*/ 3 w 426"/>
                <a:gd name="T71" fmla="*/ 0 h 245"/>
                <a:gd name="T72" fmla="*/ 3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426" y="0"/>
                  </a:moveTo>
                  <a:lnTo>
                    <a:pt x="426" y="0"/>
                  </a:lnTo>
                  <a:lnTo>
                    <a:pt x="384" y="1"/>
                  </a:lnTo>
                  <a:lnTo>
                    <a:pt x="340" y="4"/>
                  </a:lnTo>
                  <a:lnTo>
                    <a:pt x="300" y="10"/>
                  </a:lnTo>
                  <a:lnTo>
                    <a:pt x="262" y="18"/>
                  </a:lnTo>
                  <a:lnTo>
                    <a:pt x="224" y="29"/>
                  </a:lnTo>
                  <a:lnTo>
                    <a:pt x="189" y="41"/>
                  </a:lnTo>
                  <a:lnTo>
                    <a:pt x="157" y="55"/>
                  </a:lnTo>
                  <a:lnTo>
                    <a:pt x="126" y="70"/>
                  </a:lnTo>
                  <a:lnTo>
                    <a:pt x="99" y="89"/>
                  </a:lnTo>
                  <a:lnTo>
                    <a:pt x="74" y="106"/>
                  </a:lnTo>
                  <a:lnTo>
                    <a:pt x="52" y="126"/>
                  </a:lnTo>
                  <a:lnTo>
                    <a:pt x="34" y="148"/>
                  </a:lnTo>
                  <a:lnTo>
                    <a:pt x="19" y="171"/>
                  </a:lnTo>
                  <a:lnTo>
                    <a:pt x="9" y="194"/>
                  </a:lnTo>
                  <a:lnTo>
                    <a:pt x="3" y="219"/>
                  </a:lnTo>
                  <a:lnTo>
                    <a:pt x="0" y="245"/>
                  </a:lnTo>
                  <a:lnTo>
                    <a:pt x="12" y="245"/>
                  </a:lnTo>
                  <a:lnTo>
                    <a:pt x="15" y="221"/>
                  </a:lnTo>
                  <a:lnTo>
                    <a:pt x="20" y="199"/>
                  </a:lnTo>
                  <a:lnTo>
                    <a:pt x="31" y="178"/>
                  </a:lnTo>
                  <a:lnTo>
                    <a:pt x="44" y="156"/>
                  </a:lnTo>
                  <a:lnTo>
                    <a:pt x="61" y="136"/>
                  </a:lnTo>
                  <a:lnTo>
                    <a:pt x="81" y="116"/>
                  </a:lnTo>
                  <a:lnTo>
                    <a:pt x="106" y="98"/>
                  </a:lnTo>
                  <a:lnTo>
                    <a:pt x="133" y="82"/>
                  </a:lnTo>
                  <a:lnTo>
                    <a:pt x="162" y="66"/>
                  </a:lnTo>
                  <a:lnTo>
                    <a:pt x="194" y="52"/>
                  </a:lnTo>
                  <a:lnTo>
                    <a:pt x="229" y="41"/>
                  </a:lnTo>
                  <a:lnTo>
                    <a:pt x="264" y="30"/>
                  </a:lnTo>
                  <a:lnTo>
                    <a:pt x="303" y="22"/>
                  </a:lnTo>
                  <a:lnTo>
                    <a:pt x="343" y="16"/>
                  </a:lnTo>
                  <a:lnTo>
                    <a:pt x="384" y="12"/>
                  </a:lnTo>
                  <a:lnTo>
                    <a:pt x="426" y="11"/>
                  </a:lnTo>
                  <a:lnTo>
                    <a:pt x="42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5848" name="Freeform 36"/>
            <p:cNvSpPr>
              <a:spLocks/>
            </p:cNvSpPr>
            <p:nvPr/>
          </p:nvSpPr>
          <p:spPr bwMode="auto">
            <a:xfrm>
              <a:off x="1587" y="1929"/>
              <a:ext cx="85" cy="49"/>
            </a:xfrm>
            <a:custGeom>
              <a:avLst/>
              <a:gdLst>
                <a:gd name="T0" fmla="*/ 0 w 426"/>
                <a:gd name="T1" fmla="*/ 0 h 245"/>
                <a:gd name="T2" fmla="*/ 0 w 426"/>
                <a:gd name="T3" fmla="*/ 0 h 245"/>
                <a:gd name="T4" fmla="*/ 0 w 426"/>
                <a:gd name="T5" fmla="*/ 0 h 245"/>
                <a:gd name="T6" fmla="*/ 0 w 426"/>
                <a:gd name="T7" fmla="*/ 0 h 245"/>
                <a:gd name="T8" fmla="*/ 0 w 426"/>
                <a:gd name="T9" fmla="*/ 1 h 245"/>
                <a:gd name="T10" fmla="*/ 0 w 426"/>
                <a:gd name="T11" fmla="*/ 1 h 245"/>
                <a:gd name="T12" fmla="*/ 0 w 426"/>
                <a:gd name="T13" fmla="*/ 1 h 245"/>
                <a:gd name="T14" fmla="*/ 1 w 426"/>
                <a:gd name="T15" fmla="*/ 1 h 245"/>
                <a:gd name="T16" fmla="*/ 1 w 426"/>
                <a:gd name="T17" fmla="*/ 1 h 245"/>
                <a:gd name="T18" fmla="*/ 1 w 426"/>
                <a:gd name="T19" fmla="*/ 1 h 245"/>
                <a:gd name="T20" fmla="*/ 1 w 426"/>
                <a:gd name="T21" fmla="*/ 2 h 245"/>
                <a:gd name="T22" fmla="*/ 2 w 426"/>
                <a:gd name="T23" fmla="*/ 2 h 245"/>
                <a:gd name="T24" fmla="*/ 2 w 426"/>
                <a:gd name="T25" fmla="*/ 2 h 245"/>
                <a:gd name="T26" fmla="*/ 2 w 426"/>
                <a:gd name="T27" fmla="*/ 2 h 245"/>
                <a:gd name="T28" fmla="*/ 2 w 426"/>
                <a:gd name="T29" fmla="*/ 2 h 245"/>
                <a:gd name="T30" fmla="*/ 3 w 426"/>
                <a:gd name="T31" fmla="*/ 2 h 245"/>
                <a:gd name="T32" fmla="*/ 3 w 426"/>
                <a:gd name="T33" fmla="*/ 2 h 245"/>
                <a:gd name="T34" fmla="*/ 3 w 426"/>
                <a:gd name="T35" fmla="*/ 2 h 245"/>
                <a:gd name="T36" fmla="*/ 3 w 426"/>
                <a:gd name="T37" fmla="*/ 2 h 245"/>
                <a:gd name="T38" fmla="*/ 3 w 426"/>
                <a:gd name="T39" fmla="*/ 2 h 245"/>
                <a:gd name="T40" fmla="*/ 3 w 426"/>
                <a:gd name="T41" fmla="*/ 2 h 245"/>
                <a:gd name="T42" fmla="*/ 2 w 426"/>
                <a:gd name="T43" fmla="*/ 2 h 245"/>
                <a:gd name="T44" fmla="*/ 2 w 426"/>
                <a:gd name="T45" fmla="*/ 2 h 245"/>
                <a:gd name="T46" fmla="*/ 2 w 426"/>
                <a:gd name="T47" fmla="*/ 2 h 245"/>
                <a:gd name="T48" fmla="*/ 2 w 426"/>
                <a:gd name="T49" fmla="*/ 2 h 245"/>
                <a:gd name="T50" fmla="*/ 1 w 426"/>
                <a:gd name="T51" fmla="*/ 1 h 245"/>
                <a:gd name="T52" fmla="*/ 1 w 426"/>
                <a:gd name="T53" fmla="*/ 1 h 245"/>
                <a:gd name="T54" fmla="*/ 1 w 426"/>
                <a:gd name="T55" fmla="*/ 1 h 245"/>
                <a:gd name="T56" fmla="*/ 1 w 426"/>
                <a:gd name="T57" fmla="*/ 1 h 245"/>
                <a:gd name="T58" fmla="*/ 0 w 426"/>
                <a:gd name="T59" fmla="*/ 1 h 245"/>
                <a:gd name="T60" fmla="*/ 0 w 426"/>
                <a:gd name="T61" fmla="*/ 1 h 245"/>
                <a:gd name="T62" fmla="*/ 0 w 426"/>
                <a:gd name="T63" fmla="*/ 1 h 245"/>
                <a:gd name="T64" fmla="*/ 0 w 426"/>
                <a:gd name="T65" fmla="*/ 0 h 245"/>
                <a:gd name="T66" fmla="*/ 0 w 426"/>
                <a:gd name="T67" fmla="*/ 0 h 245"/>
                <a:gd name="T68" fmla="*/ 0 w 426"/>
                <a:gd name="T69" fmla="*/ 0 h 245"/>
                <a:gd name="T70" fmla="*/ 0 w 426"/>
                <a:gd name="T71" fmla="*/ 0 h 245"/>
                <a:gd name="T72" fmla="*/ 0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0" y="0"/>
                  </a:moveTo>
                  <a:lnTo>
                    <a:pt x="0" y="0"/>
                  </a:lnTo>
                  <a:lnTo>
                    <a:pt x="3" y="25"/>
                  </a:lnTo>
                  <a:lnTo>
                    <a:pt x="9" y="50"/>
                  </a:lnTo>
                  <a:lnTo>
                    <a:pt x="19" y="73"/>
                  </a:lnTo>
                  <a:lnTo>
                    <a:pt x="34" y="96"/>
                  </a:lnTo>
                  <a:lnTo>
                    <a:pt x="52" y="118"/>
                  </a:lnTo>
                  <a:lnTo>
                    <a:pt x="74" y="138"/>
                  </a:lnTo>
                  <a:lnTo>
                    <a:pt x="99" y="156"/>
                  </a:lnTo>
                  <a:lnTo>
                    <a:pt x="126" y="174"/>
                  </a:lnTo>
                  <a:lnTo>
                    <a:pt x="157" y="190"/>
                  </a:lnTo>
                  <a:lnTo>
                    <a:pt x="189" y="204"/>
                  </a:lnTo>
                  <a:lnTo>
                    <a:pt x="224" y="215"/>
                  </a:lnTo>
                  <a:lnTo>
                    <a:pt x="262" y="226"/>
                  </a:lnTo>
                  <a:lnTo>
                    <a:pt x="300" y="234"/>
                  </a:lnTo>
                  <a:lnTo>
                    <a:pt x="340" y="240"/>
                  </a:lnTo>
                  <a:lnTo>
                    <a:pt x="384" y="244"/>
                  </a:lnTo>
                  <a:lnTo>
                    <a:pt x="426" y="245"/>
                  </a:lnTo>
                  <a:lnTo>
                    <a:pt x="426" y="233"/>
                  </a:lnTo>
                  <a:lnTo>
                    <a:pt x="384" y="232"/>
                  </a:lnTo>
                  <a:lnTo>
                    <a:pt x="343" y="228"/>
                  </a:lnTo>
                  <a:lnTo>
                    <a:pt x="303" y="222"/>
                  </a:lnTo>
                  <a:lnTo>
                    <a:pt x="264" y="214"/>
                  </a:lnTo>
                  <a:lnTo>
                    <a:pt x="229" y="204"/>
                  </a:lnTo>
                  <a:lnTo>
                    <a:pt x="194" y="192"/>
                  </a:lnTo>
                  <a:lnTo>
                    <a:pt x="162" y="178"/>
                  </a:lnTo>
                  <a:lnTo>
                    <a:pt x="133" y="163"/>
                  </a:lnTo>
                  <a:lnTo>
                    <a:pt x="106" y="146"/>
                  </a:lnTo>
                  <a:lnTo>
                    <a:pt x="81" y="129"/>
                  </a:lnTo>
                  <a:lnTo>
                    <a:pt x="61" y="109"/>
                  </a:lnTo>
                  <a:lnTo>
                    <a:pt x="44" y="89"/>
                  </a:lnTo>
                  <a:lnTo>
                    <a:pt x="31" y="66"/>
                  </a:lnTo>
                  <a:lnTo>
                    <a:pt x="20" y="45"/>
                  </a:lnTo>
                  <a:lnTo>
                    <a:pt x="15" y="2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5849" name="Freeform 37"/>
            <p:cNvSpPr>
              <a:spLocks/>
            </p:cNvSpPr>
            <p:nvPr/>
          </p:nvSpPr>
          <p:spPr bwMode="auto">
            <a:xfrm>
              <a:off x="878" y="1448"/>
              <a:ext cx="792" cy="954"/>
            </a:xfrm>
            <a:custGeom>
              <a:avLst/>
              <a:gdLst>
                <a:gd name="T0" fmla="*/ 13 w 3960"/>
                <a:gd name="T1" fmla="*/ 38 h 4768"/>
                <a:gd name="T2" fmla="*/ 14 w 3960"/>
                <a:gd name="T3" fmla="*/ 38 h 4768"/>
                <a:gd name="T4" fmla="*/ 15 w 3960"/>
                <a:gd name="T5" fmla="*/ 38 h 4768"/>
                <a:gd name="T6" fmla="*/ 15 w 3960"/>
                <a:gd name="T7" fmla="*/ 38 h 4768"/>
                <a:gd name="T8" fmla="*/ 16 w 3960"/>
                <a:gd name="T9" fmla="*/ 38 h 4768"/>
                <a:gd name="T10" fmla="*/ 17 w 3960"/>
                <a:gd name="T11" fmla="*/ 38 h 4768"/>
                <a:gd name="T12" fmla="*/ 17 w 3960"/>
                <a:gd name="T13" fmla="*/ 38 h 4768"/>
                <a:gd name="T14" fmla="*/ 18 w 3960"/>
                <a:gd name="T15" fmla="*/ 38 h 4768"/>
                <a:gd name="T16" fmla="*/ 18 w 3960"/>
                <a:gd name="T17" fmla="*/ 38 h 4768"/>
                <a:gd name="T18" fmla="*/ 29 w 3960"/>
                <a:gd name="T19" fmla="*/ 30 h 4768"/>
                <a:gd name="T20" fmla="*/ 30 w 3960"/>
                <a:gd name="T21" fmla="*/ 30 h 4768"/>
                <a:gd name="T22" fmla="*/ 30 w 3960"/>
                <a:gd name="T23" fmla="*/ 29 h 4768"/>
                <a:gd name="T24" fmla="*/ 31 w 3960"/>
                <a:gd name="T25" fmla="*/ 28 h 4768"/>
                <a:gd name="T26" fmla="*/ 31 w 3960"/>
                <a:gd name="T27" fmla="*/ 28 h 4768"/>
                <a:gd name="T28" fmla="*/ 31 w 3960"/>
                <a:gd name="T29" fmla="*/ 27 h 4768"/>
                <a:gd name="T30" fmla="*/ 32 w 3960"/>
                <a:gd name="T31" fmla="*/ 26 h 4768"/>
                <a:gd name="T32" fmla="*/ 32 w 3960"/>
                <a:gd name="T33" fmla="*/ 25 h 4768"/>
                <a:gd name="T34" fmla="*/ 32 w 3960"/>
                <a:gd name="T35" fmla="*/ 11 h 4768"/>
                <a:gd name="T36" fmla="*/ 32 w 3960"/>
                <a:gd name="T37" fmla="*/ 10 h 4768"/>
                <a:gd name="T38" fmla="*/ 31 w 3960"/>
                <a:gd name="T39" fmla="*/ 9 h 4768"/>
                <a:gd name="T40" fmla="*/ 31 w 3960"/>
                <a:gd name="T41" fmla="*/ 9 h 4768"/>
                <a:gd name="T42" fmla="*/ 31 w 3960"/>
                <a:gd name="T43" fmla="*/ 8 h 4768"/>
                <a:gd name="T44" fmla="*/ 31 w 3960"/>
                <a:gd name="T45" fmla="*/ 8 h 4768"/>
                <a:gd name="T46" fmla="*/ 30 w 3960"/>
                <a:gd name="T47" fmla="*/ 7 h 4768"/>
                <a:gd name="T48" fmla="*/ 30 w 3960"/>
                <a:gd name="T49" fmla="*/ 7 h 4768"/>
                <a:gd name="T50" fmla="*/ 29 w 3960"/>
                <a:gd name="T51" fmla="*/ 6 h 4768"/>
                <a:gd name="T52" fmla="*/ 19 w 3960"/>
                <a:gd name="T53" fmla="*/ 1 h 4768"/>
                <a:gd name="T54" fmla="*/ 18 w 3960"/>
                <a:gd name="T55" fmla="*/ 0 h 4768"/>
                <a:gd name="T56" fmla="*/ 17 w 3960"/>
                <a:gd name="T57" fmla="*/ 0 h 4768"/>
                <a:gd name="T58" fmla="*/ 17 w 3960"/>
                <a:gd name="T59" fmla="*/ 0 h 4768"/>
                <a:gd name="T60" fmla="*/ 16 w 3960"/>
                <a:gd name="T61" fmla="*/ 0 h 4768"/>
                <a:gd name="T62" fmla="*/ 15 w 3960"/>
                <a:gd name="T63" fmla="*/ 0 h 4768"/>
                <a:gd name="T64" fmla="*/ 14 w 3960"/>
                <a:gd name="T65" fmla="*/ 0 h 4768"/>
                <a:gd name="T66" fmla="*/ 14 w 3960"/>
                <a:gd name="T67" fmla="*/ 0 h 4768"/>
                <a:gd name="T68" fmla="*/ 2 w 3960"/>
                <a:gd name="T69" fmla="*/ 6 h 4768"/>
                <a:gd name="T70" fmla="*/ 2 w 3960"/>
                <a:gd name="T71" fmla="*/ 7 h 4768"/>
                <a:gd name="T72" fmla="*/ 1 w 3960"/>
                <a:gd name="T73" fmla="*/ 7 h 4768"/>
                <a:gd name="T74" fmla="*/ 1 w 3960"/>
                <a:gd name="T75" fmla="*/ 8 h 4768"/>
                <a:gd name="T76" fmla="*/ 1 w 3960"/>
                <a:gd name="T77" fmla="*/ 8 h 4768"/>
                <a:gd name="T78" fmla="*/ 0 w 3960"/>
                <a:gd name="T79" fmla="*/ 9 h 4768"/>
                <a:gd name="T80" fmla="*/ 0 w 3960"/>
                <a:gd name="T81" fmla="*/ 9 h 4768"/>
                <a:gd name="T82" fmla="*/ 0 w 3960"/>
                <a:gd name="T83" fmla="*/ 10 h 4768"/>
                <a:gd name="T84" fmla="*/ 0 w 3960"/>
                <a:gd name="T85" fmla="*/ 11 h 4768"/>
                <a:gd name="T86" fmla="*/ 0 w 3960"/>
                <a:gd name="T87" fmla="*/ 25 h 4768"/>
                <a:gd name="T88" fmla="*/ 0 w 3960"/>
                <a:gd name="T89" fmla="*/ 26 h 4768"/>
                <a:gd name="T90" fmla="*/ 0 w 3960"/>
                <a:gd name="T91" fmla="*/ 27 h 4768"/>
                <a:gd name="T92" fmla="*/ 1 w 3960"/>
                <a:gd name="T93" fmla="*/ 28 h 4768"/>
                <a:gd name="T94" fmla="*/ 1 w 3960"/>
                <a:gd name="T95" fmla="*/ 29 h 4768"/>
                <a:gd name="T96" fmla="*/ 1 w 3960"/>
                <a:gd name="T97" fmla="*/ 29 h 4768"/>
                <a:gd name="T98" fmla="*/ 2 w 3960"/>
                <a:gd name="T99" fmla="*/ 30 h 4768"/>
                <a:gd name="T100" fmla="*/ 3 w 3960"/>
                <a:gd name="T101" fmla="*/ 31 h 4768"/>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w 3960"/>
                <a:gd name="T154" fmla="*/ 0 h 4768"/>
                <a:gd name="T155" fmla="*/ 3960 w 3960"/>
                <a:gd name="T156" fmla="*/ 4768 h 4768"/>
              </a:gdLst>
              <a:ahLst/>
              <a:cxnLst>
                <a:cxn ang="T102">
                  <a:pos x="T0" y="T1"/>
                </a:cxn>
                <a:cxn ang="T103">
                  <a:pos x="T2" y="T3"/>
                </a:cxn>
                <a:cxn ang="T104">
                  <a:pos x="T4" y="T5"/>
                </a:cxn>
                <a:cxn ang="T105">
                  <a:pos x="T6" y="T7"/>
                </a:cxn>
                <a:cxn ang="T106">
                  <a:pos x="T8" y="T9"/>
                </a:cxn>
                <a:cxn ang="T107">
                  <a:pos x="T10" y="T11"/>
                </a:cxn>
                <a:cxn ang="T108">
                  <a:pos x="T12" y="T13"/>
                </a:cxn>
                <a:cxn ang="T109">
                  <a:pos x="T14" y="T15"/>
                </a:cxn>
                <a:cxn ang="T110">
                  <a:pos x="T16" y="T17"/>
                </a:cxn>
                <a:cxn ang="T111">
                  <a:pos x="T18" y="T19"/>
                </a:cxn>
                <a:cxn ang="T112">
                  <a:pos x="T20" y="T21"/>
                </a:cxn>
                <a:cxn ang="T113">
                  <a:pos x="T22" y="T23"/>
                </a:cxn>
                <a:cxn ang="T114">
                  <a:pos x="T24" y="T25"/>
                </a:cxn>
                <a:cxn ang="T115">
                  <a:pos x="T26" y="T27"/>
                </a:cxn>
                <a:cxn ang="T116">
                  <a:pos x="T28" y="T29"/>
                </a:cxn>
                <a:cxn ang="T117">
                  <a:pos x="T30" y="T31"/>
                </a:cxn>
                <a:cxn ang="T118">
                  <a:pos x="T32" y="T33"/>
                </a:cxn>
                <a:cxn ang="T119">
                  <a:pos x="T34" y="T35"/>
                </a:cxn>
                <a:cxn ang="T120">
                  <a:pos x="T36" y="T37"/>
                </a:cxn>
                <a:cxn ang="T121">
                  <a:pos x="T38" y="T39"/>
                </a:cxn>
                <a:cxn ang="T122">
                  <a:pos x="T40" y="T41"/>
                </a:cxn>
                <a:cxn ang="T123">
                  <a:pos x="T42" y="T43"/>
                </a:cxn>
                <a:cxn ang="T124">
                  <a:pos x="T44" y="T45"/>
                </a:cxn>
                <a:cxn ang="T125">
                  <a:pos x="T46" y="T47"/>
                </a:cxn>
                <a:cxn ang="T126">
                  <a:pos x="T48" y="T49"/>
                </a:cxn>
                <a:cxn ang="T127">
                  <a:pos x="T50" y="T51"/>
                </a:cxn>
                <a:cxn ang="T128">
                  <a:pos x="T52" y="T53"/>
                </a:cxn>
                <a:cxn ang="T129">
                  <a:pos x="T54" y="T55"/>
                </a:cxn>
                <a:cxn ang="T130">
                  <a:pos x="T56" y="T57"/>
                </a:cxn>
                <a:cxn ang="T131">
                  <a:pos x="T58" y="T59"/>
                </a:cxn>
                <a:cxn ang="T132">
                  <a:pos x="T60" y="T61"/>
                </a:cxn>
                <a:cxn ang="T133">
                  <a:pos x="T62" y="T63"/>
                </a:cxn>
                <a:cxn ang="T134">
                  <a:pos x="T64" y="T65"/>
                </a:cxn>
                <a:cxn ang="T135">
                  <a:pos x="T66" y="T67"/>
                </a:cxn>
                <a:cxn ang="T136">
                  <a:pos x="T68" y="T69"/>
                </a:cxn>
                <a:cxn ang="T137">
                  <a:pos x="T70" y="T71"/>
                </a:cxn>
                <a:cxn ang="T138">
                  <a:pos x="T72" y="T73"/>
                </a:cxn>
                <a:cxn ang="T139">
                  <a:pos x="T74" y="T75"/>
                </a:cxn>
                <a:cxn ang="T140">
                  <a:pos x="T76" y="T77"/>
                </a:cxn>
                <a:cxn ang="T141">
                  <a:pos x="T78" y="T79"/>
                </a:cxn>
                <a:cxn ang="T142">
                  <a:pos x="T80" y="T81"/>
                </a:cxn>
                <a:cxn ang="T143">
                  <a:pos x="T82" y="T83"/>
                </a:cxn>
                <a:cxn ang="T144">
                  <a:pos x="T84" y="T85"/>
                </a:cxn>
                <a:cxn ang="T145">
                  <a:pos x="T86" y="T87"/>
                </a:cxn>
                <a:cxn ang="T146">
                  <a:pos x="T88" y="T89"/>
                </a:cxn>
                <a:cxn ang="T147">
                  <a:pos x="T90" y="T91"/>
                </a:cxn>
                <a:cxn ang="T148">
                  <a:pos x="T92" y="T93"/>
                </a:cxn>
                <a:cxn ang="T149">
                  <a:pos x="T94" y="T95"/>
                </a:cxn>
                <a:cxn ang="T150">
                  <a:pos x="T96" y="T97"/>
                </a:cxn>
                <a:cxn ang="T151">
                  <a:pos x="T98" y="T99"/>
                </a:cxn>
                <a:cxn ang="T152">
                  <a:pos x="T100" y="T101"/>
                </a:cxn>
              </a:cxnLst>
              <a:rect l="T153" t="T154" r="T155" b="T156"/>
              <a:pathLst>
                <a:path w="3960" h="4768">
                  <a:moveTo>
                    <a:pt x="353" y="3849"/>
                  </a:moveTo>
                  <a:lnTo>
                    <a:pt x="1661" y="4700"/>
                  </a:lnTo>
                  <a:lnTo>
                    <a:pt x="1697" y="4717"/>
                  </a:lnTo>
                  <a:lnTo>
                    <a:pt x="1736" y="4731"/>
                  </a:lnTo>
                  <a:lnTo>
                    <a:pt x="1776" y="4742"/>
                  </a:lnTo>
                  <a:lnTo>
                    <a:pt x="1818" y="4753"/>
                  </a:lnTo>
                  <a:lnTo>
                    <a:pt x="1860" y="4760"/>
                  </a:lnTo>
                  <a:lnTo>
                    <a:pt x="1902" y="4765"/>
                  </a:lnTo>
                  <a:lnTo>
                    <a:pt x="1946" y="4768"/>
                  </a:lnTo>
                  <a:lnTo>
                    <a:pt x="1988" y="4768"/>
                  </a:lnTo>
                  <a:lnTo>
                    <a:pt x="2031" y="4767"/>
                  </a:lnTo>
                  <a:lnTo>
                    <a:pt x="2073" y="4763"/>
                  </a:lnTo>
                  <a:lnTo>
                    <a:pt x="2114" y="4758"/>
                  </a:lnTo>
                  <a:lnTo>
                    <a:pt x="2154" y="4751"/>
                  </a:lnTo>
                  <a:lnTo>
                    <a:pt x="2193" y="4740"/>
                  </a:lnTo>
                  <a:lnTo>
                    <a:pt x="2230" y="4729"/>
                  </a:lnTo>
                  <a:lnTo>
                    <a:pt x="2264" y="4715"/>
                  </a:lnTo>
                  <a:lnTo>
                    <a:pt x="2297" y="4700"/>
                  </a:lnTo>
                  <a:lnTo>
                    <a:pt x="3639" y="3825"/>
                  </a:lnTo>
                  <a:lnTo>
                    <a:pt x="3673" y="3795"/>
                  </a:lnTo>
                  <a:lnTo>
                    <a:pt x="3707" y="3761"/>
                  </a:lnTo>
                  <a:lnTo>
                    <a:pt x="3738" y="3725"/>
                  </a:lnTo>
                  <a:lnTo>
                    <a:pt x="3768" y="3685"/>
                  </a:lnTo>
                  <a:lnTo>
                    <a:pt x="3796" y="3644"/>
                  </a:lnTo>
                  <a:lnTo>
                    <a:pt x="3821" y="3599"/>
                  </a:lnTo>
                  <a:lnTo>
                    <a:pt x="3846" y="3553"/>
                  </a:lnTo>
                  <a:lnTo>
                    <a:pt x="3868" y="3505"/>
                  </a:lnTo>
                  <a:lnTo>
                    <a:pt x="3888" y="3456"/>
                  </a:lnTo>
                  <a:lnTo>
                    <a:pt x="3907" y="3406"/>
                  </a:lnTo>
                  <a:lnTo>
                    <a:pt x="3922" y="3354"/>
                  </a:lnTo>
                  <a:lnTo>
                    <a:pt x="3935" y="3303"/>
                  </a:lnTo>
                  <a:lnTo>
                    <a:pt x="3946" y="3250"/>
                  </a:lnTo>
                  <a:lnTo>
                    <a:pt x="3953" y="3197"/>
                  </a:lnTo>
                  <a:lnTo>
                    <a:pt x="3957" y="3144"/>
                  </a:lnTo>
                  <a:lnTo>
                    <a:pt x="3960" y="3092"/>
                  </a:lnTo>
                  <a:lnTo>
                    <a:pt x="3959" y="1313"/>
                  </a:lnTo>
                  <a:lnTo>
                    <a:pt x="3955" y="1271"/>
                  </a:lnTo>
                  <a:lnTo>
                    <a:pt x="3949" y="1229"/>
                  </a:lnTo>
                  <a:lnTo>
                    <a:pt x="3941" y="1189"/>
                  </a:lnTo>
                  <a:lnTo>
                    <a:pt x="3930" y="1149"/>
                  </a:lnTo>
                  <a:lnTo>
                    <a:pt x="3918" y="1111"/>
                  </a:lnTo>
                  <a:lnTo>
                    <a:pt x="3902" y="1075"/>
                  </a:lnTo>
                  <a:lnTo>
                    <a:pt x="3886" y="1040"/>
                  </a:lnTo>
                  <a:lnTo>
                    <a:pt x="3867" y="1006"/>
                  </a:lnTo>
                  <a:lnTo>
                    <a:pt x="3846" y="973"/>
                  </a:lnTo>
                  <a:lnTo>
                    <a:pt x="3823" y="942"/>
                  </a:lnTo>
                  <a:lnTo>
                    <a:pt x="3798" y="913"/>
                  </a:lnTo>
                  <a:lnTo>
                    <a:pt x="3771" y="886"/>
                  </a:lnTo>
                  <a:lnTo>
                    <a:pt x="3743" y="860"/>
                  </a:lnTo>
                  <a:lnTo>
                    <a:pt x="3714" y="837"/>
                  </a:lnTo>
                  <a:lnTo>
                    <a:pt x="3682" y="816"/>
                  </a:lnTo>
                  <a:lnTo>
                    <a:pt x="3649" y="796"/>
                  </a:lnTo>
                  <a:lnTo>
                    <a:pt x="2386" y="83"/>
                  </a:lnTo>
                  <a:lnTo>
                    <a:pt x="2350" y="65"/>
                  </a:lnTo>
                  <a:lnTo>
                    <a:pt x="2310" y="50"/>
                  </a:lnTo>
                  <a:lnTo>
                    <a:pt x="2268" y="36"/>
                  </a:lnTo>
                  <a:lnTo>
                    <a:pt x="2223" y="24"/>
                  </a:lnTo>
                  <a:lnTo>
                    <a:pt x="2178" y="15"/>
                  </a:lnTo>
                  <a:lnTo>
                    <a:pt x="2131" y="8"/>
                  </a:lnTo>
                  <a:lnTo>
                    <a:pt x="2082" y="3"/>
                  </a:lnTo>
                  <a:lnTo>
                    <a:pt x="2032" y="0"/>
                  </a:lnTo>
                  <a:lnTo>
                    <a:pt x="1982" y="1"/>
                  </a:lnTo>
                  <a:lnTo>
                    <a:pt x="1933" y="3"/>
                  </a:lnTo>
                  <a:lnTo>
                    <a:pt x="1882" y="9"/>
                  </a:lnTo>
                  <a:lnTo>
                    <a:pt x="1833" y="17"/>
                  </a:lnTo>
                  <a:lnTo>
                    <a:pt x="1785" y="29"/>
                  </a:lnTo>
                  <a:lnTo>
                    <a:pt x="1737" y="43"/>
                  </a:lnTo>
                  <a:lnTo>
                    <a:pt x="1691" y="62"/>
                  </a:lnTo>
                  <a:lnTo>
                    <a:pt x="1647" y="83"/>
                  </a:lnTo>
                  <a:lnTo>
                    <a:pt x="311" y="782"/>
                  </a:lnTo>
                  <a:lnTo>
                    <a:pt x="276" y="803"/>
                  </a:lnTo>
                  <a:lnTo>
                    <a:pt x="243" y="826"/>
                  </a:lnTo>
                  <a:lnTo>
                    <a:pt x="213" y="852"/>
                  </a:lnTo>
                  <a:lnTo>
                    <a:pt x="184" y="879"/>
                  </a:lnTo>
                  <a:lnTo>
                    <a:pt x="155" y="908"/>
                  </a:lnTo>
                  <a:lnTo>
                    <a:pt x="131" y="939"/>
                  </a:lnTo>
                  <a:lnTo>
                    <a:pt x="107" y="971"/>
                  </a:lnTo>
                  <a:lnTo>
                    <a:pt x="86" y="1005"/>
                  </a:lnTo>
                  <a:lnTo>
                    <a:pt x="68" y="1040"/>
                  </a:lnTo>
                  <a:lnTo>
                    <a:pt x="50" y="1076"/>
                  </a:lnTo>
                  <a:lnTo>
                    <a:pt x="36" y="1115"/>
                  </a:lnTo>
                  <a:lnTo>
                    <a:pt x="23" y="1153"/>
                  </a:lnTo>
                  <a:lnTo>
                    <a:pt x="14" y="1195"/>
                  </a:lnTo>
                  <a:lnTo>
                    <a:pt x="7" y="1236"/>
                  </a:lnTo>
                  <a:lnTo>
                    <a:pt x="2" y="1279"/>
                  </a:lnTo>
                  <a:lnTo>
                    <a:pt x="0" y="1322"/>
                  </a:lnTo>
                  <a:lnTo>
                    <a:pt x="0" y="3093"/>
                  </a:lnTo>
                  <a:lnTo>
                    <a:pt x="2" y="3147"/>
                  </a:lnTo>
                  <a:lnTo>
                    <a:pt x="7" y="3202"/>
                  </a:lnTo>
                  <a:lnTo>
                    <a:pt x="15" y="3257"/>
                  </a:lnTo>
                  <a:lnTo>
                    <a:pt x="27" y="3312"/>
                  </a:lnTo>
                  <a:lnTo>
                    <a:pt x="42" y="3366"/>
                  </a:lnTo>
                  <a:lnTo>
                    <a:pt x="59" y="3420"/>
                  </a:lnTo>
                  <a:lnTo>
                    <a:pt x="79" y="3474"/>
                  </a:lnTo>
                  <a:lnTo>
                    <a:pt x="102" y="3525"/>
                  </a:lnTo>
                  <a:lnTo>
                    <a:pt x="127" y="3576"/>
                  </a:lnTo>
                  <a:lnTo>
                    <a:pt x="154" y="3624"/>
                  </a:lnTo>
                  <a:lnTo>
                    <a:pt x="184" y="3670"/>
                  </a:lnTo>
                  <a:lnTo>
                    <a:pt x="214" y="3712"/>
                  </a:lnTo>
                  <a:lnTo>
                    <a:pt x="247" y="3752"/>
                  </a:lnTo>
                  <a:lnTo>
                    <a:pt x="281" y="3788"/>
                  </a:lnTo>
                  <a:lnTo>
                    <a:pt x="317" y="3821"/>
                  </a:lnTo>
                  <a:lnTo>
                    <a:pt x="353" y="384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5850" name="Freeform 38"/>
            <p:cNvSpPr>
              <a:spLocks/>
            </p:cNvSpPr>
            <p:nvPr/>
          </p:nvSpPr>
          <p:spPr bwMode="auto">
            <a:xfrm>
              <a:off x="943" y="2210"/>
              <a:ext cx="276" cy="187"/>
            </a:xfrm>
            <a:custGeom>
              <a:avLst/>
              <a:gdLst>
                <a:gd name="T0" fmla="*/ 11 w 1380"/>
                <a:gd name="T1" fmla="*/ 7 h 937"/>
                <a:gd name="T2" fmla="*/ 11 w 1380"/>
                <a:gd name="T3" fmla="*/ 7 h 937"/>
                <a:gd name="T4" fmla="*/ 0 w 1380"/>
                <a:gd name="T5" fmla="*/ 0 h 937"/>
                <a:gd name="T6" fmla="*/ 0 w 1380"/>
                <a:gd name="T7" fmla="*/ 1 h 937"/>
                <a:gd name="T8" fmla="*/ 10 w 1380"/>
                <a:gd name="T9" fmla="*/ 7 h 937"/>
                <a:gd name="T10" fmla="*/ 10 w 1380"/>
                <a:gd name="T11" fmla="*/ 7 h 937"/>
                <a:gd name="T12" fmla="*/ 10 w 1380"/>
                <a:gd name="T13" fmla="*/ 7 h 937"/>
                <a:gd name="T14" fmla="*/ 11 w 1380"/>
                <a:gd name="T15" fmla="*/ 7 h 937"/>
                <a:gd name="T16" fmla="*/ 11 w 1380"/>
                <a:gd name="T17" fmla="*/ 7 h 937"/>
                <a:gd name="T18" fmla="*/ 11 w 1380"/>
                <a:gd name="T19" fmla="*/ 7 h 937"/>
                <a:gd name="T20" fmla="*/ 11 w 1380"/>
                <a:gd name="T21" fmla="*/ 7 h 937"/>
                <a:gd name="T22" fmla="*/ 11 w 1380"/>
                <a:gd name="T23" fmla="*/ 7 h 937"/>
                <a:gd name="T24" fmla="*/ 11 w 1380"/>
                <a:gd name="T25" fmla="*/ 7 h 937"/>
                <a:gd name="T26" fmla="*/ 11 w 1380"/>
                <a:gd name="T27" fmla="*/ 7 h 937"/>
                <a:gd name="T28" fmla="*/ 11 w 1380"/>
                <a:gd name="T29" fmla="*/ 7 h 937"/>
                <a:gd name="T30" fmla="*/ 11 w 1380"/>
                <a:gd name="T31" fmla="*/ 7 h 93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80"/>
                <a:gd name="T49" fmla="*/ 0 h 937"/>
                <a:gd name="T50" fmla="*/ 1380 w 1380"/>
                <a:gd name="T51" fmla="*/ 937 h 93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80" h="937">
                  <a:moveTo>
                    <a:pt x="1354" y="848"/>
                  </a:moveTo>
                  <a:lnTo>
                    <a:pt x="1359" y="851"/>
                  </a:lnTo>
                  <a:lnTo>
                    <a:pt x="51" y="0"/>
                  </a:lnTo>
                  <a:lnTo>
                    <a:pt x="0" y="78"/>
                  </a:lnTo>
                  <a:lnTo>
                    <a:pt x="1307" y="929"/>
                  </a:lnTo>
                  <a:lnTo>
                    <a:pt x="1312" y="932"/>
                  </a:lnTo>
                  <a:lnTo>
                    <a:pt x="1307" y="929"/>
                  </a:lnTo>
                  <a:lnTo>
                    <a:pt x="1326" y="937"/>
                  </a:lnTo>
                  <a:lnTo>
                    <a:pt x="1345" y="936"/>
                  </a:lnTo>
                  <a:lnTo>
                    <a:pt x="1360" y="929"/>
                  </a:lnTo>
                  <a:lnTo>
                    <a:pt x="1372" y="916"/>
                  </a:lnTo>
                  <a:lnTo>
                    <a:pt x="1379" y="899"/>
                  </a:lnTo>
                  <a:lnTo>
                    <a:pt x="1380" y="883"/>
                  </a:lnTo>
                  <a:lnTo>
                    <a:pt x="1374" y="865"/>
                  </a:lnTo>
                  <a:lnTo>
                    <a:pt x="1359" y="851"/>
                  </a:lnTo>
                  <a:lnTo>
                    <a:pt x="1354" y="84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5851" name="Freeform 39"/>
            <p:cNvSpPr>
              <a:spLocks/>
            </p:cNvSpPr>
            <p:nvPr/>
          </p:nvSpPr>
          <p:spPr bwMode="auto">
            <a:xfrm>
              <a:off x="1206" y="2379"/>
              <a:ext cx="140" cy="32"/>
            </a:xfrm>
            <a:custGeom>
              <a:avLst/>
              <a:gdLst>
                <a:gd name="T0" fmla="*/ 5 w 703"/>
                <a:gd name="T1" fmla="*/ 0 h 162"/>
                <a:gd name="T2" fmla="*/ 5 w 703"/>
                <a:gd name="T3" fmla="*/ 0 h 162"/>
                <a:gd name="T4" fmla="*/ 5 w 703"/>
                <a:gd name="T5" fmla="*/ 0 h 162"/>
                <a:gd name="T6" fmla="*/ 5 w 703"/>
                <a:gd name="T7" fmla="*/ 0 h 162"/>
                <a:gd name="T8" fmla="*/ 4 w 703"/>
                <a:gd name="T9" fmla="*/ 0 h 162"/>
                <a:gd name="T10" fmla="*/ 4 w 703"/>
                <a:gd name="T11" fmla="*/ 0 h 162"/>
                <a:gd name="T12" fmla="*/ 4 w 703"/>
                <a:gd name="T13" fmla="*/ 0 h 162"/>
                <a:gd name="T14" fmla="*/ 3 w 703"/>
                <a:gd name="T15" fmla="*/ 1 h 162"/>
                <a:gd name="T16" fmla="*/ 3 w 703"/>
                <a:gd name="T17" fmla="*/ 1 h 162"/>
                <a:gd name="T18" fmla="*/ 3 w 703"/>
                <a:gd name="T19" fmla="*/ 1 h 162"/>
                <a:gd name="T20" fmla="*/ 2 w 703"/>
                <a:gd name="T21" fmla="*/ 1 h 162"/>
                <a:gd name="T22" fmla="*/ 2 w 703"/>
                <a:gd name="T23" fmla="*/ 1 h 162"/>
                <a:gd name="T24" fmla="*/ 2 w 703"/>
                <a:gd name="T25" fmla="*/ 0 h 162"/>
                <a:gd name="T26" fmla="*/ 1 w 703"/>
                <a:gd name="T27" fmla="*/ 0 h 162"/>
                <a:gd name="T28" fmla="*/ 1 w 703"/>
                <a:gd name="T29" fmla="*/ 0 h 162"/>
                <a:gd name="T30" fmla="*/ 1 w 703"/>
                <a:gd name="T31" fmla="*/ 0 h 162"/>
                <a:gd name="T32" fmla="*/ 1 w 703"/>
                <a:gd name="T33" fmla="*/ 0 h 162"/>
                <a:gd name="T34" fmla="*/ 0 w 703"/>
                <a:gd name="T35" fmla="*/ 0 h 162"/>
                <a:gd name="T36" fmla="*/ 0 w 703"/>
                <a:gd name="T37" fmla="*/ 1 h 162"/>
                <a:gd name="T38" fmla="*/ 0 w 703"/>
                <a:gd name="T39" fmla="*/ 1 h 162"/>
                <a:gd name="T40" fmla="*/ 1 w 703"/>
                <a:gd name="T41" fmla="*/ 1 h 162"/>
                <a:gd name="T42" fmla="*/ 1 w 703"/>
                <a:gd name="T43" fmla="*/ 1 h 162"/>
                <a:gd name="T44" fmla="*/ 1 w 703"/>
                <a:gd name="T45" fmla="*/ 1 h 162"/>
                <a:gd name="T46" fmla="*/ 2 w 703"/>
                <a:gd name="T47" fmla="*/ 1 h 162"/>
                <a:gd name="T48" fmla="*/ 2 w 703"/>
                <a:gd name="T49" fmla="*/ 1 h 162"/>
                <a:gd name="T50" fmla="*/ 2 w 703"/>
                <a:gd name="T51" fmla="*/ 1 h 162"/>
                <a:gd name="T52" fmla="*/ 3 w 703"/>
                <a:gd name="T53" fmla="*/ 1 h 162"/>
                <a:gd name="T54" fmla="*/ 3 w 703"/>
                <a:gd name="T55" fmla="*/ 1 h 162"/>
                <a:gd name="T56" fmla="*/ 3 w 703"/>
                <a:gd name="T57" fmla="*/ 1 h 162"/>
                <a:gd name="T58" fmla="*/ 4 w 703"/>
                <a:gd name="T59" fmla="*/ 1 h 162"/>
                <a:gd name="T60" fmla="*/ 4 w 703"/>
                <a:gd name="T61" fmla="*/ 1 h 162"/>
                <a:gd name="T62" fmla="*/ 5 w 703"/>
                <a:gd name="T63" fmla="*/ 1 h 162"/>
                <a:gd name="T64" fmla="*/ 5 w 703"/>
                <a:gd name="T65" fmla="*/ 1 h 162"/>
                <a:gd name="T66" fmla="*/ 5 w 703"/>
                <a:gd name="T67" fmla="*/ 1 h 162"/>
                <a:gd name="T68" fmla="*/ 5 w 703"/>
                <a:gd name="T69" fmla="*/ 1 h 162"/>
                <a:gd name="T70" fmla="*/ 5 w 703"/>
                <a:gd name="T71" fmla="*/ 1 h 162"/>
                <a:gd name="T72" fmla="*/ 5 w 703"/>
                <a:gd name="T73" fmla="*/ 1 h 162"/>
                <a:gd name="T74" fmla="*/ 5 w 703"/>
                <a:gd name="T75" fmla="*/ 1 h 162"/>
                <a:gd name="T76" fmla="*/ 6 w 703"/>
                <a:gd name="T77" fmla="*/ 0 h 162"/>
                <a:gd name="T78" fmla="*/ 6 w 703"/>
                <a:gd name="T79" fmla="*/ 0 h 162"/>
                <a:gd name="T80" fmla="*/ 6 w 703"/>
                <a:gd name="T81" fmla="*/ 0 h 162"/>
                <a:gd name="T82" fmla="*/ 5 w 703"/>
                <a:gd name="T83" fmla="*/ 0 h 162"/>
                <a:gd name="T84" fmla="*/ 5 w 703"/>
                <a:gd name="T85" fmla="*/ 0 h 162"/>
                <a:gd name="T86" fmla="*/ 5 w 703"/>
                <a:gd name="T87" fmla="*/ 0 h 162"/>
                <a:gd name="T88" fmla="*/ 5 w 703"/>
                <a:gd name="T89" fmla="*/ 0 h 162"/>
                <a:gd name="T90" fmla="*/ 5 w 703"/>
                <a:gd name="T91" fmla="*/ 0 h 162"/>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703"/>
                <a:gd name="T139" fmla="*/ 0 h 162"/>
                <a:gd name="T140" fmla="*/ 703 w 703"/>
                <a:gd name="T141" fmla="*/ 162 h 162"/>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703" h="162">
                  <a:moveTo>
                    <a:pt x="631" y="8"/>
                  </a:moveTo>
                  <a:lnTo>
                    <a:pt x="636" y="6"/>
                  </a:lnTo>
                  <a:lnTo>
                    <a:pt x="606" y="20"/>
                  </a:lnTo>
                  <a:lnTo>
                    <a:pt x="575" y="32"/>
                  </a:lnTo>
                  <a:lnTo>
                    <a:pt x="540" y="42"/>
                  </a:lnTo>
                  <a:lnTo>
                    <a:pt x="504" y="52"/>
                  </a:lnTo>
                  <a:lnTo>
                    <a:pt x="467" y="59"/>
                  </a:lnTo>
                  <a:lnTo>
                    <a:pt x="428" y="64"/>
                  </a:lnTo>
                  <a:lnTo>
                    <a:pt x="389" y="67"/>
                  </a:lnTo>
                  <a:lnTo>
                    <a:pt x="348" y="68"/>
                  </a:lnTo>
                  <a:lnTo>
                    <a:pt x="308" y="68"/>
                  </a:lnTo>
                  <a:lnTo>
                    <a:pt x="267" y="65"/>
                  </a:lnTo>
                  <a:lnTo>
                    <a:pt x="226" y="61"/>
                  </a:lnTo>
                  <a:lnTo>
                    <a:pt x="187" y="54"/>
                  </a:lnTo>
                  <a:lnTo>
                    <a:pt x="148" y="44"/>
                  </a:lnTo>
                  <a:lnTo>
                    <a:pt x="110" y="33"/>
                  </a:lnTo>
                  <a:lnTo>
                    <a:pt x="75" y="20"/>
                  </a:lnTo>
                  <a:lnTo>
                    <a:pt x="42" y="5"/>
                  </a:lnTo>
                  <a:lnTo>
                    <a:pt x="0" y="89"/>
                  </a:lnTo>
                  <a:lnTo>
                    <a:pt x="40" y="107"/>
                  </a:lnTo>
                  <a:lnTo>
                    <a:pt x="82" y="122"/>
                  </a:lnTo>
                  <a:lnTo>
                    <a:pt x="124" y="135"/>
                  </a:lnTo>
                  <a:lnTo>
                    <a:pt x="169" y="146"/>
                  </a:lnTo>
                  <a:lnTo>
                    <a:pt x="214" y="153"/>
                  </a:lnTo>
                  <a:lnTo>
                    <a:pt x="258" y="158"/>
                  </a:lnTo>
                  <a:lnTo>
                    <a:pt x="303" y="162"/>
                  </a:lnTo>
                  <a:lnTo>
                    <a:pt x="348" y="162"/>
                  </a:lnTo>
                  <a:lnTo>
                    <a:pt x="394" y="161"/>
                  </a:lnTo>
                  <a:lnTo>
                    <a:pt x="439" y="157"/>
                  </a:lnTo>
                  <a:lnTo>
                    <a:pt x="481" y="150"/>
                  </a:lnTo>
                  <a:lnTo>
                    <a:pt x="525" y="143"/>
                  </a:lnTo>
                  <a:lnTo>
                    <a:pt x="566" y="132"/>
                  </a:lnTo>
                  <a:lnTo>
                    <a:pt x="606" y="121"/>
                  </a:lnTo>
                  <a:lnTo>
                    <a:pt x="643" y="105"/>
                  </a:lnTo>
                  <a:lnTo>
                    <a:pt x="678" y="88"/>
                  </a:lnTo>
                  <a:lnTo>
                    <a:pt x="683" y="86"/>
                  </a:lnTo>
                  <a:lnTo>
                    <a:pt x="678" y="88"/>
                  </a:lnTo>
                  <a:lnTo>
                    <a:pt x="695" y="75"/>
                  </a:lnTo>
                  <a:lnTo>
                    <a:pt x="702" y="60"/>
                  </a:lnTo>
                  <a:lnTo>
                    <a:pt x="703" y="42"/>
                  </a:lnTo>
                  <a:lnTo>
                    <a:pt x="698" y="26"/>
                  </a:lnTo>
                  <a:lnTo>
                    <a:pt x="688" y="12"/>
                  </a:lnTo>
                  <a:lnTo>
                    <a:pt x="674" y="3"/>
                  </a:lnTo>
                  <a:lnTo>
                    <a:pt x="656" y="0"/>
                  </a:lnTo>
                  <a:lnTo>
                    <a:pt x="636" y="6"/>
                  </a:lnTo>
                  <a:lnTo>
                    <a:pt x="631"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5852" name="Freeform 40"/>
            <p:cNvSpPr>
              <a:spLocks/>
            </p:cNvSpPr>
            <p:nvPr/>
          </p:nvSpPr>
          <p:spPr bwMode="auto">
            <a:xfrm>
              <a:off x="1332" y="2204"/>
              <a:ext cx="283" cy="192"/>
            </a:xfrm>
            <a:custGeom>
              <a:avLst/>
              <a:gdLst>
                <a:gd name="T0" fmla="*/ 11 w 1415"/>
                <a:gd name="T1" fmla="*/ 0 h 960"/>
                <a:gd name="T2" fmla="*/ 11 w 1415"/>
                <a:gd name="T3" fmla="*/ 0 h 960"/>
                <a:gd name="T4" fmla="*/ 0 w 1415"/>
                <a:gd name="T5" fmla="*/ 7 h 960"/>
                <a:gd name="T6" fmla="*/ 0 w 1415"/>
                <a:gd name="T7" fmla="*/ 8 h 960"/>
                <a:gd name="T8" fmla="*/ 11 w 1415"/>
                <a:gd name="T9" fmla="*/ 1 h 960"/>
                <a:gd name="T10" fmla="*/ 11 w 1415"/>
                <a:gd name="T11" fmla="*/ 1 h 960"/>
                <a:gd name="T12" fmla="*/ 11 w 1415"/>
                <a:gd name="T13" fmla="*/ 1 h 960"/>
                <a:gd name="T14" fmla="*/ 11 w 1415"/>
                <a:gd name="T15" fmla="*/ 1 h 960"/>
                <a:gd name="T16" fmla="*/ 11 w 1415"/>
                <a:gd name="T17" fmla="*/ 0 h 960"/>
                <a:gd name="T18" fmla="*/ 11 w 1415"/>
                <a:gd name="T19" fmla="*/ 0 h 960"/>
                <a:gd name="T20" fmla="*/ 11 w 1415"/>
                <a:gd name="T21" fmla="*/ 0 h 960"/>
                <a:gd name="T22" fmla="*/ 11 w 1415"/>
                <a:gd name="T23" fmla="*/ 0 h 960"/>
                <a:gd name="T24" fmla="*/ 11 w 1415"/>
                <a:gd name="T25" fmla="*/ 0 h 960"/>
                <a:gd name="T26" fmla="*/ 11 w 1415"/>
                <a:gd name="T27" fmla="*/ 0 h 960"/>
                <a:gd name="T28" fmla="*/ 11 w 1415"/>
                <a:gd name="T29" fmla="*/ 0 h 960"/>
                <a:gd name="T30" fmla="*/ 11 w 1415"/>
                <a:gd name="T31" fmla="*/ 0 h 96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15"/>
                <a:gd name="T49" fmla="*/ 0 h 960"/>
                <a:gd name="T50" fmla="*/ 1415 w 1415"/>
                <a:gd name="T51" fmla="*/ 960 h 96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15" h="960">
                  <a:moveTo>
                    <a:pt x="1338" y="10"/>
                  </a:moveTo>
                  <a:lnTo>
                    <a:pt x="1342" y="8"/>
                  </a:lnTo>
                  <a:lnTo>
                    <a:pt x="0" y="882"/>
                  </a:lnTo>
                  <a:lnTo>
                    <a:pt x="52" y="960"/>
                  </a:lnTo>
                  <a:lnTo>
                    <a:pt x="1393" y="85"/>
                  </a:lnTo>
                  <a:lnTo>
                    <a:pt x="1397" y="83"/>
                  </a:lnTo>
                  <a:lnTo>
                    <a:pt x="1393" y="85"/>
                  </a:lnTo>
                  <a:lnTo>
                    <a:pt x="1409" y="71"/>
                  </a:lnTo>
                  <a:lnTo>
                    <a:pt x="1415" y="53"/>
                  </a:lnTo>
                  <a:lnTo>
                    <a:pt x="1413" y="37"/>
                  </a:lnTo>
                  <a:lnTo>
                    <a:pt x="1406" y="21"/>
                  </a:lnTo>
                  <a:lnTo>
                    <a:pt x="1395" y="8"/>
                  </a:lnTo>
                  <a:lnTo>
                    <a:pt x="1379" y="1"/>
                  </a:lnTo>
                  <a:lnTo>
                    <a:pt x="1361" y="0"/>
                  </a:lnTo>
                  <a:lnTo>
                    <a:pt x="1342" y="8"/>
                  </a:lnTo>
                  <a:lnTo>
                    <a:pt x="1338" y="1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5853" name="Freeform 41"/>
            <p:cNvSpPr>
              <a:spLocks/>
            </p:cNvSpPr>
            <p:nvPr/>
          </p:nvSpPr>
          <p:spPr bwMode="auto">
            <a:xfrm>
              <a:off x="1599" y="2057"/>
              <a:ext cx="80" cy="163"/>
            </a:xfrm>
            <a:custGeom>
              <a:avLst/>
              <a:gdLst>
                <a:gd name="T0" fmla="*/ 2 w 398"/>
                <a:gd name="T1" fmla="*/ 0 h 817"/>
                <a:gd name="T2" fmla="*/ 2 w 398"/>
                <a:gd name="T3" fmla="*/ 0 h 817"/>
                <a:gd name="T4" fmla="*/ 2 w 398"/>
                <a:gd name="T5" fmla="*/ 1 h 817"/>
                <a:gd name="T6" fmla="*/ 2 w 398"/>
                <a:gd name="T7" fmla="*/ 1 h 817"/>
                <a:gd name="T8" fmla="*/ 2 w 398"/>
                <a:gd name="T9" fmla="*/ 2 h 817"/>
                <a:gd name="T10" fmla="*/ 2 w 398"/>
                <a:gd name="T11" fmla="*/ 2 h 817"/>
                <a:gd name="T12" fmla="*/ 2 w 398"/>
                <a:gd name="T13" fmla="*/ 2 h 817"/>
                <a:gd name="T14" fmla="*/ 2 w 398"/>
                <a:gd name="T15" fmla="*/ 3 h 817"/>
                <a:gd name="T16" fmla="*/ 2 w 398"/>
                <a:gd name="T17" fmla="*/ 3 h 817"/>
                <a:gd name="T18" fmla="*/ 2 w 398"/>
                <a:gd name="T19" fmla="*/ 4 h 817"/>
                <a:gd name="T20" fmla="*/ 2 w 398"/>
                <a:gd name="T21" fmla="*/ 4 h 817"/>
                <a:gd name="T22" fmla="*/ 1 w 398"/>
                <a:gd name="T23" fmla="*/ 4 h 817"/>
                <a:gd name="T24" fmla="*/ 1 w 398"/>
                <a:gd name="T25" fmla="*/ 5 h 817"/>
                <a:gd name="T26" fmla="*/ 1 w 398"/>
                <a:gd name="T27" fmla="*/ 5 h 817"/>
                <a:gd name="T28" fmla="*/ 1 w 398"/>
                <a:gd name="T29" fmla="*/ 5 h 817"/>
                <a:gd name="T30" fmla="*/ 1 w 398"/>
                <a:gd name="T31" fmla="*/ 5 h 817"/>
                <a:gd name="T32" fmla="*/ 0 w 398"/>
                <a:gd name="T33" fmla="*/ 6 h 817"/>
                <a:gd name="T34" fmla="*/ 0 w 398"/>
                <a:gd name="T35" fmla="*/ 6 h 817"/>
                <a:gd name="T36" fmla="*/ 0 w 398"/>
                <a:gd name="T37" fmla="*/ 7 h 817"/>
                <a:gd name="T38" fmla="*/ 1 w 398"/>
                <a:gd name="T39" fmla="*/ 6 h 817"/>
                <a:gd name="T40" fmla="*/ 1 w 398"/>
                <a:gd name="T41" fmla="*/ 6 h 817"/>
                <a:gd name="T42" fmla="*/ 1 w 398"/>
                <a:gd name="T43" fmla="*/ 6 h 817"/>
                <a:gd name="T44" fmla="*/ 2 w 398"/>
                <a:gd name="T45" fmla="*/ 5 h 817"/>
                <a:gd name="T46" fmla="*/ 2 w 398"/>
                <a:gd name="T47" fmla="*/ 5 h 817"/>
                <a:gd name="T48" fmla="*/ 2 w 398"/>
                <a:gd name="T49" fmla="*/ 5 h 817"/>
                <a:gd name="T50" fmla="*/ 2 w 398"/>
                <a:gd name="T51" fmla="*/ 4 h 817"/>
                <a:gd name="T52" fmla="*/ 2 w 398"/>
                <a:gd name="T53" fmla="*/ 4 h 817"/>
                <a:gd name="T54" fmla="*/ 3 w 398"/>
                <a:gd name="T55" fmla="*/ 3 h 817"/>
                <a:gd name="T56" fmla="*/ 3 w 398"/>
                <a:gd name="T57" fmla="*/ 3 h 817"/>
                <a:gd name="T58" fmla="*/ 3 w 398"/>
                <a:gd name="T59" fmla="*/ 3 h 817"/>
                <a:gd name="T60" fmla="*/ 3 w 398"/>
                <a:gd name="T61" fmla="*/ 2 h 817"/>
                <a:gd name="T62" fmla="*/ 3 w 398"/>
                <a:gd name="T63" fmla="*/ 2 h 817"/>
                <a:gd name="T64" fmla="*/ 3 w 398"/>
                <a:gd name="T65" fmla="*/ 1 h 817"/>
                <a:gd name="T66" fmla="*/ 3 w 398"/>
                <a:gd name="T67" fmla="*/ 1 h 817"/>
                <a:gd name="T68" fmla="*/ 3 w 398"/>
                <a:gd name="T69" fmla="*/ 0 h 817"/>
                <a:gd name="T70" fmla="*/ 3 w 398"/>
                <a:gd name="T71" fmla="*/ 0 h 817"/>
                <a:gd name="T72" fmla="*/ 3 w 398"/>
                <a:gd name="T73" fmla="*/ 0 h 817"/>
                <a:gd name="T74" fmla="*/ 3 w 398"/>
                <a:gd name="T75" fmla="*/ 0 h 817"/>
                <a:gd name="T76" fmla="*/ 3 w 398"/>
                <a:gd name="T77" fmla="*/ 0 h 817"/>
                <a:gd name="T78" fmla="*/ 3 w 398"/>
                <a:gd name="T79" fmla="*/ 0 h 817"/>
                <a:gd name="T80" fmla="*/ 3 w 398"/>
                <a:gd name="T81" fmla="*/ 0 h 817"/>
                <a:gd name="T82" fmla="*/ 3 w 398"/>
                <a:gd name="T83" fmla="*/ 0 h 817"/>
                <a:gd name="T84" fmla="*/ 3 w 398"/>
                <a:gd name="T85" fmla="*/ 0 h 817"/>
                <a:gd name="T86" fmla="*/ 2 w 398"/>
                <a:gd name="T87" fmla="*/ 0 h 817"/>
                <a:gd name="T88" fmla="*/ 2 w 398"/>
                <a:gd name="T89" fmla="*/ 0 h 817"/>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398"/>
                <a:gd name="T136" fmla="*/ 0 h 817"/>
                <a:gd name="T137" fmla="*/ 398 w 398"/>
                <a:gd name="T138" fmla="*/ 817 h 817"/>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398" h="817">
                  <a:moveTo>
                    <a:pt x="304" y="47"/>
                  </a:moveTo>
                  <a:lnTo>
                    <a:pt x="304" y="47"/>
                  </a:lnTo>
                  <a:lnTo>
                    <a:pt x="301" y="97"/>
                  </a:lnTo>
                  <a:lnTo>
                    <a:pt x="297" y="147"/>
                  </a:lnTo>
                  <a:lnTo>
                    <a:pt x="291" y="198"/>
                  </a:lnTo>
                  <a:lnTo>
                    <a:pt x="280" y="247"/>
                  </a:lnTo>
                  <a:lnTo>
                    <a:pt x="268" y="297"/>
                  </a:lnTo>
                  <a:lnTo>
                    <a:pt x="253" y="347"/>
                  </a:lnTo>
                  <a:lnTo>
                    <a:pt x="236" y="395"/>
                  </a:lnTo>
                  <a:lnTo>
                    <a:pt x="217" y="442"/>
                  </a:lnTo>
                  <a:lnTo>
                    <a:pt x="195" y="487"/>
                  </a:lnTo>
                  <a:lnTo>
                    <a:pt x="171" y="532"/>
                  </a:lnTo>
                  <a:lnTo>
                    <a:pt x="147" y="574"/>
                  </a:lnTo>
                  <a:lnTo>
                    <a:pt x="121" y="613"/>
                  </a:lnTo>
                  <a:lnTo>
                    <a:pt x="93" y="650"/>
                  </a:lnTo>
                  <a:lnTo>
                    <a:pt x="64" y="684"/>
                  </a:lnTo>
                  <a:lnTo>
                    <a:pt x="32" y="716"/>
                  </a:lnTo>
                  <a:lnTo>
                    <a:pt x="0" y="744"/>
                  </a:lnTo>
                  <a:lnTo>
                    <a:pt x="59" y="817"/>
                  </a:lnTo>
                  <a:lnTo>
                    <a:pt x="95" y="784"/>
                  </a:lnTo>
                  <a:lnTo>
                    <a:pt x="132" y="748"/>
                  </a:lnTo>
                  <a:lnTo>
                    <a:pt x="166" y="709"/>
                  </a:lnTo>
                  <a:lnTo>
                    <a:pt x="196" y="667"/>
                  </a:lnTo>
                  <a:lnTo>
                    <a:pt x="227" y="623"/>
                  </a:lnTo>
                  <a:lnTo>
                    <a:pt x="253" y="576"/>
                  </a:lnTo>
                  <a:lnTo>
                    <a:pt x="279" y="530"/>
                  </a:lnTo>
                  <a:lnTo>
                    <a:pt x="301" y="479"/>
                  </a:lnTo>
                  <a:lnTo>
                    <a:pt x="323" y="428"/>
                  </a:lnTo>
                  <a:lnTo>
                    <a:pt x="342" y="375"/>
                  </a:lnTo>
                  <a:lnTo>
                    <a:pt x="359" y="321"/>
                  </a:lnTo>
                  <a:lnTo>
                    <a:pt x="372" y="268"/>
                  </a:lnTo>
                  <a:lnTo>
                    <a:pt x="382" y="212"/>
                  </a:lnTo>
                  <a:lnTo>
                    <a:pt x="391" y="157"/>
                  </a:lnTo>
                  <a:lnTo>
                    <a:pt x="395" y="102"/>
                  </a:lnTo>
                  <a:lnTo>
                    <a:pt x="398" y="47"/>
                  </a:lnTo>
                  <a:lnTo>
                    <a:pt x="394" y="27"/>
                  </a:lnTo>
                  <a:lnTo>
                    <a:pt x="383" y="11"/>
                  </a:lnTo>
                  <a:lnTo>
                    <a:pt x="368" y="3"/>
                  </a:lnTo>
                  <a:lnTo>
                    <a:pt x="351" y="0"/>
                  </a:lnTo>
                  <a:lnTo>
                    <a:pt x="333" y="3"/>
                  </a:lnTo>
                  <a:lnTo>
                    <a:pt x="319" y="11"/>
                  </a:lnTo>
                  <a:lnTo>
                    <a:pt x="307" y="27"/>
                  </a:lnTo>
                  <a:lnTo>
                    <a:pt x="304" y="4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5854" name="Freeform 42"/>
            <p:cNvSpPr>
              <a:spLocks/>
            </p:cNvSpPr>
            <p:nvPr/>
          </p:nvSpPr>
          <p:spPr bwMode="auto">
            <a:xfrm>
              <a:off x="1660" y="1701"/>
              <a:ext cx="19" cy="365"/>
            </a:xfrm>
            <a:custGeom>
              <a:avLst/>
              <a:gdLst>
                <a:gd name="T0" fmla="*/ 0 w 95"/>
                <a:gd name="T1" fmla="*/ 0 h 1826"/>
                <a:gd name="T2" fmla="*/ 0 w 95"/>
                <a:gd name="T3" fmla="*/ 0 h 1826"/>
                <a:gd name="T4" fmla="*/ 0 w 95"/>
                <a:gd name="T5" fmla="*/ 15 h 1826"/>
                <a:gd name="T6" fmla="*/ 1 w 95"/>
                <a:gd name="T7" fmla="*/ 15 h 1826"/>
                <a:gd name="T8" fmla="*/ 1 w 95"/>
                <a:gd name="T9" fmla="*/ 0 h 1826"/>
                <a:gd name="T10" fmla="*/ 1 w 95"/>
                <a:gd name="T11" fmla="*/ 0 h 1826"/>
                <a:gd name="T12" fmla="*/ 1 w 95"/>
                <a:gd name="T13" fmla="*/ 0 h 1826"/>
                <a:gd name="T14" fmla="*/ 1 w 95"/>
                <a:gd name="T15" fmla="*/ 0 h 1826"/>
                <a:gd name="T16" fmla="*/ 1 w 95"/>
                <a:gd name="T17" fmla="*/ 0 h 1826"/>
                <a:gd name="T18" fmla="*/ 1 w 95"/>
                <a:gd name="T19" fmla="*/ 0 h 1826"/>
                <a:gd name="T20" fmla="*/ 0 w 95"/>
                <a:gd name="T21" fmla="*/ 0 h 1826"/>
                <a:gd name="T22" fmla="*/ 0 w 95"/>
                <a:gd name="T23" fmla="*/ 0 h 1826"/>
                <a:gd name="T24" fmla="*/ 0 w 95"/>
                <a:gd name="T25" fmla="*/ 0 h 1826"/>
                <a:gd name="T26" fmla="*/ 0 w 95"/>
                <a:gd name="T27" fmla="*/ 0 h 1826"/>
                <a:gd name="T28" fmla="*/ 0 w 95"/>
                <a:gd name="T29" fmla="*/ 0 h 1826"/>
                <a:gd name="T30" fmla="*/ 0 w 95"/>
                <a:gd name="T31" fmla="*/ 0 h 182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95"/>
                <a:gd name="T49" fmla="*/ 0 h 1826"/>
                <a:gd name="T50" fmla="*/ 95 w 95"/>
                <a:gd name="T51" fmla="*/ 1826 h 182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95" h="1826">
                  <a:moveTo>
                    <a:pt x="0" y="49"/>
                  </a:moveTo>
                  <a:lnTo>
                    <a:pt x="0" y="47"/>
                  </a:lnTo>
                  <a:lnTo>
                    <a:pt x="1" y="1826"/>
                  </a:lnTo>
                  <a:lnTo>
                    <a:pt x="95" y="1826"/>
                  </a:lnTo>
                  <a:lnTo>
                    <a:pt x="93" y="47"/>
                  </a:lnTo>
                  <a:lnTo>
                    <a:pt x="93" y="45"/>
                  </a:lnTo>
                  <a:lnTo>
                    <a:pt x="93" y="47"/>
                  </a:lnTo>
                  <a:lnTo>
                    <a:pt x="90" y="27"/>
                  </a:lnTo>
                  <a:lnTo>
                    <a:pt x="79" y="12"/>
                  </a:lnTo>
                  <a:lnTo>
                    <a:pt x="64" y="4"/>
                  </a:lnTo>
                  <a:lnTo>
                    <a:pt x="47" y="0"/>
                  </a:lnTo>
                  <a:lnTo>
                    <a:pt x="29" y="4"/>
                  </a:lnTo>
                  <a:lnTo>
                    <a:pt x="15" y="12"/>
                  </a:lnTo>
                  <a:lnTo>
                    <a:pt x="3" y="27"/>
                  </a:lnTo>
                  <a:lnTo>
                    <a:pt x="0" y="47"/>
                  </a:lnTo>
                  <a:lnTo>
                    <a:pt x="0" y="4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5855" name="Freeform 43"/>
            <p:cNvSpPr>
              <a:spLocks/>
            </p:cNvSpPr>
            <p:nvPr/>
          </p:nvSpPr>
          <p:spPr bwMode="auto">
            <a:xfrm>
              <a:off x="1598" y="1598"/>
              <a:ext cx="81" cy="113"/>
            </a:xfrm>
            <a:custGeom>
              <a:avLst/>
              <a:gdLst>
                <a:gd name="T0" fmla="*/ 0 w 401"/>
                <a:gd name="T1" fmla="*/ 1 h 566"/>
                <a:gd name="T2" fmla="*/ 0 w 401"/>
                <a:gd name="T3" fmla="*/ 1 h 566"/>
                <a:gd name="T4" fmla="*/ 0 w 401"/>
                <a:gd name="T5" fmla="*/ 1 h 566"/>
                <a:gd name="T6" fmla="*/ 1 w 401"/>
                <a:gd name="T7" fmla="*/ 1 h 566"/>
                <a:gd name="T8" fmla="*/ 1 w 401"/>
                <a:gd name="T9" fmla="*/ 1 h 566"/>
                <a:gd name="T10" fmla="*/ 1 w 401"/>
                <a:gd name="T11" fmla="*/ 1 h 566"/>
                <a:gd name="T12" fmla="*/ 1 w 401"/>
                <a:gd name="T13" fmla="*/ 2 h 566"/>
                <a:gd name="T14" fmla="*/ 1 w 401"/>
                <a:gd name="T15" fmla="*/ 2 h 566"/>
                <a:gd name="T16" fmla="*/ 2 w 401"/>
                <a:gd name="T17" fmla="*/ 2 h 566"/>
                <a:gd name="T18" fmla="*/ 2 w 401"/>
                <a:gd name="T19" fmla="*/ 2 h 566"/>
                <a:gd name="T20" fmla="*/ 2 w 401"/>
                <a:gd name="T21" fmla="*/ 2 h 566"/>
                <a:gd name="T22" fmla="*/ 2 w 401"/>
                <a:gd name="T23" fmla="*/ 3 h 566"/>
                <a:gd name="T24" fmla="*/ 2 w 401"/>
                <a:gd name="T25" fmla="*/ 3 h 566"/>
                <a:gd name="T26" fmla="*/ 2 w 401"/>
                <a:gd name="T27" fmla="*/ 3 h 566"/>
                <a:gd name="T28" fmla="*/ 2 w 401"/>
                <a:gd name="T29" fmla="*/ 4 h 566"/>
                <a:gd name="T30" fmla="*/ 2 w 401"/>
                <a:gd name="T31" fmla="*/ 4 h 566"/>
                <a:gd name="T32" fmla="*/ 2 w 401"/>
                <a:gd name="T33" fmla="*/ 4 h 566"/>
                <a:gd name="T34" fmla="*/ 3 w 401"/>
                <a:gd name="T35" fmla="*/ 5 h 566"/>
                <a:gd name="T36" fmla="*/ 3 w 401"/>
                <a:gd name="T37" fmla="*/ 4 h 566"/>
                <a:gd name="T38" fmla="*/ 3 w 401"/>
                <a:gd name="T39" fmla="*/ 4 h 566"/>
                <a:gd name="T40" fmla="*/ 3 w 401"/>
                <a:gd name="T41" fmla="*/ 4 h 566"/>
                <a:gd name="T42" fmla="*/ 3 w 401"/>
                <a:gd name="T43" fmla="*/ 3 h 566"/>
                <a:gd name="T44" fmla="*/ 3 w 401"/>
                <a:gd name="T45" fmla="*/ 3 h 566"/>
                <a:gd name="T46" fmla="*/ 3 w 401"/>
                <a:gd name="T47" fmla="*/ 3 h 566"/>
                <a:gd name="T48" fmla="*/ 3 w 401"/>
                <a:gd name="T49" fmla="*/ 2 h 566"/>
                <a:gd name="T50" fmla="*/ 3 w 401"/>
                <a:gd name="T51" fmla="*/ 2 h 566"/>
                <a:gd name="T52" fmla="*/ 2 w 401"/>
                <a:gd name="T53" fmla="*/ 2 h 566"/>
                <a:gd name="T54" fmla="*/ 2 w 401"/>
                <a:gd name="T55" fmla="*/ 2 h 566"/>
                <a:gd name="T56" fmla="*/ 2 w 401"/>
                <a:gd name="T57" fmla="*/ 1 h 566"/>
                <a:gd name="T58" fmla="*/ 2 w 401"/>
                <a:gd name="T59" fmla="*/ 1 h 566"/>
                <a:gd name="T60" fmla="*/ 2 w 401"/>
                <a:gd name="T61" fmla="*/ 1 h 566"/>
                <a:gd name="T62" fmla="*/ 1 w 401"/>
                <a:gd name="T63" fmla="*/ 1 h 566"/>
                <a:gd name="T64" fmla="*/ 1 w 401"/>
                <a:gd name="T65" fmla="*/ 0 h 566"/>
                <a:gd name="T66" fmla="*/ 1 w 401"/>
                <a:gd name="T67" fmla="*/ 0 h 566"/>
                <a:gd name="T68" fmla="*/ 1 w 401"/>
                <a:gd name="T69" fmla="*/ 0 h 566"/>
                <a:gd name="T70" fmla="*/ 1 w 401"/>
                <a:gd name="T71" fmla="*/ 0 h 566"/>
                <a:gd name="T72" fmla="*/ 1 w 401"/>
                <a:gd name="T73" fmla="*/ 0 h 566"/>
                <a:gd name="T74" fmla="*/ 0 w 401"/>
                <a:gd name="T75" fmla="*/ 0 h 566"/>
                <a:gd name="T76" fmla="*/ 0 w 401"/>
                <a:gd name="T77" fmla="*/ 0 h 566"/>
                <a:gd name="T78" fmla="*/ 0 w 401"/>
                <a:gd name="T79" fmla="*/ 0 h 566"/>
                <a:gd name="T80" fmla="*/ 0 w 401"/>
                <a:gd name="T81" fmla="*/ 0 h 566"/>
                <a:gd name="T82" fmla="*/ 0 w 401"/>
                <a:gd name="T83" fmla="*/ 0 h 566"/>
                <a:gd name="T84" fmla="*/ 0 w 401"/>
                <a:gd name="T85" fmla="*/ 0 h 566"/>
                <a:gd name="T86" fmla="*/ 0 w 401"/>
                <a:gd name="T87" fmla="*/ 1 h 566"/>
                <a:gd name="T88" fmla="*/ 0 w 401"/>
                <a:gd name="T89" fmla="*/ 1 h 56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401"/>
                <a:gd name="T136" fmla="*/ 0 h 566"/>
                <a:gd name="T137" fmla="*/ 401 w 401"/>
                <a:gd name="T138" fmla="*/ 566 h 566"/>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401" h="566">
                  <a:moveTo>
                    <a:pt x="23" y="88"/>
                  </a:moveTo>
                  <a:lnTo>
                    <a:pt x="23" y="88"/>
                  </a:lnTo>
                  <a:lnTo>
                    <a:pt x="53" y="107"/>
                  </a:lnTo>
                  <a:lnTo>
                    <a:pt x="83" y="125"/>
                  </a:lnTo>
                  <a:lnTo>
                    <a:pt x="108" y="147"/>
                  </a:lnTo>
                  <a:lnTo>
                    <a:pt x="135" y="171"/>
                  </a:lnTo>
                  <a:lnTo>
                    <a:pt x="160" y="196"/>
                  </a:lnTo>
                  <a:lnTo>
                    <a:pt x="182" y="223"/>
                  </a:lnTo>
                  <a:lnTo>
                    <a:pt x="205" y="251"/>
                  </a:lnTo>
                  <a:lnTo>
                    <a:pt x="223" y="281"/>
                  </a:lnTo>
                  <a:lnTo>
                    <a:pt x="240" y="312"/>
                  </a:lnTo>
                  <a:lnTo>
                    <a:pt x="256" y="345"/>
                  </a:lnTo>
                  <a:lnTo>
                    <a:pt x="270" y="379"/>
                  </a:lnTo>
                  <a:lnTo>
                    <a:pt x="282" y="414"/>
                  </a:lnTo>
                  <a:lnTo>
                    <a:pt x="291" y="450"/>
                  </a:lnTo>
                  <a:lnTo>
                    <a:pt x="299" y="488"/>
                  </a:lnTo>
                  <a:lnTo>
                    <a:pt x="304" y="526"/>
                  </a:lnTo>
                  <a:lnTo>
                    <a:pt x="308" y="566"/>
                  </a:lnTo>
                  <a:lnTo>
                    <a:pt x="401" y="562"/>
                  </a:lnTo>
                  <a:lnTo>
                    <a:pt x="398" y="517"/>
                  </a:lnTo>
                  <a:lnTo>
                    <a:pt x="391" y="471"/>
                  </a:lnTo>
                  <a:lnTo>
                    <a:pt x="383" y="429"/>
                  </a:lnTo>
                  <a:lnTo>
                    <a:pt x="371" y="386"/>
                  </a:lnTo>
                  <a:lnTo>
                    <a:pt x="357" y="346"/>
                  </a:lnTo>
                  <a:lnTo>
                    <a:pt x="340" y="307"/>
                  </a:lnTo>
                  <a:lnTo>
                    <a:pt x="324" y="270"/>
                  </a:lnTo>
                  <a:lnTo>
                    <a:pt x="303" y="232"/>
                  </a:lnTo>
                  <a:lnTo>
                    <a:pt x="280" y="197"/>
                  </a:lnTo>
                  <a:lnTo>
                    <a:pt x="255" y="164"/>
                  </a:lnTo>
                  <a:lnTo>
                    <a:pt x="228" y="132"/>
                  </a:lnTo>
                  <a:lnTo>
                    <a:pt x="199" y="103"/>
                  </a:lnTo>
                  <a:lnTo>
                    <a:pt x="169" y="76"/>
                  </a:lnTo>
                  <a:lnTo>
                    <a:pt x="137" y="50"/>
                  </a:lnTo>
                  <a:lnTo>
                    <a:pt x="103" y="27"/>
                  </a:lnTo>
                  <a:lnTo>
                    <a:pt x="67" y="6"/>
                  </a:lnTo>
                  <a:lnTo>
                    <a:pt x="48" y="0"/>
                  </a:lnTo>
                  <a:lnTo>
                    <a:pt x="30" y="2"/>
                  </a:lnTo>
                  <a:lnTo>
                    <a:pt x="16" y="12"/>
                  </a:lnTo>
                  <a:lnTo>
                    <a:pt x="5" y="25"/>
                  </a:lnTo>
                  <a:lnTo>
                    <a:pt x="0" y="41"/>
                  </a:lnTo>
                  <a:lnTo>
                    <a:pt x="0" y="59"/>
                  </a:lnTo>
                  <a:lnTo>
                    <a:pt x="8" y="75"/>
                  </a:lnTo>
                  <a:lnTo>
                    <a:pt x="23"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5856" name="Freeform 44"/>
            <p:cNvSpPr>
              <a:spLocks/>
            </p:cNvSpPr>
            <p:nvPr/>
          </p:nvSpPr>
          <p:spPr bwMode="auto">
            <a:xfrm>
              <a:off x="1346" y="1455"/>
              <a:ext cx="266" cy="160"/>
            </a:xfrm>
            <a:custGeom>
              <a:avLst/>
              <a:gdLst>
                <a:gd name="T0" fmla="*/ 0 w 1330"/>
                <a:gd name="T1" fmla="*/ 1 h 801"/>
                <a:gd name="T2" fmla="*/ 0 w 1330"/>
                <a:gd name="T3" fmla="*/ 1 h 801"/>
                <a:gd name="T4" fmla="*/ 10 w 1330"/>
                <a:gd name="T5" fmla="*/ 6 h 801"/>
                <a:gd name="T6" fmla="*/ 11 w 1330"/>
                <a:gd name="T7" fmla="*/ 6 h 801"/>
                <a:gd name="T8" fmla="*/ 1 w 1330"/>
                <a:gd name="T9" fmla="*/ 0 h 801"/>
                <a:gd name="T10" fmla="*/ 1 w 1330"/>
                <a:gd name="T11" fmla="*/ 0 h 801"/>
                <a:gd name="T12" fmla="*/ 1 w 1330"/>
                <a:gd name="T13" fmla="*/ 0 h 801"/>
                <a:gd name="T14" fmla="*/ 0 w 1330"/>
                <a:gd name="T15" fmla="*/ 0 h 801"/>
                <a:gd name="T16" fmla="*/ 0 w 1330"/>
                <a:gd name="T17" fmla="*/ 0 h 801"/>
                <a:gd name="T18" fmla="*/ 0 w 1330"/>
                <a:gd name="T19" fmla="*/ 0 h 801"/>
                <a:gd name="T20" fmla="*/ 0 w 1330"/>
                <a:gd name="T21" fmla="*/ 0 h 801"/>
                <a:gd name="T22" fmla="*/ 0 w 1330"/>
                <a:gd name="T23" fmla="*/ 0 h 801"/>
                <a:gd name="T24" fmla="*/ 0 w 1330"/>
                <a:gd name="T25" fmla="*/ 0 h 801"/>
                <a:gd name="T26" fmla="*/ 0 w 1330"/>
                <a:gd name="T27" fmla="*/ 1 h 801"/>
                <a:gd name="T28" fmla="*/ 0 w 1330"/>
                <a:gd name="T29" fmla="*/ 1 h 801"/>
                <a:gd name="T30" fmla="*/ 0 w 1330"/>
                <a:gd name="T31" fmla="*/ 1 h 801"/>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30"/>
                <a:gd name="T49" fmla="*/ 0 h 801"/>
                <a:gd name="T50" fmla="*/ 1330 w 1330"/>
                <a:gd name="T51" fmla="*/ 801 h 801"/>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30" h="801">
                  <a:moveTo>
                    <a:pt x="24" y="88"/>
                  </a:moveTo>
                  <a:lnTo>
                    <a:pt x="23" y="88"/>
                  </a:lnTo>
                  <a:lnTo>
                    <a:pt x="1286" y="801"/>
                  </a:lnTo>
                  <a:lnTo>
                    <a:pt x="1330" y="719"/>
                  </a:lnTo>
                  <a:lnTo>
                    <a:pt x="67" y="6"/>
                  </a:lnTo>
                  <a:lnTo>
                    <a:pt x="66" y="6"/>
                  </a:lnTo>
                  <a:lnTo>
                    <a:pt x="67" y="6"/>
                  </a:lnTo>
                  <a:lnTo>
                    <a:pt x="48" y="0"/>
                  </a:lnTo>
                  <a:lnTo>
                    <a:pt x="30" y="2"/>
                  </a:lnTo>
                  <a:lnTo>
                    <a:pt x="16" y="12"/>
                  </a:lnTo>
                  <a:lnTo>
                    <a:pt x="5" y="25"/>
                  </a:lnTo>
                  <a:lnTo>
                    <a:pt x="0" y="41"/>
                  </a:lnTo>
                  <a:lnTo>
                    <a:pt x="0" y="59"/>
                  </a:lnTo>
                  <a:lnTo>
                    <a:pt x="8" y="75"/>
                  </a:lnTo>
                  <a:lnTo>
                    <a:pt x="23" y="88"/>
                  </a:lnTo>
                  <a:lnTo>
                    <a:pt x="24"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5857" name="Freeform 45"/>
            <p:cNvSpPr>
              <a:spLocks/>
            </p:cNvSpPr>
            <p:nvPr/>
          </p:nvSpPr>
          <p:spPr bwMode="auto">
            <a:xfrm>
              <a:off x="1198" y="1439"/>
              <a:ext cx="161" cy="35"/>
            </a:xfrm>
            <a:custGeom>
              <a:avLst/>
              <a:gdLst>
                <a:gd name="T0" fmla="*/ 1 w 806"/>
                <a:gd name="T1" fmla="*/ 1 h 177"/>
                <a:gd name="T2" fmla="*/ 1 w 806"/>
                <a:gd name="T3" fmla="*/ 1 h 177"/>
                <a:gd name="T4" fmla="*/ 1 w 806"/>
                <a:gd name="T5" fmla="*/ 1 h 177"/>
                <a:gd name="T6" fmla="*/ 1 w 806"/>
                <a:gd name="T7" fmla="*/ 1 h 177"/>
                <a:gd name="T8" fmla="*/ 2 w 806"/>
                <a:gd name="T9" fmla="*/ 1 h 177"/>
                <a:gd name="T10" fmla="*/ 2 w 806"/>
                <a:gd name="T11" fmla="*/ 1 h 177"/>
                <a:gd name="T12" fmla="*/ 2 w 806"/>
                <a:gd name="T13" fmla="*/ 1 h 177"/>
                <a:gd name="T14" fmla="*/ 3 w 806"/>
                <a:gd name="T15" fmla="*/ 1 h 177"/>
                <a:gd name="T16" fmla="*/ 3 w 806"/>
                <a:gd name="T17" fmla="*/ 1 h 177"/>
                <a:gd name="T18" fmla="*/ 3 w 806"/>
                <a:gd name="T19" fmla="*/ 1 h 177"/>
                <a:gd name="T20" fmla="*/ 4 w 806"/>
                <a:gd name="T21" fmla="*/ 1 h 177"/>
                <a:gd name="T22" fmla="*/ 4 w 806"/>
                <a:gd name="T23" fmla="*/ 1 h 177"/>
                <a:gd name="T24" fmla="*/ 5 w 806"/>
                <a:gd name="T25" fmla="*/ 1 h 177"/>
                <a:gd name="T26" fmla="*/ 5 w 806"/>
                <a:gd name="T27" fmla="*/ 1 h 177"/>
                <a:gd name="T28" fmla="*/ 5 w 806"/>
                <a:gd name="T29" fmla="*/ 1 h 177"/>
                <a:gd name="T30" fmla="*/ 6 w 806"/>
                <a:gd name="T31" fmla="*/ 1 h 177"/>
                <a:gd name="T32" fmla="*/ 6 w 806"/>
                <a:gd name="T33" fmla="*/ 1 h 177"/>
                <a:gd name="T34" fmla="*/ 6 w 806"/>
                <a:gd name="T35" fmla="*/ 1 h 177"/>
                <a:gd name="T36" fmla="*/ 6 w 806"/>
                <a:gd name="T37" fmla="*/ 1 h 177"/>
                <a:gd name="T38" fmla="*/ 6 w 806"/>
                <a:gd name="T39" fmla="*/ 1 h 177"/>
                <a:gd name="T40" fmla="*/ 6 w 806"/>
                <a:gd name="T41" fmla="*/ 0 h 177"/>
                <a:gd name="T42" fmla="*/ 5 w 806"/>
                <a:gd name="T43" fmla="*/ 0 h 177"/>
                <a:gd name="T44" fmla="*/ 5 w 806"/>
                <a:gd name="T45" fmla="*/ 0 h 177"/>
                <a:gd name="T46" fmla="*/ 5 w 806"/>
                <a:gd name="T47" fmla="*/ 0 h 177"/>
                <a:gd name="T48" fmla="*/ 4 w 806"/>
                <a:gd name="T49" fmla="*/ 0 h 177"/>
                <a:gd name="T50" fmla="*/ 4 w 806"/>
                <a:gd name="T51" fmla="*/ 0 h 177"/>
                <a:gd name="T52" fmla="*/ 3 w 806"/>
                <a:gd name="T53" fmla="*/ 0 h 177"/>
                <a:gd name="T54" fmla="*/ 3 w 806"/>
                <a:gd name="T55" fmla="*/ 0 h 177"/>
                <a:gd name="T56" fmla="*/ 3 w 806"/>
                <a:gd name="T57" fmla="*/ 0 h 177"/>
                <a:gd name="T58" fmla="*/ 2 w 806"/>
                <a:gd name="T59" fmla="*/ 0 h 177"/>
                <a:gd name="T60" fmla="*/ 2 w 806"/>
                <a:gd name="T61" fmla="*/ 0 h 177"/>
                <a:gd name="T62" fmla="*/ 1 w 806"/>
                <a:gd name="T63" fmla="*/ 0 h 177"/>
                <a:gd name="T64" fmla="*/ 1 w 806"/>
                <a:gd name="T65" fmla="*/ 0 h 177"/>
                <a:gd name="T66" fmla="*/ 1 w 806"/>
                <a:gd name="T67" fmla="*/ 1 h 177"/>
                <a:gd name="T68" fmla="*/ 0 w 806"/>
                <a:gd name="T69" fmla="*/ 1 h 177"/>
                <a:gd name="T70" fmla="*/ 0 w 806"/>
                <a:gd name="T71" fmla="*/ 1 h 177"/>
                <a:gd name="T72" fmla="*/ 0 w 806"/>
                <a:gd name="T73" fmla="*/ 1 h 177"/>
                <a:gd name="T74" fmla="*/ 0 w 806"/>
                <a:gd name="T75" fmla="*/ 1 h 177"/>
                <a:gd name="T76" fmla="*/ 0 w 806"/>
                <a:gd name="T77" fmla="*/ 1 h 177"/>
                <a:gd name="T78" fmla="*/ 0 w 806"/>
                <a:gd name="T79" fmla="*/ 1 h 177"/>
                <a:gd name="T80" fmla="*/ 0 w 806"/>
                <a:gd name="T81" fmla="*/ 1 h 177"/>
                <a:gd name="T82" fmla="*/ 0 w 806"/>
                <a:gd name="T83" fmla="*/ 1 h 177"/>
                <a:gd name="T84" fmla="*/ 0 w 806"/>
                <a:gd name="T85" fmla="*/ 1 h 177"/>
                <a:gd name="T86" fmla="*/ 0 w 806"/>
                <a:gd name="T87" fmla="*/ 1 h 177"/>
                <a:gd name="T88" fmla="*/ 1 w 806"/>
                <a:gd name="T89" fmla="*/ 1 h 177"/>
                <a:gd name="T90" fmla="*/ 1 w 806"/>
                <a:gd name="T91" fmla="*/ 1 h 17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806"/>
                <a:gd name="T139" fmla="*/ 0 h 177"/>
                <a:gd name="T140" fmla="*/ 806 w 806"/>
                <a:gd name="T141" fmla="*/ 177 h 17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806" h="177">
                  <a:moveTo>
                    <a:pt x="67" y="171"/>
                  </a:moveTo>
                  <a:lnTo>
                    <a:pt x="68" y="171"/>
                  </a:lnTo>
                  <a:lnTo>
                    <a:pt x="109" y="151"/>
                  </a:lnTo>
                  <a:lnTo>
                    <a:pt x="151" y="135"/>
                  </a:lnTo>
                  <a:lnTo>
                    <a:pt x="196" y="122"/>
                  </a:lnTo>
                  <a:lnTo>
                    <a:pt x="242" y="110"/>
                  </a:lnTo>
                  <a:lnTo>
                    <a:pt x="287" y="102"/>
                  </a:lnTo>
                  <a:lnTo>
                    <a:pt x="335" y="97"/>
                  </a:lnTo>
                  <a:lnTo>
                    <a:pt x="382" y="95"/>
                  </a:lnTo>
                  <a:lnTo>
                    <a:pt x="430" y="94"/>
                  </a:lnTo>
                  <a:lnTo>
                    <a:pt x="477" y="97"/>
                  </a:lnTo>
                  <a:lnTo>
                    <a:pt x="524" y="102"/>
                  </a:lnTo>
                  <a:lnTo>
                    <a:pt x="568" y="108"/>
                  </a:lnTo>
                  <a:lnTo>
                    <a:pt x="612" y="117"/>
                  </a:lnTo>
                  <a:lnTo>
                    <a:pt x="654" y="128"/>
                  </a:lnTo>
                  <a:lnTo>
                    <a:pt x="693" y="141"/>
                  </a:lnTo>
                  <a:lnTo>
                    <a:pt x="730" y="155"/>
                  </a:lnTo>
                  <a:lnTo>
                    <a:pt x="764" y="171"/>
                  </a:lnTo>
                  <a:lnTo>
                    <a:pt x="806" y="89"/>
                  </a:lnTo>
                  <a:lnTo>
                    <a:pt x="768" y="70"/>
                  </a:lnTo>
                  <a:lnTo>
                    <a:pt x="725" y="54"/>
                  </a:lnTo>
                  <a:lnTo>
                    <a:pt x="680" y="39"/>
                  </a:lnTo>
                  <a:lnTo>
                    <a:pt x="633" y="26"/>
                  </a:lnTo>
                  <a:lnTo>
                    <a:pt x="585" y="16"/>
                  </a:lnTo>
                  <a:lnTo>
                    <a:pt x="536" y="8"/>
                  </a:lnTo>
                  <a:lnTo>
                    <a:pt x="484" y="3"/>
                  </a:lnTo>
                  <a:lnTo>
                    <a:pt x="433" y="0"/>
                  </a:lnTo>
                  <a:lnTo>
                    <a:pt x="380" y="1"/>
                  </a:lnTo>
                  <a:lnTo>
                    <a:pt x="328" y="3"/>
                  </a:lnTo>
                  <a:lnTo>
                    <a:pt x="276" y="10"/>
                  </a:lnTo>
                  <a:lnTo>
                    <a:pt x="223" y="19"/>
                  </a:lnTo>
                  <a:lnTo>
                    <a:pt x="172" y="30"/>
                  </a:lnTo>
                  <a:lnTo>
                    <a:pt x="121" y="46"/>
                  </a:lnTo>
                  <a:lnTo>
                    <a:pt x="72" y="67"/>
                  </a:lnTo>
                  <a:lnTo>
                    <a:pt x="24" y="89"/>
                  </a:lnTo>
                  <a:lnTo>
                    <a:pt x="25" y="89"/>
                  </a:lnTo>
                  <a:lnTo>
                    <a:pt x="24" y="89"/>
                  </a:lnTo>
                  <a:lnTo>
                    <a:pt x="8" y="102"/>
                  </a:lnTo>
                  <a:lnTo>
                    <a:pt x="0" y="118"/>
                  </a:lnTo>
                  <a:lnTo>
                    <a:pt x="0" y="136"/>
                  </a:lnTo>
                  <a:lnTo>
                    <a:pt x="6" y="152"/>
                  </a:lnTo>
                  <a:lnTo>
                    <a:pt x="17" y="165"/>
                  </a:lnTo>
                  <a:lnTo>
                    <a:pt x="31" y="175"/>
                  </a:lnTo>
                  <a:lnTo>
                    <a:pt x="48" y="177"/>
                  </a:lnTo>
                  <a:lnTo>
                    <a:pt x="68" y="171"/>
                  </a:lnTo>
                  <a:lnTo>
                    <a:pt x="67" y="1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5858" name="Freeform 46"/>
            <p:cNvSpPr>
              <a:spLocks/>
            </p:cNvSpPr>
            <p:nvPr/>
          </p:nvSpPr>
          <p:spPr bwMode="auto">
            <a:xfrm>
              <a:off x="931" y="1456"/>
              <a:ext cx="280" cy="158"/>
            </a:xfrm>
            <a:custGeom>
              <a:avLst/>
              <a:gdLst>
                <a:gd name="T0" fmla="*/ 1 w 1402"/>
                <a:gd name="T1" fmla="*/ 6 h 787"/>
                <a:gd name="T2" fmla="*/ 1 w 1402"/>
                <a:gd name="T3" fmla="*/ 6 h 787"/>
                <a:gd name="T4" fmla="*/ 11 w 1402"/>
                <a:gd name="T5" fmla="*/ 1 h 787"/>
                <a:gd name="T6" fmla="*/ 11 w 1402"/>
                <a:gd name="T7" fmla="*/ 0 h 787"/>
                <a:gd name="T8" fmla="*/ 0 w 1402"/>
                <a:gd name="T9" fmla="*/ 6 h 787"/>
                <a:gd name="T10" fmla="*/ 0 w 1402"/>
                <a:gd name="T11" fmla="*/ 6 h 787"/>
                <a:gd name="T12" fmla="*/ 0 w 1402"/>
                <a:gd name="T13" fmla="*/ 6 h 787"/>
                <a:gd name="T14" fmla="*/ 0 w 1402"/>
                <a:gd name="T15" fmla="*/ 6 h 787"/>
                <a:gd name="T16" fmla="*/ 0 w 1402"/>
                <a:gd name="T17" fmla="*/ 6 h 787"/>
                <a:gd name="T18" fmla="*/ 0 w 1402"/>
                <a:gd name="T19" fmla="*/ 6 h 787"/>
                <a:gd name="T20" fmla="*/ 0 w 1402"/>
                <a:gd name="T21" fmla="*/ 6 h 787"/>
                <a:gd name="T22" fmla="*/ 0 w 1402"/>
                <a:gd name="T23" fmla="*/ 6 h 787"/>
                <a:gd name="T24" fmla="*/ 0 w 1402"/>
                <a:gd name="T25" fmla="*/ 6 h 787"/>
                <a:gd name="T26" fmla="*/ 0 w 1402"/>
                <a:gd name="T27" fmla="*/ 6 h 787"/>
                <a:gd name="T28" fmla="*/ 1 w 1402"/>
                <a:gd name="T29" fmla="*/ 6 h 787"/>
                <a:gd name="T30" fmla="*/ 1 w 1402"/>
                <a:gd name="T31" fmla="*/ 6 h 78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02"/>
                <a:gd name="T49" fmla="*/ 0 h 787"/>
                <a:gd name="T50" fmla="*/ 1402 w 1402"/>
                <a:gd name="T51" fmla="*/ 787 h 78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02" h="787">
                  <a:moveTo>
                    <a:pt x="69" y="781"/>
                  </a:moveTo>
                  <a:lnTo>
                    <a:pt x="66" y="781"/>
                  </a:lnTo>
                  <a:lnTo>
                    <a:pt x="1402" y="82"/>
                  </a:lnTo>
                  <a:lnTo>
                    <a:pt x="1360" y="0"/>
                  </a:lnTo>
                  <a:lnTo>
                    <a:pt x="24" y="699"/>
                  </a:lnTo>
                  <a:lnTo>
                    <a:pt x="22" y="699"/>
                  </a:lnTo>
                  <a:lnTo>
                    <a:pt x="24" y="699"/>
                  </a:lnTo>
                  <a:lnTo>
                    <a:pt x="8" y="712"/>
                  </a:lnTo>
                  <a:lnTo>
                    <a:pt x="1" y="727"/>
                  </a:lnTo>
                  <a:lnTo>
                    <a:pt x="0" y="744"/>
                  </a:lnTo>
                  <a:lnTo>
                    <a:pt x="5" y="761"/>
                  </a:lnTo>
                  <a:lnTo>
                    <a:pt x="15" y="775"/>
                  </a:lnTo>
                  <a:lnTo>
                    <a:pt x="30" y="784"/>
                  </a:lnTo>
                  <a:lnTo>
                    <a:pt x="46" y="787"/>
                  </a:lnTo>
                  <a:lnTo>
                    <a:pt x="66" y="781"/>
                  </a:lnTo>
                  <a:lnTo>
                    <a:pt x="69" y="7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5859" name="Freeform 47"/>
            <p:cNvSpPr>
              <a:spLocks/>
            </p:cNvSpPr>
            <p:nvPr/>
          </p:nvSpPr>
          <p:spPr bwMode="auto">
            <a:xfrm>
              <a:off x="868" y="1596"/>
              <a:ext cx="77" cy="126"/>
            </a:xfrm>
            <a:custGeom>
              <a:avLst/>
              <a:gdLst>
                <a:gd name="T0" fmla="*/ 1 w 382"/>
                <a:gd name="T1" fmla="*/ 5 h 628"/>
                <a:gd name="T2" fmla="*/ 1 w 382"/>
                <a:gd name="T3" fmla="*/ 5 h 628"/>
                <a:gd name="T4" fmla="*/ 1 w 382"/>
                <a:gd name="T5" fmla="*/ 4 h 628"/>
                <a:gd name="T6" fmla="*/ 1 w 382"/>
                <a:gd name="T7" fmla="*/ 4 h 628"/>
                <a:gd name="T8" fmla="*/ 1 w 382"/>
                <a:gd name="T9" fmla="*/ 4 h 628"/>
                <a:gd name="T10" fmla="*/ 1 w 382"/>
                <a:gd name="T11" fmla="*/ 3 h 628"/>
                <a:gd name="T12" fmla="*/ 1 w 382"/>
                <a:gd name="T13" fmla="*/ 3 h 628"/>
                <a:gd name="T14" fmla="*/ 1 w 382"/>
                <a:gd name="T15" fmla="*/ 3 h 628"/>
                <a:gd name="T16" fmla="*/ 1 w 382"/>
                <a:gd name="T17" fmla="*/ 3 h 628"/>
                <a:gd name="T18" fmla="*/ 1 w 382"/>
                <a:gd name="T19" fmla="*/ 2 h 628"/>
                <a:gd name="T20" fmla="*/ 2 w 382"/>
                <a:gd name="T21" fmla="*/ 2 h 628"/>
                <a:gd name="T22" fmla="*/ 2 w 382"/>
                <a:gd name="T23" fmla="*/ 2 h 628"/>
                <a:gd name="T24" fmla="*/ 2 w 382"/>
                <a:gd name="T25" fmla="*/ 2 h 628"/>
                <a:gd name="T26" fmla="*/ 2 w 382"/>
                <a:gd name="T27" fmla="*/ 1 h 628"/>
                <a:gd name="T28" fmla="*/ 2 w 382"/>
                <a:gd name="T29" fmla="*/ 1 h 628"/>
                <a:gd name="T30" fmla="*/ 3 w 382"/>
                <a:gd name="T31" fmla="*/ 1 h 628"/>
                <a:gd name="T32" fmla="*/ 3 w 382"/>
                <a:gd name="T33" fmla="*/ 1 h 628"/>
                <a:gd name="T34" fmla="*/ 3 w 382"/>
                <a:gd name="T35" fmla="*/ 1 h 628"/>
                <a:gd name="T36" fmla="*/ 3 w 382"/>
                <a:gd name="T37" fmla="*/ 0 h 628"/>
                <a:gd name="T38" fmla="*/ 2 w 382"/>
                <a:gd name="T39" fmla="*/ 0 h 628"/>
                <a:gd name="T40" fmla="*/ 2 w 382"/>
                <a:gd name="T41" fmla="*/ 0 h 628"/>
                <a:gd name="T42" fmla="*/ 2 w 382"/>
                <a:gd name="T43" fmla="*/ 1 h 628"/>
                <a:gd name="T44" fmla="*/ 2 w 382"/>
                <a:gd name="T45" fmla="*/ 1 h 628"/>
                <a:gd name="T46" fmla="*/ 1 w 382"/>
                <a:gd name="T47" fmla="*/ 1 h 628"/>
                <a:gd name="T48" fmla="*/ 1 w 382"/>
                <a:gd name="T49" fmla="*/ 1 h 628"/>
                <a:gd name="T50" fmla="*/ 1 w 382"/>
                <a:gd name="T51" fmla="*/ 2 h 628"/>
                <a:gd name="T52" fmla="*/ 1 w 382"/>
                <a:gd name="T53" fmla="*/ 2 h 628"/>
                <a:gd name="T54" fmla="*/ 1 w 382"/>
                <a:gd name="T55" fmla="*/ 2 h 628"/>
                <a:gd name="T56" fmla="*/ 0 w 382"/>
                <a:gd name="T57" fmla="*/ 3 h 628"/>
                <a:gd name="T58" fmla="*/ 0 w 382"/>
                <a:gd name="T59" fmla="*/ 3 h 628"/>
                <a:gd name="T60" fmla="*/ 0 w 382"/>
                <a:gd name="T61" fmla="*/ 3 h 628"/>
                <a:gd name="T62" fmla="*/ 0 w 382"/>
                <a:gd name="T63" fmla="*/ 4 h 628"/>
                <a:gd name="T64" fmla="*/ 0 w 382"/>
                <a:gd name="T65" fmla="*/ 4 h 628"/>
                <a:gd name="T66" fmla="*/ 0 w 382"/>
                <a:gd name="T67" fmla="*/ 4 h 628"/>
                <a:gd name="T68" fmla="*/ 0 w 382"/>
                <a:gd name="T69" fmla="*/ 5 h 628"/>
                <a:gd name="T70" fmla="*/ 0 w 382"/>
                <a:gd name="T71" fmla="*/ 5 h 628"/>
                <a:gd name="T72" fmla="*/ 0 w 382"/>
                <a:gd name="T73" fmla="*/ 5 h 628"/>
                <a:gd name="T74" fmla="*/ 0 w 382"/>
                <a:gd name="T75" fmla="*/ 5 h 628"/>
                <a:gd name="T76" fmla="*/ 0 w 382"/>
                <a:gd name="T77" fmla="*/ 5 h 628"/>
                <a:gd name="T78" fmla="*/ 0 w 382"/>
                <a:gd name="T79" fmla="*/ 5 h 628"/>
                <a:gd name="T80" fmla="*/ 0 w 382"/>
                <a:gd name="T81" fmla="*/ 5 h 628"/>
                <a:gd name="T82" fmla="*/ 1 w 382"/>
                <a:gd name="T83" fmla="*/ 5 h 628"/>
                <a:gd name="T84" fmla="*/ 1 w 382"/>
                <a:gd name="T85" fmla="*/ 5 h 628"/>
                <a:gd name="T86" fmla="*/ 1 w 382"/>
                <a:gd name="T87" fmla="*/ 5 h 628"/>
                <a:gd name="T88" fmla="*/ 1 w 382"/>
                <a:gd name="T89" fmla="*/ 5 h 628"/>
                <a:gd name="T90" fmla="*/ 1 w 382"/>
                <a:gd name="T91" fmla="*/ 5 h 628"/>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382"/>
                <a:gd name="T139" fmla="*/ 0 h 628"/>
                <a:gd name="T140" fmla="*/ 382 w 382"/>
                <a:gd name="T141" fmla="*/ 628 h 628"/>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382" h="628">
                  <a:moveTo>
                    <a:pt x="94" y="581"/>
                  </a:moveTo>
                  <a:lnTo>
                    <a:pt x="94" y="582"/>
                  </a:lnTo>
                  <a:lnTo>
                    <a:pt x="96" y="541"/>
                  </a:lnTo>
                  <a:lnTo>
                    <a:pt x="99" y="500"/>
                  </a:lnTo>
                  <a:lnTo>
                    <a:pt x="106" y="463"/>
                  </a:lnTo>
                  <a:lnTo>
                    <a:pt x="115" y="424"/>
                  </a:lnTo>
                  <a:lnTo>
                    <a:pt x="127" y="389"/>
                  </a:lnTo>
                  <a:lnTo>
                    <a:pt x="140" y="353"/>
                  </a:lnTo>
                  <a:lnTo>
                    <a:pt x="156" y="320"/>
                  </a:lnTo>
                  <a:lnTo>
                    <a:pt x="173" y="287"/>
                  </a:lnTo>
                  <a:lnTo>
                    <a:pt x="193" y="255"/>
                  </a:lnTo>
                  <a:lnTo>
                    <a:pt x="214" y="226"/>
                  </a:lnTo>
                  <a:lnTo>
                    <a:pt x="238" y="198"/>
                  </a:lnTo>
                  <a:lnTo>
                    <a:pt x="263" y="172"/>
                  </a:lnTo>
                  <a:lnTo>
                    <a:pt x="290" y="146"/>
                  </a:lnTo>
                  <a:lnTo>
                    <a:pt x="318" y="122"/>
                  </a:lnTo>
                  <a:lnTo>
                    <a:pt x="349" y="101"/>
                  </a:lnTo>
                  <a:lnTo>
                    <a:pt x="382" y="82"/>
                  </a:lnTo>
                  <a:lnTo>
                    <a:pt x="335" y="0"/>
                  </a:lnTo>
                  <a:lnTo>
                    <a:pt x="297" y="23"/>
                  </a:lnTo>
                  <a:lnTo>
                    <a:pt x="262" y="49"/>
                  </a:lnTo>
                  <a:lnTo>
                    <a:pt x="229" y="76"/>
                  </a:lnTo>
                  <a:lnTo>
                    <a:pt x="198" y="104"/>
                  </a:lnTo>
                  <a:lnTo>
                    <a:pt x="167" y="137"/>
                  </a:lnTo>
                  <a:lnTo>
                    <a:pt x="142" y="170"/>
                  </a:lnTo>
                  <a:lnTo>
                    <a:pt x="116" y="204"/>
                  </a:lnTo>
                  <a:lnTo>
                    <a:pt x="94" y="240"/>
                  </a:lnTo>
                  <a:lnTo>
                    <a:pt x="74" y="278"/>
                  </a:lnTo>
                  <a:lnTo>
                    <a:pt x="54" y="317"/>
                  </a:lnTo>
                  <a:lnTo>
                    <a:pt x="38" y="359"/>
                  </a:lnTo>
                  <a:lnTo>
                    <a:pt x="26" y="401"/>
                  </a:lnTo>
                  <a:lnTo>
                    <a:pt x="15" y="444"/>
                  </a:lnTo>
                  <a:lnTo>
                    <a:pt x="8" y="489"/>
                  </a:lnTo>
                  <a:lnTo>
                    <a:pt x="2" y="534"/>
                  </a:lnTo>
                  <a:lnTo>
                    <a:pt x="0" y="580"/>
                  </a:lnTo>
                  <a:lnTo>
                    <a:pt x="0" y="581"/>
                  </a:lnTo>
                  <a:lnTo>
                    <a:pt x="0" y="580"/>
                  </a:lnTo>
                  <a:lnTo>
                    <a:pt x="3" y="600"/>
                  </a:lnTo>
                  <a:lnTo>
                    <a:pt x="14" y="615"/>
                  </a:lnTo>
                  <a:lnTo>
                    <a:pt x="29" y="625"/>
                  </a:lnTo>
                  <a:lnTo>
                    <a:pt x="45" y="628"/>
                  </a:lnTo>
                  <a:lnTo>
                    <a:pt x="63" y="626"/>
                  </a:lnTo>
                  <a:lnTo>
                    <a:pt x="78" y="616"/>
                  </a:lnTo>
                  <a:lnTo>
                    <a:pt x="89" y="602"/>
                  </a:lnTo>
                  <a:lnTo>
                    <a:pt x="94" y="582"/>
                  </a:lnTo>
                  <a:lnTo>
                    <a:pt x="94" y="5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5860" name="Freeform 48"/>
            <p:cNvSpPr>
              <a:spLocks/>
            </p:cNvSpPr>
            <p:nvPr/>
          </p:nvSpPr>
          <p:spPr bwMode="auto">
            <a:xfrm>
              <a:off x="868" y="1712"/>
              <a:ext cx="19" cy="364"/>
            </a:xfrm>
            <a:custGeom>
              <a:avLst/>
              <a:gdLst>
                <a:gd name="T0" fmla="*/ 1 w 94"/>
                <a:gd name="T1" fmla="*/ 14 h 1818"/>
                <a:gd name="T2" fmla="*/ 1 w 94"/>
                <a:gd name="T3" fmla="*/ 14 h 1818"/>
                <a:gd name="T4" fmla="*/ 1 w 94"/>
                <a:gd name="T5" fmla="*/ 0 h 1818"/>
                <a:gd name="T6" fmla="*/ 0 w 94"/>
                <a:gd name="T7" fmla="*/ 0 h 1818"/>
                <a:gd name="T8" fmla="*/ 0 w 94"/>
                <a:gd name="T9" fmla="*/ 14 h 1818"/>
                <a:gd name="T10" fmla="*/ 0 w 94"/>
                <a:gd name="T11" fmla="*/ 14 h 1818"/>
                <a:gd name="T12" fmla="*/ 0 w 94"/>
                <a:gd name="T13" fmla="*/ 14 h 1818"/>
                <a:gd name="T14" fmla="*/ 0 w 94"/>
                <a:gd name="T15" fmla="*/ 14 h 1818"/>
                <a:gd name="T16" fmla="*/ 0 w 94"/>
                <a:gd name="T17" fmla="*/ 14 h 1818"/>
                <a:gd name="T18" fmla="*/ 0 w 94"/>
                <a:gd name="T19" fmla="*/ 15 h 1818"/>
                <a:gd name="T20" fmla="*/ 0 w 94"/>
                <a:gd name="T21" fmla="*/ 15 h 1818"/>
                <a:gd name="T22" fmla="*/ 1 w 94"/>
                <a:gd name="T23" fmla="*/ 15 h 1818"/>
                <a:gd name="T24" fmla="*/ 1 w 94"/>
                <a:gd name="T25" fmla="*/ 14 h 1818"/>
                <a:gd name="T26" fmla="*/ 1 w 94"/>
                <a:gd name="T27" fmla="*/ 14 h 1818"/>
                <a:gd name="T28" fmla="*/ 1 w 94"/>
                <a:gd name="T29" fmla="*/ 14 h 1818"/>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94"/>
                <a:gd name="T46" fmla="*/ 0 h 1818"/>
                <a:gd name="T47" fmla="*/ 94 w 94"/>
                <a:gd name="T48" fmla="*/ 1818 h 1818"/>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94" h="1818">
                  <a:moveTo>
                    <a:pt x="94" y="1771"/>
                  </a:moveTo>
                  <a:lnTo>
                    <a:pt x="94" y="1771"/>
                  </a:lnTo>
                  <a:lnTo>
                    <a:pt x="94" y="0"/>
                  </a:lnTo>
                  <a:lnTo>
                    <a:pt x="0" y="0"/>
                  </a:lnTo>
                  <a:lnTo>
                    <a:pt x="0" y="1771"/>
                  </a:lnTo>
                  <a:lnTo>
                    <a:pt x="3" y="1791"/>
                  </a:lnTo>
                  <a:lnTo>
                    <a:pt x="15" y="1806"/>
                  </a:lnTo>
                  <a:lnTo>
                    <a:pt x="29" y="1814"/>
                  </a:lnTo>
                  <a:lnTo>
                    <a:pt x="47" y="1818"/>
                  </a:lnTo>
                  <a:lnTo>
                    <a:pt x="64" y="1814"/>
                  </a:lnTo>
                  <a:lnTo>
                    <a:pt x="79" y="1806"/>
                  </a:lnTo>
                  <a:lnTo>
                    <a:pt x="90" y="1791"/>
                  </a:lnTo>
                  <a:lnTo>
                    <a:pt x="94" y="17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5861" name="Freeform 49"/>
            <p:cNvSpPr>
              <a:spLocks/>
            </p:cNvSpPr>
            <p:nvPr/>
          </p:nvSpPr>
          <p:spPr bwMode="auto">
            <a:xfrm>
              <a:off x="868" y="2067"/>
              <a:ext cx="90" cy="160"/>
            </a:xfrm>
            <a:custGeom>
              <a:avLst/>
              <a:gdLst>
                <a:gd name="T0" fmla="*/ 3 w 449"/>
                <a:gd name="T1" fmla="*/ 6 h 803"/>
                <a:gd name="T2" fmla="*/ 3 w 449"/>
                <a:gd name="T3" fmla="*/ 6 h 803"/>
                <a:gd name="T4" fmla="*/ 3 w 449"/>
                <a:gd name="T5" fmla="*/ 5 h 803"/>
                <a:gd name="T6" fmla="*/ 3 w 449"/>
                <a:gd name="T7" fmla="*/ 5 h 803"/>
                <a:gd name="T8" fmla="*/ 3 w 449"/>
                <a:gd name="T9" fmla="*/ 5 h 803"/>
                <a:gd name="T10" fmla="*/ 2 w 449"/>
                <a:gd name="T11" fmla="*/ 5 h 803"/>
                <a:gd name="T12" fmla="*/ 2 w 449"/>
                <a:gd name="T13" fmla="*/ 4 h 803"/>
                <a:gd name="T14" fmla="*/ 2 w 449"/>
                <a:gd name="T15" fmla="*/ 4 h 803"/>
                <a:gd name="T16" fmla="*/ 2 w 449"/>
                <a:gd name="T17" fmla="*/ 4 h 803"/>
                <a:gd name="T18" fmla="*/ 2 w 449"/>
                <a:gd name="T19" fmla="*/ 3 h 803"/>
                <a:gd name="T20" fmla="*/ 1 w 449"/>
                <a:gd name="T21" fmla="*/ 3 h 803"/>
                <a:gd name="T22" fmla="*/ 1 w 449"/>
                <a:gd name="T23" fmla="*/ 2 h 803"/>
                <a:gd name="T24" fmla="*/ 1 w 449"/>
                <a:gd name="T25" fmla="*/ 2 h 803"/>
                <a:gd name="T26" fmla="*/ 1 w 449"/>
                <a:gd name="T27" fmla="*/ 2 h 803"/>
                <a:gd name="T28" fmla="*/ 1 w 449"/>
                <a:gd name="T29" fmla="*/ 1 h 803"/>
                <a:gd name="T30" fmla="*/ 1 w 449"/>
                <a:gd name="T31" fmla="*/ 1 h 803"/>
                <a:gd name="T32" fmla="*/ 1 w 449"/>
                <a:gd name="T33" fmla="*/ 0 h 803"/>
                <a:gd name="T34" fmla="*/ 1 w 449"/>
                <a:gd name="T35" fmla="*/ 0 h 803"/>
                <a:gd name="T36" fmla="*/ 0 w 449"/>
                <a:gd name="T37" fmla="*/ 0 h 803"/>
                <a:gd name="T38" fmla="*/ 0 w 449"/>
                <a:gd name="T39" fmla="*/ 0 h 803"/>
                <a:gd name="T40" fmla="*/ 0 w 449"/>
                <a:gd name="T41" fmla="*/ 1 h 803"/>
                <a:gd name="T42" fmla="*/ 0 w 449"/>
                <a:gd name="T43" fmla="*/ 1 h 803"/>
                <a:gd name="T44" fmla="*/ 0 w 449"/>
                <a:gd name="T45" fmla="*/ 2 h 803"/>
                <a:gd name="T46" fmla="*/ 0 w 449"/>
                <a:gd name="T47" fmla="*/ 2 h 803"/>
                <a:gd name="T48" fmla="*/ 0 w 449"/>
                <a:gd name="T49" fmla="*/ 3 h 803"/>
                <a:gd name="T50" fmla="*/ 1 w 449"/>
                <a:gd name="T51" fmla="*/ 3 h 803"/>
                <a:gd name="T52" fmla="*/ 1 w 449"/>
                <a:gd name="T53" fmla="*/ 4 h 803"/>
                <a:gd name="T54" fmla="*/ 1 w 449"/>
                <a:gd name="T55" fmla="*/ 4 h 803"/>
                <a:gd name="T56" fmla="*/ 1 w 449"/>
                <a:gd name="T57" fmla="*/ 4 h 803"/>
                <a:gd name="T58" fmla="*/ 2 w 449"/>
                <a:gd name="T59" fmla="*/ 5 h 803"/>
                <a:gd name="T60" fmla="*/ 2 w 449"/>
                <a:gd name="T61" fmla="*/ 5 h 803"/>
                <a:gd name="T62" fmla="*/ 2 w 449"/>
                <a:gd name="T63" fmla="*/ 5 h 803"/>
                <a:gd name="T64" fmla="*/ 2 w 449"/>
                <a:gd name="T65" fmla="*/ 6 h 803"/>
                <a:gd name="T66" fmla="*/ 3 w 449"/>
                <a:gd name="T67" fmla="*/ 6 h 803"/>
                <a:gd name="T68" fmla="*/ 3 w 449"/>
                <a:gd name="T69" fmla="*/ 6 h 803"/>
                <a:gd name="T70" fmla="*/ 3 w 449"/>
                <a:gd name="T71" fmla="*/ 6 h 803"/>
                <a:gd name="T72" fmla="*/ 3 w 449"/>
                <a:gd name="T73" fmla="*/ 6 h 803"/>
                <a:gd name="T74" fmla="*/ 3 w 449"/>
                <a:gd name="T75" fmla="*/ 6 h 803"/>
                <a:gd name="T76" fmla="*/ 3 w 449"/>
                <a:gd name="T77" fmla="*/ 6 h 803"/>
                <a:gd name="T78" fmla="*/ 3 w 449"/>
                <a:gd name="T79" fmla="*/ 6 h 803"/>
                <a:gd name="T80" fmla="*/ 4 w 449"/>
                <a:gd name="T81" fmla="*/ 6 h 803"/>
                <a:gd name="T82" fmla="*/ 4 w 449"/>
                <a:gd name="T83" fmla="*/ 6 h 803"/>
                <a:gd name="T84" fmla="*/ 4 w 449"/>
                <a:gd name="T85" fmla="*/ 6 h 803"/>
                <a:gd name="T86" fmla="*/ 4 w 449"/>
                <a:gd name="T87" fmla="*/ 6 h 803"/>
                <a:gd name="T88" fmla="*/ 3 w 449"/>
                <a:gd name="T89" fmla="*/ 6 h 803"/>
                <a:gd name="T90" fmla="*/ 3 w 449"/>
                <a:gd name="T91" fmla="*/ 6 h 80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449"/>
                <a:gd name="T139" fmla="*/ 0 h 803"/>
                <a:gd name="T140" fmla="*/ 449 w 449"/>
                <a:gd name="T141" fmla="*/ 803 h 80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449" h="803">
                  <a:moveTo>
                    <a:pt x="426" y="717"/>
                  </a:moveTo>
                  <a:lnTo>
                    <a:pt x="427" y="717"/>
                  </a:lnTo>
                  <a:lnTo>
                    <a:pt x="395" y="693"/>
                  </a:lnTo>
                  <a:lnTo>
                    <a:pt x="361" y="662"/>
                  </a:lnTo>
                  <a:lnTo>
                    <a:pt x="329" y="628"/>
                  </a:lnTo>
                  <a:lnTo>
                    <a:pt x="299" y="591"/>
                  </a:lnTo>
                  <a:lnTo>
                    <a:pt x="269" y="551"/>
                  </a:lnTo>
                  <a:lnTo>
                    <a:pt x="241" y="507"/>
                  </a:lnTo>
                  <a:lnTo>
                    <a:pt x="215" y="460"/>
                  </a:lnTo>
                  <a:lnTo>
                    <a:pt x="191" y="412"/>
                  </a:lnTo>
                  <a:lnTo>
                    <a:pt x="170" y="363"/>
                  </a:lnTo>
                  <a:lnTo>
                    <a:pt x="151" y="312"/>
                  </a:lnTo>
                  <a:lnTo>
                    <a:pt x="133" y="259"/>
                  </a:lnTo>
                  <a:lnTo>
                    <a:pt x="119" y="207"/>
                  </a:lnTo>
                  <a:lnTo>
                    <a:pt x="108" y="156"/>
                  </a:lnTo>
                  <a:lnTo>
                    <a:pt x="101" y="103"/>
                  </a:lnTo>
                  <a:lnTo>
                    <a:pt x="96" y="51"/>
                  </a:lnTo>
                  <a:lnTo>
                    <a:pt x="94" y="0"/>
                  </a:lnTo>
                  <a:lnTo>
                    <a:pt x="0" y="0"/>
                  </a:lnTo>
                  <a:lnTo>
                    <a:pt x="2" y="56"/>
                  </a:lnTo>
                  <a:lnTo>
                    <a:pt x="7" y="115"/>
                  </a:lnTo>
                  <a:lnTo>
                    <a:pt x="16" y="172"/>
                  </a:lnTo>
                  <a:lnTo>
                    <a:pt x="28" y="231"/>
                  </a:lnTo>
                  <a:lnTo>
                    <a:pt x="44" y="287"/>
                  </a:lnTo>
                  <a:lnTo>
                    <a:pt x="62" y="342"/>
                  </a:lnTo>
                  <a:lnTo>
                    <a:pt x="83" y="398"/>
                  </a:lnTo>
                  <a:lnTo>
                    <a:pt x="106" y="452"/>
                  </a:lnTo>
                  <a:lnTo>
                    <a:pt x="133" y="505"/>
                  </a:lnTo>
                  <a:lnTo>
                    <a:pt x="161" y="554"/>
                  </a:lnTo>
                  <a:lnTo>
                    <a:pt x="192" y="602"/>
                  </a:lnTo>
                  <a:lnTo>
                    <a:pt x="224" y="647"/>
                  </a:lnTo>
                  <a:lnTo>
                    <a:pt x="259" y="689"/>
                  </a:lnTo>
                  <a:lnTo>
                    <a:pt x="295" y="728"/>
                  </a:lnTo>
                  <a:lnTo>
                    <a:pt x="334" y="763"/>
                  </a:lnTo>
                  <a:lnTo>
                    <a:pt x="374" y="795"/>
                  </a:lnTo>
                  <a:lnTo>
                    <a:pt x="375" y="795"/>
                  </a:lnTo>
                  <a:lnTo>
                    <a:pt x="374" y="795"/>
                  </a:lnTo>
                  <a:lnTo>
                    <a:pt x="392" y="803"/>
                  </a:lnTo>
                  <a:lnTo>
                    <a:pt x="411" y="803"/>
                  </a:lnTo>
                  <a:lnTo>
                    <a:pt x="426" y="795"/>
                  </a:lnTo>
                  <a:lnTo>
                    <a:pt x="439" y="782"/>
                  </a:lnTo>
                  <a:lnTo>
                    <a:pt x="446" y="766"/>
                  </a:lnTo>
                  <a:lnTo>
                    <a:pt x="449" y="749"/>
                  </a:lnTo>
                  <a:lnTo>
                    <a:pt x="441" y="732"/>
                  </a:lnTo>
                  <a:lnTo>
                    <a:pt x="427" y="717"/>
                  </a:lnTo>
                  <a:lnTo>
                    <a:pt x="426" y="71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5862" name="Freeform 50"/>
            <p:cNvSpPr>
              <a:spLocks/>
            </p:cNvSpPr>
            <p:nvPr/>
          </p:nvSpPr>
          <p:spPr bwMode="auto">
            <a:xfrm>
              <a:off x="883" y="1673"/>
              <a:ext cx="379" cy="690"/>
            </a:xfrm>
            <a:custGeom>
              <a:avLst/>
              <a:gdLst>
                <a:gd name="T0" fmla="*/ 12 w 1897"/>
                <a:gd name="T1" fmla="*/ 6 h 3450"/>
                <a:gd name="T2" fmla="*/ 13 w 1897"/>
                <a:gd name="T3" fmla="*/ 7 h 3450"/>
                <a:gd name="T4" fmla="*/ 13 w 1897"/>
                <a:gd name="T5" fmla="*/ 7 h 3450"/>
                <a:gd name="T6" fmla="*/ 14 w 1897"/>
                <a:gd name="T7" fmla="*/ 8 h 3450"/>
                <a:gd name="T8" fmla="*/ 14 w 1897"/>
                <a:gd name="T9" fmla="*/ 9 h 3450"/>
                <a:gd name="T10" fmla="*/ 15 w 1897"/>
                <a:gd name="T11" fmla="*/ 10 h 3450"/>
                <a:gd name="T12" fmla="*/ 15 w 1897"/>
                <a:gd name="T13" fmla="*/ 11 h 3450"/>
                <a:gd name="T14" fmla="*/ 15 w 1897"/>
                <a:gd name="T15" fmla="*/ 11 h 3450"/>
                <a:gd name="T16" fmla="*/ 15 w 1897"/>
                <a:gd name="T17" fmla="*/ 12 h 3450"/>
                <a:gd name="T18" fmla="*/ 15 w 1897"/>
                <a:gd name="T19" fmla="*/ 26 h 3450"/>
                <a:gd name="T20" fmla="*/ 15 w 1897"/>
                <a:gd name="T21" fmla="*/ 26 h 3450"/>
                <a:gd name="T22" fmla="*/ 15 w 1897"/>
                <a:gd name="T23" fmla="*/ 27 h 3450"/>
                <a:gd name="T24" fmla="*/ 15 w 1897"/>
                <a:gd name="T25" fmla="*/ 27 h 3450"/>
                <a:gd name="T26" fmla="*/ 14 w 1897"/>
                <a:gd name="T27" fmla="*/ 27 h 3450"/>
                <a:gd name="T28" fmla="*/ 14 w 1897"/>
                <a:gd name="T29" fmla="*/ 28 h 3450"/>
                <a:gd name="T30" fmla="*/ 13 w 1897"/>
                <a:gd name="T31" fmla="*/ 28 h 3450"/>
                <a:gd name="T32" fmla="*/ 13 w 1897"/>
                <a:gd name="T33" fmla="*/ 27 h 3450"/>
                <a:gd name="T34" fmla="*/ 3 w 1897"/>
                <a:gd name="T35" fmla="*/ 21 h 3450"/>
                <a:gd name="T36" fmla="*/ 2 w 1897"/>
                <a:gd name="T37" fmla="*/ 21 h 3450"/>
                <a:gd name="T38" fmla="*/ 2 w 1897"/>
                <a:gd name="T39" fmla="*/ 20 h 3450"/>
                <a:gd name="T40" fmla="*/ 1 w 1897"/>
                <a:gd name="T41" fmla="*/ 19 h 3450"/>
                <a:gd name="T42" fmla="*/ 1 w 1897"/>
                <a:gd name="T43" fmla="*/ 19 h 3450"/>
                <a:gd name="T44" fmla="*/ 0 w 1897"/>
                <a:gd name="T45" fmla="*/ 18 h 3450"/>
                <a:gd name="T46" fmla="*/ 0 w 1897"/>
                <a:gd name="T47" fmla="*/ 17 h 3450"/>
                <a:gd name="T48" fmla="*/ 0 w 1897"/>
                <a:gd name="T49" fmla="*/ 16 h 3450"/>
                <a:gd name="T50" fmla="*/ 0 w 1897"/>
                <a:gd name="T51" fmla="*/ 15 h 3450"/>
                <a:gd name="T52" fmla="*/ 0 w 1897"/>
                <a:gd name="T53" fmla="*/ 2 h 3450"/>
                <a:gd name="T54" fmla="*/ 0 w 1897"/>
                <a:gd name="T55" fmla="*/ 1 h 3450"/>
                <a:gd name="T56" fmla="*/ 0 w 1897"/>
                <a:gd name="T57" fmla="*/ 1 h 3450"/>
                <a:gd name="T58" fmla="*/ 1 w 1897"/>
                <a:gd name="T59" fmla="*/ 0 h 3450"/>
                <a:gd name="T60" fmla="*/ 1 w 1897"/>
                <a:gd name="T61" fmla="*/ 0 h 3450"/>
                <a:gd name="T62" fmla="*/ 1 w 1897"/>
                <a:gd name="T63" fmla="*/ 0 h 3450"/>
                <a:gd name="T64" fmla="*/ 2 w 1897"/>
                <a:gd name="T65" fmla="*/ 0 h 3450"/>
                <a:gd name="T66" fmla="*/ 3 w 1897"/>
                <a:gd name="T67" fmla="*/ 0 h 3450"/>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897"/>
                <a:gd name="T103" fmla="*/ 0 h 3450"/>
                <a:gd name="T104" fmla="*/ 1897 w 1897"/>
                <a:gd name="T105" fmla="*/ 3450 h 3450"/>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897" h="3450">
                  <a:moveTo>
                    <a:pt x="357" y="49"/>
                  </a:moveTo>
                  <a:lnTo>
                    <a:pt x="1542" y="806"/>
                  </a:lnTo>
                  <a:lnTo>
                    <a:pt x="1579" y="832"/>
                  </a:lnTo>
                  <a:lnTo>
                    <a:pt x="1614" y="861"/>
                  </a:lnTo>
                  <a:lnTo>
                    <a:pt x="1648" y="895"/>
                  </a:lnTo>
                  <a:lnTo>
                    <a:pt x="1681" y="933"/>
                  </a:lnTo>
                  <a:lnTo>
                    <a:pt x="1711" y="973"/>
                  </a:lnTo>
                  <a:lnTo>
                    <a:pt x="1740" y="1016"/>
                  </a:lnTo>
                  <a:lnTo>
                    <a:pt x="1768" y="1062"/>
                  </a:lnTo>
                  <a:lnTo>
                    <a:pt x="1793" y="1109"/>
                  </a:lnTo>
                  <a:lnTo>
                    <a:pt x="1816" y="1158"/>
                  </a:lnTo>
                  <a:lnTo>
                    <a:pt x="1836" y="1208"/>
                  </a:lnTo>
                  <a:lnTo>
                    <a:pt x="1854" y="1260"/>
                  </a:lnTo>
                  <a:lnTo>
                    <a:pt x="1869" y="1313"/>
                  </a:lnTo>
                  <a:lnTo>
                    <a:pt x="1881" y="1364"/>
                  </a:lnTo>
                  <a:lnTo>
                    <a:pt x="1890" y="1417"/>
                  </a:lnTo>
                  <a:lnTo>
                    <a:pt x="1895" y="1469"/>
                  </a:lnTo>
                  <a:lnTo>
                    <a:pt x="1897" y="1519"/>
                  </a:lnTo>
                  <a:lnTo>
                    <a:pt x="1897" y="3142"/>
                  </a:lnTo>
                  <a:lnTo>
                    <a:pt x="1895" y="3190"/>
                  </a:lnTo>
                  <a:lnTo>
                    <a:pt x="1890" y="3235"/>
                  </a:lnTo>
                  <a:lnTo>
                    <a:pt x="1881" y="3276"/>
                  </a:lnTo>
                  <a:lnTo>
                    <a:pt x="1869" y="3313"/>
                  </a:lnTo>
                  <a:lnTo>
                    <a:pt x="1854" y="3346"/>
                  </a:lnTo>
                  <a:lnTo>
                    <a:pt x="1836" y="3375"/>
                  </a:lnTo>
                  <a:lnTo>
                    <a:pt x="1816" y="3398"/>
                  </a:lnTo>
                  <a:lnTo>
                    <a:pt x="1793" y="3418"/>
                  </a:lnTo>
                  <a:lnTo>
                    <a:pt x="1768" y="3434"/>
                  </a:lnTo>
                  <a:lnTo>
                    <a:pt x="1740" y="3444"/>
                  </a:lnTo>
                  <a:lnTo>
                    <a:pt x="1711" y="3450"/>
                  </a:lnTo>
                  <a:lnTo>
                    <a:pt x="1681" y="3450"/>
                  </a:lnTo>
                  <a:lnTo>
                    <a:pt x="1648" y="3445"/>
                  </a:lnTo>
                  <a:lnTo>
                    <a:pt x="1614" y="3436"/>
                  </a:lnTo>
                  <a:lnTo>
                    <a:pt x="1579" y="3421"/>
                  </a:lnTo>
                  <a:lnTo>
                    <a:pt x="1542" y="3400"/>
                  </a:lnTo>
                  <a:lnTo>
                    <a:pt x="357" y="2643"/>
                  </a:lnTo>
                  <a:lnTo>
                    <a:pt x="320" y="2618"/>
                  </a:lnTo>
                  <a:lnTo>
                    <a:pt x="285" y="2588"/>
                  </a:lnTo>
                  <a:lnTo>
                    <a:pt x="251" y="2554"/>
                  </a:lnTo>
                  <a:lnTo>
                    <a:pt x="218" y="2517"/>
                  </a:lnTo>
                  <a:lnTo>
                    <a:pt x="187" y="2477"/>
                  </a:lnTo>
                  <a:lnTo>
                    <a:pt x="157" y="2433"/>
                  </a:lnTo>
                  <a:lnTo>
                    <a:pt x="130" y="2388"/>
                  </a:lnTo>
                  <a:lnTo>
                    <a:pt x="105" y="2341"/>
                  </a:lnTo>
                  <a:lnTo>
                    <a:pt x="81" y="2292"/>
                  </a:lnTo>
                  <a:lnTo>
                    <a:pt x="61" y="2241"/>
                  </a:lnTo>
                  <a:lnTo>
                    <a:pt x="44" y="2190"/>
                  </a:lnTo>
                  <a:lnTo>
                    <a:pt x="29" y="2138"/>
                  </a:lnTo>
                  <a:lnTo>
                    <a:pt x="17" y="2085"/>
                  </a:lnTo>
                  <a:lnTo>
                    <a:pt x="7" y="2033"/>
                  </a:lnTo>
                  <a:lnTo>
                    <a:pt x="3" y="1981"/>
                  </a:lnTo>
                  <a:lnTo>
                    <a:pt x="0" y="1931"/>
                  </a:lnTo>
                  <a:lnTo>
                    <a:pt x="0" y="308"/>
                  </a:lnTo>
                  <a:lnTo>
                    <a:pt x="3" y="260"/>
                  </a:lnTo>
                  <a:lnTo>
                    <a:pt x="7" y="215"/>
                  </a:lnTo>
                  <a:lnTo>
                    <a:pt x="17" y="174"/>
                  </a:lnTo>
                  <a:lnTo>
                    <a:pt x="29" y="137"/>
                  </a:lnTo>
                  <a:lnTo>
                    <a:pt x="44" y="104"/>
                  </a:lnTo>
                  <a:lnTo>
                    <a:pt x="61" y="76"/>
                  </a:lnTo>
                  <a:lnTo>
                    <a:pt x="81" y="51"/>
                  </a:lnTo>
                  <a:lnTo>
                    <a:pt x="105" y="31"/>
                  </a:lnTo>
                  <a:lnTo>
                    <a:pt x="130" y="16"/>
                  </a:lnTo>
                  <a:lnTo>
                    <a:pt x="157" y="5"/>
                  </a:lnTo>
                  <a:lnTo>
                    <a:pt x="187" y="0"/>
                  </a:lnTo>
                  <a:lnTo>
                    <a:pt x="218" y="0"/>
                  </a:lnTo>
                  <a:lnTo>
                    <a:pt x="251" y="3"/>
                  </a:lnTo>
                  <a:lnTo>
                    <a:pt x="285" y="14"/>
                  </a:lnTo>
                  <a:lnTo>
                    <a:pt x="320" y="29"/>
                  </a:lnTo>
                  <a:lnTo>
                    <a:pt x="357" y="49"/>
                  </a:lnTo>
                  <a:close/>
                </a:path>
              </a:pathLst>
            </a:custGeom>
            <a:solidFill>
              <a:srgbClr val="BFBFB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5863" name="Freeform 51"/>
            <p:cNvSpPr>
              <a:spLocks/>
            </p:cNvSpPr>
            <p:nvPr/>
          </p:nvSpPr>
          <p:spPr bwMode="auto">
            <a:xfrm>
              <a:off x="1268" y="1663"/>
              <a:ext cx="393" cy="711"/>
            </a:xfrm>
            <a:custGeom>
              <a:avLst/>
              <a:gdLst>
                <a:gd name="T0" fmla="*/ 3 w 1962"/>
                <a:gd name="T1" fmla="*/ 7 h 3555"/>
                <a:gd name="T2" fmla="*/ 2 w 1962"/>
                <a:gd name="T3" fmla="*/ 7 h 3555"/>
                <a:gd name="T4" fmla="*/ 2 w 1962"/>
                <a:gd name="T5" fmla="*/ 8 h 3555"/>
                <a:gd name="T6" fmla="*/ 1 w 1962"/>
                <a:gd name="T7" fmla="*/ 8 h 3555"/>
                <a:gd name="T8" fmla="*/ 1 w 1962"/>
                <a:gd name="T9" fmla="*/ 9 h 3555"/>
                <a:gd name="T10" fmla="*/ 1 w 1962"/>
                <a:gd name="T11" fmla="*/ 10 h 3555"/>
                <a:gd name="T12" fmla="*/ 0 w 1962"/>
                <a:gd name="T13" fmla="*/ 11 h 3555"/>
                <a:gd name="T14" fmla="*/ 0 w 1962"/>
                <a:gd name="T15" fmla="*/ 12 h 3555"/>
                <a:gd name="T16" fmla="*/ 0 w 1962"/>
                <a:gd name="T17" fmla="*/ 13 h 3555"/>
                <a:gd name="T18" fmla="*/ 0 w 1962"/>
                <a:gd name="T19" fmla="*/ 26 h 3555"/>
                <a:gd name="T20" fmla="*/ 0 w 1962"/>
                <a:gd name="T21" fmla="*/ 27 h 3555"/>
                <a:gd name="T22" fmla="*/ 0 w 1962"/>
                <a:gd name="T23" fmla="*/ 28 h 3555"/>
                <a:gd name="T24" fmla="*/ 1 w 1962"/>
                <a:gd name="T25" fmla="*/ 28 h 3555"/>
                <a:gd name="T26" fmla="*/ 1 w 1962"/>
                <a:gd name="T27" fmla="*/ 28 h 3555"/>
                <a:gd name="T28" fmla="*/ 2 w 1962"/>
                <a:gd name="T29" fmla="*/ 28 h 3555"/>
                <a:gd name="T30" fmla="*/ 2 w 1962"/>
                <a:gd name="T31" fmla="*/ 28 h 3555"/>
                <a:gd name="T32" fmla="*/ 3 w 1962"/>
                <a:gd name="T33" fmla="*/ 28 h 3555"/>
                <a:gd name="T34" fmla="*/ 13 w 1962"/>
                <a:gd name="T35" fmla="*/ 22 h 3555"/>
                <a:gd name="T36" fmla="*/ 13 w 1962"/>
                <a:gd name="T37" fmla="*/ 21 h 3555"/>
                <a:gd name="T38" fmla="*/ 14 w 1962"/>
                <a:gd name="T39" fmla="*/ 21 h 3555"/>
                <a:gd name="T40" fmla="*/ 14 w 1962"/>
                <a:gd name="T41" fmla="*/ 20 h 3555"/>
                <a:gd name="T42" fmla="*/ 15 w 1962"/>
                <a:gd name="T43" fmla="*/ 19 h 3555"/>
                <a:gd name="T44" fmla="*/ 15 w 1962"/>
                <a:gd name="T45" fmla="*/ 18 h 3555"/>
                <a:gd name="T46" fmla="*/ 16 w 1962"/>
                <a:gd name="T47" fmla="*/ 18 h 3555"/>
                <a:gd name="T48" fmla="*/ 16 w 1962"/>
                <a:gd name="T49" fmla="*/ 17 h 3555"/>
                <a:gd name="T50" fmla="*/ 16 w 1962"/>
                <a:gd name="T51" fmla="*/ 16 h 3555"/>
                <a:gd name="T52" fmla="*/ 16 w 1962"/>
                <a:gd name="T53" fmla="*/ 2 h 3555"/>
                <a:gd name="T54" fmla="*/ 16 w 1962"/>
                <a:gd name="T55" fmla="*/ 1 h 3555"/>
                <a:gd name="T56" fmla="*/ 15 w 1962"/>
                <a:gd name="T57" fmla="*/ 1 h 3555"/>
                <a:gd name="T58" fmla="*/ 15 w 1962"/>
                <a:gd name="T59" fmla="*/ 0 h 3555"/>
                <a:gd name="T60" fmla="*/ 15 w 1962"/>
                <a:gd name="T61" fmla="*/ 0 h 3555"/>
                <a:gd name="T62" fmla="*/ 14 w 1962"/>
                <a:gd name="T63" fmla="*/ 0 h 3555"/>
                <a:gd name="T64" fmla="*/ 14 w 1962"/>
                <a:gd name="T65" fmla="*/ 0 h 3555"/>
                <a:gd name="T66" fmla="*/ 13 w 1962"/>
                <a:gd name="T67" fmla="*/ 0 h 3555"/>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962"/>
                <a:gd name="T103" fmla="*/ 0 h 3555"/>
                <a:gd name="T104" fmla="*/ 1962 w 1962"/>
                <a:gd name="T105" fmla="*/ 3555 h 3555"/>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962" h="3555">
                  <a:moveTo>
                    <a:pt x="1594" y="50"/>
                  </a:moveTo>
                  <a:lnTo>
                    <a:pt x="368" y="831"/>
                  </a:lnTo>
                  <a:lnTo>
                    <a:pt x="330" y="858"/>
                  </a:lnTo>
                  <a:lnTo>
                    <a:pt x="294" y="888"/>
                  </a:lnTo>
                  <a:lnTo>
                    <a:pt x="259" y="922"/>
                  </a:lnTo>
                  <a:lnTo>
                    <a:pt x="225" y="961"/>
                  </a:lnTo>
                  <a:lnTo>
                    <a:pt x="193" y="1003"/>
                  </a:lnTo>
                  <a:lnTo>
                    <a:pt x="163" y="1047"/>
                  </a:lnTo>
                  <a:lnTo>
                    <a:pt x="133" y="1094"/>
                  </a:lnTo>
                  <a:lnTo>
                    <a:pt x="108" y="1143"/>
                  </a:lnTo>
                  <a:lnTo>
                    <a:pt x="84" y="1193"/>
                  </a:lnTo>
                  <a:lnTo>
                    <a:pt x="63" y="1246"/>
                  </a:lnTo>
                  <a:lnTo>
                    <a:pt x="44" y="1299"/>
                  </a:lnTo>
                  <a:lnTo>
                    <a:pt x="29" y="1353"/>
                  </a:lnTo>
                  <a:lnTo>
                    <a:pt x="16" y="1405"/>
                  </a:lnTo>
                  <a:lnTo>
                    <a:pt x="7" y="1459"/>
                  </a:lnTo>
                  <a:lnTo>
                    <a:pt x="2" y="1512"/>
                  </a:lnTo>
                  <a:lnTo>
                    <a:pt x="0" y="1565"/>
                  </a:lnTo>
                  <a:lnTo>
                    <a:pt x="0" y="3237"/>
                  </a:lnTo>
                  <a:lnTo>
                    <a:pt x="2" y="3287"/>
                  </a:lnTo>
                  <a:lnTo>
                    <a:pt x="7" y="3333"/>
                  </a:lnTo>
                  <a:lnTo>
                    <a:pt x="16" y="3375"/>
                  </a:lnTo>
                  <a:lnTo>
                    <a:pt x="29" y="3413"/>
                  </a:lnTo>
                  <a:lnTo>
                    <a:pt x="44" y="3447"/>
                  </a:lnTo>
                  <a:lnTo>
                    <a:pt x="63" y="3477"/>
                  </a:lnTo>
                  <a:lnTo>
                    <a:pt x="84" y="3502"/>
                  </a:lnTo>
                  <a:lnTo>
                    <a:pt x="108" y="3522"/>
                  </a:lnTo>
                  <a:lnTo>
                    <a:pt x="133" y="3538"/>
                  </a:lnTo>
                  <a:lnTo>
                    <a:pt x="163" y="3549"/>
                  </a:lnTo>
                  <a:lnTo>
                    <a:pt x="193" y="3555"/>
                  </a:lnTo>
                  <a:lnTo>
                    <a:pt x="225" y="3555"/>
                  </a:lnTo>
                  <a:lnTo>
                    <a:pt x="259" y="3550"/>
                  </a:lnTo>
                  <a:lnTo>
                    <a:pt x="294" y="3541"/>
                  </a:lnTo>
                  <a:lnTo>
                    <a:pt x="330" y="3524"/>
                  </a:lnTo>
                  <a:lnTo>
                    <a:pt x="368" y="3503"/>
                  </a:lnTo>
                  <a:lnTo>
                    <a:pt x="1594" y="2722"/>
                  </a:lnTo>
                  <a:lnTo>
                    <a:pt x="1632" y="2696"/>
                  </a:lnTo>
                  <a:lnTo>
                    <a:pt x="1668" y="2665"/>
                  </a:lnTo>
                  <a:lnTo>
                    <a:pt x="1703" y="2631"/>
                  </a:lnTo>
                  <a:lnTo>
                    <a:pt x="1737" y="2592"/>
                  </a:lnTo>
                  <a:lnTo>
                    <a:pt x="1769" y="2551"/>
                  </a:lnTo>
                  <a:lnTo>
                    <a:pt x="1799" y="2506"/>
                  </a:lnTo>
                  <a:lnTo>
                    <a:pt x="1829" y="2460"/>
                  </a:lnTo>
                  <a:lnTo>
                    <a:pt x="1854" y="2411"/>
                  </a:lnTo>
                  <a:lnTo>
                    <a:pt x="1878" y="2361"/>
                  </a:lnTo>
                  <a:lnTo>
                    <a:pt x="1899" y="2308"/>
                  </a:lnTo>
                  <a:lnTo>
                    <a:pt x="1918" y="2256"/>
                  </a:lnTo>
                  <a:lnTo>
                    <a:pt x="1933" y="2202"/>
                  </a:lnTo>
                  <a:lnTo>
                    <a:pt x="1946" y="2149"/>
                  </a:lnTo>
                  <a:lnTo>
                    <a:pt x="1955" y="2095"/>
                  </a:lnTo>
                  <a:lnTo>
                    <a:pt x="1960" y="2042"/>
                  </a:lnTo>
                  <a:lnTo>
                    <a:pt x="1962" y="1989"/>
                  </a:lnTo>
                  <a:lnTo>
                    <a:pt x="1962" y="319"/>
                  </a:lnTo>
                  <a:lnTo>
                    <a:pt x="1960" y="269"/>
                  </a:lnTo>
                  <a:lnTo>
                    <a:pt x="1955" y="223"/>
                  </a:lnTo>
                  <a:lnTo>
                    <a:pt x="1946" y="180"/>
                  </a:lnTo>
                  <a:lnTo>
                    <a:pt x="1933" y="143"/>
                  </a:lnTo>
                  <a:lnTo>
                    <a:pt x="1918" y="109"/>
                  </a:lnTo>
                  <a:lnTo>
                    <a:pt x="1899" y="79"/>
                  </a:lnTo>
                  <a:lnTo>
                    <a:pt x="1878" y="54"/>
                  </a:lnTo>
                  <a:lnTo>
                    <a:pt x="1854" y="33"/>
                  </a:lnTo>
                  <a:lnTo>
                    <a:pt x="1829" y="17"/>
                  </a:lnTo>
                  <a:lnTo>
                    <a:pt x="1799" y="7"/>
                  </a:lnTo>
                  <a:lnTo>
                    <a:pt x="1769" y="0"/>
                  </a:lnTo>
                  <a:lnTo>
                    <a:pt x="1737" y="0"/>
                  </a:lnTo>
                  <a:lnTo>
                    <a:pt x="1703" y="4"/>
                  </a:lnTo>
                  <a:lnTo>
                    <a:pt x="1668" y="14"/>
                  </a:lnTo>
                  <a:lnTo>
                    <a:pt x="1632" y="29"/>
                  </a:lnTo>
                  <a:lnTo>
                    <a:pt x="1594" y="50"/>
                  </a:lnTo>
                  <a:close/>
                </a:path>
              </a:pathLst>
            </a:custGeom>
            <a:solidFill>
              <a:srgbClr val="E5E5E5"/>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5864" name="Freeform 52"/>
            <p:cNvSpPr>
              <a:spLocks noEditPoints="1"/>
            </p:cNvSpPr>
            <p:nvPr/>
          </p:nvSpPr>
          <p:spPr bwMode="auto">
            <a:xfrm>
              <a:off x="916" y="1589"/>
              <a:ext cx="697" cy="698"/>
            </a:xfrm>
            <a:custGeom>
              <a:avLst/>
              <a:gdLst>
                <a:gd name="T0" fmla="*/ 16 w 3485"/>
                <a:gd name="T1" fmla="*/ 0 h 3490"/>
                <a:gd name="T2" fmla="*/ 17 w 3485"/>
                <a:gd name="T3" fmla="*/ 2 h 3490"/>
                <a:gd name="T4" fmla="*/ 17 w 3485"/>
                <a:gd name="T5" fmla="*/ 3 h 3490"/>
                <a:gd name="T6" fmla="*/ 14 w 3485"/>
                <a:gd name="T7" fmla="*/ 4 h 3490"/>
                <a:gd name="T8" fmla="*/ 12 w 3485"/>
                <a:gd name="T9" fmla="*/ 4 h 3490"/>
                <a:gd name="T10" fmla="*/ 11 w 3485"/>
                <a:gd name="T11" fmla="*/ 2 h 3490"/>
                <a:gd name="T12" fmla="*/ 11 w 3485"/>
                <a:gd name="T13" fmla="*/ 1 h 3490"/>
                <a:gd name="T14" fmla="*/ 14 w 3485"/>
                <a:gd name="T15" fmla="*/ 0 h 3490"/>
                <a:gd name="T16" fmla="*/ 3 w 3485"/>
                <a:gd name="T17" fmla="*/ 7 h 3490"/>
                <a:gd name="T18" fmla="*/ 4 w 3485"/>
                <a:gd name="T19" fmla="*/ 9 h 3490"/>
                <a:gd name="T20" fmla="*/ 3 w 3485"/>
                <a:gd name="T21" fmla="*/ 12 h 3490"/>
                <a:gd name="T22" fmla="*/ 2 w 3485"/>
                <a:gd name="T23" fmla="*/ 13 h 3490"/>
                <a:gd name="T24" fmla="*/ 1 w 3485"/>
                <a:gd name="T25" fmla="*/ 12 h 3490"/>
                <a:gd name="T26" fmla="*/ 0 w 3485"/>
                <a:gd name="T27" fmla="*/ 10 h 3490"/>
                <a:gd name="T28" fmla="*/ 0 w 3485"/>
                <a:gd name="T29" fmla="*/ 8 h 3490"/>
                <a:gd name="T30" fmla="*/ 2 w 3485"/>
                <a:gd name="T31" fmla="*/ 6 h 3490"/>
                <a:gd name="T32" fmla="*/ 10 w 3485"/>
                <a:gd name="T33" fmla="*/ 20 h 3490"/>
                <a:gd name="T34" fmla="*/ 11 w 3485"/>
                <a:gd name="T35" fmla="*/ 22 h 3490"/>
                <a:gd name="T36" fmla="*/ 11 w 3485"/>
                <a:gd name="T37" fmla="*/ 25 h 3490"/>
                <a:gd name="T38" fmla="*/ 10 w 3485"/>
                <a:gd name="T39" fmla="*/ 27 h 3490"/>
                <a:gd name="T40" fmla="*/ 8 w 3485"/>
                <a:gd name="T41" fmla="*/ 26 h 3490"/>
                <a:gd name="T42" fmla="*/ 7 w 3485"/>
                <a:gd name="T43" fmla="*/ 24 h 3490"/>
                <a:gd name="T44" fmla="*/ 7 w 3485"/>
                <a:gd name="T45" fmla="*/ 22 h 3490"/>
                <a:gd name="T46" fmla="*/ 8 w 3485"/>
                <a:gd name="T47" fmla="*/ 20 h 3490"/>
                <a:gd name="T48" fmla="*/ 20 w 3485"/>
                <a:gd name="T49" fmla="*/ 21 h 3490"/>
                <a:gd name="T50" fmla="*/ 21 w 3485"/>
                <a:gd name="T51" fmla="*/ 23 h 3490"/>
                <a:gd name="T52" fmla="*/ 21 w 3485"/>
                <a:gd name="T53" fmla="*/ 26 h 3490"/>
                <a:gd name="T54" fmla="*/ 20 w 3485"/>
                <a:gd name="T55" fmla="*/ 28 h 3490"/>
                <a:gd name="T56" fmla="*/ 18 w 3485"/>
                <a:gd name="T57" fmla="*/ 28 h 3490"/>
                <a:gd name="T58" fmla="*/ 17 w 3485"/>
                <a:gd name="T59" fmla="*/ 26 h 3490"/>
                <a:gd name="T60" fmla="*/ 17 w 3485"/>
                <a:gd name="T61" fmla="*/ 23 h 3490"/>
                <a:gd name="T62" fmla="*/ 18 w 3485"/>
                <a:gd name="T63" fmla="*/ 21 h 3490"/>
                <a:gd name="T64" fmla="*/ 19 w 3485"/>
                <a:gd name="T65" fmla="*/ 11 h 3490"/>
                <a:gd name="T66" fmla="*/ 20 w 3485"/>
                <a:gd name="T67" fmla="*/ 13 h 3490"/>
                <a:gd name="T68" fmla="*/ 21 w 3485"/>
                <a:gd name="T69" fmla="*/ 15 h 3490"/>
                <a:gd name="T70" fmla="*/ 20 w 3485"/>
                <a:gd name="T71" fmla="*/ 17 h 3490"/>
                <a:gd name="T72" fmla="*/ 18 w 3485"/>
                <a:gd name="T73" fmla="*/ 17 h 3490"/>
                <a:gd name="T74" fmla="*/ 17 w 3485"/>
                <a:gd name="T75" fmla="*/ 16 h 3490"/>
                <a:gd name="T76" fmla="*/ 17 w 3485"/>
                <a:gd name="T77" fmla="*/ 13 h 3490"/>
                <a:gd name="T78" fmla="*/ 18 w 3485"/>
                <a:gd name="T79" fmla="*/ 11 h 3490"/>
                <a:gd name="T80" fmla="*/ 26 w 3485"/>
                <a:gd name="T81" fmla="*/ 7 h 3490"/>
                <a:gd name="T82" fmla="*/ 27 w 3485"/>
                <a:gd name="T83" fmla="*/ 8 h 3490"/>
                <a:gd name="T84" fmla="*/ 27 w 3485"/>
                <a:gd name="T85" fmla="*/ 11 h 3490"/>
                <a:gd name="T86" fmla="*/ 26 w 3485"/>
                <a:gd name="T87" fmla="*/ 13 h 3490"/>
                <a:gd name="T88" fmla="*/ 25 w 3485"/>
                <a:gd name="T89" fmla="*/ 13 h 3490"/>
                <a:gd name="T90" fmla="*/ 24 w 3485"/>
                <a:gd name="T91" fmla="*/ 12 h 3490"/>
                <a:gd name="T92" fmla="*/ 24 w 3485"/>
                <a:gd name="T93" fmla="*/ 9 h 3490"/>
                <a:gd name="T94" fmla="*/ 24 w 3485"/>
                <a:gd name="T95" fmla="*/ 7 h 3490"/>
                <a:gd name="T96" fmla="*/ 26 w 3485"/>
                <a:gd name="T97" fmla="*/ 17 h 3490"/>
                <a:gd name="T98" fmla="*/ 27 w 3485"/>
                <a:gd name="T99" fmla="*/ 18 h 3490"/>
                <a:gd name="T100" fmla="*/ 28 w 3485"/>
                <a:gd name="T101" fmla="*/ 21 h 3490"/>
                <a:gd name="T102" fmla="*/ 27 w 3485"/>
                <a:gd name="T103" fmla="*/ 23 h 3490"/>
                <a:gd name="T104" fmla="*/ 26 w 3485"/>
                <a:gd name="T105" fmla="*/ 24 h 3490"/>
                <a:gd name="T106" fmla="*/ 24 w 3485"/>
                <a:gd name="T107" fmla="*/ 23 h 3490"/>
                <a:gd name="T108" fmla="*/ 24 w 3485"/>
                <a:gd name="T109" fmla="*/ 20 h 3490"/>
                <a:gd name="T110" fmla="*/ 25 w 3485"/>
                <a:gd name="T111" fmla="*/ 18 h 3490"/>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w 3485"/>
                <a:gd name="T169" fmla="*/ 0 h 3490"/>
                <a:gd name="T170" fmla="*/ 3485 w 3485"/>
                <a:gd name="T171" fmla="*/ 3490 h 3490"/>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T168" t="T169" r="T170" b="T171"/>
              <a:pathLst>
                <a:path w="3485" h="3490">
                  <a:moveTo>
                    <a:pt x="1754" y="0"/>
                  </a:moveTo>
                  <a:lnTo>
                    <a:pt x="1797" y="2"/>
                  </a:lnTo>
                  <a:lnTo>
                    <a:pt x="1840" y="5"/>
                  </a:lnTo>
                  <a:lnTo>
                    <a:pt x="1881" y="12"/>
                  </a:lnTo>
                  <a:lnTo>
                    <a:pt x="1921" y="20"/>
                  </a:lnTo>
                  <a:lnTo>
                    <a:pt x="1959" y="31"/>
                  </a:lnTo>
                  <a:lnTo>
                    <a:pt x="1994" y="44"/>
                  </a:lnTo>
                  <a:lnTo>
                    <a:pt x="2028" y="59"/>
                  </a:lnTo>
                  <a:lnTo>
                    <a:pt x="2058" y="74"/>
                  </a:lnTo>
                  <a:lnTo>
                    <a:pt x="2086" y="93"/>
                  </a:lnTo>
                  <a:lnTo>
                    <a:pt x="2111" y="113"/>
                  </a:lnTo>
                  <a:lnTo>
                    <a:pt x="2132" y="133"/>
                  </a:lnTo>
                  <a:lnTo>
                    <a:pt x="2151" y="155"/>
                  </a:lnTo>
                  <a:lnTo>
                    <a:pt x="2165" y="179"/>
                  </a:lnTo>
                  <a:lnTo>
                    <a:pt x="2175" y="203"/>
                  </a:lnTo>
                  <a:lnTo>
                    <a:pt x="2182" y="229"/>
                  </a:lnTo>
                  <a:lnTo>
                    <a:pt x="2185" y="255"/>
                  </a:lnTo>
                  <a:lnTo>
                    <a:pt x="2182" y="281"/>
                  </a:lnTo>
                  <a:lnTo>
                    <a:pt x="2175" y="305"/>
                  </a:lnTo>
                  <a:lnTo>
                    <a:pt x="2165" y="330"/>
                  </a:lnTo>
                  <a:lnTo>
                    <a:pt x="2151" y="353"/>
                  </a:lnTo>
                  <a:lnTo>
                    <a:pt x="2132" y="376"/>
                  </a:lnTo>
                  <a:lnTo>
                    <a:pt x="2111" y="397"/>
                  </a:lnTo>
                  <a:lnTo>
                    <a:pt x="2086" y="417"/>
                  </a:lnTo>
                  <a:lnTo>
                    <a:pt x="2058" y="434"/>
                  </a:lnTo>
                  <a:lnTo>
                    <a:pt x="2028" y="451"/>
                  </a:lnTo>
                  <a:lnTo>
                    <a:pt x="1994" y="466"/>
                  </a:lnTo>
                  <a:lnTo>
                    <a:pt x="1959" y="479"/>
                  </a:lnTo>
                  <a:lnTo>
                    <a:pt x="1921" y="489"/>
                  </a:lnTo>
                  <a:lnTo>
                    <a:pt x="1881" y="498"/>
                  </a:lnTo>
                  <a:lnTo>
                    <a:pt x="1840" y="505"/>
                  </a:lnTo>
                  <a:lnTo>
                    <a:pt x="1797" y="508"/>
                  </a:lnTo>
                  <a:lnTo>
                    <a:pt x="1754" y="509"/>
                  </a:lnTo>
                  <a:lnTo>
                    <a:pt x="1710" y="508"/>
                  </a:lnTo>
                  <a:lnTo>
                    <a:pt x="1667" y="505"/>
                  </a:lnTo>
                  <a:lnTo>
                    <a:pt x="1626" y="498"/>
                  </a:lnTo>
                  <a:lnTo>
                    <a:pt x="1586" y="489"/>
                  </a:lnTo>
                  <a:lnTo>
                    <a:pt x="1548" y="479"/>
                  </a:lnTo>
                  <a:lnTo>
                    <a:pt x="1512" y="466"/>
                  </a:lnTo>
                  <a:lnTo>
                    <a:pt x="1479" y="451"/>
                  </a:lnTo>
                  <a:lnTo>
                    <a:pt x="1449" y="434"/>
                  </a:lnTo>
                  <a:lnTo>
                    <a:pt x="1421" y="417"/>
                  </a:lnTo>
                  <a:lnTo>
                    <a:pt x="1395" y="397"/>
                  </a:lnTo>
                  <a:lnTo>
                    <a:pt x="1374" y="376"/>
                  </a:lnTo>
                  <a:lnTo>
                    <a:pt x="1355" y="353"/>
                  </a:lnTo>
                  <a:lnTo>
                    <a:pt x="1341" y="330"/>
                  </a:lnTo>
                  <a:lnTo>
                    <a:pt x="1331" y="305"/>
                  </a:lnTo>
                  <a:lnTo>
                    <a:pt x="1324" y="281"/>
                  </a:lnTo>
                  <a:lnTo>
                    <a:pt x="1321" y="255"/>
                  </a:lnTo>
                  <a:lnTo>
                    <a:pt x="1324" y="229"/>
                  </a:lnTo>
                  <a:lnTo>
                    <a:pt x="1331" y="203"/>
                  </a:lnTo>
                  <a:lnTo>
                    <a:pt x="1341" y="179"/>
                  </a:lnTo>
                  <a:lnTo>
                    <a:pt x="1355" y="155"/>
                  </a:lnTo>
                  <a:lnTo>
                    <a:pt x="1374" y="133"/>
                  </a:lnTo>
                  <a:lnTo>
                    <a:pt x="1395" y="113"/>
                  </a:lnTo>
                  <a:lnTo>
                    <a:pt x="1421" y="93"/>
                  </a:lnTo>
                  <a:lnTo>
                    <a:pt x="1449" y="74"/>
                  </a:lnTo>
                  <a:lnTo>
                    <a:pt x="1479" y="59"/>
                  </a:lnTo>
                  <a:lnTo>
                    <a:pt x="1512" y="44"/>
                  </a:lnTo>
                  <a:lnTo>
                    <a:pt x="1548" y="31"/>
                  </a:lnTo>
                  <a:lnTo>
                    <a:pt x="1586" y="20"/>
                  </a:lnTo>
                  <a:lnTo>
                    <a:pt x="1626" y="12"/>
                  </a:lnTo>
                  <a:lnTo>
                    <a:pt x="1667" y="5"/>
                  </a:lnTo>
                  <a:lnTo>
                    <a:pt x="1710" y="2"/>
                  </a:lnTo>
                  <a:lnTo>
                    <a:pt x="1754" y="0"/>
                  </a:lnTo>
                  <a:close/>
                  <a:moveTo>
                    <a:pt x="239" y="786"/>
                  </a:moveTo>
                  <a:lnTo>
                    <a:pt x="263" y="788"/>
                  </a:lnTo>
                  <a:lnTo>
                    <a:pt x="287" y="794"/>
                  </a:lnTo>
                  <a:lnTo>
                    <a:pt x="309" y="805"/>
                  </a:lnTo>
                  <a:lnTo>
                    <a:pt x="331" y="819"/>
                  </a:lnTo>
                  <a:lnTo>
                    <a:pt x="352" y="836"/>
                  </a:lnTo>
                  <a:lnTo>
                    <a:pt x="372" y="857"/>
                  </a:lnTo>
                  <a:lnTo>
                    <a:pt x="390" y="882"/>
                  </a:lnTo>
                  <a:lnTo>
                    <a:pt x="407" y="909"/>
                  </a:lnTo>
                  <a:lnTo>
                    <a:pt x="423" y="940"/>
                  </a:lnTo>
                  <a:lnTo>
                    <a:pt x="437" y="971"/>
                  </a:lnTo>
                  <a:lnTo>
                    <a:pt x="448" y="1006"/>
                  </a:lnTo>
                  <a:lnTo>
                    <a:pt x="459" y="1043"/>
                  </a:lnTo>
                  <a:lnTo>
                    <a:pt x="467" y="1081"/>
                  </a:lnTo>
                  <a:lnTo>
                    <a:pt x="473" y="1121"/>
                  </a:lnTo>
                  <a:lnTo>
                    <a:pt x="476" y="1163"/>
                  </a:lnTo>
                  <a:lnTo>
                    <a:pt x="478" y="1206"/>
                  </a:lnTo>
                  <a:lnTo>
                    <a:pt x="476" y="1248"/>
                  </a:lnTo>
                  <a:lnTo>
                    <a:pt x="473" y="1290"/>
                  </a:lnTo>
                  <a:lnTo>
                    <a:pt x="467" y="1330"/>
                  </a:lnTo>
                  <a:lnTo>
                    <a:pt x="459" y="1367"/>
                  </a:lnTo>
                  <a:lnTo>
                    <a:pt x="448" y="1405"/>
                  </a:lnTo>
                  <a:lnTo>
                    <a:pt x="437" y="1439"/>
                  </a:lnTo>
                  <a:lnTo>
                    <a:pt x="423" y="1472"/>
                  </a:lnTo>
                  <a:lnTo>
                    <a:pt x="407" y="1501"/>
                  </a:lnTo>
                  <a:lnTo>
                    <a:pt x="390" y="1528"/>
                  </a:lnTo>
                  <a:lnTo>
                    <a:pt x="372" y="1553"/>
                  </a:lnTo>
                  <a:lnTo>
                    <a:pt x="352" y="1574"/>
                  </a:lnTo>
                  <a:lnTo>
                    <a:pt x="331" y="1591"/>
                  </a:lnTo>
                  <a:lnTo>
                    <a:pt x="309" y="1605"/>
                  </a:lnTo>
                  <a:lnTo>
                    <a:pt x="287" y="1616"/>
                  </a:lnTo>
                  <a:lnTo>
                    <a:pt x="263" y="1622"/>
                  </a:lnTo>
                  <a:lnTo>
                    <a:pt x="239" y="1624"/>
                  </a:lnTo>
                  <a:lnTo>
                    <a:pt x="214" y="1622"/>
                  </a:lnTo>
                  <a:lnTo>
                    <a:pt x="191" y="1616"/>
                  </a:lnTo>
                  <a:lnTo>
                    <a:pt x="168" y="1605"/>
                  </a:lnTo>
                  <a:lnTo>
                    <a:pt x="146" y="1591"/>
                  </a:lnTo>
                  <a:lnTo>
                    <a:pt x="125" y="1574"/>
                  </a:lnTo>
                  <a:lnTo>
                    <a:pt x="105" y="1553"/>
                  </a:lnTo>
                  <a:lnTo>
                    <a:pt x="87" y="1528"/>
                  </a:lnTo>
                  <a:lnTo>
                    <a:pt x="70" y="1501"/>
                  </a:lnTo>
                  <a:lnTo>
                    <a:pt x="55" y="1472"/>
                  </a:lnTo>
                  <a:lnTo>
                    <a:pt x="41" y="1439"/>
                  </a:lnTo>
                  <a:lnTo>
                    <a:pt x="29" y="1405"/>
                  </a:lnTo>
                  <a:lnTo>
                    <a:pt x="18" y="1367"/>
                  </a:lnTo>
                  <a:lnTo>
                    <a:pt x="10" y="1330"/>
                  </a:lnTo>
                  <a:lnTo>
                    <a:pt x="4" y="1290"/>
                  </a:lnTo>
                  <a:lnTo>
                    <a:pt x="1" y="1248"/>
                  </a:lnTo>
                  <a:lnTo>
                    <a:pt x="0" y="1206"/>
                  </a:lnTo>
                  <a:lnTo>
                    <a:pt x="1" y="1163"/>
                  </a:lnTo>
                  <a:lnTo>
                    <a:pt x="4" y="1121"/>
                  </a:lnTo>
                  <a:lnTo>
                    <a:pt x="10" y="1081"/>
                  </a:lnTo>
                  <a:lnTo>
                    <a:pt x="18" y="1043"/>
                  </a:lnTo>
                  <a:lnTo>
                    <a:pt x="29" y="1006"/>
                  </a:lnTo>
                  <a:lnTo>
                    <a:pt x="41" y="971"/>
                  </a:lnTo>
                  <a:lnTo>
                    <a:pt x="55" y="940"/>
                  </a:lnTo>
                  <a:lnTo>
                    <a:pt x="70" y="909"/>
                  </a:lnTo>
                  <a:lnTo>
                    <a:pt x="87" y="882"/>
                  </a:lnTo>
                  <a:lnTo>
                    <a:pt x="105" y="857"/>
                  </a:lnTo>
                  <a:lnTo>
                    <a:pt x="125" y="836"/>
                  </a:lnTo>
                  <a:lnTo>
                    <a:pt x="146" y="819"/>
                  </a:lnTo>
                  <a:lnTo>
                    <a:pt x="168" y="805"/>
                  </a:lnTo>
                  <a:lnTo>
                    <a:pt x="191" y="794"/>
                  </a:lnTo>
                  <a:lnTo>
                    <a:pt x="214" y="788"/>
                  </a:lnTo>
                  <a:lnTo>
                    <a:pt x="239" y="786"/>
                  </a:lnTo>
                  <a:close/>
                  <a:moveTo>
                    <a:pt x="1119" y="2495"/>
                  </a:moveTo>
                  <a:lnTo>
                    <a:pt x="1143" y="2498"/>
                  </a:lnTo>
                  <a:lnTo>
                    <a:pt x="1167" y="2504"/>
                  </a:lnTo>
                  <a:lnTo>
                    <a:pt x="1190" y="2514"/>
                  </a:lnTo>
                  <a:lnTo>
                    <a:pt x="1211" y="2528"/>
                  </a:lnTo>
                  <a:lnTo>
                    <a:pt x="1232" y="2546"/>
                  </a:lnTo>
                  <a:lnTo>
                    <a:pt x="1252" y="2567"/>
                  </a:lnTo>
                  <a:lnTo>
                    <a:pt x="1271" y="2592"/>
                  </a:lnTo>
                  <a:lnTo>
                    <a:pt x="1288" y="2618"/>
                  </a:lnTo>
                  <a:lnTo>
                    <a:pt x="1304" y="2648"/>
                  </a:lnTo>
                  <a:lnTo>
                    <a:pt x="1318" y="2681"/>
                  </a:lnTo>
                  <a:lnTo>
                    <a:pt x="1329" y="2715"/>
                  </a:lnTo>
                  <a:lnTo>
                    <a:pt x="1340" y="2752"/>
                  </a:lnTo>
                  <a:lnTo>
                    <a:pt x="1348" y="2790"/>
                  </a:lnTo>
                  <a:lnTo>
                    <a:pt x="1354" y="2830"/>
                  </a:lnTo>
                  <a:lnTo>
                    <a:pt x="1358" y="2872"/>
                  </a:lnTo>
                  <a:lnTo>
                    <a:pt x="1359" y="2914"/>
                  </a:lnTo>
                  <a:lnTo>
                    <a:pt x="1358" y="2956"/>
                  </a:lnTo>
                  <a:lnTo>
                    <a:pt x="1354" y="2998"/>
                  </a:lnTo>
                  <a:lnTo>
                    <a:pt x="1348" y="3038"/>
                  </a:lnTo>
                  <a:lnTo>
                    <a:pt x="1340" y="3077"/>
                  </a:lnTo>
                  <a:lnTo>
                    <a:pt x="1329" y="3113"/>
                  </a:lnTo>
                  <a:lnTo>
                    <a:pt x="1318" y="3147"/>
                  </a:lnTo>
                  <a:lnTo>
                    <a:pt x="1304" y="3180"/>
                  </a:lnTo>
                  <a:lnTo>
                    <a:pt x="1288" y="3209"/>
                  </a:lnTo>
                  <a:lnTo>
                    <a:pt x="1271" y="3238"/>
                  </a:lnTo>
                  <a:lnTo>
                    <a:pt x="1252" y="3261"/>
                  </a:lnTo>
                  <a:lnTo>
                    <a:pt x="1232" y="3282"/>
                  </a:lnTo>
                  <a:lnTo>
                    <a:pt x="1211" y="3301"/>
                  </a:lnTo>
                  <a:lnTo>
                    <a:pt x="1190" y="3315"/>
                  </a:lnTo>
                  <a:lnTo>
                    <a:pt x="1167" y="3325"/>
                  </a:lnTo>
                  <a:lnTo>
                    <a:pt x="1143" y="3331"/>
                  </a:lnTo>
                  <a:lnTo>
                    <a:pt x="1119" y="3334"/>
                  </a:lnTo>
                  <a:lnTo>
                    <a:pt x="1094" y="3331"/>
                  </a:lnTo>
                  <a:lnTo>
                    <a:pt x="1070" y="3325"/>
                  </a:lnTo>
                  <a:lnTo>
                    <a:pt x="1048" y="3315"/>
                  </a:lnTo>
                  <a:lnTo>
                    <a:pt x="1026" y="3301"/>
                  </a:lnTo>
                  <a:lnTo>
                    <a:pt x="1005" y="3282"/>
                  </a:lnTo>
                  <a:lnTo>
                    <a:pt x="985" y="3261"/>
                  </a:lnTo>
                  <a:lnTo>
                    <a:pt x="967" y="3238"/>
                  </a:lnTo>
                  <a:lnTo>
                    <a:pt x="950" y="3209"/>
                  </a:lnTo>
                  <a:lnTo>
                    <a:pt x="935" y="3180"/>
                  </a:lnTo>
                  <a:lnTo>
                    <a:pt x="921" y="3147"/>
                  </a:lnTo>
                  <a:lnTo>
                    <a:pt x="909" y="3113"/>
                  </a:lnTo>
                  <a:lnTo>
                    <a:pt x="898" y="3077"/>
                  </a:lnTo>
                  <a:lnTo>
                    <a:pt x="890" y="3038"/>
                  </a:lnTo>
                  <a:lnTo>
                    <a:pt x="884" y="2998"/>
                  </a:lnTo>
                  <a:lnTo>
                    <a:pt x="881" y="2956"/>
                  </a:lnTo>
                  <a:lnTo>
                    <a:pt x="880" y="2914"/>
                  </a:lnTo>
                  <a:lnTo>
                    <a:pt x="881" y="2872"/>
                  </a:lnTo>
                  <a:lnTo>
                    <a:pt x="884" y="2830"/>
                  </a:lnTo>
                  <a:lnTo>
                    <a:pt x="890" y="2790"/>
                  </a:lnTo>
                  <a:lnTo>
                    <a:pt x="898" y="2752"/>
                  </a:lnTo>
                  <a:lnTo>
                    <a:pt x="909" y="2715"/>
                  </a:lnTo>
                  <a:lnTo>
                    <a:pt x="921" y="2681"/>
                  </a:lnTo>
                  <a:lnTo>
                    <a:pt x="935" y="2648"/>
                  </a:lnTo>
                  <a:lnTo>
                    <a:pt x="950" y="2618"/>
                  </a:lnTo>
                  <a:lnTo>
                    <a:pt x="967" y="2592"/>
                  </a:lnTo>
                  <a:lnTo>
                    <a:pt x="985" y="2567"/>
                  </a:lnTo>
                  <a:lnTo>
                    <a:pt x="1005" y="2546"/>
                  </a:lnTo>
                  <a:lnTo>
                    <a:pt x="1026" y="2528"/>
                  </a:lnTo>
                  <a:lnTo>
                    <a:pt x="1048" y="2514"/>
                  </a:lnTo>
                  <a:lnTo>
                    <a:pt x="1070" y="2504"/>
                  </a:lnTo>
                  <a:lnTo>
                    <a:pt x="1094" y="2498"/>
                  </a:lnTo>
                  <a:lnTo>
                    <a:pt x="1119" y="2495"/>
                  </a:lnTo>
                  <a:close/>
                  <a:moveTo>
                    <a:pt x="2380" y="2651"/>
                  </a:moveTo>
                  <a:lnTo>
                    <a:pt x="2405" y="2654"/>
                  </a:lnTo>
                  <a:lnTo>
                    <a:pt x="2428" y="2660"/>
                  </a:lnTo>
                  <a:lnTo>
                    <a:pt x="2452" y="2670"/>
                  </a:lnTo>
                  <a:lnTo>
                    <a:pt x="2473" y="2684"/>
                  </a:lnTo>
                  <a:lnTo>
                    <a:pt x="2494" y="2703"/>
                  </a:lnTo>
                  <a:lnTo>
                    <a:pt x="2514" y="2724"/>
                  </a:lnTo>
                  <a:lnTo>
                    <a:pt x="2533" y="2747"/>
                  </a:lnTo>
                  <a:lnTo>
                    <a:pt x="2550" y="2774"/>
                  </a:lnTo>
                  <a:lnTo>
                    <a:pt x="2565" y="2805"/>
                  </a:lnTo>
                  <a:lnTo>
                    <a:pt x="2580" y="2838"/>
                  </a:lnTo>
                  <a:lnTo>
                    <a:pt x="2591" y="2872"/>
                  </a:lnTo>
                  <a:lnTo>
                    <a:pt x="2602" y="2908"/>
                  </a:lnTo>
                  <a:lnTo>
                    <a:pt x="2610" y="2947"/>
                  </a:lnTo>
                  <a:lnTo>
                    <a:pt x="2616" y="2987"/>
                  </a:lnTo>
                  <a:lnTo>
                    <a:pt x="2619" y="3029"/>
                  </a:lnTo>
                  <a:lnTo>
                    <a:pt x="2621" y="3071"/>
                  </a:lnTo>
                  <a:lnTo>
                    <a:pt x="2619" y="3113"/>
                  </a:lnTo>
                  <a:lnTo>
                    <a:pt x="2616" y="3155"/>
                  </a:lnTo>
                  <a:lnTo>
                    <a:pt x="2610" y="3195"/>
                  </a:lnTo>
                  <a:lnTo>
                    <a:pt x="2602" y="3233"/>
                  </a:lnTo>
                  <a:lnTo>
                    <a:pt x="2591" y="3270"/>
                  </a:lnTo>
                  <a:lnTo>
                    <a:pt x="2580" y="3304"/>
                  </a:lnTo>
                  <a:lnTo>
                    <a:pt x="2565" y="3337"/>
                  </a:lnTo>
                  <a:lnTo>
                    <a:pt x="2550" y="3367"/>
                  </a:lnTo>
                  <a:lnTo>
                    <a:pt x="2533" y="3393"/>
                  </a:lnTo>
                  <a:lnTo>
                    <a:pt x="2514" y="3418"/>
                  </a:lnTo>
                  <a:lnTo>
                    <a:pt x="2494" y="3439"/>
                  </a:lnTo>
                  <a:lnTo>
                    <a:pt x="2473" y="3457"/>
                  </a:lnTo>
                  <a:lnTo>
                    <a:pt x="2452" y="3471"/>
                  </a:lnTo>
                  <a:lnTo>
                    <a:pt x="2428" y="3481"/>
                  </a:lnTo>
                  <a:lnTo>
                    <a:pt x="2405" y="3487"/>
                  </a:lnTo>
                  <a:lnTo>
                    <a:pt x="2380" y="3490"/>
                  </a:lnTo>
                  <a:lnTo>
                    <a:pt x="2356" y="3487"/>
                  </a:lnTo>
                  <a:lnTo>
                    <a:pt x="2332" y="3481"/>
                  </a:lnTo>
                  <a:lnTo>
                    <a:pt x="2310" y="3471"/>
                  </a:lnTo>
                  <a:lnTo>
                    <a:pt x="2288" y="3457"/>
                  </a:lnTo>
                  <a:lnTo>
                    <a:pt x="2267" y="3439"/>
                  </a:lnTo>
                  <a:lnTo>
                    <a:pt x="2248" y="3418"/>
                  </a:lnTo>
                  <a:lnTo>
                    <a:pt x="2229" y="3393"/>
                  </a:lnTo>
                  <a:lnTo>
                    <a:pt x="2212" y="3367"/>
                  </a:lnTo>
                  <a:lnTo>
                    <a:pt x="2196" y="3337"/>
                  </a:lnTo>
                  <a:lnTo>
                    <a:pt x="2182" y="3304"/>
                  </a:lnTo>
                  <a:lnTo>
                    <a:pt x="2171" y="3270"/>
                  </a:lnTo>
                  <a:lnTo>
                    <a:pt x="2160" y="3233"/>
                  </a:lnTo>
                  <a:lnTo>
                    <a:pt x="2152" y="3195"/>
                  </a:lnTo>
                  <a:lnTo>
                    <a:pt x="2146" y="3155"/>
                  </a:lnTo>
                  <a:lnTo>
                    <a:pt x="2142" y="3113"/>
                  </a:lnTo>
                  <a:lnTo>
                    <a:pt x="2141" y="3071"/>
                  </a:lnTo>
                  <a:lnTo>
                    <a:pt x="2142" y="3029"/>
                  </a:lnTo>
                  <a:lnTo>
                    <a:pt x="2146" y="2987"/>
                  </a:lnTo>
                  <a:lnTo>
                    <a:pt x="2152" y="2947"/>
                  </a:lnTo>
                  <a:lnTo>
                    <a:pt x="2160" y="2908"/>
                  </a:lnTo>
                  <a:lnTo>
                    <a:pt x="2171" y="2872"/>
                  </a:lnTo>
                  <a:lnTo>
                    <a:pt x="2182" y="2838"/>
                  </a:lnTo>
                  <a:lnTo>
                    <a:pt x="2196" y="2805"/>
                  </a:lnTo>
                  <a:lnTo>
                    <a:pt x="2212" y="2774"/>
                  </a:lnTo>
                  <a:lnTo>
                    <a:pt x="2229" y="2747"/>
                  </a:lnTo>
                  <a:lnTo>
                    <a:pt x="2248" y="2724"/>
                  </a:lnTo>
                  <a:lnTo>
                    <a:pt x="2267" y="2703"/>
                  </a:lnTo>
                  <a:lnTo>
                    <a:pt x="2288" y="2684"/>
                  </a:lnTo>
                  <a:lnTo>
                    <a:pt x="2310" y="2670"/>
                  </a:lnTo>
                  <a:lnTo>
                    <a:pt x="2332" y="2660"/>
                  </a:lnTo>
                  <a:lnTo>
                    <a:pt x="2356" y="2654"/>
                  </a:lnTo>
                  <a:lnTo>
                    <a:pt x="2380" y="2651"/>
                  </a:lnTo>
                  <a:close/>
                  <a:moveTo>
                    <a:pt x="2342" y="1355"/>
                  </a:moveTo>
                  <a:lnTo>
                    <a:pt x="2366" y="1357"/>
                  </a:lnTo>
                  <a:lnTo>
                    <a:pt x="2390" y="1363"/>
                  </a:lnTo>
                  <a:lnTo>
                    <a:pt x="2412" y="1373"/>
                  </a:lnTo>
                  <a:lnTo>
                    <a:pt x="2434" y="1387"/>
                  </a:lnTo>
                  <a:lnTo>
                    <a:pt x="2455" y="1405"/>
                  </a:lnTo>
                  <a:lnTo>
                    <a:pt x="2475" y="1426"/>
                  </a:lnTo>
                  <a:lnTo>
                    <a:pt x="2493" y="1451"/>
                  </a:lnTo>
                  <a:lnTo>
                    <a:pt x="2510" y="1478"/>
                  </a:lnTo>
                  <a:lnTo>
                    <a:pt x="2526" y="1507"/>
                  </a:lnTo>
                  <a:lnTo>
                    <a:pt x="2540" y="1540"/>
                  </a:lnTo>
                  <a:lnTo>
                    <a:pt x="2551" y="1574"/>
                  </a:lnTo>
                  <a:lnTo>
                    <a:pt x="2562" y="1611"/>
                  </a:lnTo>
                  <a:lnTo>
                    <a:pt x="2570" y="1649"/>
                  </a:lnTo>
                  <a:lnTo>
                    <a:pt x="2576" y="1689"/>
                  </a:lnTo>
                  <a:lnTo>
                    <a:pt x="2580" y="1731"/>
                  </a:lnTo>
                  <a:lnTo>
                    <a:pt x="2581" y="1773"/>
                  </a:lnTo>
                  <a:lnTo>
                    <a:pt x="2580" y="1815"/>
                  </a:lnTo>
                  <a:lnTo>
                    <a:pt x="2576" y="1858"/>
                  </a:lnTo>
                  <a:lnTo>
                    <a:pt x="2570" y="1897"/>
                  </a:lnTo>
                  <a:lnTo>
                    <a:pt x="2562" y="1936"/>
                  </a:lnTo>
                  <a:lnTo>
                    <a:pt x="2551" y="1972"/>
                  </a:lnTo>
                  <a:lnTo>
                    <a:pt x="2540" y="2008"/>
                  </a:lnTo>
                  <a:lnTo>
                    <a:pt x="2526" y="2039"/>
                  </a:lnTo>
                  <a:lnTo>
                    <a:pt x="2510" y="2070"/>
                  </a:lnTo>
                  <a:lnTo>
                    <a:pt x="2493" y="2097"/>
                  </a:lnTo>
                  <a:lnTo>
                    <a:pt x="2475" y="2121"/>
                  </a:lnTo>
                  <a:lnTo>
                    <a:pt x="2455" y="2142"/>
                  </a:lnTo>
                  <a:lnTo>
                    <a:pt x="2434" y="2160"/>
                  </a:lnTo>
                  <a:lnTo>
                    <a:pt x="2412" y="2174"/>
                  </a:lnTo>
                  <a:lnTo>
                    <a:pt x="2390" y="2185"/>
                  </a:lnTo>
                  <a:lnTo>
                    <a:pt x="2366" y="2191"/>
                  </a:lnTo>
                  <a:lnTo>
                    <a:pt x="2342" y="2193"/>
                  </a:lnTo>
                  <a:lnTo>
                    <a:pt x="2317" y="2191"/>
                  </a:lnTo>
                  <a:lnTo>
                    <a:pt x="2294" y="2185"/>
                  </a:lnTo>
                  <a:lnTo>
                    <a:pt x="2270" y="2174"/>
                  </a:lnTo>
                  <a:lnTo>
                    <a:pt x="2249" y="2160"/>
                  </a:lnTo>
                  <a:lnTo>
                    <a:pt x="2228" y="2142"/>
                  </a:lnTo>
                  <a:lnTo>
                    <a:pt x="2208" y="2121"/>
                  </a:lnTo>
                  <a:lnTo>
                    <a:pt x="2189" y="2097"/>
                  </a:lnTo>
                  <a:lnTo>
                    <a:pt x="2173" y="2070"/>
                  </a:lnTo>
                  <a:lnTo>
                    <a:pt x="2157" y="2039"/>
                  </a:lnTo>
                  <a:lnTo>
                    <a:pt x="2142" y="2008"/>
                  </a:lnTo>
                  <a:lnTo>
                    <a:pt x="2131" y="1972"/>
                  </a:lnTo>
                  <a:lnTo>
                    <a:pt x="2120" y="1936"/>
                  </a:lnTo>
                  <a:lnTo>
                    <a:pt x="2112" y="1897"/>
                  </a:lnTo>
                  <a:lnTo>
                    <a:pt x="2106" y="1858"/>
                  </a:lnTo>
                  <a:lnTo>
                    <a:pt x="2103" y="1815"/>
                  </a:lnTo>
                  <a:lnTo>
                    <a:pt x="2101" y="1773"/>
                  </a:lnTo>
                  <a:lnTo>
                    <a:pt x="2103" y="1731"/>
                  </a:lnTo>
                  <a:lnTo>
                    <a:pt x="2106" y="1689"/>
                  </a:lnTo>
                  <a:lnTo>
                    <a:pt x="2112" y="1649"/>
                  </a:lnTo>
                  <a:lnTo>
                    <a:pt x="2120" y="1611"/>
                  </a:lnTo>
                  <a:lnTo>
                    <a:pt x="2131" y="1574"/>
                  </a:lnTo>
                  <a:lnTo>
                    <a:pt x="2142" y="1540"/>
                  </a:lnTo>
                  <a:lnTo>
                    <a:pt x="2157" y="1507"/>
                  </a:lnTo>
                  <a:lnTo>
                    <a:pt x="2173" y="1478"/>
                  </a:lnTo>
                  <a:lnTo>
                    <a:pt x="2189" y="1451"/>
                  </a:lnTo>
                  <a:lnTo>
                    <a:pt x="2208" y="1426"/>
                  </a:lnTo>
                  <a:lnTo>
                    <a:pt x="2228" y="1405"/>
                  </a:lnTo>
                  <a:lnTo>
                    <a:pt x="2249" y="1387"/>
                  </a:lnTo>
                  <a:lnTo>
                    <a:pt x="2270" y="1373"/>
                  </a:lnTo>
                  <a:lnTo>
                    <a:pt x="2294" y="1363"/>
                  </a:lnTo>
                  <a:lnTo>
                    <a:pt x="2317" y="1357"/>
                  </a:lnTo>
                  <a:lnTo>
                    <a:pt x="2342" y="1355"/>
                  </a:lnTo>
                  <a:close/>
                  <a:moveTo>
                    <a:pt x="3179" y="819"/>
                  </a:moveTo>
                  <a:lnTo>
                    <a:pt x="3204" y="821"/>
                  </a:lnTo>
                  <a:lnTo>
                    <a:pt x="3227" y="827"/>
                  </a:lnTo>
                  <a:lnTo>
                    <a:pt x="3250" y="838"/>
                  </a:lnTo>
                  <a:lnTo>
                    <a:pt x="3272" y="852"/>
                  </a:lnTo>
                  <a:lnTo>
                    <a:pt x="3293" y="869"/>
                  </a:lnTo>
                  <a:lnTo>
                    <a:pt x="3312" y="890"/>
                  </a:lnTo>
                  <a:lnTo>
                    <a:pt x="3331" y="915"/>
                  </a:lnTo>
                  <a:lnTo>
                    <a:pt x="3348" y="942"/>
                  </a:lnTo>
                  <a:lnTo>
                    <a:pt x="3363" y="971"/>
                  </a:lnTo>
                  <a:lnTo>
                    <a:pt x="3377" y="1004"/>
                  </a:lnTo>
                  <a:lnTo>
                    <a:pt x="3389" y="1038"/>
                  </a:lnTo>
                  <a:lnTo>
                    <a:pt x="3400" y="1076"/>
                  </a:lnTo>
                  <a:lnTo>
                    <a:pt x="3408" y="1113"/>
                  </a:lnTo>
                  <a:lnTo>
                    <a:pt x="3414" y="1153"/>
                  </a:lnTo>
                  <a:lnTo>
                    <a:pt x="3417" y="1195"/>
                  </a:lnTo>
                  <a:lnTo>
                    <a:pt x="3418" y="1237"/>
                  </a:lnTo>
                  <a:lnTo>
                    <a:pt x="3417" y="1280"/>
                  </a:lnTo>
                  <a:lnTo>
                    <a:pt x="3414" y="1322"/>
                  </a:lnTo>
                  <a:lnTo>
                    <a:pt x="3408" y="1362"/>
                  </a:lnTo>
                  <a:lnTo>
                    <a:pt x="3400" y="1399"/>
                  </a:lnTo>
                  <a:lnTo>
                    <a:pt x="3389" y="1437"/>
                  </a:lnTo>
                  <a:lnTo>
                    <a:pt x="3377" y="1471"/>
                  </a:lnTo>
                  <a:lnTo>
                    <a:pt x="3363" y="1503"/>
                  </a:lnTo>
                  <a:lnTo>
                    <a:pt x="3348" y="1533"/>
                  </a:lnTo>
                  <a:lnTo>
                    <a:pt x="3331" y="1560"/>
                  </a:lnTo>
                  <a:lnTo>
                    <a:pt x="3312" y="1584"/>
                  </a:lnTo>
                  <a:lnTo>
                    <a:pt x="3293" y="1605"/>
                  </a:lnTo>
                  <a:lnTo>
                    <a:pt x="3272" y="1623"/>
                  </a:lnTo>
                  <a:lnTo>
                    <a:pt x="3250" y="1637"/>
                  </a:lnTo>
                  <a:lnTo>
                    <a:pt x="3227" y="1648"/>
                  </a:lnTo>
                  <a:lnTo>
                    <a:pt x="3204" y="1654"/>
                  </a:lnTo>
                  <a:lnTo>
                    <a:pt x="3179" y="1656"/>
                  </a:lnTo>
                  <a:lnTo>
                    <a:pt x="3155" y="1654"/>
                  </a:lnTo>
                  <a:lnTo>
                    <a:pt x="3131" y="1648"/>
                  </a:lnTo>
                  <a:lnTo>
                    <a:pt x="3108" y="1637"/>
                  </a:lnTo>
                  <a:lnTo>
                    <a:pt x="3087" y="1623"/>
                  </a:lnTo>
                  <a:lnTo>
                    <a:pt x="3066" y="1605"/>
                  </a:lnTo>
                  <a:lnTo>
                    <a:pt x="3046" y="1584"/>
                  </a:lnTo>
                  <a:lnTo>
                    <a:pt x="3027" y="1560"/>
                  </a:lnTo>
                  <a:lnTo>
                    <a:pt x="3011" y="1533"/>
                  </a:lnTo>
                  <a:lnTo>
                    <a:pt x="2994" y="1503"/>
                  </a:lnTo>
                  <a:lnTo>
                    <a:pt x="2980" y="1471"/>
                  </a:lnTo>
                  <a:lnTo>
                    <a:pt x="2968" y="1437"/>
                  </a:lnTo>
                  <a:lnTo>
                    <a:pt x="2958" y="1399"/>
                  </a:lnTo>
                  <a:lnTo>
                    <a:pt x="2950" y="1362"/>
                  </a:lnTo>
                  <a:lnTo>
                    <a:pt x="2944" y="1322"/>
                  </a:lnTo>
                  <a:lnTo>
                    <a:pt x="2940" y="1280"/>
                  </a:lnTo>
                  <a:lnTo>
                    <a:pt x="2939" y="1237"/>
                  </a:lnTo>
                  <a:lnTo>
                    <a:pt x="2940" y="1195"/>
                  </a:lnTo>
                  <a:lnTo>
                    <a:pt x="2944" y="1153"/>
                  </a:lnTo>
                  <a:lnTo>
                    <a:pt x="2950" y="1113"/>
                  </a:lnTo>
                  <a:lnTo>
                    <a:pt x="2958" y="1076"/>
                  </a:lnTo>
                  <a:lnTo>
                    <a:pt x="2968" y="1038"/>
                  </a:lnTo>
                  <a:lnTo>
                    <a:pt x="2980" y="1004"/>
                  </a:lnTo>
                  <a:lnTo>
                    <a:pt x="2994" y="971"/>
                  </a:lnTo>
                  <a:lnTo>
                    <a:pt x="3011" y="942"/>
                  </a:lnTo>
                  <a:lnTo>
                    <a:pt x="3027" y="915"/>
                  </a:lnTo>
                  <a:lnTo>
                    <a:pt x="3046" y="890"/>
                  </a:lnTo>
                  <a:lnTo>
                    <a:pt x="3066" y="869"/>
                  </a:lnTo>
                  <a:lnTo>
                    <a:pt x="3087" y="852"/>
                  </a:lnTo>
                  <a:lnTo>
                    <a:pt x="3108" y="838"/>
                  </a:lnTo>
                  <a:lnTo>
                    <a:pt x="3131" y="827"/>
                  </a:lnTo>
                  <a:lnTo>
                    <a:pt x="3155" y="821"/>
                  </a:lnTo>
                  <a:lnTo>
                    <a:pt x="3179" y="819"/>
                  </a:lnTo>
                  <a:close/>
                  <a:moveTo>
                    <a:pt x="3246" y="2144"/>
                  </a:moveTo>
                  <a:lnTo>
                    <a:pt x="3271" y="2146"/>
                  </a:lnTo>
                  <a:lnTo>
                    <a:pt x="3294" y="2152"/>
                  </a:lnTo>
                  <a:lnTo>
                    <a:pt x="3316" y="2162"/>
                  </a:lnTo>
                  <a:lnTo>
                    <a:pt x="3339" y="2176"/>
                  </a:lnTo>
                  <a:lnTo>
                    <a:pt x="3360" y="2194"/>
                  </a:lnTo>
                  <a:lnTo>
                    <a:pt x="3380" y="2215"/>
                  </a:lnTo>
                  <a:lnTo>
                    <a:pt x="3397" y="2240"/>
                  </a:lnTo>
                  <a:lnTo>
                    <a:pt x="3415" y="2267"/>
                  </a:lnTo>
                  <a:lnTo>
                    <a:pt x="3430" y="2296"/>
                  </a:lnTo>
                  <a:lnTo>
                    <a:pt x="3444" y="2329"/>
                  </a:lnTo>
                  <a:lnTo>
                    <a:pt x="3456" y="2363"/>
                  </a:lnTo>
                  <a:lnTo>
                    <a:pt x="3466" y="2400"/>
                  </a:lnTo>
                  <a:lnTo>
                    <a:pt x="3475" y="2438"/>
                  </a:lnTo>
                  <a:lnTo>
                    <a:pt x="3480" y="2478"/>
                  </a:lnTo>
                  <a:lnTo>
                    <a:pt x="3484" y="2520"/>
                  </a:lnTo>
                  <a:lnTo>
                    <a:pt x="3485" y="2562"/>
                  </a:lnTo>
                  <a:lnTo>
                    <a:pt x="3484" y="2604"/>
                  </a:lnTo>
                  <a:lnTo>
                    <a:pt x="3480" y="2647"/>
                  </a:lnTo>
                  <a:lnTo>
                    <a:pt x="3475" y="2686"/>
                  </a:lnTo>
                  <a:lnTo>
                    <a:pt x="3466" y="2725"/>
                  </a:lnTo>
                  <a:lnTo>
                    <a:pt x="3456" y="2762"/>
                  </a:lnTo>
                  <a:lnTo>
                    <a:pt x="3444" y="2796"/>
                  </a:lnTo>
                  <a:lnTo>
                    <a:pt x="3430" y="2828"/>
                  </a:lnTo>
                  <a:lnTo>
                    <a:pt x="3415" y="2858"/>
                  </a:lnTo>
                  <a:lnTo>
                    <a:pt x="3397" y="2886"/>
                  </a:lnTo>
                  <a:lnTo>
                    <a:pt x="3380" y="2909"/>
                  </a:lnTo>
                  <a:lnTo>
                    <a:pt x="3360" y="2930"/>
                  </a:lnTo>
                  <a:lnTo>
                    <a:pt x="3339" y="2949"/>
                  </a:lnTo>
                  <a:lnTo>
                    <a:pt x="3316" y="2963"/>
                  </a:lnTo>
                  <a:lnTo>
                    <a:pt x="3294" y="2974"/>
                  </a:lnTo>
                  <a:lnTo>
                    <a:pt x="3271" y="2980"/>
                  </a:lnTo>
                  <a:lnTo>
                    <a:pt x="3246" y="2982"/>
                  </a:lnTo>
                  <a:lnTo>
                    <a:pt x="3222" y="2980"/>
                  </a:lnTo>
                  <a:lnTo>
                    <a:pt x="3198" y="2974"/>
                  </a:lnTo>
                  <a:lnTo>
                    <a:pt x="3176" y="2963"/>
                  </a:lnTo>
                  <a:lnTo>
                    <a:pt x="3154" y="2949"/>
                  </a:lnTo>
                  <a:lnTo>
                    <a:pt x="3133" y="2930"/>
                  </a:lnTo>
                  <a:lnTo>
                    <a:pt x="3113" y="2909"/>
                  </a:lnTo>
                  <a:lnTo>
                    <a:pt x="3095" y="2886"/>
                  </a:lnTo>
                  <a:lnTo>
                    <a:pt x="3077" y="2858"/>
                  </a:lnTo>
                  <a:lnTo>
                    <a:pt x="3062" y="2828"/>
                  </a:lnTo>
                  <a:lnTo>
                    <a:pt x="3048" y="2796"/>
                  </a:lnTo>
                  <a:lnTo>
                    <a:pt x="3036" y="2762"/>
                  </a:lnTo>
                  <a:lnTo>
                    <a:pt x="3026" y="2725"/>
                  </a:lnTo>
                  <a:lnTo>
                    <a:pt x="3018" y="2686"/>
                  </a:lnTo>
                  <a:lnTo>
                    <a:pt x="3012" y="2647"/>
                  </a:lnTo>
                  <a:lnTo>
                    <a:pt x="3008" y="2604"/>
                  </a:lnTo>
                  <a:lnTo>
                    <a:pt x="3007" y="2562"/>
                  </a:lnTo>
                  <a:lnTo>
                    <a:pt x="3008" y="2520"/>
                  </a:lnTo>
                  <a:lnTo>
                    <a:pt x="3012" y="2478"/>
                  </a:lnTo>
                  <a:lnTo>
                    <a:pt x="3018" y="2438"/>
                  </a:lnTo>
                  <a:lnTo>
                    <a:pt x="3026" y="2400"/>
                  </a:lnTo>
                  <a:lnTo>
                    <a:pt x="3036" y="2363"/>
                  </a:lnTo>
                  <a:lnTo>
                    <a:pt x="3048" y="2329"/>
                  </a:lnTo>
                  <a:lnTo>
                    <a:pt x="3062" y="2296"/>
                  </a:lnTo>
                  <a:lnTo>
                    <a:pt x="3077" y="2267"/>
                  </a:lnTo>
                  <a:lnTo>
                    <a:pt x="3095" y="2240"/>
                  </a:lnTo>
                  <a:lnTo>
                    <a:pt x="3113" y="2215"/>
                  </a:lnTo>
                  <a:lnTo>
                    <a:pt x="3133" y="2194"/>
                  </a:lnTo>
                  <a:lnTo>
                    <a:pt x="3154" y="2176"/>
                  </a:lnTo>
                  <a:lnTo>
                    <a:pt x="3176" y="2162"/>
                  </a:lnTo>
                  <a:lnTo>
                    <a:pt x="3198" y="2152"/>
                  </a:lnTo>
                  <a:lnTo>
                    <a:pt x="3222" y="2146"/>
                  </a:lnTo>
                  <a:lnTo>
                    <a:pt x="3246" y="214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5865" name="Freeform 53"/>
            <p:cNvSpPr>
              <a:spLocks/>
            </p:cNvSpPr>
            <p:nvPr/>
          </p:nvSpPr>
          <p:spPr bwMode="auto">
            <a:xfrm>
              <a:off x="1267" y="1588"/>
              <a:ext cx="87" cy="52"/>
            </a:xfrm>
            <a:custGeom>
              <a:avLst/>
              <a:gdLst>
                <a:gd name="T0" fmla="*/ 3 w 437"/>
                <a:gd name="T1" fmla="*/ 2 h 260"/>
                <a:gd name="T2" fmla="*/ 3 w 437"/>
                <a:gd name="T3" fmla="*/ 2 h 260"/>
                <a:gd name="T4" fmla="*/ 3 w 437"/>
                <a:gd name="T5" fmla="*/ 2 h 260"/>
                <a:gd name="T6" fmla="*/ 3 w 437"/>
                <a:gd name="T7" fmla="*/ 2 h 260"/>
                <a:gd name="T8" fmla="*/ 3 w 437"/>
                <a:gd name="T9" fmla="*/ 1 h 260"/>
                <a:gd name="T10" fmla="*/ 3 w 437"/>
                <a:gd name="T11" fmla="*/ 1 h 260"/>
                <a:gd name="T12" fmla="*/ 3 w 437"/>
                <a:gd name="T13" fmla="*/ 1 h 260"/>
                <a:gd name="T14" fmla="*/ 3 w 437"/>
                <a:gd name="T15" fmla="*/ 1 h 260"/>
                <a:gd name="T16" fmla="*/ 3 w 437"/>
                <a:gd name="T17" fmla="*/ 1 h 260"/>
                <a:gd name="T18" fmla="*/ 2 w 437"/>
                <a:gd name="T19" fmla="*/ 1 h 260"/>
                <a:gd name="T20" fmla="*/ 2 w 437"/>
                <a:gd name="T21" fmla="*/ 0 h 260"/>
                <a:gd name="T22" fmla="*/ 2 w 437"/>
                <a:gd name="T23" fmla="*/ 0 h 260"/>
                <a:gd name="T24" fmla="*/ 2 w 437"/>
                <a:gd name="T25" fmla="*/ 0 h 260"/>
                <a:gd name="T26" fmla="*/ 1 w 437"/>
                <a:gd name="T27" fmla="*/ 0 h 260"/>
                <a:gd name="T28" fmla="*/ 1 w 437"/>
                <a:gd name="T29" fmla="*/ 0 h 260"/>
                <a:gd name="T30" fmla="*/ 1 w 437"/>
                <a:gd name="T31" fmla="*/ 0 h 260"/>
                <a:gd name="T32" fmla="*/ 0 w 437"/>
                <a:gd name="T33" fmla="*/ 0 h 260"/>
                <a:gd name="T34" fmla="*/ 0 w 437"/>
                <a:gd name="T35" fmla="*/ 0 h 260"/>
                <a:gd name="T36" fmla="*/ 0 w 437"/>
                <a:gd name="T37" fmla="*/ 0 h 260"/>
                <a:gd name="T38" fmla="*/ 0 w 437"/>
                <a:gd name="T39" fmla="*/ 0 h 260"/>
                <a:gd name="T40" fmla="*/ 1 w 437"/>
                <a:gd name="T41" fmla="*/ 0 h 260"/>
                <a:gd name="T42" fmla="*/ 1 w 437"/>
                <a:gd name="T43" fmla="*/ 0 h 260"/>
                <a:gd name="T44" fmla="*/ 1 w 437"/>
                <a:gd name="T45" fmla="*/ 0 h 260"/>
                <a:gd name="T46" fmla="*/ 2 w 437"/>
                <a:gd name="T47" fmla="*/ 0 h 260"/>
                <a:gd name="T48" fmla="*/ 2 w 437"/>
                <a:gd name="T49" fmla="*/ 0 h 260"/>
                <a:gd name="T50" fmla="*/ 2 w 437"/>
                <a:gd name="T51" fmla="*/ 1 h 260"/>
                <a:gd name="T52" fmla="*/ 2 w 437"/>
                <a:gd name="T53" fmla="*/ 1 h 260"/>
                <a:gd name="T54" fmla="*/ 3 w 437"/>
                <a:gd name="T55" fmla="*/ 1 h 260"/>
                <a:gd name="T56" fmla="*/ 3 w 437"/>
                <a:gd name="T57" fmla="*/ 1 h 260"/>
                <a:gd name="T58" fmla="*/ 3 w 437"/>
                <a:gd name="T59" fmla="*/ 1 h 260"/>
                <a:gd name="T60" fmla="*/ 3 w 437"/>
                <a:gd name="T61" fmla="*/ 1 h 260"/>
                <a:gd name="T62" fmla="*/ 3 w 437"/>
                <a:gd name="T63" fmla="*/ 1 h 260"/>
                <a:gd name="T64" fmla="*/ 3 w 437"/>
                <a:gd name="T65" fmla="*/ 2 h 260"/>
                <a:gd name="T66" fmla="*/ 3 w 437"/>
                <a:gd name="T67" fmla="*/ 2 h 260"/>
                <a:gd name="T68" fmla="*/ 3 w 437"/>
                <a:gd name="T69" fmla="*/ 2 h 260"/>
                <a:gd name="T70" fmla="*/ 3 w 437"/>
                <a:gd name="T71" fmla="*/ 2 h 260"/>
                <a:gd name="T72" fmla="*/ 3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437" y="260"/>
                  </a:moveTo>
                  <a:lnTo>
                    <a:pt x="437" y="260"/>
                  </a:lnTo>
                  <a:lnTo>
                    <a:pt x="434" y="233"/>
                  </a:lnTo>
                  <a:lnTo>
                    <a:pt x="427" y="206"/>
                  </a:lnTo>
                  <a:lnTo>
                    <a:pt x="417" y="181"/>
                  </a:lnTo>
                  <a:lnTo>
                    <a:pt x="401" y="157"/>
                  </a:lnTo>
                  <a:lnTo>
                    <a:pt x="383" y="133"/>
                  </a:lnTo>
                  <a:lnTo>
                    <a:pt x="360" y="113"/>
                  </a:lnTo>
                  <a:lnTo>
                    <a:pt x="336" y="93"/>
                  </a:lnTo>
                  <a:lnTo>
                    <a:pt x="308" y="73"/>
                  </a:lnTo>
                  <a:lnTo>
                    <a:pt x="276" y="58"/>
                  </a:lnTo>
                  <a:lnTo>
                    <a:pt x="242" y="43"/>
                  </a:lnTo>
                  <a:lnTo>
                    <a:pt x="207" y="30"/>
                  </a:lnTo>
                  <a:lnTo>
                    <a:pt x="168" y="19"/>
                  </a:lnTo>
                  <a:lnTo>
                    <a:pt x="128" y="11"/>
                  </a:lnTo>
                  <a:lnTo>
                    <a:pt x="87" y="4"/>
                  </a:lnTo>
                  <a:lnTo>
                    <a:pt x="43" y="1"/>
                  </a:lnTo>
                  <a:lnTo>
                    <a:pt x="0" y="0"/>
                  </a:lnTo>
                  <a:lnTo>
                    <a:pt x="0" y="11"/>
                  </a:lnTo>
                  <a:lnTo>
                    <a:pt x="43" y="12"/>
                  </a:lnTo>
                  <a:lnTo>
                    <a:pt x="85" y="16"/>
                  </a:lnTo>
                  <a:lnTo>
                    <a:pt x="126" y="23"/>
                  </a:lnTo>
                  <a:lnTo>
                    <a:pt x="166" y="31"/>
                  </a:lnTo>
                  <a:lnTo>
                    <a:pt x="202" y="42"/>
                  </a:lnTo>
                  <a:lnTo>
                    <a:pt x="237" y="55"/>
                  </a:lnTo>
                  <a:lnTo>
                    <a:pt x="271" y="70"/>
                  </a:lnTo>
                  <a:lnTo>
                    <a:pt x="301" y="85"/>
                  </a:lnTo>
                  <a:lnTo>
                    <a:pt x="329" y="103"/>
                  </a:lnTo>
                  <a:lnTo>
                    <a:pt x="353" y="123"/>
                  </a:lnTo>
                  <a:lnTo>
                    <a:pt x="373" y="143"/>
                  </a:lnTo>
                  <a:lnTo>
                    <a:pt x="392" y="164"/>
                  </a:lnTo>
                  <a:lnTo>
                    <a:pt x="405" y="186"/>
                  </a:lnTo>
                  <a:lnTo>
                    <a:pt x="415" y="211"/>
                  </a:lnTo>
                  <a:lnTo>
                    <a:pt x="422" y="235"/>
                  </a:lnTo>
                  <a:lnTo>
                    <a:pt x="425" y="260"/>
                  </a:lnTo>
                  <a:lnTo>
                    <a:pt x="437"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5866" name="Freeform 54"/>
            <p:cNvSpPr>
              <a:spLocks/>
            </p:cNvSpPr>
            <p:nvPr/>
          </p:nvSpPr>
          <p:spPr bwMode="auto">
            <a:xfrm>
              <a:off x="1267" y="1640"/>
              <a:ext cx="87" cy="52"/>
            </a:xfrm>
            <a:custGeom>
              <a:avLst/>
              <a:gdLst>
                <a:gd name="T0" fmla="*/ 0 w 437"/>
                <a:gd name="T1" fmla="*/ 2 h 260"/>
                <a:gd name="T2" fmla="*/ 0 w 437"/>
                <a:gd name="T3" fmla="*/ 2 h 260"/>
                <a:gd name="T4" fmla="*/ 0 w 437"/>
                <a:gd name="T5" fmla="*/ 2 h 260"/>
                <a:gd name="T6" fmla="*/ 1 w 437"/>
                <a:gd name="T7" fmla="*/ 2 h 260"/>
                <a:gd name="T8" fmla="*/ 1 w 437"/>
                <a:gd name="T9" fmla="*/ 2 h 260"/>
                <a:gd name="T10" fmla="*/ 1 w 437"/>
                <a:gd name="T11" fmla="*/ 2 h 260"/>
                <a:gd name="T12" fmla="*/ 2 w 437"/>
                <a:gd name="T13" fmla="*/ 2 h 260"/>
                <a:gd name="T14" fmla="*/ 2 w 437"/>
                <a:gd name="T15" fmla="*/ 2 h 260"/>
                <a:gd name="T16" fmla="*/ 2 w 437"/>
                <a:gd name="T17" fmla="*/ 2 h 260"/>
                <a:gd name="T18" fmla="*/ 2 w 437"/>
                <a:gd name="T19" fmla="*/ 1 h 260"/>
                <a:gd name="T20" fmla="*/ 3 w 437"/>
                <a:gd name="T21" fmla="*/ 1 h 260"/>
                <a:gd name="T22" fmla="*/ 3 w 437"/>
                <a:gd name="T23" fmla="*/ 1 h 260"/>
                <a:gd name="T24" fmla="*/ 3 w 437"/>
                <a:gd name="T25" fmla="*/ 1 h 260"/>
                <a:gd name="T26" fmla="*/ 3 w 437"/>
                <a:gd name="T27" fmla="*/ 1 h 260"/>
                <a:gd name="T28" fmla="*/ 3 w 437"/>
                <a:gd name="T29" fmla="*/ 1 h 260"/>
                <a:gd name="T30" fmla="*/ 3 w 437"/>
                <a:gd name="T31" fmla="*/ 0 h 260"/>
                <a:gd name="T32" fmla="*/ 3 w 437"/>
                <a:gd name="T33" fmla="*/ 0 h 260"/>
                <a:gd name="T34" fmla="*/ 3 w 437"/>
                <a:gd name="T35" fmla="*/ 0 h 260"/>
                <a:gd name="T36" fmla="*/ 3 w 437"/>
                <a:gd name="T37" fmla="*/ 0 h 260"/>
                <a:gd name="T38" fmla="*/ 3 w 437"/>
                <a:gd name="T39" fmla="*/ 0 h 260"/>
                <a:gd name="T40" fmla="*/ 3 w 437"/>
                <a:gd name="T41" fmla="*/ 0 h 260"/>
                <a:gd name="T42" fmla="*/ 3 w 437"/>
                <a:gd name="T43" fmla="*/ 1 h 260"/>
                <a:gd name="T44" fmla="*/ 3 w 437"/>
                <a:gd name="T45" fmla="*/ 1 h 260"/>
                <a:gd name="T46" fmla="*/ 3 w 437"/>
                <a:gd name="T47" fmla="*/ 1 h 260"/>
                <a:gd name="T48" fmla="*/ 3 w 437"/>
                <a:gd name="T49" fmla="*/ 1 h 260"/>
                <a:gd name="T50" fmla="*/ 3 w 437"/>
                <a:gd name="T51" fmla="*/ 1 h 260"/>
                <a:gd name="T52" fmla="*/ 2 w 437"/>
                <a:gd name="T53" fmla="*/ 1 h 260"/>
                <a:gd name="T54" fmla="*/ 2 w 437"/>
                <a:gd name="T55" fmla="*/ 2 h 260"/>
                <a:gd name="T56" fmla="*/ 2 w 437"/>
                <a:gd name="T57" fmla="*/ 2 h 260"/>
                <a:gd name="T58" fmla="*/ 2 w 437"/>
                <a:gd name="T59" fmla="*/ 2 h 260"/>
                <a:gd name="T60" fmla="*/ 1 w 437"/>
                <a:gd name="T61" fmla="*/ 2 h 260"/>
                <a:gd name="T62" fmla="*/ 1 w 437"/>
                <a:gd name="T63" fmla="*/ 2 h 260"/>
                <a:gd name="T64" fmla="*/ 1 w 437"/>
                <a:gd name="T65" fmla="*/ 2 h 260"/>
                <a:gd name="T66" fmla="*/ 0 w 437"/>
                <a:gd name="T67" fmla="*/ 2 h 260"/>
                <a:gd name="T68" fmla="*/ 0 w 437"/>
                <a:gd name="T69" fmla="*/ 2 h 260"/>
                <a:gd name="T70" fmla="*/ 0 w 437"/>
                <a:gd name="T71" fmla="*/ 2 h 260"/>
                <a:gd name="T72" fmla="*/ 0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0" y="260"/>
                  </a:moveTo>
                  <a:lnTo>
                    <a:pt x="0" y="260"/>
                  </a:lnTo>
                  <a:lnTo>
                    <a:pt x="43" y="259"/>
                  </a:lnTo>
                  <a:lnTo>
                    <a:pt x="87" y="255"/>
                  </a:lnTo>
                  <a:lnTo>
                    <a:pt x="128" y="248"/>
                  </a:lnTo>
                  <a:lnTo>
                    <a:pt x="168" y="240"/>
                  </a:lnTo>
                  <a:lnTo>
                    <a:pt x="207" y="230"/>
                  </a:lnTo>
                  <a:lnTo>
                    <a:pt x="242" y="217"/>
                  </a:lnTo>
                  <a:lnTo>
                    <a:pt x="276" y="202"/>
                  </a:lnTo>
                  <a:lnTo>
                    <a:pt x="308" y="185"/>
                  </a:lnTo>
                  <a:lnTo>
                    <a:pt x="336" y="166"/>
                  </a:lnTo>
                  <a:lnTo>
                    <a:pt x="360" y="146"/>
                  </a:lnTo>
                  <a:lnTo>
                    <a:pt x="383" y="125"/>
                  </a:lnTo>
                  <a:lnTo>
                    <a:pt x="401" y="102"/>
                  </a:lnTo>
                  <a:lnTo>
                    <a:pt x="417" y="77"/>
                  </a:lnTo>
                  <a:lnTo>
                    <a:pt x="427" y="53"/>
                  </a:lnTo>
                  <a:lnTo>
                    <a:pt x="434" y="27"/>
                  </a:lnTo>
                  <a:lnTo>
                    <a:pt x="437" y="0"/>
                  </a:lnTo>
                  <a:lnTo>
                    <a:pt x="425" y="0"/>
                  </a:lnTo>
                  <a:lnTo>
                    <a:pt x="422" y="24"/>
                  </a:lnTo>
                  <a:lnTo>
                    <a:pt x="415" y="48"/>
                  </a:lnTo>
                  <a:lnTo>
                    <a:pt x="405" y="73"/>
                  </a:lnTo>
                  <a:lnTo>
                    <a:pt x="392" y="95"/>
                  </a:lnTo>
                  <a:lnTo>
                    <a:pt x="373" y="116"/>
                  </a:lnTo>
                  <a:lnTo>
                    <a:pt x="353" y="137"/>
                  </a:lnTo>
                  <a:lnTo>
                    <a:pt x="329" y="157"/>
                  </a:lnTo>
                  <a:lnTo>
                    <a:pt x="301" y="173"/>
                  </a:lnTo>
                  <a:lnTo>
                    <a:pt x="271" y="190"/>
                  </a:lnTo>
                  <a:lnTo>
                    <a:pt x="237" y="205"/>
                  </a:lnTo>
                  <a:lnTo>
                    <a:pt x="202" y="218"/>
                  </a:lnTo>
                  <a:lnTo>
                    <a:pt x="166" y="228"/>
                  </a:lnTo>
                  <a:lnTo>
                    <a:pt x="126" y="237"/>
                  </a:lnTo>
                  <a:lnTo>
                    <a:pt x="85" y="244"/>
                  </a:lnTo>
                  <a:lnTo>
                    <a:pt x="43" y="247"/>
                  </a:lnTo>
                  <a:lnTo>
                    <a:pt x="0" y="248"/>
                  </a:lnTo>
                  <a:lnTo>
                    <a:pt x="0"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5867" name="Freeform 55"/>
            <p:cNvSpPr>
              <a:spLocks/>
            </p:cNvSpPr>
            <p:nvPr/>
          </p:nvSpPr>
          <p:spPr bwMode="auto">
            <a:xfrm>
              <a:off x="1179" y="1640"/>
              <a:ext cx="88" cy="52"/>
            </a:xfrm>
            <a:custGeom>
              <a:avLst/>
              <a:gdLst>
                <a:gd name="T0" fmla="*/ 0 w 439"/>
                <a:gd name="T1" fmla="*/ 0 h 260"/>
                <a:gd name="T2" fmla="*/ 0 w 439"/>
                <a:gd name="T3" fmla="*/ 0 h 260"/>
                <a:gd name="T4" fmla="*/ 0 w 439"/>
                <a:gd name="T5" fmla="*/ 0 h 260"/>
                <a:gd name="T6" fmla="*/ 0 w 439"/>
                <a:gd name="T7" fmla="*/ 0 h 260"/>
                <a:gd name="T8" fmla="*/ 0 w 439"/>
                <a:gd name="T9" fmla="*/ 1 h 260"/>
                <a:gd name="T10" fmla="*/ 0 w 439"/>
                <a:gd name="T11" fmla="*/ 1 h 260"/>
                <a:gd name="T12" fmla="*/ 0 w 439"/>
                <a:gd name="T13" fmla="*/ 1 h 260"/>
                <a:gd name="T14" fmla="*/ 1 w 439"/>
                <a:gd name="T15" fmla="*/ 1 h 260"/>
                <a:gd name="T16" fmla="*/ 1 w 439"/>
                <a:gd name="T17" fmla="*/ 1 h 260"/>
                <a:gd name="T18" fmla="*/ 1 w 439"/>
                <a:gd name="T19" fmla="*/ 1 h 260"/>
                <a:gd name="T20" fmla="*/ 1 w 439"/>
                <a:gd name="T21" fmla="*/ 2 h 260"/>
                <a:gd name="T22" fmla="*/ 2 w 439"/>
                <a:gd name="T23" fmla="*/ 2 h 260"/>
                <a:gd name="T24" fmla="*/ 2 w 439"/>
                <a:gd name="T25" fmla="*/ 2 h 260"/>
                <a:gd name="T26" fmla="*/ 2 w 439"/>
                <a:gd name="T27" fmla="*/ 2 h 260"/>
                <a:gd name="T28" fmla="*/ 2 w 439"/>
                <a:gd name="T29" fmla="*/ 2 h 260"/>
                <a:gd name="T30" fmla="*/ 3 w 439"/>
                <a:gd name="T31" fmla="*/ 2 h 260"/>
                <a:gd name="T32" fmla="*/ 3 w 439"/>
                <a:gd name="T33" fmla="*/ 2 h 260"/>
                <a:gd name="T34" fmla="*/ 4 w 439"/>
                <a:gd name="T35" fmla="*/ 2 h 260"/>
                <a:gd name="T36" fmla="*/ 4 w 439"/>
                <a:gd name="T37" fmla="*/ 2 h 260"/>
                <a:gd name="T38" fmla="*/ 3 w 439"/>
                <a:gd name="T39" fmla="*/ 2 h 260"/>
                <a:gd name="T40" fmla="*/ 3 w 439"/>
                <a:gd name="T41" fmla="*/ 2 h 260"/>
                <a:gd name="T42" fmla="*/ 3 w 439"/>
                <a:gd name="T43" fmla="*/ 2 h 260"/>
                <a:gd name="T44" fmla="*/ 2 w 439"/>
                <a:gd name="T45" fmla="*/ 2 h 260"/>
                <a:gd name="T46" fmla="*/ 2 w 439"/>
                <a:gd name="T47" fmla="*/ 2 h 260"/>
                <a:gd name="T48" fmla="*/ 2 w 439"/>
                <a:gd name="T49" fmla="*/ 2 h 260"/>
                <a:gd name="T50" fmla="*/ 1 w 439"/>
                <a:gd name="T51" fmla="*/ 2 h 260"/>
                <a:gd name="T52" fmla="*/ 1 w 439"/>
                <a:gd name="T53" fmla="*/ 1 h 260"/>
                <a:gd name="T54" fmla="*/ 1 w 439"/>
                <a:gd name="T55" fmla="*/ 1 h 260"/>
                <a:gd name="T56" fmla="*/ 1 w 439"/>
                <a:gd name="T57" fmla="*/ 1 h 260"/>
                <a:gd name="T58" fmla="*/ 1 w 439"/>
                <a:gd name="T59" fmla="*/ 1 h 260"/>
                <a:gd name="T60" fmla="*/ 0 w 439"/>
                <a:gd name="T61" fmla="*/ 1 h 260"/>
                <a:gd name="T62" fmla="*/ 0 w 439"/>
                <a:gd name="T63" fmla="*/ 1 h 260"/>
                <a:gd name="T64" fmla="*/ 0 w 439"/>
                <a:gd name="T65" fmla="*/ 0 h 260"/>
                <a:gd name="T66" fmla="*/ 0 w 439"/>
                <a:gd name="T67" fmla="*/ 0 h 260"/>
                <a:gd name="T68" fmla="*/ 0 w 439"/>
                <a:gd name="T69" fmla="*/ 0 h 260"/>
                <a:gd name="T70" fmla="*/ 0 w 439"/>
                <a:gd name="T71" fmla="*/ 0 h 260"/>
                <a:gd name="T72" fmla="*/ 0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0" y="0"/>
                  </a:moveTo>
                  <a:lnTo>
                    <a:pt x="0" y="0"/>
                  </a:lnTo>
                  <a:lnTo>
                    <a:pt x="3" y="27"/>
                  </a:lnTo>
                  <a:lnTo>
                    <a:pt x="10" y="53"/>
                  </a:lnTo>
                  <a:lnTo>
                    <a:pt x="20" y="77"/>
                  </a:lnTo>
                  <a:lnTo>
                    <a:pt x="35" y="102"/>
                  </a:lnTo>
                  <a:lnTo>
                    <a:pt x="54" y="125"/>
                  </a:lnTo>
                  <a:lnTo>
                    <a:pt x="76" y="146"/>
                  </a:lnTo>
                  <a:lnTo>
                    <a:pt x="102" y="166"/>
                  </a:lnTo>
                  <a:lnTo>
                    <a:pt x="130" y="185"/>
                  </a:lnTo>
                  <a:lnTo>
                    <a:pt x="162" y="202"/>
                  </a:lnTo>
                  <a:lnTo>
                    <a:pt x="195" y="217"/>
                  </a:lnTo>
                  <a:lnTo>
                    <a:pt x="231" y="230"/>
                  </a:lnTo>
                  <a:lnTo>
                    <a:pt x="270" y="240"/>
                  </a:lnTo>
                  <a:lnTo>
                    <a:pt x="310" y="248"/>
                  </a:lnTo>
                  <a:lnTo>
                    <a:pt x="351" y="255"/>
                  </a:lnTo>
                  <a:lnTo>
                    <a:pt x="395" y="259"/>
                  </a:lnTo>
                  <a:lnTo>
                    <a:pt x="439" y="260"/>
                  </a:lnTo>
                  <a:lnTo>
                    <a:pt x="439" y="248"/>
                  </a:lnTo>
                  <a:lnTo>
                    <a:pt x="395" y="247"/>
                  </a:lnTo>
                  <a:lnTo>
                    <a:pt x="353" y="244"/>
                  </a:lnTo>
                  <a:lnTo>
                    <a:pt x="312" y="237"/>
                  </a:lnTo>
                  <a:lnTo>
                    <a:pt x="272" y="228"/>
                  </a:lnTo>
                  <a:lnTo>
                    <a:pt x="236" y="218"/>
                  </a:lnTo>
                  <a:lnTo>
                    <a:pt x="200" y="205"/>
                  </a:lnTo>
                  <a:lnTo>
                    <a:pt x="167" y="190"/>
                  </a:lnTo>
                  <a:lnTo>
                    <a:pt x="137" y="173"/>
                  </a:lnTo>
                  <a:lnTo>
                    <a:pt x="109" y="157"/>
                  </a:lnTo>
                  <a:lnTo>
                    <a:pt x="84" y="137"/>
                  </a:lnTo>
                  <a:lnTo>
                    <a:pt x="64" y="116"/>
                  </a:lnTo>
                  <a:lnTo>
                    <a:pt x="45" y="95"/>
                  </a:lnTo>
                  <a:lnTo>
                    <a:pt x="32" y="73"/>
                  </a:lnTo>
                  <a:lnTo>
                    <a:pt x="21" y="48"/>
                  </a:lnTo>
                  <a:lnTo>
                    <a:pt x="14" y="24"/>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5868" name="Freeform 56"/>
            <p:cNvSpPr>
              <a:spLocks/>
            </p:cNvSpPr>
            <p:nvPr/>
          </p:nvSpPr>
          <p:spPr bwMode="auto">
            <a:xfrm>
              <a:off x="1179" y="1588"/>
              <a:ext cx="88" cy="52"/>
            </a:xfrm>
            <a:custGeom>
              <a:avLst/>
              <a:gdLst>
                <a:gd name="T0" fmla="*/ 4 w 439"/>
                <a:gd name="T1" fmla="*/ 0 h 260"/>
                <a:gd name="T2" fmla="*/ 4 w 439"/>
                <a:gd name="T3" fmla="*/ 0 h 260"/>
                <a:gd name="T4" fmla="*/ 3 w 439"/>
                <a:gd name="T5" fmla="*/ 0 h 260"/>
                <a:gd name="T6" fmla="*/ 3 w 439"/>
                <a:gd name="T7" fmla="*/ 0 h 260"/>
                <a:gd name="T8" fmla="*/ 2 w 439"/>
                <a:gd name="T9" fmla="*/ 0 h 260"/>
                <a:gd name="T10" fmla="*/ 2 w 439"/>
                <a:gd name="T11" fmla="*/ 0 h 260"/>
                <a:gd name="T12" fmla="*/ 2 w 439"/>
                <a:gd name="T13" fmla="*/ 0 h 260"/>
                <a:gd name="T14" fmla="*/ 2 w 439"/>
                <a:gd name="T15" fmla="*/ 0 h 260"/>
                <a:gd name="T16" fmla="*/ 1 w 439"/>
                <a:gd name="T17" fmla="*/ 0 h 260"/>
                <a:gd name="T18" fmla="*/ 1 w 439"/>
                <a:gd name="T19" fmla="*/ 1 h 260"/>
                <a:gd name="T20" fmla="*/ 1 w 439"/>
                <a:gd name="T21" fmla="*/ 1 h 260"/>
                <a:gd name="T22" fmla="*/ 1 w 439"/>
                <a:gd name="T23" fmla="*/ 1 h 260"/>
                <a:gd name="T24" fmla="*/ 0 w 439"/>
                <a:gd name="T25" fmla="*/ 1 h 260"/>
                <a:gd name="T26" fmla="*/ 0 w 439"/>
                <a:gd name="T27" fmla="*/ 1 h 260"/>
                <a:gd name="T28" fmla="*/ 0 w 439"/>
                <a:gd name="T29" fmla="*/ 1 h 260"/>
                <a:gd name="T30" fmla="*/ 0 w 439"/>
                <a:gd name="T31" fmla="*/ 2 h 260"/>
                <a:gd name="T32" fmla="*/ 0 w 439"/>
                <a:gd name="T33" fmla="*/ 2 h 260"/>
                <a:gd name="T34" fmla="*/ 0 w 439"/>
                <a:gd name="T35" fmla="*/ 2 h 260"/>
                <a:gd name="T36" fmla="*/ 0 w 439"/>
                <a:gd name="T37" fmla="*/ 2 h 260"/>
                <a:gd name="T38" fmla="*/ 0 w 439"/>
                <a:gd name="T39" fmla="*/ 2 h 260"/>
                <a:gd name="T40" fmla="*/ 0 w 439"/>
                <a:gd name="T41" fmla="*/ 2 h 260"/>
                <a:gd name="T42" fmla="*/ 0 w 439"/>
                <a:gd name="T43" fmla="*/ 1 h 260"/>
                <a:gd name="T44" fmla="*/ 0 w 439"/>
                <a:gd name="T45" fmla="*/ 1 h 260"/>
                <a:gd name="T46" fmla="*/ 1 w 439"/>
                <a:gd name="T47" fmla="*/ 1 h 260"/>
                <a:gd name="T48" fmla="*/ 1 w 439"/>
                <a:gd name="T49" fmla="*/ 1 h 260"/>
                <a:gd name="T50" fmla="*/ 1 w 439"/>
                <a:gd name="T51" fmla="*/ 1 h 260"/>
                <a:gd name="T52" fmla="*/ 1 w 439"/>
                <a:gd name="T53" fmla="*/ 1 h 260"/>
                <a:gd name="T54" fmla="*/ 1 w 439"/>
                <a:gd name="T55" fmla="*/ 1 h 260"/>
                <a:gd name="T56" fmla="*/ 2 w 439"/>
                <a:gd name="T57" fmla="*/ 0 h 260"/>
                <a:gd name="T58" fmla="*/ 2 w 439"/>
                <a:gd name="T59" fmla="*/ 0 h 260"/>
                <a:gd name="T60" fmla="*/ 2 w 439"/>
                <a:gd name="T61" fmla="*/ 0 h 260"/>
                <a:gd name="T62" fmla="*/ 3 w 439"/>
                <a:gd name="T63" fmla="*/ 0 h 260"/>
                <a:gd name="T64" fmla="*/ 3 w 439"/>
                <a:gd name="T65" fmla="*/ 0 h 260"/>
                <a:gd name="T66" fmla="*/ 3 w 439"/>
                <a:gd name="T67" fmla="*/ 0 h 260"/>
                <a:gd name="T68" fmla="*/ 4 w 439"/>
                <a:gd name="T69" fmla="*/ 0 h 260"/>
                <a:gd name="T70" fmla="*/ 4 w 439"/>
                <a:gd name="T71" fmla="*/ 0 h 260"/>
                <a:gd name="T72" fmla="*/ 4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439" y="0"/>
                  </a:moveTo>
                  <a:lnTo>
                    <a:pt x="439" y="0"/>
                  </a:lnTo>
                  <a:lnTo>
                    <a:pt x="395" y="1"/>
                  </a:lnTo>
                  <a:lnTo>
                    <a:pt x="351" y="4"/>
                  </a:lnTo>
                  <a:lnTo>
                    <a:pt x="310" y="11"/>
                  </a:lnTo>
                  <a:lnTo>
                    <a:pt x="270" y="19"/>
                  </a:lnTo>
                  <a:lnTo>
                    <a:pt x="231" y="30"/>
                  </a:lnTo>
                  <a:lnTo>
                    <a:pt x="195" y="43"/>
                  </a:lnTo>
                  <a:lnTo>
                    <a:pt x="162" y="58"/>
                  </a:lnTo>
                  <a:lnTo>
                    <a:pt x="130" y="73"/>
                  </a:lnTo>
                  <a:lnTo>
                    <a:pt x="102" y="93"/>
                  </a:lnTo>
                  <a:lnTo>
                    <a:pt x="76" y="113"/>
                  </a:lnTo>
                  <a:lnTo>
                    <a:pt x="54" y="133"/>
                  </a:lnTo>
                  <a:lnTo>
                    <a:pt x="35" y="157"/>
                  </a:lnTo>
                  <a:lnTo>
                    <a:pt x="20" y="181"/>
                  </a:lnTo>
                  <a:lnTo>
                    <a:pt x="10" y="206"/>
                  </a:lnTo>
                  <a:lnTo>
                    <a:pt x="3" y="233"/>
                  </a:lnTo>
                  <a:lnTo>
                    <a:pt x="0" y="260"/>
                  </a:lnTo>
                  <a:lnTo>
                    <a:pt x="12" y="260"/>
                  </a:lnTo>
                  <a:lnTo>
                    <a:pt x="14" y="235"/>
                  </a:lnTo>
                  <a:lnTo>
                    <a:pt x="21" y="211"/>
                  </a:lnTo>
                  <a:lnTo>
                    <a:pt x="32" y="186"/>
                  </a:lnTo>
                  <a:lnTo>
                    <a:pt x="45" y="164"/>
                  </a:lnTo>
                  <a:lnTo>
                    <a:pt x="64" y="143"/>
                  </a:lnTo>
                  <a:lnTo>
                    <a:pt x="84" y="123"/>
                  </a:lnTo>
                  <a:lnTo>
                    <a:pt x="109" y="103"/>
                  </a:lnTo>
                  <a:lnTo>
                    <a:pt x="137" y="85"/>
                  </a:lnTo>
                  <a:lnTo>
                    <a:pt x="167" y="70"/>
                  </a:lnTo>
                  <a:lnTo>
                    <a:pt x="200" y="55"/>
                  </a:lnTo>
                  <a:lnTo>
                    <a:pt x="236" y="42"/>
                  </a:lnTo>
                  <a:lnTo>
                    <a:pt x="272" y="31"/>
                  </a:lnTo>
                  <a:lnTo>
                    <a:pt x="312" y="23"/>
                  </a:lnTo>
                  <a:lnTo>
                    <a:pt x="353" y="16"/>
                  </a:lnTo>
                  <a:lnTo>
                    <a:pt x="395" y="12"/>
                  </a:lnTo>
                  <a:lnTo>
                    <a:pt x="439" y="11"/>
                  </a:lnTo>
                  <a:lnTo>
                    <a:pt x="439"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5869" name="Freeform 57"/>
            <p:cNvSpPr>
              <a:spLocks/>
            </p:cNvSpPr>
            <p:nvPr/>
          </p:nvSpPr>
          <p:spPr bwMode="auto">
            <a:xfrm>
              <a:off x="964" y="1745"/>
              <a:ext cx="48" cy="85"/>
            </a:xfrm>
            <a:custGeom>
              <a:avLst/>
              <a:gdLst>
                <a:gd name="T0" fmla="*/ 2 w 244"/>
                <a:gd name="T1" fmla="*/ 3 h 426"/>
                <a:gd name="T2" fmla="*/ 2 w 244"/>
                <a:gd name="T3" fmla="*/ 3 h 426"/>
                <a:gd name="T4" fmla="*/ 2 w 244"/>
                <a:gd name="T5" fmla="*/ 3 h 426"/>
                <a:gd name="T6" fmla="*/ 2 w 244"/>
                <a:gd name="T7" fmla="*/ 3 h 426"/>
                <a:gd name="T8" fmla="*/ 2 w 244"/>
                <a:gd name="T9" fmla="*/ 2 h 426"/>
                <a:gd name="T10" fmla="*/ 2 w 244"/>
                <a:gd name="T11" fmla="*/ 2 h 426"/>
                <a:gd name="T12" fmla="*/ 2 w 244"/>
                <a:gd name="T13" fmla="*/ 2 h 426"/>
                <a:gd name="T14" fmla="*/ 2 w 244"/>
                <a:gd name="T15" fmla="*/ 2 h 426"/>
                <a:gd name="T16" fmla="*/ 1 w 244"/>
                <a:gd name="T17" fmla="*/ 1 h 426"/>
                <a:gd name="T18" fmla="*/ 1 w 244"/>
                <a:gd name="T19" fmla="*/ 1 h 426"/>
                <a:gd name="T20" fmla="*/ 1 w 244"/>
                <a:gd name="T21" fmla="*/ 1 h 426"/>
                <a:gd name="T22" fmla="*/ 1 w 244"/>
                <a:gd name="T23" fmla="*/ 1 h 426"/>
                <a:gd name="T24" fmla="*/ 1 w 244"/>
                <a:gd name="T25" fmla="*/ 0 h 426"/>
                <a:gd name="T26" fmla="*/ 1 w 244"/>
                <a:gd name="T27" fmla="*/ 0 h 426"/>
                <a:gd name="T28" fmla="*/ 1 w 244"/>
                <a:gd name="T29" fmla="*/ 0 h 426"/>
                <a:gd name="T30" fmla="*/ 0 w 244"/>
                <a:gd name="T31" fmla="*/ 0 h 426"/>
                <a:gd name="T32" fmla="*/ 0 w 244"/>
                <a:gd name="T33" fmla="*/ 0 h 426"/>
                <a:gd name="T34" fmla="*/ 0 w 244"/>
                <a:gd name="T35" fmla="*/ 0 h 426"/>
                <a:gd name="T36" fmla="*/ 0 w 244"/>
                <a:gd name="T37" fmla="*/ 0 h 426"/>
                <a:gd name="T38" fmla="*/ 0 w 244"/>
                <a:gd name="T39" fmla="*/ 0 h 426"/>
                <a:gd name="T40" fmla="*/ 0 w 244"/>
                <a:gd name="T41" fmla="*/ 0 h 426"/>
                <a:gd name="T42" fmla="*/ 1 w 244"/>
                <a:gd name="T43" fmla="*/ 0 h 426"/>
                <a:gd name="T44" fmla="*/ 1 w 244"/>
                <a:gd name="T45" fmla="*/ 0 h 426"/>
                <a:gd name="T46" fmla="*/ 1 w 244"/>
                <a:gd name="T47" fmla="*/ 0 h 426"/>
                <a:gd name="T48" fmla="*/ 1 w 244"/>
                <a:gd name="T49" fmla="*/ 1 h 426"/>
                <a:gd name="T50" fmla="*/ 1 w 244"/>
                <a:gd name="T51" fmla="*/ 1 h 426"/>
                <a:gd name="T52" fmla="*/ 1 w 244"/>
                <a:gd name="T53" fmla="*/ 1 h 426"/>
                <a:gd name="T54" fmla="*/ 1 w 244"/>
                <a:gd name="T55" fmla="*/ 1 h 426"/>
                <a:gd name="T56" fmla="*/ 1 w 244"/>
                <a:gd name="T57" fmla="*/ 2 h 426"/>
                <a:gd name="T58" fmla="*/ 2 w 244"/>
                <a:gd name="T59" fmla="*/ 2 h 426"/>
                <a:gd name="T60" fmla="*/ 2 w 244"/>
                <a:gd name="T61" fmla="*/ 2 h 426"/>
                <a:gd name="T62" fmla="*/ 2 w 244"/>
                <a:gd name="T63" fmla="*/ 2 h 426"/>
                <a:gd name="T64" fmla="*/ 2 w 244"/>
                <a:gd name="T65" fmla="*/ 3 h 426"/>
                <a:gd name="T66" fmla="*/ 2 w 244"/>
                <a:gd name="T67" fmla="*/ 3 h 426"/>
                <a:gd name="T68" fmla="*/ 2 w 244"/>
                <a:gd name="T69" fmla="*/ 3 h 426"/>
                <a:gd name="T70" fmla="*/ 2 w 244"/>
                <a:gd name="T71" fmla="*/ 3 h 426"/>
                <a:gd name="T72" fmla="*/ 2 w 244"/>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6"/>
                <a:gd name="T113" fmla="*/ 244 w 244"/>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6">
                  <a:moveTo>
                    <a:pt x="244" y="426"/>
                  </a:moveTo>
                  <a:lnTo>
                    <a:pt x="244" y="426"/>
                  </a:lnTo>
                  <a:lnTo>
                    <a:pt x="243" y="383"/>
                  </a:lnTo>
                  <a:lnTo>
                    <a:pt x="240" y="340"/>
                  </a:lnTo>
                  <a:lnTo>
                    <a:pt x="234" y="300"/>
                  </a:lnTo>
                  <a:lnTo>
                    <a:pt x="226" y="262"/>
                  </a:lnTo>
                  <a:lnTo>
                    <a:pt x="215" y="224"/>
                  </a:lnTo>
                  <a:lnTo>
                    <a:pt x="203" y="189"/>
                  </a:lnTo>
                  <a:lnTo>
                    <a:pt x="189" y="157"/>
                  </a:lnTo>
                  <a:lnTo>
                    <a:pt x="174" y="126"/>
                  </a:lnTo>
                  <a:lnTo>
                    <a:pt x="155" y="99"/>
                  </a:lnTo>
                  <a:lnTo>
                    <a:pt x="138" y="74"/>
                  </a:lnTo>
                  <a:lnTo>
                    <a:pt x="118" y="52"/>
                  </a:lnTo>
                  <a:lnTo>
                    <a:pt x="96" y="34"/>
                  </a:lnTo>
                  <a:lnTo>
                    <a:pt x="73" y="19"/>
                  </a:lnTo>
                  <a:lnTo>
                    <a:pt x="50" y="8"/>
                  </a:lnTo>
                  <a:lnTo>
                    <a:pt x="25" y="2"/>
                  </a:lnTo>
                  <a:lnTo>
                    <a:pt x="0" y="0"/>
                  </a:lnTo>
                  <a:lnTo>
                    <a:pt x="0" y="12"/>
                  </a:lnTo>
                  <a:lnTo>
                    <a:pt x="23" y="14"/>
                  </a:lnTo>
                  <a:lnTo>
                    <a:pt x="45" y="20"/>
                  </a:lnTo>
                  <a:lnTo>
                    <a:pt x="66" y="31"/>
                  </a:lnTo>
                  <a:lnTo>
                    <a:pt x="89" y="43"/>
                  </a:lnTo>
                  <a:lnTo>
                    <a:pt x="109" y="61"/>
                  </a:lnTo>
                  <a:lnTo>
                    <a:pt x="129" y="81"/>
                  </a:lnTo>
                  <a:lnTo>
                    <a:pt x="146" y="106"/>
                  </a:lnTo>
                  <a:lnTo>
                    <a:pt x="162" y="133"/>
                  </a:lnTo>
                  <a:lnTo>
                    <a:pt x="178" y="162"/>
                  </a:lnTo>
                  <a:lnTo>
                    <a:pt x="192" y="194"/>
                  </a:lnTo>
                  <a:lnTo>
                    <a:pt x="203" y="229"/>
                  </a:lnTo>
                  <a:lnTo>
                    <a:pt x="214" y="264"/>
                  </a:lnTo>
                  <a:lnTo>
                    <a:pt x="222" y="303"/>
                  </a:lnTo>
                  <a:lnTo>
                    <a:pt x="228" y="342"/>
                  </a:lnTo>
                  <a:lnTo>
                    <a:pt x="232" y="383"/>
                  </a:lnTo>
                  <a:lnTo>
                    <a:pt x="233" y="426"/>
                  </a:lnTo>
                  <a:lnTo>
                    <a:pt x="244"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5870" name="Freeform 58"/>
            <p:cNvSpPr>
              <a:spLocks/>
            </p:cNvSpPr>
            <p:nvPr/>
          </p:nvSpPr>
          <p:spPr bwMode="auto">
            <a:xfrm>
              <a:off x="964" y="1830"/>
              <a:ext cx="48" cy="85"/>
            </a:xfrm>
            <a:custGeom>
              <a:avLst/>
              <a:gdLst>
                <a:gd name="T0" fmla="*/ 0 w 244"/>
                <a:gd name="T1" fmla="*/ 3 h 424"/>
                <a:gd name="T2" fmla="*/ 0 w 244"/>
                <a:gd name="T3" fmla="*/ 3 h 424"/>
                <a:gd name="T4" fmla="*/ 0 w 244"/>
                <a:gd name="T5" fmla="*/ 3 h 424"/>
                <a:gd name="T6" fmla="*/ 0 w 244"/>
                <a:gd name="T7" fmla="*/ 3 h 424"/>
                <a:gd name="T8" fmla="*/ 1 w 244"/>
                <a:gd name="T9" fmla="*/ 3 h 424"/>
                <a:gd name="T10" fmla="*/ 1 w 244"/>
                <a:gd name="T11" fmla="*/ 3 h 424"/>
                <a:gd name="T12" fmla="*/ 1 w 244"/>
                <a:gd name="T13" fmla="*/ 3 h 424"/>
                <a:gd name="T14" fmla="*/ 1 w 244"/>
                <a:gd name="T15" fmla="*/ 3 h 424"/>
                <a:gd name="T16" fmla="*/ 1 w 244"/>
                <a:gd name="T17" fmla="*/ 3 h 424"/>
                <a:gd name="T18" fmla="*/ 1 w 244"/>
                <a:gd name="T19" fmla="*/ 2 h 424"/>
                <a:gd name="T20" fmla="*/ 1 w 244"/>
                <a:gd name="T21" fmla="*/ 2 h 424"/>
                <a:gd name="T22" fmla="*/ 2 w 244"/>
                <a:gd name="T23" fmla="*/ 2 h 424"/>
                <a:gd name="T24" fmla="*/ 2 w 244"/>
                <a:gd name="T25" fmla="*/ 2 h 424"/>
                <a:gd name="T26" fmla="*/ 2 w 244"/>
                <a:gd name="T27" fmla="*/ 1 h 424"/>
                <a:gd name="T28" fmla="*/ 2 w 244"/>
                <a:gd name="T29" fmla="*/ 1 h 424"/>
                <a:gd name="T30" fmla="*/ 2 w 244"/>
                <a:gd name="T31" fmla="*/ 1 h 424"/>
                <a:gd name="T32" fmla="*/ 2 w 244"/>
                <a:gd name="T33" fmla="*/ 0 h 424"/>
                <a:gd name="T34" fmla="*/ 2 w 244"/>
                <a:gd name="T35" fmla="*/ 0 h 424"/>
                <a:gd name="T36" fmla="*/ 2 w 244"/>
                <a:gd name="T37" fmla="*/ 0 h 424"/>
                <a:gd name="T38" fmla="*/ 2 w 244"/>
                <a:gd name="T39" fmla="*/ 0 h 424"/>
                <a:gd name="T40" fmla="*/ 2 w 244"/>
                <a:gd name="T41" fmla="*/ 1 h 424"/>
                <a:gd name="T42" fmla="*/ 2 w 244"/>
                <a:gd name="T43" fmla="*/ 1 h 424"/>
                <a:gd name="T44" fmla="*/ 2 w 244"/>
                <a:gd name="T45" fmla="*/ 1 h 424"/>
                <a:gd name="T46" fmla="*/ 2 w 244"/>
                <a:gd name="T47" fmla="*/ 2 h 424"/>
                <a:gd name="T48" fmla="*/ 1 w 244"/>
                <a:gd name="T49" fmla="*/ 2 h 424"/>
                <a:gd name="T50" fmla="*/ 1 w 244"/>
                <a:gd name="T51" fmla="*/ 2 h 424"/>
                <a:gd name="T52" fmla="*/ 1 w 244"/>
                <a:gd name="T53" fmla="*/ 2 h 424"/>
                <a:gd name="T54" fmla="*/ 1 w 244"/>
                <a:gd name="T55" fmla="*/ 3 h 424"/>
                <a:gd name="T56" fmla="*/ 1 w 244"/>
                <a:gd name="T57" fmla="*/ 3 h 424"/>
                <a:gd name="T58" fmla="*/ 1 w 244"/>
                <a:gd name="T59" fmla="*/ 3 h 424"/>
                <a:gd name="T60" fmla="*/ 1 w 244"/>
                <a:gd name="T61" fmla="*/ 3 h 424"/>
                <a:gd name="T62" fmla="*/ 1 w 244"/>
                <a:gd name="T63" fmla="*/ 3 h 424"/>
                <a:gd name="T64" fmla="*/ 0 w 244"/>
                <a:gd name="T65" fmla="*/ 3 h 424"/>
                <a:gd name="T66" fmla="*/ 0 w 244"/>
                <a:gd name="T67" fmla="*/ 3 h 424"/>
                <a:gd name="T68" fmla="*/ 0 w 244"/>
                <a:gd name="T69" fmla="*/ 3 h 424"/>
                <a:gd name="T70" fmla="*/ 0 w 244"/>
                <a:gd name="T71" fmla="*/ 3 h 424"/>
                <a:gd name="T72" fmla="*/ 0 w 244"/>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4"/>
                <a:gd name="T113" fmla="*/ 244 w 244"/>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4">
                  <a:moveTo>
                    <a:pt x="0" y="424"/>
                  </a:moveTo>
                  <a:lnTo>
                    <a:pt x="0" y="424"/>
                  </a:lnTo>
                  <a:lnTo>
                    <a:pt x="25" y="422"/>
                  </a:lnTo>
                  <a:lnTo>
                    <a:pt x="50" y="416"/>
                  </a:lnTo>
                  <a:lnTo>
                    <a:pt x="73" y="405"/>
                  </a:lnTo>
                  <a:lnTo>
                    <a:pt x="96" y="390"/>
                  </a:lnTo>
                  <a:lnTo>
                    <a:pt x="118" y="373"/>
                  </a:lnTo>
                  <a:lnTo>
                    <a:pt x="138" y="350"/>
                  </a:lnTo>
                  <a:lnTo>
                    <a:pt x="155" y="326"/>
                  </a:lnTo>
                  <a:lnTo>
                    <a:pt x="173" y="299"/>
                  </a:lnTo>
                  <a:lnTo>
                    <a:pt x="189" y="268"/>
                  </a:lnTo>
                  <a:lnTo>
                    <a:pt x="203" y="235"/>
                  </a:lnTo>
                  <a:lnTo>
                    <a:pt x="215" y="201"/>
                  </a:lnTo>
                  <a:lnTo>
                    <a:pt x="226" y="163"/>
                  </a:lnTo>
                  <a:lnTo>
                    <a:pt x="234" y="125"/>
                  </a:lnTo>
                  <a:lnTo>
                    <a:pt x="240" y="85"/>
                  </a:lnTo>
                  <a:lnTo>
                    <a:pt x="243" y="42"/>
                  </a:lnTo>
                  <a:lnTo>
                    <a:pt x="244" y="0"/>
                  </a:lnTo>
                  <a:lnTo>
                    <a:pt x="233" y="0"/>
                  </a:lnTo>
                  <a:lnTo>
                    <a:pt x="232" y="42"/>
                  </a:lnTo>
                  <a:lnTo>
                    <a:pt x="228" y="83"/>
                  </a:lnTo>
                  <a:lnTo>
                    <a:pt x="222" y="123"/>
                  </a:lnTo>
                  <a:lnTo>
                    <a:pt x="214" y="160"/>
                  </a:lnTo>
                  <a:lnTo>
                    <a:pt x="203" y="197"/>
                  </a:lnTo>
                  <a:lnTo>
                    <a:pt x="192" y="231"/>
                  </a:lnTo>
                  <a:lnTo>
                    <a:pt x="178" y="263"/>
                  </a:lnTo>
                  <a:lnTo>
                    <a:pt x="164" y="292"/>
                  </a:lnTo>
                  <a:lnTo>
                    <a:pt x="146" y="319"/>
                  </a:lnTo>
                  <a:lnTo>
                    <a:pt x="129" y="343"/>
                  </a:lnTo>
                  <a:lnTo>
                    <a:pt x="109" y="363"/>
                  </a:lnTo>
                  <a:lnTo>
                    <a:pt x="89" y="381"/>
                  </a:lnTo>
                  <a:lnTo>
                    <a:pt x="66" y="394"/>
                  </a:lnTo>
                  <a:lnTo>
                    <a:pt x="45" y="404"/>
                  </a:lnTo>
                  <a:lnTo>
                    <a:pt x="23" y="410"/>
                  </a:lnTo>
                  <a:lnTo>
                    <a:pt x="0" y="412"/>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5871" name="Freeform 59"/>
            <p:cNvSpPr>
              <a:spLocks/>
            </p:cNvSpPr>
            <p:nvPr/>
          </p:nvSpPr>
          <p:spPr bwMode="auto">
            <a:xfrm>
              <a:off x="915" y="1830"/>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1" y="42"/>
                  </a:lnTo>
                  <a:lnTo>
                    <a:pt x="4" y="85"/>
                  </a:lnTo>
                  <a:lnTo>
                    <a:pt x="10" y="125"/>
                  </a:lnTo>
                  <a:lnTo>
                    <a:pt x="19" y="163"/>
                  </a:lnTo>
                  <a:lnTo>
                    <a:pt x="29" y="201"/>
                  </a:lnTo>
                  <a:lnTo>
                    <a:pt x="41" y="235"/>
                  </a:lnTo>
                  <a:lnTo>
                    <a:pt x="55" y="268"/>
                  </a:lnTo>
                  <a:lnTo>
                    <a:pt x="71" y="299"/>
                  </a:lnTo>
                  <a:lnTo>
                    <a:pt x="89" y="326"/>
                  </a:lnTo>
                  <a:lnTo>
                    <a:pt x="106" y="350"/>
                  </a:lnTo>
                  <a:lnTo>
                    <a:pt x="126" y="373"/>
                  </a:lnTo>
                  <a:lnTo>
                    <a:pt x="149" y="390"/>
                  </a:lnTo>
                  <a:lnTo>
                    <a:pt x="171" y="405"/>
                  </a:lnTo>
                  <a:lnTo>
                    <a:pt x="194" y="416"/>
                  </a:lnTo>
                  <a:lnTo>
                    <a:pt x="219" y="422"/>
                  </a:lnTo>
                  <a:lnTo>
                    <a:pt x="245" y="424"/>
                  </a:lnTo>
                  <a:lnTo>
                    <a:pt x="245" y="412"/>
                  </a:lnTo>
                  <a:lnTo>
                    <a:pt x="221" y="410"/>
                  </a:lnTo>
                  <a:lnTo>
                    <a:pt x="199" y="404"/>
                  </a:lnTo>
                  <a:lnTo>
                    <a:pt x="178" y="394"/>
                  </a:lnTo>
                  <a:lnTo>
                    <a:pt x="156" y="381"/>
                  </a:lnTo>
                  <a:lnTo>
                    <a:pt x="136" y="363"/>
                  </a:lnTo>
                  <a:lnTo>
                    <a:pt x="116" y="343"/>
                  </a:lnTo>
                  <a:lnTo>
                    <a:pt x="98" y="319"/>
                  </a:lnTo>
                  <a:lnTo>
                    <a:pt x="81" y="292"/>
                  </a:lnTo>
                  <a:lnTo>
                    <a:pt x="67" y="263"/>
                  </a:lnTo>
                  <a:lnTo>
                    <a:pt x="52" y="231"/>
                  </a:lnTo>
                  <a:lnTo>
                    <a:pt x="41" y="197"/>
                  </a:lnTo>
                  <a:lnTo>
                    <a:pt x="30" y="160"/>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5872" name="Freeform 60"/>
            <p:cNvSpPr>
              <a:spLocks/>
            </p:cNvSpPr>
            <p:nvPr/>
          </p:nvSpPr>
          <p:spPr bwMode="auto">
            <a:xfrm>
              <a:off x="915" y="1745"/>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0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19" y="2"/>
                  </a:lnTo>
                  <a:lnTo>
                    <a:pt x="194" y="8"/>
                  </a:lnTo>
                  <a:lnTo>
                    <a:pt x="171" y="19"/>
                  </a:lnTo>
                  <a:lnTo>
                    <a:pt x="149" y="34"/>
                  </a:lnTo>
                  <a:lnTo>
                    <a:pt x="126" y="52"/>
                  </a:lnTo>
                  <a:lnTo>
                    <a:pt x="106" y="74"/>
                  </a:lnTo>
                  <a:lnTo>
                    <a:pt x="89" y="99"/>
                  </a:lnTo>
                  <a:lnTo>
                    <a:pt x="70" y="126"/>
                  </a:lnTo>
                  <a:lnTo>
                    <a:pt x="55" y="157"/>
                  </a:lnTo>
                  <a:lnTo>
                    <a:pt x="41" y="189"/>
                  </a:lnTo>
                  <a:lnTo>
                    <a:pt x="29" y="224"/>
                  </a:lnTo>
                  <a:lnTo>
                    <a:pt x="19" y="262"/>
                  </a:lnTo>
                  <a:lnTo>
                    <a:pt x="10" y="300"/>
                  </a:lnTo>
                  <a:lnTo>
                    <a:pt x="4" y="340"/>
                  </a:lnTo>
                  <a:lnTo>
                    <a:pt x="1" y="383"/>
                  </a:lnTo>
                  <a:lnTo>
                    <a:pt x="0" y="426"/>
                  </a:lnTo>
                  <a:lnTo>
                    <a:pt x="11" y="426"/>
                  </a:lnTo>
                  <a:lnTo>
                    <a:pt x="13" y="383"/>
                  </a:lnTo>
                  <a:lnTo>
                    <a:pt x="16" y="342"/>
                  </a:lnTo>
                  <a:lnTo>
                    <a:pt x="22" y="303"/>
                  </a:lnTo>
                  <a:lnTo>
                    <a:pt x="30" y="264"/>
                  </a:lnTo>
                  <a:lnTo>
                    <a:pt x="41" y="229"/>
                  </a:lnTo>
                  <a:lnTo>
                    <a:pt x="52" y="194"/>
                  </a:lnTo>
                  <a:lnTo>
                    <a:pt x="67" y="162"/>
                  </a:lnTo>
                  <a:lnTo>
                    <a:pt x="82" y="133"/>
                  </a:lnTo>
                  <a:lnTo>
                    <a:pt x="98" y="106"/>
                  </a:lnTo>
                  <a:lnTo>
                    <a:pt x="116" y="81"/>
                  </a:lnTo>
                  <a:lnTo>
                    <a:pt x="136" y="61"/>
                  </a:lnTo>
                  <a:lnTo>
                    <a:pt x="156" y="43"/>
                  </a:lnTo>
                  <a:lnTo>
                    <a:pt x="178" y="31"/>
                  </a:lnTo>
                  <a:lnTo>
                    <a:pt x="199" y="20"/>
                  </a:lnTo>
                  <a:lnTo>
                    <a:pt x="221"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5873" name="Freeform 61"/>
            <p:cNvSpPr>
              <a:spLocks/>
            </p:cNvSpPr>
            <p:nvPr/>
          </p:nvSpPr>
          <p:spPr bwMode="auto">
            <a:xfrm>
              <a:off x="1140" y="2087"/>
              <a:ext cx="49" cy="85"/>
            </a:xfrm>
            <a:custGeom>
              <a:avLst/>
              <a:gdLst>
                <a:gd name="T0" fmla="*/ 2 w 246"/>
                <a:gd name="T1" fmla="*/ 3 h 424"/>
                <a:gd name="T2" fmla="*/ 2 w 246"/>
                <a:gd name="T3" fmla="*/ 3 h 424"/>
                <a:gd name="T4" fmla="*/ 2 w 246"/>
                <a:gd name="T5" fmla="*/ 3 h 424"/>
                <a:gd name="T6" fmla="*/ 2 w 246"/>
                <a:gd name="T7" fmla="*/ 3 h 424"/>
                <a:gd name="T8" fmla="*/ 2 w 246"/>
                <a:gd name="T9" fmla="*/ 2 h 424"/>
                <a:gd name="T10" fmla="*/ 2 w 246"/>
                <a:gd name="T11" fmla="*/ 2 h 424"/>
                <a:gd name="T12" fmla="*/ 2 w 246"/>
                <a:gd name="T13" fmla="*/ 2 h 424"/>
                <a:gd name="T14" fmla="*/ 2 w 246"/>
                <a:gd name="T15" fmla="*/ 2 h 424"/>
                <a:gd name="T16" fmla="*/ 2 w 246"/>
                <a:gd name="T17" fmla="*/ 1 h 424"/>
                <a:gd name="T18" fmla="*/ 1 w 246"/>
                <a:gd name="T19" fmla="*/ 1 h 424"/>
                <a:gd name="T20" fmla="*/ 1 w 246"/>
                <a:gd name="T21" fmla="*/ 1 h 424"/>
                <a:gd name="T22" fmla="*/ 1 w 246"/>
                <a:gd name="T23" fmla="*/ 1 h 424"/>
                <a:gd name="T24" fmla="*/ 1 w 246"/>
                <a:gd name="T25" fmla="*/ 0 h 424"/>
                <a:gd name="T26" fmla="*/ 1 w 246"/>
                <a:gd name="T27" fmla="*/ 0 h 424"/>
                <a:gd name="T28" fmla="*/ 1 w 246"/>
                <a:gd name="T29" fmla="*/ 0 h 424"/>
                <a:gd name="T30" fmla="*/ 0 w 246"/>
                <a:gd name="T31" fmla="*/ 0 h 424"/>
                <a:gd name="T32" fmla="*/ 0 w 246"/>
                <a:gd name="T33" fmla="*/ 0 h 424"/>
                <a:gd name="T34" fmla="*/ 0 w 246"/>
                <a:gd name="T35" fmla="*/ 0 h 424"/>
                <a:gd name="T36" fmla="*/ 0 w 246"/>
                <a:gd name="T37" fmla="*/ 0 h 424"/>
                <a:gd name="T38" fmla="*/ 0 w 246"/>
                <a:gd name="T39" fmla="*/ 0 h 424"/>
                <a:gd name="T40" fmla="*/ 0 w 246"/>
                <a:gd name="T41" fmla="*/ 0 h 424"/>
                <a:gd name="T42" fmla="*/ 1 w 246"/>
                <a:gd name="T43" fmla="*/ 0 h 424"/>
                <a:gd name="T44" fmla="*/ 1 w 246"/>
                <a:gd name="T45" fmla="*/ 0 h 424"/>
                <a:gd name="T46" fmla="*/ 1 w 246"/>
                <a:gd name="T47" fmla="*/ 0 h 424"/>
                <a:gd name="T48" fmla="*/ 1 w 246"/>
                <a:gd name="T49" fmla="*/ 1 h 424"/>
                <a:gd name="T50" fmla="*/ 1 w 246"/>
                <a:gd name="T51" fmla="*/ 1 h 424"/>
                <a:gd name="T52" fmla="*/ 1 w 246"/>
                <a:gd name="T53" fmla="*/ 1 h 424"/>
                <a:gd name="T54" fmla="*/ 1 w 246"/>
                <a:gd name="T55" fmla="*/ 1 h 424"/>
                <a:gd name="T56" fmla="*/ 2 w 246"/>
                <a:gd name="T57" fmla="*/ 2 h 424"/>
                <a:gd name="T58" fmla="*/ 2 w 246"/>
                <a:gd name="T59" fmla="*/ 2 h 424"/>
                <a:gd name="T60" fmla="*/ 2 w 246"/>
                <a:gd name="T61" fmla="*/ 2 h 424"/>
                <a:gd name="T62" fmla="*/ 2 w 246"/>
                <a:gd name="T63" fmla="*/ 2 h 424"/>
                <a:gd name="T64" fmla="*/ 2 w 246"/>
                <a:gd name="T65" fmla="*/ 3 h 424"/>
                <a:gd name="T66" fmla="*/ 2 w 246"/>
                <a:gd name="T67" fmla="*/ 3 h 424"/>
                <a:gd name="T68" fmla="*/ 2 w 246"/>
                <a:gd name="T69" fmla="*/ 3 h 424"/>
                <a:gd name="T70" fmla="*/ 2 w 246"/>
                <a:gd name="T71" fmla="*/ 3 h 424"/>
                <a:gd name="T72" fmla="*/ 2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424"/>
                  </a:moveTo>
                  <a:lnTo>
                    <a:pt x="246" y="424"/>
                  </a:lnTo>
                  <a:lnTo>
                    <a:pt x="244" y="382"/>
                  </a:lnTo>
                  <a:lnTo>
                    <a:pt x="241" y="338"/>
                  </a:lnTo>
                  <a:lnTo>
                    <a:pt x="235" y="298"/>
                  </a:lnTo>
                  <a:lnTo>
                    <a:pt x="227" y="261"/>
                  </a:lnTo>
                  <a:lnTo>
                    <a:pt x="216" y="222"/>
                  </a:lnTo>
                  <a:lnTo>
                    <a:pt x="205" y="188"/>
                  </a:lnTo>
                  <a:lnTo>
                    <a:pt x="190" y="155"/>
                  </a:lnTo>
                  <a:lnTo>
                    <a:pt x="174" y="125"/>
                  </a:lnTo>
                  <a:lnTo>
                    <a:pt x="157" y="98"/>
                  </a:lnTo>
                  <a:lnTo>
                    <a:pt x="138" y="73"/>
                  </a:lnTo>
                  <a:lnTo>
                    <a:pt x="118" y="51"/>
                  </a:lnTo>
                  <a:lnTo>
                    <a:pt x="96" y="34"/>
                  </a:lnTo>
                  <a:lnTo>
                    <a:pt x="74" y="18"/>
                  </a:lnTo>
                  <a:lnTo>
                    <a:pt x="50" y="8"/>
                  </a:lnTo>
                  <a:lnTo>
                    <a:pt x="25" y="2"/>
                  </a:lnTo>
                  <a:lnTo>
                    <a:pt x="0" y="0"/>
                  </a:lnTo>
                  <a:lnTo>
                    <a:pt x="0" y="11"/>
                  </a:lnTo>
                  <a:lnTo>
                    <a:pt x="23" y="14"/>
                  </a:lnTo>
                  <a:lnTo>
                    <a:pt x="45" y="19"/>
                  </a:lnTo>
                  <a:lnTo>
                    <a:pt x="67" y="30"/>
                  </a:lnTo>
                  <a:lnTo>
                    <a:pt x="89" y="43"/>
                  </a:lnTo>
                  <a:lnTo>
                    <a:pt x="108" y="60"/>
                  </a:lnTo>
                  <a:lnTo>
                    <a:pt x="128" y="80"/>
                  </a:lnTo>
                  <a:lnTo>
                    <a:pt x="147" y="105"/>
                  </a:lnTo>
                  <a:lnTo>
                    <a:pt x="165" y="132"/>
                  </a:lnTo>
                  <a:lnTo>
                    <a:pt x="179" y="160"/>
                  </a:lnTo>
                  <a:lnTo>
                    <a:pt x="193" y="193"/>
                  </a:lnTo>
                  <a:lnTo>
                    <a:pt x="205" y="227"/>
                  </a:lnTo>
                  <a:lnTo>
                    <a:pt x="215" y="263"/>
                  </a:lnTo>
                  <a:lnTo>
                    <a:pt x="223" y="301"/>
                  </a:lnTo>
                  <a:lnTo>
                    <a:pt x="229" y="341"/>
                  </a:lnTo>
                  <a:lnTo>
                    <a:pt x="233" y="382"/>
                  </a:lnTo>
                  <a:lnTo>
                    <a:pt x="234" y="424"/>
                  </a:lnTo>
                  <a:lnTo>
                    <a:pt x="246"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5874" name="Freeform 62"/>
            <p:cNvSpPr>
              <a:spLocks/>
            </p:cNvSpPr>
            <p:nvPr/>
          </p:nvSpPr>
          <p:spPr bwMode="auto">
            <a:xfrm>
              <a:off x="1140" y="2172"/>
              <a:ext cx="49" cy="85"/>
            </a:xfrm>
            <a:custGeom>
              <a:avLst/>
              <a:gdLst>
                <a:gd name="T0" fmla="*/ 0 w 246"/>
                <a:gd name="T1" fmla="*/ 3 h 426"/>
                <a:gd name="T2" fmla="*/ 0 w 246"/>
                <a:gd name="T3" fmla="*/ 3 h 426"/>
                <a:gd name="T4" fmla="*/ 0 w 246"/>
                <a:gd name="T5" fmla="*/ 3 h 426"/>
                <a:gd name="T6" fmla="*/ 0 w 246"/>
                <a:gd name="T7" fmla="*/ 3 h 426"/>
                <a:gd name="T8" fmla="*/ 1 w 246"/>
                <a:gd name="T9" fmla="*/ 3 h 426"/>
                <a:gd name="T10" fmla="*/ 1 w 246"/>
                <a:gd name="T11" fmla="*/ 3 h 426"/>
                <a:gd name="T12" fmla="*/ 1 w 246"/>
                <a:gd name="T13" fmla="*/ 3 h 426"/>
                <a:gd name="T14" fmla="*/ 1 w 246"/>
                <a:gd name="T15" fmla="*/ 3 h 426"/>
                <a:gd name="T16" fmla="*/ 1 w 246"/>
                <a:gd name="T17" fmla="*/ 3 h 426"/>
                <a:gd name="T18" fmla="*/ 1 w 246"/>
                <a:gd name="T19" fmla="*/ 2 h 426"/>
                <a:gd name="T20" fmla="*/ 2 w 246"/>
                <a:gd name="T21" fmla="*/ 2 h 426"/>
                <a:gd name="T22" fmla="*/ 2 w 246"/>
                <a:gd name="T23" fmla="*/ 2 h 426"/>
                <a:gd name="T24" fmla="*/ 2 w 246"/>
                <a:gd name="T25" fmla="*/ 2 h 426"/>
                <a:gd name="T26" fmla="*/ 2 w 246"/>
                <a:gd name="T27" fmla="*/ 1 h 426"/>
                <a:gd name="T28" fmla="*/ 2 w 246"/>
                <a:gd name="T29" fmla="*/ 1 h 426"/>
                <a:gd name="T30" fmla="*/ 2 w 246"/>
                <a:gd name="T31" fmla="*/ 1 h 426"/>
                <a:gd name="T32" fmla="*/ 2 w 246"/>
                <a:gd name="T33" fmla="*/ 0 h 426"/>
                <a:gd name="T34" fmla="*/ 2 w 246"/>
                <a:gd name="T35" fmla="*/ 0 h 426"/>
                <a:gd name="T36" fmla="*/ 2 w 246"/>
                <a:gd name="T37" fmla="*/ 0 h 426"/>
                <a:gd name="T38" fmla="*/ 2 w 246"/>
                <a:gd name="T39" fmla="*/ 0 h 426"/>
                <a:gd name="T40" fmla="*/ 2 w 246"/>
                <a:gd name="T41" fmla="*/ 1 h 426"/>
                <a:gd name="T42" fmla="*/ 2 w 246"/>
                <a:gd name="T43" fmla="*/ 1 h 426"/>
                <a:gd name="T44" fmla="*/ 2 w 246"/>
                <a:gd name="T45" fmla="*/ 1 h 426"/>
                <a:gd name="T46" fmla="*/ 2 w 246"/>
                <a:gd name="T47" fmla="*/ 2 h 426"/>
                <a:gd name="T48" fmla="*/ 2 w 246"/>
                <a:gd name="T49" fmla="*/ 2 h 426"/>
                <a:gd name="T50" fmla="*/ 1 w 246"/>
                <a:gd name="T51" fmla="*/ 2 h 426"/>
                <a:gd name="T52" fmla="*/ 1 w 246"/>
                <a:gd name="T53" fmla="*/ 2 h 426"/>
                <a:gd name="T54" fmla="*/ 1 w 246"/>
                <a:gd name="T55" fmla="*/ 3 h 426"/>
                <a:gd name="T56" fmla="*/ 1 w 246"/>
                <a:gd name="T57" fmla="*/ 3 h 426"/>
                <a:gd name="T58" fmla="*/ 1 w 246"/>
                <a:gd name="T59" fmla="*/ 3 h 426"/>
                <a:gd name="T60" fmla="*/ 1 w 246"/>
                <a:gd name="T61" fmla="*/ 3 h 426"/>
                <a:gd name="T62" fmla="*/ 1 w 246"/>
                <a:gd name="T63" fmla="*/ 3 h 426"/>
                <a:gd name="T64" fmla="*/ 0 w 246"/>
                <a:gd name="T65" fmla="*/ 3 h 426"/>
                <a:gd name="T66" fmla="*/ 0 w 246"/>
                <a:gd name="T67" fmla="*/ 3 h 426"/>
                <a:gd name="T68" fmla="*/ 0 w 246"/>
                <a:gd name="T69" fmla="*/ 3 h 426"/>
                <a:gd name="T70" fmla="*/ 0 w 246"/>
                <a:gd name="T71" fmla="*/ 3 h 426"/>
                <a:gd name="T72" fmla="*/ 0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426"/>
                  </a:moveTo>
                  <a:lnTo>
                    <a:pt x="0" y="426"/>
                  </a:lnTo>
                  <a:lnTo>
                    <a:pt x="25" y="423"/>
                  </a:lnTo>
                  <a:lnTo>
                    <a:pt x="50" y="417"/>
                  </a:lnTo>
                  <a:lnTo>
                    <a:pt x="74" y="407"/>
                  </a:lnTo>
                  <a:lnTo>
                    <a:pt x="96" y="392"/>
                  </a:lnTo>
                  <a:lnTo>
                    <a:pt x="118" y="373"/>
                  </a:lnTo>
                  <a:lnTo>
                    <a:pt x="138" y="350"/>
                  </a:lnTo>
                  <a:lnTo>
                    <a:pt x="157" y="327"/>
                  </a:lnTo>
                  <a:lnTo>
                    <a:pt x="175" y="299"/>
                  </a:lnTo>
                  <a:lnTo>
                    <a:pt x="190" y="268"/>
                  </a:lnTo>
                  <a:lnTo>
                    <a:pt x="205" y="236"/>
                  </a:lnTo>
                  <a:lnTo>
                    <a:pt x="216" y="202"/>
                  </a:lnTo>
                  <a:lnTo>
                    <a:pt x="227" y="164"/>
                  </a:lnTo>
                  <a:lnTo>
                    <a:pt x="235" y="125"/>
                  </a:lnTo>
                  <a:lnTo>
                    <a:pt x="241" y="86"/>
                  </a:lnTo>
                  <a:lnTo>
                    <a:pt x="244" y="42"/>
                  </a:lnTo>
                  <a:lnTo>
                    <a:pt x="246" y="0"/>
                  </a:lnTo>
                  <a:lnTo>
                    <a:pt x="234" y="0"/>
                  </a:lnTo>
                  <a:lnTo>
                    <a:pt x="233" y="42"/>
                  </a:lnTo>
                  <a:lnTo>
                    <a:pt x="229" y="83"/>
                  </a:lnTo>
                  <a:lnTo>
                    <a:pt x="223" y="123"/>
                  </a:lnTo>
                  <a:lnTo>
                    <a:pt x="215" y="162"/>
                  </a:lnTo>
                  <a:lnTo>
                    <a:pt x="205" y="197"/>
                  </a:lnTo>
                  <a:lnTo>
                    <a:pt x="193" y="231"/>
                  </a:lnTo>
                  <a:lnTo>
                    <a:pt x="179" y="264"/>
                  </a:lnTo>
                  <a:lnTo>
                    <a:pt x="164" y="292"/>
                  </a:lnTo>
                  <a:lnTo>
                    <a:pt x="147" y="320"/>
                  </a:lnTo>
                  <a:lnTo>
                    <a:pt x="128" y="343"/>
                  </a:lnTo>
                  <a:lnTo>
                    <a:pt x="108" y="363"/>
                  </a:lnTo>
                  <a:lnTo>
                    <a:pt x="89" y="382"/>
                  </a:lnTo>
                  <a:lnTo>
                    <a:pt x="67" y="395"/>
                  </a:lnTo>
                  <a:lnTo>
                    <a:pt x="45" y="406"/>
                  </a:lnTo>
                  <a:lnTo>
                    <a:pt x="23" y="411"/>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5875" name="Freeform 63"/>
            <p:cNvSpPr>
              <a:spLocks/>
            </p:cNvSpPr>
            <p:nvPr/>
          </p:nvSpPr>
          <p:spPr bwMode="auto">
            <a:xfrm>
              <a:off x="1091" y="2172"/>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4" y="86"/>
                  </a:lnTo>
                  <a:lnTo>
                    <a:pt x="10" y="125"/>
                  </a:lnTo>
                  <a:lnTo>
                    <a:pt x="18" y="164"/>
                  </a:lnTo>
                  <a:lnTo>
                    <a:pt x="29" y="202"/>
                  </a:lnTo>
                  <a:lnTo>
                    <a:pt x="41" y="236"/>
                  </a:lnTo>
                  <a:lnTo>
                    <a:pt x="55" y="268"/>
                  </a:lnTo>
                  <a:lnTo>
                    <a:pt x="70" y="299"/>
                  </a:lnTo>
                  <a:lnTo>
                    <a:pt x="89" y="327"/>
                  </a:lnTo>
                  <a:lnTo>
                    <a:pt x="106" y="350"/>
                  </a:lnTo>
                  <a:lnTo>
                    <a:pt x="126" y="373"/>
                  </a:lnTo>
                  <a:lnTo>
                    <a:pt x="148" y="392"/>
                  </a:lnTo>
                  <a:lnTo>
                    <a:pt x="171" y="407"/>
                  </a:lnTo>
                  <a:lnTo>
                    <a:pt x="194" y="417"/>
                  </a:lnTo>
                  <a:lnTo>
                    <a:pt x="219" y="423"/>
                  </a:lnTo>
                  <a:lnTo>
                    <a:pt x="245" y="426"/>
                  </a:lnTo>
                  <a:lnTo>
                    <a:pt x="245" y="414"/>
                  </a:lnTo>
                  <a:lnTo>
                    <a:pt x="221" y="411"/>
                  </a:lnTo>
                  <a:lnTo>
                    <a:pt x="199" y="406"/>
                  </a:lnTo>
                  <a:lnTo>
                    <a:pt x="178" y="395"/>
                  </a:lnTo>
                  <a:lnTo>
                    <a:pt x="155" y="382"/>
                  </a:lnTo>
                  <a:lnTo>
                    <a:pt x="136" y="363"/>
                  </a:lnTo>
                  <a:lnTo>
                    <a:pt x="116" y="343"/>
                  </a:lnTo>
                  <a:lnTo>
                    <a:pt x="98" y="320"/>
                  </a:lnTo>
                  <a:lnTo>
                    <a:pt x="82" y="292"/>
                  </a:lnTo>
                  <a:lnTo>
                    <a:pt x="66" y="264"/>
                  </a:lnTo>
                  <a:lnTo>
                    <a:pt x="52" y="231"/>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5876" name="Freeform 64"/>
            <p:cNvSpPr>
              <a:spLocks/>
            </p:cNvSpPr>
            <p:nvPr/>
          </p:nvSpPr>
          <p:spPr bwMode="auto">
            <a:xfrm>
              <a:off x="1091" y="2087"/>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4" y="8"/>
                  </a:lnTo>
                  <a:lnTo>
                    <a:pt x="171" y="18"/>
                  </a:lnTo>
                  <a:lnTo>
                    <a:pt x="148" y="34"/>
                  </a:lnTo>
                  <a:lnTo>
                    <a:pt x="126" y="51"/>
                  </a:lnTo>
                  <a:lnTo>
                    <a:pt x="106" y="73"/>
                  </a:lnTo>
                  <a:lnTo>
                    <a:pt x="89" y="98"/>
                  </a:lnTo>
                  <a:lnTo>
                    <a:pt x="71" y="125"/>
                  </a:lnTo>
                  <a:lnTo>
                    <a:pt x="55" y="155"/>
                  </a:lnTo>
                  <a:lnTo>
                    <a:pt x="41" y="188"/>
                  </a:lnTo>
                  <a:lnTo>
                    <a:pt x="29" y="222"/>
                  </a:lnTo>
                  <a:lnTo>
                    <a:pt x="18" y="261"/>
                  </a:lnTo>
                  <a:lnTo>
                    <a:pt x="10" y="298"/>
                  </a:lnTo>
                  <a:lnTo>
                    <a:pt x="4" y="338"/>
                  </a:lnTo>
                  <a:lnTo>
                    <a:pt x="1" y="382"/>
                  </a:lnTo>
                  <a:lnTo>
                    <a:pt x="0" y="424"/>
                  </a:lnTo>
                  <a:lnTo>
                    <a:pt x="11" y="424"/>
                  </a:lnTo>
                  <a:lnTo>
                    <a:pt x="13" y="382"/>
                  </a:lnTo>
                  <a:lnTo>
                    <a:pt x="16" y="341"/>
                  </a:lnTo>
                  <a:lnTo>
                    <a:pt x="22" y="301"/>
                  </a:lnTo>
                  <a:lnTo>
                    <a:pt x="30" y="263"/>
                  </a:lnTo>
                  <a:lnTo>
                    <a:pt x="41" y="227"/>
                  </a:lnTo>
                  <a:lnTo>
                    <a:pt x="52" y="193"/>
                  </a:lnTo>
                  <a:lnTo>
                    <a:pt x="66" y="160"/>
                  </a:lnTo>
                  <a:lnTo>
                    <a:pt x="80" y="132"/>
                  </a:lnTo>
                  <a:lnTo>
                    <a:pt x="98" y="105"/>
                  </a:lnTo>
                  <a:lnTo>
                    <a:pt x="116" y="80"/>
                  </a:lnTo>
                  <a:lnTo>
                    <a:pt x="136" y="60"/>
                  </a:lnTo>
                  <a:lnTo>
                    <a:pt x="155" y="43"/>
                  </a:lnTo>
                  <a:lnTo>
                    <a:pt x="178" y="30"/>
                  </a:lnTo>
                  <a:lnTo>
                    <a:pt x="199" y="19"/>
                  </a:lnTo>
                  <a:lnTo>
                    <a:pt x="221" y="14"/>
                  </a:lnTo>
                  <a:lnTo>
                    <a:pt x="245" y="11"/>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5877" name="Freeform 65"/>
            <p:cNvSpPr>
              <a:spLocks/>
            </p:cNvSpPr>
            <p:nvPr/>
          </p:nvSpPr>
          <p:spPr bwMode="auto">
            <a:xfrm>
              <a:off x="1392" y="2118"/>
              <a:ext cx="49" cy="85"/>
            </a:xfrm>
            <a:custGeom>
              <a:avLst/>
              <a:gdLst>
                <a:gd name="T0" fmla="*/ 2 w 246"/>
                <a:gd name="T1" fmla="*/ 3 h 426"/>
                <a:gd name="T2" fmla="*/ 2 w 246"/>
                <a:gd name="T3" fmla="*/ 3 h 426"/>
                <a:gd name="T4" fmla="*/ 2 w 246"/>
                <a:gd name="T5" fmla="*/ 3 h 426"/>
                <a:gd name="T6" fmla="*/ 2 w 246"/>
                <a:gd name="T7" fmla="*/ 3 h 426"/>
                <a:gd name="T8" fmla="*/ 2 w 246"/>
                <a:gd name="T9" fmla="*/ 2 h 426"/>
                <a:gd name="T10" fmla="*/ 2 w 246"/>
                <a:gd name="T11" fmla="*/ 2 h 426"/>
                <a:gd name="T12" fmla="*/ 2 w 246"/>
                <a:gd name="T13" fmla="*/ 2 h 426"/>
                <a:gd name="T14" fmla="*/ 2 w 246"/>
                <a:gd name="T15" fmla="*/ 2 h 426"/>
                <a:gd name="T16" fmla="*/ 2 w 246"/>
                <a:gd name="T17" fmla="*/ 1 h 426"/>
                <a:gd name="T18" fmla="*/ 1 w 246"/>
                <a:gd name="T19" fmla="*/ 1 h 426"/>
                <a:gd name="T20" fmla="*/ 1 w 246"/>
                <a:gd name="T21" fmla="*/ 1 h 426"/>
                <a:gd name="T22" fmla="*/ 1 w 246"/>
                <a:gd name="T23" fmla="*/ 1 h 426"/>
                <a:gd name="T24" fmla="*/ 1 w 246"/>
                <a:gd name="T25" fmla="*/ 0 h 426"/>
                <a:gd name="T26" fmla="*/ 1 w 246"/>
                <a:gd name="T27" fmla="*/ 0 h 426"/>
                <a:gd name="T28" fmla="*/ 1 w 246"/>
                <a:gd name="T29" fmla="*/ 0 h 426"/>
                <a:gd name="T30" fmla="*/ 0 w 246"/>
                <a:gd name="T31" fmla="*/ 0 h 426"/>
                <a:gd name="T32" fmla="*/ 0 w 246"/>
                <a:gd name="T33" fmla="*/ 0 h 426"/>
                <a:gd name="T34" fmla="*/ 0 w 246"/>
                <a:gd name="T35" fmla="*/ 0 h 426"/>
                <a:gd name="T36" fmla="*/ 0 w 246"/>
                <a:gd name="T37" fmla="*/ 0 h 426"/>
                <a:gd name="T38" fmla="*/ 0 w 246"/>
                <a:gd name="T39" fmla="*/ 0 h 426"/>
                <a:gd name="T40" fmla="*/ 0 w 246"/>
                <a:gd name="T41" fmla="*/ 0 h 426"/>
                <a:gd name="T42" fmla="*/ 1 w 246"/>
                <a:gd name="T43" fmla="*/ 0 h 426"/>
                <a:gd name="T44" fmla="*/ 1 w 246"/>
                <a:gd name="T45" fmla="*/ 0 h 426"/>
                <a:gd name="T46" fmla="*/ 1 w 246"/>
                <a:gd name="T47" fmla="*/ 1 h 426"/>
                <a:gd name="T48" fmla="*/ 1 w 246"/>
                <a:gd name="T49" fmla="*/ 1 h 426"/>
                <a:gd name="T50" fmla="*/ 1 w 246"/>
                <a:gd name="T51" fmla="*/ 1 h 426"/>
                <a:gd name="T52" fmla="*/ 1 w 246"/>
                <a:gd name="T53" fmla="*/ 1 h 426"/>
                <a:gd name="T54" fmla="*/ 1 w 246"/>
                <a:gd name="T55" fmla="*/ 1 h 426"/>
                <a:gd name="T56" fmla="*/ 2 w 246"/>
                <a:gd name="T57" fmla="*/ 2 h 426"/>
                <a:gd name="T58" fmla="*/ 2 w 246"/>
                <a:gd name="T59" fmla="*/ 2 h 426"/>
                <a:gd name="T60" fmla="*/ 2 w 246"/>
                <a:gd name="T61" fmla="*/ 2 h 426"/>
                <a:gd name="T62" fmla="*/ 2 w 246"/>
                <a:gd name="T63" fmla="*/ 2 h 426"/>
                <a:gd name="T64" fmla="*/ 2 w 246"/>
                <a:gd name="T65" fmla="*/ 3 h 426"/>
                <a:gd name="T66" fmla="*/ 2 w 246"/>
                <a:gd name="T67" fmla="*/ 3 h 426"/>
                <a:gd name="T68" fmla="*/ 2 w 246"/>
                <a:gd name="T69" fmla="*/ 3 h 426"/>
                <a:gd name="T70" fmla="*/ 2 w 246"/>
                <a:gd name="T71" fmla="*/ 3 h 426"/>
                <a:gd name="T72" fmla="*/ 2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246" y="426"/>
                  </a:moveTo>
                  <a:lnTo>
                    <a:pt x="246" y="426"/>
                  </a:lnTo>
                  <a:lnTo>
                    <a:pt x="245" y="384"/>
                  </a:lnTo>
                  <a:lnTo>
                    <a:pt x="242" y="340"/>
                  </a:lnTo>
                  <a:lnTo>
                    <a:pt x="236" y="301"/>
                  </a:lnTo>
                  <a:lnTo>
                    <a:pt x="228" y="262"/>
                  </a:lnTo>
                  <a:lnTo>
                    <a:pt x="217" y="224"/>
                  </a:lnTo>
                  <a:lnTo>
                    <a:pt x="205" y="190"/>
                  </a:lnTo>
                  <a:lnTo>
                    <a:pt x="191" y="158"/>
                  </a:lnTo>
                  <a:lnTo>
                    <a:pt x="176" y="126"/>
                  </a:lnTo>
                  <a:lnTo>
                    <a:pt x="157" y="99"/>
                  </a:lnTo>
                  <a:lnTo>
                    <a:pt x="139" y="75"/>
                  </a:lnTo>
                  <a:lnTo>
                    <a:pt x="119" y="53"/>
                  </a:lnTo>
                  <a:lnTo>
                    <a:pt x="96" y="34"/>
                  </a:lnTo>
                  <a:lnTo>
                    <a:pt x="75" y="19"/>
                  </a:lnTo>
                  <a:lnTo>
                    <a:pt x="51" y="9"/>
                  </a:lnTo>
                  <a:lnTo>
                    <a:pt x="26" y="3"/>
                  </a:lnTo>
                  <a:lnTo>
                    <a:pt x="0" y="0"/>
                  </a:lnTo>
                  <a:lnTo>
                    <a:pt x="0" y="12"/>
                  </a:lnTo>
                  <a:lnTo>
                    <a:pt x="24" y="15"/>
                  </a:lnTo>
                  <a:lnTo>
                    <a:pt x="46" y="20"/>
                  </a:lnTo>
                  <a:lnTo>
                    <a:pt x="68" y="31"/>
                  </a:lnTo>
                  <a:lnTo>
                    <a:pt x="89" y="44"/>
                  </a:lnTo>
                  <a:lnTo>
                    <a:pt x="109" y="63"/>
                  </a:lnTo>
                  <a:lnTo>
                    <a:pt x="129" y="83"/>
                  </a:lnTo>
                  <a:lnTo>
                    <a:pt x="148" y="106"/>
                  </a:lnTo>
                  <a:lnTo>
                    <a:pt x="164" y="133"/>
                  </a:lnTo>
                  <a:lnTo>
                    <a:pt x="180" y="162"/>
                  </a:lnTo>
                  <a:lnTo>
                    <a:pt x="194" y="195"/>
                  </a:lnTo>
                  <a:lnTo>
                    <a:pt x="205" y="229"/>
                  </a:lnTo>
                  <a:lnTo>
                    <a:pt x="216" y="264"/>
                  </a:lnTo>
                  <a:lnTo>
                    <a:pt x="224" y="303"/>
                  </a:lnTo>
                  <a:lnTo>
                    <a:pt x="230" y="343"/>
                  </a:lnTo>
                  <a:lnTo>
                    <a:pt x="233" y="384"/>
                  </a:lnTo>
                  <a:lnTo>
                    <a:pt x="235" y="426"/>
                  </a:lnTo>
                  <a:lnTo>
                    <a:pt x="246"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5878" name="Freeform 66"/>
            <p:cNvSpPr>
              <a:spLocks/>
            </p:cNvSpPr>
            <p:nvPr/>
          </p:nvSpPr>
          <p:spPr bwMode="auto">
            <a:xfrm>
              <a:off x="1392" y="2203"/>
              <a:ext cx="49" cy="85"/>
            </a:xfrm>
            <a:custGeom>
              <a:avLst/>
              <a:gdLst>
                <a:gd name="T0" fmla="*/ 0 w 246"/>
                <a:gd name="T1" fmla="*/ 3 h 424"/>
                <a:gd name="T2" fmla="*/ 0 w 246"/>
                <a:gd name="T3" fmla="*/ 3 h 424"/>
                <a:gd name="T4" fmla="*/ 0 w 246"/>
                <a:gd name="T5" fmla="*/ 3 h 424"/>
                <a:gd name="T6" fmla="*/ 0 w 246"/>
                <a:gd name="T7" fmla="*/ 3 h 424"/>
                <a:gd name="T8" fmla="*/ 1 w 246"/>
                <a:gd name="T9" fmla="*/ 3 h 424"/>
                <a:gd name="T10" fmla="*/ 1 w 246"/>
                <a:gd name="T11" fmla="*/ 3 h 424"/>
                <a:gd name="T12" fmla="*/ 1 w 246"/>
                <a:gd name="T13" fmla="*/ 3 h 424"/>
                <a:gd name="T14" fmla="*/ 1 w 246"/>
                <a:gd name="T15" fmla="*/ 3 h 424"/>
                <a:gd name="T16" fmla="*/ 1 w 246"/>
                <a:gd name="T17" fmla="*/ 3 h 424"/>
                <a:gd name="T18" fmla="*/ 1 w 246"/>
                <a:gd name="T19" fmla="*/ 2 h 424"/>
                <a:gd name="T20" fmla="*/ 2 w 246"/>
                <a:gd name="T21" fmla="*/ 2 h 424"/>
                <a:gd name="T22" fmla="*/ 2 w 246"/>
                <a:gd name="T23" fmla="*/ 2 h 424"/>
                <a:gd name="T24" fmla="*/ 2 w 246"/>
                <a:gd name="T25" fmla="*/ 2 h 424"/>
                <a:gd name="T26" fmla="*/ 2 w 246"/>
                <a:gd name="T27" fmla="*/ 1 h 424"/>
                <a:gd name="T28" fmla="*/ 2 w 246"/>
                <a:gd name="T29" fmla="*/ 1 h 424"/>
                <a:gd name="T30" fmla="*/ 2 w 246"/>
                <a:gd name="T31" fmla="*/ 1 h 424"/>
                <a:gd name="T32" fmla="*/ 2 w 246"/>
                <a:gd name="T33" fmla="*/ 0 h 424"/>
                <a:gd name="T34" fmla="*/ 2 w 246"/>
                <a:gd name="T35" fmla="*/ 0 h 424"/>
                <a:gd name="T36" fmla="*/ 2 w 246"/>
                <a:gd name="T37" fmla="*/ 0 h 424"/>
                <a:gd name="T38" fmla="*/ 2 w 246"/>
                <a:gd name="T39" fmla="*/ 0 h 424"/>
                <a:gd name="T40" fmla="*/ 2 w 246"/>
                <a:gd name="T41" fmla="*/ 1 h 424"/>
                <a:gd name="T42" fmla="*/ 2 w 246"/>
                <a:gd name="T43" fmla="*/ 1 h 424"/>
                <a:gd name="T44" fmla="*/ 2 w 246"/>
                <a:gd name="T45" fmla="*/ 1 h 424"/>
                <a:gd name="T46" fmla="*/ 2 w 246"/>
                <a:gd name="T47" fmla="*/ 2 h 424"/>
                <a:gd name="T48" fmla="*/ 2 w 246"/>
                <a:gd name="T49" fmla="*/ 2 h 424"/>
                <a:gd name="T50" fmla="*/ 1 w 246"/>
                <a:gd name="T51" fmla="*/ 2 h 424"/>
                <a:gd name="T52" fmla="*/ 1 w 246"/>
                <a:gd name="T53" fmla="*/ 2 h 424"/>
                <a:gd name="T54" fmla="*/ 1 w 246"/>
                <a:gd name="T55" fmla="*/ 3 h 424"/>
                <a:gd name="T56" fmla="*/ 1 w 246"/>
                <a:gd name="T57" fmla="*/ 3 h 424"/>
                <a:gd name="T58" fmla="*/ 1 w 246"/>
                <a:gd name="T59" fmla="*/ 3 h 424"/>
                <a:gd name="T60" fmla="*/ 1 w 246"/>
                <a:gd name="T61" fmla="*/ 3 h 424"/>
                <a:gd name="T62" fmla="*/ 1 w 246"/>
                <a:gd name="T63" fmla="*/ 3 h 424"/>
                <a:gd name="T64" fmla="*/ 0 w 246"/>
                <a:gd name="T65" fmla="*/ 3 h 424"/>
                <a:gd name="T66" fmla="*/ 0 w 246"/>
                <a:gd name="T67" fmla="*/ 3 h 424"/>
                <a:gd name="T68" fmla="*/ 0 w 246"/>
                <a:gd name="T69" fmla="*/ 3 h 424"/>
                <a:gd name="T70" fmla="*/ 0 w 246"/>
                <a:gd name="T71" fmla="*/ 3 h 424"/>
                <a:gd name="T72" fmla="*/ 0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0" y="424"/>
                  </a:moveTo>
                  <a:lnTo>
                    <a:pt x="0" y="424"/>
                  </a:lnTo>
                  <a:lnTo>
                    <a:pt x="26" y="422"/>
                  </a:lnTo>
                  <a:lnTo>
                    <a:pt x="51" y="416"/>
                  </a:lnTo>
                  <a:lnTo>
                    <a:pt x="75" y="406"/>
                  </a:lnTo>
                  <a:lnTo>
                    <a:pt x="96" y="390"/>
                  </a:lnTo>
                  <a:lnTo>
                    <a:pt x="119" y="373"/>
                  </a:lnTo>
                  <a:lnTo>
                    <a:pt x="139" y="351"/>
                  </a:lnTo>
                  <a:lnTo>
                    <a:pt x="157" y="326"/>
                  </a:lnTo>
                  <a:lnTo>
                    <a:pt x="175" y="299"/>
                  </a:lnTo>
                  <a:lnTo>
                    <a:pt x="191" y="269"/>
                  </a:lnTo>
                  <a:lnTo>
                    <a:pt x="205" y="236"/>
                  </a:lnTo>
                  <a:lnTo>
                    <a:pt x="217" y="202"/>
                  </a:lnTo>
                  <a:lnTo>
                    <a:pt x="228" y="163"/>
                  </a:lnTo>
                  <a:lnTo>
                    <a:pt x="236" y="125"/>
                  </a:lnTo>
                  <a:lnTo>
                    <a:pt x="242" y="86"/>
                  </a:lnTo>
                  <a:lnTo>
                    <a:pt x="245" y="42"/>
                  </a:lnTo>
                  <a:lnTo>
                    <a:pt x="246" y="0"/>
                  </a:lnTo>
                  <a:lnTo>
                    <a:pt x="235" y="0"/>
                  </a:lnTo>
                  <a:lnTo>
                    <a:pt x="233" y="42"/>
                  </a:lnTo>
                  <a:lnTo>
                    <a:pt x="230" y="83"/>
                  </a:lnTo>
                  <a:lnTo>
                    <a:pt x="224" y="123"/>
                  </a:lnTo>
                  <a:lnTo>
                    <a:pt x="216" y="161"/>
                  </a:lnTo>
                  <a:lnTo>
                    <a:pt x="205" y="197"/>
                  </a:lnTo>
                  <a:lnTo>
                    <a:pt x="194" y="231"/>
                  </a:lnTo>
                  <a:lnTo>
                    <a:pt x="180" y="264"/>
                  </a:lnTo>
                  <a:lnTo>
                    <a:pt x="166" y="292"/>
                  </a:lnTo>
                  <a:lnTo>
                    <a:pt x="148" y="319"/>
                  </a:lnTo>
                  <a:lnTo>
                    <a:pt x="129" y="344"/>
                  </a:lnTo>
                  <a:lnTo>
                    <a:pt x="109" y="364"/>
                  </a:lnTo>
                  <a:lnTo>
                    <a:pt x="89" y="381"/>
                  </a:lnTo>
                  <a:lnTo>
                    <a:pt x="68" y="394"/>
                  </a:lnTo>
                  <a:lnTo>
                    <a:pt x="46" y="405"/>
                  </a:lnTo>
                  <a:lnTo>
                    <a:pt x="24" y="410"/>
                  </a:lnTo>
                  <a:lnTo>
                    <a:pt x="0" y="413"/>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5879" name="Freeform 67"/>
            <p:cNvSpPr>
              <a:spLocks/>
            </p:cNvSpPr>
            <p:nvPr/>
          </p:nvSpPr>
          <p:spPr bwMode="auto">
            <a:xfrm>
              <a:off x="1343" y="2203"/>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2" y="42"/>
                  </a:lnTo>
                  <a:lnTo>
                    <a:pt x="5" y="86"/>
                  </a:lnTo>
                  <a:lnTo>
                    <a:pt x="11" y="125"/>
                  </a:lnTo>
                  <a:lnTo>
                    <a:pt x="19" y="163"/>
                  </a:lnTo>
                  <a:lnTo>
                    <a:pt x="30" y="202"/>
                  </a:lnTo>
                  <a:lnTo>
                    <a:pt x="41" y="236"/>
                  </a:lnTo>
                  <a:lnTo>
                    <a:pt x="56" y="269"/>
                  </a:lnTo>
                  <a:lnTo>
                    <a:pt x="72" y="299"/>
                  </a:lnTo>
                  <a:lnTo>
                    <a:pt x="90" y="326"/>
                  </a:lnTo>
                  <a:lnTo>
                    <a:pt x="108" y="351"/>
                  </a:lnTo>
                  <a:lnTo>
                    <a:pt x="127" y="373"/>
                  </a:lnTo>
                  <a:lnTo>
                    <a:pt x="149" y="390"/>
                  </a:lnTo>
                  <a:lnTo>
                    <a:pt x="172" y="406"/>
                  </a:lnTo>
                  <a:lnTo>
                    <a:pt x="195" y="416"/>
                  </a:lnTo>
                  <a:lnTo>
                    <a:pt x="220" y="422"/>
                  </a:lnTo>
                  <a:lnTo>
                    <a:pt x="245" y="424"/>
                  </a:lnTo>
                  <a:lnTo>
                    <a:pt x="245" y="413"/>
                  </a:lnTo>
                  <a:lnTo>
                    <a:pt x="222" y="410"/>
                  </a:lnTo>
                  <a:lnTo>
                    <a:pt x="200" y="405"/>
                  </a:lnTo>
                  <a:lnTo>
                    <a:pt x="179" y="394"/>
                  </a:lnTo>
                  <a:lnTo>
                    <a:pt x="156" y="381"/>
                  </a:lnTo>
                  <a:lnTo>
                    <a:pt x="136" y="364"/>
                  </a:lnTo>
                  <a:lnTo>
                    <a:pt x="118" y="344"/>
                  </a:lnTo>
                  <a:lnTo>
                    <a:pt x="99" y="319"/>
                  </a:lnTo>
                  <a:lnTo>
                    <a:pt x="81" y="292"/>
                  </a:lnTo>
                  <a:lnTo>
                    <a:pt x="67" y="264"/>
                  </a:lnTo>
                  <a:lnTo>
                    <a:pt x="53" y="231"/>
                  </a:lnTo>
                  <a:lnTo>
                    <a:pt x="41" y="197"/>
                  </a:lnTo>
                  <a:lnTo>
                    <a:pt x="31" y="161"/>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5880" name="Freeform 68"/>
            <p:cNvSpPr>
              <a:spLocks/>
            </p:cNvSpPr>
            <p:nvPr/>
          </p:nvSpPr>
          <p:spPr bwMode="auto">
            <a:xfrm>
              <a:off x="1343" y="2118"/>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1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20" y="3"/>
                  </a:lnTo>
                  <a:lnTo>
                    <a:pt x="195" y="9"/>
                  </a:lnTo>
                  <a:lnTo>
                    <a:pt x="172" y="19"/>
                  </a:lnTo>
                  <a:lnTo>
                    <a:pt x="149" y="34"/>
                  </a:lnTo>
                  <a:lnTo>
                    <a:pt x="127" y="53"/>
                  </a:lnTo>
                  <a:lnTo>
                    <a:pt x="108" y="75"/>
                  </a:lnTo>
                  <a:lnTo>
                    <a:pt x="90" y="99"/>
                  </a:lnTo>
                  <a:lnTo>
                    <a:pt x="71" y="126"/>
                  </a:lnTo>
                  <a:lnTo>
                    <a:pt x="56" y="158"/>
                  </a:lnTo>
                  <a:lnTo>
                    <a:pt x="41" y="190"/>
                  </a:lnTo>
                  <a:lnTo>
                    <a:pt x="30" y="224"/>
                  </a:lnTo>
                  <a:lnTo>
                    <a:pt x="19" y="262"/>
                  </a:lnTo>
                  <a:lnTo>
                    <a:pt x="11" y="301"/>
                  </a:lnTo>
                  <a:lnTo>
                    <a:pt x="5" y="340"/>
                  </a:lnTo>
                  <a:lnTo>
                    <a:pt x="2" y="384"/>
                  </a:lnTo>
                  <a:lnTo>
                    <a:pt x="0" y="426"/>
                  </a:lnTo>
                  <a:lnTo>
                    <a:pt x="12" y="426"/>
                  </a:lnTo>
                  <a:lnTo>
                    <a:pt x="13" y="384"/>
                  </a:lnTo>
                  <a:lnTo>
                    <a:pt x="17" y="343"/>
                  </a:lnTo>
                  <a:lnTo>
                    <a:pt x="23" y="303"/>
                  </a:lnTo>
                  <a:lnTo>
                    <a:pt x="31" y="264"/>
                  </a:lnTo>
                  <a:lnTo>
                    <a:pt x="41" y="229"/>
                  </a:lnTo>
                  <a:lnTo>
                    <a:pt x="53" y="195"/>
                  </a:lnTo>
                  <a:lnTo>
                    <a:pt x="67" y="162"/>
                  </a:lnTo>
                  <a:lnTo>
                    <a:pt x="82" y="133"/>
                  </a:lnTo>
                  <a:lnTo>
                    <a:pt x="99" y="106"/>
                  </a:lnTo>
                  <a:lnTo>
                    <a:pt x="118" y="83"/>
                  </a:lnTo>
                  <a:lnTo>
                    <a:pt x="136" y="63"/>
                  </a:lnTo>
                  <a:lnTo>
                    <a:pt x="156" y="44"/>
                  </a:lnTo>
                  <a:lnTo>
                    <a:pt x="179" y="31"/>
                  </a:lnTo>
                  <a:lnTo>
                    <a:pt x="200" y="20"/>
                  </a:lnTo>
                  <a:lnTo>
                    <a:pt x="222" y="15"/>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5881" name="Freeform 69"/>
            <p:cNvSpPr>
              <a:spLocks/>
            </p:cNvSpPr>
            <p:nvPr/>
          </p:nvSpPr>
          <p:spPr bwMode="auto">
            <a:xfrm>
              <a:off x="1384" y="1859"/>
              <a:ext cx="49" cy="84"/>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1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3" y="382"/>
                  </a:lnTo>
                  <a:lnTo>
                    <a:pt x="240" y="339"/>
                  </a:lnTo>
                  <a:lnTo>
                    <a:pt x="234" y="299"/>
                  </a:lnTo>
                  <a:lnTo>
                    <a:pt x="226" y="261"/>
                  </a:lnTo>
                  <a:lnTo>
                    <a:pt x="215" y="222"/>
                  </a:lnTo>
                  <a:lnTo>
                    <a:pt x="204" y="188"/>
                  </a:lnTo>
                  <a:lnTo>
                    <a:pt x="189" y="156"/>
                  </a:lnTo>
                  <a:lnTo>
                    <a:pt x="173" y="125"/>
                  </a:lnTo>
                  <a:lnTo>
                    <a:pt x="155" y="98"/>
                  </a:lnTo>
                  <a:lnTo>
                    <a:pt x="138" y="74"/>
                  </a:lnTo>
                  <a:lnTo>
                    <a:pt x="118" y="51"/>
                  </a:lnTo>
                  <a:lnTo>
                    <a:pt x="96" y="34"/>
                  </a:lnTo>
                  <a:lnTo>
                    <a:pt x="73" y="18"/>
                  </a:lnTo>
                  <a:lnTo>
                    <a:pt x="50" y="8"/>
                  </a:lnTo>
                  <a:lnTo>
                    <a:pt x="25" y="2"/>
                  </a:lnTo>
                  <a:lnTo>
                    <a:pt x="0" y="0"/>
                  </a:lnTo>
                  <a:lnTo>
                    <a:pt x="0" y="11"/>
                  </a:lnTo>
                  <a:lnTo>
                    <a:pt x="23" y="14"/>
                  </a:lnTo>
                  <a:lnTo>
                    <a:pt x="45" y="20"/>
                  </a:lnTo>
                  <a:lnTo>
                    <a:pt x="66" y="30"/>
                  </a:lnTo>
                  <a:lnTo>
                    <a:pt x="89" y="43"/>
                  </a:lnTo>
                  <a:lnTo>
                    <a:pt x="109" y="61"/>
                  </a:lnTo>
                  <a:lnTo>
                    <a:pt x="129" y="81"/>
                  </a:lnTo>
                  <a:lnTo>
                    <a:pt x="146" y="105"/>
                  </a:lnTo>
                  <a:lnTo>
                    <a:pt x="164" y="132"/>
                  </a:lnTo>
                  <a:lnTo>
                    <a:pt x="178" y="160"/>
                  </a:lnTo>
                  <a:lnTo>
                    <a:pt x="192" y="193"/>
                  </a:lnTo>
                  <a:lnTo>
                    <a:pt x="204" y="227"/>
                  </a:lnTo>
                  <a:lnTo>
                    <a:pt x="214" y="264"/>
                  </a:lnTo>
                  <a:lnTo>
                    <a:pt x="222" y="301"/>
                  </a:lnTo>
                  <a:lnTo>
                    <a:pt x="228"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5882" name="Freeform 70"/>
            <p:cNvSpPr>
              <a:spLocks/>
            </p:cNvSpPr>
            <p:nvPr/>
          </p:nvSpPr>
          <p:spPr bwMode="auto">
            <a:xfrm>
              <a:off x="1384" y="1943"/>
              <a:ext cx="49" cy="86"/>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5" y="423"/>
                  </a:lnTo>
                  <a:lnTo>
                    <a:pt x="50" y="418"/>
                  </a:lnTo>
                  <a:lnTo>
                    <a:pt x="73" y="407"/>
                  </a:lnTo>
                  <a:lnTo>
                    <a:pt x="96" y="392"/>
                  </a:lnTo>
                  <a:lnTo>
                    <a:pt x="118" y="374"/>
                  </a:lnTo>
                  <a:lnTo>
                    <a:pt x="138" y="352"/>
                  </a:lnTo>
                  <a:lnTo>
                    <a:pt x="155" y="327"/>
                  </a:lnTo>
                  <a:lnTo>
                    <a:pt x="174" y="300"/>
                  </a:lnTo>
                  <a:lnTo>
                    <a:pt x="189" y="269"/>
                  </a:lnTo>
                  <a:lnTo>
                    <a:pt x="204" y="237"/>
                  </a:lnTo>
                  <a:lnTo>
                    <a:pt x="215" y="202"/>
                  </a:lnTo>
                  <a:lnTo>
                    <a:pt x="226" y="164"/>
                  </a:lnTo>
                  <a:lnTo>
                    <a:pt x="234" y="126"/>
                  </a:lnTo>
                  <a:lnTo>
                    <a:pt x="240" y="86"/>
                  </a:lnTo>
                  <a:lnTo>
                    <a:pt x="243" y="42"/>
                  </a:lnTo>
                  <a:lnTo>
                    <a:pt x="245" y="0"/>
                  </a:lnTo>
                  <a:lnTo>
                    <a:pt x="233" y="0"/>
                  </a:lnTo>
                  <a:lnTo>
                    <a:pt x="232" y="42"/>
                  </a:lnTo>
                  <a:lnTo>
                    <a:pt x="228" y="83"/>
                  </a:lnTo>
                  <a:lnTo>
                    <a:pt x="222" y="123"/>
                  </a:lnTo>
                  <a:lnTo>
                    <a:pt x="214" y="162"/>
                  </a:lnTo>
                  <a:lnTo>
                    <a:pt x="204" y="197"/>
                  </a:lnTo>
                  <a:lnTo>
                    <a:pt x="192" y="232"/>
                  </a:lnTo>
                  <a:lnTo>
                    <a:pt x="178" y="264"/>
                  </a:lnTo>
                  <a:lnTo>
                    <a:pt x="163" y="293"/>
                  </a:lnTo>
                  <a:lnTo>
                    <a:pt x="146" y="320"/>
                  </a:lnTo>
                  <a:lnTo>
                    <a:pt x="129" y="345"/>
                  </a:lnTo>
                  <a:lnTo>
                    <a:pt x="109" y="365"/>
                  </a:lnTo>
                  <a:lnTo>
                    <a:pt x="89" y="382"/>
                  </a:lnTo>
                  <a:lnTo>
                    <a:pt x="66" y="395"/>
                  </a:lnTo>
                  <a:lnTo>
                    <a:pt x="45" y="406"/>
                  </a:lnTo>
                  <a:lnTo>
                    <a:pt x="23"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5883" name="Freeform 71"/>
            <p:cNvSpPr>
              <a:spLocks/>
            </p:cNvSpPr>
            <p:nvPr/>
          </p:nvSpPr>
          <p:spPr bwMode="auto">
            <a:xfrm>
              <a:off x="1335" y="1943"/>
              <a:ext cx="49" cy="86"/>
            </a:xfrm>
            <a:custGeom>
              <a:avLst/>
              <a:gdLst>
                <a:gd name="T0" fmla="*/ 0 w 246"/>
                <a:gd name="T1" fmla="*/ 0 h 426"/>
                <a:gd name="T2" fmla="*/ 0 w 246"/>
                <a:gd name="T3" fmla="*/ 0 h 426"/>
                <a:gd name="T4" fmla="*/ 0 w 246"/>
                <a:gd name="T5" fmla="*/ 0 h 426"/>
                <a:gd name="T6" fmla="*/ 0 w 246"/>
                <a:gd name="T7" fmla="*/ 1 h 426"/>
                <a:gd name="T8" fmla="*/ 0 w 246"/>
                <a:gd name="T9" fmla="*/ 1 h 426"/>
                <a:gd name="T10" fmla="*/ 0 w 246"/>
                <a:gd name="T11" fmla="*/ 1 h 426"/>
                <a:gd name="T12" fmla="*/ 0 w 246"/>
                <a:gd name="T13" fmla="*/ 2 h 426"/>
                <a:gd name="T14" fmla="*/ 0 w 246"/>
                <a:gd name="T15" fmla="*/ 2 h 426"/>
                <a:gd name="T16" fmla="*/ 0 w 246"/>
                <a:gd name="T17" fmla="*/ 2 h 426"/>
                <a:gd name="T18" fmla="*/ 1 w 246"/>
                <a:gd name="T19" fmla="*/ 2 h 426"/>
                <a:gd name="T20" fmla="*/ 1 w 246"/>
                <a:gd name="T21" fmla="*/ 3 h 426"/>
                <a:gd name="T22" fmla="*/ 1 w 246"/>
                <a:gd name="T23" fmla="*/ 3 h 426"/>
                <a:gd name="T24" fmla="*/ 1 w 246"/>
                <a:gd name="T25" fmla="*/ 3 h 426"/>
                <a:gd name="T26" fmla="*/ 1 w 246"/>
                <a:gd name="T27" fmla="*/ 3 h 426"/>
                <a:gd name="T28" fmla="*/ 1 w 246"/>
                <a:gd name="T29" fmla="*/ 3 h 426"/>
                <a:gd name="T30" fmla="*/ 2 w 246"/>
                <a:gd name="T31" fmla="*/ 3 h 426"/>
                <a:gd name="T32" fmla="*/ 2 w 246"/>
                <a:gd name="T33" fmla="*/ 3 h 426"/>
                <a:gd name="T34" fmla="*/ 2 w 246"/>
                <a:gd name="T35" fmla="*/ 3 h 426"/>
                <a:gd name="T36" fmla="*/ 2 w 246"/>
                <a:gd name="T37" fmla="*/ 3 h 426"/>
                <a:gd name="T38" fmla="*/ 2 w 246"/>
                <a:gd name="T39" fmla="*/ 3 h 426"/>
                <a:gd name="T40" fmla="*/ 2 w 246"/>
                <a:gd name="T41" fmla="*/ 3 h 426"/>
                <a:gd name="T42" fmla="*/ 1 w 246"/>
                <a:gd name="T43" fmla="*/ 3 h 426"/>
                <a:gd name="T44" fmla="*/ 1 w 246"/>
                <a:gd name="T45" fmla="*/ 3 h 426"/>
                <a:gd name="T46" fmla="*/ 1 w 246"/>
                <a:gd name="T47" fmla="*/ 3 h 426"/>
                <a:gd name="T48" fmla="*/ 1 w 246"/>
                <a:gd name="T49" fmla="*/ 3 h 426"/>
                <a:gd name="T50" fmla="*/ 1 w 246"/>
                <a:gd name="T51" fmla="*/ 3 h 426"/>
                <a:gd name="T52" fmla="*/ 1 w 246"/>
                <a:gd name="T53" fmla="*/ 2 h 426"/>
                <a:gd name="T54" fmla="*/ 1 w 246"/>
                <a:gd name="T55" fmla="*/ 2 h 426"/>
                <a:gd name="T56" fmla="*/ 0 w 246"/>
                <a:gd name="T57" fmla="*/ 2 h 426"/>
                <a:gd name="T58" fmla="*/ 0 w 246"/>
                <a:gd name="T59" fmla="*/ 2 h 426"/>
                <a:gd name="T60" fmla="*/ 0 w 246"/>
                <a:gd name="T61" fmla="*/ 1 h 426"/>
                <a:gd name="T62" fmla="*/ 0 w 246"/>
                <a:gd name="T63" fmla="*/ 1 h 426"/>
                <a:gd name="T64" fmla="*/ 0 w 246"/>
                <a:gd name="T65" fmla="*/ 1 h 426"/>
                <a:gd name="T66" fmla="*/ 0 w 246"/>
                <a:gd name="T67" fmla="*/ 0 h 426"/>
                <a:gd name="T68" fmla="*/ 0 w 246"/>
                <a:gd name="T69" fmla="*/ 0 h 426"/>
                <a:gd name="T70" fmla="*/ 0 w 246"/>
                <a:gd name="T71" fmla="*/ 0 h 426"/>
                <a:gd name="T72" fmla="*/ 0 w 246"/>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0"/>
                  </a:moveTo>
                  <a:lnTo>
                    <a:pt x="0" y="0"/>
                  </a:lnTo>
                  <a:lnTo>
                    <a:pt x="1" y="42"/>
                  </a:lnTo>
                  <a:lnTo>
                    <a:pt x="4" y="86"/>
                  </a:lnTo>
                  <a:lnTo>
                    <a:pt x="10" y="126"/>
                  </a:lnTo>
                  <a:lnTo>
                    <a:pt x="18" y="164"/>
                  </a:lnTo>
                  <a:lnTo>
                    <a:pt x="29" y="202"/>
                  </a:lnTo>
                  <a:lnTo>
                    <a:pt x="41" y="237"/>
                  </a:lnTo>
                  <a:lnTo>
                    <a:pt x="55" y="269"/>
                  </a:lnTo>
                  <a:lnTo>
                    <a:pt x="71" y="300"/>
                  </a:lnTo>
                  <a:lnTo>
                    <a:pt x="89" y="327"/>
                  </a:lnTo>
                  <a:lnTo>
                    <a:pt x="107" y="352"/>
                  </a:lnTo>
                  <a:lnTo>
                    <a:pt x="127" y="374"/>
                  </a:lnTo>
                  <a:lnTo>
                    <a:pt x="150" y="392"/>
                  </a:lnTo>
                  <a:lnTo>
                    <a:pt x="171" y="407"/>
                  </a:lnTo>
                  <a:lnTo>
                    <a:pt x="195" y="418"/>
                  </a:lnTo>
                  <a:lnTo>
                    <a:pt x="220" y="423"/>
                  </a:lnTo>
                  <a:lnTo>
                    <a:pt x="246" y="426"/>
                  </a:lnTo>
                  <a:lnTo>
                    <a:pt x="246" y="414"/>
                  </a:lnTo>
                  <a:lnTo>
                    <a:pt x="222" y="412"/>
                  </a:lnTo>
                  <a:lnTo>
                    <a:pt x="200" y="406"/>
                  </a:lnTo>
                  <a:lnTo>
                    <a:pt x="178" y="395"/>
                  </a:lnTo>
                  <a:lnTo>
                    <a:pt x="157" y="382"/>
                  </a:lnTo>
                  <a:lnTo>
                    <a:pt x="137" y="365"/>
                  </a:lnTo>
                  <a:lnTo>
                    <a:pt x="117" y="345"/>
                  </a:lnTo>
                  <a:lnTo>
                    <a:pt x="98" y="320"/>
                  </a:lnTo>
                  <a:lnTo>
                    <a:pt x="83" y="293"/>
                  </a:lnTo>
                  <a:lnTo>
                    <a:pt x="66" y="264"/>
                  </a:lnTo>
                  <a:lnTo>
                    <a:pt x="52" y="232"/>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5884" name="Freeform 72"/>
            <p:cNvSpPr>
              <a:spLocks/>
            </p:cNvSpPr>
            <p:nvPr/>
          </p:nvSpPr>
          <p:spPr bwMode="auto">
            <a:xfrm>
              <a:off x="1335" y="1859"/>
              <a:ext cx="49" cy="84"/>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1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0" y="2"/>
                  </a:lnTo>
                  <a:lnTo>
                    <a:pt x="195" y="8"/>
                  </a:lnTo>
                  <a:lnTo>
                    <a:pt x="171" y="18"/>
                  </a:lnTo>
                  <a:lnTo>
                    <a:pt x="150" y="34"/>
                  </a:lnTo>
                  <a:lnTo>
                    <a:pt x="127" y="51"/>
                  </a:lnTo>
                  <a:lnTo>
                    <a:pt x="107" y="74"/>
                  </a:lnTo>
                  <a:lnTo>
                    <a:pt x="89" y="98"/>
                  </a:lnTo>
                  <a:lnTo>
                    <a:pt x="72" y="125"/>
                  </a:lnTo>
                  <a:lnTo>
                    <a:pt x="55" y="156"/>
                  </a:lnTo>
                  <a:lnTo>
                    <a:pt x="41" y="188"/>
                  </a:lnTo>
                  <a:lnTo>
                    <a:pt x="29" y="222"/>
                  </a:lnTo>
                  <a:lnTo>
                    <a:pt x="18" y="261"/>
                  </a:lnTo>
                  <a:lnTo>
                    <a:pt x="10" y="299"/>
                  </a:lnTo>
                  <a:lnTo>
                    <a:pt x="4" y="339"/>
                  </a:lnTo>
                  <a:lnTo>
                    <a:pt x="1" y="382"/>
                  </a:lnTo>
                  <a:lnTo>
                    <a:pt x="0" y="424"/>
                  </a:lnTo>
                  <a:lnTo>
                    <a:pt x="11" y="424"/>
                  </a:lnTo>
                  <a:lnTo>
                    <a:pt x="13" y="382"/>
                  </a:lnTo>
                  <a:lnTo>
                    <a:pt x="16" y="341"/>
                  </a:lnTo>
                  <a:lnTo>
                    <a:pt x="22" y="301"/>
                  </a:lnTo>
                  <a:lnTo>
                    <a:pt x="30" y="264"/>
                  </a:lnTo>
                  <a:lnTo>
                    <a:pt x="41" y="227"/>
                  </a:lnTo>
                  <a:lnTo>
                    <a:pt x="52" y="193"/>
                  </a:lnTo>
                  <a:lnTo>
                    <a:pt x="66" y="160"/>
                  </a:lnTo>
                  <a:lnTo>
                    <a:pt x="82" y="132"/>
                  </a:lnTo>
                  <a:lnTo>
                    <a:pt x="98" y="105"/>
                  </a:lnTo>
                  <a:lnTo>
                    <a:pt x="117" y="81"/>
                  </a:lnTo>
                  <a:lnTo>
                    <a:pt x="137" y="61"/>
                  </a:lnTo>
                  <a:lnTo>
                    <a:pt x="157" y="43"/>
                  </a:lnTo>
                  <a:lnTo>
                    <a:pt x="178" y="30"/>
                  </a:lnTo>
                  <a:lnTo>
                    <a:pt x="200" y="20"/>
                  </a:lnTo>
                  <a:lnTo>
                    <a:pt x="222" y="14"/>
                  </a:lnTo>
                  <a:lnTo>
                    <a:pt x="246" y="11"/>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5885" name="Freeform 73"/>
            <p:cNvSpPr>
              <a:spLocks/>
            </p:cNvSpPr>
            <p:nvPr/>
          </p:nvSpPr>
          <p:spPr bwMode="auto">
            <a:xfrm>
              <a:off x="1552" y="1751"/>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1" y="339"/>
                  </a:lnTo>
                  <a:lnTo>
                    <a:pt x="235" y="299"/>
                  </a:lnTo>
                  <a:lnTo>
                    <a:pt x="226" y="261"/>
                  </a:lnTo>
                  <a:lnTo>
                    <a:pt x="216" y="223"/>
                  </a:lnTo>
                  <a:lnTo>
                    <a:pt x="204" y="189"/>
                  </a:lnTo>
                  <a:lnTo>
                    <a:pt x="190" y="156"/>
                  </a:lnTo>
                  <a:lnTo>
                    <a:pt x="174" y="125"/>
                  </a:lnTo>
                  <a:lnTo>
                    <a:pt x="156" y="98"/>
                  </a:lnTo>
                  <a:lnTo>
                    <a:pt x="137" y="74"/>
                  </a:lnTo>
                  <a:lnTo>
                    <a:pt x="119" y="52"/>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8" y="81"/>
                  </a:lnTo>
                  <a:lnTo>
                    <a:pt x="147" y="105"/>
                  </a:lnTo>
                  <a:lnTo>
                    <a:pt x="164" y="132"/>
                  </a:lnTo>
                  <a:lnTo>
                    <a:pt x="178" y="161"/>
                  </a:lnTo>
                  <a:lnTo>
                    <a:pt x="193" y="193"/>
                  </a:lnTo>
                  <a:lnTo>
                    <a:pt x="204" y="227"/>
                  </a:lnTo>
                  <a:lnTo>
                    <a:pt x="215" y="264"/>
                  </a:lnTo>
                  <a:lnTo>
                    <a:pt x="223" y="301"/>
                  </a:lnTo>
                  <a:lnTo>
                    <a:pt x="229" y="341"/>
                  </a:lnTo>
                  <a:lnTo>
                    <a:pt x="232" y="382"/>
                  </a:lnTo>
                  <a:lnTo>
                    <a:pt x="234"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5886" name="Freeform 74"/>
            <p:cNvSpPr>
              <a:spLocks/>
            </p:cNvSpPr>
            <p:nvPr/>
          </p:nvSpPr>
          <p:spPr bwMode="auto">
            <a:xfrm>
              <a:off x="1552" y="1836"/>
              <a:ext cx="49" cy="85"/>
            </a:xfrm>
            <a:custGeom>
              <a:avLst/>
              <a:gdLst>
                <a:gd name="T0" fmla="*/ 0 w 245"/>
                <a:gd name="T1" fmla="*/ 3 h 425"/>
                <a:gd name="T2" fmla="*/ 0 w 245"/>
                <a:gd name="T3" fmla="*/ 3 h 425"/>
                <a:gd name="T4" fmla="*/ 0 w 245"/>
                <a:gd name="T5" fmla="*/ 3 h 425"/>
                <a:gd name="T6" fmla="*/ 0 w 245"/>
                <a:gd name="T7" fmla="*/ 3 h 425"/>
                <a:gd name="T8" fmla="*/ 1 w 245"/>
                <a:gd name="T9" fmla="*/ 3 h 425"/>
                <a:gd name="T10" fmla="*/ 1 w 245"/>
                <a:gd name="T11" fmla="*/ 3 h 425"/>
                <a:gd name="T12" fmla="*/ 1 w 245"/>
                <a:gd name="T13" fmla="*/ 3 h 425"/>
                <a:gd name="T14" fmla="*/ 1 w 245"/>
                <a:gd name="T15" fmla="*/ 3 h 425"/>
                <a:gd name="T16" fmla="*/ 1 w 245"/>
                <a:gd name="T17" fmla="*/ 3 h 425"/>
                <a:gd name="T18" fmla="*/ 1 w 245"/>
                <a:gd name="T19" fmla="*/ 2 h 425"/>
                <a:gd name="T20" fmla="*/ 2 w 245"/>
                <a:gd name="T21" fmla="*/ 2 h 425"/>
                <a:gd name="T22" fmla="*/ 2 w 245"/>
                <a:gd name="T23" fmla="*/ 2 h 425"/>
                <a:gd name="T24" fmla="*/ 2 w 245"/>
                <a:gd name="T25" fmla="*/ 2 h 425"/>
                <a:gd name="T26" fmla="*/ 2 w 245"/>
                <a:gd name="T27" fmla="*/ 1 h 425"/>
                <a:gd name="T28" fmla="*/ 2 w 245"/>
                <a:gd name="T29" fmla="*/ 1 h 425"/>
                <a:gd name="T30" fmla="*/ 2 w 245"/>
                <a:gd name="T31" fmla="*/ 1 h 425"/>
                <a:gd name="T32" fmla="*/ 2 w 245"/>
                <a:gd name="T33" fmla="*/ 0 h 425"/>
                <a:gd name="T34" fmla="*/ 2 w 245"/>
                <a:gd name="T35" fmla="*/ 0 h 425"/>
                <a:gd name="T36" fmla="*/ 2 w 245"/>
                <a:gd name="T37" fmla="*/ 0 h 425"/>
                <a:gd name="T38" fmla="*/ 2 w 245"/>
                <a:gd name="T39" fmla="*/ 0 h 425"/>
                <a:gd name="T40" fmla="*/ 2 w 245"/>
                <a:gd name="T41" fmla="*/ 1 h 425"/>
                <a:gd name="T42" fmla="*/ 2 w 245"/>
                <a:gd name="T43" fmla="*/ 1 h 425"/>
                <a:gd name="T44" fmla="*/ 2 w 245"/>
                <a:gd name="T45" fmla="*/ 1 h 425"/>
                <a:gd name="T46" fmla="*/ 2 w 245"/>
                <a:gd name="T47" fmla="*/ 2 h 425"/>
                <a:gd name="T48" fmla="*/ 2 w 245"/>
                <a:gd name="T49" fmla="*/ 2 h 425"/>
                <a:gd name="T50" fmla="*/ 1 w 245"/>
                <a:gd name="T51" fmla="*/ 2 h 425"/>
                <a:gd name="T52" fmla="*/ 1 w 245"/>
                <a:gd name="T53" fmla="*/ 2 h 425"/>
                <a:gd name="T54" fmla="*/ 1 w 245"/>
                <a:gd name="T55" fmla="*/ 3 h 425"/>
                <a:gd name="T56" fmla="*/ 1 w 245"/>
                <a:gd name="T57" fmla="*/ 3 h 425"/>
                <a:gd name="T58" fmla="*/ 1 w 245"/>
                <a:gd name="T59" fmla="*/ 3 h 425"/>
                <a:gd name="T60" fmla="*/ 1 w 245"/>
                <a:gd name="T61" fmla="*/ 3 h 425"/>
                <a:gd name="T62" fmla="*/ 1 w 245"/>
                <a:gd name="T63" fmla="*/ 3 h 425"/>
                <a:gd name="T64" fmla="*/ 0 w 245"/>
                <a:gd name="T65" fmla="*/ 3 h 425"/>
                <a:gd name="T66" fmla="*/ 0 w 245"/>
                <a:gd name="T67" fmla="*/ 3 h 425"/>
                <a:gd name="T68" fmla="*/ 0 w 245"/>
                <a:gd name="T69" fmla="*/ 3 h 425"/>
                <a:gd name="T70" fmla="*/ 0 w 245"/>
                <a:gd name="T71" fmla="*/ 3 h 425"/>
                <a:gd name="T72" fmla="*/ 0 w 245"/>
                <a:gd name="T73" fmla="*/ 3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5"/>
                <a:gd name="T113" fmla="*/ 245 w 245"/>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5">
                  <a:moveTo>
                    <a:pt x="0" y="425"/>
                  </a:moveTo>
                  <a:lnTo>
                    <a:pt x="0" y="425"/>
                  </a:lnTo>
                  <a:lnTo>
                    <a:pt x="26" y="422"/>
                  </a:lnTo>
                  <a:lnTo>
                    <a:pt x="51" y="417"/>
                  </a:lnTo>
                  <a:lnTo>
                    <a:pt x="74" y="406"/>
                  </a:lnTo>
                  <a:lnTo>
                    <a:pt x="96" y="391"/>
                  </a:lnTo>
                  <a:lnTo>
                    <a:pt x="119" y="373"/>
                  </a:lnTo>
                  <a:lnTo>
                    <a:pt x="137" y="351"/>
                  </a:lnTo>
                  <a:lnTo>
                    <a:pt x="156" y="326"/>
                  </a:lnTo>
                  <a:lnTo>
                    <a:pt x="174" y="299"/>
                  </a:lnTo>
                  <a:lnTo>
                    <a:pt x="190" y="269"/>
                  </a:lnTo>
                  <a:lnTo>
                    <a:pt x="204" y="236"/>
                  </a:lnTo>
                  <a:lnTo>
                    <a:pt x="216" y="202"/>
                  </a:lnTo>
                  <a:lnTo>
                    <a:pt x="226" y="163"/>
                  </a:lnTo>
                  <a:lnTo>
                    <a:pt x="235" y="126"/>
                  </a:lnTo>
                  <a:lnTo>
                    <a:pt x="241" y="86"/>
                  </a:lnTo>
                  <a:lnTo>
                    <a:pt x="244" y="43"/>
                  </a:lnTo>
                  <a:lnTo>
                    <a:pt x="245" y="0"/>
                  </a:lnTo>
                  <a:lnTo>
                    <a:pt x="234" y="0"/>
                  </a:lnTo>
                  <a:lnTo>
                    <a:pt x="232" y="43"/>
                  </a:lnTo>
                  <a:lnTo>
                    <a:pt x="229" y="84"/>
                  </a:lnTo>
                  <a:lnTo>
                    <a:pt x="223" y="123"/>
                  </a:lnTo>
                  <a:lnTo>
                    <a:pt x="215" y="161"/>
                  </a:lnTo>
                  <a:lnTo>
                    <a:pt x="204" y="197"/>
                  </a:lnTo>
                  <a:lnTo>
                    <a:pt x="193" y="231"/>
                  </a:lnTo>
                  <a:lnTo>
                    <a:pt x="178" y="264"/>
                  </a:lnTo>
                  <a:lnTo>
                    <a:pt x="164" y="292"/>
                  </a:lnTo>
                  <a:lnTo>
                    <a:pt x="147" y="319"/>
                  </a:lnTo>
                  <a:lnTo>
                    <a:pt x="128" y="344"/>
                  </a:lnTo>
                  <a:lnTo>
                    <a:pt x="109" y="364"/>
                  </a:lnTo>
                  <a:lnTo>
                    <a:pt x="89" y="381"/>
                  </a:lnTo>
                  <a:lnTo>
                    <a:pt x="67" y="394"/>
                  </a:lnTo>
                  <a:lnTo>
                    <a:pt x="46" y="405"/>
                  </a:lnTo>
                  <a:lnTo>
                    <a:pt x="24" y="411"/>
                  </a:lnTo>
                  <a:lnTo>
                    <a:pt x="0" y="413"/>
                  </a:lnTo>
                  <a:lnTo>
                    <a:pt x="0" y="425"/>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5887" name="Freeform 75"/>
            <p:cNvSpPr>
              <a:spLocks/>
            </p:cNvSpPr>
            <p:nvPr/>
          </p:nvSpPr>
          <p:spPr bwMode="auto">
            <a:xfrm>
              <a:off x="1502" y="1836"/>
              <a:ext cx="50" cy="85"/>
            </a:xfrm>
            <a:custGeom>
              <a:avLst/>
              <a:gdLst>
                <a:gd name="T0" fmla="*/ 0 w 246"/>
                <a:gd name="T1" fmla="*/ 0 h 425"/>
                <a:gd name="T2" fmla="*/ 0 w 246"/>
                <a:gd name="T3" fmla="*/ 0 h 425"/>
                <a:gd name="T4" fmla="*/ 0 w 246"/>
                <a:gd name="T5" fmla="*/ 0 h 425"/>
                <a:gd name="T6" fmla="*/ 0 w 246"/>
                <a:gd name="T7" fmla="*/ 1 h 425"/>
                <a:gd name="T8" fmla="*/ 0 w 246"/>
                <a:gd name="T9" fmla="*/ 1 h 425"/>
                <a:gd name="T10" fmla="*/ 0 w 246"/>
                <a:gd name="T11" fmla="*/ 1 h 425"/>
                <a:gd name="T12" fmla="*/ 0 w 246"/>
                <a:gd name="T13" fmla="*/ 2 h 425"/>
                <a:gd name="T14" fmla="*/ 0 w 246"/>
                <a:gd name="T15" fmla="*/ 2 h 425"/>
                <a:gd name="T16" fmla="*/ 0 w 246"/>
                <a:gd name="T17" fmla="*/ 2 h 425"/>
                <a:gd name="T18" fmla="*/ 1 w 246"/>
                <a:gd name="T19" fmla="*/ 2 h 425"/>
                <a:gd name="T20" fmla="*/ 1 w 246"/>
                <a:gd name="T21" fmla="*/ 3 h 425"/>
                <a:gd name="T22" fmla="*/ 1 w 246"/>
                <a:gd name="T23" fmla="*/ 3 h 425"/>
                <a:gd name="T24" fmla="*/ 1 w 246"/>
                <a:gd name="T25" fmla="*/ 3 h 425"/>
                <a:gd name="T26" fmla="*/ 1 w 246"/>
                <a:gd name="T27" fmla="*/ 3 h 425"/>
                <a:gd name="T28" fmla="*/ 1 w 246"/>
                <a:gd name="T29" fmla="*/ 3 h 425"/>
                <a:gd name="T30" fmla="*/ 2 w 246"/>
                <a:gd name="T31" fmla="*/ 3 h 425"/>
                <a:gd name="T32" fmla="*/ 2 w 246"/>
                <a:gd name="T33" fmla="*/ 3 h 425"/>
                <a:gd name="T34" fmla="*/ 2 w 246"/>
                <a:gd name="T35" fmla="*/ 3 h 425"/>
                <a:gd name="T36" fmla="*/ 2 w 246"/>
                <a:gd name="T37" fmla="*/ 3 h 425"/>
                <a:gd name="T38" fmla="*/ 2 w 246"/>
                <a:gd name="T39" fmla="*/ 3 h 425"/>
                <a:gd name="T40" fmla="*/ 2 w 246"/>
                <a:gd name="T41" fmla="*/ 3 h 425"/>
                <a:gd name="T42" fmla="*/ 1 w 246"/>
                <a:gd name="T43" fmla="*/ 3 h 425"/>
                <a:gd name="T44" fmla="*/ 1 w 246"/>
                <a:gd name="T45" fmla="*/ 3 h 425"/>
                <a:gd name="T46" fmla="*/ 1 w 246"/>
                <a:gd name="T47" fmla="*/ 3 h 425"/>
                <a:gd name="T48" fmla="*/ 1 w 246"/>
                <a:gd name="T49" fmla="*/ 3 h 425"/>
                <a:gd name="T50" fmla="*/ 1 w 246"/>
                <a:gd name="T51" fmla="*/ 3 h 425"/>
                <a:gd name="T52" fmla="*/ 1 w 246"/>
                <a:gd name="T53" fmla="*/ 2 h 425"/>
                <a:gd name="T54" fmla="*/ 1 w 246"/>
                <a:gd name="T55" fmla="*/ 2 h 425"/>
                <a:gd name="T56" fmla="*/ 0 w 246"/>
                <a:gd name="T57" fmla="*/ 2 h 425"/>
                <a:gd name="T58" fmla="*/ 0 w 246"/>
                <a:gd name="T59" fmla="*/ 2 h 425"/>
                <a:gd name="T60" fmla="*/ 0 w 246"/>
                <a:gd name="T61" fmla="*/ 1 h 425"/>
                <a:gd name="T62" fmla="*/ 0 w 246"/>
                <a:gd name="T63" fmla="*/ 1 h 425"/>
                <a:gd name="T64" fmla="*/ 0 w 246"/>
                <a:gd name="T65" fmla="*/ 1 h 425"/>
                <a:gd name="T66" fmla="*/ 0 w 246"/>
                <a:gd name="T67" fmla="*/ 0 h 425"/>
                <a:gd name="T68" fmla="*/ 0 w 246"/>
                <a:gd name="T69" fmla="*/ 0 h 425"/>
                <a:gd name="T70" fmla="*/ 0 w 246"/>
                <a:gd name="T71" fmla="*/ 0 h 425"/>
                <a:gd name="T72" fmla="*/ 0 w 246"/>
                <a:gd name="T73" fmla="*/ 0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5"/>
                <a:gd name="T113" fmla="*/ 246 w 246"/>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5">
                  <a:moveTo>
                    <a:pt x="0" y="0"/>
                  </a:moveTo>
                  <a:lnTo>
                    <a:pt x="0" y="0"/>
                  </a:lnTo>
                  <a:lnTo>
                    <a:pt x="2" y="43"/>
                  </a:lnTo>
                  <a:lnTo>
                    <a:pt x="5" y="86"/>
                  </a:lnTo>
                  <a:lnTo>
                    <a:pt x="11" y="126"/>
                  </a:lnTo>
                  <a:lnTo>
                    <a:pt x="19" y="163"/>
                  </a:lnTo>
                  <a:lnTo>
                    <a:pt x="30" y="202"/>
                  </a:lnTo>
                  <a:lnTo>
                    <a:pt x="41" y="236"/>
                  </a:lnTo>
                  <a:lnTo>
                    <a:pt x="55" y="269"/>
                  </a:lnTo>
                  <a:lnTo>
                    <a:pt x="73" y="299"/>
                  </a:lnTo>
                  <a:lnTo>
                    <a:pt x="89" y="326"/>
                  </a:lnTo>
                  <a:lnTo>
                    <a:pt x="108" y="351"/>
                  </a:lnTo>
                  <a:lnTo>
                    <a:pt x="128" y="373"/>
                  </a:lnTo>
                  <a:lnTo>
                    <a:pt x="150" y="391"/>
                  </a:lnTo>
                  <a:lnTo>
                    <a:pt x="171" y="406"/>
                  </a:lnTo>
                  <a:lnTo>
                    <a:pt x="196" y="417"/>
                  </a:lnTo>
                  <a:lnTo>
                    <a:pt x="221" y="422"/>
                  </a:lnTo>
                  <a:lnTo>
                    <a:pt x="246" y="425"/>
                  </a:lnTo>
                  <a:lnTo>
                    <a:pt x="246" y="413"/>
                  </a:lnTo>
                  <a:lnTo>
                    <a:pt x="223" y="411"/>
                  </a:lnTo>
                  <a:lnTo>
                    <a:pt x="201" y="405"/>
                  </a:lnTo>
                  <a:lnTo>
                    <a:pt x="178" y="394"/>
                  </a:lnTo>
                  <a:lnTo>
                    <a:pt x="157" y="381"/>
                  </a:lnTo>
                  <a:lnTo>
                    <a:pt x="137" y="364"/>
                  </a:lnTo>
                  <a:lnTo>
                    <a:pt x="117" y="344"/>
                  </a:lnTo>
                  <a:lnTo>
                    <a:pt x="99" y="319"/>
                  </a:lnTo>
                  <a:lnTo>
                    <a:pt x="82" y="292"/>
                  </a:lnTo>
                  <a:lnTo>
                    <a:pt x="67" y="264"/>
                  </a:lnTo>
                  <a:lnTo>
                    <a:pt x="53" y="231"/>
                  </a:lnTo>
                  <a:lnTo>
                    <a:pt x="41" y="197"/>
                  </a:lnTo>
                  <a:lnTo>
                    <a:pt x="31" y="161"/>
                  </a:lnTo>
                  <a:lnTo>
                    <a:pt x="23" y="123"/>
                  </a:lnTo>
                  <a:lnTo>
                    <a:pt x="17" y="84"/>
                  </a:lnTo>
                  <a:lnTo>
                    <a:pt x="13" y="4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5888" name="Freeform 76"/>
            <p:cNvSpPr>
              <a:spLocks/>
            </p:cNvSpPr>
            <p:nvPr/>
          </p:nvSpPr>
          <p:spPr bwMode="auto">
            <a:xfrm>
              <a:off x="1502" y="1751"/>
              <a:ext cx="50" cy="85"/>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2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1" y="2"/>
                  </a:lnTo>
                  <a:lnTo>
                    <a:pt x="196" y="8"/>
                  </a:lnTo>
                  <a:lnTo>
                    <a:pt x="171" y="19"/>
                  </a:lnTo>
                  <a:lnTo>
                    <a:pt x="150" y="34"/>
                  </a:lnTo>
                  <a:lnTo>
                    <a:pt x="128" y="52"/>
                  </a:lnTo>
                  <a:lnTo>
                    <a:pt x="108" y="74"/>
                  </a:lnTo>
                  <a:lnTo>
                    <a:pt x="89" y="98"/>
                  </a:lnTo>
                  <a:lnTo>
                    <a:pt x="73" y="125"/>
                  </a:lnTo>
                  <a:lnTo>
                    <a:pt x="55" y="156"/>
                  </a:lnTo>
                  <a:lnTo>
                    <a:pt x="41" y="189"/>
                  </a:lnTo>
                  <a:lnTo>
                    <a:pt x="30" y="223"/>
                  </a:lnTo>
                  <a:lnTo>
                    <a:pt x="19" y="261"/>
                  </a:lnTo>
                  <a:lnTo>
                    <a:pt x="11" y="299"/>
                  </a:lnTo>
                  <a:lnTo>
                    <a:pt x="5" y="339"/>
                  </a:lnTo>
                  <a:lnTo>
                    <a:pt x="2" y="382"/>
                  </a:lnTo>
                  <a:lnTo>
                    <a:pt x="0" y="424"/>
                  </a:lnTo>
                  <a:lnTo>
                    <a:pt x="12" y="424"/>
                  </a:lnTo>
                  <a:lnTo>
                    <a:pt x="13" y="382"/>
                  </a:lnTo>
                  <a:lnTo>
                    <a:pt x="17" y="341"/>
                  </a:lnTo>
                  <a:lnTo>
                    <a:pt x="23" y="301"/>
                  </a:lnTo>
                  <a:lnTo>
                    <a:pt x="31" y="264"/>
                  </a:lnTo>
                  <a:lnTo>
                    <a:pt x="41" y="227"/>
                  </a:lnTo>
                  <a:lnTo>
                    <a:pt x="53" y="193"/>
                  </a:lnTo>
                  <a:lnTo>
                    <a:pt x="67" y="161"/>
                  </a:lnTo>
                  <a:lnTo>
                    <a:pt x="82" y="132"/>
                  </a:lnTo>
                  <a:lnTo>
                    <a:pt x="99" y="105"/>
                  </a:lnTo>
                  <a:lnTo>
                    <a:pt x="117" y="81"/>
                  </a:lnTo>
                  <a:lnTo>
                    <a:pt x="137" y="61"/>
                  </a:lnTo>
                  <a:lnTo>
                    <a:pt x="157" y="43"/>
                  </a:lnTo>
                  <a:lnTo>
                    <a:pt x="178" y="30"/>
                  </a:lnTo>
                  <a:lnTo>
                    <a:pt x="201" y="20"/>
                  </a:lnTo>
                  <a:lnTo>
                    <a:pt x="223" y="14"/>
                  </a:lnTo>
                  <a:lnTo>
                    <a:pt x="246" y="12"/>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5889" name="Freeform 77"/>
            <p:cNvSpPr>
              <a:spLocks/>
            </p:cNvSpPr>
            <p:nvPr/>
          </p:nvSpPr>
          <p:spPr bwMode="auto">
            <a:xfrm>
              <a:off x="1565" y="2016"/>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0" y="339"/>
                  </a:lnTo>
                  <a:lnTo>
                    <a:pt x="234" y="299"/>
                  </a:lnTo>
                  <a:lnTo>
                    <a:pt x="226" y="261"/>
                  </a:lnTo>
                  <a:lnTo>
                    <a:pt x="216" y="223"/>
                  </a:lnTo>
                  <a:lnTo>
                    <a:pt x="204" y="189"/>
                  </a:lnTo>
                  <a:lnTo>
                    <a:pt x="190" y="156"/>
                  </a:lnTo>
                  <a:lnTo>
                    <a:pt x="174" y="125"/>
                  </a:lnTo>
                  <a:lnTo>
                    <a:pt x="156" y="98"/>
                  </a:lnTo>
                  <a:lnTo>
                    <a:pt x="138" y="74"/>
                  </a:lnTo>
                  <a:lnTo>
                    <a:pt x="118" y="51"/>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9" y="81"/>
                  </a:lnTo>
                  <a:lnTo>
                    <a:pt x="147" y="105"/>
                  </a:lnTo>
                  <a:lnTo>
                    <a:pt x="164" y="132"/>
                  </a:lnTo>
                  <a:lnTo>
                    <a:pt x="178" y="160"/>
                  </a:lnTo>
                  <a:lnTo>
                    <a:pt x="192" y="193"/>
                  </a:lnTo>
                  <a:lnTo>
                    <a:pt x="204" y="227"/>
                  </a:lnTo>
                  <a:lnTo>
                    <a:pt x="215" y="264"/>
                  </a:lnTo>
                  <a:lnTo>
                    <a:pt x="223" y="301"/>
                  </a:lnTo>
                  <a:lnTo>
                    <a:pt x="229"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5890" name="Freeform 78"/>
            <p:cNvSpPr>
              <a:spLocks/>
            </p:cNvSpPr>
            <p:nvPr/>
          </p:nvSpPr>
          <p:spPr bwMode="auto">
            <a:xfrm>
              <a:off x="1565" y="2101"/>
              <a:ext cx="49" cy="85"/>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6" y="423"/>
                  </a:lnTo>
                  <a:lnTo>
                    <a:pt x="51" y="418"/>
                  </a:lnTo>
                  <a:lnTo>
                    <a:pt x="74" y="407"/>
                  </a:lnTo>
                  <a:lnTo>
                    <a:pt x="96" y="392"/>
                  </a:lnTo>
                  <a:lnTo>
                    <a:pt x="118" y="373"/>
                  </a:lnTo>
                  <a:lnTo>
                    <a:pt x="138" y="351"/>
                  </a:lnTo>
                  <a:lnTo>
                    <a:pt x="156" y="327"/>
                  </a:lnTo>
                  <a:lnTo>
                    <a:pt x="175" y="299"/>
                  </a:lnTo>
                  <a:lnTo>
                    <a:pt x="190" y="269"/>
                  </a:lnTo>
                  <a:lnTo>
                    <a:pt x="204" y="236"/>
                  </a:lnTo>
                  <a:lnTo>
                    <a:pt x="216" y="202"/>
                  </a:lnTo>
                  <a:lnTo>
                    <a:pt x="226" y="164"/>
                  </a:lnTo>
                  <a:lnTo>
                    <a:pt x="234" y="126"/>
                  </a:lnTo>
                  <a:lnTo>
                    <a:pt x="240" y="86"/>
                  </a:lnTo>
                  <a:lnTo>
                    <a:pt x="244" y="42"/>
                  </a:lnTo>
                  <a:lnTo>
                    <a:pt x="245" y="0"/>
                  </a:lnTo>
                  <a:lnTo>
                    <a:pt x="233" y="0"/>
                  </a:lnTo>
                  <a:lnTo>
                    <a:pt x="232" y="42"/>
                  </a:lnTo>
                  <a:lnTo>
                    <a:pt x="229" y="83"/>
                  </a:lnTo>
                  <a:lnTo>
                    <a:pt x="223" y="123"/>
                  </a:lnTo>
                  <a:lnTo>
                    <a:pt x="215" y="162"/>
                  </a:lnTo>
                  <a:lnTo>
                    <a:pt x="204" y="197"/>
                  </a:lnTo>
                  <a:lnTo>
                    <a:pt x="192" y="231"/>
                  </a:lnTo>
                  <a:lnTo>
                    <a:pt x="178" y="264"/>
                  </a:lnTo>
                  <a:lnTo>
                    <a:pt x="163" y="292"/>
                  </a:lnTo>
                  <a:lnTo>
                    <a:pt x="147" y="320"/>
                  </a:lnTo>
                  <a:lnTo>
                    <a:pt x="129" y="344"/>
                  </a:lnTo>
                  <a:lnTo>
                    <a:pt x="109" y="364"/>
                  </a:lnTo>
                  <a:lnTo>
                    <a:pt x="89" y="382"/>
                  </a:lnTo>
                  <a:lnTo>
                    <a:pt x="67" y="395"/>
                  </a:lnTo>
                  <a:lnTo>
                    <a:pt x="46" y="406"/>
                  </a:lnTo>
                  <a:lnTo>
                    <a:pt x="24"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5891" name="Freeform 79"/>
            <p:cNvSpPr>
              <a:spLocks/>
            </p:cNvSpPr>
            <p:nvPr/>
          </p:nvSpPr>
          <p:spPr bwMode="auto">
            <a:xfrm>
              <a:off x="1516" y="2101"/>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5" y="86"/>
                  </a:lnTo>
                  <a:lnTo>
                    <a:pt x="11" y="126"/>
                  </a:lnTo>
                  <a:lnTo>
                    <a:pt x="19" y="164"/>
                  </a:lnTo>
                  <a:lnTo>
                    <a:pt x="30" y="202"/>
                  </a:lnTo>
                  <a:lnTo>
                    <a:pt x="41" y="236"/>
                  </a:lnTo>
                  <a:lnTo>
                    <a:pt x="55" y="269"/>
                  </a:lnTo>
                  <a:lnTo>
                    <a:pt x="71" y="299"/>
                  </a:lnTo>
                  <a:lnTo>
                    <a:pt x="89" y="327"/>
                  </a:lnTo>
                  <a:lnTo>
                    <a:pt x="107" y="351"/>
                  </a:lnTo>
                  <a:lnTo>
                    <a:pt x="127" y="373"/>
                  </a:lnTo>
                  <a:lnTo>
                    <a:pt x="149" y="392"/>
                  </a:lnTo>
                  <a:lnTo>
                    <a:pt x="171" y="407"/>
                  </a:lnTo>
                  <a:lnTo>
                    <a:pt x="195" y="418"/>
                  </a:lnTo>
                  <a:lnTo>
                    <a:pt x="219" y="423"/>
                  </a:lnTo>
                  <a:lnTo>
                    <a:pt x="245" y="426"/>
                  </a:lnTo>
                  <a:lnTo>
                    <a:pt x="245" y="414"/>
                  </a:lnTo>
                  <a:lnTo>
                    <a:pt x="222" y="412"/>
                  </a:lnTo>
                  <a:lnTo>
                    <a:pt x="199" y="406"/>
                  </a:lnTo>
                  <a:lnTo>
                    <a:pt x="178" y="395"/>
                  </a:lnTo>
                  <a:lnTo>
                    <a:pt x="156" y="382"/>
                  </a:lnTo>
                  <a:lnTo>
                    <a:pt x="136" y="364"/>
                  </a:lnTo>
                  <a:lnTo>
                    <a:pt x="116" y="344"/>
                  </a:lnTo>
                  <a:lnTo>
                    <a:pt x="99" y="320"/>
                  </a:lnTo>
                  <a:lnTo>
                    <a:pt x="82" y="292"/>
                  </a:lnTo>
                  <a:lnTo>
                    <a:pt x="67" y="264"/>
                  </a:lnTo>
                  <a:lnTo>
                    <a:pt x="53" y="231"/>
                  </a:lnTo>
                  <a:lnTo>
                    <a:pt x="41" y="197"/>
                  </a:lnTo>
                  <a:lnTo>
                    <a:pt x="31" y="162"/>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5892" name="Freeform 80"/>
            <p:cNvSpPr>
              <a:spLocks/>
            </p:cNvSpPr>
            <p:nvPr/>
          </p:nvSpPr>
          <p:spPr bwMode="auto">
            <a:xfrm>
              <a:off x="1516" y="2016"/>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5" y="8"/>
                  </a:lnTo>
                  <a:lnTo>
                    <a:pt x="171" y="19"/>
                  </a:lnTo>
                  <a:lnTo>
                    <a:pt x="149" y="34"/>
                  </a:lnTo>
                  <a:lnTo>
                    <a:pt x="127" y="51"/>
                  </a:lnTo>
                  <a:lnTo>
                    <a:pt x="107" y="74"/>
                  </a:lnTo>
                  <a:lnTo>
                    <a:pt x="89" y="98"/>
                  </a:lnTo>
                  <a:lnTo>
                    <a:pt x="72" y="125"/>
                  </a:lnTo>
                  <a:lnTo>
                    <a:pt x="55" y="156"/>
                  </a:lnTo>
                  <a:lnTo>
                    <a:pt x="41" y="189"/>
                  </a:lnTo>
                  <a:lnTo>
                    <a:pt x="30" y="223"/>
                  </a:lnTo>
                  <a:lnTo>
                    <a:pt x="19" y="261"/>
                  </a:lnTo>
                  <a:lnTo>
                    <a:pt x="11" y="299"/>
                  </a:lnTo>
                  <a:lnTo>
                    <a:pt x="5" y="339"/>
                  </a:lnTo>
                  <a:lnTo>
                    <a:pt x="1" y="382"/>
                  </a:lnTo>
                  <a:lnTo>
                    <a:pt x="0" y="424"/>
                  </a:lnTo>
                  <a:lnTo>
                    <a:pt x="12" y="424"/>
                  </a:lnTo>
                  <a:lnTo>
                    <a:pt x="13" y="382"/>
                  </a:lnTo>
                  <a:lnTo>
                    <a:pt x="17" y="341"/>
                  </a:lnTo>
                  <a:lnTo>
                    <a:pt x="23" y="301"/>
                  </a:lnTo>
                  <a:lnTo>
                    <a:pt x="31" y="264"/>
                  </a:lnTo>
                  <a:lnTo>
                    <a:pt x="41" y="227"/>
                  </a:lnTo>
                  <a:lnTo>
                    <a:pt x="53" y="193"/>
                  </a:lnTo>
                  <a:lnTo>
                    <a:pt x="67" y="160"/>
                  </a:lnTo>
                  <a:lnTo>
                    <a:pt x="81" y="132"/>
                  </a:lnTo>
                  <a:lnTo>
                    <a:pt x="99" y="105"/>
                  </a:lnTo>
                  <a:lnTo>
                    <a:pt x="116" y="81"/>
                  </a:lnTo>
                  <a:lnTo>
                    <a:pt x="136" y="61"/>
                  </a:lnTo>
                  <a:lnTo>
                    <a:pt x="156" y="43"/>
                  </a:lnTo>
                  <a:lnTo>
                    <a:pt x="178" y="30"/>
                  </a:lnTo>
                  <a:lnTo>
                    <a:pt x="199" y="20"/>
                  </a:lnTo>
                  <a:lnTo>
                    <a:pt x="222"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grpSp>
        <p:nvGrpSpPr>
          <p:cNvPr id="205834" name="Group 81"/>
          <p:cNvGrpSpPr>
            <a:grpSpLocks/>
          </p:cNvGrpSpPr>
          <p:nvPr/>
        </p:nvGrpSpPr>
        <p:grpSpPr bwMode="auto">
          <a:xfrm rot="-223274">
            <a:off x="1895475" y="2820988"/>
            <a:ext cx="744538" cy="733425"/>
            <a:chOff x="2757" y="1666"/>
            <a:chExt cx="812" cy="800"/>
          </a:xfrm>
        </p:grpSpPr>
        <p:sp>
          <p:nvSpPr>
            <p:cNvPr id="205836" name="Freeform 82"/>
            <p:cNvSpPr>
              <a:spLocks/>
            </p:cNvSpPr>
            <p:nvPr/>
          </p:nvSpPr>
          <p:spPr bwMode="auto">
            <a:xfrm>
              <a:off x="2762" y="1667"/>
              <a:ext cx="807" cy="584"/>
            </a:xfrm>
            <a:custGeom>
              <a:avLst/>
              <a:gdLst>
                <a:gd name="T0" fmla="*/ 497 w 807"/>
                <a:gd name="T1" fmla="*/ 583 h 584"/>
                <a:gd name="T2" fmla="*/ 0 w 807"/>
                <a:gd name="T3" fmla="*/ 452 h 584"/>
                <a:gd name="T4" fmla="*/ 337 w 807"/>
                <a:gd name="T5" fmla="*/ 0 h 584"/>
                <a:gd name="T6" fmla="*/ 806 w 807"/>
                <a:gd name="T7" fmla="*/ 98 h 584"/>
                <a:gd name="T8" fmla="*/ 497 w 807"/>
                <a:gd name="T9" fmla="*/ 583 h 584"/>
                <a:gd name="T10" fmla="*/ 0 60000 65536"/>
                <a:gd name="T11" fmla="*/ 0 60000 65536"/>
                <a:gd name="T12" fmla="*/ 0 60000 65536"/>
                <a:gd name="T13" fmla="*/ 0 60000 65536"/>
                <a:gd name="T14" fmla="*/ 0 60000 65536"/>
                <a:gd name="T15" fmla="*/ 0 w 807"/>
                <a:gd name="T16" fmla="*/ 0 h 584"/>
                <a:gd name="T17" fmla="*/ 807 w 807"/>
                <a:gd name="T18" fmla="*/ 584 h 584"/>
              </a:gdLst>
              <a:ahLst/>
              <a:cxnLst>
                <a:cxn ang="T10">
                  <a:pos x="T0" y="T1"/>
                </a:cxn>
                <a:cxn ang="T11">
                  <a:pos x="T2" y="T3"/>
                </a:cxn>
                <a:cxn ang="T12">
                  <a:pos x="T4" y="T5"/>
                </a:cxn>
                <a:cxn ang="T13">
                  <a:pos x="T6" y="T7"/>
                </a:cxn>
                <a:cxn ang="T14">
                  <a:pos x="T8" y="T9"/>
                </a:cxn>
              </a:cxnLst>
              <a:rect l="T15" t="T16" r="T17" b="T18"/>
              <a:pathLst>
                <a:path w="807" h="584">
                  <a:moveTo>
                    <a:pt x="497" y="583"/>
                  </a:moveTo>
                  <a:lnTo>
                    <a:pt x="0" y="452"/>
                  </a:lnTo>
                  <a:lnTo>
                    <a:pt x="337" y="0"/>
                  </a:lnTo>
                  <a:lnTo>
                    <a:pt x="806" y="98"/>
                  </a:lnTo>
                  <a:lnTo>
                    <a:pt x="497" y="583"/>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205837" name="Freeform 83"/>
            <p:cNvSpPr>
              <a:spLocks/>
            </p:cNvSpPr>
            <p:nvPr/>
          </p:nvSpPr>
          <p:spPr bwMode="auto">
            <a:xfrm>
              <a:off x="2882" y="1861"/>
              <a:ext cx="578" cy="384"/>
            </a:xfrm>
            <a:custGeom>
              <a:avLst/>
              <a:gdLst>
                <a:gd name="T0" fmla="*/ 377 w 578"/>
                <a:gd name="T1" fmla="*/ 383 h 384"/>
                <a:gd name="T2" fmla="*/ 0 w 578"/>
                <a:gd name="T3" fmla="*/ 291 h 384"/>
                <a:gd name="T4" fmla="*/ 217 w 578"/>
                <a:gd name="T5" fmla="*/ 0 h 384"/>
                <a:gd name="T6" fmla="*/ 577 w 578"/>
                <a:gd name="T7" fmla="*/ 74 h 384"/>
                <a:gd name="T8" fmla="*/ 377 w 578"/>
                <a:gd name="T9" fmla="*/ 383 h 384"/>
                <a:gd name="T10" fmla="*/ 0 60000 65536"/>
                <a:gd name="T11" fmla="*/ 0 60000 65536"/>
                <a:gd name="T12" fmla="*/ 0 60000 65536"/>
                <a:gd name="T13" fmla="*/ 0 60000 65536"/>
                <a:gd name="T14" fmla="*/ 0 60000 65536"/>
                <a:gd name="T15" fmla="*/ 0 w 578"/>
                <a:gd name="T16" fmla="*/ 0 h 384"/>
                <a:gd name="T17" fmla="*/ 578 w 578"/>
                <a:gd name="T18" fmla="*/ 384 h 384"/>
              </a:gdLst>
              <a:ahLst/>
              <a:cxnLst>
                <a:cxn ang="T10">
                  <a:pos x="T0" y="T1"/>
                </a:cxn>
                <a:cxn ang="T11">
                  <a:pos x="T2" y="T3"/>
                </a:cxn>
                <a:cxn ang="T12">
                  <a:pos x="T4" y="T5"/>
                </a:cxn>
                <a:cxn ang="T13">
                  <a:pos x="T6" y="T7"/>
                </a:cxn>
                <a:cxn ang="T14">
                  <a:pos x="T8" y="T9"/>
                </a:cxn>
              </a:cxnLst>
              <a:rect l="T15" t="T16" r="T17" b="T18"/>
              <a:pathLst>
                <a:path w="578" h="384">
                  <a:moveTo>
                    <a:pt x="377" y="383"/>
                  </a:moveTo>
                  <a:lnTo>
                    <a:pt x="0" y="291"/>
                  </a:lnTo>
                  <a:lnTo>
                    <a:pt x="217" y="0"/>
                  </a:lnTo>
                  <a:lnTo>
                    <a:pt x="577" y="74"/>
                  </a:lnTo>
                  <a:lnTo>
                    <a:pt x="377" y="383"/>
                  </a:lnTo>
                </a:path>
              </a:pathLst>
            </a:custGeom>
            <a:solidFill>
              <a:srgbClr val="E22B00"/>
            </a:solidFill>
            <a:ln>
              <a:noFill/>
            </a:ln>
            <a:extLst>
              <a:ext uri="{91240B29-F687-4F45-9708-019B960494DF}">
                <a14:hiddenLine xmlns:a14="http://schemas.microsoft.com/office/drawing/2010/main" w="12700" cap="rnd" cmpd="sng">
                  <a:solidFill>
                    <a:srgbClr val="000000"/>
                  </a:solidFill>
                  <a:prstDash val="solid"/>
                  <a:round/>
                  <a:headEnd type="none" w="med" len="med"/>
                  <a:tailEnd type="none" w="med" len="med"/>
                </a14:hiddenLine>
              </a:ext>
            </a:extLst>
          </p:spPr>
          <p:txBody>
            <a:bodyPr/>
            <a:lstStyle/>
            <a:p>
              <a:endParaRPr lang="fr-FR"/>
            </a:p>
          </p:txBody>
        </p:sp>
        <p:sp>
          <p:nvSpPr>
            <p:cNvPr id="205838" name="Line 84"/>
            <p:cNvSpPr>
              <a:spLocks noChangeShapeType="1"/>
            </p:cNvSpPr>
            <p:nvPr/>
          </p:nvSpPr>
          <p:spPr bwMode="auto">
            <a:xfrm>
              <a:off x="3102" y="1862"/>
              <a:ext cx="352" cy="7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fr-FR"/>
            </a:p>
          </p:txBody>
        </p:sp>
        <p:sp>
          <p:nvSpPr>
            <p:cNvPr id="205839" name="Freeform 85"/>
            <p:cNvSpPr>
              <a:spLocks/>
            </p:cNvSpPr>
            <p:nvPr/>
          </p:nvSpPr>
          <p:spPr bwMode="auto">
            <a:xfrm>
              <a:off x="2762" y="1666"/>
              <a:ext cx="337" cy="485"/>
            </a:xfrm>
            <a:custGeom>
              <a:avLst/>
              <a:gdLst>
                <a:gd name="T0" fmla="*/ 336 w 337"/>
                <a:gd name="T1" fmla="*/ 194 h 485"/>
                <a:gd name="T2" fmla="*/ 118 w 337"/>
                <a:gd name="T3" fmla="*/ 484 h 485"/>
                <a:gd name="T4" fmla="*/ 0 w 337"/>
                <a:gd name="T5" fmla="*/ 452 h 485"/>
                <a:gd name="T6" fmla="*/ 336 w 337"/>
                <a:gd name="T7" fmla="*/ 0 h 485"/>
                <a:gd name="T8" fmla="*/ 336 w 337"/>
                <a:gd name="T9" fmla="*/ 152 h 485"/>
                <a:gd name="T10" fmla="*/ 336 w 337"/>
                <a:gd name="T11" fmla="*/ 194 h 485"/>
                <a:gd name="T12" fmla="*/ 0 60000 65536"/>
                <a:gd name="T13" fmla="*/ 0 60000 65536"/>
                <a:gd name="T14" fmla="*/ 0 60000 65536"/>
                <a:gd name="T15" fmla="*/ 0 60000 65536"/>
                <a:gd name="T16" fmla="*/ 0 60000 65536"/>
                <a:gd name="T17" fmla="*/ 0 60000 65536"/>
                <a:gd name="T18" fmla="*/ 0 w 337"/>
                <a:gd name="T19" fmla="*/ 0 h 485"/>
                <a:gd name="T20" fmla="*/ 337 w 337"/>
                <a:gd name="T21" fmla="*/ 485 h 485"/>
              </a:gdLst>
              <a:ahLst/>
              <a:cxnLst>
                <a:cxn ang="T12">
                  <a:pos x="T0" y="T1"/>
                </a:cxn>
                <a:cxn ang="T13">
                  <a:pos x="T2" y="T3"/>
                </a:cxn>
                <a:cxn ang="T14">
                  <a:pos x="T4" y="T5"/>
                </a:cxn>
                <a:cxn ang="T15">
                  <a:pos x="T6" y="T7"/>
                </a:cxn>
                <a:cxn ang="T16">
                  <a:pos x="T8" y="T9"/>
                </a:cxn>
                <a:cxn ang="T17">
                  <a:pos x="T10" y="T11"/>
                </a:cxn>
              </a:cxnLst>
              <a:rect l="T18" t="T19" r="T20" b="T21"/>
              <a:pathLst>
                <a:path w="337" h="485">
                  <a:moveTo>
                    <a:pt x="336" y="194"/>
                  </a:moveTo>
                  <a:lnTo>
                    <a:pt x="118" y="484"/>
                  </a:lnTo>
                  <a:lnTo>
                    <a:pt x="0" y="452"/>
                  </a:lnTo>
                  <a:lnTo>
                    <a:pt x="336" y="0"/>
                  </a:lnTo>
                  <a:lnTo>
                    <a:pt x="336" y="152"/>
                  </a:lnTo>
                  <a:lnTo>
                    <a:pt x="336" y="194"/>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205840" name="Freeform 86"/>
            <p:cNvSpPr>
              <a:spLocks/>
            </p:cNvSpPr>
            <p:nvPr/>
          </p:nvSpPr>
          <p:spPr bwMode="auto">
            <a:xfrm>
              <a:off x="2757" y="2124"/>
              <a:ext cx="509" cy="339"/>
            </a:xfrm>
            <a:custGeom>
              <a:avLst/>
              <a:gdLst>
                <a:gd name="T0" fmla="*/ 0 w 506"/>
                <a:gd name="T1" fmla="*/ 0 h 345"/>
                <a:gd name="T2" fmla="*/ 1 w 506"/>
                <a:gd name="T3" fmla="*/ 198 h 345"/>
                <a:gd name="T4" fmla="*/ 514 w 506"/>
                <a:gd name="T5" fmla="*/ 326 h 345"/>
                <a:gd name="T6" fmla="*/ 513 w 506"/>
                <a:gd name="T7" fmla="*/ 124 h 345"/>
                <a:gd name="T8" fmla="*/ 0 60000 65536"/>
                <a:gd name="T9" fmla="*/ 0 60000 65536"/>
                <a:gd name="T10" fmla="*/ 0 60000 65536"/>
                <a:gd name="T11" fmla="*/ 0 60000 65536"/>
                <a:gd name="T12" fmla="*/ 0 w 506"/>
                <a:gd name="T13" fmla="*/ 0 h 345"/>
                <a:gd name="T14" fmla="*/ 506 w 506"/>
                <a:gd name="T15" fmla="*/ 345 h 345"/>
              </a:gdLst>
              <a:ahLst/>
              <a:cxnLst>
                <a:cxn ang="T8">
                  <a:pos x="T0" y="T1"/>
                </a:cxn>
                <a:cxn ang="T9">
                  <a:pos x="T2" y="T3"/>
                </a:cxn>
                <a:cxn ang="T10">
                  <a:pos x="T4" y="T5"/>
                </a:cxn>
                <a:cxn ang="T11">
                  <a:pos x="T6" y="T7"/>
                </a:cxn>
              </a:cxnLst>
              <a:rect l="T12" t="T13" r="T14" b="T15"/>
              <a:pathLst>
                <a:path w="506" h="345">
                  <a:moveTo>
                    <a:pt x="0" y="0"/>
                  </a:moveTo>
                  <a:lnTo>
                    <a:pt x="1" y="209"/>
                  </a:lnTo>
                  <a:lnTo>
                    <a:pt x="505" y="344"/>
                  </a:lnTo>
                  <a:lnTo>
                    <a:pt x="504" y="130"/>
                  </a:lnTo>
                </a:path>
              </a:pathLst>
            </a:custGeom>
            <a:solidFill>
              <a:srgbClr val="FC2C1C"/>
            </a:solidFill>
            <a:ln w="12700" cap="rnd" cmpd="sng">
              <a:solidFill>
                <a:schemeClr val="bg2"/>
              </a:solidFill>
              <a:prstDash val="solid"/>
              <a:round/>
              <a:headEnd type="none" w="med" len="med"/>
              <a:tailEnd type="none" w="med" len="med"/>
            </a:ln>
          </p:spPr>
          <p:txBody>
            <a:bodyPr/>
            <a:lstStyle/>
            <a:p>
              <a:endParaRPr lang="fr-FR"/>
            </a:p>
          </p:txBody>
        </p:sp>
        <p:sp>
          <p:nvSpPr>
            <p:cNvPr id="205841" name="AutoShape 87"/>
            <p:cNvSpPr>
              <a:spLocks noChangeArrowheads="1"/>
            </p:cNvSpPr>
            <p:nvPr/>
          </p:nvSpPr>
          <p:spPr bwMode="auto">
            <a:xfrm rot="16200000" flipH="1">
              <a:off x="3067" y="1967"/>
              <a:ext cx="693" cy="306"/>
            </a:xfrm>
            <a:prstGeom prst="parallelogram">
              <a:avLst>
                <a:gd name="adj" fmla="val 156202"/>
              </a:avLst>
            </a:prstGeom>
            <a:solidFill>
              <a:srgbClr val="FC2C1C"/>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sp>
        <p:nvSpPr>
          <p:cNvPr id="205835" name="Text Box 117"/>
          <p:cNvSpPr txBox="1">
            <a:spLocks noChangeArrowheads="1"/>
          </p:cNvSpPr>
          <p:nvPr/>
        </p:nvSpPr>
        <p:spPr bwMode="auto">
          <a:xfrm>
            <a:off x="604838" y="5364163"/>
            <a:ext cx="6543675" cy="4429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eaLnBrk="1" hangingPunct="1">
              <a:spcBef>
                <a:spcPct val="0"/>
              </a:spcBef>
              <a:buFontTx/>
              <a:buNone/>
            </a:pPr>
            <a:r>
              <a:rPr lang="fr-FR" altLang="fr-FR" sz="2300"/>
              <a:t>4. Pointez la production sur votre feuille de suivi</a:t>
            </a:r>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06851" name="Group 3"/>
          <p:cNvGrpSpPr>
            <a:grpSpLocks/>
          </p:cNvGrpSpPr>
          <p:nvPr/>
        </p:nvGrpSpPr>
        <p:grpSpPr bwMode="auto">
          <a:xfrm>
            <a:off x="7073900" y="215900"/>
            <a:ext cx="1878013" cy="1250950"/>
            <a:chOff x="4456" y="136"/>
            <a:chExt cx="1183" cy="788"/>
          </a:xfrm>
        </p:grpSpPr>
        <p:grpSp>
          <p:nvGrpSpPr>
            <p:cNvPr id="206917" name="Group 4"/>
            <p:cNvGrpSpPr>
              <a:grpSpLocks/>
            </p:cNvGrpSpPr>
            <p:nvPr/>
          </p:nvGrpSpPr>
          <p:grpSpPr bwMode="auto">
            <a:xfrm>
              <a:off x="4766" y="232"/>
              <a:ext cx="873" cy="692"/>
              <a:chOff x="2185" y="310"/>
              <a:chExt cx="873" cy="692"/>
            </a:xfrm>
          </p:grpSpPr>
          <p:sp>
            <p:nvSpPr>
              <p:cNvPr id="206928" name="Freeform 5"/>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accent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6929" name="Freeform 6"/>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6930" name="Freeform 7"/>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6931" name="Freeform 8"/>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6932" name="Freeform 9"/>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6933" name="Freeform 10"/>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6934" name="Freeform 11"/>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grpSp>
          <p:nvGrpSpPr>
            <p:cNvPr id="206918" name="Group 12"/>
            <p:cNvGrpSpPr>
              <a:grpSpLocks/>
            </p:cNvGrpSpPr>
            <p:nvPr/>
          </p:nvGrpSpPr>
          <p:grpSpPr bwMode="auto">
            <a:xfrm>
              <a:off x="4949" y="336"/>
              <a:ext cx="591" cy="468"/>
              <a:chOff x="2185" y="310"/>
              <a:chExt cx="873" cy="692"/>
            </a:xfrm>
          </p:grpSpPr>
          <p:sp>
            <p:nvSpPr>
              <p:cNvPr id="206921" name="Freeform 13"/>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6922" name="Freeform 14"/>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6923" name="Freeform 15"/>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6924" name="Freeform 16"/>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6925" name="Freeform 17"/>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6926" name="Freeform 18"/>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6927" name="Freeform 19"/>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pic>
          <p:nvPicPr>
            <p:cNvPr id="206919" name="Picture 20"/>
            <p:cNvPicPr>
              <a:picLocks noChangeAspect="1" noChangeArrowheads="1"/>
            </p:cNvPicPr>
            <p:nvPr/>
          </p:nvPicPr>
          <p:blipFill>
            <a:blip r:embed="rId3" cstate="print">
              <a:extLst>
                <a:ext uri="{28A0092B-C50C-407E-A947-70E740481C1C}">
                  <a14:useLocalDpi xmlns:a14="http://schemas.microsoft.com/office/drawing/2010/main" val="0"/>
                </a:ext>
              </a:extLst>
            </a:blip>
            <a:srcRect l="-4282" t="-4369" r="-5199" b="-12012"/>
            <a:stretch>
              <a:fillRect/>
            </a:stretch>
          </p:blipFill>
          <p:spPr bwMode="auto">
            <a:xfrm>
              <a:off x="4456" y="136"/>
              <a:ext cx="480" cy="5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06920" name="Text Box 21"/>
            <p:cNvSpPr txBox="1">
              <a:spLocks noChangeArrowheads="1"/>
            </p:cNvSpPr>
            <p:nvPr/>
          </p:nvSpPr>
          <p:spPr bwMode="auto">
            <a:xfrm>
              <a:off x="4946" y="314"/>
              <a:ext cx="596" cy="49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4500" b="1">
                  <a:solidFill>
                    <a:srgbClr val="FF0000"/>
                  </a:solidFill>
                  <a:latin typeface="Arial Black" pitchFamily="34" charset="0"/>
                </a:rPr>
                <a:t>26</a:t>
              </a:r>
              <a:endParaRPr lang="fr-FR" altLang="fr-FR" sz="3200">
                <a:solidFill>
                  <a:schemeClr val="tx1"/>
                </a:solidFill>
                <a:latin typeface="Arial Black" pitchFamily="34" charset="0"/>
              </a:endParaRPr>
            </a:p>
          </p:txBody>
        </p:sp>
      </p:grpSp>
      <p:sp>
        <p:nvSpPr>
          <p:cNvPr id="206852" name="Text Box 22"/>
          <p:cNvSpPr txBox="1">
            <a:spLocks noChangeArrowheads="1"/>
          </p:cNvSpPr>
          <p:nvPr/>
        </p:nvSpPr>
        <p:spPr bwMode="auto">
          <a:xfrm>
            <a:off x="1770063" y="3638550"/>
            <a:ext cx="828675"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a:spcBef>
                <a:spcPct val="0"/>
              </a:spcBef>
              <a:buFontTx/>
              <a:buNone/>
            </a:pPr>
            <a:r>
              <a:rPr lang="fr-FR" altLang="fr-FR" sz="2400">
                <a:solidFill>
                  <a:srgbClr val="FC2C1C"/>
                </a:solidFill>
              </a:rPr>
              <a:t>1 R5</a:t>
            </a:r>
          </a:p>
        </p:txBody>
      </p:sp>
      <p:sp>
        <p:nvSpPr>
          <p:cNvPr id="206853" name="Rectangle 23"/>
          <p:cNvSpPr>
            <a:spLocks noGrp="1" noChangeArrowheads="1"/>
          </p:cNvSpPr>
          <p:nvPr>
            <p:ph type="title"/>
          </p:nvPr>
        </p:nvSpPr>
        <p:spPr>
          <a:xfrm>
            <a:off x="1381125" y="0"/>
            <a:ext cx="5516563" cy="647700"/>
          </a:xfrm>
        </p:spPr>
        <p:txBody>
          <a:bodyPr/>
          <a:lstStyle/>
          <a:p>
            <a:pPr eaLnBrk="1" hangingPunct="1"/>
            <a:r>
              <a:rPr lang="fr-FR" altLang="fr-FR"/>
              <a:t>Sem. 4 - Jeudi</a:t>
            </a:r>
          </a:p>
        </p:txBody>
      </p:sp>
      <p:sp>
        <p:nvSpPr>
          <p:cNvPr id="206854" name="Text Box 24"/>
          <p:cNvSpPr txBox="1">
            <a:spLocks noChangeArrowheads="1"/>
          </p:cNvSpPr>
          <p:nvPr/>
        </p:nvSpPr>
        <p:spPr bwMode="auto">
          <a:xfrm>
            <a:off x="574675" y="2030413"/>
            <a:ext cx="3557588"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2. Livrez les commandes</a:t>
            </a:r>
          </a:p>
        </p:txBody>
      </p:sp>
      <p:sp>
        <p:nvSpPr>
          <p:cNvPr id="206855" name="Text Box 25"/>
          <p:cNvSpPr txBox="1">
            <a:spLocks noChangeArrowheads="1"/>
          </p:cNvSpPr>
          <p:nvPr/>
        </p:nvSpPr>
        <p:spPr bwMode="auto">
          <a:xfrm>
            <a:off x="566738" y="1154113"/>
            <a:ext cx="1946275"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1. Tirez le dé</a:t>
            </a:r>
          </a:p>
        </p:txBody>
      </p:sp>
      <p:sp>
        <p:nvSpPr>
          <p:cNvPr id="206856" name="Text Box 26"/>
          <p:cNvSpPr txBox="1">
            <a:spLocks noChangeArrowheads="1"/>
          </p:cNvSpPr>
          <p:nvPr/>
        </p:nvSpPr>
        <p:spPr bwMode="auto">
          <a:xfrm>
            <a:off x="579438" y="4316413"/>
            <a:ext cx="18796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3. Produisez</a:t>
            </a:r>
          </a:p>
        </p:txBody>
      </p:sp>
      <p:grpSp>
        <p:nvGrpSpPr>
          <p:cNvPr id="206857" name="Group 27"/>
          <p:cNvGrpSpPr>
            <a:grpSpLocks/>
          </p:cNvGrpSpPr>
          <p:nvPr/>
        </p:nvGrpSpPr>
        <p:grpSpPr bwMode="auto">
          <a:xfrm>
            <a:off x="2843213" y="1106488"/>
            <a:ext cx="446087" cy="534987"/>
            <a:chOff x="868" y="1439"/>
            <a:chExt cx="811" cy="972"/>
          </a:xfrm>
        </p:grpSpPr>
        <p:sp>
          <p:nvSpPr>
            <p:cNvPr id="206866" name="Freeform 28"/>
            <p:cNvSpPr>
              <a:spLocks/>
            </p:cNvSpPr>
            <p:nvPr/>
          </p:nvSpPr>
          <p:spPr bwMode="auto">
            <a:xfrm>
              <a:off x="1548" y="2014"/>
              <a:ext cx="123" cy="100"/>
            </a:xfrm>
            <a:custGeom>
              <a:avLst/>
              <a:gdLst>
                <a:gd name="T0" fmla="*/ 5 w 618"/>
                <a:gd name="T1" fmla="*/ 0 h 502"/>
                <a:gd name="T2" fmla="*/ 5 w 618"/>
                <a:gd name="T3" fmla="*/ 0 h 502"/>
                <a:gd name="T4" fmla="*/ 0 w 618"/>
                <a:gd name="T5" fmla="*/ 4 h 502"/>
                <a:gd name="T6" fmla="*/ 0 w 618"/>
                <a:gd name="T7" fmla="*/ 4 h 502"/>
                <a:gd name="T8" fmla="*/ 5 w 618"/>
                <a:gd name="T9" fmla="*/ 0 h 502"/>
                <a:gd name="T10" fmla="*/ 5 w 618"/>
                <a:gd name="T11" fmla="*/ 0 h 502"/>
                <a:gd name="T12" fmla="*/ 5 w 618"/>
                <a:gd name="T13" fmla="*/ 0 h 502"/>
                <a:gd name="T14" fmla="*/ 5 w 618"/>
                <a:gd name="T15" fmla="*/ 0 h 502"/>
                <a:gd name="T16" fmla="*/ 5 w 618"/>
                <a:gd name="T17" fmla="*/ 0 h 502"/>
                <a:gd name="T18" fmla="*/ 5 w 618"/>
                <a:gd name="T19" fmla="*/ 0 h 502"/>
                <a:gd name="T20" fmla="*/ 5 w 618"/>
                <a:gd name="T21" fmla="*/ 0 h 502"/>
                <a:gd name="T22" fmla="*/ 5 w 618"/>
                <a:gd name="T23" fmla="*/ 0 h 502"/>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618"/>
                <a:gd name="T37" fmla="*/ 0 h 502"/>
                <a:gd name="T38" fmla="*/ 618 w 618"/>
                <a:gd name="T39" fmla="*/ 502 h 502"/>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618" h="502">
                  <a:moveTo>
                    <a:pt x="611" y="0"/>
                  </a:moveTo>
                  <a:lnTo>
                    <a:pt x="606" y="2"/>
                  </a:lnTo>
                  <a:lnTo>
                    <a:pt x="0" y="490"/>
                  </a:lnTo>
                  <a:lnTo>
                    <a:pt x="10" y="502"/>
                  </a:lnTo>
                  <a:lnTo>
                    <a:pt x="616" y="14"/>
                  </a:lnTo>
                  <a:lnTo>
                    <a:pt x="611" y="16"/>
                  </a:lnTo>
                  <a:lnTo>
                    <a:pt x="616" y="14"/>
                  </a:lnTo>
                  <a:lnTo>
                    <a:pt x="618" y="9"/>
                  </a:lnTo>
                  <a:lnTo>
                    <a:pt x="617" y="3"/>
                  </a:lnTo>
                  <a:lnTo>
                    <a:pt x="612" y="1"/>
                  </a:lnTo>
                  <a:lnTo>
                    <a:pt x="606" y="2"/>
                  </a:lnTo>
                  <a:lnTo>
                    <a:pt x="611"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6867" name="Freeform 29"/>
            <p:cNvSpPr>
              <a:spLocks/>
            </p:cNvSpPr>
            <p:nvPr/>
          </p:nvSpPr>
          <p:spPr bwMode="auto">
            <a:xfrm>
              <a:off x="876" y="1852"/>
              <a:ext cx="82" cy="373"/>
            </a:xfrm>
            <a:custGeom>
              <a:avLst/>
              <a:gdLst>
                <a:gd name="T0" fmla="*/ 3 w 413"/>
                <a:gd name="T1" fmla="*/ 15 h 1865"/>
                <a:gd name="T2" fmla="*/ 3 w 413"/>
                <a:gd name="T3" fmla="*/ 15 h 1865"/>
                <a:gd name="T4" fmla="*/ 0 w 413"/>
                <a:gd name="T5" fmla="*/ 0 h 1865"/>
                <a:gd name="T6" fmla="*/ 0 w 413"/>
                <a:gd name="T7" fmla="*/ 0 h 1865"/>
                <a:gd name="T8" fmla="*/ 3 w 413"/>
                <a:gd name="T9" fmla="*/ 15 h 1865"/>
                <a:gd name="T10" fmla="*/ 3 w 413"/>
                <a:gd name="T11" fmla="*/ 15 h 1865"/>
                <a:gd name="T12" fmla="*/ 3 w 413"/>
                <a:gd name="T13" fmla="*/ 15 h 1865"/>
                <a:gd name="T14" fmla="*/ 3 w 413"/>
                <a:gd name="T15" fmla="*/ 15 h 1865"/>
                <a:gd name="T16" fmla="*/ 3 w 413"/>
                <a:gd name="T17" fmla="*/ 15 h 1865"/>
                <a:gd name="T18" fmla="*/ 3 w 413"/>
                <a:gd name="T19" fmla="*/ 15 h 1865"/>
                <a:gd name="T20" fmla="*/ 3 w 413"/>
                <a:gd name="T21" fmla="*/ 15 h 1865"/>
                <a:gd name="T22" fmla="*/ 3 w 413"/>
                <a:gd name="T23" fmla="*/ 15 h 186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413"/>
                <a:gd name="T37" fmla="*/ 0 h 1865"/>
                <a:gd name="T38" fmla="*/ 413 w 413"/>
                <a:gd name="T39" fmla="*/ 1865 h 1865"/>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413" h="1865">
                  <a:moveTo>
                    <a:pt x="400" y="1864"/>
                  </a:moveTo>
                  <a:lnTo>
                    <a:pt x="413" y="1856"/>
                  </a:lnTo>
                  <a:lnTo>
                    <a:pt x="17" y="0"/>
                  </a:lnTo>
                  <a:lnTo>
                    <a:pt x="0" y="2"/>
                  </a:lnTo>
                  <a:lnTo>
                    <a:pt x="396" y="1858"/>
                  </a:lnTo>
                  <a:lnTo>
                    <a:pt x="409" y="1850"/>
                  </a:lnTo>
                  <a:lnTo>
                    <a:pt x="396" y="1858"/>
                  </a:lnTo>
                  <a:lnTo>
                    <a:pt x="400" y="1864"/>
                  </a:lnTo>
                  <a:lnTo>
                    <a:pt x="406" y="1865"/>
                  </a:lnTo>
                  <a:lnTo>
                    <a:pt x="410" y="1862"/>
                  </a:lnTo>
                  <a:lnTo>
                    <a:pt x="413" y="1856"/>
                  </a:lnTo>
                  <a:lnTo>
                    <a:pt x="400" y="186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6868" name="Freeform 30"/>
            <p:cNvSpPr>
              <a:spLocks/>
            </p:cNvSpPr>
            <p:nvPr/>
          </p:nvSpPr>
          <p:spPr bwMode="auto">
            <a:xfrm>
              <a:off x="1282" y="1533"/>
              <a:ext cx="35" cy="161"/>
            </a:xfrm>
            <a:custGeom>
              <a:avLst/>
              <a:gdLst>
                <a:gd name="T0" fmla="*/ 1 w 175"/>
                <a:gd name="T1" fmla="*/ 6 h 807"/>
                <a:gd name="T2" fmla="*/ 1 w 175"/>
                <a:gd name="T3" fmla="*/ 6 h 807"/>
                <a:gd name="T4" fmla="*/ 1 w 175"/>
                <a:gd name="T5" fmla="*/ 6 h 807"/>
                <a:gd name="T6" fmla="*/ 1 w 175"/>
                <a:gd name="T7" fmla="*/ 5 h 807"/>
                <a:gd name="T8" fmla="*/ 1 w 175"/>
                <a:gd name="T9" fmla="*/ 5 h 807"/>
                <a:gd name="T10" fmla="*/ 1 w 175"/>
                <a:gd name="T11" fmla="*/ 5 h 807"/>
                <a:gd name="T12" fmla="*/ 1 w 175"/>
                <a:gd name="T13" fmla="*/ 4 h 807"/>
                <a:gd name="T14" fmla="*/ 1 w 175"/>
                <a:gd name="T15" fmla="*/ 4 h 807"/>
                <a:gd name="T16" fmla="*/ 1 w 175"/>
                <a:gd name="T17" fmla="*/ 3 h 807"/>
                <a:gd name="T18" fmla="*/ 1 w 175"/>
                <a:gd name="T19" fmla="*/ 3 h 807"/>
                <a:gd name="T20" fmla="*/ 1 w 175"/>
                <a:gd name="T21" fmla="*/ 3 h 807"/>
                <a:gd name="T22" fmla="*/ 1 w 175"/>
                <a:gd name="T23" fmla="*/ 2 h 807"/>
                <a:gd name="T24" fmla="*/ 1 w 175"/>
                <a:gd name="T25" fmla="*/ 2 h 807"/>
                <a:gd name="T26" fmla="*/ 1 w 175"/>
                <a:gd name="T27" fmla="*/ 2 h 807"/>
                <a:gd name="T28" fmla="*/ 1 w 175"/>
                <a:gd name="T29" fmla="*/ 1 h 807"/>
                <a:gd name="T30" fmla="*/ 1 w 175"/>
                <a:gd name="T31" fmla="*/ 1 h 807"/>
                <a:gd name="T32" fmla="*/ 1 w 175"/>
                <a:gd name="T33" fmla="*/ 1 h 807"/>
                <a:gd name="T34" fmla="*/ 1 w 175"/>
                <a:gd name="T35" fmla="*/ 0 h 807"/>
                <a:gd name="T36" fmla="*/ 1 w 175"/>
                <a:gd name="T37" fmla="*/ 0 h 807"/>
                <a:gd name="T38" fmla="*/ 1 w 175"/>
                <a:gd name="T39" fmla="*/ 0 h 807"/>
                <a:gd name="T40" fmla="*/ 0 w 175"/>
                <a:gd name="T41" fmla="*/ 1 h 807"/>
                <a:gd name="T42" fmla="*/ 0 w 175"/>
                <a:gd name="T43" fmla="*/ 1 h 807"/>
                <a:gd name="T44" fmla="*/ 0 w 175"/>
                <a:gd name="T45" fmla="*/ 1 h 807"/>
                <a:gd name="T46" fmla="*/ 0 w 175"/>
                <a:gd name="T47" fmla="*/ 2 h 807"/>
                <a:gd name="T48" fmla="*/ 0 w 175"/>
                <a:gd name="T49" fmla="*/ 2 h 807"/>
                <a:gd name="T50" fmla="*/ 0 w 175"/>
                <a:gd name="T51" fmla="*/ 3 h 807"/>
                <a:gd name="T52" fmla="*/ 0 w 175"/>
                <a:gd name="T53" fmla="*/ 3 h 807"/>
                <a:gd name="T54" fmla="*/ 0 w 175"/>
                <a:gd name="T55" fmla="*/ 3 h 807"/>
                <a:gd name="T56" fmla="*/ 0 w 175"/>
                <a:gd name="T57" fmla="*/ 4 h 807"/>
                <a:gd name="T58" fmla="*/ 0 w 175"/>
                <a:gd name="T59" fmla="*/ 4 h 807"/>
                <a:gd name="T60" fmla="*/ 0 w 175"/>
                <a:gd name="T61" fmla="*/ 5 h 807"/>
                <a:gd name="T62" fmla="*/ 0 w 175"/>
                <a:gd name="T63" fmla="*/ 5 h 807"/>
                <a:gd name="T64" fmla="*/ 0 w 175"/>
                <a:gd name="T65" fmla="*/ 5 h 807"/>
                <a:gd name="T66" fmla="*/ 1 w 175"/>
                <a:gd name="T67" fmla="*/ 6 h 807"/>
                <a:gd name="T68" fmla="*/ 1 w 175"/>
                <a:gd name="T69" fmla="*/ 6 h 807"/>
                <a:gd name="T70" fmla="*/ 1 w 175"/>
                <a:gd name="T71" fmla="*/ 6 h 807"/>
                <a:gd name="T72" fmla="*/ 1 w 175"/>
                <a:gd name="T73" fmla="*/ 6 h 807"/>
                <a:gd name="T74" fmla="*/ 1 w 175"/>
                <a:gd name="T75" fmla="*/ 6 h 807"/>
                <a:gd name="T76" fmla="*/ 1 w 175"/>
                <a:gd name="T77" fmla="*/ 6 h 807"/>
                <a:gd name="T78" fmla="*/ 1 w 175"/>
                <a:gd name="T79" fmla="*/ 6 h 807"/>
                <a:gd name="T80" fmla="*/ 1 w 175"/>
                <a:gd name="T81" fmla="*/ 6 h 807"/>
                <a:gd name="T82" fmla="*/ 1 w 175"/>
                <a:gd name="T83" fmla="*/ 6 h 807"/>
                <a:gd name="T84" fmla="*/ 1 w 175"/>
                <a:gd name="T85" fmla="*/ 6 h 807"/>
                <a:gd name="T86" fmla="*/ 1 w 175"/>
                <a:gd name="T87" fmla="*/ 6 h 807"/>
                <a:gd name="T88" fmla="*/ 1 w 175"/>
                <a:gd name="T89" fmla="*/ 6 h 807"/>
                <a:gd name="T90" fmla="*/ 1 w 175"/>
                <a:gd name="T91" fmla="*/ 6 h 80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175"/>
                <a:gd name="T139" fmla="*/ 0 h 807"/>
                <a:gd name="T140" fmla="*/ 175 w 175"/>
                <a:gd name="T141" fmla="*/ 807 h 80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175" h="807">
                  <a:moveTo>
                    <a:pt x="169" y="740"/>
                  </a:moveTo>
                  <a:lnTo>
                    <a:pt x="169" y="739"/>
                  </a:lnTo>
                  <a:lnTo>
                    <a:pt x="149" y="698"/>
                  </a:lnTo>
                  <a:lnTo>
                    <a:pt x="133" y="656"/>
                  </a:lnTo>
                  <a:lnTo>
                    <a:pt x="120" y="611"/>
                  </a:lnTo>
                  <a:lnTo>
                    <a:pt x="108" y="565"/>
                  </a:lnTo>
                  <a:lnTo>
                    <a:pt x="100" y="520"/>
                  </a:lnTo>
                  <a:lnTo>
                    <a:pt x="96" y="472"/>
                  </a:lnTo>
                  <a:lnTo>
                    <a:pt x="93" y="425"/>
                  </a:lnTo>
                  <a:lnTo>
                    <a:pt x="93" y="377"/>
                  </a:lnTo>
                  <a:lnTo>
                    <a:pt x="96" y="330"/>
                  </a:lnTo>
                  <a:lnTo>
                    <a:pt x="100" y="283"/>
                  </a:lnTo>
                  <a:lnTo>
                    <a:pt x="106" y="238"/>
                  </a:lnTo>
                  <a:lnTo>
                    <a:pt x="115" y="195"/>
                  </a:lnTo>
                  <a:lnTo>
                    <a:pt x="126" y="153"/>
                  </a:lnTo>
                  <a:lnTo>
                    <a:pt x="139" y="114"/>
                  </a:lnTo>
                  <a:lnTo>
                    <a:pt x="153" y="77"/>
                  </a:lnTo>
                  <a:lnTo>
                    <a:pt x="169" y="43"/>
                  </a:lnTo>
                  <a:lnTo>
                    <a:pt x="87" y="0"/>
                  </a:lnTo>
                  <a:lnTo>
                    <a:pt x="69" y="39"/>
                  </a:lnTo>
                  <a:lnTo>
                    <a:pt x="52" y="81"/>
                  </a:lnTo>
                  <a:lnTo>
                    <a:pt x="37" y="127"/>
                  </a:lnTo>
                  <a:lnTo>
                    <a:pt x="24" y="174"/>
                  </a:lnTo>
                  <a:lnTo>
                    <a:pt x="15" y="222"/>
                  </a:lnTo>
                  <a:lnTo>
                    <a:pt x="7" y="271"/>
                  </a:lnTo>
                  <a:lnTo>
                    <a:pt x="2" y="323"/>
                  </a:lnTo>
                  <a:lnTo>
                    <a:pt x="0" y="374"/>
                  </a:lnTo>
                  <a:lnTo>
                    <a:pt x="0" y="427"/>
                  </a:lnTo>
                  <a:lnTo>
                    <a:pt x="2" y="479"/>
                  </a:lnTo>
                  <a:lnTo>
                    <a:pt x="9" y="531"/>
                  </a:lnTo>
                  <a:lnTo>
                    <a:pt x="17" y="584"/>
                  </a:lnTo>
                  <a:lnTo>
                    <a:pt x="29" y="635"/>
                  </a:lnTo>
                  <a:lnTo>
                    <a:pt x="44" y="686"/>
                  </a:lnTo>
                  <a:lnTo>
                    <a:pt x="65" y="736"/>
                  </a:lnTo>
                  <a:lnTo>
                    <a:pt x="87" y="784"/>
                  </a:lnTo>
                  <a:lnTo>
                    <a:pt x="87" y="782"/>
                  </a:lnTo>
                  <a:lnTo>
                    <a:pt x="87" y="784"/>
                  </a:lnTo>
                  <a:lnTo>
                    <a:pt x="100" y="799"/>
                  </a:lnTo>
                  <a:lnTo>
                    <a:pt x="117" y="807"/>
                  </a:lnTo>
                  <a:lnTo>
                    <a:pt x="134" y="807"/>
                  </a:lnTo>
                  <a:lnTo>
                    <a:pt x="151" y="801"/>
                  </a:lnTo>
                  <a:lnTo>
                    <a:pt x="164" y="791"/>
                  </a:lnTo>
                  <a:lnTo>
                    <a:pt x="173" y="777"/>
                  </a:lnTo>
                  <a:lnTo>
                    <a:pt x="175" y="759"/>
                  </a:lnTo>
                  <a:lnTo>
                    <a:pt x="169" y="739"/>
                  </a:lnTo>
                  <a:lnTo>
                    <a:pt x="169" y="74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6869" name="Freeform 31"/>
            <p:cNvSpPr>
              <a:spLocks/>
            </p:cNvSpPr>
            <p:nvPr/>
          </p:nvSpPr>
          <p:spPr bwMode="auto">
            <a:xfrm>
              <a:off x="1299" y="1681"/>
              <a:ext cx="157" cy="281"/>
            </a:xfrm>
            <a:custGeom>
              <a:avLst/>
              <a:gdLst>
                <a:gd name="T0" fmla="*/ 6 w 787"/>
                <a:gd name="T1" fmla="*/ 11 h 1404"/>
                <a:gd name="T2" fmla="*/ 6 w 787"/>
                <a:gd name="T3" fmla="*/ 11 h 1404"/>
                <a:gd name="T4" fmla="*/ 1 w 787"/>
                <a:gd name="T5" fmla="*/ 0 h 1404"/>
                <a:gd name="T6" fmla="*/ 0 w 787"/>
                <a:gd name="T7" fmla="*/ 0 h 1404"/>
                <a:gd name="T8" fmla="*/ 6 w 787"/>
                <a:gd name="T9" fmla="*/ 11 h 1404"/>
                <a:gd name="T10" fmla="*/ 6 w 787"/>
                <a:gd name="T11" fmla="*/ 11 h 1404"/>
                <a:gd name="T12" fmla="*/ 6 w 787"/>
                <a:gd name="T13" fmla="*/ 11 h 1404"/>
                <a:gd name="T14" fmla="*/ 6 w 787"/>
                <a:gd name="T15" fmla="*/ 11 h 1404"/>
                <a:gd name="T16" fmla="*/ 6 w 787"/>
                <a:gd name="T17" fmla="*/ 11 h 1404"/>
                <a:gd name="T18" fmla="*/ 6 w 787"/>
                <a:gd name="T19" fmla="*/ 11 h 1404"/>
                <a:gd name="T20" fmla="*/ 6 w 787"/>
                <a:gd name="T21" fmla="*/ 11 h 1404"/>
                <a:gd name="T22" fmla="*/ 6 w 787"/>
                <a:gd name="T23" fmla="*/ 11 h 1404"/>
                <a:gd name="T24" fmla="*/ 6 w 787"/>
                <a:gd name="T25" fmla="*/ 11 h 1404"/>
                <a:gd name="T26" fmla="*/ 6 w 787"/>
                <a:gd name="T27" fmla="*/ 11 h 1404"/>
                <a:gd name="T28" fmla="*/ 6 w 787"/>
                <a:gd name="T29" fmla="*/ 11 h 1404"/>
                <a:gd name="T30" fmla="*/ 6 w 787"/>
                <a:gd name="T31" fmla="*/ 11 h 1404"/>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787"/>
                <a:gd name="T49" fmla="*/ 0 h 1404"/>
                <a:gd name="T50" fmla="*/ 787 w 787"/>
                <a:gd name="T51" fmla="*/ 1404 h 1404"/>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787" h="1404">
                  <a:moveTo>
                    <a:pt x="781" y="1334"/>
                  </a:moveTo>
                  <a:lnTo>
                    <a:pt x="781" y="1337"/>
                  </a:lnTo>
                  <a:lnTo>
                    <a:pt x="82" y="0"/>
                  </a:lnTo>
                  <a:lnTo>
                    <a:pt x="0" y="42"/>
                  </a:lnTo>
                  <a:lnTo>
                    <a:pt x="699" y="1379"/>
                  </a:lnTo>
                  <a:lnTo>
                    <a:pt x="699" y="1381"/>
                  </a:lnTo>
                  <a:lnTo>
                    <a:pt x="699" y="1379"/>
                  </a:lnTo>
                  <a:lnTo>
                    <a:pt x="712" y="1395"/>
                  </a:lnTo>
                  <a:lnTo>
                    <a:pt x="727" y="1402"/>
                  </a:lnTo>
                  <a:lnTo>
                    <a:pt x="744" y="1404"/>
                  </a:lnTo>
                  <a:lnTo>
                    <a:pt x="761" y="1398"/>
                  </a:lnTo>
                  <a:lnTo>
                    <a:pt x="775" y="1388"/>
                  </a:lnTo>
                  <a:lnTo>
                    <a:pt x="784" y="1373"/>
                  </a:lnTo>
                  <a:lnTo>
                    <a:pt x="787" y="1357"/>
                  </a:lnTo>
                  <a:lnTo>
                    <a:pt x="781" y="1337"/>
                  </a:lnTo>
                  <a:lnTo>
                    <a:pt x="781" y="13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6870" name="Freeform 32"/>
            <p:cNvSpPr>
              <a:spLocks/>
            </p:cNvSpPr>
            <p:nvPr/>
          </p:nvSpPr>
          <p:spPr bwMode="auto">
            <a:xfrm>
              <a:off x="1439" y="1948"/>
              <a:ext cx="125" cy="76"/>
            </a:xfrm>
            <a:custGeom>
              <a:avLst/>
              <a:gdLst>
                <a:gd name="T0" fmla="*/ 5 w 628"/>
                <a:gd name="T1" fmla="*/ 2 h 383"/>
                <a:gd name="T2" fmla="*/ 5 w 628"/>
                <a:gd name="T3" fmla="*/ 2 h 383"/>
                <a:gd name="T4" fmla="*/ 4 w 628"/>
                <a:gd name="T5" fmla="*/ 2 h 383"/>
                <a:gd name="T6" fmla="*/ 4 w 628"/>
                <a:gd name="T7" fmla="*/ 2 h 383"/>
                <a:gd name="T8" fmla="*/ 4 w 628"/>
                <a:gd name="T9" fmla="*/ 2 h 383"/>
                <a:gd name="T10" fmla="*/ 3 w 628"/>
                <a:gd name="T11" fmla="*/ 2 h 383"/>
                <a:gd name="T12" fmla="*/ 3 w 628"/>
                <a:gd name="T13" fmla="*/ 2 h 383"/>
                <a:gd name="T14" fmla="*/ 3 w 628"/>
                <a:gd name="T15" fmla="*/ 2 h 383"/>
                <a:gd name="T16" fmla="*/ 3 w 628"/>
                <a:gd name="T17" fmla="*/ 2 h 383"/>
                <a:gd name="T18" fmla="*/ 2 w 628"/>
                <a:gd name="T19" fmla="*/ 2 h 383"/>
                <a:gd name="T20" fmla="*/ 2 w 628"/>
                <a:gd name="T21" fmla="*/ 2 h 383"/>
                <a:gd name="T22" fmla="*/ 2 w 628"/>
                <a:gd name="T23" fmla="*/ 1 h 383"/>
                <a:gd name="T24" fmla="*/ 2 w 628"/>
                <a:gd name="T25" fmla="*/ 1 h 383"/>
                <a:gd name="T26" fmla="*/ 1 w 628"/>
                <a:gd name="T27" fmla="*/ 1 h 383"/>
                <a:gd name="T28" fmla="*/ 1 w 628"/>
                <a:gd name="T29" fmla="*/ 1 h 383"/>
                <a:gd name="T30" fmla="*/ 1 w 628"/>
                <a:gd name="T31" fmla="*/ 1 h 383"/>
                <a:gd name="T32" fmla="*/ 1 w 628"/>
                <a:gd name="T33" fmla="*/ 0 h 383"/>
                <a:gd name="T34" fmla="*/ 1 w 628"/>
                <a:gd name="T35" fmla="*/ 0 h 383"/>
                <a:gd name="T36" fmla="*/ 0 w 628"/>
                <a:gd name="T37" fmla="*/ 0 h 383"/>
                <a:gd name="T38" fmla="*/ 0 w 628"/>
                <a:gd name="T39" fmla="*/ 1 h 383"/>
                <a:gd name="T40" fmla="*/ 0 w 628"/>
                <a:gd name="T41" fmla="*/ 1 h 383"/>
                <a:gd name="T42" fmla="*/ 1 w 628"/>
                <a:gd name="T43" fmla="*/ 1 h 383"/>
                <a:gd name="T44" fmla="*/ 1 w 628"/>
                <a:gd name="T45" fmla="*/ 1 h 383"/>
                <a:gd name="T46" fmla="*/ 1 w 628"/>
                <a:gd name="T47" fmla="*/ 2 h 383"/>
                <a:gd name="T48" fmla="*/ 1 w 628"/>
                <a:gd name="T49" fmla="*/ 2 h 383"/>
                <a:gd name="T50" fmla="*/ 2 w 628"/>
                <a:gd name="T51" fmla="*/ 2 h 383"/>
                <a:gd name="T52" fmla="*/ 2 w 628"/>
                <a:gd name="T53" fmla="*/ 2 h 383"/>
                <a:gd name="T54" fmla="*/ 2 w 628"/>
                <a:gd name="T55" fmla="*/ 2 h 383"/>
                <a:gd name="T56" fmla="*/ 3 w 628"/>
                <a:gd name="T57" fmla="*/ 3 h 383"/>
                <a:gd name="T58" fmla="*/ 3 w 628"/>
                <a:gd name="T59" fmla="*/ 3 h 383"/>
                <a:gd name="T60" fmla="*/ 3 w 628"/>
                <a:gd name="T61" fmla="*/ 3 h 383"/>
                <a:gd name="T62" fmla="*/ 4 w 628"/>
                <a:gd name="T63" fmla="*/ 3 h 383"/>
                <a:gd name="T64" fmla="*/ 4 w 628"/>
                <a:gd name="T65" fmla="*/ 3 h 383"/>
                <a:gd name="T66" fmla="*/ 4 w 628"/>
                <a:gd name="T67" fmla="*/ 3 h 383"/>
                <a:gd name="T68" fmla="*/ 5 w 628"/>
                <a:gd name="T69" fmla="*/ 3 h 383"/>
                <a:gd name="T70" fmla="*/ 5 w 628"/>
                <a:gd name="T71" fmla="*/ 3 h 383"/>
                <a:gd name="T72" fmla="*/ 5 w 628"/>
                <a:gd name="T73" fmla="*/ 3 h 383"/>
                <a:gd name="T74" fmla="*/ 5 w 628"/>
                <a:gd name="T75" fmla="*/ 3 h 383"/>
                <a:gd name="T76" fmla="*/ 5 w 628"/>
                <a:gd name="T77" fmla="*/ 3 h 383"/>
                <a:gd name="T78" fmla="*/ 5 w 628"/>
                <a:gd name="T79" fmla="*/ 3 h 383"/>
                <a:gd name="T80" fmla="*/ 5 w 628"/>
                <a:gd name="T81" fmla="*/ 3 h 383"/>
                <a:gd name="T82" fmla="*/ 5 w 628"/>
                <a:gd name="T83" fmla="*/ 3 h 383"/>
                <a:gd name="T84" fmla="*/ 5 w 628"/>
                <a:gd name="T85" fmla="*/ 2 h 383"/>
                <a:gd name="T86" fmla="*/ 5 w 628"/>
                <a:gd name="T87" fmla="*/ 2 h 383"/>
                <a:gd name="T88" fmla="*/ 5 w 628"/>
                <a:gd name="T89" fmla="*/ 2 h 383"/>
                <a:gd name="T90" fmla="*/ 5 w 628"/>
                <a:gd name="T91" fmla="*/ 2 h 38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628"/>
                <a:gd name="T139" fmla="*/ 0 h 383"/>
                <a:gd name="T140" fmla="*/ 628 w 628"/>
                <a:gd name="T141" fmla="*/ 383 h 38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628" h="383">
                  <a:moveTo>
                    <a:pt x="581" y="289"/>
                  </a:moveTo>
                  <a:lnTo>
                    <a:pt x="582" y="289"/>
                  </a:lnTo>
                  <a:lnTo>
                    <a:pt x="541" y="287"/>
                  </a:lnTo>
                  <a:lnTo>
                    <a:pt x="500" y="283"/>
                  </a:lnTo>
                  <a:lnTo>
                    <a:pt x="462" y="276"/>
                  </a:lnTo>
                  <a:lnTo>
                    <a:pt x="424" y="268"/>
                  </a:lnTo>
                  <a:lnTo>
                    <a:pt x="389" y="255"/>
                  </a:lnTo>
                  <a:lnTo>
                    <a:pt x="352" y="242"/>
                  </a:lnTo>
                  <a:lnTo>
                    <a:pt x="320" y="227"/>
                  </a:lnTo>
                  <a:lnTo>
                    <a:pt x="287" y="209"/>
                  </a:lnTo>
                  <a:lnTo>
                    <a:pt x="255" y="189"/>
                  </a:lnTo>
                  <a:lnTo>
                    <a:pt x="226" y="168"/>
                  </a:lnTo>
                  <a:lnTo>
                    <a:pt x="198" y="145"/>
                  </a:lnTo>
                  <a:lnTo>
                    <a:pt x="172" y="119"/>
                  </a:lnTo>
                  <a:lnTo>
                    <a:pt x="146" y="92"/>
                  </a:lnTo>
                  <a:lnTo>
                    <a:pt x="122" y="64"/>
                  </a:lnTo>
                  <a:lnTo>
                    <a:pt x="100" y="33"/>
                  </a:lnTo>
                  <a:lnTo>
                    <a:pt x="82" y="0"/>
                  </a:lnTo>
                  <a:lnTo>
                    <a:pt x="0" y="47"/>
                  </a:lnTo>
                  <a:lnTo>
                    <a:pt x="23" y="85"/>
                  </a:lnTo>
                  <a:lnTo>
                    <a:pt x="49" y="120"/>
                  </a:lnTo>
                  <a:lnTo>
                    <a:pt x="76" y="153"/>
                  </a:lnTo>
                  <a:lnTo>
                    <a:pt x="104" y="185"/>
                  </a:lnTo>
                  <a:lnTo>
                    <a:pt x="137" y="215"/>
                  </a:lnTo>
                  <a:lnTo>
                    <a:pt x="170" y="241"/>
                  </a:lnTo>
                  <a:lnTo>
                    <a:pt x="204" y="267"/>
                  </a:lnTo>
                  <a:lnTo>
                    <a:pt x="240" y="289"/>
                  </a:lnTo>
                  <a:lnTo>
                    <a:pt x="277" y="309"/>
                  </a:lnTo>
                  <a:lnTo>
                    <a:pt x="317" y="329"/>
                  </a:lnTo>
                  <a:lnTo>
                    <a:pt x="358" y="344"/>
                  </a:lnTo>
                  <a:lnTo>
                    <a:pt x="400" y="357"/>
                  </a:lnTo>
                  <a:lnTo>
                    <a:pt x="444" y="367"/>
                  </a:lnTo>
                  <a:lnTo>
                    <a:pt x="488" y="374"/>
                  </a:lnTo>
                  <a:lnTo>
                    <a:pt x="534" y="380"/>
                  </a:lnTo>
                  <a:lnTo>
                    <a:pt x="580" y="383"/>
                  </a:lnTo>
                  <a:lnTo>
                    <a:pt x="581" y="383"/>
                  </a:lnTo>
                  <a:lnTo>
                    <a:pt x="580" y="383"/>
                  </a:lnTo>
                  <a:lnTo>
                    <a:pt x="600" y="379"/>
                  </a:lnTo>
                  <a:lnTo>
                    <a:pt x="615" y="369"/>
                  </a:lnTo>
                  <a:lnTo>
                    <a:pt x="624" y="353"/>
                  </a:lnTo>
                  <a:lnTo>
                    <a:pt x="628" y="337"/>
                  </a:lnTo>
                  <a:lnTo>
                    <a:pt x="625" y="319"/>
                  </a:lnTo>
                  <a:lnTo>
                    <a:pt x="617" y="304"/>
                  </a:lnTo>
                  <a:lnTo>
                    <a:pt x="602" y="294"/>
                  </a:lnTo>
                  <a:lnTo>
                    <a:pt x="582" y="289"/>
                  </a:lnTo>
                  <a:lnTo>
                    <a:pt x="581" y="28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6871" name="Freeform 33"/>
            <p:cNvSpPr>
              <a:spLocks/>
            </p:cNvSpPr>
            <p:nvPr/>
          </p:nvSpPr>
          <p:spPr bwMode="auto">
            <a:xfrm>
              <a:off x="1587" y="1880"/>
              <a:ext cx="85" cy="49"/>
            </a:xfrm>
            <a:custGeom>
              <a:avLst/>
              <a:gdLst>
                <a:gd name="T0" fmla="*/ 3 w 426"/>
                <a:gd name="T1" fmla="*/ 0 h 245"/>
                <a:gd name="T2" fmla="*/ 3 w 426"/>
                <a:gd name="T3" fmla="*/ 0 h 245"/>
                <a:gd name="T4" fmla="*/ 3 w 426"/>
                <a:gd name="T5" fmla="*/ 0 h 245"/>
                <a:gd name="T6" fmla="*/ 3 w 426"/>
                <a:gd name="T7" fmla="*/ 0 h 245"/>
                <a:gd name="T8" fmla="*/ 2 w 426"/>
                <a:gd name="T9" fmla="*/ 0 h 245"/>
                <a:gd name="T10" fmla="*/ 2 w 426"/>
                <a:gd name="T11" fmla="*/ 0 h 245"/>
                <a:gd name="T12" fmla="*/ 2 w 426"/>
                <a:gd name="T13" fmla="*/ 0 h 245"/>
                <a:gd name="T14" fmla="*/ 2 w 426"/>
                <a:gd name="T15" fmla="*/ 0 h 245"/>
                <a:gd name="T16" fmla="*/ 1 w 426"/>
                <a:gd name="T17" fmla="*/ 0 h 245"/>
                <a:gd name="T18" fmla="*/ 1 w 426"/>
                <a:gd name="T19" fmla="*/ 1 h 245"/>
                <a:gd name="T20" fmla="*/ 1 w 426"/>
                <a:gd name="T21" fmla="*/ 1 h 245"/>
                <a:gd name="T22" fmla="*/ 1 w 426"/>
                <a:gd name="T23" fmla="*/ 1 h 245"/>
                <a:gd name="T24" fmla="*/ 0 w 426"/>
                <a:gd name="T25" fmla="*/ 1 h 245"/>
                <a:gd name="T26" fmla="*/ 0 w 426"/>
                <a:gd name="T27" fmla="*/ 1 h 245"/>
                <a:gd name="T28" fmla="*/ 0 w 426"/>
                <a:gd name="T29" fmla="*/ 1 h 245"/>
                <a:gd name="T30" fmla="*/ 0 w 426"/>
                <a:gd name="T31" fmla="*/ 2 h 245"/>
                <a:gd name="T32" fmla="*/ 0 w 426"/>
                <a:gd name="T33" fmla="*/ 2 h 245"/>
                <a:gd name="T34" fmla="*/ 0 w 426"/>
                <a:gd name="T35" fmla="*/ 2 h 245"/>
                <a:gd name="T36" fmla="*/ 0 w 426"/>
                <a:gd name="T37" fmla="*/ 2 h 245"/>
                <a:gd name="T38" fmla="*/ 0 w 426"/>
                <a:gd name="T39" fmla="*/ 2 h 245"/>
                <a:gd name="T40" fmla="*/ 0 w 426"/>
                <a:gd name="T41" fmla="*/ 2 h 245"/>
                <a:gd name="T42" fmla="*/ 0 w 426"/>
                <a:gd name="T43" fmla="*/ 1 h 245"/>
                <a:gd name="T44" fmla="*/ 0 w 426"/>
                <a:gd name="T45" fmla="*/ 1 h 245"/>
                <a:gd name="T46" fmla="*/ 0 w 426"/>
                <a:gd name="T47" fmla="*/ 1 h 245"/>
                <a:gd name="T48" fmla="*/ 1 w 426"/>
                <a:gd name="T49" fmla="*/ 1 h 245"/>
                <a:gd name="T50" fmla="*/ 1 w 426"/>
                <a:gd name="T51" fmla="*/ 1 h 245"/>
                <a:gd name="T52" fmla="*/ 1 w 426"/>
                <a:gd name="T53" fmla="*/ 1 h 245"/>
                <a:gd name="T54" fmla="*/ 1 w 426"/>
                <a:gd name="T55" fmla="*/ 1 h 245"/>
                <a:gd name="T56" fmla="*/ 2 w 426"/>
                <a:gd name="T57" fmla="*/ 0 h 245"/>
                <a:gd name="T58" fmla="*/ 2 w 426"/>
                <a:gd name="T59" fmla="*/ 0 h 245"/>
                <a:gd name="T60" fmla="*/ 2 w 426"/>
                <a:gd name="T61" fmla="*/ 0 h 245"/>
                <a:gd name="T62" fmla="*/ 2 w 426"/>
                <a:gd name="T63" fmla="*/ 0 h 245"/>
                <a:gd name="T64" fmla="*/ 3 w 426"/>
                <a:gd name="T65" fmla="*/ 0 h 245"/>
                <a:gd name="T66" fmla="*/ 3 w 426"/>
                <a:gd name="T67" fmla="*/ 0 h 245"/>
                <a:gd name="T68" fmla="*/ 3 w 426"/>
                <a:gd name="T69" fmla="*/ 0 h 245"/>
                <a:gd name="T70" fmla="*/ 3 w 426"/>
                <a:gd name="T71" fmla="*/ 0 h 245"/>
                <a:gd name="T72" fmla="*/ 3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426" y="0"/>
                  </a:moveTo>
                  <a:lnTo>
                    <a:pt x="426" y="0"/>
                  </a:lnTo>
                  <a:lnTo>
                    <a:pt x="384" y="1"/>
                  </a:lnTo>
                  <a:lnTo>
                    <a:pt x="340" y="4"/>
                  </a:lnTo>
                  <a:lnTo>
                    <a:pt x="300" y="10"/>
                  </a:lnTo>
                  <a:lnTo>
                    <a:pt x="262" y="18"/>
                  </a:lnTo>
                  <a:lnTo>
                    <a:pt x="224" y="29"/>
                  </a:lnTo>
                  <a:lnTo>
                    <a:pt x="189" y="41"/>
                  </a:lnTo>
                  <a:lnTo>
                    <a:pt x="157" y="55"/>
                  </a:lnTo>
                  <a:lnTo>
                    <a:pt x="126" y="70"/>
                  </a:lnTo>
                  <a:lnTo>
                    <a:pt x="99" y="89"/>
                  </a:lnTo>
                  <a:lnTo>
                    <a:pt x="74" y="106"/>
                  </a:lnTo>
                  <a:lnTo>
                    <a:pt x="52" y="126"/>
                  </a:lnTo>
                  <a:lnTo>
                    <a:pt x="34" y="148"/>
                  </a:lnTo>
                  <a:lnTo>
                    <a:pt x="19" y="171"/>
                  </a:lnTo>
                  <a:lnTo>
                    <a:pt x="9" y="194"/>
                  </a:lnTo>
                  <a:lnTo>
                    <a:pt x="3" y="219"/>
                  </a:lnTo>
                  <a:lnTo>
                    <a:pt x="0" y="245"/>
                  </a:lnTo>
                  <a:lnTo>
                    <a:pt x="12" y="245"/>
                  </a:lnTo>
                  <a:lnTo>
                    <a:pt x="15" y="221"/>
                  </a:lnTo>
                  <a:lnTo>
                    <a:pt x="20" y="199"/>
                  </a:lnTo>
                  <a:lnTo>
                    <a:pt x="31" y="178"/>
                  </a:lnTo>
                  <a:lnTo>
                    <a:pt x="44" y="156"/>
                  </a:lnTo>
                  <a:lnTo>
                    <a:pt x="61" y="136"/>
                  </a:lnTo>
                  <a:lnTo>
                    <a:pt x="81" y="116"/>
                  </a:lnTo>
                  <a:lnTo>
                    <a:pt x="106" y="98"/>
                  </a:lnTo>
                  <a:lnTo>
                    <a:pt x="133" y="82"/>
                  </a:lnTo>
                  <a:lnTo>
                    <a:pt x="162" y="66"/>
                  </a:lnTo>
                  <a:lnTo>
                    <a:pt x="194" y="52"/>
                  </a:lnTo>
                  <a:lnTo>
                    <a:pt x="229" y="41"/>
                  </a:lnTo>
                  <a:lnTo>
                    <a:pt x="264" y="30"/>
                  </a:lnTo>
                  <a:lnTo>
                    <a:pt x="303" y="22"/>
                  </a:lnTo>
                  <a:lnTo>
                    <a:pt x="343" y="16"/>
                  </a:lnTo>
                  <a:lnTo>
                    <a:pt x="384" y="12"/>
                  </a:lnTo>
                  <a:lnTo>
                    <a:pt x="426" y="11"/>
                  </a:lnTo>
                  <a:lnTo>
                    <a:pt x="42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6872" name="Freeform 34"/>
            <p:cNvSpPr>
              <a:spLocks/>
            </p:cNvSpPr>
            <p:nvPr/>
          </p:nvSpPr>
          <p:spPr bwMode="auto">
            <a:xfrm>
              <a:off x="1587" y="1929"/>
              <a:ext cx="85" cy="49"/>
            </a:xfrm>
            <a:custGeom>
              <a:avLst/>
              <a:gdLst>
                <a:gd name="T0" fmla="*/ 0 w 426"/>
                <a:gd name="T1" fmla="*/ 0 h 245"/>
                <a:gd name="T2" fmla="*/ 0 w 426"/>
                <a:gd name="T3" fmla="*/ 0 h 245"/>
                <a:gd name="T4" fmla="*/ 0 w 426"/>
                <a:gd name="T5" fmla="*/ 0 h 245"/>
                <a:gd name="T6" fmla="*/ 0 w 426"/>
                <a:gd name="T7" fmla="*/ 0 h 245"/>
                <a:gd name="T8" fmla="*/ 0 w 426"/>
                <a:gd name="T9" fmla="*/ 1 h 245"/>
                <a:gd name="T10" fmla="*/ 0 w 426"/>
                <a:gd name="T11" fmla="*/ 1 h 245"/>
                <a:gd name="T12" fmla="*/ 0 w 426"/>
                <a:gd name="T13" fmla="*/ 1 h 245"/>
                <a:gd name="T14" fmla="*/ 1 w 426"/>
                <a:gd name="T15" fmla="*/ 1 h 245"/>
                <a:gd name="T16" fmla="*/ 1 w 426"/>
                <a:gd name="T17" fmla="*/ 1 h 245"/>
                <a:gd name="T18" fmla="*/ 1 w 426"/>
                <a:gd name="T19" fmla="*/ 1 h 245"/>
                <a:gd name="T20" fmla="*/ 1 w 426"/>
                <a:gd name="T21" fmla="*/ 2 h 245"/>
                <a:gd name="T22" fmla="*/ 2 w 426"/>
                <a:gd name="T23" fmla="*/ 2 h 245"/>
                <a:gd name="T24" fmla="*/ 2 w 426"/>
                <a:gd name="T25" fmla="*/ 2 h 245"/>
                <a:gd name="T26" fmla="*/ 2 w 426"/>
                <a:gd name="T27" fmla="*/ 2 h 245"/>
                <a:gd name="T28" fmla="*/ 2 w 426"/>
                <a:gd name="T29" fmla="*/ 2 h 245"/>
                <a:gd name="T30" fmla="*/ 3 w 426"/>
                <a:gd name="T31" fmla="*/ 2 h 245"/>
                <a:gd name="T32" fmla="*/ 3 w 426"/>
                <a:gd name="T33" fmla="*/ 2 h 245"/>
                <a:gd name="T34" fmla="*/ 3 w 426"/>
                <a:gd name="T35" fmla="*/ 2 h 245"/>
                <a:gd name="T36" fmla="*/ 3 w 426"/>
                <a:gd name="T37" fmla="*/ 2 h 245"/>
                <a:gd name="T38" fmla="*/ 3 w 426"/>
                <a:gd name="T39" fmla="*/ 2 h 245"/>
                <a:gd name="T40" fmla="*/ 3 w 426"/>
                <a:gd name="T41" fmla="*/ 2 h 245"/>
                <a:gd name="T42" fmla="*/ 2 w 426"/>
                <a:gd name="T43" fmla="*/ 2 h 245"/>
                <a:gd name="T44" fmla="*/ 2 w 426"/>
                <a:gd name="T45" fmla="*/ 2 h 245"/>
                <a:gd name="T46" fmla="*/ 2 w 426"/>
                <a:gd name="T47" fmla="*/ 2 h 245"/>
                <a:gd name="T48" fmla="*/ 2 w 426"/>
                <a:gd name="T49" fmla="*/ 2 h 245"/>
                <a:gd name="T50" fmla="*/ 1 w 426"/>
                <a:gd name="T51" fmla="*/ 1 h 245"/>
                <a:gd name="T52" fmla="*/ 1 w 426"/>
                <a:gd name="T53" fmla="*/ 1 h 245"/>
                <a:gd name="T54" fmla="*/ 1 w 426"/>
                <a:gd name="T55" fmla="*/ 1 h 245"/>
                <a:gd name="T56" fmla="*/ 1 w 426"/>
                <a:gd name="T57" fmla="*/ 1 h 245"/>
                <a:gd name="T58" fmla="*/ 0 w 426"/>
                <a:gd name="T59" fmla="*/ 1 h 245"/>
                <a:gd name="T60" fmla="*/ 0 w 426"/>
                <a:gd name="T61" fmla="*/ 1 h 245"/>
                <a:gd name="T62" fmla="*/ 0 w 426"/>
                <a:gd name="T63" fmla="*/ 1 h 245"/>
                <a:gd name="T64" fmla="*/ 0 w 426"/>
                <a:gd name="T65" fmla="*/ 0 h 245"/>
                <a:gd name="T66" fmla="*/ 0 w 426"/>
                <a:gd name="T67" fmla="*/ 0 h 245"/>
                <a:gd name="T68" fmla="*/ 0 w 426"/>
                <a:gd name="T69" fmla="*/ 0 h 245"/>
                <a:gd name="T70" fmla="*/ 0 w 426"/>
                <a:gd name="T71" fmla="*/ 0 h 245"/>
                <a:gd name="T72" fmla="*/ 0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0" y="0"/>
                  </a:moveTo>
                  <a:lnTo>
                    <a:pt x="0" y="0"/>
                  </a:lnTo>
                  <a:lnTo>
                    <a:pt x="3" y="25"/>
                  </a:lnTo>
                  <a:lnTo>
                    <a:pt x="9" y="50"/>
                  </a:lnTo>
                  <a:lnTo>
                    <a:pt x="19" y="73"/>
                  </a:lnTo>
                  <a:lnTo>
                    <a:pt x="34" y="96"/>
                  </a:lnTo>
                  <a:lnTo>
                    <a:pt x="52" y="118"/>
                  </a:lnTo>
                  <a:lnTo>
                    <a:pt x="74" y="138"/>
                  </a:lnTo>
                  <a:lnTo>
                    <a:pt x="99" y="156"/>
                  </a:lnTo>
                  <a:lnTo>
                    <a:pt x="126" y="174"/>
                  </a:lnTo>
                  <a:lnTo>
                    <a:pt x="157" y="190"/>
                  </a:lnTo>
                  <a:lnTo>
                    <a:pt x="189" y="204"/>
                  </a:lnTo>
                  <a:lnTo>
                    <a:pt x="224" y="215"/>
                  </a:lnTo>
                  <a:lnTo>
                    <a:pt x="262" y="226"/>
                  </a:lnTo>
                  <a:lnTo>
                    <a:pt x="300" y="234"/>
                  </a:lnTo>
                  <a:lnTo>
                    <a:pt x="340" y="240"/>
                  </a:lnTo>
                  <a:lnTo>
                    <a:pt x="384" y="244"/>
                  </a:lnTo>
                  <a:lnTo>
                    <a:pt x="426" y="245"/>
                  </a:lnTo>
                  <a:lnTo>
                    <a:pt x="426" y="233"/>
                  </a:lnTo>
                  <a:lnTo>
                    <a:pt x="384" y="232"/>
                  </a:lnTo>
                  <a:lnTo>
                    <a:pt x="343" y="228"/>
                  </a:lnTo>
                  <a:lnTo>
                    <a:pt x="303" y="222"/>
                  </a:lnTo>
                  <a:lnTo>
                    <a:pt x="264" y="214"/>
                  </a:lnTo>
                  <a:lnTo>
                    <a:pt x="229" y="204"/>
                  </a:lnTo>
                  <a:lnTo>
                    <a:pt x="194" y="192"/>
                  </a:lnTo>
                  <a:lnTo>
                    <a:pt x="162" y="178"/>
                  </a:lnTo>
                  <a:lnTo>
                    <a:pt x="133" y="163"/>
                  </a:lnTo>
                  <a:lnTo>
                    <a:pt x="106" y="146"/>
                  </a:lnTo>
                  <a:lnTo>
                    <a:pt x="81" y="129"/>
                  </a:lnTo>
                  <a:lnTo>
                    <a:pt x="61" y="109"/>
                  </a:lnTo>
                  <a:lnTo>
                    <a:pt x="44" y="89"/>
                  </a:lnTo>
                  <a:lnTo>
                    <a:pt x="31" y="66"/>
                  </a:lnTo>
                  <a:lnTo>
                    <a:pt x="20" y="45"/>
                  </a:lnTo>
                  <a:lnTo>
                    <a:pt x="15" y="2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6873" name="Freeform 35"/>
            <p:cNvSpPr>
              <a:spLocks/>
            </p:cNvSpPr>
            <p:nvPr/>
          </p:nvSpPr>
          <p:spPr bwMode="auto">
            <a:xfrm>
              <a:off x="878" y="1448"/>
              <a:ext cx="792" cy="954"/>
            </a:xfrm>
            <a:custGeom>
              <a:avLst/>
              <a:gdLst>
                <a:gd name="T0" fmla="*/ 13 w 3960"/>
                <a:gd name="T1" fmla="*/ 38 h 4768"/>
                <a:gd name="T2" fmla="*/ 14 w 3960"/>
                <a:gd name="T3" fmla="*/ 38 h 4768"/>
                <a:gd name="T4" fmla="*/ 15 w 3960"/>
                <a:gd name="T5" fmla="*/ 38 h 4768"/>
                <a:gd name="T6" fmla="*/ 15 w 3960"/>
                <a:gd name="T7" fmla="*/ 38 h 4768"/>
                <a:gd name="T8" fmla="*/ 16 w 3960"/>
                <a:gd name="T9" fmla="*/ 38 h 4768"/>
                <a:gd name="T10" fmla="*/ 17 w 3960"/>
                <a:gd name="T11" fmla="*/ 38 h 4768"/>
                <a:gd name="T12" fmla="*/ 17 w 3960"/>
                <a:gd name="T13" fmla="*/ 38 h 4768"/>
                <a:gd name="T14" fmla="*/ 18 w 3960"/>
                <a:gd name="T15" fmla="*/ 38 h 4768"/>
                <a:gd name="T16" fmla="*/ 18 w 3960"/>
                <a:gd name="T17" fmla="*/ 38 h 4768"/>
                <a:gd name="T18" fmla="*/ 29 w 3960"/>
                <a:gd name="T19" fmla="*/ 30 h 4768"/>
                <a:gd name="T20" fmla="*/ 30 w 3960"/>
                <a:gd name="T21" fmla="*/ 30 h 4768"/>
                <a:gd name="T22" fmla="*/ 30 w 3960"/>
                <a:gd name="T23" fmla="*/ 29 h 4768"/>
                <a:gd name="T24" fmla="*/ 31 w 3960"/>
                <a:gd name="T25" fmla="*/ 28 h 4768"/>
                <a:gd name="T26" fmla="*/ 31 w 3960"/>
                <a:gd name="T27" fmla="*/ 28 h 4768"/>
                <a:gd name="T28" fmla="*/ 31 w 3960"/>
                <a:gd name="T29" fmla="*/ 27 h 4768"/>
                <a:gd name="T30" fmla="*/ 32 w 3960"/>
                <a:gd name="T31" fmla="*/ 26 h 4768"/>
                <a:gd name="T32" fmla="*/ 32 w 3960"/>
                <a:gd name="T33" fmla="*/ 25 h 4768"/>
                <a:gd name="T34" fmla="*/ 32 w 3960"/>
                <a:gd name="T35" fmla="*/ 11 h 4768"/>
                <a:gd name="T36" fmla="*/ 32 w 3960"/>
                <a:gd name="T37" fmla="*/ 10 h 4768"/>
                <a:gd name="T38" fmla="*/ 31 w 3960"/>
                <a:gd name="T39" fmla="*/ 9 h 4768"/>
                <a:gd name="T40" fmla="*/ 31 w 3960"/>
                <a:gd name="T41" fmla="*/ 9 h 4768"/>
                <a:gd name="T42" fmla="*/ 31 w 3960"/>
                <a:gd name="T43" fmla="*/ 8 h 4768"/>
                <a:gd name="T44" fmla="*/ 31 w 3960"/>
                <a:gd name="T45" fmla="*/ 8 h 4768"/>
                <a:gd name="T46" fmla="*/ 30 w 3960"/>
                <a:gd name="T47" fmla="*/ 7 h 4768"/>
                <a:gd name="T48" fmla="*/ 30 w 3960"/>
                <a:gd name="T49" fmla="*/ 7 h 4768"/>
                <a:gd name="T50" fmla="*/ 29 w 3960"/>
                <a:gd name="T51" fmla="*/ 6 h 4768"/>
                <a:gd name="T52" fmla="*/ 19 w 3960"/>
                <a:gd name="T53" fmla="*/ 1 h 4768"/>
                <a:gd name="T54" fmla="*/ 18 w 3960"/>
                <a:gd name="T55" fmla="*/ 0 h 4768"/>
                <a:gd name="T56" fmla="*/ 17 w 3960"/>
                <a:gd name="T57" fmla="*/ 0 h 4768"/>
                <a:gd name="T58" fmla="*/ 17 w 3960"/>
                <a:gd name="T59" fmla="*/ 0 h 4768"/>
                <a:gd name="T60" fmla="*/ 16 w 3960"/>
                <a:gd name="T61" fmla="*/ 0 h 4768"/>
                <a:gd name="T62" fmla="*/ 15 w 3960"/>
                <a:gd name="T63" fmla="*/ 0 h 4768"/>
                <a:gd name="T64" fmla="*/ 14 w 3960"/>
                <a:gd name="T65" fmla="*/ 0 h 4768"/>
                <a:gd name="T66" fmla="*/ 14 w 3960"/>
                <a:gd name="T67" fmla="*/ 0 h 4768"/>
                <a:gd name="T68" fmla="*/ 2 w 3960"/>
                <a:gd name="T69" fmla="*/ 6 h 4768"/>
                <a:gd name="T70" fmla="*/ 2 w 3960"/>
                <a:gd name="T71" fmla="*/ 7 h 4768"/>
                <a:gd name="T72" fmla="*/ 1 w 3960"/>
                <a:gd name="T73" fmla="*/ 7 h 4768"/>
                <a:gd name="T74" fmla="*/ 1 w 3960"/>
                <a:gd name="T75" fmla="*/ 8 h 4768"/>
                <a:gd name="T76" fmla="*/ 1 w 3960"/>
                <a:gd name="T77" fmla="*/ 8 h 4768"/>
                <a:gd name="T78" fmla="*/ 0 w 3960"/>
                <a:gd name="T79" fmla="*/ 9 h 4768"/>
                <a:gd name="T80" fmla="*/ 0 w 3960"/>
                <a:gd name="T81" fmla="*/ 9 h 4768"/>
                <a:gd name="T82" fmla="*/ 0 w 3960"/>
                <a:gd name="T83" fmla="*/ 10 h 4768"/>
                <a:gd name="T84" fmla="*/ 0 w 3960"/>
                <a:gd name="T85" fmla="*/ 11 h 4768"/>
                <a:gd name="T86" fmla="*/ 0 w 3960"/>
                <a:gd name="T87" fmla="*/ 25 h 4768"/>
                <a:gd name="T88" fmla="*/ 0 w 3960"/>
                <a:gd name="T89" fmla="*/ 26 h 4768"/>
                <a:gd name="T90" fmla="*/ 0 w 3960"/>
                <a:gd name="T91" fmla="*/ 27 h 4768"/>
                <a:gd name="T92" fmla="*/ 1 w 3960"/>
                <a:gd name="T93" fmla="*/ 28 h 4768"/>
                <a:gd name="T94" fmla="*/ 1 w 3960"/>
                <a:gd name="T95" fmla="*/ 29 h 4768"/>
                <a:gd name="T96" fmla="*/ 1 w 3960"/>
                <a:gd name="T97" fmla="*/ 29 h 4768"/>
                <a:gd name="T98" fmla="*/ 2 w 3960"/>
                <a:gd name="T99" fmla="*/ 30 h 4768"/>
                <a:gd name="T100" fmla="*/ 3 w 3960"/>
                <a:gd name="T101" fmla="*/ 31 h 4768"/>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w 3960"/>
                <a:gd name="T154" fmla="*/ 0 h 4768"/>
                <a:gd name="T155" fmla="*/ 3960 w 3960"/>
                <a:gd name="T156" fmla="*/ 4768 h 4768"/>
              </a:gdLst>
              <a:ahLst/>
              <a:cxnLst>
                <a:cxn ang="T102">
                  <a:pos x="T0" y="T1"/>
                </a:cxn>
                <a:cxn ang="T103">
                  <a:pos x="T2" y="T3"/>
                </a:cxn>
                <a:cxn ang="T104">
                  <a:pos x="T4" y="T5"/>
                </a:cxn>
                <a:cxn ang="T105">
                  <a:pos x="T6" y="T7"/>
                </a:cxn>
                <a:cxn ang="T106">
                  <a:pos x="T8" y="T9"/>
                </a:cxn>
                <a:cxn ang="T107">
                  <a:pos x="T10" y="T11"/>
                </a:cxn>
                <a:cxn ang="T108">
                  <a:pos x="T12" y="T13"/>
                </a:cxn>
                <a:cxn ang="T109">
                  <a:pos x="T14" y="T15"/>
                </a:cxn>
                <a:cxn ang="T110">
                  <a:pos x="T16" y="T17"/>
                </a:cxn>
                <a:cxn ang="T111">
                  <a:pos x="T18" y="T19"/>
                </a:cxn>
                <a:cxn ang="T112">
                  <a:pos x="T20" y="T21"/>
                </a:cxn>
                <a:cxn ang="T113">
                  <a:pos x="T22" y="T23"/>
                </a:cxn>
                <a:cxn ang="T114">
                  <a:pos x="T24" y="T25"/>
                </a:cxn>
                <a:cxn ang="T115">
                  <a:pos x="T26" y="T27"/>
                </a:cxn>
                <a:cxn ang="T116">
                  <a:pos x="T28" y="T29"/>
                </a:cxn>
                <a:cxn ang="T117">
                  <a:pos x="T30" y="T31"/>
                </a:cxn>
                <a:cxn ang="T118">
                  <a:pos x="T32" y="T33"/>
                </a:cxn>
                <a:cxn ang="T119">
                  <a:pos x="T34" y="T35"/>
                </a:cxn>
                <a:cxn ang="T120">
                  <a:pos x="T36" y="T37"/>
                </a:cxn>
                <a:cxn ang="T121">
                  <a:pos x="T38" y="T39"/>
                </a:cxn>
                <a:cxn ang="T122">
                  <a:pos x="T40" y="T41"/>
                </a:cxn>
                <a:cxn ang="T123">
                  <a:pos x="T42" y="T43"/>
                </a:cxn>
                <a:cxn ang="T124">
                  <a:pos x="T44" y="T45"/>
                </a:cxn>
                <a:cxn ang="T125">
                  <a:pos x="T46" y="T47"/>
                </a:cxn>
                <a:cxn ang="T126">
                  <a:pos x="T48" y="T49"/>
                </a:cxn>
                <a:cxn ang="T127">
                  <a:pos x="T50" y="T51"/>
                </a:cxn>
                <a:cxn ang="T128">
                  <a:pos x="T52" y="T53"/>
                </a:cxn>
                <a:cxn ang="T129">
                  <a:pos x="T54" y="T55"/>
                </a:cxn>
                <a:cxn ang="T130">
                  <a:pos x="T56" y="T57"/>
                </a:cxn>
                <a:cxn ang="T131">
                  <a:pos x="T58" y="T59"/>
                </a:cxn>
                <a:cxn ang="T132">
                  <a:pos x="T60" y="T61"/>
                </a:cxn>
                <a:cxn ang="T133">
                  <a:pos x="T62" y="T63"/>
                </a:cxn>
                <a:cxn ang="T134">
                  <a:pos x="T64" y="T65"/>
                </a:cxn>
                <a:cxn ang="T135">
                  <a:pos x="T66" y="T67"/>
                </a:cxn>
                <a:cxn ang="T136">
                  <a:pos x="T68" y="T69"/>
                </a:cxn>
                <a:cxn ang="T137">
                  <a:pos x="T70" y="T71"/>
                </a:cxn>
                <a:cxn ang="T138">
                  <a:pos x="T72" y="T73"/>
                </a:cxn>
                <a:cxn ang="T139">
                  <a:pos x="T74" y="T75"/>
                </a:cxn>
                <a:cxn ang="T140">
                  <a:pos x="T76" y="T77"/>
                </a:cxn>
                <a:cxn ang="T141">
                  <a:pos x="T78" y="T79"/>
                </a:cxn>
                <a:cxn ang="T142">
                  <a:pos x="T80" y="T81"/>
                </a:cxn>
                <a:cxn ang="T143">
                  <a:pos x="T82" y="T83"/>
                </a:cxn>
                <a:cxn ang="T144">
                  <a:pos x="T84" y="T85"/>
                </a:cxn>
                <a:cxn ang="T145">
                  <a:pos x="T86" y="T87"/>
                </a:cxn>
                <a:cxn ang="T146">
                  <a:pos x="T88" y="T89"/>
                </a:cxn>
                <a:cxn ang="T147">
                  <a:pos x="T90" y="T91"/>
                </a:cxn>
                <a:cxn ang="T148">
                  <a:pos x="T92" y="T93"/>
                </a:cxn>
                <a:cxn ang="T149">
                  <a:pos x="T94" y="T95"/>
                </a:cxn>
                <a:cxn ang="T150">
                  <a:pos x="T96" y="T97"/>
                </a:cxn>
                <a:cxn ang="T151">
                  <a:pos x="T98" y="T99"/>
                </a:cxn>
                <a:cxn ang="T152">
                  <a:pos x="T100" y="T101"/>
                </a:cxn>
              </a:cxnLst>
              <a:rect l="T153" t="T154" r="T155" b="T156"/>
              <a:pathLst>
                <a:path w="3960" h="4768">
                  <a:moveTo>
                    <a:pt x="353" y="3849"/>
                  </a:moveTo>
                  <a:lnTo>
                    <a:pt x="1661" y="4700"/>
                  </a:lnTo>
                  <a:lnTo>
                    <a:pt x="1697" y="4717"/>
                  </a:lnTo>
                  <a:lnTo>
                    <a:pt x="1736" y="4731"/>
                  </a:lnTo>
                  <a:lnTo>
                    <a:pt x="1776" y="4742"/>
                  </a:lnTo>
                  <a:lnTo>
                    <a:pt x="1818" y="4753"/>
                  </a:lnTo>
                  <a:lnTo>
                    <a:pt x="1860" y="4760"/>
                  </a:lnTo>
                  <a:lnTo>
                    <a:pt x="1902" y="4765"/>
                  </a:lnTo>
                  <a:lnTo>
                    <a:pt x="1946" y="4768"/>
                  </a:lnTo>
                  <a:lnTo>
                    <a:pt x="1988" y="4768"/>
                  </a:lnTo>
                  <a:lnTo>
                    <a:pt x="2031" y="4767"/>
                  </a:lnTo>
                  <a:lnTo>
                    <a:pt x="2073" y="4763"/>
                  </a:lnTo>
                  <a:lnTo>
                    <a:pt x="2114" y="4758"/>
                  </a:lnTo>
                  <a:lnTo>
                    <a:pt x="2154" y="4751"/>
                  </a:lnTo>
                  <a:lnTo>
                    <a:pt x="2193" y="4740"/>
                  </a:lnTo>
                  <a:lnTo>
                    <a:pt x="2230" y="4729"/>
                  </a:lnTo>
                  <a:lnTo>
                    <a:pt x="2264" y="4715"/>
                  </a:lnTo>
                  <a:lnTo>
                    <a:pt x="2297" y="4700"/>
                  </a:lnTo>
                  <a:lnTo>
                    <a:pt x="3639" y="3825"/>
                  </a:lnTo>
                  <a:lnTo>
                    <a:pt x="3673" y="3795"/>
                  </a:lnTo>
                  <a:lnTo>
                    <a:pt x="3707" y="3761"/>
                  </a:lnTo>
                  <a:lnTo>
                    <a:pt x="3738" y="3725"/>
                  </a:lnTo>
                  <a:lnTo>
                    <a:pt x="3768" y="3685"/>
                  </a:lnTo>
                  <a:lnTo>
                    <a:pt x="3796" y="3644"/>
                  </a:lnTo>
                  <a:lnTo>
                    <a:pt x="3821" y="3599"/>
                  </a:lnTo>
                  <a:lnTo>
                    <a:pt x="3846" y="3553"/>
                  </a:lnTo>
                  <a:lnTo>
                    <a:pt x="3868" y="3505"/>
                  </a:lnTo>
                  <a:lnTo>
                    <a:pt x="3888" y="3456"/>
                  </a:lnTo>
                  <a:lnTo>
                    <a:pt x="3907" y="3406"/>
                  </a:lnTo>
                  <a:lnTo>
                    <a:pt x="3922" y="3354"/>
                  </a:lnTo>
                  <a:lnTo>
                    <a:pt x="3935" y="3303"/>
                  </a:lnTo>
                  <a:lnTo>
                    <a:pt x="3946" y="3250"/>
                  </a:lnTo>
                  <a:lnTo>
                    <a:pt x="3953" y="3197"/>
                  </a:lnTo>
                  <a:lnTo>
                    <a:pt x="3957" y="3144"/>
                  </a:lnTo>
                  <a:lnTo>
                    <a:pt x="3960" y="3092"/>
                  </a:lnTo>
                  <a:lnTo>
                    <a:pt x="3959" y="1313"/>
                  </a:lnTo>
                  <a:lnTo>
                    <a:pt x="3955" y="1271"/>
                  </a:lnTo>
                  <a:lnTo>
                    <a:pt x="3949" y="1229"/>
                  </a:lnTo>
                  <a:lnTo>
                    <a:pt x="3941" y="1189"/>
                  </a:lnTo>
                  <a:lnTo>
                    <a:pt x="3930" y="1149"/>
                  </a:lnTo>
                  <a:lnTo>
                    <a:pt x="3918" y="1111"/>
                  </a:lnTo>
                  <a:lnTo>
                    <a:pt x="3902" y="1075"/>
                  </a:lnTo>
                  <a:lnTo>
                    <a:pt x="3886" y="1040"/>
                  </a:lnTo>
                  <a:lnTo>
                    <a:pt x="3867" y="1006"/>
                  </a:lnTo>
                  <a:lnTo>
                    <a:pt x="3846" y="973"/>
                  </a:lnTo>
                  <a:lnTo>
                    <a:pt x="3823" y="942"/>
                  </a:lnTo>
                  <a:lnTo>
                    <a:pt x="3798" y="913"/>
                  </a:lnTo>
                  <a:lnTo>
                    <a:pt x="3771" y="886"/>
                  </a:lnTo>
                  <a:lnTo>
                    <a:pt x="3743" y="860"/>
                  </a:lnTo>
                  <a:lnTo>
                    <a:pt x="3714" y="837"/>
                  </a:lnTo>
                  <a:lnTo>
                    <a:pt x="3682" y="816"/>
                  </a:lnTo>
                  <a:lnTo>
                    <a:pt x="3649" y="796"/>
                  </a:lnTo>
                  <a:lnTo>
                    <a:pt x="2386" y="83"/>
                  </a:lnTo>
                  <a:lnTo>
                    <a:pt x="2350" y="65"/>
                  </a:lnTo>
                  <a:lnTo>
                    <a:pt x="2310" y="50"/>
                  </a:lnTo>
                  <a:lnTo>
                    <a:pt x="2268" y="36"/>
                  </a:lnTo>
                  <a:lnTo>
                    <a:pt x="2223" y="24"/>
                  </a:lnTo>
                  <a:lnTo>
                    <a:pt x="2178" y="15"/>
                  </a:lnTo>
                  <a:lnTo>
                    <a:pt x="2131" y="8"/>
                  </a:lnTo>
                  <a:lnTo>
                    <a:pt x="2082" y="3"/>
                  </a:lnTo>
                  <a:lnTo>
                    <a:pt x="2032" y="0"/>
                  </a:lnTo>
                  <a:lnTo>
                    <a:pt x="1982" y="1"/>
                  </a:lnTo>
                  <a:lnTo>
                    <a:pt x="1933" y="3"/>
                  </a:lnTo>
                  <a:lnTo>
                    <a:pt x="1882" y="9"/>
                  </a:lnTo>
                  <a:lnTo>
                    <a:pt x="1833" y="17"/>
                  </a:lnTo>
                  <a:lnTo>
                    <a:pt x="1785" y="29"/>
                  </a:lnTo>
                  <a:lnTo>
                    <a:pt x="1737" y="43"/>
                  </a:lnTo>
                  <a:lnTo>
                    <a:pt x="1691" y="62"/>
                  </a:lnTo>
                  <a:lnTo>
                    <a:pt x="1647" y="83"/>
                  </a:lnTo>
                  <a:lnTo>
                    <a:pt x="311" y="782"/>
                  </a:lnTo>
                  <a:lnTo>
                    <a:pt x="276" y="803"/>
                  </a:lnTo>
                  <a:lnTo>
                    <a:pt x="243" y="826"/>
                  </a:lnTo>
                  <a:lnTo>
                    <a:pt x="213" y="852"/>
                  </a:lnTo>
                  <a:lnTo>
                    <a:pt x="184" y="879"/>
                  </a:lnTo>
                  <a:lnTo>
                    <a:pt x="155" y="908"/>
                  </a:lnTo>
                  <a:lnTo>
                    <a:pt x="131" y="939"/>
                  </a:lnTo>
                  <a:lnTo>
                    <a:pt x="107" y="971"/>
                  </a:lnTo>
                  <a:lnTo>
                    <a:pt x="86" y="1005"/>
                  </a:lnTo>
                  <a:lnTo>
                    <a:pt x="68" y="1040"/>
                  </a:lnTo>
                  <a:lnTo>
                    <a:pt x="50" y="1076"/>
                  </a:lnTo>
                  <a:lnTo>
                    <a:pt x="36" y="1115"/>
                  </a:lnTo>
                  <a:lnTo>
                    <a:pt x="23" y="1153"/>
                  </a:lnTo>
                  <a:lnTo>
                    <a:pt x="14" y="1195"/>
                  </a:lnTo>
                  <a:lnTo>
                    <a:pt x="7" y="1236"/>
                  </a:lnTo>
                  <a:lnTo>
                    <a:pt x="2" y="1279"/>
                  </a:lnTo>
                  <a:lnTo>
                    <a:pt x="0" y="1322"/>
                  </a:lnTo>
                  <a:lnTo>
                    <a:pt x="0" y="3093"/>
                  </a:lnTo>
                  <a:lnTo>
                    <a:pt x="2" y="3147"/>
                  </a:lnTo>
                  <a:lnTo>
                    <a:pt x="7" y="3202"/>
                  </a:lnTo>
                  <a:lnTo>
                    <a:pt x="15" y="3257"/>
                  </a:lnTo>
                  <a:lnTo>
                    <a:pt x="27" y="3312"/>
                  </a:lnTo>
                  <a:lnTo>
                    <a:pt x="42" y="3366"/>
                  </a:lnTo>
                  <a:lnTo>
                    <a:pt x="59" y="3420"/>
                  </a:lnTo>
                  <a:lnTo>
                    <a:pt x="79" y="3474"/>
                  </a:lnTo>
                  <a:lnTo>
                    <a:pt x="102" y="3525"/>
                  </a:lnTo>
                  <a:lnTo>
                    <a:pt x="127" y="3576"/>
                  </a:lnTo>
                  <a:lnTo>
                    <a:pt x="154" y="3624"/>
                  </a:lnTo>
                  <a:lnTo>
                    <a:pt x="184" y="3670"/>
                  </a:lnTo>
                  <a:lnTo>
                    <a:pt x="214" y="3712"/>
                  </a:lnTo>
                  <a:lnTo>
                    <a:pt x="247" y="3752"/>
                  </a:lnTo>
                  <a:lnTo>
                    <a:pt x="281" y="3788"/>
                  </a:lnTo>
                  <a:lnTo>
                    <a:pt x="317" y="3821"/>
                  </a:lnTo>
                  <a:lnTo>
                    <a:pt x="353" y="384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6874" name="Freeform 36"/>
            <p:cNvSpPr>
              <a:spLocks/>
            </p:cNvSpPr>
            <p:nvPr/>
          </p:nvSpPr>
          <p:spPr bwMode="auto">
            <a:xfrm>
              <a:off x="943" y="2210"/>
              <a:ext cx="276" cy="187"/>
            </a:xfrm>
            <a:custGeom>
              <a:avLst/>
              <a:gdLst>
                <a:gd name="T0" fmla="*/ 11 w 1380"/>
                <a:gd name="T1" fmla="*/ 7 h 937"/>
                <a:gd name="T2" fmla="*/ 11 w 1380"/>
                <a:gd name="T3" fmla="*/ 7 h 937"/>
                <a:gd name="T4" fmla="*/ 0 w 1380"/>
                <a:gd name="T5" fmla="*/ 0 h 937"/>
                <a:gd name="T6" fmla="*/ 0 w 1380"/>
                <a:gd name="T7" fmla="*/ 1 h 937"/>
                <a:gd name="T8" fmla="*/ 10 w 1380"/>
                <a:gd name="T9" fmla="*/ 7 h 937"/>
                <a:gd name="T10" fmla="*/ 10 w 1380"/>
                <a:gd name="T11" fmla="*/ 7 h 937"/>
                <a:gd name="T12" fmla="*/ 10 w 1380"/>
                <a:gd name="T13" fmla="*/ 7 h 937"/>
                <a:gd name="T14" fmla="*/ 11 w 1380"/>
                <a:gd name="T15" fmla="*/ 7 h 937"/>
                <a:gd name="T16" fmla="*/ 11 w 1380"/>
                <a:gd name="T17" fmla="*/ 7 h 937"/>
                <a:gd name="T18" fmla="*/ 11 w 1380"/>
                <a:gd name="T19" fmla="*/ 7 h 937"/>
                <a:gd name="T20" fmla="*/ 11 w 1380"/>
                <a:gd name="T21" fmla="*/ 7 h 937"/>
                <a:gd name="T22" fmla="*/ 11 w 1380"/>
                <a:gd name="T23" fmla="*/ 7 h 937"/>
                <a:gd name="T24" fmla="*/ 11 w 1380"/>
                <a:gd name="T25" fmla="*/ 7 h 937"/>
                <a:gd name="T26" fmla="*/ 11 w 1380"/>
                <a:gd name="T27" fmla="*/ 7 h 937"/>
                <a:gd name="T28" fmla="*/ 11 w 1380"/>
                <a:gd name="T29" fmla="*/ 7 h 937"/>
                <a:gd name="T30" fmla="*/ 11 w 1380"/>
                <a:gd name="T31" fmla="*/ 7 h 93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80"/>
                <a:gd name="T49" fmla="*/ 0 h 937"/>
                <a:gd name="T50" fmla="*/ 1380 w 1380"/>
                <a:gd name="T51" fmla="*/ 937 h 93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80" h="937">
                  <a:moveTo>
                    <a:pt x="1354" y="848"/>
                  </a:moveTo>
                  <a:lnTo>
                    <a:pt x="1359" y="851"/>
                  </a:lnTo>
                  <a:lnTo>
                    <a:pt x="51" y="0"/>
                  </a:lnTo>
                  <a:lnTo>
                    <a:pt x="0" y="78"/>
                  </a:lnTo>
                  <a:lnTo>
                    <a:pt x="1307" y="929"/>
                  </a:lnTo>
                  <a:lnTo>
                    <a:pt x="1312" y="932"/>
                  </a:lnTo>
                  <a:lnTo>
                    <a:pt x="1307" y="929"/>
                  </a:lnTo>
                  <a:lnTo>
                    <a:pt x="1326" y="937"/>
                  </a:lnTo>
                  <a:lnTo>
                    <a:pt x="1345" y="936"/>
                  </a:lnTo>
                  <a:lnTo>
                    <a:pt x="1360" y="929"/>
                  </a:lnTo>
                  <a:lnTo>
                    <a:pt x="1372" y="916"/>
                  </a:lnTo>
                  <a:lnTo>
                    <a:pt x="1379" y="899"/>
                  </a:lnTo>
                  <a:lnTo>
                    <a:pt x="1380" y="883"/>
                  </a:lnTo>
                  <a:lnTo>
                    <a:pt x="1374" y="865"/>
                  </a:lnTo>
                  <a:lnTo>
                    <a:pt x="1359" y="851"/>
                  </a:lnTo>
                  <a:lnTo>
                    <a:pt x="1354" y="84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6875" name="Freeform 37"/>
            <p:cNvSpPr>
              <a:spLocks/>
            </p:cNvSpPr>
            <p:nvPr/>
          </p:nvSpPr>
          <p:spPr bwMode="auto">
            <a:xfrm>
              <a:off x="1206" y="2379"/>
              <a:ext cx="140" cy="32"/>
            </a:xfrm>
            <a:custGeom>
              <a:avLst/>
              <a:gdLst>
                <a:gd name="T0" fmla="*/ 5 w 703"/>
                <a:gd name="T1" fmla="*/ 0 h 162"/>
                <a:gd name="T2" fmla="*/ 5 w 703"/>
                <a:gd name="T3" fmla="*/ 0 h 162"/>
                <a:gd name="T4" fmla="*/ 5 w 703"/>
                <a:gd name="T5" fmla="*/ 0 h 162"/>
                <a:gd name="T6" fmla="*/ 5 w 703"/>
                <a:gd name="T7" fmla="*/ 0 h 162"/>
                <a:gd name="T8" fmla="*/ 4 w 703"/>
                <a:gd name="T9" fmla="*/ 0 h 162"/>
                <a:gd name="T10" fmla="*/ 4 w 703"/>
                <a:gd name="T11" fmla="*/ 0 h 162"/>
                <a:gd name="T12" fmla="*/ 4 w 703"/>
                <a:gd name="T13" fmla="*/ 0 h 162"/>
                <a:gd name="T14" fmla="*/ 3 w 703"/>
                <a:gd name="T15" fmla="*/ 1 h 162"/>
                <a:gd name="T16" fmla="*/ 3 w 703"/>
                <a:gd name="T17" fmla="*/ 1 h 162"/>
                <a:gd name="T18" fmla="*/ 3 w 703"/>
                <a:gd name="T19" fmla="*/ 1 h 162"/>
                <a:gd name="T20" fmla="*/ 2 w 703"/>
                <a:gd name="T21" fmla="*/ 1 h 162"/>
                <a:gd name="T22" fmla="*/ 2 w 703"/>
                <a:gd name="T23" fmla="*/ 1 h 162"/>
                <a:gd name="T24" fmla="*/ 2 w 703"/>
                <a:gd name="T25" fmla="*/ 0 h 162"/>
                <a:gd name="T26" fmla="*/ 1 w 703"/>
                <a:gd name="T27" fmla="*/ 0 h 162"/>
                <a:gd name="T28" fmla="*/ 1 w 703"/>
                <a:gd name="T29" fmla="*/ 0 h 162"/>
                <a:gd name="T30" fmla="*/ 1 w 703"/>
                <a:gd name="T31" fmla="*/ 0 h 162"/>
                <a:gd name="T32" fmla="*/ 1 w 703"/>
                <a:gd name="T33" fmla="*/ 0 h 162"/>
                <a:gd name="T34" fmla="*/ 0 w 703"/>
                <a:gd name="T35" fmla="*/ 0 h 162"/>
                <a:gd name="T36" fmla="*/ 0 w 703"/>
                <a:gd name="T37" fmla="*/ 1 h 162"/>
                <a:gd name="T38" fmla="*/ 0 w 703"/>
                <a:gd name="T39" fmla="*/ 1 h 162"/>
                <a:gd name="T40" fmla="*/ 1 w 703"/>
                <a:gd name="T41" fmla="*/ 1 h 162"/>
                <a:gd name="T42" fmla="*/ 1 w 703"/>
                <a:gd name="T43" fmla="*/ 1 h 162"/>
                <a:gd name="T44" fmla="*/ 1 w 703"/>
                <a:gd name="T45" fmla="*/ 1 h 162"/>
                <a:gd name="T46" fmla="*/ 2 w 703"/>
                <a:gd name="T47" fmla="*/ 1 h 162"/>
                <a:gd name="T48" fmla="*/ 2 w 703"/>
                <a:gd name="T49" fmla="*/ 1 h 162"/>
                <a:gd name="T50" fmla="*/ 2 w 703"/>
                <a:gd name="T51" fmla="*/ 1 h 162"/>
                <a:gd name="T52" fmla="*/ 3 w 703"/>
                <a:gd name="T53" fmla="*/ 1 h 162"/>
                <a:gd name="T54" fmla="*/ 3 w 703"/>
                <a:gd name="T55" fmla="*/ 1 h 162"/>
                <a:gd name="T56" fmla="*/ 3 w 703"/>
                <a:gd name="T57" fmla="*/ 1 h 162"/>
                <a:gd name="T58" fmla="*/ 4 w 703"/>
                <a:gd name="T59" fmla="*/ 1 h 162"/>
                <a:gd name="T60" fmla="*/ 4 w 703"/>
                <a:gd name="T61" fmla="*/ 1 h 162"/>
                <a:gd name="T62" fmla="*/ 5 w 703"/>
                <a:gd name="T63" fmla="*/ 1 h 162"/>
                <a:gd name="T64" fmla="*/ 5 w 703"/>
                <a:gd name="T65" fmla="*/ 1 h 162"/>
                <a:gd name="T66" fmla="*/ 5 w 703"/>
                <a:gd name="T67" fmla="*/ 1 h 162"/>
                <a:gd name="T68" fmla="*/ 5 w 703"/>
                <a:gd name="T69" fmla="*/ 1 h 162"/>
                <a:gd name="T70" fmla="*/ 5 w 703"/>
                <a:gd name="T71" fmla="*/ 1 h 162"/>
                <a:gd name="T72" fmla="*/ 5 w 703"/>
                <a:gd name="T73" fmla="*/ 1 h 162"/>
                <a:gd name="T74" fmla="*/ 5 w 703"/>
                <a:gd name="T75" fmla="*/ 1 h 162"/>
                <a:gd name="T76" fmla="*/ 6 w 703"/>
                <a:gd name="T77" fmla="*/ 0 h 162"/>
                <a:gd name="T78" fmla="*/ 6 w 703"/>
                <a:gd name="T79" fmla="*/ 0 h 162"/>
                <a:gd name="T80" fmla="*/ 6 w 703"/>
                <a:gd name="T81" fmla="*/ 0 h 162"/>
                <a:gd name="T82" fmla="*/ 5 w 703"/>
                <a:gd name="T83" fmla="*/ 0 h 162"/>
                <a:gd name="T84" fmla="*/ 5 w 703"/>
                <a:gd name="T85" fmla="*/ 0 h 162"/>
                <a:gd name="T86" fmla="*/ 5 w 703"/>
                <a:gd name="T87" fmla="*/ 0 h 162"/>
                <a:gd name="T88" fmla="*/ 5 w 703"/>
                <a:gd name="T89" fmla="*/ 0 h 162"/>
                <a:gd name="T90" fmla="*/ 5 w 703"/>
                <a:gd name="T91" fmla="*/ 0 h 162"/>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703"/>
                <a:gd name="T139" fmla="*/ 0 h 162"/>
                <a:gd name="T140" fmla="*/ 703 w 703"/>
                <a:gd name="T141" fmla="*/ 162 h 162"/>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703" h="162">
                  <a:moveTo>
                    <a:pt x="631" y="8"/>
                  </a:moveTo>
                  <a:lnTo>
                    <a:pt x="636" y="6"/>
                  </a:lnTo>
                  <a:lnTo>
                    <a:pt x="606" y="20"/>
                  </a:lnTo>
                  <a:lnTo>
                    <a:pt x="575" y="32"/>
                  </a:lnTo>
                  <a:lnTo>
                    <a:pt x="540" y="42"/>
                  </a:lnTo>
                  <a:lnTo>
                    <a:pt x="504" y="52"/>
                  </a:lnTo>
                  <a:lnTo>
                    <a:pt x="467" y="59"/>
                  </a:lnTo>
                  <a:lnTo>
                    <a:pt x="428" y="64"/>
                  </a:lnTo>
                  <a:lnTo>
                    <a:pt x="389" y="67"/>
                  </a:lnTo>
                  <a:lnTo>
                    <a:pt x="348" y="68"/>
                  </a:lnTo>
                  <a:lnTo>
                    <a:pt x="308" y="68"/>
                  </a:lnTo>
                  <a:lnTo>
                    <a:pt x="267" y="65"/>
                  </a:lnTo>
                  <a:lnTo>
                    <a:pt x="226" y="61"/>
                  </a:lnTo>
                  <a:lnTo>
                    <a:pt x="187" y="54"/>
                  </a:lnTo>
                  <a:lnTo>
                    <a:pt x="148" y="44"/>
                  </a:lnTo>
                  <a:lnTo>
                    <a:pt x="110" y="33"/>
                  </a:lnTo>
                  <a:lnTo>
                    <a:pt x="75" y="20"/>
                  </a:lnTo>
                  <a:lnTo>
                    <a:pt x="42" y="5"/>
                  </a:lnTo>
                  <a:lnTo>
                    <a:pt x="0" y="89"/>
                  </a:lnTo>
                  <a:lnTo>
                    <a:pt x="40" y="107"/>
                  </a:lnTo>
                  <a:lnTo>
                    <a:pt x="82" y="122"/>
                  </a:lnTo>
                  <a:lnTo>
                    <a:pt x="124" y="135"/>
                  </a:lnTo>
                  <a:lnTo>
                    <a:pt x="169" y="146"/>
                  </a:lnTo>
                  <a:lnTo>
                    <a:pt x="214" y="153"/>
                  </a:lnTo>
                  <a:lnTo>
                    <a:pt x="258" y="158"/>
                  </a:lnTo>
                  <a:lnTo>
                    <a:pt x="303" y="162"/>
                  </a:lnTo>
                  <a:lnTo>
                    <a:pt x="348" y="162"/>
                  </a:lnTo>
                  <a:lnTo>
                    <a:pt x="394" y="161"/>
                  </a:lnTo>
                  <a:lnTo>
                    <a:pt x="439" y="157"/>
                  </a:lnTo>
                  <a:lnTo>
                    <a:pt x="481" y="150"/>
                  </a:lnTo>
                  <a:lnTo>
                    <a:pt x="525" y="143"/>
                  </a:lnTo>
                  <a:lnTo>
                    <a:pt x="566" y="132"/>
                  </a:lnTo>
                  <a:lnTo>
                    <a:pt x="606" y="121"/>
                  </a:lnTo>
                  <a:lnTo>
                    <a:pt x="643" y="105"/>
                  </a:lnTo>
                  <a:lnTo>
                    <a:pt x="678" y="88"/>
                  </a:lnTo>
                  <a:lnTo>
                    <a:pt x="683" y="86"/>
                  </a:lnTo>
                  <a:lnTo>
                    <a:pt x="678" y="88"/>
                  </a:lnTo>
                  <a:lnTo>
                    <a:pt x="695" y="75"/>
                  </a:lnTo>
                  <a:lnTo>
                    <a:pt x="702" y="60"/>
                  </a:lnTo>
                  <a:lnTo>
                    <a:pt x="703" y="42"/>
                  </a:lnTo>
                  <a:lnTo>
                    <a:pt x="698" y="26"/>
                  </a:lnTo>
                  <a:lnTo>
                    <a:pt x="688" y="12"/>
                  </a:lnTo>
                  <a:lnTo>
                    <a:pt x="674" y="3"/>
                  </a:lnTo>
                  <a:lnTo>
                    <a:pt x="656" y="0"/>
                  </a:lnTo>
                  <a:lnTo>
                    <a:pt x="636" y="6"/>
                  </a:lnTo>
                  <a:lnTo>
                    <a:pt x="631"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6876" name="Freeform 38"/>
            <p:cNvSpPr>
              <a:spLocks/>
            </p:cNvSpPr>
            <p:nvPr/>
          </p:nvSpPr>
          <p:spPr bwMode="auto">
            <a:xfrm>
              <a:off x="1332" y="2204"/>
              <a:ext cx="283" cy="192"/>
            </a:xfrm>
            <a:custGeom>
              <a:avLst/>
              <a:gdLst>
                <a:gd name="T0" fmla="*/ 11 w 1415"/>
                <a:gd name="T1" fmla="*/ 0 h 960"/>
                <a:gd name="T2" fmla="*/ 11 w 1415"/>
                <a:gd name="T3" fmla="*/ 0 h 960"/>
                <a:gd name="T4" fmla="*/ 0 w 1415"/>
                <a:gd name="T5" fmla="*/ 7 h 960"/>
                <a:gd name="T6" fmla="*/ 0 w 1415"/>
                <a:gd name="T7" fmla="*/ 8 h 960"/>
                <a:gd name="T8" fmla="*/ 11 w 1415"/>
                <a:gd name="T9" fmla="*/ 1 h 960"/>
                <a:gd name="T10" fmla="*/ 11 w 1415"/>
                <a:gd name="T11" fmla="*/ 1 h 960"/>
                <a:gd name="T12" fmla="*/ 11 w 1415"/>
                <a:gd name="T13" fmla="*/ 1 h 960"/>
                <a:gd name="T14" fmla="*/ 11 w 1415"/>
                <a:gd name="T15" fmla="*/ 1 h 960"/>
                <a:gd name="T16" fmla="*/ 11 w 1415"/>
                <a:gd name="T17" fmla="*/ 0 h 960"/>
                <a:gd name="T18" fmla="*/ 11 w 1415"/>
                <a:gd name="T19" fmla="*/ 0 h 960"/>
                <a:gd name="T20" fmla="*/ 11 w 1415"/>
                <a:gd name="T21" fmla="*/ 0 h 960"/>
                <a:gd name="T22" fmla="*/ 11 w 1415"/>
                <a:gd name="T23" fmla="*/ 0 h 960"/>
                <a:gd name="T24" fmla="*/ 11 w 1415"/>
                <a:gd name="T25" fmla="*/ 0 h 960"/>
                <a:gd name="T26" fmla="*/ 11 w 1415"/>
                <a:gd name="T27" fmla="*/ 0 h 960"/>
                <a:gd name="T28" fmla="*/ 11 w 1415"/>
                <a:gd name="T29" fmla="*/ 0 h 960"/>
                <a:gd name="T30" fmla="*/ 11 w 1415"/>
                <a:gd name="T31" fmla="*/ 0 h 96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15"/>
                <a:gd name="T49" fmla="*/ 0 h 960"/>
                <a:gd name="T50" fmla="*/ 1415 w 1415"/>
                <a:gd name="T51" fmla="*/ 960 h 96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15" h="960">
                  <a:moveTo>
                    <a:pt x="1338" y="10"/>
                  </a:moveTo>
                  <a:lnTo>
                    <a:pt x="1342" y="8"/>
                  </a:lnTo>
                  <a:lnTo>
                    <a:pt x="0" y="882"/>
                  </a:lnTo>
                  <a:lnTo>
                    <a:pt x="52" y="960"/>
                  </a:lnTo>
                  <a:lnTo>
                    <a:pt x="1393" y="85"/>
                  </a:lnTo>
                  <a:lnTo>
                    <a:pt x="1397" y="83"/>
                  </a:lnTo>
                  <a:lnTo>
                    <a:pt x="1393" y="85"/>
                  </a:lnTo>
                  <a:lnTo>
                    <a:pt x="1409" y="71"/>
                  </a:lnTo>
                  <a:lnTo>
                    <a:pt x="1415" y="53"/>
                  </a:lnTo>
                  <a:lnTo>
                    <a:pt x="1413" y="37"/>
                  </a:lnTo>
                  <a:lnTo>
                    <a:pt x="1406" y="21"/>
                  </a:lnTo>
                  <a:lnTo>
                    <a:pt x="1395" y="8"/>
                  </a:lnTo>
                  <a:lnTo>
                    <a:pt x="1379" y="1"/>
                  </a:lnTo>
                  <a:lnTo>
                    <a:pt x="1361" y="0"/>
                  </a:lnTo>
                  <a:lnTo>
                    <a:pt x="1342" y="8"/>
                  </a:lnTo>
                  <a:lnTo>
                    <a:pt x="1338" y="1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6877" name="Freeform 39"/>
            <p:cNvSpPr>
              <a:spLocks/>
            </p:cNvSpPr>
            <p:nvPr/>
          </p:nvSpPr>
          <p:spPr bwMode="auto">
            <a:xfrm>
              <a:off x="1599" y="2057"/>
              <a:ext cx="80" cy="163"/>
            </a:xfrm>
            <a:custGeom>
              <a:avLst/>
              <a:gdLst>
                <a:gd name="T0" fmla="*/ 2 w 398"/>
                <a:gd name="T1" fmla="*/ 0 h 817"/>
                <a:gd name="T2" fmla="*/ 2 w 398"/>
                <a:gd name="T3" fmla="*/ 0 h 817"/>
                <a:gd name="T4" fmla="*/ 2 w 398"/>
                <a:gd name="T5" fmla="*/ 1 h 817"/>
                <a:gd name="T6" fmla="*/ 2 w 398"/>
                <a:gd name="T7" fmla="*/ 1 h 817"/>
                <a:gd name="T8" fmla="*/ 2 w 398"/>
                <a:gd name="T9" fmla="*/ 2 h 817"/>
                <a:gd name="T10" fmla="*/ 2 w 398"/>
                <a:gd name="T11" fmla="*/ 2 h 817"/>
                <a:gd name="T12" fmla="*/ 2 w 398"/>
                <a:gd name="T13" fmla="*/ 2 h 817"/>
                <a:gd name="T14" fmla="*/ 2 w 398"/>
                <a:gd name="T15" fmla="*/ 3 h 817"/>
                <a:gd name="T16" fmla="*/ 2 w 398"/>
                <a:gd name="T17" fmla="*/ 3 h 817"/>
                <a:gd name="T18" fmla="*/ 2 w 398"/>
                <a:gd name="T19" fmla="*/ 4 h 817"/>
                <a:gd name="T20" fmla="*/ 2 w 398"/>
                <a:gd name="T21" fmla="*/ 4 h 817"/>
                <a:gd name="T22" fmla="*/ 1 w 398"/>
                <a:gd name="T23" fmla="*/ 4 h 817"/>
                <a:gd name="T24" fmla="*/ 1 w 398"/>
                <a:gd name="T25" fmla="*/ 5 h 817"/>
                <a:gd name="T26" fmla="*/ 1 w 398"/>
                <a:gd name="T27" fmla="*/ 5 h 817"/>
                <a:gd name="T28" fmla="*/ 1 w 398"/>
                <a:gd name="T29" fmla="*/ 5 h 817"/>
                <a:gd name="T30" fmla="*/ 1 w 398"/>
                <a:gd name="T31" fmla="*/ 5 h 817"/>
                <a:gd name="T32" fmla="*/ 0 w 398"/>
                <a:gd name="T33" fmla="*/ 6 h 817"/>
                <a:gd name="T34" fmla="*/ 0 w 398"/>
                <a:gd name="T35" fmla="*/ 6 h 817"/>
                <a:gd name="T36" fmla="*/ 0 w 398"/>
                <a:gd name="T37" fmla="*/ 7 h 817"/>
                <a:gd name="T38" fmla="*/ 1 w 398"/>
                <a:gd name="T39" fmla="*/ 6 h 817"/>
                <a:gd name="T40" fmla="*/ 1 w 398"/>
                <a:gd name="T41" fmla="*/ 6 h 817"/>
                <a:gd name="T42" fmla="*/ 1 w 398"/>
                <a:gd name="T43" fmla="*/ 6 h 817"/>
                <a:gd name="T44" fmla="*/ 2 w 398"/>
                <a:gd name="T45" fmla="*/ 5 h 817"/>
                <a:gd name="T46" fmla="*/ 2 w 398"/>
                <a:gd name="T47" fmla="*/ 5 h 817"/>
                <a:gd name="T48" fmla="*/ 2 w 398"/>
                <a:gd name="T49" fmla="*/ 5 h 817"/>
                <a:gd name="T50" fmla="*/ 2 w 398"/>
                <a:gd name="T51" fmla="*/ 4 h 817"/>
                <a:gd name="T52" fmla="*/ 2 w 398"/>
                <a:gd name="T53" fmla="*/ 4 h 817"/>
                <a:gd name="T54" fmla="*/ 3 w 398"/>
                <a:gd name="T55" fmla="*/ 3 h 817"/>
                <a:gd name="T56" fmla="*/ 3 w 398"/>
                <a:gd name="T57" fmla="*/ 3 h 817"/>
                <a:gd name="T58" fmla="*/ 3 w 398"/>
                <a:gd name="T59" fmla="*/ 3 h 817"/>
                <a:gd name="T60" fmla="*/ 3 w 398"/>
                <a:gd name="T61" fmla="*/ 2 h 817"/>
                <a:gd name="T62" fmla="*/ 3 w 398"/>
                <a:gd name="T63" fmla="*/ 2 h 817"/>
                <a:gd name="T64" fmla="*/ 3 w 398"/>
                <a:gd name="T65" fmla="*/ 1 h 817"/>
                <a:gd name="T66" fmla="*/ 3 w 398"/>
                <a:gd name="T67" fmla="*/ 1 h 817"/>
                <a:gd name="T68" fmla="*/ 3 w 398"/>
                <a:gd name="T69" fmla="*/ 0 h 817"/>
                <a:gd name="T70" fmla="*/ 3 w 398"/>
                <a:gd name="T71" fmla="*/ 0 h 817"/>
                <a:gd name="T72" fmla="*/ 3 w 398"/>
                <a:gd name="T73" fmla="*/ 0 h 817"/>
                <a:gd name="T74" fmla="*/ 3 w 398"/>
                <a:gd name="T75" fmla="*/ 0 h 817"/>
                <a:gd name="T76" fmla="*/ 3 w 398"/>
                <a:gd name="T77" fmla="*/ 0 h 817"/>
                <a:gd name="T78" fmla="*/ 3 w 398"/>
                <a:gd name="T79" fmla="*/ 0 h 817"/>
                <a:gd name="T80" fmla="*/ 3 w 398"/>
                <a:gd name="T81" fmla="*/ 0 h 817"/>
                <a:gd name="T82" fmla="*/ 3 w 398"/>
                <a:gd name="T83" fmla="*/ 0 h 817"/>
                <a:gd name="T84" fmla="*/ 3 w 398"/>
                <a:gd name="T85" fmla="*/ 0 h 817"/>
                <a:gd name="T86" fmla="*/ 2 w 398"/>
                <a:gd name="T87" fmla="*/ 0 h 817"/>
                <a:gd name="T88" fmla="*/ 2 w 398"/>
                <a:gd name="T89" fmla="*/ 0 h 817"/>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398"/>
                <a:gd name="T136" fmla="*/ 0 h 817"/>
                <a:gd name="T137" fmla="*/ 398 w 398"/>
                <a:gd name="T138" fmla="*/ 817 h 817"/>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398" h="817">
                  <a:moveTo>
                    <a:pt x="304" y="47"/>
                  </a:moveTo>
                  <a:lnTo>
                    <a:pt x="304" y="47"/>
                  </a:lnTo>
                  <a:lnTo>
                    <a:pt x="301" y="97"/>
                  </a:lnTo>
                  <a:lnTo>
                    <a:pt x="297" y="147"/>
                  </a:lnTo>
                  <a:lnTo>
                    <a:pt x="291" y="198"/>
                  </a:lnTo>
                  <a:lnTo>
                    <a:pt x="280" y="247"/>
                  </a:lnTo>
                  <a:lnTo>
                    <a:pt x="268" y="297"/>
                  </a:lnTo>
                  <a:lnTo>
                    <a:pt x="253" y="347"/>
                  </a:lnTo>
                  <a:lnTo>
                    <a:pt x="236" y="395"/>
                  </a:lnTo>
                  <a:lnTo>
                    <a:pt x="217" y="442"/>
                  </a:lnTo>
                  <a:lnTo>
                    <a:pt x="195" y="487"/>
                  </a:lnTo>
                  <a:lnTo>
                    <a:pt x="171" y="532"/>
                  </a:lnTo>
                  <a:lnTo>
                    <a:pt x="147" y="574"/>
                  </a:lnTo>
                  <a:lnTo>
                    <a:pt x="121" y="613"/>
                  </a:lnTo>
                  <a:lnTo>
                    <a:pt x="93" y="650"/>
                  </a:lnTo>
                  <a:lnTo>
                    <a:pt x="64" y="684"/>
                  </a:lnTo>
                  <a:lnTo>
                    <a:pt x="32" y="716"/>
                  </a:lnTo>
                  <a:lnTo>
                    <a:pt x="0" y="744"/>
                  </a:lnTo>
                  <a:lnTo>
                    <a:pt x="59" y="817"/>
                  </a:lnTo>
                  <a:lnTo>
                    <a:pt x="95" y="784"/>
                  </a:lnTo>
                  <a:lnTo>
                    <a:pt x="132" y="748"/>
                  </a:lnTo>
                  <a:lnTo>
                    <a:pt x="166" y="709"/>
                  </a:lnTo>
                  <a:lnTo>
                    <a:pt x="196" y="667"/>
                  </a:lnTo>
                  <a:lnTo>
                    <a:pt x="227" y="623"/>
                  </a:lnTo>
                  <a:lnTo>
                    <a:pt x="253" y="576"/>
                  </a:lnTo>
                  <a:lnTo>
                    <a:pt x="279" y="530"/>
                  </a:lnTo>
                  <a:lnTo>
                    <a:pt x="301" y="479"/>
                  </a:lnTo>
                  <a:lnTo>
                    <a:pt x="323" y="428"/>
                  </a:lnTo>
                  <a:lnTo>
                    <a:pt x="342" y="375"/>
                  </a:lnTo>
                  <a:lnTo>
                    <a:pt x="359" y="321"/>
                  </a:lnTo>
                  <a:lnTo>
                    <a:pt x="372" y="268"/>
                  </a:lnTo>
                  <a:lnTo>
                    <a:pt x="382" y="212"/>
                  </a:lnTo>
                  <a:lnTo>
                    <a:pt x="391" y="157"/>
                  </a:lnTo>
                  <a:lnTo>
                    <a:pt x="395" y="102"/>
                  </a:lnTo>
                  <a:lnTo>
                    <a:pt x="398" y="47"/>
                  </a:lnTo>
                  <a:lnTo>
                    <a:pt x="394" y="27"/>
                  </a:lnTo>
                  <a:lnTo>
                    <a:pt x="383" y="11"/>
                  </a:lnTo>
                  <a:lnTo>
                    <a:pt x="368" y="3"/>
                  </a:lnTo>
                  <a:lnTo>
                    <a:pt x="351" y="0"/>
                  </a:lnTo>
                  <a:lnTo>
                    <a:pt x="333" y="3"/>
                  </a:lnTo>
                  <a:lnTo>
                    <a:pt x="319" y="11"/>
                  </a:lnTo>
                  <a:lnTo>
                    <a:pt x="307" y="27"/>
                  </a:lnTo>
                  <a:lnTo>
                    <a:pt x="304" y="4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6878" name="Freeform 40"/>
            <p:cNvSpPr>
              <a:spLocks/>
            </p:cNvSpPr>
            <p:nvPr/>
          </p:nvSpPr>
          <p:spPr bwMode="auto">
            <a:xfrm>
              <a:off x="1660" y="1701"/>
              <a:ext cx="19" cy="365"/>
            </a:xfrm>
            <a:custGeom>
              <a:avLst/>
              <a:gdLst>
                <a:gd name="T0" fmla="*/ 0 w 95"/>
                <a:gd name="T1" fmla="*/ 0 h 1826"/>
                <a:gd name="T2" fmla="*/ 0 w 95"/>
                <a:gd name="T3" fmla="*/ 0 h 1826"/>
                <a:gd name="T4" fmla="*/ 0 w 95"/>
                <a:gd name="T5" fmla="*/ 15 h 1826"/>
                <a:gd name="T6" fmla="*/ 1 w 95"/>
                <a:gd name="T7" fmla="*/ 15 h 1826"/>
                <a:gd name="T8" fmla="*/ 1 w 95"/>
                <a:gd name="T9" fmla="*/ 0 h 1826"/>
                <a:gd name="T10" fmla="*/ 1 w 95"/>
                <a:gd name="T11" fmla="*/ 0 h 1826"/>
                <a:gd name="T12" fmla="*/ 1 w 95"/>
                <a:gd name="T13" fmla="*/ 0 h 1826"/>
                <a:gd name="T14" fmla="*/ 1 w 95"/>
                <a:gd name="T15" fmla="*/ 0 h 1826"/>
                <a:gd name="T16" fmla="*/ 1 w 95"/>
                <a:gd name="T17" fmla="*/ 0 h 1826"/>
                <a:gd name="T18" fmla="*/ 1 w 95"/>
                <a:gd name="T19" fmla="*/ 0 h 1826"/>
                <a:gd name="T20" fmla="*/ 0 w 95"/>
                <a:gd name="T21" fmla="*/ 0 h 1826"/>
                <a:gd name="T22" fmla="*/ 0 w 95"/>
                <a:gd name="T23" fmla="*/ 0 h 1826"/>
                <a:gd name="T24" fmla="*/ 0 w 95"/>
                <a:gd name="T25" fmla="*/ 0 h 1826"/>
                <a:gd name="T26" fmla="*/ 0 w 95"/>
                <a:gd name="T27" fmla="*/ 0 h 1826"/>
                <a:gd name="T28" fmla="*/ 0 w 95"/>
                <a:gd name="T29" fmla="*/ 0 h 1826"/>
                <a:gd name="T30" fmla="*/ 0 w 95"/>
                <a:gd name="T31" fmla="*/ 0 h 182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95"/>
                <a:gd name="T49" fmla="*/ 0 h 1826"/>
                <a:gd name="T50" fmla="*/ 95 w 95"/>
                <a:gd name="T51" fmla="*/ 1826 h 182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95" h="1826">
                  <a:moveTo>
                    <a:pt x="0" y="49"/>
                  </a:moveTo>
                  <a:lnTo>
                    <a:pt x="0" y="47"/>
                  </a:lnTo>
                  <a:lnTo>
                    <a:pt x="1" y="1826"/>
                  </a:lnTo>
                  <a:lnTo>
                    <a:pt x="95" y="1826"/>
                  </a:lnTo>
                  <a:lnTo>
                    <a:pt x="93" y="47"/>
                  </a:lnTo>
                  <a:lnTo>
                    <a:pt x="93" y="45"/>
                  </a:lnTo>
                  <a:lnTo>
                    <a:pt x="93" y="47"/>
                  </a:lnTo>
                  <a:lnTo>
                    <a:pt x="90" y="27"/>
                  </a:lnTo>
                  <a:lnTo>
                    <a:pt x="79" y="12"/>
                  </a:lnTo>
                  <a:lnTo>
                    <a:pt x="64" y="4"/>
                  </a:lnTo>
                  <a:lnTo>
                    <a:pt x="47" y="0"/>
                  </a:lnTo>
                  <a:lnTo>
                    <a:pt x="29" y="4"/>
                  </a:lnTo>
                  <a:lnTo>
                    <a:pt x="15" y="12"/>
                  </a:lnTo>
                  <a:lnTo>
                    <a:pt x="3" y="27"/>
                  </a:lnTo>
                  <a:lnTo>
                    <a:pt x="0" y="47"/>
                  </a:lnTo>
                  <a:lnTo>
                    <a:pt x="0" y="4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6879" name="Freeform 41"/>
            <p:cNvSpPr>
              <a:spLocks/>
            </p:cNvSpPr>
            <p:nvPr/>
          </p:nvSpPr>
          <p:spPr bwMode="auto">
            <a:xfrm>
              <a:off x="1598" y="1598"/>
              <a:ext cx="81" cy="113"/>
            </a:xfrm>
            <a:custGeom>
              <a:avLst/>
              <a:gdLst>
                <a:gd name="T0" fmla="*/ 0 w 401"/>
                <a:gd name="T1" fmla="*/ 1 h 566"/>
                <a:gd name="T2" fmla="*/ 0 w 401"/>
                <a:gd name="T3" fmla="*/ 1 h 566"/>
                <a:gd name="T4" fmla="*/ 0 w 401"/>
                <a:gd name="T5" fmla="*/ 1 h 566"/>
                <a:gd name="T6" fmla="*/ 1 w 401"/>
                <a:gd name="T7" fmla="*/ 1 h 566"/>
                <a:gd name="T8" fmla="*/ 1 w 401"/>
                <a:gd name="T9" fmla="*/ 1 h 566"/>
                <a:gd name="T10" fmla="*/ 1 w 401"/>
                <a:gd name="T11" fmla="*/ 1 h 566"/>
                <a:gd name="T12" fmla="*/ 1 w 401"/>
                <a:gd name="T13" fmla="*/ 2 h 566"/>
                <a:gd name="T14" fmla="*/ 1 w 401"/>
                <a:gd name="T15" fmla="*/ 2 h 566"/>
                <a:gd name="T16" fmla="*/ 2 w 401"/>
                <a:gd name="T17" fmla="*/ 2 h 566"/>
                <a:gd name="T18" fmla="*/ 2 w 401"/>
                <a:gd name="T19" fmla="*/ 2 h 566"/>
                <a:gd name="T20" fmla="*/ 2 w 401"/>
                <a:gd name="T21" fmla="*/ 2 h 566"/>
                <a:gd name="T22" fmla="*/ 2 w 401"/>
                <a:gd name="T23" fmla="*/ 3 h 566"/>
                <a:gd name="T24" fmla="*/ 2 w 401"/>
                <a:gd name="T25" fmla="*/ 3 h 566"/>
                <a:gd name="T26" fmla="*/ 2 w 401"/>
                <a:gd name="T27" fmla="*/ 3 h 566"/>
                <a:gd name="T28" fmla="*/ 2 w 401"/>
                <a:gd name="T29" fmla="*/ 4 h 566"/>
                <a:gd name="T30" fmla="*/ 2 w 401"/>
                <a:gd name="T31" fmla="*/ 4 h 566"/>
                <a:gd name="T32" fmla="*/ 2 w 401"/>
                <a:gd name="T33" fmla="*/ 4 h 566"/>
                <a:gd name="T34" fmla="*/ 3 w 401"/>
                <a:gd name="T35" fmla="*/ 5 h 566"/>
                <a:gd name="T36" fmla="*/ 3 w 401"/>
                <a:gd name="T37" fmla="*/ 4 h 566"/>
                <a:gd name="T38" fmla="*/ 3 w 401"/>
                <a:gd name="T39" fmla="*/ 4 h 566"/>
                <a:gd name="T40" fmla="*/ 3 w 401"/>
                <a:gd name="T41" fmla="*/ 4 h 566"/>
                <a:gd name="T42" fmla="*/ 3 w 401"/>
                <a:gd name="T43" fmla="*/ 3 h 566"/>
                <a:gd name="T44" fmla="*/ 3 w 401"/>
                <a:gd name="T45" fmla="*/ 3 h 566"/>
                <a:gd name="T46" fmla="*/ 3 w 401"/>
                <a:gd name="T47" fmla="*/ 3 h 566"/>
                <a:gd name="T48" fmla="*/ 3 w 401"/>
                <a:gd name="T49" fmla="*/ 2 h 566"/>
                <a:gd name="T50" fmla="*/ 3 w 401"/>
                <a:gd name="T51" fmla="*/ 2 h 566"/>
                <a:gd name="T52" fmla="*/ 2 w 401"/>
                <a:gd name="T53" fmla="*/ 2 h 566"/>
                <a:gd name="T54" fmla="*/ 2 w 401"/>
                <a:gd name="T55" fmla="*/ 2 h 566"/>
                <a:gd name="T56" fmla="*/ 2 w 401"/>
                <a:gd name="T57" fmla="*/ 1 h 566"/>
                <a:gd name="T58" fmla="*/ 2 w 401"/>
                <a:gd name="T59" fmla="*/ 1 h 566"/>
                <a:gd name="T60" fmla="*/ 2 w 401"/>
                <a:gd name="T61" fmla="*/ 1 h 566"/>
                <a:gd name="T62" fmla="*/ 1 w 401"/>
                <a:gd name="T63" fmla="*/ 1 h 566"/>
                <a:gd name="T64" fmla="*/ 1 w 401"/>
                <a:gd name="T65" fmla="*/ 0 h 566"/>
                <a:gd name="T66" fmla="*/ 1 w 401"/>
                <a:gd name="T67" fmla="*/ 0 h 566"/>
                <a:gd name="T68" fmla="*/ 1 w 401"/>
                <a:gd name="T69" fmla="*/ 0 h 566"/>
                <a:gd name="T70" fmla="*/ 1 w 401"/>
                <a:gd name="T71" fmla="*/ 0 h 566"/>
                <a:gd name="T72" fmla="*/ 1 w 401"/>
                <a:gd name="T73" fmla="*/ 0 h 566"/>
                <a:gd name="T74" fmla="*/ 0 w 401"/>
                <a:gd name="T75" fmla="*/ 0 h 566"/>
                <a:gd name="T76" fmla="*/ 0 w 401"/>
                <a:gd name="T77" fmla="*/ 0 h 566"/>
                <a:gd name="T78" fmla="*/ 0 w 401"/>
                <a:gd name="T79" fmla="*/ 0 h 566"/>
                <a:gd name="T80" fmla="*/ 0 w 401"/>
                <a:gd name="T81" fmla="*/ 0 h 566"/>
                <a:gd name="T82" fmla="*/ 0 w 401"/>
                <a:gd name="T83" fmla="*/ 0 h 566"/>
                <a:gd name="T84" fmla="*/ 0 w 401"/>
                <a:gd name="T85" fmla="*/ 0 h 566"/>
                <a:gd name="T86" fmla="*/ 0 w 401"/>
                <a:gd name="T87" fmla="*/ 1 h 566"/>
                <a:gd name="T88" fmla="*/ 0 w 401"/>
                <a:gd name="T89" fmla="*/ 1 h 56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401"/>
                <a:gd name="T136" fmla="*/ 0 h 566"/>
                <a:gd name="T137" fmla="*/ 401 w 401"/>
                <a:gd name="T138" fmla="*/ 566 h 566"/>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401" h="566">
                  <a:moveTo>
                    <a:pt x="23" y="88"/>
                  </a:moveTo>
                  <a:lnTo>
                    <a:pt x="23" y="88"/>
                  </a:lnTo>
                  <a:lnTo>
                    <a:pt x="53" y="107"/>
                  </a:lnTo>
                  <a:lnTo>
                    <a:pt x="83" y="125"/>
                  </a:lnTo>
                  <a:lnTo>
                    <a:pt x="108" y="147"/>
                  </a:lnTo>
                  <a:lnTo>
                    <a:pt x="135" y="171"/>
                  </a:lnTo>
                  <a:lnTo>
                    <a:pt x="160" y="196"/>
                  </a:lnTo>
                  <a:lnTo>
                    <a:pt x="182" y="223"/>
                  </a:lnTo>
                  <a:lnTo>
                    <a:pt x="205" y="251"/>
                  </a:lnTo>
                  <a:lnTo>
                    <a:pt x="223" y="281"/>
                  </a:lnTo>
                  <a:lnTo>
                    <a:pt x="240" y="312"/>
                  </a:lnTo>
                  <a:lnTo>
                    <a:pt x="256" y="345"/>
                  </a:lnTo>
                  <a:lnTo>
                    <a:pt x="270" y="379"/>
                  </a:lnTo>
                  <a:lnTo>
                    <a:pt x="282" y="414"/>
                  </a:lnTo>
                  <a:lnTo>
                    <a:pt x="291" y="450"/>
                  </a:lnTo>
                  <a:lnTo>
                    <a:pt x="299" y="488"/>
                  </a:lnTo>
                  <a:lnTo>
                    <a:pt x="304" y="526"/>
                  </a:lnTo>
                  <a:lnTo>
                    <a:pt x="308" y="566"/>
                  </a:lnTo>
                  <a:lnTo>
                    <a:pt x="401" y="562"/>
                  </a:lnTo>
                  <a:lnTo>
                    <a:pt x="398" y="517"/>
                  </a:lnTo>
                  <a:lnTo>
                    <a:pt x="391" y="471"/>
                  </a:lnTo>
                  <a:lnTo>
                    <a:pt x="383" y="429"/>
                  </a:lnTo>
                  <a:lnTo>
                    <a:pt x="371" y="386"/>
                  </a:lnTo>
                  <a:lnTo>
                    <a:pt x="357" y="346"/>
                  </a:lnTo>
                  <a:lnTo>
                    <a:pt x="340" y="307"/>
                  </a:lnTo>
                  <a:lnTo>
                    <a:pt x="324" y="270"/>
                  </a:lnTo>
                  <a:lnTo>
                    <a:pt x="303" y="232"/>
                  </a:lnTo>
                  <a:lnTo>
                    <a:pt x="280" y="197"/>
                  </a:lnTo>
                  <a:lnTo>
                    <a:pt x="255" y="164"/>
                  </a:lnTo>
                  <a:lnTo>
                    <a:pt x="228" y="132"/>
                  </a:lnTo>
                  <a:lnTo>
                    <a:pt x="199" y="103"/>
                  </a:lnTo>
                  <a:lnTo>
                    <a:pt x="169" y="76"/>
                  </a:lnTo>
                  <a:lnTo>
                    <a:pt x="137" y="50"/>
                  </a:lnTo>
                  <a:lnTo>
                    <a:pt x="103" y="27"/>
                  </a:lnTo>
                  <a:lnTo>
                    <a:pt x="67" y="6"/>
                  </a:lnTo>
                  <a:lnTo>
                    <a:pt x="48" y="0"/>
                  </a:lnTo>
                  <a:lnTo>
                    <a:pt x="30" y="2"/>
                  </a:lnTo>
                  <a:lnTo>
                    <a:pt x="16" y="12"/>
                  </a:lnTo>
                  <a:lnTo>
                    <a:pt x="5" y="25"/>
                  </a:lnTo>
                  <a:lnTo>
                    <a:pt x="0" y="41"/>
                  </a:lnTo>
                  <a:lnTo>
                    <a:pt x="0" y="59"/>
                  </a:lnTo>
                  <a:lnTo>
                    <a:pt x="8" y="75"/>
                  </a:lnTo>
                  <a:lnTo>
                    <a:pt x="23"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6880" name="Freeform 42"/>
            <p:cNvSpPr>
              <a:spLocks/>
            </p:cNvSpPr>
            <p:nvPr/>
          </p:nvSpPr>
          <p:spPr bwMode="auto">
            <a:xfrm>
              <a:off x="1346" y="1455"/>
              <a:ext cx="266" cy="160"/>
            </a:xfrm>
            <a:custGeom>
              <a:avLst/>
              <a:gdLst>
                <a:gd name="T0" fmla="*/ 0 w 1330"/>
                <a:gd name="T1" fmla="*/ 1 h 801"/>
                <a:gd name="T2" fmla="*/ 0 w 1330"/>
                <a:gd name="T3" fmla="*/ 1 h 801"/>
                <a:gd name="T4" fmla="*/ 10 w 1330"/>
                <a:gd name="T5" fmla="*/ 6 h 801"/>
                <a:gd name="T6" fmla="*/ 11 w 1330"/>
                <a:gd name="T7" fmla="*/ 6 h 801"/>
                <a:gd name="T8" fmla="*/ 1 w 1330"/>
                <a:gd name="T9" fmla="*/ 0 h 801"/>
                <a:gd name="T10" fmla="*/ 1 w 1330"/>
                <a:gd name="T11" fmla="*/ 0 h 801"/>
                <a:gd name="T12" fmla="*/ 1 w 1330"/>
                <a:gd name="T13" fmla="*/ 0 h 801"/>
                <a:gd name="T14" fmla="*/ 0 w 1330"/>
                <a:gd name="T15" fmla="*/ 0 h 801"/>
                <a:gd name="T16" fmla="*/ 0 w 1330"/>
                <a:gd name="T17" fmla="*/ 0 h 801"/>
                <a:gd name="T18" fmla="*/ 0 w 1330"/>
                <a:gd name="T19" fmla="*/ 0 h 801"/>
                <a:gd name="T20" fmla="*/ 0 w 1330"/>
                <a:gd name="T21" fmla="*/ 0 h 801"/>
                <a:gd name="T22" fmla="*/ 0 w 1330"/>
                <a:gd name="T23" fmla="*/ 0 h 801"/>
                <a:gd name="T24" fmla="*/ 0 w 1330"/>
                <a:gd name="T25" fmla="*/ 0 h 801"/>
                <a:gd name="T26" fmla="*/ 0 w 1330"/>
                <a:gd name="T27" fmla="*/ 1 h 801"/>
                <a:gd name="T28" fmla="*/ 0 w 1330"/>
                <a:gd name="T29" fmla="*/ 1 h 801"/>
                <a:gd name="T30" fmla="*/ 0 w 1330"/>
                <a:gd name="T31" fmla="*/ 1 h 801"/>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30"/>
                <a:gd name="T49" fmla="*/ 0 h 801"/>
                <a:gd name="T50" fmla="*/ 1330 w 1330"/>
                <a:gd name="T51" fmla="*/ 801 h 801"/>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30" h="801">
                  <a:moveTo>
                    <a:pt x="24" y="88"/>
                  </a:moveTo>
                  <a:lnTo>
                    <a:pt x="23" y="88"/>
                  </a:lnTo>
                  <a:lnTo>
                    <a:pt x="1286" y="801"/>
                  </a:lnTo>
                  <a:lnTo>
                    <a:pt x="1330" y="719"/>
                  </a:lnTo>
                  <a:lnTo>
                    <a:pt x="67" y="6"/>
                  </a:lnTo>
                  <a:lnTo>
                    <a:pt x="66" y="6"/>
                  </a:lnTo>
                  <a:lnTo>
                    <a:pt x="67" y="6"/>
                  </a:lnTo>
                  <a:lnTo>
                    <a:pt x="48" y="0"/>
                  </a:lnTo>
                  <a:lnTo>
                    <a:pt x="30" y="2"/>
                  </a:lnTo>
                  <a:lnTo>
                    <a:pt x="16" y="12"/>
                  </a:lnTo>
                  <a:lnTo>
                    <a:pt x="5" y="25"/>
                  </a:lnTo>
                  <a:lnTo>
                    <a:pt x="0" y="41"/>
                  </a:lnTo>
                  <a:lnTo>
                    <a:pt x="0" y="59"/>
                  </a:lnTo>
                  <a:lnTo>
                    <a:pt x="8" y="75"/>
                  </a:lnTo>
                  <a:lnTo>
                    <a:pt x="23" y="88"/>
                  </a:lnTo>
                  <a:lnTo>
                    <a:pt x="24"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6881" name="Freeform 43"/>
            <p:cNvSpPr>
              <a:spLocks/>
            </p:cNvSpPr>
            <p:nvPr/>
          </p:nvSpPr>
          <p:spPr bwMode="auto">
            <a:xfrm>
              <a:off x="1198" y="1439"/>
              <a:ext cx="161" cy="35"/>
            </a:xfrm>
            <a:custGeom>
              <a:avLst/>
              <a:gdLst>
                <a:gd name="T0" fmla="*/ 1 w 806"/>
                <a:gd name="T1" fmla="*/ 1 h 177"/>
                <a:gd name="T2" fmla="*/ 1 w 806"/>
                <a:gd name="T3" fmla="*/ 1 h 177"/>
                <a:gd name="T4" fmla="*/ 1 w 806"/>
                <a:gd name="T5" fmla="*/ 1 h 177"/>
                <a:gd name="T6" fmla="*/ 1 w 806"/>
                <a:gd name="T7" fmla="*/ 1 h 177"/>
                <a:gd name="T8" fmla="*/ 2 w 806"/>
                <a:gd name="T9" fmla="*/ 1 h 177"/>
                <a:gd name="T10" fmla="*/ 2 w 806"/>
                <a:gd name="T11" fmla="*/ 1 h 177"/>
                <a:gd name="T12" fmla="*/ 2 w 806"/>
                <a:gd name="T13" fmla="*/ 1 h 177"/>
                <a:gd name="T14" fmla="*/ 3 w 806"/>
                <a:gd name="T15" fmla="*/ 1 h 177"/>
                <a:gd name="T16" fmla="*/ 3 w 806"/>
                <a:gd name="T17" fmla="*/ 1 h 177"/>
                <a:gd name="T18" fmla="*/ 3 w 806"/>
                <a:gd name="T19" fmla="*/ 1 h 177"/>
                <a:gd name="T20" fmla="*/ 4 w 806"/>
                <a:gd name="T21" fmla="*/ 1 h 177"/>
                <a:gd name="T22" fmla="*/ 4 w 806"/>
                <a:gd name="T23" fmla="*/ 1 h 177"/>
                <a:gd name="T24" fmla="*/ 5 w 806"/>
                <a:gd name="T25" fmla="*/ 1 h 177"/>
                <a:gd name="T26" fmla="*/ 5 w 806"/>
                <a:gd name="T27" fmla="*/ 1 h 177"/>
                <a:gd name="T28" fmla="*/ 5 w 806"/>
                <a:gd name="T29" fmla="*/ 1 h 177"/>
                <a:gd name="T30" fmla="*/ 6 w 806"/>
                <a:gd name="T31" fmla="*/ 1 h 177"/>
                <a:gd name="T32" fmla="*/ 6 w 806"/>
                <a:gd name="T33" fmla="*/ 1 h 177"/>
                <a:gd name="T34" fmla="*/ 6 w 806"/>
                <a:gd name="T35" fmla="*/ 1 h 177"/>
                <a:gd name="T36" fmla="*/ 6 w 806"/>
                <a:gd name="T37" fmla="*/ 1 h 177"/>
                <a:gd name="T38" fmla="*/ 6 w 806"/>
                <a:gd name="T39" fmla="*/ 1 h 177"/>
                <a:gd name="T40" fmla="*/ 6 w 806"/>
                <a:gd name="T41" fmla="*/ 0 h 177"/>
                <a:gd name="T42" fmla="*/ 5 w 806"/>
                <a:gd name="T43" fmla="*/ 0 h 177"/>
                <a:gd name="T44" fmla="*/ 5 w 806"/>
                <a:gd name="T45" fmla="*/ 0 h 177"/>
                <a:gd name="T46" fmla="*/ 5 w 806"/>
                <a:gd name="T47" fmla="*/ 0 h 177"/>
                <a:gd name="T48" fmla="*/ 4 w 806"/>
                <a:gd name="T49" fmla="*/ 0 h 177"/>
                <a:gd name="T50" fmla="*/ 4 w 806"/>
                <a:gd name="T51" fmla="*/ 0 h 177"/>
                <a:gd name="T52" fmla="*/ 3 w 806"/>
                <a:gd name="T53" fmla="*/ 0 h 177"/>
                <a:gd name="T54" fmla="*/ 3 w 806"/>
                <a:gd name="T55" fmla="*/ 0 h 177"/>
                <a:gd name="T56" fmla="*/ 3 w 806"/>
                <a:gd name="T57" fmla="*/ 0 h 177"/>
                <a:gd name="T58" fmla="*/ 2 w 806"/>
                <a:gd name="T59" fmla="*/ 0 h 177"/>
                <a:gd name="T60" fmla="*/ 2 w 806"/>
                <a:gd name="T61" fmla="*/ 0 h 177"/>
                <a:gd name="T62" fmla="*/ 1 w 806"/>
                <a:gd name="T63" fmla="*/ 0 h 177"/>
                <a:gd name="T64" fmla="*/ 1 w 806"/>
                <a:gd name="T65" fmla="*/ 0 h 177"/>
                <a:gd name="T66" fmla="*/ 1 w 806"/>
                <a:gd name="T67" fmla="*/ 1 h 177"/>
                <a:gd name="T68" fmla="*/ 0 w 806"/>
                <a:gd name="T69" fmla="*/ 1 h 177"/>
                <a:gd name="T70" fmla="*/ 0 w 806"/>
                <a:gd name="T71" fmla="*/ 1 h 177"/>
                <a:gd name="T72" fmla="*/ 0 w 806"/>
                <a:gd name="T73" fmla="*/ 1 h 177"/>
                <a:gd name="T74" fmla="*/ 0 w 806"/>
                <a:gd name="T75" fmla="*/ 1 h 177"/>
                <a:gd name="T76" fmla="*/ 0 w 806"/>
                <a:gd name="T77" fmla="*/ 1 h 177"/>
                <a:gd name="T78" fmla="*/ 0 w 806"/>
                <a:gd name="T79" fmla="*/ 1 h 177"/>
                <a:gd name="T80" fmla="*/ 0 w 806"/>
                <a:gd name="T81" fmla="*/ 1 h 177"/>
                <a:gd name="T82" fmla="*/ 0 w 806"/>
                <a:gd name="T83" fmla="*/ 1 h 177"/>
                <a:gd name="T84" fmla="*/ 0 w 806"/>
                <a:gd name="T85" fmla="*/ 1 h 177"/>
                <a:gd name="T86" fmla="*/ 0 w 806"/>
                <a:gd name="T87" fmla="*/ 1 h 177"/>
                <a:gd name="T88" fmla="*/ 1 w 806"/>
                <a:gd name="T89" fmla="*/ 1 h 177"/>
                <a:gd name="T90" fmla="*/ 1 w 806"/>
                <a:gd name="T91" fmla="*/ 1 h 17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806"/>
                <a:gd name="T139" fmla="*/ 0 h 177"/>
                <a:gd name="T140" fmla="*/ 806 w 806"/>
                <a:gd name="T141" fmla="*/ 177 h 17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806" h="177">
                  <a:moveTo>
                    <a:pt x="67" y="171"/>
                  </a:moveTo>
                  <a:lnTo>
                    <a:pt x="68" y="171"/>
                  </a:lnTo>
                  <a:lnTo>
                    <a:pt x="109" y="151"/>
                  </a:lnTo>
                  <a:lnTo>
                    <a:pt x="151" y="135"/>
                  </a:lnTo>
                  <a:lnTo>
                    <a:pt x="196" y="122"/>
                  </a:lnTo>
                  <a:lnTo>
                    <a:pt x="242" y="110"/>
                  </a:lnTo>
                  <a:lnTo>
                    <a:pt x="287" y="102"/>
                  </a:lnTo>
                  <a:lnTo>
                    <a:pt x="335" y="97"/>
                  </a:lnTo>
                  <a:lnTo>
                    <a:pt x="382" y="95"/>
                  </a:lnTo>
                  <a:lnTo>
                    <a:pt x="430" y="94"/>
                  </a:lnTo>
                  <a:lnTo>
                    <a:pt x="477" y="97"/>
                  </a:lnTo>
                  <a:lnTo>
                    <a:pt x="524" y="102"/>
                  </a:lnTo>
                  <a:lnTo>
                    <a:pt x="568" y="108"/>
                  </a:lnTo>
                  <a:lnTo>
                    <a:pt x="612" y="117"/>
                  </a:lnTo>
                  <a:lnTo>
                    <a:pt x="654" y="128"/>
                  </a:lnTo>
                  <a:lnTo>
                    <a:pt x="693" y="141"/>
                  </a:lnTo>
                  <a:lnTo>
                    <a:pt x="730" y="155"/>
                  </a:lnTo>
                  <a:lnTo>
                    <a:pt x="764" y="171"/>
                  </a:lnTo>
                  <a:lnTo>
                    <a:pt x="806" y="89"/>
                  </a:lnTo>
                  <a:lnTo>
                    <a:pt x="768" y="70"/>
                  </a:lnTo>
                  <a:lnTo>
                    <a:pt x="725" y="54"/>
                  </a:lnTo>
                  <a:lnTo>
                    <a:pt x="680" y="39"/>
                  </a:lnTo>
                  <a:lnTo>
                    <a:pt x="633" y="26"/>
                  </a:lnTo>
                  <a:lnTo>
                    <a:pt x="585" y="16"/>
                  </a:lnTo>
                  <a:lnTo>
                    <a:pt x="536" y="8"/>
                  </a:lnTo>
                  <a:lnTo>
                    <a:pt x="484" y="3"/>
                  </a:lnTo>
                  <a:lnTo>
                    <a:pt x="433" y="0"/>
                  </a:lnTo>
                  <a:lnTo>
                    <a:pt x="380" y="1"/>
                  </a:lnTo>
                  <a:lnTo>
                    <a:pt x="328" y="3"/>
                  </a:lnTo>
                  <a:lnTo>
                    <a:pt x="276" y="10"/>
                  </a:lnTo>
                  <a:lnTo>
                    <a:pt x="223" y="19"/>
                  </a:lnTo>
                  <a:lnTo>
                    <a:pt x="172" y="30"/>
                  </a:lnTo>
                  <a:lnTo>
                    <a:pt x="121" y="46"/>
                  </a:lnTo>
                  <a:lnTo>
                    <a:pt x="72" y="67"/>
                  </a:lnTo>
                  <a:lnTo>
                    <a:pt x="24" y="89"/>
                  </a:lnTo>
                  <a:lnTo>
                    <a:pt x="25" y="89"/>
                  </a:lnTo>
                  <a:lnTo>
                    <a:pt x="24" y="89"/>
                  </a:lnTo>
                  <a:lnTo>
                    <a:pt x="8" y="102"/>
                  </a:lnTo>
                  <a:lnTo>
                    <a:pt x="0" y="118"/>
                  </a:lnTo>
                  <a:lnTo>
                    <a:pt x="0" y="136"/>
                  </a:lnTo>
                  <a:lnTo>
                    <a:pt x="6" y="152"/>
                  </a:lnTo>
                  <a:lnTo>
                    <a:pt x="17" y="165"/>
                  </a:lnTo>
                  <a:lnTo>
                    <a:pt x="31" y="175"/>
                  </a:lnTo>
                  <a:lnTo>
                    <a:pt x="48" y="177"/>
                  </a:lnTo>
                  <a:lnTo>
                    <a:pt x="68" y="171"/>
                  </a:lnTo>
                  <a:lnTo>
                    <a:pt x="67" y="1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6882" name="Freeform 44"/>
            <p:cNvSpPr>
              <a:spLocks/>
            </p:cNvSpPr>
            <p:nvPr/>
          </p:nvSpPr>
          <p:spPr bwMode="auto">
            <a:xfrm>
              <a:off x="931" y="1456"/>
              <a:ext cx="280" cy="158"/>
            </a:xfrm>
            <a:custGeom>
              <a:avLst/>
              <a:gdLst>
                <a:gd name="T0" fmla="*/ 1 w 1402"/>
                <a:gd name="T1" fmla="*/ 6 h 787"/>
                <a:gd name="T2" fmla="*/ 1 w 1402"/>
                <a:gd name="T3" fmla="*/ 6 h 787"/>
                <a:gd name="T4" fmla="*/ 11 w 1402"/>
                <a:gd name="T5" fmla="*/ 1 h 787"/>
                <a:gd name="T6" fmla="*/ 11 w 1402"/>
                <a:gd name="T7" fmla="*/ 0 h 787"/>
                <a:gd name="T8" fmla="*/ 0 w 1402"/>
                <a:gd name="T9" fmla="*/ 6 h 787"/>
                <a:gd name="T10" fmla="*/ 0 w 1402"/>
                <a:gd name="T11" fmla="*/ 6 h 787"/>
                <a:gd name="T12" fmla="*/ 0 w 1402"/>
                <a:gd name="T13" fmla="*/ 6 h 787"/>
                <a:gd name="T14" fmla="*/ 0 w 1402"/>
                <a:gd name="T15" fmla="*/ 6 h 787"/>
                <a:gd name="T16" fmla="*/ 0 w 1402"/>
                <a:gd name="T17" fmla="*/ 6 h 787"/>
                <a:gd name="T18" fmla="*/ 0 w 1402"/>
                <a:gd name="T19" fmla="*/ 6 h 787"/>
                <a:gd name="T20" fmla="*/ 0 w 1402"/>
                <a:gd name="T21" fmla="*/ 6 h 787"/>
                <a:gd name="T22" fmla="*/ 0 w 1402"/>
                <a:gd name="T23" fmla="*/ 6 h 787"/>
                <a:gd name="T24" fmla="*/ 0 w 1402"/>
                <a:gd name="T25" fmla="*/ 6 h 787"/>
                <a:gd name="T26" fmla="*/ 0 w 1402"/>
                <a:gd name="T27" fmla="*/ 6 h 787"/>
                <a:gd name="T28" fmla="*/ 1 w 1402"/>
                <a:gd name="T29" fmla="*/ 6 h 787"/>
                <a:gd name="T30" fmla="*/ 1 w 1402"/>
                <a:gd name="T31" fmla="*/ 6 h 78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02"/>
                <a:gd name="T49" fmla="*/ 0 h 787"/>
                <a:gd name="T50" fmla="*/ 1402 w 1402"/>
                <a:gd name="T51" fmla="*/ 787 h 78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02" h="787">
                  <a:moveTo>
                    <a:pt x="69" y="781"/>
                  </a:moveTo>
                  <a:lnTo>
                    <a:pt x="66" y="781"/>
                  </a:lnTo>
                  <a:lnTo>
                    <a:pt x="1402" y="82"/>
                  </a:lnTo>
                  <a:lnTo>
                    <a:pt x="1360" y="0"/>
                  </a:lnTo>
                  <a:lnTo>
                    <a:pt x="24" y="699"/>
                  </a:lnTo>
                  <a:lnTo>
                    <a:pt x="22" y="699"/>
                  </a:lnTo>
                  <a:lnTo>
                    <a:pt x="24" y="699"/>
                  </a:lnTo>
                  <a:lnTo>
                    <a:pt x="8" y="712"/>
                  </a:lnTo>
                  <a:lnTo>
                    <a:pt x="1" y="727"/>
                  </a:lnTo>
                  <a:lnTo>
                    <a:pt x="0" y="744"/>
                  </a:lnTo>
                  <a:lnTo>
                    <a:pt x="5" y="761"/>
                  </a:lnTo>
                  <a:lnTo>
                    <a:pt x="15" y="775"/>
                  </a:lnTo>
                  <a:lnTo>
                    <a:pt x="30" y="784"/>
                  </a:lnTo>
                  <a:lnTo>
                    <a:pt x="46" y="787"/>
                  </a:lnTo>
                  <a:lnTo>
                    <a:pt x="66" y="781"/>
                  </a:lnTo>
                  <a:lnTo>
                    <a:pt x="69" y="7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6883" name="Freeform 45"/>
            <p:cNvSpPr>
              <a:spLocks/>
            </p:cNvSpPr>
            <p:nvPr/>
          </p:nvSpPr>
          <p:spPr bwMode="auto">
            <a:xfrm>
              <a:off x="868" y="1596"/>
              <a:ext cx="77" cy="126"/>
            </a:xfrm>
            <a:custGeom>
              <a:avLst/>
              <a:gdLst>
                <a:gd name="T0" fmla="*/ 1 w 382"/>
                <a:gd name="T1" fmla="*/ 5 h 628"/>
                <a:gd name="T2" fmla="*/ 1 w 382"/>
                <a:gd name="T3" fmla="*/ 5 h 628"/>
                <a:gd name="T4" fmla="*/ 1 w 382"/>
                <a:gd name="T5" fmla="*/ 4 h 628"/>
                <a:gd name="T6" fmla="*/ 1 w 382"/>
                <a:gd name="T7" fmla="*/ 4 h 628"/>
                <a:gd name="T8" fmla="*/ 1 w 382"/>
                <a:gd name="T9" fmla="*/ 4 h 628"/>
                <a:gd name="T10" fmla="*/ 1 w 382"/>
                <a:gd name="T11" fmla="*/ 3 h 628"/>
                <a:gd name="T12" fmla="*/ 1 w 382"/>
                <a:gd name="T13" fmla="*/ 3 h 628"/>
                <a:gd name="T14" fmla="*/ 1 w 382"/>
                <a:gd name="T15" fmla="*/ 3 h 628"/>
                <a:gd name="T16" fmla="*/ 1 w 382"/>
                <a:gd name="T17" fmla="*/ 3 h 628"/>
                <a:gd name="T18" fmla="*/ 1 w 382"/>
                <a:gd name="T19" fmla="*/ 2 h 628"/>
                <a:gd name="T20" fmla="*/ 2 w 382"/>
                <a:gd name="T21" fmla="*/ 2 h 628"/>
                <a:gd name="T22" fmla="*/ 2 w 382"/>
                <a:gd name="T23" fmla="*/ 2 h 628"/>
                <a:gd name="T24" fmla="*/ 2 w 382"/>
                <a:gd name="T25" fmla="*/ 2 h 628"/>
                <a:gd name="T26" fmla="*/ 2 w 382"/>
                <a:gd name="T27" fmla="*/ 1 h 628"/>
                <a:gd name="T28" fmla="*/ 2 w 382"/>
                <a:gd name="T29" fmla="*/ 1 h 628"/>
                <a:gd name="T30" fmla="*/ 3 w 382"/>
                <a:gd name="T31" fmla="*/ 1 h 628"/>
                <a:gd name="T32" fmla="*/ 3 w 382"/>
                <a:gd name="T33" fmla="*/ 1 h 628"/>
                <a:gd name="T34" fmla="*/ 3 w 382"/>
                <a:gd name="T35" fmla="*/ 1 h 628"/>
                <a:gd name="T36" fmla="*/ 3 w 382"/>
                <a:gd name="T37" fmla="*/ 0 h 628"/>
                <a:gd name="T38" fmla="*/ 2 w 382"/>
                <a:gd name="T39" fmla="*/ 0 h 628"/>
                <a:gd name="T40" fmla="*/ 2 w 382"/>
                <a:gd name="T41" fmla="*/ 0 h 628"/>
                <a:gd name="T42" fmla="*/ 2 w 382"/>
                <a:gd name="T43" fmla="*/ 1 h 628"/>
                <a:gd name="T44" fmla="*/ 2 w 382"/>
                <a:gd name="T45" fmla="*/ 1 h 628"/>
                <a:gd name="T46" fmla="*/ 1 w 382"/>
                <a:gd name="T47" fmla="*/ 1 h 628"/>
                <a:gd name="T48" fmla="*/ 1 w 382"/>
                <a:gd name="T49" fmla="*/ 1 h 628"/>
                <a:gd name="T50" fmla="*/ 1 w 382"/>
                <a:gd name="T51" fmla="*/ 2 h 628"/>
                <a:gd name="T52" fmla="*/ 1 w 382"/>
                <a:gd name="T53" fmla="*/ 2 h 628"/>
                <a:gd name="T54" fmla="*/ 1 w 382"/>
                <a:gd name="T55" fmla="*/ 2 h 628"/>
                <a:gd name="T56" fmla="*/ 0 w 382"/>
                <a:gd name="T57" fmla="*/ 3 h 628"/>
                <a:gd name="T58" fmla="*/ 0 w 382"/>
                <a:gd name="T59" fmla="*/ 3 h 628"/>
                <a:gd name="T60" fmla="*/ 0 w 382"/>
                <a:gd name="T61" fmla="*/ 3 h 628"/>
                <a:gd name="T62" fmla="*/ 0 w 382"/>
                <a:gd name="T63" fmla="*/ 4 h 628"/>
                <a:gd name="T64" fmla="*/ 0 w 382"/>
                <a:gd name="T65" fmla="*/ 4 h 628"/>
                <a:gd name="T66" fmla="*/ 0 w 382"/>
                <a:gd name="T67" fmla="*/ 4 h 628"/>
                <a:gd name="T68" fmla="*/ 0 w 382"/>
                <a:gd name="T69" fmla="*/ 5 h 628"/>
                <a:gd name="T70" fmla="*/ 0 w 382"/>
                <a:gd name="T71" fmla="*/ 5 h 628"/>
                <a:gd name="T72" fmla="*/ 0 w 382"/>
                <a:gd name="T73" fmla="*/ 5 h 628"/>
                <a:gd name="T74" fmla="*/ 0 w 382"/>
                <a:gd name="T75" fmla="*/ 5 h 628"/>
                <a:gd name="T76" fmla="*/ 0 w 382"/>
                <a:gd name="T77" fmla="*/ 5 h 628"/>
                <a:gd name="T78" fmla="*/ 0 w 382"/>
                <a:gd name="T79" fmla="*/ 5 h 628"/>
                <a:gd name="T80" fmla="*/ 0 w 382"/>
                <a:gd name="T81" fmla="*/ 5 h 628"/>
                <a:gd name="T82" fmla="*/ 1 w 382"/>
                <a:gd name="T83" fmla="*/ 5 h 628"/>
                <a:gd name="T84" fmla="*/ 1 w 382"/>
                <a:gd name="T85" fmla="*/ 5 h 628"/>
                <a:gd name="T86" fmla="*/ 1 w 382"/>
                <a:gd name="T87" fmla="*/ 5 h 628"/>
                <a:gd name="T88" fmla="*/ 1 w 382"/>
                <a:gd name="T89" fmla="*/ 5 h 628"/>
                <a:gd name="T90" fmla="*/ 1 w 382"/>
                <a:gd name="T91" fmla="*/ 5 h 628"/>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382"/>
                <a:gd name="T139" fmla="*/ 0 h 628"/>
                <a:gd name="T140" fmla="*/ 382 w 382"/>
                <a:gd name="T141" fmla="*/ 628 h 628"/>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382" h="628">
                  <a:moveTo>
                    <a:pt x="94" y="581"/>
                  </a:moveTo>
                  <a:lnTo>
                    <a:pt x="94" y="582"/>
                  </a:lnTo>
                  <a:lnTo>
                    <a:pt x="96" y="541"/>
                  </a:lnTo>
                  <a:lnTo>
                    <a:pt x="99" y="500"/>
                  </a:lnTo>
                  <a:lnTo>
                    <a:pt x="106" y="463"/>
                  </a:lnTo>
                  <a:lnTo>
                    <a:pt x="115" y="424"/>
                  </a:lnTo>
                  <a:lnTo>
                    <a:pt x="127" y="389"/>
                  </a:lnTo>
                  <a:lnTo>
                    <a:pt x="140" y="353"/>
                  </a:lnTo>
                  <a:lnTo>
                    <a:pt x="156" y="320"/>
                  </a:lnTo>
                  <a:lnTo>
                    <a:pt x="173" y="287"/>
                  </a:lnTo>
                  <a:lnTo>
                    <a:pt x="193" y="255"/>
                  </a:lnTo>
                  <a:lnTo>
                    <a:pt x="214" y="226"/>
                  </a:lnTo>
                  <a:lnTo>
                    <a:pt x="238" y="198"/>
                  </a:lnTo>
                  <a:lnTo>
                    <a:pt x="263" y="172"/>
                  </a:lnTo>
                  <a:lnTo>
                    <a:pt x="290" y="146"/>
                  </a:lnTo>
                  <a:lnTo>
                    <a:pt x="318" y="122"/>
                  </a:lnTo>
                  <a:lnTo>
                    <a:pt x="349" y="101"/>
                  </a:lnTo>
                  <a:lnTo>
                    <a:pt x="382" y="82"/>
                  </a:lnTo>
                  <a:lnTo>
                    <a:pt x="335" y="0"/>
                  </a:lnTo>
                  <a:lnTo>
                    <a:pt x="297" y="23"/>
                  </a:lnTo>
                  <a:lnTo>
                    <a:pt x="262" y="49"/>
                  </a:lnTo>
                  <a:lnTo>
                    <a:pt x="229" y="76"/>
                  </a:lnTo>
                  <a:lnTo>
                    <a:pt x="198" y="104"/>
                  </a:lnTo>
                  <a:lnTo>
                    <a:pt x="167" y="137"/>
                  </a:lnTo>
                  <a:lnTo>
                    <a:pt x="142" y="170"/>
                  </a:lnTo>
                  <a:lnTo>
                    <a:pt x="116" y="204"/>
                  </a:lnTo>
                  <a:lnTo>
                    <a:pt x="94" y="240"/>
                  </a:lnTo>
                  <a:lnTo>
                    <a:pt x="74" y="278"/>
                  </a:lnTo>
                  <a:lnTo>
                    <a:pt x="54" y="317"/>
                  </a:lnTo>
                  <a:lnTo>
                    <a:pt x="38" y="359"/>
                  </a:lnTo>
                  <a:lnTo>
                    <a:pt x="26" y="401"/>
                  </a:lnTo>
                  <a:lnTo>
                    <a:pt x="15" y="444"/>
                  </a:lnTo>
                  <a:lnTo>
                    <a:pt x="8" y="489"/>
                  </a:lnTo>
                  <a:lnTo>
                    <a:pt x="2" y="534"/>
                  </a:lnTo>
                  <a:lnTo>
                    <a:pt x="0" y="580"/>
                  </a:lnTo>
                  <a:lnTo>
                    <a:pt x="0" y="581"/>
                  </a:lnTo>
                  <a:lnTo>
                    <a:pt x="0" y="580"/>
                  </a:lnTo>
                  <a:lnTo>
                    <a:pt x="3" y="600"/>
                  </a:lnTo>
                  <a:lnTo>
                    <a:pt x="14" y="615"/>
                  </a:lnTo>
                  <a:lnTo>
                    <a:pt x="29" y="625"/>
                  </a:lnTo>
                  <a:lnTo>
                    <a:pt x="45" y="628"/>
                  </a:lnTo>
                  <a:lnTo>
                    <a:pt x="63" y="626"/>
                  </a:lnTo>
                  <a:lnTo>
                    <a:pt x="78" y="616"/>
                  </a:lnTo>
                  <a:lnTo>
                    <a:pt x="89" y="602"/>
                  </a:lnTo>
                  <a:lnTo>
                    <a:pt x="94" y="582"/>
                  </a:lnTo>
                  <a:lnTo>
                    <a:pt x="94" y="5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6884" name="Freeform 46"/>
            <p:cNvSpPr>
              <a:spLocks/>
            </p:cNvSpPr>
            <p:nvPr/>
          </p:nvSpPr>
          <p:spPr bwMode="auto">
            <a:xfrm>
              <a:off x="868" y="1712"/>
              <a:ext cx="19" cy="364"/>
            </a:xfrm>
            <a:custGeom>
              <a:avLst/>
              <a:gdLst>
                <a:gd name="T0" fmla="*/ 1 w 94"/>
                <a:gd name="T1" fmla="*/ 14 h 1818"/>
                <a:gd name="T2" fmla="*/ 1 w 94"/>
                <a:gd name="T3" fmla="*/ 14 h 1818"/>
                <a:gd name="T4" fmla="*/ 1 w 94"/>
                <a:gd name="T5" fmla="*/ 0 h 1818"/>
                <a:gd name="T6" fmla="*/ 0 w 94"/>
                <a:gd name="T7" fmla="*/ 0 h 1818"/>
                <a:gd name="T8" fmla="*/ 0 w 94"/>
                <a:gd name="T9" fmla="*/ 14 h 1818"/>
                <a:gd name="T10" fmla="*/ 0 w 94"/>
                <a:gd name="T11" fmla="*/ 14 h 1818"/>
                <a:gd name="T12" fmla="*/ 0 w 94"/>
                <a:gd name="T13" fmla="*/ 14 h 1818"/>
                <a:gd name="T14" fmla="*/ 0 w 94"/>
                <a:gd name="T15" fmla="*/ 14 h 1818"/>
                <a:gd name="T16" fmla="*/ 0 w 94"/>
                <a:gd name="T17" fmla="*/ 14 h 1818"/>
                <a:gd name="T18" fmla="*/ 0 w 94"/>
                <a:gd name="T19" fmla="*/ 15 h 1818"/>
                <a:gd name="T20" fmla="*/ 0 w 94"/>
                <a:gd name="T21" fmla="*/ 15 h 1818"/>
                <a:gd name="T22" fmla="*/ 1 w 94"/>
                <a:gd name="T23" fmla="*/ 15 h 1818"/>
                <a:gd name="T24" fmla="*/ 1 w 94"/>
                <a:gd name="T25" fmla="*/ 14 h 1818"/>
                <a:gd name="T26" fmla="*/ 1 w 94"/>
                <a:gd name="T27" fmla="*/ 14 h 1818"/>
                <a:gd name="T28" fmla="*/ 1 w 94"/>
                <a:gd name="T29" fmla="*/ 14 h 1818"/>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94"/>
                <a:gd name="T46" fmla="*/ 0 h 1818"/>
                <a:gd name="T47" fmla="*/ 94 w 94"/>
                <a:gd name="T48" fmla="*/ 1818 h 1818"/>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94" h="1818">
                  <a:moveTo>
                    <a:pt x="94" y="1771"/>
                  </a:moveTo>
                  <a:lnTo>
                    <a:pt x="94" y="1771"/>
                  </a:lnTo>
                  <a:lnTo>
                    <a:pt x="94" y="0"/>
                  </a:lnTo>
                  <a:lnTo>
                    <a:pt x="0" y="0"/>
                  </a:lnTo>
                  <a:lnTo>
                    <a:pt x="0" y="1771"/>
                  </a:lnTo>
                  <a:lnTo>
                    <a:pt x="3" y="1791"/>
                  </a:lnTo>
                  <a:lnTo>
                    <a:pt x="15" y="1806"/>
                  </a:lnTo>
                  <a:lnTo>
                    <a:pt x="29" y="1814"/>
                  </a:lnTo>
                  <a:lnTo>
                    <a:pt x="47" y="1818"/>
                  </a:lnTo>
                  <a:lnTo>
                    <a:pt x="64" y="1814"/>
                  </a:lnTo>
                  <a:lnTo>
                    <a:pt x="79" y="1806"/>
                  </a:lnTo>
                  <a:lnTo>
                    <a:pt x="90" y="1791"/>
                  </a:lnTo>
                  <a:lnTo>
                    <a:pt x="94" y="17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6885" name="Freeform 47"/>
            <p:cNvSpPr>
              <a:spLocks/>
            </p:cNvSpPr>
            <p:nvPr/>
          </p:nvSpPr>
          <p:spPr bwMode="auto">
            <a:xfrm>
              <a:off x="868" y="2067"/>
              <a:ext cx="90" cy="160"/>
            </a:xfrm>
            <a:custGeom>
              <a:avLst/>
              <a:gdLst>
                <a:gd name="T0" fmla="*/ 3 w 449"/>
                <a:gd name="T1" fmla="*/ 6 h 803"/>
                <a:gd name="T2" fmla="*/ 3 w 449"/>
                <a:gd name="T3" fmla="*/ 6 h 803"/>
                <a:gd name="T4" fmla="*/ 3 w 449"/>
                <a:gd name="T5" fmla="*/ 5 h 803"/>
                <a:gd name="T6" fmla="*/ 3 w 449"/>
                <a:gd name="T7" fmla="*/ 5 h 803"/>
                <a:gd name="T8" fmla="*/ 3 w 449"/>
                <a:gd name="T9" fmla="*/ 5 h 803"/>
                <a:gd name="T10" fmla="*/ 2 w 449"/>
                <a:gd name="T11" fmla="*/ 5 h 803"/>
                <a:gd name="T12" fmla="*/ 2 w 449"/>
                <a:gd name="T13" fmla="*/ 4 h 803"/>
                <a:gd name="T14" fmla="*/ 2 w 449"/>
                <a:gd name="T15" fmla="*/ 4 h 803"/>
                <a:gd name="T16" fmla="*/ 2 w 449"/>
                <a:gd name="T17" fmla="*/ 4 h 803"/>
                <a:gd name="T18" fmla="*/ 2 w 449"/>
                <a:gd name="T19" fmla="*/ 3 h 803"/>
                <a:gd name="T20" fmla="*/ 1 w 449"/>
                <a:gd name="T21" fmla="*/ 3 h 803"/>
                <a:gd name="T22" fmla="*/ 1 w 449"/>
                <a:gd name="T23" fmla="*/ 2 h 803"/>
                <a:gd name="T24" fmla="*/ 1 w 449"/>
                <a:gd name="T25" fmla="*/ 2 h 803"/>
                <a:gd name="T26" fmla="*/ 1 w 449"/>
                <a:gd name="T27" fmla="*/ 2 h 803"/>
                <a:gd name="T28" fmla="*/ 1 w 449"/>
                <a:gd name="T29" fmla="*/ 1 h 803"/>
                <a:gd name="T30" fmla="*/ 1 w 449"/>
                <a:gd name="T31" fmla="*/ 1 h 803"/>
                <a:gd name="T32" fmla="*/ 1 w 449"/>
                <a:gd name="T33" fmla="*/ 0 h 803"/>
                <a:gd name="T34" fmla="*/ 1 w 449"/>
                <a:gd name="T35" fmla="*/ 0 h 803"/>
                <a:gd name="T36" fmla="*/ 0 w 449"/>
                <a:gd name="T37" fmla="*/ 0 h 803"/>
                <a:gd name="T38" fmla="*/ 0 w 449"/>
                <a:gd name="T39" fmla="*/ 0 h 803"/>
                <a:gd name="T40" fmla="*/ 0 w 449"/>
                <a:gd name="T41" fmla="*/ 1 h 803"/>
                <a:gd name="T42" fmla="*/ 0 w 449"/>
                <a:gd name="T43" fmla="*/ 1 h 803"/>
                <a:gd name="T44" fmla="*/ 0 w 449"/>
                <a:gd name="T45" fmla="*/ 2 h 803"/>
                <a:gd name="T46" fmla="*/ 0 w 449"/>
                <a:gd name="T47" fmla="*/ 2 h 803"/>
                <a:gd name="T48" fmla="*/ 0 w 449"/>
                <a:gd name="T49" fmla="*/ 3 h 803"/>
                <a:gd name="T50" fmla="*/ 1 w 449"/>
                <a:gd name="T51" fmla="*/ 3 h 803"/>
                <a:gd name="T52" fmla="*/ 1 w 449"/>
                <a:gd name="T53" fmla="*/ 4 h 803"/>
                <a:gd name="T54" fmla="*/ 1 w 449"/>
                <a:gd name="T55" fmla="*/ 4 h 803"/>
                <a:gd name="T56" fmla="*/ 1 w 449"/>
                <a:gd name="T57" fmla="*/ 4 h 803"/>
                <a:gd name="T58" fmla="*/ 2 w 449"/>
                <a:gd name="T59" fmla="*/ 5 h 803"/>
                <a:gd name="T60" fmla="*/ 2 w 449"/>
                <a:gd name="T61" fmla="*/ 5 h 803"/>
                <a:gd name="T62" fmla="*/ 2 w 449"/>
                <a:gd name="T63" fmla="*/ 5 h 803"/>
                <a:gd name="T64" fmla="*/ 2 w 449"/>
                <a:gd name="T65" fmla="*/ 6 h 803"/>
                <a:gd name="T66" fmla="*/ 3 w 449"/>
                <a:gd name="T67" fmla="*/ 6 h 803"/>
                <a:gd name="T68" fmla="*/ 3 w 449"/>
                <a:gd name="T69" fmla="*/ 6 h 803"/>
                <a:gd name="T70" fmla="*/ 3 w 449"/>
                <a:gd name="T71" fmla="*/ 6 h 803"/>
                <a:gd name="T72" fmla="*/ 3 w 449"/>
                <a:gd name="T73" fmla="*/ 6 h 803"/>
                <a:gd name="T74" fmla="*/ 3 w 449"/>
                <a:gd name="T75" fmla="*/ 6 h 803"/>
                <a:gd name="T76" fmla="*/ 3 w 449"/>
                <a:gd name="T77" fmla="*/ 6 h 803"/>
                <a:gd name="T78" fmla="*/ 3 w 449"/>
                <a:gd name="T79" fmla="*/ 6 h 803"/>
                <a:gd name="T80" fmla="*/ 4 w 449"/>
                <a:gd name="T81" fmla="*/ 6 h 803"/>
                <a:gd name="T82" fmla="*/ 4 w 449"/>
                <a:gd name="T83" fmla="*/ 6 h 803"/>
                <a:gd name="T84" fmla="*/ 4 w 449"/>
                <a:gd name="T85" fmla="*/ 6 h 803"/>
                <a:gd name="T86" fmla="*/ 4 w 449"/>
                <a:gd name="T87" fmla="*/ 6 h 803"/>
                <a:gd name="T88" fmla="*/ 3 w 449"/>
                <a:gd name="T89" fmla="*/ 6 h 803"/>
                <a:gd name="T90" fmla="*/ 3 w 449"/>
                <a:gd name="T91" fmla="*/ 6 h 80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449"/>
                <a:gd name="T139" fmla="*/ 0 h 803"/>
                <a:gd name="T140" fmla="*/ 449 w 449"/>
                <a:gd name="T141" fmla="*/ 803 h 80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449" h="803">
                  <a:moveTo>
                    <a:pt x="426" y="717"/>
                  </a:moveTo>
                  <a:lnTo>
                    <a:pt x="427" y="717"/>
                  </a:lnTo>
                  <a:lnTo>
                    <a:pt x="395" y="693"/>
                  </a:lnTo>
                  <a:lnTo>
                    <a:pt x="361" y="662"/>
                  </a:lnTo>
                  <a:lnTo>
                    <a:pt x="329" y="628"/>
                  </a:lnTo>
                  <a:lnTo>
                    <a:pt x="299" y="591"/>
                  </a:lnTo>
                  <a:lnTo>
                    <a:pt x="269" y="551"/>
                  </a:lnTo>
                  <a:lnTo>
                    <a:pt x="241" y="507"/>
                  </a:lnTo>
                  <a:lnTo>
                    <a:pt x="215" y="460"/>
                  </a:lnTo>
                  <a:lnTo>
                    <a:pt x="191" y="412"/>
                  </a:lnTo>
                  <a:lnTo>
                    <a:pt x="170" y="363"/>
                  </a:lnTo>
                  <a:lnTo>
                    <a:pt x="151" y="312"/>
                  </a:lnTo>
                  <a:lnTo>
                    <a:pt x="133" y="259"/>
                  </a:lnTo>
                  <a:lnTo>
                    <a:pt x="119" y="207"/>
                  </a:lnTo>
                  <a:lnTo>
                    <a:pt x="108" y="156"/>
                  </a:lnTo>
                  <a:lnTo>
                    <a:pt x="101" y="103"/>
                  </a:lnTo>
                  <a:lnTo>
                    <a:pt x="96" y="51"/>
                  </a:lnTo>
                  <a:lnTo>
                    <a:pt x="94" y="0"/>
                  </a:lnTo>
                  <a:lnTo>
                    <a:pt x="0" y="0"/>
                  </a:lnTo>
                  <a:lnTo>
                    <a:pt x="2" y="56"/>
                  </a:lnTo>
                  <a:lnTo>
                    <a:pt x="7" y="115"/>
                  </a:lnTo>
                  <a:lnTo>
                    <a:pt x="16" y="172"/>
                  </a:lnTo>
                  <a:lnTo>
                    <a:pt x="28" y="231"/>
                  </a:lnTo>
                  <a:lnTo>
                    <a:pt x="44" y="287"/>
                  </a:lnTo>
                  <a:lnTo>
                    <a:pt x="62" y="342"/>
                  </a:lnTo>
                  <a:lnTo>
                    <a:pt x="83" y="398"/>
                  </a:lnTo>
                  <a:lnTo>
                    <a:pt x="106" y="452"/>
                  </a:lnTo>
                  <a:lnTo>
                    <a:pt x="133" y="505"/>
                  </a:lnTo>
                  <a:lnTo>
                    <a:pt x="161" y="554"/>
                  </a:lnTo>
                  <a:lnTo>
                    <a:pt x="192" y="602"/>
                  </a:lnTo>
                  <a:lnTo>
                    <a:pt x="224" y="647"/>
                  </a:lnTo>
                  <a:lnTo>
                    <a:pt x="259" y="689"/>
                  </a:lnTo>
                  <a:lnTo>
                    <a:pt x="295" y="728"/>
                  </a:lnTo>
                  <a:lnTo>
                    <a:pt x="334" y="763"/>
                  </a:lnTo>
                  <a:lnTo>
                    <a:pt x="374" y="795"/>
                  </a:lnTo>
                  <a:lnTo>
                    <a:pt x="375" y="795"/>
                  </a:lnTo>
                  <a:lnTo>
                    <a:pt x="374" y="795"/>
                  </a:lnTo>
                  <a:lnTo>
                    <a:pt x="392" y="803"/>
                  </a:lnTo>
                  <a:lnTo>
                    <a:pt x="411" y="803"/>
                  </a:lnTo>
                  <a:lnTo>
                    <a:pt x="426" y="795"/>
                  </a:lnTo>
                  <a:lnTo>
                    <a:pt x="439" y="782"/>
                  </a:lnTo>
                  <a:lnTo>
                    <a:pt x="446" y="766"/>
                  </a:lnTo>
                  <a:lnTo>
                    <a:pt x="449" y="749"/>
                  </a:lnTo>
                  <a:lnTo>
                    <a:pt x="441" y="732"/>
                  </a:lnTo>
                  <a:lnTo>
                    <a:pt x="427" y="717"/>
                  </a:lnTo>
                  <a:lnTo>
                    <a:pt x="426" y="71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6886" name="Freeform 48"/>
            <p:cNvSpPr>
              <a:spLocks/>
            </p:cNvSpPr>
            <p:nvPr/>
          </p:nvSpPr>
          <p:spPr bwMode="auto">
            <a:xfrm>
              <a:off x="883" y="1673"/>
              <a:ext cx="379" cy="690"/>
            </a:xfrm>
            <a:custGeom>
              <a:avLst/>
              <a:gdLst>
                <a:gd name="T0" fmla="*/ 12 w 1897"/>
                <a:gd name="T1" fmla="*/ 6 h 3450"/>
                <a:gd name="T2" fmla="*/ 13 w 1897"/>
                <a:gd name="T3" fmla="*/ 7 h 3450"/>
                <a:gd name="T4" fmla="*/ 13 w 1897"/>
                <a:gd name="T5" fmla="*/ 7 h 3450"/>
                <a:gd name="T6" fmla="*/ 14 w 1897"/>
                <a:gd name="T7" fmla="*/ 8 h 3450"/>
                <a:gd name="T8" fmla="*/ 14 w 1897"/>
                <a:gd name="T9" fmla="*/ 9 h 3450"/>
                <a:gd name="T10" fmla="*/ 15 w 1897"/>
                <a:gd name="T11" fmla="*/ 10 h 3450"/>
                <a:gd name="T12" fmla="*/ 15 w 1897"/>
                <a:gd name="T13" fmla="*/ 11 h 3450"/>
                <a:gd name="T14" fmla="*/ 15 w 1897"/>
                <a:gd name="T15" fmla="*/ 11 h 3450"/>
                <a:gd name="T16" fmla="*/ 15 w 1897"/>
                <a:gd name="T17" fmla="*/ 12 h 3450"/>
                <a:gd name="T18" fmla="*/ 15 w 1897"/>
                <a:gd name="T19" fmla="*/ 26 h 3450"/>
                <a:gd name="T20" fmla="*/ 15 w 1897"/>
                <a:gd name="T21" fmla="*/ 26 h 3450"/>
                <a:gd name="T22" fmla="*/ 15 w 1897"/>
                <a:gd name="T23" fmla="*/ 27 h 3450"/>
                <a:gd name="T24" fmla="*/ 15 w 1897"/>
                <a:gd name="T25" fmla="*/ 27 h 3450"/>
                <a:gd name="T26" fmla="*/ 14 w 1897"/>
                <a:gd name="T27" fmla="*/ 27 h 3450"/>
                <a:gd name="T28" fmla="*/ 14 w 1897"/>
                <a:gd name="T29" fmla="*/ 28 h 3450"/>
                <a:gd name="T30" fmla="*/ 13 w 1897"/>
                <a:gd name="T31" fmla="*/ 28 h 3450"/>
                <a:gd name="T32" fmla="*/ 13 w 1897"/>
                <a:gd name="T33" fmla="*/ 27 h 3450"/>
                <a:gd name="T34" fmla="*/ 3 w 1897"/>
                <a:gd name="T35" fmla="*/ 21 h 3450"/>
                <a:gd name="T36" fmla="*/ 2 w 1897"/>
                <a:gd name="T37" fmla="*/ 21 h 3450"/>
                <a:gd name="T38" fmla="*/ 2 w 1897"/>
                <a:gd name="T39" fmla="*/ 20 h 3450"/>
                <a:gd name="T40" fmla="*/ 1 w 1897"/>
                <a:gd name="T41" fmla="*/ 19 h 3450"/>
                <a:gd name="T42" fmla="*/ 1 w 1897"/>
                <a:gd name="T43" fmla="*/ 19 h 3450"/>
                <a:gd name="T44" fmla="*/ 0 w 1897"/>
                <a:gd name="T45" fmla="*/ 18 h 3450"/>
                <a:gd name="T46" fmla="*/ 0 w 1897"/>
                <a:gd name="T47" fmla="*/ 17 h 3450"/>
                <a:gd name="T48" fmla="*/ 0 w 1897"/>
                <a:gd name="T49" fmla="*/ 16 h 3450"/>
                <a:gd name="T50" fmla="*/ 0 w 1897"/>
                <a:gd name="T51" fmla="*/ 15 h 3450"/>
                <a:gd name="T52" fmla="*/ 0 w 1897"/>
                <a:gd name="T53" fmla="*/ 2 h 3450"/>
                <a:gd name="T54" fmla="*/ 0 w 1897"/>
                <a:gd name="T55" fmla="*/ 1 h 3450"/>
                <a:gd name="T56" fmla="*/ 0 w 1897"/>
                <a:gd name="T57" fmla="*/ 1 h 3450"/>
                <a:gd name="T58" fmla="*/ 1 w 1897"/>
                <a:gd name="T59" fmla="*/ 0 h 3450"/>
                <a:gd name="T60" fmla="*/ 1 w 1897"/>
                <a:gd name="T61" fmla="*/ 0 h 3450"/>
                <a:gd name="T62" fmla="*/ 1 w 1897"/>
                <a:gd name="T63" fmla="*/ 0 h 3450"/>
                <a:gd name="T64" fmla="*/ 2 w 1897"/>
                <a:gd name="T65" fmla="*/ 0 h 3450"/>
                <a:gd name="T66" fmla="*/ 3 w 1897"/>
                <a:gd name="T67" fmla="*/ 0 h 3450"/>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897"/>
                <a:gd name="T103" fmla="*/ 0 h 3450"/>
                <a:gd name="T104" fmla="*/ 1897 w 1897"/>
                <a:gd name="T105" fmla="*/ 3450 h 3450"/>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897" h="3450">
                  <a:moveTo>
                    <a:pt x="357" y="49"/>
                  </a:moveTo>
                  <a:lnTo>
                    <a:pt x="1542" y="806"/>
                  </a:lnTo>
                  <a:lnTo>
                    <a:pt x="1579" y="832"/>
                  </a:lnTo>
                  <a:lnTo>
                    <a:pt x="1614" y="861"/>
                  </a:lnTo>
                  <a:lnTo>
                    <a:pt x="1648" y="895"/>
                  </a:lnTo>
                  <a:lnTo>
                    <a:pt x="1681" y="933"/>
                  </a:lnTo>
                  <a:lnTo>
                    <a:pt x="1711" y="973"/>
                  </a:lnTo>
                  <a:lnTo>
                    <a:pt x="1740" y="1016"/>
                  </a:lnTo>
                  <a:lnTo>
                    <a:pt x="1768" y="1062"/>
                  </a:lnTo>
                  <a:lnTo>
                    <a:pt x="1793" y="1109"/>
                  </a:lnTo>
                  <a:lnTo>
                    <a:pt x="1816" y="1158"/>
                  </a:lnTo>
                  <a:lnTo>
                    <a:pt x="1836" y="1208"/>
                  </a:lnTo>
                  <a:lnTo>
                    <a:pt x="1854" y="1260"/>
                  </a:lnTo>
                  <a:lnTo>
                    <a:pt x="1869" y="1313"/>
                  </a:lnTo>
                  <a:lnTo>
                    <a:pt x="1881" y="1364"/>
                  </a:lnTo>
                  <a:lnTo>
                    <a:pt x="1890" y="1417"/>
                  </a:lnTo>
                  <a:lnTo>
                    <a:pt x="1895" y="1469"/>
                  </a:lnTo>
                  <a:lnTo>
                    <a:pt x="1897" y="1519"/>
                  </a:lnTo>
                  <a:lnTo>
                    <a:pt x="1897" y="3142"/>
                  </a:lnTo>
                  <a:lnTo>
                    <a:pt x="1895" y="3190"/>
                  </a:lnTo>
                  <a:lnTo>
                    <a:pt x="1890" y="3235"/>
                  </a:lnTo>
                  <a:lnTo>
                    <a:pt x="1881" y="3276"/>
                  </a:lnTo>
                  <a:lnTo>
                    <a:pt x="1869" y="3313"/>
                  </a:lnTo>
                  <a:lnTo>
                    <a:pt x="1854" y="3346"/>
                  </a:lnTo>
                  <a:lnTo>
                    <a:pt x="1836" y="3375"/>
                  </a:lnTo>
                  <a:lnTo>
                    <a:pt x="1816" y="3398"/>
                  </a:lnTo>
                  <a:lnTo>
                    <a:pt x="1793" y="3418"/>
                  </a:lnTo>
                  <a:lnTo>
                    <a:pt x="1768" y="3434"/>
                  </a:lnTo>
                  <a:lnTo>
                    <a:pt x="1740" y="3444"/>
                  </a:lnTo>
                  <a:lnTo>
                    <a:pt x="1711" y="3450"/>
                  </a:lnTo>
                  <a:lnTo>
                    <a:pt x="1681" y="3450"/>
                  </a:lnTo>
                  <a:lnTo>
                    <a:pt x="1648" y="3445"/>
                  </a:lnTo>
                  <a:lnTo>
                    <a:pt x="1614" y="3436"/>
                  </a:lnTo>
                  <a:lnTo>
                    <a:pt x="1579" y="3421"/>
                  </a:lnTo>
                  <a:lnTo>
                    <a:pt x="1542" y="3400"/>
                  </a:lnTo>
                  <a:lnTo>
                    <a:pt x="357" y="2643"/>
                  </a:lnTo>
                  <a:lnTo>
                    <a:pt x="320" y="2618"/>
                  </a:lnTo>
                  <a:lnTo>
                    <a:pt x="285" y="2588"/>
                  </a:lnTo>
                  <a:lnTo>
                    <a:pt x="251" y="2554"/>
                  </a:lnTo>
                  <a:lnTo>
                    <a:pt x="218" y="2517"/>
                  </a:lnTo>
                  <a:lnTo>
                    <a:pt x="187" y="2477"/>
                  </a:lnTo>
                  <a:lnTo>
                    <a:pt x="157" y="2433"/>
                  </a:lnTo>
                  <a:lnTo>
                    <a:pt x="130" y="2388"/>
                  </a:lnTo>
                  <a:lnTo>
                    <a:pt x="105" y="2341"/>
                  </a:lnTo>
                  <a:lnTo>
                    <a:pt x="81" y="2292"/>
                  </a:lnTo>
                  <a:lnTo>
                    <a:pt x="61" y="2241"/>
                  </a:lnTo>
                  <a:lnTo>
                    <a:pt x="44" y="2190"/>
                  </a:lnTo>
                  <a:lnTo>
                    <a:pt x="29" y="2138"/>
                  </a:lnTo>
                  <a:lnTo>
                    <a:pt x="17" y="2085"/>
                  </a:lnTo>
                  <a:lnTo>
                    <a:pt x="7" y="2033"/>
                  </a:lnTo>
                  <a:lnTo>
                    <a:pt x="3" y="1981"/>
                  </a:lnTo>
                  <a:lnTo>
                    <a:pt x="0" y="1931"/>
                  </a:lnTo>
                  <a:lnTo>
                    <a:pt x="0" y="308"/>
                  </a:lnTo>
                  <a:lnTo>
                    <a:pt x="3" y="260"/>
                  </a:lnTo>
                  <a:lnTo>
                    <a:pt x="7" y="215"/>
                  </a:lnTo>
                  <a:lnTo>
                    <a:pt x="17" y="174"/>
                  </a:lnTo>
                  <a:lnTo>
                    <a:pt x="29" y="137"/>
                  </a:lnTo>
                  <a:lnTo>
                    <a:pt x="44" y="104"/>
                  </a:lnTo>
                  <a:lnTo>
                    <a:pt x="61" y="76"/>
                  </a:lnTo>
                  <a:lnTo>
                    <a:pt x="81" y="51"/>
                  </a:lnTo>
                  <a:lnTo>
                    <a:pt x="105" y="31"/>
                  </a:lnTo>
                  <a:lnTo>
                    <a:pt x="130" y="16"/>
                  </a:lnTo>
                  <a:lnTo>
                    <a:pt x="157" y="5"/>
                  </a:lnTo>
                  <a:lnTo>
                    <a:pt x="187" y="0"/>
                  </a:lnTo>
                  <a:lnTo>
                    <a:pt x="218" y="0"/>
                  </a:lnTo>
                  <a:lnTo>
                    <a:pt x="251" y="3"/>
                  </a:lnTo>
                  <a:lnTo>
                    <a:pt x="285" y="14"/>
                  </a:lnTo>
                  <a:lnTo>
                    <a:pt x="320" y="29"/>
                  </a:lnTo>
                  <a:lnTo>
                    <a:pt x="357" y="49"/>
                  </a:lnTo>
                  <a:close/>
                </a:path>
              </a:pathLst>
            </a:custGeom>
            <a:solidFill>
              <a:srgbClr val="BFBFB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6887" name="Freeform 49"/>
            <p:cNvSpPr>
              <a:spLocks/>
            </p:cNvSpPr>
            <p:nvPr/>
          </p:nvSpPr>
          <p:spPr bwMode="auto">
            <a:xfrm>
              <a:off x="1268" y="1663"/>
              <a:ext cx="393" cy="711"/>
            </a:xfrm>
            <a:custGeom>
              <a:avLst/>
              <a:gdLst>
                <a:gd name="T0" fmla="*/ 3 w 1962"/>
                <a:gd name="T1" fmla="*/ 7 h 3555"/>
                <a:gd name="T2" fmla="*/ 2 w 1962"/>
                <a:gd name="T3" fmla="*/ 7 h 3555"/>
                <a:gd name="T4" fmla="*/ 2 w 1962"/>
                <a:gd name="T5" fmla="*/ 8 h 3555"/>
                <a:gd name="T6" fmla="*/ 1 w 1962"/>
                <a:gd name="T7" fmla="*/ 8 h 3555"/>
                <a:gd name="T8" fmla="*/ 1 w 1962"/>
                <a:gd name="T9" fmla="*/ 9 h 3555"/>
                <a:gd name="T10" fmla="*/ 1 w 1962"/>
                <a:gd name="T11" fmla="*/ 10 h 3555"/>
                <a:gd name="T12" fmla="*/ 0 w 1962"/>
                <a:gd name="T13" fmla="*/ 11 h 3555"/>
                <a:gd name="T14" fmla="*/ 0 w 1962"/>
                <a:gd name="T15" fmla="*/ 12 h 3555"/>
                <a:gd name="T16" fmla="*/ 0 w 1962"/>
                <a:gd name="T17" fmla="*/ 13 h 3555"/>
                <a:gd name="T18" fmla="*/ 0 w 1962"/>
                <a:gd name="T19" fmla="*/ 26 h 3555"/>
                <a:gd name="T20" fmla="*/ 0 w 1962"/>
                <a:gd name="T21" fmla="*/ 27 h 3555"/>
                <a:gd name="T22" fmla="*/ 0 w 1962"/>
                <a:gd name="T23" fmla="*/ 28 h 3555"/>
                <a:gd name="T24" fmla="*/ 1 w 1962"/>
                <a:gd name="T25" fmla="*/ 28 h 3555"/>
                <a:gd name="T26" fmla="*/ 1 w 1962"/>
                <a:gd name="T27" fmla="*/ 28 h 3555"/>
                <a:gd name="T28" fmla="*/ 2 w 1962"/>
                <a:gd name="T29" fmla="*/ 28 h 3555"/>
                <a:gd name="T30" fmla="*/ 2 w 1962"/>
                <a:gd name="T31" fmla="*/ 28 h 3555"/>
                <a:gd name="T32" fmla="*/ 3 w 1962"/>
                <a:gd name="T33" fmla="*/ 28 h 3555"/>
                <a:gd name="T34" fmla="*/ 13 w 1962"/>
                <a:gd name="T35" fmla="*/ 22 h 3555"/>
                <a:gd name="T36" fmla="*/ 13 w 1962"/>
                <a:gd name="T37" fmla="*/ 21 h 3555"/>
                <a:gd name="T38" fmla="*/ 14 w 1962"/>
                <a:gd name="T39" fmla="*/ 21 h 3555"/>
                <a:gd name="T40" fmla="*/ 14 w 1962"/>
                <a:gd name="T41" fmla="*/ 20 h 3555"/>
                <a:gd name="T42" fmla="*/ 15 w 1962"/>
                <a:gd name="T43" fmla="*/ 19 h 3555"/>
                <a:gd name="T44" fmla="*/ 15 w 1962"/>
                <a:gd name="T45" fmla="*/ 18 h 3555"/>
                <a:gd name="T46" fmla="*/ 16 w 1962"/>
                <a:gd name="T47" fmla="*/ 18 h 3555"/>
                <a:gd name="T48" fmla="*/ 16 w 1962"/>
                <a:gd name="T49" fmla="*/ 17 h 3555"/>
                <a:gd name="T50" fmla="*/ 16 w 1962"/>
                <a:gd name="T51" fmla="*/ 16 h 3555"/>
                <a:gd name="T52" fmla="*/ 16 w 1962"/>
                <a:gd name="T53" fmla="*/ 2 h 3555"/>
                <a:gd name="T54" fmla="*/ 16 w 1962"/>
                <a:gd name="T55" fmla="*/ 1 h 3555"/>
                <a:gd name="T56" fmla="*/ 15 w 1962"/>
                <a:gd name="T57" fmla="*/ 1 h 3555"/>
                <a:gd name="T58" fmla="*/ 15 w 1962"/>
                <a:gd name="T59" fmla="*/ 0 h 3555"/>
                <a:gd name="T60" fmla="*/ 15 w 1962"/>
                <a:gd name="T61" fmla="*/ 0 h 3555"/>
                <a:gd name="T62" fmla="*/ 14 w 1962"/>
                <a:gd name="T63" fmla="*/ 0 h 3555"/>
                <a:gd name="T64" fmla="*/ 14 w 1962"/>
                <a:gd name="T65" fmla="*/ 0 h 3555"/>
                <a:gd name="T66" fmla="*/ 13 w 1962"/>
                <a:gd name="T67" fmla="*/ 0 h 3555"/>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962"/>
                <a:gd name="T103" fmla="*/ 0 h 3555"/>
                <a:gd name="T104" fmla="*/ 1962 w 1962"/>
                <a:gd name="T105" fmla="*/ 3555 h 3555"/>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962" h="3555">
                  <a:moveTo>
                    <a:pt x="1594" y="50"/>
                  </a:moveTo>
                  <a:lnTo>
                    <a:pt x="368" y="831"/>
                  </a:lnTo>
                  <a:lnTo>
                    <a:pt x="330" y="858"/>
                  </a:lnTo>
                  <a:lnTo>
                    <a:pt x="294" y="888"/>
                  </a:lnTo>
                  <a:lnTo>
                    <a:pt x="259" y="922"/>
                  </a:lnTo>
                  <a:lnTo>
                    <a:pt x="225" y="961"/>
                  </a:lnTo>
                  <a:lnTo>
                    <a:pt x="193" y="1003"/>
                  </a:lnTo>
                  <a:lnTo>
                    <a:pt x="163" y="1047"/>
                  </a:lnTo>
                  <a:lnTo>
                    <a:pt x="133" y="1094"/>
                  </a:lnTo>
                  <a:lnTo>
                    <a:pt x="108" y="1143"/>
                  </a:lnTo>
                  <a:lnTo>
                    <a:pt x="84" y="1193"/>
                  </a:lnTo>
                  <a:lnTo>
                    <a:pt x="63" y="1246"/>
                  </a:lnTo>
                  <a:lnTo>
                    <a:pt x="44" y="1299"/>
                  </a:lnTo>
                  <a:lnTo>
                    <a:pt x="29" y="1353"/>
                  </a:lnTo>
                  <a:lnTo>
                    <a:pt x="16" y="1405"/>
                  </a:lnTo>
                  <a:lnTo>
                    <a:pt x="7" y="1459"/>
                  </a:lnTo>
                  <a:lnTo>
                    <a:pt x="2" y="1512"/>
                  </a:lnTo>
                  <a:lnTo>
                    <a:pt x="0" y="1565"/>
                  </a:lnTo>
                  <a:lnTo>
                    <a:pt x="0" y="3237"/>
                  </a:lnTo>
                  <a:lnTo>
                    <a:pt x="2" y="3287"/>
                  </a:lnTo>
                  <a:lnTo>
                    <a:pt x="7" y="3333"/>
                  </a:lnTo>
                  <a:lnTo>
                    <a:pt x="16" y="3375"/>
                  </a:lnTo>
                  <a:lnTo>
                    <a:pt x="29" y="3413"/>
                  </a:lnTo>
                  <a:lnTo>
                    <a:pt x="44" y="3447"/>
                  </a:lnTo>
                  <a:lnTo>
                    <a:pt x="63" y="3477"/>
                  </a:lnTo>
                  <a:lnTo>
                    <a:pt x="84" y="3502"/>
                  </a:lnTo>
                  <a:lnTo>
                    <a:pt x="108" y="3522"/>
                  </a:lnTo>
                  <a:lnTo>
                    <a:pt x="133" y="3538"/>
                  </a:lnTo>
                  <a:lnTo>
                    <a:pt x="163" y="3549"/>
                  </a:lnTo>
                  <a:lnTo>
                    <a:pt x="193" y="3555"/>
                  </a:lnTo>
                  <a:lnTo>
                    <a:pt x="225" y="3555"/>
                  </a:lnTo>
                  <a:lnTo>
                    <a:pt x="259" y="3550"/>
                  </a:lnTo>
                  <a:lnTo>
                    <a:pt x="294" y="3541"/>
                  </a:lnTo>
                  <a:lnTo>
                    <a:pt x="330" y="3524"/>
                  </a:lnTo>
                  <a:lnTo>
                    <a:pt x="368" y="3503"/>
                  </a:lnTo>
                  <a:lnTo>
                    <a:pt x="1594" y="2722"/>
                  </a:lnTo>
                  <a:lnTo>
                    <a:pt x="1632" y="2696"/>
                  </a:lnTo>
                  <a:lnTo>
                    <a:pt x="1668" y="2665"/>
                  </a:lnTo>
                  <a:lnTo>
                    <a:pt x="1703" y="2631"/>
                  </a:lnTo>
                  <a:lnTo>
                    <a:pt x="1737" y="2592"/>
                  </a:lnTo>
                  <a:lnTo>
                    <a:pt x="1769" y="2551"/>
                  </a:lnTo>
                  <a:lnTo>
                    <a:pt x="1799" y="2506"/>
                  </a:lnTo>
                  <a:lnTo>
                    <a:pt x="1829" y="2460"/>
                  </a:lnTo>
                  <a:lnTo>
                    <a:pt x="1854" y="2411"/>
                  </a:lnTo>
                  <a:lnTo>
                    <a:pt x="1878" y="2361"/>
                  </a:lnTo>
                  <a:lnTo>
                    <a:pt x="1899" y="2308"/>
                  </a:lnTo>
                  <a:lnTo>
                    <a:pt x="1918" y="2256"/>
                  </a:lnTo>
                  <a:lnTo>
                    <a:pt x="1933" y="2202"/>
                  </a:lnTo>
                  <a:lnTo>
                    <a:pt x="1946" y="2149"/>
                  </a:lnTo>
                  <a:lnTo>
                    <a:pt x="1955" y="2095"/>
                  </a:lnTo>
                  <a:lnTo>
                    <a:pt x="1960" y="2042"/>
                  </a:lnTo>
                  <a:lnTo>
                    <a:pt x="1962" y="1989"/>
                  </a:lnTo>
                  <a:lnTo>
                    <a:pt x="1962" y="319"/>
                  </a:lnTo>
                  <a:lnTo>
                    <a:pt x="1960" y="269"/>
                  </a:lnTo>
                  <a:lnTo>
                    <a:pt x="1955" y="223"/>
                  </a:lnTo>
                  <a:lnTo>
                    <a:pt x="1946" y="180"/>
                  </a:lnTo>
                  <a:lnTo>
                    <a:pt x="1933" y="143"/>
                  </a:lnTo>
                  <a:lnTo>
                    <a:pt x="1918" y="109"/>
                  </a:lnTo>
                  <a:lnTo>
                    <a:pt x="1899" y="79"/>
                  </a:lnTo>
                  <a:lnTo>
                    <a:pt x="1878" y="54"/>
                  </a:lnTo>
                  <a:lnTo>
                    <a:pt x="1854" y="33"/>
                  </a:lnTo>
                  <a:lnTo>
                    <a:pt x="1829" y="17"/>
                  </a:lnTo>
                  <a:lnTo>
                    <a:pt x="1799" y="7"/>
                  </a:lnTo>
                  <a:lnTo>
                    <a:pt x="1769" y="0"/>
                  </a:lnTo>
                  <a:lnTo>
                    <a:pt x="1737" y="0"/>
                  </a:lnTo>
                  <a:lnTo>
                    <a:pt x="1703" y="4"/>
                  </a:lnTo>
                  <a:lnTo>
                    <a:pt x="1668" y="14"/>
                  </a:lnTo>
                  <a:lnTo>
                    <a:pt x="1632" y="29"/>
                  </a:lnTo>
                  <a:lnTo>
                    <a:pt x="1594" y="50"/>
                  </a:lnTo>
                  <a:close/>
                </a:path>
              </a:pathLst>
            </a:custGeom>
            <a:solidFill>
              <a:srgbClr val="E5E5E5"/>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6888" name="Freeform 50"/>
            <p:cNvSpPr>
              <a:spLocks noEditPoints="1"/>
            </p:cNvSpPr>
            <p:nvPr/>
          </p:nvSpPr>
          <p:spPr bwMode="auto">
            <a:xfrm>
              <a:off x="916" y="1589"/>
              <a:ext cx="697" cy="698"/>
            </a:xfrm>
            <a:custGeom>
              <a:avLst/>
              <a:gdLst>
                <a:gd name="T0" fmla="*/ 16 w 3485"/>
                <a:gd name="T1" fmla="*/ 0 h 3490"/>
                <a:gd name="T2" fmla="*/ 17 w 3485"/>
                <a:gd name="T3" fmla="*/ 2 h 3490"/>
                <a:gd name="T4" fmla="*/ 17 w 3485"/>
                <a:gd name="T5" fmla="*/ 3 h 3490"/>
                <a:gd name="T6" fmla="*/ 14 w 3485"/>
                <a:gd name="T7" fmla="*/ 4 h 3490"/>
                <a:gd name="T8" fmla="*/ 12 w 3485"/>
                <a:gd name="T9" fmla="*/ 4 h 3490"/>
                <a:gd name="T10" fmla="*/ 11 w 3485"/>
                <a:gd name="T11" fmla="*/ 2 h 3490"/>
                <a:gd name="T12" fmla="*/ 11 w 3485"/>
                <a:gd name="T13" fmla="*/ 1 h 3490"/>
                <a:gd name="T14" fmla="*/ 14 w 3485"/>
                <a:gd name="T15" fmla="*/ 0 h 3490"/>
                <a:gd name="T16" fmla="*/ 3 w 3485"/>
                <a:gd name="T17" fmla="*/ 7 h 3490"/>
                <a:gd name="T18" fmla="*/ 4 w 3485"/>
                <a:gd name="T19" fmla="*/ 9 h 3490"/>
                <a:gd name="T20" fmla="*/ 3 w 3485"/>
                <a:gd name="T21" fmla="*/ 12 h 3490"/>
                <a:gd name="T22" fmla="*/ 2 w 3485"/>
                <a:gd name="T23" fmla="*/ 13 h 3490"/>
                <a:gd name="T24" fmla="*/ 1 w 3485"/>
                <a:gd name="T25" fmla="*/ 12 h 3490"/>
                <a:gd name="T26" fmla="*/ 0 w 3485"/>
                <a:gd name="T27" fmla="*/ 10 h 3490"/>
                <a:gd name="T28" fmla="*/ 0 w 3485"/>
                <a:gd name="T29" fmla="*/ 8 h 3490"/>
                <a:gd name="T30" fmla="*/ 2 w 3485"/>
                <a:gd name="T31" fmla="*/ 6 h 3490"/>
                <a:gd name="T32" fmla="*/ 10 w 3485"/>
                <a:gd name="T33" fmla="*/ 20 h 3490"/>
                <a:gd name="T34" fmla="*/ 11 w 3485"/>
                <a:gd name="T35" fmla="*/ 22 h 3490"/>
                <a:gd name="T36" fmla="*/ 11 w 3485"/>
                <a:gd name="T37" fmla="*/ 25 h 3490"/>
                <a:gd name="T38" fmla="*/ 10 w 3485"/>
                <a:gd name="T39" fmla="*/ 27 h 3490"/>
                <a:gd name="T40" fmla="*/ 8 w 3485"/>
                <a:gd name="T41" fmla="*/ 26 h 3490"/>
                <a:gd name="T42" fmla="*/ 7 w 3485"/>
                <a:gd name="T43" fmla="*/ 24 h 3490"/>
                <a:gd name="T44" fmla="*/ 7 w 3485"/>
                <a:gd name="T45" fmla="*/ 22 h 3490"/>
                <a:gd name="T46" fmla="*/ 8 w 3485"/>
                <a:gd name="T47" fmla="*/ 20 h 3490"/>
                <a:gd name="T48" fmla="*/ 20 w 3485"/>
                <a:gd name="T49" fmla="*/ 21 h 3490"/>
                <a:gd name="T50" fmla="*/ 21 w 3485"/>
                <a:gd name="T51" fmla="*/ 23 h 3490"/>
                <a:gd name="T52" fmla="*/ 21 w 3485"/>
                <a:gd name="T53" fmla="*/ 26 h 3490"/>
                <a:gd name="T54" fmla="*/ 20 w 3485"/>
                <a:gd name="T55" fmla="*/ 28 h 3490"/>
                <a:gd name="T56" fmla="*/ 18 w 3485"/>
                <a:gd name="T57" fmla="*/ 28 h 3490"/>
                <a:gd name="T58" fmla="*/ 17 w 3485"/>
                <a:gd name="T59" fmla="*/ 26 h 3490"/>
                <a:gd name="T60" fmla="*/ 17 w 3485"/>
                <a:gd name="T61" fmla="*/ 23 h 3490"/>
                <a:gd name="T62" fmla="*/ 18 w 3485"/>
                <a:gd name="T63" fmla="*/ 21 h 3490"/>
                <a:gd name="T64" fmla="*/ 19 w 3485"/>
                <a:gd name="T65" fmla="*/ 11 h 3490"/>
                <a:gd name="T66" fmla="*/ 20 w 3485"/>
                <a:gd name="T67" fmla="*/ 13 h 3490"/>
                <a:gd name="T68" fmla="*/ 21 w 3485"/>
                <a:gd name="T69" fmla="*/ 15 h 3490"/>
                <a:gd name="T70" fmla="*/ 20 w 3485"/>
                <a:gd name="T71" fmla="*/ 17 h 3490"/>
                <a:gd name="T72" fmla="*/ 18 w 3485"/>
                <a:gd name="T73" fmla="*/ 17 h 3490"/>
                <a:gd name="T74" fmla="*/ 17 w 3485"/>
                <a:gd name="T75" fmla="*/ 16 h 3490"/>
                <a:gd name="T76" fmla="*/ 17 w 3485"/>
                <a:gd name="T77" fmla="*/ 13 h 3490"/>
                <a:gd name="T78" fmla="*/ 18 w 3485"/>
                <a:gd name="T79" fmla="*/ 11 h 3490"/>
                <a:gd name="T80" fmla="*/ 26 w 3485"/>
                <a:gd name="T81" fmla="*/ 7 h 3490"/>
                <a:gd name="T82" fmla="*/ 27 w 3485"/>
                <a:gd name="T83" fmla="*/ 8 h 3490"/>
                <a:gd name="T84" fmla="*/ 27 w 3485"/>
                <a:gd name="T85" fmla="*/ 11 h 3490"/>
                <a:gd name="T86" fmla="*/ 26 w 3485"/>
                <a:gd name="T87" fmla="*/ 13 h 3490"/>
                <a:gd name="T88" fmla="*/ 25 w 3485"/>
                <a:gd name="T89" fmla="*/ 13 h 3490"/>
                <a:gd name="T90" fmla="*/ 24 w 3485"/>
                <a:gd name="T91" fmla="*/ 12 h 3490"/>
                <a:gd name="T92" fmla="*/ 24 w 3485"/>
                <a:gd name="T93" fmla="*/ 9 h 3490"/>
                <a:gd name="T94" fmla="*/ 24 w 3485"/>
                <a:gd name="T95" fmla="*/ 7 h 3490"/>
                <a:gd name="T96" fmla="*/ 26 w 3485"/>
                <a:gd name="T97" fmla="*/ 17 h 3490"/>
                <a:gd name="T98" fmla="*/ 27 w 3485"/>
                <a:gd name="T99" fmla="*/ 18 h 3490"/>
                <a:gd name="T100" fmla="*/ 28 w 3485"/>
                <a:gd name="T101" fmla="*/ 21 h 3490"/>
                <a:gd name="T102" fmla="*/ 27 w 3485"/>
                <a:gd name="T103" fmla="*/ 23 h 3490"/>
                <a:gd name="T104" fmla="*/ 26 w 3485"/>
                <a:gd name="T105" fmla="*/ 24 h 3490"/>
                <a:gd name="T106" fmla="*/ 24 w 3485"/>
                <a:gd name="T107" fmla="*/ 23 h 3490"/>
                <a:gd name="T108" fmla="*/ 24 w 3485"/>
                <a:gd name="T109" fmla="*/ 20 h 3490"/>
                <a:gd name="T110" fmla="*/ 25 w 3485"/>
                <a:gd name="T111" fmla="*/ 18 h 3490"/>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w 3485"/>
                <a:gd name="T169" fmla="*/ 0 h 3490"/>
                <a:gd name="T170" fmla="*/ 3485 w 3485"/>
                <a:gd name="T171" fmla="*/ 3490 h 3490"/>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T168" t="T169" r="T170" b="T171"/>
              <a:pathLst>
                <a:path w="3485" h="3490">
                  <a:moveTo>
                    <a:pt x="1754" y="0"/>
                  </a:moveTo>
                  <a:lnTo>
                    <a:pt x="1797" y="2"/>
                  </a:lnTo>
                  <a:lnTo>
                    <a:pt x="1840" y="5"/>
                  </a:lnTo>
                  <a:lnTo>
                    <a:pt x="1881" y="12"/>
                  </a:lnTo>
                  <a:lnTo>
                    <a:pt x="1921" y="20"/>
                  </a:lnTo>
                  <a:lnTo>
                    <a:pt x="1959" y="31"/>
                  </a:lnTo>
                  <a:lnTo>
                    <a:pt x="1994" y="44"/>
                  </a:lnTo>
                  <a:lnTo>
                    <a:pt x="2028" y="59"/>
                  </a:lnTo>
                  <a:lnTo>
                    <a:pt x="2058" y="74"/>
                  </a:lnTo>
                  <a:lnTo>
                    <a:pt x="2086" y="93"/>
                  </a:lnTo>
                  <a:lnTo>
                    <a:pt x="2111" y="113"/>
                  </a:lnTo>
                  <a:lnTo>
                    <a:pt x="2132" y="133"/>
                  </a:lnTo>
                  <a:lnTo>
                    <a:pt x="2151" y="155"/>
                  </a:lnTo>
                  <a:lnTo>
                    <a:pt x="2165" y="179"/>
                  </a:lnTo>
                  <a:lnTo>
                    <a:pt x="2175" y="203"/>
                  </a:lnTo>
                  <a:lnTo>
                    <a:pt x="2182" y="229"/>
                  </a:lnTo>
                  <a:lnTo>
                    <a:pt x="2185" y="255"/>
                  </a:lnTo>
                  <a:lnTo>
                    <a:pt x="2182" y="281"/>
                  </a:lnTo>
                  <a:lnTo>
                    <a:pt x="2175" y="305"/>
                  </a:lnTo>
                  <a:lnTo>
                    <a:pt x="2165" y="330"/>
                  </a:lnTo>
                  <a:lnTo>
                    <a:pt x="2151" y="353"/>
                  </a:lnTo>
                  <a:lnTo>
                    <a:pt x="2132" y="376"/>
                  </a:lnTo>
                  <a:lnTo>
                    <a:pt x="2111" y="397"/>
                  </a:lnTo>
                  <a:lnTo>
                    <a:pt x="2086" y="417"/>
                  </a:lnTo>
                  <a:lnTo>
                    <a:pt x="2058" y="434"/>
                  </a:lnTo>
                  <a:lnTo>
                    <a:pt x="2028" y="451"/>
                  </a:lnTo>
                  <a:lnTo>
                    <a:pt x="1994" y="466"/>
                  </a:lnTo>
                  <a:lnTo>
                    <a:pt x="1959" y="479"/>
                  </a:lnTo>
                  <a:lnTo>
                    <a:pt x="1921" y="489"/>
                  </a:lnTo>
                  <a:lnTo>
                    <a:pt x="1881" y="498"/>
                  </a:lnTo>
                  <a:lnTo>
                    <a:pt x="1840" y="505"/>
                  </a:lnTo>
                  <a:lnTo>
                    <a:pt x="1797" y="508"/>
                  </a:lnTo>
                  <a:lnTo>
                    <a:pt x="1754" y="509"/>
                  </a:lnTo>
                  <a:lnTo>
                    <a:pt x="1710" y="508"/>
                  </a:lnTo>
                  <a:lnTo>
                    <a:pt x="1667" y="505"/>
                  </a:lnTo>
                  <a:lnTo>
                    <a:pt x="1626" y="498"/>
                  </a:lnTo>
                  <a:lnTo>
                    <a:pt x="1586" y="489"/>
                  </a:lnTo>
                  <a:lnTo>
                    <a:pt x="1548" y="479"/>
                  </a:lnTo>
                  <a:lnTo>
                    <a:pt x="1512" y="466"/>
                  </a:lnTo>
                  <a:lnTo>
                    <a:pt x="1479" y="451"/>
                  </a:lnTo>
                  <a:lnTo>
                    <a:pt x="1449" y="434"/>
                  </a:lnTo>
                  <a:lnTo>
                    <a:pt x="1421" y="417"/>
                  </a:lnTo>
                  <a:lnTo>
                    <a:pt x="1395" y="397"/>
                  </a:lnTo>
                  <a:lnTo>
                    <a:pt x="1374" y="376"/>
                  </a:lnTo>
                  <a:lnTo>
                    <a:pt x="1355" y="353"/>
                  </a:lnTo>
                  <a:lnTo>
                    <a:pt x="1341" y="330"/>
                  </a:lnTo>
                  <a:lnTo>
                    <a:pt x="1331" y="305"/>
                  </a:lnTo>
                  <a:lnTo>
                    <a:pt x="1324" y="281"/>
                  </a:lnTo>
                  <a:lnTo>
                    <a:pt x="1321" y="255"/>
                  </a:lnTo>
                  <a:lnTo>
                    <a:pt x="1324" y="229"/>
                  </a:lnTo>
                  <a:lnTo>
                    <a:pt x="1331" y="203"/>
                  </a:lnTo>
                  <a:lnTo>
                    <a:pt x="1341" y="179"/>
                  </a:lnTo>
                  <a:lnTo>
                    <a:pt x="1355" y="155"/>
                  </a:lnTo>
                  <a:lnTo>
                    <a:pt x="1374" y="133"/>
                  </a:lnTo>
                  <a:lnTo>
                    <a:pt x="1395" y="113"/>
                  </a:lnTo>
                  <a:lnTo>
                    <a:pt x="1421" y="93"/>
                  </a:lnTo>
                  <a:lnTo>
                    <a:pt x="1449" y="74"/>
                  </a:lnTo>
                  <a:lnTo>
                    <a:pt x="1479" y="59"/>
                  </a:lnTo>
                  <a:lnTo>
                    <a:pt x="1512" y="44"/>
                  </a:lnTo>
                  <a:lnTo>
                    <a:pt x="1548" y="31"/>
                  </a:lnTo>
                  <a:lnTo>
                    <a:pt x="1586" y="20"/>
                  </a:lnTo>
                  <a:lnTo>
                    <a:pt x="1626" y="12"/>
                  </a:lnTo>
                  <a:lnTo>
                    <a:pt x="1667" y="5"/>
                  </a:lnTo>
                  <a:lnTo>
                    <a:pt x="1710" y="2"/>
                  </a:lnTo>
                  <a:lnTo>
                    <a:pt x="1754" y="0"/>
                  </a:lnTo>
                  <a:close/>
                  <a:moveTo>
                    <a:pt x="239" y="786"/>
                  </a:moveTo>
                  <a:lnTo>
                    <a:pt x="263" y="788"/>
                  </a:lnTo>
                  <a:lnTo>
                    <a:pt x="287" y="794"/>
                  </a:lnTo>
                  <a:lnTo>
                    <a:pt x="309" y="805"/>
                  </a:lnTo>
                  <a:lnTo>
                    <a:pt x="331" y="819"/>
                  </a:lnTo>
                  <a:lnTo>
                    <a:pt x="352" y="836"/>
                  </a:lnTo>
                  <a:lnTo>
                    <a:pt x="372" y="857"/>
                  </a:lnTo>
                  <a:lnTo>
                    <a:pt x="390" y="882"/>
                  </a:lnTo>
                  <a:lnTo>
                    <a:pt x="407" y="909"/>
                  </a:lnTo>
                  <a:lnTo>
                    <a:pt x="423" y="940"/>
                  </a:lnTo>
                  <a:lnTo>
                    <a:pt x="437" y="971"/>
                  </a:lnTo>
                  <a:lnTo>
                    <a:pt x="448" y="1006"/>
                  </a:lnTo>
                  <a:lnTo>
                    <a:pt x="459" y="1043"/>
                  </a:lnTo>
                  <a:lnTo>
                    <a:pt x="467" y="1081"/>
                  </a:lnTo>
                  <a:lnTo>
                    <a:pt x="473" y="1121"/>
                  </a:lnTo>
                  <a:lnTo>
                    <a:pt x="476" y="1163"/>
                  </a:lnTo>
                  <a:lnTo>
                    <a:pt x="478" y="1206"/>
                  </a:lnTo>
                  <a:lnTo>
                    <a:pt x="476" y="1248"/>
                  </a:lnTo>
                  <a:lnTo>
                    <a:pt x="473" y="1290"/>
                  </a:lnTo>
                  <a:lnTo>
                    <a:pt x="467" y="1330"/>
                  </a:lnTo>
                  <a:lnTo>
                    <a:pt x="459" y="1367"/>
                  </a:lnTo>
                  <a:lnTo>
                    <a:pt x="448" y="1405"/>
                  </a:lnTo>
                  <a:lnTo>
                    <a:pt x="437" y="1439"/>
                  </a:lnTo>
                  <a:lnTo>
                    <a:pt x="423" y="1472"/>
                  </a:lnTo>
                  <a:lnTo>
                    <a:pt x="407" y="1501"/>
                  </a:lnTo>
                  <a:lnTo>
                    <a:pt x="390" y="1528"/>
                  </a:lnTo>
                  <a:lnTo>
                    <a:pt x="372" y="1553"/>
                  </a:lnTo>
                  <a:lnTo>
                    <a:pt x="352" y="1574"/>
                  </a:lnTo>
                  <a:lnTo>
                    <a:pt x="331" y="1591"/>
                  </a:lnTo>
                  <a:lnTo>
                    <a:pt x="309" y="1605"/>
                  </a:lnTo>
                  <a:lnTo>
                    <a:pt x="287" y="1616"/>
                  </a:lnTo>
                  <a:lnTo>
                    <a:pt x="263" y="1622"/>
                  </a:lnTo>
                  <a:lnTo>
                    <a:pt x="239" y="1624"/>
                  </a:lnTo>
                  <a:lnTo>
                    <a:pt x="214" y="1622"/>
                  </a:lnTo>
                  <a:lnTo>
                    <a:pt x="191" y="1616"/>
                  </a:lnTo>
                  <a:lnTo>
                    <a:pt x="168" y="1605"/>
                  </a:lnTo>
                  <a:lnTo>
                    <a:pt x="146" y="1591"/>
                  </a:lnTo>
                  <a:lnTo>
                    <a:pt x="125" y="1574"/>
                  </a:lnTo>
                  <a:lnTo>
                    <a:pt x="105" y="1553"/>
                  </a:lnTo>
                  <a:lnTo>
                    <a:pt x="87" y="1528"/>
                  </a:lnTo>
                  <a:lnTo>
                    <a:pt x="70" y="1501"/>
                  </a:lnTo>
                  <a:lnTo>
                    <a:pt x="55" y="1472"/>
                  </a:lnTo>
                  <a:lnTo>
                    <a:pt x="41" y="1439"/>
                  </a:lnTo>
                  <a:lnTo>
                    <a:pt x="29" y="1405"/>
                  </a:lnTo>
                  <a:lnTo>
                    <a:pt x="18" y="1367"/>
                  </a:lnTo>
                  <a:lnTo>
                    <a:pt x="10" y="1330"/>
                  </a:lnTo>
                  <a:lnTo>
                    <a:pt x="4" y="1290"/>
                  </a:lnTo>
                  <a:lnTo>
                    <a:pt x="1" y="1248"/>
                  </a:lnTo>
                  <a:lnTo>
                    <a:pt x="0" y="1206"/>
                  </a:lnTo>
                  <a:lnTo>
                    <a:pt x="1" y="1163"/>
                  </a:lnTo>
                  <a:lnTo>
                    <a:pt x="4" y="1121"/>
                  </a:lnTo>
                  <a:lnTo>
                    <a:pt x="10" y="1081"/>
                  </a:lnTo>
                  <a:lnTo>
                    <a:pt x="18" y="1043"/>
                  </a:lnTo>
                  <a:lnTo>
                    <a:pt x="29" y="1006"/>
                  </a:lnTo>
                  <a:lnTo>
                    <a:pt x="41" y="971"/>
                  </a:lnTo>
                  <a:lnTo>
                    <a:pt x="55" y="940"/>
                  </a:lnTo>
                  <a:lnTo>
                    <a:pt x="70" y="909"/>
                  </a:lnTo>
                  <a:lnTo>
                    <a:pt x="87" y="882"/>
                  </a:lnTo>
                  <a:lnTo>
                    <a:pt x="105" y="857"/>
                  </a:lnTo>
                  <a:lnTo>
                    <a:pt x="125" y="836"/>
                  </a:lnTo>
                  <a:lnTo>
                    <a:pt x="146" y="819"/>
                  </a:lnTo>
                  <a:lnTo>
                    <a:pt x="168" y="805"/>
                  </a:lnTo>
                  <a:lnTo>
                    <a:pt x="191" y="794"/>
                  </a:lnTo>
                  <a:lnTo>
                    <a:pt x="214" y="788"/>
                  </a:lnTo>
                  <a:lnTo>
                    <a:pt x="239" y="786"/>
                  </a:lnTo>
                  <a:close/>
                  <a:moveTo>
                    <a:pt x="1119" y="2495"/>
                  </a:moveTo>
                  <a:lnTo>
                    <a:pt x="1143" y="2498"/>
                  </a:lnTo>
                  <a:lnTo>
                    <a:pt x="1167" y="2504"/>
                  </a:lnTo>
                  <a:lnTo>
                    <a:pt x="1190" y="2514"/>
                  </a:lnTo>
                  <a:lnTo>
                    <a:pt x="1211" y="2528"/>
                  </a:lnTo>
                  <a:lnTo>
                    <a:pt x="1232" y="2546"/>
                  </a:lnTo>
                  <a:lnTo>
                    <a:pt x="1252" y="2567"/>
                  </a:lnTo>
                  <a:lnTo>
                    <a:pt x="1271" y="2592"/>
                  </a:lnTo>
                  <a:lnTo>
                    <a:pt x="1288" y="2618"/>
                  </a:lnTo>
                  <a:lnTo>
                    <a:pt x="1304" y="2648"/>
                  </a:lnTo>
                  <a:lnTo>
                    <a:pt x="1318" y="2681"/>
                  </a:lnTo>
                  <a:lnTo>
                    <a:pt x="1329" y="2715"/>
                  </a:lnTo>
                  <a:lnTo>
                    <a:pt x="1340" y="2752"/>
                  </a:lnTo>
                  <a:lnTo>
                    <a:pt x="1348" y="2790"/>
                  </a:lnTo>
                  <a:lnTo>
                    <a:pt x="1354" y="2830"/>
                  </a:lnTo>
                  <a:lnTo>
                    <a:pt x="1358" y="2872"/>
                  </a:lnTo>
                  <a:lnTo>
                    <a:pt x="1359" y="2914"/>
                  </a:lnTo>
                  <a:lnTo>
                    <a:pt x="1358" y="2956"/>
                  </a:lnTo>
                  <a:lnTo>
                    <a:pt x="1354" y="2998"/>
                  </a:lnTo>
                  <a:lnTo>
                    <a:pt x="1348" y="3038"/>
                  </a:lnTo>
                  <a:lnTo>
                    <a:pt x="1340" y="3077"/>
                  </a:lnTo>
                  <a:lnTo>
                    <a:pt x="1329" y="3113"/>
                  </a:lnTo>
                  <a:lnTo>
                    <a:pt x="1318" y="3147"/>
                  </a:lnTo>
                  <a:lnTo>
                    <a:pt x="1304" y="3180"/>
                  </a:lnTo>
                  <a:lnTo>
                    <a:pt x="1288" y="3209"/>
                  </a:lnTo>
                  <a:lnTo>
                    <a:pt x="1271" y="3238"/>
                  </a:lnTo>
                  <a:lnTo>
                    <a:pt x="1252" y="3261"/>
                  </a:lnTo>
                  <a:lnTo>
                    <a:pt x="1232" y="3282"/>
                  </a:lnTo>
                  <a:lnTo>
                    <a:pt x="1211" y="3301"/>
                  </a:lnTo>
                  <a:lnTo>
                    <a:pt x="1190" y="3315"/>
                  </a:lnTo>
                  <a:lnTo>
                    <a:pt x="1167" y="3325"/>
                  </a:lnTo>
                  <a:lnTo>
                    <a:pt x="1143" y="3331"/>
                  </a:lnTo>
                  <a:lnTo>
                    <a:pt x="1119" y="3334"/>
                  </a:lnTo>
                  <a:lnTo>
                    <a:pt x="1094" y="3331"/>
                  </a:lnTo>
                  <a:lnTo>
                    <a:pt x="1070" y="3325"/>
                  </a:lnTo>
                  <a:lnTo>
                    <a:pt x="1048" y="3315"/>
                  </a:lnTo>
                  <a:lnTo>
                    <a:pt x="1026" y="3301"/>
                  </a:lnTo>
                  <a:lnTo>
                    <a:pt x="1005" y="3282"/>
                  </a:lnTo>
                  <a:lnTo>
                    <a:pt x="985" y="3261"/>
                  </a:lnTo>
                  <a:lnTo>
                    <a:pt x="967" y="3238"/>
                  </a:lnTo>
                  <a:lnTo>
                    <a:pt x="950" y="3209"/>
                  </a:lnTo>
                  <a:lnTo>
                    <a:pt x="935" y="3180"/>
                  </a:lnTo>
                  <a:lnTo>
                    <a:pt x="921" y="3147"/>
                  </a:lnTo>
                  <a:lnTo>
                    <a:pt x="909" y="3113"/>
                  </a:lnTo>
                  <a:lnTo>
                    <a:pt x="898" y="3077"/>
                  </a:lnTo>
                  <a:lnTo>
                    <a:pt x="890" y="3038"/>
                  </a:lnTo>
                  <a:lnTo>
                    <a:pt x="884" y="2998"/>
                  </a:lnTo>
                  <a:lnTo>
                    <a:pt x="881" y="2956"/>
                  </a:lnTo>
                  <a:lnTo>
                    <a:pt x="880" y="2914"/>
                  </a:lnTo>
                  <a:lnTo>
                    <a:pt x="881" y="2872"/>
                  </a:lnTo>
                  <a:lnTo>
                    <a:pt x="884" y="2830"/>
                  </a:lnTo>
                  <a:lnTo>
                    <a:pt x="890" y="2790"/>
                  </a:lnTo>
                  <a:lnTo>
                    <a:pt x="898" y="2752"/>
                  </a:lnTo>
                  <a:lnTo>
                    <a:pt x="909" y="2715"/>
                  </a:lnTo>
                  <a:lnTo>
                    <a:pt x="921" y="2681"/>
                  </a:lnTo>
                  <a:lnTo>
                    <a:pt x="935" y="2648"/>
                  </a:lnTo>
                  <a:lnTo>
                    <a:pt x="950" y="2618"/>
                  </a:lnTo>
                  <a:lnTo>
                    <a:pt x="967" y="2592"/>
                  </a:lnTo>
                  <a:lnTo>
                    <a:pt x="985" y="2567"/>
                  </a:lnTo>
                  <a:lnTo>
                    <a:pt x="1005" y="2546"/>
                  </a:lnTo>
                  <a:lnTo>
                    <a:pt x="1026" y="2528"/>
                  </a:lnTo>
                  <a:lnTo>
                    <a:pt x="1048" y="2514"/>
                  </a:lnTo>
                  <a:lnTo>
                    <a:pt x="1070" y="2504"/>
                  </a:lnTo>
                  <a:lnTo>
                    <a:pt x="1094" y="2498"/>
                  </a:lnTo>
                  <a:lnTo>
                    <a:pt x="1119" y="2495"/>
                  </a:lnTo>
                  <a:close/>
                  <a:moveTo>
                    <a:pt x="2380" y="2651"/>
                  </a:moveTo>
                  <a:lnTo>
                    <a:pt x="2405" y="2654"/>
                  </a:lnTo>
                  <a:lnTo>
                    <a:pt x="2428" y="2660"/>
                  </a:lnTo>
                  <a:lnTo>
                    <a:pt x="2452" y="2670"/>
                  </a:lnTo>
                  <a:lnTo>
                    <a:pt x="2473" y="2684"/>
                  </a:lnTo>
                  <a:lnTo>
                    <a:pt x="2494" y="2703"/>
                  </a:lnTo>
                  <a:lnTo>
                    <a:pt x="2514" y="2724"/>
                  </a:lnTo>
                  <a:lnTo>
                    <a:pt x="2533" y="2747"/>
                  </a:lnTo>
                  <a:lnTo>
                    <a:pt x="2550" y="2774"/>
                  </a:lnTo>
                  <a:lnTo>
                    <a:pt x="2565" y="2805"/>
                  </a:lnTo>
                  <a:lnTo>
                    <a:pt x="2580" y="2838"/>
                  </a:lnTo>
                  <a:lnTo>
                    <a:pt x="2591" y="2872"/>
                  </a:lnTo>
                  <a:lnTo>
                    <a:pt x="2602" y="2908"/>
                  </a:lnTo>
                  <a:lnTo>
                    <a:pt x="2610" y="2947"/>
                  </a:lnTo>
                  <a:lnTo>
                    <a:pt x="2616" y="2987"/>
                  </a:lnTo>
                  <a:lnTo>
                    <a:pt x="2619" y="3029"/>
                  </a:lnTo>
                  <a:lnTo>
                    <a:pt x="2621" y="3071"/>
                  </a:lnTo>
                  <a:lnTo>
                    <a:pt x="2619" y="3113"/>
                  </a:lnTo>
                  <a:lnTo>
                    <a:pt x="2616" y="3155"/>
                  </a:lnTo>
                  <a:lnTo>
                    <a:pt x="2610" y="3195"/>
                  </a:lnTo>
                  <a:lnTo>
                    <a:pt x="2602" y="3233"/>
                  </a:lnTo>
                  <a:lnTo>
                    <a:pt x="2591" y="3270"/>
                  </a:lnTo>
                  <a:lnTo>
                    <a:pt x="2580" y="3304"/>
                  </a:lnTo>
                  <a:lnTo>
                    <a:pt x="2565" y="3337"/>
                  </a:lnTo>
                  <a:lnTo>
                    <a:pt x="2550" y="3367"/>
                  </a:lnTo>
                  <a:lnTo>
                    <a:pt x="2533" y="3393"/>
                  </a:lnTo>
                  <a:lnTo>
                    <a:pt x="2514" y="3418"/>
                  </a:lnTo>
                  <a:lnTo>
                    <a:pt x="2494" y="3439"/>
                  </a:lnTo>
                  <a:lnTo>
                    <a:pt x="2473" y="3457"/>
                  </a:lnTo>
                  <a:lnTo>
                    <a:pt x="2452" y="3471"/>
                  </a:lnTo>
                  <a:lnTo>
                    <a:pt x="2428" y="3481"/>
                  </a:lnTo>
                  <a:lnTo>
                    <a:pt x="2405" y="3487"/>
                  </a:lnTo>
                  <a:lnTo>
                    <a:pt x="2380" y="3490"/>
                  </a:lnTo>
                  <a:lnTo>
                    <a:pt x="2356" y="3487"/>
                  </a:lnTo>
                  <a:lnTo>
                    <a:pt x="2332" y="3481"/>
                  </a:lnTo>
                  <a:lnTo>
                    <a:pt x="2310" y="3471"/>
                  </a:lnTo>
                  <a:lnTo>
                    <a:pt x="2288" y="3457"/>
                  </a:lnTo>
                  <a:lnTo>
                    <a:pt x="2267" y="3439"/>
                  </a:lnTo>
                  <a:lnTo>
                    <a:pt x="2248" y="3418"/>
                  </a:lnTo>
                  <a:lnTo>
                    <a:pt x="2229" y="3393"/>
                  </a:lnTo>
                  <a:lnTo>
                    <a:pt x="2212" y="3367"/>
                  </a:lnTo>
                  <a:lnTo>
                    <a:pt x="2196" y="3337"/>
                  </a:lnTo>
                  <a:lnTo>
                    <a:pt x="2182" y="3304"/>
                  </a:lnTo>
                  <a:lnTo>
                    <a:pt x="2171" y="3270"/>
                  </a:lnTo>
                  <a:lnTo>
                    <a:pt x="2160" y="3233"/>
                  </a:lnTo>
                  <a:lnTo>
                    <a:pt x="2152" y="3195"/>
                  </a:lnTo>
                  <a:lnTo>
                    <a:pt x="2146" y="3155"/>
                  </a:lnTo>
                  <a:lnTo>
                    <a:pt x="2142" y="3113"/>
                  </a:lnTo>
                  <a:lnTo>
                    <a:pt x="2141" y="3071"/>
                  </a:lnTo>
                  <a:lnTo>
                    <a:pt x="2142" y="3029"/>
                  </a:lnTo>
                  <a:lnTo>
                    <a:pt x="2146" y="2987"/>
                  </a:lnTo>
                  <a:lnTo>
                    <a:pt x="2152" y="2947"/>
                  </a:lnTo>
                  <a:lnTo>
                    <a:pt x="2160" y="2908"/>
                  </a:lnTo>
                  <a:lnTo>
                    <a:pt x="2171" y="2872"/>
                  </a:lnTo>
                  <a:lnTo>
                    <a:pt x="2182" y="2838"/>
                  </a:lnTo>
                  <a:lnTo>
                    <a:pt x="2196" y="2805"/>
                  </a:lnTo>
                  <a:lnTo>
                    <a:pt x="2212" y="2774"/>
                  </a:lnTo>
                  <a:lnTo>
                    <a:pt x="2229" y="2747"/>
                  </a:lnTo>
                  <a:lnTo>
                    <a:pt x="2248" y="2724"/>
                  </a:lnTo>
                  <a:lnTo>
                    <a:pt x="2267" y="2703"/>
                  </a:lnTo>
                  <a:lnTo>
                    <a:pt x="2288" y="2684"/>
                  </a:lnTo>
                  <a:lnTo>
                    <a:pt x="2310" y="2670"/>
                  </a:lnTo>
                  <a:lnTo>
                    <a:pt x="2332" y="2660"/>
                  </a:lnTo>
                  <a:lnTo>
                    <a:pt x="2356" y="2654"/>
                  </a:lnTo>
                  <a:lnTo>
                    <a:pt x="2380" y="2651"/>
                  </a:lnTo>
                  <a:close/>
                  <a:moveTo>
                    <a:pt x="2342" y="1355"/>
                  </a:moveTo>
                  <a:lnTo>
                    <a:pt x="2366" y="1357"/>
                  </a:lnTo>
                  <a:lnTo>
                    <a:pt x="2390" y="1363"/>
                  </a:lnTo>
                  <a:lnTo>
                    <a:pt x="2412" y="1373"/>
                  </a:lnTo>
                  <a:lnTo>
                    <a:pt x="2434" y="1387"/>
                  </a:lnTo>
                  <a:lnTo>
                    <a:pt x="2455" y="1405"/>
                  </a:lnTo>
                  <a:lnTo>
                    <a:pt x="2475" y="1426"/>
                  </a:lnTo>
                  <a:lnTo>
                    <a:pt x="2493" y="1451"/>
                  </a:lnTo>
                  <a:lnTo>
                    <a:pt x="2510" y="1478"/>
                  </a:lnTo>
                  <a:lnTo>
                    <a:pt x="2526" y="1507"/>
                  </a:lnTo>
                  <a:lnTo>
                    <a:pt x="2540" y="1540"/>
                  </a:lnTo>
                  <a:lnTo>
                    <a:pt x="2551" y="1574"/>
                  </a:lnTo>
                  <a:lnTo>
                    <a:pt x="2562" y="1611"/>
                  </a:lnTo>
                  <a:lnTo>
                    <a:pt x="2570" y="1649"/>
                  </a:lnTo>
                  <a:lnTo>
                    <a:pt x="2576" y="1689"/>
                  </a:lnTo>
                  <a:lnTo>
                    <a:pt x="2580" y="1731"/>
                  </a:lnTo>
                  <a:lnTo>
                    <a:pt x="2581" y="1773"/>
                  </a:lnTo>
                  <a:lnTo>
                    <a:pt x="2580" y="1815"/>
                  </a:lnTo>
                  <a:lnTo>
                    <a:pt x="2576" y="1858"/>
                  </a:lnTo>
                  <a:lnTo>
                    <a:pt x="2570" y="1897"/>
                  </a:lnTo>
                  <a:lnTo>
                    <a:pt x="2562" y="1936"/>
                  </a:lnTo>
                  <a:lnTo>
                    <a:pt x="2551" y="1972"/>
                  </a:lnTo>
                  <a:lnTo>
                    <a:pt x="2540" y="2008"/>
                  </a:lnTo>
                  <a:lnTo>
                    <a:pt x="2526" y="2039"/>
                  </a:lnTo>
                  <a:lnTo>
                    <a:pt x="2510" y="2070"/>
                  </a:lnTo>
                  <a:lnTo>
                    <a:pt x="2493" y="2097"/>
                  </a:lnTo>
                  <a:lnTo>
                    <a:pt x="2475" y="2121"/>
                  </a:lnTo>
                  <a:lnTo>
                    <a:pt x="2455" y="2142"/>
                  </a:lnTo>
                  <a:lnTo>
                    <a:pt x="2434" y="2160"/>
                  </a:lnTo>
                  <a:lnTo>
                    <a:pt x="2412" y="2174"/>
                  </a:lnTo>
                  <a:lnTo>
                    <a:pt x="2390" y="2185"/>
                  </a:lnTo>
                  <a:lnTo>
                    <a:pt x="2366" y="2191"/>
                  </a:lnTo>
                  <a:lnTo>
                    <a:pt x="2342" y="2193"/>
                  </a:lnTo>
                  <a:lnTo>
                    <a:pt x="2317" y="2191"/>
                  </a:lnTo>
                  <a:lnTo>
                    <a:pt x="2294" y="2185"/>
                  </a:lnTo>
                  <a:lnTo>
                    <a:pt x="2270" y="2174"/>
                  </a:lnTo>
                  <a:lnTo>
                    <a:pt x="2249" y="2160"/>
                  </a:lnTo>
                  <a:lnTo>
                    <a:pt x="2228" y="2142"/>
                  </a:lnTo>
                  <a:lnTo>
                    <a:pt x="2208" y="2121"/>
                  </a:lnTo>
                  <a:lnTo>
                    <a:pt x="2189" y="2097"/>
                  </a:lnTo>
                  <a:lnTo>
                    <a:pt x="2173" y="2070"/>
                  </a:lnTo>
                  <a:lnTo>
                    <a:pt x="2157" y="2039"/>
                  </a:lnTo>
                  <a:lnTo>
                    <a:pt x="2142" y="2008"/>
                  </a:lnTo>
                  <a:lnTo>
                    <a:pt x="2131" y="1972"/>
                  </a:lnTo>
                  <a:lnTo>
                    <a:pt x="2120" y="1936"/>
                  </a:lnTo>
                  <a:lnTo>
                    <a:pt x="2112" y="1897"/>
                  </a:lnTo>
                  <a:lnTo>
                    <a:pt x="2106" y="1858"/>
                  </a:lnTo>
                  <a:lnTo>
                    <a:pt x="2103" y="1815"/>
                  </a:lnTo>
                  <a:lnTo>
                    <a:pt x="2101" y="1773"/>
                  </a:lnTo>
                  <a:lnTo>
                    <a:pt x="2103" y="1731"/>
                  </a:lnTo>
                  <a:lnTo>
                    <a:pt x="2106" y="1689"/>
                  </a:lnTo>
                  <a:lnTo>
                    <a:pt x="2112" y="1649"/>
                  </a:lnTo>
                  <a:lnTo>
                    <a:pt x="2120" y="1611"/>
                  </a:lnTo>
                  <a:lnTo>
                    <a:pt x="2131" y="1574"/>
                  </a:lnTo>
                  <a:lnTo>
                    <a:pt x="2142" y="1540"/>
                  </a:lnTo>
                  <a:lnTo>
                    <a:pt x="2157" y="1507"/>
                  </a:lnTo>
                  <a:lnTo>
                    <a:pt x="2173" y="1478"/>
                  </a:lnTo>
                  <a:lnTo>
                    <a:pt x="2189" y="1451"/>
                  </a:lnTo>
                  <a:lnTo>
                    <a:pt x="2208" y="1426"/>
                  </a:lnTo>
                  <a:lnTo>
                    <a:pt x="2228" y="1405"/>
                  </a:lnTo>
                  <a:lnTo>
                    <a:pt x="2249" y="1387"/>
                  </a:lnTo>
                  <a:lnTo>
                    <a:pt x="2270" y="1373"/>
                  </a:lnTo>
                  <a:lnTo>
                    <a:pt x="2294" y="1363"/>
                  </a:lnTo>
                  <a:lnTo>
                    <a:pt x="2317" y="1357"/>
                  </a:lnTo>
                  <a:lnTo>
                    <a:pt x="2342" y="1355"/>
                  </a:lnTo>
                  <a:close/>
                  <a:moveTo>
                    <a:pt x="3179" y="819"/>
                  </a:moveTo>
                  <a:lnTo>
                    <a:pt x="3204" y="821"/>
                  </a:lnTo>
                  <a:lnTo>
                    <a:pt x="3227" y="827"/>
                  </a:lnTo>
                  <a:lnTo>
                    <a:pt x="3250" y="838"/>
                  </a:lnTo>
                  <a:lnTo>
                    <a:pt x="3272" y="852"/>
                  </a:lnTo>
                  <a:lnTo>
                    <a:pt x="3293" y="869"/>
                  </a:lnTo>
                  <a:lnTo>
                    <a:pt x="3312" y="890"/>
                  </a:lnTo>
                  <a:lnTo>
                    <a:pt x="3331" y="915"/>
                  </a:lnTo>
                  <a:lnTo>
                    <a:pt x="3348" y="942"/>
                  </a:lnTo>
                  <a:lnTo>
                    <a:pt x="3363" y="971"/>
                  </a:lnTo>
                  <a:lnTo>
                    <a:pt x="3377" y="1004"/>
                  </a:lnTo>
                  <a:lnTo>
                    <a:pt x="3389" y="1038"/>
                  </a:lnTo>
                  <a:lnTo>
                    <a:pt x="3400" y="1076"/>
                  </a:lnTo>
                  <a:lnTo>
                    <a:pt x="3408" y="1113"/>
                  </a:lnTo>
                  <a:lnTo>
                    <a:pt x="3414" y="1153"/>
                  </a:lnTo>
                  <a:lnTo>
                    <a:pt x="3417" y="1195"/>
                  </a:lnTo>
                  <a:lnTo>
                    <a:pt x="3418" y="1237"/>
                  </a:lnTo>
                  <a:lnTo>
                    <a:pt x="3417" y="1280"/>
                  </a:lnTo>
                  <a:lnTo>
                    <a:pt x="3414" y="1322"/>
                  </a:lnTo>
                  <a:lnTo>
                    <a:pt x="3408" y="1362"/>
                  </a:lnTo>
                  <a:lnTo>
                    <a:pt x="3400" y="1399"/>
                  </a:lnTo>
                  <a:lnTo>
                    <a:pt x="3389" y="1437"/>
                  </a:lnTo>
                  <a:lnTo>
                    <a:pt x="3377" y="1471"/>
                  </a:lnTo>
                  <a:lnTo>
                    <a:pt x="3363" y="1503"/>
                  </a:lnTo>
                  <a:lnTo>
                    <a:pt x="3348" y="1533"/>
                  </a:lnTo>
                  <a:lnTo>
                    <a:pt x="3331" y="1560"/>
                  </a:lnTo>
                  <a:lnTo>
                    <a:pt x="3312" y="1584"/>
                  </a:lnTo>
                  <a:lnTo>
                    <a:pt x="3293" y="1605"/>
                  </a:lnTo>
                  <a:lnTo>
                    <a:pt x="3272" y="1623"/>
                  </a:lnTo>
                  <a:lnTo>
                    <a:pt x="3250" y="1637"/>
                  </a:lnTo>
                  <a:lnTo>
                    <a:pt x="3227" y="1648"/>
                  </a:lnTo>
                  <a:lnTo>
                    <a:pt x="3204" y="1654"/>
                  </a:lnTo>
                  <a:lnTo>
                    <a:pt x="3179" y="1656"/>
                  </a:lnTo>
                  <a:lnTo>
                    <a:pt x="3155" y="1654"/>
                  </a:lnTo>
                  <a:lnTo>
                    <a:pt x="3131" y="1648"/>
                  </a:lnTo>
                  <a:lnTo>
                    <a:pt x="3108" y="1637"/>
                  </a:lnTo>
                  <a:lnTo>
                    <a:pt x="3087" y="1623"/>
                  </a:lnTo>
                  <a:lnTo>
                    <a:pt x="3066" y="1605"/>
                  </a:lnTo>
                  <a:lnTo>
                    <a:pt x="3046" y="1584"/>
                  </a:lnTo>
                  <a:lnTo>
                    <a:pt x="3027" y="1560"/>
                  </a:lnTo>
                  <a:lnTo>
                    <a:pt x="3011" y="1533"/>
                  </a:lnTo>
                  <a:lnTo>
                    <a:pt x="2994" y="1503"/>
                  </a:lnTo>
                  <a:lnTo>
                    <a:pt x="2980" y="1471"/>
                  </a:lnTo>
                  <a:lnTo>
                    <a:pt x="2968" y="1437"/>
                  </a:lnTo>
                  <a:lnTo>
                    <a:pt x="2958" y="1399"/>
                  </a:lnTo>
                  <a:lnTo>
                    <a:pt x="2950" y="1362"/>
                  </a:lnTo>
                  <a:lnTo>
                    <a:pt x="2944" y="1322"/>
                  </a:lnTo>
                  <a:lnTo>
                    <a:pt x="2940" y="1280"/>
                  </a:lnTo>
                  <a:lnTo>
                    <a:pt x="2939" y="1237"/>
                  </a:lnTo>
                  <a:lnTo>
                    <a:pt x="2940" y="1195"/>
                  </a:lnTo>
                  <a:lnTo>
                    <a:pt x="2944" y="1153"/>
                  </a:lnTo>
                  <a:lnTo>
                    <a:pt x="2950" y="1113"/>
                  </a:lnTo>
                  <a:lnTo>
                    <a:pt x="2958" y="1076"/>
                  </a:lnTo>
                  <a:lnTo>
                    <a:pt x="2968" y="1038"/>
                  </a:lnTo>
                  <a:lnTo>
                    <a:pt x="2980" y="1004"/>
                  </a:lnTo>
                  <a:lnTo>
                    <a:pt x="2994" y="971"/>
                  </a:lnTo>
                  <a:lnTo>
                    <a:pt x="3011" y="942"/>
                  </a:lnTo>
                  <a:lnTo>
                    <a:pt x="3027" y="915"/>
                  </a:lnTo>
                  <a:lnTo>
                    <a:pt x="3046" y="890"/>
                  </a:lnTo>
                  <a:lnTo>
                    <a:pt x="3066" y="869"/>
                  </a:lnTo>
                  <a:lnTo>
                    <a:pt x="3087" y="852"/>
                  </a:lnTo>
                  <a:lnTo>
                    <a:pt x="3108" y="838"/>
                  </a:lnTo>
                  <a:lnTo>
                    <a:pt x="3131" y="827"/>
                  </a:lnTo>
                  <a:lnTo>
                    <a:pt x="3155" y="821"/>
                  </a:lnTo>
                  <a:lnTo>
                    <a:pt x="3179" y="819"/>
                  </a:lnTo>
                  <a:close/>
                  <a:moveTo>
                    <a:pt x="3246" y="2144"/>
                  </a:moveTo>
                  <a:lnTo>
                    <a:pt x="3271" y="2146"/>
                  </a:lnTo>
                  <a:lnTo>
                    <a:pt x="3294" y="2152"/>
                  </a:lnTo>
                  <a:lnTo>
                    <a:pt x="3316" y="2162"/>
                  </a:lnTo>
                  <a:lnTo>
                    <a:pt x="3339" y="2176"/>
                  </a:lnTo>
                  <a:lnTo>
                    <a:pt x="3360" y="2194"/>
                  </a:lnTo>
                  <a:lnTo>
                    <a:pt x="3380" y="2215"/>
                  </a:lnTo>
                  <a:lnTo>
                    <a:pt x="3397" y="2240"/>
                  </a:lnTo>
                  <a:lnTo>
                    <a:pt x="3415" y="2267"/>
                  </a:lnTo>
                  <a:lnTo>
                    <a:pt x="3430" y="2296"/>
                  </a:lnTo>
                  <a:lnTo>
                    <a:pt x="3444" y="2329"/>
                  </a:lnTo>
                  <a:lnTo>
                    <a:pt x="3456" y="2363"/>
                  </a:lnTo>
                  <a:lnTo>
                    <a:pt x="3466" y="2400"/>
                  </a:lnTo>
                  <a:lnTo>
                    <a:pt x="3475" y="2438"/>
                  </a:lnTo>
                  <a:lnTo>
                    <a:pt x="3480" y="2478"/>
                  </a:lnTo>
                  <a:lnTo>
                    <a:pt x="3484" y="2520"/>
                  </a:lnTo>
                  <a:lnTo>
                    <a:pt x="3485" y="2562"/>
                  </a:lnTo>
                  <a:lnTo>
                    <a:pt x="3484" y="2604"/>
                  </a:lnTo>
                  <a:lnTo>
                    <a:pt x="3480" y="2647"/>
                  </a:lnTo>
                  <a:lnTo>
                    <a:pt x="3475" y="2686"/>
                  </a:lnTo>
                  <a:lnTo>
                    <a:pt x="3466" y="2725"/>
                  </a:lnTo>
                  <a:lnTo>
                    <a:pt x="3456" y="2762"/>
                  </a:lnTo>
                  <a:lnTo>
                    <a:pt x="3444" y="2796"/>
                  </a:lnTo>
                  <a:lnTo>
                    <a:pt x="3430" y="2828"/>
                  </a:lnTo>
                  <a:lnTo>
                    <a:pt x="3415" y="2858"/>
                  </a:lnTo>
                  <a:lnTo>
                    <a:pt x="3397" y="2886"/>
                  </a:lnTo>
                  <a:lnTo>
                    <a:pt x="3380" y="2909"/>
                  </a:lnTo>
                  <a:lnTo>
                    <a:pt x="3360" y="2930"/>
                  </a:lnTo>
                  <a:lnTo>
                    <a:pt x="3339" y="2949"/>
                  </a:lnTo>
                  <a:lnTo>
                    <a:pt x="3316" y="2963"/>
                  </a:lnTo>
                  <a:lnTo>
                    <a:pt x="3294" y="2974"/>
                  </a:lnTo>
                  <a:lnTo>
                    <a:pt x="3271" y="2980"/>
                  </a:lnTo>
                  <a:lnTo>
                    <a:pt x="3246" y="2982"/>
                  </a:lnTo>
                  <a:lnTo>
                    <a:pt x="3222" y="2980"/>
                  </a:lnTo>
                  <a:lnTo>
                    <a:pt x="3198" y="2974"/>
                  </a:lnTo>
                  <a:lnTo>
                    <a:pt x="3176" y="2963"/>
                  </a:lnTo>
                  <a:lnTo>
                    <a:pt x="3154" y="2949"/>
                  </a:lnTo>
                  <a:lnTo>
                    <a:pt x="3133" y="2930"/>
                  </a:lnTo>
                  <a:lnTo>
                    <a:pt x="3113" y="2909"/>
                  </a:lnTo>
                  <a:lnTo>
                    <a:pt x="3095" y="2886"/>
                  </a:lnTo>
                  <a:lnTo>
                    <a:pt x="3077" y="2858"/>
                  </a:lnTo>
                  <a:lnTo>
                    <a:pt x="3062" y="2828"/>
                  </a:lnTo>
                  <a:lnTo>
                    <a:pt x="3048" y="2796"/>
                  </a:lnTo>
                  <a:lnTo>
                    <a:pt x="3036" y="2762"/>
                  </a:lnTo>
                  <a:lnTo>
                    <a:pt x="3026" y="2725"/>
                  </a:lnTo>
                  <a:lnTo>
                    <a:pt x="3018" y="2686"/>
                  </a:lnTo>
                  <a:lnTo>
                    <a:pt x="3012" y="2647"/>
                  </a:lnTo>
                  <a:lnTo>
                    <a:pt x="3008" y="2604"/>
                  </a:lnTo>
                  <a:lnTo>
                    <a:pt x="3007" y="2562"/>
                  </a:lnTo>
                  <a:lnTo>
                    <a:pt x="3008" y="2520"/>
                  </a:lnTo>
                  <a:lnTo>
                    <a:pt x="3012" y="2478"/>
                  </a:lnTo>
                  <a:lnTo>
                    <a:pt x="3018" y="2438"/>
                  </a:lnTo>
                  <a:lnTo>
                    <a:pt x="3026" y="2400"/>
                  </a:lnTo>
                  <a:lnTo>
                    <a:pt x="3036" y="2363"/>
                  </a:lnTo>
                  <a:lnTo>
                    <a:pt x="3048" y="2329"/>
                  </a:lnTo>
                  <a:lnTo>
                    <a:pt x="3062" y="2296"/>
                  </a:lnTo>
                  <a:lnTo>
                    <a:pt x="3077" y="2267"/>
                  </a:lnTo>
                  <a:lnTo>
                    <a:pt x="3095" y="2240"/>
                  </a:lnTo>
                  <a:lnTo>
                    <a:pt x="3113" y="2215"/>
                  </a:lnTo>
                  <a:lnTo>
                    <a:pt x="3133" y="2194"/>
                  </a:lnTo>
                  <a:lnTo>
                    <a:pt x="3154" y="2176"/>
                  </a:lnTo>
                  <a:lnTo>
                    <a:pt x="3176" y="2162"/>
                  </a:lnTo>
                  <a:lnTo>
                    <a:pt x="3198" y="2152"/>
                  </a:lnTo>
                  <a:lnTo>
                    <a:pt x="3222" y="2146"/>
                  </a:lnTo>
                  <a:lnTo>
                    <a:pt x="3246" y="214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6889" name="Freeform 51"/>
            <p:cNvSpPr>
              <a:spLocks/>
            </p:cNvSpPr>
            <p:nvPr/>
          </p:nvSpPr>
          <p:spPr bwMode="auto">
            <a:xfrm>
              <a:off x="1267" y="1588"/>
              <a:ext cx="87" cy="52"/>
            </a:xfrm>
            <a:custGeom>
              <a:avLst/>
              <a:gdLst>
                <a:gd name="T0" fmla="*/ 3 w 437"/>
                <a:gd name="T1" fmla="*/ 2 h 260"/>
                <a:gd name="T2" fmla="*/ 3 w 437"/>
                <a:gd name="T3" fmla="*/ 2 h 260"/>
                <a:gd name="T4" fmla="*/ 3 w 437"/>
                <a:gd name="T5" fmla="*/ 2 h 260"/>
                <a:gd name="T6" fmla="*/ 3 w 437"/>
                <a:gd name="T7" fmla="*/ 2 h 260"/>
                <a:gd name="T8" fmla="*/ 3 w 437"/>
                <a:gd name="T9" fmla="*/ 1 h 260"/>
                <a:gd name="T10" fmla="*/ 3 w 437"/>
                <a:gd name="T11" fmla="*/ 1 h 260"/>
                <a:gd name="T12" fmla="*/ 3 w 437"/>
                <a:gd name="T13" fmla="*/ 1 h 260"/>
                <a:gd name="T14" fmla="*/ 3 w 437"/>
                <a:gd name="T15" fmla="*/ 1 h 260"/>
                <a:gd name="T16" fmla="*/ 3 w 437"/>
                <a:gd name="T17" fmla="*/ 1 h 260"/>
                <a:gd name="T18" fmla="*/ 2 w 437"/>
                <a:gd name="T19" fmla="*/ 1 h 260"/>
                <a:gd name="T20" fmla="*/ 2 w 437"/>
                <a:gd name="T21" fmla="*/ 0 h 260"/>
                <a:gd name="T22" fmla="*/ 2 w 437"/>
                <a:gd name="T23" fmla="*/ 0 h 260"/>
                <a:gd name="T24" fmla="*/ 2 w 437"/>
                <a:gd name="T25" fmla="*/ 0 h 260"/>
                <a:gd name="T26" fmla="*/ 1 w 437"/>
                <a:gd name="T27" fmla="*/ 0 h 260"/>
                <a:gd name="T28" fmla="*/ 1 w 437"/>
                <a:gd name="T29" fmla="*/ 0 h 260"/>
                <a:gd name="T30" fmla="*/ 1 w 437"/>
                <a:gd name="T31" fmla="*/ 0 h 260"/>
                <a:gd name="T32" fmla="*/ 0 w 437"/>
                <a:gd name="T33" fmla="*/ 0 h 260"/>
                <a:gd name="T34" fmla="*/ 0 w 437"/>
                <a:gd name="T35" fmla="*/ 0 h 260"/>
                <a:gd name="T36" fmla="*/ 0 w 437"/>
                <a:gd name="T37" fmla="*/ 0 h 260"/>
                <a:gd name="T38" fmla="*/ 0 w 437"/>
                <a:gd name="T39" fmla="*/ 0 h 260"/>
                <a:gd name="T40" fmla="*/ 1 w 437"/>
                <a:gd name="T41" fmla="*/ 0 h 260"/>
                <a:gd name="T42" fmla="*/ 1 w 437"/>
                <a:gd name="T43" fmla="*/ 0 h 260"/>
                <a:gd name="T44" fmla="*/ 1 w 437"/>
                <a:gd name="T45" fmla="*/ 0 h 260"/>
                <a:gd name="T46" fmla="*/ 2 w 437"/>
                <a:gd name="T47" fmla="*/ 0 h 260"/>
                <a:gd name="T48" fmla="*/ 2 w 437"/>
                <a:gd name="T49" fmla="*/ 0 h 260"/>
                <a:gd name="T50" fmla="*/ 2 w 437"/>
                <a:gd name="T51" fmla="*/ 1 h 260"/>
                <a:gd name="T52" fmla="*/ 2 w 437"/>
                <a:gd name="T53" fmla="*/ 1 h 260"/>
                <a:gd name="T54" fmla="*/ 3 w 437"/>
                <a:gd name="T55" fmla="*/ 1 h 260"/>
                <a:gd name="T56" fmla="*/ 3 w 437"/>
                <a:gd name="T57" fmla="*/ 1 h 260"/>
                <a:gd name="T58" fmla="*/ 3 w 437"/>
                <a:gd name="T59" fmla="*/ 1 h 260"/>
                <a:gd name="T60" fmla="*/ 3 w 437"/>
                <a:gd name="T61" fmla="*/ 1 h 260"/>
                <a:gd name="T62" fmla="*/ 3 w 437"/>
                <a:gd name="T63" fmla="*/ 1 h 260"/>
                <a:gd name="T64" fmla="*/ 3 w 437"/>
                <a:gd name="T65" fmla="*/ 2 h 260"/>
                <a:gd name="T66" fmla="*/ 3 w 437"/>
                <a:gd name="T67" fmla="*/ 2 h 260"/>
                <a:gd name="T68" fmla="*/ 3 w 437"/>
                <a:gd name="T69" fmla="*/ 2 h 260"/>
                <a:gd name="T70" fmla="*/ 3 w 437"/>
                <a:gd name="T71" fmla="*/ 2 h 260"/>
                <a:gd name="T72" fmla="*/ 3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437" y="260"/>
                  </a:moveTo>
                  <a:lnTo>
                    <a:pt x="437" y="260"/>
                  </a:lnTo>
                  <a:lnTo>
                    <a:pt x="434" y="233"/>
                  </a:lnTo>
                  <a:lnTo>
                    <a:pt x="427" y="206"/>
                  </a:lnTo>
                  <a:lnTo>
                    <a:pt x="417" y="181"/>
                  </a:lnTo>
                  <a:lnTo>
                    <a:pt x="401" y="157"/>
                  </a:lnTo>
                  <a:lnTo>
                    <a:pt x="383" y="133"/>
                  </a:lnTo>
                  <a:lnTo>
                    <a:pt x="360" y="113"/>
                  </a:lnTo>
                  <a:lnTo>
                    <a:pt x="336" y="93"/>
                  </a:lnTo>
                  <a:lnTo>
                    <a:pt x="308" y="73"/>
                  </a:lnTo>
                  <a:lnTo>
                    <a:pt x="276" y="58"/>
                  </a:lnTo>
                  <a:lnTo>
                    <a:pt x="242" y="43"/>
                  </a:lnTo>
                  <a:lnTo>
                    <a:pt x="207" y="30"/>
                  </a:lnTo>
                  <a:lnTo>
                    <a:pt x="168" y="19"/>
                  </a:lnTo>
                  <a:lnTo>
                    <a:pt x="128" y="11"/>
                  </a:lnTo>
                  <a:lnTo>
                    <a:pt x="87" y="4"/>
                  </a:lnTo>
                  <a:lnTo>
                    <a:pt x="43" y="1"/>
                  </a:lnTo>
                  <a:lnTo>
                    <a:pt x="0" y="0"/>
                  </a:lnTo>
                  <a:lnTo>
                    <a:pt x="0" y="11"/>
                  </a:lnTo>
                  <a:lnTo>
                    <a:pt x="43" y="12"/>
                  </a:lnTo>
                  <a:lnTo>
                    <a:pt x="85" y="16"/>
                  </a:lnTo>
                  <a:lnTo>
                    <a:pt x="126" y="23"/>
                  </a:lnTo>
                  <a:lnTo>
                    <a:pt x="166" y="31"/>
                  </a:lnTo>
                  <a:lnTo>
                    <a:pt x="202" y="42"/>
                  </a:lnTo>
                  <a:lnTo>
                    <a:pt x="237" y="55"/>
                  </a:lnTo>
                  <a:lnTo>
                    <a:pt x="271" y="70"/>
                  </a:lnTo>
                  <a:lnTo>
                    <a:pt x="301" y="85"/>
                  </a:lnTo>
                  <a:lnTo>
                    <a:pt x="329" y="103"/>
                  </a:lnTo>
                  <a:lnTo>
                    <a:pt x="353" y="123"/>
                  </a:lnTo>
                  <a:lnTo>
                    <a:pt x="373" y="143"/>
                  </a:lnTo>
                  <a:lnTo>
                    <a:pt x="392" y="164"/>
                  </a:lnTo>
                  <a:lnTo>
                    <a:pt x="405" y="186"/>
                  </a:lnTo>
                  <a:lnTo>
                    <a:pt x="415" y="211"/>
                  </a:lnTo>
                  <a:lnTo>
                    <a:pt x="422" y="235"/>
                  </a:lnTo>
                  <a:lnTo>
                    <a:pt x="425" y="260"/>
                  </a:lnTo>
                  <a:lnTo>
                    <a:pt x="437"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6890" name="Freeform 52"/>
            <p:cNvSpPr>
              <a:spLocks/>
            </p:cNvSpPr>
            <p:nvPr/>
          </p:nvSpPr>
          <p:spPr bwMode="auto">
            <a:xfrm>
              <a:off x="1267" y="1640"/>
              <a:ext cx="87" cy="52"/>
            </a:xfrm>
            <a:custGeom>
              <a:avLst/>
              <a:gdLst>
                <a:gd name="T0" fmla="*/ 0 w 437"/>
                <a:gd name="T1" fmla="*/ 2 h 260"/>
                <a:gd name="T2" fmla="*/ 0 w 437"/>
                <a:gd name="T3" fmla="*/ 2 h 260"/>
                <a:gd name="T4" fmla="*/ 0 w 437"/>
                <a:gd name="T5" fmla="*/ 2 h 260"/>
                <a:gd name="T6" fmla="*/ 1 w 437"/>
                <a:gd name="T7" fmla="*/ 2 h 260"/>
                <a:gd name="T8" fmla="*/ 1 w 437"/>
                <a:gd name="T9" fmla="*/ 2 h 260"/>
                <a:gd name="T10" fmla="*/ 1 w 437"/>
                <a:gd name="T11" fmla="*/ 2 h 260"/>
                <a:gd name="T12" fmla="*/ 2 w 437"/>
                <a:gd name="T13" fmla="*/ 2 h 260"/>
                <a:gd name="T14" fmla="*/ 2 w 437"/>
                <a:gd name="T15" fmla="*/ 2 h 260"/>
                <a:gd name="T16" fmla="*/ 2 w 437"/>
                <a:gd name="T17" fmla="*/ 2 h 260"/>
                <a:gd name="T18" fmla="*/ 2 w 437"/>
                <a:gd name="T19" fmla="*/ 1 h 260"/>
                <a:gd name="T20" fmla="*/ 3 w 437"/>
                <a:gd name="T21" fmla="*/ 1 h 260"/>
                <a:gd name="T22" fmla="*/ 3 w 437"/>
                <a:gd name="T23" fmla="*/ 1 h 260"/>
                <a:gd name="T24" fmla="*/ 3 w 437"/>
                <a:gd name="T25" fmla="*/ 1 h 260"/>
                <a:gd name="T26" fmla="*/ 3 w 437"/>
                <a:gd name="T27" fmla="*/ 1 h 260"/>
                <a:gd name="T28" fmla="*/ 3 w 437"/>
                <a:gd name="T29" fmla="*/ 1 h 260"/>
                <a:gd name="T30" fmla="*/ 3 w 437"/>
                <a:gd name="T31" fmla="*/ 0 h 260"/>
                <a:gd name="T32" fmla="*/ 3 w 437"/>
                <a:gd name="T33" fmla="*/ 0 h 260"/>
                <a:gd name="T34" fmla="*/ 3 w 437"/>
                <a:gd name="T35" fmla="*/ 0 h 260"/>
                <a:gd name="T36" fmla="*/ 3 w 437"/>
                <a:gd name="T37" fmla="*/ 0 h 260"/>
                <a:gd name="T38" fmla="*/ 3 w 437"/>
                <a:gd name="T39" fmla="*/ 0 h 260"/>
                <a:gd name="T40" fmla="*/ 3 w 437"/>
                <a:gd name="T41" fmla="*/ 0 h 260"/>
                <a:gd name="T42" fmla="*/ 3 w 437"/>
                <a:gd name="T43" fmla="*/ 1 h 260"/>
                <a:gd name="T44" fmla="*/ 3 w 437"/>
                <a:gd name="T45" fmla="*/ 1 h 260"/>
                <a:gd name="T46" fmla="*/ 3 w 437"/>
                <a:gd name="T47" fmla="*/ 1 h 260"/>
                <a:gd name="T48" fmla="*/ 3 w 437"/>
                <a:gd name="T49" fmla="*/ 1 h 260"/>
                <a:gd name="T50" fmla="*/ 3 w 437"/>
                <a:gd name="T51" fmla="*/ 1 h 260"/>
                <a:gd name="T52" fmla="*/ 2 w 437"/>
                <a:gd name="T53" fmla="*/ 1 h 260"/>
                <a:gd name="T54" fmla="*/ 2 w 437"/>
                <a:gd name="T55" fmla="*/ 2 h 260"/>
                <a:gd name="T56" fmla="*/ 2 w 437"/>
                <a:gd name="T57" fmla="*/ 2 h 260"/>
                <a:gd name="T58" fmla="*/ 2 w 437"/>
                <a:gd name="T59" fmla="*/ 2 h 260"/>
                <a:gd name="T60" fmla="*/ 1 w 437"/>
                <a:gd name="T61" fmla="*/ 2 h 260"/>
                <a:gd name="T62" fmla="*/ 1 w 437"/>
                <a:gd name="T63" fmla="*/ 2 h 260"/>
                <a:gd name="T64" fmla="*/ 1 w 437"/>
                <a:gd name="T65" fmla="*/ 2 h 260"/>
                <a:gd name="T66" fmla="*/ 0 w 437"/>
                <a:gd name="T67" fmla="*/ 2 h 260"/>
                <a:gd name="T68" fmla="*/ 0 w 437"/>
                <a:gd name="T69" fmla="*/ 2 h 260"/>
                <a:gd name="T70" fmla="*/ 0 w 437"/>
                <a:gd name="T71" fmla="*/ 2 h 260"/>
                <a:gd name="T72" fmla="*/ 0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0" y="260"/>
                  </a:moveTo>
                  <a:lnTo>
                    <a:pt x="0" y="260"/>
                  </a:lnTo>
                  <a:lnTo>
                    <a:pt x="43" y="259"/>
                  </a:lnTo>
                  <a:lnTo>
                    <a:pt x="87" y="255"/>
                  </a:lnTo>
                  <a:lnTo>
                    <a:pt x="128" y="248"/>
                  </a:lnTo>
                  <a:lnTo>
                    <a:pt x="168" y="240"/>
                  </a:lnTo>
                  <a:lnTo>
                    <a:pt x="207" y="230"/>
                  </a:lnTo>
                  <a:lnTo>
                    <a:pt x="242" y="217"/>
                  </a:lnTo>
                  <a:lnTo>
                    <a:pt x="276" y="202"/>
                  </a:lnTo>
                  <a:lnTo>
                    <a:pt x="308" y="185"/>
                  </a:lnTo>
                  <a:lnTo>
                    <a:pt x="336" y="166"/>
                  </a:lnTo>
                  <a:lnTo>
                    <a:pt x="360" y="146"/>
                  </a:lnTo>
                  <a:lnTo>
                    <a:pt x="383" y="125"/>
                  </a:lnTo>
                  <a:lnTo>
                    <a:pt x="401" y="102"/>
                  </a:lnTo>
                  <a:lnTo>
                    <a:pt x="417" y="77"/>
                  </a:lnTo>
                  <a:lnTo>
                    <a:pt x="427" y="53"/>
                  </a:lnTo>
                  <a:lnTo>
                    <a:pt x="434" y="27"/>
                  </a:lnTo>
                  <a:lnTo>
                    <a:pt x="437" y="0"/>
                  </a:lnTo>
                  <a:lnTo>
                    <a:pt x="425" y="0"/>
                  </a:lnTo>
                  <a:lnTo>
                    <a:pt x="422" y="24"/>
                  </a:lnTo>
                  <a:lnTo>
                    <a:pt x="415" y="48"/>
                  </a:lnTo>
                  <a:lnTo>
                    <a:pt x="405" y="73"/>
                  </a:lnTo>
                  <a:lnTo>
                    <a:pt x="392" y="95"/>
                  </a:lnTo>
                  <a:lnTo>
                    <a:pt x="373" y="116"/>
                  </a:lnTo>
                  <a:lnTo>
                    <a:pt x="353" y="137"/>
                  </a:lnTo>
                  <a:lnTo>
                    <a:pt x="329" y="157"/>
                  </a:lnTo>
                  <a:lnTo>
                    <a:pt x="301" y="173"/>
                  </a:lnTo>
                  <a:lnTo>
                    <a:pt x="271" y="190"/>
                  </a:lnTo>
                  <a:lnTo>
                    <a:pt x="237" y="205"/>
                  </a:lnTo>
                  <a:lnTo>
                    <a:pt x="202" y="218"/>
                  </a:lnTo>
                  <a:lnTo>
                    <a:pt x="166" y="228"/>
                  </a:lnTo>
                  <a:lnTo>
                    <a:pt x="126" y="237"/>
                  </a:lnTo>
                  <a:lnTo>
                    <a:pt x="85" y="244"/>
                  </a:lnTo>
                  <a:lnTo>
                    <a:pt x="43" y="247"/>
                  </a:lnTo>
                  <a:lnTo>
                    <a:pt x="0" y="248"/>
                  </a:lnTo>
                  <a:lnTo>
                    <a:pt x="0"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6891" name="Freeform 53"/>
            <p:cNvSpPr>
              <a:spLocks/>
            </p:cNvSpPr>
            <p:nvPr/>
          </p:nvSpPr>
          <p:spPr bwMode="auto">
            <a:xfrm>
              <a:off x="1179" y="1640"/>
              <a:ext cx="88" cy="52"/>
            </a:xfrm>
            <a:custGeom>
              <a:avLst/>
              <a:gdLst>
                <a:gd name="T0" fmla="*/ 0 w 439"/>
                <a:gd name="T1" fmla="*/ 0 h 260"/>
                <a:gd name="T2" fmla="*/ 0 w 439"/>
                <a:gd name="T3" fmla="*/ 0 h 260"/>
                <a:gd name="T4" fmla="*/ 0 w 439"/>
                <a:gd name="T5" fmla="*/ 0 h 260"/>
                <a:gd name="T6" fmla="*/ 0 w 439"/>
                <a:gd name="T7" fmla="*/ 0 h 260"/>
                <a:gd name="T8" fmla="*/ 0 w 439"/>
                <a:gd name="T9" fmla="*/ 1 h 260"/>
                <a:gd name="T10" fmla="*/ 0 w 439"/>
                <a:gd name="T11" fmla="*/ 1 h 260"/>
                <a:gd name="T12" fmla="*/ 0 w 439"/>
                <a:gd name="T13" fmla="*/ 1 h 260"/>
                <a:gd name="T14" fmla="*/ 1 w 439"/>
                <a:gd name="T15" fmla="*/ 1 h 260"/>
                <a:gd name="T16" fmla="*/ 1 w 439"/>
                <a:gd name="T17" fmla="*/ 1 h 260"/>
                <a:gd name="T18" fmla="*/ 1 w 439"/>
                <a:gd name="T19" fmla="*/ 1 h 260"/>
                <a:gd name="T20" fmla="*/ 1 w 439"/>
                <a:gd name="T21" fmla="*/ 2 h 260"/>
                <a:gd name="T22" fmla="*/ 2 w 439"/>
                <a:gd name="T23" fmla="*/ 2 h 260"/>
                <a:gd name="T24" fmla="*/ 2 w 439"/>
                <a:gd name="T25" fmla="*/ 2 h 260"/>
                <a:gd name="T26" fmla="*/ 2 w 439"/>
                <a:gd name="T27" fmla="*/ 2 h 260"/>
                <a:gd name="T28" fmla="*/ 2 w 439"/>
                <a:gd name="T29" fmla="*/ 2 h 260"/>
                <a:gd name="T30" fmla="*/ 3 w 439"/>
                <a:gd name="T31" fmla="*/ 2 h 260"/>
                <a:gd name="T32" fmla="*/ 3 w 439"/>
                <a:gd name="T33" fmla="*/ 2 h 260"/>
                <a:gd name="T34" fmla="*/ 4 w 439"/>
                <a:gd name="T35" fmla="*/ 2 h 260"/>
                <a:gd name="T36" fmla="*/ 4 w 439"/>
                <a:gd name="T37" fmla="*/ 2 h 260"/>
                <a:gd name="T38" fmla="*/ 3 w 439"/>
                <a:gd name="T39" fmla="*/ 2 h 260"/>
                <a:gd name="T40" fmla="*/ 3 w 439"/>
                <a:gd name="T41" fmla="*/ 2 h 260"/>
                <a:gd name="T42" fmla="*/ 3 w 439"/>
                <a:gd name="T43" fmla="*/ 2 h 260"/>
                <a:gd name="T44" fmla="*/ 2 w 439"/>
                <a:gd name="T45" fmla="*/ 2 h 260"/>
                <a:gd name="T46" fmla="*/ 2 w 439"/>
                <a:gd name="T47" fmla="*/ 2 h 260"/>
                <a:gd name="T48" fmla="*/ 2 w 439"/>
                <a:gd name="T49" fmla="*/ 2 h 260"/>
                <a:gd name="T50" fmla="*/ 1 w 439"/>
                <a:gd name="T51" fmla="*/ 2 h 260"/>
                <a:gd name="T52" fmla="*/ 1 w 439"/>
                <a:gd name="T53" fmla="*/ 1 h 260"/>
                <a:gd name="T54" fmla="*/ 1 w 439"/>
                <a:gd name="T55" fmla="*/ 1 h 260"/>
                <a:gd name="T56" fmla="*/ 1 w 439"/>
                <a:gd name="T57" fmla="*/ 1 h 260"/>
                <a:gd name="T58" fmla="*/ 1 w 439"/>
                <a:gd name="T59" fmla="*/ 1 h 260"/>
                <a:gd name="T60" fmla="*/ 0 w 439"/>
                <a:gd name="T61" fmla="*/ 1 h 260"/>
                <a:gd name="T62" fmla="*/ 0 w 439"/>
                <a:gd name="T63" fmla="*/ 1 h 260"/>
                <a:gd name="T64" fmla="*/ 0 w 439"/>
                <a:gd name="T65" fmla="*/ 0 h 260"/>
                <a:gd name="T66" fmla="*/ 0 w 439"/>
                <a:gd name="T67" fmla="*/ 0 h 260"/>
                <a:gd name="T68" fmla="*/ 0 w 439"/>
                <a:gd name="T69" fmla="*/ 0 h 260"/>
                <a:gd name="T70" fmla="*/ 0 w 439"/>
                <a:gd name="T71" fmla="*/ 0 h 260"/>
                <a:gd name="T72" fmla="*/ 0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0" y="0"/>
                  </a:moveTo>
                  <a:lnTo>
                    <a:pt x="0" y="0"/>
                  </a:lnTo>
                  <a:lnTo>
                    <a:pt x="3" y="27"/>
                  </a:lnTo>
                  <a:lnTo>
                    <a:pt x="10" y="53"/>
                  </a:lnTo>
                  <a:lnTo>
                    <a:pt x="20" y="77"/>
                  </a:lnTo>
                  <a:lnTo>
                    <a:pt x="35" y="102"/>
                  </a:lnTo>
                  <a:lnTo>
                    <a:pt x="54" y="125"/>
                  </a:lnTo>
                  <a:lnTo>
                    <a:pt x="76" y="146"/>
                  </a:lnTo>
                  <a:lnTo>
                    <a:pt x="102" y="166"/>
                  </a:lnTo>
                  <a:lnTo>
                    <a:pt x="130" y="185"/>
                  </a:lnTo>
                  <a:lnTo>
                    <a:pt x="162" y="202"/>
                  </a:lnTo>
                  <a:lnTo>
                    <a:pt x="195" y="217"/>
                  </a:lnTo>
                  <a:lnTo>
                    <a:pt x="231" y="230"/>
                  </a:lnTo>
                  <a:lnTo>
                    <a:pt x="270" y="240"/>
                  </a:lnTo>
                  <a:lnTo>
                    <a:pt x="310" y="248"/>
                  </a:lnTo>
                  <a:lnTo>
                    <a:pt x="351" y="255"/>
                  </a:lnTo>
                  <a:lnTo>
                    <a:pt x="395" y="259"/>
                  </a:lnTo>
                  <a:lnTo>
                    <a:pt x="439" y="260"/>
                  </a:lnTo>
                  <a:lnTo>
                    <a:pt x="439" y="248"/>
                  </a:lnTo>
                  <a:lnTo>
                    <a:pt x="395" y="247"/>
                  </a:lnTo>
                  <a:lnTo>
                    <a:pt x="353" y="244"/>
                  </a:lnTo>
                  <a:lnTo>
                    <a:pt x="312" y="237"/>
                  </a:lnTo>
                  <a:lnTo>
                    <a:pt x="272" y="228"/>
                  </a:lnTo>
                  <a:lnTo>
                    <a:pt x="236" y="218"/>
                  </a:lnTo>
                  <a:lnTo>
                    <a:pt x="200" y="205"/>
                  </a:lnTo>
                  <a:lnTo>
                    <a:pt x="167" y="190"/>
                  </a:lnTo>
                  <a:lnTo>
                    <a:pt x="137" y="173"/>
                  </a:lnTo>
                  <a:lnTo>
                    <a:pt x="109" y="157"/>
                  </a:lnTo>
                  <a:lnTo>
                    <a:pt x="84" y="137"/>
                  </a:lnTo>
                  <a:lnTo>
                    <a:pt x="64" y="116"/>
                  </a:lnTo>
                  <a:lnTo>
                    <a:pt x="45" y="95"/>
                  </a:lnTo>
                  <a:lnTo>
                    <a:pt x="32" y="73"/>
                  </a:lnTo>
                  <a:lnTo>
                    <a:pt x="21" y="48"/>
                  </a:lnTo>
                  <a:lnTo>
                    <a:pt x="14" y="24"/>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6892" name="Freeform 54"/>
            <p:cNvSpPr>
              <a:spLocks/>
            </p:cNvSpPr>
            <p:nvPr/>
          </p:nvSpPr>
          <p:spPr bwMode="auto">
            <a:xfrm>
              <a:off x="1179" y="1588"/>
              <a:ext cx="88" cy="52"/>
            </a:xfrm>
            <a:custGeom>
              <a:avLst/>
              <a:gdLst>
                <a:gd name="T0" fmla="*/ 4 w 439"/>
                <a:gd name="T1" fmla="*/ 0 h 260"/>
                <a:gd name="T2" fmla="*/ 4 w 439"/>
                <a:gd name="T3" fmla="*/ 0 h 260"/>
                <a:gd name="T4" fmla="*/ 3 w 439"/>
                <a:gd name="T5" fmla="*/ 0 h 260"/>
                <a:gd name="T6" fmla="*/ 3 w 439"/>
                <a:gd name="T7" fmla="*/ 0 h 260"/>
                <a:gd name="T8" fmla="*/ 2 w 439"/>
                <a:gd name="T9" fmla="*/ 0 h 260"/>
                <a:gd name="T10" fmla="*/ 2 w 439"/>
                <a:gd name="T11" fmla="*/ 0 h 260"/>
                <a:gd name="T12" fmla="*/ 2 w 439"/>
                <a:gd name="T13" fmla="*/ 0 h 260"/>
                <a:gd name="T14" fmla="*/ 2 w 439"/>
                <a:gd name="T15" fmla="*/ 0 h 260"/>
                <a:gd name="T16" fmla="*/ 1 w 439"/>
                <a:gd name="T17" fmla="*/ 0 h 260"/>
                <a:gd name="T18" fmla="*/ 1 w 439"/>
                <a:gd name="T19" fmla="*/ 1 h 260"/>
                <a:gd name="T20" fmla="*/ 1 w 439"/>
                <a:gd name="T21" fmla="*/ 1 h 260"/>
                <a:gd name="T22" fmla="*/ 1 w 439"/>
                <a:gd name="T23" fmla="*/ 1 h 260"/>
                <a:gd name="T24" fmla="*/ 0 w 439"/>
                <a:gd name="T25" fmla="*/ 1 h 260"/>
                <a:gd name="T26" fmla="*/ 0 w 439"/>
                <a:gd name="T27" fmla="*/ 1 h 260"/>
                <a:gd name="T28" fmla="*/ 0 w 439"/>
                <a:gd name="T29" fmla="*/ 1 h 260"/>
                <a:gd name="T30" fmla="*/ 0 w 439"/>
                <a:gd name="T31" fmla="*/ 2 h 260"/>
                <a:gd name="T32" fmla="*/ 0 w 439"/>
                <a:gd name="T33" fmla="*/ 2 h 260"/>
                <a:gd name="T34" fmla="*/ 0 w 439"/>
                <a:gd name="T35" fmla="*/ 2 h 260"/>
                <a:gd name="T36" fmla="*/ 0 w 439"/>
                <a:gd name="T37" fmla="*/ 2 h 260"/>
                <a:gd name="T38" fmla="*/ 0 w 439"/>
                <a:gd name="T39" fmla="*/ 2 h 260"/>
                <a:gd name="T40" fmla="*/ 0 w 439"/>
                <a:gd name="T41" fmla="*/ 2 h 260"/>
                <a:gd name="T42" fmla="*/ 0 w 439"/>
                <a:gd name="T43" fmla="*/ 1 h 260"/>
                <a:gd name="T44" fmla="*/ 0 w 439"/>
                <a:gd name="T45" fmla="*/ 1 h 260"/>
                <a:gd name="T46" fmla="*/ 1 w 439"/>
                <a:gd name="T47" fmla="*/ 1 h 260"/>
                <a:gd name="T48" fmla="*/ 1 w 439"/>
                <a:gd name="T49" fmla="*/ 1 h 260"/>
                <a:gd name="T50" fmla="*/ 1 w 439"/>
                <a:gd name="T51" fmla="*/ 1 h 260"/>
                <a:gd name="T52" fmla="*/ 1 w 439"/>
                <a:gd name="T53" fmla="*/ 1 h 260"/>
                <a:gd name="T54" fmla="*/ 1 w 439"/>
                <a:gd name="T55" fmla="*/ 1 h 260"/>
                <a:gd name="T56" fmla="*/ 2 w 439"/>
                <a:gd name="T57" fmla="*/ 0 h 260"/>
                <a:gd name="T58" fmla="*/ 2 w 439"/>
                <a:gd name="T59" fmla="*/ 0 h 260"/>
                <a:gd name="T60" fmla="*/ 2 w 439"/>
                <a:gd name="T61" fmla="*/ 0 h 260"/>
                <a:gd name="T62" fmla="*/ 3 w 439"/>
                <a:gd name="T63" fmla="*/ 0 h 260"/>
                <a:gd name="T64" fmla="*/ 3 w 439"/>
                <a:gd name="T65" fmla="*/ 0 h 260"/>
                <a:gd name="T66" fmla="*/ 3 w 439"/>
                <a:gd name="T67" fmla="*/ 0 h 260"/>
                <a:gd name="T68" fmla="*/ 4 w 439"/>
                <a:gd name="T69" fmla="*/ 0 h 260"/>
                <a:gd name="T70" fmla="*/ 4 w 439"/>
                <a:gd name="T71" fmla="*/ 0 h 260"/>
                <a:gd name="T72" fmla="*/ 4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439" y="0"/>
                  </a:moveTo>
                  <a:lnTo>
                    <a:pt x="439" y="0"/>
                  </a:lnTo>
                  <a:lnTo>
                    <a:pt x="395" y="1"/>
                  </a:lnTo>
                  <a:lnTo>
                    <a:pt x="351" y="4"/>
                  </a:lnTo>
                  <a:lnTo>
                    <a:pt x="310" y="11"/>
                  </a:lnTo>
                  <a:lnTo>
                    <a:pt x="270" y="19"/>
                  </a:lnTo>
                  <a:lnTo>
                    <a:pt x="231" y="30"/>
                  </a:lnTo>
                  <a:lnTo>
                    <a:pt x="195" y="43"/>
                  </a:lnTo>
                  <a:lnTo>
                    <a:pt x="162" y="58"/>
                  </a:lnTo>
                  <a:lnTo>
                    <a:pt x="130" y="73"/>
                  </a:lnTo>
                  <a:lnTo>
                    <a:pt x="102" y="93"/>
                  </a:lnTo>
                  <a:lnTo>
                    <a:pt x="76" y="113"/>
                  </a:lnTo>
                  <a:lnTo>
                    <a:pt x="54" y="133"/>
                  </a:lnTo>
                  <a:lnTo>
                    <a:pt x="35" y="157"/>
                  </a:lnTo>
                  <a:lnTo>
                    <a:pt x="20" y="181"/>
                  </a:lnTo>
                  <a:lnTo>
                    <a:pt x="10" y="206"/>
                  </a:lnTo>
                  <a:lnTo>
                    <a:pt x="3" y="233"/>
                  </a:lnTo>
                  <a:lnTo>
                    <a:pt x="0" y="260"/>
                  </a:lnTo>
                  <a:lnTo>
                    <a:pt x="12" y="260"/>
                  </a:lnTo>
                  <a:lnTo>
                    <a:pt x="14" y="235"/>
                  </a:lnTo>
                  <a:lnTo>
                    <a:pt x="21" y="211"/>
                  </a:lnTo>
                  <a:lnTo>
                    <a:pt x="32" y="186"/>
                  </a:lnTo>
                  <a:lnTo>
                    <a:pt x="45" y="164"/>
                  </a:lnTo>
                  <a:lnTo>
                    <a:pt x="64" y="143"/>
                  </a:lnTo>
                  <a:lnTo>
                    <a:pt x="84" y="123"/>
                  </a:lnTo>
                  <a:lnTo>
                    <a:pt x="109" y="103"/>
                  </a:lnTo>
                  <a:lnTo>
                    <a:pt x="137" y="85"/>
                  </a:lnTo>
                  <a:lnTo>
                    <a:pt x="167" y="70"/>
                  </a:lnTo>
                  <a:lnTo>
                    <a:pt x="200" y="55"/>
                  </a:lnTo>
                  <a:lnTo>
                    <a:pt x="236" y="42"/>
                  </a:lnTo>
                  <a:lnTo>
                    <a:pt x="272" y="31"/>
                  </a:lnTo>
                  <a:lnTo>
                    <a:pt x="312" y="23"/>
                  </a:lnTo>
                  <a:lnTo>
                    <a:pt x="353" y="16"/>
                  </a:lnTo>
                  <a:lnTo>
                    <a:pt x="395" y="12"/>
                  </a:lnTo>
                  <a:lnTo>
                    <a:pt x="439" y="11"/>
                  </a:lnTo>
                  <a:lnTo>
                    <a:pt x="439"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6893" name="Freeform 55"/>
            <p:cNvSpPr>
              <a:spLocks/>
            </p:cNvSpPr>
            <p:nvPr/>
          </p:nvSpPr>
          <p:spPr bwMode="auto">
            <a:xfrm>
              <a:off x="964" y="1745"/>
              <a:ext cx="48" cy="85"/>
            </a:xfrm>
            <a:custGeom>
              <a:avLst/>
              <a:gdLst>
                <a:gd name="T0" fmla="*/ 2 w 244"/>
                <a:gd name="T1" fmla="*/ 3 h 426"/>
                <a:gd name="T2" fmla="*/ 2 w 244"/>
                <a:gd name="T3" fmla="*/ 3 h 426"/>
                <a:gd name="T4" fmla="*/ 2 w 244"/>
                <a:gd name="T5" fmla="*/ 3 h 426"/>
                <a:gd name="T6" fmla="*/ 2 w 244"/>
                <a:gd name="T7" fmla="*/ 3 h 426"/>
                <a:gd name="T8" fmla="*/ 2 w 244"/>
                <a:gd name="T9" fmla="*/ 2 h 426"/>
                <a:gd name="T10" fmla="*/ 2 w 244"/>
                <a:gd name="T11" fmla="*/ 2 h 426"/>
                <a:gd name="T12" fmla="*/ 2 w 244"/>
                <a:gd name="T13" fmla="*/ 2 h 426"/>
                <a:gd name="T14" fmla="*/ 2 w 244"/>
                <a:gd name="T15" fmla="*/ 2 h 426"/>
                <a:gd name="T16" fmla="*/ 1 w 244"/>
                <a:gd name="T17" fmla="*/ 1 h 426"/>
                <a:gd name="T18" fmla="*/ 1 w 244"/>
                <a:gd name="T19" fmla="*/ 1 h 426"/>
                <a:gd name="T20" fmla="*/ 1 w 244"/>
                <a:gd name="T21" fmla="*/ 1 h 426"/>
                <a:gd name="T22" fmla="*/ 1 w 244"/>
                <a:gd name="T23" fmla="*/ 1 h 426"/>
                <a:gd name="T24" fmla="*/ 1 w 244"/>
                <a:gd name="T25" fmla="*/ 0 h 426"/>
                <a:gd name="T26" fmla="*/ 1 w 244"/>
                <a:gd name="T27" fmla="*/ 0 h 426"/>
                <a:gd name="T28" fmla="*/ 1 w 244"/>
                <a:gd name="T29" fmla="*/ 0 h 426"/>
                <a:gd name="T30" fmla="*/ 0 w 244"/>
                <a:gd name="T31" fmla="*/ 0 h 426"/>
                <a:gd name="T32" fmla="*/ 0 w 244"/>
                <a:gd name="T33" fmla="*/ 0 h 426"/>
                <a:gd name="T34" fmla="*/ 0 w 244"/>
                <a:gd name="T35" fmla="*/ 0 h 426"/>
                <a:gd name="T36" fmla="*/ 0 w 244"/>
                <a:gd name="T37" fmla="*/ 0 h 426"/>
                <a:gd name="T38" fmla="*/ 0 w 244"/>
                <a:gd name="T39" fmla="*/ 0 h 426"/>
                <a:gd name="T40" fmla="*/ 0 w 244"/>
                <a:gd name="T41" fmla="*/ 0 h 426"/>
                <a:gd name="T42" fmla="*/ 1 w 244"/>
                <a:gd name="T43" fmla="*/ 0 h 426"/>
                <a:gd name="T44" fmla="*/ 1 w 244"/>
                <a:gd name="T45" fmla="*/ 0 h 426"/>
                <a:gd name="T46" fmla="*/ 1 w 244"/>
                <a:gd name="T47" fmla="*/ 0 h 426"/>
                <a:gd name="T48" fmla="*/ 1 w 244"/>
                <a:gd name="T49" fmla="*/ 1 h 426"/>
                <a:gd name="T50" fmla="*/ 1 w 244"/>
                <a:gd name="T51" fmla="*/ 1 h 426"/>
                <a:gd name="T52" fmla="*/ 1 w 244"/>
                <a:gd name="T53" fmla="*/ 1 h 426"/>
                <a:gd name="T54" fmla="*/ 1 w 244"/>
                <a:gd name="T55" fmla="*/ 1 h 426"/>
                <a:gd name="T56" fmla="*/ 1 w 244"/>
                <a:gd name="T57" fmla="*/ 2 h 426"/>
                <a:gd name="T58" fmla="*/ 2 w 244"/>
                <a:gd name="T59" fmla="*/ 2 h 426"/>
                <a:gd name="T60" fmla="*/ 2 w 244"/>
                <a:gd name="T61" fmla="*/ 2 h 426"/>
                <a:gd name="T62" fmla="*/ 2 w 244"/>
                <a:gd name="T63" fmla="*/ 2 h 426"/>
                <a:gd name="T64" fmla="*/ 2 w 244"/>
                <a:gd name="T65" fmla="*/ 3 h 426"/>
                <a:gd name="T66" fmla="*/ 2 w 244"/>
                <a:gd name="T67" fmla="*/ 3 h 426"/>
                <a:gd name="T68" fmla="*/ 2 w 244"/>
                <a:gd name="T69" fmla="*/ 3 h 426"/>
                <a:gd name="T70" fmla="*/ 2 w 244"/>
                <a:gd name="T71" fmla="*/ 3 h 426"/>
                <a:gd name="T72" fmla="*/ 2 w 244"/>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6"/>
                <a:gd name="T113" fmla="*/ 244 w 244"/>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6">
                  <a:moveTo>
                    <a:pt x="244" y="426"/>
                  </a:moveTo>
                  <a:lnTo>
                    <a:pt x="244" y="426"/>
                  </a:lnTo>
                  <a:lnTo>
                    <a:pt x="243" y="383"/>
                  </a:lnTo>
                  <a:lnTo>
                    <a:pt x="240" y="340"/>
                  </a:lnTo>
                  <a:lnTo>
                    <a:pt x="234" y="300"/>
                  </a:lnTo>
                  <a:lnTo>
                    <a:pt x="226" y="262"/>
                  </a:lnTo>
                  <a:lnTo>
                    <a:pt x="215" y="224"/>
                  </a:lnTo>
                  <a:lnTo>
                    <a:pt x="203" y="189"/>
                  </a:lnTo>
                  <a:lnTo>
                    <a:pt x="189" y="157"/>
                  </a:lnTo>
                  <a:lnTo>
                    <a:pt x="174" y="126"/>
                  </a:lnTo>
                  <a:lnTo>
                    <a:pt x="155" y="99"/>
                  </a:lnTo>
                  <a:lnTo>
                    <a:pt x="138" y="74"/>
                  </a:lnTo>
                  <a:lnTo>
                    <a:pt x="118" y="52"/>
                  </a:lnTo>
                  <a:lnTo>
                    <a:pt x="96" y="34"/>
                  </a:lnTo>
                  <a:lnTo>
                    <a:pt x="73" y="19"/>
                  </a:lnTo>
                  <a:lnTo>
                    <a:pt x="50" y="8"/>
                  </a:lnTo>
                  <a:lnTo>
                    <a:pt x="25" y="2"/>
                  </a:lnTo>
                  <a:lnTo>
                    <a:pt x="0" y="0"/>
                  </a:lnTo>
                  <a:lnTo>
                    <a:pt x="0" y="12"/>
                  </a:lnTo>
                  <a:lnTo>
                    <a:pt x="23" y="14"/>
                  </a:lnTo>
                  <a:lnTo>
                    <a:pt x="45" y="20"/>
                  </a:lnTo>
                  <a:lnTo>
                    <a:pt x="66" y="31"/>
                  </a:lnTo>
                  <a:lnTo>
                    <a:pt x="89" y="43"/>
                  </a:lnTo>
                  <a:lnTo>
                    <a:pt x="109" y="61"/>
                  </a:lnTo>
                  <a:lnTo>
                    <a:pt x="129" y="81"/>
                  </a:lnTo>
                  <a:lnTo>
                    <a:pt x="146" y="106"/>
                  </a:lnTo>
                  <a:lnTo>
                    <a:pt x="162" y="133"/>
                  </a:lnTo>
                  <a:lnTo>
                    <a:pt x="178" y="162"/>
                  </a:lnTo>
                  <a:lnTo>
                    <a:pt x="192" y="194"/>
                  </a:lnTo>
                  <a:lnTo>
                    <a:pt x="203" y="229"/>
                  </a:lnTo>
                  <a:lnTo>
                    <a:pt x="214" y="264"/>
                  </a:lnTo>
                  <a:lnTo>
                    <a:pt x="222" y="303"/>
                  </a:lnTo>
                  <a:lnTo>
                    <a:pt x="228" y="342"/>
                  </a:lnTo>
                  <a:lnTo>
                    <a:pt x="232" y="383"/>
                  </a:lnTo>
                  <a:lnTo>
                    <a:pt x="233" y="426"/>
                  </a:lnTo>
                  <a:lnTo>
                    <a:pt x="244"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6894" name="Freeform 56"/>
            <p:cNvSpPr>
              <a:spLocks/>
            </p:cNvSpPr>
            <p:nvPr/>
          </p:nvSpPr>
          <p:spPr bwMode="auto">
            <a:xfrm>
              <a:off x="964" y="1830"/>
              <a:ext cx="48" cy="85"/>
            </a:xfrm>
            <a:custGeom>
              <a:avLst/>
              <a:gdLst>
                <a:gd name="T0" fmla="*/ 0 w 244"/>
                <a:gd name="T1" fmla="*/ 3 h 424"/>
                <a:gd name="T2" fmla="*/ 0 w 244"/>
                <a:gd name="T3" fmla="*/ 3 h 424"/>
                <a:gd name="T4" fmla="*/ 0 w 244"/>
                <a:gd name="T5" fmla="*/ 3 h 424"/>
                <a:gd name="T6" fmla="*/ 0 w 244"/>
                <a:gd name="T7" fmla="*/ 3 h 424"/>
                <a:gd name="T8" fmla="*/ 1 w 244"/>
                <a:gd name="T9" fmla="*/ 3 h 424"/>
                <a:gd name="T10" fmla="*/ 1 w 244"/>
                <a:gd name="T11" fmla="*/ 3 h 424"/>
                <a:gd name="T12" fmla="*/ 1 w 244"/>
                <a:gd name="T13" fmla="*/ 3 h 424"/>
                <a:gd name="T14" fmla="*/ 1 w 244"/>
                <a:gd name="T15" fmla="*/ 3 h 424"/>
                <a:gd name="T16" fmla="*/ 1 w 244"/>
                <a:gd name="T17" fmla="*/ 3 h 424"/>
                <a:gd name="T18" fmla="*/ 1 w 244"/>
                <a:gd name="T19" fmla="*/ 2 h 424"/>
                <a:gd name="T20" fmla="*/ 1 w 244"/>
                <a:gd name="T21" fmla="*/ 2 h 424"/>
                <a:gd name="T22" fmla="*/ 2 w 244"/>
                <a:gd name="T23" fmla="*/ 2 h 424"/>
                <a:gd name="T24" fmla="*/ 2 w 244"/>
                <a:gd name="T25" fmla="*/ 2 h 424"/>
                <a:gd name="T26" fmla="*/ 2 w 244"/>
                <a:gd name="T27" fmla="*/ 1 h 424"/>
                <a:gd name="T28" fmla="*/ 2 w 244"/>
                <a:gd name="T29" fmla="*/ 1 h 424"/>
                <a:gd name="T30" fmla="*/ 2 w 244"/>
                <a:gd name="T31" fmla="*/ 1 h 424"/>
                <a:gd name="T32" fmla="*/ 2 w 244"/>
                <a:gd name="T33" fmla="*/ 0 h 424"/>
                <a:gd name="T34" fmla="*/ 2 w 244"/>
                <a:gd name="T35" fmla="*/ 0 h 424"/>
                <a:gd name="T36" fmla="*/ 2 w 244"/>
                <a:gd name="T37" fmla="*/ 0 h 424"/>
                <a:gd name="T38" fmla="*/ 2 w 244"/>
                <a:gd name="T39" fmla="*/ 0 h 424"/>
                <a:gd name="T40" fmla="*/ 2 w 244"/>
                <a:gd name="T41" fmla="*/ 1 h 424"/>
                <a:gd name="T42" fmla="*/ 2 w 244"/>
                <a:gd name="T43" fmla="*/ 1 h 424"/>
                <a:gd name="T44" fmla="*/ 2 w 244"/>
                <a:gd name="T45" fmla="*/ 1 h 424"/>
                <a:gd name="T46" fmla="*/ 2 w 244"/>
                <a:gd name="T47" fmla="*/ 2 h 424"/>
                <a:gd name="T48" fmla="*/ 1 w 244"/>
                <a:gd name="T49" fmla="*/ 2 h 424"/>
                <a:gd name="T50" fmla="*/ 1 w 244"/>
                <a:gd name="T51" fmla="*/ 2 h 424"/>
                <a:gd name="T52" fmla="*/ 1 w 244"/>
                <a:gd name="T53" fmla="*/ 2 h 424"/>
                <a:gd name="T54" fmla="*/ 1 w 244"/>
                <a:gd name="T55" fmla="*/ 3 h 424"/>
                <a:gd name="T56" fmla="*/ 1 w 244"/>
                <a:gd name="T57" fmla="*/ 3 h 424"/>
                <a:gd name="T58" fmla="*/ 1 w 244"/>
                <a:gd name="T59" fmla="*/ 3 h 424"/>
                <a:gd name="T60" fmla="*/ 1 w 244"/>
                <a:gd name="T61" fmla="*/ 3 h 424"/>
                <a:gd name="T62" fmla="*/ 1 w 244"/>
                <a:gd name="T63" fmla="*/ 3 h 424"/>
                <a:gd name="T64" fmla="*/ 0 w 244"/>
                <a:gd name="T65" fmla="*/ 3 h 424"/>
                <a:gd name="T66" fmla="*/ 0 w 244"/>
                <a:gd name="T67" fmla="*/ 3 h 424"/>
                <a:gd name="T68" fmla="*/ 0 w 244"/>
                <a:gd name="T69" fmla="*/ 3 h 424"/>
                <a:gd name="T70" fmla="*/ 0 w 244"/>
                <a:gd name="T71" fmla="*/ 3 h 424"/>
                <a:gd name="T72" fmla="*/ 0 w 244"/>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4"/>
                <a:gd name="T113" fmla="*/ 244 w 244"/>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4">
                  <a:moveTo>
                    <a:pt x="0" y="424"/>
                  </a:moveTo>
                  <a:lnTo>
                    <a:pt x="0" y="424"/>
                  </a:lnTo>
                  <a:lnTo>
                    <a:pt x="25" y="422"/>
                  </a:lnTo>
                  <a:lnTo>
                    <a:pt x="50" y="416"/>
                  </a:lnTo>
                  <a:lnTo>
                    <a:pt x="73" y="405"/>
                  </a:lnTo>
                  <a:lnTo>
                    <a:pt x="96" y="390"/>
                  </a:lnTo>
                  <a:lnTo>
                    <a:pt x="118" y="373"/>
                  </a:lnTo>
                  <a:lnTo>
                    <a:pt x="138" y="350"/>
                  </a:lnTo>
                  <a:lnTo>
                    <a:pt x="155" y="326"/>
                  </a:lnTo>
                  <a:lnTo>
                    <a:pt x="173" y="299"/>
                  </a:lnTo>
                  <a:lnTo>
                    <a:pt x="189" y="268"/>
                  </a:lnTo>
                  <a:lnTo>
                    <a:pt x="203" y="235"/>
                  </a:lnTo>
                  <a:lnTo>
                    <a:pt x="215" y="201"/>
                  </a:lnTo>
                  <a:lnTo>
                    <a:pt x="226" y="163"/>
                  </a:lnTo>
                  <a:lnTo>
                    <a:pt x="234" y="125"/>
                  </a:lnTo>
                  <a:lnTo>
                    <a:pt x="240" y="85"/>
                  </a:lnTo>
                  <a:lnTo>
                    <a:pt x="243" y="42"/>
                  </a:lnTo>
                  <a:lnTo>
                    <a:pt x="244" y="0"/>
                  </a:lnTo>
                  <a:lnTo>
                    <a:pt x="233" y="0"/>
                  </a:lnTo>
                  <a:lnTo>
                    <a:pt x="232" y="42"/>
                  </a:lnTo>
                  <a:lnTo>
                    <a:pt x="228" y="83"/>
                  </a:lnTo>
                  <a:lnTo>
                    <a:pt x="222" y="123"/>
                  </a:lnTo>
                  <a:lnTo>
                    <a:pt x="214" y="160"/>
                  </a:lnTo>
                  <a:lnTo>
                    <a:pt x="203" y="197"/>
                  </a:lnTo>
                  <a:lnTo>
                    <a:pt x="192" y="231"/>
                  </a:lnTo>
                  <a:lnTo>
                    <a:pt x="178" y="263"/>
                  </a:lnTo>
                  <a:lnTo>
                    <a:pt x="164" y="292"/>
                  </a:lnTo>
                  <a:lnTo>
                    <a:pt x="146" y="319"/>
                  </a:lnTo>
                  <a:lnTo>
                    <a:pt x="129" y="343"/>
                  </a:lnTo>
                  <a:lnTo>
                    <a:pt x="109" y="363"/>
                  </a:lnTo>
                  <a:lnTo>
                    <a:pt x="89" y="381"/>
                  </a:lnTo>
                  <a:lnTo>
                    <a:pt x="66" y="394"/>
                  </a:lnTo>
                  <a:lnTo>
                    <a:pt x="45" y="404"/>
                  </a:lnTo>
                  <a:lnTo>
                    <a:pt x="23" y="410"/>
                  </a:lnTo>
                  <a:lnTo>
                    <a:pt x="0" y="412"/>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6895" name="Freeform 57"/>
            <p:cNvSpPr>
              <a:spLocks/>
            </p:cNvSpPr>
            <p:nvPr/>
          </p:nvSpPr>
          <p:spPr bwMode="auto">
            <a:xfrm>
              <a:off x="915" y="1830"/>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1" y="42"/>
                  </a:lnTo>
                  <a:lnTo>
                    <a:pt x="4" y="85"/>
                  </a:lnTo>
                  <a:lnTo>
                    <a:pt x="10" y="125"/>
                  </a:lnTo>
                  <a:lnTo>
                    <a:pt x="19" y="163"/>
                  </a:lnTo>
                  <a:lnTo>
                    <a:pt x="29" y="201"/>
                  </a:lnTo>
                  <a:lnTo>
                    <a:pt x="41" y="235"/>
                  </a:lnTo>
                  <a:lnTo>
                    <a:pt x="55" y="268"/>
                  </a:lnTo>
                  <a:lnTo>
                    <a:pt x="71" y="299"/>
                  </a:lnTo>
                  <a:lnTo>
                    <a:pt x="89" y="326"/>
                  </a:lnTo>
                  <a:lnTo>
                    <a:pt x="106" y="350"/>
                  </a:lnTo>
                  <a:lnTo>
                    <a:pt x="126" y="373"/>
                  </a:lnTo>
                  <a:lnTo>
                    <a:pt x="149" y="390"/>
                  </a:lnTo>
                  <a:lnTo>
                    <a:pt x="171" y="405"/>
                  </a:lnTo>
                  <a:lnTo>
                    <a:pt x="194" y="416"/>
                  </a:lnTo>
                  <a:lnTo>
                    <a:pt x="219" y="422"/>
                  </a:lnTo>
                  <a:lnTo>
                    <a:pt x="245" y="424"/>
                  </a:lnTo>
                  <a:lnTo>
                    <a:pt x="245" y="412"/>
                  </a:lnTo>
                  <a:lnTo>
                    <a:pt x="221" y="410"/>
                  </a:lnTo>
                  <a:lnTo>
                    <a:pt x="199" y="404"/>
                  </a:lnTo>
                  <a:lnTo>
                    <a:pt x="178" y="394"/>
                  </a:lnTo>
                  <a:lnTo>
                    <a:pt x="156" y="381"/>
                  </a:lnTo>
                  <a:lnTo>
                    <a:pt x="136" y="363"/>
                  </a:lnTo>
                  <a:lnTo>
                    <a:pt x="116" y="343"/>
                  </a:lnTo>
                  <a:lnTo>
                    <a:pt x="98" y="319"/>
                  </a:lnTo>
                  <a:lnTo>
                    <a:pt x="81" y="292"/>
                  </a:lnTo>
                  <a:lnTo>
                    <a:pt x="67" y="263"/>
                  </a:lnTo>
                  <a:lnTo>
                    <a:pt x="52" y="231"/>
                  </a:lnTo>
                  <a:lnTo>
                    <a:pt x="41" y="197"/>
                  </a:lnTo>
                  <a:lnTo>
                    <a:pt x="30" y="160"/>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6896" name="Freeform 58"/>
            <p:cNvSpPr>
              <a:spLocks/>
            </p:cNvSpPr>
            <p:nvPr/>
          </p:nvSpPr>
          <p:spPr bwMode="auto">
            <a:xfrm>
              <a:off x="915" y="1745"/>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0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19" y="2"/>
                  </a:lnTo>
                  <a:lnTo>
                    <a:pt x="194" y="8"/>
                  </a:lnTo>
                  <a:lnTo>
                    <a:pt x="171" y="19"/>
                  </a:lnTo>
                  <a:lnTo>
                    <a:pt x="149" y="34"/>
                  </a:lnTo>
                  <a:lnTo>
                    <a:pt x="126" y="52"/>
                  </a:lnTo>
                  <a:lnTo>
                    <a:pt x="106" y="74"/>
                  </a:lnTo>
                  <a:lnTo>
                    <a:pt x="89" y="99"/>
                  </a:lnTo>
                  <a:lnTo>
                    <a:pt x="70" y="126"/>
                  </a:lnTo>
                  <a:lnTo>
                    <a:pt x="55" y="157"/>
                  </a:lnTo>
                  <a:lnTo>
                    <a:pt x="41" y="189"/>
                  </a:lnTo>
                  <a:lnTo>
                    <a:pt x="29" y="224"/>
                  </a:lnTo>
                  <a:lnTo>
                    <a:pt x="19" y="262"/>
                  </a:lnTo>
                  <a:lnTo>
                    <a:pt x="10" y="300"/>
                  </a:lnTo>
                  <a:lnTo>
                    <a:pt x="4" y="340"/>
                  </a:lnTo>
                  <a:lnTo>
                    <a:pt x="1" y="383"/>
                  </a:lnTo>
                  <a:lnTo>
                    <a:pt x="0" y="426"/>
                  </a:lnTo>
                  <a:lnTo>
                    <a:pt x="11" y="426"/>
                  </a:lnTo>
                  <a:lnTo>
                    <a:pt x="13" y="383"/>
                  </a:lnTo>
                  <a:lnTo>
                    <a:pt x="16" y="342"/>
                  </a:lnTo>
                  <a:lnTo>
                    <a:pt x="22" y="303"/>
                  </a:lnTo>
                  <a:lnTo>
                    <a:pt x="30" y="264"/>
                  </a:lnTo>
                  <a:lnTo>
                    <a:pt x="41" y="229"/>
                  </a:lnTo>
                  <a:lnTo>
                    <a:pt x="52" y="194"/>
                  </a:lnTo>
                  <a:lnTo>
                    <a:pt x="67" y="162"/>
                  </a:lnTo>
                  <a:lnTo>
                    <a:pt x="82" y="133"/>
                  </a:lnTo>
                  <a:lnTo>
                    <a:pt x="98" y="106"/>
                  </a:lnTo>
                  <a:lnTo>
                    <a:pt x="116" y="81"/>
                  </a:lnTo>
                  <a:lnTo>
                    <a:pt x="136" y="61"/>
                  </a:lnTo>
                  <a:lnTo>
                    <a:pt x="156" y="43"/>
                  </a:lnTo>
                  <a:lnTo>
                    <a:pt x="178" y="31"/>
                  </a:lnTo>
                  <a:lnTo>
                    <a:pt x="199" y="20"/>
                  </a:lnTo>
                  <a:lnTo>
                    <a:pt x="221"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6897" name="Freeform 59"/>
            <p:cNvSpPr>
              <a:spLocks/>
            </p:cNvSpPr>
            <p:nvPr/>
          </p:nvSpPr>
          <p:spPr bwMode="auto">
            <a:xfrm>
              <a:off x="1140" y="2087"/>
              <a:ext cx="49" cy="85"/>
            </a:xfrm>
            <a:custGeom>
              <a:avLst/>
              <a:gdLst>
                <a:gd name="T0" fmla="*/ 2 w 246"/>
                <a:gd name="T1" fmla="*/ 3 h 424"/>
                <a:gd name="T2" fmla="*/ 2 w 246"/>
                <a:gd name="T3" fmla="*/ 3 h 424"/>
                <a:gd name="T4" fmla="*/ 2 w 246"/>
                <a:gd name="T5" fmla="*/ 3 h 424"/>
                <a:gd name="T6" fmla="*/ 2 w 246"/>
                <a:gd name="T7" fmla="*/ 3 h 424"/>
                <a:gd name="T8" fmla="*/ 2 w 246"/>
                <a:gd name="T9" fmla="*/ 2 h 424"/>
                <a:gd name="T10" fmla="*/ 2 w 246"/>
                <a:gd name="T11" fmla="*/ 2 h 424"/>
                <a:gd name="T12" fmla="*/ 2 w 246"/>
                <a:gd name="T13" fmla="*/ 2 h 424"/>
                <a:gd name="T14" fmla="*/ 2 w 246"/>
                <a:gd name="T15" fmla="*/ 2 h 424"/>
                <a:gd name="T16" fmla="*/ 2 w 246"/>
                <a:gd name="T17" fmla="*/ 1 h 424"/>
                <a:gd name="T18" fmla="*/ 1 w 246"/>
                <a:gd name="T19" fmla="*/ 1 h 424"/>
                <a:gd name="T20" fmla="*/ 1 w 246"/>
                <a:gd name="T21" fmla="*/ 1 h 424"/>
                <a:gd name="T22" fmla="*/ 1 w 246"/>
                <a:gd name="T23" fmla="*/ 1 h 424"/>
                <a:gd name="T24" fmla="*/ 1 w 246"/>
                <a:gd name="T25" fmla="*/ 0 h 424"/>
                <a:gd name="T26" fmla="*/ 1 w 246"/>
                <a:gd name="T27" fmla="*/ 0 h 424"/>
                <a:gd name="T28" fmla="*/ 1 w 246"/>
                <a:gd name="T29" fmla="*/ 0 h 424"/>
                <a:gd name="T30" fmla="*/ 0 w 246"/>
                <a:gd name="T31" fmla="*/ 0 h 424"/>
                <a:gd name="T32" fmla="*/ 0 w 246"/>
                <a:gd name="T33" fmla="*/ 0 h 424"/>
                <a:gd name="T34" fmla="*/ 0 w 246"/>
                <a:gd name="T35" fmla="*/ 0 h 424"/>
                <a:gd name="T36" fmla="*/ 0 w 246"/>
                <a:gd name="T37" fmla="*/ 0 h 424"/>
                <a:gd name="T38" fmla="*/ 0 w 246"/>
                <a:gd name="T39" fmla="*/ 0 h 424"/>
                <a:gd name="T40" fmla="*/ 0 w 246"/>
                <a:gd name="T41" fmla="*/ 0 h 424"/>
                <a:gd name="T42" fmla="*/ 1 w 246"/>
                <a:gd name="T43" fmla="*/ 0 h 424"/>
                <a:gd name="T44" fmla="*/ 1 w 246"/>
                <a:gd name="T45" fmla="*/ 0 h 424"/>
                <a:gd name="T46" fmla="*/ 1 w 246"/>
                <a:gd name="T47" fmla="*/ 0 h 424"/>
                <a:gd name="T48" fmla="*/ 1 w 246"/>
                <a:gd name="T49" fmla="*/ 1 h 424"/>
                <a:gd name="T50" fmla="*/ 1 w 246"/>
                <a:gd name="T51" fmla="*/ 1 h 424"/>
                <a:gd name="T52" fmla="*/ 1 w 246"/>
                <a:gd name="T53" fmla="*/ 1 h 424"/>
                <a:gd name="T54" fmla="*/ 1 w 246"/>
                <a:gd name="T55" fmla="*/ 1 h 424"/>
                <a:gd name="T56" fmla="*/ 2 w 246"/>
                <a:gd name="T57" fmla="*/ 2 h 424"/>
                <a:gd name="T58" fmla="*/ 2 w 246"/>
                <a:gd name="T59" fmla="*/ 2 h 424"/>
                <a:gd name="T60" fmla="*/ 2 w 246"/>
                <a:gd name="T61" fmla="*/ 2 h 424"/>
                <a:gd name="T62" fmla="*/ 2 w 246"/>
                <a:gd name="T63" fmla="*/ 2 h 424"/>
                <a:gd name="T64" fmla="*/ 2 w 246"/>
                <a:gd name="T65" fmla="*/ 3 h 424"/>
                <a:gd name="T66" fmla="*/ 2 w 246"/>
                <a:gd name="T67" fmla="*/ 3 h 424"/>
                <a:gd name="T68" fmla="*/ 2 w 246"/>
                <a:gd name="T69" fmla="*/ 3 h 424"/>
                <a:gd name="T70" fmla="*/ 2 w 246"/>
                <a:gd name="T71" fmla="*/ 3 h 424"/>
                <a:gd name="T72" fmla="*/ 2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424"/>
                  </a:moveTo>
                  <a:lnTo>
                    <a:pt x="246" y="424"/>
                  </a:lnTo>
                  <a:lnTo>
                    <a:pt x="244" y="382"/>
                  </a:lnTo>
                  <a:lnTo>
                    <a:pt x="241" y="338"/>
                  </a:lnTo>
                  <a:lnTo>
                    <a:pt x="235" y="298"/>
                  </a:lnTo>
                  <a:lnTo>
                    <a:pt x="227" y="261"/>
                  </a:lnTo>
                  <a:lnTo>
                    <a:pt x="216" y="222"/>
                  </a:lnTo>
                  <a:lnTo>
                    <a:pt x="205" y="188"/>
                  </a:lnTo>
                  <a:lnTo>
                    <a:pt x="190" y="155"/>
                  </a:lnTo>
                  <a:lnTo>
                    <a:pt x="174" y="125"/>
                  </a:lnTo>
                  <a:lnTo>
                    <a:pt x="157" y="98"/>
                  </a:lnTo>
                  <a:lnTo>
                    <a:pt x="138" y="73"/>
                  </a:lnTo>
                  <a:lnTo>
                    <a:pt x="118" y="51"/>
                  </a:lnTo>
                  <a:lnTo>
                    <a:pt x="96" y="34"/>
                  </a:lnTo>
                  <a:lnTo>
                    <a:pt x="74" y="18"/>
                  </a:lnTo>
                  <a:lnTo>
                    <a:pt x="50" y="8"/>
                  </a:lnTo>
                  <a:lnTo>
                    <a:pt x="25" y="2"/>
                  </a:lnTo>
                  <a:lnTo>
                    <a:pt x="0" y="0"/>
                  </a:lnTo>
                  <a:lnTo>
                    <a:pt x="0" y="11"/>
                  </a:lnTo>
                  <a:lnTo>
                    <a:pt x="23" y="14"/>
                  </a:lnTo>
                  <a:lnTo>
                    <a:pt x="45" y="19"/>
                  </a:lnTo>
                  <a:lnTo>
                    <a:pt x="67" y="30"/>
                  </a:lnTo>
                  <a:lnTo>
                    <a:pt x="89" y="43"/>
                  </a:lnTo>
                  <a:lnTo>
                    <a:pt x="108" y="60"/>
                  </a:lnTo>
                  <a:lnTo>
                    <a:pt x="128" y="80"/>
                  </a:lnTo>
                  <a:lnTo>
                    <a:pt x="147" y="105"/>
                  </a:lnTo>
                  <a:lnTo>
                    <a:pt x="165" y="132"/>
                  </a:lnTo>
                  <a:lnTo>
                    <a:pt x="179" y="160"/>
                  </a:lnTo>
                  <a:lnTo>
                    <a:pt x="193" y="193"/>
                  </a:lnTo>
                  <a:lnTo>
                    <a:pt x="205" y="227"/>
                  </a:lnTo>
                  <a:lnTo>
                    <a:pt x="215" y="263"/>
                  </a:lnTo>
                  <a:lnTo>
                    <a:pt x="223" y="301"/>
                  </a:lnTo>
                  <a:lnTo>
                    <a:pt x="229" y="341"/>
                  </a:lnTo>
                  <a:lnTo>
                    <a:pt x="233" y="382"/>
                  </a:lnTo>
                  <a:lnTo>
                    <a:pt x="234" y="424"/>
                  </a:lnTo>
                  <a:lnTo>
                    <a:pt x="246"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6898" name="Freeform 60"/>
            <p:cNvSpPr>
              <a:spLocks/>
            </p:cNvSpPr>
            <p:nvPr/>
          </p:nvSpPr>
          <p:spPr bwMode="auto">
            <a:xfrm>
              <a:off x="1140" y="2172"/>
              <a:ext cx="49" cy="85"/>
            </a:xfrm>
            <a:custGeom>
              <a:avLst/>
              <a:gdLst>
                <a:gd name="T0" fmla="*/ 0 w 246"/>
                <a:gd name="T1" fmla="*/ 3 h 426"/>
                <a:gd name="T2" fmla="*/ 0 w 246"/>
                <a:gd name="T3" fmla="*/ 3 h 426"/>
                <a:gd name="T4" fmla="*/ 0 w 246"/>
                <a:gd name="T5" fmla="*/ 3 h 426"/>
                <a:gd name="T6" fmla="*/ 0 w 246"/>
                <a:gd name="T7" fmla="*/ 3 h 426"/>
                <a:gd name="T8" fmla="*/ 1 w 246"/>
                <a:gd name="T9" fmla="*/ 3 h 426"/>
                <a:gd name="T10" fmla="*/ 1 w 246"/>
                <a:gd name="T11" fmla="*/ 3 h 426"/>
                <a:gd name="T12" fmla="*/ 1 w 246"/>
                <a:gd name="T13" fmla="*/ 3 h 426"/>
                <a:gd name="T14" fmla="*/ 1 w 246"/>
                <a:gd name="T15" fmla="*/ 3 h 426"/>
                <a:gd name="T16" fmla="*/ 1 w 246"/>
                <a:gd name="T17" fmla="*/ 3 h 426"/>
                <a:gd name="T18" fmla="*/ 1 w 246"/>
                <a:gd name="T19" fmla="*/ 2 h 426"/>
                <a:gd name="T20" fmla="*/ 2 w 246"/>
                <a:gd name="T21" fmla="*/ 2 h 426"/>
                <a:gd name="T22" fmla="*/ 2 w 246"/>
                <a:gd name="T23" fmla="*/ 2 h 426"/>
                <a:gd name="T24" fmla="*/ 2 w 246"/>
                <a:gd name="T25" fmla="*/ 2 h 426"/>
                <a:gd name="T26" fmla="*/ 2 w 246"/>
                <a:gd name="T27" fmla="*/ 1 h 426"/>
                <a:gd name="T28" fmla="*/ 2 w 246"/>
                <a:gd name="T29" fmla="*/ 1 h 426"/>
                <a:gd name="T30" fmla="*/ 2 w 246"/>
                <a:gd name="T31" fmla="*/ 1 h 426"/>
                <a:gd name="T32" fmla="*/ 2 w 246"/>
                <a:gd name="T33" fmla="*/ 0 h 426"/>
                <a:gd name="T34" fmla="*/ 2 w 246"/>
                <a:gd name="T35" fmla="*/ 0 h 426"/>
                <a:gd name="T36" fmla="*/ 2 w 246"/>
                <a:gd name="T37" fmla="*/ 0 h 426"/>
                <a:gd name="T38" fmla="*/ 2 w 246"/>
                <a:gd name="T39" fmla="*/ 0 h 426"/>
                <a:gd name="T40" fmla="*/ 2 w 246"/>
                <a:gd name="T41" fmla="*/ 1 h 426"/>
                <a:gd name="T42" fmla="*/ 2 w 246"/>
                <a:gd name="T43" fmla="*/ 1 h 426"/>
                <a:gd name="T44" fmla="*/ 2 w 246"/>
                <a:gd name="T45" fmla="*/ 1 h 426"/>
                <a:gd name="T46" fmla="*/ 2 w 246"/>
                <a:gd name="T47" fmla="*/ 2 h 426"/>
                <a:gd name="T48" fmla="*/ 2 w 246"/>
                <a:gd name="T49" fmla="*/ 2 h 426"/>
                <a:gd name="T50" fmla="*/ 1 w 246"/>
                <a:gd name="T51" fmla="*/ 2 h 426"/>
                <a:gd name="T52" fmla="*/ 1 w 246"/>
                <a:gd name="T53" fmla="*/ 2 h 426"/>
                <a:gd name="T54" fmla="*/ 1 w 246"/>
                <a:gd name="T55" fmla="*/ 3 h 426"/>
                <a:gd name="T56" fmla="*/ 1 w 246"/>
                <a:gd name="T57" fmla="*/ 3 h 426"/>
                <a:gd name="T58" fmla="*/ 1 w 246"/>
                <a:gd name="T59" fmla="*/ 3 h 426"/>
                <a:gd name="T60" fmla="*/ 1 w 246"/>
                <a:gd name="T61" fmla="*/ 3 h 426"/>
                <a:gd name="T62" fmla="*/ 1 w 246"/>
                <a:gd name="T63" fmla="*/ 3 h 426"/>
                <a:gd name="T64" fmla="*/ 0 w 246"/>
                <a:gd name="T65" fmla="*/ 3 h 426"/>
                <a:gd name="T66" fmla="*/ 0 w 246"/>
                <a:gd name="T67" fmla="*/ 3 h 426"/>
                <a:gd name="T68" fmla="*/ 0 w 246"/>
                <a:gd name="T69" fmla="*/ 3 h 426"/>
                <a:gd name="T70" fmla="*/ 0 w 246"/>
                <a:gd name="T71" fmla="*/ 3 h 426"/>
                <a:gd name="T72" fmla="*/ 0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426"/>
                  </a:moveTo>
                  <a:lnTo>
                    <a:pt x="0" y="426"/>
                  </a:lnTo>
                  <a:lnTo>
                    <a:pt x="25" y="423"/>
                  </a:lnTo>
                  <a:lnTo>
                    <a:pt x="50" y="417"/>
                  </a:lnTo>
                  <a:lnTo>
                    <a:pt x="74" y="407"/>
                  </a:lnTo>
                  <a:lnTo>
                    <a:pt x="96" y="392"/>
                  </a:lnTo>
                  <a:lnTo>
                    <a:pt x="118" y="373"/>
                  </a:lnTo>
                  <a:lnTo>
                    <a:pt x="138" y="350"/>
                  </a:lnTo>
                  <a:lnTo>
                    <a:pt x="157" y="327"/>
                  </a:lnTo>
                  <a:lnTo>
                    <a:pt x="175" y="299"/>
                  </a:lnTo>
                  <a:lnTo>
                    <a:pt x="190" y="268"/>
                  </a:lnTo>
                  <a:lnTo>
                    <a:pt x="205" y="236"/>
                  </a:lnTo>
                  <a:lnTo>
                    <a:pt x="216" y="202"/>
                  </a:lnTo>
                  <a:lnTo>
                    <a:pt x="227" y="164"/>
                  </a:lnTo>
                  <a:lnTo>
                    <a:pt x="235" y="125"/>
                  </a:lnTo>
                  <a:lnTo>
                    <a:pt x="241" y="86"/>
                  </a:lnTo>
                  <a:lnTo>
                    <a:pt x="244" y="42"/>
                  </a:lnTo>
                  <a:lnTo>
                    <a:pt x="246" y="0"/>
                  </a:lnTo>
                  <a:lnTo>
                    <a:pt x="234" y="0"/>
                  </a:lnTo>
                  <a:lnTo>
                    <a:pt x="233" y="42"/>
                  </a:lnTo>
                  <a:lnTo>
                    <a:pt x="229" y="83"/>
                  </a:lnTo>
                  <a:lnTo>
                    <a:pt x="223" y="123"/>
                  </a:lnTo>
                  <a:lnTo>
                    <a:pt x="215" y="162"/>
                  </a:lnTo>
                  <a:lnTo>
                    <a:pt x="205" y="197"/>
                  </a:lnTo>
                  <a:lnTo>
                    <a:pt x="193" y="231"/>
                  </a:lnTo>
                  <a:lnTo>
                    <a:pt x="179" y="264"/>
                  </a:lnTo>
                  <a:lnTo>
                    <a:pt x="164" y="292"/>
                  </a:lnTo>
                  <a:lnTo>
                    <a:pt x="147" y="320"/>
                  </a:lnTo>
                  <a:lnTo>
                    <a:pt x="128" y="343"/>
                  </a:lnTo>
                  <a:lnTo>
                    <a:pt x="108" y="363"/>
                  </a:lnTo>
                  <a:lnTo>
                    <a:pt x="89" y="382"/>
                  </a:lnTo>
                  <a:lnTo>
                    <a:pt x="67" y="395"/>
                  </a:lnTo>
                  <a:lnTo>
                    <a:pt x="45" y="406"/>
                  </a:lnTo>
                  <a:lnTo>
                    <a:pt x="23" y="411"/>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6899" name="Freeform 61"/>
            <p:cNvSpPr>
              <a:spLocks/>
            </p:cNvSpPr>
            <p:nvPr/>
          </p:nvSpPr>
          <p:spPr bwMode="auto">
            <a:xfrm>
              <a:off x="1091" y="2172"/>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4" y="86"/>
                  </a:lnTo>
                  <a:lnTo>
                    <a:pt x="10" y="125"/>
                  </a:lnTo>
                  <a:lnTo>
                    <a:pt x="18" y="164"/>
                  </a:lnTo>
                  <a:lnTo>
                    <a:pt x="29" y="202"/>
                  </a:lnTo>
                  <a:lnTo>
                    <a:pt x="41" y="236"/>
                  </a:lnTo>
                  <a:lnTo>
                    <a:pt x="55" y="268"/>
                  </a:lnTo>
                  <a:lnTo>
                    <a:pt x="70" y="299"/>
                  </a:lnTo>
                  <a:lnTo>
                    <a:pt x="89" y="327"/>
                  </a:lnTo>
                  <a:lnTo>
                    <a:pt x="106" y="350"/>
                  </a:lnTo>
                  <a:lnTo>
                    <a:pt x="126" y="373"/>
                  </a:lnTo>
                  <a:lnTo>
                    <a:pt x="148" y="392"/>
                  </a:lnTo>
                  <a:lnTo>
                    <a:pt x="171" y="407"/>
                  </a:lnTo>
                  <a:lnTo>
                    <a:pt x="194" y="417"/>
                  </a:lnTo>
                  <a:lnTo>
                    <a:pt x="219" y="423"/>
                  </a:lnTo>
                  <a:lnTo>
                    <a:pt x="245" y="426"/>
                  </a:lnTo>
                  <a:lnTo>
                    <a:pt x="245" y="414"/>
                  </a:lnTo>
                  <a:lnTo>
                    <a:pt x="221" y="411"/>
                  </a:lnTo>
                  <a:lnTo>
                    <a:pt x="199" y="406"/>
                  </a:lnTo>
                  <a:lnTo>
                    <a:pt x="178" y="395"/>
                  </a:lnTo>
                  <a:lnTo>
                    <a:pt x="155" y="382"/>
                  </a:lnTo>
                  <a:lnTo>
                    <a:pt x="136" y="363"/>
                  </a:lnTo>
                  <a:lnTo>
                    <a:pt x="116" y="343"/>
                  </a:lnTo>
                  <a:lnTo>
                    <a:pt x="98" y="320"/>
                  </a:lnTo>
                  <a:lnTo>
                    <a:pt x="82" y="292"/>
                  </a:lnTo>
                  <a:lnTo>
                    <a:pt x="66" y="264"/>
                  </a:lnTo>
                  <a:lnTo>
                    <a:pt x="52" y="231"/>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6900" name="Freeform 62"/>
            <p:cNvSpPr>
              <a:spLocks/>
            </p:cNvSpPr>
            <p:nvPr/>
          </p:nvSpPr>
          <p:spPr bwMode="auto">
            <a:xfrm>
              <a:off x="1091" y="2087"/>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4" y="8"/>
                  </a:lnTo>
                  <a:lnTo>
                    <a:pt x="171" y="18"/>
                  </a:lnTo>
                  <a:lnTo>
                    <a:pt x="148" y="34"/>
                  </a:lnTo>
                  <a:lnTo>
                    <a:pt x="126" y="51"/>
                  </a:lnTo>
                  <a:lnTo>
                    <a:pt x="106" y="73"/>
                  </a:lnTo>
                  <a:lnTo>
                    <a:pt x="89" y="98"/>
                  </a:lnTo>
                  <a:lnTo>
                    <a:pt x="71" y="125"/>
                  </a:lnTo>
                  <a:lnTo>
                    <a:pt x="55" y="155"/>
                  </a:lnTo>
                  <a:lnTo>
                    <a:pt x="41" y="188"/>
                  </a:lnTo>
                  <a:lnTo>
                    <a:pt x="29" y="222"/>
                  </a:lnTo>
                  <a:lnTo>
                    <a:pt x="18" y="261"/>
                  </a:lnTo>
                  <a:lnTo>
                    <a:pt x="10" y="298"/>
                  </a:lnTo>
                  <a:lnTo>
                    <a:pt x="4" y="338"/>
                  </a:lnTo>
                  <a:lnTo>
                    <a:pt x="1" y="382"/>
                  </a:lnTo>
                  <a:lnTo>
                    <a:pt x="0" y="424"/>
                  </a:lnTo>
                  <a:lnTo>
                    <a:pt x="11" y="424"/>
                  </a:lnTo>
                  <a:lnTo>
                    <a:pt x="13" y="382"/>
                  </a:lnTo>
                  <a:lnTo>
                    <a:pt x="16" y="341"/>
                  </a:lnTo>
                  <a:lnTo>
                    <a:pt x="22" y="301"/>
                  </a:lnTo>
                  <a:lnTo>
                    <a:pt x="30" y="263"/>
                  </a:lnTo>
                  <a:lnTo>
                    <a:pt x="41" y="227"/>
                  </a:lnTo>
                  <a:lnTo>
                    <a:pt x="52" y="193"/>
                  </a:lnTo>
                  <a:lnTo>
                    <a:pt x="66" y="160"/>
                  </a:lnTo>
                  <a:lnTo>
                    <a:pt x="80" y="132"/>
                  </a:lnTo>
                  <a:lnTo>
                    <a:pt x="98" y="105"/>
                  </a:lnTo>
                  <a:lnTo>
                    <a:pt x="116" y="80"/>
                  </a:lnTo>
                  <a:lnTo>
                    <a:pt x="136" y="60"/>
                  </a:lnTo>
                  <a:lnTo>
                    <a:pt x="155" y="43"/>
                  </a:lnTo>
                  <a:lnTo>
                    <a:pt x="178" y="30"/>
                  </a:lnTo>
                  <a:lnTo>
                    <a:pt x="199" y="19"/>
                  </a:lnTo>
                  <a:lnTo>
                    <a:pt x="221" y="14"/>
                  </a:lnTo>
                  <a:lnTo>
                    <a:pt x="245" y="11"/>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6901" name="Freeform 63"/>
            <p:cNvSpPr>
              <a:spLocks/>
            </p:cNvSpPr>
            <p:nvPr/>
          </p:nvSpPr>
          <p:spPr bwMode="auto">
            <a:xfrm>
              <a:off x="1392" y="2118"/>
              <a:ext cx="49" cy="85"/>
            </a:xfrm>
            <a:custGeom>
              <a:avLst/>
              <a:gdLst>
                <a:gd name="T0" fmla="*/ 2 w 246"/>
                <a:gd name="T1" fmla="*/ 3 h 426"/>
                <a:gd name="T2" fmla="*/ 2 w 246"/>
                <a:gd name="T3" fmla="*/ 3 h 426"/>
                <a:gd name="T4" fmla="*/ 2 w 246"/>
                <a:gd name="T5" fmla="*/ 3 h 426"/>
                <a:gd name="T6" fmla="*/ 2 w 246"/>
                <a:gd name="T7" fmla="*/ 3 h 426"/>
                <a:gd name="T8" fmla="*/ 2 w 246"/>
                <a:gd name="T9" fmla="*/ 2 h 426"/>
                <a:gd name="T10" fmla="*/ 2 w 246"/>
                <a:gd name="T11" fmla="*/ 2 h 426"/>
                <a:gd name="T12" fmla="*/ 2 w 246"/>
                <a:gd name="T13" fmla="*/ 2 h 426"/>
                <a:gd name="T14" fmla="*/ 2 w 246"/>
                <a:gd name="T15" fmla="*/ 2 h 426"/>
                <a:gd name="T16" fmla="*/ 2 w 246"/>
                <a:gd name="T17" fmla="*/ 1 h 426"/>
                <a:gd name="T18" fmla="*/ 1 w 246"/>
                <a:gd name="T19" fmla="*/ 1 h 426"/>
                <a:gd name="T20" fmla="*/ 1 w 246"/>
                <a:gd name="T21" fmla="*/ 1 h 426"/>
                <a:gd name="T22" fmla="*/ 1 w 246"/>
                <a:gd name="T23" fmla="*/ 1 h 426"/>
                <a:gd name="T24" fmla="*/ 1 w 246"/>
                <a:gd name="T25" fmla="*/ 0 h 426"/>
                <a:gd name="T26" fmla="*/ 1 w 246"/>
                <a:gd name="T27" fmla="*/ 0 h 426"/>
                <a:gd name="T28" fmla="*/ 1 w 246"/>
                <a:gd name="T29" fmla="*/ 0 h 426"/>
                <a:gd name="T30" fmla="*/ 0 w 246"/>
                <a:gd name="T31" fmla="*/ 0 h 426"/>
                <a:gd name="T32" fmla="*/ 0 w 246"/>
                <a:gd name="T33" fmla="*/ 0 h 426"/>
                <a:gd name="T34" fmla="*/ 0 w 246"/>
                <a:gd name="T35" fmla="*/ 0 h 426"/>
                <a:gd name="T36" fmla="*/ 0 w 246"/>
                <a:gd name="T37" fmla="*/ 0 h 426"/>
                <a:gd name="T38" fmla="*/ 0 w 246"/>
                <a:gd name="T39" fmla="*/ 0 h 426"/>
                <a:gd name="T40" fmla="*/ 0 w 246"/>
                <a:gd name="T41" fmla="*/ 0 h 426"/>
                <a:gd name="T42" fmla="*/ 1 w 246"/>
                <a:gd name="T43" fmla="*/ 0 h 426"/>
                <a:gd name="T44" fmla="*/ 1 w 246"/>
                <a:gd name="T45" fmla="*/ 0 h 426"/>
                <a:gd name="T46" fmla="*/ 1 w 246"/>
                <a:gd name="T47" fmla="*/ 1 h 426"/>
                <a:gd name="T48" fmla="*/ 1 w 246"/>
                <a:gd name="T49" fmla="*/ 1 h 426"/>
                <a:gd name="T50" fmla="*/ 1 w 246"/>
                <a:gd name="T51" fmla="*/ 1 h 426"/>
                <a:gd name="T52" fmla="*/ 1 w 246"/>
                <a:gd name="T53" fmla="*/ 1 h 426"/>
                <a:gd name="T54" fmla="*/ 1 w 246"/>
                <a:gd name="T55" fmla="*/ 1 h 426"/>
                <a:gd name="T56" fmla="*/ 2 w 246"/>
                <a:gd name="T57" fmla="*/ 2 h 426"/>
                <a:gd name="T58" fmla="*/ 2 w 246"/>
                <a:gd name="T59" fmla="*/ 2 h 426"/>
                <a:gd name="T60" fmla="*/ 2 w 246"/>
                <a:gd name="T61" fmla="*/ 2 h 426"/>
                <a:gd name="T62" fmla="*/ 2 w 246"/>
                <a:gd name="T63" fmla="*/ 2 h 426"/>
                <a:gd name="T64" fmla="*/ 2 w 246"/>
                <a:gd name="T65" fmla="*/ 3 h 426"/>
                <a:gd name="T66" fmla="*/ 2 w 246"/>
                <a:gd name="T67" fmla="*/ 3 h 426"/>
                <a:gd name="T68" fmla="*/ 2 w 246"/>
                <a:gd name="T69" fmla="*/ 3 h 426"/>
                <a:gd name="T70" fmla="*/ 2 w 246"/>
                <a:gd name="T71" fmla="*/ 3 h 426"/>
                <a:gd name="T72" fmla="*/ 2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246" y="426"/>
                  </a:moveTo>
                  <a:lnTo>
                    <a:pt x="246" y="426"/>
                  </a:lnTo>
                  <a:lnTo>
                    <a:pt x="245" y="384"/>
                  </a:lnTo>
                  <a:lnTo>
                    <a:pt x="242" y="340"/>
                  </a:lnTo>
                  <a:lnTo>
                    <a:pt x="236" y="301"/>
                  </a:lnTo>
                  <a:lnTo>
                    <a:pt x="228" y="262"/>
                  </a:lnTo>
                  <a:lnTo>
                    <a:pt x="217" y="224"/>
                  </a:lnTo>
                  <a:lnTo>
                    <a:pt x="205" y="190"/>
                  </a:lnTo>
                  <a:lnTo>
                    <a:pt x="191" y="158"/>
                  </a:lnTo>
                  <a:lnTo>
                    <a:pt x="176" y="126"/>
                  </a:lnTo>
                  <a:lnTo>
                    <a:pt x="157" y="99"/>
                  </a:lnTo>
                  <a:lnTo>
                    <a:pt x="139" y="75"/>
                  </a:lnTo>
                  <a:lnTo>
                    <a:pt x="119" y="53"/>
                  </a:lnTo>
                  <a:lnTo>
                    <a:pt x="96" y="34"/>
                  </a:lnTo>
                  <a:lnTo>
                    <a:pt x="75" y="19"/>
                  </a:lnTo>
                  <a:lnTo>
                    <a:pt x="51" y="9"/>
                  </a:lnTo>
                  <a:lnTo>
                    <a:pt x="26" y="3"/>
                  </a:lnTo>
                  <a:lnTo>
                    <a:pt x="0" y="0"/>
                  </a:lnTo>
                  <a:lnTo>
                    <a:pt x="0" y="12"/>
                  </a:lnTo>
                  <a:lnTo>
                    <a:pt x="24" y="15"/>
                  </a:lnTo>
                  <a:lnTo>
                    <a:pt x="46" y="20"/>
                  </a:lnTo>
                  <a:lnTo>
                    <a:pt x="68" y="31"/>
                  </a:lnTo>
                  <a:lnTo>
                    <a:pt x="89" y="44"/>
                  </a:lnTo>
                  <a:lnTo>
                    <a:pt x="109" y="63"/>
                  </a:lnTo>
                  <a:lnTo>
                    <a:pt x="129" y="83"/>
                  </a:lnTo>
                  <a:lnTo>
                    <a:pt x="148" y="106"/>
                  </a:lnTo>
                  <a:lnTo>
                    <a:pt x="164" y="133"/>
                  </a:lnTo>
                  <a:lnTo>
                    <a:pt x="180" y="162"/>
                  </a:lnTo>
                  <a:lnTo>
                    <a:pt x="194" y="195"/>
                  </a:lnTo>
                  <a:lnTo>
                    <a:pt x="205" y="229"/>
                  </a:lnTo>
                  <a:lnTo>
                    <a:pt x="216" y="264"/>
                  </a:lnTo>
                  <a:lnTo>
                    <a:pt x="224" y="303"/>
                  </a:lnTo>
                  <a:lnTo>
                    <a:pt x="230" y="343"/>
                  </a:lnTo>
                  <a:lnTo>
                    <a:pt x="233" y="384"/>
                  </a:lnTo>
                  <a:lnTo>
                    <a:pt x="235" y="426"/>
                  </a:lnTo>
                  <a:lnTo>
                    <a:pt x="246"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6902" name="Freeform 64"/>
            <p:cNvSpPr>
              <a:spLocks/>
            </p:cNvSpPr>
            <p:nvPr/>
          </p:nvSpPr>
          <p:spPr bwMode="auto">
            <a:xfrm>
              <a:off x="1392" y="2203"/>
              <a:ext cx="49" cy="85"/>
            </a:xfrm>
            <a:custGeom>
              <a:avLst/>
              <a:gdLst>
                <a:gd name="T0" fmla="*/ 0 w 246"/>
                <a:gd name="T1" fmla="*/ 3 h 424"/>
                <a:gd name="T2" fmla="*/ 0 w 246"/>
                <a:gd name="T3" fmla="*/ 3 h 424"/>
                <a:gd name="T4" fmla="*/ 0 w 246"/>
                <a:gd name="T5" fmla="*/ 3 h 424"/>
                <a:gd name="T6" fmla="*/ 0 w 246"/>
                <a:gd name="T7" fmla="*/ 3 h 424"/>
                <a:gd name="T8" fmla="*/ 1 w 246"/>
                <a:gd name="T9" fmla="*/ 3 h 424"/>
                <a:gd name="T10" fmla="*/ 1 w 246"/>
                <a:gd name="T11" fmla="*/ 3 h 424"/>
                <a:gd name="T12" fmla="*/ 1 w 246"/>
                <a:gd name="T13" fmla="*/ 3 h 424"/>
                <a:gd name="T14" fmla="*/ 1 w 246"/>
                <a:gd name="T15" fmla="*/ 3 h 424"/>
                <a:gd name="T16" fmla="*/ 1 w 246"/>
                <a:gd name="T17" fmla="*/ 3 h 424"/>
                <a:gd name="T18" fmla="*/ 1 w 246"/>
                <a:gd name="T19" fmla="*/ 2 h 424"/>
                <a:gd name="T20" fmla="*/ 2 w 246"/>
                <a:gd name="T21" fmla="*/ 2 h 424"/>
                <a:gd name="T22" fmla="*/ 2 w 246"/>
                <a:gd name="T23" fmla="*/ 2 h 424"/>
                <a:gd name="T24" fmla="*/ 2 w 246"/>
                <a:gd name="T25" fmla="*/ 2 h 424"/>
                <a:gd name="T26" fmla="*/ 2 w 246"/>
                <a:gd name="T27" fmla="*/ 1 h 424"/>
                <a:gd name="T28" fmla="*/ 2 w 246"/>
                <a:gd name="T29" fmla="*/ 1 h 424"/>
                <a:gd name="T30" fmla="*/ 2 w 246"/>
                <a:gd name="T31" fmla="*/ 1 h 424"/>
                <a:gd name="T32" fmla="*/ 2 w 246"/>
                <a:gd name="T33" fmla="*/ 0 h 424"/>
                <a:gd name="T34" fmla="*/ 2 w 246"/>
                <a:gd name="T35" fmla="*/ 0 h 424"/>
                <a:gd name="T36" fmla="*/ 2 w 246"/>
                <a:gd name="T37" fmla="*/ 0 h 424"/>
                <a:gd name="T38" fmla="*/ 2 w 246"/>
                <a:gd name="T39" fmla="*/ 0 h 424"/>
                <a:gd name="T40" fmla="*/ 2 w 246"/>
                <a:gd name="T41" fmla="*/ 1 h 424"/>
                <a:gd name="T42" fmla="*/ 2 w 246"/>
                <a:gd name="T43" fmla="*/ 1 h 424"/>
                <a:gd name="T44" fmla="*/ 2 w 246"/>
                <a:gd name="T45" fmla="*/ 1 h 424"/>
                <a:gd name="T46" fmla="*/ 2 w 246"/>
                <a:gd name="T47" fmla="*/ 2 h 424"/>
                <a:gd name="T48" fmla="*/ 2 w 246"/>
                <a:gd name="T49" fmla="*/ 2 h 424"/>
                <a:gd name="T50" fmla="*/ 1 w 246"/>
                <a:gd name="T51" fmla="*/ 2 h 424"/>
                <a:gd name="T52" fmla="*/ 1 w 246"/>
                <a:gd name="T53" fmla="*/ 2 h 424"/>
                <a:gd name="T54" fmla="*/ 1 w 246"/>
                <a:gd name="T55" fmla="*/ 3 h 424"/>
                <a:gd name="T56" fmla="*/ 1 w 246"/>
                <a:gd name="T57" fmla="*/ 3 h 424"/>
                <a:gd name="T58" fmla="*/ 1 w 246"/>
                <a:gd name="T59" fmla="*/ 3 h 424"/>
                <a:gd name="T60" fmla="*/ 1 w 246"/>
                <a:gd name="T61" fmla="*/ 3 h 424"/>
                <a:gd name="T62" fmla="*/ 1 w 246"/>
                <a:gd name="T63" fmla="*/ 3 h 424"/>
                <a:gd name="T64" fmla="*/ 0 w 246"/>
                <a:gd name="T65" fmla="*/ 3 h 424"/>
                <a:gd name="T66" fmla="*/ 0 w 246"/>
                <a:gd name="T67" fmla="*/ 3 h 424"/>
                <a:gd name="T68" fmla="*/ 0 w 246"/>
                <a:gd name="T69" fmla="*/ 3 h 424"/>
                <a:gd name="T70" fmla="*/ 0 w 246"/>
                <a:gd name="T71" fmla="*/ 3 h 424"/>
                <a:gd name="T72" fmla="*/ 0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0" y="424"/>
                  </a:moveTo>
                  <a:lnTo>
                    <a:pt x="0" y="424"/>
                  </a:lnTo>
                  <a:lnTo>
                    <a:pt x="26" y="422"/>
                  </a:lnTo>
                  <a:lnTo>
                    <a:pt x="51" y="416"/>
                  </a:lnTo>
                  <a:lnTo>
                    <a:pt x="75" y="406"/>
                  </a:lnTo>
                  <a:lnTo>
                    <a:pt x="96" y="390"/>
                  </a:lnTo>
                  <a:lnTo>
                    <a:pt x="119" y="373"/>
                  </a:lnTo>
                  <a:lnTo>
                    <a:pt x="139" y="351"/>
                  </a:lnTo>
                  <a:lnTo>
                    <a:pt x="157" y="326"/>
                  </a:lnTo>
                  <a:lnTo>
                    <a:pt x="175" y="299"/>
                  </a:lnTo>
                  <a:lnTo>
                    <a:pt x="191" y="269"/>
                  </a:lnTo>
                  <a:lnTo>
                    <a:pt x="205" y="236"/>
                  </a:lnTo>
                  <a:lnTo>
                    <a:pt x="217" y="202"/>
                  </a:lnTo>
                  <a:lnTo>
                    <a:pt x="228" y="163"/>
                  </a:lnTo>
                  <a:lnTo>
                    <a:pt x="236" y="125"/>
                  </a:lnTo>
                  <a:lnTo>
                    <a:pt x="242" y="86"/>
                  </a:lnTo>
                  <a:lnTo>
                    <a:pt x="245" y="42"/>
                  </a:lnTo>
                  <a:lnTo>
                    <a:pt x="246" y="0"/>
                  </a:lnTo>
                  <a:lnTo>
                    <a:pt x="235" y="0"/>
                  </a:lnTo>
                  <a:lnTo>
                    <a:pt x="233" y="42"/>
                  </a:lnTo>
                  <a:lnTo>
                    <a:pt x="230" y="83"/>
                  </a:lnTo>
                  <a:lnTo>
                    <a:pt x="224" y="123"/>
                  </a:lnTo>
                  <a:lnTo>
                    <a:pt x="216" y="161"/>
                  </a:lnTo>
                  <a:lnTo>
                    <a:pt x="205" y="197"/>
                  </a:lnTo>
                  <a:lnTo>
                    <a:pt x="194" y="231"/>
                  </a:lnTo>
                  <a:lnTo>
                    <a:pt x="180" y="264"/>
                  </a:lnTo>
                  <a:lnTo>
                    <a:pt x="166" y="292"/>
                  </a:lnTo>
                  <a:lnTo>
                    <a:pt x="148" y="319"/>
                  </a:lnTo>
                  <a:lnTo>
                    <a:pt x="129" y="344"/>
                  </a:lnTo>
                  <a:lnTo>
                    <a:pt x="109" y="364"/>
                  </a:lnTo>
                  <a:lnTo>
                    <a:pt x="89" y="381"/>
                  </a:lnTo>
                  <a:lnTo>
                    <a:pt x="68" y="394"/>
                  </a:lnTo>
                  <a:lnTo>
                    <a:pt x="46" y="405"/>
                  </a:lnTo>
                  <a:lnTo>
                    <a:pt x="24" y="410"/>
                  </a:lnTo>
                  <a:lnTo>
                    <a:pt x="0" y="413"/>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6903" name="Freeform 65"/>
            <p:cNvSpPr>
              <a:spLocks/>
            </p:cNvSpPr>
            <p:nvPr/>
          </p:nvSpPr>
          <p:spPr bwMode="auto">
            <a:xfrm>
              <a:off x="1343" y="2203"/>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2" y="42"/>
                  </a:lnTo>
                  <a:lnTo>
                    <a:pt x="5" y="86"/>
                  </a:lnTo>
                  <a:lnTo>
                    <a:pt x="11" y="125"/>
                  </a:lnTo>
                  <a:lnTo>
                    <a:pt x="19" y="163"/>
                  </a:lnTo>
                  <a:lnTo>
                    <a:pt x="30" y="202"/>
                  </a:lnTo>
                  <a:lnTo>
                    <a:pt x="41" y="236"/>
                  </a:lnTo>
                  <a:lnTo>
                    <a:pt x="56" y="269"/>
                  </a:lnTo>
                  <a:lnTo>
                    <a:pt x="72" y="299"/>
                  </a:lnTo>
                  <a:lnTo>
                    <a:pt x="90" y="326"/>
                  </a:lnTo>
                  <a:lnTo>
                    <a:pt x="108" y="351"/>
                  </a:lnTo>
                  <a:lnTo>
                    <a:pt x="127" y="373"/>
                  </a:lnTo>
                  <a:lnTo>
                    <a:pt x="149" y="390"/>
                  </a:lnTo>
                  <a:lnTo>
                    <a:pt x="172" y="406"/>
                  </a:lnTo>
                  <a:lnTo>
                    <a:pt x="195" y="416"/>
                  </a:lnTo>
                  <a:lnTo>
                    <a:pt x="220" y="422"/>
                  </a:lnTo>
                  <a:lnTo>
                    <a:pt x="245" y="424"/>
                  </a:lnTo>
                  <a:lnTo>
                    <a:pt x="245" y="413"/>
                  </a:lnTo>
                  <a:lnTo>
                    <a:pt x="222" y="410"/>
                  </a:lnTo>
                  <a:lnTo>
                    <a:pt x="200" y="405"/>
                  </a:lnTo>
                  <a:lnTo>
                    <a:pt x="179" y="394"/>
                  </a:lnTo>
                  <a:lnTo>
                    <a:pt x="156" y="381"/>
                  </a:lnTo>
                  <a:lnTo>
                    <a:pt x="136" y="364"/>
                  </a:lnTo>
                  <a:lnTo>
                    <a:pt x="118" y="344"/>
                  </a:lnTo>
                  <a:lnTo>
                    <a:pt x="99" y="319"/>
                  </a:lnTo>
                  <a:lnTo>
                    <a:pt x="81" y="292"/>
                  </a:lnTo>
                  <a:lnTo>
                    <a:pt x="67" y="264"/>
                  </a:lnTo>
                  <a:lnTo>
                    <a:pt x="53" y="231"/>
                  </a:lnTo>
                  <a:lnTo>
                    <a:pt x="41" y="197"/>
                  </a:lnTo>
                  <a:lnTo>
                    <a:pt x="31" y="161"/>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6904" name="Freeform 66"/>
            <p:cNvSpPr>
              <a:spLocks/>
            </p:cNvSpPr>
            <p:nvPr/>
          </p:nvSpPr>
          <p:spPr bwMode="auto">
            <a:xfrm>
              <a:off x="1343" y="2118"/>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1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20" y="3"/>
                  </a:lnTo>
                  <a:lnTo>
                    <a:pt x="195" y="9"/>
                  </a:lnTo>
                  <a:lnTo>
                    <a:pt x="172" y="19"/>
                  </a:lnTo>
                  <a:lnTo>
                    <a:pt x="149" y="34"/>
                  </a:lnTo>
                  <a:lnTo>
                    <a:pt x="127" y="53"/>
                  </a:lnTo>
                  <a:lnTo>
                    <a:pt x="108" y="75"/>
                  </a:lnTo>
                  <a:lnTo>
                    <a:pt x="90" y="99"/>
                  </a:lnTo>
                  <a:lnTo>
                    <a:pt x="71" y="126"/>
                  </a:lnTo>
                  <a:lnTo>
                    <a:pt x="56" y="158"/>
                  </a:lnTo>
                  <a:lnTo>
                    <a:pt x="41" y="190"/>
                  </a:lnTo>
                  <a:lnTo>
                    <a:pt x="30" y="224"/>
                  </a:lnTo>
                  <a:lnTo>
                    <a:pt x="19" y="262"/>
                  </a:lnTo>
                  <a:lnTo>
                    <a:pt x="11" y="301"/>
                  </a:lnTo>
                  <a:lnTo>
                    <a:pt x="5" y="340"/>
                  </a:lnTo>
                  <a:lnTo>
                    <a:pt x="2" y="384"/>
                  </a:lnTo>
                  <a:lnTo>
                    <a:pt x="0" y="426"/>
                  </a:lnTo>
                  <a:lnTo>
                    <a:pt x="12" y="426"/>
                  </a:lnTo>
                  <a:lnTo>
                    <a:pt x="13" y="384"/>
                  </a:lnTo>
                  <a:lnTo>
                    <a:pt x="17" y="343"/>
                  </a:lnTo>
                  <a:lnTo>
                    <a:pt x="23" y="303"/>
                  </a:lnTo>
                  <a:lnTo>
                    <a:pt x="31" y="264"/>
                  </a:lnTo>
                  <a:lnTo>
                    <a:pt x="41" y="229"/>
                  </a:lnTo>
                  <a:lnTo>
                    <a:pt x="53" y="195"/>
                  </a:lnTo>
                  <a:lnTo>
                    <a:pt x="67" y="162"/>
                  </a:lnTo>
                  <a:lnTo>
                    <a:pt x="82" y="133"/>
                  </a:lnTo>
                  <a:lnTo>
                    <a:pt x="99" y="106"/>
                  </a:lnTo>
                  <a:lnTo>
                    <a:pt x="118" y="83"/>
                  </a:lnTo>
                  <a:lnTo>
                    <a:pt x="136" y="63"/>
                  </a:lnTo>
                  <a:lnTo>
                    <a:pt x="156" y="44"/>
                  </a:lnTo>
                  <a:lnTo>
                    <a:pt x="179" y="31"/>
                  </a:lnTo>
                  <a:lnTo>
                    <a:pt x="200" y="20"/>
                  </a:lnTo>
                  <a:lnTo>
                    <a:pt x="222" y="15"/>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6905" name="Freeform 67"/>
            <p:cNvSpPr>
              <a:spLocks/>
            </p:cNvSpPr>
            <p:nvPr/>
          </p:nvSpPr>
          <p:spPr bwMode="auto">
            <a:xfrm>
              <a:off x="1384" y="1859"/>
              <a:ext cx="49" cy="84"/>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1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3" y="382"/>
                  </a:lnTo>
                  <a:lnTo>
                    <a:pt x="240" y="339"/>
                  </a:lnTo>
                  <a:lnTo>
                    <a:pt x="234" y="299"/>
                  </a:lnTo>
                  <a:lnTo>
                    <a:pt x="226" y="261"/>
                  </a:lnTo>
                  <a:lnTo>
                    <a:pt x="215" y="222"/>
                  </a:lnTo>
                  <a:lnTo>
                    <a:pt x="204" y="188"/>
                  </a:lnTo>
                  <a:lnTo>
                    <a:pt x="189" y="156"/>
                  </a:lnTo>
                  <a:lnTo>
                    <a:pt x="173" y="125"/>
                  </a:lnTo>
                  <a:lnTo>
                    <a:pt x="155" y="98"/>
                  </a:lnTo>
                  <a:lnTo>
                    <a:pt x="138" y="74"/>
                  </a:lnTo>
                  <a:lnTo>
                    <a:pt x="118" y="51"/>
                  </a:lnTo>
                  <a:lnTo>
                    <a:pt x="96" y="34"/>
                  </a:lnTo>
                  <a:lnTo>
                    <a:pt x="73" y="18"/>
                  </a:lnTo>
                  <a:lnTo>
                    <a:pt x="50" y="8"/>
                  </a:lnTo>
                  <a:lnTo>
                    <a:pt x="25" y="2"/>
                  </a:lnTo>
                  <a:lnTo>
                    <a:pt x="0" y="0"/>
                  </a:lnTo>
                  <a:lnTo>
                    <a:pt x="0" y="11"/>
                  </a:lnTo>
                  <a:lnTo>
                    <a:pt x="23" y="14"/>
                  </a:lnTo>
                  <a:lnTo>
                    <a:pt x="45" y="20"/>
                  </a:lnTo>
                  <a:lnTo>
                    <a:pt x="66" y="30"/>
                  </a:lnTo>
                  <a:lnTo>
                    <a:pt x="89" y="43"/>
                  </a:lnTo>
                  <a:lnTo>
                    <a:pt x="109" y="61"/>
                  </a:lnTo>
                  <a:lnTo>
                    <a:pt x="129" y="81"/>
                  </a:lnTo>
                  <a:lnTo>
                    <a:pt x="146" y="105"/>
                  </a:lnTo>
                  <a:lnTo>
                    <a:pt x="164" y="132"/>
                  </a:lnTo>
                  <a:lnTo>
                    <a:pt x="178" y="160"/>
                  </a:lnTo>
                  <a:lnTo>
                    <a:pt x="192" y="193"/>
                  </a:lnTo>
                  <a:lnTo>
                    <a:pt x="204" y="227"/>
                  </a:lnTo>
                  <a:lnTo>
                    <a:pt x="214" y="264"/>
                  </a:lnTo>
                  <a:lnTo>
                    <a:pt x="222" y="301"/>
                  </a:lnTo>
                  <a:lnTo>
                    <a:pt x="228"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6906" name="Freeform 68"/>
            <p:cNvSpPr>
              <a:spLocks/>
            </p:cNvSpPr>
            <p:nvPr/>
          </p:nvSpPr>
          <p:spPr bwMode="auto">
            <a:xfrm>
              <a:off x="1384" y="1943"/>
              <a:ext cx="49" cy="86"/>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5" y="423"/>
                  </a:lnTo>
                  <a:lnTo>
                    <a:pt x="50" y="418"/>
                  </a:lnTo>
                  <a:lnTo>
                    <a:pt x="73" y="407"/>
                  </a:lnTo>
                  <a:lnTo>
                    <a:pt x="96" y="392"/>
                  </a:lnTo>
                  <a:lnTo>
                    <a:pt x="118" y="374"/>
                  </a:lnTo>
                  <a:lnTo>
                    <a:pt x="138" y="352"/>
                  </a:lnTo>
                  <a:lnTo>
                    <a:pt x="155" y="327"/>
                  </a:lnTo>
                  <a:lnTo>
                    <a:pt x="174" y="300"/>
                  </a:lnTo>
                  <a:lnTo>
                    <a:pt x="189" y="269"/>
                  </a:lnTo>
                  <a:lnTo>
                    <a:pt x="204" y="237"/>
                  </a:lnTo>
                  <a:lnTo>
                    <a:pt x="215" y="202"/>
                  </a:lnTo>
                  <a:lnTo>
                    <a:pt x="226" y="164"/>
                  </a:lnTo>
                  <a:lnTo>
                    <a:pt x="234" y="126"/>
                  </a:lnTo>
                  <a:lnTo>
                    <a:pt x="240" y="86"/>
                  </a:lnTo>
                  <a:lnTo>
                    <a:pt x="243" y="42"/>
                  </a:lnTo>
                  <a:lnTo>
                    <a:pt x="245" y="0"/>
                  </a:lnTo>
                  <a:lnTo>
                    <a:pt x="233" y="0"/>
                  </a:lnTo>
                  <a:lnTo>
                    <a:pt x="232" y="42"/>
                  </a:lnTo>
                  <a:lnTo>
                    <a:pt x="228" y="83"/>
                  </a:lnTo>
                  <a:lnTo>
                    <a:pt x="222" y="123"/>
                  </a:lnTo>
                  <a:lnTo>
                    <a:pt x="214" y="162"/>
                  </a:lnTo>
                  <a:lnTo>
                    <a:pt x="204" y="197"/>
                  </a:lnTo>
                  <a:lnTo>
                    <a:pt x="192" y="232"/>
                  </a:lnTo>
                  <a:lnTo>
                    <a:pt x="178" y="264"/>
                  </a:lnTo>
                  <a:lnTo>
                    <a:pt x="163" y="293"/>
                  </a:lnTo>
                  <a:lnTo>
                    <a:pt x="146" y="320"/>
                  </a:lnTo>
                  <a:lnTo>
                    <a:pt x="129" y="345"/>
                  </a:lnTo>
                  <a:lnTo>
                    <a:pt x="109" y="365"/>
                  </a:lnTo>
                  <a:lnTo>
                    <a:pt x="89" y="382"/>
                  </a:lnTo>
                  <a:lnTo>
                    <a:pt x="66" y="395"/>
                  </a:lnTo>
                  <a:lnTo>
                    <a:pt x="45" y="406"/>
                  </a:lnTo>
                  <a:lnTo>
                    <a:pt x="23"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6907" name="Freeform 69"/>
            <p:cNvSpPr>
              <a:spLocks/>
            </p:cNvSpPr>
            <p:nvPr/>
          </p:nvSpPr>
          <p:spPr bwMode="auto">
            <a:xfrm>
              <a:off x="1335" y="1943"/>
              <a:ext cx="49" cy="86"/>
            </a:xfrm>
            <a:custGeom>
              <a:avLst/>
              <a:gdLst>
                <a:gd name="T0" fmla="*/ 0 w 246"/>
                <a:gd name="T1" fmla="*/ 0 h 426"/>
                <a:gd name="T2" fmla="*/ 0 w 246"/>
                <a:gd name="T3" fmla="*/ 0 h 426"/>
                <a:gd name="T4" fmla="*/ 0 w 246"/>
                <a:gd name="T5" fmla="*/ 0 h 426"/>
                <a:gd name="T6" fmla="*/ 0 w 246"/>
                <a:gd name="T7" fmla="*/ 1 h 426"/>
                <a:gd name="T8" fmla="*/ 0 w 246"/>
                <a:gd name="T9" fmla="*/ 1 h 426"/>
                <a:gd name="T10" fmla="*/ 0 w 246"/>
                <a:gd name="T11" fmla="*/ 1 h 426"/>
                <a:gd name="T12" fmla="*/ 0 w 246"/>
                <a:gd name="T13" fmla="*/ 2 h 426"/>
                <a:gd name="T14" fmla="*/ 0 w 246"/>
                <a:gd name="T15" fmla="*/ 2 h 426"/>
                <a:gd name="T16" fmla="*/ 0 w 246"/>
                <a:gd name="T17" fmla="*/ 2 h 426"/>
                <a:gd name="T18" fmla="*/ 1 w 246"/>
                <a:gd name="T19" fmla="*/ 2 h 426"/>
                <a:gd name="T20" fmla="*/ 1 w 246"/>
                <a:gd name="T21" fmla="*/ 3 h 426"/>
                <a:gd name="T22" fmla="*/ 1 w 246"/>
                <a:gd name="T23" fmla="*/ 3 h 426"/>
                <a:gd name="T24" fmla="*/ 1 w 246"/>
                <a:gd name="T25" fmla="*/ 3 h 426"/>
                <a:gd name="T26" fmla="*/ 1 w 246"/>
                <a:gd name="T27" fmla="*/ 3 h 426"/>
                <a:gd name="T28" fmla="*/ 1 w 246"/>
                <a:gd name="T29" fmla="*/ 3 h 426"/>
                <a:gd name="T30" fmla="*/ 2 w 246"/>
                <a:gd name="T31" fmla="*/ 3 h 426"/>
                <a:gd name="T32" fmla="*/ 2 w 246"/>
                <a:gd name="T33" fmla="*/ 3 h 426"/>
                <a:gd name="T34" fmla="*/ 2 w 246"/>
                <a:gd name="T35" fmla="*/ 3 h 426"/>
                <a:gd name="T36" fmla="*/ 2 w 246"/>
                <a:gd name="T37" fmla="*/ 3 h 426"/>
                <a:gd name="T38" fmla="*/ 2 w 246"/>
                <a:gd name="T39" fmla="*/ 3 h 426"/>
                <a:gd name="T40" fmla="*/ 2 w 246"/>
                <a:gd name="T41" fmla="*/ 3 h 426"/>
                <a:gd name="T42" fmla="*/ 1 w 246"/>
                <a:gd name="T43" fmla="*/ 3 h 426"/>
                <a:gd name="T44" fmla="*/ 1 w 246"/>
                <a:gd name="T45" fmla="*/ 3 h 426"/>
                <a:gd name="T46" fmla="*/ 1 w 246"/>
                <a:gd name="T47" fmla="*/ 3 h 426"/>
                <a:gd name="T48" fmla="*/ 1 w 246"/>
                <a:gd name="T49" fmla="*/ 3 h 426"/>
                <a:gd name="T50" fmla="*/ 1 w 246"/>
                <a:gd name="T51" fmla="*/ 3 h 426"/>
                <a:gd name="T52" fmla="*/ 1 w 246"/>
                <a:gd name="T53" fmla="*/ 2 h 426"/>
                <a:gd name="T54" fmla="*/ 1 w 246"/>
                <a:gd name="T55" fmla="*/ 2 h 426"/>
                <a:gd name="T56" fmla="*/ 0 w 246"/>
                <a:gd name="T57" fmla="*/ 2 h 426"/>
                <a:gd name="T58" fmla="*/ 0 w 246"/>
                <a:gd name="T59" fmla="*/ 2 h 426"/>
                <a:gd name="T60" fmla="*/ 0 w 246"/>
                <a:gd name="T61" fmla="*/ 1 h 426"/>
                <a:gd name="T62" fmla="*/ 0 w 246"/>
                <a:gd name="T63" fmla="*/ 1 h 426"/>
                <a:gd name="T64" fmla="*/ 0 w 246"/>
                <a:gd name="T65" fmla="*/ 1 h 426"/>
                <a:gd name="T66" fmla="*/ 0 w 246"/>
                <a:gd name="T67" fmla="*/ 0 h 426"/>
                <a:gd name="T68" fmla="*/ 0 w 246"/>
                <a:gd name="T69" fmla="*/ 0 h 426"/>
                <a:gd name="T70" fmla="*/ 0 w 246"/>
                <a:gd name="T71" fmla="*/ 0 h 426"/>
                <a:gd name="T72" fmla="*/ 0 w 246"/>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0"/>
                  </a:moveTo>
                  <a:lnTo>
                    <a:pt x="0" y="0"/>
                  </a:lnTo>
                  <a:lnTo>
                    <a:pt x="1" y="42"/>
                  </a:lnTo>
                  <a:lnTo>
                    <a:pt x="4" y="86"/>
                  </a:lnTo>
                  <a:lnTo>
                    <a:pt x="10" y="126"/>
                  </a:lnTo>
                  <a:lnTo>
                    <a:pt x="18" y="164"/>
                  </a:lnTo>
                  <a:lnTo>
                    <a:pt x="29" y="202"/>
                  </a:lnTo>
                  <a:lnTo>
                    <a:pt x="41" y="237"/>
                  </a:lnTo>
                  <a:lnTo>
                    <a:pt x="55" y="269"/>
                  </a:lnTo>
                  <a:lnTo>
                    <a:pt x="71" y="300"/>
                  </a:lnTo>
                  <a:lnTo>
                    <a:pt x="89" y="327"/>
                  </a:lnTo>
                  <a:lnTo>
                    <a:pt x="107" y="352"/>
                  </a:lnTo>
                  <a:lnTo>
                    <a:pt x="127" y="374"/>
                  </a:lnTo>
                  <a:lnTo>
                    <a:pt x="150" y="392"/>
                  </a:lnTo>
                  <a:lnTo>
                    <a:pt x="171" y="407"/>
                  </a:lnTo>
                  <a:lnTo>
                    <a:pt x="195" y="418"/>
                  </a:lnTo>
                  <a:lnTo>
                    <a:pt x="220" y="423"/>
                  </a:lnTo>
                  <a:lnTo>
                    <a:pt x="246" y="426"/>
                  </a:lnTo>
                  <a:lnTo>
                    <a:pt x="246" y="414"/>
                  </a:lnTo>
                  <a:lnTo>
                    <a:pt x="222" y="412"/>
                  </a:lnTo>
                  <a:lnTo>
                    <a:pt x="200" y="406"/>
                  </a:lnTo>
                  <a:lnTo>
                    <a:pt x="178" y="395"/>
                  </a:lnTo>
                  <a:lnTo>
                    <a:pt x="157" y="382"/>
                  </a:lnTo>
                  <a:lnTo>
                    <a:pt x="137" y="365"/>
                  </a:lnTo>
                  <a:lnTo>
                    <a:pt x="117" y="345"/>
                  </a:lnTo>
                  <a:lnTo>
                    <a:pt x="98" y="320"/>
                  </a:lnTo>
                  <a:lnTo>
                    <a:pt x="83" y="293"/>
                  </a:lnTo>
                  <a:lnTo>
                    <a:pt x="66" y="264"/>
                  </a:lnTo>
                  <a:lnTo>
                    <a:pt x="52" y="232"/>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6908" name="Freeform 70"/>
            <p:cNvSpPr>
              <a:spLocks/>
            </p:cNvSpPr>
            <p:nvPr/>
          </p:nvSpPr>
          <p:spPr bwMode="auto">
            <a:xfrm>
              <a:off x="1335" y="1859"/>
              <a:ext cx="49" cy="84"/>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1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0" y="2"/>
                  </a:lnTo>
                  <a:lnTo>
                    <a:pt x="195" y="8"/>
                  </a:lnTo>
                  <a:lnTo>
                    <a:pt x="171" y="18"/>
                  </a:lnTo>
                  <a:lnTo>
                    <a:pt x="150" y="34"/>
                  </a:lnTo>
                  <a:lnTo>
                    <a:pt x="127" y="51"/>
                  </a:lnTo>
                  <a:lnTo>
                    <a:pt x="107" y="74"/>
                  </a:lnTo>
                  <a:lnTo>
                    <a:pt x="89" y="98"/>
                  </a:lnTo>
                  <a:lnTo>
                    <a:pt x="72" y="125"/>
                  </a:lnTo>
                  <a:lnTo>
                    <a:pt x="55" y="156"/>
                  </a:lnTo>
                  <a:lnTo>
                    <a:pt x="41" y="188"/>
                  </a:lnTo>
                  <a:lnTo>
                    <a:pt x="29" y="222"/>
                  </a:lnTo>
                  <a:lnTo>
                    <a:pt x="18" y="261"/>
                  </a:lnTo>
                  <a:lnTo>
                    <a:pt x="10" y="299"/>
                  </a:lnTo>
                  <a:lnTo>
                    <a:pt x="4" y="339"/>
                  </a:lnTo>
                  <a:lnTo>
                    <a:pt x="1" y="382"/>
                  </a:lnTo>
                  <a:lnTo>
                    <a:pt x="0" y="424"/>
                  </a:lnTo>
                  <a:lnTo>
                    <a:pt x="11" y="424"/>
                  </a:lnTo>
                  <a:lnTo>
                    <a:pt x="13" y="382"/>
                  </a:lnTo>
                  <a:lnTo>
                    <a:pt x="16" y="341"/>
                  </a:lnTo>
                  <a:lnTo>
                    <a:pt x="22" y="301"/>
                  </a:lnTo>
                  <a:lnTo>
                    <a:pt x="30" y="264"/>
                  </a:lnTo>
                  <a:lnTo>
                    <a:pt x="41" y="227"/>
                  </a:lnTo>
                  <a:lnTo>
                    <a:pt x="52" y="193"/>
                  </a:lnTo>
                  <a:lnTo>
                    <a:pt x="66" y="160"/>
                  </a:lnTo>
                  <a:lnTo>
                    <a:pt x="82" y="132"/>
                  </a:lnTo>
                  <a:lnTo>
                    <a:pt x="98" y="105"/>
                  </a:lnTo>
                  <a:lnTo>
                    <a:pt x="117" y="81"/>
                  </a:lnTo>
                  <a:lnTo>
                    <a:pt x="137" y="61"/>
                  </a:lnTo>
                  <a:lnTo>
                    <a:pt x="157" y="43"/>
                  </a:lnTo>
                  <a:lnTo>
                    <a:pt x="178" y="30"/>
                  </a:lnTo>
                  <a:lnTo>
                    <a:pt x="200" y="20"/>
                  </a:lnTo>
                  <a:lnTo>
                    <a:pt x="222" y="14"/>
                  </a:lnTo>
                  <a:lnTo>
                    <a:pt x="246" y="11"/>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6909" name="Freeform 71"/>
            <p:cNvSpPr>
              <a:spLocks/>
            </p:cNvSpPr>
            <p:nvPr/>
          </p:nvSpPr>
          <p:spPr bwMode="auto">
            <a:xfrm>
              <a:off x="1552" y="1751"/>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1" y="339"/>
                  </a:lnTo>
                  <a:lnTo>
                    <a:pt x="235" y="299"/>
                  </a:lnTo>
                  <a:lnTo>
                    <a:pt x="226" y="261"/>
                  </a:lnTo>
                  <a:lnTo>
                    <a:pt x="216" y="223"/>
                  </a:lnTo>
                  <a:lnTo>
                    <a:pt x="204" y="189"/>
                  </a:lnTo>
                  <a:lnTo>
                    <a:pt x="190" y="156"/>
                  </a:lnTo>
                  <a:lnTo>
                    <a:pt x="174" y="125"/>
                  </a:lnTo>
                  <a:lnTo>
                    <a:pt x="156" y="98"/>
                  </a:lnTo>
                  <a:lnTo>
                    <a:pt x="137" y="74"/>
                  </a:lnTo>
                  <a:lnTo>
                    <a:pt x="119" y="52"/>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8" y="81"/>
                  </a:lnTo>
                  <a:lnTo>
                    <a:pt x="147" y="105"/>
                  </a:lnTo>
                  <a:lnTo>
                    <a:pt x="164" y="132"/>
                  </a:lnTo>
                  <a:lnTo>
                    <a:pt x="178" y="161"/>
                  </a:lnTo>
                  <a:lnTo>
                    <a:pt x="193" y="193"/>
                  </a:lnTo>
                  <a:lnTo>
                    <a:pt x="204" y="227"/>
                  </a:lnTo>
                  <a:lnTo>
                    <a:pt x="215" y="264"/>
                  </a:lnTo>
                  <a:lnTo>
                    <a:pt x="223" y="301"/>
                  </a:lnTo>
                  <a:lnTo>
                    <a:pt x="229" y="341"/>
                  </a:lnTo>
                  <a:lnTo>
                    <a:pt x="232" y="382"/>
                  </a:lnTo>
                  <a:lnTo>
                    <a:pt x="234"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6910" name="Freeform 72"/>
            <p:cNvSpPr>
              <a:spLocks/>
            </p:cNvSpPr>
            <p:nvPr/>
          </p:nvSpPr>
          <p:spPr bwMode="auto">
            <a:xfrm>
              <a:off x="1552" y="1836"/>
              <a:ext cx="49" cy="85"/>
            </a:xfrm>
            <a:custGeom>
              <a:avLst/>
              <a:gdLst>
                <a:gd name="T0" fmla="*/ 0 w 245"/>
                <a:gd name="T1" fmla="*/ 3 h 425"/>
                <a:gd name="T2" fmla="*/ 0 w 245"/>
                <a:gd name="T3" fmla="*/ 3 h 425"/>
                <a:gd name="T4" fmla="*/ 0 w 245"/>
                <a:gd name="T5" fmla="*/ 3 h 425"/>
                <a:gd name="T6" fmla="*/ 0 w 245"/>
                <a:gd name="T7" fmla="*/ 3 h 425"/>
                <a:gd name="T8" fmla="*/ 1 w 245"/>
                <a:gd name="T9" fmla="*/ 3 h 425"/>
                <a:gd name="T10" fmla="*/ 1 w 245"/>
                <a:gd name="T11" fmla="*/ 3 h 425"/>
                <a:gd name="T12" fmla="*/ 1 w 245"/>
                <a:gd name="T13" fmla="*/ 3 h 425"/>
                <a:gd name="T14" fmla="*/ 1 w 245"/>
                <a:gd name="T15" fmla="*/ 3 h 425"/>
                <a:gd name="T16" fmla="*/ 1 w 245"/>
                <a:gd name="T17" fmla="*/ 3 h 425"/>
                <a:gd name="T18" fmla="*/ 1 w 245"/>
                <a:gd name="T19" fmla="*/ 2 h 425"/>
                <a:gd name="T20" fmla="*/ 2 w 245"/>
                <a:gd name="T21" fmla="*/ 2 h 425"/>
                <a:gd name="T22" fmla="*/ 2 w 245"/>
                <a:gd name="T23" fmla="*/ 2 h 425"/>
                <a:gd name="T24" fmla="*/ 2 w 245"/>
                <a:gd name="T25" fmla="*/ 2 h 425"/>
                <a:gd name="T26" fmla="*/ 2 w 245"/>
                <a:gd name="T27" fmla="*/ 1 h 425"/>
                <a:gd name="T28" fmla="*/ 2 w 245"/>
                <a:gd name="T29" fmla="*/ 1 h 425"/>
                <a:gd name="T30" fmla="*/ 2 w 245"/>
                <a:gd name="T31" fmla="*/ 1 h 425"/>
                <a:gd name="T32" fmla="*/ 2 w 245"/>
                <a:gd name="T33" fmla="*/ 0 h 425"/>
                <a:gd name="T34" fmla="*/ 2 w 245"/>
                <a:gd name="T35" fmla="*/ 0 h 425"/>
                <a:gd name="T36" fmla="*/ 2 w 245"/>
                <a:gd name="T37" fmla="*/ 0 h 425"/>
                <a:gd name="T38" fmla="*/ 2 w 245"/>
                <a:gd name="T39" fmla="*/ 0 h 425"/>
                <a:gd name="T40" fmla="*/ 2 w 245"/>
                <a:gd name="T41" fmla="*/ 1 h 425"/>
                <a:gd name="T42" fmla="*/ 2 w 245"/>
                <a:gd name="T43" fmla="*/ 1 h 425"/>
                <a:gd name="T44" fmla="*/ 2 w 245"/>
                <a:gd name="T45" fmla="*/ 1 h 425"/>
                <a:gd name="T46" fmla="*/ 2 w 245"/>
                <a:gd name="T47" fmla="*/ 2 h 425"/>
                <a:gd name="T48" fmla="*/ 2 w 245"/>
                <a:gd name="T49" fmla="*/ 2 h 425"/>
                <a:gd name="T50" fmla="*/ 1 w 245"/>
                <a:gd name="T51" fmla="*/ 2 h 425"/>
                <a:gd name="T52" fmla="*/ 1 w 245"/>
                <a:gd name="T53" fmla="*/ 2 h 425"/>
                <a:gd name="T54" fmla="*/ 1 w 245"/>
                <a:gd name="T55" fmla="*/ 3 h 425"/>
                <a:gd name="T56" fmla="*/ 1 w 245"/>
                <a:gd name="T57" fmla="*/ 3 h 425"/>
                <a:gd name="T58" fmla="*/ 1 w 245"/>
                <a:gd name="T59" fmla="*/ 3 h 425"/>
                <a:gd name="T60" fmla="*/ 1 w 245"/>
                <a:gd name="T61" fmla="*/ 3 h 425"/>
                <a:gd name="T62" fmla="*/ 1 w 245"/>
                <a:gd name="T63" fmla="*/ 3 h 425"/>
                <a:gd name="T64" fmla="*/ 0 w 245"/>
                <a:gd name="T65" fmla="*/ 3 h 425"/>
                <a:gd name="T66" fmla="*/ 0 w 245"/>
                <a:gd name="T67" fmla="*/ 3 h 425"/>
                <a:gd name="T68" fmla="*/ 0 w 245"/>
                <a:gd name="T69" fmla="*/ 3 h 425"/>
                <a:gd name="T70" fmla="*/ 0 w 245"/>
                <a:gd name="T71" fmla="*/ 3 h 425"/>
                <a:gd name="T72" fmla="*/ 0 w 245"/>
                <a:gd name="T73" fmla="*/ 3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5"/>
                <a:gd name="T113" fmla="*/ 245 w 245"/>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5">
                  <a:moveTo>
                    <a:pt x="0" y="425"/>
                  </a:moveTo>
                  <a:lnTo>
                    <a:pt x="0" y="425"/>
                  </a:lnTo>
                  <a:lnTo>
                    <a:pt x="26" y="422"/>
                  </a:lnTo>
                  <a:lnTo>
                    <a:pt x="51" y="417"/>
                  </a:lnTo>
                  <a:lnTo>
                    <a:pt x="74" y="406"/>
                  </a:lnTo>
                  <a:lnTo>
                    <a:pt x="96" y="391"/>
                  </a:lnTo>
                  <a:lnTo>
                    <a:pt x="119" y="373"/>
                  </a:lnTo>
                  <a:lnTo>
                    <a:pt x="137" y="351"/>
                  </a:lnTo>
                  <a:lnTo>
                    <a:pt x="156" y="326"/>
                  </a:lnTo>
                  <a:lnTo>
                    <a:pt x="174" y="299"/>
                  </a:lnTo>
                  <a:lnTo>
                    <a:pt x="190" y="269"/>
                  </a:lnTo>
                  <a:lnTo>
                    <a:pt x="204" y="236"/>
                  </a:lnTo>
                  <a:lnTo>
                    <a:pt x="216" y="202"/>
                  </a:lnTo>
                  <a:lnTo>
                    <a:pt x="226" y="163"/>
                  </a:lnTo>
                  <a:lnTo>
                    <a:pt x="235" y="126"/>
                  </a:lnTo>
                  <a:lnTo>
                    <a:pt x="241" y="86"/>
                  </a:lnTo>
                  <a:lnTo>
                    <a:pt x="244" y="43"/>
                  </a:lnTo>
                  <a:lnTo>
                    <a:pt x="245" y="0"/>
                  </a:lnTo>
                  <a:lnTo>
                    <a:pt x="234" y="0"/>
                  </a:lnTo>
                  <a:lnTo>
                    <a:pt x="232" y="43"/>
                  </a:lnTo>
                  <a:lnTo>
                    <a:pt x="229" y="84"/>
                  </a:lnTo>
                  <a:lnTo>
                    <a:pt x="223" y="123"/>
                  </a:lnTo>
                  <a:lnTo>
                    <a:pt x="215" y="161"/>
                  </a:lnTo>
                  <a:lnTo>
                    <a:pt x="204" y="197"/>
                  </a:lnTo>
                  <a:lnTo>
                    <a:pt x="193" y="231"/>
                  </a:lnTo>
                  <a:lnTo>
                    <a:pt x="178" y="264"/>
                  </a:lnTo>
                  <a:lnTo>
                    <a:pt x="164" y="292"/>
                  </a:lnTo>
                  <a:lnTo>
                    <a:pt x="147" y="319"/>
                  </a:lnTo>
                  <a:lnTo>
                    <a:pt x="128" y="344"/>
                  </a:lnTo>
                  <a:lnTo>
                    <a:pt x="109" y="364"/>
                  </a:lnTo>
                  <a:lnTo>
                    <a:pt x="89" y="381"/>
                  </a:lnTo>
                  <a:lnTo>
                    <a:pt x="67" y="394"/>
                  </a:lnTo>
                  <a:lnTo>
                    <a:pt x="46" y="405"/>
                  </a:lnTo>
                  <a:lnTo>
                    <a:pt x="24" y="411"/>
                  </a:lnTo>
                  <a:lnTo>
                    <a:pt x="0" y="413"/>
                  </a:lnTo>
                  <a:lnTo>
                    <a:pt x="0" y="425"/>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6911" name="Freeform 73"/>
            <p:cNvSpPr>
              <a:spLocks/>
            </p:cNvSpPr>
            <p:nvPr/>
          </p:nvSpPr>
          <p:spPr bwMode="auto">
            <a:xfrm>
              <a:off x="1502" y="1836"/>
              <a:ext cx="50" cy="85"/>
            </a:xfrm>
            <a:custGeom>
              <a:avLst/>
              <a:gdLst>
                <a:gd name="T0" fmla="*/ 0 w 246"/>
                <a:gd name="T1" fmla="*/ 0 h 425"/>
                <a:gd name="T2" fmla="*/ 0 w 246"/>
                <a:gd name="T3" fmla="*/ 0 h 425"/>
                <a:gd name="T4" fmla="*/ 0 w 246"/>
                <a:gd name="T5" fmla="*/ 0 h 425"/>
                <a:gd name="T6" fmla="*/ 0 w 246"/>
                <a:gd name="T7" fmla="*/ 1 h 425"/>
                <a:gd name="T8" fmla="*/ 0 w 246"/>
                <a:gd name="T9" fmla="*/ 1 h 425"/>
                <a:gd name="T10" fmla="*/ 0 w 246"/>
                <a:gd name="T11" fmla="*/ 1 h 425"/>
                <a:gd name="T12" fmla="*/ 0 w 246"/>
                <a:gd name="T13" fmla="*/ 2 h 425"/>
                <a:gd name="T14" fmla="*/ 0 w 246"/>
                <a:gd name="T15" fmla="*/ 2 h 425"/>
                <a:gd name="T16" fmla="*/ 0 w 246"/>
                <a:gd name="T17" fmla="*/ 2 h 425"/>
                <a:gd name="T18" fmla="*/ 1 w 246"/>
                <a:gd name="T19" fmla="*/ 2 h 425"/>
                <a:gd name="T20" fmla="*/ 1 w 246"/>
                <a:gd name="T21" fmla="*/ 3 h 425"/>
                <a:gd name="T22" fmla="*/ 1 w 246"/>
                <a:gd name="T23" fmla="*/ 3 h 425"/>
                <a:gd name="T24" fmla="*/ 1 w 246"/>
                <a:gd name="T25" fmla="*/ 3 h 425"/>
                <a:gd name="T26" fmla="*/ 1 w 246"/>
                <a:gd name="T27" fmla="*/ 3 h 425"/>
                <a:gd name="T28" fmla="*/ 1 w 246"/>
                <a:gd name="T29" fmla="*/ 3 h 425"/>
                <a:gd name="T30" fmla="*/ 2 w 246"/>
                <a:gd name="T31" fmla="*/ 3 h 425"/>
                <a:gd name="T32" fmla="*/ 2 w 246"/>
                <a:gd name="T33" fmla="*/ 3 h 425"/>
                <a:gd name="T34" fmla="*/ 2 w 246"/>
                <a:gd name="T35" fmla="*/ 3 h 425"/>
                <a:gd name="T36" fmla="*/ 2 w 246"/>
                <a:gd name="T37" fmla="*/ 3 h 425"/>
                <a:gd name="T38" fmla="*/ 2 w 246"/>
                <a:gd name="T39" fmla="*/ 3 h 425"/>
                <a:gd name="T40" fmla="*/ 2 w 246"/>
                <a:gd name="T41" fmla="*/ 3 h 425"/>
                <a:gd name="T42" fmla="*/ 1 w 246"/>
                <a:gd name="T43" fmla="*/ 3 h 425"/>
                <a:gd name="T44" fmla="*/ 1 w 246"/>
                <a:gd name="T45" fmla="*/ 3 h 425"/>
                <a:gd name="T46" fmla="*/ 1 w 246"/>
                <a:gd name="T47" fmla="*/ 3 h 425"/>
                <a:gd name="T48" fmla="*/ 1 w 246"/>
                <a:gd name="T49" fmla="*/ 3 h 425"/>
                <a:gd name="T50" fmla="*/ 1 w 246"/>
                <a:gd name="T51" fmla="*/ 3 h 425"/>
                <a:gd name="T52" fmla="*/ 1 w 246"/>
                <a:gd name="T53" fmla="*/ 2 h 425"/>
                <a:gd name="T54" fmla="*/ 1 w 246"/>
                <a:gd name="T55" fmla="*/ 2 h 425"/>
                <a:gd name="T56" fmla="*/ 0 w 246"/>
                <a:gd name="T57" fmla="*/ 2 h 425"/>
                <a:gd name="T58" fmla="*/ 0 w 246"/>
                <a:gd name="T59" fmla="*/ 2 h 425"/>
                <a:gd name="T60" fmla="*/ 0 w 246"/>
                <a:gd name="T61" fmla="*/ 1 h 425"/>
                <a:gd name="T62" fmla="*/ 0 w 246"/>
                <a:gd name="T63" fmla="*/ 1 h 425"/>
                <a:gd name="T64" fmla="*/ 0 w 246"/>
                <a:gd name="T65" fmla="*/ 1 h 425"/>
                <a:gd name="T66" fmla="*/ 0 w 246"/>
                <a:gd name="T67" fmla="*/ 0 h 425"/>
                <a:gd name="T68" fmla="*/ 0 w 246"/>
                <a:gd name="T69" fmla="*/ 0 h 425"/>
                <a:gd name="T70" fmla="*/ 0 w 246"/>
                <a:gd name="T71" fmla="*/ 0 h 425"/>
                <a:gd name="T72" fmla="*/ 0 w 246"/>
                <a:gd name="T73" fmla="*/ 0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5"/>
                <a:gd name="T113" fmla="*/ 246 w 246"/>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5">
                  <a:moveTo>
                    <a:pt x="0" y="0"/>
                  </a:moveTo>
                  <a:lnTo>
                    <a:pt x="0" y="0"/>
                  </a:lnTo>
                  <a:lnTo>
                    <a:pt x="2" y="43"/>
                  </a:lnTo>
                  <a:lnTo>
                    <a:pt x="5" y="86"/>
                  </a:lnTo>
                  <a:lnTo>
                    <a:pt x="11" y="126"/>
                  </a:lnTo>
                  <a:lnTo>
                    <a:pt x="19" y="163"/>
                  </a:lnTo>
                  <a:lnTo>
                    <a:pt x="30" y="202"/>
                  </a:lnTo>
                  <a:lnTo>
                    <a:pt x="41" y="236"/>
                  </a:lnTo>
                  <a:lnTo>
                    <a:pt x="55" y="269"/>
                  </a:lnTo>
                  <a:lnTo>
                    <a:pt x="73" y="299"/>
                  </a:lnTo>
                  <a:lnTo>
                    <a:pt x="89" y="326"/>
                  </a:lnTo>
                  <a:lnTo>
                    <a:pt x="108" y="351"/>
                  </a:lnTo>
                  <a:lnTo>
                    <a:pt x="128" y="373"/>
                  </a:lnTo>
                  <a:lnTo>
                    <a:pt x="150" y="391"/>
                  </a:lnTo>
                  <a:lnTo>
                    <a:pt x="171" y="406"/>
                  </a:lnTo>
                  <a:lnTo>
                    <a:pt x="196" y="417"/>
                  </a:lnTo>
                  <a:lnTo>
                    <a:pt x="221" y="422"/>
                  </a:lnTo>
                  <a:lnTo>
                    <a:pt x="246" y="425"/>
                  </a:lnTo>
                  <a:lnTo>
                    <a:pt x="246" y="413"/>
                  </a:lnTo>
                  <a:lnTo>
                    <a:pt x="223" y="411"/>
                  </a:lnTo>
                  <a:lnTo>
                    <a:pt x="201" y="405"/>
                  </a:lnTo>
                  <a:lnTo>
                    <a:pt x="178" y="394"/>
                  </a:lnTo>
                  <a:lnTo>
                    <a:pt x="157" y="381"/>
                  </a:lnTo>
                  <a:lnTo>
                    <a:pt x="137" y="364"/>
                  </a:lnTo>
                  <a:lnTo>
                    <a:pt x="117" y="344"/>
                  </a:lnTo>
                  <a:lnTo>
                    <a:pt x="99" y="319"/>
                  </a:lnTo>
                  <a:lnTo>
                    <a:pt x="82" y="292"/>
                  </a:lnTo>
                  <a:lnTo>
                    <a:pt x="67" y="264"/>
                  </a:lnTo>
                  <a:lnTo>
                    <a:pt x="53" y="231"/>
                  </a:lnTo>
                  <a:lnTo>
                    <a:pt x="41" y="197"/>
                  </a:lnTo>
                  <a:lnTo>
                    <a:pt x="31" y="161"/>
                  </a:lnTo>
                  <a:lnTo>
                    <a:pt x="23" y="123"/>
                  </a:lnTo>
                  <a:lnTo>
                    <a:pt x="17" y="84"/>
                  </a:lnTo>
                  <a:lnTo>
                    <a:pt x="13" y="4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6912" name="Freeform 74"/>
            <p:cNvSpPr>
              <a:spLocks/>
            </p:cNvSpPr>
            <p:nvPr/>
          </p:nvSpPr>
          <p:spPr bwMode="auto">
            <a:xfrm>
              <a:off x="1502" y="1751"/>
              <a:ext cx="50" cy="85"/>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2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1" y="2"/>
                  </a:lnTo>
                  <a:lnTo>
                    <a:pt x="196" y="8"/>
                  </a:lnTo>
                  <a:lnTo>
                    <a:pt x="171" y="19"/>
                  </a:lnTo>
                  <a:lnTo>
                    <a:pt x="150" y="34"/>
                  </a:lnTo>
                  <a:lnTo>
                    <a:pt x="128" y="52"/>
                  </a:lnTo>
                  <a:lnTo>
                    <a:pt x="108" y="74"/>
                  </a:lnTo>
                  <a:lnTo>
                    <a:pt x="89" y="98"/>
                  </a:lnTo>
                  <a:lnTo>
                    <a:pt x="73" y="125"/>
                  </a:lnTo>
                  <a:lnTo>
                    <a:pt x="55" y="156"/>
                  </a:lnTo>
                  <a:lnTo>
                    <a:pt x="41" y="189"/>
                  </a:lnTo>
                  <a:lnTo>
                    <a:pt x="30" y="223"/>
                  </a:lnTo>
                  <a:lnTo>
                    <a:pt x="19" y="261"/>
                  </a:lnTo>
                  <a:lnTo>
                    <a:pt x="11" y="299"/>
                  </a:lnTo>
                  <a:lnTo>
                    <a:pt x="5" y="339"/>
                  </a:lnTo>
                  <a:lnTo>
                    <a:pt x="2" y="382"/>
                  </a:lnTo>
                  <a:lnTo>
                    <a:pt x="0" y="424"/>
                  </a:lnTo>
                  <a:lnTo>
                    <a:pt x="12" y="424"/>
                  </a:lnTo>
                  <a:lnTo>
                    <a:pt x="13" y="382"/>
                  </a:lnTo>
                  <a:lnTo>
                    <a:pt x="17" y="341"/>
                  </a:lnTo>
                  <a:lnTo>
                    <a:pt x="23" y="301"/>
                  </a:lnTo>
                  <a:lnTo>
                    <a:pt x="31" y="264"/>
                  </a:lnTo>
                  <a:lnTo>
                    <a:pt x="41" y="227"/>
                  </a:lnTo>
                  <a:lnTo>
                    <a:pt x="53" y="193"/>
                  </a:lnTo>
                  <a:lnTo>
                    <a:pt x="67" y="161"/>
                  </a:lnTo>
                  <a:lnTo>
                    <a:pt x="82" y="132"/>
                  </a:lnTo>
                  <a:lnTo>
                    <a:pt x="99" y="105"/>
                  </a:lnTo>
                  <a:lnTo>
                    <a:pt x="117" y="81"/>
                  </a:lnTo>
                  <a:lnTo>
                    <a:pt x="137" y="61"/>
                  </a:lnTo>
                  <a:lnTo>
                    <a:pt x="157" y="43"/>
                  </a:lnTo>
                  <a:lnTo>
                    <a:pt x="178" y="30"/>
                  </a:lnTo>
                  <a:lnTo>
                    <a:pt x="201" y="20"/>
                  </a:lnTo>
                  <a:lnTo>
                    <a:pt x="223" y="14"/>
                  </a:lnTo>
                  <a:lnTo>
                    <a:pt x="246" y="12"/>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6913" name="Freeform 75"/>
            <p:cNvSpPr>
              <a:spLocks/>
            </p:cNvSpPr>
            <p:nvPr/>
          </p:nvSpPr>
          <p:spPr bwMode="auto">
            <a:xfrm>
              <a:off x="1565" y="2016"/>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0" y="339"/>
                  </a:lnTo>
                  <a:lnTo>
                    <a:pt x="234" y="299"/>
                  </a:lnTo>
                  <a:lnTo>
                    <a:pt x="226" y="261"/>
                  </a:lnTo>
                  <a:lnTo>
                    <a:pt x="216" y="223"/>
                  </a:lnTo>
                  <a:lnTo>
                    <a:pt x="204" y="189"/>
                  </a:lnTo>
                  <a:lnTo>
                    <a:pt x="190" y="156"/>
                  </a:lnTo>
                  <a:lnTo>
                    <a:pt x="174" y="125"/>
                  </a:lnTo>
                  <a:lnTo>
                    <a:pt x="156" y="98"/>
                  </a:lnTo>
                  <a:lnTo>
                    <a:pt x="138" y="74"/>
                  </a:lnTo>
                  <a:lnTo>
                    <a:pt x="118" y="51"/>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9" y="81"/>
                  </a:lnTo>
                  <a:lnTo>
                    <a:pt x="147" y="105"/>
                  </a:lnTo>
                  <a:lnTo>
                    <a:pt x="164" y="132"/>
                  </a:lnTo>
                  <a:lnTo>
                    <a:pt x="178" y="160"/>
                  </a:lnTo>
                  <a:lnTo>
                    <a:pt x="192" y="193"/>
                  </a:lnTo>
                  <a:lnTo>
                    <a:pt x="204" y="227"/>
                  </a:lnTo>
                  <a:lnTo>
                    <a:pt x="215" y="264"/>
                  </a:lnTo>
                  <a:lnTo>
                    <a:pt x="223" y="301"/>
                  </a:lnTo>
                  <a:lnTo>
                    <a:pt x="229"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6914" name="Freeform 76"/>
            <p:cNvSpPr>
              <a:spLocks/>
            </p:cNvSpPr>
            <p:nvPr/>
          </p:nvSpPr>
          <p:spPr bwMode="auto">
            <a:xfrm>
              <a:off x="1565" y="2101"/>
              <a:ext cx="49" cy="85"/>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6" y="423"/>
                  </a:lnTo>
                  <a:lnTo>
                    <a:pt x="51" y="418"/>
                  </a:lnTo>
                  <a:lnTo>
                    <a:pt x="74" y="407"/>
                  </a:lnTo>
                  <a:lnTo>
                    <a:pt x="96" y="392"/>
                  </a:lnTo>
                  <a:lnTo>
                    <a:pt x="118" y="373"/>
                  </a:lnTo>
                  <a:lnTo>
                    <a:pt x="138" y="351"/>
                  </a:lnTo>
                  <a:lnTo>
                    <a:pt x="156" y="327"/>
                  </a:lnTo>
                  <a:lnTo>
                    <a:pt x="175" y="299"/>
                  </a:lnTo>
                  <a:lnTo>
                    <a:pt x="190" y="269"/>
                  </a:lnTo>
                  <a:lnTo>
                    <a:pt x="204" y="236"/>
                  </a:lnTo>
                  <a:lnTo>
                    <a:pt x="216" y="202"/>
                  </a:lnTo>
                  <a:lnTo>
                    <a:pt x="226" y="164"/>
                  </a:lnTo>
                  <a:lnTo>
                    <a:pt x="234" y="126"/>
                  </a:lnTo>
                  <a:lnTo>
                    <a:pt x="240" y="86"/>
                  </a:lnTo>
                  <a:lnTo>
                    <a:pt x="244" y="42"/>
                  </a:lnTo>
                  <a:lnTo>
                    <a:pt x="245" y="0"/>
                  </a:lnTo>
                  <a:lnTo>
                    <a:pt x="233" y="0"/>
                  </a:lnTo>
                  <a:lnTo>
                    <a:pt x="232" y="42"/>
                  </a:lnTo>
                  <a:lnTo>
                    <a:pt x="229" y="83"/>
                  </a:lnTo>
                  <a:lnTo>
                    <a:pt x="223" y="123"/>
                  </a:lnTo>
                  <a:lnTo>
                    <a:pt x="215" y="162"/>
                  </a:lnTo>
                  <a:lnTo>
                    <a:pt x="204" y="197"/>
                  </a:lnTo>
                  <a:lnTo>
                    <a:pt x="192" y="231"/>
                  </a:lnTo>
                  <a:lnTo>
                    <a:pt x="178" y="264"/>
                  </a:lnTo>
                  <a:lnTo>
                    <a:pt x="163" y="292"/>
                  </a:lnTo>
                  <a:lnTo>
                    <a:pt x="147" y="320"/>
                  </a:lnTo>
                  <a:lnTo>
                    <a:pt x="129" y="344"/>
                  </a:lnTo>
                  <a:lnTo>
                    <a:pt x="109" y="364"/>
                  </a:lnTo>
                  <a:lnTo>
                    <a:pt x="89" y="382"/>
                  </a:lnTo>
                  <a:lnTo>
                    <a:pt x="67" y="395"/>
                  </a:lnTo>
                  <a:lnTo>
                    <a:pt x="46" y="406"/>
                  </a:lnTo>
                  <a:lnTo>
                    <a:pt x="24"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6915" name="Freeform 77"/>
            <p:cNvSpPr>
              <a:spLocks/>
            </p:cNvSpPr>
            <p:nvPr/>
          </p:nvSpPr>
          <p:spPr bwMode="auto">
            <a:xfrm>
              <a:off x="1516" y="2101"/>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5" y="86"/>
                  </a:lnTo>
                  <a:lnTo>
                    <a:pt x="11" y="126"/>
                  </a:lnTo>
                  <a:lnTo>
                    <a:pt x="19" y="164"/>
                  </a:lnTo>
                  <a:lnTo>
                    <a:pt x="30" y="202"/>
                  </a:lnTo>
                  <a:lnTo>
                    <a:pt x="41" y="236"/>
                  </a:lnTo>
                  <a:lnTo>
                    <a:pt x="55" y="269"/>
                  </a:lnTo>
                  <a:lnTo>
                    <a:pt x="71" y="299"/>
                  </a:lnTo>
                  <a:lnTo>
                    <a:pt x="89" y="327"/>
                  </a:lnTo>
                  <a:lnTo>
                    <a:pt x="107" y="351"/>
                  </a:lnTo>
                  <a:lnTo>
                    <a:pt x="127" y="373"/>
                  </a:lnTo>
                  <a:lnTo>
                    <a:pt x="149" y="392"/>
                  </a:lnTo>
                  <a:lnTo>
                    <a:pt x="171" y="407"/>
                  </a:lnTo>
                  <a:lnTo>
                    <a:pt x="195" y="418"/>
                  </a:lnTo>
                  <a:lnTo>
                    <a:pt x="219" y="423"/>
                  </a:lnTo>
                  <a:lnTo>
                    <a:pt x="245" y="426"/>
                  </a:lnTo>
                  <a:lnTo>
                    <a:pt x="245" y="414"/>
                  </a:lnTo>
                  <a:lnTo>
                    <a:pt x="222" y="412"/>
                  </a:lnTo>
                  <a:lnTo>
                    <a:pt x="199" y="406"/>
                  </a:lnTo>
                  <a:lnTo>
                    <a:pt x="178" y="395"/>
                  </a:lnTo>
                  <a:lnTo>
                    <a:pt x="156" y="382"/>
                  </a:lnTo>
                  <a:lnTo>
                    <a:pt x="136" y="364"/>
                  </a:lnTo>
                  <a:lnTo>
                    <a:pt x="116" y="344"/>
                  </a:lnTo>
                  <a:lnTo>
                    <a:pt x="99" y="320"/>
                  </a:lnTo>
                  <a:lnTo>
                    <a:pt x="82" y="292"/>
                  </a:lnTo>
                  <a:lnTo>
                    <a:pt x="67" y="264"/>
                  </a:lnTo>
                  <a:lnTo>
                    <a:pt x="53" y="231"/>
                  </a:lnTo>
                  <a:lnTo>
                    <a:pt x="41" y="197"/>
                  </a:lnTo>
                  <a:lnTo>
                    <a:pt x="31" y="162"/>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6916" name="Freeform 78"/>
            <p:cNvSpPr>
              <a:spLocks/>
            </p:cNvSpPr>
            <p:nvPr/>
          </p:nvSpPr>
          <p:spPr bwMode="auto">
            <a:xfrm>
              <a:off x="1516" y="2016"/>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5" y="8"/>
                  </a:lnTo>
                  <a:lnTo>
                    <a:pt x="171" y="19"/>
                  </a:lnTo>
                  <a:lnTo>
                    <a:pt x="149" y="34"/>
                  </a:lnTo>
                  <a:lnTo>
                    <a:pt x="127" y="51"/>
                  </a:lnTo>
                  <a:lnTo>
                    <a:pt x="107" y="74"/>
                  </a:lnTo>
                  <a:lnTo>
                    <a:pt x="89" y="98"/>
                  </a:lnTo>
                  <a:lnTo>
                    <a:pt x="72" y="125"/>
                  </a:lnTo>
                  <a:lnTo>
                    <a:pt x="55" y="156"/>
                  </a:lnTo>
                  <a:lnTo>
                    <a:pt x="41" y="189"/>
                  </a:lnTo>
                  <a:lnTo>
                    <a:pt x="30" y="223"/>
                  </a:lnTo>
                  <a:lnTo>
                    <a:pt x="19" y="261"/>
                  </a:lnTo>
                  <a:lnTo>
                    <a:pt x="11" y="299"/>
                  </a:lnTo>
                  <a:lnTo>
                    <a:pt x="5" y="339"/>
                  </a:lnTo>
                  <a:lnTo>
                    <a:pt x="1" y="382"/>
                  </a:lnTo>
                  <a:lnTo>
                    <a:pt x="0" y="424"/>
                  </a:lnTo>
                  <a:lnTo>
                    <a:pt x="12" y="424"/>
                  </a:lnTo>
                  <a:lnTo>
                    <a:pt x="13" y="382"/>
                  </a:lnTo>
                  <a:lnTo>
                    <a:pt x="17" y="341"/>
                  </a:lnTo>
                  <a:lnTo>
                    <a:pt x="23" y="301"/>
                  </a:lnTo>
                  <a:lnTo>
                    <a:pt x="31" y="264"/>
                  </a:lnTo>
                  <a:lnTo>
                    <a:pt x="41" y="227"/>
                  </a:lnTo>
                  <a:lnTo>
                    <a:pt x="53" y="193"/>
                  </a:lnTo>
                  <a:lnTo>
                    <a:pt x="67" y="160"/>
                  </a:lnTo>
                  <a:lnTo>
                    <a:pt x="81" y="132"/>
                  </a:lnTo>
                  <a:lnTo>
                    <a:pt x="99" y="105"/>
                  </a:lnTo>
                  <a:lnTo>
                    <a:pt x="116" y="81"/>
                  </a:lnTo>
                  <a:lnTo>
                    <a:pt x="136" y="61"/>
                  </a:lnTo>
                  <a:lnTo>
                    <a:pt x="156" y="43"/>
                  </a:lnTo>
                  <a:lnTo>
                    <a:pt x="178" y="30"/>
                  </a:lnTo>
                  <a:lnTo>
                    <a:pt x="199" y="20"/>
                  </a:lnTo>
                  <a:lnTo>
                    <a:pt x="222"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grpSp>
        <p:nvGrpSpPr>
          <p:cNvPr id="206858" name="Group 79"/>
          <p:cNvGrpSpPr>
            <a:grpSpLocks/>
          </p:cNvGrpSpPr>
          <p:nvPr/>
        </p:nvGrpSpPr>
        <p:grpSpPr bwMode="auto">
          <a:xfrm rot="-223274">
            <a:off x="1903413" y="2820988"/>
            <a:ext cx="744537" cy="733425"/>
            <a:chOff x="2757" y="1666"/>
            <a:chExt cx="812" cy="800"/>
          </a:xfrm>
        </p:grpSpPr>
        <p:sp>
          <p:nvSpPr>
            <p:cNvPr id="206860" name="Freeform 80"/>
            <p:cNvSpPr>
              <a:spLocks/>
            </p:cNvSpPr>
            <p:nvPr/>
          </p:nvSpPr>
          <p:spPr bwMode="auto">
            <a:xfrm>
              <a:off x="2762" y="1667"/>
              <a:ext cx="807" cy="584"/>
            </a:xfrm>
            <a:custGeom>
              <a:avLst/>
              <a:gdLst>
                <a:gd name="T0" fmla="*/ 497 w 807"/>
                <a:gd name="T1" fmla="*/ 583 h 584"/>
                <a:gd name="T2" fmla="*/ 0 w 807"/>
                <a:gd name="T3" fmla="*/ 452 h 584"/>
                <a:gd name="T4" fmla="*/ 337 w 807"/>
                <a:gd name="T5" fmla="*/ 0 h 584"/>
                <a:gd name="T6" fmla="*/ 806 w 807"/>
                <a:gd name="T7" fmla="*/ 98 h 584"/>
                <a:gd name="T8" fmla="*/ 497 w 807"/>
                <a:gd name="T9" fmla="*/ 583 h 584"/>
                <a:gd name="T10" fmla="*/ 0 60000 65536"/>
                <a:gd name="T11" fmla="*/ 0 60000 65536"/>
                <a:gd name="T12" fmla="*/ 0 60000 65536"/>
                <a:gd name="T13" fmla="*/ 0 60000 65536"/>
                <a:gd name="T14" fmla="*/ 0 60000 65536"/>
                <a:gd name="T15" fmla="*/ 0 w 807"/>
                <a:gd name="T16" fmla="*/ 0 h 584"/>
                <a:gd name="T17" fmla="*/ 807 w 807"/>
                <a:gd name="T18" fmla="*/ 584 h 584"/>
              </a:gdLst>
              <a:ahLst/>
              <a:cxnLst>
                <a:cxn ang="T10">
                  <a:pos x="T0" y="T1"/>
                </a:cxn>
                <a:cxn ang="T11">
                  <a:pos x="T2" y="T3"/>
                </a:cxn>
                <a:cxn ang="T12">
                  <a:pos x="T4" y="T5"/>
                </a:cxn>
                <a:cxn ang="T13">
                  <a:pos x="T6" y="T7"/>
                </a:cxn>
                <a:cxn ang="T14">
                  <a:pos x="T8" y="T9"/>
                </a:cxn>
              </a:cxnLst>
              <a:rect l="T15" t="T16" r="T17" b="T18"/>
              <a:pathLst>
                <a:path w="807" h="584">
                  <a:moveTo>
                    <a:pt x="497" y="583"/>
                  </a:moveTo>
                  <a:lnTo>
                    <a:pt x="0" y="452"/>
                  </a:lnTo>
                  <a:lnTo>
                    <a:pt x="337" y="0"/>
                  </a:lnTo>
                  <a:lnTo>
                    <a:pt x="806" y="98"/>
                  </a:lnTo>
                  <a:lnTo>
                    <a:pt x="497" y="583"/>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206861" name="Freeform 81"/>
            <p:cNvSpPr>
              <a:spLocks/>
            </p:cNvSpPr>
            <p:nvPr/>
          </p:nvSpPr>
          <p:spPr bwMode="auto">
            <a:xfrm>
              <a:off x="2882" y="1861"/>
              <a:ext cx="578" cy="384"/>
            </a:xfrm>
            <a:custGeom>
              <a:avLst/>
              <a:gdLst>
                <a:gd name="T0" fmla="*/ 377 w 578"/>
                <a:gd name="T1" fmla="*/ 383 h 384"/>
                <a:gd name="T2" fmla="*/ 0 w 578"/>
                <a:gd name="T3" fmla="*/ 291 h 384"/>
                <a:gd name="T4" fmla="*/ 217 w 578"/>
                <a:gd name="T5" fmla="*/ 0 h 384"/>
                <a:gd name="T6" fmla="*/ 577 w 578"/>
                <a:gd name="T7" fmla="*/ 74 h 384"/>
                <a:gd name="T8" fmla="*/ 377 w 578"/>
                <a:gd name="T9" fmla="*/ 383 h 384"/>
                <a:gd name="T10" fmla="*/ 0 60000 65536"/>
                <a:gd name="T11" fmla="*/ 0 60000 65536"/>
                <a:gd name="T12" fmla="*/ 0 60000 65536"/>
                <a:gd name="T13" fmla="*/ 0 60000 65536"/>
                <a:gd name="T14" fmla="*/ 0 60000 65536"/>
                <a:gd name="T15" fmla="*/ 0 w 578"/>
                <a:gd name="T16" fmla="*/ 0 h 384"/>
                <a:gd name="T17" fmla="*/ 578 w 578"/>
                <a:gd name="T18" fmla="*/ 384 h 384"/>
              </a:gdLst>
              <a:ahLst/>
              <a:cxnLst>
                <a:cxn ang="T10">
                  <a:pos x="T0" y="T1"/>
                </a:cxn>
                <a:cxn ang="T11">
                  <a:pos x="T2" y="T3"/>
                </a:cxn>
                <a:cxn ang="T12">
                  <a:pos x="T4" y="T5"/>
                </a:cxn>
                <a:cxn ang="T13">
                  <a:pos x="T6" y="T7"/>
                </a:cxn>
                <a:cxn ang="T14">
                  <a:pos x="T8" y="T9"/>
                </a:cxn>
              </a:cxnLst>
              <a:rect l="T15" t="T16" r="T17" b="T18"/>
              <a:pathLst>
                <a:path w="578" h="384">
                  <a:moveTo>
                    <a:pt x="377" y="383"/>
                  </a:moveTo>
                  <a:lnTo>
                    <a:pt x="0" y="291"/>
                  </a:lnTo>
                  <a:lnTo>
                    <a:pt x="217" y="0"/>
                  </a:lnTo>
                  <a:lnTo>
                    <a:pt x="577" y="74"/>
                  </a:lnTo>
                  <a:lnTo>
                    <a:pt x="377" y="383"/>
                  </a:lnTo>
                </a:path>
              </a:pathLst>
            </a:custGeom>
            <a:solidFill>
              <a:srgbClr val="E22B00"/>
            </a:solidFill>
            <a:ln>
              <a:noFill/>
            </a:ln>
            <a:extLst>
              <a:ext uri="{91240B29-F687-4F45-9708-019B960494DF}">
                <a14:hiddenLine xmlns:a14="http://schemas.microsoft.com/office/drawing/2010/main" w="12700" cap="rnd" cmpd="sng">
                  <a:solidFill>
                    <a:srgbClr val="000000"/>
                  </a:solidFill>
                  <a:prstDash val="solid"/>
                  <a:round/>
                  <a:headEnd type="none" w="med" len="med"/>
                  <a:tailEnd type="none" w="med" len="med"/>
                </a14:hiddenLine>
              </a:ext>
            </a:extLst>
          </p:spPr>
          <p:txBody>
            <a:bodyPr/>
            <a:lstStyle/>
            <a:p>
              <a:endParaRPr lang="fr-FR"/>
            </a:p>
          </p:txBody>
        </p:sp>
        <p:sp>
          <p:nvSpPr>
            <p:cNvPr id="206862" name="Line 82"/>
            <p:cNvSpPr>
              <a:spLocks noChangeShapeType="1"/>
            </p:cNvSpPr>
            <p:nvPr/>
          </p:nvSpPr>
          <p:spPr bwMode="auto">
            <a:xfrm>
              <a:off x="3102" y="1862"/>
              <a:ext cx="352" cy="7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fr-FR"/>
            </a:p>
          </p:txBody>
        </p:sp>
        <p:sp>
          <p:nvSpPr>
            <p:cNvPr id="206863" name="Freeform 83"/>
            <p:cNvSpPr>
              <a:spLocks/>
            </p:cNvSpPr>
            <p:nvPr/>
          </p:nvSpPr>
          <p:spPr bwMode="auto">
            <a:xfrm>
              <a:off x="2762" y="1666"/>
              <a:ext cx="337" cy="485"/>
            </a:xfrm>
            <a:custGeom>
              <a:avLst/>
              <a:gdLst>
                <a:gd name="T0" fmla="*/ 336 w 337"/>
                <a:gd name="T1" fmla="*/ 194 h 485"/>
                <a:gd name="T2" fmla="*/ 118 w 337"/>
                <a:gd name="T3" fmla="*/ 484 h 485"/>
                <a:gd name="T4" fmla="*/ 0 w 337"/>
                <a:gd name="T5" fmla="*/ 452 h 485"/>
                <a:gd name="T6" fmla="*/ 336 w 337"/>
                <a:gd name="T7" fmla="*/ 0 h 485"/>
                <a:gd name="T8" fmla="*/ 336 w 337"/>
                <a:gd name="T9" fmla="*/ 152 h 485"/>
                <a:gd name="T10" fmla="*/ 336 w 337"/>
                <a:gd name="T11" fmla="*/ 194 h 485"/>
                <a:gd name="T12" fmla="*/ 0 60000 65536"/>
                <a:gd name="T13" fmla="*/ 0 60000 65536"/>
                <a:gd name="T14" fmla="*/ 0 60000 65536"/>
                <a:gd name="T15" fmla="*/ 0 60000 65536"/>
                <a:gd name="T16" fmla="*/ 0 60000 65536"/>
                <a:gd name="T17" fmla="*/ 0 60000 65536"/>
                <a:gd name="T18" fmla="*/ 0 w 337"/>
                <a:gd name="T19" fmla="*/ 0 h 485"/>
                <a:gd name="T20" fmla="*/ 337 w 337"/>
                <a:gd name="T21" fmla="*/ 485 h 485"/>
              </a:gdLst>
              <a:ahLst/>
              <a:cxnLst>
                <a:cxn ang="T12">
                  <a:pos x="T0" y="T1"/>
                </a:cxn>
                <a:cxn ang="T13">
                  <a:pos x="T2" y="T3"/>
                </a:cxn>
                <a:cxn ang="T14">
                  <a:pos x="T4" y="T5"/>
                </a:cxn>
                <a:cxn ang="T15">
                  <a:pos x="T6" y="T7"/>
                </a:cxn>
                <a:cxn ang="T16">
                  <a:pos x="T8" y="T9"/>
                </a:cxn>
                <a:cxn ang="T17">
                  <a:pos x="T10" y="T11"/>
                </a:cxn>
              </a:cxnLst>
              <a:rect l="T18" t="T19" r="T20" b="T21"/>
              <a:pathLst>
                <a:path w="337" h="485">
                  <a:moveTo>
                    <a:pt x="336" y="194"/>
                  </a:moveTo>
                  <a:lnTo>
                    <a:pt x="118" y="484"/>
                  </a:lnTo>
                  <a:lnTo>
                    <a:pt x="0" y="452"/>
                  </a:lnTo>
                  <a:lnTo>
                    <a:pt x="336" y="0"/>
                  </a:lnTo>
                  <a:lnTo>
                    <a:pt x="336" y="152"/>
                  </a:lnTo>
                  <a:lnTo>
                    <a:pt x="336" y="194"/>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206864" name="Freeform 84"/>
            <p:cNvSpPr>
              <a:spLocks/>
            </p:cNvSpPr>
            <p:nvPr/>
          </p:nvSpPr>
          <p:spPr bwMode="auto">
            <a:xfrm>
              <a:off x="2757" y="2124"/>
              <a:ext cx="509" cy="339"/>
            </a:xfrm>
            <a:custGeom>
              <a:avLst/>
              <a:gdLst>
                <a:gd name="T0" fmla="*/ 0 w 506"/>
                <a:gd name="T1" fmla="*/ 0 h 345"/>
                <a:gd name="T2" fmla="*/ 1 w 506"/>
                <a:gd name="T3" fmla="*/ 198 h 345"/>
                <a:gd name="T4" fmla="*/ 514 w 506"/>
                <a:gd name="T5" fmla="*/ 326 h 345"/>
                <a:gd name="T6" fmla="*/ 513 w 506"/>
                <a:gd name="T7" fmla="*/ 124 h 345"/>
                <a:gd name="T8" fmla="*/ 0 60000 65536"/>
                <a:gd name="T9" fmla="*/ 0 60000 65536"/>
                <a:gd name="T10" fmla="*/ 0 60000 65536"/>
                <a:gd name="T11" fmla="*/ 0 60000 65536"/>
                <a:gd name="T12" fmla="*/ 0 w 506"/>
                <a:gd name="T13" fmla="*/ 0 h 345"/>
                <a:gd name="T14" fmla="*/ 506 w 506"/>
                <a:gd name="T15" fmla="*/ 345 h 345"/>
              </a:gdLst>
              <a:ahLst/>
              <a:cxnLst>
                <a:cxn ang="T8">
                  <a:pos x="T0" y="T1"/>
                </a:cxn>
                <a:cxn ang="T9">
                  <a:pos x="T2" y="T3"/>
                </a:cxn>
                <a:cxn ang="T10">
                  <a:pos x="T4" y="T5"/>
                </a:cxn>
                <a:cxn ang="T11">
                  <a:pos x="T6" y="T7"/>
                </a:cxn>
              </a:cxnLst>
              <a:rect l="T12" t="T13" r="T14" b="T15"/>
              <a:pathLst>
                <a:path w="506" h="345">
                  <a:moveTo>
                    <a:pt x="0" y="0"/>
                  </a:moveTo>
                  <a:lnTo>
                    <a:pt x="1" y="209"/>
                  </a:lnTo>
                  <a:lnTo>
                    <a:pt x="505" y="344"/>
                  </a:lnTo>
                  <a:lnTo>
                    <a:pt x="504" y="130"/>
                  </a:lnTo>
                </a:path>
              </a:pathLst>
            </a:custGeom>
            <a:solidFill>
              <a:srgbClr val="FC2C1C"/>
            </a:solidFill>
            <a:ln w="12700" cap="rnd" cmpd="sng">
              <a:solidFill>
                <a:schemeClr val="bg2"/>
              </a:solidFill>
              <a:prstDash val="solid"/>
              <a:round/>
              <a:headEnd type="none" w="med" len="med"/>
              <a:tailEnd type="none" w="med" len="med"/>
            </a:ln>
          </p:spPr>
          <p:txBody>
            <a:bodyPr/>
            <a:lstStyle/>
            <a:p>
              <a:endParaRPr lang="fr-FR"/>
            </a:p>
          </p:txBody>
        </p:sp>
        <p:sp>
          <p:nvSpPr>
            <p:cNvPr id="206865" name="AutoShape 85"/>
            <p:cNvSpPr>
              <a:spLocks noChangeArrowheads="1"/>
            </p:cNvSpPr>
            <p:nvPr/>
          </p:nvSpPr>
          <p:spPr bwMode="auto">
            <a:xfrm rot="16200000" flipH="1">
              <a:off x="3067" y="1967"/>
              <a:ext cx="693" cy="306"/>
            </a:xfrm>
            <a:prstGeom prst="parallelogram">
              <a:avLst>
                <a:gd name="adj" fmla="val 156202"/>
              </a:avLst>
            </a:prstGeom>
            <a:solidFill>
              <a:srgbClr val="FC2C1C"/>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sp>
        <p:nvSpPr>
          <p:cNvPr id="206859" name="Text Box 86"/>
          <p:cNvSpPr txBox="1">
            <a:spLocks noChangeArrowheads="1"/>
          </p:cNvSpPr>
          <p:nvPr/>
        </p:nvSpPr>
        <p:spPr bwMode="auto">
          <a:xfrm>
            <a:off x="604838" y="5364163"/>
            <a:ext cx="6543675" cy="4429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eaLnBrk="1" hangingPunct="1">
              <a:spcBef>
                <a:spcPct val="0"/>
              </a:spcBef>
              <a:buFontTx/>
              <a:buNone/>
            </a:pPr>
            <a:r>
              <a:rPr lang="fr-FR" altLang="fr-FR" sz="2300"/>
              <a:t>4. Pointez la production sur votre feuille de suivi</a:t>
            </a:r>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07875" name="Group 3"/>
          <p:cNvGrpSpPr>
            <a:grpSpLocks/>
          </p:cNvGrpSpPr>
          <p:nvPr/>
        </p:nvGrpSpPr>
        <p:grpSpPr bwMode="auto">
          <a:xfrm>
            <a:off x="7073900" y="215900"/>
            <a:ext cx="1878013" cy="1250950"/>
            <a:chOff x="4456" y="136"/>
            <a:chExt cx="1183" cy="788"/>
          </a:xfrm>
        </p:grpSpPr>
        <p:grpSp>
          <p:nvGrpSpPr>
            <p:cNvPr id="207941" name="Group 4"/>
            <p:cNvGrpSpPr>
              <a:grpSpLocks/>
            </p:cNvGrpSpPr>
            <p:nvPr/>
          </p:nvGrpSpPr>
          <p:grpSpPr bwMode="auto">
            <a:xfrm>
              <a:off x="4766" y="232"/>
              <a:ext cx="873" cy="692"/>
              <a:chOff x="2185" y="310"/>
              <a:chExt cx="873" cy="692"/>
            </a:xfrm>
          </p:grpSpPr>
          <p:sp>
            <p:nvSpPr>
              <p:cNvPr id="207952" name="Freeform 5"/>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accent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7953" name="Freeform 6"/>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7954" name="Freeform 7"/>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7955" name="Freeform 8"/>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7956" name="Freeform 9"/>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7957" name="Freeform 10"/>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7958" name="Freeform 11"/>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grpSp>
          <p:nvGrpSpPr>
            <p:cNvPr id="207942" name="Group 12"/>
            <p:cNvGrpSpPr>
              <a:grpSpLocks/>
            </p:cNvGrpSpPr>
            <p:nvPr/>
          </p:nvGrpSpPr>
          <p:grpSpPr bwMode="auto">
            <a:xfrm>
              <a:off x="4949" y="336"/>
              <a:ext cx="591" cy="468"/>
              <a:chOff x="2185" y="310"/>
              <a:chExt cx="873" cy="692"/>
            </a:xfrm>
          </p:grpSpPr>
          <p:sp>
            <p:nvSpPr>
              <p:cNvPr id="207945" name="Freeform 13"/>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7946" name="Freeform 14"/>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7947" name="Freeform 15"/>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7948" name="Freeform 16"/>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7949" name="Freeform 17"/>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7950" name="Freeform 18"/>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7951" name="Freeform 19"/>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pic>
          <p:nvPicPr>
            <p:cNvPr id="207943" name="Picture 20"/>
            <p:cNvPicPr>
              <a:picLocks noChangeAspect="1" noChangeArrowheads="1"/>
            </p:cNvPicPr>
            <p:nvPr/>
          </p:nvPicPr>
          <p:blipFill>
            <a:blip r:embed="rId3" cstate="print">
              <a:extLst>
                <a:ext uri="{28A0092B-C50C-407E-A947-70E740481C1C}">
                  <a14:useLocalDpi xmlns:a14="http://schemas.microsoft.com/office/drawing/2010/main" val="0"/>
                </a:ext>
              </a:extLst>
            </a:blip>
            <a:srcRect l="-4282" t="-4369" r="-5199" b="-12012"/>
            <a:stretch>
              <a:fillRect/>
            </a:stretch>
          </p:blipFill>
          <p:spPr bwMode="auto">
            <a:xfrm>
              <a:off x="4456" y="136"/>
              <a:ext cx="480" cy="5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07944" name="Text Box 21"/>
            <p:cNvSpPr txBox="1">
              <a:spLocks noChangeArrowheads="1"/>
            </p:cNvSpPr>
            <p:nvPr/>
          </p:nvSpPr>
          <p:spPr bwMode="auto">
            <a:xfrm>
              <a:off x="4946" y="314"/>
              <a:ext cx="596" cy="49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4500" b="1">
                  <a:solidFill>
                    <a:srgbClr val="FF0000"/>
                  </a:solidFill>
                  <a:latin typeface="Arial Black" pitchFamily="34" charset="0"/>
                </a:rPr>
                <a:t>27</a:t>
              </a:r>
              <a:endParaRPr lang="fr-FR" altLang="fr-FR" sz="3200">
                <a:solidFill>
                  <a:schemeClr val="tx1"/>
                </a:solidFill>
                <a:latin typeface="Arial Black" pitchFamily="34" charset="0"/>
              </a:endParaRPr>
            </a:p>
          </p:txBody>
        </p:sp>
      </p:grpSp>
      <p:sp>
        <p:nvSpPr>
          <p:cNvPr id="207876" name="Text Box 22"/>
          <p:cNvSpPr txBox="1">
            <a:spLocks noChangeArrowheads="1"/>
          </p:cNvSpPr>
          <p:nvPr/>
        </p:nvSpPr>
        <p:spPr bwMode="auto">
          <a:xfrm>
            <a:off x="1787525" y="3638550"/>
            <a:ext cx="828675"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a:spcBef>
                <a:spcPct val="0"/>
              </a:spcBef>
              <a:buFontTx/>
              <a:buNone/>
            </a:pPr>
            <a:r>
              <a:rPr lang="fr-FR" altLang="fr-FR" sz="2400">
                <a:solidFill>
                  <a:srgbClr val="FC2C1C"/>
                </a:solidFill>
              </a:rPr>
              <a:t>1 R4</a:t>
            </a:r>
          </a:p>
        </p:txBody>
      </p:sp>
      <p:sp>
        <p:nvSpPr>
          <p:cNvPr id="207877" name="Rectangle 23"/>
          <p:cNvSpPr>
            <a:spLocks noGrp="1" noChangeArrowheads="1"/>
          </p:cNvSpPr>
          <p:nvPr>
            <p:ph type="title"/>
          </p:nvPr>
        </p:nvSpPr>
        <p:spPr>
          <a:xfrm>
            <a:off x="1381125" y="0"/>
            <a:ext cx="5516563" cy="647700"/>
          </a:xfrm>
        </p:spPr>
        <p:txBody>
          <a:bodyPr/>
          <a:lstStyle/>
          <a:p>
            <a:pPr eaLnBrk="1" hangingPunct="1"/>
            <a:r>
              <a:rPr lang="fr-FR" altLang="fr-FR"/>
              <a:t>Sem. 4 - Jeudi</a:t>
            </a:r>
          </a:p>
        </p:txBody>
      </p:sp>
      <p:sp>
        <p:nvSpPr>
          <p:cNvPr id="207878" name="Text Box 24"/>
          <p:cNvSpPr txBox="1">
            <a:spLocks noChangeArrowheads="1"/>
          </p:cNvSpPr>
          <p:nvPr/>
        </p:nvSpPr>
        <p:spPr bwMode="auto">
          <a:xfrm>
            <a:off x="574675" y="2030413"/>
            <a:ext cx="3557588"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2. Livrez les commandes</a:t>
            </a:r>
          </a:p>
        </p:txBody>
      </p:sp>
      <p:sp>
        <p:nvSpPr>
          <p:cNvPr id="207879" name="Text Box 25"/>
          <p:cNvSpPr txBox="1">
            <a:spLocks noChangeArrowheads="1"/>
          </p:cNvSpPr>
          <p:nvPr/>
        </p:nvSpPr>
        <p:spPr bwMode="auto">
          <a:xfrm>
            <a:off x="566738" y="1154113"/>
            <a:ext cx="1946275"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1. Tirez le dé</a:t>
            </a:r>
          </a:p>
        </p:txBody>
      </p:sp>
      <p:sp>
        <p:nvSpPr>
          <p:cNvPr id="207880" name="Text Box 26"/>
          <p:cNvSpPr txBox="1">
            <a:spLocks noChangeArrowheads="1"/>
          </p:cNvSpPr>
          <p:nvPr/>
        </p:nvSpPr>
        <p:spPr bwMode="auto">
          <a:xfrm>
            <a:off x="579438" y="4316413"/>
            <a:ext cx="18796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3. Produisez</a:t>
            </a:r>
          </a:p>
        </p:txBody>
      </p:sp>
      <p:grpSp>
        <p:nvGrpSpPr>
          <p:cNvPr id="207881" name="Group 27"/>
          <p:cNvGrpSpPr>
            <a:grpSpLocks/>
          </p:cNvGrpSpPr>
          <p:nvPr/>
        </p:nvGrpSpPr>
        <p:grpSpPr bwMode="auto">
          <a:xfrm>
            <a:off x="2843213" y="1106488"/>
            <a:ext cx="446087" cy="534987"/>
            <a:chOff x="868" y="1439"/>
            <a:chExt cx="811" cy="972"/>
          </a:xfrm>
        </p:grpSpPr>
        <p:sp>
          <p:nvSpPr>
            <p:cNvPr id="207890" name="Freeform 28"/>
            <p:cNvSpPr>
              <a:spLocks/>
            </p:cNvSpPr>
            <p:nvPr/>
          </p:nvSpPr>
          <p:spPr bwMode="auto">
            <a:xfrm>
              <a:off x="1548" y="2014"/>
              <a:ext cx="123" cy="100"/>
            </a:xfrm>
            <a:custGeom>
              <a:avLst/>
              <a:gdLst>
                <a:gd name="T0" fmla="*/ 5 w 618"/>
                <a:gd name="T1" fmla="*/ 0 h 502"/>
                <a:gd name="T2" fmla="*/ 5 w 618"/>
                <a:gd name="T3" fmla="*/ 0 h 502"/>
                <a:gd name="T4" fmla="*/ 0 w 618"/>
                <a:gd name="T5" fmla="*/ 4 h 502"/>
                <a:gd name="T6" fmla="*/ 0 w 618"/>
                <a:gd name="T7" fmla="*/ 4 h 502"/>
                <a:gd name="T8" fmla="*/ 5 w 618"/>
                <a:gd name="T9" fmla="*/ 0 h 502"/>
                <a:gd name="T10" fmla="*/ 5 w 618"/>
                <a:gd name="T11" fmla="*/ 0 h 502"/>
                <a:gd name="T12" fmla="*/ 5 w 618"/>
                <a:gd name="T13" fmla="*/ 0 h 502"/>
                <a:gd name="T14" fmla="*/ 5 w 618"/>
                <a:gd name="T15" fmla="*/ 0 h 502"/>
                <a:gd name="T16" fmla="*/ 5 w 618"/>
                <a:gd name="T17" fmla="*/ 0 h 502"/>
                <a:gd name="T18" fmla="*/ 5 w 618"/>
                <a:gd name="T19" fmla="*/ 0 h 502"/>
                <a:gd name="T20" fmla="*/ 5 w 618"/>
                <a:gd name="T21" fmla="*/ 0 h 502"/>
                <a:gd name="T22" fmla="*/ 5 w 618"/>
                <a:gd name="T23" fmla="*/ 0 h 502"/>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618"/>
                <a:gd name="T37" fmla="*/ 0 h 502"/>
                <a:gd name="T38" fmla="*/ 618 w 618"/>
                <a:gd name="T39" fmla="*/ 502 h 502"/>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618" h="502">
                  <a:moveTo>
                    <a:pt x="611" y="0"/>
                  </a:moveTo>
                  <a:lnTo>
                    <a:pt x="606" y="2"/>
                  </a:lnTo>
                  <a:lnTo>
                    <a:pt x="0" y="490"/>
                  </a:lnTo>
                  <a:lnTo>
                    <a:pt x="10" y="502"/>
                  </a:lnTo>
                  <a:lnTo>
                    <a:pt x="616" y="14"/>
                  </a:lnTo>
                  <a:lnTo>
                    <a:pt x="611" y="16"/>
                  </a:lnTo>
                  <a:lnTo>
                    <a:pt x="616" y="14"/>
                  </a:lnTo>
                  <a:lnTo>
                    <a:pt x="618" y="9"/>
                  </a:lnTo>
                  <a:lnTo>
                    <a:pt x="617" y="3"/>
                  </a:lnTo>
                  <a:lnTo>
                    <a:pt x="612" y="1"/>
                  </a:lnTo>
                  <a:lnTo>
                    <a:pt x="606" y="2"/>
                  </a:lnTo>
                  <a:lnTo>
                    <a:pt x="611"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7891" name="Freeform 29"/>
            <p:cNvSpPr>
              <a:spLocks/>
            </p:cNvSpPr>
            <p:nvPr/>
          </p:nvSpPr>
          <p:spPr bwMode="auto">
            <a:xfrm>
              <a:off x="876" y="1852"/>
              <a:ext cx="82" cy="373"/>
            </a:xfrm>
            <a:custGeom>
              <a:avLst/>
              <a:gdLst>
                <a:gd name="T0" fmla="*/ 3 w 413"/>
                <a:gd name="T1" fmla="*/ 15 h 1865"/>
                <a:gd name="T2" fmla="*/ 3 w 413"/>
                <a:gd name="T3" fmla="*/ 15 h 1865"/>
                <a:gd name="T4" fmla="*/ 0 w 413"/>
                <a:gd name="T5" fmla="*/ 0 h 1865"/>
                <a:gd name="T6" fmla="*/ 0 w 413"/>
                <a:gd name="T7" fmla="*/ 0 h 1865"/>
                <a:gd name="T8" fmla="*/ 3 w 413"/>
                <a:gd name="T9" fmla="*/ 15 h 1865"/>
                <a:gd name="T10" fmla="*/ 3 w 413"/>
                <a:gd name="T11" fmla="*/ 15 h 1865"/>
                <a:gd name="T12" fmla="*/ 3 w 413"/>
                <a:gd name="T13" fmla="*/ 15 h 1865"/>
                <a:gd name="T14" fmla="*/ 3 w 413"/>
                <a:gd name="T15" fmla="*/ 15 h 1865"/>
                <a:gd name="T16" fmla="*/ 3 w 413"/>
                <a:gd name="T17" fmla="*/ 15 h 1865"/>
                <a:gd name="T18" fmla="*/ 3 w 413"/>
                <a:gd name="T19" fmla="*/ 15 h 1865"/>
                <a:gd name="T20" fmla="*/ 3 w 413"/>
                <a:gd name="T21" fmla="*/ 15 h 1865"/>
                <a:gd name="T22" fmla="*/ 3 w 413"/>
                <a:gd name="T23" fmla="*/ 15 h 186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413"/>
                <a:gd name="T37" fmla="*/ 0 h 1865"/>
                <a:gd name="T38" fmla="*/ 413 w 413"/>
                <a:gd name="T39" fmla="*/ 1865 h 1865"/>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413" h="1865">
                  <a:moveTo>
                    <a:pt x="400" y="1864"/>
                  </a:moveTo>
                  <a:lnTo>
                    <a:pt x="413" y="1856"/>
                  </a:lnTo>
                  <a:lnTo>
                    <a:pt x="17" y="0"/>
                  </a:lnTo>
                  <a:lnTo>
                    <a:pt x="0" y="2"/>
                  </a:lnTo>
                  <a:lnTo>
                    <a:pt x="396" y="1858"/>
                  </a:lnTo>
                  <a:lnTo>
                    <a:pt x="409" y="1850"/>
                  </a:lnTo>
                  <a:lnTo>
                    <a:pt x="396" y="1858"/>
                  </a:lnTo>
                  <a:lnTo>
                    <a:pt x="400" y="1864"/>
                  </a:lnTo>
                  <a:lnTo>
                    <a:pt x="406" y="1865"/>
                  </a:lnTo>
                  <a:lnTo>
                    <a:pt x="410" y="1862"/>
                  </a:lnTo>
                  <a:lnTo>
                    <a:pt x="413" y="1856"/>
                  </a:lnTo>
                  <a:lnTo>
                    <a:pt x="400" y="186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7892" name="Freeform 30"/>
            <p:cNvSpPr>
              <a:spLocks/>
            </p:cNvSpPr>
            <p:nvPr/>
          </p:nvSpPr>
          <p:spPr bwMode="auto">
            <a:xfrm>
              <a:off x="1282" y="1533"/>
              <a:ext cx="35" cy="161"/>
            </a:xfrm>
            <a:custGeom>
              <a:avLst/>
              <a:gdLst>
                <a:gd name="T0" fmla="*/ 1 w 175"/>
                <a:gd name="T1" fmla="*/ 6 h 807"/>
                <a:gd name="T2" fmla="*/ 1 w 175"/>
                <a:gd name="T3" fmla="*/ 6 h 807"/>
                <a:gd name="T4" fmla="*/ 1 w 175"/>
                <a:gd name="T5" fmla="*/ 6 h 807"/>
                <a:gd name="T6" fmla="*/ 1 w 175"/>
                <a:gd name="T7" fmla="*/ 5 h 807"/>
                <a:gd name="T8" fmla="*/ 1 w 175"/>
                <a:gd name="T9" fmla="*/ 5 h 807"/>
                <a:gd name="T10" fmla="*/ 1 w 175"/>
                <a:gd name="T11" fmla="*/ 5 h 807"/>
                <a:gd name="T12" fmla="*/ 1 w 175"/>
                <a:gd name="T13" fmla="*/ 4 h 807"/>
                <a:gd name="T14" fmla="*/ 1 w 175"/>
                <a:gd name="T15" fmla="*/ 4 h 807"/>
                <a:gd name="T16" fmla="*/ 1 w 175"/>
                <a:gd name="T17" fmla="*/ 3 h 807"/>
                <a:gd name="T18" fmla="*/ 1 w 175"/>
                <a:gd name="T19" fmla="*/ 3 h 807"/>
                <a:gd name="T20" fmla="*/ 1 w 175"/>
                <a:gd name="T21" fmla="*/ 3 h 807"/>
                <a:gd name="T22" fmla="*/ 1 w 175"/>
                <a:gd name="T23" fmla="*/ 2 h 807"/>
                <a:gd name="T24" fmla="*/ 1 w 175"/>
                <a:gd name="T25" fmla="*/ 2 h 807"/>
                <a:gd name="T26" fmla="*/ 1 w 175"/>
                <a:gd name="T27" fmla="*/ 2 h 807"/>
                <a:gd name="T28" fmla="*/ 1 w 175"/>
                <a:gd name="T29" fmla="*/ 1 h 807"/>
                <a:gd name="T30" fmla="*/ 1 w 175"/>
                <a:gd name="T31" fmla="*/ 1 h 807"/>
                <a:gd name="T32" fmla="*/ 1 w 175"/>
                <a:gd name="T33" fmla="*/ 1 h 807"/>
                <a:gd name="T34" fmla="*/ 1 w 175"/>
                <a:gd name="T35" fmla="*/ 0 h 807"/>
                <a:gd name="T36" fmla="*/ 1 w 175"/>
                <a:gd name="T37" fmla="*/ 0 h 807"/>
                <a:gd name="T38" fmla="*/ 1 w 175"/>
                <a:gd name="T39" fmla="*/ 0 h 807"/>
                <a:gd name="T40" fmla="*/ 0 w 175"/>
                <a:gd name="T41" fmla="*/ 1 h 807"/>
                <a:gd name="T42" fmla="*/ 0 w 175"/>
                <a:gd name="T43" fmla="*/ 1 h 807"/>
                <a:gd name="T44" fmla="*/ 0 w 175"/>
                <a:gd name="T45" fmla="*/ 1 h 807"/>
                <a:gd name="T46" fmla="*/ 0 w 175"/>
                <a:gd name="T47" fmla="*/ 2 h 807"/>
                <a:gd name="T48" fmla="*/ 0 w 175"/>
                <a:gd name="T49" fmla="*/ 2 h 807"/>
                <a:gd name="T50" fmla="*/ 0 w 175"/>
                <a:gd name="T51" fmla="*/ 3 h 807"/>
                <a:gd name="T52" fmla="*/ 0 w 175"/>
                <a:gd name="T53" fmla="*/ 3 h 807"/>
                <a:gd name="T54" fmla="*/ 0 w 175"/>
                <a:gd name="T55" fmla="*/ 3 h 807"/>
                <a:gd name="T56" fmla="*/ 0 w 175"/>
                <a:gd name="T57" fmla="*/ 4 h 807"/>
                <a:gd name="T58" fmla="*/ 0 w 175"/>
                <a:gd name="T59" fmla="*/ 4 h 807"/>
                <a:gd name="T60" fmla="*/ 0 w 175"/>
                <a:gd name="T61" fmla="*/ 5 h 807"/>
                <a:gd name="T62" fmla="*/ 0 w 175"/>
                <a:gd name="T63" fmla="*/ 5 h 807"/>
                <a:gd name="T64" fmla="*/ 0 w 175"/>
                <a:gd name="T65" fmla="*/ 5 h 807"/>
                <a:gd name="T66" fmla="*/ 1 w 175"/>
                <a:gd name="T67" fmla="*/ 6 h 807"/>
                <a:gd name="T68" fmla="*/ 1 w 175"/>
                <a:gd name="T69" fmla="*/ 6 h 807"/>
                <a:gd name="T70" fmla="*/ 1 w 175"/>
                <a:gd name="T71" fmla="*/ 6 h 807"/>
                <a:gd name="T72" fmla="*/ 1 w 175"/>
                <a:gd name="T73" fmla="*/ 6 h 807"/>
                <a:gd name="T74" fmla="*/ 1 w 175"/>
                <a:gd name="T75" fmla="*/ 6 h 807"/>
                <a:gd name="T76" fmla="*/ 1 w 175"/>
                <a:gd name="T77" fmla="*/ 6 h 807"/>
                <a:gd name="T78" fmla="*/ 1 w 175"/>
                <a:gd name="T79" fmla="*/ 6 h 807"/>
                <a:gd name="T80" fmla="*/ 1 w 175"/>
                <a:gd name="T81" fmla="*/ 6 h 807"/>
                <a:gd name="T82" fmla="*/ 1 w 175"/>
                <a:gd name="T83" fmla="*/ 6 h 807"/>
                <a:gd name="T84" fmla="*/ 1 w 175"/>
                <a:gd name="T85" fmla="*/ 6 h 807"/>
                <a:gd name="T86" fmla="*/ 1 w 175"/>
                <a:gd name="T87" fmla="*/ 6 h 807"/>
                <a:gd name="T88" fmla="*/ 1 w 175"/>
                <a:gd name="T89" fmla="*/ 6 h 807"/>
                <a:gd name="T90" fmla="*/ 1 w 175"/>
                <a:gd name="T91" fmla="*/ 6 h 80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175"/>
                <a:gd name="T139" fmla="*/ 0 h 807"/>
                <a:gd name="T140" fmla="*/ 175 w 175"/>
                <a:gd name="T141" fmla="*/ 807 h 80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175" h="807">
                  <a:moveTo>
                    <a:pt x="169" y="740"/>
                  </a:moveTo>
                  <a:lnTo>
                    <a:pt x="169" y="739"/>
                  </a:lnTo>
                  <a:lnTo>
                    <a:pt x="149" y="698"/>
                  </a:lnTo>
                  <a:lnTo>
                    <a:pt x="133" y="656"/>
                  </a:lnTo>
                  <a:lnTo>
                    <a:pt x="120" y="611"/>
                  </a:lnTo>
                  <a:lnTo>
                    <a:pt x="108" y="565"/>
                  </a:lnTo>
                  <a:lnTo>
                    <a:pt x="100" y="520"/>
                  </a:lnTo>
                  <a:lnTo>
                    <a:pt x="96" y="472"/>
                  </a:lnTo>
                  <a:lnTo>
                    <a:pt x="93" y="425"/>
                  </a:lnTo>
                  <a:lnTo>
                    <a:pt x="93" y="377"/>
                  </a:lnTo>
                  <a:lnTo>
                    <a:pt x="96" y="330"/>
                  </a:lnTo>
                  <a:lnTo>
                    <a:pt x="100" y="283"/>
                  </a:lnTo>
                  <a:lnTo>
                    <a:pt x="106" y="238"/>
                  </a:lnTo>
                  <a:lnTo>
                    <a:pt x="115" y="195"/>
                  </a:lnTo>
                  <a:lnTo>
                    <a:pt x="126" y="153"/>
                  </a:lnTo>
                  <a:lnTo>
                    <a:pt x="139" y="114"/>
                  </a:lnTo>
                  <a:lnTo>
                    <a:pt x="153" y="77"/>
                  </a:lnTo>
                  <a:lnTo>
                    <a:pt x="169" y="43"/>
                  </a:lnTo>
                  <a:lnTo>
                    <a:pt x="87" y="0"/>
                  </a:lnTo>
                  <a:lnTo>
                    <a:pt x="69" y="39"/>
                  </a:lnTo>
                  <a:lnTo>
                    <a:pt x="52" y="81"/>
                  </a:lnTo>
                  <a:lnTo>
                    <a:pt x="37" y="127"/>
                  </a:lnTo>
                  <a:lnTo>
                    <a:pt x="24" y="174"/>
                  </a:lnTo>
                  <a:lnTo>
                    <a:pt x="15" y="222"/>
                  </a:lnTo>
                  <a:lnTo>
                    <a:pt x="7" y="271"/>
                  </a:lnTo>
                  <a:lnTo>
                    <a:pt x="2" y="323"/>
                  </a:lnTo>
                  <a:lnTo>
                    <a:pt x="0" y="374"/>
                  </a:lnTo>
                  <a:lnTo>
                    <a:pt x="0" y="427"/>
                  </a:lnTo>
                  <a:lnTo>
                    <a:pt x="2" y="479"/>
                  </a:lnTo>
                  <a:lnTo>
                    <a:pt x="9" y="531"/>
                  </a:lnTo>
                  <a:lnTo>
                    <a:pt x="17" y="584"/>
                  </a:lnTo>
                  <a:lnTo>
                    <a:pt x="29" y="635"/>
                  </a:lnTo>
                  <a:lnTo>
                    <a:pt x="44" y="686"/>
                  </a:lnTo>
                  <a:lnTo>
                    <a:pt x="65" y="736"/>
                  </a:lnTo>
                  <a:lnTo>
                    <a:pt x="87" y="784"/>
                  </a:lnTo>
                  <a:lnTo>
                    <a:pt x="87" y="782"/>
                  </a:lnTo>
                  <a:lnTo>
                    <a:pt x="87" y="784"/>
                  </a:lnTo>
                  <a:lnTo>
                    <a:pt x="100" y="799"/>
                  </a:lnTo>
                  <a:lnTo>
                    <a:pt x="117" y="807"/>
                  </a:lnTo>
                  <a:lnTo>
                    <a:pt x="134" y="807"/>
                  </a:lnTo>
                  <a:lnTo>
                    <a:pt x="151" y="801"/>
                  </a:lnTo>
                  <a:lnTo>
                    <a:pt x="164" y="791"/>
                  </a:lnTo>
                  <a:lnTo>
                    <a:pt x="173" y="777"/>
                  </a:lnTo>
                  <a:lnTo>
                    <a:pt x="175" y="759"/>
                  </a:lnTo>
                  <a:lnTo>
                    <a:pt x="169" y="739"/>
                  </a:lnTo>
                  <a:lnTo>
                    <a:pt x="169" y="74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7893" name="Freeform 31"/>
            <p:cNvSpPr>
              <a:spLocks/>
            </p:cNvSpPr>
            <p:nvPr/>
          </p:nvSpPr>
          <p:spPr bwMode="auto">
            <a:xfrm>
              <a:off x="1299" y="1681"/>
              <a:ext cx="157" cy="281"/>
            </a:xfrm>
            <a:custGeom>
              <a:avLst/>
              <a:gdLst>
                <a:gd name="T0" fmla="*/ 6 w 787"/>
                <a:gd name="T1" fmla="*/ 11 h 1404"/>
                <a:gd name="T2" fmla="*/ 6 w 787"/>
                <a:gd name="T3" fmla="*/ 11 h 1404"/>
                <a:gd name="T4" fmla="*/ 1 w 787"/>
                <a:gd name="T5" fmla="*/ 0 h 1404"/>
                <a:gd name="T6" fmla="*/ 0 w 787"/>
                <a:gd name="T7" fmla="*/ 0 h 1404"/>
                <a:gd name="T8" fmla="*/ 6 w 787"/>
                <a:gd name="T9" fmla="*/ 11 h 1404"/>
                <a:gd name="T10" fmla="*/ 6 w 787"/>
                <a:gd name="T11" fmla="*/ 11 h 1404"/>
                <a:gd name="T12" fmla="*/ 6 w 787"/>
                <a:gd name="T13" fmla="*/ 11 h 1404"/>
                <a:gd name="T14" fmla="*/ 6 w 787"/>
                <a:gd name="T15" fmla="*/ 11 h 1404"/>
                <a:gd name="T16" fmla="*/ 6 w 787"/>
                <a:gd name="T17" fmla="*/ 11 h 1404"/>
                <a:gd name="T18" fmla="*/ 6 w 787"/>
                <a:gd name="T19" fmla="*/ 11 h 1404"/>
                <a:gd name="T20" fmla="*/ 6 w 787"/>
                <a:gd name="T21" fmla="*/ 11 h 1404"/>
                <a:gd name="T22" fmla="*/ 6 w 787"/>
                <a:gd name="T23" fmla="*/ 11 h 1404"/>
                <a:gd name="T24" fmla="*/ 6 w 787"/>
                <a:gd name="T25" fmla="*/ 11 h 1404"/>
                <a:gd name="T26" fmla="*/ 6 w 787"/>
                <a:gd name="T27" fmla="*/ 11 h 1404"/>
                <a:gd name="T28" fmla="*/ 6 w 787"/>
                <a:gd name="T29" fmla="*/ 11 h 1404"/>
                <a:gd name="T30" fmla="*/ 6 w 787"/>
                <a:gd name="T31" fmla="*/ 11 h 1404"/>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787"/>
                <a:gd name="T49" fmla="*/ 0 h 1404"/>
                <a:gd name="T50" fmla="*/ 787 w 787"/>
                <a:gd name="T51" fmla="*/ 1404 h 1404"/>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787" h="1404">
                  <a:moveTo>
                    <a:pt x="781" y="1334"/>
                  </a:moveTo>
                  <a:lnTo>
                    <a:pt x="781" y="1337"/>
                  </a:lnTo>
                  <a:lnTo>
                    <a:pt x="82" y="0"/>
                  </a:lnTo>
                  <a:lnTo>
                    <a:pt x="0" y="42"/>
                  </a:lnTo>
                  <a:lnTo>
                    <a:pt x="699" y="1379"/>
                  </a:lnTo>
                  <a:lnTo>
                    <a:pt x="699" y="1381"/>
                  </a:lnTo>
                  <a:lnTo>
                    <a:pt x="699" y="1379"/>
                  </a:lnTo>
                  <a:lnTo>
                    <a:pt x="712" y="1395"/>
                  </a:lnTo>
                  <a:lnTo>
                    <a:pt x="727" y="1402"/>
                  </a:lnTo>
                  <a:lnTo>
                    <a:pt x="744" y="1404"/>
                  </a:lnTo>
                  <a:lnTo>
                    <a:pt x="761" y="1398"/>
                  </a:lnTo>
                  <a:lnTo>
                    <a:pt x="775" y="1388"/>
                  </a:lnTo>
                  <a:lnTo>
                    <a:pt x="784" y="1373"/>
                  </a:lnTo>
                  <a:lnTo>
                    <a:pt x="787" y="1357"/>
                  </a:lnTo>
                  <a:lnTo>
                    <a:pt x="781" y="1337"/>
                  </a:lnTo>
                  <a:lnTo>
                    <a:pt x="781" y="13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7894" name="Freeform 32"/>
            <p:cNvSpPr>
              <a:spLocks/>
            </p:cNvSpPr>
            <p:nvPr/>
          </p:nvSpPr>
          <p:spPr bwMode="auto">
            <a:xfrm>
              <a:off x="1439" y="1948"/>
              <a:ext cx="125" cy="76"/>
            </a:xfrm>
            <a:custGeom>
              <a:avLst/>
              <a:gdLst>
                <a:gd name="T0" fmla="*/ 5 w 628"/>
                <a:gd name="T1" fmla="*/ 2 h 383"/>
                <a:gd name="T2" fmla="*/ 5 w 628"/>
                <a:gd name="T3" fmla="*/ 2 h 383"/>
                <a:gd name="T4" fmla="*/ 4 w 628"/>
                <a:gd name="T5" fmla="*/ 2 h 383"/>
                <a:gd name="T6" fmla="*/ 4 w 628"/>
                <a:gd name="T7" fmla="*/ 2 h 383"/>
                <a:gd name="T8" fmla="*/ 4 w 628"/>
                <a:gd name="T9" fmla="*/ 2 h 383"/>
                <a:gd name="T10" fmla="*/ 3 w 628"/>
                <a:gd name="T11" fmla="*/ 2 h 383"/>
                <a:gd name="T12" fmla="*/ 3 w 628"/>
                <a:gd name="T13" fmla="*/ 2 h 383"/>
                <a:gd name="T14" fmla="*/ 3 w 628"/>
                <a:gd name="T15" fmla="*/ 2 h 383"/>
                <a:gd name="T16" fmla="*/ 3 w 628"/>
                <a:gd name="T17" fmla="*/ 2 h 383"/>
                <a:gd name="T18" fmla="*/ 2 w 628"/>
                <a:gd name="T19" fmla="*/ 2 h 383"/>
                <a:gd name="T20" fmla="*/ 2 w 628"/>
                <a:gd name="T21" fmla="*/ 2 h 383"/>
                <a:gd name="T22" fmla="*/ 2 w 628"/>
                <a:gd name="T23" fmla="*/ 1 h 383"/>
                <a:gd name="T24" fmla="*/ 2 w 628"/>
                <a:gd name="T25" fmla="*/ 1 h 383"/>
                <a:gd name="T26" fmla="*/ 1 w 628"/>
                <a:gd name="T27" fmla="*/ 1 h 383"/>
                <a:gd name="T28" fmla="*/ 1 w 628"/>
                <a:gd name="T29" fmla="*/ 1 h 383"/>
                <a:gd name="T30" fmla="*/ 1 w 628"/>
                <a:gd name="T31" fmla="*/ 1 h 383"/>
                <a:gd name="T32" fmla="*/ 1 w 628"/>
                <a:gd name="T33" fmla="*/ 0 h 383"/>
                <a:gd name="T34" fmla="*/ 1 w 628"/>
                <a:gd name="T35" fmla="*/ 0 h 383"/>
                <a:gd name="T36" fmla="*/ 0 w 628"/>
                <a:gd name="T37" fmla="*/ 0 h 383"/>
                <a:gd name="T38" fmla="*/ 0 w 628"/>
                <a:gd name="T39" fmla="*/ 1 h 383"/>
                <a:gd name="T40" fmla="*/ 0 w 628"/>
                <a:gd name="T41" fmla="*/ 1 h 383"/>
                <a:gd name="T42" fmla="*/ 1 w 628"/>
                <a:gd name="T43" fmla="*/ 1 h 383"/>
                <a:gd name="T44" fmla="*/ 1 w 628"/>
                <a:gd name="T45" fmla="*/ 1 h 383"/>
                <a:gd name="T46" fmla="*/ 1 w 628"/>
                <a:gd name="T47" fmla="*/ 2 h 383"/>
                <a:gd name="T48" fmla="*/ 1 w 628"/>
                <a:gd name="T49" fmla="*/ 2 h 383"/>
                <a:gd name="T50" fmla="*/ 2 w 628"/>
                <a:gd name="T51" fmla="*/ 2 h 383"/>
                <a:gd name="T52" fmla="*/ 2 w 628"/>
                <a:gd name="T53" fmla="*/ 2 h 383"/>
                <a:gd name="T54" fmla="*/ 2 w 628"/>
                <a:gd name="T55" fmla="*/ 2 h 383"/>
                <a:gd name="T56" fmla="*/ 3 w 628"/>
                <a:gd name="T57" fmla="*/ 3 h 383"/>
                <a:gd name="T58" fmla="*/ 3 w 628"/>
                <a:gd name="T59" fmla="*/ 3 h 383"/>
                <a:gd name="T60" fmla="*/ 3 w 628"/>
                <a:gd name="T61" fmla="*/ 3 h 383"/>
                <a:gd name="T62" fmla="*/ 4 w 628"/>
                <a:gd name="T63" fmla="*/ 3 h 383"/>
                <a:gd name="T64" fmla="*/ 4 w 628"/>
                <a:gd name="T65" fmla="*/ 3 h 383"/>
                <a:gd name="T66" fmla="*/ 4 w 628"/>
                <a:gd name="T67" fmla="*/ 3 h 383"/>
                <a:gd name="T68" fmla="*/ 5 w 628"/>
                <a:gd name="T69" fmla="*/ 3 h 383"/>
                <a:gd name="T70" fmla="*/ 5 w 628"/>
                <a:gd name="T71" fmla="*/ 3 h 383"/>
                <a:gd name="T72" fmla="*/ 5 w 628"/>
                <a:gd name="T73" fmla="*/ 3 h 383"/>
                <a:gd name="T74" fmla="*/ 5 w 628"/>
                <a:gd name="T75" fmla="*/ 3 h 383"/>
                <a:gd name="T76" fmla="*/ 5 w 628"/>
                <a:gd name="T77" fmla="*/ 3 h 383"/>
                <a:gd name="T78" fmla="*/ 5 w 628"/>
                <a:gd name="T79" fmla="*/ 3 h 383"/>
                <a:gd name="T80" fmla="*/ 5 w 628"/>
                <a:gd name="T81" fmla="*/ 3 h 383"/>
                <a:gd name="T82" fmla="*/ 5 w 628"/>
                <a:gd name="T83" fmla="*/ 3 h 383"/>
                <a:gd name="T84" fmla="*/ 5 w 628"/>
                <a:gd name="T85" fmla="*/ 2 h 383"/>
                <a:gd name="T86" fmla="*/ 5 w 628"/>
                <a:gd name="T87" fmla="*/ 2 h 383"/>
                <a:gd name="T88" fmla="*/ 5 w 628"/>
                <a:gd name="T89" fmla="*/ 2 h 383"/>
                <a:gd name="T90" fmla="*/ 5 w 628"/>
                <a:gd name="T91" fmla="*/ 2 h 38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628"/>
                <a:gd name="T139" fmla="*/ 0 h 383"/>
                <a:gd name="T140" fmla="*/ 628 w 628"/>
                <a:gd name="T141" fmla="*/ 383 h 38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628" h="383">
                  <a:moveTo>
                    <a:pt x="581" y="289"/>
                  </a:moveTo>
                  <a:lnTo>
                    <a:pt x="582" y="289"/>
                  </a:lnTo>
                  <a:lnTo>
                    <a:pt x="541" y="287"/>
                  </a:lnTo>
                  <a:lnTo>
                    <a:pt x="500" y="283"/>
                  </a:lnTo>
                  <a:lnTo>
                    <a:pt x="462" y="276"/>
                  </a:lnTo>
                  <a:lnTo>
                    <a:pt x="424" y="268"/>
                  </a:lnTo>
                  <a:lnTo>
                    <a:pt x="389" y="255"/>
                  </a:lnTo>
                  <a:lnTo>
                    <a:pt x="352" y="242"/>
                  </a:lnTo>
                  <a:lnTo>
                    <a:pt x="320" y="227"/>
                  </a:lnTo>
                  <a:lnTo>
                    <a:pt x="287" y="209"/>
                  </a:lnTo>
                  <a:lnTo>
                    <a:pt x="255" y="189"/>
                  </a:lnTo>
                  <a:lnTo>
                    <a:pt x="226" y="168"/>
                  </a:lnTo>
                  <a:lnTo>
                    <a:pt x="198" y="145"/>
                  </a:lnTo>
                  <a:lnTo>
                    <a:pt x="172" y="119"/>
                  </a:lnTo>
                  <a:lnTo>
                    <a:pt x="146" y="92"/>
                  </a:lnTo>
                  <a:lnTo>
                    <a:pt x="122" y="64"/>
                  </a:lnTo>
                  <a:lnTo>
                    <a:pt x="100" y="33"/>
                  </a:lnTo>
                  <a:lnTo>
                    <a:pt x="82" y="0"/>
                  </a:lnTo>
                  <a:lnTo>
                    <a:pt x="0" y="47"/>
                  </a:lnTo>
                  <a:lnTo>
                    <a:pt x="23" y="85"/>
                  </a:lnTo>
                  <a:lnTo>
                    <a:pt x="49" y="120"/>
                  </a:lnTo>
                  <a:lnTo>
                    <a:pt x="76" y="153"/>
                  </a:lnTo>
                  <a:lnTo>
                    <a:pt x="104" y="185"/>
                  </a:lnTo>
                  <a:lnTo>
                    <a:pt x="137" y="215"/>
                  </a:lnTo>
                  <a:lnTo>
                    <a:pt x="170" y="241"/>
                  </a:lnTo>
                  <a:lnTo>
                    <a:pt x="204" y="267"/>
                  </a:lnTo>
                  <a:lnTo>
                    <a:pt x="240" y="289"/>
                  </a:lnTo>
                  <a:lnTo>
                    <a:pt x="277" y="309"/>
                  </a:lnTo>
                  <a:lnTo>
                    <a:pt x="317" y="329"/>
                  </a:lnTo>
                  <a:lnTo>
                    <a:pt x="358" y="344"/>
                  </a:lnTo>
                  <a:lnTo>
                    <a:pt x="400" y="357"/>
                  </a:lnTo>
                  <a:lnTo>
                    <a:pt x="444" y="367"/>
                  </a:lnTo>
                  <a:lnTo>
                    <a:pt x="488" y="374"/>
                  </a:lnTo>
                  <a:lnTo>
                    <a:pt x="534" y="380"/>
                  </a:lnTo>
                  <a:lnTo>
                    <a:pt x="580" y="383"/>
                  </a:lnTo>
                  <a:lnTo>
                    <a:pt x="581" y="383"/>
                  </a:lnTo>
                  <a:lnTo>
                    <a:pt x="580" y="383"/>
                  </a:lnTo>
                  <a:lnTo>
                    <a:pt x="600" y="379"/>
                  </a:lnTo>
                  <a:lnTo>
                    <a:pt x="615" y="369"/>
                  </a:lnTo>
                  <a:lnTo>
                    <a:pt x="624" y="353"/>
                  </a:lnTo>
                  <a:lnTo>
                    <a:pt x="628" y="337"/>
                  </a:lnTo>
                  <a:lnTo>
                    <a:pt x="625" y="319"/>
                  </a:lnTo>
                  <a:lnTo>
                    <a:pt x="617" y="304"/>
                  </a:lnTo>
                  <a:lnTo>
                    <a:pt x="602" y="294"/>
                  </a:lnTo>
                  <a:lnTo>
                    <a:pt x="582" y="289"/>
                  </a:lnTo>
                  <a:lnTo>
                    <a:pt x="581" y="28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7895" name="Freeform 33"/>
            <p:cNvSpPr>
              <a:spLocks/>
            </p:cNvSpPr>
            <p:nvPr/>
          </p:nvSpPr>
          <p:spPr bwMode="auto">
            <a:xfrm>
              <a:off x="1587" y="1880"/>
              <a:ext cx="85" cy="49"/>
            </a:xfrm>
            <a:custGeom>
              <a:avLst/>
              <a:gdLst>
                <a:gd name="T0" fmla="*/ 3 w 426"/>
                <a:gd name="T1" fmla="*/ 0 h 245"/>
                <a:gd name="T2" fmla="*/ 3 w 426"/>
                <a:gd name="T3" fmla="*/ 0 h 245"/>
                <a:gd name="T4" fmla="*/ 3 w 426"/>
                <a:gd name="T5" fmla="*/ 0 h 245"/>
                <a:gd name="T6" fmla="*/ 3 w 426"/>
                <a:gd name="T7" fmla="*/ 0 h 245"/>
                <a:gd name="T8" fmla="*/ 2 w 426"/>
                <a:gd name="T9" fmla="*/ 0 h 245"/>
                <a:gd name="T10" fmla="*/ 2 w 426"/>
                <a:gd name="T11" fmla="*/ 0 h 245"/>
                <a:gd name="T12" fmla="*/ 2 w 426"/>
                <a:gd name="T13" fmla="*/ 0 h 245"/>
                <a:gd name="T14" fmla="*/ 2 w 426"/>
                <a:gd name="T15" fmla="*/ 0 h 245"/>
                <a:gd name="T16" fmla="*/ 1 w 426"/>
                <a:gd name="T17" fmla="*/ 0 h 245"/>
                <a:gd name="T18" fmla="*/ 1 w 426"/>
                <a:gd name="T19" fmla="*/ 1 h 245"/>
                <a:gd name="T20" fmla="*/ 1 w 426"/>
                <a:gd name="T21" fmla="*/ 1 h 245"/>
                <a:gd name="T22" fmla="*/ 1 w 426"/>
                <a:gd name="T23" fmla="*/ 1 h 245"/>
                <a:gd name="T24" fmla="*/ 0 w 426"/>
                <a:gd name="T25" fmla="*/ 1 h 245"/>
                <a:gd name="T26" fmla="*/ 0 w 426"/>
                <a:gd name="T27" fmla="*/ 1 h 245"/>
                <a:gd name="T28" fmla="*/ 0 w 426"/>
                <a:gd name="T29" fmla="*/ 1 h 245"/>
                <a:gd name="T30" fmla="*/ 0 w 426"/>
                <a:gd name="T31" fmla="*/ 2 h 245"/>
                <a:gd name="T32" fmla="*/ 0 w 426"/>
                <a:gd name="T33" fmla="*/ 2 h 245"/>
                <a:gd name="T34" fmla="*/ 0 w 426"/>
                <a:gd name="T35" fmla="*/ 2 h 245"/>
                <a:gd name="T36" fmla="*/ 0 w 426"/>
                <a:gd name="T37" fmla="*/ 2 h 245"/>
                <a:gd name="T38" fmla="*/ 0 w 426"/>
                <a:gd name="T39" fmla="*/ 2 h 245"/>
                <a:gd name="T40" fmla="*/ 0 w 426"/>
                <a:gd name="T41" fmla="*/ 2 h 245"/>
                <a:gd name="T42" fmla="*/ 0 w 426"/>
                <a:gd name="T43" fmla="*/ 1 h 245"/>
                <a:gd name="T44" fmla="*/ 0 w 426"/>
                <a:gd name="T45" fmla="*/ 1 h 245"/>
                <a:gd name="T46" fmla="*/ 0 w 426"/>
                <a:gd name="T47" fmla="*/ 1 h 245"/>
                <a:gd name="T48" fmla="*/ 1 w 426"/>
                <a:gd name="T49" fmla="*/ 1 h 245"/>
                <a:gd name="T50" fmla="*/ 1 w 426"/>
                <a:gd name="T51" fmla="*/ 1 h 245"/>
                <a:gd name="T52" fmla="*/ 1 w 426"/>
                <a:gd name="T53" fmla="*/ 1 h 245"/>
                <a:gd name="T54" fmla="*/ 1 w 426"/>
                <a:gd name="T55" fmla="*/ 1 h 245"/>
                <a:gd name="T56" fmla="*/ 2 w 426"/>
                <a:gd name="T57" fmla="*/ 0 h 245"/>
                <a:gd name="T58" fmla="*/ 2 w 426"/>
                <a:gd name="T59" fmla="*/ 0 h 245"/>
                <a:gd name="T60" fmla="*/ 2 w 426"/>
                <a:gd name="T61" fmla="*/ 0 h 245"/>
                <a:gd name="T62" fmla="*/ 2 w 426"/>
                <a:gd name="T63" fmla="*/ 0 h 245"/>
                <a:gd name="T64" fmla="*/ 3 w 426"/>
                <a:gd name="T65" fmla="*/ 0 h 245"/>
                <a:gd name="T66" fmla="*/ 3 w 426"/>
                <a:gd name="T67" fmla="*/ 0 h 245"/>
                <a:gd name="T68" fmla="*/ 3 w 426"/>
                <a:gd name="T69" fmla="*/ 0 h 245"/>
                <a:gd name="T70" fmla="*/ 3 w 426"/>
                <a:gd name="T71" fmla="*/ 0 h 245"/>
                <a:gd name="T72" fmla="*/ 3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426" y="0"/>
                  </a:moveTo>
                  <a:lnTo>
                    <a:pt x="426" y="0"/>
                  </a:lnTo>
                  <a:lnTo>
                    <a:pt x="384" y="1"/>
                  </a:lnTo>
                  <a:lnTo>
                    <a:pt x="340" y="4"/>
                  </a:lnTo>
                  <a:lnTo>
                    <a:pt x="300" y="10"/>
                  </a:lnTo>
                  <a:lnTo>
                    <a:pt x="262" y="18"/>
                  </a:lnTo>
                  <a:lnTo>
                    <a:pt x="224" y="29"/>
                  </a:lnTo>
                  <a:lnTo>
                    <a:pt x="189" y="41"/>
                  </a:lnTo>
                  <a:lnTo>
                    <a:pt x="157" y="55"/>
                  </a:lnTo>
                  <a:lnTo>
                    <a:pt x="126" y="70"/>
                  </a:lnTo>
                  <a:lnTo>
                    <a:pt x="99" y="89"/>
                  </a:lnTo>
                  <a:lnTo>
                    <a:pt x="74" y="106"/>
                  </a:lnTo>
                  <a:lnTo>
                    <a:pt x="52" y="126"/>
                  </a:lnTo>
                  <a:lnTo>
                    <a:pt x="34" y="148"/>
                  </a:lnTo>
                  <a:lnTo>
                    <a:pt x="19" y="171"/>
                  </a:lnTo>
                  <a:lnTo>
                    <a:pt x="9" y="194"/>
                  </a:lnTo>
                  <a:lnTo>
                    <a:pt x="3" y="219"/>
                  </a:lnTo>
                  <a:lnTo>
                    <a:pt x="0" y="245"/>
                  </a:lnTo>
                  <a:lnTo>
                    <a:pt x="12" y="245"/>
                  </a:lnTo>
                  <a:lnTo>
                    <a:pt x="15" y="221"/>
                  </a:lnTo>
                  <a:lnTo>
                    <a:pt x="20" y="199"/>
                  </a:lnTo>
                  <a:lnTo>
                    <a:pt x="31" y="178"/>
                  </a:lnTo>
                  <a:lnTo>
                    <a:pt x="44" y="156"/>
                  </a:lnTo>
                  <a:lnTo>
                    <a:pt x="61" y="136"/>
                  </a:lnTo>
                  <a:lnTo>
                    <a:pt x="81" y="116"/>
                  </a:lnTo>
                  <a:lnTo>
                    <a:pt x="106" y="98"/>
                  </a:lnTo>
                  <a:lnTo>
                    <a:pt x="133" y="82"/>
                  </a:lnTo>
                  <a:lnTo>
                    <a:pt x="162" y="66"/>
                  </a:lnTo>
                  <a:lnTo>
                    <a:pt x="194" y="52"/>
                  </a:lnTo>
                  <a:lnTo>
                    <a:pt x="229" y="41"/>
                  </a:lnTo>
                  <a:lnTo>
                    <a:pt x="264" y="30"/>
                  </a:lnTo>
                  <a:lnTo>
                    <a:pt x="303" y="22"/>
                  </a:lnTo>
                  <a:lnTo>
                    <a:pt x="343" y="16"/>
                  </a:lnTo>
                  <a:lnTo>
                    <a:pt x="384" y="12"/>
                  </a:lnTo>
                  <a:lnTo>
                    <a:pt x="426" y="11"/>
                  </a:lnTo>
                  <a:lnTo>
                    <a:pt x="42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7896" name="Freeform 34"/>
            <p:cNvSpPr>
              <a:spLocks/>
            </p:cNvSpPr>
            <p:nvPr/>
          </p:nvSpPr>
          <p:spPr bwMode="auto">
            <a:xfrm>
              <a:off x="1587" y="1929"/>
              <a:ext cx="85" cy="49"/>
            </a:xfrm>
            <a:custGeom>
              <a:avLst/>
              <a:gdLst>
                <a:gd name="T0" fmla="*/ 0 w 426"/>
                <a:gd name="T1" fmla="*/ 0 h 245"/>
                <a:gd name="T2" fmla="*/ 0 w 426"/>
                <a:gd name="T3" fmla="*/ 0 h 245"/>
                <a:gd name="T4" fmla="*/ 0 w 426"/>
                <a:gd name="T5" fmla="*/ 0 h 245"/>
                <a:gd name="T6" fmla="*/ 0 w 426"/>
                <a:gd name="T7" fmla="*/ 0 h 245"/>
                <a:gd name="T8" fmla="*/ 0 w 426"/>
                <a:gd name="T9" fmla="*/ 1 h 245"/>
                <a:gd name="T10" fmla="*/ 0 w 426"/>
                <a:gd name="T11" fmla="*/ 1 h 245"/>
                <a:gd name="T12" fmla="*/ 0 w 426"/>
                <a:gd name="T13" fmla="*/ 1 h 245"/>
                <a:gd name="T14" fmla="*/ 1 w 426"/>
                <a:gd name="T15" fmla="*/ 1 h 245"/>
                <a:gd name="T16" fmla="*/ 1 w 426"/>
                <a:gd name="T17" fmla="*/ 1 h 245"/>
                <a:gd name="T18" fmla="*/ 1 w 426"/>
                <a:gd name="T19" fmla="*/ 1 h 245"/>
                <a:gd name="T20" fmla="*/ 1 w 426"/>
                <a:gd name="T21" fmla="*/ 2 h 245"/>
                <a:gd name="T22" fmla="*/ 2 w 426"/>
                <a:gd name="T23" fmla="*/ 2 h 245"/>
                <a:gd name="T24" fmla="*/ 2 w 426"/>
                <a:gd name="T25" fmla="*/ 2 h 245"/>
                <a:gd name="T26" fmla="*/ 2 w 426"/>
                <a:gd name="T27" fmla="*/ 2 h 245"/>
                <a:gd name="T28" fmla="*/ 2 w 426"/>
                <a:gd name="T29" fmla="*/ 2 h 245"/>
                <a:gd name="T30" fmla="*/ 3 w 426"/>
                <a:gd name="T31" fmla="*/ 2 h 245"/>
                <a:gd name="T32" fmla="*/ 3 w 426"/>
                <a:gd name="T33" fmla="*/ 2 h 245"/>
                <a:gd name="T34" fmla="*/ 3 w 426"/>
                <a:gd name="T35" fmla="*/ 2 h 245"/>
                <a:gd name="T36" fmla="*/ 3 w 426"/>
                <a:gd name="T37" fmla="*/ 2 h 245"/>
                <a:gd name="T38" fmla="*/ 3 w 426"/>
                <a:gd name="T39" fmla="*/ 2 h 245"/>
                <a:gd name="T40" fmla="*/ 3 w 426"/>
                <a:gd name="T41" fmla="*/ 2 h 245"/>
                <a:gd name="T42" fmla="*/ 2 w 426"/>
                <a:gd name="T43" fmla="*/ 2 h 245"/>
                <a:gd name="T44" fmla="*/ 2 w 426"/>
                <a:gd name="T45" fmla="*/ 2 h 245"/>
                <a:gd name="T46" fmla="*/ 2 w 426"/>
                <a:gd name="T47" fmla="*/ 2 h 245"/>
                <a:gd name="T48" fmla="*/ 2 w 426"/>
                <a:gd name="T49" fmla="*/ 2 h 245"/>
                <a:gd name="T50" fmla="*/ 1 w 426"/>
                <a:gd name="T51" fmla="*/ 1 h 245"/>
                <a:gd name="T52" fmla="*/ 1 w 426"/>
                <a:gd name="T53" fmla="*/ 1 h 245"/>
                <a:gd name="T54" fmla="*/ 1 w 426"/>
                <a:gd name="T55" fmla="*/ 1 h 245"/>
                <a:gd name="T56" fmla="*/ 1 w 426"/>
                <a:gd name="T57" fmla="*/ 1 h 245"/>
                <a:gd name="T58" fmla="*/ 0 w 426"/>
                <a:gd name="T59" fmla="*/ 1 h 245"/>
                <a:gd name="T60" fmla="*/ 0 w 426"/>
                <a:gd name="T61" fmla="*/ 1 h 245"/>
                <a:gd name="T62" fmla="*/ 0 w 426"/>
                <a:gd name="T63" fmla="*/ 1 h 245"/>
                <a:gd name="T64" fmla="*/ 0 w 426"/>
                <a:gd name="T65" fmla="*/ 0 h 245"/>
                <a:gd name="T66" fmla="*/ 0 w 426"/>
                <a:gd name="T67" fmla="*/ 0 h 245"/>
                <a:gd name="T68" fmla="*/ 0 w 426"/>
                <a:gd name="T69" fmla="*/ 0 h 245"/>
                <a:gd name="T70" fmla="*/ 0 w 426"/>
                <a:gd name="T71" fmla="*/ 0 h 245"/>
                <a:gd name="T72" fmla="*/ 0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0" y="0"/>
                  </a:moveTo>
                  <a:lnTo>
                    <a:pt x="0" y="0"/>
                  </a:lnTo>
                  <a:lnTo>
                    <a:pt x="3" y="25"/>
                  </a:lnTo>
                  <a:lnTo>
                    <a:pt x="9" y="50"/>
                  </a:lnTo>
                  <a:lnTo>
                    <a:pt x="19" y="73"/>
                  </a:lnTo>
                  <a:lnTo>
                    <a:pt x="34" y="96"/>
                  </a:lnTo>
                  <a:lnTo>
                    <a:pt x="52" y="118"/>
                  </a:lnTo>
                  <a:lnTo>
                    <a:pt x="74" y="138"/>
                  </a:lnTo>
                  <a:lnTo>
                    <a:pt x="99" y="156"/>
                  </a:lnTo>
                  <a:lnTo>
                    <a:pt x="126" y="174"/>
                  </a:lnTo>
                  <a:lnTo>
                    <a:pt x="157" y="190"/>
                  </a:lnTo>
                  <a:lnTo>
                    <a:pt x="189" y="204"/>
                  </a:lnTo>
                  <a:lnTo>
                    <a:pt x="224" y="215"/>
                  </a:lnTo>
                  <a:lnTo>
                    <a:pt x="262" y="226"/>
                  </a:lnTo>
                  <a:lnTo>
                    <a:pt x="300" y="234"/>
                  </a:lnTo>
                  <a:lnTo>
                    <a:pt x="340" y="240"/>
                  </a:lnTo>
                  <a:lnTo>
                    <a:pt x="384" y="244"/>
                  </a:lnTo>
                  <a:lnTo>
                    <a:pt x="426" y="245"/>
                  </a:lnTo>
                  <a:lnTo>
                    <a:pt x="426" y="233"/>
                  </a:lnTo>
                  <a:lnTo>
                    <a:pt x="384" y="232"/>
                  </a:lnTo>
                  <a:lnTo>
                    <a:pt x="343" y="228"/>
                  </a:lnTo>
                  <a:lnTo>
                    <a:pt x="303" y="222"/>
                  </a:lnTo>
                  <a:lnTo>
                    <a:pt x="264" y="214"/>
                  </a:lnTo>
                  <a:lnTo>
                    <a:pt x="229" y="204"/>
                  </a:lnTo>
                  <a:lnTo>
                    <a:pt x="194" y="192"/>
                  </a:lnTo>
                  <a:lnTo>
                    <a:pt x="162" y="178"/>
                  </a:lnTo>
                  <a:lnTo>
                    <a:pt x="133" y="163"/>
                  </a:lnTo>
                  <a:lnTo>
                    <a:pt x="106" y="146"/>
                  </a:lnTo>
                  <a:lnTo>
                    <a:pt x="81" y="129"/>
                  </a:lnTo>
                  <a:lnTo>
                    <a:pt x="61" y="109"/>
                  </a:lnTo>
                  <a:lnTo>
                    <a:pt x="44" y="89"/>
                  </a:lnTo>
                  <a:lnTo>
                    <a:pt x="31" y="66"/>
                  </a:lnTo>
                  <a:lnTo>
                    <a:pt x="20" y="45"/>
                  </a:lnTo>
                  <a:lnTo>
                    <a:pt x="15" y="2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7897" name="Freeform 35"/>
            <p:cNvSpPr>
              <a:spLocks/>
            </p:cNvSpPr>
            <p:nvPr/>
          </p:nvSpPr>
          <p:spPr bwMode="auto">
            <a:xfrm>
              <a:off x="878" y="1448"/>
              <a:ext cx="792" cy="954"/>
            </a:xfrm>
            <a:custGeom>
              <a:avLst/>
              <a:gdLst>
                <a:gd name="T0" fmla="*/ 13 w 3960"/>
                <a:gd name="T1" fmla="*/ 38 h 4768"/>
                <a:gd name="T2" fmla="*/ 14 w 3960"/>
                <a:gd name="T3" fmla="*/ 38 h 4768"/>
                <a:gd name="T4" fmla="*/ 15 w 3960"/>
                <a:gd name="T5" fmla="*/ 38 h 4768"/>
                <a:gd name="T6" fmla="*/ 15 w 3960"/>
                <a:gd name="T7" fmla="*/ 38 h 4768"/>
                <a:gd name="T8" fmla="*/ 16 w 3960"/>
                <a:gd name="T9" fmla="*/ 38 h 4768"/>
                <a:gd name="T10" fmla="*/ 17 w 3960"/>
                <a:gd name="T11" fmla="*/ 38 h 4768"/>
                <a:gd name="T12" fmla="*/ 17 w 3960"/>
                <a:gd name="T13" fmla="*/ 38 h 4768"/>
                <a:gd name="T14" fmla="*/ 18 w 3960"/>
                <a:gd name="T15" fmla="*/ 38 h 4768"/>
                <a:gd name="T16" fmla="*/ 18 w 3960"/>
                <a:gd name="T17" fmla="*/ 38 h 4768"/>
                <a:gd name="T18" fmla="*/ 29 w 3960"/>
                <a:gd name="T19" fmla="*/ 30 h 4768"/>
                <a:gd name="T20" fmla="*/ 30 w 3960"/>
                <a:gd name="T21" fmla="*/ 30 h 4768"/>
                <a:gd name="T22" fmla="*/ 30 w 3960"/>
                <a:gd name="T23" fmla="*/ 29 h 4768"/>
                <a:gd name="T24" fmla="*/ 31 w 3960"/>
                <a:gd name="T25" fmla="*/ 28 h 4768"/>
                <a:gd name="T26" fmla="*/ 31 w 3960"/>
                <a:gd name="T27" fmla="*/ 28 h 4768"/>
                <a:gd name="T28" fmla="*/ 31 w 3960"/>
                <a:gd name="T29" fmla="*/ 27 h 4768"/>
                <a:gd name="T30" fmla="*/ 32 w 3960"/>
                <a:gd name="T31" fmla="*/ 26 h 4768"/>
                <a:gd name="T32" fmla="*/ 32 w 3960"/>
                <a:gd name="T33" fmla="*/ 25 h 4768"/>
                <a:gd name="T34" fmla="*/ 32 w 3960"/>
                <a:gd name="T35" fmla="*/ 11 h 4768"/>
                <a:gd name="T36" fmla="*/ 32 w 3960"/>
                <a:gd name="T37" fmla="*/ 10 h 4768"/>
                <a:gd name="T38" fmla="*/ 31 w 3960"/>
                <a:gd name="T39" fmla="*/ 9 h 4768"/>
                <a:gd name="T40" fmla="*/ 31 w 3960"/>
                <a:gd name="T41" fmla="*/ 9 h 4768"/>
                <a:gd name="T42" fmla="*/ 31 w 3960"/>
                <a:gd name="T43" fmla="*/ 8 h 4768"/>
                <a:gd name="T44" fmla="*/ 31 w 3960"/>
                <a:gd name="T45" fmla="*/ 8 h 4768"/>
                <a:gd name="T46" fmla="*/ 30 w 3960"/>
                <a:gd name="T47" fmla="*/ 7 h 4768"/>
                <a:gd name="T48" fmla="*/ 30 w 3960"/>
                <a:gd name="T49" fmla="*/ 7 h 4768"/>
                <a:gd name="T50" fmla="*/ 29 w 3960"/>
                <a:gd name="T51" fmla="*/ 6 h 4768"/>
                <a:gd name="T52" fmla="*/ 19 w 3960"/>
                <a:gd name="T53" fmla="*/ 1 h 4768"/>
                <a:gd name="T54" fmla="*/ 18 w 3960"/>
                <a:gd name="T55" fmla="*/ 0 h 4768"/>
                <a:gd name="T56" fmla="*/ 17 w 3960"/>
                <a:gd name="T57" fmla="*/ 0 h 4768"/>
                <a:gd name="T58" fmla="*/ 17 w 3960"/>
                <a:gd name="T59" fmla="*/ 0 h 4768"/>
                <a:gd name="T60" fmla="*/ 16 w 3960"/>
                <a:gd name="T61" fmla="*/ 0 h 4768"/>
                <a:gd name="T62" fmla="*/ 15 w 3960"/>
                <a:gd name="T63" fmla="*/ 0 h 4768"/>
                <a:gd name="T64" fmla="*/ 14 w 3960"/>
                <a:gd name="T65" fmla="*/ 0 h 4768"/>
                <a:gd name="T66" fmla="*/ 14 w 3960"/>
                <a:gd name="T67" fmla="*/ 0 h 4768"/>
                <a:gd name="T68" fmla="*/ 2 w 3960"/>
                <a:gd name="T69" fmla="*/ 6 h 4768"/>
                <a:gd name="T70" fmla="*/ 2 w 3960"/>
                <a:gd name="T71" fmla="*/ 7 h 4768"/>
                <a:gd name="T72" fmla="*/ 1 w 3960"/>
                <a:gd name="T73" fmla="*/ 7 h 4768"/>
                <a:gd name="T74" fmla="*/ 1 w 3960"/>
                <a:gd name="T75" fmla="*/ 8 h 4768"/>
                <a:gd name="T76" fmla="*/ 1 w 3960"/>
                <a:gd name="T77" fmla="*/ 8 h 4768"/>
                <a:gd name="T78" fmla="*/ 0 w 3960"/>
                <a:gd name="T79" fmla="*/ 9 h 4768"/>
                <a:gd name="T80" fmla="*/ 0 w 3960"/>
                <a:gd name="T81" fmla="*/ 9 h 4768"/>
                <a:gd name="T82" fmla="*/ 0 w 3960"/>
                <a:gd name="T83" fmla="*/ 10 h 4768"/>
                <a:gd name="T84" fmla="*/ 0 w 3960"/>
                <a:gd name="T85" fmla="*/ 11 h 4768"/>
                <a:gd name="T86" fmla="*/ 0 w 3960"/>
                <a:gd name="T87" fmla="*/ 25 h 4768"/>
                <a:gd name="T88" fmla="*/ 0 w 3960"/>
                <a:gd name="T89" fmla="*/ 26 h 4768"/>
                <a:gd name="T90" fmla="*/ 0 w 3960"/>
                <a:gd name="T91" fmla="*/ 27 h 4768"/>
                <a:gd name="T92" fmla="*/ 1 w 3960"/>
                <a:gd name="T93" fmla="*/ 28 h 4768"/>
                <a:gd name="T94" fmla="*/ 1 w 3960"/>
                <a:gd name="T95" fmla="*/ 29 h 4768"/>
                <a:gd name="T96" fmla="*/ 1 w 3960"/>
                <a:gd name="T97" fmla="*/ 29 h 4768"/>
                <a:gd name="T98" fmla="*/ 2 w 3960"/>
                <a:gd name="T99" fmla="*/ 30 h 4768"/>
                <a:gd name="T100" fmla="*/ 3 w 3960"/>
                <a:gd name="T101" fmla="*/ 31 h 4768"/>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w 3960"/>
                <a:gd name="T154" fmla="*/ 0 h 4768"/>
                <a:gd name="T155" fmla="*/ 3960 w 3960"/>
                <a:gd name="T156" fmla="*/ 4768 h 4768"/>
              </a:gdLst>
              <a:ahLst/>
              <a:cxnLst>
                <a:cxn ang="T102">
                  <a:pos x="T0" y="T1"/>
                </a:cxn>
                <a:cxn ang="T103">
                  <a:pos x="T2" y="T3"/>
                </a:cxn>
                <a:cxn ang="T104">
                  <a:pos x="T4" y="T5"/>
                </a:cxn>
                <a:cxn ang="T105">
                  <a:pos x="T6" y="T7"/>
                </a:cxn>
                <a:cxn ang="T106">
                  <a:pos x="T8" y="T9"/>
                </a:cxn>
                <a:cxn ang="T107">
                  <a:pos x="T10" y="T11"/>
                </a:cxn>
                <a:cxn ang="T108">
                  <a:pos x="T12" y="T13"/>
                </a:cxn>
                <a:cxn ang="T109">
                  <a:pos x="T14" y="T15"/>
                </a:cxn>
                <a:cxn ang="T110">
                  <a:pos x="T16" y="T17"/>
                </a:cxn>
                <a:cxn ang="T111">
                  <a:pos x="T18" y="T19"/>
                </a:cxn>
                <a:cxn ang="T112">
                  <a:pos x="T20" y="T21"/>
                </a:cxn>
                <a:cxn ang="T113">
                  <a:pos x="T22" y="T23"/>
                </a:cxn>
                <a:cxn ang="T114">
                  <a:pos x="T24" y="T25"/>
                </a:cxn>
                <a:cxn ang="T115">
                  <a:pos x="T26" y="T27"/>
                </a:cxn>
                <a:cxn ang="T116">
                  <a:pos x="T28" y="T29"/>
                </a:cxn>
                <a:cxn ang="T117">
                  <a:pos x="T30" y="T31"/>
                </a:cxn>
                <a:cxn ang="T118">
                  <a:pos x="T32" y="T33"/>
                </a:cxn>
                <a:cxn ang="T119">
                  <a:pos x="T34" y="T35"/>
                </a:cxn>
                <a:cxn ang="T120">
                  <a:pos x="T36" y="T37"/>
                </a:cxn>
                <a:cxn ang="T121">
                  <a:pos x="T38" y="T39"/>
                </a:cxn>
                <a:cxn ang="T122">
                  <a:pos x="T40" y="T41"/>
                </a:cxn>
                <a:cxn ang="T123">
                  <a:pos x="T42" y="T43"/>
                </a:cxn>
                <a:cxn ang="T124">
                  <a:pos x="T44" y="T45"/>
                </a:cxn>
                <a:cxn ang="T125">
                  <a:pos x="T46" y="T47"/>
                </a:cxn>
                <a:cxn ang="T126">
                  <a:pos x="T48" y="T49"/>
                </a:cxn>
                <a:cxn ang="T127">
                  <a:pos x="T50" y="T51"/>
                </a:cxn>
                <a:cxn ang="T128">
                  <a:pos x="T52" y="T53"/>
                </a:cxn>
                <a:cxn ang="T129">
                  <a:pos x="T54" y="T55"/>
                </a:cxn>
                <a:cxn ang="T130">
                  <a:pos x="T56" y="T57"/>
                </a:cxn>
                <a:cxn ang="T131">
                  <a:pos x="T58" y="T59"/>
                </a:cxn>
                <a:cxn ang="T132">
                  <a:pos x="T60" y="T61"/>
                </a:cxn>
                <a:cxn ang="T133">
                  <a:pos x="T62" y="T63"/>
                </a:cxn>
                <a:cxn ang="T134">
                  <a:pos x="T64" y="T65"/>
                </a:cxn>
                <a:cxn ang="T135">
                  <a:pos x="T66" y="T67"/>
                </a:cxn>
                <a:cxn ang="T136">
                  <a:pos x="T68" y="T69"/>
                </a:cxn>
                <a:cxn ang="T137">
                  <a:pos x="T70" y="T71"/>
                </a:cxn>
                <a:cxn ang="T138">
                  <a:pos x="T72" y="T73"/>
                </a:cxn>
                <a:cxn ang="T139">
                  <a:pos x="T74" y="T75"/>
                </a:cxn>
                <a:cxn ang="T140">
                  <a:pos x="T76" y="T77"/>
                </a:cxn>
                <a:cxn ang="T141">
                  <a:pos x="T78" y="T79"/>
                </a:cxn>
                <a:cxn ang="T142">
                  <a:pos x="T80" y="T81"/>
                </a:cxn>
                <a:cxn ang="T143">
                  <a:pos x="T82" y="T83"/>
                </a:cxn>
                <a:cxn ang="T144">
                  <a:pos x="T84" y="T85"/>
                </a:cxn>
                <a:cxn ang="T145">
                  <a:pos x="T86" y="T87"/>
                </a:cxn>
                <a:cxn ang="T146">
                  <a:pos x="T88" y="T89"/>
                </a:cxn>
                <a:cxn ang="T147">
                  <a:pos x="T90" y="T91"/>
                </a:cxn>
                <a:cxn ang="T148">
                  <a:pos x="T92" y="T93"/>
                </a:cxn>
                <a:cxn ang="T149">
                  <a:pos x="T94" y="T95"/>
                </a:cxn>
                <a:cxn ang="T150">
                  <a:pos x="T96" y="T97"/>
                </a:cxn>
                <a:cxn ang="T151">
                  <a:pos x="T98" y="T99"/>
                </a:cxn>
                <a:cxn ang="T152">
                  <a:pos x="T100" y="T101"/>
                </a:cxn>
              </a:cxnLst>
              <a:rect l="T153" t="T154" r="T155" b="T156"/>
              <a:pathLst>
                <a:path w="3960" h="4768">
                  <a:moveTo>
                    <a:pt x="353" y="3849"/>
                  </a:moveTo>
                  <a:lnTo>
                    <a:pt x="1661" y="4700"/>
                  </a:lnTo>
                  <a:lnTo>
                    <a:pt x="1697" y="4717"/>
                  </a:lnTo>
                  <a:lnTo>
                    <a:pt x="1736" y="4731"/>
                  </a:lnTo>
                  <a:lnTo>
                    <a:pt x="1776" y="4742"/>
                  </a:lnTo>
                  <a:lnTo>
                    <a:pt x="1818" y="4753"/>
                  </a:lnTo>
                  <a:lnTo>
                    <a:pt x="1860" y="4760"/>
                  </a:lnTo>
                  <a:lnTo>
                    <a:pt x="1902" y="4765"/>
                  </a:lnTo>
                  <a:lnTo>
                    <a:pt x="1946" y="4768"/>
                  </a:lnTo>
                  <a:lnTo>
                    <a:pt x="1988" y="4768"/>
                  </a:lnTo>
                  <a:lnTo>
                    <a:pt x="2031" y="4767"/>
                  </a:lnTo>
                  <a:lnTo>
                    <a:pt x="2073" y="4763"/>
                  </a:lnTo>
                  <a:lnTo>
                    <a:pt x="2114" y="4758"/>
                  </a:lnTo>
                  <a:lnTo>
                    <a:pt x="2154" y="4751"/>
                  </a:lnTo>
                  <a:lnTo>
                    <a:pt x="2193" y="4740"/>
                  </a:lnTo>
                  <a:lnTo>
                    <a:pt x="2230" y="4729"/>
                  </a:lnTo>
                  <a:lnTo>
                    <a:pt x="2264" y="4715"/>
                  </a:lnTo>
                  <a:lnTo>
                    <a:pt x="2297" y="4700"/>
                  </a:lnTo>
                  <a:lnTo>
                    <a:pt x="3639" y="3825"/>
                  </a:lnTo>
                  <a:lnTo>
                    <a:pt x="3673" y="3795"/>
                  </a:lnTo>
                  <a:lnTo>
                    <a:pt x="3707" y="3761"/>
                  </a:lnTo>
                  <a:lnTo>
                    <a:pt x="3738" y="3725"/>
                  </a:lnTo>
                  <a:lnTo>
                    <a:pt x="3768" y="3685"/>
                  </a:lnTo>
                  <a:lnTo>
                    <a:pt x="3796" y="3644"/>
                  </a:lnTo>
                  <a:lnTo>
                    <a:pt x="3821" y="3599"/>
                  </a:lnTo>
                  <a:lnTo>
                    <a:pt x="3846" y="3553"/>
                  </a:lnTo>
                  <a:lnTo>
                    <a:pt x="3868" y="3505"/>
                  </a:lnTo>
                  <a:lnTo>
                    <a:pt x="3888" y="3456"/>
                  </a:lnTo>
                  <a:lnTo>
                    <a:pt x="3907" y="3406"/>
                  </a:lnTo>
                  <a:lnTo>
                    <a:pt x="3922" y="3354"/>
                  </a:lnTo>
                  <a:lnTo>
                    <a:pt x="3935" y="3303"/>
                  </a:lnTo>
                  <a:lnTo>
                    <a:pt x="3946" y="3250"/>
                  </a:lnTo>
                  <a:lnTo>
                    <a:pt x="3953" y="3197"/>
                  </a:lnTo>
                  <a:lnTo>
                    <a:pt x="3957" y="3144"/>
                  </a:lnTo>
                  <a:lnTo>
                    <a:pt x="3960" y="3092"/>
                  </a:lnTo>
                  <a:lnTo>
                    <a:pt x="3959" y="1313"/>
                  </a:lnTo>
                  <a:lnTo>
                    <a:pt x="3955" y="1271"/>
                  </a:lnTo>
                  <a:lnTo>
                    <a:pt x="3949" y="1229"/>
                  </a:lnTo>
                  <a:lnTo>
                    <a:pt x="3941" y="1189"/>
                  </a:lnTo>
                  <a:lnTo>
                    <a:pt x="3930" y="1149"/>
                  </a:lnTo>
                  <a:lnTo>
                    <a:pt x="3918" y="1111"/>
                  </a:lnTo>
                  <a:lnTo>
                    <a:pt x="3902" y="1075"/>
                  </a:lnTo>
                  <a:lnTo>
                    <a:pt x="3886" y="1040"/>
                  </a:lnTo>
                  <a:lnTo>
                    <a:pt x="3867" y="1006"/>
                  </a:lnTo>
                  <a:lnTo>
                    <a:pt x="3846" y="973"/>
                  </a:lnTo>
                  <a:lnTo>
                    <a:pt x="3823" y="942"/>
                  </a:lnTo>
                  <a:lnTo>
                    <a:pt x="3798" y="913"/>
                  </a:lnTo>
                  <a:lnTo>
                    <a:pt x="3771" y="886"/>
                  </a:lnTo>
                  <a:lnTo>
                    <a:pt x="3743" y="860"/>
                  </a:lnTo>
                  <a:lnTo>
                    <a:pt x="3714" y="837"/>
                  </a:lnTo>
                  <a:lnTo>
                    <a:pt x="3682" y="816"/>
                  </a:lnTo>
                  <a:lnTo>
                    <a:pt x="3649" y="796"/>
                  </a:lnTo>
                  <a:lnTo>
                    <a:pt x="2386" y="83"/>
                  </a:lnTo>
                  <a:lnTo>
                    <a:pt x="2350" y="65"/>
                  </a:lnTo>
                  <a:lnTo>
                    <a:pt x="2310" y="50"/>
                  </a:lnTo>
                  <a:lnTo>
                    <a:pt x="2268" y="36"/>
                  </a:lnTo>
                  <a:lnTo>
                    <a:pt x="2223" y="24"/>
                  </a:lnTo>
                  <a:lnTo>
                    <a:pt x="2178" y="15"/>
                  </a:lnTo>
                  <a:lnTo>
                    <a:pt x="2131" y="8"/>
                  </a:lnTo>
                  <a:lnTo>
                    <a:pt x="2082" y="3"/>
                  </a:lnTo>
                  <a:lnTo>
                    <a:pt x="2032" y="0"/>
                  </a:lnTo>
                  <a:lnTo>
                    <a:pt x="1982" y="1"/>
                  </a:lnTo>
                  <a:lnTo>
                    <a:pt x="1933" y="3"/>
                  </a:lnTo>
                  <a:lnTo>
                    <a:pt x="1882" y="9"/>
                  </a:lnTo>
                  <a:lnTo>
                    <a:pt x="1833" y="17"/>
                  </a:lnTo>
                  <a:lnTo>
                    <a:pt x="1785" y="29"/>
                  </a:lnTo>
                  <a:lnTo>
                    <a:pt x="1737" y="43"/>
                  </a:lnTo>
                  <a:lnTo>
                    <a:pt x="1691" y="62"/>
                  </a:lnTo>
                  <a:lnTo>
                    <a:pt x="1647" y="83"/>
                  </a:lnTo>
                  <a:lnTo>
                    <a:pt x="311" y="782"/>
                  </a:lnTo>
                  <a:lnTo>
                    <a:pt x="276" y="803"/>
                  </a:lnTo>
                  <a:lnTo>
                    <a:pt x="243" y="826"/>
                  </a:lnTo>
                  <a:lnTo>
                    <a:pt x="213" y="852"/>
                  </a:lnTo>
                  <a:lnTo>
                    <a:pt x="184" y="879"/>
                  </a:lnTo>
                  <a:lnTo>
                    <a:pt x="155" y="908"/>
                  </a:lnTo>
                  <a:lnTo>
                    <a:pt x="131" y="939"/>
                  </a:lnTo>
                  <a:lnTo>
                    <a:pt x="107" y="971"/>
                  </a:lnTo>
                  <a:lnTo>
                    <a:pt x="86" y="1005"/>
                  </a:lnTo>
                  <a:lnTo>
                    <a:pt x="68" y="1040"/>
                  </a:lnTo>
                  <a:lnTo>
                    <a:pt x="50" y="1076"/>
                  </a:lnTo>
                  <a:lnTo>
                    <a:pt x="36" y="1115"/>
                  </a:lnTo>
                  <a:lnTo>
                    <a:pt x="23" y="1153"/>
                  </a:lnTo>
                  <a:lnTo>
                    <a:pt x="14" y="1195"/>
                  </a:lnTo>
                  <a:lnTo>
                    <a:pt x="7" y="1236"/>
                  </a:lnTo>
                  <a:lnTo>
                    <a:pt x="2" y="1279"/>
                  </a:lnTo>
                  <a:lnTo>
                    <a:pt x="0" y="1322"/>
                  </a:lnTo>
                  <a:lnTo>
                    <a:pt x="0" y="3093"/>
                  </a:lnTo>
                  <a:lnTo>
                    <a:pt x="2" y="3147"/>
                  </a:lnTo>
                  <a:lnTo>
                    <a:pt x="7" y="3202"/>
                  </a:lnTo>
                  <a:lnTo>
                    <a:pt x="15" y="3257"/>
                  </a:lnTo>
                  <a:lnTo>
                    <a:pt x="27" y="3312"/>
                  </a:lnTo>
                  <a:lnTo>
                    <a:pt x="42" y="3366"/>
                  </a:lnTo>
                  <a:lnTo>
                    <a:pt x="59" y="3420"/>
                  </a:lnTo>
                  <a:lnTo>
                    <a:pt x="79" y="3474"/>
                  </a:lnTo>
                  <a:lnTo>
                    <a:pt x="102" y="3525"/>
                  </a:lnTo>
                  <a:lnTo>
                    <a:pt x="127" y="3576"/>
                  </a:lnTo>
                  <a:lnTo>
                    <a:pt x="154" y="3624"/>
                  </a:lnTo>
                  <a:lnTo>
                    <a:pt x="184" y="3670"/>
                  </a:lnTo>
                  <a:lnTo>
                    <a:pt x="214" y="3712"/>
                  </a:lnTo>
                  <a:lnTo>
                    <a:pt x="247" y="3752"/>
                  </a:lnTo>
                  <a:lnTo>
                    <a:pt x="281" y="3788"/>
                  </a:lnTo>
                  <a:lnTo>
                    <a:pt x="317" y="3821"/>
                  </a:lnTo>
                  <a:lnTo>
                    <a:pt x="353" y="384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7898" name="Freeform 36"/>
            <p:cNvSpPr>
              <a:spLocks/>
            </p:cNvSpPr>
            <p:nvPr/>
          </p:nvSpPr>
          <p:spPr bwMode="auto">
            <a:xfrm>
              <a:off x="943" y="2210"/>
              <a:ext cx="276" cy="187"/>
            </a:xfrm>
            <a:custGeom>
              <a:avLst/>
              <a:gdLst>
                <a:gd name="T0" fmla="*/ 11 w 1380"/>
                <a:gd name="T1" fmla="*/ 7 h 937"/>
                <a:gd name="T2" fmla="*/ 11 w 1380"/>
                <a:gd name="T3" fmla="*/ 7 h 937"/>
                <a:gd name="T4" fmla="*/ 0 w 1380"/>
                <a:gd name="T5" fmla="*/ 0 h 937"/>
                <a:gd name="T6" fmla="*/ 0 w 1380"/>
                <a:gd name="T7" fmla="*/ 1 h 937"/>
                <a:gd name="T8" fmla="*/ 10 w 1380"/>
                <a:gd name="T9" fmla="*/ 7 h 937"/>
                <a:gd name="T10" fmla="*/ 10 w 1380"/>
                <a:gd name="T11" fmla="*/ 7 h 937"/>
                <a:gd name="T12" fmla="*/ 10 w 1380"/>
                <a:gd name="T13" fmla="*/ 7 h 937"/>
                <a:gd name="T14" fmla="*/ 11 w 1380"/>
                <a:gd name="T15" fmla="*/ 7 h 937"/>
                <a:gd name="T16" fmla="*/ 11 w 1380"/>
                <a:gd name="T17" fmla="*/ 7 h 937"/>
                <a:gd name="T18" fmla="*/ 11 w 1380"/>
                <a:gd name="T19" fmla="*/ 7 h 937"/>
                <a:gd name="T20" fmla="*/ 11 w 1380"/>
                <a:gd name="T21" fmla="*/ 7 h 937"/>
                <a:gd name="T22" fmla="*/ 11 w 1380"/>
                <a:gd name="T23" fmla="*/ 7 h 937"/>
                <a:gd name="T24" fmla="*/ 11 w 1380"/>
                <a:gd name="T25" fmla="*/ 7 h 937"/>
                <a:gd name="T26" fmla="*/ 11 w 1380"/>
                <a:gd name="T27" fmla="*/ 7 h 937"/>
                <a:gd name="T28" fmla="*/ 11 w 1380"/>
                <a:gd name="T29" fmla="*/ 7 h 937"/>
                <a:gd name="T30" fmla="*/ 11 w 1380"/>
                <a:gd name="T31" fmla="*/ 7 h 93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80"/>
                <a:gd name="T49" fmla="*/ 0 h 937"/>
                <a:gd name="T50" fmla="*/ 1380 w 1380"/>
                <a:gd name="T51" fmla="*/ 937 h 93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80" h="937">
                  <a:moveTo>
                    <a:pt x="1354" y="848"/>
                  </a:moveTo>
                  <a:lnTo>
                    <a:pt x="1359" y="851"/>
                  </a:lnTo>
                  <a:lnTo>
                    <a:pt x="51" y="0"/>
                  </a:lnTo>
                  <a:lnTo>
                    <a:pt x="0" y="78"/>
                  </a:lnTo>
                  <a:lnTo>
                    <a:pt x="1307" y="929"/>
                  </a:lnTo>
                  <a:lnTo>
                    <a:pt x="1312" y="932"/>
                  </a:lnTo>
                  <a:lnTo>
                    <a:pt x="1307" y="929"/>
                  </a:lnTo>
                  <a:lnTo>
                    <a:pt x="1326" y="937"/>
                  </a:lnTo>
                  <a:lnTo>
                    <a:pt x="1345" y="936"/>
                  </a:lnTo>
                  <a:lnTo>
                    <a:pt x="1360" y="929"/>
                  </a:lnTo>
                  <a:lnTo>
                    <a:pt x="1372" y="916"/>
                  </a:lnTo>
                  <a:lnTo>
                    <a:pt x="1379" y="899"/>
                  </a:lnTo>
                  <a:lnTo>
                    <a:pt x="1380" y="883"/>
                  </a:lnTo>
                  <a:lnTo>
                    <a:pt x="1374" y="865"/>
                  </a:lnTo>
                  <a:lnTo>
                    <a:pt x="1359" y="851"/>
                  </a:lnTo>
                  <a:lnTo>
                    <a:pt x="1354" y="84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7899" name="Freeform 37"/>
            <p:cNvSpPr>
              <a:spLocks/>
            </p:cNvSpPr>
            <p:nvPr/>
          </p:nvSpPr>
          <p:spPr bwMode="auto">
            <a:xfrm>
              <a:off x="1206" y="2379"/>
              <a:ext cx="140" cy="32"/>
            </a:xfrm>
            <a:custGeom>
              <a:avLst/>
              <a:gdLst>
                <a:gd name="T0" fmla="*/ 5 w 703"/>
                <a:gd name="T1" fmla="*/ 0 h 162"/>
                <a:gd name="T2" fmla="*/ 5 w 703"/>
                <a:gd name="T3" fmla="*/ 0 h 162"/>
                <a:gd name="T4" fmla="*/ 5 w 703"/>
                <a:gd name="T5" fmla="*/ 0 h 162"/>
                <a:gd name="T6" fmla="*/ 5 w 703"/>
                <a:gd name="T7" fmla="*/ 0 h 162"/>
                <a:gd name="T8" fmla="*/ 4 w 703"/>
                <a:gd name="T9" fmla="*/ 0 h 162"/>
                <a:gd name="T10" fmla="*/ 4 w 703"/>
                <a:gd name="T11" fmla="*/ 0 h 162"/>
                <a:gd name="T12" fmla="*/ 4 w 703"/>
                <a:gd name="T13" fmla="*/ 0 h 162"/>
                <a:gd name="T14" fmla="*/ 3 w 703"/>
                <a:gd name="T15" fmla="*/ 1 h 162"/>
                <a:gd name="T16" fmla="*/ 3 w 703"/>
                <a:gd name="T17" fmla="*/ 1 h 162"/>
                <a:gd name="T18" fmla="*/ 3 w 703"/>
                <a:gd name="T19" fmla="*/ 1 h 162"/>
                <a:gd name="T20" fmla="*/ 2 w 703"/>
                <a:gd name="T21" fmla="*/ 1 h 162"/>
                <a:gd name="T22" fmla="*/ 2 w 703"/>
                <a:gd name="T23" fmla="*/ 1 h 162"/>
                <a:gd name="T24" fmla="*/ 2 w 703"/>
                <a:gd name="T25" fmla="*/ 0 h 162"/>
                <a:gd name="T26" fmla="*/ 1 w 703"/>
                <a:gd name="T27" fmla="*/ 0 h 162"/>
                <a:gd name="T28" fmla="*/ 1 w 703"/>
                <a:gd name="T29" fmla="*/ 0 h 162"/>
                <a:gd name="T30" fmla="*/ 1 w 703"/>
                <a:gd name="T31" fmla="*/ 0 h 162"/>
                <a:gd name="T32" fmla="*/ 1 w 703"/>
                <a:gd name="T33" fmla="*/ 0 h 162"/>
                <a:gd name="T34" fmla="*/ 0 w 703"/>
                <a:gd name="T35" fmla="*/ 0 h 162"/>
                <a:gd name="T36" fmla="*/ 0 w 703"/>
                <a:gd name="T37" fmla="*/ 1 h 162"/>
                <a:gd name="T38" fmla="*/ 0 w 703"/>
                <a:gd name="T39" fmla="*/ 1 h 162"/>
                <a:gd name="T40" fmla="*/ 1 w 703"/>
                <a:gd name="T41" fmla="*/ 1 h 162"/>
                <a:gd name="T42" fmla="*/ 1 w 703"/>
                <a:gd name="T43" fmla="*/ 1 h 162"/>
                <a:gd name="T44" fmla="*/ 1 w 703"/>
                <a:gd name="T45" fmla="*/ 1 h 162"/>
                <a:gd name="T46" fmla="*/ 2 w 703"/>
                <a:gd name="T47" fmla="*/ 1 h 162"/>
                <a:gd name="T48" fmla="*/ 2 w 703"/>
                <a:gd name="T49" fmla="*/ 1 h 162"/>
                <a:gd name="T50" fmla="*/ 2 w 703"/>
                <a:gd name="T51" fmla="*/ 1 h 162"/>
                <a:gd name="T52" fmla="*/ 3 w 703"/>
                <a:gd name="T53" fmla="*/ 1 h 162"/>
                <a:gd name="T54" fmla="*/ 3 w 703"/>
                <a:gd name="T55" fmla="*/ 1 h 162"/>
                <a:gd name="T56" fmla="*/ 3 w 703"/>
                <a:gd name="T57" fmla="*/ 1 h 162"/>
                <a:gd name="T58" fmla="*/ 4 w 703"/>
                <a:gd name="T59" fmla="*/ 1 h 162"/>
                <a:gd name="T60" fmla="*/ 4 w 703"/>
                <a:gd name="T61" fmla="*/ 1 h 162"/>
                <a:gd name="T62" fmla="*/ 5 w 703"/>
                <a:gd name="T63" fmla="*/ 1 h 162"/>
                <a:gd name="T64" fmla="*/ 5 w 703"/>
                <a:gd name="T65" fmla="*/ 1 h 162"/>
                <a:gd name="T66" fmla="*/ 5 w 703"/>
                <a:gd name="T67" fmla="*/ 1 h 162"/>
                <a:gd name="T68" fmla="*/ 5 w 703"/>
                <a:gd name="T69" fmla="*/ 1 h 162"/>
                <a:gd name="T70" fmla="*/ 5 w 703"/>
                <a:gd name="T71" fmla="*/ 1 h 162"/>
                <a:gd name="T72" fmla="*/ 5 w 703"/>
                <a:gd name="T73" fmla="*/ 1 h 162"/>
                <a:gd name="T74" fmla="*/ 5 w 703"/>
                <a:gd name="T75" fmla="*/ 1 h 162"/>
                <a:gd name="T76" fmla="*/ 6 w 703"/>
                <a:gd name="T77" fmla="*/ 0 h 162"/>
                <a:gd name="T78" fmla="*/ 6 w 703"/>
                <a:gd name="T79" fmla="*/ 0 h 162"/>
                <a:gd name="T80" fmla="*/ 6 w 703"/>
                <a:gd name="T81" fmla="*/ 0 h 162"/>
                <a:gd name="T82" fmla="*/ 5 w 703"/>
                <a:gd name="T83" fmla="*/ 0 h 162"/>
                <a:gd name="T84" fmla="*/ 5 w 703"/>
                <a:gd name="T85" fmla="*/ 0 h 162"/>
                <a:gd name="T86" fmla="*/ 5 w 703"/>
                <a:gd name="T87" fmla="*/ 0 h 162"/>
                <a:gd name="T88" fmla="*/ 5 w 703"/>
                <a:gd name="T89" fmla="*/ 0 h 162"/>
                <a:gd name="T90" fmla="*/ 5 w 703"/>
                <a:gd name="T91" fmla="*/ 0 h 162"/>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703"/>
                <a:gd name="T139" fmla="*/ 0 h 162"/>
                <a:gd name="T140" fmla="*/ 703 w 703"/>
                <a:gd name="T141" fmla="*/ 162 h 162"/>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703" h="162">
                  <a:moveTo>
                    <a:pt x="631" y="8"/>
                  </a:moveTo>
                  <a:lnTo>
                    <a:pt x="636" y="6"/>
                  </a:lnTo>
                  <a:lnTo>
                    <a:pt x="606" y="20"/>
                  </a:lnTo>
                  <a:lnTo>
                    <a:pt x="575" y="32"/>
                  </a:lnTo>
                  <a:lnTo>
                    <a:pt x="540" y="42"/>
                  </a:lnTo>
                  <a:lnTo>
                    <a:pt x="504" y="52"/>
                  </a:lnTo>
                  <a:lnTo>
                    <a:pt x="467" y="59"/>
                  </a:lnTo>
                  <a:lnTo>
                    <a:pt x="428" y="64"/>
                  </a:lnTo>
                  <a:lnTo>
                    <a:pt x="389" y="67"/>
                  </a:lnTo>
                  <a:lnTo>
                    <a:pt x="348" y="68"/>
                  </a:lnTo>
                  <a:lnTo>
                    <a:pt x="308" y="68"/>
                  </a:lnTo>
                  <a:lnTo>
                    <a:pt x="267" y="65"/>
                  </a:lnTo>
                  <a:lnTo>
                    <a:pt x="226" y="61"/>
                  </a:lnTo>
                  <a:lnTo>
                    <a:pt x="187" y="54"/>
                  </a:lnTo>
                  <a:lnTo>
                    <a:pt x="148" y="44"/>
                  </a:lnTo>
                  <a:lnTo>
                    <a:pt x="110" y="33"/>
                  </a:lnTo>
                  <a:lnTo>
                    <a:pt x="75" y="20"/>
                  </a:lnTo>
                  <a:lnTo>
                    <a:pt x="42" y="5"/>
                  </a:lnTo>
                  <a:lnTo>
                    <a:pt x="0" y="89"/>
                  </a:lnTo>
                  <a:lnTo>
                    <a:pt x="40" y="107"/>
                  </a:lnTo>
                  <a:lnTo>
                    <a:pt x="82" y="122"/>
                  </a:lnTo>
                  <a:lnTo>
                    <a:pt x="124" y="135"/>
                  </a:lnTo>
                  <a:lnTo>
                    <a:pt x="169" y="146"/>
                  </a:lnTo>
                  <a:lnTo>
                    <a:pt x="214" y="153"/>
                  </a:lnTo>
                  <a:lnTo>
                    <a:pt x="258" y="158"/>
                  </a:lnTo>
                  <a:lnTo>
                    <a:pt x="303" y="162"/>
                  </a:lnTo>
                  <a:lnTo>
                    <a:pt x="348" y="162"/>
                  </a:lnTo>
                  <a:lnTo>
                    <a:pt x="394" y="161"/>
                  </a:lnTo>
                  <a:lnTo>
                    <a:pt x="439" y="157"/>
                  </a:lnTo>
                  <a:lnTo>
                    <a:pt x="481" y="150"/>
                  </a:lnTo>
                  <a:lnTo>
                    <a:pt x="525" y="143"/>
                  </a:lnTo>
                  <a:lnTo>
                    <a:pt x="566" y="132"/>
                  </a:lnTo>
                  <a:lnTo>
                    <a:pt x="606" y="121"/>
                  </a:lnTo>
                  <a:lnTo>
                    <a:pt x="643" y="105"/>
                  </a:lnTo>
                  <a:lnTo>
                    <a:pt x="678" y="88"/>
                  </a:lnTo>
                  <a:lnTo>
                    <a:pt x="683" y="86"/>
                  </a:lnTo>
                  <a:lnTo>
                    <a:pt x="678" y="88"/>
                  </a:lnTo>
                  <a:lnTo>
                    <a:pt x="695" y="75"/>
                  </a:lnTo>
                  <a:lnTo>
                    <a:pt x="702" y="60"/>
                  </a:lnTo>
                  <a:lnTo>
                    <a:pt x="703" y="42"/>
                  </a:lnTo>
                  <a:lnTo>
                    <a:pt x="698" y="26"/>
                  </a:lnTo>
                  <a:lnTo>
                    <a:pt x="688" y="12"/>
                  </a:lnTo>
                  <a:lnTo>
                    <a:pt x="674" y="3"/>
                  </a:lnTo>
                  <a:lnTo>
                    <a:pt x="656" y="0"/>
                  </a:lnTo>
                  <a:lnTo>
                    <a:pt x="636" y="6"/>
                  </a:lnTo>
                  <a:lnTo>
                    <a:pt x="631"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7900" name="Freeform 38"/>
            <p:cNvSpPr>
              <a:spLocks/>
            </p:cNvSpPr>
            <p:nvPr/>
          </p:nvSpPr>
          <p:spPr bwMode="auto">
            <a:xfrm>
              <a:off x="1332" y="2204"/>
              <a:ext cx="283" cy="192"/>
            </a:xfrm>
            <a:custGeom>
              <a:avLst/>
              <a:gdLst>
                <a:gd name="T0" fmla="*/ 11 w 1415"/>
                <a:gd name="T1" fmla="*/ 0 h 960"/>
                <a:gd name="T2" fmla="*/ 11 w 1415"/>
                <a:gd name="T3" fmla="*/ 0 h 960"/>
                <a:gd name="T4" fmla="*/ 0 w 1415"/>
                <a:gd name="T5" fmla="*/ 7 h 960"/>
                <a:gd name="T6" fmla="*/ 0 w 1415"/>
                <a:gd name="T7" fmla="*/ 8 h 960"/>
                <a:gd name="T8" fmla="*/ 11 w 1415"/>
                <a:gd name="T9" fmla="*/ 1 h 960"/>
                <a:gd name="T10" fmla="*/ 11 w 1415"/>
                <a:gd name="T11" fmla="*/ 1 h 960"/>
                <a:gd name="T12" fmla="*/ 11 w 1415"/>
                <a:gd name="T13" fmla="*/ 1 h 960"/>
                <a:gd name="T14" fmla="*/ 11 w 1415"/>
                <a:gd name="T15" fmla="*/ 1 h 960"/>
                <a:gd name="T16" fmla="*/ 11 w 1415"/>
                <a:gd name="T17" fmla="*/ 0 h 960"/>
                <a:gd name="T18" fmla="*/ 11 w 1415"/>
                <a:gd name="T19" fmla="*/ 0 h 960"/>
                <a:gd name="T20" fmla="*/ 11 w 1415"/>
                <a:gd name="T21" fmla="*/ 0 h 960"/>
                <a:gd name="T22" fmla="*/ 11 w 1415"/>
                <a:gd name="T23" fmla="*/ 0 h 960"/>
                <a:gd name="T24" fmla="*/ 11 w 1415"/>
                <a:gd name="T25" fmla="*/ 0 h 960"/>
                <a:gd name="T26" fmla="*/ 11 w 1415"/>
                <a:gd name="T27" fmla="*/ 0 h 960"/>
                <a:gd name="T28" fmla="*/ 11 w 1415"/>
                <a:gd name="T29" fmla="*/ 0 h 960"/>
                <a:gd name="T30" fmla="*/ 11 w 1415"/>
                <a:gd name="T31" fmla="*/ 0 h 96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15"/>
                <a:gd name="T49" fmla="*/ 0 h 960"/>
                <a:gd name="T50" fmla="*/ 1415 w 1415"/>
                <a:gd name="T51" fmla="*/ 960 h 96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15" h="960">
                  <a:moveTo>
                    <a:pt x="1338" y="10"/>
                  </a:moveTo>
                  <a:lnTo>
                    <a:pt x="1342" y="8"/>
                  </a:lnTo>
                  <a:lnTo>
                    <a:pt x="0" y="882"/>
                  </a:lnTo>
                  <a:lnTo>
                    <a:pt x="52" y="960"/>
                  </a:lnTo>
                  <a:lnTo>
                    <a:pt x="1393" y="85"/>
                  </a:lnTo>
                  <a:lnTo>
                    <a:pt x="1397" y="83"/>
                  </a:lnTo>
                  <a:lnTo>
                    <a:pt x="1393" y="85"/>
                  </a:lnTo>
                  <a:lnTo>
                    <a:pt x="1409" y="71"/>
                  </a:lnTo>
                  <a:lnTo>
                    <a:pt x="1415" y="53"/>
                  </a:lnTo>
                  <a:lnTo>
                    <a:pt x="1413" y="37"/>
                  </a:lnTo>
                  <a:lnTo>
                    <a:pt x="1406" y="21"/>
                  </a:lnTo>
                  <a:lnTo>
                    <a:pt x="1395" y="8"/>
                  </a:lnTo>
                  <a:lnTo>
                    <a:pt x="1379" y="1"/>
                  </a:lnTo>
                  <a:lnTo>
                    <a:pt x="1361" y="0"/>
                  </a:lnTo>
                  <a:lnTo>
                    <a:pt x="1342" y="8"/>
                  </a:lnTo>
                  <a:lnTo>
                    <a:pt x="1338" y="1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7901" name="Freeform 39"/>
            <p:cNvSpPr>
              <a:spLocks/>
            </p:cNvSpPr>
            <p:nvPr/>
          </p:nvSpPr>
          <p:spPr bwMode="auto">
            <a:xfrm>
              <a:off x="1599" y="2057"/>
              <a:ext cx="80" cy="163"/>
            </a:xfrm>
            <a:custGeom>
              <a:avLst/>
              <a:gdLst>
                <a:gd name="T0" fmla="*/ 2 w 398"/>
                <a:gd name="T1" fmla="*/ 0 h 817"/>
                <a:gd name="T2" fmla="*/ 2 w 398"/>
                <a:gd name="T3" fmla="*/ 0 h 817"/>
                <a:gd name="T4" fmla="*/ 2 w 398"/>
                <a:gd name="T5" fmla="*/ 1 h 817"/>
                <a:gd name="T6" fmla="*/ 2 w 398"/>
                <a:gd name="T7" fmla="*/ 1 h 817"/>
                <a:gd name="T8" fmla="*/ 2 w 398"/>
                <a:gd name="T9" fmla="*/ 2 h 817"/>
                <a:gd name="T10" fmla="*/ 2 w 398"/>
                <a:gd name="T11" fmla="*/ 2 h 817"/>
                <a:gd name="T12" fmla="*/ 2 w 398"/>
                <a:gd name="T13" fmla="*/ 2 h 817"/>
                <a:gd name="T14" fmla="*/ 2 w 398"/>
                <a:gd name="T15" fmla="*/ 3 h 817"/>
                <a:gd name="T16" fmla="*/ 2 w 398"/>
                <a:gd name="T17" fmla="*/ 3 h 817"/>
                <a:gd name="T18" fmla="*/ 2 w 398"/>
                <a:gd name="T19" fmla="*/ 4 h 817"/>
                <a:gd name="T20" fmla="*/ 2 w 398"/>
                <a:gd name="T21" fmla="*/ 4 h 817"/>
                <a:gd name="T22" fmla="*/ 1 w 398"/>
                <a:gd name="T23" fmla="*/ 4 h 817"/>
                <a:gd name="T24" fmla="*/ 1 w 398"/>
                <a:gd name="T25" fmla="*/ 5 h 817"/>
                <a:gd name="T26" fmla="*/ 1 w 398"/>
                <a:gd name="T27" fmla="*/ 5 h 817"/>
                <a:gd name="T28" fmla="*/ 1 w 398"/>
                <a:gd name="T29" fmla="*/ 5 h 817"/>
                <a:gd name="T30" fmla="*/ 1 w 398"/>
                <a:gd name="T31" fmla="*/ 5 h 817"/>
                <a:gd name="T32" fmla="*/ 0 w 398"/>
                <a:gd name="T33" fmla="*/ 6 h 817"/>
                <a:gd name="T34" fmla="*/ 0 w 398"/>
                <a:gd name="T35" fmla="*/ 6 h 817"/>
                <a:gd name="T36" fmla="*/ 0 w 398"/>
                <a:gd name="T37" fmla="*/ 7 h 817"/>
                <a:gd name="T38" fmla="*/ 1 w 398"/>
                <a:gd name="T39" fmla="*/ 6 h 817"/>
                <a:gd name="T40" fmla="*/ 1 w 398"/>
                <a:gd name="T41" fmla="*/ 6 h 817"/>
                <a:gd name="T42" fmla="*/ 1 w 398"/>
                <a:gd name="T43" fmla="*/ 6 h 817"/>
                <a:gd name="T44" fmla="*/ 2 w 398"/>
                <a:gd name="T45" fmla="*/ 5 h 817"/>
                <a:gd name="T46" fmla="*/ 2 w 398"/>
                <a:gd name="T47" fmla="*/ 5 h 817"/>
                <a:gd name="T48" fmla="*/ 2 w 398"/>
                <a:gd name="T49" fmla="*/ 5 h 817"/>
                <a:gd name="T50" fmla="*/ 2 w 398"/>
                <a:gd name="T51" fmla="*/ 4 h 817"/>
                <a:gd name="T52" fmla="*/ 2 w 398"/>
                <a:gd name="T53" fmla="*/ 4 h 817"/>
                <a:gd name="T54" fmla="*/ 3 w 398"/>
                <a:gd name="T55" fmla="*/ 3 h 817"/>
                <a:gd name="T56" fmla="*/ 3 w 398"/>
                <a:gd name="T57" fmla="*/ 3 h 817"/>
                <a:gd name="T58" fmla="*/ 3 w 398"/>
                <a:gd name="T59" fmla="*/ 3 h 817"/>
                <a:gd name="T60" fmla="*/ 3 w 398"/>
                <a:gd name="T61" fmla="*/ 2 h 817"/>
                <a:gd name="T62" fmla="*/ 3 w 398"/>
                <a:gd name="T63" fmla="*/ 2 h 817"/>
                <a:gd name="T64" fmla="*/ 3 w 398"/>
                <a:gd name="T65" fmla="*/ 1 h 817"/>
                <a:gd name="T66" fmla="*/ 3 w 398"/>
                <a:gd name="T67" fmla="*/ 1 h 817"/>
                <a:gd name="T68" fmla="*/ 3 w 398"/>
                <a:gd name="T69" fmla="*/ 0 h 817"/>
                <a:gd name="T70" fmla="*/ 3 w 398"/>
                <a:gd name="T71" fmla="*/ 0 h 817"/>
                <a:gd name="T72" fmla="*/ 3 w 398"/>
                <a:gd name="T73" fmla="*/ 0 h 817"/>
                <a:gd name="T74" fmla="*/ 3 w 398"/>
                <a:gd name="T75" fmla="*/ 0 h 817"/>
                <a:gd name="T76" fmla="*/ 3 w 398"/>
                <a:gd name="T77" fmla="*/ 0 h 817"/>
                <a:gd name="T78" fmla="*/ 3 w 398"/>
                <a:gd name="T79" fmla="*/ 0 h 817"/>
                <a:gd name="T80" fmla="*/ 3 w 398"/>
                <a:gd name="T81" fmla="*/ 0 h 817"/>
                <a:gd name="T82" fmla="*/ 3 w 398"/>
                <a:gd name="T83" fmla="*/ 0 h 817"/>
                <a:gd name="T84" fmla="*/ 3 w 398"/>
                <a:gd name="T85" fmla="*/ 0 h 817"/>
                <a:gd name="T86" fmla="*/ 2 w 398"/>
                <a:gd name="T87" fmla="*/ 0 h 817"/>
                <a:gd name="T88" fmla="*/ 2 w 398"/>
                <a:gd name="T89" fmla="*/ 0 h 817"/>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398"/>
                <a:gd name="T136" fmla="*/ 0 h 817"/>
                <a:gd name="T137" fmla="*/ 398 w 398"/>
                <a:gd name="T138" fmla="*/ 817 h 817"/>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398" h="817">
                  <a:moveTo>
                    <a:pt x="304" y="47"/>
                  </a:moveTo>
                  <a:lnTo>
                    <a:pt x="304" y="47"/>
                  </a:lnTo>
                  <a:lnTo>
                    <a:pt x="301" y="97"/>
                  </a:lnTo>
                  <a:lnTo>
                    <a:pt x="297" y="147"/>
                  </a:lnTo>
                  <a:lnTo>
                    <a:pt x="291" y="198"/>
                  </a:lnTo>
                  <a:lnTo>
                    <a:pt x="280" y="247"/>
                  </a:lnTo>
                  <a:lnTo>
                    <a:pt x="268" y="297"/>
                  </a:lnTo>
                  <a:lnTo>
                    <a:pt x="253" y="347"/>
                  </a:lnTo>
                  <a:lnTo>
                    <a:pt x="236" y="395"/>
                  </a:lnTo>
                  <a:lnTo>
                    <a:pt x="217" y="442"/>
                  </a:lnTo>
                  <a:lnTo>
                    <a:pt x="195" y="487"/>
                  </a:lnTo>
                  <a:lnTo>
                    <a:pt x="171" y="532"/>
                  </a:lnTo>
                  <a:lnTo>
                    <a:pt x="147" y="574"/>
                  </a:lnTo>
                  <a:lnTo>
                    <a:pt x="121" y="613"/>
                  </a:lnTo>
                  <a:lnTo>
                    <a:pt x="93" y="650"/>
                  </a:lnTo>
                  <a:lnTo>
                    <a:pt x="64" y="684"/>
                  </a:lnTo>
                  <a:lnTo>
                    <a:pt x="32" y="716"/>
                  </a:lnTo>
                  <a:lnTo>
                    <a:pt x="0" y="744"/>
                  </a:lnTo>
                  <a:lnTo>
                    <a:pt x="59" y="817"/>
                  </a:lnTo>
                  <a:lnTo>
                    <a:pt x="95" y="784"/>
                  </a:lnTo>
                  <a:lnTo>
                    <a:pt x="132" y="748"/>
                  </a:lnTo>
                  <a:lnTo>
                    <a:pt x="166" y="709"/>
                  </a:lnTo>
                  <a:lnTo>
                    <a:pt x="196" y="667"/>
                  </a:lnTo>
                  <a:lnTo>
                    <a:pt x="227" y="623"/>
                  </a:lnTo>
                  <a:lnTo>
                    <a:pt x="253" y="576"/>
                  </a:lnTo>
                  <a:lnTo>
                    <a:pt x="279" y="530"/>
                  </a:lnTo>
                  <a:lnTo>
                    <a:pt x="301" y="479"/>
                  </a:lnTo>
                  <a:lnTo>
                    <a:pt x="323" y="428"/>
                  </a:lnTo>
                  <a:lnTo>
                    <a:pt x="342" y="375"/>
                  </a:lnTo>
                  <a:lnTo>
                    <a:pt x="359" y="321"/>
                  </a:lnTo>
                  <a:lnTo>
                    <a:pt x="372" y="268"/>
                  </a:lnTo>
                  <a:lnTo>
                    <a:pt x="382" y="212"/>
                  </a:lnTo>
                  <a:lnTo>
                    <a:pt x="391" y="157"/>
                  </a:lnTo>
                  <a:lnTo>
                    <a:pt x="395" y="102"/>
                  </a:lnTo>
                  <a:lnTo>
                    <a:pt x="398" y="47"/>
                  </a:lnTo>
                  <a:lnTo>
                    <a:pt x="394" y="27"/>
                  </a:lnTo>
                  <a:lnTo>
                    <a:pt x="383" y="11"/>
                  </a:lnTo>
                  <a:lnTo>
                    <a:pt x="368" y="3"/>
                  </a:lnTo>
                  <a:lnTo>
                    <a:pt x="351" y="0"/>
                  </a:lnTo>
                  <a:lnTo>
                    <a:pt x="333" y="3"/>
                  </a:lnTo>
                  <a:lnTo>
                    <a:pt x="319" y="11"/>
                  </a:lnTo>
                  <a:lnTo>
                    <a:pt x="307" y="27"/>
                  </a:lnTo>
                  <a:lnTo>
                    <a:pt x="304" y="4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7902" name="Freeform 40"/>
            <p:cNvSpPr>
              <a:spLocks/>
            </p:cNvSpPr>
            <p:nvPr/>
          </p:nvSpPr>
          <p:spPr bwMode="auto">
            <a:xfrm>
              <a:off x="1660" y="1701"/>
              <a:ext cx="19" cy="365"/>
            </a:xfrm>
            <a:custGeom>
              <a:avLst/>
              <a:gdLst>
                <a:gd name="T0" fmla="*/ 0 w 95"/>
                <a:gd name="T1" fmla="*/ 0 h 1826"/>
                <a:gd name="T2" fmla="*/ 0 w 95"/>
                <a:gd name="T3" fmla="*/ 0 h 1826"/>
                <a:gd name="T4" fmla="*/ 0 w 95"/>
                <a:gd name="T5" fmla="*/ 15 h 1826"/>
                <a:gd name="T6" fmla="*/ 1 w 95"/>
                <a:gd name="T7" fmla="*/ 15 h 1826"/>
                <a:gd name="T8" fmla="*/ 1 w 95"/>
                <a:gd name="T9" fmla="*/ 0 h 1826"/>
                <a:gd name="T10" fmla="*/ 1 w 95"/>
                <a:gd name="T11" fmla="*/ 0 h 1826"/>
                <a:gd name="T12" fmla="*/ 1 w 95"/>
                <a:gd name="T13" fmla="*/ 0 h 1826"/>
                <a:gd name="T14" fmla="*/ 1 w 95"/>
                <a:gd name="T15" fmla="*/ 0 h 1826"/>
                <a:gd name="T16" fmla="*/ 1 w 95"/>
                <a:gd name="T17" fmla="*/ 0 h 1826"/>
                <a:gd name="T18" fmla="*/ 1 w 95"/>
                <a:gd name="T19" fmla="*/ 0 h 1826"/>
                <a:gd name="T20" fmla="*/ 0 w 95"/>
                <a:gd name="T21" fmla="*/ 0 h 1826"/>
                <a:gd name="T22" fmla="*/ 0 w 95"/>
                <a:gd name="T23" fmla="*/ 0 h 1826"/>
                <a:gd name="T24" fmla="*/ 0 w 95"/>
                <a:gd name="T25" fmla="*/ 0 h 1826"/>
                <a:gd name="T26" fmla="*/ 0 w 95"/>
                <a:gd name="T27" fmla="*/ 0 h 1826"/>
                <a:gd name="T28" fmla="*/ 0 w 95"/>
                <a:gd name="T29" fmla="*/ 0 h 1826"/>
                <a:gd name="T30" fmla="*/ 0 w 95"/>
                <a:gd name="T31" fmla="*/ 0 h 182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95"/>
                <a:gd name="T49" fmla="*/ 0 h 1826"/>
                <a:gd name="T50" fmla="*/ 95 w 95"/>
                <a:gd name="T51" fmla="*/ 1826 h 182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95" h="1826">
                  <a:moveTo>
                    <a:pt x="0" y="49"/>
                  </a:moveTo>
                  <a:lnTo>
                    <a:pt x="0" y="47"/>
                  </a:lnTo>
                  <a:lnTo>
                    <a:pt x="1" y="1826"/>
                  </a:lnTo>
                  <a:lnTo>
                    <a:pt x="95" y="1826"/>
                  </a:lnTo>
                  <a:lnTo>
                    <a:pt x="93" y="47"/>
                  </a:lnTo>
                  <a:lnTo>
                    <a:pt x="93" y="45"/>
                  </a:lnTo>
                  <a:lnTo>
                    <a:pt x="93" y="47"/>
                  </a:lnTo>
                  <a:lnTo>
                    <a:pt x="90" y="27"/>
                  </a:lnTo>
                  <a:lnTo>
                    <a:pt x="79" y="12"/>
                  </a:lnTo>
                  <a:lnTo>
                    <a:pt x="64" y="4"/>
                  </a:lnTo>
                  <a:lnTo>
                    <a:pt x="47" y="0"/>
                  </a:lnTo>
                  <a:lnTo>
                    <a:pt x="29" y="4"/>
                  </a:lnTo>
                  <a:lnTo>
                    <a:pt x="15" y="12"/>
                  </a:lnTo>
                  <a:lnTo>
                    <a:pt x="3" y="27"/>
                  </a:lnTo>
                  <a:lnTo>
                    <a:pt x="0" y="47"/>
                  </a:lnTo>
                  <a:lnTo>
                    <a:pt x="0" y="4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7903" name="Freeform 41"/>
            <p:cNvSpPr>
              <a:spLocks/>
            </p:cNvSpPr>
            <p:nvPr/>
          </p:nvSpPr>
          <p:spPr bwMode="auto">
            <a:xfrm>
              <a:off x="1598" y="1598"/>
              <a:ext cx="81" cy="113"/>
            </a:xfrm>
            <a:custGeom>
              <a:avLst/>
              <a:gdLst>
                <a:gd name="T0" fmla="*/ 0 w 401"/>
                <a:gd name="T1" fmla="*/ 1 h 566"/>
                <a:gd name="T2" fmla="*/ 0 w 401"/>
                <a:gd name="T3" fmla="*/ 1 h 566"/>
                <a:gd name="T4" fmla="*/ 0 w 401"/>
                <a:gd name="T5" fmla="*/ 1 h 566"/>
                <a:gd name="T6" fmla="*/ 1 w 401"/>
                <a:gd name="T7" fmla="*/ 1 h 566"/>
                <a:gd name="T8" fmla="*/ 1 w 401"/>
                <a:gd name="T9" fmla="*/ 1 h 566"/>
                <a:gd name="T10" fmla="*/ 1 w 401"/>
                <a:gd name="T11" fmla="*/ 1 h 566"/>
                <a:gd name="T12" fmla="*/ 1 w 401"/>
                <a:gd name="T13" fmla="*/ 2 h 566"/>
                <a:gd name="T14" fmla="*/ 1 w 401"/>
                <a:gd name="T15" fmla="*/ 2 h 566"/>
                <a:gd name="T16" fmla="*/ 2 w 401"/>
                <a:gd name="T17" fmla="*/ 2 h 566"/>
                <a:gd name="T18" fmla="*/ 2 w 401"/>
                <a:gd name="T19" fmla="*/ 2 h 566"/>
                <a:gd name="T20" fmla="*/ 2 w 401"/>
                <a:gd name="T21" fmla="*/ 2 h 566"/>
                <a:gd name="T22" fmla="*/ 2 w 401"/>
                <a:gd name="T23" fmla="*/ 3 h 566"/>
                <a:gd name="T24" fmla="*/ 2 w 401"/>
                <a:gd name="T25" fmla="*/ 3 h 566"/>
                <a:gd name="T26" fmla="*/ 2 w 401"/>
                <a:gd name="T27" fmla="*/ 3 h 566"/>
                <a:gd name="T28" fmla="*/ 2 w 401"/>
                <a:gd name="T29" fmla="*/ 4 h 566"/>
                <a:gd name="T30" fmla="*/ 2 w 401"/>
                <a:gd name="T31" fmla="*/ 4 h 566"/>
                <a:gd name="T32" fmla="*/ 2 w 401"/>
                <a:gd name="T33" fmla="*/ 4 h 566"/>
                <a:gd name="T34" fmla="*/ 3 w 401"/>
                <a:gd name="T35" fmla="*/ 5 h 566"/>
                <a:gd name="T36" fmla="*/ 3 w 401"/>
                <a:gd name="T37" fmla="*/ 4 h 566"/>
                <a:gd name="T38" fmla="*/ 3 w 401"/>
                <a:gd name="T39" fmla="*/ 4 h 566"/>
                <a:gd name="T40" fmla="*/ 3 w 401"/>
                <a:gd name="T41" fmla="*/ 4 h 566"/>
                <a:gd name="T42" fmla="*/ 3 w 401"/>
                <a:gd name="T43" fmla="*/ 3 h 566"/>
                <a:gd name="T44" fmla="*/ 3 w 401"/>
                <a:gd name="T45" fmla="*/ 3 h 566"/>
                <a:gd name="T46" fmla="*/ 3 w 401"/>
                <a:gd name="T47" fmla="*/ 3 h 566"/>
                <a:gd name="T48" fmla="*/ 3 w 401"/>
                <a:gd name="T49" fmla="*/ 2 h 566"/>
                <a:gd name="T50" fmla="*/ 3 w 401"/>
                <a:gd name="T51" fmla="*/ 2 h 566"/>
                <a:gd name="T52" fmla="*/ 2 w 401"/>
                <a:gd name="T53" fmla="*/ 2 h 566"/>
                <a:gd name="T54" fmla="*/ 2 w 401"/>
                <a:gd name="T55" fmla="*/ 2 h 566"/>
                <a:gd name="T56" fmla="*/ 2 w 401"/>
                <a:gd name="T57" fmla="*/ 1 h 566"/>
                <a:gd name="T58" fmla="*/ 2 w 401"/>
                <a:gd name="T59" fmla="*/ 1 h 566"/>
                <a:gd name="T60" fmla="*/ 2 w 401"/>
                <a:gd name="T61" fmla="*/ 1 h 566"/>
                <a:gd name="T62" fmla="*/ 1 w 401"/>
                <a:gd name="T63" fmla="*/ 1 h 566"/>
                <a:gd name="T64" fmla="*/ 1 w 401"/>
                <a:gd name="T65" fmla="*/ 0 h 566"/>
                <a:gd name="T66" fmla="*/ 1 w 401"/>
                <a:gd name="T67" fmla="*/ 0 h 566"/>
                <a:gd name="T68" fmla="*/ 1 w 401"/>
                <a:gd name="T69" fmla="*/ 0 h 566"/>
                <a:gd name="T70" fmla="*/ 1 w 401"/>
                <a:gd name="T71" fmla="*/ 0 h 566"/>
                <a:gd name="T72" fmla="*/ 1 w 401"/>
                <a:gd name="T73" fmla="*/ 0 h 566"/>
                <a:gd name="T74" fmla="*/ 0 w 401"/>
                <a:gd name="T75" fmla="*/ 0 h 566"/>
                <a:gd name="T76" fmla="*/ 0 w 401"/>
                <a:gd name="T77" fmla="*/ 0 h 566"/>
                <a:gd name="T78" fmla="*/ 0 w 401"/>
                <a:gd name="T79" fmla="*/ 0 h 566"/>
                <a:gd name="T80" fmla="*/ 0 w 401"/>
                <a:gd name="T81" fmla="*/ 0 h 566"/>
                <a:gd name="T82" fmla="*/ 0 w 401"/>
                <a:gd name="T83" fmla="*/ 0 h 566"/>
                <a:gd name="T84" fmla="*/ 0 w 401"/>
                <a:gd name="T85" fmla="*/ 0 h 566"/>
                <a:gd name="T86" fmla="*/ 0 w 401"/>
                <a:gd name="T87" fmla="*/ 1 h 566"/>
                <a:gd name="T88" fmla="*/ 0 w 401"/>
                <a:gd name="T89" fmla="*/ 1 h 56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401"/>
                <a:gd name="T136" fmla="*/ 0 h 566"/>
                <a:gd name="T137" fmla="*/ 401 w 401"/>
                <a:gd name="T138" fmla="*/ 566 h 566"/>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401" h="566">
                  <a:moveTo>
                    <a:pt x="23" y="88"/>
                  </a:moveTo>
                  <a:lnTo>
                    <a:pt x="23" y="88"/>
                  </a:lnTo>
                  <a:lnTo>
                    <a:pt x="53" y="107"/>
                  </a:lnTo>
                  <a:lnTo>
                    <a:pt x="83" y="125"/>
                  </a:lnTo>
                  <a:lnTo>
                    <a:pt x="108" y="147"/>
                  </a:lnTo>
                  <a:lnTo>
                    <a:pt x="135" y="171"/>
                  </a:lnTo>
                  <a:lnTo>
                    <a:pt x="160" y="196"/>
                  </a:lnTo>
                  <a:lnTo>
                    <a:pt x="182" y="223"/>
                  </a:lnTo>
                  <a:lnTo>
                    <a:pt x="205" y="251"/>
                  </a:lnTo>
                  <a:lnTo>
                    <a:pt x="223" y="281"/>
                  </a:lnTo>
                  <a:lnTo>
                    <a:pt x="240" y="312"/>
                  </a:lnTo>
                  <a:lnTo>
                    <a:pt x="256" y="345"/>
                  </a:lnTo>
                  <a:lnTo>
                    <a:pt x="270" y="379"/>
                  </a:lnTo>
                  <a:lnTo>
                    <a:pt x="282" y="414"/>
                  </a:lnTo>
                  <a:lnTo>
                    <a:pt x="291" y="450"/>
                  </a:lnTo>
                  <a:lnTo>
                    <a:pt x="299" y="488"/>
                  </a:lnTo>
                  <a:lnTo>
                    <a:pt x="304" y="526"/>
                  </a:lnTo>
                  <a:lnTo>
                    <a:pt x="308" y="566"/>
                  </a:lnTo>
                  <a:lnTo>
                    <a:pt x="401" y="562"/>
                  </a:lnTo>
                  <a:lnTo>
                    <a:pt x="398" y="517"/>
                  </a:lnTo>
                  <a:lnTo>
                    <a:pt x="391" y="471"/>
                  </a:lnTo>
                  <a:lnTo>
                    <a:pt x="383" y="429"/>
                  </a:lnTo>
                  <a:lnTo>
                    <a:pt x="371" y="386"/>
                  </a:lnTo>
                  <a:lnTo>
                    <a:pt x="357" y="346"/>
                  </a:lnTo>
                  <a:lnTo>
                    <a:pt x="340" y="307"/>
                  </a:lnTo>
                  <a:lnTo>
                    <a:pt x="324" y="270"/>
                  </a:lnTo>
                  <a:lnTo>
                    <a:pt x="303" y="232"/>
                  </a:lnTo>
                  <a:lnTo>
                    <a:pt x="280" y="197"/>
                  </a:lnTo>
                  <a:lnTo>
                    <a:pt x="255" y="164"/>
                  </a:lnTo>
                  <a:lnTo>
                    <a:pt x="228" y="132"/>
                  </a:lnTo>
                  <a:lnTo>
                    <a:pt x="199" y="103"/>
                  </a:lnTo>
                  <a:lnTo>
                    <a:pt x="169" y="76"/>
                  </a:lnTo>
                  <a:lnTo>
                    <a:pt x="137" y="50"/>
                  </a:lnTo>
                  <a:lnTo>
                    <a:pt x="103" y="27"/>
                  </a:lnTo>
                  <a:lnTo>
                    <a:pt x="67" y="6"/>
                  </a:lnTo>
                  <a:lnTo>
                    <a:pt x="48" y="0"/>
                  </a:lnTo>
                  <a:lnTo>
                    <a:pt x="30" y="2"/>
                  </a:lnTo>
                  <a:lnTo>
                    <a:pt x="16" y="12"/>
                  </a:lnTo>
                  <a:lnTo>
                    <a:pt x="5" y="25"/>
                  </a:lnTo>
                  <a:lnTo>
                    <a:pt x="0" y="41"/>
                  </a:lnTo>
                  <a:lnTo>
                    <a:pt x="0" y="59"/>
                  </a:lnTo>
                  <a:lnTo>
                    <a:pt x="8" y="75"/>
                  </a:lnTo>
                  <a:lnTo>
                    <a:pt x="23"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7904" name="Freeform 42"/>
            <p:cNvSpPr>
              <a:spLocks/>
            </p:cNvSpPr>
            <p:nvPr/>
          </p:nvSpPr>
          <p:spPr bwMode="auto">
            <a:xfrm>
              <a:off x="1346" y="1455"/>
              <a:ext cx="266" cy="160"/>
            </a:xfrm>
            <a:custGeom>
              <a:avLst/>
              <a:gdLst>
                <a:gd name="T0" fmla="*/ 0 w 1330"/>
                <a:gd name="T1" fmla="*/ 1 h 801"/>
                <a:gd name="T2" fmla="*/ 0 w 1330"/>
                <a:gd name="T3" fmla="*/ 1 h 801"/>
                <a:gd name="T4" fmla="*/ 10 w 1330"/>
                <a:gd name="T5" fmla="*/ 6 h 801"/>
                <a:gd name="T6" fmla="*/ 11 w 1330"/>
                <a:gd name="T7" fmla="*/ 6 h 801"/>
                <a:gd name="T8" fmla="*/ 1 w 1330"/>
                <a:gd name="T9" fmla="*/ 0 h 801"/>
                <a:gd name="T10" fmla="*/ 1 w 1330"/>
                <a:gd name="T11" fmla="*/ 0 h 801"/>
                <a:gd name="T12" fmla="*/ 1 w 1330"/>
                <a:gd name="T13" fmla="*/ 0 h 801"/>
                <a:gd name="T14" fmla="*/ 0 w 1330"/>
                <a:gd name="T15" fmla="*/ 0 h 801"/>
                <a:gd name="T16" fmla="*/ 0 w 1330"/>
                <a:gd name="T17" fmla="*/ 0 h 801"/>
                <a:gd name="T18" fmla="*/ 0 w 1330"/>
                <a:gd name="T19" fmla="*/ 0 h 801"/>
                <a:gd name="T20" fmla="*/ 0 w 1330"/>
                <a:gd name="T21" fmla="*/ 0 h 801"/>
                <a:gd name="T22" fmla="*/ 0 w 1330"/>
                <a:gd name="T23" fmla="*/ 0 h 801"/>
                <a:gd name="T24" fmla="*/ 0 w 1330"/>
                <a:gd name="T25" fmla="*/ 0 h 801"/>
                <a:gd name="T26" fmla="*/ 0 w 1330"/>
                <a:gd name="T27" fmla="*/ 1 h 801"/>
                <a:gd name="T28" fmla="*/ 0 w 1330"/>
                <a:gd name="T29" fmla="*/ 1 h 801"/>
                <a:gd name="T30" fmla="*/ 0 w 1330"/>
                <a:gd name="T31" fmla="*/ 1 h 801"/>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30"/>
                <a:gd name="T49" fmla="*/ 0 h 801"/>
                <a:gd name="T50" fmla="*/ 1330 w 1330"/>
                <a:gd name="T51" fmla="*/ 801 h 801"/>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30" h="801">
                  <a:moveTo>
                    <a:pt x="24" y="88"/>
                  </a:moveTo>
                  <a:lnTo>
                    <a:pt x="23" y="88"/>
                  </a:lnTo>
                  <a:lnTo>
                    <a:pt x="1286" y="801"/>
                  </a:lnTo>
                  <a:lnTo>
                    <a:pt x="1330" y="719"/>
                  </a:lnTo>
                  <a:lnTo>
                    <a:pt x="67" y="6"/>
                  </a:lnTo>
                  <a:lnTo>
                    <a:pt x="66" y="6"/>
                  </a:lnTo>
                  <a:lnTo>
                    <a:pt x="67" y="6"/>
                  </a:lnTo>
                  <a:lnTo>
                    <a:pt x="48" y="0"/>
                  </a:lnTo>
                  <a:lnTo>
                    <a:pt x="30" y="2"/>
                  </a:lnTo>
                  <a:lnTo>
                    <a:pt x="16" y="12"/>
                  </a:lnTo>
                  <a:lnTo>
                    <a:pt x="5" y="25"/>
                  </a:lnTo>
                  <a:lnTo>
                    <a:pt x="0" y="41"/>
                  </a:lnTo>
                  <a:lnTo>
                    <a:pt x="0" y="59"/>
                  </a:lnTo>
                  <a:lnTo>
                    <a:pt x="8" y="75"/>
                  </a:lnTo>
                  <a:lnTo>
                    <a:pt x="23" y="88"/>
                  </a:lnTo>
                  <a:lnTo>
                    <a:pt x="24"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7905" name="Freeform 43"/>
            <p:cNvSpPr>
              <a:spLocks/>
            </p:cNvSpPr>
            <p:nvPr/>
          </p:nvSpPr>
          <p:spPr bwMode="auto">
            <a:xfrm>
              <a:off x="1198" y="1439"/>
              <a:ext cx="161" cy="35"/>
            </a:xfrm>
            <a:custGeom>
              <a:avLst/>
              <a:gdLst>
                <a:gd name="T0" fmla="*/ 1 w 806"/>
                <a:gd name="T1" fmla="*/ 1 h 177"/>
                <a:gd name="T2" fmla="*/ 1 w 806"/>
                <a:gd name="T3" fmla="*/ 1 h 177"/>
                <a:gd name="T4" fmla="*/ 1 w 806"/>
                <a:gd name="T5" fmla="*/ 1 h 177"/>
                <a:gd name="T6" fmla="*/ 1 w 806"/>
                <a:gd name="T7" fmla="*/ 1 h 177"/>
                <a:gd name="T8" fmla="*/ 2 w 806"/>
                <a:gd name="T9" fmla="*/ 1 h 177"/>
                <a:gd name="T10" fmla="*/ 2 w 806"/>
                <a:gd name="T11" fmla="*/ 1 h 177"/>
                <a:gd name="T12" fmla="*/ 2 w 806"/>
                <a:gd name="T13" fmla="*/ 1 h 177"/>
                <a:gd name="T14" fmla="*/ 3 w 806"/>
                <a:gd name="T15" fmla="*/ 1 h 177"/>
                <a:gd name="T16" fmla="*/ 3 w 806"/>
                <a:gd name="T17" fmla="*/ 1 h 177"/>
                <a:gd name="T18" fmla="*/ 3 w 806"/>
                <a:gd name="T19" fmla="*/ 1 h 177"/>
                <a:gd name="T20" fmla="*/ 4 w 806"/>
                <a:gd name="T21" fmla="*/ 1 h 177"/>
                <a:gd name="T22" fmla="*/ 4 w 806"/>
                <a:gd name="T23" fmla="*/ 1 h 177"/>
                <a:gd name="T24" fmla="*/ 5 w 806"/>
                <a:gd name="T25" fmla="*/ 1 h 177"/>
                <a:gd name="T26" fmla="*/ 5 w 806"/>
                <a:gd name="T27" fmla="*/ 1 h 177"/>
                <a:gd name="T28" fmla="*/ 5 w 806"/>
                <a:gd name="T29" fmla="*/ 1 h 177"/>
                <a:gd name="T30" fmla="*/ 6 w 806"/>
                <a:gd name="T31" fmla="*/ 1 h 177"/>
                <a:gd name="T32" fmla="*/ 6 w 806"/>
                <a:gd name="T33" fmla="*/ 1 h 177"/>
                <a:gd name="T34" fmla="*/ 6 w 806"/>
                <a:gd name="T35" fmla="*/ 1 h 177"/>
                <a:gd name="T36" fmla="*/ 6 w 806"/>
                <a:gd name="T37" fmla="*/ 1 h 177"/>
                <a:gd name="T38" fmla="*/ 6 w 806"/>
                <a:gd name="T39" fmla="*/ 1 h 177"/>
                <a:gd name="T40" fmla="*/ 6 w 806"/>
                <a:gd name="T41" fmla="*/ 0 h 177"/>
                <a:gd name="T42" fmla="*/ 5 w 806"/>
                <a:gd name="T43" fmla="*/ 0 h 177"/>
                <a:gd name="T44" fmla="*/ 5 w 806"/>
                <a:gd name="T45" fmla="*/ 0 h 177"/>
                <a:gd name="T46" fmla="*/ 5 w 806"/>
                <a:gd name="T47" fmla="*/ 0 h 177"/>
                <a:gd name="T48" fmla="*/ 4 w 806"/>
                <a:gd name="T49" fmla="*/ 0 h 177"/>
                <a:gd name="T50" fmla="*/ 4 w 806"/>
                <a:gd name="T51" fmla="*/ 0 h 177"/>
                <a:gd name="T52" fmla="*/ 3 w 806"/>
                <a:gd name="T53" fmla="*/ 0 h 177"/>
                <a:gd name="T54" fmla="*/ 3 w 806"/>
                <a:gd name="T55" fmla="*/ 0 h 177"/>
                <a:gd name="T56" fmla="*/ 3 w 806"/>
                <a:gd name="T57" fmla="*/ 0 h 177"/>
                <a:gd name="T58" fmla="*/ 2 w 806"/>
                <a:gd name="T59" fmla="*/ 0 h 177"/>
                <a:gd name="T60" fmla="*/ 2 w 806"/>
                <a:gd name="T61" fmla="*/ 0 h 177"/>
                <a:gd name="T62" fmla="*/ 1 w 806"/>
                <a:gd name="T63" fmla="*/ 0 h 177"/>
                <a:gd name="T64" fmla="*/ 1 w 806"/>
                <a:gd name="T65" fmla="*/ 0 h 177"/>
                <a:gd name="T66" fmla="*/ 1 w 806"/>
                <a:gd name="T67" fmla="*/ 1 h 177"/>
                <a:gd name="T68" fmla="*/ 0 w 806"/>
                <a:gd name="T69" fmla="*/ 1 h 177"/>
                <a:gd name="T70" fmla="*/ 0 w 806"/>
                <a:gd name="T71" fmla="*/ 1 h 177"/>
                <a:gd name="T72" fmla="*/ 0 w 806"/>
                <a:gd name="T73" fmla="*/ 1 h 177"/>
                <a:gd name="T74" fmla="*/ 0 w 806"/>
                <a:gd name="T75" fmla="*/ 1 h 177"/>
                <a:gd name="T76" fmla="*/ 0 w 806"/>
                <a:gd name="T77" fmla="*/ 1 h 177"/>
                <a:gd name="T78" fmla="*/ 0 w 806"/>
                <a:gd name="T79" fmla="*/ 1 h 177"/>
                <a:gd name="T80" fmla="*/ 0 w 806"/>
                <a:gd name="T81" fmla="*/ 1 h 177"/>
                <a:gd name="T82" fmla="*/ 0 w 806"/>
                <a:gd name="T83" fmla="*/ 1 h 177"/>
                <a:gd name="T84" fmla="*/ 0 w 806"/>
                <a:gd name="T85" fmla="*/ 1 h 177"/>
                <a:gd name="T86" fmla="*/ 0 w 806"/>
                <a:gd name="T87" fmla="*/ 1 h 177"/>
                <a:gd name="T88" fmla="*/ 1 w 806"/>
                <a:gd name="T89" fmla="*/ 1 h 177"/>
                <a:gd name="T90" fmla="*/ 1 w 806"/>
                <a:gd name="T91" fmla="*/ 1 h 17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806"/>
                <a:gd name="T139" fmla="*/ 0 h 177"/>
                <a:gd name="T140" fmla="*/ 806 w 806"/>
                <a:gd name="T141" fmla="*/ 177 h 17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806" h="177">
                  <a:moveTo>
                    <a:pt x="67" y="171"/>
                  </a:moveTo>
                  <a:lnTo>
                    <a:pt x="68" y="171"/>
                  </a:lnTo>
                  <a:lnTo>
                    <a:pt x="109" y="151"/>
                  </a:lnTo>
                  <a:lnTo>
                    <a:pt x="151" y="135"/>
                  </a:lnTo>
                  <a:lnTo>
                    <a:pt x="196" y="122"/>
                  </a:lnTo>
                  <a:lnTo>
                    <a:pt x="242" y="110"/>
                  </a:lnTo>
                  <a:lnTo>
                    <a:pt x="287" y="102"/>
                  </a:lnTo>
                  <a:lnTo>
                    <a:pt x="335" y="97"/>
                  </a:lnTo>
                  <a:lnTo>
                    <a:pt x="382" y="95"/>
                  </a:lnTo>
                  <a:lnTo>
                    <a:pt x="430" y="94"/>
                  </a:lnTo>
                  <a:lnTo>
                    <a:pt x="477" y="97"/>
                  </a:lnTo>
                  <a:lnTo>
                    <a:pt x="524" y="102"/>
                  </a:lnTo>
                  <a:lnTo>
                    <a:pt x="568" y="108"/>
                  </a:lnTo>
                  <a:lnTo>
                    <a:pt x="612" y="117"/>
                  </a:lnTo>
                  <a:lnTo>
                    <a:pt x="654" y="128"/>
                  </a:lnTo>
                  <a:lnTo>
                    <a:pt x="693" y="141"/>
                  </a:lnTo>
                  <a:lnTo>
                    <a:pt x="730" y="155"/>
                  </a:lnTo>
                  <a:lnTo>
                    <a:pt x="764" y="171"/>
                  </a:lnTo>
                  <a:lnTo>
                    <a:pt x="806" y="89"/>
                  </a:lnTo>
                  <a:lnTo>
                    <a:pt x="768" y="70"/>
                  </a:lnTo>
                  <a:lnTo>
                    <a:pt x="725" y="54"/>
                  </a:lnTo>
                  <a:lnTo>
                    <a:pt x="680" y="39"/>
                  </a:lnTo>
                  <a:lnTo>
                    <a:pt x="633" y="26"/>
                  </a:lnTo>
                  <a:lnTo>
                    <a:pt x="585" y="16"/>
                  </a:lnTo>
                  <a:lnTo>
                    <a:pt x="536" y="8"/>
                  </a:lnTo>
                  <a:lnTo>
                    <a:pt x="484" y="3"/>
                  </a:lnTo>
                  <a:lnTo>
                    <a:pt x="433" y="0"/>
                  </a:lnTo>
                  <a:lnTo>
                    <a:pt x="380" y="1"/>
                  </a:lnTo>
                  <a:lnTo>
                    <a:pt x="328" y="3"/>
                  </a:lnTo>
                  <a:lnTo>
                    <a:pt x="276" y="10"/>
                  </a:lnTo>
                  <a:lnTo>
                    <a:pt x="223" y="19"/>
                  </a:lnTo>
                  <a:lnTo>
                    <a:pt x="172" y="30"/>
                  </a:lnTo>
                  <a:lnTo>
                    <a:pt x="121" y="46"/>
                  </a:lnTo>
                  <a:lnTo>
                    <a:pt x="72" y="67"/>
                  </a:lnTo>
                  <a:lnTo>
                    <a:pt x="24" y="89"/>
                  </a:lnTo>
                  <a:lnTo>
                    <a:pt x="25" y="89"/>
                  </a:lnTo>
                  <a:lnTo>
                    <a:pt x="24" y="89"/>
                  </a:lnTo>
                  <a:lnTo>
                    <a:pt x="8" y="102"/>
                  </a:lnTo>
                  <a:lnTo>
                    <a:pt x="0" y="118"/>
                  </a:lnTo>
                  <a:lnTo>
                    <a:pt x="0" y="136"/>
                  </a:lnTo>
                  <a:lnTo>
                    <a:pt x="6" y="152"/>
                  </a:lnTo>
                  <a:lnTo>
                    <a:pt x="17" y="165"/>
                  </a:lnTo>
                  <a:lnTo>
                    <a:pt x="31" y="175"/>
                  </a:lnTo>
                  <a:lnTo>
                    <a:pt x="48" y="177"/>
                  </a:lnTo>
                  <a:lnTo>
                    <a:pt x="68" y="171"/>
                  </a:lnTo>
                  <a:lnTo>
                    <a:pt x="67" y="1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7906" name="Freeform 44"/>
            <p:cNvSpPr>
              <a:spLocks/>
            </p:cNvSpPr>
            <p:nvPr/>
          </p:nvSpPr>
          <p:spPr bwMode="auto">
            <a:xfrm>
              <a:off x="931" y="1456"/>
              <a:ext cx="280" cy="158"/>
            </a:xfrm>
            <a:custGeom>
              <a:avLst/>
              <a:gdLst>
                <a:gd name="T0" fmla="*/ 1 w 1402"/>
                <a:gd name="T1" fmla="*/ 6 h 787"/>
                <a:gd name="T2" fmla="*/ 1 w 1402"/>
                <a:gd name="T3" fmla="*/ 6 h 787"/>
                <a:gd name="T4" fmla="*/ 11 w 1402"/>
                <a:gd name="T5" fmla="*/ 1 h 787"/>
                <a:gd name="T6" fmla="*/ 11 w 1402"/>
                <a:gd name="T7" fmla="*/ 0 h 787"/>
                <a:gd name="T8" fmla="*/ 0 w 1402"/>
                <a:gd name="T9" fmla="*/ 6 h 787"/>
                <a:gd name="T10" fmla="*/ 0 w 1402"/>
                <a:gd name="T11" fmla="*/ 6 h 787"/>
                <a:gd name="T12" fmla="*/ 0 w 1402"/>
                <a:gd name="T13" fmla="*/ 6 h 787"/>
                <a:gd name="T14" fmla="*/ 0 w 1402"/>
                <a:gd name="T15" fmla="*/ 6 h 787"/>
                <a:gd name="T16" fmla="*/ 0 w 1402"/>
                <a:gd name="T17" fmla="*/ 6 h 787"/>
                <a:gd name="T18" fmla="*/ 0 w 1402"/>
                <a:gd name="T19" fmla="*/ 6 h 787"/>
                <a:gd name="T20" fmla="*/ 0 w 1402"/>
                <a:gd name="T21" fmla="*/ 6 h 787"/>
                <a:gd name="T22" fmla="*/ 0 w 1402"/>
                <a:gd name="T23" fmla="*/ 6 h 787"/>
                <a:gd name="T24" fmla="*/ 0 w 1402"/>
                <a:gd name="T25" fmla="*/ 6 h 787"/>
                <a:gd name="T26" fmla="*/ 0 w 1402"/>
                <a:gd name="T27" fmla="*/ 6 h 787"/>
                <a:gd name="T28" fmla="*/ 1 w 1402"/>
                <a:gd name="T29" fmla="*/ 6 h 787"/>
                <a:gd name="T30" fmla="*/ 1 w 1402"/>
                <a:gd name="T31" fmla="*/ 6 h 78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02"/>
                <a:gd name="T49" fmla="*/ 0 h 787"/>
                <a:gd name="T50" fmla="*/ 1402 w 1402"/>
                <a:gd name="T51" fmla="*/ 787 h 78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02" h="787">
                  <a:moveTo>
                    <a:pt x="69" y="781"/>
                  </a:moveTo>
                  <a:lnTo>
                    <a:pt x="66" y="781"/>
                  </a:lnTo>
                  <a:lnTo>
                    <a:pt x="1402" y="82"/>
                  </a:lnTo>
                  <a:lnTo>
                    <a:pt x="1360" y="0"/>
                  </a:lnTo>
                  <a:lnTo>
                    <a:pt x="24" y="699"/>
                  </a:lnTo>
                  <a:lnTo>
                    <a:pt x="22" y="699"/>
                  </a:lnTo>
                  <a:lnTo>
                    <a:pt x="24" y="699"/>
                  </a:lnTo>
                  <a:lnTo>
                    <a:pt x="8" y="712"/>
                  </a:lnTo>
                  <a:lnTo>
                    <a:pt x="1" y="727"/>
                  </a:lnTo>
                  <a:lnTo>
                    <a:pt x="0" y="744"/>
                  </a:lnTo>
                  <a:lnTo>
                    <a:pt x="5" y="761"/>
                  </a:lnTo>
                  <a:lnTo>
                    <a:pt x="15" y="775"/>
                  </a:lnTo>
                  <a:lnTo>
                    <a:pt x="30" y="784"/>
                  </a:lnTo>
                  <a:lnTo>
                    <a:pt x="46" y="787"/>
                  </a:lnTo>
                  <a:lnTo>
                    <a:pt x="66" y="781"/>
                  </a:lnTo>
                  <a:lnTo>
                    <a:pt x="69" y="7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7907" name="Freeform 45"/>
            <p:cNvSpPr>
              <a:spLocks/>
            </p:cNvSpPr>
            <p:nvPr/>
          </p:nvSpPr>
          <p:spPr bwMode="auto">
            <a:xfrm>
              <a:off x="868" y="1596"/>
              <a:ext cx="77" cy="126"/>
            </a:xfrm>
            <a:custGeom>
              <a:avLst/>
              <a:gdLst>
                <a:gd name="T0" fmla="*/ 1 w 382"/>
                <a:gd name="T1" fmla="*/ 5 h 628"/>
                <a:gd name="T2" fmla="*/ 1 w 382"/>
                <a:gd name="T3" fmla="*/ 5 h 628"/>
                <a:gd name="T4" fmla="*/ 1 w 382"/>
                <a:gd name="T5" fmla="*/ 4 h 628"/>
                <a:gd name="T6" fmla="*/ 1 w 382"/>
                <a:gd name="T7" fmla="*/ 4 h 628"/>
                <a:gd name="T8" fmla="*/ 1 w 382"/>
                <a:gd name="T9" fmla="*/ 4 h 628"/>
                <a:gd name="T10" fmla="*/ 1 w 382"/>
                <a:gd name="T11" fmla="*/ 3 h 628"/>
                <a:gd name="T12" fmla="*/ 1 w 382"/>
                <a:gd name="T13" fmla="*/ 3 h 628"/>
                <a:gd name="T14" fmla="*/ 1 w 382"/>
                <a:gd name="T15" fmla="*/ 3 h 628"/>
                <a:gd name="T16" fmla="*/ 1 w 382"/>
                <a:gd name="T17" fmla="*/ 3 h 628"/>
                <a:gd name="T18" fmla="*/ 1 w 382"/>
                <a:gd name="T19" fmla="*/ 2 h 628"/>
                <a:gd name="T20" fmla="*/ 2 w 382"/>
                <a:gd name="T21" fmla="*/ 2 h 628"/>
                <a:gd name="T22" fmla="*/ 2 w 382"/>
                <a:gd name="T23" fmla="*/ 2 h 628"/>
                <a:gd name="T24" fmla="*/ 2 w 382"/>
                <a:gd name="T25" fmla="*/ 2 h 628"/>
                <a:gd name="T26" fmla="*/ 2 w 382"/>
                <a:gd name="T27" fmla="*/ 1 h 628"/>
                <a:gd name="T28" fmla="*/ 2 w 382"/>
                <a:gd name="T29" fmla="*/ 1 h 628"/>
                <a:gd name="T30" fmla="*/ 3 w 382"/>
                <a:gd name="T31" fmla="*/ 1 h 628"/>
                <a:gd name="T32" fmla="*/ 3 w 382"/>
                <a:gd name="T33" fmla="*/ 1 h 628"/>
                <a:gd name="T34" fmla="*/ 3 w 382"/>
                <a:gd name="T35" fmla="*/ 1 h 628"/>
                <a:gd name="T36" fmla="*/ 3 w 382"/>
                <a:gd name="T37" fmla="*/ 0 h 628"/>
                <a:gd name="T38" fmla="*/ 2 w 382"/>
                <a:gd name="T39" fmla="*/ 0 h 628"/>
                <a:gd name="T40" fmla="*/ 2 w 382"/>
                <a:gd name="T41" fmla="*/ 0 h 628"/>
                <a:gd name="T42" fmla="*/ 2 w 382"/>
                <a:gd name="T43" fmla="*/ 1 h 628"/>
                <a:gd name="T44" fmla="*/ 2 w 382"/>
                <a:gd name="T45" fmla="*/ 1 h 628"/>
                <a:gd name="T46" fmla="*/ 1 w 382"/>
                <a:gd name="T47" fmla="*/ 1 h 628"/>
                <a:gd name="T48" fmla="*/ 1 w 382"/>
                <a:gd name="T49" fmla="*/ 1 h 628"/>
                <a:gd name="T50" fmla="*/ 1 w 382"/>
                <a:gd name="T51" fmla="*/ 2 h 628"/>
                <a:gd name="T52" fmla="*/ 1 w 382"/>
                <a:gd name="T53" fmla="*/ 2 h 628"/>
                <a:gd name="T54" fmla="*/ 1 w 382"/>
                <a:gd name="T55" fmla="*/ 2 h 628"/>
                <a:gd name="T56" fmla="*/ 0 w 382"/>
                <a:gd name="T57" fmla="*/ 3 h 628"/>
                <a:gd name="T58" fmla="*/ 0 w 382"/>
                <a:gd name="T59" fmla="*/ 3 h 628"/>
                <a:gd name="T60" fmla="*/ 0 w 382"/>
                <a:gd name="T61" fmla="*/ 3 h 628"/>
                <a:gd name="T62" fmla="*/ 0 w 382"/>
                <a:gd name="T63" fmla="*/ 4 h 628"/>
                <a:gd name="T64" fmla="*/ 0 w 382"/>
                <a:gd name="T65" fmla="*/ 4 h 628"/>
                <a:gd name="T66" fmla="*/ 0 w 382"/>
                <a:gd name="T67" fmla="*/ 4 h 628"/>
                <a:gd name="T68" fmla="*/ 0 w 382"/>
                <a:gd name="T69" fmla="*/ 5 h 628"/>
                <a:gd name="T70" fmla="*/ 0 w 382"/>
                <a:gd name="T71" fmla="*/ 5 h 628"/>
                <a:gd name="T72" fmla="*/ 0 w 382"/>
                <a:gd name="T73" fmla="*/ 5 h 628"/>
                <a:gd name="T74" fmla="*/ 0 w 382"/>
                <a:gd name="T75" fmla="*/ 5 h 628"/>
                <a:gd name="T76" fmla="*/ 0 w 382"/>
                <a:gd name="T77" fmla="*/ 5 h 628"/>
                <a:gd name="T78" fmla="*/ 0 w 382"/>
                <a:gd name="T79" fmla="*/ 5 h 628"/>
                <a:gd name="T80" fmla="*/ 0 w 382"/>
                <a:gd name="T81" fmla="*/ 5 h 628"/>
                <a:gd name="T82" fmla="*/ 1 w 382"/>
                <a:gd name="T83" fmla="*/ 5 h 628"/>
                <a:gd name="T84" fmla="*/ 1 w 382"/>
                <a:gd name="T85" fmla="*/ 5 h 628"/>
                <a:gd name="T86" fmla="*/ 1 w 382"/>
                <a:gd name="T87" fmla="*/ 5 h 628"/>
                <a:gd name="T88" fmla="*/ 1 w 382"/>
                <a:gd name="T89" fmla="*/ 5 h 628"/>
                <a:gd name="T90" fmla="*/ 1 w 382"/>
                <a:gd name="T91" fmla="*/ 5 h 628"/>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382"/>
                <a:gd name="T139" fmla="*/ 0 h 628"/>
                <a:gd name="T140" fmla="*/ 382 w 382"/>
                <a:gd name="T141" fmla="*/ 628 h 628"/>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382" h="628">
                  <a:moveTo>
                    <a:pt x="94" y="581"/>
                  </a:moveTo>
                  <a:lnTo>
                    <a:pt x="94" y="582"/>
                  </a:lnTo>
                  <a:lnTo>
                    <a:pt x="96" y="541"/>
                  </a:lnTo>
                  <a:lnTo>
                    <a:pt x="99" y="500"/>
                  </a:lnTo>
                  <a:lnTo>
                    <a:pt x="106" y="463"/>
                  </a:lnTo>
                  <a:lnTo>
                    <a:pt x="115" y="424"/>
                  </a:lnTo>
                  <a:lnTo>
                    <a:pt x="127" y="389"/>
                  </a:lnTo>
                  <a:lnTo>
                    <a:pt x="140" y="353"/>
                  </a:lnTo>
                  <a:lnTo>
                    <a:pt x="156" y="320"/>
                  </a:lnTo>
                  <a:lnTo>
                    <a:pt x="173" y="287"/>
                  </a:lnTo>
                  <a:lnTo>
                    <a:pt x="193" y="255"/>
                  </a:lnTo>
                  <a:lnTo>
                    <a:pt x="214" y="226"/>
                  </a:lnTo>
                  <a:lnTo>
                    <a:pt x="238" y="198"/>
                  </a:lnTo>
                  <a:lnTo>
                    <a:pt x="263" y="172"/>
                  </a:lnTo>
                  <a:lnTo>
                    <a:pt x="290" y="146"/>
                  </a:lnTo>
                  <a:lnTo>
                    <a:pt x="318" y="122"/>
                  </a:lnTo>
                  <a:lnTo>
                    <a:pt x="349" y="101"/>
                  </a:lnTo>
                  <a:lnTo>
                    <a:pt x="382" y="82"/>
                  </a:lnTo>
                  <a:lnTo>
                    <a:pt x="335" y="0"/>
                  </a:lnTo>
                  <a:lnTo>
                    <a:pt x="297" y="23"/>
                  </a:lnTo>
                  <a:lnTo>
                    <a:pt x="262" y="49"/>
                  </a:lnTo>
                  <a:lnTo>
                    <a:pt x="229" y="76"/>
                  </a:lnTo>
                  <a:lnTo>
                    <a:pt x="198" y="104"/>
                  </a:lnTo>
                  <a:lnTo>
                    <a:pt x="167" y="137"/>
                  </a:lnTo>
                  <a:lnTo>
                    <a:pt x="142" y="170"/>
                  </a:lnTo>
                  <a:lnTo>
                    <a:pt x="116" y="204"/>
                  </a:lnTo>
                  <a:lnTo>
                    <a:pt x="94" y="240"/>
                  </a:lnTo>
                  <a:lnTo>
                    <a:pt x="74" y="278"/>
                  </a:lnTo>
                  <a:lnTo>
                    <a:pt x="54" y="317"/>
                  </a:lnTo>
                  <a:lnTo>
                    <a:pt x="38" y="359"/>
                  </a:lnTo>
                  <a:lnTo>
                    <a:pt x="26" y="401"/>
                  </a:lnTo>
                  <a:lnTo>
                    <a:pt x="15" y="444"/>
                  </a:lnTo>
                  <a:lnTo>
                    <a:pt x="8" y="489"/>
                  </a:lnTo>
                  <a:lnTo>
                    <a:pt x="2" y="534"/>
                  </a:lnTo>
                  <a:lnTo>
                    <a:pt x="0" y="580"/>
                  </a:lnTo>
                  <a:lnTo>
                    <a:pt x="0" y="581"/>
                  </a:lnTo>
                  <a:lnTo>
                    <a:pt x="0" y="580"/>
                  </a:lnTo>
                  <a:lnTo>
                    <a:pt x="3" y="600"/>
                  </a:lnTo>
                  <a:lnTo>
                    <a:pt x="14" y="615"/>
                  </a:lnTo>
                  <a:lnTo>
                    <a:pt x="29" y="625"/>
                  </a:lnTo>
                  <a:lnTo>
                    <a:pt x="45" y="628"/>
                  </a:lnTo>
                  <a:lnTo>
                    <a:pt x="63" y="626"/>
                  </a:lnTo>
                  <a:lnTo>
                    <a:pt x="78" y="616"/>
                  </a:lnTo>
                  <a:lnTo>
                    <a:pt x="89" y="602"/>
                  </a:lnTo>
                  <a:lnTo>
                    <a:pt x="94" y="582"/>
                  </a:lnTo>
                  <a:lnTo>
                    <a:pt x="94" y="5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7908" name="Freeform 46"/>
            <p:cNvSpPr>
              <a:spLocks/>
            </p:cNvSpPr>
            <p:nvPr/>
          </p:nvSpPr>
          <p:spPr bwMode="auto">
            <a:xfrm>
              <a:off x="868" y="1712"/>
              <a:ext cx="19" cy="364"/>
            </a:xfrm>
            <a:custGeom>
              <a:avLst/>
              <a:gdLst>
                <a:gd name="T0" fmla="*/ 1 w 94"/>
                <a:gd name="T1" fmla="*/ 14 h 1818"/>
                <a:gd name="T2" fmla="*/ 1 w 94"/>
                <a:gd name="T3" fmla="*/ 14 h 1818"/>
                <a:gd name="T4" fmla="*/ 1 w 94"/>
                <a:gd name="T5" fmla="*/ 0 h 1818"/>
                <a:gd name="T6" fmla="*/ 0 w 94"/>
                <a:gd name="T7" fmla="*/ 0 h 1818"/>
                <a:gd name="T8" fmla="*/ 0 w 94"/>
                <a:gd name="T9" fmla="*/ 14 h 1818"/>
                <a:gd name="T10" fmla="*/ 0 w 94"/>
                <a:gd name="T11" fmla="*/ 14 h 1818"/>
                <a:gd name="T12" fmla="*/ 0 w 94"/>
                <a:gd name="T13" fmla="*/ 14 h 1818"/>
                <a:gd name="T14" fmla="*/ 0 w 94"/>
                <a:gd name="T15" fmla="*/ 14 h 1818"/>
                <a:gd name="T16" fmla="*/ 0 w 94"/>
                <a:gd name="T17" fmla="*/ 14 h 1818"/>
                <a:gd name="T18" fmla="*/ 0 w 94"/>
                <a:gd name="T19" fmla="*/ 15 h 1818"/>
                <a:gd name="T20" fmla="*/ 0 w 94"/>
                <a:gd name="T21" fmla="*/ 15 h 1818"/>
                <a:gd name="T22" fmla="*/ 1 w 94"/>
                <a:gd name="T23" fmla="*/ 15 h 1818"/>
                <a:gd name="T24" fmla="*/ 1 w 94"/>
                <a:gd name="T25" fmla="*/ 14 h 1818"/>
                <a:gd name="T26" fmla="*/ 1 w 94"/>
                <a:gd name="T27" fmla="*/ 14 h 1818"/>
                <a:gd name="T28" fmla="*/ 1 w 94"/>
                <a:gd name="T29" fmla="*/ 14 h 1818"/>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94"/>
                <a:gd name="T46" fmla="*/ 0 h 1818"/>
                <a:gd name="T47" fmla="*/ 94 w 94"/>
                <a:gd name="T48" fmla="*/ 1818 h 1818"/>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94" h="1818">
                  <a:moveTo>
                    <a:pt x="94" y="1771"/>
                  </a:moveTo>
                  <a:lnTo>
                    <a:pt x="94" y="1771"/>
                  </a:lnTo>
                  <a:lnTo>
                    <a:pt x="94" y="0"/>
                  </a:lnTo>
                  <a:lnTo>
                    <a:pt x="0" y="0"/>
                  </a:lnTo>
                  <a:lnTo>
                    <a:pt x="0" y="1771"/>
                  </a:lnTo>
                  <a:lnTo>
                    <a:pt x="3" y="1791"/>
                  </a:lnTo>
                  <a:lnTo>
                    <a:pt x="15" y="1806"/>
                  </a:lnTo>
                  <a:lnTo>
                    <a:pt x="29" y="1814"/>
                  </a:lnTo>
                  <a:lnTo>
                    <a:pt x="47" y="1818"/>
                  </a:lnTo>
                  <a:lnTo>
                    <a:pt x="64" y="1814"/>
                  </a:lnTo>
                  <a:lnTo>
                    <a:pt x="79" y="1806"/>
                  </a:lnTo>
                  <a:lnTo>
                    <a:pt x="90" y="1791"/>
                  </a:lnTo>
                  <a:lnTo>
                    <a:pt x="94" y="17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7909" name="Freeform 47"/>
            <p:cNvSpPr>
              <a:spLocks/>
            </p:cNvSpPr>
            <p:nvPr/>
          </p:nvSpPr>
          <p:spPr bwMode="auto">
            <a:xfrm>
              <a:off x="868" y="2067"/>
              <a:ext cx="90" cy="160"/>
            </a:xfrm>
            <a:custGeom>
              <a:avLst/>
              <a:gdLst>
                <a:gd name="T0" fmla="*/ 3 w 449"/>
                <a:gd name="T1" fmla="*/ 6 h 803"/>
                <a:gd name="T2" fmla="*/ 3 w 449"/>
                <a:gd name="T3" fmla="*/ 6 h 803"/>
                <a:gd name="T4" fmla="*/ 3 w 449"/>
                <a:gd name="T5" fmla="*/ 5 h 803"/>
                <a:gd name="T6" fmla="*/ 3 w 449"/>
                <a:gd name="T7" fmla="*/ 5 h 803"/>
                <a:gd name="T8" fmla="*/ 3 w 449"/>
                <a:gd name="T9" fmla="*/ 5 h 803"/>
                <a:gd name="T10" fmla="*/ 2 w 449"/>
                <a:gd name="T11" fmla="*/ 5 h 803"/>
                <a:gd name="T12" fmla="*/ 2 w 449"/>
                <a:gd name="T13" fmla="*/ 4 h 803"/>
                <a:gd name="T14" fmla="*/ 2 w 449"/>
                <a:gd name="T15" fmla="*/ 4 h 803"/>
                <a:gd name="T16" fmla="*/ 2 w 449"/>
                <a:gd name="T17" fmla="*/ 4 h 803"/>
                <a:gd name="T18" fmla="*/ 2 w 449"/>
                <a:gd name="T19" fmla="*/ 3 h 803"/>
                <a:gd name="T20" fmla="*/ 1 w 449"/>
                <a:gd name="T21" fmla="*/ 3 h 803"/>
                <a:gd name="T22" fmla="*/ 1 w 449"/>
                <a:gd name="T23" fmla="*/ 2 h 803"/>
                <a:gd name="T24" fmla="*/ 1 w 449"/>
                <a:gd name="T25" fmla="*/ 2 h 803"/>
                <a:gd name="T26" fmla="*/ 1 w 449"/>
                <a:gd name="T27" fmla="*/ 2 h 803"/>
                <a:gd name="T28" fmla="*/ 1 w 449"/>
                <a:gd name="T29" fmla="*/ 1 h 803"/>
                <a:gd name="T30" fmla="*/ 1 w 449"/>
                <a:gd name="T31" fmla="*/ 1 h 803"/>
                <a:gd name="T32" fmla="*/ 1 w 449"/>
                <a:gd name="T33" fmla="*/ 0 h 803"/>
                <a:gd name="T34" fmla="*/ 1 w 449"/>
                <a:gd name="T35" fmla="*/ 0 h 803"/>
                <a:gd name="T36" fmla="*/ 0 w 449"/>
                <a:gd name="T37" fmla="*/ 0 h 803"/>
                <a:gd name="T38" fmla="*/ 0 w 449"/>
                <a:gd name="T39" fmla="*/ 0 h 803"/>
                <a:gd name="T40" fmla="*/ 0 w 449"/>
                <a:gd name="T41" fmla="*/ 1 h 803"/>
                <a:gd name="T42" fmla="*/ 0 w 449"/>
                <a:gd name="T43" fmla="*/ 1 h 803"/>
                <a:gd name="T44" fmla="*/ 0 w 449"/>
                <a:gd name="T45" fmla="*/ 2 h 803"/>
                <a:gd name="T46" fmla="*/ 0 w 449"/>
                <a:gd name="T47" fmla="*/ 2 h 803"/>
                <a:gd name="T48" fmla="*/ 0 w 449"/>
                <a:gd name="T49" fmla="*/ 3 h 803"/>
                <a:gd name="T50" fmla="*/ 1 w 449"/>
                <a:gd name="T51" fmla="*/ 3 h 803"/>
                <a:gd name="T52" fmla="*/ 1 w 449"/>
                <a:gd name="T53" fmla="*/ 4 h 803"/>
                <a:gd name="T54" fmla="*/ 1 w 449"/>
                <a:gd name="T55" fmla="*/ 4 h 803"/>
                <a:gd name="T56" fmla="*/ 1 w 449"/>
                <a:gd name="T57" fmla="*/ 4 h 803"/>
                <a:gd name="T58" fmla="*/ 2 w 449"/>
                <a:gd name="T59" fmla="*/ 5 h 803"/>
                <a:gd name="T60" fmla="*/ 2 w 449"/>
                <a:gd name="T61" fmla="*/ 5 h 803"/>
                <a:gd name="T62" fmla="*/ 2 w 449"/>
                <a:gd name="T63" fmla="*/ 5 h 803"/>
                <a:gd name="T64" fmla="*/ 2 w 449"/>
                <a:gd name="T65" fmla="*/ 6 h 803"/>
                <a:gd name="T66" fmla="*/ 3 w 449"/>
                <a:gd name="T67" fmla="*/ 6 h 803"/>
                <a:gd name="T68" fmla="*/ 3 w 449"/>
                <a:gd name="T69" fmla="*/ 6 h 803"/>
                <a:gd name="T70" fmla="*/ 3 w 449"/>
                <a:gd name="T71" fmla="*/ 6 h 803"/>
                <a:gd name="T72" fmla="*/ 3 w 449"/>
                <a:gd name="T73" fmla="*/ 6 h 803"/>
                <a:gd name="T74" fmla="*/ 3 w 449"/>
                <a:gd name="T75" fmla="*/ 6 h 803"/>
                <a:gd name="T76" fmla="*/ 3 w 449"/>
                <a:gd name="T77" fmla="*/ 6 h 803"/>
                <a:gd name="T78" fmla="*/ 3 w 449"/>
                <a:gd name="T79" fmla="*/ 6 h 803"/>
                <a:gd name="T80" fmla="*/ 4 w 449"/>
                <a:gd name="T81" fmla="*/ 6 h 803"/>
                <a:gd name="T82" fmla="*/ 4 w 449"/>
                <a:gd name="T83" fmla="*/ 6 h 803"/>
                <a:gd name="T84" fmla="*/ 4 w 449"/>
                <a:gd name="T85" fmla="*/ 6 h 803"/>
                <a:gd name="T86" fmla="*/ 4 w 449"/>
                <a:gd name="T87" fmla="*/ 6 h 803"/>
                <a:gd name="T88" fmla="*/ 3 w 449"/>
                <a:gd name="T89" fmla="*/ 6 h 803"/>
                <a:gd name="T90" fmla="*/ 3 w 449"/>
                <a:gd name="T91" fmla="*/ 6 h 80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449"/>
                <a:gd name="T139" fmla="*/ 0 h 803"/>
                <a:gd name="T140" fmla="*/ 449 w 449"/>
                <a:gd name="T141" fmla="*/ 803 h 80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449" h="803">
                  <a:moveTo>
                    <a:pt x="426" y="717"/>
                  </a:moveTo>
                  <a:lnTo>
                    <a:pt x="427" y="717"/>
                  </a:lnTo>
                  <a:lnTo>
                    <a:pt x="395" y="693"/>
                  </a:lnTo>
                  <a:lnTo>
                    <a:pt x="361" y="662"/>
                  </a:lnTo>
                  <a:lnTo>
                    <a:pt x="329" y="628"/>
                  </a:lnTo>
                  <a:lnTo>
                    <a:pt x="299" y="591"/>
                  </a:lnTo>
                  <a:lnTo>
                    <a:pt x="269" y="551"/>
                  </a:lnTo>
                  <a:lnTo>
                    <a:pt x="241" y="507"/>
                  </a:lnTo>
                  <a:lnTo>
                    <a:pt x="215" y="460"/>
                  </a:lnTo>
                  <a:lnTo>
                    <a:pt x="191" y="412"/>
                  </a:lnTo>
                  <a:lnTo>
                    <a:pt x="170" y="363"/>
                  </a:lnTo>
                  <a:lnTo>
                    <a:pt x="151" y="312"/>
                  </a:lnTo>
                  <a:lnTo>
                    <a:pt x="133" y="259"/>
                  </a:lnTo>
                  <a:lnTo>
                    <a:pt x="119" y="207"/>
                  </a:lnTo>
                  <a:lnTo>
                    <a:pt x="108" y="156"/>
                  </a:lnTo>
                  <a:lnTo>
                    <a:pt x="101" y="103"/>
                  </a:lnTo>
                  <a:lnTo>
                    <a:pt x="96" y="51"/>
                  </a:lnTo>
                  <a:lnTo>
                    <a:pt x="94" y="0"/>
                  </a:lnTo>
                  <a:lnTo>
                    <a:pt x="0" y="0"/>
                  </a:lnTo>
                  <a:lnTo>
                    <a:pt x="2" y="56"/>
                  </a:lnTo>
                  <a:lnTo>
                    <a:pt x="7" y="115"/>
                  </a:lnTo>
                  <a:lnTo>
                    <a:pt x="16" y="172"/>
                  </a:lnTo>
                  <a:lnTo>
                    <a:pt x="28" y="231"/>
                  </a:lnTo>
                  <a:lnTo>
                    <a:pt x="44" y="287"/>
                  </a:lnTo>
                  <a:lnTo>
                    <a:pt x="62" y="342"/>
                  </a:lnTo>
                  <a:lnTo>
                    <a:pt x="83" y="398"/>
                  </a:lnTo>
                  <a:lnTo>
                    <a:pt x="106" y="452"/>
                  </a:lnTo>
                  <a:lnTo>
                    <a:pt x="133" y="505"/>
                  </a:lnTo>
                  <a:lnTo>
                    <a:pt x="161" y="554"/>
                  </a:lnTo>
                  <a:lnTo>
                    <a:pt x="192" y="602"/>
                  </a:lnTo>
                  <a:lnTo>
                    <a:pt x="224" y="647"/>
                  </a:lnTo>
                  <a:lnTo>
                    <a:pt x="259" y="689"/>
                  </a:lnTo>
                  <a:lnTo>
                    <a:pt x="295" y="728"/>
                  </a:lnTo>
                  <a:lnTo>
                    <a:pt x="334" y="763"/>
                  </a:lnTo>
                  <a:lnTo>
                    <a:pt x="374" y="795"/>
                  </a:lnTo>
                  <a:lnTo>
                    <a:pt x="375" y="795"/>
                  </a:lnTo>
                  <a:lnTo>
                    <a:pt x="374" y="795"/>
                  </a:lnTo>
                  <a:lnTo>
                    <a:pt x="392" y="803"/>
                  </a:lnTo>
                  <a:lnTo>
                    <a:pt x="411" y="803"/>
                  </a:lnTo>
                  <a:lnTo>
                    <a:pt x="426" y="795"/>
                  </a:lnTo>
                  <a:lnTo>
                    <a:pt x="439" y="782"/>
                  </a:lnTo>
                  <a:lnTo>
                    <a:pt x="446" y="766"/>
                  </a:lnTo>
                  <a:lnTo>
                    <a:pt x="449" y="749"/>
                  </a:lnTo>
                  <a:lnTo>
                    <a:pt x="441" y="732"/>
                  </a:lnTo>
                  <a:lnTo>
                    <a:pt x="427" y="717"/>
                  </a:lnTo>
                  <a:lnTo>
                    <a:pt x="426" y="71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7910" name="Freeform 48"/>
            <p:cNvSpPr>
              <a:spLocks/>
            </p:cNvSpPr>
            <p:nvPr/>
          </p:nvSpPr>
          <p:spPr bwMode="auto">
            <a:xfrm>
              <a:off x="883" y="1673"/>
              <a:ext cx="379" cy="690"/>
            </a:xfrm>
            <a:custGeom>
              <a:avLst/>
              <a:gdLst>
                <a:gd name="T0" fmla="*/ 12 w 1897"/>
                <a:gd name="T1" fmla="*/ 6 h 3450"/>
                <a:gd name="T2" fmla="*/ 13 w 1897"/>
                <a:gd name="T3" fmla="*/ 7 h 3450"/>
                <a:gd name="T4" fmla="*/ 13 w 1897"/>
                <a:gd name="T5" fmla="*/ 7 h 3450"/>
                <a:gd name="T6" fmla="*/ 14 w 1897"/>
                <a:gd name="T7" fmla="*/ 8 h 3450"/>
                <a:gd name="T8" fmla="*/ 14 w 1897"/>
                <a:gd name="T9" fmla="*/ 9 h 3450"/>
                <a:gd name="T10" fmla="*/ 15 w 1897"/>
                <a:gd name="T11" fmla="*/ 10 h 3450"/>
                <a:gd name="T12" fmla="*/ 15 w 1897"/>
                <a:gd name="T13" fmla="*/ 11 h 3450"/>
                <a:gd name="T14" fmla="*/ 15 w 1897"/>
                <a:gd name="T15" fmla="*/ 11 h 3450"/>
                <a:gd name="T16" fmla="*/ 15 w 1897"/>
                <a:gd name="T17" fmla="*/ 12 h 3450"/>
                <a:gd name="T18" fmla="*/ 15 w 1897"/>
                <a:gd name="T19" fmla="*/ 26 h 3450"/>
                <a:gd name="T20" fmla="*/ 15 w 1897"/>
                <a:gd name="T21" fmla="*/ 26 h 3450"/>
                <a:gd name="T22" fmla="*/ 15 w 1897"/>
                <a:gd name="T23" fmla="*/ 27 h 3450"/>
                <a:gd name="T24" fmla="*/ 15 w 1897"/>
                <a:gd name="T25" fmla="*/ 27 h 3450"/>
                <a:gd name="T26" fmla="*/ 14 w 1897"/>
                <a:gd name="T27" fmla="*/ 27 h 3450"/>
                <a:gd name="T28" fmla="*/ 14 w 1897"/>
                <a:gd name="T29" fmla="*/ 28 h 3450"/>
                <a:gd name="T30" fmla="*/ 13 w 1897"/>
                <a:gd name="T31" fmla="*/ 28 h 3450"/>
                <a:gd name="T32" fmla="*/ 13 w 1897"/>
                <a:gd name="T33" fmla="*/ 27 h 3450"/>
                <a:gd name="T34" fmla="*/ 3 w 1897"/>
                <a:gd name="T35" fmla="*/ 21 h 3450"/>
                <a:gd name="T36" fmla="*/ 2 w 1897"/>
                <a:gd name="T37" fmla="*/ 21 h 3450"/>
                <a:gd name="T38" fmla="*/ 2 w 1897"/>
                <a:gd name="T39" fmla="*/ 20 h 3450"/>
                <a:gd name="T40" fmla="*/ 1 w 1897"/>
                <a:gd name="T41" fmla="*/ 19 h 3450"/>
                <a:gd name="T42" fmla="*/ 1 w 1897"/>
                <a:gd name="T43" fmla="*/ 19 h 3450"/>
                <a:gd name="T44" fmla="*/ 0 w 1897"/>
                <a:gd name="T45" fmla="*/ 18 h 3450"/>
                <a:gd name="T46" fmla="*/ 0 w 1897"/>
                <a:gd name="T47" fmla="*/ 17 h 3450"/>
                <a:gd name="T48" fmla="*/ 0 w 1897"/>
                <a:gd name="T49" fmla="*/ 16 h 3450"/>
                <a:gd name="T50" fmla="*/ 0 w 1897"/>
                <a:gd name="T51" fmla="*/ 15 h 3450"/>
                <a:gd name="T52" fmla="*/ 0 w 1897"/>
                <a:gd name="T53" fmla="*/ 2 h 3450"/>
                <a:gd name="T54" fmla="*/ 0 w 1897"/>
                <a:gd name="T55" fmla="*/ 1 h 3450"/>
                <a:gd name="T56" fmla="*/ 0 w 1897"/>
                <a:gd name="T57" fmla="*/ 1 h 3450"/>
                <a:gd name="T58" fmla="*/ 1 w 1897"/>
                <a:gd name="T59" fmla="*/ 0 h 3450"/>
                <a:gd name="T60" fmla="*/ 1 w 1897"/>
                <a:gd name="T61" fmla="*/ 0 h 3450"/>
                <a:gd name="T62" fmla="*/ 1 w 1897"/>
                <a:gd name="T63" fmla="*/ 0 h 3450"/>
                <a:gd name="T64" fmla="*/ 2 w 1897"/>
                <a:gd name="T65" fmla="*/ 0 h 3450"/>
                <a:gd name="T66" fmla="*/ 3 w 1897"/>
                <a:gd name="T67" fmla="*/ 0 h 3450"/>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897"/>
                <a:gd name="T103" fmla="*/ 0 h 3450"/>
                <a:gd name="T104" fmla="*/ 1897 w 1897"/>
                <a:gd name="T105" fmla="*/ 3450 h 3450"/>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897" h="3450">
                  <a:moveTo>
                    <a:pt x="357" y="49"/>
                  </a:moveTo>
                  <a:lnTo>
                    <a:pt x="1542" y="806"/>
                  </a:lnTo>
                  <a:lnTo>
                    <a:pt x="1579" y="832"/>
                  </a:lnTo>
                  <a:lnTo>
                    <a:pt x="1614" y="861"/>
                  </a:lnTo>
                  <a:lnTo>
                    <a:pt x="1648" y="895"/>
                  </a:lnTo>
                  <a:lnTo>
                    <a:pt x="1681" y="933"/>
                  </a:lnTo>
                  <a:lnTo>
                    <a:pt x="1711" y="973"/>
                  </a:lnTo>
                  <a:lnTo>
                    <a:pt x="1740" y="1016"/>
                  </a:lnTo>
                  <a:lnTo>
                    <a:pt x="1768" y="1062"/>
                  </a:lnTo>
                  <a:lnTo>
                    <a:pt x="1793" y="1109"/>
                  </a:lnTo>
                  <a:lnTo>
                    <a:pt x="1816" y="1158"/>
                  </a:lnTo>
                  <a:lnTo>
                    <a:pt x="1836" y="1208"/>
                  </a:lnTo>
                  <a:lnTo>
                    <a:pt x="1854" y="1260"/>
                  </a:lnTo>
                  <a:lnTo>
                    <a:pt x="1869" y="1313"/>
                  </a:lnTo>
                  <a:lnTo>
                    <a:pt x="1881" y="1364"/>
                  </a:lnTo>
                  <a:lnTo>
                    <a:pt x="1890" y="1417"/>
                  </a:lnTo>
                  <a:lnTo>
                    <a:pt x="1895" y="1469"/>
                  </a:lnTo>
                  <a:lnTo>
                    <a:pt x="1897" y="1519"/>
                  </a:lnTo>
                  <a:lnTo>
                    <a:pt x="1897" y="3142"/>
                  </a:lnTo>
                  <a:lnTo>
                    <a:pt x="1895" y="3190"/>
                  </a:lnTo>
                  <a:lnTo>
                    <a:pt x="1890" y="3235"/>
                  </a:lnTo>
                  <a:lnTo>
                    <a:pt x="1881" y="3276"/>
                  </a:lnTo>
                  <a:lnTo>
                    <a:pt x="1869" y="3313"/>
                  </a:lnTo>
                  <a:lnTo>
                    <a:pt x="1854" y="3346"/>
                  </a:lnTo>
                  <a:lnTo>
                    <a:pt x="1836" y="3375"/>
                  </a:lnTo>
                  <a:lnTo>
                    <a:pt x="1816" y="3398"/>
                  </a:lnTo>
                  <a:lnTo>
                    <a:pt x="1793" y="3418"/>
                  </a:lnTo>
                  <a:lnTo>
                    <a:pt x="1768" y="3434"/>
                  </a:lnTo>
                  <a:lnTo>
                    <a:pt x="1740" y="3444"/>
                  </a:lnTo>
                  <a:lnTo>
                    <a:pt x="1711" y="3450"/>
                  </a:lnTo>
                  <a:lnTo>
                    <a:pt x="1681" y="3450"/>
                  </a:lnTo>
                  <a:lnTo>
                    <a:pt x="1648" y="3445"/>
                  </a:lnTo>
                  <a:lnTo>
                    <a:pt x="1614" y="3436"/>
                  </a:lnTo>
                  <a:lnTo>
                    <a:pt x="1579" y="3421"/>
                  </a:lnTo>
                  <a:lnTo>
                    <a:pt x="1542" y="3400"/>
                  </a:lnTo>
                  <a:lnTo>
                    <a:pt x="357" y="2643"/>
                  </a:lnTo>
                  <a:lnTo>
                    <a:pt x="320" y="2618"/>
                  </a:lnTo>
                  <a:lnTo>
                    <a:pt x="285" y="2588"/>
                  </a:lnTo>
                  <a:lnTo>
                    <a:pt x="251" y="2554"/>
                  </a:lnTo>
                  <a:lnTo>
                    <a:pt x="218" y="2517"/>
                  </a:lnTo>
                  <a:lnTo>
                    <a:pt x="187" y="2477"/>
                  </a:lnTo>
                  <a:lnTo>
                    <a:pt x="157" y="2433"/>
                  </a:lnTo>
                  <a:lnTo>
                    <a:pt x="130" y="2388"/>
                  </a:lnTo>
                  <a:lnTo>
                    <a:pt x="105" y="2341"/>
                  </a:lnTo>
                  <a:lnTo>
                    <a:pt x="81" y="2292"/>
                  </a:lnTo>
                  <a:lnTo>
                    <a:pt x="61" y="2241"/>
                  </a:lnTo>
                  <a:lnTo>
                    <a:pt x="44" y="2190"/>
                  </a:lnTo>
                  <a:lnTo>
                    <a:pt x="29" y="2138"/>
                  </a:lnTo>
                  <a:lnTo>
                    <a:pt x="17" y="2085"/>
                  </a:lnTo>
                  <a:lnTo>
                    <a:pt x="7" y="2033"/>
                  </a:lnTo>
                  <a:lnTo>
                    <a:pt x="3" y="1981"/>
                  </a:lnTo>
                  <a:lnTo>
                    <a:pt x="0" y="1931"/>
                  </a:lnTo>
                  <a:lnTo>
                    <a:pt x="0" y="308"/>
                  </a:lnTo>
                  <a:lnTo>
                    <a:pt x="3" y="260"/>
                  </a:lnTo>
                  <a:lnTo>
                    <a:pt x="7" y="215"/>
                  </a:lnTo>
                  <a:lnTo>
                    <a:pt x="17" y="174"/>
                  </a:lnTo>
                  <a:lnTo>
                    <a:pt x="29" y="137"/>
                  </a:lnTo>
                  <a:lnTo>
                    <a:pt x="44" y="104"/>
                  </a:lnTo>
                  <a:lnTo>
                    <a:pt x="61" y="76"/>
                  </a:lnTo>
                  <a:lnTo>
                    <a:pt x="81" y="51"/>
                  </a:lnTo>
                  <a:lnTo>
                    <a:pt x="105" y="31"/>
                  </a:lnTo>
                  <a:lnTo>
                    <a:pt x="130" y="16"/>
                  </a:lnTo>
                  <a:lnTo>
                    <a:pt x="157" y="5"/>
                  </a:lnTo>
                  <a:lnTo>
                    <a:pt x="187" y="0"/>
                  </a:lnTo>
                  <a:lnTo>
                    <a:pt x="218" y="0"/>
                  </a:lnTo>
                  <a:lnTo>
                    <a:pt x="251" y="3"/>
                  </a:lnTo>
                  <a:lnTo>
                    <a:pt x="285" y="14"/>
                  </a:lnTo>
                  <a:lnTo>
                    <a:pt x="320" y="29"/>
                  </a:lnTo>
                  <a:lnTo>
                    <a:pt x="357" y="49"/>
                  </a:lnTo>
                  <a:close/>
                </a:path>
              </a:pathLst>
            </a:custGeom>
            <a:solidFill>
              <a:srgbClr val="BFBFB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7911" name="Freeform 49"/>
            <p:cNvSpPr>
              <a:spLocks/>
            </p:cNvSpPr>
            <p:nvPr/>
          </p:nvSpPr>
          <p:spPr bwMode="auto">
            <a:xfrm>
              <a:off x="1268" y="1663"/>
              <a:ext cx="393" cy="711"/>
            </a:xfrm>
            <a:custGeom>
              <a:avLst/>
              <a:gdLst>
                <a:gd name="T0" fmla="*/ 3 w 1962"/>
                <a:gd name="T1" fmla="*/ 7 h 3555"/>
                <a:gd name="T2" fmla="*/ 2 w 1962"/>
                <a:gd name="T3" fmla="*/ 7 h 3555"/>
                <a:gd name="T4" fmla="*/ 2 w 1962"/>
                <a:gd name="T5" fmla="*/ 8 h 3555"/>
                <a:gd name="T6" fmla="*/ 1 w 1962"/>
                <a:gd name="T7" fmla="*/ 8 h 3555"/>
                <a:gd name="T8" fmla="*/ 1 w 1962"/>
                <a:gd name="T9" fmla="*/ 9 h 3555"/>
                <a:gd name="T10" fmla="*/ 1 w 1962"/>
                <a:gd name="T11" fmla="*/ 10 h 3555"/>
                <a:gd name="T12" fmla="*/ 0 w 1962"/>
                <a:gd name="T13" fmla="*/ 11 h 3555"/>
                <a:gd name="T14" fmla="*/ 0 w 1962"/>
                <a:gd name="T15" fmla="*/ 12 h 3555"/>
                <a:gd name="T16" fmla="*/ 0 w 1962"/>
                <a:gd name="T17" fmla="*/ 13 h 3555"/>
                <a:gd name="T18" fmla="*/ 0 w 1962"/>
                <a:gd name="T19" fmla="*/ 26 h 3555"/>
                <a:gd name="T20" fmla="*/ 0 w 1962"/>
                <a:gd name="T21" fmla="*/ 27 h 3555"/>
                <a:gd name="T22" fmla="*/ 0 w 1962"/>
                <a:gd name="T23" fmla="*/ 28 h 3555"/>
                <a:gd name="T24" fmla="*/ 1 w 1962"/>
                <a:gd name="T25" fmla="*/ 28 h 3555"/>
                <a:gd name="T26" fmla="*/ 1 w 1962"/>
                <a:gd name="T27" fmla="*/ 28 h 3555"/>
                <a:gd name="T28" fmla="*/ 2 w 1962"/>
                <a:gd name="T29" fmla="*/ 28 h 3555"/>
                <a:gd name="T30" fmla="*/ 2 w 1962"/>
                <a:gd name="T31" fmla="*/ 28 h 3555"/>
                <a:gd name="T32" fmla="*/ 3 w 1962"/>
                <a:gd name="T33" fmla="*/ 28 h 3555"/>
                <a:gd name="T34" fmla="*/ 13 w 1962"/>
                <a:gd name="T35" fmla="*/ 22 h 3555"/>
                <a:gd name="T36" fmla="*/ 13 w 1962"/>
                <a:gd name="T37" fmla="*/ 21 h 3555"/>
                <a:gd name="T38" fmla="*/ 14 w 1962"/>
                <a:gd name="T39" fmla="*/ 21 h 3555"/>
                <a:gd name="T40" fmla="*/ 14 w 1962"/>
                <a:gd name="T41" fmla="*/ 20 h 3555"/>
                <a:gd name="T42" fmla="*/ 15 w 1962"/>
                <a:gd name="T43" fmla="*/ 19 h 3555"/>
                <a:gd name="T44" fmla="*/ 15 w 1962"/>
                <a:gd name="T45" fmla="*/ 18 h 3555"/>
                <a:gd name="T46" fmla="*/ 16 w 1962"/>
                <a:gd name="T47" fmla="*/ 18 h 3555"/>
                <a:gd name="T48" fmla="*/ 16 w 1962"/>
                <a:gd name="T49" fmla="*/ 17 h 3555"/>
                <a:gd name="T50" fmla="*/ 16 w 1962"/>
                <a:gd name="T51" fmla="*/ 16 h 3555"/>
                <a:gd name="T52" fmla="*/ 16 w 1962"/>
                <a:gd name="T53" fmla="*/ 2 h 3555"/>
                <a:gd name="T54" fmla="*/ 16 w 1962"/>
                <a:gd name="T55" fmla="*/ 1 h 3555"/>
                <a:gd name="T56" fmla="*/ 15 w 1962"/>
                <a:gd name="T57" fmla="*/ 1 h 3555"/>
                <a:gd name="T58" fmla="*/ 15 w 1962"/>
                <a:gd name="T59" fmla="*/ 0 h 3555"/>
                <a:gd name="T60" fmla="*/ 15 w 1962"/>
                <a:gd name="T61" fmla="*/ 0 h 3555"/>
                <a:gd name="T62" fmla="*/ 14 w 1962"/>
                <a:gd name="T63" fmla="*/ 0 h 3555"/>
                <a:gd name="T64" fmla="*/ 14 w 1962"/>
                <a:gd name="T65" fmla="*/ 0 h 3555"/>
                <a:gd name="T66" fmla="*/ 13 w 1962"/>
                <a:gd name="T67" fmla="*/ 0 h 3555"/>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962"/>
                <a:gd name="T103" fmla="*/ 0 h 3555"/>
                <a:gd name="T104" fmla="*/ 1962 w 1962"/>
                <a:gd name="T105" fmla="*/ 3555 h 3555"/>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962" h="3555">
                  <a:moveTo>
                    <a:pt x="1594" y="50"/>
                  </a:moveTo>
                  <a:lnTo>
                    <a:pt x="368" y="831"/>
                  </a:lnTo>
                  <a:lnTo>
                    <a:pt x="330" y="858"/>
                  </a:lnTo>
                  <a:lnTo>
                    <a:pt x="294" y="888"/>
                  </a:lnTo>
                  <a:lnTo>
                    <a:pt x="259" y="922"/>
                  </a:lnTo>
                  <a:lnTo>
                    <a:pt x="225" y="961"/>
                  </a:lnTo>
                  <a:lnTo>
                    <a:pt x="193" y="1003"/>
                  </a:lnTo>
                  <a:lnTo>
                    <a:pt x="163" y="1047"/>
                  </a:lnTo>
                  <a:lnTo>
                    <a:pt x="133" y="1094"/>
                  </a:lnTo>
                  <a:lnTo>
                    <a:pt x="108" y="1143"/>
                  </a:lnTo>
                  <a:lnTo>
                    <a:pt x="84" y="1193"/>
                  </a:lnTo>
                  <a:lnTo>
                    <a:pt x="63" y="1246"/>
                  </a:lnTo>
                  <a:lnTo>
                    <a:pt x="44" y="1299"/>
                  </a:lnTo>
                  <a:lnTo>
                    <a:pt x="29" y="1353"/>
                  </a:lnTo>
                  <a:lnTo>
                    <a:pt x="16" y="1405"/>
                  </a:lnTo>
                  <a:lnTo>
                    <a:pt x="7" y="1459"/>
                  </a:lnTo>
                  <a:lnTo>
                    <a:pt x="2" y="1512"/>
                  </a:lnTo>
                  <a:lnTo>
                    <a:pt x="0" y="1565"/>
                  </a:lnTo>
                  <a:lnTo>
                    <a:pt x="0" y="3237"/>
                  </a:lnTo>
                  <a:lnTo>
                    <a:pt x="2" y="3287"/>
                  </a:lnTo>
                  <a:lnTo>
                    <a:pt x="7" y="3333"/>
                  </a:lnTo>
                  <a:lnTo>
                    <a:pt x="16" y="3375"/>
                  </a:lnTo>
                  <a:lnTo>
                    <a:pt x="29" y="3413"/>
                  </a:lnTo>
                  <a:lnTo>
                    <a:pt x="44" y="3447"/>
                  </a:lnTo>
                  <a:lnTo>
                    <a:pt x="63" y="3477"/>
                  </a:lnTo>
                  <a:lnTo>
                    <a:pt x="84" y="3502"/>
                  </a:lnTo>
                  <a:lnTo>
                    <a:pt x="108" y="3522"/>
                  </a:lnTo>
                  <a:lnTo>
                    <a:pt x="133" y="3538"/>
                  </a:lnTo>
                  <a:lnTo>
                    <a:pt x="163" y="3549"/>
                  </a:lnTo>
                  <a:lnTo>
                    <a:pt x="193" y="3555"/>
                  </a:lnTo>
                  <a:lnTo>
                    <a:pt x="225" y="3555"/>
                  </a:lnTo>
                  <a:lnTo>
                    <a:pt x="259" y="3550"/>
                  </a:lnTo>
                  <a:lnTo>
                    <a:pt x="294" y="3541"/>
                  </a:lnTo>
                  <a:lnTo>
                    <a:pt x="330" y="3524"/>
                  </a:lnTo>
                  <a:lnTo>
                    <a:pt x="368" y="3503"/>
                  </a:lnTo>
                  <a:lnTo>
                    <a:pt x="1594" y="2722"/>
                  </a:lnTo>
                  <a:lnTo>
                    <a:pt x="1632" y="2696"/>
                  </a:lnTo>
                  <a:lnTo>
                    <a:pt x="1668" y="2665"/>
                  </a:lnTo>
                  <a:lnTo>
                    <a:pt x="1703" y="2631"/>
                  </a:lnTo>
                  <a:lnTo>
                    <a:pt x="1737" y="2592"/>
                  </a:lnTo>
                  <a:lnTo>
                    <a:pt x="1769" y="2551"/>
                  </a:lnTo>
                  <a:lnTo>
                    <a:pt x="1799" y="2506"/>
                  </a:lnTo>
                  <a:lnTo>
                    <a:pt x="1829" y="2460"/>
                  </a:lnTo>
                  <a:lnTo>
                    <a:pt x="1854" y="2411"/>
                  </a:lnTo>
                  <a:lnTo>
                    <a:pt x="1878" y="2361"/>
                  </a:lnTo>
                  <a:lnTo>
                    <a:pt x="1899" y="2308"/>
                  </a:lnTo>
                  <a:lnTo>
                    <a:pt x="1918" y="2256"/>
                  </a:lnTo>
                  <a:lnTo>
                    <a:pt x="1933" y="2202"/>
                  </a:lnTo>
                  <a:lnTo>
                    <a:pt x="1946" y="2149"/>
                  </a:lnTo>
                  <a:lnTo>
                    <a:pt x="1955" y="2095"/>
                  </a:lnTo>
                  <a:lnTo>
                    <a:pt x="1960" y="2042"/>
                  </a:lnTo>
                  <a:lnTo>
                    <a:pt x="1962" y="1989"/>
                  </a:lnTo>
                  <a:lnTo>
                    <a:pt x="1962" y="319"/>
                  </a:lnTo>
                  <a:lnTo>
                    <a:pt x="1960" y="269"/>
                  </a:lnTo>
                  <a:lnTo>
                    <a:pt x="1955" y="223"/>
                  </a:lnTo>
                  <a:lnTo>
                    <a:pt x="1946" y="180"/>
                  </a:lnTo>
                  <a:lnTo>
                    <a:pt x="1933" y="143"/>
                  </a:lnTo>
                  <a:lnTo>
                    <a:pt x="1918" y="109"/>
                  </a:lnTo>
                  <a:lnTo>
                    <a:pt x="1899" y="79"/>
                  </a:lnTo>
                  <a:lnTo>
                    <a:pt x="1878" y="54"/>
                  </a:lnTo>
                  <a:lnTo>
                    <a:pt x="1854" y="33"/>
                  </a:lnTo>
                  <a:lnTo>
                    <a:pt x="1829" y="17"/>
                  </a:lnTo>
                  <a:lnTo>
                    <a:pt x="1799" y="7"/>
                  </a:lnTo>
                  <a:lnTo>
                    <a:pt x="1769" y="0"/>
                  </a:lnTo>
                  <a:lnTo>
                    <a:pt x="1737" y="0"/>
                  </a:lnTo>
                  <a:lnTo>
                    <a:pt x="1703" y="4"/>
                  </a:lnTo>
                  <a:lnTo>
                    <a:pt x="1668" y="14"/>
                  </a:lnTo>
                  <a:lnTo>
                    <a:pt x="1632" y="29"/>
                  </a:lnTo>
                  <a:lnTo>
                    <a:pt x="1594" y="50"/>
                  </a:lnTo>
                  <a:close/>
                </a:path>
              </a:pathLst>
            </a:custGeom>
            <a:solidFill>
              <a:srgbClr val="E5E5E5"/>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7912" name="Freeform 50"/>
            <p:cNvSpPr>
              <a:spLocks noEditPoints="1"/>
            </p:cNvSpPr>
            <p:nvPr/>
          </p:nvSpPr>
          <p:spPr bwMode="auto">
            <a:xfrm>
              <a:off x="916" y="1589"/>
              <a:ext cx="697" cy="698"/>
            </a:xfrm>
            <a:custGeom>
              <a:avLst/>
              <a:gdLst>
                <a:gd name="T0" fmla="*/ 16 w 3485"/>
                <a:gd name="T1" fmla="*/ 0 h 3490"/>
                <a:gd name="T2" fmla="*/ 17 w 3485"/>
                <a:gd name="T3" fmla="*/ 2 h 3490"/>
                <a:gd name="T4" fmla="*/ 17 w 3485"/>
                <a:gd name="T5" fmla="*/ 3 h 3490"/>
                <a:gd name="T6" fmla="*/ 14 w 3485"/>
                <a:gd name="T7" fmla="*/ 4 h 3490"/>
                <a:gd name="T8" fmla="*/ 12 w 3485"/>
                <a:gd name="T9" fmla="*/ 4 h 3490"/>
                <a:gd name="T10" fmla="*/ 11 w 3485"/>
                <a:gd name="T11" fmla="*/ 2 h 3490"/>
                <a:gd name="T12" fmla="*/ 11 w 3485"/>
                <a:gd name="T13" fmla="*/ 1 h 3490"/>
                <a:gd name="T14" fmla="*/ 14 w 3485"/>
                <a:gd name="T15" fmla="*/ 0 h 3490"/>
                <a:gd name="T16" fmla="*/ 3 w 3485"/>
                <a:gd name="T17" fmla="*/ 7 h 3490"/>
                <a:gd name="T18" fmla="*/ 4 w 3485"/>
                <a:gd name="T19" fmla="*/ 9 h 3490"/>
                <a:gd name="T20" fmla="*/ 3 w 3485"/>
                <a:gd name="T21" fmla="*/ 12 h 3490"/>
                <a:gd name="T22" fmla="*/ 2 w 3485"/>
                <a:gd name="T23" fmla="*/ 13 h 3490"/>
                <a:gd name="T24" fmla="*/ 1 w 3485"/>
                <a:gd name="T25" fmla="*/ 12 h 3490"/>
                <a:gd name="T26" fmla="*/ 0 w 3485"/>
                <a:gd name="T27" fmla="*/ 10 h 3490"/>
                <a:gd name="T28" fmla="*/ 0 w 3485"/>
                <a:gd name="T29" fmla="*/ 8 h 3490"/>
                <a:gd name="T30" fmla="*/ 2 w 3485"/>
                <a:gd name="T31" fmla="*/ 6 h 3490"/>
                <a:gd name="T32" fmla="*/ 10 w 3485"/>
                <a:gd name="T33" fmla="*/ 20 h 3490"/>
                <a:gd name="T34" fmla="*/ 11 w 3485"/>
                <a:gd name="T35" fmla="*/ 22 h 3490"/>
                <a:gd name="T36" fmla="*/ 11 w 3485"/>
                <a:gd name="T37" fmla="*/ 25 h 3490"/>
                <a:gd name="T38" fmla="*/ 10 w 3485"/>
                <a:gd name="T39" fmla="*/ 27 h 3490"/>
                <a:gd name="T40" fmla="*/ 8 w 3485"/>
                <a:gd name="T41" fmla="*/ 26 h 3490"/>
                <a:gd name="T42" fmla="*/ 7 w 3485"/>
                <a:gd name="T43" fmla="*/ 24 h 3490"/>
                <a:gd name="T44" fmla="*/ 7 w 3485"/>
                <a:gd name="T45" fmla="*/ 22 h 3490"/>
                <a:gd name="T46" fmla="*/ 8 w 3485"/>
                <a:gd name="T47" fmla="*/ 20 h 3490"/>
                <a:gd name="T48" fmla="*/ 20 w 3485"/>
                <a:gd name="T49" fmla="*/ 21 h 3490"/>
                <a:gd name="T50" fmla="*/ 21 w 3485"/>
                <a:gd name="T51" fmla="*/ 23 h 3490"/>
                <a:gd name="T52" fmla="*/ 21 w 3485"/>
                <a:gd name="T53" fmla="*/ 26 h 3490"/>
                <a:gd name="T54" fmla="*/ 20 w 3485"/>
                <a:gd name="T55" fmla="*/ 28 h 3490"/>
                <a:gd name="T56" fmla="*/ 18 w 3485"/>
                <a:gd name="T57" fmla="*/ 28 h 3490"/>
                <a:gd name="T58" fmla="*/ 17 w 3485"/>
                <a:gd name="T59" fmla="*/ 26 h 3490"/>
                <a:gd name="T60" fmla="*/ 17 w 3485"/>
                <a:gd name="T61" fmla="*/ 23 h 3490"/>
                <a:gd name="T62" fmla="*/ 18 w 3485"/>
                <a:gd name="T63" fmla="*/ 21 h 3490"/>
                <a:gd name="T64" fmla="*/ 19 w 3485"/>
                <a:gd name="T65" fmla="*/ 11 h 3490"/>
                <a:gd name="T66" fmla="*/ 20 w 3485"/>
                <a:gd name="T67" fmla="*/ 13 h 3490"/>
                <a:gd name="T68" fmla="*/ 21 w 3485"/>
                <a:gd name="T69" fmla="*/ 15 h 3490"/>
                <a:gd name="T70" fmla="*/ 20 w 3485"/>
                <a:gd name="T71" fmla="*/ 17 h 3490"/>
                <a:gd name="T72" fmla="*/ 18 w 3485"/>
                <a:gd name="T73" fmla="*/ 17 h 3490"/>
                <a:gd name="T74" fmla="*/ 17 w 3485"/>
                <a:gd name="T75" fmla="*/ 16 h 3490"/>
                <a:gd name="T76" fmla="*/ 17 w 3485"/>
                <a:gd name="T77" fmla="*/ 13 h 3490"/>
                <a:gd name="T78" fmla="*/ 18 w 3485"/>
                <a:gd name="T79" fmla="*/ 11 h 3490"/>
                <a:gd name="T80" fmla="*/ 26 w 3485"/>
                <a:gd name="T81" fmla="*/ 7 h 3490"/>
                <a:gd name="T82" fmla="*/ 27 w 3485"/>
                <a:gd name="T83" fmla="*/ 8 h 3490"/>
                <a:gd name="T84" fmla="*/ 27 w 3485"/>
                <a:gd name="T85" fmla="*/ 11 h 3490"/>
                <a:gd name="T86" fmla="*/ 26 w 3485"/>
                <a:gd name="T87" fmla="*/ 13 h 3490"/>
                <a:gd name="T88" fmla="*/ 25 w 3485"/>
                <a:gd name="T89" fmla="*/ 13 h 3490"/>
                <a:gd name="T90" fmla="*/ 24 w 3485"/>
                <a:gd name="T91" fmla="*/ 12 h 3490"/>
                <a:gd name="T92" fmla="*/ 24 w 3485"/>
                <a:gd name="T93" fmla="*/ 9 h 3490"/>
                <a:gd name="T94" fmla="*/ 24 w 3485"/>
                <a:gd name="T95" fmla="*/ 7 h 3490"/>
                <a:gd name="T96" fmla="*/ 26 w 3485"/>
                <a:gd name="T97" fmla="*/ 17 h 3490"/>
                <a:gd name="T98" fmla="*/ 27 w 3485"/>
                <a:gd name="T99" fmla="*/ 18 h 3490"/>
                <a:gd name="T100" fmla="*/ 28 w 3485"/>
                <a:gd name="T101" fmla="*/ 21 h 3490"/>
                <a:gd name="T102" fmla="*/ 27 w 3485"/>
                <a:gd name="T103" fmla="*/ 23 h 3490"/>
                <a:gd name="T104" fmla="*/ 26 w 3485"/>
                <a:gd name="T105" fmla="*/ 24 h 3490"/>
                <a:gd name="T106" fmla="*/ 24 w 3485"/>
                <a:gd name="T107" fmla="*/ 23 h 3490"/>
                <a:gd name="T108" fmla="*/ 24 w 3485"/>
                <a:gd name="T109" fmla="*/ 20 h 3490"/>
                <a:gd name="T110" fmla="*/ 25 w 3485"/>
                <a:gd name="T111" fmla="*/ 18 h 3490"/>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w 3485"/>
                <a:gd name="T169" fmla="*/ 0 h 3490"/>
                <a:gd name="T170" fmla="*/ 3485 w 3485"/>
                <a:gd name="T171" fmla="*/ 3490 h 3490"/>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T168" t="T169" r="T170" b="T171"/>
              <a:pathLst>
                <a:path w="3485" h="3490">
                  <a:moveTo>
                    <a:pt x="1754" y="0"/>
                  </a:moveTo>
                  <a:lnTo>
                    <a:pt x="1797" y="2"/>
                  </a:lnTo>
                  <a:lnTo>
                    <a:pt x="1840" y="5"/>
                  </a:lnTo>
                  <a:lnTo>
                    <a:pt x="1881" y="12"/>
                  </a:lnTo>
                  <a:lnTo>
                    <a:pt x="1921" y="20"/>
                  </a:lnTo>
                  <a:lnTo>
                    <a:pt x="1959" y="31"/>
                  </a:lnTo>
                  <a:lnTo>
                    <a:pt x="1994" y="44"/>
                  </a:lnTo>
                  <a:lnTo>
                    <a:pt x="2028" y="59"/>
                  </a:lnTo>
                  <a:lnTo>
                    <a:pt x="2058" y="74"/>
                  </a:lnTo>
                  <a:lnTo>
                    <a:pt x="2086" y="93"/>
                  </a:lnTo>
                  <a:lnTo>
                    <a:pt x="2111" y="113"/>
                  </a:lnTo>
                  <a:lnTo>
                    <a:pt x="2132" y="133"/>
                  </a:lnTo>
                  <a:lnTo>
                    <a:pt x="2151" y="155"/>
                  </a:lnTo>
                  <a:lnTo>
                    <a:pt x="2165" y="179"/>
                  </a:lnTo>
                  <a:lnTo>
                    <a:pt x="2175" y="203"/>
                  </a:lnTo>
                  <a:lnTo>
                    <a:pt x="2182" y="229"/>
                  </a:lnTo>
                  <a:lnTo>
                    <a:pt x="2185" y="255"/>
                  </a:lnTo>
                  <a:lnTo>
                    <a:pt x="2182" y="281"/>
                  </a:lnTo>
                  <a:lnTo>
                    <a:pt x="2175" y="305"/>
                  </a:lnTo>
                  <a:lnTo>
                    <a:pt x="2165" y="330"/>
                  </a:lnTo>
                  <a:lnTo>
                    <a:pt x="2151" y="353"/>
                  </a:lnTo>
                  <a:lnTo>
                    <a:pt x="2132" y="376"/>
                  </a:lnTo>
                  <a:lnTo>
                    <a:pt x="2111" y="397"/>
                  </a:lnTo>
                  <a:lnTo>
                    <a:pt x="2086" y="417"/>
                  </a:lnTo>
                  <a:lnTo>
                    <a:pt x="2058" y="434"/>
                  </a:lnTo>
                  <a:lnTo>
                    <a:pt x="2028" y="451"/>
                  </a:lnTo>
                  <a:lnTo>
                    <a:pt x="1994" y="466"/>
                  </a:lnTo>
                  <a:lnTo>
                    <a:pt x="1959" y="479"/>
                  </a:lnTo>
                  <a:lnTo>
                    <a:pt x="1921" y="489"/>
                  </a:lnTo>
                  <a:lnTo>
                    <a:pt x="1881" y="498"/>
                  </a:lnTo>
                  <a:lnTo>
                    <a:pt x="1840" y="505"/>
                  </a:lnTo>
                  <a:lnTo>
                    <a:pt x="1797" y="508"/>
                  </a:lnTo>
                  <a:lnTo>
                    <a:pt x="1754" y="509"/>
                  </a:lnTo>
                  <a:lnTo>
                    <a:pt x="1710" y="508"/>
                  </a:lnTo>
                  <a:lnTo>
                    <a:pt x="1667" y="505"/>
                  </a:lnTo>
                  <a:lnTo>
                    <a:pt x="1626" y="498"/>
                  </a:lnTo>
                  <a:lnTo>
                    <a:pt x="1586" y="489"/>
                  </a:lnTo>
                  <a:lnTo>
                    <a:pt x="1548" y="479"/>
                  </a:lnTo>
                  <a:lnTo>
                    <a:pt x="1512" y="466"/>
                  </a:lnTo>
                  <a:lnTo>
                    <a:pt x="1479" y="451"/>
                  </a:lnTo>
                  <a:lnTo>
                    <a:pt x="1449" y="434"/>
                  </a:lnTo>
                  <a:lnTo>
                    <a:pt x="1421" y="417"/>
                  </a:lnTo>
                  <a:lnTo>
                    <a:pt x="1395" y="397"/>
                  </a:lnTo>
                  <a:lnTo>
                    <a:pt x="1374" y="376"/>
                  </a:lnTo>
                  <a:lnTo>
                    <a:pt x="1355" y="353"/>
                  </a:lnTo>
                  <a:lnTo>
                    <a:pt x="1341" y="330"/>
                  </a:lnTo>
                  <a:lnTo>
                    <a:pt x="1331" y="305"/>
                  </a:lnTo>
                  <a:lnTo>
                    <a:pt x="1324" y="281"/>
                  </a:lnTo>
                  <a:lnTo>
                    <a:pt x="1321" y="255"/>
                  </a:lnTo>
                  <a:lnTo>
                    <a:pt x="1324" y="229"/>
                  </a:lnTo>
                  <a:lnTo>
                    <a:pt x="1331" y="203"/>
                  </a:lnTo>
                  <a:lnTo>
                    <a:pt x="1341" y="179"/>
                  </a:lnTo>
                  <a:lnTo>
                    <a:pt x="1355" y="155"/>
                  </a:lnTo>
                  <a:lnTo>
                    <a:pt x="1374" y="133"/>
                  </a:lnTo>
                  <a:lnTo>
                    <a:pt x="1395" y="113"/>
                  </a:lnTo>
                  <a:lnTo>
                    <a:pt x="1421" y="93"/>
                  </a:lnTo>
                  <a:lnTo>
                    <a:pt x="1449" y="74"/>
                  </a:lnTo>
                  <a:lnTo>
                    <a:pt x="1479" y="59"/>
                  </a:lnTo>
                  <a:lnTo>
                    <a:pt x="1512" y="44"/>
                  </a:lnTo>
                  <a:lnTo>
                    <a:pt x="1548" y="31"/>
                  </a:lnTo>
                  <a:lnTo>
                    <a:pt x="1586" y="20"/>
                  </a:lnTo>
                  <a:lnTo>
                    <a:pt x="1626" y="12"/>
                  </a:lnTo>
                  <a:lnTo>
                    <a:pt x="1667" y="5"/>
                  </a:lnTo>
                  <a:lnTo>
                    <a:pt x="1710" y="2"/>
                  </a:lnTo>
                  <a:lnTo>
                    <a:pt x="1754" y="0"/>
                  </a:lnTo>
                  <a:close/>
                  <a:moveTo>
                    <a:pt x="239" y="786"/>
                  </a:moveTo>
                  <a:lnTo>
                    <a:pt x="263" y="788"/>
                  </a:lnTo>
                  <a:lnTo>
                    <a:pt x="287" y="794"/>
                  </a:lnTo>
                  <a:lnTo>
                    <a:pt x="309" y="805"/>
                  </a:lnTo>
                  <a:lnTo>
                    <a:pt x="331" y="819"/>
                  </a:lnTo>
                  <a:lnTo>
                    <a:pt x="352" y="836"/>
                  </a:lnTo>
                  <a:lnTo>
                    <a:pt x="372" y="857"/>
                  </a:lnTo>
                  <a:lnTo>
                    <a:pt x="390" y="882"/>
                  </a:lnTo>
                  <a:lnTo>
                    <a:pt x="407" y="909"/>
                  </a:lnTo>
                  <a:lnTo>
                    <a:pt x="423" y="940"/>
                  </a:lnTo>
                  <a:lnTo>
                    <a:pt x="437" y="971"/>
                  </a:lnTo>
                  <a:lnTo>
                    <a:pt x="448" y="1006"/>
                  </a:lnTo>
                  <a:lnTo>
                    <a:pt x="459" y="1043"/>
                  </a:lnTo>
                  <a:lnTo>
                    <a:pt x="467" y="1081"/>
                  </a:lnTo>
                  <a:lnTo>
                    <a:pt x="473" y="1121"/>
                  </a:lnTo>
                  <a:lnTo>
                    <a:pt x="476" y="1163"/>
                  </a:lnTo>
                  <a:lnTo>
                    <a:pt x="478" y="1206"/>
                  </a:lnTo>
                  <a:lnTo>
                    <a:pt x="476" y="1248"/>
                  </a:lnTo>
                  <a:lnTo>
                    <a:pt x="473" y="1290"/>
                  </a:lnTo>
                  <a:lnTo>
                    <a:pt x="467" y="1330"/>
                  </a:lnTo>
                  <a:lnTo>
                    <a:pt x="459" y="1367"/>
                  </a:lnTo>
                  <a:lnTo>
                    <a:pt x="448" y="1405"/>
                  </a:lnTo>
                  <a:lnTo>
                    <a:pt x="437" y="1439"/>
                  </a:lnTo>
                  <a:lnTo>
                    <a:pt x="423" y="1472"/>
                  </a:lnTo>
                  <a:lnTo>
                    <a:pt x="407" y="1501"/>
                  </a:lnTo>
                  <a:lnTo>
                    <a:pt x="390" y="1528"/>
                  </a:lnTo>
                  <a:lnTo>
                    <a:pt x="372" y="1553"/>
                  </a:lnTo>
                  <a:lnTo>
                    <a:pt x="352" y="1574"/>
                  </a:lnTo>
                  <a:lnTo>
                    <a:pt x="331" y="1591"/>
                  </a:lnTo>
                  <a:lnTo>
                    <a:pt x="309" y="1605"/>
                  </a:lnTo>
                  <a:lnTo>
                    <a:pt x="287" y="1616"/>
                  </a:lnTo>
                  <a:lnTo>
                    <a:pt x="263" y="1622"/>
                  </a:lnTo>
                  <a:lnTo>
                    <a:pt x="239" y="1624"/>
                  </a:lnTo>
                  <a:lnTo>
                    <a:pt x="214" y="1622"/>
                  </a:lnTo>
                  <a:lnTo>
                    <a:pt x="191" y="1616"/>
                  </a:lnTo>
                  <a:lnTo>
                    <a:pt x="168" y="1605"/>
                  </a:lnTo>
                  <a:lnTo>
                    <a:pt x="146" y="1591"/>
                  </a:lnTo>
                  <a:lnTo>
                    <a:pt x="125" y="1574"/>
                  </a:lnTo>
                  <a:lnTo>
                    <a:pt x="105" y="1553"/>
                  </a:lnTo>
                  <a:lnTo>
                    <a:pt x="87" y="1528"/>
                  </a:lnTo>
                  <a:lnTo>
                    <a:pt x="70" y="1501"/>
                  </a:lnTo>
                  <a:lnTo>
                    <a:pt x="55" y="1472"/>
                  </a:lnTo>
                  <a:lnTo>
                    <a:pt x="41" y="1439"/>
                  </a:lnTo>
                  <a:lnTo>
                    <a:pt x="29" y="1405"/>
                  </a:lnTo>
                  <a:lnTo>
                    <a:pt x="18" y="1367"/>
                  </a:lnTo>
                  <a:lnTo>
                    <a:pt x="10" y="1330"/>
                  </a:lnTo>
                  <a:lnTo>
                    <a:pt x="4" y="1290"/>
                  </a:lnTo>
                  <a:lnTo>
                    <a:pt x="1" y="1248"/>
                  </a:lnTo>
                  <a:lnTo>
                    <a:pt x="0" y="1206"/>
                  </a:lnTo>
                  <a:lnTo>
                    <a:pt x="1" y="1163"/>
                  </a:lnTo>
                  <a:lnTo>
                    <a:pt x="4" y="1121"/>
                  </a:lnTo>
                  <a:lnTo>
                    <a:pt x="10" y="1081"/>
                  </a:lnTo>
                  <a:lnTo>
                    <a:pt x="18" y="1043"/>
                  </a:lnTo>
                  <a:lnTo>
                    <a:pt x="29" y="1006"/>
                  </a:lnTo>
                  <a:lnTo>
                    <a:pt x="41" y="971"/>
                  </a:lnTo>
                  <a:lnTo>
                    <a:pt x="55" y="940"/>
                  </a:lnTo>
                  <a:lnTo>
                    <a:pt x="70" y="909"/>
                  </a:lnTo>
                  <a:lnTo>
                    <a:pt x="87" y="882"/>
                  </a:lnTo>
                  <a:lnTo>
                    <a:pt x="105" y="857"/>
                  </a:lnTo>
                  <a:lnTo>
                    <a:pt x="125" y="836"/>
                  </a:lnTo>
                  <a:lnTo>
                    <a:pt x="146" y="819"/>
                  </a:lnTo>
                  <a:lnTo>
                    <a:pt x="168" y="805"/>
                  </a:lnTo>
                  <a:lnTo>
                    <a:pt x="191" y="794"/>
                  </a:lnTo>
                  <a:lnTo>
                    <a:pt x="214" y="788"/>
                  </a:lnTo>
                  <a:lnTo>
                    <a:pt x="239" y="786"/>
                  </a:lnTo>
                  <a:close/>
                  <a:moveTo>
                    <a:pt x="1119" y="2495"/>
                  </a:moveTo>
                  <a:lnTo>
                    <a:pt x="1143" y="2498"/>
                  </a:lnTo>
                  <a:lnTo>
                    <a:pt x="1167" y="2504"/>
                  </a:lnTo>
                  <a:lnTo>
                    <a:pt x="1190" y="2514"/>
                  </a:lnTo>
                  <a:lnTo>
                    <a:pt x="1211" y="2528"/>
                  </a:lnTo>
                  <a:lnTo>
                    <a:pt x="1232" y="2546"/>
                  </a:lnTo>
                  <a:lnTo>
                    <a:pt x="1252" y="2567"/>
                  </a:lnTo>
                  <a:lnTo>
                    <a:pt x="1271" y="2592"/>
                  </a:lnTo>
                  <a:lnTo>
                    <a:pt x="1288" y="2618"/>
                  </a:lnTo>
                  <a:lnTo>
                    <a:pt x="1304" y="2648"/>
                  </a:lnTo>
                  <a:lnTo>
                    <a:pt x="1318" y="2681"/>
                  </a:lnTo>
                  <a:lnTo>
                    <a:pt x="1329" y="2715"/>
                  </a:lnTo>
                  <a:lnTo>
                    <a:pt x="1340" y="2752"/>
                  </a:lnTo>
                  <a:lnTo>
                    <a:pt x="1348" y="2790"/>
                  </a:lnTo>
                  <a:lnTo>
                    <a:pt x="1354" y="2830"/>
                  </a:lnTo>
                  <a:lnTo>
                    <a:pt x="1358" y="2872"/>
                  </a:lnTo>
                  <a:lnTo>
                    <a:pt x="1359" y="2914"/>
                  </a:lnTo>
                  <a:lnTo>
                    <a:pt x="1358" y="2956"/>
                  </a:lnTo>
                  <a:lnTo>
                    <a:pt x="1354" y="2998"/>
                  </a:lnTo>
                  <a:lnTo>
                    <a:pt x="1348" y="3038"/>
                  </a:lnTo>
                  <a:lnTo>
                    <a:pt x="1340" y="3077"/>
                  </a:lnTo>
                  <a:lnTo>
                    <a:pt x="1329" y="3113"/>
                  </a:lnTo>
                  <a:lnTo>
                    <a:pt x="1318" y="3147"/>
                  </a:lnTo>
                  <a:lnTo>
                    <a:pt x="1304" y="3180"/>
                  </a:lnTo>
                  <a:lnTo>
                    <a:pt x="1288" y="3209"/>
                  </a:lnTo>
                  <a:lnTo>
                    <a:pt x="1271" y="3238"/>
                  </a:lnTo>
                  <a:lnTo>
                    <a:pt x="1252" y="3261"/>
                  </a:lnTo>
                  <a:lnTo>
                    <a:pt x="1232" y="3282"/>
                  </a:lnTo>
                  <a:lnTo>
                    <a:pt x="1211" y="3301"/>
                  </a:lnTo>
                  <a:lnTo>
                    <a:pt x="1190" y="3315"/>
                  </a:lnTo>
                  <a:lnTo>
                    <a:pt x="1167" y="3325"/>
                  </a:lnTo>
                  <a:lnTo>
                    <a:pt x="1143" y="3331"/>
                  </a:lnTo>
                  <a:lnTo>
                    <a:pt x="1119" y="3334"/>
                  </a:lnTo>
                  <a:lnTo>
                    <a:pt x="1094" y="3331"/>
                  </a:lnTo>
                  <a:lnTo>
                    <a:pt x="1070" y="3325"/>
                  </a:lnTo>
                  <a:lnTo>
                    <a:pt x="1048" y="3315"/>
                  </a:lnTo>
                  <a:lnTo>
                    <a:pt x="1026" y="3301"/>
                  </a:lnTo>
                  <a:lnTo>
                    <a:pt x="1005" y="3282"/>
                  </a:lnTo>
                  <a:lnTo>
                    <a:pt x="985" y="3261"/>
                  </a:lnTo>
                  <a:lnTo>
                    <a:pt x="967" y="3238"/>
                  </a:lnTo>
                  <a:lnTo>
                    <a:pt x="950" y="3209"/>
                  </a:lnTo>
                  <a:lnTo>
                    <a:pt x="935" y="3180"/>
                  </a:lnTo>
                  <a:lnTo>
                    <a:pt x="921" y="3147"/>
                  </a:lnTo>
                  <a:lnTo>
                    <a:pt x="909" y="3113"/>
                  </a:lnTo>
                  <a:lnTo>
                    <a:pt x="898" y="3077"/>
                  </a:lnTo>
                  <a:lnTo>
                    <a:pt x="890" y="3038"/>
                  </a:lnTo>
                  <a:lnTo>
                    <a:pt x="884" y="2998"/>
                  </a:lnTo>
                  <a:lnTo>
                    <a:pt x="881" y="2956"/>
                  </a:lnTo>
                  <a:lnTo>
                    <a:pt x="880" y="2914"/>
                  </a:lnTo>
                  <a:lnTo>
                    <a:pt x="881" y="2872"/>
                  </a:lnTo>
                  <a:lnTo>
                    <a:pt x="884" y="2830"/>
                  </a:lnTo>
                  <a:lnTo>
                    <a:pt x="890" y="2790"/>
                  </a:lnTo>
                  <a:lnTo>
                    <a:pt x="898" y="2752"/>
                  </a:lnTo>
                  <a:lnTo>
                    <a:pt x="909" y="2715"/>
                  </a:lnTo>
                  <a:lnTo>
                    <a:pt x="921" y="2681"/>
                  </a:lnTo>
                  <a:lnTo>
                    <a:pt x="935" y="2648"/>
                  </a:lnTo>
                  <a:lnTo>
                    <a:pt x="950" y="2618"/>
                  </a:lnTo>
                  <a:lnTo>
                    <a:pt x="967" y="2592"/>
                  </a:lnTo>
                  <a:lnTo>
                    <a:pt x="985" y="2567"/>
                  </a:lnTo>
                  <a:lnTo>
                    <a:pt x="1005" y="2546"/>
                  </a:lnTo>
                  <a:lnTo>
                    <a:pt x="1026" y="2528"/>
                  </a:lnTo>
                  <a:lnTo>
                    <a:pt x="1048" y="2514"/>
                  </a:lnTo>
                  <a:lnTo>
                    <a:pt x="1070" y="2504"/>
                  </a:lnTo>
                  <a:lnTo>
                    <a:pt x="1094" y="2498"/>
                  </a:lnTo>
                  <a:lnTo>
                    <a:pt x="1119" y="2495"/>
                  </a:lnTo>
                  <a:close/>
                  <a:moveTo>
                    <a:pt x="2380" y="2651"/>
                  </a:moveTo>
                  <a:lnTo>
                    <a:pt x="2405" y="2654"/>
                  </a:lnTo>
                  <a:lnTo>
                    <a:pt x="2428" y="2660"/>
                  </a:lnTo>
                  <a:lnTo>
                    <a:pt x="2452" y="2670"/>
                  </a:lnTo>
                  <a:lnTo>
                    <a:pt x="2473" y="2684"/>
                  </a:lnTo>
                  <a:lnTo>
                    <a:pt x="2494" y="2703"/>
                  </a:lnTo>
                  <a:lnTo>
                    <a:pt x="2514" y="2724"/>
                  </a:lnTo>
                  <a:lnTo>
                    <a:pt x="2533" y="2747"/>
                  </a:lnTo>
                  <a:lnTo>
                    <a:pt x="2550" y="2774"/>
                  </a:lnTo>
                  <a:lnTo>
                    <a:pt x="2565" y="2805"/>
                  </a:lnTo>
                  <a:lnTo>
                    <a:pt x="2580" y="2838"/>
                  </a:lnTo>
                  <a:lnTo>
                    <a:pt x="2591" y="2872"/>
                  </a:lnTo>
                  <a:lnTo>
                    <a:pt x="2602" y="2908"/>
                  </a:lnTo>
                  <a:lnTo>
                    <a:pt x="2610" y="2947"/>
                  </a:lnTo>
                  <a:lnTo>
                    <a:pt x="2616" y="2987"/>
                  </a:lnTo>
                  <a:lnTo>
                    <a:pt x="2619" y="3029"/>
                  </a:lnTo>
                  <a:lnTo>
                    <a:pt x="2621" y="3071"/>
                  </a:lnTo>
                  <a:lnTo>
                    <a:pt x="2619" y="3113"/>
                  </a:lnTo>
                  <a:lnTo>
                    <a:pt x="2616" y="3155"/>
                  </a:lnTo>
                  <a:lnTo>
                    <a:pt x="2610" y="3195"/>
                  </a:lnTo>
                  <a:lnTo>
                    <a:pt x="2602" y="3233"/>
                  </a:lnTo>
                  <a:lnTo>
                    <a:pt x="2591" y="3270"/>
                  </a:lnTo>
                  <a:lnTo>
                    <a:pt x="2580" y="3304"/>
                  </a:lnTo>
                  <a:lnTo>
                    <a:pt x="2565" y="3337"/>
                  </a:lnTo>
                  <a:lnTo>
                    <a:pt x="2550" y="3367"/>
                  </a:lnTo>
                  <a:lnTo>
                    <a:pt x="2533" y="3393"/>
                  </a:lnTo>
                  <a:lnTo>
                    <a:pt x="2514" y="3418"/>
                  </a:lnTo>
                  <a:lnTo>
                    <a:pt x="2494" y="3439"/>
                  </a:lnTo>
                  <a:lnTo>
                    <a:pt x="2473" y="3457"/>
                  </a:lnTo>
                  <a:lnTo>
                    <a:pt x="2452" y="3471"/>
                  </a:lnTo>
                  <a:lnTo>
                    <a:pt x="2428" y="3481"/>
                  </a:lnTo>
                  <a:lnTo>
                    <a:pt x="2405" y="3487"/>
                  </a:lnTo>
                  <a:lnTo>
                    <a:pt x="2380" y="3490"/>
                  </a:lnTo>
                  <a:lnTo>
                    <a:pt x="2356" y="3487"/>
                  </a:lnTo>
                  <a:lnTo>
                    <a:pt x="2332" y="3481"/>
                  </a:lnTo>
                  <a:lnTo>
                    <a:pt x="2310" y="3471"/>
                  </a:lnTo>
                  <a:lnTo>
                    <a:pt x="2288" y="3457"/>
                  </a:lnTo>
                  <a:lnTo>
                    <a:pt x="2267" y="3439"/>
                  </a:lnTo>
                  <a:lnTo>
                    <a:pt x="2248" y="3418"/>
                  </a:lnTo>
                  <a:lnTo>
                    <a:pt x="2229" y="3393"/>
                  </a:lnTo>
                  <a:lnTo>
                    <a:pt x="2212" y="3367"/>
                  </a:lnTo>
                  <a:lnTo>
                    <a:pt x="2196" y="3337"/>
                  </a:lnTo>
                  <a:lnTo>
                    <a:pt x="2182" y="3304"/>
                  </a:lnTo>
                  <a:lnTo>
                    <a:pt x="2171" y="3270"/>
                  </a:lnTo>
                  <a:lnTo>
                    <a:pt x="2160" y="3233"/>
                  </a:lnTo>
                  <a:lnTo>
                    <a:pt x="2152" y="3195"/>
                  </a:lnTo>
                  <a:lnTo>
                    <a:pt x="2146" y="3155"/>
                  </a:lnTo>
                  <a:lnTo>
                    <a:pt x="2142" y="3113"/>
                  </a:lnTo>
                  <a:lnTo>
                    <a:pt x="2141" y="3071"/>
                  </a:lnTo>
                  <a:lnTo>
                    <a:pt x="2142" y="3029"/>
                  </a:lnTo>
                  <a:lnTo>
                    <a:pt x="2146" y="2987"/>
                  </a:lnTo>
                  <a:lnTo>
                    <a:pt x="2152" y="2947"/>
                  </a:lnTo>
                  <a:lnTo>
                    <a:pt x="2160" y="2908"/>
                  </a:lnTo>
                  <a:lnTo>
                    <a:pt x="2171" y="2872"/>
                  </a:lnTo>
                  <a:lnTo>
                    <a:pt x="2182" y="2838"/>
                  </a:lnTo>
                  <a:lnTo>
                    <a:pt x="2196" y="2805"/>
                  </a:lnTo>
                  <a:lnTo>
                    <a:pt x="2212" y="2774"/>
                  </a:lnTo>
                  <a:lnTo>
                    <a:pt x="2229" y="2747"/>
                  </a:lnTo>
                  <a:lnTo>
                    <a:pt x="2248" y="2724"/>
                  </a:lnTo>
                  <a:lnTo>
                    <a:pt x="2267" y="2703"/>
                  </a:lnTo>
                  <a:lnTo>
                    <a:pt x="2288" y="2684"/>
                  </a:lnTo>
                  <a:lnTo>
                    <a:pt x="2310" y="2670"/>
                  </a:lnTo>
                  <a:lnTo>
                    <a:pt x="2332" y="2660"/>
                  </a:lnTo>
                  <a:lnTo>
                    <a:pt x="2356" y="2654"/>
                  </a:lnTo>
                  <a:lnTo>
                    <a:pt x="2380" y="2651"/>
                  </a:lnTo>
                  <a:close/>
                  <a:moveTo>
                    <a:pt x="2342" y="1355"/>
                  </a:moveTo>
                  <a:lnTo>
                    <a:pt x="2366" y="1357"/>
                  </a:lnTo>
                  <a:lnTo>
                    <a:pt x="2390" y="1363"/>
                  </a:lnTo>
                  <a:lnTo>
                    <a:pt x="2412" y="1373"/>
                  </a:lnTo>
                  <a:lnTo>
                    <a:pt x="2434" y="1387"/>
                  </a:lnTo>
                  <a:lnTo>
                    <a:pt x="2455" y="1405"/>
                  </a:lnTo>
                  <a:lnTo>
                    <a:pt x="2475" y="1426"/>
                  </a:lnTo>
                  <a:lnTo>
                    <a:pt x="2493" y="1451"/>
                  </a:lnTo>
                  <a:lnTo>
                    <a:pt x="2510" y="1478"/>
                  </a:lnTo>
                  <a:lnTo>
                    <a:pt x="2526" y="1507"/>
                  </a:lnTo>
                  <a:lnTo>
                    <a:pt x="2540" y="1540"/>
                  </a:lnTo>
                  <a:lnTo>
                    <a:pt x="2551" y="1574"/>
                  </a:lnTo>
                  <a:lnTo>
                    <a:pt x="2562" y="1611"/>
                  </a:lnTo>
                  <a:lnTo>
                    <a:pt x="2570" y="1649"/>
                  </a:lnTo>
                  <a:lnTo>
                    <a:pt x="2576" y="1689"/>
                  </a:lnTo>
                  <a:lnTo>
                    <a:pt x="2580" y="1731"/>
                  </a:lnTo>
                  <a:lnTo>
                    <a:pt x="2581" y="1773"/>
                  </a:lnTo>
                  <a:lnTo>
                    <a:pt x="2580" y="1815"/>
                  </a:lnTo>
                  <a:lnTo>
                    <a:pt x="2576" y="1858"/>
                  </a:lnTo>
                  <a:lnTo>
                    <a:pt x="2570" y="1897"/>
                  </a:lnTo>
                  <a:lnTo>
                    <a:pt x="2562" y="1936"/>
                  </a:lnTo>
                  <a:lnTo>
                    <a:pt x="2551" y="1972"/>
                  </a:lnTo>
                  <a:lnTo>
                    <a:pt x="2540" y="2008"/>
                  </a:lnTo>
                  <a:lnTo>
                    <a:pt x="2526" y="2039"/>
                  </a:lnTo>
                  <a:lnTo>
                    <a:pt x="2510" y="2070"/>
                  </a:lnTo>
                  <a:lnTo>
                    <a:pt x="2493" y="2097"/>
                  </a:lnTo>
                  <a:lnTo>
                    <a:pt x="2475" y="2121"/>
                  </a:lnTo>
                  <a:lnTo>
                    <a:pt x="2455" y="2142"/>
                  </a:lnTo>
                  <a:lnTo>
                    <a:pt x="2434" y="2160"/>
                  </a:lnTo>
                  <a:lnTo>
                    <a:pt x="2412" y="2174"/>
                  </a:lnTo>
                  <a:lnTo>
                    <a:pt x="2390" y="2185"/>
                  </a:lnTo>
                  <a:lnTo>
                    <a:pt x="2366" y="2191"/>
                  </a:lnTo>
                  <a:lnTo>
                    <a:pt x="2342" y="2193"/>
                  </a:lnTo>
                  <a:lnTo>
                    <a:pt x="2317" y="2191"/>
                  </a:lnTo>
                  <a:lnTo>
                    <a:pt x="2294" y="2185"/>
                  </a:lnTo>
                  <a:lnTo>
                    <a:pt x="2270" y="2174"/>
                  </a:lnTo>
                  <a:lnTo>
                    <a:pt x="2249" y="2160"/>
                  </a:lnTo>
                  <a:lnTo>
                    <a:pt x="2228" y="2142"/>
                  </a:lnTo>
                  <a:lnTo>
                    <a:pt x="2208" y="2121"/>
                  </a:lnTo>
                  <a:lnTo>
                    <a:pt x="2189" y="2097"/>
                  </a:lnTo>
                  <a:lnTo>
                    <a:pt x="2173" y="2070"/>
                  </a:lnTo>
                  <a:lnTo>
                    <a:pt x="2157" y="2039"/>
                  </a:lnTo>
                  <a:lnTo>
                    <a:pt x="2142" y="2008"/>
                  </a:lnTo>
                  <a:lnTo>
                    <a:pt x="2131" y="1972"/>
                  </a:lnTo>
                  <a:lnTo>
                    <a:pt x="2120" y="1936"/>
                  </a:lnTo>
                  <a:lnTo>
                    <a:pt x="2112" y="1897"/>
                  </a:lnTo>
                  <a:lnTo>
                    <a:pt x="2106" y="1858"/>
                  </a:lnTo>
                  <a:lnTo>
                    <a:pt x="2103" y="1815"/>
                  </a:lnTo>
                  <a:lnTo>
                    <a:pt x="2101" y="1773"/>
                  </a:lnTo>
                  <a:lnTo>
                    <a:pt x="2103" y="1731"/>
                  </a:lnTo>
                  <a:lnTo>
                    <a:pt x="2106" y="1689"/>
                  </a:lnTo>
                  <a:lnTo>
                    <a:pt x="2112" y="1649"/>
                  </a:lnTo>
                  <a:lnTo>
                    <a:pt x="2120" y="1611"/>
                  </a:lnTo>
                  <a:lnTo>
                    <a:pt x="2131" y="1574"/>
                  </a:lnTo>
                  <a:lnTo>
                    <a:pt x="2142" y="1540"/>
                  </a:lnTo>
                  <a:lnTo>
                    <a:pt x="2157" y="1507"/>
                  </a:lnTo>
                  <a:lnTo>
                    <a:pt x="2173" y="1478"/>
                  </a:lnTo>
                  <a:lnTo>
                    <a:pt x="2189" y="1451"/>
                  </a:lnTo>
                  <a:lnTo>
                    <a:pt x="2208" y="1426"/>
                  </a:lnTo>
                  <a:lnTo>
                    <a:pt x="2228" y="1405"/>
                  </a:lnTo>
                  <a:lnTo>
                    <a:pt x="2249" y="1387"/>
                  </a:lnTo>
                  <a:lnTo>
                    <a:pt x="2270" y="1373"/>
                  </a:lnTo>
                  <a:lnTo>
                    <a:pt x="2294" y="1363"/>
                  </a:lnTo>
                  <a:lnTo>
                    <a:pt x="2317" y="1357"/>
                  </a:lnTo>
                  <a:lnTo>
                    <a:pt x="2342" y="1355"/>
                  </a:lnTo>
                  <a:close/>
                  <a:moveTo>
                    <a:pt x="3179" y="819"/>
                  </a:moveTo>
                  <a:lnTo>
                    <a:pt x="3204" y="821"/>
                  </a:lnTo>
                  <a:lnTo>
                    <a:pt x="3227" y="827"/>
                  </a:lnTo>
                  <a:lnTo>
                    <a:pt x="3250" y="838"/>
                  </a:lnTo>
                  <a:lnTo>
                    <a:pt x="3272" y="852"/>
                  </a:lnTo>
                  <a:lnTo>
                    <a:pt x="3293" y="869"/>
                  </a:lnTo>
                  <a:lnTo>
                    <a:pt x="3312" y="890"/>
                  </a:lnTo>
                  <a:lnTo>
                    <a:pt x="3331" y="915"/>
                  </a:lnTo>
                  <a:lnTo>
                    <a:pt x="3348" y="942"/>
                  </a:lnTo>
                  <a:lnTo>
                    <a:pt x="3363" y="971"/>
                  </a:lnTo>
                  <a:lnTo>
                    <a:pt x="3377" y="1004"/>
                  </a:lnTo>
                  <a:lnTo>
                    <a:pt x="3389" y="1038"/>
                  </a:lnTo>
                  <a:lnTo>
                    <a:pt x="3400" y="1076"/>
                  </a:lnTo>
                  <a:lnTo>
                    <a:pt x="3408" y="1113"/>
                  </a:lnTo>
                  <a:lnTo>
                    <a:pt x="3414" y="1153"/>
                  </a:lnTo>
                  <a:lnTo>
                    <a:pt x="3417" y="1195"/>
                  </a:lnTo>
                  <a:lnTo>
                    <a:pt x="3418" y="1237"/>
                  </a:lnTo>
                  <a:lnTo>
                    <a:pt x="3417" y="1280"/>
                  </a:lnTo>
                  <a:lnTo>
                    <a:pt x="3414" y="1322"/>
                  </a:lnTo>
                  <a:lnTo>
                    <a:pt x="3408" y="1362"/>
                  </a:lnTo>
                  <a:lnTo>
                    <a:pt x="3400" y="1399"/>
                  </a:lnTo>
                  <a:lnTo>
                    <a:pt x="3389" y="1437"/>
                  </a:lnTo>
                  <a:lnTo>
                    <a:pt x="3377" y="1471"/>
                  </a:lnTo>
                  <a:lnTo>
                    <a:pt x="3363" y="1503"/>
                  </a:lnTo>
                  <a:lnTo>
                    <a:pt x="3348" y="1533"/>
                  </a:lnTo>
                  <a:lnTo>
                    <a:pt x="3331" y="1560"/>
                  </a:lnTo>
                  <a:lnTo>
                    <a:pt x="3312" y="1584"/>
                  </a:lnTo>
                  <a:lnTo>
                    <a:pt x="3293" y="1605"/>
                  </a:lnTo>
                  <a:lnTo>
                    <a:pt x="3272" y="1623"/>
                  </a:lnTo>
                  <a:lnTo>
                    <a:pt x="3250" y="1637"/>
                  </a:lnTo>
                  <a:lnTo>
                    <a:pt x="3227" y="1648"/>
                  </a:lnTo>
                  <a:lnTo>
                    <a:pt x="3204" y="1654"/>
                  </a:lnTo>
                  <a:lnTo>
                    <a:pt x="3179" y="1656"/>
                  </a:lnTo>
                  <a:lnTo>
                    <a:pt x="3155" y="1654"/>
                  </a:lnTo>
                  <a:lnTo>
                    <a:pt x="3131" y="1648"/>
                  </a:lnTo>
                  <a:lnTo>
                    <a:pt x="3108" y="1637"/>
                  </a:lnTo>
                  <a:lnTo>
                    <a:pt x="3087" y="1623"/>
                  </a:lnTo>
                  <a:lnTo>
                    <a:pt x="3066" y="1605"/>
                  </a:lnTo>
                  <a:lnTo>
                    <a:pt x="3046" y="1584"/>
                  </a:lnTo>
                  <a:lnTo>
                    <a:pt x="3027" y="1560"/>
                  </a:lnTo>
                  <a:lnTo>
                    <a:pt x="3011" y="1533"/>
                  </a:lnTo>
                  <a:lnTo>
                    <a:pt x="2994" y="1503"/>
                  </a:lnTo>
                  <a:lnTo>
                    <a:pt x="2980" y="1471"/>
                  </a:lnTo>
                  <a:lnTo>
                    <a:pt x="2968" y="1437"/>
                  </a:lnTo>
                  <a:lnTo>
                    <a:pt x="2958" y="1399"/>
                  </a:lnTo>
                  <a:lnTo>
                    <a:pt x="2950" y="1362"/>
                  </a:lnTo>
                  <a:lnTo>
                    <a:pt x="2944" y="1322"/>
                  </a:lnTo>
                  <a:lnTo>
                    <a:pt x="2940" y="1280"/>
                  </a:lnTo>
                  <a:lnTo>
                    <a:pt x="2939" y="1237"/>
                  </a:lnTo>
                  <a:lnTo>
                    <a:pt x="2940" y="1195"/>
                  </a:lnTo>
                  <a:lnTo>
                    <a:pt x="2944" y="1153"/>
                  </a:lnTo>
                  <a:lnTo>
                    <a:pt x="2950" y="1113"/>
                  </a:lnTo>
                  <a:lnTo>
                    <a:pt x="2958" y="1076"/>
                  </a:lnTo>
                  <a:lnTo>
                    <a:pt x="2968" y="1038"/>
                  </a:lnTo>
                  <a:lnTo>
                    <a:pt x="2980" y="1004"/>
                  </a:lnTo>
                  <a:lnTo>
                    <a:pt x="2994" y="971"/>
                  </a:lnTo>
                  <a:lnTo>
                    <a:pt x="3011" y="942"/>
                  </a:lnTo>
                  <a:lnTo>
                    <a:pt x="3027" y="915"/>
                  </a:lnTo>
                  <a:lnTo>
                    <a:pt x="3046" y="890"/>
                  </a:lnTo>
                  <a:lnTo>
                    <a:pt x="3066" y="869"/>
                  </a:lnTo>
                  <a:lnTo>
                    <a:pt x="3087" y="852"/>
                  </a:lnTo>
                  <a:lnTo>
                    <a:pt x="3108" y="838"/>
                  </a:lnTo>
                  <a:lnTo>
                    <a:pt x="3131" y="827"/>
                  </a:lnTo>
                  <a:lnTo>
                    <a:pt x="3155" y="821"/>
                  </a:lnTo>
                  <a:lnTo>
                    <a:pt x="3179" y="819"/>
                  </a:lnTo>
                  <a:close/>
                  <a:moveTo>
                    <a:pt x="3246" y="2144"/>
                  </a:moveTo>
                  <a:lnTo>
                    <a:pt x="3271" y="2146"/>
                  </a:lnTo>
                  <a:lnTo>
                    <a:pt x="3294" y="2152"/>
                  </a:lnTo>
                  <a:lnTo>
                    <a:pt x="3316" y="2162"/>
                  </a:lnTo>
                  <a:lnTo>
                    <a:pt x="3339" y="2176"/>
                  </a:lnTo>
                  <a:lnTo>
                    <a:pt x="3360" y="2194"/>
                  </a:lnTo>
                  <a:lnTo>
                    <a:pt x="3380" y="2215"/>
                  </a:lnTo>
                  <a:lnTo>
                    <a:pt x="3397" y="2240"/>
                  </a:lnTo>
                  <a:lnTo>
                    <a:pt x="3415" y="2267"/>
                  </a:lnTo>
                  <a:lnTo>
                    <a:pt x="3430" y="2296"/>
                  </a:lnTo>
                  <a:lnTo>
                    <a:pt x="3444" y="2329"/>
                  </a:lnTo>
                  <a:lnTo>
                    <a:pt x="3456" y="2363"/>
                  </a:lnTo>
                  <a:lnTo>
                    <a:pt x="3466" y="2400"/>
                  </a:lnTo>
                  <a:lnTo>
                    <a:pt x="3475" y="2438"/>
                  </a:lnTo>
                  <a:lnTo>
                    <a:pt x="3480" y="2478"/>
                  </a:lnTo>
                  <a:lnTo>
                    <a:pt x="3484" y="2520"/>
                  </a:lnTo>
                  <a:lnTo>
                    <a:pt x="3485" y="2562"/>
                  </a:lnTo>
                  <a:lnTo>
                    <a:pt x="3484" y="2604"/>
                  </a:lnTo>
                  <a:lnTo>
                    <a:pt x="3480" y="2647"/>
                  </a:lnTo>
                  <a:lnTo>
                    <a:pt x="3475" y="2686"/>
                  </a:lnTo>
                  <a:lnTo>
                    <a:pt x="3466" y="2725"/>
                  </a:lnTo>
                  <a:lnTo>
                    <a:pt x="3456" y="2762"/>
                  </a:lnTo>
                  <a:lnTo>
                    <a:pt x="3444" y="2796"/>
                  </a:lnTo>
                  <a:lnTo>
                    <a:pt x="3430" y="2828"/>
                  </a:lnTo>
                  <a:lnTo>
                    <a:pt x="3415" y="2858"/>
                  </a:lnTo>
                  <a:lnTo>
                    <a:pt x="3397" y="2886"/>
                  </a:lnTo>
                  <a:lnTo>
                    <a:pt x="3380" y="2909"/>
                  </a:lnTo>
                  <a:lnTo>
                    <a:pt x="3360" y="2930"/>
                  </a:lnTo>
                  <a:lnTo>
                    <a:pt x="3339" y="2949"/>
                  </a:lnTo>
                  <a:lnTo>
                    <a:pt x="3316" y="2963"/>
                  </a:lnTo>
                  <a:lnTo>
                    <a:pt x="3294" y="2974"/>
                  </a:lnTo>
                  <a:lnTo>
                    <a:pt x="3271" y="2980"/>
                  </a:lnTo>
                  <a:lnTo>
                    <a:pt x="3246" y="2982"/>
                  </a:lnTo>
                  <a:lnTo>
                    <a:pt x="3222" y="2980"/>
                  </a:lnTo>
                  <a:lnTo>
                    <a:pt x="3198" y="2974"/>
                  </a:lnTo>
                  <a:lnTo>
                    <a:pt x="3176" y="2963"/>
                  </a:lnTo>
                  <a:lnTo>
                    <a:pt x="3154" y="2949"/>
                  </a:lnTo>
                  <a:lnTo>
                    <a:pt x="3133" y="2930"/>
                  </a:lnTo>
                  <a:lnTo>
                    <a:pt x="3113" y="2909"/>
                  </a:lnTo>
                  <a:lnTo>
                    <a:pt x="3095" y="2886"/>
                  </a:lnTo>
                  <a:lnTo>
                    <a:pt x="3077" y="2858"/>
                  </a:lnTo>
                  <a:lnTo>
                    <a:pt x="3062" y="2828"/>
                  </a:lnTo>
                  <a:lnTo>
                    <a:pt x="3048" y="2796"/>
                  </a:lnTo>
                  <a:lnTo>
                    <a:pt x="3036" y="2762"/>
                  </a:lnTo>
                  <a:lnTo>
                    <a:pt x="3026" y="2725"/>
                  </a:lnTo>
                  <a:lnTo>
                    <a:pt x="3018" y="2686"/>
                  </a:lnTo>
                  <a:lnTo>
                    <a:pt x="3012" y="2647"/>
                  </a:lnTo>
                  <a:lnTo>
                    <a:pt x="3008" y="2604"/>
                  </a:lnTo>
                  <a:lnTo>
                    <a:pt x="3007" y="2562"/>
                  </a:lnTo>
                  <a:lnTo>
                    <a:pt x="3008" y="2520"/>
                  </a:lnTo>
                  <a:lnTo>
                    <a:pt x="3012" y="2478"/>
                  </a:lnTo>
                  <a:lnTo>
                    <a:pt x="3018" y="2438"/>
                  </a:lnTo>
                  <a:lnTo>
                    <a:pt x="3026" y="2400"/>
                  </a:lnTo>
                  <a:lnTo>
                    <a:pt x="3036" y="2363"/>
                  </a:lnTo>
                  <a:lnTo>
                    <a:pt x="3048" y="2329"/>
                  </a:lnTo>
                  <a:lnTo>
                    <a:pt x="3062" y="2296"/>
                  </a:lnTo>
                  <a:lnTo>
                    <a:pt x="3077" y="2267"/>
                  </a:lnTo>
                  <a:lnTo>
                    <a:pt x="3095" y="2240"/>
                  </a:lnTo>
                  <a:lnTo>
                    <a:pt x="3113" y="2215"/>
                  </a:lnTo>
                  <a:lnTo>
                    <a:pt x="3133" y="2194"/>
                  </a:lnTo>
                  <a:lnTo>
                    <a:pt x="3154" y="2176"/>
                  </a:lnTo>
                  <a:lnTo>
                    <a:pt x="3176" y="2162"/>
                  </a:lnTo>
                  <a:lnTo>
                    <a:pt x="3198" y="2152"/>
                  </a:lnTo>
                  <a:lnTo>
                    <a:pt x="3222" y="2146"/>
                  </a:lnTo>
                  <a:lnTo>
                    <a:pt x="3246" y="214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7913" name="Freeform 51"/>
            <p:cNvSpPr>
              <a:spLocks/>
            </p:cNvSpPr>
            <p:nvPr/>
          </p:nvSpPr>
          <p:spPr bwMode="auto">
            <a:xfrm>
              <a:off x="1267" y="1588"/>
              <a:ext cx="87" cy="52"/>
            </a:xfrm>
            <a:custGeom>
              <a:avLst/>
              <a:gdLst>
                <a:gd name="T0" fmla="*/ 3 w 437"/>
                <a:gd name="T1" fmla="*/ 2 h 260"/>
                <a:gd name="T2" fmla="*/ 3 w 437"/>
                <a:gd name="T3" fmla="*/ 2 h 260"/>
                <a:gd name="T4" fmla="*/ 3 w 437"/>
                <a:gd name="T5" fmla="*/ 2 h 260"/>
                <a:gd name="T6" fmla="*/ 3 w 437"/>
                <a:gd name="T7" fmla="*/ 2 h 260"/>
                <a:gd name="T8" fmla="*/ 3 w 437"/>
                <a:gd name="T9" fmla="*/ 1 h 260"/>
                <a:gd name="T10" fmla="*/ 3 w 437"/>
                <a:gd name="T11" fmla="*/ 1 h 260"/>
                <a:gd name="T12" fmla="*/ 3 w 437"/>
                <a:gd name="T13" fmla="*/ 1 h 260"/>
                <a:gd name="T14" fmla="*/ 3 w 437"/>
                <a:gd name="T15" fmla="*/ 1 h 260"/>
                <a:gd name="T16" fmla="*/ 3 w 437"/>
                <a:gd name="T17" fmla="*/ 1 h 260"/>
                <a:gd name="T18" fmla="*/ 2 w 437"/>
                <a:gd name="T19" fmla="*/ 1 h 260"/>
                <a:gd name="T20" fmla="*/ 2 w 437"/>
                <a:gd name="T21" fmla="*/ 0 h 260"/>
                <a:gd name="T22" fmla="*/ 2 w 437"/>
                <a:gd name="T23" fmla="*/ 0 h 260"/>
                <a:gd name="T24" fmla="*/ 2 w 437"/>
                <a:gd name="T25" fmla="*/ 0 h 260"/>
                <a:gd name="T26" fmla="*/ 1 w 437"/>
                <a:gd name="T27" fmla="*/ 0 h 260"/>
                <a:gd name="T28" fmla="*/ 1 w 437"/>
                <a:gd name="T29" fmla="*/ 0 h 260"/>
                <a:gd name="T30" fmla="*/ 1 w 437"/>
                <a:gd name="T31" fmla="*/ 0 h 260"/>
                <a:gd name="T32" fmla="*/ 0 w 437"/>
                <a:gd name="T33" fmla="*/ 0 h 260"/>
                <a:gd name="T34" fmla="*/ 0 w 437"/>
                <a:gd name="T35" fmla="*/ 0 h 260"/>
                <a:gd name="T36" fmla="*/ 0 w 437"/>
                <a:gd name="T37" fmla="*/ 0 h 260"/>
                <a:gd name="T38" fmla="*/ 0 w 437"/>
                <a:gd name="T39" fmla="*/ 0 h 260"/>
                <a:gd name="T40" fmla="*/ 1 w 437"/>
                <a:gd name="T41" fmla="*/ 0 h 260"/>
                <a:gd name="T42" fmla="*/ 1 w 437"/>
                <a:gd name="T43" fmla="*/ 0 h 260"/>
                <a:gd name="T44" fmla="*/ 1 w 437"/>
                <a:gd name="T45" fmla="*/ 0 h 260"/>
                <a:gd name="T46" fmla="*/ 2 w 437"/>
                <a:gd name="T47" fmla="*/ 0 h 260"/>
                <a:gd name="T48" fmla="*/ 2 w 437"/>
                <a:gd name="T49" fmla="*/ 0 h 260"/>
                <a:gd name="T50" fmla="*/ 2 w 437"/>
                <a:gd name="T51" fmla="*/ 1 h 260"/>
                <a:gd name="T52" fmla="*/ 2 w 437"/>
                <a:gd name="T53" fmla="*/ 1 h 260"/>
                <a:gd name="T54" fmla="*/ 3 w 437"/>
                <a:gd name="T55" fmla="*/ 1 h 260"/>
                <a:gd name="T56" fmla="*/ 3 w 437"/>
                <a:gd name="T57" fmla="*/ 1 h 260"/>
                <a:gd name="T58" fmla="*/ 3 w 437"/>
                <a:gd name="T59" fmla="*/ 1 h 260"/>
                <a:gd name="T60" fmla="*/ 3 w 437"/>
                <a:gd name="T61" fmla="*/ 1 h 260"/>
                <a:gd name="T62" fmla="*/ 3 w 437"/>
                <a:gd name="T63" fmla="*/ 1 h 260"/>
                <a:gd name="T64" fmla="*/ 3 w 437"/>
                <a:gd name="T65" fmla="*/ 2 h 260"/>
                <a:gd name="T66" fmla="*/ 3 w 437"/>
                <a:gd name="T67" fmla="*/ 2 h 260"/>
                <a:gd name="T68" fmla="*/ 3 w 437"/>
                <a:gd name="T69" fmla="*/ 2 h 260"/>
                <a:gd name="T70" fmla="*/ 3 w 437"/>
                <a:gd name="T71" fmla="*/ 2 h 260"/>
                <a:gd name="T72" fmla="*/ 3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437" y="260"/>
                  </a:moveTo>
                  <a:lnTo>
                    <a:pt x="437" y="260"/>
                  </a:lnTo>
                  <a:lnTo>
                    <a:pt x="434" y="233"/>
                  </a:lnTo>
                  <a:lnTo>
                    <a:pt x="427" y="206"/>
                  </a:lnTo>
                  <a:lnTo>
                    <a:pt x="417" y="181"/>
                  </a:lnTo>
                  <a:lnTo>
                    <a:pt x="401" y="157"/>
                  </a:lnTo>
                  <a:lnTo>
                    <a:pt x="383" y="133"/>
                  </a:lnTo>
                  <a:lnTo>
                    <a:pt x="360" y="113"/>
                  </a:lnTo>
                  <a:lnTo>
                    <a:pt x="336" y="93"/>
                  </a:lnTo>
                  <a:lnTo>
                    <a:pt x="308" y="73"/>
                  </a:lnTo>
                  <a:lnTo>
                    <a:pt x="276" y="58"/>
                  </a:lnTo>
                  <a:lnTo>
                    <a:pt x="242" y="43"/>
                  </a:lnTo>
                  <a:lnTo>
                    <a:pt x="207" y="30"/>
                  </a:lnTo>
                  <a:lnTo>
                    <a:pt x="168" y="19"/>
                  </a:lnTo>
                  <a:lnTo>
                    <a:pt x="128" y="11"/>
                  </a:lnTo>
                  <a:lnTo>
                    <a:pt x="87" y="4"/>
                  </a:lnTo>
                  <a:lnTo>
                    <a:pt x="43" y="1"/>
                  </a:lnTo>
                  <a:lnTo>
                    <a:pt x="0" y="0"/>
                  </a:lnTo>
                  <a:lnTo>
                    <a:pt x="0" y="11"/>
                  </a:lnTo>
                  <a:lnTo>
                    <a:pt x="43" y="12"/>
                  </a:lnTo>
                  <a:lnTo>
                    <a:pt x="85" y="16"/>
                  </a:lnTo>
                  <a:lnTo>
                    <a:pt x="126" y="23"/>
                  </a:lnTo>
                  <a:lnTo>
                    <a:pt x="166" y="31"/>
                  </a:lnTo>
                  <a:lnTo>
                    <a:pt x="202" y="42"/>
                  </a:lnTo>
                  <a:lnTo>
                    <a:pt x="237" y="55"/>
                  </a:lnTo>
                  <a:lnTo>
                    <a:pt x="271" y="70"/>
                  </a:lnTo>
                  <a:lnTo>
                    <a:pt x="301" y="85"/>
                  </a:lnTo>
                  <a:lnTo>
                    <a:pt x="329" y="103"/>
                  </a:lnTo>
                  <a:lnTo>
                    <a:pt x="353" y="123"/>
                  </a:lnTo>
                  <a:lnTo>
                    <a:pt x="373" y="143"/>
                  </a:lnTo>
                  <a:lnTo>
                    <a:pt x="392" y="164"/>
                  </a:lnTo>
                  <a:lnTo>
                    <a:pt x="405" y="186"/>
                  </a:lnTo>
                  <a:lnTo>
                    <a:pt x="415" y="211"/>
                  </a:lnTo>
                  <a:lnTo>
                    <a:pt x="422" y="235"/>
                  </a:lnTo>
                  <a:lnTo>
                    <a:pt x="425" y="260"/>
                  </a:lnTo>
                  <a:lnTo>
                    <a:pt x="437"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7914" name="Freeform 52"/>
            <p:cNvSpPr>
              <a:spLocks/>
            </p:cNvSpPr>
            <p:nvPr/>
          </p:nvSpPr>
          <p:spPr bwMode="auto">
            <a:xfrm>
              <a:off x="1267" y="1640"/>
              <a:ext cx="87" cy="52"/>
            </a:xfrm>
            <a:custGeom>
              <a:avLst/>
              <a:gdLst>
                <a:gd name="T0" fmla="*/ 0 w 437"/>
                <a:gd name="T1" fmla="*/ 2 h 260"/>
                <a:gd name="T2" fmla="*/ 0 w 437"/>
                <a:gd name="T3" fmla="*/ 2 h 260"/>
                <a:gd name="T4" fmla="*/ 0 w 437"/>
                <a:gd name="T5" fmla="*/ 2 h 260"/>
                <a:gd name="T6" fmla="*/ 1 w 437"/>
                <a:gd name="T7" fmla="*/ 2 h 260"/>
                <a:gd name="T8" fmla="*/ 1 w 437"/>
                <a:gd name="T9" fmla="*/ 2 h 260"/>
                <a:gd name="T10" fmla="*/ 1 w 437"/>
                <a:gd name="T11" fmla="*/ 2 h 260"/>
                <a:gd name="T12" fmla="*/ 2 w 437"/>
                <a:gd name="T13" fmla="*/ 2 h 260"/>
                <a:gd name="T14" fmla="*/ 2 w 437"/>
                <a:gd name="T15" fmla="*/ 2 h 260"/>
                <a:gd name="T16" fmla="*/ 2 w 437"/>
                <a:gd name="T17" fmla="*/ 2 h 260"/>
                <a:gd name="T18" fmla="*/ 2 w 437"/>
                <a:gd name="T19" fmla="*/ 1 h 260"/>
                <a:gd name="T20" fmla="*/ 3 w 437"/>
                <a:gd name="T21" fmla="*/ 1 h 260"/>
                <a:gd name="T22" fmla="*/ 3 w 437"/>
                <a:gd name="T23" fmla="*/ 1 h 260"/>
                <a:gd name="T24" fmla="*/ 3 w 437"/>
                <a:gd name="T25" fmla="*/ 1 h 260"/>
                <a:gd name="T26" fmla="*/ 3 w 437"/>
                <a:gd name="T27" fmla="*/ 1 h 260"/>
                <a:gd name="T28" fmla="*/ 3 w 437"/>
                <a:gd name="T29" fmla="*/ 1 h 260"/>
                <a:gd name="T30" fmla="*/ 3 w 437"/>
                <a:gd name="T31" fmla="*/ 0 h 260"/>
                <a:gd name="T32" fmla="*/ 3 w 437"/>
                <a:gd name="T33" fmla="*/ 0 h 260"/>
                <a:gd name="T34" fmla="*/ 3 w 437"/>
                <a:gd name="T35" fmla="*/ 0 h 260"/>
                <a:gd name="T36" fmla="*/ 3 w 437"/>
                <a:gd name="T37" fmla="*/ 0 h 260"/>
                <a:gd name="T38" fmla="*/ 3 w 437"/>
                <a:gd name="T39" fmla="*/ 0 h 260"/>
                <a:gd name="T40" fmla="*/ 3 w 437"/>
                <a:gd name="T41" fmla="*/ 0 h 260"/>
                <a:gd name="T42" fmla="*/ 3 w 437"/>
                <a:gd name="T43" fmla="*/ 1 h 260"/>
                <a:gd name="T44" fmla="*/ 3 w 437"/>
                <a:gd name="T45" fmla="*/ 1 h 260"/>
                <a:gd name="T46" fmla="*/ 3 w 437"/>
                <a:gd name="T47" fmla="*/ 1 h 260"/>
                <a:gd name="T48" fmla="*/ 3 w 437"/>
                <a:gd name="T49" fmla="*/ 1 h 260"/>
                <a:gd name="T50" fmla="*/ 3 w 437"/>
                <a:gd name="T51" fmla="*/ 1 h 260"/>
                <a:gd name="T52" fmla="*/ 2 w 437"/>
                <a:gd name="T53" fmla="*/ 1 h 260"/>
                <a:gd name="T54" fmla="*/ 2 w 437"/>
                <a:gd name="T55" fmla="*/ 2 h 260"/>
                <a:gd name="T56" fmla="*/ 2 w 437"/>
                <a:gd name="T57" fmla="*/ 2 h 260"/>
                <a:gd name="T58" fmla="*/ 2 w 437"/>
                <a:gd name="T59" fmla="*/ 2 h 260"/>
                <a:gd name="T60" fmla="*/ 1 w 437"/>
                <a:gd name="T61" fmla="*/ 2 h 260"/>
                <a:gd name="T62" fmla="*/ 1 w 437"/>
                <a:gd name="T63" fmla="*/ 2 h 260"/>
                <a:gd name="T64" fmla="*/ 1 w 437"/>
                <a:gd name="T65" fmla="*/ 2 h 260"/>
                <a:gd name="T66" fmla="*/ 0 w 437"/>
                <a:gd name="T67" fmla="*/ 2 h 260"/>
                <a:gd name="T68" fmla="*/ 0 w 437"/>
                <a:gd name="T69" fmla="*/ 2 h 260"/>
                <a:gd name="T70" fmla="*/ 0 w 437"/>
                <a:gd name="T71" fmla="*/ 2 h 260"/>
                <a:gd name="T72" fmla="*/ 0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0" y="260"/>
                  </a:moveTo>
                  <a:lnTo>
                    <a:pt x="0" y="260"/>
                  </a:lnTo>
                  <a:lnTo>
                    <a:pt x="43" y="259"/>
                  </a:lnTo>
                  <a:lnTo>
                    <a:pt x="87" y="255"/>
                  </a:lnTo>
                  <a:lnTo>
                    <a:pt x="128" y="248"/>
                  </a:lnTo>
                  <a:lnTo>
                    <a:pt x="168" y="240"/>
                  </a:lnTo>
                  <a:lnTo>
                    <a:pt x="207" y="230"/>
                  </a:lnTo>
                  <a:lnTo>
                    <a:pt x="242" y="217"/>
                  </a:lnTo>
                  <a:lnTo>
                    <a:pt x="276" y="202"/>
                  </a:lnTo>
                  <a:lnTo>
                    <a:pt x="308" y="185"/>
                  </a:lnTo>
                  <a:lnTo>
                    <a:pt x="336" y="166"/>
                  </a:lnTo>
                  <a:lnTo>
                    <a:pt x="360" y="146"/>
                  </a:lnTo>
                  <a:lnTo>
                    <a:pt x="383" y="125"/>
                  </a:lnTo>
                  <a:lnTo>
                    <a:pt x="401" y="102"/>
                  </a:lnTo>
                  <a:lnTo>
                    <a:pt x="417" y="77"/>
                  </a:lnTo>
                  <a:lnTo>
                    <a:pt x="427" y="53"/>
                  </a:lnTo>
                  <a:lnTo>
                    <a:pt x="434" y="27"/>
                  </a:lnTo>
                  <a:lnTo>
                    <a:pt x="437" y="0"/>
                  </a:lnTo>
                  <a:lnTo>
                    <a:pt x="425" y="0"/>
                  </a:lnTo>
                  <a:lnTo>
                    <a:pt x="422" y="24"/>
                  </a:lnTo>
                  <a:lnTo>
                    <a:pt x="415" y="48"/>
                  </a:lnTo>
                  <a:lnTo>
                    <a:pt x="405" y="73"/>
                  </a:lnTo>
                  <a:lnTo>
                    <a:pt x="392" y="95"/>
                  </a:lnTo>
                  <a:lnTo>
                    <a:pt x="373" y="116"/>
                  </a:lnTo>
                  <a:lnTo>
                    <a:pt x="353" y="137"/>
                  </a:lnTo>
                  <a:lnTo>
                    <a:pt x="329" y="157"/>
                  </a:lnTo>
                  <a:lnTo>
                    <a:pt x="301" y="173"/>
                  </a:lnTo>
                  <a:lnTo>
                    <a:pt x="271" y="190"/>
                  </a:lnTo>
                  <a:lnTo>
                    <a:pt x="237" y="205"/>
                  </a:lnTo>
                  <a:lnTo>
                    <a:pt x="202" y="218"/>
                  </a:lnTo>
                  <a:lnTo>
                    <a:pt x="166" y="228"/>
                  </a:lnTo>
                  <a:lnTo>
                    <a:pt x="126" y="237"/>
                  </a:lnTo>
                  <a:lnTo>
                    <a:pt x="85" y="244"/>
                  </a:lnTo>
                  <a:lnTo>
                    <a:pt x="43" y="247"/>
                  </a:lnTo>
                  <a:lnTo>
                    <a:pt x="0" y="248"/>
                  </a:lnTo>
                  <a:lnTo>
                    <a:pt x="0"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7915" name="Freeform 53"/>
            <p:cNvSpPr>
              <a:spLocks/>
            </p:cNvSpPr>
            <p:nvPr/>
          </p:nvSpPr>
          <p:spPr bwMode="auto">
            <a:xfrm>
              <a:off x="1179" y="1640"/>
              <a:ext cx="88" cy="52"/>
            </a:xfrm>
            <a:custGeom>
              <a:avLst/>
              <a:gdLst>
                <a:gd name="T0" fmla="*/ 0 w 439"/>
                <a:gd name="T1" fmla="*/ 0 h 260"/>
                <a:gd name="T2" fmla="*/ 0 w 439"/>
                <a:gd name="T3" fmla="*/ 0 h 260"/>
                <a:gd name="T4" fmla="*/ 0 w 439"/>
                <a:gd name="T5" fmla="*/ 0 h 260"/>
                <a:gd name="T6" fmla="*/ 0 w 439"/>
                <a:gd name="T7" fmla="*/ 0 h 260"/>
                <a:gd name="T8" fmla="*/ 0 w 439"/>
                <a:gd name="T9" fmla="*/ 1 h 260"/>
                <a:gd name="T10" fmla="*/ 0 w 439"/>
                <a:gd name="T11" fmla="*/ 1 h 260"/>
                <a:gd name="T12" fmla="*/ 0 w 439"/>
                <a:gd name="T13" fmla="*/ 1 h 260"/>
                <a:gd name="T14" fmla="*/ 1 w 439"/>
                <a:gd name="T15" fmla="*/ 1 h 260"/>
                <a:gd name="T16" fmla="*/ 1 w 439"/>
                <a:gd name="T17" fmla="*/ 1 h 260"/>
                <a:gd name="T18" fmla="*/ 1 w 439"/>
                <a:gd name="T19" fmla="*/ 1 h 260"/>
                <a:gd name="T20" fmla="*/ 1 w 439"/>
                <a:gd name="T21" fmla="*/ 2 h 260"/>
                <a:gd name="T22" fmla="*/ 2 w 439"/>
                <a:gd name="T23" fmla="*/ 2 h 260"/>
                <a:gd name="T24" fmla="*/ 2 w 439"/>
                <a:gd name="T25" fmla="*/ 2 h 260"/>
                <a:gd name="T26" fmla="*/ 2 w 439"/>
                <a:gd name="T27" fmla="*/ 2 h 260"/>
                <a:gd name="T28" fmla="*/ 2 w 439"/>
                <a:gd name="T29" fmla="*/ 2 h 260"/>
                <a:gd name="T30" fmla="*/ 3 w 439"/>
                <a:gd name="T31" fmla="*/ 2 h 260"/>
                <a:gd name="T32" fmla="*/ 3 w 439"/>
                <a:gd name="T33" fmla="*/ 2 h 260"/>
                <a:gd name="T34" fmla="*/ 4 w 439"/>
                <a:gd name="T35" fmla="*/ 2 h 260"/>
                <a:gd name="T36" fmla="*/ 4 w 439"/>
                <a:gd name="T37" fmla="*/ 2 h 260"/>
                <a:gd name="T38" fmla="*/ 3 w 439"/>
                <a:gd name="T39" fmla="*/ 2 h 260"/>
                <a:gd name="T40" fmla="*/ 3 w 439"/>
                <a:gd name="T41" fmla="*/ 2 h 260"/>
                <a:gd name="T42" fmla="*/ 3 w 439"/>
                <a:gd name="T43" fmla="*/ 2 h 260"/>
                <a:gd name="T44" fmla="*/ 2 w 439"/>
                <a:gd name="T45" fmla="*/ 2 h 260"/>
                <a:gd name="T46" fmla="*/ 2 w 439"/>
                <a:gd name="T47" fmla="*/ 2 h 260"/>
                <a:gd name="T48" fmla="*/ 2 w 439"/>
                <a:gd name="T49" fmla="*/ 2 h 260"/>
                <a:gd name="T50" fmla="*/ 1 w 439"/>
                <a:gd name="T51" fmla="*/ 2 h 260"/>
                <a:gd name="T52" fmla="*/ 1 w 439"/>
                <a:gd name="T53" fmla="*/ 1 h 260"/>
                <a:gd name="T54" fmla="*/ 1 w 439"/>
                <a:gd name="T55" fmla="*/ 1 h 260"/>
                <a:gd name="T56" fmla="*/ 1 w 439"/>
                <a:gd name="T57" fmla="*/ 1 h 260"/>
                <a:gd name="T58" fmla="*/ 1 w 439"/>
                <a:gd name="T59" fmla="*/ 1 h 260"/>
                <a:gd name="T60" fmla="*/ 0 w 439"/>
                <a:gd name="T61" fmla="*/ 1 h 260"/>
                <a:gd name="T62" fmla="*/ 0 w 439"/>
                <a:gd name="T63" fmla="*/ 1 h 260"/>
                <a:gd name="T64" fmla="*/ 0 w 439"/>
                <a:gd name="T65" fmla="*/ 0 h 260"/>
                <a:gd name="T66" fmla="*/ 0 w 439"/>
                <a:gd name="T67" fmla="*/ 0 h 260"/>
                <a:gd name="T68" fmla="*/ 0 w 439"/>
                <a:gd name="T69" fmla="*/ 0 h 260"/>
                <a:gd name="T70" fmla="*/ 0 w 439"/>
                <a:gd name="T71" fmla="*/ 0 h 260"/>
                <a:gd name="T72" fmla="*/ 0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0" y="0"/>
                  </a:moveTo>
                  <a:lnTo>
                    <a:pt x="0" y="0"/>
                  </a:lnTo>
                  <a:lnTo>
                    <a:pt x="3" y="27"/>
                  </a:lnTo>
                  <a:lnTo>
                    <a:pt x="10" y="53"/>
                  </a:lnTo>
                  <a:lnTo>
                    <a:pt x="20" y="77"/>
                  </a:lnTo>
                  <a:lnTo>
                    <a:pt x="35" y="102"/>
                  </a:lnTo>
                  <a:lnTo>
                    <a:pt x="54" y="125"/>
                  </a:lnTo>
                  <a:lnTo>
                    <a:pt x="76" y="146"/>
                  </a:lnTo>
                  <a:lnTo>
                    <a:pt x="102" y="166"/>
                  </a:lnTo>
                  <a:lnTo>
                    <a:pt x="130" y="185"/>
                  </a:lnTo>
                  <a:lnTo>
                    <a:pt x="162" y="202"/>
                  </a:lnTo>
                  <a:lnTo>
                    <a:pt x="195" y="217"/>
                  </a:lnTo>
                  <a:lnTo>
                    <a:pt x="231" y="230"/>
                  </a:lnTo>
                  <a:lnTo>
                    <a:pt x="270" y="240"/>
                  </a:lnTo>
                  <a:lnTo>
                    <a:pt x="310" y="248"/>
                  </a:lnTo>
                  <a:lnTo>
                    <a:pt x="351" y="255"/>
                  </a:lnTo>
                  <a:lnTo>
                    <a:pt x="395" y="259"/>
                  </a:lnTo>
                  <a:lnTo>
                    <a:pt x="439" y="260"/>
                  </a:lnTo>
                  <a:lnTo>
                    <a:pt x="439" y="248"/>
                  </a:lnTo>
                  <a:lnTo>
                    <a:pt x="395" y="247"/>
                  </a:lnTo>
                  <a:lnTo>
                    <a:pt x="353" y="244"/>
                  </a:lnTo>
                  <a:lnTo>
                    <a:pt x="312" y="237"/>
                  </a:lnTo>
                  <a:lnTo>
                    <a:pt x="272" y="228"/>
                  </a:lnTo>
                  <a:lnTo>
                    <a:pt x="236" y="218"/>
                  </a:lnTo>
                  <a:lnTo>
                    <a:pt x="200" y="205"/>
                  </a:lnTo>
                  <a:lnTo>
                    <a:pt x="167" y="190"/>
                  </a:lnTo>
                  <a:lnTo>
                    <a:pt x="137" y="173"/>
                  </a:lnTo>
                  <a:lnTo>
                    <a:pt x="109" y="157"/>
                  </a:lnTo>
                  <a:lnTo>
                    <a:pt x="84" y="137"/>
                  </a:lnTo>
                  <a:lnTo>
                    <a:pt x="64" y="116"/>
                  </a:lnTo>
                  <a:lnTo>
                    <a:pt x="45" y="95"/>
                  </a:lnTo>
                  <a:lnTo>
                    <a:pt x="32" y="73"/>
                  </a:lnTo>
                  <a:lnTo>
                    <a:pt x="21" y="48"/>
                  </a:lnTo>
                  <a:lnTo>
                    <a:pt x="14" y="24"/>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7916" name="Freeform 54"/>
            <p:cNvSpPr>
              <a:spLocks/>
            </p:cNvSpPr>
            <p:nvPr/>
          </p:nvSpPr>
          <p:spPr bwMode="auto">
            <a:xfrm>
              <a:off x="1179" y="1588"/>
              <a:ext cx="88" cy="52"/>
            </a:xfrm>
            <a:custGeom>
              <a:avLst/>
              <a:gdLst>
                <a:gd name="T0" fmla="*/ 4 w 439"/>
                <a:gd name="T1" fmla="*/ 0 h 260"/>
                <a:gd name="T2" fmla="*/ 4 w 439"/>
                <a:gd name="T3" fmla="*/ 0 h 260"/>
                <a:gd name="T4" fmla="*/ 3 w 439"/>
                <a:gd name="T5" fmla="*/ 0 h 260"/>
                <a:gd name="T6" fmla="*/ 3 w 439"/>
                <a:gd name="T7" fmla="*/ 0 h 260"/>
                <a:gd name="T8" fmla="*/ 2 w 439"/>
                <a:gd name="T9" fmla="*/ 0 h 260"/>
                <a:gd name="T10" fmla="*/ 2 w 439"/>
                <a:gd name="T11" fmla="*/ 0 h 260"/>
                <a:gd name="T12" fmla="*/ 2 w 439"/>
                <a:gd name="T13" fmla="*/ 0 h 260"/>
                <a:gd name="T14" fmla="*/ 2 w 439"/>
                <a:gd name="T15" fmla="*/ 0 h 260"/>
                <a:gd name="T16" fmla="*/ 1 w 439"/>
                <a:gd name="T17" fmla="*/ 0 h 260"/>
                <a:gd name="T18" fmla="*/ 1 w 439"/>
                <a:gd name="T19" fmla="*/ 1 h 260"/>
                <a:gd name="T20" fmla="*/ 1 w 439"/>
                <a:gd name="T21" fmla="*/ 1 h 260"/>
                <a:gd name="T22" fmla="*/ 1 w 439"/>
                <a:gd name="T23" fmla="*/ 1 h 260"/>
                <a:gd name="T24" fmla="*/ 0 w 439"/>
                <a:gd name="T25" fmla="*/ 1 h 260"/>
                <a:gd name="T26" fmla="*/ 0 w 439"/>
                <a:gd name="T27" fmla="*/ 1 h 260"/>
                <a:gd name="T28" fmla="*/ 0 w 439"/>
                <a:gd name="T29" fmla="*/ 1 h 260"/>
                <a:gd name="T30" fmla="*/ 0 w 439"/>
                <a:gd name="T31" fmla="*/ 2 h 260"/>
                <a:gd name="T32" fmla="*/ 0 w 439"/>
                <a:gd name="T33" fmla="*/ 2 h 260"/>
                <a:gd name="T34" fmla="*/ 0 w 439"/>
                <a:gd name="T35" fmla="*/ 2 h 260"/>
                <a:gd name="T36" fmla="*/ 0 w 439"/>
                <a:gd name="T37" fmla="*/ 2 h 260"/>
                <a:gd name="T38" fmla="*/ 0 w 439"/>
                <a:gd name="T39" fmla="*/ 2 h 260"/>
                <a:gd name="T40" fmla="*/ 0 w 439"/>
                <a:gd name="T41" fmla="*/ 2 h 260"/>
                <a:gd name="T42" fmla="*/ 0 w 439"/>
                <a:gd name="T43" fmla="*/ 1 h 260"/>
                <a:gd name="T44" fmla="*/ 0 w 439"/>
                <a:gd name="T45" fmla="*/ 1 h 260"/>
                <a:gd name="T46" fmla="*/ 1 w 439"/>
                <a:gd name="T47" fmla="*/ 1 h 260"/>
                <a:gd name="T48" fmla="*/ 1 w 439"/>
                <a:gd name="T49" fmla="*/ 1 h 260"/>
                <a:gd name="T50" fmla="*/ 1 w 439"/>
                <a:gd name="T51" fmla="*/ 1 h 260"/>
                <a:gd name="T52" fmla="*/ 1 w 439"/>
                <a:gd name="T53" fmla="*/ 1 h 260"/>
                <a:gd name="T54" fmla="*/ 1 w 439"/>
                <a:gd name="T55" fmla="*/ 1 h 260"/>
                <a:gd name="T56" fmla="*/ 2 w 439"/>
                <a:gd name="T57" fmla="*/ 0 h 260"/>
                <a:gd name="T58" fmla="*/ 2 w 439"/>
                <a:gd name="T59" fmla="*/ 0 h 260"/>
                <a:gd name="T60" fmla="*/ 2 w 439"/>
                <a:gd name="T61" fmla="*/ 0 h 260"/>
                <a:gd name="T62" fmla="*/ 3 w 439"/>
                <a:gd name="T63" fmla="*/ 0 h 260"/>
                <a:gd name="T64" fmla="*/ 3 w 439"/>
                <a:gd name="T65" fmla="*/ 0 h 260"/>
                <a:gd name="T66" fmla="*/ 3 w 439"/>
                <a:gd name="T67" fmla="*/ 0 h 260"/>
                <a:gd name="T68" fmla="*/ 4 w 439"/>
                <a:gd name="T69" fmla="*/ 0 h 260"/>
                <a:gd name="T70" fmla="*/ 4 w 439"/>
                <a:gd name="T71" fmla="*/ 0 h 260"/>
                <a:gd name="T72" fmla="*/ 4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439" y="0"/>
                  </a:moveTo>
                  <a:lnTo>
                    <a:pt x="439" y="0"/>
                  </a:lnTo>
                  <a:lnTo>
                    <a:pt x="395" y="1"/>
                  </a:lnTo>
                  <a:lnTo>
                    <a:pt x="351" y="4"/>
                  </a:lnTo>
                  <a:lnTo>
                    <a:pt x="310" y="11"/>
                  </a:lnTo>
                  <a:lnTo>
                    <a:pt x="270" y="19"/>
                  </a:lnTo>
                  <a:lnTo>
                    <a:pt x="231" y="30"/>
                  </a:lnTo>
                  <a:lnTo>
                    <a:pt x="195" y="43"/>
                  </a:lnTo>
                  <a:lnTo>
                    <a:pt x="162" y="58"/>
                  </a:lnTo>
                  <a:lnTo>
                    <a:pt x="130" y="73"/>
                  </a:lnTo>
                  <a:lnTo>
                    <a:pt x="102" y="93"/>
                  </a:lnTo>
                  <a:lnTo>
                    <a:pt x="76" y="113"/>
                  </a:lnTo>
                  <a:lnTo>
                    <a:pt x="54" y="133"/>
                  </a:lnTo>
                  <a:lnTo>
                    <a:pt x="35" y="157"/>
                  </a:lnTo>
                  <a:lnTo>
                    <a:pt x="20" y="181"/>
                  </a:lnTo>
                  <a:lnTo>
                    <a:pt x="10" y="206"/>
                  </a:lnTo>
                  <a:lnTo>
                    <a:pt x="3" y="233"/>
                  </a:lnTo>
                  <a:lnTo>
                    <a:pt x="0" y="260"/>
                  </a:lnTo>
                  <a:lnTo>
                    <a:pt x="12" y="260"/>
                  </a:lnTo>
                  <a:lnTo>
                    <a:pt x="14" y="235"/>
                  </a:lnTo>
                  <a:lnTo>
                    <a:pt x="21" y="211"/>
                  </a:lnTo>
                  <a:lnTo>
                    <a:pt x="32" y="186"/>
                  </a:lnTo>
                  <a:lnTo>
                    <a:pt x="45" y="164"/>
                  </a:lnTo>
                  <a:lnTo>
                    <a:pt x="64" y="143"/>
                  </a:lnTo>
                  <a:lnTo>
                    <a:pt x="84" y="123"/>
                  </a:lnTo>
                  <a:lnTo>
                    <a:pt x="109" y="103"/>
                  </a:lnTo>
                  <a:lnTo>
                    <a:pt x="137" y="85"/>
                  </a:lnTo>
                  <a:lnTo>
                    <a:pt x="167" y="70"/>
                  </a:lnTo>
                  <a:lnTo>
                    <a:pt x="200" y="55"/>
                  </a:lnTo>
                  <a:lnTo>
                    <a:pt x="236" y="42"/>
                  </a:lnTo>
                  <a:lnTo>
                    <a:pt x="272" y="31"/>
                  </a:lnTo>
                  <a:lnTo>
                    <a:pt x="312" y="23"/>
                  </a:lnTo>
                  <a:lnTo>
                    <a:pt x="353" y="16"/>
                  </a:lnTo>
                  <a:lnTo>
                    <a:pt x="395" y="12"/>
                  </a:lnTo>
                  <a:lnTo>
                    <a:pt x="439" y="11"/>
                  </a:lnTo>
                  <a:lnTo>
                    <a:pt x="439"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7917" name="Freeform 55"/>
            <p:cNvSpPr>
              <a:spLocks/>
            </p:cNvSpPr>
            <p:nvPr/>
          </p:nvSpPr>
          <p:spPr bwMode="auto">
            <a:xfrm>
              <a:off x="964" y="1745"/>
              <a:ext cx="48" cy="85"/>
            </a:xfrm>
            <a:custGeom>
              <a:avLst/>
              <a:gdLst>
                <a:gd name="T0" fmla="*/ 2 w 244"/>
                <a:gd name="T1" fmla="*/ 3 h 426"/>
                <a:gd name="T2" fmla="*/ 2 w 244"/>
                <a:gd name="T3" fmla="*/ 3 h 426"/>
                <a:gd name="T4" fmla="*/ 2 w 244"/>
                <a:gd name="T5" fmla="*/ 3 h 426"/>
                <a:gd name="T6" fmla="*/ 2 w 244"/>
                <a:gd name="T7" fmla="*/ 3 h 426"/>
                <a:gd name="T8" fmla="*/ 2 w 244"/>
                <a:gd name="T9" fmla="*/ 2 h 426"/>
                <a:gd name="T10" fmla="*/ 2 w 244"/>
                <a:gd name="T11" fmla="*/ 2 h 426"/>
                <a:gd name="T12" fmla="*/ 2 w 244"/>
                <a:gd name="T13" fmla="*/ 2 h 426"/>
                <a:gd name="T14" fmla="*/ 2 w 244"/>
                <a:gd name="T15" fmla="*/ 2 h 426"/>
                <a:gd name="T16" fmla="*/ 1 w 244"/>
                <a:gd name="T17" fmla="*/ 1 h 426"/>
                <a:gd name="T18" fmla="*/ 1 w 244"/>
                <a:gd name="T19" fmla="*/ 1 h 426"/>
                <a:gd name="T20" fmla="*/ 1 w 244"/>
                <a:gd name="T21" fmla="*/ 1 h 426"/>
                <a:gd name="T22" fmla="*/ 1 w 244"/>
                <a:gd name="T23" fmla="*/ 1 h 426"/>
                <a:gd name="T24" fmla="*/ 1 w 244"/>
                <a:gd name="T25" fmla="*/ 0 h 426"/>
                <a:gd name="T26" fmla="*/ 1 w 244"/>
                <a:gd name="T27" fmla="*/ 0 h 426"/>
                <a:gd name="T28" fmla="*/ 1 w 244"/>
                <a:gd name="T29" fmla="*/ 0 h 426"/>
                <a:gd name="T30" fmla="*/ 0 w 244"/>
                <a:gd name="T31" fmla="*/ 0 h 426"/>
                <a:gd name="T32" fmla="*/ 0 w 244"/>
                <a:gd name="T33" fmla="*/ 0 h 426"/>
                <a:gd name="T34" fmla="*/ 0 w 244"/>
                <a:gd name="T35" fmla="*/ 0 h 426"/>
                <a:gd name="T36" fmla="*/ 0 w 244"/>
                <a:gd name="T37" fmla="*/ 0 h 426"/>
                <a:gd name="T38" fmla="*/ 0 w 244"/>
                <a:gd name="T39" fmla="*/ 0 h 426"/>
                <a:gd name="T40" fmla="*/ 0 w 244"/>
                <a:gd name="T41" fmla="*/ 0 h 426"/>
                <a:gd name="T42" fmla="*/ 1 w 244"/>
                <a:gd name="T43" fmla="*/ 0 h 426"/>
                <a:gd name="T44" fmla="*/ 1 w 244"/>
                <a:gd name="T45" fmla="*/ 0 h 426"/>
                <a:gd name="T46" fmla="*/ 1 w 244"/>
                <a:gd name="T47" fmla="*/ 0 h 426"/>
                <a:gd name="T48" fmla="*/ 1 w 244"/>
                <a:gd name="T49" fmla="*/ 1 h 426"/>
                <a:gd name="T50" fmla="*/ 1 w 244"/>
                <a:gd name="T51" fmla="*/ 1 h 426"/>
                <a:gd name="T52" fmla="*/ 1 w 244"/>
                <a:gd name="T53" fmla="*/ 1 h 426"/>
                <a:gd name="T54" fmla="*/ 1 w 244"/>
                <a:gd name="T55" fmla="*/ 1 h 426"/>
                <a:gd name="T56" fmla="*/ 1 w 244"/>
                <a:gd name="T57" fmla="*/ 2 h 426"/>
                <a:gd name="T58" fmla="*/ 2 w 244"/>
                <a:gd name="T59" fmla="*/ 2 h 426"/>
                <a:gd name="T60" fmla="*/ 2 w 244"/>
                <a:gd name="T61" fmla="*/ 2 h 426"/>
                <a:gd name="T62" fmla="*/ 2 w 244"/>
                <a:gd name="T63" fmla="*/ 2 h 426"/>
                <a:gd name="T64" fmla="*/ 2 w 244"/>
                <a:gd name="T65" fmla="*/ 3 h 426"/>
                <a:gd name="T66" fmla="*/ 2 w 244"/>
                <a:gd name="T67" fmla="*/ 3 h 426"/>
                <a:gd name="T68" fmla="*/ 2 w 244"/>
                <a:gd name="T69" fmla="*/ 3 h 426"/>
                <a:gd name="T70" fmla="*/ 2 w 244"/>
                <a:gd name="T71" fmla="*/ 3 h 426"/>
                <a:gd name="T72" fmla="*/ 2 w 244"/>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6"/>
                <a:gd name="T113" fmla="*/ 244 w 244"/>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6">
                  <a:moveTo>
                    <a:pt x="244" y="426"/>
                  </a:moveTo>
                  <a:lnTo>
                    <a:pt x="244" y="426"/>
                  </a:lnTo>
                  <a:lnTo>
                    <a:pt x="243" y="383"/>
                  </a:lnTo>
                  <a:lnTo>
                    <a:pt x="240" y="340"/>
                  </a:lnTo>
                  <a:lnTo>
                    <a:pt x="234" y="300"/>
                  </a:lnTo>
                  <a:lnTo>
                    <a:pt x="226" y="262"/>
                  </a:lnTo>
                  <a:lnTo>
                    <a:pt x="215" y="224"/>
                  </a:lnTo>
                  <a:lnTo>
                    <a:pt x="203" y="189"/>
                  </a:lnTo>
                  <a:lnTo>
                    <a:pt x="189" y="157"/>
                  </a:lnTo>
                  <a:lnTo>
                    <a:pt x="174" y="126"/>
                  </a:lnTo>
                  <a:lnTo>
                    <a:pt x="155" y="99"/>
                  </a:lnTo>
                  <a:lnTo>
                    <a:pt x="138" y="74"/>
                  </a:lnTo>
                  <a:lnTo>
                    <a:pt x="118" y="52"/>
                  </a:lnTo>
                  <a:lnTo>
                    <a:pt x="96" y="34"/>
                  </a:lnTo>
                  <a:lnTo>
                    <a:pt x="73" y="19"/>
                  </a:lnTo>
                  <a:lnTo>
                    <a:pt x="50" y="8"/>
                  </a:lnTo>
                  <a:lnTo>
                    <a:pt x="25" y="2"/>
                  </a:lnTo>
                  <a:lnTo>
                    <a:pt x="0" y="0"/>
                  </a:lnTo>
                  <a:lnTo>
                    <a:pt x="0" y="12"/>
                  </a:lnTo>
                  <a:lnTo>
                    <a:pt x="23" y="14"/>
                  </a:lnTo>
                  <a:lnTo>
                    <a:pt x="45" y="20"/>
                  </a:lnTo>
                  <a:lnTo>
                    <a:pt x="66" y="31"/>
                  </a:lnTo>
                  <a:lnTo>
                    <a:pt x="89" y="43"/>
                  </a:lnTo>
                  <a:lnTo>
                    <a:pt x="109" y="61"/>
                  </a:lnTo>
                  <a:lnTo>
                    <a:pt x="129" y="81"/>
                  </a:lnTo>
                  <a:lnTo>
                    <a:pt x="146" y="106"/>
                  </a:lnTo>
                  <a:lnTo>
                    <a:pt x="162" y="133"/>
                  </a:lnTo>
                  <a:lnTo>
                    <a:pt x="178" y="162"/>
                  </a:lnTo>
                  <a:lnTo>
                    <a:pt x="192" y="194"/>
                  </a:lnTo>
                  <a:lnTo>
                    <a:pt x="203" y="229"/>
                  </a:lnTo>
                  <a:lnTo>
                    <a:pt x="214" y="264"/>
                  </a:lnTo>
                  <a:lnTo>
                    <a:pt x="222" y="303"/>
                  </a:lnTo>
                  <a:lnTo>
                    <a:pt x="228" y="342"/>
                  </a:lnTo>
                  <a:lnTo>
                    <a:pt x="232" y="383"/>
                  </a:lnTo>
                  <a:lnTo>
                    <a:pt x="233" y="426"/>
                  </a:lnTo>
                  <a:lnTo>
                    <a:pt x="244"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7918" name="Freeform 56"/>
            <p:cNvSpPr>
              <a:spLocks/>
            </p:cNvSpPr>
            <p:nvPr/>
          </p:nvSpPr>
          <p:spPr bwMode="auto">
            <a:xfrm>
              <a:off x="964" y="1830"/>
              <a:ext cx="48" cy="85"/>
            </a:xfrm>
            <a:custGeom>
              <a:avLst/>
              <a:gdLst>
                <a:gd name="T0" fmla="*/ 0 w 244"/>
                <a:gd name="T1" fmla="*/ 3 h 424"/>
                <a:gd name="T2" fmla="*/ 0 w 244"/>
                <a:gd name="T3" fmla="*/ 3 h 424"/>
                <a:gd name="T4" fmla="*/ 0 w 244"/>
                <a:gd name="T5" fmla="*/ 3 h 424"/>
                <a:gd name="T6" fmla="*/ 0 w 244"/>
                <a:gd name="T7" fmla="*/ 3 h 424"/>
                <a:gd name="T8" fmla="*/ 1 w 244"/>
                <a:gd name="T9" fmla="*/ 3 h 424"/>
                <a:gd name="T10" fmla="*/ 1 w 244"/>
                <a:gd name="T11" fmla="*/ 3 h 424"/>
                <a:gd name="T12" fmla="*/ 1 w 244"/>
                <a:gd name="T13" fmla="*/ 3 h 424"/>
                <a:gd name="T14" fmla="*/ 1 w 244"/>
                <a:gd name="T15" fmla="*/ 3 h 424"/>
                <a:gd name="T16" fmla="*/ 1 w 244"/>
                <a:gd name="T17" fmla="*/ 3 h 424"/>
                <a:gd name="T18" fmla="*/ 1 w 244"/>
                <a:gd name="T19" fmla="*/ 2 h 424"/>
                <a:gd name="T20" fmla="*/ 1 w 244"/>
                <a:gd name="T21" fmla="*/ 2 h 424"/>
                <a:gd name="T22" fmla="*/ 2 w 244"/>
                <a:gd name="T23" fmla="*/ 2 h 424"/>
                <a:gd name="T24" fmla="*/ 2 w 244"/>
                <a:gd name="T25" fmla="*/ 2 h 424"/>
                <a:gd name="T26" fmla="*/ 2 w 244"/>
                <a:gd name="T27" fmla="*/ 1 h 424"/>
                <a:gd name="T28" fmla="*/ 2 w 244"/>
                <a:gd name="T29" fmla="*/ 1 h 424"/>
                <a:gd name="T30" fmla="*/ 2 w 244"/>
                <a:gd name="T31" fmla="*/ 1 h 424"/>
                <a:gd name="T32" fmla="*/ 2 w 244"/>
                <a:gd name="T33" fmla="*/ 0 h 424"/>
                <a:gd name="T34" fmla="*/ 2 w 244"/>
                <a:gd name="T35" fmla="*/ 0 h 424"/>
                <a:gd name="T36" fmla="*/ 2 w 244"/>
                <a:gd name="T37" fmla="*/ 0 h 424"/>
                <a:gd name="T38" fmla="*/ 2 w 244"/>
                <a:gd name="T39" fmla="*/ 0 h 424"/>
                <a:gd name="T40" fmla="*/ 2 w 244"/>
                <a:gd name="T41" fmla="*/ 1 h 424"/>
                <a:gd name="T42" fmla="*/ 2 w 244"/>
                <a:gd name="T43" fmla="*/ 1 h 424"/>
                <a:gd name="T44" fmla="*/ 2 w 244"/>
                <a:gd name="T45" fmla="*/ 1 h 424"/>
                <a:gd name="T46" fmla="*/ 2 w 244"/>
                <a:gd name="T47" fmla="*/ 2 h 424"/>
                <a:gd name="T48" fmla="*/ 1 w 244"/>
                <a:gd name="T49" fmla="*/ 2 h 424"/>
                <a:gd name="T50" fmla="*/ 1 w 244"/>
                <a:gd name="T51" fmla="*/ 2 h 424"/>
                <a:gd name="T52" fmla="*/ 1 w 244"/>
                <a:gd name="T53" fmla="*/ 2 h 424"/>
                <a:gd name="T54" fmla="*/ 1 w 244"/>
                <a:gd name="T55" fmla="*/ 3 h 424"/>
                <a:gd name="T56" fmla="*/ 1 w 244"/>
                <a:gd name="T57" fmla="*/ 3 h 424"/>
                <a:gd name="T58" fmla="*/ 1 w 244"/>
                <a:gd name="T59" fmla="*/ 3 h 424"/>
                <a:gd name="T60" fmla="*/ 1 w 244"/>
                <a:gd name="T61" fmla="*/ 3 h 424"/>
                <a:gd name="T62" fmla="*/ 1 w 244"/>
                <a:gd name="T63" fmla="*/ 3 h 424"/>
                <a:gd name="T64" fmla="*/ 0 w 244"/>
                <a:gd name="T65" fmla="*/ 3 h 424"/>
                <a:gd name="T66" fmla="*/ 0 w 244"/>
                <a:gd name="T67" fmla="*/ 3 h 424"/>
                <a:gd name="T68" fmla="*/ 0 w 244"/>
                <a:gd name="T69" fmla="*/ 3 h 424"/>
                <a:gd name="T70" fmla="*/ 0 w 244"/>
                <a:gd name="T71" fmla="*/ 3 h 424"/>
                <a:gd name="T72" fmla="*/ 0 w 244"/>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4"/>
                <a:gd name="T113" fmla="*/ 244 w 244"/>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4">
                  <a:moveTo>
                    <a:pt x="0" y="424"/>
                  </a:moveTo>
                  <a:lnTo>
                    <a:pt x="0" y="424"/>
                  </a:lnTo>
                  <a:lnTo>
                    <a:pt x="25" y="422"/>
                  </a:lnTo>
                  <a:lnTo>
                    <a:pt x="50" y="416"/>
                  </a:lnTo>
                  <a:lnTo>
                    <a:pt x="73" y="405"/>
                  </a:lnTo>
                  <a:lnTo>
                    <a:pt x="96" y="390"/>
                  </a:lnTo>
                  <a:lnTo>
                    <a:pt x="118" y="373"/>
                  </a:lnTo>
                  <a:lnTo>
                    <a:pt x="138" y="350"/>
                  </a:lnTo>
                  <a:lnTo>
                    <a:pt x="155" y="326"/>
                  </a:lnTo>
                  <a:lnTo>
                    <a:pt x="173" y="299"/>
                  </a:lnTo>
                  <a:lnTo>
                    <a:pt x="189" y="268"/>
                  </a:lnTo>
                  <a:lnTo>
                    <a:pt x="203" y="235"/>
                  </a:lnTo>
                  <a:lnTo>
                    <a:pt x="215" y="201"/>
                  </a:lnTo>
                  <a:lnTo>
                    <a:pt x="226" y="163"/>
                  </a:lnTo>
                  <a:lnTo>
                    <a:pt x="234" y="125"/>
                  </a:lnTo>
                  <a:lnTo>
                    <a:pt x="240" y="85"/>
                  </a:lnTo>
                  <a:lnTo>
                    <a:pt x="243" y="42"/>
                  </a:lnTo>
                  <a:lnTo>
                    <a:pt x="244" y="0"/>
                  </a:lnTo>
                  <a:lnTo>
                    <a:pt x="233" y="0"/>
                  </a:lnTo>
                  <a:lnTo>
                    <a:pt x="232" y="42"/>
                  </a:lnTo>
                  <a:lnTo>
                    <a:pt x="228" y="83"/>
                  </a:lnTo>
                  <a:lnTo>
                    <a:pt x="222" y="123"/>
                  </a:lnTo>
                  <a:lnTo>
                    <a:pt x="214" y="160"/>
                  </a:lnTo>
                  <a:lnTo>
                    <a:pt x="203" y="197"/>
                  </a:lnTo>
                  <a:lnTo>
                    <a:pt x="192" y="231"/>
                  </a:lnTo>
                  <a:lnTo>
                    <a:pt x="178" y="263"/>
                  </a:lnTo>
                  <a:lnTo>
                    <a:pt x="164" y="292"/>
                  </a:lnTo>
                  <a:lnTo>
                    <a:pt x="146" y="319"/>
                  </a:lnTo>
                  <a:lnTo>
                    <a:pt x="129" y="343"/>
                  </a:lnTo>
                  <a:lnTo>
                    <a:pt x="109" y="363"/>
                  </a:lnTo>
                  <a:lnTo>
                    <a:pt x="89" y="381"/>
                  </a:lnTo>
                  <a:lnTo>
                    <a:pt x="66" y="394"/>
                  </a:lnTo>
                  <a:lnTo>
                    <a:pt x="45" y="404"/>
                  </a:lnTo>
                  <a:lnTo>
                    <a:pt x="23" y="410"/>
                  </a:lnTo>
                  <a:lnTo>
                    <a:pt x="0" y="412"/>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7919" name="Freeform 57"/>
            <p:cNvSpPr>
              <a:spLocks/>
            </p:cNvSpPr>
            <p:nvPr/>
          </p:nvSpPr>
          <p:spPr bwMode="auto">
            <a:xfrm>
              <a:off x="915" y="1830"/>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1" y="42"/>
                  </a:lnTo>
                  <a:lnTo>
                    <a:pt x="4" y="85"/>
                  </a:lnTo>
                  <a:lnTo>
                    <a:pt x="10" y="125"/>
                  </a:lnTo>
                  <a:lnTo>
                    <a:pt x="19" y="163"/>
                  </a:lnTo>
                  <a:lnTo>
                    <a:pt x="29" y="201"/>
                  </a:lnTo>
                  <a:lnTo>
                    <a:pt x="41" y="235"/>
                  </a:lnTo>
                  <a:lnTo>
                    <a:pt x="55" y="268"/>
                  </a:lnTo>
                  <a:lnTo>
                    <a:pt x="71" y="299"/>
                  </a:lnTo>
                  <a:lnTo>
                    <a:pt x="89" y="326"/>
                  </a:lnTo>
                  <a:lnTo>
                    <a:pt x="106" y="350"/>
                  </a:lnTo>
                  <a:lnTo>
                    <a:pt x="126" y="373"/>
                  </a:lnTo>
                  <a:lnTo>
                    <a:pt x="149" y="390"/>
                  </a:lnTo>
                  <a:lnTo>
                    <a:pt x="171" y="405"/>
                  </a:lnTo>
                  <a:lnTo>
                    <a:pt x="194" y="416"/>
                  </a:lnTo>
                  <a:lnTo>
                    <a:pt x="219" y="422"/>
                  </a:lnTo>
                  <a:lnTo>
                    <a:pt x="245" y="424"/>
                  </a:lnTo>
                  <a:lnTo>
                    <a:pt x="245" y="412"/>
                  </a:lnTo>
                  <a:lnTo>
                    <a:pt x="221" y="410"/>
                  </a:lnTo>
                  <a:lnTo>
                    <a:pt x="199" y="404"/>
                  </a:lnTo>
                  <a:lnTo>
                    <a:pt x="178" y="394"/>
                  </a:lnTo>
                  <a:lnTo>
                    <a:pt x="156" y="381"/>
                  </a:lnTo>
                  <a:lnTo>
                    <a:pt x="136" y="363"/>
                  </a:lnTo>
                  <a:lnTo>
                    <a:pt x="116" y="343"/>
                  </a:lnTo>
                  <a:lnTo>
                    <a:pt x="98" y="319"/>
                  </a:lnTo>
                  <a:lnTo>
                    <a:pt x="81" y="292"/>
                  </a:lnTo>
                  <a:lnTo>
                    <a:pt x="67" y="263"/>
                  </a:lnTo>
                  <a:lnTo>
                    <a:pt x="52" y="231"/>
                  </a:lnTo>
                  <a:lnTo>
                    <a:pt x="41" y="197"/>
                  </a:lnTo>
                  <a:lnTo>
                    <a:pt x="30" y="160"/>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7920" name="Freeform 58"/>
            <p:cNvSpPr>
              <a:spLocks/>
            </p:cNvSpPr>
            <p:nvPr/>
          </p:nvSpPr>
          <p:spPr bwMode="auto">
            <a:xfrm>
              <a:off x="915" y="1745"/>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0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19" y="2"/>
                  </a:lnTo>
                  <a:lnTo>
                    <a:pt x="194" y="8"/>
                  </a:lnTo>
                  <a:lnTo>
                    <a:pt x="171" y="19"/>
                  </a:lnTo>
                  <a:lnTo>
                    <a:pt x="149" y="34"/>
                  </a:lnTo>
                  <a:lnTo>
                    <a:pt x="126" y="52"/>
                  </a:lnTo>
                  <a:lnTo>
                    <a:pt x="106" y="74"/>
                  </a:lnTo>
                  <a:lnTo>
                    <a:pt x="89" y="99"/>
                  </a:lnTo>
                  <a:lnTo>
                    <a:pt x="70" y="126"/>
                  </a:lnTo>
                  <a:lnTo>
                    <a:pt x="55" y="157"/>
                  </a:lnTo>
                  <a:lnTo>
                    <a:pt x="41" y="189"/>
                  </a:lnTo>
                  <a:lnTo>
                    <a:pt x="29" y="224"/>
                  </a:lnTo>
                  <a:lnTo>
                    <a:pt x="19" y="262"/>
                  </a:lnTo>
                  <a:lnTo>
                    <a:pt x="10" y="300"/>
                  </a:lnTo>
                  <a:lnTo>
                    <a:pt x="4" y="340"/>
                  </a:lnTo>
                  <a:lnTo>
                    <a:pt x="1" y="383"/>
                  </a:lnTo>
                  <a:lnTo>
                    <a:pt x="0" y="426"/>
                  </a:lnTo>
                  <a:lnTo>
                    <a:pt x="11" y="426"/>
                  </a:lnTo>
                  <a:lnTo>
                    <a:pt x="13" y="383"/>
                  </a:lnTo>
                  <a:lnTo>
                    <a:pt x="16" y="342"/>
                  </a:lnTo>
                  <a:lnTo>
                    <a:pt x="22" y="303"/>
                  </a:lnTo>
                  <a:lnTo>
                    <a:pt x="30" y="264"/>
                  </a:lnTo>
                  <a:lnTo>
                    <a:pt x="41" y="229"/>
                  </a:lnTo>
                  <a:lnTo>
                    <a:pt x="52" y="194"/>
                  </a:lnTo>
                  <a:lnTo>
                    <a:pt x="67" y="162"/>
                  </a:lnTo>
                  <a:lnTo>
                    <a:pt x="82" y="133"/>
                  </a:lnTo>
                  <a:lnTo>
                    <a:pt x="98" y="106"/>
                  </a:lnTo>
                  <a:lnTo>
                    <a:pt x="116" y="81"/>
                  </a:lnTo>
                  <a:lnTo>
                    <a:pt x="136" y="61"/>
                  </a:lnTo>
                  <a:lnTo>
                    <a:pt x="156" y="43"/>
                  </a:lnTo>
                  <a:lnTo>
                    <a:pt x="178" y="31"/>
                  </a:lnTo>
                  <a:lnTo>
                    <a:pt x="199" y="20"/>
                  </a:lnTo>
                  <a:lnTo>
                    <a:pt x="221"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7921" name="Freeform 59"/>
            <p:cNvSpPr>
              <a:spLocks/>
            </p:cNvSpPr>
            <p:nvPr/>
          </p:nvSpPr>
          <p:spPr bwMode="auto">
            <a:xfrm>
              <a:off x="1140" y="2087"/>
              <a:ext cx="49" cy="85"/>
            </a:xfrm>
            <a:custGeom>
              <a:avLst/>
              <a:gdLst>
                <a:gd name="T0" fmla="*/ 2 w 246"/>
                <a:gd name="T1" fmla="*/ 3 h 424"/>
                <a:gd name="T2" fmla="*/ 2 w 246"/>
                <a:gd name="T3" fmla="*/ 3 h 424"/>
                <a:gd name="T4" fmla="*/ 2 w 246"/>
                <a:gd name="T5" fmla="*/ 3 h 424"/>
                <a:gd name="T6" fmla="*/ 2 w 246"/>
                <a:gd name="T7" fmla="*/ 3 h 424"/>
                <a:gd name="T8" fmla="*/ 2 w 246"/>
                <a:gd name="T9" fmla="*/ 2 h 424"/>
                <a:gd name="T10" fmla="*/ 2 w 246"/>
                <a:gd name="T11" fmla="*/ 2 h 424"/>
                <a:gd name="T12" fmla="*/ 2 w 246"/>
                <a:gd name="T13" fmla="*/ 2 h 424"/>
                <a:gd name="T14" fmla="*/ 2 w 246"/>
                <a:gd name="T15" fmla="*/ 2 h 424"/>
                <a:gd name="T16" fmla="*/ 2 w 246"/>
                <a:gd name="T17" fmla="*/ 1 h 424"/>
                <a:gd name="T18" fmla="*/ 1 w 246"/>
                <a:gd name="T19" fmla="*/ 1 h 424"/>
                <a:gd name="T20" fmla="*/ 1 w 246"/>
                <a:gd name="T21" fmla="*/ 1 h 424"/>
                <a:gd name="T22" fmla="*/ 1 w 246"/>
                <a:gd name="T23" fmla="*/ 1 h 424"/>
                <a:gd name="T24" fmla="*/ 1 w 246"/>
                <a:gd name="T25" fmla="*/ 0 h 424"/>
                <a:gd name="T26" fmla="*/ 1 w 246"/>
                <a:gd name="T27" fmla="*/ 0 h 424"/>
                <a:gd name="T28" fmla="*/ 1 w 246"/>
                <a:gd name="T29" fmla="*/ 0 h 424"/>
                <a:gd name="T30" fmla="*/ 0 w 246"/>
                <a:gd name="T31" fmla="*/ 0 h 424"/>
                <a:gd name="T32" fmla="*/ 0 w 246"/>
                <a:gd name="T33" fmla="*/ 0 h 424"/>
                <a:gd name="T34" fmla="*/ 0 w 246"/>
                <a:gd name="T35" fmla="*/ 0 h 424"/>
                <a:gd name="T36" fmla="*/ 0 w 246"/>
                <a:gd name="T37" fmla="*/ 0 h 424"/>
                <a:gd name="T38" fmla="*/ 0 w 246"/>
                <a:gd name="T39" fmla="*/ 0 h 424"/>
                <a:gd name="T40" fmla="*/ 0 w 246"/>
                <a:gd name="T41" fmla="*/ 0 h 424"/>
                <a:gd name="T42" fmla="*/ 1 w 246"/>
                <a:gd name="T43" fmla="*/ 0 h 424"/>
                <a:gd name="T44" fmla="*/ 1 w 246"/>
                <a:gd name="T45" fmla="*/ 0 h 424"/>
                <a:gd name="T46" fmla="*/ 1 w 246"/>
                <a:gd name="T47" fmla="*/ 0 h 424"/>
                <a:gd name="T48" fmla="*/ 1 w 246"/>
                <a:gd name="T49" fmla="*/ 1 h 424"/>
                <a:gd name="T50" fmla="*/ 1 w 246"/>
                <a:gd name="T51" fmla="*/ 1 h 424"/>
                <a:gd name="T52" fmla="*/ 1 w 246"/>
                <a:gd name="T53" fmla="*/ 1 h 424"/>
                <a:gd name="T54" fmla="*/ 1 w 246"/>
                <a:gd name="T55" fmla="*/ 1 h 424"/>
                <a:gd name="T56" fmla="*/ 2 w 246"/>
                <a:gd name="T57" fmla="*/ 2 h 424"/>
                <a:gd name="T58" fmla="*/ 2 w 246"/>
                <a:gd name="T59" fmla="*/ 2 h 424"/>
                <a:gd name="T60" fmla="*/ 2 w 246"/>
                <a:gd name="T61" fmla="*/ 2 h 424"/>
                <a:gd name="T62" fmla="*/ 2 w 246"/>
                <a:gd name="T63" fmla="*/ 2 h 424"/>
                <a:gd name="T64" fmla="*/ 2 w 246"/>
                <a:gd name="T65" fmla="*/ 3 h 424"/>
                <a:gd name="T66" fmla="*/ 2 w 246"/>
                <a:gd name="T67" fmla="*/ 3 h 424"/>
                <a:gd name="T68" fmla="*/ 2 w 246"/>
                <a:gd name="T69" fmla="*/ 3 h 424"/>
                <a:gd name="T70" fmla="*/ 2 w 246"/>
                <a:gd name="T71" fmla="*/ 3 h 424"/>
                <a:gd name="T72" fmla="*/ 2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424"/>
                  </a:moveTo>
                  <a:lnTo>
                    <a:pt x="246" y="424"/>
                  </a:lnTo>
                  <a:lnTo>
                    <a:pt x="244" y="382"/>
                  </a:lnTo>
                  <a:lnTo>
                    <a:pt x="241" y="338"/>
                  </a:lnTo>
                  <a:lnTo>
                    <a:pt x="235" y="298"/>
                  </a:lnTo>
                  <a:lnTo>
                    <a:pt x="227" y="261"/>
                  </a:lnTo>
                  <a:lnTo>
                    <a:pt x="216" y="222"/>
                  </a:lnTo>
                  <a:lnTo>
                    <a:pt x="205" y="188"/>
                  </a:lnTo>
                  <a:lnTo>
                    <a:pt x="190" y="155"/>
                  </a:lnTo>
                  <a:lnTo>
                    <a:pt x="174" y="125"/>
                  </a:lnTo>
                  <a:lnTo>
                    <a:pt x="157" y="98"/>
                  </a:lnTo>
                  <a:lnTo>
                    <a:pt x="138" y="73"/>
                  </a:lnTo>
                  <a:lnTo>
                    <a:pt x="118" y="51"/>
                  </a:lnTo>
                  <a:lnTo>
                    <a:pt x="96" y="34"/>
                  </a:lnTo>
                  <a:lnTo>
                    <a:pt x="74" y="18"/>
                  </a:lnTo>
                  <a:lnTo>
                    <a:pt x="50" y="8"/>
                  </a:lnTo>
                  <a:lnTo>
                    <a:pt x="25" y="2"/>
                  </a:lnTo>
                  <a:lnTo>
                    <a:pt x="0" y="0"/>
                  </a:lnTo>
                  <a:lnTo>
                    <a:pt x="0" y="11"/>
                  </a:lnTo>
                  <a:lnTo>
                    <a:pt x="23" y="14"/>
                  </a:lnTo>
                  <a:lnTo>
                    <a:pt x="45" y="19"/>
                  </a:lnTo>
                  <a:lnTo>
                    <a:pt x="67" y="30"/>
                  </a:lnTo>
                  <a:lnTo>
                    <a:pt x="89" y="43"/>
                  </a:lnTo>
                  <a:lnTo>
                    <a:pt x="108" y="60"/>
                  </a:lnTo>
                  <a:lnTo>
                    <a:pt x="128" y="80"/>
                  </a:lnTo>
                  <a:lnTo>
                    <a:pt x="147" y="105"/>
                  </a:lnTo>
                  <a:lnTo>
                    <a:pt x="165" y="132"/>
                  </a:lnTo>
                  <a:lnTo>
                    <a:pt x="179" y="160"/>
                  </a:lnTo>
                  <a:lnTo>
                    <a:pt x="193" y="193"/>
                  </a:lnTo>
                  <a:lnTo>
                    <a:pt x="205" y="227"/>
                  </a:lnTo>
                  <a:lnTo>
                    <a:pt x="215" y="263"/>
                  </a:lnTo>
                  <a:lnTo>
                    <a:pt x="223" y="301"/>
                  </a:lnTo>
                  <a:lnTo>
                    <a:pt x="229" y="341"/>
                  </a:lnTo>
                  <a:lnTo>
                    <a:pt x="233" y="382"/>
                  </a:lnTo>
                  <a:lnTo>
                    <a:pt x="234" y="424"/>
                  </a:lnTo>
                  <a:lnTo>
                    <a:pt x="246"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7922" name="Freeform 60"/>
            <p:cNvSpPr>
              <a:spLocks/>
            </p:cNvSpPr>
            <p:nvPr/>
          </p:nvSpPr>
          <p:spPr bwMode="auto">
            <a:xfrm>
              <a:off x="1140" y="2172"/>
              <a:ext cx="49" cy="85"/>
            </a:xfrm>
            <a:custGeom>
              <a:avLst/>
              <a:gdLst>
                <a:gd name="T0" fmla="*/ 0 w 246"/>
                <a:gd name="T1" fmla="*/ 3 h 426"/>
                <a:gd name="T2" fmla="*/ 0 w 246"/>
                <a:gd name="T3" fmla="*/ 3 h 426"/>
                <a:gd name="T4" fmla="*/ 0 w 246"/>
                <a:gd name="T5" fmla="*/ 3 h 426"/>
                <a:gd name="T6" fmla="*/ 0 w 246"/>
                <a:gd name="T7" fmla="*/ 3 h 426"/>
                <a:gd name="T8" fmla="*/ 1 w 246"/>
                <a:gd name="T9" fmla="*/ 3 h 426"/>
                <a:gd name="T10" fmla="*/ 1 w 246"/>
                <a:gd name="T11" fmla="*/ 3 h 426"/>
                <a:gd name="T12" fmla="*/ 1 w 246"/>
                <a:gd name="T13" fmla="*/ 3 h 426"/>
                <a:gd name="T14" fmla="*/ 1 w 246"/>
                <a:gd name="T15" fmla="*/ 3 h 426"/>
                <a:gd name="T16" fmla="*/ 1 w 246"/>
                <a:gd name="T17" fmla="*/ 3 h 426"/>
                <a:gd name="T18" fmla="*/ 1 w 246"/>
                <a:gd name="T19" fmla="*/ 2 h 426"/>
                <a:gd name="T20" fmla="*/ 2 w 246"/>
                <a:gd name="T21" fmla="*/ 2 h 426"/>
                <a:gd name="T22" fmla="*/ 2 w 246"/>
                <a:gd name="T23" fmla="*/ 2 h 426"/>
                <a:gd name="T24" fmla="*/ 2 w 246"/>
                <a:gd name="T25" fmla="*/ 2 h 426"/>
                <a:gd name="T26" fmla="*/ 2 w 246"/>
                <a:gd name="T27" fmla="*/ 1 h 426"/>
                <a:gd name="T28" fmla="*/ 2 w 246"/>
                <a:gd name="T29" fmla="*/ 1 h 426"/>
                <a:gd name="T30" fmla="*/ 2 w 246"/>
                <a:gd name="T31" fmla="*/ 1 h 426"/>
                <a:gd name="T32" fmla="*/ 2 w 246"/>
                <a:gd name="T33" fmla="*/ 0 h 426"/>
                <a:gd name="T34" fmla="*/ 2 w 246"/>
                <a:gd name="T35" fmla="*/ 0 h 426"/>
                <a:gd name="T36" fmla="*/ 2 w 246"/>
                <a:gd name="T37" fmla="*/ 0 h 426"/>
                <a:gd name="T38" fmla="*/ 2 w 246"/>
                <a:gd name="T39" fmla="*/ 0 h 426"/>
                <a:gd name="T40" fmla="*/ 2 w 246"/>
                <a:gd name="T41" fmla="*/ 1 h 426"/>
                <a:gd name="T42" fmla="*/ 2 w 246"/>
                <a:gd name="T43" fmla="*/ 1 h 426"/>
                <a:gd name="T44" fmla="*/ 2 w 246"/>
                <a:gd name="T45" fmla="*/ 1 h 426"/>
                <a:gd name="T46" fmla="*/ 2 w 246"/>
                <a:gd name="T47" fmla="*/ 2 h 426"/>
                <a:gd name="T48" fmla="*/ 2 w 246"/>
                <a:gd name="T49" fmla="*/ 2 h 426"/>
                <a:gd name="T50" fmla="*/ 1 w 246"/>
                <a:gd name="T51" fmla="*/ 2 h 426"/>
                <a:gd name="T52" fmla="*/ 1 w 246"/>
                <a:gd name="T53" fmla="*/ 2 h 426"/>
                <a:gd name="T54" fmla="*/ 1 w 246"/>
                <a:gd name="T55" fmla="*/ 3 h 426"/>
                <a:gd name="T56" fmla="*/ 1 w 246"/>
                <a:gd name="T57" fmla="*/ 3 h 426"/>
                <a:gd name="T58" fmla="*/ 1 w 246"/>
                <a:gd name="T59" fmla="*/ 3 h 426"/>
                <a:gd name="T60" fmla="*/ 1 w 246"/>
                <a:gd name="T61" fmla="*/ 3 h 426"/>
                <a:gd name="T62" fmla="*/ 1 w 246"/>
                <a:gd name="T63" fmla="*/ 3 h 426"/>
                <a:gd name="T64" fmla="*/ 0 w 246"/>
                <a:gd name="T65" fmla="*/ 3 h 426"/>
                <a:gd name="T66" fmla="*/ 0 w 246"/>
                <a:gd name="T67" fmla="*/ 3 h 426"/>
                <a:gd name="T68" fmla="*/ 0 w 246"/>
                <a:gd name="T69" fmla="*/ 3 h 426"/>
                <a:gd name="T70" fmla="*/ 0 w 246"/>
                <a:gd name="T71" fmla="*/ 3 h 426"/>
                <a:gd name="T72" fmla="*/ 0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426"/>
                  </a:moveTo>
                  <a:lnTo>
                    <a:pt x="0" y="426"/>
                  </a:lnTo>
                  <a:lnTo>
                    <a:pt x="25" y="423"/>
                  </a:lnTo>
                  <a:lnTo>
                    <a:pt x="50" y="417"/>
                  </a:lnTo>
                  <a:lnTo>
                    <a:pt x="74" y="407"/>
                  </a:lnTo>
                  <a:lnTo>
                    <a:pt x="96" y="392"/>
                  </a:lnTo>
                  <a:lnTo>
                    <a:pt x="118" y="373"/>
                  </a:lnTo>
                  <a:lnTo>
                    <a:pt x="138" y="350"/>
                  </a:lnTo>
                  <a:lnTo>
                    <a:pt x="157" y="327"/>
                  </a:lnTo>
                  <a:lnTo>
                    <a:pt x="175" y="299"/>
                  </a:lnTo>
                  <a:lnTo>
                    <a:pt x="190" y="268"/>
                  </a:lnTo>
                  <a:lnTo>
                    <a:pt x="205" y="236"/>
                  </a:lnTo>
                  <a:lnTo>
                    <a:pt x="216" y="202"/>
                  </a:lnTo>
                  <a:lnTo>
                    <a:pt x="227" y="164"/>
                  </a:lnTo>
                  <a:lnTo>
                    <a:pt x="235" y="125"/>
                  </a:lnTo>
                  <a:lnTo>
                    <a:pt x="241" y="86"/>
                  </a:lnTo>
                  <a:lnTo>
                    <a:pt x="244" y="42"/>
                  </a:lnTo>
                  <a:lnTo>
                    <a:pt x="246" y="0"/>
                  </a:lnTo>
                  <a:lnTo>
                    <a:pt x="234" y="0"/>
                  </a:lnTo>
                  <a:lnTo>
                    <a:pt x="233" y="42"/>
                  </a:lnTo>
                  <a:lnTo>
                    <a:pt x="229" y="83"/>
                  </a:lnTo>
                  <a:lnTo>
                    <a:pt x="223" y="123"/>
                  </a:lnTo>
                  <a:lnTo>
                    <a:pt x="215" y="162"/>
                  </a:lnTo>
                  <a:lnTo>
                    <a:pt x="205" y="197"/>
                  </a:lnTo>
                  <a:lnTo>
                    <a:pt x="193" y="231"/>
                  </a:lnTo>
                  <a:lnTo>
                    <a:pt x="179" y="264"/>
                  </a:lnTo>
                  <a:lnTo>
                    <a:pt x="164" y="292"/>
                  </a:lnTo>
                  <a:lnTo>
                    <a:pt x="147" y="320"/>
                  </a:lnTo>
                  <a:lnTo>
                    <a:pt x="128" y="343"/>
                  </a:lnTo>
                  <a:lnTo>
                    <a:pt x="108" y="363"/>
                  </a:lnTo>
                  <a:lnTo>
                    <a:pt x="89" y="382"/>
                  </a:lnTo>
                  <a:lnTo>
                    <a:pt x="67" y="395"/>
                  </a:lnTo>
                  <a:lnTo>
                    <a:pt x="45" y="406"/>
                  </a:lnTo>
                  <a:lnTo>
                    <a:pt x="23" y="411"/>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7923" name="Freeform 61"/>
            <p:cNvSpPr>
              <a:spLocks/>
            </p:cNvSpPr>
            <p:nvPr/>
          </p:nvSpPr>
          <p:spPr bwMode="auto">
            <a:xfrm>
              <a:off x="1091" y="2172"/>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4" y="86"/>
                  </a:lnTo>
                  <a:lnTo>
                    <a:pt x="10" y="125"/>
                  </a:lnTo>
                  <a:lnTo>
                    <a:pt x="18" y="164"/>
                  </a:lnTo>
                  <a:lnTo>
                    <a:pt x="29" y="202"/>
                  </a:lnTo>
                  <a:lnTo>
                    <a:pt x="41" y="236"/>
                  </a:lnTo>
                  <a:lnTo>
                    <a:pt x="55" y="268"/>
                  </a:lnTo>
                  <a:lnTo>
                    <a:pt x="70" y="299"/>
                  </a:lnTo>
                  <a:lnTo>
                    <a:pt x="89" y="327"/>
                  </a:lnTo>
                  <a:lnTo>
                    <a:pt x="106" y="350"/>
                  </a:lnTo>
                  <a:lnTo>
                    <a:pt x="126" y="373"/>
                  </a:lnTo>
                  <a:lnTo>
                    <a:pt x="148" y="392"/>
                  </a:lnTo>
                  <a:lnTo>
                    <a:pt x="171" y="407"/>
                  </a:lnTo>
                  <a:lnTo>
                    <a:pt x="194" y="417"/>
                  </a:lnTo>
                  <a:lnTo>
                    <a:pt x="219" y="423"/>
                  </a:lnTo>
                  <a:lnTo>
                    <a:pt x="245" y="426"/>
                  </a:lnTo>
                  <a:lnTo>
                    <a:pt x="245" y="414"/>
                  </a:lnTo>
                  <a:lnTo>
                    <a:pt x="221" y="411"/>
                  </a:lnTo>
                  <a:lnTo>
                    <a:pt x="199" y="406"/>
                  </a:lnTo>
                  <a:lnTo>
                    <a:pt x="178" y="395"/>
                  </a:lnTo>
                  <a:lnTo>
                    <a:pt x="155" y="382"/>
                  </a:lnTo>
                  <a:lnTo>
                    <a:pt x="136" y="363"/>
                  </a:lnTo>
                  <a:lnTo>
                    <a:pt x="116" y="343"/>
                  </a:lnTo>
                  <a:lnTo>
                    <a:pt x="98" y="320"/>
                  </a:lnTo>
                  <a:lnTo>
                    <a:pt x="82" y="292"/>
                  </a:lnTo>
                  <a:lnTo>
                    <a:pt x="66" y="264"/>
                  </a:lnTo>
                  <a:lnTo>
                    <a:pt x="52" y="231"/>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7924" name="Freeform 62"/>
            <p:cNvSpPr>
              <a:spLocks/>
            </p:cNvSpPr>
            <p:nvPr/>
          </p:nvSpPr>
          <p:spPr bwMode="auto">
            <a:xfrm>
              <a:off x="1091" y="2087"/>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4" y="8"/>
                  </a:lnTo>
                  <a:lnTo>
                    <a:pt x="171" y="18"/>
                  </a:lnTo>
                  <a:lnTo>
                    <a:pt x="148" y="34"/>
                  </a:lnTo>
                  <a:lnTo>
                    <a:pt x="126" y="51"/>
                  </a:lnTo>
                  <a:lnTo>
                    <a:pt x="106" y="73"/>
                  </a:lnTo>
                  <a:lnTo>
                    <a:pt x="89" y="98"/>
                  </a:lnTo>
                  <a:lnTo>
                    <a:pt x="71" y="125"/>
                  </a:lnTo>
                  <a:lnTo>
                    <a:pt x="55" y="155"/>
                  </a:lnTo>
                  <a:lnTo>
                    <a:pt x="41" y="188"/>
                  </a:lnTo>
                  <a:lnTo>
                    <a:pt x="29" y="222"/>
                  </a:lnTo>
                  <a:lnTo>
                    <a:pt x="18" y="261"/>
                  </a:lnTo>
                  <a:lnTo>
                    <a:pt x="10" y="298"/>
                  </a:lnTo>
                  <a:lnTo>
                    <a:pt x="4" y="338"/>
                  </a:lnTo>
                  <a:lnTo>
                    <a:pt x="1" y="382"/>
                  </a:lnTo>
                  <a:lnTo>
                    <a:pt x="0" y="424"/>
                  </a:lnTo>
                  <a:lnTo>
                    <a:pt x="11" y="424"/>
                  </a:lnTo>
                  <a:lnTo>
                    <a:pt x="13" y="382"/>
                  </a:lnTo>
                  <a:lnTo>
                    <a:pt x="16" y="341"/>
                  </a:lnTo>
                  <a:lnTo>
                    <a:pt x="22" y="301"/>
                  </a:lnTo>
                  <a:lnTo>
                    <a:pt x="30" y="263"/>
                  </a:lnTo>
                  <a:lnTo>
                    <a:pt x="41" y="227"/>
                  </a:lnTo>
                  <a:lnTo>
                    <a:pt x="52" y="193"/>
                  </a:lnTo>
                  <a:lnTo>
                    <a:pt x="66" y="160"/>
                  </a:lnTo>
                  <a:lnTo>
                    <a:pt x="80" y="132"/>
                  </a:lnTo>
                  <a:lnTo>
                    <a:pt x="98" y="105"/>
                  </a:lnTo>
                  <a:lnTo>
                    <a:pt x="116" y="80"/>
                  </a:lnTo>
                  <a:lnTo>
                    <a:pt x="136" y="60"/>
                  </a:lnTo>
                  <a:lnTo>
                    <a:pt x="155" y="43"/>
                  </a:lnTo>
                  <a:lnTo>
                    <a:pt x="178" y="30"/>
                  </a:lnTo>
                  <a:lnTo>
                    <a:pt x="199" y="19"/>
                  </a:lnTo>
                  <a:lnTo>
                    <a:pt x="221" y="14"/>
                  </a:lnTo>
                  <a:lnTo>
                    <a:pt x="245" y="11"/>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7925" name="Freeform 63"/>
            <p:cNvSpPr>
              <a:spLocks/>
            </p:cNvSpPr>
            <p:nvPr/>
          </p:nvSpPr>
          <p:spPr bwMode="auto">
            <a:xfrm>
              <a:off x="1392" y="2118"/>
              <a:ext cx="49" cy="85"/>
            </a:xfrm>
            <a:custGeom>
              <a:avLst/>
              <a:gdLst>
                <a:gd name="T0" fmla="*/ 2 w 246"/>
                <a:gd name="T1" fmla="*/ 3 h 426"/>
                <a:gd name="T2" fmla="*/ 2 w 246"/>
                <a:gd name="T3" fmla="*/ 3 h 426"/>
                <a:gd name="T4" fmla="*/ 2 w 246"/>
                <a:gd name="T5" fmla="*/ 3 h 426"/>
                <a:gd name="T6" fmla="*/ 2 w 246"/>
                <a:gd name="T7" fmla="*/ 3 h 426"/>
                <a:gd name="T8" fmla="*/ 2 w 246"/>
                <a:gd name="T9" fmla="*/ 2 h 426"/>
                <a:gd name="T10" fmla="*/ 2 w 246"/>
                <a:gd name="T11" fmla="*/ 2 h 426"/>
                <a:gd name="T12" fmla="*/ 2 w 246"/>
                <a:gd name="T13" fmla="*/ 2 h 426"/>
                <a:gd name="T14" fmla="*/ 2 w 246"/>
                <a:gd name="T15" fmla="*/ 2 h 426"/>
                <a:gd name="T16" fmla="*/ 2 w 246"/>
                <a:gd name="T17" fmla="*/ 1 h 426"/>
                <a:gd name="T18" fmla="*/ 1 w 246"/>
                <a:gd name="T19" fmla="*/ 1 h 426"/>
                <a:gd name="T20" fmla="*/ 1 w 246"/>
                <a:gd name="T21" fmla="*/ 1 h 426"/>
                <a:gd name="T22" fmla="*/ 1 w 246"/>
                <a:gd name="T23" fmla="*/ 1 h 426"/>
                <a:gd name="T24" fmla="*/ 1 w 246"/>
                <a:gd name="T25" fmla="*/ 0 h 426"/>
                <a:gd name="T26" fmla="*/ 1 w 246"/>
                <a:gd name="T27" fmla="*/ 0 h 426"/>
                <a:gd name="T28" fmla="*/ 1 w 246"/>
                <a:gd name="T29" fmla="*/ 0 h 426"/>
                <a:gd name="T30" fmla="*/ 0 w 246"/>
                <a:gd name="T31" fmla="*/ 0 h 426"/>
                <a:gd name="T32" fmla="*/ 0 w 246"/>
                <a:gd name="T33" fmla="*/ 0 h 426"/>
                <a:gd name="T34" fmla="*/ 0 w 246"/>
                <a:gd name="T35" fmla="*/ 0 h 426"/>
                <a:gd name="T36" fmla="*/ 0 w 246"/>
                <a:gd name="T37" fmla="*/ 0 h 426"/>
                <a:gd name="T38" fmla="*/ 0 w 246"/>
                <a:gd name="T39" fmla="*/ 0 h 426"/>
                <a:gd name="T40" fmla="*/ 0 w 246"/>
                <a:gd name="T41" fmla="*/ 0 h 426"/>
                <a:gd name="T42" fmla="*/ 1 w 246"/>
                <a:gd name="T43" fmla="*/ 0 h 426"/>
                <a:gd name="T44" fmla="*/ 1 w 246"/>
                <a:gd name="T45" fmla="*/ 0 h 426"/>
                <a:gd name="T46" fmla="*/ 1 w 246"/>
                <a:gd name="T47" fmla="*/ 1 h 426"/>
                <a:gd name="T48" fmla="*/ 1 w 246"/>
                <a:gd name="T49" fmla="*/ 1 h 426"/>
                <a:gd name="T50" fmla="*/ 1 w 246"/>
                <a:gd name="T51" fmla="*/ 1 h 426"/>
                <a:gd name="T52" fmla="*/ 1 w 246"/>
                <a:gd name="T53" fmla="*/ 1 h 426"/>
                <a:gd name="T54" fmla="*/ 1 w 246"/>
                <a:gd name="T55" fmla="*/ 1 h 426"/>
                <a:gd name="T56" fmla="*/ 2 w 246"/>
                <a:gd name="T57" fmla="*/ 2 h 426"/>
                <a:gd name="T58" fmla="*/ 2 w 246"/>
                <a:gd name="T59" fmla="*/ 2 h 426"/>
                <a:gd name="T60" fmla="*/ 2 w 246"/>
                <a:gd name="T61" fmla="*/ 2 h 426"/>
                <a:gd name="T62" fmla="*/ 2 w 246"/>
                <a:gd name="T63" fmla="*/ 2 h 426"/>
                <a:gd name="T64" fmla="*/ 2 w 246"/>
                <a:gd name="T65" fmla="*/ 3 h 426"/>
                <a:gd name="T66" fmla="*/ 2 w 246"/>
                <a:gd name="T67" fmla="*/ 3 h 426"/>
                <a:gd name="T68" fmla="*/ 2 w 246"/>
                <a:gd name="T69" fmla="*/ 3 h 426"/>
                <a:gd name="T70" fmla="*/ 2 w 246"/>
                <a:gd name="T71" fmla="*/ 3 h 426"/>
                <a:gd name="T72" fmla="*/ 2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246" y="426"/>
                  </a:moveTo>
                  <a:lnTo>
                    <a:pt x="246" y="426"/>
                  </a:lnTo>
                  <a:lnTo>
                    <a:pt x="245" y="384"/>
                  </a:lnTo>
                  <a:lnTo>
                    <a:pt x="242" y="340"/>
                  </a:lnTo>
                  <a:lnTo>
                    <a:pt x="236" y="301"/>
                  </a:lnTo>
                  <a:lnTo>
                    <a:pt x="228" y="262"/>
                  </a:lnTo>
                  <a:lnTo>
                    <a:pt x="217" y="224"/>
                  </a:lnTo>
                  <a:lnTo>
                    <a:pt x="205" y="190"/>
                  </a:lnTo>
                  <a:lnTo>
                    <a:pt x="191" y="158"/>
                  </a:lnTo>
                  <a:lnTo>
                    <a:pt x="176" y="126"/>
                  </a:lnTo>
                  <a:lnTo>
                    <a:pt x="157" y="99"/>
                  </a:lnTo>
                  <a:lnTo>
                    <a:pt x="139" y="75"/>
                  </a:lnTo>
                  <a:lnTo>
                    <a:pt x="119" y="53"/>
                  </a:lnTo>
                  <a:lnTo>
                    <a:pt x="96" y="34"/>
                  </a:lnTo>
                  <a:lnTo>
                    <a:pt x="75" y="19"/>
                  </a:lnTo>
                  <a:lnTo>
                    <a:pt x="51" y="9"/>
                  </a:lnTo>
                  <a:lnTo>
                    <a:pt x="26" y="3"/>
                  </a:lnTo>
                  <a:lnTo>
                    <a:pt x="0" y="0"/>
                  </a:lnTo>
                  <a:lnTo>
                    <a:pt x="0" y="12"/>
                  </a:lnTo>
                  <a:lnTo>
                    <a:pt x="24" y="15"/>
                  </a:lnTo>
                  <a:lnTo>
                    <a:pt x="46" y="20"/>
                  </a:lnTo>
                  <a:lnTo>
                    <a:pt x="68" y="31"/>
                  </a:lnTo>
                  <a:lnTo>
                    <a:pt x="89" y="44"/>
                  </a:lnTo>
                  <a:lnTo>
                    <a:pt x="109" y="63"/>
                  </a:lnTo>
                  <a:lnTo>
                    <a:pt x="129" y="83"/>
                  </a:lnTo>
                  <a:lnTo>
                    <a:pt x="148" y="106"/>
                  </a:lnTo>
                  <a:lnTo>
                    <a:pt x="164" y="133"/>
                  </a:lnTo>
                  <a:lnTo>
                    <a:pt x="180" y="162"/>
                  </a:lnTo>
                  <a:lnTo>
                    <a:pt x="194" y="195"/>
                  </a:lnTo>
                  <a:lnTo>
                    <a:pt x="205" y="229"/>
                  </a:lnTo>
                  <a:lnTo>
                    <a:pt x="216" y="264"/>
                  </a:lnTo>
                  <a:lnTo>
                    <a:pt x="224" y="303"/>
                  </a:lnTo>
                  <a:lnTo>
                    <a:pt x="230" y="343"/>
                  </a:lnTo>
                  <a:lnTo>
                    <a:pt x="233" y="384"/>
                  </a:lnTo>
                  <a:lnTo>
                    <a:pt x="235" y="426"/>
                  </a:lnTo>
                  <a:lnTo>
                    <a:pt x="246"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7926" name="Freeform 64"/>
            <p:cNvSpPr>
              <a:spLocks/>
            </p:cNvSpPr>
            <p:nvPr/>
          </p:nvSpPr>
          <p:spPr bwMode="auto">
            <a:xfrm>
              <a:off x="1392" y="2203"/>
              <a:ext cx="49" cy="85"/>
            </a:xfrm>
            <a:custGeom>
              <a:avLst/>
              <a:gdLst>
                <a:gd name="T0" fmla="*/ 0 w 246"/>
                <a:gd name="T1" fmla="*/ 3 h 424"/>
                <a:gd name="T2" fmla="*/ 0 w 246"/>
                <a:gd name="T3" fmla="*/ 3 h 424"/>
                <a:gd name="T4" fmla="*/ 0 w 246"/>
                <a:gd name="T5" fmla="*/ 3 h 424"/>
                <a:gd name="T6" fmla="*/ 0 w 246"/>
                <a:gd name="T7" fmla="*/ 3 h 424"/>
                <a:gd name="T8" fmla="*/ 1 w 246"/>
                <a:gd name="T9" fmla="*/ 3 h 424"/>
                <a:gd name="T10" fmla="*/ 1 w 246"/>
                <a:gd name="T11" fmla="*/ 3 h 424"/>
                <a:gd name="T12" fmla="*/ 1 w 246"/>
                <a:gd name="T13" fmla="*/ 3 h 424"/>
                <a:gd name="T14" fmla="*/ 1 w 246"/>
                <a:gd name="T15" fmla="*/ 3 h 424"/>
                <a:gd name="T16" fmla="*/ 1 w 246"/>
                <a:gd name="T17" fmla="*/ 3 h 424"/>
                <a:gd name="T18" fmla="*/ 1 w 246"/>
                <a:gd name="T19" fmla="*/ 2 h 424"/>
                <a:gd name="T20" fmla="*/ 2 w 246"/>
                <a:gd name="T21" fmla="*/ 2 h 424"/>
                <a:gd name="T22" fmla="*/ 2 w 246"/>
                <a:gd name="T23" fmla="*/ 2 h 424"/>
                <a:gd name="T24" fmla="*/ 2 w 246"/>
                <a:gd name="T25" fmla="*/ 2 h 424"/>
                <a:gd name="T26" fmla="*/ 2 w 246"/>
                <a:gd name="T27" fmla="*/ 1 h 424"/>
                <a:gd name="T28" fmla="*/ 2 w 246"/>
                <a:gd name="T29" fmla="*/ 1 h 424"/>
                <a:gd name="T30" fmla="*/ 2 w 246"/>
                <a:gd name="T31" fmla="*/ 1 h 424"/>
                <a:gd name="T32" fmla="*/ 2 w 246"/>
                <a:gd name="T33" fmla="*/ 0 h 424"/>
                <a:gd name="T34" fmla="*/ 2 w 246"/>
                <a:gd name="T35" fmla="*/ 0 h 424"/>
                <a:gd name="T36" fmla="*/ 2 w 246"/>
                <a:gd name="T37" fmla="*/ 0 h 424"/>
                <a:gd name="T38" fmla="*/ 2 w 246"/>
                <a:gd name="T39" fmla="*/ 0 h 424"/>
                <a:gd name="T40" fmla="*/ 2 w 246"/>
                <a:gd name="T41" fmla="*/ 1 h 424"/>
                <a:gd name="T42" fmla="*/ 2 w 246"/>
                <a:gd name="T43" fmla="*/ 1 h 424"/>
                <a:gd name="T44" fmla="*/ 2 w 246"/>
                <a:gd name="T45" fmla="*/ 1 h 424"/>
                <a:gd name="T46" fmla="*/ 2 w 246"/>
                <a:gd name="T47" fmla="*/ 2 h 424"/>
                <a:gd name="T48" fmla="*/ 2 w 246"/>
                <a:gd name="T49" fmla="*/ 2 h 424"/>
                <a:gd name="T50" fmla="*/ 1 w 246"/>
                <a:gd name="T51" fmla="*/ 2 h 424"/>
                <a:gd name="T52" fmla="*/ 1 w 246"/>
                <a:gd name="T53" fmla="*/ 2 h 424"/>
                <a:gd name="T54" fmla="*/ 1 w 246"/>
                <a:gd name="T55" fmla="*/ 3 h 424"/>
                <a:gd name="T56" fmla="*/ 1 w 246"/>
                <a:gd name="T57" fmla="*/ 3 h 424"/>
                <a:gd name="T58" fmla="*/ 1 w 246"/>
                <a:gd name="T59" fmla="*/ 3 h 424"/>
                <a:gd name="T60" fmla="*/ 1 w 246"/>
                <a:gd name="T61" fmla="*/ 3 h 424"/>
                <a:gd name="T62" fmla="*/ 1 w 246"/>
                <a:gd name="T63" fmla="*/ 3 h 424"/>
                <a:gd name="T64" fmla="*/ 0 w 246"/>
                <a:gd name="T65" fmla="*/ 3 h 424"/>
                <a:gd name="T66" fmla="*/ 0 w 246"/>
                <a:gd name="T67" fmla="*/ 3 h 424"/>
                <a:gd name="T68" fmla="*/ 0 w 246"/>
                <a:gd name="T69" fmla="*/ 3 h 424"/>
                <a:gd name="T70" fmla="*/ 0 w 246"/>
                <a:gd name="T71" fmla="*/ 3 h 424"/>
                <a:gd name="T72" fmla="*/ 0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0" y="424"/>
                  </a:moveTo>
                  <a:lnTo>
                    <a:pt x="0" y="424"/>
                  </a:lnTo>
                  <a:lnTo>
                    <a:pt x="26" y="422"/>
                  </a:lnTo>
                  <a:lnTo>
                    <a:pt x="51" y="416"/>
                  </a:lnTo>
                  <a:lnTo>
                    <a:pt x="75" y="406"/>
                  </a:lnTo>
                  <a:lnTo>
                    <a:pt x="96" y="390"/>
                  </a:lnTo>
                  <a:lnTo>
                    <a:pt x="119" y="373"/>
                  </a:lnTo>
                  <a:lnTo>
                    <a:pt x="139" y="351"/>
                  </a:lnTo>
                  <a:lnTo>
                    <a:pt x="157" y="326"/>
                  </a:lnTo>
                  <a:lnTo>
                    <a:pt x="175" y="299"/>
                  </a:lnTo>
                  <a:lnTo>
                    <a:pt x="191" y="269"/>
                  </a:lnTo>
                  <a:lnTo>
                    <a:pt x="205" y="236"/>
                  </a:lnTo>
                  <a:lnTo>
                    <a:pt x="217" y="202"/>
                  </a:lnTo>
                  <a:lnTo>
                    <a:pt x="228" y="163"/>
                  </a:lnTo>
                  <a:lnTo>
                    <a:pt x="236" y="125"/>
                  </a:lnTo>
                  <a:lnTo>
                    <a:pt x="242" y="86"/>
                  </a:lnTo>
                  <a:lnTo>
                    <a:pt x="245" y="42"/>
                  </a:lnTo>
                  <a:lnTo>
                    <a:pt x="246" y="0"/>
                  </a:lnTo>
                  <a:lnTo>
                    <a:pt x="235" y="0"/>
                  </a:lnTo>
                  <a:lnTo>
                    <a:pt x="233" y="42"/>
                  </a:lnTo>
                  <a:lnTo>
                    <a:pt x="230" y="83"/>
                  </a:lnTo>
                  <a:lnTo>
                    <a:pt x="224" y="123"/>
                  </a:lnTo>
                  <a:lnTo>
                    <a:pt x="216" y="161"/>
                  </a:lnTo>
                  <a:lnTo>
                    <a:pt x="205" y="197"/>
                  </a:lnTo>
                  <a:lnTo>
                    <a:pt x="194" y="231"/>
                  </a:lnTo>
                  <a:lnTo>
                    <a:pt x="180" y="264"/>
                  </a:lnTo>
                  <a:lnTo>
                    <a:pt x="166" y="292"/>
                  </a:lnTo>
                  <a:lnTo>
                    <a:pt x="148" y="319"/>
                  </a:lnTo>
                  <a:lnTo>
                    <a:pt x="129" y="344"/>
                  </a:lnTo>
                  <a:lnTo>
                    <a:pt x="109" y="364"/>
                  </a:lnTo>
                  <a:lnTo>
                    <a:pt x="89" y="381"/>
                  </a:lnTo>
                  <a:lnTo>
                    <a:pt x="68" y="394"/>
                  </a:lnTo>
                  <a:lnTo>
                    <a:pt x="46" y="405"/>
                  </a:lnTo>
                  <a:lnTo>
                    <a:pt x="24" y="410"/>
                  </a:lnTo>
                  <a:lnTo>
                    <a:pt x="0" y="413"/>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7927" name="Freeform 65"/>
            <p:cNvSpPr>
              <a:spLocks/>
            </p:cNvSpPr>
            <p:nvPr/>
          </p:nvSpPr>
          <p:spPr bwMode="auto">
            <a:xfrm>
              <a:off x="1343" y="2203"/>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2" y="42"/>
                  </a:lnTo>
                  <a:lnTo>
                    <a:pt x="5" y="86"/>
                  </a:lnTo>
                  <a:lnTo>
                    <a:pt x="11" y="125"/>
                  </a:lnTo>
                  <a:lnTo>
                    <a:pt x="19" y="163"/>
                  </a:lnTo>
                  <a:lnTo>
                    <a:pt x="30" y="202"/>
                  </a:lnTo>
                  <a:lnTo>
                    <a:pt x="41" y="236"/>
                  </a:lnTo>
                  <a:lnTo>
                    <a:pt x="56" y="269"/>
                  </a:lnTo>
                  <a:lnTo>
                    <a:pt x="72" y="299"/>
                  </a:lnTo>
                  <a:lnTo>
                    <a:pt x="90" y="326"/>
                  </a:lnTo>
                  <a:lnTo>
                    <a:pt x="108" y="351"/>
                  </a:lnTo>
                  <a:lnTo>
                    <a:pt x="127" y="373"/>
                  </a:lnTo>
                  <a:lnTo>
                    <a:pt x="149" y="390"/>
                  </a:lnTo>
                  <a:lnTo>
                    <a:pt x="172" y="406"/>
                  </a:lnTo>
                  <a:lnTo>
                    <a:pt x="195" y="416"/>
                  </a:lnTo>
                  <a:lnTo>
                    <a:pt x="220" y="422"/>
                  </a:lnTo>
                  <a:lnTo>
                    <a:pt x="245" y="424"/>
                  </a:lnTo>
                  <a:lnTo>
                    <a:pt x="245" y="413"/>
                  </a:lnTo>
                  <a:lnTo>
                    <a:pt x="222" y="410"/>
                  </a:lnTo>
                  <a:lnTo>
                    <a:pt x="200" y="405"/>
                  </a:lnTo>
                  <a:lnTo>
                    <a:pt x="179" y="394"/>
                  </a:lnTo>
                  <a:lnTo>
                    <a:pt x="156" y="381"/>
                  </a:lnTo>
                  <a:lnTo>
                    <a:pt x="136" y="364"/>
                  </a:lnTo>
                  <a:lnTo>
                    <a:pt x="118" y="344"/>
                  </a:lnTo>
                  <a:lnTo>
                    <a:pt x="99" y="319"/>
                  </a:lnTo>
                  <a:lnTo>
                    <a:pt x="81" y="292"/>
                  </a:lnTo>
                  <a:lnTo>
                    <a:pt x="67" y="264"/>
                  </a:lnTo>
                  <a:lnTo>
                    <a:pt x="53" y="231"/>
                  </a:lnTo>
                  <a:lnTo>
                    <a:pt x="41" y="197"/>
                  </a:lnTo>
                  <a:lnTo>
                    <a:pt x="31" y="161"/>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7928" name="Freeform 66"/>
            <p:cNvSpPr>
              <a:spLocks/>
            </p:cNvSpPr>
            <p:nvPr/>
          </p:nvSpPr>
          <p:spPr bwMode="auto">
            <a:xfrm>
              <a:off x="1343" y="2118"/>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1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20" y="3"/>
                  </a:lnTo>
                  <a:lnTo>
                    <a:pt x="195" y="9"/>
                  </a:lnTo>
                  <a:lnTo>
                    <a:pt x="172" y="19"/>
                  </a:lnTo>
                  <a:lnTo>
                    <a:pt x="149" y="34"/>
                  </a:lnTo>
                  <a:lnTo>
                    <a:pt x="127" y="53"/>
                  </a:lnTo>
                  <a:lnTo>
                    <a:pt x="108" y="75"/>
                  </a:lnTo>
                  <a:lnTo>
                    <a:pt x="90" y="99"/>
                  </a:lnTo>
                  <a:lnTo>
                    <a:pt x="71" y="126"/>
                  </a:lnTo>
                  <a:lnTo>
                    <a:pt x="56" y="158"/>
                  </a:lnTo>
                  <a:lnTo>
                    <a:pt x="41" y="190"/>
                  </a:lnTo>
                  <a:lnTo>
                    <a:pt x="30" y="224"/>
                  </a:lnTo>
                  <a:lnTo>
                    <a:pt x="19" y="262"/>
                  </a:lnTo>
                  <a:lnTo>
                    <a:pt x="11" y="301"/>
                  </a:lnTo>
                  <a:lnTo>
                    <a:pt x="5" y="340"/>
                  </a:lnTo>
                  <a:lnTo>
                    <a:pt x="2" y="384"/>
                  </a:lnTo>
                  <a:lnTo>
                    <a:pt x="0" y="426"/>
                  </a:lnTo>
                  <a:lnTo>
                    <a:pt x="12" y="426"/>
                  </a:lnTo>
                  <a:lnTo>
                    <a:pt x="13" y="384"/>
                  </a:lnTo>
                  <a:lnTo>
                    <a:pt x="17" y="343"/>
                  </a:lnTo>
                  <a:lnTo>
                    <a:pt x="23" y="303"/>
                  </a:lnTo>
                  <a:lnTo>
                    <a:pt x="31" y="264"/>
                  </a:lnTo>
                  <a:lnTo>
                    <a:pt x="41" y="229"/>
                  </a:lnTo>
                  <a:lnTo>
                    <a:pt x="53" y="195"/>
                  </a:lnTo>
                  <a:lnTo>
                    <a:pt x="67" y="162"/>
                  </a:lnTo>
                  <a:lnTo>
                    <a:pt x="82" y="133"/>
                  </a:lnTo>
                  <a:lnTo>
                    <a:pt x="99" y="106"/>
                  </a:lnTo>
                  <a:lnTo>
                    <a:pt x="118" y="83"/>
                  </a:lnTo>
                  <a:lnTo>
                    <a:pt x="136" y="63"/>
                  </a:lnTo>
                  <a:lnTo>
                    <a:pt x="156" y="44"/>
                  </a:lnTo>
                  <a:lnTo>
                    <a:pt x="179" y="31"/>
                  </a:lnTo>
                  <a:lnTo>
                    <a:pt x="200" y="20"/>
                  </a:lnTo>
                  <a:lnTo>
                    <a:pt x="222" y="15"/>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7929" name="Freeform 67"/>
            <p:cNvSpPr>
              <a:spLocks/>
            </p:cNvSpPr>
            <p:nvPr/>
          </p:nvSpPr>
          <p:spPr bwMode="auto">
            <a:xfrm>
              <a:off x="1384" y="1859"/>
              <a:ext cx="49" cy="84"/>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1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3" y="382"/>
                  </a:lnTo>
                  <a:lnTo>
                    <a:pt x="240" y="339"/>
                  </a:lnTo>
                  <a:lnTo>
                    <a:pt x="234" y="299"/>
                  </a:lnTo>
                  <a:lnTo>
                    <a:pt x="226" y="261"/>
                  </a:lnTo>
                  <a:lnTo>
                    <a:pt x="215" y="222"/>
                  </a:lnTo>
                  <a:lnTo>
                    <a:pt x="204" y="188"/>
                  </a:lnTo>
                  <a:lnTo>
                    <a:pt x="189" y="156"/>
                  </a:lnTo>
                  <a:lnTo>
                    <a:pt x="173" y="125"/>
                  </a:lnTo>
                  <a:lnTo>
                    <a:pt x="155" y="98"/>
                  </a:lnTo>
                  <a:lnTo>
                    <a:pt x="138" y="74"/>
                  </a:lnTo>
                  <a:lnTo>
                    <a:pt x="118" y="51"/>
                  </a:lnTo>
                  <a:lnTo>
                    <a:pt x="96" y="34"/>
                  </a:lnTo>
                  <a:lnTo>
                    <a:pt x="73" y="18"/>
                  </a:lnTo>
                  <a:lnTo>
                    <a:pt x="50" y="8"/>
                  </a:lnTo>
                  <a:lnTo>
                    <a:pt x="25" y="2"/>
                  </a:lnTo>
                  <a:lnTo>
                    <a:pt x="0" y="0"/>
                  </a:lnTo>
                  <a:lnTo>
                    <a:pt x="0" y="11"/>
                  </a:lnTo>
                  <a:lnTo>
                    <a:pt x="23" y="14"/>
                  </a:lnTo>
                  <a:lnTo>
                    <a:pt x="45" y="20"/>
                  </a:lnTo>
                  <a:lnTo>
                    <a:pt x="66" y="30"/>
                  </a:lnTo>
                  <a:lnTo>
                    <a:pt x="89" y="43"/>
                  </a:lnTo>
                  <a:lnTo>
                    <a:pt x="109" y="61"/>
                  </a:lnTo>
                  <a:lnTo>
                    <a:pt x="129" y="81"/>
                  </a:lnTo>
                  <a:lnTo>
                    <a:pt x="146" y="105"/>
                  </a:lnTo>
                  <a:lnTo>
                    <a:pt x="164" y="132"/>
                  </a:lnTo>
                  <a:lnTo>
                    <a:pt x="178" y="160"/>
                  </a:lnTo>
                  <a:lnTo>
                    <a:pt x="192" y="193"/>
                  </a:lnTo>
                  <a:lnTo>
                    <a:pt x="204" y="227"/>
                  </a:lnTo>
                  <a:lnTo>
                    <a:pt x="214" y="264"/>
                  </a:lnTo>
                  <a:lnTo>
                    <a:pt x="222" y="301"/>
                  </a:lnTo>
                  <a:lnTo>
                    <a:pt x="228"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7930" name="Freeform 68"/>
            <p:cNvSpPr>
              <a:spLocks/>
            </p:cNvSpPr>
            <p:nvPr/>
          </p:nvSpPr>
          <p:spPr bwMode="auto">
            <a:xfrm>
              <a:off x="1384" y="1943"/>
              <a:ext cx="49" cy="86"/>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5" y="423"/>
                  </a:lnTo>
                  <a:lnTo>
                    <a:pt x="50" y="418"/>
                  </a:lnTo>
                  <a:lnTo>
                    <a:pt x="73" y="407"/>
                  </a:lnTo>
                  <a:lnTo>
                    <a:pt x="96" y="392"/>
                  </a:lnTo>
                  <a:lnTo>
                    <a:pt x="118" y="374"/>
                  </a:lnTo>
                  <a:lnTo>
                    <a:pt x="138" y="352"/>
                  </a:lnTo>
                  <a:lnTo>
                    <a:pt x="155" y="327"/>
                  </a:lnTo>
                  <a:lnTo>
                    <a:pt x="174" y="300"/>
                  </a:lnTo>
                  <a:lnTo>
                    <a:pt x="189" y="269"/>
                  </a:lnTo>
                  <a:lnTo>
                    <a:pt x="204" y="237"/>
                  </a:lnTo>
                  <a:lnTo>
                    <a:pt x="215" y="202"/>
                  </a:lnTo>
                  <a:lnTo>
                    <a:pt x="226" y="164"/>
                  </a:lnTo>
                  <a:lnTo>
                    <a:pt x="234" y="126"/>
                  </a:lnTo>
                  <a:lnTo>
                    <a:pt x="240" y="86"/>
                  </a:lnTo>
                  <a:lnTo>
                    <a:pt x="243" y="42"/>
                  </a:lnTo>
                  <a:lnTo>
                    <a:pt x="245" y="0"/>
                  </a:lnTo>
                  <a:lnTo>
                    <a:pt x="233" y="0"/>
                  </a:lnTo>
                  <a:lnTo>
                    <a:pt x="232" y="42"/>
                  </a:lnTo>
                  <a:lnTo>
                    <a:pt x="228" y="83"/>
                  </a:lnTo>
                  <a:lnTo>
                    <a:pt x="222" y="123"/>
                  </a:lnTo>
                  <a:lnTo>
                    <a:pt x="214" y="162"/>
                  </a:lnTo>
                  <a:lnTo>
                    <a:pt x="204" y="197"/>
                  </a:lnTo>
                  <a:lnTo>
                    <a:pt x="192" y="232"/>
                  </a:lnTo>
                  <a:lnTo>
                    <a:pt x="178" y="264"/>
                  </a:lnTo>
                  <a:lnTo>
                    <a:pt x="163" y="293"/>
                  </a:lnTo>
                  <a:lnTo>
                    <a:pt x="146" y="320"/>
                  </a:lnTo>
                  <a:lnTo>
                    <a:pt x="129" y="345"/>
                  </a:lnTo>
                  <a:lnTo>
                    <a:pt x="109" y="365"/>
                  </a:lnTo>
                  <a:lnTo>
                    <a:pt x="89" y="382"/>
                  </a:lnTo>
                  <a:lnTo>
                    <a:pt x="66" y="395"/>
                  </a:lnTo>
                  <a:lnTo>
                    <a:pt x="45" y="406"/>
                  </a:lnTo>
                  <a:lnTo>
                    <a:pt x="23"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7931" name="Freeform 69"/>
            <p:cNvSpPr>
              <a:spLocks/>
            </p:cNvSpPr>
            <p:nvPr/>
          </p:nvSpPr>
          <p:spPr bwMode="auto">
            <a:xfrm>
              <a:off x="1335" y="1943"/>
              <a:ext cx="49" cy="86"/>
            </a:xfrm>
            <a:custGeom>
              <a:avLst/>
              <a:gdLst>
                <a:gd name="T0" fmla="*/ 0 w 246"/>
                <a:gd name="T1" fmla="*/ 0 h 426"/>
                <a:gd name="T2" fmla="*/ 0 w 246"/>
                <a:gd name="T3" fmla="*/ 0 h 426"/>
                <a:gd name="T4" fmla="*/ 0 w 246"/>
                <a:gd name="T5" fmla="*/ 0 h 426"/>
                <a:gd name="T6" fmla="*/ 0 w 246"/>
                <a:gd name="T7" fmla="*/ 1 h 426"/>
                <a:gd name="T8" fmla="*/ 0 w 246"/>
                <a:gd name="T9" fmla="*/ 1 h 426"/>
                <a:gd name="T10" fmla="*/ 0 w 246"/>
                <a:gd name="T11" fmla="*/ 1 h 426"/>
                <a:gd name="T12" fmla="*/ 0 w 246"/>
                <a:gd name="T13" fmla="*/ 2 h 426"/>
                <a:gd name="T14" fmla="*/ 0 w 246"/>
                <a:gd name="T15" fmla="*/ 2 h 426"/>
                <a:gd name="T16" fmla="*/ 0 w 246"/>
                <a:gd name="T17" fmla="*/ 2 h 426"/>
                <a:gd name="T18" fmla="*/ 1 w 246"/>
                <a:gd name="T19" fmla="*/ 2 h 426"/>
                <a:gd name="T20" fmla="*/ 1 w 246"/>
                <a:gd name="T21" fmla="*/ 3 h 426"/>
                <a:gd name="T22" fmla="*/ 1 w 246"/>
                <a:gd name="T23" fmla="*/ 3 h 426"/>
                <a:gd name="T24" fmla="*/ 1 w 246"/>
                <a:gd name="T25" fmla="*/ 3 h 426"/>
                <a:gd name="T26" fmla="*/ 1 w 246"/>
                <a:gd name="T27" fmla="*/ 3 h 426"/>
                <a:gd name="T28" fmla="*/ 1 w 246"/>
                <a:gd name="T29" fmla="*/ 3 h 426"/>
                <a:gd name="T30" fmla="*/ 2 w 246"/>
                <a:gd name="T31" fmla="*/ 3 h 426"/>
                <a:gd name="T32" fmla="*/ 2 w 246"/>
                <a:gd name="T33" fmla="*/ 3 h 426"/>
                <a:gd name="T34" fmla="*/ 2 w 246"/>
                <a:gd name="T35" fmla="*/ 3 h 426"/>
                <a:gd name="T36" fmla="*/ 2 w 246"/>
                <a:gd name="T37" fmla="*/ 3 h 426"/>
                <a:gd name="T38" fmla="*/ 2 w 246"/>
                <a:gd name="T39" fmla="*/ 3 h 426"/>
                <a:gd name="T40" fmla="*/ 2 w 246"/>
                <a:gd name="T41" fmla="*/ 3 h 426"/>
                <a:gd name="T42" fmla="*/ 1 w 246"/>
                <a:gd name="T43" fmla="*/ 3 h 426"/>
                <a:gd name="T44" fmla="*/ 1 w 246"/>
                <a:gd name="T45" fmla="*/ 3 h 426"/>
                <a:gd name="T46" fmla="*/ 1 w 246"/>
                <a:gd name="T47" fmla="*/ 3 h 426"/>
                <a:gd name="T48" fmla="*/ 1 w 246"/>
                <a:gd name="T49" fmla="*/ 3 h 426"/>
                <a:gd name="T50" fmla="*/ 1 w 246"/>
                <a:gd name="T51" fmla="*/ 3 h 426"/>
                <a:gd name="T52" fmla="*/ 1 w 246"/>
                <a:gd name="T53" fmla="*/ 2 h 426"/>
                <a:gd name="T54" fmla="*/ 1 w 246"/>
                <a:gd name="T55" fmla="*/ 2 h 426"/>
                <a:gd name="T56" fmla="*/ 0 w 246"/>
                <a:gd name="T57" fmla="*/ 2 h 426"/>
                <a:gd name="T58" fmla="*/ 0 w 246"/>
                <a:gd name="T59" fmla="*/ 2 h 426"/>
                <a:gd name="T60" fmla="*/ 0 w 246"/>
                <a:gd name="T61" fmla="*/ 1 h 426"/>
                <a:gd name="T62" fmla="*/ 0 w 246"/>
                <a:gd name="T63" fmla="*/ 1 h 426"/>
                <a:gd name="T64" fmla="*/ 0 w 246"/>
                <a:gd name="T65" fmla="*/ 1 h 426"/>
                <a:gd name="T66" fmla="*/ 0 w 246"/>
                <a:gd name="T67" fmla="*/ 0 h 426"/>
                <a:gd name="T68" fmla="*/ 0 w 246"/>
                <a:gd name="T69" fmla="*/ 0 h 426"/>
                <a:gd name="T70" fmla="*/ 0 w 246"/>
                <a:gd name="T71" fmla="*/ 0 h 426"/>
                <a:gd name="T72" fmla="*/ 0 w 246"/>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0"/>
                  </a:moveTo>
                  <a:lnTo>
                    <a:pt x="0" y="0"/>
                  </a:lnTo>
                  <a:lnTo>
                    <a:pt x="1" y="42"/>
                  </a:lnTo>
                  <a:lnTo>
                    <a:pt x="4" y="86"/>
                  </a:lnTo>
                  <a:lnTo>
                    <a:pt x="10" y="126"/>
                  </a:lnTo>
                  <a:lnTo>
                    <a:pt x="18" y="164"/>
                  </a:lnTo>
                  <a:lnTo>
                    <a:pt x="29" y="202"/>
                  </a:lnTo>
                  <a:lnTo>
                    <a:pt x="41" y="237"/>
                  </a:lnTo>
                  <a:lnTo>
                    <a:pt x="55" y="269"/>
                  </a:lnTo>
                  <a:lnTo>
                    <a:pt x="71" y="300"/>
                  </a:lnTo>
                  <a:lnTo>
                    <a:pt x="89" y="327"/>
                  </a:lnTo>
                  <a:lnTo>
                    <a:pt x="107" y="352"/>
                  </a:lnTo>
                  <a:lnTo>
                    <a:pt x="127" y="374"/>
                  </a:lnTo>
                  <a:lnTo>
                    <a:pt x="150" y="392"/>
                  </a:lnTo>
                  <a:lnTo>
                    <a:pt x="171" y="407"/>
                  </a:lnTo>
                  <a:lnTo>
                    <a:pt x="195" y="418"/>
                  </a:lnTo>
                  <a:lnTo>
                    <a:pt x="220" y="423"/>
                  </a:lnTo>
                  <a:lnTo>
                    <a:pt x="246" y="426"/>
                  </a:lnTo>
                  <a:lnTo>
                    <a:pt x="246" y="414"/>
                  </a:lnTo>
                  <a:lnTo>
                    <a:pt x="222" y="412"/>
                  </a:lnTo>
                  <a:lnTo>
                    <a:pt x="200" y="406"/>
                  </a:lnTo>
                  <a:lnTo>
                    <a:pt x="178" y="395"/>
                  </a:lnTo>
                  <a:lnTo>
                    <a:pt x="157" y="382"/>
                  </a:lnTo>
                  <a:lnTo>
                    <a:pt x="137" y="365"/>
                  </a:lnTo>
                  <a:lnTo>
                    <a:pt x="117" y="345"/>
                  </a:lnTo>
                  <a:lnTo>
                    <a:pt x="98" y="320"/>
                  </a:lnTo>
                  <a:lnTo>
                    <a:pt x="83" y="293"/>
                  </a:lnTo>
                  <a:lnTo>
                    <a:pt x="66" y="264"/>
                  </a:lnTo>
                  <a:lnTo>
                    <a:pt x="52" y="232"/>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7932" name="Freeform 70"/>
            <p:cNvSpPr>
              <a:spLocks/>
            </p:cNvSpPr>
            <p:nvPr/>
          </p:nvSpPr>
          <p:spPr bwMode="auto">
            <a:xfrm>
              <a:off x="1335" y="1859"/>
              <a:ext cx="49" cy="84"/>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1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0" y="2"/>
                  </a:lnTo>
                  <a:lnTo>
                    <a:pt x="195" y="8"/>
                  </a:lnTo>
                  <a:lnTo>
                    <a:pt x="171" y="18"/>
                  </a:lnTo>
                  <a:lnTo>
                    <a:pt x="150" y="34"/>
                  </a:lnTo>
                  <a:lnTo>
                    <a:pt x="127" y="51"/>
                  </a:lnTo>
                  <a:lnTo>
                    <a:pt x="107" y="74"/>
                  </a:lnTo>
                  <a:lnTo>
                    <a:pt x="89" y="98"/>
                  </a:lnTo>
                  <a:lnTo>
                    <a:pt x="72" y="125"/>
                  </a:lnTo>
                  <a:lnTo>
                    <a:pt x="55" y="156"/>
                  </a:lnTo>
                  <a:lnTo>
                    <a:pt x="41" y="188"/>
                  </a:lnTo>
                  <a:lnTo>
                    <a:pt x="29" y="222"/>
                  </a:lnTo>
                  <a:lnTo>
                    <a:pt x="18" y="261"/>
                  </a:lnTo>
                  <a:lnTo>
                    <a:pt x="10" y="299"/>
                  </a:lnTo>
                  <a:lnTo>
                    <a:pt x="4" y="339"/>
                  </a:lnTo>
                  <a:lnTo>
                    <a:pt x="1" y="382"/>
                  </a:lnTo>
                  <a:lnTo>
                    <a:pt x="0" y="424"/>
                  </a:lnTo>
                  <a:lnTo>
                    <a:pt x="11" y="424"/>
                  </a:lnTo>
                  <a:lnTo>
                    <a:pt x="13" y="382"/>
                  </a:lnTo>
                  <a:lnTo>
                    <a:pt x="16" y="341"/>
                  </a:lnTo>
                  <a:lnTo>
                    <a:pt x="22" y="301"/>
                  </a:lnTo>
                  <a:lnTo>
                    <a:pt x="30" y="264"/>
                  </a:lnTo>
                  <a:lnTo>
                    <a:pt x="41" y="227"/>
                  </a:lnTo>
                  <a:lnTo>
                    <a:pt x="52" y="193"/>
                  </a:lnTo>
                  <a:lnTo>
                    <a:pt x="66" y="160"/>
                  </a:lnTo>
                  <a:lnTo>
                    <a:pt x="82" y="132"/>
                  </a:lnTo>
                  <a:lnTo>
                    <a:pt x="98" y="105"/>
                  </a:lnTo>
                  <a:lnTo>
                    <a:pt x="117" y="81"/>
                  </a:lnTo>
                  <a:lnTo>
                    <a:pt x="137" y="61"/>
                  </a:lnTo>
                  <a:lnTo>
                    <a:pt x="157" y="43"/>
                  </a:lnTo>
                  <a:lnTo>
                    <a:pt x="178" y="30"/>
                  </a:lnTo>
                  <a:lnTo>
                    <a:pt x="200" y="20"/>
                  </a:lnTo>
                  <a:lnTo>
                    <a:pt x="222" y="14"/>
                  </a:lnTo>
                  <a:lnTo>
                    <a:pt x="246" y="11"/>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7933" name="Freeform 71"/>
            <p:cNvSpPr>
              <a:spLocks/>
            </p:cNvSpPr>
            <p:nvPr/>
          </p:nvSpPr>
          <p:spPr bwMode="auto">
            <a:xfrm>
              <a:off x="1552" y="1751"/>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1" y="339"/>
                  </a:lnTo>
                  <a:lnTo>
                    <a:pt x="235" y="299"/>
                  </a:lnTo>
                  <a:lnTo>
                    <a:pt x="226" y="261"/>
                  </a:lnTo>
                  <a:lnTo>
                    <a:pt x="216" y="223"/>
                  </a:lnTo>
                  <a:lnTo>
                    <a:pt x="204" y="189"/>
                  </a:lnTo>
                  <a:lnTo>
                    <a:pt x="190" y="156"/>
                  </a:lnTo>
                  <a:lnTo>
                    <a:pt x="174" y="125"/>
                  </a:lnTo>
                  <a:lnTo>
                    <a:pt x="156" y="98"/>
                  </a:lnTo>
                  <a:lnTo>
                    <a:pt x="137" y="74"/>
                  </a:lnTo>
                  <a:lnTo>
                    <a:pt x="119" y="52"/>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8" y="81"/>
                  </a:lnTo>
                  <a:lnTo>
                    <a:pt x="147" y="105"/>
                  </a:lnTo>
                  <a:lnTo>
                    <a:pt x="164" y="132"/>
                  </a:lnTo>
                  <a:lnTo>
                    <a:pt x="178" y="161"/>
                  </a:lnTo>
                  <a:lnTo>
                    <a:pt x="193" y="193"/>
                  </a:lnTo>
                  <a:lnTo>
                    <a:pt x="204" y="227"/>
                  </a:lnTo>
                  <a:lnTo>
                    <a:pt x="215" y="264"/>
                  </a:lnTo>
                  <a:lnTo>
                    <a:pt x="223" y="301"/>
                  </a:lnTo>
                  <a:lnTo>
                    <a:pt x="229" y="341"/>
                  </a:lnTo>
                  <a:lnTo>
                    <a:pt x="232" y="382"/>
                  </a:lnTo>
                  <a:lnTo>
                    <a:pt x="234"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7934" name="Freeform 72"/>
            <p:cNvSpPr>
              <a:spLocks/>
            </p:cNvSpPr>
            <p:nvPr/>
          </p:nvSpPr>
          <p:spPr bwMode="auto">
            <a:xfrm>
              <a:off x="1552" y="1836"/>
              <a:ext cx="49" cy="85"/>
            </a:xfrm>
            <a:custGeom>
              <a:avLst/>
              <a:gdLst>
                <a:gd name="T0" fmla="*/ 0 w 245"/>
                <a:gd name="T1" fmla="*/ 3 h 425"/>
                <a:gd name="T2" fmla="*/ 0 w 245"/>
                <a:gd name="T3" fmla="*/ 3 h 425"/>
                <a:gd name="T4" fmla="*/ 0 w 245"/>
                <a:gd name="T5" fmla="*/ 3 h 425"/>
                <a:gd name="T6" fmla="*/ 0 w 245"/>
                <a:gd name="T7" fmla="*/ 3 h 425"/>
                <a:gd name="T8" fmla="*/ 1 w 245"/>
                <a:gd name="T9" fmla="*/ 3 h 425"/>
                <a:gd name="T10" fmla="*/ 1 w 245"/>
                <a:gd name="T11" fmla="*/ 3 h 425"/>
                <a:gd name="T12" fmla="*/ 1 w 245"/>
                <a:gd name="T13" fmla="*/ 3 h 425"/>
                <a:gd name="T14" fmla="*/ 1 w 245"/>
                <a:gd name="T15" fmla="*/ 3 h 425"/>
                <a:gd name="T16" fmla="*/ 1 w 245"/>
                <a:gd name="T17" fmla="*/ 3 h 425"/>
                <a:gd name="T18" fmla="*/ 1 w 245"/>
                <a:gd name="T19" fmla="*/ 2 h 425"/>
                <a:gd name="T20" fmla="*/ 2 w 245"/>
                <a:gd name="T21" fmla="*/ 2 h 425"/>
                <a:gd name="T22" fmla="*/ 2 w 245"/>
                <a:gd name="T23" fmla="*/ 2 h 425"/>
                <a:gd name="T24" fmla="*/ 2 w 245"/>
                <a:gd name="T25" fmla="*/ 2 h 425"/>
                <a:gd name="T26" fmla="*/ 2 w 245"/>
                <a:gd name="T27" fmla="*/ 1 h 425"/>
                <a:gd name="T28" fmla="*/ 2 w 245"/>
                <a:gd name="T29" fmla="*/ 1 h 425"/>
                <a:gd name="T30" fmla="*/ 2 w 245"/>
                <a:gd name="T31" fmla="*/ 1 h 425"/>
                <a:gd name="T32" fmla="*/ 2 w 245"/>
                <a:gd name="T33" fmla="*/ 0 h 425"/>
                <a:gd name="T34" fmla="*/ 2 w 245"/>
                <a:gd name="T35" fmla="*/ 0 h 425"/>
                <a:gd name="T36" fmla="*/ 2 w 245"/>
                <a:gd name="T37" fmla="*/ 0 h 425"/>
                <a:gd name="T38" fmla="*/ 2 w 245"/>
                <a:gd name="T39" fmla="*/ 0 h 425"/>
                <a:gd name="T40" fmla="*/ 2 w 245"/>
                <a:gd name="T41" fmla="*/ 1 h 425"/>
                <a:gd name="T42" fmla="*/ 2 w 245"/>
                <a:gd name="T43" fmla="*/ 1 h 425"/>
                <a:gd name="T44" fmla="*/ 2 w 245"/>
                <a:gd name="T45" fmla="*/ 1 h 425"/>
                <a:gd name="T46" fmla="*/ 2 w 245"/>
                <a:gd name="T47" fmla="*/ 2 h 425"/>
                <a:gd name="T48" fmla="*/ 2 w 245"/>
                <a:gd name="T49" fmla="*/ 2 h 425"/>
                <a:gd name="T50" fmla="*/ 1 w 245"/>
                <a:gd name="T51" fmla="*/ 2 h 425"/>
                <a:gd name="T52" fmla="*/ 1 w 245"/>
                <a:gd name="T53" fmla="*/ 2 h 425"/>
                <a:gd name="T54" fmla="*/ 1 w 245"/>
                <a:gd name="T55" fmla="*/ 3 h 425"/>
                <a:gd name="T56" fmla="*/ 1 w 245"/>
                <a:gd name="T57" fmla="*/ 3 h 425"/>
                <a:gd name="T58" fmla="*/ 1 w 245"/>
                <a:gd name="T59" fmla="*/ 3 h 425"/>
                <a:gd name="T60" fmla="*/ 1 w 245"/>
                <a:gd name="T61" fmla="*/ 3 h 425"/>
                <a:gd name="T62" fmla="*/ 1 w 245"/>
                <a:gd name="T63" fmla="*/ 3 h 425"/>
                <a:gd name="T64" fmla="*/ 0 w 245"/>
                <a:gd name="T65" fmla="*/ 3 h 425"/>
                <a:gd name="T66" fmla="*/ 0 w 245"/>
                <a:gd name="T67" fmla="*/ 3 h 425"/>
                <a:gd name="T68" fmla="*/ 0 w 245"/>
                <a:gd name="T69" fmla="*/ 3 h 425"/>
                <a:gd name="T70" fmla="*/ 0 w 245"/>
                <a:gd name="T71" fmla="*/ 3 h 425"/>
                <a:gd name="T72" fmla="*/ 0 w 245"/>
                <a:gd name="T73" fmla="*/ 3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5"/>
                <a:gd name="T113" fmla="*/ 245 w 245"/>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5">
                  <a:moveTo>
                    <a:pt x="0" y="425"/>
                  </a:moveTo>
                  <a:lnTo>
                    <a:pt x="0" y="425"/>
                  </a:lnTo>
                  <a:lnTo>
                    <a:pt x="26" y="422"/>
                  </a:lnTo>
                  <a:lnTo>
                    <a:pt x="51" y="417"/>
                  </a:lnTo>
                  <a:lnTo>
                    <a:pt x="74" y="406"/>
                  </a:lnTo>
                  <a:lnTo>
                    <a:pt x="96" y="391"/>
                  </a:lnTo>
                  <a:lnTo>
                    <a:pt x="119" y="373"/>
                  </a:lnTo>
                  <a:lnTo>
                    <a:pt x="137" y="351"/>
                  </a:lnTo>
                  <a:lnTo>
                    <a:pt x="156" y="326"/>
                  </a:lnTo>
                  <a:lnTo>
                    <a:pt x="174" y="299"/>
                  </a:lnTo>
                  <a:lnTo>
                    <a:pt x="190" y="269"/>
                  </a:lnTo>
                  <a:lnTo>
                    <a:pt x="204" y="236"/>
                  </a:lnTo>
                  <a:lnTo>
                    <a:pt x="216" y="202"/>
                  </a:lnTo>
                  <a:lnTo>
                    <a:pt x="226" y="163"/>
                  </a:lnTo>
                  <a:lnTo>
                    <a:pt x="235" y="126"/>
                  </a:lnTo>
                  <a:lnTo>
                    <a:pt x="241" y="86"/>
                  </a:lnTo>
                  <a:lnTo>
                    <a:pt x="244" y="43"/>
                  </a:lnTo>
                  <a:lnTo>
                    <a:pt x="245" y="0"/>
                  </a:lnTo>
                  <a:lnTo>
                    <a:pt x="234" y="0"/>
                  </a:lnTo>
                  <a:lnTo>
                    <a:pt x="232" y="43"/>
                  </a:lnTo>
                  <a:lnTo>
                    <a:pt x="229" y="84"/>
                  </a:lnTo>
                  <a:lnTo>
                    <a:pt x="223" y="123"/>
                  </a:lnTo>
                  <a:lnTo>
                    <a:pt x="215" y="161"/>
                  </a:lnTo>
                  <a:lnTo>
                    <a:pt x="204" y="197"/>
                  </a:lnTo>
                  <a:lnTo>
                    <a:pt x="193" y="231"/>
                  </a:lnTo>
                  <a:lnTo>
                    <a:pt x="178" y="264"/>
                  </a:lnTo>
                  <a:lnTo>
                    <a:pt x="164" y="292"/>
                  </a:lnTo>
                  <a:lnTo>
                    <a:pt x="147" y="319"/>
                  </a:lnTo>
                  <a:lnTo>
                    <a:pt x="128" y="344"/>
                  </a:lnTo>
                  <a:lnTo>
                    <a:pt x="109" y="364"/>
                  </a:lnTo>
                  <a:lnTo>
                    <a:pt x="89" y="381"/>
                  </a:lnTo>
                  <a:lnTo>
                    <a:pt x="67" y="394"/>
                  </a:lnTo>
                  <a:lnTo>
                    <a:pt x="46" y="405"/>
                  </a:lnTo>
                  <a:lnTo>
                    <a:pt x="24" y="411"/>
                  </a:lnTo>
                  <a:lnTo>
                    <a:pt x="0" y="413"/>
                  </a:lnTo>
                  <a:lnTo>
                    <a:pt x="0" y="425"/>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7935" name="Freeform 73"/>
            <p:cNvSpPr>
              <a:spLocks/>
            </p:cNvSpPr>
            <p:nvPr/>
          </p:nvSpPr>
          <p:spPr bwMode="auto">
            <a:xfrm>
              <a:off x="1502" y="1836"/>
              <a:ext cx="50" cy="85"/>
            </a:xfrm>
            <a:custGeom>
              <a:avLst/>
              <a:gdLst>
                <a:gd name="T0" fmla="*/ 0 w 246"/>
                <a:gd name="T1" fmla="*/ 0 h 425"/>
                <a:gd name="T2" fmla="*/ 0 w 246"/>
                <a:gd name="T3" fmla="*/ 0 h 425"/>
                <a:gd name="T4" fmla="*/ 0 w 246"/>
                <a:gd name="T5" fmla="*/ 0 h 425"/>
                <a:gd name="T6" fmla="*/ 0 w 246"/>
                <a:gd name="T7" fmla="*/ 1 h 425"/>
                <a:gd name="T8" fmla="*/ 0 w 246"/>
                <a:gd name="T9" fmla="*/ 1 h 425"/>
                <a:gd name="T10" fmla="*/ 0 w 246"/>
                <a:gd name="T11" fmla="*/ 1 h 425"/>
                <a:gd name="T12" fmla="*/ 0 w 246"/>
                <a:gd name="T13" fmla="*/ 2 h 425"/>
                <a:gd name="T14" fmla="*/ 0 w 246"/>
                <a:gd name="T15" fmla="*/ 2 h 425"/>
                <a:gd name="T16" fmla="*/ 0 w 246"/>
                <a:gd name="T17" fmla="*/ 2 h 425"/>
                <a:gd name="T18" fmla="*/ 1 w 246"/>
                <a:gd name="T19" fmla="*/ 2 h 425"/>
                <a:gd name="T20" fmla="*/ 1 w 246"/>
                <a:gd name="T21" fmla="*/ 3 h 425"/>
                <a:gd name="T22" fmla="*/ 1 w 246"/>
                <a:gd name="T23" fmla="*/ 3 h 425"/>
                <a:gd name="T24" fmla="*/ 1 w 246"/>
                <a:gd name="T25" fmla="*/ 3 h 425"/>
                <a:gd name="T26" fmla="*/ 1 w 246"/>
                <a:gd name="T27" fmla="*/ 3 h 425"/>
                <a:gd name="T28" fmla="*/ 1 w 246"/>
                <a:gd name="T29" fmla="*/ 3 h 425"/>
                <a:gd name="T30" fmla="*/ 2 w 246"/>
                <a:gd name="T31" fmla="*/ 3 h 425"/>
                <a:gd name="T32" fmla="*/ 2 w 246"/>
                <a:gd name="T33" fmla="*/ 3 h 425"/>
                <a:gd name="T34" fmla="*/ 2 w 246"/>
                <a:gd name="T35" fmla="*/ 3 h 425"/>
                <a:gd name="T36" fmla="*/ 2 w 246"/>
                <a:gd name="T37" fmla="*/ 3 h 425"/>
                <a:gd name="T38" fmla="*/ 2 w 246"/>
                <a:gd name="T39" fmla="*/ 3 h 425"/>
                <a:gd name="T40" fmla="*/ 2 w 246"/>
                <a:gd name="T41" fmla="*/ 3 h 425"/>
                <a:gd name="T42" fmla="*/ 1 w 246"/>
                <a:gd name="T43" fmla="*/ 3 h 425"/>
                <a:gd name="T44" fmla="*/ 1 w 246"/>
                <a:gd name="T45" fmla="*/ 3 h 425"/>
                <a:gd name="T46" fmla="*/ 1 w 246"/>
                <a:gd name="T47" fmla="*/ 3 h 425"/>
                <a:gd name="T48" fmla="*/ 1 w 246"/>
                <a:gd name="T49" fmla="*/ 3 h 425"/>
                <a:gd name="T50" fmla="*/ 1 w 246"/>
                <a:gd name="T51" fmla="*/ 3 h 425"/>
                <a:gd name="T52" fmla="*/ 1 w 246"/>
                <a:gd name="T53" fmla="*/ 2 h 425"/>
                <a:gd name="T54" fmla="*/ 1 w 246"/>
                <a:gd name="T55" fmla="*/ 2 h 425"/>
                <a:gd name="T56" fmla="*/ 0 w 246"/>
                <a:gd name="T57" fmla="*/ 2 h 425"/>
                <a:gd name="T58" fmla="*/ 0 w 246"/>
                <a:gd name="T59" fmla="*/ 2 h 425"/>
                <a:gd name="T60" fmla="*/ 0 w 246"/>
                <a:gd name="T61" fmla="*/ 1 h 425"/>
                <a:gd name="T62" fmla="*/ 0 w 246"/>
                <a:gd name="T63" fmla="*/ 1 h 425"/>
                <a:gd name="T64" fmla="*/ 0 w 246"/>
                <a:gd name="T65" fmla="*/ 1 h 425"/>
                <a:gd name="T66" fmla="*/ 0 w 246"/>
                <a:gd name="T67" fmla="*/ 0 h 425"/>
                <a:gd name="T68" fmla="*/ 0 w 246"/>
                <a:gd name="T69" fmla="*/ 0 h 425"/>
                <a:gd name="T70" fmla="*/ 0 w 246"/>
                <a:gd name="T71" fmla="*/ 0 h 425"/>
                <a:gd name="T72" fmla="*/ 0 w 246"/>
                <a:gd name="T73" fmla="*/ 0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5"/>
                <a:gd name="T113" fmla="*/ 246 w 246"/>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5">
                  <a:moveTo>
                    <a:pt x="0" y="0"/>
                  </a:moveTo>
                  <a:lnTo>
                    <a:pt x="0" y="0"/>
                  </a:lnTo>
                  <a:lnTo>
                    <a:pt x="2" y="43"/>
                  </a:lnTo>
                  <a:lnTo>
                    <a:pt x="5" y="86"/>
                  </a:lnTo>
                  <a:lnTo>
                    <a:pt x="11" y="126"/>
                  </a:lnTo>
                  <a:lnTo>
                    <a:pt x="19" y="163"/>
                  </a:lnTo>
                  <a:lnTo>
                    <a:pt x="30" y="202"/>
                  </a:lnTo>
                  <a:lnTo>
                    <a:pt x="41" y="236"/>
                  </a:lnTo>
                  <a:lnTo>
                    <a:pt x="55" y="269"/>
                  </a:lnTo>
                  <a:lnTo>
                    <a:pt x="73" y="299"/>
                  </a:lnTo>
                  <a:lnTo>
                    <a:pt x="89" y="326"/>
                  </a:lnTo>
                  <a:lnTo>
                    <a:pt x="108" y="351"/>
                  </a:lnTo>
                  <a:lnTo>
                    <a:pt x="128" y="373"/>
                  </a:lnTo>
                  <a:lnTo>
                    <a:pt x="150" y="391"/>
                  </a:lnTo>
                  <a:lnTo>
                    <a:pt x="171" y="406"/>
                  </a:lnTo>
                  <a:lnTo>
                    <a:pt x="196" y="417"/>
                  </a:lnTo>
                  <a:lnTo>
                    <a:pt x="221" y="422"/>
                  </a:lnTo>
                  <a:lnTo>
                    <a:pt x="246" y="425"/>
                  </a:lnTo>
                  <a:lnTo>
                    <a:pt x="246" y="413"/>
                  </a:lnTo>
                  <a:lnTo>
                    <a:pt x="223" y="411"/>
                  </a:lnTo>
                  <a:lnTo>
                    <a:pt x="201" y="405"/>
                  </a:lnTo>
                  <a:lnTo>
                    <a:pt x="178" y="394"/>
                  </a:lnTo>
                  <a:lnTo>
                    <a:pt x="157" y="381"/>
                  </a:lnTo>
                  <a:lnTo>
                    <a:pt x="137" y="364"/>
                  </a:lnTo>
                  <a:lnTo>
                    <a:pt x="117" y="344"/>
                  </a:lnTo>
                  <a:lnTo>
                    <a:pt x="99" y="319"/>
                  </a:lnTo>
                  <a:lnTo>
                    <a:pt x="82" y="292"/>
                  </a:lnTo>
                  <a:lnTo>
                    <a:pt x="67" y="264"/>
                  </a:lnTo>
                  <a:lnTo>
                    <a:pt x="53" y="231"/>
                  </a:lnTo>
                  <a:lnTo>
                    <a:pt x="41" y="197"/>
                  </a:lnTo>
                  <a:lnTo>
                    <a:pt x="31" y="161"/>
                  </a:lnTo>
                  <a:lnTo>
                    <a:pt x="23" y="123"/>
                  </a:lnTo>
                  <a:lnTo>
                    <a:pt x="17" y="84"/>
                  </a:lnTo>
                  <a:lnTo>
                    <a:pt x="13" y="4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7936" name="Freeform 74"/>
            <p:cNvSpPr>
              <a:spLocks/>
            </p:cNvSpPr>
            <p:nvPr/>
          </p:nvSpPr>
          <p:spPr bwMode="auto">
            <a:xfrm>
              <a:off x="1502" y="1751"/>
              <a:ext cx="50" cy="85"/>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2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1" y="2"/>
                  </a:lnTo>
                  <a:lnTo>
                    <a:pt x="196" y="8"/>
                  </a:lnTo>
                  <a:lnTo>
                    <a:pt x="171" y="19"/>
                  </a:lnTo>
                  <a:lnTo>
                    <a:pt x="150" y="34"/>
                  </a:lnTo>
                  <a:lnTo>
                    <a:pt x="128" y="52"/>
                  </a:lnTo>
                  <a:lnTo>
                    <a:pt x="108" y="74"/>
                  </a:lnTo>
                  <a:lnTo>
                    <a:pt x="89" y="98"/>
                  </a:lnTo>
                  <a:lnTo>
                    <a:pt x="73" y="125"/>
                  </a:lnTo>
                  <a:lnTo>
                    <a:pt x="55" y="156"/>
                  </a:lnTo>
                  <a:lnTo>
                    <a:pt x="41" y="189"/>
                  </a:lnTo>
                  <a:lnTo>
                    <a:pt x="30" y="223"/>
                  </a:lnTo>
                  <a:lnTo>
                    <a:pt x="19" y="261"/>
                  </a:lnTo>
                  <a:lnTo>
                    <a:pt x="11" y="299"/>
                  </a:lnTo>
                  <a:lnTo>
                    <a:pt x="5" y="339"/>
                  </a:lnTo>
                  <a:lnTo>
                    <a:pt x="2" y="382"/>
                  </a:lnTo>
                  <a:lnTo>
                    <a:pt x="0" y="424"/>
                  </a:lnTo>
                  <a:lnTo>
                    <a:pt x="12" y="424"/>
                  </a:lnTo>
                  <a:lnTo>
                    <a:pt x="13" y="382"/>
                  </a:lnTo>
                  <a:lnTo>
                    <a:pt x="17" y="341"/>
                  </a:lnTo>
                  <a:lnTo>
                    <a:pt x="23" y="301"/>
                  </a:lnTo>
                  <a:lnTo>
                    <a:pt x="31" y="264"/>
                  </a:lnTo>
                  <a:lnTo>
                    <a:pt x="41" y="227"/>
                  </a:lnTo>
                  <a:lnTo>
                    <a:pt x="53" y="193"/>
                  </a:lnTo>
                  <a:lnTo>
                    <a:pt x="67" y="161"/>
                  </a:lnTo>
                  <a:lnTo>
                    <a:pt x="82" y="132"/>
                  </a:lnTo>
                  <a:lnTo>
                    <a:pt x="99" y="105"/>
                  </a:lnTo>
                  <a:lnTo>
                    <a:pt x="117" y="81"/>
                  </a:lnTo>
                  <a:lnTo>
                    <a:pt x="137" y="61"/>
                  </a:lnTo>
                  <a:lnTo>
                    <a:pt x="157" y="43"/>
                  </a:lnTo>
                  <a:lnTo>
                    <a:pt x="178" y="30"/>
                  </a:lnTo>
                  <a:lnTo>
                    <a:pt x="201" y="20"/>
                  </a:lnTo>
                  <a:lnTo>
                    <a:pt x="223" y="14"/>
                  </a:lnTo>
                  <a:lnTo>
                    <a:pt x="246" y="12"/>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7937" name="Freeform 75"/>
            <p:cNvSpPr>
              <a:spLocks/>
            </p:cNvSpPr>
            <p:nvPr/>
          </p:nvSpPr>
          <p:spPr bwMode="auto">
            <a:xfrm>
              <a:off x="1565" y="2016"/>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0" y="339"/>
                  </a:lnTo>
                  <a:lnTo>
                    <a:pt x="234" y="299"/>
                  </a:lnTo>
                  <a:lnTo>
                    <a:pt x="226" y="261"/>
                  </a:lnTo>
                  <a:lnTo>
                    <a:pt x="216" y="223"/>
                  </a:lnTo>
                  <a:lnTo>
                    <a:pt x="204" y="189"/>
                  </a:lnTo>
                  <a:lnTo>
                    <a:pt x="190" y="156"/>
                  </a:lnTo>
                  <a:lnTo>
                    <a:pt x="174" y="125"/>
                  </a:lnTo>
                  <a:lnTo>
                    <a:pt x="156" y="98"/>
                  </a:lnTo>
                  <a:lnTo>
                    <a:pt x="138" y="74"/>
                  </a:lnTo>
                  <a:lnTo>
                    <a:pt x="118" y="51"/>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9" y="81"/>
                  </a:lnTo>
                  <a:lnTo>
                    <a:pt x="147" y="105"/>
                  </a:lnTo>
                  <a:lnTo>
                    <a:pt x="164" y="132"/>
                  </a:lnTo>
                  <a:lnTo>
                    <a:pt x="178" y="160"/>
                  </a:lnTo>
                  <a:lnTo>
                    <a:pt x="192" y="193"/>
                  </a:lnTo>
                  <a:lnTo>
                    <a:pt x="204" y="227"/>
                  </a:lnTo>
                  <a:lnTo>
                    <a:pt x="215" y="264"/>
                  </a:lnTo>
                  <a:lnTo>
                    <a:pt x="223" y="301"/>
                  </a:lnTo>
                  <a:lnTo>
                    <a:pt x="229"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7938" name="Freeform 76"/>
            <p:cNvSpPr>
              <a:spLocks/>
            </p:cNvSpPr>
            <p:nvPr/>
          </p:nvSpPr>
          <p:spPr bwMode="auto">
            <a:xfrm>
              <a:off x="1565" y="2101"/>
              <a:ext cx="49" cy="85"/>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6" y="423"/>
                  </a:lnTo>
                  <a:lnTo>
                    <a:pt x="51" y="418"/>
                  </a:lnTo>
                  <a:lnTo>
                    <a:pt x="74" y="407"/>
                  </a:lnTo>
                  <a:lnTo>
                    <a:pt x="96" y="392"/>
                  </a:lnTo>
                  <a:lnTo>
                    <a:pt x="118" y="373"/>
                  </a:lnTo>
                  <a:lnTo>
                    <a:pt x="138" y="351"/>
                  </a:lnTo>
                  <a:lnTo>
                    <a:pt x="156" y="327"/>
                  </a:lnTo>
                  <a:lnTo>
                    <a:pt x="175" y="299"/>
                  </a:lnTo>
                  <a:lnTo>
                    <a:pt x="190" y="269"/>
                  </a:lnTo>
                  <a:lnTo>
                    <a:pt x="204" y="236"/>
                  </a:lnTo>
                  <a:lnTo>
                    <a:pt x="216" y="202"/>
                  </a:lnTo>
                  <a:lnTo>
                    <a:pt x="226" y="164"/>
                  </a:lnTo>
                  <a:lnTo>
                    <a:pt x="234" y="126"/>
                  </a:lnTo>
                  <a:lnTo>
                    <a:pt x="240" y="86"/>
                  </a:lnTo>
                  <a:lnTo>
                    <a:pt x="244" y="42"/>
                  </a:lnTo>
                  <a:lnTo>
                    <a:pt x="245" y="0"/>
                  </a:lnTo>
                  <a:lnTo>
                    <a:pt x="233" y="0"/>
                  </a:lnTo>
                  <a:lnTo>
                    <a:pt x="232" y="42"/>
                  </a:lnTo>
                  <a:lnTo>
                    <a:pt x="229" y="83"/>
                  </a:lnTo>
                  <a:lnTo>
                    <a:pt x="223" y="123"/>
                  </a:lnTo>
                  <a:lnTo>
                    <a:pt x="215" y="162"/>
                  </a:lnTo>
                  <a:lnTo>
                    <a:pt x="204" y="197"/>
                  </a:lnTo>
                  <a:lnTo>
                    <a:pt x="192" y="231"/>
                  </a:lnTo>
                  <a:lnTo>
                    <a:pt x="178" y="264"/>
                  </a:lnTo>
                  <a:lnTo>
                    <a:pt x="163" y="292"/>
                  </a:lnTo>
                  <a:lnTo>
                    <a:pt x="147" y="320"/>
                  </a:lnTo>
                  <a:lnTo>
                    <a:pt x="129" y="344"/>
                  </a:lnTo>
                  <a:lnTo>
                    <a:pt x="109" y="364"/>
                  </a:lnTo>
                  <a:lnTo>
                    <a:pt x="89" y="382"/>
                  </a:lnTo>
                  <a:lnTo>
                    <a:pt x="67" y="395"/>
                  </a:lnTo>
                  <a:lnTo>
                    <a:pt x="46" y="406"/>
                  </a:lnTo>
                  <a:lnTo>
                    <a:pt x="24"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7939" name="Freeform 77"/>
            <p:cNvSpPr>
              <a:spLocks/>
            </p:cNvSpPr>
            <p:nvPr/>
          </p:nvSpPr>
          <p:spPr bwMode="auto">
            <a:xfrm>
              <a:off x="1516" y="2101"/>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5" y="86"/>
                  </a:lnTo>
                  <a:lnTo>
                    <a:pt x="11" y="126"/>
                  </a:lnTo>
                  <a:lnTo>
                    <a:pt x="19" y="164"/>
                  </a:lnTo>
                  <a:lnTo>
                    <a:pt x="30" y="202"/>
                  </a:lnTo>
                  <a:lnTo>
                    <a:pt x="41" y="236"/>
                  </a:lnTo>
                  <a:lnTo>
                    <a:pt x="55" y="269"/>
                  </a:lnTo>
                  <a:lnTo>
                    <a:pt x="71" y="299"/>
                  </a:lnTo>
                  <a:lnTo>
                    <a:pt x="89" y="327"/>
                  </a:lnTo>
                  <a:lnTo>
                    <a:pt x="107" y="351"/>
                  </a:lnTo>
                  <a:lnTo>
                    <a:pt x="127" y="373"/>
                  </a:lnTo>
                  <a:lnTo>
                    <a:pt x="149" y="392"/>
                  </a:lnTo>
                  <a:lnTo>
                    <a:pt x="171" y="407"/>
                  </a:lnTo>
                  <a:lnTo>
                    <a:pt x="195" y="418"/>
                  </a:lnTo>
                  <a:lnTo>
                    <a:pt x="219" y="423"/>
                  </a:lnTo>
                  <a:lnTo>
                    <a:pt x="245" y="426"/>
                  </a:lnTo>
                  <a:lnTo>
                    <a:pt x="245" y="414"/>
                  </a:lnTo>
                  <a:lnTo>
                    <a:pt x="222" y="412"/>
                  </a:lnTo>
                  <a:lnTo>
                    <a:pt x="199" y="406"/>
                  </a:lnTo>
                  <a:lnTo>
                    <a:pt x="178" y="395"/>
                  </a:lnTo>
                  <a:lnTo>
                    <a:pt x="156" y="382"/>
                  </a:lnTo>
                  <a:lnTo>
                    <a:pt x="136" y="364"/>
                  </a:lnTo>
                  <a:lnTo>
                    <a:pt x="116" y="344"/>
                  </a:lnTo>
                  <a:lnTo>
                    <a:pt x="99" y="320"/>
                  </a:lnTo>
                  <a:lnTo>
                    <a:pt x="82" y="292"/>
                  </a:lnTo>
                  <a:lnTo>
                    <a:pt x="67" y="264"/>
                  </a:lnTo>
                  <a:lnTo>
                    <a:pt x="53" y="231"/>
                  </a:lnTo>
                  <a:lnTo>
                    <a:pt x="41" y="197"/>
                  </a:lnTo>
                  <a:lnTo>
                    <a:pt x="31" y="162"/>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7940" name="Freeform 78"/>
            <p:cNvSpPr>
              <a:spLocks/>
            </p:cNvSpPr>
            <p:nvPr/>
          </p:nvSpPr>
          <p:spPr bwMode="auto">
            <a:xfrm>
              <a:off x="1516" y="2016"/>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5" y="8"/>
                  </a:lnTo>
                  <a:lnTo>
                    <a:pt x="171" y="19"/>
                  </a:lnTo>
                  <a:lnTo>
                    <a:pt x="149" y="34"/>
                  </a:lnTo>
                  <a:lnTo>
                    <a:pt x="127" y="51"/>
                  </a:lnTo>
                  <a:lnTo>
                    <a:pt x="107" y="74"/>
                  </a:lnTo>
                  <a:lnTo>
                    <a:pt x="89" y="98"/>
                  </a:lnTo>
                  <a:lnTo>
                    <a:pt x="72" y="125"/>
                  </a:lnTo>
                  <a:lnTo>
                    <a:pt x="55" y="156"/>
                  </a:lnTo>
                  <a:lnTo>
                    <a:pt x="41" y="189"/>
                  </a:lnTo>
                  <a:lnTo>
                    <a:pt x="30" y="223"/>
                  </a:lnTo>
                  <a:lnTo>
                    <a:pt x="19" y="261"/>
                  </a:lnTo>
                  <a:lnTo>
                    <a:pt x="11" y="299"/>
                  </a:lnTo>
                  <a:lnTo>
                    <a:pt x="5" y="339"/>
                  </a:lnTo>
                  <a:lnTo>
                    <a:pt x="1" y="382"/>
                  </a:lnTo>
                  <a:lnTo>
                    <a:pt x="0" y="424"/>
                  </a:lnTo>
                  <a:lnTo>
                    <a:pt x="12" y="424"/>
                  </a:lnTo>
                  <a:lnTo>
                    <a:pt x="13" y="382"/>
                  </a:lnTo>
                  <a:lnTo>
                    <a:pt x="17" y="341"/>
                  </a:lnTo>
                  <a:lnTo>
                    <a:pt x="23" y="301"/>
                  </a:lnTo>
                  <a:lnTo>
                    <a:pt x="31" y="264"/>
                  </a:lnTo>
                  <a:lnTo>
                    <a:pt x="41" y="227"/>
                  </a:lnTo>
                  <a:lnTo>
                    <a:pt x="53" y="193"/>
                  </a:lnTo>
                  <a:lnTo>
                    <a:pt x="67" y="160"/>
                  </a:lnTo>
                  <a:lnTo>
                    <a:pt x="81" y="132"/>
                  </a:lnTo>
                  <a:lnTo>
                    <a:pt x="99" y="105"/>
                  </a:lnTo>
                  <a:lnTo>
                    <a:pt x="116" y="81"/>
                  </a:lnTo>
                  <a:lnTo>
                    <a:pt x="136" y="61"/>
                  </a:lnTo>
                  <a:lnTo>
                    <a:pt x="156" y="43"/>
                  </a:lnTo>
                  <a:lnTo>
                    <a:pt x="178" y="30"/>
                  </a:lnTo>
                  <a:lnTo>
                    <a:pt x="199" y="20"/>
                  </a:lnTo>
                  <a:lnTo>
                    <a:pt x="222"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grpSp>
        <p:nvGrpSpPr>
          <p:cNvPr id="207882" name="Group 79"/>
          <p:cNvGrpSpPr>
            <a:grpSpLocks/>
          </p:cNvGrpSpPr>
          <p:nvPr/>
        </p:nvGrpSpPr>
        <p:grpSpPr bwMode="auto">
          <a:xfrm rot="-223274">
            <a:off x="1920875" y="2820988"/>
            <a:ext cx="744538" cy="733425"/>
            <a:chOff x="2757" y="1666"/>
            <a:chExt cx="812" cy="800"/>
          </a:xfrm>
        </p:grpSpPr>
        <p:sp>
          <p:nvSpPr>
            <p:cNvPr id="207884" name="Freeform 80"/>
            <p:cNvSpPr>
              <a:spLocks/>
            </p:cNvSpPr>
            <p:nvPr/>
          </p:nvSpPr>
          <p:spPr bwMode="auto">
            <a:xfrm>
              <a:off x="2762" y="1667"/>
              <a:ext cx="807" cy="584"/>
            </a:xfrm>
            <a:custGeom>
              <a:avLst/>
              <a:gdLst>
                <a:gd name="T0" fmla="*/ 497 w 807"/>
                <a:gd name="T1" fmla="*/ 583 h 584"/>
                <a:gd name="T2" fmla="*/ 0 w 807"/>
                <a:gd name="T3" fmla="*/ 452 h 584"/>
                <a:gd name="T4" fmla="*/ 337 w 807"/>
                <a:gd name="T5" fmla="*/ 0 h 584"/>
                <a:gd name="T6" fmla="*/ 806 w 807"/>
                <a:gd name="T7" fmla="*/ 98 h 584"/>
                <a:gd name="T8" fmla="*/ 497 w 807"/>
                <a:gd name="T9" fmla="*/ 583 h 584"/>
                <a:gd name="T10" fmla="*/ 0 60000 65536"/>
                <a:gd name="T11" fmla="*/ 0 60000 65536"/>
                <a:gd name="T12" fmla="*/ 0 60000 65536"/>
                <a:gd name="T13" fmla="*/ 0 60000 65536"/>
                <a:gd name="T14" fmla="*/ 0 60000 65536"/>
                <a:gd name="T15" fmla="*/ 0 w 807"/>
                <a:gd name="T16" fmla="*/ 0 h 584"/>
                <a:gd name="T17" fmla="*/ 807 w 807"/>
                <a:gd name="T18" fmla="*/ 584 h 584"/>
              </a:gdLst>
              <a:ahLst/>
              <a:cxnLst>
                <a:cxn ang="T10">
                  <a:pos x="T0" y="T1"/>
                </a:cxn>
                <a:cxn ang="T11">
                  <a:pos x="T2" y="T3"/>
                </a:cxn>
                <a:cxn ang="T12">
                  <a:pos x="T4" y="T5"/>
                </a:cxn>
                <a:cxn ang="T13">
                  <a:pos x="T6" y="T7"/>
                </a:cxn>
                <a:cxn ang="T14">
                  <a:pos x="T8" y="T9"/>
                </a:cxn>
              </a:cxnLst>
              <a:rect l="T15" t="T16" r="T17" b="T18"/>
              <a:pathLst>
                <a:path w="807" h="584">
                  <a:moveTo>
                    <a:pt x="497" y="583"/>
                  </a:moveTo>
                  <a:lnTo>
                    <a:pt x="0" y="452"/>
                  </a:lnTo>
                  <a:lnTo>
                    <a:pt x="337" y="0"/>
                  </a:lnTo>
                  <a:lnTo>
                    <a:pt x="806" y="98"/>
                  </a:lnTo>
                  <a:lnTo>
                    <a:pt x="497" y="583"/>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207885" name="Freeform 81"/>
            <p:cNvSpPr>
              <a:spLocks/>
            </p:cNvSpPr>
            <p:nvPr/>
          </p:nvSpPr>
          <p:spPr bwMode="auto">
            <a:xfrm>
              <a:off x="2882" y="1861"/>
              <a:ext cx="578" cy="384"/>
            </a:xfrm>
            <a:custGeom>
              <a:avLst/>
              <a:gdLst>
                <a:gd name="T0" fmla="*/ 377 w 578"/>
                <a:gd name="T1" fmla="*/ 383 h 384"/>
                <a:gd name="T2" fmla="*/ 0 w 578"/>
                <a:gd name="T3" fmla="*/ 291 h 384"/>
                <a:gd name="T4" fmla="*/ 217 w 578"/>
                <a:gd name="T5" fmla="*/ 0 h 384"/>
                <a:gd name="T6" fmla="*/ 577 w 578"/>
                <a:gd name="T7" fmla="*/ 74 h 384"/>
                <a:gd name="T8" fmla="*/ 377 w 578"/>
                <a:gd name="T9" fmla="*/ 383 h 384"/>
                <a:gd name="T10" fmla="*/ 0 60000 65536"/>
                <a:gd name="T11" fmla="*/ 0 60000 65536"/>
                <a:gd name="T12" fmla="*/ 0 60000 65536"/>
                <a:gd name="T13" fmla="*/ 0 60000 65536"/>
                <a:gd name="T14" fmla="*/ 0 60000 65536"/>
                <a:gd name="T15" fmla="*/ 0 w 578"/>
                <a:gd name="T16" fmla="*/ 0 h 384"/>
                <a:gd name="T17" fmla="*/ 578 w 578"/>
                <a:gd name="T18" fmla="*/ 384 h 384"/>
              </a:gdLst>
              <a:ahLst/>
              <a:cxnLst>
                <a:cxn ang="T10">
                  <a:pos x="T0" y="T1"/>
                </a:cxn>
                <a:cxn ang="T11">
                  <a:pos x="T2" y="T3"/>
                </a:cxn>
                <a:cxn ang="T12">
                  <a:pos x="T4" y="T5"/>
                </a:cxn>
                <a:cxn ang="T13">
                  <a:pos x="T6" y="T7"/>
                </a:cxn>
                <a:cxn ang="T14">
                  <a:pos x="T8" y="T9"/>
                </a:cxn>
              </a:cxnLst>
              <a:rect l="T15" t="T16" r="T17" b="T18"/>
              <a:pathLst>
                <a:path w="578" h="384">
                  <a:moveTo>
                    <a:pt x="377" y="383"/>
                  </a:moveTo>
                  <a:lnTo>
                    <a:pt x="0" y="291"/>
                  </a:lnTo>
                  <a:lnTo>
                    <a:pt x="217" y="0"/>
                  </a:lnTo>
                  <a:lnTo>
                    <a:pt x="577" y="74"/>
                  </a:lnTo>
                  <a:lnTo>
                    <a:pt x="377" y="383"/>
                  </a:lnTo>
                </a:path>
              </a:pathLst>
            </a:custGeom>
            <a:solidFill>
              <a:srgbClr val="E22B00"/>
            </a:solidFill>
            <a:ln>
              <a:noFill/>
            </a:ln>
            <a:extLst>
              <a:ext uri="{91240B29-F687-4F45-9708-019B960494DF}">
                <a14:hiddenLine xmlns:a14="http://schemas.microsoft.com/office/drawing/2010/main" w="12700" cap="rnd" cmpd="sng">
                  <a:solidFill>
                    <a:srgbClr val="000000"/>
                  </a:solidFill>
                  <a:prstDash val="solid"/>
                  <a:round/>
                  <a:headEnd type="none" w="med" len="med"/>
                  <a:tailEnd type="none" w="med" len="med"/>
                </a14:hiddenLine>
              </a:ext>
            </a:extLst>
          </p:spPr>
          <p:txBody>
            <a:bodyPr/>
            <a:lstStyle/>
            <a:p>
              <a:endParaRPr lang="fr-FR"/>
            </a:p>
          </p:txBody>
        </p:sp>
        <p:sp>
          <p:nvSpPr>
            <p:cNvPr id="207886" name="Line 82"/>
            <p:cNvSpPr>
              <a:spLocks noChangeShapeType="1"/>
            </p:cNvSpPr>
            <p:nvPr/>
          </p:nvSpPr>
          <p:spPr bwMode="auto">
            <a:xfrm>
              <a:off x="3102" y="1862"/>
              <a:ext cx="352" cy="7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fr-FR"/>
            </a:p>
          </p:txBody>
        </p:sp>
        <p:sp>
          <p:nvSpPr>
            <p:cNvPr id="207887" name="Freeform 83"/>
            <p:cNvSpPr>
              <a:spLocks/>
            </p:cNvSpPr>
            <p:nvPr/>
          </p:nvSpPr>
          <p:spPr bwMode="auto">
            <a:xfrm>
              <a:off x="2762" y="1666"/>
              <a:ext cx="337" cy="485"/>
            </a:xfrm>
            <a:custGeom>
              <a:avLst/>
              <a:gdLst>
                <a:gd name="T0" fmla="*/ 336 w 337"/>
                <a:gd name="T1" fmla="*/ 194 h 485"/>
                <a:gd name="T2" fmla="*/ 118 w 337"/>
                <a:gd name="T3" fmla="*/ 484 h 485"/>
                <a:gd name="T4" fmla="*/ 0 w 337"/>
                <a:gd name="T5" fmla="*/ 452 h 485"/>
                <a:gd name="T6" fmla="*/ 336 w 337"/>
                <a:gd name="T7" fmla="*/ 0 h 485"/>
                <a:gd name="T8" fmla="*/ 336 w 337"/>
                <a:gd name="T9" fmla="*/ 152 h 485"/>
                <a:gd name="T10" fmla="*/ 336 w 337"/>
                <a:gd name="T11" fmla="*/ 194 h 485"/>
                <a:gd name="T12" fmla="*/ 0 60000 65536"/>
                <a:gd name="T13" fmla="*/ 0 60000 65536"/>
                <a:gd name="T14" fmla="*/ 0 60000 65536"/>
                <a:gd name="T15" fmla="*/ 0 60000 65536"/>
                <a:gd name="T16" fmla="*/ 0 60000 65536"/>
                <a:gd name="T17" fmla="*/ 0 60000 65536"/>
                <a:gd name="T18" fmla="*/ 0 w 337"/>
                <a:gd name="T19" fmla="*/ 0 h 485"/>
                <a:gd name="T20" fmla="*/ 337 w 337"/>
                <a:gd name="T21" fmla="*/ 485 h 485"/>
              </a:gdLst>
              <a:ahLst/>
              <a:cxnLst>
                <a:cxn ang="T12">
                  <a:pos x="T0" y="T1"/>
                </a:cxn>
                <a:cxn ang="T13">
                  <a:pos x="T2" y="T3"/>
                </a:cxn>
                <a:cxn ang="T14">
                  <a:pos x="T4" y="T5"/>
                </a:cxn>
                <a:cxn ang="T15">
                  <a:pos x="T6" y="T7"/>
                </a:cxn>
                <a:cxn ang="T16">
                  <a:pos x="T8" y="T9"/>
                </a:cxn>
                <a:cxn ang="T17">
                  <a:pos x="T10" y="T11"/>
                </a:cxn>
              </a:cxnLst>
              <a:rect l="T18" t="T19" r="T20" b="T21"/>
              <a:pathLst>
                <a:path w="337" h="485">
                  <a:moveTo>
                    <a:pt x="336" y="194"/>
                  </a:moveTo>
                  <a:lnTo>
                    <a:pt x="118" y="484"/>
                  </a:lnTo>
                  <a:lnTo>
                    <a:pt x="0" y="452"/>
                  </a:lnTo>
                  <a:lnTo>
                    <a:pt x="336" y="0"/>
                  </a:lnTo>
                  <a:lnTo>
                    <a:pt x="336" y="152"/>
                  </a:lnTo>
                  <a:lnTo>
                    <a:pt x="336" y="194"/>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207888" name="Freeform 84"/>
            <p:cNvSpPr>
              <a:spLocks/>
            </p:cNvSpPr>
            <p:nvPr/>
          </p:nvSpPr>
          <p:spPr bwMode="auto">
            <a:xfrm>
              <a:off x="2757" y="2124"/>
              <a:ext cx="509" cy="339"/>
            </a:xfrm>
            <a:custGeom>
              <a:avLst/>
              <a:gdLst>
                <a:gd name="T0" fmla="*/ 0 w 506"/>
                <a:gd name="T1" fmla="*/ 0 h 345"/>
                <a:gd name="T2" fmla="*/ 1 w 506"/>
                <a:gd name="T3" fmla="*/ 198 h 345"/>
                <a:gd name="T4" fmla="*/ 514 w 506"/>
                <a:gd name="T5" fmla="*/ 326 h 345"/>
                <a:gd name="T6" fmla="*/ 513 w 506"/>
                <a:gd name="T7" fmla="*/ 124 h 345"/>
                <a:gd name="T8" fmla="*/ 0 60000 65536"/>
                <a:gd name="T9" fmla="*/ 0 60000 65536"/>
                <a:gd name="T10" fmla="*/ 0 60000 65536"/>
                <a:gd name="T11" fmla="*/ 0 60000 65536"/>
                <a:gd name="T12" fmla="*/ 0 w 506"/>
                <a:gd name="T13" fmla="*/ 0 h 345"/>
                <a:gd name="T14" fmla="*/ 506 w 506"/>
                <a:gd name="T15" fmla="*/ 345 h 345"/>
              </a:gdLst>
              <a:ahLst/>
              <a:cxnLst>
                <a:cxn ang="T8">
                  <a:pos x="T0" y="T1"/>
                </a:cxn>
                <a:cxn ang="T9">
                  <a:pos x="T2" y="T3"/>
                </a:cxn>
                <a:cxn ang="T10">
                  <a:pos x="T4" y="T5"/>
                </a:cxn>
                <a:cxn ang="T11">
                  <a:pos x="T6" y="T7"/>
                </a:cxn>
              </a:cxnLst>
              <a:rect l="T12" t="T13" r="T14" b="T15"/>
              <a:pathLst>
                <a:path w="506" h="345">
                  <a:moveTo>
                    <a:pt x="0" y="0"/>
                  </a:moveTo>
                  <a:lnTo>
                    <a:pt x="1" y="209"/>
                  </a:lnTo>
                  <a:lnTo>
                    <a:pt x="505" y="344"/>
                  </a:lnTo>
                  <a:lnTo>
                    <a:pt x="504" y="130"/>
                  </a:lnTo>
                </a:path>
              </a:pathLst>
            </a:custGeom>
            <a:solidFill>
              <a:srgbClr val="FC2C1C"/>
            </a:solidFill>
            <a:ln w="12700" cap="rnd" cmpd="sng">
              <a:solidFill>
                <a:schemeClr val="bg2"/>
              </a:solidFill>
              <a:prstDash val="solid"/>
              <a:round/>
              <a:headEnd type="none" w="med" len="med"/>
              <a:tailEnd type="none" w="med" len="med"/>
            </a:ln>
          </p:spPr>
          <p:txBody>
            <a:bodyPr/>
            <a:lstStyle/>
            <a:p>
              <a:endParaRPr lang="fr-FR"/>
            </a:p>
          </p:txBody>
        </p:sp>
        <p:sp>
          <p:nvSpPr>
            <p:cNvPr id="207889" name="AutoShape 85"/>
            <p:cNvSpPr>
              <a:spLocks noChangeArrowheads="1"/>
            </p:cNvSpPr>
            <p:nvPr/>
          </p:nvSpPr>
          <p:spPr bwMode="auto">
            <a:xfrm rot="16200000" flipH="1">
              <a:off x="3067" y="1967"/>
              <a:ext cx="693" cy="306"/>
            </a:xfrm>
            <a:prstGeom prst="parallelogram">
              <a:avLst>
                <a:gd name="adj" fmla="val 156202"/>
              </a:avLst>
            </a:prstGeom>
            <a:solidFill>
              <a:srgbClr val="FC2C1C"/>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sp>
        <p:nvSpPr>
          <p:cNvPr id="207883" name="Text Box 86"/>
          <p:cNvSpPr txBox="1">
            <a:spLocks noChangeArrowheads="1"/>
          </p:cNvSpPr>
          <p:nvPr/>
        </p:nvSpPr>
        <p:spPr bwMode="auto">
          <a:xfrm>
            <a:off x="604838" y="5364163"/>
            <a:ext cx="6543675" cy="4429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eaLnBrk="1" hangingPunct="1">
              <a:spcBef>
                <a:spcPct val="0"/>
              </a:spcBef>
              <a:buFontTx/>
              <a:buNone/>
            </a:pPr>
            <a:r>
              <a:rPr lang="fr-FR" altLang="fr-FR" sz="2300"/>
              <a:t>4. Pointez la production sur votre feuille de suivi</a:t>
            </a:r>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08899" name="Group 3"/>
          <p:cNvGrpSpPr>
            <a:grpSpLocks/>
          </p:cNvGrpSpPr>
          <p:nvPr/>
        </p:nvGrpSpPr>
        <p:grpSpPr bwMode="auto">
          <a:xfrm>
            <a:off x="7073900" y="215900"/>
            <a:ext cx="1878013" cy="1250950"/>
            <a:chOff x="4456" y="136"/>
            <a:chExt cx="1183" cy="788"/>
          </a:xfrm>
        </p:grpSpPr>
        <p:grpSp>
          <p:nvGrpSpPr>
            <p:cNvPr id="208967" name="Group 4"/>
            <p:cNvGrpSpPr>
              <a:grpSpLocks/>
            </p:cNvGrpSpPr>
            <p:nvPr/>
          </p:nvGrpSpPr>
          <p:grpSpPr bwMode="auto">
            <a:xfrm>
              <a:off x="4766" y="232"/>
              <a:ext cx="873" cy="692"/>
              <a:chOff x="2185" y="310"/>
              <a:chExt cx="873" cy="692"/>
            </a:xfrm>
          </p:grpSpPr>
          <p:sp>
            <p:nvSpPr>
              <p:cNvPr id="208978" name="Freeform 5"/>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accent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8979" name="Freeform 6"/>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8980" name="Freeform 7"/>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8981" name="Freeform 8"/>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8982" name="Freeform 9"/>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8983" name="Freeform 10"/>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8984" name="Freeform 11"/>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grpSp>
          <p:nvGrpSpPr>
            <p:cNvPr id="208968" name="Group 12"/>
            <p:cNvGrpSpPr>
              <a:grpSpLocks/>
            </p:cNvGrpSpPr>
            <p:nvPr/>
          </p:nvGrpSpPr>
          <p:grpSpPr bwMode="auto">
            <a:xfrm>
              <a:off x="4949" y="336"/>
              <a:ext cx="591" cy="468"/>
              <a:chOff x="2185" y="310"/>
              <a:chExt cx="873" cy="692"/>
            </a:xfrm>
          </p:grpSpPr>
          <p:sp>
            <p:nvSpPr>
              <p:cNvPr id="208971" name="Freeform 13"/>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8972" name="Freeform 14"/>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8973" name="Freeform 15"/>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8974" name="Freeform 16"/>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8975" name="Freeform 17"/>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8976" name="Freeform 18"/>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8977" name="Freeform 19"/>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pic>
          <p:nvPicPr>
            <p:cNvPr id="208969" name="Picture 20"/>
            <p:cNvPicPr>
              <a:picLocks noChangeAspect="1" noChangeArrowheads="1"/>
            </p:cNvPicPr>
            <p:nvPr/>
          </p:nvPicPr>
          <p:blipFill>
            <a:blip r:embed="rId3" cstate="print">
              <a:extLst>
                <a:ext uri="{28A0092B-C50C-407E-A947-70E740481C1C}">
                  <a14:useLocalDpi xmlns:a14="http://schemas.microsoft.com/office/drawing/2010/main" val="0"/>
                </a:ext>
              </a:extLst>
            </a:blip>
            <a:srcRect l="-4282" t="-4369" r="-5199" b="-12012"/>
            <a:stretch>
              <a:fillRect/>
            </a:stretch>
          </p:blipFill>
          <p:spPr bwMode="auto">
            <a:xfrm>
              <a:off x="4456" y="136"/>
              <a:ext cx="480" cy="5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08970" name="Text Box 21"/>
            <p:cNvSpPr txBox="1">
              <a:spLocks noChangeArrowheads="1"/>
            </p:cNvSpPr>
            <p:nvPr/>
          </p:nvSpPr>
          <p:spPr bwMode="auto">
            <a:xfrm>
              <a:off x="4946" y="314"/>
              <a:ext cx="596" cy="49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4500" b="1">
                  <a:solidFill>
                    <a:srgbClr val="FF0000"/>
                  </a:solidFill>
                  <a:latin typeface="Arial Black" pitchFamily="34" charset="0"/>
                </a:rPr>
                <a:t>28</a:t>
              </a:r>
              <a:endParaRPr lang="fr-FR" altLang="fr-FR" sz="3200">
                <a:solidFill>
                  <a:schemeClr val="tx1"/>
                </a:solidFill>
                <a:latin typeface="Arial Black" pitchFamily="34" charset="0"/>
              </a:endParaRPr>
            </a:p>
          </p:txBody>
        </p:sp>
      </p:grpSp>
      <p:sp>
        <p:nvSpPr>
          <p:cNvPr id="208900" name="Text Box 22"/>
          <p:cNvSpPr txBox="1">
            <a:spLocks noChangeArrowheads="1"/>
          </p:cNvSpPr>
          <p:nvPr/>
        </p:nvSpPr>
        <p:spPr bwMode="auto">
          <a:xfrm>
            <a:off x="1392238" y="3638550"/>
            <a:ext cx="828675"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a:spcBef>
                <a:spcPct val="0"/>
              </a:spcBef>
              <a:buFontTx/>
              <a:buNone/>
            </a:pPr>
            <a:r>
              <a:rPr lang="fr-FR" altLang="fr-FR" sz="2400">
                <a:solidFill>
                  <a:srgbClr val="FC2C1C"/>
                </a:solidFill>
              </a:rPr>
              <a:t>1 R6</a:t>
            </a:r>
          </a:p>
        </p:txBody>
      </p:sp>
      <p:sp>
        <p:nvSpPr>
          <p:cNvPr id="208901" name="Rectangle 23"/>
          <p:cNvSpPr>
            <a:spLocks noGrp="1" noChangeArrowheads="1"/>
          </p:cNvSpPr>
          <p:nvPr>
            <p:ph type="title"/>
          </p:nvPr>
        </p:nvSpPr>
        <p:spPr>
          <a:xfrm>
            <a:off x="1381125" y="0"/>
            <a:ext cx="5516563" cy="647700"/>
          </a:xfrm>
        </p:spPr>
        <p:txBody>
          <a:bodyPr/>
          <a:lstStyle/>
          <a:p>
            <a:pPr eaLnBrk="1" hangingPunct="1"/>
            <a:r>
              <a:rPr lang="fr-FR" altLang="fr-FR"/>
              <a:t>Sem. 4 - Jeudi</a:t>
            </a:r>
          </a:p>
        </p:txBody>
      </p:sp>
      <p:sp>
        <p:nvSpPr>
          <p:cNvPr id="208902" name="Text Box 24"/>
          <p:cNvSpPr txBox="1">
            <a:spLocks noChangeArrowheads="1"/>
          </p:cNvSpPr>
          <p:nvPr/>
        </p:nvSpPr>
        <p:spPr bwMode="auto">
          <a:xfrm>
            <a:off x="574675" y="2030413"/>
            <a:ext cx="3557588"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2. Livrez les commandes</a:t>
            </a:r>
          </a:p>
        </p:txBody>
      </p:sp>
      <p:sp>
        <p:nvSpPr>
          <p:cNvPr id="208903" name="Text Box 25"/>
          <p:cNvSpPr txBox="1">
            <a:spLocks noChangeArrowheads="1"/>
          </p:cNvSpPr>
          <p:nvPr/>
        </p:nvSpPr>
        <p:spPr bwMode="auto">
          <a:xfrm>
            <a:off x="566738" y="1154113"/>
            <a:ext cx="1946275"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1. Tirez le dé</a:t>
            </a:r>
          </a:p>
        </p:txBody>
      </p:sp>
      <p:sp>
        <p:nvSpPr>
          <p:cNvPr id="208904" name="Text Box 26"/>
          <p:cNvSpPr txBox="1">
            <a:spLocks noChangeArrowheads="1"/>
          </p:cNvSpPr>
          <p:nvPr/>
        </p:nvSpPr>
        <p:spPr bwMode="auto">
          <a:xfrm>
            <a:off x="579438" y="4316413"/>
            <a:ext cx="18796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3. Produisez</a:t>
            </a:r>
          </a:p>
        </p:txBody>
      </p:sp>
      <p:grpSp>
        <p:nvGrpSpPr>
          <p:cNvPr id="208905" name="Group 27"/>
          <p:cNvGrpSpPr>
            <a:grpSpLocks/>
          </p:cNvGrpSpPr>
          <p:nvPr/>
        </p:nvGrpSpPr>
        <p:grpSpPr bwMode="auto">
          <a:xfrm>
            <a:off x="2843213" y="1106488"/>
            <a:ext cx="446087" cy="534987"/>
            <a:chOff x="868" y="1439"/>
            <a:chExt cx="811" cy="972"/>
          </a:xfrm>
        </p:grpSpPr>
        <p:sp>
          <p:nvSpPr>
            <p:cNvPr id="208916" name="Freeform 28"/>
            <p:cNvSpPr>
              <a:spLocks/>
            </p:cNvSpPr>
            <p:nvPr/>
          </p:nvSpPr>
          <p:spPr bwMode="auto">
            <a:xfrm>
              <a:off x="1548" y="2014"/>
              <a:ext cx="123" cy="100"/>
            </a:xfrm>
            <a:custGeom>
              <a:avLst/>
              <a:gdLst>
                <a:gd name="T0" fmla="*/ 5 w 618"/>
                <a:gd name="T1" fmla="*/ 0 h 502"/>
                <a:gd name="T2" fmla="*/ 5 w 618"/>
                <a:gd name="T3" fmla="*/ 0 h 502"/>
                <a:gd name="T4" fmla="*/ 0 w 618"/>
                <a:gd name="T5" fmla="*/ 4 h 502"/>
                <a:gd name="T6" fmla="*/ 0 w 618"/>
                <a:gd name="T7" fmla="*/ 4 h 502"/>
                <a:gd name="T8" fmla="*/ 5 w 618"/>
                <a:gd name="T9" fmla="*/ 0 h 502"/>
                <a:gd name="T10" fmla="*/ 5 w 618"/>
                <a:gd name="T11" fmla="*/ 0 h 502"/>
                <a:gd name="T12" fmla="*/ 5 w 618"/>
                <a:gd name="T13" fmla="*/ 0 h 502"/>
                <a:gd name="T14" fmla="*/ 5 w 618"/>
                <a:gd name="T15" fmla="*/ 0 h 502"/>
                <a:gd name="T16" fmla="*/ 5 w 618"/>
                <a:gd name="T17" fmla="*/ 0 h 502"/>
                <a:gd name="T18" fmla="*/ 5 w 618"/>
                <a:gd name="T19" fmla="*/ 0 h 502"/>
                <a:gd name="T20" fmla="*/ 5 w 618"/>
                <a:gd name="T21" fmla="*/ 0 h 502"/>
                <a:gd name="T22" fmla="*/ 5 w 618"/>
                <a:gd name="T23" fmla="*/ 0 h 502"/>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618"/>
                <a:gd name="T37" fmla="*/ 0 h 502"/>
                <a:gd name="T38" fmla="*/ 618 w 618"/>
                <a:gd name="T39" fmla="*/ 502 h 502"/>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618" h="502">
                  <a:moveTo>
                    <a:pt x="611" y="0"/>
                  </a:moveTo>
                  <a:lnTo>
                    <a:pt x="606" y="2"/>
                  </a:lnTo>
                  <a:lnTo>
                    <a:pt x="0" y="490"/>
                  </a:lnTo>
                  <a:lnTo>
                    <a:pt x="10" y="502"/>
                  </a:lnTo>
                  <a:lnTo>
                    <a:pt x="616" y="14"/>
                  </a:lnTo>
                  <a:lnTo>
                    <a:pt x="611" y="16"/>
                  </a:lnTo>
                  <a:lnTo>
                    <a:pt x="616" y="14"/>
                  </a:lnTo>
                  <a:lnTo>
                    <a:pt x="618" y="9"/>
                  </a:lnTo>
                  <a:lnTo>
                    <a:pt x="617" y="3"/>
                  </a:lnTo>
                  <a:lnTo>
                    <a:pt x="612" y="1"/>
                  </a:lnTo>
                  <a:lnTo>
                    <a:pt x="606" y="2"/>
                  </a:lnTo>
                  <a:lnTo>
                    <a:pt x="611"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8917" name="Freeform 29"/>
            <p:cNvSpPr>
              <a:spLocks/>
            </p:cNvSpPr>
            <p:nvPr/>
          </p:nvSpPr>
          <p:spPr bwMode="auto">
            <a:xfrm>
              <a:off x="876" y="1852"/>
              <a:ext cx="82" cy="373"/>
            </a:xfrm>
            <a:custGeom>
              <a:avLst/>
              <a:gdLst>
                <a:gd name="T0" fmla="*/ 3 w 413"/>
                <a:gd name="T1" fmla="*/ 15 h 1865"/>
                <a:gd name="T2" fmla="*/ 3 w 413"/>
                <a:gd name="T3" fmla="*/ 15 h 1865"/>
                <a:gd name="T4" fmla="*/ 0 w 413"/>
                <a:gd name="T5" fmla="*/ 0 h 1865"/>
                <a:gd name="T6" fmla="*/ 0 w 413"/>
                <a:gd name="T7" fmla="*/ 0 h 1865"/>
                <a:gd name="T8" fmla="*/ 3 w 413"/>
                <a:gd name="T9" fmla="*/ 15 h 1865"/>
                <a:gd name="T10" fmla="*/ 3 w 413"/>
                <a:gd name="T11" fmla="*/ 15 h 1865"/>
                <a:gd name="T12" fmla="*/ 3 w 413"/>
                <a:gd name="T13" fmla="*/ 15 h 1865"/>
                <a:gd name="T14" fmla="*/ 3 w 413"/>
                <a:gd name="T15" fmla="*/ 15 h 1865"/>
                <a:gd name="T16" fmla="*/ 3 w 413"/>
                <a:gd name="T17" fmla="*/ 15 h 1865"/>
                <a:gd name="T18" fmla="*/ 3 w 413"/>
                <a:gd name="T19" fmla="*/ 15 h 1865"/>
                <a:gd name="T20" fmla="*/ 3 w 413"/>
                <a:gd name="T21" fmla="*/ 15 h 1865"/>
                <a:gd name="T22" fmla="*/ 3 w 413"/>
                <a:gd name="T23" fmla="*/ 15 h 186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413"/>
                <a:gd name="T37" fmla="*/ 0 h 1865"/>
                <a:gd name="T38" fmla="*/ 413 w 413"/>
                <a:gd name="T39" fmla="*/ 1865 h 1865"/>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413" h="1865">
                  <a:moveTo>
                    <a:pt x="400" y="1864"/>
                  </a:moveTo>
                  <a:lnTo>
                    <a:pt x="413" y="1856"/>
                  </a:lnTo>
                  <a:lnTo>
                    <a:pt x="17" y="0"/>
                  </a:lnTo>
                  <a:lnTo>
                    <a:pt x="0" y="2"/>
                  </a:lnTo>
                  <a:lnTo>
                    <a:pt x="396" y="1858"/>
                  </a:lnTo>
                  <a:lnTo>
                    <a:pt x="409" y="1850"/>
                  </a:lnTo>
                  <a:lnTo>
                    <a:pt x="396" y="1858"/>
                  </a:lnTo>
                  <a:lnTo>
                    <a:pt x="400" y="1864"/>
                  </a:lnTo>
                  <a:lnTo>
                    <a:pt x="406" y="1865"/>
                  </a:lnTo>
                  <a:lnTo>
                    <a:pt x="410" y="1862"/>
                  </a:lnTo>
                  <a:lnTo>
                    <a:pt x="413" y="1856"/>
                  </a:lnTo>
                  <a:lnTo>
                    <a:pt x="400" y="186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8918" name="Freeform 30"/>
            <p:cNvSpPr>
              <a:spLocks/>
            </p:cNvSpPr>
            <p:nvPr/>
          </p:nvSpPr>
          <p:spPr bwMode="auto">
            <a:xfrm>
              <a:off x="1282" y="1533"/>
              <a:ext cx="35" cy="161"/>
            </a:xfrm>
            <a:custGeom>
              <a:avLst/>
              <a:gdLst>
                <a:gd name="T0" fmla="*/ 1 w 175"/>
                <a:gd name="T1" fmla="*/ 6 h 807"/>
                <a:gd name="T2" fmla="*/ 1 w 175"/>
                <a:gd name="T3" fmla="*/ 6 h 807"/>
                <a:gd name="T4" fmla="*/ 1 w 175"/>
                <a:gd name="T5" fmla="*/ 6 h 807"/>
                <a:gd name="T6" fmla="*/ 1 w 175"/>
                <a:gd name="T7" fmla="*/ 5 h 807"/>
                <a:gd name="T8" fmla="*/ 1 w 175"/>
                <a:gd name="T9" fmla="*/ 5 h 807"/>
                <a:gd name="T10" fmla="*/ 1 w 175"/>
                <a:gd name="T11" fmla="*/ 5 h 807"/>
                <a:gd name="T12" fmla="*/ 1 w 175"/>
                <a:gd name="T13" fmla="*/ 4 h 807"/>
                <a:gd name="T14" fmla="*/ 1 w 175"/>
                <a:gd name="T15" fmla="*/ 4 h 807"/>
                <a:gd name="T16" fmla="*/ 1 w 175"/>
                <a:gd name="T17" fmla="*/ 3 h 807"/>
                <a:gd name="T18" fmla="*/ 1 w 175"/>
                <a:gd name="T19" fmla="*/ 3 h 807"/>
                <a:gd name="T20" fmla="*/ 1 w 175"/>
                <a:gd name="T21" fmla="*/ 3 h 807"/>
                <a:gd name="T22" fmla="*/ 1 w 175"/>
                <a:gd name="T23" fmla="*/ 2 h 807"/>
                <a:gd name="T24" fmla="*/ 1 w 175"/>
                <a:gd name="T25" fmla="*/ 2 h 807"/>
                <a:gd name="T26" fmla="*/ 1 w 175"/>
                <a:gd name="T27" fmla="*/ 2 h 807"/>
                <a:gd name="T28" fmla="*/ 1 w 175"/>
                <a:gd name="T29" fmla="*/ 1 h 807"/>
                <a:gd name="T30" fmla="*/ 1 w 175"/>
                <a:gd name="T31" fmla="*/ 1 h 807"/>
                <a:gd name="T32" fmla="*/ 1 w 175"/>
                <a:gd name="T33" fmla="*/ 1 h 807"/>
                <a:gd name="T34" fmla="*/ 1 w 175"/>
                <a:gd name="T35" fmla="*/ 0 h 807"/>
                <a:gd name="T36" fmla="*/ 1 w 175"/>
                <a:gd name="T37" fmla="*/ 0 h 807"/>
                <a:gd name="T38" fmla="*/ 1 w 175"/>
                <a:gd name="T39" fmla="*/ 0 h 807"/>
                <a:gd name="T40" fmla="*/ 0 w 175"/>
                <a:gd name="T41" fmla="*/ 1 h 807"/>
                <a:gd name="T42" fmla="*/ 0 w 175"/>
                <a:gd name="T43" fmla="*/ 1 h 807"/>
                <a:gd name="T44" fmla="*/ 0 w 175"/>
                <a:gd name="T45" fmla="*/ 1 h 807"/>
                <a:gd name="T46" fmla="*/ 0 w 175"/>
                <a:gd name="T47" fmla="*/ 2 h 807"/>
                <a:gd name="T48" fmla="*/ 0 w 175"/>
                <a:gd name="T49" fmla="*/ 2 h 807"/>
                <a:gd name="T50" fmla="*/ 0 w 175"/>
                <a:gd name="T51" fmla="*/ 3 h 807"/>
                <a:gd name="T52" fmla="*/ 0 w 175"/>
                <a:gd name="T53" fmla="*/ 3 h 807"/>
                <a:gd name="T54" fmla="*/ 0 w 175"/>
                <a:gd name="T55" fmla="*/ 3 h 807"/>
                <a:gd name="T56" fmla="*/ 0 w 175"/>
                <a:gd name="T57" fmla="*/ 4 h 807"/>
                <a:gd name="T58" fmla="*/ 0 w 175"/>
                <a:gd name="T59" fmla="*/ 4 h 807"/>
                <a:gd name="T60" fmla="*/ 0 w 175"/>
                <a:gd name="T61" fmla="*/ 5 h 807"/>
                <a:gd name="T62" fmla="*/ 0 w 175"/>
                <a:gd name="T63" fmla="*/ 5 h 807"/>
                <a:gd name="T64" fmla="*/ 0 w 175"/>
                <a:gd name="T65" fmla="*/ 5 h 807"/>
                <a:gd name="T66" fmla="*/ 1 w 175"/>
                <a:gd name="T67" fmla="*/ 6 h 807"/>
                <a:gd name="T68" fmla="*/ 1 w 175"/>
                <a:gd name="T69" fmla="*/ 6 h 807"/>
                <a:gd name="T70" fmla="*/ 1 w 175"/>
                <a:gd name="T71" fmla="*/ 6 h 807"/>
                <a:gd name="T72" fmla="*/ 1 w 175"/>
                <a:gd name="T73" fmla="*/ 6 h 807"/>
                <a:gd name="T74" fmla="*/ 1 w 175"/>
                <a:gd name="T75" fmla="*/ 6 h 807"/>
                <a:gd name="T76" fmla="*/ 1 w 175"/>
                <a:gd name="T77" fmla="*/ 6 h 807"/>
                <a:gd name="T78" fmla="*/ 1 w 175"/>
                <a:gd name="T79" fmla="*/ 6 h 807"/>
                <a:gd name="T80" fmla="*/ 1 w 175"/>
                <a:gd name="T81" fmla="*/ 6 h 807"/>
                <a:gd name="T82" fmla="*/ 1 w 175"/>
                <a:gd name="T83" fmla="*/ 6 h 807"/>
                <a:gd name="T84" fmla="*/ 1 w 175"/>
                <a:gd name="T85" fmla="*/ 6 h 807"/>
                <a:gd name="T86" fmla="*/ 1 w 175"/>
                <a:gd name="T87" fmla="*/ 6 h 807"/>
                <a:gd name="T88" fmla="*/ 1 w 175"/>
                <a:gd name="T89" fmla="*/ 6 h 807"/>
                <a:gd name="T90" fmla="*/ 1 w 175"/>
                <a:gd name="T91" fmla="*/ 6 h 80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175"/>
                <a:gd name="T139" fmla="*/ 0 h 807"/>
                <a:gd name="T140" fmla="*/ 175 w 175"/>
                <a:gd name="T141" fmla="*/ 807 h 80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175" h="807">
                  <a:moveTo>
                    <a:pt x="169" y="740"/>
                  </a:moveTo>
                  <a:lnTo>
                    <a:pt x="169" y="739"/>
                  </a:lnTo>
                  <a:lnTo>
                    <a:pt x="149" y="698"/>
                  </a:lnTo>
                  <a:lnTo>
                    <a:pt x="133" y="656"/>
                  </a:lnTo>
                  <a:lnTo>
                    <a:pt x="120" y="611"/>
                  </a:lnTo>
                  <a:lnTo>
                    <a:pt x="108" y="565"/>
                  </a:lnTo>
                  <a:lnTo>
                    <a:pt x="100" y="520"/>
                  </a:lnTo>
                  <a:lnTo>
                    <a:pt x="96" y="472"/>
                  </a:lnTo>
                  <a:lnTo>
                    <a:pt x="93" y="425"/>
                  </a:lnTo>
                  <a:lnTo>
                    <a:pt x="93" y="377"/>
                  </a:lnTo>
                  <a:lnTo>
                    <a:pt x="96" y="330"/>
                  </a:lnTo>
                  <a:lnTo>
                    <a:pt x="100" y="283"/>
                  </a:lnTo>
                  <a:lnTo>
                    <a:pt x="106" y="238"/>
                  </a:lnTo>
                  <a:lnTo>
                    <a:pt x="115" y="195"/>
                  </a:lnTo>
                  <a:lnTo>
                    <a:pt x="126" y="153"/>
                  </a:lnTo>
                  <a:lnTo>
                    <a:pt x="139" y="114"/>
                  </a:lnTo>
                  <a:lnTo>
                    <a:pt x="153" y="77"/>
                  </a:lnTo>
                  <a:lnTo>
                    <a:pt x="169" y="43"/>
                  </a:lnTo>
                  <a:lnTo>
                    <a:pt x="87" y="0"/>
                  </a:lnTo>
                  <a:lnTo>
                    <a:pt x="69" y="39"/>
                  </a:lnTo>
                  <a:lnTo>
                    <a:pt x="52" y="81"/>
                  </a:lnTo>
                  <a:lnTo>
                    <a:pt x="37" y="127"/>
                  </a:lnTo>
                  <a:lnTo>
                    <a:pt x="24" y="174"/>
                  </a:lnTo>
                  <a:lnTo>
                    <a:pt x="15" y="222"/>
                  </a:lnTo>
                  <a:lnTo>
                    <a:pt x="7" y="271"/>
                  </a:lnTo>
                  <a:lnTo>
                    <a:pt x="2" y="323"/>
                  </a:lnTo>
                  <a:lnTo>
                    <a:pt x="0" y="374"/>
                  </a:lnTo>
                  <a:lnTo>
                    <a:pt x="0" y="427"/>
                  </a:lnTo>
                  <a:lnTo>
                    <a:pt x="2" y="479"/>
                  </a:lnTo>
                  <a:lnTo>
                    <a:pt x="9" y="531"/>
                  </a:lnTo>
                  <a:lnTo>
                    <a:pt x="17" y="584"/>
                  </a:lnTo>
                  <a:lnTo>
                    <a:pt x="29" y="635"/>
                  </a:lnTo>
                  <a:lnTo>
                    <a:pt x="44" y="686"/>
                  </a:lnTo>
                  <a:lnTo>
                    <a:pt x="65" y="736"/>
                  </a:lnTo>
                  <a:lnTo>
                    <a:pt x="87" y="784"/>
                  </a:lnTo>
                  <a:lnTo>
                    <a:pt x="87" y="782"/>
                  </a:lnTo>
                  <a:lnTo>
                    <a:pt x="87" y="784"/>
                  </a:lnTo>
                  <a:lnTo>
                    <a:pt x="100" y="799"/>
                  </a:lnTo>
                  <a:lnTo>
                    <a:pt x="117" y="807"/>
                  </a:lnTo>
                  <a:lnTo>
                    <a:pt x="134" y="807"/>
                  </a:lnTo>
                  <a:lnTo>
                    <a:pt x="151" y="801"/>
                  </a:lnTo>
                  <a:lnTo>
                    <a:pt x="164" y="791"/>
                  </a:lnTo>
                  <a:lnTo>
                    <a:pt x="173" y="777"/>
                  </a:lnTo>
                  <a:lnTo>
                    <a:pt x="175" y="759"/>
                  </a:lnTo>
                  <a:lnTo>
                    <a:pt x="169" y="739"/>
                  </a:lnTo>
                  <a:lnTo>
                    <a:pt x="169" y="74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8919" name="Freeform 31"/>
            <p:cNvSpPr>
              <a:spLocks/>
            </p:cNvSpPr>
            <p:nvPr/>
          </p:nvSpPr>
          <p:spPr bwMode="auto">
            <a:xfrm>
              <a:off x="1299" y="1681"/>
              <a:ext cx="157" cy="281"/>
            </a:xfrm>
            <a:custGeom>
              <a:avLst/>
              <a:gdLst>
                <a:gd name="T0" fmla="*/ 6 w 787"/>
                <a:gd name="T1" fmla="*/ 11 h 1404"/>
                <a:gd name="T2" fmla="*/ 6 w 787"/>
                <a:gd name="T3" fmla="*/ 11 h 1404"/>
                <a:gd name="T4" fmla="*/ 1 w 787"/>
                <a:gd name="T5" fmla="*/ 0 h 1404"/>
                <a:gd name="T6" fmla="*/ 0 w 787"/>
                <a:gd name="T7" fmla="*/ 0 h 1404"/>
                <a:gd name="T8" fmla="*/ 6 w 787"/>
                <a:gd name="T9" fmla="*/ 11 h 1404"/>
                <a:gd name="T10" fmla="*/ 6 w 787"/>
                <a:gd name="T11" fmla="*/ 11 h 1404"/>
                <a:gd name="T12" fmla="*/ 6 w 787"/>
                <a:gd name="T13" fmla="*/ 11 h 1404"/>
                <a:gd name="T14" fmla="*/ 6 w 787"/>
                <a:gd name="T15" fmla="*/ 11 h 1404"/>
                <a:gd name="T16" fmla="*/ 6 w 787"/>
                <a:gd name="T17" fmla="*/ 11 h 1404"/>
                <a:gd name="T18" fmla="*/ 6 w 787"/>
                <a:gd name="T19" fmla="*/ 11 h 1404"/>
                <a:gd name="T20" fmla="*/ 6 w 787"/>
                <a:gd name="T21" fmla="*/ 11 h 1404"/>
                <a:gd name="T22" fmla="*/ 6 w 787"/>
                <a:gd name="T23" fmla="*/ 11 h 1404"/>
                <a:gd name="T24" fmla="*/ 6 w 787"/>
                <a:gd name="T25" fmla="*/ 11 h 1404"/>
                <a:gd name="T26" fmla="*/ 6 w 787"/>
                <a:gd name="T27" fmla="*/ 11 h 1404"/>
                <a:gd name="T28" fmla="*/ 6 w 787"/>
                <a:gd name="T29" fmla="*/ 11 h 1404"/>
                <a:gd name="T30" fmla="*/ 6 w 787"/>
                <a:gd name="T31" fmla="*/ 11 h 1404"/>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787"/>
                <a:gd name="T49" fmla="*/ 0 h 1404"/>
                <a:gd name="T50" fmla="*/ 787 w 787"/>
                <a:gd name="T51" fmla="*/ 1404 h 1404"/>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787" h="1404">
                  <a:moveTo>
                    <a:pt x="781" y="1334"/>
                  </a:moveTo>
                  <a:lnTo>
                    <a:pt x="781" y="1337"/>
                  </a:lnTo>
                  <a:lnTo>
                    <a:pt x="82" y="0"/>
                  </a:lnTo>
                  <a:lnTo>
                    <a:pt x="0" y="42"/>
                  </a:lnTo>
                  <a:lnTo>
                    <a:pt x="699" y="1379"/>
                  </a:lnTo>
                  <a:lnTo>
                    <a:pt x="699" y="1381"/>
                  </a:lnTo>
                  <a:lnTo>
                    <a:pt x="699" y="1379"/>
                  </a:lnTo>
                  <a:lnTo>
                    <a:pt x="712" y="1395"/>
                  </a:lnTo>
                  <a:lnTo>
                    <a:pt x="727" y="1402"/>
                  </a:lnTo>
                  <a:lnTo>
                    <a:pt x="744" y="1404"/>
                  </a:lnTo>
                  <a:lnTo>
                    <a:pt x="761" y="1398"/>
                  </a:lnTo>
                  <a:lnTo>
                    <a:pt x="775" y="1388"/>
                  </a:lnTo>
                  <a:lnTo>
                    <a:pt x="784" y="1373"/>
                  </a:lnTo>
                  <a:lnTo>
                    <a:pt x="787" y="1357"/>
                  </a:lnTo>
                  <a:lnTo>
                    <a:pt x="781" y="1337"/>
                  </a:lnTo>
                  <a:lnTo>
                    <a:pt x="781" y="13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8920" name="Freeform 32"/>
            <p:cNvSpPr>
              <a:spLocks/>
            </p:cNvSpPr>
            <p:nvPr/>
          </p:nvSpPr>
          <p:spPr bwMode="auto">
            <a:xfrm>
              <a:off x="1439" y="1948"/>
              <a:ext cx="125" cy="76"/>
            </a:xfrm>
            <a:custGeom>
              <a:avLst/>
              <a:gdLst>
                <a:gd name="T0" fmla="*/ 5 w 628"/>
                <a:gd name="T1" fmla="*/ 2 h 383"/>
                <a:gd name="T2" fmla="*/ 5 w 628"/>
                <a:gd name="T3" fmla="*/ 2 h 383"/>
                <a:gd name="T4" fmla="*/ 4 w 628"/>
                <a:gd name="T5" fmla="*/ 2 h 383"/>
                <a:gd name="T6" fmla="*/ 4 w 628"/>
                <a:gd name="T7" fmla="*/ 2 h 383"/>
                <a:gd name="T8" fmla="*/ 4 w 628"/>
                <a:gd name="T9" fmla="*/ 2 h 383"/>
                <a:gd name="T10" fmla="*/ 3 w 628"/>
                <a:gd name="T11" fmla="*/ 2 h 383"/>
                <a:gd name="T12" fmla="*/ 3 w 628"/>
                <a:gd name="T13" fmla="*/ 2 h 383"/>
                <a:gd name="T14" fmla="*/ 3 w 628"/>
                <a:gd name="T15" fmla="*/ 2 h 383"/>
                <a:gd name="T16" fmla="*/ 3 w 628"/>
                <a:gd name="T17" fmla="*/ 2 h 383"/>
                <a:gd name="T18" fmla="*/ 2 w 628"/>
                <a:gd name="T19" fmla="*/ 2 h 383"/>
                <a:gd name="T20" fmla="*/ 2 w 628"/>
                <a:gd name="T21" fmla="*/ 2 h 383"/>
                <a:gd name="T22" fmla="*/ 2 w 628"/>
                <a:gd name="T23" fmla="*/ 1 h 383"/>
                <a:gd name="T24" fmla="*/ 2 w 628"/>
                <a:gd name="T25" fmla="*/ 1 h 383"/>
                <a:gd name="T26" fmla="*/ 1 w 628"/>
                <a:gd name="T27" fmla="*/ 1 h 383"/>
                <a:gd name="T28" fmla="*/ 1 w 628"/>
                <a:gd name="T29" fmla="*/ 1 h 383"/>
                <a:gd name="T30" fmla="*/ 1 w 628"/>
                <a:gd name="T31" fmla="*/ 1 h 383"/>
                <a:gd name="T32" fmla="*/ 1 w 628"/>
                <a:gd name="T33" fmla="*/ 0 h 383"/>
                <a:gd name="T34" fmla="*/ 1 w 628"/>
                <a:gd name="T35" fmla="*/ 0 h 383"/>
                <a:gd name="T36" fmla="*/ 0 w 628"/>
                <a:gd name="T37" fmla="*/ 0 h 383"/>
                <a:gd name="T38" fmla="*/ 0 w 628"/>
                <a:gd name="T39" fmla="*/ 1 h 383"/>
                <a:gd name="T40" fmla="*/ 0 w 628"/>
                <a:gd name="T41" fmla="*/ 1 h 383"/>
                <a:gd name="T42" fmla="*/ 1 w 628"/>
                <a:gd name="T43" fmla="*/ 1 h 383"/>
                <a:gd name="T44" fmla="*/ 1 w 628"/>
                <a:gd name="T45" fmla="*/ 1 h 383"/>
                <a:gd name="T46" fmla="*/ 1 w 628"/>
                <a:gd name="T47" fmla="*/ 2 h 383"/>
                <a:gd name="T48" fmla="*/ 1 w 628"/>
                <a:gd name="T49" fmla="*/ 2 h 383"/>
                <a:gd name="T50" fmla="*/ 2 w 628"/>
                <a:gd name="T51" fmla="*/ 2 h 383"/>
                <a:gd name="T52" fmla="*/ 2 w 628"/>
                <a:gd name="T53" fmla="*/ 2 h 383"/>
                <a:gd name="T54" fmla="*/ 2 w 628"/>
                <a:gd name="T55" fmla="*/ 2 h 383"/>
                <a:gd name="T56" fmla="*/ 3 w 628"/>
                <a:gd name="T57" fmla="*/ 3 h 383"/>
                <a:gd name="T58" fmla="*/ 3 w 628"/>
                <a:gd name="T59" fmla="*/ 3 h 383"/>
                <a:gd name="T60" fmla="*/ 3 w 628"/>
                <a:gd name="T61" fmla="*/ 3 h 383"/>
                <a:gd name="T62" fmla="*/ 4 w 628"/>
                <a:gd name="T63" fmla="*/ 3 h 383"/>
                <a:gd name="T64" fmla="*/ 4 w 628"/>
                <a:gd name="T65" fmla="*/ 3 h 383"/>
                <a:gd name="T66" fmla="*/ 4 w 628"/>
                <a:gd name="T67" fmla="*/ 3 h 383"/>
                <a:gd name="T68" fmla="*/ 5 w 628"/>
                <a:gd name="T69" fmla="*/ 3 h 383"/>
                <a:gd name="T70" fmla="*/ 5 w 628"/>
                <a:gd name="T71" fmla="*/ 3 h 383"/>
                <a:gd name="T72" fmla="*/ 5 w 628"/>
                <a:gd name="T73" fmla="*/ 3 h 383"/>
                <a:gd name="T74" fmla="*/ 5 w 628"/>
                <a:gd name="T75" fmla="*/ 3 h 383"/>
                <a:gd name="T76" fmla="*/ 5 w 628"/>
                <a:gd name="T77" fmla="*/ 3 h 383"/>
                <a:gd name="T78" fmla="*/ 5 w 628"/>
                <a:gd name="T79" fmla="*/ 3 h 383"/>
                <a:gd name="T80" fmla="*/ 5 w 628"/>
                <a:gd name="T81" fmla="*/ 3 h 383"/>
                <a:gd name="T82" fmla="*/ 5 w 628"/>
                <a:gd name="T83" fmla="*/ 3 h 383"/>
                <a:gd name="T84" fmla="*/ 5 w 628"/>
                <a:gd name="T85" fmla="*/ 2 h 383"/>
                <a:gd name="T86" fmla="*/ 5 w 628"/>
                <a:gd name="T87" fmla="*/ 2 h 383"/>
                <a:gd name="T88" fmla="*/ 5 w 628"/>
                <a:gd name="T89" fmla="*/ 2 h 383"/>
                <a:gd name="T90" fmla="*/ 5 w 628"/>
                <a:gd name="T91" fmla="*/ 2 h 38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628"/>
                <a:gd name="T139" fmla="*/ 0 h 383"/>
                <a:gd name="T140" fmla="*/ 628 w 628"/>
                <a:gd name="T141" fmla="*/ 383 h 38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628" h="383">
                  <a:moveTo>
                    <a:pt x="581" y="289"/>
                  </a:moveTo>
                  <a:lnTo>
                    <a:pt x="582" y="289"/>
                  </a:lnTo>
                  <a:lnTo>
                    <a:pt x="541" y="287"/>
                  </a:lnTo>
                  <a:lnTo>
                    <a:pt x="500" y="283"/>
                  </a:lnTo>
                  <a:lnTo>
                    <a:pt x="462" y="276"/>
                  </a:lnTo>
                  <a:lnTo>
                    <a:pt x="424" y="268"/>
                  </a:lnTo>
                  <a:lnTo>
                    <a:pt x="389" y="255"/>
                  </a:lnTo>
                  <a:lnTo>
                    <a:pt x="352" y="242"/>
                  </a:lnTo>
                  <a:lnTo>
                    <a:pt x="320" y="227"/>
                  </a:lnTo>
                  <a:lnTo>
                    <a:pt x="287" y="209"/>
                  </a:lnTo>
                  <a:lnTo>
                    <a:pt x="255" y="189"/>
                  </a:lnTo>
                  <a:lnTo>
                    <a:pt x="226" y="168"/>
                  </a:lnTo>
                  <a:lnTo>
                    <a:pt x="198" y="145"/>
                  </a:lnTo>
                  <a:lnTo>
                    <a:pt x="172" y="119"/>
                  </a:lnTo>
                  <a:lnTo>
                    <a:pt x="146" y="92"/>
                  </a:lnTo>
                  <a:lnTo>
                    <a:pt x="122" y="64"/>
                  </a:lnTo>
                  <a:lnTo>
                    <a:pt x="100" y="33"/>
                  </a:lnTo>
                  <a:lnTo>
                    <a:pt x="82" y="0"/>
                  </a:lnTo>
                  <a:lnTo>
                    <a:pt x="0" y="47"/>
                  </a:lnTo>
                  <a:lnTo>
                    <a:pt x="23" y="85"/>
                  </a:lnTo>
                  <a:lnTo>
                    <a:pt x="49" y="120"/>
                  </a:lnTo>
                  <a:lnTo>
                    <a:pt x="76" y="153"/>
                  </a:lnTo>
                  <a:lnTo>
                    <a:pt x="104" y="185"/>
                  </a:lnTo>
                  <a:lnTo>
                    <a:pt x="137" y="215"/>
                  </a:lnTo>
                  <a:lnTo>
                    <a:pt x="170" y="241"/>
                  </a:lnTo>
                  <a:lnTo>
                    <a:pt x="204" y="267"/>
                  </a:lnTo>
                  <a:lnTo>
                    <a:pt x="240" y="289"/>
                  </a:lnTo>
                  <a:lnTo>
                    <a:pt x="277" y="309"/>
                  </a:lnTo>
                  <a:lnTo>
                    <a:pt x="317" y="329"/>
                  </a:lnTo>
                  <a:lnTo>
                    <a:pt x="358" y="344"/>
                  </a:lnTo>
                  <a:lnTo>
                    <a:pt x="400" y="357"/>
                  </a:lnTo>
                  <a:lnTo>
                    <a:pt x="444" y="367"/>
                  </a:lnTo>
                  <a:lnTo>
                    <a:pt x="488" y="374"/>
                  </a:lnTo>
                  <a:lnTo>
                    <a:pt x="534" y="380"/>
                  </a:lnTo>
                  <a:lnTo>
                    <a:pt x="580" y="383"/>
                  </a:lnTo>
                  <a:lnTo>
                    <a:pt x="581" y="383"/>
                  </a:lnTo>
                  <a:lnTo>
                    <a:pt x="580" y="383"/>
                  </a:lnTo>
                  <a:lnTo>
                    <a:pt x="600" y="379"/>
                  </a:lnTo>
                  <a:lnTo>
                    <a:pt x="615" y="369"/>
                  </a:lnTo>
                  <a:lnTo>
                    <a:pt x="624" y="353"/>
                  </a:lnTo>
                  <a:lnTo>
                    <a:pt x="628" y="337"/>
                  </a:lnTo>
                  <a:lnTo>
                    <a:pt x="625" y="319"/>
                  </a:lnTo>
                  <a:lnTo>
                    <a:pt x="617" y="304"/>
                  </a:lnTo>
                  <a:lnTo>
                    <a:pt x="602" y="294"/>
                  </a:lnTo>
                  <a:lnTo>
                    <a:pt x="582" y="289"/>
                  </a:lnTo>
                  <a:lnTo>
                    <a:pt x="581" y="28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8921" name="Freeform 33"/>
            <p:cNvSpPr>
              <a:spLocks/>
            </p:cNvSpPr>
            <p:nvPr/>
          </p:nvSpPr>
          <p:spPr bwMode="auto">
            <a:xfrm>
              <a:off x="1587" y="1880"/>
              <a:ext cx="85" cy="49"/>
            </a:xfrm>
            <a:custGeom>
              <a:avLst/>
              <a:gdLst>
                <a:gd name="T0" fmla="*/ 3 w 426"/>
                <a:gd name="T1" fmla="*/ 0 h 245"/>
                <a:gd name="T2" fmla="*/ 3 w 426"/>
                <a:gd name="T3" fmla="*/ 0 h 245"/>
                <a:gd name="T4" fmla="*/ 3 w 426"/>
                <a:gd name="T5" fmla="*/ 0 h 245"/>
                <a:gd name="T6" fmla="*/ 3 w 426"/>
                <a:gd name="T7" fmla="*/ 0 h 245"/>
                <a:gd name="T8" fmla="*/ 2 w 426"/>
                <a:gd name="T9" fmla="*/ 0 h 245"/>
                <a:gd name="T10" fmla="*/ 2 w 426"/>
                <a:gd name="T11" fmla="*/ 0 h 245"/>
                <a:gd name="T12" fmla="*/ 2 w 426"/>
                <a:gd name="T13" fmla="*/ 0 h 245"/>
                <a:gd name="T14" fmla="*/ 2 w 426"/>
                <a:gd name="T15" fmla="*/ 0 h 245"/>
                <a:gd name="T16" fmla="*/ 1 w 426"/>
                <a:gd name="T17" fmla="*/ 0 h 245"/>
                <a:gd name="T18" fmla="*/ 1 w 426"/>
                <a:gd name="T19" fmla="*/ 1 h 245"/>
                <a:gd name="T20" fmla="*/ 1 w 426"/>
                <a:gd name="T21" fmla="*/ 1 h 245"/>
                <a:gd name="T22" fmla="*/ 1 w 426"/>
                <a:gd name="T23" fmla="*/ 1 h 245"/>
                <a:gd name="T24" fmla="*/ 0 w 426"/>
                <a:gd name="T25" fmla="*/ 1 h 245"/>
                <a:gd name="T26" fmla="*/ 0 w 426"/>
                <a:gd name="T27" fmla="*/ 1 h 245"/>
                <a:gd name="T28" fmla="*/ 0 w 426"/>
                <a:gd name="T29" fmla="*/ 1 h 245"/>
                <a:gd name="T30" fmla="*/ 0 w 426"/>
                <a:gd name="T31" fmla="*/ 2 h 245"/>
                <a:gd name="T32" fmla="*/ 0 w 426"/>
                <a:gd name="T33" fmla="*/ 2 h 245"/>
                <a:gd name="T34" fmla="*/ 0 w 426"/>
                <a:gd name="T35" fmla="*/ 2 h 245"/>
                <a:gd name="T36" fmla="*/ 0 w 426"/>
                <a:gd name="T37" fmla="*/ 2 h 245"/>
                <a:gd name="T38" fmla="*/ 0 w 426"/>
                <a:gd name="T39" fmla="*/ 2 h 245"/>
                <a:gd name="T40" fmla="*/ 0 w 426"/>
                <a:gd name="T41" fmla="*/ 2 h 245"/>
                <a:gd name="T42" fmla="*/ 0 w 426"/>
                <a:gd name="T43" fmla="*/ 1 h 245"/>
                <a:gd name="T44" fmla="*/ 0 w 426"/>
                <a:gd name="T45" fmla="*/ 1 h 245"/>
                <a:gd name="T46" fmla="*/ 0 w 426"/>
                <a:gd name="T47" fmla="*/ 1 h 245"/>
                <a:gd name="T48" fmla="*/ 1 w 426"/>
                <a:gd name="T49" fmla="*/ 1 h 245"/>
                <a:gd name="T50" fmla="*/ 1 w 426"/>
                <a:gd name="T51" fmla="*/ 1 h 245"/>
                <a:gd name="T52" fmla="*/ 1 w 426"/>
                <a:gd name="T53" fmla="*/ 1 h 245"/>
                <a:gd name="T54" fmla="*/ 1 w 426"/>
                <a:gd name="T55" fmla="*/ 1 h 245"/>
                <a:gd name="T56" fmla="*/ 2 w 426"/>
                <a:gd name="T57" fmla="*/ 0 h 245"/>
                <a:gd name="T58" fmla="*/ 2 w 426"/>
                <a:gd name="T59" fmla="*/ 0 h 245"/>
                <a:gd name="T60" fmla="*/ 2 w 426"/>
                <a:gd name="T61" fmla="*/ 0 h 245"/>
                <a:gd name="T62" fmla="*/ 2 w 426"/>
                <a:gd name="T63" fmla="*/ 0 h 245"/>
                <a:gd name="T64" fmla="*/ 3 w 426"/>
                <a:gd name="T65" fmla="*/ 0 h 245"/>
                <a:gd name="T66" fmla="*/ 3 w 426"/>
                <a:gd name="T67" fmla="*/ 0 h 245"/>
                <a:gd name="T68" fmla="*/ 3 w 426"/>
                <a:gd name="T69" fmla="*/ 0 h 245"/>
                <a:gd name="T70" fmla="*/ 3 w 426"/>
                <a:gd name="T71" fmla="*/ 0 h 245"/>
                <a:gd name="T72" fmla="*/ 3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426" y="0"/>
                  </a:moveTo>
                  <a:lnTo>
                    <a:pt x="426" y="0"/>
                  </a:lnTo>
                  <a:lnTo>
                    <a:pt x="384" y="1"/>
                  </a:lnTo>
                  <a:lnTo>
                    <a:pt x="340" y="4"/>
                  </a:lnTo>
                  <a:lnTo>
                    <a:pt x="300" y="10"/>
                  </a:lnTo>
                  <a:lnTo>
                    <a:pt x="262" y="18"/>
                  </a:lnTo>
                  <a:lnTo>
                    <a:pt x="224" y="29"/>
                  </a:lnTo>
                  <a:lnTo>
                    <a:pt x="189" y="41"/>
                  </a:lnTo>
                  <a:lnTo>
                    <a:pt x="157" y="55"/>
                  </a:lnTo>
                  <a:lnTo>
                    <a:pt x="126" y="70"/>
                  </a:lnTo>
                  <a:lnTo>
                    <a:pt x="99" y="89"/>
                  </a:lnTo>
                  <a:lnTo>
                    <a:pt x="74" y="106"/>
                  </a:lnTo>
                  <a:lnTo>
                    <a:pt x="52" y="126"/>
                  </a:lnTo>
                  <a:lnTo>
                    <a:pt x="34" y="148"/>
                  </a:lnTo>
                  <a:lnTo>
                    <a:pt x="19" y="171"/>
                  </a:lnTo>
                  <a:lnTo>
                    <a:pt x="9" y="194"/>
                  </a:lnTo>
                  <a:lnTo>
                    <a:pt x="3" y="219"/>
                  </a:lnTo>
                  <a:lnTo>
                    <a:pt x="0" y="245"/>
                  </a:lnTo>
                  <a:lnTo>
                    <a:pt x="12" y="245"/>
                  </a:lnTo>
                  <a:lnTo>
                    <a:pt x="15" y="221"/>
                  </a:lnTo>
                  <a:lnTo>
                    <a:pt x="20" y="199"/>
                  </a:lnTo>
                  <a:lnTo>
                    <a:pt x="31" y="178"/>
                  </a:lnTo>
                  <a:lnTo>
                    <a:pt x="44" y="156"/>
                  </a:lnTo>
                  <a:lnTo>
                    <a:pt x="61" y="136"/>
                  </a:lnTo>
                  <a:lnTo>
                    <a:pt x="81" y="116"/>
                  </a:lnTo>
                  <a:lnTo>
                    <a:pt x="106" y="98"/>
                  </a:lnTo>
                  <a:lnTo>
                    <a:pt x="133" y="82"/>
                  </a:lnTo>
                  <a:lnTo>
                    <a:pt x="162" y="66"/>
                  </a:lnTo>
                  <a:lnTo>
                    <a:pt x="194" y="52"/>
                  </a:lnTo>
                  <a:lnTo>
                    <a:pt x="229" y="41"/>
                  </a:lnTo>
                  <a:lnTo>
                    <a:pt x="264" y="30"/>
                  </a:lnTo>
                  <a:lnTo>
                    <a:pt x="303" y="22"/>
                  </a:lnTo>
                  <a:lnTo>
                    <a:pt x="343" y="16"/>
                  </a:lnTo>
                  <a:lnTo>
                    <a:pt x="384" y="12"/>
                  </a:lnTo>
                  <a:lnTo>
                    <a:pt x="426" y="11"/>
                  </a:lnTo>
                  <a:lnTo>
                    <a:pt x="42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8922" name="Freeform 34"/>
            <p:cNvSpPr>
              <a:spLocks/>
            </p:cNvSpPr>
            <p:nvPr/>
          </p:nvSpPr>
          <p:spPr bwMode="auto">
            <a:xfrm>
              <a:off x="1587" y="1929"/>
              <a:ext cx="85" cy="49"/>
            </a:xfrm>
            <a:custGeom>
              <a:avLst/>
              <a:gdLst>
                <a:gd name="T0" fmla="*/ 0 w 426"/>
                <a:gd name="T1" fmla="*/ 0 h 245"/>
                <a:gd name="T2" fmla="*/ 0 w 426"/>
                <a:gd name="T3" fmla="*/ 0 h 245"/>
                <a:gd name="T4" fmla="*/ 0 w 426"/>
                <a:gd name="T5" fmla="*/ 0 h 245"/>
                <a:gd name="T6" fmla="*/ 0 w 426"/>
                <a:gd name="T7" fmla="*/ 0 h 245"/>
                <a:gd name="T8" fmla="*/ 0 w 426"/>
                <a:gd name="T9" fmla="*/ 1 h 245"/>
                <a:gd name="T10" fmla="*/ 0 w 426"/>
                <a:gd name="T11" fmla="*/ 1 h 245"/>
                <a:gd name="T12" fmla="*/ 0 w 426"/>
                <a:gd name="T13" fmla="*/ 1 h 245"/>
                <a:gd name="T14" fmla="*/ 1 w 426"/>
                <a:gd name="T15" fmla="*/ 1 h 245"/>
                <a:gd name="T16" fmla="*/ 1 w 426"/>
                <a:gd name="T17" fmla="*/ 1 h 245"/>
                <a:gd name="T18" fmla="*/ 1 w 426"/>
                <a:gd name="T19" fmla="*/ 1 h 245"/>
                <a:gd name="T20" fmla="*/ 1 w 426"/>
                <a:gd name="T21" fmla="*/ 2 h 245"/>
                <a:gd name="T22" fmla="*/ 2 w 426"/>
                <a:gd name="T23" fmla="*/ 2 h 245"/>
                <a:gd name="T24" fmla="*/ 2 w 426"/>
                <a:gd name="T25" fmla="*/ 2 h 245"/>
                <a:gd name="T26" fmla="*/ 2 w 426"/>
                <a:gd name="T27" fmla="*/ 2 h 245"/>
                <a:gd name="T28" fmla="*/ 2 w 426"/>
                <a:gd name="T29" fmla="*/ 2 h 245"/>
                <a:gd name="T30" fmla="*/ 3 w 426"/>
                <a:gd name="T31" fmla="*/ 2 h 245"/>
                <a:gd name="T32" fmla="*/ 3 w 426"/>
                <a:gd name="T33" fmla="*/ 2 h 245"/>
                <a:gd name="T34" fmla="*/ 3 w 426"/>
                <a:gd name="T35" fmla="*/ 2 h 245"/>
                <a:gd name="T36" fmla="*/ 3 w 426"/>
                <a:gd name="T37" fmla="*/ 2 h 245"/>
                <a:gd name="T38" fmla="*/ 3 w 426"/>
                <a:gd name="T39" fmla="*/ 2 h 245"/>
                <a:gd name="T40" fmla="*/ 3 w 426"/>
                <a:gd name="T41" fmla="*/ 2 h 245"/>
                <a:gd name="T42" fmla="*/ 2 w 426"/>
                <a:gd name="T43" fmla="*/ 2 h 245"/>
                <a:gd name="T44" fmla="*/ 2 w 426"/>
                <a:gd name="T45" fmla="*/ 2 h 245"/>
                <a:gd name="T46" fmla="*/ 2 w 426"/>
                <a:gd name="T47" fmla="*/ 2 h 245"/>
                <a:gd name="T48" fmla="*/ 2 w 426"/>
                <a:gd name="T49" fmla="*/ 2 h 245"/>
                <a:gd name="T50" fmla="*/ 1 w 426"/>
                <a:gd name="T51" fmla="*/ 1 h 245"/>
                <a:gd name="T52" fmla="*/ 1 w 426"/>
                <a:gd name="T53" fmla="*/ 1 h 245"/>
                <a:gd name="T54" fmla="*/ 1 w 426"/>
                <a:gd name="T55" fmla="*/ 1 h 245"/>
                <a:gd name="T56" fmla="*/ 1 w 426"/>
                <a:gd name="T57" fmla="*/ 1 h 245"/>
                <a:gd name="T58" fmla="*/ 0 w 426"/>
                <a:gd name="T59" fmla="*/ 1 h 245"/>
                <a:gd name="T60" fmla="*/ 0 w 426"/>
                <a:gd name="T61" fmla="*/ 1 h 245"/>
                <a:gd name="T62" fmla="*/ 0 w 426"/>
                <a:gd name="T63" fmla="*/ 1 h 245"/>
                <a:gd name="T64" fmla="*/ 0 w 426"/>
                <a:gd name="T65" fmla="*/ 0 h 245"/>
                <a:gd name="T66" fmla="*/ 0 w 426"/>
                <a:gd name="T67" fmla="*/ 0 h 245"/>
                <a:gd name="T68" fmla="*/ 0 w 426"/>
                <a:gd name="T69" fmla="*/ 0 h 245"/>
                <a:gd name="T70" fmla="*/ 0 w 426"/>
                <a:gd name="T71" fmla="*/ 0 h 245"/>
                <a:gd name="T72" fmla="*/ 0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0" y="0"/>
                  </a:moveTo>
                  <a:lnTo>
                    <a:pt x="0" y="0"/>
                  </a:lnTo>
                  <a:lnTo>
                    <a:pt x="3" y="25"/>
                  </a:lnTo>
                  <a:lnTo>
                    <a:pt x="9" y="50"/>
                  </a:lnTo>
                  <a:lnTo>
                    <a:pt x="19" y="73"/>
                  </a:lnTo>
                  <a:lnTo>
                    <a:pt x="34" y="96"/>
                  </a:lnTo>
                  <a:lnTo>
                    <a:pt x="52" y="118"/>
                  </a:lnTo>
                  <a:lnTo>
                    <a:pt x="74" y="138"/>
                  </a:lnTo>
                  <a:lnTo>
                    <a:pt x="99" y="156"/>
                  </a:lnTo>
                  <a:lnTo>
                    <a:pt x="126" y="174"/>
                  </a:lnTo>
                  <a:lnTo>
                    <a:pt x="157" y="190"/>
                  </a:lnTo>
                  <a:lnTo>
                    <a:pt x="189" y="204"/>
                  </a:lnTo>
                  <a:lnTo>
                    <a:pt x="224" y="215"/>
                  </a:lnTo>
                  <a:lnTo>
                    <a:pt x="262" y="226"/>
                  </a:lnTo>
                  <a:lnTo>
                    <a:pt x="300" y="234"/>
                  </a:lnTo>
                  <a:lnTo>
                    <a:pt x="340" y="240"/>
                  </a:lnTo>
                  <a:lnTo>
                    <a:pt x="384" y="244"/>
                  </a:lnTo>
                  <a:lnTo>
                    <a:pt x="426" y="245"/>
                  </a:lnTo>
                  <a:lnTo>
                    <a:pt x="426" y="233"/>
                  </a:lnTo>
                  <a:lnTo>
                    <a:pt x="384" y="232"/>
                  </a:lnTo>
                  <a:lnTo>
                    <a:pt x="343" y="228"/>
                  </a:lnTo>
                  <a:lnTo>
                    <a:pt x="303" y="222"/>
                  </a:lnTo>
                  <a:lnTo>
                    <a:pt x="264" y="214"/>
                  </a:lnTo>
                  <a:lnTo>
                    <a:pt x="229" y="204"/>
                  </a:lnTo>
                  <a:lnTo>
                    <a:pt x="194" y="192"/>
                  </a:lnTo>
                  <a:lnTo>
                    <a:pt x="162" y="178"/>
                  </a:lnTo>
                  <a:lnTo>
                    <a:pt x="133" y="163"/>
                  </a:lnTo>
                  <a:lnTo>
                    <a:pt x="106" y="146"/>
                  </a:lnTo>
                  <a:lnTo>
                    <a:pt x="81" y="129"/>
                  </a:lnTo>
                  <a:lnTo>
                    <a:pt x="61" y="109"/>
                  </a:lnTo>
                  <a:lnTo>
                    <a:pt x="44" y="89"/>
                  </a:lnTo>
                  <a:lnTo>
                    <a:pt x="31" y="66"/>
                  </a:lnTo>
                  <a:lnTo>
                    <a:pt x="20" y="45"/>
                  </a:lnTo>
                  <a:lnTo>
                    <a:pt x="15" y="2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8923" name="Freeform 35"/>
            <p:cNvSpPr>
              <a:spLocks/>
            </p:cNvSpPr>
            <p:nvPr/>
          </p:nvSpPr>
          <p:spPr bwMode="auto">
            <a:xfrm>
              <a:off x="878" y="1448"/>
              <a:ext cx="792" cy="954"/>
            </a:xfrm>
            <a:custGeom>
              <a:avLst/>
              <a:gdLst>
                <a:gd name="T0" fmla="*/ 13 w 3960"/>
                <a:gd name="T1" fmla="*/ 38 h 4768"/>
                <a:gd name="T2" fmla="*/ 14 w 3960"/>
                <a:gd name="T3" fmla="*/ 38 h 4768"/>
                <a:gd name="T4" fmla="*/ 15 w 3960"/>
                <a:gd name="T5" fmla="*/ 38 h 4768"/>
                <a:gd name="T6" fmla="*/ 15 w 3960"/>
                <a:gd name="T7" fmla="*/ 38 h 4768"/>
                <a:gd name="T8" fmla="*/ 16 w 3960"/>
                <a:gd name="T9" fmla="*/ 38 h 4768"/>
                <a:gd name="T10" fmla="*/ 17 w 3960"/>
                <a:gd name="T11" fmla="*/ 38 h 4768"/>
                <a:gd name="T12" fmla="*/ 17 w 3960"/>
                <a:gd name="T13" fmla="*/ 38 h 4768"/>
                <a:gd name="T14" fmla="*/ 18 w 3960"/>
                <a:gd name="T15" fmla="*/ 38 h 4768"/>
                <a:gd name="T16" fmla="*/ 18 w 3960"/>
                <a:gd name="T17" fmla="*/ 38 h 4768"/>
                <a:gd name="T18" fmla="*/ 29 w 3960"/>
                <a:gd name="T19" fmla="*/ 30 h 4768"/>
                <a:gd name="T20" fmla="*/ 30 w 3960"/>
                <a:gd name="T21" fmla="*/ 30 h 4768"/>
                <a:gd name="T22" fmla="*/ 30 w 3960"/>
                <a:gd name="T23" fmla="*/ 29 h 4768"/>
                <a:gd name="T24" fmla="*/ 31 w 3960"/>
                <a:gd name="T25" fmla="*/ 28 h 4768"/>
                <a:gd name="T26" fmla="*/ 31 w 3960"/>
                <a:gd name="T27" fmla="*/ 28 h 4768"/>
                <a:gd name="T28" fmla="*/ 31 w 3960"/>
                <a:gd name="T29" fmla="*/ 27 h 4768"/>
                <a:gd name="T30" fmla="*/ 32 w 3960"/>
                <a:gd name="T31" fmla="*/ 26 h 4768"/>
                <a:gd name="T32" fmla="*/ 32 w 3960"/>
                <a:gd name="T33" fmla="*/ 25 h 4768"/>
                <a:gd name="T34" fmla="*/ 32 w 3960"/>
                <a:gd name="T35" fmla="*/ 11 h 4768"/>
                <a:gd name="T36" fmla="*/ 32 w 3960"/>
                <a:gd name="T37" fmla="*/ 10 h 4768"/>
                <a:gd name="T38" fmla="*/ 31 w 3960"/>
                <a:gd name="T39" fmla="*/ 9 h 4768"/>
                <a:gd name="T40" fmla="*/ 31 w 3960"/>
                <a:gd name="T41" fmla="*/ 9 h 4768"/>
                <a:gd name="T42" fmla="*/ 31 w 3960"/>
                <a:gd name="T43" fmla="*/ 8 h 4768"/>
                <a:gd name="T44" fmla="*/ 31 w 3960"/>
                <a:gd name="T45" fmla="*/ 8 h 4768"/>
                <a:gd name="T46" fmla="*/ 30 w 3960"/>
                <a:gd name="T47" fmla="*/ 7 h 4768"/>
                <a:gd name="T48" fmla="*/ 30 w 3960"/>
                <a:gd name="T49" fmla="*/ 7 h 4768"/>
                <a:gd name="T50" fmla="*/ 29 w 3960"/>
                <a:gd name="T51" fmla="*/ 6 h 4768"/>
                <a:gd name="T52" fmla="*/ 19 w 3960"/>
                <a:gd name="T53" fmla="*/ 1 h 4768"/>
                <a:gd name="T54" fmla="*/ 18 w 3960"/>
                <a:gd name="T55" fmla="*/ 0 h 4768"/>
                <a:gd name="T56" fmla="*/ 17 w 3960"/>
                <a:gd name="T57" fmla="*/ 0 h 4768"/>
                <a:gd name="T58" fmla="*/ 17 w 3960"/>
                <a:gd name="T59" fmla="*/ 0 h 4768"/>
                <a:gd name="T60" fmla="*/ 16 w 3960"/>
                <a:gd name="T61" fmla="*/ 0 h 4768"/>
                <a:gd name="T62" fmla="*/ 15 w 3960"/>
                <a:gd name="T63" fmla="*/ 0 h 4768"/>
                <a:gd name="T64" fmla="*/ 14 w 3960"/>
                <a:gd name="T65" fmla="*/ 0 h 4768"/>
                <a:gd name="T66" fmla="*/ 14 w 3960"/>
                <a:gd name="T67" fmla="*/ 0 h 4768"/>
                <a:gd name="T68" fmla="*/ 2 w 3960"/>
                <a:gd name="T69" fmla="*/ 6 h 4768"/>
                <a:gd name="T70" fmla="*/ 2 w 3960"/>
                <a:gd name="T71" fmla="*/ 7 h 4768"/>
                <a:gd name="T72" fmla="*/ 1 w 3960"/>
                <a:gd name="T73" fmla="*/ 7 h 4768"/>
                <a:gd name="T74" fmla="*/ 1 w 3960"/>
                <a:gd name="T75" fmla="*/ 8 h 4768"/>
                <a:gd name="T76" fmla="*/ 1 w 3960"/>
                <a:gd name="T77" fmla="*/ 8 h 4768"/>
                <a:gd name="T78" fmla="*/ 0 w 3960"/>
                <a:gd name="T79" fmla="*/ 9 h 4768"/>
                <a:gd name="T80" fmla="*/ 0 w 3960"/>
                <a:gd name="T81" fmla="*/ 9 h 4768"/>
                <a:gd name="T82" fmla="*/ 0 w 3960"/>
                <a:gd name="T83" fmla="*/ 10 h 4768"/>
                <a:gd name="T84" fmla="*/ 0 w 3960"/>
                <a:gd name="T85" fmla="*/ 11 h 4768"/>
                <a:gd name="T86" fmla="*/ 0 w 3960"/>
                <a:gd name="T87" fmla="*/ 25 h 4768"/>
                <a:gd name="T88" fmla="*/ 0 w 3960"/>
                <a:gd name="T89" fmla="*/ 26 h 4768"/>
                <a:gd name="T90" fmla="*/ 0 w 3960"/>
                <a:gd name="T91" fmla="*/ 27 h 4768"/>
                <a:gd name="T92" fmla="*/ 1 w 3960"/>
                <a:gd name="T93" fmla="*/ 28 h 4768"/>
                <a:gd name="T94" fmla="*/ 1 w 3960"/>
                <a:gd name="T95" fmla="*/ 29 h 4768"/>
                <a:gd name="T96" fmla="*/ 1 w 3960"/>
                <a:gd name="T97" fmla="*/ 29 h 4768"/>
                <a:gd name="T98" fmla="*/ 2 w 3960"/>
                <a:gd name="T99" fmla="*/ 30 h 4768"/>
                <a:gd name="T100" fmla="*/ 3 w 3960"/>
                <a:gd name="T101" fmla="*/ 31 h 4768"/>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w 3960"/>
                <a:gd name="T154" fmla="*/ 0 h 4768"/>
                <a:gd name="T155" fmla="*/ 3960 w 3960"/>
                <a:gd name="T156" fmla="*/ 4768 h 4768"/>
              </a:gdLst>
              <a:ahLst/>
              <a:cxnLst>
                <a:cxn ang="T102">
                  <a:pos x="T0" y="T1"/>
                </a:cxn>
                <a:cxn ang="T103">
                  <a:pos x="T2" y="T3"/>
                </a:cxn>
                <a:cxn ang="T104">
                  <a:pos x="T4" y="T5"/>
                </a:cxn>
                <a:cxn ang="T105">
                  <a:pos x="T6" y="T7"/>
                </a:cxn>
                <a:cxn ang="T106">
                  <a:pos x="T8" y="T9"/>
                </a:cxn>
                <a:cxn ang="T107">
                  <a:pos x="T10" y="T11"/>
                </a:cxn>
                <a:cxn ang="T108">
                  <a:pos x="T12" y="T13"/>
                </a:cxn>
                <a:cxn ang="T109">
                  <a:pos x="T14" y="T15"/>
                </a:cxn>
                <a:cxn ang="T110">
                  <a:pos x="T16" y="T17"/>
                </a:cxn>
                <a:cxn ang="T111">
                  <a:pos x="T18" y="T19"/>
                </a:cxn>
                <a:cxn ang="T112">
                  <a:pos x="T20" y="T21"/>
                </a:cxn>
                <a:cxn ang="T113">
                  <a:pos x="T22" y="T23"/>
                </a:cxn>
                <a:cxn ang="T114">
                  <a:pos x="T24" y="T25"/>
                </a:cxn>
                <a:cxn ang="T115">
                  <a:pos x="T26" y="T27"/>
                </a:cxn>
                <a:cxn ang="T116">
                  <a:pos x="T28" y="T29"/>
                </a:cxn>
                <a:cxn ang="T117">
                  <a:pos x="T30" y="T31"/>
                </a:cxn>
                <a:cxn ang="T118">
                  <a:pos x="T32" y="T33"/>
                </a:cxn>
                <a:cxn ang="T119">
                  <a:pos x="T34" y="T35"/>
                </a:cxn>
                <a:cxn ang="T120">
                  <a:pos x="T36" y="T37"/>
                </a:cxn>
                <a:cxn ang="T121">
                  <a:pos x="T38" y="T39"/>
                </a:cxn>
                <a:cxn ang="T122">
                  <a:pos x="T40" y="T41"/>
                </a:cxn>
                <a:cxn ang="T123">
                  <a:pos x="T42" y="T43"/>
                </a:cxn>
                <a:cxn ang="T124">
                  <a:pos x="T44" y="T45"/>
                </a:cxn>
                <a:cxn ang="T125">
                  <a:pos x="T46" y="T47"/>
                </a:cxn>
                <a:cxn ang="T126">
                  <a:pos x="T48" y="T49"/>
                </a:cxn>
                <a:cxn ang="T127">
                  <a:pos x="T50" y="T51"/>
                </a:cxn>
                <a:cxn ang="T128">
                  <a:pos x="T52" y="T53"/>
                </a:cxn>
                <a:cxn ang="T129">
                  <a:pos x="T54" y="T55"/>
                </a:cxn>
                <a:cxn ang="T130">
                  <a:pos x="T56" y="T57"/>
                </a:cxn>
                <a:cxn ang="T131">
                  <a:pos x="T58" y="T59"/>
                </a:cxn>
                <a:cxn ang="T132">
                  <a:pos x="T60" y="T61"/>
                </a:cxn>
                <a:cxn ang="T133">
                  <a:pos x="T62" y="T63"/>
                </a:cxn>
                <a:cxn ang="T134">
                  <a:pos x="T64" y="T65"/>
                </a:cxn>
                <a:cxn ang="T135">
                  <a:pos x="T66" y="T67"/>
                </a:cxn>
                <a:cxn ang="T136">
                  <a:pos x="T68" y="T69"/>
                </a:cxn>
                <a:cxn ang="T137">
                  <a:pos x="T70" y="T71"/>
                </a:cxn>
                <a:cxn ang="T138">
                  <a:pos x="T72" y="T73"/>
                </a:cxn>
                <a:cxn ang="T139">
                  <a:pos x="T74" y="T75"/>
                </a:cxn>
                <a:cxn ang="T140">
                  <a:pos x="T76" y="T77"/>
                </a:cxn>
                <a:cxn ang="T141">
                  <a:pos x="T78" y="T79"/>
                </a:cxn>
                <a:cxn ang="T142">
                  <a:pos x="T80" y="T81"/>
                </a:cxn>
                <a:cxn ang="T143">
                  <a:pos x="T82" y="T83"/>
                </a:cxn>
                <a:cxn ang="T144">
                  <a:pos x="T84" y="T85"/>
                </a:cxn>
                <a:cxn ang="T145">
                  <a:pos x="T86" y="T87"/>
                </a:cxn>
                <a:cxn ang="T146">
                  <a:pos x="T88" y="T89"/>
                </a:cxn>
                <a:cxn ang="T147">
                  <a:pos x="T90" y="T91"/>
                </a:cxn>
                <a:cxn ang="T148">
                  <a:pos x="T92" y="T93"/>
                </a:cxn>
                <a:cxn ang="T149">
                  <a:pos x="T94" y="T95"/>
                </a:cxn>
                <a:cxn ang="T150">
                  <a:pos x="T96" y="T97"/>
                </a:cxn>
                <a:cxn ang="T151">
                  <a:pos x="T98" y="T99"/>
                </a:cxn>
                <a:cxn ang="T152">
                  <a:pos x="T100" y="T101"/>
                </a:cxn>
              </a:cxnLst>
              <a:rect l="T153" t="T154" r="T155" b="T156"/>
              <a:pathLst>
                <a:path w="3960" h="4768">
                  <a:moveTo>
                    <a:pt x="353" y="3849"/>
                  </a:moveTo>
                  <a:lnTo>
                    <a:pt x="1661" y="4700"/>
                  </a:lnTo>
                  <a:lnTo>
                    <a:pt x="1697" y="4717"/>
                  </a:lnTo>
                  <a:lnTo>
                    <a:pt x="1736" y="4731"/>
                  </a:lnTo>
                  <a:lnTo>
                    <a:pt x="1776" y="4742"/>
                  </a:lnTo>
                  <a:lnTo>
                    <a:pt x="1818" y="4753"/>
                  </a:lnTo>
                  <a:lnTo>
                    <a:pt x="1860" y="4760"/>
                  </a:lnTo>
                  <a:lnTo>
                    <a:pt x="1902" y="4765"/>
                  </a:lnTo>
                  <a:lnTo>
                    <a:pt x="1946" y="4768"/>
                  </a:lnTo>
                  <a:lnTo>
                    <a:pt x="1988" y="4768"/>
                  </a:lnTo>
                  <a:lnTo>
                    <a:pt x="2031" y="4767"/>
                  </a:lnTo>
                  <a:lnTo>
                    <a:pt x="2073" y="4763"/>
                  </a:lnTo>
                  <a:lnTo>
                    <a:pt x="2114" y="4758"/>
                  </a:lnTo>
                  <a:lnTo>
                    <a:pt x="2154" y="4751"/>
                  </a:lnTo>
                  <a:lnTo>
                    <a:pt x="2193" y="4740"/>
                  </a:lnTo>
                  <a:lnTo>
                    <a:pt x="2230" y="4729"/>
                  </a:lnTo>
                  <a:lnTo>
                    <a:pt x="2264" y="4715"/>
                  </a:lnTo>
                  <a:lnTo>
                    <a:pt x="2297" y="4700"/>
                  </a:lnTo>
                  <a:lnTo>
                    <a:pt x="3639" y="3825"/>
                  </a:lnTo>
                  <a:lnTo>
                    <a:pt x="3673" y="3795"/>
                  </a:lnTo>
                  <a:lnTo>
                    <a:pt x="3707" y="3761"/>
                  </a:lnTo>
                  <a:lnTo>
                    <a:pt x="3738" y="3725"/>
                  </a:lnTo>
                  <a:lnTo>
                    <a:pt x="3768" y="3685"/>
                  </a:lnTo>
                  <a:lnTo>
                    <a:pt x="3796" y="3644"/>
                  </a:lnTo>
                  <a:lnTo>
                    <a:pt x="3821" y="3599"/>
                  </a:lnTo>
                  <a:lnTo>
                    <a:pt x="3846" y="3553"/>
                  </a:lnTo>
                  <a:lnTo>
                    <a:pt x="3868" y="3505"/>
                  </a:lnTo>
                  <a:lnTo>
                    <a:pt x="3888" y="3456"/>
                  </a:lnTo>
                  <a:lnTo>
                    <a:pt x="3907" y="3406"/>
                  </a:lnTo>
                  <a:lnTo>
                    <a:pt x="3922" y="3354"/>
                  </a:lnTo>
                  <a:lnTo>
                    <a:pt x="3935" y="3303"/>
                  </a:lnTo>
                  <a:lnTo>
                    <a:pt x="3946" y="3250"/>
                  </a:lnTo>
                  <a:lnTo>
                    <a:pt x="3953" y="3197"/>
                  </a:lnTo>
                  <a:lnTo>
                    <a:pt x="3957" y="3144"/>
                  </a:lnTo>
                  <a:lnTo>
                    <a:pt x="3960" y="3092"/>
                  </a:lnTo>
                  <a:lnTo>
                    <a:pt x="3959" y="1313"/>
                  </a:lnTo>
                  <a:lnTo>
                    <a:pt x="3955" y="1271"/>
                  </a:lnTo>
                  <a:lnTo>
                    <a:pt x="3949" y="1229"/>
                  </a:lnTo>
                  <a:lnTo>
                    <a:pt x="3941" y="1189"/>
                  </a:lnTo>
                  <a:lnTo>
                    <a:pt x="3930" y="1149"/>
                  </a:lnTo>
                  <a:lnTo>
                    <a:pt x="3918" y="1111"/>
                  </a:lnTo>
                  <a:lnTo>
                    <a:pt x="3902" y="1075"/>
                  </a:lnTo>
                  <a:lnTo>
                    <a:pt x="3886" y="1040"/>
                  </a:lnTo>
                  <a:lnTo>
                    <a:pt x="3867" y="1006"/>
                  </a:lnTo>
                  <a:lnTo>
                    <a:pt x="3846" y="973"/>
                  </a:lnTo>
                  <a:lnTo>
                    <a:pt x="3823" y="942"/>
                  </a:lnTo>
                  <a:lnTo>
                    <a:pt x="3798" y="913"/>
                  </a:lnTo>
                  <a:lnTo>
                    <a:pt x="3771" y="886"/>
                  </a:lnTo>
                  <a:lnTo>
                    <a:pt x="3743" y="860"/>
                  </a:lnTo>
                  <a:lnTo>
                    <a:pt x="3714" y="837"/>
                  </a:lnTo>
                  <a:lnTo>
                    <a:pt x="3682" y="816"/>
                  </a:lnTo>
                  <a:lnTo>
                    <a:pt x="3649" y="796"/>
                  </a:lnTo>
                  <a:lnTo>
                    <a:pt x="2386" y="83"/>
                  </a:lnTo>
                  <a:lnTo>
                    <a:pt x="2350" y="65"/>
                  </a:lnTo>
                  <a:lnTo>
                    <a:pt x="2310" y="50"/>
                  </a:lnTo>
                  <a:lnTo>
                    <a:pt x="2268" y="36"/>
                  </a:lnTo>
                  <a:lnTo>
                    <a:pt x="2223" y="24"/>
                  </a:lnTo>
                  <a:lnTo>
                    <a:pt x="2178" y="15"/>
                  </a:lnTo>
                  <a:lnTo>
                    <a:pt x="2131" y="8"/>
                  </a:lnTo>
                  <a:lnTo>
                    <a:pt x="2082" y="3"/>
                  </a:lnTo>
                  <a:lnTo>
                    <a:pt x="2032" y="0"/>
                  </a:lnTo>
                  <a:lnTo>
                    <a:pt x="1982" y="1"/>
                  </a:lnTo>
                  <a:lnTo>
                    <a:pt x="1933" y="3"/>
                  </a:lnTo>
                  <a:lnTo>
                    <a:pt x="1882" y="9"/>
                  </a:lnTo>
                  <a:lnTo>
                    <a:pt x="1833" y="17"/>
                  </a:lnTo>
                  <a:lnTo>
                    <a:pt x="1785" y="29"/>
                  </a:lnTo>
                  <a:lnTo>
                    <a:pt x="1737" y="43"/>
                  </a:lnTo>
                  <a:lnTo>
                    <a:pt x="1691" y="62"/>
                  </a:lnTo>
                  <a:lnTo>
                    <a:pt x="1647" y="83"/>
                  </a:lnTo>
                  <a:lnTo>
                    <a:pt x="311" y="782"/>
                  </a:lnTo>
                  <a:lnTo>
                    <a:pt x="276" y="803"/>
                  </a:lnTo>
                  <a:lnTo>
                    <a:pt x="243" y="826"/>
                  </a:lnTo>
                  <a:lnTo>
                    <a:pt x="213" y="852"/>
                  </a:lnTo>
                  <a:lnTo>
                    <a:pt x="184" y="879"/>
                  </a:lnTo>
                  <a:lnTo>
                    <a:pt x="155" y="908"/>
                  </a:lnTo>
                  <a:lnTo>
                    <a:pt x="131" y="939"/>
                  </a:lnTo>
                  <a:lnTo>
                    <a:pt x="107" y="971"/>
                  </a:lnTo>
                  <a:lnTo>
                    <a:pt x="86" y="1005"/>
                  </a:lnTo>
                  <a:lnTo>
                    <a:pt x="68" y="1040"/>
                  </a:lnTo>
                  <a:lnTo>
                    <a:pt x="50" y="1076"/>
                  </a:lnTo>
                  <a:lnTo>
                    <a:pt x="36" y="1115"/>
                  </a:lnTo>
                  <a:lnTo>
                    <a:pt x="23" y="1153"/>
                  </a:lnTo>
                  <a:lnTo>
                    <a:pt x="14" y="1195"/>
                  </a:lnTo>
                  <a:lnTo>
                    <a:pt x="7" y="1236"/>
                  </a:lnTo>
                  <a:lnTo>
                    <a:pt x="2" y="1279"/>
                  </a:lnTo>
                  <a:lnTo>
                    <a:pt x="0" y="1322"/>
                  </a:lnTo>
                  <a:lnTo>
                    <a:pt x="0" y="3093"/>
                  </a:lnTo>
                  <a:lnTo>
                    <a:pt x="2" y="3147"/>
                  </a:lnTo>
                  <a:lnTo>
                    <a:pt x="7" y="3202"/>
                  </a:lnTo>
                  <a:lnTo>
                    <a:pt x="15" y="3257"/>
                  </a:lnTo>
                  <a:lnTo>
                    <a:pt x="27" y="3312"/>
                  </a:lnTo>
                  <a:lnTo>
                    <a:pt x="42" y="3366"/>
                  </a:lnTo>
                  <a:lnTo>
                    <a:pt x="59" y="3420"/>
                  </a:lnTo>
                  <a:lnTo>
                    <a:pt x="79" y="3474"/>
                  </a:lnTo>
                  <a:lnTo>
                    <a:pt x="102" y="3525"/>
                  </a:lnTo>
                  <a:lnTo>
                    <a:pt x="127" y="3576"/>
                  </a:lnTo>
                  <a:lnTo>
                    <a:pt x="154" y="3624"/>
                  </a:lnTo>
                  <a:lnTo>
                    <a:pt x="184" y="3670"/>
                  </a:lnTo>
                  <a:lnTo>
                    <a:pt x="214" y="3712"/>
                  </a:lnTo>
                  <a:lnTo>
                    <a:pt x="247" y="3752"/>
                  </a:lnTo>
                  <a:lnTo>
                    <a:pt x="281" y="3788"/>
                  </a:lnTo>
                  <a:lnTo>
                    <a:pt x="317" y="3821"/>
                  </a:lnTo>
                  <a:lnTo>
                    <a:pt x="353" y="384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8924" name="Freeform 36"/>
            <p:cNvSpPr>
              <a:spLocks/>
            </p:cNvSpPr>
            <p:nvPr/>
          </p:nvSpPr>
          <p:spPr bwMode="auto">
            <a:xfrm>
              <a:off x="943" y="2210"/>
              <a:ext cx="276" cy="187"/>
            </a:xfrm>
            <a:custGeom>
              <a:avLst/>
              <a:gdLst>
                <a:gd name="T0" fmla="*/ 11 w 1380"/>
                <a:gd name="T1" fmla="*/ 7 h 937"/>
                <a:gd name="T2" fmla="*/ 11 w 1380"/>
                <a:gd name="T3" fmla="*/ 7 h 937"/>
                <a:gd name="T4" fmla="*/ 0 w 1380"/>
                <a:gd name="T5" fmla="*/ 0 h 937"/>
                <a:gd name="T6" fmla="*/ 0 w 1380"/>
                <a:gd name="T7" fmla="*/ 1 h 937"/>
                <a:gd name="T8" fmla="*/ 10 w 1380"/>
                <a:gd name="T9" fmla="*/ 7 h 937"/>
                <a:gd name="T10" fmla="*/ 10 w 1380"/>
                <a:gd name="T11" fmla="*/ 7 h 937"/>
                <a:gd name="T12" fmla="*/ 10 w 1380"/>
                <a:gd name="T13" fmla="*/ 7 h 937"/>
                <a:gd name="T14" fmla="*/ 11 w 1380"/>
                <a:gd name="T15" fmla="*/ 7 h 937"/>
                <a:gd name="T16" fmla="*/ 11 w 1380"/>
                <a:gd name="T17" fmla="*/ 7 h 937"/>
                <a:gd name="T18" fmla="*/ 11 w 1380"/>
                <a:gd name="T19" fmla="*/ 7 h 937"/>
                <a:gd name="T20" fmla="*/ 11 w 1380"/>
                <a:gd name="T21" fmla="*/ 7 h 937"/>
                <a:gd name="T22" fmla="*/ 11 w 1380"/>
                <a:gd name="T23" fmla="*/ 7 h 937"/>
                <a:gd name="T24" fmla="*/ 11 w 1380"/>
                <a:gd name="T25" fmla="*/ 7 h 937"/>
                <a:gd name="T26" fmla="*/ 11 w 1380"/>
                <a:gd name="T27" fmla="*/ 7 h 937"/>
                <a:gd name="T28" fmla="*/ 11 w 1380"/>
                <a:gd name="T29" fmla="*/ 7 h 937"/>
                <a:gd name="T30" fmla="*/ 11 w 1380"/>
                <a:gd name="T31" fmla="*/ 7 h 93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80"/>
                <a:gd name="T49" fmla="*/ 0 h 937"/>
                <a:gd name="T50" fmla="*/ 1380 w 1380"/>
                <a:gd name="T51" fmla="*/ 937 h 93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80" h="937">
                  <a:moveTo>
                    <a:pt x="1354" y="848"/>
                  </a:moveTo>
                  <a:lnTo>
                    <a:pt x="1359" y="851"/>
                  </a:lnTo>
                  <a:lnTo>
                    <a:pt x="51" y="0"/>
                  </a:lnTo>
                  <a:lnTo>
                    <a:pt x="0" y="78"/>
                  </a:lnTo>
                  <a:lnTo>
                    <a:pt x="1307" y="929"/>
                  </a:lnTo>
                  <a:lnTo>
                    <a:pt x="1312" y="932"/>
                  </a:lnTo>
                  <a:lnTo>
                    <a:pt x="1307" y="929"/>
                  </a:lnTo>
                  <a:lnTo>
                    <a:pt x="1326" y="937"/>
                  </a:lnTo>
                  <a:lnTo>
                    <a:pt x="1345" y="936"/>
                  </a:lnTo>
                  <a:lnTo>
                    <a:pt x="1360" y="929"/>
                  </a:lnTo>
                  <a:lnTo>
                    <a:pt x="1372" y="916"/>
                  </a:lnTo>
                  <a:lnTo>
                    <a:pt x="1379" y="899"/>
                  </a:lnTo>
                  <a:lnTo>
                    <a:pt x="1380" y="883"/>
                  </a:lnTo>
                  <a:lnTo>
                    <a:pt x="1374" y="865"/>
                  </a:lnTo>
                  <a:lnTo>
                    <a:pt x="1359" y="851"/>
                  </a:lnTo>
                  <a:lnTo>
                    <a:pt x="1354" y="84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8925" name="Freeform 37"/>
            <p:cNvSpPr>
              <a:spLocks/>
            </p:cNvSpPr>
            <p:nvPr/>
          </p:nvSpPr>
          <p:spPr bwMode="auto">
            <a:xfrm>
              <a:off x="1206" y="2379"/>
              <a:ext cx="140" cy="32"/>
            </a:xfrm>
            <a:custGeom>
              <a:avLst/>
              <a:gdLst>
                <a:gd name="T0" fmla="*/ 5 w 703"/>
                <a:gd name="T1" fmla="*/ 0 h 162"/>
                <a:gd name="T2" fmla="*/ 5 w 703"/>
                <a:gd name="T3" fmla="*/ 0 h 162"/>
                <a:gd name="T4" fmla="*/ 5 w 703"/>
                <a:gd name="T5" fmla="*/ 0 h 162"/>
                <a:gd name="T6" fmla="*/ 5 w 703"/>
                <a:gd name="T7" fmla="*/ 0 h 162"/>
                <a:gd name="T8" fmla="*/ 4 w 703"/>
                <a:gd name="T9" fmla="*/ 0 h 162"/>
                <a:gd name="T10" fmla="*/ 4 w 703"/>
                <a:gd name="T11" fmla="*/ 0 h 162"/>
                <a:gd name="T12" fmla="*/ 4 w 703"/>
                <a:gd name="T13" fmla="*/ 0 h 162"/>
                <a:gd name="T14" fmla="*/ 3 w 703"/>
                <a:gd name="T15" fmla="*/ 1 h 162"/>
                <a:gd name="T16" fmla="*/ 3 w 703"/>
                <a:gd name="T17" fmla="*/ 1 h 162"/>
                <a:gd name="T18" fmla="*/ 3 w 703"/>
                <a:gd name="T19" fmla="*/ 1 h 162"/>
                <a:gd name="T20" fmla="*/ 2 w 703"/>
                <a:gd name="T21" fmla="*/ 1 h 162"/>
                <a:gd name="T22" fmla="*/ 2 w 703"/>
                <a:gd name="T23" fmla="*/ 1 h 162"/>
                <a:gd name="T24" fmla="*/ 2 w 703"/>
                <a:gd name="T25" fmla="*/ 0 h 162"/>
                <a:gd name="T26" fmla="*/ 1 w 703"/>
                <a:gd name="T27" fmla="*/ 0 h 162"/>
                <a:gd name="T28" fmla="*/ 1 w 703"/>
                <a:gd name="T29" fmla="*/ 0 h 162"/>
                <a:gd name="T30" fmla="*/ 1 w 703"/>
                <a:gd name="T31" fmla="*/ 0 h 162"/>
                <a:gd name="T32" fmla="*/ 1 w 703"/>
                <a:gd name="T33" fmla="*/ 0 h 162"/>
                <a:gd name="T34" fmla="*/ 0 w 703"/>
                <a:gd name="T35" fmla="*/ 0 h 162"/>
                <a:gd name="T36" fmla="*/ 0 w 703"/>
                <a:gd name="T37" fmla="*/ 1 h 162"/>
                <a:gd name="T38" fmla="*/ 0 w 703"/>
                <a:gd name="T39" fmla="*/ 1 h 162"/>
                <a:gd name="T40" fmla="*/ 1 w 703"/>
                <a:gd name="T41" fmla="*/ 1 h 162"/>
                <a:gd name="T42" fmla="*/ 1 w 703"/>
                <a:gd name="T43" fmla="*/ 1 h 162"/>
                <a:gd name="T44" fmla="*/ 1 w 703"/>
                <a:gd name="T45" fmla="*/ 1 h 162"/>
                <a:gd name="T46" fmla="*/ 2 w 703"/>
                <a:gd name="T47" fmla="*/ 1 h 162"/>
                <a:gd name="T48" fmla="*/ 2 w 703"/>
                <a:gd name="T49" fmla="*/ 1 h 162"/>
                <a:gd name="T50" fmla="*/ 2 w 703"/>
                <a:gd name="T51" fmla="*/ 1 h 162"/>
                <a:gd name="T52" fmla="*/ 3 w 703"/>
                <a:gd name="T53" fmla="*/ 1 h 162"/>
                <a:gd name="T54" fmla="*/ 3 w 703"/>
                <a:gd name="T55" fmla="*/ 1 h 162"/>
                <a:gd name="T56" fmla="*/ 3 w 703"/>
                <a:gd name="T57" fmla="*/ 1 h 162"/>
                <a:gd name="T58" fmla="*/ 4 w 703"/>
                <a:gd name="T59" fmla="*/ 1 h 162"/>
                <a:gd name="T60" fmla="*/ 4 w 703"/>
                <a:gd name="T61" fmla="*/ 1 h 162"/>
                <a:gd name="T62" fmla="*/ 5 w 703"/>
                <a:gd name="T63" fmla="*/ 1 h 162"/>
                <a:gd name="T64" fmla="*/ 5 w 703"/>
                <a:gd name="T65" fmla="*/ 1 h 162"/>
                <a:gd name="T66" fmla="*/ 5 w 703"/>
                <a:gd name="T67" fmla="*/ 1 h 162"/>
                <a:gd name="T68" fmla="*/ 5 w 703"/>
                <a:gd name="T69" fmla="*/ 1 h 162"/>
                <a:gd name="T70" fmla="*/ 5 w 703"/>
                <a:gd name="T71" fmla="*/ 1 h 162"/>
                <a:gd name="T72" fmla="*/ 5 w 703"/>
                <a:gd name="T73" fmla="*/ 1 h 162"/>
                <a:gd name="T74" fmla="*/ 5 w 703"/>
                <a:gd name="T75" fmla="*/ 1 h 162"/>
                <a:gd name="T76" fmla="*/ 6 w 703"/>
                <a:gd name="T77" fmla="*/ 0 h 162"/>
                <a:gd name="T78" fmla="*/ 6 w 703"/>
                <a:gd name="T79" fmla="*/ 0 h 162"/>
                <a:gd name="T80" fmla="*/ 6 w 703"/>
                <a:gd name="T81" fmla="*/ 0 h 162"/>
                <a:gd name="T82" fmla="*/ 5 w 703"/>
                <a:gd name="T83" fmla="*/ 0 h 162"/>
                <a:gd name="T84" fmla="*/ 5 w 703"/>
                <a:gd name="T85" fmla="*/ 0 h 162"/>
                <a:gd name="T86" fmla="*/ 5 w 703"/>
                <a:gd name="T87" fmla="*/ 0 h 162"/>
                <a:gd name="T88" fmla="*/ 5 w 703"/>
                <a:gd name="T89" fmla="*/ 0 h 162"/>
                <a:gd name="T90" fmla="*/ 5 w 703"/>
                <a:gd name="T91" fmla="*/ 0 h 162"/>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703"/>
                <a:gd name="T139" fmla="*/ 0 h 162"/>
                <a:gd name="T140" fmla="*/ 703 w 703"/>
                <a:gd name="T141" fmla="*/ 162 h 162"/>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703" h="162">
                  <a:moveTo>
                    <a:pt x="631" y="8"/>
                  </a:moveTo>
                  <a:lnTo>
                    <a:pt x="636" y="6"/>
                  </a:lnTo>
                  <a:lnTo>
                    <a:pt x="606" y="20"/>
                  </a:lnTo>
                  <a:lnTo>
                    <a:pt x="575" y="32"/>
                  </a:lnTo>
                  <a:lnTo>
                    <a:pt x="540" y="42"/>
                  </a:lnTo>
                  <a:lnTo>
                    <a:pt x="504" y="52"/>
                  </a:lnTo>
                  <a:lnTo>
                    <a:pt x="467" y="59"/>
                  </a:lnTo>
                  <a:lnTo>
                    <a:pt x="428" y="64"/>
                  </a:lnTo>
                  <a:lnTo>
                    <a:pt x="389" y="67"/>
                  </a:lnTo>
                  <a:lnTo>
                    <a:pt x="348" y="68"/>
                  </a:lnTo>
                  <a:lnTo>
                    <a:pt x="308" y="68"/>
                  </a:lnTo>
                  <a:lnTo>
                    <a:pt x="267" y="65"/>
                  </a:lnTo>
                  <a:lnTo>
                    <a:pt x="226" y="61"/>
                  </a:lnTo>
                  <a:lnTo>
                    <a:pt x="187" y="54"/>
                  </a:lnTo>
                  <a:lnTo>
                    <a:pt x="148" y="44"/>
                  </a:lnTo>
                  <a:lnTo>
                    <a:pt x="110" y="33"/>
                  </a:lnTo>
                  <a:lnTo>
                    <a:pt x="75" y="20"/>
                  </a:lnTo>
                  <a:lnTo>
                    <a:pt x="42" y="5"/>
                  </a:lnTo>
                  <a:lnTo>
                    <a:pt x="0" y="89"/>
                  </a:lnTo>
                  <a:lnTo>
                    <a:pt x="40" y="107"/>
                  </a:lnTo>
                  <a:lnTo>
                    <a:pt x="82" y="122"/>
                  </a:lnTo>
                  <a:lnTo>
                    <a:pt x="124" y="135"/>
                  </a:lnTo>
                  <a:lnTo>
                    <a:pt x="169" y="146"/>
                  </a:lnTo>
                  <a:lnTo>
                    <a:pt x="214" y="153"/>
                  </a:lnTo>
                  <a:lnTo>
                    <a:pt x="258" y="158"/>
                  </a:lnTo>
                  <a:lnTo>
                    <a:pt x="303" y="162"/>
                  </a:lnTo>
                  <a:lnTo>
                    <a:pt x="348" y="162"/>
                  </a:lnTo>
                  <a:lnTo>
                    <a:pt x="394" y="161"/>
                  </a:lnTo>
                  <a:lnTo>
                    <a:pt x="439" y="157"/>
                  </a:lnTo>
                  <a:lnTo>
                    <a:pt x="481" y="150"/>
                  </a:lnTo>
                  <a:lnTo>
                    <a:pt x="525" y="143"/>
                  </a:lnTo>
                  <a:lnTo>
                    <a:pt x="566" y="132"/>
                  </a:lnTo>
                  <a:lnTo>
                    <a:pt x="606" y="121"/>
                  </a:lnTo>
                  <a:lnTo>
                    <a:pt x="643" y="105"/>
                  </a:lnTo>
                  <a:lnTo>
                    <a:pt x="678" y="88"/>
                  </a:lnTo>
                  <a:lnTo>
                    <a:pt x="683" y="86"/>
                  </a:lnTo>
                  <a:lnTo>
                    <a:pt x="678" y="88"/>
                  </a:lnTo>
                  <a:lnTo>
                    <a:pt x="695" y="75"/>
                  </a:lnTo>
                  <a:lnTo>
                    <a:pt x="702" y="60"/>
                  </a:lnTo>
                  <a:lnTo>
                    <a:pt x="703" y="42"/>
                  </a:lnTo>
                  <a:lnTo>
                    <a:pt x="698" y="26"/>
                  </a:lnTo>
                  <a:lnTo>
                    <a:pt x="688" y="12"/>
                  </a:lnTo>
                  <a:lnTo>
                    <a:pt x="674" y="3"/>
                  </a:lnTo>
                  <a:lnTo>
                    <a:pt x="656" y="0"/>
                  </a:lnTo>
                  <a:lnTo>
                    <a:pt x="636" y="6"/>
                  </a:lnTo>
                  <a:lnTo>
                    <a:pt x="631"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8926" name="Freeform 38"/>
            <p:cNvSpPr>
              <a:spLocks/>
            </p:cNvSpPr>
            <p:nvPr/>
          </p:nvSpPr>
          <p:spPr bwMode="auto">
            <a:xfrm>
              <a:off x="1332" y="2204"/>
              <a:ext cx="283" cy="192"/>
            </a:xfrm>
            <a:custGeom>
              <a:avLst/>
              <a:gdLst>
                <a:gd name="T0" fmla="*/ 11 w 1415"/>
                <a:gd name="T1" fmla="*/ 0 h 960"/>
                <a:gd name="T2" fmla="*/ 11 w 1415"/>
                <a:gd name="T3" fmla="*/ 0 h 960"/>
                <a:gd name="T4" fmla="*/ 0 w 1415"/>
                <a:gd name="T5" fmla="*/ 7 h 960"/>
                <a:gd name="T6" fmla="*/ 0 w 1415"/>
                <a:gd name="T7" fmla="*/ 8 h 960"/>
                <a:gd name="T8" fmla="*/ 11 w 1415"/>
                <a:gd name="T9" fmla="*/ 1 h 960"/>
                <a:gd name="T10" fmla="*/ 11 w 1415"/>
                <a:gd name="T11" fmla="*/ 1 h 960"/>
                <a:gd name="T12" fmla="*/ 11 w 1415"/>
                <a:gd name="T13" fmla="*/ 1 h 960"/>
                <a:gd name="T14" fmla="*/ 11 w 1415"/>
                <a:gd name="T15" fmla="*/ 1 h 960"/>
                <a:gd name="T16" fmla="*/ 11 w 1415"/>
                <a:gd name="T17" fmla="*/ 0 h 960"/>
                <a:gd name="T18" fmla="*/ 11 w 1415"/>
                <a:gd name="T19" fmla="*/ 0 h 960"/>
                <a:gd name="T20" fmla="*/ 11 w 1415"/>
                <a:gd name="T21" fmla="*/ 0 h 960"/>
                <a:gd name="T22" fmla="*/ 11 w 1415"/>
                <a:gd name="T23" fmla="*/ 0 h 960"/>
                <a:gd name="T24" fmla="*/ 11 w 1415"/>
                <a:gd name="T25" fmla="*/ 0 h 960"/>
                <a:gd name="T26" fmla="*/ 11 w 1415"/>
                <a:gd name="T27" fmla="*/ 0 h 960"/>
                <a:gd name="T28" fmla="*/ 11 w 1415"/>
                <a:gd name="T29" fmla="*/ 0 h 960"/>
                <a:gd name="T30" fmla="*/ 11 w 1415"/>
                <a:gd name="T31" fmla="*/ 0 h 96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15"/>
                <a:gd name="T49" fmla="*/ 0 h 960"/>
                <a:gd name="T50" fmla="*/ 1415 w 1415"/>
                <a:gd name="T51" fmla="*/ 960 h 96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15" h="960">
                  <a:moveTo>
                    <a:pt x="1338" y="10"/>
                  </a:moveTo>
                  <a:lnTo>
                    <a:pt x="1342" y="8"/>
                  </a:lnTo>
                  <a:lnTo>
                    <a:pt x="0" y="882"/>
                  </a:lnTo>
                  <a:lnTo>
                    <a:pt x="52" y="960"/>
                  </a:lnTo>
                  <a:lnTo>
                    <a:pt x="1393" y="85"/>
                  </a:lnTo>
                  <a:lnTo>
                    <a:pt x="1397" y="83"/>
                  </a:lnTo>
                  <a:lnTo>
                    <a:pt x="1393" y="85"/>
                  </a:lnTo>
                  <a:lnTo>
                    <a:pt x="1409" y="71"/>
                  </a:lnTo>
                  <a:lnTo>
                    <a:pt x="1415" y="53"/>
                  </a:lnTo>
                  <a:lnTo>
                    <a:pt x="1413" y="37"/>
                  </a:lnTo>
                  <a:lnTo>
                    <a:pt x="1406" y="21"/>
                  </a:lnTo>
                  <a:lnTo>
                    <a:pt x="1395" y="8"/>
                  </a:lnTo>
                  <a:lnTo>
                    <a:pt x="1379" y="1"/>
                  </a:lnTo>
                  <a:lnTo>
                    <a:pt x="1361" y="0"/>
                  </a:lnTo>
                  <a:lnTo>
                    <a:pt x="1342" y="8"/>
                  </a:lnTo>
                  <a:lnTo>
                    <a:pt x="1338" y="1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8927" name="Freeform 39"/>
            <p:cNvSpPr>
              <a:spLocks/>
            </p:cNvSpPr>
            <p:nvPr/>
          </p:nvSpPr>
          <p:spPr bwMode="auto">
            <a:xfrm>
              <a:off x="1599" y="2057"/>
              <a:ext cx="80" cy="163"/>
            </a:xfrm>
            <a:custGeom>
              <a:avLst/>
              <a:gdLst>
                <a:gd name="T0" fmla="*/ 2 w 398"/>
                <a:gd name="T1" fmla="*/ 0 h 817"/>
                <a:gd name="T2" fmla="*/ 2 w 398"/>
                <a:gd name="T3" fmla="*/ 0 h 817"/>
                <a:gd name="T4" fmla="*/ 2 w 398"/>
                <a:gd name="T5" fmla="*/ 1 h 817"/>
                <a:gd name="T6" fmla="*/ 2 w 398"/>
                <a:gd name="T7" fmla="*/ 1 h 817"/>
                <a:gd name="T8" fmla="*/ 2 w 398"/>
                <a:gd name="T9" fmla="*/ 2 h 817"/>
                <a:gd name="T10" fmla="*/ 2 w 398"/>
                <a:gd name="T11" fmla="*/ 2 h 817"/>
                <a:gd name="T12" fmla="*/ 2 w 398"/>
                <a:gd name="T13" fmla="*/ 2 h 817"/>
                <a:gd name="T14" fmla="*/ 2 w 398"/>
                <a:gd name="T15" fmla="*/ 3 h 817"/>
                <a:gd name="T16" fmla="*/ 2 w 398"/>
                <a:gd name="T17" fmla="*/ 3 h 817"/>
                <a:gd name="T18" fmla="*/ 2 w 398"/>
                <a:gd name="T19" fmla="*/ 4 h 817"/>
                <a:gd name="T20" fmla="*/ 2 w 398"/>
                <a:gd name="T21" fmla="*/ 4 h 817"/>
                <a:gd name="T22" fmla="*/ 1 w 398"/>
                <a:gd name="T23" fmla="*/ 4 h 817"/>
                <a:gd name="T24" fmla="*/ 1 w 398"/>
                <a:gd name="T25" fmla="*/ 5 h 817"/>
                <a:gd name="T26" fmla="*/ 1 w 398"/>
                <a:gd name="T27" fmla="*/ 5 h 817"/>
                <a:gd name="T28" fmla="*/ 1 w 398"/>
                <a:gd name="T29" fmla="*/ 5 h 817"/>
                <a:gd name="T30" fmla="*/ 1 w 398"/>
                <a:gd name="T31" fmla="*/ 5 h 817"/>
                <a:gd name="T32" fmla="*/ 0 w 398"/>
                <a:gd name="T33" fmla="*/ 6 h 817"/>
                <a:gd name="T34" fmla="*/ 0 w 398"/>
                <a:gd name="T35" fmla="*/ 6 h 817"/>
                <a:gd name="T36" fmla="*/ 0 w 398"/>
                <a:gd name="T37" fmla="*/ 7 h 817"/>
                <a:gd name="T38" fmla="*/ 1 w 398"/>
                <a:gd name="T39" fmla="*/ 6 h 817"/>
                <a:gd name="T40" fmla="*/ 1 w 398"/>
                <a:gd name="T41" fmla="*/ 6 h 817"/>
                <a:gd name="T42" fmla="*/ 1 w 398"/>
                <a:gd name="T43" fmla="*/ 6 h 817"/>
                <a:gd name="T44" fmla="*/ 2 w 398"/>
                <a:gd name="T45" fmla="*/ 5 h 817"/>
                <a:gd name="T46" fmla="*/ 2 w 398"/>
                <a:gd name="T47" fmla="*/ 5 h 817"/>
                <a:gd name="T48" fmla="*/ 2 w 398"/>
                <a:gd name="T49" fmla="*/ 5 h 817"/>
                <a:gd name="T50" fmla="*/ 2 w 398"/>
                <a:gd name="T51" fmla="*/ 4 h 817"/>
                <a:gd name="T52" fmla="*/ 2 w 398"/>
                <a:gd name="T53" fmla="*/ 4 h 817"/>
                <a:gd name="T54" fmla="*/ 3 w 398"/>
                <a:gd name="T55" fmla="*/ 3 h 817"/>
                <a:gd name="T56" fmla="*/ 3 w 398"/>
                <a:gd name="T57" fmla="*/ 3 h 817"/>
                <a:gd name="T58" fmla="*/ 3 w 398"/>
                <a:gd name="T59" fmla="*/ 3 h 817"/>
                <a:gd name="T60" fmla="*/ 3 w 398"/>
                <a:gd name="T61" fmla="*/ 2 h 817"/>
                <a:gd name="T62" fmla="*/ 3 w 398"/>
                <a:gd name="T63" fmla="*/ 2 h 817"/>
                <a:gd name="T64" fmla="*/ 3 w 398"/>
                <a:gd name="T65" fmla="*/ 1 h 817"/>
                <a:gd name="T66" fmla="*/ 3 w 398"/>
                <a:gd name="T67" fmla="*/ 1 h 817"/>
                <a:gd name="T68" fmla="*/ 3 w 398"/>
                <a:gd name="T69" fmla="*/ 0 h 817"/>
                <a:gd name="T70" fmla="*/ 3 w 398"/>
                <a:gd name="T71" fmla="*/ 0 h 817"/>
                <a:gd name="T72" fmla="*/ 3 w 398"/>
                <a:gd name="T73" fmla="*/ 0 h 817"/>
                <a:gd name="T74" fmla="*/ 3 w 398"/>
                <a:gd name="T75" fmla="*/ 0 h 817"/>
                <a:gd name="T76" fmla="*/ 3 w 398"/>
                <a:gd name="T77" fmla="*/ 0 h 817"/>
                <a:gd name="T78" fmla="*/ 3 w 398"/>
                <a:gd name="T79" fmla="*/ 0 h 817"/>
                <a:gd name="T80" fmla="*/ 3 w 398"/>
                <a:gd name="T81" fmla="*/ 0 h 817"/>
                <a:gd name="T82" fmla="*/ 3 w 398"/>
                <a:gd name="T83" fmla="*/ 0 h 817"/>
                <a:gd name="T84" fmla="*/ 3 w 398"/>
                <a:gd name="T85" fmla="*/ 0 h 817"/>
                <a:gd name="T86" fmla="*/ 2 w 398"/>
                <a:gd name="T87" fmla="*/ 0 h 817"/>
                <a:gd name="T88" fmla="*/ 2 w 398"/>
                <a:gd name="T89" fmla="*/ 0 h 817"/>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398"/>
                <a:gd name="T136" fmla="*/ 0 h 817"/>
                <a:gd name="T137" fmla="*/ 398 w 398"/>
                <a:gd name="T138" fmla="*/ 817 h 817"/>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398" h="817">
                  <a:moveTo>
                    <a:pt x="304" y="47"/>
                  </a:moveTo>
                  <a:lnTo>
                    <a:pt x="304" y="47"/>
                  </a:lnTo>
                  <a:lnTo>
                    <a:pt x="301" y="97"/>
                  </a:lnTo>
                  <a:lnTo>
                    <a:pt x="297" y="147"/>
                  </a:lnTo>
                  <a:lnTo>
                    <a:pt x="291" y="198"/>
                  </a:lnTo>
                  <a:lnTo>
                    <a:pt x="280" y="247"/>
                  </a:lnTo>
                  <a:lnTo>
                    <a:pt x="268" y="297"/>
                  </a:lnTo>
                  <a:lnTo>
                    <a:pt x="253" y="347"/>
                  </a:lnTo>
                  <a:lnTo>
                    <a:pt x="236" y="395"/>
                  </a:lnTo>
                  <a:lnTo>
                    <a:pt x="217" y="442"/>
                  </a:lnTo>
                  <a:lnTo>
                    <a:pt x="195" y="487"/>
                  </a:lnTo>
                  <a:lnTo>
                    <a:pt x="171" y="532"/>
                  </a:lnTo>
                  <a:lnTo>
                    <a:pt x="147" y="574"/>
                  </a:lnTo>
                  <a:lnTo>
                    <a:pt x="121" y="613"/>
                  </a:lnTo>
                  <a:lnTo>
                    <a:pt x="93" y="650"/>
                  </a:lnTo>
                  <a:lnTo>
                    <a:pt x="64" y="684"/>
                  </a:lnTo>
                  <a:lnTo>
                    <a:pt x="32" y="716"/>
                  </a:lnTo>
                  <a:lnTo>
                    <a:pt x="0" y="744"/>
                  </a:lnTo>
                  <a:lnTo>
                    <a:pt x="59" y="817"/>
                  </a:lnTo>
                  <a:lnTo>
                    <a:pt x="95" y="784"/>
                  </a:lnTo>
                  <a:lnTo>
                    <a:pt x="132" y="748"/>
                  </a:lnTo>
                  <a:lnTo>
                    <a:pt x="166" y="709"/>
                  </a:lnTo>
                  <a:lnTo>
                    <a:pt x="196" y="667"/>
                  </a:lnTo>
                  <a:lnTo>
                    <a:pt x="227" y="623"/>
                  </a:lnTo>
                  <a:lnTo>
                    <a:pt x="253" y="576"/>
                  </a:lnTo>
                  <a:lnTo>
                    <a:pt x="279" y="530"/>
                  </a:lnTo>
                  <a:lnTo>
                    <a:pt x="301" y="479"/>
                  </a:lnTo>
                  <a:lnTo>
                    <a:pt x="323" y="428"/>
                  </a:lnTo>
                  <a:lnTo>
                    <a:pt x="342" y="375"/>
                  </a:lnTo>
                  <a:lnTo>
                    <a:pt x="359" y="321"/>
                  </a:lnTo>
                  <a:lnTo>
                    <a:pt x="372" y="268"/>
                  </a:lnTo>
                  <a:lnTo>
                    <a:pt x="382" y="212"/>
                  </a:lnTo>
                  <a:lnTo>
                    <a:pt x="391" y="157"/>
                  </a:lnTo>
                  <a:lnTo>
                    <a:pt x="395" y="102"/>
                  </a:lnTo>
                  <a:lnTo>
                    <a:pt x="398" y="47"/>
                  </a:lnTo>
                  <a:lnTo>
                    <a:pt x="394" y="27"/>
                  </a:lnTo>
                  <a:lnTo>
                    <a:pt x="383" y="11"/>
                  </a:lnTo>
                  <a:lnTo>
                    <a:pt x="368" y="3"/>
                  </a:lnTo>
                  <a:lnTo>
                    <a:pt x="351" y="0"/>
                  </a:lnTo>
                  <a:lnTo>
                    <a:pt x="333" y="3"/>
                  </a:lnTo>
                  <a:lnTo>
                    <a:pt x="319" y="11"/>
                  </a:lnTo>
                  <a:lnTo>
                    <a:pt x="307" y="27"/>
                  </a:lnTo>
                  <a:lnTo>
                    <a:pt x="304" y="4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8928" name="Freeform 40"/>
            <p:cNvSpPr>
              <a:spLocks/>
            </p:cNvSpPr>
            <p:nvPr/>
          </p:nvSpPr>
          <p:spPr bwMode="auto">
            <a:xfrm>
              <a:off x="1660" y="1701"/>
              <a:ext cx="19" cy="365"/>
            </a:xfrm>
            <a:custGeom>
              <a:avLst/>
              <a:gdLst>
                <a:gd name="T0" fmla="*/ 0 w 95"/>
                <a:gd name="T1" fmla="*/ 0 h 1826"/>
                <a:gd name="T2" fmla="*/ 0 w 95"/>
                <a:gd name="T3" fmla="*/ 0 h 1826"/>
                <a:gd name="T4" fmla="*/ 0 w 95"/>
                <a:gd name="T5" fmla="*/ 15 h 1826"/>
                <a:gd name="T6" fmla="*/ 1 w 95"/>
                <a:gd name="T7" fmla="*/ 15 h 1826"/>
                <a:gd name="T8" fmla="*/ 1 w 95"/>
                <a:gd name="T9" fmla="*/ 0 h 1826"/>
                <a:gd name="T10" fmla="*/ 1 w 95"/>
                <a:gd name="T11" fmla="*/ 0 h 1826"/>
                <a:gd name="T12" fmla="*/ 1 w 95"/>
                <a:gd name="T13" fmla="*/ 0 h 1826"/>
                <a:gd name="T14" fmla="*/ 1 w 95"/>
                <a:gd name="T15" fmla="*/ 0 h 1826"/>
                <a:gd name="T16" fmla="*/ 1 w 95"/>
                <a:gd name="T17" fmla="*/ 0 h 1826"/>
                <a:gd name="T18" fmla="*/ 1 w 95"/>
                <a:gd name="T19" fmla="*/ 0 h 1826"/>
                <a:gd name="T20" fmla="*/ 0 w 95"/>
                <a:gd name="T21" fmla="*/ 0 h 1826"/>
                <a:gd name="T22" fmla="*/ 0 w 95"/>
                <a:gd name="T23" fmla="*/ 0 h 1826"/>
                <a:gd name="T24" fmla="*/ 0 w 95"/>
                <a:gd name="T25" fmla="*/ 0 h 1826"/>
                <a:gd name="T26" fmla="*/ 0 w 95"/>
                <a:gd name="T27" fmla="*/ 0 h 1826"/>
                <a:gd name="T28" fmla="*/ 0 w 95"/>
                <a:gd name="T29" fmla="*/ 0 h 1826"/>
                <a:gd name="T30" fmla="*/ 0 w 95"/>
                <a:gd name="T31" fmla="*/ 0 h 182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95"/>
                <a:gd name="T49" fmla="*/ 0 h 1826"/>
                <a:gd name="T50" fmla="*/ 95 w 95"/>
                <a:gd name="T51" fmla="*/ 1826 h 182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95" h="1826">
                  <a:moveTo>
                    <a:pt x="0" y="49"/>
                  </a:moveTo>
                  <a:lnTo>
                    <a:pt x="0" y="47"/>
                  </a:lnTo>
                  <a:lnTo>
                    <a:pt x="1" y="1826"/>
                  </a:lnTo>
                  <a:lnTo>
                    <a:pt x="95" y="1826"/>
                  </a:lnTo>
                  <a:lnTo>
                    <a:pt x="93" y="47"/>
                  </a:lnTo>
                  <a:lnTo>
                    <a:pt x="93" y="45"/>
                  </a:lnTo>
                  <a:lnTo>
                    <a:pt x="93" y="47"/>
                  </a:lnTo>
                  <a:lnTo>
                    <a:pt x="90" y="27"/>
                  </a:lnTo>
                  <a:lnTo>
                    <a:pt x="79" y="12"/>
                  </a:lnTo>
                  <a:lnTo>
                    <a:pt x="64" y="4"/>
                  </a:lnTo>
                  <a:lnTo>
                    <a:pt x="47" y="0"/>
                  </a:lnTo>
                  <a:lnTo>
                    <a:pt x="29" y="4"/>
                  </a:lnTo>
                  <a:lnTo>
                    <a:pt x="15" y="12"/>
                  </a:lnTo>
                  <a:lnTo>
                    <a:pt x="3" y="27"/>
                  </a:lnTo>
                  <a:lnTo>
                    <a:pt x="0" y="47"/>
                  </a:lnTo>
                  <a:lnTo>
                    <a:pt x="0" y="4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8929" name="Freeform 41"/>
            <p:cNvSpPr>
              <a:spLocks/>
            </p:cNvSpPr>
            <p:nvPr/>
          </p:nvSpPr>
          <p:spPr bwMode="auto">
            <a:xfrm>
              <a:off x="1598" y="1598"/>
              <a:ext cx="81" cy="113"/>
            </a:xfrm>
            <a:custGeom>
              <a:avLst/>
              <a:gdLst>
                <a:gd name="T0" fmla="*/ 0 w 401"/>
                <a:gd name="T1" fmla="*/ 1 h 566"/>
                <a:gd name="T2" fmla="*/ 0 w 401"/>
                <a:gd name="T3" fmla="*/ 1 h 566"/>
                <a:gd name="T4" fmla="*/ 0 w 401"/>
                <a:gd name="T5" fmla="*/ 1 h 566"/>
                <a:gd name="T6" fmla="*/ 1 w 401"/>
                <a:gd name="T7" fmla="*/ 1 h 566"/>
                <a:gd name="T8" fmla="*/ 1 w 401"/>
                <a:gd name="T9" fmla="*/ 1 h 566"/>
                <a:gd name="T10" fmla="*/ 1 w 401"/>
                <a:gd name="T11" fmla="*/ 1 h 566"/>
                <a:gd name="T12" fmla="*/ 1 w 401"/>
                <a:gd name="T13" fmla="*/ 2 h 566"/>
                <a:gd name="T14" fmla="*/ 1 w 401"/>
                <a:gd name="T15" fmla="*/ 2 h 566"/>
                <a:gd name="T16" fmla="*/ 2 w 401"/>
                <a:gd name="T17" fmla="*/ 2 h 566"/>
                <a:gd name="T18" fmla="*/ 2 w 401"/>
                <a:gd name="T19" fmla="*/ 2 h 566"/>
                <a:gd name="T20" fmla="*/ 2 w 401"/>
                <a:gd name="T21" fmla="*/ 2 h 566"/>
                <a:gd name="T22" fmla="*/ 2 w 401"/>
                <a:gd name="T23" fmla="*/ 3 h 566"/>
                <a:gd name="T24" fmla="*/ 2 w 401"/>
                <a:gd name="T25" fmla="*/ 3 h 566"/>
                <a:gd name="T26" fmla="*/ 2 w 401"/>
                <a:gd name="T27" fmla="*/ 3 h 566"/>
                <a:gd name="T28" fmla="*/ 2 w 401"/>
                <a:gd name="T29" fmla="*/ 4 h 566"/>
                <a:gd name="T30" fmla="*/ 2 w 401"/>
                <a:gd name="T31" fmla="*/ 4 h 566"/>
                <a:gd name="T32" fmla="*/ 2 w 401"/>
                <a:gd name="T33" fmla="*/ 4 h 566"/>
                <a:gd name="T34" fmla="*/ 3 w 401"/>
                <a:gd name="T35" fmla="*/ 5 h 566"/>
                <a:gd name="T36" fmla="*/ 3 w 401"/>
                <a:gd name="T37" fmla="*/ 4 h 566"/>
                <a:gd name="T38" fmla="*/ 3 w 401"/>
                <a:gd name="T39" fmla="*/ 4 h 566"/>
                <a:gd name="T40" fmla="*/ 3 w 401"/>
                <a:gd name="T41" fmla="*/ 4 h 566"/>
                <a:gd name="T42" fmla="*/ 3 w 401"/>
                <a:gd name="T43" fmla="*/ 3 h 566"/>
                <a:gd name="T44" fmla="*/ 3 w 401"/>
                <a:gd name="T45" fmla="*/ 3 h 566"/>
                <a:gd name="T46" fmla="*/ 3 w 401"/>
                <a:gd name="T47" fmla="*/ 3 h 566"/>
                <a:gd name="T48" fmla="*/ 3 w 401"/>
                <a:gd name="T49" fmla="*/ 2 h 566"/>
                <a:gd name="T50" fmla="*/ 3 w 401"/>
                <a:gd name="T51" fmla="*/ 2 h 566"/>
                <a:gd name="T52" fmla="*/ 2 w 401"/>
                <a:gd name="T53" fmla="*/ 2 h 566"/>
                <a:gd name="T54" fmla="*/ 2 w 401"/>
                <a:gd name="T55" fmla="*/ 2 h 566"/>
                <a:gd name="T56" fmla="*/ 2 w 401"/>
                <a:gd name="T57" fmla="*/ 1 h 566"/>
                <a:gd name="T58" fmla="*/ 2 w 401"/>
                <a:gd name="T59" fmla="*/ 1 h 566"/>
                <a:gd name="T60" fmla="*/ 2 w 401"/>
                <a:gd name="T61" fmla="*/ 1 h 566"/>
                <a:gd name="T62" fmla="*/ 1 w 401"/>
                <a:gd name="T63" fmla="*/ 1 h 566"/>
                <a:gd name="T64" fmla="*/ 1 w 401"/>
                <a:gd name="T65" fmla="*/ 0 h 566"/>
                <a:gd name="T66" fmla="*/ 1 w 401"/>
                <a:gd name="T67" fmla="*/ 0 h 566"/>
                <a:gd name="T68" fmla="*/ 1 w 401"/>
                <a:gd name="T69" fmla="*/ 0 h 566"/>
                <a:gd name="T70" fmla="*/ 1 w 401"/>
                <a:gd name="T71" fmla="*/ 0 h 566"/>
                <a:gd name="T72" fmla="*/ 1 w 401"/>
                <a:gd name="T73" fmla="*/ 0 h 566"/>
                <a:gd name="T74" fmla="*/ 0 w 401"/>
                <a:gd name="T75" fmla="*/ 0 h 566"/>
                <a:gd name="T76" fmla="*/ 0 w 401"/>
                <a:gd name="T77" fmla="*/ 0 h 566"/>
                <a:gd name="T78" fmla="*/ 0 w 401"/>
                <a:gd name="T79" fmla="*/ 0 h 566"/>
                <a:gd name="T80" fmla="*/ 0 w 401"/>
                <a:gd name="T81" fmla="*/ 0 h 566"/>
                <a:gd name="T82" fmla="*/ 0 w 401"/>
                <a:gd name="T83" fmla="*/ 0 h 566"/>
                <a:gd name="T84" fmla="*/ 0 w 401"/>
                <a:gd name="T85" fmla="*/ 0 h 566"/>
                <a:gd name="T86" fmla="*/ 0 w 401"/>
                <a:gd name="T87" fmla="*/ 1 h 566"/>
                <a:gd name="T88" fmla="*/ 0 w 401"/>
                <a:gd name="T89" fmla="*/ 1 h 56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401"/>
                <a:gd name="T136" fmla="*/ 0 h 566"/>
                <a:gd name="T137" fmla="*/ 401 w 401"/>
                <a:gd name="T138" fmla="*/ 566 h 566"/>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401" h="566">
                  <a:moveTo>
                    <a:pt x="23" y="88"/>
                  </a:moveTo>
                  <a:lnTo>
                    <a:pt x="23" y="88"/>
                  </a:lnTo>
                  <a:lnTo>
                    <a:pt x="53" y="107"/>
                  </a:lnTo>
                  <a:lnTo>
                    <a:pt x="83" y="125"/>
                  </a:lnTo>
                  <a:lnTo>
                    <a:pt x="108" y="147"/>
                  </a:lnTo>
                  <a:lnTo>
                    <a:pt x="135" y="171"/>
                  </a:lnTo>
                  <a:lnTo>
                    <a:pt x="160" y="196"/>
                  </a:lnTo>
                  <a:lnTo>
                    <a:pt x="182" y="223"/>
                  </a:lnTo>
                  <a:lnTo>
                    <a:pt x="205" y="251"/>
                  </a:lnTo>
                  <a:lnTo>
                    <a:pt x="223" y="281"/>
                  </a:lnTo>
                  <a:lnTo>
                    <a:pt x="240" y="312"/>
                  </a:lnTo>
                  <a:lnTo>
                    <a:pt x="256" y="345"/>
                  </a:lnTo>
                  <a:lnTo>
                    <a:pt x="270" y="379"/>
                  </a:lnTo>
                  <a:lnTo>
                    <a:pt x="282" y="414"/>
                  </a:lnTo>
                  <a:lnTo>
                    <a:pt x="291" y="450"/>
                  </a:lnTo>
                  <a:lnTo>
                    <a:pt x="299" y="488"/>
                  </a:lnTo>
                  <a:lnTo>
                    <a:pt x="304" y="526"/>
                  </a:lnTo>
                  <a:lnTo>
                    <a:pt x="308" y="566"/>
                  </a:lnTo>
                  <a:lnTo>
                    <a:pt x="401" y="562"/>
                  </a:lnTo>
                  <a:lnTo>
                    <a:pt x="398" y="517"/>
                  </a:lnTo>
                  <a:lnTo>
                    <a:pt x="391" y="471"/>
                  </a:lnTo>
                  <a:lnTo>
                    <a:pt x="383" y="429"/>
                  </a:lnTo>
                  <a:lnTo>
                    <a:pt x="371" y="386"/>
                  </a:lnTo>
                  <a:lnTo>
                    <a:pt x="357" y="346"/>
                  </a:lnTo>
                  <a:lnTo>
                    <a:pt x="340" y="307"/>
                  </a:lnTo>
                  <a:lnTo>
                    <a:pt x="324" y="270"/>
                  </a:lnTo>
                  <a:lnTo>
                    <a:pt x="303" y="232"/>
                  </a:lnTo>
                  <a:lnTo>
                    <a:pt x="280" y="197"/>
                  </a:lnTo>
                  <a:lnTo>
                    <a:pt x="255" y="164"/>
                  </a:lnTo>
                  <a:lnTo>
                    <a:pt x="228" y="132"/>
                  </a:lnTo>
                  <a:lnTo>
                    <a:pt x="199" y="103"/>
                  </a:lnTo>
                  <a:lnTo>
                    <a:pt x="169" y="76"/>
                  </a:lnTo>
                  <a:lnTo>
                    <a:pt x="137" y="50"/>
                  </a:lnTo>
                  <a:lnTo>
                    <a:pt x="103" y="27"/>
                  </a:lnTo>
                  <a:lnTo>
                    <a:pt x="67" y="6"/>
                  </a:lnTo>
                  <a:lnTo>
                    <a:pt x="48" y="0"/>
                  </a:lnTo>
                  <a:lnTo>
                    <a:pt x="30" y="2"/>
                  </a:lnTo>
                  <a:lnTo>
                    <a:pt x="16" y="12"/>
                  </a:lnTo>
                  <a:lnTo>
                    <a:pt x="5" y="25"/>
                  </a:lnTo>
                  <a:lnTo>
                    <a:pt x="0" y="41"/>
                  </a:lnTo>
                  <a:lnTo>
                    <a:pt x="0" y="59"/>
                  </a:lnTo>
                  <a:lnTo>
                    <a:pt x="8" y="75"/>
                  </a:lnTo>
                  <a:lnTo>
                    <a:pt x="23"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8930" name="Freeform 42"/>
            <p:cNvSpPr>
              <a:spLocks/>
            </p:cNvSpPr>
            <p:nvPr/>
          </p:nvSpPr>
          <p:spPr bwMode="auto">
            <a:xfrm>
              <a:off x="1346" y="1455"/>
              <a:ext cx="266" cy="160"/>
            </a:xfrm>
            <a:custGeom>
              <a:avLst/>
              <a:gdLst>
                <a:gd name="T0" fmla="*/ 0 w 1330"/>
                <a:gd name="T1" fmla="*/ 1 h 801"/>
                <a:gd name="T2" fmla="*/ 0 w 1330"/>
                <a:gd name="T3" fmla="*/ 1 h 801"/>
                <a:gd name="T4" fmla="*/ 10 w 1330"/>
                <a:gd name="T5" fmla="*/ 6 h 801"/>
                <a:gd name="T6" fmla="*/ 11 w 1330"/>
                <a:gd name="T7" fmla="*/ 6 h 801"/>
                <a:gd name="T8" fmla="*/ 1 w 1330"/>
                <a:gd name="T9" fmla="*/ 0 h 801"/>
                <a:gd name="T10" fmla="*/ 1 w 1330"/>
                <a:gd name="T11" fmla="*/ 0 h 801"/>
                <a:gd name="T12" fmla="*/ 1 w 1330"/>
                <a:gd name="T13" fmla="*/ 0 h 801"/>
                <a:gd name="T14" fmla="*/ 0 w 1330"/>
                <a:gd name="T15" fmla="*/ 0 h 801"/>
                <a:gd name="T16" fmla="*/ 0 w 1330"/>
                <a:gd name="T17" fmla="*/ 0 h 801"/>
                <a:gd name="T18" fmla="*/ 0 w 1330"/>
                <a:gd name="T19" fmla="*/ 0 h 801"/>
                <a:gd name="T20" fmla="*/ 0 w 1330"/>
                <a:gd name="T21" fmla="*/ 0 h 801"/>
                <a:gd name="T22" fmla="*/ 0 w 1330"/>
                <a:gd name="T23" fmla="*/ 0 h 801"/>
                <a:gd name="T24" fmla="*/ 0 w 1330"/>
                <a:gd name="T25" fmla="*/ 0 h 801"/>
                <a:gd name="T26" fmla="*/ 0 w 1330"/>
                <a:gd name="T27" fmla="*/ 1 h 801"/>
                <a:gd name="T28" fmla="*/ 0 w 1330"/>
                <a:gd name="T29" fmla="*/ 1 h 801"/>
                <a:gd name="T30" fmla="*/ 0 w 1330"/>
                <a:gd name="T31" fmla="*/ 1 h 801"/>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30"/>
                <a:gd name="T49" fmla="*/ 0 h 801"/>
                <a:gd name="T50" fmla="*/ 1330 w 1330"/>
                <a:gd name="T51" fmla="*/ 801 h 801"/>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30" h="801">
                  <a:moveTo>
                    <a:pt x="24" y="88"/>
                  </a:moveTo>
                  <a:lnTo>
                    <a:pt x="23" y="88"/>
                  </a:lnTo>
                  <a:lnTo>
                    <a:pt x="1286" y="801"/>
                  </a:lnTo>
                  <a:lnTo>
                    <a:pt x="1330" y="719"/>
                  </a:lnTo>
                  <a:lnTo>
                    <a:pt x="67" y="6"/>
                  </a:lnTo>
                  <a:lnTo>
                    <a:pt x="66" y="6"/>
                  </a:lnTo>
                  <a:lnTo>
                    <a:pt x="67" y="6"/>
                  </a:lnTo>
                  <a:lnTo>
                    <a:pt x="48" y="0"/>
                  </a:lnTo>
                  <a:lnTo>
                    <a:pt x="30" y="2"/>
                  </a:lnTo>
                  <a:lnTo>
                    <a:pt x="16" y="12"/>
                  </a:lnTo>
                  <a:lnTo>
                    <a:pt x="5" y="25"/>
                  </a:lnTo>
                  <a:lnTo>
                    <a:pt x="0" y="41"/>
                  </a:lnTo>
                  <a:lnTo>
                    <a:pt x="0" y="59"/>
                  </a:lnTo>
                  <a:lnTo>
                    <a:pt x="8" y="75"/>
                  </a:lnTo>
                  <a:lnTo>
                    <a:pt x="23" y="88"/>
                  </a:lnTo>
                  <a:lnTo>
                    <a:pt x="24"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8931" name="Freeform 43"/>
            <p:cNvSpPr>
              <a:spLocks/>
            </p:cNvSpPr>
            <p:nvPr/>
          </p:nvSpPr>
          <p:spPr bwMode="auto">
            <a:xfrm>
              <a:off x="1198" y="1439"/>
              <a:ext cx="161" cy="35"/>
            </a:xfrm>
            <a:custGeom>
              <a:avLst/>
              <a:gdLst>
                <a:gd name="T0" fmla="*/ 1 w 806"/>
                <a:gd name="T1" fmla="*/ 1 h 177"/>
                <a:gd name="T2" fmla="*/ 1 w 806"/>
                <a:gd name="T3" fmla="*/ 1 h 177"/>
                <a:gd name="T4" fmla="*/ 1 w 806"/>
                <a:gd name="T5" fmla="*/ 1 h 177"/>
                <a:gd name="T6" fmla="*/ 1 w 806"/>
                <a:gd name="T7" fmla="*/ 1 h 177"/>
                <a:gd name="T8" fmla="*/ 2 w 806"/>
                <a:gd name="T9" fmla="*/ 1 h 177"/>
                <a:gd name="T10" fmla="*/ 2 w 806"/>
                <a:gd name="T11" fmla="*/ 1 h 177"/>
                <a:gd name="T12" fmla="*/ 2 w 806"/>
                <a:gd name="T13" fmla="*/ 1 h 177"/>
                <a:gd name="T14" fmla="*/ 3 w 806"/>
                <a:gd name="T15" fmla="*/ 1 h 177"/>
                <a:gd name="T16" fmla="*/ 3 w 806"/>
                <a:gd name="T17" fmla="*/ 1 h 177"/>
                <a:gd name="T18" fmla="*/ 3 w 806"/>
                <a:gd name="T19" fmla="*/ 1 h 177"/>
                <a:gd name="T20" fmla="*/ 4 w 806"/>
                <a:gd name="T21" fmla="*/ 1 h 177"/>
                <a:gd name="T22" fmla="*/ 4 w 806"/>
                <a:gd name="T23" fmla="*/ 1 h 177"/>
                <a:gd name="T24" fmla="*/ 5 w 806"/>
                <a:gd name="T25" fmla="*/ 1 h 177"/>
                <a:gd name="T26" fmla="*/ 5 w 806"/>
                <a:gd name="T27" fmla="*/ 1 h 177"/>
                <a:gd name="T28" fmla="*/ 5 w 806"/>
                <a:gd name="T29" fmla="*/ 1 h 177"/>
                <a:gd name="T30" fmla="*/ 6 w 806"/>
                <a:gd name="T31" fmla="*/ 1 h 177"/>
                <a:gd name="T32" fmla="*/ 6 w 806"/>
                <a:gd name="T33" fmla="*/ 1 h 177"/>
                <a:gd name="T34" fmla="*/ 6 w 806"/>
                <a:gd name="T35" fmla="*/ 1 h 177"/>
                <a:gd name="T36" fmla="*/ 6 w 806"/>
                <a:gd name="T37" fmla="*/ 1 h 177"/>
                <a:gd name="T38" fmla="*/ 6 w 806"/>
                <a:gd name="T39" fmla="*/ 1 h 177"/>
                <a:gd name="T40" fmla="*/ 6 w 806"/>
                <a:gd name="T41" fmla="*/ 0 h 177"/>
                <a:gd name="T42" fmla="*/ 5 w 806"/>
                <a:gd name="T43" fmla="*/ 0 h 177"/>
                <a:gd name="T44" fmla="*/ 5 w 806"/>
                <a:gd name="T45" fmla="*/ 0 h 177"/>
                <a:gd name="T46" fmla="*/ 5 w 806"/>
                <a:gd name="T47" fmla="*/ 0 h 177"/>
                <a:gd name="T48" fmla="*/ 4 w 806"/>
                <a:gd name="T49" fmla="*/ 0 h 177"/>
                <a:gd name="T50" fmla="*/ 4 w 806"/>
                <a:gd name="T51" fmla="*/ 0 h 177"/>
                <a:gd name="T52" fmla="*/ 3 w 806"/>
                <a:gd name="T53" fmla="*/ 0 h 177"/>
                <a:gd name="T54" fmla="*/ 3 w 806"/>
                <a:gd name="T55" fmla="*/ 0 h 177"/>
                <a:gd name="T56" fmla="*/ 3 w 806"/>
                <a:gd name="T57" fmla="*/ 0 h 177"/>
                <a:gd name="T58" fmla="*/ 2 w 806"/>
                <a:gd name="T59" fmla="*/ 0 h 177"/>
                <a:gd name="T60" fmla="*/ 2 w 806"/>
                <a:gd name="T61" fmla="*/ 0 h 177"/>
                <a:gd name="T62" fmla="*/ 1 w 806"/>
                <a:gd name="T63" fmla="*/ 0 h 177"/>
                <a:gd name="T64" fmla="*/ 1 w 806"/>
                <a:gd name="T65" fmla="*/ 0 h 177"/>
                <a:gd name="T66" fmla="*/ 1 w 806"/>
                <a:gd name="T67" fmla="*/ 1 h 177"/>
                <a:gd name="T68" fmla="*/ 0 w 806"/>
                <a:gd name="T69" fmla="*/ 1 h 177"/>
                <a:gd name="T70" fmla="*/ 0 w 806"/>
                <a:gd name="T71" fmla="*/ 1 h 177"/>
                <a:gd name="T72" fmla="*/ 0 w 806"/>
                <a:gd name="T73" fmla="*/ 1 h 177"/>
                <a:gd name="T74" fmla="*/ 0 w 806"/>
                <a:gd name="T75" fmla="*/ 1 h 177"/>
                <a:gd name="T76" fmla="*/ 0 w 806"/>
                <a:gd name="T77" fmla="*/ 1 h 177"/>
                <a:gd name="T78" fmla="*/ 0 w 806"/>
                <a:gd name="T79" fmla="*/ 1 h 177"/>
                <a:gd name="T80" fmla="*/ 0 w 806"/>
                <a:gd name="T81" fmla="*/ 1 h 177"/>
                <a:gd name="T82" fmla="*/ 0 w 806"/>
                <a:gd name="T83" fmla="*/ 1 h 177"/>
                <a:gd name="T84" fmla="*/ 0 w 806"/>
                <a:gd name="T85" fmla="*/ 1 h 177"/>
                <a:gd name="T86" fmla="*/ 0 w 806"/>
                <a:gd name="T87" fmla="*/ 1 h 177"/>
                <a:gd name="T88" fmla="*/ 1 w 806"/>
                <a:gd name="T89" fmla="*/ 1 h 177"/>
                <a:gd name="T90" fmla="*/ 1 w 806"/>
                <a:gd name="T91" fmla="*/ 1 h 17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806"/>
                <a:gd name="T139" fmla="*/ 0 h 177"/>
                <a:gd name="T140" fmla="*/ 806 w 806"/>
                <a:gd name="T141" fmla="*/ 177 h 17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806" h="177">
                  <a:moveTo>
                    <a:pt x="67" y="171"/>
                  </a:moveTo>
                  <a:lnTo>
                    <a:pt x="68" y="171"/>
                  </a:lnTo>
                  <a:lnTo>
                    <a:pt x="109" y="151"/>
                  </a:lnTo>
                  <a:lnTo>
                    <a:pt x="151" y="135"/>
                  </a:lnTo>
                  <a:lnTo>
                    <a:pt x="196" y="122"/>
                  </a:lnTo>
                  <a:lnTo>
                    <a:pt x="242" y="110"/>
                  </a:lnTo>
                  <a:lnTo>
                    <a:pt x="287" y="102"/>
                  </a:lnTo>
                  <a:lnTo>
                    <a:pt x="335" y="97"/>
                  </a:lnTo>
                  <a:lnTo>
                    <a:pt x="382" y="95"/>
                  </a:lnTo>
                  <a:lnTo>
                    <a:pt x="430" y="94"/>
                  </a:lnTo>
                  <a:lnTo>
                    <a:pt x="477" y="97"/>
                  </a:lnTo>
                  <a:lnTo>
                    <a:pt x="524" y="102"/>
                  </a:lnTo>
                  <a:lnTo>
                    <a:pt x="568" y="108"/>
                  </a:lnTo>
                  <a:lnTo>
                    <a:pt x="612" y="117"/>
                  </a:lnTo>
                  <a:lnTo>
                    <a:pt x="654" y="128"/>
                  </a:lnTo>
                  <a:lnTo>
                    <a:pt x="693" y="141"/>
                  </a:lnTo>
                  <a:lnTo>
                    <a:pt x="730" y="155"/>
                  </a:lnTo>
                  <a:lnTo>
                    <a:pt x="764" y="171"/>
                  </a:lnTo>
                  <a:lnTo>
                    <a:pt x="806" y="89"/>
                  </a:lnTo>
                  <a:lnTo>
                    <a:pt x="768" y="70"/>
                  </a:lnTo>
                  <a:lnTo>
                    <a:pt x="725" y="54"/>
                  </a:lnTo>
                  <a:lnTo>
                    <a:pt x="680" y="39"/>
                  </a:lnTo>
                  <a:lnTo>
                    <a:pt x="633" y="26"/>
                  </a:lnTo>
                  <a:lnTo>
                    <a:pt x="585" y="16"/>
                  </a:lnTo>
                  <a:lnTo>
                    <a:pt x="536" y="8"/>
                  </a:lnTo>
                  <a:lnTo>
                    <a:pt x="484" y="3"/>
                  </a:lnTo>
                  <a:lnTo>
                    <a:pt x="433" y="0"/>
                  </a:lnTo>
                  <a:lnTo>
                    <a:pt x="380" y="1"/>
                  </a:lnTo>
                  <a:lnTo>
                    <a:pt x="328" y="3"/>
                  </a:lnTo>
                  <a:lnTo>
                    <a:pt x="276" y="10"/>
                  </a:lnTo>
                  <a:lnTo>
                    <a:pt x="223" y="19"/>
                  </a:lnTo>
                  <a:lnTo>
                    <a:pt x="172" y="30"/>
                  </a:lnTo>
                  <a:lnTo>
                    <a:pt x="121" y="46"/>
                  </a:lnTo>
                  <a:lnTo>
                    <a:pt x="72" y="67"/>
                  </a:lnTo>
                  <a:lnTo>
                    <a:pt x="24" y="89"/>
                  </a:lnTo>
                  <a:lnTo>
                    <a:pt x="25" y="89"/>
                  </a:lnTo>
                  <a:lnTo>
                    <a:pt x="24" y="89"/>
                  </a:lnTo>
                  <a:lnTo>
                    <a:pt x="8" y="102"/>
                  </a:lnTo>
                  <a:lnTo>
                    <a:pt x="0" y="118"/>
                  </a:lnTo>
                  <a:lnTo>
                    <a:pt x="0" y="136"/>
                  </a:lnTo>
                  <a:lnTo>
                    <a:pt x="6" y="152"/>
                  </a:lnTo>
                  <a:lnTo>
                    <a:pt x="17" y="165"/>
                  </a:lnTo>
                  <a:lnTo>
                    <a:pt x="31" y="175"/>
                  </a:lnTo>
                  <a:lnTo>
                    <a:pt x="48" y="177"/>
                  </a:lnTo>
                  <a:lnTo>
                    <a:pt x="68" y="171"/>
                  </a:lnTo>
                  <a:lnTo>
                    <a:pt x="67" y="1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8932" name="Freeform 44"/>
            <p:cNvSpPr>
              <a:spLocks/>
            </p:cNvSpPr>
            <p:nvPr/>
          </p:nvSpPr>
          <p:spPr bwMode="auto">
            <a:xfrm>
              <a:off x="931" y="1456"/>
              <a:ext cx="280" cy="158"/>
            </a:xfrm>
            <a:custGeom>
              <a:avLst/>
              <a:gdLst>
                <a:gd name="T0" fmla="*/ 1 w 1402"/>
                <a:gd name="T1" fmla="*/ 6 h 787"/>
                <a:gd name="T2" fmla="*/ 1 w 1402"/>
                <a:gd name="T3" fmla="*/ 6 h 787"/>
                <a:gd name="T4" fmla="*/ 11 w 1402"/>
                <a:gd name="T5" fmla="*/ 1 h 787"/>
                <a:gd name="T6" fmla="*/ 11 w 1402"/>
                <a:gd name="T7" fmla="*/ 0 h 787"/>
                <a:gd name="T8" fmla="*/ 0 w 1402"/>
                <a:gd name="T9" fmla="*/ 6 h 787"/>
                <a:gd name="T10" fmla="*/ 0 w 1402"/>
                <a:gd name="T11" fmla="*/ 6 h 787"/>
                <a:gd name="T12" fmla="*/ 0 w 1402"/>
                <a:gd name="T13" fmla="*/ 6 h 787"/>
                <a:gd name="T14" fmla="*/ 0 w 1402"/>
                <a:gd name="T15" fmla="*/ 6 h 787"/>
                <a:gd name="T16" fmla="*/ 0 w 1402"/>
                <a:gd name="T17" fmla="*/ 6 h 787"/>
                <a:gd name="T18" fmla="*/ 0 w 1402"/>
                <a:gd name="T19" fmla="*/ 6 h 787"/>
                <a:gd name="T20" fmla="*/ 0 w 1402"/>
                <a:gd name="T21" fmla="*/ 6 h 787"/>
                <a:gd name="T22" fmla="*/ 0 w 1402"/>
                <a:gd name="T23" fmla="*/ 6 h 787"/>
                <a:gd name="T24" fmla="*/ 0 w 1402"/>
                <a:gd name="T25" fmla="*/ 6 h 787"/>
                <a:gd name="T26" fmla="*/ 0 w 1402"/>
                <a:gd name="T27" fmla="*/ 6 h 787"/>
                <a:gd name="T28" fmla="*/ 1 w 1402"/>
                <a:gd name="T29" fmla="*/ 6 h 787"/>
                <a:gd name="T30" fmla="*/ 1 w 1402"/>
                <a:gd name="T31" fmla="*/ 6 h 78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02"/>
                <a:gd name="T49" fmla="*/ 0 h 787"/>
                <a:gd name="T50" fmla="*/ 1402 w 1402"/>
                <a:gd name="T51" fmla="*/ 787 h 78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02" h="787">
                  <a:moveTo>
                    <a:pt x="69" y="781"/>
                  </a:moveTo>
                  <a:lnTo>
                    <a:pt x="66" y="781"/>
                  </a:lnTo>
                  <a:lnTo>
                    <a:pt x="1402" y="82"/>
                  </a:lnTo>
                  <a:lnTo>
                    <a:pt x="1360" y="0"/>
                  </a:lnTo>
                  <a:lnTo>
                    <a:pt x="24" y="699"/>
                  </a:lnTo>
                  <a:lnTo>
                    <a:pt x="22" y="699"/>
                  </a:lnTo>
                  <a:lnTo>
                    <a:pt x="24" y="699"/>
                  </a:lnTo>
                  <a:lnTo>
                    <a:pt x="8" y="712"/>
                  </a:lnTo>
                  <a:lnTo>
                    <a:pt x="1" y="727"/>
                  </a:lnTo>
                  <a:lnTo>
                    <a:pt x="0" y="744"/>
                  </a:lnTo>
                  <a:lnTo>
                    <a:pt x="5" y="761"/>
                  </a:lnTo>
                  <a:lnTo>
                    <a:pt x="15" y="775"/>
                  </a:lnTo>
                  <a:lnTo>
                    <a:pt x="30" y="784"/>
                  </a:lnTo>
                  <a:lnTo>
                    <a:pt x="46" y="787"/>
                  </a:lnTo>
                  <a:lnTo>
                    <a:pt x="66" y="781"/>
                  </a:lnTo>
                  <a:lnTo>
                    <a:pt x="69" y="7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8933" name="Freeform 45"/>
            <p:cNvSpPr>
              <a:spLocks/>
            </p:cNvSpPr>
            <p:nvPr/>
          </p:nvSpPr>
          <p:spPr bwMode="auto">
            <a:xfrm>
              <a:off x="868" y="1596"/>
              <a:ext cx="77" cy="126"/>
            </a:xfrm>
            <a:custGeom>
              <a:avLst/>
              <a:gdLst>
                <a:gd name="T0" fmla="*/ 1 w 382"/>
                <a:gd name="T1" fmla="*/ 5 h 628"/>
                <a:gd name="T2" fmla="*/ 1 w 382"/>
                <a:gd name="T3" fmla="*/ 5 h 628"/>
                <a:gd name="T4" fmla="*/ 1 w 382"/>
                <a:gd name="T5" fmla="*/ 4 h 628"/>
                <a:gd name="T6" fmla="*/ 1 w 382"/>
                <a:gd name="T7" fmla="*/ 4 h 628"/>
                <a:gd name="T8" fmla="*/ 1 w 382"/>
                <a:gd name="T9" fmla="*/ 4 h 628"/>
                <a:gd name="T10" fmla="*/ 1 w 382"/>
                <a:gd name="T11" fmla="*/ 3 h 628"/>
                <a:gd name="T12" fmla="*/ 1 w 382"/>
                <a:gd name="T13" fmla="*/ 3 h 628"/>
                <a:gd name="T14" fmla="*/ 1 w 382"/>
                <a:gd name="T15" fmla="*/ 3 h 628"/>
                <a:gd name="T16" fmla="*/ 1 w 382"/>
                <a:gd name="T17" fmla="*/ 3 h 628"/>
                <a:gd name="T18" fmla="*/ 1 w 382"/>
                <a:gd name="T19" fmla="*/ 2 h 628"/>
                <a:gd name="T20" fmla="*/ 2 w 382"/>
                <a:gd name="T21" fmla="*/ 2 h 628"/>
                <a:gd name="T22" fmla="*/ 2 w 382"/>
                <a:gd name="T23" fmla="*/ 2 h 628"/>
                <a:gd name="T24" fmla="*/ 2 w 382"/>
                <a:gd name="T25" fmla="*/ 2 h 628"/>
                <a:gd name="T26" fmla="*/ 2 w 382"/>
                <a:gd name="T27" fmla="*/ 1 h 628"/>
                <a:gd name="T28" fmla="*/ 2 w 382"/>
                <a:gd name="T29" fmla="*/ 1 h 628"/>
                <a:gd name="T30" fmla="*/ 3 w 382"/>
                <a:gd name="T31" fmla="*/ 1 h 628"/>
                <a:gd name="T32" fmla="*/ 3 w 382"/>
                <a:gd name="T33" fmla="*/ 1 h 628"/>
                <a:gd name="T34" fmla="*/ 3 w 382"/>
                <a:gd name="T35" fmla="*/ 1 h 628"/>
                <a:gd name="T36" fmla="*/ 3 w 382"/>
                <a:gd name="T37" fmla="*/ 0 h 628"/>
                <a:gd name="T38" fmla="*/ 2 w 382"/>
                <a:gd name="T39" fmla="*/ 0 h 628"/>
                <a:gd name="T40" fmla="*/ 2 w 382"/>
                <a:gd name="T41" fmla="*/ 0 h 628"/>
                <a:gd name="T42" fmla="*/ 2 w 382"/>
                <a:gd name="T43" fmla="*/ 1 h 628"/>
                <a:gd name="T44" fmla="*/ 2 w 382"/>
                <a:gd name="T45" fmla="*/ 1 h 628"/>
                <a:gd name="T46" fmla="*/ 1 w 382"/>
                <a:gd name="T47" fmla="*/ 1 h 628"/>
                <a:gd name="T48" fmla="*/ 1 w 382"/>
                <a:gd name="T49" fmla="*/ 1 h 628"/>
                <a:gd name="T50" fmla="*/ 1 w 382"/>
                <a:gd name="T51" fmla="*/ 2 h 628"/>
                <a:gd name="T52" fmla="*/ 1 w 382"/>
                <a:gd name="T53" fmla="*/ 2 h 628"/>
                <a:gd name="T54" fmla="*/ 1 w 382"/>
                <a:gd name="T55" fmla="*/ 2 h 628"/>
                <a:gd name="T56" fmla="*/ 0 w 382"/>
                <a:gd name="T57" fmla="*/ 3 h 628"/>
                <a:gd name="T58" fmla="*/ 0 w 382"/>
                <a:gd name="T59" fmla="*/ 3 h 628"/>
                <a:gd name="T60" fmla="*/ 0 w 382"/>
                <a:gd name="T61" fmla="*/ 3 h 628"/>
                <a:gd name="T62" fmla="*/ 0 w 382"/>
                <a:gd name="T63" fmla="*/ 4 h 628"/>
                <a:gd name="T64" fmla="*/ 0 w 382"/>
                <a:gd name="T65" fmla="*/ 4 h 628"/>
                <a:gd name="T66" fmla="*/ 0 w 382"/>
                <a:gd name="T67" fmla="*/ 4 h 628"/>
                <a:gd name="T68" fmla="*/ 0 w 382"/>
                <a:gd name="T69" fmla="*/ 5 h 628"/>
                <a:gd name="T70" fmla="*/ 0 w 382"/>
                <a:gd name="T71" fmla="*/ 5 h 628"/>
                <a:gd name="T72" fmla="*/ 0 w 382"/>
                <a:gd name="T73" fmla="*/ 5 h 628"/>
                <a:gd name="T74" fmla="*/ 0 w 382"/>
                <a:gd name="T75" fmla="*/ 5 h 628"/>
                <a:gd name="T76" fmla="*/ 0 w 382"/>
                <a:gd name="T77" fmla="*/ 5 h 628"/>
                <a:gd name="T78" fmla="*/ 0 w 382"/>
                <a:gd name="T79" fmla="*/ 5 h 628"/>
                <a:gd name="T80" fmla="*/ 0 w 382"/>
                <a:gd name="T81" fmla="*/ 5 h 628"/>
                <a:gd name="T82" fmla="*/ 1 w 382"/>
                <a:gd name="T83" fmla="*/ 5 h 628"/>
                <a:gd name="T84" fmla="*/ 1 w 382"/>
                <a:gd name="T85" fmla="*/ 5 h 628"/>
                <a:gd name="T86" fmla="*/ 1 w 382"/>
                <a:gd name="T87" fmla="*/ 5 h 628"/>
                <a:gd name="T88" fmla="*/ 1 w 382"/>
                <a:gd name="T89" fmla="*/ 5 h 628"/>
                <a:gd name="T90" fmla="*/ 1 w 382"/>
                <a:gd name="T91" fmla="*/ 5 h 628"/>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382"/>
                <a:gd name="T139" fmla="*/ 0 h 628"/>
                <a:gd name="T140" fmla="*/ 382 w 382"/>
                <a:gd name="T141" fmla="*/ 628 h 628"/>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382" h="628">
                  <a:moveTo>
                    <a:pt x="94" y="581"/>
                  </a:moveTo>
                  <a:lnTo>
                    <a:pt x="94" y="582"/>
                  </a:lnTo>
                  <a:lnTo>
                    <a:pt x="96" y="541"/>
                  </a:lnTo>
                  <a:lnTo>
                    <a:pt x="99" y="500"/>
                  </a:lnTo>
                  <a:lnTo>
                    <a:pt x="106" y="463"/>
                  </a:lnTo>
                  <a:lnTo>
                    <a:pt x="115" y="424"/>
                  </a:lnTo>
                  <a:lnTo>
                    <a:pt x="127" y="389"/>
                  </a:lnTo>
                  <a:lnTo>
                    <a:pt x="140" y="353"/>
                  </a:lnTo>
                  <a:lnTo>
                    <a:pt x="156" y="320"/>
                  </a:lnTo>
                  <a:lnTo>
                    <a:pt x="173" y="287"/>
                  </a:lnTo>
                  <a:lnTo>
                    <a:pt x="193" y="255"/>
                  </a:lnTo>
                  <a:lnTo>
                    <a:pt x="214" y="226"/>
                  </a:lnTo>
                  <a:lnTo>
                    <a:pt x="238" y="198"/>
                  </a:lnTo>
                  <a:lnTo>
                    <a:pt x="263" y="172"/>
                  </a:lnTo>
                  <a:lnTo>
                    <a:pt x="290" y="146"/>
                  </a:lnTo>
                  <a:lnTo>
                    <a:pt x="318" y="122"/>
                  </a:lnTo>
                  <a:lnTo>
                    <a:pt x="349" y="101"/>
                  </a:lnTo>
                  <a:lnTo>
                    <a:pt x="382" y="82"/>
                  </a:lnTo>
                  <a:lnTo>
                    <a:pt x="335" y="0"/>
                  </a:lnTo>
                  <a:lnTo>
                    <a:pt x="297" y="23"/>
                  </a:lnTo>
                  <a:lnTo>
                    <a:pt x="262" y="49"/>
                  </a:lnTo>
                  <a:lnTo>
                    <a:pt x="229" y="76"/>
                  </a:lnTo>
                  <a:lnTo>
                    <a:pt x="198" y="104"/>
                  </a:lnTo>
                  <a:lnTo>
                    <a:pt x="167" y="137"/>
                  </a:lnTo>
                  <a:lnTo>
                    <a:pt x="142" y="170"/>
                  </a:lnTo>
                  <a:lnTo>
                    <a:pt x="116" y="204"/>
                  </a:lnTo>
                  <a:lnTo>
                    <a:pt x="94" y="240"/>
                  </a:lnTo>
                  <a:lnTo>
                    <a:pt x="74" y="278"/>
                  </a:lnTo>
                  <a:lnTo>
                    <a:pt x="54" y="317"/>
                  </a:lnTo>
                  <a:lnTo>
                    <a:pt x="38" y="359"/>
                  </a:lnTo>
                  <a:lnTo>
                    <a:pt x="26" y="401"/>
                  </a:lnTo>
                  <a:lnTo>
                    <a:pt x="15" y="444"/>
                  </a:lnTo>
                  <a:lnTo>
                    <a:pt x="8" y="489"/>
                  </a:lnTo>
                  <a:lnTo>
                    <a:pt x="2" y="534"/>
                  </a:lnTo>
                  <a:lnTo>
                    <a:pt x="0" y="580"/>
                  </a:lnTo>
                  <a:lnTo>
                    <a:pt x="0" y="581"/>
                  </a:lnTo>
                  <a:lnTo>
                    <a:pt x="0" y="580"/>
                  </a:lnTo>
                  <a:lnTo>
                    <a:pt x="3" y="600"/>
                  </a:lnTo>
                  <a:lnTo>
                    <a:pt x="14" y="615"/>
                  </a:lnTo>
                  <a:lnTo>
                    <a:pt x="29" y="625"/>
                  </a:lnTo>
                  <a:lnTo>
                    <a:pt x="45" y="628"/>
                  </a:lnTo>
                  <a:lnTo>
                    <a:pt x="63" y="626"/>
                  </a:lnTo>
                  <a:lnTo>
                    <a:pt x="78" y="616"/>
                  </a:lnTo>
                  <a:lnTo>
                    <a:pt x="89" y="602"/>
                  </a:lnTo>
                  <a:lnTo>
                    <a:pt x="94" y="582"/>
                  </a:lnTo>
                  <a:lnTo>
                    <a:pt x="94" y="5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8934" name="Freeform 46"/>
            <p:cNvSpPr>
              <a:spLocks/>
            </p:cNvSpPr>
            <p:nvPr/>
          </p:nvSpPr>
          <p:spPr bwMode="auto">
            <a:xfrm>
              <a:off x="868" y="1712"/>
              <a:ext cx="19" cy="364"/>
            </a:xfrm>
            <a:custGeom>
              <a:avLst/>
              <a:gdLst>
                <a:gd name="T0" fmla="*/ 1 w 94"/>
                <a:gd name="T1" fmla="*/ 14 h 1818"/>
                <a:gd name="T2" fmla="*/ 1 w 94"/>
                <a:gd name="T3" fmla="*/ 14 h 1818"/>
                <a:gd name="T4" fmla="*/ 1 w 94"/>
                <a:gd name="T5" fmla="*/ 0 h 1818"/>
                <a:gd name="T6" fmla="*/ 0 w 94"/>
                <a:gd name="T7" fmla="*/ 0 h 1818"/>
                <a:gd name="T8" fmla="*/ 0 w 94"/>
                <a:gd name="T9" fmla="*/ 14 h 1818"/>
                <a:gd name="T10" fmla="*/ 0 w 94"/>
                <a:gd name="T11" fmla="*/ 14 h 1818"/>
                <a:gd name="T12" fmla="*/ 0 w 94"/>
                <a:gd name="T13" fmla="*/ 14 h 1818"/>
                <a:gd name="T14" fmla="*/ 0 w 94"/>
                <a:gd name="T15" fmla="*/ 14 h 1818"/>
                <a:gd name="T16" fmla="*/ 0 w 94"/>
                <a:gd name="T17" fmla="*/ 14 h 1818"/>
                <a:gd name="T18" fmla="*/ 0 w 94"/>
                <a:gd name="T19" fmla="*/ 15 h 1818"/>
                <a:gd name="T20" fmla="*/ 0 w 94"/>
                <a:gd name="T21" fmla="*/ 15 h 1818"/>
                <a:gd name="T22" fmla="*/ 1 w 94"/>
                <a:gd name="T23" fmla="*/ 15 h 1818"/>
                <a:gd name="T24" fmla="*/ 1 w 94"/>
                <a:gd name="T25" fmla="*/ 14 h 1818"/>
                <a:gd name="T26" fmla="*/ 1 w 94"/>
                <a:gd name="T27" fmla="*/ 14 h 1818"/>
                <a:gd name="T28" fmla="*/ 1 w 94"/>
                <a:gd name="T29" fmla="*/ 14 h 1818"/>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94"/>
                <a:gd name="T46" fmla="*/ 0 h 1818"/>
                <a:gd name="T47" fmla="*/ 94 w 94"/>
                <a:gd name="T48" fmla="*/ 1818 h 1818"/>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94" h="1818">
                  <a:moveTo>
                    <a:pt x="94" y="1771"/>
                  </a:moveTo>
                  <a:lnTo>
                    <a:pt x="94" y="1771"/>
                  </a:lnTo>
                  <a:lnTo>
                    <a:pt x="94" y="0"/>
                  </a:lnTo>
                  <a:lnTo>
                    <a:pt x="0" y="0"/>
                  </a:lnTo>
                  <a:lnTo>
                    <a:pt x="0" y="1771"/>
                  </a:lnTo>
                  <a:lnTo>
                    <a:pt x="3" y="1791"/>
                  </a:lnTo>
                  <a:lnTo>
                    <a:pt x="15" y="1806"/>
                  </a:lnTo>
                  <a:lnTo>
                    <a:pt x="29" y="1814"/>
                  </a:lnTo>
                  <a:lnTo>
                    <a:pt x="47" y="1818"/>
                  </a:lnTo>
                  <a:lnTo>
                    <a:pt x="64" y="1814"/>
                  </a:lnTo>
                  <a:lnTo>
                    <a:pt x="79" y="1806"/>
                  </a:lnTo>
                  <a:lnTo>
                    <a:pt x="90" y="1791"/>
                  </a:lnTo>
                  <a:lnTo>
                    <a:pt x="94" y="17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8935" name="Freeform 47"/>
            <p:cNvSpPr>
              <a:spLocks/>
            </p:cNvSpPr>
            <p:nvPr/>
          </p:nvSpPr>
          <p:spPr bwMode="auto">
            <a:xfrm>
              <a:off x="868" y="2067"/>
              <a:ext cx="90" cy="160"/>
            </a:xfrm>
            <a:custGeom>
              <a:avLst/>
              <a:gdLst>
                <a:gd name="T0" fmla="*/ 3 w 449"/>
                <a:gd name="T1" fmla="*/ 6 h 803"/>
                <a:gd name="T2" fmla="*/ 3 w 449"/>
                <a:gd name="T3" fmla="*/ 6 h 803"/>
                <a:gd name="T4" fmla="*/ 3 w 449"/>
                <a:gd name="T5" fmla="*/ 5 h 803"/>
                <a:gd name="T6" fmla="*/ 3 w 449"/>
                <a:gd name="T7" fmla="*/ 5 h 803"/>
                <a:gd name="T8" fmla="*/ 3 w 449"/>
                <a:gd name="T9" fmla="*/ 5 h 803"/>
                <a:gd name="T10" fmla="*/ 2 w 449"/>
                <a:gd name="T11" fmla="*/ 5 h 803"/>
                <a:gd name="T12" fmla="*/ 2 w 449"/>
                <a:gd name="T13" fmla="*/ 4 h 803"/>
                <a:gd name="T14" fmla="*/ 2 w 449"/>
                <a:gd name="T15" fmla="*/ 4 h 803"/>
                <a:gd name="T16" fmla="*/ 2 w 449"/>
                <a:gd name="T17" fmla="*/ 4 h 803"/>
                <a:gd name="T18" fmla="*/ 2 w 449"/>
                <a:gd name="T19" fmla="*/ 3 h 803"/>
                <a:gd name="T20" fmla="*/ 1 w 449"/>
                <a:gd name="T21" fmla="*/ 3 h 803"/>
                <a:gd name="T22" fmla="*/ 1 w 449"/>
                <a:gd name="T23" fmla="*/ 2 h 803"/>
                <a:gd name="T24" fmla="*/ 1 w 449"/>
                <a:gd name="T25" fmla="*/ 2 h 803"/>
                <a:gd name="T26" fmla="*/ 1 w 449"/>
                <a:gd name="T27" fmla="*/ 2 h 803"/>
                <a:gd name="T28" fmla="*/ 1 w 449"/>
                <a:gd name="T29" fmla="*/ 1 h 803"/>
                <a:gd name="T30" fmla="*/ 1 w 449"/>
                <a:gd name="T31" fmla="*/ 1 h 803"/>
                <a:gd name="T32" fmla="*/ 1 w 449"/>
                <a:gd name="T33" fmla="*/ 0 h 803"/>
                <a:gd name="T34" fmla="*/ 1 w 449"/>
                <a:gd name="T35" fmla="*/ 0 h 803"/>
                <a:gd name="T36" fmla="*/ 0 w 449"/>
                <a:gd name="T37" fmla="*/ 0 h 803"/>
                <a:gd name="T38" fmla="*/ 0 w 449"/>
                <a:gd name="T39" fmla="*/ 0 h 803"/>
                <a:gd name="T40" fmla="*/ 0 w 449"/>
                <a:gd name="T41" fmla="*/ 1 h 803"/>
                <a:gd name="T42" fmla="*/ 0 w 449"/>
                <a:gd name="T43" fmla="*/ 1 h 803"/>
                <a:gd name="T44" fmla="*/ 0 w 449"/>
                <a:gd name="T45" fmla="*/ 2 h 803"/>
                <a:gd name="T46" fmla="*/ 0 w 449"/>
                <a:gd name="T47" fmla="*/ 2 h 803"/>
                <a:gd name="T48" fmla="*/ 0 w 449"/>
                <a:gd name="T49" fmla="*/ 3 h 803"/>
                <a:gd name="T50" fmla="*/ 1 w 449"/>
                <a:gd name="T51" fmla="*/ 3 h 803"/>
                <a:gd name="T52" fmla="*/ 1 w 449"/>
                <a:gd name="T53" fmla="*/ 4 h 803"/>
                <a:gd name="T54" fmla="*/ 1 w 449"/>
                <a:gd name="T55" fmla="*/ 4 h 803"/>
                <a:gd name="T56" fmla="*/ 1 w 449"/>
                <a:gd name="T57" fmla="*/ 4 h 803"/>
                <a:gd name="T58" fmla="*/ 2 w 449"/>
                <a:gd name="T59" fmla="*/ 5 h 803"/>
                <a:gd name="T60" fmla="*/ 2 w 449"/>
                <a:gd name="T61" fmla="*/ 5 h 803"/>
                <a:gd name="T62" fmla="*/ 2 w 449"/>
                <a:gd name="T63" fmla="*/ 5 h 803"/>
                <a:gd name="T64" fmla="*/ 2 w 449"/>
                <a:gd name="T65" fmla="*/ 6 h 803"/>
                <a:gd name="T66" fmla="*/ 3 w 449"/>
                <a:gd name="T67" fmla="*/ 6 h 803"/>
                <a:gd name="T68" fmla="*/ 3 w 449"/>
                <a:gd name="T69" fmla="*/ 6 h 803"/>
                <a:gd name="T70" fmla="*/ 3 w 449"/>
                <a:gd name="T71" fmla="*/ 6 h 803"/>
                <a:gd name="T72" fmla="*/ 3 w 449"/>
                <a:gd name="T73" fmla="*/ 6 h 803"/>
                <a:gd name="T74" fmla="*/ 3 w 449"/>
                <a:gd name="T75" fmla="*/ 6 h 803"/>
                <a:gd name="T76" fmla="*/ 3 w 449"/>
                <a:gd name="T77" fmla="*/ 6 h 803"/>
                <a:gd name="T78" fmla="*/ 3 w 449"/>
                <a:gd name="T79" fmla="*/ 6 h 803"/>
                <a:gd name="T80" fmla="*/ 4 w 449"/>
                <a:gd name="T81" fmla="*/ 6 h 803"/>
                <a:gd name="T82" fmla="*/ 4 w 449"/>
                <a:gd name="T83" fmla="*/ 6 h 803"/>
                <a:gd name="T84" fmla="*/ 4 w 449"/>
                <a:gd name="T85" fmla="*/ 6 h 803"/>
                <a:gd name="T86" fmla="*/ 4 w 449"/>
                <a:gd name="T87" fmla="*/ 6 h 803"/>
                <a:gd name="T88" fmla="*/ 3 w 449"/>
                <a:gd name="T89" fmla="*/ 6 h 803"/>
                <a:gd name="T90" fmla="*/ 3 w 449"/>
                <a:gd name="T91" fmla="*/ 6 h 80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449"/>
                <a:gd name="T139" fmla="*/ 0 h 803"/>
                <a:gd name="T140" fmla="*/ 449 w 449"/>
                <a:gd name="T141" fmla="*/ 803 h 80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449" h="803">
                  <a:moveTo>
                    <a:pt x="426" y="717"/>
                  </a:moveTo>
                  <a:lnTo>
                    <a:pt x="427" y="717"/>
                  </a:lnTo>
                  <a:lnTo>
                    <a:pt x="395" y="693"/>
                  </a:lnTo>
                  <a:lnTo>
                    <a:pt x="361" y="662"/>
                  </a:lnTo>
                  <a:lnTo>
                    <a:pt x="329" y="628"/>
                  </a:lnTo>
                  <a:lnTo>
                    <a:pt x="299" y="591"/>
                  </a:lnTo>
                  <a:lnTo>
                    <a:pt x="269" y="551"/>
                  </a:lnTo>
                  <a:lnTo>
                    <a:pt x="241" y="507"/>
                  </a:lnTo>
                  <a:lnTo>
                    <a:pt x="215" y="460"/>
                  </a:lnTo>
                  <a:lnTo>
                    <a:pt x="191" y="412"/>
                  </a:lnTo>
                  <a:lnTo>
                    <a:pt x="170" y="363"/>
                  </a:lnTo>
                  <a:lnTo>
                    <a:pt x="151" y="312"/>
                  </a:lnTo>
                  <a:lnTo>
                    <a:pt x="133" y="259"/>
                  </a:lnTo>
                  <a:lnTo>
                    <a:pt x="119" y="207"/>
                  </a:lnTo>
                  <a:lnTo>
                    <a:pt x="108" y="156"/>
                  </a:lnTo>
                  <a:lnTo>
                    <a:pt x="101" y="103"/>
                  </a:lnTo>
                  <a:lnTo>
                    <a:pt x="96" y="51"/>
                  </a:lnTo>
                  <a:lnTo>
                    <a:pt x="94" y="0"/>
                  </a:lnTo>
                  <a:lnTo>
                    <a:pt x="0" y="0"/>
                  </a:lnTo>
                  <a:lnTo>
                    <a:pt x="2" y="56"/>
                  </a:lnTo>
                  <a:lnTo>
                    <a:pt x="7" y="115"/>
                  </a:lnTo>
                  <a:lnTo>
                    <a:pt x="16" y="172"/>
                  </a:lnTo>
                  <a:lnTo>
                    <a:pt x="28" y="231"/>
                  </a:lnTo>
                  <a:lnTo>
                    <a:pt x="44" y="287"/>
                  </a:lnTo>
                  <a:lnTo>
                    <a:pt x="62" y="342"/>
                  </a:lnTo>
                  <a:lnTo>
                    <a:pt x="83" y="398"/>
                  </a:lnTo>
                  <a:lnTo>
                    <a:pt x="106" y="452"/>
                  </a:lnTo>
                  <a:lnTo>
                    <a:pt x="133" y="505"/>
                  </a:lnTo>
                  <a:lnTo>
                    <a:pt x="161" y="554"/>
                  </a:lnTo>
                  <a:lnTo>
                    <a:pt x="192" y="602"/>
                  </a:lnTo>
                  <a:lnTo>
                    <a:pt x="224" y="647"/>
                  </a:lnTo>
                  <a:lnTo>
                    <a:pt x="259" y="689"/>
                  </a:lnTo>
                  <a:lnTo>
                    <a:pt x="295" y="728"/>
                  </a:lnTo>
                  <a:lnTo>
                    <a:pt x="334" y="763"/>
                  </a:lnTo>
                  <a:lnTo>
                    <a:pt x="374" y="795"/>
                  </a:lnTo>
                  <a:lnTo>
                    <a:pt x="375" y="795"/>
                  </a:lnTo>
                  <a:lnTo>
                    <a:pt x="374" y="795"/>
                  </a:lnTo>
                  <a:lnTo>
                    <a:pt x="392" y="803"/>
                  </a:lnTo>
                  <a:lnTo>
                    <a:pt x="411" y="803"/>
                  </a:lnTo>
                  <a:lnTo>
                    <a:pt x="426" y="795"/>
                  </a:lnTo>
                  <a:lnTo>
                    <a:pt x="439" y="782"/>
                  </a:lnTo>
                  <a:lnTo>
                    <a:pt x="446" y="766"/>
                  </a:lnTo>
                  <a:lnTo>
                    <a:pt x="449" y="749"/>
                  </a:lnTo>
                  <a:lnTo>
                    <a:pt x="441" y="732"/>
                  </a:lnTo>
                  <a:lnTo>
                    <a:pt x="427" y="717"/>
                  </a:lnTo>
                  <a:lnTo>
                    <a:pt x="426" y="71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8936" name="Freeform 48"/>
            <p:cNvSpPr>
              <a:spLocks/>
            </p:cNvSpPr>
            <p:nvPr/>
          </p:nvSpPr>
          <p:spPr bwMode="auto">
            <a:xfrm>
              <a:off x="883" y="1673"/>
              <a:ext cx="379" cy="690"/>
            </a:xfrm>
            <a:custGeom>
              <a:avLst/>
              <a:gdLst>
                <a:gd name="T0" fmla="*/ 12 w 1897"/>
                <a:gd name="T1" fmla="*/ 6 h 3450"/>
                <a:gd name="T2" fmla="*/ 13 w 1897"/>
                <a:gd name="T3" fmla="*/ 7 h 3450"/>
                <a:gd name="T4" fmla="*/ 13 w 1897"/>
                <a:gd name="T5" fmla="*/ 7 h 3450"/>
                <a:gd name="T6" fmla="*/ 14 w 1897"/>
                <a:gd name="T7" fmla="*/ 8 h 3450"/>
                <a:gd name="T8" fmla="*/ 14 w 1897"/>
                <a:gd name="T9" fmla="*/ 9 h 3450"/>
                <a:gd name="T10" fmla="*/ 15 w 1897"/>
                <a:gd name="T11" fmla="*/ 10 h 3450"/>
                <a:gd name="T12" fmla="*/ 15 w 1897"/>
                <a:gd name="T13" fmla="*/ 11 h 3450"/>
                <a:gd name="T14" fmla="*/ 15 w 1897"/>
                <a:gd name="T15" fmla="*/ 11 h 3450"/>
                <a:gd name="T16" fmla="*/ 15 w 1897"/>
                <a:gd name="T17" fmla="*/ 12 h 3450"/>
                <a:gd name="T18" fmla="*/ 15 w 1897"/>
                <a:gd name="T19" fmla="*/ 26 h 3450"/>
                <a:gd name="T20" fmla="*/ 15 w 1897"/>
                <a:gd name="T21" fmla="*/ 26 h 3450"/>
                <a:gd name="T22" fmla="*/ 15 w 1897"/>
                <a:gd name="T23" fmla="*/ 27 h 3450"/>
                <a:gd name="T24" fmla="*/ 15 w 1897"/>
                <a:gd name="T25" fmla="*/ 27 h 3450"/>
                <a:gd name="T26" fmla="*/ 14 w 1897"/>
                <a:gd name="T27" fmla="*/ 27 h 3450"/>
                <a:gd name="T28" fmla="*/ 14 w 1897"/>
                <a:gd name="T29" fmla="*/ 28 h 3450"/>
                <a:gd name="T30" fmla="*/ 13 w 1897"/>
                <a:gd name="T31" fmla="*/ 28 h 3450"/>
                <a:gd name="T32" fmla="*/ 13 w 1897"/>
                <a:gd name="T33" fmla="*/ 27 h 3450"/>
                <a:gd name="T34" fmla="*/ 3 w 1897"/>
                <a:gd name="T35" fmla="*/ 21 h 3450"/>
                <a:gd name="T36" fmla="*/ 2 w 1897"/>
                <a:gd name="T37" fmla="*/ 21 h 3450"/>
                <a:gd name="T38" fmla="*/ 2 w 1897"/>
                <a:gd name="T39" fmla="*/ 20 h 3450"/>
                <a:gd name="T40" fmla="*/ 1 w 1897"/>
                <a:gd name="T41" fmla="*/ 19 h 3450"/>
                <a:gd name="T42" fmla="*/ 1 w 1897"/>
                <a:gd name="T43" fmla="*/ 19 h 3450"/>
                <a:gd name="T44" fmla="*/ 0 w 1897"/>
                <a:gd name="T45" fmla="*/ 18 h 3450"/>
                <a:gd name="T46" fmla="*/ 0 w 1897"/>
                <a:gd name="T47" fmla="*/ 17 h 3450"/>
                <a:gd name="T48" fmla="*/ 0 w 1897"/>
                <a:gd name="T49" fmla="*/ 16 h 3450"/>
                <a:gd name="T50" fmla="*/ 0 w 1897"/>
                <a:gd name="T51" fmla="*/ 15 h 3450"/>
                <a:gd name="T52" fmla="*/ 0 w 1897"/>
                <a:gd name="T53" fmla="*/ 2 h 3450"/>
                <a:gd name="T54" fmla="*/ 0 w 1897"/>
                <a:gd name="T55" fmla="*/ 1 h 3450"/>
                <a:gd name="T56" fmla="*/ 0 w 1897"/>
                <a:gd name="T57" fmla="*/ 1 h 3450"/>
                <a:gd name="T58" fmla="*/ 1 w 1897"/>
                <a:gd name="T59" fmla="*/ 0 h 3450"/>
                <a:gd name="T60" fmla="*/ 1 w 1897"/>
                <a:gd name="T61" fmla="*/ 0 h 3450"/>
                <a:gd name="T62" fmla="*/ 1 w 1897"/>
                <a:gd name="T63" fmla="*/ 0 h 3450"/>
                <a:gd name="T64" fmla="*/ 2 w 1897"/>
                <a:gd name="T65" fmla="*/ 0 h 3450"/>
                <a:gd name="T66" fmla="*/ 3 w 1897"/>
                <a:gd name="T67" fmla="*/ 0 h 3450"/>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897"/>
                <a:gd name="T103" fmla="*/ 0 h 3450"/>
                <a:gd name="T104" fmla="*/ 1897 w 1897"/>
                <a:gd name="T105" fmla="*/ 3450 h 3450"/>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897" h="3450">
                  <a:moveTo>
                    <a:pt x="357" y="49"/>
                  </a:moveTo>
                  <a:lnTo>
                    <a:pt x="1542" y="806"/>
                  </a:lnTo>
                  <a:lnTo>
                    <a:pt x="1579" y="832"/>
                  </a:lnTo>
                  <a:lnTo>
                    <a:pt x="1614" y="861"/>
                  </a:lnTo>
                  <a:lnTo>
                    <a:pt x="1648" y="895"/>
                  </a:lnTo>
                  <a:lnTo>
                    <a:pt x="1681" y="933"/>
                  </a:lnTo>
                  <a:lnTo>
                    <a:pt x="1711" y="973"/>
                  </a:lnTo>
                  <a:lnTo>
                    <a:pt x="1740" y="1016"/>
                  </a:lnTo>
                  <a:lnTo>
                    <a:pt x="1768" y="1062"/>
                  </a:lnTo>
                  <a:lnTo>
                    <a:pt x="1793" y="1109"/>
                  </a:lnTo>
                  <a:lnTo>
                    <a:pt x="1816" y="1158"/>
                  </a:lnTo>
                  <a:lnTo>
                    <a:pt x="1836" y="1208"/>
                  </a:lnTo>
                  <a:lnTo>
                    <a:pt x="1854" y="1260"/>
                  </a:lnTo>
                  <a:lnTo>
                    <a:pt x="1869" y="1313"/>
                  </a:lnTo>
                  <a:lnTo>
                    <a:pt x="1881" y="1364"/>
                  </a:lnTo>
                  <a:lnTo>
                    <a:pt x="1890" y="1417"/>
                  </a:lnTo>
                  <a:lnTo>
                    <a:pt x="1895" y="1469"/>
                  </a:lnTo>
                  <a:lnTo>
                    <a:pt x="1897" y="1519"/>
                  </a:lnTo>
                  <a:lnTo>
                    <a:pt x="1897" y="3142"/>
                  </a:lnTo>
                  <a:lnTo>
                    <a:pt x="1895" y="3190"/>
                  </a:lnTo>
                  <a:lnTo>
                    <a:pt x="1890" y="3235"/>
                  </a:lnTo>
                  <a:lnTo>
                    <a:pt x="1881" y="3276"/>
                  </a:lnTo>
                  <a:lnTo>
                    <a:pt x="1869" y="3313"/>
                  </a:lnTo>
                  <a:lnTo>
                    <a:pt x="1854" y="3346"/>
                  </a:lnTo>
                  <a:lnTo>
                    <a:pt x="1836" y="3375"/>
                  </a:lnTo>
                  <a:lnTo>
                    <a:pt x="1816" y="3398"/>
                  </a:lnTo>
                  <a:lnTo>
                    <a:pt x="1793" y="3418"/>
                  </a:lnTo>
                  <a:lnTo>
                    <a:pt x="1768" y="3434"/>
                  </a:lnTo>
                  <a:lnTo>
                    <a:pt x="1740" y="3444"/>
                  </a:lnTo>
                  <a:lnTo>
                    <a:pt x="1711" y="3450"/>
                  </a:lnTo>
                  <a:lnTo>
                    <a:pt x="1681" y="3450"/>
                  </a:lnTo>
                  <a:lnTo>
                    <a:pt x="1648" y="3445"/>
                  </a:lnTo>
                  <a:lnTo>
                    <a:pt x="1614" y="3436"/>
                  </a:lnTo>
                  <a:lnTo>
                    <a:pt x="1579" y="3421"/>
                  </a:lnTo>
                  <a:lnTo>
                    <a:pt x="1542" y="3400"/>
                  </a:lnTo>
                  <a:lnTo>
                    <a:pt x="357" y="2643"/>
                  </a:lnTo>
                  <a:lnTo>
                    <a:pt x="320" y="2618"/>
                  </a:lnTo>
                  <a:lnTo>
                    <a:pt x="285" y="2588"/>
                  </a:lnTo>
                  <a:lnTo>
                    <a:pt x="251" y="2554"/>
                  </a:lnTo>
                  <a:lnTo>
                    <a:pt x="218" y="2517"/>
                  </a:lnTo>
                  <a:lnTo>
                    <a:pt x="187" y="2477"/>
                  </a:lnTo>
                  <a:lnTo>
                    <a:pt x="157" y="2433"/>
                  </a:lnTo>
                  <a:lnTo>
                    <a:pt x="130" y="2388"/>
                  </a:lnTo>
                  <a:lnTo>
                    <a:pt x="105" y="2341"/>
                  </a:lnTo>
                  <a:lnTo>
                    <a:pt x="81" y="2292"/>
                  </a:lnTo>
                  <a:lnTo>
                    <a:pt x="61" y="2241"/>
                  </a:lnTo>
                  <a:lnTo>
                    <a:pt x="44" y="2190"/>
                  </a:lnTo>
                  <a:lnTo>
                    <a:pt x="29" y="2138"/>
                  </a:lnTo>
                  <a:lnTo>
                    <a:pt x="17" y="2085"/>
                  </a:lnTo>
                  <a:lnTo>
                    <a:pt x="7" y="2033"/>
                  </a:lnTo>
                  <a:lnTo>
                    <a:pt x="3" y="1981"/>
                  </a:lnTo>
                  <a:lnTo>
                    <a:pt x="0" y="1931"/>
                  </a:lnTo>
                  <a:lnTo>
                    <a:pt x="0" y="308"/>
                  </a:lnTo>
                  <a:lnTo>
                    <a:pt x="3" y="260"/>
                  </a:lnTo>
                  <a:lnTo>
                    <a:pt x="7" y="215"/>
                  </a:lnTo>
                  <a:lnTo>
                    <a:pt x="17" y="174"/>
                  </a:lnTo>
                  <a:lnTo>
                    <a:pt x="29" y="137"/>
                  </a:lnTo>
                  <a:lnTo>
                    <a:pt x="44" y="104"/>
                  </a:lnTo>
                  <a:lnTo>
                    <a:pt x="61" y="76"/>
                  </a:lnTo>
                  <a:lnTo>
                    <a:pt x="81" y="51"/>
                  </a:lnTo>
                  <a:lnTo>
                    <a:pt x="105" y="31"/>
                  </a:lnTo>
                  <a:lnTo>
                    <a:pt x="130" y="16"/>
                  </a:lnTo>
                  <a:lnTo>
                    <a:pt x="157" y="5"/>
                  </a:lnTo>
                  <a:lnTo>
                    <a:pt x="187" y="0"/>
                  </a:lnTo>
                  <a:lnTo>
                    <a:pt x="218" y="0"/>
                  </a:lnTo>
                  <a:lnTo>
                    <a:pt x="251" y="3"/>
                  </a:lnTo>
                  <a:lnTo>
                    <a:pt x="285" y="14"/>
                  </a:lnTo>
                  <a:lnTo>
                    <a:pt x="320" y="29"/>
                  </a:lnTo>
                  <a:lnTo>
                    <a:pt x="357" y="49"/>
                  </a:lnTo>
                  <a:close/>
                </a:path>
              </a:pathLst>
            </a:custGeom>
            <a:solidFill>
              <a:srgbClr val="BFBFB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8937" name="Freeform 49"/>
            <p:cNvSpPr>
              <a:spLocks/>
            </p:cNvSpPr>
            <p:nvPr/>
          </p:nvSpPr>
          <p:spPr bwMode="auto">
            <a:xfrm>
              <a:off x="1268" y="1663"/>
              <a:ext cx="393" cy="711"/>
            </a:xfrm>
            <a:custGeom>
              <a:avLst/>
              <a:gdLst>
                <a:gd name="T0" fmla="*/ 3 w 1962"/>
                <a:gd name="T1" fmla="*/ 7 h 3555"/>
                <a:gd name="T2" fmla="*/ 2 w 1962"/>
                <a:gd name="T3" fmla="*/ 7 h 3555"/>
                <a:gd name="T4" fmla="*/ 2 w 1962"/>
                <a:gd name="T5" fmla="*/ 8 h 3555"/>
                <a:gd name="T6" fmla="*/ 1 w 1962"/>
                <a:gd name="T7" fmla="*/ 8 h 3555"/>
                <a:gd name="T8" fmla="*/ 1 w 1962"/>
                <a:gd name="T9" fmla="*/ 9 h 3555"/>
                <a:gd name="T10" fmla="*/ 1 w 1962"/>
                <a:gd name="T11" fmla="*/ 10 h 3555"/>
                <a:gd name="T12" fmla="*/ 0 w 1962"/>
                <a:gd name="T13" fmla="*/ 11 h 3555"/>
                <a:gd name="T14" fmla="*/ 0 w 1962"/>
                <a:gd name="T15" fmla="*/ 12 h 3555"/>
                <a:gd name="T16" fmla="*/ 0 w 1962"/>
                <a:gd name="T17" fmla="*/ 13 h 3555"/>
                <a:gd name="T18" fmla="*/ 0 w 1962"/>
                <a:gd name="T19" fmla="*/ 26 h 3555"/>
                <a:gd name="T20" fmla="*/ 0 w 1962"/>
                <a:gd name="T21" fmla="*/ 27 h 3555"/>
                <a:gd name="T22" fmla="*/ 0 w 1962"/>
                <a:gd name="T23" fmla="*/ 28 h 3555"/>
                <a:gd name="T24" fmla="*/ 1 w 1962"/>
                <a:gd name="T25" fmla="*/ 28 h 3555"/>
                <a:gd name="T26" fmla="*/ 1 w 1962"/>
                <a:gd name="T27" fmla="*/ 28 h 3555"/>
                <a:gd name="T28" fmla="*/ 2 w 1962"/>
                <a:gd name="T29" fmla="*/ 28 h 3555"/>
                <a:gd name="T30" fmla="*/ 2 w 1962"/>
                <a:gd name="T31" fmla="*/ 28 h 3555"/>
                <a:gd name="T32" fmla="*/ 3 w 1962"/>
                <a:gd name="T33" fmla="*/ 28 h 3555"/>
                <a:gd name="T34" fmla="*/ 13 w 1962"/>
                <a:gd name="T35" fmla="*/ 22 h 3555"/>
                <a:gd name="T36" fmla="*/ 13 w 1962"/>
                <a:gd name="T37" fmla="*/ 21 h 3555"/>
                <a:gd name="T38" fmla="*/ 14 w 1962"/>
                <a:gd name="T39" fmla="*/ 21 h 3555"/>
                <a:gd name="T40" fmla="*/ 14 w 1962"/>
                <a:gd name="T41" fmla="*/ 20 h 3555"/>
                <a:gd name="T42" fmla="*/ 15 w 1962"/>
                <a:gd name="T43" fmla="*/ 19 h 3555"/>
                <a:gd name="T44" fmla="*/ 15 w 1962"/>
                <a:gd name="T45" fmla="*/ 18 h 3555"/>
                <a:gd name="T46" fmla="*/ 16 w 1962"/>
                <a:gd name="T47" fmla="*/ 18 h 3555"/>
                <a:gd name="T48" fmla="*/ 16 w 1962"/>
                <a:gd name="T49" fmla="*/ 17 h 3555"/>
                <a:gd name="T50" fmla="*/ 16 w 1962"/>
                <a:gd name="T51" fmla="*/ 16 h 3555"/>
                <a:gd name="T52" fmla="*/ 16 w 1962"/>
                <a:gd name="T53" fmla="*/ 2 h 3555"/>
                <a:gd name="T54" fmla="*/ 16 w 1962"/>
                <a:gd name="T55" fmla="*/ 1 h 3555"/>
                <a:gd name="T56" fmla="*/ 15 w 1962"/>
                <a:gd name="T57" fmla="*/ 1 h 3555"/>
                <a:gd name="T58" fmla="*/ 15 w 1962"/>
                <a:gd name="T59" fmla="*/ 0 h 3555"/>
                <a:gd name="T60" fmla="*/ 15 w 1962"/>
                <a:gd name="T61" fmla="*/ 0 h 3555"/>
                <a:gd name="T62" fmla="*/ 14 w 1962"/>
                <a:gd name="T63" fmla="*/ 0 h 3555"/>
                <a:gd name="T64" fmla="*/ 14 w 1962"/>
                <a:gd name="T65" fmla="*/ 0 h 3555"/>
                <a:gd name="T66" fmla="*/ 13 w 1962"/>
                <a:gd name="T67" fmla="*/ 0 h 3555"/>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962"/>
                <a:gd name="T103" fmla="*/ 0 h 3555"/>
                <a:gd name="T104" fmla="*/ 1962 w 1962"/>
                <a:gd name="T105" fmla="*/ 3555 h 3555"/>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962" h="3555">
                  <a:moveTo>
                    <a:pt x="1594" y="50"/>
                  </a:moveTo>
                  <a:lnTo>
                    <a:pt x="368" y="831"/>
                  </a:lnTo>
                  <a:lnTo>
                    <a:pt x="330" y="858"/>
                  </a:lnTo>
                  <a:lnTo>
                    <a:pt x="294" y="888"/>
                  </a:lnTo>
                  <a:lnTo>
                    <a:pt x="259" y="922"/>
                  </a:lnTo>
                  <a:lnTo>
                    <a:pt x="225" y="961"/>
                  </a:lnTo>
                  <a:lnTo>
                    <a:pt x="193" y="1003"/>
                  </a:lnTo>
                  <a:lnTo>
                    <a:pt x="163" y="1047"/>
                  </a:lnTo>
                  <a:lnTo>
                    <a:pt x="133" y="1094"/>
                  </a:lnTo>
                  <a:lnTo>
                    <a:pt x="108" y="1143"/>
                  </a:lnTo>
                  <a:lnTo>
                    <a:pt x="84" y="1193"/>
                  </a:lnTo>
                  <a:lnTo>
                    <a:pt x="63" y="1246"/>
                  </a:lnTo>
                  <a:lnTo>
                    <a:pt x="44" y="1299"/>
                  </a:lnTo>
                  <a:lnTo>
                    <a:pt x="29" y="1353"/>
                  </a:lnTo>
                  <a:lnTo>
                    <a:pt x="16" y="1405"/>
                  </a:lnTo>
                  <a:lnTo>
                    <a:pt x="7" y="1459"/>
                  </a:lnTo>
                  <a:lnTo>
                    <a:pt x="2" y="1512"/>
                  </a:lnTo>
                  <a:lnTo>
                    <a:pt x="0" y="1565"/>
                  </a:lnTo>
                  <a:lnTo>
                    <a:pt x="0" y="3237"/>
                  </a:lnTo>
                  <a:lnTo>
                    <a:pt x="2" y="3287"/>
                  </a:lnTo>
                  <a:lnTo>
                    <a:pt x="7" y="3333"/>
                  </a:lnTo>
                  <a:lnTo>
                    <a:pt x="16" y="3375"/>
                  </a:lnTo>
                  <a:lnTo>
                    <a:pt x="29" y="3413"/>
                  </a:lnTo>
                  <a:lnTo>
                    <a:pt x="44" y="3447"/>
                  </a:lnTo>
                  <a:lnTo>
                    <a:pt x="63" y="3477"/>
                  </a:lnTo>
                  <a:lnTo>
                    <a:pt x="84" y="3502"/>
                  </a:lnTo>
                  <a:lnTo>
                    <a:pt x="108" y="3522"/>
                  </a:lnTo>
                  <a:lnTo>
                    <a:pt x="133" y="3538"/>
                  </a:lnTo>
                  <a:lnTo>
                    <a:pt x="163" y="3549"/>
                  </a:lnTo>
                  <a:lnTo>
                    <a:pt x="193" y="3555"/>
                  </a:lnTo>
                  <a:lnTo>
                    <a:pt x="225" y="3555"/>
                  </a:lnTo>
                  <a:lnTo>
                    <a:pt x="259" y="3550"/>
                  </a:lnTo>
                  <a:lnTo>
                    <a:pt x="294" y="3541"/>
                  </a:lnTo>
                  <a:lnTo>
                    <a:pt x="330" y="3524"/>
                  </a:lnTo>
                  <a:lnTo>
                    <a:pt x="368" y="3503"/>
                  </a:lnTo>
                  <a:lnTo>
                    <a:pt x="1594" y="2722"/>
                  </a:lnTo>
                  <a:lnTo>
                    <a:pt x="1632" y="2696"/>
                  </a:lnTo>
                  <a:lnTo>
                    <a:pt x="1668" y="2665"/>
                  </a:lnTo>
                  <a:lnTo>
                    <a:pt x="1703" y="2631"/>
                  </a:lnTo>
                  <a:lnTo>
                    <a:pt x="1737" y="2592"/>
                  </a:lnTo>
                  <a:lnTo>
                    <a:pt x="1769" y="2551"/>
                  </a:lnTo>
                  <a:lnTo>
                    <a:pt x="1799" y="2506"/>
                  </a:lnTo>
                  <a:lnTo>
                    <a:pt x="1829" y="2460"/>
                  </a:lnTo>
                  <a:lnTo>
                    <a:pt x="1854" y="2411"/>
                  </a:lnTo>
                  <a:lnTo>
                    <a:pt x="1878" y="2361"/>
                  </a:lnTo>
                  <a:lnTo>
                    <a:pt x="1899" y="2308"/>
                  </a:lnTo>
                  <a:lnTo>
                    <a:pt x="1918" y="2256"/>
                  </a:lnTo>
                  <a:lnTo>
                    <a:pt x="1933" y="2202"/>
                  </a:lnTo>
                  <a:lnTo>
                    <a:pt x="1946" y="2149"/>
                  </a:lnTo>
                  <a:lnTo>
                    <a:pt x="1955" y="2095"/>
                  </a:lnTo>
                  <a:lnTo>
                    <a:pt x="1960" y="2042"/>
                  </a:lnTo>
                  <a:lnTo>
                    <a:pt x="1962" y="1989"/>
                  </a:lnTo>
                  <a:lnTo>
                    <a:pt x="1962" y="319"/>
                  </a:lnTo>
                  <a:lnTo>
                    <a:pt x="1960" y="269"/>
                  </a:lnTo>
                  <a:lnTo>
                    <a:pt x="1955" y="223"/>
                  </a:lnTo>
                  <a:lnTo>
                    <a:pt x="1946" y="180"/>
                  </a:lnTo>
                  <a:lnTo>
                    <a:pt x="1933" y="143"/>
                  </a:lnTo>
                  <a:lnTo>
                    <a:pt x="1918" y="109"/>
                  </a:lnTo>
                  <a:lnTo>
                    <a:pt x="1899" y="79"/>
                  </a:lnTo>
                  <a:lnTo>
                    <a:pt x="1878" y="54"/>
                  </a:lnTo>
                  <a:lnTo>
                    <a:pt x="1854" y="33"/>
                  </a:lnTo>
                  <a:lnTo>
                    <a:pt x="1829" y="17"/>
                  </a:lnTo>
                  <a:lnTo>
                    <a:pt x="1799" y="7"/>
                  </a:lnTo>
                  <a:lnTo>
                    <a:pt x="1769" y="0"/>
                  </a:lnTo>
                  <a:lnTo>
                    <a:pt x="1737" y="0"/>
                  </a:lnTo>
                  <a:lnTo>
                    <a:pt x="1703" y="4"/>
                  </a:lnTo>
                  <a:lnTo>
                    <a:pt x="1668" y="14"/>
                  </a:lnTo>
                  <a:lnTo>
                    <a:pt x="1632" y="29"/>
                  </a:lnTo>
                  <a:lnTo>
                    <a:pt x="1594" y="50"/>
                  </a:lnTo>
                  <a:close/>
                </a:path>
              </a:pathLst>
            </a:custGeom>
            <a:solidFill>
              <a:srgbClr val="E5E5E5"/>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8938" name="Freeform 50"/>
            <p:cNvSpPr>
              <a:spLocks noEditPoints="1"/>
            </p:cNvSpPr>
            <p:nvPr/>
          </p:nvSpPr>
          <p:spPr bwMode="auto">
            <a:xfrm>
              <a:off x="916" y="1589"/>
              <a:ext cx="697" cy="698"/>
            </a:xfrm>
            <a:custGeom>
              <a:avLst/>
              <a:gdLst>
                <a:gd name="T0" fmla="*/ 16 w 3485"/>
                <a:gd name="T1" fmla="*/ 0 h 3490"/>
                <a:gd name="T2" fmla="*/ 17 w 3485"/>
                <a:gd name="T3" fmla="*/ 2 h 3490"/>
                <a:gd name="T4" fmla="*/ 17 w 3485"/>
                <a:gd name="T5" fmla="*/ 3 h 3490"/>
                <a:gd name="T6" fmla="*/ 14 w 3485"/>
                <a:gd name="T7" fmla="*/ 4 h 3490"/>
                <a:gd name="T8" fmla="*/ 12 w 3485"/>
                <a:gd name="T9" fmla="*/ 4 h 3490"/>
                <a:gd name="T10" fmla="*/ 11 w 3485"/>
                <a:gd name="T11" fmla="*/ 2 h 3490"/>
                <a:gd name="T12" fmla="*/ 11 w 3485"/>
                <a:gd name="T13" fmla="*/ 1 h 3490"/>
                <a:gd name="T14" fmla="*/ 14 w 3485"/>
                <a:gd name="T15" fmla="*/ 0 h 3490"/>
                <a:gd name="T16" fmla="*/ 3 w 3485"/>
                <a:gd name="T17" fmla="*/ 7 h 3490"/>
                <a:gd name="T18" fmla="*/ 4 w 3485"/>
                <a:gd name="T19" fmla="*/ 9 h 3490"/>
                <a:gd name="T20" fmla="*/ 3 w 3485"/>
                <a:gd name="T21" fmla="*/ 12 h 3490"/>
                <a:gd name="T22" fmla="*/ 2 w 3485"/>
                <a:gd name="T23" fmla="*/ 13 h 3490"/>
                <a:gd name="T24" fmla="*/ 1 w 3485"/>
                <a:gd name="T25" fmla="*/ 12 h 3490"/>
                <a:gd name="T26" fmla="*/ 0 w 3485"/>
                <a:gd name="T27" fmla="*/ 10 h 3490"/>
                <a:gd name="T28" fmla="*/ 0 w 3485"/>
                <a:gd name="T29" fmla="*/ 8 h 3490"/>
                <a:gd name="T30" fmla="*/ 2 w 3485"/>
                <a:gd name="T31" fmla="*/ 6 h 3490"/>
                <a:gd name="T32" fmla="*/ 10 w 3485"/>
                <a:gd name="T33" fmla="*/ 20 h 3490"/>
                <a:gd name="T34" fmla="*/ 11 w 3485"/>
                <a:gd name="T35" fmla="*/ 22 h 3490"/>
                <a:gd name="T36" fmla="*/ 11 w 3485"/>
                <a:gd name="T37" fmla="*/ 25 h 3490"/>
                <a:gd name="T38" fmla="*/ 10 w 3485"/>
                <a:gd name="T39" fmla="*/ 27 h 3490"/>
                <a:gd name="T40" fmla="*/ 8 w 3485"/>
                <a:gd name="T41" fmla="*/ 26 h 3490"/>
                <a:gd name="T42" fmla="*/ 7 w 3485"/>
                <a:gd name="T43" fmla="*/ 24 h 3490"/>
                <a:gd name="T44" fmla="*/ 7 w 3485"/>
                <a:gd name="T45" fmla="*/ 22 h 3490"/>
                <a:gd name="T46" fmla="*/ 8 w 3485"/>
                <a:gd name="T47" fmla="*/ 20 h 3490"/>
                <a:gd name="T48" fmla="*/ 20 w 3485"/>
                <a:gd name="T49" fmla="*/ 21 h 3490"/>
                <a:gd name="T50" fmla="*/ 21 w 3485"/>
                <a:gd name="T51" fmla="*/ 23 h 3490"/>
                <a:gd name="T52" fmla="*/ 21 w 3485"/>
                <a:gd name="T53" fmla="*/ 26 h 3490"/>
                <a:gd name="T54" fmla="*/ 20 w 3485"/>
                <a:gd name="T55" fmla="*/ 28 h 3490"/>
                <a:gd name="T56" fmla="*/ 18 w 3485"/>
                <a:gd name="T57" fmla="*/ 28 h 3490"/>
                <a:gd name="T58" fmla="*/ 17 w 3485"/>
                <a:gd name="T59" fmla="*/ 26 h 3490"/>
                <a:gd name="T60" fmla="*/ 17 w 3485"/>
                <a:gd name="T61" fmla="*/ 23 h 3490"/>
                <a:gd name="T62" fmla="*/ 18 w 3485"/>
                <a:gd name="T63" fmla="*/ 21 h 3490"/>
                <a:gd name="T64" fmla="*/ 19 w 3485"/>
                <a:gd name="T65" fmla="*/ 11 h 3490"/>
                <a:gd name="T66" fmla="*/ 20 w 3485"/>
                <a:gd name="T67" fmla="*/ 13 h 3490"/>
                <a:gd name="T68" fmla="*/ 21 w 3485"/>
                <a:gd name="T69" fmla="*/ 15 h 3490"/>
                <a:gd name="T70" fmla="*/ 20 w 3485"/>
                <a:gd name="T71" fmla="*/ 17 h 3490"/>
                <a:gd name="T72" fmla="*/ 18 w 3485"/>
                <a:gd name="T73" fmla="*/ 17 h 3490"/>
                <a:gd name="T74" fmla="*/ 17 w 3485"/>
                <a:gd name="T75" fmla="*/ 16 h 3490"/>
                <a:gd name="T76" fmla="*/ 17 w 3485"/>
                <a:gd name="T77" fmla="*/ 13 h 3490"/>
                <a:gd name="T78" fmla="*/ 18 w 3485"/>
                <a:gd name="T79" fmla="*/ 11 h 3490"/>
                <a:gd name="T80" fmla="*/ 26 w 3485"/>
                <a:gd name="T81" fmla="*/ 7 h 3490"/>
                <a:gd name="T82" fmla="*/ 27 w 3485"/>
                <a:gd name="T83" fmla="*/ 8 h 3490"/>
                <a:gd name="T84" fmla="*/ 27 w 3485"/>
                <a:gd name="T85" fmla="*/ 11 h 3490"/>
                <a:gd name="T86" fmla="*/ 26 w 3485"/>
                <a:gd name="T87" fmla="*/ 13 h 3490"/>
                <a:gd name="T88" fmla="*/ 25 w 3485"/>
                <a:gd name="T89" fmla="*/ 13 h 3490"/>
                <a:gd name="T90" fmla="*/ 24 w 3485"/>
                <a:gd name="T91" fmla="*/ 12 h 3490"/>
                <a:gd name="T92" fmla="*/ 24 w 3485"/>
                <a:gd name="T93" fmla="*/ 9 h 3490"/>
                <a:gd name="T94" fmla="*/ 24 w 3485"/>
                <a:gd name="T95" fmla="*/ 7 h 3490"/>
                <a:gd name="T96" fmla="*/ 26 w 3485"/>
                <a:gd name="T97" fmla="*/ 17 h 3490"/>
                <a:gd name="T98" fmla="*/ 27 w 3485"/>
                <a:gd name="T99" fmla="*/ 18 h 3490"/>
                <a:gd name="T100" fmla="*/ 28 w 3485"/>
                <a:gd name="T101" fmla="*/ 21 h 3490"/>
                <a:gd name="T102" fmla="*/ 27 w 3485"/>
                <a:gd name="T103" fmla="*/ 23 h 3490"/>
                <a:gd name="T104" fmla="*/ 26 w 3485"/>
                <a:gd name="T105" fmla="*/ 24 h 3490"/>
                <a:gd name="T106" fmla="*/ 24 w 3485"/>
                <a:gd name="T107" fmla="*/ 23 h 3490"/>
                <a:gd name="T108" fmla="*/ 24 w 3485"/>
                <a:gd name="T109" fmla="*/ 20 h 3490"/>
                <a:gd name="T110" fmla="*/ 25 w 3485"/>
                <a:gd name="T111" fmla="*/ 18 h 3490"/>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w 3485"/>
                <a:gd name="T169" fmla="*/ 0 h 3490"/>
                <a:gd name="T170" fmla="*/ 3485 w 3485"/>
                <a:gd name="T171" fmla="*/ 3490 h 3490"/>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T168" t="T169" r="T170" b="T171"/>
              <a:pathLst>
                <a:path w="3485" h="3490">
                  <a:moveTo>
                    <a:pt x="1754" y="0"/>
                  </a:moveTo>
                  <a:lnTo>
                    <a:pt x="1797" y="2"/>
                  </a:lnTo>
                  <a:lnTo>
                    <a:pt x="1840" y="5"/>
                  </a:lnTo>
                  <a:lnTo>
                    <a:pt x="1881" y="12"/>
                  </a:lnTo>
                  <a:lnTo>
                    <a:pt x="1921" y="20"/>
                  </a:lnTo>
                  <a:lnTo>
                    <a:pt x="1959" y="31"/>
                  </a:lnTo>
                  <a:lnTo>
                    <a:pt x="1994" y="44"/>
                  </a:lnTo>
                  <a:lnTo>
                    <a:pt x="2028" y="59"/>
                  </a:lnTo>
                  <a:lnTo>
                    <a:pt x="2058" y="74"/>
                  </a:lnTo>
                  <a:lnTo>
                    <a:pt x="2086" y="93"/>
                  </a:lnTo>
                  <a:lnTo>
                    <a:pt x="2111" y="113"/>
                  </a:lnTo>
                  <a:lnTo>
                    <a:pt x="2132" y="133"/>
                  </a:lnTo>
                  <a:lnTo>
                    <a:pt x="2151" y="155"/>
                  </a:lnTo>
                  <a:lnTo>
                    <a:pt x="2165" y="179"/>
                  </a:lnTo>
                  <a:lnTo>
                    <a:pt x="2175" y="203"/>
                  </a:lnTo>
                  <a:lnTo>
                    <a:pt x="2182" y="229"/>
                  </a:lnTo>
                  <a:lnTo>
                    <a:pt x="2185" y="255"/>
                  </a:lnTo>
                  <a:lnTo>
                    <a:pt x="2182" y="281"/>
                  </a:lnTo>
                  <a:lnTo>
                    <a:pt x="2175" y="305"/>
                  </a:lnTo>
                  <a:lnTo>
                    <a:pt x="2165" y="330"/>
                  </a:lnTo>
                  <a:lnTo>
                    <a:pt x="2151" y="353"/>
                  </a:lnTo>
                  <a:lnTo>
                    <a:pt x="2132" y="376"/>
                  </a:lnTo>
                  <a:lnTo>
                    <a:pt x="2111" y="397"/>
                  </a:lnTo>
                  <a:lnTo>
                    <a:pt x="2086" y="417"/>
                  </a:lnTo>
                  <a:lnTo>
                    <a:pt x="2058" y="434"/>
                  </a:lnTo>
                  <a:lnTo>
                    <a:pt x="2028" y="451"/>
                  </a:lnTo>
                  <a:lnTo>
                    <a:pt x="1994" y="466"/>
                  </a:lnTo>
                  <a:lnTo>
                    <a:pt x="1959" y="479"/>
                  </a:lnTo>
                  <a:lnTo>
                    <a:pt x="1921" y="489"/>
                  </a:lnTo>
                  <a:lnTo>
                    <a:pt x="1881" y="498"/>
                  </a:lnTo>
                  <a:lnTo>
                    <a:pt x="1840" y="505"/>
                  </a:lnTo>
                  <a:lnTo>
                    <a:pt x="1797" y="508"/>
                  </a:lnTo>
                  <a:lnTo>
                    <a:pt x="1754" y="509"/>
                  </a:lnTo>
                  <a:lnTo>
                    <a:pt x="1710" y="508"/>
                  </a:lnTo>
                  <a:lnTo>
                    <a:pt x="1667" y="505"/>
                  </a:lnTo>
                  <a:lnTo>
                    <a:pt x="1626" y="498"/>
                  </a:lnTo>
                  <a:lnTo>
                    <a:pt x="1586" y="489"/>
                  </a:lnTo>
                  <a:lnTo>
                    <a:pt x="1548" y="479"/>
                  </a:lnTo>
                  <a:lnTo>
                    <a:pt x="1512" y="466"/>
                  </a:lnTo>
                  <a:lnTo>
                    <a:pt x="1479" y="451"/>
                  </a:lnTo>
                  <a:lnTo>
                    <a:pt x="1449" y="434"/>
                  </a:lnTo>
                  <a:lnTo>
                    <a:pt x="1421" y="417"/>
                  </a:lnTo>
                  <a:lnTo>
                    <a:pt x="1395" y="397"/>
                  </a:lnTo>
                  <a:lnTo>
                    <a:pt x="1374" y="376"/>
                  </a:lnTo>
                  <a:lnTo>
                    <a:pt x="1355" y="353"/>
                  </a:lnTo>
                  <a:lnTo>
                    <a:pt x="1341" y="330"/>
                  </a:lnTo>
                  <a:lnTo>
                    <a:pt x="1331" y="305"/>
                  </a:lnTo>
                  <a:lnTo>
                    <a:pt x="1324" y="281"/>
                  </a:lnTo>
                  <a:lnTo>
                    <a:pt x="1321" y="255"/>
                  </a:lnTo>
                  <a:lnTo>
                    <a:pt x="1324" y="229"/>
                  </a:lnTo>
                  <a:lnTo>
                    <a:pt x="1331" y="203"/>
                  </a:lnTo>
                  <a:lnTo>
                    <a:pt x="1341" y="179"/>
                  </a:lnTo>
                  <a:lnTo>
                    <a:pt x="1355" y="155"/>
                  </a:lnTo>
                  <a:lnTo>
                    <a:pt x="1374" y="133"/>
                  </a:lnTo>
                  <a:lnTo>
                    <a:pt x="1395" y="113"/>
                  </a:lnTo>
                  <a:lnTo>
                    <a:pt x="1421" y="93"/>
                  </a:lnTo>
                  <a:lnTo>
                    <a:pt x="1449" y="74"/>
                  </a:lnTo>
                  <a:lnTo>
                    <a:pt x="1479" y="59"/>
                  </a:lnTo>
                  <a:lnTo>
                    <a:pt x="1512" y="44"/>
                  </a:lnTo>
                  <a:lnTo>
                    <a:pt x="1548" y="31"/>
                  </a:lnTo>
                  <a:lnTo>
                    <a:pt x="1586" y="20"/>
                  </a:lnTo>
                  <a:lnTo>
                    <a:pt x="1626" y="12"/>
                  </a:lnTo>
                  <a:lnTo>
                    <a:pt x="1667" y="5"/>
                  </a:lnTo>
                  <a:lnTo>
                    <a:pt x="1710" y="2"/>
                  </a:lnTo>
                  <a:lnTo>
                    <a:pt x="1754" y="0"/>
                  </a:lnTo>
                  <a:close/>
                  <a:moveTo>
                    <a:pt x="239" y="786"/>
                  </a:moveTo>
                  <a:lnTo>
                    <a:pt x="263" y="788"/>
                  </a:lnTo>
                  <a:lnTo>
                    <a:pt x="287" y="794"/>
                  </a:lnTo>
                  <a:lnTo>
                    <a:pt x="309" y="805"/>
                  </a:lnTo>
                  <a:lnTo>
                    <a:pt x="331" y="819"/>
                  </a:lnTo>
                  <a:lnTo>
                    <a:pt x="352" y="836"/>
                  </a:lnTo>
                  <a:lnTo>
                    <a:pt x="372" y="857"/>
                  </a:lnTo>
                  <a:lnTo>
                    <a:pt x="390" y="882"/>
                  </a:lnTo>
                  <a:lnTo>
                    <a:pt x="407" y="909"/>
                  </a:lnTo>
                  <a:lnTo>
                    <a:pt x="423" y="940"/>
                  </a:lnTo>
                  <a:lnTo>
                    <a:pt x="437" y="971"/>
                  </a:lnTo>
                  <a:lnTo>
                    <a:pt x="448" y="1006"/>
                  </a:lnTo>
                  <a:lnTo>
                    <a:pt x="459" y="1043"/>
                  </a:lnTo>
                  <a:lnTo>
                    <a:pt x="467" y="1081"/>
                  </a:lnTo>
                  <a:lnTo>
                    <a:pt x="473" y="1121"/>
                  </a:lnTo>
                  <a:lnTo>
                    <a:pt x="476" y="1163"/>
                  </a:lnTo>
                  <a:lnTo>
                    <a:pt x="478" y="1206"/>
                  </a:lnTo>
                  <a:lnTo>
                    <a:pt x="476" y="1248"/>
                  </a:lnTo>
                  <a:lnTo>
                    <a:pt x="473" y="1290"/>
                  </a:lnTo>
                  <a:lnTo>
                    <a:pt x="467" y="1330"/>
                  </a:lnTo>
                  <a:lnTo>
                    <a:pt x="459" y="1367"/>
                  </a:lnTo>
                  <a:lnTo>
                    <a:pt x="448" y="1405"/>
                  </a:lnTo>
                  <a:lnTo>
                    <a:pt x="437" y="1439"/>
                  </a:lnTo>
                  <a:lnTo>
                    <a:pt x="423" y="1472"/>
                  </a:lnTo>
                  <a:lnTo>
                    <a:pt x="407" y="1501"/>
                  </a:lnTo>
                  <a:lnTo>
                    <a:pt x="390" y="1528"/>
                  </a:lnTo>
                  <a:lnTo>
                    <a:pt x="372" y="1553"/>
                  </a:lnTo>
                  <a:lnTo>
                    <a:pt x="352" y="1574"/>
                  </a:lnTo>
                  <a:lnTo>
                    <a:pt x="331" y="1591"/>
                  </a:lnTo>
                  <a:lnTo>
                    <a:pt x="309" y="1605"/>
                  </a:lnTo>
                  <a:lnTo>
                    <a:pt x="287" y="1616"/>
                  </a:lnTo>
                  <a:lnTo>
                    <a:pt x="263" y="1622"/>
                  </a:lnTo>
                  <a:lnTo>
                    <a:pt x="239" y="1624"/>
                  </a:lnTo>
                  <a:lnTo>
                    <a:pt x="214" y="1622"/>
                  </a:lnTo>
                  <a:lnTo>
                    <a:pt x="191" y="1616"/>
                  </a:lnTo>
                  <a:lnTo>
                    <a:pt x="168" y="1605"/>
                  </a:lnTo>
                  <a:lnTo>
                    <a:pt x="146" y="1591"/>
                  </a:lnTo>
                  <a:lnTo>
                    <a:pt x="125" y="1574"/>
                  </a:lnTo>
                  <a:lnTo>
                    <a:pt x="105" y="1553"/>
                  </a:lnTo>
                  <a:lnTo>
                    <a:pt x="87" y="1528"/>
                  </a:lnTo>
                  <a:lnTo>
                    <a:pt x="70" y="1501"/>
                  </a:lnTo>
                  <a:lnTo>
                    <a:pt x="55" y="1472"/>
                  </a:lnTo>
                  <a:lnTo>
                    <a:pt x="41" y="1439"/>
                  </a:lnTo>
                  <a:lnTo>
                    <a:pt x="29" y="1405"/>
                  </a:lnTo>
                  <a:lnTo>
                    <a:pt x="18" y="1367"/>
                  </a:lnTo>
                  <a:lnTo>
                    <a:pt x="10" y="1330"/>
                  </a:lnTo>
                  <a:lnTo>
                    <a:pt x="4" y="1290"/>
                  </a:lnTo>
                  <a:lnTo>
                    <a:pt x="1" y="1248"/>
                  </a:lnTo>
                  <a:lnTo>
                    <a:pt x="0" y="1206"/>
                  </a:lnTo>
                  <a:lnTo>
                    <a:pt x="1" y="1163"/>
                  </a:lnTo>
                  <a:lnTo>
                    <a:pt x="4" y="1121"/>
                  </a:lnTo>
                  <a:lnTo>
                    <a:pt x="10" y="1081"/>
                  </a:lnTo>
                  <a:lnTo>
                    <a:pt x="18" y="1043"/>
                  </a:lnTo>
                  <a:lnTo>
                    <a:pt x="29" y="1006"/>
                  </a:lnTo>
                  <a:lnTo>
                    <a:pt x="41" y="971"/>
                  </a:lnTo>
                  <a:lnTo>
                    <a:pt x="55" y="940"/>
                  </a:lnTo>
                  <a:lnTo>
                    <a:pt x="70" y="909"/>
                  </a:lnTo>
                  <a:lnTo>
                    <a:pt x="87" y="882"/>
                  </a:lnTo>
                  <a:lnTo>
                    <a:pt x="105" y="857"/>
                  </a:lnTo>
                  <a:lnTo>
                    <a:pt x="125" y="836"/>
                  </a:lnTo>
                  <a:lnTo>
                    <a:pt x="146" y="819"/>
                  </a:lnTo>
                  <a:lnTo>
                    <a:pt x="168" y="805"/>
                  </a:lnTo>
                  <a:lnTo>
                    <a:pt x="191" y="794"/>
                  </a:lnTo>
                  <a:lnTo>
                    <a:pt x="214" y="788"/>
                  </a:lnTo>
                  <a:lnTo>
                    <a:pt x="239" y="786"/>
                  </a:lnTo>
                  <a:close/>
                  <a:moveTo>
                    <a:pt x="1119" y="2495"/>
                  </a:moveTo>
                  <a:lnTo>
                    <a:pt x="1143" y="2498"/>
                  </a:lnTo>
                  <a:lnTo>
                    <a:pt x="1167" y="2504"/>
                  </a:lnTo>
                  <a:lnTo>
                    <a:pt x="1190" y="2514"/>
                  </a:lnTo>
                  <a:lnTo>
                    <a:pt x="1211" y="2528"/>
                  </a:lnTo>
                  <a:lnTo>
                    <a:pt x="1232" y="2546"/>
                  </a:lnTo>
                  <a:lnTo>
                    <a:pt x="1252" y="2567"/>
                  </a:lnTo>
                  <a:lnTo>
                    <a:pt x="1271" y="2592"/>
                  </a:lnTo>
                  <a:lnTo>
                    <a:pt x="1288" y="2618"/>
                  </a:lnTo>
                  <a:lnTo>
                    <a:pt x="1304" y="2648"/>
                  </a:lnTo>
                  <a:lnTo>
                    <a:pt x="1318" y="2681"/>
                  </a:lnTo>
                  <a:lnTo>
                    <a:pt x="1329" y="2715"/>
                  </a:lnTo>
                  <a:lnTo>
                    <a:pt x="1340" y="2752"/>
                  </a:lnTo>
                  <a:lnTo>
                    <a:pt x="1348" y="2790"/>
                  </a:lnTo>
                  <a:lnTo>
                    <a:pt x="1354" y="2830"/>
                  </a:lnTo>
                  <a:lnTo>
                    <a:pt x="1358" y="2872"/>
                  </a:lnTo>
                  <a:lnTo>
                    <a:pt x="1359" y="2914"/>
                  </a:lnTo>
                  <a:lnTo>
                    <a:pt x="1358" y="2956"/>
                  </a:lnTo>
                  <a:lnTo>
                    <a:pt x="1354" y="2998"/>
                  </a:lnTo>
                  <a:lnTo>
                    <a:pt x="1348" y="3038"/>
                  </a:lnTo>
                  <a:lnTo>
                    <a:pt x="1340" y="3077"/>
                  </a:lnTo>
                  <a:lnTo>
                    <a:pt x="1329" y="3113"/>
                  </a:lnTo>
                  <a:lnTo>
                    <a:pt x="1318" y="3147"/>
                  </a:lnTo>
                  <a:lnTo>
                    <a:pt x="1304" y="3180"/>
                  </a:lnTo>
                  <a:lnTo>
                    <a:pt x="1288" y="3209"/>
                  </a:lnTo>
                  <a:lnTo>
                    <a:pt x="1271" y="3238"/>
                  </a:lnTo>
                  <a:lnTo>
                    <a:pt x="1252" y="3261"/>
                  </a:lnTo>
                  <a:lnTo>
                    <a:pt x="1232" y="3282"/>
                  </a:lnTo>
                  <a:lnTo>
                    <a:pt x="1211" y="3301"/>
                  </a:lnTo>
                  <a:lnTo>
                    <a:pt x="1190" y="3315"/>
                  </a:lnTo>
                  <a:lnTo>
                    <a:pt x="1167" y="3325"/>
                  </a:lnTo>
                  <a:lnTo>
                    <a:pt x="1143" y="3331"/>
                  </a:lnTo>
                  <a:lnTo>
                    <a:pt x="1119" y="3334"/>
                  </a:lnTo>
                  <a:lnTo>
                    <a:pt x="1094" y="3331"/>
                  </a:lnTo>
                  <a:lnTo>
                    <a:pt x="1070" y="3325"/>
                  </a:lnTo>
                  <a:lnTo>
                    <a:pt x="1048" y="3315"/>
                  </a:lnTo>
                  <a:lnTo>
                    <a:pt x="1026" y="3301"/>
                  </a:lnTo>
                  <a:lnTo>
                    <a:pt x="1005" y="3282"/>
                  </a:lnTo>
                  <a:lnTo>
                    <a:pt x="985" y="3261"/>
                  </a:lnTo>
                  <a:lnTo>
                    <a:pt x="967" y="3238"/>
                  </a:lnTo>
                  <a:lnTo>
                    <a:pt x="950" y="3209"/>
                  </a:lnTo>
                  <a:lnTo>
                    <a:pt x="935" y="3180"/>
                  </a:lnTo>
                  <a:lnTo>
                    <a:pt x="921" y="3147"/>
                  </a:lnTo>
                  <a:lnTo>
                    <a:pt x="909" y="3113"/>
                  </a:lnTo>
                  <a:lnTo>
                    <a:pt x="898" y="3077"/>
                  </a:lnTo>
                  <a:lnTo>
                    <a:pt x="890" y="3038"/>
                  </a:lnTo>
                  <a:lnTo>
                    <a:pt x="884" y="2998"/>
                  </a:lnTo>
                  <a:lnTo>
                    <a:pt x="881" y="2956"/>
                  </a:lnTo>
                  <a:lnTo>
                    <a:pt x="880" y="2914"/>
                  </a:lnTo>
                  <a:lnTo>
                    <a:pt x="881" y="2872"/>
                  </a:lnTo>
                  <a:lnTo>
                    <a:pt x="884" y="2830"/>
                  </a:lnTo>
                  <a:lnTo>
                    <a:pt x="890" y="2790"/>
                  </a:lnTo>
                  <a:lnTo>
                    <a:pt x="898" y="2752"/>
                  </a:lnTo>
                  <a:lnTo>
                    <a:pt x="909" y="2715"/>
                  </a:lnTo>
                  <a:lnTo>
                    <a:pt x="921" y="2681"/>
                  </a:lnTo>
                  <a:lnTo>
                    <a:pt x="935" y="2648"/>
                  </a:lnTo>
                  <a:lnTo>
                    <a:pt x="950" y="2618"/>
                  </a:lnTo>
                  <a:lnTo>
                    <a:pt x="967" y="2592"/>
                  </a:lnTo>
                  <a:lnTo>
                    <a:pt x="985" y="2567"/>
                  </a:lnTo>
                  <a:lnTo>
                    <a:pt x="1005" y="2546"/>
                  </a:lnTo>
                  <a:lnTo>
                    <a:pt x="1026" y="2528"/>
                  </a:lnTo>
                  <a:lnTo>
                    <a:pt x="1048" y="2514"/>
                  </a:lnTo>
                  <a:lnTo>
                    <a:pt x="1070" y="2504"/>
                  </a:lnTo>
                  <a:lnTo>
                    <a:pt x="1094" y="2498"/>
                  </a:lnTo>
                  <a:lnTo>
                    <a:pt x="1119" y="2495"/>
                  </a:lnTo>
                  <a:close/>
                  <a:moveTo>
                    <a:pt x="2380" y="2651"/>
                  </a:moveTo>
                  <a:lnTo>
                    <a:pt x="2405" y="2654"/>
                  </a:lnTo>
                  <a:lnTo>
                    <a:pt x="2428" y="2660"/>
                  </a:lnTo>
                  <a:lnTo>
                    <a:pt x="2452" y="2670"/>
                  </a:lnTo>
                  <a:lnTo>
                    <a:pt x="2473" y="2684"/>
                  </a:lnTo>
                  <a:lnTo>
                    <a:pt x="2494" y="2703"/>
                  </a:lnTo>
                  <a:lnTo>
                    <a:pt x="2514" y="2724"/>
                  </a:lnTo>
                  <a:lnTo>
                    <a:pt x="2533" y="2747"/>
                  </a:lnTo>
                  <a:lnTo>
                    <a:pt x="2550" y="2774"/>
                  </a:lnTo>
                  <a:lnTo>
                    <a:pt x="2565" y="2805"/>
                  </a:lnTo>
                  <a:lnTo>
                    <a:pt x="2580" y="2838"/>
                  </a:lnTo>
                  <a:lnTo>
                    <a:pt x="2591" y="2872"/>
                  </a:lnTo>
                  <a:lnTo>
                    <a:pt x="2602" y="2908"/>
                  </a:lnTo>
                  <a:lnTo>
                    <a:pt x="2610" y="2947"/>
                  </a:lnTo>
                  <a:lnTo>
                    <a:pt x="2616" y="2987"/>
                  </a:lnTo>
                  <a:lnTo>
                    <a:pt x="2619" y="3029"/>
                  </a:lnTo>
                  <a:lnTo>
                    <a:pt x="2621" y="3071"/>
                  </a:lnTo>
                  <a:lnTo>
                    <a:pt x="2619" y="3113"/>
                  </a:lnTo>
                  <a:lnTo>
                    <a:pt x="2616" y="3155"/>
                  </a:lnTo>
                  <a:lnTo>
                    <a:pt x="2610" y="3195"/>
                  </a:lnTo>
                  <a:lnTo>
                    <a:pt x="2602" y="3233"/>
                  </a:lnTo>
                  <a:lnTo>
                    <a:pt x="2591" y="3270"/>
                  </a:lnTo>
                  <a:lnTo>
                    <a:pt x="2580" y="3304"/>
                  </a:lnTo>
                  <a:lnTo>
                    <a:pt x="2565" y="3337"/>
                  </a:lnTo>
                  <a:lnTo>
                    <a:pt x="2550" y="3367"/>
                  </a:lnTo>
                  <a:lnTo>
                    <a:pt x="2533" y="3393"/>
                  </a:lnTo>
                  <a:lnTo>
                    <a:pt x="2514" y="3418"/>
                  </a:lnTo>
                  <a:lnTo>
                    <a:pt x="2494" y="3439"/>
                  </a:lnTo>
                  <a:lnTo>
                    <a:pt x="2473" y="3457"/>
                  </a:lnTo>
                  <a:lnTo>
                    <a:pt x="2452" y="3471"/>
                  </a:lnTo>
                  <a:lnTo>
                    <a:pt x="2428" y="3481"/>
                  </a:lnTo>
                  <a:lnTo>
                    <a:pt x="2405" y="3487"/>
                  </a:lnTo>
                  <a:lnTo>
                    <a:pt x="2380" y="3490"/>
                  </a:lnTo>
                  <a:lnTo>
                    <a:pt x="2356" y="3487"/>
                  </a:lnTo>
                  <a:lnTo>
                    <a:pt x="2332" y="3481"/>
                  </a:lnTo>
                  <a:lnTo>
                    <a:pt x="2310" y="3471"/>
                  </a:lnTo>
                  <a:lnTo>
                    <a:pt x="2288" y="3457"/>
                  </a:lnTo>
                  <a:lnTo>
                    <a:pt x="2267" y="3439"/>
                  </a:lnTo>
                  <a:lnTo>
                    <a:pt x="2248" y="3418"/>
                  </a:lnTo>
                  <a:lnTo>
                    <a:pt x="2229" y="3393"/>
                  </a:lnTo>
                  <a:lnTo>
                    <a:pt x="2212" y="3367"/>
                  </a:lnTo>
                  <a:lnTo>
                    <a:pt x="2196" y="3337"/>
                  </a:lnTo>
                  <a:lnTo>
                    <a:pt x="2182" y="3304"/>
                  </a:lnTo>
                  <a:lnTo>
                    <a:pt x="2171" y="3270"/>
                  </a:lnTo>
                  <a:lnTo>
                    <a:pt x="2160" y="3233"/>
                  </a:lnTo>
                  <a:lnTo>
                    <a:pt x="2152" y="3195"/>
                  </a:lnTo>
                  <a:lnTo>
                    <a:pt x="2146" y="3155"/>
                  </a:lnTo>
                  <a:lnTo>
                    <a:pt x="2142" y="3113"/>
                  </a:lnTo>
                  <a:lnTo>
                    <a:pt x="2141" y="3071"/>
                  </a:lnTo>
                  <a:lnTo>
                    <a:pt x="2142" y="3029"/>
                  </a:lnTo>
                  <a:lnTo>
                    <a:pt x="2146" y="2987"/>
                  </a:lnTo>
                  <a:lnTo>
                    <a:pt x="2152" y="2947"/>
                  </a:lnTo>
                  <a:lnTo>
                    <a:pt x="2160" y="2908"/>
                  </a:lnTo>
                  <a:lnTo>
                    <a:pt x="2171" y="2872"/>
                  </a:lnTo>
                  <a:lnTo>
                    <a:pt x="2182" y="2838"/>
                  </a:lnTo>
                  <a:lnTo>
                    <a:pt x="2196" y="2805"/>
                  </a:lnTo>
                  <a:lnTo>
                    <a:pt x="2212" y="2774"/>
                  </a:lnTo>
                  <a:lnTo>
                    <a:pt x="2229" y="2747"/>
                  </a:lnTo>
                  <a:lnTo>
                    <a:pt x="2248" y="2724"/>
                  </a:lnTo>
                  <a:lnTo>
                    <a:pt x="2267" y="2703"/>
                  </a:lnTo>
                  <a:lnTo>
                    <a:pt x="2288" y="2684"/>
                  </a:lnTo>
                  <a:lnTo>
                    <a:pt x="2310" y="2670"/>
                  </a:lnTo>
                  <a:lnTo>
                    <a:pt x="2332" y="2660"/>
                  </a:lnTo>
                  <a:lnTo>
                    <a:pt x="2356" y="2654"/>
                  </a:lnTo>
                  <a:lnTo>
                    <a:pt x="2380" y="2651"/>
                  </a:lnTo>
                  <a:close/>
                  <a:moveTo>
                    <a:pt x="2342" y="1355"/>
                  </a:moveTo>
                  <a:lnTo>
                    <a:pt x="2366" y="1357"/>
                  </a:lnTo>
                  <a:lnTo>
                    <a:pt x="2390" y="1363"/>
                  </a:lnTo>
                  <a:lnTo>
                    <a:pt x="2412" y="1373"/>
                  </a:lnTo>
                  <a:lnTo>
                    <a:pt x="2434" y="1387"/>
                  </a:lnTo>
                  <a:lnTo>
                    <a:pt x="2455" y="1405"/>
                  </a:lnTo>
                  <a:lnTo>
                    <a:pt x="2475" y="1426"/>
                  </a:lnTo>
                  <a:lnTo>
                    <a:pt x="2493" y="1451"/>
                  </a:lnTo>
                  <a:lnTo>
                    <a:pt x="2510" y="1478"/>
                  </a:lnTo>
                  <a:lnTo>
                    <a:pt x="2526" y="1507"/>
                  </a:lnTo>
                  <a:lnTo>
                    <a:pt x="2540" y="1540"/>
                  </a:lnTo>
                  <a:lnTo>
                    <a:pt x="2551" y="1574"/>
                  </a:lnTo>
                  <a:lnTo>
                    <a:pt x="2562" y="1611"/>
                  </a:lnTo>
                  <a:lnTo>
                    <a:pt x="2570" y="1649"/>
                  </a:lnTo>
                  <a:lnTo>
                    <a:pt x="2576" y="1689"/>
                  </a:lnTo>
                  <a:lnTo>
                    <a:pt x="2580" y="1731"/>
                  </a:lnTo>
                  <a:lnTo>
                    <a:pt x="2581" y="1773"/>
                  </a:lnTo>
                  <a:lnTo>
                    <a:pt x="2580" y="1815"/>
                  </a:lnTo>
                  <a:lnTo>
                    <a:pt x="2576" y="1858"/>
                  </a:lnTo>
                  <a:lnTo>
                    <a:pt x="2570" y="1897"/>
                  </a:lnTo>
                  <a:lnTo>
                    <a:pt x="2562" y="1936"/>
                  </a:lnTo>
                  <a:lnTo>
                    <a:pt x="2551" y="1972"/>
                  </a:lnTo>
                  <a:lnTo>
                    <a:pt x="2540" y="2008"/>
                  </a:lnTo>
                  <a:lnTo>
                    <a:pt x="2526" y="2039"/>
                  </a:lnTo>
                  <a:lnTo>
                    <a:pt x="2510" y="2070"/>
                  </a:lnTo>
                  <a:lnTo>
                    <a:pt x="2493" y="2097"/>
                  </a:lnTo>
                  <a:lnTo>
                    <a:pt x="2475" y="2121"/>
                  </a:lnTo>
                  <a:lnTo>
                    <a:pt x="2455" y="2142"/>
                  </a:lnTo>
                  <a:lnTo>
                    <a:pt x="2434" y="2160"/>
                  </a:lnTo>
                  <a:lnTo>
                    <a:pt x="2412" y="2174"/>
                  </a:lnTo>
                  <a:lnTo>
                    <a:pt x="2390" y="2185"/>
                  </a:lnTo>
                  <a:lnTo>
                    <a:pt x="2366" y="2191"/>
                  </a:lnTo>
                  <a:lnTo>
                    <a:pt x="2342" y="2193"/>
                  </a:lnTo>
                  <a:lnTo>
                    <a:pt x="2317" y="2191"/>
                  </a:lnTo>
                  <a:lnTo>
                    <a:pt x="2294" y="2185"/>
                  </a:lnTo>
                  <a:lnTo>
                    <a:pt x="2270" y="2174"/>
                  </a:lnTo>
                  <a:lnTo>
                    <a:pt x="2249" y="2160"/>
                  </a:lnTo>
                  <a:lnTo>
                    <a:pt x="2228" y="2142"/>
                  </a:lnTo>
                  <a:lnTo>
                    <a:pt x="2208" y="2121"/>
                  </a:lnTo>
                  <a:lnTo>
                    <a:pt x="2189" y="2097"/>
                  </a:lnTo>
                  <a:lnTo>
                    <a:pt x="2173" y="2070"/>
                  </a:lnTo>
                  <a:lnTo>
                    <a:pt x="2157" y="2039"/>
                  </a:lnTo>
                  <a:lnTo>
                    <a:pt x="2142" y="2008"/>
                  </a:lnTo>
                  <a:lnTo>
                    <a:pt x="2131" y="1972"/>
                  </a:lnTo>
                  <a:lnTo>
                    <a:pt x="2120" y="1936"/>
                  </a:lnTo>
                  <a:lnTo>
                    <a:pt x="2112" y="1897"/>
                  </a:lnTo>
                  <a:lnTo>
                    <a:pt x="2106" y="1858"/>
                  </a:lnTo>
                  <a:lnTo>
                    <a:pt x="2103" y="1815"/>
                  </a:lnTo>
                  <a:lnTo>
                    <a:pt x="2101" y="1773"/>
                  </a:lnTo>
                  <a:lnTo>
                    <a:pt x="2103" y="1731"/>
                  </a:lnTo>
                  <a:lnTo>
                    <a:pt x="2106" y="1689"/>
                  </a:lnTo>
                  <a:lnTo>
                    <a:pt x="2112" y="1649"/>
                  </a:lnTo>
                  <a:lnTo>
                    <a:pt x="2120" y="1611"/>
                  </a:lnTo>
                  <a:lnTo>
                    <a:pt x="2131" y="1574"/>
                  </a:lnTo>
                  <a:lnTo>
                    <a:pt x="2142" y="1540"/>
                  </a:lnTo>
                  <a:lnTo>
                    <a:pt x="2157" y="1507"/>
                  </a:lnTo>
                  <a:lnTo>
                    <a:pt x="2173" y="1478"/>
                  </a:lnTo>
                  <a:lnTo>
                    <a:pt x="2189" y="1451"/>
                  </a:lnTo>
                  <a:lnTo>
                    <a:pt x="2208" y="1426"/>
                  </a:lnTo>
                  <a:lnTo>
                    <a:pt x="2228" y="1405"/>
                  </a:lnTo>
                  <a:lnTo>
                    <a:pt x="2249" y="1387"/>
                  </a:lnTo>
                  <a:lnTo>
                    <a:pt x="2270" y="1373"/>
                  </a:lnTo>
                  <a:lnTo>
                    <a:pt x="2294" y="1363"/>
                  </a:lnTo>
                  <a:lnTo>
                    <a:pt x="2317" y="1357"/>
                  </a:lnTo>
                  <a:lnTo>
                    <a:pt x="2342" y="1355"/>
                  </a:lnTo>
                  <a:close/>
                  <a:moveTo>
                    <a:pt x="3179" y="819"/>
                  </a:moveTo>
                  <a:lnTo>
                    <a:pt x="3204" y="821"/>
                  </a:lnTo>
                  <a:lnTo>
                    <a:pt x="3227" y="827"/>
                  </a:lnTo>
                  <a:lnTo>
                    <a:pt x="3250" y="838"/>
                  </a:lnTo>
                  <a:lnTo>
                    <a:pt x="3272" y="852"/>
                  </a:lnTo>
                  <a:lnTo>
                    <a:pt x="3293" y="869"/>
                  </a:lnTo>
                  <a:lnTo>
                    <a:pt x="3312" y="890"/>
                  </a:lnTo>
                  <a:lnTo>
                    <a:pt x="3331" y="915"/>
                  </a:lnTo>
                  <a:lnTo>
                    <a:pt x="3348" y="942"/>
                  </a:lnTo>
                  <a:lnTo>
                    <a:pt x="3363" y="971"/>
                  </a:lnTo>
                  <a:lnTo>
                    <a:pt x="3377" y="1004"/>
                  </a:lnTo>
                  <a:lnTo>
                    <a:pt x="3389" y="1038"/>
                  </a:lnTo>
                  <a:lnTo>
                    <a:pt x="3400" y="1076"/>
                  </a:lnTo>
                  <a:lnTo>
                    <a:pt x="3408" y="1113"/>
                  </a:lnTo>
                  <a:lnTo>
                    <a:pt x="3414" y="1153"/>
                  </a:lnTo>
                  <a:lnTo>
                    <a:pt x="3417" y="1195"/>
                  </a:lnTo>
                  <a:lnTo>
                    <a:pt x="3418" y="1237"/>
                  </a:lnTo>
                  <a:lnTo>
                    <a:pt x="3417" y="1280"/>
                  </a:lnTo>
                  <a:lnTo>
                    <a:pt x="3414" y="1322"/>
                  </a:lnTo>
                  <a:lnTo>
                    <a:pt x="3408" y="1362"/>
                  </a:lnTo>
                  <a:lnTo>
                    <a:pt x="3400" y="1399"/>
                  </a:lnTo>
                  <a:lnTo>
                    <a:pt x="3389" y="1437"/>
                  </a:lnTo>
                  <a:lnTo>
                    <a:pt x="3377" y="1471"/>
                  </a:lnTo>
                  <a:lnTo>
                    <a:pt x="3363" y="1503"/>
                  </a:lnTo>
                  <a:lnTo>
                    <a:pt x="3348" y="1533"/>
                  </a:lnTo>
                  <a:lnTo>
                    <a:pt x="3331" y="1560"/>
                  </a:lnTo>
                  <a:lnTo>
                    <a:pt x="3312" y="1584"/>
                  </a:lnTo>
                  <a:lnTo>
                    <a:pt x="3293" y="1605"/>
                  </a:lnTo>
                  <a:lnTo>
                    <a:pt x="3272" y="1623"/>
                  </a:lnTo>
                  <a:lnTo>
                    <a:pt x="3250" y="1637"/>
                  </a:lnTo>
                  <a:lnTo>
                    <a:pt x="3227" y="1648"/>
                  </a:lnTo>
                  <a:lnTo>
                    <a:pt x="3204" y="1654"/>
                  </a:lnTo>
                  <a:lnTo>
                    <a:pt x="3179" y="1656"/>
                  </a:lnTo>
                  <a:lnTo>
                    <a:pt x="3155" y="1654"/>
                  </a:lnTo>
                  <a:lnTo>
                    <a:pt x="3131" y="1648"/>
                  </a:lnTo>
                  <a:lnTo>
                    <a:pt x="3108" y="1637"/>
                  </a:lnTo>
                  <a:lnTo>
                    <a:pt x="3087" y="1623"/>
                  </a:lnTo>
                  <a:lnTo>
                    <a:pt x="3066" y="1605"/>
                  </a:lnTo>
                  <a:lnTo>
                    <a:pt x="3046" y="1584"/>
                  </a:lnTo>
                  <a:lnTo>
                    <a:pt x="3027" y="1560"/>
                  </a:lnTo>
                  <a:lnTo>
                    <a:pt x="3011" y="1533"/>
                  </a:lnTo>
                  <a:lnTo>
                    <a:pt x="2994" y="1503"/>
                  </a:lnTo>
                  <a:lnTo>
                    <a:pt x="2980" y="1471"/>
                  </a:lnTo>
                  <a:lnTo>
                    <a:pt x="2968" y="1437"/>
                  </a:lnTo>
                  <a:lnTo>
                    <a:pt x="2958" y="1399"/>
                  </a:lnTo>
                  <a:lnTo>
                    <a:pt x="2950" y="1362"/>
                  </a:lnTo>
                  <a:lnTo>
                    <a:pt x="2944" y="1322"/>
                  </a:lnTo>
                  <a:lnTo>
                    <a:pt x="2940" y="1280"/>
                  </a:lnTo>
                  <a:lnTo>
                    <a:pt x="2939" y="1237"/>
                  </a:lnTo>
                  <a:lnTo>
                    <a:pt x="2940" y="1195"/>
                  </a:lnTo>
                  <a:lnTo>
                    <a:pt x="2944" y="1153"/>
                  </a:lnTo>
                  <a:lnTo>
                    <a:pt x="2950" y="1113"/>
                  </a:lnTo>
                  <a:lnTo>
                    <a:pt x="2958" y="1076"/>
                  </a:lnTo>
                  <a:lnTo>
                    <a:pt x="2968" y="1038"/>
                  </a:lnTo>
                  <a:lnTo>
                    <a:pt x="2980" y="1004"/>
                  </a:lnTo>
                  <a:lnTo>
                    <a:pt x="2994" y="971"/>
                  </a:lnTo>
                  <a:lnTo>
                    <a:pt x="3011" y="942"/>
                  </a:lnTo>
                  <a:lnTo>
                    <a:pt x="3027" y="915"/>
                  </a:lnTo>
                  <a:lnTo>
                    <a:pt x="3046" y="890"/>
                  </a:lnTo>
                  <a:lnTo>
                    <a:pt x="3066" y="869"/>
                  </a:lnTo>
                  <a:lnTo>
                    <a:pt x="3087" y="852"/>
                  </a:lnTo>
                  <a:lnTo>
                    <a:pt x="3108" y="838"/>
                  </a:lnTo>
                  <a:lnTo>
                    <a:pt x="3131" y="827"/>
                  </a:lnTo>
                  <a:lnTo>
                    <a:pt x="3155" y="821"/>
                  </a:lnTo>
                  <a:lnTo>
                    <a:pt x="3179" y="819"/>
                  </a:lnTo>
                  <a:close/>
                  <a:moveTo>
                    <a:pt x="3246" y="2144"/>
                  </a:moveTo>
                  <a:lnTo>
                    <a:pt x="3271" y="2146"/>
                  </a:lnTo>
                  <a:lnTo>
                    <a:pt x="3294" y="2152"/>
                  </a:lnTo>
                  <a:lnTo>
                    <a:pt x="3316" y="2162"/>
                  </a:lnTo>
                  <a:lnTo>
                    <a:pt x="3339" y="2176"/>
                  </a:lnTo>
                  <a:lnTo>
                    <a:pt x="3360" y="2194"/>
                  </a:lnTo>
                  <a:lnTo>
                    <a:pt x="3380" y="2215"/>
                  </a:lnTo>
                  <a:lnTo>
                    <a:pt x="3397" y="2240"/>
                  </a:lnTo>
                  <a:lnTo>
                    <a:pt x="3415" y="2267"/>
                  </a:lnTo>
                  <a:lnTo>
                    <a:pt x="3430" y="2296"/>
                  </a:lnTo>
                  <a:lnTo>
                    <a:pt x="3444" y="2329"/>
                  </a:lnTo>
                  <a:lnTo>
                    <a:pt x="3456" y="2363"/>
                  </a:lnTo>
                  <a:lnTo>
                    <a:pt x="3466" y="2400"/>
                  </a:lnTo>
                  <a:lnTo>
                    <a:pt x="3475" y="2438"/>
                  </a:lnTo>
                  <a:lnTo>
                    <a:pt x="3480" y="2478"/>
                  </a:lnTo>
                  <a:lnTo>
                    <a:pt x="3484" y="2520"/>
                  </a:lnTo>
                  <a:lnTo>
                    <a:pt x="3485" y="2562"/>
                  </a:lnTo>
                  <a:lnTo>
                    <a:pt x="3484" y="2604"/>
                  </a:lnTo>
                  <a:lnTo>
                    <a:pt x="3480" y="2647"/>
                  </a:lnTo>
                  <a:lnTo>
                    <a:pt x="3475" y="2686"/>
                  </a:lnTo>
                  <a:lnTo>
                    <a:pt x="3466" y="2725"/>
                  </a:lnTo>
                  <a:lnTo>
                    <a:pt x="3456" y="2762"/>
                  </a:lnTo>
                  <a:lnTo>
                    <a:pt x="3444" y="2796"/>
                  </a:lnTo>
                  <a:lnTo>
                    <a:pt x="3430" y="2828"/>
                  </a:lnTo>
                  <a:lnTo>
                    <a:pt x="3415" y="2858"/>
                  </a:lnTo>
                  <a:lnTo>
                    <a:pt x="3397" y="2886"/>
                  </a:lnTo>
                  <a:lnTo>
                    <a:pt x="3380" y="2909"/>
                  </a:lnTo>
                  <a:lnTo>
                    <a:pt x="3360" y="2930"/>
                  </a:lnTo>
                  <a:lnTo>
                    <a:pt x="3339" y="2949"/>
                  </a:lnTo>
                  <a:lnTo>
                    <a:pt x="3316" y="2963"/>
                  </a:lnTo>
                  <a:lnTo>
                    <a:pt x="3294" y="2974"/>
                  </a:lnTo>
                  <a:lnTo>
                    <a:pt x="3271" y="2980"/>
                  </a:lnTo>
                  <a:lnTo>
                    <a:pt x="3246" y="2982"/>
                  </a:lnTo>
                  <a:lnTo>
                    <a:pt x="3222" y="2980"/>
                  </a:lnTo>
                  <a:lnTo>
                    <a:pt x="3198" y="2974"/>
                  </a:lnTo>
                  <a:lnTo>
                    <a:pt x="3176" y="2963"/>
                  </a:lnTo>
                  <a:lnTo>
                    <a:pt x="3154" y="2949"/>
                  </a:lnTo>
                  <a:lnTo>
                    <a:pt x="3133" y="2930"/>
                  </a:lnTo>
                  <a:lnTo>
                    <a:pt x="3113" y="2909"/>
                  </a:lnTo>
                  <a:lnTo>
                    <a:pt x="3095" y="2886"/>
                  </a:lnTo>
                  <a:lnTo>
                    <a:pt x="3077" y="2858"/>
                  </a:lnTo>
                  <a:lnTo>
                    <a:pt x="3062" y="2828"/>
                  </a:lnTo>
                  <a:lnTo>
                    <a:pt x="3048" y="2796"/>
                  </a:lnTo>
                  <a:lnTo>
                    <a:pt x="3036" y="2762"/>
                  </a:lnTo>
                  <a:lnTo>
                    <a:pt x="3026" y="2725"/>
                  </a:lnTo>
                  <a:lnTo>
                    <a:pt x="3018" y="2686"/>
                  </a:lnTo>
                  <a:lnTo>
                    <a:pt x="3012" y="2647"/>
                  </a:lnTo>
                  <a:lnTo>
                    <a:pt x="3008" y="2604"/>
                  </a:lnTo>
                  <a:lnTo>
                    <a:pt x="3007" y="2562"/>
                  </a:lnTo>
                  <a:lnTo>
                    <a:pt x="3008" y="2520"/>
                  </a:lnTo>
                  <a:lnTo>
                    <a:pt x="3012" y="2478"/>
                  </a:lnTo>
                  <a:lnTo>
                    <a:pt x="3018" y="2438"/>
                  </a:lnTo>
                  <a:lnTo>
                    <a:pt x="3026" y="2400"/>
                  </a:lnTo>
                  <a:lnTo>
                    <a:pt x="3036" y="2363"/>
                  </a:lnTo>
                  <a:lnTo>
                    <a:pt x="3048" y="2329"/>
                  </a:lnTo>
                  <a:lnTo>
                    <a:pt x="3062" y="2296"/>
                  </a:lnTo>
                  <a:lnTo>
                    <a:pt x="3077" y="2267"/>
                  </a:lnTo>
                  <a:lnTo>
                    <a:pt x="3095" y="2240"/>
                  </a:lnTo>
                  <a:lnTo>
                    <a:pt x="3113" y="2215"/>
                  </a:lnTo>
                  <a:lnTo>
                    <a:pt x="3133" y="2194"/>
                  </a:lnTo>
                  <a:lnTo>
                    <a:pt x="3154" y="2176"/>
                  </a:lnTo>
                  <a:lnTo>
                    <a:pt x="3176" y="2162"/>
                  </a:lnTo>
                  <a:lnTo>
                    <a:pt x="3198" y="2152"/>
                  </a:lnTo>
                  <a:lnTo>
                    <a:pt x="3222" y="2146"/>
                  </a:lnTo>
                  <a:lnTo>
                    <a:pt x="3246" y="214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8939" name="Freeform 51"/>
            <p:cNvSpPr>
              <a:spLocks/>
            </p:cNvSpPr>
            <p:nvPr/>
          </p:nvSpPr>
          <p:spPr bwMode="auto">
            <a:xfrm>
              <a:off x="1267" y="1588"/>
              <a:ext cx="87" cy="52"/>
            </a:xfrm>
            <a:custGeom>
              <a:avLst/>
              <a:gdLst>
                <a:gd name="T0" fmla="*/ 3 w 437"/>
                <a:gd name="T1" fmla="*/ 2 h 260"/>
                <a:gd name="T2" fmla="*/ 3 w 437"/>
                <a:gd name="T3" fmla="*/ 2 h 260"/>
                <a:gd name="T4" fmla="*/ 3 w 437"/>
                <a:gd name="T5" fmla="*/ 2 h 260"/>
                <a:gd name="T6" fmla="*/ 3 w 437"/>
                <a:gd name="T7" fmla="*/ 2 h 260"/>
                <a:gd name="T8" fmla="*/ 3 w 437"/>
                <a:gd name="T9" fmla="*/ 1 h 260"/>
                <a:gd name="T10" fmla="*/ 3 w 437"/>
                <a:gd name="T11" fmla="*/ 1 h 260"/>
                <a:gd name="T12" fmla="*/ 3 w 437"/>
                <a:gd name="T13" fmla="*/ 1 h 260"/>
                <a:gd name="T14" fmla="*/ 3 w 437"/>
                <a:gd name="T15" fmla="*/ 1 h 260"/>
                <a:gd name="T16" fmla="*/ 3 w 437"/>
                <a:gd name="T17" fmla="*/ 1 h 260"/>
                <a:gd name="T18" fmla="*/ 2 w 437"/>
                <a:gd name="T19" fmla="*/ 1 h 260"/>
                <a:gd name="T20" fmla="*/ 2 w 437"/>
                <a:gd name="T21" fmla="*/ 0 h 260"/>
                <a:gd name="T22" fmla="*/ 2 w 437"/>
                <a:gd name="T23" fmla="*/ 0 h 260"/>
                <a:gd name="T24" fmla="*/ 2 w 437"/>
                <a:gd name="T25" fmla="*/ 0 h 260"/>
                <a:gd name="T26" fmla="*/ 1 w 437"/>
                <a:gd name="T27" fmla="*/ 0 h 260"/>
                <a:gd name="T28" fmla="*/ 1 w 437"/>
                <a:gd name="T29" fmla="*/ 0 h 260"/>
                <a:gd name="T30" fmla="*/ 1 w 437"/>
                <a:gd name="T31" fmla="*/ 0 h 260"/>
                <a:gd name="T32" fmla="*/ 0 w 437"/>
                <a:gd name="T33" fmla="*/ 0 h 260"/>
                <a:gd name="T34" fmla="*/ 0 w 437"/>
                <a:gd name="T35" fmla="*/ 0 h 260"/>
                <a:gd name="T36" fmla="*/ 0 w 437"/>
                <a:gd name="T37" fmla="*/ 0 h 260"/>
                <a:gd name="T38" fmla="*/ 0 w 437"/>
                <a:gd name="T39" fmla="*/ 0 h 260"/>
                <a:gd name="T40" fmla="*/ 1 w 437"/>
                <a:gd name="T41" fmla="*/ 0 h 260"/>
                <a:gd name="T42" fmla="*/ 1 w 437"/>
                <a:gd name="T43" fmla="*/ 0 h 260"/>
                <a:gd name="T44" fmla="*/ 1 w 437"/>
                <a:gd name="T45" fmla="*/ 0 h 260"/>
                <a:gd name="T46" fmla="*/ 2 w 437"/>
                <a:gd name="T47" fmla="*/ 0 h 260"/>
                <a:gd name="T48" fmla="*/ 2 w 437"/>
                <a:gd name="T49" fmla="*/ 0 h 260"/>
                <a:gd name="T50" fmla="*/ 2 w 437"/>
                <a:gd name="T51" fmla="*/ 1 h 260"/>
                <a:gd name="T52" fmla="*/ 2 w 437"/>
                <a:gd name="T53" fmla="*/ 1 h 260"/>
                <a:gd name="T54" fmla="*/ 3 w 437"/>
                <a:gd name="T55" fmla="*/ 1 h 260"/>
                <a:gd name="T56" fmla="*/ 3 w 437"/>
                <a:gd name="T57" fmla="*/ 1 h 260"/>
                <a:gd name="T58" fmla="*/ 3 w 437"/>
                <a:gd name="T59" fmla="*/ 1 h 260"/>
                <a:gd name="T60" fmla="*/ 3 w 437"/>
                <a:gd name="T61" fmla="*/ 1 h 260"/>
                <a:gd name="T62" fmla="*/ 3 w 437"/>
                <a:gd name="T63" fmla="*/ 1 h 260"/>
                <a:gd name="T64" fmla="*/ 3 w 437"/>
                <a:gd name="T65" fmla="*/ 2 h 260"/>
                <a:gd name="T66" fmla="*/ 3 w 437"/>
                <a:gd name="T67" fmla="*/ 2 h 260"/>
                <a:gd name="T68" fmla="*/ 3 w 437"/>
                <a:gd name="T69" fmla="*/ 2 h 260"/>
                <a:gd name="T70" fmla="*/ 3 w 437"/>
                <a:gd name="T71" fmla="*/ 2 h 260"/>
                <a:gd name="T72" fmla="*/ 3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437" y="260"/>
                  </a:moveTo>
                  <a:lnTo>
                    <a:pt x="437" y="260"/>
                  </a:lnTo>
                  <a:lnTo>
                    <a:pt x="434" y="233"/>
                  </a:lnTo>
                  <a:lnTo>
                    <a:pt x="427" y="206"/>
                  </a:lnTo>
                  <a:lnTo>
                    <a:pt x="417" y="181"/>
                  </a:lnTo>
                  <a:lnTo>
                    <a:pt x="401" y="157"/>
                  </a:lnTo>
                  <a:lnTo>
                    <a:pt x="383" y="133"/>
                  </a:lnTo>
                  <a:lnTo>
                    <a:pt x="360" y="113"/>
                  </a:lnTo>
                  <a:lnTo>
                    <a:pt x="336" y="93"/>
                  </a:lnTo>
                  <a:lnTo>
                    <a:pt x="308" y="73"/>
                  </a:lnTo>
                  <a:lnTo>
                    <a:pt x="276" y="58"/>
                  </a:lnTo>
                  <a:lnTo>
                    <a:pt x="242" y="43"/>
                  </a:lnTo>
                  <a:lnTo>
                    <a:pt x="207" y="30"/>
                  </a:lnTo>
                  <a:lnTo>
                    <a:pt x="168" y="19"/>
                  </a:lnTo>
                  <a:lnTo>
                    <a:pt x="128" y="11"/>
                  </a:lnTo>
                  <a:lnTo>
                    <a:pt x="87" y="4"/>
                  </a:lnTo>
                  <a:lnTo>
                    <a:pt x="43" y="1"/>
                  </a:lnTo>
                  <a:lnTo>
                    <a:pt x="0" y="0"/>
                  </a:lnTo>
                  <a:lnTo>
                    <a:pt x="0" y="11"/>
                  </a:lnTo>
                  <a:lnTo>
                    <a:pt x="43" y="12"/>
                  </a:lnTo>
                  <a:lnTo>
                    <a:pt x="85" y="16"/>
                  </a:lnTo>
                  <a:lnTo>
                    <a:pt x="126" y="23"/>
                  </a:lnTo>
                  <a:lnTo>
                    <a:pt x="166" y="31"/>
                  </a:lnTo>
                  <a:lnTo>
                    <a:pt x="202" y="42"/>
                  </a:lnTo>
                  <a:lnTo>
                    <a:pt x="237" y="55"/>
                  </a:lnTo>
                  <a:lnTo>
                    <a:pt x="271" y="70"/>
                  </a:lnTo>
                  <a:lnTo>
                    <a:pt x="301" y="85"/>
                  </a:lnTo>
                  <a:lnTo>
                    <a:pt x="329" y="103"/>
                  </a:lnTo>
                  <a:lnTo>
                    <a:pt x="353" y="123"/>
                  </a:lnTo>
                  <a:lnTo>
                    <a:pt x="373" y="143"/>
                  </a:lnTo>
                  <a:lnTo>
                    <a:pt x="392" y="164"/>
                  </a:lnTo>
                  <a:lnTo>
                    <a:pt x="405" y="186"/>
                  </a:lnTo>
                  <a:lnTo>
                    <a:pt x="415" y="211"/>
                  </a:lnTo>
                  <a:lnTo>
                    <a:pt x="422" y="235"/>
                  </a:lnTo>
                  <a:lnTo>
                    <a:pt x="425" y="260"/>
                  </a:lnTo>
                  <a:lnTo>
                    <a:pt x="437"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8940" name="Freeform 52"/>
            <p:cNvSpPr>
              <a:spLocks/>
            </p:cNvSpPr>
            <p:nvPr/>
          </p:nvSpPr>
          <p:spPr bwMode="auto">
            <a:xfrm>
              <a:off x="1267" y="1640"/>
              <a:ext cx="87" cy="52"/>
            </a:xfrm>
            <a:custGeom>
              <a:avLst/>
              <a:gdLst>
                <a:gd name="T0" fmla="*/ 0 w 437"/>
                <a:gd name="T1" fmla="*/ 2 h 260"/>
                <a:gd name="T2" fmla="*/ 0 w 437"/>
                <a:gd name="T3" fmla="*/ 2 h 260"/>
                <a:gd name="T4" fmla="*/ 0 w 437"/>
                <a:gd name="T5" fmla="*/ 2 h 260"/>
                <a:gd name="T6" fmla="*/ 1 w 437"/>
                <a:gd name="T7" fmla="*/ 2 h 260"/>
                <a:gd name="T8" fmla="*/ 1 w 437"/>
                <a:gd name="T9" fmla="*/ 2 h 260"/>
                <a:gd name="T10" fmla="*/ 1 w 437"/>
                <a:gd name="T11" fmla="*/ 2 h 260"/>
                <a:gd name="T12" fmla="*/ 2 w 437"/>
                <a:gd name="T13" fmla="*/ 2 h 260"/>
                <a:gd name="T14" fmla="*/ 2 w 437"/>
                <a:gd name="T15" fmla="*/ 2 h 260"/>
                <a:gd name="T16" fmla="*/ 2 w 437"/>
                <a:gd name="T17" fmla="*/ 2 h 260"/>
                <a:gd name="T18" fmla="*/ 2 w 437"/>
                <a:gd name="T19" fmla="*/ 1 h 260"/>
                <a:gd name="T20" fmla="*/ 3 w 437"/>
                <a:gd name="T21" fmla="*/ 1 h 260"/>
                <a:gd name="T22" fmla="*/ 3 w 437"/>
                <a:gd name="T23" fmla="*/ 1 h 260"/>
                <a:gd name="T24" fmla="*/ 3 w 437"/>
                <a:gd name="T25" fmla="*/ 1 h 260"/>
                <a:gd name="T26" fmla="*/ 3 w 437"/>
                <a:gd name="T27" fmla="*/ 1 h 260"/>
                <a:gd name="T28" fmla="*/ 3 w 437"/>
                <a:gd name="T29" fmla="*/ 1 h 260"/>
                <a:gd name="T30" fmla="*/ 3 w 437"/>
                <a:gd name="T31" fmla="*/ 0 h 260"/>
                <a:gd name="T32" fmla="*/ 3 w 437"/>
                <a:gd name="T33" fmla="*/ 0 h 260"/>
                <a:gd name="T34" fmla="*/ 3 w 437"/>
                <a:gd name="T35" fmla="*/ 0 h 260"/>
                <a:gd name="T36" fmla="*/ 3 w 437"/>
                <a:gd name="T37" fmla="*/ 0 h 260"/>
                <a:gd name="T38" fmla="*/ 3 w 437"/>
                <a:gd name="T39" fmla="*/ 0 h 260"/>
                <a:gd name="T40" fmla="*/ 3 w 437"/>
                <a:gd name="T41" fmla="*/ 0 h 260"/>
                <a:gd name="T42" fmla="*/ 3 w 437"/>
                <a:gd name="T43" fmla="*/ 1 h 260"/>
                <a:gd name="T44" fmla="*/ 3 w 437"/>
                <a:gd name="T45" fmla="*/ 1 h 260"/>
                <a:gd name="T46" fmla="*/ 3 w 437"/>
                <a:gd name="T47" fmla="*/ 1 h 260"/>
                <a:gd name="T48" fmla="*/ 3 w 437"/>
                <a:gd name="T49" fmla="*/ 1 h 260"/>
                <a:gd name="T50" fmla="*/ 3 w 437"/>
                <a:gd name="T51" fmla="*/ 1 h 260"/>
                <a:gd name="T52" fmla="*/ 2 w 437"/>
                <a:gd name="T53" fmla="*/ 1 h 260"/>
                <a:gd name="T54" fmla="*/ 2 w 437"/>
                <a:gd name="T55" fmla="*/ 2 h 260"/>
                <a:gd name="T56" fmla="*/ 2 w 437"/>
                <a:gd name="T57" fmla="*/ 2 h 260"/>
                <a:gd name="T58" fmla="*/ 2 w 437"/>
                <a:gd name="T59" fmla="*/ 2 h 260"/>
                <a:gd name="T60" fmla="*/ 1 w 437"/>
                <a:gd name="T61" fmla="*/ 2 h 260"/>
                <a:gd name="T62" fmla="*/ 1 w 437"/>
                <a:gd name="T63" fmla="*/ 2 h 260"/>
                <a:gd name="T64" fmla="*/ 1 w 437"/>
                <a:gd name="T65" fmla="*/ 2 h 260"/>
                <a:gd name="T66" fmla="*/ 0 w 437"/>
                <a:gd name="T67" fmla="*/ 2 h 260"/>
                <a:gd name="T68" fmla="*/ 0 w 437"/>
                <a:gd name="T69" fmla="*/ 2 h 260"/>
                <a:gd name="T70" fmla="*/ 0 w 437"/>
                <a:gd name="T71" fmla="*/ 2 h 260"/>
                <a:gd name="T72" fmla="*/ 0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0" y="260"/>
                  </a:moveTo>
                  <a:lnTo>
                    <a:pt x="0" y="260"/>
                  </a:lnTo>
                  <a:lnTo>
                    <a:pt x="43" y="259"/>
                  </a:lnTo>
                  <a:lnTo>
                    <a:pt x="87" y="255"/>
                  </a:lnTo>
                  <a:lnTo>
                    <a:pt x="128" y="248"/>
                  </a:lnTo>
                  <a:lnTo>
                    <a:pt x="168" y="240"/>
                  </a:lnTo>
                  <a:lnTo>
                    <a:pt x="207" y="230"/>
                  </a:lnTo>
                  <a:lnTo>
                    <a:pt x="242" y="217"/>
                  </a:lnTo>
                  <a:lnTo>
                    <a:pt x="276" y="202"/>
                  </a:lnTo>
                  <a:lnTo>
                    <a:pt x="308" y="185"/>
                  </a:lnTo>
                  <a:lnTo>
                    <a:pt x="336" y="166"/>
                  </a:lnTo>
                  <a:lnTo>
                    <a:pt x="360" y="146"/>
                  </a:lnTo>
                  <a:lnTo>
                    <a:pt x="383" y="125"/>
                  </a:lnTo>
                  <a:lnTo>
                    <a:pt x="401" y="102"/>
                  </a:lnTo>
                  <a:lnTo>
                    <a:pt x="417" y="77"/>
                  </a:lnTo>
                  <a:lnTo>
                    <a:pt x="427" y="53"/>
                  </a:lnTo>
                  <a:lnTo>
                    <a:pt x="434" y="27"/>
                  </a:lnTo>
                  <a:lnTo>
                    <a:pt x="437" y="0"/>
                  </a:lnTo>
                  <a:lnTo>
                    <a:pt x="425" y="0"/>
                  </a:lnTo>
                  <a:lnTo>
                    <a:pt x="422" y="24"/>
                  </a:lnTo>
                  <a:lnTo>
                    <a:pt x="415" y="48"/>
                  </a:lnTo>
                  <a:lnTo>
                    <a:pt x="405" y="73"/>
                  </a:lnTo>
                  <a:lnTo>
                    <a:pt x="392" y="95"/>
                  </a:lnTo>
                  <a:lnTo>
                    <a:pt x="373" y="116"/>
                  </a:lnTo>
                  <a:lnTo>
                    <a:pt x="353" y="137"/>
                  </a:lnTo>
                  <a:lnTo>
                    <a:pt x="329" y="157"/>
                  </a:lnTo>
                  <a:lnTo>
                    <a:pt x="301" y="173"/>
                  </a:lnTo>
                  <a:lnTo>
                    <a:pt x="271" y="190"/>
                  </a:lnTo>
                  <a:lnTo>
                    <a:pt x="237" y="205"/>
                  </a:lnTo>
                  <a:lnTo>
                    <a:pt x="202" y="218"/>
                  </a:lnTo>
                  <a:lnTo>
                    <a:pt x="166" y="228"/>
                  </a:lnTo>
                  <a:lnTo>
                    <a:pt x="126" y="237"/>
                  </a:lnTo>
                  <a:lnTo>
                    <a:pt x="85" y="244"/>
                  </a:lnTo>
                  <a:lnTo>
                    <a:pt x="43" y="247"/>
                  </a:lnTo>
                  <a:lnTo>
                    <a:pt x="0" y="248"/>
                  </a:lnTo>
                  <a:lnTo>
                    <a:pt x="0"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8941" name="Freeform 53"/>
            <p:cNvSpPr>
              <a:spLocks/>
            </p:cNvSpPr>
            <p:nvPr/>
          </p:nvSpPr>
          <p:spPr bwMode="auto">
            <a:xfrm>
              <a:off x="1179" y="1640"/>
              <a:ext cx="88" cy="52"/>
            </a:xfrm>
            <a:custGeom>
              <a:avLst/>
              <a:gdLst>
                <a:gd name="T0" fmla="*/ 0 w 439"/>
                <a:gd name="T1" fmla="*/ 0 h 260"/>
                <a:gd name="T2" fmla="*/ 0 w 439"/>
                <a:gd name="T3" fmla="*/ 0 h 260"/>
                <a:gd name="T4" fmla="*/ 0 w 439"/>
                <a:gd name="T5" fmla="*/ 0 h 260"/>
                <a:gd name="T6" fmla="*/ 0 w 439"/>
                <a:gd name="T7" fmla="*/ 0 h 260"/>
                <a:gd name="T8" fmla="*/ 0 w 439"/>
                <a:gd name="T9" fmla="*/ 1 h 260"/>
                <a:gd name="T10" fmla="*/ 0 w 439"/>
                <a:gd name="T11" fmla="*/ 1 h 260"/>
                <a:gd name="T12" fmla="*/ 0 w 439"/>
                <a:gd name="T13" fmla="*/ 1 h 260"/>
                <a:gd name="T14" fmla="*/ 1 w 439"/>
                <a:gd name="T15" fmla="*/ 1 h 260"/>
                <a:gd name="T16" fmla="*/ 1 w 439"/>
                <a:gd name="T17" fmla="*/ 1 h 260"/>
                <a:gd name="T18" fmla="*/ 1 w 439"/>
                <a:gd name="T19" fmla="*/ 1 h 260"/>
                <a:gd name="T20" fmla="*/ 1 w 439"/>
                <a:gd name="T21" fmla="*/ 2 h 260"/>
                <a:gd name="T22" fmla="*/ 2 w 439"/>
                <a:gd name="T23" fmla="*/ 2 h 260"/>
                <a:gd name="T24" fmla="*/ 2 w 439"/>
                <a:gd name="T25" fmla="*/ 2 h 260"/>
                <a:gd name="T26" fmla="*/ 2 w 439"/>
                <a:gd name="T27" fmla="*/ 2 h 260"/>
                <a:gd name="T28" fmla="*/ 2 w 439"/>
                <a:gd name="T29" fmla="*/ 2 h 260"/>
                <a:gd name="T30" fmla="*/ 3 w 439"/>
                <a:gd name="T31" fmla="*/ 2 h 260"/>
                <a:gd name="T32" fmla="*/ 3 w 439"/>
                <a:gd name="T33" fmla="*/ 2 h 260"/>
                <a:gd name="T34" fmla="*/ 4 w 439"/>
                <a:gd name="T35" fmla="*/ 2 h 260"/>
                <a:gd name="T36" fmla="*/ 4 w 439"/>
                <a:gd name="T37" fmla="*/ 2 h 260"/>
                <a:gd name="T38" fmla="*/ 3 w 439"/>
                <a:gd name="T39" fmla="*/ 2 h 260"/>
                <a:gd name="T40" fmla="*/ 3 w 439"/>
                <a:gd name="T41" fmla="*/ 2 h 260"/>
                <a:gd name="T42" fmla="*/ 3 w 439"/>
                <a:gd name="T43" fmla="*/ 2 h 260"/>
                <a:gd name="T44" fmla="*/ 2 w 439"/>
                <a:gd name="T45" fmla="*/ 2 h 260"/>
                <a:gd name="T46" fmla="*/ 2 w 439"/>
                <a:gd name="T47" fmla="*/ 2 h 260"/>
                <a:gd name="T48" fmla="*/ 2 w 439"/>
                <a:gd name="T49" fmla="*/ 2 h 260"/>
                <a:gd name="T50" fmla="*/ 1 w 439"/>
                <a:gd name="T51" fmla="*/ 2 h 260"/>
                <a:gd name="T52" fmla="*/ 1 w 439"/>
                <a:gd name="T53" fmla="*/ 1 h 260"/>
                <a:gd name="T54" fmla="*/ 1 w 439"/>
                <a:gd name="T55" fmla="*/ 1 h 260"/>
                <a:gd name="T56" fmla="*/ 1 w 439"/>
                <a:gd name="T57" fmla="*/ 1 h 260"/>
                <a:gd name="T58" fmla="*/ 1 w 439"/>
                <a:gd name="T59" fmla="*/ 1 h 260"/>
                <a:gd name="T60" fmla="*/ 0 w 439"/>
                <a:gd name="T61" fmla="*/ 1 h 260"/>
                <a:gd name="T62" fmla="*/ 0 w 439"/>
                <a:gd name="T63" fmla="*/ 1 h 260"/>
                <a:gd name="T64" fmla="*/ 0 w 439"/>
                <a:gd name="T65" fmla="*/ 0 h 260"/>
                <a:gd name="T66" fmla="*/ 0 w 439"/>
                <a:gd name="T67" fmla="*/ 0 h 260"/>
                <a:gd name="T68" fmla="*/ 0 w 439"/>
                <a:gd name="T69" fmla="*/ 0 h 260"/>
                <a:gd name="T70" fmla="*/ 0 w 439"/>
                <a:gd name="T71" fmla="*/ 0 h 260"/>
                <a:gd name="T72" fmla="*/ 0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0" y="0"/>
                  </a:moveTo>
                  <a:lnTo>
                    <a:pt x="0" y="0"/>
                  </a:lnTo>
                  <a:lnTo>
                    <a:pt x="3" y="27"/>
                  </a:lnTo>
                  <a:lnTo>
                    <a:pt x="10" y="53"/>
                  </a:lnTo>
                  <a:lnTo>
                    <a:pt x="20" y="77"/>
                  </a:lnTo>
                  <a:lnTo>
                    <a:pt x="35" y="102"/>
                  </a:lnTo>
                  <a:lnTo>
                    <a:pt x="54" y="125"/>
                  </a:lnTo>
                  <a:lnTo>
                    <a:pt x="76" y="146"/>
                  </a:lnTo>
                  <a:lnTo>
                    <a:pt x="102" y="166"/>
                  </a:lnTo>
                  <a:lnTo>
                    <a:pt x="130" y="185"/>
                  </a:lnTo>
                  <a:lnTo>
                    <a:pt x="162" y="202"/>
                  </a:lnTo>
                  <a:lnTo>
                    <a:pt x="195" y="217"/>
                  </a:lnTo>
                  <a:lnTo>
                    <a:pt x="231" y="230"/>
                  </a:lnTo>
                  <a:lnTo>
                    <a:pt x="270" y="240"/>
                  </a:lnTo>
                  <a:lnTo>
                    <a:pt x="310" y="248"/>
                  </a:lnTo>
                  <a:lnTo>
                    <a:pt x="351" y="255"/>
                  </a:lnTo>
                  <a:lnTo>
                    <a:pt x="395" y="259"/>
                  </a:lnTo>
                  <a:lnTo>
                    <a:pt x="439" y="260"/>
                  </a:lnTo>
                  <a:lnTo>
                    <a:pt x="439" y="248"/>
                  </a:lnTo>
                  <a:lnTo>
                    <a:pt x="395" y="247"/>
                  </a:lnTo>
                  <a:lnTo>
                    <a:pt x="353" y="244"/>
                  </a:lnTo>
                  <a:lnTo>
                    <a:pt x="312" y="237"/>
                  </a:lnTo>
                  <a:lnTo>
                    <a:pt x="272" y="228"/>
                  </a:lnTo>
                  <a:lnTo>
                    <a:pt x="236" y="218"/>
                  </a:lnTo>
                  <a:lnTo>
                    <a:pt x="200" y="205"/>
                  </a:lnTo>
                  <a:lnTo>
                    <a:pt x="167" y="190"/>
                  </a:lnTo>
                  <a:lnTo>
                    <a:pt x="137" y="173"/>
                  </a:lnTo>
                  <a:lnTo>
                    <a:pt x="109" y="157"/>
                  </a:lnTo>
                  <a:lnTo>
                    <a:pt x="84" y="137"/>
                  </a:lnTo>
                  <a:lnTo>
                    <a:pt x="64" y="116"/>
                  </a:lnTo>
                  <a:lnTo>
                    <a:pt x="45" y="95"/>
                  </a:lnTo>
                  <a:lnTo>
                    <a:pt x="32" y="73"/>
                  </a:lnTo>
                  <a:lnTo>
                    <a:pt x="21" y="48"/>
                  </a:lnTo>
                  <a:lnTo>
                    <a:pt x="14" y="24"/>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8942" name="Freeform 54"/>
            <p:cNvSpPr>
              <a:spLocks/>
            </p:cNvSpPr>
            <p:nvPr/>
          </p:nvSpPr>
          <p:spPr bwMode="auto">
            <a:xfrm>
              <a:off x="1179" y="1588"/>
              <a:ext cx="88" cy="52"/>
            </a:xfrm>
            <a:custGeom>
              <a:avLst/>
              <a:gdLst>
                <a:gd name="T0" fmla="*/ 4 w 439"/>
                <a:gd name="T1" fmla="*/ 0 h 260"/>
                <a:gd name="T2" fmla="*/ 4 w 439"/>
                <a:gd name="T3" fmla="*/ 0 h 260"/>
                <a:gd name="T4" fmla="*/ 3 w 439"/>
                <a:gd name="T5" fmla="*/ 0 h 260"/>
                <a:gd name="T6" fmla="*/ 3 w 439"/>
                <a:gd name="T7" fmla="*/ 0 h 260"/>
                <a:gd name="T8" fmla="*/ 2 w 439"/>
                <a:gd name="T9" fmla="*/ 0 h 260"/>
                <a:gd name="T10" fmla="*/ 2 w 439"/>
                <a:gd name="T11" fmla="*/ 0 h 260"/>
                <a:gd name="T12" fmla="*/ 2 w 439"/>
                <a:gd name="T13" fmla="*/ 0 h 260"/>
                <a:gd name="T14" fmla="*/ 2 w 439"/>
                <a:gd name="T15" fmla="*/ 0 h 260"/>
                <a:gd name="T16" fmla="*/ 1 w 439"/>
                <a:gd name="T17" fmla="*/ 0 h 260"/>
                <a:gd name="T18" fmla="*/ 1 w 439"/>
                <a:gd name="T19" fmla="*/ 1 h 260"/>
                <a:gd name="T20" fmla="*/ 1 w 439"/>
                <a:gd name="T21" fmla="*/ 1 h 260"/>
                <a:gd name="T22" fmla="*/ 1 w 439"/>
                <a:gd name="T23" fmla="*/ 1 h 260"/>
                <a:gd name="T24" fmla="*/ 0 w 439"/>
                <a:gd name="T25" fmla="*/ 1 h 260"/>
                <a:gd name="T26" fmla="*/ 0 w 439"/>
                <a:gd name="T27" fmla="*/ 1 h 260"/>
                <a:gd name="T28" fmla="*/ 0 w 439"/>
                <a:gd name="T29" fmla="*/ 1 h 260"/>
                <a:gd name="T30" fmla="*/ 0 w 439"/>
                <a:gd name="T31" fmla="*/ 2 h 260"/>
                <a:gd name="T32" fmla="*/ 0 w 439"/>
                <a:gd name="T33" fmla="*/ 2 h 260"/>
                <a:gd name="T34" fmla="*/ 0 w 439"/>
                <a:gd name="T35" fmla="*/ 2 h 260"/>
                <a:gd name="T36" fmla="*/ 0 w 439"/>
                <a:gd name="T37" fmla="*/ 2 h 260"/>
                <a:gd name="T38" fmla="*/ 0 w 439"/>
                <a:gd name="T39" fmla="*/ 2 h 260"/>
                <a:gd name="T40" fmla="*/ 0 w 439"/>
                <a:gd name="T41" fmla="*/ 2 h 260"/>
                <a:gd name="T42" fmla="*/ 0 w 439"/>
                <a:gd name="T43" fmla="*/ 1 h 260"/>
                <a:gd name="T44" fmla="*/ 0 w 439"/>
                <a:gd name="T45" fmla="*/ 1 h 260"/>
                <a:gd name="T46" fmla="*/ 1 w 439"/>
                <a:gd name="T47" fmla="*/ 1 h 260"/>
                <a:gd name="T48" fmla="*/ 1 w 439"/>
                <a:gd name="T49" fmla="*/ 1 h 260"/>
                <a:gd name="T50" fmla="*/ 1 w 439"/>
                <a:gd name="T51" fmla="*/ 1 h 260"/>
                <a:gd name="T52" fmla="*/ 1 w 439"/>
                <a:gd name="T53" fmla="*/ 1 h 260"/>
                <a:gd name="T54" fmla="*/ 1 w 439"/>
                <a:gd name="T55" fmla="*/ 1 h 260"/>
                <a:gd name="T56" fmla="*/ 2 w 439"/>
                <a:gd name="T57" fmla="*/ 0 h 260"/>
                <a:gd name="T58" fmla="*/ 2 w 439"/>
                <a:gd name="T59" fmla="*/ 0 h 260"/>
                <a:gd name="T60" fmla="*/ 2 w 439"/>
                <a:gd name="T61" fmla="*/ 0 h 260"/>
                <a:gd name="T62" fmla="*/ 3 w 439"/>
                <a:gd name="T63" fmla="*/ 0 h 260"/>
                <a:gd name="T64" fmla="*/ 3 w 439"/>
                <a:gd name="T65" fmla="*/ 0 h 260"/>
                <a:gd name="T66" fmla="*/ 3 w 439"/>
                <a:gd name="T67" fmla="*/ 0 h 260"/>
                <a:gd name="T68" fmla="*/ 4 w 439"/>
                <a:gd name="T69" fmla="*/ 0 h 260"/>
                <a:gd name="T70" fmla="*/ 4 w 439"/>
                <a:gd name="T71" fmla="*/ 0 h 260"/>
                <a:gd name="T72" fmla="*/ 4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439" y="0"/>
                  </a:moveTo>
                  <a:lnTo>
                    <a:pt x="439" y="0"/>
                  </a:lnTo>
                  <a:lnTo>
                    <a:pt x="395" y="1"/>
                  </a:lnTo>
                  <a:lnTo>
                    <a:pt x="351" y="4"/>
                  </a:lnTo>
                  <a:lnTo>
                    <a:pt x="310" y="11"/>
                  </a:lnTo>
                  <a:lnTo>
                    <a:pt x="270" y="19"/>
                  </a:lnTo>
                  <a:lnTo>
                    <a:pt x="231" y="30"/>
                  </a:lnTo>
                  <a:lnTo>
                    <a:pt x="195" y="43"/>
                  </a:lnTo>
                  <a:lnTo>
                    <a:pt x="162" y="58"/>
                  </a:lnTo>
                  <a:lnTo>
                    <a:pt x="130" y="73"/>
                  </a:lnTo>
                  <a:lnTo>
                    <a:pt x="102" y="93"/>
                  </a:lnTo>
                  <a:lnTo>
                    <a:pt x="76" y="113"/>
                  </a:lnTo>
                  <a:lnTo>
                    <a:pt x="54" y="133"/>
                  </a:lnTo>
                  <a:lnTo>
                    <a:pt x="35" y="157"/>
                  </a:lnTo>
                  <a:lnTo>
                    <a:pt x="20" y="181"/>
                  </a:lnTo>
                  <a:lnTo>
                    <a:pt x="10" y="206"/>
                  </a:lnTo>
                  <a:lnTo>
                    <a:pt x="3" y="233"/>
                  </a:lnTo>
                  <a:lnTo>
                    <a:pt x="0" y="260"/>
                  </a:lnTo>
                  <a:lnTo>
                    <a:pt x="12" y="260"/>
                  </a:lnTo>
                  <a:lnTo>
                    <a:pt x="14" y="235"/>
                  </a:lnTo>
                  <a:lnTo>
                    <a:pt x="21" y="211"/>
                  </a:lnTo>
                  <a:lnTo>
                    <a:pt x="32" y="186"/>
                  </a:lnTo>
                  <a:lnTo>
                    <a:pt x="45" y="164"/>
                  </a:lnTo>
                  <a:lnTo>
                    <a:pt x="64" y="143"/>
                  </a:lnTo>
                  <a:lnTo>
                    <a:pt x="84" y="123"/>
                  </a:lnTo>
                  <a:lnTo>
                    <a:pt x="109" y="103"/>
                  </a:lnTo>
                  <a:lnTo>
                    <a:pt x="137" y="85"/>
                  </a:lnTo>
                  <a:lnTo>
                    <a:pt x="167" y="70"/>
                  </a:lnTo>
                  <a:lnTo>
                    <a:pt x="200" y="55"/>
                  </a:lnTo>
                  <a:lnTo>
                    <a:pt x="236" y="42"/>
                  </a:lnTo>
                  <a:lnTo>
                    <a:pt x="272" y="31"/>
                  </a:lnTo>
                  <a:lnTo>
                    <a:pt x="312" y="23"/>
                  </a:lnTo>
                  <a:lnTo>
                    <a:pt x="353" y="16"/>
                  </a:lnTo>
                  <a:lnTo>
                    <a:pt x="395" y="12"/>
                  </a:lnTo>
                  <a:lnTo>
                    <a:pt x="439" y="11"/>
                  </a:lnTo>
                  <a:lnTo>
                    <a:pt x="439"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8943" name="Freeform 55"/>
            <p:cNvSpPr>
              <a:spLocks/>
            </p:cNvSpPr>
            <p:nvPr/>
          </p:nvSpPr>
          <p:spPr bwMode="auto">
            <a:xfrm>
              <a:off x="964" y="1745"/>
              <a:ext cx="48" cy="85"/>
            </a:xfrm>
            <a:custGeom>
              <a:avLst/>
              <a:gdLst>
                <a:gd name="T0" fmla="*/ 2 w 244"/>
                <a:gd name="T1" fmla="*/ 3 h 426"/>
                <a:gd name="T2" fmla="*/ 2 w 244"/>
                <a:gd name="T3" fmla="*/ 3 h 426"/>
                <a:gd name="T4" fmla="*/ 2 w 244"/>
                <a:gd name="T5" fmla="*/ 3 h 426"/>
                <a:gd name="T6" fmla="*/ 2 w 244"/>
                <a:gd name="T7" fmla="*/ 3 h 426"/>
                <a:gd name="T8" fmla="*/ 2 w 244"/>
                <a:gd name="T9" fmla="*/ 2 h 426"/>
                <a:gd name="T10" fmla="*/ 2 w 244"/>
                <a:gd name="T11" fmla="*/ 2 h 426"/>
                <a:gd name="T12" fmla="*/ 2 w 244"/>
                <a:gd name="T13" fmla="*/ 2 h 426"/>
                <a:gd name="T14" fmla="*/ 2 w 244"/>
                <a:gd name="T15" fmla="*/ 2 h 426"/>
                <a:gd name="T16" fmla="*/ 1 w 244"/>
                <a:gd name="T17" fmla="*/ 1 h 426"/>
                <a:gd name="T18" fmla="*/ 1 w 244"/>
                <a:gd name="T19" fmla="*/ 1 h 426"/>
                <a:gd name="T20" fmla="*/ 1 w 244"/>
                <a:gd name="T21" fmla="*/ 1 h 426"/>
                <a:gd name="T22" fmla="*/ 1 w 244"/>
                <a:gd name="T23" fmla="*/ 1 h 426"/>
                <a:gd name="T24" fmla="*/ 1 w 244"/>
                <a:gd name="T25" fmla="*/ 0 h 426"/>
                <a:gd name="T26" fmla="*/ 1 w 244"/>
                <a:gd name="T27" fmla="*/ 0 h 426"/>
                <a:gd name="T28" fmla="*/ 1 w 244"/>
                <a:gd name="T29" fmla="*/ 0 h 426"/>
                <a:gd name="T30" fmla="*/ 0 w 244"/>
                <a:gd name="T31" fmla="*/ 0 h 426"/>
                <a:gd name="T32" fmla="*/ 0 w 244"/>
                <a:gd name="T33" fmla="*/ 0 h 426"/>
                <a:gd name="T34" fmla="*/ 0 w 244"/>
                <a:gd name="T35" fmla="*/ 0 h 426"/>
                <a:gd name="T36" fmla="*/ 0 w 244"/>
                <a:gd name="T37" fmla="*/ 0 h 426"/>
                <a:gd name="T38" fmla="*/ 0 w 244"/>
                <a:gd name="T39" fmla="*/ 0 h 426"/>
                <a:gd name="T40" fmla="*/ 0 w 244"/>
                <a:gd name="T41" fmla="*/ 0 h 426"/>
                <a:gd name="T42" fmla="*/ 1 w 244"/>
                <a:gd name="T43" fmla="*/ 0 h 426"/>
                <a:gd name="T44" fmla="*/ 1 w 244"/>
                <a:gd name="T45" fmla="*/ 0 h 426"/>
                <a:gd name="T46" fmla="*/ 1 w 244"/>
                <a:gd name="T47" fmla="*/ 0 h 426"/>
                <a:gd name="T48" fmla="*/ 1 w 244"/>
                <a:gd name="T49" fmla="*/ 1 h 426"/>
                <a:gd name="T50" fmla="*/ 1 w 244"/>
                <a:gd name="T51" fmla="*/ 1 h 426"/>
                <a:gd name="T52" fmla="*/ 1 w 244"/>
                <a:gd name="T53" fmla="*/ 1 h 426"/>
                <a:gd name="T54" fmla="*/ 1 w 244"/>
                <a:gd name="T55" fmla="*/ 1 h 426"/>
                <a:gd name="T56" fmla="*/ 1 w 244"/>
                <a:gd name="T57" fmla="*/ 2 h 426"/>
                <a:gd name="T58" fmla="*/ 2 w 244"/>
                <a:gd name="T59" fmla="*/ 2 h 426"/>
                <a:gd name="T60" fmla="*/ 2 w 244"/>
                <a:gd name="T61" fmla="*/ 2 h 426"/>
                <a:gd name="T62" fmla="*/ 2 w 244"/>
                <a:gd name="T63" fmla="*/ 2 h 426"/>
                <a:gd name="T64" fmla="*/ 2 w 244"/>
                <a:gd name="T65" fmla="*/ 3 h 426"/>
                <a:gd name="T66" fmla="*/ 2 w 244"/>
                <a:gd name="T67" fmla="*/ 3 h 426"/>
                <a:gd name="T68" fmla="*/ 2 w 244"/>
                <a:gd name="T69" fmla="*/ 3 h 426"/>
                <a:gd name="T70" fmla="*/ 2 w 244"/>
                <a:gd name="T71" fmla="*/ 3 h 426"/>
                <a:gd name="T72" fmla="*/ 2 w 244"/>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6"/>
                <a:gd name="T113" fmla="*/ 244 w 244"/>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6">
                  <a:moveTo>
                    <a:pt x="244" y="426"/>
                  </a:moveTo>
                  <a:lnTo>
                    <a:pt x="244" y="426"/>
                  </a:lnTo>
                  <a:lnTo>
                    <a:pt x="243" y="383"/>
                  </a:lnTo>
                  <a:lnTo>
                    <a:pt x="240" y="340"/>
                  </a:lnTo>
                  <a:lnTo>
                    <a:pt x="234" y="300"/>
                  </a:lnTo>
                  <a:lnTo>
                    <a:pt x="226" y="262"/>
                  </a:lnTo>
                  <a:lnTo>
                    <a:pt x="215" y="224"/>
                  </a:lnTo>
                  <a:lnTo>
                    <a:pt x="203" y="189"/>
                  </a:lnTo>
                  <a:lnTo>
                    <a:pt x="189" y="157"/>
                  </a:lnTo>
                  <a:lnTo>
                    <a:pt x="174" y="126"/>
                  </a:lnTo>
                  <a:lnTo>
                    <a:pt x="155" y="99"/>
                  </a:lnTo>
                  <a:lnTo>
                    <a:pt x="138" y="74"/>
                  </a:lnTo>
                  <a:lnTo>
                    <a:pt x="118" y="52"/>
                  </a:lnTo>
                  <a:lnTo>
                    <a:pt x="96" y="34"/>
                  </a:lnTo>
                  <a:lnTo>
                    <a:pt x="73" y="19"/>
                  </a:lnTo>
                  <a:lnTo>
                    <a:pt x="50" y="8"/>
                  </a:lnTo>
                  <a:lnTo>
                    <a:pt x="25" y="2"/>
                  </a:lnTo>
                  <a:lnTo>
                    <a:pt x="0" y="0"/>
                  </a:lnTo>
                  <a:lnTo>
                    <a:pt x="0" y="12"/>
                  </a:lnTo>
                  <a:lnTo>
                    <a:pt x="23" y="14"/>
                  </a:lnTo>
                  <a:lnTo>
                    <a:pt x="45" y="20"/>
                  </a:lnTo>
                  <a:lnTo>
                    <a:pt x="66" y="31"/>
                  </a:lnTo>
                  <a:lnTo>
                    <a:pt x="89" y="43"/>
                  </a:lnTo>
                  <a:lnTo>
                    <a:pt x="109" y="61"/>
                  </a:lnTo>
                  <a:lnTo>
                    <a:pt x="129" y="81"/>
                  </a:lnTo>
                  <a:lnTo>
                    <a:pt x="146" y="106"/>
                  </a:lnTo>
                  <a:lnTo>
                    <a:pt x="162" y="133"/>
                  </a:lnTo>
                  <a:lnTo>
                    <a:pt x="178" y="162"/>
                  </a:lnTo>
                  <a:lnTo>
                    <a:pt x="192" y="194"/>
                  </a:lnTo>
                  <a:lnTo>
                    <a:pt x="203" y="229"/>
                  </a:lnTo>
                  <a:lnTo>
                    <a:pt x="214" y="264"/>
                  </a:lnTo>
                  <a:lnTo>
                    <a:pt x="222" y="303"/>
                  </a:lnTo>
                  <a:lnTo>
                    <a:pt x="228" y="342"/>
                  </a:lnTo>
                  <a:lnTo>
                    <a:pt x="232" y="383"/>
                  </a:lnTo>
                  <a:lnTo>
                    <a:pt x="233" y="426"/>
                  </a:lnTo>
                  <a:lnTo>
                    <a:pt x="244"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8944" name="Freeform 56"/>
            <p:cNvSpPr>
              <a:spLocks/>
            </p:cNvSpPr>
            <p:nvPr/>
          </p:nvSpPr>
          <p:spPr bwMode="auto">
            <a:xfrm>
              <a:off x="964" y="1830"/>
              <a:ext cx="48" cy="85"/>
            </a:xfrm>
            <a:custGeom>
              <a:avLst/>
              <a:gdLst>
                <a:gd name="T0" fmla="*/ 0 w 244"/>
                <a:gd name="T1" fmla="*/ 3 h 424"/>
                <a:gd name="T2" fmla="*/ 0 w 244"/>
                <a:gd name="T3" fmla="*/ 3 h 424"/>
                <a:gd name="T4" fmla="*/ 0 w 244"/>
                <a:gd name="T5" fmla="*/ 3 h 424"/>
                <a:gd name="T6" fmla="*/ 0 w 244"/>
                <a:gd name="T7" fmla="*/ 3 h 424"/>
                <a:gd name="T8" fmla="*/ 1 w 244"/>
                <a:gd name="T9" fmla="*/ 3 h 424"/>
                <a:gd name="T10" fmla="*/ 1 w 244"/>
                <a:gd name="T11" fmla="*/ 3 h 424"/>
                <a:gd name="T12" fmla="*/ 1 w 244"/>
                <a:gd name="T13" fmla="*/ 3 h 424"/>
                <a:gd name="T14" fmla="*/ 1 w 244"/>
                <a:gd name="T15" fmla="*/ 3 h 424"/>
                <a:gd name="T16" fmla="*/ 1 w 244"/>
                <a:gd name="T17" fmla="*/ 3 h 424"/>
                <a:gd name="T18" fmla="*/ 1 w 244"/>
                <a:gd name="T19" fmla="*/ 2 h 424"/>
                <a:gd name="T20" fmla="*/ 1 w 244"/>
                <a:gd name="T21" fmla="*/ 2 h 424"/>
                <a:gd name="T22" fmla="*/ 2 w 244"/>
                <a:gd name="T23" fmla="*/ 2 h 424"/>
                <a:gd name="T24" fmla="*/ 2 w 244"/>
                <a:gd name="T25" fmla="*/ 2 h 424"/>
                <a:gd name="T26" fmla="*/ 2 w 244"/>
                <a:gd name="T27" fmla="*/ 1 h 424"/>
                <a:gd name="T28" fmla="*/ 2 w 244"/>
                <a:gd name="T29" fmla="*/ 1 h 424"/>
                <a:gd name="T30" fmla="*/ 2 w 244"/>
                <a:gd name="T31" fmla="*/ 1 h 424"/>
                <a:gd name="T32" fmla="*/ 2 w 244"/>
                <a:gd name="T33" fmla="*/ 0 h 424"/>
                <a:gd name="T34" fmla="*/ 2 w 244"/>
                <a:gd name="T35" fmla="*/ 0 h 424"/>
                <a:gd name="T36" fmla="*/ 2 w 244"/>
                <a:gd name="T37" fmla="*/ 0 h 424"/>
                <a:gd name="T38" fmla="*/ 2 w 244"/>
                <a:gd name="T39" fmla="*/ 0 h 424"/>
                <a:gd name="T40" fmla="*/ 2 w 244"/>
                <a:gd name="T41" fmla="*/ 1 h 424"/>
                <a:gd name="T42" fmla="*/ 2 w 244"/>
                <a:gd name="T43" fmla="*/ 1 h 424"/>
                <a:gd name="T44" fmla="*/ 2 w 244"/>
                <a:gd name="T45" fmla="*/ 1 h 424"/>
                <a:gd name="T46" fmla="*/ 2 w 244"/>
                <a:gd name="T47" fmla="*/ 2 h 424"/>
                <a:gd name="T48" fmla="*/ 1 w 244"/>
                <a:gd name="T49" fmla="*/ 2 h 424"/>
                <a:gd name="T50" fmla="*/ 1 w 244"/>
                <a:gd name="T51" fmla="*/ 2 h 424"/>
                <a:gd name="T52" fmla="*/ 1 w 244"/>
                <a:gd name="T53" fmla="*/ 2 h 424"/>
                <a:gd name="T54" fmla="*/ 1 w 244"/>
                <a:gd name="T55" fmla="*/ 3 h 424"/>
                <a:gd name="T56" fmla="*/ 1 w 244"/>
                <a:gd name="T57" fmla="*/ 3 h 424"/>
                <a:gd name="T58" fmla="*/ 1 w 244"/>
                <a:gd name="T59" fmla="*/ 3 h 424"/>
                <a:gd name="T60" fmla="*/ 1 w 244"/>
                <a:gd name="T61" fmla="*/ 3 h 424"/>
                <a:gd name="T62" fmla="*/ 1 w 244"/>
                <a:gd name="T63" fmla="*/ 3 h 424"/>
                <a:gd name="T64" fmla="*/ 0 w 244"/>
                <a:gd name="T65" fmla="*/ 3 h 424"/>
                <a:gd name="T66" fmla="*/ 0 w 244"/>
                <a:gd name="T67" fmla="*/ 3 h 424"/>
                <a:gd name="T68" fmla="*/ 0 w 244"/>
                <a:gd name="T69" fmla="*/ 3 h 424"/>
                <a:gd name="T70" fmla="*/ 0 w 244"/>
                <a:gd name="T71" fmla="*/ 3 h 424"/>
                <a:gd name="T72" fmla="*/ 0 w 244"/>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4"/>
                <a:gd name="T113" fmla="*/ 244 w 244"/>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4">
                  <a:moveTo>
                    <a:pt x="0" y="424"/>
                  </a:moveTo>
                  <a:lnTo>
                    <a:pt x="0" y="424"/>
                  </a:lnTo>
                  <a:lnTo>
                    <a:pt x="25" y="422"/>
                  </a:lnTo>
                  <a:lnTo>
                    <a:pt x="50" y="416"/>
                  </a:lnTo>
                  <a:lnTo>
                    <a:pt x="73" y="405"/>
                  </a:lnTo>
                  <a:lnTo>
                    <a:pt x="96" y="390"/>
                  </a:lnTo>
                  <a:lnTo>
                    <a:pt x="118" y="373"/>
                  </a:lnTo>
                  <a:lnTo>
                    <a:pt x="138" y="350"/>
                  </a:lnTo>
                  <a:lnTo>
                    <a:pt x="155" y="326"/>
                  </a:lnTo>
                  <a:lnTo>
                    <a:pt x="173" y="299"/>
                  </a:lnTo>
                  <a:lnTo>
                    <a:pt x="189" y="268"/>
                  </a:lnTo>
                  <a:lnTo>
                    <a:pt x="203" y="235"/>
                  </a:lnTo>
                  <a:lnTo>
                    <a:pt x="215" y="201"/>
                  </a:lnTo>
                  <a:lnTo>
                    <a:pt x="226" y="163"/>
                  </a:lnTo>
                  <a:lnTo>
                    <a:pt x="234" y="125"/>
                  </a:lnTo>
                  <a:lnTo>
                    <a:pt x="240" y="85"/>
                  </a:lnTo>
                  <a:lnTo>
                    <a:pt x="243" y="42"/>
                  </a:lnTo>
                  <a:lnTo>
                    <a:pt x="244" y="0"/>
                  </a:lnTo>
                  <a:lnTo>
                    <a:pt x="233" y="0"/>
                  </a:lnTo>
                  <a:lnTo>
                    <a:pt x="232" y="42"/>
                  </a:lnTo>
                  <a:lnTo>
                    <a:pt x="228" y="83"/>
                  </a:lnTo>
                  <a:lnTo>
                    <a:pt x="222" y="123"/>
                  </a:lnTo>
                  <a:lnTo>
                    <a:pt x="214" y="160"/>
                  </a:lnTo>
                  <a:lnTo>
                    <a:pt x="203" y="197"/>
                  </a:lnTo>
                  <a:lnTo>
                    <a:pt x="192" y="231"/>
                  </a:lnTo>
                  <a:lnTo>
                    <a:pt x="178" y="263"/>
                  </a:lnTo>
                  <a:lnTo>
                    <a:pt x="164" y="292"/>
                  </a:lnTo>
                  <a:lnTo>
                    <a:pt x="146" y="319"/>
                  </a:lnTo>
                  <a:lnTo>
                    <a:pt x="129" y="343"/>
                  </a:lnTo>
                  <a:lnTo>
                    <a:pt x="109" y="363"/>
                  </a:lnTo>
                  <a:lnTo>
                    <a:pt x="89" y="381"/>
                  </a:lnTo>
                  <a:lnTo>
                    <a:pt x="66" y="394"/>
                  </a:lnTo>
                  <a:lnTo>
                    <a:pt x="45" y="404"/>
                  </a:lnTo>
                  <a:lnTo>
                    <a:pt x="23" y="410"/>
                  </a:lnTo>
                  <a:lnTo>
                    <a:pt x="0" y="412"/>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8945" name="Freeform 57"/>
            <p:cNvSpPr>
              <a:spLocks/>
            </p:cNvSpPr>
            <p:nvPr/>
          </p:nvSpPr>
          <p:spPr bwMode="auto">
            <a:xfrm>
              <a:off x="915" y="1830"/>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1" y="42"/>
                  </a:lnTo>
                  <a:lnTo>
                    <a:pt x="4" y="85"/>
                  </a:lnTo>
                  <a:lnTo>
                    <a:pt x="10" y="125"/>
                  </a:lnTo>
                  <a:lnTo>
                    <a:pt x="19" y="163"/>
                  </a:lnTo>
                  <a:lnTo>
                    <a:pt x="29" y="201"/>
                  </a:lnTo>
                  <a:lnTo>
                    <a:pt x="41" y="235"/>
                  </a:lnTo>
                  <a:lnTo>
                    <a:pt x="55" y="268"/>
                  </a:lnTo>
                  <a:lnTo>
                    <a:pt x="71" y="299"/>
                  </a:lnTo>
                  <a:lnTo>
                    <a:pt x="89" y="326"/>
                  </a:lnTo>
                  <a:lnTo>
                    <a:pt x="106" y="350"/>
                  </a:lnTo>
                  <a:lnTo>
                    <a:pt x="126" y="373"/>
                  </a:lnTo>
                  <a:lnTo>
                    <a:pt x="149" y="390"/>
                  </a:lnTo>
                  <a:lnTo>
                    <a:pt x="171" y="405"/>
                  </a:lnTo>
                  <a:lnTo>
                    <a:pt x="194" y="416"/>
                  </a:lnTo>
                  <a:lnTo>
                    <a:pt x="219" y="422"/>
                  </a:lnTo>
                  <a:lnTo>
                    <a:pt x="245" y="424"/>
                  </a:lnTo>
                  <a:lnTo>
                    <a:pt x="245" y="412"/>
                  </a:lnTo>
                  <a:lnTo>
                    <a:pt x="221" y="410"/>
                  </a:lnTo>
                  <a:lnTo>
                    <a:pt x="199" y="404"/>
                  </a:lnTo>
                  <a:lnTo>
                    <a:pt x="178" y="394"/>
                  </a:lnTo>
                  <a:lnTo>
                    <a:pt x="156" y="381"/>
                  </a:lnTo>
                  <a:lnTo>
                    <a:pt x="136" y="363"/>
                  </a:lnTo>
                  <a:lnTo>
                    <a:pt x="116" y="343"/>
                  </a:lnTo>
                  <a:lnTo>
                    <a:pt x="98" y="319"/>
                  </a:lnTo>
                  <a:lnTo>
                    <a:pt x="81" y="292"/>
                  </a:lnTo>
                  <a:lnTo>
                    <a:pt x="67" y="263"/>
                  </a:lnTo>
                  <a:lnTo>
                    <a:pt x="52" y="231"/>
                  </a:lnTo>
                  <a:lnTo>
                    <a:pt x="41" y="197"/>
                  </a:lnTo>
                  <a:lnTo>
                    <a:pt x="30" y="160"/>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8946" name="Freeform 58"/>
            <p:cNvSpPr>
              <a:spLocks/>
            </p:cNvSpPr>
            <p:nvPr/>
          </p:nvSpPr>
          <p:spPr bwMode="auto">
            <a:xfrm>
              <a:off x="915" y="1745"/>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0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19" y="2"/>
                  </a:lnTo>
                  <a:lnTo>
                    <a:pt x="194" y="8"/>
                  </a:lnTo>
                  <a:lnTo>
                    <a:pt x="171" y="19"/>
                  </a:lnTo>
                  <a:lnTo>
                    <a:pt x="149" y="34"/>
                  </a:lnTo>
                  <a:lnTo>
                    <a:pt x="126" y="52"/>
                  </a:lnTo>
                  <a:lnTo>
                    <a:pt x="106" y="74"/>
                  </a:lnTo>
                  <a:lnTo>
                    <a:pt x="89" y="99"/>
                  </a:lnTo>
                  <a:lnTo>
                    <a:pt x="70" y="126"/>
                  </a:lnTo>
                  <a:lnTo>
                    <a:pt x="55" y="157"/>
                  </a:lnTo>
                  <a:lnTo>
                    <a:pt x="41" y="189"/>
                  </a:lnTo>
                  <a:lnTo>
                    <a:pt x="29" y="224"/>
                  </a:lnTo>
                  <a:lnTo>
                    <a:pt x="19" y="262"/>
                  </a:lnTo>
                  <a:lnTo>
                    <a:pt x="10" y="300"/>
                  </a:lnTo>
                  <a:lnTo>
                    <a:pt x="4" y="340"/>
                  </a:lnTo>
                  <a:lnTo>
                    <a:pt x="1" y="383"/>
                  </a:lnTo>
                  <a:lnTo>
                    <a:pt x="0" y="426"/>
                  </a:lnTo>
                  <a:lnTo>
                    <a:pt x="11" y="426"/>
                  </a:lnTo>
                  <a:lnTo>
                    <a:pt x="13" y="383"/>
                  </a:lnTo>
                  <a:lnTo>
                    <a:pt x="16" y="342"/>
                  </a:lnTo>
                  <a:lnTo>
                    <a:pt x="22" y="303"/>
                  </a:lnTo>
                  <a:lnTo>
                    <a:pt x="30" y="264"/>
                  </a:lnTo>
                  <a:lnTo>
                    <a:pt x="41" y="229"/>
                  </a:lnTo>
                  <a:lnTo>
                    <a:pt x="52" y="194"/>
                  </a:lnTo>
                  <a:lnTo>
                    <a:pt x="67" y="162"/>
                  </a:lnTo>
                  <a:lnTo>
                    <a:pt x="82" y="133"/>
                  </a:lnTo>
                  <a:lnTo>
                    <a:pt x="98" y="106"/>
                  </a:lnTo>
                  <a:lnTo>
                    <a:pt x="116" y="81"/>
                  </a:lnTo>
                  <a:lnTo>
                    <a:pt x="136" y="61"/>
                  </a:lnTo>
                  <a:lnTo>
                    <a:pt x="156" y="43"/>
                  </a:lnTo>
                  <a:lnTo>
                    <a:pt x="178" y="31"/>
                  </a:lnTo>
                  <a:lnTo>
                    <a:pt x="199" y="20"/>
                  </a:lnTo>
                  <a:lnTo>
                    <a:pt x="221"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8947" name="Freeform 59"/>
            <p:cNvSpPr>
              <a:spLocks/>
            </p:cNvSpPr>
            <p:nvPr/>
          </p:nvSpPr>
          <p:spPr bwMode="auto">
            <a:xfrm>
              <a:off x="1140" y="2087"/>
              <a:ext cx="49" cy="85"/>
            </a:xfrm>
            <a:custGeom>
              <a:avLst/>
              <a:gdLst>
                <a:gd name="T0" fmla="*/ 2 w 246"/>
                <a:gd name="T1" fmla="*/ 3 h 424"/>
                <a:gd name="T2" fmla="*/ 2 w 246"/>
                <a:gd name="T3" fmla="*/ 3 h 424"/>
                <a:gd name="T4" fmla="*/ 2 w 246"/>
                <a:gd name="T5" fmla="*/ 3 h 424"/>
                <a:gd name="T6" fmla="*/ 2 w 246"/>
                <a:gd name="T7" fmla="*/ 3 h 424"/>
                <a:gd name="T8" fmla="*/ 2 w 246"/>
                <a:gd name="T9" fmla="*/ 2 h 424"/>
                <a:gd name="T10" fmla="*/ 2 w 246"/>
                <a:gd name="T11" fmla="*/ 2 h 424"/>
                <a:gd name="T12" fmla="*/ 2 w 246"/>
                <a:gd name="T13" fmla="*/ 2 h 424"/>
                <a:gd name="T14" fmla="*/ 2 w 246"/>
                <a:gd name="T15" fmla="*/ 2 h 424"/>
                <a:gd name="T16" fmla="*/ 2 w 246"/>
                <a:gd name="T17" fmla="*/ 1 h 424"/>
                <a:gd name="T18" fmla="*/ 1 w 246"/>
                <a:gd name="T19" fmla="*/ 1 h 424"/>
                <a:gd name="T20" fmla="*/ 1 w 246"/>
                <a:gd name="T21" fmla="*/ 1 h 424"/>
                <a:gd name="T22" fmla="*/ 1 w 246"/>
                <a:gd name="T23" fmla="*/ 1 h 424"/>
                <a:gd name="T24" fmla="*/ 1 w 246"/>
                <a:gd name="T25" fmla="*/ 0 h 424"/>
                <a:gd name="T26" fmla="*/ 1 w 246"/>
                <a:gd name="T27" fmla="*/ 0 h 424"/>
                <a:gd name="T28" fmla="*/ 1 w 246"/>
                <a:gd name="T29" fmla="*/ 0 h 424"/>
                <a:gd name="T30" fmla="*/ 0 w 246"/>
                <a:gd name="T31" fmla="*/ 0 h 424"/>
                <a:gd name="T32" fmla="*/ 0 w 246"/>
                <a:gd name="T33" fmla="*/ 0 h 424"/>
                <a:gd name="T34" fmla="*/ 0 w 246"/>
                <a:gd name="T35" fmla="*/ 0 h 424"/>
                <a:gd name="T36" fmla="*/ 0 w 246"/>
                <a:gd name="T37" fmla="*/ 0 h 424"/>
                <a:gd name="T38" fmla="*/ 0 w 246"/>
                <a:gd name="T39" fmla="*/ 0 h 424"/>
                <a:gd name="T40" fmla="*/ 0 w 246"/>
                <a:gd name="T41" fmla="*/ 0 h 424"/>
                <a:gd name="T42" fmla="*/ 1 w 246"/>
                <a:gd name="T43" fmla="*/ 0 h 424"/>
                <a:gd name="T44" fmla="*/ 1 w 246"/>
                <a:gd name="T45" fmla="*/ 0 h 424"/>
                <a:gd name="T46" fmla="*/ 1 w 246"/>
                <a:gd name="T47" fmla="*/ 0 h 424"/>
                <a:gd name="T48" fmla="*/ 1 w 246"/>
                <a:gd name="T49" fmla="*/ 1 h 424"/>
                <a:gd name="T50" fmla="*/ 1 w 246"/>
                <a:gd name="T51" fmla="*/ 1 h 424"/>
                <a:gd name="T52" fmla="*/ 1 w 246"/>
                <a:gd name="T53" fmla="*/ 1 h 424"/>
                <a:gd name="T54" fmla="*/ 1 w 246"/>
                <a:gd name="T55" fmla="*/ 1 h 424"/>
                <a:gd name="T56" fmla="*/ 2 w 246"/>
                <a:gd name="T57" fmla="*/ 2 h 424"/>
                <a:gd name="T58" fmla="*/ 2 w 246"/>
                <a:gd name="T59" fmla="*/ 2 h 424"/>
                <a:gd name="T60" fmla="*/ 2 w 246"/>
                <a:gd name="T61" fmla="*/ 2 h 424"/>
                <a:gd name="T62" fmla="*/ 2 w 246"/>
                <a:gd name="T63" fmla="*/ 2 h 424"/>
                <a:gd name="T64" fmla="*/ 2 w 246"/>
                <a:gd name="T65" fmla="*/ 3 h 424"/>
                <a:gd name="T66" fmla="*/ 2 w 246"/>
                <a:gd name="T67" fmla="*/ 3 h 424"/>
                <a:gd name="T68" fmla="*/ 2 w 246"/>
                <a:gd name="T69" fmla="*/ 3 h 424"/>
                <a:gd name="T70" fmla="*/ 2 w 246"/>
                <a:gd name="T71" fmla="*/ 3 h 424"/>
                <a:gd name="T72" fmla="*/ 2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424"/>
                  </a:moveTo>
                  <a:lnTo>
                    <a:pt x="246" y="424"/>
                  </a:lnTo>
                  <a:lnTo>
                    <a:pt x="244" y="382"/>
                  </a:lnTo>
                  <a:lnTo>
                    <a:pt x="241" y="338"/>
                  </a:lnTo>
                  <a:lnTo>
                    <a:pt x="235" y="298"/>
                  </a:lnTo>
                  <a:lnTo>
                    <a:pt x="227" y="261"/>
                  </a:lnTo>
                  <a:lnTo>
                    <a:pt x="216" y="222"/>
                  </a:lnTo>
                  <a:lnTo>
                    <a:pt x="205" y="188"/>
                  </a:lnTo>
                  <a:lnTo>
                    <a:pt x="190" y="155"/>
                  </a:lnTo>
                  <a:lnTo>
                    <a:pt x="174" y="125"/>
                  </a:lnTo>
                  <a:lnTo>
                    <a:pt x="157" y="98"/>
                  </a:lnTo>
                  <a:lnTo>
                    <a:pt x="138" y="73"/>
                  </a:lnTo>
                  <a:lnTo>
                    <a:pt x="118" y="51"/>
                  </a:lnTo>
                  <a:lnTo>
                    <a:pt x="96" y="34"/>
                  </a:lnTo>
                  <a:lnTo>
                    <a:pt x="74" y="18"/>
                  </a:lnTo>
                  <a:lnTo>
                    <a:pt x="50" y="8"/>
                  </a:lnTo>
                  <a:lnTo>
                    <a:pt x="25" y="2"/>
                  </a:lnTo>
                  <a:lnTo>
                    <a:pt x="0" y="0"/>
                  </a:lnTo>
                  <a:lnTo>
                    <a:pt x="0" y="11"/>
                  </a:lnTo>
                  <a:lnTo>
                    <a:pt x="23" y="14"/>
                  </a:lnTo>
                  <a:lnTo>
                    <a:pt x="45" y="19"/>
                  </a:lnTo>
                  <a:lnTo>
                    <a:pt x="67" y="30"/>
                  </a:lnTo>
                  <a:lnTo>
                    <a:pt x="89" y="43"/>
                  </a:lnTo>
                  <a:lnTo>
                    <a:pt x="108" y="60"/>
                  </a:lnTo>
                  <a:lnTo>
                    <a:pt x="128" y="80"/>
                  </a:lnTo>
                  <a:lnTo>
                    <a:pt x="147" y="105"/>
                  </a:lnTo>
                  <a:lnTo>
                    <a:pt x="165" y="132"/>
                  </a:lnTo>
                  <a:lnTo>
                    <a:pt x="179" y="160"/>
                  </a:lnTo>
                  <a:lnTo>
                    <a:pt x="193" y="193"/>
                  </a:lnTo>
                  <a:lnTo>
                    <a:pt x="205" y="227"/>
                  </a:lnTo>
                  <a:lnTo>
                    <a:pt x="215" y="263"/>
                  </a:lnTo>
                  <a:lnTo>
                    <a:pt x="223" y="301"/>
                  </a:lnTo>
                  <a:lnTo>
                    <a:pt x="229" y="341"/>
                  </a:lnTo>
                  <a:lnTo>
                    <a:pt x="233" y="382"/>
                  </a:lnTo>
                  <a:lnTo>
                    <a:pt x="234" y="424"/>
                  </a:lnTo>
                  <a:lnTo>
                    <a:pt x="246"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8948" name="Freeform 60"/>
            <p:cNvSpPr>
              <a:spLocks/>
            </p:cNvSpPr>
            <p:nvPr/>
          </p:nvSpPr>
          <p:spPr bwMode="auto">
            <a:xfrm>
              <a:off x="1140" y="2172"/>
              <a:ext cx="49" cy="85"/>
            </a:xfrm>
            <a:custGeom>
              <a:avLst/>
              <a:gdLst>
                <a:gd name="T0" fmla="*/ 0 w 246"/>
                <a:gd name="T1" fmla="*/ 3 h 426"/>
                <a:gd name="T2" fmla="*/ 0 w 246"/>
                <a:gd name="T3" fmla="*/ 3 h 426"/>
                <a:gd name="T4" fmla="*/ 0 w 246"/>
                <a:gd name="T5" fmla="*/ 3 h 426"/>
                <a:gd name="T6" fmla="*/ 0 w 246"/>
                <a:gd name="T7" fmla="*/ 3 h 426"/>
                <a:gd name="T8" fmla="*/ 1 w 246"/>
                <a:gd name="T9" fmla="*/ 3 h 426"/>
                <a:gd name="T10" fmla="*/ 1 w 246"/>
                <a:gd name="T11" fmla="*/ 3 h 426"/>
                <a:gd name="T12" fmla="*/ 1 w 246"/>
                <a:gd name="T13" fmla="*/ 3 h 426"/>
                <a:gd name="T14" fmla="*/ 1 w 246"/>
                <a:gd name="T15" fmla="*/ 3 h 426"/>
                <a:gd name="T16" fmla="*/ 1 w 246"/>
                <a:gd name="T17" fmla="*/ 3 h 426"/>
                <a:gd name="T18" fmla="*/ 1 w 246"/>
                <a:gd name="T19" fmla="*/ 2 h 426"/>
                <a:gd name="T20" fmla="*/ 2 w 246"/>
                <a:gd name="T21" fmla="*/ 2 h 426"/>
                <a:gd name="T22" fmla="*/ 2 w 246"/>
                <a:gd name="T23" fmla="*/ 2 h 426"/>
                <a:gd name="T24" fmla="*/ 2 w 246"/>
                <a:gd name="T25" fmla="*/ 2 h 426"/>
                <a:gd name="T26" fmla="*/ 2 w 246"/>
                <a:gd name="T27" fmla="*/ 1 h 426"/>
                <a:gd name="T28" fmla="*/ 2 w 246"/>
                <a:gd name="T29" fmla="*/ 1 h 426"/>
                <a:gd name="T30" fmla="*/ 2 w 246"/>
                <a:gd name="T31" fmla="*/ 1 h 426"/>
                <a:gd name="T32" fmla="*/ 2 w 246"/>
                <a:gd name="T33" fmla="*/ 0 h 426"/>
                <a:gd name="T34" fmla="*/ 2 w 246"/>
                <a:gd name="T35" fmla="*/ 0 h 426"/>
                <a:gd name="T36" fmla="*/ 2 w 246"/>
                <a:gd name="T37" fmla="*/ 0 h 426"/>
                <a:gd name="T38" fmla="*/ 2 w 246"/>
                <a:gd name="T39" fmla="*/ 0 h 426"/>
                <a:gd name="T40" fmla="*/ 2 w 246"/>
                <a:gd name="T41" fmla="*/ 1 h 426"/>
                <a:gd name="T42" fmla="*/ 2 w 246"/>
                <a:gd name="T43" fmla="*/ 1 h 426"/>
                <a:gd name="T44" fmla="*/ 2 w 246"/>
                <a:gd name="T45" fmla="*/ 1 h 426"/>
                <a:gd name="T46" fmla="*/ 2 w 246"/>
                <a:gd name="T47" fmla="*/ 2 h 426"/>
                <a:gd name="T48" fmla="*/ 2 w 246"/>
                <a:gd name="T49" fmla="*/ 2 h 426"/>
                <a:gd name="T50" fmla="*/ 1 w 246"/>
                <a:gd name="T51" fmla="*/ 2 h 426"/>
                <a:gd name="T52" fmla="*/ 1 w 246"/>
                <a:gd name="T53" fmla="*/ 2 h 426"/>
                <a:gd name="T54" fmla="*/ 1 w 246"/>
                <a:gd name="T55" fmla="*/ 3 h 426"/>
                <a:gd name="T56" fmla="*/ 1 w 246"/>
                <a:gd name="T57" fmla="*/ 3 h 426"/>
                <a:gd name="T58" fmla="*/ 1 w 246"/>
                <a:gd name="T59" fmla="*/ 3 h 426"/>
                <a:gd name="T60" fmla="*/ 1 w 246"/>
                <a:gd name="T61" fmla="*/ 3 h 426"/>
                <a:gd name="T62" fmla="*/ 1 w 246"/>
                <a:gd name="T63" fmla="*/ 3 h 426"/>
                <a:gd name="T64" fmla="*/ 0 w 246"/>
                <a:gd name="T65" fmla="*/ 3 h 426"/>
                <a:gd name="T66" fmla="*/ 0 w 246"/>
                <a:gd name="T67" fmla="*/ 3 h 426"/>
                <a:gd name="T68" fmla="*/ 0 w 246"/>
                <a:gd name="T69" fmla="*/ 3 h 426"/>
                <a:gd name="T70" fmla="*/ 0 w 246"/>
                <a:gd name="T71" fmla="*/ 3 h 426"/>
                <a:gd name="T72" fmla="*/ 0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426"/>
                  </a:moveTo>
                  <a:lnTo>
                    <a:pt x="0" y="426"/>
                  </a:lnTo>
                  <a:lnTo>
                    <a:pt x="25" y="423"/>
                  </a:lnTo>
                  <a:lnTo>
                    <a:pt x="50" y="417"/>
                  </a:lnTo>
                  <a:lnTo>
                    <a:pt x="74" y="407"/>
                  </a:lnTo>
                  <a:lnTo>
                    <a:pt x="96" y="392"/>
                  </a:lnTo>
                  <a:lnTo>
                    <a:pt x="118" y="373"/>
                  </a:lnTo>
                  <a:lnTo>
                    <a:pt x="138" y="350"/>
                  </a:lnTo>
                  <a:lnTo>
                    <a:pt x="157" y="327"/>
                  </a:lnTo>
                  <a:lnTo>
                    <a:pt x="175" y="299"/>
                  </a:lnTo>
                  <a:lnTo>
                    <a:pt x="190" y="268"/>
                  </a:lnTo>
                  <a:lnTo>
                    <a:pt x="205" y="236"/>
                  </a:lnTo>
                  <a:lnTo>
                    <a:pt x="216" y="202"/>
                  </a:lnTo>
                  <a:lnTo>
                    <a:pt x="227" y="164"/>
                  </a:lnTo>
                  <a:lnTo>
                    <a:pt x="235" y="125"/>
                  </a:lnTo>
                  <a:lnTo>
                    <a:pt x="241" y="86"/>
                  </a:lnTo>
                  <a:lnTo>
                    <a:pt x="244" y="42"/>
                  </a:lnTo>
                  <a:lnTo>
                    <a:pt x="246" y="0"/>
                  </a:lnTo>
                  <a:lnTo>
                    <a:pt x="234" y="0"/>
                  </a:lnTo>
                  <a:lnTo>
                    <a:pt x="233" y="42"/>
                  </a:lnTo>
                  <a:lnTo>
                    <a:pt x="229" y="83"/>
                  </a:lnTo>
                  <a:lnTo>
                    <a:pt x="223" y="123"/>
                  </a:lnTo>
                  <a:lnTo>
                    <a:pt x="215" y="162"/>
                  </a:lnTo>
                  <a:lnTo>
                    <a:pt x="205" y="197"/>
                  </a:lnTo>
                  <a:lnTo>
                    <a:pt x="193" y="231"/>
                  </a:lnTo>
                  <a:lnTo>
                    <a:pt x="179" y="264"/>
                  </a:lnTo>
                  <a:lnTo>
                    <a:pt x="164" y="292"/>
                  </a:lnTo>
                  <a:lnTo>
                    <a:pt x="147" y="320"/>
                  </a:lnTo>
                  <a:lnTo>
                    <a:pt x="128" y="343"/>
                  </a:lnTo>
                  <a:lnTo>
                    <a:pt x="108" y="363"/>
                  </a:lnTo>
                  <a:lnTo>
                    <a:pt x="89" y="382"/>
                  </a:lnTo>
                  <a:lnTo>
                    <a:pt x="67" y="395"/>
                  </a:lnTo>
                  <a:lnTo>
                    <a:pt x="45" y="406"/>
                  </a:lnTo>
                  <a:lnTo>
                    <a:pt x="23" y="411"/>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8949" name="Freeform 61"/>
            <p:cNvSpPr>
              <a:spLocks/>
            </p:cNvSpPr>
            <p:nvPr/>
          </p:nvSpPr>
          <p:spPr bwMode="auto">
            <a:xfrm>
              <a:off x="1091" y="2172"/>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4" y="86"/>
                  </a:lnTo>
                  <a:lnTo>
                    <a:pt x="10" y="125"/>
                  </a:lnTo>
                  <a:lnTo>
                    <a:pt x="18" y="164"/>
                  </a:lnTo>
                  <a:lnTo>
                    <a:pt x="29" y="202"/>
                  </a:lnTo>
                  <a:lnTo>
                    <a:pt x="41" y="236"/>
                  </a:lnTo>
                  <a:lnTo>
                    <a:pt x="55" y="268"/>
                  </a:lnTo>
                  <a:lnTo>
                    <a:pt x="70" y="299"/>
                  </a:lnTo>
                  <a:lnTo>
                    <a:pt x="89" y="327"/>
                  </a:lnTo>
                  <a:lnTo>
                    <a:pt x="106" y="350"/>
                  </a:lnTo>
                  <a:lnTo>
                    <a:pt x="126" y="373"/>
                  </a:lnTo>
                  <a:lnTo>
                    <a:pt x="148" y="392"/>
                  </a:lnTo>
                  <a:lnTo>
                    <a:pt x="171" y="407"/>
                  </a:lnTo>
                  <a:lnTo>
                    <a:pt x="194" y="417"/>
                  </a:lnTo>
                  <a:lnTo>
                    <a:pt x="219" y="423"/>
                  </a:lnTo>
                  <a:lnTo>
                    <a:pt x="245" y="426"/>
                  </a:lnTo>
                  <a:lnTo>
                    <a:pt x="245" y="414"/>
                  </a:lnTo>
                  <a:lnTo>
                    <a:pt x="221" y="411"/>
                  </a:lnTo>
                  <a:lnTo>
                    <a:pt x="199" y="406"/>
                  </a:lnTo>
                  <a:lnTo>
                    <a:pt x="178" y="395"/>
                  </a:lnTo>
                  <a:lnTo>
                    <a:pt x="155" y="382"/>
                  </a:lnTo>
                  <a:lnTo>
                    <a:pt x="136" y="363"/>
                  </a:lnTo>
                  <a:lnTo>
                    <a:pt x="116" y="343"/>
                  </a:lnTo>
                  <a:lnTo>
                    <a:pt x="98" y="320"/>
                  </a:lnTo>
                  <a:lnTo>
                    <a:pt x="82" y="292"/>
                  </a:lnTo>
                  <a:lnTo>
                    <a:pt x="66" y="264"/>
                  </a:lnTo>
                  <a:lnTo>
                    <a:pt x="52" y="231"/>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8950" name="Freeform 62"/>
            <p:cNvSpPr>
              <a:spLocks/>
            </p:cNvSpPr>
            <p:nvPr/>
          </p:nvSpPr>
          <p:spPr bwMode="auto">
            <a:xfrm>
              <a:off x="1091" y="2087"/>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4" y="8"/>
                  </a:lnTo>
                  <a:lnTo>
                    <a:pt x="171" y="18"/>
                  </a:lnTo>
                  <a:lnTo>
                    <a:pt x="148" y="34"/>
                  </a:lnTo>
                  <a:lnTo>
                    <a:pt x="126" y="51"/>
                  </a:lnTo>
                  <a:lnTo>
                    <a:pt x="106" y="73"/>
                  </a:lnTo>
                  <a:lnTo>
                    <a:pt x="89" y="98"/>
                  </a:lnTo>
                  <a:lnTo>
                    <a:pt x="71" y="125"/>
                  </a:lnTo>
                  <a:lnTo>
                    <a:pt x="55" y="155"/>
                  </a:lnTo>
                  <a:lnTo>
                    <a:pt x="41" y="188"/>
                  </a:lnTo>
                  <a:lnTo>
                    <a:pt x="29" y="222"/>
                  </a:lnTo>
                  <a:lnTo>
                    <a:pt x="18" y="261"/>
                  </a:lnTo>
                  <a:lnTo>
                    <a:pt x="10" y="298"/>
                  </a:lnTo>
                  <a:lnTo>
                    <a:pt x="4" y="338"/>
                  </a:lnTo>
                  <a:lnTo>
                    <a:pt x="1" y="382"/>
                  </a:lnTo>
                  <a:lnTo>
                    <a:pt x="0" y="424"/>
                  </a:lnTo>
                  <a:lnTo>
                    <a:pt x="11" y="424"/>
                  </a:lnTo>
                  <a:lnTo>
                    <a:pt x="13" y="382"/>
                  </a:lnTo>
                  <a:lnTo>
                    <a:pt x="16" y="341"/>
                  </a:lnTo>
                  <a:lnTo>
                    <a:pt x="22" y="301"/>
                  </a:lnTo>
                  <a:lnTo>
                    <a:pt x="30" y="263"/>
                  </a:lnTo>
                  <a:lnTo>
                    <a:pt x="41" y="227"/>
                  </a:lnTo>
                  <a:lnTo>
                    <a:pt x="52" y="193"/>
                  </a:lnTo>
                  <a:lnTo>
                    <a:pt x="66" y="160"/>
                  </a:lnTo>
                  <a:lnTo>
                    <a:pt x="80" y="132"/>
                  </a:lnTo>
                  <a:lnTo>
                    <a:pt x="98" y="105"/>
                  </a:lnTo>
                  <a:lnTo>
                    <a:pt x="116" y="80"/>
                  </a:lnTo>
                  <a:lnTo>
                    <a:pt x="136" y="60"/>
                  </a:lnTo>
                  <a:lnTo>
                    <a:pt x="155" y="43"/>
                  </a:lnTo>
                  <a:lnTo>
                    <a:pt x="178" y="30"/>
                  </a:lnTo>
                  <a:lnTo>
                    <a:pt x="199" y="19"/>
                  </a:lnTo>
                  <a:lnTo>
                    <a:pt x="221" y="14"/>
                  </a:lnTo>
                  <a:lnTo>
                    <a:pt x="245" y="11"/>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8951" name="Freeform 63"/>
            <p:cNvSpPr>
              <a:spLocks/>
            </p:cNvSpPr>
            <p:nvPr/>
          </p:nvSpPr>
          <p:spPr bwMode="auto">
            <a:xfrm>
              <a:off x="1392" y="2118"/>
              <a:ext cx="49" cy="85"/>
            </a:xfrm>
            <a:custGeom>
              <a:avLst/>
              <a:gdLst>
                <a:gd name="T0" fmla="*/ 2 w 246"/>
                <a:gd name="T1" fmla="*/ 3 h 426"/>
                <a:gd name="T2" fmla="*/ 2 w 246"/>
                <a:gd name="T3" fmla="*/ 3 h 426"/>
                <a:gd name="T4" fmla="*/ 2 w 246"/>
                <a:gd name="T5" fmla="*/ 3 h 426"/>
                <a:gd name="T6" fmla="*/ 2 w 246"/>
                <a:gd name="T7" fmla="*/ 3 h 426"/>
                <a:gd name="T8" fmla="*/ 2 w 246"/>
                <a:gd name="T9" fmla="*/ 2 h 426"/>
                <a:gd name="T10" fmla="*/ 2 w 246"/>
                <a:gd name="T11" fmla="*/ 2 h 426"/>
                <a:gd name="T12" fmla="*/ 2 w 246"/>
                <a:gd name="T13" fmla="*/ 2 h 426"/>
                <a:gd name="T14" fmla="*/ 2 w 246"/>
                <a:gd name="T15" fmla="*/ 2 h 426"/>
                <a:gd name="T16" fmla="*/ 2 w 246"/>
                <a:gd name="T17" fmla="*/ 1 h 426"/>
                <a:gd name="T18" fmla="*/ 1 w 246"/>
                <a:gd name="T19" fmla="*/ 1 h 426"/>
                <a:gd name="T20" fmla="*/ 1 w 246"/>
                <a:gd name="T21" fmla="*/ 1 h 426"/>
                <a:gd name="T22" fmla="*/ 1 w 246"/>
                <a:gd name="T23" fmla="*/ 1 h 426"/>
                <a:gd name="T24" fmla="*/ 1 w 246"/>
                <a:gd name="T25" fmla="*/ 0 h 426"/>
                <a:gd name="T26" fmla="*/ 1 w 246"/>
                <a:gd name="T27" fmla="*/ 0 h 426"/>
                <a:gd name="T28" fmla="*/ 1 w 246"/>
                <a:gd name="T29" fmla="*/ 0 h 426"/>
                <a:gd name="T30" fmla="*/ 0 w 246"/>
                <a:gd name="T31" fmla="*/ 0 h 426"/>
                <a:gd name="T32" fmla="*/ 0 w 246"/>
                <a:gd name="T33" fmla="*/ 0 h 426"/>
                <a:gd name="T34" fmla="*/ 0 w 246"/>
                <a:gd name="T35" fmla="*/ 0 h 426"/>
                <a:gd name="T36" fmla="*/ 0 w 246"/>
                <a:gd name="T37" fmla="*/ 0 h 426"/>
                <a:gd name="T38" fmla="*/ 0 w 246"/>
                <a:gd name="T39" fmla="*/ 0 h 426"/>
                <a:gd name="T40" fmla="*/ 0 w 246"/>
                <a:gd name="T41" fmla="*/ 0 h 426"/>
                <a:gd name="T42" fmla="*/ 1 w 246"/>
                <a:gd name="T43" fmla="*/ 0 h 426"/>
                <a:gd name="T44" fmla="*/ 1 w 246"/>
                <a:gd name="T45" fmla="*/ 0 h 426"/>
                <a:gd name="T46" fmla="*/ 1 w 246"/>
                <a:gd name="T47" fmla="*/ 1 h 426"/>
                <a:gd name="T48" fmla="*/ 1 w 246"/>
                <a:gd name="T49" fmla="*/ 1 h 426"/>
                <a:gd name="T50" fmla="*/ 1 w 246"/>
                <a:gd name="T51" fmla="*/ 1 h 426"/>
                <a:gd name="T52" fmla="*/ 1 w 246"/>
                <a:gd name="T53" fmla="*/ 1 h 426"/>
                <a:gd name="T54" fmla="*/ 1 w 246"/>
                <a:gd name="T55" fmla="*/ 1 h 426"/>
                <a:gd name="T56" fmla="*/ 2 w 246"/>
                <a:gd name="T57" fmla="*/ 2 h 426"/>
                <a:gd name="T58" fmla="*/ 2 w 246"/>
                <a:gd name="T59" fmla="*/ 2 h 426"/>
                <a:gd name="T60" fmla="*/ 2 w 246"/>
                <a:gd name="T61" fmla="*/ 2 h 426"/>
                <a:gd name="T62" fmla="*/ 2 w 246"/>
                <a:gd name="T63" fmla="*/ 2 h 426"/>
                <a:gd name="T64" fmla="*/ 2 w 246"/>
                <a:gd name="T65" fmla="*/ 3 h 426"/>
                <a:gd name="T66" fmla="*/ 2 w 246"/>
                <a:gd name="T67" fmla="*/ 3 h 426"/>
                <a:gd name="T68" fmla="*/ 2 w 246"/>
                <a:gd name="T69" fmla="*/ 3 h 426"/>
                <a:gd name="T70" fmla="*/ 2 w 246"/>
                <a:gd name="T71" fmla="*/ 3 h 426"/>
                <a:gd name="T72" fmla="*/ 2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246" y="426"/>
                  </a:moveTo>
                  <a:lnTo>
                    <a:pt x="246" y="426"/>
                  </a:lnTo>
                  <a:lnTo>
                    <a:pt x="245" y="384"/>
                  </a:lnTo>
                  <a:lnTo>
                    <a:pt x="242" y="340"/>
                  </a:lnTo>
                  <a:lnTo>
                    <a:pt x="236" y="301"/>
                  </a:lnTo>
                  <a:lnTo>
                    <a:pt x="228" y="262"/>
                  </a:lnTo>
                  <a:lnTo>
                    <a:pt x="217" y="224"/>
                  </a:lnTo>
                  <a:lnTo>
                    <a:pt x="205" y="190"/>
                  </a:lnTo>
                  <a:lnTo>
                    <a:pt x="191" y="158"/>
                  </a:lnTo>
                  <a:lnTo>
                    <a:pt x="176" y="126"/>
                  </a:lnTo>
                  <a:lnTo>
                    <a:pt x="157" y="99"/>
                  </a:lnTo>
                  <a:lnTo>
                    <a:pt x="139" y="75"/>
                  </a:lnTo>
                  <a:lnTo>
                    <a:pt x="119" y="53"/>
                  </a:lnTo>
                  <a:lnTo>
                    <a:pt x="96" y="34"/>
                  </a:lnTo>
                  <a:lnTo>
                    <a:pt x="75" y="19"/>
                  </a:lnTo>
                  <a:lnTo>
                    <a:pt x="51" y="9"/>
                  </a:lnTo>
                  <a:lnTo>
                    <a:pt x="26" y="3"/>
                  </a:lnTo>
                  <a:lnTo>
                    <a:pt x="0" y="0"/>
                  </a:lnTo>
                  <a:lnTo>
                    <a:pt x="0" y="12"/>
                  </a:lnTo>
                  <a:lnTo>
                    <a:pt x="24" y="15"/>
                  </a:lnTo>
                  <a:lnTo>
                    <a:pt x="46" y="20"/>
                  </a:lnTo>
                  <a:lnTo>
                    <a:pt x="68" y="31"/>
                  </a:lnTo>
                  <a:lnTo>
                    <a:pt x="89" y="44"/>
                  </a:lnTo>
                  <a:lnTo>
                    <a:pt x="109" y="63"/>
                  </a:lnTo>
                  <a:lnTo>
                    <a:pt x="129" y="83"/>
                  </a:lnTo>
                  <a:lnTo>
                    <a:pt x="148" y="106"/>
                  </a:lnTo>
                  <a:lnTo>
                    <a:pt x="164" y="133"/>
                  </a:lnTo>
                  <a:lnTo>
                    <a:pt x="180" y="162"/>
                  </a:lnTo>
                  <a:lnTo>
                    <a:pt x="194" y="195"/>
                  </a:lnTo>
                  <a:lnTo>
                    <a:pt x="205" y="229"/>
                  </a:lnTo>
                  <a:lnTo>
                    <a:pt x="216" y="264"/>
                  </a:lnTo>
                  <a:lnTo>
                    <a:pt x="224" y="303"/>
                  </a:lnTo>
                  <a:lnTo>
                    <a:pt x="230" y="343"/>
                  </a:lnTo>
                  <a:lnTo>
                    <a:pt x="233" y="384"/>
                  </a:lnTo>
                  <a:lnTo>
                    <a:pt x="235" y="426"/>
                  </a:lnTo>
                  <a:lnTo>
                    <a:pt x="246"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8952" name="Freeform 64"/>
            <p:cNvSpPr>
              <a:spLocks/>
            </p:cNvSpPr>
            <p:nvPr/>
          </p:nvSpPr>
          <p:spPr bwMode="auto">
            <a:xfrm>
              <a:off x="1392" y="2203"/>
              <a:ext cx="49" cy="85"/>
            </a:xfrm>
            <a:custGeom>
              <a:avLst/>
              <a:gdLst>
                <a:gd name="T0" fmla="*/ 0 w 246"/>
                <a:gd name="T1" fmla="*/ 3 h 424"/>
                <a:gd name="T2" fmla="*/ 0 w 246"/>
                <a:gd name="T3" fmla="*/ 3 h 424"/>
                <a:gd name="T4" fmla="*/ 0 w 246"/>
                <a:gd name="T5" fmla="*/ 3 h 424"/>
                <a:gd name="T6" fmla="*/ 0 w 246"/>
                <a:gd name="T7" fmla="*/ 3 h 424"/>
                <a:gd name="T8" fmla="*/ 1 w 246"/>
                <a:gd name="T9" fmla="*/ 3 h 424"/>
                <a:gd name="T10" fmla="*/ 1 w 246"/>
                <a:gd name="T11" fmla="*/ 3 h 424"/>
                <a:gd name="T12" fmla="*/ 1 w 246"/>
                <a:gd name="T13" fmla="*/ 3 h 424"/>
                <a:gd name="T14" fmla="*/ 1 w 246"/>
                <a:gd name="T15" fmla="*/ 3 h 424"/>
                <a:gd name="T16" fmla="*/ 1 w 246"/>
                <a:gd name="T17" fmla="*/ 3 h 424"/>
                <a:gd name="T18" fmla="*/ 1 w 246"/>
                <a:gd name="T19" fmla="*/ 2 h 424"/>
                <a:gd name="T20" fmla="*/ 2 w 246"/>
                <a:gd name="T21" fmla="*/ 2 h 424"/>
                <a:gd name="T22" fmla="*/ 2 w 246"/>
                <a:gd name="T23" fmla="*/ 2 h 424"/>
                <a:gd name="T24" fmla="*/ 2 w 246"/>
                <a:gd name="T25" fmla="*/ 2 h 424"/>
                <a:gd name="T26" fmla="*/ 2 w 246"/>
                <a:gd name="T27" fmla="*/ 1 h 424"/>
                <a:gd name="T28" fmla="*/ 2 w 246"/>
                <a:gd name="T29" fmla="*/ 1 h 424"/>
                <a:gd name="T30" fmla="*/ 2 w 246"/>
                <a:gd name="T31" fmla="*/ 1 h 424"/>
                <a:gd name="T32" fmla="*/ 2 w 246"/>
                <a:gd name="T33" fmla="*/ 0 h 424"/>
                <a:gd name="T34" fmla="*/ 2 w 246"/>
                <a:gd name="T35" fmla="*/ 0 h 424"/>
                <a:gd name="T36" fmla="*/ 2 w 246"/>
                <a:gd name="T37" fmla="*/ 0 h 424"/>
                <a:gd name="T38" fmla="*/ 2 w 246"/>
                <a:gd name="T39" fmla="*/ 0 h 424"/>
                <a:gd name="T40" fmla="*/ 2 w 246"/>
                <a:gd name="T41" fmla="*/ 1 h 424"/>
                <a:gd name="T42" fmla="*/ 2 w 246"/>
                <a:gd name="T43" fmla="*/ 1 h 424"/>
                <a:gd name="T44" fmla="*/ 2 w 246"/>
                <a:gd name="T45" fmla="*/ 1 h 424"/>
                <a:gd name="T46" fmla="*/ 2 w 246"/>
                <a:gd name="T47" fmla="*/ 2 h 424"/>
                <a:gd name="T48" fmla="*/ 2 w 246"/>
                <a:gd name="T49" fmla="*/ 2 h 424"/>
                <a:gd name="T50" fmla="*/ 1 w 246"/>
                <a:gd name="T51" fmla="*/ 2 h 424"/>
                <a:gd name="T52" fmla="*/ 1 w 246"/>
                <a:gd name="T53" fmla="*/ 2 h 424"/>
                <a:gd name="T54" fmla="*/ 1 w 246"/>
                <a:gd name="T55" fmla="*/ 3 h 424"/>
                <a:gd name="T56" fmla="*/ 1 w 246"/>
                <a:gd name="T57" fmla="*/ 3 h 424"/>
                <a:gd name="T58" fmla="*/ 1 w 246"/>
                <a:gd name="T59" fmla="*/ 3 h 424"/>
                <a:gd name="T60" fmla="*/ 1 w 246"/>
                <a:gd name="T61" fmla="*/ 3 h 424"/>
                <a:gd name="T62" fmla="*/ 1 w 246"/>
                <a:gd name="T63" fmla="*/ 3 h 424"/>
                <a:gd name="T64" fmla="*/ 0 w 246"/>
                <a:gd name="T65" fmla="*/ 3 h 424"/>
                <a:gd name="T66" fmla="*/ 0 w 246"/>
                <a:gd name="T67" fmla="*/ 3 h 424"/>
                <a:gd name="T68" fmla="*/ 0 w 246"/>
                <a:gd name="T69" fmla="*/ 3 h 424"/>
                <a:gd name="T70" fmla="*/ 0 w 246"/>
                <a:gd name="T71" fmla="*/ 3 h 424"/>
                <a:gd name="T72" fmla="*/ 0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0" y="424"/>
                  </a:moveTo>
                  <a:lnTo>
                    <a:pt x="0" y="424"/>
                  </a:lnTo>
                  <a:lnTo>
                    <a:pt x="26" y="422"/>
                  </a:lnTo>
                  <a:lnTo>
                    <a:pt x="51" y="416"/>
                  </a:lnTo>
                  <a:lnTo>
                    <a:pt x="75" y="406"/>
                  </a:lnTo>
                  <a:lnTo>
                    <a:pt x="96" y="390"/>
                  </a:lnTo>
                  <a:lnTo>
                    <a:pt x="119" y="373"/>
                  </a:lnTo>
                  <a:lnTo>
                    <a:pt x="139" y="351"/>
                  </a:lnTo>
                  <a:lnTo>
                    <a:pt x="157" y="326"/>
                  </a:lnTo>
                  <a:lnTo>
                    <a:pt x="175" y="299"/>
                  </a:lnTo>
                  <a:lnTo>
                    <a:pt x="191" y="269"/>
                  </a:lnTo>
                  <a:lnTo>
                    <a:pt x="205" y="236"/>
                  </a:lnTo>
                  <a:lnTo>
                    <a:pt x="217" y="202"/>
                  </a:lnTo>
                  <a:lnTo>
                    <a:pt x="228" y="163"/>
                  </a:lnTo>
                  <a:lnTo>
                    <a:pt x="236" y="125"/>
                  </a:lnTo>
                  <a:lnTo>
                    <a:pt x="242" y="86"/>
                  </a:lnTo>
                  <a:lnTo>
                    <a:pt x="245" y="42"/>
                  </a:lnTo>
                  <a:lnTo>
                    <a:pt x="246" y="0"/>
                  </a:lnTo>
                  <a:lnTo>
                    <a:pt x="235" y="0"/>
                  </a:lnTo>
                  <a:lnTo>
                    <a:pt x="233" y="42"/>
                  </a:lnTo>
                  <a:lnTo>
                    <a:pt x="230" y="83"/>
                  </a:lnTo>
                  <a:lnTo>
                    <a:pt x="224" y="123"/>
                  </a:lnTo>
                  <a:lnTo>
                    <a:pt x="216" y="161"/>
                  </a:lnTo>
                  <a:lnTo>
                    <a:pt x="205" y="197"/>
                  </a:lnTo>
                  <a:lnTo>
                    <a:pt x="194" y="231"/>
                  </a:lnTo>
                  <a:lnTo>
                    <a:pt x="180" y="264"/>
                  </a:lnTo>
                  <a:lnTo>
                    <a:pt x="166" y="292"/>
                  </a:lnTo>
                  <a:lnTo>
                    <a:pt x="148" y="319"/>
                  </a:lnTo>
                  <a:lnTo>
                    <a:pt x="129" y="344"/>
                  </a:lnTo>
                  <a:lnTo>
                    <a:pt x="109" y="364"/>
                  </a:lnTo>
                  <a:lnTo>
                    <a:pt x="89" y="381"/>
                  </a:lnTo>
                  <a:lnTo>
                    <a:pt x="68" y="394"/>
                  </a:lnTo>
                  <a:lnTo>
                    <a:pt x="46" y="405"/>
                  </a:lnTo>
                  <a:lnTo>
                    <a:pt x="24" y="410"/>
                  </a:lnTo>
                  <a:lnTo>
                    <a:pt x="0" y="413"/>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8953" name="Freeform 65"/>
            <p:cNvSpPr>
              <a:spLocks/>
            </p:cNvSpPr>
            <p:nvPr/>
          </p:nvSpPr>
          <p:spPr bwMode="auto">
            <a:xfrm>
              <a:off x="1343" y="2203"/>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2" y="42"/>
                  </a:lnTo>
                  <a:lnTo>
                    <a:pt x="5" y="86"/>
                  </a:lnTo>
                  <a:lnTo>
                    <a:pt x="11" y="125"/>
                  </a:lnTo>
                  <a:lnTo>
                    <a:pt x="19" y="163"/>
                  </a:lnTo>
                  <a:lnTo>
                    <a:pt x="30" y="202"/>
                  </a:lnTo>
                  <a:lnTo>
                    <a:pt x="41" y="236"/>
                  </a:lnTo>
                  <a:lnTo>
                    <a:pt x="56" y="269"/>
                  </a:lnTo>
                  <a:lnTo>
                    <a:pt x="72" y="299"/>
                  </a:lnTo>
                  <a:lnTo>
                    <a:pt x="90" y="326"/>
                  </a:lnTo>
                  <a:lnTo>
                    <a:pt x="108" y="351"/>
                  </a:lnTo>
                  <a:lnTo>
                    <a:pt x="127" y="373"/>
                  </a:lnTo>
                  <a:lnTo>
                    <a:pt x="149" y="390"/>
                  </a:lnTo>
                  <a:lnTo>
                    <a:pt x="172" y="406"/>
                  </a:lnTo>
                  <a:lnTo>
                    <a:pt x="195" y="416"/>
                  </a:lnTo>
                  <a:lnTo>
                    <a:pt x="220" y="422"/>
                  </a:lnTo>
                  <a:lnTo>
                    <a:pt x="245" y="424"/>
                  </a:lnTo>
                  <a:lnTo>
                    <a:pt x="245" y="413"/>
                  </a:lnTo>
                  <a:lnTo>
                    <a:pt x="222" y="410"/>
                  </a:lnTo>
                  <a:lnTo>
                    <a:pt x="200" y="405"/>
                  </a:lnTo>
                  <a:lnTo>
                    <a:pt x="179" y="394"/>
                  </a:lnTo>
                  <a:lnTo>
                    <a:pt x="156" y="381"/>
                  </a:lnTo>
                  <a:lnTo>
                    <a:pt x="136" y="364"/>
                  </a:lnTo>
                  <a:lnTo>
                    <a:pt x="118" y="344"/>
                  </a:lnTo>
                  <a:lnTo>
                    <a:pt x="99" y="319"/>
                  </a:lnTo>
                  <a:lnTo>
                    <a:pt x="81" y="292"/>
                  </a:lnTo>
                  <a:lnTo>
                    <a:pt x="67" y="264"/>
                  </a:lnTo>
                  <a:lnTo>
                    <a:pt x="53" y="231"/>
                  </a:lnTo>
                  <a:lnTo>
                    <a:pt x="41" y="197"/>
                  </a:lnTo>
                  <a:lnTo>
                    <a:pt x="31" y="161"/>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8954" name="Freeform 66"/>
            <p:cNvSpPr>
              <a:spLocks/>
            </p:cNvSpPr>
            <p:nvPr/>
          </p:nvSpPr>
          <p:spPr bwMode="auto">
            <a:xfrm>
              <a:off x="1343" y="2118"/>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1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20" y="3"/>
                  </a:lnTo>
                  <a:lnTo>
                    <a:pt x="195" y="9"/>
                  </a:lnTo>
                  <a:lnTo>
                    <a:pt x="172" y="19"/>
                  </a:lnTo>
                  <a:lnTo>
                    <a:pt x="149" y="34"/>
                  </a:lnTo>
                  <a:lnTo>
                    <a:pt x="127" y="53"/>
                  </a:lnTo>
                  <a:lnTo>
                    <a:pt x="108" y="75"/>
                  </a:lnTo>
                  <a:lnTo>
                    <a:pt x="90" y="99"/>
                  </a:lnTo>
                  <a:lnTo>
                    <a:pt x="71" y="126"/>
                  </a:lnTo>
                  <a:lnTo>
                    <a:pt x="56" y="158"/>
                  </a:lnTo>
                  <a:lnTo>
                    <a:pt x="41" y="190"/>
                  </a:lnTo>
                  <a:lnTo>
                    <a:pt x="30" y="224"/>
                  </a:lnTo>
                  <a:lnTo>
                    <a:pt x="19" y="262"/>
                  </a:lnTo>
                  <a:lnTo>
                    <a:pt x="11" y="301"/>
                  </a:lnTo>
                  <a:lnTo>
                    <a:pt x="5" y="340"/>
                  </a:lnTo>
                  <a:lnTo>
                    <a:pt x="2" y="384"/>
                  </a:lnTo>
                  <a:lnTo>
                    <a:pt x="0" y="426"/>
                  </a:lnTo>
                  <a:lnTo>
                    <a:pt x="12" y="426"/>
                  </a:lnTo>
                  <a:lnTo>
                    <a:pt x="13" y="384"/>
                  </a:lnTo>
                  <a:lnTo>
                    <a:pt x="17" y="343"/>
                  </a:lnTo>
                  <a:lnTo>
                    <a:pt x="23" y="303"/>
                  </a:lnTo>
                  <a:lnTo>
                    <a:pt x="31" y="264"/>
                  </a:lnTo>
                  <a:lnTo>
                    <a:pt x="41" y="229"/>
                  </a:lnTo>
                  <a:lnTo>
                    <a:pt x="53" y="195"/>
                  </a:lnTo>
                  <a:lnTo>
                    <a:pt x="67" y="162"/>
                  </a:lnTo>
                  <a:lnTo>
                    <a:pt x="82" y="133"/>
                  </a:lnTo>
                  <a:lnTo>
                    <a:pt x="99" y="106"/>
                  </a:lnTo>
                  <a:lnTo>
                    <a:pt x="118" y="83"/>
                  </a:lnTo>
                  <a:lnTo>
                    <a:pt x="136" y="63"/>
                  </a:lnTo>
                  <a:lnTo>
                    <a:pt x="156" y="44"/>
                  </a:lnTo>
                  <a:lnTo>
                    <a:pt x="179" y="31"/>
                  </a:lnTo>
                  <a:lnTo>
                    <a:pt x="200" y="20"/>
                  </a:lnTo>
                  <a:lnTo>
                    <a:pt x="222" y="15"/>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8955" name="Freeform 67"/>
            <p:cNvSpPr>
              <a:spLocks/>
            </p:cNvSpPr>
            <p:nvPr/>
          </p:nvSpPr>
          <p:spPr bwMode="auto">
            <a:xfrm>
              <a:off x="1384" y="1859"/>
              <a:ext cx="49" cy="84"/>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1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3" y="382"/>
                  </a:lnTo>
                  <a:lnTo>
                    <a:pt x="240" y="339"/>
                  </a:lnTo>
                  <a:lnTo>
                    <a:pt x="234" y="299"/>
                  </a:lnTo>
                  <a:lnTo>
                    <a:pt x="226" y="261"/>
                  </a:lnTo>
                  <a:lnTo>
                    <a:pt x="215" y="222"/>
                  </a:lnTo>
                  <a:lnTo>
                    <a:pt x="204" y="188"/>
                  </a:lnTo>
                  <a:lnTo>
                    <a:pt x="189" y="156"/>
                  </a:lnTo>
                  <a:lnTo>
                    <a:pt x="173" y="125"/>
                  </a:lnTo>
                  <a:lnTo>
                    <a:pt x="155" y="98"/>
                  </a:lnTo>
                  <a:lnTo>
                    <a:pt x="138" y="74"/>
                  </a:lnTo>
                  <a:lnTo>
                    <a:pt x="118" y="51"/>
                  </a:lnTo>
                  <a:lnTo>
                    <a:pt x="96" y="34"/>
                  </a:lnTo>
                  <a:lnTo>
                    <a:pt x="73" y="18"/>
                  </a:lnTo>
                  <a:lnTo>
                    <a:pt x="50" y="8"/>
                  </a:lnTo>
                  <a:lnTo>
                    <a:pt x="25" y="2"/>
                  </a:lnTo>
                  <a:lnTo>
                    <a:pt x="0" y="0"/>
                  </a:lnTo>
                  <a:lnTo>
                    <a:pt x="0" y="11"/>
                  </a:lnTo>
                  <a:lnTo>
                    <a:pt x="23" y="14"/>
                  </a:lnTo>
                  <a:lnTo>
                    <a:pt x="45" y="20"/>
                  </a:lnTo>
                  <a:lnTo>
                    <a:pt x="66" y="30"/>
                  </a:lnTo>
                  <a:lnTo>
                    <a:pt x="89" y="43"/>
                  </a:lnTo>
                  <a:lnTo>
                    <a:pt x="109" y="61"/>
                  </a:lnTo>
                  <a:lnTo>
                    <a:pt x="129" y="81"/>
                  </a:lnTo>
                  <a:lnTo>
                    <a:pt x="146" y="105"/>
                  </a:lnTo>
                  <a:lnTo>
                    <a:pt x="164" y="132"/>
                  </a:lnTo>
                  <a:lnTo>
                    <a:pt x="178" y="160"/>
                  </a:lnTo>
                  <a:lnTo>
                    <a:pt x="192" y="193"/>
                  </a:lnTo>
                  <a:lnTo>
                    <a:pt x="204" y="227"/>
                  </a:lnTo>
                  <a:lnTo>
                    <a:pt x="214" y="264"/>
                  </a:lnTo>
                  <a:lnTo>
                    <a:pt x="222" y="301"/>
                  </a:lnTo>
                  <a:lnTo>
                    <a:pt x="228"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8956" name="Freeform 68"/>
            <p:cNvSpPr>
              <a:spLocks/>
            </p:cNvSpPr>
            <p:nvPr/>
          </p:nvSpPr>
          <p:spPr bwMode="auto">
            <a:xfrm>
              <a:off x="1384" y="1943"/>
              <a:ext cx="49" cy="86"/>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5" y="423"/>
                  </a:lnTo>
                  <a:lnTo>
                    <a:pt x="50" y="418"/>
                  </a:lnTo>
                  <a:lnTo>
                    <a:pt x="73" y="407"/>
                  </a:lnTo>
                  <a:lnTo>
                    <a:pt x="96" y="392"/>
                  </a:lnTo>
                  <a:lnTo>
                    <a:pt x="118" y="374"/>
                  </a:lnTo>
                  <a:lnTo>
                    <a:pt x="138" y="352"/>
                  </a:lnTo>
                  <a:lnTo>
                    <a:pt x="155" y="327"/>
                  </a:lnTo>
                  <a:lnTo>
                    <a:pt x="174" y="300"/>
                  </a:lnTo>
                  <a:lnTo>
                    <a:pt x="189" y="269"/>
                  </a:lnTo>
                  <a:lnTo>
                    <a:pt x="204" y="237"/>
                  </a:lnTo>
                  <a:lnTo>
                    <a:pt x="215" y="202"/>
                  </a:lnTo>
                  <a:lnTo>
                    <a:pt x="226" y="164"/>
                  </a:lnTo>
                  <a:lnTo>
                    <a:pt x="234" y="126"/>
                  </a:lnTo>
                  <a:lnTo>
                    <a:pt x="240" y="86"/>
                  </a:lnTo>
                  <a:lnTo>
                    <a:pt x="243" y="42"/>
                  </a:lnTo>
                  <a:lnTo>
                    <a:pt x="245" y="0"/>
                  </a:lnTo>
                  <a:lnTo>
                    <a:pt x="233" y="0"/>
                  </a:lnTo>
                  <a:lnTo>
                    <a:pt x="232" y="42"/>
                  </a:lnTo>
                  <a:lnTo>
                    <a:pt x="228" y="83"/>
                  </a:lnTo>
                  <a:lnTo>
                    <a:pt x="222" y="123"/>
                  </a:lnTo>
                  <a:lnTo>
                    <a:pt x="214" y="162"/>
                  </a:lnTo>
                  <a:lnTo>
                    <a:pt x="204" y="197"/>
                  </a:lnTo>
                  <a:lnTo>
                    <a:pt x="192" y="232"/>
                  </a:lnTo>
                  <a:lnTo>
                    <a:pt x="178" y="264"/>
                  </a:lnTo>
                  <a:lnTo>
                    <a:pt x="163" y="293"/>
                  </a:lnTo>
                  <a:lnTo>
                    <a:pt x="146" y="320"/>
                  </a:lnTo>
                  <a:lnTo>
                    <a:pt x="129" y="345"/>
                  </a:lnTo>
                  <a:lnTo>
                    <a:pt x="109" y="365"/>
                  </a:lnTo>
                  <a:lnTo>
                    <a:pt x="89" y="382"/>
                  </a:lnTo>
                  <a:lnTo>
                    <a:pt x="66" y="395"/>
                  </a:lnTo>
                  <a:lnTo>
                    <a:pt x="45" y="406"/>
                  </a:lnTo>
                  <a:lnTo>
                    <a:pt x="23"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8957" name="Freeform 69"/>
            <p:cNvSpPr>
              <a:spLocks/>
            </p:cNvSpPr>
            <p:nvPr/>
          </p:nvSpPr>
          <p:spPr bwMode="auto">
            <a:xfrm>
              <a:off x="1335" y="1943"/>
              <a:ext cx="49" cy="86"/>
            </a:xfrm>
            <a:custGeom>
              <a:avLst/>
              <a:gdLst>
                <a:gd name="T0" fmla="*/ 0 w 246"/>
                <a:gd name="T1" fmla="*/ 0 h 426"/>
                <a:gd name="T2" fmla="*/ 0 w 246"/>
                <a:gd name="T3" fmla="*/ 0 h 426"/>
                <a:gd name="T4" fmla="*/ 0 w 246"/>
                <a:gd name="T5" fmla="*/ 0 h 426"/>
                <a:gd name="T6" fmla="*/ 0 w 246"/>
                <a:gd name="T7" fmla="*/ 1 h 426"/>
                <a:gd name="T8" fmla="*/ 0 w 246"/>
                <a:gd name="T9" fmla="*/ 1 h 426"/>
                <a:gd name="T10" fmla="*/ 0 w 246"/>
                <a:gd name="T11" fmla="*/ 1 h 426"/>
                <a:gd name="T12" fmla="*/ 0 w 246"/>
                <a:gd name="T13" fmla="*/ 2 h 426"/>
                <a:gd name="T14" fmla="*/ 0 w 246"/>
                <a:gd name="T15" fmla="*/ 2 h 426"/>
                <a:gd name="T16" fmla="*/ 0 w 246"/>
                <a:gd name="T17" fmla="*/ 2 h 426"/>
                <a:gd name="T18" fmla="*/ 1 w 246"/>
                <a:gd name="T19" fmla="*/ 2 h 426"/>
                <a:gd name="T20" fmla="*/ 1 w 246"/>
                <a:gd name="T21" fmla="*/ 3 h 426"/>
                <a:gd name="T22" fmla="*/ 1 w 246"/>
                <a:gd name="T23" fmla="*/ 3 h 426"/>
                <a:gd name="T24" fmla="*/ 1 w 246"/>
                <a:gd name="T25" fmla="*/ 3 h 426"/>
                <a:gd name="T26" fmla="*/ 1 w 246"/>
                <a:gd name="T27" fmla="*/ 3 h 426"/>
                <a:gd name="T28" fmla="*/ 1 w 246"/>
                <a:gd name="T29" fmla="*/ 3 h 426"/>
                <a:gd name="T30" fmla="*/ 2 w 246"/>
                <a:gd name="T31" fmla="*/ 3 h 426"/>
                <a:gd name="T32" fmla="*/ 2 w 246"/>
                <a:gd name="T33" fmla="*/ 3 h 426"/>
                <a:gd name="T34" fmla="*/ 2 w 246"/>
                <a:gd name="T35" fmla="*/ 3 h 426"/>
                <a:gd name="T36" fmla="*/ 2 w 246"/>
                <a:gd name="T37" fmla="*/ 3 h 426"/>
                <a:gd name="T38" fmla="*/ 2 w 246"/>
                <a:gd name="T39" fmla="*/ 3 h 426"/>
                <a:gd name="T40" fmla="*/ 2 w 246"/>
                <a:gd name="T41" fmla="*/ 3 h 426"/>
                <a:gd name="T42" fmla="*/ 1 w 246"/>
                <a:gd name="T43" fmla="*/ 3 h 426"/>
                <a:gd name="T44" fmla="*/ 1 w 246"/>
                <a:gd name="T45" fmla="*/ 3 h 426"/>
                <a:gd name="T46" fmla="*/ 1 w 246"/>
                <a:gd name="T47" fmla="*/ 3 h 426"/>
                <a:gd name="T48" fmla="*/ 1 w 246"/>
                <a:gd name="T49" fmla="*/ 3 h 426"/>
                <a:gd name="T50" fmla="*/ 1 w 246"/>
                <a:gd name="T51" fmla="*/ 3 h 426"/>
                <a:gd name="T52" fmla="*/ 1 w 246"/>
                <a:gd name="T53" fmla="*/ 2 h 426"/>
                <a:gd name="T54" fmla="*/ 1 w 246"/>
                <a:gd name="T55" fmla="*/ 2 h 426"/>
                <a:gd name="T56" fmla="*/ 0 w 246"/>
                <a:gd name="T57" fmla="*/ 2 h 426"/>
                <a:gd name="T58" fmla="*/ 0 w 246"/>
                <a:gd name="T59" fmla="*/ 2 h 426"/>
                <a:gd name="T60" fmla="*/ 0 w 246"/>
                <a:gd name="T61" fmla="*/ 1 h 426"/>
                <a:gd name="T62" fmla="*/ 0 w 246"/>
                <a:gd name="T63" fmla="*/ 1 h 426"/>
                <a:gd name="T64" fmla="*/ 0 w 246"/>
                <a:gd name="T65" fmla="*/ 1 h 426"/>
                <a:gd name="T66" fmla="*/ 0 w 246"/>
                <a:gd name="T67" fmla="*/ 0 h 426"/>
                <a:gd name="T68" fmla="*/ 0 w 246"/>
                <a:gd name="T69" fmla="*/ 0 h 426"/>
                <a:gd name="T70" fmla="*/ 0 w 246"/>
                <a:gd name="T71" fmla="*/ 0 h 426"/>
                <a:gd name="T72" fmla="*/ 0 w 246"/>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0"/>
                  </a:moveTo>
                  <a:lnTo>
                    <a:pt x="0" y="0"/>
                  </a:lnTo>
                  <a:lnTo>
                    <a:pt x="1" y="42"/>
                  </a:lnTo>
                  <a:lnTo>
                    <a:pt x="4" y="86"/>
                  </a:lnTo>
                  <a:lnTo>
                    <a:pt x="10" y="126"/>
                  </a:lnTo>
                  <a:lnTo>
                    <a:pt x="18" y="164"/>
                  </a:lnTo>
                  <a:lnTo>
                    <a:pt x="29" y="202"/>
                  </a:lnTo>
                  <a:lnTo>
                    <a:pt x="41" y="237"/>
                  </a:lnTo>
                  <a:lnTo>
                    <a:pt x="55" y="269"/>
                  </a:lnTo>
                  <a:lnTo>
                    <a:pt x="71" y="300"/>
                  </a:lnTo>
                  <a:lnTo>
                    <a:pt x="89" y="327"/>
                  </a:lnTo>
                  <a:lnTo>
                    <a:pt x="107" y="352"/>
                  </a:lnTo>
                  <a:lnTo>
                    <a:pt x="127" y="374"/>
                  </a:lnTo>
                  <a:lnTo>
                    <a:pt x="150" y="392"/>
                  </a:lnTo>
                  <a:lnTo>
                    <a:pt x="171" y="407"/>
                  </a:lnTo>
                  <a:lnTo>
                    <a:pt x="195" y="418"/>
                  </a:lnTo>
                  <a:lnTo>
                    <a:pt x="220" y="423"/>
                  </a:lnTo>
                  <a:lnTo>
                    <a:pt x="246" y="426"/>
                  </a:lnTo>
                  <a:lnTo>
                    <a:pt x="246" y="414"/>
                  </a:lnTo>
                  <a:lnTo>
                    <a:pt x="222" y="412"/>
                  </a:lnTo>
                  <a:lnTo>
                    <a:pt x="200" y="406"/>
                  </a:lnTo>
                  <a:lnTo>
                    <a:pt x="178" y="395"/>
                  </a:lnTo>
                  <a:lnTo>
                    <a:pt x="157" y="382"/>
                  </a:lnTo>
                  <a:lnTo>
                    <a:pt x="137" y="365"/>
                  </a:lnTo>
                  <a:lnTo>
                    <a:pt x="117" y="345"/>
                  </a:lnTo>
                  <a:lnTo>
                    <a:pt x="98" y="320"/>
                  </a:lnTo>
                  <a:lnTo>
                    <a:pt x="83" y="293"/>
                  </a:lnTo>
                  <a:lnTo>
                    <a:pt x="66" y="264"/>
                  </a:lnTo>
                  <a:lnTo>
                    <a:pt x="52" y="232"/>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8958" name="Freeform 70"/>
            <p:cNvSpPr>
              <a:spLocks/>
            </p:cNvSpPr>
            <p:nvPr/>
          </p:nvSpPr>
          <p:spPr bwMode="auto">
            <a:xfrm>
              <a:off x="1335" y="1859"/>
              <a:ext cx="49" cy="84"/>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1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0" y="2"/>
                  </a:lnTo>
                  <a:lnTo>
                    <a:pt x="195" y="8"/>
                  </a:lnTo>
                  <a:lnTo>
                    <a:pt x="171" y="18"/>
                  </a:lnTo>
                  <a:lnTo>
                    <a:pt x="150" y="34"/>
                  </a:lnTo>
                  <a:lnTo>
                    <a:pt x="127" y="51"/>
                  </a:lnTo>
                  <a:lnTo>
                    <a:pt x="107" y="74"/>
                  </a:lnTo>
                  <a:lnTo>
                    <a:pt x="89" y="98"/>
                  </a:lnTo>
                  <a:lnTo>
                    <a:pt x="72" y="125"/>
                  </a:lnTo>
                  <a:lnTo>
                    <a:pt x="55" y="156"/>
                  </a:lnTo>
                  <a:lnTo>
                    <a:pt x="41" y="188"/>
                  </a:lnTo>
                  <a:lnTo>
                    <a:pt x="29" y="222"/>
                  </a:lnTo>
                  <a:lnTo>
                    <a:pt x="18" y="261"/>
                  </a:lnTo>
                  <a:lnTo>
                    <a:pt x="10" y="299"/>
                  </a:lnTo>
                  <a:lnTo>
                    <a:pt x="4" y="339"/>
                  </a:lnTo>
                  <a:lnTo>
                    <a:pt x="1" y="382"/>
                  </a:lnTo>
                  <a:lnTo>
                    <a:pt x="0" y="424"/>
                  </a:lnTo>
                  <a:lnTo>
                    <a:pt x="11" y="424"/>
                  </a:lnTo>
                  <a:lnTo>
                    <a:pt x="13" y="382"/>
                  </a:lnTo>
                  <a:lnTo>
                    <a:pt x="16" y="341"/>
                  </a:lnTo>
                  <a:lnTo>
                    <a:pt x="22" y="301"/>
                  </a:lnTo>
                  <a:lnTo>
                    <a:pt x="30" y="264"/>
                  </a:lnTo>
                  <a:lnTo>
                    <a:pt x="41" y="227"/>
                  </a:lnTo>
                  <a:lnTo>
                    <a:pt x="52" y="193"/>
                  </a:lnTo>
                  <a:lnTo>
                    <a:pt x="66" y="160"/>
                  </a:lnTo>
                  <a:lnTo>
                    <a:pt x="82" y="132"/>
                  </a:lnTo>
                  <a:lnTo>
                    <a:pt x="98" y="105"/>
                  </a:lnTo>
                  <a:lnTo>
                    <a:pt x="117" y="81"/>
                  </a:lnTo>
                  <a:lnTo>
                    <a:pt x="137" y="61"/>
                  </a:lnTo>
                  <a:lnTo>
                    <a:pt x="157" y="43"/>
                  </a:lnTo>
                  <a:lnTo>
                    <a:pt x="178" y="30"/>
                  </a:lnTo>
                  <a:lnTo>
                    <a:pt x="200" y="20"/>
                  </a:lnTo>
                  <a:lnTo>
                    <a:pt x="222" y="14"/>
                  </a:lnTo>
                  <a:lnTo>
                    <a:pt x="246" y="11"/>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8959" name="Freeform 71"/>
            <p:cNvSpPr>
              <a:spLocks/>
            </p:cNvSpPr>
            <p:nvPr/>
          </p:nvSpPr>
          <p:spPr bwMode="auto">
            <a:xfrm>
              <a:off x="1552" y="1751"/>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1" y="339"/>
                  </a:lnTo>
                  <a:lnTo>
                    <a:pt x="235" y="299"/>
                  </a:lnTo>
                  <a:lnTo>
                    <a:pt x="226" y="261"/>
                  </a:lnTo>
                  <a:lnTo>
                    <a:pt x="216" y="223"/>
                  </a:lnTo>
                  <a:lnTo>
                    <a:pt x="204" y="189"/>
                  </a:lnTo>
                  <a:lnTo>
                    <a:pt x="190" y="156"/>
                  </a:lnTo>
                  <a:lnTo>
                    <a:pt x="174" y="125"/>
                  </a:lnTo>
                  <a:lnTo>
                    <a:pt x="156" y="98"/>
                  </a:lnTo>
                  <a:lnTo>
                    <a:pt x="137" y="74"/>
                  </a:lnTo>
                  <a:lnTo>
                    <a:pt x="119" y="52"/>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8" y="81"/>
                  </a:lnTo>
                  <a:lnTo>
                    <a:pt x="147" y="105"/>
                  </a:lnTo>
                  <a:lnTo>
                    <a:pt x="164" y="132"/>
                  </a:lnTo>
                  <a:lnTo>
                    <a:pt x="178" y="161"/>
                  </a:lnTo>
                  <a:lnTo>
                    <a:pt x="193" y="193"/>
                  </a:lnTo>
                  <a:lnTo>
                    <a:pt x="204" y="227"/>
                  </a:lnTo>
                  <a:lnTo>
                    <a:pt x="215" y="264"/>
                  </a:lnTo>
                  <a:lnTo>
                    <a:pt x="223" y="301"/>
                  </a:lnTo>
                  <a:lnTo>
                    <a:pt x="229" y="341"/>
                  </a:lnTo>
                  <a:lnTo>
                    <a:pt x="232" y="382"/>
                  </a:lnTo>
                  <a:lnTo>
                    <a:pt x="234"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8960" name="Freeform 72"/>
            <p:cNvSpPr>
              <a:spLocks/>
            </p:cNvSpPr>
            <p:nvPr/>
          </p:nvSpPr>
          <p:spPr bwMode="auto">
            <a:xfrm>
              <a:off x="1552" y="1836"/>
              <a:ext cx="49" cy="85"/>
            </a:xfrm>
            <a:custGeom>
              <a:avLst/>
              <a:gdLst>
                <a:gd name="T0" fmla="*/ 0 w 245"/>
                <a:gd name="T1" fmla="*/ 3 h 425"/>
                <a:gd name="T2" fmla="*/ 0 w 245"/>
                <a:gd name="T3" fmla="*/ 3 h 425"/>
                <a:gd name="T4" fmla="*/ 0 w 245"/>
                <a:gd name="T5" fmla="*/ 3 h 425"/>
                <a:gd name="T6" fmla="*/ 0 w 245"/>
                <a:gd name="T7" fmla="*/ 3 h 425"/>
                <a:gd name="T8" fmla="*/ 1 w 245"/>
                <a:gd name="T9" fmla="*/ 3 h 425"/>
                <a:gd name="T10" fmla="*/ 1 w 245"/>
                <a:gd name="T11" fmla="*/ 3 h 425"/>
                <a:gd name="T12" fmla="*/ 1 w 245"/>
                <a:gd name="T13" fmla="*/ 3 h 425"/>
                <a:gd name="T14" fmla="*/ 1 w 245"/>
                <a:gd name="T15" fmla="*/ 3 h 425"/>
                <a:gd name="T16" fmla="*/ 1 w 245"/>
                <a:gd name="T17" fmla="*/ 3 h 425"/>
                <a:gd name="T18" fmla="*/ 1 w 245"/>
                <a:gd name="T19" fmla="*/ 2 h 425"/>
                <a:gd name="T20" fmla="*/ 2 w 245"/>
                <a:gd name="T21" fmla="*/ 2 h 425"/>
                <a:gd name="T22" fmla="*/ 2 w 245"/>
                <a:gd name="T23" fmla="*/ 2 h 425"/>
                <a:gd name="T24" fmla="*/ 2 w 245"/>
                <a:gd name="T25" fmla="*/ 2 h 425"/>
                <a:gd name="T26" fmla="*/ 2 w 245"/>
                <a:gd name="T27" fmla="*/ 1 h 425"/>
                <a:gd name="T28" fmla="*/ 2 w 245"/>
                <a:gd name="T29" fmla="*/ 1 h 425"/>
                <a:gd name="T30" fmla="*/ 2 w 245"/>
                <a:gd name="T31" fmla="*/ 1 h 425"/>
                <a:gd name="T32" fmla="*/ 2 w 245"/>
                <a:gd name="T33" fmla="*/ 0 h 425"/>
                <a:gd name="T34" fmla="*/ 2 w 245"/>
                <a:gd name="T35" fmla="*/ 0 h 425"/>
                <a:gd name="T36" fmla="*/ 2 w 245"/>
                <a:gd name="T37" fmla="*/ 0 h 425"/>
                <a:gd name="T38" fmla="*/ 2 w 245"/>
                <a:gd name="T39" fmla="*/ 0 h 425"/>
                <a:gd name="T40" fmla="*/ 2 w 245"/>
                <a:gd name="T41" fmla="*/ 1 h 425"/>
                <a:gd name="T42" fmla="*/ 2 w 245"/>
                <a:gd name="T43" fmla="*/ 1 h 425"/>
                <a:gd name="T44" fmla="*/ 2 w 245"/>
                <a:gd name="T45" fmla="*/ 1 h 425"/>
                <a:gd name="T46" fmla="*/ 2 w 245"/>
                <a:gd name="T47" fmla="*/ 2 h 425"/>
                <a:gd name="T48" fmla="*/ 2 w 245"/>
                <a:gd name="T49" fmla="*/ 2 h 425"/>
                <a:gd name="T50" fmla="*/ 1 w 245"/>
                <a:gd name="T51" fmla="*/ 2 h 425"/>
                <a:gd name="T52" fmla="*/ 1 w 245"/>
                <a:gd name="T53" fmla="*/ 2 h 425"/>
                <a:gd name="T54" fmla="*/ 1 w 245"/>
                <a:gd name="T55" fmla="*/ 3 h 425"/>
                <a:gd name="T56" fmla="*/ 1 w 245"/>
                <a:gd name="T57" fmla="*/ 3 h 425"/>
                <a:gd name="T58" fmla="*/ 1 w 245"/>
                <a:gd name="T59" fmla="*/ 3 h 425"/>
                <a:gd name="T60" fmla="*/ 1 w 245"/>
                <a:gd name="T61" fmla="*/ 3 h 425"/>
                <a:gd name="T62" fmla="*/ 1 w 245"/>
                <a:gd name="T63" fmla="*/ 3 h 425"/>
                <a:gd name="T64" fmla="*/ 0 w 245"/>
                <a:gd name="T65" fmla="*/ 3 h 425"/>
                <a:gd name="T66" fmla="*/ 0 w 245"/>
                <a:gd name="T67" fmla="*/ 3 h 425"/>
                <a:gd name="T68" fmla="*/ 0 w 245"/>
                <a:gd name="T69" fmla="*/ 3 h 425"/>
                <a:gd name="T70" fmla="*/ 0 w 245"/>
                <a:gd name="T71" fmla="*/ 3 h 425"/>
                <a:gd name="T72" fmla="*/ 0 w 245"/>
                <a:gd name="T73" fmla="*/ 3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5"/>
                <a:gd name="T113" fmla="*/ 245 w 245"/>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5">
                  <a:moveTo>
                    <a:pt x="0" y="425"/>
                  </a:moveTo>
                  <a:lnTo>
                    <a:pt x="0" y="425"/>
                  </a:lnTo>
                  <a:lnTo>
                    <a:pt x="26" y="422"/>
                  </a:lnTo>
                  <a:lnTo>
                    <a:pt x="51" y="417"/>
                  </a:lnTo>
                  <a:lnTo>
                    <a:pt x="74" y="406"/>
                  </a:lnTo>
                  <a:lnTo>
                    <a:pt x="96" y="391"/>
                  </a:lnTo>
                  <a:lnTo>
                    <a:pt x="119" y="373"/>
                  </a:lnTo>
                  <a:lnTo>
                    <a:pt x="137" y="351"/>
                  </a:lnTo>
                  <a:lnTo>
                    <a:pt x="156" y="326"/>
                  </a:lnTo>
                  <a:lnTo>
                    <a:pt x="174" y="299"/>
                  </a:lnTo>
                  <a:lnTo>
                    <a:pt x="190" y="269"/>
                  </a:lnTo>
                  <a:lnTo>
                    <a:pt x="204" y="236"/>
                  </a:lnTo>
                  <a:lnTo>
                    <a:pt x="216" y="202"/>
                  </a:lnTo>
                  <a:lnTo>
                    <a:pt x="226" y="163"/>
                  </a:lnTo>
                  <a:lnTo>
                    <a:pt x="235" y="126"/>
                  </a:lnTo>
                  <a:lnTo>
                    <a:pt x="241" y="86"/>
                  </a:lnTo>
                  <a:lnTo>
                    <a:pt x="244" y="43"/>
                  </a:lnTo>
                  <a:lnTo>
                    <a:pt x="245" y="0"/>
                  </a:lnTo>
                  <a:lnTo>
                    <a:pt x="234" y="0"/>
                  </a:lnTo>
                  <a:lnTo>
                    <a:pt x="232" y="43"/>
                  </a:lnTo>
                  <a:lnTo>
                    <a:pt x="229" y="84"/>
                  </a:lnTo>
                  <a:lnTo>
                    <a:pt x="223" y="123"/>
                  </a:lnTo>
                  <a:lnTo>
                    <a:pt x="215" y="161"/>
                  </a:lnTo>
                  <a:lnTo>
                    <a:pt x="204" y="197"/>
                  </a:lnTo>
                  <a:lnTo>
                    <a:pt x="193" y="231"/>
                  </a:lnTo>
                  <a:lnTo>
                    <a:pt x="178" y="264"/>
                  </a:lnTo>
                  <a:lnTo>
                    <a:pt x="164" y="292"/>
                  </a:lnTo>
                  <a:lnTo>
                    <a:pt x="147" y="319"/>
                  </a:lnTo>
                  <a:lnTo>
                    <a:pt x="128" y="344"/>
                  </a:lnTo>
                  <a:lnTo>
                    <a:pt x="109" y="364"/>
                  </a:lnTo>
                  <a:lnTo>
                    <a:pt x="89" y="381"/>
                  </a:lnTo>
                  <a:lnTo>
                    <a:pt x="67" y="394"/>
                  </a:lnTo>
                  <a:lnTo>
                    <a:pt x="46" y="405"/>
                  </a:lnTo>
                  <a:lnTo>
                    <a:pt x="24" y="411"/>
                  </a:lnTo>
                  <a:lnTo>
                    <a:pt x="0" y="413"/>
                  </a:lnTo>
                  <a:lnTo>
                    <a:pt x="0" y="425"/>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8961" name="Freeform 73"/>
            <p:cNvSpPr>
              <a:spLocks/>
            </p:cNvSpPr>
            <p:nvPr/>
          </p:nvSpPr>
          <p:spPr bwMode="auto">
            <a:xfrm>
              <a:off x="1502" y="1836"/>
              <a:ext cx="50" cy="85"/>
            </a:xfrm>
            <a:custGeom>
              <a:avLst/>
              <a:gdLst>
                <a:gd name="T0" fmla="*/ 0 w 246"/>
                <a:gd name="T1" fmla="*/ 0 h 425"/>
                <a:gd name="T2" fmla="*/ 0 w 246"/>
                <a:gd name="T3" fmla="*/ 0 h 425"/>
                <a:gd name="T4" fmla="*/ 0 w 246"/>
                <a:gd name="T5" fmla="*/ 0 h 425"/>
                <a:gd name="T6" fmla="*/ 0 w 246"/>
                <a:gd name="T7" fmla="*/ 1 h 425"/>
                <a:gd name="T8" fmla="*/ 0 w 246"/>
                <a:gd name="T9" fmla="*/ 1 h 425"/>
                <a:gd name="T10" fmla="*/ 0 w 246"/>
                <a:gd name="T11" fmla="*/ 1 h 425"/>
                <a:gd name="T12" fmla="*/ 0 w 246"/>
                <a:gd name="T13" fmla="*/ 2 h 425"/>
                <a:gd name="T14" fmla="*/ 0 w 246"/>
                <a:gd name="T15" fmla="*/ 2 h 425"/>
                <a:gd name="T16" fmla="*/ 0 w 246"/>
                <a:gd name="T17" fmla="*/ 2 h 425"/>
                <a:gd name="T18" fmla="*/ 1 w 246"/>
                <a:gd name="T19" fmla="*/ 2 h 425"/>
                <a:gd name="T20" fmla="*/ 1 w 246"/>
                <a:gd name="T21" fmla="*/ 3 h 425"/>
                <a:gd name="T22" fmla="*/ 1 w 246"/>
                <a:gd name="T23" fmla="*/ 3 h 425"/>
                <a:gd name="T24" fmla="*/ 1 w 246"/>
                <a:gd name="T25" fmla="*/ 3 h 425"/>
                <a:gd name="T26" fmla="*/ 1 w 246"/>
                <a:gd name="T27" fmla="*/ 3 h 425"/>
                <a:gd name="T28" fmla="*/ 1 w 246"/>
                <a:gd name="T29" fmla="*/ 3 h 425"/>
                <a:gd name="T30" fmla="*/ 2 w 246"/>
                <a:gd name="T31" fmla="*/ 3 h 425"/>
                <a:gd name="T32" fmla="*/ 2 w 246"/>
                <a:gd name="T33" fmla="*/ 3 h 425"/>
                <a:gd name="T34" fmla="*/ 2 w 246"/>
                <a:gd name="T35" fmla="*/ 3 h 425"/>
                <a:gd name="T36" fmla="*/ 2 w 246"/>
                <a:gd name="T37" fmla="*/ 3 h 425"/>
                <a:gd name="T38" fmla="*/ 2 w 246"/>
                <a:gd name="T39" fmla="*/ 3 h 425"/>
                <a:gd name="T40" fmla="*/ 2 w 246"/>
                <a:gd name="T41" fmla="*/ 3 h 425"/>
                <a:gd name="T42" fmla="*/ 1 w 246"/>
                <a:gd name="T43" fmla="*/ 3 h 425"/>
                <a:gd name="T44" fmla="*/ 1 w 246"/>
                <a:gd name="T45" fmla="*/ 3 h 425"/>
                <a:gd name="T46" fmla="*/ 1 w 246"/>
                <a:gd name="T47" fmla="*/ 3 h 425"/>
                <a:gd name="T48" fmla="*/ 1 w 246"/>
                <a:gd name="T49" fmla="*/ 3 h 425"/>
                <a:gd name="T50" fmla="*/ 1 w 246"/>
                <a:gd name="T51" fmla="*/ 3 h 425"/>
                <a:gd name="T52" fmla="*/ 1 w 246"/>
                <a:gd name="T53" fmla="*/ 2 h 425"/>
                <a:gd name="T54" fmla="*/ 1 w 246"/>
                <a:gd name="T55" fmla="*/ 2 h 425"/>
                <a:gd name="T56" fmla="*/ 0 w 246"/>
                <a:gd name="T57" fmla="*/ 2 h 425"/>
                <a:gd name="T58" fmla="*/ 0 w 246"/>
                <a:gd name="T59" fmla="*/ 2 h 425"/>
                <a:gd name="T60" fmla="*/ 0 w 246"/>
                <a:gd name="T61" fmla="*/ 1 h 425"/>
                <a:gd name="T62" fmla="*/ 0 w 246"/>
                <a:gd name="T63" fmla="*/ 1 h 425"/>
                <a:gd name="T64" fmla="*/ 0 w 246"/>
                <a:gd name="T65" fmla="*/ 1 h 425"/>
                <a:gd name="T66" fmla="*/ 0 w 246"/>
                <a:gd name="T67" fmla="*/ 0 h 425"/>
                <a:gd name="T68" fmla="*/ 0 w 246"/>
                <a:gd name="T69" fmla="*/ 0 h 425"/>
                <a:gd name="T70" fmla="*/ 0 w 246"/>
                <a:gd name="T71" fmla="*/ 0 h 425"/>
                <a:gd name="T72" fmla="*/ 0 w 246"/>
                <a:gd name="T73" fmla="*/ 0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5"/>
                <a:gd name="T113" fmla="*/ 246 w 246"/>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5">
                  <a:moveTo>
                    <a:pt x="0" y="0"/>
                  </a:moveTo>
                  <a:lnTo>
                    <a:pt x="0" y="0"/>
                  </a:lnTo>
                  <a:lnTo>
                    <a:pt x="2" y="43"/>
                  </a:lnTo>
                  <a:lnTo>
                    <a:pt x="5" y="86"/>
                  </a:lnTo>
                  <a:lnTo>
                    <a:pt x="11" y="126"/>
                  </a:lnTo>
                  <a:lnTo>
                    <a:pt x="19" y="163"/>
                  </a:lnTo>
                  <a:lnTo>
                    <a:pt x="30" y="202"/>
                  </a:lnTo>
                  <a:lnTo>
                    <a:pt x="41" y="236"/>
                  </a:lnTo>
                  <a:lnTo>
                    <a:pt x="55" y="269"/>
                  </a:lnTo>
                  <a:lnTo>
                    <a:pt x="73" y="299"/>
                  </a:lnTo>
                  <a:lnTo>
                    <a:pt x="89" y="326"/>
                  </a:lnTo>
                  <a:lnTo>
                    <a:pt x="108" y="351"/>
                  </a:lnTo>
                  <a:lnTo>
                    <a:pt x="128" y="373"/>
                  </a:lnTo>
                  <a:lnTo>
                    <a:pt x="150" y="391"/>
                  </a:lnTo>
                  <a:lnTo>
                    <a:pt x="171" y="406"/>
                  </a:lnTo>
                  <a:lnTo>
                    <a:pt x="196" y="417"/>
                  </a:lnTo>
                  <a:lnTo>
                    <a:pt x="221" y="422"/>
                  </a:lnTo>
                  <a:lnTo>
                    <a:pt x="246" y="425"/>
                  </a:lnTo>
                  <a:lnTo>
                    <a:pt x="246" y="413"/>
                  </a:lnTo>
                  <a:lnTo>
                    <a:pt x="223" y="411"/>
                  </a:lnTo>
                  <a:lnTo>
                    <a:pt x="201" y="405"/>
                  </a:lnTo>
                  <a:lnTo>
                    <a:pt x="178" y="394"/>
                  </a:lnTo>
                  <a:lnTo>
                    <a:pt x="157" y="381"/>
                  </a:lnTo>
                  <a:lnTo>
                    <a:pt x="137" y="364"/>
                  </a:lnTo>
                  <a:lnTo>
                    <a:pt x="117" y="344"/>
                  </a:lnTo>
                  <a:lnTo>
                    <a:pt x="99" y="319"/>
                  </a:lnTo>
                  <a:lnTo>
                    <a:pt x="82" y="292"/>
                  </a:lnTo>
                  <a:lnTo>
                    <a:pt x="67" y="264"/>
                  </a:lnTo>
                  <a:lnTo>
                    <a:pt x="53" y="231"/>
                  </a:lnTo>
                  <a:lnTo>
                    <a:pt x="41" y="197"/>
                  </a:lnTo>
                  <a:lnTo>
                    <a:pt x="31" y="161"/>
                  </a:lnTo>
                  <a:lnTo>
                    <a:pt x="23" y="123"/>
                  </a:lnTo>
                  <a:lnTo>
                    <a:pt x="17" y="84"/>
                  </a:lnTo>
                  <a:lnTo>
                    <a:pt x="13" y="4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8962" name="Freeform 74"/>
            <p:cNvSpPr>
              <a:spLocks/>
            </p:cNvSpPr>
            <p:nvPr/>
          </p:nvSpPr>
          <p:spPr bwMode="auto">
            <a:xfrm>
              <a:off x="1502" y="1751"/>
              <a:ext cx="50" cy="85"/>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2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1" y="2"/>
                  </a:lnTo>
                  <a:lnTo>
                    <a:pt x="196" y="8"/>
                  </a:lnTo>
                  <a:lnTo>
                    <a:pt x="171" y="19"/>
                  </a:lnTo>
                  <a:lnTo>
                    <a:pt x="150" y="34"/>
                  </a:lnTo>
                  <a:lnTo>
                    <a:pt x="128" y="52"/>
                  </a:lnTo>
                  <a:lnTo>
                    <a:pt x="108" y="74"/>
                  </a:lnTo>
                  <a:lnTo>
                    <a:pt x="89" y="98"/>
                  </a:lnTo>
                  <a:lnTo>
                    <a:pt x="73" y="125"/>
                  </a:lnTo>
                  <a:lnTo>
                    <a:pt x="55" y="156"/>
                  </a:lnTo>
                  <a:lnTo>
                    <a:pt x="41" y="189"/>
                  </a:lnTo>
                  <a:lnTo>
                    <a:pt x="30" y="223"/>
                  </a:lnTo>
                  <a:lnTo>
                    <a:pt x="19" y="261"/>
                  </a:lnTo>
                  <a:lnTo>
                    <a:pt x="11" y="299"/>
                  </a:lnTo>
                  <a:lnTo>
                    <a:pt x="5" y="339"/>
                  </a:lnTo>
                  <a:lnTo>
                    <a:pt x="2" y="382"/>
                  </a:lnTo>
                  <a:lnTo>
                    <a:pt x="0" y="424"/>
                  </a:lnTo>
                  <a:lnTo>
                    <a:pt x="12" y="424"/>
                  </a:lnTo>
                  <a:lnTo>
                    <a:pt x="13" y="382"/>
                  </a:lnTo>
                  <a:lnTo>
                    <a:pt x="17" y="341"/>
                  </a:lnTo>
                  <a:lnTo>
                    <a:pt x="23" y="301"/>
                  </a:lnTo>
                  <a:lnTo>
                    <a:pt x="31" y="264"/>
                  </a:lnTo>
                  <a:lnTo>
                    <a:pt x="41" y="227"/>
                  </a:lnTo>
                  <a:lnTo>
                    <a:pt x="53" y="193"/>
                  </a:lnTo>
                  <a:lnTo>
                    <a:pt x="67" y="161"/>
                  </a:lnTo>
                  <a:lnTo>
                    <a:pt x="82" y="132"/>
                  </a:lnTo>
                  <a:lnTo>
                    <a:pt x="99" y="105"/>
                  </a:lnTo>
                  <a:lnTo>
                    <a:pt x="117" y="81"/>
                  </a:lnTo>
                  <a:lnTo>
                    <a:pt x="137" y="61"/>
                  </a:lnTo>
                  <a:lnTo>
                    <a:pt x="157" y="43"/>
                  </a:lnTo>
                  <a:lnTo>
                    <a:pt x="178" y="30"/>
                  </a:lnTo>
                  <a:lnTo>
                    <a:pt x="201" y="20"/>
                  </a:lnTo>
                  <a:lnTo>
                    <a:pt x="223" y="14"/>
                  </a:lnTo>
                  <a:lnTo>
                    <a:pt x="246" y="12"/>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8963" name="Freeform 75"/>
            <p:cNvSpPr>
              <a:spLocks/>
            </p:cNvSpPr>
            <p:nvPr/>
          </p:nvSpPr>
          <p:spPr bwMode="auto">
            <a:xfrm>
              <a:off x="1565" y="2016"/>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0" y="339"/>
                  </a:lnTo>
                  <a:lnTo>
                    <a:pt x="234" y="299"/>
                  </a:lnTo>
                  <a:lnTo>
                    <a:pt x="226" y="261"/>
                  </a:lnTo>
                  <a:lnTo>
                    <a:pt x="216" y="223"/>
                  </a:lnTo>
                  <a:lnTo>
                    <a:pt x="204" y="189"/>
                  </a:lnTo>
                  <a:lnTo>
                    <a:pt x="190" y="156"/>
                  </a:lnTo>
                  <a:lnTo>
                    <a:pt x="174" y="125"/>
                  </a:lnTo>
                  <a:lnTo>
                    <a:pt x="156" y="98"/>
                  </a:lnTo>
                  <a:lnTo>
                    <a:pt x="138" y="74"/>
                  </a:lnTo>
                  <a:lnTo>
                    <a:pt x="118" y="51"/>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9" y="81"/>
                  </a:lnTo>
                  <a:lnTo>
                    <a:pt x="147" y="105"/>
                  </a:lnTo>
                  <a:lnTo>
                    <a:pt x="164" y="132"/>
                  </a:lnTo>
                  <a:lnTo>
                    <a:pt x="178" y="160"/>
                  </a:lnTo>
                  <a:lnTo>
                    <a:pt x="192" y="193"/>
                  </a:lnTo>
                  <a:lnTo>
                    <a:pt x="204" y="227"/>
                  </a:lnTo>
                  <a:lnTo>
                    <a:pt x="215" y="264"/>
                  </a:lnTo>
                  <a:lnTo>
                    <a:pt x="223" y="301"/>
                  </a:lnTo>
                  <a:lnTo>
                    <a:pt x="229"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8964" name="Freeform 76"/>
            <p:cNvSpPr>
              <a:spLocks/>
            </p:cNvSpPr>
            <p:nvPr/>
          </p:nvSpPr>
          <p:spPr bwMode="auto">
            <a:xfrm>
              <a:off x="1565" y="2101"/>
              <a:ext cx="49" cy="85"/>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6" y="423"/>
                  </a:lnTo>
                  <a:lnTo>
                    <a:pt x="51" y="418"/>
                  </a:lnTo>
                  <a:lnTo>
                    <a:pt x="74" y="407"/>
                  </a:lnTo>
                  <a:lnTo>
                    <a:pt x="96" y="392"/>
                  </a:lnTo>
                  <a:lnTo>
                    <a:pt x="118" y="373"/>
                  </a:lnTo>
                  <a:lnTo>
                    <a:pt x="138" y="351"/>
                  </a:lnTo>
                  <a:lnTo>
                    <a:pt x="156" y="327"/>
                  </a:lnTo>
                  <a:lnTo>
                    <a:pt x="175" y="299"/>
                  </a:lnTo>
                  <a:lnTo>
                    <a:pt x="190" y="269"/>
                  </a:lnTo>
                  <a:lnTo>
                    <a:pt x="204" y="236"/>
                  </a:lnTo>
                  <a:lnTo>
                    <a:pt x="216" y="202"/>
                  </a:lnTo>
                  <a:lnTo>
                    <a:pt x="226" y="164"/>
                  </a:lnTo>
                  <a:lnTo>
                    <a:pt x="234" y="126"/>
                  </a:lnTo>
                  <a:lnTo>
                    <a:pt x="240" y="86"/>
                  </a:lnTo>
                  <a:lnTo>
                    <a:pt x="244" y="42"/>
                  </a:lnTo>
                  <a:lnTo>
                    <a:pt x="245" y="0"/>
                  </a:lnTo>
                  <a:lnTo>
                    <a:pt x="233" y="0"/>
                  </a:lnTo>
                  <a:lnTo>
                    <a:pt x="232" y="42"/>
                  </a:lnTo>
                  <a:lnTo>
                    <a:pt x="229" y="83"/>
                  </a:lnTo>
                  <a:lnTo>
                    <a:pt x="223" y="123"/>
                  </a:lnTo>
                  <a:lnTo>
                    <a:pt x="215" y="162"/>
                  </a:lnTo>
                  <a:lnTo>
                    <a:pt x="204" y="197"/>
                  </a:lnTo>
                  <a:lnTo>
                    <a:pt x="192" y="231"/>
                  </a:lnTo>
                  <a:lnTo>
                    <a:pt x="178" y="264"/>
                  </a:lnTo>
                  <a:lnTo>
                    <a:pt x="163" y="292"/>
                  </a:lnTo>
                  <a:lnTo>
                    <a:pt x="147" y="320"/>
                  </a:lnTo>
                  <a:lnTo>
                    <a:pt x="129" y="344"/>
                  </a:lnTo>
                  <a:lnTo>
                    <a:pt x="109" y="364"/>
                  </a:lnTo>
                  <a:lnTo>
                    <a:pt x="89" y="382"/>
                  </a:lnTo>
                  <a:lnTo>
                    <a:pt x="67" y="395"/>
                  </a:lnTo>
                  <a:lnTo>
                    <a:pt x="46" y="406"/>
                  </a:lnTo>
                  <a:lnTo>
                    <a:pt x="24"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8965" name="Freeform 77"/>
            <p:cNvSpPr>
              <a:spLocks/>
            </p:cNvSpPr>
            <p:nvPr/>
          </p:nvSpPr>
          <p:spPr bwMode="auto">
            <a:xfrm>
              <a:off x="1516" y="2101"/>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5" y="86"/>
                  </a:lnTo>
                  <a:lnTo>
                    <a:pt x="11" y="126"/>
                  </a:lnTo>
                  <a:lnTo>
                    <a:pt x="19" y="164"/>
                  </a:lnTo>
                  <a:lnTo>
                    <a:pt x="30" y="202"/>
                  </a:lnTo>
                  <a:lnTo>
                    <a:pt x="41" y="236"/>
                  </a:lnTo>
                  <a:lnTo>
                    <a:pt x="55" y="269"/>
                  </a:lnTo>
                  <a:lnTo>
                    <a:pt x="71" y="299"/>
                  </a:lnTo>
                  <a:lnTo>
                    <a:pt x="89" y="327"/>
                  </a:lnTo>
                  <a:lnTo>
                    <a:pt x="107" y="351"/>
                  </a:lnTo>
                  <a:lnTo>
                    <a:pt x="127" y="373"/>
                  </a:lnTo>
                  <a:lnTo>
                    <a:pt x="149" y="392"/>
                  </a:lnTo>
                  <a:lnTo>
                    <a:pt x="171" y="407"/>
                  </a:lnTo>
                  <a:lnTo>
                    <a:pt x="195" y="418"/>
                  </a:lnTo>
                  <a:lnTo>
                    <a:pt x="219" y="423"/>
                  </a:lnTo>
                  <a:lnTo>
                    <a:pt x="245" y="426"/>
                  </a:lnTo>
                  <a:lnTo>
                    <a:pt x="245" y="414"/>
                  </a:lnTo>
                  <a:lnTo>
                    <a:pt x="222" y="412"/>
                  </a:lnTo>
                  <a:lnTo>
                    <a:pt x="199" y="406"/>
                  </a:lnTo>
                  <a:lnTo>
                    <a:pt x="178" y="395"/>
                  </a:lnTo>
                  <a:lnTo>
                    <a:pt x="156" y="382"/>
                  </a:lnTo>
                  <a:lnTo>
                    <a:pt x="136" y="364"/>
                  </a:lnTo>
                  <a:lnTo>
                    <a:pt x="116" y="344"/>
                  </a:lnTo>
                  <a:lnTo>
                    <a:pt x="99" y="320"/>
                  </a:lnTo>
                  <a:lnTo>
                    <a:pt x="82" y="292"/>
                  </a:lnTo>
                  <a:lnTo>
                    <a:pt x="67" y="264"/>
                  </a:lnTo>
                  <a:lnTo>
                    <a:pt x="53" y="231"/>
                  </a:lnTo>
                  <a:lnTo>
                    <a:pt x="41" y="197"/>
                  </a:lnTo>
                  <a:lnTo>
                    <a:pt x="31" y="162"/>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8966" name="Freeform 78"/>
            <p:cNvSpPr>
              <a:spLocks/>
            </p:cNvSpPr>
            <p:nvPr/>
          </p:nvSpPr>
          <p:spPr bwMode="auto">
            <a:xfrm>
              <a:off x="1516" y="2016"/>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5" y="8"/>
                  </a:lnTo>
                  <a:lnTo>
                    <a:pt x="171" y="19"/>
                  </a:lnTo>
                  <a:lnTo>
                    <a:pt x="149" y="34"/>
                  </a:lnTo>
                  <a:lnTo>
                    <a:pt x="127" y="51"/>
                  </a:lnTo>
                  <a:lnTo>
                    <a:pt x="107" y="74"/>
                  </a:lnTo>
                  <a:lnTo>
                    <a:pt x="89" y="98"/>
                  </a:lnTo>
                  <a:lnTo>
                    <a:pt x="72" y="125"/>
                  </a:lnTo>
                  <a:lnTo>
                    <a:pt x="55" y="156"/>
                  </a:lnTo>
                  <a:lnTo>
                    <a:pt x="41" y="189"/>
                  </a:lnTo>
                  <a:lnTo>
                    <a:pt x="30" y="223"/>
                  </a:lnTo>
                  <a:lnTo>
                    <a:pt x="19" y="261"/>
                  </a:lnTo>
                  <a:lnTo>
                    <a:pt x="11" y="299"/>
                  </a:lnTo>
                  <a:lnTo>
                    <a:pt x="5" y="339"/>
                  </a:lnTo>
                  <a:lnTo>
                    <a:pt x="1" y="382"/>
                  </a:lnTo>
                  <a:lnTo>
                    <a:pt x="0" y="424"/>
                  </a:lnTo>
                  <a:lnTo>
                    <a:pt x="12" y="424"/>
                  </a:lnTo>
                  <a:lnTo>
                    <a:pt x="13" y="382"/>
                  </a:lnTo>
                  <a:lnTo>
                    <a:pt x="17" y="341"/>
                  </a:lnTo>
                  <a:lnTo>
                    <a:pt x="23" y="301"/>
                  </a:lnTo>
                  <a:lnTo>
                    <a:pt x="31" y="264"/>
                  </a:lnTo>
                  <a:lnTo>
                    <a:pt x="41" y="227"/>
                  </a:lnTo>
                  <a:lnTo>
                    <a:pt x="53" y="193"/>
                  </a:lnTo>
                  <a:lnTo>
                    <a:pt x="67" y="160"/>
                  </a:lnTo>
                  <a:lnTo>
                    <a:pt x="81" y="132"/>
                  </a:lnTo>
                  <a:lnTo>
                    <a:pt x="99" y="105"/>
                  </a:lnTo>
                  <a:lnTo>
                    <a:pt x="116" y="81"/>
                  </a:lnTo>
                  <a:lnTo>
                    <a:pt x="136" y="61"/>
                  </a:lnTo>
                  <a:lnTo>
                    <a:pt x="156" y="43"/>
                  </a:lnTo>
                  <a:lnTo>
                    <a:pt x="178" y="30"/>
                  </a:lnTo>
                  <a:lnTo>
                    <a:pt x="199" y="20"/>
                  </a:lnTo>
                  <a:lnTo>
                    <a:pt x="222"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grpSp>
        <p:nvGrpSpPr>
          <p:cNvPr id="208906" name="Group 79"/>
          <p:cNvGrpSpPr>
            <a:grpSpLocks/>
          </p:cNvGrpSpPr>
          <p:nvPr/>
        </p:nvGrpSpPr>
        <p:grpSpPr bwMode="auto">
          <a:xfrm rot="-223274">
            <a:off x="1525588" y="2820988"/>
            <a:ext cx="744537" cy="733425"/>
            <a:chOff x="2757" y="1666"/>
            <a:chExt cx="812" cy="800"/>
          </a:xfrm>
        </p:grpSpPr>
        <p:sp>
          <p:nvSpPr>
            <p:cNvPr id="208910" name="Freeform 80"/>
            <p:cNvSpPr>
              <a:spLocks/>
            </p:cNvSpPr>
            <p:nvPr/>
          </p:nvSpPr>
          <p:spPr bwMode="auto">
            <a:xfrm>
              <a:off x="2762" y="1667"/>
              <a:ext cx="807" cy="584"/>
            </a:xfrm>
            <a:custGeom>
              <a:avLst/>
              <a:gdLst>
                <a:gd name="T0" fmla="*/ 497 w 807"/>
                <a:gd name="T1" fmla="*/ 583 h 584"/>
                <a:gd name="T2" fmla="*/ 0 w 807"/>
                <a:gd name="T3" fmla="*/ 452 h 584"/>
                <a:gd name="T4" fmla="*/ 337 w 807"/>
                <a:gd name="T5" fmla="*/ 0 h 584"/>
                <a:gd name="T6" fmla="*/ 806 w 807"/>
                <a:gd name="T7" fmla="*/ 98 h 584"/>
                <a:gd name="T8" fmla="*/ 497 w 807"/>
                <a:gd name="T9" fmla="*/ 583 h 584"/>
                <a:gd name="T10" fmla="*/ 0 60000 65536"/>
                <a:gd name="T11" fmla="*/ 0 60000 65536"/>
                <a:gd name="T12" fmla="*/ 0 60000 65536"/>
                <a:gd name="T13" fmla="*/ 0 60000 65536"/>
                <a:gd name="T14" fmla="*/ 0 60000 65536"/>
                <a:gd name="T15" fmla="*/ 0 w 807"/>
                <a:gd name="T16" fmla="*/ 0 h 584"/>
                <a:gd name="T17" fmla="*/ 807 w 807"/>
                <a:gd name="T18" fmla="*/ 584 h 584"/>
              </a:gdLst>
              <a:ahLst/>
              <a:cxnLst>
                <a:cxn ang="T10">
                  <a:pos x="T0" y="T1"/>
                </a:cxn>
                <a:cxn ang="T11">
                  <a:pos x="T2" y="T3"/>
                </a:cxn>
                <a:cxn ang="T12">
                  <a:pos x="T4" y="T5"/>
                </a:cxn>
                <a:cxn ang="T13">
                  <a:pos x="T6" y="T7"/>
                </a:cxn>
                <a:cxn ang="T14">
                  <a:pos x="T8" y="T9"/>
                </a:cxn>
              </a:cxnLst>
              <a:rect l="T15" t="T16" r="T17" b="T18"/>
              <a:pathLst>
                <a:path w="807" h="584">
                  <a:moveTo>
                    <a:pt x="497" y="583"/>
                  </a:moveTo>
                  <a:lnTo>
                    <a:pt x="0" y="452"/>
                  </a:lnTo>
                  <a:lnTo>
                    <a:pt x="337" y="0"/>
                  </a:lnTo>
                  <a:lnTo>
                    <a:pt x="806" y="98"/>
                  </a:lnTo>
                  <a:lnTo>
                    <a:pt x="497" y="583"/>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208911" name="Freeform 81"/>
            <p:cNvSpPr>
              <a:spLocks/>
            </p:cNvSpPr>
            <p:nvPr/>
          </p:nvSpPr>
          <p:spPr bwMode="auto">
            <a:xfrm>
              <a:off x="2882" y="1861"/>
              <a:ext cx="578" cy="384"/>
            </a:xfrm>
            <a:custGeom>
              <a:avLst/>
              <a:gdLst>
                <a:gd name="T0" fmla="*/ 377 w 578"/>
                <a:gd name="T1" fmla="*/ 383 h 384"/>
                <a:gd name="T2" fmla="*/ 0 w 578"/>
                <a:gd name="T3" fmla="*/ 291 h 384"/>
                <a:gd name="T4" fmla="*/ 217 w 578"/>
                <a:gd name="T5" fmla="*/ 0 h 384"/>
                <a:gd name="T6" fmla="*/ 577 w 578"/>
                <a:gd name="T7" fmla="*/ 74 h 384"/>
                <a:gd name="T8" fmla="*/ 377 w 578"/>
                <a:gd name="T9" fmla="*/ 383 h 384"/>
                <a:gd name="T10" fmla="*/ 0 60000 65536"/>
                <a:gd name="T11" fmla="*/ 0 60000 65536"/>
                <a:gd name="T12" fmla="*/ 0 60000 65536"/>
                <a:gd name="T13" fmla="*/ 0 60000 65536"/>
                <a:gd name="T14" fmla="*/ 0 60000 65536"/>
                <a:gd name="T15" fmla="*/ 0 w 578"/>
                <a:gd name="T16" fmla="*/ 0 h 384"/>
                <a:gd name="T17" fmla="*/ 578 w 578"/>
                <a:gd name="T18" fmla="*/ 384 h 384"/>
              </a:gdLst>
              <a:ahLst/>
              <a:cxnLst>
                <a:cxn ang="T10">
                  <a:pos x="T0" y="T1"/>
                </a:cxn>
                <a:cxn ang="T11">
                  <a:pos x="T2" y="T3"/>
                </a:cxn>
                <a:cxn ang="T12">
                  <a:pos x="T4" y="T5"/>
                </a:cxn>
                <a:cxn ang="T13">
                  <a:pos x="T6" y="T7"/>
                </a:cxn>
                <a:cxn ang="T14">
                  <a:pos x="T8" y="T9"/>
                </a:cxn>
              </a:cxnLst>
              <a:rect l="T15" t="T16" r="T17" b="T18"/>
              <a:pathLst>
                <a:path w="578" h="384">
                  <a:moveTo>
                    <a:pt x="377" y="383"/>
                  </a:moveTo>
                  <a:lnTo>
                    <a:pt x="0" y="291"/>
                  </a:lnTo>
                  <a:lnTo>
                    <a:pt x="217" y="0"/>
                  </a:lnTo>
                  <a:lnTo>
                    <a:pt x="577" y="74"/>
                  </a:lnTo>
                  <a:lnTo>
                    <a:pt x="377" y="383"/>
                  </a:lnTo>
                </a:path>
              </a:pathLst>
            </a:custGeom>
            <a:solidFill>
              <a:srgbClr val="E22B00"/>
            </a:solidFill>
            <a:ln>
              <a:noFill/>
            </a:ln>
            <a:extLst>
              <a:ext uri="{91240B29-F687-4F45-9708-019B960494DF}">
                <a14:hiddenLine xmlns:a14="http://schemas.microsoft.com/office/drawing/2010/main" w="12700" cap="rnd" cmpd="sng">
                  <a:solidFill>
                    <a:srgbClr val="000000"/>
                  </a:solidFill>
                  <a:prstDash val="solid"/>
                  <a:round/>
                  <a:headEnd type="none" w="med" len="med"/>
                  <a:tailEnd type="none" w="med" len="med"/>
                </a14:hiddenLine>
              </a:ext>
            </a:extLst>
          </p:spPr>
          <p:txBody>
            <a:bodyPr/>
            <a:lstStyle/>
            <a:p>
              <a:endParaRPr lang="fr-FR"/>
            </a:p>
          </p:txBody>
        </p:sp>
        <p:sp>
          <p:nvSpPr>
            <p:cNvPr id="208912" name="Line 82"/>
            <p:cNvSpPr>
              <a:spLocks noChangeShapeType="1"/>
            </p:cNvSpPr>
            <p:nvPr/>
          </p:nvSpPr>
          <p:spPr bwMode="auto">
            <a:xfrm>
              <a:off x="3102" y="1862"/>
              <a:ext cx="352" cy="7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fr-FR"/>
            </a:p>
          </p:txBody>
        </p:sp>
        <p:sp>
          <p:nvSpPr>
            <p:cNvPr id="208913" name="Freeform 83"/>
            <p:cNvSpPr>
              <a:spLocks/>
            </p:cNvSpPr>
            <p:nvPr/>
          </p:nvSpPr>
          <p:spPr bwMode="auto">
            <a:xfrm>
              <a:off x="2762" y="1666"/>
              <a:ext cx="337" cy="485"/>
            </a:xfrm>
            <a:custGeom>
              <a:avLst/>
              <a:gdLst>
                <a:gd name="T0" fmla="*/ 336 w 337"/>
                <a:gd name="T1" fmla="*/ 194 h 485"/>
                <a:gd name="T2" fmla="*/ 118 w 337"/>
                <a:gd name="T3" fmla="*/ 484 h 485"/>
                <a:gd name="T4" fmla="*/ 0 w 337"/>
                <a:gd name="T5" fmla="*/ 452 h 485"/>
                <a:gd name="T6" fmla="*/ 336 w 337"/>
                <a:gd name="T7" fmla="*/ 0 h 485"/>
                <a:gd name="T8" fmla="*/ 336 w 337"/>
                <a:gd name="T9" fmla="*/ 152 h 485"/>
                <a:gd name="T10" fmla="*/ 336 w 337"/>
                <a:gd name="T11" fmla="*/ 194 h 485"/>
                <a:gd name="T12" fmla="*/ 0 60000 65536"/>
                <a:gd name="T13" fmla="*/ 0 60000 65536"/>
                <a:gd name="T14" fmla="*/ 0 60000 65536"/>
                <a:gd name="T15" fmla="*/ 0 60000 65536"/>
                <a:gd name="T16" fmla="*/ 0 60000 65536"/>
                <a:gd name="T17" fmla="*/ 0 60000 65536"/>
                <a:gd name="T18" fmla="*/ 0 w 337"/>
                <a:gd name="T19" fmla="*/ 0 h 485"/>
                <a:gd name="T20" fmla="*/ 337 w 337"/>
                <a:gd name="T21" fmla="*/ 485 h 485"/>
              </a:gdLst>
              <a:ahLst/>
              <a:cxnLst>
                <a:cxn ang="T12">
                  <a:pos x="T0" y="T1"/>
                </a:cxn>
                <a:cxn ang="T13">
                  <a:pos x="T2" y="T3"/>
                </a:cxn>
                <a:cxn ang="T14">
                  <a:pos x="T4" y="T5"/>
                </a:cxn>
                <a:cxn ang="T15">
                  <a:pos x="T6" y="T7"/>
                </a:cxn>
                <a:cxn ang="T16">
                  <a:pos x="T8" y="T9"/>
                </a:cxn>
                <a:cxn ang="T17">
                  <a:pos x="T10" y="T11"/>
                </a:cxn>
              </a:cxnLst>
              <a:rect l="T18" t="T19" r="T20" b="T21"/>
              <a:pathLst>
                <a:path w="337" h="485">
                  <a:moveTo>
                    <a:pt x="336" y="194"/>
                  </a:moveTo>
                  <a:lnTo>
                    <a:pt x="118" y="484"/>
                  </a:lnTo>
                  <a:lnTo>
                    <a:pt x="0" y="452"/>
                  </a:lnTo>
                  <a:lnTo>
                    <a:pt x="336" y="0"/>
                  </a:lnTo>
                  <a:lnTo>
                    <a:pt x="336" y="152"/>
                  </a:lnTo>
                  <a:lnTo>
                    <a:pt x="336" y="194"/>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208914" name="Freeform 84"/>
            <p:cNvSpPr>
              <a:spLocks/>
            </p:cNvSpPr>
            <p:nvPr/>
          </p:nvSpPr>
          <p:spPr bwMode="auto">
            <a:xfrm>
              <a:off x="2757" y="2124"/>
              <a:ext cx="509" cy="339"/>
            </a:xfrm>
            <a:custGeom>
              <a:avLst/>
              <a:gdLst>
                <a:gd name="T0" fmla="*/ 0 w 506"/>
                <a:gd name="T1" fmla="*/ 0 h 345"/>
                <a:gd name="T2" fmla="*/ 1 w 506"/>
                <a:gd name="T3" fmla="*/ 198 h 345"/>
                <a:gd name="T4" fmla="*/ 514 w 506"/>
                <a:gd name="T5" fmla="*/ 326 h 345"/>
                <a:gd name="T6" fmla="*/ 513 w 506"/>
                <a:gd name="T7" fmla="*/ 124 h 345"/>
                <a:gd name="T8" fmla="*/ 0 60000 65536"/>
                <a:gd name="T9" fmla="*/ 0 60000 65536"/>
                <a:gd name="T10" fmla="*/ 0 60000 65536"/>
                <a:gd name="T11" fmla="*/ 0 60000 65536"/>
                <a:gd name="T12" fmla="*/ 0 w 506"/>
                <a:gd name="T13" fmla="*/ 0 h 345"/>
                <a:gd name="T14" fmla="*/ 506 w 506"/>
                <a:gd name="T15" fmla="*/ 345 h 345"/>
              </a:gdLst>
              <a:ahLst/>
              <a:cxnLst>
                <a:cxn ang="T8">
                  <a:pos x="T0" y="T1"/>
                </a:cxn>
                <a:cxn ang="T9">
                  <a:pos x="T2" y="T3"/>
                </a:cxn>
                <a:cxn ang="T10">
                  <a:pos x="T4" y="T5"/>
                </a:cxn>
                <a:cxn ang="T11">
                  <a:pos x="T6" y="T7"/>
                </a:cxn>
              </a:cxnLst>
              <a:rect l="T12" t="T13" r="T14" b="T15"/>
              <a:pathLst>
                <a:path w="506" h="345">
                  <a:moveTo>
                    <a:pt x="0" y="0"/>
                  </a:moveTo>
                  <a:lnTo>
                    <a:pt x="1" y="209"/>
                  </a:lnTo>
                  <a:lnTo>
                    <a:pt x="505" y="344"/>
                  </a:lnTo>
                  <a:lnTo>
                    <a:pt x="504" y="130"/>
                  </a:lnTo>
                </a:path>
              </a:pathLst>
            </a:custGeom>
            <a:solidFill>
              <a:srgbClr val="FC2C1C"/>
            </a:solidFill>
            <a:ln w="12700" cap="rnd" cmpd="sng">
              <a:solidFill>
                <a:schemeClr val="bg2"/>
              </a:solidFill>
              <a:prstDash val="solid"/>
              <a:round/>
              <a:headEnd type="none" w="med" len="med"/>
              <a:tailEnd type="none" w="med" len="med"/>
            </a:ln>
          </p:spPr>
          <p:txBody>
            <a:bodyPr/>
            <a:lstStyle/>
            <a:p>
              <a:endParaRPr lang="fr-FR"/>
            </a:p>
          </p:txBody>
        </p:sp>
        <p:sp>
          <p:nvSpPr>
            <p:cNvPr id="208915" name="AutoShape 85"/>
            <p:cNvSpPr>
              <a:spLocks noChangeArrowheads="1"/>
            </p:cNvSpPr>
            <p:nvPr/>
          </p:nvSpPr>
          <p:spPr bwMode="auto">
            <a:xfrm rot="16200000" flipH="1">
              <a:off x="3067" y="1967"/>
              <a:ext cx="693" cy="306"/>
            </a:xfrm>
            <a:prstGeom prst="parallelogram">
              <a:avLst>
                <a:gd name="adj" fmla="val 156202"/>
              </a:avLst>
            </a:prstGeom>
            <a:solidFill>
              <a:srgbClr val="FC2C1C"/>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sp>
        <p:nvSpPr>
          <p:cNvPr id="208907" name="Text Box 86"/>
          <p:cNvSpPr txBox="1">
            <a:spLocks noChangeArrowheads="1"/>
          </p:cNvSpPr>
          <p:nvPr/>
        </p:nvSpPr>
        <p:spPr bwMode="auto">
          <a:xfrm>
            <a:off x="604838" y="5364163"/>
            <a:ext cx="6543675" cy="4429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eaLnBrk="1" hangingPunct="1">
              <a:spcBef>
                <a:spcPct val="0"/>
              </a:spcBef>
              <a:buFontTx/>
              <a:buNone/>
            </a:pPr>
            <a:r>
              <a:rPr lang="fr-FR" altLang="fr-FR" sz="2300"/>
              <a:t>4. Pointez la production sur votre feuille de suivi</a:t>
            </a:r>
          </a:p>
        </p:txBody>
      </p:sp>
      <p:sp>
        <p:nvSpPr>
          <p:cNvPr id="208908" name="Oval 87"/>
          <p:cNvSpPr>
            <a:spLocks noChangeArrowheads="1"/>
          </p:cNvSpPr>
          <p:nvPr/>
        </p:nvSpPr>
        <p:spPr bwMode="auto">
          <a:xfrm rot="-5400000">
            <a:off x="3925094" y="3005931"/>
            <a:ext cx="336550" cy="312738"/>
          </a:xfrm>
          <a:prstGeom prst="ellipse">
            <a:avLst/>
          </a:prstGeom>
          <a:solidFill>
            <a:schemeClr val="bg1"/>
          </a:solidFill>
          <a:ln w="9525">
            <a:solidFill>
              <a:schemeClr val="tx1"/>
            </a:solidFill>
            <a:round/>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208909" name="Text Box 88"/>
          <p:cNvSpPr txBox="1">
            <a:spLocks noChangeArrowheads="1"/>
          </p:cNvSpPr>
          <p:nvPr/>
        </p:nvSpPr>
        <p:spPr bwMode="auto">
          <a:xfrm>
            <a:off x="2700338" y="3603625"/>
            <a:ext cx="2932112"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a:spcBef>
                <a:spcPct val="0"/>
              </a:spcBef>
              <a:buFontTx/>
              <a:buNone/>
            </a:pPr>
            <a:r>
              <a:rPr lang="fr-FR" altLang="fr-FR" sz="2400">
                <a:solidFill>
                  <a:srgbClr val="FC2C1C"/>
                </a:solidFill>
              </a:rPr>
              <a:t>1 Couronne</a:t>
            </a:r>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09923" name="Group 3"/>
          <p:cNvGrpSpPr>
            <a:grpSpLocks/>
          </p:cNvGrpSpPr>
          <p:nvPr/>
        </p:nvGrpSpPr>
        <p:grpSpPr bwMode="auto">
          <a:xfrm>
            <a:off x="7073900" y="215900"/>
            <a:ext cx="1878013" cy="1250950"/>
            <a:chOff x="4456" y="136"/>
            <a:chExt cx="1183" cy="788"/>
          </a:xfrm>
        </p:grpSpPr>
        <p:grpSp>
          <p:nvGrpSpPr>
            <p:cNvPr id="209989" name="Group 4"/>
            <p:cNvGrpSpPr>
              <a:grpSpLocks/>
            </p:cNvGrpSpPr>
            <p:nvPr/>
          </p:nvGrpSpPr>
          <p:grpSpPr bwMode="auto">
            <a:xfrm>
              <a:off x="4766" y="232"/>
              <a:ext cx="873" cy="692"/>
              <a:chOff x="2185" y="310"/>
              <a:chExt cx="873" cy="692"/>
            </a:xfrm>
          </p:grpSpPr>
          <p:sp>
            <p:nvSpPr>
              <p:cNvPr id="210000" name="Freeform 5"/>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accent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10001" name="Freeform 6"/>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10002" name="Freeform 7"/>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10003" name="Freeform 8"/>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10004" name="Freeform 9"/>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10005" name="Freeform 10"/>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10006" name="Freeform 11"/>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grpSp>
          <p:nvGrpSpPr>
            <p:cNvPr id="209990" name="Group 12"/>
            <p:cNvGrpSpPr>
              <a:grpSpLocks/>
            </p:cNvGrpSpPr>
            <p:nvPr/>
          </p:nvGrpSpPr>
          <p:grpSpPr bwMode="auto">
            <a:xfrm>
              <a:off x="4949" y="336"/>
              <a:ext cx="591" cy="468"/>
              <a:chOff x="2185" y="310"/>
              <a:chExt cx="873" cy="692"/>
            </a:xfrm>
          </p:grpSpPr>
          <p:sp>
            <p:nvSpPr>
              <p:cNvPr id="209993" name="Freeform 13"/>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9994" name="Freeform 14"/>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9995" name="Freeform 15"/>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9996" name="Freeform 16"/>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9997" name="Freeform 17"/>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9998" name="Freeform 18"/>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9999" name="Freeform 19"/>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pic>
          <p:nvPicPr>
            <p:cNvPr id="209991" name="Picture 20"/>
            <p:cNvPicPr>
              <a:picLocks noChangeAspect="1" noChangeArrowheads="1"/>
            </p:cNvPicPr>
            <p:nvPr/>
          </p:nvPicPr>
          <p:blipFill>
            <a:blip r:embed="rId3" cstate="print">
              <a:extLst>
                <a:ext uri="{28A0092B-C50C-407E-A947-70E740481C1C}">
                  <a14:useLocalDpi xmlns:a14="http://schemas.microsoft.com/office/drawing/2010/main" val="0"/>
                </a:ext>
              </a:extLst>
            </a:blip>
            <a:srcRect l="-4282" t="-4369" r="-5199" b="-12012"/>
            <a:stretch>
              <a:fillRect/>
            </a:stretch>
          </p:blipFill>
          <p:spPr bwMode="auto">
            <a:xfrm>
              <a:off x="4456" y="136"/>
              <a:ext cx="480" cy="5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09992" name="Text Box 21"/>
            <p:cNvSpPr txBox="1">
              <a:spLocks noChangeArrowheads="1"/>
            </p:cNvSpPr>
            <p:nvPr/>
          </p:nvSpPr>
          <p:spPr bwMode="auto">
            <a:xfrm>
              <a:off x="4946" y="314"/>
              <a:ext cx="596" cy="49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4500" b="1">
                  <a:solidFill>
                    <a:srgbClr val="FF0000"/>
                  </a:solidFill>
                  <a:latin typeface="Arial Black" pitchFamily="34" charset="0"/>
                </a:rPr>
                <a:t>29</a:t>
              </a:r>
              <a:endParaRPr lang="fr-FR" altLang="fr-FR" sz="3200">
                <a:solidFill>
                  <a:schemeClr val="tx1"/>
                </a:solidFill>
                <a:latin typeface="Arial Black" pitchFamily="34" charset="0"/>
              </a:endParaRPr>
            </a:p>
          </p:txBody>
        </p:sp>
      </p:grpSp>
      <p:sp>
        <p:nvSpPr>
          <p:cNvPr id="209924" name="Text Box 22"/>
          <p:cNvSpPr txBox="1">
            <a:spLocks noChangeArrowheads="1"/>
          </p:cNvSpPr>
          <p:nvPr/>
        </p:nvSpPr>
        <p:spPr bwMode="auto">
          <a:xfrm>
            <a:off x="1787525" y="3584575"/>
            <a:ext cx="828675"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a:spcBef>
                <a:spcPct val="0"/>
              </a:spcBef>
              <a:buFontTx/>
              <a:buNone/>
            </a:pPr>
            <a:r>
              <a:rPr lang="fr-FR" altLang="fr-FR" sz="2400">
                <a:solidFill>
                  <a:srgbClr val="FC2C1C"/>
                </a:solidFill>
              </a:rPr>
              <a:t>1 R1</a:t>
            </a:r>
          </a:p>
        </p:txBody>
      </p:sp>
      <p:sp>
        <p:nvSpPr>
          <p:cNvPr id="209925" name="Rectangle 23"/>
          <p:cNvSpPr>
            <a:spLocks noGrp="1" noChangeArrowheads="1"/>
          </p:cNvSpPr>
          <p:nvPr>
            <p:ph type="title"/>
          </p:nvPr>
        </p:nvSpPr>
        <p:spPr>
          <a:xfrm>
            <a:off x="1381125" y="0"/>
            <a:ext cx="5516563" cy="647700"/>
          </a:xfrm>
        </p:spPr>
        <p:txBody>
          <a:bodyPr/>
          <a:lstStyle/>
          <a:p>
            <a:pPr eaLnBrk="1" hangingPunct="1"/>
            <a:r>
              <a:rPr lang="fr-FR" altLang="fr-FR"/>
              <a:t>Sem. 4 - Jeudi</a:t>
            </a:r>
          </a:p>
        </p:txBody>
      </p:sp>
      <p:sp>
        <p:nvSpPr>
          <p:cNvPr id="209926" name="Text Box 24"/>
          <p:cNvSpPr txBox="1">
            <a:spLocks noChangeArrowheads="1"/>
          </p:cNvSpPr>
          <p:nvPr/>
        </p:nvSpPr>
        <p:spPr bwMode="auto">
          <a:xfrm>
            <a:off x="574675" y="2030413"/>
            <a:ext cx="3557588"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2. Livrez les commandes</a:t>
            </a:r>
          </a:p>
        </p:txBody>
      </p:sp>
      <p:sp>
        <p:nvSpPr>
          <p:cNvPr id="209927" name="Text Box 25"/>
          <p:cNvSpPr txBox="1">
            <a:spLocks noChangeArrowheads="1"/>
          </p:cNvSpPr>
          <p:nvPr/>
        </p:nvSpPr>
        <p:spPr bwMode="auto">
          <a:xfrm>
            <a:off x="566738" y="1154113"/>
            <a:ext cx="1946275"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1. Tirez le dé</a:t>
            </a:r>
          </a:p>
        </p:txBody>
      </p:sp>
      <p:sp>
        <p:nvSpPr>
          <p:cNvPr id="209928" name="Text Box 26"/>
          <p:cNvSpPr txBox="1">
            <a:spLocks noChangeArrowheads="1"/>
          </p:cNvSpPr>
          <p:nvPr/>
        </p:nvSpPr>
        <p:spPr bwMode="auto">
          <a:xfrm>
            <a:off x="579438" y="4316413"/>
            <a:ext cx="18796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3. Produisez</a:t>
            </a:r>
          </a:p>
        </p:txBody>
      </p:sp>
      <p:grpSp>
        <p:nvGrpSpPr>
          <p:cNvPr id="209929" name="Group 27"/>
          <p:cNvGrpSpPr>
            <a:grpSpLocks/>
          </p:cNvGrpSpPr>
          <p:nvPr/>
        </p:nvGrpSpPr>
        <p:grpSpPr bwMode="auto">
          <a:xfrm>
            <a:off x="2843213" y="1106488"/>
            <a:ext cx="446087" cy="534987"/>
            <a:chOff x="868" y="1439"/>
            <a:chExt cx="811" cy="972"/>
          </a:xfrm>
        </p:grpSpPr>
        <p:sp>
          <p:nvSpPr>
            <p:cNvPr id="209938" name="Freeform 28"/>
            <p:cNvSpPr>
              <a:spLocks/>
            </p:cNvSpPr>
            <p:nvPr/>
          </p:nvSpPr>
          <p:spPr bwMode="auto">
            <a:xfrm>
              <a:off x="1548" y="2014"/>
              <a:ext cx="123" cy="100"/>
            </a:xfrm>
            <a:custGeom>
              <a:avLst/>
              <a:gdLst>
                <a:gd name="T0" fmla="*/ 5 w 618"/>
                <a:gd name="T1" fmla="*/ 0 h 502"/>
                <a:gd name="T2" fmla="*/ 5 w 618"/>
                <a:gd name="T3" fmla="*/ 0 h 502"/>
                <a:gd name="T4" fmla="*/ 0 w 618"/>
                <a:gd name="T5" fmla="*/ 4 h 502"/>
                <a:gd name="T6" fmla="*/ 0 w 618"/>
                <a:gd name="T7" fmla="*/ 4 h 502"/>
                <a:gd name="T8" fmla="*/ 5 w 618"/>
                <a:gd name="T9" fmla="*/ 0 h 502"/>
                <a:gd name="T10" fmla="*/ 5 w 618"/>
                <a:gd name="T11" fmla="*/ 0 h 502"/>
                <a:gd name="T12" fmla="*/ 5 w 618"/>
                <a:gd name="T13" fmla="*/ 0 h 502"/>
                <a:gd name="T14" fmla="*/ 5 w 618"/>
                <a:gd name="T15" fmla="*/ 0 h 502"/>
                <a:gd name="T16" fmla="*/ 5 w 618"/>
                <a:gd name="T17" fmla="*/ 0 h 502"/>
                <a:gd name="T18" fmla="*/ 5 w 618"/>
                <a:gd name="T19" fmla="*/ 0 h 502"/>
                <a:gd name="T20" fmla="*/ 5 w 618"/>
                <a:gd name="T21" fmla="*/ 0 h 502"/>
                <a:gd name="T22" fmla="*/ 5 w 618"/>
                <a:gd name="T23" fmla="*/ 0 h 502"/>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618"/>
                <a:gd name="T37" fmla="*/ 0 h 502"/>
                <a:gd name="T38" fmla="*/ 618 w 618"/>
                <a:gd name="T39" fmla="*/ 502 h 502"/>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618" h="502">
                  <a:moveTo>
                    <a:pt x="611" y="0"/>
                  </a:moveTo>
                  <a:lnTo>
                    <a:pt x="606" y="2"/>
                  </a:lnTo>
                  <a:lnTo>
                    <a:pt x="0" y="490"/>
                  </a:lnTo>
                  <a:lnTo>
                    <a:pt x="10" y="502"/>
                  </a:lnTo>
                  <a:lnTo>
                    <a:pt x="616" y="14"/>
                  </a:lnTo>
                  <a:lnTo>
                    <a:pt x="611" y="16"/>
                  </a:lnTo>
                  <a:lnTo>
                    <a:pt x="616" y="14"/>
                  </a:lnTo>
                  <a:lnTo>
                    <a:pt x="618" y="9"/>
                  </a:lnTo>
                  <a:lnTo>
                    <a:pt x="617" y="3"/>
                  </a:lnTo>
                  <a:lnTo>
                    <a:pt x="612" y="1"/>
                  </a:lnTo>
                  <a:lnTo>
                    <a:pt x="606" y="2"/>
                  </a:lnTo>
                  <a:lnTo>
                    <a:pt x="611"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9939" name="Freeform 29"/>
            <p:cNvSpPr>
              <a:spLocks/>
            </p:cNvSpPr>
            <p:nvPr/>
          </p:nvSpPr>
          <p:spPr bwMode="auto">
            <a:xfrm>
              <a:off x="876" y="1852"/>
              <a:ext cx="82" cy="373"/>
            </a:xfrm>
            <a:custGeom>
              <a:avLst/>
              <a:gdLst>
                <a:gd name="T0" fmla="*/ 3 w 413"/>
                <a:gd name="T1" fmla="*/ 15 h 1865"/>
                <a:gd name="T2" fmla="*/ 3 w 413"/>
                <a:gd name="T3" fmla="*/ 15 h 1865"/>
                <a:gd name="T4" fmla="*/ 0 w 413"/>
                <a:gd name="T5" fmla="*/ 0 h 1865"/>
                <a:gd name="T6" fmla="*/ 0 w 413"/>
                <a:gd name="T7" fmla="*/ 0 h 1865"/>
                <a:gd name="T8" fmla="*/ 3 w 413"/>
                <a:gd name="T9" fmla="*/ 15 h 1865"/>
                <a:gd name="T10" fmla="*/ 3 w 413"/>
                <a:gd name="T11" fmla="*/ 15 h 1865"/>
                <a:gd name="T12" fmla="*/ 3 w 413"/>
                <a:gd name="T13" fmla="*/ 15 h 1865"/>
                <a:gd name="T14" fmla="*/ 3 w 413"/>
                <a:gd name="T15" fmla="*/ 15 h 1865"/>
                <a:gd name="T16" fmla="*/ 3 w 413"/>
                <a:gd name="T17" fmla="*/ 15 h 1865"/>
                <a:gd name="T18" fmla="*/ 3 w 413"/>
                <a:gd name="T19" fmla="*/ 15 h 1865"/>
                <a:gd name="T20" fmla="*/ 3 w 413"/>
                <a:gd name="T21" fmla="*/ 15 h 1865"/>
                <a:gd name="T22" fmla="*/ 3 w 413"/>
                <a:gd name="T23" fmla="*/ 15 h 186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413"/>
                <a:gd name="T37" fmla="*/ 0 h 1865"/>
                <a:gd name="T38" fmla="*/ 413 w 413"/>
                <a:gd name="T39" fmla="*/ 1865 h 1865"/>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413" h="1865">
                  <a:moveTo>
                    <a:pt x="400" y="1864"/>
                  </a:moveTo>
                  <a:lnTo>
                    <a:pt x="413" y="1856"/>
                  </a:lnTo>
                  <a:lnTo>
                    <a:pt x="17" y="0"/>
                  </a:lnTo>
                  <a:lnTo>
                    <a:pt x="0" y="2"/>
                  </a:lnTo>
                  <a:lnTo>
                    <a:pt x="396" y="1858"/>
                  </a:lnTo>
                  <a:lnTo>
                    <a:pt x="409" y="1850"/>
                  </a:lnTo>
                  <a:lnTo>
                    <a:pt x="396" y="1858"/>
                  </a:lnTo>
                  <a:lnTo>
                    <a:pt x="400" y="1864"/>
                  </a:lnTo>
                  <a:lnTo>
                    <a:pt x="406" y="1865"/>
                  </a:lnTo>
                  <a:lnTo>
                    <a:pt x="410" y="1862"/>
                  </a:lnTo>
                  <a:lnTo>
                    <a:pt x="413" y="1856"/>
                  </a:lnTo>
                  <a:lnTo>
                    <a:pt x="400" y="186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9940" name="Freeform 30"/>
            <p:cNvSpPr>
              <a:spLocks/>
            </p:cNvSpPr>
            <p:nvPr/>
          </p:nvSpPr>
          <p:spPr bwMode="auto">
            <a:xfrm>
              <a:off x="1282" y="1533"/>
              <a:ext cx="35" cy="161"/>
            </a:xfrm>
            <a:custGeom>
              <a:avLst/>
              <a:gdLst>
                <a:gd name="T0" fmla="*/ 1 w 175"/>
                <a:gd name="T1" fmla="*/ 6 h 807"/>
                <a:gd name="T2" fmla="*/ 1 w 175"/>
                <a:gd name="T3" fmla="*/ 6 h 807"/>
                <a:gd name="T4" fmla="*/ 1 w 175"/>
                <a:gd name="T5" fmla="*/ 6 h 807"/>
                <a:gd name="T6" fmla="*/ 1 w 175"/>
                <a:gd name="T7" fmla="*/ 5 h 807"/>
                <a:gd name="T8" fmla="*/ 1 w 175"/>
                <a:gd name="T9" fmla="*/ 5 h 807"/>
                <a:gd name="T10" fmla="*/ 1 w 175"/>
                <a:gd name="T11" fmla="*/ 5 h 807"/>
                <a:gd name="T12" fmla="*/ 1 w 175"/>
                <a:gd name="T13" fmla="*/ 4 h 807"/>
                <a:gd name="T14" fmla="*/ 1 w 175"/>
                <a:gd name="T15" fmla="*/ 4 h 807"/>
                <a:gd name="T16" fmla="*/ 1 w 175"/>
                <a:gd name="T17" fmla="*/ 3 h 807"/>
                <a:gd name="T18" fmla="*/ 1 w 175"/>
                <a:gd name="T19" fmla="*/ 3 h 807"/>
                <a:gd name="T20" fmla="*/ 1 w 175"/>
                <a:gd name="T21" fmla="*/ 3 h 807"/>
                <a:gd name="T22" fmla="*/ 1 w 175"/>
                <a:gd name="T23" fmla="*/ 2 h 807"/>
                <a:gd name="T24" fmla="*/ 1 w 175"/>
                <a:gd name="T25" fmla="*/ 2 h 807"/>
                <a:gd name="T26" fmla="*/ 1 w 175"/>
                <a:gd name="T27" fmla="*/ 2 h 807"/>
                <a:gd name="T28" fmla="*/ 1 w 175"/>
                <a:gd name="T29" fmla="*/ 1 h 807"/>
                <a:gd name="T30" fmla="*/ 1 w 175"/>
                <a:gd name="T31" fmla="*/ 1 h 807"/>
                <a:gd name="T32" fmla="*/ 1 w 175"/>
                <a:gd name="T33" fmla="*/ 1 h 807"/>
                <a:gd name="T34" fmla="*/ 1 w 175"/>
                <a:gd name="T35" fmla="*/ 0 h 807"/>
                <a:gd name="T36" fmla="*/ 1 w 175"/>
                <a:gd name="T37" fmla="*/ 0 h 807"/>
                <a:gd name="T38" fmla="*/ 1 w 175"/>
                <a:gd name="T39" fmla="*/ 0 h 807"/>
                <a:gd name="T40" fmla="*/ 0 w 175"/>
                <a:gd name="T41" fmla="*/ 1 h 807"/>
                <a:gd name="T42" fmla="*/ 0 w 175"/>
                <a:gd name="T43" fmla="*/ 1 h 807"/>
                <a:gd name="T44" fmla="*/ 0 w 175"/>
                <a:gd name="T45" fmla="*/ 1 h 807"/>
                <a:gd name="T46" fmla="*/ 0 w 175"/>
                <a:gd name="T47" fmla="*/ 2 h 807"/>
                <a:gd name="T48" fmla="*/ 0 w 175"/>
                <a:gd name="T49" fmla="*/ 2 h 807"/>
                <a:gd name="T50" fmla="*/ 0 w 175"/>
                <a:gd name="T51" fmla="*/ 3 h 807"/>
                <a:gd name="T52" fmla="*/ 0 w 175"/>
                <a:gd name="T53" fmla="*/ 3 h 807"/>
                <a:gd name="T54" fmla="*/ 0 w 175"/>
                <a:gd name="T55" fmla="*/ 3 h 807"/>
                <a:gd name="T56" fmla="*/ 0 w 175"/>
                <a:gd name="T57" fmla="*/ 4 h 807"/>
                <a:gd name="T58" fmla="*/ 0 w 175"/>
                <a:gd name="T59" fmla="*/ 4 h 807"/>
                <a:gd name="T60" fmla="*/ 0 w 175"/>
                <a:gd name="T61" fmla="*/ 5 h 807"/>
                <a:gd name="T62" fmla="*/ 0 w 175"/>
                <a:gd name="T63" fmla="*/ 5 h 807"/>
                <a:gd name="T64" fmla="*/ 0 w 175"/>
                <a:gd name="T65" fmla="*/ 5 h 807"/>
                <a:gd name="T66" fmla="*/ 1 w 175"/>
                <a:gd name="T67" fmla="*/ 6 h 807"/>
                <a:gd name="T68" fmla="*/ 1 w 175"/>
                <a:gd name="T69" fmla="*/ 6 h 807"/>
                <a:gd name="T70" fmla="*/ 1 w 175"/>
                <a:gd name="T71" fmla="*/ 6 h 807"/>
                <a:gd name="T72" fmla="*/ 1 w 175"/>
                <a:gd name="T73" fmla="*/ 6 h 807"/>
                <a:gd name="T74" fmla="*/ 1 w 175"/>
                <a:gd name="T75" fmla="*/ 6 h 807"/>
                <a:gd name="T76" fmla="*/ 1 w 175"/>
                <a:gd name="T77" fmla="*/ 6 h 807"/>
                <a:gd name="T78" fmla="*/ 1 w 175"/>
                <a:gd name="T79" fmla="*/ 6 h 807"/>
                <a:gd name="T80" fmla="*/ 1 w 175"/>
                <a:gd name="T81" fmla="*/ 6 h 807"/>
                <a:gd name="T82" fmla="*/ 1 w 175"/>
                <a:gd name="T83" fmla="*/ 6 h 807"/>
                <a:gd name="T84" fmla="*/ 1 w 175"/>
                <a:gd name="T85" fmla="*/ 6 h 807"/>
                <a:gd name="T86" fmla="*/ 1 w 175"/>
                <a:gd name="T87" fmla="*/ 6 h 807"/>
                <a:gd name="T88" fmla="*/ 1 w 175"/>
                <a:gd name="T89" fmla="*/ 6 h 807"/>
                <a:gd name="T90" fmla="*/ 1 w 175"/>
                <a:gd name="T91" fmla="*/ 6 h 80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175"/>
                <a:gd name="T139" fmla="*/ 0 h 807"/>
                <a:gd name="T140" fmla="*/ 175 w 175"/>
                <a:gd name="T141" fmla="*/ 807 h 80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175" h="807">
                  <a:moveTo>
                    <a:pt x="169" y="740"/>
                  </a:moveTo>
                  <a:lnTo>
                    <a:pt x="169" y="739"/>
                  </a:lnTo>
                  <a:lnTo>
                    <a:pt x="149" y="698"/>
                  </a:lnTo>
                  <a:lnTo>
                    <a:pt x="133" y="656"/>
                  </a:lnTo>
                  <a:lnTo>
                    <a:pt x="120" y="611"/>
                  </a:lnTo>
                  <a:lnTo>
                    <a:pt x="108" y="565"/>
                  </a:lnTo>
                  <a:lnTo>
                    <a:pt x="100" y="520"/>
                  </a:lnTo>
                  <a:lnTo>
                    <a:pt x="96" y="472"/>
                  </a:lnTo>
                  <a:lnTo>
                    <a:pt x="93" y="425"/>
                  </a:lnTo>
                  <a:lnTo>
                    <a:pt x="93" y="377"/>
                  </a:lnTo>
                  <a:lnTo>
                    <a:pt x="96" y="330"/>
                  </a:lnTo>
                  <a:lnTo>
                    <a:pt x="100" y="283"/>
                  </a:lnTo>
                  <a:lnTo>
                    <a:pt x="106" y="238"/>
                  </a:lnTo>
                  <a:lnTo>
                    <a:pt x="115" y="195"/>
                  </a:lnTo>
                  <a:lnTo>
                    <a:pt x="126" y="153"/>
                  </a:lnTo>
                  <a:lnTo>
                    <a:pt x="139" y="114"/>
                  </a:lnTo>
                  <a:lnTo>
                    <a:pt x="153" y="77"/>
                  </a:lnTo>
                  <a:lnTo>
                    <a:pt x="169" y="43"/>
                  </a:lnTo>
                  <a:lnTo>
                    <a:pt x="87" y="0"/>
                  </a:lnTo>
                  <a:lnTo>
                    <a:pt x="69" y="39"/>
                  </a:lnTo>
                  <a:lnTo>
                    <a:pt x="52" y="81"/>
                  </a:lnTo>
                  <a:lnTo>
                    <a:pt x="37" y="127"/>
                  </a:lnTo>
                  <a:lnTo>
                    <a:pt x="24" y="174"/>
                  </a:lnTo>
                  <a:lnTo>
                    <a:pt x="15" y="222"/>
                  </a:lnTo>
                  <a:lnTo>
                    <a:pt x="7" y="271"/>
                  </a:lnTo>
                  <a:lnTo>
                    <a:pt x="2" y="323"/>
                  </a:lnTo>
                  <a:lnTo>
                    <a:pt x="0" y="374"/>
                  </a:lnTo>
                  <a:lnTo>
                    <a:pt x="0" y="427"/>
                  </a:lnTo>
                  <a:lnTo>
                    <a:pt x="2" y="479"/>
                  </a:lnTo>
                  <a:lnTo>
                    <a:pt x="9" y="531"/>
                  </a:lnTo>
                  <a:lnTo>
                    <a:pt x="17" y="584"/>
                  </a:lnTo>
                  <a:lnTo>
                    <a:pt x="29" y="635"/>
                  </a:lnTo>
                  <a:lnTo>
                    <a:pt x="44" y="686"/>
                  </a:lnTo>
                  <a:lnTo>
                    <a:pt x="65" y="736"/>
                  </a:lnTo>
                  <a:lnTo>
                    <a:pt x="87" y="784"/>
                  </a:lnTo>
                  <a:lnTo>
                    <a:pt x="87" y="782"/>
                  </a:lnTo>
                  <a:lnTo>
                    <a:pt x="87" y="784"/>
                  </a:lnTo>
                  <a:lnTo>
                    <a:pt x="100" y="799"/>
                  </a:lnTo>
                  <a:lnTo>
                    <a:pt x="117" y="807"/>
                  </a:lnTo>
                  <a:lnTo>
                    <a:pt x="134" y="807"/>
                  </a:lnTo>
                  <a:lnTo>
                    <a:pt x="151" y="801"/>
                  </a:lnTo>
                  <a:lnTo>
                    <a:pt x="164" y="791"/>
                  </a:lnTo>
                  <a:lnTo>
                    <a:pt x="173" y="777"/>
                  </a:lnTo>
                  <a:lnTo>
                    <a:pt x="175" y="759"/>
                  </a:lnTo>
                  <a:lnTo>
                    <a:pt x="169" y="739"/>
                  </a:lnTo>
                  <a:lnTo>
                    <a:pt x="169" y="74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9941" name="Freeform 31"/>
            <p:cNvSpPr>
              <a:spLocks/>
            </p:cNvSpPr>
            <p:nvPr/>
          </p:nvSpPr>
          <p:spPr bwMode="auto">
            <a:xfrm>
              <a:off x="1299" y="1681"/>
              <a:ext cx="157" cy="281"/>
            </a:xfrm>
            <a:custGeom>
              <a:avLst/>
              <a:gdLst>
                <a:gd name="T0" fmla="*/ 6 w 787"/>
                <a:gd name="T1" fmla="*/ 11 h 1404"/>
                <a:gd name="T2" fmla="*/ 6 w 787"/>
                <a:gd name="T3" fmla="*/ 11 h 1404"/>
                <a:gd name="T4" fmla="*/ 1 w 787"/>
                <a:gd name="T5" fmla="*/ 0 h 1404"/>
                <a:gd name="T6" fmla="*/ 0 w 787"/>
                <a:gd name="T7" fmla="*/ 0 h 1404"/>
                <a:gd name="T8" fmla="*/ 6 w 787"/>
                <a:gd name="T9" fmla="*/ 11 h 1404"/>
                <a:gd name="T10" fmla="*/ 6 w 787"/>
                <a:gd name="T11" fmla="*/ 11 h 1404"/>
                <a:gd name="T12" fmla="*/ 6 w 787"/>
                <a:gd name="T13" fmla="*/ 11 h 1404"/>
                <a:gd name="T14" fmla="*/ 6 w 787"/>
                <a:gd name="T15" fmla="*/ 11 h 1404"/>
                <a:gd name="T16" fmla="*/ 6 w 787"/>
                <a:gd name="T17" fmla="*/ 11 h 1404"/>
                <a:gd name="T18" fmla="*/ 6 w 787"/>
                <a:gd name="T19" fmla="*/ 11 h 1404"/>
                <a:gd name="T20" fmla="*/ 6 w 787"/>
                <a:gd name="T21" fmla="*/ 11 h 1404"/>
                <a:gd name="T22" fmla="*/ 6 w 787"/>
                <a:gd name="T23" fmla="*/ 11 h 1404"/>
                <a:gd name="T24" fmla="*/ 6 w 787"/>
                <a:gd name="T25" fmla="*/ 11 h 1404"/>
                <a:gd name="T26" fmla="*/ 6 w 787"/>
                <a:gd name="T27" fmla="*/ 11 h 1404"/>
                <a:gd name="T28" fmla="*/ 6 w 787"/>
                <a:gd name="T29" fmla="*/ 11 h 1404"/>
                <a:gd name="T30" fmla="*/ 6 w 787"/>
                <a:gd name="T31" fmla="*/ 11 h 1404"/>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787"/>
                <a:gd name="T49" fmla="*/ 0 h 1404"/>
                <a:gd name="T50" fmla="*/ 787 w 787"/>
                <a:gd name="T51" fmla="*/ 1404 h 1404"/>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787" h="1404">
                  <a:moveTo>
                    <a:pt x="781" y="1334"/>
                  </a:moveTo>
                  <a:lnTo>
                    <a:pt x="781" y="1337"/>
                  </a:lnTo>
                  <a:lnTo>
                    <a:pt x="82" y="0"/>
                  </a:lnTo>
                  <a:lnTo>
                    <a:pt x="0" y="42"/>
                  </a:lnTo>
                  <a:lnTo>
                    <a:pt x="699" y="1379"/>
                  </a:lnTo>
                  <a:lnTo>
                    <a:pt x="699" y="1381"/>
                  </a:lnTo>
                  <a:lnTo>
                    <a:pt x="699" y="1379"/>
                  </a:lnTo>
                  <a:lnTo>
                    <a:pt x="712" y="1395"/>
                  </a:lnTo>
                  <a:lnTo>
                    <a:pt x="727" y="1402"/>
                  </a:lnTo>
                  <a:lnTo>
                    <a:pt x="744" y="1404"/>
                  </a:lnTo>
                  <a:lnTo>
                    <a:pt x="761" y="1398"/>
                  </a:lnTo>
                  <a:lnTo>
                    <a:pt x="775" y="1388"/>
                  </a:lnTo>
                  <a:lnTo>
                    <a:pt x="784" y="1373"/>
                  </a:lnTo>
                  <a:lnTo>
                    <a:pt x="787" y="1357"/>
                  </a:lnTo>
                  <a:lnTo>
                    <a:pt x="781" y="1337"/>
                  </a:lnTo>
                  <a:lnTo>
                    <a:pt x="781" y="13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9942" name="Freeform 32"/>
            <p:cNvSpPr>
              <a:spLocks/>
            </p:cNvSpPr>
            <p:nvPr/>
          </p:nvSpPr>
          <p:spPr bwMode="auto">
            <a:xfrm>
              <a:off x="1439" y="1948"/>
              <a:ext cx="125" cy="76"/>
            </a:xfrm>
            <a:custGeom>
              <a:avLst/>
              <a:gdLst>
                <a:gd name="T0" fmla="*/ 5 w 628"/>
                <a:gd name="T1" fmla="*/ 2 h 383"/>
                <a:gd name="T2" fmla="*/ 5 w 628"/>
                <a:gd name="T3" fmla="*/ 2 h 383"/>
                <a:gd name="T4" fmla="*/ 4 w 628"/>
                <a:gd name="T5" fmla="*/ 2 h 383"/>
                <a:gd name="T6" fmla="*/ 4 w 628"/>
                <a:gd name="T7" fmla="*/ 2 h 383"/>
                <a:gd name="T8" fmla="*/ 4 w 628"/>
                <a:gd name="T9" fmla="*/ 2 h 383"/>
                <a:gd name="T10" fmla="*/ 3 w 628"/>
                <a:gd name="T11" fmla="*/ 2 h 383"/>
                <a:gd name="T12" fmla="*/ 3 w 628"/>
                <a:gd name="T13" fmla="*/ 2 h 383"/>
                <a:gd name="T14" fmla="*/ 3 w 628"/>
                <a:gd name="T15" fmla="*/ 2 h 383"/>
                <a:gd name="T16" fmla="*/ 3 w 628"/>
                <a:gd name="T17" fmla="*/ 2 h 383"/>
                <a:gd name="T18" fmla="*/ 2 w 628"/>
                <a:gd name="T19" fmla="*/ 2 h 383"/>
                <a:gd name="T20" fmla="*/ 2 w 628"/>
                <a:gd name="T21" fmla="*/ 2 h 383"/>
                <a:gd name="T22" fmla="*/ 2 w 628"/>
                <a:gd name="T23" fmla="*/ 1 h 383"/>
                <a:gd name="T24" fmla="*/ 2 w 628"/>
                <a:gd name="T25" fmla="*/ 1 h 383"/>
                <a:gd name="T26" fmla="*/ 1 w 628"/>
                <a:gd name="T27" fmla="*/ 1 h 383"/>
                <a:gd name="T28" fmla="*/ 1 w 628"/>
                <a:gd name="T29" fmla="*/ 1 h 383"/>
                <a:gd name="T30" fmla="*/ 1 w 628"/>
                <a:gd name="T31" fmla="*/ 1 h 383"/>
                <a:gd name="T32" fmla="*/ 1 w 628"/>
                <a:gd name="T33" fmla="*/ 0 h 383"/>
                <a:gd name="T34" fmla="*/ 1 w 628"/>
                <a:gd name="T35" fmla="*/ 0 h 383"/>
                <a:gd name="T36" fmla="*/ 0 w 628"/>
                <a:gd name="T37" fmla="*/ 0 h 383"/>
                <a:gd name="T38" fmla="*/ 0 w 628"/>
                <a:gd name="T39" fmla="*/ 1 h 383"/>
                <a:gd name="T40" fmla="*/ 0 w 628"/>
                <a:gd name="T41" fmla="*/ 1 h 383"/>
                <a:gd name="T42" fmla="*/ 1 w 628"/>
                <a:gd name="T43" fmla="*/ 1 h 383"/>
                <a:gd name="T44" fmla="*/ 1 w 628"/>
                <a:gd name="T45" fmla="*/ 1 h 383"/>
                <a:gd name="T46" fmla="*/ 1 w 628"/>
                <a:gd name="T47" fmla="*/ 2 h 383"/>
                <a:gd name="T48" fmla="*/ 1 w 628"/>
                <a:gd name="T49" fmla="*/ 2 h 383"/>
                <a:gd name="T50" fmla="*/ 2 w 628"/>
                <a:gd name="T51" fmla="*/ 2 h 383"/>
                <a:gd name="T52" fmla="*/ 2 w 628"/>
                <a:gd name="T53" fmla="*/ 2 h 383"/>
                <a:gd name="T54" fmla="*/ 2 w 628"/>
                <a:gd name="T55" fmla="*/ 2 h 383"/>
                <a:gd name="T56" fmla="*/ 3 w 628"/>
                <a:gd name="T57" fmla="*/ 3 h 383"/>
                <a:gd name="T58" fmla="*/ 3 w 628"/>
                <a:gd name="T59" fmla="*/ 3 h 383"/>
                <a:gd name="T60" fmla="*/ 3 w 628"/>
                <a:gd name="T61" fmla="*/ 3 h 383"/>
                <a:gd name="T62" fmla="*/ 4 w 628"/>
                <a:gd name="T63" fmla="*/ 3 h 383"/>
                <a:gd name="T64" fmla="*/ 4 w 628"/>
                <a:gd name="T65" fmla="*/ 3 h 383"/>
                <a:gd name="T66" fmla="*/ 4 w 628"/>
                <a:gd name="T67" fmla="*/ 3 h 383"/>
                <a:gd name="T68" fmla="*/ 5 w 628"/>
                <a:gd name="T69" fmla="*/ 3 h 383"/>
                <a:gd name="T70" fmla="*/ 5 w 628"/>
                <a:gd name="T71" fmla="*/ 3 h 383"/>
                <a:gd name="T72" fmla="*/ 5 w 628"/>
                <a:gd name="T73" fmla="*/ 3 h 383"/>
                <a:gd name="T74" fmla="*/ 5 w 628"/>
                <a:gd name="T75" fmla="*/ 3 h 383"/>
                <a:gd name="T76" fmla="*/ 5 w 628"/>
                <a:gd name="T77" fmla="*/ 3 h 383"/>
                <a:gd name="T78" fmla="*/ 5 w 628"/>
                <a:gd name="T79" fmla="*/ 3 h 383"/>
                <a:gd name="T80" fmla="*/ 5 w 628"/>
                <a:gd name="T81" fmla="*/ 3 h 383"/>
                <a:gd name="T82" fmla="*/ 5 w 628"/>
                <a:gd name="T83" fmla="*/ 3 h 383"/>
                <a:gd name="T84" fmla="*/ 5 w 628"/>
                <a:gd name="T85" fmla="*/ 2 h 383"/>
                <a:gd name="T86" fmla="*/ 5 w 628"/>
                <a:gd name="T87" fmla="*/ 2 h 383"/>
                <a:gd name="T88" fmla="*/ 5 w 628"/>
                <a:gd name="T89" fmla="*/ 2 h 383"/>
                <a:gd name="T90" fmla="*/ 5 w 628"/>
                <a:gd name="T91" fmla="*/ 2 h 38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628"/>
                <a:gd name="T139" fmla="*/ 0 h 383"/>
                <a:gd name="T140" fmla="*/ 628 w 628"/>
                <a:gd name="T141" fmla="*/ 383 h 38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628" h="383">
                  <a:moveTo>
                    <a:pt x="581" y="289"/>
                  </a:moveTo>
                  <a:lnTo>
                    <a:pt x="582" y="289"/>
                  </a:lnTo>
                  <a:lnTo>
                    <a:pt x="541" y="287"/>
                  </a:lnTo>
                  <a:lnTo>
                    <a:pt x="500" y="283"/>
                  </a:lnTo>
                  <a:lnTo>
                    <a:pt x="462" y="276"/>
                  </a:lnTo>
                  <a:lnTo>
                    <a:pt x="424" y="268"/>
                  </a:lnTo>
                  <a:lnTo>
                    <a:pt x="389" y="255"/>
                  </a:lnTo>
                  <a:lnTo>
                    <a:pt x="352" y="242"/>
                  </a:lnTo>
                  <a:lnTo>
                    <a:pt x="320" y="227"/>
                  </a:lnTo>
                  <a:lnTo>
                    <a:pt x="287" y="209"/>
                  </a:lnTo>
                  <a:lnTo>
                    <a:pt x="255" y="189"/>
                  </a:lnTo>
                  <a:lnTo>
                    <a:pt x="226" y="168"/>
                  </a:lnTo>
                  <a:lnTo>
                    <a:pt x="198" y="145"/>
                  </a:lnTo>
                  <a:lnTo>
                    <a:pt x="172" y="119"/>
                  </a:lnTo>
                  <a:lnTo>
                    <a:pt x="146" y="92"/>
                  </a:lnTo>
                  <a:lnTo>
                    <a:pt x="122" y="64"/>
                  </a:lnTo>
                  <a:lnTo>
                    <a:pt x="100" y="33"/>
                  </a:lnTo>
                  <a:lnTo>
                    <a:pt x="82" y="0"/>
                  </a:lnTo>
                  <a:lnTo>
                    <a:pt x="0" y="47"/>
                  </a:lnTo>
                  <a:lnTo>
                    <a:pt x="23" y="85"/>
                  </a:lnTo>
                  <a:lnTo>
                    <a:pt x="49" y="120"/>
                  </a:lnTo>
                  <a:lnTo>
                    <a:pt x="76" y="153"/>
                  </a:lnTo>
                  <a:lnTo>
                    <a:pt x="104" y="185"/>
                  </a:lnTo>
                  <a:lnTo>
                    <a:pt x="137" y="215"/>
                  </a:lnTo>
                  <a:lnTo>
                    <a:pt x="170" y="241"/>
                  </a:lnTo>
                  <a:lnTo>
                    <a:pt x="204" y="267"/>
                  </a:lnTo>
                  <a:lnTo>
                    <a:pt x="240" y="289"/>
                  </a:lnTo>
                  <a:lnTo>
                    <a:pt x="277" y="309"/>
                  </a:lnTo>
                  <a:lnTo>
                    <a:pt x="317" y="329"/>
                  </a:lnTo>
                  <a:lnTo>
                    <a:pt x="358" y="344"/>
                  </a:lnTo>
                  <a:lnTo>
                    <a:pt x="400" y="357"/>
                  </a:lnTo>
                  <a:lnTo>
                    <a:pt x="444" y="367"/>
                  </a:lnTo>
                  <a:lnTo>
                    <a:pt x="488" y="374"/>
                  </a:lnTo>
                  <a:lnTo>
                    <a:pt x="534" y="380"/>
                  </a:lnTo>
                  <a:lnTo>
                    <a:pt x="580" y="383"/>
                  </a:lnTo>
                  <a:lnTo>
                    <a:pt x="581" y="383"/>
                  </a:lnTo>
                  <a:lnTo>
                    <a:pt x="580" y="383"/>
                  </a:lnTo>
                  <a:lnTo>
                    <a:pt x="600" y="379"/>
                  </a:lnTo>
                  <a:lnTo>
                    <a:pt x="615" y="369"/>
                  </a:lnTo>
                  <a:lnTo>
                    <a:pt x="624" y="353"/>
                  </a:lnTo>
                  <a:lnTo>
                    <a:pt x="628" y="337"/>
                  </a:lnTo>
                  <a:lnTo>
                    <a:pt x="625" y="319"/>
                  </a:lnTo>
                  <a:lnTo>
                    <a:pt x="617" y="304"/>
                  </a:lnTo>
                  <a:lnTo>
                    <a:pt x="602" y="294"/>
                  </a:lnTo>
                  <a:lnTo>
                    <a:pt x="582" y="289"/>
                  </a:lnTo>
                  <a:lnTo>
                    <a:pt x="581" y="28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9943" name="Freeform 33"/>
            <p:cNvSpPr>
              <a:spLocks/>
            </p:cNvSpPr>
            <p:nvPr/>
          </p:nvSpPr>
          <p:spPr bwMode="auto">
            <a:xfrm>
              <a:off x="1587" y="1880"/>
              <a:ext cx="85" cy="49"/>
            </a:xfrm>
            <a:custGeom>
              <a:avLst/>
              <a:gdLst>
                <a:gd name="T0" fmla="*/ 3 w 426"/>
                <a:gd name="T1" fmla="*/ 0 h 245"/>
                <a:gd name="T2" fmla="*/ 3 w 426"/>
                <a:gd name="T3" fmla="*/ 0 h 245"/>
                <a:gd name="T4" fmla="*/ 3 w 426"/>
                <a:gd name="T5" fmla="*/ 0 h 245"/>
                <a:gd name="T6" fmla="*/ 3 w 426"/>
                <a:gd name="T7" fmla="*/ 0 h 245"/>
                <a:gd name="T8" fmla="*/ 2 w 426"/>
                <a:gd name="T9" fmla="*/ 0 h 245"/>
                <a:gd name="T10" fmla="*/ 2 w 426"/>
                <a:gd name="T11" fmla="*/ 0 h 245"/>
                <a:gd name="T12" fmla="*/ 2 w 426"/>
                <a:gd name="T13" fmla="*/ 0 h 245"/>
                <a:gd name="T14" fmla="*/ 2 w 426"/>
                <a:gd name="T15" fmla="*/ 0 h 245"/>
                <a:gd name="T16" fmla="*/ 1 w 426"/>
                <a:gd name="T17" fmla="*/ 0 h 245"/>
                <a:gd name="T18" fmla="*/ 1 w 426"/>
                <a:gd name="T19" fmla="*/ 1 h 245"/>
                <a:gd name="T20" fmla="*/ 1 w 426"/>
                <a:gd name="T21" fmla="*/ 1 h 245"/>
                <a:gd name="T22" fmla="*/ 1 w 426"/>
                <a:gd name="T23" fmla="*/ 1 h 245"/>
                <a:gd name="T24" fmla="*/ 0 w 426"/>
                <a:gd name="T25" fmla="*/ 1 h 245"/>
                <a:gd name="T26" fmla="*/ 0 w 426"/>
                <a:gd name="T27" fmla="*/ 1 h 245"/>
                <a:gd name="T28" fmla="*/ 0 w 426"/>
                <a:gd name="T29" fmla="*/ 1 h 245"/>
                <a:gd name="T30" fmla="*/ 0 w 426"/>
                <a:gd name="T31" fmla="*/ 2 h 245"/>
                <a:gd name="T32" fmla="*/ 0 w 426"/>
                <a:gd name="T33" fmla="*/ 2 h 245"/>
                <a:gd name="T34" fmla="*/ 0 w 426"/>
                <a:gd name="T35" fmla="*/ 2 h 245"/>
                <a:gd name="T36" fmla="*/ 0 w 426"/>
                <a:gd name="T37" fmla="*/ 2 h 245"/>
                <a:gd name="T38" fmla="*/ 0 w 426"/>
                <a:gd name="T39" fmla="*/ 2 h 245"/>
                <a:gd name="T40" fmla="*/ 0 w 426"/>
                <a:gd name="T41" fmla="*/ 2 h 245"/>
                <a:gd name="T42" fmla="*/ 0 w 426"/>
                <a:gd name="T43" fmla="*/ 1 h 245"/>
                <a:gd name="T44" fmla="*/ 0 w 426"/>
                <a:gd name="T45" fmla="*/ 1 h 245"/>
                <a:gd name="T46" fmla="*/ 0 w 426"/>
                <a:gd name="T47" fmla="*/ 1 h 245"/>
                <a:gd name="T48" fmla="*/ 1 w 426"/>
                <a:gd name="T49" fmla="*/ 1 h 245"/>
                <a:gd name="T50" fmla="*/ 1 w 426"/>
                <a:gd name="T51" fmla="*/ 1 h 245"/>
                <a:gd name="T52" fmla="*/ 1 w 426"/>
                <a:gd name="T53" fmla="*/ 1 h 245"/>
                <a:gd name="T54" fmla="*/ 1 w 426"/>
                <a:gd name="T55" fmla="*/ 1 h 245"/>
                <a:gd name="T56" fmla="*/ 2 w 426"/>
                <a:gd name="T57" fmla="*/ 0 h 245"/>
                <a:gd name="T58" fmla="*/ 2 w 426"/>
                <a:gd name="T59" fmla="*/ 0 h 245"/>
                <a:gd name="T60" fmla="*/ 2 w 426"/>
                <a:gd name="T61" fmla="*/ 0 h 245"/>
                <a:gd name="T62" fmla="*/ 2 w 426"/>
                <a:gd name="T63" fmla="*/ 0 h 245"/>
                <a:gd name="T64" fmla="*/ 3 w 426"/>
                <a:gd name="T65" fmla="*/ 0 h 245"/>
                <a:gd name="T66" fmla="*/ 3 w 426"/>
                <a:gd name="T67" fmla="*/ 0 h 245"/>
                <a:gd name="T68" fmla="*/ 3 w 426"/>
                <a:gd name="T69" fmla="*/ 0 h 245"/>
                <a:gd name="T70" fmla="*/ 3 w 426"/>
                <a:gd name="T71" fmla="*/ 0 h 245"/>
                <a:gd name="T72" fmla="*/ 3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426" y="0"/>
                  </a:moveTo>
                  <a:lnTo>
                    <a:pt x="426" y="0"/>
                  </a:lnTo>
                  <a:lnTo>
                    <a:pt x="384" y="1"/>
                  </a:lnTo>
                  <a:lnTo>
                    <a:pt x="340" y="4"/>
                  </a:lnTo>
                  <a:lnTo>
                    <a:pt x="300" y="10"/>
                  </a:lnTo>
                  <a:lnTo>
                    <a:pt x="262" y="18"/>
                  </a:lnTo>
                  <a:lnTo>
                    <a:pt x="224" y="29"/>
                  </a:lnTo>
                  <a:lnTo>
                    <a:pt x="189" y="41"/>
                  </a:lnTo>
                  <a:lnTo>
                    <a:pt x="157" y="55"/>
                  </a:lnTo>
                  <a:lnTo>
                    <a:pt x="126" y="70"/>
                  </a:lnTo>
                  <a:lnTo>
                    <a:pt x="99" y="89"/>
                  </a:lnTo>
                  <a:lnTo>
                    <a:pt x="74" y="106"/>
                  </a:lnTo>
                  <a:lnTo>
                    <a:pt x="52" y="126"/>
                  </a:lnTo>
                  <a:lnTo>
                    <a:pt x="34" y="148"/>
                  </a:lnTo>
                  <a:lnTo>
                    <a:pt x="19" y="171"/>
                  </a:lnTo>
                  <a:lnTo>
                    <a:pt x="9" y="194"/>
                  </a:lnTo>
                  <a:lnTo>
                    <a:pt x="3" y="219"/>
                  </a:lnTo>
                  <a:lnTo>
                    <a:pt x="0" y="245"/>
                  </a:lnTo>
                  <a:lnTo>
                    <a:pt x="12" y="245"/>
                  </a:lnTo>
                  <a:lnTo>
                    <a:pt x="15" y="221"/>
                  </a:lnTo>
                  <a:lnTo>
                    <a:pt x="20" y="199"/>
                  </a:lnTo>
                  <a:lnTo>
                    <a:pt x="31" y="178"/>
                  </a:lnTo>
                  <a:lnTo>
                    <a:pt x="44" y="156"/>
                  </a:lnTo>
                  <a:lnTo>
                    <a:pt x="61" y="136"/>
                  </a:lnTo>
                  <a:lnTo>
                    <a:pt x="81" y="116"/>
                  </a:lnTo>
                  <a:lnTo>
                    <a:pt x="106" y="98"/>
                  </a:lnTo>
                  <a:lnTo>
                    <a:pt x="133" y="82"/>
                  </a:lnTo>
                  <a:lnTo>
                    <a:pt x="162" y="66"/>
                  </a:lnTo>
                  <a:lnTo>
                    <a:pt x="194" y="52"/>
                  </a:lnTo>
                  <a:lnTo>
                    <a:pt x="229" y="41"/>
                  </a:lnTo>
                  <a:lnTo>
                    <a:pt x="264" y="30"/>
                  </a:lnTo>
                  <a:lnTo>
                    <a:pt x="303" y="22"/>
                  </a:lnTo>
                  <a:lnTo>
                    <a:pt x="343" y="16"/>
                  </a:lnTo>
                  <a:lnTo>
                    <a:pt x="384" y="12"/>
                  </a:lnTo>
                  <a:lnTo>
                    <a:pt x="426" y="11"/>
                  </a:lnTo>
                  <a:lnTo>
                    <a:pt x="42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9944" name="Freeform 34"/>
            <p:cNvSpPr>
              <a:spLocks/>
            </p:cNvSpPr>
            <p:nvPr/>
          </p:nvSpPr>
          <p:spPr bwMode="auto">
            <a:xfrm>
              <a:off x="1587" y="1929"/>
              <a:ext cx="85" cy="49"/>
            </a:xfrm>
            <a:custGeom>
              <a:avLst/>
              <a:gdLst>
                <a:gd name="T0" fmla="*/ 0 w 426"/>
                <a:gd name="T1" fmla="*/ 0 h 245"/>
                <a:gd name="T2" fmla="*/ 0 w 426"/>
                <a:gd name="T3" fmla="*/ 0 h 245"/>
                <a:gd name="T4" fmla="*/ 0 w 426"/>
                <a:gd name="T5" fmla="*/ 0 h 245"/>
                <a:gd name="T6" fmla="*/ 0 w 426"/>
                <a:gd name="T7" fmla="*/ 0 h 245"/>
                <a:gd name="T8" fmla="*/ 0 w 426"/>
                <a:gd name="T9" fmla="*/ 1 h 245"/>
                <a:gd name="T10" fmla="*/ 0 w 426"/>
                <a:gd name="T11" fmla="*/ 1 h 245"/>
                <a:gd name="T12" fmla="*/ 0 w 426"/>
                <a:gd name="T13" fmla="*/ 1 h 245"/>
                <a:gd name="T14" fmla="*/ 1 w 426"/>
                <a:gd name="T15" fmla="*/ 1 h 245"/>
                <a:gd name="T16" fmla="*/ 1 w 426"/>
                <a:gd name="T17" fmla="*/ 1 h 245"/>
                <a:gd name="T18" fmla="*/ 1 w 426"/>
                <a:gd name="T19" fmla="*/ 1 h 245"/>
                <a:gd name="T20" fmla="*/ 1 w 426"/>
                <a:gd name="T21" fmla="*/ 2 h 245"/>
                <a:gd name="T22" fmla="*/ 2 w 426"/>
                <a:gd name="T23" fmla="*/ 2 h 245"/>
                <a:gd name="T24" fmla="*/ 2 w 426"/>
                <a:gd name="T25" fmla="*/ 2 h 245"/>
                <a:gd name="T26" fmla="*/ 2 w 426"/>
                <a:gd name="T27" fmla="*/ 2 h 245"/>
                <a:gd name="T28" fmla="*/ 2 w 426"/>
                <a:gd name="T29" fmla="*/ 2 h 245"/>
                <a:gd name="T30" fmla="*/ 3 w 426"/>
                <a:gd name="T31" fmla="*/ 2 h 245"/>
                <a:gd name="T32" fmla="*/ 3 w 426"/>
                <a:gd name="T33" fmla="*/ 2 h 245"/>
                <a:gd name="T34" fmla="*/ 3 w 426"/>
                <a:gd name="T35" fmla="*/ 2 h 245"/>
                <a:gd name="T36" fmla="*/ 3 w 426"/>
                <a:gd name="T37" fmla="*/ 2 h 245"/>
                <a:gd name="T38" fmla="*/ 3 w 426"/>
                <a:gd name="T39" fmla="*/ 2 h 245"/>
                <a:gd name="T40" fmla="*/ 3 w 426"/>
                <a:gd name="T41" fmla="*/ 2 h 245"/>
                <a:gd name="T42" fmla="*/ 2 w 426"/>
                <a:gd name="T43" fmla="*/ 2 h 245"/>
                <a:gd name="T44" fmla="*/ 2 w 426"/>
                <a:gd name="T45" fmla="*/ 2 h 245"/>
                <a:gd name="T46" fmla="*/ 2 w 426"/>
                <a:gd name="T47" fmla="*/ 2 h 245"/>
                <a:gd name="T48" fmla="*/ 2 w 426"/>
                <a:gd name="T49" fmla="*/ 2 h 245"/>
                <a:gd name="T50" fmla="*/ 1 w 426"/>
                <a:gd name="T51" fmla="*/ 1 h 245"/>
                <a:gd name="T52" fmla="*/ 1 w 426"/>
                <a:gd name="T53" fmla="*/ 1 h 245"/>
                <a:gd name="T54" fmla="*/ 1 w 426"/>
                <a:gd name="T55" fmla="*/ 1 h 245"/>
                <a:gd name="T56" fmla="*/ 1 w 426"/>
                <a:gd name="T57" fmla="*/ 1 h 245"/>
                <a:gd name="T58" fmla="*/ 0 w 426"/>
                <a:gd name="T59" fmla="*/ 1 h 245"/>
                <a:gd name="T60" fmla="*/ 0 w 426"/>
                <a:gd name="T61" fmla="*/ 1 h 245"/>
                <a:gd name="T62" fmla="*/ 0 w 426"/>
                <a:gd name="T63" fmla="*/ 1 h 245"/>
                <a:gd name="T64" fmla="*/ 0 w 426"/>
                <a:gd name="T65" fmla="*/ 0 h 245"/>
                <a:gd name="T66" fmla="*/ 0 w 426"/>
                <a:gd name="T67" fmla="*/ 0 h 245"/>
                <a:gd name="T68" fmla="*/ 0 w 426"/>
                <a:gd name="T69" fmla="*/ 0 h 245"/>
                <a:gd name="T70" fmla="*/ 0 w 426"/>
                <a:gd name="T71" fmla="*/ 0 h 245"/>
                <a:gd name="T72" fmla="*/ 0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0" y="0"/>
                  </a:moveTo>
                  <a:lnTo>
                    <a:pt x="0" y="0"/>
                  </a:lnTo>
                  <a:lnTo>
                    <a:pt x="3" y="25"/>
                  </a:lnTo>
                  <a:lnTo>
                    <a:pt x="9" y="50"/>
                  </a:lnTo>
                  <a:lnTo>
                    <a:pt x="19" y="73"/>
                  </a:lnTo>
                  <a:lnTo>
                    <a:pt x="34" y="96"/>
                  </a:lnTo>
                  <a:lnTo>
                    <a:pt x="52" y="118"/>
                  </a:lnTo>
                  <a:lnTo>
                    <a:pt x="74" y="138"/>
                  </a:lnTo>
                  <a:lnTo>
                    <a:pt x="99" y="156"/>
                  </a:lnTo>
                  <a:lnTo>
                    <a:pt x="126" y="174"/>
                  </a:lnTo>
                  <a:lnTo>
                    <a:pt x="157" y="190"/>
                  </a:lnTo>
                  <a:lnTo>
                    <a:pt x="189" y="204"/>
                  </a:lnTo>
                  <a:lnTo>
                    <a:pt x="224" y="215"/>
                  </a:lnTo>
                  <a:lnTo>
                    <a:pt x="262" y="226"/>
                  </a:lnTo>
                  <a:lnTo>
                    <a:pt x="300" y="234"/>
                  </a:lnTo>
                  <a:lnTo>
                    <a:pt x="340" y="240"/>
                  </a:lnTo>
                  <a:lnTo>
                    <a:pt x="384" y="244"/>
                  </a:lnTo>
                  <a:lnTo>
                    <a:pt x="426" y="245"/>
                  </a:lnTo>
                  <a:lnTo>
                    <a:pt x="426" y="233"/>
                  </a:lnTo>
                  <a:lnTo>
                    <a:pt x="384" y="232"/>
                  </a:lnTo>
                  <a:lnTo>
                    <a:pt x="343" y="228"/>
                  </a:lnTo>
                  <a:lnTo>
                    <a:pt x="303" y="222"/>
                  </a:lnTo>
                  <a:lnTo>
                    <a:pt x="264" y="214"/>
                  </a:lnTo>
                  <a:lnTo>
                    <a:pt x="229" y="204"/>
                  </a:lnTo>
                  <a:lnTo>
                    <a:pt x="194" y="192"/>
                  </a:lnTo>
                  <a:lnTo>
                    <a:pt x="162" y="178"/>
                  </a:lnTo>
                  <a:lnTo>
                    <a:pt x="133" y="163"/>
                  </a:lnTo>
                  <a:lnTo>
                    <a:pt x="106" y="146"/>
                  </a:lnTo>
                  <a:lnTo>
                    <a:pt x="81" y="129"/>
                  </a:lnTo>
                  <a:lnTo>
                    <a:pt x="61" y="109"/>
                  </a:lnTo>
                  <a:lnTo>
                    <a:pt x="44" y="89"/>
                  </a:lnTo>
                  <a:lnTo>
                    <a:pt x="31" y="66"/>
                  </a:lnTo>
                  <a:lnTo>
                    <a:pt x="20" y="45"/>
                  </a:lnTo>
                  <a:lnTo>
                    <a:pt x="15" y="2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9945" name="Freeform 35"/>
            <p:cNvSpPr>
              <a:spLocks/>
            </p:cNvSpPr>
            <p:nvPr/>
          </p:nvSpPr>
          <p:spPr bwMode="auto">
            <a:xfrm>
              <a:off x="878" y="1448"/>
              <a:ext cx="792" cy="954"/>
            </a:xfrm>
            <a:custGeom>
              <a:avLst/>
              <a:gdLst>
                <a:gd name="T0" fmla="*/ 13 w 3960"/>
                <a:gd name="T1" fmla="*/ 38 h 4768"/>
                <a:gd name="T2" fmla="*/ 14 w 3960"/>
                <a:gd name="T3" fmla="*/ 38 h 4768"/>
                <a:gd name="T4" fmla="*/ 15 w 3960"/>
                <a:gd name="T5" fmla="*/ 38 h 4768"/>
                <a:gd name="T6" fmla="*/ 15 w 3960"/>
                <a:gd name="T7" fmla="*/ 38 h 4768"/>
                <a:gd name="T8" fmla="*/ 16 w 3960"/>
                <a:gd name="T9" fmla="*/ 38 h 4768"/>
                <a:gd name="T10" fmla="*/ 17 w 3960"/>
                <a:gd name="T11" fmla="*/ 38 h 4768"/>
                <a:gd name="T12" fmla="*/ 17 w 3960"/>
                <a:gd name="T13" fmla="*/ 38 h 4768"/>
                <a:gd name="T14" fmla="*/ 18 w 3960"/>
                <a:gd name="T15" fmla="*/ 38 h 4768"/>
                <a:gd name="T16" fmla="*/ 18 w 3960"/>
                <a:gd name="T17" fmla="*/ 38 h 4768"/>
                <a:gd name="T18" fmla="*/ 29 w 3960"/>
                <a:gd name="T19" fmla="*/ 30 h 4768"/>
                <a:gd name="T20" fmla="*/ 30 w 3960"/>
                <a:gd name="T21" fmla="*/ 30 h 4768"/>
                <a:gd name="T22" fmla="*/ 30 w 3960"/>
                <a:gd name="T23" fmla="*/ 29 h 4768"/>
                <a:gd name="T24" fmla="*/ 31 w 3960"/>
                <a:gd name="T25" fmla="*/ 28 h 4768"/>
                <a:gd name="T26" fmla="*/ 31 w 3960"/>
                <a:gd name="T27" fmla="*/ 28 h 4768"/>
                <a:gd name="T28" fmla="*/ 31 w 3960"/>
                <a:gd name="T29" fmla="*/ 27 h 4768"/>
                <a:gd name="T30" fmla="*/ 32 w 3960"/>
                <a:gd name="T31" fmla="*/ 26 h 4768"/>
                <a:gd name="T32" fmla="*/ 32 w 3960"/>
                <a:gd name="T33" fmla="*/ 25 h 4768"/>
                <a:gd name="T34" fmla="*/ 32 w 3960"/>
                <a:gd name="T35" fmla="*/ 11 h 4768"/>
                <a:gd name="T36" fmla="*/ 32 w 3960"/>
                <a:gd name="T37" fmla="*/ 10 h 4768"/>
                <a:gd name="T38" fmla="*/ 31 w 3960"/>
                <a:gd name="T39" fmla="*/ 9 h 4768"/>
                <a:gd name="T40" fmla="*/ 31 w 3960"/>
                <a:gd name="T41" fmla="*/ 9 h 4768"/>
                <a:gd name="T42" fmla="*/ 31 w 3960"/>
                <a:gd name="T43" fmla="*/ 8 h 4768"/>
                <a:gd name="T44" fmla="*/ 31 w 3960"/>
                <a:gd name="T45" fmla="*/ 8 h 4768"/>
                <a:gd name="T46" fmla="*/ 30 w 3960"/>
                <a:gd name="T47" fmla="*/ 7 h 4768"/>
                <a:gd name="T48" fmla="*/ 30 w 3960"/>
                <a:gd name="T49" fmla="*/ 7 h 4768"/>
                <a:gd name="T50" fmla="*/ 29 w 3960"/>
                <a:gd name="T51" fmla="*/ 6 h 4768"/>
                <a:gd name="T52" fmla="*/ 19 w 3960"/>
                <a:gd name="T53" fmla="*/ 1 h 4768"/>
                <a:gd name="T54" fmla="*/ 18 w 3960"/>
                <a:gd name="T55" fmla="*/ 0 h 4768"/>
                <a:gd name="T56" fmla="*/ 17 w 3960"/>
                <a:gd name="T57" fmla="*/ 0 h 4768"/>
                <a:gd name="T58" fmla="*/ 17 w 3960"/>
                <a:gd name="T59" fmla="*/ 0 h 4768"/>
                <a:gd name="T60" fmla="*/ 16 w 3960"/>
                <a:gd name="T61" fmla="*/ 0 h 4768"/>
                <a:gd name="T62" fmla="*/ 15 w 3960"/>
                <a:gd name="T63" fmla="*/ 0 h 4768"/>
                <a:gd name="T64" fmla="*/ 14 w 3960"/>
                <a:gd name="T65" fmla="*/ 0 h 4768"/>
                <a:gd name="T66" fmla="*/ 14 w 3960"/>
                <a:gd name="T67" fmla="*/ 0 h 4768"/>
                <a:gd name="T68" fmla="*/ 2 w 3960"/>
                <a:gd name="T69" fmla="*/ 6 h 4768"/>
                <a:gd name="T70" fmla="*/ 2 w 3960"/>
                <a:gd name="T71" fmla="*/ 7 h 4768"/>
                <a:gd name="T72" fmla="*/ 1 w 3960"/>
                <a:gd name="T73" fmla="*/ 7 h 4768"/>
                <a:gd name="T74" fmla="*/ 1 w 3960"/>
                <a:gd name="T75" fmla="*/ 8 h 4768"/>
                <a:gd name="T76" fmla="*/ 1 w 3960"/>
                <a:gd name="T77" fmla="*/ 8 h 4768"/>
                <a:gd name="T78" fmla="*/ 0 w 3960"/>
                <a:gd name="T79" fmla="*/ 9 h 4768"/>
                <a:gd name="T80" fmla="*/ 0 w 3960"/>
                <a:gd name="T81" fmla="*/ 9 h 4768"/>
                <a:gd name="T82" fmla="*/ 0 w 3960"/>
                <a:gd name="T83" fmla="*/ 10 h 4768"/>
                <a:gd name="T84" fmla="*/ 0 w 3960"/>
                <a:gd name="T85" fmla="*/ 11 h 4768"/>
                <a:gd name="T86" fmla="*/ 0 w 3960"/>
                <a:gd name="T87" fmla="*/ 25 h 4768"/>
                <a:gd name="T88" fmla="*/ 0 w 3960"/>
                <a:gd name="T89" fmla="*/ 26 h 4768"/>
                <a:gd name="T90" fmla="*/ 0 w 3960"/>
                <a:gd name="T91" fmla="*/ 27 h 4768"/>
                <a:gd name="T92" fmla="*/ 1 w 3960"/>
                <a:gd name="T93" fmla="*/ 28 h 4768"/>
                <a:gd name="T94" fmla="*/ 1 w 3960"/>
                <a:gd name="T95" fmla="*/ 29 h 4768"/>
                <a:gd name="T96" fmla="*/ 1 w 3960"/>
                <a:gd name="T97" fmla="*/ 29 h 4768"/>
                <a:gd name="T98" fmla="*/ 2 w 3960"/>
                <a:gd name="T99" fmla="*/ 30 h 4768"/>
                <a:gd name="T100" fmla="*/ 3 w 3960"/>
                <a:gd name="T101" fmla="*/ 31 h 4768"/>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w 3960"/>
                <a:gd name="T154" fmla="*/ 0 h 4768"/>
                <a:gd name="T155" fmla="*/ 3960 w 3960"/>
                <a:gd name="T156" fmla="*/ 4768 h 4768"/>
              </a:gdLst>
              <a:ahLst/>
              <a:cxnLst>
                <a:cxn ang="T102">
                  <a:pos x="T0" y="T1"/>
                </a:cxn>
                <a:cxn ang="T103">
                  <a:pos x="T2" y="T3"/>
                </a:cxn>
                <a:cxn ang="T104">
                  <a:pos x="T4" y="T5"/>
                </a:cxn>
                <a:cxn ang="T105">
                  <a:pos x="T6" y="T7"/>
                </a:cxn>
                <a:cxn ang="T106">
                  <a:pos x="T8" y="T9"/>
                </a:cxn>
                <a:cxn ang="T107">
                  <a:pos x="T10" y="T11"/>
                </a:cxn>
                <a:cxn ang="T108">
                  <a:pos x="T12" y="T13"/>
                </a:cxn>
                <a:cxn ang="T109">
                  <a:pos x="T14" y="T15"/>
                </a:cxn>
                <a:cxn ang="T110">
                  <a:pos x="T16" y="T17"/>
                </a:cxn>
                <a:cxn ang="T111">
                  <a:pos x="T18" y="T19"/>
                </a:cxn>
                <a:cxn ang="T112">
                  <a:pos x="T20" y="T21"/>
                </a:cxn>
                <a:cxn ang="T113">
                  <a:pos x="T22" y="T23"/>
                </a:cxn>
                <a:cxn ang="T114">
                  <a:pos x="T24" y="T25"/>
                </a:cxn>
                <a:cxn ang="T115">
                  <a:pos x="T26" y="T27"/>
                </a:cxn>
                <a:cxn ang="T116">
                  <a:pos x="T28" y="T29"/>
                </a:cxn>
                <a:cxn ang="T117">
                  <a:pos x="T30" y="T31"/>
                </a:cxn>
                <a:cxn ang="T118">
                  <a:pos x="T32" y="T33"/>
                </a:cxn>
                <a:cxn ang="T119">
                  <a:pos x="T34" y="T35"/>
                </a:cxn>
                <a:cxn ang="T120">
                  <a:pos x="T36" y="T37"/>
                </a:cxn>
                <a:cxn ang="T121">
                  <a:pos x="T38" y="T39"/>
                </a:cxn>
                <a:cxn ang="T122">
                  <a:pos x="T40" y="T41"/>
                </a:cxn>
                <a:cxn ang="T123">
                  <a:pos x="T42" y="T43"/>
                </a:cxn>
                <a:cxn ang="T124">
                  <a:pos x="T44" y="T45"/>
                </a:cxn>
                <a:cxn ang="T125">
                  <a:pos x="T46" y="T47"/>
                </a:cxn>
                <a:cxn ang="T126">
                  <a:pos x="T48" y="T49"/>
                </a:cxn>
                <a:cxn ang="T127">
                  <a:pos x="T50" y="T51"/>
                </a:cxn>
                <a:cxn ang="T128">
                  <a:pos x="T52" y="T53"/>
                </a:cxn>
                <a:cxn ang="T129">
                  <a:pos x="T54" y="T55"/>
                </a:cxn>
                <a:cxn ang="T130">
                  <a:pos x="T56" y="T57"/>
                </a:cxn>
                <a:cxn ang="T131">
                  <a:pos x="T58" y="T59"/>
                </a:cxn>
                <a:cxn ang="T132">
                  <a:pos x="T60" y="T61"/>
                </a:cxn>
                <a:cxn ang="T133">
                  <a:pos x="T62" y="T63"/>
                </a:cxn>
                <a:cxn ang="T134">
                  <a:pos x="T64" y="T65"/>
                </a:cxn>
                <a:cxn ang="T135">
                  <a:pos x="T66" y="T67"/>
                </a:cxn>
                <a:cxn ang="T136">
                  <a:pos x="T68" y="T69"/>
                </a:cxn>
                <a:cxn ang="T137">
                  <a:pos x="T70" y="T71"/>
                </a:cxn>
                <a:cxn ang="T138">
                  <a:pos x="T72" y="T73"/>
                </a:cxn>
                <a:cxn ang="T139">
                  <a:pos x="T74" y="T75"/>
                </a:cxn>
                <a:cxn ang="T140">
                  <a:pos x="T76" y="T77"/>
                </a:cxn>
                <a:cxn ang="T141">
                  <a:pos x="T78" y="T79"/>
                </a:cxn>
                <a:cxn ang="T142">
                  <a:pos x="T80" y="T81"/>
                </a:cxn>
                <a:cxn ang="T143">
                  <a:pos x="T82" y="T83"/>
                </a:cxn>
                <a:cxn ang="T144">
                  <a:pos x="T84" y="T85"/>
                </a:cxn>
                <a:cxn ang="T145">
                  <a:pos x="T86" y="T87"/>
                </a:cxn>
                <a:cxn ang="T146">
                  <a:pos x="T88" y="T89"/>
                </a:cxn>
                <a:cxn ang="T147">
                  <a:pos x="T90" y="T91"/>
                </a:cxn>
                <a:cxn ang="T148">
                  <a:pos x="T92" y="T93"/>
                </a:cxn>
                <a:cxn ang="T149">
                  <a:pos x="T94" y="T95"/>
                </a:cxn>
                <a:cxn ang="T150">
                  <a:pos x="T96" y="T97"/>
                </a:cxn>
                <a:cxn ang="T151">
                  <a:pos x="T98" y="T99"/>
                </a:cxn>
                <a:cxn ang="T152">
                  <a:pos x="T100" y="T101"/>
                </a:cxn>
              </a:cxnLst>
              <a:rect l="T153" t="T154" r="T155" b="T156"/>
              <a:pathLst>
                <a:path w="3960" h="4768">
                  <a:moveTo>
                    <a:pt x="353" y="3849"/>
                  </a:moveTo>
                  <a:lnTo>
                    <a:pt x="1661" y="4700"/>
                  </a:lnTo>
                  <a:lnTo>
                    <a:pt x="1697" y="4717"/>
                  </a:lnTo>
                  <a:lnTo>
                    <a:pt x="1736" y="4731"/>
                  </a:lnTo>
                  <a:lnTo>
                    <a:pt x="1776" y="4742"/>
                  </a:lnTo>
                  <a:lnTo>
                    <a:pt x="1818" y="4753"/>
                  </a:lnTo>
                  <a:lnTo>
                    <a:pt x="1860" y="4760"/>
                  </a:lnTo>
                  <a:lnTo>
                    <a:pt x="1902" y="4765"/>
                  </a:lnTo>
                  <a:lnTo>
                    <a:pt x="1946" y="4768"/>
                  </a:lnTo>
                  <a:lnTo>
                    <a:pt x="1988" y="4768"/>
                  </a:lnTo>
                  <a:lnTo>
                    <a:pt x="2031" y="4767"/>
                  </a:lnTo>
                  <a:lnTo>
                    <a:pt x="2073" y="4763"/>
                  </a:lnTo>
                  <a:lnTo>
                    <a:pt x="2114" y="4758"/>
                  </a:lnTo>
                  <a:lnTo>
                    <a:pt x="2154" y="4751"/>
                  </a:lnTo>
                  <a:lnTo>
                    <a:pt x="2193" y="4740"/>
                  </a:lnTo>
                  <a:lnTo>
                    <a:pt x="2230" y="4729"/>
                  </a:lnTo>
                  <a:lnTo>
                    <a:pt x="2264" y="4715"/>
                  </a:lnTo>
                  <a:lnTo>
                    <a:pt x="2297" y="4700"/>
                  </a:lnTo>
                  <a:lnTo>
                    <a:pt x="3639" y="3825"/>
                  </a:lnTo>
                  <a:lnTo>
                    <a:pt x="3673" y="3795"/>
                  </a:lnTo>
                  <a:lnTo>
                    <a:pt x="3707" y="3761"/>
                  </a:lnTo>
                  <a:lnTo>
                    <a:pt x="3738" y="3725"/>
                  </a:lnTo>
                  <a:lnTo>
                    <a:pt x="3768" y="3685"/>
                  </a:lnTo>
                  <a:lnTo>
                    <a:pt x="3796" y="3644"/>
                  </a:lnTo>
                  <a:lnTo>
                    <a:pt x="3821" y="3599"/>
                  </a:lnTo>
                  <a:lnTo>
                    <a:pt x="3846" y="3553"/>
                  </a:lnTo>
                  <a:lnTo>
                    <a:pt x="3868" y="3505"/>
                  </a:lnTo>
                  <a:lnTo>
                    <a:pt x="3888" y="3456"/>
                  </a:lnTo>
                  <a:lnTo>
                    <a:pt x="3907" y="3406"/>
                  </a:lnTo>
                  <a:lnTo>
                    <a:pt x="3922" y="3354"/>
                  </a:lnTo>
                  <a:lnTo>
                    <a:pt x="3935" y="3303"/>
                  </a:lnTo>
                  <a:lnTo>
                    <a:pt x="3946" y="3250"/>
                  </a:lnTo>
                  <a:lnTo>
                    <a:pt x="3953" y="3197"/>
                  </a:lnTo>
                  <a:lnTo>
                    <a:pt x="3957" y="3144"/>
                  </a:lnTo>
                  <a:lnTo>
                    <a:pt x="3960" y="3092"/>
                  </a:lnTo>
                  <a:lnTo>
                    <a:pt x="3959" y="1313"/>
                  </a:lnTo>
                  <a:lnTo>
                    <a:pt x="3955" y="1271"/>
                  </a:lnTo>
                  <a:lnTo>
                    <a:pt x="3949" y="1229"/>
                  </a:lnTo>
                  <a:lnTo>
                    <a:pt x="3941" y="1189"/>
                  </a:lnTo>
                  <a:lnTo>
                    <a:pt x="3930" y="1149"/>
                  </a:lnTo>
                  <a:lnTo>
                    <a:pt x="3918" y="1111"/>
                  </a:lnTo>
                  <a:lnTo>
                    <a:pt x="3902" y="1075"/>
                  </a:lnTo>
                  <a:lnTo>
                    <a:pt x="3886" y="1040"/>
                  </a:lnTo>
                  <a:lnTo>
                    <a:pt x="3867" y="1006"/>
                  </a:lnTo>
                  <a:lnTo>
                    <a:pt x="3846" y="973"/>
                  </a:lnTo>
                  <a:lnTo>
                    <a:pt x="3823" y="942"/>
                  </a:lnTo>
                  <a:lnTo>
                    <a:pt x="3798" y="913"/>
                  </a:lnTo>
                  <a:lnTo>
                    <a:pt x="3771" y="886"/>
                  </a:lnTo>
                  <a:lnTo>
                    <a:pt x="3743" y="860"/>
                  </a:lnTo>
                  <a:lnTo>
                    <a:pt x="3714" y="837"/>
                  </a:lnTo>
                  <a:lnTo>
                    <a:pt x="3682" y="816"/>
                  </a:lnTo>
                  <a:lnTo>
                    <a:pt x="3649" y="796"/>
                  </a:lnTo>
                  <a:lnTo>
                    <a:pt x="2386" y="83"/>
                  </a:lnTo>
                  <a:lnTo>
                    <a:pt x="2350" y="65"/>
                  </a:lnTo>
                  <a:lnTo>
                    <a:pt x="2310" y="50"/>
                  </a:lnTo>
                  <a:lnTo>
                    <a:pt x="2268" y="36"/>
                  </a:lnTo>
                  <a:lnTo>
                    <a:pt x="2223" y="24"/>
                  </a:lnTo>
                  <a:lnTo>
                    <a:pt x="2178" y="15"/>
                  </a:lnTo>
                  <a:lnTo>
                    <a:pt x="2131" y="8"/>
                  </a:lnTo>
                  <a:lnTo>
                    <a:pt x="2082" y="3"/>
                  </a:lnTo>
                  <a:lnTo>
                    <a:pt x="2032" y="0"/>
                  </a:lnTo>
                  <a:lnTo>
                    <a:pt x="1982" y="1"/>
                  </a:lnTo>
                  <a:lnTo>
                    <a:pt x="1933" y="3"/>
                  </a:lnTo>
                  <a:lnTo>
                    <a:pt x="1882" y="9"/>
                  </a:lnTo>
                  <a:lnTo>
                    <a:pt x="1833" y="17"/>
                  </a:lnTo>
                  <a:lnTo>
                    <a:pt x="1785" y="29"/>
                  </a:lnTo>
                  <a:lnTo>
                    <a:pt x="1737" y="43"/>
                  </a:lnTo>
                  <a:lnTo>
                    <a:pt x="1691" y="62"/>
                  </a:lnTo>
                  <a:lnTo>
                    <a:pt x="1647" y="83"/>
                  </a:lnTo>
                  <a:lnTo>
                    <a:pt x="311" y="782"/>
                  </a:lnTo>
                  <a:lnTo>
                    <a:pt x="276" y="803"/>
                  </a:lnTo>
                  <a:lnTo>
                    <a:pt x="243" y="826"/>
                  </a:lnTo>
                  <a:lnTo>
                    <a:pt x="213" y="852"/>
                  </a:lnTo>
                  <a:lnTo>
                    <a:pt x="184" y="879"/>
                  </a:lnTo>
                  <a:lnTo>
                    <a:pt x="155" y="908"/>
                  </a:lnTo>
                  <a:lnTo>
                    <a:pt x="131" y="939"/>
                  </a:lnTo>
                  <a:lnTo>
                    <a:pt x="107" y="971"/>
                  </a:lnTo>
                  <a:lnTo>
                    <a:pt x="86" y="1005"/>
                  </a:lnTo>
                  <a:lnTo>
                    <a:pt x="68" y="1040"/>
                  </a:lnTo>
                  <a:lnTo>
                    <a:pt x="50" y="1076"/>
                  </a:lnTo>
                  <a:lnTo>
                    <a:pt x="36" y="1115"/>
                  </a:lnTo>
                  <a:lnTo>
                    <a:pt x="23" y="1153"/>
                  </a:lnTo>
                  <a:lnTo>
                    <a:pt x="14" y="1195"/>
                  </a:lnTo>
                  <a:lnTo>
                    <a:pt x="7" y="1236"/>
                  </a:lnTo>
                  <a:lnTo>
                    <a:pt x="2" y="1279"/>
                  </a:lnTo>
                  <a:lnTo>
                    <a:pt x="0" y="1322"/>
                  </a:lnTo>
                  <a:lnTo>
                    <a:pt x="0" y="3093"/>
                  </a:lnTo>
                  <a:lnTo>
                    <a:pt x="2" y="3147"/>
                  </a:lnTo>
                  <a:lnTo>
                    <a:pt x="7" y="3202"/>
                  </a:lnTo>
                  <a:lnTo>
                    <a:pt x="15" y="3257"/>
                  </a:lnTo>
                  <a:lnTo>
                    <a:pt x="27" y="3312"/>
                  </a:lnTo>
                  <a:lnTo>
                    <a:pt x="42" y="3366"/>
                  </a:lnTo>
                  <a:lnTo>
                    <a:pt x="59" y="3420"/>
                  </a:lnTo>
                  <a:lnTo>
                    <a:pt x="79" y="3474"/>
                  </a:lnTo>
                  <a:lnTo>
                    <a:pt x="102" y="3525"/>
                  </a:lnTo>
                  <a:lnTo>
                    <a:pt x="127" y="3576"/>
                  </a:lnTo>
                  <a:lnTo>
                    <a:pt x="154" y="3624"/>
                  </a:lnTo>
                  <a:lnTo>
                    <a:pt x="184" y="3670"/>
                  </a:lnTo>
                  <a:lnTo>
                    <a:pt x="214" y="3712"/>
                  </a:lnTo>
                  <a:lnTo>
                    <a:pt x="247" y="3752"/>
                  </a:lnTo>
                  <a:lnTo>
                    <a:pt x="281" y="3788"/>
                  </a:lnTo>
                  <a:lnTo>
                    <a:pt x="317" y="3821"/>
                  </a:lnTo>
                  <a:lnTo>
                    <a:pt x="353" y="384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9946" name="Freeform 36"/>
            <p:cNvSpPr>
              <a:spLocks/>
            </p:cNvSpPr>
            <p:nvPr/>
          </p:nvSpPr>
          <p:spPr bwMode="auto">
            <a:xfrm>
              <a:off x="943" y="2210"/>
              <a:ext cx="276" cy="187"/>
            </a:xfrm>
            <a:custGeom>
              <a:avLst/>
              <a:gdLst>
                <a:gd name="T0" fmla="*/ 11 w 1380"/>
                <a:gd name="T1" fmla="*/ 7 h 937"/>
                <a:gd name="T2" fmla="*/ 11 w 1380"/>
                <a:gd name="T3" fmla="*/ 7 h 937"/>
                <a:gd name="T4" fmla="*/ 0 w 1380"/>
                <a:gd name="T5" fmla="*/ 0 h 937"/>
                <a:gd name="T6" fmla="*/ 0 w 1380"/>
                <a:gd name="T7" fmla="*/ 1 h 937"/>
                <a:gd name="T8" fmla="*/ 10 w 1380"/>
                <a:gd name="T9" fmla="*/ 7 h 937"/>
                <a:gd name="T10" fmla="*/ 10 w 1380"/>
                <a:gd name="T11" fmla="*/ 7 h 937"/>
                <a:gd name="T12" fmla="*/ 10 w 1380"/>
                <a:gd name="T13" fmla="*/ 7 h 937"/>
                <a:gd name="T14" fmla="*/ 11 w 1380"/>
                <a:gd name="T15" fmla="*/ 7 h 937"/>
                <a:gd name="T16" fmla="*/ 11 w 1380"/>
                <a:gd name="T17" fmla="*/ 7 h 937"/>
                <a:gd name="T18" fmla="*/ 11 w 1380"/>
                <a:gd name="T19" fmla="*/ 7 h 937"/>
                <a:gd name="T20" fmla="*/ 11 w 1380"/>
                <a:gd name="T21" fmla="*/ 7 h 937"/>
                <a:gd name="T22" fmla="*/ 11 w 1380"/>
                <a:gd name="T23" fmla="*/ 7 h 937"/>
                <a:gd name="T24" fmla="*/ 11 w 1380"/>
                <a:gd name="T25" fmla="*/ 7 h 937"/>
                <a:gd name="T26" fmla="*/ 11 w 1380"/>
                <a:gd name="T27" fmla="*/ 7 h 937"/>
                <a:gd name="T28" fmla="*/ 11 w 1380"/>
                <a:gd name="T29" fmla="*/ 7 h 937"/>
                <a:gd name="T30" fmla="*/ 11 w 1380"/>
                <a:gd name="T31" fmla="*/ 7 h 93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80"/>
                <a:gd name="T49" fmla="*/ 0 h 937"/>
                <a:gd name="T50" fmla="*/ 1380 w 1380"/>
                <a:gd name="T51" fmla="*/ 937 h 93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80" h="937">
                  <a:moveTo>
                    <a:pt x="1354" y="848"/>
                  </a:moveTo>
                  <a:lnTo>
                    <a:pt x="1359" y="851"/>
                  </a:lnTo>
                  <a:lnTo>
                    <a:pt x="51" y="0"/>
                  </a:lnTo>
                  <a:lnTo>
                    <a:pt x="0" y="78"/>
                  </a:lnTo>
                  <a:lnTo>
                    <a:pt x="1307" y="929"/>
                  </a:lnTo>
                  <a:lnTo>
                    <a:pt x="1312" y="932"/>
                  </a:lnTo>
                  <a:lnTo>
                    <a:pt x="1307" y="929"/>
                  </a:lnTo>
                  <a:lnTo>
                    <a:pt x="1326" y="937"/>
                  </a:lnTo>
                  <a:lnTo>
                    <a:pt x="1345" y="936"/>
                  </a:lnTo>
                  <a:lnTo>
                    <a:pt x="1360" y="929"/>
                  </a:lnTo>
                  <a:lnTo>
                    <a:pt x="1372" y="916"/>
                  </a:lnTo>
                  <a:lnTo>
                    <a:pt x="1379" y="899"/>
                  </a:lnTo>
                  <a:lnTo>
                    <a:pt x="1380" y="883"/>
                  </a:lnTo>
                  <a:lnTo>
                    <a:pt x="1374" y="865"/>
                  </a:lnTo>
                  <a:lnTo>
                    <a:pt x="1359" y="851"/>
                  </a:lnTo>
                  <a:lnTo>
                    <a:pt x="1354" y="84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9947" name="Freeform 37"/>
            <p:cNvSpPr>
              <a:spLocks/>
            </p:cNvSpPr>
            <p:nvPr/>
          </p:nvSpPr>
          <p:spPr bwMode="auto">
            <a:xfrm>
              <a:off x="1206" y="2379"/>
              <a:ext cx="140" cy="32"/>
            </a:xfrm>
            <a:custGeom>
              <a:avLst/>
              <a:gdLst>
                <a:gd name="T0" fmla="*/ 5 w 703"/>
                <a:gd name="T1" fmla="*/ 0 h 162"/>
                <a:gd name="T2" fmla="*/ 5 w 703"/>
                <a:gd name="T3" fmla="*/ 0 h 162"/>
                <a:gd name="T4" fmla="*/ 5 w 703"/>
                <a:gd name="T5" fmla="*/ 0 h 162"/>
                <a:gd name="T6" fmla="*/ 5 w 703"/>
                <a:gd name="T7" fmla="*/ 0 h 162"/>
                <a:gd name="T8" fmla="*/ 4 w 703"/>
                <a:gd name="T9" fmla="*/ 0 h 162"/>
                <a:gd name="T10" fmla="*/ 4 w 703"/>
                <a:gd name="T11" fmla="*/ 0 h 162"/>
                <a:gd name="T12" fmla="*/ 4 w 703"/>
                <a:gd name="T13" fmla="*/ 0 h 162"/>
                <a:gd name="T14" fmla="*/ 3 w 703"/>
                <a:gd name="T15" fmla="*/ 1 h 162"/>
                <a:gd name="T16" fmla="*/ 3 w 703"/>
                <a:gd name="T17" fmla="*/ 1 h 162"/>
                <a:gd name="T18" fmla="*/ 3 w 703"/>
                <a:gd name="T19" fmla="*/ 1 h 162"/>
                <a:gd name="T20" fmla="*/ 2 w 703"/>
                <a:gd name="T21" fmla="*/ 1 h 162"/>
                <a:gd name="T22" fmla="*/ 2 w 703"/>
                <a:gd name="T23" fmla="*/ 1 h 162"/>
                <a:gd name="T24" fmla="*/ 2 w 703"/>
                <a:gd name="T25" fmla="*/ 0 h 162"/>
                <a:gd name="T26" fmla="*/ 1 w 703"/>
                <a:gd name="T27" fmla="*/ 0 h 162"/>
                <a:gd name="T28" fmla="*/ 1 w 703"/>
                <a:gd name="T29" fmla="*/ 0 h 162"/>
                <a:gd name="T30" fmla="*/ 1 w 703"/>
                <a:gd name="T31" fmla="*/ 0 h 162"/>
                <a:gd name="T32" fmla="*/ 1 w 703"/>
                <a:gd name="T33" fmla="*/ 0 h 162"/>
                <a:gd name="T34" fmla="*/ 0 w 703"/>
                <a:gd name="T35" fmla="*/ 0 h 162"/>
                <a:gd name="T36" fmla="*/ 0 w 703"/>
                <a:gd name="T37" fmla="*/ 1 h 162"/>
                <a:gd name="T38" fmla="*/ 0 w 703"/>
                <a:gd name="T39" fmla="*/ 1 h 162"/>
                <a:gd name="T40" fmla="*/ 1 w 703"/>
                <a:gd name="T41" fmla="*/ 1 h 162"/>
                <a:gd name="T42" fmla="*/ 1 w 703"/>
                <a:gd name="T43" fmla="*/ 1 h 162"/>
                <a:gd name="T44" fmla="*/ 1 w 703"/>
                <a:gd name="T45" fmla="*/ 1 h 162"/>
                <a:gd name="T46" fmla="*/ 2 w 703"/>
                <a:gd name="T47" fmla="*/ 1 h 162"/>
                <a:gd name="T48" fmla="*/ 2 w 703"/>
                <a:gd name="T49" fmla="*/ 1 h 162"/>
                <a:gd name="T50" fmla="*/ 2 w 703"/>
                <a:gd name="T51" fmla="*/ 1 h 162"/>
                <a:gd name="T52" fmla="*/ 3 w 703"/>
                <a:gd name="T53" fmla="*/ 1 h 162"/>
                <a:gd name="T54" fmla="*/ 3 w 703"/>
                <a:gd name="T55" fmla="*/ 1 h 162"/>
                <a:gd name="T56" fmla="*/ 3 w 703"/>
                <a:gd name="T57" fmla="*/ 1 h 162"/>
                <a:gd name="T58" fmla="*/ 4 w 703"/>
                <a:gd name="T59" fmla="*/ 1 h 162"/>
                <a:gd name="T60" fmla="*/ 4 w 703"/>
                <a:gd name="T61" fmla="*/ 1 h 162"/>
                <a:gd name="T62" fmla="*/ 5 w 703"/>
                <a:gd name="T63" fmla="*/ 1 h 162"/>
                <a:gd name="T64" fmla="*/ 5 w 703"/>
                <a:gd name="T65" fmla="*/ 1 h 162"/>
                <a:gd name="T66" fmla="*/ 5 w 703"/>
                <a:gd name="T67" fmla="*/ 1 h 162"/>
                <a:gd name="T68" fmla="*/ 5 w 703"/>
                <a:gd name="T69" fmla="*/ 1 h 162"/>
                <a:gd name="T70" fmla="*/ 5 w 703"/>
                <a:gd name="T71" fmla="*/ 1 h 162"/>
                <a:gd name="T72" fmla="*/ 5 w 703"/>
                <a:gd name="T73" fmla="*/ 1 h 162"/>
                <a:gd name="T74" fmla="*/ 5 w 703"/>
                <a:gd name="T75" fmla="*/ 1 h 162"/>
                <a:gd name="T76" fmla="*/ 6 w 703"/>
                <a:gd name="T77" fmla="*/ 0 h 162"/>
                <a:gd name="T78" fmla="*/ 6 w 703"/>
                <a:gd name="T79" fmla="*/ 0 h 162"/>
                <a:gd name="T80" fmla="*/ 6 w 703"/>
                <a:gd name="T81" fmla="*/ 0 h 162"/>
                <a:gd name="T82" fmla="*/ 5 w 703"/>
                <a:gd name="T83" fmla="*/ 0 h 162"/>
                <a:gd name="T84" fmla="*/ 5 w 703"/>
                <a:gd name="T85" fmla="*/ 0 h 162"/>
                <a:gd name="T86" fmla="*/ 5 w 703"/>
                <a:gd name="T87" fmla="*/ 0 h 162"/>
                <a:gd name="T88" fmla="*/ 5 w 703"/>
                <a:gd name="T89" fmla="*/ 0 h 162"/>
                <a:gd name="T90" fmla="*/ 5 w 703"/>
                <a:gd name="T91" fmla="*/ 0 h 162"/>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703"/>
                <a:gd name="T139" fmla="*/ 0 h 162"/>
                <a:gd name="T140" fmla="*/ 703 w 703"/>
                <a:gd name="T141" fmla="*/ 162 h 162"/>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703" h="162">
                  <a:moveTo>
                    <a:pt x="631" y="8"/>
                  </a:moveTo>
                  <a:lnTo>
                    <a:pt x="636" y="6"/>
                  </a:lnTo>
                  <a:lnTo>
                    <a:pt x="606" y="20"/>
                  </a:lnTo>
                  <a:lnTo>
                    <a:pt x="575" y="32"/>
                  </a:lnTo>
                  <a:lnTo>
                    <a:pt x="540" y="42"/>
                  </a:lnTo>
                  <a:lnTo>
                    <a:pt x="504" y="52"/>
                  </a:lnTo>
                  <a:lnTo>
                    <a:pt x="467" y="59"/>
                  </a:lnTo>
                  <a:lnTo>
                    <a:pt x="428" y="64"/>
                  </a:lnTo>
                  <a:lnTo>
                    <a:pt x="389" y="67"/>
                  </a:lnTo>
                  <a:lnTo>
                    <a:pt x="348" y="68"/>
                  </a:lnTo>
                  <a:lnTo>
                    <a:pt x="308" y="68"/>
                  </a:lnTo>
                  <a:lnTo>
                    <a:pt x="267" y="65"/>
                  </a:lnTo>
                  <a:lnTo>
                    <a:pt x="226" y="61"/>
                  </a:lnTo>
                  <a:lnTo>
                    <a:pt x="187" y="54"/>
                  </a:lnTo>
                  <a:lnTo>
                    <a:pt x="148" y="44"/>
                  </a:lnTo>
                  <a:lnTo>
                    <a:pt x="110" y="33"/>
                  </a:lnTo>
                  <a:lnTo>
                    <a:pt x="75" y="20"/>
                  </a:lnTo>
                  <a:lnTo>
                    <a:pt x="42" y="5"/>
                  </a:lnTo>
                  <a:lnTo>
                    <a:pt x="0" y="89"/>
                  </a:lnTo>
                  <a:lnTo>
                    <a:pt x="40" y="107"/>
                  </a:lnTo>
                  <a:lnTo>
                    <a:pt x="82" y="122"/>
                  </a:lnTo>
                  <a:lnTo>
                    <a:pt x="124" y="135"/>
                  </a:lnTo>
                  <a:lnTo>
                    <a:pt x="169" y="146"/>
                  </a:lnTo>
                  <a:lnTo>
                    <a:pt x="214" y="153"/>
                  </a:lnTo>
                  <a:lnTo>
                    <a:pt x="258" y="158"/>
                  </a:lnTo>
                  <a:lnTo>
                    <a:pt x="303" y="162"/>
                  </a:lnTo>
                  <a:lnTo>
                    <a:pt x="348" y="162"/>
                  </a:lnTo>
                  <a:lnTo>
                    <a:pt x="394" y="161"/>
                  </a:lnTo>
                  <a:lnTo>
                    <a:pt x="439" y="157"/>
                  </a:lnTo>
                  <a:lnTo>
                    <a:pt x="481" y="150"/>
                  </a:lnTo>
                  <a:lnTo>
                    <a:pt x="525" y="143"/>
                  </a:lnTo>
                  <a:lnTo>
                    <a:pt x="566" y="132"/>
                  </a:lnTo>
                  <a:lnTo>
                    <a:pt x="606" y="121"/>
                  </a:lnTo>
                  <a:lnTo>
                    <a:pt x="643" y="105"/>
                  </a:lnTo>
                  <a:lnTo>
                    <a:pt x="678" y="88"/>
                  </a:lnTo>
                  <a:lnTo>
                    <a:pt x="683" y="86"/>
                  </a:lnTo>
                  <a:lnTo>
                    <a:pt x="678" y="88"/>
                  </a:lnTo>
                  <a:lnTo>
                    <a:pt x="695" y="75"/>
                  </a:lnTo>
                  <a:lnTo>
                    <a:pt x="702" y="60"/>
                  </a:lnTo>
                  <a:lnTo>
                    <a:pt x="703" y="42"/>
                  </a:lnTo>
                  <a:lnTo>
                    <a:pt x="698" y="26"/>
                  </a:lnTo>
                  <a:lnTo>
                    <a:pt x="688" y="12"/>
                  </a:lnTo>
                  <a:lnTo>
                    <a:pt x="674" y="3"/>
                  </a:lnTo>
                  <a:lnTo>
                    <a:pt x="656" y="0"/>
                  </a:lnTo>
                  <a:lnTo>
                    <a:pt x="636" y="6"/>
                  </a:lnTo>
                  <a:lnTo>
                    <a:pt x="631"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9948" name="Freeform 38"/>
            <p:cNvSpPr>
              <a:spLocks/>
            </p:cNvSpPr>
            <p:nvPr/>
          </p:nvSpPr>
          <p:spPr bwMode="auto">
            <a:xfrm>
              <a:off x="1332" y="2204"/>
              <a:ext cx="283" cy="192"/>
            </a:xfrm>
            <a:custGeom>
              <a:avLst/>
              <a:gdLst>
                <a:gd name="T0" fmla="*/ 11 w 1415"/>
                <a:gd name="T1" fmla="*/ 0 h 960"/>
                <a:gd name="T2" fmla="*/ 11 w 1415"/>
                <a:gd name="T3" fmla="*/ 0 h 960"/>
                <a:gd name="T4" fmla="*/ 0 w 1415"/>
                <a:gd name="T5" fmla="*/ 7 h 960"/>
                <a:gd name="T6" fmla="*/ 0 w 1415"/>
                <a:gd name="T7" fmla="*/ 8 h 960"/>
                <a:gd name="T8" fmla="*/ 11 w 1415"/>
                <a:gd name="T9" fmla="*/ 1 h 960"/>
                <a:gd name="T10" fmla="*/ 11 w 1415"/>
                <a:gd name="T11" fmla="*/ 1 h 960"/>
                <a:gd name="T12" fmla="*/ 11 w 1415"/>
                <a:gd name="T13" fmla="*/ 1 h 960"/>
                <a:gd name="T14" fmla="*/ 11 w 1415"/>
                <a:gd name="T15" fmla="*/ 1 h 960"/>
                <a:gd name="T16" fmla="*/ 11 w 1415"/>
                <a:gd name="T17" fmla="*/ 0 h 960"/>
                <a:gd name="T18" fmla="*/ 11 w 1415"/>
                <a:gd name="T19" fmla="*/ 0 h 960"/>
                <a:gd name="T20" fmla="*/ 11 w 1415"/>
                <a:gd name="T21" fmla="*/ 0 h 960"/>
                <a:gd name="T22" fmla="*/ 11 w 1415"/>
                <a:gd name="T23" fmla="*/ 0 h 960"/>
                <a:gd name="T24" fmla="*/ 11 w 1415"/>
                <a:gd name="T25" fmla="*/ 0 h 960"/>
                <a:gd name="T26" fmla="*/ 11 w 1415"/>
                <a:gd name="T27" fmla="*/ 0 h 960"/>
                <a:gd name="T28" fmla="*/ 11 w 1415"/>
                <a:gd name="T29" fmla="*/ 0 h 960"/>
                <a:gd name="T30" fmla="*/ 11 w 1415"/>
                <a:gd name="T31" fmla="*/ 0 h 96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15"/>
                <a:gd name="T49" fmla="*/ 0 h 960"/>
                <a:gd name="T50" fmla="*/ 1415 w 1415"/>
                <a:gd name="T51" fmla="*/ 960 h 96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15" h="960">
                  <a:moveTo>
                    <a:pt x="1338" y="10"/>
                  </a:moveTo>
                  <a:lnTo>
                    <a:pt x="1342" y="8"/>
                  </a:lnTo>
                  <a:lnTo>
                    <a:pt x="0" y="882"/>
                  </a:lnTo>
                  <a:lnTo>
                    <a:pt x="52" y="960"/>
                  </a:lnTo>
                  <a:lnTo>
                    <a:pt x="1393" y="85"/>
                  </a:lnTo>
                  <a:lnTo>
                    <a:pt x="1397" y="83"/>
                  </a:lnTo>
                  <a:lnTo>
                    <a:pt x="1393" y="85"/>
                  </a:lnTo>
                  <a:lnTo>
                    <a:pt x="1409" y="71"/>
                  </a:lnTo>
                  <a:lnTo>
                    <a:pt x="1415" y="53"/>
                  </a:lnTo>
                  <a:lnTo>
                    <a:pt x="1413" y="37"/>
                  </a:lnTo>
                  <a:lnTo>
                    <a:pt x="1406" y="21"/>
                  </a:lnTo>
                  <a:lnTo>
                    <a:pt x="1395" y="8"/>
                  </a:lnTo>
                  <a:lnTo>
                    <a:pt x="1379" y="1"/>
                  </a:lnTo>
                  <a:lnTo>
                    <a:pt x="1361" y="0"/>
                  </a:lnTo>
                  <a:lnTo>
                    <a:pt x="1342" y="8"/>
                  </a:lnTo>
                  <a:lnTo>
                    <a:pt x="1338" y="1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9949" name="Freeform 39"/>
            <p:cNvSpPr>
              <a:spLocks/>
            </p:cNvSpPr>
            <p:nvPr/>
          </p:nvSpPr>
          <p:spPr bwMode="auto">
            <a:xfrm>
              <a:off x="1599" y="2057"/>
              <a:ext cx="80" cy="163"/>
            </a:xfrm>
            <a:custGeom>
              <a:avLst/>
              <a:gdLst>
                <a:gd name="T0" fmla="*/ 2 w 398"/>
                <a:gd name="T1" fmla="*/ 0 h 817"/>
                <a:gd name="T2" fmla="*/ 2 w 398"/>
                <a:gd name="T3" fmla="*/ 0 h 817"/>
                <a:gd name="T4" fmla="*/ 2 w 398"/>
                <a:gd name="T5" fmla="*/ 1 h 817"/>
                <a:gd name="T6" fmla="*/ 2 w 398"/>
                <a:gd name="T7" fmla="*/ 1 h 817"/>
                <a:gd name="T8" fmla="*/ 2 w 398"/>
                <a:gd name="T9" fmla="*/ 2 h 817"/>
                <a:gd name="T10" fmla="*/ 2 w 398"/>
                <a:gd name="T11" fmla="*/ 2 h 817"/>
                <a:gd name="T12" fmla="*/ 2 w 398"/>
                <a:gd name="T13" fmla="*/ 2 h 817"/>
                <a:gd name="T14" fmla="*/ 2 w 398"/>
                <a:gd name="T15" fmla="*/ 3 h 817"/>
                <a:gd name="T16" fmla="*/ 2 w 398"/>
                <a:gd name="T17" fmla="*/ 3 h 817"/>
                <a:gd name="T18" fmla="*/ 2 w 398"/>
                <a:gd name="T19" fmla="*/ 4 h 817"/>
                <a:gd name="T20" fmla="*/ 2 w 398"/>
                <a:gd name="T21" fmla="*/ 4 h 817"/>
                <a:gd name="T22" fmla="*/ 1 w 398"/>
                <a:gd name="T23" fmla="*/ 4 h 817"/>
                <a:gd name="T24" fmla="*/ 1 w 398"/>
                <a:gd name="T25" fmla="*/ 5 h 817"/>
                <a:gd name="T26" fmla="*/ 1 w 398"/>
                <a:gd name="T27" fmla="*/ 5 h 817"/>
                <a:gd name="T28" fmla="*/ 1 w 398"/>
                <a:gd name="T29" fmla="*/ 5 h 817"/>
                <a:gd name="T30" fmla="*/ 1 w 398"/>
                <a:gd name="T31" fmla="*/ 5 h 817"/>
                <a:gd name="T32" fmla="*/ 0 w 398"/>
                <a:gd name="T33" fmla="*/ 6 h 817"/>
                <a:gd name="T34" fmla="*/ 0 w 398"/>
                <a:gd name="T35" fmla="*/ 6 h 817"/>
                <a:gd name="T36" fmla="*/ 0 w 398"/>
                <a:gd name="T37" fmla="*/ 7 h 817"/>
                <a:gd name="T38" fmla="*/ 1 w 398"/>
                <a:gd name="T39" fmla="*/ 6 h 817"/>
                <a:gd name="T40" fmla="*/ 1 w 398"/>
                <a:gd name="T41" fmla="*/ 6 h 817"/>
                <a:gd name="T42" fmla="*/ 1 w 398"/>
                <a:gd name="T43" fmla="*/ 6 h 817"/>
                <a:gd name="T44" fmla="*/ 2 w 398"/>
                <a:gd name="T45" fmla="*/ 5 h 817"/>
                <a:gd name="T46" fmla="*/ 2 w 398"/>
                <a:gd name="T47" fmla="*/ 5 h 817"/>
                <a:gd name="T48" fmla="*/ 2 w 398"/>
                <a:gd name="T49" fmla="*/ 5 h 817"/>
                <a:gd name="T50" fmla="*/ 2 w 398"/>
                <a:gd name="T51" fmla="*/ 4 h 817"/>
                <a:gd name="T52" fmla="*/ 2 w 398"/>
                <a:gd name="T53" fmla="*/ 4 h 817"/>
                <a:gd name="T54" fmla="*/ 3 w 398"/>
                <a:gd name="T55" fmla="*/ 3 h 817"/>
                <a:gd name="T56" fmla="*/ 3 w 398"/>
                <a:gd name="T57" fmla="*/ 3 h 817"/>
                <a:gd name="T58" fmla="*/ 3 w 398"/>
                <a:gd name="T59" fmla="*/ 3 h 817"/>
                <a:gd name="T60" fmla="*/ 3 w 398"/>
                <a:gd name="T61" fmla="*/ 2 h 817"/>
                <a:gd name="T62" fmla="*/ 3 w 398"/>
                <a:gd name="T63" fmla="*/ 2 h 817"/>
                <a:gd name="T64" fmla="*/ 3 w 398"/>
                <a:gd name="T65" fmla="*/ 1 h 817"/>
                <a:gd name="T66" fmla="*/ 3 w 398"/>
                <a:gd name="T67" fmla="*/ 1 h 817"/>
                <a:gd name="T68" fmla="*/ 3 w 398"/>
                <a:gd name="T69" fmla="*/ 0 h 817"/>
                <a:gd name="T70" fmla="*/ 3 w 398"/>
                <a:gd name="T71" fmla="*/ 0 h 817"/>
                <a:gd name="T72" fmla="*/ 3 w 398"/>
                <a:gd name="T73" fmla="*/ 0 h 817"/>
                <a:gd name="T74" fmla="*/ 3 w 398"/>
                <a:gd name="T75" fmla="*/ 0 h 817"/>
                <a:gd name="T76" fmla="*/ 3 w 398"/>
                <a:gd name="T77" fmla="*/ 0 h 817"/>
                <a:gd name="T78" fmla="*/ 3 w 398"/>
                <a:gd name="T79" fmla="*/ 0 h 817"/>
                <a:gd name="T80" fmla="*/ 3 w 398"/>
                <a:gd name="T81" fmla="*/ 0 h 817"/>
                <a:gd name="T82" fmla="*/ 3 w 398"/>
                <a:gd name="T83" fmla="*/ 0 h 817"/>
                <a:gd name="T84" fmla="*/ 3 w 398"/>
                <a:gd name="T85" fmla="*/ 0 h 817"/>
                <a:gd name="T86" fmla="*/ 2 w 398"/>
                <a:gd name="T87" fmla="*/ 0 h 817"/>
                <a:gd name="T88" fmla="*/ 2 w 398"/>
                <a:gd name="T89" fmla="*/ 0 h 817"/>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398"/>
                <a:gd name="T136" fmla="*/ 0 h 817"/>
                <a:gd name="T137" fmla="*/ 398 w 398"/>
                <a:gd name="T138" fmla="*/ 817 h 817"/>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398" h="817">
                  <a:moveTo>
                    <a:pt x="304" y="47"/>
                  </a:moveTo>
                  <a:lnTo>
                    <a:pt x="304" y="47"/>
                  </a:lnTo>
                  <a:lnTo>
                    <a:pt x="301" y="97"/>
                  </a:lnTo>
                  <a:lnTo>
                    <a:pt x="297" y="147"/>
                  </a:lnTo>
                  <a:lnTo>
                    <a:pt x="291" y="198"/>
                  </a:lnTo>
                  <a:lnTo>
                    <a:pt x="280" y="247"/>
                  </a:lnTo>
                  <a:lnTo>
                    <a:pt x="268" y="297"/>
                  </a:lnTo>
                  <a:lnTo>
                    <a:pt x="253" y="347"/>
                  </a:lnTo>
                  <a:lnTo>
                    <a:pt x="236" y="395"/>
                  </a:lnTo>
                  <a:lnTo>
                    <a:pt x="217" y="442"/>
                  </a:lnTo>
                  <a:lnTo>
                    <a:pt x="195" y="487"/>
                  </a:lnTo>
                  <a:lnTo>
                    <a:pt x="171" y="532"/>
                  </a:lnTo>
                  <a:lnTo>
                    <a:pt x="147" y="574"/>
                  </a:lnTo>
                  <a:lnTo>
                    <a:pt x="121" y="613"/>
                  </a:lnTo>
                  <a:lnTo>
                    <a:pt x="93" y="650"/>
                  </a:lnTo>
                  <a:lnTo>
                    <a:pt x="64" y="684"/>
                  </a:lnTo>
                  <a:lnTo>
                    <a:pt x="32" y="716"/>
                  </a:lnTo>
                  <a:lnTo>
                    <a:pt x="0" y="744"/>
                  </a:lnTo>
                  <a:lnTo>
                    <a:pt x="59" y="817"/>
                  </a:lnTo>
                  <a:lnTo>
                    <a:pt x="95" y="784"/>
                  </a:lnTo>
                  <a:lnTo>
                    <a:pt x="132" y="748"/>
                  </a:lnTo>
                  <a:lnTo>
                    <a:pt x="166" y="709"/>
                  </a:lnTo>
                  <a:lnTo>
                    <a:pt x="196" y="667"/>
                  </a:lnTo>
                  <a:lnTo>
                    <a:pt x="227" y="623"/>
                  </a:lnTo>
                  <a:lnTo>
                    <a:pt x="253" y="576"/>
                  </a:lnTo>
                  <a:lnTo>
                    <a:pt x="279" y="530"/>
                  </a:lnTo>
                  <a:lnTo>
                    <a:pt x="301" y="479"/>
                  </a:lnTo>
                  <a:lnTo>
                    <a:pt x="323" y="428"/>
                  </a:lnTo>
                  <a:lnTo>
                    <a:pt x="342" y="375"/>
                  </a:lnTo>
                  <a:lnTo>
                    <a:pt x="359" y="321"/>
                  </a:lnTo>
                  <a:lnTo>
                    <a:pt x="372" y="268"/>
                  </a:lnTo>
                  <a:lnTo>
                    <a:pt x="382" y="212"/>
                  </a:lnTo>
                  <a:lnTo>
                    <a:pt x="391" y="157"/>
                  </a:lnTo>
                  <a:lnTo>
                    <a:pt x="395" y="102"/>
                  </a:lnTo>
                  <a:lnTo>
                    <a:pt x="398" y="47"/>
                  </a:lnTo>
                  <a:lnTo>
                    <a:pt x="394" y="27"/>
                  </a:lnTo>
                  <a:lnTo>
                    <a:pt x="383" y="11"/>
                  </a:lnTo>
                  <a:lnTo>
                    <a:pt x="368" y="3"/>
                  </a:lnTo>
                  <a:lnTo>
                    <a:pt x="351" y="0"/>
                  </a:lnTo>
                  <a:lnTo>
                    <a:pt x="333" y="3"/>
                  </a:lnTo>
                  <a:lnTo>
                    <a:pt x="319" y="11"/>
                  </a:lnTo>
                  <a:lnTo>
                    <a:pt x="307" y="27"/>
                  </a:lnTo>
                  <a:lnTo>
                    <a:pt x="304" y="4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9950" name="Freeform 40"/>
            <p:cNvSpPr>
              <a:spLocks/>
            </p:cNvSpPr>
            <p:nvPr/>
          </p:nvSpPr>
          <p:spPr bwMode="auto">
            <a:xfrm>
              <a:off x="1660" y="1701"/>
              <a:ext cx="19" cy="365"/>
            </a:xfrm>
            <a:custGeom>
              <a:avLst/>
              <a:gdLst>
                <a:gd name="T0" fmla="*/ 0 w 95"/>
                <a:gd name="T1" fmla="*/ 0 h 1826"/>
                <a:gd name="T2" fmla="*/ 0 w 95"/>
                <a:gd name="T3" fmla="*/ 0 h 1826"/>
                <a:gd name="T4" fmla="*/ 0 w 95"/>
                <a:gd name="T5" fmla="*/ 15 h 1826"/>
                <a:gd name="T6" fmla="*/ 1 w 95"/>
                <a:gd name="T7" fmla="*/ 15 h 1826"/>
                <a:gd name="T8" fmla="*/ 1 w 95"/>
                <a:gd name="T9" fmla="*/ 0 h 1826"/>
                <a:gd name="T10" fmla="*/ 1 w 95"/>
                <a:gd name="T11" fmla="*/ 0 h 1826"/>
                <a:gd name="T12" fmla="*/ 1 w 95"/>
                <a:gd name="T13" fmla="*/ 0 h 1826"/>
                <a:gd name="T14" fmla="*/ 1 w 95"/>
                <a:gd name="T15" fmla="*/ 0 h 1826"/>
                <a:gd name="T16" fmla="*/ 1 w 95"/>
                <a:gd name="T17" fmla="*/ 0 h 1826"/>
                <a:gd name="T18" fmla="*/ 1 w 95"/>
                <a:gd name="T19" fmla="*/ 0 h 1826"/>
                <a:gd name="T20" fmla="*/ 0 w 95"/>
                <a:gd name="T21" fmla="*/ 0 h 1826"/>
                <a:gd name="T22" fmla="*/ 0 w 95"/>
                <a:gd name="T23" fmla="*/ 0 h 1826"/>
                <a:gd name="T24" fmla="*/ 0 w 95"/>
                <a:gd name="T25" fmla="*/ 0 h 1826"/>
                <a:gd name="T26" fmla="*/ 0 w 95"/>
                <a:gd name="T27" fmla="*/ 0 h 1826"/>
                <a:gd name="T28" fmla="*/ 0 w 95"/>
                <a:gd name="T29" fmla="*/ 0 h 1826"/>
                <a:gd name="T30" fmla="*/ 0 w 95"/>
                <a:gd name="T31" fmla="*/ 0 h 182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95"/>
                <a:gd name="T49" fmla="*/ 0 h 1826"/>
                <a:gd name="T50" fmla="*/ 95 w 95"/>
                <a:gd name="T51" fmla="*/ 1826 h 182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95" h="1826">
                  <a:moveTo>
                    <a:pt x="0" y="49"/>
                  </a:moveTo>
                  <a:lnTo>
                    <a:pt x="0" y="47"/>
                  </a:lnTo>
                  <a:lnTo>
                    <a:pt x="1" y="1826"/>
                  </a:lnTo>
                  <a:lnTo>
                    <a:pt x="95" y="1826"/>
                  </a:lnTo>
                  <a:lnTo>
                    <a:pt x="93" y="47"/>
                  </a:lnTo>
                  <a:lnTo>
                    <a:pt x="93" y="45"/>
                  </a:lnTo>
                  <a:lnTo>
                    <a:pt x="93" y="47"/>
                  </a:lnTo>
                  <a:lnTo>
                    <a:pt x="90" y="27"/>
                  </a:lnTo>
                  <a:lnTo>
                    <a:pt x="79" y="12"/>
                  </a:lnTo>
                  <a:lnTo>
                    <a:pt x="64" y="4"/>
                  </a:lnTo>
                  <a:lnTo>
                    <a:pt x="47" y="0"/>
                  </a:lnTo>
                  <a:lnTo>
                    <a:pt x="29" y="4"/>
                  </a:lnTo>
                  <a:lnTo>
                    <a:pt x="15" y="12"/>
                  </a:lnTo>
                  <a:lnTo>
                    <a:pt x="3" y="27"/>
                  </a:lnTo>
                  <a:lnTo>
                    <a:pt x="0" y="47"/>
                  </a:lnTo>
                  <a:lnTo>
                    <a:pt x="0" y="4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9951" name="Freeform 41"/>
            <p:cNvSpPr>
              <a:spLocks/>
            </p:cNvSpPr>
            <p:nvPr/>
          </p:nvSpPr>
          <p:spPr bwMode="auto">
            <a:xfrm>
              <a:off x="1598" y="1598"/>
              <a:ext cx="81" cy="113"/>
            </a:xfrm>
            <a:custGeom>
              <a:avLst/>
              <a:gdLst>
                <a:gd name="T0" fmla="*/ 0 w 401"/>
                <a:gd name="T1" fmla="*/ 1 h 566"/>
                <a:gd name="T2" fmla="*/ 0 w 401"/>
                <a:gd name="T3" fmla="*/ 1 h 566"/>
                <a:gd name="T4" fmla="*/ 0 w 401"/>
                <a:gd name="T5" fmla="*/ 1 h 566"/>
                <a:gd name="T6" fmla="*/ 1 w 401"/>
                <a:gd name="T7" fmla="*/ 1 h 566"/>
                <a:gd name="T8" fmla="*/ 1 w 401"/>
                <a:gd name="T9" fmla="*/ 1 h 566"/>
                <a:gd name="T10" fmla="*/ 1 w 401"/>
                <a:gd name="T11" fmla="*/ 1 h 566"/>
                <a:gd name="T12" fmla="*/ 1 w 401"/>
                <a:gd name="T13" fmla="*/ 2 h 566"/>
                <a:gd name="T14" fmla="*/ 1 w 401"/>
                <a:gd name="T15" fmla="*/ 2 h 566"/>
                <a:gd name="T16" fmla="*/ 2 w 401"/>
                <a:gd name="T17" fmla="*/ 2 h 566"/>
                <a:gd name="T18" fmla="*/ 2 w 401"/>
                <a:gd name="T19" fmla="*/ 2 h 566"/>
                <a:gd name="T20" fmla="*/ 2 w 401"/>
                <a:gd name="T21" fmla="*/ 2 h 566"/>
                <a:gd name="T22" fmla="*/ 2 w 401"/>
                <a:gd name="T23" fmla="*/ 3 h 566"/>
                <a:gd name="T24" fmla="*/ 2 w 401"/>
                <a:gd name="T25" fmla="*/ 3 h 566"/>
                <a:gd name="T26" fmla="*/ 2 w 401"/>
                <a:gd name="T27" fmla="*/ 3 h 566"/>
                <a:gd name="T28" fmla="*/ 2 w 401"/>
                <a:gd name="T29" fmla="*/ 4 h 566"/>
                <a:gd name="T30" fmla="*/ 2 w 401"/>
                <a:gd name="T31" fmla="*/ 4 h 566"/>
                <a:gd name="T32" fmla="*/ 2 w 401"/>
                <a:gd name="T33" fmla="*/ 4 h 566"/>
                <a:gd name="T34" fmla="*/ 3 w 401"/>
                <a:gd name="T35" fmla="*/ 5 h 566"/>
                <a:gd name="T36" fmla="*/ 3 w 401"/>
                <a:gd name="T37" fmla="*/ 4 h 566"/>
                <a:gd name="T38" fmla="*/ 3 w 401"/>
                <a:gd name="T39" fmla="*/ 4 h 566"/>
                <a:gd name="T40" fmla="*/ 3 w 401"/>
                <a:gd name="T41" fmla="*/ 4 h 566"/>
                <a:gd name="T42" fmla="*/ 3 w 401"/>
                <a:gd name="T43" fmla="*/ 3 h 566"/>
                <a:gd name="T44" fmla="*/ 3 w 401"/>
                <a:gd name="T45" fmla="*/ 3 h 566"/>
                <a:gd name="T46" fmla="*/ 3 w 401"/>
                <a:gd name="T47" fmla="*/ 3 h 566"/>
                <a:gd name="T48" fmla="*/ 3 w 401"/>
                <a:gd name="T49" fmla="*/ 2 h 566"/>
                <a:gd name="T50" fmla="*/ 3 w 401"/>
                <a:gd name="T51" fmla="*/ 2 h 566"/>
                <a:gd name="T52" fmla="*/ 2 w 401"/>
                <a:gd name="T53" fmla="*/ 2 h 566"/>
                <a:gd name="T54" fmla="*/ 2 w 401"/>
                <a:gd name="T55" fmla="*/ 2 h 566"/>
                <a:gd name="T56" fmla="*/ 2 w 401"/>
                <a:gd name="T57" fmla="*/ 1 h 566"/>
                <a:gd name="T58" fmla="*/ 2 w 401"/>
                <a:gd name="T59" fmla="*/ 1 h 566"/>
                <a:gd name="T60" fmla="*/ 2 w 401"/>
                <a:gd name="T61" fmla="*/ 1 h 566"/>
                <a:gd name="T62" fmla="*/ 1 w 401"/>
                <a:gd name="T63" fmla="*/ 1 h 566"/>
                <a:gd name="T64" fmla="*/ 1 w 401"/>
                <a:gd name="T65" fmla="*/ 0 h 566"/>
                <a:gd name="T66" fmla="*/ 1 w 401"/>
                <a:gd name="T67" fmla="*/ 0 h 566"/>
                <a:gd name="T68" fmla="*/ 1 w 401"/>
                <a:gd name="T69" fmla="*/ 0 h 566"/>
                <a:gd name="T70" fmla="*/ 1 w 401"/>
                <a:gd name="T71" fmla="*/ 0 h 566"/>
                <a:gd name="T72" fmla="*/ 1 w 401"/>
                <a:gd name="T73" fmla="*/ 0 h 566"/>
                <a:gd name="T74" fmla="*/ 0 w 401"/>
                <a:gd name="T75" fmla="*/ 0 h 566"/>
                <a:gd name="T76" fmla="*/ 0 w 401"/>
                <a:gd name="T77" fmla="*/ 0 h 566"/>
                <a:gd name="T78" fmla="*/ 0 w 401"/>
                <a:gd name="T79" fmla="*/ 0 h 566"/>
                <a:gd name="T80" fmla="*/ 0 w 401"/>
                <a:gd name="T81" fmla="*/ 0 h 566"/>
                <a:gd name="T82" fmla="*/ 0 w 401"/>
                <a:gd name="T83" fmla="*/ 0 h 566"/>
                <a:gd name="T84" fmla="*/ 0 w 401"/>
                <a:gd name="T85" fmla="*/ 0 h 566"/>
                <a:gd name="T86" fmla="*/ 0 w 401"/>
                <a:gd name="T87" fmla="*/ 1 h 566"/>
                <a:gd name="T88" fmla="*/ 0 w 401"/>
                <a:gd name="T89" fmla="*/ 1 h 56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401"/>
                <a:gd name="T136" fmla="*/ 0 h 566"/>
                <a:gd name="T137" fmla="*/ 401 w 401"/>
                <a:gd name="T138" fmla="*/ 566 h 566"/>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401" h="566">
                  <a:moveTo>
                    <a:pt x="23" y="88"/>
                  </a:moveTo>
                  <a:lnTo>
                    <a:pt x="23" y="88"/>
                  </a:lnTo>
                  <a:lnTo>
                    <a:pt x="53" y="107"/>
                  </a:lnTo>
                  <a:lnTo>
                    <a:pt x="83" y="125"/>
                  </a:lnTo>
                  <a:lnTo>
                    <a:pt x="108" y="147"/>
                  </a:lnTo>
                  <a:lnTo>
                    <a:pt x="135" y="171"/>
                  </a:lnTo>
                  <a:lnTo>
                    <a:pt x="160" y="196"/>
                  </a:lnTo>
                  <a:lnTo>
                    <a:pt x="182" y="223"/>
                  </a:lnTo>
                  <a:lnTo>
                    <a:pt x="205" y="251"/>
                  </a:lnTo>
                  <a:lnTo>
                    <a:pt x="223" y="281"/>
                  </a:lnTo>
                  <a:lnTo>
                    <a:pt x="240" y="312"/>
                  </a:lnTo>
                  <a:lnTo>
                    <a:pt x="256" y="345"/>
                  </a:lnTo>
                  <a:lnTo>
                    <a:pt x="270" y="379"/>
                  </a:lnTo>
                  <a:lnTo>
                    <a:pt x="282" y="414"/>
                  </a:lnTo>
                  <a:lnTo>
                    <a:pt x="291" y="450"/>
                  </a:lnTo>
                  <a:lnTo>
                    <a:pt x="299" y="488"/>
                  </a:lnTo>
                  <a:lnTo>
                    <a:pt x="304" y="526"/>
                  </a:lnTo>
                  <a:lnTo>
                    <a:pt x="308" y="566"/>
                  </a:lnTo>
                  <a:lnTo>
                    <a:pt x="401" y="562"/>
                  </a:lnTo>
                  <a:lnTo>
                    <a:pt x="398" y="517"/>
                  </a:lnTo>
                  <a:lnTo>
                    <a:pt x="391" y="471"/>
                  </a:lnTo>
                  <a:lnTo>
                    <a:pt x="383" y="429"/>
                  </a:lnTo>
                  <a:lnTo>
                    <a:pt x="371" y="386"/>
                  </a:lnTo>
                  <a:lnTo>
                    <a:pt x="357" y="346"/>
                  </a:lnTo>
                  <a:lnTo>
                    <a:pt x="340" y="307"/>
                  </a:lnTo>
                  <a:lnTo>
                    <a:pt x="324" y="270"/>
                  </a:lnTo>
                  <a:lnTo>
                    <a:pt x="303" y="232"/>
                  </a:lnTo>
                  <a:lnTo>
                    <a:pt x="280" y="197"/>
                  </a:lnTo>
                  <a:lnTo>
                    <a:pt x="255" y="164"/>
                  </a:lnTo>
                  <a:lnTo>
                    <a:pt x="228" y="132"/>
                  </a:lnTo>
                  <a:lnTo>
                    <a:pt x="199" y="103"/>
                  </a:lnTo>
                  <a:lnTo>
                    <a:pt x="169" y="76"/>
                  </a:lnTo>
                  <a:lnTo>
                    <a:pt x="137" y="50"/>
                  </a:lnTo>
                  <a:lnTo>
                    <a:pt x="103" y="27"/>
                  </a:lnTo>
                  <a:lnTo>
                    <a:pt x="67" y="6"/>
                  </a:lnTo>
                  <a:lnTo>
                    <a:pt x="48" y="0"/>
                  </a:lnTo>
                  <a:lnTo>
                    <a:pt x="30" y="2"/>
                  </a:lnTo>
                  <a:lnTo>
                    <a:pt x="16" y="12"/>
                  </a:lnTo>
                  <a:lnTo>
                    <a:pt x="5" y="25"/>
                  </a:lnTo>
                  <a:lnTo>
                    <a:pt x="0" y="41"/>
                  </a:lnTo>
                  <a:lnTo>
                    <a:pt x="0" y="59"/>
                  </a:lnTo>
                  <a:lnTo>
                    <a:pt x="8" y="75"/>
                  </a:lnTo>
                  <a:lnTo>
                    <a:pt x="23"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9952" name="Freeform 42"/>
            <p:cNvSpPr>
              <a:spLocks/>
            </p:cNvSpPr>
            <p:nvPr/>
          </p:nvSpPr>
          <p:spPr bwMode="auto">
            <a:xfrm>
              <a:off x="1346" y="1455"/>
              <a:ext cx="266" cy="160"/>
            </a:xfrm>
            <a:custGeom>
              <a:avLst/>
              <a:gdLst>
                <a:gd name="T0" fmla="*/ 0 w 1330"/>
                <a:gd name="T1" fmla="*/ 1 h 801"/>
                <a:gd name="T2" fmla="*/ 0 w 1330"/>
                <a:gd name="T3" fmla="*/ 1 h 801"/>
                <a:gd name="T4" fmla="*/ 10 w 1330"/>
                <a:gd name="T5" fmla="*/ 6 h 801"/>
                <a:gd name="T6" fmla="*/ 11 w 1330"/>
                <a:gd name="T7" fmla="*/ 6 h 801"/>
                <a:gd name="T8" fmla="*/ 1 w 1330"/>
                <a:gd name="T9" fmla="*/ 0 h 801"/>
                <a:gd name="T10" fmla="*/ 1 w 1330"/>
                <a:gd name="T11" fmla="*/ 0 h 801"/>
                <a:gd name="T12" fmla="*/ 1 w 1330"/>
                <a:gd name="T13" fmla="*/ 0 h 801"/>
                <a:gd name="T14" fmla="*/ 0 w 1330"/>
                <a:gd name="T15" fmla="*/ 0 h 801"/>
                <a:gd name="T16" fmla="*/ 0 w 1330"/>
                <a:gd name="T17" fmla="*/ 0 h 801"/>
                <a:gd name="T18" fmla="*/ 0 w 1330"/>
                <a:gd name="T19" fmla="*/ 0 h 801"/>
                <a:gd name="T20" fmla="*/ 0 w 1330"/>
                <a:gd name="T21" fmla="*/ 0 h 801"/>
                <a:gd name="T22" fmla="*/ 0 w 1330"/>
                <a:gd name="T23" fmla="*/ 0 h 801"/>
                <a:gd name="T24" fmla="*/ 0 w 1330"/>
                <a:gd name="T25" fmla="*/ 0 h 801"/>
                <a:gd name="T26" fmla="*/ 0 w 1330"/>
                <a:gd name="T27" fmla="*/ 1 h 801"/>
                <a:gd name="T28" fmla="*/ 0 w 1330"/>
                <a:gd name="T29" fmla="*/ 1 h 801"/>
                <a:gd name="T30" fmla="*/ 0 w 1330"/>
                <a:gd name="T31" fmla="*/ 1 h 801"/>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30"/>
                <a:gd name="T49" fmla="*/ 0 h 801"/>
                <a:gd name="T50" fmla="*/ 1330 w 1330"/>
                <a:gd name="T51" fmla="*/ 801 h 801"/>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30" h="801">
                  <a:moveTo>
                    <a:pt x="24" y="88"/>
                  </a:moveTo>
                  <a:lnTo>
                    <a:pt x="23" y="88"/>
                  </a:lnTo>
                  <a:lnTo>
                    <a:pt x="1286" y="801"/>
                  </a:lnTo>
                  <a:lnTo>
                    <a:pt x="1330" y="719"/>
                  </a:lnTo>
                  <a:lnTo>
                    <a:pt x="67" y="6"/>
                  </a:lnTo>
                  <a:lnTo>
                    <a:pt x="66" y="6"/>
                  </a:lnTo>
                  <a:lnTo>
                    <a:pt x="67" y="6"/>
                  </a:lnTo>
                  <a:lnTo>
                    <a:pt x="48" y="0"/>
                  </a:lnTo>
                  <a:lnTo>
                    <a:pt x="30" y="2"/>
                  </a:lnTo>
                  <a:lnTo>
                    <a:pt x="16" y="12"/>
                  </a:lnTo>
                  <a:lnTo>
                    <a:pt x="5" y="25"/>
                  </a:lnTo>
                  <a:lnTo>
                    <a:pt x="0" y="41"/>
                  </a:lnTo>
                  <a:lnTo>
                    <a:pt x="0" y="59"/>
                  </a:lnTo>
                  <a:lnTo>
                    <a:pt x="8" y="75"/>
                  </a:lnTo>
                  <a:lnTo>
                    <a:pt x="23" y="88"/>
                  </a:lnTo>
                  <a:lnTo>
                    <a:pt x="24"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9953" name="Freeform 43"/>
            <p:cNvSpPr>
              <a:spLocks/>
            </p:cNvSpPr>
            <p:nvPr/>
          </p:nvSpPr>
          <p:spPr bwMode="auto">
            <a:xfrm>
              <a:off x="1198" y="1439"/>
              <a:ext cx="161" cy="35"/>
            </a:xfrm>
            <a:custGeom>
              <a:avLst/>
              <a:gdLst>
                <a:gd name="T0" fmla="*/ 1 w 806"/>
                <a:gd name="T1" fmla="*/ 1 h 177"/>
                <a:gd name="T2" fmla="*/ 1 w 806"/>
                <a:gd name="T3" fmla="*/ 1 h 177"/>
                <a:gd name="T4" fmla="*/ 1 w 806"/>
                <a:gd name="T5" fmla="*/ 1 h 177"/>
                <a:gd name="T6" fmla="*/ 1 w 806"/>
                <a:gd name="T7" fmla="*/ 1 h 177"/>
                <a:gd name="T8" fmla="*/ 2 w 806"/>
                <a:gd name="T9" fmla="*/ 1 h 177"/>
                <a:gd name="T10" fmla="*/ 2 w 806"/>
                <a:gd name="T11" fmla="*/ 1 h 177"/>
                <a:gd name="T12" fmla="*/ 2 w 806"/>
                <a:gd name="T13" fmla="*/ 1 h 177"/>
                <a:gd name="T14" fmla="*/ 3 w 806"/>
                <a:gd name="T15" fmla="*/ 1 h 177"/>
                <a:gd name="T16" fmla="*/ 3 w 806"/>
                <a:gd name="T17" fmla="*/ 1 h 177"/>
                <a:gd name="T18" fmla="*/ 3 w 806"/>
                <a:gd name="T19" fmla="*/ 1 h 177"/>
                <a:gd name="T20" fmla="*/ 4 w 806"/>
                <a:gd name="T21" fmla="*/ 1 h 177"/>
                <a:gd name="T22" fmla="*/ 4 w 806"/>
                <a:gd name="T23" fmla="*/ 1 h 177"/>
                <a:gd name="T24" fmla="*/ 5 w 806"/>
                <a:gd name="T25" fmla="*/ 1 h 177"/>
                <a:gd name="T26" fmla="*/ 5 w 806"/>
                <a:gd name="T27" fmla="*/ 1 h 177"/>
                <a:gd name="T28" fmla="*/ 5 w 806"/>
                <a:gd name="T29" fmla="*/ 1 h 177"/>
                <a:gd name="T30" fmla="*/ 6 w 806"/>
                <a:gd name="T31" fmla="*/ 1 h 177"/>
                <a:gd name="T32" fmla="*/ 6 w 806"/>
                <a:gd name="T33" fmla="*/ 1 h 177"/>
                <a:gd name="T34" fmla="*/ 6 w 806"/>
                <a:gd name="T35" fmla="*/ 1 h 177"/>
                <a:gd name="T36" fmla="*/ 6 w 806"/>
                <a:gd name="T37" fmla="*/ 1 h 177"/>
                <a:gd name="T38" fmla="*/ 6 w 806"/>
                <a:gd name="T39" fmla="*/ 1 h 177"/>
                <a:gd name="T40" fmla="*/ 6 w 806"/>
                <a:gd name="T41" fmla="*/ 0 h 177"/>
                <a:gd name="T42" fmla="*/ 5 w 806"/>
                <a:gd name="T43" fmla="*/ 0 h 177"/>
                <a:gd name="T44" fmla="*/ 5 w 806"/>
                <a:gd name="T45" fmla="*/ 0 h 177"/>
                <a:gd name="T46" fmla="*/ 5 w 806"/>
                <a:gd name="T47" fmla="*/ 0 h 177"/>
                <a:gd name="T48" fmla="*/ 4 w 806"/>
                <a:gd name="T49" fmla="*/ 0 h 177"/>
                <a:gd name="T50" fmla="*/ 4 w 806"/>
                <a:gd name="T51" fmla="*/ 0 h 177"/>
                <a:gd name="T52" fmla="*/ 3 w 806"/>
                <a:gd name="T53" fmla="*/ 0 h 177"/>
                <a:gd name="T54" fmla="*/ 3 w 806"/>
                <a:gd name="T55" fmla="*/ 0 h 177"/>
                <a:gd name="T56" fmla="*/ 3 w 806"/>
                <a:gd name="T57" fmla="*/ 0 h 177"/>
                <a:gd name="T58" fmla="*/ 2 w 806"/>
                <a:gd name="T59" fmla="*/ 0 h 177"/>
                <a:gd name="T60" fmla="*/ 2 w 806"/>
                <a:gd name="T61" fmla="*/ 0 h 177"/>
                <a:gd name="T62" fmla="*/ 1 w 806"/>
                <a:gd name="T63" fmla="*/ 0 h 177"/>
                <a:gd name="T64" fmla="*/ 1 w 806"/>
                <a:gd name="T65" fmla="*/ 0 h 177"/>
                <a:gd name="T66" fmla="*/ 1 w 806"/>
                <a:gd name="T67" fmla="*/ 1 h 177"/>
                <a:gd name="T68" fmla="*/ 0 w 806"/>
                <a:gd name="T69" fmla="*/ 1 h 177"/>
                <a:gd name="T70" fmla="*/ 0 w 806"/>
                <a:gd name="T71" fmla="*/ 1 h 177"/>
                <a:gd name="T72" fmla="*/ 0 w 806"/>
                <a:gd name="T73" fmla="*/ 1 h 177"/>
                <a:gd name="T74" fmla="*/ 0 w 806"/>
                <a:gd name="T75" fmla="*/ 1 h 177"/>
                <a:gd name="T76" fmla="*/ 0 w 806"/>
                <a:gd name="T77" fmla="*/ 1 h 177"/>
                <a:gd name="T78" fmla="*/ 0 w 806"/>
                <a:gd name="T79" fmla="*/ 1 h 177"/>
                <a:gd name="T80" fmla="*/ 0 w 806"/>
                <a:gd name="T81" fmla="*/ 1 h 177"/>
                <a:gd name="T82" fmla="*/ 0 w 806"/>
                <a:gd name="T83" fmla="*/ 1 h 177"/>
                <a:gd name="T84" fmla="*/ 0 w 806"/>
                <a:gd name="T85" fmla="*/ 1 h 177"/>
                <a:gd name="T86" fmla="*/ 0 w 806"/>
                <a:gd name="T87" fmla="*/ 1 h 177"/>
                <a:gd name="T88" fmla="*/ 1 w 806"/>
                <a:gd name="T89" fmla="*/ 1 h 177"/>
                <a:gd name="T90" fmla="*/ 1 w 806"/>
                <a:gd name="T91" fmla="*/ 1 h 17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806"/>
                <a:gd name="T139" fmla="*/ 0 h 177"/>
                <a:gd name="T140" fmla="*/ 806 w 806"/>
                <a:gd name="T141" fmla="*/ 177 h 17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806" h="177">
                  <a:moveTo>
                    <a:pt x="67" y="171"/>
                  </a:moveTo>
                  <a:lnTo>
                    <a:pt x="68" y="171"/>
                  </a:lnTo>
                  <a:lnTo>
                    <a:pt x="109" y="151"/>
                  </a:lnTo>
                  <a:lnTo>
                    <a:pt x="151" y="135"/>
                  </a:lnTo>
                  <a:lnTo>
                    <a:pt x="196" y="122"/>
                  </a:lnTo>
                  <a:lnTo>
                    <a:pt x="242" y="110"/>
                  </a:lnTo>
                  <a:lnTo>
                    <a:pt x="287" y="102"/>
                  </a:lnTo>
                  <a:lnTo>
                    <a:pt x="335" y="97"/>
                  </a:lnTo>
                  <a:lnTo>
                    <a:pt x="382" y="95"/>
                  </a:lnTo>
                  <a:lnTo>
                    <a:pt x="430" y="94"/>
                  </a:lnTo>
                  <a:lnTo>
                    <a:pt x="477" y="97"/>
                  </a:lnTo>
                  <a:lnTo>
                    <a:pt x="524" y="102"/>
                  </a:lnTo>
                  <a:lnTo>
                    <a:pt x="568" y="108"/>
                  </a:lnTo>
                  <a:lnTo>
                    <a:pt x="612" y="117"/>
                  </a:lnTo>
                  <a:lnTo>
                    <a:pt x="654" y="128"/>
                  </a:lnTo>
                  <a:lnTo>
                    <a:pt x="693" y="141"/>
                  </a:lnTo>
                  <a:lnTo>
                    <a:pt x="730" y="155"/>
                  </a:lnTo>
                  <a:lnTo>
                    <a:pt x="764" y="171"/>
                  </a:lnTo>
                  <a:lnTo>
                    <a:pt x="806" y="89"/>
                  </a:lnTo>
                  <a:lnTo>
                    <a:pt x="768" y="70"/>
                  </a:lnTo>
                  <a:lnTo>
                    <a:pt x="725" y="54"/>
                  </a:lnTo>
                  <a:lnTo>
                    <a:pt x="680" y="39"/>
                  </a:lnTo>
                  <a:lnTo>
                    <a:pt x="633" y="26"/>
                  </a:lnTo>
                  <a:lnTo>
                    <a:pt x="585" y="16"/>
                  </a:lnTo>
                  <a:lnTo>
                    <a:pt x="536" y="8"/>
                  </a:lnTo>
                  <a:lnTo>
                    <a:pt x="484" y="3"/>
                  </a:lnTo>
                  <a:lnTo>
                    <a:pt x="433" y="0"/>
                  </a:lnTo>
                  <a:lnTo>
                    <a:pt x="380" y="1"/>
                  </a:lnTo>
                  <a:lnTo>
                    <a:pt x="328" y="3"/>
                  </a:lnTo>
                  <a:lnTo>
                    <a:pt x="276" y="10"/>
                  </a:lnTo>
                  <a:lnTo>
                    <a:pt x="223" y="19"/>
                  </a:lnTo>
                  <a:lnTo>
                    <a:pt x="172" y="30"/>
                  </a:lnTo>
                  <a:lnTo>
                    <a:pt x="121" y="46"/>
                  </a:lnTo>
                  <a:lnTo>
                    <a:pt x="72" y="67"/>
                  </a:lnTo>
                  <a:lnTo>
                    <a:pt x="24" y="89"/>
                  </a:lnTo>
                  <a:lnTo>
                    <a:pt x="25" y="89"/>
                  </a:lnTo>
                  <a:lnTo>
                    <a:pt x="24" y="89"/>
                  </a:lnTo>
                  <a:lnTo>
                    <a:pt x="8" y="102"/>
                  </a:lnTo>
                  <a:lnTo>
                    <a:pt x="0" y="118"/>
                  </a:lnTo>
                  <a:lnTo>
                    <a:pt x="0" y="136"/>
                  </a:lnTo>
                  <a:lnTo>
                    <a:pt x="6" y="152"/>
                  </a:lnTo>
                  <a:lnTo>
                    <a:pt x="17" y="165"/>
                  </a:lnTo>
                  <a:lnTo>
                    <a:pt x="31" y="175"/>
                  </a:lnTo>
                  <a:lnTo>
                    <a:pt x="48" y="177"/>
                  </a:lnTo>
                  <a:lnTo>
                    <a:pt x="68" y="171"/>
                  </a:lnTo>
                  <a:lnTo>
                    <a:pt x="67" y="1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9954" name="Freeform 44"/>
            <p:cNvSpPr>
              <a:spLocks/>
            </p:cNvSpPr>
            <p:nvPr/>
          </p:nvSpPr>
          <p:spPr bwMode="auto">
            <a:xfrm>
              <a:off x="931" y="1456"/>
              <a:ext cx="280" cy="158"/>
            </a:xfrm>
            <a:custGeom>
              <a:avLst/>
              <a:gdLst>
                <a:gd name="T0" fmla="*/ 1 w 1402"/>
                <a:gd name="T1" fmla="*/ 6 h 787"/>
                <a:gd name="T2" fmla="*/ 1 w 1402"/>
                <a:gd name="T3" fmla="*/ 6 h 787"/>
                <a:gd name="T4" fmla="*/ 11 w 1402"/>
                <a:gd name="T5" fmla="*/ 1 h 787"/>
                <a:gd name="T6" fmla="*/ 11 w 1402"/>
                <a:gd name="T7" fmla="*/ 0 h 787"/>
                <a:gd name="T8" fmla="*/ 0 w 1402"/>
                <a:gd name="T9" fmla="*/ 6 h 787"/>
                <a:gd name="T10" fmla="*/ 0 w 1402"/>
                <a:gd name="T11" fmla="*/ 6 h 787"/>
                <a:gd name="T12" fmla="*/ 0 w 1402"/>
                <a:gd name="T13" fmla="*/ 6 h 787"/>
                <a:gd name="T14" fmla="*/ 0 w 1402"/>
                <a:gd name="T15" fmla="*/ 6 h 787"/>
                <a:gd name="T16" fmla="*/ 0 w 1402"/>
                <a:gd name="T17" fmla="*/ 6 h 787"/>
                <a:gd name="T18" fmla="*/ 0 w 1402"/>
                <a:gd name="T19" fmla="*/ 6 h 787"/>
                <a:gd name="T20" fmla="*/ 0 w 1402"/>
                <a:gd name="T21" fmla="*/ 6 h 787"/>
                <a:gd name="T22" fmla="*/ 0 w 1402"/>
                <a:gd name="T23" fmla="*/ 6 h 787"/>
                <a:gd name="T24" fmla="*/ 0 w 1402"/>
                <a:gd name="T25" fmla="*/ 6 h 787"/>
                <a:gd name="T26" fmla="*/ 0 w 1402"/>
                <a:gd name="T27" fmla="*/ 6 h 787"/>
                <a:gd name="T28" fmla="*/ 1 w 1402"/>
                <a:gd name="T29" fmla="*/ 6 h 787"/>
                <a:gd name="T30" fmla="*/ 1 w 1402"/>
                <a:gd name="T31" fmla="*/ 6 h 78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02"/>
                <a:gd name="T49" fmla="*/ 0 h 787"/>
                <a:gd name="T50" fmla="*/ 1402 w 1402"/>
                <a:gd name="T51" fmla="*/ 787 h 78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02" h="787">
                  <a:moveTo>
                    <a:pt x="69" y="781"/>
                  </a:moveTo>
                  <a:lnTo>
                    <a:pt x="66" y="781"/>
                  </a:lnTo>
                  <a:lnTo>
                    <a:pt x="1402" y="82"/>
                  </a:lnTo>
                  <a:lnTo>
                    <a:pt x="1360" y="0"/>
                  </a:lnTo>
                  <a:lnTo>
                    <a:pt x="24" y="699"/>
                  </a:lnTo>
                  <a:lnTo>
                    <a:pt x="22" y="699"/>
                  </a:lnTo>
                  <a:lnTo>
                    <a:pt x="24" y="699"/>
                  </a:lnTo>
                  <a:lnTo>
                    <a:pt x="8" y="712"/>
                  </a:lnTo>
                  <a:lnTo>
                    <a:pt x="1" y="727"/>
                  </a:lnTo>
                  <a:lnTo>
                    <a:pt x="0" y="744"/>
                  </a:lnTo>
                  <a:lnTo>
                    <a:pt x="5" y="761"/>
                  </a:lnTo>
                  <a:lnTo>
                    <a:pt x="15" y="775"/>
                  </a:lnTo>
                  <a:lnTo>
                    <a:pt x="30" y="784"/>
                  </a:lnTo>
                  <a:lnTo>
                    <a:pt x="46" y="787"/>
                  </a:lnTo>
                  <a:lnTo>
                    <a:pt x="66" y="781"/>
                  </a:lnTo>
                  <a:lnTo>
                    <a:pt x="69" y="7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9955" name="Freeform 45"/>
            <p:cNvSpPr>
              <a:spLocks/>
            </p:cNvSpPr>
            <p:nvPr/>
          </p:nvSpPr>
          <p:spPr bwMode="auto">
            <a:xfrm>
              <a:off x="868" y="1596"/>
              <a:ext cx="77" cy="126"/>
            </a:xfrm>
            <a:custGeom>
              <a:avLst/>
              <a:gdLst>
                <a:gd name="T0" fmla="*/ 1 w 382"/>
                <a:gd name="T1" fmla="*/ 5 h 628"/>
                <a:gd name="T2" fmla="*/ 1 w 382"/>
                <a:gd name="T3" fmla="*/ 5 h 628"/>
                <a:gd name="T4" fmla="*/ 1 w 382"/>
                <a:gd name="T5" fmla="*/ 4 h 628"/>
                <a:gd name="T6" fmla="*/ 1 w 382"/>
                <a:gd name="T7" fmla="*/ 4 h 628"/>
                <a:gd name="T8" fmla="*/ 1 w 382"/>
                <a:gd name="T9" fmla="*/ 4 h 628"/>
                <a:gd name="T10" fmla="*/ 1 w 382"/>
                <a:gd name="T11" fmla="*/ 3 h 628"/>
                <a:gd name="T12" fmla="*/ 1 w 382"/>
                <a:gd name="T13" fmla="*/ 3 h 628"/>
                <a:gd name="T14" fmla="*/ 1 w 382"/>
                <a:gd name="T15" fmla="*/ 3 h 628"/>
                <a:gd name="T16" fmla="*/ 1 w 382"/>
                <a:gd name="T17" fmla="*/ 3 h 628"/>
                <a:gd name="T18" fmla="*/ 1 w 382"/>
                <a:gd name="T19" fmla="*/ 2 h 628"/>
                <a:gd name="T20" fmla="*/ 2 w 382"/>
                <a:gd name="T21" fmla="*/ 2 h 628"/>
                <a:gd name="T22" fmla="*/ 2 w 382"/>
                <a:gd name="T23" fmla="*/ 2 h 628"/>
                <a:gd name="T24" fmla="*/ 2 w 382"/>
                <a:gd name="T25" fmla="*/ 2 h 628"/>
                <a:gd name="T26" fmla="*/ 2 w 382"/>
                <a:gd name="T27" fmla="*/ 1 h 628"/>
                <a:gd name="T28" fmla="*/ 2 w 382"/>
                <a:gd name="T29" fmla="*/ 1 h 628"/>
                <a:gd name="T30" fmla="*/ 3 w 382"/>
                <a:gd name="T31" fmla="*/ 1 h 628"/>
                <a:gd name="T32" fmla="*/ 3 w 382"/>
                <a:gd name="T33" fmla="*/ 1 h 628"/>
                <a:gd name="T34" fmla="*/ 3 w 382"/>
                <a:gd name="T35" fmla="*/ 1 h 628"/>
                <a:gd name="T36" fmla="*/ 3 w 382"/>
                <a:gd name="T37" fmla="*/ 0 h 628"/>
                <a:gd name="T38" fmla="*/ 2 w 382"/>
                <a:gd name="T39" fmla="*/ 0 h 628"/>
                <a:gd name="T40" fmla="*/ 2 w 382"/>
                <a:gd name="T41" fmla="*/ 0 h 628"/>
                <a:gd name="T42" fmla="*/ 2 w 382"/>
                <a:gd name="T43" fmla="*/ 1 h 628"/>
                <a:gd name="T44" fmla="*/ 2 w 382"/>
                <a:gd name="T45" fmla="*/ 1 h 628"/>
                <a:gd name="T46" fmla="*/ 1 w 382"/>
                <a:gd name="T47" fmla="*/ 1 h 628"/>
                <a:gd name="T48" fmla="*/ 1 w 382"/>
                <a:gd name="T49" fmla="*/ 1 h 628"/>
                <a:gd name="T50" fmla="*/ 1 w 382"/>
                <a:gd name="T51" fmla="*/ 2 h 628"/>
                <a:gd name="T52" fmla="*/ 1 w 382"/>
                <a:gd name="T53" fmla="*/ 2 h 628"/>
                <a:gd name="T54" fmla="*/ 1 w 382"/>
                <a:gd name="T55" fmla="*/ 2 h 628"/>
                <a:gd name="T56" fmla="*/ 0 w 382"/>
                <a:gd name="T57" fmla="*/ 3 h 628"/>
                <a:gd name="T58" fmla="*/ 0 w 382"/>
                <a:gd name="T59" fmla="*/ 3 h 628"/>
                <a:gd name="T60" fmla="*/ 0 w 382"/>
                <a:gd name="T61" fmla="*/ 3 h 628"/>
                <a:gd name="T62" fmla="*/ 0 w 382"/>
                <a:gd name="T63" fmla="*/ 4 h 628"/>
                <a:gd name="T64" fmla="*/ 0 w 382"/>
                <a:gd name="T65" fmla="*/ 4 h 628"/>
                <a:gd name="T66" fmla="*/ 0 w 382"/>
                <a:gd name="T67" fmla="*/ 4 h 628"/>
                <a:gd name="T68" fmla="*/ 0 w 382"/>
                <a:gd name="T69" fmla="*/ 5 h 628"/>
                <a:gd name="T70" fmla="*/ 0 w 382"/>
                <a:gd name="T71" fmla="*/ 5 h 628"/>
                <a:gd name="T72" fmla="*/ 0 w 382"/>
                <a:gd name="T73" fmla="*/ 5 h 628"/>
                <a:gd name="T74" fmla="*/ 0 w 382"/>
                <a:gd name="T75" fmla="*/ 5 h 628"/>
                <a:gd name="T76" fmla="*/ 0 w 382"/>
                <a:gd name="T77" fmla="*/ 5 h 628"/>
                <a:gd name="T78" fmla="*/ 0 w 382"/>
                <a:gd name="T79" fmla="*/ 5 h 628"/>
                <a:gd name="T80" fmla="*/ 0 w 382"/>
                <a:gd name="T81" fmla="*/ 5 h 628"/>
                <a:gd name="T82" fmla="*/ 1 w 382"/>
                <a:gd name="T83" fmla="*/ 5 h 628"/>
                <a:gd name="T84" fmla="*/ 1 w 382"/>
                <a:gd name="T85" fmla="*/ 5 h 628"/>
                <a:gd name="T86" fmla="*/ 1 w 382"/>
                <a:gd name="T87" fmla="*/ 5 h 628"/>
                <a:gd name="T88" fmla="*/ 1 w 382"/>
                <a:gd name="T89" fmla="*/ 5 h 628"/>
                <a:gd name="T90" fmla="*/ 1 w 382"/>
                <a:gd name="T91" fmla="*/ 5 h 628"/>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382"/>
                <a:gd name="T139" fmla="*/ 0 h 628"/>
                <a:gd name="T140" fmla="*/ 382 w 382"/>
                <a:gd name="T141" fmla="*/ 628 h 628"/>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382" h="628">
                  <a:moveTo>
                    <a:pt x="94" y="581"/>
                  </a:moveTo>
                  <a:lnTo>
                    <a:pt x="94" y="582"/>
                  </a:lnTo>
                  <a:lnTo>
                    <a:pt x="96" y="541"/>
                  </a:lnTo>
                  <a:lnTo>
                    <a:pt x="99" y="500"/>
                  </a:lnTo>
                  <a:lnTo>
                    <a:pt x="106" y="463"/>
                  </a:lnTo>
                  <a:lnTo>
                    <a:pt x="115" y="424"/>
                  </a:lnTo>
                  <a:lnTo>
                    <a:pt x="127" y="389"/>
                  </a:lnTo>
                  <a:lnTo>
                    <a:pt x="140" y="353"/>
                  </a:lnTo>
                  <a:lnTo>
                    <a:pt x="156" y="320"/>
                  </a:lnTo>
                  <a:lnTo>
                    <a:pt x="173" y="287"/>
                  </a:lnTo>
                  <a:lnTo>
                    <a:pt x="193" y="255"/>
                  </a:lnTo>
                  <a:lnTo>
                    <a:pt x="214" y="226"/>
                  </a:lnTo>
                  <a:lnTo>
                    <a:pt x="238" y="198"/>
                  </a:lnTo>
                  <a:lnTo>
                    <a:pt x="263" y="172"/>
                  </a:lnTo>
                  <a:lnTo>
                    <a:pt x="290" y="146"/>
                  </a:lnTo>
                  <a:lnTo>
                    <a:pt x="318" y="122"/>
                  </a:lnTo>
                  <a:lnTo>
                    <a:pt x="349" y="101"/>
                  </a:lnTo>
                  <a:lnTo>
                    <a:pt x="382" y="82"/>
                  </a:lnTo>
                  <a:lnTo>
                    <a:pt x="335" y="0"/>
                  </a:lnTo>
                  <a:lnTo>
                    <a:pt x="297" y="23"/>
                  </a:lnTo>
                  <a:lnTo>
                    <a:pt x="262" y="49"/>
                  </a:lnTo>
                  <a:lnTo>
                    <a:pt x="229" y="76"/>
                  </a:lnTo>
                  <a:lnTo>
                    <a:pt x="198" y="104"/>
                  </a:lnTo>
                  <a:lnTo>
                    <a:pt x="167" y="137"/>
                  </a:lnTo>
                  <a:lnTo>
                    <a:pt x="142" y="170"/>
                  </a:lnTo>
                  <a:lnTo>
                    <a:pt x="116" y="204"/>
                  </a:lnTo>
                  <a:lnTo>
                    <a:pt x="94" y="240"/>
                  </a:lnTo>
                  <a:lnTo>
                    <a:pt x="74" y="278"/>
                  </a:lnTo>
                  <a:lnTo>
                    <a:pt x="54" y="317"/>
                  </a:lnTo>
                  <a:lnTo>
                    <a:pt x="38" y="359"/>
                  </a:lnTo>
                  <a:lnTo>
                    <a:pt x="26" y="401"/>
                  </a:lnTo>
                  <a:lnTo>
                    <a:pt x="15" y="444"/>
                  </a:lnTo>
                  <a:lnTo>
                    <a:pt x="8" y="489"/>
                  </a:lnTo>
                  <a:lnTo>
                    <a:pt x="2" y="534"/>
                  </a:lnTo>
                  <a:lnTo>
                    <a:pt x="0" y="580"/>
                  </a:lnTo>
                  <a:lnTo>
                    <a:pt x="0" y="581"/>
                  </a:lnTo>
                  <a:lnTo>
                    <a:pt x="0" y="580"/>
                  </a:lnTo>
                  <a:lnTo>
                    <a:pt x="3" y="600"/>
                  </a:lnTo>
                  <a:lnTo>
                    <a:pt x="14" y="615"/>
                  </a:lnTo>
                  <a:lnTo>
                    <a:pt x="29" y="625"/>
                  </a:lnTo>
                  <a:lnTo>
                    <a:pt x="45" y="628"/>
                  </a:lnTo>
                  <a:lnTo>
                    <a:pt x="63" y="626"/>
                  </a:lnTo>
                  <a:lnTo>
                    <a:pt x="78" y="616"/>
                  </a:lnTo>
                  <a:lnTo>
                    <a:pt x="89" y="602"/>
                  </a:lnTo>
                  <a:lnTo>
                    <a:pt x="94" y="582"/>
                  </a:lnTo>
                  <a:lnTo>
                    <a:pt x="94" y="5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9956" name="Freeform 46"/>
            <p:cNvSpPr>
              <a:spLocks/>
            </p:cNvSpPr>
            <p:nvPr/>
          </p:nvSpPr>
          <p:spPr bwMode="auto">
            <a:xfrm>
              <a:off x="868" y="1712"/>
              <a:ext cx="19" cy="364"/>
            </a:xfrm>
            <a:custGeom>
              <a:avLst/>
              <a:gdLst>
                <a:gd name="T0" fmla="*/ 1 w 94"/>
                <a:gd name="T1" fmla="*/ 14 h 1818"/>
                <a:gd name="T2" fmla="*/ 1 w 94"/>
                <a:gd name="T3" fmla="*/ 14 h 1818"/>
                <a:gd name="T4" fmla="*/ 1 w 94"/>
                <a:gd name="T5" fmla="*/ 0 h 1818"/>
                <a:gd name="T6" fmla="*/ 0 w 94"/>
                <a:gd name="T7" fmla="*/ 0 h 1818"/>
                <a:gd name="T8" fmla="*/ 0 w 94"/>
                <a:gd name="T9" fmla="*/ 14 h 1818"/>
                <a:gd name="T10" fmla="*/ 0 w 94"/>
                <a:gd name="T11" fmla="*/ 14 h 1818"/>
                <a:gd name="T12" fmla="*/ 0 w 94"/>
                <a:gd name="T13" fmla="*/ 14 h 1818"/>
                <a:gd name="T14" fmla="*/ 0 w 94"/>
                <a:gd name="T15" fmla="*/ 14 h 1818"/>
                <a:gd name="T16" fmla="*/ 0 w 94"/>
                <a:gd name="T17" fmla="*/ 14 h 1818"/>
                <a:gd name="T18" fmla="*/ 0 w 94"/>
                <a:gd name="T19" fmla="*/ 15 h 1818"/>
                <a:gd name="T20" fmla="*/ 0 w 94"/>
                <a:gd name="T21" fmla="*/ 15 h 1818"/>
                <a:gd name="T22" fmla="*/ 1 w 94"/>
                <a:gd name="T23" fmla="*/ 15 h 1818"/>
                <a:gd name="T24" fmla="*/ 1 w 94"/>
                <a:gd name="T25" fmla="*/ 14 h 1818"/>
                <a:gd name="T26" fmla="*/ 1 w 94"/>
                <a:gd name="T27" fmla="*/ 14 h 1818"/>
                <a:gd name="T28" fmla="*/ 1 w 94"/>
                <a:gd name="T29" fmla="*/ 14 h 1818"/>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94"/>
                <a:gd name="T46" fmla="*/ 0 h 1818"/>
                <a:gd name="T47" fmla="*/ 94 w 94"/>
                <a:gd name="T48" fmla="*/ 1818 h 1818"/>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94" h="1818">
                  <a:moveTo>
                    <a:pt x="94" y="1771"/>
                  </a:moveTo>
                  <a:lnTo>
                    <a:pt x="94" y="1771"/>
                  </a:lnTo>
                  <a:lnTo>
                    <a:pt x="94" y="0"/>
                  </a:lnTo>
                  <a:lnTo>
                    <a:pt x="0" y="0"/>
                  </a:lnTo>
                  <a:lnTo>
                    <a:pt x="0" y="1771"/>
                  </a:lnTo>
                  <a:lnTo>
                    <a:pt x="3" y="1791"/>
                  </a:lnTo>
                  <a:lnTo>
                    <a:pt x="15" y="1806"/>
                  </a:lnTo>
                  <a:lnTo>
                    <a:pt x="29" y="1814"/>
                  </a:lnTo>
                  <a:lnTo>
                    <a:pt x="47" y="1818"/>
                  </a:lnTo>
                  <a:lnTo>
                    <a:pt x="64" y="1814"/>
                  </a:lnTo>
                  <a:lnTo>
                    <a:pt x="79" y="1806"/>
                  </a:lnTo>
                  <a:lnTo>
                    <a:pt x="90" y="1791"/>
                  </a:lnTo>
                  <a:lnTo>
                    <a:pt x="94" y="17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9957" name="Freeform 47"/>
            <p:cNvSpPr>
              <a:spLocks/>
            </p:cNvSpPr>
            <p:nvPr/>
          </p:nvSpPr>
          <p:spPr bwMode="auto">
            <a:xfrm>
              <a:off x="868" y="2067"/>
              <a:ext cx="90" cy="160"/>
            </a:xfrm>
            <a:custGeom>
              <a:avLst/>
              <a:gdLst>
                <a:gd name="T0" fmla="*/ 3 w 449"/>
                <a:gd name="T1" fmla="*/ 6 h 803"/>
                <a:gd name="T2" fmla="*/ 3 w 449"/>
                <a:gd name="T3" fmla="*/ 6 h 803"/>
                <a:gd name="T4" fmla="*/ 3 w 449"/>
                <a:gd name="T5" fmla="*/ 5 h 803"/>
                <a:gd name="T6" fmla="*/ 3 w 449"/>
                <a:gd name="T7" fmla="*/ 5 h 803"/>
                <a:gd name="T8" fmla="*/ 3 w 449"/>
                <a:gd name="T9" fmla="*/ 5 h 803"/>
                <a:gd name="T10" fmla="*/ 2 w 449"/>
                <a:gd name="T11" fmla="*/ 5 h 803"/>
                <a:gd name="T12" fmla="*/ 2 w 449"/>
                <a:gd name="T13" fmla="*/ 4 h 803"/>
                <a:gd name="T14" fmla="*/ 2 w 449"/>
                <a:gd name="T15" fmla="*/ 4 h 803"/>
                <a:gd name="T16" fmla="*/ 2 w 449"/>
                <a:gd name="T17" fmla="*/ 4 h 803"/>
                <a:gd name="T18" fmla="*/ 2 w 449"/>
                <a:gd name="T19" fmla="*/ 3 h 803"/>
                <a:gd name="T20" fmla="*/ 1 w 449"/>
                <a:gd name="T21" fmla="*/ 3 h 803"/>
                <a:gd name="T22" fmla="*/ 1 w 449"/>
                <a:gd name="T23" fmla="*/ 2 h 803"/>
                <a:gd name="T24" fmla="*/ 1 w 449"/>
                <a:gd name="T25" fmla="*/ 2 h 803"/>
                <a:gd name="T26" fmla="*/ 1 w 449"/>
                <a:gd name="T27" fmla="*/ 2 h 803"/>
                <a:gd name="T28" fmla="*/ 1 w 449"/>
                <a:gd name="T29" fmla="*/ 1 h 803"/>
                <a:gd name="T30" fmla="*/ 1 w 449"/>
                <a:gd name="T31" fmla="*/ 1 h 803"/>
                <a:gd name="T32" fmla="*/ 1 w 449"/>
                <a:gd name="T33" fmla="*/ 0 h 803"/>
                <a:gd name="T34" fmla="*/ 1 w 449"/>
                <a:gd name="T35" fmla="*/ 0 h 803"/>
                <a:gd name="T36" fmla="*/ 0 w 449"/>
                <a:gd name="T37" fmla="*/ 0 h 803"/>
                <a:gd name="T38" fmla="*/ 0 w 449"/>
                <a:gd name="T39" fmla="*/ 0 h 803"/>
                <a:gd name="T40" fmla="*/ 0 w 449"/>
                <a:gd name="T41" fmla="*/ 1 h 803"/>
                <a:gd name="T42" fmla="*/ 0 w 449"/>
                <a:gd name="T43" fmla="*/ 1 h 803"/>
                <a:gd name="T44" fmla="*/ 0 w 449"/>
                <a:gd name="T45" fmla="*/ 2 h 803"/>
                <a:gd name="T46" fmla="*/ 0 w 449"/>
                <a:gd name="T47" fmla="*/ 2 h 803"/>
                <a:gd name="T48" fmla="*/ 0 w 449"/>
                <a:gd name="T49" fmla="*/ 3 h 803"/>
                <a:gd name="T50" fmla="*/ 1 w 449"/>
                <a:gd name="T51" fmla="*/ 3 h 803"/>
                <a:gd name="T52" fmla="*/ 1 w 449"/>
                <a:gd name="T53" fmla="*/ 4 h 803"/>
                <a:gd name="T54" fmla="*/ 1 w 449"/>
                <a:gd name="T55" fmla="*/ 4 h 803"/>
                <a:gd name="T56" fmla="*/ 1 w 449"/>
                <a:gd name="T57" fmla="*/ 4 h 803"/>
                <a:gd name="T58" fmla="*/ 2 w 449"/>
                <a:gd name="T59" fmla="*/ 5 h 803"/>
                <a:gd name="T60" fmla="*/ 2 w 449"/>
                <a:gd name="T61" fmla="*/ 5 h 803"/>
                <a:gd name="T62" fmla="*/ 2 w 449"/>
                <a:gd name="T63" fmla="*/ 5 h 803"/>
                <a:gd name="T64" fmla="*/ 2 w 449"/>
                <a:gd name="T65" fmla="*/ 6 h 803"/>
                <a:gd name="T66" fmla="*/ 3 w 449"/>
                <a:gd name="T67" fmla="*/ 6 h 803"/>
                <a:gd name="T68" fmla="*/ 3 w 449"/>
                <a:gd name="T69" fmla="*/ 6 h 803"/>
                <a:gd name="T70" fmla="*/ 3 w 449"/>
                <a:gd name="T71" fmla="*/ 6 h 803"/>
                <a:gd name="T72" fmla="*/ 3 w 449"/>
                <a:gd name="T73" fmla="*/ 6 h 803"/>
                <a:gd name="T74" fmla="*/ 3 w 449"/>
                <a:gd name="T75" fmla="*/ 6 h 803"/>
                <a:gd name="T76" fmla="*/ 3 w 449"/>
                <a:gd name="T77" fmla="*/ 6 h 803"/>
                <a:gd name="T78" fmla="*/ 3 w 449"/>
                <a:gd name="T79" fmla="*/ 6 h 803"/>
                <a:gd name="T80" fmla="*/ 4 w 449"/>
                <a:gd name="T81" fmla="*/ 6 h 803"/>
                <a:gd name="T82" fmla="*/ 4 w 449"/>
                <a:gd name="T83" fmla="*/ 6 h 803"/>
                <a:gd name="T84" fmla="*/ 4 w 449"/>
                <a:gd name="T85" fmla="*/ 6 h 803"/>
                <a:gd name="T86" fmla="*/ 4 w 449"/>
                <a:gd name="T87" fmla="*/ 6 h 803"/>
                <a:gd name="T88" fmla="*/ 3 w 449"/>
                <a:gd name="T89" fmla="*/ 6 h 803"/>
                <a:gd name="T90" fmla="*/ 3 w 449"/>
                <a:gd name="T91" fmla="*/ 6 h 80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449"/>
                <a:gd name="T139" fmla="*/ 0 h 803"/>
                <a:gd name="T140" fmla="*/ 449 w 449"/>
                <a:gd name="T141" fmla="*/ 803 h 80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449" h="803">
                  <a:moveTo>
                    <a:pt x="426" y="717"/>
                  </a:moveTo>
                  <a:lnTo>
                    <a:pt x="427" y="717"/>
                  </a:lnTo>
                  <a:lnTo>
                    <a:pt x="395" y="693"/>
                  </a:lnTo>
                  <a:lnTo>
                    <a:pt x="361" y="662"/>
                  </a:lnTo>
                  <a:lnTo>
                    <a:pt x="329" y="628"/>
                  </a:lnTo>
                  <a:lnTo>
                    <a:pt x="299" y="591"/>
                  </a:lnTo>
                  <a:lnTo>
                    <a:pt x="269" y="551"/>
                  </a:lnTo>
                  <a:lnTo>
                    <a:pt x="241" y="507"/>
                  </a:lnTo>
                  <a:lnTo>
                    <a:pt x="215" y="460"/>
                  </a:lnTo>
                  <a:lnTo>
                    <a:pt x="191" y="412"/>
                  </a:lnTo>
                  <a:lnTo>
                    <a:pt x="170" y="363"/>
                  </a:lnTo>
                  <a:lnTo>
                    <a:pt x="151" y="312"/>
                  </a:lnTo>
                  <a:lnTo>
                    <a:pt x="133" y="259"/>
                  </a:lnTo>
                  <a:lnTo>
                    <a:pt x="119" y="207"/>
                  </a:lnTo>
                  <a:lnTo>
                    <a:pt x="108" y="156"/>
                  </a:lnTo>
                  <a:lnTo>
                    <a:pt x="101" y="103"/>
                  </a:lnTo>
                  <a:lnTo>
                    <a:pt x="96" y="51"/>
                  </a:lnTo>
                  <a:lnTo>
                    <a:pt x="94" y="0"/>
                  </a:lnTo>
                  <a:lnTo>
                    <a:pt x="0" y="0"/>
                  </a:lnTo>
                  <a:lnTo>
                    <a:pt x="2" y="56"/>
                  </a:lnTo>
                  <a:lnTo>
                    <a:pt x="7" y="115"/>
                  </a:lnTo>
                  <a:lnTo>
                    <a:pt x="16" y="172"/>
                  </a:lnTo>
                  <a:lnTo>
                    <a:pt x="28" y="231"/>
                  </a:lnTo>
                  <a:lnTo>
                    <a:pt x="44" y="287"/>
                  </a:lnTo>
                  <a:lnTo>
                    <a:pt x="62" y="342"/>
                  </a:lnTo>
                  <a:lnTo>
                    <a:pt x="83" y="398"/>
                  </a:lnTo>
                  <a:lnTo>
                    <a:pt x="106" y="452"/>
                  </a:lnTo>
                  <a:lnTo>
                    <a:pt x="133" y="505"/>
                  </a:lnTo>
                  <a:lnTo>
                    <a:pt x="161" y="554"/>
                  </a:lnTo>
                  <a:lnTo>
                    <a:pt x="192" y="602"/>
                  </a:lnTo>
                  <a:lnTo>
                    <a:pt x="224" y="647"/>
                  </a:lnTo>
                  <a:lnTo>
                    <a:pt x="259" y="689"/>
                  </a:lnTo>
                  <a:lnTo>
                    <a:pt x="295" y="728"/>
                  </a:lnTo>
                  <a:lnTo>
                    <a:pt x="334" y="763"/>
                  </a:lnTo>
                  <a:lnTo>
                    <a:pt x="374" y="795"/>
                  </a:lnTo>
                  <a:lnTo>
                    <a:pt x="375" y="795"/>
                  </a:lnTo>
                  <a:lnTo>
                    <a:pt x="374" y="795"/>
                  </a:lnTo>
                  <a:lnTo>
                    <a:pt x="392" y="803"/>
                  </a:lnTo>
                  <a:lnTo>
                    <a:pt x="411" y="803"/>
                  </a:lnTo>
                  <a:lnTo>
                    <a:pt x="426" y="795"/>
                  </a:lnTo>
                  <a:lnTo>
                    <a:pt x="439" y="782"/>
                  </a:lnTo>
                  <a:lnTo>
                    <a:pt x="446" y="766"/>
                  </a:lnTo>
                  <a:lnTo>
                    <a:pt x="449" y="749"/>
                  </a:lnTo>
                  <a:lnTo>
                    <a:pt x="441" y="732"/>
                  </a:lnTo>
                  <a:lnTo>
                    <a:pt x="427" y="717"/>
                  </a:lnTo>
                  <a:lnTo>
                    <a:pt x="426" y="71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9958" name="Freeform 48"/>
            <p:cNvSpPr>
              <a:spLocks/>
            </p:cNvSpPr>
            <p:nvPr/>
          </p:nvSpPr>
          <p:spPr bwMode="auto">
            <a:xfrm>
              <a:off x="883" y="1673"/>
              <a:ext cx="379" cy="690"/>
            </a:xfrm>
            <a:custGeom>
              <a:avLst/>
              <a:gdLst>
                <a:gd name="T0" fmla="*/ 12 w 1897"/>
                <a:gd name="T1" fmla="*/ 6 h 3450"/>
                <a:gd name="T2" fmla="*/ 13 w 1897"/>
                <a:gd name="T3" fmla="*/ 7 h 3450"/>
                <a:gd name="T4" fmla="*/ 13 w 1897"/>
                <a:gd name="T5" fmla="*/ 7 h 3450"/>
                <a:gd name="T6" fmla="*/ 14 w 1897"/>
                <a:gd name="T7" fmla="*/ 8 h 3450"/>
                <a:gd name="T8" fmla="*/ 14 w 1897"/>
                <a:gd name="T9" fmla="*/ 9 h 3450"/>
                <a:gd name="T10" fmla="*/ 15 w 1897"/>
                <a:gd name="T11" fmla="*/ 10 h 3450"/>
                <a:gd name="T12" fmla="*/ 15 w 1897"/>
                <a:gd name="T13" fmla="*/ 11 h 3450"/>
                <a:gd name="T14" fmla="*/ 15 w 1897"/>
                <a:gd name="T15" fmla="*/ 11 h 3450"/>
                <a:gd name="T16" fmla="*/ 15 w 1897"/>
                <a:gd name="T17" fmla="*/ 12 h 3450"/>
                <a:gd name="T18" fmla="*/ 15 w 1897"/>
                <a:gd name="T19" fmla="*/ 26 h 3450"/>
                <a:gd name="T20" fmla="*/ 15 w 1897"/>
                <a:gd name="T21" fmla="*/ 26 h 3450"/>
                <a:gd name="T22" fmla="*/ 15 w 1897"/>
                <a:gd name="T23" fmla="*/ 27 h 3450"/>
                <a:gd name="T24" fmla="*/ 15 w 1897"/>
                <a:gd name="T25" fmla="*/ 27 h 3450"/>
                <a:gd name="T26" fmla="*/ 14 w 1897"/>
                <a:gd name="T27" fmla="*/ 27 h 3450"/>
                <a:gd name="T28" fmla="*/ 14 w 1897"/>
                <a:gd name="T29" fmla="*/ 28 h 3450"/>
                <a:gd name="T30" fmla="*/ 13 w 1897"/>
                <a:gd name="T31" fmla="*/ 28 h 3450"/>
                <a:gd name="T32" fmla="*/ 13 w 1897"/>
                <a:gd name="T33" fmla="*/ 27 h 3450"/>
                <a:gd name="T34" fmla="*/ 3 w 1897"/>
                <a:gd name="T35" fmla="*/ 21 h 3450"/>
                <a:gd name="T36" fmla="*/ 2 w 1897"/>
                <a:gd name="T37" fmla="*/ 21 h 3450"/>
                <a:gd name="T38" fmla="*/ 2 w 1897"/>
                <a:gd name="T39" fmla="*/ 20 h 3450"/>
                <a:gd name="T40" fmla="*/ 1 w 1897"/>
                <a:gd name="T41" fmla="*/ 19 h 3450"/>
                <a:gd name="T42" fmla="*/ 1 w 1897"/>
                <a:gd name="T43" fmla="*/ 19 h 3450"/>
                <a:gd name="T44" fmla="*/ 0 w 1897"/>
                <a:gd name="T45" fmla="*/ 18 h 3450"/>
                <a:gd name="T46" fmla="*/ 0 w 1897"/>
                <a:gd name="T47" fmla="*/ 17 h 3450"/>
                <a:gd name="T48" fmla="*/ 0 w 1897"/>
                <a:gd name="T49" fmla="*/ 16 h 3450"/>
                <a:gd name="T50" fmla="*/ 0 w 1897"/>
                <a:gd name="T51" fmla="*/ 15 h 3450"/>
                <a:gd name="T52" fmla="*/ 0 w 1897"/>
                <a:gd name="T53" fmla="*/ 2 h 3450"/>
                <a:gd name="T54" fmla="*/ 0 w 1897"/>
                <a:gd name="T55" fmla="*/ 1 h 3450"/>
                <a:gd name="T56" fmla="*/ 0 w 1897"/>
                <a:gd name="T57" fmla="*/ 1 h 3450"/>
                <a:gd name="T58" fmla="*/ 1 w 1897"/>
                <a:gd name="T59" fmla="*/ 0 h 3450"/>
                <a:gd name="T60" fmla="*/ 1 w 1897"/>
                <a:gd name="T61" fmla="*/ 0 h 3450"/>
                <a:gd name="T62" fmla="*/ 1 w 1897"/>
                <a:gd name="T63" fmla="*/ 0 h 3450"/>
                <a:gd name="T64" fmla="*/ 2 w 1897"/>
                <a:gd name="T65" fmla="*/ 0 h 3450"/>
                <a:gd name="T66" fmla="*/ 3 w 1897"/>
                <a:gd name="T67" fmla="*/ 0 h 3450"/>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897"/>
                <a:gd name="T103" fmla="*/ 0 h 3450"/>
                <a:gd name="T104" fmla="*/ 1897 w 1897"/>
                <a:gd name="T105" fmla="*/ 3450 h 3450"/>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897" h="3450">
                  <a:moveTo>
                    <a:pt x="357" y="49"/>
                  </a:moveTo>
                  <a:lnTo>
                    <a:pt x="1542" y="806"/>
                  </a:lnTo>
                  <a:lnTo>
                    <a:pt x="1579" y="832"/>
                  </a:lnTo>
                  <a:lnTo>
                    <a:pt x="1614" y="861"/>
                  </a:lnTo>
                  <a:lnTo>
                    <a:pt x="1648" y="895"/>
                  </a:lnTo>
                  <a:lnTo>
                    <a:pt x="1681" y="933"/>
                  </a:lnTo>
                  <a:lnTo>
                    <a:pt x="1711" y="973"/>
                  </a:lnTo>
                  <a:lnTo>
                    <a:pt x="1740" y="1016"/>
                  </a:lnTo>
                  <a:lnTo>
                    <a:pt x="1768" y="1062"/>
                  </a:lnTo>
                  <a:lnTo>
                    <a:pt x="1793" y="1109"/>
                  </a:lnTo>
                  <a:lnTo>
                    <a:pt x="1816" y="1158"/>
                  </a:lnTo>
                  <a:lnTo>
                    <a:pt x="1836" y="1208"/>
                  </a:lnTo>
                  <a:lnTo>
                    <a:pt x="1854" y="1260"/>
                  </a:lnTo>
                  <a:lnTo>
                    <a:pt x="1869" y="1313"/>
                  </a:lnTo>
                  <a:lnTo>
                    <a:pt x="1881" y="1364"/>
                  </a:lnTo>
                  <a:lnTo>
                    <a:pt x="1890" y="1417"/>
                  </a:lnTo>
                  <a:lnTo>
                    <a:pt x="1895" y="1469"/>
                  </a:lnTo>
                  <a:lnTo>
                    <a:pt x="1897" y="1519"/>
                  </a:lnTo>
                  <a:lnTo>
                    <a:pt x="1897" y="3142"/>
                  </a:lnTo>
                  <a:lnTo>
                    <a:pt x="1895" y="3190"/>
                  </a:lnTo>
                  <a:lnTo>
                    <a:pt x="1890" y="3235"/>
                  </a:lnTo>
                  <a:lnTo>
                    <a:pt x="1881" y="3276"/>
                  </a:lnTo>
                  <a:lnTo>
                    <a:pt x="1869" y="3313"/>
                  </a:lnTo>
                  <a:lnTo>
                    <a:pt x="1854" y="3346"/>
                  </a:lnTo>
                  <a:lnTo>
                    <a:pt x="1836" y="3375"/>
                  </a:lnTo>
                  <a:lnTo>
                    <a:pt x="1816" y="3398"/>
                  </a:lnTo>
                  <a:lnTo>
                    <a:pt x="1793" y="3418"/>
                  </a:lnTo>
                  <a:lnTo>
                    <a:pt x="1768" y="3434"/>
                  </a:lnTo>
                  <a:lnTo>
                    <a:pt x="1740" y="3444"/>
                  </a:lnTo>
                  <a:lnTo>
                    <a:pt x="1711" y="3450"/>
                  </a:lnTo>
                  <a:lnTo>
                    <a:pt x="1681" y="3450"/>
                  </a:lnTo>
                  <a:lnTo>
                    <a:pt x="1648" y="3445"/>
                  </a:lnTo>
                  <a:lnTo>
                    <a:pt x="1614" y="3436"/>
                  </a:lnTo>
                  <a:lnTo>
                    <a:pt x="1579" y="3421"/>
                  </a:lnTo>
                  <a:lnTo>
                    <a:pt x="1542" y="3400"/>
                  </a:lnTo>
                  <a:lnTo>
                    <a:pt x="357" y="2643"/>
                  </a:lnTo>
                  <a:lnTo>
                    <a:pt x="320" y="2618"/>
                  </a:lnTo>
                  <a:lnTo>
                    <a:pt x="285" y="2588"/>
                  </a:lnTo>
                  <a:lnTo>
                    <a:pt x="251" y="2554"/>
                  </a:lnTo>
                  <a:lnTo>
                    <a:pt x="218" y="2517"/>
                  </a:lnTo>
                  <a:lnTo>
                    <a:pt x="187" y="2477"/>
                  </a:lnTo>
                  <a:lnTo>
                    <a:pt x="157" y="2433"/>
                  </a:lnTo>
                  <a:lnTo>
                    <a:pt x="130" y="2388"/>
                  </a:lnTo>
                  <a:lnTo>
                    <a:pt x="105" y="2341"/>
                  </a:lnTo>
                  <a:lnTo>
                    <a:pt x="81" y="2292"/>
                  </a:lnTo>
                  <a:lnTo>
                    <a:pt x="61" y="2241"/>
                  </a:lnTo>
                  <a:lnTo>
                    <a:pt x="44" y="2190"/>
                  </a:lnTo>
                  <a:lnTo>
                    <a:pt x="29" y="2138"/>
                  </a:lnTo>
                  <a:lnTo>
                    <a:pt x="17" y="2085"/>
                  </a:lnTo>
                  <a:lnTo>
                    <a:pt x="7" y="2033"/>
                  </a:lnTo>
                  <a:lnTo>
                    <a:pt x="3" y="1981"/>
                  </a:lnTo>
                  <a:lnTo>
                    <a:pt x="0" y="1931"/>
                  </a:lnTo>
                  <a:lnTo>
                    <a:pt x="0" y="308"/>
                  </a:lnTo>
                  <a:lnTo>
                    <a:pt x="3" y="260"/>
                  </a:lnTo>
                  <a:lnTo>
                    <a:pt x="7" y="215"/>
                  </a:lnTo>
                  <a:lnTo>
                    <a:pt x="17" y="174"/>
                  </a:lnTo>
                  <a:lnTo>
                    <a:pt x="29" y="137"/>
                  </a:lnTo>
                  <a:lnTo>
                    <a:pt x="44" y="104"/>
                  </a:lnTo>
                  <a:lnTo>
                    <a:pt x="61" y="76"/>
                  </a:lnTo>
                  <a:lnTo>
                    <a:pt x="81" y="51"/>
                  </a:lnTo>
                  <a:lnTo>
                    <a:pt x="105" y="31"/>
                  </a:lnTo>
                  <a:lnTo>
                    <a:pt x="130" y="16"/>
                  </a:lnTo>
                  <a:lnTo>
                    <a:pt x="157" y="5"/>
                  </a:lnTo>
                  <a:lnTo>
                    <a:pt x="187" y="0"/>
                  </a:lnTo>
                  <a:lnTo>
                    <a:pt x="218" y="0"/>
                  </a:lnTo>
                  <a:lnTo>
                    <a:pt x="251" y="3"/>
                  </a:lnTo>
                  <a:lnTo>
                    <a:pt x="285" y="14"/>
                  </a:lnTo>
                  <a:lnTo>
                    <a:pt x="320" y="29"/>
                  </a:lnTo>
                  <a:lnTo>
                    <a:pt x="357" y="49"/>
                  </a:lnTo>
                  <a:close/>
                </a:path>
              </a:pathLst>
            </a:custGeom>
            <a:solidFill>
              <a:srgbClr val="BFBFB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9959" name="Freeform 49"/>
            <p:cNvSpPr>
              <a:spLocks/>
            </p:cNvSpPr>
            <p:nvPr/>
          </p:nvSpPr>
          <p:spPr bwMode="auto">
            <a:xfrm>
              <a:off x="1268" y="1663"/>
              <a:ext cx="393" cy="711"/>
            </a:xfrm>
            <a:custGeom>
              <a:avLst/>
              <a:gdLst>
                <a:gd name="T0" fmla="*/ 3 w 1962"/>
                <a:gd name="T1" fmla="*/ 7 h 3555"/>
                <a:gd name="T2" fmla="*/ 2 w 1962"/>
                <a:gd name="T3" fmla="*/ 7 h 3555"/>
                <a:gd name="T4" fmla="*/ 2 w 1962"/>
                <a:gd name="T5" fmla="*/ 8 h 3555"/>
                <a:gd name="T6" fmla="*/ 1 w 1962"/>
                <a:gd name="T7" fmla="*/ 8 h 3555"/>
                <a:gd name="T8" fmla="*/ 1 w 1962"/>
                <a:gd name="T9" fmla="*/ 9 h 3555"/>
                <a:gd name="T10" fmla="*/ 1 w 1962"/>
                <a:gd name="T11" fmla="*/ 10 h 3555"/>
                <a:gd name="T12" fmla="*/ 0 w 1962"/>
                <a:gd name="T13" fmla="*/ 11 h 3555"/>
                <a:gd name="T14" fmla="*/ 0 w 1962"/>
                <a:gd name="T15" fmla="*/ 12 h 3555"/>
                <a:gd name="T16" fmla="*/ 0 w 1962"/>
                <a:gd name="T17" fmla="*/ 13 h 3555"/>
                <a:gd name="T18" fmla="*/ 0 w 1962"/>
                <a:gd name="T19" fmla="*/ 26 h 3555"/>
                <a:gd name="T20" fmla="*/ 0 w 1962"/>
                <a:gd name="T21" fmla="*/ 27 h 3555"/>
                <a:gd name="T22" fmla="*/ 0 w 1962"/>
                <a:gd name="T23" fmla="*/ 28 h 3555"/>
                <a:gd name="T24" fmla="*/ 1 w 1962"/>
                <a:gd name="T25" fmla="*/ 28 h 3555"/>
                <a:gd name="T26" fmla="*/ 1 w 1962"/>
                <a:gd name="T27" fmla="*/ 28 h 3555"/>
                <a:gd name="T28" fmla="*/ 2 w 1962"/>
                <a:gd name="T29" fmla="*/ 28 h 3555"/>
                <a:gd name="T30" fmla="*/ 2 w 1962"/>
                <a:gd name="T31" fmla="*/ 28 h 3555"/>
                <a:gd name="T32" fmla="*/ 3 w 1962"/>
                <a:gd name="T33" fmla="*/ 28 h 3555"/>
                <a:gd name="T34" fmla="*/ 13 w 1962"/>
                <a:gd name="T35" fmla="*/ 22 h 3555"/>
                <a:gd name="T36" fmla="*/ 13 w 1962"/>
                <a:gd name="T37" fmla="*/ 21 h 3555"/>
                <a:gd name="T38" fmla="*/ 14 w 1962"/>
                <a:gd name="T39" fmla="*/ 21 h 3555"/>
                <a:gd name="T40" fmla="*/ 14 w 1962"/>
                <a:gd name="T41" fmla="*/ 20 h 3555"/>
                <a:gd name="T42" fmla="*/ 15 w 1962"/>
                <a:gd name="T43" fmla="*/ 19 h 3555"/>
                <a:gd name="T44" fmla="*/ 15 w 1962"/>
                <a:gd name="T45" fmla="*/ 18 h 3555"/>
                <a:gd name="T46" fmla="*/ 16 w 1962"/>
                <a:gd name="T47" fmla="*/ 18 h 3555"/>
                <a:gd name="T48" fmla="*/ 16 w 1962"/>
                <a:gd name="T49" fmla="*/ 17 h 3555"/>
                <a:gd name="T50" fmla="*/ 16 w 1962"/>
                <a:gd name="T51" fmla="*/ 16 h 3555"/>
                <a:gd name="T52" fmla="*/ 16 w 1962"/>
                <a:gd name="T53" fmla="*/ 2 h 3555"/>
                <a:gd name="T54" fmla="*/ 16 w 1962"/>
                <a:gd name="T55" fmla="*/ 1 h 3555"/>
                <a:gd name="T56" fmla="*/ 15 w 1962"/>
                <a:gd name="T57" fmla="*/ 1 h 3555"/>
                <a:gd name="T58" fmla="*/ 15 w 1962"/>
                <a:gd name="T59" fmla="*/ 0 h 3555"/>
                <a:gd name="T60" fmla="*/ 15 w 1962"/>
                <a:gd name="T61" fmla="*/ 0 h 3555"/>
                <a:gd name="T62" fmla="*/ 14 w 1962"/>
                <a:gd name="T63" fmla="*/ 0 h 3555"/>
                <a:gd name="T64" fmla="*/ 14 w 1962"/>
                <a:gd name="T65" fmla="*/ 0 h 3555"/>
                <a:gd name="T66" fmla="*/ 13 w 1962"/>
                <a:gd name="T67" fmla="*/ 0 h 3555"/>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962"/>
                <a:gd name="T103" fmla="*/ 0 h 3555"/>
                <a:gd name="T104" fmla="*/ 1962 w 1962"/>
                <a:gd name="T105" fmla="*/ 3555 h 3555"/>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962" h="3555">
                  <a:moveTo>
                    <a:pt x="1594" y="50"/>
                  </a:moveTo>
                  <a:lnTo>
                    <a:pt x="368" y="831"/>
                  </a:lnTo>
                  <a:lnTo>
                    <a:pt x="330" y="858"/>
                  </a:lnTo>
                  <a:lnTo>
                    <a:pt x="294" y="888"/>
                  </a:lnTo>
                  <a:lnTo>
                    <a:pt x="259" y="922"/>
                  </a:lnTo>
                  <a:lnTo>
                    <a:pt x="225" y="961"/>
                  </a:lnTo>
                  <a:lnTo>
                    <a:pt x="193" y="1003"/>
                  </a:lnTo>
                  <a:lnTo>
                    <a:pt x="163" y="1047"/>
                  </a:lnTo>
                  <a:lnTo>
                    <a:pt x="133" y="1094"/>
                  </a:lnTo>
                  <a:lnTo>
                    <a:pt x="108" y="1143"/>
                  </a:lnTo>
                  <a:lnTo>
                    <a:pt x="84" y="1193"/>
                  </a:lnTo>
                  <a:lnTo>
                    <a:pt x="63" y="1246"/>
                  </a:lnTo>
                  <a:lnTo>
                    <a:pt x="44" y="1299"/>
                  </a:lnTo>
                  <a:lnTo>
                    <a:pt x="29" y="1353"/>
                  </a:lnTo>
                  <a:lnTo>
                    <a:pt x="16" y="1405"/>
                  </a:lnTo>
                  <a:lnTo>
                    <a:pt x="7" y="1459"/>
                  </a:lnTo>
                  <a:lnTo>
                    <a:pt x="2" y="1512"/>
                  </a:lnTo>
                  <a:lnTo>
                    <a:pt x="0" y="1565"/>
                  </a:lnTo>
                  <a:lnTo>
                    <a:pt x="0" y="3237"/>
                  </a:lnTo>
                  <a:lnTo>
                    <a:pt x="2" y="3287"/>
                  </a:lnTo>
                  <a:lnTo>
                    <a:pt x="7" y="3333"/>
                  </a:lnTo>
                  <a:lnTo>
                    <a:pt x="16" y="3375"/>
                  </a:lnTo>
                  <a:lnTo>
                    <a:pt x="29" y="3413"/>
                  </a:lnTo>
                  <a:lnTo>
                    <a:pt x="44" y="3447"/>
                  </a:lnTo>
                  <a:lnTo>
                    <a:pt x="63" y="3477"/>
                  </a:lnTo>
                  <a:lnTo>
                    <a:pt x="84" y="3502"/>
                  </a:lnTo>
                  <a:lnTo>
                    <a:pt x="108" y="3522"/>
                  </a:lnTo>
                  <a:lnTo>
                    <a:pt x="133" y="3538"/>
                  </a:lnTo>
                  <a:lnTo>
                    <a:pt x="163" y="3549"/>
                  </a:lnTo>
                  <a:lnTo>
                    <a:pt x="193" y="3555"/>
                  </a:lnTo>
                  <a:lnTo>
                    <a:pt x="225" y="3555"/>
                  </a:lnTo>
                  <a:lnTo>
                    <a:pt x="259" y="3550"/>
                  </a:lnTo>
                  <a:lnTo>
                    <a:pt x="294" y="3541"/>
                  </a:lnTo>
                  <a:lnTo>
                    <a:pt x="330" y="3524"/>
                  </a:lnTo>
                  <a:lnTo>
                    <a:pt x="368" y="3503"/>
                  </a:lnTo>
                  <a:lnTo>
                    <a:pt x="1594" y="2722"/>
                  </a:lnTo>
                  <a:lnTo>
                    <a:pt x="1632" y="2696"/>
                  </a:lnTo>
                  <a:lnTo>
                    <a:pt x="1668" y="2665"/>
                  </a:lnTo>
                  <a:lnTo>
                    <a:pt x="1703" y="2631"/>
                  </a:lnTo>
                  <a:lnTo>
                    <a:pt x="1737" y="2592"/>
                  </a:lnTo>
                  <a:lnTo>
                    <a:pt x="1769" y="2551"/>
                  </a:lnTo>
                  <a:lnTo>
                    <a:pt x="1799" y="2506"/>
                  </a:lnTo>
                  <a:lnTo>
                    <a:pt x="1829" y="2460"/>
                  </a:lnTo>
                  <a:lnTo>
                    <a:pt x="1854" y="2411"/>
                  </a:lnTo>
                  <a:lnTo>
                    <a:pt x="1878" y="2361"/>
                  </a:lnTo>
                  <a:lnTo>
                    <a:pt x="1899" y="2308"/>
                  </a:lnTo>
                  <a:lnTo>
                    <a:pt x="1918" y="2256"/>
                  </a:lnTo>
                  <a:lnTo>
                    <a:pt x="1933" y="2202"/>
                  </a:lnTo>
                  <a:lnTo>
                    <a:pt x="1946" y="2149"/>
                  </a:lnTo>
                  <a:lnTo>
                    <a:pt x="1955" y="2095"/>
                  </a:lnTo>
                  <a:lnTo>
                    <a:pt x="1960" y="2042"/>
                  </a:lnTo>
                  <a:lnTo>
                    <a:pt x="1962" y="1989"/>
                  </a:lnTo>
                  <a:lnTo>
                    <a:pt x="1962" y="319"/>
                  </a:lnTo>
                  <a:lnTo>
                    <a:pt x="1960" y="269"/>
                  </a:lnTo>
                  <a:lnTo>
                    <a:pt x="1955" y="223"/>
                  </a:lnTo>
                  <a:lnTo>
                    <a:pt x="1946" y="180"/>
                  </a:lnTo>
                  <a:lnTo>
                    <a:pt x="1933" y="143"/>
                  </a:lnTo>
                  <a:lnTo>
                    <a:pt x="1918" y="109"/>
                  </a:lnTo>
                  <a:lnTo>
                    <a:pt x="1899" y="79"/>
                  </a:lnTo>
                  <a:lnTo>
                    <a:pt x="1878" y="54"/>
                  </a:lnTo>
                  <a:lnTo>
                    <a:pt x="1854" y="33"/>
                  </a:lnTo>
                  <a:lnTo>
                    <a:pt x="1829" y="17"/>
                  </a:lnTo>
                  <a:lnTo>
                    <a:pt x="1799" y="7"/>
                  </a:lnTo>
                  <a:lnTo>
                    <a:pt x="1769" y="0"/>
                  </a:lnTo>
                  <a:lnTo>
                    <a:pt x="1737" y="0"/>
                  </a:lnTo>
                  <a:lnTo>
                    <a:pt x="1703" y="4"/>
                  </a:lnTo>
                  <a:lnTo>
                    <a:pt x="1668" y="14"/>
                  </a:lnTo>
                  <a:lnTo>
                    <a:pt x="1632" y="29"/>
                  </a:lnTo>
                  <a:lnTo>
                    <a:pt x="1594" y="50"/>
                  </a:lnTo>
                  <a:close/>
                </a:path>
              </a:pathLst>
            </a:custGeom>
            <a:solidFill>
              <a:srgbClr val="E5E5E5"/>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9960" name="Freeform 50"/>
            <p:cNvSpPr>
              <a:spLocks noEditPoints="1"/>
            </p:cNvSpPr>
            <p:nvPr/>
          </p:nvSpPr>
          <p:spPr bwMode="auto">
            <a:xfrm>
              <a:off x="916" y="1589"/>
              <a:ext cx="697" cy="698"/>
            </a:xfrm>
            <a:custGeom>
              <a:avLst/>
              <a:gdLst>
                <a:gd name="T0" fmla="*/ 16 w 3485"/>
                <a:gd name="T1" fmla="*/ 0 h 3490"/>
                <a:gd name="T2" fmla="*/ 17 w 3485"/>
                <a:gd name="T3" fmla="*/ 2 h 3490"/>
                <a:gd name="T4" fmla="*/ 17 w 3485"/>
                <a:gd name="T5" fmla="*/ 3 h 3490"/>
                <a:gd name="T6" fmla="*/ 14 w 3485"/>
                <a:gd name="T7" fmla="*/ 4 h 3490"/>
                <a:gd name="T8" fmla="*/ 12 w 3485"/>
                <a:gd name="T9" fmla="*/ 4 h 3490"/>
                <a:gd name="T10" fmla="*/ 11 w 3485"/>
                <a:gd name="T11" fmla="*/ 2 h 3490"/>
                <a:gd name="T12" fmla="*/ 11 w 3485"/>
                <a:gd name="T13" fmla="*/ 1 h 3490"/>
                <a:gd name="T14" fmla="*/ 14 w 3485"/>
                <a:gd name="T15" fmla="*/ 0 h 3490"/>
                <a:gd name="T16" fmla="*/ 3 w 3485"/>
                <a:gd name="T17" fmla="*/ 7 h 3490"/>
                <a:gd name="T18" fmla="*/ 4 w 3485"/>
                <a:gd name="T19" fmla="*/ 9 h 3490"/>
                <a:gd name="T20" fmla="*/ 3 w 3485"/>
                <a:gd name="T21" fmla="*/ 12 h 3490"/>
                <a:gd name="T22" fmla="*/ 2 w 3485"/>
                <a:gd name="T23" fmla="*/ 13 h 3490"/>
                <a:gd name="T24" fmla="*/ 1 w 3485"/>
                <a:gd name="T25" fmla="*/ 12 h 3490"/>
                <a:gd name="T26" fmla="*/ 0 w 3485"/>
                <a:gd name="T27" fmla="*/ 10 h 3490"/>
                <a:gd name="T28" fmla="*/ 0 w 3485"/>
                <a:gd name="T29" fmla="*/ 8 h 3490"/>
                <a:gd name="T30" fmla="*/ 2 w 3485"/>
                <a:gd name="T31" fmla="*/ 6 h 3490"/>
                <a:gd name="T32" fmla="*/ 10 w 3485"/>
                <a:gd name="T33" fmla="*/ 20 h 3490"/>
                <a:gd name="T34" fmla="*/ 11 w 3485"/>
                <a:gd name="T35" fmla="*/ 22 h 3490"/>
                <a:gd name="T36" fmla="*/ 11 w 3485"/>
                <a:gd name="T37" fmla="*/ 25 h 3490"/>
                <a:gd name="T38" fmla="*/ 10 w 3485"/>
                <a:gd name="T39" fmla="*/ 27 h 3490"/>
                <a:gd name="T40" fmla="*/ 8 w 3485"/>
                <a:gd name="T41" fmla="*/ 26 h 3490"/>
                <a:gd name="T42" fmla="*/ 7 w 3485"/>
                <a:gd name="T43" fmla="*/ 24 h 3490"/>
                <a:gd name="T44" fmla="*/ 7 w 3485"/>
                <a:gd name="T45" fmla="*/ 22 h 3490"/>
                <a:gd name="T46" fmla="*/ 8 w 3485"/>
                <a:gd name="T47" fmla="*/ 20 h 3490"/>
                <a:gd name="T48" fmla="*/ 20 w 3485"/>
                <a:gd name="T49" fmla="*/ 21 h 3490"/>
                <a:gd name="T50" fmla="*/ 21 w 3485"/>
                <a:gd name="T51" fmla="*/ 23 h 3490"/>
                <a:gd name="T52" fmla="*/ 21 w 3485"/>
                <a:gd name="T53" fmla="*/ 26 h 3490"/>
                <a:gd name="T54" fmla="*/ 20 w 3485"/>
                <a:gd name="T55" fmla="*/ 28 h 3490"/>
                <a:gd name="T56" fmla="*/ 18 w 3485"/>
                <a:gd name="T57" fmla="*/ 28 h 3490"/>
                <a:gd name="T58" fmla="*/ 17 w 3485"/>
                <a:gd name="T59" fmla="*/ 26 h 3490"/>
                <a:gd name="T60" fmla="*/ 17 w 3485"/>
                <a:gd name="T61" fmla="*/ 23 h 3490"/>
                <a:gd name="T62" fmla="*/ 18 w 3485"/>
                <a:gd name="T63" fmla="*/ 21 h 3490"/>
                <a:gd name="T64" fmla="*/ 19 w 3485"/>
                <a:gd name="T65" fmla="*/ 11 h 3490"/>
                <a:gd name="T66" fmla="*/ 20 w 3485"/>
                <a:gd name="T67" fmla="*/ 13 h 3490"/>
                <a:gd name="T68" fmla="*/ 21 w 3485"/>
                <a:gd name="T69" fmla="*/ 15 h 3490"/>
                <a:gd name="T70" fmla="*/ 20 w 3485"/>
                <a:gd name="T71" fmla="*/ 17 h 3490"/>
                <a:gd name="T72" fmla="*/ 18 w 3485"/>
                <a:gd name="T73" fmla="*/ 17 h 3490"/>
                <a:gd name="T74" fmla="*/ 17 w 3485"/>
                <a:gd name="T75" fmla="*/ 16 h 3490"/>
                <a:gd name="T76" fmla="*/ 17 w 3485"/>
                <a:gd name="T77" fmla="*/ 13 h 3490"/>
                <a:gd name="T78" fmla="*/ 18 w 3485"/>
                <a:gd name="T79" fmla="*/ 11 h 3490"/>
                <a:gd name="T80" fmla="*/ 26 w 3485"/>
                <a:gd name="T81" fmla="*/ 7 h 3490"/>
                <a:gd name="T82" fmla="*/ 27 w 3485"/>
                <a:gd name="T83" fmla="*/ 8 h 3490"/>
                <a:gd name="T84" fmla="*/ 27 w 3485"/>
                <a:gd name="T85" fmla="*/ 11 h 3490"/>
                <a:gd name="T86" fmla="*/ 26 w 3485"/>
                <a:gd name="T87" fmla="*/ 13 h 3490"/>
                <a:gd name="T88" fmla="*/ 25 w 3485"/>
                <a:gd name="T89" fmla="*/ 13 h 3490"/>
                <a:gd name="T90" fmla="*/ 24 w 3485"/>
                <a:gd name="T91" fmla="*/ 12 h 3490"/>
                <a:gd name="T92" fmla="*/ 24 w 3485"/>
                <a:gd name="T93" fmla="*/ 9 h 3490"/>
                <a:gd name="T94" fmla="*/ 24 w 3485"/>
                <a:gd name="T95" fmla="*/ 7 h 3490"/>
                <a:gd name="T96" fmla="*/ 26 w 3485"/>
                <a:gd name="T97" fmla="*/ 17 h 3490"/>
                <a:gd name="T98" fmla="*/ 27 w 3485"/>
                <a:gd name="T99" fmla="*/ 18 h 3490"/>
                <a:gd name="T100" fmla="*/ 28 w 3485"/>
                <a:gd name="T101" fmla="*/ 21 h 3490"/>
                <a:gd name="T102" fmla="*/ 27 w 3485"/>
                <a:gd name="T103" fmla="*/ 23 h 3490"/>
                <a:gd name="T104" fmla="*/ 26 w 3485"/>
                <a:gd name="T105" fmla="*/ 24 h 3490"/>
                <a:gd name="T106" fmla="*/ 24 w 3485"/>
                <a:gd name="T107" fmla="*/ 23 h 3490"/>
                <a:gd name="T108" fmla="*/ 24 w 3485"/>
                <a:gd name="T109" fmla="*/ 20 h 3490"/>
                <a:gd name="T110" fmla="*/ 25 w 3485"/>
                <a:gd name="T111" fmla="*/ 18 h 3490"/>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w 3485"/>
                <a:gd name="T169" fmla="*/ 0 h 3490"/>
                <a:gd name="T170" fmla="*/ 3485 w 3485"/>
                <a:gd name="T171" fmla="*/ 3490 h 3490"/>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T168" t="T169" r="T170" b="T171"/>
              <a:pathLst>
                <a:path w="3485" h="3490">
                  <a:moveTo>
                    <a:pt x="1754" y="0"/>
                  </a:moveTo>
                  <a:lnTo>
                    <a:pt x="1797" y="2"/>
                  </a:lnTo>
                  <a:lnTo>
                    <a:pt x="1840" y="5"/>
                  </a:lnTo>
                  <a:lnTo>
                    <a:pt x="1881" y="12"/>
                  </a:lnTo>
                  <a:lnTo>
                    <a:pt x="1921" y="20"/>
                  </a:lnTo>
                  <a:lnTo>
                    <a:pt x="1959" y="31"/>
                  </a:lnTo>
                  <a:lnTo>
                    <a:pt x="1994" y="44"/>
                  </a:lnTo>
                  <a:lnTo>
                    <a:pt x="2028" y="59"/>
                  </a:lnTo>
                  <a:lnTo>
                    <a:pt x="2058" y="74"/>
                  </a:lnTo>
                  <a:lnTo>
                    <a:pt x="2086" y="93"/>
                  </a:lnTo>
                  <a:lnTo>
                    <a:pt x="2111" y="113"/>
                  </a:lnTo>
                  <a:lnTo>
                    <a:pt x="2132" y="133"/>
                  </a:lnTo>
                  <a:lnTo>
                    <a:pt x="2151" y="155"/>
                  </a:lnTo>
                  <a:lnTo>
                    <a:pt x="2165" y="179"/>
                  </a:lnTo>
                  <a:lnTo>
                    <a:pt x="2175" y="203"/>
                  </a:lnTo>
                  <a:lnTo>
                    <a:pt x="2182" y="229"/>
                  </a:lnTo>
                  <a:lnTo>
                    <a:pt x="2185" y="255"/>
                  </a:lnTo>
                  <a:lnTo>
                    <a:pt x="2182" y="281"/>
                  </a:lnTo>
                  <a:lnTo>
                    <a:pt x="2175" y="305"/>
                  </a:lnTo>
                  <a:lnTo>
                    <a:pt x="2165" y="330"/>
                  </a:lnTo>
                  <a:lnTo>
                    <a:pt x="2151" y="353"/>
                  </a:lnTo>
                  <a:lnTo>
                    <a:pt x="2132" y="376"/>
                  </a:lnTo>
                  <a:lnTo>
                    <a:pt x="2111" y="397"/>
                  </a:lnTo>
                  <a:lnTo>
                    <a:pt x="2086" y="417"/>
                  </a:lnTo>
                  <a:lnTo>
                    <a:pt x="2058" y="434"/>
                  </a:lnTo>
                  <a:lnTo>
                    <a:pt x="2028" y="451"/>
                  </a:lnTo>
                  <a:lnTo>
                    <a:pt x="1994" y="466"/>
                  </a:lnTo>
                  <a:lnTo>
                    <a:pt x="1959" y="479"/>
                  </a:lnTo>
                  <a:lnTo>
                    <a:pt x="1921" y="489"/>
                  </a:lnTo>
                  <a:lnTo>
                    <a:pt x="1881" y="498"/>
                  </a:lnTo>
                  <a:lnTo>
                    <a:pt x="1840" y="505"/>
                  </a:lnTo>
                  <a:lnTo>
                    <a:pt x="1797" y="508"/>
                  </a:lnTo>
                  <a:lnTo>
                    <a:pt x="1754" y="509"/>
                  </a:lnTo>
                  <a:lnTo>
                    <a:pt x="1710" y="508"/>
                  </a:lnTo>
                  <a:lnTo>
                    <a:pt x="1667" y="505"/>
                  </a:lnTo>
                  <a:lnTo>
                    <a:pt x="1626" y="498"/>
                  </a:lnTo>
                  <a:lnTo>
                    <a:pt x="1586" y="489"/>
                  </a:lnTo>
                  <a:lnTo>
                    <a:pt x="1548" y="479"/>
                  </a:lnTo>
                  <a:lnTo>
                    <a:pt x="1512" y="466"/>
                  </a:lnTo>
                  <a:lnTo>
                    <a:pt x="1479" y="451"/>
                  </a:lnTo>
                  <a:lnTo>
                    <a:pt x="1449" y="434"/>
                  </a:lnTo>
                  <a:lnTo>
                    <a:pt x="1421" y="417"/>
                  </a:lnTo>
                  <a:lnTo>
                    <a:pt x="1395" y="397"/>
                  </a:lnTo>
                  <a:lnTo>
                    <a:pt x="1374" y="376"/>
                  </a:lnTo>
                  <a:lnTo>
                    <a:pt x="1355" y="353"/>
                  </a:lnTo>
                  <a:lnTo>
                    <a:pt x="1341" y="330"/>
                  </a:lnTo>
                  <a:lnTo>
                    <a:pt x="1331" y="305"/>
                  </a:lnTo>
                  <a:lnTo>
                    <a:pt x="1324" y="281"/>
                  </a:lnTo>
                  <a:lnTo>
                    <a:pt x="1321" y="255"/>
                  </a:lnTo>
                  <a:lnTo>
                    <a:pt x="1324" y="229"/>
                  </a:lnTo>
                  <a:lnTo>
                    <a:pt x="1331" y="203"/>
                  </a:lnTo>
                  <a:lnTo>
                    <a:pt x="1341" y="179"/>
                  </a:lnTo>
                  <a:lnTo>
                    <a:pt x="1355" y="155"/>
                  </a:lnTo>
                  <a:lnTo>
                    <a:pt x="1374" y="133"/>
                  </a:lnTo>
                  <a:lnTo>
                    <a:pt x="1395" y="113"/>
                  </a:lnTo>
                  <a:lnTo>
                    <a:pt x="1421" y="93"/>
                  </a:lnTo>
                  <a:lnTo>
                    <a:pt x="1449" y="74"/>
                  </a:lnTo>
                  <a:lnTo>
                    <a:pt x="1479" y="59"/>
                  </a:lnTo>
                  <a:lnTo>
                    <a:pt x="1512" y="44"/>
                  </a:lnTo>
                  <a:lnTo>
                    <a:pt x="1548" y="31"/>
                  </a:lnTo>
                  <a:lnTo>
                    <a:pt x="1586" y="20"/>
                  </a:lnTo>
                  <a:lnTo>
                    <a:pt x="1626" y="12"/>
                  </a:lnTo>
                  <a:lnTo>
                    <a:pt x="1667" y="5"/>
                  </a:lnTo>
                  <a:lnTo>
                    <a:pt x="1710" y="2"/>
                  </a:lnTo>
                  <a:lnTo>
                    <a:pt x="1754" y="0"/>
                  </a:lnTo>
                  <a:close/>
                  <a:moveTo>
                    <a:pt x="239" y="786"/>
                  </a:moveTo>
                  <a:lnTo>
                    <a:pt x="263" y="788"/>
                  </a:lnTo>
                  <a:lnTo>
                    <a:pt x="287" y="794"/>
                  </a:lnTo>
                  <a:lnTo>
                    <a:pt x="309" y="805"/>
                  </a:lnTo>
                  <a:lnTo>
                    <a:pt x="331" y="819"/>
                  </a:lnTo>
                  <a:lnTo>
                    <a:pt x="352" y="836"/>
                  </a:lnTo>
                  <a:lnTo>
                    <a:pt x="372" y="857"/>
                  </a:lnTo>
                  <a:lnTo>
                    <a:pt x="390" y="882"/>
                  </a:lnTo>
                  <a:lnTo>
                    <a:pt x="407" y="909"/>
                  </a:lnTo>
                  <a:lnTo>
                    <a:pt x="423" y="940"/>
                  </a:lnTo>
                  <a:lnTo>
                    <a:pt x="437" y="971"/>
                  </a:lnTo>
                  <a:lnTo>
                    <a:pt x="448" y="1006"/>
                  </a:lnTo>
                  <a:lnTo>
                    <a:pt x="459" y="1043"/>
                  </a:lnTo>
                  <a:lnTo>
                    <a:pt x="467" y="1081"/>
                  </a:lnTo>
                  <a:lnTo>
                    <a:pt x="473" y="1121"/>
                  </a:lnTo>
                  <a:lnTo>
                    <a:pt x="476" y="1163"/>
                  </a:lnTo>
                  <a:lnTo>
                    <a:pt x="478" y="1206"/>
                  </a:lnTo>
                  <a:lnTo>
                    <a:pt x="476" y="1248"/>
                  </a:lnTo>
                  <a:lnTo>
                    <a:pt x="473" y="1290"/>
                  </a:lnTo>
                  <a:lnTo>
                    <a:pt x="467" y="1330"/>
                  </a:lnTo>
                  <a:lnTo>
                    <a:pt x="459" y="1367"/>
                  </a:lnTo>
                  <a:lnTo>
                    <a:pt x="448" y="1405"/>
                  </a:lnTo>
                  <a:lnTo>
                    <a:pt x="437" y="1439"/>
                  </a:lnTo>
                  <a:lnTo>
                    <a:pt x="423" y="1472"/>
                  </a:lnTo>
                  <a:lnTo>
                    <a:pt x="407" y="1501"/>
                  </a:lnTo>
                  <a:lnTo>
                    <a:pt x="390" y="1528"/>
                  </a:lnTo>
                  <a:lnTo>
                    <a:pt x="372" y="1553"/>
                  </a:lnTo>
                  <a:lnTo>
                    <a:pt x="352" y="1574"/>
                  </a:lnTo>
                  <a:lnTo>
                    <a:pt x="331" y="1591"/>
                  </a:lnTo>
                  <a:lnTo>
                    <a:pt x="309" y="1605"/>
                  </a:lnTo>
                  <a:lnTo>
                    <a:pt x="287" y="1616"/>
                  </a:lnTo>
                  <a:lnTo>
                    <a:pt x="263" y="1622"/>
                  </a:lnTo>
                  <a:lnTo>
                    <a:pt x="239" y="1624"/>
                  </a:lnTo>
                  <a:lnTo>
                    <a:pt x="214" y="1622"/>
                  </a:lnTo>
                  <a:lnTo>
                    <a:pt x="191" y="1616"/>
                  </a:lnTo>
                  <a:lnTo>
                    <a:pt x="168" y="1605"/>
                  </a:lnTo>
                  <a:lnTo>
                    <a:pt x="146" y="1591"/>
                  </a:lnTo>
                  <a:lnTo>
                    <a:pt x="125" y="1574"/>
                  </a:lnTo>
                  <a:lnTo>
                    <a:pt x="105" y="1553"/>
                  </a:lnTo>
                  <a:lnTo>
                    <a:pt x="87" y="1528"/>
                  </a:lnTo>
                  <a:lnTo>
                    <a:pt x="70" y="1501"/>
                  </a:lnTo>
                  <a:lnTo>
                    <a:pt x="55" y="1472"/>
                  </a:lnTo>
                  <a:lnTo>
                    <a:pt x="41" y="1439"/>
                  </a:lnTo>
                  <a:lnTo>
                    <a:pt x="29" y="1405"/>
                  </a:lnTo>
                  <a:lnTo>
                    <a:pt x="18" y="1367"/>
                  </a:lnTo>
                  <a:lnTo>
                    <a:pt x="10" y="1330"/>
                  </a:lnTo>
                  <a:lnTo>
                    <a:pt x="4" y="1290"/>
                  </a:lnTo>
                  <a:lnTo>
                    <a:pt x="1" y="1248"/>
                  </a:lnTo>
                  <a:lnTo>
                    <a:pt x="0" y="1206"/>
                  </a:lnTo>
                  <a:lnTo>
                    <a:pt x="1" y="1163"/>
                  </a:lnTo>
                  <a:lnTo>
                    <a:pt x="4" y="1121"/>
                  </a:lnTo>
                  <a:lnTo>
                    <a:pt x="10" y="1081"/>
                  </a:lnTo>
                  <a:lnTo>
                    <a:pt x="18" y="1043"/>
                  </a:lnTo>
                  <a:lnTo>
                    <a:pt x="29" y="1006"/>
                  </a:lnTo>
                  <a:lnTo>
                    <a:pt x="41" y="971"/>
                  </a:lnTo>
                  <a:lnTo>
                    <a:pt x="55" y="940"/>
                  </a:lnTo>
                  <a:lnTo>
                    <a:pt x="70" y="909"/>
                  </a:lnTo>
                  <a:lnTo>
                    <a:pt x="87" y="882"/>
                  </a:lnTo>
                  <a:lnTo>
                    <a:pt x="105" y="857"/>
                  </a:lnTo>
                  <a:lnTo>
                    <a:pt x="125" y="836"/>
                  </a:lnTo>
                  <a:lnTo>
                    <a:pt x="146" y="819"/>
                  </a:lnTo>
                  <a:lnTo>
                    <a:pt x="168" y="805"/>
                  </a:lnTo>
                  <a:lnTo>
                    <a:pt x="191" y="794"/>
                  </a:lnTo>
                  <a:lnTo>
                    <a:pt x="214" y="788"/>
                  </a:lnTo>
                  <a:lnTo>
                    <a:pt x="239" y="786"/>
                  </a:lnTo>
                  <a:close/>
                  <a:moveTo>
                    <a:pt x="1119" y="2495"/>
                  </a:moveTo>
                  <a:lnTo>
                    <a:pt x="1143" y="2498"/>
                  </a:lnTo>
                  <a:lnTo>
                    <a:pt x="1167" y="2504"/>
                  </a:lnTo>
                  <a:lnTo>
                    <a:pt x="1190" y="2514"/>
                  </a:lnTo>
                  <a:lnTo>
                    <a:pt x="1211" y="2528"/>
                  </a:lnTo>
                  <a:lnTo>
                    <a:pt x="1232" y="2546"/>
                  </a:lnTo>
                  <a:lnTo>
                    <a:pt x="1252" y="2567"/>
                  </a:lnTo>
                  <a:lnTo>
                    <a:pt x="1271" y="2592"/>
                  </a:lnTo>
                  <a:lnTo>
                    <a:pt x="1288" y="2618"/>
                  </a:lnTo>
                  <a:lnTo>
                    <a:pt x="1304" y="2648"/>
                  </a:lnTo>
                  <a:lnTo>
                    <a:pt x="1318" y="2681"/>
                  </a:lnTo>
                  <a:lnTo>
                    <a:pt x="1329" y="2715"/>
                  </a:lnTo>
                  <a:lnTo>
                    <a:pt x="1340" y="2752"/>
                  </a:lnTo>
                  <a:lnTo>
                    <a:pt x="1348" y="2790"/>
                  </a:lnTo>
                  <a:lnTo>
                    <a:pt x="1354" y="2830"/>
                  </a:lnTo>
                  <a:lnTo>
                    <a:pt x="1358" y="2872"/>
                  </a:lnTo>
                  <a:lnTo>
                    <a:pt x="1359" y="2914"/>
                  </a:lnTo>
                  <a:lnTo>
                    <a:pt x="1358" y="2956"/>
                  </a:lnTo>
                  <a:lnTo>
                    <a:pt x="1354" y="2998"/>
                  </a:lnTo>
                  <a:lnTo>
                    <a:pt x="1348" y="3038"/>
                  </a:lnTo>
                  <a:lnTo>
                    <a:pt x="1340" y="3077"/>
                  </a:lnTo>
                  <a:lnTo>
                    <a:pt x="1329" y="3113"/>
                  </a:lnTo>
                  <a:lnTo>
                    <a:pt x="1318" y="3147"/>
                  </a:lnTo>
                  <a:lnTo>
                    <a:pt x="1304" y="3180"/>
                  </a:lnTo>
                  <a:lnTo>
                    <a:pt x="1288" y="3209"/>
                  </a:lnTo>
                  <a:lnTo>
                    <a:pt x="1271" y="3238"/>
                  </a:lnTo>
                  <a:lnTo>
                    <a:pt x="1252" y="3261"/>
                  </a:lnTo>
                  <a:lnTo>
                    <a:pt x="1232" y="3282"/>
                  </a:lnTo>
                  <a:lnTo>
                    <a:pt x="1211" y="3301"/>
                  </a:lnTo>
                  <a:lnTo>
                    <a:pt x="1190" y="3315"/>
                  </a:lnTo>
                  <a:lnTo>
                    <a:pt x="1167" y="3325"/>
                  </a:lnTo>
                  <a:lnTo>
                    <a:pt x="1143" y="3331"/>
                  </a:lnTo>
                  <a:lnTo>
                    <a:pt x="1119" y="3334"/>
                  </a:lnTo>
                  <a:lnTo>
                    <a:pt x="1094" y="3331"/>
                  </a:lnTo>
                  <a:lnTo>
                    <a:pt x="1070" y="3325"/>
                  </a:lnTo>
                  <a:lnTo>
                    <a:pt x="1048" y="3315"/>
                  </a:lnTo>
                  <a:lnTo>
                    <a:pt x="1026" y="3301"/>
                  </a:lnTo>
                  <a:lnTo>
                    <a:pt x="1005" y="3282"/>
                  </a:lnTo>
                  <a:lnTo>
                    <a:pt x="985" y="3261"/>
                  </a:lnTo>
                  <a:lnTo>
                    <a:pt x="967" y="3238"/>
                  </a:lnTo>
                  <a:lnTo>
                    <a:pt x="950" y="3209"/>
                  </a:lnTo>
                  <a:lnTo>
                    <a:pt x="935" y="3180"/>
                  </a:lnTo>
                  <a:lnTo>
                    <a:pt x="921" y="3147"/>
                  </a:lnTo>
                  <a:lnTo>
                    <a:pt x="909" y="3113"/>
                  </a:lnTo>
                  <a:lnTo>
                    <a:pt x="898" y="3077"/>
                  </a:lnTo>
                  <a:lnTo>
                    <a:pt x="890" y="3038"/>
                  </a:lnTo>
                  <a:lnTo>
                    <a:pt x="884" y="2998"/>
                  </a:lnTo>
                  <a:lnTo>
                    <a:pt x="881" y="2956"/>
                  </a:lnTo>
                  <a:lnTo>
                    <a:pt x="880" y="2914"/>
                  </a:lnTo>
                  <a:lnTo>
                    <a:pt x="881" y="2872"/>
                  </a:lnTo>
                  <a:lnTo>
                    <a:pt x="884" y="2830"/>
                  </a:lnTo>
                  <a:lnTo>
                    <a:pt x="890" y="2790"/>
                  </a:lnTo>
                  <a:lnTo>
                    <a:pt x="898" y="2752"/>
                  </a:lnTo>
                  <a:lnTo>
                    <a:pt x="909" y="2715"/>
                  </a:lnTo>
                  <a:lnTo>
                    <a:pt x="921" y="2681"/>
                  </a:lnTo>
                  <a:lnTo>
                    <a:pt x="935" y="2648"/>
                  </a:lnTo>
                  <a:lnTo>
                    <a:pt x="950" y="2618"/>
                  </a:lnTo>
                  <a:lnTo>
                    <a:pt x="967" y="2592"/>
                  </a:lnTo>
                  <a:lnTo>
                    <a:pt x="985" y="2567"/>
                  </a:lnTo>
                  <a:lnTo>
                    <a:pt x="1005" y="2546"/>
                  </a:lnTo>
                  <a:lnTo>
                    <a:pt x="1026" y="2528"/>
                  </a:lnTo>
                  <a:lnTo>
                    <a:pt x="1048" y="2514"/>
                  </a:lnTo>
                  <a:lnTo>
                    <a:pt x="1070" y="2504"/>
                  </a:lnTo>
                  <a:lnTo>
                    <a:pt x="1094" y="2498"/>
                  </a:lnTo>
                  <a:lnTo>
                    <a:pt x="1119" y="2495"/>
                  </a:lnTo>
                  <a:close/>
                  <a:moveTo>
                    <a:pt x="2380" y="2651"/>
                  </a:moveTo>
                  <a:lnTo>
                    <a:pt x="2405" y="2654"/>
                  </a:lnTo>
                  <a:lnTo>
                    <a:pt x="2428" y="2660"/>
                  </a:lnTo>
                  <a:lnTo>
                    <a:pt x="2452" y="2670"/>
                  </a:lnTo>
                  <a:lnTo>
                    <a:pt x="2473" y="2684"/>
                  </a:lnTo>
                  <a:lnTo>
                    <a:pt x="2494" y="2703"/>
                  </a:lnTo>
                  <a:lnTo>
                    <a:pt x="2514" y="2724"/>
                  </a:lnTo>
                  <a:lnTo>
                    <a:pt x="2533" y="2747"/>
                  </a:lnTo>
                  <a:lnTo>
                    <a:pt x="2550" y="2774"/>
                  </a:lnTo>
                  <a:lnTo>
                    <a:pt x="2565" y="2805"/>
                  </a:lnTo>
                  <a:lnTo>
                    <a:pt x="2580" y="2838"/>
                  </a:lnTo>
                  <a:lnTo>
                    <a:pt x="2591" y="2872"/>
                  </a:lnTo>
                  <a:lnTo>
                    <a:pt x="2602" y="2908"/>
                  </a:lnTo>
                  <a:lnTo>
                    <a:pt x="2610" y="2947"/>
                  </a:lnTo>
                  <a:lnTo>
                    <a:pt x="2616" y="2987"/>
                  </a:lnTo>
                  <a:lnTo>
                    <a:pt x="2619" y="3029"/>
                  </a:lnTo>
                  <a:lnTo>
                    <a:pt x="2621" y="3071"/>
                  </a:lnTo>
                  <a:lnTo>
                    <a:pt x="2619" y="3113"/>
                  </a:lnTo>
                  <a:lnTo>
                    <a:pt x="2616" y="3155"/>
                  </a:lnTo>
                  <a:lnTo>
                    <a:pt x="2610" y="3195"/>
                  </a:lnTo>
                  <a:lnTo>
                    <a:pt x="2602" y="3233"/>
                  </a:lnTo>
                  <a:lnTo>
                    <a:pt x="2591" y="3270"/>
                  </a:lnTo>
                  <a:lnTo>
                    <a:pt x="2580" y="3304"/>
                  </a:lnTo>
                  <a:lnTo>
                    <a:pt x="2565" y="3337"/>
                  </a:lnTo>
                  <a:lnTo>
                    <a:pt x="2550" y="3367"/>
                  </a:lnTo>
                  <a:lnTo>
                    <a:pt x="2533" y="3393"/>
                  </a:lnTo>
                  <a:lnTo>
                    <a:pt x="2514" y="3418"/>
                  </a:lnTo>
                  <a:lnTo>
                    <a:pt x="2494" y="3439"/>
                  </a:lnTo>
                  <a:lnTo>
                    <a:pt x="2473" y="3457"/>
                  </a:lnTo>
                  <a:lnTo>
                    <a:pt x="2452" y="3471"/>
                  </a:lnTo>
                  <a:lnTo>
                    <a:pt x="2428" y="3481"/>
                  </a:lnTo>
                  <a:lnTo>
                    <a:pt x="2405" y="3487"/>
                  </a:lnTo>
                  <a:lnTo>
                    <a:pt x="2380" y="3490"/>
                  </a:lnTo>
                  <a:lnTo>
                    <a:pt x="2356" y="3487"/>
                  </a:lnTo>
                  <a:lnTo>
                    <a:pt x="2332" y="3481"/>
                  </a:lnTo>
                  <a:lnTo>
                    <a:pt x="2310" y="3471"/>
                  </a:lnTo>
                  <a:lnTo>
                    <a:pt x="2288" y="3457"/>
                  </a:lnTo>
                  <a:lnTo>
                    <a:pt x="2267" y="3439"/>
                  </a:lnTo>
                  <a:lnTo>
                    <a:pt x="2248" y="3418"/>
                  </a:lnTo>
                  <a:lnTo>
                    <a:pt x="2229" y="3393"/>
                  </a:lnTo>
                  <a:lnTo>
                    <a:pt x="2212" y="3367"/>
                  </a:lnTo>
                  <a:lnTo>
                    <a:pt x="2196" y="3337"/>
                  </a:lnTo>
                  <a:lnTo>
                    <a:pt x="2182" y="3304"/>
                  </a:lnTo>
                  <a:lnTo>
                    <a:pt x="2171" y="3270"/>
                  </a:lnTo>
                  <a:lnTo>
                    <a:pt x="2160" y="3233"/>
                  </a:lnTo>
                  <a:lnTo>
                    <a:pt x="2152" y="3195"/>
                  </a:lnTo>
                  <a:lnTo>
                    <a:pt x="2146" y="3155"/>
                  </a:lnTo>
                  <a:lnTo>
                    <a:pt x="2142" y="3113"/>
                  </a:lnTo>
                  <a:lnTo>
                    <a:pt x="2141" y="3071"/>
                  </a:lnTo>
                  <a:lnTo>
                    <a:pt x="2142" y="3029"/>
                  </a:lnTo>
                  <a:lnTo>
                    <a:pt x="2146" y="2987"/>
                  </a:lnTo>
                  <a:lnTo>
                    <a:pt x="2152" y="2947"/>
                  </a:lnTo>
                  <a:lnTo>
                    <a:pt x="2160" y="2908"/>
                  </a:lnTo>
                  <a:lnTo>
                    <a:pt x="2171" y="2872"/>
                  </a:lnTo>
                  <a:lnTo>
                    <a:pt x="2182" y="2838"/>
                  </a:lnTo>
                  <a:lnTo>
                    <a:pt x="2196" y="2805"/>
                  </a:lnTo>
                  <a:lnTo>
                    <a:pt x="2212" y="2774"/>
                  </a:lnTo>
                  <a:lnTo>
                    <a:pt x="2229" y="2747"/>
                  </a:lnTo>
                  <a:lnTo>
                    <a:pt x="2248" y="2724"/>
                  </a:lnTo>
                  <a:lnTo>
                    <a:pt x="2267" y="2703"/>
                  </a:lnTo>
                  <a:lnTo>
                    <a:pt x="2288" y="2684"/>
                  </a:lnTo>
                  <a:lnTo>
                    <a:pt x="2310" y="2670"/>
                  </a:lnTo>
                  <a:lnTo>
                    <a:pt x="2332" y="2660"/>
                  </a:lnTo>
                  <a:lnTo>
                    <a:pt x="2356" y="2654"/>
                  </a:lnTo>
                  <a:lnTo>
                    <a:pt x="2380" y="2651"/>
                  </a:lnTo>
                  <a:close/>
                  <a:moveTo>
                    <a:pt x="2342" y="1355"/>
                  </a:moveTo>
                  <a:lnTo>
                    <a:pt x="2366" y="1357"/>
                  </a:lnTo>
                  <a:lnTo>
                    <a:pt x="2390" y="1363"/>
                  </a:lnTo>
                  <a:lnTo>
                    <a:pt x="2412" y="1373"/>
                  </a:lnTo>
                  <a:lnTo>
                    <a:pt x="2434" y="1387"/>
                  </a:lnTo>
                  <a:lnTo>
                    <a:pt x="2455" y="1405"/>
                  </a:lnTo>
                  <a:lnTo>
                    <a:pt x="2475" y="1426"/>
                  </a:lnTo>
                  <a:lnTo>
                    <a:pt x="2493" y="1451"/>
                  </a:lnTo>
                  <a:lnTo>
                    <a:pt x="2510" y="1478"/>
                  </a:lnTo>
                  <a:lnTo>
                    <a:pt x="2526" y="1507"/>
                  </a:lnTo>
                  <a:lnTo>
                    <a:pt x="2540" y="1540"/>
                  </a:lnTo>
                  <a:lnTo>
                    <a:pt x="2551" y="1574"/>
                  </a:lnTo>
                  <a:lnTo>
                    <a:pt x="2562" y="1611"/>
                  </a:lnTo>
                  <a:lnTo>
                    <a:pt x="2570" y="1649"/>
                  </a:lnTo>
                  <a:lnTo>
                    <a:pt x="2576" y="1689"/>
                  </a:lnTo>
                  <a:lnTo>
                    <a:pt x="2580" y="1731"/>
                  </a:lnTo>
                  <a:lnTo>
                    <a:pt x="2581" y="1773"/>
                  </a:lnTo>
                  <a:lnTo>
                    <a:pt x="2580" y="1815"/>
                  </a:lnTo>
                  <a:lnTo>
                    <a:pt x="2576" y="1858"/>
                  </a:lnTo>
                  <a:lnTo>
                    <a:pt x="2570" y="1897"/>
                  </a:lnTo>
                  <a:lnTo>
                    <a:pt x="2562" y="1936"/>
                  </a:lnTo>
                  <a:lnTo>
                    <a:pt x="2551" y="1972"/>
                  </a:lnTo>
                  <a:lnTo>
                    <a:pt x="2540" y="2008"/>
                  </a:lnTo>
                  <a:lnTo>
                    <a:pt x="2526" y="2039"/>
                  </a:lnTo>
                  <a:lnTo>
                    <a:pt x="2510" y="2070"/>
                  </a:lnTo>
                  <a:lnTo>
                    <a:pt x="2493" y="2097"/>
                  </a:lnTo>
                  <a:lnTo>
                    <a:pt x="2475" y="2121"/>
                  </a:lnTo>
                  <a:lnTo>
                    <a:pt x="2455" y="2142"/>
                  </a:lnTo>
                  <a:lnTo>
                    <a:pt x="2434" y="2160"/>
                  </a:lnTo>
                  <a:lnTo>
                    <a:pt x="2412" y="2174"/>
                  </a:lnTo>
                  <a:lnTo>
                    <a:pt x="2390" y="2185"/>
                  </a:lnTo>
                  <a:lnTo>
                    <a:pt x="2366" y="2191"/>
                  </a:lnTo>
                  <a:lnTo>
                    <a:pt x="2342" y="2193"/>
                  </a:lnTo>
                  <a:lnTo>
                    <a:pt x="2317" y="2191"/>
                  </a:lnTo>
                  <a:lnTo>
                    <a:pt x="2294" y="2185"/>
                  </a:lnTo>
                  <a:lnTo>
                    <a:pt x="2270" y="2174"/>
                  </a:lnTo>
                  <a:lnTo>
                    <a:pt x="2249" y="2160"/>
                  </a:lnTo>
                  <a:lnTo>
                    <a:pt x="2228" y="2142"/>
                  </a:lnTo>
                  <a:lnTo>
                    <a:pt x="2208" y="2121"/>
                  </a:lnTo>
                  <a:lnTo>
                    <a:pt x="2189" y="2097"/>
                  </a:lnTo>
                  <a:lnTo>
                    <a:pt x="2173" y="2070"/>
                  </a:lnTo>
                  <a:lnTo>
                    <a:pt x="2157" y="2039"/>
                  </a:lnTo>
                  <a:lnTo>
                    <a:pt x="2142" y="2008"/>
                  </a:lnTo>
                  <a:lnTo>
                    <a:pt x="2131" y="1972"/>
                  </a:lnTo>
                  <a:lnTo>
                    <a:pt x="2120" y="1936"/>
                  </a:lnTo>
                  <a:lnTo>
                    <a:pt x="2112" y="1897"/>
                  </a:lnTo>
                  <a:lnTo>
                    <a:pt x="2106" y="1858"/>
                  </a:lnTo>
                  <a:lnTo>
                    <a:pt x="2103" y="1815"/>
                  </a:lnTo>
                  <a:lnTo>
                    <a:pt x="2101" y="1773"/>
                  </a:lnTo>
                  <a:lnTo>
                    <a:pt x="2103" y="1731"/>
                  </a:lnTo>
                  <a:lnTo>
                    <a:pt x="2106" y="1689"/>
                  </a:lnTo>
                  <a:lnTo>
                    <a:pt x="2112" y="1649"/>
                  </a:lnTo>
                  <a:lnTo>
                    <a:pt x="2120" y="1611"/>
                  </a:lnTo>
                  <a:lnTo>
                    <a:pt x="2131" y="1574"/>
                  </a:lnTo>
                  <a:lnTo>
                    <a:pt x="2142" y="1540"/>
                  </a:lnTo>
                  <a:lnTo>
                    <a:pt x="2157" y="1507"/>
                  </a:lnTo>
                  <a:lnTo>
                    <a:pt x="2173" y="1478"/>
                  </a:lnTo>
                  <a:lnTo>
                    <a:pt x="2189" y="1451"/>
                  </a:lnTo>
                  <a:lnTo>
                    <a:pt x="2208" y="1426"/>
                  </a:lnTo>
                  <a:lnTo>
                    <a:pt x="2228" y="1405"/>
                  </a:lnTo>
                  <a:lnTo>
                    <a:pt x="2249" y="1387"/>
                  </a:lnTo>
                  <a:lnTo>
                    <a:pt x="2270" y="1373"/>
                  </a:lnTo>
                  <a:lnTo>
                    <a:pt x="2294" y="1363"/>
                  </a:lnTo>
                  <a:lnTo>
                    <a:pt x="2317" y="1357"/>
                  </a:lnTo>
                  <a:lnTo>
                    <a:pt x="2342" y="1355"/>
                  </a:lnTo>
                  <a:close/>
                  <a:moveTo>
                    <a:pt x="3179" y="819"/>
                  </a:moveTo>
                  <a:lnTo>
                    <a:pt x="3204" y="821"/>
                  </a:lnTo>
                  <a:lnTo>
                    <a:pt x="3227" y="827"/>
                  </a:lnTo>
                  <a:lnTo>
                    <a:pt x="3250" y="838"/>
                  </a:lnTo>
                  <a:lnTo>
                    <a:pt x="3272" y="852"/>
                  </a:lnTo>
                  <a:lnTo>
                    <a:pt x="3293" y="869"/>
                  </a:lnTo>
                  <a:lnTo>
                    <a:pt x="3312" y="890"/>
                  </a:lnTo>
                  <a:lnTo>
                    <a:pt x="3331" y="915"/>
                  </a:lnTo>
                  <a:lnTo>
                    <a:pt x="3348" y="942"/>
                  </a:lnTo>
                  <a:lnTo>
                    <a:pt x="3363" y="971"/>
                  </a:lnTo>
                  <a:lnTo>
                    <a:pt x="3377" y="1004"/>
                  </a:lnTo>
                  <a:lnTo>
                    <a:pt x="3389" y="1038"/>
                  </a:lnTo>
                  <a:lnTo>
                    <a:pt x="3400" y="1076"/>
                  </a:lnTo>
                  <a:lnTo>
                    <a:pt x="3408" y="1113"/>
                  </a:lnTo>
                  <a:lnTo>
                    <a:pt x="3414" y="1153"/>
                  </a:lnTo>
                  <a:lnTo>
                    <a:pt x="3417" y="1195"/>
                  </a:lnTo>
                  <a:lnTo>
                    <a:pt x="3418" y="1237"/>
                  </a:lnTo>
                  <a:lnTo>
                    <a:pt x="3417" y="1280"/>
                  </a:lnTo>
                  <a:lnTo>
                    <a:pt x="3414" y="1322"/>
                  </a:lnTo>
                  <a:lnTo>
                    <a:pt x="3408" y="1362"/>
                  </a:lnTo>
                  <a:lnTo>
                    <a:pt x="3400" y="1399"/>
                  </a:lnTo>
                  <a:lnTo>
                    <a:pt x="3389" y="1437"/>
                  </a:lnTo>
                  <a:lnTo>
                    <a:pt x="3377" y="1471"/>
                  </a:lnTo>
                  <a:lnTo>
                    <a:pt x="3363" y="1503"/>
                  </a:lnTo>
                  <a:lnTo>
                    <a:pt x="3348" y="1533"/>
                  </a:lnTo>
                  <a:lnTo>
                    <a:pt x="3331" y="1560"/>
                  </a:lnTo>
                  <a:lnTo>
                    <a:pt x="3312" y="1584"/>
                  </a:lnTo>
                  <a:lnTo>
                    <a:pt x="3293" y="1605"/>
                  </a:lnTo>
                  <a:lnTo>
                    <a:pt x="3272" y="1623"/>
                  </a:lnTo>
                  <a:lnTo>
                    <a:pt x="3250" y="1637"/>
                  </a:lnTo>
                  <a:lnTo>
                    <a:pt x="3227" y="1648"/>
                  </a:lnTo>
                  <a:lnTo>
                    <a:pt x="3204" y="1654"/>
                  </a:lnTo>
                  <a:lnTo>
                    <a:pt x="3179" y="1656"/>
                  </a:lnTo>
                  <a:lnTo>
                    <a:pt x="3155" y="1654"/>
                  </a:lnTo>
                  <a:lnTo>
                    <a:pt x="3131" y="1648"/>
                  </a:lnTo>
                  <a:lnTo>
                    <a:pt x="3108" y="1637"/>
                  </a:lnTo>
                  <a:lnTo>
                    <a:pt x="3087" y="1623"/>
                  </a:lnTo>
                  <a:lnTo>
                    <a:pt x="3066" y="1605"/>
                  </a:lnTo>
                  <a:lnTo>
                    <a:pt x="3046" y="1584"/>
                  </a:lnTo>
                  <a:lnTo>
                    <a:pt x="3027" y="1560"/>
                  </a:lnTo>
                  <a:lnTo>
                    <a:pt x="3011" y="1533"/>
                  </a:lnTo>
                  <a:lnTo>
                    <a:pt x="2994" y="1503"/>
                  </a:lnTo>
                  <a:lnTo>
                    <a:pt x="2980" y="1471"/>
                  </a:lnTo>
                  <a:lnTo>
                    <a:pt x="2968" y="1437"/>
                  </a:lnTo>
                  <a:lnTo>
                    <a:pt x="2958" y="1399"/>
                  </a:lnTo>
                  <a:lnTo>
                    <a:pt x="2950" y="1362"/>
                  </a:lnTo>
                  <a:lnTo>
                    <a:pt x="2944" y="1322"/>
                  </a:lnTo>
                  <a:lnTo>
                    <a:pt x="2940" y="1280"/>
                  </a:lnTo>
                  <a:lnTo>
                    <a:pt x="2939" y="1237"/>
                  </a:lnTo>
                  <a:lnTo>
                    <a:pt x="2940" y="1195"/>
                  </a:lnTo>
                  <a:lnTo>
                    <a:pt x="2944" y="1153"/>
                  </a:lnTo>
                  <a:lnTo>
                    <a:pt x="2950" y="1113"/>
                  </a:lnTo>
                  <a:lnTo>
                    <a:pt x="2958" y="1076"/>
                  </a:lnTo>
                  <a:lnTo>
                    <a:pt x="2968" y="1038"/>
                  </a:lnTo>
                  <a:lnTo>
                    <a:pt x="2980" y="1004"/>
                  </a:lnTo>
                  <a:lnTo>
                    <a:pt x="2994" y="971"/>
                  </a:lnTo>
                  <a:lnTo>
                    <a:pt x="3011" y="942"/>
                  </a:lnTo>
                  <a:lnTo>
                    <a:pt x="3027" y="915"/>
                  </a:lnTo>
                  <a:lnTo>
                    <a:pt x="3046" y="890"/>
                  </a:lnTo>
                  <a:lnTo>
                    <a:pt x="3066" y="869"/>
                  </a:lnTo>
                  <a:lnTo>
                    <a:pt x="3087" y="852"/>
                  </a:lnTo>
                  <a:lnTo>
                    <a:pt x="3108" y="838"/>
                  </a:lnTo>
                  <a:lnTo>
                    <a:pt x="3131" y="827"/>
                  </a:lnTo>
                  <a:lnTo>
                    <a:pt x="3155" y="821"/>
                  </a:lnTo>
                  <a:lnTo>
                    <a:pt x="3179" y="819"/>
                  </a:lnTo>
                  <a:close/>
                  <a:moveTo>
                    <a:pt x="3246" y="2144"/>
                  </a:moveTo>
                  <a:lnTo>
                    <a:pt x="3271" y="2146"/>
                  </a:lnTo>
                  <a:lnTo>
                    <a:pt x="3294" y="2152"/>
                  </a:lnTo>
                  <a:lnTo>
                    <a:pt x="3316" y="2162"/>
                  </a:lnTo>
                  <a:lnTo>
                    <a:pt x="3339" y="2176"/>
                  </a:lnTo>
                  <a:lnTo>
                    <a:pt x="3360" y="2194"/>
                  </a:lnTo>
                  <a:lnTo>
                    <a:pt x="3380" y="2215"/>
                  </a:lnTo>
                  <a:lnTo>
                    <a:pt x="3397" y="2240"/>
                  </a:lnTo>
                  <a:lnTo>
                    <a:pt x="3415" y="2267"/>
                  </a:lnTo>
                  <a:lnTo>
                    <a:pt x="3430" y="2296"/>
                  </a:lnTo>
                  <a:lnTo>
                    <a:pt x="3444" y="2329"/>
                  </a:lnTo>
                  <a:lnTo>
                    <a:pt x="3456" y="2363"/>
                  </a:lnTo>
                  <a:lnTo>
                    <a:pt x="3466" y="2400"/>
                  </a:lnTo>
                  <a:lnTo>
                    <a:pt x="3475" y="2438"/>
                  </a:lnTo>
                  <a:lnTo>
                    <a:pt x="3480" y="2478"/>
                  </a:lnTo>
                  <a:lnTo>
                    <a:pt x="3484" y="2520"/>
                  </a:lnTo>
                  <a:lnTo>
                    <a:pt x="3485" y="2562"/>
                  </a:lnTo>
                  <a:lnTo>
                    <a:pt x="3484" y="2604"/>
                  </a:lnTo>
                  <a:lnTo>
                    <a:pt x="3480" y="2647"/>
                  </a:lnTo>
                  <a:lnTo>
                    <a:pt x="3475" y="2686"/>
                  </a:lnTo>
                  <a:lnTo>
                    <a:pt x="3466" y="2725"/>
                  </a:lnTo>
                  <a:lnTo>
                    <a:pt x="3456" y="2762"/>
                  </a:lnTo>
                  <a:lnTo>
                    <a:pt x="3444" y="2796"/>
                  </a:lnTo>
                  <a:lnTo>
                    <a:pt x="3430" y="2828"/>
                  </a:lnTo>
                  <a:lnTo>
                    <a:pt x="3415" y="2858"/>
                  </a:lnTo>
                  <a:lnTo>
                    <a:pt x="3397" y="2886"/>
                  </a:lnTo>
                  <a:lnTo>
                    <a:pt x="3380" y="2909"/>
                  </a:lnTo>
                  <a:lnTo>
                    <a:pt x="3360" y="2930"/>
                  </a:lnTo>
                  <a:lnTo>
                    <a:pt x="3339" y="2949"/>
                  </a:lnTo>
                  <a:lnTo>
                    <a:pt x="3316" y="2963"/>
                  </a:lnTo>
                  <a:lnTo>
                    <a:pt x="3294" y="2974"/>
                  </a:lnTo>
                  <a:lnTo>
                    <a:pt x="3271" y="2980"/>
                  </a:lnTo>
                  <a:lnTo>
                    <a:pt x="3246" y="2982"/>
                  </a:lnTo>
                  <a:lnTo>
                    <a:pt x="3222" y="2980"/>
                  </a:lnTo>
                  <a:lnTo>
                    <a:pt x="3198" y="2974"/>
                  </a:lnTo>
                  <a:lnTo>
                    <a:pt x="3176" y="2963"/>
                  </a:lnTo>
                  <a:lnTo>
                    <a:pt x="3154" y="2949"/>
                  </a:lnTo>
                  <a:lnTo>
                    <a:pt x="3133" y="2930"/>
                  </a:lnTo>
                  <a:lnTo>
                    <a:pt x="3113" y="2909"/>
                  </a:lnTo>
                  <a:lnTo>
                    <a:pt x="3095" y="2886"/>
                  </a:lnTo>
                  <a:lnTo>
                    <a:pt x="3077" y="2858"/>
                  </a:lnTo>
                  <a:lnTo>
                    <a:pt x="3062" y="2828"/>
                  </a:lnTo>
                  <a:lnTo>
                    <a:pt x="3048" y="2796"/>
                  </a:lnTo>
                  <a:lnTo>
                    <a:pt x="3036" y="2762"/>
                  </a:lnTo>
                  <a:lnTo>
                    <a:pt x="3026" y="2725"/>
                  </a:lnTo>
                  <a:lnTo>
                    <a:pt x="3018" y="2686"/>
                  </a:lnTo>
                  <a:lnTo>
                    <a:pt x="3012" y="2647"/>
                  </a:lnTo>
                  <a:lnTo>
                    <a:pt x="3008" y="2604"/>
                  </a:lnTo>
                  <a:lnTo>
                    <a:pt x="3007" y="2562"/>
                  </a:lnTo>
                  <a:lnTo>
                    <a:pt x="3008" y="2520"/>
                  </a:lnTo>
                  <a:lnTo>
                    <a:pt x="3012" y="2478"/>
                  </a:lnTo>
                  <a:lnTo>
                    <a:pt x="3018" y="2438"/>
                  </a:lnTo>
                  <a:lnTo>
                    <a:pt x="3026" y="2400"/>
                  </a:lnTo>
                  <a:lnTo>
                    <a:pt x="3036" y="2363"/>
                  </a:lnTo>
                  <a:lnTo>
                    <a:pt x="3048" y="2329"/>
                  </a:lnTo>
                  <a:lnTo>
                    <a:pt x="3062" y="2296"/>
                  </a:lnTo>
                  <a:lnTo>
                    <a:pt x="3077" y="2267"/>
                  </a:lnTo>
                  <a:lnTo>
                    <a:pt x="3095" y="2240"/>
                  </a:lnTo>
                  <a:lnTo>
                    <a:pt x="3113" y="2215"/>
                  </a:lnTo>
                  <a:lnTo>
                    <a:pt x="3133" y="2194"/>
                  </a:lnTo>
                  <a:lnTo>
                    <a:pt x="3154" y="2176"/>
                  </a:lnTo>
                  <a:lnTo>
                    <a:pt x="3176" y="2162"/>
                  </a:lnTo>
                  <a:lnTo>
                    <a:pt x="3198" y="2152"/>
                  </a:lnTo>
                  <a:lnTo>
                    <a:pt x="3222" y="2146"/>
                  </a:lnTo>
                  <a:lnTo>
                    <a:pt x="3246" y="214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9961" name="Freeform 51"/>
            <p:cNvSpPr>
              <a:spLocks/>
            </p:cNvSpPr>
            <p:nvPr/>
          </p:nvSpPr>
          <p:spPr bwMode="auto">
            <a:xfrm>
              <a:off x="1267" y="1588"/>
              <a:ext cx="87" cy="52"/>
            </a:xfrm>
            <a:custGeom>
              <a:avLst/>
              <a:gdLst>
                <a:gd name="T0" fmla="*/ 3 w 437"/>
                <a:gd name="T1" fmla="*/ 2 h 260"/>
                <a:gd name="T2" fmla="*/ 3 w 437"/>
                <a:gd name="T3" fmla="*/ 2 h 260"/>
                <a:gd name="T4" fmla="*/ 3 w 437"/>
                <a:gd name="T5" fmla="*/ 2 h 260"/>
                <a:gd name="T6" fmla="*/ 3 w 437"/>
                <a:gd name="T7" fmla="*/ 2 h 260"/>
                <a:gd name="T8" fmla="*/ 3 w 437"/>
                <a:gd name="T9" fmla="*/ 1 h 260"/>
                <a:gd name="T10" fmla="*/ 3 w 437"/>
                <a:gd name="T11" fmla="*/ 1 h 260"/>
                <a:gd name="T12" fmla="*/ 3 w 437"/>
                <a:gd name="T13" fmla="*/ 1 h 260"/>
                <a:gd name="T14" fmla="*/ 3 w 437"/>
                <a:gd name="T15" fmla="*/ 1 h 260"/>
                <a:gd name="T16" fmla="*/ 3 w 437"/>
                <a:gd name="T17" fmla="*/ 1 h 260"/>
                <a:gd name="T18" fmla="*/ 2 w 437"/>
                <a:gd name="T19" fmla="*/ 1 h 260"/>
                <a:gd name="T20" fmla="*/ 2 w 437"/>
                <a:gd name="T21" fmla="*/ 0 h 260"/>
                <a:gd name="T22" fmla="*/ 2 w 437"/>
                <a:gd name="T23" fmla="*/ 0 h 260"/>
                <a:gd name="T24" fmla="*/ 2 w 437"/>
                <a:gd name="T25" fmla="*/ 0 h 260"/>
                <a:gd name="T26" fmla="*/ 1 w 437"/>
                <a:gd name="T27" fmla="*/ 0 h 260"/>
                <a:gd name="T28" fmla="*/ 1 w 437"/>
                <a:gd name="T29" fmla="*/ 0 h 260"/>
                <a:gd name="T30" fmla="*/ 1 w 437"/>
                <a:gd name="T31" fmla="*/ 0 h 260"/>
                <a:gd name="T32" fmla="*/ 0 w 437"/>
                <a:gd name="T33" fmla="*/ 0 h 260"/>
                <a:gd name="T34" fmla="*/ 0 w 437"/>
                <a:gd name="T35" fmla="*/ 0 h 260"/>
                <a:gd name="T36" fmla="*/ 0 w 437"/>
                <a:gd name="T37" fmla="*/ 0 h 260"/>
                <a:gd name="T38" fmla="*/ 0 w 437"/>
                <a:gd name="T39" fmla="*/ 0 h 260"/>
                <a:gd name="T40" fmla="*/ 1 w 437"/>
                <a:gd name="T41" fmla="*/ 0 h 260"/>
                <a:gd name="T42" fmla="*/ 1 w 437"/>
                <a:gd name="T43" fmla="*/ 0 h 260"/>
                <a:gd name="T44" fmla="*/ 1 w 437"/>
                <a:gd name="T45" fmla="*/ 0 h 260"/>
                <a:gd name="T46" fmla="*/ 2 w 437"/>
                <a:gd name="T47" fmla="*/ 0 h 260"/>
                <a:gd name="T48" fmla="*/ 2 w 437"/>
                <a:gd name="T49" fmla="*/ 0 h 260"/>
                <a:gd name="T50" fmla="*/ 2 w 437"/>
                <a:gd name="T51" fmla="*/ 1 h 260"/>
                <a:gd name="T52" fmla="*/ 2 w 437"/>
                <a:gd name="T53" fmla="*/ 1 h 260"/>
                <a:gd name="T54" fmla="*/ 3 w 437"/>
                <a:gd name="T55" fmla="*/ 1 h 260"/>
                <a:gd name="T56" fmla="*/ 3 w 437"/>
                <a:gd name="T57" fmla="*/ 1 h 260"/>
                <a:gd name="T58" fmla="*/ 3 w 437"/>
                <a:gd name="T59" fmla="*/ 1 h 260"/>
                <a:gd name="T60" fmla="*/ 3 w 437"/>
                <a:gd name="T61" fmla="*/ 1 h 260"/>
                <a:gd name="T62" fmla="*/ 3 w 437"/>
                <a:gd name="T63" fmla="*/ 1 h 260"/>
                <a:gd name="T64" fmla="*/ 3 w 437"/>
                <a:gd name="T65" fmla="*/ 2 h 260"/>
                <a:gd name="T66" fmla="*/ 3 w 437"/>
                <a:gd name="T67" fmla="*/ 2 h 260"/>
                <a:gd name="T68" fmla="*/ 3 w 437"/>
                <a:gd name="T69" fmla="*/ 2 h 260"/>
                <a:gd name="T70" fmla="*/ 3 w 437"/>
                <a:gd name="T71" fmla="*/ 2 h 260"/>
                <a:gd name="T72" fmla="*/ 3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437" y="260"/>
                  </a:moveTo>
                  <a:lnTo>
                    <a:pt x="437" y="260"/>
                  </a:lnTo>
                  <a:lnTo>
                    <a:pt x="434" y="233"/>
                  </a:lnTo>
                  <a:lnTo>
                    <a:pt x="427" y="206"/>
                  </a:lnTo>
                  <a:lnTo>
                    <a:pt x="417" y="181"/>
                  </a:lnTo>
                  <a:lnTo>
                    <a:pt x="401" y="157"/>
                  </a:lnTo>
                  <a:lnTo>
                    <a:pt x="383" y="133"/>
                  </a:lnTo>
                  <a:lnTo>
                    <a:pt x="360" y="113"/>
                  </a:lnTo>
                  <a:lnTo>
                    <a:pt x="336" y="93"/>
                  </a:lnTo>
                  <a:lnTo>
                    <a:pt x="308" y="73"/>
                  </a:lnTo>
                  <a:lnTo>
                    <a:pt x="276" y="58"/>
                  </a:lnTo>
                  <a:lnTo>
                    <a:pt x="242" y="43"/>
                  </a:lnTo>
                  <a:lnTo>
                    <a:pt x="207" y="30"/>
                  </a:lnTo>
                  <a:lnTo>
                    <a:pt x="168" y="19"/>
                  </a:lnTo>
                  <a:lnTo>
                    <a:pt x="128" y="11"/>
                  </a:lnTo>
                  <a:lnTo>
                    <a:pt x="87" y="4"/>
                  </a:lnTo>
                  <a:lnTo>
                    <a:pt x="43" y="1"/>
                  </a:lnTo>
                  <a:lnTo>
                    <a:pt x="0" y="0"/>
                  </a:lnTo>
                  <a:lnTo>
                    <a:pt x="0" y="11"/>
                  </a:lnTo>
                  <a:lnTo>
                    <a:pt x="43" y="12"/>
                  </a:lnTo>
                  <a:lnTo>
                    <a:pt x="85" y="16"/>
                  </a:lnTo>
                  <a:lnTo>
                    <a:pt x="126" y="23"/>
                  </a:lnTo>
                  <a:lnTo>
                    <a:pt x="166" y="31"/>
                  </a:lnTo>
                  <a:lnTo>
                    <a:pt x="202" y="42"/>
                  </a:lnTo>
                  <a:lnTo>
                    <a:pt x="237" y="55"/>
                  </a:lnTo>
                  <a:lnTo>
                    <a:pt x="271" y="70"/>
                  </a:lnTo>
                  <a:lnTo>
                    <a:pt x="301" y="85"/>
                  </a:lnTo>
                  <a:lnTo>
                    <a:pt x="329" y="103"/>
                  </a:lnTo>
                  <a:lnTo>
                    <a:pt x="353" y="123"/>
                  </a:lnTo>
                  <a:lnTo>
                    <a:pt x="373" y="143"/>
                  </a:lnTo>
                  <a:lnTo>
                    <a:pt x="392" y="164"/>
                  </a:lnTo>
                  <a:lnTo>
                    <a:pt x="405" y="186"/>
                  </a:lnTo>
                  <a:lnTo>
                    <a:pt x="415" y="211"/>
                  </a:lnTo>
                  <a:lnTo>
                    <a:pt x="422" y="235"/>
                  </a:lnTo>
                  <a:lnTo>
                    <a:pt x="425" y="260"/>
                  </a:lnTo>
                  <a:lnTo>
                    <a:pt x="437"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9962" name="Freeform 52"/>
            <p:cNvSpPr>
              <a:spLocks/>
            </p:cNvSpPr>
            <p:nvPr/>
          </p:nvSpPr>
          <p:spPr bwMode="auto">
            <a:xfrm>
              <a:off x="1267" y="1640"/>
              <a:ext cx="87" cy="52"/>
            </a:xfrm>
            <a:custGeom>
              <a:avLst/>
              <a:gdLst>
                <a:gd name="T0" fmla="*/ 0 w 437"/>
                <a:gd name="T1" fmla="*/ 2 h 260"/>
                <a:gd name="T2" fmla="*/ 0 w 437"/>
                <a:gd name="T3" fmla="*/ 2 h 260"/>
                <a:gd name="T4" fmla="*/ 0 w 437"/>
                <a:gd name="T5" fmla="*/ 2 h 260"/>
                <a:gd name="T6" fmla="*/ 1 w 437"/>
                <a:gd name="T7" fmla="*/ 2 h 260"/>
                <a:gd name="T8" fmla="*/ 1 w 437"/>
                <a:gd name="T9" fmla="*/ 2 h 260"/>
                <a:gd name="T10" fmla="*/ 1 w 437"/>
                <a:gd name="T11" fmla="*/ 2 h 260"/>
                <a:gd name="T12" fmla="*/ 2 w 437"/>
                <a:gd name="T13" fmla="*/ 2 h 260"/>
                <a:gd name="T14" fmla="*/ 2 w 437"/>
                <a:gd name="T15" fmla="*/ 2 h 260"/>
                <a:gd name="T16" fmla="*/ 2 w 437"/>
                <a:gd name="T17" fmla="*/ 2 h 260"/>
                <a:gd name="T18" fmla="*/ 2 w 437"/>
                <a:gd name="T19" fmla="*/ 1 h 260"/>
                <a:gd name="T20" fmla="*/ 3 w 437"/>
                <a:gd name="T21" fmla="*/ 1 h 260"/>
                <a:gd name="T22" fmla="*/ 3 w 437"/>
                <a:gd name="T23" fmla="*/ 1 h 260"/>
                <a:gd name="T24" fmla="*/ 3 w 437"/>
                <a:gd name="T25" fmla="*/ 1 h 260"/>
                <a:gd name="T26" fmla="*/ 3 w 437"/>
                <a:gd name="T27" fmla="*/ 1 h 260"/>
                <a:gd name="T28" fmla="*/ 3 w 437"/>
                <a:gd name="T29" fmla="*/ 1 h 260"/>
                <a:gd name="T30" fmla="*/ 3 w 437"/>
                <a:gd name="T31" fmla="*/ 0 h 260"/>
                <a:gd name="T32" fmla="*/ 3 w 437"/>
                <a:gd name="T33" fmla="*/ 0 h 260"/>
                <a:gd name="T34" fmla="*/ 3 w 437"/>
                <a:gd name="T35" fmla="*/ 0 h 260"/>
                <a:gd name="T36" fmla="*/ 3 w 437"/>
                <a:gd name="T37" fmla="*/ 0 h 260"/>
                <a:gd name="T38" fmla="*/ 3 w 437"/>
                <a:gd name="T39" fmla="*/ 0 h 260"/>
                <a:gd name="T40" fmla="*/ 3 w 437"/>
                <a:gd name="T41" fmla="*/ 0 h 260"/>
                <a:gd name="T42" fmla="*/ 3 w 437"/>
                <a:gd name="T43" fmla="*/ 1 h 260"/>
                <a:gd name="T44" fmla="*/ 3 w 437"/>
                <a:gd name="T45" fmla="*/ 1 h 260"/>
                <a:gd name="T46" fmla="*/ 3 w 437"/>
                <a:gd name="T47" fmla="*/ 1 h 260"/>
                <a:gd name="T48" fmla="*/ 3 w 437"/>
                <a:gd name="T49" fmla="*/ 1 h 260"/>
                <a:gd name="T50" fmla="*/ 3 w 437"/>
                <a:gd name="T51" fmla="*/ 1 h 260"/>
                <a:gd name="T52" fmla="*/ 2 w 437"/>
                <a:gd name="T53" fmla="*/ 1 h 260"/>
                <a:gd name="T54" fmla="*/ 2 w 437"/>
                <a:gd name="T55" fmla="*/ 2 h 260"/>
                <a:gd name="T56" fmla="*/ 2 w 437"/>
                <a:gd name="T57" fmla="*/ 2 h 260"/>
                <a:gd name="T58" fmla="*/ 2 w 437"/>
                <a:gd name="T59" fmla="*/ 2 h 260"/>
                <a:gd name="T60" fmla="*/ 1 w 437"/>
                <a:gd name="T61" fmla="*/ 2 h 260"/>
                <a:gd name="T62" fmla="*/ 1 w 437"/>
                <a:gd name="T63" fmla="*/ 2 h 260"/>
                <a:gd name="T64" fmla="*/ 1 w 437"/>
                <a:gd name="T65" fmla="*/ 2 h 260"/>
                <a:gd name="T66" fmla="*/ 0 w 437"/>
                <a:gd name="T67" fmla="*/ 2 h 260"/>
                <a:gd name="T68" fmla="*/ 0 w 437"/>
                <a:gd name="T69" fmla="*/ 2 h 260"/>
                <a:gd name="T70" fmla="*/ 0 w 437"/>
                <a:gd name="T71" fmla="*/ 2 h 260"/>
                <a:gd name="T72" fmla="*/ 0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0" y="260"/>
                  </a:moveTo>
                  <a:lnTo>
                    <a:pt x="0" y="260"/>
                  </a:lnTo>
                  <a:lnTo>
                    <a:pt x="43" y="259"/>
                  </a:lnTo>
                  <a:lnTo>
                    <a:pt x="87" y="255"/>
                  </a:lnTo>
                  <a:lnTo>
                    <a:pt x="128" y="248"/>
                  </a:lnTo>
                  <a:lnTo>
                    <a:pt x="168" y="240"/>
                  </a:lnTo>
                  <a:lnTo>
                    <a:pt x="207" y="230"/>
                  </a:lnTo>
                  <a:lnTo>
                    <a:pt x="242" y="217"/>
                  </a:lnTo>
                  <a:lnTo>
                    <a:pt x="276" y="202"/>
                  </a:lnTo>
                  <a:lnTo>
                    <a:pt x="308" y="185"/>
                  </a:lnTo>
                  <a:lnTo>
                    <a:pt x="336" y="166"/>
                  </a:lnTo>
                  <a:lnTo>
                    <a:pt x="360" y="146"/>
                  </a:lnTo>
                  <a:lnTo>
                    <a:pt x="383" y="125"/>
                  </a:lnTo>
                  <a:lnTo>
                    <a:pt x="401" y="102"/>
                  </a:lnTo>
                  <a:lnTo>
                    <a:pt x="417" y="77"/>
                  </a:lnTo>
                  <a:lnTo>
                    <a:pt x="427" y="53"/>
                  </a:lnTo>
                  <a:lnTo>
                    <a:pt x="434" y="27"/>
                  </a:lnTo>
                  <a:lnTo>
                    <a:pt x="437" y="0"/>
                  </a:lnTo>
                  <a:lnTo>
                    <a:pt x="425" y="0"/>
                  </a:lnTo>
                  <a:lnTo>
                    <a:pt x="422" y="24"/>
                  </a:lnTo>
                  <a:lnTo>
                    <a:pt x="415" y="48"/>
                  </a:lnTo>
                  <a:lnTo>
                    <a:pt x="405" y="73"/>
                  </a:lnTo>
                  <a:lnTo>
                    <a:pt x="392" y="95"/>
                  </a:lnTo>
                  <a:lnTo>
                    <a:pt x="373" y="116"/>
                  </a:lnTo>
                  <a:lnTo>
                    <a:pt x="353" y="137"/>
                  </a:lnTo>
                  <a:lnTo>
                    <a:pt x="329" y="157"/>
                  </a:lnTo>
                  <a:lnTo>
                    <a:pt x="301" y="173"/>
                  </a:lnTo>
                  <a:lnTo>
                    <a:pt x="271" y="190"/>
                  </a:lnTo>
                  <a:lnTo>
                    <a:pt x="237" y="205"/>
                  </a:lnTo>
                  <a:lnTo>
                    <a:pt x="202" y="218"/>
                  </a:lnTo>
                  <a:lnTo>
                    <a:pt x="166" y="228"/>
                  </a:lnTo>
                  <a:lnTo>
                    <a:pt x="126" y="237"/>
                  </a:lnTo>
                  <a:lnTo>
                    <a:pt x="85" y="244"/>
                  </a:lnTo>
                  <a:lnTo>
                    <a:pt x="43" y="247"/>
                  </a:lnTo>
                  <a:lnTo>
                    <a:pt x="0" y="248"/>
                  </a:lnTo>
                  <a:lnTo>
                    <a:pt x="0"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9963" name="Freeform 53"/>
            <p:cNvSpPr>
              <a:spLocks/>
            </p:cNvSpPr>
            <p:nvPr/>
          </p:nvSpPr>
          <p:spPr bwMode="auto">
            <a:xfrm>
              <a:off x="1179" y="1640"/>
              <a:ext cx="88" cy="52"/>
            </a:xfrm>
            <a:custGeom>
              <a:avLst/>
              <a:gdLst>
                <a:gd name="T0" fmla="*/ 0 w 439"/>
                <a:gd name="T1" fmla="*/ 0 h 260"/>
                <a:gd name="T2" fmla="*/ 0 w 439"/>
                <a:gd name="T3" fmla="*/ 0 h 260"/>
                <a:gd name="T4" fmla="*/ 0 w 439"/>
                <a:gd name="T5" fmla="*/ 0 h 260"/>
                <a:gd name="T6" fmla="*/ 0 w 439"/>
                <a:gd name="T7" fmla="*/ 0 h 260"/>
                <a:gd name="T8" fmla="*/ 0 w 439"/>
                <a:gd name="T9" fmla="*/ 1 h 260"/>
                <a:gd name="T10" fmla="*/ 0 w 439"/>
                <a:gd name="T11" fmla="*/ 1 h 260"/>
                <a:gd name="T12" fmla="*/ 0 w 439"/>
                <a:gd name="T13" fmla="*/ 1 h 260"/>
                <a:gd name="T14" fmla="*/ 1 w 439"/>
                <a:gd name="T15" fmla="*/ 1 h 260"/>
                <a:gd name="T16" fmla="*/ 1 w 439"/>
                <a:gd name="T17" fmla="*/ 1 h 260"/>
                <a:gd name="T18" fmla="*/ 1 w 439"/>
                <a:gd name="T19" fmla="*/ 1 h 260"/>
                <a:gd name="T20" fmla="*/ 1 w 439"/>
                <a:gd name="T21" fmla="*/ 2 h 260"/>
                <a:gd name="T22" fmla="*/ 2 w 439"/>
                <a:gd name="T23" fmla="*/ 2 h 260"/>
                <a:gd name="T24" fmla="*/ 2 w 439"/>
                <a:gd name="T25" fmla="*/ 2 h 260"/>
                <a:gd name="T26" fmla="*/ 2 w 439"/>
                <a:gd name="T27" fmla="*/ 2 h 260"/>
                <a:gd name="T28" fmla="*/ 2 w 439"/>
                <a:gd name="T29" fmla="*/ 2 h 260"/>
                <a:gd name="T30" fmla="*/ 3 w 439"/>
                <a:gd name="T31" fmla="*/ 2 h 260"/>
                <a:gd name="T32" fmla="*/ 3 w 439"/>
                <a:gd name="T33" fmla="*/ 2 h 260"/>
                <a:gd name="T34" fmla="*/ 4 w 439"/>
                <a:gd name="T35" fmla="*/ 2 h 260"/>
                <a:gd name="T36" fmla="*/ 4 w 439"/>
                <a:gd name="T37" fmla="*/ 2 h 260"/>
                <a:gd name="T38" fmla="*/ 3 w 439"/>
                <a:gd name="T39" fmla="*/ 2 h 260"/>
                <a:gd name="T40" fmla="*/ 3 w 439"/>
                <a:gd name="T41" fmla="*/ 2 h 260"/>
                <a:gd name="T42" fmla="*/ 3 w 439"/>
                <a:gd name="T43" fmla="*/ 2 h 260"/>
                <a:gd name="T44" fmla="*/ 2 w 439"/>
                <a:gd name="T45" fmla="*/ 2 h 260"/>
                <a:gd name="T46" fmla="*/ 2 w 439"/>
                <a:gd name="T47" fmla="*/ 2 h 260"/>
                <a:gd name="T48" fmla="*/ 2 w 439"/>
                <a:gd name="T49" fmla="*/ 2 h 260"/>
                <a:gd name="T50" fmla="*/ 1 w 439"/>
                <a:gd name="T51" fmla="*/ 2 h 260"/>
                <a:gd name="T52" fmla="*/ 1 w 439"/>
                <a:gd name="T53" fmla="*/ 1 h 260"/>
                <a:gd name="T54" fmla="*/ 1 w 439"/>
                <a:gd name="T55" fmla="*/ 1 h 260"/>
                <a:gd name="T56" fmla="*/ 1 w 439"/>
                <a:gd name="T57" fmla="*/ 1 h 260"/>
                <a:gd name="T58" fmla="*/ 1 w 439"/>
                <a:gd name="T59" fmla="*/ 1 h 260"/>
                <a:gd name="T60" fmla="*/ 0 w 439"/>
                <a:gd name="T61" fmla="*/ 1 h 260"/>
                <a:gd name="T62" fmla="*/ 0 w 439"/>
                <a:gd name="T63" fmla="*/ 1 h 260"/>
                <a:gd name="T64" fmla="*/ 0 w 439"/>
                <a:gd name="T65" fmla="*/ 0 h 260"/>
                <a:gd name="T66" fmla="*/ 0 w 439"/>
                <a:gd name="T67" fmla="*/ 0 h 260"/>
                <a:gd name="T68" fmla="*/ 0 w 439"/>
                <a:gd name="T69" fmla="*/ 0 h 260"/>
                <a:gd name="T70" fmla="*/ 0 w 439"/>
                <a:gd name="T71" fmla="*/ 0 h 260"/>
                <a:gd name="T72" fmla="*/ 0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0" y="0"/>
                  </a:moveTo>
                  <a:lnTo>
                    <a:pt x="0" y="0"/>
                  </a:lnTo>
                  <a:lnTo>
                    <a:pt x="3" y="27"/>
                  </a:lnTo>
                  <a:lnTo>
                    <a:pt x="10" y="53"/>
                  </a:lnTo>
                  <a:lnTo>
                    <a:pt x="20" y="77"/>
                  </a:lnTo>
                  <a:lnTo>
                    <a:pt x="35" y="102"/>
                  </a:lnTo>
                  <a:lnTo>
                    <a:pt x="54" y="125"/>
                  </a:lnTo>
                  <a:lnTo>
                    <a:pt x="76" y="146"/>
                  </a:lnTo>
                  <a:lnTo>
                    <a:pt x="102" y="166"/>
                  </a:lnTo>
                  <a:lnTo>
                    <a:pt x="130" y="185"/>
                  </a:lnTo>
                  <a:lnTo>
                    <a:pt x="162" y="202"/>
                  </a:lnTo>
                  <a:lnTo>
                    <a:pt x="195" y="217"/>
                  </a:lnTo>
                  <a:lnTo>
                    <a:pt x="231" y="230"/>
                  </a:lnTo>
                  <a:lnTo>
                    <a:pt x="270" y="240"/>
                  </a:lnTo>
                  <a:lnTo>
                    <a:pt x="310" y="248"/>
                  </a:lnTo>
                  <a:lnTo>
                    <a:pt x="351" y="255"/>
                  </a:lnTo>
                  <a:lnTo>
                    <a:pt x="395" y="259"/>
                  </a:lnTo>
                  <a:lnTo>
                    <a:pt x="439" y="260"/>
                  </a:lnTo>
                  <a:lnTo>
                    <a:pt x="439" y="248"/>
                  </a:lnTo>
                  <a:lnTo>
                    <a:pt x="395" y="247"/>
                  </a:lnTo>
                  <a:lnTo>
                    <a:pt x="353" y="244"/>
                  </a:lnTo>
                  <a:lnTo>
                    <a:pt x="312" y="237"/>
                  </a:lnTo>
                  <a:lnTo>
                    <a:pt x="272" y="228"/>
                  </a:lnTo>
                  <a:lnTo>
                    <a:pt x="236" y="218"/>
                  </a:lnTo>
                  <a:lnTo>
                    <a:pt x="200" y="205"/>
                  </a:lnTo>
                  <a:lnTo>
                    <a:pt x="167" y="190"/>
                  </a:lnTo>
                  <a:lnTo>
                    <a:pt x="137" y="173"/>
                  </a:lnTo>
                  <a:lnTo>
                    <a:pt x="109" y="157"/>
                  </a:lnTo>
                  <a:lnTo>
                    <a:pt x="84" y="137"/>
                  </a:lnTo>
                  <a:lnTo>
                    <a:pt x="64" y="116"/>
                  </a:lnTo>
                  <a:lnTo>
                    <a:pt x="45" y="95"/>
                  </a:lnTo>
                  <a:lnTo>
                    <a:pt x="32" y="73"/>
                  </a:lnTo>
                  <a:lnTo>
                    <a:pt x="21" y="48"/>
                  </a:lnTo>
                  <a:lnTo>
                    <a:pt x="14" y="24"/>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9964" name="Freeform 54"/>
            <p:cNvSpPr>
              <a:spLocks/>
            </p:cNvSpPr>
            <p:nvPr/>
          </p:nvSpPr>
          <p:spPr bwMode="auto">
            <a:xfrm>
              <a:off x="1179" y="1588"/>
              <a:ext cx="88" cy="52"/>
            </a:xfrm>
            <a:custGeom>
              <a:avLst/>
              <a:gdLst>
                <a:gd name="T0" fmla="*/ 4 w 439"/>
                <a:gd name="T1" fmla="*/ 0 h 260"/>
                <a:gd name="T2" fmla="*/ 4 w 439"/>
                <a:gd name="T3" fmla="*/ 0 h 260"/>
                <a:gd name="T4" fmla="*/ 3 w 439"/>
                <a:gd name="T5" fmla="*/ 0 h 260"/>
                <a:gd name="T6" fmla="*/ 3 w 439"/>
                <a:gd name="T7" fmla="*/ 0 h 260"/>
                <a:gd name="T8" fmla="*/ 2 w 439"/>
                <a:gd name="T9" fmla="*/ 0 h 260"/>
                <a:gd name="T10" fmla="*/ 2 w 439"/>
                <a:gd name="T11" fmla="*/ 0 h 260"/>
                <a:gd name="T12" fmla="*/ 2 w 439"/>
                <a:gd name="T13" fmla="*/ 0 h 260"/>
                <a:gd name="T14" fmla="*/ 2 w 439"/>
                <a:gd name="T15" fmla="*/ 0 h 260"/>
                <a:gd name="T16" fmla="*/ 1 w 439"/>
                <a:gd name="T17" fmla="*/ 0 h 260"/>
                <a:gd name="T18" fmla="*/ 1 w 439"/>
                <a:gd name="T19" fmla="*/ 1 h 260"/>
                <a:gd name="T20" fmla="*/ 1 w 439"/>
                <a:gd name="T21" fmla="*/ 1 h 260"/>
                <a:gd name="T22" fmla="*/ 1 w 439"/>
                <a:gd name="T23" fmla="*/ 1 h 260"/>
                <a:gd name="T24" fmla="*/ 0 w 439"/>
                <a:gd name="T25" fmla="*/ 1 h 260"/>
                <a:gd name="T26" fmla="*/ 0 w 439"/>
                <a:gd name="T27" fmla="*/ 1 h 260"/>
                <a:gd name="T28" fmla="*/ 0 w 439"/>
                <a:gd name="T29" fmla="*/ 1 h 260"/>
                <a:gd name="T30" fmla="*/ 0 w 439"/>
                <a:gd name="T31" fmla="*/ 2 h 260"/>
                <a:gd name="T32" fmla="*/ 0 w 439"/>
                <a:gd name="T33" fmla="*/ 2 h 260"/>
                <a:gd name="T34" fmla="*/ 0 w 439"/>
                <a:gd name="T35" fmla="*/ 2 h 260"/>
                <a:gd name="T36" fmla="*/ 0 w 439"/>
                <a:gd name="T37" fmla="*/ 2 h 260"/>
                <a:gd name="T38" fmla="*/ 0 w 439"/>
                <a:gd name="T39" fmla="*/ 2 h 260"/>
                <a:gd name="T40" fmla="*/ 0 w 439"/>
                <a:gd name="T41" fmla="*/ 2 h 260"/>
                <a:gd name="T42" fmla="*/ 0 w 439"/>
                <a:gd name="T43" fmla="*/ 1 h 260"/>
                <a:gd name="T44" fmla="*/ 0 w 439"/>
                <a:gd name="T45" fmla="*/ 1 h 260"/>
                <a:gd name="T46" fmla="*/ 1 w 439"/>
                <a:gd name="T47" fmla="*/ 1 h 260"/>
                <a:gd name="T48" fmla="*/ 1 w 439"/>
                <a:gd name="T49" fmla="*/ 1 h 260"/>
                <a:gd name="T50" fmla="*/ 1 w 439"/>
                <a:gd name="T51" fmla="*/ 1 h 260"/>
                <a:gd name="T52" fmla="*/ 1 w 439"/>
                <a:gd name="T53" fmla="*/ 1 h 260"/>
                <a:gd name="T54" fmla="*/ 1 w 439"/>
                <a:gd name="T55" fmla="*/ 1 h 260"/>
                <a:gd name="T56" fmla="*/ 2 w 439"/>
                <a:gd name="T57" fmla="*/ 0 h 260"/>
                <a:gd name="T58" fmla="*/ 2 w 439"/>
                <a:gd name="T59" fmla="*/ 0 h 260"/>
                <a:gd name="T60" fmla="*/ 2 w 439"/>
                <a:gd name="T61" fmla="*/ 0 h 260"/>
                <a:gd name="T62" fmla="*/ 3 w 439"/>
                <a:gd name="T63" fmla="*/ 0 h 260"/>
                <a:gd name="T64" fmla="*/ 3 w 439"/>
                <a:gd name="T65" fmla="*/ 0 h 260"/>
                <a:gd name="T66" fmla="*/ 3 w 439"/>
                <a:gd name="T67" fmla="*/ 0 h 260"/>
                <a:gd name="T68" fmla="*/ 4 w 439"/>
                <a:gd name="T69" fmla="*/ 0 h 260"/>
                <a:gd name="T70" fmla="*/ 4 w 439"/>
                <a:gd name="T71" fmla="*/ 0 h 260"/>
                <a:gd name="T72" fmla="*/ 4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439" y="0"/>
                  </a:moveTo>
                  <a:lnTo>
                    <a:pt x="439" y="0"/>
                  </a:lnTo>
                  <a:lnTo>
                    <a:pt x="395" y="1"/>
                  </a:lnTo>
                  <a:lnTo>
                    <a:pt x="351" y="4"/>
                  </a:lnTo>
                  <a:lnTo>
                    <a:pt x="310" y="11"/>
                  </a:lnTo>
                  <a:lnTo>
                    <a:pt x="270" y="19"/>
                  </a:lnTo>
                  <a:lnTo>
                    <a:pt x="231" y="30"/>
                  </a:lnTo>
                  <a:lnTo>
                    <a:pt x="195" y="43"/>
                  </a:lnTo>
                  <a:lnTo>
                    <a:pt x="162" y="58"/>
                  </a:lnTo>
                  <a:lnTo>
                    <a:pt x="130" y="73"/>
                  </a:lnTo>
                  <a:lnTo>
                    <a:pt x="102" y="93"/>
                  </a:lnTo>
                  <a:lnTo>
                    <a:pt x="76" y="113"/>
                  </a:lnTo>
                  <a:lnTo>
                    <a:pt x="54" y="133"/>
                  </a:lnTo>
                  <a:lnTo>
                    <a:pt x="35" y="157"/>
                  </a:lnTo>
                  <a:lnTo>
                    <a:pt x="20" y="181"/>
                  </a:lnTo>
                  <a:lnTo>
                    <a:pt x="10" y="206"/>
                  </a:lnTo>
                  <a:lnTo>
                    <a:pt x="3" y="233"/>
                  </a:lnTo>
                  <a:lnTo>
                    <a:pt x="0" y="260"/>
                  </a:lnTo>
                  <a:lnTo>
                    <a:pt x="12" y="260"/>
                  </a:lnTo>
                  <a:lnTo>
                    <a:pt x="14" y="235"/>
                  </a:lnTo>
                  <a:lnTo>
                    <a:pt x="21" y="211"/>
                  </a:lnTo>
                  <a:lnTo>
                    <a:pt x="32" y="186"/>
                  </a:lnTo>
                  <a:lnTo>
                    <a:pt x="45" y="164"/>
                  </a:lnTo>
                  <a:lnTo>
                    <a:pt x="64" y="143"/>
                  </a:lnTo>
                  <a:lnTo>
                    <a:pt x="84" y="123"/>
                  </a:lnTo>
                  <a:lnTo>
                    <a:pt x="109" y="103"/>
                  </a:lnTo>
                  <a:lnTo>
                    <a:pt x="137" y="85"/>
                  </a:lnTo>
                  <a:lnTo>
                    <a:pt x="167" y="70"/>
                  </a:lnTo>
                  <a:lnTo>
                    <a:pt x="200" y="55"/>
                  </a:lnTo>
                  <a:lnTo>
                    <a:pt x="236" y="42"/>
                  </a:lnTo>
                  <a:lnTo>
                    <a:pt x="272" y="31"/>
                  </a:lnTo>
                  <a:lnTo>
                    <a:pt x="312" y="23"/>
                  </a:lnTo>
                  <a:lnTo>
                    <a:pt x="353" y="16"/>
                  </a:lnTo>
                  <a:lnTo>
                    <a:pt x="395" y="12"/>
                  </a:lnTo>
                  <a:lnTo>
                    <a:pt x="439" y="11"/>
                  </a:lnTo>
                  <a:lnTo>
                    <a:pt x="439"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9965" name="Freeform 55"/>
            <p:cNvSpPr>
              <a:spLocks/>
            </p:cNvSpPr>
            <p:nvPr/>
          </p:nvSpPr>
          <p:spPr bwMode="auto">
            <a:xfrm>
              <a:off x="964" y="1745"/>
              <a:ext cx="48" cy="85"/>
            </a:xfrm>
            <a:custGeom>
              <a:avLst/>
              <a:gdLst>
                <a:gd name="T0" fmla="*/ 2 w 244"/>
                <a:gd name="T1" fmla="*/ 3 h 426"/>
                <a:gd name="T2" fmla="*/ 2 w 244"/>
                <a:gd name="T3" fmla="*/ 3 h 426"/>
                <a:gd name="T4" fmla="*/ 2 w 244"/>
                <a:gd name="T5" fmla="*/ 3 h 426"/>
                <a:gd name="T6" fmla="*/ 2 w 244"/>
                <a:gd name="T7" fmla="*/ 3 h 426"/>
                <a:gd name="T8" fmla="*/ 2 w 244"/>
                <a:gd name="T9" fmla="*/ 2 h 426"/>
                <a:gd name="T10" fmla="*/ 2 w 244"/>
                <a:gd name="T11" fmla="*/ 2 h 426"/>
                <a:gd name="T12" fmla="*/ 2 w 244"/>
                <a:gd name="T13" fmla="*/ 2 h 426"/>
                <a:gd name="T14" fmla="*/ 2 w 244"/>
                <a:gd name="T15" fmla="*/ 2 h 426"/>
                <a:gd name="T16" fmla="*/ 1 w 244"/>
                <a:gd name="T17" fmla="*/ 1 h 426"/>
                <a:gd name="T18" fmla="*/ 1 w 244"/>
                <a:gd name="T19" fmla="*/ 1 h 426"/>
                <a:gd name="T20" fmla="*/ 1 w 244"/>
                <a:gd name="T21" fmla="*/ 1 h 426"/>
                <a:gd name="T22" fmla="*/ 1 w 244"/>
                <a:gd name="T23" fmla="*/ 1 h 426"/>
                <a:gd name="T24" fmla="*/ 1 w 244"/>
                <a:gd name="T25" fmla="*/ 0 h 426"/>
                <a:gd name="T26" fmla="*/ 1 w 244"/>
                <a:gd name="T27" fmla="*/ 0 h 426"/>
                <a:gd name="T28" fmla="*/ 1 w 244"/>
                <a:gd name="T29" fmla="*/ 0 h 426"/>
                <a:gd name="T30" fmla="*/ 0 w 244"/>
                <a:gd name="T31" fmla="*/ 0 h 426"/>
                <a:gd name="T32" fmla="*/ 0 w 244"/>
                <a:gd name="T33" fmla="*/ 0 h 426"/>
                <a:gd name="T34" fmla="*/ 0 w 244"/>
                <a:gd name="T35" fmla="*/ 0 h 426"/>
                <a:gd name="T36" fmla="*/ 0 w 244"/>
                <a:gd name="T37" fmla="*/ 0 h 426"/>
                <a:gd name="T38" fmla="*/ 0 w 244"/>
                <a:gd name="T39" fmla="*/ 0 h 426"/>
                <a:gd name="T40" fmla="*/ 0 w 244"/>
                <a:gd name="T41" fmla="*/ 0 h 426"/>
                <a:gd name="T42" fmla="*/ 1 w 244"/>
                <a:gd name="T43" fmla="*/ 0 h 426"/>
                <a:gd name="T44" fmla="*/ 1 w 244"/>
                <a:gd name="T45" fmla="*/ 0 h 426"/>
                <a:gd name="T46" fmla="*/ 1 w 244"/>
                <a:gd name="T47" fmla="*/ 0 h 426"/>
                <a:gd name="T48" fmla="*/ 1 w 244"/>
                <a:gd name="T49" fmla="*/ 1 h 426"/>
                <a:gd name="T50" fmla="*/ 1 w 244"/>
                <a:gd name="T51" fmla="*/ 1 h 426"/>
                <a:gd name="T52" fmla="*/ 1 w 244"/>
                <a:gd name="T53" fmla="*/ 1 h 426"/>
                <a:gd name="T54" fmla="*/ 1 w 244"/>
                <a:gd name="T55" fmla="*/ 1 h 426"/>
                <a:gd name="T56" fmla="*/ 1 w 244"/>
                <a:gd name="T57" fmla="*/ 2 h 426"/>
                <a:gd name="T58" fmla="*/ 2 w 244"/>
                <a:gd name="T59" fmla="*/ 2 h 426"/>
                <a:gd name="T60" fmla="*/ 2 w 244"/>
                <a:gd name="T61" fmla="*/ 2 h 426"/>
                <a:gd name="T62" fmla="*/ 2 w 244"/>
                <a:gd name="T63" fmla="*/ 2 h 426"/>
                <a:gd name="T64" fmla="*/ 2 w 244"/>
                <a:gd name="T65" fmla="*/ 3 h 426"/>
                <a:gd name="T66" fmla="*/ 2 w 244"/>
                <a:gd name="T67" fmla="*/ 3 h 426"/>
                <a:gd name="T68" fmla="*/ 2 w 244"/>
                <a:gd name="T69" fmla="*/ 3 h 426"/>
                <a:gd name="T70" fmla="*/ 2 w 244"/>
                <a:gd name="T71" fmla="*/ 3 h 426"/>
                <a:gd name="T72" fmla="*/ 2 w 244"/>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6"/>
                <a:gd name="T113" fmla="*/ 244 w 244"/>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6">
                  <a:moveTo>
                    <a:pt x="244" y="426"/>
                  </a:moveTo>
                  <a:lnTo>
                    <a:pt x="244" y="426"/>
                  </a:lnTo>
                  <a:lnTo>
                    <a:pt x="243" y="383"/>
                  </a:lnTo>
                  <a:lnTo>
                    <a:pt x="240" y="340"/>
                  </a:lnTo>
                  <a:lnTo>
                    <a:pt x="234" y="300"/>
                  </a:lnTo>
                  <a:lnTo>
                    <a:pt x="226" y="262"/>
                  </a:lnTo>
                  <a:lnTo>
                    <a:pt x="215" y="224"/>
                  </a:lnTo>
                  <a:lnTo>
                    <a:pt x="203" y="189"/>
                  </a:lnTo>
                  <a:lnTo>
                    <a:pt x="189" y="157"/>
                  </a:lnTo>
                  <a:lnTo>
                    <a:pt x="174" y="126"/>
                  </a:lnTo>
                  <a:lnTo>
                    <a:pt x="155" y="99"/>
                  </a:lnTo>
                  <a:lnTo>
                    <a:pt x="138" y="74"/>
                  </a:lnTo>
                  <a:lnTo>
                    <a:pt x="118" y="52"/>
                  </a:lnTo>
                  <a:lnTo>
                    <a:pt x="96" y="34"/>
                  </a:lnTo>
                  <a:lnTo>
                    <a:pt x="73" y="19"/>
                  </a:lnTo>
                  <a:lnTo>
                    <a:pt x="50" y="8"/>
                  </a:lnTo>
                  <a:lnTo>
                    <a:pt x="25" y="2"/>
                  </a:lnTo>
                  <a:lnTo>
                    <a:pt x="0" y="0"/>
                  </a:lnTo>
                  <a:lnTo>
                    <a:pt x="0" y="12"/>
                  </a:lnTo>
                  <a:lnTo>
                    <a:pt x="23" y="14"/>
                  </a:lnTo>
                  <a:lnTo>
                    <a:pt x="45" y="20"/>
                  </a:lnTo>
                  <a:lnTo>
                    <a:pt x="66" y="31"/>
                  </a:lnTo>
                  <a:lnTo>
                    <a:pt x="89" y="43"/>
                  </a:lnTo>
                  <a:lnTo>
                    <a:pt x="109" y="61"/>
                  </a:lnTo>
                  <a:lnTo>
                    <a:pt x="129" y="81"/>
                  </a:lnTo>
                  <a:lnTo>
                    <a:pt x="146" y="106"/>
                  </a:lnTo>
                  <a:lnTo>
                    <a:pt x="162" y="133"/>
                  </a:lnTo>
                  <a:lnTo>
                    <a:pt x="178" y="162"/>
                  </a:lnTo>
                  <a:lnTo>
                    <a:pt x="192" y="194"/>
                  </a:lnTo>
                  <a:lnTo>
                    <a:pt x="203" y="229"/>
                  </a:lnTo>
                  <a:lnTo>
                    <a:pt x="214" y="264"/>
                  </a:lnTo>
                  <a:lnTo>
                    <a:pt x="222" y="303"/>
                  </a:lnTo>
                  <a:lnTo>
                    <a:pt x="228" y="342"/>
                  </a:lnTo>
                  <a:lnTo>
                    <a:pt x="232" y="383"/>
                  </a:lnTo>
                  <a:lnTo>
                    <a:pt x="233" y="426"/>
                  </a:lnTo>
                  <a:lnTo>
                    <a:pt x="244"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9966" name="Freeform 56"/>
            <p:cNvSpPr>
              <a:spLocks/>
            </p:cNvSpPr>
            <p:nvPr/>
          </p:nvSpPr>
          <p:spPr bwMode="auto">
            <a:xfrm>
              <a:off x="964" y="1830"/>
              <a:ext cx="48" cy="85"/>
            </a:xfrm>
            <a:custGeom>
              <a:avLst/>
              <a:gdLst>
                <a:gd name="T0" fmla="*/ 0 w 244"/>
                <a:gd name="T1" fmla="*/ 3 h 424"/>
                <a:gd name="T2" fmla="*/ 0 w 244"/>
                <a:gd name="T3" fmla="*/ 3 h 424"/>
                <a:gd name="T4" fmla="*/ 0 w 244"/>
                <a:gd name="T5" fmla="*/ 3 h 424"/>
                <a:gd name="T6" fmla="*/ 0 w 244"/>
                <a:gd name="T7" fmla="*/ 3 h 424"/>
                <a:gd name="T8" fmla="*/ 1 w 244"/>
                <a:gd name="T9" fmla="*/ 3 h 424"/>
                <a:gd name="T10" fmla="*/ 1 w 244"/>
                <a:gd name="T11" fmla="*/ 3 h 424"/>
                <a:gd name="T12" fmla="*/ 1 w 244"/>
                <a:gd name="T13" fmla="*/ 3 h 424"/>
                <a:gd name="T14" fmla="*/ 1 w 244"/>
                <a:gd name="T15" fmla="*/ 3 h 424"/>
                <a:gd name="T16" fmla="*/ 1 w 244"/>
                <a:gd name="T17" fmla="*/ 3 h 424"/>
                <a:gd name="T18" fmla="*/ 1 w 244"/>
                <a:gd name="T19" fmla="*/ 2 h 424"/>
                <a:gd name="T20" fmla="*/ 1 w 244"/>
                <a:gd name="T21" fmla="*/ 2 h 424"/>
                <a:gd name="T22" fmla="*/ 2 w 244"/>
                <a:gd name="T23" fmla="*/ 2 h 424"/>
                <a:gd name="T24" fmla="*/ 2 w 244"/>
                <a:gd name="T25" fmla="*/ 2 h 424"/>
                <a:gd name="T26" fmla="*/ 2 w 244"/>
                <a:gd name="T27" fmla="*/ 1 h 424"/>
                <a:gd name="T28" fmla="*/ 2 w 244"/>
                <a:gd name="T29" fmla="*/ 1 h 424"/>
                <a:gd name="T30" fmla="*/ 2 w 244"/>
                <a:gd name="T31" fmla="*/ 1 h 424"/>
                <a:gd name="T32" fmla="*/ 2 w 244"/>
                <a:gd name="T33" fmla="*/ 0 h 424"/>
                <a:gd name="T34" fmla="*/ 2 w 244"/>
                <a:gd name="T35" fmla="*/ 0 h 424"/>
                <a:gd name="T36" fmla="*/ 2 w 244"/>
                <a:gd name="T37" fmla="*/ 0 h 424"/>
                <a:gd name="T38" fmla="*/ 2 w 244"/>
                <a:gd name="T39" fmla="*/ 0 h 424"/>
                <a:gd name="T40" fmla="*/ 2 w 244"/>
                <a:gd name="T41" fmla="*/ 1 h 424"/>
                <a:gd name="T42" fmla="*/ 2 w 244"/>
                <a:gd name="T43" fmla="*/ 1 h 424"/>
                <a:gd name="T44" fmla="*/ 2 w 244"/>
                <a:gd name="T45" fmla="*/ 1 h 424"/>
                <a:gd name="T46" fmla="*/ 2 w 244"/>
                <a:gd name="T47" fmla="*/ 2 h 424"/>
                <a:gd name="T48" fmla="*/ 1 w 244"/>
                <a:gd name="T49" fmla="*/ 2 h 424"/>
                <a:gd name="T50" fmla="*/ 1 w 244"/>
                <a:gd name="T51" fmla="*/ 2 h 424"/>
                <a:gd name="T52" fmla="*/ 1 w 244"/>
                <a:gd name="T53" fmla="*/ 2 h 424"/>
                <a:gd name="T54" fmla="*/ 1 w 244"/>
                <a:gd name="T55" fmla="*/ 3 h 424"/>
                <a:gd name="T56" fmla="*/ 1 w 244"/>
                <a:gd name="T57" fmla="*/ 3 h 424"/>
                <a:gd name="T58" fmla="*/ 1 w 244"/>
                <a:gd name="T59" fmla="*/ 3 h 424"/>
                <a:gd name="T60" fmla="*/ 1 w 244"/>
                <a:gd name="T61" fmla="*/ 3 h 424"/>
                <a:gd name="T62" fmla="*/ 1 w 244"/>
                <a:gd name="T63" fmla="*/ 3 h 424"/>
                <a:gd name="T64" fmla="*/ 0 w 244"/>
                <a:gd name="T65" fmla="*/ 3 h 424"/>
                <a:gd name="T66" fmla="*/ 0 w 244"/>
                <a:gd name="T67" fmla="*/ 3 h 424"/>
                <a:gd name="T68" fmla="*/ 0 w 244"/>
                <a:gd name="T69" fmla="*/ 3 h 424"/>
                <a:gd name="T70" fmla="*/ 0 w 244"/>
                <a:gd name="T71" fmla="*/ 3 h 424"/>
                <a:gd name="T72" fmla="*/ 0 w 244"/>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4"/>
                <a:gd name="T113" fmla="*/ 244 w 244"/>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4">
                  <a:moveTo>
                    <a:pt x="0" y="424"/>
                  </a:moveTo>
                  <a:lnTo>
                    <a:pt x="0" y="424"/>
                  </a:lnTo>
                  <a:lnTo>
                    <a:pt x="25" y="422"/>
                  </a:lnTo>
                  <a:lnTo>
                    <a:pt x="50" y="416"/>
                  </a:lnTo>
                  <a:lnTo>
                    <a:pt x="73" y="405"/>
                  </a:lnTo>
                  <a:lnTo>
                    <a:pt x="96" y="390"/>
                  </a:lnTo>
                  <a:lnTo>
                    <a:pt x="118" y="373"/>
                  </a:lnTo>
                  <a:lnTo>
                    <a:pt x="138" y="350"/>
                  </a:lnTo>
                  <a:lnTo>
                    <a:pt x="155" y="326"/>
                  </a:lnTo>
                  <a:lnTo>
                    <a:pt x="173" y="299"/>
                  </a:lnTo>
                  <a:lnTo>
                    <a:pt x="189" y="268"/>
                  </a:lnTo>
                  <a:lnTo>
                    <a:pt x="203" y="235"/>
                  </a:lnTo>
                  <a:lnTo>
                    <a:pt x="215" y="201"/>
                  </a:lnTo>
                  <a:lnTo>
                    <a:pt x="226" y="163"/>
                  </a:lnTo>
                  <a:lnTo>
                    <a:pt x="234" y="125"/>
                  </a:lnTo>
                  <a:lnTo>
                    <a:pt x="240" y="85"/>
                  </a:lnTo>
                  <a:lnTo>
                    <a:pt x="243" y="42"/>
                  </a:lnTo>
                  <a:lnTo>
                    <a:pt x="244" y="0"/>
                  </a:lnTo>
                  <a:lnTo>
                    <a:pt x="233" y="0"/>
                  </a:lnTo>
                  <a:lnTo>
                    <a:pt x="232" y="42"/>
                  </a:lnTo>
                  <a:lnTo>
                    <a:pt x="228" y="83"/>
                  </a:lnTo>
                  <a:lnTo>
                    <a:pt x="222" y="123"/>
                  </a:lnTo>
                  <a:lnTo>
                    <a:pt x="214" y="160"/>
                  </a:lnTo>
                  <a:lnTo>
                    <a:pt x="203" y="197"/>
                  </a:lnTo>
                  <a:lnTo>
                    <a:pt x="192" y="231"/>
                  </a:lnTo>
                  <a:lnTo>
                    <a:pt x="178" y="263"/>
                  </a:lnTo>
                  <a:lnTo>
                    <a:pt x="164" y="292"/>
                  </a:lnTo>
                  <a:lnTo>
                    <a:pt x="146" y="319"/>
                  </a:lnTo>
                  <a:lnTo>
                    <a:pt x="129" y="343"/>
                  </a:lnTo>
                  <a:lnTo>
                    <a:pt x="109" y="363"/>
                  </a:lnTo>
                  <a:lnTo>
                    <a:pt x="89" y="381"/>
                  </a:lnTo>
                  <a:lnTo>
                    <a:pt x="66" y="394"/>
                  </a:lnTo>
                  <a:lnTo>
                    <a:pt x="45" y="404"/>
                  </a:lnTo>
                  <a:lnTo>
                    <a:pt x="23" y="410"/>
                  </a:lnTo>
                  <a:lnTo>
                    <a:pt x="0" y="412"/>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9967" name="Freeform 57"/>
            <p:cNvSpPr>
              <a:spLocks/>
            </p:cNvSpPr>
            <p:nvPr/>
          </p:nvSpPr>
          <p:spPr bwMode="auto">
            <a:xfrm>
              <a:off x="915" y="1830"/>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1" y="42"/>
                  </a:lnTo>
                  <a:lnTo>
                    <a:pt x="4" y="85"/>
                  </a:lnTo>
                  <a:lnTo>
                    <a:pt x="10" y="125"/>
                  </a:lnTo>
                  <a:lnTo>
                    <a:pt x="19" y="163"/>
                  </a:lnTo>
                  <a:lnTo>
                    <a:pt x="29" y="201"/>
                  </a:lnTo>
                  <a:lnTo>
                    <a:pt x="41" y="235"/>
                  </a:lnTo>
                  <a:lnTo>
                    <a:pt x="55" y="268"/>
                  </a:lnTo>
                  <a:lnTo>
                    <a:pt x="71" y="299"/>
                  </a:lnTo>
                  <a:lnTo>
                    <a:pt x="89" y="326"/>
                  </a:lnTo>
                  <a:lnTo>
                    <a:pt x="106" y="350"/>
                  </a:lnTo>
                  <a:lnTo>
                    <a:pt x="126" y="373"/>
                  </a:lnTo>
                  <a:lnTo>
                    <a:pt x="149" y="390"/>
                  </a:lnTo>
                  <a:lnTo>
                    <a:pt x="171" y="405"/>
                  </a:lnTo>
                  <a:lnTo>
                    <a:pt x="194" y="416"/>
                  </a:lnTo>
                  <a:lnTo>
                    <a:pt x="219" y="422"/>
                  </a:lnTo>
                  <a:lnTo>
                    <a:pt x="245" y="424"/>
                  </a:lnTo>
                  <a:lnTo>
                    <a:pt x="245" y="412"/>
                  </a:lnTo>
                  <a:lnTo>
                    <a:pt x="221" y="410"/>
                  </a:lnTo>
                  <a:lnTo>
                    <a:pt x="199" y="404"/>
                  </a:lnTo>
                  <a:lnTo>
                    <a:pt x="178" y="394"/>
                  </a:lnTo>
                  <a:lnTo>
                    <a:pt x="156" y="381"/>
                  </a:lnTo>
                  <a:lnTo>
                    <a:pt x="136" y="363"/>
                  </a:lnTo>
                  <a:lnTo>
                    <a:pt x="116" y="343"/>
                  </a:lnTo>
                  <a:lnTo>
                    <a:pt x="98" y="319"/>
                  </a:lnTo>
                  <a:lnTo>
                    <a:pt x="81" y="292"/>
                  </a:lnTo>
                  <a:lnTo>
                    <a:pt x="67" y="263"/>
                  </a:lnTo>
                  <a:lnTo>
                    <a:pt x="52" y="231"/>
                  </a:lnTo>
                  <a:lnTo>
                    <a:pt x="41" y="197"/>
                  </a:lnTo>
                  <a:lnTo>
                    <a:pt x="30" y="160"/>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9968" name="Freeform 58"/>
            <p:cNvSpPr>
              <a:spLocks/>
            </p:cNvSpPr>
            <p:nvPr/>
          </p:nvSpPr>
          <p:spPr bwMode="auto">
            <a:xfrm>
              <a:off x="915" y="1745"/>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0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19" y="2"/>
                  </a:lnTo>
                  <a:lnTo>
                    <a:pt x="194" y="8"/>
                  </a:lnTo>
                  <a:lnTo>
                    <a:pt x="171" y="19"/>
                  </a:lnTo>
                  <a:lnTo>
                    <a:pt x="149" y="34"/>
                  </a:lnTo>
                  <a:lnTo>
                    <a:pt x="126" y="52"/>
                  </a:lnTo>
                  <a:lnTo>
                    <a:pt x="106" y="74"/>
                  </a:lnTo>
                  <a:lnTo>
                    <a:pt x="89" y="99"/>
                  </a:lnTo>
                  <a:lnTo>
                    <a:pt x="70" y="126"/>
                  </a:lnTo>
                  <a:lnTo>
                    <a:pt x="55" y="157"/>
                  </a:lnTo>
                  <a:lnTo>
                    <a:pt x="41" y="189"/>
                  </a:lnTo>
                  <a:lnTo>
                    <a:pt x="29" y="224"/>
                  </a:lnTo>
                  <a:lnTo>
                    <a:pt x="19" y="262"/>
                  </a:lnTo>
                  <a:lnTo>
                    <a:pt x="10" y="300"/>
                  </a:lnTo>
                  <a:lnTo>
                    <a:pt x="4" y="340"/>
                  </a:lnTo>
                  <a:lnTo>
                    <a:pt x="1" y="383"/>
                  </a:lnTo>
                  <a:lnTo>
                    <a:pt x="0" y="426"/>
                  </a:lnTo>
                  <a:lnTo>
                    <a:pt x="11" y="426"/>
                  </a:lnTo>
                  <a:lnTo>
                    <a:pt x="13" y="383"/>
                  </a:lnTo>
                  <a:lnTo>
                    <a:pt x="16" y="342"/>
                  </a:lnTo>
                  <a:lnTo>
                    <a:pt x="22" y="303"/>
                  </a:lnTo>
                  <a:lnTo>
                    <a:pt x="30" y="264"/>
                  </a:lnTo>
                  <a:lnTo>
                    <a:pt x="41" y="229"/>
                  </a:lnTo>
                  <a:lnTo>
                    <a:pt x="52" y="194"/>
                  </a:lnTo>
                  <a:lnTo>
                    <a:pt x="67" y="162"/>
                  </a:lnTo>
                  <a:lnTo>
                    <a:pt x="82" y="133"/>
                  </a:lnTo>
                  <a:lnTo>
                    <a:pt x="98" y="106"/>
                  </a:lnTo>
                  <a:lnTo>
                    <a:pt x="116" y="81"/>
                  </a:lnTo>
                  <a:lnTo>
                    <a:pt x="136" y="61"/>
                  </a:lnTo>
                  <a:lnTo>
                    <a:pt x="156" y="43"/>
                  </a:lnTo>
                  <a:lnTo>
                    <a:pt x="178" y="31"/>
                  </a:lnTo>
                  <a:lnTo>
                    <a:pt x="199" y="20"/>
                  </a:lnTo>
                  <a:lnTo>
                    <a:pt x="221"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9969" name="Freeform 59"/>
            <p:cNvSpPr>
              <a:spLocks/>
            </p:cNvSpPr>
            <p:nvPr/>
          </p:nvSpPr>
          <p:spPr bwMode="auto">
            <a:xfrm>
              <a:off x="1140" y="2087"/>
              <a:ext cx="49" cy="85"/>
            </a:xfrm>
            <a:custGeom>
              <a:avLst/>
              <a:gdLst>
                <a:gd name="T0" fmla="*/ 2 w 246"/>
                <a:gd name="T1" fmla="*/ 3 h 424"/>
                <a:gd name="T2" fmla="*/ 2 w 246"/>
                <a:gd name="T3" fmla="*/ 3 h 424"/>
                <a:gd name="T4" fmla="*/ 2 w 246"/>
                <a:gd name="T5" fmla="*/ 3 h 424"/>
                <a:gd name="T6" fmla="*/ 2 w 246"/>
                <a:gd name="T7" fmla="*/ 3 h 424"/>
                <a:gd name="T8" fmla="*/ 2 w 246"/>
                <a:gd name="T9" fmla="*/ 2 h 424"/>
                <a:gd name="T10" fmla="*/ 2 w 246"/>
                <a:gd name="T11" fmla="*/ 2 h 424"/>
                <a:gd name="T12" fmla="*/ 2 w 246"/>
                <a:gd name="T13" fmla="*/ 2 h 424"/>
                <a:gd name="T14" fmla="*/ 2 w 246"/>
                <a:gd name="T15" fmla="*/ 2 h 424"/>
                <a:gd name="T16" fmla="*/ 2 w 246"/>
                <a:gd name="T17" fmla="*/ 1 h 424"/>
                <a:gd name="T18" fmla="*/ 1 w 246"/>
                <a:gd name="T19" fmla="*/ 1 h 424"/>
                <a:gd name="T20" fmla="*/ 1 w 246"/>
                <a:gd name="T21" fmla="*/ 1 h 424"/>
                <a:gd name="T22" fmla="*/ 1 w 246"/>
                <a:gd name="T23" fmla="*/ 1 h 424"/>
                <a:gd name="T24" fmla="*/ 1 w 246"/>
                <a:gd name="T25" fmla="*/ 0 h 424"/>
                <a:gd name="T26" fmla="*/ 1 w 246"/>
                <a:gd name="T27" fmla="*/ 0 h 424"/>
                <a:gd name="T28" fmla="*/ 1 w 246"/>
                <a:gd name="T29" fmla="*/ 0 h 424"/>
                <a:gd name="T30" fmla="*/ 0 w 246"/>
                <a:gd name="T31" fmla="*/ 0 h 424"/>
                <a:gd name="T32" fmla="*/ 0 w 246"/>
                <a:gd name="T33" fmla="*/ 0 h 424"/>
                <a:gd name="T34" fmla="*/ 0 w 246"/>
                <a:gd name="T35" fmla="*/ 0 h 424"/>
                <a:gd name="T36" fmla="*/ 0 w 246"/>
                <a:gd name="T37" fmla="*/ 0 h 424"/>
                <a:gd name="T38" fmla="*/ 0 w 246"/>
                <a:gd name="T39" fmla="*/ 0 h 424"/>
                <a:gd name="T40" fmla="*/ 0 w 246"/>
                <a:gd name="T41" fmla="*/ 0 h 424"/>
                <a:gd name="T42" fmla="*/ 1 w 246"/>
                <a:gd name="T43" fmla="*/ 0 h 424"/>
                <a:gd name="T44" fmla="*/ 1 w 246"/>
                <a:gd name="T45" fmla="*/ 0 h 424"/>
                <a:gd name="T46" fmla="*/ 1 w 246"/>
                <a:gd name="T47" fmla="*/ 0 h 424"/>
                <a:gd name="T48" fmla="*/ 1 w 246"/>
                <a:gd name="T49" fmla="*/ 1 h 424"/>
                <a:gd name="T50" fmla="*/ 1 w 246"/>
                <a:gd name="T51" fmla="*/ 1 h 424"/>
                <a:gd name="T52" fmla="*/ 1 w 246"/>
                <a:gd name="T53" fmla="*/ 1 h 424"/>
                <a:gd name="T54" fmla="*/ 1 w 246"/>
                <a:gd name="T55" fmla="*/ 1 h 424"/>
                <a:gd name="T56" fmla="*/ 2 w 246"/>
                <a:gd name="T57" fmla="*/ 2 h 424"/>
                <a:gd name="T58" fmla="*/ 2 w 246"/>
                <a:gd name="T59" fmla="*/ 2 h 424"/>
                <a:gd name="T60" fmla="*/ 2 w 246"/>
                <a:gd name="T61" fmla="*/ 2 h 424"/>
                <a:gd name="T62" fmla="*/ 2 w 246"/>
                <a:gd name="T63" fmla="*/ 2 h 424"/>
                <a:gd name="T64" fmla="*/ 2 w 246"/>
                <a:gd name="T65" fmla="*/ 3 h 424"/>
                <a:gd name="T66" fmla="*/ 2 w 246"/>
                <a:gd name="T67" fmla="*/ 3 h 424"/>
                <a:gd name="T68" fmla="*/ 2 w 246"/>
                <a:gd name="T69" fmla="*/ 3 h 424"/>
                <a:gd name="T70" fmla="*/ 2 w 246"/>
                <a:gd name="T71" fmla="*/ 3 h 424"/>
                <a:gd name="T72" fmla="*/ 2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424"/>
                  </a:moveTo>
                  <a:lnTo>
                    <a:pt x="246" y="424"/>
                  </a:lnTo>
                  <a:lnTo>
                    <a:pt x="244" y="382"/>
                  </a:lnTo>
                  <a:lnTo>
                    <a:pt x="241" y="338"/>
                  </a:lnTo>
                  <a:lnTo>
                    <a:pt x="235" y="298"/>
                  </a:lnTo>
                  <a:lnTo>
                    <a:pt x="227" y="261"/>
                  </a:lnTo>
                  <a:lnTo>
                    <a:pt x="216" y="222"/>
                  </a:lnTo>
                  <a:lnTo>
                    <a:pt x="205" y="188"/>
                  </a:lnTo>
                  <a:lnTo>
                    <a:pt x="190" y="155"/>
                  </a:lnTo>
                  <a:lnTo>
                    <a:pt x="174" y="125"/>
                  </a:lnTo>
                  <a:lnTo>
                    <a:pt x="157" y="98"/>
                  </a:lnTo>
                  <a:lnTo>
                    <a:pt x="138" y="73"/>
                  </a:lnTo>
                  <a:lnTo>
                    <a:pt x="118" y="51"/>
                  </a:lnTo>
                  <a:lnTo>
                    <a:pt x="96" y="34"/>
                  </a:lnTo>
                  <a:lnTo>
                    <a:pt x="74" y="18"/>
                  </a:lnTo>
                  <a:lnTo>
                    <a:pt x="50" y="8"/>
                  </a:lnTo>
                  <a:lnTo>
                    <a:pt x="25" y="2"/>
                  </a:lnTo>
                  <a:lnTo>
                    <a:pt x="0" y="0"/>
                  </a:lnTo>
                  <a:lnTo>
                    <a:pt x="0" y="11"/>
                  </a:lnTo>
                  <a:lnTo>
                    <a:pt x="23" y="14"/>
                  </a:lnTo>
                  <a:lnTo>
                    <a:pt x="45" y="19"/>
                  </a:lnTo>
                  <a:lnTo>
                    <a:pt x="67" y="30"/>
                  </a:lnTo>
                  <a:lnTo>
                    <a:pt x="89" y="43"/>
                  </a:lnTo>
                  <a:lnTo>
                    <a:pt x="108" y="60"/>
                  </a:lnTo>
                  <a:lnTo>
                    <a:pt x="128" y="80"/>
                  </a:lnTo>
                  <a:lnTo>
                    <a:pt x="147" y="105"/>
                  </a:lnTo>
                  <a:lnTo>
                    <a:pt x="165" y="132"/>
                  </a:lnTo>
                  <a:lnTo>
                    <a:pt x="179" y="160"/>
                  </a:lnTo>
                  <a:lnTo>
                    <a:pt x="193" y="193"/>
                  </a:lnTo>
                  <a:lnTo>
                    <a:pt x="205" y="227"/>
                  </a:lnTo>
                  <a:lnTo>
                    <a:pt x="215" y="263"/>
                  </a:lnTo>
                  <a:lnTo>
                    <a:pt x="223" y="301"/>
                  </a:lnTo>
                  <a:lnTo>
                    <a:pt x="229" y="341"/>
                  </a:lnTo>
                  <a:lnTo>
                    <a:pt x="233" y="382"/>
                  </a:lnTo>
                  <a:lnTo>
                    <a:pt x="234" y="424"/>
                  </a:lnTo>
                  <a:lnTo>
                    <a:pt x="246"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9970" name="Freeform 60"/>
            <p:cNvSpPr>
              <a:spLocks/>
            </p:cNvSpPr>
            <p:nvPr/>
          </p:nvSpPr>
          <p:spPr bwMode="auto">
            <a:xfrm>
              <a:off x="1140" y="2172"/>
              <a:ext cx="49" cy="85"/>
            </a:xfrm>
            <a:custGeom>
              <a:avLst/>
              <a:gdLst>
                <a:gd name="T0" fmla="*/ 0 w 246"/>
                <a:gd name="T1" fmla="*/ 3 h 426"/>
                <a:gd name="T2" fmla="*/ 0 w 246"/>
                <a:gd name="T3" fmla="*/ 3 h 426"/>
                <a:gd name="T4" fmla="*/ 0 w 246"/>
                <a:gd name="T5" fmla="*/ 3 h 426"/>
                <a:gd name="T6" fmla="*/ 0 w 246"/>
                <a:gd name="T7" fmla="*/ 3 h 426"/>
                <a:gd name="T8" fmla="*/ 1 w 246"/>
                <a:gd name="T9" fmla="*/ 3 h 426"/>
                <a:gd name="T10" fmla="*/ 1 w 246"/>
                <a:gd name="T11" fmla="*/ 3 h 426"/>
                <a:gd name="T12" fmla="*/ 1 w 246"/>
                <a:gd name="T13" fmla="*/ 3 h 426"/>
                <a:gd name="T14" fmla="*/ 1 w 246"/>
                <a:gd name="T15" fmla="*/ 3 h 426"/>
                <a:gd name="T16" fmla="*/ 1 w 246"/>
                <a:gd name="T17" fmla="*/ 3 h 426"/>
                <a:gd name="T18" fmla="*/ 1 w 246"/>
                <a:gd name="T19" fmla="*/ 2 h 426"/>
                <a:gd name="T20" fmla="*/ 2 w 246"/>
                <a:gd name="T21" fmla="*/ 2 h 426"/>
                <a:gd name="T22" fmla="*/ 2 w 246"/>
                <a:gd name="T23" fmla="*/ 2 h 426"/>
                <a:gd name="T24" fmla="*/ 2 w 246"/>
                <a:gd name="T25" fmla="*/ 2 h 426"/>
                <a:gd name="T26" fmla="*/ 2 w 246"/>
                <a:gd name="T27" fmla="*/ 1 h 426"/>
                <a:gd name="T28" fmla="*/ 2 w 246"/>
                <a:gd name="T29" fmla="*/ 1 h 426"/>
                <a:gd name="T30" fmla="*/ 2 w 246"/>
                <a:gd name="T31" fmla="*/ 1 h 426"/>
                <a:gd name="T32" fmla="*/ 2 w 246"/>
                <a:gd name="T33" fmla="*/ 0 h 426"/>
                <a:gd name="T34" fmla="*/ 2 w 246"/>
                <a:gd name="T35" fmla="*/ 0 h 426"/>
                <a:gd name="T36" fmla="*/ 2 w 246"/>
                <a:gd name="T37" fmla="*/ 0 h 426"/>
                <a:gd name="T38" fmla="*/ 2 w 246"/>
                <a:gd name="T39" fmla="*/ 0 h 426"/>
                <a:gd name="T40" fmla="*/ 2 w 246"/>
                <a:gd name="T41" fmla="*/ 1 h 426"/>
                <a:gd name="T42" fmla="*/ 2 w 246"/>
                <a:gd name="T43" fmla="*/ 1 h 426"/>
                <a:gd name="T44" fmla="*/ 2 w 246"/>
                <a:gd name="T45" fmla="*/ 1 h 426"/>
                <a:gd name="T46" fmla="*/ 2 w 246"/>
                <a:gd name="T47" fmla="*/ 2 h 426"/>
                <a:gd name="T48" fmla="*/ 2 w 246"/>
                <a:gd name="T49" fmla="*/ 2 h 426"/>
                <a:gd name="T50" fmla="*/ 1 w 246"/>
                <a:gd name="T51" fmla="*/ 2 h 426"/>
                <a:gd name="T52" fmla="*/ 1 w 246"/>
                <a:gd name="T53" fmla="*/ 2 h 426"/>
                <a:gd name="T54" fmla="*/ 1 w 246"/>
                <a:gd name="T55" fmla="*/ 3 h 426"/>
                <a:gd name="T56" fmla="*/ 1 w 246"/>
                <a:gd name="T57" fmla="*/ 3 h 426"/>
                <a:gd name="T58" fmla="*/ 1 w 246"/>
                <a:gd name="T59" fmla="*/ 3 h 426"/>
                <a:gd name="T60" fmla="*/ 1 w 246"/>
                <a:gd name="T61" fmla="*/ 3 h 426"/>
                <a:gd name="T62" fmla="*/ 1 w 246"/>
                <a:gd name="T63" fmla="*/ 3 h 426"/>
                <a:gd name="T64" fmla="*/ 0 w 246"/>
                <a:gd name="T65" fmla="*/ 3 h 426"/>
                <a:gd name="T66" fmla="*/ 0 w 246"/>
                <a:gd name="T67" fmla="*/ 3 h 426"/>
                <a:gd name="T68" fmla="*/ 0 w 246"/>
                <a:gd name="T69" fmla="*/ 3 h 426"/>
                <a:gd name="T70" fmla="*/ 0 w 246"/>
                <a:gd name="T71" fmla="*/ 3 h 426"/>
                <a:gd name="T72" fmla="*/ 0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426"/>
                  </a:moveTo>
                  <a:lnTo>
                    <a:pt x="0" y="426"/>
                  </a:lnTo>
                  <a:lnTo>
                    <a:pt x="25" y="423"/>
                  </a:lnTo>
                  <a:lnTo>
                    <a:pt x="50" y="417"/>
                  </a:lnTo>
                  <a:lnTo>
                    <a:pt x="74" y="407"/>
                  </a:lnTo>
                  <a:lnTo>
                    <a:pt x="96" y="392"/>
                  </a:lnTo>
                  <a:lnTo>
                    <a:pt x="118" y="373"/>
                  </a:lnTo>
                  <a:lnTo>
                    <a:pt x="138" y="350"/>
                  </a:lnTo>
                  <a:lnTo>
                    <a:pt x="157" y="327"/>
                  </a:lnTo>
                  <a:lnTo>
                    <a:pt x="175" y="299"/>
                  </a:lnTo>
                  <a:lnTo>
                    <a:pt x="190" y="268"/>
                  </a:lnTo>
                  <a:lnTo>
                    <a:pt x="205" y="236"/>
                  </a:lnTo>
                  <a:lnTo>
                    <a:pt x="216" y="202"/>
                  </a:lnTo>
                  <a:lnTo>
                    <a:pt x="227" y="164"/>
                  </a:lnTo>
                  <a:lnTo>
                    <a:pt x="235" y="125"/>
                  </a:lnTo>
                  <a:lnTo>
                    <a:pt x="241" y="86"/>
                  </a:lnTo>
                  <a:lnTo>
                    <a:pt x="244" y="42"/>
                  </a:lnTo>
                  <a:lnTo>
                    <a:pt x="246" y="0"/>
                  </a:lnTo>
                  <a:lnTo>
                    <a:pt x="234" y="0"/>
                  </a:lnTo>
                  <a:lnTo>
                    <a:pt x="233" y="42"/>
                  </a:lnTo>
                  <a:lnTo>
                    <a:pt x="229" y="83"/>
                  </a:lnTo>
                  <a:lnTo>
                    <a:pt x="223" y="123"/>
                  </a:lnTo>
                  <a:lnTo>
                    <a:pt x="215" y="162"/>
                  </a:lnTo>
                  <a:lnTo>
                    <a:pt x="205" y="197"/>
                  </a:lnTo>
                  <a:lnTo>
                    <a:pt x="193" y="231"/>
                  </a:lnTo>
                  <a:lnTo>
                    <a:pt x="179" y="264"/>
                  </a:lnTo>
                  <a:lnTo>
                    <a:pt x="164" y="292"/>
                  </a:lnTo>
                  <a:lnTo>
                    <a:pt x="147" y="320"/>
                  </a:lnTo>
                  <a:lnTo>
                    <a:pt x="128" y="343"/>
                  </a:lnTo>
                  <a:lnTo>
                    <a:pt x="108" y="363"/>
                  </a:lnTo>
                  <a:lnTo>
                    <a:pt x="89" y="382"/>
                  </a:lnTo>
                  <a:lnTo>
                    <a:pt x="67" y="395"/>
                  </a:lnTo>
                  <a:lnTo>
                    <a:pt x="45" y="406"/>
                  </a:lnTo>
                  <a:lnTo>
                    <a:pt x="23" y="411"/>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9971" name="Freeform 61"/>
            <p:cNvSpPr>
              <a:spLocks/>
            </p:cNvSpPr>
            <p:nvPr/>
          </p:nvSpPr>
          <p:spPr bwMode="auto">
            <a:xfrm>
              <a:off x="1091" y="2172"/>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4" y="86"/>
                  </a:lnTo>
                  <a:lnTo>
                    <a:pt x="10" y="125"/>
                  </a:lnTo>
                  <a:lnTo>
                    <a:pt x="18" y="164"/>
                  </a:lnTo>
                  <a:lnTo>
                    <a:pt x="29" y="202"/>
                  </a:lnTo>
                  <a:lnTo>
                    <a:pt x="41" y="236"/>
                  </a:lnTo>
                  <a:lnTo>
                    <a:pt x="55" y="268"/>
                  </a:lnTo>
                  <a:lnTo>
                    <a:pt x="70" y="299"/>
                  </a:lnTo>
                  <a:lnTo>
                    <a:pt x="89" y="327"/>
                  </a:lnTo>
                  <a:lnTo>
                    <a:pt x="106" y="350"/>
                  </a:lnTo>
                  <a:lnTo>
                    <a:pt x="126" y="373"/>
                  </a:lnTo>
                  <a:lnTo>
                    <a:pt x="148" y="392"/>
                  </a:lnTo>
                  <a:lnTo>
                    <a:pt x="171" y="407"/>
                  </a:lnTo>
                  <a:lnTo>
                    <a:pt x="194" y="417"/>
                  </a:lnTo>
                  <a:lnTo>
                    <a:pt x="219" y="423"/>
                  </a:lnTo>
                  <a:lnTo>
                    <a:pt x="245" y="426"/>
                  </a:lnTo>
                  <a:lnTo>
                    <a:pt x="245" y="414"/>
                  </a:lnTo>
                  <a:lnTo>
                    <a:pt x="221" y="411"/>
                  </a:lnTo>
                  <a:lnTo>
                    <a:pt x="199" y="406"/>
                  </a:lnTo>
                  <a:lnTo>
                    <a:pt x="178" y="395"/>
                  </a:lnTo>
                  <a:lnTo>
                    <a:pt x="155" y="382"/>
                  </a:lnTo>
                  <a:lnTo>
                    <a:pt x="136" y="363"/>
                  </a:lnTo>
                  <a:lnTo>
                    <a:pt x="116" y="343"/>
                  </a:lnTo>
                  <a:lnTo>
                    <a:pt x="98" y="320"/>
                  </a:lnTo>
                  <a:lnTo>
                    <a:pt x="82" y="292"/>
                  </a:lnTo>
                  <a:lnTo>
                    <a:pt x="66" y="264"/>
                  </a:lnTo>
                  <a:lnTo>
                    <a:pt x="52" y="231"/>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9972" name="Freeform 62"/>
            <p:cNvSpPr>
              <a:spLocks/>
            </p:cNvSpPr>
            <p:nvPr/>
          </p:nvSpPr>
          <p:spPr bwMode="auto">
            <a:xfrm>
              <a:off x="1091" y="2087"/>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4" y="8"/>
                  </a:lnTo>
                  <a:lnTo>
                    <a:pt x="171" y="18"/>
                  </a:lnTo>
                  <a:lnTo>
                    <a:pt x="148" y="34"/>
                  </a:lnTo>
                  <a:lnTo>
                    <a:pt x="126" y="51"/>
                  </a:lnTo>
                  <a:lnTo>
                    <a:pt x="106" y="73"/>
                  </a:lnTo>
                  <a:lnTo>
                    <a:pt x="89" y="98"/>
                  </a:lnTo>
                  <a:lnTo>
                    <a:pt x="71" y="125"/>
                  </a:lnTo>
                  <a:lnTo>
                    <a:pt x="55" y="155"/>
                  </a:lnTo>
                  <a:lnTo>
                    <a:pt x="41" y="188"/>
                  </a:lnTo>
                  <a:lnTo>
                    <a:pt x="29" y="222"/>
                  </a:lnTo>
                  <a:lnTo>
                    <a:pt x="18" y="261"/>
                  </a:lnTo>
                  <a:lnTo>
                    <a:pt x="10" y="298"/>
                  </a:lnTo>
                  <a:lnTo>
                    <a:pt x="4" y="338"/>
                  </a:lnTo>
                  <a:lnTo>
                    <a:pt x="1" y="382"/>
                  </a:lnTo>
                  <a:lnTo>
                    <a:pt x="0" y="424"/>
                  </a:lnTo>
                  <a:lnTo>
                    <a:pt x="11" y="424"/>
                  </a:lnTo>
                  <a:lnTo>
                    <a:pt x="13" y="382"/>
                  </a:lnTo>
                  <a:lnTo>
                    <a:pt x="16" y="341"/>
                  </a:lnTo>
                  <a:lnTo>
                    <a:pt x="22" y="301"/>
                  </a:lnTo>
                  <a:lnTo>
                    <a:pt x="30" y="263"/>
                  </a:lnTo>
                  <a:lnTo>
                    <a:pt x="41" y="227"/>
                  </a:lnTo>
                  <a:lnTo>
                    <a:pt x="52" y="193"/>
                  </a:lnTo>
                  <a:lnTo>
                    <a:pt x="66" y="160"/>
                  </a:lnTo>
                  <a:lnTo>
                    <a:pt x="80" y="132"/>
                  </a:lnTo>
                  <a:lnTo>
                    <a:pt x="98" y="105"/>
                  </a:lnTo>
                  <a:lnTo>
                    <a:pt x="116" y="80"/>
                  </a:lnTo>
                  <a:lnTo>
                    <a:pt x="136" y="60"/>
                  </a:lnTo>
                  <a:lnTo>
                    <a:pt x="155" y="43"/>
                  </a:lnTo>
                  <a:lnTo>
                    <a:pt x="178" y="30"/>
                  </a:lnTo>
                  <a:lnTo>
                    <a:pt x="199" y="19"/>
                  </a:lnTo>
                  <a:lnTo>
                    <a:pt x="221" y="14"/>
                  </a:lnTo>
                  <a:lnTo>
                    <a:pt x="245" y="11"/>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9973" name="Freeform 63"/>
            <p:cNvSpPr>
              <a:spLocks/>
            </p:cNvSpPr>
            <p:nvPr/>
          </p:nvSpPr>
          <p:spPr bwMode="auto">
            <a:xfrm>
              <a:off x="1392" y="2118"/>
              <a:ext cx="49" cy="85"/>
            </a:xfrm>
            <a:custGeom>
              <a:avLst/>
              <a:gdLst>
                <a:gd name="T0" fmla="*/ 2 w 246"/>
                <a:gd name="T1" fmla="*/ 3 h 426"/>
                <a:gd name="T2" fmla="*/ 2 w 246"/>
                <a:gd name="T3" fmla="*/ 3 h 426"/>
                <a:gd name="T4" fmla="*/ 2 w 246"/>
                <a:gd name="T5" fmla="*/ 3 h 426"/>
                <a:gd name="T6" fmla="*/ 2 w 246"/>
                <a:gd name="T7" fmla="*/ 3 h 426"/>
                <a:gd name="T8" fmla="*/ 2 w 246"/>
                <a:gd name="T9" fmla="*/ 2 h 426"/>
                <a:gd name="T10" fmla="*/ 2 w 246"/>
                <a:gd name="T11" fmla="*/ 2 h 426"/>
                <a:gd name="T12" fmla="*/ 2 w 246"/>
                <a:gd name="T13" fmla="*/ 2 h 426"/>
                <a:gd name="T14" fmla="*/ 2 w 246"/>
                <a:gd name="T15" fmla="*/ 2 h 426"/>
                <a:gd name="T16" fmla="*/ 2 w 246"/>
                <a:gd name="T17" fmla="*/ 1 h 426"/>
                <a:gd name="T18" fmla="*/ 1 w 246"/>
                <a:gd name="T19" fmla="*/ 1 h 426"/>
                <a:gd name="T20" fmla="*/ 1 w 246"/>
                <a:gd name="T21" fmla="*/ 1 h 426"/>
                <a:gd name="T22" fmla="*/ 1 w 246"/>
                <a:gd name="T23" fmla="*/ 1 h 426"/>
                <a:gd name="T24" fmla="*/ 1 w 246"/>
                <a:gd name="T25" fmla="*/ 0 h 426"/>
                <a:gd name="T26" fmla="*/ 1 w 246"/>
                <a:gd name="T27" fmla="*/ 0 h 426"/>
                <a:gd name="T28" fmla="*/ 1 w 246"/>
                <a:gd name="T29" fmla="*/ 0 h 426"/>
                <a:gd name="T30" fmla="*/ 0 w 246"/>
                <a:gd name="T31" fmla="*/ 0 h 426"/>
                <a:gd name="T32" fmla="*/ 0 w 246"/>
                <a:gd name="T33" fmla="*/ 0 h 426"/>
                <a:gd name="T34" fmla="*/ 0 w 246"/>
                <a:gd name="T35" fmla="*/ 0 h 426"/>
                <a:gd name="T36" fmla="*/ 0 w 246"/>
                <a:gd name="T37" fmla="*/ 0 h 426"/>
                <a:gd name="T38" fmla="*/ 0 w 246"/>
                <a:gd name="T39" fmla="*/ 0 h 426"/>
                <a:gd name="T40" fmla="*/ 0 w 246"/>
                <a:gd name="T41" fmla="*/ 0 h 426"/>
                <a:gd name="T42" fmla="*/ 1 w 246"/>
                <a:gd name="T43" fmla="*/ 0 h 426"/>
                <a:gd name="T44" fmla="*/ 1 w 246"/>
                <a:gd name="T45" fmla="*/ 0 h 426"/>
                <a:gd name="T46" fmla="*/ 1 w 246"/>
                <a:gd name="T47" fmla="*/ 1 h 426"/>
                <a:gd name="T48" fmla="*/ 1 w 246"/>
                <a:gd name="T49" fmla="*/ 1 h 426"/>
                <a:gd name="T50" fmla="*/ 1 w 246"/>
                <a:gd name="T51" fmla="*/ 1 h 426"/>
                <a:gd name="T52" fmla="*/ 1 w 246"/>
                <a:gd name="T53" fmla="*/ 1 h 426"/>
                <a:gd name="T54" fmla="*/ 1 w 246"/>
                <a:gd name="T55" fmla="*/ 1 h 426"/>
                <a:gd name="T56" fmla="*/ 2 w 246"/>
                <a:gd name="T57" fmla="*/ 2 h 426"/>
                <a:gd name="T58" fmla="*/ 2 w 246"/>
                <a:gd name="T59" fmla="*/ 2 h 426"/>
                <a:gd name="T60" fmla="*/ 2 w 246"/>
                <a:gd name="T61" fmla="*/ 2 h 426"/>
                <a:gd name="T62" fmla="*/ 2 w 246"/>
                <a:gd name="T63" fmla="*/ 2 h 426"/>
                <a:gd name="T64" fmla="*/ 2 w 246"/>
                <a:gd name="T65" fmla="*/ 3 h 426"/>
                <a:gd name="T66" fmla="*/ 2 w 246"/>
                <a:gd name="T67" fmla="*/ 3 h 426"/>
                <a:gd name="T68" fmla="*/ 2 w 246"/>
                <a:gd name="T69" fmla="*/ 3 h 426"/>
                <a:gd name="T70" fmla="*/ 2 w 246"/>
                <a:gd name="T71" fmla="*/ 3 h 426"/>
                <a:gd name="T72" fmla="*/ 2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246" y="426"/>
                  </a:moveTo>
                  <a:lnTo>
                    <a:pt x="246" y="426"/>
                  </a:lnTo>
                  <a:lnTo>
                    <a:pt x="245" y="384"/>
                  </a:lnTo>
                  <a:lnTo>
                    <a:pt x="242" y="340"/>
                  </a:lnTo>
                  <a:lnTo>
                    <a:pt x="236" y="301"/>
                  </a:lnTo>
                  <a:lnTo>
                    <a:pt x="228" y="262"/>
                  </a:lnTo>
                  <a:lnTo>
                    <a:pt x="217" y="224"/>
                  </a:lnTo>
                  <a:lnTo>
                    <a:pt x="205" y="190"/>
                  </a:lnTo>
                  <a:lnTo>
                    <a:pt x="191" y="158"/>
                  </a:lnTo>
                  <a:lnTo>
                    <a:pt x="176" y="126"/>
                  </a:lnTo>
                  <a:lnTo>
                    <a:pt x="157" y="99"/>
                  </a:lnTo>
                  <a:lnTo>
                    <a:pt x="139" y="75"/>
                  </a:lnTo>
                  <a:lnTo>
                    <a:pt x="119" y="53"/>
                  </a:lnTo>
                  <a:lnTo>
                    <a:pt x="96" y="34"/>
                  </a:lnTo>
                  <a:lnTo>
                    <a:pt x="75" y="19"/>
                  </a:lnTo>
                  <a:lnTo>
                    <a:pt x="51" y="9"/>
                  </a:lnTo>
                  <a:lnTo>
                    <a:pt x="26" y="3"/>
                  </a:lnTo>
                  <a:lnTo>
                    <a:pt x="0" y="0"/>
                  </a:lnTo>
                  <a:lnTo>
                    <a:pt x="0" y="12"/>
                  </a:lnTo>
                  <a:lnTo>
                    <a:pt x="24" y="15"/>
                  </a:lnTo>
                  <a:lnTo>
                    <a:pt x="46" y="20"/>
                  </a:lnTo>
                  <a:lnTo>
                    <a:pt x="68" y="31"/>
                  </a:lnTo>
                  <a:lnTo>
                    <a:pt x="89" y="44"/>
                  </a:lnTo>
                  <a:lnTo>
                    <a:pt x="109" y="63"/>
                  </a:lnTo>
                  <a:lnTo>
                    <a:pt x="129" y="83"/>
                  </a:lnTo>
                  <a:lnTo>
                    <a:pt x="148" y="106"/>
                  </a:lnTo>
                  <a:lnTo>
                    <a:pt x="164" y="133"/>
                  </a:lnTo>
                  <a:lnTo>
                    <a:pt x="180" y="162"/>
                  </a:lnTo>
                  <a:lnTo>
                    <a:pt x="194" y="195"/>
                  </a:lnTo>
                  <a:lnTo>
                    <a:pt x="205" y="229"/>
                  </a:lnTo>
                  <a:lnTo>
                    <a:pt x="216" y="264"/>
                  </a:lnTo>
                  <a:lnTo>
                    <a:pt x="224" y="303"/>
                  </a:lnTo>
                  <a:lnTo>
                    <a:pt x="230" y="343"/>
                  </a:lnTo>
                  <a:lnTo>
                    <a:pt x="233" y="384"/>
                  </a:lnTo>
                  <a:lnTo>
                    <a:pt x="235" y="426"/>
                  </a:lnTo>
                  <a:lnTo>
                    <a:pt x="246"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9974" name="Freeform 64"/>
            <p:cNvSpPr>
              <a:spLocks/>
            </p:cNvSpPr>
            <p:nvPr/>
          </p:nvSpPr>
          <p:spPr bwMode="auto">
            <a:xfrm>
              <a:off x="1392" y="2203"/>
              <a:ext cx="49" cy="85"/>
            </a:xfrm>
            <a:custGeom>
              <a:avLst/>
              <a:gdLst>
                <a:gd name="T0" fmla="*/ 0 w 246"/>
                <a:gd name="T1" fmla="*/ 3 h 424"/>
                <a:gd name="T2" fmla="*/ 0 w 246"/>
                <a:gd name="T3" fmla="*/ 3 h 424"/>
                <a:gd name="T4" fmla="*/ 0 w 246"/>
                <a:gd name="T5" fmla="*/ 3 h 424"/>
                <a:gd name="T6" fmla="*/ 0 w 246"/>
                <a:gd name="T7" fmla="*/ 3 h 424"/>
                <a:gd name="T8" fmla="*/ 1 w 246"/>
                <a:gd name="T9" fmla="*/ 3 h 424"/>
                <a:gd name="T10" fmla="*/ 1 w 246"/>
                <a:gd name="T11" fmla="*/ 3 h 424"/>
                <a:gd name="T12" fmla="*/ 1 w 246"/>
                <a:gd name="T13" fmla="*/ 3 h 424"/>
                <a:gd name="T14" fmla="*/ 1 w 246"/>
                <a:gd name="T15" fmla="*/ 3 h 424"/>
                <a:gd name="T16" fmla="*/ 1 w 246"/>
                <a:gd name="T17" fmla="*/ 3 h 424"/>
                <a:gd name="T18" fmla="*/ 1 w 246"/>
                <a:gd name="T19" fmla="*/ 2 h 424"/>
                <a:gd name="T20" fmla="*/ 2 w 246"/>
                <a:gd name="T21" fmla="*/ 2 h 424"/>
                <a:gd name="T22" fmla="*/ 2 w 246"/>
                <a:gd name="T23" fmla="*/ 2 h 424"/>
                <a:gd name="T24" fmla="*/ 2 w 246"/>
                <a:gd name="T25" fmla="*/ 2 h 424"/>
                <a:gd name="T26" fmla="*/ 2 w 246"/>
                <a:gd name="T27" fmla="*/ 1 h 424"/>
                <a:gd name="T28" fmla="*/ 2 w 246"/>
                <a:gd name="T29" fmla="*/ 1 h 424"/>
                <a:gd name="T30" fmla="*/ 2 w 246"/>
                <a:gd name="T31" fmla="*/ 1 h 424"/>
                <a:gd name="T32" fmla="*/ 2 w 246"/>
                <a:gd name="T33" fmla="*/ 0 h 424"/>
                <a:gd name="T34" fmla="*/ 2 w 246"/>
                <a:gd name="T35" fmla="*/ 0 h 424"/>
                <a:gd name="T36" fmla="*/ 2 w 246"/>
                <a:gd name="T37" fmla="*/ 0 h 424"/>
                <a:gd name="T38" fmla="*/ 2 w 246"/>
                <a:gd name="T39" fmla="*/ 0 h 424"/>
                <a:gd name="T40" fmla="*/ 2 w 246"/>
                <a:gd name="T41" fmla="*/ 1 h 424"/>
                <a:gd name="T42" fmla="*/ 2 w 246"/>
                <a:gd name="T43" fmla="*/ 1 h 424"/>
                <a:gd name="T44" fmla="*/ 2 w 246"/>
                <a:gd name="T45" fmla="*/ 1 h 424"/>
                <a:gd name="T46" fmla="*/ 2 w 246"/>
                <a:gd name="T47" fmla="*/ 2 h 424"/>
                <a:gd name="T48" fmla="*/ 2 w 246"/>
                <a:gd name="T49" fmla="*/ 2 h 424"/>
                <a:gd name="T50" fmla="*/ 1 w 246"/>
                <a:gd name="T51" fmla="*/ 2 h 424"/>
                <a:gd name="T52" fmla="*/ 1 w 246"/>
                <a:gd name="T53" fmla="*/ 2 h 424"/>
                <a:gd name="T54" fmla="*/ 1 w 246"/>
                <a:gd name="T55" fmla="*/ 3 h 424"/>
                <a:gd name="T56" fmla="*/ 1 w 246"/>
                <a:gd name="T57" fmla="*/ 3 h 424"/>
                <a:gd name="T58" fmla="*/ 1 w 246"/>
                <a:gd name="T59" fmla="*/ 3 h 424"/>
                <a:gd name="T60" fmla="*/ 1 w 246"/>
                <a:gd name="T61" fmla="*/ 3 h 424"/>
                <a:gd name="T62" fmla="*/ 1 w 246"/>
                <a:gd name="T63" fmla="*/ 3 h 424"/>
                <a:gd name="T64" fmla="*/ 0 w 246"/>
                <a:gd name="T65" fmla="*/ 3 h 424"/>
                <a:gd name="T66" fmla="*/ 0 w 246"/>
                <a:gd name="T67" fmla="*/ 3 h 424"/>
                <a:gd name="T68" fmla="*/ 0 w 246"/>
                <a:gd name="T69" fmla="*/ 3 h 424"/>
                <a:gd name="T70" fmla="*/ 0 w 246"/>
                <a:gd name="T71" fmla="*/ 3 h 424"/>
                <a:gd name="T72" fmla="*/ 0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0" y="424"/>
                  </a:moveTo>
                  <a:lnTo>
                    <a:pt x="0" y="424"/>
                  </a:lnTo>
                  <a:lnTo>
                    <a:pt x="26" y="422"/>
                  </a:lnTo>
                  <a:lnTo>
                    <a:pt x="51" y="416"/>
                  </a:lnTo>
                  <a:lnTo>
                    <a:pt x="75" y="406"/>
                  </a:lnTo>
                  <a:lnTo>
                    <a:pt x="96" y="390"/>
                  </a:lnTo>
                  <a:lnTo>
                    <a:pt x="119" y="373"/>
                  </a:lnTo>
                  <a:lnTo>
                    <a:pt x="139" y="351"/>
                  </a:lnTo>
                  <a:lnTo>
                    <a:pt x="157" y="326"/>
                  </a:lnTo>
                  <a:lnTo>
                    <a:pt x="175" y="299"/>
                  </a:lnTo>
                  <a:lnTo>
                    <a:pt x="191" y="269"/>
                  </a:lnTo>
                  <a:lnTo>
                    <a:pt x="205" y="236"/>
                  </a:lnTo>
                  <a:lnTo>
                    <a:pt x="217" y="202"/>
                  </a:lnTo>
                  <a:lnTo>
                    <a:pt x="228" y="163"/>
                  </a:lnTo>
                  <a:lnTo>
                    <a:pt x="236" y="125"/>
                  </a:lnTo>
                  <a:lnTo>
                    <a:pt x="242" y="86"/>
                  </a:lnTo>
                  <a:lnTo>
                    <a:pt x="245" y="42"/>
                  </a:lnTo>
                  <a:lnTo>
                    <a:pt x="246" y="0"/>
                  </a:lnTo>
                  <a:lnTo>
                    <a:pt x="235" y="0"/>
                  </a:lnTo>
                  <a:lnTo>
                    <a:pt x="233" y="42"/>
                  </a:lnTo>
                  <a:lnTo>
                    <a:pt x="230" y="83"/>
                  </a:lnTo>
                  <a:lnTo>
                    <a:pt x="224" y="123"/>
                  </a:lnTo>
                  <a:lnTo>
                    <a:pt x="216" y="161"/>
                  </a:lnTo>
                  <a:lnTo>
                    <a:pt x="205" y="197"/>
                  </a:lnTo>
                  <a:lnTo>
                    <a:pt x="194" y="231"/>
                  </a:lnTo>
                  <a:lnTo>
                    <a:pt x="180" y="264"/>
                  </a:lnTo>
                  <a:lnTo>
                    <a:pt x="166" y="292"/>
                  </a:lnTo>
                  <a:lnTo>
                    <a:pt x="148" y="319"/>
                  </a:lnTo>
                  <a:lnTo>
                    <a:pt x="129" y="344"/>
                  </a:lnTo>
                  <a:lnTo>
                    <a:pt x="109" y="364"/>
                  </a:lnTo>
                  <a:lnTo>
                    <a:pt x="89" y="381"/>
                  </a:lnTo>
                  <a:lnTo>
                    <a:pt x="68" y="394"/>
                  </a:lnTo>
                  <a:lnTo>
                    <a:pt x="46" y="405"/>
                  </a:lnTo>
                  <a:lnTo>
                    <a:pt x="24" y="410"/>
                  </a:lnTo>
                  <a:lnTo>
                    <a:pt x="0" y="413"/>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9975" name="Freeform 65"/>
            <p:cNvSpPr>
              <a:spLocks/>
            </p:cNvSpPr>
            <p:nvPr/>
          </p:nvSpPr>
          <p:spPr bwMode="auto">
            <a:xfrm>
              <a:off x="1343" y="2203"/>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2" y="42"/>
                  </a:lnTo>
                  <a:lnTo>
                    <a:pt x="5" y="86"/>
                  </a:lnTo>
                  <a:lnTo>
                    <a:pt x="11" y="125"/>
                  </a:lnTo>
                  <a:lnTo>
                    <a:pt x="19" y="163"/>
                  </a:lnTo>
                  <a:lnTo>
                    <a:pt x="30" y="202"/>
                  </a:lnTo>
                  <a:lnTo>
                    <a:pt x="41" y="236"/>
                  </a:lnTo>
                  <a:lnTo>
                    <a:pt x="56" y="269"/>
                  </a:lnTo>
                  <a:lnTo>
                    <a:pt x="72" y="299"/>
                  </a:lnTo>
                  <a:lnTo>
                    <a:pt x="90" y="326"/>
                  </a:lnTo>
                  <a:lnTo>
                    <a:pt x="108" y="351"/>
                  </a:lnTo>
                  <a:lnTo>
                    <a:pt x="127" y="373"/>
                  </a:lnTo>
                  <a:lnTo>
                    <a:pt x="149" y="390"/>
                  </a:lnTo>
                  <a:lnTo>
                    <a:pt x="172" y="406"/>
                  </a:lnTo>
                  <a:lnTo>
                    <a:pt x="195" y="416"/>
                  </a:lnTo>
                  <a:lnTo>
                    <a:pt x="220" y="422"/>
                  </a:lnTo>
                  <a:lnTo>
                    <a:pt x="245" y="424"/>
                  </a:lnTo>
                  <a:lnTo>
                    <a:pt x="245" y="413"/>
                  </a:lnTo>
                  <a:lnTo>
                    <a:pt x="222" y="410"/>
                  </a:lnTo>
                  <a:lnTo>
                    <a:pt x="200" y="405"/>
                  </a:lnTo>
                  <a:lnTo>
                    <a:pt x="179" y="394"/>
                  </a:lnTo>
                  <a:lnTo>
                    <a:pt x="156" y="381"/>
                  </a:lnTo>
                  <a:lnTo>
                    <a:pt x="136" y="364"/>
                  </a:lnTo>
                  <a:lnTo>
                    <a:pt x="118" y="344"/>
                  </a:lnTo>
                  <a:lnTo>
                    <a:pt x="99" y="319"/>
                  </a:lnTo>
                  <a:lnTo>
                    <a:pt x="81" y="292"/>
                  </a:lnTo>
                  <a:lnTo>
                    <a:pt x="67" y="264"/>
                  </a:lnTo>
                  <a:lnTo>
                    <a:pt x="53" y="231"/>
                  </a:lnTo>
                  <a:lnTo>
                    <a:pt x="41" y="197"/>
                  </a:lnTo>
                  <a:lnTo>
                    <a:pt x="31" y="161"/>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9976" name="Freeform 66"/>
            <p:cNvSpPr>
              <a:spLocks/>
            </p:cNvSpPr>
            <p:nvPr/>
          </p:nvSpPr>
          <p:spPr bwMode="auto">
            <a:xfrm>
              <a:off x="1343" y="2118"/>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1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20" y="3"/>
                  </a:lnTo>
                  <a:lnTo>
                    <a:pt x="195" y="9"/>
                  </a:lnTo>
                  <a:lnTo>
                    <a:pt x="172" y="19"/>
                  </a:lnTo>
                  <a:lnTo>
                    <a:pt x="149" y="34"/>
                  </a:lnTo>
                  <a:lnTo>
                    <a:pt x="127" y="53"/>
                  </a:lnTo>
                  <a:lnTo>
                    <a:pt x="108" y="75"/>
                  </a:lnTo>
                  <a:lnTo>
                    <a:pt x="90" y="99"/>
                  </a:lnTo>
                  <a:lnTo>
                    <a:pt x="71" y="126"/>
                  </a:lnTo>
                  <a:lnTo>
                    <a:pt x="56" y="158"/>
                  </a:lnTo>
                  <a:lnTo>
                    <a:pt x="41" y="190"/>
                  </a:lnTo>
                  <a:lnTo>
                    <a:pt x="30" y="224"/>
                  </a:lnTo>
                  <a:lnTo>
                    <a:pt x="19" y="262"/>
                  </a:lnTo>
                  <a:lnTo>
                    <a:pt x="11" y="301"/>
                  </a:lnTo>
                  <a:lnTo>
                    <a:pt x="5" y="340"/>
                  </a:lnTo>
                  <a:lnTo>
                    <a:pt x="2" y="384"/>
                  </a:lnTo>
                  <a:lnTo>
                    <a:pt x="0" y="426"/>
                  </a:lnTo>
                  <a:lnTo>
                    <a:pt x="12" y="426"/>
                  </a:lnTo>
                  <a:lnTo>
                    <a:pt x="13" y="384"/>
                  </a:lnTo>
                  <a:lnTo>
                    <a:pt x="17" y="343"/>
                  </a:lnTo>
                  <a:lnTo>
                    <a:pt x="23" y="303"/>
                  </a:lnTo>
                  <a:lnTo>
                    <a:pt x="31" y="264"/>
                  </a:lnTo>
                  <a:lnTo>
                    <a:pt x="41" y="229"/>
                  </a:lnTo>
                  <a:lnTo>
                    <a:pt x="53" y="195"/>
                  </a:lnTo>
                  <a:lnTo>
                    <a:pt x="67" y="162"/>
                  </a:lnTo>
                  <a:lnTo>
                    <a:pt x="82" y="133"/>
                  </a:lnTo>
                  <a:lnTo>
                    <a:pt x="99" y="106"/>
                  </a:lnTo>
                  <a:lnTo>
                    <a:pt x="118" y="83"/>
                  </a:lnTo>
                  <a:lnTo>
                    <a:pt x="136" y="63"/>
                  </a:lnTo>
                  <a:lnTo>
                    <a:pt x="156" y="44"/>
                  </a:lnTo>
                  <a:lnTo>
                    <a:pt x="179" y="31"/>
                  </a:lnTo>
                  <a:lnTo>
                    <a:pt x="200" y="20"/>
                  </a:lnTo>
                  <a:lnTo>
                    <a:pt x="222" y="15"/>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9977" name="Freeform 67"/>
            <p:cNvSpPr>
              <a:spLocks/>
            </p:cNvSpPr>
            <p:nvPr/>
          </p:nvSpPr>
          <p:spPr bwMode="auto">
            <a:xfrm>
              <a:off x="1384" y="1859"/>
              <a:ext cx="49" cy="84"/>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1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3" y="382"/>
                  </a:lnTo>
                  <a:lnTo>
                    <a:pt x="240" y="339"/>
                  </a:lnTo>
                  <a:lnTo>
                    <a:pt x="234" y="299"/>
                  </a:lnTo>
                  <a:lnTo>
                    <a:pt x="226" y="261"/>
                  </a:lnTo>
                  <a:lnTo>
                    <a:pt x="215" y="222"/>
                  </a:lnTo>
                  <a:lnTo>
                    <a:pt x="204" y="188"/>
                  </a:lnTo>
                  <a:lnTo>
                    <a:pt x="189" y="156"/>
                  </a:lnTo>
                  <a:lnTo>
                    <a:pt x="173" y="125"/>
                  </a:lnTo>
                  <a:lnTo>
                    <a:pt x="155" y="98"/>
                  </a:lnTo>
                  <a:lnTo>
                    <a:pt x="138" y="74"/>
                  </a:lnTo>
                  <a:lnTo>
                    <a:pt x="118" y="51"/>
                  </a:lnTo>
                  <a:lnTo>
                    <a:pt x="96" y="34"/>
                  </a:lnTo>
                  <a:lnTo>
                    <a:pt x="73" y="18"/>
                  </a:lnTo>
                  <a:lnTo>
                    <a:pt x="50" y="8"/>
                  </a:lnTo>
                  <a:lnTo>
                    <a:pt x="25" y="2"/>
                  </a:lnTo>
                  <a:lnTo>
                    <a:pt x="0" y="0"/>
                  </a:lnTo>
                  <a:lnTo>
                    <a:pt x="0" y="11"/>
                  </a:lnTo>
                  <a:lnTo>
                    <a:pt x="23" y="14"/>
                  </a:lnTo>
                  <a:lnTo>
                    <a:pt x="45" y="20"/>
                  </a:lnTo>
                  <a:lnTo>
                    <a:pt x="66" y="30"/>
                  </a:lnTo>
                  <a:lnTo>
                    <a:pt x="89" y="43"/>
                  </a:lnTo>
                  <a:lnTo>
                    <a:pt x="109" y="61"/>
                  </a:lnTo>
                  <a:lnTo>
                    <a:pt x="129" y="81"/>
                  </a:lnTo>
                  <a:lnTo>
                    <a:pt x="146" y="105"/>
                  </a:lnTo>
                  <a:lnTo>
                    <a:pt x="164" y="132"/>
                  </a:lnTo>
                  <a:lnTo>
                    <a:pt x="178" y="160"/>
                  </a:lnTo>
                  <a:lnTo>
                    <a:pt x="192" y="193"/>
                  </a:lnTo>
                  <a:lnTo>
                    <a:pt x="204" y="227"/>
                  </a:lnTo>
                  <a:lnTo>
                    <a:pt x="214" y="264"/>
                  </a:lnTo>
                  <a:lnTo>
                    <a:pt x="222" y="301"/>
                  </a:lnTo>
                  <a:lnTo>
                    <a:pt x="228"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9978" name="Freeform 68"/>
            <p:cNvSpPr>
              <a:spLocks/>
            </p:cNvSpPr>
            <p:nvPr/>
          </p:nvSpPr>
          <p:spPr bwMode="auto">
            <a:xfrm>
              <a:off x="1384" y="1943"/>
              <a:ext cx="49" cy="86"/>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5" y="423"/>
                  </a:lnTo>
                  <a:lnTo>
                    <a:pt x="50" y="418"/>
                  </a:lnTo>
                  <a:lnTo>
                    <a:pt x="73" y="407"/>
                  </a:lnTo>
                  <a:lnTo>
                    <a:pt x="96" y="392"/>
                  </a:lnTo>
                  <a:lnTo>
                    <a:pt x="118" y="374"/>
                  </a:lnTo>
                  <a:lnTo>
                    <a:pt x="138" y="352"/>
                  </a:lnTo>
                  <a:lnTo>
                    <a:pt x="155" y="327"/>
                  </a:lnTo>
                  <a:lnTo>
                    <a:pt x="174" y="300"/>
                  </a:lnTo>
                  <a:lnTo>
                    <a:pt x="189" y="269"/>
                  </a:lnTo>
                  <a:lnTo>
                    <a:pt x="204" y="237"/>
                  </a:lnTo>
                  <a:lnTo>
                    <a:pt x="215" y="202"/>
                  </a:lnTo>
                  <a:lnTo>
                    <a:pt x="226" y="164"/>
                  </a:lnTo>
                  <a:lnTo>
                    <a:pt x="234" y="126"/>
                  </a:lnTo>
                  <a:lnTo>
                    <a:pt x="240" y="86"/>
                  </a:lnTo>
                  <a:lnTo>
                    <a:pt x="243" y="42"/>
                  </a:lnTo>
                  <a:lnTo>
                    <a:pt x="245" y="0"/>
                  </a:lnTo>
                  <a:lnTo>
                    <a:pt x="233" y="0"/>
                  </a:lnTo>
                  <a:lnTo>
                    <a:pt x="232" y="42"/>
                  </a:lnTo>
                  <a:lnTo>
                    <a:pt x="228" y="83"/>
                  </a:lnTo>
                  <a:lnTo>
                    <a:pt x="222" y="123"/>
                  </a:lnTo>
                  <a:lnTo>
                    <a:pt x="214" y="162"/>
                  </a:lnTo>
                  <a:lnTo>
                    <a:pt x="204" y="197"/>
                  </a:lnTo>
                  <a:lnTo>
                    <a:pt x="192" y="232"/>
                  </a:lnTo>
                  <a:lnTo>
                    <a:pt x="178" y="264"/>
                  </a:lnTo>
                  <a:lnTo>
                    <a:pt x="163" y="293"/>
                  </a:lnTo>
                  <a:lnTo>
                    <a:pt x="146" y="320"/>
                  </a:lnTo>
                  <a:lnTo>
                    <a:pt x="129" y="345"/>
                  </a:lnTo>
                  <a:lnTo>
                    <a:pt x="109" y="365"/>
                  </a:lnTo>
                  <a:lnTo>
                    <a:pt x="89" y="382"/>
                  </a:lnTo>
                  <a:lnTo>
                    <a:pt x="66" y="395"/>
                  </a:lnTo>
                  <a:lnTo>
                    <a:pt x="45" y="406"/>
                  </a:lnTo>
                  <a:lnTo>
                    <a:pt x="23"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9979" name="Freeform 69"/>
            <p:cNvSpPr>
              <a:spLocks/>
            </p:cNvSpPr>
            <p:nvPr/>
          </p:nvSpPr>
          <p:spPr bwMode="auto">
            <a:xfrm>
              <a:off x="1335" y="1943"/>
              <a:ext cx="49" cy="86"/>
            </a:xfrm>
            <a:custGeom>
              <a:avLst/>
              <a:gdLst>
                <a:gd name="T0" fmla="*/ 0 w 246"/>
                <a:gd name="T1" fmla="*/ 0 h 426"/>
                <a:gd name="T2" fmla="*/ 0 w 246"/>
                <a:gd name="T3" fmla="*/ 0 h 426"/>
                <a:gd name="T4" fmla="*/ 0 w 246"/>
                <a:gd name="T5" fmla="*/ 0 h 426"/>
                <a:gd name="T6" fmla="*/ 0 w 246"/>
                <a:gd name="T7" fmla="*/ 1 h 426"/>
                <a:gd name="T8" fmla="*/ 0 w 246"/>
                <a:gd name="T9" fmla="*/ 1 h 426"/>
                <a:gd name="T10" fmla="*/ 0 w 246"/>
                <a:gd name="T11" fmla="*/ 1 h 426"/>
                <a:gd name="T12" fmla="*/ 0 w 246"/>
                <a:gd name="T13" fmla="*/ 2 h 426"/>
                <a:gd name="T14" fmla="*/ 0 w 246"/>
                <a:gd name="T15" fmla="*/ 2 h 426"/>
                <a:gd name="T16" fmla="*/ 0 w 246"/>
                <a:gd name="T17" fmla="*/ 2 h 426"/>
                <a:gd name="T18" fmla="*/ 1 w 246"/>
                <a:gd name="T19" fmla="*/ 2 h 426"/>
                <a:gd name="T20" fmla="*/ 1 w 246"/>
                <a:gd name="T21" fmla="*/ 3 h 426"/>
                <a:gd name="T22" fmla="*/ 1 w 246"/>
                <a:gd name="T23" fmla="*/ 3 h 426"/>
                <a:gd name="T24" fmla="*/ 1 w 246"/>
                <a:gd name="T25" fmla="*/ 3 h 426"/>
                <a:gd name="T26" fmla="*/ 1 w 246"/>
                <a:gd name="T27" fmla="*/ 3 h 426"/>
                <a:gd name="T28" fmla="*/ 1 w 246"/>
                <a:gd name="T29" fmla="*/ 3 h 426"/>
                <a:gd name="T30" fmla="*/ 2 w 246"/>
                <a:gd name="T31" fmla="*/ 3 h 426"/>
                <a:gd name="T32" fmla="*/ 2 w 246"/>
                <a:gd name="T33" fmla="*/ 3 h 426"/>
                <a:gd name="T34" fmla="*/ 2 w 246"/>
                <a:gd name="T35" fmla="*/ 3 h 426"/>
                <a:gd name="T36" fmla="*/ 2 w 246"/>
                <a:gd name="T37" fmla="*/ 3 h 426"/>
                <a:gd name="T38" fmla="*/ 2 w 246"/>
                <a:gd name="T39" fmla="*/ 3 h 426"/>
                <a:gd name="T40" fmla="*/ 2 w 246"/>
                <a:gd name="T41" fmla="*/ 3 h 426"/>
                <a:gd name="T42" fmla="*/ 1 w 246"/>
                <a:gd name="T43" fmla="*/ 3 h 426"/>
                <a:gd name="T44" fmla="*/ 1 w 246"/>
                <a:gd name="T45" fmla="*/ 3 h 426"/>
                <a:gd name="T46" fmla="*/ 1 w 246"/>
                <a:gd name="T47" fmla="*/ 3 h 426"/>
                <a:gd name="T48" fmla="*/ 1 w 246"/>
                <a:gd name="T49" fmla="*/ 3 h 426"/>
                <a:gd name="T50" fmla="*/ 1 w 246"/>
                <a:gd name="T51" fmla="*/ 3 h 426"/>
                <a:gd name="T52" fmla="*/ 1 w 246"/>
                <a:gd name="T53" fmla="*/ 2 h 426"/>
                <a:gd name="T54" fmla="*/ 1 w 246"/>
                <a:gd name="T55" fmla="*/ 2 h 426"/>
                <a:gd name="T56" fmla="*/ 0 w 246"/>
                <a:gd name="T57" fmla="*/ 2 h 426"/>
                <a:gd name="T58" fmla="*/ 0 w 246"/>
                <a:gd name="T59" fmla="*/ 2 h 426"/>
                <a:gd name="T60" fmla="*/ 0 w 246"/>
                <a:gd name="T61" fmla="*/ 1 h 426"/>
                <a:gd name="T62" fmla="*/ 0 w 246"/>
                <a:gd name="T63" fmla="*/ 1 h 426"/>
                <a:gd name="T64" fmla="*/ 0 w 246"/>
                <a:gd name="T65" fmla="*/ 1 h 426"/>
                <a:gd name="T66" fmla="*/ 0 w 246"/>
                <a:gd name="T67" fmla="*/ 0 h 426"/>
                <a:gd name="T68" fmla="*/ 0 w 246"/>
                <a:gd name="T69" fmla="*/ 0 h 426"/>
                <a:gd name="T70" fmla="*/ 0 w 246"/>
                <a:gd name="T71" fmla="*/ 0 h 426"/>
                <a:gd name="T72" fmla="*/ 0 w 246"/>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0"/>
                  </a:moveTo>
                  <a:lnTo>
                    <a:pt x="0" y="0"/>
                  </a:lnTo>
                  <a:lnTo>
                    <a:pt x="1" y="42"/>
                  </a:lnTo>
                  <a:lnTo>
                    <a:pt x="4" y="86"/>
                  </a:lnTo>
                  <a:lnTo>
                    <a:pt x="10" y="126"/>
                  </a:lnTo>
                  <a:lnTo>
                    <a:pt x="18" y="164"/>
                  </a:lnTo>
                  <a:lnTo>
                    <a:pt x="29" y="202"/>
                  </a:lnTo>
                  <a:lnTo>
                    <a:pt x="41" y="237"/>
                  </a:lnTo>
                  <a:lnTo>
                    <a:pt x="55" y="269"/>
                  </a:lnTo>
                  <a:lnTo>
                    <a:pt x="71" y="300"/>
                  </a:lnTo>
                  <a:lnTo>
                    <a:pt x="89" y="327"/>
                  </a:lnTo>
                  <a:lnTo>
                    <a:pt x="107" y="352"/>
                  </a:lnTo>
                  <a:lnTo>
                    <a:pt x="127" y="374"/>
                  </a:lnTo>
                  <a:lnTo>
                    <a:pt x="150" y="392"/>
                  </a:lnTo>
                  <a:lnTo>
                    <a:pt x="171" y="407"/>
                  </a:lnTo>
                  <a:lnTo>
                    <a:pt x="195" y="418"/>
                  </a:lnTo>
                  <a:lnTo>
                    <a:pt x="220" y="423"/>
                  </a:lnTo>
                  <a:lnTo>
                    <a:pt x="246" y="426"/>
                  </a:lnTo>
                  <a:lnTo>
                    <a:pt x="246" y="414"/>
                  </a:lnTo>
                  <a:lnTo>
                    <a:pt x="222" y="412"/>
                  </a:lnTo>
                  <a:lnTo>
                    <a:pt x="200" y="406"/>
                  </a:lnTo>
                  <a:lnTo>
                    <a:pt x="178" y="395"/>
                  </a:lnTo>
                  <a:lnTo>
                    <a:pt x="157" y="382"/>
                  </a:lnTo>
                  <a:lnTo>
                    <a:pt x="137" y="365"/>
                  </a:lnTo>
                  <a:lnTo>
                    <a:pt x="117" y="345"/>
                  </a:lnTo>
                  <a:lnTo>
                    <a:pt x="98" y="320"/>
                  </a:lnTo>
                  <a:lnTo>
                    <a:pt x="83" y="293"/>
                  </a:lnTo>
                  <a:lnTo>
                    <a:pt x="66" y="264"/>
                  </a:lnTo>
                  <a:lnTo>
                    <a:pt x="52" y="232"/>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9980" name="Freeform 70"/>
            <p:cNvSpPr>
              <a:spLocks/>
            </p:cNvSpPr>
            <p:nvPr/>
          </p:nvSpPr>
          <p:spPr bwMode="auto">
            <a:xfrm>
              <a:off x="1335" y="1859"/>
              <a:ext cx="49" cy="84"/>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1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0" y="2"/>
                  </a:lnTo>
                  <a:lnTo>
                    <a:pt x="195" y="8"/>
                  </a:lnTo>
                  <a:lnTo>
                    <a:pt x="171" y="18"/>
                  </a:lnTo>
                  <a:lnTo>
                    <a:pt x="150" y="34"/>
                  </a:lnTo>
                  <a:lnTo>
                    <a:pt x="127" y="51"/>
                  </a:lnTo>
                  <a:lnTo>
                    <a:pt x="107" y="74"/>
                  </a:lnTo>
                  <a:lnTo>
                    <a:pt x="89" y="98"/>
                  </a:lnTo>
                  <a:lnTo>
                    <a:pt x="72" y="125"/>
                  </a:lnTo>
                  <a:lnTo>
                    <a:pt x="55" y="156"/>
                  </a:lnTo>
                  <a:lnTo>
                    <a:pt x="41" y="188"/>
                  </a:lnTo>
                  <a:lnTo>
                    <a:pt x="29" y="222"/>
                  </a:lnTo>
                  <a:lnTo>
                    <a:pt x="18" y="261"/>
                  </a:lnTo>
                  <a:lnTo>
                    <a:pt x="10" y="299"/>
                  </a:lnTo>
                  <a:lnTo>
                    <a:pt x="4" y="339"/>
                  </a:lnTo>
                  <a:lnTo>
                    <a:pt x="1" y="382"/>
                  </a:lnTo>
                  <a:lnTo>
                    <a:pt x="0" y="424"/>
                  </a:lnTo>
                  <a:lnTo>
                    <a:pt x="11" y="424"/>
                  </a:lnTo>
                  <a:lnTo>
                    <a:pt x="13" y="382"/>
                  </a:lnTo>
                  <a:lnTo>
                    <a:pt x="16" y="341"/>
                  </a:lnTo>
                  <a:lnTo>
                    <a:pt x="22" y="301"/>
                  </a:lnTo>
                  <a:lnTo>
                    <a:pt x="30" y="264"/>
                  </a:lnTo>
                  <a:lnTo>
                    <a:pt x="41" y="227"/>
                  </a:lnTo>
                  <a:lnTo>
                    <a:pt x="52" y="193"/>
                  </a:lnTo>
                  <a:lnTo>
                    <a:pt x="66" y="160"/>
                  </a:lnTo>
                  <a:lnTo>
                    <a:pt x="82" y="132"/>
                  </a:lnTo>
                  <a:lnTo>
                    <a:pt x="98" y="105"/>
                  </a:lnTo>
                  <a:lnTo>
                    <a:pt x="117" y="81"/>
                  </a:lnTo>
                  <a:lnTo>
                    <a:pt x="137" y="61"/>
                  </a:lnTo>
                  <a:lnTo>
                    <a:pt x="157" y="43"/>
                  </a:lnTo>
                  <a:lnTo>
                    <a:pt x="178" y="30"/>
                  </a:lnTo>
                  <a:lnTo>
                    <a:pt x="200" y="20"/>
                  </a:lnTo>
                  <a:lnTo>
                    <a:pt x="222" y="14"/>
                  </a:lnTo>
                  <a:lnTo>
                    <a:pt x="246" y="11"/>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9981" name="Freeform 71"/>
            <p:cNvSpPr>
              <a:spLocks/>
            </p:cNvSpPr>
            <p:nvPr/>
          </p:nvSpPr>
          <p:spPr bwMode="auto">
            <a:xfrm>
              <a:off x="1552" y="1751"/>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1" y="339"/>
                  </a:lnTo>
                  <a:lnTo>
                    <a:pt x="235" y="299"/>
                  </a:lnTo>
                  <a:lnTo>
                    <a:pt x="226" y="261"/>
                  </a:lnTo>
                  <a:lnTo>
                    <a:pt x="216" y="223"/>
                  </a:lnTo>
                  <a:lnTo>
                    <a:pt x="204" y="189"/>
                  </a:lnTo>
                  <a:lnTo>
                    <a:pt x="190" y="156"/>
                  </a:lnTo>
                  <a:lnTo>
                    <a:pt x="174" y="125"/>
                  </a:lnTo>
                  <a:lnTo>
                    <a:pt x="156" y="98"/>
                  </a:lnTo>
                  <a:lnTo>
                    <a:pt x="137" y="74"/>
                  </a:lnTo>
                  <a:lnTo>
                    <a:pt x="119" y="52"/>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8" y="81"/>
                  </a:lnTo>
                  <a:lnTo>
                    <a:pt x="147" y="105"/>
                  </a:lnTo>
                  <a:lnTo>
                    <a:pt x="164" y="132"/>
                  </a:lnTo>
                  <a:lnTo>
                    <a:pt x="178" y="161"/>
                  </a:lnTo>
                  <a:lnTo>
                    <a:pt x="193" y="193"/>
                  </a:lnTo>
                  <a:lnTo>
                    <a:pt x="204" y="227"/>
                  </a:lnTo>
                  <a:lnTo>
                    <a:pt x="215" y="264"/>
                  </a:lnTo>
                  <a:lnTo>
                    <a:pt x="223" y="301"/>
                  </a:lnTo>
                  <a:lnTo>
                    <a:pt x="229" y="341"/>
                  </a:lnTo>
                  <a:lnTo>
                    <a:pt x="232" y="382"/>
                  </a:lnTo>
                  <a:lnTo>
                    <a:pt x="234"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9982" name="Freeform 72"/>
            <p:cNvSpPr>
              <a:spLocks/>
            </p:cNvSpPr>
            <p:nvPr/>
          </p:nvSpPr>
          <p:spPr bwMode="auto">
            <a:xfrm>
              <a:off x="1552" y="1836"/>
              <a:ext cx="49" cy="85"/>
            </a:xfrm>
            <a:custGeom>
              <a:avLst/>
              <a:gdLst>
                <a:gd name="T0" fmla="*/ 0 w 245"/>
                <a:gd name="T1" fmla="*/ 3 h 425"/>
                <a:gd name="T2" fmla="*/ 0 w 245"/>
                <a:gd name="T3" fmla="*/ 3 h 425"/>
                <a:gd name="T4" fmla="*/ 0 w 245"/>
                <a:gd name="T5" fmla="*/ 3 h 425"/>
                <a:gd name="T6" fmla="*/ 0 w 245"/>
                <a:gd name="T7" fmla="*/ 3 h 425"/>
                <a:gd name="T8" fmla="*/ 1 w 245"/>
                <a:gd name="T9" fmla="*/ 3 h 425"/>
                <a:gd name="T10" fmla="*/ 1 w 245"/>
                <a:gd name="T11" fmla="*/ 3 h 425"/>
                <a:gd name="T12" fmla="*/ 1 w 245"/>
                <a:gd name="T13" fmla="*/ 3 h 425"/>
                <a:gd name="T14" fmla="*/ 1 w 245"/>
                <a:gd name="T15" fmla="*/ 3 h 425"/>
                <a:gd name="T16" fmla="*/ 1 w 245"/>
                <a:gd name="T17" fmla="*/ 3 h 425"/>
                <a:gd name="T18" fmla="*/ 1 w 245"/>
                <a:gd name="T19" fmla="*/ 2 h 425"/>
                <a:gd name="T20" fmla="*/ 2 w 245"/>
                <a:gd name="T21" fmla="*/ 2 h 425"/>
                <a:gd name="T22" fmla="*/ 2 w 245"/>
                <a:gd name="T23" fmla="*/ 2 h 425"/>
                <a:gd name="T24" fmla="*/ 2 w 245"/>
                <a:gd name="T25" fmla="*/ 2 h 425"/>
                <a:gd name="T26" fmla="*/ 2 w 245"/>
                <a:gd name="T27" fmla="*/ 1 h 425"/>
                <a:gd name="T28" fmla="*/ 2 w 245"/>
                <a:gd name="T29" fmla="*/ 1 h 425"/>
                <a:gd name="T30" fmla="*/ 2 w 245"/>
                <a:gd name="T31" fmla="*/ 1 h 425"/>
                <a:gd name="T32" fmla="*/ 2 w 245"/>
                <a:gd name="T33" fmla="*/ 0 h 425"/>
                <a:gd name="T34" fmla="*/ 2 w 245"/>
                <a:gd name="T35" fmla="*/ 0 h 425"/>
                <a:gd name="T36" fmla="*/ 2 w 245"/>
                <a:gd name="T37" fmla="*/ 0 h 425"/>
                <a:gd name="T38" fmla="*/ 2 w 245"/>
                <a:gd name="T39" fmla="*/ 0 h 425"/>
                <a:gd name="T40" fmla="*/ 2 w 245"/>
                <a:gd name="T41" fmla="*/ 1 h 425"/>
                <a:gd name="T42" fmla="*/ 2 w 245"/>
                <a:gd name="T43" fmla="*/ 1 h 425"/>
                <a:gd name="T44" fmla="*/ 2 w 245"/>
                <a:gd name="T45" fmla="*/ 1 h 425"/>
                <a:gd name="T46" fmla="*/ 2 w 245"/>
                <a:gd name="T47" fmla="*/ 2 h 425"/>
                <a:gd name="T48" fmla="*/ 2 w 245"/>
                <a:gd name="T49" fmla="*/ 2 h 425"/>
                <a:gd name="T50" fmla="*/ 1 w 245"/>
                <a:gd name="T51" fmla="*/ 2 h 425"/>
                <a:gd name="T52" fmla="*/ 1 w 245"/>
                <a:gd name="T53" fmla="*/ 2 h 425"/>
                <a:gd name="T54" fmla="*/ 1 w 245"/>
                <a:gd name="T55" fmla="*/ 3 h 425"/>
                <a:gd name="T56" fmla="*/ 1 w 245"/>
                <a:gd name="T57" fmla="*/ 3 h 425"/>
                <a:gd name="T58" fmla="*/ 1 w 245"/>
                <a:gd name="T59" fmla="*/ 3 h 425"/>
                <a:gd name="T60" fmla="*/ 1 w 245"/>
                <a:gd name="T61" fmla="*/ 3 h 425"/>
                <a:gd name="T62" fmla="*/ 1 w 245"/>
                <a:gd name="T63" fmla="*/ 3 h 425"/>
                <a:gd name="T64" fmla="*/ 0 w 245"/>
                <a:gd name="T65" fmla="*/ 3 h 425"/>
                <a:gd name="T66" fmla="*/ 0 w 245"/>
                <a:gd name="T67" fmla="*/ 3 h 425"/>
                <a:gd name="T68" fmla="*/ 0 w 245"/>
                <a:gd name="T69" fmla="*/ 3 h 425"/>
                <a:gd name="T70" fmla="*/ 0 w 245"/>
                <a:gd name="T71" fmla="*/ 3 h 425"/>
                <a:gd name="T72" fmla="*/ 0 w 245"/>
                <a:gd name="T73" fmla="*/ 3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5"/>
                <a:gd name="T113" fmla="*/ 245 w 245"/>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5">
                  <a:moveTo>
                    <a:pt x="0" y="425"/>
                  </a:moveTo>
                  <a:lnTo>
                    <a:pt x="0" y="425"/>
                  </a:lnTo>
                  <a:lnTo>
                    <a:pt x="26" y="422"/>
                  </a:lnTo>
                  <a:lnTo>
                    <a:pt x="51" y="417"/>
                  </a:lnTo>
                  <a:lnTo>
                    <a:pt x="74" y="406"/>
                  </a:lnTo>
                  <a:lnTo>
                    <a:pt x="96" y="391"/>
                  </a:lnTo>
                  <a:lnTo>
                    <a:pt x="119" y="373"/>
                  </a:lnTo>
                  <a:lnTo>
                    <a:pt x="137" y="351"/>
                  </a:lnTo>
                  <a:lnTo>
                    <a:pt x="156" y="326"/>
                  </a:lnTo>
                  <a:lnTo>
                    <a:pt x="174" y="299"/>
                  </a:lnTo>
                  <a:lnTo>
                    <a:pt x="190" y="269"/>
                  </a:lnTo>
                  <a:lnTo>
                    <a:pt x="204" y="236"/>
                  </a:lnTo>
                  <a:lnTo>
                    <a:pt x="216" y="202"/>
                  </a:lnTo>
                  <a:lnTo>
                    <a:pt x="226" y="163"/>
                  </a:lnTo>
                  <a:lnTo>
                    <a:pt x="235" y="126"/>
                  </a:lnTo>
                  <a:lnTo>
                    <a:pt x="241" y="86"/>
                  </a:lnTo>
                  <a:lnTo>
                    <a:pt x="244" y="43"/>
                  </a:lnTo>
                  <a:lnTo>
                    <a:pt x="245" y="0"/>
                  </a:lnTo>
                  <a:lnTo>
                    <a:pt x="234" y="0"/>
                  </a:lnTo>
                  <a:lnTo>
                    <a:pt x="232" y="43"/>
                  </a:lnTo>
                  <a:lnTo>
                    <a:pt x="229" y="84"/>
                  </a:lnTo>
                  <a:lnTo>
                    <a:pt x="223" y="123"/>
                  </a:lnTo>
                  <a:lnTo>
                    <a:pt x="215" y="161"/>
                  </a:lnTo>
                  <a:lnTo>
                    <a:pt x="204" y="197"/>
                  </a:lnTo>
                  <a:lnTo>
                    <a:pt x="193" y="231"/>
                  </a:lnTo>
                  <a:lnTo>
                    <a:pt x="178" y="264"/>
                  </a:lnTo>
                  <a:lnTo>
                    <a:pt x="164" y="292"/>
                  </a:lnTo>
                  <a:lnTo>
                    <a:pt x="147" y="319"/>
                  </a:lnTo>
                  <a:lnTo>
                    <a:pt x="128" y="344"/>
                  </a:lnTo>
                  <a:lnTo>
                    <a:pt x="109" y="364"/>
                  </a:lnTo>
                  <a:lnTo>
                    <a:pt x="89" y="381"/>
                  </a:lnTo>
                  <a:lnTo>
                    <a:pt x="67" y="394"/>
                  </a:lnTo>
                  <a:lnTo>
                    <a:pt x="46" y="405"/>
                  </a:lnTo>
                  <a:lnTo>
                    <a:pt x="24" y="411"/>
                  </a:lnTo>
                  <a:lnTo>
                    <a:pt x="0" y="413"/>
                  </a:lnTo>
                  <a:lnTo>
                    <a:pt x="0" y="425"/>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9983" name="Freeform 73"/>
            <p:cNvSpPr>
              <a:spLocks/>
            </p:cNvSpPr>
            <p:nvPr/>
          </p:nvSpPr>
          <p:spPr bwMode="auto">
            <a:xfrm>
              <a:off x="1502" y="1836"/>
              <a:ext cx="50" cy="85"/>
            </a:xfrm>
            <a:custGeom>
              <a:avLst/>
              <a:gdLst>
                <a:gd name="T0" fmla="*/ 0 w 246"/>
                <a:gd name="T1" fmla="*/ 0 h 425"/>
                <a:gd name="T2" fmla="*/ 0 w 246"/>
                <a:gd name="T3" fmla="*/ 0 h 425"/>
                <a:gd name="T4" fmla="*/ 0 w 246"/>
                <a:gd name="T5" fmla="*/ 0 h 425"/>
                <a:gd name="T6" fmla="*/ 0 w 246"/>
                <a:gd name="T7" fmla="*/ 1 h 425"/>
                <a:gd name="T8" fmla="*/ 0 w 246"/>
                <a:gd name="T9" fmla="*/ 1 h 425"/>
                <a:gd name="T10" fmla="*/ 0 w 246"/>
                <a:gd name="T11" fmla="*/ 1 h 425"/>
                <a:gd name="T12" fmla="*/ 0 w 246"/>
                <a:gd name="T13" fmla="*/ 2 h 425"/>
                <a:gd name="T14" fmla="*/ 0 w 246"/>
                <a:gd name="T15" fmla="*/ 2 h 425"/>
                <a:gd name="T16" fmla="*/ 0 w 246"/>
                <a:gd name="T17" fmla="*/ 2 h 425"/>
                <a:gd name="T18" fmla="*/ 1 w 246"/>
                <a:gd name="T19" fmla="*/ 2 h 425"/>
                <a:gd name="T20" fmla="*/ 1 w 246"/>
                <a:gd name="T21" fmla="*/ 3 h 425"/>
                <a:gd name="T22" fmla="*/ 1 w 246"/>
                <a:gd name="T23" fmla="*/ 3 h 425"/>
                <a:gd name="T24" fmla="*/ 1 w 246"/>
                <a:gd name="T25" fmla="*/ 3 h 425"/>
                <a:gd name="T26" fmla="*/ 1 w 246"/>
                <a:gd name="T27" fmla="*/ 3 h 425"/>
                <a:gd name="T28" fmla="*/ 1 w 246"/>
                <a:gd name="T29" fmla="*/ 3 h 425"/>
                <a:gd name="T30" fmla="*/ 2 w 246"/>
                <a:gd name="T31" fmla="*/ 3 h 425"/>
                <a:gd name="T32" fmla="*/ 2 w 246"/>
                <a:gd name="T33" fmla="*/ 3 h 425"/>
                <a:gd name="T34" fmla="*/ 2 w 246"/>
                <a:gd name="T35" fmla="*/ 3 h 425"/>
                <a:gd name="T36" fmla="*/ 2 w 246"/>
                <a:gd name="T37" fmla="*/ 3 h 425"/>
                <a:gd name="T38" fmla="*/ 2 w 246"/>
                <a:gd name="T39" fmla="*/ 3 h 425"/>
                <a:gd name="T40" fmla="*/ 2 w 246"/>
                <a:gd name="T41" fmla="*/ 3 h 425"/>
                <a:gd name="T42" fmla="*/ 1 w 246"/>
                <a:gd name="T43" fmla="*/ 3 h 425"/>
                <a:gd name="T44" fmla="*/ 1 w 246"/>
                <a:gd name="T45" fmla="*/ 3 h 425"/>
                <a:gd name="T46" fmla="*/ 1 w 246"/>
                <a:gd name="T47" fmla="*/ 3 h 425"/>
                <a:gd name="T48" fmla="*/ 1 w 246"/>
                <a:gd name="T49" fmla="*/ 3 h 425"/>
                <a:gd name="T50" fmla="*/ 1 w 246"/>
                <a:gd name="T51" fmla="*/ 3 h 425"/>
                <a:gd name="T52" fmla="*/ 1 w 246"/>
                <a:gd name="T53" fmla="*/ 2 h 425"/>
                <a:gd name="T54" fmla="*/ 1 w 246"/>
                <a:gd name="T55" fmla="*/ 2 h 425"/>
                <a:gd name="T56" fmla="*/ 0 w 246"/>
                <a:gd name="T57" fmla="*/ 2 h 425"/>
                <a:gd name="T58" fmla="*/ 0 w 246"/>
                <a:gd name="T59" fmla="*/ 2 h 425"/>
                <a:gd name="T60" fmla="*/ 0 w 246"/>
                <a:gd name="T61" fmla="*/ 1 h 425"/>
                <a:gd name="T62" fmla="*/ 0 w 246"/>
                <a:gd name="T63" fmla="*/ 1 h 425"/>
                <a:gd name="T64" fmla="*/ 0 w 246"/>
                <a:gd name="T65" fmla="*/ 1 h 425"/>
                <a:gd name="T66" fmla="*/ 0 w 246"/>
                <a:gd name="T67" fmla="*/ 0 h 425"/>
                <a:gd name="T68" fmla="*/ 0 w 246"/>
                <a:gd name="T69" fmla="*/ 0 h 425"/>
                <a:gd name="T70" fmla="*/ 0 w 246"/>
                <a:gd name="T71" fmla="*/ 0 h 425"/>
                <a:gd name="T72" fmla="*/ 0 w 246"/>
                <a:gd name="T73" fmla="*/ 0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5"/>
                <a:gd name="T113" fmla="*/ 246 w 246"/>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5">
                  <a:moveTo>
                    <a:pt x="0" y="0"/>
                  </a:moveTo>
                  <a:lnTo>
                    <a:pt x="0" y="0"/>
                  </a:lnTo>
                  <a:lnTo>
                    <a:pt x="2" y="43"/>
                  </a:lnTo>
                  <a:lnTo>
                    <a:pt x="5" y="86"/>
                  </a:lnTo>
                  <a:lnTo>
                    <a:pt x="11" y="126"/>
                  </a:lnTo>
                  <a:lnTo>
                    <a:pt x="19" y="163"/>
                  </a:lnTo>
                  <a:lnTo>
                    <a:pt x="30" y="202"/>
                  </a:lnTo>
                  <a:lnTo>
                    <a:pt x="41" y="236"/>
                  </a:lnTo>
                  <a:lnTo>
                    <a:pt x="55" y="269"/>
                  </a:lnTo>
                  <a:lnTo>
                    <a:pt x="73" y="299"/>
                  </a:lnTo>
                  <a:lnTo>
                    <a:pt x="89" y="326"/>
                  </a:lnTo>
                  <a:lnTo>
                    <a:pt x="108" y="351"/>
                  </a:lnTo>
                  <a:lnTo>
                    <a:pt x="128" y="373"/>
                  </a:lnTo>
                  <a:lnTo>
                    <a:pt x="150" y="391"/>
                  </a:lnTo>
                  <a:lnTo>
                    <a:pt x="171" y="406"/>
                  </a:lnTo>
                  <a:lnTo>
                    <a:pt x="196" y="417"/>
                  </a:lnTo>
                  <a:lnTo>
                    <a:pt x="221" y="422"/>
                  </a:lnTo>
                  <a:lnTo>
                    <a:pt x="246" y="425"/>
                  </a:lnTo>
                  <a:lnTo>
                    <a:pt x="246" y="413"/>
                  </a:lnTo>
                  <a:lnTo>
                    <a:pt x="223" y="411"/>
                  </a:lnTo>
                  <a:lnTo>
                    <a:pt x="201" y="405"/>
                  </a:lnTo>
                  <a:lnTo>
                    <a:pt x="178" y="394"/>
                  </a:lnTo>
                  <a:lnTo>
                    <a:pt x="157" y="381"/>
                  </a:lnTo>
                  <a:lnTo>
                    <a:pt x="137" y="364"/>
                  </a:lnTo>
                  <a:lnTo>
                    <a:pt x="117" y="344"/>
                  </a:lnTo>
                  <a:lnTo>
                    <a:pt x="99" y="319"/>
                  </a:lnTo>
                  <a:lnTo>
                    <a:pt x="82" y="292"/>
                  </a:lnTo>
                  <a:lnTo>
                    <a:pt x="67" y="264"/>
                  </a:lnTo>
                  <a:lnTo>
                    <a:pt x="53" y="231"/>
                  </a:lnTo>
                  <a:lnTo>
                    <a:pt x="41" y="197"/>
                  </a:lnTo>
                  <a:lnTo>
                    <a:pt x="31" y="161"/>
                  </a:lnTo>
                  <a:lnTo>
                    <a:pt x="23" y="123"/>
                  </a:lnTo>
                  <a:lnTo>
                    <a:pt x="17" y="84"/>
                  </a:lnTo>
                  <a:lnTo>
                    <a:pt x="13" y="4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9984" name="Freeform 74"/>
            <p:cNvSpPr>
              <a:spLocks/>
            </p:cNvSpPr>
            <p:nvPr/>
          </p:nvSpPr>
          <p:spPr bwMode="auto">
            <a:xfrm>
              <a:off x="1502" y="1751"/>
              <a:ext cx="50" cy="85"/>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2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1" y="2"/>
                  </a:lnTo>
                  <a:lnTo>
                    <a:pt x="196" y="8"/>
                  </a:lnTo>
                  <a:lnTo>
                    <a:pt x="171" y="19"/>
                  </a:lnTo>
                  <a:lnTo>
                    <a:pt x="150" y="34"/>
                  </a:lnTo>
                  <a:lnTo>
                    <a:pt x="128" y="52"/>
                  </a:lnTo>
                  <a:lnTo>
                    <a:pt x="108" y="74"/>
                  </a:lnTo>
                  <a:lnTo>
                    <a:pt x="89" y="98"/>
                  </a:lnTo>
                  <a:lnTo>
                    <a:pt x="73" y="125"/>
                  </a:lnTo>
                  <a:lnTo>
                    <a:pt x="55" y="156"/>
                  </a:lnTo>
                  <a:lnTo>
                    <a:pt x="41" y="189"/>
                  </a:lnTo>
                  <a:lnTo>
                    <a:pt x="30" y="223"/>
                  </a:lnTo>
                  <a:lnTo>
                    <a:pt x="19" y="261"/>
                  </a:lnTo>
                  <a:lnTo>
                    <a:pt x="11" y="299"/>
                  </a:lnTo>
                  <a:lnTo>
                    <a:pt x="5" y="339"/>
                  </a:lnTo>
                  <a:lnTo>
                    <a:pt x="2" y="382"/>
                  </a:lnTo>
                  <a:lnTo>
                    <a:pt x="0" y="424"/>
                  </a:lnTo>
                  <a:lnTo>
                    <a:pt x="12" y="424"/>
                  </a:lnTo>
                  <a:lnTo>
                    <a:pt x="13" y="382"/>
                  </a:lnTo>
                  <a:lnTo>
                    <a:pt x="17" y="341"/>
                  </a:lnTo>
                  <a:lnTo>
                    <a:pt x="23" y="301"/>
                  </a:lnTo>
                  <a:lnTo>
                    <a:pt x="31" y="264"/>
                  </a:lnTo>
                  <a:lnTo>
                    <a:pt x="41" y="227"/>
                  </a:lnTo>
                  <a:lnTo>
                    <a:pt x="53" y="193"/>
                  </a:lnTo>
                  <a:lnTo>
                    <a:pt x="67" y="161"/>
                  </a:lnTo>
                  <a:lnTo>
                    <a:pt x="82" y="132"/>
                  </a:lnTo>
                  <a:lnTo>
                    <a:pt x="99" y="105"/>
                  </a:lnTo>
                  <a:lnTo>
                    <a:pt x="117" y="81"/>
                  </a:lnTo>
                  <a:lnTo>
                    <a:pt x="137" y="61"/>
                  </a:lnTo>
                  <a:lnTo>
                    <a:pt x="157" y="43"/>
                  </a:lnTo>
                  <a:lnTo>
                    <a:pt x="178" y="30"/>
                  </a:lnTo>
                  <a:lnTo>
                    <a:pt x="201" y="20"/>
                  </a:lnTo>
                  <a:lnTo>
                    <a:pt x="223" y="14"/>
                  </a:lnTo>
                  <a:lnTo>
                    <a:pt x="246" y="12"/>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9985" name="Freeform 75"/>
            <p:cNvSpPr>
              <a:spLocks/>
            </p:cNvSpPr>
            <p:nvPr/>
          </p:nvSpPr>
          <p:spPr bwMode="auto">
            <a:xfrm>
              <a:off x="1565" y="2016"/>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0" y="339"/>
                  </a:lnTo>
                  <a:lnTo>
                    <a:pt x="234" y="299"/>
                  </a:lnTo>
                  <a:lnTo>
                    <a:pt x="226" y="261"/>
                  </a:lnTo>
                  <a:lnTo>
                    <a:pt x="216" y="223"/>
                  </a:lnTo>
                  <a:lnTo>
                    <a:pt x="204" y="189"/>
                  </a:lnTo>
                  <a:lnTo>
                    <a:pt x="190" y="156"/>
                  </a:lnTo>
                  <a:lnTo>
                    <a:pt x="174" y="125"/>
                  </a:lnTo>
                  <a:lnTo>
                    <a:pt x="156" y="98"/>
                  </a:lnTo>
                  <a:lnTo>
                    <a:pt x="138" y="74"/>
                  </a:lnTo>
                  <a:lnTo>
                    <a:pt x="118" y="51"/>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9" y="81"/>
                  </a:lnTo>
                  <a:lnTo>
                    <a:pt x="147" y="105"/>
                  </a:lnTo>
                  <a:lnTo>
                    <a:pt x="164" y="132"/>
                  </a:lnTo>
                  <a:lnTo>
                    <a:pt x="178" y="160"/>
                  </a:lnTo>
                  <a:lnTo>
                    <a:pt x="192" y="193"/>
                  </a:lnTo>
                  <a:lnTo>
                    <a:pt x="204" y="227"/>
                  </a:lnTo>
                  <a:lnTo>
                    <a:pt x="215" y="264"/>
                  </a:lnTo>
                  <a:lnTo>
                    <a:pt x="223" y="301"/>
                  </a:lnTo>
                  <a:lnTo>
                    <a:pt x="229"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9986" name="Freeform 76"/>
            <p:cNvSpPr>
              <a:spLocks/>
            </p:cNvSpPr>
            <p:nvPr/>
          </p:nvSpPr>
          <p:spPr bwMode="auto">
            <a:xfrm>
              <a:off x="1565" y="2101"/>
              <a:ext cx="49" cy="85"/>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6" y="423"/>
                  </a:lnTo>
                  <a:lnTo>
                    <a:pt x="51" y="418"/>
                  </a:lnTo>
                  <a:lnTo>
                    <a:pt x="74" y="407"/>
                  </a:lnTo>
                  <a:lnTo>
                    <a:pt x="96" y="392"/>
                  </a:lnTo>
                  <a:lnTo>
                    <a:pt x="118" y="373"/>
                  </a:lnTo>
                  <a:lnTo>
                    <a:pt x="138" y="351"/>
                  </a:lnTo>
                  <a:lnTo>
                    <a:pt x="156" y="327"/>
                  </a:lnTo>
                  <a:lnTo>
                    <a:pt x="175" y="299"/>
                  </a:lnTo>
                  <a:lnTo>
                    <a:pt x="190" y="269"/>
                  </a:lnTo>
                  <a:lnTo>
                    <a:pt x="204" y="236"/>
                  </a:lnTo>
                  <a:lnTo>
                    <a:pt x="216" y="202"/>
                  </a:lnTo>
                  <a:lnTo>
                    <a:pt x="226" y="164"/>
                  </a:lnTo>
                  <a:lnTo>
                    <a:pt x="234" y="126"/>
                  </a:lnTo>
                  <a:lnTo>
                    <a:pt x="240" y="86"/>
                  </a:lnTo>
                  <a:lnTo>
                    <a:pt x="244" y="42"/>
                  </a:lnTo>
                  <a:lnTo>
                    <a:pt x="245" y="0"/>
                  </a:lnTo>
                  <a:lnTo>
                    <a:pt x="233" y="0"/>
                  </a:lnTo>
                  <a:lnTo>
                    <a:pt x="232" y="42"/>
                  </a:lnTo>
                  <a:lnTo>
                    <a:pt x="229" y="83"/>
                  </a:lnTo>
                  <a:lnTo>
                    <a:pt x="223" y="123"/>
                  </a:lnTo>
                  <a:lnTo>
                    <a:pt x="215" y="162"/>
                  </a:lnTo>
                  <a:lnTo>
                    <a:pt x="204" y="197"/>
                  </a:lnTo>
                  <a:lnTo>
                    <a:pt x="192" y="231"/>
                  </a:lnTo>
                  <a:lnTo>
                    <a:pt x="178" y="264"/>
                  </a:lnTo>
                  <a:lnTo>
                    <a:pt x="163" y="292"/>
                  </a:lnTo>
                  <a:lnTo>
                    <a:pt x="147" y="320"/>
                  </a:lnTo>
                  <a:lnTo>
                    <a:pt x="129" y="344"/>
                  </a:lnTo>
                  <a:lnTo>
                    <a:pt x="109" y="364"/>
                  </a:lnTo>
                  <a:lnTo>
                    <a:pt x="89" y="382"/>
                  </a:lnTo>
                  <a:lnTo>
                    <a:pt x="67" y="395"/>
                  </a:lnTo>
                  <a:lnTo>
                    <a:pt x="46" y="406"/>
                  </a:lnTo>
                  <a:lnTo>
                    <a:pt x="24"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9987" name="Freeform 77"/>
            <p:cNvSpPr>
              <a:spLocks/>
            </p:cNvSpPr>
            <p:nvPr/>
          </p:nvSpPr>
          <p:spPr bwMode="auto">
            <a:xfrm>
              <a:off x="1516" y="2101"/>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5" y="86"/>
                  </a:lnTo>
                  <a:lnTo>
                    <a:pt x="11" y="126"/>
                  </a:lnTo>
                  <a:lnTo>
                    <a:pt x="19" y="164"/>
                  </a:lnTo>
                  <a:lnTo>
                    <a:pt x="30" y="202"/>
                  </a:lnTo>
                  <a:lnTo>
                    <a:pt x="41" y="236"/>
                  </a:lnTo>
                  <a:lnTo>
                    <a:pt x="55" y="269"/>
                  </a:lnTo>
                  <a:lnTo>
                    <a:pt x="71" y="299"/>
                  </a:lnTo>
                  <a:lnTo>
                    <a:pt x="89" y="327"/>
                  </a:lnTo>
                  <a:lnTo>
                    <a:pt x="107" y="351"/>
                  </a:lnTo>
                  <a:lnTo>
                    <a:pt x="127" y="373"/>
                  </a:lnTo>
                  <a:lnTo>
                    <a:pt x="149" y="392"/>
                  </a:lnTo>
                  <a:lnTo>
                    <a:pt x="171" y="407"/>
                  </a:lnTo>
                  <a:lnTo>
                    <a:pt x="195" y="418"/>
                  </a:lnTo>
                  <a:lnTo>
                    <a:pt x="219" y="423"/>
                  </a:lnTo>
                  <a:lnTo>
                    <a:pt x="245" y="426"/>
                  </a:lnTo>
                  <a:lnTo>
                    <a:pt x="245" y="414"/>
                  </a:lnTo>
                  <a:lnTo>
                    <a:pt x="222" y="412"/>
                  </a:lnTo>
                  <a:lnTo>
                    <a:pt x="199" y="406"/>
                  </a:lnTo>
                  <a:lnTo>
                    <a:pt x="178" y="395"/>
                  </a:lnTo>
                  <a:lnTo>
                    <a:pt x="156" y="382"/>
                  </a:lnTo>
                  <a:lnTo>
                    <a:pt x="136" y="364"/>
                  </a:lnTo>
                  <a:lnTo>
                    <a:pt x="116" y="344"/>
                  </a:lnTo>
                  <a:lnTo>
                    <a:pt x="99" y="320"/>
                  </a:lnTo>
                  <a:lnTo>
                    <a:pt x="82" y="292"/>
                  </a:lnTo>
                  <a:lnTo>
                    <a:pt x="67" y="264"/>
                  </a:lnTo>
                  <a:lnTo>
                    <a:pt x="53" y="231"/>
                  </a:lnTo>
                  <a:lnTo>
                    <a:pt x="41" y="197"/>
                  </a:lnTo>
                  <a:lnTo>
                    <a:pt x="31" y="162"/>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09988" name="Freeform 78"/>
            <p:cNvSpPr>
              <a:spLocks/>
            </p:cNvSpPr>
            <p:nvPr/>
          </p:nvSpPr>
          <p:spPr bwMode="auto">
            <a:xfrm>
              <a:off x="1516" y="2016"/>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5" y="8"/>
                  </a:lnTo>
                  <a:lnTo>
                    <a:pt x="171" y="19"/>
                  </a:lnTo>
                  <a:lnTo>
                    <a:pt x="149" y="34"/>
                  </a:lnTo>
                  <a:lnTo>
                    <a:pt x="127" y="51"/>
                  </a:lnTo>
                  <a:lnTo>
                    <a:pt x="107" y="74"/>
                  </a:lnTo>
                  <a:lnTo>
                    <a:pt x="89" y="98"/>
                  </a:lnTo>
                  <a:lnTo>
                    <a:pt x="72" y="125"/>
                  </a:lnTo>
                  <a:lnTo>
                    <a:pt x="55" y="156"/>
                  </a:lnTo>
                  <a:lnTo>
                    <a:pt x="41" y="189"/>
                  </a:lnTo>
                  <a:lnTo>
                    <a:pt x="30" y="223"/>
                  </a:lnTo>
                  <a:lnTo>
                    <a:pt x="19" y="261"/>
                  </a:lnTo>
                  <a:lnTo>
                    <a:pt x="11" y="299"/>
                  </a:lnTo>
                  <a:lnTo>
                    <a:pt x="5" y="339"/>
                  </a:lnTo>
                  <a:lnTo>
                    <a:pt x="1" y="382"/>
                  </a:lnTo>
                  <a:lnTo>
                    <a:pt x="0" y="424"/>
                  </a:lnTo>
                  <a:lnTo>
                    <a:pt x="12" y="424"/>
                  </a:lnTo>
                  <a:lnTo>
                    <a:pt x="13" y="382"/>
                  </a:lnTo>
                  <a:lnTo>
                    <a:pt x="17" y="341"/>
                  </a:lnTo>
                  <a:lnTo>
                    <a:pt x="23" y="301"/>
                  </a:lnTo>
                  <a:lnTo>
                    <a:pt x="31" y="264"/>
                  </a:lnTo>
                  <a:lnTo>
                    <a:pt x="41" y="227"/>
                  </a:lnTo>
                  <a:lnTo>
                    <a:pt x="53" y="193"/>
                  </a:lnTo>
                  <a:lnTo>
                    <a:pt x="67" y="160"/>
                  </a:lnTo>
                  <a:lnTo>
                    <a:pt x="81" y="132"/>
                  </a:lnTo>
                  <a:lnTo>
                    <a:pt x="99" y="105"/>
                  </a:lnTo>
                  <a:lnTo>
                    <a:pt x="116" y="81"/>
                  </a:lnTo>
                  <a:lnTo>
                    <a:pt x="136" y="61"/>
                  </a:lnTo>
                  <a:lnTo>
                    <a:pt x="156" y="43"/>
                  </a:lnTo>
                  <a:lnTo>
                    <a:pt x="178" y="30"/>
                  </a:lnTo>
                  <a:lnTo>
                    <a:pt x="199" y="20"/>
                  </a:lnTo>
                  <a:lnTo>
                    <a:pt x="222"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grpSp>
        <p:nvGrpSpPr>
          <p:cNvPr id="209930" name="Group 79"/>
          <p:cNvGrpSpPr>
            <a:grpSpLocks/>
          </p:cNvGrpSpPr>
          <p:nvPr/>
        </p:nvGrpSpPr>
        <p:grpSpPr bwMode="auto">
          <a:xfrm rot="-223274">
            <a:off x="1920875" y="2767013"/>
            <a:ext cx="744538" cy="733425"/>
            <a:chOff x="2757" y="1666"/>
            <a:chExt cx="812" cy="800"/>
          </a:xfrm>
        </p:grpSpPr>
        <p:sp>
          <p:nvSpPr>
            <p:cNvPr id="209932" name="Freeform 80"/>
            <p:cNvSpPr>
              <a:spLocks/>
            </p:cNvSpPr>
            <p:nvPr/>
          </p:nvSpPr>
          <p:spPr bwMode="auto">
            <a:xfrm>
              <a:off x="2762" y="1667"/>
              <a:ext cx="807" cy="584"/>
            </a:xfrm>
            <a:custGeom>
              <a:avLst/>
              <a:gdLst>
                <a:gd name="T0" fmla="*/ 497 w 807"/>
                <a:gd name="T1" fmla="*/ 583 h 584"/>
                <a:gd name="T2" fmla="*/ 0 w 807"/>
                <a:gd name="T3" fmla="*/ 452 h 584"/>
                <a:gd name="T4" fmla="*/ 337 w 807"/>
                <a:gd name="T5" fmla="*/ 0 h 584"/>
                <a:gd name="T6" fmla="*/ 806 w 807"/>
                <a:gd name="T7" fmla="*/ 98 h 584"/>
                <a:gd name="T8" fmla="*/ 497 w 807"/>
                <a:gd name="T9" fmla="*/ 583 h 584"/>
                <a:gd name="T10" fmla="*/ 0 60000 65536"/>
                <a:gd name="T11" fmla="*/ 0 60000 65536"/>
                <a:gd name="T12" fmla="*/ 0 60000 65536"/>
                <a:gd name="T13" fmla="*/ 0 60000 65536"/>
                <a:gd name="T14" fmla="*/ 0 60000 65536"/>
                <a:gd name="T15" fmla="*/ 0 w 807"/>
                <a:gd name="T16" fmla="*/ 0 h 584"/>
                <a:gd name="T17" fmla="*/ 807 w 807"/>
                <a:gd name="T18" fmla="*/ 584 h 584"/>
              </a:gdLst>
              <a:ahLst/>
              <a:cxnLst>
                <a:cxn ang="T10">
                  <a:pos x="T0" y="T1"/>
                </a:cxn>
                <a:cxn ang="T11">
                  <a:pos x="T2" y="T3"/>
                </a:cxn>
                <a:cxn ang="T12">
                  <a:pos x="T4" y="T5"/>
                </a:cxn>
                <a:cxn ang="T13">
                  <a:pos x="T6" y="T7"/>
                </a:cxn>
                <a:cxn ang="T14">
                  <a:pos x="T8" y="T9"/>
                </a:cxn>
              </a:cxnLst>
              <a:rect l="T15" t="T16" r="T17" b="T18"/>
              <a:pathLst>
                <a:path w="807" h="584">
                  <a:moveTo>
                    <a:pt x="497" y="583"/>
                  </a:moveTo>
                  <a:lnTo>
                    <a:pt x="0" y="452"/>
                  </a:lnTo>
                  <a:lnTo>
                    <a:pt x="337" y="0"/>
                  </a:lnTo>
                  <a:lnTo>
                    <a:pt x="806" y="98"/>
                  </a:lnTo>
                  <a:lnTo>
                    <a:pt x="497" y="583"/>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209933" name="Freeform 81"/>
            <p:cNvSpPr>
              <a:spLocks/>
            </p:cNvSpPr>
            <p:nvPr/>
          </p:nvSpPr>
          <p:spPr bwMode="auto">
            <a:xfrm>
              <a:off x="2882" y="1861"/>
              <a:ext cx="578" cy="384"/>
            </a:xfrm>
            <a:custGeom>
              <a:avLst/>
              <a:gdLst>
                <a:gd name="T0" fmla="*/ 377 w 578"/>
                <a:gd name="T1" fmla="*/ 383 h 384"/>
                <a:gd name="T2" fmla="*/ 0 w 578"/>
                <a:gd name="T3" fmla="*/ 291 h 384"/>
                <a:gd name="T4" fmla="*/ 217 w 578"/>
                <a:gd name="T5" fmla="*/ 0 h 384"/>
                <a:gd name="T6" fmla="*/ 577 w 578"/>
                <a:gd name="T7" fmla="*/ 74 h 384"/>
                <a:gd name="T8" fmla="*/ 377 w 578"/>
                <a:gd name="T9" fmla="*/ 383 h 384"/>
                <a:gd name="T10" fmla="*/ 0 60000 65536"/>
                <a:gd name="T11" fmla="*/ 0 60000 65536"/>
                <a:gd name="T12" fmla="*/ 0 60000 65536"/>
                <a:gd name="T13" fmla="*/ 0 60000 65536"/>
                <a:gd name="T14" fmla="*/ 0 60000 65536"/>
                <a:gd name="T15" fmla="*/ 0 w 578"/>
                <a:gd name="T16" fmla="*/ 0 h 384"/>
                <a:gd name="T17" fmla="*/ 578 w 578"/>
                <a:gd name="T18" fmla="*/ 384 h 384"/>
              </a:gdLst>
              <a:ahLst/>
              <a:cxnLst>
                <a:cxn ang="T10">
                  <a:pos x="T0" y="T1"/>
                </a:cxn>
                <a:cxn ang="T11">
                  <a:pos x="T2" y="T3"/>
                </a:cxn>
                <a:cxn ang="T12">
                  <a:pos x="T4" y="T5"/>
                </a:cxn>
                <a:cxn ang="T13">
                  <a:pos x="T6" y="T7"/>
                </a:cxn>
                <a:cxn ang="T14">
                  <a:pos x="T8" y="T9"/>
                </a:cxn>
              </a:cxnLst>
              <a:rect l="T15" t="T16" r="T17" b="T18"/>
              <a:pathLst>
                <a:path w="578" h="384">
                  <a:moveTo>
                    <a:pt x="377" y="383"/>
                  </a:moveTo>
                  <a:lnTo>
                    <a:pt x="0" y="291"/>
                  </a:lnTo>
                  <a:lnTo>
                    <a:pt x="217" y="0"/>
                  </a:lnTo>
                  <a:lnTo>
                    <a:pt x="577" y="74"/>
                  </a:lnTo>
                  <a:lnTo>
                    <a:pt x="377" y="383"/>
                  </a:lnTo>
                </a:path>
              </a:pathLst>
            </a:custGeom>
            <a:solidFill>
              <a:srgbClr val="E22B00"/>
            </a:solidFill>
            <a:ln>
              <a:noFill/>
            </a:ln>
            <a:extLst>
              <a:ext uri="{91240B29-F687-4F45-9708-019B960494DF}">
                <a14:hiddenLine xmlns:a14="http://schemas.microsoft.com/office/drawing/2010/main" w="12700" cap="rnd" cmpd="sng">
                  <a:solidFill>
                    <a:srgbClr val="000000"/>
                  </a:solidFill>
                  <a:prstDash val="solid"/>
                  <a:round/>
                  <a:headEnd type="none" w="med" len="med"/>
                  <a:tailEnd type="none" w="med" len="med"/>
                </a14:hiddenLine>
              </a:ext>
            </a:extLst>
          </p:spPr>
          <p:txBody>
            <a:bodyPr/>
            <a:lstStyle/>
            <a:p>
              <a:endParaRPr lang="fr-FR"/>
            </a:p>
          </p:txBody>
        </p:sp>
        <p:sp>
          <p:nvSpPr>
            <p:cNvPr id="209934" name="Line 82"/>
            <p:cNvSpPr>
              <a:spLocks noChangeShapeType="1"/>
            </p:cNvSpPr>
            <p:nvPr/>
          </p:nvSpPr>
          <p:spPr bwMode="auto">
            <a:xfrm>
              <a:off x="3102" y="1862"/>
              <a:ext cx="352" cy="7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fr-FR"/>
            </a:p>
          </p:txBody>
        </p:sp>
        <p:sp>
          <p:nvSpPr>
            <p:cNvPr id="209935" name="Freeform 83"/>
            <p:cNvSpPr>
              <a:spLocks/>
            </p:cNvSpPr>
            <p:nvPr/>
          </p:nvSpPr>
          <p:spPr bwMode="auto">
            <a:xfrm>
              <a:off x="2762" y="1666"/>
              <a:ext cx="337" cy="485"/>
            </a:xfrm>
            <a:custGeom>
              <a:avLst/>
              <a:gdLst>
                <a:gd name="T0" fmla="*/ 336 w 337"/>
                <a:gd name="T1" fmla="*/ 194 h 485"/>
                <a:gd name="T2" fmla="*/ 118 w 337"/>
                <a:gd name="T3" fmla="*/ 484 h 485"/>
                <a:gd name="T4" fmla="*/ 0 w 337"/>
                <a:gd name="T5" fmla="*/ 452 h 485"/>
                <a:gd name="T6" fmla="*/ 336 w 337"/>
                <a:gd name="T7" fmla="*/ 0 h 485"/>
                <a:gd name="T8" fmla="*/ 336 w 337"/>
                <a:gd name="T9" fmla="*/ 152 h 485"/>
                <a:gd name="T10" fmla="*/ 336 w 337"/>
                <a:gd name="T11" fmla="*/ 194 h 485"/>
                <a:gd name="T12" fmla="*/ 0 60000 65536"/>
                <a:gd name="T13" fmla="*/ 0 60000 65536"/>
                <a:gd name="T14" fmla="*/ 0 60000 65536"/>
                <a:gd name="T15" fmla="*/ 0 60000 65536"/>
                <a:gd name="T16" fmla="*/ 0 60000 65536"/>
                <a:gd name="T17" fmla="*/ 0 60000 65536"/>
                <a:gd name="T18" fmla="*/ 0 w 337"/>
                <a:gd name="T19" fmla="*/ 0 h 485"/>
                <a:gd name="T20" fmla="*/ 337 w 337"/>
                <a:gd name="T21" fmla="*/ 485 h 485"/>
              </a:gdLst>
              <a:ahLst/>
              <a:cxnLst>
                <a:cxn ang="T12">
                  <a:pos x="T0" y="T1"/>
                </a:cxn>
                <a:cxn ang="T13">
                  <a:pos x="T2" y="T3"/>
                </a:cxn>
                <a:cxn ang="T14">
                  <a:pos x="T4" y="T5"/>
                </a:cxn>
                <a:cxn ang="T15">
                  <a:pos x="T6" y="T7"/>
                </a:cxn>
                <a:cxn ang="T16">
                  <a:pos x="T8" y="T9"/>
                </a:cxn>
                <a:cxn ang="T17">
                  <a:pos x="T10" y="T11"/>
                </a:cxn>
              </a:cxnLst>
              <a:rect l="T18" t="T19" r="T20" b="T21"/>
              <a:pathLst>
                <a:path w="337" h="485">
                  <a:moveTo>
                    <a:pt x="336" y="194"/>
                  </a:moveTo>
                  <a:lnTo>
                    <a:pt x="118" y="484"/>
                  </a:lnTo>
                  <a:lnTo>
                    <a:pt x="0" y="452"/>
                  </a:lnTo>
                  <a:lnTo>
                    <a:pt x="336" y="0"/>
                  </a:lnTo>
                  <a:lnTo>
                    <a:pt x="336" y="152"/>
                  </a:lnTo>
                  <a:lnTo>
                    <a:pt x="336" y="194"/>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209936" name="Freeform 84"/>
            <p:cNvSpPr>
              <a:spLocks/>
            </p:cNvSpPr>
            <p:nvPr/>
          </p:nvSpPr>
          <p:spPr bwMode="auto">
            <a:xfrm>
              <a:off x="2757" y="2124"/>
              <a:ext cx="509" cy="339"/>
            </a:xfrm>
            <a:custGeom>
              <a:avLst/>
              <a:gdLst>
                <a:gd name="T0" fmla="*/ 0 w 506"/>
                <a:gd name="T1" fmla="*/ 0 h 345"/>
                <a:gd name="T2" fmla="*/ 1 w 506"/>
                <a:gd name="T3" fmla="*/ 198 h 345"/>
                <a:gd name="T4" fmla="*/ 514 w 506"/>
                <a:gd name="T5" fmla="*/ 326 h 345"/>
                <a:gd name="T6" fmla="*/ 513 w 506"/>
                <a:gd name="T7" fmla="*/ 124 h 345"/>
                <a:gd name="T8" fmla="*/ 0 60000 65536"/>
                <a:gd name="T9" fmla="*/ 0 60000 65536"/>
                <a:gd name="T10" fmla="*/ 0 60000 65536"/>
                <a:gd name="T11" fmla="*/ 0 60000 65536"/>
                <a:gd name="T12" fmla="*/ 0 w 506"/>
                <a:gd name="T13" fmla="*/ 0 h 345"/>
                <a:gd name="T14" fmla="*/ 506 w 506"/>
                <a:gd name="T15" fmla="*/ 345 h 345"/>
              </a:gdLst>
              <a:ahLst/>
              <a:cxnLst>
                <a:cxn ang="T8">
                  <a:pos x="T0" y="T1"/>
                </a:cxn>
                <a:cxn ang="T9">
                  <a:pos x="T2" y="T3"/>
                </a:cxn>
                <a:cxn ang="T10">
                  <a:pos x="T4" y="T5"/>
                </a:cxn>
                <a:cxn ang="T11">
                  <a:pos x="T6" y="T7"/>
                </a:cxn>
              </a:cxnLst>
              <a:rect l="T12" t="T13" r="T14" b="T15"/>
              <a:pathLst>
                <a:path w="506" h="345">
                  <a:moveTo>
                    <a:pt x="0" y="0"/>
                  </a:moveTo>
                  <a:lnTo>
                    <a:pt x="1" y="209"/>
                  </a:lnTo>
                  <a:lnTo>
                    <a:pt x="505" y="344"/>
                  </a:lnTo>
                  <a:lnTo>
                    <a:pt x="504" y="130"/>
                  </a:lnTo>
                </a:path>
              </a:pathLst>
            </a:custGeom>
            <a:solidFill>
              <a:srgbClr val="FC2C1C"/>
            </a:solidFill>
            <a:ln w="12700" cap="rnd" cmpd="sng">
              <a:solidFill>
                <a:schemeClr val="bg2"/>
              </a:solidFill>
              <a:prstDash val="solid"/>
              <a:round/>
              <a:headEnd type="none" w="med" len="med"/>
              <a:tailEnd type="none" w="med" len="med"/>
            </a:ln>
          </p:spPr>
          <p:txBody>
            <a:bodyPr/>
            <a:lstStyle/>
            <a:p>
              <a:endParaRPr lang="fr-FR"/>
            </a:p>
          </p:txBody>
        </p:sp>
        <p:sp>
          <p:nvSpPr>
            <p:cNvPr id="209937" name="AutoShape 85"/>
            <p:cNvSpPr>
              <a:spLocks noChangeArrowheads="1"/>
            </p:cNvSpPr>
            <p:nvPr/>
          </p:nvSpPr>
          <p:spPr bwMode="auto">
            <a:xfrm rot="16200000" flipH="1">
              <a:off x="3067" y="1967"/>
              <a:ext cx="693" cy="306"/>
            </a:xfrm>
            <a:prstGeom prst="parallelogram">
              <a:avLst>
                <a:gd name="adj" fmla="val 156202"/>
              </a:avLst>
            </a:prstGeom>
            <a:solidFill>
              <a:srgbClr val="FC2C1C"/>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sp>
        <p:nvSpPr>
          <p:cNvPr id="209931" name="Text Box 86"/>
          <p:cNvSpPr txBox="1">
            <a:spLocks noChangeArrowheads="1"/>
          </p:cNvSpPr>
          <p:nvPr/>
        </p:nvSpPr>
        <p:spPr bwMode="auto">
          <a:xfrm>
            <a:off x="604838" y="5364163"/>
            <a:ext cx="6543675" cy="4429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eaLnBrk="1" hangingPunct="1">
              <a:spcBef>
                <a:spcPct val="0"/>
              </a:spcBef>
              <a:buFontTx/>
              <a:buNone/>
            </a:pPr>
            <a:r>
              <a:rPr lang="fr-FR" altLang="fr-FR" sz="2300"/>
              <a:t>4. Pointez la production sur votre feuille de suivi</a:t>
            </a:r>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10947" name="Group 3"/>
          <p:cNvGrpSpPr>
            <a:grpSpLocks/>
          </p:cNvGrpSpPr>
          <p:nvPr/>
        </p:nvGrpSpPr>
        <p:grpSpPr bwMode="auto">
          <a:xfrm>
            <a:off x="7073900" y="215900"/>
            <a:ext cx="1878013" cy="1250950"/>
            <a:chOff x="4456" y="136"/>
            <a:chExt cx="1183" cy="788"/>
          </a:xfrm>
        </p:grpSpPr>
        <p:grpSp>
          <p:nvGrpSpPr>
            <p:cNvPr id="211015" name="Group 4"/>
            <p:cNvGrpSpPr>
              <a:grpSpLocks/>
            </p:cNvGrpSpPr>
            <p:nvPr/>
          </p:nvGrpSpPr>
          <p:grpSpPr bwMode="auto">
            <a:xfrm>
              <a:off x="4766" y="232"/>
              <a:ext cx="873" cy="692"/>
              <a:chOff x="2185" y="310"/>
              <a:chExt cx="873" cy="692"/>
            </a:xfrm>
          </p:grpSpPr>
          <p:sp>
            <p:nvSpPr>
              <p:cNvPr id="211026" name="Freeform 5"/>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accent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11027" name="Freeform 6"/>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11028" name="Freeform 7"/>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11029" name="Freeform 8"/>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11030" name="Freeform 9"/>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11031" name="Freeform 10"/>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11032" name="Freeform 11"/>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grpSp>
          <p:nvGrpSpPr>
            <p:cNvPr id="211016" name="Group 12"/>
            <p:cNvGrpSpPr>
              <a:grpSpLocks/>
            </p:cNvGrpSpPr>
            <p:nvPr/>
          </p:nvGrpSpPr>
          <p:grpSpPr bwMode="auto">
            <a:xfrm>
              <a:off x="4949" y="336"/>
              <a:ext cx="591" cy="468"/>
              <a:chOff x="2185" y="310"/>
              <a:chExt cx="873" cy="692"/>
            </a:xfrm>
          </p:grpSpPr>
          <p:sp>
            <p:nvSpPr>
              <p:cNvPr id="211019" name="Freeform 13"/>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11020" name="Freeform 14"/>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11021" name="Freeform 15"/>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11022" name="Freeform 16"/>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11023" name="Freeform 17"/>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11024" name="Freeform 18"/>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11025" name="Freeform 19"/>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pic>
          <p:nvPicPr>
            <p:cNvPr id="211017" name="Picture 20"/>
            <p:cNvPicPr>
              <a:picLocks noChangeAspect="1" noChangeArrowheads="1"/>
            </p:cNvPicPr>
            <p:nvPr/>
          </p:nvPicPr>
          <p:blipFill>
            <a:blip r:embed="rId3" cstate="print">
              <a:extLst>
                <a:ext uri="{28A0092B-C50C-407E-A947-70E740481C1C}">
                  <a14:useLocalDpi xmlns:a14="http://schemas.microsoft.com/office/drawing/2010/main" val="0"/>
                </a:ext>
              </a:extLst>
            </a:blip>
            <a:srcRect l="-4282" t="-4369" r="-5199" b="-12012"/>
            <a:stretch>
              <a:fillRect/>
            </a:stretch>
          </p:blipFill>
          <p:spPr bwMode="auto">
            <a:xfrm>
              <a:off x="4456" y="136"/>
              <a:ext cx="480" cy="5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11018" name="Text Box 21"/>
            <p:cNvSpPr txBox="1">
              <a:spLocks noChangeArrowheads="1"/>
            </p:cNvSpPr>
            <p:nvPr/>
          </p:nvSpPr>
          <p:spPr bwMode="auto">
            <a:xfrm>
              <a:off x="4946" y="314"/>
              <a:ext cx="596" cy="49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4500" b="1">
                  <a:solidFill>
                    <a:srgbClr val="FF0000"/>
                  </a:solidFill>
                  <a:latin typeface="Arial Black" pitchFamily="34" charset="0"/>
                </a:rPr>
                <a:t>30</a:t>
              </a:r>
              <a:endParaRPr lang="fr-FR" altLang="fr-FR" sz="3200">
                <a:solidFill>
                  <a:schemeClr val="tx1"/>
                </a:solidFill>
                <a:latin typeface="Arial Black" pitchFamily="34" charset="0"/>
              </a:endParaRPr>
            </a:p>
          </p:txBody>
        </p:sp>
      </p:grpSp>
      <p:sp>
        <p:nvSpPr>
          <p:cNvPr id="210948" name="Text Box 22"/>
          <p:cNvSpPr txBox="1">
            <a:spLocks noChangeArrowheads="1"/>
          </p:cNvSpPr>
          <p:nvPr/>
        </p:nvSpPr>
        <p:spPr bwMode="auto">
          <a:xfrm>
            <a:off x="1392238" y="3638550"/>
            <a:ext cx="828675"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a:spcBef>
                <a:spcPct val="0"/>
              </a:spcBef>
              <a:buFontTx/>
              <a:buNone/>
            </a:pPr>
            <a:r>
              <a:rPr lang="fr-FR" altLang="fr-FR" sz="2400">
                <a:solidFill>
                  <a:srgbClr val="FC2C1C"/>
                </a:solidFill>
              </a:rPr>
              <a:t>1 R1</a:t>
            </a:r>
          </a:p>
        </p:txBody>
      </p:sp>
      <p:sp>
        <p:nvSpPr>
          <p:cNvPr id="210949" name="Rectangle 23"/>
          <p:cNvSpPr>
            <a:spLocks noGrp="1" noChangeArrowheads="1"/>
          </p:cNvSpPr>
          <p:nvPr>
            <p:ph type="title"/>
          </p:nvPr>
        </p:nvSpPr>
        <p:spPr>
          <a:xfrm>
            <a:off x="1381125" y="0"/>
            <a:ext cx="5516563" cy="647700"/>
          </a:xfrm>
        </p:spPr>
        <p:txBody>
          <a:bodyPr/>
          <a:lstStyle/>
          <a:p>
            <a:pPr eaLnBrk="1" hangingPunct="1"/>
            <a:r>
              <a:rPr lang="fr-FR" altLang="fr-FR"/>
              <a:t>Sem. 4 - Jeudi</a:t>
            </a:r>
          </a:p>
        </p:txBody>
      </p:sp>
      <p:sp>
        <p:nvSpPr>
          <p:cNvPr id="210950" name="Text Box 24"/>
          <p:cNvSpPr txBox="1">
            <a:spLocks noChangeArrowheads="1"/>
          </p:cNvSpPr>
          <p:nvPr/>
        </p:nvSpPr>
        <p:spPr bwMode="auto">
          <a:xfrm>
            <a:off x="574675" y="2030413"/>
            <a:ext cx="3557588"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2. Livrez les commandes</a:t>
            </a:r>
          </a:p>
        </p:txBody>
      </p:sp>
      <p:sp>
        <p:nvSpPr>
          <p:cNvPr id="210951" name="Text Box 25"/>
          <p:cNvSpPr txBox="1">
            <a:spLocks noChangeArrowheads="1"/>
          </p:cNvSpPr>
          <p:nvPr/>
        </p:nvSpPr>
        <p:spPr bwMode="auto">
          <a:xfrm>
            <a:off x="566738" y="1154113"/>
            <a:ext cx="1946275"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1. Tirez le dé</a:t>
            </a:r>
          </a:p>
        </p:txBody>
      </p:sp>
      <p:sp>
        <p:nvSpPr>
          <p:cNvPr id="210952" name="Text Box 26"/>
          <p:cNvSpPr txBox="1">
            <a:spLocks noChangeArrowheads="1"/>
          </p:cNvSpPr>
          <p:nvPr/>
        </p:nvSpPr>
        <p:spPr bwMode="auto">
          <a:xfrm>
            <a:off x="579438" y="4316413"/>
            <a:ext cx="18796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3. Produisez</a:t>
            </a:r>
          </a:p>
        </p:txBody>
      </p:sp>
      <p:grpSp>
        <p:nvGrpSpPr>
          <p:cNvPr id="210953" name="Group 27"/>
          <p:cNvGrpSpPr>
            <a:grpSpLocks/>
          </p:cNvGrpSpPr>
          <p:nvPr/>
        </p:nvGrpSpPr>
        <p:grpSpPr bwMode="auto">
          <a:xfrm>
            <a:off x="2843213" y="1106488"/>
            <a:ext cx="446087" cy="534987"/>
            <a:chOff x="868" y="1439"/>
            <a:chExt cx="811" cy="972"/>
          </a:xfrm>
        </p:grpSpPr>
        <p:sp>
          <p:nvSpPr>
            <p:cNvPr id="210964" name="Freeform 28"/>
            <p:cNvSpPr>
              <a:spLocks/>
            </p:cNvSpPr>
            <p:nvPr/>
          </p:nvSpPr>
          <p:spPr bwMode="auto">
            <a:xfrm>
              <a:off x="1548" y="2014"/>
              <a:ext cx="123" cy="100"/>
            </a:xfrm>
            <a:custGeom>
              <a:avLst/>
              <a:gdLst>
                <a:gd name="T0" fmla="*/ 5 w 618"/>
                <a:gd name="T1" fmla="*/ 0 h 502"/>
                <a:gd name="T2" fmla="*/ 5 w 618"/>
                <a:gd name="T3" fmla="*/ 0 h 502"/>
                <a:gd name="T4" fmla="*/ 0 w 618"/>
                <a:gd name="T5" fmla="*/ 4 h 502"/>
                <a:gd name="T6" fmla="*/ 0 w 618"/>
                <a:gd name="T7" fmla="*/ 4 h 502"/>
                <a:gd name="T8" fmla="*/ 5 w 618"/>
                <a:gd name="T9" fmla="*/ 0 h 502"/>
                <a:gd name="T10" fmla="*/ 5 w 618"/>
                <a:gd name="T11" fmla="*/ 0 h 502"/>
                <a:gd name="T12" fmla="*/ 5 w 618"/>
                <a:gd name="T13" fmla="*/ 0 h 502"/>
                <a:gd name="T14" fmla="*/ 5 w 618"/>
                <a:gd name="T15" fmla="*/ 0 h 502"/>
                <a:gd name="T16" fmla="*/ 5 w 618"/>
                <a:gd name="T17" fmla="*/ 0 h 502"/>
                <a:gd name="T18" fmla="*/ 5 w 618"/>
                <a:gd name="T19" fmla="*/ 0 h 502"/>
                <a:gd name="T20" fmla="*/ 5 w 618"/>
                <a:gd name="T21" fmla="*/ 0 h 502"/>
                <a:gd name="T22" fmla="*/ 5 w 618"/>
                <a:gd name="T23" fmla="*/ 0 h 502"/>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618"/>
                <a:gd name="T37" fmla="*/ 0 h 502"/>
                <a:gd name="T38" fmla="*/ 618 w 618"/>
                <a:gd name="T39" fmla="*/ 502 h 502"/>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618" h="502">
                  <a:moveTo>
                    <a:pt x="611" y="0"/>
                  </a:moveTo>
                  <a:lnTo>
                    <a:pt x="606" y="2"/>
                  </a:lnTo>
                  <a:lnTo>
                    <a:pt x="0" y="490"/>
                  </a:lnTo>
                  <a:lnTo>
                    <a:pt x="10" y="502"/>
                  </a:lnTo>
                  <a:lnTo>
                    <a:pt x="616" y="14"/>
                  </a:lnTo>
                  <a:lnTo>
                    <a:pt x="611" y="16"/>
                  </a:lnTo>
                  <a:lnTo>
                    <a:pt x="616" y="14"/>
                  </a:lnTo>
                  <a:lnTo>
                    <a:pt x="618" y="9"/>
                  </a:lnTo>
                  <a:lnTo>
                    <a:pt x="617" y="3"/>
                  </a:lnTo>
                  <a:lnTo>
                    <a:pt x="612" y="1"/>
                  </a:lnTo>
                  <a:lnTo>
                    <a:pt x="606" y="2"/>
                  </a:lnTo>
                  <a:lnTo>
                    <a:pt x="611"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10965" name="Freeform 29"/>
            <p:cNvSpPr>
              <a:spLocks/>
            </p:cNvSpPr>
            <p:nvPr/>
          </p:nvSpPr>
          <p:spPr bwMode="auto">
            <a:xfrm>
              <a:off x="876" y="1852"/>
              <a:ext cx="82" cy="373"/>
            </a:xfrm>
            <a:custGeom>
              <a:avLst/>
              <a:gdLst>
                <a:gd name="T0" fmla="*/ 3 w 413"/>
                <a:gd name="T1" fmla="*/ 15 h 1865"/>
                <a:gd name="T2" fmla="*/ 3 w 413"/>
                <a:gd name="T3" fmla="*/ 15 h 1865"/>
                <a:gd name="T4" fmla="*/ 0 w 413"/>
                <a:gd name="T5" fmla="*/ 0 h 1865"/>
                <a:gd name="T6" fmla="*/ 0 w 413"/>
                <a:gd name="T7" fmla="*/ 0 h 1865"/>
                <a:gd name="T8" fmla="*/ 3 w 413"/>
                <a:gd name="T9" fmla="*/ 15 h 1865"/>
                <a:gd name="T10" fmla="*/ 3 w 413"/>
                <a:gd name="T11" fmla="*/ 15 h 1865"/>
                <a:gd name="T12" fmla="*/ 3 w 413"/>
                <a:gd name="T13" fmla="*/ 15 h 1865"/>
                <a:gd name="T14" fmla="*/ 3 w 413"/>
                <a:gd name="T15" fmla="*/ 15 h 1865"/>
                <a:gd name="T16" fmla="*/ 3 w 413"/>
                <a:gd name="T17" fmla="*/ 15 h 1865"/>
                <a:gd name="T18" fmla="*/ 3 w 413"/>
                <a:gd name="T19" fmla="*/ 15 h 1865"/>
                <a:gd name="T20" fmla="*/ 3 w 413"/>
                <a:gd name="T21" fmla="*/ 15 h 1865"/>
                <a:gd name="T22" fmla="*/ 3 w 413"/>
                <a:gd name="T23" fmla="*/ 15 h 186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413"/>
                <a:gd name="T37" fmla="*/ 0 h 1865"/>
                <a:gd name="T38" fmla="*/ 413 w 413"/>
                <a:gd name="T39" fmla="*/ 1865 h 1865"/>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413" h="1865">
                  <a:moveTo>
                    <a:pt x="400" y="1864"/>
                  </a:moveTo>
                  <a:lnTo>
                    <a:pt x="413" y="1856"/>
                  </a:lnTo>
                  <a:lnTo>
                    <a:pt x="17" y="0"/>
                  </a:lnTo>
                  <a:lnTo>
                    <a:pt x="0" y="2"/>
                  </a:lnTo>
                  <a:lnTo>
                    <a:pt x="396" y="1858"/>
                  </a:lnTo>
                  <a:lnTo>
                    <a:pt x="409" y="1850"/>
                  </a:lnTo>
                  <a:lnTo>
                    <a:pt x="396" y="1858"/>
                  </a:lnTo>
                  <a:lnTo>
                    <a:pt x="400" y="1864"/>
                  </a:lnTo>
                  <a:lnTo>
                    <a:pt x="406" y="1865"/>
                  </a:lnTo>
                  <a:lnTo>
                    <a:pt x="410" y="1862"/>
                  </a:lnTo>
                  <a:lnTo>
                    <a:pt x="413" y="1856"/>
                  </a:lnTo>
                  <a:lnTo>
                    <a:pt x="400" y="186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10966" name="Freeform 30"/>
            <p:cNvSpPr>
              <a:spLocks/>
            </p:cNvSpPr>
            <p:nvPr/>
          </p:nvSpPr>
          <p:spPr bwMode="auto">
            <a:xfrm>
              <a:off x="1282" y="1533"/>
              <a:ext cx="35" cy="161"/>
            </a:xfrm>
            <a:custGeom>
              <a:avLst/>
              <a:gdLst>
                <a:gd name="T0" fmla="*/ 1 w 175"/>
                <a:gd name="T1" fmla="*/ 6 h 807"/>
                <a:gd name="T2" fmla="*/ 1 w 175"/>
                <a:gd name="T3" fmla="*/ 6 h 807"/>
                <a:gd name="T4" fmla="*/ 1 w 175"/>
                <a:gd name="T5" fmla="*/ 6 h 807"/>
                <a:gd name="T6" fmla="*/ 1 w 175"/>
                <a:gd name="T7" fmla="*/ 5 h 807"/>
                <a:gd name="T8" fmla="*/ 1 w 175"/>
                <a:gd name="T9" fmla="*/ 5 h 807"/>
                <a:gd name="T10" fmla="*/ 1 w 175"/>
                <a:gd name="T11" fmla="*/ 5 h 807"/>
                <a:gd name="T12" fmla="*/ 1 w 175"/>
                <a:gd name="T13" fmla="*/ 4 h 807"/>
                <a:gd name="T14" fmla="*/ 1 w 175"/>
                <a:gd name="T15" fmla="*/ 4 h 807"/>
                <a:gd name="T16" fmla="*/ 1 w 175"/>
                <a:gd name="T17" fmla="*/ 3 h 807"/>
                <a:gd name="T18" fmla="*/ 1 w 175"/>
                <a:gd name="T19" fmla="*/ 3 h 807"/>
                <a:gd name="T20" fmla="*/ 1 w 175"/>
                <a:gd name="T21" fmla="*/ 3 h 807"/>
                <a:gd name="T22" fmla="*/ 1 w 175"/>
                <a:gd name="T23" fmla="*/ 2 h 807"/>
                <a:gd name="T24" fmla="*/ 1 w 175"/>
                <a:gd name="T25" fmla="*/ 2 h 807"/>
                <a:gd name="T26" fmla="*/ 1 w 175"/>
                <a:gd name="T27" fmla="*/ 2 h 807"/>
                <a:gd name="T28" fmla="*/ 1 w 175"/>
                <a:gd name="T29" fmla="*/ 1 h 807"/>
                <a:gd name="T30" fmla="*/ 1 w 175"/>
                <a:gd name="T31" fmla="*/ 1 h 807"/>
                <a:gd name="T32" fmla="*/ 1 w 175"/>
                <a:gd name="T33" fmla="*/ 1 h 807"/>
                <a:gd name="T34" fmla="*/ 1 w 175"/>
                <a:gd name="T35" fmla="*/ 0 h 807"/>
                <a:gd name="T36" fmla="*/ 1 w 175"/>
                <a:gd name="T37" fmla="*/ 0 h 807"/>
                <a:gd name="T38" fmla="*/ 1 w 175"/>
                <a:gd name="T39" fmla="*/ 0 h 807"/>
                <a:gd name="T40" fmla="*/ 0 w 175"/>
                <a:gd name="T41" fmla="*/ 1 h 807"/>
                <a:gd name="T42" fmla="*/ 0 w 175"/>
                <a:gd name="T43" fmla="*/ 1 h 807"/>
                <a:gd name="T44" fmla="*/ 0 w 175"/>
                <a:gd name="T45" fmla="*/ 1 h 807"/>
                <a:gd name="T46" fmla="*/ 0 w 175"/>
                <a:gd name="T47" fmla="*/ 2 h 807"/>
                <a:gd name="T48" fmla="*/ 0 w 175"/>
                <a:gd name="T49" fmla="*/ 2 h 807"/>
                <a:gd name="T50" fmla="*/ 0 w 175"/>
                <a:gd name="T51" fmla="*/ 3 h 807"/>
                <a:gd name="T52" fmla="*/ 0 w 175"/>
                <a:gd name="T53" fmla="*/ 3 h 807"/>
                <a:gd name="T54" fmla="*/ 0 w 175"/>
                <a:gd name="T55" fmla="*/ 3 h 807"/>
                <a:gd name="T56" fmla="*/ 0 w 175"/>
                <a:gd name="T57" fmla="*/ 4 h 807"/>
                <a:gd name="T58" fmla="*/ 0 w 175"/>
                <a:gd name="T59" fmla="*/ 4 h 807"/>
                <a:gd name="T60" fmla="*/ 0 w 175"/>
                <a:gd name="T61" fmla="*/ 5 h 807"/>
                <a:gd name="T62" fmla="*/ 0 w 175"/>
                <a:gd name="T63" fmla="*/ 5 h 807"/>
                <a:gd name="T64" fmla="*/ 0 w 175"/>
                <a:gd name="T65" fmla="*/ 5 h 807"/>
                <a:gd name="T66" fmla="*/ 1 w 175"/>
                <a:gd name="T67" fmla="*/ 6 h 807"/>
                <a:gd name="T68" fmla="*/ 1 w 175"/>
                <a:gd name="T69" fmla="*/ 6 h 807"/>
                <a:gd name="T70" fmla="*/ 1 w 175"/>
                <a:gd name="T71" fmla="*/ 6 h 807"/>
                <a:gd name="T72" fmla="*/ 1 w 175"/>
                <a:gd name="T73" fmla="*/ 6 h 807"/>
                <a:gd name="T74" fmla="*/ 1 w 175"/>
                <a:gd name="T75" fmla="*/ 6 h 807"/>
                <a:gd name="T76" fmla="*/ 1 w 175"/>
                <a:gd name="T77" fmla="*/ 6 h 807"/>
                <a:gd name="T78" fmla="*/ 1 w 175"/>
                <a:gd name="T79" fmla="*/ 6 h 807"/>
                <a:gd name="T80" fmla="*/ 1 w 175"/>
                <a:gd name="T81" fmla="*/ 6 h 807"/>
                <a:gd name="T82" fmla="*/ 1 w 175"/>
                <a:gd name="T83" fmla="*/ 6 h 807"/>
                <a:gd name="T84" fmla="*/ 1 w 175"/>
                <a:gd name="T85" fmla="*/ 6 h 807"/>
                <a:gd name="T86" fmla="*/ 1 w 175"/>
                <a:gd name="T87" fmla="*/ 6 h 807"/>
                <a:gd name="T88" fmla="*/ 1 w 175"/>
                <a:gd name="T89" fmla="*/ 6 h 807"/>
                <a:gd name="T90" fmla="*/ 1 w 175"/>
                <a:gd name="T91" fmla="*/ 6 h 80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175"/>
                <a:gd name="T139" fmla="*/ 0 h 807"/>
                <a:gd name="T140" fmla="*/ 175 w 175"/>
                <a:gd name="T141" fmla="*/ 807 h 80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175" h="807">
                  <a:moveTo>
                    <a:pt x="169" y="740"/>
                  </a:moveTo>
                  <a:lnTo>
                    <a:pt x="169" y="739"/>
                  </a:lnTo>
                  <a:lnTo>
                    <a:pt x="149" y="698"/>
                  </a:lnTo>
                  <a:lnTo>
                    <a:pt x="133" y="656"/>
                  </a:lnTo>
                  <a:lnTo>
                    <a:pt x="120" y="611"/>
                  </a:lnTo>
                  <a:lnTo>
                    <a:pt x="108" y="565"/>
                  </a:lnTo>
                  <a:lnTo>
                    <a:pt x="100" y="520"/>
                  </a:lnTo>
                  <a:lnTo>
                    <a:pt x="96" y="472"/>
                  </a:lnTo>
                  <a:lnTo>
                    <a:pt x="93" y="425"/>
                  </a:lnTo>
                  <a:lnTo>
                    <a:pt x="93" y="377"/>
                  </a:lnTo>
                  <a:lnTo>
                    <a:pt x="96" y="330"/>
                  </a:lnTo>
                  <a:lnTo>
                    <a:pt x="100" y="283"/>
                  </a:lnTo>
                  <a:lnTo>
                    <a:pt x="106" y="238"/>
                  </a:lnTo>
                  <a:lnTo>
                    <a:pt x="115" y="195"/>
                  </a:lnTo>
                  <a:lnTo>
                    <a:pt x="126" y="153"/>
                  </a:lnTo>
                  <a:lnTo>
                    <a:pt x="139" y="114"/>
                  </a:lnTo>
                  <a:lnTo>
                    <a:pt x="153" y="77"/>
                  </a:lnTo>
                  <a:lnTo>
                    <a:pt x="169" y="43"/>
                  </a:lnTo>
                  <a:lnTo>
                    <a:pt x="87" y="0"/>
                  </a:lnTo>
                  <a:lnTo>
                    <a:pt x="69" y="39"/>
                  </a:lnTo>
                  <a:lnTo>
                    <a:pt x="52" y="81"/>
                  </a:lnTo>
                  <a:lnTo>
                    <a:pt x="37" y="127"/>
                  </a:lnTo>
                  <a:lnTo>
                    <a:pt x="24" y="174"/>
                  </a:lnTo>
                  <a:lnTo>
                    <a:pt x="15" y="222"/>
                  </a:lnTo>
                  <a:lnTo>
                    <a:pt x="7" y="271"/>
                  </a:lnTo>
                  <a:lnTo>
                    <a:pt x="2" y="323"/>
                  </a:lnTo>
                  <a:lnTo>
                    <a:pt x="0" y="374"/>
                  </a:lnTo>
                  <a:lnTo>
                    <a:pt x="0" y="427"/>
                  </a:lnTo>
                  <a:lnTo>
                    <a:pt x="2" y="479"/>
                  </a:lnTo>
                  <a:lnTo>
                    <a:pt x="9" y="531"/>
                  </a:lnTo>
                  <a:lnTo>
                    <a:pt x="17" y="584"/>
                  </a:lnTo>
                  <a:lnTo>
                    <a:pt x="29" y="635"/>
                  </a:lnTo>
                  <a:lnTo>
                    <a:pt x="44" y="686"/>
                  </a:lnTo>
                  <a:lnTo>
                    <a:pt x="65" y="736"/>
                  </a:lnTo>
                  <a:lnTo>
                    <a:pt x="87" y="784"/>
                  </a:lnTo>
                  <a:lnTo>
                    <a:pt x="87" y="782"/>
                  </a:lnTo>
                  <a:lnTo>
                    <a:pt x="87" y="784"/>
                  </a:lnTo>
                  <a:lnTo>
                    <a:pt x="100" y="799"/>
                  </a:lnTo>
                  <a:lnTo>
                    <a:pt x="117" y="807"/>
                  </a:lnTo>
                  <a:lnTo>
                    <a:pt x="134" y="807"/>
                  </a:lnTo>
                  <a:lnTo>
                    <a:pt x="151" y="801"/>
                  </a:lnTo>
                  <a:lnTo>
                    <a:pt x="164" y="791"/>
                  </a:lnTo>
                  <a:lnTo>
                    <a:pt x="173" y="777"/>
                  </a:lnTo>
                  <a:lnTo>
                    <a:pt x="175" y="759"/>
                  </a:lnTo>
                  <a:lnTo>
                    <a:pt x="169" y="739"/>
                  </a:lnTo>
                  <a:lnTo>
                    <a:pt x="169" y="74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10967" name="Freeform 31"/>
            <p:cNvSpPr>
              <a:spLocks/>
            </p:cNvSpPr>
            <p:nvPr/>
          </p:nvSpPr>
          <p:spPr bwMode="auto">
            <a:xfrm>
              <a:off x="1299" y="1681"/>
              <a:ext cx="157" cy="281"/>
            </a:xfrm>
            <a:custGeom>
              <a:avLst/>
              <a:gdLst>
                <a:gd name="T0" fmla="*/ 6 w 787"/>
                <a:gd name="T1" fmla="*/ 11 h 1404"/>
                <a:gd name="T2" fmla="*/ 6 w 787"/>
                <a:gd name="T3" fmla="*/ 11 h 1404"/>
                <a:gd name="T4" fmla="*/ 1 w 787"/>
                <a:gd name="T5" fmla="*/ 0 h 1404"/>
                <a:gd name="T6" fmla="*/ 0 w 787"/>
                <a:gd name="T7" fmla="*/ 0 h 1404"/>
                <a:gd name="T8" fmla="*/ 6 w 787"/>
                <a:gd name="T9" fmla="*/ 11 h 1404"/>
                <a:gd name="T10" fmla="*/ 6 w 787"/>
                <a:gd name="T11" fmla="*/ 11 h 1404"/>
                <a:gd name="T12" fmla="*/ 6 w 787"/>
                <a:gd name="T13" fmla="*/ 11 h 1404"/>
                <a:gd name="T14" fmla="*/ 6 w 787"/>
                <a:gd name="T15" fmla="*/ 11 h 1404"/>
                <a:gd name="T16" fmla="*/ 6 w 787"/>
                <a:gd name="T17" fmla="*/ 11 h 1404"/>
                <a:gd name="T18" fmla="*/ 6 w 787"/>
                <a:gd name="T19" fmla="*/ 11 h 1404"/>
                <a:gd name="T20" fmla="*/ 6 w 787"/>
                <a:gd name="T21" fmla="*/ 11 h 1404"/>
                <a:gd name="T22" fmla="*/ 6 w 787"/>
                <a:gd name="T23" fmla="*/ 11 h 1404"/>
                <a:gd name="T24" fmla="*/ 6 w 787"/>
                <a:gd name="T25" fmla="*/ 11 h 1404"/>
                <a:gd name="T26" fmla="*/ 6 w 787"/>
                <a:gd name="T27" fmla="*/ 11 h 1404"/>
                <a:gd name="T28" fmla="*/ 6 w 787"/>
                <a:gd name="T29" fmla="*/ 11 h 1404"/>
                <a:gd name="T30" fmla="*/ 6 w 787"/>
                <a:gd name="T31" fmla="*/ 11 h 1404"/>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787"/>
                <a:gd name="T49" fmla="*/ 0 h 1404"/>
                <a:gd name="T50" fmla="*/ 787 w 787"/>
                <a:gd name="T51" fmla="*/ 1404 h 1404"/>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787" h="1404">
                  <a:moveTo>
                    <a:pt x="781" y="1334"/>
                  </a:moveTo>
                  <a:lnTo>
                    <a:pt x="781" y="1337"/>
                  </a:lnTo>
                  <a:lnTo>
                    <a:pt x="82" y="0"/>
                  </a:lnTo>
                  <a:lnTo>
                    <a:pt x="0" y="42"/>
                  </a:lnTo>
                  <a:lnTo>
                    <a:pt x="699" y="1379"/>
                  </a:lnTo>
                  <a:lnTo>
                    <a:pt x="699" y="1381"/>
                  </a:lnTo>
                  <a:lnTo>
                    <a:pt x="699" y="1379"/>
                  </a:lnTo>
                  <a:lnTo>
                    <a:pt x="712" y="1395"/>
                  </a:lnTo>
                  <a:lnTo>
                    <a:pt x="727" y="1402"/>
                  </a:lnTo>
                  <a:lnTo>
                    <a:pt x="744" y="1404"/>
                  </a:lnTo>
                  <a:lnTo>
                    <a:pt x="761" y="1398"/>
                  </a:lnTo>
                  <a:lnTo>
                    <a:pt x="775" y="1388"/>
                  </a:lnTo>
                  <a:lnTo>
                    <a:pt x="784" y="1373"/>
                  </a:lnTo>
                  <a:lnTo>
                    <a:pt x="787" y="1357"/>
                  </a:lnTo>
                  <a:lnTo>
                    <a:pt x="781" y="1337"/>
                  </a:lnTo>
                  <a:lnTo>
                    <a:pt x="781" y="13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10968" name="Freeform 32"/>
            <p:cNvSpPr>
              <a:spLocks/>
            </p:cNvSpPr>
            <p:nvPr/>
          </p:nvSpPr>
          <p:spPr bwMode="auto">
            <a:xfrm>
              <a:off x="1439" y="1948"/>
              <a:ext cx="125" cy="76"/>
            </a:xfrm>
            <a:custGeom>
              <a:avLst/>
              <a:gdLst>
                <a:gd name="T0" fmla="*/ 5 w 628"/>
                <a:gd name="T1" fmla="*/ 2 h 383"/>
                <a:gd name="T2" fmla="*/ 5 w 628"/>
                <a:gd name="T3" fmla="*/ 2 h 383"/>
                <a:gd name="T4" fmla="*/ 4 w 628"/>
                <a:gd name="T5" fmla="*/ 2 h 383"/>
                <a:gd name="T6" fmla="*/ 4 w 628"/>
                <a:gd name="T7" fmla="*/ 2 h 383"/>
                <a:gd name="T8" fmla="*/ 4 w 628"/>
                <a:gd name="T9" fmla="*/ 2 h 383"/>
                <a:gd name="T10" fmla="*/ 3 w 628"/>
                <a:gd name="T11" fmla="*/ 2 h 383"/>
                <a:gd name="T12" fmla="*/ 3 w 628"/>
                <a:gd name="T13" fmla="*/ 2 h 383"/>
                <a:gd name="T14" fmla="*/ 3 w 628"/>
                <a:gd name="T15" fmla="*/ 2 h 383"/>
                <a:gd name="T16" fmla="*/ 3 w 628"/>
                <a:gd name="T17" fmla="*/ 2 h 383"/>
                <a:gd name="T18" fmla="*/ 2 w 628"/>
                <a:gd name="T19" fmla="*/ 2 h 383"/>
                <a:gd name="T20" fmla="*/ 2 w 628"/>
                <a:gd name="T21" fmla="*/ 2 h 383"/>
                <a:gd name="T22" fmla="*/ 2 w 628"/>
                <a:gd name="T23" fmla="*/ 1 h 383"/>
                <a:gd name="T24" fmla="*/ 2 w 628"/>
                <a:gd name="T25" fmla="*/ 1 h 383"/>
                <a:gd name="T26" fmla="*/ 1 w 628"/>
                <a:gd name="T27" fmla="*/ 1 h 383"/>
                <a:gd name="T28" fmla="*/ 1 w 628"/>
                <a:gd name="T29" fmla="*/ 1 h 383"/>
                <a:gd name="T30" fmla="*/ 1 w 628"/>
                <a:gd name="T31" fmla="*/ 1 h 383"/>
                <a:gd name="T32" fmla="*/ 1 w 628"/>
                <a:gd name="T33" fmla="*/ 0 h 383"/>
                <a:gd name="T34" fmla="*/ 1 w 628"/>
                <a:gd name="T35" fmla="*/ 0 h 383"/>
                <a:gd name="T36" fmla="*/ 0 w 628"/>
                <a:gd name="T37" fmla="*/ 0 h 383"/>
                <a:gd name="T38" fmla="*/ 0 w 628"/>
                <a:gd name="T39" fmla="*/ 1 h 383"/>
                <a:gd name="T40" fmla="*/ 0 w 628"/>
                <a:gd name="T41" fmla="*/ 1 h 383"/>
                <a:gd name="T42" fmla="*/ 1 w 628"/>
                <a:gd name="T43" fmla="*/ 1 h 383"/>
                <a:gd name="T44" fmla="*/ 1 w 628"/>
                <a:gd name="T45" fmla="*/ 1 h 383"/>
                <a:gd name="T46" fmla="*/ 1 w 628"/>
                <a:gd name="T47" fmla="*/ 2 h 383"/>
                <a:gd name="T48" fmla="*/ 1 w 628"/>
                <a:gd name="T49" fmla="*/ 2 h 383"/>
                <a:gd name="T50" fmla="*/ 2 w 628"/>
                <a:gd name="T51" fmla="*/ 2 h 383"/>
                <a:gd name="T52" fmla="*/ 2 w 628"/>
                <a:gd name="T53" fmla="*/ 2 h 383"/>
                <a:gd name="T54" fmla="*/ 2 w 628"/>
                <a:gd name="T55" fmla="*/ 2 h 383"/>
                <a:gd name="T56" fmla="*/ 3 w 628"/>
                <a:gd name="T57" fmla="*/ 3 h 383"/>
                <a:gd name="T58" fmla="*/ 3 w 628"/>
                <a:gd name="T59" fmla="*/ 3 h 383"/>
                <a:gd name="T60" fmla="*/ 3 w 628"/>
                <a:gd name="T61" fmla="*/ 3 h 383"/>
                <a:gd name="T62" fmla="*/ 4 w 628"/>
                <a:gd name="T63" fmla="*/ 3 h 383"/>
                <a:gd name="T64" fmla="*/ 4 w 628"/>
                <a:gd name="T65" fmla="*/ 3 h 383"/>
                <a:gd name="T66" fmla="*/ 4 w 628"/>
                <a:gd name="T67" fmla="*/ 3 h 383"/>
                <a:gd name="T68" fmla="*/ 5 w 628"/>
                <a:gd name="T69" fmla="*/ 3 h 383"/>
                <a:gd name="T70" fmla="*/ 5 w 628"/>
                <a:gd name="T71" fmla="*/ 3 h 383"/>
                <a:gd name="T72" fmla="*/ 5 w 628"/>
                <a:gd name="T73" fmla="*/ 3 h 383"/>
                <a:gd name="T74" fmla="*/ 5 w 628"/>
                <a:gd name="T75" fmla="*/ 3 h 383"/>
                <a:gd name="T76" fmla="*/ 5 w 628"/>
                <a:gd name="T77" fmla="*/ 3 h 383"/>
                <a:gd name="T78" fmla="*/ 5 w 628"/>
                <a:gd name="T79" fmla="*/ 3 h 383"/>
                <a:gd name="T80" fmla="*/ 5 w 628"/>
                <a:gd name="T81" fmla="*/ 3 h 383"/>
                <a:gd name="T82" fmla="*/ 5 w 628"/>
                <a:gd name="T83" fmla="*/ 3 h 383"/>
                <a:gd name="T84" fmla="*/ 5 w 628"/>
                <a:gd name="T85" fmla="*/ 2 h 383"/>
                <a:gd name="T86" fmla="*/ 5 w 628"/>
                <a:gd name="T87" fmla="*/ 2 h 383"/>
                <a:gd name="T88" fmla="*/ 5 w 628"/>
                <a:gd name="T89" fmla="*/ 2 h 383"/>
                <a:gd name="T90" fmla="*/ 5 w 628"/>
                <a:gd name="T91" fmla="*/ 2 h 38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628"/>
                <a:gd name="T139" fmla="*/ 0 h 383"/>
                <a:gd name="T140" fmla="*/ 628 w 628"/>
                <a:gd name="T141" fmla="*/ 383 h 38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628" h="383">
                  <a:moveTo>
                    <a:pt x="581" y="289"/>
                  </a:moveTo>
                  <a:lnTo>
                    <a:pt x="582" y="289"/>
                  </a:lnTo>
                  <a:lnTo>
                    <a:pt x="541" y="287"/>
                  </a:lnTo>
                  <a:lnTo>
                    <a:pt x="500" y="283"/>
                  </a:lnTo>
                  <a:lnTo>
                    <a:pt x="462" y="276"/>
                  </a:lnTo>
                  <a:lnTo>
                    <a:pt x="424" y="268"/>
                  </a:lnTo>
                  <a:lnTo>
                    <a:pt x="389" y="255"/>
                  </a:lnTo>
                  <a:lnTo>
                    <a:pt x="352" y="242"/>
                  </a:lnTo>
                  <a:lnTo>
                    <a:pt x="320" y="227"/>
                  </a:lnTo>
                  <a:lnTo>
                    <a:pt x="287" y="209"/>
                  </a:lnTo>
                  <a:lnTo>
                    <a:pt x="255" y="189"/>
                  </a:lnTo>
                  <a:lnTo>
                    <a:pt x="226" y="168"/>
                  </a:lnTo>
                  <a:lnTo>
                    <a:pt x="198" y="145"/>
                  </a:lnTo>
                  <a:lnTo>
                    <a:pt x="172" y="119"/>
                  </a:lnTo>
                  <a:lnTo>
                    <a:pt x="146" y="92"/>
                  </a:lnTo>
                  <a:lnTo>
                    <a:pt x="122" y="64"/>
                  </a:lnTo>
                  <a:lnTo>
                    <a:pt x="100" y="33"/>
                  </a:lnTo>
                  <a:lnTo>
                    <a:pt x="82" y="0"/>
                  </a:lnTo>
                  <a:lnTo>
                    <a:pt x="0" y="47"/>
                  </a:lnTo>
                  <a:lnTo>
                    <a:pt x="23" y="85"/>
                  </a:lnTo>
                  <a:lnTo>
                    <a:pt x="49" y="120"/>
                  </a:lnTo>
                  <a:lnTo>
                    <a:pt x="76" y="153"/>
                  </a:lnTo>
                  <a:lnTo>
                    <a:pt x="104" y="185"/>
                  </a:lnTo>
                  <a:lnTo>
                    <a:pt x="137" y="215"/>
                  </a:lnTo>
                  <a:lnTo>
                    <a:pt x="170" y="241"/>
                  </a:lnTo>
                  <a:lnTo>
                    <a:pt x="204" y="267"/>
                  </a:lnTo>
                  <a:lnTo>
                    <a:pt x="240" y="289"/>
                  </a:lnTo>
                  <a:lnTo>
                    <a:pt x="277" y="309"/>
                  </a:lnTo>
                  <a:lnTo>
                    <a:pt x="317" y="329"/>
                  </a:lnTo>
                  <a:lnTo>
                    <a:pt x="358" y="344"/>
                  </a:lnTo>
                  <a:lnTo>
                    <a:pt x="400" y="357"/>
                  </a:lnTo>
                  <a:lnTo>
                    <a:pt x="444" y="367"/>
                  </a:lnTo>
                  <a:lnTo>
                    <a:pt x="488" y="374"/>
                  </a:lnTo>
                  <a:lnTo>
                    <a:pt x="534" y="380"/>
                  </a:lnTo>
                  <a:lnTo>
                    <a:pt x="580" y="383"/>
                  </a:lnTo>
                  <a:lnTo>
                    <a:pt x="581" y="383"/>
                  </a:lnTo>
                  <a:lnTo>
                    <a:pt x="580" y="383"/>
                  </a:lnTo>
                  <a:lnTo>
                    <a:pt x="600" y="379"/>
                  </a:lnTo>
                  <a:lnTo>
                    <a:pt x="615" y="369"/>
                  </a:lnTo>
                  <a:lnTo>
                    <a:pt x="624" y="353"/>
                  </a:lnTo>
                  <a:lnTo>
                    <a:pt x="628" y="337"/>
                  </a:lnTo>
                  <a:lnTo>
                    <a:pt x="625" y="319"/>
                  </a:lnTo>
                  <a:lnTo>
                    <a:pt x="617" y="304"/>
                  </a:lnTo>
                  <a:lnTo>
                    <a:pt x="602" y="294"/>
                  </a:lnTo>
                  <a:lnTo>
                    <a:pt x="582" y="289"/>
                  </a:lnTo>
                  <a:lnTo>
                    <a:pt x="581" y="28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10969" name="Freeform 33"/>
            <p:cNvSpPr>
              <a:spLocks/>
            </p:cNvSpPr>
            <p:nvPr/>
          </p:nvSpPr>
          <p:spPr bwMode="auto">
            <a:xfrm>
              <a:off x="1587" y="1880"/>
              <a:ext cx="85" cy="49"/>
            </a:xfrm>
            <a:custGeom>
              <a:avLst/>
              <a:gdLst>
                <a:gd name="T0" fmla="*/ 3 w 426"/>
                <a:gd name="T1" fmla="*/ 0 h 245"/>
                <a:gd name="T2" fmla="*/ 3 w 426"/>
                <a:gd name="T3" fmla="*/ 0 h 245"/>
                <a:gd name="T4" fmla="*/ 3 w 426"/>
                <a:gd name="T5" fmla="*/ 0 h 245"/>
                <a:gd name="T6" fmla="*/ 3 w 426"/>
                <a:gd name="T7" fmla="*/ 0 h 245"/>
                <a:gd name="T8" fmla="*/ 2 w 426"/>
                <a:gd name="T9" fmla="*/ 0 h 245"/>
                <a:gd name="T10" fmla="*/ 2 w 426"/>
                <a:gd name="T11" fmla="*/ 0 h 245"/>
                <a:gd name="T12" fmla="*/ 2 w 426"/>
                <a:gd name="T13" fmla="*/ 0 h 245"/>
                <a:gd name="T14" fmla="*/ 2 w 426"/>
                <a:gd name="T15" fmla="*/ 0 h 245"/>
                <a:gd name="T16" fmla="*/ 1 w 426"/>
                <a:gd name="T17" fmla="*/ 0 h 245"/>
                <a:gd name="T18" fmla="*/ 1 w 426"/>
                <a:gd name="T19" fmla="*/ 1 h 245"/>
                <a:gd name="T20" fmla="*/ 1 w 426"/>
                <a:gd name="T21" fmla="*/ 1 h 245"/>
                <a:gd name="T22" fmla="*/ 1 w 426"/>
                <a:gd name="T23" fmla="*/ 1 h 245"/>
                <a:gd name="T24" fmla="*/ 0 w 426"/>
                <a:gd name="T25" fmla="*/ 1 h 245"/>
                <a:gd name="T26" fmla="*/ 0 w 426"/>
                <a:gd name="T27" fmla="*/ 1 h 245"/>
                <a:gd name="T28" fmla="*/ 0 w 426"/>
                <a:gd name="T29" fmla="*/ 1 h 245"/>
                <a:gd name="T30" fmla="*/ 0 w 426"/>
                <a:gd name="T31" fmla="*/ 2 h 245"/>
                <a:gd name="T32" fmla="*/ 0 w 426"/>
                <a:gd name="T33" fmla="*/ 2 h 245"/>
                <a:gd name="T34" fmla="*/ 0 w 426"/>
                <a:gd name="T35" fmla="*/ 2 h 245"/>
                <a:gd name="T36" fmla="*/ 0 w 426"/>
                <a:gd name="T37" fmla="*/ 2 h 245"/>
                <a:gd name="T38" fmla="*/ 0 w 426"/>
                <a:gd name="T39" fmla="*/ 2 h 245"/>
                <a:gd name="T40" fmla="*/ 0 w 426"/>
                <a:gd name="T41" fmla="*/ 2 h 245"/>
                <a:gd name="T42" fmla="*/ 0 w 426"/>
                <a:gd name="T43" fmla="*/ 1 h 245"/>
                <a:gd name="T44" fmla="*/ 0 w 426"/>
                <a:gd name="T45" fmla="*/ 1 h 245"/>
                <a:gd name="T46" fmla="*/ 0 w 426"/>
                <a:gd name="T47" fmla="*/ 1 h 245"/>
                <a:gd name="T48" fmla="*/ 1 w 426"/>
                <a:gd name="T49" fmla="*/ 1 h 245"/>
                <a:gd name="T50" fmla="*/ 1 w 426"/>
                <a:gd name="T51" fmla="*/ 1 h 245"/>
                <a:gd name="T52" fmla="*/ 1 w 426"/>
                <a:gd name="T53" fmla="*/ 1 h 245"/>
                <a:gd name="T54" fmla="*/ 1 w 426"/>
                <a:gd name="T55" fmla="*/ 1 h 245"/>
                <a:gd name="T56" fmla="*/ 2 w 426"/>
                <a:gd name="T57" fmla="*/ 0 h 245"/>
                <a:gd name="T58" fmla="*/ 2 w 426"/>
                <a:gd name="T59" fmla="*/ 0 h 245"/>
                <a:gd name="T60" fmla="*/ 2 w 426"/>
                <a:gd name="T61" fmla="*/ 0 h 245"/>
                <a:gd name="T62" fmla="*/ 2 w 426"/>
                <a:gd name="T63" fmla="*/ 0 h 245"/>
                <a:gd name="T64" fmla="*/ 3 w 426"/>
                <a:gd name="T65" fmla="*/ 0 h 245"/>
                <a:gd name="T66" fmla="*/ 3 w 426"/>
                <a:gd name="T67" fmla="*/ 0 h 245"/>
                <a:gd name="T68" fmla="*/ 3 w 426"/>
                <a:gd name="T69" fmla="*/ 0 h 245"/>
                <a:gd name="T70" fmla="*/ 3 w 426"/>
                <a:gd name="T71" fmla="*/ 0 h 245"/>
                <a:gd name="T72" fmla="*/ 3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426" y="0"/>
                  </a:moveTo>
                  <a:lnTo>
                    <a:pt x="426" y="0"/>
                  </a:lnTo>
                  <a:lnTo>
                    <a:pt x="384" y="1"/>
                  </a:lnTo>
                  <a:lnTo>
                    <a:pt x="340" y="4"/>
                  </a:lnTo>
                  <a:lnTo>
                    <a:pt x="300" y="10"/>
                  </a:lnTo>
                  <a:lnTo>
                    <a:pt x="262" y="18"/>
                  </a:lnTo>
                  <a:lnTo>
                    <a:pt x="224" y="29"/>
                  </a:lnTo>
                  <a:lnTo>
                    <a:pt x="189" y="41"/>
                  </a:lnTo>
                  <a:lnTo>
                    <a:pt x="157" y="55"/>
                  </a:lnTo>
                  <a:lnTo>
                    <a:pt x="126" y="70"/>
                  </a:lnTo>
                  <a:lnTo>
                    <a:pt x="99" y="89"/>
                  </a:lnTo>
                  <a:lnTo>
                    <a:pt x="74" y="106"/>
                  </a:lnTo>
                  <a:lnTo>
                    <a:pt x="52" y="126"/>
                  </a:lnTo>
                  <a:lnTo>
                    <a:pt x="34" y="148"/>
                  </a:lnTo>
                  <a:lnTo>
                    <a:pt x="19" y="171"/>
                  </a:lnTo>
                  <a:lnTo>
                    <a:pt x="9" y="194"/>
                  </a:lnTo>
                  <a:lnTo>
                    <a:pt x="3" y="219"/>
                  </a:lnTo>
                  <a:lnTo>
                    <a:pt x="0" y="245"/>
                  </a:lnTo>
                  <a:lnTo>
                    <a:pt x="12" y="245"/>
                  </a:lnTo>
                  <a:lnTo>
                    <a:pt x="15" y="221"/>
                  </a:lnTo>
                  <a:lnTo>
                    <a:pt x="20" y="199"/>
                  </a:lnTo>
                  <a:lnTo>
                    <a:pt x="31" y="178"/>
                  </a:lnTo>
                  <a:lnTo>
                    <a:pt x="44" y="156"/>
                  </a:lnTo>
                  <a:lnTo>
                    <a:pt x="61" y="136"/>
                  </a:lnTo>
                  <a:lnTo>
                    <a:pt x="81" y="116"/>
                  </a:lnTo>
                  <a:lnTo>
                    <a:pt x="106" y="98"/>
                  </a:lnTo>
                  <a:lnTo>
                    <a:pt x="133" y="82"/>
                  </a:lnTo>
                  <a:lnTo>
                    <a:pt x="162" y="66"/>
                  </a:lnTo>
                  <a:lnTo>
                    <a:pt x="194" y="52"/>
                  </a:lnTo>
                  <a:lnTo>
                    <a:pt x="229" y="41"/>
                  </a:lnTo>
                  <a:lnTo>
                    <a:pt x="264" y="30"/>
                  </a:lnTo>
                  <a:lnTo>
                    <a:pt x="303" y="22"/>
                  </a:lnTo>
                  <a:lnTo>
                    <a:pt x="343" y="16"/>
                  </a:lnTo>
                  <a:lnTo>
                    <a:pt x="384" y="12"/>
                  </a:lnTo>
                  <a:lnTo>
                    <a:pt x="426" y="11"/>
                  </a:lnTo>
                  <a:lnTo>
                    <a:pt x="42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10970" name="Freeform 34"/>
            <p:cNvSpPr>
              <a:spLocks/>
            </p:cNvSpPr>
            <p:nvPr/>
          </p:nvSpPr>
          <p:spPr bwMode="auto">
            <a:xfrm>
              <a:off x="1587" y="1929"/>
              <a:ext cx="85" cy="49"/>
            </a:xfrm>
            <a:custGeom>
              <a:avLst/>
              <a:gdLst>
                <a:gd name="T0" fmla="*/ 0 w 426"/>
                <a:gd name="T1" fmla="*/ 0 h 245"/>
                <a:gd name="T2" fmla="*/ 0 w 426"/>
                <a:gd name="T3" fmla="*/ 0 h 245"/>
                <a:gd name="T4" fmla="*/ 0 w 426"/>
                <a:gd name="T5" fmla="*/ 0 h 245"/>
                <a:gd name="T6" fmla="*/ 0 w 426"/>
                <a:gd name="T7" fmla="*/ 0 h 245"/>
                <a:gd name="T8" fmla="*/ 0 w 426"/>
                <a:gd name="T9" fmla="*/ 1 h 245"/>
                <a:gd name="T10" fmla="*/ 0 w 426"/>
                <a:gd name="T11" fmla="*/ 1 h 245"/>
                <a:gd name="T12" fmla="*/ 0 w 426"/>
                <a:gd name="T13" fmla="*/ 1 h 245"/>
                <a:gd name="T14" fmla="*/ 1 w 426"/>
                <a:gd name="T15" fmla="*/ 1 h 245"/>
                <a:gd name="T16" fmla="*/ 1 w 426"/>
                <a:gd name="T17" fmla="*/ 1 h 245"/>
                <a:gd name="T18" fmla="*/ 1 w 426"/>
                <a:gd name="T19" fmla="*/ 1 h 245"/>
                <a:gd name="T20" fmla="*/ 1 w 426"/>
                <a:gd name="T21" fmla="*/ 2 h 245"/>
                <a:gd name="T22" fmla="*/ 2 w 426"/>
                <a:gd name="T23" fmla="*/ 2 h 245"/>
                <a:gd name="T24" fmla="*/ 2 w 426"/>
                <a:gd name="T25" fmla="*/ 2 h 245"/>
                <a:gd name="T26" fmla="*/ 2 w 426"/>
                <a:gd name="T27" fmla="*/ 2 h 245"/>
                <a:gd name="T28" fmla="*/ 2 w 426"/>
                <a:gd name="T29" fmla="*/ 2 h 245"/>
                <a:gd name="T30" fmla="*/ 3 w 426"/>
                <a:gd name="T31" fmla="*/ 2 h 245"/>
                <a:gd name="T32" fmla="*/ 3 w 426"/>
                <a:gd name="T33" fmla="*/ 2 h 245"/>
                <a:gd name="T34" fmla="*/ 3 w 426"/>
                <a:gd name="T35" fmla="*/ 2 h 245"/>
                <a:gd name="T36" fmla="*/ 3 w 426"/>
                <a:gd name="T37" fmla="*/ 2 h 245"/>
                <a:gd name="T38" fmla="*/ 3 w 426"/>
                <a:gd name="T39" fmla="*/ 2 h 245"/>
                <a:gd name="T40" fmla="*/ 3 w 426"/>
                <a:gd name="T41" fmla="*/ 2 h 245"/>
                <a:gd name="T42" fmla="*/ 2 w 426"/>
                <a:gd name="T43" fmla="*/ 2 h 245"/>
                <a:gd name="T44" fmla="*/ 2 w 426"/>
                <a:gd name="T45" fmla="*/ 2 h 245"/>
                <a:gd name="T46" fmla="*/ 2 w 426"/>
                <a:gd name="T47" fmla="*/ 2 h 245"/>
                <a:gd name="T48" fmla="*/ 2 w 426"/>
                <a:gd name="T49" fmla="*/ 2 h 245"/>
                <a:gd name="T50" fmla="*/ 1 w 426"/>
                <a:gd name="T51" fmla="*/ 1 h 245"/>
                <a:gd name="T52" fmla="*/ 1 w 426"/>
                <a:gd name="T53" fmla="*/ 1 h 245"/>
                <a:gd name="T54" fmla="*/ 1 w 426"/>
                <a:gd name="T55" fmla="*/ 1 h 245"/>
                <a:gd name="T56" fmla="*/ 1 w 426"/>
                <a:gd name="T57" fmla="*/ 1 h 245"/>
                <a:gd name="T58" fmla="*/ 0 w 426"/>
                <a:gd name="T59" fmla="*/ 1 h 245"/>
                <a:gd name="T60" fmla="*/ 0 w 426"/>
                <a:gd name="T61" fmla="*/ 1 h 245"/>
                <a:gd name="T62" fmla="*/ 0 w 426"/>
                <a:gd name="T63" fmla="*/ 1 h 245"/>
                <a:gd name="T64" fmla="*/ 0 w 426"/>
                <a:gd name="T65" fmla="*/ 0 h 245"/>
                <a:gd name="T66" fmla="*/ 0 w 426"/>
                <a:gd name="T67" fmla="*/ 0 h 245"/>
                <a:gd name="T68" fmla="*/ 0 w 426"/>
                <a:gd name="T69" fmla="*/ 0 h 245"/>
                <a:gd name="T70" fmla="*/ 0 w 426"/>
                <a:gd name="T71" fmla="*/ 0 h 245"/>
                <a:gd name="T72" fmla="*/ 0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0" y="0"/>
                  </a:moveTo>
                  <a:lnTo>
                    <a:pt x="0" y="0"/>
                  </a:lnTo>
                  <a:lnTo>
                    <a:pt x="3" y="25"/>
                  </a:lnTo>
                  <a:lnTo>
                    <a:pt x="9" y="50"/>
                  </a:lnTo>
                  <a:lnTo>
                    <a:pt x="19" y="73"/>
                  </a:lnTo>
                  <a:lnTo>
                    <a:pt x="34" y="96"/>
                  </a:lnTo>
                  <a:lnTo>
                    <a:pt x="52" y="118"/>
                  </a:lnTo>
                  <a:lnTo>
                    <a:pt x="74" y="138"/>
                  </a:lnTo>
                  <a:lnTo>
                    <a:pt x="99" y="156"/>
                  </a:lnTo>
                  <a:lnTo>
                    <a:pt x="126" y="174"/>
                  </a:lnTo>
                  <a:lnTo>
                    <a:pt x="157" y="190"/>
                  </a:lnTo>
                  <a:lnTo>
                    <a:pt x="189" y="204"/>
                  </a:lnTo>
                  <a:lnTo>
                    <a:pt x="224" y="215"/>
                  </a:lnTo>
                  <a:lnTo>
                    <a:pt x="262" y="226"/>
                  </a:lnTo>
                  <a:lnTo>
                    <a:pt x="300" y="234"/>
                  </a:lnTo>
                  <a:lnTo>
                    <a:pt x="340" y="240"/>
                  </a:lnTo>
                  <a:lnTo>
                    <a:pt x="384" y="244"/>
                  </a:lnTo>
                  <a:lnTo>
                    <a:pt x="426" y="245"/>
                  </a:lnTo>
                  <a:lnTo>
                    <a:pt x="426" y="233"/>
                  </a:lnTo>
                  <a:lnTo>
                    <a:pt x="384" y="232"/>
                  </a:lnTo>
                  <a:lnTo>
                    <a:pt x="343" y="228"/>
                  </a:lnTo>
                  <a:lnTo>
                    <a:pt x="303" y="222"/>
                  </a:lnTo>
                  <a:lnTo>
                    <a:pt x="264" y="214"/>
                  </a:lnTo>
                  <a:lnTo>
                    <a:pt x="229" y="204"/>
                  </a:lnTo>
                  <a:lnTo>
                    <a:pt x="194" y="192"/>
                  </a:lnTo>
                  <a:lnTo>
                    <a:pt x="162" y="178"/>
                  </a:lnTo>
                  <a:lnTo>
                    <a:pt x="133" y="163"/>
                  </a:lnTo>
                  <a:lnTo>
                    <a:pt x="106" y="146"/>
                  </a:lnTo>
                  <a:lnTo>
                    <a:pt x="81" y="129"/>
                  </a:lnTo>
                  <a:lnTo>
                    <a:pt x="61" y="109"/>
                  </a:lnTo>
                  <a:lnTo>
                    <a:pt x="44" y="89"/>
                  </a:lnTo>
                  <a:lnTo>
                    <a:pt x="31" y="66"/>
                  </a:lnTo>
                  <a:lnTo>
                    <a:pt x="20" y="45"/>
                  </a:lnTo>
                  <a:lnTo>
                    <a:pt x="15" y="2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10971" name="Freeform 35"/>
            <p:cNvSpPr>
              <a:spLocks/>
            </p:cNvSpPr>
            <p:nvPr/>
          </p:nvSpPr>
          <p:spPr bwMode="auto">
            <a:xfrm>
              <a:off x="878" y="1448"/>
              <a:ext cx="792" cy="954"/>
            </a:xfrm>
            <a:custGeom>
              <a:avLst/>
              <a:gdLst>
                <a:gd name="T0" fmla="*/ 13 w 3960"/>
                <a:gd name="T1" fmla="*/ 38 h 4768"/>
                <a:gd name="T2" fmla="*/ 14 w 3960"/>
                <a:gd name="T3" fmla="*/ 38 h 4768"/>
                <a:gd name="T4" fmla="*/ 15 w 3960"/>
                <a:gd name="T5" fmla="*/ 38 h 4768"/>
                <a:gd name="T6" fmla="*/ 15 w 3960"/>
                <a:gd name="T7" fmla="*/ 38 h 4768"/>
                <a:gd name="T8" fmla="*/ 16 w 3960"/>
                <a:gd name="T9" fmla="*/ 38 h 4768"/>
                <a:gd name="T10" fmla="*/ 17 w 3960"/>
                <a:gd name="T11" fmla="*/ 38 h 4768"/>
                <a:gd name="T12" fmla="*/ 17 w 3960"/>
                <a:gd name="T13" fmla="*/ 38 h 4768"/>
                <a:gd name="T14" fmla="*/ 18 w 3960"/>
                <a:gd name="T15" fmla="*/ 38 h 4768"/>
                <a:gd name="T16" fmla="*/ 18 w 3960"/>
                <a:gd name="T17" fmla="*/ 38 h 4768"/>
                <a:gd name="T18" fmla="*/ 29 w 3960"/>
                <a:gd name="T19" fmla="*/ 30 h 4768"/>
                <a:gd name="T20" fmla="*/ 30 w 3960"/>
                <a:gd name="T21" fmla="*/ 30 h 4768"/>
                <a:gd name="T22" fmla="*/ 30 w 3960"/>
                <a:gd name="T23" fmla="*/ 29 h 4768"/>
                <a:gd name="T24" fmla="*/ 31 w 3960"/>
                <a:gd name="T25" fmla="*/ 28 h 4768"/>
                <a:gd name="T26" fmla="*/ 31 w 3960"/>
                <a:gd name="T27" fmla="*/ 28 h 4768"/>
                <a:gd name="T28" fmla="*/ 31 w 3960"/>
                <a:gd name="T29" fmla="*/ 27 h 4768"/>
                <a:gd name="T30" fmla="*/ 32 w 3960"/>
                <a:gd name="T31" fmla="*/ 26 h 4768"/>
                <a:gd name="T32" fmla="*/ 32 w 3960"/>
                <a:gd name="T33" fmla="*/ 25 h 4768"/>
                <a:gd name="T34" fmla="*/ 32 w 3960"/>
                <a:gd name="T35" fmla="*/ 11 h 4768"/>
                <a:gd name="T36" fmla="*/ 32 w 3960"/>
                <a:gd name="T37" fmla="*/ 10 h 4768"/>
                <a:gd name="T38" fmla="*/ 31 w 3960"/>
                <a:gd name="T39" fmla="*/ 9 h 4768"/>
                <a:gd name="T40" fmla="*/ 31 w 3960"/>
                <a:gd name="T41" fmla="*/ 9 h 4768"/>
                <a:gd name="T42" fmla="*/ 31 w 3960"/>
                <a:gd name="T43" fmla="*/ 8 h 4768"/>
                <a:gd name="T44" fmla="*/ 31 w 3960"/>
                <a:gd name="T45" fmla="*/ 8 h 4768"/>
                <a:gd name="T46" fmla="*/ 30 w 3960"/>
                <a:gd name="T47" fmla="*/ 7 h 4768"/>
                <a:gd name="T48" fmla="*/ 30 w 3960"/>
                <a:gd name="T49" fmla="*/ 7 h 4768"/>
                <a:gd name="T50" fmla="*/ 29 w 3960"/>
                <a:gd name="T51" fmla="*/ 6 h 4768"/>
                <a:gd name="T52" fmla="*/ 19 w 3960"/>
                <a:gd name="T53" fmla="*/ 1 h 4768"/>
                <a:gd name="T54" fmla="*/ 18 w 3960"/>
                <a:gd name="T55" fmla="*/ 0 h 4768"/>
                <a:gd name="T56" fmla="*/ 17 w 3960"/>
                <a:gd name="T57" fmla="*/ 0 h 4768"/>
                <a:gd name="T58" fmla="*/ 17 w 3960"/>
                <a:gd name="T59" fmla="*/ 0 h 4768"/>
                <a:gd name="T60" fmla="*/ 16 w 3960"/>
                <a:gd name="T61" fmla="*/ 0 h 4768"/>
                <a:gd name="T62" fmla="*/ 15 w 3960"/>
                <a:gd name="T63" fmla="*/ 0 h 4768"/>
                <a:gd name="T64" fmla="*/ 14 w 3960"/>
                <a:gd name="T65" fmla="*/ 0 h 4768"/>
                <a:gd name="T66" fmla="*/ 14 w 3960"/>
                <a:gd name="T67" fmla="*/ 0 h 4768"/>
                <a:gd name="T68" fmla="*/ 2 w 3960"/>
                <a:gd name="T69" fmla="*/ 6 h 4768"/>
                <a:gd name="T70" fmla="*/ 2 w 3960"/>
                <a:gd name="T71" fmla="*/ 7 h 4768"/>
                <a:gd name="T72" fmla="*/ 1 w 3960"/>
                <a:gd name="T73" fmla="*/ 7 h 4768"/>
                <a:gd name="T74" fmla="*/ 1 w 3960"/>
                <a:gd name="T75" fmla="*/ 8 h 4768"/>
                <a:gd name="T76" fmla="*/ 1 w 3960"/>
                <a:gd name="T77" fmla="*/ 8 h 4768"/>
                <a:gd name="T78" fmla="*/ 0 w 3960"/>
                <a:gd name="T79" fmla="*/ 9 h 4768"/>
                <a:gd name="T80" fmla="*/ 0 w 3960"/>
                <a:gd name="T81" fmla="*/ 9 h 4768"/>
                <a:gd name="T82" fmla="*/ 0 w 3960"/>
                <a:gd name="T83" fmla="*/ 10 h 4768"/>
                <a:gd name="T84" fmla="*/ 0 w 3960"/>
                <a:gd name="T85" fmla="*/ 11 h 4768"/>
                <a:gd name="T86" fmla="*/ 0 w 3960"/>
                <a:gd name="T87" fmla="*/ 25 h 4768"/>
                <a:gd name="T88" fmla="*/ 0 w 3960"/>
                <a:gd name="T89" fmla="*/ 26 h 4768"/>
                <a:gd name="T90" fmla="*/ 0 w 3960"/>
                <a:gd name="T91" fmla="*/ 27 h 4768"/>
                <a:gd name="T92" fmla="*/ 1 w 3960"/>
                <a:gd name="T93" fmla="*/ 28 h 4768"/>
                <a:gd name="T94" fmla="*/ 1 w 3960"/>
                <a:gd name="T95" fmla="*/ 29 h 4768"/>
                <a:gd name="T96" fmla="*/ 1 w 3960"/>
                <a:gd name="T97" fmla="*/ 29 h 4768"/>
                <a:gd name="T98" fmla="*/ 2 w 3960"/>
                <a:gd name="T99" fmla="*/ 30 h 4768"/>
                <a:gd name="T100" fmla="*/ 3 w 3960"/>
                <a:gd name="T101" fmla="*/ 31 h 4768"/>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w 3960"/>
                <a:gd name="T154" fmla="*/ 0 h 4768"/>
                <a:gd name="T155" fmla="*/ 3960 w 3960"/>
                <a:gd name="T156" fmla="*/ 4768 h 4768"/>
              </a:gdLst>
              <a:ahLst/>
              <a:cxnLst>
                <a:cxn ang="T102">
                  <a:pos x="T0" y="T1"/>
                </a:cxn>
                <a:cxn ang="T103">
                  <a:pos x="T2" y="T3"/>
                </a:cxn>
                <a:cxn ang="T104">
                  <a:pos x="T4" y="T5"/>
                </a:cxn>
                <a:cxn ang="T105">
                  <a:pos x="T6" y="T7"/>
                </a:cxn>
                <a:cxn ang="T106">
                  <a:pos x="T8" y="T9"/>
                </a:cxn>
                <a:cxn ang="T107">
                  <a:pos x="T10" y="T11"/>
                </a:cxn>
                <a:cxn ang="T108">
                  <a:pos x="T12" y="T13"/>
                </a:cxn>
                <a:cxn ang="T109">
                  <a:pos x="T14" y="T15"/>
                </a:cxn>
                <a:cxn ang="T110">
                  <a:pos x="T16" y="T17"/>
                </a:cxn>
                <a:cxn ang="T111">
                  <a:pos x="T18" y="T19"/>
                </a:cxn>
                <a:cxn ang="T112">
                  <a:pos x="T20" y="T21"/>
                </a:cxn>
                <a:cxn ang="T113">
                  <a:pos x="T22" y="T23"/>
                </a:cxn>
                <a:cxn ang="T114">
                  <a:pos x="T24" y="T25"/>
                </a:cxn>
                <a:cxn ang="T115">
                  <a:pos x="T26" y="T27"/>
                </a:cxn>
                <a:cxn ang="T116">
                  <a:pos x="T28" y="T29"/>
                </a:cxn>
                <a:cxn ang="T117">
                  <a:pos x="T30" y="T31"/>
                </a:cxn>
                <a:cxn ang="T118">
                  <a:pos x="T32" y="T33"/>
                </a:cxn>
                <a:cxn ang="T119">
                  <a:pos x="T34" y="T35"/>
                </a:cxn>
                <a:cxn ang="T120">
                  <a:pos x="T36" y="T37"/>
                </a:cxn>
                <a:cxn ang="T121">
                  <a:pos x="T38" y="T39"/>
                </a:cxn>
                <a:cxn ang="T122">
                  <a:pos x="T40" y="T41"/>
                </a:cxn>
                <a:cxn ang="T123">
                  <a:pos x="T42" y="T43"/>
                </a:cxn>
                <a:cxn ang="T124">
                  <a:pos x="T44" y="T45"/>
                </a:cxn>
                <a:cxn ang="T125">
                  <a:pos x="T46" y="T47"/>
                </a:cxn>
                <a:cxn ang="T126">
                  <a:pos x="T48" y="T49"/>
                </a:cxn>
                <a:cxn ang="T127">
                  <a:pos x="T50" y="T51"/>
                </a:cxn>
                <a:cxn ang="T128">
                  <a:pos x="T52" y="T53"/>
                </a:cxn>
                <a:cxn ang="T129">
                  <a:pos x="T54" y="T55"/>
                </a:cxn>
                <a:cxn ang="T130">
                  <a:pos x="T56" y="T57"/>
                </a:cxn>
                <a:cxn ang="T131">
                  <a:pos x="T58" y="T59"/>
                </a:cxn>
                <a:cxn ang="T132">
                  <a:pos x="T60" y="T61"/>
                </a:cxn>
                <a:cxn ang="T133">
                  <a:pos x="T62" y="T63"/>
                </a:cxn>
                <a:cxn ang="T134">
                  <a:pos x="T64" y="T65"/>
                </a:cxn>
                <a:cxn ang="T135">
                  <a:pos x="T66" y="T67"/>
                </a:cxn>
                <a:cxn ang="T136">
                  <a:pos x="T68" y="T69"/>
                </a:cxn>
                <a:cxn ang="T137">
                  <a:pos x="T70" y="T71"/>
                </a:cxn>
                <a:cxn ang="T138">
                  <a:pos x="T72" y="T73"/>
                </a:cxn>
                <a:cxn ang="T139">
                  <a:pos x="T74" y="T75"/>
                </a:cxn>
                <a:cxn ang="T140">
                  <a:pos x="T76" y="T77"/>
                </a:cxn>
                <a:cxn ang="T141">
                  <a:pos x="T78" y="T79"/>
                </a:cxn>
                <a:cxn ang="T142">
                  <a:pos x="T80" y="T81"/>
                </a:cxn>
                <a:cxn ang="T143">
                  <a:pos x="T82" y="T83"/>
                </a:cxn>
                <a:cxn ang="T144">
                  <a:pos x="T84" y="T85"/>
                </a:cxn>
                <a:cxn ang="T145">
                  <a:pos x="T86" y="T87"/>
                </a:cxn>
                <a:cxn ang="T146">
                  <a:pos x="T88" y="T89"/>
                </a:cxn>
                <a:cxn ang="T147">
                  <a:pos x="T90" y="T91"/>
                </a:cxn>
                <a:cxn ang="T148">
                  <a:pos x="T92" y="T93"/>
                </a:cxn>
                <a:cxn ang="T149">
                  <a:pos x="T94" y="T95"/>
                </a:cxn>
                <a:cxn ang="T150">
                  <a:pos x="T96" y="T97"/>
                </a:cxn>
                <a:cxn ang="T151">
                  <a:pos x="T98" y="T99"/>
                </a:cxn>
                <a:cxn ang="T152">
                  <a:pos x="T100" y="T101"/>
                </a:cxn>
              </a:cxnLst>
              <a:rect l="T153" t="T154" r="T155" b="T156"/>
              <a:pathLst>
                <a:path w="3960" h="4768">
                  <a:moveTo>
                    <a:pt x="353" y="3849"/>
                  </a:moveTo>
                  <a:lnTo>
                    <a:pt x="1661" y="4700"/>
                  </a:lnTo>
                  <a:lnTo>
                    <a:pt x="1697" y="4717"/>
                  </a:lnTo>
                  <a:lnTo>
                    <a:pt x="1736" y="4731"/>
                  </a:lnTo>
                  <a:lnTo>
                    <a:pt x="1776" y="4742"/>
                  </a:lnTo>
                  <a:lnTo>
                    <a:pt x="1818" y="4753"/>
                  </a:lnTo>
                  <a:lnTo>
                    <a:pt x="1860" y="4760"/>
                  </a:lnTo>
                  <a:lnTo>
                    <a:pt x="1902" y="4765"/>
                  </a:lnTo>
                  <a:lnTo>
                    <a:pt x="1946" y="4768"/>
                  </a:lnTo>
                  <a:lnTo>
                    <a:pt x="1988" y="4768"/>
                  </a:lnTo>
                  <a:lnTo>
                    <a:pt x="2031" y="4767"/>
                  </a:lnTo>
                  <a:lnTo>
                    <a:pt x="2073" y="4763"/>
                  </a:lnTo>
                  <a:lnTo>
                    <a:pt x="2114" y="4758"/>
                  </a:lnTo>
                  <a:lnTo>
                    <a:pt x="2154" y="4751"/>
                  </a:lnTo>
                  <a:lnTo>
                    <a:pt x="2193" y="4740"/>
                  </a:lnTo>
                  <a:lnTo>
                    <a:pt x="2230" y="4729"/>
                  </a:lnTo>
                  <a:lnTo>
                    <a:pt x="2264" y="4715"/>
                  </a:lnTo>
                  <a:lnTo>
                    <a:pt x="2297" y="4700"/>
                  </a:lnTo>
                  <a:lnTo>
                    <a:pt x="3639" y="3825"/>
                  </a:lnTo>
                  <a:lnTo>
                    <a:pt x="3673" y="3795"/>
                  </a:lnTo>
                  <a:lnTo>
                    <a:pt x="3707" y="3761"/>
                  </a:lnTo>
                  <a:lnTo>
                    <a:pt x="3738" y="3725"/>
                  </a:lnTo>
                  <a:lnTo>
                    <a:pt x="3768" y="3685"/>
                  </a:lnTo>
                  <a:lnTo>
                    <a:pt x="3796" y="3644"/>
                  </a:lnTo>
                  <a:lnTo>
                    <a:pt x="3821" y="3599"/>
                  </a:lnTo>
                  <a:lnTo>
                    <a:pt x="3846" y="3553"/>
                  </a:lnTo>
                  <a:lnTo>
                    <a:pt x="3868" y="3505"/>
                  </a:lnTo>
                  <a:lnTo>
                    <a:pt x="3888" y="3456"/>
                  </a:lnTo>
                  <a:lnTo>
                    <a:pt x="3907" y="3406"/>
                  </a:lnTo>
                  <a:lnTo>
                    <a:pt x="3922" y="3354"/>
                  </a:lnTo>
                  <a:lnTo>
                    <a:pt x="3935" y="3303"/>
                  </a:lnTo>
                  <a:lnTo>
                    <a:pt x="3946" y="3250"/>
                  </a:lnTo>
                  <a:lnTo>
                    <a:pt x="3953" y="3197"/>
                  </a:lnTo>
                  <a:lnTo>
                    <a:pt x="3957" y="3144"/>
                  </a:lnTo>
                  <a:lnTo>
                    <a:pt x="3960" y="3092"/>
                  </a:lnTo>
                  <a:lnTo>
                    <a:pt x="3959" y="1313"/>
                  </a:lnTo>
                  <a:lnTo>
                    <a:pt x="3955" y="1271"/>
                  </a:lnTo>
                  <a:lnTo>
                    <a:pt x="3949" y="1229"/>
                  </a:lnTo>
                  <a:lnTo>
                    <a:pt x="3941" y="1189"/>
                  </a:lnTo>
                  <a:lnTo>
                    <a:pt x="3930" y="1149"/>
                  </a:lnTo>
                  <a:lnTo>
                    <a:pt x="3918" y="1111"/>
                  </a:lnTo>
                  <a:lnTo>
                    <a:pt x="3902" y="1075"/>
                  </a:lnTo>
                  <a:lnTo>
                    <a:pt x="3886" y="1040"/>
                  </a:lnTo>
                  <a:lnTo>
                    <a:pt x="3867" y="1006"/>
                  </a:lnTo>
                  <a:lnTo>
                    <a:pt x="3846" y="973"/>
                  </a:lnTo>
                  <a:lnTo>
                    <a:pt x="3823" y="942"/>
                  </a:lnTo>
                  <a:lnTo>
                    <a:pt x="3798" y="913"/>
                  </a:lnTo>
                  <a:lnTo>
                    <a:pt x="3771" y="886"/>
                  </a:lnTo>
                  <a:lnTo>
                    <a:pt x="3743" y="860"/>
                  </a:lnTo>
                  <a:lnTo>
                    <a:pt x="3714" y="837"/>
                  </a:lnTo>
                  <a:lnTo>
                    <a:pt x="3682" y="816"/>
                  </a:lnTo>
                  <a:lnTo>
                    <a:pt x="3649" y="796"/>
                  </a:lnTo>
                  <a:lnTo>
                    <a:pt x="2386" y="83"/>
                  </a:lnTo>
                  <a:lnTo>
                    <a:pt x="2350" y="65"/>
                  </a:lnTo>
                  <a:lnTo>
                    <a:pt x="2310" y="50"/>
                  </a:lnTo>
                  <a:lnTo>
                    <a:pt x="2268" y="36"/>
                  </a:lnTo>
                  <a:lnTo>
                    <a:pt x="2223" y="24"/>
                  </a:lnTo>
                  <a:lnTo>
                    <a:pt x="2178" y="15"/>
                  </a:lnTo>
                  <a:lnTo>
                    <a:pt x="2131" y="8"/>
                  </a:lnTo>
                  <a:lnTo>
                    <a:pt x="2082" y="3"/>
                  </a:lnTo>
                  <a:lnTo>
                    <a:pt x="2032" y="0"/>
                  </a:lnTo>
                  <a:lnTo>
                    <a:pt x="1982" y="1"/>
                  </a:lnTo>
                  <a:lnTo>
                    <a:pt x="1933" y="3"/>
                  </a:lnTo>
                  <a:lnTo>
                    <a:pt x="1882" y="9"/>
                  </a:lnTo>
                  <a:lnTo>
                    <a:pt x="1833" y="17"/>
                  </a:lnTo>
                  <a:lnTo>
                    <a:pt x="1785" y="29"/>
                  </a:lnTo>
                  <a:lnTo>
                    <a:pt x="1737" y="43"/>
                  </a:lnTo>
                  <a:lnTo>
                    <a:pt x="1691" y="62"/>
                  </a:lnTo>
                  <a:lnTo>
                    <a:pt x="1647" y="83"/>
                  </a:lnTo>
                  <a:lnTo>
                    <a:pt x="311" y="782"/>
                  </a:lnTo>
                  <a:lnTo>
                    <a:pt x="276" y="803"/>
                  </a:lnTo>
                  <a:lnTo>
                    <a:pt x="243" y="826"/>
                  </a:lnTo>
                  <a:lnTo>
                    <a:pt x="213" y="852"/>
                  </a:lnTo>
                  <a:lnTo>
                    <a:pt x="184" y="879"/>
                  </a:lnTo>
                  <a:lnTo>
                    <a:pt x="155" y="908"/>
                  </a:lnTo>
                  <a:lnTo>
                    <a:pt x="131" y="939"/>
                  </a:lnTo>
                  <a:lnTo>
                    <a:pt x="107" y="971"/>
                  </a:lnTo>
                  <a:lnTo>
                    <a:pt x="86" y="1005"/>
                  </a:lnTo>
                  <a:lnTo>
                    <a:pt x="68" y="1040"/>
                  </a:lnTo>
                  <a:lnTo>
                    <a:pt x="50" y="1076"/>
                  </a:lnTo>
                  <a:lnTo>
                    <a:pt x="36" y="1115"/>
                  </a:lnTo>
                  <a:lnTo>
                    <a:pt x="23" y="1153"/>
                  </a:lnTo>
                  <a:lnTo>
                    <a:pt x="14" y="1195"/>
                  </a:lnTo>
                  <a:lnTo>
                    <a:pt x="7" y="1236"/>
                  </a:lnTo>
                  <a:lnTo>
                    <a:pt x="2" y="1279"/>
                  </a:lnTo>
                  <a:lnTo>
                    <a:pt x="0" y="1322"/>
                  </a:lnTo>
                  <a:lnTo>
                    <a:pt x="0" y="3093"/>
                  </a:lnTo>
                  <a:lnTo>
                    <a:pt x="2" y="3147"/>
                  </a:lnTo>
                  <a:lnTo>
                    <a:pt x="7" y="3202"/>
                  </a:lnTo>
                  <a:lnTo>
                    <a:pt x="15" y="3257"/>
                  </a:lnTo>
                  <a:lnTo>
                    <a:pt x="27" y="3312"/>
                  </a:lnTo>
                  <a:lnTo>
                    <a:pt x="42" y="3366"/>
                  </a:lnTo>
                  <a:lnTo>
                    <a:pt x="59" y="3420"/>
                  </a:lnTo>
                  <a:lnTo>
                    <a:pt x="79" y="3474"/>
                  </a:lnTo>
                  <a:lnTo>
                    <a:pt x="102" y="3525"/>
                  </a:lnTo>
                  <a:lnTo>
                    <a:pt x="127" y="3576"/>
                  </a:lnTo>
                  <a:lnTo>
                    <a:pt x="154" y="3624"/>
                  </a:lnTo>
                  <a:lnTo>
                    <a:pt x="184" y="3670"/>
                  </a:lnTo>
                  <a:lnTo>
                    <a:pt x="214" y="3712"/>
                  </a:lnTo>
                  <a:lnTo>
                    <a:pt x="247" y="3752"/>
                  </a:lnTo>
                  <a:lnTo>
                    <a:pt x="281" y="3788"/>
                  </a:lnTo>
                  <a:lnTo>
                    <a:pt x="317" y="3821"/>
                  </a:lnTo>
                  <a:lnTo>
                    <a:pt x="353" y="384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10972" name="Freeform 36"/>
            <p:cNvSpPr>
              <a:spLocks/>
            </p:cNvSpPr>
            <p:nvPr/>
          </p:nvSpPr>
          <p:spPr bwMode="auto">
            <a:xfrm>
              <a:off x="943" y="2210"/>
              <a:ext cx="276" cy="187"/>
            </a:xfrm>
            <a:custGeom>
              <a:avLst/>
              <a:gdLst>
                <a:gd name="T0" fmla="*/ 11 w 1380"/>
                <a:gd name="T1" fmla="*/ 7 h 937"/>
                <a:gd name="T2" fmla="*/ 11 w 1380"/>
                <a:gd name="T3" fmla="*/ 7 h 937"/>
                <a:gd name="T4" fmla="*/ 0 w 1380"/>
                <a:gd name="T5" fmla="*/ 0 h 937"/>
                <a:gd name="T6" fmla="*/ 0 w 1380"/>
                <a:gd name="T7" fmla="*/ 1 h 937"/>
                <a:gd name="T8" fmla="*/ 10 w 1380"/>
                <a:gd name="T9" fmla="*/ 7 h 937"/>
                <a:gd name="T10" fmla="*/ 10 w 1380"/>
                <a:gd name="T11" fmla="*/ 7 h 937"/>
                <a:gd name="T12" fmla="*/ 10 w 1380"/>
                <a:gd name="T13" fmla="*/ 7 h 937"/>
                <a:gd name="T14" fmla="*/ 11 w 1380"/>
                <a:gd name="T15" fmla="*/ 7 h 937"/>
                <a:gd name="T16" fmla="*/ 11 w 1380"/>
                <a:gd name="T17" fmla="*/ 7 h 937"/>
                <a:gd name="T18" fmla="*/ 11 w 1380"/>
                <a:gd name="T19" fmla="*/ 7 h 937"/>
                <a:gd name="T20" fmla="*/ 11 w 1380"/>
                <a:gd name="T21" fmla="*/ 7 h 937"/>
                <a:gd name="T22" fmla="*/ 11 w 1380"/>
                <a:gd name="T23" fmla="*/ 7 h 937"/>
                <a:gd name="T24" fmla="*/ 11 w 1380"/>
                <a:gd name="T25" fmla="*/ 7 h 937"/>
                <a:gd name="T26" fmla="*/ 11 w 1380"/>
                <a:gd name="T27" fmla="*/ 7 h 937"/>
                <a:gd name="T28" fmla="*/ 11 w 1380"/>
                <a:gd name="T29" fmla="*/ 7 h 937"/>
                <a:gd name="T30" fmla="*/ 11 w 1380"/>
                <a:gd name="T31" fmla="*/ 7 h 93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80"/>
                <a:gd name="T49" fmla="*/ 0 h 937"/>
                <a:gd name="T50" fmla="*/ 1380 w 1380"/>
                <a:gd name="T51" fmla="*/ 937 h 93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80" h="937">
                  <a:moveTo>
                    <a:pt x="1354" y="848"/>
                  </a:moveTo>
                  <a:lnTo>
                    <a:pt x="1359" y="851"/>
                  </a:lnTo>
                  <a:lnTo>
                    <a:pt x="51" y="0"/>
                  </a:lnTo>
                  <a:lnTo>
                    <a:pt x="0" y="78"/>
                  </a:lnTo>
                  <a:lnTo>
                    <a:pt x="1307" y="929"/>
                  </a:lnTo>
                  <a:lnTo>
                    <a:pt x="1312" y="932"/>
                  </a:lnTo>
                  <a:lnTo>
                    <a:pt x="1307" y="929"/>
                  </a:lnTo>
                  <a:lnTo>
                    <a:pt x="1326" y="937"/>
                  </a:lnTo>
                  <a:lnTo>
                    <a:pt x="1345" y="936"/>
                  </a:lnTo>
                  <a:lnTo>
                    <a:pt x="1360" y="929"/>
                  </a:lnTo>
                  <a:lnTo>
                    <a:pt x="1372" y="916"/>
                  </a:lnTo>
                  <a:lnTo>
                    <a:pt x="1379" y="899"/>
                  </a:lnTo>
                  <a:lnTo>
                    <a:pt x="1380" y="883"/>
                  </a:lnTo>
                  <a:lnTo>
                    <a:pt x="1374" y="865"/>
                  </a:lnTo>
                  <a:lnTo>
                    <a:pt x="1359" y="851"/>
                  </a:lnTo>
                  <a:lnTo>
                    <a:pt x="1354" y="84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10973" name="Freeform 37"/>
            <p:cNvSpPr>
              <a:spLocks/>
            </p:cNvSpPr>
            <p:nvPr/>
          </p:nvSpPr>
          <p:spPr bwMode="auto">
            <a:xfrm>
              <a:off x="1206" y="2379"/>
              <a:ext cx="140" cy="32"/>
            </a:xfrm>
            <a:custGeom>
              <a:avLst/>
              <a:gdLst>
                <a:gd name="T0" fmla="*/ 5 w 703"/>
                <a:gd name="T1" fmla="*/ 0 h 162"/>
                <a:gd name="T2" fmla="*/ 5 w 703"/>
                <a:gd name="T3" fmla="*/ 0 h 162"/>
                <a:gd name="T4" fmla="*/ 5 w 703"/>
                <a:gd name="T5" fmla="*/ 0 h 162"/>
                <a:gd name="T6" fmla="*/ 5 w 703"/>
                <a:gd name="T7" fmla="*/ 0 h 162"/>
                <a:gd name="T8" fmla="*/ 4 w 703"/>
                <a:gd name="T9" fmla="*/ 0 h 162"/>
                <a:gd name="T10" fmla="*/ 4 w 703"/>
                <a:gd name="T11" fmla="*/ 0 h 162"/>
                <a:gd name="T12" fmla="*/ 4 w 703"/>
                <a:gd name="T13" fmla="*/ 0 h 162"/>
                <a:gd name="T14" fmla="*/ 3 w 703"/>
                <a:gd name="T15" fmla="*/ 1 h 162"/>
                <a:gd name="T16" fmla="*/ 3 w 703"/>
                <a:gd name="T17" fmla="*/ 1 h 162"/>
                <a:gd name="T18" fmla="*/ 3 w 703"/>
                <a:gd name="T19" fmla="*/ 1 h 162"/>
                <a:gd name="T20" fmla="*/ 2 w 703"/>
                <a:gd name="T21" fmla="*/ 1 h 162"/>
                <a:gd name="T22" fmla="*/ 2 w 703"/>
                <a:gd name="T23" fmla="*/ 1 h 162"/>
                <a:gd name="T24" fmla="*/ 2 w 703"/>
                <a:gd name="T25" fmla="*/ 0 h 162"/>
                <a:gd name="T26" fmla="*/ 1 w 703"/>
                <a:gd name="T27" fmla="*/ 0 h 162"/>
                <a:gd name="T28" fmla="*/ 1 w 703"/>
                <a:gd name="T29" fmla="*/ 0 h 162"/>
                <a:gd name="T30" fmla="*/ 1 w 703"/>
                <a:gd name="T31" fmla="*/ 0 h 162"/>
                <a:gd name="T32" fmla="*/ 1 w 703"/>
                <a:gd name="T33" fmla="*/ 0 h 162"/>
                <a:gd name="T34" fmla="*/ 0 w 703"/>
                <a:gd name="T35" fmla="*/ 0 h 162"/>
                <a:gd name="T36" fmla="*/ 0 w 703"/>
                <a:gd name="T37" fmla="*/ 1 h 162"/>
                <a:gd name="T38" fmla="*/ 0 w 703"/>
                <a:gd name="T39" fmla="*/ 1 h 162"/>
                <a:gd name="T40" fmla="*/ 1 w 703"/>
                <a:gd name="T41" fmla="*/ 1 h 162"/>
                <a:gd name="T42" fmla="*/ 1 w 703"/>
                <a:gd name="T43" fmla="*/ 1 h 162"/>
                <a:gd name="T44" fmla="*/ 1 w 703"/>
                <a:gd name="T45" fmla="*/ 1 h 162"/>
                <a:gd name="T46" fmla="*/ 2 w 703"/>
                <a:gd name="T47" fmla="*/ 1 h 162"/>
                <a:gd name="T48" fmla="*/ 2 w 703"/>
                <a:gd name="T49" fmla="*/ 1 h 162"/>
                <a:gd name="T50" fmla="*/ 2 w 703"/>
                <a:gd name="T51" fmla="*/ 1 h 162"/>
                <a:gd name="T52" fmla="*/ 3 w 703"/>
                <a:gd name="T53" fmla="*/ 1 h 162"/>
                <a:gd name="T54" fmla="*/ 3 w 703"/>
                <a:gd name="T55" fmla="*/ 1 h 162"/>
                <a:gd name="T56" fmla="*/ 3 w 703"/>
                <a:gd name="T57" fmla="*/ 1 h 162"/>
                <a:gd name="T58" fmla="*/ 4 w 703"/>
                <a:gd name="T59" fmla="*/ 1 h 162"/>
                <a:gd name="T60" fmla="*/ 4 w 703"/>
                <a:gd name="T61" fmla="*/ 1 h 162"/>
                <a:gd name="T62" fmla="*/ 5 w 703"/>
                <a:gd name="T63" fmla="*/ 1 h 162"/>
                <a:gd name="T64" fmla="*/ 5 w 703"/>
                <a:gd name="T65" fmla="*/ 1 h 162"/>
                <a:gd name="T66" fmla="*/ 5 w 703"/>
                <a:gd name="T67" fmla="*/ 1 h 162"/>
                <a:gd name="T68" fmla="*/ 5 w 703"/>
                <a:gd name="T69" fmla="*/ 1 h 162"/>
                <a:gd name="T70" fmla="*/ 5 w 703"/>
                <a:gd name="T71" fmla="*/ 1 h 162"/>
                <a:gd name="T72" fmla="*/ 5 w 703"/>
                <a:gd name="T73" fmla="*/ 1 h 162"/>
                <a:gd name="T74" fmla="*/ 5 w 703"/>
                <a:gd name="T75" fmla="*/ 1 h 162"/>
                <a:gd name="T76" fmla="*/ 6 w 703"/>
                <a:gd name="T77" fmla="*/ 0 h 162"/>
                <a:gd name="T78" fmla="*/ 6 w 703"/>
                <a:gd name="T79" fmla="*/ 0 h 162"/>
                <a:gd name="T80" fmla="*/ 6 w 703"/>
                <a:gd name="T81" fmla="*/ 0 h 162"/>
                <a:gd name="T82" fmla="*/ 5 w 703"/>
                <a:gd name="T83" fmla="*/ 0 h 162"/>
                <a:gd name="T84" fmla="*/ 5 w 703"/>
                <a:gd name="T85" fmla="*/ 0 h 162"/>
                <a:gd name="T86" fmla="*/ 5 w 703"/>
                <a:gd name="T87" fmla="*/ 0 h 162"/>
                <a:gd name="T88" fmla="*/ 5 w 703"/>
                <a:gd name="T89" fmla="*/ 0 h 162"/>
                <a:gd name="T90" fmla="*/ 5 w 703"/>
                <a:gd name="T91" fmla="*/ 0 h 162"/>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703"/>
                <a:gd name="T139" fmla="*/ 0 h 162"/>
                <a:gd name="T140" fmla="*/ 703 w 703"/>
                <a:gd name="T141" fmla="*/ 162 h 162"/>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703" h="162">
                  <a:moveTo>
                    <a:pt x="631" y="8"/>
                  </a:moveTo>
                  <a:lnTo>
                    <a:pt x="636" y="6"/>
                  </a:lnTo>
                  <a:lnTo>
                    <a:pt x="606" y="20"/>
                  </a:lnTo>
                  <a:lnTo>
                    <a:pt x="575" y="32"/>
                  </a:lnTo>
                  <a:lnTo>
                    <a:pt x="540" y="42"/>
                  </a:lnTo>
                  <a:lnTo>
                    <a:pt x="504" y="52"/>
                  </a:lnTo>
                  <a:lnTo>
                    <a:pt x="467" y="59"/>
                  </a:lnTo>
                  <a:lnTo>
                    <a:pt x="428" y="64"/>
                  </a:lnTo>
                  <a:lnTo>
                    <a:pt x="389" y="67"/>
                  </a:lnTo>
                  <a:lnTo>
                    <a:pt x="348" y="68"/>
                  </a:lnTo>
                  <a:lnTo>
                    <a:pt x="308" y="68"/>
                  </a:lnTo>
                  <a:lnTo>
                    <a:pt x="267" y="65"/>
                  </a:lnTo>
                  <a:lnTo>
                    <a:pt x="226" y="61"/>
                  </a:lnTo>
                  <a:lnTo>
                    <a:pt x="187" y="54"/>
                  </a:lnTo>
                  <a:lnTo>
                    <a:pt x="148" y="44"/>
                  </a:lnTo>
                  <a:lnTo>
                    <a:pt x="110" y="33"/>
                  </a:lnTo>
                  <a:lnTo>
                    <a:pt x="75" y="20"/>
                  </a:lnTo>
                  <a:lnTo>
                    <a:pt x="42" y="5"/>
                  </a:lnTo>
                  <a:lnTo>
                    <a:pt x="0" y="89"/>
                  </a:lnTo>
                  <a:lnTo>
                    <a:pt x="40" y="107"/>
                  </a:lnTo>
                  <a:lnTo>
                    <a:pt x="82" y="122"/>
                  </a:lnTo>
                  <a:lnTo>
                    <a:pt x="124" y="135"/>
                  </a:lnTo>
                  <a:lnTo>
                    <a:pt x="169" y="146"/>
                  </a:lnTo>
                  <a:lnTo>
                    <a:pt x="214" y="153"/>
                  </a:lnTo>
                  <a:lnTo>
                    <a:pt x="258" y="158"/>
                  </a:lnTo>
                  <a:lnTo>
                    <a:pt x="303" y="162"/>
                  </a:lnTo>
                  <a:lnTo>
                    <a:pt x="348" y="162"/>
                  </a:lnTo>
                  <a:lnTo>
                    <a:pt x="394" y="161"/>
                  </a:lnTo>
                  <a:lnTo>
                    <a:pt x="439" y="157"/>
                  </a:lnTo>
                  <a:lnTo>
                    <a:pt x="481" y="150"/>
                  </a:lnTo>
                  <a:lnTo>
                    <a:pt x="525" y="143"/>
                  </a:lnTo>
                  <a:lnTo>
                    <a:pt x="566" y="132"/>
                  </a:lnTo>
                  <a:lnTo>
                    <a:pt x="606" y="121"/>
                  </a:lnTo>
                  <a:lnTo>
                    <a:pt x="643" y="105"/>
                  </a:lnTo>
                  <a:lnTo>
                    <a:pt x="678" y="88"/>
                  </a:lnTo>
                  <a:lnTo>
                    <a:pt x="683" y="86"/>
                  </a:lnTo>
                  <a:lnTo>
                    <a:pt x="678" y="88"/>
                  </a:lnTo>
                  <a:lnTo>
                    <a:pt x="695" y="75"/>
                  </a:lnTo>
                  <a:lnTo>
                    <a:pt x="702" y="60"/>
                  </a:lnTo>
                  <a:lnTo>
                    <a:pt x="703" y="42"/>
                  </a:lnTo>
                  <a:lnTo>
                    <a:pt x="698" y="26"/>
                  </a:lnTo>
                  <a:lnTo>
                    <a:pt x="688" y="12"/>
                  </a:lnTo>
                  <a:lnTo>
                    <a:pt x="674" y="3"/>
                  </a:lnTo>
                  <a:lnTo>
                    <a:pt x="656" y="0"/>
                  </a:lnTo>
                  <a:lnTo>
                    <a:pt x="636" y="6"/>
                  </a:lnTo>
                  <a:lnTo>
                    <a:pt x="631"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10974" name="Freeform 38"/>
            <p:cNvSpPr>
              <a:spLocks/>
            </p:cNvSpPr>
            <p:nvPr/>
          </p:nvSpPr>
          <p:spPr bwMode="auto">
            <a:xfrm>
              <a:off x="1332" y="2204"/>
              <a:ext cx="283" cy="192"/>
            </a:xfrm>
            <a:custGeom>
              <a:avLst/>
              <a:gdLst>
                <a:gd name="T0" fmla="*/ 11 w 1415"/>
                <a:gd name="T1" fmla="*/ 0 h 960"/>
                <a:gd name="T2" fmla="*/ 11 w 1415"/>
                <a:gd name="T3" fmla="*/ 0 h 960"/>
                <a:gd name="T4" fmla="*/ 0 w 1415"/>
                <a:gd name="T5" fmla="*/ 7 h 960"/>
                <a:gd name="T6" fmla="*/ 0 w 1415"/>
                <a:gd name="T7" fmla="*/ 8 h 960"/>
                <a:gd name="T8" fmla="*/ 11 w 1415"/>
                <a:gd name="T9" fmla="*/ 1 h 960"/>
                <a:gd name="T10" fmla="*/ 11 w 1415"/>
                <a:gd name="T11" fmla="*/ 1 h 960"/>
                <a:gd name="T12" fmla="*/ 11 w 1415"/>
                <a:gd name="T13" fmla="*/ 1 h 960"/>
                <a:gd name="T14" fmla="*/ 11 w 1415"/>
                <a:gd name="T15" fmla="*/ 1 h 960"/>
                <a:gd name="T16" fmla="*/ 11 w 1415"/>
                <a:gd name="T17" fmla="*/ 0 h 960"/>
                <a:gd name="T18" fmla="*/ 11 w 1415"/>
                <a:gd name="T19" fmla="*/ 0 h 960"/>
                <a:gd name="T20" fmla="*/ 11 w 1415"/>
                <a:gd name="T21" fmla="*/ 0 h 960"/>
                <a:gd name="T22" fmla="*/ 11 w 1415"/>
                <a:gd name="T23" fmla="*/ 0 h 960"/>
                <a:gd name="T24" fmla="*/ 11 w 1415"/>
                <a:gd name="T25" fmla="*/ 0 h 960"/>
                <a:gd name="T26" fmla="*/ 11 w 1415"/>
                <a:gd name="T27" fmla="*/ 0 h 960"/>
                <a:gd name="T28" fmla="*/ 11 w 1415"/>
                <a:gd name="T29" fmla="*/ 0 h 960"/>
                <a:gd name="T30" fmla="*/ 11 w 1415"/>
                <a:gd name="T31" fmla="*/ 0 h 96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15"/>
                <a:gd name="T49" fmla="*/ 0 h 960"/>
                <a:gd name="T50" fmla="*/ 1415 w 1415"/>
                <a:gd name="T51" fmla="*/ 960 h 96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15" h="960">
                  <a:moveTo>
                    <a:pt x="1338" y="10"/>
                  </a:moveTo>
                  <a:lnTo>
                    <a:pt x="1342" y="8"/>
                  </a:lnTo>
                  <a:lnTo>
                    <a:pt x="0" y="882"/>
                  </a:lnTo>
                  <a:lnTo>
                    <a:pt x="52" y="960"/>
                  </a:lnTo>
                  <a:lnTo>
                    <a:pt x="1393" y="85"/>
                  </a:lnTo>
                  <a:lnTo>
                    <a:pt x="1397" y="83"/>
                  </a:lnTo>
                  <a:lnTo>
                    <a:pt x="1393" y="85"/>
                  </a:lnTo>
                  <a:lnTo>
                    <a:pt x="1409" y="71"/>
                  </a:lnTo>
                  <a:lnTo>
                    <a:pt x="1415" y="53"/>
                  </a:lnTo>
                  <a:lnTo>
                    <a:pt x="1413" y="37"/>
                  </a:lnTo>
                  <a:lnTo>
                    <a:pt x="1406" y="21"/>
                  </a:lnTo>
                  <a:lnTo>
                    <a:pt x="1395" y="8"/>
                  </a:lnTo>
                  <a:lnTo>
                    <a:pt x="1379" y="1"/>
                  </a:lnTo>
                  <a:lnTo>
                    <a:pt x="1361" y="0"/>
                  </a:lnTo>
                  <a:lnTo>
                    <a:pt x="1342" y="8"/>
                  </a:lnTo>
                  <a:lnTo>
                    <a:pt x="1338" y="1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10975" name="Freeform 39"/>
            <p:cNvSpPr>
              <a:spLocks/>
            </p:cNvSpPr>
            <p:nvPr/>
          </p:nvSpPr>
          <p:spPr bwMode="auto">
            <a:xfrm>
              <a:off x="1599" y="2057"/>
              <a:ext cx="80" cy="163"/>
            </a:xfrm>
            <a:custGeom>
              <a:avLst/>
              <a:gdLst>
                <a:gd name="T0" fmla="*/ 2 w 398"/>
                <a:gd name="T1" fmla="*/ 0 h 817"/>
                <a:gd name="T2" fmla="*/ 2 w 398"/>
                <a:gd name="T3" fmla="*/ 0 h 817"/>
                <a:gd name="T4" fmla="*/ 2 w 398"/>
                <a:gd name="T5" fmla="*/ 1 h 817"/>
                <a:gd name="T6" fmla="*/ 2 w 398"/>
                <a:gd name="T7" fmla="*/ 1 h 817"/>
                <a:gd name="T8" fmla="*/ 2 w 398"/>
                <a:gd name="T9" fmla="*/ 2 h 817"/>
                <a:gd name="T10" fmla="*/ 2 w 398"/>
                <a:gd name="T11" fmla="*/ 2 h 817"/>
                <a:gd name="T12" fmla="*/ 2 w 398"/>
                <a:gd name="T13" fmla="*/ 2 h 817"/>
                <a:gd name="T14" fmla="*/ 2 w 398"/>
                <a:gd name="T15" fmla="*/ 3 h 817"/>
                <a:gd name="T16" fmla="*/ 2 w 398"/>
                <a:gd name="T17" fmla="*/ 3 h 817"/>
                <a:gd name="T18" fmla="*/ 2 w 398"/>
                <a:gd name="T19" fmla="*/ 4 h 817"/>
                <a:gd name="T20" fmla="*/ 2 w 398"/>
                <a:gd name="T21" fmla="*/ 4 h 817"/>
                <a:gd name="T22" fmla="*/ 1 w 398"/>
                <a:gd name="T23" fmla="*/ 4 h 817"/>
                <a:gd name="T24" fmla="*/ 1 w 398"/>
                <a:gd name="T25" fmla="*/ 5 h 817"/>
                <a:gd name="T26" fmla="*/ 1 w 398"/>
                <a:gd name="T27" fmla="*/ 5 h 817"/>
                <a:gd name="T28" fmla="*/ 1 w 398"/>
                <a:gd name="T29" fmla="*/ 5 h 817"/>
                <a:gd name="T30" fmla="*/ 1 w 398"/>
                <a:gd name="T31" fmla="*/ 5 h 817"/>
                <a:gd name="T32" fmla="*/ 0 w 398"/>
                <a:gd name="T33" fmla="*/ 6 h 817"/>
                <a:gd name="T34" fmla="*/ 0 w 398"/>
                <a:gd name="T35" fmla="*/ 6 h 817"/>
                <a:gd name="T36" fmla="*/ 0 w 398"/>
                <a:gd name="T37" fmla="*/ 7 h 817"/>
                <a:gd name="T38" fmla="*/ 1 w 398"/>
                <a:gd name="T39" fmla="*/ 6 h 817"/>
                <a:gd name="T40" fmla="*/ 1 w 398"/>
                <a:gd name="T41" fmla="*/ 6 h 817"/>
                <a:gd name="T42" fmla="*/ 1 w 398"/>
                <a:gd name="T43" fmla="*/ 6 h 817"/>
                <a:gd name="T44" fmla="*/ 2 w 398"/>
                <a:gd name="T45" fmla="*/ 5 h 817"/>
                <a:gd name="T46" fmla="*/ 2 w 398"/>
                <a:gd name="T47" fmla="*/ 5 h 817"/>
                <a:gd name="T48" fmla="*/ 2 w 398"/>
                <a:gd name="T49" fmla="*/ 5 h 817"/>
                <a:gd name="T50" fmla="*/ 2 w 398"/>
                <a:gd name="T51" fmla="*/ 4 h 817"/>
                <a:gd name="T52" fmla="*/ 2 w 398"/>
                <a:gd name="T53" fmla="*/ 4 h 817"/>
                <a:gd name="T54" fmla="*/ 3 w 398"/>
                <a:gd name="T55" fmla="*/ 3 h 817"/>
                <a:gd name="T56" fmla="*/ 3 w 398"/>
                <a:gd name="T57" fmla="*/ 3 h 817"/>
                <a:gd name="T58" fmla="*/ 3 w 398"/>
                <a:gd name="T59" fmla="*/ 3 h 817"/>
                <a:gd name="T60" fmla="*/ 3 w 398"/>
                <a:gd name="T61" fmla="*/ 2 h 817"/>
                <a:gd name="T62" fmla="*/ 3 w 398"/>
                <a:gd name="T63" fmla="*/ 2 h 817"/>
                <a:gd name="T64" fmla="*/ 3 w 398"/>
                <a:gd name="T65" fmla="*/ 1 h 817"/>
                <a:gd name="T66" fmla="*/ 3 w 398"/>
                <a:gd name="T67" fmla="*/ 1 h 817"/>
                <a:gd name="T68" fmla="*/ 3 w 398"/>
                <a:gd name="T69" fmla="*/ 0 h 817"/>
                <a:gd name="T70" fmla="*/ 3 w 398"/>
                <a:gd name="T71" fmla="*/ 0 h 817"/>
                <a:gd name="T72" fmla="*/ 3 w 398"/>
                <a:gd name="T73" fmla="*/ 0 h 817"/>
                <a:gd name="T74" fmla="*/ 3 w 398"/>
                <a:gd name="T75" fmla="*/ 0 h 817"/>
                <a:gd name="T76" fmla="*/ 3 w 398"/>
                <a:gd name="T77" fmla="*/ 0 h 817"/>
                <a:gd name="T78" fmla="*/ 3 w 398"/>
                <a:gd name="T79" fmla="*/ 0 h 817"/>
                <a:gd name="T80" fmla="*/ 3 w 398"/>
                <a:gd name="T81" fmla="*/ 0 h 817"/>
                <a:gd name="T82" fmla="*/ 3 w 398"/>
                <a:gd name="T83" fmla="*/ 0 h 817"/>
                <a:gd name="T84" fmla="*/ 3 w 398"/>
                <a:gd name="T85" fmla="*/ 0 h 817"/>
                <a:gd name="T86" fmla="*/ 2 w 398"/>
                <a:gd name="T87" fmla="*/ 0 h 817"/>
                <a:gd name="T88" fmla="*/ 2 w 398"/>
                <a:gd name="T89" fmla="*/ 0 h 817"/>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398"/>
                <a:gd name="T136" fmla="*/ 0 h 817"/>
                <a:gd name="T137" fmla="*/ 398 w 398"/>
                <a:gd name="T138" fmla="*/ 817 h 817"/>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398" h="817">
                  <a:moveTo>
                    <a:pt x="304" y="47"/>
                  </a:moveTo>
                  <a:lnTo>
                    <a:pt x="304" y="47"/>
                  </a:lnTo>
                  <a:lnTo>
                    <a:pt x="301" y="97"/>
                  </a:lnTo>
                  <a:lnTo>
                    <a:pt x="297" y="147"/>
                  </a:lnTo>
                  <a:lnTo>
                    <a:pt x="291" y="198"/>
                  </a:lnTo>
                  <a:lnTo>
                    <a:pt x="280" y="247"/>
                  </a:lnTo>
                  <a:lnTo>
                    <a:pt x="268" y="297"/>
                  </a:lnTo>
                  <a:lnTo>
                    <a:pt x="253" y="347"/>
                  </a:lnTo>
                  <a:lnTo>
                    <a:pt x="236" y="395"/>
                  </a:lnTo>
                  <a:lnTo>
                    <a:pt x="217" y="442"/>
                  </a:lnTo>
                  <a:lnTo>
                    <a:pt x="195" y="487"/>
                  </a:lnTo>
                  <a:lnTo>
                    <a:pt x="171" y="532"/>
                  </a:lnTo>
                  <a:lnTo>
                    <a:pt x="147" y="574"/>
                  </a:lnTo>
                  <a:lnTo>
                    <a:pt x="121" y="613"/>
                  </a:lnTo>
                  <a:lnTo>
                    <a:pt x="93" y="650"/>
                  </a:lnTo>
                  <a:lnTo>
                    <a:pt x="64" y="684"/>
                  </a:lnTo>
                  <a:lnTo>
                    <a:pt x="32" y="716"/>
                  </a:lnTo>
                  <a:lnTo>
                    <a:pt x="0" y="744"/>
                  </a:lnTo>
                  <a:lnTo>
                    <a:pt x="59" y="817"/>
                  </a:lnTo>
                  <a:lnTo>
                    <a:pt x="95" y="784"/>
                  </a:lnTo>
                  <a:lnTo>
                    <a:pt x="132" y="748"/>
                  </a:lnTo>
                  <a:lnTo>
                    <a:pt x="166" y="709"/>
                  </a:lnTo>
                  <a:lnTo>
                    <a:pt x="196" y="667"/>
                  </a:lnTo>
                  <a:lnTo>
                    <a:pt x="227" y="623"/>
                  </a:lnTo>
                  <a:lnTo>
                    <a:pt x="253" y="576"/>
                  </a:lnTo>
                  <a:lnTo>
                    <a:pt x="279" y="530"/>
                  </a:lnTo>
                  <a:lnTo>
                    <a:pt x="301" y="479"/>
                  </a:lnTo>
                  <a:lnTo>
                    <a:pt x="323" y="428"/>
                  </a:lnTo>
                  <a:lnTo>
                    <a:pt x="342" y="375"/>
                  </a:lnTo>
                  <a:lnTo>
                    <a:pt x="359" y="321"/>
                  </a:lnTo>
                  <a:lnTo>
                    <a:pt x="372" y="268"/>
                  </a:lnTo>
                  <a:lnTo>
                    <a:pt x="382" y="212"/>
                  </a:lnTo>
                  <a:lnTo>
                    <a:pt x="391" y="157"/>
                  </a:lnTo>
                  <a:lnTo>
                    <a:pt x="395" y="102"/>
                  </a:lnTo>
                  <a:lnTo>
                    <a:pt x="398" y="47"/>
                  </a:lnTo>
                  <a:lnTo>
                    <a:pt x="394" y="27"/>
                  </a:lnTo>
                  <a:lnTo>
                    <a:pt x="383" y="11"/>
                  </a:lnTo>
                  <a:lnTo>
                    <a:pt x="368" y="3"/>
                  </a:lnTo>
                  <a:lnTo>
                    <a:pt x="351" y="0"/>
                  </a:lnTo>
                  <a:lnTo>
                    <a:pt x="333" y="3"/>
                  </a:lnTo>
                  <a:lnTo>
                    <a:pt x="319" y="11"/>
                  </a:lnTo>
                  <a:lnTo>
                    <a:pt x="307" y="27"/>
                  </a:lnTo>
                  <a:lnTo>
                    <a:pt x="304" y="4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10976" name="Freeform 40"/>
            <p:cNvSpPr>
              <a:spLocks/>
            </p:cNvSpPr>
            <p:nvPr/>
          </p:nvSpPr>
          <p:spPr bwMode="auto">
            <a:xfrm>
              <a:off x="1660" y="1701"/>
              <a:ext cx="19" cy="365"/>
            </a:xfrm>
            <a:custGeom>
              <a:avLst/>
              <a:gdLst>
                <a:gd name="T0" fmla="*/ 0 w 95"/>
                <a:gd name="T1" fmla="*/ 0 h 1826"/>
                <a:gd name="T2" fmla="*/ 0 w 95"/>
                <a:gd name="T3" fmla="*/ 0 h 1826"/>
                <a:gd name="T4" fmla="*/ 0 w 95"/>
                <a:gd name="T5" fmla="*/ 15 h 1826"/>
                <a:gd name="T6" fmla="*/ 1 w 95"/>
                <a:gd name="T7" fmla="*/ 15 h 1826"/>
                <a:gd name="T8" fmla="*/ 1 w 95"/>
                <a:gd name="T9" fmla="*/ 0 h 1826"/>
                <a:gd name="T10" fmla="*/ 1 w 95"/>
                <a:gd name="T11" fmla="*/ 0 h 1826"/>
                <a:gd name="T12" fmla="*/ 1 w 95"/>
                <a:gd name="T13" fmla="*/ 0 h 1826"/>
                <a:gd name="T14" fmla="*/ 1 w 95"/>
                <a:gd name="T15" fmla="*/ 0 h 1826"/>
                <a:gd name="T16" fmla="*/ 1 w 95"/>
                <a:gd name="T17" fmla="*/ 0 h 1826"/>
                <a:gd name="T18" fmla="*/ 1 w 95"/>
                <a:gd name="T19" fmla="*/ 0 h 1826"/>
                <a:gd name="T20" fmla="*/ 0 w 95"/>
                <a:gd name="T21" fmla="*/ 0 h 1826"/>
                <a:gd name="T22" fmla="*/ 0 w 95"/>
                <a:gd name="T23" fmla="*/ 0 h 1826"/>
                <a:gd name="T24" fmla="*/ 0 w 95"/>
                <a:gd name="T25" fmla="*/ 0 h 1826"/>
                <a:gd name="T26" fmla="*/ 0 w 95"/>
                <a:gd name="T27" fmla="*/ 0 h 1826"/>
                <a:gd name="T28" fmla="*/ 0 w 95"/>
                <a:gd name="T29" fmla="*/ 0 h 1826"/>
                <a:gd name="T30" fmla="*/ 0 w 95"/>
                <a:gd name="T31" fmla="*/ 0 h 182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95"/>
                <a:gd name="T49" fmla="*/ 0 h 1826"/>
                <a:gd name="T50" fmla="*/ 95 w 95"/>
                <a:gd name="T51" fmla="*/ 1826 h 182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95" h="1826">
                  <a:moveTo>
                    <a:pt x="0" y="49"/>
                  </a:moveTo>
                  <a:lnTo>
                    <a:pt x="0" y="47"/>
                  </a:lnTo>
                  <a:lnTo>
                    <a:pt x="1" y="1826"/>
                  </a:lnTo>
                  <a:lnTo>
                    <a:pt x="95" y="1826"/>
                  </a:lnTo>
                  <a:lnTo>
                    <a:pt x="93" y="47"/>
                  </a:lnTo>
                  <a:lnTo>
                    <a:pt x="93" y="45"/>
                  </a:lnTo>
                  <a:lnTo>
                    <a:pt x="93" y="47"/>
                  </a:lnTo>
                  <a:lnTo>
                    <a:pt x="90" y="27"/>
                  </a:lnTo>
                  <a:lnTo>
                    <a:pt x="79" y="12"/>
                  </a:lnTo>
                  <a:lnTo>
                    <a:pt x="64" y="4"/>
                  </a:lnTo>
                  <a:lnTo>
                    <a:pt x="47" y="0"/>
                  </a:lnTo>
                  <a:lnTo>
                    <a:pt x="29" y="4"/>
                  </a:lnTo>
                  <a:lnTo>
                    <a:pt x="15" y="12"/>
                  </a:lnTo>
                  <a:lnTo>
                    <a:pt x="3" y="27"/>
                  </a:lnTo>
                  <a:lnTo>
                    <a:pt x="0" y="47"/>
                  </a:lnTo>
                  <a:lnTo>
                    <a:pt x="0" y="4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10977" name="Freeform 41"/>
            <p:cNvSpPr>
              <a:spLocks/>
            </p:cNvSpPr>
            <p:nvPr/>
          </p:nvSpPr>
          <p:spPr bwMode="auto">
            <a:xfrm>
              <a:off x="1598" y="1598"/>
              <a:ext cx="81" cy="113"/>
            </a:xfrm>
            <a:custGeom>
              <a:avLst/>
              <a:gdLst>
                <a:gd name="T0" fmla="*/ 0 w 401"/>
                <a:gd name="T1" fmla="*/ 1 h 566"/>
                <a:gd name="T2" fmla="*/ 0 w 401"/>
                <a:gd name="T3" fmla="*/ 1 h 566"/>
                <a:gd name="T4" fmla="*/ 0 w 401"/>
                <a:gd name="T5" fmla="*/ 1 h 566"/>
                <a:gd name="T6" fmla="*/ 1 w 401"/>
                <a:gd name="T7" fmla="*/ 1 h 566"/>
                <a:gd name="T8" fmla="*/ 1 w 401"/>
                <a:gd name="T9" fmla="*/ 1 h 566"/>
                <a:gd name="T10" fmla="*/ 1 w 401"/>
                <a:gd name="T11" fmla="*/ 1 h 566"/>
                <a:gd name="T12" fmla="*/ 1 w 401"/>
                <a:gd name="T13" fmla="*/ 2 h 566"/>
                <a:gd name="T14" fmla="*/ 1 w 401"/>
                <a:gd name="T15" fmla="*/ 2 h 566"/>
                <a:gd name="T16" fmla="*/ 2 w 401"/>
                <a:gd name="T17" fmla="*/ 2 h 566"/>
                <a:gd name="T18" fmla="*/ 2 w 401"/>
                <a:gd name="T19" fmla="*/ 2 h 566"/>
                <a:gd name="T20" fmla="*/ 2 w 401"/>
                <a:gd name="T21" fmla="*/ 2 h 566"/>
                <a:gd name="T22" fmla="*/ 2 w 401"/>
                <a:gd name="T23" fmla="*/ 3 h 566"/>
                <a:gd name="T24" fmla="*/ 2 w 401"/>
                <a:gd name="T25" fmla="*/ 3 h 566"/>
                <a:gd name="T26" fmla="*/ 2 w 401"/>
                <a:gd name="T27" fmla="*/ 3 h 566"/>
                <a:gd name="T28" fmla="*/ 2 w 401"/>
                <a:gd name="T29" fmla="*/ 4 h 566"/>
                <a:gd name="T30" fmla="*/ 2 w 401"/>
                <a:gd name="T31" fmla="*/ 4 h 566"/>
                <a:gd name="T32" fmla="*/ 2 w 401"/>
                <a:gd name="T33" fmla="*/ 4 h 566"/>
                <a:gd name="T34" fmla="*/ 3 w 401"/>
                <a:gd name="T35" fmla="*/ 5 h 566"/>
                <a:gd name="T36" fmla="*/ 3 w 401"/>
                <a:gd name="T37" fmla="*/ 4 h 566"/>
                <a:gd name="T38" fmla="*/ 3 w 401"/>
                <a:gd name="T39" fmla="*/ 4 h 566"/>
                <a:gd name="T40" fmla="*/ 3 w 401"/>
                <a:gd name="T41" fmla="*/ 4 h 566"/>
                <a:gd name="T42" fmla="*/ 3 w 401"/>
                <a:gd name="T43" fmla="*/ 3 h 566"/>
                <a:gd name="T44" fmla="*/ 3 w 401"/>
                <a:gd name="T45" fmla="*/ 3 h 566"/>
                <a:gd name="T46" fmla="*/ 3 w 401"/>
                <a:gd name="T47" fmla="*/ 3 h 566"/>
                <a:gd name="T48" fmla="*/ 3 w 401"/>
                <a:gd name="T49" fmla="*/ 2 h 566"/>
                <a:gd name="T50" fmla="*/ 3 w 401"/>
                <a:gd name="T51" fmla="*/ 2 h 566"/>
                <a:gd name="T52" fmla="*/ 2 w 401"/>
                <a:gd name="T53" fmla="*/ 2 h 566"/>
                <a:gd name="T54" fmla="*/ 2 w 401"/>
                <a:gd name="T55" fmla="*/ 2 h 566"/>
                <a:gd name="T56" fmla="*/ 2 w 401"/>
                <a:gd name="T57" fmla="*/ 1 h 566"/>
                <a:gd name="T58" fmla="*/ 2 w 401"/>
                <a:gd name="T59" fmla="*/ 1 h 566"/>
                <a:gd name="T60" fmla="*/ 2 w 401"/>
                <a:gd name="T61" fmla="*/ 1 h 566"/>
                <a:gd name="T62" fmla="*/ 1 w 401"/>
                <a:gd name="T63" fmla="*/ 1 h 566"/>
                <a:gd name="T64" fmla="*/ 1 w 401"/>
                <a:gd name="T65" fmla="*/ 0 h 566"/>
                <a:gd name="T66" fmla="*/ 1 w 401"/>
                <a:gd name="T67" fmla="*/ 0 h 566"/>
                <a:gd name="T68" fmla="*/ 1 w 401"/>
                <a:gd name="T69" fmla="*/ 0 h 566"/>
                <a:gd name="T70" fmla="*/ 1 w 401"/>
                <a:gd name="T71" fmla="*/ 0 h 566"/>
                <a:gd name="T72" fmla="*/ 1 w 401"/>
                <a:gd name="T73" fmla="*/ 0 h 566"/>
                <a:gd name="T74" fmla="*/ 0 w 401"/>
                <a:gd name="T75" fmla="*/ 0 h 566"/>
                <a:gd name="T76" fmla="*/ 0 w 401"/>
                <a:gd name="T77" fmla="*/ 0 h 566"/>
                <a:gd name="T78" fmla="*/ 0 w 401"/>
                <a:gd name="T79" fmla="*/ 0 h 566"/>
                <a:gd name="T80" fmla="*/ 0 w 401"/>
                <a:gd name="T81" fmla="*/ 0 h 566"/>
                <a:gd name="T82" fmla="*/ 0 w 401"/>
                <a:gd name="T83" fmla="*/ 0 h 566"/>
                <a:gd name="T84" fmla="*/ 0 w 401"/>
                <a:gd name="T85" fmla="*/ 0 h 566"/>
                <a:gd name="T86" fmla="*/ 0 w 401"/>
                <a:gd name="T87" fmla="*/ 1 h 566"/>
                <a:gd name="T88" fmla="*/ 0 w 401"/>
                <a:gd name="T89" fmla="*/ 1 h 56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401"/>
                <a:gd name="T136" fmla="*/ 0 h 566"/>
                <a:gd name="T137" fmla="*/ 401 w 401"/>
                <a:gd name="T138" fmla="*/ 566 h 566"/>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401" h="566">
                  <a:moveTo>
                    <a:pt x="23" y="88"/>
                  </a:moveTo>
                  <a:lnTo>
                    <a:pt x="23" y="88"/>
                  </a:lnTo>
                  <a:lnTo>
                    <a:pt x="53" y="107"/>
                  </a:lnTo>
                  <a:lnTo>
                    <a:pt x="83" y="125"/>
                  </a:lnTo>
                  <a:lnTo>
                    <a:pt x="108" y="147"/>
                  </a:lnTo>
                  <a:lnTo>
                    <a:pt x="135" y="171"/>
                  </a:lnTo>
                  <a:lnTo>
                    <a:pt x="160" y="196"/>
                  </a:lnTo>
                  <a:lnTo>
                    <a:pt x="182" y="223"/>
                  </a:lnTo>
                  <a:lnTo>
                    <a:pt x="205" y="251"/>
                  </a:lnTo>
                  <a:lnTo>
                    <a:pt x="223" y="281"/>
                  </a:lnTo>
                  <a:lnTo>
                    <a:pt x="240" y="312"/>
                  </a:lnTo>
                  <a:lnTo>
                    <a:pt x="256" y="345"/>
                  </a:lnTo>
                  <a:lnTo>
                    <a:pt x="270" y="379"/>
                  </a:lnTo>
                  <a:lnTo>
                    <a:pt x="282" y="414"/>
                  </a:lnTo>
                  <a:lnTo>
                    <a:pt x="291" y="450"/>
                  </a:lnTo>
                  <a:lnTo>
                    <a:pt x="299" y="488"/>
                  </a:lnTo>
                  <a:lnTo>
                    <a:pt x="304" y="526"/>
                  </a:lnTo>
                  <a:lnTo>
                    <a:pt x="308" y="566"/>
                  </a:lnTo>
                  <a:lnTo>
                    <a:pt x="401" y="562"/>
                  </a:lnTo>
                  <a:lnTo>
                    <a:pt x="398" y="517"/>
                  </a:lnTo>
                  <a:lnTo>
                    <a:pt x="391" y="471"/>
                  </a:lnTo>
                  <a:lnTo>
                    <a:pt x="383" y="429"/>
                  </a:lnTo>
                  <a:lnTo>
                    <a:pt x="371" y="386"/>
                  </a:lnTo>
                  <a:lnTo>
                    <a:pt x="357" y="346"/>
                  </a:lnTo>
                  <a:lnTo>
                    <a:pt x="340" y="307"/>
                  </a:lnTo>
                  <a:lnTo>
                    <a:pt x="324" y="270"/>
                  </a:lnTo>
                  <a:lnTo>
                    <a:pt x="303" y="232"/>
                  </a:lnTo>
                  <a:lnTo>
                    <a:pt x="280" y="197"/>
                  </a:lnTo>
                  <a:lnTo>
                    <a:pt x="255" y="164"/>
                  </a:lnTo>
                  <a:lnTo>
                    <a:pt x="228" y="132"/>
                  </a:lnTo>
                  <a:lnTo>
                    <a:pt x="199" y="103"/>
                  </a:lnTo>
                  <a:lnTo>
                    <a:pt x="169" y="76"/>
                  </a:lnTo>
                  <a:lnTo>
                    <a:pt x="137" y="50"/>
                  </a:lnTo>
                  <a:lnTo>
                    <a:pt x="103" y="27"/>
                  </a:lnTo>
                  <a:lnTo>
                    <a:pt x="67" y="6"/>
                  </a:lnTo>
                  <a:lnTo>
                    <a:pt x="48" y="0"/>
                  </a:lnTo>
                  <a:lnTo>
                    <a:pt x="30" y="2"/>
                  </a:lnTo>
                  <a:lnTo>
                    <a:pt x="16" y="12"/>
                  </a:lnTo>
                  <a:lnTo>
                    <a:pt x="5" y="25"/>
                  </a:lnTo>
                  <a:lnTo>
                    <a:pt x="0" y="41"/>
                  </a:lnTo>
                  <a:lnTo>
                    <a:pt x="0" y="59"/>
                  </a:lnTo>
                  <a:lnTo>
                    <a:pt x="8" y="75"/>
                  </a:lnTo>
                  <a:lnTo>
                    <a:pt x="23"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10978" name="Freeform 42"/>
            <p:cNvSpPr>
              <a:spLocks/>
            </p:cNvSpPr>
            <p:nvPr/>
          </p:nvSpPr>
          <p:spPr bwMode="auto">
            <a:xfrm>
              <a:off x="1346" y="1455"/>
              <a:ext cx="266" cy="160"/>
            </a:xfrm>
            <a:custGeom>
              <a:avLst/>
              <a:gdLst>
                <a:gd name="T0" fmla="*/ 0 w 1330"/>
                <a:gd name="T1" fmla="*/ 1 h 801"/>
                <a:gd name="T2" fmla="*/ 0 w 1330"/>
                <a:gd name="T3" fmla="*/ 1 h 801"/>
                <a:gd name="T4" fmla="*/ 10 w 1330"/>
                <a:gd name="T5" fmla="*/ 6 h 801"/>
                <a:gd name="T6" fmla="*/ 11 w 1330"/>
                <a:gd name="T7" fmla="*/ 6 h 801"/>
                <a:gd name="T8" fmla="*/ 1 w 1330"/>
                <a:gd name="T9" fmla="*/ 0 h 801"/>
                <a:gd name="T10" fmla="*/ 1 w 1330"/>
                <a:gd name="T11" fmla="*/ 0 h 801"/>
                <a:gd name="T12" fmla="*/ 1 w 1330"/>
                <a:gd name="T13" fmla="*/ 0 h 801"/>
                <a:gd name="T14" fmla="*/ 0 w 1330"/>
                <a:gd name="T15" fmla="*/ 0 h 801"/>
                <a:gd name="T16" fmla="*/ 0 w 1330"/>
                <a:gd name="T17" fmla="*/ 0 h 801"/>
                <a:gd name="T18" fmla="*/ 0 w 1330"/>
                <a:gd name="T19" fmla="*/ 0 h 801"/>
                <a:gd name="T20" fmla="*/ 0 w 1330"/>
                <a:gd name="T21" fmla="*/ 0 h 801"/>
                <a:gd name="T22" fmla="*/ 0 w 1330"/>
                <a:gd name="T23" fmla="*/ 0 h 801"/>
                <a:gd name="T24" fmla="*/ 0 w 1330"/>
                <a:gd name="T25" fmla="*/ 0 h 801"/>
                <a:gd name="T26" fmla="*/ 0 w 1330"/>
                <a:gd name="T27" fmla="*/ 1 h 801"/>
                <a:gd name="T28" fmla="*/ 0 w 1330"/>
                <a:gd name="T29" fmla="*/ 1 h 801"/>
                <a:gd name="T30" fmla="*/ 0 w 1330"/>
                <a:gd name="T31" fmla="*/ 1 h 801"/>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30"/>
                <a:gd name="T49" fmla="*/ 0 h 801"/>
                <a:gd name="T50" fmla="*/ 1330 w 1330"/>
                <a:gd name="T51" fmla="*/ 801 h 801"/>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30" h="801">
                  <a:moveTo>
                    <a:pt x="24" y="88"/>
                  </a:moveTo>
                  <a:lnTo>
                    <a:pt x="23" y="88"/>
                  </a:lnTo>
                  <a:lnTo>
                    <a:pt x="1286" y="801"/>
                  </a:lnTo>
                  <a:lnTo>
                    <a:pt x="1330" y="719"/>
                  </a:lnTo>
                  <a:lnTo>
                    <a:pt x="67" y="6"/>
                  </a:lnTo>
                  <a:lnTo>
                    <a:pt x="66" y="6"/>
                  </a:lnTo>
                  <a:lnTo>
                    <a:pt x="67" y="6"/>
                  </a:lnTo>
                  <a:lnTo>
                    <a:pt x="48" y="0"/>
                  </a:lnTo>
                  <a:lnTo>
                    <a:pt x="30" y="2"/>
                  </a:lnTo>
                  <a:lnTo>
                    <a:pt x="16" y="12"/>
                  </a:lnTo>
                  <a:lnTo>
                    <a:pt x="5" y="25"/>
                  </a:lnTo>
                  <a:lnTo>
                    <a:pt x="0" y="41"/>
                  </a:lnTo>
                  <a:lnTo>
                    <a:pt x="0" y="59"/>
                  </a:lnTo>
                  <a:lnTo>
                    <a:pt x="8" y="75"/>
                  </a:lnTo>
                  <a:lnTo>
                    <a:pt x="23" y="88"/>
                  </a:lnTo>
                  <a:lnTo>
                    <a:pt x="24"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10979" name="Freeform 43"/>
            <p:cNvSpPr>
              <a:spLocks/>
            </p:cNvSpPr>
            <p:nvPr/>
          </p:nvSpPr>
          <p:spPr bwMode="auto">
            <a:xfrm>
              <a:off x="1198" y="1439"/>
              <a:ext cx="161" cy="35"/>
            </a:xfrm>
            <a:custGeom>
              <a:avLst/>
              <a:gdLst>
                <a:gd name="T0" fmla="*/ 1 w 806"/>
                <a:gd name="T1" fmla="*/ 1 h 177"/>
                <a:gd name="T2" fmla="*/ 1 w 806"/>
                <a:gd name="T3" fmla="*/ 1 h 177"/>
                <a:gd name="T4" fmla="*/ 1 w 806"/>
                <a:gd name="T5" fmla="*/ 1 h 177"/>
                <a:gd name="T6" fmla="*/ 1 w 806"/>
                <a:gd name="T7" fmla="*/ 1 h 177"/>
                <a:gd name="T8" fmla="*/ 2 w 806"/>
                <a:gd name="T9" fmla="*/ 1 h 177"/>
                <a:gd name="T10" fmla="*/ 2 w 806"/>
                <a:gd name="T11" fmla="*/ 1 h 177"/>
                <a:gd name="T12" fmla="*/ 2 w 806"/>
                <a:gd name="T13" fmla="*/ 1 h 177"/>
                <a:gd name="T14" fmla="*/ 3 w 806"/>
                <a:gd name="T15" fmla="*/ 1 h 177"/>
                <a:gd name="T16" fmla="*/ 3 w 806"/>
                <a:gd name="T17" fmla="*/ 1 h 177"/>
                <a:gd name="T18" fmla="*/ 3 w 806"/>
                <a:gd name="T19" fmla="*/ 1 h 177"/>
                <a:gd name="T20" fmla="*/ 4 w 806"/>
                <a:gd name="T21" fmla="*/ 1 h 177"/>
                <a:gd name="T22" fmla="*/ 4 w 806"/>
                <a:gd name="T23" fmla="*/ 1 h 177"/>
                <a:gd name="T24" fmla="*/ 5 w 806"/>
                <a:gd name="T25" fmla="*/ 1 h 177"/>
                <a:gd name="T26" fmla="*/ 5 w 806"/>
                <a:gd name="T27" fmla="*/ 1 h 177"/>
                <a:gd name="T28" fmla="*/ 5 w 806"/>
                <a:gd name="T29" fmla="*/ 1 h 177"/>
                <a:gd name="T30" fmla="*/ 6 w 806"/>
                <a:gd name="T31" fmla="*/ 1 h 177"/>
                <a:gd name="T32" fmla="*/ 6 w 806"/>
                <a:gd name="T33" fmla="*/ 1 h 177"/>
                <a:gd name="T34" fmla="*/ 6 w 806"/>
                <a:gd name="T35" fmla="*/ 1 h 177"/>
                <a:gd name="T36" fmla="*/ 6 w 806"/>
                <a:gd name="T37" fmla="*/ 1 h 177"/>
                <a:gd name="T38" fmla="*/ 6 w 806"/>
                <a:gd name="T39" fmla="*/ 1 h 177"/>
                <a:gd name="T40" fmla="*/ 6 w 806"/>
                <a:gd name="T41" fmla="*/ 0 h 177"/>
                <a:gd name="T42" fmla="*/ 5 w 806"/>
                <a:gd name="T43" fmla="*/ 0 h 177"/>
                <a:gd name="T44" fmla="*/ 5 w 806"/>
                <a:gd name="T45" fmla="*/ 0 h 177"/>
                <a:gd name="T46" fmla="*/ 5 w 806"/>
                <a:gd name="T47" fmla="*/ 0 h 177"/>
                <a:gd name="T48" fmla="*/ 4 w 806"/>
                <a:gd name="T49" fmla="*/ 0 h 177"/>
                <a:gd name="T50" fmla="*/ 4 w 806"/>
                <a:gd name="T51" fmla="*/ 0 h 177"/>
                <a:gd name="T52" fmla="*/ 3 w 806"/>
                <a:gd name="T53" fmla="*/ 0 h 177"/>
                <a:gd name="T54" fmla="*/ 3 w 806"/>
                <a:gd name="T55" fmla="*/ 0 h 177"/>
                <a:gd name="T56" fmla="*/ 3 w 806"/>
                <a:gd name="T57" fmla="*/ 0 h 177"/>
                <a:gd name="T58" fmla="*/ 2 w 806"/>
                <a:gd name="T59" fmla="*/ 0 h 177"/>
                <a:gd name="T60" fmla="*/ 2 w 806"/>
                <a:gd name="T61" fmla="*/ 0 h 177"/>
                <a:gd name="T62" fmla="*/ 1 w 806"/>
                <a:gd name="T63" fmla="*/ 0 h 177"/>
                <a:gd name="T64" fmla="*/ 1 w 806"/>
                <a:gd name="T65" fmla="*/ 0 h 177"/>
                <a:gd name="T66" fmla="*/ 1 w 806"/>
                <a:gd name="T67" fmla="*/ 1 h 177"/>
                <a:gd name="T68" fmla="*/ 0 w 806"/>
                <a:gd name="T69" fmla="*/ 1 h 177"/>
                <a:gd name="T70" fmla="*/ 0 w 806"/>
                <a:gd name="T71" fmla="*/ 1 h 177"/>
                <a:gd name="T72" fmla="*/ 0 w 806"/>
                <a:gd name="T73" fmla="*/ 1 h 177"/>
                <a:gd name="T74" fmla="*/ 0 w 806"/>
                <a:gd name="T75" fmla="*/ 1 h 177"/>
                <a:gd name="T76" fmla="*/ 0 w 806"/>
                <a:gd name="T77" fmla="*/ 1 h 177"/>
                <a:gd name="T78" fmla="*/ 0 w 806"/>
                <a:gd name="T79" fmla="*/ 1 h 177"/>
                <a:gd name="T80" fmla="*/ 0 w 806"/>
                <a:gd name="T81" fmla="*/ 1 h 177"/>
                <a:gd name="T82" fmla="*/ 0 w 806"/>
                <a:gd name="T83" fmla="*/ 1 h 177"/>
                <a:gd name="T84" fmla="*/ 0 w 806"/>
                <a:gd name="T85" fmla="*/ 1 h 177"/>
                <a:gd name="T86" fmla="*/ 0 w 806"/>
                <a:gd name="T87" fmla="*/ 1 h 177"/>
                <a:gd name="T88" fmla="*/ 1 w 806"/>
                <a:gd name="T89" fmla="*/ 1 h 177"/>
                <a:gd name="T90" fmla="*/ 1 w 806"/>
                <a:gd name="T91" fmla="*/ 1 h 17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806"/>
                <a:gd name="T139" fmla="*/ 0 h 177"/>
                <a:gd name="T140" fmla="*/ 806 w 806"/>
                <a:gd name="T141" fmla="*/ 177 h 17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806" h="177">
                  <a:moveTo>
                    <a:pt x="67" y="171"/>
                  </a:moveTo>
                  <a:lnTo>
                    <a:pt x="68" y="171"/>
                  </a:lnTo>
                  <a:lnTo>
                    <a:pt x="109" y="151"/>
                  </a:lnTo>
                  <a:lnTo>
                    <a:pt x="151" y="135"/>
                  </a:lnTo>
                  <a:lnTo>
                    <a:pt x="196" y="122"/>
                  </a:lnTo>
                  <a:lnTo>
                    <a:pt x="242" y="110"/>
                  </a:lnTo>
                  <a:lnTo>
                    <a:pt x="287" y="102"/>
                  </a:lnTo>
                  <a:lnTo>
                    <a:pt x="335" y="97"/>
                  </a:lnTo>
                  <a:lnTo>
                    <a:pt x="382" y="95"/>
                  </a:lnTo>
                  <a:lnTo>
                    <a:pt x="430" y="94"/>
                  </a:lnTo>
                  <a:lnTo>
                    <a:pt x="477" y="97"/>
                  </a:lnTo>
                  <a:lnTo>
                    <a:pt x="524" y="102"/>
                  </a:lnTo>
                  <a:lnTo>
                    <a:pt x="568" y="108"/>
                  </a:lnTo>
                  <a:lnTo>
                    <a:pt x="612" y="117"/>
                  </a:lnTo>
                  <a:lnTo>
                    <a:pt x="654" y="128"/>
                  </a:lnTo>
                  <a:lnTo>
                    <a:pt x="693" y="141"/>
                  </a:lnTo>
                  <a:lnTo>
                    <a:pt x="730" y="155"/>
                  </a:lnTo>
                  <a:lnTo>
                    <a:pt x="764" y="171"/>
                  </a:lnTo>
                  <a:lnTo>
                    <a:pt x="806" y="89"/>
                  </a:lnTo>
                  <a:lnTo>
                    <a:pt x="768" y="70"/>
                  </a:lnTo>
                  <a:lnTo>
                    <a:pt x="725" y="54"/>
                  </a:lnTo>
                  <a:lnTo>
                    <a:pt x="680" y="39"/>
                  </a:lnTo>
                  <a:lnTo>
                    <a:pt x="633" y="26"/>
                  </a:lnTo>
                  <a:lnTo>
                    <a:pt x="585" y="16"/>
                  </a:lnTo>
                  <a:lnTo>
                    <a:pt x="536" y="8"/>
                  </a:lnTo>
                  <a:lnTo>
                    <a:pt x="484" y="3"/>
                  </a:lnTo>
                  <a:lnTo>
                    <a:pt x="433" y="0"/>
                  </a:lnTo>
                  <a:lnTo>
                    <a:pt x="380" y="1"/>
                  </a:lnTo>
                  <a:lnTo>
                    <a:pt x="328" y="3"/>
                  </a:lnTo>
                  <a:lnTo>
                    <a:pt x="276" y="10"/>
                  </a:lnTo>
                  <a:lnTo>
                    <a:pt x="223" y="19"/>
                  </a:lnTo>
                  <a:lnTo>
                    <a:pt x="172" y="30"/>
                  </a:lnTo>
                  <a:lnTo>
                    <a:pt x="121" y="46"/>
                  </a:lnTo>
                  <a:lnTo>
                    <a:pt x="72" y="67"/>
                  </a:lnTo>
                  <a:lnTo>
                    <a:pt x="24" y="89"/>
                  </a:lnTo>
                  <a:lnTo>
                    <a:pt x="25" y="89"/>
                  </a:lnTo>
                  <a:lnTo>
                    <a:pt x="24" y="89"/>
                  </a:lnTo>
                  <a:lnTo>
                    <a:pt x="8" y="102"/>
                  </a:lnTo>
                  <a:lnTo>
                    <a:pt x="0" y="118"/>
                  </a:lnTo>
                  <a:lnTo>
                    <a:pt x="0" y="136"/>
                  </a:lnTo>
                  <a:lnTo>
                    <a:pt x="6" y="152"/>
                  </a:lnTo>
                  <a:lnTo>
                    <a:pt x="17" y="165"/>
                  </a:lnTo>
                  <a:lnTo>
                    <a:pt x="31" y="175"/>
                  </a:lnTo>
                  <a:lnTo>
                    <a:pt x="48" y="177"/>
                  </a:lnTo>
                  <a:lnTo>
                    <a:pt x="68" y="171"/>
                  </a:lnTo>
                  <a:lnTo>
                    <a:pt x="67" y="1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10980" name="Freeform 44"/>
            <p:cNvSpPr>
              <a:spLocks/>
            </p:cNvSpPr>
            <p:nvPr/>
          </p:nvSpPr>
          <p:spPr bwMode="auto">
            <a:xfrm>
              <a:off x="931" y="1456"/>
              <a:ext cx="280" cy="158"/>
            </a:xfrm>
            <a:custGeom>
              <a:avLst/>
              <a:gdLst>
                <a:gd name="T0" fmla="*/ 1 w 1402"/>
                <a:gd name="T1" fmla="*/ 6 h 787"/>
                <a:gd name="T2" fmla="*/ 1 w 1402"/>
                <a:gd name="T3" fmla="*/ 6 h 787"/>
                <a:gd name="T4" fmla="*/ 11 w 1402"/>
                <a:gd name="T5" fmla="*/ 1 h 787"/>
                <a:gd name="T6" fmla="*/ 11 w 1402"/>
                <a:gd name="T7" fmla="*/ 0 h 787"/>
                <a:gd name="T8" fmla="*/ 0 w 1402"/>
                <a:gd name="T9" fmla="*/ 6 h 787"/>
                <a:gd name="T10" fmla="*/ 0 w 1402"/>
                <a:gd name="T11" fmla="*/ 6 h 787"/>
                <a:gd name="T12" fmla="*/ 0 w 1402"/>
                <a:gd name="T13" fmla="*/ 6 h 787"/>
                <a:gd name="T14" fmla="*/ 0 w 1402"/>
                <a:gd name="T15" fmla="*/ 6 h 787"/>
                <a:gd name="T16" fmla="*/ 0 w 1402"/>
                <a:gd name="T17" fmla="*/ 6 h 787"/>
                <a:gd name="T18" fmla="*/ 0 w 1402"/>
                <a:gd name="T19" fmla="*/ 6 h 787"/>
                <a:gd name="T20" fmla="*/ 0 w 1402"/>
                <a:gd name="T21" fmla="*/ 6 h 787"/>
                <a:gd name="T22" fmla="*/ 0 w 1402"/>
                <a:gd name="T23" fmla="*/ 6 h 787"/>
                <a:gd name="T24" fmla="*/ 0 w 1402"/>
                <a:gd name="T25" fmla="*/ 6 h 787"/>
                <a:gd name="T26" fmla="*/ 0 w 1402"/>
                <a:gd name="T27" fmla="*/ 6 h 787"/>
                <a:gd name="T28" fmla="*/ 1 w 1402"/>
                <a:gd name="T29" fmla="*/ 6 h 787"/>
                <a:gd name="T30" fmla="*/ 1 w 1402"/>
                <a:gd name="T31" fmla="*/ 6 h 78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02"/>
                <a:gd name="T49" fmla="*/ 0 h 787"/>
                <a:gd name="T50" fmla="*/ 1402 w 1402"/>
                <a:gd name="T51" fmla="*/ 787 h 78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02" h="787">
                  <a:moveTo>
                    <a:pt x="69" y="781"/>
                  </a:moveTo>
                  <a:lnTo>
                    <a:pt x="66" y="781"/>
                  </a:lnTo>
                  <a:lnTo>
                    <a:pt x="1402" y="82"/>
                  </a:lnTo>
                  <a:lnTo>
                    <a:pt x="1360" y="0"/>
                  </a:lnTo>
                  <a:lnTo>
                    <a:pt x="24" y="699"/>
                  </a:lnTo>
                  <a:lnTo>
                    <a:pt x="22" y="699"/>
                  </a:lnTo>
                  <a:lnTo>
                    <a:pt x="24" y="699"/>
                  </a:lnTo>
                  <a:lnTo>
                    <a:pt x="8" y="712"/>
                  </a:lnTo>
                  <a:lnTo>
                    <a:pt x="1" y="727"/>
                  </a:lnTo>
                  <a:lnTo>
                    <a:pt x="0" y="744"/>
                  </a:lnTo>
                  <a:lnTo>
                    <a:pt x="5" y="761"/>
                  </a:lnTo>
                  <a:lnTo>
                    <a:pt x="15" y="775"/>
                  </a:lnTo>
                  <a:lnTo>
                    <a:pt x="30" y="784"/>
                  </a:lnTo>
                  <a:lnTo>
                    <a:pt x="46" y="787"/>
                  </a:lnTo>
                  <a:lnTo>
                    <a:pt x="66" y="781"/>
                  </a:lnTo>
                  <a:lnTo>
                    <a:pt x="69" y="7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10981" name="Freeform 45"/>
            <p:cNvSpPr>
              <a:spLocks/>
            </p:cNvSpPr>
            <p:nvPr/>
          </p:nvSpPr>
          <p:spPr bwMode="auto">
            <a:xfrm>
              <a:off x="868" y="1596"/>
              <a:ext cx="77" cy="126"/>
            </a:xfrm>
            <a:custGeom>
              <a:avLst/>
              <a:gdLst>
                <a:gd name="T0" fmla="*/ 1 w 382"/>
                <a:gd name="T1" fmla="*/ 5 h 628"/>
                <a:gd name="T2" fmla="*/ 1 w 382"/>
                <a:gd name="T3" fmla="*/ 5 h 628"/>
                <a:gd name="T4" fmla="*/ 1 w 382"/>
                <a:gd name="T5" fmla="*/ 4 h 628"/>
                <a:gd name="T6" fmla="*/ 1 w 382"/>
                <a:gd name="T7" fmla="*/ 4 h 628"/>
                <a:gd name="T8" fmla="*/ 1 w 382"/>
                <a:gd name="T9" fmla="*/ 4 h 628"/>
                <a:gd name="T10" fmla="*/ 1 w 382"/>
                <a:gd name="T11" fmla="*/ 3 h 628"/>
                <a:gd name="T12" fmla="*/ 1 w 382"/>
                <a:gd name="T13" fmla="*/ 3 h 628"/>
                <a:gd name="T14" fmla="*/ 1 w 382"/>
                <a:gd name="T15" fmla="*/ 3 h 628"/>
                <a:gd name="T16" fmla="*/ 1 w 382"/>
                <a:gd name="T17" fmla="*/ 3 h 628"/>
                <a:gd name="T18" fmla="*/ 1 w 382"/>
                <a:gd name="T19" fmla="*/ 2 h 628"/>
                <a:gd name="T20" fmla="*/ 2 w 382"/>
                <a:gd name="T21" fmla="*/ 2 h 628"/>
                <a:gd name="T22" fmla="*/ 2 w 382"/>
                <a:gd name="T23" fmla="*/ 2 h 628"/>
                <a:gd name="T24" fmla="*/ 2 w 382"/>
                <a:gd name="T25" fmla="*/ 2 h 628"/>
                <a:gd name="T26" fmla="*/ 2 w 382"/>
                <a:gd name="T27" fmla="*/ 1 h 628"/>
                <a:gd name="T28" fmla="*/ 2 w 382"/>
                <a:gd name="T29" fmla="*/ 1 h 628"/>
                <a:gd name="T30" fmla="*/ 3 w 382"/>
                <a:gd name="T31" fmla="*/ 1 h 628"/>
                <a:gd name="T32" fmla="*/ 3 w 382"/>
                <a:gd name="T33" fmla="*/ 1 h 628"/>
                <a:gd name="T34" fmla="*/ 3 w 382"/>
                <a:gd name="T35" fmla="*/ 1 h 628"/>
                <a:gd name="T36" fmla="*/ 3 w 382"/>
                <a:gd name="T37" fmla="*/ 0 h 628"/>
                <a:gd name="T38" fmla="*/ 2 w 382"/>
                <a:gd name="T39" fmla="*/ 0 h 628"/>
                <a:gd name="T40" fmla="*/ 2 w 382"/>
                <a:gd name="T41" fmla="*/ 0 h 628"/>
                <a:gd name="T42" fmla="*/ 2 w 382"/>
                <a:gd name="T43" fmla="*/ 1 h 628"/>
                <a:gd name="T44" fmla="*/ 2 w 382"/>
                <a:gd name="T45" fmla="*/ 1 h 628"/>
                <a:gd name="T46" fmla="*/ 1 w 382"/>
                <a:gd name="T47" fmla="*/ 1 h 628"/>
                <a:gd name="T48" fmla="*/ 1 w 382"/>
                <a:gd name="T49" fmla="*/ 1 h 628"/>
                <a:gd name="T50" fmla="*/ 1 w 382"/>
                <a:gd name="T51" fmla="*/ 2 h 628"/>
                <a:gd name="T52" fmla="*/ 1 w 382"/>
                <a:gd name="T53" fmla="*/ 2 h 628"/>
                <a:gd name="T54" fmla="*/ 1 w 382"/>
                <a:gd name="T55" fmla="*/ 2 h 628"/>
                <a:gd name="T56" fmla="*/ 0 w 382"/>
                <a:gd name="T57" fmla="*/ 3 h 628"/>
                <a:gd name="T58" fmla="*/ 0 w 382"/>
                <a:gd name="T59" fmla="*/ 3 h 628"/>
                <a:gd name="T60" fmla="*/ 0 w 382"/>
                <a:gd name="T61" fmla="*/ 3 h 628"/>
                <a:gd name="T62" fmla="*/ 0 w 382"/>
                <a:gd name="T63" fmla="*/ 4 h 628"/>
                <a:gd name="T64" fmla="*/ 0 w 382"/>
                <a:gd name="T65" fmla="*/ 4 h 628"/>
                <a:gd name="T66" fmla="*/ 0 w 382"/>
                <a:gd name="T67" fmla="*/ 4 h 628"/>
                <a:gd name="T68" fmla="*/ 0 w 382"/>
                <a:gd name="T69" fmla="*/ 5 h 628"/>
                <a:gd name="T70" fmla="*/ 0 w 382"/>
                <a:gd name="T71" fmla="*/ 5 h 628"/>
                <a:gd name="T72" fmla="*/ 0 w 382"/>
                <a:gd name="T73" fmla="*/ 5 h 628"/>
                <a:gd name="T74" fmla="*/ 0 w 382"/>
                <a:gd name="T75" fmla="*/ 5 h 628"/>
                <a:gd name="T76" fmla="*/ 0 w 382"/>
                <a:gd name="T77" fmla="*/ 5 h 628"/>
                <a:gd name="T78" fmla="*/ 0 w 382"/>
                <a:gd name="T79" fmla="*/ 5 h 628"/>
                <a:gd name="T80" fmla="*/ 0 w 382"/>
                <a:gd name="T81" fmla="*/ 5 h 628"/>
                <a:gd name="T82" fmla="*/ 1 w 382"/>
                <a:gd name="T83" fmla="*/ 5 h 628"/>
                <a:gd name="T84" fmla="*/ 1 w 382"/>
                <a:gd name="T85" fmla="*/ 5 h 628"/>
                <a:gd name="T86" fmla="*/ 1 w 382"/>
                <a:gd name="T87" fmla="*/ 5 h 628"/>
                <a:gd name="T88" fmla="*/ 1 w 382"/>
                <a:gd name="T89" fmla="*/ 5 h 628"/>
                <a:gd name="T90" fmla="*/ 1 w 382"/>
                <a:gd name="T91" fmla="*/ 5 h 628"/>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382"/>
                <a:gd name="T139" fmla="*/ 0 h 628"/>
                <a:gd name="T140" fmla="*/ 382 w 382"/>
                <a:gd name="T141" fmla="*/ 628 h 628"/>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382" h="628">
                  <a:moveTo>
                    <a:pt x="94" y="581"/>
                  </a:moveTo>
                  <a:lnTo>
                    <a:pt x="94" y="582"/>
                  </a:lnTo>
                  <a:lnTo>
                    <a:pt x="96" y="541"/>
                  </a:lnTo>
                  <a:lnTo>
                    <a:pt x="99" y="500"/>
                  </a:lnTo>
                  <a:lnTo>
                    <a:pt x="106" y="463"/>
                  </a:lnTo>
                  <a:lnTo>
                    <a:pt x="115" y="424"/>
                  </a:lnTo>
                  <a:lnTo>
                    <a:pt x="127" y="389"/>
                  </a:lnTo>
                  <a:lnTo>
                    <a:pt x="140" y="353"/>
                  </a:lnTo>
                  <a:lnTo>
                    <a:pt x="156" y="320"/>
                  </a:lnTo>
                  <a:lnTo>
                    <a:pt x="173" y="287"/>
                  </a:lnTo>
                  <a:lnTo>
                    <a:pt x="193" y="255"/>
                  </a:lnTo>
                  <a:lnTo>
                    <a:pt x="214" y="226"/>
                  </a:lnTo>
                  <a:lnTo>
                    <a:pt x="238" y="198"/>
                  </a:lnTo>
                  <a:lnTo>
                    <a:pt x="263" y="172"/>
                  </a:lnTo>
                  <a:lnTo>
                    <a:pt x="290" y="146"/>
                  </a:lnTo>
                  <a:lnTo>
                    <a:pt x="318" y="122"/>
                  </a:lnTo>
                  <a:lnTo>
                    <a:pt x="349" y="101"/>
                  </a:lnTo>
                  <a:lnTo>
                    <a:pt x="382" y="82"/>
                  </a:lnTo>
                  <a:lnTo>
                    <a:pt x="335" y="0"/>
                  </a:lnTo>
                  <a:lnTo>
                    <a:pt x="297" y="23"/>
                  </a:lnTo>
                  <a:lnTo>
                    <a:pt x="262" y="49"/>
                  </a:lnTo>
                  <a:lnTo>
                    <a:pt x="229" y="76"/>
                  </a:lnTo>
                  <a:lnTo>
                    <a:pt x="198" y="104"/>
                  </a:lnTo>
                  <a:lnTo>
                    <a:pt x="167" y="137"/>
                  </a:lnTo>
                  <a:lnTo>
                    <a:pt x="142" y="170"/>
                  </a:lnTo>
                  <a:lnTo>
                    <a:pt x="116" y="204"/>
                  </a:lnTo>
                  <a:lnTo>
                    <a:pt x="94" y="240"/>
                  </a:lnTo>
                  <a:lnTo>
                    <a:pt x="74" y="278"/>
                  </a:lnTo>
                  <a:lnTo>
                    <a:pt x="54" y="317"/>
                  </a:lnTo>
                  <a:lnTo>
                    <a:pt x="38" y="359"/>
                  </a:lnTo>
                  <a:lnTo>
                    <a:pt x="26" y="401"/>
                  </a:lnTo>
                  <a:lnTo>
                    <a:pt x="15" y="444"/>
                  </a:lnTo>
                  <a:lnTo>
                    <a:pt x="8" y="489"/>
                  </a:lnTo>
                  <a:lnTo>
                    <a:pt x="2" y="534"/>
                  </a:lnTo>
                  <a:lnTo>
                    <a:pt x="0" y="580"/>
                  </a:lnTo>
                  <a:lnTo>
                    <a:pt x="0" y="581"/>
                  </a:lnTo>
                  <a:lnTo>
                    <a:pt x="0" y="580"/>
                  </a:lnTo>
                  <a:lnTo>
                    <a:pt x="3" y="600"/>
                  </a:lnTo>
                  <a:lnTo>
                    <a:pt x="14" y="615"/>
                  </a:lnTo>
                  <a:lnTo>
                    <a:pt x="29" y="625"/>
                  </a:lnTo>
                  <a:lnTo>
                    <a:pt x="45" y="628"/>
                  </a:lnTo>
                  <a:lnTo>
                    <a:pt x="63" y="626"/>
                  </a:lnTo>
                  <a:lnTo>
                    <a:pt x="78" y="616"/>
                  </a:lnTo>
                  <a:lnTo>
                    <a:pt x="89" y="602"/>
                  </a:lnTo>
                  <a:lnTo>
                    <a:pt x="94" y="582"/>
                  </a:lnTo>
                  <a:lnTo>
                    <a:pt x="94" y="5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10982" name="Freeform 46"/>
            <p:cNvSpPr>
              <a:spLocks/>
            </p:cNvSpPr>
            <p:nvPr/>
          </p:nvSpPr>
          <p:spPr bwMode="auto">
            <a:xfrm>
              <a:off x="868" y="1712"/>
              <a:ext cx="19" cy="364"/>
            </a:xfrm>
            <a:custGeom>
              <a:avLst/>
              <a:gdLst>
                <a:gd name="T0" fmla="*/ 1 w 94"/>
                <a:gd name="T1" fmla="*/ 14 h 1818"/>
                <a:gd name="T2" fmla="*/ 1 w 94"/>
                <a:gd name="T3" fmla="*/ 14 h 1818"/>
                <a:gd name="T4" fmla="*/ 1 w 94"/>
                <a:gd name="T5" fmla="*/ 0 h 1818"/>
                <a:gd name="T6" fmla="*/ 0 w 94"/>
                <a:gd name="T7" fmla="*/ 0 h 1818"/>
                <a:gd name="T8" fmla="*/ 0 w 94"/>
                <a:gd name="T9" fmla="*/ 14 h 1818"/>
                <a:gd name="T10" fmla="*/ 0 w 94"/>
                <a:gd name="T11" fmla="*/ 14 h 1818"/>
                <a:gd name="T12" fmla="*/ 0 w 94"/>
                <a:gd name="T13" fmla="*/ 14 h 1818"/>
                <a:gd name="T14" fmla="*/ 0 w 94"/>
                <a:gd name="T15" fmla="*/ 14 h 1818"/>
                <a:gd name="T16" fmla="*/ 0 w 94"/>
                <a:gd name="T17" fmla="*/ 14 h 1818"/>
                <a:gd name="T18" fmla="*/ 0 w 94"/>
                <a:gd name="T19" fmla="*/ 15 h 1818"/>
                <a:gd name="T20" fmla="*/ 0 w 94"/>
                <a:gd name="T21" fmla="*/ 15 h 1818"/>
                <a:gd name="T22" fmla="*/ 1 w 94"/>
                <a:gd name="T23" fmla="*/ 15 h 1818"/>
                <a:gd name="T24" fmla="*/ 1 w 94"/>
                <a:gd name="T25" fmla="*/ 14 h 1818"/>
                <a:gd name="T26" fmla="*/ 1 w 94"/>
                <a:gd name="T27" fmla="*/ 14 h 1818"/>
                <a:gd name="T28" fmla="*/ 1 w 94"/>
                <a:gd name="T29" fmla="*/ 14 h 1818"/>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94"/>
                <a:gd name="T46" fmla="*/ 0 h 1818"/>
                <a:gd name="T47" fmla="*/ 94 w 94"/>
                <a:gd name="T48" fmla="*/ 1818 h 1818"/>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94" h="1818">
                  <a:moveTo>
                    <a:pt x="94" y="1771"/>
                  </a:moveTo>
                  <a:lnTo>
                    <a:pt x="94" y="1771"/>
                  </a:lnTo>
                  <a:lnTo>
                    <a:pt x="94" y="0"/>
                  </a:lnTo>
                  <a:lnTo>
                    <a:pt x="0" y="0"/>
                  </a:lnTo>
                  <a:lnTo>
                    <a:pt x="0" y="1771"/>
                  </a:lnTo>
                  <a:lnTo>
                    <a:pt x="3" y="1791"/>
                  </a:lnTo>
                  <a:lnTo>
                    <a:pt x="15" y="1806"/>
                  </a:lnTo>
                  <a:lnTo>
                    <a:pt x="29" y="1814"/>
                  </a:lnTo>
                  <a:lnTo>
                    <a:pt x="47" y="1818"/>
                  </a:lnTo>
                  <a:lnTo>
                    <a:pt x="64" y="1814"/>
                  </a:lnTo>
                  <a:lnTo>
                    <a:pt x="79" y="1806"/>
                  </a:lnTo>
                  <a:lnTo>
                    <a:pt x="90" y="1791"/>
                  </a:lnTo>
                  <a:lnTo>
                    <a:pt x="94" y="17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10983" name="Freeform 47"/>
            <p:cNvSpPr>
              <a:spLocks/>
            </p:cNvSpPr>
            <p:nvPr/>
          </p:nvSpPr>
          <p:spPr bwMode="auto">
            <a:xfrm>
              <a:off x="868" y="2067"/>
              <a:ext cx="90" cy="160"/>
            </a:xfrm>
            <a:custGeom>
              <a:avLst/>
              <a:gdLst>
                <a:gd name="T0" fmla="*/ 3 w 449"/>
                <a:gd name="T1" fmla="*/ 6 h 803"/>
                <a:gd name="T2" fmla="*/ 3 w 449"/>
                <a:gd name="T3" fmla="*/ 6 h 803"/>
                <a:gd name="T4" fmla="*/ 3 w 449"/>
                <a:gd name="T5" fmla="*/ 5 h 803"/>
                <a:gd name="T6" fmla="*/ 3 w 449"/>
                <a:gd name="T7" fmla="*/ 5 h 803"/>
                <a:gd name="T8" fmla="*/ 3 w 449"/>
                <a:gd name="T9" fmla="*/ 5 h 803"/>
                <a:gd name="T10" fmla="*/ 2 w 449"/>
                <a:gd name="T11" fmla="*/ 5 h 803"/>
                <a:gd name="T12" fmla="*/ 2 w 449"/>
                <a:gd name="T13" fmla="*/ 4 h 803"/>
                <a:gd name="T14" fmla="*/ 2 w 449"/>
                <a:gd name="T15" fmla="*/ 4 h 803"/>
                <a:gd name="T16" fmla="*/ 2 w 449"/>
                <a:gd name="T17" fmla="*/ 4 h 803"/>
                <a:gd name="T18" fmla="*/ 2 w 449"/>
                <a:gd name="T19" fmla="*/ 3 h 803"/>
                <a:gd name="T20" fmla="*/ 1 w 449"/>
                <a:gd name="T21" fmla="*/ 3 h 803"/>
                <a:gd name="T22" fmla="*/ 1 w 449"/>
                <a:gd name="T23" fmla="*/ 2 h 803"/>
                <a:gd name="T24" fmla="*/ 1 w 449"/>
                <a:gd name="T25" fmla="*/ 2 h 803"/>
                <a:gd name="T26" fmla="*/ 1 w 449"/>
                <a:gd name="T27" fmla="*/ 2 h 803"/>
                <a:gd name="T28" fmla="*/ 1 w 449"/>
                <a:gd name="T29" fmla="*/ 1 h 803"/>
                <a:gd name="T30" fmla="*/ 1 w 449"/>
                <a:gd name="T31" fmla="*/ 1 h 803"/>
                <a:gd name="T32" fmla="*/ 1 w 449"/>
                <a:gd name="T33" fmla="*/ 0 h 803"/>
                <a:gd name="T34" fmla="*/ 1 w 449"/>
                <a:gd name="T35" fmla="*/ 0 h 803"/>
                <a:gd name="T36" fmla="*/ 0 w 449"/>
                <a:gd name="T37" fmla="*/ 0 h 803"/>
                <a:gd name="T38" fmla="*/ 0 w 449"/>
                <a:gd name="T39" fmla="*/ 0 h 803"/>
                <a:gd name="T40" fmla="*/ 0 w 449"/>
                <a:gd name="T41" fmla="*/ 1 h 803"/>
                <a:gd name="T42" fmla="*/ 0 w 449"/>
                <a:gd name="T43" fmla="*/ 1 h 803"/>
                <a:gd name="T44" fmla="*/ 0 w 449"/>
                <a:gd name="T45" fmla="*/ 2 h 803"/>
                <a:gd name="T46" fmla="*/ 0 w 449"/>
                <a:gd name="T47" fmla="*/ 2 h 803"/>
                <a:gd name="T48" fmla="*/ 0 w 449"/>
                <a:gd name="T49" fmla="*/ 3 h 803"/>
                <a:gd name="T50" fmla="*/ 1 w 449"/>
                <a:gd name="T51" fmla="*/ 3 h 803"/>
                <a:gd name="T52" fmla="*/ 1 w 449"/>
                <a:gd name="T53" fmla="*/ 4 h 803"/>
                <a:gd name="T54" fmla="*/ 1 w 449"/>
                <a:gd name="T55" fmla="*/ 4 h 803"/>
                <a:gd name="T56" fmla="*/ 1 w 449"/>
                <a:gd name="T57" fmla="*/ 4 h 803"/>
                <a:gd name="T58" fmla="*/ 2 w 449"/>
                <a:gd name="T59" fmla="*/ 5 h 803"/>
                <a:gd name="T60" fmla="*/ 2 w 449"/>
                <a:gd name="T61" fmla="*/ 5 h 803"/>
                <a:gd name="T62" fmla="*/ 2 w 449"/>
                <a:gd name="T63" fmla="*/ 5 h 803"/>
                <a:gd name="T64" fmla="*/ 2 w 449"/>
                <a:gd name="T65" fmla="*/ 6 h 803"/>
                <a:gd name="T66" fmla="*/ 3 w 449"/>
                <a:gd name="T67" fmla="*/ 6 h 803"/>
                <a:gd name="T68" fmla="*/ 3 w 449"/>
                <a:gd name="T69" fmla="*/ 6 h 803"/>
                <a:gd name="T70" fmla="*/ 3 w 449"/>
                <a:gd name="T71" fmla="*/ 6 h 803"/>
                <a:gd name="T72" fmla="*/ 3 w 449"/>
                <a:gd name="T73" fmla="*/ 6 h 803"/>
                <a:gd name="T74" fmla="*/ 3 w 449"/>
                <a:gd name="T75" fmla="*/ 6 h 803"/>
                <a:gd name="T76" fmla="*/ 3 w 449"/>
                <a:gd name="T77" fmla="*/ 6 h 803"/>
                <a:gd name="T78" fmla="*/ 3 w 449"/>
                <a:gd name="T79" fmla="*/ 6 h 803"/>
                <a:gd name="T80" fmla="*/ 4 w 449"/>
                <a:gd name="T81" fmla="*/ 6 h 803"/>
                <a:gd name="T82" fmla="*/ 4 w 449"/>
                <a:gd name="T83" fmla="*/ 6 h 803"/>
                <a:gd name="T84" fmla="*/ 4 w 449"/>
                <a:gd name="T85" fmla="*/ 6 h 803"/>
                <a:gd name="T86" fmla="*/ 4 w 449"/>
                <a:gd name="T87" fmla="*/ 6 h 803"/>
                <a:gd name="T88" fmla="*/ 3 w 449"/>
                <a:gd name="T89" fmla="*/ 6 h 803"/>
                <a:gd name="T90" fmla="*/ 3 w 449"/>
                <a:gd name="T91" fmla="*/ 6 h 80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449"/>
                <a:gd name="T139" fmla="*/ 0 h 803"/>
                <a:gd name="T140" fmla="*/ 449 w 449"/>
                <a:gd name="T141" fmla="*/ 803 h 80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449" h="803">
                  <a:moveTo>
                    <a:pt x="426" y="717"/>
                  </a:moveTo>
                  <a:lnTo>
                    <a:pt x="427" y="717"/>
                  </a:lnTo>
                  <a:lnTo>
                    <a:pt x="395" y="693"/>
                  </a:lnTo>
                  <a:lnTo>
                    <a:pt x="361" y="662"/>
                  </a:lnTo>
                  <a:lnTo>
                    <a:pt x="329" y="628"/>
                  </a:lnTo>
                  <a:lnTo>
                    <a:pt x="299" y="591"/>
                  </a:lnTo>
                  <a:lnTo>
                    <a:pt x="269" y="551"/>
                  </a:lnTo>
                  <a:lnTo>
                    <a:pt x="241" y="507"/>
                  </a:lnTo>
                  <a:lnTo>
                    <a:pt x="215" y="460"/>
                  </a:lnTo>
                  <a:lnTo>
                    <a:pt x="191" y="412"/>
                  </a:lnTo>
                  <a:lnTo>
                    <a:pt x="170" y="363"/>
                  </a:lnTo>
                  <a:lnTo>
                    <a:pt x="151" y="312"/>
                  </a:lnTo>
                  <a:lnTo>
                    <a:pt x="133" y="259"/>
                  </a:lnTo>
                  <a:lnTo>
                    <a:pt x="119" y="207"/>
                  </a:lnTo>
                  <a:lnTo>
                    <a:pt x="108" y="156"/>
                  </a:lnTo>
                  <a:lnTo>
                    <a:pt x="101" y="103"/>
                  </a:lnTo>
                  <a:lnTo>
                    <a:pt x="96" y="51"/>
                  </a:lnTo>
                  <a:lnTo>
                    <a:pt x="94" y="0"/>
                  </a:lnTo>
                  <a:lnTo>
                    <a:pt x="0" y="0"/>
                  </a:lnTo>
                  <a:lnTo>
                    <a:pt x="2" y="56"/>
                  </a:lnTo>
                  <a:lnTo>
                    <a:pt x="7" y="115"/>
                  </a:lnTo>
                  <a:lnTo>
                    <a:pt x="16" y="172"/>
                  </a:lnTo>
                  <a:lnTo>
                    <a:pt x="28" y="231"/>
                  </a:lnTo>
                  <a:lnTo>
                    <a:pt x="44" y="287"/>
                  </a:lnTo>
                  <a:lnTo>
                    <a:pt x="62" y="342"/>
                  </a:lnTo>
                  <a:lnTo>
                    <a:pt x="83" y="398"/>
                  </a:lnTo>
                  <a:lnTo>
                    <a:pt x="106" y="452"/>
                  </a:lnTo>
                  <a:lnTo>
                    <a:pt x="133" y="505"/>
                  </a:lnTo>
                  <a:lnTo>
                    <a:pt x="161" y="554"/>
                  </a:lnTo>
                  <a:lnTo>
                    <a:pt x="192" y="602"/>
                  </a:lnTo>
                  <a:lnTo>
                    <a:pt x="224" y="647"/>
                  </a:lnTo>
                  <a:lnTo>
                    <a:pt x="259" y="689"/>
                  </a:lnTo>
                  <a:lnTo>
                    <a:pt x="295" y="728"/>
                  </a:lnTo>
                  <a:lnTo>
                    <a:pt x="334" y="763"/>
                  </a:lnTo>
                  <a:lnTo>
                    <a:pt x="374" y="795"/>
                  </a:lnTo>
                  <a:lnTo>
                    <a:pt x="375" y="795"/>
                  </a:lnTo>
                  <a:lnTo>
                    <a:pt x="374" y="795"/>
                  </a:lnTo>
                  <a:lnTo>
                    <a:pt x="392" y="803"/>
                  </a:lnTo>
                  <a:lnTo>
                    <a:pt x="411" y="803"/>
                  </a:lnTo>
                  <a:lnTo>
                    <a:pt x="426" y="795"/>
                  </a:lnTo>
                  <a:lnTo>
                    <a:pt x="439" y="782"/>
                  </a:lnTo>
                  <a:lnTo>
                    <a:pt x="446" y="766"/>
                  </a:lnTo>
                  <a:lnTo>
                    <a:pt x="449" y="749"/>
                  </a:lnTo>
                  <a:lnTo>
                    <a:pt x="441" y="732"/>
                  </a:lnTo>
                  <a:lnTo>
                    <a:pt x="427" y="717"/>
                  </a:lnTo>
                  <a:lnTo>
                    <a:pt x="426" y="71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10984" name="Freeform 48"/>
            <p:cNvSpPr>
              <a:spLocks/>
            </p:cNvSpPr>
            <p:nvPr/>
          </p:nvSpPr>
          <p:spPr bwMode="auto">
            <a:xfrm>
              <a:off x="883" y="1673"/>
              <a:ext cx="379" cy="690"/>
            </a:xfrm>
            <a:custGeom>
              <a:avLst/>
              <a:gdLst>
                <a:gd name="T0" fmla="*/ 12 w 1897"/>
                <a:gd name="T1" fmla="*/ 6 h 3450"/>
                <a:gd name="T2" fmla="*/ 13 w 1897"/>
                <a:gd name="T3" fmla="*/ 7 h 3450"/>
                <a:gd name="T4" fmla="*/ 13 w 1897"/>
                <a:gd name="T5" fmla="*/ 7 h 3450"/>
                <a:gd name="T6" fmla="*/ 14 w 1897"/>
                <a:gd name="T7" fmla="*/ 8 h 3450"/>
                <a:gd name="T8" fmla="*/ 14 w 1897"/>
                <a:gd name="T9" fmla="*/ 9 h 3450"/>
                <a:gd name="T10" fmla="*/ 15 w 1897"/>
                <a:gd name="T11" fmla="*/ 10 h 3450"/>
                <a:gd name="T12" fmla="*/ 15 w 1897"/>
                <a:gd name="T13" fmla="*/ 11 h 3450"/>
                <a:gd name="T14" fmla="*/ 15 w 1897"/>
                <a:gd name="T15" fmla="*/ 11 h 3450"/>
                <a:gd name="T16" fmla="*/ 15 w 1897"/>
                <a:gd name="T17" fmla="*/ 12 h 3450"/>
                <a:gd name="T18" fmla="*/ 15 w 1897"/>
                <a:gd name="T19" fmla="*/ 26 h 3450"/>
                <a:gd name="T20" fmla="*/ 15 w 1897"/>
                <a:gd name="T21" fmla="*/ 26 h 3450"/>
                <a:gd name="T22" fmla="*/ 15 w 1897"/>
                <a:gd name="T23" fmla="*/ 27 h 3450"/>
                <a:gd name="T24" fmla="*/ 15 w 1897"/>
                <a:gd name="T25" fmla="*/ 27 h 3450"/>
                <a:gd name="T26" fmla="*/ 14 w 1897"/>
                <a:gd name="T27" fmla="*/ 27 h 3450"/>
                <a:gd name="T28" fmla="*/ 14 w 1897"/>
                <a:gd name="T29" fmla="*/ 28 h 3450"/>
                <a:gd name="T30" fmla="*/ 13 w 1897"/>
                <a:gd name="T31" fmla="*/ 28 h 3450"/>
                <a:gd name="T32" fmla="*/ 13 w 1897"/>
                <a:gd name="T33" fmla="*/ 27 h 3450"/>
                <a:gd name="T34" fmla="*/ 3 w 1897"/>
                <a:gd name="T35" fmla="*/ 21 h 3450"/>
                <a:gd name="T36" fmla="*/ 2 w 1897"/>
                <a:gd name="T37" fmla="*/ 21 h 3450"/>
                <a:gd name="T38" fmla="*/ 2 w 1897"/>
                <a:gd name="T39" fmla="*/ 20 h 3450"/>
                <a:gd name="T40" fmla="*/ 1 w 1897"/>
                <a:gd name="T41" fmla="*/ 19 h 3450"/>
                <a:gd name="T42" fmla="*/ 1 w 1897"/>
                <a:gd name="T43" fmla="*/ 19 h 3450"/>
                <a:gd name="T44" fmla="*/ 0 w 1897"/>
                <a:gd name="T45" fmla="*/ 18 h 3450"/>
                <a:gd name="T46" fmla="*/ 0 w 1897"/>
                <a:gd name="T47" fmla="*/ 17 h 3450"/>
                <a:gd name="T48" fmla="*/ 0 w 1897"/>
                <a:gd name="T49" fmla="*/ 16 h 3450"/>
                <a:gd name="T50" fmla="*/ 0 w 1897"/>
                <a:gd name="T51" fmla="*/ 15 h 3450"/>
                <a:gd name="T52" fmla="*/ 0 w 1897"/>
                <a:gd name="T53" fmla="*/ 2 h 3450"/>
                <a:gd name="T54" fmla="*/ 0 w 1897"/>
                <a:gd name="T55" fmla="*/ 1 h 3450"/>
                <a:gd name="T56" fmla="*/ 0 w 1897"/>
                <a:gd name="T57" fmla="*/ 1 h 3450"/>
                <a:gd name="T58" fmla="*/ 1 w 1897"/>
                <a:gd name="T59" fmla="*/ 0 h 3450"/>
                <a:gd name="T60" fmla="*/ 1 w 1897"/>
                <a:gd name="T61" fmla="*/ 0 h 3450"/>
                <a:gd name="T62" fmla="*/ 1 w 1897"/>
                <a:gd name="T63" fmla="*/ 0 h 3450"/>
                <a:gd name="T64" fmla="*/ 2 w 1897"/>
                <a:gd name="T65" fmla="*/ 0 h 3450"/>
                <a:gd name="T66" fmla="*/ 3 w 1897"/>
                <a:gd name="T67" fmla="*/ 0 h 3450"/>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897"/>
                <a:gd name="T103" fmla="*/ 0 h 3450"/>
                <a:gd name="T104" fmla="*/ 1897 w 1897"/>
                <a:gd name="T105" fmla="*/ 3450 h 3450"/>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897" h="3450">
                  <a:moveTo>
                    <a:pt x="357" y="49"/>
                  </a:moveTo>
                  <a:lnTo>
                    <a:pt x="1542" y="806"/>
                  </a:lnTo>
                  <a:lnTo>
                    <a:pt x="1579" y="832"/>
                  </a:lnTo>
                  <a:lnTo>
                    <a:pt x="1614" y="861"/>
                  </a:lnTo>
                  <a:lnTo>
                    <a:pt x="1648" y="895"/>
                  </a:lnTo>
                  <a:lnTo>
                    <a:pt x="1681" y="933"/>
                  </a:lnTo>
                  <a:lnTo>
                    <a:pt x="1711" y="973"/>
                  </a:lnTo>
                  <a:lnTo>
                    <a:pt x="1740" y="1016"/>
                  </a:lnTo>
                  <a:lnTo>
                    <a:pt x="1768" y="1062"/>
                  </a:lnTo>
                  <a:lnTo>
                    <a:pt x="1793" y="1109"/>
                  </a:lnTo>
                  <a:lnTo>
                    <a:pt x="1816" y="1158"/>
                  </a:lnTo>
                  <a:lnTo>
                    <a:pt x="1836" y="1208"/>
                  </a:lnTo>
                  <a:lnTo>
                    <a:pt x="1854" y="1260"/>
                  </a:lnTo>
                  <a:lnTo>
                    <a:pt x="1869" y="1313"/>
                  </a:lnTo>
                  <a:lnTo>
                    <a:pt x="1881" y="1364"/>
                  </a:lnTo>
                  <a:lnTo>
                    <a:pt x="1890" y="1417"/>
                  </a:lnTo>
                  <a:lnTo>
                    <a:pt x="1895" y="1469"/>
                  </a:lnTo>
                  <a:lnTo>
                    <a:pt x="1897" y="1519"/>
                  </a:lnTo>
                  <a:lnTo>
                    <a:pt x="1897" y="3142"/>
                  </a:lnTo>
                  <a:lnTo>
                    <a:pt x="1895" y="3190"/>
                  </a:lnTo>
                  <a:lnTo>
                    <a:pt x="1890" y="3235"/>
                  </a:lnTo>
                  <a:lnTo>
                    <a:pt x="1881" y="3276"/>
                  </a:lnTo>
                  <a:lnTo>
                    <a:pt x="1869" y="3313"/>
                  </a:lnTo>
                  <a:lnTo>
                    <a:pt x="1854" y="3346"/>
                  </a:lnTo>
                  <a:lnTo>
                    <a:pt x="1836" y="3375"/>
                  </a:lnTo>
                  <a:lnTo>
                    <a:pt x="1816" y="3398"/>
                  </a:lnTo>
                  <a:lnTo>
                    <a:pt x="1793" y="3418"/>
                  </a:lnTo>
                  <a:lnTo>
                    <a:pt x="1768" y="3434"/>
                  </a:lnTo>
                  <a:lnTo>
                    <a:pt x="1740" y="3444"/>
                  </a:lnTo>
                  <a:lnTo>
                    <a:pt x="1711" y="3450"/>
                  </a:lnTo>
                  <a:lnTo>
                    <a:pt x="1681" y="3450"/>
                  </a:lnTo>
                  <a:lnTo>
                    <a:pt x="1648" y="3445"/>
                  </a:lnTo>
                  <a:lnTo>
                    <a:pt x="1614" y="3436"/>
                  </a:lnTo>
                  <a:lnTo>
                    <a:pt x="1579" y="3421"/>
                  </a:lnTo>
                  <a:lnTo>
                    <a:pt x="1542" y="3400"/>
                  </a:lnTo>
                  <a:lnTo>
                    <a:pt x="357" y="2643"/>
                  </a:lnTo>
                  <a:lnTo>
                    <a:pt x="320" y="2618"/>
                  </a:lnTo>
                  <a:lnTo>
                    <a:pt x="285" y="2588"/>
                  </a:lnTo>
                  <a:lnTo>
                    <a:pt x="251" y="2554"/>
                  </a:lnTo>
                  <a:lnTo>
                    <a:pt x="218" y="2517"/>
                  </a:lnTo>
                  <a:lnTo>
                    <a:pt x="187" y="2477"/>
                  </a:lnTo>
                  <a:lnTo>
                    <a:pt x="157" y="2433"/>
                  </a:lnTo>
                  <a:lnTo>
                    <a:pt x="130" y="2388"/>
                  </a:lnTo>
                  <a:lnTo>
                    <a:pt x="105" y="2341"/>
                  </a:lnTo>
                  <a:lnTo>
                    <a:pt x="81" y="2292"/>
                  </a:lnTo>
                  <a:lnTo>
                    <a:pt x="61" y="2241"/>
                  </a:lnTo>
                  <a:lnTo>
                    <a:pt x="44" y="2190"/>
                  </a:lnTo>
                  <a:lnTo>
                    <a:pt x="29" y="2138"/>
                  </a:lnTo>
                  <a:lnTo>
                    <a:pt x="17" y="2085"/>
                  </a:lnTo>
                  <a:lnTo>
                    <a:pt x="7" y="2033"/>
                  </a:lnTo>
                  <a:lnTo>
                    <a:pt x="3" y="1981"/>
                  </a:lnTo>
                  <a:lnTo>
                    <a:pt x="0" y="1931"/>
                  </a:lnTo>
                  <a:lnTo>
                    <a:pt x="0" y="308"/>
                  </a:lnTo>
                  <a:lnTo>
                    <a:pt x="3" y="260"/>
                  </a:lnTo>
                  <a:lnTo>
                    <a:pt x="7" y="215"/>
                  </a:lnTo>
                  <a:lnTo>
                    <a:pt x="17" y="174"/>
                  </a:lnTo>
                  <a:lnTo>
                    <a:pt x="29" y="137"/>
                  </a:lnTo>
                  <a:lnTo>
                    <a:pt x="44" y="104"/>
                  </a:lnTo>
                  <a:lnTo>
                    <a:pt x="61" y="76"/>
                  </a:lnTo>
                  <a:lnTo>
                    <a:pt x="81" y="51"/>
                  </a:lnTo>
                  <a:lnTo>
                    <a:pt x="105" y="31"/>
                  </a:lnTo>
                  <a:lnTo>
                    <a:pt x="130" y="16"/>
                  </a:lnTo>
                  <a:lnTo>
                    <a:pt x="157" y="5"/>
                  </a:lnTo>
                  <a:lnTo>
                    <a:pt x="187" y="0"/>
                  </a:lnTo>
                  <a:lnTo>
                    <a:pt x="218" y="0"/>
                  </a:lnTo>
                  <a:lnTo>
                    <a:pt x="251" y="3"/>
                  </a:lnTo>
                  <a:lnTo>
                    <a:pt x="285" y="14"/>
                  </a:lnTo>
                  <a:lnTo>
                    <a:pt x="320" y="29"/>
                  </a:lnTo>
                  <a:lnTo>
                    <a:pt x="357" y="49"/>
                  </a:lnTo>
                  <a:close/>
                </a:path>
              </a:pathLst>
            </a:custGeom>
            <a:solidFill>
              <a:srgbClr val="BFBFB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10985" name="Freeform 49"/>
            <p:cNvSpPr>
              <a:spLocks/>
            </p:cNvSpPr>
            <p:nvPr/>
          </p:nvSpPr>
          <p:spPr bwMode="auto">
            <a:xfrm>
              <a:off x="1268" y="1663"/>
              <a:ext cx="393" cy="711"/>
            </a:xfrm>
            <a:custGeom>
              <a:avLst/>
              <a:gdLst>
                <a:gd name="T0" fmla="*/ 3 w 1962"/>
                <a:gd name="T1" fmla="*/ 7 h 3555"/>
                <a:gd name="T2" fmla="*/ 2 w 1962"/>
                <a:gd name="T3" fmla="*/ 7 h 3555"/>
                <a:gd name="T4" fmla="*/ 2 w 1962"/>
                <a:gd name="T5" fmla="*/ 8 h 3555"/>
                <a:gd name="T6" fmla="*/ 1 w 1962"/>
                <a:gd name="T7" fmla="*/ 8 h 3555"/>
                <a:gd name="T8" fmla="*/ 1 w 1962"/>
                <a:gd name="T9" fmla="*/ 9 h 3555"/>
                <a:gd name="T10" fmla="*/ 1 w 1962"/>
                <a:gd name="T11" fmla="*/ 10 h 3555"/>
                <a:gd name="T12" fmla="*/ 0 w 1962"/>
                <a:gd name="T13" fmla="*/ 11 h 3555"/>
                <a:gd name="T14" fmla="*/ 0 w 1962"/>
                <a:gd name="T15" fmla="*/ 12 h 3555"/>
                <a:gd name="T16" fmla="*/ 0 w 1962"/>
                <a:gd name="T17" fmla="*/ 13 h 3555"/>
                <a:gd name="T18" fmla="*/ 0 w 1962"/>
                <a:gd name="T19" fmla="*/ 26 h 3555"/>
                <a:gd name="T20" fmla="*/ 0 w 1962"/>
                <a:gd name="T21" fmla="*/ 27 h 3555"/>
                <a:gd name="T22" fmla="*/ 0 w 1962"/>
                <a:gd name="T23" fmla="*/ 28 h 3555"/>
                <a:gd name="T24" fmla="*/ 1 w 1962"/>
                <a:gd name="T25" fmla="*/ 28 h 3555"/>
                <a:gd name="T26" fmla="*/ 1 w 1962"/>
                <a:gd name="T27" fmla="*/ 28 h 3555"/>
                <a:gd name="T28" fmla="*/ 2 w 1962"/>
                <a:gd name="T29" fmla="*/ 28 h 3555"/>
                <a:gd name="T30" fmla="*/ 2 w 1962"/>
                <a:gd name="T31" fmla="*/ 28 h 3555"/>
                <a:gd name="T32" fmla="*/ 3 w 1962"/>
                <a:gd name="T33" fmla="*/ 28 h 3555"/>
                <a:gd name="T34" fmla="*/ 13 w 1962"/>
                <a:gd name="T35" fmla="*/ 22 h 3555"/>
                <a:gd name="T36" fmla="*/ 13 w 1962"/>
                <a:gd name="T37" fmla="*/ 21 h 3555"/>
                <a:gd name="T38" fmla="*/ 14 w 1962"/>
                <a:gd name="T39" fmla="*/ 21 h 3555"/>
                <a:gd name="T40" fmla="*/ 14 w 1962"/>
                <a:gd name="T41" fmla="*/ 20 h 3555"/>
                <a:gd name="T42" fmla="*/ 15 w 1962"/>
                <a:gd name="T43" fmla="*/ 19 h 3555"/>
                <a:gd name="T44" fmla="*/ 15 w 1962"/>
                <a:gd name="T45" fmla="*/ 18 h 3555"/>
                <a:gd name="T46" fmla="*/ 16 w 1962"/>
                <a:gd name="T47" fmla="*/ 18 h 3555"/>
                <a:gd name="T48" fmla="*/ 16 w 1962"/>
                <a:gd name="T49" fmla="*/ 17 h 3555"/>
                <a:gd name="T50" fmla="*/ 16 w 1962"/>
                <a:gd name="T51" fmla="*/ 16 h 3555"/>
                <a:gd name="T52" fmla="*/ 16 w 1962"/>
                <a:gd name="T53" fmla="*/ 2 h 3555"/>
                <a:gd name="T54" fmla="*/ 16 w 1962"/>
                <a:gd name="T55" fmla="*/ 1 h 3555"/>
                <a:gd name="T56" fmla="*/ 15 w 1962"/>
                <a:gd name="T57" fmla="*/ 1 h 3555"/>
                <a:gd name="T58" fmla="*/ 15 w 1962"/>
                <a:gd name="T59" fmla="*/ 0 h 3555"/>
                <a:gd name="T60" fmla="*/ 15 w 1962"/>
                <a:gd name="T61" fmla="*/ 0 h 3555"/>
                <a:gd name="T62" fmla="*/ 14 w 1962"/>
                <a:gd name="T63" fmla="*/ 0 h 3555"/>
                <a:gd name="T64" fmla="*/ 14 w 1962"/>
                <a:gd name="T65" fmla="*/ 0 h 3555"/>
                <a:gd name="T66" fmla="*/ 13 w 1962"/>
                <a:gd name="T67" fmla="*/ 0 h 3555"/>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962"/>
                <a:gd name="T103" fmla="*/ 0 h 3555"/>
                <a:gd name="T104" fmla="*/ 1962 w 1962"/>
                <a:gd name="T105" fmla="*/ 3555 h 3555"/>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962" h="3555">
                  <a:moveTo>
                    <a:pt x="1594" y="50"/>
                  </a:moveTo>
                  <a:lnTo>
                    <a:pt x="368" y="831"/>
                  </a:lnTo>
                  <a:lnTo>
                    <a:pt x="330" y="858"/>
                  </a:lnTo>
                  <a:lnTo>
                    <a:pt x="294" y="888"/>
                  </a:lnTo>
                  <a:lnTo>
                    <a:pt x="259" y="922"/>
                  </a:lnTo>
                  <a:lnTo>
                    <a:pt x="225" y="961"/>
                  </a:lnTo>
                  <a:lnTo>
                    <a:pt x="193" y="1003"/>
                  </a:lnTo>
                  <a:lnTo>
                    <a:pt x="163" y="1047"/>
                  </a:lnTo>
                  <a:lnTo>
                    <a:pt x="133" y="1094"/>
                  </a:lnTo>
                  <a:lnTo>
                    <a:pt x="108" y="1143"/>
                  </a:lnTo>
                  <a:lnTo>
                    <a:pt x="84" y="1193"/>
                  </a:lnTo>
                  <a:lnTo>
                    <a:pt x="63" y="1246"/>
                  </a:lnTo>
                  <a:lnTo>
                    <a:pt x="44" y="1299"/>
                  </a:lnTo>
                  <a:lnTo>
                    <a:pt x="29" y="1353"/>
                  </a:lnTo>
                  <a:lnTo>
                    <a:pt x="16" y="1405"/>
                  </a:lnTo>
                  <a:lnTo>
                    <a:pt x="7" y="1459"/>
                  </a:lnTo>
                  <a:lnTo>
                    <a:pt x="2" y="1512"/>
                  </a:lnTo>
                  <a:lnTo>
                    <a:pt x="0" y="1565"/>
                  </a:lnTo>
                  <a:lnTo>
                    <a:pt x="0" y="3237"/>
                  </a:lnTo>
                  <a:lnTo>
                    <a:pt x="2" y="3287"/>
                  </a:lnTo>
                  <a:lnTo>
                    <a:pt x="7" y="3333"/>
                  </a:lnTo>
                  <a:lnTo>
                    <a:pt x="16" y="3375"/>
                  </a:lnTo>
                  <a:lnTo>
                    <a:pt x="29" y="3413"/>
                  </a:lnTo>
                  <a:lnTo>
                    <a:pt x="44" y="3447"/>
                  </a:lnTo>
                  <a:lnTo>
                    <a:pt x="63" y="3477"/>
                  </a:lnTo>
                  <a:lnTo>
                    <a:pt x="84" y="3502"/>
                  </a:lnTo>
                  <a:lnTo>
                    <a:pt x="108" y="3522"/>
                  </a:lnTo>
                  <a:lnTo>
                    <a:pt x="133" y="3538"/>
                  </a:lnTo>
                  <a:lnTo>
                    <a:pt x="163" y="3549"/>
                  </a:lnTo>
                  <a:lnTo>
                    <a:pt x="193" y="3555"/>
                  </a:lnTo>
                  <a:lnTo>
                    <a:pt x="225" y="3555"/>
                  </a:lnTo>
                  <a:lnTo>
                    <a:pt x="259" y="3550"/>
                  </a:lnTo>
                  <a:lnTo>
                    <a:pt x="294" y="3541"/>
                  </a:lnTo>
                  <a:lnTo>
                    <a:pt x="330" y="3524"/>
                  </a:lnTo>
                  <a:lnTo>
                    <a:pt x="368" y="3503"/>
                  </a:lnTo>
                  <a:lnTo>
                    <a:pt x="1594" y="2722"/>
                  </a:lnTo>
                  <a:lnTo>
                    <a:pt x="1632" y="2696"/>
                  </a:lnTo>
                  <a:lnTo>
                    <a:pt x="1668" y="2665"/>
                  </a:lnTo>
                  <a:lnTo>
                    <a:pt x="1703" y="2631"/>
                  </a:lnTo>
                  <a:lnTo>
                    <a:pt x="1737" y="2592"/>
                  </a:lnTo>
                  <a:lnTo>
                    <a:pt x="1769" y="2551"/>
                  </a:lnTo>
                  <a:lnTo>
                    <a:pt x="1799" y="2506"/>
                  </a:lnTo>
                  <a:lnTo>
                    <a:pt x="1829" y="2460"/>
                  </a:lnTo>
                  <a:lnTo>
                    <a:pt x="1854" y="2411"/>
                  </a:lnTo>
                  <a:lnTo>
                    <a:pt x="1878" y="2361"/>
                  </a:lnTo>
                  <a:lnTo>
                    <a:pt x="1899" y="2308"/>
                  </a:lnTo>
                  <a:lnTo>
                    <a:pt x="1918" y="2256"/>
                  </a:lnTo>
                  <a:lnTo>
                    <a:pt x="1933" y="2202"/>
                  </a:lnTo>
                  <a:lnTo>
                    <a:pt x="1946" y="2149"/>
                  </a:lnTo>
                  <a:lnTo>
                    <a:pt x="1955" y="2095"/>
                  </a:lnTo>
                  <a:lnTo>
                    <a:pt x="1960" y="2042"/>
                  </a:lnTo>
                  <a:lnTo>
                    <a:pt x="1962" y="1989"/>
                  </a:lnTo>
                  <a:lnTo>
                    <a:pt x="1962" y="319"/>
                  </a:lnTo>
                  <a:lnTo>
                    <a:pt x="1960" y="269"/>
                  </a:lnTo>
                  <a:lnTo>
                    <a:pt x="1955" y="223"/>
                  </a:lnTo>
                  <a:lnTo>
                    <a:pt x="1946" y="180"/>
                  </a:lnTo>
                  <a:lnTo>
                    <a:pt x="1933" y="143"/>
                  </a:lnTo>
                  <a:lnTo>
                    <a:pt x="1918" y="109"/>
                  </a:lnTo>
                  <a:lnTo>
                    <a:pt x="1899" y="79"/>
                  </a:lnTo>
                  <a:lnTo>
                    <a:pt x="1878" y="54"/>
                  </a:lnTo>
                  <a:lnTo>
                    <a:pt x="1854" y="33"/>
                  </a:lnTo>
                  <a:lnTo>
                    <a:pt x="1829" y="17"/>
                  </a:lnTo>
                  <a:lnTo>
                    <a:pt x="1799" y="7"/>
                  </a:lnTo>
                  <a:lnTo>
                    <a:pt x="1769" y="0"/>
                  </a:lnTo>
                  <a:lnTo>
                    <a:pt x="1737" y="0"/>
                  </a:lnTo>
                  <a:lnTo>
                    <a:pt x="1703" y="4"/>
                  </a:lnTo>
                  <a:lnTo>
                    <a:pt x="1668" y="14"/>
                  </a:lnTo>
                  <a:lnTo>
                    <a:pt x="1632" y="29"/>
                  </a:lnTo>
                  <a:lnTo>
                    <a:pt x="1594" y="50"/>
                  </a:lnTo>
                  <a:close/>
                </a:path>
              </a:pathLst>
            </a:custGeom>
            <a:solidFill>
              <a:srgbClr val="E5E5E5"/>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10986" name="Freeform 50"/>
            <p:cNvSpPr>
              <a:spLocks noEditPoints="1"/>
            </p:cNvSpPr>
            <p:nvPr/>
          </p:nvSpPr>
          <p:spPr bwMode="auto">
            <a:xfrm>
              <a:off x="916" y="1589"/>
              <a:ext cx="697" cy="698"/>
            </a:xfrm>
            <a:custGeom>
              <a:avLst/>
              <a:gdLst>
                <a:gd name="T0" fmla="*/ 16 w 3485"/>
                <a:gd name="T1" fmla="*/ 0 h 3490"/>
                <a:gd name="T2" fmla="*/ 17 w 3485"/>
                <a:gd name="T3" fmla="*/ 2 h 3490"/>
                <a:gd name="T4" fmla="*/ 17 w 3485"/>
                <a:gd name="T5" fmla="*/ 3 h 3490"/>
                <a:gd name="T6" fmla="*/ 14 w 3485"/>
                <a:gd name="T7" fmla="*/ 4 h 3490"/>
                <a:gd name="T8" fmla="*/ 12 w 3485"/>
                <a:gd name="T9" fmla="*/ 4 h 3490"/>
                <a:gd name="T10" fmla="*/ 11 w 3485"/>
                <a:gd name="T11" fmla="*/ 2 h 3490"/>
                <a:gd name="T12" fmla="*/ 11 w 3485"/>
                <a:gd name="T13" fmla="*/ 1 h 3490"/>
                <a:gd name="T14" fmla="*/ 14 w 3485"/>
                <a:gd name="T15" fmla="*/ 0 h 3490"/>
                <a:gd name="T16" fmla="*/ 3 w 3485"/>
                <a:gd name="T17" fmla="*/ 7 h 3490"/>
                <a:gd name="T18" fmla="*/ 4 w 3485"/>
                <a:gd name="T19" fmla="*/ 9 h 3490"/>
                <a:gd name="T20" fmla="*/ 3 w 3485"/>
                <a:gd name="T21" fmla="*/ 12 h 3490"/>
                <a:gd name="T22" fmla="*/ 2 w 3485"/>
                <a:gd name="T23" fmla="*/ 13 h 3490"/>
                <a:gd name="T24" fmla="*/ 1 w 3485"/>
                <a:gd name="T25" fmla="*/ 12 h 3490"/>
                <a:gd name="T26" fmla="*/ 0 w 3485"/>
                <a:gd name="T27" fmla="*/ 10 h 3490"/>
                <a:gd name="T28" fmla="*/ 0 w 3485"/>
                <a:gd name="T29" fmla="*/ 8 h 3490"/>
                <a:gd name="T30" fmla="*/ 2 w 3485"/>
                <a:gd name="T31" fmla="*/ 6 h 3490"/>
                <a:gd name="T32" fmla="*/ 10 w 3485"/>
                <a:gd name="T33" fmla="*/ 20 h 3490"/>
                <a:gd name="T34" fmla="*/ 11 w 3485"/>
                <a:gd name="T35" fmla="*/ 22 h 3490"/>
                <a:gd name="T36" fmla="*/ 11 w 3485"/>
                <a:gd name="T37" fmla="*/ 25 h 3490"/>
                <a:gd name="T38" fmla="*/ 10 w 3485"/>
                <a:gd name="T39" fmla="*/ 27 h 3490"/>
                <a:gd name="T40" fmla="*/ 8 w 3485"/>
                <a:gd name="T41" fmla="*/ 26 h 3490"/>
                <a:gd name="T42" fmla="*/ 7 w 3485"/>
                <a:gd name="T43" fmla="*/ 24 h 3490"/>
                <a:gd name="T44" fmla="*/ 7 w 3485"/>
                <a:gd name="T45" fmla="*/ 22 h 3490"/>
                <a:gd name="T46" fmla="*/ 8 w 3485"/>
                <a:gd name="T47" fmla="*/ 20 h 3490"/>
                <a:gd name="T48" fmla="*/ 20 w 3485"/>
                <a:gd name="T49" fmla="*/ 21 h 3490"/>
                <a:gd name="T50" fmla="*/ 21 w 3485"/>
                <a:gd name="T51" fmla="*/ 23 h 3490"/>
                <a:gd name="T52" fmla="*/ 21 w 3485"/>
                <a:gd name="T53" fmla="*/ 26 h 3490"/>
                <a:gd name="T54" fmla="*/ 20 w 3485"/>
                <a:gd name="T55" fmla="*/ 28 h 3490"/>
                <a:gd name="T56" fmla="*/ 18 w 3485"/>
                <a:gd name="T57" fmla="*/ 28 h 3490"/>
                <a:gd name="T58" fmla="*/ 17 w 3485"/>
                <a:gd name="T59" fmla="*/ 26 h 3490"/>
                <a:gd name="T60" fmla="*/ 17 w 3485"/>
                <a:gd name="T61" fmla="*/ 23 h 3490"/>
                <a:gd name="T62" fmla="*/ 18 w 3485"/>
                <a:gd name="T63" fmla="*/ 21 h 3490"/>
                <a:gd name="T64" fmla="*/ 19 w 3485"/>
                <a:gd name="T65" fmla="*/ 11 h 3490"/>
                <a:gd name="T66" fmla="*/ 20 w 3485"/>
                <a:gd name="T67" fmla="*/ 13 h 3490"/>
                <a:gd name="T68" fmla="*/ 21 w 3485"/>
                <a:gd name="T69" fmla="*/ 15 h 3490"/>
                <a:gd name="T70" fmla="*/ 20 w 3485"/>
                <a:gd name="T71" fmla="*/ 17 h 3490"/>
                <a:gd name="T72" fmla="*/ 18 w 3485"/>
                <a:gd name="T73" fmla="*/ 17 h 3490"/>
                <a:gd name="T74" fmla="*/ 17 w 3485"/>
                <a:gd name="T75" fmla="*/ 16 h 3490"/>
                <a:gd name="T76" fmla="*/ 17 w 3485"/>
                <a:gd name="T77" fmla="*/ 13 h 3490"/>
                <a:gd name="T78" fmla="*/ 18 w 3485"/>
                <a:gd name="T79" fmla="*/ 11 h 3490"/>
                <a:gd name="T80" fmla="*/ 26 w 3485"/>
                <a:gd name="T81" fmla="*/ 7 h 3490"/>
                <a:gd name="T82" fmla="*/ 27 w 3485"/>
                <a:gd name="T83" fmla="*/ 8 h 3490"/>
                <a:gd name="T84" fmla="*/ 27 w 3485"/>
                <a:gd name="T85" fmla="*/ 11 h 3490"/>
                <a:gd name="T86" fmla="*/ 26 w 3485"/>
                <a:gd name="T87" fmla="*/ 13 h 3490"/>
                <a:gd name="T88" fmla="*/ 25 w 3485"/>
                <a:gd name="T89" fmla="*/ 13 h 3490"/>
                <a:gd name="T90" fmla="*/ 24 w 3485"/>
                <a:gd name="T91" fmla="*/ 12 h 3490"/>
                <a:gd name="T92" fmla="*/ 24 w 3485"/>
                <a:gd name="T93" fmla="*/ 9 h 3490"/>
                <a:gd name="T94" fmla="*/ 24 w 3485"/>
                <a:gd name="T95" fmla="*/ 7 h 3490"/>
                <a:gd name="T96" fmla="*/ 26 w 3485"/>
                <a:gd name="T97" fmla="*/ 17 h 3490"/>
                <a:gd name="T98" fmla="*/ 27 w 3485"/>
                <a:gd name="T99" fmla="*/ 18 h 3490"/>
                <a:gd name="T100" fmla="*/ 28 w 3485"/>
                <a:gd name="T101" fmla="*/ 21 h 3490"/>
                <a:gd name="T102" fmla="*/ 27 w 3485"/>
                <a:gd name="T103" fmla="*/ 23 h 3490"/>
                <a:gd name="T104" fmla="*/ 26 w 3485"/>
                <a:gd name="T105" fmla="*/ 24 h 3490"/>
                <a:gd name="T106" fmla="*/ 24 w 3485"/>
                <a:gd name="T107" fmla="*/ 23 h 3490"/>
                <a:gd name="T108" fmla="*/ 24 w 3485"/>
                <a:gd name="T109" fmla="*/ 20 h 3490"/>
                <a:gd name="T110" fmla="*/ 25 w 3485"/>
                <a:gd name="T111" fmla="*/ 18 h 3490"/>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w 3485"/>
                <a:gd name="T169" fmla="*/ 0 h 3490"/>
                <a:gd name="T170" fmla="*/ 3485 w 3485"/>
                <a:gd name="T171" fmla="*/ 3490 h 3490"/>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T168" t="T169" r="T170" b="T171"/>
              <a:pathLst>
                <a:path w="3485" h="3490">
                  <a:moveTo>
                    <a:pt x="1754" y="0"/>
                  </a:moveTo>
                  <a:lnTo>
                    <a:pt x="1797" y="2"/>
                  </a:lnTo>
                  <a:lnTo>
                    <a:pt x="1840" y="5"/>
                  </a:lnTo>
                  <a:lnTo>
                    <a:pt x="1881" y="12"/>
                  </a:lnTo>
                  <a:lnTo>
                    <a:pt x="1921" y="20"/>
                  </a:lnTo>
                  <a:lnTo>
                    <a:pt x="1959" y="31"/>
                  </a:lnTo>
                  <a:lnTo>
                    <a:pt x="1994" y="44"/>
                  </a:lnTo>
                  <a:lnTo>
                    <a:pt x="2028" y="59"/>
                  </a:lnTo>
                  <a:lnTo>
                    <a:pt x="2058" y="74"/>
                  </a:lnTo>
                  <a:lnTo>
                    <a:pt x="2086" y="93"/>
                  </a:lnTo>
                  <a:lnTo>
                    <a:pt x="2111" y="113"/>
                  </a:lnTo>
                  <a:lnTo>
                    <a:pt x="2132" y="133"/>
                  </a:lnTo>
                  <a:lnTo>
                    <a:pt x="2151" y="155"/>
                  </a:lnTo>
                  <a:lnTo>
                    <a:pt x="2165" y="179"/>
                  </a:lnTo>
                  <a:lnTo>
                    <a:pt x="2175" y="203"/>
                  </a:lnTo>
                  <a:lnTo>
                    <a:pt x="2182" y="229"/>
                  </a:lnTo>
                  <a:lnTo>
                    <a:pt x="2185" y="255"/>
                  </a:lnTo>
                  <a:lnTo>
                    <a:pt x="2182" y="281"/>
                  </a:lnTo>
                  <a:lnTo>
                    <a:pt x="2175" y="305"/>
                  </a:lnTo>
                  <a:lnTo>
                    <a:pt x="2165" y="330"/>
                  </a:lnTo>
                  <a:lnTo>
                    <a:pt x="2151" y="353"/>
                  </a:lnTo>
                  <a:lnTo>
                    <a:pt x="2132" y="376"/>
                  </a:lnTo>
                  <a:lnTo>
                    <a:pt x="2111" y="397"/>
                  </a:lnTo>
                  <a:lnTo>
                    <a:pt x="2086" y="417"/>
                  </a:lnTo>
                  <a:lnTo>
                    <a:pt x="2058" y="434"/>
                  </a:lnTo>
                  <a:lnTo>
                    <a:pt x="2028" y="451"/>
                  </a:lnTo>
                  <a:lnTo>
                    <a:pt x="1994" y="466"/>
                  </a:lnTo>
                  <a:lnTo>
                    <a:pt x="1959" y="479"/>
                  </a:lnTo>
                  <a:lnTo>
                    <a:pt x="1921" y="489"/>
                  </a:lnTo>
                  <a:lnTo>
                    <a:pt x="1881" y="498"/>
                  </a:lnTo>
                  <a:lnTo>
                    <a:pt x="1840" y="505"/>
                  </a:lnTo>
                  <a:lnTo>
                    <a:pt x="1797" y="508"/>
                  </a:lnTo>
                  <a:lnTo>
                    <a:pt x="1754" y="509"/>
                  </a:lnTo>
                  <a:lnTo>
                    <a:pt x="1710" y="508"/>
                  </a:lnTo>
                  <a:lnTo>
                    <a:pt x="1667" y="505"/>
                  </a:lnTo>
                  <a:lnTo>
                    <a:pt x="1626" y="498"/>
                  </a:lnTo>
                  <a:lnTo>
                    <a:pt x="1586" y="489"/>
                  </a:lnTo>
                  <a:lnTo>
                    <a:pt x="1548" y="479"/>
                  </a:lnTo>
                  <a:lnTo>
                    <a:pt x="1512" y="466"/>
                  </a:lnTo>
                  <a:lnTo>
                    <a:pt x="1479" y="451"/>
                  </a:lnTo>
                  <a:lnTo>
                    <a:pt x="1449" y="434"/>
                  </a:lnTo>
                  <a:lnTo>
                    <a:pt x="1421" y="417"/>
                  </a:lnTo>
                  <a:lnTo>
                    <a:pt x="1395" y="397"/>
                  </a:lnTo>
                  <a:lnTo>
                    <a:pt x="1374" y="376"/>
                  </a:lnTo>
                  <a:lnTo>
                    <a:pt x="1355" y="353"/>
                  </a:lnTo>
                  <a:lnTo>
                    <a:pt x="1341" y="330"/>
                  </a:lnTo>
                  <a:lnTo>
                    <a:pt x="1331" y="305"/>
                  </a:lnTo>
                  <a:lnTo>
                    <a:pt x="1324" y="281"/>
                  </a:lnTo>
                  <a:lnTo>
                    <a:pt x="1321" y="255"/>
                  </a:lnTo>
                  <a:lnTo>
                    <a:pt x="1324" y="229"/>
                  </a:lnTo>
                  <a:lnTo>
                    <a:pt x="1331" y="203"/>
                  </a:lnTo>
                  <a:lnTo>
                    <a:pt x="1341" y="179"/>
                  </a:lnTo>
                  <a:lnTo>
                    <a:pt x="1355" y="155"/>
                  </a:lnTo>
                  <a:lnTo>
                    <a:pt x="1374" y="133"/>
                  </a:lnTo>
                  <a:lnTo>
                    <a:pt x="1395" y="113"/>
                  </a:lnTo>
                  <a:lnTo>
                    <a:pt x="1421" y="93"/>
                  </a:lnTo>
                  <a:lnTo>
                    <a:pt x="1449" y="74"/>
                  </a:lnTo>
                  <a:lnTo>
                    <a:pt x="1479" y="59"/>
                  </a:lnTo>
                  <a:lnTo>
                    <a:pt x="1512" y="44"/>
                  </a:lnTo>
                  <a:lnTo>
                    <a:pt x="1548" y="31"/>
                  </a:lnTo>
                  <a:lnTo>
                    <a:pt x="1586" y="20"/>
                  </a:lnTo>
                  <a:lnTo>
                    <a:pt x="1626" y="12"/>
                  </a:lnTo>
                  <a:lnTo>
                    <a:pt x="1667" y="5"/>
                  </a:lnTo>
                  <a:lnTo>
                    <a:pt x="1710" y="2"/>
                  </a:lnTo>
                  <a:lnTo>
                    <a:pt x="1754" y="0"/>
                  </a:lnTo>
                  <a:close/>
                  <a:moveTo>
                    <a:pt x="239" y="786"/>
                  </a:moveTo>
                  <a:lnTo>
                    <a:pt x="263" y="788"/>
                  </a:lnTo>
                  <a:lnTo>
                    <a:pt x="287" y="794"/>
                  </a:lnTo>
                  <a:lnTo>
                    <a:pt x="309" y="805"/>
                  </a:lnTo>
                  <a:lnTo>
                    <a:pt x="331" y="819"/>
                  </a:lnTo>
                  <a:lnTo>
                    <a:pt x="352" y="836"/>
                  </a:lnTo>
                  <a:lnTo>
                    <a:pt x="372" y="857"/>
                  </a:lnTo>
                  <a:lnTo>
                    <a:pt x="390" y="882"/>
                  </a:lnTo>
                  <a:lnTo>
                    <a:pt x="407" y="909"/>
                  </a:lnTo>
                  <a:lnTo>
                    <a:pt x="423" y="940"/>
                  </a:lnTo>
                  <a:lnTo>
                    <a:pt x="437" y="971"/>
                  </a:lnTo>
                  <a:lnTo>
                    <a:pt x="448" y="1006"/>
                  </a:lnTo>
                  <a:lnTo>
                    <a:pt x="459" y="1043"/>
                  </a:lnTo>
                  <a:lnTo>
                    <a:pt x="467" y="1081"/>
                  </a:lnTo>
                  <a:lnTo>
                    <a:pt x="473" y="1121"/>
                  </a:lnTo>
                  <a:lnTo>
                    <a:pt x="476" y="1163"/>
                  </a:lnTo>
                  <a:lnTo>
                    <a:pt x="478" y="1206"/>
                  </a:lnTo>
                  <a:lnTo>
                    <a:pt x="476" y="1248"/>
                  </a:lnTo>
                  <a:lnTo>
                    <a:pt x="473" y="1290"/>
                  </a:lnTo>
                  <a:lnTo>
                    <a:pt x="467" y="1330"/>
                  </a:lnTo>
                  <a:lnTo>
                    <a:pt x="459" y="1367"/>
                  </a:lnTo>
                  <a:lnTo>
                    <a:pt x="448" y="1405"/>
                  </a:lnTo>
                  <a:lnTo>
                    <a:pt x="437" y="1439"/>
                  </a:lnTo>
                  <a:lnTo>
                    <a:pt x="423" y="1472"/>
                  </a:lnTo>
                  <a:lnTo>
                    <a:pt x="407" y="1501"/>
                  </a:lnTo>
                  <a:lnTo>
                    <a:pt x="390" y="1528"/>
                  </a:lnTo>
                  <a:lnTo>
                    <a:pt x="372" y="1553"/>
                  </a:lnTo>
                  <a:lnTo>
                    <a:pt x="352" y="1574"/>
                  </a:lnTo>
                  <a:lnTo>
                    <a:pt x="331" y="1591"/>
                  </a:lnTo>
                  <a:lnTo>
                    <a:pt x="309" y="1605"/>
                  </a:lnTo>
                  <a:lnTo>
                    <a:pt x="287" y="1616"/>
                  </a:lnTo>
                  <a:lnTo>
                    <a:pt x="263" y="1622"/>
                  </a:lnTo>
                  <a:lnTo>
                    <a:pt x="239" y="1624"/>
                  </a:lnTo>
                  <a:lnTo>
                    <a:pt x="214" y="1622"/>
                  </a:lnTo>
                  <a:lnTo>
                    <a:pt x="191" y="1616"/>
                  </a:lnTo>
                  <a:lnTo>
                    <a:pt x="168" y="1605"/>
                  </a:lnTo>
                  <a:lnTo>
                    <a:pt x="146" y="1591"/>
                  </a:lnTo>
                  <a:lnTo>
                    <a:pt x="125" y="1574"/>
                  </a:lnTo>
                  <a:lnTo>
                    <a:pt x="105" y="1553"/>
                  </a:lnTo>
                  <a:lnTo>
                    <a:pt x="87" y="1528"/>
                  </a:lnTo>
                  <a:lnTo>
                    <a:pt x="70" y="1501"/>
                  </a:lnTo>
                  <a:lnTo>
                    <a:pt x="55" y="1472"/>
                  </a:lnTo>
                  <a:lnTo>
                    <a:pt x="41" y="1439"/>
                  </a:lnTo>
                  <a:lnTo>
                    <a:pt x="29" y="1405"/>
                  </a:lnTo>
                  <a:lnTo>
                    <a:pt x="18" y="1367"/>
                  </a:lnTo>
                  <a:lnTo>
                    <a:pt x="10" y="1330"/>
                  </a:lnTo>
                  <a:lnTo>
                    <a:pt x="4" y="1290"/>
                  </a:lnTo>
                  <a:lnTo>
                    <a:pt x="1" y="1248"/>
                  </a:lnTo>
                  <a:lnTo>
                    <a:pt x="0" y="1206"/>
                  </a:lnTo>
                  <a:lnTo>
                    <a:pt x="1" y="1163"/>
                  </a:lnTo>
                  <a:lnTo>
                    <a:pt x="4" y="1121"/>
                  </a:lnTo>
                  <a:lnTo>
                    <a:pt x="10" y="1081"/>
                  </a:lnTo>
                  <a:lnTo>
                    <a:pt x="18" y="1043"/>
                  </a:lnTo>
                  <a:lnTo>
                    <a:pt x="29" y="1006"/>
                  </a:lnTo>
                  <a:lnTo>
                    <a:pt x="41" y="971"/>
                  </a:lnTo>
                  <a:lnTo>
                    <a:pt x="55" y="940"/>
                  </a:lnTo>
                  <a:lnTo>
                    <a:pt x="70" y="909"/>
                  </a:lnTo>
                  <a:lnTo>
                    <a:pt x="87" y="882"/>
                  </a:lnTo>
                  <a:lnTo>
                    <a:pt x="105" y="857"/>
                  </a:lnTo>
                  <a:lnTo>
                    <a:pt x="125" y="836"/>
                  </a:lnTo>
                  <a:lnTo>
                    <a:pt x="146" y="819"/>
                  </a:lnTo>
                  <a:lnTo>
                    <a:pt x="168" y="805"/>
                  </a:lnTo>
                  <a:lnTo>
                    <a:pt x="191" y="794"/>
                  </a:lnTo>
                  <a:lnTo>
                    <a:pt x="214" y="788"/>
                  </a:lnTo>
                  <a:lnTo>
                    <a:pt x="239" y="786"/>
                  </a:lnTo>
                  <a:close/>
                  <a:moveTo>
                    <a:pt x="1119" y="2495"/>
                  </a:moveTo>
                  <a:lnTo>
                    <a:pt x="1143" y="2498"/>
                  </a:lnTo>
                  <a:lnTo>
                    <a:pt x="1167" y="2504"/>
                  </a:lnTo>
                  <a:lnTo>
                    <a:pt x="1190" y="2514"/>
                  </a:lnTo>
                  <a:lnTo>
                    <a:pt x="1211" y="2528"/>
                  </a:lnTo>
                  <a:lnTo>
                    <a:pt x="1232" y="2546"/>
                  </a:lnTo>
                  <a:lnTo>
                    <a:pt x="1252" y="2567"/>
                  </a:lnTo>
                  <a:lnTo>
                    <a:pt x="1271" y="2592"/>
                  </a:lnTo>
                  <a:lnTo>
                    <a:pt x="1288" y="2618"/>
                  </a:lnTo>
                  <a:lnTo>
                    <a:pt x="1304" y="2648"/>
                  </a:lnTo>
                  <a:lnTo>
                    <a:pt x="1318" y="2681"/>
                  </a:lnTo>
                  <a:lnTo>
                    <a:pt x="1329" y="2715"/>
                  </a:lnTo>
                  <a:lnTo>
                    <a:pt x="1340" y="2752"/>
                  </a:lnTo>
                  <a:lnTo>
                    <a:pt x="1348" y="2790"/>
                  </a:lnTo>
                  <a:lnTo>
                    <a:pt x="1354" y="2830"/>
                  </a:lnTo>
                  <a:lnTo>
                    <a:pt x="1358" y="2872"/>
                  </a:lnTo>
                  <a:lnTo>
                    <a:pt x="1359" y="2914"/>
                  </a:lnTo>
                  <a:lnTo>
                    <a:pt x="1358" y="2956"/>
                  </a:lnTo>
                  <a:lnTo>
                    <a:pt x="1354" y="2998"/>
                  </a:lnTo>
                  <a:lnTo>
                    <a:pt x="1348" y="3038"/>
                  </a:lnTo>
                  <a:lnTo>
                    <a:pt x="1340" y="3077"/>
                  </a:lnTo>
                  <a:lnTo>
                    <a:pt x="1329" y="3113"/>
                  </a:lnTo>
                  <a:lnTo>
                    <a:pt x="1318" y="3147"/>
                  </a:lnTo>
                  <a:lnTo>
                    <a:pt x="1304" y="3180"/>
                  </a:lnTo>
                  <a:lnTo>
                    <a:pt x="1288" y="3209"/>
                  </a:lnTo>
                  <a:lnTo>
                    <a:pt x="1271" y="3238"/>
                  </a:lnTo>
                  <a:lnTo>
                    <a:pt x="1252" y="3261"/>
                  </a:lnTo>
                  <a:lnTo>
                    <a:pt x="1232" y="3282"/>
                  </a:lnTo>
                  <a:lnTo>
                    <a:pt x="1211" y="3301"/>
                  </a:lnTo>
                  <a:lnTo>
                    <a:pt x="1190" y="3315"/>
                  </a:lnTo>
                  <a:lnTo>
                    <a:pt x="1167" y="3325"/>
                  </a:lnTo>
                  <a:lnTo>
                    <a:pt x="1143" y="3331"/>
                  </a:lnTo>
                  <a:lnTo>
                    <a:pt x="1119" y="3334"/>
                  </a:lnTo>
                  <a:lnTo>
                    <a:pt x="1094" y="3331"/>
                  </a:lnTo>
                  <a:lnTo>
                    <a:pt x="1070" y="3325"/>
                  </a:lnTo>
                  <a:lnTo>
                    <a:pt x="1048" y="3315"/>
                  </a:lnTo>
                  <a:lnTo>
                    <a:pt x="1026" y="3301"/>
                  </a:lnTo>
                  <a:lnTo>
                    <a:pt x="1005" y="3282"/>
                  </a:lnTo>
                  <a:lnTo>
                    <a:pt x="985" y="3261"/>
                  </a:lnTo>
                  <a:lnTo>
                    <a:pt x="967" y="3238"/>
                  </a:lnTo>
                  <a:lnTo>
                    <a:pt x="950" y="3209"/>
                  </a:lnTo>
                  <a:lnTo>
                    <a:pt x="935" y="3180"/>
                  </a:lnTo>
                  <a:lnTo>
                    <a:pt x="921" y="3147"/>
                  </a:lnTo>
                  <a:lnTo>
                    <a:pt x="909" y="3113"/>
                  </a:lnTo>
                  <a:lnTo>
                    <a:pt x="898" y="3077"/>
                  </a:lnTo>
                  <a:lnTo>
                    <a:pt x="890" y="3038"/>
                  </a:lnTo>
                  <a:lnTo>
                    <a:pt x="884" y="2998"/>
                  </a:lnTo>
                  <a:lnTo>
                    <a:pt x="881" y="2956"/>
                  </a:lnTo>
                  <a:lnTo>
                    <a:pt x="880" y="2914"/>
                  </a:lnTo>
                  <a:lnTo>
                    <a:pt x="881" y="2872"/>
                  </a:lnTo>
                  <a:lnTo>
                    <a:pt x="884" y="2830"/>
                  </a:lnTo>
                  <a:lnTo>
                    <a:pt x="890" y="2790"/>
                  </a:lnTo>
                  <a:lnTo>
                    <a:pt x="898" y="2752"/>
                  </a:lnTo>
                  <a:lnTo>
                    <a:pt x="909" y="2715"/>
                  </a:lnTo>
                  <a:lnTo>
                    <a:pt x="921" y="2681"/>
                  </a:lnTo>
                  <a:lnTo>
                    <a:pt x="935" y="2648"/>
                  </a:lnTo>
                  <a:lnTo>
                    <a:pt x="950" y="2618"/>
                  </a:lnTo>
                  <a:lnTo>
                    <a:pt x="967" y="2592"/>
                  </a:lnTo>
                  <a:lnTo>
                    <a:pt x="985" y="2567"/>
                  </a:lnTo>
                  <a:lnTo>
                    <a:pt x="1005" y="2546"/>
                  </a:lnTo>
                  <a:lnTo>
                    <a:pt x="1026" y="2528"/>
                  </a:lnTo>
                  <a:lnTo>
                    <a:pt x="1048" y="2514"/>
                  </a:lnTo>
                  <a:lnTo>
                    <a:pt x="1070" y="2504"/>
                  </a:lnTo>
                  <a:lnTo>
                    <a:pt x="1094" y="2498"/>
                  </a:lnTo>
                  <a:lnTo>
                    <a:pt x="1119" y="2495"/>
                  </a:lnTo>
                  <a:close/>
                  <a:moveTo>
                    <a:pt x="2380" y="2651"/>
                  </a:moveTo>
                  <a:lnTo>
                    <a:pt x="2405" y="2654"/>
                  </a:lnTo>
                  <a:lnTo>
                    <a:pt x="2428" y="2660"/>
                  </a:lnTo>
                  <a:lnTo>
                    <a:pt x="2452" y="2670"/>
                  </a:lnTo>
                  <a:lnTo>
                    <a:pt x="2473" y="2684"/>
                  </a:lnTo>
                  <a:lnTo>
                    <a:pt x="2494" y="2703"/>
                  </a:lnTo>
                  <a:lnTo>
                    <a:pt x="2514" y="2724"/>
                  </a:lnTo>
                  <a:lnTo>
                    <a:pt x="2533" y="2747"/>
                  </a:lnTo>
                  <a:lnTo>
                    <a:pt x="2550" y="2774"/>
                  </a:lnTo>
                  <a:lnTo>
                    <a:pt x="2565" y="2805"/>
                  </a:lnTo>
                  <a:lnTo>
                    <a:pt x="2580" y="2838"/>
                  </a:lnTo>
                  <a:lnTo>
                    <a:pt x="2591" y="2872"/>
                  </a:lnTo>
                  <a:lnTo>
                    <a:pt x="2602" y="2908"/>
                  </a:lnTo>
                  <a:lnTo>
                    <a:pt x="2610" y="2947"/>
                  </a:lnTo>
                  <a:lnTo>
                    <a:pt x="2616" y="2987"/>
                  </a:lnTo>
                  <a:lnTo>
                    <a:pt x="2619" y="3029"/>
                  </a:lnTo>
                  <a:lnTo>
                    <a:pt x="2621" y="3071"/>
                  </a:lnTo>
                  <a:lnTo>
                    <a:pt x="2619" y="3113"/>
                  </a:lnTo>
                  <a:lnTo>
                    <a:pt x="2616" y="3155"/>
                  </a:lnTo>
                  <a:lnTo>
                    <a:pt x="2610" y="3195"/>
                  </a:lnTo>
                  <a:lnTo>
                    <a:pt x="2602" y="3233"/>
                  </a:lnTo>
                  <a:lnTo>
                    <a:pt x="2591" y="3270"/>
                  </a:lnTo>
                  <a:lnTo>
                    <a:pt x="2580" y="3304"/>
                  </a:lnTo>
                  <a:lnTo>
                    <a:pt x="2565" y="3337"/>
                  </a:lnTo>
                  <a:lnTo>
                    <a:pt x="2550" y="3367"/>
                  </a:lnTo>
                  <a:lnTo>
                    <a:pt x="2533" y="3393"/>
                  </a:lnTo>
                  <a:lnTo>
                    <a:pt x="2514" y="3418"/>
                  </a:lnTo>
                  <a:lnTo>
                    <a:pt x="2494" y="3439"/>
                  </a:lnTo>
                  <a:lnTo>
                    <a:pt x="2473" y="3457"/>
                  </a:lnTo>
                  <a:lnTo>
                    <a:pt x="2452" y="3471"/>
                  </a:lnTo>
                  <a:lnTo>
                    <a:pt x="2428" y="3481"/>
                  </a:lnTo>
                  <a:lnTo>
                    <a:pt x="2405" y="3487"/>
                  </a:lnTo>
                  <a:lnTo>
                    <a:pt x="2380" y="3490"/>
                  </a:lnTo>
                  <a:lnTo>
                    <a:pt x="2356" y="3487"/>
                  </a:lnTo>
                  <a:lnTo>
                    <a:pt x="2332" y="3481"/>
                  </a:lnTo>
                  <a:lnTo>
                    <a:pt x="2310" y="3471"/>
                  </a:lnTo>
                  <a:lnTo>
                    <a:pt x="2288" y="3457"/>
                  </a:lnTo>
                  <a:lnTo>
                    <a:pt x="2267" y="3439"/>
                  </a:lnTo>
                  <a:lnTo>
                    <a:pt x="2248" y="3418"/>
                  </a:lnTo>
                  <a:lnTo>
                    <a:pt x="2229" y="3393"/>
                  </a:lnTo>
                  <a:lnTo>
                    <a:pt x="2212" y="3367"/>
                  </a:lnTo>
                  <a:lnTo>
                    <a:pt x="2196" y="3337"/>
                  </a:lnTo>
                  <a:lnTo>
                    <a:pt x="2182" y="3304"/>
                  </a:lnTo>
                  <a:lnTo>
                    <a:pt x="2171" y="3270"/>
                  </a:lnTo>
                  <a:lnTo>
                    <a:pt x="2160" y="3233"/>
                  </a:lnTo>
                  <a:lnTo>
                    <a:pt x="2152" y="3195"/>
                  </a:lnTo>
                  <a:lnTo>
                    <a:pt x="2146" y="3155"/>
                  </a:lnTo>
                  <a:lnTo>
                    <a:pt x="2142" y="3113"/>
                  </a:lnTo>
                  <a:lnTo>
                    <a:pt x="2141" y="3071"/>
                  </a:lnTo>
                  <a:lnTo>
                    <a:pt x="2142" y="3029"/>
                  </a:lnTo>
                  <a:lnTo>
                    <a:pt x="2146" y="2987"/>
                  </a:lnTo>
                  <a:lnTo>
                    <a:pt x="2152" y="2947"/>
                  </a:lnTo>
                  <a:lnTo>
                    <a:pt x="2160" y="2908"/>
                  </a:lnTo>
                  <a:lnTo>
                    <a:pt x="2171" y="2872"/>
                  </a:lnTo>
                  <a:lnTo>
                    <a:pt x="2182" y="2838"/>
                  </a:lnTo>
                  <a:lnTo>
                    <a:pt x="2196" y="2805"/>
                  </a:lnTo>
                  <a:lnTo>
                    <a:pt x="2212" y="2774"/>
                  </a:lnTo>
                  <a:lnTo>
                    <a:pt x="2229" y="2747"/>
                  </a:lnTo>
                  <a:lnTo>
                    <a:pt x="2248" y="2724"/>
                  </a:lnTo>
                  <a:lnTo>
                    <a:pt x="2267" y="2703"/>
                  </a:lnTo>
                  <a:lnTo>
                    <a:pt x="2288" y="2684"/>
                  </a:lnTo>
                  <a:lnTo>
                    <a:pt x="2310" y="2670"/>
                  </a:lnTo>
                  <a:lnTo>
                    <a:pt x="2332" y="2660"/>
                  </a:lnTo>
                  <a:lnTo>
                    <a:pt x="2356" y="2654"/>
                  </a:lnTo>
                  <a:lnTo>
                    <a:pt x="2380" y="2651"/>
                  </a:lnTo>
                  <a:close/>
                  <a:moveTo>
                    <a:pt x="2342" y="1355"/>
                  </a:moveTo>
                  <a:lnTo>
                    <a:pt x="2366" y="1357"/>
                  </a:lnTo>
                  <a:lnTo>
                    <a:pt x="2390" y="1363"/>
                  </a:lnTo>
                  <a:lnTo>
                    <a:pt x="2412" y="1373"/>
                  </a:lnTo>
                  <a:lnTo>
                    <a:pt x="2434" y="1387"/>
                  </a:lnTo>
                  <a:lnTo>
                    <a:pt x="2455" y="1405"/>
                  </a:lnTo>
                  <a:lnTo>
                    <a:pt x="2475" y="1426"/>
                  </a:lnTo>
                  <a:lnTo>
                    <a:pt x="2493" y="1451"/>
                  </a:lnTo>
                  <a:lnTo>
                    <a:pt x="2510" y="1478"/>
                  </a:lnTo>
                  <a:lnTo>
                    <a:pt x="2526" y="1507"/>
                  </a:lnTo>
                  <a:lnTo>
                    <a:pt x="2540" y="1540"/>
                  </a:lnTo>
                  <a:lnTo>
                    <a:pt x="2551" y="1574"/>
                  </a:lnTo>
                  <a:lnTo>
                    <a:pt x="2562" y="1611"/>
                  </a:lnTo>
                  <a:lnTo>
                    <a:pt x="2570" y="1649"/>
                  </a:lnTo>
                  <a:lnTo>
                    <a:pt x="2576" y="1689"/>
                  </a:lnTo>
                  <a:lnTo>
                    <a:pt x="2580" y="1731"/>
                  </a:lnTo>
                  <a:lnTo>
                    <a:pt x="2581" y="1773"/>
                  </a:lnTo>
                  <a:lnTo>
                    <a:pt x="2580" y="1815"/>
                  </a:lnTo>
                  <a:lnTo>
                    <a:pt x="2576" y="1858"/>
                  </a:lnTo>
                  <a:lnTo>
                    <a:pt x="2570" y="1897"/>
                  </a:lnTo>
                  <a:lnTo>
                    <a:pt x="2562" y="1936"/>
                  </a:lnTo>
                  <a:lnTo>
                    <a:pt x="2551" y="1972"/>
                  </a:lnTo>
                  <a:lnTo>
                    <a:pt x="2540" y="2008"/>
                  </a:lnTo>
                  <a:lnTo>
                    <a:pt x="2526" y="2039"/>
                  </a:lnTo>
                  <a:lnTo>
                    <a:pt x="2510" y="2070"/>
                  </a:lnTo>
                  <a:lnTo>
                    <a:pt x="2493" y="2097"/>
                  </a:lnTo>
                  <a:lnTo>
                    <a:pt x="2475" y="2121"/>
                  </a:lnTo>
                  <a:lnTo>
                    <a:pt x="2455" y="2142"/>
                  </a:lnTo>
                  <a:lnTo>
                    <a:pt x="2434" y="2160"/>
                  </a:lnTo>
                  <a:lnTo>
                    <a:pt x="2412" y="2174"/>
                  </a:lnTo>
                  <a:lnTo>
                    <a:pt x="2390" y="2185"/>
                  </a:lnTo>
                  <a:lnTo>
                    <a:pt x="2366" y="2191"/>
                  </a:lnTo>
                  <a:lnTo>
                    <a:pt x="2342" y="2193"/>
                  </a:lnTo>
                  <a:lnTo>
                    <a:pt x="2317" y="2191"/>
                  </a:lnTo>
                  <a:lnTo>
                    <a:pt x="2294" y="2185"/>
                  </a:lnTo>
                  <a:lnTo>
                    <a:pt x="2270" y="2174"/>
                  </a:lnTo>
                  <a:lnTo>
                    <a:pt x="2249" y="2160"/>
                  </a:lnTo>
                  <a:lnTo>
                    <a:pt x="2228" y="2142"/>
                  </a:lnTo>
                  <a:lnTo>
                    <a:pt x="2208" y="2121"/>
                  </a:lnTo>
                  <a:lnTo>
                    <a:pt x="2189" y="2097"/>
                  </a:lnTo>
                  <a:lnTo>
                    <a:pt x="2173" y="2070"/>
                  </a:lnTo>
                  <a:lnTo>
                    <a:pt x="2157" y="2039"/>
                  </a:lnTo>
                  <a:lnTo>
                    <a:pt x="2142" y="2008"/>
                  </a:lnTo>
                  <a:lnTo>
                    <a:pt x="2131" y="1972"/>
                  </a:lnTo>
                  <a:lnTo>
                    <a:pt x="2120" y="1936"/>
                  </a:lnTo>
                  <a:lnTo>
                    <a:pt x="2112" y="1897"/>
                  </a:lnTo>
                  <a:lnTo>
                    <a:pt x="2106" y="1858"/>
                  </a:lnTo>
                  <a:lnTo>
                    <a:pt x="2103" y="1815"/>
                  </a:lnTo>
                  <a:lnTo>
                    <a:pt x="2101" y="1773"/>
                  </a:lnTo>
                  <a:lnTo>
                    <a:pt x="2103" y="1731"/>
                  </a:lnTo>
                  <a:lnTo>
                    <a:pt x="2106" y="1689"/>
                  </a:lnTo>
                  <a:lnTo>
                    <a:pt x="2112" y="1649"/>
                  </a:lnTo>
                  <a:lnTo>
                    <a:pt x="2120" y="1611"/>
                  </a:lnTo>
                  <a:lnTo>
                    <a:pt x="2131" y="1574"/>
                  </a:lnTo>
                  <a:lnTo>
                    <a:pt x="2142" y="1540"/>
                  </a:lnTo>
                  <a:lnTo>
                    <a:pt x="2157" y="1507"/>
                  </a:lnTo>
                  <a:lnTo>
                    <a:pt x="2173" y="1478"/>
                  </a:lnTo>
                  <a:lnTo>
                    <a:pt x="2189" y="1451"/>
                  </a:lnTo>
                  <a:lnTo>
                    <a:pt x="2208" y="1426"/>
                  </a:lnTo>
                  <a:lnTo>
                    <a:pt x="2228" y="1405"/>
                  </a:lnTo>
                  <a:lnTo>
                    <a:pt x="2249" y="1387"/>
                  </a:lnTo>
                  <a:lnTo>
                    <a:pt x="2270" y="1373"/>
                  </a:lnTo>
                  <a:lnTo>
                    <a:pt x="2294" y="1363"/>
                  </a:lnTo>
                  <a:lnTo>
                    <a:pt x="2317" y="1357"/>
                  </a:lnTo>
                  <a:lnTo>
                    <a:pt x="2342" y="1355"/>
                  </a:lnTo>
                  <a:close/>
                  <a:moveTo>
                    <a:pt x="3179" y="819"/>
                  </a:moveTo>
                  <a:lnTo>
                    <a:pt x="3204" y="821"/>
                  </a:lnTo>
                  <a:lnTo>
                    <a:pt x="3227" y="827"/>
                  </a:lnTo>
                  <a:lnTo>
                    <a:pt x="3250" y="838"/>
                  </a:lnTo>
                  <a:lnTo>
                    <a:pt x="3272" y="852"/>
                  </a:lnTo>
                  <a:lnTo>
                    <a:pt x="3293" y="869"/>
                  </a:lnTo>
                  <a:lnTo>
                    <a:pt x="3312" y="890"/>
                  </a:lnTo>
                  <a:lnTo>
                    <a:pt x="3331" y="915"/>
                  </a:lnTo>
                  <a:lnTo>
                    <a:pt x="3348" y="942"/>
                  </a:lnTo>
                  <a:lnTo>
                    <a:pt x="3363" y="971"/>
                  </a:lnTo>
                  <a:lnTo>
                    <a:pt x="3377" y="1004"/>
                  </a:lnTo>
                  <a:lnTo>
                    <a:pt x="3389" y="1038"/>
                  </a:lnTo>
                  <a:lnTo>
                    <a:pt x="3400" y="1076"/>
                  </a:lnTo>
                  <a:lnTo>
                    <a:pt x="3408" y="1113"/>
                  </a:lnTo>
                  <a:lnTo>
                    <a:pt x="3414" y="1153"/>
                  </a:lnTo>
                  <a:lnTo>
                    <a:pt x="3417" y="1195"/>
                  </a:lnTo>
                  <a:lnTo>
                    <a:pt x="3418" y="1237"/>
                  </a:lnTo>
                  <a:lnTo>
                    <a:pt x="3417" y="1280"/>
                  </a:lnTo>
                  <a:lnTo>
                    <a:pt x="3414" y="1322"/>
                  </a:lnTo>
                  <a:lnTo>
                    <a:pt x="3408" y="1362"/>
                  </a:lnTo>
                  <a:lnTo>
                    <a:pt x="3400" y="1399"/>
                  </a:lnTo>
                  <a:lnTo>
                    <a:pt x="3389" y="1437"/>
                  </a:lnTo>
                  <a:lnTo>
                    <a:pt x="3377" y="1471"/>
                  </a:lnTo>
                  <a:lnTo>
                    <a:pt x="3363" y="1503"/>
                  </a:lnTo>
                  <a:lnTo>
                    <a:pt x="3348" y="1533"/>
                  </a:lnTo>
                  <a:lnTo>
                    <a:pt x="3331" y="1560"/>
                  </a:lnTo>
                  <a:lnTo>
                    <a:pt x="3312" y="1584"/>
                  </a:lnTo>
                  <a:lnTo>
                    <a:pt x="3293" y="1605"/>
                  </a:lnTo>
                  <a:lnTo>
                    <a:pt x="3272" y="1623"/>
                  </a:lnTo>
                  <a:lnTo>
                    <a:pt x="3250" y="1637"/>
                  </a:lnTo>
                  <a:lnTo>
                    <a:pt x="3227" y="1648"/>
                  </a:lnTo>
                  <a:lnTo>
                    <a:pt x="3204" y="1654"/>
                  </a:lnTo>
                  <a:lnTo>
                    <a:pt x="3179" y="1656"/>
                  </a:lnTo>
                  <a:lnTo>
                    <a:pt x="3155" y="1654"/>
                  </a:lnTo>
                  <a:lnTo>
                    <a:pt x="3131" y="1648"/>
                  </a:lnTo>
                  <a:lnTo>
                    <a:pt x="3108" y="1637"/>
                  </a:lnTo>
                  <a:lnTo>
                    <a:pt x="3087" y="1623"/>
                  </a:lnTo>
                  <a:lnTo>
                    <a:pt x="3066" y="1605"/>
                  </a:lnTo>
                  <a:lnTo>
                    <a:pt x="3046" y="1584"/>
                  </a:lnTo>
                  <a:lnTo>
                    <a:pt x="3027" y="1560"/>
                  </a:lnTo>
                  <a:lnTo>
                    <a:pt x="3011" y="1533"/>
                  </a:lnTo>
                  <a:lnTo>
                    <a:pt x="2994" y="1503"/>
                  </a:lnTo>
                  <a:lnTo>
                    <a:pt x="2980" y="1471"/>
                  </a:lnTo>
                  <a:lnTo>
                    <a:pt x="2968" y="1437"/>
                  </a:lnTo>
                  <a:lnTo>
                    <a:pt x="2958" y="1399"/>
                  </a:lnTo>
                  <a:lnTo>
                    <a:pt x="2950" y="1362"/>
                  </a:lnTo>
                  <a:lnTo>
                    <a:pt x="2944" y="1322"/>
                  </a:lnTo>
                  <a:lnTo>
                    <a:pt x="2940" y="1280"/>
                  </a:lnTo>
                  <a:lnTo>
                    <a:pt x="2939" y="1237"/>
                  </a:lnTo>
                  <a:lnTo>
                    <a:pt x="2940" y="1195"/>
                  </a:lnTo>
                  <a:lnTo>
                    <a:pt x="2944" y="1153"/>
                  </a:lnTo>
                  <a:lnTo>
                    <a:pt x="2950" y="1113"/>
                  </a:lnTo>
                  <a:lnTo>
                    <a:pt x="2958" y="1076"/>
                  </a:lnTo>
                  <a:lnTo>
                    <a:pt x="2968" y="1038"/>
                  </a:lnTo>
                  <a:lnTo>
                    <a:pt x="2980" y="1004"/>
                  </a:lnTo>
                  <a:lnTo>
                    <a:pt x="2994" y="971"/>
                  </a:lnTo>
                  <a:lnTo>
                    <a:pt x="3011" y="942"/>
                  </a:lnTo>
                  <a:lnTo>
                    <a:pt x="3027" y="915"/>
                  </a:lnTo>
                  <a:lnTo>
                    <a:pt x="3046" y="890"/>
                  </a:lnTo>
                  <a:lnTo>
                    <a:pt x="3066" y="869"/>
                  </a:lnTo>
                  <a:lnTo>
                    <a:pt x="3087" y="852"/>
                  </a:lnTo>
                  <a:lnTo>
                    <a:pt x="3108" y="838"/>
                  </a:lnTo>
                  <a:lnTo>
                    <a:pt x="3131" y="827"/>
                  </a:lnTo>
                  <a:lnTo>
                    <a:pt x="3155" y="821"/>
                  </a:lnTo>
                  <a:lnTo>
                    <a:pt x="3179" y="819"/>
                  </a:lnTo>
                  <a:close/>
                  <a:moveTo>
                    <a:pt x="3246" y="2144"/>
                  </a:moveTo>
                  <a:lnTo>
                    <a:pt x="3271" y="2146"/>
                  </a:lnTo>
                  <a:lnTo>
                    <a:pt x="3294" y="2152"/>
                  </a:lnTo>
                  <a:lnTo>
                    <a:pt x="3316" y="2162"/>
                  </a:lnTo>
                  <a:lnTo>
                    <a:pt x="3339" y="2176"/>
                  </a:lnTo>
                  <a:lnTo>
                    <a:pt x="3360" y="2194"/>
                  </a:lnTo>
                  <a:lnTo>
                    <a:pt x="3380" y="2215"/>
                  </a:lnTo>
                  <a:lnTo>
                    <a:pt x="3397" y="2240"/>
                  </a:lnTo>
                  <a:lnTo>
                    <a:pt x="3415" y="2267"/>
                  </a:lnTo>
                  <a:lnTo>
                    <a:pt x="3430" y="2296"/>
                  </a:lnTo>
                  <a:lnTo>
                    <a:pt x="3444" y="2329"/>
                  </a:lnTo>
                  <a:lnTo>
                    <a:pt x="3456" y="2363"/>
                  </a:lnTo>
                  <a:lnTo>
                    <a:pt x="3466" y="2400"/>
                  </a:lnTo>
                  <a:lnTo>
                    <a:pt x="3475" y="2438"/>
                  </a:lnTo>
                  <a:lnTo>
                    <a:pt x="3480" y="2478"/>
                  </a:lnTo>
                  <a:lnTo>
                    <a:pt x="3484" y="2520"/>
                  </a:lnTo>
                  <a:lnTo>
                    <a:pt x="3485" y="2562"/>
                  </a:lnTo>
                  <a:lnTo>
                    <a:pt x="3484" y="2604"/>
                  </a:lnTo>
                  <a:lnTo>
                    <a:pt x="3480" y="2647"/>
                  </a:lnTo>
                  <a:lnTo>
                    <a:pt x="3475" y="2686"/>
                  </a:lnTo>
                  <a:lnTo>
                    <a:pt x="3466" y="2725"/>
                  </a:lnTo>
                  <a:lnTo>
                    <a:pt x="3456" y="2762"/>
                  </a:lnTo>
                  <a:lnTo>
                    <a:pt x="3444" y="2796"/>
                  </a:lnTo>
                  <a:lnTo>
                    <a:pt x="3430" y="2828"/>
                  </a:lnTo>
                  <a:lnTo>
                    <a:pt x="3415" y="2858"/>
                  </a:lnTo>
                  <a:lnTo>
                    <a:pt x="3397" y="2886"/>
                  </a:lnTo>
                  <a:lnTo>
                    <a:pt x="3380" y="2909"/>
                  </a:lnTo>
                  <a:lnTo>
                    <a:pt x="3360" y="2930"/>
                  </a:lnTo>
                  <a:lnTo>
                    <a:pt x="3339" y="2949"/>
                  </a:lnTo>
                  <a:lnTo>
                    <a:pt x="3316" y="2963"/>
                  </a:lnTo>
                  <a:lnTo>
                    <a:pt x="3294" y="2974"/>
                  </a:lnTo>
                  <a:lnTo>
                    <a:pt x="3271" y="2980"/>
                  </a:lnTo>
                  <a:lnTo>
                    <a:pt x="3246" y="2982"/>
                  </a:lnTo>
                  <a:lnTo>
                    <a:pt x="3222" y="2980"/>
                  </a:lnTo>
                  <a:lnTo>
                    <a:pt x="3198" y="2974"/>
                  </a:lnTo>
                  <a:lnTo>
                    <a:pt x="3176" y="2963"/>
                  </a:lnTo>
                  <a:lnTo>
                    <a:pt x="3154" y="2949"/>
                  </a:lnTo>
                  <a:lnTo>
                    <a:pt x="3133" y="2930"/>
                  </a:lnTo>
                  <a:lnTo>
                    <a:pt x="3113" y="2909"/>
                  </a:lnTo>
                  <a:lnTo>
                    <a:pt x="3095" y="2886"/>
                  </a:lnTo>
                  <a:lnTo>
                    <a:pt x="3077" y="2858"/>
                  </a:lnTo>
                  <a:lnTo>
                    <a:pt x="3062" y="2828"/>
                  </a:lnTo>
                  <a:lnTo>
                    <a:pt x="3048" y="2796"/>
                  </a:lnTo>
                  <a:lnTo>
                    <a:pt x="3036" y="2762"/>
                  </a:lnTo>
                  <a:lnTo>
                    <a:pt x="3026" y="2725"/>
                  </a:lnTo>
                  <a:lnTo>
                    <a:pt x="3018" y="2686"/>
                  </a:lnTo>
                  <a:lnTo>
                    <a:pt x="3012" y="2647"/>
                  </a:lnTo>
                  <a:lnTo>
                    <a:pt x="3008" y="2604"/>
                  </a:lnTo>
                  <a:lnTo>
                    <a:pt x="3007" y="2562"/>
                  </a:lnTo>
                  <a:lnTo>
                    <a:pt x="3008" y="2520"/>
                  </a:lnTo>
                  <a:lnTo>
                    <a:pt x="3012" y="2478"/>
                  </a:lnTo>
                  <a:lnTo>
                    <a:pt x="3018" y="2438"/>
                  </a:lnTo>
                  <a:lnTo>
                    <a:pt x="3026" y="2400"/>
                  </a:lnTo>
                  <a:lnTo>
                    <a:pt x="3036" y="2363"/>
                  </a:lnTo>
                  <a:lnTo>
                    <a:pt x="3048" y="2329"/>
                  </a:lnTo>
                  <a:lnTo>
                    <a:pt x="3062" y="2296"/>
                  </a:lnTo>
                  <a:lnTo>
                    <a:pt x="3077" y="2267"/>
                  </a:lnTo>
                  <a:lnTo>
                    <a:pt x="3095" y="2240"/>
                  </a:lnTo>
                  <a:lnTo>
                    <a:pt x="3113" y="2215"/>
                  </a:lnTo>
                  <a:lnTo>
                    <a:pt x="3133" y="2194"/>
                  </a:lnTo>
                  <a:lnTo>
                    <a:pt x="3154" y="2176"/>
                  </a:lnTo>
                  <a:lnTo>
                    <a:pt x="3176" y="2162"/>
                  </a:lnTo>
                  <a:lnTo>
                    <a:pt x="3198" y="2152"/>
                  </a:lnTo>
                  <a:lnTo>
                    <a:pt x="3222" y="2146"/>
                  </a:lnTo>
                  <a:lnTo>
                    <a:pt x="3246" y="214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10987" name="Freeform 51"/>
            <p:cNvSpPr>
              <a:spLocks/>
            </p:cNvSpPr>
            <p:nvPr/>
          </p:nvSpPr>
          <p:spPr bwMode="auto">
            <a:xfrm>
              <a:off x="1267" y="1588"/>
              <a:ext cx="87" cy="52"/>
            </a:xfrm>
            <a:custGeom>
              <a:avLst/>
              <a:gdLst>
                <a:gd name="T0" fmla="*/ 3 w 437"/>
                <a:gd name="T1" fmla="*/ 2 h 260"/>
                <a:gd name="T2" fmla="*/ 3 w 437"/>
                <a:gd name="T3" fmla="*/ 2 h 260"/>
                <a:gd name="T4" fmla="*/ 3 w 437"/>
                <a:gd name="T5" fmla="*/ 2 h 260"/>
                <a:gd name="T6" fmla="*/ 3 w 437"/>
                <a:gd name="T7" fmla="*/ 2 h 260"/>
                <a:gd name="T8" fmla="*/ 3 w 437"/>
                <a:gd name="T9" fmla="*/ 1 h 260"/>
                <a:gd name="T10" fmla="*/ 3 w 437"/>
                <a:gd name="T11" fmla="*/ 1 h 260"/>
                <a:gd name="T12" fmla="*/ 3 w 437"/>
                <a:gd name="T13" fmla="*/ 1 h 260"/>
                <a:gd name="T14" fmla="*/ 3 w 437"/>
                <a:gd name="T15" fmla="*/ 1 h 260"/>
                <a:gd name="T16" fmla="*/ 3 w 437"/>
                <a:gd name="T17" fmla="*/ 1 h 260"/>
                <a:gd name="T18" fmla="*/ 2 w 437"/>
                <a:gd name="T19" fmla="*/ 1 h 260"/>
                <a:gd name="T20" fmla="*/ 2 w 437"/>
                <a:gd name="T21" fmla="*/ 0 h 260"/>
                <a:gd name="T22" fmla="*/ 2 w 437"/>
                <a:gd name="T23" fmla="*/ 0 h 260"/>
                <a:gd name="T24" fmla="*/ 2 w 437"/>
                <a:gd name="T25" fmla="*/ 0 h 260"/>
                <a:gd name="T26" fmla="*/ 1 w 437"/>
                <a:gd name="T27" fmla="*/ 0 h 260"/>
                <a:gd name="T28" fmla="*/ 1 w 437"/>
                <a:gd name="T29" fmla="*/ 0 h 260"/>
                <a:gd name="T30" fmla="*/ 1 w 437"/>
                <a:gd name="T31" fmla="*/ 0 h 260"/>
                <a:gd name="T32" fmla="*/ 0 w 437"/>
                <a:gd name="T33" fmla="*/ 0 h 260"/>
                <a:gd name="T34" fmla="*/ 0 w 437"/>
                <a:gd name="T35" fmla="*/ 0 h 260"/>
                <a:gd name="T36" fmla="*/ 0 w 437"/>
                <a:gd name="T37" fmla="*/ 0 h 260"/>
                <a:gd name="T38" fmla="*/ 0 w 437"/>
                <a:gd name="T39" fmla="*/ 0 h 260"/>
                <a:gd name="T40" fmla="*/ 1 w 437"/>
                <a:gd name="T41" fmla="*/ 0 h 260"/>
                <a:gd name="T42" fmla="*/ 1 w 437"/>
                <a:gd name="T43" fmla="*/ 0 h 260"/>
                <a:gd name="T44" fmla="*/ 1 w 437"/>
                <a:gd name="T45" fmla="*/ 0 h 260"/>
                <a:gd name="T46" fmla="*/ 2 w 437"/>
                <a:gd name="T47" fmla="*/ 0 h 260"/>
                <a:gd name="T48" fmla="*/ 2 w 437"/>
                <a:gd name="T49" fmla="*/ 0 h 260"/>
                <a:gd name="T50" fmla="*/ 2 w 437"/>
                <a:gd name="T51" fmla="*/ 1 h 260"/>
                <a:gd name="T52" fmla="*/ 2 w 437"/>
                <a:gd name="T53" fmla="*/ 1 h 260"/>
                <a:gd name="T54" fmla="*/ 3 w 437"/>
                <a:gd name="T55" fmla="*/ 1 h 260"/>
                <a:gd name="T56" fmla="*/ 3 w 437"/>
                <a:gd name="T57" fmla="*/ 1 h 260"/>
                <a:gd name="T58" fmla="*/ 3 w 437"/>
                <a:gd name="T59" fmla="*/ 1 h 260"/>
                <a:gd name="T60" fmla="*/ 3 w 437"/>
                <a:gd name="T61" fmla="*/ 1 h 260"/>
                <a:gd name="T62" fmla="*/ 3 w 437"/>
                <a:gd name="T63" fmla="*/ 1 h 260"/>
                <a:gd name="T64" fmla="*/ 3 w 437"/>
                <a:gd name="T65" fmla="*/ 2 h 260"/>
                <a:gd name="T66" fmla="*/ 3 w 437"/>
                <a:gd name="T67" fmla="*/ 2 h 260"/>
                <a:gd name="T68" fmla="*/ 3 w 437"/>
                <a:gd name="T69" fmla="*/ 2 h 260"/>
                <a:gd name="T70" fmla="*/ 3 w 437"/>
                <a:gd name="T71" fmla="*/ 2 h 260"/>
                <a:gd name="T72" fmla="*/ 3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437" y="260"/>
                  </a:moveTo>
                  <a:lnTo>
                    <a:pt x="437" y="260"/>
                  </a:lnTo>
                  <a:lnTo>
                    <a:pt x="434" y="233"/>
                  </a:lnTo>
                  <a:lnTo>
                    <a:pt x="427" y="206"/>
                  </a:lnTo>
                  <a:lnTo>
                    <a:pt x="417" y="181"/>
                  </a:lnTo>
                  <a:lnTo>
                    <a:pt x="401" y="157"/>
                  </a:lnTo>
                  <a:lnTo>
                    <a:pt x="383" y="133"/>
                  </a:lnTo>
                  <a:lnTo>
                    <a:pt x="360" y="113"/>
                  </a:lnTo>
                  <a:lnTo>
                    <a:pt x="336" y="93"/>
                  </a:lnTo>
                  <a:lnTo>
                    <a:pt x="308" y="73"/>
                  </a:lnTo>
                  <a:lnTo>
                    <a:pt x="276" y="58"/>
                  </a:lnTo>
                  <a:lnTo>
                    <a:pt x="242" y="43"/>
                  </a:lnTo>
                  <a:lnTo>
                    <a:pt x="207" y="30"/>
                  </a:lnTo>
                  <a:lnTo>
                    <a:pt x="168" y="19"/>
                  </a:lnTo>
                  <a:lnTo>
                    <a:pt x="128" y="11"/>
                  </a:lnTo>
                  <a:lnTo>
                    <a:pt x="87" y="4"/>
                  </a:lnTo>
                  <a:lnTo>
                    <a:pt x="43" y="1"/>
                  </a:lnTo>
                  <a:lnTo>
                    <a:pt x="0" y="0"/>
                  </a:lnTo>
                  <a:lnTo>
                    <a:pt x="0" y="11"/>
                  </a:lnTo>
                  <a:lnTo>
                    <a:pt x="43" y="12"/>
                  </a:lnTo>
                  <a:lnTo>
                    <a:pt x="85" y="16"/>
                  </a:lnTo>
                  <a:lnTo>
                    <a:pt x="126" y="23"/>
                  </a:lnTo>
                  <a:lnTo>
                    <a:pt x="166" y="31"/>
                  </a:lnTo>
                  <a:lnTo>
                    <a:pt x="202" y="42"/>
                  </a:lnTo>
                  <a:lnTo>
                    <a:pt x="237" y="55"/>
                  </a:lnTo>
                  <a:lnTo>
                    <a:pt x="271" y="70"/>
                  </a:lnTo>
                  <a:lnTo>
                    <a:pt x="301" y="85"/>
                  </a:lnTo>
                  <a:lnTo>
                    <a:pt x="329" y="103"/>
                  </a:lnTo>
                  <a:lnTo>
                    <a:pt x="353" y="123"/>
                  </a:lnTo>
                  <a:lnTo>
                    <a:pt x="373" y="143"/>
                  </a:lnTo>
                  <a:lnTo>
                    <a:pt x="392" y="164"/>
                  </a:lnTo>
                  <a:lnTo>
                    <a:pt x="405" y="186"/>
                  </a:lnTo>
                  <a:lnTo>
                    <a:pt x="415" y="211"/>
                  </a:lnTo>
                  <a:lnTo>
                    <a:pt x="422" y="235"/>
                  </a:lnTo>
                  <a:lnTo>
                    <a:pt x="425" y="260"/>
                  </a:lnTo>
                  <a:lnTo>
                    <a:pt x="437"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10988" name="Freeform 52"/>
            <p:cNvSpPr>
              <a:spLocks/>
            </p:cNvSpPr>
            <p:nvPr/>
          </p:nvSpPr>
          <p:spPr bwMode="auto">
            <a:xfrm>
              <a:off x="1267" y="1640"/>
              <a:ext cx="87" cy="52"/>
            </a:xfrm>
            <a:custGeom>
              <a:avLst/>
              <a:gdLst>
                <a:gd name="T0" fmla="*/ 0 w 437"/>
                <a:gd name="T1" fmla="*/ 2 h 260"/>
                <a:gd name="T2" fmla="*/ 0 w 437"/>
                <a:gd name="T3" fmla="*/ 2 h 260"/>
                <a:gd name="T4" fmla="*/ 0 w 437"/>
                <a:gd name="T5" fmla="*/ 2 h 260"/>
                <a:gd name="T6" fmla="*/ 1 w 437"/>
                <a:gd name="T7" fmla="*/ 2 h 260"/>
                <a:gd name="T8" fmla="*/ 1 w 437"/>
                <a:gd name="T9" fmla="*/ 2 h 260"/>
                <a:gd name="T10" fmla="*/ 1 w 437"/>
                <a:gd name="T11" fmla="*/ 2 h 260"/>
                <a:gd name="T12" fmla="*/ 2 w 437"/>
                <a:gd name="T13" fmla="*/ 2 h 260"/>
                <a:gd name="T14" fmla="*/ 2 w 437"/>
                <a:gd name="T15" fmla="*/ 2 h 260"/>
                <a:gd name="T16" fmla="*/ 2 w 437"/>
                <a:gd name="T17" fmla="*/ 2 h 260"/>
                <a:gd name="T18" fmla="*/ 2 w 437"/>
                <a:gd name="T19" fmla="*/ 1 h 260"/>
                <a:gd name="T20" fmla="*/ 3 w 437"/>
                <a:gd name="T21" fmla="*/ 1 h 260"/>
                <a:gd name="T22" fmla="*/ 3 w 437"/>
                <a:gd name="T23" fmla="*/ 1 h 260"/>
                <a:gd name="T24" fmla="*/ 3 w 437"/>
                <a:gd name="T25" fmla="*/ 1 h 260"/>
                <a:gd name="T26" fmla="*/ 3 w 437"/>
                <a:gd name="T27" fmla="*/ 1 h 260"/>
                <a:gd name="T28" fmla="*/ 3 w 437"/>
                <a:gd name="T29" fmla="*/ 1 h 260"/>
                <a:gd name="T30" fmla="*/ 3 w 437"/>
                <a:gd name="T31" fmla="*/ 0 h 260"/>
                <a:gd name="T32" fmla="*/ 3 w 437"/>
                <a:gd name="T33" fmla="*/ 0 h 260"/>
                <a:gd name="T34" fmla="*/ 3 w 437"/>
                <a:gd name="T35" fmla="*/ 0 h 260"/>
                <a:gd name="T36" fmla="*/ 3 w 437"/>
                <a:gd name="T37" fmla="*/ 0 h 260"/>
                <a:gd name="T38" fmla="*/ 3 w 437"/>
                <a:gd name="T39" fmla="*/ 0 h 260"/>
                <a:gd name="T40" fmla="*/ 3 w 437"/>
                <a:gd name="T41" fmla="*/ 0 h 260"/>
                <a:gd name="T42" fmla="*/ 3 w 437"/>
                <a:gd name="T43" fmla="*/ 1 h 260"/>
                <a:gd name="T44" fmla="*/ 3 w 437"/>
                <a:gd name="T45" fmla="*/ 1 h 260"/>
                <a:gd name="T46" fmla="*/ 3 w 437"/>
                <a:gd name="T47" fmla="*/ 1 h 260"/>
                <a:gd name="T48" fmla="*/ 3 w 437"/>
                <a:gd name="T49" fmla="*/ 1 h 260"/>
                <a:gd name="T50" fmla="*/ 3 w 437"/>
                <a:gd name="T51" fmla="*/ 1 h 260"/>
                <a:gd name="T52" fmla="*/ 2 w 437"/>
                <a:gd name="T53" fmla="*/ 1 h 260"/>
                <a:gd name="T54" fmla="*/ 2 w 437"/>
                <a:gd name="T55" fmla="*/ 2 h 260"/>
                <a:gd name="T56" fmla="*/ 2 w 437"/>
                <a:gd name="T57" fmla="*/ 2 h 260"/>
                <a:gd name="T58" fmla="*/ 2 w 437"/>
                <a:gd name="T59" fmla="*/ 2 h 260"/>
                <a:gd name="T60" fmla="*/ 1 w 437"/>
                <a:gd name="T61" fmla="*/ 2 h 260"/>
                <a:gd name="T62" fmla="*/ 1 w 437"/>
                <a:gd name="T63" fmla="*/ 2 h 260"/>
                <a:gd name="T64" fmla="*/ 1 w 437"/>
                <a:gd name="T65" fmla="*/ 2 h 260"/>
                <a:gd name="T66" fmla="*/ 0 w 437"/>
                <a:gd name="T67" fmla="*/ 2 h 260"/>
                <a:gd name="T68" fmla="*/ 0 w 437"/>
                <a:gd name="T69" fmla="*/ 2 h 260"/>
                <a:gd name="T70" fmla="*/ 0 w 437"/>
                <a:gd name="T71" fmla="*/ 2 h 260"/>
                <a:gd name="T72" fmla="*/ 0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0" y="260"/>
                  </a:moveTo>
                  <a:lnTo>
                    <a:pt x="0" y="260"/>
                  </a:lnTo>
                  <a:lnTo>
                    <a:pt x="43" y="259"/>
                  </a:lnTo>
                  <a:lnTo>
                    <a:pt x="87" y="255"/>
                  </a:lnTo>
                  <a:lnTo>
                    <a:pt x="128" y="248"/>
                  </a:lnTo>
                  <a:lnTo>
                    <a:pt x="168" y="240"/>
                  </a:lnTo>
                  <a:lnTo>
                    <a:pt x="207" y="230"/>
                  </a:lnTo>
                  <a:lnTo>
                    <a:pt x="242" y="217"/>
                  </a:lnTo>
                  <a:lnTo>
                    <a:pt x="276" y="202"/>
                  </a:lnTo>
                  <a:lnTo>
                    <a:pt x="308" y="185"/>
                  </a:lnTo>
                  <a:lnTo>
                    <a:pt x="336" y="166"/>
                  </a:lnTo>
                  <a:lnTo>
                    <a:pt x="360" y="146"/>
                  </a:lnTo>
                  <a:lnTo>
                    <a:pt x="383" y="125"/>
                  </a:lnTo>
                  <a:lnTo>
                    <a:pt x="401" y="102"/>
                  </a:lnTo>
                  <a:lnTo>
                    <a:pt x="417" y="77"/>
                  </a:lnTo>
                  <a:lnTo>
                    <a:pt x="427" y="53"/>
                  </a:lnTo>
                  <a:lnTo>
                    <a:pt x="434" y="27"/>
                  </a:lnTo>
                  <a:lnTo>
                    <a:pt x="437" y="0"/>
                  </a:lnTo>
                  <a:lnTo>
                    <a:pt x="425" y="0"/>
                  </a:lnTo>
                  <a:lnTo>
                    <a:pt x="422" y="24"/>
                  </a:lnTo>
                  <a:lnTo>
                    <a:pt x="415" y="48"/>
                  </a:lnTo>
                  <a:lnTo>
                    <a:pt x="405" y="73"/>
                  </a:lnTo>
                  <a:lnTo>
                    <a:pt x="392" y="95"/>
                  </a:lnTo>
                  <a:lnTo>
                    <a:pt x="373" y="116"/>
                  </a:lnTo>
                  <a:lnTo>
                    <a:pt x="353" y="137"/>
                  </a:lnTo>
                  <a:lnTo>
                    <a:pt x="329" y="157"/>
                  </a:lnTo>
                  <a:lnTo>
                    <a:pt x="301" y="173"/>
                  </a:lnTo>
                  <a:lnTo>
                    <a:pt x="271" y="190"/>
                  </a:lnTo>
                  <a:lnTo>
                    <a:pt x="237" y="205"/>
                  </a:lnTo>
                  <a:lnTo>
                    <a:pt x="202" y="218"/>
                  </a:lnTo>
                  <a:lnTo>
                    <a:pt x="166" y="228"/>
                  </a:lnTo>
                  <a:lnTo>
                    <a:pt x="126" y="237"/>
                  </a:lnTo>
                  <a:lnTo>
                    <a:pt x="85" y="244"/>
                  </a:lnTo>
                  <a:lnTo>
                    <a:pt x="43" y="247"/>
                  </a:lnTo>
                  <a:lnTo>
                    <a:pt x="0" y="248"/>
                  </a:lnTo>
                  <a:lnTo>
                    <a:pt x="0"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10989" name="Freeform 53"/>
            <p:cNvSpPr>
              <a:spLocks/>
            </p:cNvSpPr>
            <p:nvPr/>
          </p:nvSpPr>
          <p:spPr bwMode="auto">
            <a:xfrm>
              <a:off x="1179" y="1640"/>
              <a:ext cx="88" cy="52"/>
            </a:xfrm>
            <a:custGeom>
              <a:avLst/>
              <a:gdLst>
                <a:gd name="T0" fmla="*/ 0 w 439"/>
                <a:gd name="T1" fmla="*/ 0 h 260"/>
                <a:gd name="T2" fmla="*/ 0 w 439"/>
                <a:gd name="T3" fmla="*/ 0 h 260"/>
                <a:gd name="T4" fmla="*/ 0 w 439"/>
                <a:gd name="T5" fmla="*/ 0 h 260"/>
                <a:gd name="T6" fmla="*/ 0 w 439"/>
                <a:gd name="T7" fmla="*/ 0 h 260"/>
                <a:gd name="T8" fmla="*/ 0 w 439"/>
                <a:gd name="T9" fmla="*/ 1 h 260"/>
                <a:gd name="T10" fmla="*/ 0 w 439"/>
                <a:gd name="T11" fmla="*/ 1 h 260"/>
                <a:gd name="T12" fmla="*/ 0 w 439"/>
                <a:gd name="T13" fmla="*/ 1 h 260"/>
                <a:gd name="T14" fmla="*/ 1 w 439"/>
                <a:gd name="T15" fmla="*/ 1 h 260"/>
                <a:gd name="T16" fmla="*/ 1 w 439"/>
                <a:gd name="T17" fmla="*/ 1 h 260"/>
                <a:gd name="T18" fmla="*/ 1 w 439"/>
                <a:gd name="T19" fmla="*/ 1 h 260"/>
                <a:gd name="T20" fmla="*/ 1 w 439"/>
                <a:gd name="T21" fmla="*/ 2 h 260"/>
                <a:gd name="T22" fmla="*/ 2 w 439"/>
                <a:gd name="T23" fmla="*/ 2 h 260"/>
                <a:gd name="T24" fmla="*/ 2 w 439"/>
                <a:gd name="T25" fmla="*/ 2 h 260"/>
                <a:gd name="T26" fmla="*/ 2 w 439"/>
                <a:gd name="T27" fmla="*/ 2 h 260"/>
                <a:gd name="T28" fmla="*/ 2 w 439"/>
                <a:gd name="T29" fmla="*/ 2 h 260"/>
                <a:gd name="T30" fmla="*/ 3 w 439"/>
                <a:gd name="T31" fmla="*/ 2 h 260"/>
                <a:gd name="T32" fmla="*/ 3 w 439"/>
                <a:gd name="T33" fmla="*/ 2 h 260"/>
                <a:gd name="T34" fmla="*/ 4 w 439"/>
                <a:gd name="T35" fmla="*/ 2 h 260"/>
                <a:gd name="T36" fmla="*/ 4 w 439"/>
                <a:gd name="T37" fmla="*/ 2 h 260"/>
                <a:gd name="T38" fmla="*/ 3 w 439"/>
                <a:gd name="T39" fmla="*/ 2 h 260"/>
                <a:gd name="T40" fmla="*/ 3 w 439"/>
                <a:gd name="T41" fmla="*/ 2 h 260"/>
                <a:gd name="T42" fmla="*/ 3 w 439"/>
                <a:gd name="T43" fmla="*/ 2 h 260"/>
                <a:gd name="T44" fmla="*/ 2 w 439"/>
                <a:gd name="T45" fmla="*/ 2 h 260"/>
                <a:gd name="T46" fmla="*/ 2 w 439"/>
                <a:gd name="T47" fmla="*/ 2 h 260"/>
                <a:gd name="T48" fmla="*/ 2 w 439"/>
                <a:gd name="T49" fmla="*/ 2 h 260"/>
                <a:gd name="T50" fmla="*/ 1 w 439"/>
                <a:gd name="T51" fmla="*/ 2 h 260"/>
                <a:gd name="T52" fmla="*/ 1 w 439"/>
                <a:gd name="T53" fmla="*/ 1 h 260"/>
                <a:gd name="T54" fmla="*/ 1 w 439"/>
                <a:gd name="T55" fmla="*/ 1 h 260"/>
                <a:gd name="T56" fmla="*/ 1 w 439"/>
                <a:gd name="T57" fmla="*/ 1 h 260"/>
                <a:gd name="T58" fmla="*/ 1 w 439"/>
                <a:gd name="T59" fmla="*/ 1 h 260"/>
                <a:gd name="T60" fmla="*/ 0 w 439"/>
                <a:gd name="T61" fmla="*/ 1 h 260"/>
                <a:gd name="T62" fmla="*/ 0 w 439"/>
                <a:gd name="T63" fmla="*/ 1 h 260"/>
                <a:gd name="T64" fmla="*/ 0 w 439"/>
                <a:gd name="T65" fmla="*/ 0 h 260"/>
                <a:gd name="T66" fmla="*/ 0 w 439"/>
                <a:gd name="T67" fmla="*/ 0 h 260"/>
                <a:gd name="T68" fmla="*/ 0 w 439"/>
                <a:gd name="T69" fmla="*/ 0 h 260"/>
                <a:gd name="T70" fmla="*/ 0 w 439"/>
                <a:gd name="T71" fmla="*/ 0 h 260"/>
                <a:gd name="T72" fmla="*/ 0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0" y="0"/>
                  </a:moveTo>
                  <a:lnTo>
                    <a:pt x="0" y="0"/>
                  </a:lnTo>
                  <a:lnTo>
                    <a:pt x="3" y="27"/>
                  </a:lnTo>
                  <a:lnTo>
                    <a:pt x="10" y="53"/>
                  </a:lnTo>
                  <a:lnTo>
                    <a:pt x="20" y="77"/>
                  </a:lnTo>
                  <a:lnTo>
                    <a:pt x="35" y="102"/>
                  </a:lnTo>
                  <a:lnTo>
                    <a:pt x="54" y="125"/>
                  </a:lnTo>
                  <a:lnTo>
                    <a:pt x="76" y="146"/>
                  </a:lnTo>
                  <a:lnTo>
                    <a:pt x="102" y="166"/>
                  </a:lnTo>
                  <a:lnTo>
                    <a:pt x="130" y="185"/>
                  </a:lnTo>
                  <a:lnTo>
                    <a:pt x="162" y="202"/>
                  </a:lnTo>
                  <a:lnTo>
                    <a:pt x="195" y="217"/>
                  </a:lnTo>
                  <a:lnTo>
                    <a:pt x="231" y="230"/>
                  </a:lnTo>
                  <a:lnTo>
                    <a:pt x="270" y="240"/>
                  </a:lnTo>
                  <a:lnTo>
                    <a:pt x="310" y="248"/>
                  </a:lnTo>
                  <a:lnTo>
                    <a:pt x="351" y="255"/>
                  </a:lnTo>
                  <a:lnTo>
                    <a:pt x="395" y="259"/>
                  </a:lnTo>
                  <a:lnTo>
                    <a:pt x="439" y="260"/>
                  </a:lnTo>
                  <a:lnTo>
                    <a:pt x="439" y="248"/>
                  </a:lnTo>
                  <a:lnTo>
                    <a:pt x="395" y="247"/>
                  </a:lnTo>
                  <a:lnTo>
                    <a:pt x="353" y="244"/>
                  </a:lnTo>
                  <a:lnTo>
                    <a:pt x="312" y="237"/>
                  </a:lnTo>
                  <a:lnTo>
                    <a:pt x="272" y="228"/>
                  </a:lnTo>
                  <a:lnTo>
                    <a:pt x="236" y="218"/>
                  </a:lnTo>
                  <a:lnTo>
                    <a:pt x="200" y="205"/>
                  </a:lnTo>
                  <a:lnTo>
                    <a:pt x="167" y="190"/>
                  </a:lnTo>
                  <a:lnTo>
                    <a:pt x="137" y="173"/>
                  </a:lnTo>
                  <a:lnTo>
                    <a:pt x="109" y="157"/>
                  </a:lnTo>
                  <a:lnTo>
                    <a:pt x="84" y="137"/>
                  </a:lnTo>
                  <a:lnTo>
                    <a:pt x="64" y="116"/>
                  </a:lnTo>
                  <a:lnTo>
                    <a:pt x="45" y="95"/>
                  </a:lnTo>
                  <a:lnTo>
                    <a:pt x="32" y="73"/>
                  </a:lnTo>
                  <a:lnTo>
                    <a:pt x="21" y="48"/>
                  </a:lnTo>
                  <a:lnTo>
                    <a:pt x="14" y="24"/>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10990" name="Freeform 54"/>
            <p:cNvSpPr>
              <a:spLocks/>
            </p:cNvSpPr>
            <p:nvPr/>
          </p:nvSpPr>
          <p:spPr bwMode="auto">
            <a:xfrm>
              <a:off x="1179" y="1588"/>
              <a:ext cx="88" cy="52"/>
            </a:xfrm>
            <a:custGeom>
              <a:avLst/>
              <a:gdLst>
                <a:gd name="T0" fmla="*/ 4 w 439"/>
                <a:gd name="T1" fmla="*/ 0 h 260"/>
                <a:gd name="T2" fmla="*/ 4 w 439"/>
                <a:gd name="T3" fmla="*/ 0 h 260"/>
                <a:gd name="T4" fmla="*/ 3 w 439"/>
                <a:gd name="T5" fmla="*/ 0 h 260"/>
                <a:gd name="T6" fmla="*/ 3 w 439"/>
                <a:gd name="T7" fmla="*/ 0 h 260"/>
                <a:gd name="T8" fmla="*/ 2 w 439"/>
                <a:gd name="T9" fmla="*/ 0 h 260"/>
                <a:gd name="T10" fmla="*/ 2 w 439"/>
                <a:gd name="T11" fmla="*/ 0 h 260"/>
                <a:gd name="T12" fmla="*/ 2 w 439"/>
                <a:gd name="T13" fmla="*/ 0 h 260"/>
                <a:gd name="T14" fmla="*/ 2 w 439"/>
                <a:gd name="T15" fmla="*/ 0 h 260"/>
                <a:gd name="T16" fmla="*/ 1 w 439"/>
                <a:gd name="T17" fmla="*/ 0 h 260"/>
                <a:gd name="T18" fmla="*/ 1 w 439"/>
                <a:gd name="T19" fmla="*/ 1 h 260"/>
                <a:gd name="T20" fmla="*/ 1 w 439"/>
                <a:gd name="T21" fmla="*/ 1 h 260"/>
                <a:gd name="T22" fmla="*/ 1 w 439"/>
                <a:gd name="T23" fmla="*/ 1 h 260"/>
                <a:gd name="T24" fmla="*/ 0 w 439"/>
                <a:gd name="T25" fmla="*/ 1 h 260"/>
                <a:gd name="T26" fmla="*/ 0 w 439"/>
                <a:gd name="T27" fmla="*/ 1 h 260"/>
                <a:gd name="T28" fmla="*/ 0 w 439"/>
                <a:gd name="T29" fmla="*/ 1 h 260"/>
                <a:gd name="T30" fmla="*/ 0 w 439"/>
                <a:gd name="T31" fmla="*/ 2 h 260"/>
                <a:gd name="T32" fmla="*/ 0 w 439"/>
                <a:gd name="T33" fmla="*/ 2 h 260"/>
                <a:gd name="T34" fmla="*/ 0 w 439"/>
                <a:gd name="T35" fmla="*/ 2 h 260"/>
                <a:gd name="T36" fmla="*/ 0 w 439"/>
                <a:gd name="T37" fmla="*/ 2 h 260"/>
                <a:gd name="T38" fmla="*/ 0 w 439"/>
                <a:gd name="T39" fmla="*/ 2 h 260"/>
                <a:gd name="T40" fmla="*/ 0 w 439"/>
                <a:gd name="T41" fmla="*/ 2 h 260"/>
                <a:gd name="T42" fmla="*/ 0 w 439"/>
                <a:gd name="T43" fmla="*/ 1 h 260"/>
                <a:gd name="T44" fmla="*/ 0 w 439"/>
                <a:gd name="T45" fmla="*/ 1 h 260"/>
                <a:gd name="T46" fmla="*/ 1 w 439"/>
                <a:gd name="T47" fmla="*/ 1 h 260"/>
                <a:gd name="T48" fmla="*/ 1 w 439"/>
                <a:gd name="T49" fmla="*/ 1 h 260"/>
                <a:gd name="T50" fmla="*/ 1 w 439"/>
                <a:gd name="T51" fmla="*/ 1 h 260"/>
                <a:gd name="T52" fmla="*/ 1 w 439"/>
                <a:gd name="T53" fmla="*/ 1 h 260"/>
                <a:gd name="T54" fmla="*/ 1 w 439"/>
                <a:gd name="T55" fmla="*/ 1 h 260"/>
                <a:gd name="T56" fmla="*/ 2 w 439"/>
                <a:gd name="T57" fmla="*/ 0 h 260"/>
                <a:gd name="T58" fmla="*/ 2 w 439"/>
                <a:gd name="T59" fmla="*/ 0 h 260"/>
                <a:gd name="T60" fmla="*/ 2 w 439"/>
                <a:gd name="T61" fmla="*/ 0 h 260"/>
                <a:gd name="T62" fmla="*/ 3 w 439"/>
                <a:gd name="T63" fmla="*/ 0 h 260"/>
                <a:gd name="T64" fmla="*/ 3 w 439"/>
                <a:gd name="T65" fmla="*/ 0 h 260"/>
                <a:gd name="T66" fmla="*/ 3 w 439"/>
                <a:gd name="T67" fmla="*/ 0 h 260"/>
                <a:gd name="T68" fmla="*/ 4 w 439"/>
                <a:gd name="T69" fmla="*/ 0 h 260"/>
                <a:gd name="T70" fmla="*/ 4 w 439"/>
                <a:gd name="T71" fmla="*/ 0 h 260"/>
                <a:gd name="T72" fmla="*/ 4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439" y="0"/>
                  </a:moveTo>
                  <a:lnTo>
                    <a:pt x="439" y="0"/>
                  </a:lnTo>
                  <a:lnTo>
                    <a:pt x="395" y="1"/>
                  </a:lnTo>
                  <a:lnTo>
                    <a:pt x="351" y="4"/>
                  </a:lnTo>
                  <a:lnTo>
                    <a:pt x="310" y="11"/>
                  </a:lnTo>
                  <a:lnTo>
                    <a:pt x="270" y="19"/>
                  </a:lnTo>
                  <a:lnTo>
                    <a:pt x="231" y="30"/>
                  </a:lnTo>
                  <a:lnTo>
                    <a:pt x="195" y="43"/>
                  </a:lnTo>
                  <a:lnTo>
                    <a:pt x="162" y="58"/>
                  </a:lnTo>
                  <a:lnTo>
                    <a:pt x="130" y="73"/>
                  </a:lnTo>
                  <a:lnTo>
                    <a:pt x="102" y="93"/>
                  </a:lnTo>
                  <a:lnTo>
                    <a:pt x="76" y="113"/>
                  </a:lnTo>
                  <a:lnTo>
                    <a:pt x="54" y="133"/>
                  </a:lnTo>
                  <a:lnTo>
                    <a:pt x="35" y="157"/>
                  </a:lnTo>
                  <a:lnTo>
                    <a:pt x="20" y="181"/>
                  </a:lnTo>
                  <a:lnTo>
                    <a:pt x="10" y="206"/>
                  </a:lnTo>
                  <a:lnTo>
                    <a:pt x="3" y="233"/>
                  </a:lnTo>
                  <a:lnTo>
                    <a:pt x="0" y="260"/>
                  </a:lnTo>
                  <a:lnTo>
                    <a:pt x="12" y="260"/>
                  </a:lnTo>
                  <a:lnTo>
                    <a:pt x="14" y="235"/>
                  </a:lnTo>
                  <a:lnTo>
                    <a:pt x="21" y="211"/>
                  </a:lnTo>
                  <a:lnTo>
                    <a:pt x="32" y="186"/>
                  </a:lnTo>
                  <a:lnTo>
                    <a:pt x="45" y="164"/>
                  </a:lnTo>
                  <a:lnTo>
                    <a:pt x="64" y="143"/>
                  </a:lnTo>
                  <a:lnTo>
                    <a:pt x="84" y="123"/>
                  </a:lnTo>
                  <a:lnTo>
                    <a:pt x="109" y="103"/>
                  </a:lnTo>
                  <a:lnTo>
                    <a:pt x="137" y="85"/>
                  </a:lnTo>
                  <a:lnTo>
                    <a:pt x="167" y="70"/>
                  </a:lnTo>
                  <a:lnTo>
                    <a:pt x="200" y="55"/>
                  </a:lnTo>
                  <a:lnTo>
                    <a:pt x="236" y="42"/>
                  </a:lnTo>
                  <a:lnTo>
                    <a:pt x="272" y="31"/>
                  </a:lnTo>
                  <a:lnTo>
                    <a:pt x="312" y="23"/>
                  </a:lnTo>
                  <a:lnTo>
                    <a:pt x="353" y="16"/>
                  </a:lnTo>
                  <a:lnTo>
                    <a:pt x="395" y="12"/>
                  </a:lnTo>
                  <a:lnTo>
                    <a:pt x="439" y="11"/>
                  </a:lnTo>
                  <a:lnTo>
                    <a:pt x="439"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10991" name="Freeform 55"/>
            <p:cNvSpPr>
              <a:spLocks/>
            </p:cNvSpPr>
            <p:nvPr/>
          </p:nvSpPr>
          <p:spPr bwMode="auto">
            <a:xfrm>
              <a:off x="964" y="1745"/>
              <a:ext cx="48" cy="85"/>
            </a:xfrm>
            <a:custGeom>
              <a:avLst/>
              <a:gdLst>
                <a:gd name="T0" fmla="*/ 2 w 244"/>
                <a:gd name="T1" fmla="*/ 3 h 426"/>
                <a:gd name="T2" fmla="*/ 2 w 244"/>
                <a:gd name="T3" fmla="*/ 3 h 426"/>
                <a:gd name="T4" fmla="*/ 2 w 244"/>
                <a:gd name="T5" fmla="*/ 3 h 426"/>
                <a:gd name="T6" fmla="*/ 2 w 244"/>
                <a:gd name="T7" fmla="*/ 3 h 426"/>
                <a:gd name="T8" fmla="*/ 2 w 244"/>
                <a:gd name="T9" fmla="*/ 2 h 426"/>
                <a:gd name="T10" fmla="*/ 2 w 244"/>
                <a:gd name="T11" fmla="*/ 2 h 426"/>
                <a:gd name="T12" fmla="*/ 2 w 244"/>
                <a:gd name="T13" fmla="*/ 2 h 426"/>
                <a:gd name="T14" fmla="*/ 2 w 244"/>
                <a:gd name="T15" fmla="*/ 2 h 426"/>
                <a:gd name="T16" fmla="*/ 1 w 244"/>
                <a:gd name="T17" fmla="*/ 1 h 426"/>
                <a:gd name="T18" fmla="*/ 1 w 244"/>
                <a:gd name="T19" fmla="*/ 1 h 426"/>
                <a:gd name="T20" fmla="*/ 1 w 244"/>
                <a:gd name="T21" fmla="*/ 1 h 426"/>
                <a:gd name="T22" fmla="*/ 1 w 244"/>
                <a:gd name="T23" fmla="*/ 1 h 426"/>
                <a:gd name="T24" fmla="*/ 1 w 244"/>
                <a:gd name="T25" fmla="*/ 0 h 426"/>
                <a:gd name="T26" fmla="*/ 1 w 244"/>
                <a:gd name="T27" fmla="*/ 0 h 426"/>
                <a:gd name="T28" fmla="*/ 1 w 244"/>
                <a:gd name="T29" fmla="*/ 0 h 426"/>
                <a:gd name="T30" fmla="*/ 0 w 244"/>
                <a:gd name="T31" fmla="*/ 0 h 426"/>
                <a:gd name="T32" fmla="*/ 0 w 244"/>
                <a:gd name="T33" fmla="*/ 0 h 426"/>
                <a:gd name="T34" fmla="*/ 0 w 244"/>
                <a:gd name="T35" fmla="*/ 0 h 426"/>
                <a:gd name="T36" fmla="*/ 0 w 244"/>
                <a:gd name="T37" fmla="*/ 0 h 426"/>
                <a:gd name="T38" fmla="*/ 0 w 244"/>
                <a:gd name="T39" fmla="*/ 0 h 426"/>
                <a:gd name="T40" fmla="*/ 0 w 244"/>
                <a:gd name="T41" fmla="*/ 0 h 426"/>
                <a:gd name="T42" fmla="*/ 1 w 244"/>
                <a:gd name="T43" fmla="*/ 0 h 426"/>
                <a:gd name="T44" fmla="*/ 1 w 244"/>
                <a:gd name="T45" fmla="*/ 0 h 426"/>
                <a:gd name="T46" fmla="*/ 1 w 244"/>
                <a:gd name="T47" fmla="*/ 0 h 426"/>
                <a:gd name="T48" fmla="*/ 1 w 244"/>
                <a:gd name="T49" fmla="*/ 1 h 426"/>
                <a:gd name="T50" fmla="*/ 1 w 244"/>
                <a:gd name="T51" fmla="*/ 1 h 426"/>
                <a:gd name="T52" fmla="*/ 1 w 244"/>
                <a:gd name="T53" fmla="*/ 1 h 426"/>
                <a:gd name="T54" fmla="*/ 1 w 244"/>
                <a:gd name="T55" fmla="*/ 1 h 426"/>
                <a:gd name="T56" fmla="*/ 1 w 244"/>
                <a:gd name="T57" fmla="*/ 2 h 426"/>
                <a:gd name="T58" fmla="*/ 2 w 244"/>
                <a:gd name="T59" fmla="*/ 2 h 426"/>
                <a:gd name="T60" fmla="*/ 2 w 244"/>
                <a:gd name="T61" fmla="*/ 2 h 426"/>
                <a:gd name="T62" fmla="*/ 2 w 244"/>
                <a:gd name="T63" fmla="*/ 2 h 426"/>
                <a:gd name="T64" fmla="*/ 2 w 244"/>
                <a:gd name="T65" fmla="*/ 3 h 426"/>
                <a:gd name="T66" fmla="*/ 2 w 244"/>
                <a:gd name="T67" fmla="*/ 3 h 426"/>
                <a:gd name="T68" fmla="*/ 2 w 244"/>
                <a:gd name="T69" fmla="*/ 3 h 426"/>
                <a:gd name="T70" fmla="*/ 2 w 244"/>
                <a:gd name="T71" fmla="*/ 3 h 426"/>
                <a:gd name="T72" fmla="*/ 2 w 244"/>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6"/>
                <a:gd name="T113" fmla="*/ 244 w 244"/>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6">
                  <a:moveTo>
                    <a:pt x="244" y="426"/>
                  </a:moveTo>
                  <a:lnTo>
                    <a:pt x="244" y="426"/>
                  </a:lnTo>
                  <a:lnTo>
                    <a:pt x="243" y="383"/>
                  </a:lnTo>
                  <a:lnTo>
                    <a:pt x="240" y="340"/>
                  </a:lnTo>
                  <a:lnTo>
                    <a:pt x="234" y="300"/>
                  </a:lnTo>
                  <a:lnTo>
                    <a:pt x="226" y="262"/>
                  </a:lnTo>
                  <a:lnTo>
                    <a:pt x="215" y="224"/>
                  </a:lnTo>
                  <a:lnTo>
                    <a:pt x="203" y="189"/>
                  </a:lnTo>
                  <a:lnTo>
                    <a:pt x="189" y="157"/>
                  </a:lnTo>
                  <a:lnTo>
                    <a:pt x="174" y="126"/>
                  </a:lnTo>
                  <a:lnTo>
                    <a:pt x="155" y="99"/>
                  </a:lnTo>
                  <a:lnTo>
                    <a:pt x="138" y="74"/>
                  </a:lnTo>
                  <a:lnTo>
                    <a:pt x="118" y="52"/>
                  </a:lnTo>
                  <a:lnTo>
                    <a:pt x="96" y="34"/>
                  </a:lnTo>
                  <a:lnTo>
                    <a:pt x="73" y="19"/>
                  </a:lnTo>
                  <a:lnTo>
                    <a:pt x="50" y="8"/>
                  </a:lnTo>
                  <a:lnTo>
                    <a:pt x="25" y="2"/>
                  </a:lnTo>
                  <a:lnTo>
                    <a:pt x="0" y="0"/>
                  </a:lnTo>
                  <a:lnTo>
                    <a:pt x="0" y="12"/>
                  </a:lnTo>
                  <a:lnTo>
                    <a:pt x="23" y="14"/>
                  </a:lnTo>
                  <a:lnTo>
                    <a:pt x="45" y="20"/>
                  </a:lnTo>
                  <a:lnTo>
                    <a:pt x="66" y="31"/>
                  </a:lnTo>
                  <a:lnTo>
                    <a:pt x="89" y="43"/>
                  </a:lnTo>
                  <a:lnTo>
                    <a:pt x="109" y="61"/>
                  </a:lnTo>
                  <a:lnTo>
                    <a:pt x="129" y="81"/>
                  </a:lnTo>
                  <a:lnTo>
                    <a:pt x="146" y="106"/>
                  </a:lnTo>
                  <a:lnTo>
                    <a:pt x="162" y="133"/>
                  </a:lnTo>
                  <a:lnTo>
                    <a:pt x="178" y="162"/>
                  </a:lnTo>
                  <a:lnTo>
                    <a:pt x="192" y="194"/>
                  </a:lnTo>
                  <a:lnTo>
                    <a:pt x="203" y="229"/>
                  </a:lnTo>
                  <a:lnTo>
                    <a:pt x="214" y="264"/>
                  </a:lnTo>
                  <a:lnTo>
                    <a:pt x="222" y="303"/>
                  </a:lnTo>
                  <a:lnTo>
                    <a:pt x="228" y="342"/>
                  </a:lnTo>
                  <a:lnTo>
                    <a:pt x="232" y="383"/>
                  </a:lnTo>
                  <a:lnTo>
                    <a:pt x="233" y="426"/>
                  </a:lnTo>
                  <a:lnTo>
                    <a:pt x="244"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10992" name="Freeform 56"/>
            <p:cNvSpPr>
              <a:spLocks/>
            </p:cNvSpPr>
            <p:nvPr/>
          </p:nvSpPr>
          <p:spPr bwMode="auto">
            <a:xfrm>
              <a:off x="964" y="1830"/>
              <a:ext cx="48" cy="85"/>
            </a:xfrm>
            <a:custGeom>
              <a:avLst/>
              <a:gdLst>
                <a:gd name="T0" fmla="*/ 0 w 244"/>
                <a:gd name="T1" fmla="*/ 3 h 424"/>
                <a:gd name="T2" fmla="*/ 0 w 244"/>
                <a:gd name="T3" fmla="*/ 3 h 424"/>
                <a:gd name="T4" fmla="*/ 0 w 244"/>
                <a:gd name="T5" fmla="*/ 3 h 424"/>
                <a:gd name="T6" fmla="*/ 0 w 244"/>
                <a:gd name="T7" fmla="*/ 3 h 424"/>
                <a:gd name="T8" fmla="*/ 1 w 244"/>
                <a:gd name="T9" fmla="*/ 3 h 424"/>
                <a:gd name="T10" fmla="*/ 1 w 244"/>
                <a:gd name="T11" fmla="*/ 3 h 424"/>
                <a:gd name="T12" fmla="*/ 1 w 244"/>
                <a:gd name="T13" fmla="*/ 3 h 424"/>
                <a:gd name="T14" fmla="*/ 1 w 244"/>
                <a:gd name="T15" fmla="*/ 3 h 424"/>
                <a:gd name="T16" fmla="*/ 1 w 244"/>
                <a:gd name="T17" fmla="*/ 3 h 424"/>
                <a:gd name="T18" fmla="*/ 1 w 244"/>
                <a:gd name="T19" fmla="*/ 2 h 424"/>
                <a:gd name="T20" fmla="*/ 1 w 244"/>
                <a:gd name="T21" fmla="*/ 2 h 424"/>
                <a:gd name="T22" fmla="*/ 2 w 244"/>
                <a:gd name="T23" fmla="*/ 2 h 424"/>
                <a:gd name="T24" fmla="*/ 2 w 244"/>
                <a:gd name="T25" fmla="*/ 2 h 424"/>
                <a:gd name="T26" fmla="*/ 2 w 244"/>
                <a:gd name="T27" fmla="*/ 1 h 424"/>
                <a:gd name="T28" fmla="*/ 2 w 244"/>
                <a:gd name="T29" fmla="*/ 1 h 424"/>
                <a:gd name="T30" fmla="*/ 2 w 244"/>
                <a:gd name="T31" fmla="*/ 1 h 424"/>
                <a:gd name="T32" fmla="*/ 2 w 244"/>
                <a:gd name="T33" fmla="*/ 0 h 424"/>
                <a:gd name="T34" fmla="*/ 2 w 244"/>
                <a:gd name="T35" fmla="*/ 0 h 424"/>
                <a:gd name="T36" fmla="*/ 2 w 244"/>
                <a:gd name="T37" fmla="*/ 0 h 424"/>
                <a:gd name="T38" fmla="*/ 2 w 244"/>
                <a:gd name="T39" fmla="*/ 0 h 424"/>
                <a:gd name="T40" fmla="*/ 2 w 244"/>
                <a:gd name="T41" fmla="*/ 1 h 424"/>
                <a:gd name="T42" fmla="*/ 2 w 244"/>
                <a:gd name="T43" fmla="*/ 1 h 424"/>
                <a:gd name="T44" fmla="*/ 2 w 244"/>
                <a:gd name="T45" fmla="*/ 1 h 424"/>
                <a:gd name="T46" fmla="*/ 2 w 244"/>
                <a:gd name="T47" fmla="*/ 2 h 424"/>
                <a:gd name="T48" fmla="*/ 1 w 244"/>
                <a:gd name="T49" fmla="*/ 2 h 424"/>
                <a:gd name="T50" fmla="*/ 1 w 244"/>
                <a:gd name="T51" fmla="*/ 2 h 424"/>
                <a:gd name="T52" fmla="*/ 1 w 244"/>
                <a:gd name="T53" fmla="*/ 2 h 424"/>
                <a:gd name="T54" fmla="*/ 1 w 244"/>
                <a:gd name="T55" fmla="*/ 3 h 424"/>
                <a:gd name="T56" fmla="*/ 1 w 244"/>
                <a:gd name="T57" fmla="*/ 3 h 424"/>
                <a:gd name="T58" fmla="*/ 1 w 244"/>
                <a:gd name="T59" fmla="*/ 3 h 424"/>
                <a:gd name="T60" fmla="*/ 1 w 244"/>
                <a:gd name="T61" fmla="*/ 3 h 424"/>
                <a:gd name="T62" fmla="*/ 1 w 244"/>
                <a:gd name="T63" fmla="*/ 3 h 424"/>
                <a:gd name="T64" fmla="*/ 0 w 244"/>
                <a:gd name="T65" fmla="*/ 3 h 424"/>
                <a:gd name="T66" fmla="*/ 0 w 244"/>
                <a:gd name="T67" fmla="*/ 3 h 424"/>
                <a:gd name="T68" fmla="*/ 0 w 244"/>
                <a:gd name="T69" fmla="*/ 3 h 424"/>
                <a:gd name="T70" fmla="*/ 0 w 244"/>
                <a:gd name="T71" fmla="*/ 3 h 424"/>
                <a:gd name="T72" fmla="*/ 0 w 244"/>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4"/>
                <a:gd name="T113" fmla="*/ 244 w 244"/>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4">
                  <a:moveTo>
                    <a:pt x="0" y="424"/>
                  </a:moveTo>
                  <a:lnTo>
                    <a:pt x="0" y="424"/>
                  </a:lnTo>
                  <a:lnTo>
                    <a:pt x="25" y="422"/>
                  </a:lnTo>
                  <a:lnTo>
                    <a:pt x="50" y="416"/>
                  </a:lnTo>
                  <a:lnTo>
                    <a:pt x="73" y="405"/>
                  </a:lnTo>
                  <a:lnTo>
                    <a:pt x="96" y="390"/>
                  </a:lnTo>
                  <a:lnTo>
                    <a:pt x="118" y="373"/>
                  </a:lnTo>
                  <a:lnTo>
                    <a:pt x="138" y="350"/>
                  </a:lnTo>
                  <a:lnTo>
                    <a:pt x="155" y="326"/>
                  </a:lnTo>
                  <a:lnTo>
                    <a:pt x="173" y="299"/>
                  </a:lnTo>
                  <a:lnTo>
                    <a:pt x="189" y="268"/>
                  </a:lnTo>
                  <a:lnTo>
                    <a:pt x="203" y="235"/>
                  </a:lnTo>
                  <a:lnTo>
                    <a:pt x="215" y="201"/>
                  </a:lnTo>
                  <a:lnTo>
                    <a:pt x="226" y="163"/>
                  </a:lnTo>
                  <a:lnTo>
                    <a:pt x="234" y="125"/>
                  </a:lnTo>
                  <a:lnTo>
                    <a:pt x="240" y="85"/>
                  </a:lnTo>
                  <a:lnTo>
                    <a:pt x="243" y="42"/>
                  </a:lnTo>
                  <a:lnTo>
                    <a:pt x="244" y="0"/>
                  </a:lnTo>
                  <a:lnTo>
                    <a:pt x="233" y="0"/>
                  </a:lnTo>
                  <a:lnTo>
                    <a:pt x="232" y="42"/>
                  </a:lnTo>
                  <a:lnTo>
                    <a:pt x="228" y="83"/>
                  </a:lnTo>
                  <a:lnTo>
                    <a:pt x="222" y="123"/>
                  </a:lnTo>
                  <a:lnTo>
                    <a:pt x="214" y="160"/>
                  </a:lnTo>
                  <a:lnTo>
                    <a:pt x="203" y="197"/>
                  </a:lnTo>
                  <a:lnTo>
                    <a:pt x="192" y="231"/>
                  </a:lnTo>
                  <a:lnTo>
                    <a:pt x="178" y="263"/>
                  </a:lnTo>
                  <a:lnTo>
                    <a:pt x="164" y="292"/>
                  </a:lnTo>
                  <a:lnTo>
                    <a:pt x="146" y="319"/>
                  </a:lnTo>
                  <a:lnTo>
                    <a:pt x="129" y="343"/>
                  </a:lnTo>
                  <a:lnTo>
                    <a:pt x="109" y="363"/>
                  </a:lnTo>
                  <a:lnTo>
                    <a:pt x="89" y="381"/>
                  </a:lnTo>
                  <a:lnTo>
                    <a:pt x="66" y="394"/>
                  </a:lnTo>
                  <a:lnTo>
                    <a:pt x="45" y="404"/>
                  </a:lnTo>
                  <a:lnTo>
                    <a:pt x="23" y="410"/>
                  </a:lnTo>
                  <a:lnTo>
                    <a:pt x="0" y="412"/>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10993" name="Freeform 57"/>
            <p:cNvSpPr>
              <a:spLocks/>
            </p:cNvSpPr>
            <p:nvPr/>
          </p:nvSpPr>
          <p:spPr bwMode="auto">
            <a:xfrm>
              <a:off x="915" y="1830"/>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1" y="42"/>
                  </a:lnTo>
                  <a:lnTo>
                    <a:pt x="4" y="85"/>
                  </a:lnTo>
                  <a:lnTo>
                    <a:pt x="10" y="125"/>
                  </a:lnTo>
                  <a:lnTo>
                    <a:pt x="19" y="163"/>
                  </a:lnTo>
                  <a:lnTo>
                    <a:pt x="29" y="201"/>
                  </a:lnTo>
                  <a:lnTo>
                    <a:pt x="41" y="235"/>
                  </a:lnTo>
                  <a:lnTo>
                    <a:pt x="55" y="268"/>
                  </a:lnTo>
                  <a:lnTo>
                    <a:pt x="71" y="299"/>
                  </a:lnTo>
                  <a:lnTo>
                    <a:pt x="89" y="326"/>
                  </a:lnTo>
                  <a:lnTo>
                    <a:pt x="106" y="350"/>
                  </a:lnTo>
                  <a:lnTo>
                    <a:pt x="126" y="373"/>
                  </a:lnTo>
                  <a:lnTo>
                    <a:pt x="149" y="390"/>
                  </a:lnTo>
                  <a:lnTo>
                    <a:pt x="171" y="405"/>
                  </a:lnTo>
                  <a:lnTo>
                    <a:pt x="194" y="416"/>
                  </a:lnTo>
                  <a:lnTo>
                    <a:pt x="219" y="422"/>
                  </a:lnTo>
                  <a:lnTo>
                    <a:pt x="245" y="424"/>
                  </a:lnTo>
                  <a:lnTo>
                    <a:pt x="245" y="412"/>
                  </a:lnTo>
                  <a:lnTo>
                    <a:pt x="221" y="410"/>
                  </a:lnTo>
                  <a:lnTo>
                    <a:pt x="199" y="404"/>
                  </a:lnTo>
                  <a:lnTo>
                    <a:pt x="178" y="394"/>
                  </a:lnTo>
                  <a:lnTo>
                    <a:pt x="156" y="381"/>
                  </a:lnTo>
                  <a:lnTo>
                    <a:pt x="136" y="363"/>
                  </a:lnTo>
                  <a:lnTo>
                    <a:pt x="116" y="343"/>
                  </a:lnTo>
                  <a:lnTo>
                    <a:pt x="98" y="319"/>
                  </a:lnTo>
                  <a:lnTo>
                    <a:pt x="81" y="292"/>
                  </a:lnTo>
                  <a:lnTo>
                    <a:pt x="67" y="263"/>
                  </a:lnTo>
                  <a:lnTo>
                    <a:pt x="52" y="231"/>
                  </a:lnTo>
                  <a:lnTo>
                    <a:pt x="41" y="197"/>
                  </a:lnTo>
                  <a:lnTo>
                    <a:pt x="30" y="160"/>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10994" name="Freeform 58"/>
            <p:cNvSpPr>
              <a:spLocks/>
            </p:cNvSpPr>
            <p:nvPr/>
          </p:nvSpPr>
          <p:spPr bwMode="auto">
            <a:xfrm>
              <a:off x="915" y="1745"/>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0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19" y="2"/>
                  </a:lnTo>
                  <a:lnTo>
                    <a:pt x="194" y="8"/>
                  </a:lnTo>
                  <a:lnTo>
                    <a:pt x="171" y="19"/>
                  </a:lnTo>
                  <a:lnTo>
                    <a:pt x="149" y="34"/>
                  </a:lnTo>
                  <a:lnTo>
                    <a:pt x="126" y="52"/>
                  </a:lnTo>
                  <a:lnTo>
                    <a:pt x="106" y="74"/>
                  </a:lnTo>
                  <a:lnTo>
                    <a:pt x="89" y="99"/>
                  </a:lnTo>
                  <a:lnTo>
                    <a:pt x="70" y="126"/>
                  </a:lnTo>
                  <a:lnTo>
                    <a:pt x="55" y="157"/>
                  </a:lnTo>
                  <a:lnTo>
                    <a:pt x="41" y="189"/>
                  </a:lnTo>
                  <a:lnTo>
                    <a:pt x="29" y="224"/>
                  </a:lnTo>
                  <a:lnTo>
                    <a:pt x="19" y="262"/>
                  </a:lnTo>
                  <a:lnTo>
                    <a:pt x="10" y="300"/>
                  </a:lnTo>
                  <a:lnTo>
                    <a:pt x="4" y="340"/>
                  </a:lnTo>
                  <a:lnTo>
                    <a:pt x="1" y="383"/>
                  </a:lnTo>
                  <a:lnTo>
                    <a:pt x="0" y="426"/>
                  </a:lnTo>
                  <a:lnTo>
                    <a:pt x="11" y="426"/>
                  </a:lnTo>
                  <a:lnTo>
                    <a:pt x="13" y="383"/>
                  </a:lnTo>
                  <a:lnTo>
                    <a:pt x="16" y="342"/>
                  </a:lnTo>
                  <a:lnTo>
                    <a:pt x="22" y="303"/>
                  </a:lnTo>
                  <a:lnTo>
                    <a:pt x="30" y="264"/>
                  </a:lnTo>
                  <a:lnTo>
                    <a:pt x="41" y="229"/>
                  </a:lnTo>
                  <a:lnTo>
                    <a:pt x="52" y="194"/>
                  </a:lnTo>
                  <a:lnTo>
                    <a:pt x="67" y="162"/>
                  </a:lnTo>
                  <a:lnTo>
                    <a:pt x="82" y="133"/>
                  </a:lnTo>
                  <a:lnTo>
                    <a:pt x="98" y="106"/>
                  </a:lnTo>
                  <a:lnTo>
                    <a:pt x="116" y="81"/>
                  </a:lnTo>
                  <a:lnTo>
                    <a:pt x="136" y="61"/>
                  </a:lnTo>
                  <a:lnTo>
                    <a:pt x="156" y="43"/>
                  </a:lnTo>
                  <a:lnTo>
                    <a:pt x="178" y="31"/>
                  </a:lnTo>
                  <a:lnTo>
                    <a:pt x="199" y="20"/>
                  </a:lnTo>
                  <a:lnTo>
                    <a:pt x="221"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10995" name="Freeform 59"/>
            <p:cNvSpPr>
              <a:spLocks/>
            </p:cNvSpPr>
            <p:nvPr/>
          </p:nvSpPr>
          <p:spPr bwMode="auto">
            <a:xfrm>
              <a:off x="1140" y="2087"/>
              <a:ext cx="49" cy="85"/>
            </a:xfrm>
            <a:custGeom>
              <a:avLst/>
              <a:gdLst>
                <a:gd name="T0" fmla="*/ 2 w 246"/>
                <a:gd name="T1" fmla="*/ 3 h 424"/>
                <a:gd name="T2" fmla="*/ 2 w 246"/>
                <a:gd name="T3" fmla="*/ 3 h 424"/>
                <a:gd name="T4" fmla="*/ 2 w 246"/>
                <a:gd name="T5" fmla="*/ 3 h 424"/>
                <a:gd name="T6" fmla="*/ 2 w 246"/>
                <a:gd name="T7" fmla="*/ 3 h 424"/>
                <a:gd name="T8" fmla="*/ 2 w 246"/>
                <a:gd name="T9" fmla="*/ 2 h 424"/>
                <a:gd name="T10" fmla="*/ 2 w 246"/>
                <a:gd name="T11" fmla="*/ 2 h 424"/>
                <a:gd name="T12" fmla="*/ 2 w 246"/>
                <a:gd name="T13" fmla="*/ 2 h 424"/>
                <a:gd name="T14" fmla="*/ 2 w 246"/>
                <a:gd name="T15" fmla="*/ 2 h 424"/>
                <a:gd name="T16" fmla="*/ 2 w 246"/>
                <a:gd name="T17" fmla="*/ 1 h 424"/>
                <a:gd name="T18" fmla="*/ 1 w 246"/>
                <a:gd name="T19" fmla="*/ 1 h 424"/>
                <a:gd name="T20" fmla="*/ 1 w 246"/>
                <a:gd name="T21" fmla="*/ 1 h 424"/>
                <a:gd name="T22" fmla="*/ 1 w 246"/>
                <a:gd name="T23" fmla="*/ 1 h 424"/>
                <a:gd name="T24" fmla="*/ 1 w 246"/>
                <a:gd name="T25" fmla="*/ 0 h 424"/>
                <a:gd name="T26" fmla="*/ 1 w 246"/>
                <a:gd name="T27" fmla="*/ 0 h 424"/>
                <a:gd name="T28" fmla="*/ 1 w 246"/>
                <a:gd name="T29" fmla="*/ 0 h 424"/>
                <a:gd name="T30" fmla="*/ 0 w 246"/>
                <a:gd name="T31" fmla="*/ 0 h 424"/>
                <a:gd name="T32" fmla="*/ 0 w 246"/>
                <a:gd name="T33" fmla="*/ 0 h 424"/>
                <a:gd name="T34" fmla="*/ 0 w 246"/>
                <a:gd name="T35" fmla="*/ 0 h 424"/>
                <a:gd name="T36" fmla="*/ 0 w 246"/>
                <a:gd name="T37" fmla="*/ 0 h 424"/>
                <a:gd name="T38" fmla="*/ 0 w 246"/>
                <a:gd name="T39" fmla="*/ 0 h 424"/>
                <a:gd name="T40" fmla="*/ 0 w 246"/>
                <a:gd name="T41" fmla="*/ 0 h 424"/>
                <a:gd name="T42" fmla="*/ 1 w 246"/>
                <a:gd name="T43" fmla="*/ 0 h 424"/>
                <a:gd name="T44" fmla="*/ 1 w 246"/>
                <a:gd name="T45" fmla="*/ 0 h 424"/>
                <a:gd name="T46" fmla="*/ 1 w 246"/>
                <a:gd name="T47" fmla="*/ 0 h 424"/>
                <a:gd name="T48" fmla="*/ 1 w 246"/>
                <a:gd name="T49" fmla="*/ 1 h 424"/>
                <a:gd name="T50" fmla="*/ 1 w 246"/>
                <a:gd name="T51" fmla="*/ 1 h 424"/>
                <a:gd name="T52" fmla="*/ 1 w 246"/>
                <a:gd name="T53" fmla="*/ 1 h 424"/>
                <a:gd name="T54" fmla="*/ 1 w 246"/>
                <a:gd name="T55" fmla="*/ 1 h 424"/>
                <a:gd name="T56" fmla="*/ 2 w 246"/>
                <a:gd name="T57" fmla="*/ 2 h 424"/>
                <a:gd name="T58" fmla="*/ 2 w 246"/>
                <a:gd name="T59" fmla="*/ 2 h 424"/>
                <a:gd name="T60" fmla="*/ 2 w 246"/>
                <a:gd name="T61" fmla="*/ 2 h 424"/>
                <a:gd name="T62" fmla="*/ 2 w 246"/>
                <a:gd name="T63" fmla="*/ 2 h 424"/>
                <a:gd name="T64" fmla="*/ 2 w 246"/>
                <a:gd name="T65" fmla="*/ 3 h 424"/>
                <a:gd name="T66" fmla="*/ 2 w 246"/>
                <a:gd name="T67" fmla="*/ 3 h 424"/>
                <a:gd name="T68" fmla="*/ 2 w 246"/>
                <a:gd name="T69" fmla="*/ 3 h 424"/>
                <a:gd name="T70" fmla="*/ 2 w 246"/>
                <a:gd name="T71" fmla="*/ 3 h 424"/>
                <a:gd name="T72" fmla="*/ 2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424"/>
                  </a:moveTo>
                  <a:lnTo>
                    <a:pt x="246" y="424"/>
                  </a:lnTo>
                  <a:lnTo>
                    <a:pt x="244" y="382"/>
                  </a:lnTo>
                  <a:lnTo>
                    <a:pt x="241" y="338"/>
                  </a:lnTo>
                  <a:lnTo>
                    <a:pt x="235" y="298"/>
                  </a:lnTo>
                  <a:lnTo>
                    <a:pt x="227" y="261"/>
                  </a:lnTo>
                  <a:lnTo>
                    <a:pt x="216" y="222"/>
                  </a:lnTo>
                  <a:lnTo>
                    <a:pt x="205" y="188"/>
                  </a:lnTo>
                  <a:lnTo>
                    <a:pt x="190" y="155"/>
                  </a:lnTo>
                  <a:lnTo>
                    <a:pt x="174" y="125"/>
                  </a:lnTo>
                  <a:lnTo>
                    <a:pt x="157" y="98"/>
                  </a:lnTo>
                  <a:lnTo>
                    <a:pt x="138" y="73"/>
                  </a:lnTo>
                  <a:lnTo>
                    <a:pt x="118" y="51"/>
                  </a:lnTo>
                  <a:lnTo>
                    <a:pt x="96" y="34"/>
                  </a:lnTo>
                  <a:lnTo>
                    <a:pt x="74" y="18"/>
                  </a:lnTo>
                  <a:lnTo>
                    <a:pt x="50" y="8"/>
                  </a:lnTo>
                  <a:lnTo>
                    <a:pt x="25" y="2"/>
                  </a:lnTo>
                  <a:lnTo>
                    <a:pt x="0" y="0"/>
                  </a:lnTo>
                  <a:lnTo>
                    <a:pt x="0" y="11"/>
                  </a:lnTo>
                  <a:lnTo>
                    <a:pt x="23" y="14"/>
                  </a:lnTo>
                  <a:lnTo>
                    <a:pt x="45" y="19"/>
                  </a:lnTo>
                  <a:lnTo>
                    <a:pt x="67" y="30"/>
                  </a:lnTo>
                  <a:lnTo>
                    <a:pt x="89" y="43"/>
                  </a:lnTo>
                  <a:lnTo>
                    <a:pt x="108" y="60"/>
                  </a:lnTo>
                  <a:lnTo>
                    <a:pt x="128" y="80"/>
                  </a:lnTo>
                  <a:lnTo>
                    <a:pt x="147" y="105"/>
                  </a:lnTo>
                  <a:lnTo>
                    <a:pt x="165" y="132"/>
                  </a:lnTo>
                  <a:lnTo>
                    <a:pt x="179" y="160"/>
                  </a:lnTo>
                  <a:lnTo>
                    <a:pt x="193" y="193"/>
                  </a:lnTo>
                  <a:lnTo>
                    <a:pt x="205" y="227"/>
                  </a:lnTo>
                  <a:lnTo>
                    <a:pt x="215" y="263"/>
                  </a:lnTo>
                  <a:lnTo>
                    <a:pt x="223" y="301"/>
                  </a:lnTo>
                  <a:lnTo>
                    <a:pt x="229" y="341"/>
                  </a:lnTo>
                  <a:lnTo>
                    <a:pt x="233" y="382"/>
                  </a:lnTo>
                  <a:lnTo>
                    <a:pt x="234" y="424"/>
                  </a:lnTo>
                  <a:lnTo>
                    <a:pt x="246"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10996" name="Freeform 60"/>
            <p:cNvSpPr>
              <a:spLocks/>
            </p:cNvSpPr>
            <p:nvPr/>
          </p:nvSpPr>
          <p:spPr bwMode="auto">
            <a:xfrm>
              <a:off x="1140" y="2172"/>
              <a:ext cx="49" cy="85"/>
            </a:xfrm>
            <a:custGeom>
              <a:avLst/>
              <a:gdLst>
                <a:gd name="T0" fmla="*/ 0 w 246"/>
                <a:gd name="T1" fmla="*/ 3 h 426"/>
                <a:gd name="T2" fmla="*/ 0 w 246"/>
                <a:gd name="T3" fmla="*/ 3 h 426"/>
                <a:gd name="T4" fmla="*/ 0 w 246"/>
                <a:gd name="T5" fmla="*/ 3 h 426"/>
                <a:gd name="T6" fmla="*/ 0 w 246"/>
                <a:gd name="T7" fmla="*/ 3 h 426"/>
                <a:gd name="T8" fmla="*/ 1 w 246"/>
                <a:gd name="T9" fmla="*/ 3 h 426"/>
                <a:gd name="T10" fmla="*/ 1 w 246"/>
                <a:gd name="T11" fmla="*/ 3 h 426"/>
                <a:gd name="T12" fmla="*/ 1 w 246"/>
                <a:gd name="T13" fmla="*/ 3 h 426"/>
                <a:gd name="T14" fmla="*/ 1 w 246"/>
                <a:gd name="T15" fmla="*/ 3 h 426"/>
                <a:gd name="T16" fmla="*/ 1 w 246"/>
                <a:gd name="T17" fmla="*/ 3 h 426"/>
                <a:gd name="T18" fmla="*/ 1 w 246"/>
                <a:gd name="T19" fmla="*/ 2 h 426"/>
                <a:gd name="T20" fmla="*/ 2 w 246"/>
                <a:gd name="T21" fmla="*/ 2 h 426"/>
                <a:gd name="T22" fmla="*/ 2 w 246"/>
                <a:gd name="T23" fmla="*/ 2 h 426"/>
                <a:gd name="T24" fmla="*/ 2 w 246"/>
                <a:gd name="T25" fmla="*/ 2 h 426"/>
                <a:gd name="T26" fmla="*/ 2 w 246"/>
                <a:gd name="T27" fmla="*/ 1 h 426"/>
                <a:gd name="T28" fmla="*/ 2 w 246"/>
                <a:gd name="T29" fmla="*/ 1 h 426"/>
                <a:gd name="T30" fmla="*/ 2 w 246"/>
                <a:gd name="T31" fmla="*/ 1 h 426"/>
                <a:gd name="T32" fmla="*/ 2 w 246"/>
                <a:gd name="T33" fmla="*/ 0 h 426"/>
                <a:gd name="T34" fmla="*/ 2 w 246"/>
                <a:gd name="T35" fmla="*/ 0 h 426"/>
                <a:gd name="T36" fmla="*/ 2 w 246"/>
                <a:gd name="T37" fmla="*/ 0 h 426"/>
                <a:gd name="T38" fmla="*/ 2 w 246"/>
                <a:gd name="T39" fmla="*/ 0 h 426"/>
                <a:gd name="T40" fmla="*/ 2 w 246"/>
                <a:gd name="T41" fmla="*/ 1 h 426"/>
                <a:gd name="T42" fmla="*/ 2 w 246"/>
                <a:gd name="T43" fmla="*/ 1 h 426"/>
                <a:gd name="T44" fmla="*/ 2 w 246"/>
                <a:gd name="T45" fmla="*/ 1 h 426"/>
                <a:gd name="T46" fmla="*/ 2 w 246"/>
                <a:gd name="T47" fmla="*/ 2 h 426"/>
                <a:gd name="T48" fmla="*/ 2 w 246"/>
                <a:gd name="T49" fmla="*/ 2 h 426"/>
                <a:gd name="T50" fmla="*/ 1 w 246"/>
                <a:gd name="T51" fmla="*/ 2 h 426"/>
                <a:gd name="T52" fmla="*/ 1 w 246"/>
                <a:gd name="T53" fmla="*/ 2 h 426"/>
                <a:gd name="T54" fmla="*/ 1 w 246"/>
                <a:gd name="T55" fmla="*/ 3 h 426"/>
                <a:gd name="T56" fmla="*/ 1 w 246"/>
                <a:gd name="T57" fmla="*/ 3 h 426"/>
                <a:gd name="T58" fmla="*/ 1 w 246"/>
                <a:gd name="T59" fmla="*/ 3 h 426"/>
                <a:gd name="T60" fmla="*/ 1 w 246"/>
                <a:gd name="T61" fmla="*/ 3 h 426"/>
                <a:gd name="T62" fmla="*/ 1 w 246"/>
                <a:gd name="T63" fmla="*/ 3 h 426"/>
                <a:gd name="T64" fmla="*/ 0 w 246"/>
                <a:gd name="T65" fmla="*/ 3 h 426"/>
                <a:gd name="T66" fmla="*/ 0 w 246"/>
                <a:gd name="T67" fmla="*/ 3 h 426"/>
                <a:gd name="T68" fmla="*/ 0 w 246"/>
                <a:gd name="T69" fmla="*/ 3 h 426"/>
                <a:gd name="T70" fmla="*/ 0 w 246"/>
                <a:gd name="T71" fmla="*/ 3 h 426"/>
                <a:gd name="T72" fmla="*/ 0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426"/>
                  </a:moveTo>
                  <a:lnTo>
                    <a:pt x="0" y="426"/>
                  </a:lnTo>
                  <a:lnTo>
                    <a:pt x="25" y="423"/>
                  </a:lnTo>
                  <a:lnTo>
                    <a:pt x="50" y="417"/>
                  </a:lnTo>
                  <a:lnTo>
                    <a:pt x="74" y="407"/>
                  </a:lnTo>
                  <a:lnTo>
                    <a:pt x="96" y="392"/>
                  </a:lnTo>
                  <a:lnTo>
                    <a:pt x="118" y="373"/>
                  </a:lnTo>
                  <a:lnTo>
                    <a:pt x="138" y="350"/>
                  </a:lnTo>
                  <a:lnTo>
                    <a:pt x="157" y="327"/>
                  </a:lnTo>
                  <a:lnTo>
                    <a:pt x="175" y="299"/>
                  </a:lnTo>
                  <a:lnTo>
                    <a:pt x="190" y="268"/>
                  </a:lnTo>
                  <a:lnTo>
                    <a:pt x="205" y="236"/>
                  </a:lnTo>
                  <a:lnTo>
                    <a:pt x="216" y="202"/>
                  </a:lnTo>
                  <a:lnTo>
                    <a:pt x="227" y="164"/>
                  </a:lnTo>
                  <a:lnTo>
                    <a:pt x="235" y="125"/>
                  </a:lnTo>
                  <a:lnTo>
                    <a:pt x="241" y="86"/>
                  </a:lnTo>
                  <a:lnTo>
                    <a:pt x="244" y="42"/>
                  </a:lnTo>
                  <a:lnTo>
                    <a:pt x="246" y="0"/>
                  </a:lnTo>
                  <a:lnTo>
                    <a:pt x="234" y="0"/>
                  </a:lnTo>
                  <a:lnTo>
                    <a:pt x="233" y="42"/>
                  </a:lnTo>
                  <a:lnTo>
                    <a:pt x="229" y="83"/>
                  </a:lnTo>
                  <a:lnTo>
                    <a:pt x="223" y="123"/>
                  </a:lnTo>
                  <a:lnTo>
                    <a:pt x="215" y="162"/>
                  </a:lnTo>
                  <a:lnTo>
                    <a:pt x="205" y="197"/>
                  </a:lnTo>
                  <a:lnTo>
                    <a:pt x="193" y="231"/>
                  </a:lnTo>
                  <a:lnTo>
                    <a:pt x="179" y="264"/>
                  </a:lnTo>
                  <a:lnTo>
                    <a:pt x="164" y="292"/>
                  </a:lnTo>
                  <a:lnTo>
                    <a:pt x="147" y="320"/>
                  </a:lnTo>
                  <a:lnTo>
                    <a:pt x="128" y="343"/>
                  </a:lnTo>
                  <a:lnTo>
                    <a:pt x="108" y="363"/>
                  </a:lnTo>
                  <a:lnTo>
                    <a:pt x="89" y="382"/>
                  </a:lnTo>
                  <a:lnTo>
                    <a:pt x="67" y="395"/>
                  </a:lnTo>
                  <a:lnTo>
                    <a:pt x="45" y="406"/>
                  </a:lnTo>
                  <a:lnTo>
                    <a:pt x="23" y="411"/>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10997" name="Freeform 61"/>
            <p:cNvSpPr>
              <a:spLocks/>
            </p:cNvSpPr>
            <p:nvPr/>
          </p:nvSpPr>
          <p:spPr bwMode="auto">
            <a:xfrm>
              <a:off x="1091" y="2172"/>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4" y="86"/>
                  </a:lnTo>
                  <a:lnTo>
                    <a:pt x="10" y="125"/>
                  </a:lnTo>
                  <a:lnTo>
                    <a:pt x="18" y="164"/>
                  </a:lnTo>
                  <a:lnTo>
                    <a:pt x="29" y="202"/>
                  </a:lnTo>
                  <a:lnTo>
                    <a:pt x="41" y="236"/>
                  </a:lnTo>
                  <a:lnTo>
                    <a:pt x="55" y="268"/>
                  </a:lnTo>
                  <a:lnTo>
                    <a:pt x="70" y="299"/>
                  </a:lnTo>
                  <a:lnTo>
                    <a:pt x="89" y="327"/>
                  </a:lnTo>
                  <a:lnTo>
                    <a:pt x="106" y="350"/>
                  </a:lnTo>
                  <a:lnTo>
                    <a:pt x="126" y="373"/>
                  </a:lnTo>
                  <a:lnTo>
                    <a:pt x="148" y="392"/>
                  </a:lnTo>
                  <a:lnTo>
                    <a:pt x="171" y="407"/>
                  </a:lnTo>
                  <a:lnTo>
                    <a:pt x="194" y="417"/>
                  </a:lnTo>
                  <a:lnTo>
                    <a:pt x="219" y="423"/>
                  </a:lnTo>
                  <a:lnTo>
                    <a:pt x="245" y="426"/>
                  </a:lnTo>
                  <a:lnTo>
                    <a:pt x="245" y="414"/>
                  </a:lnTo>
                  <a:lnTo>
                    <a:pt x="221" y="411"/>
                  </a:lnTo>
                  <a:lnTo>
                    <a:pt x="199" y="406"/>
                  </a:lnTo>
                  <a:lnTo>
                    <a:pt x="178" y="395"/>
                  </a:lnTo>
                  <a:lnTo>
                    <a:pt x="155" y="382"/>
                  </a:lnTo>
                  <a:lnTo>
                    <a:pt x="136" y="363"/>
                  </a:lnTo>
                  <a:lnTo>
                    <a:pt x="116" y="343"/>
                  </a:lnTo>
                  <a:lnTo>
                    <a:pt x="98" y="320"/>
                  </a:lnTo>
                  <a:lnTo>
                    <a:pt x="82" y="292"/>
                  </a:lnTo>
                  <a:lnTo>
                    <a:pt x="66" y="264"/>
                  </a:lnTo>
                  <a:lnTo>
                    <a:pt x="52" y="231"/>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10998" name="Freeform 62"/>
            <p:cNvSpPr>
              <a:spLocks/>
            </p:cNvSpPr>
            <p:nvPr/>
          </p:nvSpPr>
          <p:spPr bwMode="auto">
            <a:xfrm>
              <a:off x="1091" y="2087"/>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4" y="8"/>
                  </a:lnTo>
                  <a:lnTo>
                    <a:pt x="171" y="18"/>
                  </a:lnTo>
                  <a:lnTo>
                    <a:pt x="148" y="34"/>
                  </a:lnTo>
                  <a:lnTo>
                    <a:pt x="126" y="51"/>
                  </a:lnTo>
                  <a:lnTo>
                    <a:pt x="106" y="73"/>
                  </a:lnTo>
                  <a:lnTo>
                    <a:pt x="89" y="98"/>
                  </a:lnTo>
                  <a:lnTo>
                    <a:pt x="71" y="125"/>
                  </a:lnTo>
                  <a:lnTo>
                    <a:pt x="55" y="155"/>
                  </a:lnTo>
                  <a:lnTo>
                    <a:pt x="41" y="188"/>
                  </a:lnTo>
                  <a:lnTo>
                    <a:pt x="29" y="222"/>
                  </a:lnTo>
                  <a:lnTo>
                    <a:pt x="18" y="261"/>
                  </a:lnTo>
                  <a:lnTo>
                    <a:pt x="10" y="298"/>
                  </a:lnTo>
                  <a:lnTo>
                    <a:pt x="4" y="338"/>
                  </a:lnTo>
                  <a:lnTo>
                    <a:pt x="1" y="382"/>
                  </a:lnTo>
                  <a:lnTo>
                    <a:pt x="0" y="424"/>
                  </a:lnTo>
                  <a:lnTo>
                    <a:pt x="11" y="424"/>
                  </a:lnTo>
                  <a:lnTo>
                    <a:pt x="13" y="382"/>
                  </a:lnTo>
                  <a:lnTo>
                    <a:pt x="16" y="341"/>
                  </a:lnTo>
                  <a:lnTo>
                    <a:pt x="22" y="301"/>
                  </a:lnTo>
                  <a:lnTo>
                    <a:pt x="30" y="263"/>
                  </a:lnTo>
                  <a:lnTo>
                    <a:pt x="41" y="227"/>
                  </a:lnTo>
                  <a:lnTo>
                    <a:pt x="52" y="193"/>
                  </a:lnTo>
                  <a:lnTo>
                    <a:pt x="66" y="160"/>
                  </a:lnTo>
                  <a:lnTo>
                    <a:pt x="80" y="132"/>
                  </a:lnTo>
                  <a:lnTo>
                    <a:pt x="98" y="105"/>
                  </a:lnTo>
                  <a:lnTo>
                    <a:pt x="116" y="80"/>
                  </a:lnTo>
                  <a:lnTo>
                    <a:pt x="136" y="60"/>
                  </a:lnTo>
                  <a:lnTo>
                    <a:pt x="155" y="43"/>
                  </a:lnTo>
                  <a:lnTo>
                    <a:pt x="178" y="30"/>
                  </a:lnTo>
                  <a:lnTo>
                    <a:pt x="199" y="19"/>
                  </a:lnTo>
                  <a:lnTo>
                    <a:pt x="221" y="14"/>
                  </a:lnTo>
                  <a:lnTo>
                    <a:pt x="245" y="11"/>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10999" name="Freeform 63"/>
            <p:cNvSpPr>
              <a:spLocks/>
            </p:cNvSpPr>
            <p:nvPr/>
          </p:nvSpPr>
          <p:spPr bwMode="auto">
            <a:xfrm>
              <a:off x="1392" y="2118"/>
              <a:ext cx="49" cy="85"/>
            </a:xfrm>
            <a:custGeom>
              <a:avLst/>
              <a:gdLst>
                <a:gd name="T0" fmla="*/ 2 w 246"/>
                <a:gd name="T1" fmla="*/ 3 h 426"/>
                <a:gd name="T2" fmla="*/ 2 w 246"/>
                <a:gd name="T3" fmla="*/ 3 h 426"/>
                <a:gd name="T4" fmla="*/ 2 w 246"/>
                <a:gd name="T5" fmla="*/ 3 h 426"/>
                <a:gd name="T6" fmla="*/ 2 w 246"/>
                <a:gd name="T7" fmla="*/ 3 h 426"/>
                <a:gd name="T8" fmla="*/ 2 w 246"/>
                <a:gd name="T9" fmla="*/ 2 h 426"/>
                <a:gd name="T10" fmla="*/ 2 w 246"/>
                <a:gd name="T11" fmla="*/ 2 h 426"/>
                <a:gd name="T12" fmla="*/ 2 w 246"/>
                <a:gd name="T13" fmla="*/ 2 h 426"/>
                <a:gd name="T14" fmla="*/ 2 w 246"/>
                <a:gd name="T15" fmla="*/ 2 h 426"/>
                <a:gd name="T16" fmla="*/ 2 w 246"/>
                <a:gd name="T17" fmla="*/ 1 h 426"/>
                <a:gd name="T18" fmla="*/ 1 w 246"/>
                <a:gd name="T19" fmla="*/ 1 h 426"/>
                <a:gd name="T20" fmla="*/ 1 w 246"/>
                <a:gd name="T21" fmla="*/ 1 h 426"/>
                <a:gd name="T22" fmla="*/ 1 w 246"/>
                <a:gd name="T23" fmla="*/ 1 h 426"/>
                <a:gd name="T24" fmla="*/ 1 w 246"/>
                <a:gd name="T25" fmla="*/ 0 h 426"/>
                <a:gd name="T26" fmla="*/ 1 w 246"/>
                <a:gd name="T27" fmla="*/ 0 h 426"/>
                <a:gd name="T28" fmla="*/ 1 w 246"/>
                <a:gd name="T29" fmla="*/ 0 h 426"/>
                <a:gd name="T30" fmla="*/ 0 w 246"/>
                <a:gd name="T31" fmla="*/ 0 h 426"/>
                <a:gd name="T32" fmla="*/ 0 w 246"/>
                <a:gd name="T33" fmla="*/ 0 h 426"/>
                <a:gd name="T34" fmla="*/ 0 w 246"/>
                <a:gd name="T35" fmla="*/ 0 h 426"/>
                <a:gd name="T36" fmla="*/ 0 w 246"/>
                <a:gd name="T37" fmla="*/ 0 h 426"/>
                <a:gd name="T38" fmla="*/ 0 w 246"/>
                <a:gd name="T39" fmla="*/ 0 h 426"/>
                <a:gd name="T40" fmla="*/ 0 w 246"/>
                <a:gd name="T41" fmla="*/ 0 h 426"/>
                <a:gd name="T42" fmla="*/ 1 w 246"/>
                <a:gd name="T43" fmla="*/ 0 h 426"/>
                <a:gd name="T44" fmla="*/ 1 w 246"/>
                <a:gd name="T45" fmla="*/ 0 h 426"/>
                <a:gd name="T46" fmla="*/ 1 w 246"/>
                <a:gd name="T47" fmla="*/ 1 h 426"/>
                <a:gd name="T48" fmla="*/ 1 w 246"/>
                <a:gd name="T49" fmla="*/ 1 h 426"/>
                <a:gd name="T50" fmla="*/ 1 w 246"/>
                <a:gd name="T51" fmla="*/ 1 h 426"/>
                <a:gd name="T52" fmla="*/ 1 w 246"/>
                <a:gd name="T53" fmla="*/ 1 h 426"/>
                <a:gd name="T54" fmla="*/ 1 w 246"/>
                <a:gd name="T55" fmla="*/ 1 h 426"/>
                <a:gd name="T56" fmla="*/ 2 w 246"/>
                <a:gd name="T57" fmla="*/ 2 h 426"/>
                <a:gd name="T58" fmla="*/ 2 w 246"/>
                <a:gd name="T59" fmla="*/ 2 h 426"/>
                <a:gd name="T60" fmla="*/ 2 w 246"/>
                <a:gd name="T61" fmla="*/ 2 h 426"/>
                <a:gd name="T62" fmla="*/ 2 w 246"/>
                <a:gd name="T63" fmla="*/ 2 h 426"/>
                <a:gd name="T64" fmla="*/ 2 w 246"/>
                <a:gd name="T65" fmla="*/ 3 h 426"/>
                <a:gd name="T66" fmla="*/ 2 w 246"/>
                <a:gd name="T67" fmla="*/ 3 h 426"/>
                <a:gd name="T68" fmla="*/ 2 w 246"/>
                <a:gd name="T69" fmla="*/ 3 h 426"/>
                <a:gd name="T70" fmla="*/ 2 w 246"/>
                <a:gd name="T71" fmla="*/ 3 h 426"/>
                <a:gd name="T72" fmla="*/ 2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246" y="426"/>
                  </a:moveTo>
                  <a:lnTo>
                    <a:pt x="246" y="426"/>
                  </a:lnTo>
                  <a:lnTo>
                    <a:pt x="245" y="384"/>
                  </a:lnTo>
                  <a:lnTo>
                    <a:pt x="242" y="340"/>
                  </a:lnTo>
                  <a:lnTo>
                    <a:pt x="236" y="301"/>
                  </a:lnTo>
                  <a:lnTo>
                    <a:pt x="228" y="262"/>
                  </a:lnTo>
                  <a:lnTo>
                    <a:pt x="217" y="224"/>
                  </a:lnTo>
                  <a:lnTo>
                    <a:pt x="205" y="190"/>
                  </a:lnTo>
                  <a:lnTo>
                    <a:pt x="191" y="158"/>
                  </a:lnTo>
                  <a:lnTo>
                    <a:pt x="176" y="126"/>
                  </a:lnTo>
                  <a:lnTo>
                    <a:pt x="157" y="99"/>
                  </a:lnTo>
                  <a:lnTo>
                    <a:pt x="139" y="75"/>
                  </a:lnTo>
                  <a:lnTo>
                    <a:pt x="119" y="53"/>
                  </a:lnTo>
                  <a:lnTo>
                    <a:pt x="96" y="34"/>
                  </a:lnTo>
                  <a:lnTo>
                    <a:pt x="75" y="19"/>
                  </a:lnTo>
                  <a:lnTo>
                    <a:pt x="51" y="9"/>
                  </a:lnTo>
                  <a:lnTo>
                    <a:pt x="26" y="3"/>
                  </a:lnTo>
                  <a:lnTo>
                    <a:pt x="0" y="0"/>
                  </a:lnTo>
                  <a:lnTo>
                    <a:pt x="0" y="12"/>
                  </a:lnTo>
                  <a:lnTo>
                    <a:pt x="24" y="15"/>
                  </a:lnTo>
                  <a:lnTo>
                    <a:pt x="46" y="20"/>
                  </a:lnTo>
                  <a:lnTo>
                    <a:pt x="68" y="31"/>
                  </a:lnTo>
                  <a:lnTo>
                    <a:pt x="89" y="44"/>
                  </a:lnTo>
                  <a:lnTo>
                    <a:pt x="109" y="63"/>
                  </a:lnTo>
                  <a:lnTo>
                    <a:pt x="129" y="83"/>
                  </a:lnTo>
                  <a:lnTo>
                    <a:pt x="148" y="106"/>
                  </a:lnTo>
                  <a:lnTo>
                    <a:pt x="164" y="133"/>
                  </a:lnTo>
                  <a:lnTo>
                    <a:pt x="180" y="162"/>
                  </a:lnTo>
                  <a:lnTo>
                    <a:pt x="194" y="195"/>
                  </a:lnTo>
                  <a:lnTo>
                    <a:pt x="205" y="229"/>
                  </a:lnTo>
                  <a:lnTo>
                    <a:pt x="216" y="264"/>
                  </a:lnTo>
                  <a:lnTo>
                    <a:pt x="224" y="303"/>
                  </a:lnTo>
                  <a:lnTo>
                    <a:pt x="230" y="343"/>
                  </a:lnTo>
                  <a:lnTo>
                    <a:pt x="233" y="384"/>
                  </a:lnTo>
                  <a:lnTo>
                    <a:pt x="235" y="426"/>
                  </a:lnTo>
                  <a:lnTo>
                    <a:pt x="246"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11000" name="Freeform 64"/>
            <p:cNvSpPr>
              <a:spLocks/>
            </p:cNvSpPr>
            <p:nvPr/>
          </p:nvSpPr>
          <p:spPr bwMode="auto">
            <a:xfrm>
              <a:off x="1392" y="2203"/>
              <a:ext cx="49" cy="85"/>
            </a:xfrm>
            <a:custGeom>
              <a:avLst/>
              <a:gdLst>
                <a:gd name="T0" fmla="*/ 0 w 246"/>
                <a:gd name="T1" fmla="*/ 3 h 424"/>
                <a:gd name="T2" fmla="*/ 0 w 246"/>
                <a:gd name="T3" fmla="*/ 3 h 424"/>
                <a:gd name="T4" fmla="*/ 0 w 246"/>
                <a:gd name="T5" fmla="*/ 3 h 424"/>
                <a:gd name="T6" fmla="*/ 0 w 246"/>
                <a:gd name="T7" fmla="*/ 3 h 424"/>
                <a:gd name="T8" fmla="*/ 1 w 246"/>
                <a:gd name="T9" fmla="*/ 3 h 424"/>
                <a:gd name="T10" fmla="*/ 1 w 246"/>
                <a:gd name="T11" fmla="*/ 3 h 424"/>
                <a:gd name="T12" fmla="*/ 1 w 246"/>
                <a:gd name="T13" fmla="*/ 3 h 424"/>
                <a:gd name="T14" fmla="*/ 1 w 246"/>
                <a:gd name="T15" fmla="*/ 3 h 424"/>
                <a:gd name="T16" fmla="*/ 1 w 246"/>
                <a:gd name="T17" fmla="*/ 3 h 424"/>
                <a:gd name="T18" fmla="*/ 1 w 246"/>
                <a:gd name="T19" fmla="*/ 2 h 424"/>
                <a:gd name="T20" fmla="*/ 2 w 246"/>
                <a:gd name="T21" fmla="*/ 2 h 424"/>
                <a:gd name="T22" fmla="*/ 2 w 246"/>
                <a:gd name="T23" fmla="*/ 2 h 424"/>
                <a:gd name="T24" fmla="*/ 2 w 246"/>
                <a:gd name="T25" fmla="*/ 2 h 424"/>
                <a:gd name="T26" fmla="*/ 2 w 246"/>
                <a:gd name="T27" fmla="*/ 1 h 424"/>
                <a:gd name="T28" fmla="*/ 2 w 246"/>
                <a:gd name="T29" fmla="*/ 1 h 424"/>
                <a:gd name="T30" fmla="*/ 2 w 246"/>
                <a:gd name="T31" fmla="*/ 1 h 424"/>
                <a:gd name="T32" fmla="*/ 2 w 246"/>
                <a:gd name="T33" fmla="*/ 0 h 424"/>
                <a:gd name="T34" fmla="*/ 2 w 246"/>
                <a:gd name="T35" fmla="*/ 0 h 424"/>
                <a:gd name="T36" fmla="*/ 2 w 246"/>
                <a:gd name="T37" fmla="*/ 0 h 424"/>
                <a:gd name="T38" fmla="*/ 2 w 246"/>
                <a:gd name="T39" fmla="*/ 0 h 424"/>
                <a:gd name="T40" fmla="*/ 2 w 246"/>
                <a:gd name="T41" fmla="*/ 1 h 424"/>
                <a:gd name="T42" fmla="*/ 2 w 246"/>
                <a:gd name="T43" fmla="*/ 1 h 424"/>
                <a:gd name="T44" fmla="*/ 2 w 246"/>
                <a:gd name="T45" fmla="*/ 1 h 424"/>
                <a:gd name="T46" fmla="*/ 2 w 246"/>
                <a:gd name="T47" fmla="*/ 2 h 424"/>
                <a:gd name="T48" fmla="*/ 2 w 246"/>
                <a:gd name="T49" fmla="*/ 2 h 424"/>
                <a:gd name="T50" fmla="*/ 1 w 246"/>
                <a:gd name="T51" fmla="*/ 2 h 424"/>
                <a:gd name="T52" fmla="*/ 1 w 246"/>
                <a:gd name="T53" fmla="*/ 2 h 424"/>
                <a:gd name="T54" fmla="*/ 1 w 246"/>
                <a:gd name="T55" fmla="*/ 3 h 424"/>
                <a:gd name="T56" fmla="*/ 1 w 246"/>
                <a:gd name="T57" fmla="*/ 3 h 424"/>
                <a:gd name="T58" fmla="*/ 1 w 246"/>
                <a:gd name="T59" fmla="*/ 3 h 424"/>
                <a:gd name="T60" fmla="*/ 1 w 246"/>
                <a:gd name="T61" fmla="*/ 3 h 424"/>
                <a:gd name="T62" fmla="*/ 1 w 246"/>
                <a:gd name="T63" fmla="*/ 3 h 424"/>
                <a:gd name="T64" fmla="*/ 0 w 246"/>
                <a:gd name="T65" fmla="*/ 3 h 424"/>
                <a:gd name="T66" fmla="*/ 0 w 246"/>
                <a:gd name="T67" fmla="*/ 3 h 424"/>
                <a:gd name="T68" fmla="*/ 0 w 246"/>
                <a:gd name="T69" fmla="*/ 3 h 424"/>
                <a:gd name="T70" fmla="*/ 0 w 246"/>
                <a:gd name="T71" fmla="*/ 3 h 424"/>
                <a:gd name="T72" fmla="*/ 0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0" y="424"/>
                  </a:moveTo>
                  <a:lnTo>
                    <a:pt x="0" y="424"/>
                  </a:lnTo>
                  <a:lnTo>
                    <a:pt x="26" y="422"/>
                  </a:lnTo>
                  <a:lnTo>
                    <a:pt x="51" y="416"/>
                  </a:lnTo>
                  <a:lnTo>
                    <a:pt x="75" y="406"/>
                  </a:lnTo>
                  <a:lnTo>
                    <a:pt x="96" y="390"/>
                  </a:lnTo>
                  <a:lnTo>
                    <a:pt x="119" y="373"/>
                  </a:lnTo>
                  <a:lnTo>
                    <a:pt x="139" y="351"/>
                  </a:lnTo>
                  <a:lnTo>
                    <a:pt x="157" y="326"/>
                  </a:lnTo>
                  <a:lnTo>
                    <a:pt x="175" y="299"/>
                  </a:lnTo>
                  <a:lnTo>
                    <a:pt x="191" y="269"/>
                  </a:lnTo>
                  <a:lnTo>
                    <a:pt x="205" y="236"/>
                  </a:lnTo>
                  <a:lnTo>
                    <a:pt x="217" y="202"/>
                  </a:lnTo>
                  <a:lnTo>
                    <a:pt x="228" y="163"/>
                  </a:lnTo>
                  <a:lnTo>
                    <a:pt x="236" y="125"/>
                  </a:lnTo>
                  <a:lnTo>
                    <a:pt x="242" y="86"/>
                  </a:lnTo>
                  <a:lnTo>
                    <a:pt x="245" y="42"/>
                  </a:lnTo>
                  <a:lnTo>
                    <a:pt x="246" y="0"/>
                  </a:lnTo>
                  <a:lnTo>
                    <a:pt x="235" y="0"/>
                  </a:lnTo>
                  <a:lnTo>
                    <a:pt x="233" y="42"/>
                  </a:lnTo>
                  <a:lnTo>
                    <a:pt x="230" y="83"/>
                  </a:lnTo>
                  <a:lnTo>
                    <a:pt x="224" y="123"/>
                  </a:lnTo>
                  <a:lnTo>
                    <a:pt x="216" y="161"/>
                  </a:lnTo>
                  <a:lnTo>
                    <a:pt x="205" y="197"/>
                  </a:lnTo>
                  <a:lnTo>
                    <a:pt x="194" y="231"/>
                  </a:lnTo>
                  <a:lnTo>
                    <a:pt x="180" y="264"/>
                  </a:lnTo>
                  <a:lnTo>
                    <a:pt x="166" y="292"/>
                  </a:lnTo>
                  <a:lnTo>
                    <a:pt x="148" y="319"/>
                  </a:lnTo>
                  <a:lnTo>
                    <a:pt x="129" y="344"/>
                  </a:lnTo>
                  <a:lnTo>
                    <a:pt x="109" y="364"/>
                  </a:lnTo>
                  <a:lnTo>
                    <a:pt x="89" y="381"/>
                  </a:lnTo>
                  <a:lnTo>
                    <a:pt x="68" y="394"/>
                  </a:lnTo>
                  <a:lnTo>
                    <a:pt x="46" y="405"/>
                  </a:lnTo>
                  <a:lnTo>
                    <a:pt x="24" y="410"/>
                  </a:lnTo>
                  <a:lnTo>
                    <a:pt x="0" y="413"/>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11001" name="Freeform 65"/>
            <p:cNvSpPr>
              <a:spLocks/>
            </p:cNvSpPr>
            <p:nvPr/>
          </p:nvSpPr>
          <p:spPr bwMode="auto">
            <a:xfrm>
              <a:off x="1343" y="2203"/>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2" y="42"/>
                  </a:lnTo>
                  <a:lnTo>
                    <a:pt x="5" y="86"/>
                  </a:lnTo>
                  <a:lnTo>
                    <a:pt x="11" y="125"/>
                  </a:lnTo>
                  <a:lnTo>
                    <a:pt x="19" y="163"/>
                  </a:lnTo>
                  <a:lnTo>
                    <a:pt x="30" y="202"/>
                  </a:lnTo>
                  <a:lnTo>
                    <a:pt x="41" y="236"/>
                  </a:lnTo>
                  <a:lnTo>
                    <a:pt x="56" y="269"/>
                  </a:lnTo>
                  <a:lnTo>
                    <a:pt x="72" y="299"/>
                  </a:lnTo>
                  <a:lnTo>
                    <a:pt x="90" y="326"/>
                  </a:lnTo>
                  <a:lnTo>
                    <a:pt x="108" y="351"/>
                  </a:lnTo>
                  <a:lnTo>
                    <a:pt x="127" y="373"/>
                  </a:lnTo>
                  <a:lnTo>
                    <a:pt x="149" y="390"/>
                  </a:lnTo>
                  <a:lnTo>
                    <a:pt x="172" y="406"/>
                  </a:lnTo>
                  <a:lnTo>
                    <a:pt x="195" y="416"/>
                  </a:lnTo>
                  <a:lnTo>
                    <a:pt x="220" y="422"/>
                  </a:lnTo>
                  <a:lnTo>
                    <a:pt x="245" y="424"/>
                  </a:lnTo>
                  <a:lnTo>
                    <a:pt x="245" y="413"/>
                  </a:lnTo>
                  <a:lnTo>
                    <a:pt x="222" y="410"/>
                  </a:lnTo>
                  <a:lnTo>
                    <a:pt x="200" y="405"/>
                  </a:lnTo>
                  <a:lnTo>
                    <a:pt x="179" y="394"/>
                  </a:lnTo>
                  <a:lnTo>
                    <a:pt x="156" y="381"/>
                  </a:lnTo>
                  <a:lnTo>
                    <a:pt x="136" y="364"/>
                  </a:lnTo>
                  <a:lnTo>
                    <a:pt x="118" y="344"/>
                  </a:lnTo>
                  <a:lnTo>
                    <a:pt x="99" y="319"/>
                  </a:lnTo>
                  <a:lnTo>
                    <a:pt x="81" y="292"/>
                  </a:lnTo>
                  <a:lnTo>
                    <a:pt x="67" y="264"/>
                  </a:lnTo>
                  <a:lnTo>
                    <a:pt x="53" y="231"/>
                  </a:lnTo>
                  <a:lnTo>
                    <a:pt x="41" y="197"/>
                  </a:lnTo>
                  <a:lnTo>
                    <a:pt x="31" y="161"/>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11002" name="Freeform 66"/>
            <p:cNvSpPr>
              <a:spLocks/>
            </p:cNvSpPr>
            <p:nvPr/>
          </p:nvSpPr>
          <p:spPr bwMode="auto">
            <a:xfrm>
              <a:off x="1343" y="2118"/>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1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20" y="3"/>
                  </a:lnTo>
                  <a:lnTo>
                    <a:pt x="195" y="9"/>
                  </a:lnTo>
                  <a:lnTo>
                    <a:pt x="172" y="19"/>
                  </a:lnTo>
                  <a:lnTo>
                    <a:pt x="149" y="34"/>
                  </a:lnTo>
                  <a:lnTo>
                    <a:pt x="127" y="53"/>
                  </a:lnTo>
                  <a:lnTo>
                    <a:pt x="108" y="75"/>
                  </a:lnTo>
                  <a:lnTo>
                    <a:pt x="90" y="99"/>
                  </a:lnTo>
                  <a:lnTo>
                    <a:pt x="71" y="126"/>
                  </a:lnTo>
                  <a:lnTo>
                    <a:pt x="56" y="158"/>
                  </a:lnTo>
                  <a:lnTo>
                    <a:pt x="41" y="190"/>
                  </a:lnTo>
                  <a:lnTo>
                    <a:pt x="30" y="224"/>
                  </a:lnTo>
                  <a:lnTo>
                    <a:pt x="19" y="262"/>
                  </a:lnTo>
                  <a:lnTo>
                    <a:pt x="11" y="301"/>
                  </a:lnTo>
                  <a:lnTo>
                    <a:pt x="5" y="340"/>
                  </a:lnTo>
                  <a:lnTo>
                    <a:pt x="2" y="384"/>
                  </a:lnTo>
                  <a:lnTo>
                    <a:pt x="0" y="426"/>
                  </a:lnTo>
                  <a:lnTo>
                    <a:pt x="12" y="426"/>
                  </a:lnTo>
                  <a:lnTo>
                    <a:pt x="13" y="384"/>
                  </a:lnTo>
                  <a:lnTo>
                    <a:pt x="17" y="343"/>
                  </a:lnTo>
                  <a:lnTo>
                    <a:pt x="23" y="303"/>
                  </a:lnTo>
                  <a:lnTo>
                    <a:pt x="31" y="264"/>
                  </a:lnTo>
                  <a:lnTo>
                    <a:pt x="41" y="229"/>
                  </a:lnTo>
                  <a:lnTo>
                    <a:pt x="53" y="195"/>
                  </a:lnTo>
                  <a:lnTo>
                    <a:pt x="67" y="162"/>
                  </a:lnTo>
                  <a:lnTo>
                    <a:pt x="82" y="133"/>
                  </a:lnTo>
                  <a:lnTo>
                    <a:pt x="99" y="106"/>
                  </a:lnTo>
                  <a:lnTo>
                    <a:pt x="118" y="83"/>
                  </a:lnTo>
                  <a:lnTo>
                    <a:pt x="136" y="63"/>
                  </a:lnTo>
                  <a:lnTo>
                    <a:pt x="156" y="44"/>
                  </a:lnTo>
                  <a:lnTo>
                    <a:pt x="179" y="31"/>
                  </a:lnTo>
                  <a:lnTo>
                    <a:pt x="200" y="20"/>
                  </a:lnTo>
                  <a:lnTo>
                    <a:pt x="222" y="15"/>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11003" name="Freeform 67"/>
            <p:cNvSpPr>
              <a:spLocks/>
            </p:cNvSpPr>
            <p:nvPr/>
          </p:nvSpPr>
          <p:spPr bwMode="auto">
            <a:xfrm>
              <a:off x="1384" y="1859"/>
              <a:ext cx="49" cy="84"/>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1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3" y="382"/>
                  </a:lnTo>
                  <a:lnTo>
                    <a:pt x="240" y="339"/>
                  </a:lnTo>
                  <a:lnTo>
                    <a:pt x="234" y="299"/>
                  </a:lnTo>
                  <a:lnTo>
                    <a:pt x="226" y="261"/>
                  </a:lnTo>
                  <a:lnTo>
                    <a:pt x="215" y="222"/>
                  </a:lnTo>
                  <a:lnTo>
                    <a:pt x="204" y="188"/>
                  </a:lnTo>
                  <a:lnTo>
                    <a:pt x="189" y="156"/>
                  </a:lnTo>
                  <a:lnTo>
                    <a:pt x="173" y="125"/>
                  </a:lnTo>
                  <a:lnTo>
                    <a:pt x="155" y="98"/>
                  </a:lnTo>
                  <a:lnTo>
                    <a:pt x="138" y="74"/>
                  </a:lnTo>
                  <a:lnTo>
                    <a:pt x="118" y="51"/>
                  </a:lnTo>
                  <a:lnTo>
                    <a:pt x="96" y="34"/>
                  </a:lnTo>
                  <a:lnTo>
                    <a:pt x="73" y="18"/>
                  </a:lnTo>
                  <a:lnTo>
                    <a:pt x="50" y="8"/>
                  </a:lnTo>
                  <a:lnTo>
                    <a:pt x="25" y="2"/>
                  </a:lnTo>
                  <a:lnTo>
                    <a:pt x="0" y="0"/>
                  </a:lnTo>
                  <a:lnTo>
                    <a:pt x="0" y="11"/>
                  </a:lnTo>
                  <a:lnTo>
                    <a:pt x="23" y="14"/>
                  </a:lnTo>
                  <a:lnTo>
                    <a:pt x="45" y="20"/>
                  </a:lnTo>
                  <a:lnTo>
                    <a:pt x="66" y="30"/>
                  </a:lnTo>
                  <a:lnTo>
                    <a:pt x="89" y="43"/>
                  </a:lnTo>
                  <a:lnTo>
                    <a:pt x="109" y="61"/>
                  </a:lnTo>
                  <a:lnTo>
                    <a:pt x="129" y="81"/>
                  </a:lnTo>
                  <a:lnTo>
                    <a:pt x="146" y="105"/>
                  </a:lnTo>
                  <a:lnTo>
                    <a:pt x="164" y="132"/>
                  </a:lnTo>
                  <a:lnTo>
                    <a:pt x="178" y="160"/>
                  </a:lnTo>
                  <a:lnTo>
                    <a:pt x="192" y="193"/>
                  </a:lnTo>
                  <a:lnTo>
                    <a:pt x="204" y="227"/>
                  </a:lnTo>
                  <a:lnTo>
                    <a:pt x="214" y="264"/>
                  </a:lnTo>
                  <a:lnTo>
                    <a:pt x="222" y="301"/>
                  </a:lnTo>
                  <a:lnTo>
                    <a:pt x="228"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11004" name="Freeform 68"/>
            <p:cNvSpPr>
              <a:spLocks/>
            </p:cNvSpPr>
            <p:nvPr/>
          </p:nvSpPr>
          <p:spPr bwMode="auto">
            <a:xfrm>
              <a:off x="1384" y="1943"/>
              <a:ext cx="49" cy="86"/>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5" y="423"/>
                  </a:lnTo>
                  <a:lnTo>
                    <a:pt x="50" y="418"/>
                  </a:lnTo>
                  <a:lnTo>
                    <a:pt x="73" y="407"/>
                  </a:lnTo>
                  <a:lnTo>
                    <a:pt x="96" y="392"/>
                  </a:lnTo>
                  <a:lnTo>
                    <a:pt x="118" y="374"/>
                  </a:lnTo>
                  <a:lnTo>
                    <a:pt x="138" y="352"/>
                  </a:lnTo>
                  <a:lnTo>
                    <a:pt x="155" y="327"/>
                  </a:lnTo>
                  <a:lnTo>
                    <a:pt x="174" y="300"/>
                  </a:lnTo>
                  <a:lnTo>
                    <a:pt x="189" y="269"/>
                  </a:lnTo>
                  <a:lnTo>
                    <a:pt x="204" y="237"/>
                  </a:lnTo>
                  <a:lnTo>
                    <a:pt x="215" y="202"/>
                  </a:lnTo>
                  <a:lnTo>
                    <a:pt x="226" y="164"/>
                  </a:lnTo>
                  <a:lnTo>
                    <a:pt x="234" y="126"/>
                  </a:lnTo>
                  <a:lnTo>
                    <a:pt x="240" y="86"/>
                  </a:lnTo>
                  <a:lnTo>
                    <a:pt x="243" y="42"/>
                  </a:lnTo>
                  <a:lnTo>
                    <a:pt x="245" y="0"/>
                  </a:lnTo>
                  <a:lnTo>
                    <a:pt x="233" y="0"/>
                  </a:lnTo>
                  <a:lnTo>
                    <a:pt x="232" y="42"/>
                  </a:lnTo>
                  <a:lnTo>
                    <a:pt x="228" y="83"/>
                  </a:lnTo>
                  <a:lnTo>
                    <a:pt x="222" y="123"/>
                  </a:lnTo>
                  <a:lnTo>
                    <a:pt x="214" y="162"/>
                  </a:lnTo>
                  <a:lnTo>
                    <a:pt x="204" y="197"/>
                  </a:lnTo>
                  <a:lnTo>
                    <a:pt x="192" y="232"/>
                  </a:lnTo>
                  <a:lnTo>
                    <a:pt x="178" y="264"/>
                  </a:lnTo>
                  <a:lnTo>
                    <a:pt x="163" y="293"/>
                  </a:lnTo>
                  <a:lnTo>
                    <a:pt x="146" y="320"/>
                  </a:lnTo>
                  <a:lnTo>
                    <a:pt x="129" y="345"/>
                  </a:lnTo>
                  <a:lnTo>
                    <a:pt x="109" y="365"/>
                  </a:lnTo>
                  <a:lnTo>
                    <a:pt x="89" y="382"/>
                  </a:lnTo>
                  <a:lnTo>
                    <a:pt x="66" y="395"/>
                  </a:lnTo>
                  <a:lnTo>
                    <a:pt x="45" y="406"/>
                  </a:lnTo>
                  <a:lnTo>
                    <a:pt x="23"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11005" name="Freeform 69"/>
            <p:cNvSpPr>
              <a:spLocks/>
            </p:cNvSpPr>
            <p:nvPr/>
          </p:nvSpPr>
          <p:spPr bwMode="auto">
            <a:xfrm>
              <a:off x="1335" y="1943"/>
              <a:ext cx="49" cy="86"/>
            </a:xfrm>
            <a:custGeom>
              <a:avLst/>
              <a:gdLst>
                <a:gd name="T0" fmla="*/ 0 w 246"/>
                <a:gd name="T1" fmla="*/ 0 h 426"/>
                <a:gd name="T2" fmla="*/ 0 w 246"/>
                <a:gd name="T3" fmla="*/ 0 h 426"/>
                <a:gd name="T4" fmla="*/ 0 w 246"/>
                <a:gd name="T5" fmla="*/ 0 h 426"/>
                <a:gd name="T6" fmla="*/ 0 w 246"/>
                <a:gd name="T7" fmla="*/ 1 h 426"/>
                <a:gd name="T8" fmla="*/ 0 w 246"/>
                <a:gd name="T9" fmla="*/ 1 h 426"/>
                <a:gd name="T10" fmla="*/ 0 w 246"/>
                <a:gd name="T11" fmla="*/ 1 h 426"/>
                <a:gd name="T12" fmla="*/ 0 w 246"/>
                <a:gd name="T13" fmla="*/ 2 h 426"/>
                <a:gd name="T14" fmla="*/ 0 w 246"/>
                <a:gd name="T15" fmla="*/ 2 h 426"/>
                <a:gd name="T16" fmla="*/ 0 w 246"/>
                <a:gd name="T17" fmla="*/ 2 h 426"/>
                <a:gd name="T18" fmla="*/ 1 w 246"/>
                <a:gd name="T19" fmla="*/ 2 h 426"/>
                <a:gd name="T20" fmla="*/ 1 w 246"/>
                <a:gd name="T21" fmla="*/ 3 h 426"/>
                <a:gd name="T22" fmla="*/ 1 w 246"/>
                <a:gd name="T23" fmla="*/ 3 h 426"/>
                <a:gd name="T24" fmla="*/ 1 w 246"/>
                <a:gd name="T25" fmla="*/ 3 h 426"/>
                <a:gd name="T26" fmla="*/ 1 w 246"/>
                <a:gd name="T27" fmla="*/ 3 h 426"/>
                <a:gd name="T28" fmla="*/ 1 w 246"/>
                <a:gd name="T29" fmla="*/ 3 h 426"/>
                <a:gd name="T30" fmla="*/ 2 w 246"/>
                <a:gd name="T31" fmla="*/ 3 h 426"/>
                <a:gd name="T32" fmla="*/ 2 w 246"/>
                <a:gd name="T33" fmla="*/ 3 h 426"/>
                <a:gd name="T34" fmla="*/ 2 w 246"/>
                <a:gd name="T35" fmla="*/ 3 h 426"/>
                <a:gd name="T36" fmla="*/ 2 w 246"/>
                <a:gd name="T37" fmla="*/ 3 h 426"/>
                <a:gd name="T38" fmla="*/ 2 w 246"/>
                <a:gd name="T39" fmla="*/ 3 h 426"/>
                <a:gd name="T40" fmla="*/ 2 w 246"/>
                <a:gd name="T41" fmla="*/ 3 h 426"/>
                <a:gd name="T42" fmla="*/ 1 w 246"/>
                <a:gd name="T43" fmla="*/ 3 h 426"/>
                <a:gd name="T44" fmla="*/ 1 w 246"/>
                <a:gd name="T45" fmla="*/ 3 h 426"/>
                <a:gd name="T46" fmla="*/ 1 w 246"/>
                <a:gd name="T47" fmla="*/ 3 h 426"/>
                <a:gd name="T48" fmla="*/ 1 w 246"/>
                <a:gd name="T49" fmla="*/ 3 h 426"/>
                <a:gd name="T50" fmla="*/ 1 w 246"/>
                <a:gd name="T51" fmla="*/ 3 h 426"/>
                <a:gd name="T52" fmla="*/ 1 w 246"/>
                <a:gd name="T53" fmla="*/ 2 h 426"/>
                <a:gd name="T54" fmla="*/ 1 w 246"/>
                <a:gd name="T55" fmla="*/ 2 h 426"/>
                <a:gd name="T56" fmla="*/ 0 w 246"/>
                <a:gd name="T57" fmla="*/ 2 h 426"/>
                <a:gd name="T58" fmla="*/ 0 w 246"/>
                <a:gd name="T59" fmla="*/ 2 h 426"/>
                <a:gd name="T60" fmla="*/ 0 w 246"/>
                <a:gd name="T61" fmla="*/ 1 h 426"/>
                <a:gd name="T62" fmla="*/ 0 w 246"/>
                <a:gd name="T63" fmla="*/ 1 h 426"/>
                <a:gd name="T64" fmla="*/ 0 w 246"/>
                <a:gd name="T65" fmla="*/ 1 h 426"/>
                <a:gd name="T66" fmla="*/ 0 w 246"/>
                <a:gd name="T67" fmla="*/ 0 h 426"/>
                <a:gd name="T68" fmla="*/ 0 w 246"/>
                <a:gd name="T69" fmla="*/ 0 h 426"/>
                <a:gd name="T70" fmla="*/ 0 w 246"/>
                <a:gd name="T71" fmla="*/ 0 h 426"/>
                <a:gd name="T72" fmla="*/ 0 w 246"/>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0"/>
                  </a:moveTo>
                  <a:lnTo>
                    <a:pt x="0" y="0"/>
                  </a:lnTo>
                  <a:lnTo>
                    <a:pt x="1" y="42"/>
                  </a:lnTo>
                  <a:lnTo>
                    <a:pt x="4" y="86"/>
                  </a:lnTo>
                  <a:lnTo>
                    <a:pt x="10" y="126"/>
                  </a:lnTo>
                  <a:lnTo>
                    <a:pt x="18" y="164"/>
                  </a:lnTo>
                  <a:lnTo>
                    <a:pt x="29" y="202"/>
                  </a:lnTo>
                  <a:lnTo>
                    <a:pt x="41" y="237"/>
                  </a:lnTo>
                  <a:lnTo>
                    <a:pt x="55" y="269"/>
                  </a:lnTo>
                  <a:lnTo>
                    <a:pt x="71" y="300"/>
                  </a:lnTo>
                  <a:lnTo>
                    <a:pt x="89" y="327"/>
                  </a:lnTo>
                  <a:lnTo>
                    <a:pt x="107" y="352"/>
                  </a:lnTo>
                  <a:lnTo>
                    <a:pt x="127" y="374"/>
                  </a:lnTo>
                  <a:lnTo>
                    <a:pt x="150" y="392"/>
                  </a:lnTo>
                  <a:lnTo>
                    <a:pt x="171" y="407"/>
                  </a:lnTo>
                  <a:lnTo>
                    <a:pt x="195" y="418"/>
                  </a:lnTo>
                  <a:lnTo>
                    <a:pt x="220" y="423"/>
                  </a:lnTo>
                  <a:lnTo>
                    <a:pt x="246" y="426"/>
                  </a:lnTo>
                  <a:lnTo>
                    <a:pt x="246" y="414"/>
                  </a:lnTo>
                  <a:lnTo>
                    <a:pt x="222" y="412"/>
                  </a:lnTo>
                  <a:lnTo>
                    <a:pt x="200" y="406"/>
                  </a:lnTo>
                  <a:lnTo>
                    <a:pt x="178" y="395"/>
                  </a:lnTo>
                  <a:lnTo>
                    <a:pt x="157" y="382"/>
                  </a:lnTo>
                  <a:lnTo>
                    <a:pt x="137" y="365"/>
                  </a:lnTo>
                  <a:lnTo>
                    <a:pt x="117" y="345"/>
                  </a:lnTo>
                  <a:lnTo>
                    <a:pt x="98" y="320"/>
                  </a:lnTo>
                  <a:lnTo>
                    <a:pt x="83" y="293"/>
                  </a:lnTo>
                  <a:lnTo>
                    <a:pt x="66" y="264"/>
                  </a:lnTo>
                  <a:lnTo>
                    <a:pt x="52" y="232"/>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11006" name="Freeform 70"/>
            <p:cNvSpPr>
              <a:spLocks/>
            </p:cNvSpPr>
            <p:nvPr/>
          </p:nvSpPr>
          <p:spPr bwMode="auto">
            <a:xfrm>
              <a:off x="1335" y="1859"/>
              <a:ext cx="49" cy="84"/>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1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0" y="2"/>
                  </a:lnTo>
                  <a:lnTo>
                    <a:pt x="195" y="8"/>
                  </a:lnTo>
                  <a:lnTo>
                    <a:pt x="171" y="18"/>
                  </a:lnTo>
                  <a:lnTo>
                    <a:pt x="150" y="34"/>
                  </a:lnTo>
                  <a:lnTo>
                    <a:pt x="127" y="51"/>
                  </a:lnTo>
                  <a:lnTo>
                    <a:pt x="107" y="74"/>
                  </a:lnTo>
                  <a:lnTo>
                    <a:pt x="89" y="98"/>
                  </a:lnTo>
                  <a:lnTo>
                    <a:pt x="72" y="125"/>
                  </a:lnTo>
                  <a:lnTo>
                    <a:pt x="55" y="156"/>
                  </a:lnTo>
                  <a:lnTo>
                    <a:pt x="41" y="188"/>
                  </a:lnTo>
                  <a:lnTo>
                    <a:pt x="29" y="222"/>
                  </a:lnTo>
                  <a:lnTo>
                    <a:pt x="18" y="261"/>
                  </a:lnTo>
                  <a:lnTo>
                    <a:pt x="10" y="299"/>
                  </a:lnTo>
                  <a:lnTo>
                    <a:pt x="4" y="339"/>
                  </a:lnTo>
                  <a:lnTo>
                    <a:pt x="1" y="382"/>
                  </a:lnTo>
                  <a:lnTo>
                    <a:pt x="0" y="424"/>
                  </a:lnTo>
                  <a:lnTo>
                    <a:pt x="11" y="424"/>
                  </a:lnTo>
                  <a:lnTo>
                    <a:pt x="13" y="382"/>
                  </a:lnTo>
                  <a:lnTo>
                    <a:pt x="16" y="341"/>
                  </a:lnTo>
                  <a:lnTo>
                    <a:pt x="22" y="301"/>
                  </a:lnTo>
                  <a:lnTo>
                    <a:pt x="30" y="264"/>
                  </a:lnTo>
                  <a:lnTo>
                    <a:pt x="41" y="227"/>
                  </a:lnTo>
                  <a:lnTo>
                    <a:pt x="52" y="193"/>
                  </a:lnTo>
                  <a:lnTo>
                    <a:pt x="66" y="160"/>
                  </a:lnTo>
                  <a:lnTo>
                    <a:pt x="82" y="132"/>
                  </a:lnTo>
                  <a:lnTo>
                    <a:pt x="98" y="105"/>
                  </a:lnTo>
                  <a:lnTo>
                    <a:pt x="117" y="81"/>
                  </a:lnTo>
                  <a:lnTo>
                    <a:pt x="137" y="61"/>
                  </a:lnTo>
                  <a:lnTo>
                    <a:pt x="157" y="43"/>
                  </a:lnTo>
                  <a:lnTo>
                    <a:pt x="178" y="30"/>
                  </a:lnTo>
                  <a:lnTo>
                    <a:pt x="200" y="20"/>
                  </a:lnTo>
                  <a:lnTo>
                    <a:pt x="222" y="14"/>
                  </a:lnTo>
                  <a:lnTo>
                    <a:pt x="246" y="11"/>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11007" name="Freeform 71"/>
            <p:cNvSpPr>
              <a:spLocks/>
            </p:cNvSpPr>
            <p:nvPr/>
          </p:nvSpPr>
          <p:spPr bwMode="auto">
            <a:xfrm>
              <a:off x="1552" y="1751"/>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1" y="339"/>
                  </a:lnTo>
                  <a:lnTo>
                    <a:pt x="235" y="299"/>
                  </a:lnTo>
                  <a:lnTo>
                    <a:pt x="226" y="261"/>
                  </a:lnTo>
                  <a:lnTo>
                    <a:pt x="216" y="223"/>
                  </a:lnTo>
                  <a:lnTo>
                    <a:pt x="204" y="189"/>
                  </a:lnTo>
                  <a:lnTo>
                    <a:pt x="190" y="156"/>
                  </a:lnTo>
                  <a:lnTo>
                    <a:pt x="174" y="125"/>
                  </a:lnTo>
                  <a:lnTo>
                    <a:pt x="156" y="98"/>
                  </a:lnTo>
                  <a:lnTo>
                    <a:pt x="137" y="74"/>
                  </a:lnTo>
                  <a:lnTo>
                    <a:pt x="119" y="52"/>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8" y="81"/>
                  </a:lnTo>
                  <a:lnTo>
                    <a:pt x="147" y="105"/>
                  </a:lnTo>
                  <a:lnTo>
                    <a:pt x="164" y="132"/>
                  </a:lnTo>
                  <a:lnTo>
                    <a:pt x="178" y="161"/>
                  </a:lnTo>
                  <a:lnTo>
                    <a:pt x="193" y="193"/>
                  </a:lnTo>
                  <a:lnTo>
                    <a:pt x="204" y="227"/>
                  </a:lnTo>
                  <a:lnTo>
                    <a:pt x="215" y="264"/>
                  </a:lnTo>
                  <a:lnTo>
                    <a:pt x="223" y="301"/>
                  </a:lnTo>
                  <a:lnTo>
                    <a:pt x="229" y="341"/>
                  </a:lnTo>
                  <a:lnTo>
                    <a:pt x="232" y="382"/>
                  </a:lnTo>
                  <a:lnTo>
                    <a:pt x="234"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11008" name="Freeform 72"/>
            <p:cNvSpPr>
              <a:spLocks/>
            </p:cNvSpPr>
            <p:nvPr/>
          </p:nvSpPr>
          <p:spPr bwMode="auto">
            <a:xfrm>
              <a:off x="1552" y="1836"/>
              <a:ext cx="49" cy="85"/>
            </a:xfrm>
            <a:custGeom>
              <a:avLst/>
              <a:gdLst>
                <a:gd name="T0" fmla="*/ 0 w 245"/>
                <a:gd name="T1" fmla="*/ 3 h 425"/>
                <a:gd name="T2" fmla="*/ 0 w 245"/>
                <a:gd name="T3" fmla="*/ 3 h 425"/>
                <a:gd name="T4" fmla="*/ 0 w 245"/>
                <a:gd name="T5" fmla="*/ 3 h 425"/>
                <a:gd name="T6" fmla="*/ 0 w 245"/>
                <a:gd name="T7" fmla="*/ 3 h 425"/>
                <a:gd name="T8" fmla="*/ 1 w 245"/>
                <a:gd name="T9" fmla="*/ 3 h 425"/>
                <a:gd name="T10" fmla="*/ 1 w 245"/>
                <a:gd name="T11" fmla="*/ 3 h 425"/>
                <a:gd name="T12" fmla="*/ 1 w 245"/>
                <a:gd name="T13" fmla="*/ 3 h 425"/>
                <a:gd name="T14" fmla="*/ 1 w 245"/>
                <a:gd name="T15" fmla="*/ 3 h 425"/>
                <a:gd name="T16" fmla="*/ 1 w 245"/>
                <a:gd name="T17" fmla="*/ 3 h 425"/>
                <a:gd name="T18" fmla="*/ 1 w 245"/>
                <a:gd name="T19" fmla="*/ 2 h 425"/>
                <a:gd name="T20" fmla="*/ 2 w 245"/>
                <a:gd name="T21" fmla="*/ 2 h 425"/>
                <a:gd name="T22" fmla="*/ 2 w 245"/>
                <a:gd name="T23" fmla="*/ 2 h 425"/>
                <a:gd name="T24" fmla="*/ 2 w 245"/>
                <a:gd name="T25" fmla="*/ 2 h 425"/>
                <a:gd name="T26" fmla="*/ 2 w 245"/>
                <a:gd name="T27" fmla="*/ 1 h 425"/>
                <a:gd name="T28" fmla="*/ 2 w 245"/>
                <a:gd name="T29" fmla="*/ 1 h 425"/>
                <a:gd name="T30" fmla="*/ 2 w 245"/>
                <a:gd name="T31" fmla="*/ 1 h 425"/>
                <a:gd name="T32" fmla="*/ 2 w 245"/>
                <a:gd name="T33" fmla="*/ 0 h 425"/>
                <a:gd name="T34" fmla="*/ 2 w 245"/>
                <a:gd name="T35" fmla="*/ 0 h 425"/>
                <a:gd name="T36" fmla="*/ 2 w 245"/>
                <a:gd name="T37" fmla="*/ 0 h 425"/>
                <a:gd name="T38" fmla="*/ 2 w 245"/>
                <a:gd name="T39" fmla="*/ 0 h 425"/>
                <a:gd name="T40" fmla="*/ 2 w 245"/>
                <a:gd name="T41" fmla="*/ 1 h 425"/>
                <a:gd name="T42" fmla="*/ 2 w 245"/>
                <a:gd name="T43" fmla="*/ 1 h 425"/>
                <a:gd name="T44" fmla="*/ 2 w 245"/>
                <a:gd name="T45" fmla="*/ 1 h 425"/>
                <a:gd name="T46" fmla="*/ 2 w 245"/>
                <a:gd name="T47" fmla="*/ 2 h 425"/>
                <a:gd name="T48" fmla="*/ 2 w 245"/>
                <a:gd name="T49" fmla="*/ 2 h 425"/>
                <a:gd name="T50" fmla="*/ 1 w 245"/>
                <a:gd name="T51" fmla="*/ 2 h 425"/>
                <a:gd name="T52" fmla="*/ 1 w 245"/>
                <a:gd name="T53" fmla="*/ 2 h 425"/>
                <a:gd name="T54" fmla="*/ 1 w 245"/>
                <a:gd name="T55" fmla="*/ 3 h 425"/>
                <a:gd name="T56" fmla="*/ 1 w 245"/>
                <a:gd name="T57" fmla="*/ 3 h 425"/>
                <a:gd name="T58" fmla="*/ 1 w 245"/>
                <a:gd name="T59" fmla="*/ 3 h 425"/>
                <a:gd name="T60" fmla="*/ 1 w 245"/>
                <a:gd name="T61" fmla="*/ 3 h 425"/>
                <a:gd name="T62" fmla="*/ 1 w 245"/>
                <a:gd name="T63" fmla="*/ 3 h 425"/>
                <a:gd name="T64" fmla="*/ 0 w 245"/>
                <a:gd name="T65" fmla="*/ 3 h 425"/>
                <a:gd name="T66" fmla="*/ 0 w 245"/>
                <a:gd name="T67" fmla="*/ 3 h 425"/>
                <a:gd name="T68" fmla="*/ 0 w 245"/>
                <a:gd name="T69" fmla="*/ 3 h 425"/>
                <a:gd name="T70" fmla="*/ 0 w 245"/>
                <a:gd name="T71" fmla="*/ 3 h 425"/>
                <a:gd name="T72" fmla="*/ 0 w 245"/>
                <a:gd name="T73" fmla="*/ 3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5"/>
                <a:gd name="T113" fmla="*/ 245 w 245"/>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5">
                  <a:moveTo>
                    <a:pt x="0" y="425"/>
                  </a:moveTo>
                  <a:lnTo>
                    <a:pt x="0" y="425"/>
                  </a:lnTo>
                  <a:lnTo>
                    <a:pt x="26" y="422"/>
                  </a:lnTo>
                  <a:lnTo>
                    <a:pt x="51" y="417"/>
                  </a:lnTo>
                  <a:lnTo>
                    <a:pt x="74" y="406"/>
                  </a:lnTo>
                  <a:lnTo>
                    <a:pt x="96" y="391"/>
                  </a:lnTo>
                  <a:lnTo>
                    <a:pt x="119" y="373"/>
                  </a:lnTo>
                  <a:lnTo>
                    <a:pt x="137" y="351"/>
                  </a:lnTo>
                  <a:lnTo>
                    <a:pt x="156" y="326"/>
                  </a:lnTo>
                  <a:lnTo>
                    <a:pt x="174" y="299"/>
                  </a:lnTo>
                  <a:lnTo>
                    <a:pt x="190" y="269"/>
                  </a:lnTo>
                  <a:lnTo>
                    <a:pt x="204" y="236"/>
                  </a:lnTo>
                  <a:lnTo>
                    <a:pt x="216" y="202"/>
                  </a:lnTo>
                  <a:lnTo>
                    <a:pt x="226" y="163"/>
                  </a:lnTo>
                  <a:lnTo>
                    <a:pt x="235" y="126"/>
                  </a:lnTo>
                  <a:lnTo>
                    <a:pt x="241" y="86"/>
                  </a:lnTo>
                  <a:lnTo>
                    <a:pt x="244" y="43"/>
                  </a:lnTo>
                  <a:lnTo>
                    <a:pt x="245" y="0"/>
                  </a:lnTo>
                  <a:lnTo>
                    <a:pt x="234" y="0"/>
                  </a:lnTo>
                  <a:lnTo>
                    <a:pt x="232" y="43"/>
                  </a:lnTo>
                  <a:lnTo>
                    <a:pt x="229" y="84"/>
                  </a:lnTo>
                  <a:lnTo>
                    <a:pt x="223" y="123"/>
                  </a:lnTo>
                  <a:lnTo>
                    <a:pt x="215" y="161"/>
                  </a:lnTo>
                  <a:lnTo>
                    <a:pt x="204" y="197"/>
                  </a:lnTo>
                  <a:lnTo>
                    <a:pt x="193" y="231"/>
                  </a:lnTo>
                  <a:lnTo>
                    <a:pt x="178" y="264"/>
                  </a:lnTo>
                  <a:lnTo>
                    <a:pt x="164" y="292"/>
                  </a:lnTo>
                  <a:lnTo>
                    <a:pt x="147" y="319"/>
                  </a:lnTo>
                  <a:lnTo>
                    <a:pt x="128" y="344"/>
                  </a:lnTo>
                  <a:lnTo>
                    <a:pt x="109" y="364"/>
                  </a:lnTo>
                  <a:lnTo>
                    <a:pt x="89" y="381"/>
                  </a:lnTo>
                  <a:lnTo>
                    <a:pt x="67" y="394"/>
                  </a:lnTo>
                  <a:lnTo>
                    <a:pt x="46" y="405"/>
                  </a:lnTo>
                  <a:lnTo>
                    <a:pt x="24" y="411"/>
                  </a:lnTo>
                  <a:lnTo>
                    <a:pt x="0" y="413"/>
                  </a:lnTo>
                  <a:lnTo>
                    <a:pt x="0" y="425"/>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11009" name="Freeform 73"/>
            <p:cNvSpPr>
              <a:spLocks/>
            </p:cNvSpPr>
            <p:nvPr/>
          </p:nvSpPr>
          <p:spPr bwMode="auto">
            <a:xfrm>
              <a:off x="1502" y="1836"/>
              <a:ext cx="50" cy="85"/>
            </a:xfrm>
            <a:custGeom>
              <a:avLst/>
              <a:gdLst>
                <a:gd name="T0" fmla="*/ 0 w 246"/>
                <a:gd name="T1" fmla="*/ 0 h 425"/>
                <a:gd name="T2" fmla="*/ 0 w 246"/>
                <a:gd name="T3" fmla="*/ 0 h 425"/>
                <a:gd name="T4" fmla="*/ 0 w 246"/>
                <a:gd name="T5" fmla="*/ 0 h 425"/>
                <a:gd name="T6" fmla="*/ 0 w 246"/>
                <a:gd name="T7" fmla="*/ 1 h 425"/>
                <a:gd name="T8" fmla="*/ 0 w 246"/>
                <a:gd name="T9" fmla="*/ 1 h 425"/>
                <a:gd name="T10" fmla="*/ 0 w 246"/>
                <a:gd name="T11" fmla="*/ 1 h 425"/>
                <a:gd name="T12" fmla="*/ 0 w 246"/>
                <a:gd name="T13" fmla="*/ 2 h 425"/>
                <a:gd name="T14" fmla="*/ 0 w 246"/>
                <a:gd name="T15" fmla="*/ 2 h 425"/>
                <a:gd name="T16" fmla="*/ 0 w 246"/>
                <a:gd name="T17" fmla="*/ 2 h 425"/>
                <a:gd name="T18" fmla="*/ 1 w 246"/>
                <a:gd name="T19" fmla="*/ 2 h 425"/>
                <a:gd name="T20" fmla="*/ 1 w 246"/>
                <a:gd name="T21" fmla="*/ 3 h 425"/>
                <a:gd name="T22" fmla="*/ 1 w 246"/>
                <a:gd name="T23" fmla="*/ 3 h 425"/>
                <a:gd name="T24" fmla="*/ 1 w 246"/>
                <a:gd name="T25" fmla="*/ 3 h 425"/>
                <a:gd name="T26" fmla="*/ 1 w 246"/>
                <a:gd name="T27" fmla="*/ 3 h 425"/>
                <a:gd name="T28" fmla="*/ 1 w 246"/>
                <a:gd name="T29" fmla="*/ 3 h 425"/>
                <a:gd name="T30" fmla="*/ 2 w 246"/>
                <a:gd name="T31" fmla="*/ 3 h 425"/>
                <a:gd name="T32" fmla="*/ 2 w 246"/>
                <a:gd name="T33" fmla="*/ 3 h 425"/>
                <a:gd name="T34" fmla="*/ 2 w 246"/>
                <a:gd name="T35" fmla="*/ 3 h 425"/>
                <a:gd name="T36" fmla="*/ 2 w 246"/>
                <a:gd name="T37" fmla="*/ 3 h 425"/>
                <a:gd name="T38" fmla="*/ 2 w 246"/>
                <a:gd name="T39" fmla="*/ 3 h 425"/>
                <a:gd name="T40" fmla="*/ 2 w 246"/>
                <a:gd name="T41" fmla="*/ 3 h 425"/>
                <a:gd name="T42" fmla="*/ 1 w 246"/>
                <a:gd name="T43" fmla="*/ 3 h 425"/>
                <a:gd name="T44" fmla="*/ 1 w 246"/>
                <a:gd name="T45" fmla="*/ 3 h 425"/>
                <a:gd name="T46" fmla="*/ 1 w 246"/>
                <a:gd name="T47" fmla="*/ 3 h 425"/>
                <a:gd name="T48" fmla="*/ 1 w 246"/>
                <a:gd name="T49" fmla="*/ 3 h 425"/>
                <a:gd name="T50" fmla="*/ 1 w 246"/>
                <a:gd name="T51" fmla="*/ 3 h 425"/>
                <a:gd name="T52" fmla="*/ 1 w 246"/>
                <a:gd name="T53" fmla="*/ 2 h 425"/>
                <a:gd name="T54" fmla="*/ 1 w 246"/>
                <a:gd name="T55" fmla="*/ 2 h 425"/>
                <a:gd name="T56" fmla="*/ 0 w 246"/>
                <a:gd name="T57" fmla="*/ 2 h 425"/>
                <a:gd name="T58" fmla="*/ 0 w 246"/>
                <a:gd name="T59" fmla="*/ 2 h 425"/>
                <a:gd name="T60" fmla="*/ 0 w 246"/>
                <a:gd name="T61" fmla="*/ 1 h 425"/>
                <a:gd name="T62" fmla="*/ 0 w 246"/>
                <a:gd name="T63" fmla="*/ 1 h 425"/>
                <a:gd name="T64" fmla="*/ 0 w 246"/>
                <a:gd name="T65" fmla="*/ 1 h 425"/>
                <a:gd name="T66" fmla="*/ 0 w 246"/>
                <a:gd name="T67" fmla="*/ 0 h 425"/>
                <a:gd name="T68" fmla="*/ 0 w 246"/>
                <a:gd name="T69" fmla="*/ 0 h 425"/>
                <a:gd name="T70" fmla="*/ 0 w 246"/>
                <a:gd name="T71" fmla="*/ 0 h 425"/>
                <a:gd name="T72" fmla="*/ 0 w 246"/>
                <a:gd name="T73" fmla="*/ 0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5"/>
                <a:gd name="T113" fmla="*/ 246 w 246"/>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5">
                  <a:moveTo>
                    <a:pt x="0" y="0"/>
                  </a:moveTo>
                  <a:lnTo>
                    <a:pt x="0" y="0"/>
                  </a:lnTo>
                  <a:lnTo>
                    <a:pt x="2" y="43"/>
                  </a:lnTo>
                  <a:lnTo>
                    <a:pt x="5" y="86"/>
                  </a:lnTo>
                  <a:lnTo>
                    <a:pt x="11" y="126"/>
                  </a:lnTo>
                  <a:lnTo>
                    <a:pt x="19" y="163"/>
                  </a:lnTo>
                  <a:lnTo>
                    <a:pt x="30" y="202"/>
                  </a:lnTo>
                  <a:lnTo>
                    <a:pt x="41" y="236"/>
                  </a:lnTo>
                  <a:lnTo>
                    <a:pt x="55" y="269"/>
                  </a:lnTo>
                  <a:lnTo>
                    <a:pt x="73" y="299"/>
                  </a:lnTo>
                  <a:lnTo>
                    <a:pt x="89" y="326"/>
                  </a:lnTo>
                  <a:lnTo>
                    <a:pt x="108" y="351"/>
                  </a:lnTo>
                  <a:lnTo>
                    <a:pt x="128" y="373"/>
                  </a:lnTo>
                  <a:lnTo>
                    <a:pt x="150" y="391"/>
                  </a:lnTo>
                  <a:lnTo>
                    <a:pt x="171" y="406"/>
                  </a:lnTo>
                  <a:lnTo>
                    <a:pt x="196" y="417"/>
                  </a:lnTo>
                  <a:lnTo>
                    <a:pt x="221" y="422"/>
                  </a:lnTo>
                  <a:lnTo>
                    <a:pt x="246" y="425"/>
                  </a:lnTo>
                  <a:lnTo>
                    <a:pt x="246" y="413"/>
                  </a:lnTo>
                  <a:lnTo>
                    <a:pt x="223" y="411"/>
                  </a:lnTo>
                  <a:lnTo>
                    <a:pt x="201" y="405"/>
                  </a:lnTo>
                  <a:lnTo>
                    <a:pt x="178" y="394"/>
                  </a:lnTo>
                  <a:lnTo>
                    <a:pt x="157" y="381"/>
                  </a:lnTo>
                  <a:lnTo>
                    <a:pt x="137" y="364"/>
                  </a:lnTo>
                  <a:lnTo>
                    <a:pt x="117" y="344"/>
                  </a:lnTo>
                  <a:lnTo>
                    <a:pt x="99" y="319"/>
                  </a:lnTo>
                  <a:lnTo>
                    <a:pt x="82" y="292"/>
                  </a:lnTo>
                  <a:lnTo>
                    <a:pt x="67" y="264"/>
                  </a:lnTo>
                  <a:lnTo>
                    <a:pt x="53" y="231"/>
                  </a:lnTo>
                  <a:lnTo>
                    <a:pt x="41" y="197"/>
                  </a:lnTo>
                  <a:lnTo>
                    <a:pt x="31" y="161"/>
                  </a:lnTo>
                  <a:lnTo>
                    <a:pt x="23" y="123"/>
                  </a:lnTo>
                  <a:lnTo>
                    <a:pt x="17" y="84"/>
                  </a:lnTo>
                  <a:lnTo>
                    <a:pt x="13" y="4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11010" name="Freeform 74"/>
            <p:cNvSpPr>
              <a:spLocks/>
            </p:cNvSpPr>
            <p:nvPr/>
          </p:nvSpPr>
          <p:spPr bwMode="auto">
            <a:xfrm>
              <a:off x="1502" y="1751"/>
              <a:ext cx="50" cy="85"/>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2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1" y="2"/>
                  </a:lnTo>
                  <a:lnTo>
                    <a:pt x="196" y="8"/>
                  </a:lnTo>
                  <a:lnTo>
                    <a:pt x="171" y="19"/>
                  </a:lnTo>
                  <a:lnTo>
                    <a:pt x="150" y="34"/>
                  </a:lnTo>
                  <a:lnTo>
                    <a:pt x="128" y="52"/>
                  </a:lnTo>
                  <a:lnTo>
                    <a:pt x="108" y="74"/>
                  </a:lnTo>
                  <a:lnTo>
                    <a:pt x="89" y="98"/>
                  </a:lnTo>
                  <a:lnTo>
                    <a:pt x="73" y="125"/>
                  </a:lnTo>
                  <a:lnTo>
                    <a:pt x="55" y="156"/>
                  </a:lnTo>
                  <a:lnTo>
                    <a:pt x="41" y="189"/>
                  </a:lnTo>
                  <a:lnTo>
                    <a:pt x="30" y="223"/>
                  </a:lnTo>
                  <a:lnTo>
                    <a:pt x="19" y="261"/>
                  </a:lnTo>
                  <a:lnTo>
                    <a:pt x="11" y="299"/>
                  </a:lnTo>
                  <a:lnTo>
                    <a:pt x="5" y="339"/>
                  </a:lnTo>
                  <a:lnTo>
                    <a:pt x="2" y="382"/>
                  </a:lnTo>
                  <a:lnTo>
                    <a:pt x="0" y="424"/>
                  </a:lnTo>
                  <a:lnTo>
                    <a:pt x="12" y="424"/>
                  </a:lnTo>
                  <a:lnTo>
                    <a:pt x="13" y="382"/>
                  </a:lnTo>
                  <a:lnTo>
                    <a:pt x="17" y="341"/>
                  </a:lnTo>
                  <a:lnTo>
                    <a:pt x="23" y="301"/>
                  </a:lnTo>
                  <a:lnTo>
                    <a:pt x="31" y="264"/>
                  </a:lnTo>
                  <a:lnTo>
                    <a:pt x="41" y="227"/>
                  </a:lnTo>
                  <a:lnTo>
                    <a:pt x="53" y="193"/>
                  </a:lnTo>
                  <a:lnTo>
                    <a:pt x="67" y="161"/>
                  </a:lnTo>
                  <a:lnTo>
                    <a:pt x="82" y="132"/>
                  </a:lnTo>
                  <a:lnTo>
                    <a:pt x="99" y="105"/>
                  </a:lnTo>
                  <a:lnTo>
                    <a:pt x="117" y="81"/>
                  </a:lnTo>
                  <a:lnTo>
                    <a:pt x="137" y="61"/>
                  </a:lnTo>
                  <a:lnTo>
                    <a:pt x="157" y="43"/>
                  </a:lnTo>
                  <a:lnTo>
                    <a:pt x="178" y="30"/>
                  </a:lnTo>
                  <a:lnTo>
                    <a:pt x="201" y="20"/>
                  </a:lnTo>
                  <a:lnTo>
                    <a:pt x="223" y="14"/>
                  </a:lnTo>
                  <a:lnTo>
                    <a:pt x="246" y="12"/>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11011" name="Freeform 75"/>
            <p:cNvSpPr>
              <a:spLocks/>
            </p:cNvSpPr>
            <p:nvPr/>
          </p:nvSpPr>
          <p:spPr bwMode="auto">
            <a:xfrm>
              <a:off x="1565" y="2016"/>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0" y="339"/>
                  </a:lnTo>
                  <a:lnTo>
                    <a:pt x="234" y="299"/>
                  </a:lnTo>
                  <a:lnTo>
                    <a:pt x="226" y="261"/>
                  </a:lnTo>
                  <a:lnTo>
                    <a:pt x="216" y="223"/>
                  </a:lnTo>
                  <a:lnTo>
                    <a:pt x="204" y="189"/>
                  </a:lnTo>
                  <a:lnTo>
                    <a:pt x="190" y="156"/>
                  </a:lnTo>
                  <a:lnTo>
                    <a:pt x="174" y="125"/>
                  </a:lnTo>
                  <a:lnTo>
                    <a:pt x="156" y="98"/>
                  </a:lnTo>
                  <a:lnTo>
                    <a:pt x="138" y="74"/>
                  </a:lnTo>
                  <a:lnTo>
                    <a:pt x="118" y="51"/>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9" y="81"/>
                  </a:lnTo>
                  <a:lnTo>
                    <a:pt x="147" y="105"/>
                  </a:lnTo>
                  <a:lnTo>
                    <a:pt x="164" y="132"/>
                  </a:lnTo>
                  <a:lnTo>
                    <a:pt x="178" y="160"/>
                  </a:lnTo>
                  <a:lnTo>
                    <a:pt x="192" y="193"/>
                  </a:lnTo>
                  <a:lnTo>
                    <a:pt x="204" y="227"/>
                  </a:lnTo>
                  <a:lnTo>
                    <a:pt x="215" y="264"/>
                  </a:lnTo>
                  <a:lnTo>
                    <a:pt x="223" y="301"/>
                  </a:lnTo>
                  <a:lnTo>
                    <a:pt x="229"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11012" name="Freeform 76"/>
            <p:cNvSpPr>
              <a:spLocks/>
            </p:cNvSpPr>
            <p:nvPr/>
          </p:nvSpPr>
          <p:spPr bwMode="auto">
            <a:xfrm>
              <a:off x="1565" y="2101"/>
              <a:ext cx="49" cy="85"/>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6" y="423"/>
                  </a:lnTo>
                  <a:lnTo>
                    <a:pt x="51" y="418"/>
                  </a:lnTo>
                  <a:lnTo>
                    <a:pt x="74" y="407"/>
                  </a:lnTo>
                  <a:lnTo>
                    <a:pt x="96" y="392"/>
                  </a:lnTo>
                  <a:lnTo>
                    <a:pt x="118" y="373"/>
                  </a:lnTo>
                  <a:lnTo>
                    <a:pt x="138" y="351"/>
                  </a:lnTo>
                  <a:lnTo>
                    <a:pt x="156" y="327"/>
                  </a:lnTo>
                  <a:lnTo>
                    <a:pt x="175" y="299"/>
                  </a:lnTo>
                  <a:lnTo>
                    <a:pt x="190" y="269"/>
                  </a:lnTo>
                  <a:lnTo>
                    <a:pt x="204" y="236"/>
                  </a:lnTo>
                  <a:lnTo>
                    <a:pt x="216" y="202"/>
                  </a:lnTo>
                  <a:lnTo>
                    <a:pt x="226" y="164"/>
                  </a:lnTo>
                  <a:lnTo>
                    <a:pt x="234" y="126"/>
                  </a:lnTo>
                  <a:lnTo>
                    <a:pt x="240" y="86"/>
                  </a:lnTo>
                  <a:lnTo>
                    <a:pt x="244" y="42"/>
                  </a:lnTo>
                  <a:lnTo>
                    <a:pt x="245" y="0"/>
                  </a:lnTo>
                  <a:lnTo>
                    <a:pt x="233" y="0"/>
                  </a:lnTo>
                  <a:lnTo>
                    <a:pt x="232" y="42"/>
                  </a:lnTo>
                  <a:lnTo>
                    <a:pt x="229" y="83"/>
                  </a:lnTo>
                  <a:lnTo>
                    <a:pt x="223" y="123"/>
                  </a:lnTo>
                  <a:lnTo>
                    <a:pt x="215" y="162"/>
                  </a:lnTo>
                  <a:lnTo>
                    <a:pt x="204" y="197"/>
                  </a:lnTo>
                  <a:lnTo>
                    <a:pt x="192" y="231"/>
                  </a:lnTo>
                  <a:lnTo>
                    <a:pt x="178" y="264"/>
                  </a:lnTo>
                  <a:lnTo>
                    <a:pt x="163" y="292"/>
                  </a:lnTo>
                  <a:lnTo>
                    <a:pt x="147" y="320"/>
                  </a:lnTo>
                  <a:lnTo>
                    <a:pt x="129" y="344"/>
                  </a:lnTo>
                  <a:lnTo>
                    <a:pt x="109" y="364"/>
                  </a:lnTo>
                  <a:lnTo>
                    <a:pt x="89" y="382"/>
                  </a:lnTo>
                  <a:lnTo>
                    <a:pt x="67" y="395"/>
                  </a:lnTo>
                  <a:lnTo>
                    <a:pt x="46" y="406"/>
                  </a:lnTo>
                  <a:lnTo>
                    <a:pt x="24"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11013" name="Freeform 77"/>
            <p:cNvSpPr>
              <a:spLocks/>
            </p:cNvSpPr>
            <p:nvPr/>
          </p:nvSpPr>
          <p:spPr bwMode="auto">
            <a:xfrm>
              <a:off x="1516" y="2101"/>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5" y="86"/>
                  </a:lnTo>
                  <a:lnTo>
                    <a:pt x="11" y="126"/>
                  </a:lnTo>
                  <a:lnTo>
                    <a:pt x="19" y="164"/>
                  </a:lnTo>
                  <a:lnTo>
                    <a:pt x="30" y="202"/>
                  </a:lnTo>
                  <a:lnTo>
                    <a:pt x="41" y="236"/>
                  </a:lnTo>
                  <a:lnTo>
                    <a:pt x="55" y="269"/>
                  </a:lnTo>
                  <a:lnTo>
                    <a:pt x="71" y="299"/>
                  </a:lnTo>
                  <a:lnTo>
                    <a:pt x="89" y="327"/>
                  </a:lnTo>
                  <a:lnTo>
                    <a:pt x="107" y="351"/>
                  </a:lnTo>
                  <a:lnTo>
                    <a:pt x="127" y="373"/>
                  </a:lnTo>
                  <a:lnTo>
                    <a:pt x="149" y="392"/>
                  </a:lnTo>
                  <a:lnTo>
                    <a:pt x="171" y="407"/>
                  </a:lnTo>
                  <a:lnTo>
                    <a:pt x="195" y="418"/>
                  </a:lnTo>
                  <a:lnTo>
                    <a:pt x="219" y="423"/>
                  </a:lnTo>
                  <a:lnTo>
                    <a:pt x="245" y="426"/>
                  </a:lnTo>
                  <a:lnTo>
                    <a:pt x="245" y="414"/>
                  </a:lnTo>
                  <a:lnTo>
                    <a:pt x="222" y="412"/>
                  </a:lnTo>
                  <a:lnTo>
                    <a:pt x="199" y="406"/>
                  </a:lnTo>
                  <a:lnTo>
                    <a:pt x="178" y="395"/>
                  </a:lnTo>
                  <a:lnTo>
                    <a:pt x="156" y="382"/>
                  </a:lnTo>
                  <a:lnTo>
                    <a:pt x="136" y="364"/>
                  </a:lnTo>
                  <a:lnTo>
                    <a:pt x="116" y="344"/>
                  </a:lnTo>
                  <a:lnTo>
                    <a:pt x="99" y="320"/>
                  </a:lnTo>
                  <a:lnTo>
                    <a:pt x="82" y="292"/>
                  </a:lnTo>
                  <a:lnTo>
                    <a:pt x="67" y="264"/>
                  </a:lnTo>
                  <a:lnTo>
                    <a:pt x="53" y="231"/>
                  </a:lnTo>
                  <a:lnTo>
                    <a:pt x="41" y="197"/>
                  </a:lnTo>
                  <a:lnTo>
                    <a:pt x="31" y="162"/>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11014" name="Freeform 78"/>
            <p:cNvSpPr>
              <a:spLocks/>
            </p:cNvSpPr>
            <p:nvPr/>
          </p:nvSpPr>
          <p:spPr bwMode="auto">
            <a:xfrm>
              <a:off x="1516" y="2016"/>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5" y="8"/>
                  </a:lnTo>
                  <a:lnTo>
                    <a:pt x="171" y="19"/>
                  </a:lnTo>
                  <a:lnTo>
                    <a:pt x="149" y="34"/>
                  </a:lnTo>
                  <a:lnTo>
                    <a:pt x="127" y="51"/>
                  </a:lnTo>
                  <a:lnTo>
                    <a:pt x="107" y="74"/>
                  </a:lnTo>
                  <a:lnTo>
                    <a:pt x="89" y="98"/>
                  </a:lnTo>
                  <a:lnTo>
                    <a:pt x="72" y="125"/>
                  </a:lnTo>
                  <a:lnTo>
                    <a:pt x="55" y="156"/>
                  </a:lnTo>
                  <a:lnTo>
                    <a:pt x="41" y="189"/>
                  </a:lnTo>
                  <a:lnTo>
                    <a:pt x="30" y="223"/>
                  </a:lnTo>
                  <a:lnTo>
                    <a:pt x="19" y="261"/>
                  </a:lnTo>
                  <a:lnTo>
                    <a:pt x="11" y="299"/>
                  </a:lnTo>
                  <a:lnTo>
                    <a:pt x="5" y="339"/>
                  </a:lnTo>
                  <a:lnTo>
                    <a:pt x="1" y="382"/>
                  </a:lnTo>
                  <a:lnTo>
                    <a:pt x="0" y="424"/>
                  </a:lnTo>
                  <a:lnTo>
                    <a:pt x="12" y="424"/>
                  </a:lnTo>
                  <a:lnTo>
                    <a:pt x="13" y="382"/>
                  </a:lnTo>
                  <a:lnTo>
                    <a:pt x="17" y="341"/>
                  </a:lnTo>
                  <a:lnTo>
                    <a:pt x="23" y="301"/>
                  </a:lnTo>
                  <a:lnTo>
                    <a:pt x="31" y="264"/>
                  </a:lnTo>
                  <a:lnTo>
                    <a:pt x="41" y="227"/>
                  </a:lnTo>
                  <a:lnTo>
                    <a:pt x="53" y="193"/>
                  </a:lnTo>
                  <a:lnTo>
                    <a:pt x="67" y="160"/>
                  </a:lnTo>
                  <a:lnTo>
                    <a:pt x="81" y="132"/>
                  </a:lnTo>
                  <a:lnTo>
                    <a:pt x="99" y="105"/>
                  </a:lnTo>
                  <a:lnTo>
                    <a:pt x="116" y="81"/>
                  </a:lnTo>
                  <a:lnTo>
                    <a:pt x="136" y="61"/>
                  </a:lnTo>
                  <a:lnTo>
                    <a:pt x="156" y="43"/>
                  </a:lnTo>
                  <a:lnTo>
                    <a:pt x="178" y="30"/>
                  </a:lnTo>
                  <a:lnTo>
                    <a:pt x="199" y="20"/>
                  </a:lnTo>
                  <a:lnTo>
                    <a:pt x="222"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grpSp>
        <p:nvGrpSpPr>
          <p:cNvPr id="210954" name="Group 79"/>
          <p:cNvGrpSpPr>
            <a:grpSpLocks/>
          </p:cNvGrpSpPr>
          <p:nvPr/>
        </p:nvGrpSpPr>
        <p:grpSpPr bwMode="auto">
          <a:xfrm rot="-223274">
            <a:off x="1525588" y="2820988"/>
            <a:ext cx="744537" cy="733425"/>
            <a:chOff x="2757" y="1666"/>
            <a:chExt cx="812" cy="800"/>
          </a:xfrm>
        </p:grpSpPr>
        <p:sp>
          <p:nvSpPr>
            <p:cNvPr id="210958" name="Freeform 80"/>
            <p:cNvSpPr>
              <a:spLocks/>
            </p:cNvSpPr>
            <p:nvPr/>
          </p:nvSpPr>
          <p:spPr bwMode="auto">
            <a:xfrm>
              <a:off x="2762" y="1667"/>
              <a:ext cx="807" cy="584"/>
            </a:xfrm>
            <a:custGeom>
              <a:avLst/>
              <a:gdLst>
                <a:gd name="T0" fmla="*/ 497 w 807"/>
                <a:gd name="T1" fmla="*/ 583 h 584"/>
                <a:gd name="T2" fmla="*/ 0 w 807"/>
                <a:gd name="T3" fmla="*/ 452 h 584"/>
                <a:gd name="T4" fmla="*/ 337 w 807"/>
                <a:gd name="T5" fmla="*/ 0 h 584"/>
                <a:gd name="T6" fmla="*/ 806 w 807"/>
                <a:gd name="T7" fmla="*/ 98 h 584"/>
                <a:gd name="T8" fmla="*/ 497 w 807"/>
                <a:gd name="T9" fmla="*/ 583 h 584"/>
                <a:gd name="T10" fmla="*/ 0 60000 65536"/>
                <a:gd name="T11" fmla="*/ 0 60000 65536"/>
                <a:gd name="T12" fmla="*/ 0 60000 65536"/>
                <a:gd name="T13" fmla="*/ 0 60000 65536"/>
                <a:gd name="T14" fmla="*/ 0 60000 65536"/>
                <a:gd name="T15" fmla="*/ 0 w 807"/>
                <a:gd name="T16" fmla="*/ 0 h 584"/>
                <a:gd name="T17" fmla="*/ 807 w 807"/>
                <a:gd name="T18" fmla="*/ 584 h 584"/>
              </a:gdLst>
              <a:ahLst/>
              <a:cxnLst>
                <a:cxn ang="T10">
                  <a:pos x="T0" y="T1"/>
                </a:cxn>
                <a:cxn ang="T11">
                  <a:pos x="T2" y="T3"/>
                </a:cxn>
                <a:cxn ang="T12">
                  <a:pos x="T4" y="T5"/>
                </a:cxn>
                <a:cxn ang="T13">
                  <a:pos x="T6" y="T7"/>
                </a:cxn>
                <a:cxn ang="T14">
                  <a:pos x="T8" y="T9"/>
                </a:cxn>
              </a:cxnLst>
              <a:rect l="T15" t="T16" r="T17" b="T18"/>
              <a:pathLst>
                <a:path w="807" h="584">
                  <a:moveTo>
                    <a:pt x="497" y="583"/>
                  </a:moveTo>
                  <a:lnTo>
                    <a:pt x="0" y="452"/>
                  </a:lnTo>
                  <a:lnTo>
                    <a:pt x="337" y="0"/>
                  </a:lnTo>
                  <a:lnTo>
                    <a:pt x="806" y="98"/>
                  </a:lnTo>
                  <a:lnTo>
                    <a:pt x="497" y="583"/>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210959" name="Freeform 81"/>
            <p:cNvSpPr>
              <a:spLocks/>
            </p:cNvSpPr>
            <p:nvPr/>
          </p:nvSpPr>
          <p:spPr bwMode="auto">
            <a:xfrm>
              <a:off x="2882" y="1861"/>
              <a:ext cx="578" cy="384"/>
            </a:xfrm>
            <a:custGeom>
              <a:avLst/>
              <a:gdLst>
                <a:gd name="T0" fmla="*/ 377 w 578"/>
                <a:gd name="T1" fmla="*/ 383 h 384"/>
                <a:gd name="T2" fmla="*/ 0 w 578"/>
                <a:gd name="T3" fmla="*/ 291 h 384"/>
                <a:gd name="T4" fmla="*/ 217 w 578"/>
                <a:gd name="T5" fmla="*/ 0 h 384"/>
                <a:gd name="T6" fmla="*/ 577 w 578"/>
                <a:gd name="T7" fmla="*/ 74 h 384"/>
                <a:gd name="T8" fmla="*/ 377 w 578"/>
                <a:gd name="T9" fmla="*/ 383 h 384"/>
                <a:gd name="T10" fmla="*/ 0 60000 65536"/>
                <a:gd name="T11" fmla="*/ 0 60000 65536"/>
                <a:gd name="T12" fmla="*/ 0 60000 65536"/>
                <a:gd name="T13" fmla="*/ 0 60000 65536"/>
                <a:gd name="T14" fmla="*/ 0 60000 65536"/>
                <a:gd name="T15" fmla="*/ 0 w 578"/>
                <a:gd name="T16" fmla="*/ 0 h 384"/>
                <a:gd name="T17" fmla="*/ 578 w 578"/>
                <a:gd name="T18" fmla="*/ 384 h 384"/>
              </a:gdLst>
              <a:ahLst/>
              <a:cxnLst>
                <a:cxn ang="T10">
                  <a:pos x="T0" y="T1"/>
                </a:cxn>
                <a:cxn ang="T11">
                  <a:pos x="T2" y="T3"/>
                </a:cxn>
                <a:cxn ang="T12">
                  <a:pos x="T4" y="T5"/>
                </a:cxn>
                <a:cxn ang="T13">
                  <a:pos x="T6" y="T7"/>
                </a:cxn>
                <a:cxn ang="T14">
                  <a:pos x="T8" y="T9"/>
                </a:cxn>
              </a:cxnLst>
              <a:rect l="T15" t="T16" r="T17" b="T18"/>
              <a:pathLst>
                <a:path w="578" h="384">
                  <a:moveTo>
                    <a:pt x="377" y="383"/>
                  </a:moveTo>
                  <a:lnTo>
                    <a:pt x="0" y="291"/>
                  </a:lnTo>
                  <a:lnTo>
                    <a:pt x="217" y="0"/>
                  </a:lnTo>
                  <a:lnTo>
                    <a:pt x="577" y="74"/>
                  </a:lnTo>
                  <a:lnTo>
                    <a:pt x="377" y="383"/>
                  </a:lnTo>
                </a:path>
              </a:pathLst>
            </a:custGeom>
            <a:solidFill>
              <a:srgbClr val="E22B00"/>
            </a:solidFill>
            <a:ln>
              <a:noFill/>
            </a:ln>
            <a:extLst>
              <a:ext uri="{91240B29-F687-4F45-9708-019B960494DF}">
                <a14:hiddenLine xmlns:a14="http://schemas.microsoft.com/office/drawing/2010/main" w="12700" cap="rnd" cmpd="sng">
                  <a:solidFill>
                    <a:srgbClr val="000000"/>
                  </a:solidFill>
                  <a:prstDash val="solid"/>
                  <a:round/>
                  <a:headEnd type="none" w="med" len="med"/>
                  <a:tailEnd type="none" w="med" len="med"/>
                </a14:hiddenLine>
              </a:ext>
            </a:extLst>
          </p:spPr>
          <p:txBody>
            <a:bodyPr/>
            <a:lstStyle/>
            <a:p>
              <a:endParaRPr lang="fr-FR"/>
            </a:p>
          </p:txBody>
        </p:sp>
        <p:sp>
          <p:nvSpPr>
            <p:cNvPr id="210960" name="Line 82"/>
            <p:cNvSpPr>
              <a:spLocks noChangeShapeType="1"/>
            </p:cNvSpPr>
            <p:nvPr/>
          </p:nvSpPr>
          <p:spPr bwMode="auto">
            <a:xfrm>
              <a:off x="3102" y="1862"/>
              <a:ext cx="352" cy="7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fr-FR"/>
            </a:p>
          </p:txBody>
        </p:sp>
        <p:sp>
          <p:nvSpPr>
            <p:cNvPr id="210961" name="Freeform 83"/>
            <p:cNvSpPr>
              <a:spLocks/>
            </p:cNvSpPr>
            <p:nvPr/>
          </p:nvSpPr>
          <p:spPr bwMode="auto">
            <a:xfrm>
              <a:off x="2762" y="1666"/>
              <a:ext cx="337" cy="485"/>
            </a:xfrm>
            <a:custGeom>
              <a:avLst/>
              <a:gdLst>
                <a:gd name="T0" fmla="*/ 336 w 337"/>
                <a:gd name="T1" fmla="*/ 194 h 485"/>
                <a:gd name="T2" fmla="*/ 118 w 337"/>
                <a:gd name="T3" fmla="*/ 484 h 485"/>
                <a:gd name="T4" fmla="*/ 0 w 337"/>
                <a:gd name="T5" fmla="*/ 452 h 485"/>
                <a:gd name="T6" fmla="*/ 336 w 337"/>
                <a:gd name="T7" fmla="*/ 0 h 485"/>
                <a:gd name="T8" fmla="*/ 336 w 337"/>
                <a:gd name="T9" fmla="*/ 152 h 485"/>
                <a:gd name="T10" fmla="*/ 336 w 337"/>
                <a:gd name="T11" fmla="*/ 194 h 485"/>
                <a:gd name="T12" fmla="*/ 0 60000 65536"/>
                <a:gd name="T13" fmla="*/ 0 60000 65536"/>
                <a:gd name="T14" fmla="*/ 0 60000 65536"/>
                <a:gd name="T15" fmla="*/ 0 60000 65536"/>
                <a:gd name="T16" fmla="*/ 0 60000 65536"/>
                <a:gd name="T17" fmla="*/ 0 60000 65536"/>
                <a:gd name="T18" fmla="*/ 0 w 337"/>
                <a:gd name="T19" fmla="*/ 0 h 485"/>
                <a:gd name="T20" fmla="*/ 337 w 337"/>
                <a:gd name="T21" fmla="*/ 485 h 485"/>
              </a:gdLst>
              <a:ahLst/>
              <a:cxnLst>
                <a:cxn ang="T12">
                  <a:pos x="T0" y="T1"/>
                </a:cxn>
                <a:cxn ang="T13">
                  <a:pos x="T2" y="T3"/>
                </a:cxn>
                <a:cxn ang="T14">
                  <a:pos x="T4" y="T5"/>
                </a:cxn>
                <a:cxn ang="T15">
                  <a:pos x="T6" y="T7"/>
                </a:cxn>
                <a:cxn ang="T16">
                  <a:pos x="T8" y="T9"/>
                </a:cxn>
                <a:cxn ang="T17">
                  <a:pos x="T10" y="T11"/>
                </a:cxn>
              </a:cxnLst>
              <a:rect l="T18" t="T19" r="T20" b="T21"/>
              <a:pathLst>
                <a:path w="337" h="485">
                  <a:moveTo>
                    <a:pt x="336" y="194"/>
                  </a:moveTo>
                  <a:lnTo>
                    <a:pt x="118" y="484"/>
                  </a:lnTo>
                  <a:lnTo>
                    <a:pt x="0" y="452"/>
                  </a:lnTo>
                  <a:lnTo>
                    <a:pt x="336" y="0"/>
                  </a:lnTo>
                  <a:lnTo>
                    <a:pt x="336" y="152"/>
                  </a:lnTo>
                  <a:lnTo>
                    <a:pt x="336" y="194"/>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210962" name="Freeform 84"/>
            <p:cNvSpPr>
              <a:spLocks/>
            </p:cNvSpPr>
            <p:nvPr/>
          </p:nvSpPr>
          <p:spPr bwMode="auto">
            <a:xfrm>
              <a:off x="2757" y="2124"/>
              <a:ext cx="509" cy="339"/>
            </a:xfrm>
            <a:custGeom>
              <a:avLst/>
              <a:gdLst>
                <a:gd name="T0" fmla="*/ 0 w 506"/>
                <a:gd name="T1" fmla="*/ 0 h 345"/>
                <a:gd name="T2" fmla="*/ 1 w 506"/>
                <a:gd name="T3" fmla="*/ 198 h 345"/>
                <a:gd name="T4" fmla="*/ 514 w 506"/>
                <a:gd name="T5" fmla="*/ 326 h 345"/>
                <a:gd name="T6" fmla="*/ 513 w 506"/>
                <a:gd name="T7" fmla="*/ 124 h 345"/>
                <a:gd name="T8" fmla="*/ 0 60000 65536"/>
                <a:gd name="T9" fmla="*/ 0 60000 65536"/>
                <a:gd name="T10" fmla="*/ 0 60000 65536"/>
                <a:gd name="T11" fmla="*/ 0 60000 65536"/>
                <a:gd name="T12" fmla="*/ 0 w 506"/>
                <a:gd name="T13" fmla="*/ 0 h 345"/>
                <a:gd name="T14" fmla="*/ 506 w 506"/>
                <a:gd name="T15" fmla="*/ 345 h 345"/>
              </a:gdLst>
              <a:ahLst/>
              <a:cxnLst>
                <a:cxn ang="T8">
                  <a:pos x="T0" y="T1"/>
                </a:cxn>
                <a:cxn ang="T9">
                  <a:pos x="T2" y="T3"/>
                </a:cxn>
                <a:cxn ang="T10">
                  <a:pos x="T4" y="T5"/>
                </a:cxn>
                <a:cxn ang="T11">
                  <a:pos x="T6" y="T7"/>
                </a:cxn>
              </a:cxnLst>
              <a:rect l="T12" t="T13" r="T14" b="T15"/>
              <a:pathLst>
                <a:path w="506" h="345">
                  <a:moveTo>
                    <a:pt x="0" y="0"/>
                  </a:moveTo>
                  <a:lnTo>
                    <a:pt x="1" y="209"/>
                  </a:lnTo>
                  <a:lnTo>
                    <a:pt x="505" y="344"/>
                  </a:lnTo>
                  <a:lnTo>
                    <a:pt x="504" y="130"/>
                  </a:lnTo>
                </a:path>
              </a:pathLst>
            </a:custGeom>
            <a:solidFill>
              <a:srgbClr val="FC2C1C"/>
            </a:solidFill>
            <a:ln w="12700" cap="rnd" cmpd="sng">
              <a:solidFill>
                <a:schemeClr val="bg2"/>
              </a:solidFill>
              <a:prstDash val="solid"/>
              <a:round/>
              <a:headEnd type="none" w="med" len="med"/>
              <a:tailEnd type="none" w="med" len="med"/>
            </a:ln>
          </p:spPr>
          <p:txBody>
            <a:bodyPr/>
            <a:lstStyle/>
            <a:p>
              <a:endParaRPr lang="fr-FR"/>
            </a:p>
          </p:txBody>
        </p:sp>
        <p:sp>
          <p:nvSpPr>
            <p:cNvPr id="210963" name="AutoShape 85"/>
            <p:cNvSpPr>
              <a:spLocks noChangeArrowheads="1"/>
            </p:cNvSpPr>
            <p:nvPr/>
          </p:nvSpPr>
          <p:spPr bwMode="auto">
            <a:xfrm rot="16200000" flipH="1">
              <a:off x="3067" y="1967"/>
              <a:ext cx="693" cy="306"/>
            </a:xfrm>
            <a:prstGeom prst="parallelogram">
              <a:avLst>
                <a:gd name="adj" fmla="val 156202"/>
              </a:avLst>
            </a:prstGeom>
            <a:solidFill>
              <a:srgbClr val="FC2C1C"/>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sp>
        <p:nvSpPr>
          <p:cNvPr id="210955" name="Text Box 86"/>
          <p:cNvSpPr txBox="1">
            <a:spLocks noChangeArrowheads="1"/>
          </p:cNvSpPr>
          <p:nvPr/>
        </p:nvSpPr>
        <p:spPr bwMode="auto">
          <a:xfrm>
            <a:off x="604838" y="5364163"/>
            <a:ext cx="6543675" cy="4429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eaLnBrk="1" hangingPunct="1">
              <a:spcBef>
                <a:spcPct val="0"/>
              </a:spcBef>
              <a:buFontTx/>
              <a:buNone/>
            </a:pPr>
            <a:r>
              <a:rPr lang="fr-FR" altLang="fr-FR" sz="2300"/>
              <a:t>4. Pointez la production sur votre feuille de suivi</a:t>
            </a:r>
          </a:p>
        </p:txBody>
      </p:sp>
      <p:sp>
        <p:nvSpPr>
          <p:cNvPr id="210956" name="Oval 87"/>
          <p:cNvSpPr>
            <a:spLocks noChangeArrowheads="1"/>
          </p:cNvSpPr>
          <p:nvPr/>
        </p:nvSpPr>
        <p:spPr bwMode="auto">
          <a:xfrm rot="-5400000">
            <a:off x="3845719" y="2980531"/>
            <a:ext cx="336550" cy="312738"/>
          </a:xfrm>
          <a:prstGeom prst="ellipse">
            <a:avLst/>
          </a:prstGeom>
          <a:solidFill>
            <a:schemeClr val="bg1"/>
          </a:solidFill>
          <a:ln w="9525">
            <a:solidFill>
              <a:schemeClr val="tx1"/>
            </a:solidFill>
            <a:round/>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210957" name="Text Box 88"/>
          <p:cNvSpPr txBox="1">
            <a:spLocks noChangeArrowheads="1"/>
          </p:cNvSpPr>
          <p:nvPr/>
        </p:nvSpPr>
        <p:spPr bwMode="auto">
          <a:xfrm>
            <a:off x="2938463" y="3559175"/>
            <a:ext cx="2281237"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a:spcBef>
                <a:spcPct val="0"/>
              </a:spcBef>
              <a:buFontTx/>
              <a:buNone/>
            </a:pPr>
            <a:r>
              <a:rPr lang="fr-FR" altLang="fr-FR" sz="2400">
                <a:solidFill>
                  <a:srgbClr val="FC2C1C"/>
                </a:solidFill>
              </a:rPr>
              <a:t>1 Couronne</a:t>
            </a:r>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1970" name="Rectangle 2"/>
          <p:cNvSpPr>
            <a:spLocks noGrp="1" noChangeArrowheads="1"/>
          </p:cNvSpPr>
          <p:nvPr>
            <p:ph type="title"/>
          </p:nvPr>
        </p:nvSpPr>
        <p:spPr/>
        <p:txBody>
          <a:bodyPr/>
          <a:lstStyle/>
          <a:p>
            <a:pPr eaLnBrk="1" hangingPunct="1"/>
            <a:r>
              <a:rPr lang="fr-FR" altLang="fr-FR"/>
              <a:t>Question</a:t>
            </a:r>
          </a:p>
        </p:txBody>
      </p:sp>
      <p:sp>
        <p:nvSpPr>
          <p:cNvPr id="211971" name="Rectangle 3"/>
          <p:cNvSpPr>
            <a:spLocks noGrp="1" noChangeArrowheads="1"/>
          </p:cNvSpPr>
          <p:nvPr>
            <p:ph type="body" idx="1"/>
          </p:nvPr>
        </p:nvSpPr>
        <p:spPr>
          <a:xfrm>
            <a:off x="457200" y="1601788"/>
            <a:ext cx="8229600" cy="4143375"/>
          </a:xfrm>
        </p:spPr>
        <p:txBody>
          <a:bodyPr/>
          <a:lstStyle/>
          <a:p>
            <a:pPr eaLnBrk="1" hangingPunct="1">
              <a:buFontTx/>
              <a:buNone/>
            </a:pPr>
            <a:r>
              <a:rPr lang="fr-FR" altLang="fr-FR" u="sng"/>
              <a:t>Origine</a:t>
            </a:r>
            <a:r>
              <a:rPr lang="fr-FR" altLang="fr-FR"/>
              <a:t> : Directeur commercial</a:t>
            </a:r>
          </a:p>
          <a:p>
            <a:pPr eaLnBrk="1" hangingPunct="1">
              <a:buFontTx/>
              <a:buNone/>
            </a:pPr>
            <a:r>
              <a:rPr lang="fr-FR" altLang="fr-FR" u="sng"/>
              <a:t>Destinataire</a:t>
            </a:r>
            <a:r>
              <a:rPr lang="fr-FR" altLang="fr-FR"/>
              <a:t> : Directeur de production</a:t>
            </a:r>
          </a:p>
          <a:p>
            <a:pPr eaLnBrk="1" hangingPunct="1">
              <a:buFontTx/>
              <a:buNone/>
            </a:pPr>
            <a:endParaRPr lang="fr-FR" altLang="fr-FR"/>
          </a:p>
          <a:p>
            <a:pPr eaLnBrk="1" hangingPunct="1"/>
            <a:r>
              <a:rPr lang="fr-FR" altLang="fr-FR"/>
              <a:t>II y a quelque temps nous avions envisagé de supprimer le stock de produits finis et de monter les réducteurs à la commande à partir du stock de composants. </a:t>
            </a:r>
          </a:p>
          <a:p>
            <a:pPr eaLnBrk="1" hangingPunct="1"/>
            <a:r>
              <a:rPr lang="fr-FR" altLang="fr-FR"/>
              <a:t>Nous avions conclu que le délai de livraison demandé par les clients (3 jours) rendait impossible cette forme d'organisation, car :</a:t>
            </a:r>
          </a:p>
          <a:p>
            <a:pPr marL="803275" lvl="1" indent="-280988" eaLnBrk="1" hangingPunct="1"/>
            <a:r>
              <a:rPr lang="fr-FR" altLang="fr-FR"/>
              <a:t>a) Chaque réducteur ne pouvait pas être monté tous les jours. </a:t>
            </a:r>
          </a:p>
          <a:p>
            <a:pPr marL="803275" lvl="1" indent="-280988" eaLnBrk="1" hangingPunct="1"/>
            <a:r>
              <a:rPr lang="fr-FR" altLang="fr-FR"/>
              <a:t>b) Le délai administratif de traitement des commandes clients était de 2 jours. </a:t>
            </a:r>
          </a:p>
          <a:p>
            <a:pPr eaLnBrk="1" hangingPunct="1"/>
            <a:r>
              <a:rPr lang="fr-FR" altLang="fr-FR"/>
              <a:t>Qu'en est-il aujourd'hui ?</a:t>
            </a:r>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12995" name="Group 3"/>
          <p:cNvGrpSpPr>
            <a:grpSpLocks/>
          </p:cNvGrpSpPr>
          <p:nvPr/>
        </p:nvGrpSpPr>
        <p:grpSpPr bwMode="auto">
          <a:xfrm>
            <a:off x="7073900" y="215900"/>
            <a:ext cx="1878013" cy="1250950"/>
            <a:chOff x="4456" y="136"/>
            <a:chExt cx="1183" cy="788"/>
          </a:xfrm>
        </p:grpSpPr>
        <p:grpSp>
          <p:nvGrpSpPr>
            <p:cNvPr id="213061" name="Group 4"/>
            <p:cNvGrpSpPr>
              <a:grpSpLocks/>
            </p:cNvGrpSpPr>
            <p:nvPr/>
          </p:nvGrpSpPr>
          <p:grpSpPr bwMode="auto">
            <a:xfrm>
              <a:off x="4766" y="232"/>
              <a:ext cx="873" cy="692"/>
              <a:chOff x="2185" y="310"/>
              <a:chExt cx="873" cy="692"/>
            </a:xfrm>
          </p:grpSpPr>
          <p:sp>
            <p:nvSpPr>
              <p:cNvPr id="213072" name="Freeform 5"/>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accent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13073" name="Freeform 6"/>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13074" name="Freeform 7"/>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13075" name="Freeform 8"/>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13076" name="Freeform 9"/>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13077" name="Freeform 10"/>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13078" name="Freeform 11"/>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grpSp>
          <p:nvGrpSpPr>
            <p:cNvPr id="213062" name="Group 12"/>
            <p:cNvGrpSpPr>
              <a:grpSpLocks/>
            </p:cNvGrpSpPr>
            <p:nvPr/>
          </p:nvGrpSpPr>
          <p:grpSpPr bwMode="auto">
            <a:xfrm>
              <a:off x="4949" y="336"/>
              <a:ext cx="591" cy="468"/>
              <a:chOff x="2185" y="310"/>
              <a:chExt cx="873" cy="692"/>
            </a:xfrm>
          </p:grpSpPr>
          <p:sp>
            <p:nvSpPr>
              <p:cNvPr id="213065" name="Freeform 13"/>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13066" name="Freeform 14"/>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13067" name="Freeform 15"/>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13068" name="Freeform 16"/>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13069" name="Freeform 17"/>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13070" name="Freeform 18"/>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13071" name="Freeform 19"/>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pic>
          <p:nvPicPr>
            <p:cNvPr id="213063" name="Picture 20"/>
            <p:cNvPicPr>
              <a:picLocks noChangeAspect="1" noChangeArrowheads="1"/>
            </p:cNvPicPr>
            <p:nvPr/>
          </p:nvPicPr>
          <p:blipFill>
            <a:blip r:embed="rId3" cstate="print">
              <a:extLst>
                <a:ext uri="{28A0092B-C50C-407E-A947-70E740481C1C}">
                  <a14:useLocalDpi xmlns:a14="http://schemas.microsoft.com/office/drawing/2010/main" val="0"/>
                </a:ext>
              </a:extLst>
            </a:blip>
            <a:srcRect l="-4282" t="-4369" r="-5199" b="-12012"/>
            <a:stretch>
              <a:fillRect/>
            </a:stretch>
          </p:blipFill>
          <p:spPr bwMode="auto">
            <a:xfrm>
              <a:off x="4456" y="136"/>
              <a:ext cx="480" cy="5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13064" name="Text Box 21"/>
            <p:cNvSpPr txBox="1">
              <a:spLocks noChangeArrowheads="1"/>
            </p:cNvSpPr>
            <p:nvPr/>
          </p:nvSpPr>
          <p:spPr bwMode="auto">
            <a:xfrm>
              <a:off x="4946" y="314"/>
              <a:ext cx="596" cy="49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4500" b="1">
                  <a:solidFill>
                    <a:srgbClr val="FF0000"/>
                  </a:solidFill>
                  <a:latin typeface="Arial Black" pitchFamily="34" charset="0"/>
                </a:rPr>
                <a:t>31</a:t>
              </a:r>
              <a:endParaRPr lang="fr-FR" altLang="fr-FR" sz="3200">
                <a:solidFill>
                  <a:schemeClr val="tx1"/>
                </a:solidFill>
                <a:latin typeface="Arial Black" pitchFamily="34" charset="0"/>
              </a:endParaRPr>
            </a:p>
          </p:txBody>
        </p:sp>
      </p:grpSp>
      <p:sp>
        <p:nvSpPr>
          <p:cNvPr id="212996" name="Text Box 22"/>
          <p:cNvSpPr txBox="1">
            <a:spLocks noChangeArrowheads="1"/>
          </p:cNvSpPr>
          <p:nvPr/>
        </p:nvSpPr>
        <p:spPr bwMode="auto">
          <a:xfrm>
            <a:off x="1752600" y="3638550"/>
            <a:ext cx="828675"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a:spcBef>
                <a:spcPct val="0"/>
              </a:spcBef>
              <a:buFontTx/>
              <a:buNone/>
            </a:pPr>
            <a:r>
              <a:rPr lang="fr-FR" altLang="fr-FR" sz="2400">
                <a:solidFill>
                  <a:srgbClr val="FC2C1C"/>
                </a:solidFill>
              </a:rPr>
              <a:t>1 R5</a:t>
            </a:r>
          </a:p>
        </p:txBody>
      </p:sp>
      <p:sp>
        <p:nvSpPr>
          <p:cNvPr id="212997" name="Rectangle 23"/>
          <p:cNvSpPr>
            <a:spLocks noGrp="1" noChangeArrowheads="1"/>
          </p:cNvSpPr>
          <p:nvPr>
            <p:ph type="title"/>
          </p:nvPr>
        </p:nvSpPr>
        <p:spPr>
          <a:xfrm>
            <a:off x="1381125" y="0"/>
            <a:ext cx="5516563" cy="647700"/>
          </a:xfrm>
        </p:spPr>
        <p:txBody>
          <a:bodyPr/>
          <a:lstStyle/>
          <a:p>
            <a:pPr eaLnBrk="1" hangingPunct="1"/>
            <a:r>
              <a:rPr lang="fr-FR" altLang="fr-FR"/>
              <a:t>Sem. 4 - Jeudi</a:t>
            </a:r>
          </a:p>
        </p:txBody>
      </p:sp>
      <p:sp>
        <p:nvSpPr>
          <p:cNvPr id="212998" name="Text Box 24"/>
          <p:cNvSpPr txBox="1">
            <a:spLocks noChangeArrowheads="1"/>
          </p:cNvSpPr>
          <p:nvPr/>
        </p:nvSpPr>
        <p:spPr bwMode="auto">
          <a:xfrm>
            <a:off x="574675" y="2030413"/>
            <a:ext cx="3557588"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2. Livrez les commandes</a:t>
            </a:r>
          </a:p>
        </p:txBody>
      </p:sp>
      <p:sp>
        <p:nvSpPr>
          <p:cNvPr id="212999" name="Text Box 25"/>
          <p:cNvSpPr txBox="1">
            <a:spLocks noChangeArrowheads="1"/>
          </p:cNvSpPr>
          <p:nvPr/>
        </p:nvSpPr>
        <p:spPr bwMode="auto">
          <a:xfrm>
            <a:off x="566738" y="1154113"/>
            <a:ext cx="1946275"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1. Tirez le dé</a:t>
            </a:r>
          </a:p>
        </p:txBody>
      </p:sp>
      <p:sp>
        <p:nvSpPr>
          <p:cNvPr id="213000" name="Text Box 26"/>
          <p:cNvSpPr txBox="1">
            <a:spLocks noChangeArrowheads="1"/>
          </p:cNvSpPr>
          <p:nvPr/>
        </p:nvSpPr>
        <p:spPr bwMode="auto">
          <a:xfrm>
            <a:off x="579438" y="4316413"/>
            <a:ext cx="18796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3. Produisez</a:t>
            </a:r>
          </a:p>
        </p:txBody>
      </p:sp>
      <p:grpSp>
        <p:nvGrpSpPr>
          <p:cNvPr id="213001" name="Group 27"/>
          <p:cNvGrpSpPr>
            <a:grpSpLocks/>
          </p:cNvGrpSpPr>
          <p:nvPr/>
        </p:nvGrpSpPr>
        <p:grpSpPr bwMode="auto">
          <a:xfrm>
            <a:off x="2843213" y="1106488"/>
            <a:ext cx="446087" cy="534987"/>
            <a:chOff x="868" y="1439"/>
            <a:chExt cx="811" cy="972"/>
          </a:xfrm>
        </p:grpSpPr>
        <p:sp>
          <p:nvSpPr>
            <p:cNvPr id="213010" name="Freeform 28"/>
            <p:cNvSpPr>
              <a:spLocks/>
            </p:cNvSpPr>
            <p:nvPr/>
          </p:nvSpPr>
          <p:spPr bwMode="auto">
            <a:xfrm>
              <a:off x="1548" y="2014"/>
              <a:ext cx="123" cy="100"/>
            </a:xfrm>
            <a:custGeom>
              <a:avLst/>
              <a:gdLst>
                <a:gd name="T0" fmla="*/ 5 w 618"/>
                <a:gd name="T1" fmla="*/ 0 h 502"/>
                <a:gd name="T2" fmla="*/ 5 w 618"/>
                <a:gd name="T3" fmla="*/ 0 h 502"/>
                <a:gd name="T4" fmla="*/ 0 w 618"/>
                <a:gd name="T5" fmla="*/ 4 h 502"/>
                <a:gd name="T6" fmla="*/ 0 w 618"/>
                <a:gd name="T7" fmla="*/ 4 h 502"/>
                <a:gd name="T8" fmla="*/ 5 w 618"/>
                <a:gd name="T9" fmla="*/ 0 h 502"/>
                <a:gd name="T10" fmla="*/ 5 w 618"/>
                <a:gd name="T11" fmla="*/ 0 h 502"/>
                <a:gd name="T12" fmla="*/ 5 w 618"/>
                <a:gd name="T13" fmla="*/ 0 h 502"/>
                <a:gd name="T14" fmla="*/ 5 w 618"/>
                <a:gd name="T15" fmla="*/ 0 h 502"/>
                <a:gd name="T16" fmla="*/ 5 w 618"/>
                <a:gd name="T17" fmla="*/ 0 h 502"/>
                <a:gd name="T18" fmla="*/ 5 w 618"/>
                <a:gd name="T19" fmla="*/ 0 h 502"/>
                <a:gd name="T20" fmla="*/ 5 w 618"/>
                <a:gd name="T21" fmla="*/ 0 h 502"/>
                <a:gd name="T22" fmla="*/ 5 w 618"/>
                <a:gd name="T23" fmla="*/ 0 h 502"/>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618"/>
                <a:gd name="T37" fmla="*/ 0 h 502"/>
                <a:gd name="T38" fmla="*/ 618 w 618"/>
                <a:gd name="T39" fmla="*/ 502 h 502"/>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618" h="502">
                  <a:moveTo>
                    <a:pt x="611" y="0"/>
                  </a:moveTo>
                  <a:lnTo>
                    <a:pt x="606" y="2"/>
                  </a:lnTo>
                  <a:lnTo>
                    <a:pt x="0" y="490"/>
                  </a:lnTo>
                  <a:lnTo>
                    <a:pt x="10" y="502"/>
                  </a:lnTo>
                  <a:lnTo>
                    <a:pt x="616" y="14"/>
                  </a:lnTo>
                  <a:lnTo>
                    <a:pt x="611" y="16"/>
                  </a:lnTo>
                  <a:lnTo>
                    <a:pt x="616" y="14"/>
                  </a:lnTo>
                  <a:lnTo>
                    <a:pt x="618" y="9"/>
                  </a:lnTo>
                  <a:lnTo>
                    <a:pt x="617" y="3"/>
                  </a:lnTo>
                  <a:lnTo>
                    <a:pt x="612" y="1"/>
                  </a:lnTo>
                  <a:lnTo>
                    <a:pt x="606" y="2"/>
                  </a:lnTo>
                  <a:lnTo>
                    <a:pt x="611"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13011" name="Freeform 29"/>
            <p:cNvSpPr>
              <a:spLocks/>
            </p:cNvSpPr>
            <p:nvPr/>
          </p:nvSpPr>
          <p:spPr bwMode="auto">
            <a:xfrm>
              <a:off x="876" y="1852"/>
              <a:ext cx="82" cy="373"/>
            </a:xfrm>
            <a:custGeom>
              <a:avLst/>
              <a:gdLst>
                <a:gd name="T0" fmla="*/ 3 w 413"/>
                <a:gd name="T1" fmla="*/ 15 h 1865"/>
                <a:gd name="T2" fmla="*/ 3 w 413"/>
                <a:gd name="T3" fmla="*/ 15 h 1865"/>
                <a:gd name="T4" fmla="*/ 0 w 413"/>
                <a:gd name="T5" fmla="*/ 0 h 1865"/>
                <a:gd name="T6" fmla="*/ 0 w 413"/>
                <a:gd name="T7" fmla="*/ 0 h 1865"/>
                <a:gd name="T8" fmla="*/ 3 w 413"/>
                <a:gd name="T9" fmla="*/ 15 h 1865"/>
                <a:gd name="T10" fmla="*/ 3 w 413"/>
                <a:gd name="T11" fmla="*/ 15 h 1865"/>
                <a:gd name="T12" fmla="*/ 3 w 413"/>
                <a:gd name="T13" fmla="*/ 15 h 1865"/>
                <a:gd name="T14" fmla="*/ 3 w 413"/>
                <a:gd name="T15" fmla="*/ 15 h 1865"/>
                <a:gd name="T16" fmla="*/ 3 w 413"/>
                <a:gd name="T17" fmla="*/ 15 h 1865"/>
                <a:gd name="T18" fmla="*/ 3 w 413"/>
                <a:gd name="T19" fmla="*/ 15 h 1865"/>
                <a:gd name="T20" fmla="*/ 3 w 413"/>
                <a:gd name="T21" fmla="*/ 15 h 1865"/>
                <a:gd name="T22" fmla="*/ 3 w 413"/>
                <a:gd name="T23" fmla="*/ 15 h 186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413"/>
                <a:gd name="T37" fmla="*/ 0 h 1865"/>
                <a:gd name="T38" fmla="*/ 413 w 413"/>
                <a:gd name="T39" fmla="*/ 1865 h 1865"/>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413" h="1865">
                  <a:moveTo>
                    <a:pt x="400" y="1864"/>
                  </a:moveTo>
                  <a:lnTo>
                    <a:pt x="413" y="1856"/>
                  </a:lnTo>
                  <a:lnTo>
                    <a:pt x="17" y="0"/>
                  </a:lnTo>
                  <a:lnTo>
                    <a:pt x="0" y="2"/>
                  </a:lnTo>
                  <a:lnTo>
                    <a:pt x="396" y="1858"/>
                  </a:lnTo>
                  <a:lnTo>
                    <a:pt x="409" y="1850"/>
                  </a:lnTo>
                  <a:lnTo>
                    <a:pt x="396" y="1858"/>
                  </a:lnTo>
                  <a:lnTo>
                    <a:pt x="400" y="1864"/>
                  </a:lnTo>
                  <a:lnTo>
                    <a:pt x="406" y="1865"/>
                  </a:lnTo>
                  <a:lnTo>
                    <a:pt x="410" y="1862"/>
                  </a:lnTo>
                  <a:lnTo>
                    <a:pt x="413" y="1856"/>
                  </a:lnTo>
                  <a:lnTo>
                    <a:pt x="400" y="186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13012" name="Freeform 30"/>
            <p:cNvSpPr>
              <a:spLocks/>
            </p:cNvSpPr>
            <p:nvPr/>
          </p:nvSpPr>
          <p:spPr bwMode="auto">
            <a:xfrm>
              <a:off x="1282" y="1533"/>
              <a:ext cx="35" cy="161"/>
            </a:xfrm>
            <a:custGeom>
              <a:avLst/>
              <a:gdLst>
                <a:gd name="T0" fmla="*/ 1 w 175"/>
                <a:gd name="T1" fmla="*/ 6 h 807"/>
                <a:gd name="T2" fmla="*/ 1 w 175"/>
                <a:gd name="T3" fmla="*/ 6 h 807"/>
                <a:gd name="T4" fmla="*/ 1 w 175"/>
                <a:gd name="T5" fmla="*/ 6 h 807"/>
                <a:gd name="T6" fmla="*/ 1 w 175"/>
                <a:gd name="T7" fmla="*/ 5 h 807"/>
                <a:gd name="T8" fmla="*/ 1 w 175"/>
                <a:gd name="T9" fmla="*/ 5 h 807"/>
                <a:gd name="T10" fmla="*/ 1 w 175"/>
                <a:gd name="T11" fmla="*/ 5 h 807"/>
                <a:gd name="T12" fmla="*/ 1 w 175"/>
                <a:gd name="T13" fmla="*/ 4 h 807"/>
                <a:gd name="T14" fmla="*/ 1 w 175"/>
                <a:gd name="T15" fmla="*/ 4 h 807"/>
                <a:gd name="T16" fmla="*/ 1 w 175"/>
                <a:gd name="T17" fmla="*/ 3 h 807"/>
                <a:gd name="T18" fmla="*/ 1 w 175"/>
                <a:gd name="T19" fmla="*/ 3 h 807"/>
                <a:gd name="T20" fmla="*/ 1 w 175"/>
                <a:gd name="T21" fmla="*/ 3 h 807"/>
                <a:gd name="T22" fmla="*/ 1 w 175"/>
                <a:gd name="T23" fmla="*/ 2 h 807"/>
                <a:gd name="T24" fmla="*/ 1 w 175"/>
                <a:gd name="T25" fmla="*/ 2 h 807"/>
                <a:gd name="T26" fmla="*/ 1 w 175"/>
                <a:gd name="T27" fmla="*/ 2 h 807"/>
                <a:gd name="T28" fmla="*/ 1 w 175"/>
                <a:gd name="T29" fmla="*/ 1 h 807"/>
                <a:gd name="T30" fmla="*/ 1 w 175"/>
                <a:gd name="T31" fmla="*/ 1 h 807"/>
                <a:gd name="T32" fmla="*/ 1 w 175"/>
                <a:gd name="T33" fmla="*/ 1 h 807"/>
                <a:gd name="T34" fmla="*/ 1 w 175"/>
                <a:gd name="T35" fmla="*/ 0 h 807"/>
                <a:gd name="T36" fmla="*/ 1 w 175"/>
                <a:gd name="T37" fmla="*/ 0 h 807"/>
                <a:gd name="T38" fmla="*/ 1 w 175"/>
                <a:gd name="T39" fmla="*/ 0 h 807"/>
                <a:gd name="T40" fmla="*/ 0 w 175"/>
                <a:gd name="T41" fmla="*/ 1 h 807"/>
                <a:gd name="T42" fmla="*/ 0 w 175"/>
                <a:gd name="T43" fmla="*/ 1 h 807"/>
                <a:gd name="T44" fmla="*/ 0 w 175"/>
                <a:gd name="T45" fmla="*/ 1 h 807"/>
                <a:gd name="T46" fmla="*/ 0 w 175"/>
                <a:gd name="T47" fmla="*/ 2 h 807"/>
                <a:gd name="T48" fmla="*/ 0 w 175"/>
                <a:gd name="T49" fmla="*/ 2 h 807"/>
                <a:gd name="T50" fmla="*/ 0 w 175"/>
                <a:gd name="T51" fmla="*/ 3 h 807"/>
                <a:gd name="T52" fmla="*/ 0 w 175"/>
                <a:gd name="T53" fmla="*/ 3 h 807"/>
                <a:gd name="T54" fmla="*/ 0 w 175"/>
                <a:gd name="T55" fmla="*/ 3 h 807"/>
                <a:gd name="T56" fmla="*/ 0 w 175"/>
                <a:gd name="T57" fmla="*/ 4 h 807"/>
                <a:gd name="T58" fmla="*/ 0 w 175"/>
                <a:gd name="T59" fmla="*/ 4 h 807"/>
                <a:gd name="T60" fmla="*/ 0 w 175"/>
                <a:gd name="T61" fmla="*/ 5 h 807"/>
                <a:gd name="T62" fmla="*/ 0 w 175"/>
                <a:gd name="T63" fmla="*/ 5 h 807"/>
                <a:gd name="T64" fmla="*/ 0 w 175"/>
                <a:gd name="T65" fmla="*/ 5 h 807"/>
                <a:gd name="T66" fmla="*/ 1 w 175"/>
                <a:gd name="T67" fmla="*/ 6 h 807"/>
                <a:gd name="T68" fmla="*/ 1 w 175"/>
                <a:gd name="T69" fmla="*/ 6 h 807"/>
                <a:gd name="T70" fmla="*/ 1 w 175"/>
                <a:gd name="T71" fmla="*/ 6 h 807"/>
                <a:gd name="T72" fmla="*/ 1 w 175"/>
                <a:gd name="T73" fmla="*/ 6 h 807"/>
                <a:gd name="T74" fmla="*/ 1 w 175"/>
                <a:gd name="T75" fmla="*/ 6 h 807"/>
                <a:gd name="T76" fmla="*/ 1 w 175"/>
                <a:gd name="T77" fmla="*/ 6 h 807"/>
                <a:gd name="T78" fmla="*/ 1 w 175"/>
                <a:gd name="T79" fmla="*/ 6 h 807"/>
                <a:gd name="T80" fmla="*/ 1 w 175"/>
                <a:gd name="T81" fmla="*/ 6 h 807"/>
                <a:gd name="T82" fmla="*/ 1 w 175"/>
                <a:gd name="T83" fmla="*/ 6 h 807"/>
                <a:gd name="T84" fmla="*/ 1 w 175"/>
                <a:gd name="T85" fmla="*/ 6 h 807"/>
                <a:gd name="T86" fmla="*/ 1 w 175"/>
                <a:gd name="T87" fmla="*/ 6 h 807"/>
                <a:gd name="T88" fmla="*/ 1 w 175"/>
                <a:gd name="T89" fmla="*/ 6 h 807"/>
                <a:gd name="T90" fmla="*/ 1 w 175"/>
                <a:gd name="T91" fmla="*/ 6 h 80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175"/>
                <a:gd name="T139" fmla="*/ 0 h 807"/>
                <a:gd name="T140" fmla="*/ 175 w 175"/>
                <a:gd name="T141" fmla="*/ 807 h 80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175" h="807">
                  <a:moveTo>
                    <a:pt x="169" y="740"/>
                  </a:moveTo>
                  <a:lnTo>
                    <a:pt x="169" y="739"/>
                  </a:lnTo>
                  <a:lnTo>
                    <a:pt x="149" y="698"/>
                  </a:lnTo>
                  <a:lnTo>
                    <a:pt x="133" y="656"/>
                  </a:lnTo>
                  <a:lnTo>
                    <a:pt x="120" y="611"/>
                  </a:lnTo>
                  <a:lnTo>
                    <a:pt x="108" y="565"/>
                  </a:lnTo>
                  <a:lnTo>
                    <a:pt x="100" y="520"/>
                  </a:lnTo>
                  <a:lnTo>
                    <a:pt x="96" y="472"/>
                  </a:lnTo>
                  <a:lnTo>
                    <a:pt x="93" y="425"/>
                  </a:lnTo>
                  <a:lnTo>
                    <a:pt x="93" y="377"/>
                  </a:lnTo>
                  <a:lnTo>
                    <a:pt x="96" y="330"/>
                  </a:lnTo>
                  <a:lnTo>
                    <a:pt x="100" y="283"/>
                  </a:lnTo>
                  <a:lnTo>
                    <a:pt x="106" y="238"/>
                  </a:lnTo>
                  <a:lnTo>
                    <a:pt x="115" y="195"/>
                  </a:lnTo>
                  <a:lnTo>
                    <a:pt x="126" y="153"/>
                  </a:lnTo>
                  <a:lnTo>
                    <a:pt x="139" y="114"/>
                  </a:lnTo>
                  <a:lnTo>
                    <a:pt x="153" y="77"/>
                  </a:lnTo>
                  <a:lnTo>
                    <a:pt x="169" y="43"/>
                  </a:lnTo>
                  <a:lnTo>
                    <a:pt x="87" y="0"/>
                  </a:lnTo>
                  <a:lnTo>
                    <a:pt x="69" y="39"/>
                  </a:lnTo>
                  <a:lnTo>
                    <a:pt x="52" y="81"/>
                  </a:lnTo>
                  <a:lnTo>
                    <a:pt x="37" y="127"/>
                  </a:lnTo>
                  <a:lnTo>
                    <a:pt x="24" y="174"/>
                  </a:lnTo>
                  <a:lnTo>
                    <a:pt x="15" y="222"/>
                  </a:lnTo>
                  <a:lnTo>
                    <a:pt x="7" y="271"/>
                  </a:lnTo>
                  <a:lnTo>
                    <a:pt x="2" y="323"/>
                  </a:lnTo>
                  <a:lnTo>
                    <a:pt x="0" y="374"/>
                  </a:lnTo>
                  <a:lnTo>
                    <a:pt x="0" y="427"/>
                  </a:lnTo>
                  <a:lnTo>
                    <a:pt x="2" y="479"/>
                  </a:lnTo>
                  <a:lnTo>
                    <a:pt x="9" y="531"/>
                  </a:lnTo>
                  <a:lnTo>
                    <a:pt x="17" y="584"/>
                  </a:lnTo>
                  <a:lnTo>
                    <a:pt x="29" y="635"/>
                  </a:lnTo>
                  <a:lnTo>
                    <a:pt x="44" y="686"/>
                  </a:lnTo>
                  <a:lnTo>
                    <a:pt x="65" y="736"/>
                  </a:lnTo>
                  <a:lnTo>
                    <a:pt x="87" y="784"/>
                  </a:lnTo>
                  <a:lnTo>
                    <a:pt x="87" y="782"/>
                  </a:lnTo>
                  <a:lnTo>
                    <a:pt x="87" y="784"/>
                  </a:lnTo>
                  <a:lnTo>
                    <a:pt x="100" y="799"/>
                  </a:lnTo>
                  <a:lnTo>
                    <a:pt x="117" y="807"/>
                  </a:lnTo>
                  <a:lnTo>
                    <a:pt x="134" y="807"/>
                  </a:lnTo>
                  <a:lnTo>
                    <a:pt x="151" y="801"/>
                  </a:lnTo>
                  <a:lnTo>
                    <a:pt x="164" y="791"/>
                  </a:lnTo>
                  <a:lnTo>
                    <a:pt x="173" y="777"/>
                  </a:lnTo>
                  <a:lnTo>
                    <a:pt x="175" y="759"/>
                  </a:lnTo>
                  <a:lnTo>
                    <a:pt x="169" y="739"/>
                  </a:lnTo>
                  <a:lnTo>
                    <a:pt x="169" y="74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13013" name="Freeform 31"/>
            <p:cNvSpPr>
              <a:spLocks/>
            </p:cNvSpPr>
            <p:nvPr/>
          </p:nvSpPr>
          <p:spPr bwMode="auto">
            <a:xfrm>
              <a:off x="1299" y="1681"/>
              <a:ext cx="157" cy="281"/>
            </a:xfrm>
            <a:custGeom>
              <a:avLst/>
              <a:gdLst>
                <a:gd name="T0" fmla="*/ 6 w 787"/>
                <a:gd name="T1" fmla="*/ 11 h 1404"/>
                <a:gd name="T2" fmla="*/ 6 w 787"/>
                <a:gd name="T3" fmla="*/ 11 h 1404"/>
                <a:gd name="T4" fmla="*/ 1 w 787"/>
                <a:gd name="T5" fmla="*/ 0 h 1404"/>
                <a:gd name="T6" fmla="*/ 0 w 787"/>
                <a:gd name="T7" fmla="*/ 0 h 1404"/>
                <a:gd name="T8" fmla="*/ 6 w 787"/>
                <a:gd name="T9" fmla="*/ 11 h 1404"/>
                <a:gd name="T10" fmla="*/ 6 w 787"/>
                <a:gd name="T11" fmla="*/ 11 h 1404"/>
                <a:gd name="T12" fmla="*/ 6 w 787"/>
                <a:gd name="T13" fmla="*/ 11 h 1404"/>
                <a:gd name="T14" fmla="*/ 6 w 787"/>
                <a:gd name="T15" fmla="*/ 11 h 1404"/>
                <a:gd name="T16" fmla="*/ 6 w 787"/>
                <a:gd name="T17" fmla="*/ 11 h 1404"/>
                <a:gd name="T18" fmla="*/ 6 w 787"/>
                <a:gd name="T19" fmla="*/ 11 h 1404"/>
                <a:gd name="T20" fmla="*/ 6 w 787"/>
                <a:gd name="T21" fmla="*/ 11 h 1404"/>
                <a:gd name="T22" fmla="*/ 6 w 787"/>
                <a:gd name="T23" fmla="*/ 11 h 1404"/>
                <a:gd name="T24" fmla="*/ 6 w 787"/>
                <a:gd name="T25" fmla="*/ 11 h 1404"/>
                <a:gd name="T26" fmla="*/ 6 w 787"/>
                <a:gd name="T27" fmla="*/ 11 h 1404"/>
                <a:gd name="T28" fmla="*/ 6 w 787"/>
                <a:gd name="T29" fmla="*/ 11 h 1404"/>
                <a:gd name="T30" fmla="*/ 6 w 787"/>
                <a:gd name="T31" fmla="*/ 11 h 1404"/>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787"/>
                <a:gd name="T49" fmla="*/ 0 h 1404"/>
                <a:gd name="T50" fmla="*/ 787 w 787"/>
                <a:gd name="T51" fmla="*/ 1404 h 1404"/>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787" h="1404">
                  <a:moveTo>
                    <a:pt x="781" y="1334"/>
                  </a:moveTo>
                  <a:lnTo>
                    <a:pt x="781" y="1337"/>
                  </a:lnTo>
                  <a:lnTo>
                    <a:pt x="82" y="0"/>
                  </a:lnTo>
                  <a:lnTo>
                    <a:pt x="0" y="42"/>
                  </a:lnTo>
                  <a:lnTo>
                    <a:pt x="699" y="1379"/>
                  </a:lnTo>
                  <a:lnTo>
                    <a:pt x="699" y="1381"/>
                  </a:lnTo>
                  <a:lnTo>
                    <a:pt x="699" y="1379"/>
                  </a:lnTo>
                  <a:lnTo>
                    <a:pt x="712" y="1395"/>
                  </a:lnTo>
                  <a:lnTo>
                    <a:pt x="727" y="1402"/>
                  </a:lnTo>
                  <a:lnTo>
                    <a:pt x="744" y="1404"/>
                  </a:lnTo>
                  <a:lnTo>
                    <a:pt x="761" y="1398"/>
                  </a:lnTo>
                  <a:lnTo>
                    <a:pt x="775" y="1388"/>
                  </a:lnTo>
                  <a:lnTo>
                    <a:pt x="784" y="1373"/>
                  </a:lnTo>
                  <a:lnTo>
                    <a:pt x="787" y="1357"/>
                  </a:lnTo>
                  <a:lnTo>
                    <a:pt x="781" y="1337"/>
                  </a:lnTo>
                  <a:lnTo>
                    <a:pt x="781" y="13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13014" name="Freeform 32"/>
            <p:cNvSpPr>
              <a:spLocks/>
            </p:cNvSpPr>
            <p:nvPr/>
          </p:nvSpPr>
          <p:spPr bwMode="auto">
            <a:xfrm>
              <a:off x="1439" y="1948"/>
              <a:ext cx="125" cy="76"/>
            </a:xfrm>
            <a:custGeom>
              <a:avLst/>
              <a:gdLst>
                <a:gd name="T0" fmla="*/ 5 w 628"/>
                <a:gd name="T1" fmla="*/ 2 h 383"/>
                <a:gd name="T2" fmla="*/ 5 w 628"/>
                <a:gd name="T3" fmla="*/ 2 h 383"/>
                <a:gd name="T4" fmla="*/ 4 w 628"/>
                <a:gd name="T5" fmla="*/ 2 h 383"/>
                <a:gd name="T6" fmla="*/ 4 w 628"/>
                <a:gd name="T7" fmla="*/ 2 h 383"/>
                <a:gd name="T8" fmla="*/ 4 w 628"/>
                <a:gd name="T9" fmla="*/ 2 h 383"/>
                <a:gd name="T10" fmla="*/ 3 w 628"/>
                <a:gd name="T11" fmla="*/ 2 h 383"/>
                <a:gd name="T12" fmla="*/ 3 w 628"/>
                <a:gd name="T13" fmla="*/ 2 h 383"/>
                <a:gd name="T14" fmla="*/ 3 w 628"/>
                <a:gd name="T15" fmla="*/ 2 h 383"/>
                <a:gd name="T16" fmla="*/ 3 w 628"/>
                <a:gd name="T17" fmla="*/ 2 h 383"/>
                <a:gd name="T18" fmla="*/ 2 w 628"/>
                <a:gd name="T19" fmla="*/ 2 h 383"/>
                <a:gd name="T20" fmla="*/ 2 w 628"/>
                <a:gd name="T21" fmla="*/ 2 h 383"/>
                <a:gd name="T22" fmla="*/ 2 w 628"/>
                <a:gd name="T23" fmla="*/ 1 h 383"/>
                <a:gd name="T24" fmla="*/ 2 w 628"/>
                <a:gd name="T25" fmla="*/ 1 h 383"/>
                <a:gd name="T26" fmla="*/ 1 w 628"/>
                <a:gd name="T27" fmla="*/ 1 h 383"/>
                <a:gd name="T28" fmla="*/ 1 w 628"/>
                <a:gd name="T29" fmla="*/ 1 h 383"/>
                <a:gd name="T30" fmla="*/ 1 w 628"/>
                <a:gd name="T31" fmla="*/ 1 h 383"/>
                <a:gd name="T32" fmla="*/ 1 w 628"/>
                <a:gd name="T33" fmla="*/ 0 h 383"/>
                <a:gd name="T34" fmla="*/ 1 w 628"/>
                <a:gd name="T35" fmla="*/ 0 h 383"/>
                <a:gd name="T36" fmla="*/ 0 w 628"/>
                <a:gd name="T37" fmla="*/ 0 h 383"/>
                <a:gd name="T38" fmla="*/ 0 w 628"/>
                <a:gd name="T39" fmla="*/ 1 h 383"/>
                <a:gd name="T40" fmla="*/ 0 w 628"/>
                <a:gd name="T41" fmla="*/ 1 h 383"/>
                <a:gd name="T42" fmla="*/ 1 w 628"/>
                <a:gd name="T43" fmla="*/ 1 h 383"/>
                <a:gd name="T44" fmla="*/ 1 w 628"/>
                <a:gd name="T45" fmla="*/ 1 h 383"/>
                <a:gd name="T46" fmla="*/ 1 w 628"/>
                <a:gd name="T47" fmla="*/ 2 h 383"/>
                <a:gd name="T48" fmla="*/ 1 w 628"/>
                <a:gd name="T49" fmla="*/ 2 h 383"/>
                <a:gd name="T50" fmla="*/ 2 w 628"/>
                <a:gd name="T51" fmla="*/ 2 h 383"/>
                <a:gd name="T52" fmla="*/ 2 w 628"/>
                <a:gd name="T53" fmla="*/ 2 h 383"/>
                <a:gd name="T54" fmla="*/ 2 w 628"/>
                <a:gd name="T55" fmla="*/ 2 h 383"/>
                <a:gd name="T56" fmla="*/ 3 w 628"/>
                <a:gd name="T57" fmla="*/ 3 h 383"/>
                <a:gd name="T58" fmla="*/ 3 w 628"/>
                <a:gd name="T59" fmla="*/ 3 h 383"/>
                <a:gd name="T60" fmla="*/ 3 w 628"/>
                <a:gd name="T61" fmla="*/ 3 h 383"/>
                <a:gd name="T62" fmla="*/ 4 w 628"/>
                <a:gd name="T63" fmla="*/ 3 h 383"/>
                <a:gd name="T64" fmla="*/ 4 w 628"/>
                <a:gd name="T65" fmla="*/ 3 h 383"/>
                <a:gd name="T66" fmla="*/ 4 w 628"/>
                <a:gd name="T67" fmla="*/ 3 h 383"/>
                <a:gd name="T68" fmla="*/ 5 w 628"/>
                <a:gd name="T69" fmla="*/ 3 h 383"/>
                <a:gd name="T70" fmla="*/ 5 w 628"/>
                <a:gd name="T71" fmla="*/ 3 h 383"/>
                <a:gd name="T72" fmla="*/ 5 w 628"/>
                <a:gd name="T73" fmla="*/ 3 h 383"/>
                <a:gd name="T74" fmla="*/ 5 w 628"/>
                <a:gd name="T75" fmla="*/ 3 h 383"/>
                <a:gd name="T76" fmla="*/ 5 w 628"/>
                <a:gd name="T77" fmla="*/ 3 h 383"/>
                <a:gd name="T78" fmla="*/ 5 w 628"/>
                <a:gd name="T79" fmla="*/ 3 h 383"/>
                <a:gd name="T80" fmla="*/ 5 w 628"/>
                <a:gd name="T81" fmla="*/ 3 h 383"/>
                <a:gd name="T82" fmla="*/ 5 w 628"/>
                <a:gd name="T83" fmla="*/ 3 h 383"/>
                <a:gd name="T84" fmla="*/ 5 w 628"/>
                <a:gd name="T85" fmla="*/ 2 h 383"/>
                <a:gd name="T86" fmla="*/ 5 w 628"/>
                <a:gd name="T87" fmla="*/ 2 h 383"/>
                <a:gd name="T88" fmla="*/ 5 w 628"/>
                <a:gd name="T89" fmla="*/ 2 h 383"/>
                <a:gd name="T90" fmla="*/ 5 w 628"/>
                <a:gd name="T91" fmla="*/ 2 h 38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628"/>
                <a:gd name="T139" fmla="*/ 0 h 383"/>
                <a:gd name="T140" fmla="*/ 628 w 628"/>
                <a:gd name="T141" fmla="*/ 383 h 38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628" h="383">
                  <a:moveTo>
                    <a:pt x="581" y="289"/>
                  </a:moveTo>
                  <a:lnTo>
                    <a:pt x="582" y="289"/>
                  </a:lnTo>
                  <a:lnTo>
                    <a:pt x="541" y="287"/>
                  </a:lnTo>
                  <a:lnTo>
                    <a:pt x="500" y="283"/>
                  </a:lnTo>
                  <a:lnTo>
                    <a:pt x="462" y="276"/>
                  </a:lnTo>
                  <a:lnTo>
                    <a:pt x="424" y="268"/>
                  </a:lnTo>
                  <a:lnTo>
                    <a:pt x="389" y="255"/>
                  </a:lnTo>
                  <a:lnTo>
                    <a:pt x="352" y="242"/>
                  </a:lnTo>
                  <a:lnTo>
                    <a:pt x="320" y="227"/>
                  </a:lnTo>
                  <a:lnTo>
                    <a:pt x="287" y="209"/>
                  </a:lnTo>
                  <a:lnTo>
                    <a:pt x="255" y="189"/>
                  </a:lnTo>
                  <a:lnTo>
                    <a:pt x="226" y="168"/>
                  </a:lnTo>
                  <a:lnTo>
                    <a:pt x="198" y="145"/>
                  </a:lnTo>
                  <a:lnTo>
                    <a:pt x="172" y="119"/>
                  </a:lnTo>
                  <a:lnTo>
                    <a:pt x="146" y="92"/>
                  </a:lnTo>
                  <a:lnTo>
                    <a:pt x="122" y="64"/>
                  </a:lnTo>
                  <a:lnTo>
                    <a:pt x="100" y="33"/>
                  </a:lnTo>
                  <a:lnTo>
                    <a:pt x="82" y="0"/>
                  </a:lnTo>
                  <a:lnTo>
                    <a:pt x="0" y="47"/>
                  </a:lnTo>
                  <a:lnTo>
                    <a:pt x="23" y="85"/>
                  </a:lnTo>
                  <a:lnTo>
                    <a:pt x="49" y="120"/>
                  </a:lnTo>
                  <a:lnTo>
                    <a:pt x="76" y="153"/>
                  </a:lnTo>
                  <a:lnTo>
                    <a:pt x="104" y="185"/>
                  </a:lnTo>
                  <a:lnTo>
                    <a:pt x="137" y="215"/>
                  </a:lnTo>
                  <a:lnTo>
                    <a:pt x="170" y="241"/>
                  </a:lnTo>
                  <a:lnTo>
                    <a:pt x="204" y="267"/>
                  </a:lnTo>
                  <a:lnTo>
                    <a:pt x="240" y="289"/>
                  </a:lnTo>
                  <a:lnTo>
                    <a:pt x="277" y="309"/>
                  </a:lnTo>
                  <a:lnTo>
                    <a:pt x="317" y="329"/>
                  </a:lnTo>
                  <a:lnTo>
                    <a:pt x="358" y="344"/>
                  </a:lnTo>
                  <a:lnTo>
                    <a:pt x="400" y="357"/>
                  </a:lnTo>
                  <a:lnTo>
                    <a:pt x="444" y="367"/>
                  </a:lnTo>
                  <a:lnTo>
                    <a:pt x="488" y="374"/>
                  </a:lnTo>
                  <a:lnTo>
                    <a:pt x="534" y="380"/>
                  </a:lnTo>
                  <a:lnTo>
                    <a:pt x="580" y="383"/>
                  </a:lnTo>
                  <a:lnTo>
                    <a:pt x="581" y="383"/>
                  </a:lnTo>
                  <a:lnTo>
                    <a:pt x="580" y="383"/>
                  </a:lnTo>
                  <a:lnTo>
                    <a:pt x="600" y="379"/>
                  </a:lnTo>
                  <a:lnTo>
                    <a:pt x="615" y="369"/>
                  </a:lnTo>
                  <a:lnTo>
                    <a:pt x="624" y="353"/>
                  </a:lnTo>
                  <a:lnTo>
                    <a:pt x="628" y="337"/>
                  </a:lnTo>
                  <a:lnTo>
                    <a:pt x="625" y="319"/>
                  </a:lnTo>
                  <a:lnTo>
                    <a:pt x="617" y="304"/>
                  </a:lnTo>
                  <a:lnTo>
                    <a:pt x="602" y="294"/>
                  </a:lnTo>
                  <a:lnTo>
                    <a:pt x="582" y="289"/>
                  </a:lnTo>
                  <a:lnTo>
                    <a:pt x="581" y="28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13015" name="Freeform 33"/>
            <p:cNvSpPr>
              <a:spLocks/>
            </p:cNvSpPr>
            <p:nvPr/>
          </p:nvSpPr>
          <p:spPr bwMode="auto">
            <a:xfrm>
              <a:off x="1587" y="1880"/>
              <a:ext cx="85" cy="49"/>
            </a:xfrm>
            <a:custGeom>
              <a:avLst/>
              <a:gdLst>
                <a:gd name="T0" fmla="*/ 3 w 426"/>
                <a:gd name="T1" fmla="*/ 0 h 245"/>
                <a:gd name="T2" fmla="*/ 3 w 426"/>
                <a:gd name="T3" fmla="*/ 0 h 245"/>
                <a:gd name="T4" fmla="*/ 3 w 426"/>
                <a:gd name="T5" fmla="*/ 0 h 245"/>
                <a:gd name="T6" fmla="*/ 3 w 426"/>
                <a:gd name="T7" fmla="*/ 0 h 245"/>
                <a:gd name="T8" fmla="*/ 2 w 426"/>
                <a:gd name="T9" fmla="*/ 0 h 245"/>
                <a:gd name="T10" fmla="*/ 2 w 426"/>
                <a:gd name="T11" fmla="*/ 0 h 245"/>
                <a:gd name="T12" fmla="*/ 2 w 426"/>
                <a:gd name="T13" fmla="*/ 0 h 245"/>
                <a:gd name="T14" fmla="*/ 2 w 426"/>
                <a:gd name="T15" fmla="*/ 0 h 245"/>
                <a:gd name="T16" fmla="*/ 1 w 426"/>
                <a:gd name="T17" fmla="*/ 0 h 245"/>
                <a:gd name="T18" fmla="*/ 1 w 426"/>
                <a:gd name="T19" fmla="*/ 1 h 245"/>
                <a:gd name="T20" fmla="*/ 1 w 426"/>
                <a:gd name="T21" fmla="*/ 1 h 245"/>
                <a:gd name="T22" fmla="*/ 1 w 426"/>
                <a:gd name="T23" fmla="*/ 1 h 245"/>
                <a:gd name="T24" fmla="*/ 0 w 426"/>
                <a:gd name="T25" fmla="*/ 1 h 245"/>
                <a:gd name="T26" fmla="*/ 0 w 426"/>
                <a:gd name="T27" fmla="*/ 1 h 245"/>
                <a:gd name="T28" fmla="*/ 0 w 426"/>
                <a:gd name="T29" fmla="*/ 1 h 245"/>
                <a:gd name="T30" fmla="*/ 0 w 426"/>
                <a:gd name="T31" fmla="*/ 2 h 245"/>
                <a:gd name="T32" fmla="*/ 0 w 426"/>
                <a:gd name="T33" fmla="*/ 2 h 245"/>
                <a:gd name="T34" fmla="*/ 0 w 426"/>
                <a:gd name="T35" fmla="*/ 2 h 245"/>
                <a:gd name="T36" fmla="*/ 0 w 426"/>
                <a:gd name="T37" fmla="*/ 2 h 245"/>
                <a:gd name="T38" fmla="*/ 0 w 426"/>
                <a:gd name="T39" fmla="*/ 2 h 245"/>
                <a:gd name="T40" fmla="*/ 0 w 426"/>
                <a:gd name="T41" fmla="*/ 2 h 245"/>
                <a:gd name="T42" fmla="*/ 0 w 426"/>
                <a:gd name="T43" fmla="*/ 1 h 245"/>
                <a:gd name="T44" fmla="*/ 0 w 426"/>
                <a:gd name="T45" fmla="*/ 1 h 245"/>
                <a:gd name="T46" fmla="*/ 0 w 426"/>
                <a:gd name="T47" fmla="*/ 1 h 245"/>
                <a:gd name="T48" fmla="*/ 1 w 426"/>
                <a:gd name="T49" fmla="*/ 1 h 245"/>
                <a:gd name="T50" fmla="*/ 1 w 426"/>
                <a:gd name="T51" fmla="*/ 1 h 245"/>
                <a:gd name="T52" fmla="*/ 1 w 426"/>
                <a:gd name="T53" fmla="*/ 1 h 245"/>
                <a:gd name="T54" fmla="*/ 1 w 426"/>
                <a:gd name="T55" fmla="*/ 1 h 245"/>
                <a:gd name="T56" fmla="*/ 2 w 426"/>
                <a:gd name="T57" fmla="*/ 0 h 245"/>
                <a:gd name="T58" fmla="*/ 2 w 426"/>
                <a:gd name="T59" fmla="*/ 0 h 245"/>
                <a:gd name="T60" fmla="*/ 2 w 426"/>
                <a:gd name="T61" fmla="*/ 0 h 245"/>
                <a:gd name="T62" fmla="*/ 2 w 426"/>
                <a:gd name="T63" fmla="*/ 0 h 245"/>
                <a:gd name="T64" fmla="*/ 3 w 426"/>
                <a:gd name="T65" fmla="*/ 0 h 245"/>
                <a:gd name="T66" fmla="*/ 3 w 426"/>
                <a:gd name="T67" fmla="*/ 0 h 245"/>
                <a:gd name="T68" fmla="*/ 3 w 426"/>
                <a:gd name="T69" fmla="*/ 0 h 245"/>
                <a:gd name="T70" fmla="*/ 3 w 426"/>
                <a:gd name="T71" fmla="*/ 0 h 245"/>
                <a:gd name="T72" fmla="*/ 3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426" y="0"/>
                  </a:moveTo>
                  <a:lnTo>
                    <a:pt x="426" y="0"/>
                  </a:lnTo>
                  <a:lnTo>
                    <a:pt x="384" y="1"/>
                  </a:lnTo>
                  <a:lnTo>
                    <a:pt x="340" y="4"/>
                  </a:lnTo>
                  <a:lnTo>
                    <a:pt x="300" y="10"/>
                  </a:lnTo>
                  <a:lnTo>
                    <a:pt x="262" y="18"/>
                  </a:lnTo>
                  <a:lnTo>
                    <a:pt x="224" y="29"/>
                  </a:lnTo>
                  <a:lnTo>
                    <a:pt x="189" y="41"/>
                  </a:lnTo>
                  <a:lnTo>
                    <a:pt x="157" y="55"/>
                  </a:lnTo>
                  <a:lnTo>
                    <a:pt x="126" y="70"/>
                  </a:lnTo>
                  <a:lnTo>
                    <a:pt x="99" y="89"/>
                  </a:lnTo>
                  <a:lnTo>
                    <a:pt x="74" y="106"/>
                  </a:lnTo>
                  <a:lnTo>
                    <a:pt x="52" y="126"/>
                  </a:lnTo>
                  <a:lnTo>
                    <a:pt x="34" y="148"/>
                  </a:lnTo>
                  <a:lnTo>
                    <a:pt x="19" y="171"/>
                  </a:lnTo>
                  <a:lnTo>
                    <a:pt x="9" y="194"/>
                  </a:lnTo>
                  <a:lnTo>
                    <a:pt x="3" y="219"/>
                  </a:lnTo>
                  <a:lnTo>
                    <a:pt x="0" y="245"/>
                  </a:lnTo>
                  <a:lnTo>
                    <a:pt x="12" y="245"/>
                  </a:lnTo>
                  <a:lnTo>
                    <a:pt x="15" y="221"/>
                  </a:lnTo>
                  <a:lnTo>
                    <a:pt x="20" y="199"/>
                  </a:lnTo>
                  <a:lnTo>
                    <a:pt x="31" y="178"/>
                  </a:lnTo>
                  <a:lnTo>
                    <a:pt x="44" y="156"/>
                  </a:lnTo>
                  <a:lnTo>
                    <a:pt x="61" y="136"/>
                  </a:lnTo>
                  <a:lnTo>
                    <a:pt x="81" y="116"/>
                  </a:lnTo>
                  <a:lnTo>
                    <a:pt x="106" y="98"/>
                  </a:lnTo>
                  <a:lnTo>
                    <a:pt x="133" y="82"/>
                  </a:lnTo>
                  <a:lnTo>
                    <a:pt x="162" y="66"/>
                  </a:lnTo>
                  <a:lnTo>
                    <a:pt x="194" y="52"/>
                  </a:lnTo>
                  <a:lnTo>
                    <a:pt x="229" y="41"/>
                  </a:lnTo>
                  <a:lnTo>
                    <a:pt x="264" y="30"/>
                  </a:lnTo>
                  <a:lnTo>
                    <a:pt x="303" y="22"/>
                  </a:lnTo>
                  <a:lnTo>
                    <a:pt x="343" y="16"/>
                  </a:lnTo>
                  <a:lnTo>
                    <a:pt x="384" y="12"/>
                  </a:lnTo>
                  <a:lnTo>
                    <a:pt x="426" y="11"/>
                  </a:lnTo>
                  <a:lnTo>
                    <a:pt x="42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13016" name="Freeform 34"/>
            <p:cNvSpPr>
              <a:spLocks/>
            </p:cNvSpPr>
            <p:nvPr/>
          </p:nvSpPr>
          <p:spPr bwMode="auto">
            <a:xfrm>
              <a:off x="1587" y="1929"/>
              <a:ext cx="85" cy="49"/>
            </a:xfrm>
            <a:custGeom>
              <a:avLst/>
              <a:gdLst>
                <a:gd name="T0" fmla="*/ 0 w 426"/>
                <a:gd name="T1" fmla="*/ 0 h 245"/>
                <a:gd name="T2" fmla="*/ 0 w 426"/>
                <a:gd name="T3" fmla="*/ 0 h 245"/>
                <a:gd name="T4" fmla="*/ 0 w 426"/>
                <a:gd name="T5" fmla="*/ 0 h 245"/>
                <a:gd name="T6" fmla="*/ 0 w 426"/>
                <a:gd name="T7" fmla="*/ 0 h 245"/>
                <a:gd name="T8" fmla="*/ 0 w 426"/>
                <a:gd name="T9" fmla="*/ 1 h 245"/>
                <a:gd name="T10" fmla="*/ 0 w 426"/>
                <a:gd name="T11" fmla="*/ 1 h 245"/>
                <a:gd name="T12" fmla="*/ 0 w 426"/>
                <a:gd name="T13" fmla="*/ 1 h 245"/>
                <a:gd name="T14" fmla="*/ 1 w 426"/>
                <a:gd name="T15" fmla="*/ 1 h 245"/>
                <a:gd name="T16" fmla="*/ 1 w 426"/>
                <a:gd name="T17" fmla="*/ 1 h 245"/>
                <a:gd name="T18" fmla="*/ 1 w 426"/>
                <a:gd name="T19" fmla="*/ 1 h 245"/>
                <a:gd name="T20" fmla="*/ 1 w 426"/>
                <a:gd name="T21" fmla="*/ 2 h 245"/>
                <a:gd name="T22" fmla="*/ 2 w 426"/>
                <a:gd name="T23" fmla="*/ 2 h 245"/>
                <a:gd name="T24" fmla="*/ 2 w 426"/>
                <a:gd name="T25" fmla="*/ 2 h 245"/>
                <a:gd name="T26" fmla="*/ 2 w 426"/>
                <a:gd name="T27" fmla="*/ 2 h 245"/>
                <a:gd name="T28" fmla="*/ 2 w 426"/>
                <a:gd name="T29" fmla="*/ 2 h 245"/>
                <a:gd name="T30" fmla="*/ 3 w 426"/>
                <a:gd name="T31" fmla="*/ 2 h 245"/>
                <a:gd name="T32" fmla="*/ 3 w 426"/>
                <a:gd name="T33" fmla="*/ 2 h 245"/>
                <a:gd name="T34" fmla="*/ 3 w 426"/>
                <a:gd name="T35" fmla="*/ 2 h 245"/>
                <a:gd name="T36" fmla="*/ 3 w 426"/>
                <a:gd name="T37" fmla="*/ 2 h 245"/>
                <a:gd name="T38" fmla="*/ 3 w 426"/>
                <a:gd name="T39" fmla="*/ 2 h 245"/>
                <a:gd name="T40" fmla="*/ 3 w 426"/>
                <a:gd name="T41" fmla="*/ 2 h 245"/>
                <a:gd name="T42" fmla="*/ 2 w 426"/>
                <a:gd name="T43" fmla="*/ 2 h 245"/>
                <a:gd name="T44" fmla="*/ 2 w 426"/>
                <a:gd name="T45" fmla="*/ 2 h 245"/>
                <a:gd name="T46" fmla="*/ 2 w 426"/>
                <a:gd name="T47" fmla="*/ 2 h 245"/>
                <a:gd name="T48" fmla="*/ 2 w 426"/>
                <a:gd name="T49" fmla="*/ 2 h 245"/>
                <a:gd name="T50" fmla="*/ 1 w 426"/>
                <a:gd name="T51" fmla="*/ 1 h 245"/>
                <a:gd name="T52" fmla="*/ 1 w 426"/>
                <a:gd name="T53" fmla="*/ 1 h 245"/>
                <a:gd name="T54" fmla="*/ 1 w 426"/>
                <a:gd name="T55" fmla="*/ 1 h 245"/>
                <a:gd name="T56" fmla="*/ 1 w 426"/>
                <a:gd name="T57" fmla="*/ 1 h 245"/>
                <a:gd name="T58" fmla="*/ 0 w 426"/>
                <a:gd name="T59" fmla="*/ 1 h 245"/>
                <a:gd name="T60" fmla="*/ 0 w 426"/>
                <a:gd name="T61" fmla="*/ 1 h 245"/>
                <a:gd name="T62" fmla="*/ 0 w 426"/>
                <a:gd name="T63" fmla="*/ 1 h 245"/>
                <a:gd name="T64" fmla="*/ 0 w 426"/>
                <a:gd name="T65" fmla="*/ 0 h 245"/>
                <a:gd name="T66" fmla="*/ 0 w 426"/>
                <a:gd name="T67" fmla="*/ 0 h 245"/>
                <a:gd name="T68" fmla="*/ 0 w 426"/>
                <a:gd name="T69" fmla="*/ 0 h 245"/>
                <a:gd name="T70" fmla="*/ 0 w 426"/>
                <a:gd name="T71" fmla="*/ 0 h 245"/>
                <a:gd name="T72" fmla="*/ 0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0" y="0"/>
                  </a:moveTo>
                  <a:lnTo>
                    <a:pt x="0" y="0"/>
                  </a:lnTo>
                  <a:lnTo>
                    <a:pt x="3" y="25"/>
                  </a:lnTo>
                  <a:lnTo>
                    <a:pt x="9" y="50"/>
                  </a:lnTo>
                  <a:lnTo>
                    <a:pt x="19" y="73"/>
                  </a:lnTo>
                  <a:lnTo>
                    <a:pt x="34" y="96"/>
                  </a:lnTo>
                  <a:lnTo>
                    <a:pt x="52" y="118"/>
                  </a:lnTo>
                  <a:lnTo>
                    <a:pt x="74" y="138"/>
                  </a:lnTo>
                  <a:lnTo>
                    <a:pt x="99" y="156"/>
                  </a:lnTo>
                  <a:lnTo>
                    <a:pt x="126" y="174"/>
                  </a:lnTo>
                  <a:lnTo>
                    <a:pt x="157" y="190"/>
                  </a:lnTo>
                  <a:lnTo>
                    <a:pt x="189" y="204"/>
                  </a:lnTo>
                  <a:lnTo>
                    <a:pt x="224" y="215"/>
                  </a:lnTo>
                  <a:lnTo>
                    <a:pt x="262" y="226"/>
                  </a:lnTo>
                  <a:lnTo>
                    <a:pt x="300" y="234"/>
                  </a:lnTo>
                  <a:lnTo>
                    <a:pt x="340" y="240"/>
                  </a:lnTo>
                  <a:lnTo>
                    <a:pt x="384" y="244"/>
                  </a:lnTo>
                  <a:lnTo>
                    <a:pt x="426" y="245"/>
                  </a:lnTo>
                  <a:lnTo>
                    <a:pt x="426" y="233"/>
                  </a:lnTo>
                  <a:lnTo>
                    <a:pt x="384" y="232"/>
                  </a:lnTo>
                  <a:lnTo>
                    <a:pt x="343" y="228"/>
                  </a:lnTo>
                  <a:lnTo>
                    <a:pt x="303" y="222"/>
                  </a:lnTo>
                  <a:lnTo>
                    <a:pt x="264" y="214"/>
                  </a:lnTo>
                  <a:lnTo>
                    <a:pt x="229" y="204"/>
                  </a:lnTo>
                  <a:lnTo>
                    <a:pt x="194" y="192"/>
                  </a:lnTo>
                  <a:lnTo>
                    <a:pt x="162" y="178"/>
                  </a:lnTo>
                  <a:lnTo>
                    <a:pt x="133" y="163"/>
                  </a:lnTo>
                  <a:lnTo>
                    <a:pt x="106" y="146"/>
                  </a:lnTo>
                  <a:lnTo>
                    <a:pt x="81" y="129"/>
                  </a:lnTo>
                  <a:lnTo>
                    <a:pt x="61" y="109"/>
                  </a:lnTo>
                  <a:lnTo>
                    <a:pt x="44" y="89"/>
                  </a:lnTo>
                  <a:lnTo>
                    <a:pt x="31" y="66"/>
                  </a:lnTo>
                  <a:lnTo>
                    <a:pt x="20" y="45"/>
                  </a:lnTo>
                  <a:lnTo>
                    <a:pt x="15" y="2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13017" name="Freeform 35"/>
            <p:cNvSpPr>
              <a:spLocks/>
            </p:cNvSpPr>
            <p:nvPr/>
          </p:nvSpPr>
          <p:spPr bwMode="auto">
            <a:xfrm>
              <a:off x="878" y="1448"/>
              <a:ext cx="792" cy="954"/>
            </a:xfrm>
            <a:custGeom>
              <a:avLst/>
              <a:gdLst>
                <a:gd name="T0" fmla="*/ 13 w 3960"/>
                <a:gd name="T1" fmla="*/ 38 h 4768"/>
                <a:gd name="T2" fmla="*/ 14 w 3960"/>
                <a:gd name="T3" fmla="*/ 38 h 4768"/>
                <a:gd name="T4" fmla="*/ 15 w 3960"/>
                <a:gd name="T5" fmla="*/ 38 h 4768"/>
                <a:gd name="T6" fmla="*/ 15 w 3960"/>
                <a:gd name="T7" fmla="*/ 38 h 4768"/>
                <a:gd name="T8" fmla="*/ 16 w 3960"/>
                <a:gd name="T9" fmla="*/ 38 h 4768"/>
                <a:gd name="T10" fmla="*/ 17 w 3960"/>
                <a:gd name="T11" fmla="*/ 38 h 4768"/>
                <a:gd name="T12" fmla="*/ 17 w 3960"/>
                <a:gd name="T13" fmla="*/ 38 h 4768"/>
                <a:gd name="T14" fmla="*/ 18 w 3960"/>
                <a:gd name="T15" fmla="*/ 38 h 4768"/>
                <a:gd name="T16" fmla="*/ 18 w 3960"/>
                <a:gd name="T17" fmla="*/ 38 h 4768"/>
                <a:gd name="T18" fmla="*/ 29 w 3960"/>
                <a:gd name="T19" fmla="*/ 30 h 4768"/>
                <a:gd name="T20" fmla="*/ 30 w 3960"/>
                <a:gd name="T21" fmla="*/ 30 h 4768"/>
                <a:gd name="T22" fmla="*/ 30 w 3960"/>
                <a:gd name="T23" fmla="*/ 29 h 4768"/>
                <a:gd name="T24" fmla="*/ 31 w 3960"/>
                <a:gd name="T25" fmla="*/ 28 h 4768"/>
                <a:gd name="T26" fmla="*/ 31 w 3960"/>
                <a:gd name="T27" fmla="*/ 28 h 4768"/>
                <a:gd name="T28" fmla="*/ 31 w 3960"/>
                <a:gd name="T29" fmla="*/ 27 h 4768"/>
                <a:gd name="T30" fmla="*/ 32 w 3960"/>
                <a:gd name="T31" fmla="*/ 26 h 4768"/>
                <a:gd name="T32" fmla="*/ 32 w 3960"/>
                <a:gd name="T33" fmla="*/ 25 h 4768"/>
                <a:gd name="T34" fmla="*/ 32 w 3960"/>
                <a:gd name="T35" fmla="*/ 11 h 4768"/>
                <a:gd name="T36" fmla="*/ 32 w 3960"/>
                <a:gd name="T37" fmla="*/ 10 h 4768"/>
                <a:gd name="T38" fmla="*/ 31 w 3960"/>
                <a:gd name="T39" fmla="*/ 9 h 4768"/>
                <a:gd name="T40" fmla="*/ 31 w 3960"/>
                <a:gd name="T41" fmla="*/ 9 h 4768"/>
                <a:gd name="T42" fmla="*/ 31 w 3960"/>
                <a:gd name="T43" fmla="*/ 8 h 4768"/>
                <a:gd name="T44" fmla="*/ 31 w 3960"/>
                <a:gd name="T45" fmla="*/ 8 h 4768"/>
                <a:gd name="T46" fmla="*/ 30 w 3960"/>
                <a:gd name="T47" fmla="*/ 7 h 4768"/>
                <a:gd name="T48" fmla="*/ 30 w 3960"/>
                <a:gd name="T49" fmla="*/ 7 h 4768"/>
                <a:gd name="T50" fmla="*/ 29 w 3960"/>
                <a:gd name="T51" fmla="*/ 6 h 4768"/>
                <a:gd name="T52" fmla="*/ 19 w 3960"/>
                <a:gd name="T53" fmla="*/ 1 h 4768"/>
                <a:gd name="T54" fmla="*/ 18 w 3960"/>
                <a:gd name="T55" fmla="*/ 0 h 4768"/>
                <a:gd name="T56" fmla="*/ 17 w 3960"/>
                <a:gd name="T57" fmla="*/ 0 h 4768"/>
                <a:gd name="T58" fmla="*/ 17 w 3960"/>
                <a:gd name="T59" fmla="*/ 0 h 4768"/>
                <a:gd name="T60" fmla="*/ 16 w 3960"/>
                <a:gd name="T61" fmla="*/ 0 h 4768"/>
                <a:gd name="T62" fmla="*/ 15 w 3960"/>
                <a:gd name="T63" fmla="*/ 0 h 4768"/>
                <a:gd name="T64" fmla="*/ 14 w 3960"/>
                <a:gd name="T65" fmla="*/ 0 h 4768"/>
                <a:gd name="T66" fmla="*/ 14 w 3960"/>
                <a:gd name="T67" fmla="*/ 0 h 4768"/>
                <a:gd name="T68" fmla="*/ 2 w 3960"/>
                <a:gd name="T69" fmla="*/ 6 h 4768"/>
                <a:gd name="T70" fmla="*/ 2 w 3960"/>
                <a:gd name="T71" fmla="*/ 7 h 4768"/>
                <a:gd name="T72" fmla="*/ 1 w 3960"/>
                <a:gd name="T73" fmla="*/ 7 h 4768"/>
                <a:gd name="T74" fmla="*/ 1 w 3960"/>
                <a:gd name="T75" fmla="*/ 8 h 4768"/>
                <a:gd name="T76" fmla="*/ 1 w 3960"/>
                <a:gd name="T77" fmla="*/ 8 h 4768"/>
                <a:gd name="T78" fmla="*/ 0 w 3960"/>
                <a:gd name="T79" fmla="*/ 9 h 4768"/>
                <a:gd name="T80" fmla="*/ 0 w 3960"/>
                <a:gd name="T81" fmla="*/ 9 h 4768"/>
                <a:gd name="T82" fmla="*/ 0 w 3960"/>
                <a:gd name="T83" fmla="*/ 10 h 4768"/>
                <a:gd name="T84" fmla="*/ 0 w 3960"/>
                <a:gd name="T85" fmla="*/ 11 h 4768"/>
                <a:gd name="T86" fmla="*/ 0 w 3960"/>
                <a:gd name="T87" fmla="*/ 25 h 4768"/>
                <a:gd name="T88" fmla="*/ 0 w 3960"/>
                <a:gd name="T89" fmla="*/ 26 h 4768"/>
                <a:gd name="T90" fmla="*/ 0 w 3960"/>
                <a:gd name="T91" fmla="*/ 27 h 4768"/>
                <a:gd name="T92" fmla="*/ 1 w 3960"/>
                <a:gd name="T93" fmla="*/ 28 h 4768"/>
                <a:gd name="T94" fmla="*/ 1 w 3960"/>
                <a:gd name="T95" fmla="*/ 29 h 4768"/>
                <a:gd name="T96" fmla="*/ 1 w 3960"/>
                <a:gd name="T97" fmla="*/ 29 h 4768"/>
                <a:gd name="T98" fmla="*/ 2 w 3960"/>
                <a:gd name="T99" fmla="*/ 30 h 4768"/>
                <a:gd name="T100" fmla="*/ 3 w 3960"/>
                <a:gd name="T101" fmla="*/ 31 h 4768"/>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w 3960"/>
                <a:gd name="T154" fmla="*/ 0 h 4768"/>
                <a:gd name="T155" fmla="*/ 3960 w 3960"/>
                <a:gd name="T156" fmla="*/ 4768 h 4768"/>
              </a:gdLst>
              <a:ahLst/>
              <a:cxnLst>
                <a:cxn ang="T102">
                  <a:pos x="T0" y="T1"/>
                </a:cxn>
                <a:cxn ang="T103">
                  <a:pos x="T2" y="T3"/>
                </a:cxn>
                <a:cxn ang="T104">
                  <a:pos x="T4" y="T5"/>
                </a:cxn>
                <a:cxn ang="T105">
                  <a:pos x="T6" y="T7"/>
                </a:cxn>
                <a:cxn ang="T106">
                  <a:pos x="T8" y="T9"/>
                </a:cxn>
                <a:cxn ang="T107">
                  <a:pos x="T10" y="T11"/>
                </a:cxn>
                <a:cxn ang="T108">
                  <a:pos x="T12" y="T13"/>
                </a:cxn>
                <a:cxn ang="T109">
                  <a:pos x="T14" y="T15"/>
                </a:cxn>
                <a:cxn ang="T110">
                  <a:pos x="T16" y="T17"/>
                </a:cxn>
                <a:cxn ang="T111">
                  <a:pos x="T18" y="T19"/>
                </a:cxn>
                <a:cxn ang="T112">
                  <a:pos x="T20" y="T21"/>
                </a:cxn>
                <a:cxn ang="T113">
                  <a:pos x="T22" y="T23"/>
                </a:cxn>
                <a:cxn ang="T114">
                  <a:pos x="T24" y="T25"/>
                </a:cxn>
                <a:cxn ang="T115">
                  <a:pos x="T26" y="T27"/>
                </a:cxn>
                <a:cxn ang="T116">
                  <a:pos x="T28" y="T29"/>
                </a:cxn>
                <a:cxn ang="T117">
                  <a:pos x="T30" y="T31"/>
                </a:cxn>
                <a:cxn ang="T118">
                  <a:pos x="T32" y="T33"/>
                </a:cxn>
                <a:cxn ang="T119">
                  <a:pos x="T34" y="T35"/>
                </a:cxn>
                <a:cxn ang="T120">
                  <a:pos x="T36" y="T37"/>
                </a:cxn>
                <a:cxn ang="T121">
                  <a:pos x="T38" y="T39"/>
                </a:cxn>
                <a:cxn ang="T122">
                  <a:pos x="T40" y="T41"/>
                </a:cxn>
                <a:cxn ang="T123">
                  <a:pos x="T42" y="T43"/>
                </a:cxn>
                <a:cxn ang="T124">
                  <a:pos x="T44" y="T45"/>
                </a:cxn>
                <a:cxn ang="T125">
                  <a:pos x="T46" y="T47"/>
                </a:cxn>
                <a:cxn ang="T126">
                  <a:pos x="T48" y="T49"/>
                </a:cxn>
                <a:cxn ang="T127">
                  <a:pos x="T50" y="T51"/>
                </a:cxn>
                <a:cxn ang="T128">
                  <a:pos x="T52" y="T53"/>
                </a:cxn>
                <a:cxn ang="T129">
                  <a:pos x="T54" y="T55"/>
                </a:cxn>
                <a:cxn ang="T130">
                  <a:pos x="T56" y="T57"/>
                </a:cxn>
                <a:cxn ang="T131">
                  <a:pos x="T58" y="T59"/>
                </a:cxn>
                <a:cxn ang="T132">
                  <a:pos x="T60" y="T61"/>
                </a:cxn>
                <a:cxn ang="T133">
                  <a:pos x="T62" y="T63"/>
                </a:cxn>
                <a:cxn ang="T134">
                  <a:pos x="T64" y="T65"/>
                </a:cxn>
                <a:cxn ang="T135">
                  <a:pos x="T66" y="T67"/>
                </a:cxn>
                <a:cxn ang="T136">
                  <a:pos x="T68" y="T69"/>
                </a:cxn>
                <a:cxn ang="T137">
                  <a:pos x="T70" y="T71"/>
                </a:cxn>
                <a:cxn ang="T138">
                  <a:pos x="T72" y="T73"/>
                </a:cxn>
                <a:cxn ang="T139">
                  <a:pos x="T74" y="T75"/>
                </a:cxn>
                <a:cxn ang="T140">
                  <a:pos x="T76" y="T77"/>
                </a:cxn>
                <a:cxn ang="T141">
                  <a:pos x="T78" y="T79"/>
                </a:cxn>
                <a:cxn ang="T142">
                  <a:pos x="T80" y="T81"/>
                </a:cxn>
                <a:cxn ang="T143">
                  <a:pos x="T82" y="T83"/>
                </a:cxn>
                <a:cxn ang="T144">
                  <a:pos x="T84" y="T85"/>
                </a:cxn>
                <a:cxn ang="T145">
                  <a:pos x="T86" y="T87"/>
                </a:cxn>
                <a:cxn ang="T146">
                  <a:pos x="T88" y="T89"/>
                </a:cxn>
                <a:cxn ang="T147">
                  <a:pos x="T90" y="T91"/>
                </a:cxn>
                <a:cxn ang="T148">
                  <a:pos x="T92" y="T93"/>
                </a:cxn>
                <a:cxn ang="T149">
                  <a:pos x="T94" y="T95"/>
                </a:cxn>
                <a:cxn ang="T150">
                  <a:pos x="T96" y="T97"/>
                </a:cxn>
                <a:cxn ang="T151">
                  <a:pos x="T98" y="T99"/>
                </a:cxn>
                <a:cxn ang="T152">
                  <a:pos x="T100" y="T101"/>
                </a:cxn>
              </a:cxnLst>
              <a:rect l="T153" t="T154" r="T155" b="T156"/>
              <a:pathLst>
                <a:path w="3960" h="4768">
                  <a:moveTo>
                    <a:pt x="353" y="3849"/>
                  </a:moveTo>
                  <a:lnTo>
                    <a:pt x="1661" y="4700"/>
                  </a:lnTo>
                  <a:lnTo>
                    <a:pt x="1697" y="4717"/>
                  </a:lnTo>
                  <a:lnTo>
                    <a:pt x="1736" y="4731"/>
                  </a:lnTo>
                  <a:lnTo>
                    <a:pt x="1776" y="4742"/>
                  </a:lnTo>
                  <a:lnTo>
                    <a:pt x="1818" y="4753"/>
                  </a:lnTo>
                  <a:lnTo>
                    <a:pt x="1860" y="4760"/>
                  </a:lnTo>
                  <a:lnTo>
                    <a:pt x="1902" y="4765"/>
                  </a:lnTo>
                  <a:lnTo>
                    <a:pt x="1946" y="4768"/>
                  </a:lnTo>
                  <a:lnTo>
                    <a:pt x="1988" y="4768"/>
                  </a:lnTo>
                  <a:lnTo>
                    <a:pt x="2031" y="4767"/>
                  </a:lnTo>
                  <a:lnTo>
                    <a:pt x="2073" y="4763"/>
                  </a:lnTo>
                  <a:lnTo>
                    <a:pt x="2114" y="4758"/>
                  </a:lnTo>
                  <a:lnTo>
                    <a:pt x="2154" y="4751"/>
                  </a:lnTo>
                  <a:lnTo>
                    <a:pt x="2193" y="4740"/>
                  </a:lnTo>
                  <a:lnTo>
                    <a:pt x="2230" y="4729"/>
                  </a:lnTo>
                  <a:lnTo>
                    <a:pt x="2264" y="4715"/>
                  </a:lnTo>
                  <a:lnTo>
                    <a:pt x="2297" y="4700"/>
                  </a:lnTo>
                  <a:lnTo>
                    <a:pt x="3639" y="3825"/>
                  </a:lnTo>
                  <a:lnTo>
                    <a:pt x="3673" y="3795"/>
                  </a:lnTo>
                  <a:lnTo>
                    <a:pt x="3707" y="3761"/>
                  </a:lnTo>
                  <a:lnTo>
                    <a:pt x="3738" y="3725"/>
                  </a:lnTo>
                  <a:lnTo>
                    <a:pt x="3768" y="3685"/>
                  </a:lnTo>
                  <a:lnTo>
                    <a:pt x="3796" y="3644"/>
                  </a:lnTo>
                  <a:lnTo>
                    <a:pt x="3821" y="3599"/>
                  </a:lnTo>
                  <a:lnTo>
                    <a:pt x="3846" y="3553"/>
                  </a:lnTo>
                  <a:lnTo>
                    <a:pt x="3868" y="3505"/>
                  </a:lnTo>
                  <a:lnTo>
                    <a:pt x="3888" y="3456"/>
                  </a:lnTo>
                  <a:lnTo>
                    <a:pt x="3907" y="3406"/>
                  </a:lnTo>
                  <a:lnTo>
                    <a:pt x="3922" y="3354"/>
                  </a:lnTo>
                  <a:lnTo>
                    <a:pt x="3935" y="3303"/>
                  </a:lnTo>
                  <a:lnTo>
                    <a:pt x="3946" y="3250"/>
                  </a:lnTo>
                  <a:lnTo>
                    <a:pt x="3953" y="3197"/>
                  </a:lnTo>
                  <a:lnTo>
                    <a:pt x="3957" y="3144"/>
                  </a:lnTo>
                  <a:lnTo>
                    <a:pt x="3960" y="3092"/>
                  </a:lnTo>
                  <a:lnTo>
                    <a:pt x="3959" y="1313"/>
                  </a:lnTo>
                  <a:lnTo>
                    <a:pt x="3955" y="1271"/>
                  </a:lnTo>
                  <a:lnTo>
                    <a:pt x="3949" y="1229"/>
                  </a:lnTo>
                  <a:lnTo>
                    <a:pt x="3941" y="1189"/>
                  </a:lnTo>
                  <a:lnTo>
                    <a:pt x="3930" y="1149"/>
                  </a:lnTo>
                  <a:lnTo>
                    <a:pt x="3918" y="1111"/>
                  </a:lnTo>
                  <a:lnTo>
                    <a:pt x="3902" y="1075"/>
                  </a:lnTo>
                  <a:lnTo>
                    <a:pt x="3886" y="1040"/>
                  </a:lnTo>
                  <a:lnTo>
                    <a:pt x="3867" y="1006"/>
                  </a:lnTo>
                  <a:lnTo>
                    <a:pt x="3846" y="973"/>
                  </a:lnTo>
                  <a:lnTo>
                    <a:pt x="3823" y="942"/>
                  </a:lnTo>
                  <a:lnTo>
                    <a:pt x="3798" y="913"/>
                  </a:lnTo>
                  <a:lnTo>
                    <a:pt x="3771" y="886"/>
                  </a:lnTo>
                  <a:lnTo>
                    <a:pt x="3743" y="860"/>
                  </a:lnTo>
                  <a:lnTo>
                    <a:pt x="3714" y="837"/>
                  </a:lnTo>
                  <a:lnTo>
                    <a:pt x="3682" y="816"/>
                  </a:lnTo>
                  <a:lnTo>
                    <a:pt x="3649" y="796"/>
                  </a:lnTo>
                  <a:lnTo>
                    <a:pt x="2386" y="83"/>
                  </a:lnTo>
                  <a:lnTo>
                    <a:pt x="2350" y="65"/>
                  </a:lnTo>
                  <a:lnTo>
                    <a:pt x="2310" y="50"/>
                  </a:lnTo>
                  <a:lnTo>
                    <a:pt x="2268" y="36"/>
                  </a:lnTo>
                  <a:lnTo>
                    <a:pt x="2223" y="24"/>
                  </a:lnTo>
                  <a:lnTo>
                    <a:pt x="2178" y="15"/>
                  </a:lnTo>
                  <a:lnTo>
                    <a:pt x="2131" y="8"/>
                  </a:lnTo>
                  <a:lnTo>
                    <a:pt x="2082" y="3"/>
                  </a:lnTo>
                  <a:lnTo>
                    <a:pt x="2032" y="0"/>
                  </a:lnTo>
                  <a:lnTo>
                    <a:pt x="1982" y="1"/>
                  </a:lnTo>
                  <a:lnTo>
                    <a:pt x="1933" y="3"/>
                  </a:lnTo>
                  <a:lnTo>
                    <a:pt x="1882" y="9"/>
                  </a:lnTo>
                  <a:lnTo>
                    <a:pt x="1833" y="17"/>
                  </a:lnTo>
                  <a:lnTo>
                    <a:pt x="1785" y="29"/>
                  </a:lnTo>
                  <a:lnTo>
                    <a:pt x="1737" y="43"/>
                  </a:lnTo>
                  <a:lnTo>
                    <a:pt x="1691" y="62"/>
                  </a:lnTo>
                  <a:lnTo>
                    <a:pt x="1647" y="83"/>
                  </a:lnTo>
                  <a:lnTo>
                    <a:pt x="311" y="782"/>
                  </a:lnTo>
                  <a:lnTo>
                    <a:pt x="276" y="803"/>
                  </a:lnTo>
                  <a:lnTo>
                    <a:pt x="243" y="826"/>
                  </a:lnTo>
                  <a:lnTo>
                    <a:pt x="213" y="852"/>
                  </a:lnTo>
                  <a:lnTo>
                    <a:pt x="184" y="879"/>
                  </a:lnTo>
                  <a:lnTo>
                    <a:pt x="155" y="908"/>
                  </a:lnTo>
                  <a:lnTo>
                    <a:pt x="131" y="939"/>
                  </a:lnTo>
                  <a:lnTo>
                    <a:pt x="107" y="971"/>
                  </a:lnTo>
                  <a:lnTo>
                    <a:pt x="86" y="1005"/>
                  </a:lnTo>
                  <a:lnTo>
                    <a:pt x="68" y="1040"/>
                  </a:lnTo>
                  <a:lnTo>
                    <a:pt x="50" y="1076"/>
                  </a:lnTo>
                  <a:lnTo>
                    <a:pt x="36" y="1115"/>
                  </a:lnTo>
                  <a:lnTo>
                    <a:pt x="23" y="1153"/>
                  </a:lnTo>
                  <a:lnTo>
                    <a:pt x="14" y="1195"/>
                  </a:lnTo>
                  <a:lnTo>
                    <a:pt x="7" y="1236"/>
                  </a:lnTo>
                  <a:lnTo>
                    <a:pt x="2" y="1279"/>
                  </a:lnTo>
                  <a:lnTo>
                    <a:pt x="0" y="1322"/>
                  </a:lnTo>
                  <a:lnTo>
                    <a:pt x="0" y="3093"/>
                  </a:lnTo>
                  <a:lnTo>
                    <a:pt x="2" y="3147"/>
                  </a:lnTo>
                  <a:lnTo>
                    <a:pt x="7" y="3202"/>
                  </a:lnTo>
                  <a:lnTo>
                    <a:pt x="15" y="3257"/>
                  </a:lnTo>
                  <a:lnTo>
                    <a:pt x="27" y="3312"/>
                  </a:lnTo>
                  <a:lnTo>
                    <a:pt x="42" y="3366"/>
                  </a:lnTo>
                  <a:lnTo>
                    <a:pt x="59" y="3420"/>
                  </a:lnTo>
                  <a:lnTo>
                    <a:pt x="79" y="3474"/>
                  </a:lnTo>
                  <a:lnTo>
                    <a:pt x="102" y="3525"/>
                  </a:lnTo>
                  <a:lnTo>
                    <a:pt x="127" y="3576"/>
                  </a:lnTo>
                  <a:lnTo>
                    <a:pt x="154" y="3624"/>
                  </a:lnTo>
                  <a:lnTo>
                    <a:pt x="184" y="3670"/>
                  </a:lnTo>
                  <a:lnTo>
                    <a:pt x="214" y="3712"/>
                  </a:lnTo>
                  <a:lnTo>
                    <a:pt x="247" y="3752"/>
                  </a:lnTo>
                  <a:lnTo>
                    <a:pt x="281" y="3788"/>
                  </a:lnTo>
                  <a:lnTo>
                    <a:pt x="317" y="3821"/>
                  </a:lnTo>
                  <a:lnTo>
                    <a:pt x="353" y="384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13018" name="Freeform 36"/>
            <p:cNvSpPr>
              <a:spLocks/>
            </p:cNvSpPr>
            <p:nvPr/>
          </p:nvSpPr>
          <p:spPr bwMode="auto">
            <a:xfrm>
              <a:off x="943" y="2210"/>
              <a:ext cx="276" cy="187"/>
            </a:xfrm>
            <a:custGeom>
              <a:avLst/>
              <a:gdLst>
                <a:gd name="T0" fmla="*/ 11 w 1380"/>
                <a:gd name="T1" fmla="*/ 7 h 937"/>
                <a:gd name="T2" fmla="*/ 11 w 1380"/>
                <a:gd name="T3" fmla="*/ 7 h 937"/>
                <a:gd name="T4" fmla="*/ 0 w 1380"/>
                <a:gd name="T5" fmla="*/ 0 h 937"/>
                <a:gd name="T6" fmla="*/ 0 w 1380"/>
                <a:gd name="T7" fmla="*/ 1 h 937"/>
                <a:gd name="T8" fmla="*/ 10 w 1380"/>
                <a:gd name="T9" fmla="*/ 7 h 937"/>
                <a:gd name="T10" fmla="*/ 10 w 1380"/>
                <a:gd name="T11" fmla="*/ 7 h 937"/>
                <a:gd name="T12" fmla="*/ 10 w 1380"/>
                <a:gd name="T13" fmla="*/ 7 h 937"/>
                <a:gd name="T14" fmla="*/ 11 w 1380"/>
                <a:gd name="T15" fmla="*/ 7 h 937"/>
                <a:gd name="T16" fmla="*/ 11 w 1380"/>
                <a:gd name="T17" fmla="*/ 7 h 937"/>
                <a:gd name="T18" fmla="*/ 11 w 1380"/>
                <a:gd name="T19" fmla="*/ 7 h 937"/>
                <a:gd name="T20" fmla="*/ 11 w 1380"/>
                <a:gd name="T21" fmla="*/ 7 h 937"/>
                <a:gd name="T22" fmla="*/ 11 w 1380"/>
                <a:gd name="T23" fmla="*/ 7 h 937"/>
                <a:gd name="T24" fmla="*/ 11 w 1380"/>
                <a:gd name="T25" fmla="*/ 7 h 937"/>
                <a:gd name="T26" fmla="*/ 11 w 1380"/>
                <a:gd name="T27" fmla="*/ 7 h 937"/>
                <a:gd name="T28" fmla="*/ 11 w 1380"/>
                <a:gd name="T29" fmla="*/ 7 h 937"/>
                <a:gd name="T30" fmla="*/ 11 w 1380"/>
                <a:gd name="T31" fmla="*/ 7 h 93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80"/>
                <a:gd name="T49" fmla="*/ 0 h 937"/>
                <a:gd name="T50" fmla="*/ 1380 w 1380"/>
                <a:gd name="T51" fmla="*/ 937 h 93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80" h="937">
                  <a:moveTo>
                    <a:pt x="1354" y="848"/>
                  </a:moveTo>
                  <a:lnTo>
                    <a:pt x="1359" y="851"/>
                  </a:lnTo>
                  <a:lnTo>
                    <a:pt x="51" y="0"/>
                  </a:lnTo>
                  <a:lnTo>
                    <a:pt x="0" y="78"/>
                  </a:lnTo>
                  <a:lnTo>
                    <a:pt x="1307" y="929"/>
                  </a:lnTo>
                  <a:lnTo>
                    <a:pt x="1312" y="932"/>
                  </a:lnTo>
                  <a:lnTo>
                    <a:pt x="1307" y="929"/>
                  </a:lnTo>
                  <a:lnTo>
                    <a:pt x="1326" y="937"/>
                  </a:lnTo>
                  <a:lnTo>
                    <a:pt x="1345" y="936"/>
                  </a:lnTo>
                  <a:lnTo>
                    <a:pt x="1360" y="929"/>
                  </a:lnTo>
                  <a:lnTo>
                    <a:pt x="1372" y="916"/>
                  </a:lnTo>
                  <a:lnTo>
                    <a:pt x="1379" y="899"/>
                  </a:lnTo>
                  <a:lnTo>
                    <a:pt x="1380" y="883"/>
                  </a:lnTo>
                  <a:lnTo>
                    <a:pt x="1374" y="865"/>
                  </a:lnTo>
                  <a:lnTo>
                    <a:pt x="1359" y="851"/>
                  </a:lnTo>
                  <a:lnTo>
                    <a:pt x="1354" y="84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13019" name="Freeform 37"/>
            <p:cNvSpPr>
              <a:spLocks/>
            </p:cNvSpPr>
            <p:nvPr/>
          </p:nvSpPr>
          <p:spPr bwMode="auto">
            <a:xfrm>
              <a:off x="1206" y="2379"/>
              <a:ext cx="140" cy="32"/>
            </a:xfrm>
            <a:custGeom>
              <a:avLst/>
              <a:gdLst>
                <a:gd name="T0" fmla="*/ 5 w 703"/>
                <a:gd name="T1" fmla="*/ 0 h 162"/>
                <a:gd name="T2" fmla="*/ 5 w 703"/>
                <a:gd name="T3" fmla="*/ 0 h 162"/>
                <a:gd name="T4" fmla="*/ 5 w 703"/>
                <a:gd name="T5" fmla="*/ 0 h 162"/>
                <a:gd name="T6" fmla="*/ 5 w 703"/>
                <a:gd name="T7" fmla="*/ 0 h 162"/>
                <a:gd name="T8" fmla="*/ 4 w 703"/>
                <a:gd name="T9" fmla="*/ 0 h 162"/>
                <a:gd name="T10" fmla="*/ 4 w 703"/>
                <a:gd name="T11" fmla="*/ 0 h 162"/>
                <a:gd name="T12" fmla="*/ 4 w 703"/>
                <a:gd name="T13" fmla="*/ 0 h 162"/>
                <a:gd name="T14" fmla="*/ 3 w 703"/>
                <a:gd name="T15" fmla="*/ 1 h 162"/>
                <a:gd name="T16" fmla="*/ 3 w 703"/>
                <a:gd name="T17" fmla="*/ 1 h 162"/>
                <a:gd name="T18" fmla="*/ 3 w 703"/>
                <a:gd name="T19" fmla="*/ 1 h 162"/>
                <a:gd name="T20" fmla="*/ 2 w 703"/>
                <a:gd name="T21" fmla="*/ 1 h 162"/>
                <a:gd name="T22" fmla="*/ 2 w 703"/>
                <a:gd name="T23" fmla="*/ 1 h 162"/>
                <a:gd name="T24" fmla="*/ 2 w 703"/>
                <a:gd name="T25" fmla="*/ 0 h 162"/>
                <a:gd name="T26" fmla="*/ 1 w 703"/>
                <a:gd name="T27" fmla="*/ 0 h 162"/>
                <a:gd name="T28" fmla="*/ 1 w 703"/>
                <a:gd name="T29" fmla="*/ 0 h 162"/>
                <a:gd name="T30" fmla="*/ 1 w 703"/>
                <a:gd name="T31" fmla="*/ 0 h 162"/>
                <a:gd name="T32" fmla="*/ 1 w 703"/>
                <a:gd name="T33" fmla="*/ 0 h 162"/>
                <a:gd name="T34" fmla="*/ 0 w 703"/>
                <a:gd name="T35" fmla="*/ 0 h 162"/>
                <a:gd name="T36" fmla="*/ 0 w 703"/>
                <a:gd name="T37" fmla="*/ 1 h 162"/>
                <a:gd name="T38" fmla="*/ 0 w 703"/>
                <a:gd name="T39" fmla="*/ 1 h 162"/>
                <a:gd name="T40" fmla="*/ 1 w 703"/>
                <a:gd name="T41" fmla="*/ 1 h 162"/>
                <a:gd name="T42" fmla="*/ 1 w 703"/>
                <a:gd name="T43" fmla="*/ 1 h 162"/>
                <a:gd name="T44" fmla="*/ 1 w 703"/>
                <a:gd name="T45" fmla="*/ 1 h 162"/>
                <a:gd name="T46" fmla="*/ 2 w 703"/>
                <a:gd name="T47" fmla="*/ 1 h 162"/>
                <a:gd name="T48" fmla="*/ 2 w 703"/>
                <a:gd name="T49" fmla="*/ 1 h 162"/>
                <a:gd name="T50" fmla="*/ 2 w 703"/>
                <a:gd name="T51" fmla="*/ 1 h 162"/>
                <a:gd name="T52" fmla="*/ 3 w 703"/>
                <a:gd name="T53" fmla="*/ 1 h 162"/>
                <a:gd name="T54" fmla="*/ 3 w 703"/>
                <a:gd name="T55" fmla="*/ 1 h 162"/>
                <a:gd name="T56" fmla="*/ 3 w 703"/>
                <a:gd name="T57" fmla="*/ 1 h 162"/>
                <a:gd name="T58" fmla="*/ 4 w 703"/>
                <a:gd name="T59" fmla="*/ 1 h 162"/>
                <a:gd name="T60" fmla="*/ 4 w 703"/>
                <a:gd name="T61" fmla="*/ 1 h 162"/>
                <a:gd name="T62" fmla="*/ 5 w 703"/>
                <a:gd name="T63" fmla="*/ 1 h 162"/>
                <a:gd name="T64" fmla="*/ 5 w 703"/>
                <a:gd name="T65" fmla="*/ 1 h 162"/>
                <a:gd name="T66" fmla="*/ 5 w 703"/>
                <a:gd name="T67" fmla="*/ 1 h 162"/>
                <a:gd name="T68" fmla="*/ 5 w 703"/>
                <a:gd name="T69" fmla="*/ 1 h 162"/>
                <a:gd name="T70" fmla="*/ 5 w 703"/>
                <a:gd name="T71" fmla="*/ 1 h 162"/>
                <a:gd name="T72" fmla="*/ 5 w 703"/>
                <a:gd name="T73" fmla="*/ 1 h 162"/>
                <a:gd name="T74" fmla="*/ 5 w 703"/>
                <a:gd name="T75" fmla="*/ 1 h 162"/>
                <a:gd name="T76" fmla="*/ 6 w 703"/>
                <a:gd name="T77" fmla="*/ 0 h 162"/>
                <a:gd name="T78" fmla="*/ 6 w 703"/>
                <a:gd name="T79" fmla="*/ 0 h 162"/>
                <a:gd name="T80" fmla="*/ 6 w 703"/>
                <a:gd name="T81" fmla="*/ 0 h 162"/>
                <a:gd name="T82" fmla="*/ 5 w 703"/>
                <a:gd name="T83" fmla="*/ 0 h 162"/>
                <a:gd name="T84" fmla="*/ 5 w 703"/>
                <a:gd name="T85" fmla="*/ 0 h 162"/>
                <a:gd name="T86" fmla="*/ 5 w 703"/>
                <a:gd name="T87" fmla="*/ 0 h 162"/>
                <a:gd name="T88" fmla="*/ 5 w 703"/>
                <a:gd name="T89" fmla="*/ 0 h 162"/>
                <a:gd name="T90" fmla="*/ 5 w 703"/>
                <a:gd name="T91" fmla="*/ 0 h 162"/>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703"/>
                <a:gd name="T139" fmla="*/ 0 h 162"/>
                <a:gd name="T140" fmla="*/ 703 w 703"/>
                <a:gd name="T141" fmla="*/ 162 h 162"/>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703" h="162">
                  <a:moveTo>
                    <a:pt x="631" y="8"/>
                  </a:moveTo>
                  <a:lnTo>
                    <a:pt x="636" y="6"/>
                  </a:lnTo>
                  <a:lnTo>
                    <a:pt x="606" y="20"/>
                  </a:lnTo>
                  <a:lnTo>
                    <a:pt x="575" y="32"/>
                  </a:lnTo>
                  <a:lnTo>
                    <a:pt x="540" y="42"/>
                  </a:lnTo>
                  <a:lnTo>
                    <a:pt x="504" y="52"/>
                  </a:lnTo>
                  <a:lnTo>
                    <a:pt x="467" y="59"/>
                  </a:lnTo>
                  <a:lnTo>
                    <a:pt x="428" y="64"/>
                  </a:lnTo>
                  <a:lnTo>
                    <a:pt x="389" y="67"/>
                  </a:lnTo>
                  <a:lnTo>
                    <a:pt x="348" y="68"/>
                  </a:lnTo>
                  <a:lnTo>
                    <a:pt x="308" y="68"/>
                  </a:lnTo>
                  <a:lnTo>
                    <a:pt x="267" y="65"/>
                  </a:lnTo>
                  <a:lnTo>
                    <a:pt x="226" y="61"/>
                  </a:lnTo>
                  <a:lnTo>
                    <a:pt x="187" y="54"/>
                  </a:lnTo>
                  <a:lnTo>
                    <a:pt x="148" y="44"/>
                  </a:lnTo>
                  <a:lnTo>
                    <a:pt x="110" y="33"/>
                  </a:lnTo>
                  <a:lnTo>
                    <a:pt x="75" y="20"/>
                  </a:lnTo>
                  <a:lnTo>
                    <a:pt x="42" y="5"/>
                  </a:lnTo>
                  <a:lnTo>
                    <a:pt x="0" y="89"/>
                  </a:lnTo>
                  <a:lnTo>
                    <a:pt x="40" y="107"/>
                  </a:lnTo>
                  <a:lnTo>
                    <a:pt x="82" y="122"/>
                  </a:lnTo>
                  <a:lnTo>
                    <a:pt x="124" y="135"/>
                  </a:lnTo>
                  <a:lnTo>
                    <a:pt x="169" y="146"/>
                  </a:lnTo>
                  <a:lnTo>
                    <a:pt x="214" y="153"/>
                  </a:lnTo>
                  <a:lnTo>
                    <a:pt x="258" y="158"/>
                  </a:lnTo>
                  <a:lnTo>
                    <a:pt x="303" y="162"/>
                  </a:lnTo>
                  <a:lnTo>
                    <a:pt x="348" y="162"/>
                  </a:lnTo>
                  <a:lnTo>
                    <a:pt x="394" y="161"/>
                  </a:lnTo>
                  <a:lnTo>
                    <a:pt x="439" y="157"/>
                  </a:lnTo>
                  <a:lnTo>
                    <a:pt x="481" y="150"/>
                  </a:lnTo>
                  <a:lnTo>
                    <a:pt x="525" y="143"/>
                  </a:lnTo>
                  <a:lnTo>
                    <a:pt x="566" y="132"/>
                  </a:lnTo>
                  <a:lnTo>
                    <a:pt x="606" y="121"/>
                  </a:lnTo>
                  <a:lnTo>
                    <a:pt x="643" y="105"/>
                  </a:lnTo>
                  <a:lnTo>
                    <a:pt x="678" y="88"/>
                  </a:lnTo>
                  <a:lnTo>
                    <a:pt x="683" y="86"/>
                  </a:lnTo>
                  <a:lnTo>
                    <a:pt x="678" y="88"/>
                  </a:lnTo>
                  <a:lnTo>
                    <a:pt x="695" y="75"/>
                  </a:lnTo>
                  <a:lnTo>
                    <a:pt x="702" y="60"/>
                  </a:lnTo>
                  <a:lnTo>
                    <a:pt x="703" y="42"/>
                  </a:lnTo>
                  <a:lnTo>
                    <a:pt x="698" y="26"/>
                  </a:lnTo>
                  <a:lnTo>
                    <a:pt x="688" y="12"/>
                  </a:lnTo>
                  <a:lnTo>
                    <a:pt x="674" y="3"/>
                  </a:lnTo>
                  <a:lnTo>
                    <a:pt x="656" y="0"/>
                  </a:lnTo>
                  <a:lnTo>
                    <a:pt x="636" y="6"/>
                  </a:lnTo>
                  <a:lnTo>
                    <a:pt x="631"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13020" name="Freeform 38"/>
            <p:cNvSpPr>
              <a:spLocks/>
            </p:cNvSpPr>
            <p:nvPr/>
          </p:nvSpPr>
          <p:spPr bwMode="auto">
            <a:xfrm>
              <a:off x="1332" y="2204"/>
              <a:ext cx="283" cy="192"/>
            </a:xfrm>
            <a:custGeom>
              <a:avLst/>
              <a:gdLst>
                <a:gd name="T0" fmla="*/ 11 w 1415"/>
                <a:gd name="T1" fmla="*/ 0 h 960"/>
                <a:gd name="T2" fmla="*/ 11 w 1415"/>
                <a:gd name="T3" fmla="*/ 0 h 960"/>
                <a:gd name="T4" fmla="*/ 0 w 1415"/>
                <a:gd name="T5" fmla="*/ 7 h 960"/>
                <a:gd name="T6" fmla="*/ 0 w 1415"/>
                <a:gd name="T7" fmla="*/ 8 h 960"/>
                <a:gd name="T8" fmla="*/ 11 w 1415"/>
                <a:gd name="T9" fmla="*/ 1 h 960"/>
                <a:gd name="T10" fmla="*/ 11 w 1415"/>
                <a:gd name="T11" fmla="*/ 1 h 960"/>
                <a:gd name="T12" fmla="*/ 11 w 1415"/>
                <a:gd name="T13" fmla="*/ 1 h 960"/>
                <a:gd name="T14" fmla="*/ 11 w 1415"/>
                <a:gd name="T15" fmla="*/ 1 h 960"/>
                <a:gd name="T16" fmla="*/ 11 w 1415"/>
                <a:gd name="T17" fmla="*/ 0 h 960"/>
                <a:gd name="T18" fmla="*/ 11 w 1415"/>
                <a:gd name="T19" fmla="*/ 0 h 960"/>
                <a:gd name="T20" fmla="*/ 11 w 1415"/>
                <a:gd name="T21" fmla="*/ 0 h 960"/>
                <a:gd name="T22" fmla="*/ 11 w 1415"/>
                <a:gd name="T23" fmla="*/ 0 h 960"/>
                <a:gd name="T24" fmla="*/ 11 w 1415"/>
                <a:gd name="T25" fmla="*/ 0 h 960"/>
                <a:gd name="T26" fmla="*/ 11 w 1415"/>
                <a:gd name="T27" fmla="*/ 0 h 960"/>
                <a:gd name="T28" fmla="*/ 11 w 1415"/>
                <a:gd name="T29" fmla="*/ 0 h 960"/>
                <a:gd name="T30" fmla="*/ 11 w 1415"/>
                <a:gd name="T31" fmla="*/ 0 h 96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15"/>
                <a:gd name="T49" fmla="*/ 0 h 960"/>
                <a:gd name="T50" fmla="*/ 1415 w 1415"/>
                <a:gd name="T51" fmla="*/ 960 h 96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15" h="960">
                  <a:moveTo>
                    <a:pt x="1338" y="10"/>
                  </a:moveTo>
                  <a:lnTo>
                    <a:pt x="1342" y="8"/>
                  </a:lnTo>
                  <a:lnTo>
                    <a:pt x="0" y="882"/>
                  </a:lnTo>
                  <a:lnTo>
                    <a:pt x="52" y="960"/>
                  </a:lnTo>
                  <a:lnTo>
                    <a:pt x="1393" y="85"/>
                  </a:lnTo>
                  <a:lnTo>
                    <a:pt x="1397" y="83"/>
                  </a:lnTo>
                  <a:lnTo>
                    <a:pt x="1393" y="85"/>
                  </a:lnTo>
                  <a:lnTo>
                    <a:pt x="1409" y="71"/>
                  </a:lnTo>
                  <a:lnTo>
                    <a:pt x="1415" y="53"/>
                  </a:lnTo>
                  <a:lnTo>
                    <a:pt x="1413" y="37"/>
                  </a:lnTo>
                  <a:lnTo>
                    <a:pt x="1406" y="21"/>
                  </a:lnTo>
                  <a:lnTo>
                    <a:pt x="1395" y="8"/>
                  </a:lnTo>
                  <a:lnTo>
                    <a:pt x="1379" y="1"/>
                  </a:lnTo>
                  <a:lnTo>
                    <a:pt x="1361" y="0"/>
                  </a:lnTo>
                  <a:lnTo>
                    <a:pt x="1342" y="8"/>
                  </a:lnTo>
                  <a:lnTo>
                    <a:pt x="1338" y="1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13021" name="Freeform 39"/>
            <p:cNvSpPr>
              <a:spLocks/>
            </p:cNvSpPr>
            <p:nvPr/>
          </p:nvSpPr>
          <p:spPr bwMode="auto">
            <a:xfrm>
              <a:off x="1599" y="2057"/>
              <a:ext cx="80" cy="163"/>
            </a:xfrm>
            <a:custGeom>
              <a:avLst/>
              <a:gdLst>
                <a:gd name="T0" fmla="*/ 2 w 398"/>
                <a:gd name="T1" fmla="*/ 0 h 817"/>
                <a:gd name="T2" fmla="*/ 2 w 398"/>
                <a:gd name="T3" fmla="*/ 0 h 817"/>
                <a:gd name="T4" fmla="*/ 2 w 398"/>
                <a:gd name="T5" fmla="*/ 1 h 817"/>
                <a:gd name="T6" fmla="*/ 2 w 398"/>
                <a:gd name="T7" fmla="*/ 1 h 817"/>
                <a:gd name="T8" fmla="*/ 2 w 398"/>
                <a:gd name="T9" fmla="*/ 2 h 817"/>
                <a:gd name="T10" fmla="*/ 2 w 398"/>
                <a:gd name="T11" fmla="*/ 2 h 817"/>
                <a:gd name="T12" fmla="*/ 2 w 398"/>
                <a:gd name="T13" fmla="*/ 2 h 817"/>
                <a:gd name="T14" fmla="*/ 2 w 398"/>
                <a:gd name="T15" fmla="*/ 3 h 817"/>
                <a:gd name="T16" fmla="*/ 2 w 398"/>
                <a:gd name="T17" fmla="*/ 3 h 817"/>
                <a:gd name="T18" fmla="*/ 2 w 398"/>
                <a:gd name="T19" fmla="*/ 4 h 817"/>
                <a:gd name="T20" fmla="*/ 2 w 398"/>
                <a:gd name="T21" fmla="*/ 4 h 817"/>
                <a:gd name="T22" fmla="*/ 1 w 398"/>
                <a:gd name="T23" fmla="*/ 4 h 817"/>
                <a:gd name="T24" fmla="*/ 1 w 398"/>
                <a:gd name="T25" fmla="*/ 5 h 817"/>
                <a:gd name="T26" fmla="*/ 1 w 398"/>
                <a:gd name="T27" fmla="*/ 5 h 817"/>
                <a:gd name="T28" fmla="*/ 1 w 398"/>
                <a:gd name="T29" fmla="*/ 5 h 817"/>
                <a:gd name="T30" fmla="*/ 1 w 398"/>
                <a:gd name="T31" fmla="*/ 5 h 817"/>
                <a:gd name="T32" fmla="*/ 0 w 398"/>
                <a:gd name="T33" fmla="*/ 6 h 817"/>
                <a:gd name="T34" fmla="*/ 0 w 398"/>
                <a:gd name="T35" fmla="*/ 6 h 817"/>
                <a:gd name="T36" fmla="*/ 0 w 398"/>
                <a:gd name="T37" fmla="*/ 7 h 817"/>
                <a:gd name="T38" fmla="*/ 1 w 398"/>
                <a:gd name="T39" fmla="*/ 6 h 817"/>
                <a:gd name="T40" fmla="*/ 1 w 398"/>
                <a:gd name="T41" fmla="*/ 6 h 817"/>
                <a:gd name="T42" fmla="*/ 1 w 398"/>
                <a:gd name="T43" fmla="*/ 6 h 817"/>
                <a:gd name="T44" fmla="*/ 2 w 398"/>
                <a:gd name="T45" fmla="*/ 5 h 817"/>
                <a:gd name="T46" fmla="*/ 2 w 398"/>
                <a:gd name="T47" fmla="*/ 5 h 817"/>
                <a:gd name="T48" fmla="*/ 2 w 398"/>
                <a:gd name="T49" fmla="*/ 5 h 817"/>
                <a:gd name="T50" fmla="*/ 2 w 398"/>
                <a:gd name="T51" fmla="*/ 4 h 817"/>
                <a:gd name="T52" fmla="*/ 2 w 398"/>
                <a:gd name="T53" fmla="*/ 4 h 817"/>
                <a:gd name="T54" fmla="*/ 3 w 398"/>
                <a:gd name="T55" fmla="*/ 3 h 817"/>
                <a:gd name="T56" fmla="*/ 3 w 398"/>
                <a:gd name="T57" fmla="*/ 3 h 817"/>
                <a:gd name="T58" fmla="*/ 3 w 398"/>
                <a:gd name="T59" fmla="*/ 3 h 817"/>
                <a:gd name="T60" fmla="*/ 3 w 398"/>
                <a:gd name="T61" fmla="*/ 2 h 817"/>
                <a:gd name="T62" fmla="*/ 3 w 398"/>
                <a:gd name="T63" fmla="*/ 2 h 817"/>
                <a:gd name="T64" fmla="*/ 3 w 398"/>
                <a:gd name="T65" fmla="*/ 1 h 817"/>
                <a:gd name="T66" fmla="*/ 3 w 398"/>
                <a:gd name="T67" fmla="*/ 1 h 817"/>
                <a:gd name="T68" fmla="*/ 3 w 398"/>
                <a:gd name="T69" fmla="*/ 0 h 817"/>
                <a:gd name="T70" fmla="*/ 3 w 398"/>
                <a:gd name="T71" fmla="*/ 0 h 817"/>
                <a:gd name="T72" fmla="*/ 3 w 398"/>
                <a:gd name="T73" fmla="*/ 0 h 817"/>
                <a:gd name="T74" fmla="*/ 3 w 398"/>
                <a:gd name="T75" fmla="*/ 0 h 817"/>
                <a:gd name="T76" fmla="*/ 3 w 398"/>
                <a:gd name="T77" fmla="*/ 0 h 817"/>
                <a:gd name="T78" fmla="*/ 3 w 398"/>
                <a:gd name="T79" fmla="*/ 0 h 817"/>
                <a:gd name="T80" fmla="*/ 3 w 398"/>
                <a:gd name="T81" fmla="*/ 0 h 817"/>
                <a:gd name="T82" fmla="*/ 3 w 398"/>
                <a:gd name="T83" fmla="*/ 0 h 817"/>
                <a:gd name="T84" fmla="*/ 3 w 398"/>
                <a:gd name="T85" fmla="*/ 0 h 817"/>
                <a:gd name="T86" fmla="*/ 2 w 398"/>
                <a:gd name="T87" fmla="*/ 0 h 817"/>
                <a:gd name="T88" fmla="*/ 2 w 398"/>
                <a:gd name="T89" fmla="*/ 0 h 817"/>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398"/>
                <a:gd name="T136" fmla="*/ 0 h 817"/>
                <a:gd name="T137" fmla="*/ 398 w 398"/>
                <a:gd name="T138" fmla="*/ 817 h 817"/>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398" h="817">
                  <a:moveTo>
                    <a:pt x="304" y="47"/>
                  </a:moveTo>
                  <a:lnTo>
                    <a:pt x="304" y="47"/>
                  </a:lnTo>
                  <a:lnTo>
                    <a:pt x="301" y="97"/>
                  </a:lnTo>
                  <a:lnTo>
                    <a:pt x="297" y="147"/>
                  </a:lnTo>
                  <a:lnTo>
                    <a:pt x="291" y="198"/>
                  </a:lnTo>
                  <a:lnTo>
                    <a:pt x="280" y="247"/>
                  </a:lnTo>
                  <a:lnTo>
                    <a:pt x="268" y="297"/>
                  </a:lnTo>
                  <a:lnTo>
                    <a:pt x="253" y="347"/>
                  </a:lnTo>
                  <a:lnTo>
                    <a:pt x="236" y="395"/>
                  </a:lnTo>
                  <a:lnTo>
                    <a:pt x="217" y="442"/>
                  </a:lnTo>
                  <a:lnTo>
                    <a:pt x="195" y="487"/>
                  </a:lnTo>
                  <a:lnTo>
                    <a:pt x="171" y="532"/>
                  </a:lnTo>
                  <a:lnTo>
                    <a:pt x="147" y="574"/>
                  </a:lnTo>
                  <a:lnTo>
                    <a:pt x="121" y="613"/>
                  </a:lnTo>
                  <a:lnTo>
                    <a:pt x="93" y="650"/>
                  </a:lnTo>
                  <a:lnTo>
                    <a:pt x="64" y="684"/>
                  </a:lnTo>
                  <a:lnTo>
                    <a:pt x="32" y="716"/>
                  </a:lnTo>
                  <a:lnTo>
                    <a:pt x="0" y="744"/>
                  </a:lnTo>
                  <a:lnTo>
                    <a:pt x="59" y="817"/>
                  </a:lnTo>
                  <a:lnTo>
                    <a:pt x="95" y="784"/>
                  </a:lnTo>
                  <a:lnTo>
                    <a:pt x="132" y="748"/>
                  </a:lnTo>
                  <a:lnTo>
                    <a:pt x="166" y="709"/>
                  </a:lnTo>
                  <a:lnTo>
                    <a:pt x="196" y="667"/>
                  </a:lnTo>
                  <a:lnTo>
                    <a:pt x="227" y="623"/>
                  </a:lnTo>
                  <a:lnTo>
                    <a:pt x="253" y="576"/>
                  </a:lnTo>
                  <a:lnTo>
                    <a:pt x="279" y="530"/>
                  </a:lnTo>
                  <a:lnTo>
                    <a:pt x="301" y="479"/>
                  </a:lnTo>
                  <a:lnTo>
                    <a:pt x="323" y="428"/>
                  </a:lnTo>
                  <a:lnTo>
                    <a:pt x="342" y="375"/>
                  </a:lnTo>
                  <a:lnTo>
                    <a:pt x="359" y="321"/>
                  </a:lnTo>
                  <a:lnTo>
                    <a:pt x="372" y="268"/>
                  </a:lnTo>
                  <a:lnTo>
                    <a:pt x="382" y="212"/>
                  </a:lnTo>
                  <a:lnTo>
                    <a:pt x="391" y="157"/>
                  </a:lnTo>
                  <a:lnTo>
                    <a:pt x="395" y="102"/>
                  </a:lnTo>
                  <a:lnTo>
                    <a:pt x="398" y="47"/>
                  </a:lnTo>
                  <a:lnTo>
                    <a:pt x="394" y="27"/>
                  </a:lnTo>
                  <a:lnTo>
                    <a:pt x="383" y="11"/>
                  </a:lnTo>
                  <a:lnTo>
                    <a:pt x="368" y="3"/>
                  </a:lnTo>
                  <a:lnTo>
                    <a:pt x="351" y="0"/>
                  </a:lnTo>
                  <a:lnTo>
                    <a:pt x="333" y="3"/>
                  </a:lnTo>
                  <a:lnTo>
                    <a:pt x="319" y="11"/>
                  </a:lnTo>
                  <a:lnTo>
                    <a:pt x="307" y="27"/>
                  </a:lnTo>
                  <a:lnTo>
                    <a:pt x="304" y="4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13022" name="Freeform 40"/>
            <p:cNvSpPr>
              <a:spLocks/>
            </p:cNvSpPr>
            <p:nvPr/>
          </p:nvSpPr>
          <p:spPr bwMode="auto">
            <a:xfrm>
              <a:off x="1660" y="1701"/>
              <a:ext cx="19" cy="365"/>
            </a:xfrm>
            <a:custGeom>
              <a:avLst/>
              <a:gdLst>
                <a:gd name="T0" fmla="*/ 0 w 95"/>
                <a:gd name="T1" fmla="*/ 0 h 1826"/>
                <a:gd name="T2" fmla="*/ 0 w 95"/>
                <a:gd name="T3" fmla="*/ 0 h 1826"/>
                <a:gd name="T4" fmla="*/ 0 w 95"/>
                <a:gd name="T5" fmla="*/ 15 h 1826"/>
                <a:gd name="T6" fmla="*/ 1 w 95"/>
                <a:gd name="T7" fmla="*/ 15 h 1826"/>
                <a:gd name="T8" fmla="*/ 1 w 95"/>
                <a:gd name="T9" fmla="*/ 0 h 1826"/>
                <a:gd name="T10" fmla="*/ 1 w 95"/>
                <a:gd name="T11" fmla="*/ 0 h 1826"/>
                <a:gd name="T12" fmla="*/ 1 w 95"/>
                <a:gd name="T13" fmla="*/ 0 h 1826"/>
                <a:gd name="T14" fmla="*/ 1 w 95"/>
                <a:gd name="T15" fmla="*/ 0 h 1826"/>
                <a:gd name="T16" fmla="*/ 1 w 95"/>
                <a:gd name="T17" fmla="*/ 0 h 1826"/>
                <a:gd name="T18" fmla="*/ 1 w 95"/>
                <a:gd name="T19" fmla="*/ 0 h 1826"/>
                <a:gd name="T20" fmla="*/ 0 w 95"/>
                <a:gd name="T21" fmla="*/ 0 h 1826"/>
                <a:gd name="T22" fmla="*/ 0 w 95"/>
                <a:gd name="T23" fmla="*/ 0 h 1826"/>
                <a:gd name="T24" fmla="*/ 0 w 95"/>
                <a:gd name="T25" fmla="*/ 0 h 1826"/>
                <a:gd name="T26" fmla="*/ 0 w 95"/>
                <a:gd name="T27" fmla="*/ 0 h 1826"/>
                <a:gd name="T28" fmla="*/ 0 w 95"/>
                <a:gd name="T29" fmla="*/ 0 h 1826"/>
                <a:gd name="T30" fmla="*/ 0 w 95"/>
                <a:gd name="T31" fmla="*/ 0 h 182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95"/>
                <a:gd name="T49" fmla="*/ 0 h 1826"/>
                <a:gd name="T50" fmla="*/ 95 w 95"/>
                <a:gd name="T51" fmla="*/ 1826 h 182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95" h="1826">
                  <a:moveTo>
                    <a:pt x="0" y="49"/>
                  </a:moveTo>
                  <a:lnTo>
                    <a:pt x="0" y="47"/>
                  </a:lnTo>
                  <a:lnTo>
                    <a:pt x="1" y="1826"/>
                  </a:lnTo>
                  <a:lnTo>
                    <a:pt x="95" y="1826"/>
                  </a:lnTo>
                  <a:lnTo>
                    <a:pt x="93" y="47"/>
                  </a:lnTo>
                  <a:lnTo>
                    <a:pt x="93" y="45"/>
                  </a:lnTo>
                  <a:lnTo>
                    <a:pt x="93" y="47"/>
                  </a:lnTo>
                  <a:lnTo>
                    <a:pt x="90" y="27"/>
                  </a:lnTo>
                  <a:lnTo>
                    <a:pt x="79" y="12"/>
                  </a:lnTo>
                  <a:lnTo>
                    <a:pt x="64" y="4"/>
                  </a:lnTo>
                  <a:lnTo>
                    <a:pt x="47" y="0"/>
                  </a:lnTo>
                  <a:lnTo>
                    <a:pt x="29" y="4"/>
                  </a:lnTo>
                  <a:lnTo>
                    <a:pt x="15" y="12"/>
                  </a:lnTo>
                  <a:lnTo>
                    <a:pt x="3" y="27"/>
                  </a:lnTo>
                  <a:lnTo>
                    <a:pt x="0" y="47"/>
                  </a:lnTo>
                  <a:lnTo>
                    <a:pt x="0" y="4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13023" name="Freeform 41"/>
            <p:cNvSpPr>
              <a:spLocks/>
            </p:cNvSpPr>
            <p:nvPr/>
          </p:nvSpPr>
          <p:spPr bwMode="auto">
            <a:xfrm>
              <a:off x="1598" y="1598"/>
              <a:ext cx="81" cy="113"/>
            </a:xfrm>
            <a:custGeom>
              <a:avLst/>
              <a:gdLst>
                <a:gd name="T0" fmla="*/ 0 w 401"/>
                <a:gd name="T1" fmla="*/ 1 h 566"/>
                <a:gd name="T2" fmla="*/ 0 w 401"/>
                <a:gd name="T3" fmla="*/ 1 h 566"/>
                <a:gd name="T4" fmla="*/ 0 w 401"/>
                <a:gd name="T5" fmla="*/ 1 h 566"/>
                <a:gd name="T6" fmla="*/ 1 w 401"/>
                <a:gd name="T7" fmla="*/ 1 h 566"/>
                <a:gd name="T8" fmla="*/ 1 w 401"/>
                <a:gd name="T9" fmla="*/ 1 h 566"/>
                <a:gd name="T10" fmla="*/ 1 w 401"/>
                <a:gd name="T11" fmla="*/ 1 h 566"/>
                <a:gd name="T12" fmla="*/ 1 w 401"/>
                <a:gd name="T13" fmla="*/ 2 h 566"/>
                <a:gd name="T14" fmla="*/ 1 w 401"/>
                <a:gd name="T15" fmla="*/ 2 h 566"/>
                <a:gd name="T16" fmla="*/ 2 w 401"/>
                <a:gd name="T17" fmla="*/ 2 h 566"/>
                <a:gd name="T18" fmla="*/ 2 w 401"/>
                <a:gd name="T19" fmla="*/ 2 h 566"/>
                <a:gd name="T20" fmla="*/ 2 w 401"/>
                <a:gd name="T21" fmla="*/ 2 h 566"/>
                <a:gd name="T22" fmla="*/ 2 w 401"/>
                <a:gd name="T23" fmla="*/ 3 h 566"/>
                <a:gd name="T24" fmla="*/ 2 w 401"/>
                <a:gd name="T25" fmla="*/ 3 h 566"/>
                <a:gd name="T26" fmla="*/ 2 w 401"/>
                <a:gd name="T27" fmla="*/ 3 h 566"/>
                <a:gd name="T28" fmla="*/ 2 w 401"/>
                <a:gd name="T29" fmla="*/ 4 h 566"/>
                <a:gd name="T30" fmla="*/ 2 w 401"/>
                <a:gd name="T31" fmla="*/ 4 h 566"/>
                <a:gd name="T32" fmla="*/ 2 w 401"/>
                <a:gd name="T33" fmla="*/ 4 h 566"/>
                <a:gd name="T34" fmla="*/ 3 w 401"/>
                <a:gd name="T35" fmla="*/ 5 h 566"/>
                <a:gd name="T36" fmla="*/ 3 w 401"/>
                <a:gd name="T37" fmla="*/ 4 h 566"/>
                <a:gd name="T38" fmla="*/ 3 w 401"/>
                <a:gd name="T39" fmla="*/ 4 h 566"/>
                <a:gd name="T40" fmla="*/ 3 w 401"/>
                <a:gd name="T41" fmla="*/ 4 h 566"/>
                <a:gd name="T42" fmla="*/ 3 w 401"/>
                <a:gd name="T43" fmla="*/ 3 h 566"/>
                <a:gd name="T44" fmla="*/ 3 w 401"/>
                <a:gd name="T45" fmla="*/ 3 h 566"/>
                <a:gd name="T46" fmla="*/ 3 w 401"/>
                <a:gd name="T47" fmla="*/ 3 h 566"/>
                <a:gd name="T48" fmla="*/ 3 w 401"/>
                <a:gd name="T49" fmla="*/ 2 h 566"/>
                <a:gd name="T50" fmla="*/ 3 w 401"/>
                <a:gd name="T51" fmla="*/ 2 h 566"/>
                <a:gd name="T52" fmla="*/ 2 w 401"/>
                <a:gd name="T53" fmla="*/ 2 h 566"/>
                <a:gd name="T54" fmla="*/ 2 w 401"/>
                <a:gd name="T55" fmla="*/ 2 h 566"/>
                <a:gd name="T56" fmla="*/ 2 w 401"/>
                <a:gd name="T57" fmla="*/ 1 h 566"/>
                <a:gd name="T58" fmla="*/ 2 w 401"/>
                <a:gd name="T59" fmla="*/ 1 h 566"/>
                <a:gd name="T60" fmla="*/ 2 w 401"/>
                <a:gd name="T61" fmla="*/ 1 h 566"/>
                <a:gd name="T62" fmla="*/ 1 w 401"/>
                <a:gd name="T63" fmla="*/ 1 h 566"/>
                <a:gd name="T64" fmla="*/ 1 w 401"/>
                <a:gd name="T65" fmla="*/ 0 h 566"/>
                <a:gd name="T66" fmla="*/ 1 w 401"/>
                <a:gd name="T67" fmla="*/ 0 h 566"/>
                <a:gd name="T68" fmla="*/ 1 w 401"/>
                <a:gd name="T69" fmla="*/ 0 h 566"/>
                <a:gd name="T70" fmla="*/ 1 w 401"/>
                <a:gd name="T71" fmla="*/ 0 h 566"/>
                <a:gd name="T72" fmla="*/ 1 w 401"/>
                <a:gd name="T73" fmla="*/ 0 h 566"/>
                <a:gd name="T74" fmla="*/ 0 w 401"/>
                <a:gd name="T75" fmla="*/ 0 h 566"/>
                <a:gd name="T76" fmla="*/ 0 w 401"/>
                <a:gd name="T77" fmla="*/ 0 h 566"/>
                <a:gd name="T78" fmla="*/ 0 w 401"/>
                <a:gd name="T79" fmla="*/ 0 h 566"/>
                <a:gd name="T80" fmla="*/ 0 w 401"/>
                <a:gd name="T81" fmla="*/ 0 h 566"/>
                <a:gd name="T82" fmla="*/ 0 w 401"/>
                <a:gd name="T83" fmla="*/ 0 h 566"/>
                <a:gd name="T84" fmla="*/ 0 w 401"/>
                <a:gd name="T85" fmla="*/ 0 h 566"/>
                <a:gd name="T86" fmla="*/ 0 w 401"/>
                <a:gd name="T87" fmla="*/ 1 h 566"/>
                <a:gd name="T88" fmla="*/ 0 w 401"/>
                <a:gd name="T89" fmla="*/ 1 h 56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401"/>
                <a:gd name="T136" fmla="*/ 0 h 566"/>
                <a:gd name="T137" fmla="*/ 401 w 401"/>
                <a:gd name="T138" fmla="*/ 566 h 566"/>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401" h="566">
                  <a:moveTo>
                    <a:pt x="23" y="88"/>
                  </a:moveTo>
                  <a:lnTo>
                    <a:pt x="23" y="88"/>
                  </a:lnTo>
                  <a:lnTo>
                    <a:pt x="53" y="107"/>
                  </a:lnTo>
                  <a:lnTo>
                    <a:pt x="83" y="125"/>
                  </a:lnTo>
                  <a:lnTo>
                    <a:pt x="108" y="147"/>
                  </a:lnTo>
                  <a:lnTo>
                    <a:pt x="135" y="171"/>
                  </a:lnTo>
                  <a:lnTo>
                    <a:pt x="160" y="196"/>
                  </a:lnTo>
                  <a:lnTo>
                    <a:pt x="182" y="223"/>
                  </a:lnTo>
                  <a:lnTo>
                    <a:pt x="205" y="251"/>
                  </a:lnTo>
                  <a:lnTo>
                    <a:pt x="223" y="281"/>
                  </a:lnTo>
                  <a:lnTo>
                    <a:pt x="240" y="312"/>
                  </a:lnTo>
                  <a:lnTo>
                    <a:pt x="256" y="345"/>
                  </a:lnTo>
                  <a:lnTo>
                    <a:pt x="270" y="379"/>
                  </a:lnTo>
                  <a:lnTo>
                    <a:pt x="282" y="414"/>
                  </a:lnTo>
                  <a:lnTo>
                    <a:pt x="291" y="450"/>
                  </a:lnTo>
                  <a:lnTo>
                    <a:pt x="299" y="488"/>
                  </a:lnTo>
                  <a:lnTo>
                    <a:pt x="304" y="526"/>
                  </a:lnTo>
                  <a:lnTo>
                    <a:pt x="308" y="566"/>
                  </a:lnTo>
                  <a:lnTo>
                    <a:pt x="401" y="562"/>
                  </a:lnTo>
                  <a:lnTo>
                    <a:pt x="398" y="517"/>
                  </a:lnTo>
                  <a:lnTo>
                    <a:pt x="391" y="471"/>
                  </a:lnTo>
                  <a:lnTo>
                    <a:pt x="383" y="429"/>
                  </a:lnTo>
                  <a:lnTo>
                    <a:pt x="371" y="386"/>
                  </a:lnTo>
                  <a:lnTo>
                    <a:pt x="357" y="346"/>
                  </a:lnTo>
                  <a:lnTo>
                    <a:pt x="340" y="307"/>
                  </a:lnTo>
                  <a:lnTo>
                    <a:pt x="324" y="270"/>
                  </a:lnTo>
                  <a:lnTo>
                    <a:pt x="303" y="232"/>
                  </a:lnTo>
                  <a:lnTo>
                    <a:pt x="280" y="197"/>
                  </a:lnTo>
                  <a:lnTo>
                    <a:pt x="255" y="164"/>
                  </a:lnTo>
                  <a:lnTo>
                    <a:pt x="228" y="132"/>
                  </a:lnTo>
                  <a:lnTo>
                    <a:pt x="199" y="103"/>
                  </a:lnTo>
                  <a:lnTo>
                    <a:pt x="169" y="76"/>
                  </a:lnTo>
                  <a:lnTo>
                    <a:pt x="137" y="50"/>
                  </a:lnTo>
                  <a:lnTo>
                    <a:pt x="103" y="27"/>
                  </a:lnTo>
                  <a:lnTo>
                    <a:pt x="67" y="6"/>
                  </a:lnTo>
                  <a:lnTo>
                    <a:pt x="48" y="0"/>
                  </a:lnTo>
                  <a:lnTo>
                    <a:pt x="30" y="2"/>
                  </a:lnTo>
                  <a:lnTo>
                    <a:pt x="16" y="12"/>
                  </a:lnTo>
                  <a:lnTo>
                    <a:pt x="5" y="25"/>
                  </a:lnTo>
                  <a:lnTo>
                    <a:pt x="0" y="41"/>
                  </a:lnTo>
                  <a:lnTo>
                    <a:pt x="0" y="59"/>
                  </a:lnTo>
                  <a:lnTo>
                    <a:pt x="8" y="75"/>
                  </a:lnTo>
                  <a:lnTo>
                    <a:pt x="23"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13024" name="Freeform 42"/>
            <p:cNvSpPr>
              <a:spLocks/>
            </p:cNvSpPr>
            <p:nvPr/>
          </p:nvSpPr>
          <p:spPr bwMode="auto">
            <a:xfrm>
              <a:off x="1346" y="1455"/>
              <a:ext cx="266" cy="160"/>
            </a:xfrm>
            <a:custGeom>
              <a:avLst/>
              <a:gdLst>
                <a:gd name="T0" fmla="*/ 0 w 1330"/>
                <a:gd name="T1" fmla="*/ 1 h 801"/>
                <a:gd name="T2" fmla="*/ 0 w 1330"/>
                <a:gd name="T3" fmla="*/ 1 h 801"/>
                <a:gd name="T4" fmla="*/ 10 w 1330"/>
                <a:gd name="T5" fmla="*/ 6 h 801"/>
                <a:gd name="T6" fmla="*/ 11 w 1330"/>
                <a:gd name="T7" fmla="*/ 6 h 801"/>
                <a:gd name="T8" fmla="*/ 1 w 1330"/>
                <a:gd name="T9" fmla="*/ 0 h 801"/>
                <a:gd name="T10" fmla="*/ 1 w 1330"/>
                <a:gd name="T11" fmla="*/ 0 h 801"/>
                <a:gd name="T12" fmla="*/ 1 w 1330"/>
                <a:gd name="T13" fmla="*/ 0 h 801"/>
                <a:gd name="T14" fmla="*/ 0 w 1330"/>
                <a:gd name="T15" fmla="*/ 0 h 801"/>
                <a:gd name="T16" fmla="*/ 0 w 1330"/>
                <a:gd name="T17" fmla="*/ 0 h 801"/>
                <a:gd name="T18" fmla="*/ 0 w 1330"/>
                <a:gd name="T19" fmla="*/ 0 h 801"/>
                <a:gd name="T20" fmla="*/ 0 w 1330"/>
                <a:gd name="T21" fmla="*/ 0 h 801"/>
                <a:gd name="T22" fmla="*/ 0 w 1330"/>
                <a:gd name="T23" fmla="*/ 0 h 801"/>
                <a:gd name="T24" fmla="*/ 0 w 1330"/>
                <a:gd name="T25" fmla="*/ 0 h 801"/>
                <a:gd name="T26" fmla="*/ 0 w 1330"/>
                <a:gd name="T27" fmla="*/ 1 h 801"/>
                <a:gd name="T28" fmla="*/ 0 w 1330"/>
                <a:gd name="T29" fmla="*/ 1 h 801"/>
                <a:gd name="T30" fmla="*/ 0 w 1330"/>
                <a:gd name="T31" fmla="*/ 1 h 801"/>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30"/>
                <a:gd name="T49" fmla="*/ 0 h 801"/>
                <a:gd name="T50" fmla="*/ 1330 w 1330"/>
                <a:gd name="T51" fmla="*/ 801 h 801"/>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30" h="801">
                  <a:moveTo>
                    <a:pt x="24" y="88"/>
                  </a:moveTo>
                  <a:lnTo>
                    <a:pt x="23" y="88"/>
                  </a:lnTo>
                  <a:lnTo>
                    <a:pt x="1286" y="801"/>
                  </a:lnTo>
                  <a:lnTo>
                    <a:pt x="1330" y="719"/>
                  </a:lnTo>
                  <a:lnTo>
                    <a:pt x="67" y="6"/>
                  </a:lnTo>
                  <a:lnTo>
                    <a:pt x="66" y="6"/>
                  </a:lnTo>
                  <a:lnTo>
                    <a:pt x="67" y="6"/>
                  </a:lnTo>
                  <a:lnTo>
                    <a:pt x="48" y="0"/>
                  </a:lnTo>
                  <a:lnTo>
                    <a:pt x="30" y="2"/>
                  </a:lnTo>
                  <a:lnTo>
                    <a:pt x="16" y="12"/>
                  </a:lnTo>
                  <a:lnTo>
                    <a:pt x="5" y="25"/>
                  </a:lnTo>
                  <a:lnTo>
                    <a:pt x="0" y="41"/>
                  </a:lnTo>
                  <a:lnTo>
                    <a:pt x="0" y="59"/>
                  </a:lnTo>
                  <a:lnTo>
                    <a:pt x="8" y="75"/>
                  </a:lnTo>
                  <a:lnTo>
                    <a:pt x="23" y="88"/>
                  </a:lnTo>
                  <a:lnTo>
                    <a:pt x="24"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13025" name="Freeform 43"/>
            <p:cNvSpPr>
              <a:spLocks/>
            </p:cNvSpPr>
            <p:nvPr/>
          </p:nvSpPr>
          <p:spPr bwMode="auto">
            <a:xfrm>
              <a:off x="1198" y="1439"/>
              <a:ext cx="161" cy="35"/>
            </a:xfrm>
            <a:custGeom>
              <a:avLst/>
              <a:gdLst>
                <a:gd name="T0" fmla="*/ 1 w 806"/>
                <a:gd name="T1" fmla="*/ 1 h 177"/>
                <a:gd name="T2" fmla="*/ 1 w 806"/>
                <a:gd name="T3" fmla="*/ 1 h 177"/>
                <a:gd name="T4" fmla="*/ 1 w 806"/>
                <a:gd name="T5" fmla="*/ 1 h 177"/>
                <a:gd name="T6" fmla="*/ 1 w 806"/>
                <a:gd name="T7" fmla="*/ 1 h 177"/>
                <a:gd name="T8" fmla="*/ 2 w 806"/>
                <a:gd name="T9" fmla="*/ 1 h 177"/>
                <a:gd name="T10" fmla="*/ 2 w 806"/>
                <a:gd name="T11" fmla="*/ 1 h 177"/>
                <a:gd name="T12" fmla="*/ 2 w 806"/>
                <a:gd name="T13" fmla="*/ 1 h 177"/>
                <a:gd name="T14" fmla="*/ 3 w 806"/>
                <a:gd name="T15" fmla="*/ 1 h 177"/>
                <a:gd name="T16" fmla="*/ 3 w 806"/>
                <a:gd name="T17" fmla="*/ 1 h 177"/>
                <a:gd name="T18" fmla="*/ 3 w 806"/>
                <a:gd name="T19" fmla="*/ 1 h 177"/>
                <a:gd name="T20" fmla="*/ 4 w 806"/>
                <a:gd name="T21" fmla="*/ 1 h 177"/>
                <a:gd name="T22" fmla="*/ 4 w 806"/>
                <a:gd name="T23" fmla="*/ 1 h 177"/>
                <a:gd name="T24" fmla="*/ 5 w 806"/>
                <a:gd name="T25" fmla="*/ 1 h 177"/>
                <a:gd name="T26" fmla="*/ 5 w 806"/>
                <a:gd name="T27" fmla="*/ 1 h 177"/>
                <a:gd name="T28" fmla="*/ 5 w 806"/>
                <a:gd name="T29" fmla="*/ 1 h 177"/>
                <a:gd name="T30" fmla="*/ 6 w 806"/>
                <a:gd name="T31" fmla="*/ 1 h 177"/>
                <a:gd name="T32" fmla="*/ 6 w 806"/>
                <a:gd name="T33" fmla="*/ 1 h 177"/>
                <a:gd name="T34" fmla="*/ 6 w 806"/>
                <a:gd name="T35" fmla="*/ 1 h 177"/>
                <a:gd name="T36" fmla="*/ 6 w 806"/>
                <a:gd name="T37" fmla="*/ 1 h 177"/>
                <a:gd name="T38" fmla="*/ 6 w 806"/>
                <a:gd name="T39" fmla="*/ 1 h 177"/>
                <a:gd name="T40" fmla="*/ 6 w 806"/>
                <a:gd name="T41" fmla="*/ 0 h 177"/>
                <a:gd name="T42" fmla="*/ 5 w 806"/>
                <a:gd name="T43" fmla="*/ 0 h 177"/>
                <a:gd name="T44" fmla="*/ 5 w 806"/>
                <a:gd name="T45" fmla="*/ 0 h 177"/>
                <a:gd name="T46" fmla="*/ 5 w 806"/>
                <a:gd name="T47" fmla="*/ 0 h 177"/>
                <a:gd name="T48" fmla="*/ 4 w 806"/>
                <a:gd name="T49" fmla="*/ 0 h 177"/>
                <a:gd name="T50" fmla="*/ 4 w 806"/>
                <a:gd name="T51" fmla="*/ 0 h 177"/>
                <a:gd name="T52" fmla="*/ 3 w 806"/>
                <a:gd name="T53" fmla="*/ 0 h 177"/>
                <a:gd name="T54" fmla="*/ 3 w 806"/>
                <a:gd name="T55" fmla="*/ 0 h 177"/>
                <a:gd name="T56" fmla="*/ 3 w 806"/>
                <a:gd name="T57" fmla="*/ 0 h 177"/>
                <a:gd name="T58" fmla="*/ 2 w 806"/>
                <a:gd name="T59" fmla="*/ 0 h 177"/>
                <a:gd name="T60" fmla="*/ 2 w 806"/>
                <a:gd name="T61" fmla="*/ 0 h 177"/>
                <a:gd name="T62" fmla="*/ 1 w 806"/>
                <a:gd name="T63" fmla="*/ 0 h 177"/>
                <a:gd name="T64" fmla="*/ 1 w 806"/>
                <a:gd name="T65" fmla="*/ 0 h 177"/>
                <a:gd name="T66" fmla="*/ 1 w 806"/>
                <a:gd name="T67" fmla="*/ 1 h 177"/>
                <a:gd name="T68" fmla="*/ 0 w 806"/>
                <a:gd name="T69" fmla="*/ 1 h 177"/>
                <a:gd name="T70" fmla="*/ 0 w 806"/>
                <a:gd name="T71" fmla="*/ 1 h 177"/>
                <a:gd name="T72" fmla="*/ 0 w 806"/>
                <a:gd name="T73" fmla="*/ 1 h 177"/>
                <a:gd name="T74" fmla="*/ 0 w 806"/>
                <a:gd name="T75" fmla="*/ 1 h 177"/>
                <a:gd name="T76" fmla="*/ 0 w 806"/>
                <a:gd name="T77" fmla="*/ 1 h 177"/>
                <a:gd name="T78" fmla="*/ 0 w 806"/>
                <a:gd name="T79" fmla="*/ 1 h 177"/>
                <a:gd name="T80" fmla="*/ 0 w 806"/>
                <a:gd name="T81" fmla="*/ 1 h 177"/>
                <a:gd name="T82" fmla="*/ 0 w 806"/>
                <a:gd name="T83" fmla="*/ 1 h 177"/>
                <a:gd name="T84" fmla="*/ 0 w 806"/>
                <a:gd name="T85" fmla="*/ 1 h 177"/>
                <a:gd name="T86" fmla="*/ 0 w 806"/>
                <a:gd name="T87" fmla="*/ 1 h 177"/>
                <a:gd name="T88" fmla="*/ 1 w 806"/>
                <a:gd name="T89" fmla="*/ 1 h 177"/>
                <a:gd name="T90" fmla="*/ 1 w 806"/>
                <a:gd name="T91" fmla="*/ 1 h 17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806"/>
                <a:gd name="T139" fmla="*/ 0 h 177"/>
                <a:gd name="T140" fmla="*/ 806 w 806"/>
                <a:gd name="T141" fmla="*/ 177 h 17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806" h="177">
                  <a:moveTo>
                    <a:pt x="67" y="171"/>
                  </a:moveTo>
                  <a:lnTo>
                    <a:pt x="68" y="171"/>
                  </a:lnTo>
                  <a:lnTo>
                    <a:pt x="109" y="151"/>
                  </a:lnTo>
                  <a:lnTo>
                    <a:pt x="151" y="135"/>
                  </a:lnTo>
                  <a:lnTo>
                    <a:pt x="196" y="122"/>
                  </a:lnTo>
                  <a:lnTo>
                    <a:pt x="242" y="110"/>
                  </a:lnTo>
                  <a:lnTo>
                    <a:pt x="287" y="102"/>
                  </a:lnTo>
                  <a:lnTo>
                    <a:pt x="335" y="97"/>
                  </a:lnTo>
                  <a:lnTo>
                    <a:pt x="382" y="95"/>
                  </a:lnTo>
                  <a:lnTo>
                    <a:pt x="430" y="94"/>
                  </a:lnTo>
                  <a:lnTo>
                    <a:pt x="477" y="97"/>
                  </a:lnTo>
                  <a:lnTo>
                    <a:pt x="524" y="102"/>
                  </a:lnTo>
                  <a:lnTo>
                    <a:pt x="568" y="108"/>
                  </a:lnTo>
                  <a:lnTo>
                    <a:pt x="612" y="117"/>
                  </a:lnTo>
                  <a:lnTo>
                    <a:pt x="654" y="128"/>
                  </a:lnTo>
                  <a:lnTo>
                    <a:pt x="693" y="141"/>
                  </a:lnTo>
                  <a:lnTo>
                    <a:pt x="730" y="155"/>
                  </a:lnTo>
                  <a:lnTo>
                    <a:pt x="764" y="171"/>
                  </a:lnTo>
                  <a:lnTo>
                    <a:pt x="806" y="89"/>
                  </a:lnTo>
                  <a:lnTo>
                    <a:pt x="768" y="70"/>
                  </a:lnTo>
                  <a:lnTo>
                    <a:pt x="725" y="54"/>
                  </a:lnTo>
                  <a:lnTo>
                    <a:pt x="680" y="39"/>
                  </a:lnTo>
                  <a:lnTo>
                    <a:pt x="633" y="26"/>
                  </a:lnTo>
                  <a:lnTo>
                    <a:pt x="585" y="16"/>
                  </a:lnTo>
                  <a:lnTo>
                    <a:pt x="536" y="8"/>
                  </a:lnTo>
                  <a:lnTo>
                    <a:pt x="484" y="3"/>
                  </a:lnTo>
                  <a:lnTo>
                    <a:pt x="433" y="0"/>
                  </a:lnTo>
                  <a:lnTo>
                    <a:pt x="380" y="1"/>
                  </a:lnTo>
                  <a:lnTo>
                    <a:pt x="328" y="3"/>
                  </a:lnTo>
                  <a:lnTo>
                    <a:pt x="276" y="10"/>
                  </a:lnTo>
                  <a:lnTo>
                    <a:pt x="223" y="19"/>
                  </a:lnTo>
                  <a:lnTo>
                    <a:pt x="172" y="30"/>
                  </a:lnTo>
                  <a:lnTo>
                    <a:pt x="121" y="46"/>
                  </a:lnTo>
                  <a:lnTo>
                    <a:pt x="72" y="67"/>
                  </a:lnTo>
                  <a:lnTo>
                    <a:pt x="24" y="89"/>
                  </a:lnTo>
                  <a:lnTo>
                    <a:pt x="25" y="89"/>
                  </a:lnTo>
                  <a:lnTo>
                    <a:pt x="24" y="89"/>
                  </a:lnTo>
                  <a:lnTo>
                    <a:pt x="8" y="102"/>
                  </a:lnTo>
                  <a:lnTo>
                    <a:pt x="0" y="118"/>
                  </a:lnTo>
                  <a:lnTo>
                    <a:pt x="0" y="136"/>
                  </a:lnTo>
                  <a:lnTo>
                    <a:pt x="6" y="152"/>
                  </a:lnTo>
                  <a:lnTo>
                    <a:pt x="17" y="165"/>
                  </a:lnTo>
                  <a:lnTo>
                    <a:pt x="31" y="175"/>
                  </a:lnTo>
                  <a:lnTo>
                    <a:pt x="48" y="177"/>
                  </a:lnTo>
                  <a:lnTo>
                    <a:pt x="68" y="171"/>
                  </a:lnTo>
                  <a:lnTo>
                    <a:pt x="67" y="1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13026" name="Freeform 44"/>
            <p:cNvSpPr>
              <a:spLocks/>
            </p:cNvSpPr>
            <p:nvPr/>
          </p:nvSpPr>
          <p:spPr bwMode="auto">
            <a:xfrm>
              <a:off x="931" y="1456"/>
              <a:ext cx="280" cy="158"/>
            </a:xfrm>
            <a:custGeom>
              <a:avLst/>
              <a:gdLst>
                <a:gd name="T0" fmla="*/ 1 w 1402"/>
                <a:gd name="T1" fmla="*/ 6 h 787"/>
                <a:gd name="T2" fmla="*/ 1 w 1402"/>
                <a:gd name="T3" fmla="*/ 6 h 787"/>
                <a:gd name="T4" fmla="*/ 11 w 1402"/>
                <a:gd name="T5" fmla="*/ 1 h 787"/>
                <a:gd name="T6" fmla="*/ 11 w 1402"/>
                <a:gd name="T7" fmla="*/ 0 h 787"/>
                <a:gd name="T8" fmla="*/ 0 w 1402"/>
                <a:gd name="T9" fmla="*/ 6 h 787"/>
                <a:gd name="T10" fmla="*/ 0 w 1402"/>
                <a:gd name="T11" fmla="*/ 6 h 787"/>
                <a:gd name="T12" fmla="*/ 0 w 1402"/>
                <a:gd name="T13" fmla="*/ 6 h 787"/>
                <a:gd name="T14" fmla="*/ 0 w 1402"/>
                <a:gd name="T15" fmla="*/ 6 h 787"/>
                <a:gd name="T16" fmla="*/ 0 w 1402"/>
                <a:gd name="T17" fmla="*/ 6 h 787"/>
                <a:gd name="T18" fmla="*/ 0 w 1402"/>
                <a:gd name="T19" fmla="*/ 6 h 787"/>
                <a:gd name="T20" fmla="*/ 0 w 1402"/>
                <a:gd name="T21" fmla="*/ 6 h 787"/>
                <a:gd name="T22" fmla="*/ 0 w 1402"/>
                <a:gd name="T23" fmla="*/ 6 h 787"/>
                <a:gd name="T24" fmla="*/ 0 w 1402"/>
                <a:gd name="T25" fmla="*/ 6 h 787"/>
                <a:gd name="T26" fmla="*/ 0 w 1402"/>
                <a:gd name="T27" fmla="*/ 6 h 787"/>
                <a:gd name="T28" fmla="*/ 1 w 1402"/>
                <a:gd name="T29" fmla="*/ 6 h 787"/>
                <a:gd name="T30" fmla="*/ 1 w 1402"/>
                <a:gd name="T31" fmla="*/ 6 h 78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02"/>
                <a:gd name="T49" fmla="*/ 0 h 787"/>
                <a:gd name="T50" fmla="*/ 1402 w 1402"/>
                <a:gd name="T51" fmla="*/ 787 h 78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02" h="787">
                  <a:moveTo>
                    <a:pt x="69" y="781"/>
                  </a:moveTo>
                  <a:lnTo>
                    <a:pt x="66" y="781"/>
                  </a:lnTo>
                  <a:lnTo>
                    <a:pt x="1402" y="82"/>
                  </a:lnTo>
                  <a:lnTo>
                    <a:pt x="1360" y="0"/>
                  </a:lnTo>
                  <a:lnTo>
                    <a:pt x="24" y="699"/>
                  </a:lnTo>
                  <a:lnTo>
                    <a:pt x="22" y="699"/>
                  </a:lnTo>
                  <a:lnTo>
                    <a:pt x="24" y="699"/>
                  </a:lnTo>
                  <a:lnTo>
                    <a:pt x="8" y="712"/>
                  </a:lnTo>
                  <a:lnTo>
                    <a:pt x="1" y="727"/>
                  </a:lnTo>
                  <a:lnTo>
                    <a:pt x="0" y="744"/>
                  </a:lnTo>
                  <a:lnTo>
                    <a:pt x="5" y="761"/>
                  </a:lnTo>
                  <a:lnTo>
                    <a:pt x="15" y="775"/>
                  </a:lnTo>
                  <a:lnTo>
                    <a:pt x="30" y="784"/>
                  </a:lnTo>
                  <a:lnTo>
                    <a:pt x="46" y="787"/>
                  </a:lnTo>
                  <a:lnTo>
                    <a:pt x="66" y="781"/>
                  </a:lnTo>
                  <a:lnTo>
                    <a:pt x="69" y="7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13027" name="Freeform 45"/>
            <p:cNvSpPr>
              <a:spLocks/>
            </p:cNvSpPr>
            <p:nvPr/>
          </p:nvSpPr>
          <p:spPr bwMode="auto">
            <a:xfrm>
              <a:off x="868" y="1596"/>
              <a:ext cx="77" cy="126"/>
            </a:xfrm>
            <a:custGeom>
              <a:avLst/>
              <a:gdLst>
                <a:gd name="T0" fmla="*/ 1 w 382"/>
                <a:gd name="T1" fmla="*/ 5 h 628"/>
                <a:gd name="T2" fmla="*/ 1 w 382"/>
                <a:gd name="T3" fmla="*/ 5 h 628"/>
                <a:gd name="T4" fmla="*/ 1 w 382"/>
                <a:gd name="T5" fmla="*/ 4 h 628"/>
                <a:gd name="T6" fmla="*/ 1 w 382"/>
                <a:gd name="T7" fmla="*/ 4 h 628"/>
                <a:gd name="T8" fmla="*/ 1 w 382"/>
                <a:gd name="T9" fmla="*/ 4 h 628"/>
                <a:gd name="T10" fmla="*/ 1 w 382"/>
                <a:gd name="T11" fmla="*/ 3 h 628"/>
                <a:gd name="T12" fmla="*/ 1 w 382"/>
                <a:gd name="T13" fmla="*/ 3 h 628"/>
                <a:gd name="T14" fmla="*/ 1 w 382"/>
                <a:gd name="T15" fmla="*/ 3 h 628"/>
                <a:gd name="T16" fmla="*/ 1 w 382"/>
                <a:gd name="T17" fmla="*/ 3 h 628"/>
                <a:gd name="T18" fmla="*/ 1 w 382"/>
                <a:gd name="T19" fmla="*/ 2 h 628"/>
                <a:gd name="T20" fmla="*/ 2 w 382"/>
                <a:gd name="T21" fmla="*/ 2 h 628"/>
                <a:gd name="T22" fmla="*/ 2 w 382"/>
                <a:gd name="T23" fmla="*/ 2 h 628"/>
                <a:gd name="T24" fmla="*/ 2 w 382"/>
                <a:gd name="T25" fmla="*/ 2 h 628"/>
                <a:gd name="T26" fmla="*/ 2 w 382"/>
                <a:gd name="T27" fmla="*/ 1 h 628"/>
                <a:gd name="T28" fmla="*/ 2 w 382"/>
                <a:gd name="T29" fmla="*/ 1 h 628"/>
                <a:gd name="T30" fmla="*/ 3 w 382"/>
                <a:gd name="T31" fmla="*/ 1 h 628"/>
                <a:gd name="T32" fmla="*/ 3 w 382"/>
                <a:gd name="T33" fmla="*/ 1 h 628"/>
                <a:gd name="T34" fmla="*/ 3 w 382"/>
                <a:gd name="T35" fmla="*/ 1 h 628"/>
                <a:gd name="T36" fmla="*/ 3 w 382"/>
                <a:gd name="T37" fmla="*/ 0 h 628"/>
                <a:gd name="T38" fmla="*/ 2 w 382"/>
                <a:gd name="T39" fmla="*/ 0 h 628"/>
                <a:gd name="T40" fmla="*/ 2 w 382"/>
                <a:gd name="T41" fmla="*/ 0 h 628"/>
                <a:gd name="T42" fmla="*/ 2 w 382"/>
                <a:gd name="T43" fmla="*/ 1 h 628"/>
                <a:gd name="T44" fmla="*/ 2 w 382"/>
                <a:gd name="T45" fmla="*/ 1 h 628"/>
                <a:gd name="T46" fmla="*/ 1 w 382"/>
                <a:gd name="T47" fmla="*/ 1 h 628"/>
                <a:gd name="T48" fmla="*/ 1 w 382"/>
                <a:gd name="T49" fmla="*/ 1 h 628"/>
                <a:gd name="T50" fmla="*/ 1 w 382"/>
                <a:gd name="T51" fmla="*/ 2 h 628"/>
                <a:gd name="T52" fmla="*/ 1 w 382"/>
                <a:gd name="T53" fmla="*/ 2 h 628"/>
                <a:gd name="T54" fmla="*/ 1 w 382"/>
                <a:gd name="T55" fmla="*/ 2 h 628"/>
                <a:gd name="T56" fmla="*/ 0 w 382"/>
                <a:gd name="T57" fmla="*/ 3 h 628"/>
                <a:gd name="T58" fmla="*/ 0 w 382"/>
                <a:gd name="T59" fmla="*/ 3 h 628"/>
                <a:gd name="T60" fmla="*/ 0 w 382"/>
                <a:gd name="T61" fmla="*/ 3 h 628"/>
                <a:gd name="T62" fmla="*/ 0 w 382"/>
                <a:gd name="T63" fmla="*/ 4 h 628"/>
                <a:gd name="T64" fmla="*/ 0 w 382"/>
                <a:gd name="T65" fmla="*/ 4 h 628"/>
                <a:gd name="T66" fmla="*/ 0 w 382"/>
                <a:gd name="T67" fmla="*/ 4 h 628"/>
                <a:gd name="T68" fmla="*/ 0 w 382"/>
                <a:gd name="T69" fmla="*/ 5 h 628"/>
                <a:gd name="T70" fmla="*/ 0 w 382"/>
                <a:gd name="T71" fmla="*/ 5 h 628"/>
                <a:gd name="T72" fmla="*/ 0 w 382"/>
                <a:gd name="T73" fmla="*/ 5 h 628"/>
                <a:gd name="T74" fmla="*/ 0 w 382"/>
                <a:gd name="T75" fmla="*/ 5 h 628"/>
                <a:gd name="T76" fmla="*/ 0 w 382"/>
                <a:gd name="T77" fmla="*/ 5 h 628"/>
                <a:gd name="T78" fmla="*/ 0 w 382"/>
                <a:gd name="T79" fmla="*/ 5 h 628"/>
                <a:gd name="T80" fmla="*/ 0 w 382"/>
                <a:gd name="T81" fmla="*/ 5 h 628"/>
                <a:gd name="T82" fmla="*/ 1 w 382"/>
                <a:gd name="T83" fmla="*/ 5 h 628"/>
                <a:gd name="T84" fmla="*/ 1 w 382"/>
                <a:gd name="T85" fmla="*/ 5 h 628"/>
                <a:gd name="T86" fmla="*/ 1 w 382"/>
                <a:gd name="T87" fmla="*/ 5 h 628"/>
                <a:gd name="T88" fmla="*/ 1 w 382"/>
                <a:gd name="T89" fmla="*/ 5 h 628"/>
                <a:gd name="T90" fmla="*/ 1 w 382"/>
                <a:gd name="T91" fmla="*/ 5 h 628"/>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382"/>
                <a:gd name="T139" fmla="*/ 0 h 628"/>
                <a:gd name="T140" fmla="*/ 382 w 382"/>
                <a:gd name="T141" fmla="*/ 628 h 628"/>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382" h="628">
                  <a:moveTo>
                    <a:pt x="94" y="581"/>
                  </a:moveTo>
                  <a:lnTo>
                    <a:pt x="94" y="582"/>
                  </a:lnTo>
                  <a:lnTo>
                    <a:pt x="96" y="541"/>
                  </a:lnTo>
                  <a:lnTo>
                    <a:pt x="99" y="500"/>
                  </a:lnTo>
                  <a:lnTo>
                    <a:pt x="106" y="463"/>
                  </a:lnTo>
                  <a:lnTo>
                    <a:pt x="115" y="424"/>
                  </a:lnTo>
                  <a:lnTo>
                    <a:pt x="127" y="389"/>
                  </a:lnTo>
                  <a:lnTo>
                    <a:pt x="140" y="353"/>
                  </a:lnTo>
                  <a:lnTo>
                    <a:pt x="156" y="320"/>
                  </a:lnTo>
                  <a:lnTo>
                    <a:pt x="173" y="287"/>
                  </a:lnTo>
                  <a:lnTo>
                    <a:pt x="193" y="255"/>
                  </a:lnTo>
                  <a:lnTo>
                    <a:pt x="214" y="226"/>
                  </a:lnTo>
                  <a:lnTo>
                    <a:pt x="238" y="198"/>
                  </a:lnTo>
                  <a:lnTo>
                    <a:pt x="263" y="172"/>
                  </a:lnTo>
                  <a:lnTo>
                    <a:pt x="290" y="146"/>
                  </a:lnTo>
                  <a:lnTo>
                    <a:pt x="318" y="122"/>
                  </a:lnTo>
                  <a:lnTo>
                    <a:pt x="349" y="101"/>
                  </a:lnTo>
                  <a:lnTo>
                    <a:pt x="382" y="82"/>
                  </a:lnTo>
                  <a:lnTo>
                    <a:pt x="335" y="0"/>
                  </a:lnTo>
                  <a:lnTo>
                    <a:pt x="297" y="23"/>
                  </a:lnTo>
                  <a:lnTo>
                    <a:pt x="262" y="49"/>
                  </a:lnTo>
                  <a:lnTo>
                    <a:pt x="229" y="76"/>
                  </a:lnTo>
                  <a:lnTo>
                    <a:pt x="198" y="104"/>
                  </a:lnTo>
                  <a:lnTo>
                    <a:pt x="167" y="137"/>
                  </a:lnTo>
                  <a:lnTo>
                    <a:pt x="142" y="170"/>
                  </a:lnTo>
                  <a:lnTo>
                    <a:pt x="116" y="204"/>
                  </a:lnTo>
                  <a:lnTo>
                    <a:pt x="94" y="240"/>
                  </a:lnTo>
                  <a:lnTo>
                    <a:pt x="74" y="278"/>
                  </a:lnTo>
                  <a:lnTo>
                    <a:pt x="54" y="317"/>
                  </a:lnTo>
                  <a:lnTo>
                    <a:pt x="38" y="359"/>
                  </a:lnTo>
                  <a:lnTo>
                    <a:pt x="26" y="401"/>
                  </a:lnTo>
                  <a:lnTo>
                    <a:pt x="15" y="444"/>
                  </a:lnTo>
                  <a:lnTo>
                    <a:pt x="8" y="489"/>
                  </a:lnTo>
                  <a:lnTo>
                    <a:pt x="2" y="534"/>
                  </a:lnTo>
                  <a:lnTo>
                    <a:pt x="0" y="580"/>
                  </a:lnTo>
                  <a:lnTo>
                    <a:pt x="0" y="581"/>
                  </a:lnTo>
                  <a:lnTo>
                    <a:pt x="0" y="580"/>
                  </a:lnTo>
                  <a:lnTo>
                    <a:pt x="3" y="600"/>
                  </a:lnTo>
                  <a:lnTo>
                    <a:pt x="14" y="615"/>
                  </a:lnTo>
                  <a:lnTo>
                    <a:pt x="29" y="625"/>
                  </a:lnTo>
                  <a:lnTo>
                    <a:pt x="45" y="628"/>
                  </a:lnTo>
                  <a:lnTo>
                    <a:pt x="63" y="626"/>
                  </a:lnTo>
                  <a:lnTo>
                    <a:pt x="78" y="616"/>
                  </a:lnTo>
                  <a:lnTo>
                    <a:pt x="89" y="602"/>
                  </a:lnTo>
                  <a:lnTo>
                    <a:pt x="94" y="582"/>
                  </a:lnTo>
                  <a:lnTo>
                    <a:pt x="94" y="5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13028" name="Freeform 46"/>
            <p:cNvSpPr>
              <a:spLocks/>
            </p:cNvSpPr>
            <p:nvPr/>
          </p:nvSpPr>
          <p:spPr bwMode="auto">
            <a:xfrm>
              <a:off x="868" y="1712"/>
              <a:ext cx="19" cy="364"/>
            </a:xfrm>
            <a:custGeom>
              <a:avLst/>
              <a:gdLst>
                <a:gd name="T0" fmla="*/ 1 w 94"/>
                <a:gd name="T1" fmla="*/ 14 h 1818"/>
                <a:gd name="T2" fmla="*/ 1 w 94"/>
                <a:gd name="T3" fmla="*/ 14 h 1818"/>
                <a:gd name="T4" fmla="*/ 1 w 94"/>
                <a:gd name="T5" fmla="*/ 0 h 1818"/>
                <a:gd name="T6" fmla="*/ 0 w 94"/>
                <a:gd name="T7" fmla="*/ 0 h 1818"/>
                <a:gd name="T8" fmla="*/ 0 w 94"/>
                <a:gd name="T9" fmla="*/ 14 h 1818"/>
                <a:gd name="T10" fmla="*/ 0 w 94"/>
                <a:gd name="T11" fmla="*/ 14 h 1818"/>
                <a:gd name="T12" fmla="*/ 0 w 94"/>
                <a:gd name="T13" fmla="*/ 14 h 1818"/>
                <a:gd name="T14" fmla="*/ 0 w 94"/>
                <a:gd name="T15" fmla="*/ 14 h 1818"/>
                <a:gd name="T16" fmla="*/ 0 w 94"/>
                <a:gd name="T17" fmla="*/ 14 h 1818"/>
                <a:gd name="T18" fmla="*/ 0 w 94"/>
                <a:gd name="T19" fmla="*/ 15 h 1818"/>
                <a:gd name="T20" fmla="*/ 0 w 94"/>
                <a:gd name="T21" fmla="*/ 15 h 1818"/>
                <a:gd name="T22" fmla="*/ 1 w 94"/>
                <a:gd name="T23" fmla="*/ 15 h 1818"/>
                <a:gd name="T24" fmla="*/ 1 w 94"/>
                <a:gd name="T25" fmla="*/ 14 h 1818"/>
                <a:gd name="T26" fmla="*/ 1 w 94"/>
                <a:gd name="T27" fmla="*/ 14 h 1818"/>
                <a:gd name="T28" fmla="*/ 1 w 94"/>
                <a:gd name="T29" fmla="*/ 14 h 1818"/>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94"/>
                <a:gd name="T46" fmla="*/ 0 h 1818"/>
                <a:gd name="T47" fmla="*/ 94 w 94"/>
                <a:gd name="T48" fmla="*/ 1818 h 1818"/>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94" h="1818">
                  <a:moveTo>
                    <a:pt x="94" y="1771"/>
                  </a:moveTo>
                  <a:lnTo>
                    <a:pt x="94" y="1771"/>
                  </a:lnTo>
                  <a:lnTo>
                    <a:pt x="94" y="0"/>
                  </a:lnTo>
                  <a:lnTo>
                    <a:pt x="0" y="0"/>
                  </a:lnTo>
                  <a:lnTo>
                    <a:pt x="0" y="1771"/>
                  </a:lnTo>
                  <a:lnTo>
                    <a:pt x="3" y="1791"/>
                  </a:lnTo>
                  <a:lnTo>
                    <a:pt x="15" y="1806"/>
                  </a:lnTo>
                  <a:lnTo>
                    <a:pt x="29" y="1814"/>
                  </a:lnTo>
                  <a:lnTo>
                    <a:pt x="47" y="1818"/>
                  </a:lnTo>
                  <a:lnTo>
                    <a:pt x="64" y="1814"/>
                  </a:lnTo>
                  <a:lnTo>
                    <a:pt x="79" y="1806"/>
                  </a:lnTo>
                  <a:lnTo>
                    <a:pt x="90" y="1791"/>
                  </a:lnTo>
                  <a:lnTo>
                    <a:pt x="94" y="17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13029" name="Freeform 47"/>
            <p:cNvSpPr>
              <a:spLocks/>
            </p:cNvSpPr>
            <p:nvPr/>
          </p:nvSpPr>
          <p:spPr bwMode="auto">
            <a:xfrm>
              <a:off x="868" y="2067"/>
              <a:ext cx="90" cy="160"/>
            </a:xfrm>
            <a:custGeom>
              <a:avLst/>
              <a:gdLst>
                <a:gd name="T0" fmla="*/ 3 w 449"/>
                <a:gd name="T1" fmla="*/ 6 h 803"/>
                <a:gd name="T2" fmla="*/ 3 w 449"/>
                <a:gd name="T3" fmla="*/ 6 h 803"/>
                <a:gd name="T4" fmla="*/ 3 w 449"/>
                <a:gd name="T5" fmla="*/ 5 h 803"/>
                <a:gd name="T6" fmla="*/ 3 w 449"/>
                <a:gd name="T7" fmla="*/ 5 h 803"/>
                <a:gd name="T8" fmla="*/ 3 w 449"/>
                <a:gd name="T9" fmla="*/ 5 h 803"/>
                <a:gd name="T10" fmla="*/ 2 w 449"/>
                <a:gd name="T11" fmla="*/ 5 h 803"/>
                <a:gd name="T12" fmla="*/ 2 w 449"/>
                <a:gd name="T13" fmla="*/ 4 h 803"/>
                <a:gd name="T14" fmla="*/ 2 w 449"/>
                <a:gd name="T15" fmla="*/ 4 h 803"/>
                <a:gd name="T16" fmla="*/ 2 w 449"/>
                <a:gd name="T17" fmla="*/ 4 h 803"/>
                <a:gd name="T18" fmla="*/ 2 w 449"/>
                <a:gd name="T19" fmla="*/ 3 h 803"/>
                <a:gd name="T20" fmla="*/ 1 w 449"/>
                <a:gd name="T21" fmla="*/ 3 h 803"/>
                <a:gd name="T22" fmla="*/ 1 w 449"/>
                <a:gd name="T23" fmla="*/ 2 h 803"/>
                <a:gd name="T24" fmla="*/ 1 w 449"/>
                <a:gd name="T25" fmla="*/ 2 h 803"/>
                <a:gd name="T26" fmla="*/ 1 w 449"/>
                <a:gd name="T27" fmla="*/ 2 h 803"/>
                <a:gd name="T28" fmla="*/ 1 w 449"/>
                <a:gd name="T29" fmla="*/ 1 h 803"/>
                <a:gd name="T30" fmla="*/ 1 w 449"/>
                <a:gd name="T31" fmla="*/ 1 h 803"/>
                <a:gd name="T32" fmla="*/ 1 w 449"/>
                <a:gd name="T33" fmla="*/ 0 h 803"/>
                <a:gd name="T34" fmla="*/ 1 w 449"/>
                <a:gd name="T35" fmla="*/ 0 h 803"/>
                <a:gd name="T36" fmla="*/ 0 w 449"/>
                <a:gd name="T37" fmla="*/ 0 h 803"/>
                <a:gd name="T38" fmla="*/ 0 w 449"/>
                <a:gd name="T39" fmla="*/ 0 h 803"/>
                <a:gd name="T40" fmla="*/ 0 w 449"/>
                <a:gd name="T41" fmla="*/ 1 h 803"/>
                <a:gd name="T42" fmla="*/ 0 w 449"/>
                <a:gd name="T43" fmla="*/ 1 h 803"/>
                <a:gd name="T44" fmla="*/ 0 w 449"/>
                <a:gd name="T45" fmla="*/ 2 h 803"/>
                <a:gd name="T46" fmla="*/ 0 w 449"/>
                <a:gd name="T47" fmla="*/ 2 h 803"/>
                <a:gd name="T48" fmla="*/ 0 w 449"/>
                <a:gd name="T49" fmla="*/ 3 h 803"/>
                <a:gd name="T50" fmla="*/ 1 w 449"/>
                <a:gd name="T51" fmla="*/ 3 h 803"/>
                <a:gd name="T52" fmla="*/ 1 w 449"/>
                <a:gd name="T53" fmla="*/ 4 h 803"/>
                <a:gd name="T54" fmla="*/ 1 w 449"/>
                <a:gd name="T55" fmla="*/ 4 h 803"/>
                <a:gd name="T56" fmla="*/ 1 w 449"/>
                <a:gd name="T57" fmla="*/ 4 h 803"/>
                <a:gd name="T58" fmla="*/ 2 w 449"/>
                <a:gd name="T59" fmla="*/ 5 h 803"/>
                <a:gd name="T60" fmla="*/ 2 w 449"/>
                <a:gd name="T61" fmla="*/ 5 h 803"/>
                <a:gd name="T62" fmla="*/ 2 w 449"/>
                <a:gd name="T63" fmla="*/ 5 h 803"/>
                <a:gd name="T64" fmla="*/ 2 w 449"/>
                <a:gd name="T65" fmla="*/ 6 h 803"/>
                <a:gd name="T66" fmla="*/ 3 w 449"/>
                <a:gd name="T67" fmla="*/ 6 h 803"/>
                <a:gd name="T68" fmla="*/ 3 w 449"/>
                <a:gd name="T69" fmla="*/ 6 h 803"/>
                <a:gd name="T70" fmla="*/ 3 w 449"/>
                <a:gd name="T71" fmla="*/ 6 h 803"/>
                <a:gd name="T72" fmla="*/ 3 w 449"/>
                <a:gd name="T73" fmla="*/ 6 h 803"/>
                <a:gd name="T74" fmla="*/ 3 w 449"/>
                <a:gd name="T75" fmla="*/ 6 h 803"/>
                <a:gd name="T76" fmla="*/ 3 w 449"/>
                <a:gd name="T77" fmla="*/ 6 h 803"/>
                <a:gd name="T78" fmla="*/ 3 w 449"/>
                <a:gd name="T79" fmla="*/ 6 h 803"/>
                <a:gd name="T80" fmla="*/ 4 w 449"/>
                <a:gd name="T81" fmla="*/ 6 h 803"/>
                <a:gd name="T82" fmla="*/ 4 w 449"/>
                <a:gd name="T83" fmla="*/ 6 h 803"/>
                <a:gd name="T84" fmla="*/ 4 w 449"/>
                <a:gd name="T85" fmla="*/ 6 h 803"/>
                <a:gd name="T86" fmla="*/ 4 w 449"/>
                <a:gd name="T87" fmla="*/ 6 h 803"/>
                <a:gd name="T88" fmla="*/ 3 w 449"/>
                <a:gd name="T89" fmla="*/ 6 h 803"/>
                <a:gd name="T90" fmla="*/ 3 w 449"/>
                <a:gd name="T91" fmla="*/ 6 h 80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449"/>
                <a:gd name="T139" fmla="*/ 0 h 803"/>
                <a:gd name="T140" fmla="*/ 449 w 449"/>
                <a:gd name="T141" fmla="*/ 803 h 80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449" h="803">
                  <a:moveTo>
                    <a:pt x="426" y="717"/>
                  </a:moveTo>
                  <a:lnTo>
                    <a:pt x="427" y="717"/>
                  </a:lnTo>
                  <a:lnTo>
                    <a:pt x="395" y="693"/>
                  </a:lnTo>
                  <a:lnTo>
                    <a:pt x="361" y="662"/>
                  </a:lnTo>
                  <a:lnTo>
                    <a:pt x="329" y="628"/>
                  </a:lnTo>
                  <a:lnTo>
                    <a:pt x="299" y="591"/>
                  </a:lnTo>
                  <a:lnTo>
                    <a:pt x="269" y="551"/>
                  </a:lnTo>
                  <a:lnTo>
                    <a:pt x="241" y="507"/>
                  </a:lnTo>
                  <a:lnTo>
                    <a:pt x="215" y="460"/>
                  </a:lnTo>
                  <a:lnTo>
                    <a:pt x="191" y="412"/>
                  </a:lnTo>
                  <a:lnTo>
                    <a:pt x="170" y="363"/>
                  </a:lnTo>
                  <a:lnTo>
                    <a:pt x="151" y="312"/>
                  </a:lnTo>
                  <a:lnTo>
                    <a:pt x="133" y="259"/>
                  </a:lnTo>
                  <a:lnTo>
                    <a:pt x="119" y="207"/>
                  </a:lnTo>
                  <a:lnTo>
                    <a:pt x="108" y="156"/>
                  </a:lnTo>
                  <a:lnTo>
                    <a:pt x="101" y="103"/>
                  </a:lnTo>
                  <a:lnTo>
                    <a:pt x="96" y="51"/>
                  </a:lnTo>
                  <a:lnTo>
                    <a:pt x="94" y="0"/>
                  </a:lnTo>
                  <a:lnTo>
                    <a:pt x="0" y="0"/>
                  </a:lnTo>
                  <a:lnTo>
                    <a:pt x="2" y="56"/>
                  </a:lnTo>
                  <a:lnTo>
                    <a:pt x="7" y="115"/>
                  </a:lnTo>
                  <a:lnTo>
                    <a:pt x="16" y="172"/>
                  </a:lnTo>
                  <a:lnTo>
                    <a:pt x="28" y="231"/>
                  </a:lnTo>
                  <a:lnTo>
                    <a:pt x="44" y="287"/>
                  </a:lnTo>
                  <a:lnTo>
                    <a:pt x="62" y="342"/>
                  </a:lnTo>
                  <a:lnTo>
                    <a:pt x="83" y="398"/>
                  </a:lnTo>
                  <a:lnTo>
                    <a:pt x="106" y="452"/>
                  </a:lnTo>
                  <a:lnTo>
                    <a:pt x="133" y="505"/>
                  </a:lnTo>
                  <a:lnTo>
                    <a:pt x="161" y="554"/>
                  </a:lnTo>
                  <a:lnTo>
                    <a:pt x="192" y="602"/>
                  </a:lnTo>
                  <a:lnTo>
                    <a:pt x="224" y="647"/>
                  </a:lnTo>
                  <a:lnTo>
                    <a:pt x="259" y="689"/>
                  </a:lnTo>
                  <a:lnTo>
                    <a:pt x="295" y="728"/>
                  </a:lnTo>
                  <a:lnTo>
                    <a:pt x="334" y="763"/>
                  </a:lnTo>
                  <a:lnTo>
                    <a:pt x="374" y="795"/>
                  </a:lnTo>
                  <a:lnTo>
                    <a:pt x="375" y="795"/>
                  </a:lnTo>
                  <a:lnTo>
                    <a:pt x="374" y="795"/>
                  </a:lnTo>
                  <a:lnTo>
                    <a:pt x="392" y="803"/>
                  </a:lnTo>
                  <a:lnTo>
                    <a:pt x="411" y="803"/>
                  </a:lnTo>
                  <a:lnTo>
                    <a:pt x="426" y="795"/>
                  </a:lnTo>
                  <a:lnTo>
                    <a:pt x="439" y="782"/>
                  </a:lnTo>
                  <a:lnTo>
                    <a:pt x="446" y="766"/>
                  </a:lnTo>
                  <a:lnTo>
                    <a:pt x="449" y="749"/>
                  </a:lnTo>
                  <a:lnTo>
                    <a:pt x="441" y="732"/>
                  </a:lnTo>
                  <a:lnTo>
                    <a:pt x="427" y="717"/>
                  </a:lnTo>
                  <a:lnTo>
                    <a:pt x="426" y="71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13030" name="Freeform 48"/>
            <p:cNvSpPr>
              <a:spLocks/>
            </p:cNvSpPr>
            <p:nvPr/>
          </p:nvSpPr>
          <p:spPr bwMode="auto">
            <a:xfrm>
              <a:off x="883" y="1673"/>
              <a:ext cx="379" cy="690"/>
            </a:xfrm>
            <a:custGeom>
              <a:avLst/>
              <a:gdLst>
                <a:gd name="T0" fmla="*/ 12 w 1897"/>
                <a:gd name="T1" fmla="*/ 6 h 3450"/>
                <a:gd name="T2" fmla="*/ 13 w 1897"/>
                <a:gd name="T3" fmla="*/ 7 h 3450"/>
                <a:gd name="T4" fmla="*/ 13 w 1897"/>
                <a:gd name="T5" fmla="*/ 7 h 3450"/>
                <a:gd name="T6" fmla="*/ 14 w 1897"/>
                <a:gd name="T7" fmla="*/ 8 h 3450"/>
                <a:gd name="T8" fmla="*/ 14 w 1897"/>
                <a:gd name="T9" fmla="*/ 9 h 3450"/>
                <a:gd name="T10" fmla="*/ 15 w 1897"/>
                <a:gd name="T11" fmla="*/ 10 h 3450"/>
                <a:gd name="T12" fmla="*/ 15 w 1897"/>
                <a:gd name="T13" fmla="*/ 11 h 3450"/>
                <a:gd name="T14" fmla="*/ 15 w 1897"/>
                <a:gd name="T15" fmla="*/ 11 h 3450"/>
                <a:gd name="T16" fmla="*/ 15 w 1897"/>
                <a:gd name="T17" fmla="*/ 12 h 3450"/>
                <a:gd name="T18" fmla="*/ 15 w 1897"/>
                <a:gd name="T19" fmla="*/ 26 h 3450"/>
                <a:gd name="T20" fmla="*/ 15 w 1897"/>
                <a:gd name="T21" fmla="*/ 26 h 3450"/>
                <a:gd name="T22" fmla="*/ 15 w 1897"/>
                <a:gd name="T23" fmla="*/ 27 h 3450"/>
                <a:gd name="T24" fmla="*/ 15 w 1897"/>
                <a:gd name="T25" fmla="*/ 27 h 3450"/>
                <a:gd name="T26" fmla="*/ 14 w 1897"/>
                <a:gd name="T27" fmla="*/ 27 h 3450"/>
                <a:gd name="T28" fmla="*/ 14 w 1897"/>
                <a:gd name="T29" fmla="*/ 28 h 3450"/>
                <a:gd name="T30" fmla="*/ 13 w 1897"/>
                <a:gd name="T31" fmla="*/ 28 h 3450"/>
                <a:gd name="T32" fmla="*/ 13 w 1897"/>
                <a:gd name="T33" fmla="*/ 27 h 3450"/>
                <a:gd name="T34" fmla="*/ 3 w 1897"/>
                <a:gd name="T35" fmla="*/ 21 h 3450"/>
                <a:gd name="T36" fmla="*/ 2 w 1897"/>
                <a:gd name="T37" fmla="*/ 21 h 3450"/>
                <a:gd name="T38" fmla="*/ 2 w 1897"/>
                <a:gd name="T39" fmla="*/ 20 h 3450"/>
                <a:gd name="T40" fmla="*/ 1 w 1897"/>
                <a:gd name="T41" fmla="*/ 19 h 3450"/>
                <a:gd name="T42" fmla="*/ 1 w 1897"/>
                <a:gd name="T43" fmla="*/ 19 h 3450"/>
                <a:gd name="T44" fmla="*/ 0 w 1897"/>
                <a:gd name="T45" fmla="*/ 18 h 3450"/>
                <a:gd name="T46" fmla="*/ 0 w 1897"/>
                <a:gd name="T47" fmla="*/ 17 h 3450"/>
                <a:gd name="T48" fmla="*/ 0 w 1897"/>
                <a:gd name="T49" fmla="*/ 16 h 3450"/>
                <a:gd name="T50" fmla="*/ 0 w 1897"/>
                <a:gd name="T51" fmla="*/ 15 h 3450"/>
                <a:gd name="T52" fmla="*/ 0 w 1897"/>
                <a:gd name="T53" fmla="*/ 2 h 3450"/>
                <a:gd name="T54" fmla="*/ 0 w 1897"/>
                <a:gd name="T55" fmla="*/ 1 h 3450"/>
                <a:gd name="T56" fmla="*/ 0 w 1897"/>
                <a:gd name="T57" fmla="*/ 1 h 3450"/>
                <a:gd name="T58" fmla="*/ 1 w 1897"/>
                <a:gd name="T59" fmla="*/ 0 h 3450"/>
                <a:gd name="T60" fmla="*/ 1 w 1897"/>
                <a:gd name="T61" fmla="*/ 0 h 3450"/>
                <a:gd name="T62" fmla="*/ 1 w 1897"/>
                <a:gd name="T63" fmla="*/ 0 h 3450"/>
                <a:gd name="T64" fmla="*/ 2 w 1897"/>
                <a:gd name="T65" fmla="*/ 0 h 3450"/>
                <a:gd name="T66" fmla="*/ 3 w 1897"/>
                <a:gd name="T67" fmla="*/ 0 h 3450"/>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897"/>
                <a:gd name="T103" fmla="*/ 0 h 3450"/>
                <a:gd name="T104" fmla="*/ 1897 w 1897"/>
                <a:gd name="T105" fmla="*/ 3450 h 3450"/>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897" h="3450">
                  <a:moveTo>
                    <a:pt x="357" y="49"/>
                  </a:moveTo>
                  <a:lnTo>
                    <a:pt x="1542" y="806"/>
                  </a:lnTo>
                  <a:lnTo>
                    <a:pt x="1579" y="832"/>
                  </a:lnTo>
                  <a:lnTo>
                    <a:pt x="1614" y="861"/>
                  </a:lnTo>
                  <a:lnTo>
                    <a:pt x="1648" y="895"/>
                  </a:lnTo>
                  <a:lnTo>
                    <a:pt x="1681" y="933"/>
                  </a:lnTo>
                  <a:lnTo>
                    <a:pt x="1711" y="973"/>
                  </a:lnTo>
                  <a:lnTo>
                    <a:pt x="1740" y="1016"/>
                  </a:lnTo>
                  <a:lnTo>
                    <a:pt x="1768" y="1062"/>
                  </a:lnTo>
                  <a:lnTo>
                    <a:pt x="1793" y="1109"/>
                  </a:lnTo>
                  <a:lnTo>
                    <a:pt x="1816" y="1158"/>
                  </a:lnTo>
                  <a:lnTo>
                    <a:pt x="1836" y="1208"/>
                  </a:lnTo>
                  <a:lnTo>
                    <a:pt x="1854" y="1260"/>
                  </a:lnTo>
                  <a:lnTo>
                    <a:pt x="1869" y="1313"/>
                  </a:lnTo>
                  <a:lnTo>
                    <a:pt x="1881" y="1364"/>
                  </a:lnTo>
                  <a:lnTo>
                    <a:pt x="1890" y="1417"/>
                  </a:lnTo>
                  <a:lnTo>
                    <a:pt x="1895" y="1469"/>
                  </a:lnTo>
                  <a:lnTo>
                    <a:pt x="1897" y="1519"/>
                  </a:lnTo>
                  <a:lnTo>
                    <a:pt x="1897" y="3142"/>
                  </a:lnTo>
                  <a:lnTo>
                    <a:pt x="1895" y="3190"/>
                  </a:lnTo>
                  <a:lnTo>
                    <a:pt x="1890" y="3235"/>
                  </a:lnTo>
                  <a:lnTo>
                    <a:pt x="1881" y="3276"/>
                  </a:lnTo>
                  <a:lnTo>
                    <a:pt x="1869" y="3313"/>
                  </a:lnTo>
                  <a:lnTo>
                    <a:pt x="1854" y="3346"/>
                  </a:lnTo>
                  <a:lnTo>
                    <a:pt x="1836" y="3375"/>
                  </a:lnTo>
                  <a:lnTo>
                    <a:pt x="1816" y="3398"/>
                  </a:lnTo>
                  <a:lnTo>
                    <a:pt x="1793" y="3418"/>
                  </a:lnTo>
                  <a:lnTo>
                    <a:pt x="1768" y="3434"/>
                  </a:lnTo>
                  <a:lnTo>
                    <a:pt x="1740" y="3444"/>
                  </a:lnTo>
                  <a:lnTo>
                    <a:pt x="1711" y="3450"/>
                  </a:lnTo>
                  <a:lnTo>
                    <a:pt x="1681" y="3450"/>
                  </a:lnTo>
                  <a:lnTo>
                    <a:pt x="1648" y="3445"/>
                  </a:lnTo>
                  <a:lnTo>
                    <a:pt x="1614" y="3436"/>
                  </a:lnTo>
                  <a:lnTo>
                    <a:pt x="1579" y="3421"/>
                  </a:lnTo>
                  <a:lnTo>
                    <a:pt x="1542" y="3400"/>
                  </a:lnTo>
                  <a:lnTo>
                    <a:pt x="357" y="2643"/>
                  </a:lnTo>
                  <a:lnTo>
                    <a:pt x="320" y="2618"/>
                  </a:lnTo>
                  <a:lnTo>
                    <a:pt x="285" y="2588"/>
                  </a:lnTo>
                  <a:lnTo>
                    <a:pt x="251" y="2554"/>
                  </a:lnTo>
                  <a:lnTo>
                    <a:pt x="218" y="2517"/>
                  </a:lnTo>
                  <a:lnTo>
                    <a:pt x="187" y="2477"/>
                  </a:lnTo>
                  <a:lnTo>
                    <a:pt x="157" y="2433"/>
                  </a:lnTo>
                  <a:lnTo>
                    <a:pt x="130" y="2388"/>
                  </a:lnTo>
                  <a:lnTo>
                    <a:pt x="105" y="2341"/>
                  </a:lnTo>
                  <a:lnTo>
                    <a:pt x="81" y="2292"/>
                  </a:lnTo>
                  <a:lnTo>
                    <a:pt x="61" y="2241"/>
                  </a:lnTo>
                  <a:lnTo>
                    <a:pt x="44" y="2190"/>
                  </a:lnTo>
                  <a:lnTo>
                    <a:pt x="29" y="2138"/>
                  </a:lnTo>
                  <a:lnTo>
                    <a:pt x="17" y="2085"/>
                  </a:lnTo>
                  <a:lnTo>
                    <a:pt x="7" y="2033"/>
                  </a:lnTo>
                  <a:lnTo>
                    <a:pt x="3" y="1981"/>
                  </a:lnTo>
                  <a:lnTo>
                    <a:pt x="0" y="1931"/>
                  </a:lnTo>
                  <a:lnTo>
                    <a:pt x="0" y="308"/>
                  </a:lnTo>
                  <a:lnTo>
                    <a:pt x="3" y="260"/>
                  </a:lnTo>
                  <a:lnTo>
                    <a:pt x="7" y="215"/>
                  </a:lnTo>
                  <a:lnTo>
                    <a:pt x="17" y="174"/>
                  </a:lnTo>
                  <a:lnTo>
                    <a:pt x="29" y="137"/>
                  </a:lnTo>
                  <a:lnTo>
                    <a:pt x="44" y="104"/>
                  </a:lnTo>
                  <a:lnTo>
                    <a:pt x="61" y="76"/>
                  </a:lnTo>
                  <a:lnTo>
                    <a:pt x="81" y="51"/>
                  </a:lnTo>
                  <a:lnTo>
                    <a:pt x="105" y="31"/>
                  </a:lnTo>
                  <a:lnTo>
                    <a:pt x="130" y="16"/>
                  </a:lnTo>
                  <a:lnTo>
                    <a:pt x="157" y="5"/>
                  </a:lnTo>
                  <a:lnTo>
                    <a:pt x="187" y="0"/>
                  </a:lnTo>
                  <a:lnTo>
                    <a:pt x="218" y="0"/>
                  </a:lnTo>
                  <a:lnTo>
                    <a:pt x="251" y="3"/>
                  </a:lnTo>
                  <a:lnTo>
                    <a:pt x="285" y="14"/>
                  </a:lnTo>
                  <a:lnTo>
                    <a:pt x="320" y="29"/>
                  </a:lnTo>
                  <a:lnTo>
                    <a:pt x="357" y="49"/>
                  </a:lnTo>
                  <a:close/>
                </a:path>
              </a:pathLst>
            </a:custGeom>
            <a:solidFill>
              <a:srgbClr val="BFBFB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13031" name="Freeform 49"/>
            <p:cNvSpPr>
              <a:spLocks/>
            </p:cNvSpPr>
            <p:nvPr/>
          </p:nvSpPr>
          <p:spPr bwMode="auto">
            <a:xfrm>
              <a:off x="1268" y="1663"/>
              <a:ext cx="393" cy="711"/>
            </a:xfrm>
            <a:custGeom>
              <a:avLst/>
              <a:gdLst>
                <a:gd name="T0" fmla="*/ 3 w 1962"/>
                <a:gd name="T1" fmla="*/ 7 h 3555"/>
                <a:gd name="T2" fmla="*/ 2 w 1962"/>
                <a:gd name="T3" fmla="*/ 7 h 3555"/>
                <a:gd name="T4" fmla="*/ 2 w 1962"/>
                <a:gd name="T5" fmla="*/ 8 h 3555"/>
                <a:gd name="T6" fmla="*/ 1 w 1962"/>
                <a:gd name="T7" fmla="*/ 8 h 3555"/>
                <a:gd name="T8" fmla="*/ 1 w 1962"/>
                <a:gd name="T9" fmla="*/ 9 h 3555"/>
                <a:gd name="T10" fmla="*/ 1 w 1962"/>
                <a:gd name="T11" fmla="*/ 10 h 3555"/>
                <a:gd name="T12" fmla="*/ 0 w 1962"/>
                <a:gd name="T13" fmla="*/ 11 h 3555"/>
                <a:gd name="T14" fmla="*/ 0 w 1962"/>
                <a:gd name="T15" fmla="*/ 12 h 3555"/>
                <a:gd name="T16" fmla="*/ 0 w 1962"/>
                <a:gd name="T17" fmla="*/ 13 h 3555"/>
                <a:gd name="T18" fmla="*/ 0 w 1962"/>
                <a:gd name="T19" fmla="*/ 26 h 3555"/>
                <a:gd name="T20" fmla="*/ 0 w 1962"/>
                <a:gd name="T21" fmla="*/ 27 h 3555"/>
                <a:gd name="T22" fmla="*/ 0 w 1962"/>
                <a:gd name="T23" fmla="*/ 28 h 3555"/>
                <a:gd name="T24" fmla="*/ 1 w 1962"/>
                <a:gd name="T25" fmla="*/ 28 h 3555"/>
                <a:gd name="T26" fmla="*/ 1 w 1962"/>
                <a:gd name="T27" fmla="*/ 28 h 3555"/>
                <a:gd name="T28" fmla="*/ 2 w 1962"/>
                <a:gd name="T29" fmla="*/ 28 h 3555"/>
                <a:gd name="T30" fmla="*/ 2 w 1962"/>
                <a:gd name="T31" fmla="*/ 28 h 3555"/>
                <a:gd name="T32" fmla="*/ 3 w 1962"/>
                <a:gd name="T33" fmla="*/ 28 h 3555"/>
                <a:gd name="T34" fmla="*/ 13 w 1962"/>
                <a:gd name="T35" fmla="*/ 22 h 3555"/>
                <a:gd name="T36" fmla="*/ 13 w 1962"/>
                <a:gd name="T37" fmla="*/ 21 h 3555"/>
                <a:gd name="T38" fmla="*/ 14 w 1962"/>
                <a:gd name="T39" fmla="*/ 21 h 3555"/>
                <a:gd name="T40" fmla="*/ 14 w 1962"/>
                <a:gd name="T41" fmla="*/ 20 h 3555"/>
                <a:gd name="T42" fmla="*/ 15 w 1962"/>
                <a:gd name="T43" fmla="*/ 19 h 3555"/>
                <a:gd name="T44" fmla="*/ 15 w 1962"/>
                <a:gd name="T45" fmla="*/ 18 h 3555"/>
                <a:gd name="T46" fmla="*/ 16 w 1962"/>
                <a:gd name="T47" fmla="*/ 18 h 3555"/>
                <a:gd name="T48" fmla="*/ 16 w 1962"/>
                <a:gd name="T49" fmla="*/ 17 h 3555"/>
                <a:gd name="T50" fmla="*/ 16 w 1962"/>
                <a:gd name="T51" fmla="*/ 16 h 3555"/>
                <a:gd name="T52" fmla="*/ 16 w 1962"/>
                <a:gd name="T53" fmla="*/ 2 h 3555"/>
                <a:gd name="T54" fmla="*/ 16 w 1962"/>
                <a:gd name="T55" fmla="*/ 1 h 3555"/>
                <a:gd name="T56" fmla="*/ 15 w 1962"/>
                <a:gd name="T57" fmla="*/ 1 h 3555"/>
                <a:gd name="T58" fmla="*/ 15 w 1962"/>
                <a:gd name="T59" fmla="*/ 0 h 3555"/>
                <a:gd name="T60" fmla="*/ 15 w 1962"/>
                <a:gd name="T61" fmla="*/ 0 h 3555"/>
                <a:gd name="T62" fmla="*/ 14 w 1962"/>
                <a:gd name="T63" fmla="*/ 0 h 3555"/>
                <a:gd name="T64" fmla="*/ 14 w 1962"/>
                <a:gd name="T65" fmla="*/ 0 h 3555"/>
                <a:gd name="T66" fmla="*/ 13 w 1962"/>
                <a:gd name="T67" fmla="*/ 0 h 3555"/>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962"/>
                <a:gd name="T103" fmla="*/ 0 h 3555"/>
                <a:gd name="T104" fmla="*/ 1962 w 1962"/>
                <a:gd name="T105" fmla="*/ 3555 h 3555"/>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962" h="3555">
                  <a:moveTo>
                    <a:pt x="1594" y="50"/>
                  </a:moveTo>
                  <a:lnTo>
                    <a:pt x="368" y="831"/>
                  </a:lnTo>
                  <a:lnTo>
                    <a:pt x="330" y="858"/>
                  </a:lnTo>
                  <a:lnTo>
                    <a:pt x="294" y="888"/>
                  </a:lnTo>
                  <a:lnTo>
                    <a:pt x="259" y="922"/>
                  </a:lnTo>
                  <a:lnTo>
                    <a:pt x="225" y="961"/>
                  </a:lnTo>
                  <a:lnTo>
                    <a:pt x="193" y="1003"/>
                  </a:lnTo>
                  <a:lnTo>
                    <a:pt x="163" y="1047"/>
                  </a:lnTo>
                  <a:lnTo>
                    <a:pt x="133" y="1094"/>
                  </a:lnTo>
                  <a:lnTo>
                    <a:pt x="108" y="1143"/>
                  </a:lnTo>
                  <a:lnTo>
                    <a:pt x="84" y="1193"/>
                  </a:lnTo>
                  <a:lnTo>
                    <a:pt x="63" y="1246"/>
                  </a:lnTo>
                  <a:lnTo>
                    <a:pt x="44" y="1299"/>
                  </a:lnTo>
                  <a:lnTo>
                    <a:pt x="29" y="1353"/>
                  </a:lnTo>
                  <a:lnTo>
                    <a:pt x="16" y="1405"/>
                  </a:lnTo>
                  <a:lnTo>
                    <a:pt x="7" y="1459"/>
                  </a:lnTo>
                  <a:lnTo>
                    <a:pt x="2" y="1512"/>
                  </a:lnTo>
                  <a:lnTo>
                    <a:pt x="0" y="1565"/>
                  </a:lnTo>
                  <a:lnTo>
                    <a:pt x="0" y="3237"/>
                  </a:lnTo>
                  <a:lnTo>
                    <a:pt x="2" y="3287"/>
                  </a:lnTo>
                  <a:lnTo>
                    <a:pt x="7" y="3333"/>
                  </a:lnTo>
                  <a:lnTo>
                    <a:pt x="16" y="3375"/>
                  </a:lnTo>
                  <a:lnTo>
                    <a:pt x="29" y="3413"/>
                  </a:lnTo>
                  <a:lnTo>
                    <a:pt x="44" y="3447"/>
                  </a:lnTo>
                  <a:lnTo>
                    <a:pt x="63" y="3477"/>
                  </a:lnTo>
                  <a:lnTo>
                    <a:pt x="84" y="3502"/>
                  </a:lnTo>
                  <a:lnTo>
                    <a:pt x="108" y="3522"/>
                  </a:lnTo>
                  <a:lnTo>
                    <a:pt x="133" y="3538"/>
                  </a:lnTo>
                  <a:lnTo>
                    <a:pt x="163" y="3549"/>
                  </a:lnTo>
                  <a:lnTo>
                    <a:pt x="193" y="3555"/>
                  </a:lnTo>
                  <a:lnTo>
                    <a:pt x="225" y="3555"/>
                  </a:lnTo>
                  <a:lnTo>
                    <a:pt x="259" y="3550"/>
                  </a:lnTo>
                  <a:lnTo>
                    <a:pt x="294" y="3541"/>
                  </a:lnTo>
                  <a:lnTo>
                    <a:pt x="330" y="3524"/>
                  </a:lnTo>
                  <a:lnTo>
                    <a:pt x="368" y="3503"/>
                  </a:lnTo>
                  <a:lnTo>
                    <a:pt x="1594" y="2722"/>
                  </a:lnTo>
                  <a:lnTo>
                    <a:pt x="1632" y="2696"/>
                  </a:lnTo>
                  <a:lnTo>
                    <a:pt x="1668" y="2665"/>
                  </a:lnTo>
                  <a:lnTo>
                    <a:pt x="1703" y="2631"/>
                  </a:lnTo>
                  <a:lnTo>
                    <a:pt x="1737" y="2592"/>
                  </a:lnTo>
                  <a:lnTo>
                    <a:pt x="1769" y="2551"/>
                  </a:lnTo>
                  <a:lnTo>
                    <a:pt x="1799" y="2506"/>
                  </a:lnTo>
                  <a:lnTo>
                    <a:pt x="1829" y="2460"/>
                  </a:lnTo>
                  <a:lnTo>
                    <a:pt x="1854" y="2411"/>
                  </a:lnTo>
                  <a:lnTo>
                    <a:pt x="1878" y="2361"/>
                  </a:lnTo>
                  <a:lnTo>
                    <a:pt x="1899" y="2308"/>
                  </a:lnTo>
                  <a:lnTo>
                    <a:pt x="1918" y="2256"/>
                  </a:lnTo>
                  <a:lnTo>
                    <a:pt x="1933" y="2202"/>
                  </a:lnTo>
                  <a:lnTo>
                    <a:pt x="1946" y="2149"/>
                  </a:lnTo>
                  <a:lnTo>
                    <a:pt x="1955" y="2095"/>
                  </a:lnTo>
                  <a:lnTo>
                    <a:pt x="1960" y="2042"/>
                  </a:lnTo>
                  <a:lnTo>
                    <a:pt x="1962" y="1989"/>
                  </a:lnTo>
                  <a:lnTo>
                    <a:pt x="1962" y="319"/>
                  </a:lnTo>
                  <a:lnTo>
                    <a:pt x="1960" y="269"/>
                  </a:lnTo>
                  <a:lnTo>
                    <a:pt x="1955" y="223"/>
                  </a:lnTo>
                  <a:lnTo>
                    <a:pt x="1946" y="180"/>
                  </a:lnTo>
                  <a:lnTo>
                    <a:pt x="1933" y="143"/>
                  </a:lnTo>
                  <a:lnTo>
                    <a:pt x="1918" y="109"/>
                  </a:lnTo>
                  <a:lnTo>
                    <a:pt x="1899" y="79"/>
                  </a:lnTo>
                  <a:lnTo>
                    <a:pt x="1878" y="54"/>
                  </a:lnTo>
                  <a:lnTo>
                    <a:pt x="1854" y="33"/>
                  </a:lnTo>
                  <a:lnTo>
                    <a:pt x="1829" y="17"/>
                  </a:lnTo>
                  <a:lnTo>
                    <a:pt x="1799" y="7"/>
                  </a:lnTo>
                  <a:lnTo>
                    <a:pt x="1769" y="0"/>
                  </a:lnTo>
                  <a:lnTo>
                    <a:pt x="1737" y="0"/>
                  </a:lnTo>
                  <a:lnTo>
                    <a:pt x="1703" y="4"/>
                  </a:lnTo>
                  <a:lnTo>
                    <a:pt x="1668" y="14"/>
                  </a:lnTo>
                  <a:lnTo>
                    <a:pt x="1632" y="29"/>
                  </a:lnTo>
                  <a:lnTo>
                    <a:pt x="1594" y="50"/>
                  </a:lnTo>
                  <a:close/>
                </a:path>
              </a:pathLst>
            </a:custGeom>
            <a:solidFill>
              <a:srgbClr val="E5E5E5"/>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13032" name="Freeform 50"/>
            <p:cNvSpPr>
              <a:spLocks noEditPoints="1"/>
            </p:cNvSpPr>
            <p:nvPr/>
          </p:nvSpPr>
          <p:spPr bwMode="auto">
            <a:xfrm>
              <a:off x="916" y="1589"/>
              <a:ext cx="697" cy="698"/>
            </a:xfrm>
            <a:custGeom>
              <a:avLst/>
              <a:gdLst>
                <a:gd name="T0" fmla="*/ 16 w 3485"/>
                <a:gd name="T1" fmla="*/ 0 h 3490"/>
                <a:gd name="T2" fmla="*/ 17 w 3485"/>
                <a:gd name="T3" fmla="*/ 2 h 3490"/>
                <a:gd name="T4" fmla="*/ 17 w 3485"/>
                <a:gd name="T5" fmla="*/ 3 h 3490"/>
                <a:gd name="T6" fmla="*/ 14 w 3485"/>
                <a:gd name="T7" fmla="*/ 4 h 3490"/>
                <a:gd name="T8" fmla="*/ 12 w 3485"/>
                <a:gd name="T9" fmla="*/ 4 h 3490"/>
                <a:gd name="T10" fmla="*/ 11 w 3485"/>
                <a:gd name="T11" fmla="*/ 2 h 3490"/>
                <a:gd name="T12" fmla="*/ 11 w 3485"/>
                <a:gd name="T13" fmla="*/ 1 h 3490"/>
                <a:gd name="T14" fmla="*/ 14 w 3485"/>
                <a:gd name="T15" fmla="*/ 0 h 3490"/>
                <a:gd name="T16" fmla="*/ 3 w 3485"/>
                <a:gd name="T17" fmla="*/ 7 h 3490"/>
                <a:gd name="T18" fmla="*/ 4 w 3485"/>
                <a:gd name="T19" fmla="*/ 9 h 3490"/>
                <a:gd name="T20" fmla="*/ 3 w 3485"/>
                <a:gd name="T21" fmla="*/ 12 h 3490"/>
                <a:gd name="T22" fmla="*/ 2 w 3485"/>
                <a:gd name="T23" fmla="*/ 13 h 3490"/>
                <a:gd name="T24" fmla="*/ 1 w 3485"/>
                <a:gd name="T25" fmla="*/ 12 h 3490"/>
                <a:gd name="T26" fmla="*/ 0 w 3485"/>
                <a:gd name="T27" fmla="*/ 10 h 3490"/>
                <a:gd name="T28" fmla="*/ 0 w 3485"/>
                <a:gd name="T29" fmla="*/ 8 h 3490"/>
                <a:gd name="T30" fmla="*/ 2 w 3485"/>
                <a:gd name="T31" fmla="*/ 6 h 3490"/>
                <a:gd name="T32" fmla="*/ 10 w 3485"/>
                <a:gd name="T33" fmla="*/ 20 h 3490"/>
                <a:gd name="T34" fmla="*/ 11 w 3485"/>
                <a:gd name="T35" fmla="*/ 22 h 3490"/>
                <a:gd name="T36" fmla="*/ 11 w 3485"/>
                <a:gd name="T37" fmla="*/ 25 h 3490"/>
                <a:gd name="T38" fmla="*/ 10 w 3485"/>
                <a:gd name="T39" fmla="*/ 27 h 3490"/>
                <a:gd name="T40" fmla="*/ 8 w 3485"/>
                <a:gd name="T41" fmla="*/ 26 h 3490"/>
                <a:gd name="T42" fmla="*/ 7 w 3485"/>
                <a:gd name="T43" fmla="*/ 24 h 3490"/>
                <a:gd name="T44" fmla="*/ 7 w 3485"/>
                <a:gd name="T45" fmla="*/ 22 h 3490"/>
                <a:gd name="T46" fmla="*/ 8 w 3485"/>
                <a:gd name="T47" fmla="*/ 20 h 3490"/>
                <a:gd name="T48" fmla="*/ 20 w 3485"/>
                <a:gd name="T49" fmla="*/ 21 h 3490"/>
                <a:gd name="T50" fmla="*/ 21 w 3485"/>
                <a:gd name="T51" fmla="*/ 23 h 3490"/>
                <a:gd name="T52" fmla="*/ 21 w 3485"/>
                <a:gd name="T53" fmla="*/ 26 h 3490"/>
                <a:gd name="T54" fmla="*/ 20 w 3485"/>
                <a:gd name="T55" fmla="*/ 28 h 3490"/>
                <a:gd name="T56" fmla="*/ 18 w 3485"/>
                <a:gd name="T57" fmla="*/ 28 h 3490"/>
                <a:gd name="T58" fmla="*/ 17 w 3485"/>
                <a:gd name="T59" fmla="*/ 26 h 3490"/>
                <a:gd name="T60" fmla="*/ 17 w 3485"/>
                <a:gd name="T61" fmla="*/ 23 h 3490"/>
                <a:gd name="T62" fmla="*/ 18 w 3485"/>
                <a:gd name="T63" fmla="*/ 21 h 3490"/>
                <a:gd name="T64" fmla="*/ 19 w 3485"/>
                <a:gd name="T65" fmla="*/ 11 h 3490"/>
                <a:gd name="T66" fmla="*/ 20 w 3485"/>
                <a:gd name="T67" fmla="*/ 13 h 3490"/>
                <a:gd name="T68" fmla="*/ 21 w 3485"/>
                <a:gd name="T69" fmla="*/ 15 h 3490"/>
                <a:gd name="T70" fmla="*/ 20 w 3485"/>
                <a:gd name="T71" fmla="*/ 17 h 3490"/>
                <a:gd name="T72" fmla="*/ 18 w 3485"/>
                <a:gd name="T73" fmla="*/ 17 h 3490"/>
                <a:gd name="T74" fmla="*/ 17 w 3485"/>
                <a:gd name="T75" fmla="*/ 16 h 3490"/>
                <a:gd name="T76" fmla="*/ 17 w 3485"/>
                <a:gd name="T77" fmla="*/ 13 h 3490"/>
                <a:gd name="T78" fmla="*/ 18 w 3485"/>
                <a:gd name="T79" fmla="*/ 11 h 3490"/>
                <a:gd name="T80" fmla="*/ 26 w 3485"/>
                <a:gd name="T81" fmla="*/ 7 h 3490"/>
                <a:gd name="T82" fmla="*/ 27 w 3485"/>
                <a:gd name="T83" fmla="*/ 8 h 3490"/>
                <a:gd name="T84" fmla="*/ 27 w 3485"/>
                <a:gd name="T85" fmla="*/ 11 h 3490"/>
                <a:gd name="T86" fmla="*/ 26 w 3485"/>
                <a:gd name="T87" fmla="*/ 13 h 3490"/>
                <a:gd name="T88" fmla="*/ 25 w 3485"/>
                <a:gd name="T89" fmla="*/ 13 h 3490"/>
                <a:gd name="T90" fmla="*/ 24 w 3485"/>
                <a:gd name="T91" fmla="*/ 12 h 3490"/>
                <a:gd name="T92" fmla="*/ 24 w 3485"/>
                <a:gd name="T93" fmla="*/ 9 h 3490"/>
                <a:gd name="T94" fmla="*/ 24 w 3485"/>
                <a:gd name="T95" fmla="*/ 7 h 3490"/>
                <a:gd name="T96" fmla="*/ 26 w 3485"/>
                <a:gd name="T97" fmla="*/ 17 h 3490"/>
                <a:gd name="T98" fmla="*/ 27 w 3485"/>
                <a:gd name="T99" fmla="*/ 18 h 3490"/>
                <a:gd name="T100" fmla="*/ 28 w 3485"/>
                <a:gd name="T101" fmla="*/ 21 h 3490"/>
                <a:gd name="T102" fmla="*/ 27 w 3485"/>
                <a:gd name="T103" fmla="*/ 23 h 3490"/>
                <a:gd name="T104" fmla="*/ 26 w 3485"/>
                <a:gd name="T105" fmla="*/ 24 h 3490"/>
                <a:gd name="T106" fmla="*/ 24 w 3485"/>
                <a:gd name="T107" fmla="*/ 23 h 3490"/>
                <a:gd name="T108" fmla="*/ 24 w 3485"/>
                <a:gd name="T109" fmla="*/ 20 h 3490"/>
                <a:gd name="T110" fmla="*/ 25 w 3485"/>
                <a:gd name="T111" fmla="*/ 18 h 3490"/>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w 3485"/>
                <a:gd name="T169" fmla="*/ 0 h 3490"/>
                <a:gd name="T170" fmla="*/ 3485 w 3485"/>
                <a:gd name="T171" fmla="*/ 3490 h 3490"/>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T168" t="T169" r="T170" b="T171"/>
              <a:pathLst>
                <a:path w="3485" h="3490">
                  <a:moveTo>
                    <a:pt x="1754" y="0"/>
                  </a:moveTo>
                  <a:lnTo>
                    <a:pt x="1797" y="2"/>
                  </a:lnTo>
                  <a:lnTo>
                    <a:pt x="1840" y="5"/>
                  </a:lnTo>
                  <a:lnTo>
                    <a:pt x="1881" y="12"/>
                  </a:lnTo>
                  <a:lnTo>
                    <a:pt x="1921" y="20"/>
                  </a:lnTo>
                  <a:lnTo>
                    <a:pt x="1959" y="31"/>
                  </a:lnTo>
                  <a:lnTo>
                    <a:pt x="1994" y="44"/>
                  </a:lnTo>
                  <a:lnTo>
                    <a:pt x="2028" y="59"/>
                  </a:lnTo>
                  <a:lnTo>
                    <a:pt x="2058" y="74"/>
                  </a:lnTo>
                  <a:lnTo>
                    <a:pt x="2086" y="93"/>
                  </a:lnTo>
                  <a:lnTo>
                    <a:pt x="2111" y="113"/>
                  </a:lnTo>
                  <a:lnTo>
                    <a:pt x="2132" y="133"/>
                  </a:lnTo>
                  <a:lnTo>
                    <a:pt x="2151" y="155"/>
                  </a:lnTo>
                  <a:lnTo>
                    <a:pt x="2165" y="179"/>
                  </a:lnTo>
                  <a:lnTo>
                    <a:pt x="2175" y="203"/>
                  </a:lnTo>
                  <a:lnTo>
                    <a:pt x="2182" y="229"/>
                  </a:lnTo>
                  <a:lnTo>
                    <a:pt x="2185" y="255"/>
                  </a:lnTo>
                  <a:lnTo>
                    <a:pt x="2182" y="281"/>
                  </a:lnTo>
                  <a:lnTo>
                    <a:pt x="2175" y="305"/>
                  </a:lnTo>
                  <a:lnTo>
                    <a:pt x="2165" y="330"/>
                  </a:lnTo>
                  <a:lnTo>
                    <a:pt x="2151" y="353"/>
                  </a:lnTo>
                  <a:lnTo>
                    <a:pt x="2132" y="376"/>
                  </a:lnTo>
                  <a:lnTo>
                    <a:pt x="2111" y="397"/>
                  </a:lnTo>
                  <a:lnTo>
                    <a:pt x="2086" y="417"/>
                  </a:lnTo>
                  <a:lnTo>
                    <a:pt x="2058" y="434"/>
                  </a:lnTo>
                  <a:lnTo>
                    <a:pt x="2028" y="451"/>
                  </a:lnTo>
                  <a:lnTo>
                    <a:pt x="1994" y="466"/>
                  </a:lnTo>
                  <a:lnTo>
                    <a:pt x="1959" y="479"/>
                  </a:lnTo>
                  <a:lnTo>
                    <a:pt x="1921" y="489"/>
                  </a:lnTo>
                  <a:lnTo>
                    <a:pt x="1881" y="498"/>
                  </a:lnTo>
                  <a:lnTo>
                    <a:pt x="1840" y="505"/>
                  </a:lnTo>
                  <a:lnTo>
                    <a:pt x="1797" y="508"/>
                  </a:lnTo>
                  <a:lnTo>
                    <a:pt x="1754" y="509"/>
                  </a:lnTo>
                  <a:lnTo>
                    <a:pt x="1710" y="508"/>
                  </a:lnTo>
                  <a:lnTo>
                    <a:pt x="1667" y="505"/>
                  </a:lnTo>
                  <a:lnTo>
                    <a:pt x="1626" y="498"/>
                  </a:lnTo>
                  <a:lnTo>
                    <a:pt x="1586" y="489"/>
                  </a:lnTo>
                  <a:lnTo>
                    <a:pt x="1548" y="479"/>
                  </a:lnTo>
                  <a:lnTo>
                    <a:pt x="1512" y="466"/>
                  </a:lnTo>
                  <a:lnTo>
                    <a:pt x="1479" y="451"/>
                  </a:lnTo>
                  <a:lnTo>
                    <a:pt x="1449" y="434"/>
                  </a:lnTo>
                  <a:lnTo>
                    <a:pt x="1421" y="417"/>
                  </a:lnTo>
                  <a:lnTo>
                    <a:pt x="1395" y="397"/>
                  </a:lnTo>
                  <a:lnTo>
                    <a:pt x="1374" y="376"/>
                  </a:lnTo>
                  <a:lnTo>
                    <a:pt x="1355" y="353"/>
                  </a:lnTo>
                  <a:lnTo>
                    <a:pt x="1341" y="330"/>
                  </a:lnTo>
                  <a:lnTo>
                    <a:pt x="1331" y="305"/>
                  </a:lnTo>
                  <a:lnTo>
                    <a:pt x="1324" y="281"/>
                  </a:lnTo>
                  <a:lnTo>
                    <a:pt x="1321" y="255"/>
                  </a:lnTo>
                  <a:lnTo>
                    <a:pt x="1324" y="229"/>
                  </a:lnTo>
                  <a:lnTo>
                    <a:pt x="1331" y="203"/>
                  </a:lnTo>
                  <a:lnTo>
                    <a:pt x="1341" y="179"/>
                  </a:lnTo>
                  <a:lnTo>
                    <a:pt x="1355" y="155"/>
                  </a:lnTo>
                  <a:lnTo>
                    <a:pt x="1374" y="133"/>
                  </a:lnTo>
                  <a:lnTo>
                    <a:pt x="1395" y="113"/>
                  </a:lnTo>
                  <a:lnTo>
                    <a:pt x="1421" y="93"/>
                  </a:lnTo>
                  <a:lnTo>
                    <a:pt x="1449" y="74"/>
                  </a:lnTo>
                  <a:lnTo>
                    <a:pt x="1479" y="59"/>
                  </a:lnTo>
                  <a:lnTo>
                    <a:pt x="1512" y="44"/>
                  </a:lnTo>
                  <a:lnTo>
                    <a:pt x="1548" y="31"/>
                  </a:lnTo>
                  <a:lnTo>
                    <a:pt x="1586" y="20"/>
                  </a:lnTo>
                  <a:lnTo>
                    <a:pt x="1626" y="12"/>
                  </a:lnTo>
                  <a:lnTo>
                    <a:pt x="1667" y="5"/>
                  </a:lnTo>
                  <a:lnTo>
                    <a:pt x="1710" y="2"/>
                  </a:lnTo>
                  <a:lnTo>
                    <a:pt x="1754" y="0"/>
                  </a:lnTo>
                  <a:close/>
                  <a:moveTo>
                    <a:pt x="239" y="786"/>
                  </a:moveTo>
                  <a:lnTo>
                    <a:pt x="263" y="788"/>
                  </a:lnTo>
                  <a:lnTo>
                    <a:pt x="287" y="794"/>
                  </a:lnTo>
                  <a:lnTo>
                    <a:pt x="309" y="805"/>
                  </a:lnTo>
                  <a:lnTo>
                    <a:pt x="331" y="819"/>
                  </a:lnTo>
                  <a:lnTo>
                    <a:pt x="352" y="836"/>
                  </a:lnTo>
                  <a:lnTo>
                    <a:pt x="372" y="857"/>
                  </a:lnTo>
                  <a:lnTo>
                    <a:pt x="390" y="882"/>
                  </a:lnTo>
                  <a:lnTo>
                    <a:pt x="407" y="909"/>
                  </a:lnTo>
                  <a:lnTo>
                    <a:pt x="423" y="940"/>
                  </a:lnTo>
                  <a:lnTo>
                    <a:pt x="437" y="971"/>
                  </a:lnTo>
                  <a:lnTo>
                    <a:pt x="448" y="1006"/>
                  </a:lnTo>
                  <a:lnTo>
                    <a:pt x="459" y="1043"/>
                  </a:lnTo>
                  <a:lnTo>
                    <a:pt x="467" y="1081"/>
                  </a:lnTo>
                  <a:lnTo>
                    <a:pt x="473" y="1121"/>
                  </a:lnTo>
                  <a:lnTo>
                    <a:pt x="476" y="1163"/>
                  </a:lnTo>
                  <a:lnTo>
                    <a:pt x="478" y="1206"/>
                  </a:lnTo>
                  <a:lnTo>
                    <a:pt x="476" y="1248"/>
                  </a:lnTo>
                  <a:lnTo>
                    <a:pt x="473" y="1290"/>
                  </a:lnTo>
                  <a:lnTo>
                    <a:pt x="467" y="1330"/>
                  </a:lnTo>
                  <a:lnTo>
                    <a:pt x="459" y="1367"/>
                  </a:lnTo>
                  <a:lnTo>
                    <a:pt x="448" y="1405"/>
                  </a:lnTo>
                  <a:lnTo>
                    <a:pt x="437" y="1439"/>
                  </a:lnTo>
                  <a:lnTo>
                    <a:pt x="423" y="1472"/>
                  </a:lnTo>
                  <a:lnTo>
                    <a:pt x="407" y="1501"/>
                  </a:lnTo>
                  <a:lnTo>
                    <a:pt x="390" y="1528"/>
                  </a:lnTo>
                  <a:lnTo>
                    <a:pt x="372" y="1553"/>
                  </a:lnTo>
                  <a:lnTo>
                    <a:pt x="352" y="1574"/>
                  </a:lnTo>
                  <a:lnTo>
                    <a:pt x="331" y="1591"/>
                  </a:lnTo>
                  <a:lnTo>
                    <a:pt x="309" y="1605"/>
                  </a:lnTo>
                  <a:lnTo>
                    <a:pt x="287" y="1616"/>
                  </a:lnTo>
                  <a:lnTo>
                    <a:pt x="263" y="1622"/>
                  </a:lnTo>
                  <a:lnTo>
                    <a:pt x="239" y="1624"/>
                  </a:lnTo>
                  <a:lnTo>
                    <a:pt x="214" y="1622"/>
                  </a:lnTo>
                  <a:lnTo>
                    <a:pt x="191" y="1616"/>
                  </a:lnTo>
                  <a:lnTo>
                    <a:pt x="168" y="1605"/>
                  </a:lnTo>
                  <a:lnTo>
                    <a:pt x="146" y="1591"/>
                  </a:lnTo>
                  <a:lnTo>
                    <a:pt x="125" y="1574"/>
                  </a:lnTo>
                  <a:lnTo>
                    <a:pt x="105" y="1553"/>
                  </a:lnTo>
                  <a:lnTo>
                    <a:pt x="87" y="1528"/>
                  </a:lnTo>
                  <a:lnTo>
                    <a:pt x="70" y="1501"/>
                  </a:lnTo>
                  <a:lnTo>
                    <a:pt x="55" y="1472"/>
                  </a:lnTo>
                  <a:lnTo>
                    <a:pt x="41" y="1439"/>
                  </a:lnTo>
                  <a:lnTo>
                    <a:pt x="29" y="1405"/>
                  </a:lnTo>
                  <a:lnTo>
                    <a:pt x="18" y="1367"/>
                  </a:lnTo>
                  <a:lnTo>
                    <a:pt x="10" y="1330"/>
                  </a:lnTo>
                  <a:lnTo>
                    <a:pt x="4" y="1290"/>
                  </a:lnTo>
                  <a:lnTo>
                    <a:pt x="1" y="1248"/>
                  </a:lnTo>
                  <a:lnTo>
                    <a:pt x="0" y="1206"/>
                  </a:lnTo>
                  <a:lnTo>
                    <a:pt x="1" y="1163"/>
                  </a:lnTo>
                  <a:lnTo>
                    <a:pt x="4" y="1121"/>
                  </a:lnTo>
                  <a:lnTo>
                    <a:pt x="10" y="1081"/>
                  </a:lnTo>
                  <a:lnTo>
                    <a:pt x="18" y="1043"/>
                  </a:lnTo>
                  <a:lnTo>
                    <a:pt x="29" y="1006"/>
                  </a:lnTo>
                  <a:lnTo>
                    <a:pt x="41" y="971"/>
                  </a:lnTo>
                  <a:lnTo>
                    <a:pt x="55" y="940"/>
                  </a:lnTo>
                  <a:lnTo>
                    <a:pt x="70" y="909"/>
                  </a:lnTo>
                  <a:lnTo>
                    <a:pt x="87" y="882"/>
                  </a:lnTo>
                  <a:lnTo>
                    <a:pt x="105" y="857"/>
                  </a:lnTo>
                  <a:lnTo>
                    <a:pt x="125" y="836"/>
                  </a:lnTo>
                  <a:lnTo>
                    <a:pt x="146" y="819"/>
                  </a:lnTo>
                  <a:lnTo>
                    <a:pt x="168" y="805"/>
                  </a:lnTo>
                  <a:lnTo>
                    <a:pt x="191" y="794"/>
                  </a:lnTo>
                  <a:lnTo>
                    <a:pt x="214" y="788"/>
                  </a:lnTo>
                  <a:lnTo>
                    <a:pt x="239" y="786"/>
                  </a:lnTo>
                  <a:close/>
                  <a:moveTo>
                    <a:pt x="1119" y="2495"/>
                  </a:moveTo>
                  <a:lnTo>
                    <a:pt x="1143" y="2498"/>
                  </a:lnTo>
                  <a:lnTo>
                    <a:pt x="1167" y="2504"/>
                  </a:lnTo>
                  <a:lnTo>
                    <a:pt x="1190" y="2514"/>
                  </a:lnTo>
                  <a:lnTo>
                    <a:pt x="1211" y="2528"/>
                  </a:lnTo>
                  <a:lnTo>
                    <a:pt x="1232" y="2546"/>
                  </a:lnTo>
                  <a:lnTo>
                    <a:pt x="1252" y="2567"/>
                  </a:lnTo>
                  <a:lnTo>
                    <a:pt x="1271" y="2592"/>
                  </a:lnTo>
                  <a:lnTo>
                    <a:pt x="1288" y="2618"/>
                  </a:lnTo>
                  <a:lnTo>
                    <a:pt x="1304" y="2648"/>
                  </a:lnTo>
                  <a:lnTo>
                    <a:pt x="1318" y="2681"/>
                  </a:lnTo>
                  <a:lnTo>
                    <a:pt x="1329" y="2715"/>
                  </a:lnTo>
                  <a:lnTo>
                    <a:pt x="1340" y="2752"/>
                  </a:lnTo>
                  <a:lnTo>
                    <a:pt x="1348" y="2790"/>
                  </a:lnTo>
                  <a:lnTo>
                    <a:pt x="1354" y="2830"/>
                  </a:lnTo>
                  <a:lnTo>
                    <a:pt x="1358" y="2872"/>
                  </a:lnTo>
                  <a:lnTo>
                    <a:pt x="1359" y="2914"/>
                  </a:lnTo>
                  <a:lnTo>
                    <a:pt x="1358" y="2956"/>
                  </a:lnTo>
                  <a:lnTo>
                    <a:pt x="1354" y="2998"/>
                  </a:lnTo>
                  <a:lnTo>
                    <a:pt x="1348" y="3038"/>
                  </a:lnTo>
                  <a:lnTo>
                    <a:pt x="1340" y="3077"/>
                  </a:lnTo>
                  <a:lnTo>
                    <a:pt x="1329" y="3113"/>
                  </a:lnTo>
                  <a:lnTo>
                    <a:pt x="1318" y="3147"/>
                  </a:lnTo>
                  <a:lnTo>
                    <a:pt x="1304" y="3180"/>
                  </a:lnTo>
                  <a:lnTo>
                    <a:pt x="1288" y="3209"/>
                  </a:lnTo>
                  <a:lnTo>
                    <a:pt x="1271" y="3238"/>
                  </a:lnTo>
                  <a:lnTo>
                    <a:pt x="1252" y="3261"/>
                  </a:lnTo>
                  <a:lnTo>
                    <a:pt x="1232" y="3282"/>
                  </a:lnTo>
                  <a:lnTo>
                    <a:pt x="1211" y="3301"/>
                  </a:lnTo>
                  <a:lnTo>
                    <a:pt x="1190" y="3315"/>
                  </a:lnTo>
                  <a:lnTo>
                    <a:pt x="1167" y="3325"/>
                  </a:lnTo>
                  <a:lnTo>
                    <a:pt x="1143" y="3331"/>
                  </a:lnTo>
                  <a:lnTo>
                    <a:pt x="1119" y="3334"/>
                  </a:lnTo>
                  <a:lnTo>
                    <a:pt x="1094" y="3331"/>
                  </a:lnTo>
                  <a:lnTo>
                    <a:pt x="1070" y="3325"/>
                  </a:lnTo>
                  <a:lnTo>
                    <a:pt x="1048" y="3315"/>
                  </a:lnTo>
                  <a:lnTo>
                    <a:pt x="1026" y="3301"/>
                  </a:lnTo>
                  <a:lnTo>
                    <a:pt x="1005" y="3282"/>
                  </a:lnTo>
                  <a:lnTo>
                    <a:pt x="985" y="3261"/>
                  </a:lnTo>
                  <a:lnTo>
                    <a:pt x="967" y="3238"/>
                  </a:lnTo>
                  <a:lnTo>
                    <a:pt x="950" y="3209"/>
                  </a:lnTo>
                  <a:lnTo>
                    <a:pt x="935" y="3180"/>
                  </a:lnTo>
                  <a:lnTo>
                    <a:pt x="921" y="3147"/>
                  </a:lnTo>
                  <a:lnTo>
                    <a:pt x="909" y="3113"/>
                  </a:lnTo>
                  <a:lnTo>
                    <a:pt x="898" y="3077"/>
                  </a:lnTo>
                  <a:lnTo>
                    <a:pt x="890" y="3038"/>
                  </a:lnTo>
                  <a:lnTo>
                    <a:pt x="884" y="2998"/>
                  </a:lnTo>
                  <a:lnTo>
                    <a:pt x="881" y="2956"/>
                  </a:lnTo>
                  <a:lnTo>
                    <a:pt x="880" y="2914"/>
                  </a:lnTo>
                  <a:lnTo>
                    <a:pt x="881" y="2872"/>
                  </a:lnTo>
                  <a:lnTo>
                    <a:pt x="884" y="2830"/>
                  </a:lnTo>
                  <a:lnTo>
                    <a:pt x="890" y="2790"/>
                  </a:lnTo>
                  <a:lnTo>
                    <a:pt x="898" y="2752"/>
                  </a:lnTo>
                  <a:lnTo>
                    <a:pt x="909" y="2715"/>
                  </a:lnTo>
                  <a:lnTo>
                    <a:pt x="921" y="2681"/>
                  </a:lnTo>
                  <a:lnTo>
                    <a:pt x="935" y="2648"/>
                  </a:lnTo>
                  <a:lnTo>
                    <a:pt x="950" y="2618"/>
                  </a:lnTo>
                  <a:lnTo>
                    <a:pt x="967" y="2592"/>
                  </a:lnTo>
                  <a:lnTo>
                    <a:pt x="985" y="2567"/>
                  </a:lnTo>
                  <a:lnTo>
                    <a:pt x="1005" y="2546"/>
                  </a:lnTo>
                  <a:lnTo>
                    <a:pt x="1026" y="2528"/>
                  </a:lnTo>
                  <a:lnTo>
                    <a:pt x="1048" y="2514"/>
                  </a:lnTo>
                  <a:lnTo>
                    <a:pt x="1070" y="2504"/>
                  </a:lnTo>
                  <a:lnTo>
                    <a:pt x="1094" y="2498"/>
                  </a:lnTo>
                  <a:lnTo>
                    <a:pt x="1119" y="2495"/>
                  </a:lnTo>
                  <a:close/>
                  <a:moveTo>
                    <a:pt x="2380" y="2651"/>
                  </a:moveTo>
                  <a:lnTo>
                    <a:pt x="2405" y="2654"/>
                  </a:lnTo>
                  <a:lnTo>
                    <a:pt x="2428" y="2660"/>
                  </a:lnTo>
                  <a:lnTo>
                    <a:pt x="2452" y="2670"/>
                  </a:lnTo>
                  <a:lnTo>
                    <a:pt x="2473" y="2684"/>
                  </a:lnTo>
                  <a:lnTo>
                    <a:pt x="2494" y="2703"/>
                  </a:lnTo>
                  <a:lnTo>
                    <a:pt x="2514" y="2724"/>
                  </a:lnTo>
                  <a:lnTo>
                    <a:pt x="2533" y="2747"/>
                  </a:lnTo>
                  <a:lnTo>
                    <a:pt x="2550" y="2774"/>
                  </a:lnTo>
                  <a:lnTo>
                    <a:pt x="2565" y="2805"/>
                  </a:lnTo>
                  <a:lnTo>
                    <a:pt x="2580" y="2838"/>
                  </a:lnTo>
                  <a:lnTo>
                    <a:pt x="2591" y="2872"/>
                  </a:lnTo>
                  <a:lnTo>
                    <a:pt x="2602" y="2908"/>
                  </a:lnTo>
                  <a:lnTo>
                    <a:pt x="2610" y="2947"/>
                  </a:lnTo>
                  <a:lnTo>
                    <a:pt x="2616" y="2987"/>
                  </a:lnTo>
                  <a:lnTo>
                    <a:pt x="2619" y="3029"/>
                  </a:lnTo>
                  <a:lnTo>
                    <a:pt x="2621" y="3071"/>
                  </a:lnTo>
                  <a:lnTo>
                    <a:pt x="2619" y="3113"/>
                  </a:lnTo>
                  <a:lnTo>
                    <a:pt x="2616" y="3155"/>
                  </a:lnTo>
                  <a:lnTo>
                    <a:pt x="2610" y="3195"/>
                  </a:lnTo>
                  <a:lnTo>
                    <a:pt x="2602" y="3233"/>
                  </a:lnTo>
                  <a:lnTo>
                    <a:pt x="2591" y="3270"/>
                  </a:lnTo>
                  <a:lnTo>
                    <a:pt x="2580" y="3304"/>
                  </a:lnTo>
                  <a:lnTo>
                    <a:pt x="2565" y="3337"/>
                  </a:lnTo>
                  <a:lnTo>
                    <a:pt x="2550" y="3367"/>
                  </a:lnTo>
                  <a:lnTo>
                    <a:pt x="2533" y="3393"/>
                  </a:lnTo>
                  <a:lnTo>
                    <a:pt x="2514" y="3418"/>
                  </a:lnTo>
                  <a:lnTo>
                    <a:pt x="2494" y="3439"/>
                  </a:lnTo>
                  <a:lnTo>
                    <a:pt x="2473" y="3457"/>
                  </a:lnTo>
                  <a:lnTo>
                    <a:pt x="2452" y="3471"/>
                  </a:lnTo>
                  <a:lnTo>
                    <a:pt x="2428" y="3481"/>
                  </a:lnTo>
                  <a:lnTo>
                    <a:pt x="2405" y="3487"/>
                  </a:lnTo>
                  <a:lnTo>
                    <a:pt x="2380" y="3490"/>
                  </a:lnTo>
                  <a:lnTo>
                    <a:pt x="2356" y="3487"/>
                  </a:lnTo>
                  <a:lnTo>
                    <a:pt x="2332" y="3481"/>
                  </a:lnTo>
                  <a:lnTo>
                    <a:pt x="2310" y="3471"/>
                  </a:lnTo>
                  <a:lnTo>
                    <a:pt x="2288" y="3457"/>
                  </a:lnTo>
                  <a:lnTo>
                    <a:pt x="2267" y="3439"/>
                  </a:lnTo>
                  <a:lnTo>
                    <a:pt x="2248" y="3418"/>
                  </a:lnTo>
                  <a:lnTo>
                    <a:pt x="2229" y="3393"/>
                  </a:lnTo>
                  <a:lnTo>
                    <a:pt x="2212" y="3367"/>
                  </a:lnTo>
                  <a:lnTo>
                    <a:pt x="2196" y="3337"/>
                  </a:lnTo>
                  <a:lnTo>
                    <a:pt x="2182" y="3304"/>
                  </a:lnTo>
                  <a:lnTo>
                    <a:pt x="2171" y="3270"/>
                  </a:lnTo>
                  <a:lnTo>
                    <a:pt x="2160" y="3233"/>
                  </a:lnTo>
                  <a:lnTo>
                    <a:pt x="2152" y="3195"/>
                  </a:lnTo>
                  <a:lnTo>
                    <a:pt x="2146" y="3155"/>
                  </a:lnTo>
                  <a:lnTo>
                    <a:pt x="2142" y="3113"/>
                  </a:lnTo>
                  <a:lnTo>
                    <a:pt x="2141" y="3071"/>
                  </a:lnTo>
                  <a:lnTo>
                    <a:pt x="2142" y="3029"/>
                  </a:lnTo>
                  <a:lnTo>
                    <a:pt x="2146" y="2987"/>
                  </a:lnTo>
                  <a:lnTo>
                    <a:pt x="2152" y="2947"/>
                  </a:lnTo>
                  <a:lnTo>
                    <a:pt x="2160" y="2908"/>
                  </a:lnTo>
                  <a:lnTo>
                    <a:pt x="2171" y="2872"/>
                  </a:lnTo>
                  <a:lnTo>
                    <a:pt x="2182" y="2838"/>
                  </a:lnTo>
                  <a:lnTo>
                    <a:pt x="2196" y="2805"/>
                  </a:lnTo>
                  <a:lnTo>
                    <a:pt x="2212" y="2774"/>
                  </a:lnTo>
                  <a:lnTo>
                    <a:pt x="2229" y="2747"/>
                  </a:lnTo>
                  <a:lnTo>
                    <a:pt x="2248" y="2724"/>
                  </a:lnTo>
                  <a:lnTo>
                    <a:pt x="2267" y="2703"/>
                  </a:lnTo>
                  <a:lnTo>
                    <a:pt x="2288" y="2684"/>
                  </a:lnTo>
                  <a:lnTo>
                    <a:pt x="2310" y="2670"/>
                  </a:lnTo>
                  <a:lnTo>
                    <a:pt x="2332" y="2660"/>
                  </a:lnTo>
                  <a:lnTo>
                    <a:pt x="2356" y="2654"/>
                  </a:lnTo>
                  <a:lnTo>
                    <a:pt x="2380" y="2651"/>
                  </a:lnTo>
                  <a:close/>
                  <a:moveTo>
                    <a:pt x="2342" y="1355"/>
                  </a:moveTo>
                  <a:lnTo>
                    <a:pt x="2366" y="1357"/>
                  </a:lnTo>
                  <a:lnTo>
                    <a:pt x="2390" y="1363"/>
                  </a:lnTo>
                  <a:lnTo>
                    <a:pt x="2412" y="1373"/>
                  </a:lnTo>
                  <a:lnTo>
                    <a:pt x="2434" y="1387"/>
                  </a:lnTo>
                  <a:lnTo>
                    <a:pt x="2455" y="1405"/>
                  </a:lnTo>
                  <a:lnTo>
                    <a:pt x="2475" y="1426"/>
                  </a:lnTo>
                  <a:lnTo>
                    <a:pt x="2493" y="1451"/>
                  </a:lnTo>
                  <a:lnTo>
                    <a:pt x="2510" y="1478"/>
                  </a:lnTo>
                  <a:lnTo>
                    <a:pt x="2526" y="1507"/>
                  </a:lnTo>
                  <a:lnTo>
                    <a:pt x="2540" y="1540"/>
                  </a:lnTo>
                  <a:lnTo>
                    <a:pt x="2551" y="1574"/>
                  </a:lnTo>
                  <a:lnTo>
                    <a:pt x="2562" y="1611"/>
                  </a:lnTo>
                  <a:lnTo>
                    <a:pt x="2570" y="1649"/>
                  </a:lnTo>
                  <a:lnTo>
                    <a:pt x="2576" y="1689"/>
                  </a:lnTo>
                  <a:lnTo>
                    <a:pt x="2580" y="1731"/>
                  </a:lnTo>
                  <a:lnTo>
                    <a:pt x="2581" y="1773"/>
                  </a:lnTo>
                  <a:lnTo>
                    <a:pt x="2580" y="1815"/>
                  </a:lnTo>
                  <a:lnTo>
                    <a:pt x="2576" y="1858"/>
                  </a:lnTo>
                  <a:lnTo>
                    <a:pt x="2570" y="1897"/>
                  </a:lnTo>
                  <a:lnTo>
                    <a:pt x="2562" y="1936"/>
                  </a:lnTo>
                  <a:lnTo>
                    <a:pt x="2551" y="1972"/>
                  </a:lnTo>
                  <a:lnTo>
                    <a:pt x="2540" y="2008"/>
                  </a:lnTo>
                  <a:lnTo>
                    <a:pt x="2526" y="2039"/>
                  </a:lnTo>
                  <a:lnTo>
                    <a:pt x="2510" y="2070"/>
                  </a:lnTo>
                  <a:lnTo>
                    <a:pt x="2493" y="2097"/>
                  </a:lnTo>
                  <a:lnTo>
                    <a:pt x="2475" y="2121"/>
                  </a:lnTo>
                  <a:lnTo>
                    <a:pt x="2455" y="2142"/>
                  </a:lnTo>
                  <a:lnTo>
                    <a:pt x="2434" y="2160"/>
                  </a:lnTo>
                  <a:lnTo>
                    <a:pt x="2412" y="2174"/>
                  </a:lnTo>
                  <a:lnTo>
                    <a:pt x="2390" y="2185"/>
                  </a:lnTo>
                  <a:lnTo>
                    <a:pt x="2366" y="2191"/>
                  </a:lnTo>
                  <a:lnTo>
                    <a:pt x="2342" y="2193"/>
                  </a:lnTo>
                  <a:lnTo>
                    <a:pt x="2317" y="2191"/>
                  </a:lnTo>
                  <a:lnTo>
                    <a:pt x="2294" y="2185"/>
                  </a:lnTo>
                  <a:lnTo>
                    <a:pt x="2270" y="2174"/>
                  </a:lnTo>
                  <a:lnTo>
                    <a:pt x="2249" y="2160"/>
                  </a:lnTo>
                  <a:lnTo>
                    <a:pt x="2228" y="2142"/>
                  </a:lnTo>
                  <a:lnTo>
                    <a:pt x="2208" y="2121"/>
                  </a:lnTo>
                  <a:lnTo>
                    <a:pt x="2189" y="2097"/>
                  </a:lnTo>
                  <a:lnTo>
                    <a:pt x="2173" y="2070"/>
                  </a:lnTo>
                  <a:lnTo>
                    <a:pt x="2157" y="2039"/>
                  </a:lnTo>
                  <a:lnTo>
                    <a:pt x="2142" y="2008"/>
                  </a:lnTo>
                  <a:lnTo>
                    <a:pt x="2131" y="1972"/>
                  </a:lnTo>
                  <a:lnTo>
                    <a:pt x="2120" y="1936"/>
                  </a:lnTo>
                  <a:lnTo>
                    <a:pt x="2112" y="1897"/>
                  </a:lnTo>
                  <a:lnTo>
                    <a:pt x="2106" y="1858"/>
                  </a:lnTo>
                  <a:lnTo>
                    <a:pt x="2103" y="1815"/>
                  </a:lnTo>
                  <a:lnTo>
                    <a:pt x="2101" y="1773"/>
                  </a:lnTo>
                  <a:lnTo>
                    <a:pt x="2103" y="1731"/>
                  </a:lnTo>
                  <a:lnTo>
                    <a:pt x="2106" y="1689"/>
                  </a:lnTo>
                  <a:lnTo>
                    <a:pt x="2112" y="1649"/>
                  </a:lnTo>
                  <a:lnTo>
                    <a:pt x="2120" y="1611"/>
                  </a:lnTo>
                  <a:lnTo>
                    <a:pt x="2131" y="1574"/>
                  </a:lnTo>
                  <a:lnTo>
                    <a:pt x="2142" y="1540"/>
                  </a:lnTo>
                  <a:lnTo>
                    <a:pt x="2157" y="1507"/>
                  </a:lnTo>
                  <a:lnTo>
                    <a:pt x="2173" y="1478"/>
                  </a:lnTo>
                  <a:lnTo>
                    <a:pt x="2189" y="1451"/>
                  </a:lnTo>
                  <a:lnTo>
                    <a:pt x="2208" y="1426"/>
                  </a:lnTo>
                  <a:lnTo>
                    <a:pt x="2228" y="1405"/>
                  </a:lnTo>
                  <a:lnTo>
                    <a:pt x="2249" y="1387"/>
                  </a:lnTo>
                  <a:lnTo>
                    <a:pt x="2270" y="1373"/>
                  </a:lnTo>
                  <a:lnTo>
                    <a:pt x="2294" y="1363"/>
                  </a:lnTo>
                  <a:lnTo>
                    <a:pt x="2317" y="1357"/>
                  </a:lnTo>
                  <a:lnTo>
                    <a:pt x="2342" y="1355"/>
                  </a:lnTo>
                  <a:close/>
                  <a:moveTo>
                    <a:pt x="3179" y="819"/>
                  </a:moveTo>
                  <a:lnTo>
                    <a:pt x="3204" y="821"/>
                  </a:lnTo>
                  <a:lnTo>
                    <a:pt x="3227" y="827"/>
                  </a:lnTo>
                  <a:lnTo>
                    <a:pt x="3250" y="838"/>
                  </a:lnTo>
                  <a:lnTo>
                    <a:pt x="3272" y="852"/>
                  </a:lnTo>
                  <a:lnTo>
                    <a:pt x="3293" y="869"/>
                  </a:lnTo>
                  <a:lnTo>
                    <a:pt x="3312" y="890"/>
                  </a:lnTo>
                  <a:lnTo>
                    <a:pt x="3331" y="915"/>
                  </a:lnTo>
                  <a:lnTo>
                    <a:pt x="3348" y="942"/>
                  </a:lnTo>
                  <a:lnTo>
                    <a:pt x="3363" y="971"/>
                  </a:lnTo>
                  <a:lnTo>
                    <a:pt x="3377" y="1004"/>
                  </a:lnTo>
                  <a:lnTo>
                    <a:pt x="3389" y="1038"/>
                  </a:lnTo>
                  <a:lnTo>
                    <a:pt x="3400" y="1076"/>
                  </a:lnTo>
                  <a:lnTo>
                    <a:pt x="3408" y="1113"/>
                  </a:lnTo>
                  <a:lnTo>
                    <a:pt x="3414" y="1153"/>
                  </a:lnTo>
                  <a:lnTo>
                    <a:pt x="3417" y="1195"/>
                  </a:lnTo>
                  <a:lnTo>
                    <a:pt x="3418" y="1237"/>
                  </a:lnTo>
                  <a:lnTo>
                    <a:pt x="3417" y="1280"/>
                  </a:lnTo>
                  <a:lnTo>
                    <a:pt x="3414" y="1322"/>
                  </a:lnTo>
                  <a:lnTo>
                    <a:pt x="3408" y="1362"/>
                  </a:lnTo>
                  <a:lnTo>
                    <a:pt x="3400" y="1399"/>
                  </a:lnTo>
                  <a:lnTo>
                    <a:pt x="3389" y="1437"/>
                  </a:lnTo>
                  <a:lnTo>
                    <a:pt x="3377" y="1471"/>
                  </a:lnTo>
                  <a:lnTo>
                    <a:pt x="3363" y="1503"/>
                  </a:lnTo>
                  <a:lnTo>
                    <a:pt x="3348" y="1533"/>
                  </a:lnTo>
                  <a:lnTo>
                    <a:pt x="3331" y="1560"/>
                  </a:lnTo>
                  <a:lnTo>
                    <a:pt x="3312" y="1584"/>
                  </a:lnTo>
                  <a:lnTo>
                    <a:pt x="3293" y="1605"/>
                  </a:lnTo>
                  <a:lnTo>
                    <a:pt x="3272" y="1623"/>
                  </a:lnTo>
                  <a:lnTo>
                    <a:pt x="3250" y="1637"/>
                  </a:lnTo>
                  <a:lnTo>
                    <a:pt x="3227" y="1648"/>
                  </a:lnTo>
                  <a:lnTo>
                    <a:pt x="3204" y="1654"/>
                  </a:lnTo>
                  <a:lnTo>
                    <a:pt x="3179" y="1656"/>
                  </a:lnTo>
                  <a:lnTo>
                    <a:pt x="3155" y="1654"/>
                  </a:lnTo>
                  <a:lnTo>
                    <a:pt x="3131" y="1648"/>
                  </a:lnTo>
                  <a:lnTo>
                    <a:pt x="3108" y="1637"/>
                  </a:lnTo>
                  <a:lnTo>
                    <a:pt x="3087" y="1623"/>
                  </a:lnTo>
                  <a:lnTo>
                    <a:pt x="3066" y="1605"/>
                  </a:lnTo>
                  <a:lnTo>
                    <a:pt x="3046" y="1584"/>
                  </a:lnTo>
                  <a:lnTo>
                    <a:pt x="3027" y="1560"/>
                  </a:lnTo>
                  <a:lnTo>
                    <a:pt x="3011" y="1533"/>
                  </a:lnTo>
                  <a:lnTo>
                    <a:pt x="2994" y="1503"/>
                  </a:lnTo>
                  <a:lnTo>
                    <a:pt x="2980" y="1471"/>
                  </a:lnTo>
                  <a:lnTo>
                    <a:pt x="2968" y="1437"/>
                  </a:lnTo>
                  <a:lnTo>
                    <a:pt x="2958" y="1399"/>
                  </a:lnTo>
                  <a:lnTo>
                    <a:pt x="2950" y="1362"/>
                  </a:lnTo>
                  <a:lnTo>
                    <a:pt x="2944" y="1322"/>
                  </a:lnTo>
                  <a:lnTo>
                    <a:pt x="2940" y="1280"/>
                  </a:lnTo>
                  <a:lnTo>
                    <a:pt x="2939" y="1237"/>
                  </a:lnTo>
                  <a:lnTo>
                    <a:pt x="2940" y="1195"/>
                  </a:lnTo>
                  <a:lnTo>
                    <a:pt x="2944" y="1153"/>
                  </a:lnTo>
                  <a:lnTo>
                    <a:pt x="2950" y="1113"/>
                  </a:lnTo>
                  <a:lnTo>
                    <a:pt x="2958" y="1076"/>
                  </a:lnTo>
                  <a:lnTo>
                    <a:pt x="2968" y="1038"/>
                  </a:lnTo>
                  <a:lnTo>
                    <a:pt x="2980" y="1004"/>
                  </a:lnTo>
                  <a:lnTo>
                    <a:pt x="2994" y="971"/>
                  </a:lnTo>
                  <a:lnTo>
                    <a:pt x="3011" y="942"/>
                  </a:lnTo>
                  <a:lnTo>
                    <a:pt x="3027" y="915"/>
                  </a:lnTo>
                  <a:lnTo>
                    <a:pt x="3046" y="890"/>
                  </a:lnTo>
                  <a:lnTo>
                    <a:pt x="3066" y="869"/>
                  </a:lnTo>
                  <a:lnTo>
                    <a:pt x="3087" y="852"/>
                  </a:lnTo>
                  <a:lnTo>
                    <a:pt x="3108" y="838"/>
                  </a:lnTo>
                  <a:lnTo>
                    <a:pt x="3131" y="827"/>
                  </a:lnTo>
                  <a:lnTo>
                    <a:pt x="3155" y="821"/>
                  </a:lnTo>
                  <a:lnTo>
                    <a:pt x="3179" y="819"/>
                  </a:lnTo>
                  <a:close/>
                  <a:moveTo>
                    <a:pt x="3246" y="2144"/>
                  </a:moveTo>
                  <a:lnTo>
                    <a:pt x="3271" y="2146"/>
                  </a:lnTo>
                  <a:lnTo>
                    <a:pt x="3294" y="2152"/>
                  </a:lnTo>
                  <a:lnTo>
                    <a:pt x="3316" y="2162"/>
                  </a:lnTo>
                  <a:lnTo>
                    <a:pt x="3339" y="2176"/>
                  </a:lnTo>
                  <a:lnTo>
                    <a:pt x="3360" y="2194"/>
                  </a:lnTo>
                  <a:lnTo>
                    <a:pt x="3380" y="2215"/>
                  </a:lnTo>
                  <a:lnTo>
                    <a:pt x="3397" y="2240"/>
                  </a:lnTo>
                  <a:lnTo>
                    <a:pt x="3415" y="2267"/>
                  </a:lnTo>
                  <a:lnTo>
                    <a:pt x="3430" y="2296"/>
                  </a:lnTo>
                  <a:lnTo>
                    <a:pt x="3444" y="2329"/>
                  </a:lnTo>
                  <a:lnTo>
                    <a:pt x="3456" y="2363"/>
                  </a:lnTo>
                  <a:lnTo>
                    <a:pt x="3466" y="2400"/>
                  </a:lnTo>
                  <a:lnTo>
                    <a:pt x="3475" y="2438"/>
                  </a:lnTo>
                  <a:lnTo>
                    <a:pt x="3480" y="2478"/>
                  </a:lnTo>
                  <a:lnTo>
                    <a:pt x="3484" y="2520"/>
                  </a:lnTo>
                  <a:lnTo>
                    <a:pt x="3485" y="2562"/>
                  </a:lnTo>
                  <a:lnTo>
                    <a:pt x="3484" y="2604"/>
                  </a:lnTo>
                  <a:lnTo>
                    <a:pt x="3480" y="2647"/>
                  </a:lnTo>
                  <a:lnTo>
                    <a:pt x="3475" y="2686"/>
                  </a:lnTo>
                  <a:lnTo>
                    <a:pt x="3466" y="2725"/>
                  </a:lnTo>
                  <a:lnTo>
                    <a:pt x="3456" y="2762"/>
                  </a:lnTo>
                  <a:lnTo>
                    <a:pt x="3444" y="2796"/>
                  </a:lnTo>
                  <a:lnTo>
                    <a:pt x="3430" y="2828"/>
                  </a:lnTo>
                  <a:lnTo>
                    <a:pt x="3415" y="2858"/>
                  </a:lnTo>
                  <a:lnTo>
                    <a:pt x="3397" y="2886"/>
                  </a:lnTo>
                  <a:lnTo>
                    <a:pt x="3380" y="2909"/>
                  </a:lnTo>
                  <a:lnTo>
                    <a:pt x="3360" y="2930"/>
                  </a:lnTo>
                  <a:lnTo>
                    <a:pt x="3339" y="2949"/>
                  </a:lnTo>
                  <a:lnTo>
                    <a:pt x="3316" y="2963"/>
                  </a:lnTo>
                  <a:lnTo>
                    <a:pt x="3294" y="2974"/>
                  </a:lnTo>
                  <a:lnTo>
                    <a:pt x="3271" y="2980"/>
                  </a:lnTo>
                  <a:lnTo>
                    <a:pt x="3246" y="2982"/>
                  </a:lnTo>
                  <a:lnTo>
                    <a:pt x="3222" y="2980"/>
                  </a:lnTo>
                  <a:lnTo>
                    <a:pt x="3198" y="2974"/>
                  </a:lnTo>
                  <a:lnTo>
                    <a:pt x="3176" y="2963"/>
                  </a:lnTo>
                  <a:lnTo>
                    <a:pt x="3154" y="2949"/>
                  </a:lnTo>
                  <a:lnTo>
                    <a:pt x="3133" y="2930"/>
                  </a:lnTo>
                  <a:lnTo>
                    <a:pt x="3113" y="2909"/>
                  </a:lnTo>
                  <a:lnTo>
                    <a:pt x="3095" y="2886"/>
                  </a:lnTo>
                  <a:lnTo>
                    <a:pt x="3077" y="2858"/>
                  </a:lnTo>
                  <a:lnTo>
                    <a:pt x="3062" y="2828"/>
                  </a:lnTo>
                  <a:lnTo>
                    <a:pt x="3048" y="2796"/>
                  </a:lnTo>
                  <a:lnTo>
                    <a:pt x="3036" y="2762"/>
                  </a:lnTo>
                  <a:lnTo>
                    <a:pt x="3026" y="2725"/>
                  </a:lnTo>
                  <a:lnTo>
                    <a:pt x="3018" y="2686"/>
                  </a:lnTo>
                  <a:lnTo>
                    <a:pt x="3012" y="2647"/>
                  </a:lnTo>
                  <a:lnTo>
                    <a:pt x="3008" y="2604"/>
                  </a:lnTo>
                  <a:lnTo>
                    <a:pt x="3007" y="2562"/>
                  </a:lnTo>
                  <a:lnTo>
                    <a:pt x="3008" y="2520"/>
                  </a:lnTo>
                  <a:lnTo>
                    <a:pt x="3012" y="2478"/>
                  </a:lnTo>
                  <a:lnTo>
                    <a:pt x="3018" y="2438"/>
                  </a:lnTo>
                  <a:lnTo>
                    <a:pt x="3026" y="2400"/>
                  </a:lnTo>
                  <a:lnTo>
                    <a:pt x="3036" y="2363"/>
                  </a:lnTo>
                  <a:lnTo>
                    <a:pt x="3048" y="2329"/>
                  </a:lnTo>
                  <a:lnTo>
                    <a:pt x="3062" y="2296"/>
                  </a:lnTo>
                  <a:lnTo>
                    <a:pt x="3077" y="2267"/>
                  </a:lnTo>
                  <a:lnTo>
                    <a:pt x="3095" y="2240"/>
                  </a:lnTo>
                  <a:lnTo>
                    <a:pt x="3113" y="2215"/>
                  </a:lnTo>
                  <a:lnTo>
                    <a:pt x="3133" y="2194"/>
                  </a:lnTo>
                  <a:lnTo>
                    <a:pt x="3154" y="2176"/>
                  </a:lnTo>
                  <a:lnTo>
                    <a:pt x="3176" y="2162"/>
                  </a:lnTo>
                  <a:lnTo>
                    <a:pt x="3198" y="2152"/>
                  </a:lnTo>
                  <a:lnTo>
                    <a:pt x="3222" y="2146"/>
                  </a:lnTo>
                  <a:lnTo>
                    <a:pt x="3246" y="214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13033" name="Freeform 51"/>
            <p:cNvSpPr>
              <a:spLocks/>
            </p:cNvSpPr>
            <p:nvPr/>
          </p:nvSpPr>
          <p:spPr bwMode="auto">
            <a:xfrm>
              <a:off x="1267" y="1588"/>
              <a:ext cx="87" cy="52"/>
            </a:xfrm>
            <a:custGeom>
              <a:avLst/>
              <a:gdLst>
                <a:gd name="T0" fmla="*/ 3 w 437"/>
                <a:gd name="T1" fmla="*/ 2 h 260"/>
                <a:gd name="T2" fmla="*/ 3 w 437"/>
                <a:gd name="T3" fmla="*/ 2 h 260"/>
                <a:gd name="T4" fmla="*/ 3 w 437"/>
                <a:gd name="T5" fmla="*/ 2 h 260"/>
                <a:gd name="T6" fmla="*/ 3 w 437"/>
                <a:gd name="T7" fmla="*/ 2 h 260"/>
                <a:gd name="T8" fmla="*/ 3 w 437"/>
                <a:gd name="T9" fmla="*/ 1 h 260"/>
                <a:gd name="T10" fmla="*/ 3 w 437"/>
                <a:gd name="T11" fmla="*/ 1 h 260"/>
                <a:gd name="T12" fmla="*/ 3 w 437"/>
                <a:gd name="T13" fmla="*/ 1 h 260"/>
                <a:gd name="T14" fmla="*/ 3 w 437"/>
                <a:gd name="T15" fmla="*/ 1 h 260"/>
                <a:gd name="T16" fmla="*/ 3 w 437"/>
                <a:gd name="T17" fmla="*/ 1 h 260"/>
                <a:gd name="T18" fmla="*/ 2 w 437"/>
                <a:gd name="T19" fmla="*/ 1 h 260"/>
                <a:gd name="T20" fmla="*/ 2 w 437"/>
                <a:gd name="T21" fmla="*/ 0 h 260"/>
                <a:gd name="T22" fmla="*/ 2 w 437"/>
                <a:gd name="T23" fmla="*/ 0 h 260"/>
                <a:gd name="T24" fmla="*/ 2 w 437"/>
                <a:gd name="T25" fmla="*/ 0 h 260"/>
                <a:gd name="T26" fmla="*/ 1 w 437"/>
                <a:gd name="T27" fmla="*/ 0 h 260"/>
                <a:gd name="T28" fmla="*/ 1 w 437"/>
                <a:gd name="T29" fmla="*/ 0 h 260"/>
                <a:gd name="T30" fmla="*/ 1 w 437"/>
                <a:gd name="T31" fmla="*/ 0 h 260"/>
                <a:gd name="T32" fmla="*/ 0 w 437"/>
                <a:gd name="T33" fmla="*/ 0 h 260"/>
                <a:gd name="T34" fmla="*/ 0 w 437"/>
                <a:gd name="T35" fmla="*/ 0 h 260"/>
                <a:gd name="T36" fmla="*/ 0 w 437"/>
                <a:gd name="T37" fmla="*/ 0 h 260"/>
                <a:gd name="T38" fmla="*/ 0 w 437"/>
                <a:gd name="T39" fmla="*/ 0 h 260"/>
                <a:gd name="T40" fmla="*/ 1 w 437"/>
                <a:gd name="T41" fmla="*/ 0 h 260"/>
                <a:gd name="T42" fmla="*/ 1 w 437"/>
                <a:gd name="T43" fmla="*/ 0 h 260"/>
                <a:gd name="T44" fmla="*/ 1 w 437"/>
                <a:gd name="T45" fmla="*/ 0 h 260"/>
                <a:gd name="T46" fmla="*/ 2 w 437"/>
                <a:gd name="T47" fmla="*/ 0 h 260"/>
                <a:gd name="T48" fmla="*/ 2 w 437"/>
                <a:gd name="T49" fmla="*/ 0 h 260"/>
                <a:gd name="T50" fmla="*/ 2 w 437"/>
                <a:gd name="T51" fmla="*/ 1 h 260"/>
                <a:gd name="T52" fmla="*/ 2 w 437"/>
                <a:gd name="T53" fmla="*/ 1 h 260"/>
                <a:gd name="T54" fmla="*/ 3 w 437"/>
                <a:gd name="T55" fmla="*/ 1 h 260"/>
                <a:gd name="T56" fmla="*/ 3 w 437"/>
                <a:gd name="T57" fmla="*/ 1 h 260"/>
                <a:gd name="T58" fmla="*/ 3 w 437"/>
                <a:gd name="T59" fmla="*/ 1 h 260"/>
                <a:gd name="T60" fmla="*/ 3 w 437"/>
                <a:gd name="T61" fmla="*/ 1 h 260"/>
                <a:gd name="T62" fmla="*/ 3 w 437"/>
                <a:gd name="T63" fmla="*/ 1 h 260"/>
                <a:gd name="T64" fmla="*/ 3 w 437"/>
                <a:gd name="T65" fmla="*/ 2 h 260"/>
                <a:gd name="T66" fmla="*/ 3 w 437"/>
                <a:gd name="T67" fmla="*/ 2 h 260"/>
                <a:gd name="T68" fmla="*/ 3 w 437"/>
                <a:gd name="T69" fmla="*/ 2 h 260"/>
                <a:gd name="T70" fmla="*/ 3 w 437"/>
                <a:gd name="T71" fmla="*/ 2 h 260"/>
                <a:gd name="T72" fmla="*/ 3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437" y="260"/>
                  </a:moveTo>
                  <a:lnTo>
                    <a:pt x="437" y="260"/>
                  </a:lnTo>
                  <a:lnTo>
                    <a:pt x="434" y="233"/>
                  </a:lnTo>
                  <a:lnTo>
                    <a:pt x="427" y="206"/>
                  </a:lnTo>
                  <a:lnTo>
                    <a:pt x="417" y="181"/>
                  </a:lnTo>
                  <a:lnTo>
                    <a:pt x="401" y="157"/>
                  </a:lnTo>
                  <a:lnTo>
                    <a:pt x="383" y="133"/>
                  </a:lnTo>
                  <a:lnTo>
                    <a:pt x="360" y="113"/>
                  </a:lnTo>
                  <a:lnTo>
                    <a:pt x="336" y="93"/>
                  </a:lnTo>
                  <a:lnTo>
                    <a:pt x="308" y="73"/>
                  </a:lnTo>
                  <a:lnTo>
                    <a:pt x="276" y="58"/>
                  </a:lnTo>
                  <a:lnTo>
                    <a:pt x="242" y="43"/>
                  </a:lnTo>
                  <a:lnTo>
                    <a:pt x="207" y="30"/>
                  </a:lnTo>
                  <a:lnTo>
                    <a:pt x="168" y="19"/>
                  </a:lnTo>
                  <a:lnTo>
                    <a:pt x="128" y="11"/>
                  </a:lnTo>
                  <a:lnTo>
                    <a:pt x="87" y="4"/>
                  </a:lnTo>
                  <a:lnTo>
                    <a:pt x="43" y="1"/>
                  </a:lnTo>
                  <a:lnTo>
                    <a:pt x="0" y="0"/>
                  </a:lnTo>
                  <a:lnTo>
                    <a:pt x="0" y="11"/>
                  </a:lnTo>
                  <a:lnTo>
                    <a:pt x="43" y="12"/>
                  </a:lnTo>
                  <a:lnTo>
                    <a:pt x="85" y="16"/>
                  </a:lnTo>
                  <a:lnTo>
                    <a:pt x="126" y="23"/>
                  </a:lnTo>
                  <a:lnTo>
                    <a:pt x="166" y="31"/>
                  </a:lnTo>
                  <a:lnTo>
                    <a:pt x="202" y="42"/>
                  </a:lnTo>
                  <a:lnTo>
                    <a:pt x="237" y="55"/>
                  </a:lnTo>
                  <a:lnTo>
                    <a:pt x="271" y="70"/>
                  </a:lnTo>
                  <a:lnTo>
                    <a:pt x="301" y="85"/>
                  </a:lnTo>
                  <a:lnTo>
                    <a:pt x="329" y="103"/>
                  </a:lnTo>
                  <a:lnTo>
                    <a:pt x="353" y="123"/>
                  </a:lnTo>
                  <a:lnTo>
                    <a:pt x="373" y="143"/>
                  </a:lnTo>
                  <a:lnTo>
                    <a:pt x="392" y="164"/>
                  </a:lnTo>
                  <a:lnTo>
                    <a:pt x="405" y="186"/>
                  </a:lnTo>
                  <a:lnTo>
                    <a:pt x="415" y="211"/>
                  </a:lnTo>
                  <a:lnTo>
                    <a:pt x="422" y="235"/>
                  </a:lnTo>
                  <a:lnTo>
                    <a:pt x="425" y="260"/>
                  </a:lnTo>
                  <a:lnTo>
                    <a:pt x="437"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13034" name="Freeform 52"/>
            <p:cNvSpPr>
              <a:spLocks/>
            </p:cNvSpPr>
            <p:nvPr/>
          </p:nvSpPr>
          <p:spPr bwMode="auto">
            <a:xfrm>
              <a:off x="1267" y="1640"/>
              <a:ext cx="87" cy="52"/>
            </a:xfrm>
            <a:custGeom>
              <a:avLst/>
              <a:gdLst>
                <a:gd name="T0" fmla="*/ 0 w 437"/>
                <a:gd name="T1" fmla="*/ 2 h 260"/>
                <a:gd name="T2" fmla="*/ 0 w 437"/>
                <a:gd name="T3" fmla="*/ 2 h 260"/>
                <a:gd name="T4" fmla="*/ 0 w 437"/>
                <a:gd name="T5" fmla="*/ 2 h 260"/>
                <a:gd name="T6" fmla="*/ 1 w 437"/>
                <a:gd name="T7" fmla="*/ 2 h 260"/>
                <a:gd name="T8" fmla="*/ 1 w 437"/>
                <a:gd name="T9" fmla="*/ 2 h 260"/>
                <a:gd name="T10" fmla="*/ 1 w 437"/>
                <a:gd name="T11" fmla="*/ 2 h 260"/>
                <a:gd name="T12" fmla="*/ 2 w 437"/>
                <a:gd name="T13" fmla="*/ 2 h 260"/>
                <a:gd name="T14" fmla="*/ 2 w 437"/>
                <a:gd name="T15" fmla="*/ 2 h 260"/>
                <a:gd name="T16" fmla="*/ 2 w 437"/>
                <a:gd name="T17" fmla="*/ 2 h 260"/>
                <a:gd name="T18" fmla="*/ 2 w 437"/>
                <a:gd name="T19" fmla="*/ 1 h 260"/>
                <a:gd name="T20" fmla="*/ 3 w 437"/>
                <a:gd name="T21" fmla="*/ 1 h 260"/>
                <a:gd name="T22" fmla="*/ 3 w 437"/>
                <a:gd name="T23" fmla="*/ 1 h 260"/>
                <a:gd name="T24" fmla="*/ 3 w 437"/>
                <a:gd name="T25" fmla="*/ 1 h 260"/>
                <a:gd name="T26" fmla="*/ 3 w 437"/>
                <a:gd name="T27" fmla="*/ 1 h 260"/>
                <a:gd name="T28" fmla="*/ 3 w 437"/>
                <a:gd name="T29" fmla="*/ 1 h 260"/>
                <a:gd name="T30" fmla="*/ 3 w 437"/>
                <a:gd name="T31" fmla="*/ 0 h 260"/>
                <a:gd name="T32" fmla="*/ 3 w 437"/>
                <a:gd name="T33" fmla="*/ 0 h 260"/>
                <a:gd name="T34" fmla="*/ 3 w 437"/>
                <a:gd name="T35" fmla="*/ 0 h 260"/>
                <a:gd name="T36" fmla="*/ 3 w 437"/>
                <a:gd name="T37" fmla="*/ 0 h 260"/>
                <a:gd name="T38" fmla="*/ 3 w 437"/>
                <a:gd name="T39" fmla="*/ 0 h 260"/>
                <a:gd name="T40" fmla="*/ 3 w 437"/>
                <a:gd name="T41" fmla="*/ 0 h 260"/>
                <a:gd name="T42" fmla="*/ 3 w 437"/>
                <a:gd name="T43" fmla="*/ 1 h 260"/>
                <a:gd name="T44" fmla="*/ 3 w 437"/>
                <a:gd name="T45" fmla="*/ 1 h 260"/>
                <a:gd name="T46" fmla="*/ 3 w 437"/>
                <a:gd name="T47" fmla="*/ 1 h 260"/>
                <a:gd name="T48" fmla="*/ 3 w 437"/>
                <a:gd name="T49" fmla="*/ 1 h 260"/>
                <a:gd name="T50" fmla="*/ 3 w 437"/>
                <a:gd name="T51" fmla="*/ 1 h 260"/>
                <a:gd name="T52" fmla="*/ 2 w 437"/>
                <a:gd name="T53" fmla="*/ 1 h 260"/>
                <a:gd name="T54" fmla="*/ 2 w 437"/>
                <a:gd name="T55" fmla="*/ 2 h 260"/>
                <a:gd name="T56" fmla="*/ 2 w 437"/>
                <a:gd name="T57" fmla="*/ 2 h 260"/>
                <a:gd name="T58" fmla="*/ 2 w 437"/>
                <a:gd name="T59" fmla="*/ 2 h 260"/>
                <a:gd name="T60" fmla="*/ 1 w 437"/>
                <a:gd name="T61" fmla="*/ 2 h 260"/>
                <a:gd name="T62" fmla="*/ 1 w 437"/>
                <a:gd name="T63" fmla="*/ 2 h 260"/>
                <a:gd name="T64" fmla="*/ 1 w 437"/>
                <a:gd name="T65" fmla="*/ 2 h 260"/>
                <a:gd name="T66" fmla="*/ 0 w 437"/>
                <a:gd name="T67" fmla="*/ 2 h 260"/>
                <a:gd name="T68" fmla="*/ 0 w 437"/>
                <a:gd name="T69" fmla="*/ 2 h 260"/>
                <a:gd name="T70" fmla="*/ 0 w 437"/>
                <a:gd name="T71" fmla="*/ 2 h 260"/>
                <a:gd name="T72" fmla="*/ 0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0" y="260"/>
                  </a:moveTo>
                  <a:lnTo>
                    <a:pt x="0" y="260"/>
                  </a:lnTo>
                  <a:lnTo>
                    <a:pt x="43" y="259"/>
                  </a:lnTo>
                  <a:lnTo>
                    <a:pt x="87" y="255"/>
                  </a:lnTo>
                  <a:lnTo>
                    <a:pt x="128" y="248"/>
                  </a:lnTo>
                  <a:lnTo>
                    <a:pt x="168" y="240"/>
                  </a:lnTo>
                  <a:lnTo>
                    <a:pt x="207" y="230"/>
                  </a:lnTo>
                  <a:lnTo>
                    <a:pt x="242" y="217"/>
                  </a:lnTo>
                  <a:lnTo>
                    <a:pt x="276" y="202"/>
                  </a:lnTo>
                  <a:lnTo>
                    <a:pt x="308" y="185"/>
                  </a:lnTo>
                  <a:lnTo>
                    <a:pt x="336" y="166"/>
                  </a:lnTo>
                  <a:lnTo>
                    <a:pt x="360" y="146"/>
                  </a:lnTo>
                  <a:lnTo>
                    <a:pt x="383" y="125"/>
                  </a:lnTo>
                  <a:lnTo>
                    <a:pt x="401" y="102"/>
                  </a:lnTo>
                  <a:lnTo>
                    <a:pt x="417" y="77"/>
                  </a:lnTo>
                  <a:lnTo>
                    <a:pt x="427" y="53"/>
                  </a:lnTo>
                  <a:lnTo>
                    <a:pt x="434" y="27"/>
                  </a:lnTo>
                  <a:lnTo>
                    <a:pt x="437" y="0"/>
                  </a:lnTo>
                  <a:lnTo>
                    <a:pt x="425" y="0"/>
                  </a:lnTo>
                  <a:lnTo>
                    <a:pt x="422" y="24"/>
                  </a:lnTo>
                  <a:lnTo>
                    <a:pt x="415" y="48"/>
                  </a:lnTo>
                  <a:lnTo>
                    <a:pt x="405" y="73"/>
                  </a:lnTo>
                  <a:lnTo>
                    <a:pt x="392" y="95"/>
                  </a:lnTo>
                  <a:lnTo>
                    <a:pt x="373" y="116"/>
                  </a:lnTo>
                  <a:lnTo>
                    <a:pt x="353" y="137"/>
                  </a:lnTo>
                  <a:lnTo>
                    <a:pt x="329" y="157"/>
                  </a:lnTo>
                  <a:lnTo>
                    <a:pt x="301" y="173"/>
                  </a:lnTo>
                  <a:lnTo>
                    <a:pt x="271" y="190"/>
                  </a:lnTo>
                  <a:lnTo>
                    <a:pt x="237" y="205"/>
                  </a:lnTo>
                  <a:lnTo>
                    <a:pt x="202" y="218"/>
                  </a:lnTo>
                  <a:lnTo>
                    <a:pt x="166" y="228"/>
                  </a:lnTo>
                  <a:lnTo>
                    <a:pt x="126" y="237"/>
                  </a:lnTo>
                  <a:lnTo>
                    <a:pt x="85" y="244"/>
                  </a:lnTo>
                  <a:lnTo>
                    <a:pt x="43" y="247"/>
                  </a:lnTo>
                  <a:lnTo>
                    <a:pt x="0" y="248"/>
                  </a:lnTo>
                  <a:lnTo>
                    <a:pt x="0"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13035" name="Freeform 53"/>
            <p:cNvSpPr>
              <a:spLocks/>
            </p:cNvSpPr>
            <p:nvPr/>
          </p:nvSpPr>
          <p:spPr bwMode="auto">
            <a:xfrm>
              <a:off x="1179" y="1640"/>
              <a:ext cx="88" cy="52"/>
            </a:xfrm>
            <a:custGeom>
              <a:avLst/>
              <a:gdLst>
                <a:gd name="T0" fmla="*/ 0 w 439"/>
                <a:gd name="T1" fmla="*/ 0 h 260"/>
                <a:gd name="T2" fmla="*/ 0 w 439"/>
                <a:gd name="T3" fmla="*/ 0 h 260"/>
                <a:gd name="T4" fmla="*/ 0 w 439"/>
                <a:gd name="T5" fmla="*/ 0 h 260"/>
                <a:gd name="T6" fmla="*/ 0 w 439"/>
                <a:gd name="T7" fmla="*/ 0 h 260"/>
                <a:gd name="T8" fmla="*/ 0 w 439"/>
                <a:gd name="T9" fmla="*/ 1 h 260"/>
                <a:gd name="T10" fmla="*/ 0 w 439"/>
                <a:gd name="T11" fmla="*/ 1 h 260"/>
                <a:gd name="T12" fmla="*/ 0 w 439"/>
                <a:gd name="T13" fmla="*/ 1 h 260"/>
                <a:gd name="T14" fmla="*/ 1 w 439"/>
                <a:gd name="T15" fmla="*/ 1 h 260"/>
                <a:gd name="T16" fmla="*/ 1 w 439"/>
                <a:gd name="T17" fmla="*/ 1 h 260"/>
                <a:gd name="T18" fmla="*/ 1 w 439"/>
                <a:gd name="T19" fmla="*/ 1 h 260"/>
                <a:gd name="T20" fmla="*/ 1 w 439"/>
                <a:gd name="T21" fmla="*/ 2 h 260"/>
                <a:gd name="T22" fmla="*/ 2 w 439"/>
                <a:gd name="T23" fmla="*/ 2 h 260"/>
                <a:gd name="T24" fmla="*/ 2 w 439"/>
                <a:gd name="T25" fmla="*/ 2 h 260"/>
                <a:gd name="T26" fmla="*/ 2 w 439"/>
                <a:gd name="T27" fmla="*/ 2 h 260"/>
                <a:gd name="T28" fmla="*/ 2 w 439"/>
                <a:gd name="T29" fmla="*/ 2 h 260"/>
                <a:gd name="T30" fmla="*/ 3 w 439"/>
                <a:gd name="T31" fmla="*/ 2 h 260"/>
                <a:gd name="T32" fmla="*/ 3 w 439"/>
                <a:gd name="T33" fmla="*/ 2 h 260"/>
                <a:gd name="T34" fmla="*/ 4 w 439"/>
                <a:gd name="T35" fmla="*/ 2 h 260"/>
                <a:gd name="T36" fmla="*/ 4 w 439"/>
                <a:gd name="T37" fmla="*/ 2 h 260"/>
                <a:gd name="T38" fmla="*/ 3 w 439"/>
                <a:gd name="T39" fmla="*/ 2 h 260"/>
                <a:gd name="T40" fmla="*/ 3 w 439"/>
                <a:gd name="T41" fmla="*/ 2 h 260"/>
                <a:gd name="T42" fmla="*/ 3 w 439"/>
                <a:gd name="T43" fmla="*/ 2 h 260"/>
                <a:gd name="T44" fmla="*/ 2 w 439"/>
                <a:gd name="T45" fmla="*/ 2 h 260"/>
                <a:gd name="T46" fmla="*/ 2 w 439"/>
                <a:gd name="T47" fmla="*/ 2 h 260"/>
                <a:gd name="T48" fmla="*/ 2 w 439"/>
                <a:gd name="T49" fmla="*/ 2 h 260"/>
                <a:gd name="T50" fmla="*/ 1 w 439"/>
                <a:gd name="T51" fmla="*/ 2 h 260"/>
                <a:gd name="T52" fmla="*/ 1 w 439"/>
                <a:gd name="T53" fmla="*/ 1 h 260"/>
                <a:gd name="T54" fmla="*/ 1 w 439"/>
                <a:gd name="T55" fmla="*/ 1 h 260"/>
                <a:gd name="T56" fmla="*/ 1 w 439"/>
                <a:gd name="T57" fmla="*/ 1 h 260"/>
                <a:gd name="T58" fmla="*/ 1 w 439"/>
                <a:gd name="T59" fmla="*/ 1 h 260"/>
                <a:gd name="T60" fmla="*/ 0 w 439"/>
                <a:gd name="T61" fmla="*/ 1 h 260"/>
                <a:gd name="T62" fmla="*/ 0 w 439"/>
                <a:gd name="T63" fmla="*/ 1 h 260"/>
                <a:gd name="T64" fmla="*/ 0 w 439"/>
                <a:gd name="T65" fmla="*/ 0 h 260"/>
                <a:gd name="T66" fmla="*/ 0 w 439"/>
                <a:gd name="T67" fmla="*/ 0 h 260"/>
                <a:gd name="T68" fmla="*/ 0 w 439"/>
                <a:gd name="T69" fmla="*/ 0 h 260"/>
                <a:gd name="T70" fmla="*/ 0 w 439"/>
                <a:gd name="T71" fmla="*/ 0 h 260"/>
                <a:gd name="T72" fmla="*/ 0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0" y="0"/>
                  </a:moveTo>
                  <a:lnTo>
                    <a:pt x="0" y="0"/>
                  </a:lnTo>
                  <a:lnTo>
                    <a:pt x="3" y="27"/>
                  </a:lnTo>
                  <a:lnTo>
                    <a:pt x="10" y="53"/>
                  </a:lnTo>
                  <a:lnTo>
                    <a:pt x="20" y="77"/>
                  </a:lnTo>
                  <a:lnTo>
                    <a:pt x="35" y="102"/>
                  </a:lnTo>
                  <a:lnTo>
                    <a:pt x="54" y="125"/>
                  </a:lnTo>
                  <a:lnTo>
                    <a:pt x="76" y="146"/>
                  </a:lnTo>
                  <a:lnTo>
                    <a:pt x="102" y="166"/>
                  </a:lnTo>
                  <a:lnTo>
                    <a:pt x="130" y="185"/>
                  </a:lnTo>
                  <a:lnTo>
                    <a:pt x="162" y="202"/>
                  </a:lnTo>
                  <a:lnTo>
                    <a:pt x="195" y="217"/>
                  </a:lnTo>
                  <a:lnTo>
                    <a:pt x="231" y="230"/>
                  </a:lnTo>
                  <a:lnTo>
                    <a:pt x="270" y="240"/>
                  </a:lnTo>
                  <a:lnTo>
                    <a:pt x="310" y="248"/>
                  </a:lnTo>
                  <a:lnTo>
                    <a:pt x="351" y="255"/>
                  </a:lnTo>
                  <a:lnTo>
                    <a:pt x="395" y="259"/>
                  </a:lnTo>
                  <a:lnTo>
                    <a:pt x="439" y="260"/>
                  </a:lnTo>
                  <a:lnTo>
                    <a:pt x="439" y="248"/>
                  </a:lnTo>
                  <a:lnTo>
                    <a:pt x="395" y="247"/>
                  </a:lnTo>
                  <a:lnTo>
                    <a:pt x="353" y="244"/>
                  </a:lnTo>
                  <a:lnTo>
                    <a:pt x="312" y="237"/>
                  </a:lnTo>
                  <a:lnTo>
                    <a:pt x="272" y="228"/>
                  </a:lnTo>
                  <a:lnTo>
                    <a:pt x="236" y="218"/>
                  </a:lnTo>
                  <a:lnTo>
                    <a:pt x="200" y="205"/>
                  </a:lnTo>
                  <a:lnTo>
                    <a:pt x="167" y="190"/>
                  </a:lnTo>
                  <a:lnTo>
                    <a:pt x="137" y="173"/>
                  </a:lnTo>
                  <a:lnTo>
                    <a:pt x="109" y="157"/>
                  </a:lnTo>
                  <a:lnTo>
                    <a:pt x="84" y="137"/>
                  </a:lnTo>
                  <a:lnTo>
                    <a:pt x="64" y="116"/>
                  </a:lnTo>
                  <a:lnTo>
                    <a:pt x="45" y="95"/>
                  </a:lnTo>
                  <a:lnTo>
                    <a:pt x="32" y="73"/>
                  </a:lnTo>
                  <a:lnTo>
                    <a:pt x="21" y="48"/>
                  </a:lnTo>
                  <a:lnTo>
                    <a:pt x="14" y="24"/>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13036" name="Freeform 54"/>
            <p:cNvSpPr>
              <a:spLocks/>
            </p:cNvSpPr>
            <p:nvPr/>
          </p:nvSpPr>
          <p:spPr bwMode="auto">
            <a:xfrm>
              <a:off x="1179" y="1588"/>
              <a:ext cx="88" cy="52"/>
            </a:xfrm>
            <a:custGeom>
              <a:avLst/>
              <a:gdLst>
                <a:gd name="T0" fmla="*/ 4 w 439"/>
                <a:gd name="T1" fmla="*/ 0 h 260"/>
                <a:gd name="T2" fmla="*/ 4 w 439"/>
                <a:gd name="T3" fmla="*/ 0 h 260"/>
                <a:gd name="T4" fmla="*/ 3 w 439"/>
                <a:gd name="T5" fmla="*/ 0 h 260"/>
                <a:gd name="T6" fmla="*/ 3 w 439"/>
                <a:gd name="T7" fmla="*/ 0 h 260"/>
                <a:gd name="T8" fmla="*/ 2 w 439"/>
                <a:gd name="T9" fmla="*/ 0 h 260"/>
                <a:gd name="T10" fmla="*/ 2 w 439"/>
                <a:gd name="T11" fmla="*/ 0 h 260"/>
                <a:gd name="T12" fmla="*/ 2 w 439"/>
                <a:gd name="T13" fmla="*/ 0 h 260"/>
                <a:gd name="T14" fmla="*/ 2 w 439"/>
                <a:gd name="T15" fmla="*/ 0 h 260"/>
                <a:gd name="T16" fmla="*/ 1 w 439"/>
                <a:gd name="T17" fmla="*/ 0 h 260"/>
                <a:gd name="T18" fmla="*/ 1 w 439"/>
                <a:gd name="T19" fmla="*/ 1 h 260"/>
                <a:gd name="T20" fmla="*/ 1 w 439"/>
                <a:gd name="T21" fmla="*/ 1 h 260"/>
                <a:gd name="T22" fmla="*/ 1 w 439"/>
                <a:gd name="T23" fmla="*/ 1 h 260"/>
                <a:gd name="T24" fmla="*/ 0 w 439"/>
                <a:gd name="T25" fmla="*/ 1 h 260"/>
                <a:gd name="T26" fmla="*/ 0 w 439"/>
                <a:gd name="T27" fmla="*/ 1 h 260"/>
                <a:gd name="T28" fmla="*/ 0 w 439"/>
                <a:gd name="T29" fmla="*/ 1 h 260"/>
                <a:gd name="T30" fmla="*/ 0 w 439"/>
                <a:gd name="T31" fmla="*/ 2 h 260"/>
                <a:gd name="T32" fmla="*/ 0 w 439"/>
                <a:gd name="T33" fmla="*/ 2 h 260"/>
                <a:gd name="T34" fmla="*/ 0 w 439"/>
                <a:gd name="T35" fmla="*/ 2 h 260"/>
                <a:gd name="T36" fmla="*/ 0 w 439"/>
                <a:gd name="T37" fmla="*/ 2 h 260"/>
                <a:gd name="T38" fmla="*/ 0 w 439"/>
                <a:gd name="T39" fmla="*/ 2 h 260"/>
                <a:gd name="T40" fmla="*/ 0 w 439"/>
                <a:gd name="T41" fmla="*/ 2 h 260"/>
                <a:gd name="T42" fmla="*/ 0 w 439"/>
                <a:gd name="T43" fmla="*/ 1 h 260"/>
                <a:gd name="T44" fmla="*/ 0 w 439"/>
                <a:gd name="T45" fmla="*/ 1 h 260"/>
                <a:gd name="T46" fmla="*/ 1 w 439"/>
                <a:gd name="T47" fmla="*/ 1 h 260"/>
                <a:gd name="T48" fmla="*/ 1 w 439"/>
                <a:gd name="T49" fmla="*/ 1 h 260"/>
                <a:gd name="T50" fmla="*/ 1 w 439"/>
                <a:gd name="T51" fmla="*/ 1 h 260"/>
                <a:gd name="T52" fmla="*/ 1 w 439"/>
                <a:gd name="T53" fmla="*/ 1 h 260"/>
                <a:gd name="T54" fmla="*/ 1 w 439"/>
                <a:gd name="T55" fmla="*/ 1 h 260"/>
                <a:gd name="T56" fmla="*/ 2 w 439"/>
                <a:gd name="T57" fmla="*/ 0 h 260"/>
                <a:gd name="T58" fmla="*/ 2 w 439"/>
                <a:gd name="T59" fmla="*/ 0 h 260"/>
                <a:gd name="T60" fmla="*/ 2 w 439"/>
                <a:gd name="T61" fmla="*/ 0 h 260"/>
                <a:gd name="T62" fmla="*/ 3 w 439"/>
                <a:gd name="T63" fmla="*/ 0 h 260"/>
                <a:gd name="T64" fmla="*/ 3 w 439"/>
                <a:gd name="T65" fmla="*/ 0 h 260"/>
                <a:gd name="T66" fmla="*/ 3 w 439"/>
                <a:gd name="T67" fmla="*/ 0 h 260"/>
                <a:gd name="T68" fmla="*/ 4 w 439"/>
                <a:gd name="T69" fmla="*/ 0 h 260"/>
                <a:gd name="T70" fmla="*/ 4 w 439"/>
                <a:gd name="T71" fmla="*/ 0 h 260"/>
                <a:gd name="T72" fmla="*/ 4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439" y="0"/>
                  </a:moveTo>
                  <a:lnTo>
                    <a:pt x="439" y="0"/>
                  </a:lnTo>
                  <a:lnTo>
                    <a:pt x="395" y="1"/>
                  </a:lnTo>
                  <a:lnTo>
                    <a:pt x="351" y="4"/>
                  </a:lnTo>
                  <a:lnTo>
                    <a:pt x="310" y="11"/>
                  </a:lnTo>
                  <a:lnTo>
                    <a:pt x="270" y="19"/>
                  </a:lnTo>
                  <a:lnTo>
                    <a:pt x="231" y="30"/>
                  </a:lnTo>
                  <a:lnTo>
                    <a:pt x="195" y="43"/>
                  </a:lnTo>
                  <a:lnTo>
                    <a:pt x="162" y="58"/>
                  </a:lnTo>
                  <a:lnTo>
                    <a:pt x="130" y="73"/>
                  </a:lnTo>
                  <a:lnTo>
                    <a:pt x="102" y="93"/>
                  </a:lnTo>
                  <a:lnTo>
                    <a:pt x="76" y="113"/>
                  </a:lnTo>
                  <a:lnTo>
                    <a:pt x="54" y="133"/>
                  </a:lnTo>
                  <a:lnTo>
                    <a:pt x="35" y="157"/>
                  </a:lnTo>
                  <a:lnTo>
                    <a:pt x="20" y="181"/>
                  </a:lnTo>
                  <a:lnTo>
                    <a:pt x="10" y="206"/>
                  </a:lnTo>
                  <a:lnTo>
                    <a:pt x="3" y="233"/>
                  </a:lnTo>
                  <a:lnTo>
                    <a:pt x="0" y="260"/>
                  </a:lnTo>
                  <a:lnTo>
                    <a:pt x="12" y="260"/>
                  </a:lnTo>
                  <a:lnTo>
                    <a:pt x="14" y="235"/>
                  </a:lnTo>
                  <a:lnTo>
                    <a:pt x="21" y="211"/>
                  </a:lnTo>
                  <a:lnTo>
                    <a:pt x="32" y="186"/>
                  </a:lnTo>
                  <a:lnTo>
                    <a:pt x="45" y="164"/>
                  </a:lnTo>
                  <a:lnTo>
                    <a:pt x="64" y="143"/>
                  </a:lnTo>
                  <a:lnTo>
                    <a:pt x="84" y="123"/>
                  </a:lnTo>
                  <a:lnTo>
                    <a:pt x="109" y="103"/>
                  </a:lnTo>
                  <a:lnTo>
                    <a:pt x="137" y="85"/>
                  </a:lnTo>
                  <a:lnTo>
                    <a:pt x="167" y="70"/>
                  </a:lnTo>
                  <a:lnTo>
                    <a:pt x="200" y="55"/>
                  </a:lnTo>
                  <a:lnTo>
                    <a:pt x="236" y="42"/>
                  </a:lnTo>
                  <a:lnTo>
                    <a:pt x="272" y="31"/>
                  </a:lnTo>
                  <a:lnTo>
                    <a:pt x="312" y="23"/>
                  </a:lnTo>
                  <a:lnTo>
                    <a:pt x="353" y="16"/>
                  </a:lnTo>
                  <a:lnTo>
                    <a:pt x="395" y="12"/>
                  </a:lnTo>
                  <a:lnTo>
                    <a:pt x="439" y="11"/>
                  </a:lnTo>
                  <a:lnTo>
                    <a:pt x="439"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13037" name="Freeform 55"/>
            <p:cNvSpPr>
              <a:spLocks/>
            </p:cNvSpPr>
            <p:nvPr/>
          </p:nvSpPr>
          <p:spPr bwMode="auto">
            <a:xfrm>
              <a:off x="964" y="1745"/>
              <a:ext cx="48" cy="85"/>
            </a:xfrm>
            <a:custGeom>
              <a:avLst/>
              <a:gdLst>
                <a:gd name="T0" fmla="*/ 2 w 244"/>
                <a:gd name="T1" fmla="*/ 3 h 426"/>
                <a:gd name="T2" fmla="*/ 2 w 244"/>
                <a:gd name="T3" fmla="*/ 3 h 426"/>
                <a:gd name="T4" fmla="*/ 2 w 244"/>
                <a:gd name="T5" fmla="*/ 3 h 426"/>
                <a:gd name="T6" fmla="*/ 2 w 244"/>
                <a:gd name="T7" fmla="*/ 3 h 426"/>
                <a:gd name="T8" fmla="*/ 2 w 244"/>
                <a:gd name="T9" fmla="*/ 2 h 426"/>
                <a:gd name="T10" fmla="*/ 2 w 244"/>
                <a:gd name="T11" fmla="*/ 2 h 426"/>
                <a:gd name="T12" fmla="*/ 2 w 244"/>
                <a:gd name="T13" fmla="*/ 2 h 426"/>
                <a:gd name="T14" fmla="*/ 2 w 244"/>
                <a:gd name="T15" fmla="*/ 2 h 426"/>
                <a:gd name="T16" fmla="*/ 1 w 244"/>
                <a:gd name="T17" fmla="*/ 1 h 426"/>
                <a:gd name="T18" fmla="*/ 1 w 244"/>
                <a:gd name="T19" fmla="*/ 1 h 426"/>
                <a:gd name="T20" fmla="*/ 1 w 244"/>
                <a:gd name="T21" fmla="*/ 1 h 426"/>
                <a:gd name="T22" fmla="*/ 1 w 244"/>
                <a:gd name="T23" fmla="*/ 1 h 426"/>
                <a:gd name="T24" fmla="*/ 1 w 244"/>
                <a:gd name="T25" fmla="*/ 0 h 426"/>
                <a:gd name="T26" fmla="*/ 1 w 244"/>
                <a:gd name="T27" fmla="*/ 0 h 426"/>
                <a:gd name="T28" fmla="*/ 1 w 244"/>
                <a:gd name="T29" fmla="*/ 0 h 426"/>
                <a:gd name="T30" fmla="*/ 0 w 244"/>
                <a:gd name="T31" fmla="*/ 0 h 426"/>
                <a:gd name="T32" fmla="*/ 0 w 244"/>
                <a:gd name="T33" fmla="*/ 0 h 426"/>
                <a:gd name="T34" fmla="*/ 0 w 244"/>
                <a:gd name="T35" fmla="*/ 0 h 426"/>
                <a:gd name="T36" fmla="*/ 0 w 244"/>
                <a:gd name="T37" fmla="*/ 0 h 426"/>
                <a:gd name="T38" fmla="*/ 0 w 244"/>
                <a:gd name="T39" fmla="*/ 0 h 426"/>
                <a:gd name="T40" fmla="*/ 0 w 244"/>
                <a:gd name="T41" fmla="*/ 0 h 426"/>
                <a:gd name="T42" fmla="*/ 1 w 244"/>
                <a:gd name="T43" fmla="*/ 0 h 426"/>
                <a:gd name="T44" fmla="*/ 1 w 244"/>
                <a:gd name="T45" fmla="*/ 0 h 426"/>
                <a:gd name="T46" fmla="*/ 1 w 244"/>
                <a:gd name="T47" fmla="*/ 0 h 426"/>
                <a:gd name="T48" fmla="*/ 1 w 244"/>
                <a:gd name="T49" fmla="*/ 1 h 426"/>
                <a:gd name="T50" fmla="*/ 1 w 244"/>
                <a:gd name="T51" fmla="*/ 1 h 426"/>
                <a:gd name="T52" fmla="*/ 1 w 244"/>
                <a:gd name="T53" fmla="*/ 1 h 426"/>
                <a:gd name="T54" fmla="*/ 1 w 244"/>
                <a:gd name="T55" fmla="*/ 1 h 426"/>
                <a:gd name="T56" fmla="*/ 1 w 244"/>
                <a:gd name="T57" fmla="*/ 2 h 426"/>
                <a:gd name="T58" fmla="*/ 2 w 244"/>
                <a:gd name="T59" fmla="*/ 2 h 426"/>
                <a:gd name="T60" fmla="*/ 2 w 244"/>
                <a:gd name="T61" fmla="*/ 2 h 426"/>
                <a:gd name="T62" fmla="*/ 2 w 244"/>
                <a:gd name="T63" fmla="*/ 2 h 426"/>
                <a:gd name="T64" fmla="*/ 2 w 244"/>
                <a:gd name="T65" fmla="*/ 3 h 426"/>
                <a:gd name="T66" fmla="*/ 2 w 244"/>
                <a:gd name="T67" fmla="*/ 3 h 426"/>
                <a:gd name="T68" fmla="*/ 2 w 244"/>
                <a:gd name="T69" fmla="*/ 3 h 426"/>
                <a:gd name="T70" fmla="*/ 2 w 244"/>
                <a:gd name="T71" fmla="*/ 3 h 426"/>
                <a:gd name="T72" fmla="*/ 2 w 244"/>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6"/>
                <a:gd name="T113" fmla="*/ 244 w 244"/>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6">
                  <a:moveTo>
                    <a:pt x="244" y="426"/>
                  </a:moveTo>
                  <a:lnTo>
                    <a:pt x="244" y="426"/>
                  </a:lnTo>
                  <a:lnTo>
                    <a:pt x="243" y="383"/>
                  </a:lnTo>
                  <a:lnTo>
                    <a:pt x="240" y="340"/>
                  </a:lnTo>
                  <a:lnTo>
                    <a:pt x="234" y="300"/>
                  </a:lnTo>
                  <a:lnTo>
                    <a:pt x="226" y="262"/>
                  </a:lnTo>
                  <a:lnTo>
                    <a:pt x="215" y="224"/>
                  </a:lnTo>
                  <a:lnTo>
                    <a:pt x="203" y="189"/>
                  </a:lnTo>
                  <a:lnTo>
                    <a:pt x="189" y="157"/>
                  </a:lnTo>
                  <a:lnTo>
                    <a:pt x="174" y="126"/>
                  </a:lnTo>
                  <a:lnTo>
                    <a:pt x="155" y="99"/>
                  </a:lnTo>
                  <a:lnTo>
                    <a:pt x="138" y="74"/>
                  </a:lnTo>
                  <a:lnTo>
                    <a:pt x="118" y="52"/>
                  </a:lnTo>
                  <a:lnTo>
                    <a:pt x="96" y="34"/>
                  </a:lnTo>
                  <a:lnTo>
                    <a:pt x="73" y="19"/>
                  </a:lnTo>
                  <a:lnTo>
                    <a:pt x="50" y="8"/>
                  </a:lnTo>
                  <a:lnTo>
                    <a:pt x="25" y="2"/>
                  </a:lnTo>
                  <a:lnTo>
                    <a:pt x="0" y="0"/>
                  </a:lnTo>
                  <a:lnTo>
                    <a:pt x="0" y="12"/>
                  </a:lnTo>
                  <a:lnTo>
                    <a:pt x="23" y="14"/>
                  </a:lnTo>
                  <a:lnTo>
                    <a:pt x="45" y="20"/>
                  </a:lnTo>
                  <a:lnTo>
                    <a:pt x="66" y="31"/>
                  </a:lnTo>
                  <a:lnTo>
                    <a:pt x="89" y="43"/>
                  </a:lnTo>
                  <a:lnTo>
                    <a:pt x="109" y="61"/>
                  </a:lnTo>
                  <a:lnTo>
                    <a:pt x="129" y="81"/>
                  </a:lnTo>
                  <a:lnTo>
                    <a:pt x="146" y="106"/>
                  </a:lnTo>
                  <a:lnTo>
                    <a:pt x="162" y="133"/>
                  </a:lnTo>
                  <a:lnTo>
                    <a:pt x="178" y="162"/>
                  </a:lnTo>
                  <a:lnTo>
                    <a:pt x="192" y="194"/>
                  </a:lnTo>
                  <a:lnTo>
                    <a:pt x="203" y="229"/>
                  </a:lnTo>
                  <a:lnTo>
                    <a:pt x="214" y="264"/>
                  </a:lnTo>
                  <a:lnTo>
                    <a:pt x="222" y="303"/>
                  </a:lnTo>
                  <a:lnTo>
                    <a:pt x="228" y="342"/>
                  </a:lnTo>
                  <a:lnTo>
                    <a:pt x="232" y="383"/>
                  </a:lnTo>
                  <a:lnTo>
                    <a:pt x="233" y="426"/>
                  </a:lnTo>
                  <a:lnTo>
                    <a:pt x="244"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13038" name="Freeform 56"/>
            <p:cNvSpPr>
              <a:spLocks/>
            </p:cNvSpPr>
            <p:nvPr/>
          </p:nvSpPr>
          <p:spPr bwMode="auto">
            <a:xfrm>
              <a:off x="964" y="1830"/>
              <a:ext cx="48" cy="85"/>
            </a:xfrm>
            <a:custGeom>
              <a:avLst/>
              <a:gdLst>
                <a:gd name="T0" fmla="*/ 0 w 244"/>
                <a:gd name="T1" fmla="*/ 3 h 424"/>
                <a:gd name="T2" fmla="*/ 0 w 244"/>
                <a:gd name="T3" fmla="*/ 3 h 424"/>
                <a:gd name="T4" fmla="*/ 0 w 244"/>
                <a:gd name="T5" fmla="*/ 3 h 424"/>
                <a:gd name="T6" fmla="*/ 0 w 244"/>
                <a:gd name="T7" fmla="*/ 3 h 424"/>
                <a:gd name="T8" fmla="*/ 1 w 244"/>
                <a:gd name="T9" fmla="*/ 3 h 424"/>
                <a:gd name="T10" fmla="*/ 1 w 244"/>
                <a:gd name="T11" fmla="*/ 3 h 424"/>
                <a:gd name="T12" fmla="*/ 1 w 244"/>
                <a:gd name="T13" fmla="*/ 3 h 424"/>
                <a:gd name="T14" fmla="*/ 1 w 244"/>
                <a:gd name="T15" fmla="*/ 3 h 424"/>
                <a:gd name="T16" fmla="*/ 1 w 244"/>
                <a:gd name="T17" fmla="*/ 3 h 424"/>
                <a:gd name="T18" fmla="*/ 1 w 244"/>
                <a:gd name="T19" fmla="*/ 2 h 424"/>
                <a:gd name="T20" fmla="*/ 1 w 244"/>
                <a:gd name="T21" fmla="*/ 2 h 424"/>
                <a:gd name="T22" fmla="*/ 2 w 244"/>
                <a:gd name="T23" fmla="*/ 2 h 424"/>
                <a:gd name="T24" fmla="*/ 2 w 244"/>
                <a:gd name="T25" fmla="*/ 2 h 424"/>
                <a:gd name="T26" fmla="*/ 2 w 244"/>
                <a:gd name="T27" fmla="*/ 1 h 424"/>
                <a:gd name="T28" fmla="*/ 2 w 244"/>
                <a:gd name="T29" fmla="*/ 1 h 424"/>
                <a:gd name="T30" fmla="*/ 2 w 244"/>
                <a:gd name="T31" fmla="*/ 1 h 424"/>
                <a:gd name="T32" fmla="*/ 2 w 244"/>
                <a:gd name="T33" fmla="*/ 0 h 424"/>
                <a:gd name="T34" fmla="*/ 2 w 244"/>
                <a:gd name="T35" fmla="*/ 0 h 424"/>
                <a:gd name="T36" fmla="*/ 2 w 244"/>
                <a:gd name="T37" fmla="*/ 0 h 424"/>
                <a:gd name="T38" fmla="*/ 2 w 244"/>
                <a:gd name="T39" fmla="*/ 0 h 424"/>
                <a:gd name="T40" fmla="*/ 2 w 244"/>
                <a:gd name="T41" fmla="*/ 1 h 424"/>
                <a:gd name="T42" fmla="*/ 2 w 244"/>
                <a:gd name="T43" fmla="*/ 1 h 424"/>
                <a:gd name="T44" fmla="*/ 2 w 244"/>
                <a:gd name="T45" fmla="*/ 1 h 424"/>
                <a:gd name="T46" fmla="*/ 2 w 244"/>
                <a:gd name="T47" fmla="*/ 2 h 424"/>
                <a:gd name="T48" fmla="*/ 1 w 244"/>
                <a:gd name="T49" fmla="*/ 2 h 424"/>
                <a:gd name="T50" fmla="*/ 1 w 244"/>
                <a:gd name="T51" fmla="*/ 2 h 424"/>
                <a:gd name="T52" fmla="*/ 1 w 244"/>
                <a:gd name="T53" fmla="*/ 2 h 424"/>
                <a:gd name="T54" fmla="*/ 1 w 244"/>
                <a:gd name="T55" fmla="*/ 3 h 424"/>
                <a:gd name="T56" fmla="*/ 1 w 244"/>
                <a:gd name="T57" fmla="*/ 3 h 424"/>
                <a:gd name="T58" fmla="*/ 1 w 244"/>
                <a:gd name="T59" fmla="*/ 3 h 424"/>
                <a:gd name="T60" fmla="*/ 1 w 244"/>
                <a:gd name="T61" fmla="*/ 3 h 424"/>
                <a:gd name="T62" fmla="*/ 1 w 244"/>
                <a:gd name="T63" fmla="*/ 3 h 424"/>
                <a:gd name="T64" fmla="*/ 0 w 244"/>
                <a:gd name="T65" fmla="*/ 3 h 424"/>
                <a:gd name="T66" fmla="*/ 0 w 244"/>
                <a:gd name="T67" fmla="*/ 3 h 424"/>
                <a:gd name="T68" fmla="*/ 0 w 244"/>
                <a:gd name="T69" fmla="*/ 3 h 424"/>
                <a:gd name="T70" fmla="*/ 0 w 244"/>
                <a:gd name="T71" fmla="*/ 3 h 424"/>
                <a:gd name="T72" fmla="*/ 0 w 244"/>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4"/>
                <a:gd name="T113" fmla="*/ 244 w 244"/>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4">
                  <a:moveTo>
                    <a:pt x="0" y="424"/>
                  </a:moveTo>
                  <a:lnTo>
                    <a:pt x="0" y="424"/>
                  </a:lnTo>
                  <a:lnTo>
                    <a:pt x="25" y="422"/>
                  </a:lnTo>
                  <a:lnTo>
                    <a:pt x="50" y="416"/>
                  </a:lnTo>
                  <a:lnTo>
                    <a:pt x="73" y="405"/>
                  </a:lnTo>
                  <a:lnTo>
                    <a:pt x="96" y="390"/>
                  </a:lnTo>
                  <a:lnTo>
                    <a:pt x="118" y="373"/>
                  </a:lnTo>
                  <a:lnTo>
                    <a:pt x="138" y="350"/>
                  </a:lnTo>
                  <a:lnTo>
                    <a:pt x="155" y="326"/>
                  </a:lnTo>
                  <a:lnTo>
                    <a:pt x="173" y="299"/>
                  </a:lnTo>
                  <a:lnTo>
                    <a:pt x="189" y="268"/>
                  </a:lnTo>
                  <a:lnTo>
                    <a:pt x="203" y="235"/>
                  </a:lnTo>
                  <a:lnTo>
                    <a:pt x="215" y="201"/>
                  </a:lnTo>
                  <a:lnTo>
                    <a:pt x="226" y="163"/>
                  </a:lnTo>
                  <a:lnTo>
                    <a:pt x="234" y="125"/>
                  </a:lnTo>
                  <a:lnTo>
                    <a:pt x="240" y="85"/>
                  </a:lnTo>
                  <a:lnTo>
                    <a:pt x="243" y="42"/>
                  </a:lnTo>
                  <a:lnTo>
                    <a:pt x="244" y="0"/>
                  </a:lnTo>
                  <a:lnTo>
                    <a:pt x="233" y="0"/>
                  </a:lnTo>
                  <a:lnTo>
                    <a:pt x="232" y="42"/>
                  </a:lnTo>
                  <a:lnTo>
                    <a:pt x="228" y="83"/>
                  </a:lnTo>
                  <a:lnTo>
                    <a:pt x="222" y="123"/>
                  </a:lnTo>
                  <a:lnTo>
                    <a:pt x="214" y="160"/>
                  </a:lnTo>
                  <a:lnTo>
                    <a:pt x="203" y="197"/>
                  </a:lnTo>
                  <a:lnTo>
                    <a:pt x="192" y="231"/>
                  </a:lnTo>
                  <a:lnTo>
                    <a:pt x="178" y="263"/>
                  </a:lnTo>
                  <a:lnTo>
                    <a:pt x="164" y="292"/>
                  </a:lnTo>
                  <a:lnTo>
                    <a:pt x="146" y="319"/>
                  </a:lnTo>
                  <a:lnTo>
                    <a:pt x="129" y="343"/>
                  </a:lnTo>
                  <a:lnTo>
                    <a:pt x="109" y="363"/>
                  </a:lnTo>
                  <a:lnTo>
                    <a:pt x="89" y="381"/>
                  </a:lnTo>
                  <a:lnTo>
                    <a:pt x="66" y="394"/>
                  </a:lnTo>
                  <a:lnTo>
                    <a:pt x="45" y="404"/>
                  </a:lnTo>
                  <a:lnTo>
                    <a:pt x="23" y="410"/>
                  </a:lnTo>
                  <a:lnTo>
                    <a:pt x="0" y="412"/>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13039" name="Freeform 57"/>
            <p:cNvSpPr>
              <a:spLocks/>
            </p:cNvSpPr>
            <p:nvPr/>
          </p:nvSpPr>
          <p:spPr bwMode="auto">
            <a:xfrm>
              <a:off x="915" y="1830"/>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1" y="42"/>
                  </a:lnTo>
                  <a:lnTo>
                    <a:pt x="4" y="85"/>
                  </a:lnTo>
                  <a:lnTo>
                    <a:pt x="10" y="125"/>
                  </a:lnTo>
                  <a:lnTo>
                    <a:pt x="19" y="163"/>
                  </a:lnTo>
                  <a:lnTo>
                    <a:pt x="29" y="201"/>
                  </a:lnTo>
                  <a:lnTo>
                    <a:pt x="41" y="235"/>
                  </a:lnTo>
                  <a:lnTo>
                    <a:pt x="55" y="268"/>
                  </a:lnTo>
                  <a:lnTo>
                    <a:pt x="71" y="299"/>
                  </a:lnTo>
                  <a:lnTo>
                    <a:pt x="89" y="326"/>
                  </a:lnTo>
                  <a:lnTo>
                    <a:pt x="106" y="350"/>
                  </a:lnTo>
                  <a:lnTo>
                    <a:pt x="126" y="373"/>
                  </a:lnTo>
                  <a:lnTo>
                    <a:pt x="149" y="390"/>
                  </a:lnTo>
                  <a:lnTo>
                    <a:pt x="171" y="405"/>
                  </a:lnTo>
                  <a:lnTo>
                    <a:pt x="194" y="416"/>
                  </a:lnTo>
                  <a:lnTo>
                    <a:pt x="219" y="422"/>
                  </a:lnTo>
                  <a:lnTo>
                    <a:pt x="245" y="424"/>
                  </a:lnTo>
                  <a:lnTo>
                    <a:pt x="245" y="412"/>
                  </a:lnTo>
                  <a:lnTo>
                    <a:pt x="221" y="410"/>
                  </a:lnTo>
                  <a:lnTo>
                    <a:pt x="199" y="404"/>
                  </a:lnTo>
                  <a:lnTo>
                    <a:pt x="178" y="394"/>
                  </a:lnTo>
                  <a:lnTo>
                    <a:pt x="156" y="381"/>
                  </a:lnTo>
                  <a:lnTo>
                    <a:pt x="136" y="363"/>
                  </a:lnTo>
                  <a:lnTo>
                    <a:pt x="116" y="343"/>
                  </a:lnTo>
                  <a:lnTo>
                    <a:pt x="98" y="319"/>
                  </a:lnTo>
                  <a:lnTo>
                    <a:pt x="81" y="292"/>
                  </a:lnTo>
                  <a:lnTo>
                    <a:pt x="67" y="263"/>
                  </a:lnTo>
                  <a:lnTo>
                    <a:pt x="52" y="231"/>
                  </a:lnTo>
                  <a:lnTo>
                    <a:pt x="41" y="197"/>
                  </a:lnTo>
                  <a:lnTo>
                    <a:pt x="30" y="160"/>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13040" name="Freeform 58"/>
            <p:cNvSpPr>
              <a:spLocks/>
            </p:cNvSpPr>
            <p:nvPr/>
          </p:nvSpPr>
          <p:spPr bwMode="auto">
            <a:xfrm>
              <a:off x="915" y="1745"/>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0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19" y="2"/>
                  </a:lnTo>
                  <a:lnTo>
                    <a:pt x="194" y="8"/>
                  </a:lnTo>
                  <a:lnTo>
                    <a:pt x="171" y="19"/>
                  </a:lnTo>
                  <a:lnTo>
                    <a:pt x="149" y="34"/>
                  </a:lnTo>
                  <a:lnTo>
                    <a:pt x="126" y="52"/>
                  </a:lnTo>
                  <a:lnTo>
                    <a:pt x="106" y="74"/>
                  </a:lnTo>
                  <a:lnTo>
                    <a:pt x="89" y="99"/>
                  </a:lnTo>
                  <a:lnTo>
                    <a:pt x="70" y="126"/>
                  </a:lnTo>
                  <a:lnTo>
                    <a:pt x="55" y="157"/>
                  </a:lnTo>
                  <a:lnTo>
                    <a:pt x="41" y="189"/>
                  </a:lnTo>
                  <a:lnTo>
                    <a:pt x="29" y="224"/>
                  </a:lnTo>
                  <a:lnTo>
                    <a:pt x="19" y="262"/>
                  </a:lnTo>
                  <a:lnTo>
                    <a:pt x="10" y="300"/>
                  </a:lnTo>
                  <a:lnTo>
                    <a:pt x="4" y="340"/>
                  </a:lnTo>
                  <a:lnTo>
                    <a:pt x="1" y="383"/>
                  </a:lnTo>
                  <a:lnTo>
                    <a:pt x="0" y="426"/>
                  </a:lnTo>
                  <a:lnTo>
                    <a:pt x="11" y="426"/>
                  </a:lnTo>
                  <a:lnTo>
                    <a:pt x="13" y="383"/>
                  </a:lnTo>
                  <a:lnTo>
                    <a:pt x="16" y="342"/>
                  </a:lnTo>
                  <a:lnTo>
                    <a:pt x="22" y="303"/>
                  </a:lnTo>
                  <a:lnTo>
                    <a:pt x="30" y="264"/>
                  </a:lnTo>
                  <a:lnTo>
                    <a:pt x="41" y="229"/>
                  </a:lnTo>
                  <a:lnTo>
                    <a:pt x="52" y="194"/>
                  </a:lnTo>
                  <a:lnTo>
                    <a:pt x="67" y="162"/>
                  </a:lnTo>
                  <a:lnTo>
                    <a:pt x="82" y="133"/>
                  </a:lnTo>
                  <a:lnTo>
                    <a:pt x="98" y="106"/>
                  </a:lnTo>
                  <a:lnTo>
                    <a:pt x="116" y="81"/>
                  </a:lnTo>
                  <a:lnTo>
                    <a:pt x="136" y="61"/>
                  </a:lnTo>
                  <a:lnTo>
                    <a:pt x="156" y="43"/>
                  </a:lnTo>
                  <a:lnTo>
                    <a:pt x="178" y="31"/>
                  </a:lnTo>
                  <a:lnTo>
                    <a:pt x="199" y="20"/>
                  </a:lnTo>
                  <a:lnTo>
                    <a:pt x="221"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13041" name="Freeform 59"/>
            <p:cNvSpPr>
              <a:spLocks/>
            </p:cNvSpPr>
            <p:nvPr/>
          </p:nvSpPr>
          <p:spPr bwMode="auto">
            <a:xfrm>
              <a:off x="1140" y="2087"/>
              <a:ext cx="49" cy="85"/>
            </a:xfrm>
            <a:custGeom>
              <a:avLst/>
              <a:gdLst>
                <a:gd name="T0" fmla="*/ 2 w 246"/>
                <a:gd name="T1" fmla="*/ 3 h 424"/>
                <a:gd name="T2" fmla="*/ 2 w 246"/>
                <a:gd name="T3" fmla="*/ 3 h 424"/>
                <a:gd name="T4" fmla="*/ 2 w 246"/>
                <a:gd name="T5" fmla="*/ 3 h 424"/>
                <a:gd name="T6" fmla="*/ 2 w 246"/>
                <a:gd name="T7" fmla="*/ 3 h 424"/>
                <a:gd name="T8" fmla="*/ 2 w 246"/>
                <a:gd name="T9" fmla="*/ 2 h 424"/>
                <a:gd name="T10" fmla="*/ 2 w 246"/>
                <a:gd name="T11" fmla="*/ 2 h 424"/>
                <a:gd name="T12" fmla="*/ 2 w 246"/>
                <a:gd name="T13" fmla="*/ 2 h 424"/>
                <a:gd name="T14" fmla="*/ 2 w 246"/>
                <a:gd name="T15" fmla="*/ 2 h 424"/>
                <a:gd name="T16" fmla="*/ 2 w 246"/>
                <a:gd name="T17" fmla="*/ 1 h 424"/>
                <a:gd name="T18" fmla="*/ 1 w 246"/>
                <a:gd name="T19" fmla="*/ 1 h 424"/>
                <a:gd name="T20" fmla="*/ 1 w 246"/>
                <a:gd name="T21" fmla="*/ 1 h 424"/>
                <a:gd name="T22" fmla="*/ 1 w 246"/>
                <a:gd name="T23" fmla="*/ 1 h 424"/>
                <a:gd name="T24" fmla="*/ 1 w 246"/>
                <a:gd name="T25" fmla="*/ 0 h 424"/>
                <a:gd name="T26" fmla="*/ 1 w 246"/>
                <a:gd name="T27" fmla="*/ 0 h 424"/>
                <a:gd name="T28" fmla="*/ 1 w 246"/>
                <a:gd name="T29" fmla="*/ 0 h 424"/>
                <a:gd name="T30" fmla="*/ 0 w 246"/>
                <a:gd name="T31" fmla="*/ 0 h 424"/>
                <a:gd name="T32" fmla="*/ 0 w 246"/>
                <a:gd name="T33" fmla="*/ 0 h 424"/>
                <a:gd name="T34" fmla="*/ 0 w 246"/>
                <a:gd name="T35" fmla="*/ 0 h 424"/>
                <a:gd name="T36" fmla="*/ 0 w 246"/>
                <a:gd name="T37" fmla="*/ 0 h 424"/>
                <a:gd name="T38" fmla="*/ 0 w 246"/>
                <a:gd name="T39" fmla="*/ 0 h 424"/>
                <a:gd name="T40" fmla="*/ 0 w 246"/>
                <a:gd name="T41" fmla="*/ 0 h 424"/>
                <a:gd name="T42" fmla="*/ 1 w 246"/>
                <a:gd name="T43" fmla="*/ 0 h 424"/>
                <a:gd name="T44" fmla="*/ 1 w 246"/>
                <a:gd name="T45" fmla="*/ 0 h 424"/>
                <a:gd name="T46" fmla="*/ 1 w 246"/>
                <a:gd name="T47" fmla="*/ 0 h 424"/>
                <a:gd name="T48" fmla="*/ 1 w 246"/>
                <a:gd name="T49" fmla="*/ 1 h 424"/>
                <a:gd name="T50" fmla="*/ 1 w 246"/>
                <a:gd name="T51" fmla="*/ 1 h 424"/>
                <a:gd name="T52" fmla="*/ 1 w 246"/>
                <a:gd name="T53" fmla="*/ 1 h 424"/>
                <a:gd name="T54" fmla="*/ 1 w 246"/>
                <a:gd name="T55" fmla="*/ 1 h 424"/>
                <a:gd name="T56" fmla="*/ 2 w 246"/>
                <a:gd name="T57" fmla="*/ 2 h 424"/>
                <a:gd name="T58" fmla="*/ 2 w 246"/>
                <a:gd name="T59" fmla="*/ 2 h 424"/>
                <a:gd name="T60" fmla="*/ 2 w 246"/>
                <a:gd name="T61" fmla="*/ 2 h 424"/>
                <a:gd name="T62" fmla="*/ 2 w 246"/>
                <a:gd name="T63" fmla="*/ 2 h 424"/>
                <a:gd name="T64" fmla="*/ 2 w 246"/>
                <a:gd name="T65" fmla="*/ 3 h 424"/>
                <a:gd name="T66" fmla="*/ 2 w 246"/>
                <a:gd name="T67" fmla="*/ 3 h 424"/>
                <a:gd name="T68" fmla="*/ 2 w 246"/>
                <a:gd name="T69" fmla="*/ 3 h 424"/>
                <a:gd name="T70" fmla="*/ 2 w 246"/>
                <a:gd name="T71" fmla="*/ 3 h 424"/>
                <a:gd name="T72" fmla="*/ 2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424"/>
                  </a:moveTo>
                  <a:lnTo>
                    <a:pt x="246" y="424"/>
                  </a:lnTo>
                  <a:lnTo>
                    <a:pt x="244" y="382"/>
                  </a:lnTo>
                  <a:lnTo>
                    <a:pt x="241" y="338"/>
                  </a:lnTo>
                  <a:lnTo>
                    <a:pt x="235" y="298"/>
                  </a:lnTo>
                  <a:lnTo>
                    <a:pt x="227" y="261"/>
                  </a:lnTo>
                  <a:lnTo>
                    <a:pt x="216" y="222"/>
                  </a:lnTo>
                  <a:lnTo>
                    <a:pt x="205" y="188"/>
                  </a:lnTo>
                  <a:lnTo>
                    <a:pt x="190" y="155"/>
                  </a:lnTo>
                  <a:lnTo>
                    <a:pt x="174" y="125"/>
                  </a:lnTo>
                  <a:lnTo>
                    <a:pt x="157" y="98"/>
                  </a:lnTo>
                  <a:lnTo>
                    <a:pt x="138" y="73"/>
                  </a:lnTo>
                  <a:lnTo>
                    <a:pt x="118" y="51"/>
                  </a:lnTo>
                  <a:lnTo>
                    <a:pt x="96" y="34"/>
                  </a:lnTo>
                  <a:lnTo>
                    <a:pt x="74" y="18"/>
                  </a:lnTo>
                  <a:lnTo>
                    <a:pt x="50" y="8"/>
                  </a:lnTo>
                  <a:lnTo>
                    <a:pt x="25" y="2"/>
                  </a:lnTo>
                  <a:lnTo>
                    <a:pt x="0" y="0"/>
                  </a:lnTo>
                  <a:lnTo>
                    <a:pt x="0" y="11"/>
                  </a:lnTo>
                  <a:lnTo>
                    <a:pt x="23" y="14"/>
                  </a:lnTo>
                  <a:lnTo>
                    <a:pt x="45" y="19"/>
                  </a:lnTo>
                  <a:lnTo>
                    <a:pt x="67" y="30"/>
                  </a:lnTo>
                  <a:lnTo>
                    <a:pt x="89" y="43"/>
                  </a:lnTo>
                  <a:lnTo>
                    <a:pt x="108" y="60"/>
                  </a:lnTo>
                  <a:lnTo>
                    <a:pt x="128" y="80"/>
                  </a:lnTo>
                  <a:lnTo>
                    <a:pt x="147" y="105"/>
                  </a:lnTo>
                  <a:lnTo>
                    <a:pt x="165" y="132"/>
                  </a:lnTo>
                  <a:lnTo>
                    <a:pt x="179" y="160"/>
                  </a:lnTo>
                  <a:lnTo>
                    <a:pt x="193" y="193"/>
                  </a:lnTo>
                  <a:lnTo>
                    <a:pt x="205" y="227"/>
                  </a:lnTo>
                  <a:lnTo>
                    <a:pt x="215" y="263"/>
                  </a:lnTo>
                  <a:lnTo>
                    <a:pt x="223" y="301"/>
                  </a:lnTo>
                  <a:lnTo>
                    <a:pt x="229" y="341"/>
                  </a:lnTo>
                  <a:lnTo>
                    <a:pt x="233" y="382"/>
                  </a:lnTo>
                  <a:lnTo>
                    <a:pt x="234" y="424"/>
                  </a:lnTo>
                  <a:lnTo>
                    <a:pt x="246"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13042" name="Freeform 60"/>
            <p:cNvSpPr>
              <a:spLocks/>
            </p:cNvSpPr>
            <p:nvPr/>
          </p:nvSpPr>
          <p:spPr bwMode="auto">
            <a:xfrm>
              <a:off x="1140" y="2172"/>
              <a:ext cx="49" cy="85"/>
            </a:xfrm>
            <a:custGeom>
              <a:avLst/>
              <a:gdLst>
                <a:gd name="T0" fmla="*/ 0 w 246"/>
                <a:gd name="T1" fmla="*/ 3 h 426"/>
                <a:gd name="T2" fmla="*/ 0 w 246"/>
                <a:gd name="T3" fmla="*/ 3 h 426"/>
                <a:gd name="T4" fmla="*/ 0 w 246"/>
                <a:gd name="T5" fmla="*/ 3 h 426"/>
                <a:gd name="T6" fmla="*/ 0 w 246"/>
                <a:gd name="T7" fmla="*/ 3 h 426"/>
                <a:gd name="T8" fmla="*/ 1 w 246"/>
                <a:gd name="T9" fmla="*/ 3 h 426"/>
                <a:gd name="T10" fmla="*/ 1 w 246"/>
                <a:gd name="T11" fmla="*/ 3 h 426"/>
                <a:gd name="T12" fmla="*/ 1 w 246"/>
                <a:gd name="T13" fmla="*/ 3 h 426"/>
                <a:gd name="T14" fmla="*/ 1 w 246"/>
                <a:gd name="T15" fmla="*/ 3 h 426"/>
                <a:gd name="T16" fmla="*/ 1 w 246"/>
                <a:gd name="T17" fmla="*/ 3 h 426"/>
                <a:gd name="T18" fmla="*/ 1 w 246"/>
                <a:gd name="T19" fmla="*/ 2 h 426"/>
                <a:gd name="T20" fmla="*/ 2 w 246"/>
                <a:gd name="T21" fmla="*/ 2 h 426"/>
                <a:gd name="T22" fmla="*/ 2 w 246"/>
                <a:gd name="T23" fmla="*/ 2 h 426"/>
                <a:gd name="T24" fmla="*/ 2 w 246"/>
                <a:gd name="T25" fmla="*/ 2 h 426"/>
                <a:gd name="T26" fmla="*/ 2 w 246"/>
                <a:gd name="T27" fmla="*/ 1 h 426"/>
                <a:gd name="T28" fmla="*/ 2 w 246"/>
                <a:gd name="T29" fmla="*/ 1 h 426"/>
                <a:gd name="T30" fmla="*/ 2 w 246"/>
                <a:gd name="T31" fmla="*/ 1 h 426"/>
                <a:gd name="T32" fmla="*/ 2 w 246"/>
                <a:gd name="T33" fmla="*/ 0 h 426"/>
                <a:gd name="T34" fmla="*/ 2 w 246"/>
                <a:gd name="T35" fmla="*/ 0 h 426"/>
                <a:gd name="T36" fmla="*/ 2 w 246"/>
                <a:gd name="T37" fmla="*/ 0 h 426"/>
                <a:gd name="T38" fmla="*/ 2 w 246"/>
                <a:gd name="T39" fmla="*/ 0 h 426"/>
                <a:gd name="T40" fmla="*/ 2 w 246"/>
                <a:gd name="T41" fmla="*/ 1 h 426"/>
                <a:gd name="T42" fmla="*/ 2 w 246"/>
                <a:gd name="T43" fmla="*/ 1 h 426"/>
                <a:gd name="T44" fmla="*/ 2 w 246"/>
                <a:gd name="T45" fmla="*/ 1 h 426"/>
                <a:gd name="T46" fmla="*/ 2 w 246"/>
                <a:gd name="T47" fmla="*/ 2 h 426"/>
                <a:gd name="T48" fmla="*/ 2 w 246"/>
                <a:gd name="T49" fmla="*/ 2 h 426"/>
                <a:gd name="T50" fmla="*/ 1 w 246"/>
                <a:gd name="T51" fmla="*/ 2 h 426"/>
                <a:gd name="T52" fmla="*/ 1 w 246"/>
                <a:gd name="T53" fmla="*/ 2 h 426"/>
                <a:gd name="T54" fmla="*/ 1 w 246"/>
                <a:gd name="T55" fmla="*/ 3 h 426"/>
                <a:gd name="T56" fmla="*/ 1 w 246"/>
                <a:gd name="T57" fmla="*/ 3 h 426"/>
                <a:gd name="T58" fmla="*/ 1 w 246"/>
                <a:gd name="T59" fmla="*/ 3 h 426"/>
                <a:gd name="T60" fmla="*/ 1 w 246"/>
                <a:gd name="T61" fmla="*/ 3 h 426"/>
                <a:gd name="T62" fmla="*/ 1 w 246"/>
                <a:gd name="T63" fmla="*/ 3 h 426"/>
                <a:gd name="T64" fmla="*/ 0 w 246"/>
                <a:gd name="T65" fmla="*/ 3 h 426"/>
                <a:gd name="T66" fmla="*/ 0 w 246"/>
                <a:gd name="T67" fmla="*/ 3 h 426"/>
                <a:gd name="T68" fmla="*/ 0 w 246"/>
                <a:gd name="T69" fmla="*/ 3 h 426"/>
                <a:gd name="T70" fmla="*/ 0 w 246"/>
                <a:gd name="T71" fmla="*/ 3 h 426"/>
                <a:gd name="T72" fmla="*/ 0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426"/>
                  </a:moveTo>
                  <a:lnTo>
                    <a:pt x="0" y="426"/>
                  </a:lnTo>
                  <a:lnTo>
                    <a:pt x="25" y="423"/>
                  </a:lnTo>
                  <a:lnTo>
                    <a:pt x="50" y="417"/>
                  </a:lnTo>
                  <a:lnTo>
                    <a:pt x="74" y="407"/>
                  </a:lnTo>
                  <a:lnTo>
                    <a:pt x="96" y="392"/>
                  </a:lnTo>
                  <a:lnTo>
                    <a:pt x="118" y="373"/>
                  </a:lnTo>
                  <a:lnTo>
                    <a:pt x="138" y="350"/>
                  </a:lnTo>
                  <a:lnTo>
                    <a:pt x="157" y="327"/>
                  </a:lnTo>
                  <a:lnTo>
                    <a:pt x="175" y="299"/>
                  </a:lnTo>
                  <a:lnTo>
                    <a:pt x="190" y="268"/>
                  </a:lnTo>
                  <a:lnTo>
                    <a:pt x="205" y="236"/>
                  </a:lnTo>
                  <a:lnTo>
                    <a:pt x="216" y="202"/>
                  </a:lnTo>
                  <a:lnTo>
                    <a:pt x="227" y="164"/>
                  </a:lnTo>
                  <a:lnTo>
                    <a:pt x="235" y="125"/>
                  </a:lnTo>
                  <a:lnTo>
                    <a:pt x="241" y="86"/>
                  </a:lnTo>
                  <a:lnTo>
                    <a:pt x="244" y="42"/>
                  </a:lnTo>
                  <a:lnTo>
                    <a:pt x="246" y="0"/>
                  </a:lnTo>
                  <a:lnTo>
                    <a:pt x="234" y="0"/>
                  </a:lnTo>
                  <a:lnTo>
                    <a:pt x="233" y="42"/>
                  </a:lnTo>
                  <a:lnTo>
                    <a:pt x="229" y="83"/>
                  </a:lnTo>
                  <a:lnTo>
                    <a:pt x="223" y="123"/>
                  </a:lnTo>
                  <a:lnTo>
                    <a:pt x="215" y="162"/>
                  </a:lnTo>
                  <a:lnTo>
                    <a:pt x="205" y="197"/>
                  </a:lnTo>
                  <a:lnTo>
                    <a:pt x="193" y="231"/>
                  </a:lnTo>
                  <a:lnTo>
                    <a:pt x="179" y="264"/>
                  </a:lnTo>
                  <a:lnTo>
                    <a:pt x="164" y="292"/>
                  </a:lnTo>
                  <a:lnTo>
                    <a:pt x="147" y="320"/>
                  </a:lnTo>
                  <a:lnTo>
                    <a:pt x="128" y="343"/>
                  </a:lnTo>
                  <a:lnTo>
                    <a:pt x="108" y="363"/>
                  </a:lnTo>
                  <a:lnTo>
                    <a:pt x="89" y="382"/>
                  </a:lnTo>
                  <a:lnTo>
                    <a:pt x="67" y="395"/>
                  </a:lnTo>
                  <a:lnTo>
                    <a:pt x="45" y="406"/>
                  </a:lnTo>
                  <a:lnTo>
                    <a:pt x="23" y="411"/>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13043" name="Freeform 61"/>
            <p:cNvSpPr>
              <a:spLocks/>
            </p:cNvSpPr>
            <p:nvPr/>
          </p:nvSpPr>
          <p:spPr bwMode="auto">
            <a:xfrm>
              <a:off x="1091" y="2172"/>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4" y="86"/>
                  </a:lnTo>
                  <a:lnTo>
                    <a:pt x="10" y="125"/>
                  </a:lnTo>
                  <a:lnTo>
                    <a:pt x="18" y="164"/>
                  </a:lnTo>
                  <a:lnTo>
                    <a:pt x="29" y="202"/>
                  </a:lnTo>
                  <a:lnTo>
                    <a:pt x="41" y="236"/>
                  </a:lnTo>
                  <a:lnTo>
                    <a:pt x="55" y="268"/>
                  </a:lnTo>
                  <a:lnTo>
                    <a:pt x="70" y="299"/>
                  </a:lnTo>
                  <a:lnTo>
                    <a:pt x="89" y="327"/>
                  </a:lnTo>
                  <a:lnTo>
                    <a:pt x="106" y="350"/>
                  </a:lnTo>
                  <a:lnTo>
                    <a:pt x="126" y="373"/>
                  </a:lnTo>
                  <a:lnTo>
                    <a:pt x="148" y="392"/>
                  </a:lnTo>
                  <a:lnTo>
                    <a:pt x="171" y="407"/>
                  </a:lnTo>
                  <a:lnTo>
                    <a:pt x="194" y="417"/>
                  </a:lnTo>
                  <a:lnTo>
                    <a:pt x="219" y="423"/>
                  </a:lnTo>
                  <a:lnTo>
                    <a:pt x="245" y="426"/>
                  </a:lnTo>
                  <a:lnTo>
                    <a:pt x="245" y="414"/>
                  </a:lnTo>
                  <a:lnTo>
                    <a:pt x="221" y="411"/>
                  </a:lnTo>
                  <a:lnTo>
                    <a:pt x="199" y="406"/>
                  </a:lnTo>
                  <a:lnTo>
                    <a:pt x="178" y="395"/>
                  </a:lnTo>
                  <a:lnTo>
                    <a:pt x="155" y="382"/>
                  </a:lnTo>
                  <a:lnTo>
                    <a:pt x="136" y="363"/>
                  </a:lnTo>
                  <a:lnTo>
                    <a:pt x="116" y="343"/>
                  </a:lnTo>
                  <a:lnTo>
                    <a:pt x="98" y="320"/>
                  </a:lnTo>
                  <a:lnTo>
                    <a:pt x="82" y="292"/>
                  </a:lnTo>
                  <a:lnTo>
                    <a:pt x="66" y="264"/>
                  </a:lnTo>
                  <a:lnTo>
                    <a:pt x="52" y="231"/>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13044" name="Freeform 62"/>
            <p:cNvSpPr>
              <a:spLocks/>
            </p:cNvSpPr>
            <p:nvPr/>
          </p:nvSpPr>
          <p:spPr bwMode="auto">
            <a:xfrm>
              <a:off x="1091" y="2087"/>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4" y="8"/>
                  </a:lnTo>
                  <a:lnTo>
                    <a:pt x="171" y="18"/>
                  </a:lnTo>
                  <a:lnTo>
                    <a:pt x="148" y="34"/>
                  </a:lnTo>
                  <a:lnTo>
                    <a:pt x="126" y="51"/>
                  </a:lnTo>
                  <a:lnTo>
                    <a:pt x="106" y="73"/>
                  </a:lnTo>
                  <a:lnTo>
                    <a:pt x="89" y="98"/>
                  </a:lnTo>
                  <a:lnTo>
                    <a:pt x="71" y="125"/>
                  </a:lnTo>
                  <a:lnTo>
                    <a:pt x="55" y="155"/>
                  </a:lnTo>
                  <a:lnTo>
                    <a:pt x="41" y="188"/>
                  </a:lnTo>
                  <a:lnTo>
                    <a:pt x="29" y="222"/>
                  </a:lnTo>
                  <a:lnTo>
                    <a:pt x="18" y="261"/>
                  </a:lnTo>
                  <a:lnTo>
                    <a:pt x="10" y="298"/>
                  </a:lnTo>
                  <a:lnTo>
                    <a:pt x="4" y="338"/>
                  </a:lnTo>
                  <a:lnTo>
                    <a:pt x="1" y="382"/>
                  </a:lnTo>
                  <a:lnTo>
                    <a:pt x="0" y="424"/>
                  </a:lnTo>
                  <a:lnTo>
                    <a:pt x="11" y="424"/>
                  </a:lnTo>
                  <a:lnTo>
                    <a:pt x="13" y="382"/>
                  </a:lnTo>
                  <a:lnTo>
                    <a:pt x="16" y="341"/>
                  </a:lnTo>
                  <a:lnTo>
                    <a:pt x="22" y="301"/>
                  </a:lnTo>
                  <a:lnTo>
                    <a:pt x="30" y="263"/>
                  </a:lnTo>
                  <a:lnTo>
                    <a:pt x="41" y="227"/>
                  </a:lnTo>
                  <a:lnTo>
                    <a:pt x="52" y="193"/>
                  </a:lnTo>
                  <a:lnTo>
                    <a:pt x="66" y="160"/>
                  </a:lnTo>
                  <a:lnTo>
                    <a:pt x="80" y="132"/>
                  </a:lnTo>
                  <a:lnTo>
                    <a:pt x="98" y="105"/>
                  </a:lnTo>
                  <a:lnTo>
                    <a:pt x="116" y="80"/>
                  </a:lnTo>
                  <a:lnTo>
                    <a:pt x="136" y="60"/>
                  </a:lnTo>
                  <a:lnTo>
                    <a:pt x="155" y="43"/>
                  </a:lnTo>
                  <a:lnTo>
                    <a:pt x="178" y="30"/>
                  </a:lnTo>
                  <a:lnTo>
                    <a:pt x="199" y="19"/>
                  </a:lnTo>
                  <a:lnTo>
                    <a:pt x="221" y="14"/>
                  </a:lnTo>
                  <a:lnTo>
                    <a:pt x="245" y="11"/>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13045" name="Freeform 63"/>
            <p:cNvSpPr>
              <a:spLocks/>
            </p:cNvSpPr>
            <p:nvPr/>
          </p:nvSpPr>
          <p:spPr bwMode="auto">
            <a:xfrm>
              <a:off x="1392" y="2118"/>
              <a:ext cx="49" cy="85"/>
            </a:xfrm>
            <a:custGeom>
              <a:avLst/>
              <a:gdLst>
                <a:gd name="T0" fmla="*/ 2 w 246"/>
                <a:gd name="T1" fmla="*/ 3 h 426"/>
                <a:gd name="T2" fmla="*/ 2 w 246"/>
                <a:gd name="T3" fmla="*/ 3 h 426"/>
                <a:gd name="T4" fmla="*/ 2 w 246"/>
                <a:gd name="T5" fmla="*/ 3 h 426"/>
                <a:gd name="T6" fmla="*/ 2 w 246"/>
                <a:gd name="T7" fmla="*/ 3 h 426"/>
                <a:gd name="T8" fmla="*/ 2 w 246"/>
                <a:gd name="T9" fmla="*/ 2 h 426"/>
                <a:gd name="T10" fmla="*/ 2 w 246"/>
                <a:gd name="T11" fmla="*/ 2 h 426"/>
                <a:gd name="T12" fmla="*/ 2 w 246"/>
                <a:gd name="T13" fmla="*/ 2 h 426"/>
                <a:gd name="T14" fmla="*/ 2 w 246"/>
                <a:gd name="T15" fmla="*/ 2 h 426"/>
                <a:gd name="T16" fmla="*/ 2 w 246"/>
                <a:gd name="T17" fmla="*/ 1 h 426"/>
                <a:gd name="T18" fmla="*/ 1 w 246"/>
                <a:gd name="T19" fmla="*/ 1 h 426"/>
                <a:gd name="T20" fmla="*/ 1 w 246"/>
                <a:gd name="T21" fmla="*/ 1 h 426"/>
                <a:gd name="T22" fmla="*/ 1 w 246"/>
                <a:gd name="T23" fmla="*/ 1 h 426"/>
                <a:gd name="T24" fmla="*/ 1 w 246"/>
                <a:gd name="T25" fmla="*/ 0 h 426"/>
                <a:gd name="T26" fmla="*/ 1 w 246"/>
                <a:gd name="T27" fmla="*/ 0 h 426"/>
                <a:gd name="T28" fmla="*/ 1 w 246"/>
                <a:gd name="T29" fmla="*/ 0 h 426"/>
                <a:gd name="T30" fmla="*/ 0 w 246"/>
                <a:gd name="T31" fmla="*/ 0 h 426"/>
                <a:gd name="T32" fmla="*/ 0 w 246"/>
                <a:gd name="T33" fmla="*/ 0 h 426"/>
                <a:gd name="T34" fmla="*/ 0 w 246"/>
                <a:gd name="T35" fmla="*/ 0 h 426"/>
                <a:gd name="T36" fmla="*/ 0 w 246"/>
                <a:gd name="T37" fmla="*/ 0 h 426"/>
                <a:gd name="T38" fmla="*/ 0 w 246"/>
                <a:gd name="T39" fmla="*/ 0 h 426"/>
                <a:gd name="T40" fmla="*/ 0 w 246"/>
                <a:gd name="T41" fmla="*/ 0 h 426"/>
                <a:gd name="T42" fmla="*/ 1 w 246"/>
                <a:gd name="T43" fmla="*/ 0 h 426"/>
                <a:gd name="T44" fmla="*/ 1 w 246"/>
                <a:gd name="T45" fmla="*/ 0 h 426"/>
                <a:gd name="T46" fmla="*/ 1 w 246"/>
                <a:gd name="T47" fmla="*/ 1 h 426"/>
                <a:gd name="T48" fmla="*/ 1 w 246"/>
                <a:gd name="T49" fmla="*/ 1 h 426"/>
                <a:gd name="T50" fmla="*/ 1 w 246"/>
                <a:gd name="T51" fmla="*/ 1 h 426"/>
                <a:gd name="T52" fmla="*/ 1 w 246"/>
                <a:gd name="T53" fmla="*/ 1 h 426"/>
                <a:gd name="T54" fmla="*/ 1 w 246"/>
                <a:gd name="T55" fmla="*/ 1 h 426"/>
                <a:gd name="T56" fmla="*/ 2 w 246"/>
                <a:gd name="T57" fmla="*/ 2 h 426"/>
                <a:gd name="T58" fmla="*/ 2 w 246"/>
                <a:gd name="T59" fmla="*/ 2 h 426"/>
                <a:gd name="T60" fmla="*/ 2 w 246"/>
                <a:gd name="T61" fmla="*/ 2 h 426"/>
                <a:gd name="T62" fmla="*/ 2 w 246"/>
                <a:gd name="T63" fmla="*/ 2 h 426"/>
                <a:gd name="T64" fmla="*/ 2 w 246"/>
                <a:gd name="T65" fmla="*/ 3 h 426"/>
                <a:gd name="T66" fmla="*/ 2 w 246"/>
                <a:gd name="T67" fmla="*/ 3 h 426"/>
                <a:gd name="T68" fmla="*/ 2 w 246"/>
                <a:gd name="T69" fmla="*/ 3 h 426"/>
                <a:gd name="T70" fmla="*/ 2 w 246"/>
                <a:gd name="T71" fmla="*/ 3 h 426"/>
                <a:gd name="T72" fmla="*/ 2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246" y="426"/>
                  </a:moveTo>
                  <a:lnTo>
                    <a:pt x="246" y="426"/>
                  </a:lnTo>
                  <a:lnTo>
                    <a:pt x="245" y="384"/>
                  </a:lnTo>
                  <a:lnTo>
                    <a:pt x="242" y="340"/>
                  </a:lnTo>
                  <a:lnTo>
                    <a:pt x="236" y="301"/>
                  </a:lnTo>
                  <a:lnTo>
                    <a:pt x="228" y="262"/>
                  </a:lnTo>
                  <a:lnTo>
                    <a:pt x="217" y="224"/>
                  </a:lnTo>
                  <a:lnTo>
                    <a:pt x="205" y="190"/>
                  </a:lnTo>
                  <a:lnTo>
                    <a:pt x="191" y="158"/>
                  </a:lnTo>
                  <a:lnTo>
                    <a:pt x="176" y="126"/>
                  </a:lnTo>
                  <a:lnTo>
                    <a:pt x="157" y="99"/>
                  </a:lnTo>
                  <a:lnTo>
                    <a:pt x="139" y="75"/>
                  </a:lnTo>
                  <a:lnTo>
                    <a:pt x="119" y="53"/>
                  </a:lnTo>
                  <a:lnTo>
                    <a:pt x="96" y="34"/>
                  </a:lnTo>
                  <a:lnTo>
                    <a:pt x="75" y="19"/>
                  </a:lnTo>
                  <a:lnTo>
                    <a:pt x="51" y="9"/>
                  </a:lnTo>
                  <a:lnTo>
                    <a:pt x="26" y="3"/>
                  </a:lnTo>
                  <a:lnTo>
                    <a:pt x="0" y="0"/>
                  </a:lnTo>
                  <a:lnTo>
                    <a:pt x="0" y="12"/>
                  </a:lnTo>
                  <a:lnTo>
                    <a:pt x="24" y="15"/>
                  </a:lnTo>
                  <a:lnTo>
                    <a:pt x="46" y="20"/>
                  </a:lnTo>
                  <a:lnTo>
                    <a:pt x="68" y="31"/>
                  </a:lnTo>
                  <a:lnTo>
                    <a:pt x="89" y="44"/>
                  </a:lnTo>
                  <a:lnTo>
                    <a:pt x="109" y="63"/>
                  </a:lnTo>
                  <a:lnTo>
                    <a:pt x="129" y="83"/>
                  </a:lnTo>
                  <a:lnTo>
                    <a:pt x="148" y="106"/>
                  </a:lnTo>
                  <a:lnTo>
                    <a:pt x="164" y="133"/>
                  </a:lnTo>
                  <a:lnTo>
                    <a:pt x="180" y="162"/>
                  </a:lnTo>
                  <a:lnTo>
                    <a:pt x="194" y="195"/>
                  </a:lnTo>
                  <a:lnTo>
                    <a:pt x="205" y="229"/>
                  </a:lnTo>
                  <a:lnTo>
                    <a:pt x="216" y="264"/>
                  </a:lnTo>
                  <a:lnTo>
                    <a:pt x="224" y="303"/>
                  </a:lnTo>
                  <a:lnTo>
                    <a:pt x="230" y="343"/>
                  </a:lnTo>
                  <a:lnTo>
                    <a:pt x="233" y="384"/>
                  </a:lnTo>
                  <a:lnTo>
                    <a:pt x="235" y="426"/>
                  </a:lnTo>
                  <a:lnTo>
                    <a:pt x="246"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13046" name="Freeform 64"/>
            <p:cNvSpPr>
              <a:spLocks/>
            </p:cNvSpPr>
            <p:nvPr/>
          </p:nvSpPr>
          <p:spPr bwMode="auto">
            <a:xfrm>
              <a:off x="1392" y="2203"/>
              <a:ext cx="49" cy="85"/>
            </a:xfrm>
            <a:custGeom>
              <a:avLst/>
              <a:gdLst>
                <a:gd name="T0" fmla="*/ 0 w 246"/>
                <a:gd name="T1" fmla="*/ 3 h 424"/>
                <a:gd name="T2" fmla="*/ 0 w 246"/>
                <a:gd name="T3" fmla="*/ 3 h 424"/>
                <a:gd name="T4" fmla="*/ 0 w 246"/>
                <a:gd name="T5" fmla="*/ 3 h 424"/>
                <a:gd name="T6" fmla="*/ 0 w 246"/>
                <a:gd name="T7" fmla="*/ 3 h 424"/>
                <a:gd name="T8" fmla="*/ 1 w 246"/>
                <a:gd name="T9" fmla="*/ 3 h 424"/>
                <a:gd name="T10" fmla="*/ 1 w 246"/>
                <a:gd name="T11" fmla="*/ 3 h 424"/>
                <a:gd name="T12" fmla="*/ 1 w 246"/>
                <a:gd name="T13" fmla="*/ 3 h 424"/>
                <a:gd name="T14" fmla="*/ 1 w 246"/>
                <a:gd name="T15" fmla="*/ 3 h 424"/>
                <a:gd name="T16" fmla="*/ 1 w 246"/>
                <a:gd name="T17" fmla="*/ 3 h 424"/>
                <a:gd name="T18" fmla="*/ 1 w 246"/>
                <a:gd name="T19" fmla="*/ 2 h 424"/>
                <a:gd name="T20" fmla="*/ 2 w 246"/>
                <a:gd name="T21" fmla="*/ 2 h 424"/>
                <a:gd name="T22" fmla="*/ 2 w 246"/>
                <a:gd name="T23" fmla="*/ 2 h 424"/>
                <a:gd name="T24" fmla="*/ 2 w 246"/>
                <a:gd name="T25" fmla="*/ 2 h 424"/>
                <a:gd name="T26" fmla="*/ 2 w 246"/>
                <a:gd name="T27" fmla="*/ 1 h 424"/>
                <a:gd name="T28" fmla="*/ 2 w 246"/>
                <a:gd name="T29" fmla="*/ 1 h 424"/>
                <a:gd name="T30" fmla="*/ 2 w 246"/>
                <a:gd name="T31" fmla="*/ 1 h 424"/>
                <a:gd name="T32" fmla="*/ 2 w 246"/>
                <a:gd name="T33" fmla="*/ 0 h 424"/>
                <a:gd name="T34" fmla="*/ 2 w 246"/>
                <a:gd name="T35" fmla="*/ 0 h 424"/>
                <a:gd name="T36" fmla="*/ 2 w 246"/>
                <a:gd name="T37" fmla="*/ 0 h 424"/>
                <a:gd name="T38" fmla="*/ 2 w 246"/>
                <a:gd name="T39" fmla="*/ 0 h 424"/>
                <a:gd name="T40" fmla="*/ 2 w 246"/>
                <a:gd name="T41" fmla="*/ 1 h 424"/>
                <a:gd name="T42" fmla="*/ 2 w 246"/>
                <a:gd name="T43" fmla="*/ 1 h 424"/>
                <a:gd name="T44" fmla="*/ 2 w 246"/>
                <a:gd name="T45" fmla="*/ 1 h 424"/>
                <a:gd name="T46" fmla="*/ 2 w 246"/>
                <a:gd name="T47" fmla="*/ 2 h 424"/>
                <a:gd name="T48" fmla="*/ 2 w 246"/>
                <a:gd name="T49" fmla="*/ 2 h 424"/>
                <a:gd name="T50" fmla="*/ 1 w 246"/>
                <a:gd name="T51" fmla="*/ 2 h 424"/>
                <a:gd name="T52" fmla="*/ 1 w 246"/>
                <a:gd name="T53" fmla="*/ 2 h 424"/>
                <a:gd name="T54" fmla="*/ 1 w 246"/>
                <a:gd name="T55" fmla="*/ 3 h 424"/>
                <a:gd name="T56" fmla="*/ 1 w 246"/>
                <a:gd name="T57" fmla="*/ 3 h 424"/>
                <a:gd name="T58" fmla="*/ 1 w 246"/>
                <a:gd name="T59" fmla="*/ 3 h 424"/>
                <a:gd name="T60" fmla="*/ 1 w 246"/>
                <a:gd name="T61" fmla="*/ 3 h 424"/>
                <a:gd name="T62" fmla="*/ 1 w 246"/>
                <a:gd name="T63" fmla="*/ 3 h 424"/>
                <a:gd name="T64" fmla="*/ 0 w 246"/>
                <a:gd name="T65" fmla="*/ 3 h 424"/>
                <a:gd name="T66" fmla="*/ 0 w 246"/>
                <a:gd name="T67" fmla="*/ 3 h 424"/>
                <a:gd name="T68" fmla="*/ 0 w 246"/>
                <a:gd name="T69" fmla="*/ 3 h 424"/>
                <a:gd name="T70" fmla="*/ 0 w 246"/>
                <a:gd name="T71" fmla="*/ 3 h 424"/>
                <a:gd name="T72" fmla="*/ 0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0" y="424"/>
                  </a:moveTo>
                  <a:lnTo>
                    <a:pt x="0" y="424"/>
                  </a:lnTo>
                  <a:lnTo>
                    <a:pt x="26" y="422"/>
                  </a:lnTo>
                  <a:lnTo>
                    <a:pt x="51" y="416"/>
                  </a:lnTo>
                  <a:lnTo>
                    <a:pt x="75" y="406"/>
                  </a:lnTo>
                  <a:lnTo>
                    <a:pt x="96" y="390"/>
                  </a:lnTo>
                  <a:lnTo>
                    <a:pt x="119" y="373"/>
                  </a:lnTo>
                  <a:lnTo>
                    <a:pt x="139" y="351"/>
                  </a:lnTo>
                  <a:lnTo>
                    <a:pt x="157" y="326"/>
                  </a:lnTo>
                  <a:lnTo>
                    <a:pt x="175" y="299"/>
                  </a:lnTo>
                  <a:lnTo>
                    <a:pt x="191" y="269"/>
                  </a:lnTo>
                  <a:lnTo>
                    <a:pt x="205" y="236"/>
                  </a:lnTo>
                  <a:lnTo>
                    <a:pt x="217" y="202"/>
                  </a:lnTo>
                  <a:lnTo>
                    <a:pt x="228" y="163"/>
                  </a:lnTo>
                  <a:lnTo>
                    <a:pt x="236" y="125"/>
                  </a:lnTo>
                  <a:lnTo>
                    <a:pt x="242" y="86"/>
                  </a:lnTo>
                  <a:lnTo>
                    <a:pt x="245" y="42"/>
                  </a:lnTo>
                  <a:lnTo>
                    <a:pt x="246" y="0"/>
                  </a:lnTo>
                  <a:lnTo>
                    <a:pt x="235" y="0"/>
                  </a:lnTo>
                  <a:lnTo>
                    <a:pt x="233" y="42"/>
                  </a:lnTo>
                  <a:lnTo>
                    <a:pt x="230" y="83"/>
                  </a:lnTo>
                  <a:lnTo>
                    <a:pt x="224" y="123"/>
                  </a:lnTo>
                  <a:lnTo>
                    <a:pt x="216" y="161"/>
                  </a:lnTo>
                  <a:lnTo>
                    <a:pt x="205" y="197"/>
                  </a:lnTo>
                  <a:lnTo>
                    <a:pt x="194" y="231"/>
                  </a:lnTo>
                  <a:lnTo>
                    <a:pt x="180" y="264"/>
                  </a:lnTo>
                  <a:lnTo>
                    <a:pt x="166" y="292"/>
                  </a:lnTo>
                  <a:lnTo>
                    <a:pt x="148" y="319"/>
                  </a:lnTo>
                  <a:lnTo>
                    <a:pt x="129" y="344"/>
                  </a:lnTo>
                  <a:lnTo>
                    <a:pt x="109" y="364"/>
                  </a:lnTo>
                  <a:lnTo>
                    <a:pt x="89" y="381"/>
                  </a:lnTo>
                  <a:lnTo>
                    <a:pt x="68" y="394"/>
                  </a:lnTo>
                  <a:lnTo>
                    <a:pt x="46" y="405"/>
                  </a:lnTo>
                  <a:lnTo>
                    <a:pt x="24" y="410"/>
                  </a:lnTo>
                  <a:lnTo>
                    <a:pt x="0" y="413"/>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13047" name="Freeform 65"/>
            <p:cNvSpPr>
              <a:spLocks/>
            </p:cNvSpPr>
            <p:nvPr/>
          </p:nvSpPr>
          <p:spPr bwMode="auto">
            <a:xfrm>
              <a:off x="1343" y="2203"/>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2" y="42"/>
                  </a:lnTo>
                  <a:lnTo>
                    <a:pt x="5" y="86"/>
                  </a:lnTo>
                  <a:lnTo>
                    <a:pt x="11" y="125"/>
                  </a:lnTo>
                  <a:lnTo>
                    <a:pt x="19" y="163"/>
                  </a:lnTo>
                  <a:lnTo>
                    <a:pt x="30" y="202"/>
                  </a:lnTo>
                  <a:lnTo>
                    <a:pt x="41" y="236"/>
                  </a:lnTo>
                  <a:lnTo>
                    <a:pt x="56" y="269"/>
                  </a:lnTo>
                  <a:lnTo>
                    <a:pt x="72" y="299"/>
                  </a:lnTo>
                  <a:lnTo>
                    <a:pt x="90" y="326"/>
                  </a:lnTo>
                  <a:lnTo>
                    <a:pt x="108" y="351"/>
                  </a:lnTo>
                  <a:lnTo>
                    <a:pt x="127" y="373"/>
                  </a:lnTo>
                  <a:lnTo>
                    <a:pt x="149" y="390"/>
                  </a:lnTo>
                  <a:lnTo>
                    <a:pt x="172" y="406"/>
                  </a:lnTo>
                  <a:lnTo>
                    <a:pt x="195" y="416"/>
                  </a:lnTo>
                  <a:lnTo>
                    <a:pt x="220" y="422"/>
                  </a:lnTo>
                  <a:lnTo>
                    <a:pt x="245" y="424"/>
                  </a:lnTo>
                  <a:lnTo>
                    <a:pt x="245" y="413"/>
                  </a:lnTo>
                  <a:lnTo>
                    <a:pt x="222" y="410"/>
                  </a:lnTo>
                  <a:lnTo>
                    <a:pt x="200" y="405"/>
                  </a:lnTo>
                  <a:lnTo>
                    <a:pt x="179" y="394"/>
                  </a:lnTo>
                  <a:lnTo>
                    <a:pt x="156" y="381"/>
                  </a:lnTo>
                  <a:lnTo>
                    <a:pt x="136" y="364"/>
                  </a:lnTo>
                  <a:lnTo>
                    <a:pt x="118" y="344"/>
                  </a:lnTo>
                  <a:lnTo>
                    <a:pt x="99" y="319"/>
                  </a:lnTo>
                  <a:lnTo>
                    <a:pt x="81" y="292"/>
                  </a:lnTo>
                  <a:lnTo>
                    <a:pt x="67" y="264"/>
                  </a:lnTo>
                  <a:lnTo>
                    <a:pt x="53" y="231"/>
                  </a:lnTo>
                  <a:lnTo>
                    <a:pt x="41" y="197"/>
                  </a:lnTo>
                  <a:lnTo>
                    <a:pt x="31" y="161"/>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13048" name="Freeform 66"/>
            <p:cNvSpPr>
              <a:spLocks/>
            </p:cNvSpPr>
            <p:nvPr/>
          </p:nvSpPr>
          <p:spPr bwMode="auto">
            <a:xfrm>
              <a:off x="1343" y="2118"/>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1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20" y="3"/>
                  </a:lnTo>
                  <a:lnTo>
                    <a:pt x="195" y="9"/>
                  </a:lnTo>
                  <a:lnTo>
                    <a:pt x="172" y="19"/>
                  </a:lnTo>
                  <a:lnTo>
                    <a:pt x="149" y="34"/>
                  </a:lnTo>
                  <a:lnTo>
                    <a:pt x="127" y="53"/>
                  </a:lnTo>
                  <a:lnTo>
                    <a:pt x="108" y="75"/>
                  </a:lnTo>
                  <a:lnTo>
                    <a:pt x="90" y="99"/>
                  </a:lnTo>
                  <a:lnTo>
                    <a:pt x="71" y="126"/>
                  </a:lnTo>
                  <a:lnTo>
                    <a:pt x="56" y="158"/>
                  </a:lnTo>
                  <a:lnTo>
                    <a:pt x="41" y="190"/>
                  </a:lnTo>
                  <a:lnTo>
                    <a:pt x="30" y="224"/>
                  </a:lnTo>
                  <a:lnTo>
                    <a:pt x="19" y="262"/>
                  </a:lnTo>
                  <a:lnTo>
                    <a:pt x="11" y="301"/>
                  </a:lnTo>
                  <a:lnTo>
                    <a:pt x="5" y="340"/>
                  </a:lnTo>
                  <a:lnTo>
                    <a:pt x="2" y="384"/>
                  </a:lnTo>
                  <a:lnTo>
                    <a:pt x="0" y="426"/>
                  </a:lnTo>
                  <a:lnTo>
                    <a:pt x="12" y="426"/>
                  </a:lnTo>
                  <a:lnTo>
                    <a:pt x="13" y="384"/>
                  </a:lnTo>
                  <a:lnTo>
                    <a:pt x="17" y="343"/>
                  </a:lnTo>
                  <a:lnTo>
                    <a:pt x="23" y="303"/>
                  </a:lnTo>
                  <a:lnTo>
                    <a:pt x="31" y="264"/>
                  </a:lnTo>
                  <a:lnTo>
                    <a:pt x="41" y="229"/>
                  </a:lnTo>
                  <a:lnTo>
                    <a:pt x="53" y="195"/>
                  </a:lnTo>
                  <a:lnTo>
                    <a:pt x="67" y="162"/>
                  </a:lnTo>
                  <a:lnTo>
                    <a:pt x="82" y="133"/>
                  </a:lnTo>
                  <a:lnTo>
                    <a:pt x="99" y="106"/>
                  </a:lnTo>
                  <a:lnTo>
                    <a:pt x="118" y="83"/>
                  </a:lnTo>
                  <a:lnTo>
                    <a:pt x="136" y="63"/>
                  </a:lnTo>
                  <a:lnTo>
                    <a:pt x="156" y="44"/>
                  </a:lnTo>
                  <a:lnTo>
                    <a:pt x="179" y="31"/>
                  </a:lnTo>
                  <a:lnTo>
                    <a:pt x="200" y="20"/>
                  </a:lnTo>
                  <a:lnTo>
                    <a:pt x="222" y="15"/>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13049" name="Freeform 67"/>
            <p:cNvSpPr>
              <a:spLocks/>
            </p:cNvSpPr>
            <p:nvPr/>
          </p:nvSpPr>
          <p:spPr bwMode="auto">
            <a:xfrm>
              <a:off x="1384" y="1859"/>
              <a:ext cx="49" cy="84"/>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1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3" y="382"/>
                  </a:lnTo>
                  <a:lnTo>
                    <a:pt x="240" y="339"/>
                  </a:lnTo>
                  <a:lnTo>
                    <a:pt x="234" y="299"/>
                  </a:lnTo>
                  <a:lnTo>
                    <a:pt x="226" y="261"/>
                  </a:lnTo>
                  <a:lnTo>
                    <a:pt x="215" y="222"/>
                  </a:lnTo>
                  <a:lnTo>
                    <a:pt x="204" y="188"/>
                  </a:lnTo>
                  <a:lnTo>
                    <a:pt x="189" y="156"/>
                  </a:lnTo>
                  <a:lnTo>
                    <a:pt x="173" y="125"/>
                  </a:lnTo>
                  <a:lnTo>
                    <a:pt x="155" y="98"/>
                  </a:lnTo>
                  <a:lnTo>
                    <a:pt x="138" y="74"/>
                  </a:lnTo>
                  <a:lnTo>
                    <a:pt x="118" y="51"/>
                  </a:lnTo>
                  <a:lnTo>
                    <a:pt x="96" y="34"/>
                  </a:lnTo>
                  <a:lnTo>
                    <a:pt x="73" y="18"/>
                  </a:lnTo>
                  <a:lnTo>
                    <a:pt x="50" y="8"/>
                  </a:lnTo>
                  <a:lnTo>
                    <a:pt x="25" y="2"/>
                  </a:lnTo>
                  <a:lnTo>
                    <a:pt x="0" y="0"/>
                  </a:lnTo>
                  <a:lnTo>
                    <a:pt x="0" y="11"/>
                  </a:lnTo>
                  <a:lnTo>
                    <a:pt x="23" y="14"/>
                  </a:lnTo>
                  <a:lnTo>
                    <a:pt x="45" y="20"/>
                  </a:lnTo>
                  <a:lnTo>
                    <a:pt x="66" y="30"/>
                  </a:lnTo>
                  <a:lnTo>
                    <a:pt x="89" y="43"/>
                  </a:lnTo>
                  <a:lnTo>
                    <a:pt x="109" y="61"/>
                  </a:lnTo>
                  <a:lnTo>
                    <a:pt x="129" y="81"/>
                  </a:lnTo>
                  <a:lnTo>
                    <a:pt x="146" y="105"/>
                  </a:lnTo>
                  <a:lnTo>
                    <a:pt x="164" y="132"/>
                  </a:lnTo>
                  <a:lnTo>
                    <a:pt x="178" y="160"/>
                  </a:lnTo>
                  <a:lnTo>
                    <a:pt x="192" y="193"/>
                  </a:lnTo>
                  <a:lnTo>
                    <a:pt x="204" y="227"/>
                  </a:lnTo>
                  <a:lnTo>
                    <a:pt x="214" y="264"/>
                  </a:lnTo>
                  <a:lnTo>
                    <a:pt x="222" y="301"/>
                  </a:lnTo>
                  <a:lnTo>
                    <a:pt x="228"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13050" name="Freeform 68"/>
            <p:cNvSpPr>
              <a:spLocks/>
            </p:cNvSpPr>
            <p:nvPr/>
          </p:nvSpPr>
          <p:spPr bwMode="auto">
            <a:xfrm>
              <a:off x="1384" y="1943"/>
              <a:ext cx="49" cy="86"/>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5" y="423"/>
                  </a:lnTo>
                  <a:lnTo>
                    <a:pt x="50" y="418"/>
                  </a:lnTo>
                  <a:lnTo>
                    <a:pt x="73" y="407"/>
                  </a:lnTo>
                  <a:lnTo>
                    <a:pt x="96" y="392"/>
                  </a:lnTo>
                  <a:lnTo>
                    <a:pt x="118" y="374"/>
                  </a:lnTo>
                  <a:lnTo>
                    <a:pt x="138" y="352"/>
                  </a:lnTo>
                  <a:lnTo>
                    <a:pt x="155" y="327"/>
                  </a:lnTo>
                  <a:lnTo>
                    <a:pt x="174" y="300"/>
                  </a:lnTo>
                  <a:lnTo>
                    <a:pt x="189" y="269"/>
                  </a:lnTo>
                  <a:lnTo>
                    <a:pt x="204" y="237"/>
                  </a:lnTo>
                  <a:lnTo>
                    <a:pt x="215" y="202"/>
                  </a:lnTo>
                  <a:lnTo>
                    <a:pt x="226" y="164"/>
                  </a:lnTo>
                  <a:lnTo>
                    <a:pt x="234" y="126"/>
                  </a:lnTo>
                  <a:lnTo>
                    <a:pt x="240" y="86"/>
                  </a:lnTo>
                  <a:lnTo>
                    <a:pt x="243" y="42"/>
                  </a:lnTo>
                  <a:lnTo>
                    <a:pt x="245" y="0"/>
                  </a:lnTo>
                  <a:lnTo>
                    <a:pt x="233" y="0"/>
                  </a:lnTo>
                  <a:lnTo>
                    <a:pt x="232" y="42"/>
                  </a:lnTo>
                  <a:lnTo>
                    <a:pt x="228" y="83"/>
                  </a:lnTo>
                  <a:lnTo>
                    <a:pt x="222" y="123"/>
                  </a:lnTo>
                  <a:lnTo>
                    <a:pt x="214" y="162"/>
                  </a:lnTo>
                  <a:lnTo>
                    <a:pt x="204" y="197"/>
                  </a:lnTo>
                  <a:lnTo>
                    <a:pt x="192" y="232"/>
                  </a:lnTo>
                  <a:lnTo>
                    <a:pt x="178" y="264"/>
                  </a:lnTo>
                  <a:lnTo>
                    <a:pt x="163" y="293"/>
                  </a:lnTo>
                  <a:lnTo>
                    <a:pt x="146" y="320"/>
                  </a:lnTo>
                  <a:lnTo>
                    <a:pt x="129" y="345"/>
                  </a:lnTo>
                  <a:lnTo>
                    <a:pt x="109" y="365"/>
                  </a:lnTo>
                  <a:lnTo>
                    <a:pt x="89" y="382"/>
                  </a:lnTo>
                  <a:lnTo>
                    <a:pt x="66" y="395"/>
                  </a:lnTo>
                  <a:lnTo>
                    <a:pt x="45" y="406"/>
                  </a:lnTo>
                  <a:lnTo>
                    <a:pt x="23"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13051" name="Freeform 69"/>
            <p:cNvSpPr>
              <a:spLocks/>
            </p:cNvSpPr>
            <p:nvPr/>
          </p:nvSpPr>
          <p:spPr bwMode="auto">
            <a:xfrm>
              <a:off x="1335" y="1943"/>
              <a:ext cx="49" cy="86"/>
            </a:xfrm>
            <a:custGeom>
              <a:avLst/>
              <a:gdLst>
                <a:gd name="T0" fmla="*/ 0 w 246"/>
                <a:gd name="T1" fmla="*/ 0 h 426"/>
                <a:gd name="T2" fmla="*/ 0 w 246"/>
                <a:gd name="T3" fmla="*/ 0 h 426"/>
                <a:gd name="T4" fmla="*/ 0 w 246"/>
                <a:gd name="T5" fmla="*/ 0 h 426"/>
                <a:gd name="T6" fmla="*/ 0 w 246"/>
                <a:gd name="T7" fmla="*/ 1 h 426"/>
                <a:gd name="T8" fmla="*/ 0 w 246"/>
                <a:gd name="T9" fmla="*/ 1 h 426"/>
                <a:gd name="T10" fmla="*/ 0 w 246"/>
                <a:gd name="T11" fmla="*/ 1 h 426"/>
                <a:gd name="T12" fmla="*/ 0 w 246"/>
                <a:gd name="T13" fmla="*/ 2 h 426"/>
                <a:gd name="T14" fmla="*/ 0 w 246"/>
                <a:gd name="T15" fmla="*/ 2 h 426"/>
                <a:gd name="T16" fmla="*/ 0 w 246"/>
                <a:gd name="T17" fmla="*/ 2 h 426"/>
                <a:gd name="T18" fmla="*/ 1 w 246"/>
                <a:gd name="T19" fmla="*/ 2 h 426"/>
                <a:gd name="T20" fmla="*/ 1 w 246"/>
                <a:gd name="T21" fmla="*/ 3 h 426"/>
                <a:gd name="T22" fmla="*/ 1 w 246"/>
                <a:gd name="T23" fmla="*/ 3 h 426"/>
                <a:gd name="T24" fmla="*/ 1 w 246"/>
                <a:gd name="T25" fmla="*/ 3 h 426"/>
                <a:gd name="T26" fmla="*/ 1 w 246"/>
                <a:gd name="T27" fmla="*/ 3 h 426"/>
                <a:gd name="T28" fmla="*/ 1 w 246"/>
                <a:gd name="T29" fmla="*/ 3 h 426"/>
                <a:gd name="T30" fmla="*/ 2 w 246"/>
                <a:gd name="T31" fmla="*/ 3 h 426"/>
                <a:gd name="T32" fmla="*/ 2 w 246"/>
                <a:gd name="T33" fmla="*/ 3 h 426"/>
                <a:gd name="T34" fmla="*/ 2 w 246"/>
                <a:gd name="T35" fmla="*/ 3 h 426"/>
                <a:gd name="T36" fmla="*/ 2 w 246"/>
                <a:gd name="T37" fmla="*/ 3 h 426"/>
                <a:gd name="T38" fmla="*/ 2 w 246"/>
                <a:gd name="T39" fmla="*/ 3 h 426"/>
                <a:gd name="T40" fmla="*/ 2 w 246"/>
                <a:gd name="T41" fmla="*/ 3 h 426"/>
                <a:gd name="T42" fmla="*/ 1 w 246"/>
                <a:gd name="T43" fmla="*/ 3 h 426"/>
                <a:gd name="T44" fmla="*/ 1 w 246"/>
                <a:gd name="T45" fmla="*/ 3 h 426"/>
                <a:gd name="T46" fmla="*/ 1 w 246"/>
                <a:gd name="T47" fmla="*/ 3 h 426"/>
                <a:gd name="T48" fmla="*/ 1 w 246"/>
                <a:gd name="T49" fmla="*/ 3 h 426"/>
                <a:gd name="T50" fmla="*/ 1 w 246"/>
                <a:gd name="T51" fmla="*/ 3 h 426"/>
                <a:gd name="T52" fmla="*/ 1 w 246"/>
                <a:gd name="T53" fmla="*/ 2 h 426"/>
                <a:gd name="T54" fmla="*/ 1 w 246"/>
                <a:gd name="T55" fmla="*/ 2 h 426"/>
                <a:gd name="T56" fmla="*/ 0 w 246"/>
                <a:gd name="T57" fmla="*/ 2 h 426"/>
                <a:gd name="T58" fmla="*/ 0 w 246"/>
                <a:gd name="T59" fmla="*/ 2 h 426"/>
                <a:gd name="T60" fmla="*/ 0 w 246"/>
                <a:gd name="T61" fmla="*/ 1 h 426"/>
                <a:gd name="T62" fmla="*/ 0 w 246"/>
                <a:gd name="T63" fmla="*/ 1 h 426"/>
                <a:gd name="T64" fmla="*/ 0 w 246"/>
                <a:gd name="T65" fmla="*/ 1 h 426"/>
                <a:gd name="T66" fmla="*/ 0 w 246"/>
                <a:gd name="T67" fmla="*/ 0 h 426"/>
                <a:gd name="T68" fmla="*/ 0 w 246"/>
                <a:gd name="T69" fmla="*/ 0 h 426"/>
                <a:gd name="T70" fmla="*/ 0 w 246"/>
                <a:gd name="T71" fmla="*/ 0 h 426"/>
                <a:gd name="T72" fmla="*/ 0 w 246"/>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0"/>
                  </a:moveTo>
                  <a:lnTo>
                    <a:pt x="0" y="0"/>
                  </a:lnTo>
                  <a:lnTo>
                    <a:pt x="1" y="42"/>
                  </a:lnTo>
                  <a:lnTo>
                    <a:pt x="4" y="86"/>
                  </a:lnTo>
                  <a:lnTo>
                    <a:pt x="10" y="126"/>
                  </a:lnTo>
                  <a:lnTo>
                    <a:pt x="18" y="164"/>
                  </a:lnTo>
                  <a:lnTo>
                    <a:pt x="29" y="202"/>
                  </a:lnTo>
                  <a:lnTo>
                    <a:pt x="41" y="237"/>
                  </a:lnTo>
                  <a:lnTo>
                    <a:pt x="55" y="269"/>
                  </a:lnTo>
                  <a:lnTo>
                    <a:pt x="71" y="300"/>
                  </a:lnTo>
                  <a:lnTo>
                    <a:pt x="89" y="327"/>
                  </a:lnTo>
                  <a:lnTo>
                    <a:pt x="107" y="352"/>
                  </a:lnTo>
                  <a:lnTo>
                    <a:pt x="127" y="374"/>
                  </a:lnTo>
                  <a:lnTo>
                    <a:pt x="150" y="392"/>
                  </a:lnTo>
                  <a:lnTo>
                    <a:pt x="171" y="407"/>
                  </a:lnTo>
                  <a:lnTo>
                    <a:pt x="195" y="418"/>
                  </a:lnTo>
                  <a:lnTo>
                    <a:pt x="220" y="423"/>
                  </a:lnTo>
                  <a:lnTo>
                    <a:pt x="246" y="426"/>
                  </a:lnTo>
                  <a:lnTo>
                    <a:pt x="246" y="414"/>
                  </a:lnTo>
                  <a:lnTo>
                    <a:pt x="222" y="412"/>
                  </a:lnTo>
                  <a:lnTo>
                    <a:pt x="200" y="406"/>
                  </a:lnTo>
                  <a:lnTo>
                    <a:pt x="178" y="395"/>
                  </a:lnTo>
                  <a:lnTo>
                    <a:pt x="157" y="382"/>
                  </a:lnTo>
                  <a:lnTo>
                    <a:pt x="137" y="365"/>
                  </a:lnTo>
                  <a:lnTo>
                    <a:pt x="117" y="345"/>
                  </a:lnTo>
                  <a:lnTo>
                    <a:pt x="98" y="320"/>
                  </a:lnTo>
                  <a:lnTo>
                    <a:pt x="83" y="293"/>
                  </a:lnTo>
                  <a:lnTo>
                    <a:pt x="66" y="264"/>
                  </a:lnTo>
                  <a:lnTo>
                    <a:pt x="52" y="232"/>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13052" name="Freeform 70"/>
            <p:cNvSpPr>
              <a:spLocks/>
            </p:cNvSpPr>
            <p:nvPr/>
          </p:nvSpPr>
          <p:spPr bwMode="auto">
            <a:xfrm>
              <a:off x="1335" y="1859"/>
              <a:ext cx="49" cy="84"/>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1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0" y="2"/>
                  </a:lnTo>
                  <a:lnTo>
                    <a:pt x="195" y="8"/>
                  </a:lnTo>
                  <a:lnTo>
                    <a:pt x="171" y="18"/>
                  </a:lnTo>
                  <a:lnTo>
                    <a:pt x="150" y="34"/>
                  </a:lnTo>
                  <a:lnTo>
                    <a:pt x="127" y="51"/>
                  </a:lnTo>
                  <a:lnTo>
                    <a:pt x="107" y="74"/>
                  </a:lnTo>
                  <a:lnTo>
                    <a:pt x="89" y="98"/>
                  </a:lnTo>
                  <a:lnTo>
                    <a:pt x="72" y="125"/>
                  </a:lnTo>
                  <a:lnTo>
                    <a:pt x="55" y="156"/>
                  </a:lnTo>
                  <a:lnTo>
                    <a:pt x="41" y="188"/>
                  </a:lnTo>
                  <a:lnTo>
                    <a:pt x="29" y="222"/>
                  </a:lnTo>
                  <a:lnTo>
                    <a:pt x="18" y="261"/>
                  </a:lnTo>
                  <a:lnTo>
                    <a:pt x="10" y="299"/>
                  </a:lnTo>
                  <a:lnTo>
                    <a:pt x="4" y="339"/>
                  </a:lnTo>
                  <a:lnTo>
                    <a:pt x="1" y="382"/>
                  </a:lnTo>
                  <a:lnTo>
                    <a:pt x="0" y="424"/>
                  </a:lnTo>
                  <a:lnTo>
                    <a:pt x="11" y="424"/>
                  </a:lnTo>
                  <a:lnTo>
                    <a:pt x="13" y="382"/>
                  </a:lnTo>
                  <a:lnTo>
                    <a:pt x="16" y="341"/>
                  </a:lnTo>
                  <a:lnTo>
                    <a:pt x="22" y="301"/>
                  </a:lnTo>
                  <a:lnTo>
                    <a:pt x="30" y="264"/>
                  </a:lnTo>
                  <a:lnTo>
                    <a:pt x="41" y="227"/>
                  </a:lnTo>
                  <a:lnTo>
                    <a:pt x="52" y="193"/>
                  </a:lnTo>
                  <a:lnTo>
                    <a:pt x="66" y="160"/>
                  </a:lnTo>
                  <a:lnTo>
                    <a:pt x="82" y="132"/>
                  </a:lnTo>
                  <a:lnTo>
                    <a:pt x="98" y="105"/>
                  </a:lnTo>
                  <a:lnTo>
                    <a:pt x="117" y="81"/>
                  </a:lnTo>
                  <a:lnTo>
                    <a:pt x="137" y="61"/>
                  </a:lnTo>
                  <a:lnTo>
                    <a:pt x="157" y="43"/>
                  </a:lnTo>
                  <a:lnTo>
                    <a:pt x="178" y="30"/>
                  </a:lnTo>
                  <a:lnTo>
                    <a:pt x="200" y="20"/>
                  </a:lnTo>
                  <a:lnTo>
                    <a:pt x="222" y="14"/>
                  </a:lnTo>
                  <a:lnTo>
                    <a:pt x="246" y="11"/>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13053" name="Freeform 71"/>
            <p:cNvSpPr>
              <a:spLocks/>
            </p:cNvSpPr>
            <p:nvPr/>
          </p:nvSpPr>
          <p:spPr bwMode="auto">
            <a:xfrm>
              <a:off x="1552" y="1751"/>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1" y="339"/>
                  </a:lnTo>
                  <a:lnTo>
                    <a:pt x="235" y="299"/>
                  </a:lnTo>
                  <a:lnTo>
                    <a:pt x="226" y="261"/>
                  </a:lnTo>
                  <a:lnTo>
                    <a:pt x="216" y="223"/>
                  </a:lnTo>
                  <a:lnTo>
                    <a:pt x="204" y="189"/>
                  </a:lnTo>
                  <a:lnTo>
                    <a:pt x="190" y="156"/>
                  </a:lnTo>
                  <a:lnTo>
                    <a:pt x="174" y="125"/>
                  </a:lnTo>
                  <a:lnTo>
                    <a:pt x="156" y="98"/>
                  </a:lnTo>
                  <a:lnTo>
                    <a:pt x="137" y="74"/>
                  </a:lnTo>
                  <a:lnTo>
                    <a:pt x="119" y="52"/>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8" y="81"/>
                  </a:lnTo>
                  <a:lnTo>
                    <a:pt x="147" y="105"/>
                  </a:lnTo>
                  <a:lnTo>
                    <a:pt x="164" y="132"/>
                  </a:lnTo>
                  <a:lnTo>
                    <a:pt x="178" y="161"/>
                  </a:lnTo>
                  <a:lnTo>
                    <a:pt x="193" y="193"/>
                  </a:lnTo>
                  <a:lnTo>
                    <a:pt x="204" y="227"/>
                  </a:lnTo>
                  <a:lnTo>
                    <a:pt x="215" y="264"/>
                  </a:lnTo>
                  <a:lnTo>
                    <a:pt x="223" y="301"/>
                  </a:lnTo>
                  <a:lnTo>
                    <a:pt x="229" y="341"/>
                  </a:lnTo>
                  <a:lnTo>
                    <a:pt x="232" y="382"/>
                  </a:lnTo>
                  <a:lnTo>
                    <a:pt x="234"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13054" name="Freeform 72"/>
            <p:cNvSpPr>
              <a:spLocks/>
            </p:cNvSpPr>
            <p:nvPr/>
          </p:nvSpPr>
          <p:spPr bwMode="auto">
            <a:xfrm>
              <a:off x="1552" y="1836"/>
              <a:ext cx="49" cy="85"/>
            </a:xfrm>
            <a:custGeom>
              <a:avLst/>
              <a:gdLst>
                <a:gd name="T0" fmla="*/ 0 w 245"/>
                <a:gd name="T1" fmla="*/ 3 h 425"/>
                <a:gd name="T2" fmla="*/ 0 w 245"/>
                <a:gd name="T3" fmla="*/ 3 h 425"/>
                <a:gd name="T4" fmla="*/ 0 w 245"/>
                <a:gd name="T5" fmla="*/ 3 h 425"/>
                <a:gd name="T6" fmla="*/ 0 w 245"/>
                <a:gd name="T7" fmla="*/ 3 h 425"/>
                <a:gd name="T8" fmla="*/ 1 w 245"/>
                <a:gd name="T9" fmla="*/ 3 h 425"/>
                <a:gd name="T10" fmla="*/ 1 w 245"/>
                <a:gd name="T11" fmla="*/ 3 h 425"/>
                <a:gd name="T12" fmla="*/ 1 w 245"/>
                <a:gd name="T13" fmla="*/ 3 h 425"/>
                <a:gd name="T14" fmla="*/ 1 w 245"/>
                <a:gd name="T15" fmla="*/ 3 h 425"/>
                <a:gd name="T16" fmla="*/ 1 w 245"/>
                <a:gd name="T17" fmla="*/ 3 h 425"/>
                <a:gd name="T18" fmla="*/ 1 w 245"/>
                <a:gd name="T19" fmla="*/ 2 h 425"/>
                <a:gd name="T20" fmla="*/ 2 w 245"/>
                <a:gd name="T21" fmla="*/ 2 h 425"/>
                <a:gd name="T22" fmla="*/ 2 w 245"/>
                <a:gd name="T23" fmla="*/ 2 h 425"/>
                <a:gd name="T24" fmla="*/ 2 w 245"/>
                <a:gd name="T25" fmla="*/ 2 h 425"/>
                <a:gd name="T26" fmla="*/ 2 w 245"/>
                <a:gd name="T27" fmla="*/ 1 h 425"/>
                <a:gd name="T28" fmla="*/ 2 w 245"/>
                <a:gd name="T29" fmla="*/ 1 h 425"/>
                <a:gd name="T30" fmla="*/ 2 w 245"/>
                <a:gd name="T31" fmla="*/ 1 h 425"/>
                <a:gd name="T32" fmla="*/ 2 w 245"/>
                <a:gd name="T33" fmla="*/ 0 h 425"/>
                <a:gd name="T34" fmla="*/ 2 w 245"/>
                <a:gd name="T35" fmla="*/ 0 h 425"/>
                <a:gd name="T36" fmla="*/ 2 w 245"/>
                <a:gd name="T37" fmla="*/ 0 h 425"/>
                <a:gd name="T38" fmla="*/ 2 w 245"/>
                <a:gd name="T39" fmla="*/ 0 h 425"/>
                <a:gd name="T40" fmla="*/ 2 w 245"/>
                <a:gd name="T41" fmla="*/ 1 h 425"/>
                <a:gd name="T42" fmla="*/ 2 w 245"/>
                <a:gd name="T43" fmla="*/ 1 h 425"/>
                <a:gd name="T44" fmla="*/ 2 w 245"/>
                <a:gd name="T45" fmla="*/ 1 h 425"/>
                <a:gd name="T46" fmla="*/ 2 w 245"/>
                <a:gd name="T47" fmla="*/ 2 h 425"/>
                <a:gd name="T48" fmla="*/ 2 w 245"/>
                <a:gd name="T49" fmla="*/ 2 h 425"/>
                <a:gd name="T50" fmla="*/ 1 w 245"/>
                <a:gd name="T51" fmla="*/ 2 h 425"/>
                <a:gd name="T52" fmla="*/ 1 w 245"/>
                <a:gd name="T53" fmla="*/ 2 h 425"/>
                <a:gd name="T54" fmla="*/ 1 w 245"/>
                <a:gd name="T55" fmla="*/ 3 h 425"/>
                <a:gd name="T56" fmla="*/ 1 w 245"/>
                <a:gd name="T57" fmla="*/ 3 h 425"/>
                <a:gd name="T58" fmla="*/ 1 w 245"/>
                <a:gd name="T59" fmla="*/ 3 h 425"/>
                <a:gd name="T60" fmla="*/ 1 w 245"/>
                <a:gd name="T61" fmla="*/ 3 h 425"/>
                <a:gd name="T62" fmla="*/ 1 w 245"/>
                <a:gd name="T63" fmla="*/ 3 h 425"/>
                <a:gd name="T64" fmla="*/ 0 w 245"/>
                <a:gd name="T65" fmla="*/ 3 h 425"/>
                <a:gd name="T66" fmla="*/ 0 w 245"/>
                <a:gd name="T67" fmla="*/ 3 h 425"/>
                <a:gd name="T68" fmla="*/ 0 w 245"/>
                <a:gd name="T69" fmla="*/ 3 h 425"/>
                <a:gd name="T70" fmla="*/ 0 w 245"/>
                <a:gd name="T71" fmla="*/ 3 h 425"/>
                <a:gd name="T72" fmla="*/ 0 w 245"/>
                <a:gd name="T73" fmla="*/ 3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5"/>
                <a:gd name="T113" fmla="*/ 245 w 245"/>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5">
                  <a:moveTo>
                    <a:pt x="0" y="425"/>
                  </a:moveTo>
                  <a:lnTo>
                    <a:pt x="0" y="425"/>
                  </a:lnTo>
                  <a:lnTo>
                    <a:pt x="26" y="422"/>
                  </a:lnTo>
                  <a:lnTo>
                    <a:pt x="51" y="417"/>
                  </a:lnTo>
                  <a:lnTo>
                    <a:pt x="74" y="406"/>
                  </a:lnTo>
                  <a:lnTo>
                    <a:pt x="96" y="391"/>
                  </a:lnTo>
                  <a:lnTo>
                    <a:pt x="119" y="373"/>
                  </a:lnTo>
                  <a:lnTo>
                    <a:pt x="137" y="351"/>
                  </a:lnTo>
                  <a:lnTo>
                    <a:pt x="156" y="326"/>
                  </a:lnTo>
                  <a:lnTo>
                    <a:pt x="174" y="299"/>
                  </a:lnTo>
                  <a:lnTo>
                    <a:pt x="190" y="269"/>
                  </a:lnTo>
                  <a:lnTo>
                    <a:pt x="204" y="236"/>
                  </a:lnTo>
                  <a:lnTo>
                    <a:pt x="216" y="202"/>
                  </a:lnTo>
                  <a:lnTo>
                    <a:pt x="226" y="163"/>
                  </a:lnTo>
                  <a:lnTo>
                    <a:pt x="235" y="126"/>
                  </a:lnTo>
                  <a:lnTo>
                    <a:pt x="241" y="86"/>
                  </a:lnTo>
                  <a:lnTo>
                    <a:pt x="244" y="43"/>
                  </a:lnTo>
                  <a:lnTo>
                    <a:pt x="245" y="0"/>
                  </a:lnTo>
                  <a:lnTo>
                    <a:pt x="234" y="0"/>
                  </a:lnTo>
                  <a:lnTo>
                    <a:pt x="232" y="43"/>
                  </a:lnTo>
                  <a:lnTo>
                    <a:pt x="229" y="84"/>
                  </a:lnTo>
                  <a:lnTo>
                    <a:pt x="223" y="123"/>
                  </a:lnTo>
                  <a:lnTo>
                    <a:pt x="215" y="161"/>
                  </a:lnTo>
                  <a:lnTo>
                    <a:pt x="204" y="197"/>
                  </a:lnTo>
                  <a:lnTo>
                    <a:pt x="193" y="231"/>
                  </a:lnTo>
                  <a:lnTo>
                    <a:pt x="178" y="264"/>
                  </a:lnTo>
                  <a:lnTo>
                    <a:pt x="164" y="292"/>
                  </a:lnTo>
                  <a:lnTo>
                    <a:pt x="147" y="319"/>
                  </a:lnTo>
                  <a:lnTo>
                    <a:pt x="128" y="344"/>
                  </a:lnTo>
                  <a:lnTo>
                    <a:pt x="109" y="364"/>
                  </a:lnTo>
                  <a:lnTo>
                    <a:pt x="89" y="381"/>
                  </a:lnTo>
                  <a:lnTo>
                    <a:pt x="67" y="394"/>
                  </a:lnTo>
                  <a:lnTo>
                    <a:pt x="46" y="405"/>
                  </a:lnTo>
                  <a:lnTo>
                    <a:pt x="24" y="411"/>
                  </a:lnTo>
                  <a:lnTo>
                    <a:pt x="0" y="413"/>
                  </a:lnTo>
                  <a:lnTo>
                    <a:pt x="0" y="425"/>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13055" name="Freeform 73"/>
            <p:cNvSpPr>
              <a:spLocks/>
            </p:cNvSpPr>
            <p:nvPr/>
          </p:nvSpPr>
          <p:spPr bwMode="auto">
            <a:xfrm>
              <a:off x="1502" y="1836"/>
              <a:ext cx="50" cy="85"/>
            </a:xfrm>
            <a:custGeom>
              <a:avLst/>
              <a:gdLst>
                <a:gd name="T0" fmla="*/ 0 w 246"/>
                <a:gd name="T1" fmla="*/ 0 h 425"/>
                <a:gd name="T2" fmla="*/ 0 w 246"/>
                <a:gd name="T3" fmla="*/ 0 h 425"/>
                <a:gd name="T4" fmla="*/ 0 w 246"/>
                <a:gd name="T5" fmla="*/ 0 h 425"/>
                <a:gd name="T6" fmla="*/ 0 w 246"/>
                <a:gd name="T7" fmla="*/ 1 h 425"/>
                <a:gd name="T8" fmla="*/ 0 w 246"/>
                <a:gd name="T9" fmla="*/ 1 h 425"/>
                <a:gd name="T10" fmla="*/ 0 w 246"/>
                <a:gd name="T11" fmla="*/ 1 h 425"/>
                <a:gd name="T12" fmla="*/ 0 w 246"/>
                <a:gd name="T13" fmla="*/ 2 h 425"/>
                <a:gd name="T14" fmla="*/ 0 w 246"/>
                <a:gd name="T15" fmla="*/ 2 h 425"/>
                <a:gd name="T16" fmla="*/ 0 w 246"/>
                <a:gd name="T17" fmla="*/ 2 h 425"/>
                <a:gd name="T18" fmla="*/ 1 w 246"/>
                <a:gd name="T19" fmla="*/ 2 h 425"/>
                <a:gd name="T20" fmla="*/ 1 w 246"/>
                <a:gd name="T21" fmla="*/ 3 h 425"/>
                <a:gd name="T22" fmla="*/ 1 w 246"/>
                <a:gd name="T23" fmla="*/ 3 h 425"/>
                <a:gd name="T24" fmla="*/ 1 w 246"/>
                <a:gd name="T25" fmla="*/ 3 h 425"/>
                <a:gd name="T26" fmla="*/ 1 w 246"/>
                <a:gd name="T27" fmla="*/ 3 h 425"/>
                <a:gd name="T28" fmla="*/ 1 w 246"/>
                <a:gd name="T29" fmla="*/ 3 h 425"/>
                <a:gd name="T30" fmla="*/ 2 w 246"/>
                <a:gd name="T31" fmla="*/ 3 h 425"/>
                <a:gd name="T32" fmla="*/ 2 w 246"/>
                <a:gd name="T33" fmla="*/ 3 h 425"/>
                <a:gd name="T34" fmla="*/ 2 w 246"/>
                <a:gd name="T35" fmla="*/ 3 h 425"/>
                <a:gd name="T36" fmla="*/ 2 w 246"/>
                <a:gd name="T37" fmla="*/ 3 h 425"/>
                <a:gd name="T38" fmla="*/ 2 w 246"/>
                <a:gd name="T39" fmla="*/ 3 h 425"/>
                <a:gd name="T40" fmla="*/ 2 w 246"/>
                <a:gd name="T41" fmla="*/ 3 h 425"/>
                <a:gd name="T42" fmla="*/ 1 w 246"/>
                <a:gd name="T43" fmla="*/ 3 h 425"/>
                <a:gd name="T44" fmla="*/ 1 w 246"/>
                <a:gd name="T45" fmla="*/ 3 h 425"/>
                <a:gd name="T46" fmla="*/ 1 w 246"/>
                <a:gd name="T47" fmla="*/ 3 h 425"/>
                <a:gd name="T48" fmla="*/ 1 w 246"/>
                <a:gd name="T49" fmla="*/ 3 h 425"/>
                <a:gd name="T50" fmla="*/ 1 w 246"/>
                <a:gd name="T51" fmla="*/ 3 h 425"/>
                <a:gd name="T52" fmla="*/ 1 w 246"/>
                <a:gd name="T53" fmla="*/ 2 h 425"/>
                <a:gd name="T54" fmla="*/ 1 w 246"/>
                <a:gd name="T55" fmla="*/ 2 h 425"/>
                <a:gd name="T56" fmla="*/ 0 w 246"/>
                <a:gd name="T57" fmla="*/ 2 h 425"/>
                <a:gd name="T58" fmla="*/ 0 w 246"/>
                <a:gd name="T59" fmla="*/ 2 h 425"/>
                <a:gd name="T60" fmla="*/ 0 w 246"/>
                <a:gd name="T61" fmla="*/ 1 h 425"/>
                <a:gd name="T62" fmla="*/ 0 w 246"/>
                <a:gd name="T63" fmla="*/ 1 h 425"/>
                <a:gd name="T64" fmla="*/ 0 w 246"/>
                <a:gd name="T65" fmla="*/ 1 h 425"/>
                <a:gd name="T66" fmla="*/ 0 w 246"/>
                <a:gd name="T67" fmla="*/ 0 h 425"/>
                <a:gd name="T68" fmla="*/ 0 w 246"/>
                <a:gd name="T69" fmla="*/ 0 h 425"/>
                <a:gd name="T70" fmla="*/ 0 w 246"/>
                <a:gd name="T71" fmla="*/ 0 h 425"/>
                <a:gd name="T72" fmla="*/ 0 w 246"/>
                <a:gd name="T73" fmla="*/ 0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5"/>
                <a:gd name="T113" fmla="*/ 246 w 246"/>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5">
                  <a:moveTo>
                    <a:pt x="0" y="0"/>
                  </a:moveTo>
                  <a:lnTo>
                    <a:pt x="0" y="0"/>
                  </a:lnTo>
                  <a:lnTo>
                    <a:pt x="2" y="43"/>
                  </a:lnTo>
                  <a:lnTo>
                    <a:pt x="5" y="86"/>
                  </a:lnTo>
                  <a:lnTo>
                    <a:pt x="11" y="126"/>
                  </a:lnTo>
                  <a:lnTo>
                    <a:pt x="19" y="163"/>
                  </a:lnTo>
                  <a:lnTo>
                    <a:pt x="30" y="202"/>
                  </a:lnTo>
                  <a:lnTo>
                    <a:pt x="41" y="236"/>
                  </a:lnTo>
                  <a:lnTo>
                    <a:pt x="55" y="269"/>
                  </a:lnTo>
                  <a:lnTo>
                    <a:pt x="73" y="299"/>
                  </a:lnTo>
                  <a:lnTo>
                    <a:pt x="89" y="326"/>
                  </a:lnTo>
                  <a:lnTo>
                    <a:pt x="108" y="351"/>
                  </a:lnTo>
                  <a:lnTo>
                    <a:pt x="128" y="373"/>
                  </a:lnTo>
                  <a:lnTo>
                    <a:pt x="150" y="391"/>
                  </a:lnTo>
                  <a:lnTo>
                    <a:pt x="171" y="406"/>
                  </a:lnTo>
                  <a:lnTo>
                    <a:pt x="196" y="417"/>
                  </a:lnTo>
                  <a:lnTo>
                    <a:pt x="221" y="422"/>
                  </a:lnTo>
                  <a:lnTo>
                    <a:pt x="246" y="425"/>
                  </a:lnTo>
                  <a:lnTo>
                    <a:pt x="246" y="413"/>
                  </a:lnTo>
                  <a:lnTo>
                    <a:pt x="223" y="411"/>
                  </a:lnTo>
                  <a:lnTo>
                    <a:pt x="201" y="405"/>
                  </a:lnTo>
                  <a:lnTo>
                    <a:pt x="178" y="394"/>
                  </a:lnTo>
                  <a:lnTo>
                    <a:pt x="157" y="381"/>
                  </a:lnTo>
                  <a:lnTo>
                    <a:pt x="137" y="364"/>
                  </a:lnTo>
                  <a:lnTo>
                    <a:pt x="117" y="344"/>
                  </a:lnTo>
                  <a:lnTo>
                    <a:pt x="99" y="319"/>
                  </a:lnTo>
                  <a:lnTo>
                    <a:pt x="82" y="292"/>
                  </a:lnTo>
                  <a:lnTo>
                    <a:pt x="67" y="264"/>
                  </a:lnTo>
                  <a:lnTo>
                    <a:pt x="53" y="231"/>
                  </a:lnTo>
                  <a:lnTo>
                    <a:pt x="41" y="197"/>
                  </a:lnTo>
                  <a:lnTo>
                    <a:pt x="31" y="161"/>
                  </a:lnTo>
                  <a:lnTo>
                    <a:pt x="23" y="123"/>
                  </a:lnTo>
                  <a:lnTo>
                    <a:pt x="17" y="84"/>
                  </a:lnTo>
                  <a:lnTo>
                    <a:pt x="13" y="4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13056" name="Freeform 74"/>
            <p:cNvSpPr>
              <a:spLocks/>
            </p:cNvSpPr>
            <p:nvPr/>
          </p:nvSpPr>
          <p:spPr bwMode="auto">
            <a:xfrm>
              <a:off x="1502" y="1751"/>
              <a:ext cx="50" cy="85"/>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2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1" y="2"/>
                  </a:lnTo>
                  <a:lnTo>
                    <a:pt x="196" y="8"/>
                  </a:lnTo>
                  <a:lnTo>
                    <a:pt x="171" y="19"/>
                  </a:lnTo>
                  <a:lnTo>
                    <a:pt x="150" y="34"/>
                  </a:lnTo>
                  <a:lnTo>
                    <a:pt x="128" y="52"/>
                  </a:lnTo>
                  <a:lnTo>
                    <a:pt x="108" y="74"/>
                  </a:lnTo>
                  <a:lnTo>
                    <a:pt x="89" y="98"/>
                  </a:lnTo>
                  <a:lnTo>
                    <a:pt x="73" y="125"/>
                  </a:lnTo>
                  <a:lnTo>
                    <a:pt x="55" y="156"/>
                  </a:lnTo>
                  <a:lnTo>
                    <a:pt x="41" y="189"/>
                  </a:lnTo>
                  <a:lnTo>
                    <a:pt x="30" y="223"/>
                  </a:lnTo>
                  <a:lnTo>
                    <a:pt x="19" y="261"/>
                  </a:lnTo>
                  <a:lnTo>
                    <a:pt x="11" y="299"/>
                  </a:lnTo>
                  <a:lnTo>
                    <a:pt x="5" y="339"/>
                  </a:lnTo>
                  <a:lnTo>
                    <a:pt x="2" y="382"/>
                  </a:lnTo>
                  <a:lnTo>
                    <a:pt x="0" y="424"/>
                  </a:lnTo>
                  <a:lnTo>
                    <a:pt x="12" y="424"/>
                  </a:lnTo>
                  <a:lnTo>
                    <a:pt x="13" y="382"/>
                  </a:lnTo>
                  <a:lnTo>
                    <a:pt x="17" y="341"/>
                  </a:lnTo>
                  <a:lnTo>
                    <a:pt x="23" y="301"/>
                  </a:lnTo>
                  <a:lnTo>
                    <a:pt x="31" y="264"/>
                  </a:lnTo>
                  <a:lnTo>
                    <a:pt x="41" y="227"/>
                  </a:lnTo>
                  <a:lnTo>
                    <a:pt x="53" y="193"/>
                  </a:lnTo>
                  <a:lnTo>
                    <a:pt x="67" y="161"/>
                  </a:lnTo>
                  <a:lnTo>
                    <a:pt x="82" y="132"/>
                  </a:lnTo>
                  <a:lnTo>
                    <a:pt x="99" y="105"/>
                  </a:lnTo>
                  <a:lnTo>
                    <a:pt x="117" y="81"/>
                  </a:lnTo>
                  <a:lnTo>
                    <a:pt x="137" y="61"/>
                  </a:lnTo>
                  <a:lnTo>
                    <a:pt x="157" y="43"/>
                  </a:lnTo>
                  <a:lnTo>
                    <a:pt x="178" y="30"/>
                  </a:lnTo>
                  <a:lnTo>
                    <a:pt x="201" y="20"/>
                  </a:lnTo>
                  <a:lnTo>
                    <a:pt x="223" y="14"/>
                  </a:lnTo>
                  <a:lnTo>
                    <a:pt x="246" y="12"/>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13057" name="Freeform 75"/>
            <p:cNvSpPr>
              <a:spLocks/>
            </p:cNvSpPr>
            <p:nvPr/>
          </p:nvSpPr>
          <p:spPr bwMode="auto">
            <a:xfrm>
              <a:off x="1565" y="2016"/>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0" y="339"/>
                  </a:lnTo>
                  <a:lnTo>
                    <a:pt x="234" y="299"/>
                  </a:lnTo>
                  <a:lnTo>
                    <a:pt x="226" y="261"/>
                  </a:lnTo>
                  <a:lnTo>
                    <a:pt x="216" y="223"/>
                  </a:lnTo>
                  <a:lnTo>
                    <a:pt x="204" y="189"/>
                  </a:lnTo>
                  <a:lnTo>
                    <a:pt x="190" y="156"/>
                  </a:lnTo>
                  <a:lnTo>
                    <a:pt x="174" y="125"/>
                  </a:lnTo>
                  <a:lnTo>
                    <a:pt x="156" y="98"/>
                  </a:lnTo>
                  <a:lnTo>
                    <a:pt x="138" y="74"/>
                  </a:lnTo>
                  <a:lnTo>
                    <a:pt x="118" y="51"/>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9" y="81"/>
                  </a:lnTo>
                  <a:lnTo>
                    <a:pt x="147" y="105"/>
                  </a:lnTo>
                  <a:lnTo>
                    <a:pt x="164" y="132"/>
                  </a:lnTo>
                  <a:lnTo>
                    <a:pt x="178" y="160"/>
                  </a:lnTo>
                  <a:lnTo>
                    <a:pt x="192" y="193"/>
                  </a:lnTo>
                  <a:lnTo>
                    <a:pt x="204" y="227"/>
                  </a:lnTo>
                  <a:lnTo>
                    <a:pt x="215" y="264"/>
                  </a:lnTo>
                  <a:lnTo>
                    <a:pt x="223" y="301"/>
                  </a:lnTo>
                  <a:lnTo>
                    <a:pt x="229"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13058" name="Freeform 76"/>
            <p:cNvSpPr>
              <a:spLocks/>
            </p:cNvSpPr>
            <p:nvPr/>
          </p:nvSpPr>
          <p:spPr bwMode="auto">
            <a:xfrm>
              <a:off x="1565" y="2101"/>
              <a:ext cx="49" cy="85"/>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6" y="423"/>
                  </a:lnTo>
                  <a:lnTo>
                    <a:pt x="51" y="418"/>
                  </a:lnTo>
                  <a:lnTo>
                    <a:pt x="74" y="407"/>
                  </a:lnTo>
                  <a:lnTo>
                    <a:pt x="96" y="392"/>
                  </a:lnTo>
                  <a:lnTo>
                    <a:pt x="118" y="373"/>
                  </a:lnTo>
                  <a:lnTo>
                    <a:pt x="138" y="351"/>
                  </a:lnTo>
                  <a:lnTo>
                    <a:pt x="156" y="327"/>
                  </a:lnTo>
                  <a:lnTo>
                    <a:pt x="175" y="299"/>
                  </a:lnTo>
                  <a:lnTo>
                    <a:pt x="190" y="269"/>
                  </a:lnTo>
                  <a:lnTo>
                    <a:pt x="204" y="236"/>
                  </a:lnTo>
                  <a:lnTo>
                    <a:pt x="216" y="202"/>
                  </a:lnTo>
                  <a:lnTo>
                    <a:pt x="226" y="164"/>
                  </a:lnTo>
                  <a:lnTo>
                    <a:pt x="234" y="126"/>
                  </a:lnTo>
                  <a:lnTo>
                    <a:pt x="240" y="86"/>
                  </a:lnTo>
                  <a:lnTo>
                    <a:pt x="244" y="42"/>
                  </a:lnTo>
                  <a:lnTo>
                    <a:pt x="245" y="0"/>
                  </a:lnTo>
                  <a:lnTo>
                    <a:pt x="233" y="0"/>
                  </a:lnTo>
                  <a:lnTo>
                    <a:pt x="232" y="42"/>
                  </a:lnTo>
                  <a:lnTo>
                    <a:pt x="229" y="83"/>
                  </a:lnTo>
                  <a:lnTo>
                    <a:pt x="223" y="123"/>
                  </a:lnTo>
                  <a:lnTo>
                    <a:pt x="215" y="162"/>
                  </a:lnTo>
                  <a:lnTo>
                    <a:pt x="204" y="197"/>
                  </a:lnTo>
                  <a:lnTo>
                    <a:pt x="192" y="231"/>
                  </a:lnTo>
                  <a:lnTo>
                    <a:pt x="178" y="264"/>
                  </a:lnTo>
                  <a:lnTo>
                    <a:pt x="163" y="292"/>
                  </a:lnTo>
                  <a:lnTo>
                    <a:pt x="147" y="320"/>
                  </a:lnTo>
                  <a:lnTo>
                    <a:pt x="129" y="344"/>
                  </a:lnTo>
                  <a:lnTo>
                    <a:pt x="109" y="364"/>
                  </a:lnTo>
                  <a:lnTo>
                    <a:pt x="89" y="382"/>
                  </a:lnTo>
                  <a:lnTo>
                    <a:pt x="67" y="395"/>
                  </a:lnTo>
                  <a:lnTo>
                    <a:pt x="46" y="406"/>
                  </a:lnTo>
                  <a:lnTo>
                    <a:pt x="24"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13059" name="Freeform 77"/>
            <p:cNvSpPr>
              <a:spLocks/>
            </p:cNvSpPr>
            <p:nvPr/>
          </p:nvSpPr>
          <p:spPr bwMode="auto">
            <a:xfrm>
              <a:off x="1516" y="2101"/>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5" y="86"/>
                  </a:lnTo>
                  <a:lnTo>
                    <a:pt x="11" y="126"/>
                  </a:lnTo>
                  <a:lnTo>
                    <a:pt x="19" y="164"/>
                  </a:lnTo>
                  <a:lnTo>
                    <a:pt x="30" y="202"/>
                  </a:lnTo>
                  <a:lnTo>
                    <a:pt x="41" y="236"/>
                  </a:lnTo>
                  <a:lnTo>
                    <a:pt x="55" y="269"/>
                  </a:lnTo>
                  <a:lnTo>
                    <a:pt x="71" y="299"/>
                  </a:lnTo>
                  <a:lnTo>
                    <a:pt x="89" y="327"/>
                  </a:lnTo>
                  <a:lnTo>
                    <a:pt x="107" y="351"/>
                  </a:lnTo>
                  <a:lnTo>
                    <a:pt x="127" y="373"/>
                  </a:lnTo>
                  <a:lnTo>
                    <a:pt x="149" y="392"/>
                  </a:lnTo>
                  <a:lnTo>
                    <a:pt x="171" y="407"/>
                  </a:lnTo>
                  <a:lnTo>
                    <a:pt x="195" y="418"/>
                  </a:lnTo>
                  <a:lnTo>
                    <a:pt x="219" y="423"/>
                  </a:lnTo>
                  <a:lnTo>
                    <a:pt x="245" y="426"/>
                  </a:lnTo>
                  <a:lnTo>
                    <a:pt x="245" y="414"/>
                  </a:lnTo>
                  <a:lnTo>
                    <a:pt x="222" y="412"/>
                  </a:lnTo>
                  <a:lnTo>
                    <a:pt x="199" y="406"/>
                  </a:lnTo>
                  <a:lnTo>
                    <a:pt x="178" y="395"/>
                  </a:lnTo>
                  <a:lnTo>
                    <a:pt x="156" y="382"/>
                  </a:lnTo>
                  <a:lnTo>
                    <a:pt x="136" y="364"/>
                  </a:lnTo>
                  <a:lnTo>
                    <a:pt x="116" y="344"/>
                  </a:lnTo>
                  <a:lnTo>
                    <a:pt x="99" y="320"/>
                  </a:lnTo>
                  <a:lnTo>
                    <a:pt x="82" y="292"/>
                  </a:lnTo>
                  <a:lnTo>
                    <a:pt x="67" y="264"/>
                  </a:lnTo>
                  <a:lnTo>
                    <a:pt x="53" y="231"/>
                  </a:lnTo>
                  <a:lnTo>
                    <a:pt x="41" y="197"/>
                  </a:lnTo>
                  <a:lnTo>
                    <a:pt x="31" y="162"/>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13060" name="Freeform 78"/>
            <p:cNvSpPr>
              <a:spLocks/>
            </p:cNvSpPr>
            <p:nvPr/>
          </p:nvSpPr>
          <p:spPr bwMode="auto">
            <a:xfrm>
              <a:off x="1516" y="2016"/>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5" y="8"/>
                  </a:lnTo>
                  <a:lnTo>
                    <a:pt x="171" y="19"/>
                  </a:lnTo>
                  <a:lnTo>
                    <a:pt x="149" y="34"/>
                  </a:lnTo>
                  <a:lnTo>
                    <a:pt x="127" y="51"/>
                  </a:lnTo>
                  <a:lnTo>
                    <a:pt x="107" y="74"/>
                  </a:lnTo>
                  <a:lnTo>
                    <a:pt x="89" y="98"/>
                  </a:lnTo>
                  <a:lnTo>
                    <a:pt x="72" y="125"/>
                  </a:lnTo>
                  <a:lnTo>
                    <a:pt x="55" y="156"/>
                  </a:lnTo>
                  <a:lnTo>
                    <a:pt x="41" y="189"/>
                  </a:lnTo>
                  <a:lnTo>
                    <a:pt x="30" y="223"/>
                  </a:lnTo>
                  <a:lnTo>
                    <a:pt x="19" y="261"/>
                  </a:lnTo>
                  <a:lnTo>
                    <a:pt x="11" y="299"/>
                  </a:lnTo>
                  <a:lnTo>
                    <a:pt x="5" y="339"/>
                  </a:lnTo>
                  <a:lnTo>
                    <a:pt x="1" y="382"/>
                  </a:lnTo>
                  <a:lnTo>
                    <a:pt x="0" y="424"/>
                  </a:lnTo>
                  <a:lnTo>
                    <a:pt x="12" y="424"/>
                  </a:lnTo>
                  <a:lnTo>
                    <a:pt x="13" y="382"/>
                  </a:lnTo>
                  <a:lnTo>
                    <a:pt x="17" y="341"/>
                  </a:lnTo>
                  <a:lnTo>
                    <a:pt x="23" y="301"/>
                  </a:lnTo>
                  <a:lnTo>
                    <a:pt x="31" y="264"/>
                  </a:lnTo>
                  <a:lnTo>
                    <a:pt x="41" y="227"/>
                  </a:lnTo>
                  <a:lnTo>
                    <a:pt x="53" y="193"/>
                  </a:lnTo>
                  <a:lnTo>
                    <a:pt x="67" y="160"/>
                  </a:lnTo>
                  <a:lnTo>
                    <a:pt x="81" y="132"/>
                  </a:lnTo>
                  <a:lnTo>
                    <a:pt x="99" y="105"/>
                  </a:lnTo>
                  <a:lnTo>
                    <a:pt x="116" y="81"/>
                  </a:lnTo>
                  <a:lnTo>
                    <a:pt x="136" y="61"/>
                  </a:lnTo>
                  <a:lnTo>
                    <a:pt x="156" y="43"/>
                  </a:lnTo>
                  <a:lnTo>
                    <a:pt x="178" y="30"/>
                  </a:lnTo>
                  <a:lnTo>
                    <a:pt x="199" y="20"/>
                  </a:lnTo>
                  <a:lnTo>
                    <a:pt x="222"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grpSp>
        <p:nvGrpSpPr>
          <p:cNvPr id="213002" name="Group 79"/>
          <p:cNvGrpSpPr>
            <a:grpSpLocks/>
          </p:cNvGrpSpPr>
          <p:nvPr/>
        </p:nvGrpSpPr>
        <p:grpSpPr bwMode="auto">
          <a:xfrm rot="-223274">
            <a:off x="1885950" y="2820988"/>
            <a:ext cx="744538" cy="733425"/>
            <a:chOff x="2757" y="1666"/>
            <a:chExt cx="812" cy="800"/>
          </a:xfrm>
        </p:grpSpPr>
        <p:sp>
          <p:nvSpPr>
            <p:cNvPr id="213004" name="Freeform 80"/>
            <p:cNvSpPr>
              <a:spLocks/>
            </p:cNvSpPr>
            <p:nvPr/>
          </p:nvSpPr>
          <p:spPr bwMode="auto">
            <a:xfrm>
              <a:off x="2762" y="1667"/>
              <a:ext cx="807" cy="584"/>
            </a:xfrm>
            <a:custGeom>
              <a:avLst/>
              <a:gdLst>
                <a:gd name="T0" fmla="*/ 497 w 807"/>
                <a:gd name="T1" fmla="*/ 583 h 584"/>
                <a:gd name="T2" fmla="*/ 0 w 807"/>
                <a:gd name="T3" fmla="*/ 452 h 584"/>
                <a:gd name="T4" fmla="*/ 337 w 807"/>
                <a:gd name="T5" fmla="*/ 0 h 584"/>
                <a:gd name="T6" fmla="*/ 806 w 807"/>
                <a:gd name="T7" fmla="*/ 98 h 584"/>
                <a:gd name="T8" fmla="*/ 497 w 807"/>
                <a:gd name="T9" fmla="*/ 583 h 584"/>
                <a:gd name="T10" fmla="*/ 0 60000 65536"/>
                <a:gd name="T11" fmla="*/ 0 60000 65536"/>
                <a:gd name="T12" fmla="*/ 0 60000 65536"/>
                <a:gd name="T13" fmla="*/ 0 60000 65536"/>
                <a:gd name="T14" fmla="*/ 0 60000 65536"/>
                <a:gd name="T15" fmla="*/ 0 w 807"/>
                <a:gd name="T16" fmla="*/ 0 h 584"/>
                <a:gd name="T17" fmla="*/ 807 w 807"/>
                <a:gd name="T18" fmla="*/ 584 h 584"/>
              </a:gdLst>
              <a:ahLst/>
              <a:cxnLst>
                <a:cxn ang="T10">
                  <a:pos x="T0" y="T1"/>
                </a:cxn>
                <a:cxn ang="T11">
                  <a:pos x="T2" y="T3"/>
                </a:cxn>
                <a:cxn ang="T12">
                  <a:pos x="T4" y="T5"/>
                </a:cxn>
                <a:cxn ang="T13">
                  <a:pos x="T6" y="T7"/>
                </a:cxn>
                <a:cxn ang="T14">
                  <a:pos x="T8" y="T9"/>
                </a:cxn>
              </a:cxnLst>
              <a:rect l="T15" t="T16" r="T17" b="T18"/>
              <a:pathLst>
                <a:path w="807" h="584">
                  <a:moveTo>
                    <a:pt x="497" y="583"/>
                  </a:moveTo>
                  <a:lnTo>
                    <a:pt x="0" y="452"/>
                  </a:lnTo>
                  <a:lnTo>
                    <a:pt x="337" y="0"/>
                  </a:lnTo>
                  <a:lnTo>
                    <a:pt x="806" y="98"/>
                  </a:lnTo>
                  <a:lnTo>
                    <a:pt x="497" y="583"/>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213005" name="Freeform 81"/>
            <p:cNvSpPr>
              <a:spLocks/>
            </p:cNvSpPr>
            <p:nvPr/>
          </p:nvSpPr>
          <p:spPr bwMode="auto">
            <a:xfrm>
              <a:off x="2882" y="1861"/>
              <a:ext cx="578" cy="384"/>
            </a:xfrm>
            <a:custGeom>
              <a:avLst/>
              <a:gdLst>
                <a:gd name="T0" fmla="*/ 377 w 578"/>
                <a:gd name="T1" fmla="*/ 383 h 384"/>
                <a:gd name="T2" fmla="*/ 0 w 578"/>
                <a:gd name="T3" fmla="*/ 291 h 384"/>
                <a:gd name="T4" fmla="*/ 217 w 578"/>
                <a:gd name="T5" fmla="*/ 0 h 384"/>
                <a:gd name="T6" fmla="*/ 577 w 578"/>
                <a:gd name="T7" fmla="*/ 74 h 384"/>
                <a:gd name="T8" fmla="*/ 377 w 578"/>
                <a:gd name="T9" fmla="*/ 383 h 384"/>
                <a:gd name="T10" fmla="*/ 0 60000 65536"/>
                <a:gd name="T11" fmla="*/ 0 60000 65536"/>
                <a:gd name="T12" fmla="*/ 0 60000 65536"/>
                <a:gd name="T13" fmla="*/ 0 60000 65536"/>
                <a:gd name="T14" fmla="*/ 0 60000 65536"/>
                <a:gd name="T15" fmla="*/ 0 w 578"/>
                <a:gd name="T16" fmla="*/ 0 h 384"/>
                <a:gd name="T17" fmla="*/ 578 w 578"/>
                <a:gd name="T18" fmla="*/ 384 h 384"/>
              </a:gdLst>
              <a:ahLst/>
              <a:cxnLst>
                <a:cxn ang="T10">
                  <a:pos x="T0" y="T1"/>
                </a:cxn>
                <a:cxn ang="T11">
                  <a:pos x="T2" y="T3"/>
                </a:cxn>
                <a:cxn ang="T12">
                  <a:pos x="T4" y="T5"/>
                </a:cxn>
                <a:cxn ang="T13">
                  <a:pos x="T6" y="T7"/>
                </a:cxn>
                <a:cxn ang="T14">
                  <a:pos x="T8" y="T9"/>
                </a:cxn>
              </a:cxnLst>
              <a:rect l="T15" t="T16" r="T17" b="T18"/>
              <a:pathLst>
                <a:path w="578" h="384">
                  <a:moveTo>
                    <a:pt x="377" y="383"/>
                  </a:moveTo>
                  <a:lnTo>
                    <a:pt x="0" y="291"/>
                  </a:lnTo>
                  <a:lnTo>
                    <a:pt x="217" y="0"/>
                  </a:lnTo>
                  <a:lnTo>
                    <a:pt x="577" y="74"/>
                  </a:lnTo>
                  <a:lnTo>
                    <a:pt x="377" y="383"/>
                  </a:lnTo>
                </a:path>
              </a:pathLst>
            </a:custGeom>
            <a:solidFill>
              <a:srgbClr val="E22B00"/>
            </a:solidFill>
            <a:ln>
              <a:noFill/>
            </a:ln>
            <a:extLst>
              <a:ext uri="{91240B29-F687-4F45-9708-019B960494DF}">
                <a14:hiddenLine xmlns:a14="http://schemas.microsoft.com/office/drawing/2010/main" w="12700" cap="rnd" cmpd="sng">
                  <a:solidFill>
                    <a:srgbClr val="000000"/>
                  </a:solidFill>
                  <a:prstDash val="solid"/>
                  <a:round/>
                  <a:headEnd type="none" w="med" len="med"/>
                  <a:tailEnd type="none" w="med" len="med"/>
                </a14:hiddenLine>
              </a:ext>
            </a:extLst>
          </p:spPr>
          <p:txBody>
            <a:bodyPr/>
            <a:lstStyle/>
            <a:p>
              <a:endParaRPr lang="fr-FR"/>
            </a:p>
          </p:txBody>
        </p:sp>
        <p:sp>
          <p:nvSpPr>
            <p:cNvPr id="213006" name="Line 82"/>
            <p:cNvSpPr>
              <a:spLocks noChangeShapeType="1"/>
            </p:cNvSpPr>
            <p:nvPr/>
          </p:nvSpPr>
          <p:spPr bwMode="auto">
            <a:xfrm>
              <a:off x="3102" y="1862"/>
              <a:ext cx="352" cy="7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fr-FR"/>
            </a:p>
          </p:txBody>
        </p:sp>
        <p:sp>
          <p:nvSpPr>
            <p:cNvPr id="213007" name="Freeform 83"/>
            <p:cNvSpPr>
              <a:spLocks/>
            </p:cNvSpPr>
            <p:nvPr/>
          </p:nvSpPr>
          <p:spPr bwMode="auto">
            <a:xfrm>
              <a:off x="2762" y="1666"/>
              <a:ext cx="337" cy="485"/>
            </a:xfrm>
            <a:custGeom>
              <a:avLst/>
              <a:gdLst>
                <a:gd name="T0" fmla="*/ 336 w 337"/>
                <a:gd name="T1" fmla="*/ 194 h 485"/>
                <a:gd name="T2" fmla="*/ 118 w 337"/>
                <a:gd name="T3" fmla="*/ 484 h 485"/>
                <a:gd name="T4" fmla="*/ 0 w 337"/>
                <a:gd name="T5" fmla="*/ 452 h 485"/>
                <a:gd name="T6" fmla="*/ 336 w 337"/>
                <a:gd name="T7" fmla="*/ 0 h 485"/>
                <a:gd name="T8" fmla="*/ 336 w 337"/>
                <a:gd name="T9" fmla="*/ 152 h 485"/>
                <a:gd name="T10" fmla="*/ 336 w 337"/>
                <a:gd name="T11" fmla="*/ 194 h 485"/>
                <a:gd name="T12" fmla="*/ 0 60000 65536"/>
                <a:gd name="T13" fmla="*/ 0 60000 65536"/>
                <a:gd name="T14" fmla="*/ 0 60000 65536"/>
                <a:gd name="T15" fmla="*/ 0 60000 65536"/>
                <a:gd name="T16" fmla="*/ 0 60000 65536"/>
                <a:gd name="T17" fmla="*/ 0 60000 65536"/>
                <a:gd name="T18" fmla="*/ 0 w 337"/>
                <a:gd name="T19" fmla="*/ 0 h 485"/>
                <a:gd name="T20" fmla="*/ 337 w 337"/>
                <a:gd name="T21" fmla="*/ 485 h 485"/>
              </a:gdLst>
              <a:ahLst/>
              <a:cxnLst>
                <a:cxn ang="T12">
                  <a:pos x="T0" y="T1"/>
                </a:cxn>
                <a:cxn ang="T13">
                  <a:pos x="T2" y="T3"/>
                </a:cxn>
                <a:cxn ang="T14">
                  <a:pos x="T4" y="T5"/>
                </a:cxn>
                <a:cxn ang="T15">
                  <a:pos x="T6" y="T7"/>
                </a:cxn>
                <a:cxn ang="T16">
                  <a:pos x="T8" y="T9"/>
                </a:cxn>
                <a:cxn ang="T17">
                  <a:pos x="T10" y="T11"/>
                </a:cxn>
              </a:cxnLst>
              <a:rect l="T18" t="T19" r="T20" b="T21"/>
              <a:pathLst>
                <a:path w="337" h="485">
                  <a:moveTo>
                    <a:pt x="336" y="194"/>
                  </a:moveTo>
                  <a:lnTo>
                    <a:pt x="118" y="484"/>
                  </a:lnTo>
                  <a:lnTo>
                    <a:pt x="0" y="452"/>
                  </a:lnTo>
                  <a:lnTo>
                    <a:pt x="336" y="0"/>
                  </a:lnTo>
                  <a:lnTo>
                    <a:pt x="336" y="152"/>
                  </a:lnTo>
                  <a:lnTo>
                    <a:pt x="336" y="194"/>
                  </a:lnTo>
                </a:path>
              </a:pathLst>
            </a:custGeom>
            <a:solidFill>
              <a:srgbClr val="FF6D4B"/>
            </a:solidFill>
            <a:ln w="12700" cap="rnd" cmpd="sng">
              <a:solidFill>
                <a:schemeClr val="tx1"/>
              </a:solidFill>
              <a:prstDash val="solid"/>
              <a:round/>
              <a:headEnd type="none" w="med" len="med"/>
              <a:tailEnd type="none" w="med" len="med"/>
            </a:ln>
          </p:spPr>
          <p:txBody>
            <a:bodyPr/>
            <a:lstStyle/>
            <a:p>
              <a:endParaRPr lang="fr-FR"/>
            </a:p>
          </p:txBody>
        </p:sp>
        <p:sp>
          <p:nvSpPr>
            <p:cNvPr id="213008" name="Freeform 84"/>
            <p:cNvSpPr>
              <a:spLocks/>
            </p:cNvSpPr>
            <p:nvPr/>
          </p:nvSpPr>
          <p:spPr bwMode="auto">
            <a:xfrm>
              <a:off x="2757" y="2124"/>
              <a:ext cx="509" cy="339"/>
            </a:xfrm>
            <a:custGeom>
              <a:avLst/>
              <a:gdLst>
                <a:gd name="T0" fmla="*/ 0 w 506"/>
                <a:gd name="T1" fmla="*/ 0 h 345"/>
                <a:gd name="T2" fmla="*/ 1 w 506"/>
                <a:gd name="T3" fmla="*/ 198 h 345"/>
                <a:gd name="T4" fmla="*/ 514 w 506"/>
                <a:gd name="T5" fmla="*/ 326 h 345"/>
                <a:gd name="T6" fmla="*/ 513 w 506"/>
                <a:gd name="T7" fmla="*/ 124 h 345"/>
                <a:gd name="T8" fmla="*/ 0 60000 65536"/>
                <a:gd name="T9" fmla="*/ 0 60000 65536"/>
                <a:gd name="T10" fmla="*/ 0 60000 65536"/>
                <a:gd name="T11" fmla="*/ 0 60000 65536"/>
                <a:gd name="T12" fmla="*/ 0 w 506"/>
                <a:gd name="T13" fmla="*/ 0 h 345"/>
                <a:gd name="T14" fmla="*/ 506 w 506"/>
                <a:gd name="T15" fmla="*/ 345 h 345"/>
              </a:gdLst>
              <a:ahLst/>
              <a:cxnLst>
                <a:cxn ang="T8">
                  <a:pos x="T0" y="T1"/>
                </a:cxn>
                <a:cxn ang="T9">
                  <a:pos x="T2" y="T3"/>
                </a:cxn>
                <a:cxn ang="T10">
                  <a:pos x="T4" y="T5"/>
                </a:cxn>
                <a:cxn ang="T11">
                  <a:pos x="T6" y="T7"/>
                </a:cxn>
              </a:cxnLst>
              <a:rect l="T12" t="T13" r="T14" b="T15"/>
              <a:pathLst>
                <a:path w="506" h="345">
                  <a:moveTo>
                    <a:pt x="0" y="0"/>
                  </a:moveTo>
                  <a:lnTo>
                    <a:pt x="1" y="209"/>
                  </a:lnTo>
                  <a:lnTo>
                    <a:pt x="505" y="344"/>
                  </a:lnTo>
                  <a:lnTo>
                    <a:pt x="504" y="130"/>
                  </a:lnTo>
                </a:path>
              </a:pathLst>
            </a:custGeom>
            <a:solidFill>
              <a:srgbClr val="FC2C1C"/>
            </a:solidFill>
            <a:ln w="12700" cap="rnd" cmpd="sng">
              <a:solidFill>
                <a:schemeClr val="bg2"/>
              </a:solidFill>
              <a:prstDash val="solid"/>
              <a:round/>
              <a:headEnd type="none" w="med" len="med"/>
              <a:tailEnd type="none" w="med" len="med"/>
            </a:ln>
          </p:spPr>
          <p:txBody>
            <a:bodyPr/>
            <a:lstStyle/>
            <a:p>
              <a:endParaRPr lang="fr-FR"/>
            </a:p>
          </p:txBody>
        </p:sp>
        <p:sp>
          <p:nvSpPr>
            <p:cNvPr id="213009" name="AutoShape 85"/>
            <p:cNvSpPr>
              <a:spLocks noChangeArrowheads="1"/>
            </p:cNvSpPr>
            <p:nvPr/>
          </p:nvSpPr>
          <p:spPr bwMode="auto">
            <a:xfrm rot="16200000" flipH="1">
              <a:off x="3067" y="1967"/>
              <a:ext cx="693" cy="306"/>
            </a:xfrm>
            <a:prstGeom prst="parallelogram">
              <a:avLst>
                <a:gd name="adj" fmla="val 156202"/>
              </a:avLst>
            </a:prstGeom>
            <a:solidFill>
              <a:srgbClr val="FC2C1C"/>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sp>
        <p:nvSpPr>
          <p:cNvPr id="213003" name="Text Box 86"/>
          <p:cNvSpPr txBox="1">
            <a:spLocks noChangeArrowheads="1"/>
          </p:cNvSpPr>
          <p:nvPr/>
        </p:nvSpPr>
        <p:spPr bwMode="auto">
          <a:xfrm>
            <a:off x="604838" y="5364163"/>
            <a:ext cx="6543675" cy="4429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eaLnBrk="1" hangingPunct="1">
              <a:spcBef>
                <a:spcPct val="0"/>
              </a:spcBef>
              <a:buFontTx/>
              <a:buNone/>
            </a:pPr>
            <a:r>
              <a:rPr lang="fr-FR" altLang="fr-FR" sz="2300"/>
              <a:t>4. Pointez la production sur votre feuille de suivi</a:t>
            </a:r>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14019" name="Group 3"/>
          <p:cNvGrpSpPr>
            <a:grpSpLocks/>
          </p:cNvGrpSpPr>
          <p:nvPr/>
        </p:nvGrpSpPr>
        <p:grpSpPr bwMode="auto">
          <a:xfrm>
            <a:off x="7073900" y="215900"/>
            <a:ext cx="1878013" cy="1250950"/>
            <a:chOff x="4456" y="136"/>
            <a:chExt cx="1183" cy="788"/>
          </a:xfrm>
        </p:grpSpPr>
        <p:grpSp>
          <p:nvGrpSpPr>
            <p:cNvPr id="214078" name="Group 4"/>
            <p:cNvGrpSpPr>
              <a:grpSpLocks/>
            </p:cNvGrpSpPr>
            <p:nvPr/>
          </p:nvGrpSpPr>
          <p:grpSpPr bwMode="auto">
            <a:xfrm>
              <a:off x="4766" y="232"/>
              <a:ext cx="873" cy="692"/>
              <a:chOff x="2185" y="310"/>
              <a:chExt cx="873" cy="692"/>
            </a:xfrm>
          </p:grpSpPr>
          <p:sp>
            <p:nvSpPr>
              <p:cNvPr id="214089" name="Freeform 5"/>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accent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14090" name="Freeform 6"/>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14091" name="Freeform 7"/>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14092" name="Freeform 8"/>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14093" name="Freeform 9"/>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14094" name="Freeform 10"/>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14095" name="Freeform 11"/>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grpSp>
          <p:nvGrpSpPr>
            <p:cNvPr id="214079" name="Group 12"/>
            <p:cNvGrpSpPr>
              <a:grpSpLocks/>
            </p:cNvGrpSpPr>
            <p:nvPr/>
          </p:nvGrpSpPr>
          <p:grpSpPr bwMode="auto">
            <a:xfrm>
              <a:off x="4949" y="336"/>
              <a:ext cx="591" cy="468"/>
              <a:chOff x="2185" y="310"/>
              <a:chExt cx="873" cy="692"/>
            </a:xfrm>
          </p:grpSpPr>
          <p:sp>
            <p:nvSpPr>
              <p:cNvPr id="214082" name="Freeform 13"/>
              <p:cNvSpPr>
                <a:spLocks/>
              </p:cNvSpPr>
              <p:nvPr/>
            </p:nvSpPr>
            <p:spPr bwMode="auto">
              <a:xfrm>
                <a:off x="2211" y="310"/>
                <a:ext cx="847" cy="692"/>
              </a:xfrm>
              <a:custGeom>
                <a:avLst/>
                <a:gdLst>
                  <a:gd name="T0" fmla="*/ 0 w 2542"/>
                  <a:gd name="T1" fmla="*/ 0 h 2076"/>
                  <a:gd name="T2" fmla="*/ 7 w 2542"/>
                  <a:gd name="T3" fmla="*/ 77 h 2076"/>
                  <a:gd name="T4" fmla="*/ 79 w 2542"/>
                  <a:gd name="T5" fmla="*/ 69 h 2076"/>
                  <a:gd name="T6" fmla="*/ 94 w 2542"/>
                  <a:gd name="T7" fmla="*/ 2 h 2076"/>
                  <a:gd name="T8" fmla="*/ 0 w 2542"/>
                  <a:gd name="T9" fmla="*/ 0 h 2076"/>
                  <a:gd name="T10" fmla="*/ 0 60000 65536"/>
                  <a:gd name="T11" fmla="*/ 0 60000 65536"/>
                  <a:gd name="T12" fmla="*/ 0 60000 65536"/>
                  <a:gd name="T13" fmla="*/ 0 60000 65536"/>
                  <a:gd name="T14" fmla="*/ 0 60000 65536"/>
                  <a:gd name="T15" fmla="*/ 0 w 2542"/>
                  <a:gd name="T16" fmla="*/ 0 h 2076"/>
                  <a:gd name="T17" fmla="*/ 2542 w 2542"/>
                  <a:gd name="T18" fmla="*/ 2076 h 2076"/>
                </a:gdLst>
                <a:ahLst/>
                <a:cxnLst>
                  <a:cxn ang="T10">
                    <a:pos x="T0" y="T1"/>
                  </a:cxn>
                  <a:cxn ang="T11">
                    <a:pos x="T2" y="T3"/>
                  </a:cxn>
                  <a:cxn ang="T12">
                    <a:pos x="T4" y="T5"/>
                  </a:cxn>
                  <a:cxn ang="T13">
                    <a:pos x="T6" y="T7"/>
                  </a:cxn>
                  <a:cxn ang="T14">
                    <a:pos x="T8" y="T9"/>
                  </a:cxn>
                </a:cxnLst>
                <a:rect l="T15" t="T16" r="T17" b="T18"/>
                <a:pathLst>
                  <a:path w="2542" h="2076">
                    <a:moveTo>
                      <a:pt x="0" y="0"/>
                    </a:moveTo>
                    <a:lnTo>
                      <a:pt x="188" y="2076"/>
                    </a:lnTo>
                    <a:lnTo>
                      <a:pt x="2125" y="1857"/>
                    </a:lnTo>
                    <a:lnTo>
                      <a:pt x="2542" y="61"/>
                    </a:lnTo>
                    <a:lnTo>
                      <a:pt x="0"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14083" name="Freeform 14"/>
              <p:cNvSpPr>
                <a:spLocks/>
              </p:cNvSpPr>
              <p:nvPr/>
            </p:nvSpPr>
            <p:spPr bwMode="auto">
              <a:xfrm>
                <a:off x="2242" y="878"/>
                <a:ext cx="269" cy="112"/>
              </a:xfrm>
              <a:custGeom>
                <a:avLst/>
                <a:gdLst>
                  <a:gd name="T0" fmla="*/ 29 w 807"/>
                  <a:gd name="T1" fmla="*/ 8 h 335"/>
                  <a:gd name="T2" fmla="*/ 2 w 807"/>
                  <a:gd name="T3" fmla="*/ 12 h 335"/>
                  <a:gd name="T4" fmla="*/ 1 w 807"/>
                  <a:gd name="T5" fmla="*/ 0 h 335"/>
                  <a:gd name="T6" fmla="*/ 1 w 807"/>
                  <a:gd name="T7" fmla="*/ 0 h 335"/>
                  <a:gd name="T8" fmla="*/ 1 w 807"/>
                  <a:gd name="T9" fmla="*/ 0 h 335"/>
                  <a:gd name="T10" fmla="*/ 1 w 807"/>
                  <a:gd name="T11" fmla="*/ 0 h 335"/>
                  <a:gd name="T12" fmla="*/ 0 w 807"/>
                  <a:gd name="T13" fmla="*/ 0 h 335"/>
                  <a:gd name="T14" fmla="*/ 0 w 807"/>
                  <a:gd name="T15" fmla="*/ 0 h 335"/>
                  <a:gd name="T16" fmla="*/ 0 w 807"/>
                  <a:gd name="T17" fmla="*/ 0 h 335"/>
                  <a:gd name="T18" fmla="*/ 0 w 807"/>
                  <a:gd name="T19" fmla="*/ 0 h 335"/>
                  <a:gd name="T20" fmla="*/ 0 w 807"/>
                  <a:gd name="T21" fmla="*/ 0 h 335"/>
                  <a:gd name="T22" fmla="*/ 1 w 807"/>
                  <a:gd name="T23" fmla="*/ 12 h 335"/>
                  <a:gd name="T24" fmla="*/ 30 w 807"/>
                  <a:gd name="T25" fmla="*/ 9 h 335"/>
                  <a:gd name="T26" fmla="*/ 30 w 807"/>
                  <a:gd name="T27" fmla="*/ 9 h 335"/>
                  <a:gd name="T28" fmla="*/ 30 w 807"/>
                  <a:gd name="T29" fmla="*/ 9 h 335"/>
                  <a:gd name="T30" fmla="*/ 30 w 807"/>
                  <a:gd name="T31" fmla="*/ 9 h 335"/>
                  <a:gd name="T32" fmla="*/ 30 w 807"/>
                  <a:gd name="T33" fmla="*/ 9 h 335"/>
                  <a:gd name="T34" fmla="*/ 30 w 807"/>
                  <a:gd name="T35" fmla="*/ 9 h 335"/>
                  <a:gd name="T36" fmla="*/ 30 w 807"/>
                  <a:gd name="T37" fmla="*/ 9 h 335"/>
                  <a:gd name="T38" fmla="*/ 30 w 807"/>
                  <a:gd name="T39" fmla="*/ 9 h 335"/>
                  <a:gd name="T40" fmla="*/ 30 w 807"/>
                  <a:gd name="T41" fmla="*/ 8 h 335"/>
                  <a:gd name="T42" fmla="*/ 29 w 807"/>
                  <a:gd name="T43" fmla="*/ 8 h 335"/>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5"/>
                  <a:gd name="T68" fmla="*/ 807 w 807"/>
                  <a:gd name="T69" fmla="*/ 335 h 335"/>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5">
                    <a:moveTo>
                      <a:pt x="795" y="226"/>
                    </a:moveTo>
                    <a:lnTo>
                      <a:pt x="54" y="313"/>
                    </a:lnTo>
                    <a:lnTo>
                      <a:pt x="21" y="9"/>
                    </a:lnTo>
                    <a:lnTo>
                      <a:pt x="20" y="4"/>
                    </a:lnTo>
                    <a:lnTo>
                      <a:pt x="17" y="1"/>
                    </a:lnTo>
                    <a:lnTo>
                      <a:pt x="14" y="0"/>
                    </a:lnTo>
                    <a:lnTo>
                      <a:pt x="9" y="0"/>
                    </a:lnTo>
                    <a:lnTo>
                      <a:pt x="5" y="1"/>
                    </a:lnTo>
                    <a:lnTo>
                      <a:pt x="2" y="3"/>
                    </a:lnTo>
                    <a:lnTo>
                      <a:pt x="0" y="7"/>
                    </a:lnTo>
                    <a:lnTo>
                      <a:pt x="0" y="10"/>
                    </a:lnTo>
                    <a:lnTo>
                      <a:pt x="36" y="335"/>
                    </a:lnTo>
                    <a:lnTo>
                      <a:pt x="798" y="247"/>
                    </a:lnTo>
                    <a:lnTo>
                      <a:pt x="801" y="245"/>
                    </a:lnTo>
                    <a:lnTo>
                      <a:pt x="804" y="242"/>
                    </a:lnTo>
                    <a:lnTo>
                      <a:pt x="805" y="239"/>
                    </a:lnTo>
                    <a:lnTo>
                      <a:pt x="807" y="235"/>
                    </a:lnTo>
                    <a:lnTo>
                      <a:pt x="805" y="232"/>
                    </a:lnTo>
                    <a:lnTo>
                      <a:pt x="802" y="229"/>
                    </a:lnTo>
                    <a:lnTo>
                      <a:pt x="799" y="227"/>
                    </a:lnTo>
                    <a:lnTo>
                      <a:pt x="795" y="226"/>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14084" name="Freeform 15"/>
              <p:cNvSpPr>
                <a:spLocks/>
              </p:cNvSpPr>
              <p:nvPr/>
            </p:nvSpPr>
            <p:spPr bwMode="auto">
              <a:xfrm>
                <a:off x="2782" y="349"/>
                <a:ext cx="251" cy="579"/>
              </a:xfrm>
              <a:custGeom>
                <a:avLst/>
                <a:gdLst>
                  <a:gd name="T0" fmla="*/ 13 w 755"/>
                  <a:gd name="T1" fmla="*/ 0 h 1737"/>
                  <a:gd name="T2" fmla="*/ 13 w 755"/>
                  <a:gd name="T3" fmla="*/ 0 h 1737"/>
                  <a:gd name="T4" fmla="*/ 13 w 755"/>
                  <a:gd name="T5" fmla="*/ 0 h 1737"/>
                  <a:gd name="T6" fmla="*/ 13 w 755"/>
                  <a:gd name="T7" fmla="*/ 0 h 1737"/>
                  <a:gd name="T8" fmla="*/ 13 w 755"/>
                  <a:gd name="T9" fmla="*/ 0 h 1737"/>
                  <a:gd name="T10" fmla="*/ 13 w 755"/>
                  <a:gd name="T11" fmla="*/ 1 h 1737"/>
                  <a:gd name="T12" fmla="*/ 13 w 755"/>
                  <a:gd name="T13" fmla="*/ 1 h 1737"/>
                  <a:gd name="T14" fmla="*/ 13 w 755"/>
                  <a:gd name="T15" fmla="*/ 1 h 1737"/>
                  <a:gd name="T16" fmla="*/ 13 w 755"/>
                  <a:gd name="T17" fmla="*/ 1 h 1737"/>
                  <a:gd name="T18" fmla="*/ 27 w 755"/>
                  <a:gd name="T19" fmla="*/ 1 h 1737"/>
                  <a:gd name="T20" fmla="*/ 12 w 755"/>
                  <a:gd name="T21" fmla="*/ 62 h 1737"/>
                  <a:gd name="T22" fmla="*/ 0 w 755"/>
                  <a:gd name="T23" fmla="*/ 64 h 1737"/>
                  <a:gd name="T24" fmla="*/ 0 w 755"/>
                  <a:gd name="T25" fmla="*/ 64 h 1737"/>
                  <a:gd name="T26" fmla="*/ 0 w 755"/>
                  <a:gd name="T27" fmla="*/ 64 h 1737"/>
                  <a:gd name="T28" fmla="*/ 0 w 755"/>
                  <a:gd name="T29" fmla="*/ 64 h 1737"/>
                  <a:gd name="T30" fmla="*/ 0 w 755"/>
                  <a:gd name="T31" fmla="*/ 64 h 1737"/>
                  <a:gd name="T32" fmla="*/ 0 w 755"/>
                  <a:gd name="T33" fmla="*/ 64 h 1737"/>
                  <a:gd name="T34" fmla="*/ 0 w 755"/>
                  <a:gd name="T35" fmla="*/ 64 h 1737"/>
                  <a:gd name="T36" fmla="*/ 0 w 755"/>
                  <a:gd name="T37" fmla="*/ 64 h 1737"/>
                  <a:gd name="T38" fmla="*/ 0 w 755"/>
                  <a:gd name="T39" fmla="*/ 64 h 1737"/>
                  <a:gd name="T40" fmla="*/ 0 w 755"/>
                  <a:gd name="T41" fmla="*/ 64 h 1737"/>
                  <a:gd name="T42" fmla="*/ 13 w 755"/>
                  <a:gd name="T43" fmla="*/ 63 h 1737"/>
                  <a:gd name="T44" fmla="*/ 28 w 755"/>
                  <a:gd name="T45" fmla="*/ 0 h 1737"/>
                  <a:gd name="T46" fmla="*/ 13 w 755"/>
                  <a:gd name="T47" fmla="*/ 0 h 1737"/>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5"/>
                  <a:gd name="T73" fmla="*/ 0 h 1737"/>
                  <a:gd name="T74" fmla="*/ 755 w 755"/>
                  <a:gd name="T75" fmla="*/ 1737 h 1737"/>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5" h="1737">
                    <a:moveTo>
                      <a:pt x="356" y="0"/>
                    </a:moveTo>
                    <a:lnTo>
                      <a:pt x="351" y="1"/>
                    </a:lnTo>
                    <a:lnTo>
                      <a:pt x="348" y="3"/>
                    </a:lnTo>
                    <a:lnTo>
                      <a:pt x="347" y="6"/>
                    </a:lnTo>
                    <a:lnTo>
                      <a:pt x="345" y="10"/>
                    </a:lnTo>
                    <a:lnTo>
                      <a:pt x="347" y="14"/>
                    </a:lnTo>
                    <a:lnTo>
                      <a:pt x="348" y="17"/>
                    </a:lnTo>
                    <a:lnTo>
                      <a:pt x="351" y="19"/>
                    </a:lnTo>
                    <a:lnTo>
                      <a:pt x="356" y="20"/>
                    </a:lnTo>
                    <a:lnTo>
                      <a:pt x="730" y="20"/>
                    </a:lnTo>
                    <a:lnTo>
                      <a:pt x="338" y="1676"/>
                    </a:lnTo>
                    <a:lnTo>
                      <a:pt x="9" y="1716"/>
                    </a:lnTo>
                    <a:lnTo>
                      <a:pt x="5" y="1718"/>
                    </a:lnTo>
                    <a:lnTo>
                      <a:pt x="2" y="1721"/>
                    </a:lnTo>
                    <a:lnTo>
                      <a:pt x="0" y="1724"/>
                    </a:lnTo>
                    <a:lnTo>
                      <a:pt x="0" y="1728"/>
                    </a:lnTo>
                    <a:lnTo>
                      <a:pt x="2" y="1733"/>
                    </a:lnTo>
                    <a:lnTo>
                      <a:pt x="3" y="1734"/>
                    </a:lnTo>
                    <a:lnTo>
                      <a:pt x="6" y="1737"/>
                    </a:lnTo>
                    <a:lnTo>
                      <a:pt x="11" y="1737"/>
                    </a:lnTo>
                    <a:lnTo>
                      <a:pt x="354" y="1696"/>
                    </a:lnTo>
                    <a:lnTo>
                      <a:pt x="755" y="0"/>
                    </a:lnTo>
                    <a:lnTo>
                      <a:pt x="356"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14085" name="Freeform 16"/>
              <p:cNvSpPr>
                <a:spLocks/>
              </p:cNvSpPr>
              <p:nvPr/>
            </p:nvSpPr>
            <p:spPr bwMode="auto">
              <a:xfrm>
                <a:off x="2186" y="333"/>
                <a:ext cx="176" cy="261"/>
              </a:xfrm>
              <a:custGeom>
                <a:avLst/>
                <a:gdLst>
                  <a:gd name="T0" fmla="*/ 19 w 528"/>
                  <a:gd name="T1" fmla="*/ 1 h 783"/>
                  <a:gd name="T2" fmla="*/ 19 w 528"/>
                  <a:gd name="T3" fmla="*/ 1 h 783"/>
                  <a:gd name="T4" fmla="*/ 19 w 528"/>
                  <a:gd name="T5" fmla="*/ 1 h 783"/>
                  <a:gd name="T6" fmla="*/ 19 w 528"/>
                  <a:gd name="T7" fmla="*/ 1 h 783"/>
                  <a:gd name="T8" fmla="*/ 20 w 528"/>
                  <a:gd name="T9" fmla="*/ 0 h 783"/>
                  <a:gd name="T10" fmla="*/ 19 w 528"/>
                  <a:gd name="T11" fmla="*/ 0 h 783"/>
                  <a:gd name="T12" fmla="*/ 19 w 528"/>
                  <a:gd name="T13" fmla="*/ 0 h 783"/>
                  <a:gd name="T14" fmla="*/ 19 w 528"/>
                  <a:gd name="T15" fmla="*/ 0 h 783"/>
                  <a:gd name="T16" fmla="*/ 19 w 528"/>
                  <a:gd name="T17" fmla="*/ 0 h 783"/>
                  <a:gd name="T18" fmla="*/ 0 w 528"/>
                  <a:gd name="T19" fmla="*/ 0 h 783"/>
                  <a:gd name="T20" fmla="*/ 3 w 528"/>
                  <a:gd name="T21" fmla="*/ 29 h 783"/>
                  <a:gd name="T22" fmla="*/ 3 w 528"/>
                  <a:gd name="T23" fmla="*/ 29 h 783"/>
                  <a:gd name="T24" fmla="*/ 3 w 528"/>
                  <a:gd name="T25" fmla="*/ 29 h 783"/>
                  <a:gd name="T26" fmla="*/ 3 w 528"/>
                  <a:gd name="T27" fmla="*/ 29 h 783"/>
                  <a:gd name="T28" fmla="*/ 3 w 528"/>
                  <a:gd name="T29" fmla="*/ 29 h 783"/>
                  <a:gd name="T30" fmla="*/ 3 w 528"/>
                  <a:gd name="T31" fmla="*/ 29 h 783"/>
                  <a:gd name="T32" fmla="*/ 4 w 528"/>
                  <a:gd name="T33" fmla="*/ 29 h 783"/>
                  <a:gd name="T34" fmla="*/ 4 w 528"/>
                  <a:gd name="T35" fmla="*/ 29 h 783"/>
                  <a:gd name="T36" fmla="*/ 4 w 528"/>
                  <a:gd name="T37" fmla="*/ 29 h 783"/>
                  <a:gd name="T38" fmla="*/ 4 w 528"/>
                  <a:gd name="T39" fmla="*/ 29 h 783"/>
                  <a:gd name="T40" fmla="*/ 1 w 528"/>
                  <a:gd name="T41" fmla="*/ 1 h 783"/>
                  <a:gd name="T42" fmla="*/ 19 w 528"/>
                  <a:gd name="T43" fmla="*/ 1 h 78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3"/>
                  <a:gd name="T68" fmla="*/ 528 w 528"/>
                  <a:gd name="T69" fmla="*/ 783 h 78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3">
                    <a:moveTo>
                      <a:pt x="519" y="21"/>
                    </a:moveTo>
                    <a:lnTo>
                      <a:pt x="522" y="20"/>
                    </a:lnTo>
                    <a:lnTo>
                      <a:pt x="525" y="18"/>
                    </a:lnTo>
                    <a:lnTo>
                      <a:pt x="526" y="15"/>
                    </a:lnTo>
                    <a:lnTo>
                      <a:pt x="528" y="11"/>
                    </a:lnTo>
                    <a:lnTo>
                      <a:pt x="526" y="6"/>
                    </a:lnTo>
                    <a:lnTo>
                      <a:pt x="525" y="3"/>
                    </a:lnTo>
                    <a:lnTo>
                      <a:pt x="522" y="2"/>
                    </a:lnTo>
                    <a:lnTo>
                      <a:pt x="519" y="0"/>
                    </a:lnTo>
                    <a:lnTo>
                      <a:pt x="0" y="0"/>
                    </a:lnTo>
                    <a:lnTo>
                      <a:pt x="82" y="772"/>
                    </a:lnTo>
                    <a:lnTo>
                      <a:pt x="84" y="777"/>
                    </a:lnTo>
                    <a:lnTo>
                      <a:pt x="85" y="780"/>
                    </a:lnTo>
                    <a:lnTo>
                      <a:pt x="88" y="781"/>
                    </a:lnTo>
                    <a:lnTo>
                      <a:pt x="93" y="783"/>
                    </a:lnTo>
                    <a:lnTo>
                      <a:pt x="97" y="781"/>
                    </a:lnTo>
                    <a:lnTo>
                      <a:pt x="100" y="778"/>
                    </a:lnTo>
                    <a:lnTo>
                      <a:pt x="102" y="775"/>
                    </a:lnTo>
                    <a:lnTo>
                      <a:pt x="102" y="771"/>
                    </a:lnTo>
                    <a:lnTo>
                      <a:pt x="22" y="21"/>
                    </a:lnTo>
                    <a:lnTo>
                      <a:pt x="519" y="21"/>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14086" name="Freeform 17"/>
              <p:cNvSpPr>
                <a:spLocks/>
              </p:cNvSpPr>
              <p:nvPr/>
            </p:nvSpPr>
            <p:spPr bwMode="auto">
              <a:xfrm>
                <a:off x="2231" y="871"/>
                <a:ext cx="269" cy="112"/>
              </a:xfrm>
              <a:custGeom>
                <a:avLst/>
                <a:gdLst>
                  <a:gd name="T0" fmla="*/ 29 w 807"/>
                  <a:gd name="T1" fmla="*/ 8 h 338"/>
                  <a:gd name="T2" fmla="*/ 2 w 807"/>
                  <a:gd name="T3" fmla="*/ 11 h 338"/>
                  <a:gd name="T4" fmla="*/ 1 w 807"/>
                  <a:gd name="T5" fmla="*/ 0 h 338"/>
                  <a:gd name="T6" fmla="*/ 1 w 807"/>
                  <a:gd name="T7" fmla="*/ 0 h 338"/>
                  <a:gd name="T8" fmla="*/ 1 w 807"/>
                  <a:gd name="T9" fmla="*/ 0 h 338"/>
                  <a:gd name="T10" fmla="*/ 1 w 807"/>
                  <a:gd name="T11" fmla="*/ 0 h 338"/>
                  <a:gd name="T12" fmla="*/ 0 w 807"/>
                  <a:gd name="T13" fmla="*/ 0 h 338"/>
                  <a:gd name="T14" fmla="*/ 0 w 807"/>
                  <a:gd name="T15" fmla="*/ 0 h 338"/>
                  <a:gd name="T16" fmla="*/ 0 w 807"/>
                  <a:gd name="T17" fmla="*/ 0 h 338"/>
                  <a:gd name="T18" fmla="*/ 0 w 807"/>
                  <a:gd name="T19" fmla="*/ 0 h 338"/>
                  <a:gd name="T20" fmla="*/ 0 w 807"/>
                  <a:gd name="T21" fmla="*/ 0 h 338"/>
                  <a:gd name="T22" fmla="*/ 1 w 807"/>
                  <a:gd name="T23" fmla="*/ 12 h 338"/>
                  <a:gd name="T24" fmla="*/ 30 w 807"/>
                  <a:gd name="T25" fmla="*/ 9 h 338"/>
                  <a:gd name="T26" fmla="*/ 30 w 807"/>
                  <a:gd name="T27" fmla="*/ 9 h 338"/>
                  <a:gd name="T28" fmla="*/ 30 w 807"/>
                  <a:gd name="T29" fmla="*/ 9 h 338"/>
                  <a:gd name="T30" fmla="*/ 30 w 807"/>
                  <a:gd name="T31" fmla="*/ 9 h 338"/>
                  <a:gd name="T32" fmla="*/ 30 w 807"/>
                  <a:gd name="T33" fmla="*/ 9 h 338"/>
                  <a:gd name="T34" fmla="*/ 30 w 807"/>
                  <a:gd name="T35" fmla="*/ 9 h 338"/>
                  <a:gd name="T36" fmla="*/ 30 w 807"/>
                  <a:gd name="T37" fmla="*/ 9 h 338"/>
                  <a:gd name="T38" fmla="*/ 30 w 807"/>
                  <a:gd name="T39" fmla="*/ 8 h 338"/>
                  <a:gd name="T40" fmla="*/ 30 w 807"/>
                  <a:gd name="T41" fmla="*/ 8 h 338"/>
                  <a:gd name="T42" fmla="*/ 29 w 807"/>
                  <a:gd name="T43" fmla="*/ 8 h 338"/>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807"/>
                  <a:gd name="T67" fmla="*/ 0 h 338"/>
                  <a:gd name="T68" fmla="*/ 807 w 807"/>
                  <a:gd name="T69" fmla="*/ 338 h 338"/>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807" h="338">
                    <a:moveTo>
                      <a:pt x="796" y="228"/>
                    </a:moveTo>
                    <a:lnTo>
                      <a:pt x="53" y="314"/>
                    </a:lnTo>
                    <a:lnTo>
                      <a:pt x="21" y="9"/>
                    </a:lnTo>
                    <a:lnTo>
                      <a:pt x="19" y="6"/>
                    </a:lnTo>
                    <a:lnTo>
                      <a:pt x="17" y="3"/>
                    </a:lnTo>
                    <a:lnTo>
                      <a:pt x="14" y="2"/>
                    </a:lnTo>
                    <a:lnTo>
                      <a:pt x="9" y="0"/>
                    </a:lnTo>
                    <a:lnTo>
                      <a:pt x="6" y="2"/>
                    </a:lnTo>
                    <a:lnTo>
                      <a:pt x="3" y="5"/>
                    </a:lnTo>
                    <a:lnTo>
                      <a:pt x="2" y="8"/>
                    </a:lnTo>
                    <a:lnTo>
                      <a:pt x="0" y="12"/>
                    </a:lnTo>
                    <a:lnTo>
                      <a:pt x="36" y="338"/>
                    </a:lnTo>
                    <a:lnTo>
                      <a:pt x="798" y="247"/>
                    </a:lnTo>
                    <a:lnTo>
                      <a:pt x="802" y="246"/>
                    </a:lnTo>
                    <a:lnTo>
                      <a:pt x="805" y="244"/>
                    </a:lnTo>
                    <a:lnTo>
                      <a:pt x="807" y="241"/>
                    </a:lnTo>
                    <a:lnTo>
                      <a:pt x="807" y="237"/>
                    </a:lnTo>
                    <a:lnTo>
                      <a:pt x="805" y="233"/>
                    </a:lnTo>
                    <a:lnTo>
                      <a:pt x="804" y="230"/>
                    </a:lnTo>
                    <a:lnTo>
                      <a:pt x="799" y="228"/>
                    </a:lnTo>
                    <a:lnTo>
                      <a:pt x="796" y="228"/>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14087" name="Freeform 18"/>
              <p:cNvSpPr>
                <a:spLocks/>
              </p:cNvSpPr>
              <p:nvPr/>
            </p:nvSpPr>
            <p:spPr bwMode="auto">
              <a:xfrm>
                <a:off x="2772" y="343"/>
                <a:ext cx="251" cy="579"/>
              </a:xfrm>
              <a:custGeom>
                <a:avLst/>
                <a:gdLst>
                  <a:gd name="T0" fmla="*/ 13 w 754"/>
                  <a:gd name="T1" fmla="*/ 0 h 1736"/>
                  <a:gd name="T2" fmla="*/ 13 w 754"/>
                  <a:gd name="T3" fmla="*/ 0 h 1736"/>
                  <a:gd name="T4" fmla="*/ 13 w 754"/>
                  <a:gd name="T5" fmla="*/ 0 h 1736"/>
                  <a:gd name="T6" fmla="*/ 13 w 754"/>
                  <a:gd name="T7" fmla="*/ 0 h 1736"/>
                  <a:gd name="T8" fmla="*/ 13 w 754"/>
                  <a:gd name="T9" fmla="*/ 0 h 1736"/>
                  <a:gd name="T10" fmla="*/ 13 w 754"/>
                  <a:gd name="T11" fmla="*/ 0 h 1736"/>
                  <a:gd name="T12" fmla="*/ 13 w 754"/>
                  <a:gd name="T13" fmla="*/ 1 h 1736"/>
                  <a:gd name="T14" fmla="*/ 13 w 754"/>
                  <a:gd name="T15" fmla="*/ 1 h 1736"/>
                  <a:gd name="T16" fmla="*/ 13 w 754"/>
                  <a:gd name="T17" fmla="*/ 1 h 1736"/>
                  <a:gd name="T18" fmla="*/ 27 w 754"/>
                  <a:gd name="T19" fmla="*/ 1 h 1736"/>
                  <a:gd name="T20" fmla="*/ 12 w 754"/>
                  <a:gd name="T21" fmla="*/ 62 h 1736"/>
                  <a:gd name="T22" fmla="*/ 0 w 754"/>
                  <a:gd name="T23" fmla="*/ 64 h 1736"/>
                  <a:gd name="T24" fmla="*/ 0 w 754"/>
                  <a:gd name="T25" fmla="*/ 64 h 1736"/>
                  <a:gd name="T26" fmla="*/ 0 w 754"/>
                  <a:gd name="T27" fmla="*/ 64 h 1736"/>
                  <a:gd name="T28" fmla="*/ 0 w 754"/>
                  <a:gd name="T29" fmla="*/ 64 h 1736"/>
                  <a:gd name="T30" fmla="*/ 0 w 754"/>
                  <a:gd name="T31" fmla="*/ 64 h 1736"/>
                  <a:gd name="T32" fmla="*/ 0 w 754"/>
                  <a:gd name="T33" fmla="*/ 64 h 1736"/>
                  <a:gd name="T34" fmla="*/ 0 w 754"/>
                  <a:gd name="T35" fmla="*/ 64 h 1736"/>
                  <a:gd name="T36" fmla="*/ 0 w 754"/>
                  <a:gd name="T37" fmla="*/ 64 h 1736"/>
                  <a:gd name="T38" fmla="*/ 0 w 754"/>
                  <a:gd name="T39" fmla="*/ 64 h 1736"/>
                  <a:gd name="T40" fmla="*/ 0 w 754"/>
                  <a:gd name="T41" fmla="*/ 64 h 1736"/>
                  <a:gd name="T42" fmla="*/ 13 w 754"/>
                  <a:gd name="T43" fmla="*/ 63 h 1736"/>
                  <a:gd name="T44" fmla="*/ 28 w 754"/>
                  <a:gd name="T45" fmla="*/ 0 h 1736"/>
                  <a:gd name="T46" fmla="*/ 13 w 754"/>
                  <a:gd name="T47" fmla="*/ 0 h 17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754"/>
                  <a:gd name="T73" fmla="*/ 0 h 1736"/>
                  <a:gd name="T74" fmla="*/ 754 w 754"/>
                  <a:gd name="T75" fmla="*/ 1736 h 17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754" h="1736">
                    <a:moveTo>
                      <a:pt x="355" y="0"/>
                    </a:moveTo>
                    <a:lnTo>
                      <a:pt x="352" y="1"/>
                    </a:lnTo>
                    <a:lnTo>
                      <a:pt x="348" y="3"/>
                    </a:lnTo>
                    <a:lnTo>
                      <a:pt x="346" y="6"/>
                    </a:lnTo>
                    <a:lnTo>
                      <a:pt x="345" y="9"/>
                    </a:lnTo>
                    <a:lnTo>
                      <a:pt x="346" y="13"/>
                    </a:lnTo>
                    <a:lnTo>
                      <a:pt x="348" y="16"/>
                    </a:lnTo>
                    <a:lnTo>
                      <a:pt x="352" y="18"/>
                    </a:lnTo>
                    <a:lnTo>
                      <a:pt x="355" y="19"/>
                    </a:lnTo>
                    <a:lnTo>
                      <a:pt x="729" y="19"/>
                    </a:lnTo>
                    <a:lnTo>
                      <a:pt x="337" y="1677"/>
                    </a:lnTo>
                    <a:lnTo>
                      <a:pt x="9" y="1715"/>
                    </a:lnTo>
                    <a:lnTo>
                      <a:pt x="4" y="1717"/>
                    </a:lnTo>
                    <a:lnTo>
                      <a:pt x="1" y="1719"/>
                    </a:lnTo>
                    <a:lnTo>
                      <a:pt x="0" y="1722"/>
                    </a:lnTo>
                    <a:lnTo>
                      <a:pt x="0" y="1727"/>
                    </a:lnTo>
                    <a:lnTo>
                      <a:pt x="1" y="1731"/>
                    </a:lnTo>
                    <a:lnTo>
                      <a:pt x="3" y="1734"/>
                    </a:lnTo>
                    <a:lnTo>
                      <a:pt x="7" y="1736"/>
                    </a:lnTo>
                    <a:lnTo>
                      <a:pt x="10" y="1736"/>
                    </a:lnTo>
                    <a:lnTo>
                      <a:pt x="353" y="1694"/>
                    </a:lnTo>
                    <a:lnTo>
                      <a:pt x="754" y="0"/>
                    </a:lnTo>
                    <a:lnTo>
                      <a:pt x="355"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14088" name="Freeform 19"/>
              <p:cNvSpPr>
                <a:spLocks/>
              </p:cNvSpPr>
              <p:nvPr/>
            </p:nvSpPr>
            <p:spPr bwMode="auto">
              <a:xfrm>
                <a:off x="2185" y="325"/>
                <a:ext cx="176" cy="260"/>
              </a:xfrm>
              <a:custGeom>
                <a:avLst/>
                <a:gdLst>
                  <a:gd name="T0" fmla="*/ 19 w 528"/>
                  <a:gd name="T1" fmla="*/ 1 h 780"/>
                  <a:gd name="T2" fmla="*/ 19 w 528"/>
                  <a:gd name="T3" fmla="*/ 1 h 780"/>
                  <a:gd name="T4" fmla="*/ 19 w 528"/>
                  <a:gd name="T5" fmla="*/ 1 h 780"/>
                  <a:gd name="T6" fmla="*/ 19 w 528"/>
                  <a:gd name="T7" fmla="*/ 0 h 780"/>
                  <a:gd name="T8" fmla="*/ 20 w 528"/>
                  <a:gd name="T9" fmla="*/ 0 h 780"/>
                  <a:gd name="T10" fmla="*/ 19 w 528"/>
                  <a:gd name="T11" fmla="*/ 0 h 780"/>
                  <a:gd name="T12" fmla="*/ 19 w 528"/>
                  <a:gd name="T13" fmla="*/ 0 h 780"/>
                  <a:gd name="T14" fmla="*/ 19 w 528"/>
                  <a:gd name="T15" fmla="*/ 0 h 780"/>
                  <a:gd name="T16" fmla="*/ 19 w 528"/>
                  <a:gd name="T17" fmla="*/ 0 h 780"/>
                  <a:gd name="T18" fmla="*/ 0 w 528"/>
                  <a:gd name="T19" fmla="*/ 0 h 780"/>
                  <a:gd name="T20" fmla="*/ 3 w 528"/>
                  <a:gd name="T21" fmla="*/ 29 h 780"/>
                  <a:gd name="T22" fmla="*/ 3 w 528"/>
                  <a:gd name="T23" fmla="*/ 29 h 780"/>
                  <a:gd name="T24" fmla="*/ 3 w 528"/>
                  <a:gd name="T25" fmla="*/ 29 h 780"/>
                  <a:gd name="T26" fmla="*/ 3 w 528"/>
                  <a:gd name="T27" fmla="*/ 29 h 780"/>
                  <a:gd name="T28" fmla="*/ 3 w 528"/>
                  <a:gd name="T29" fmla="*/ 29 h 780"/>
                  <a:gd name="T30" fmla="*/ 3 w 528"/>
                  <a:gd name="T31" fmla="*/ 29 h 780"/>
                  <a:gd name="T32" fmla="*/ 4 w 528"/>
                  <a:gd name="T33" fmla="*/ 29 h 780"/>
                  <a:gd name="T34" fmla="*/ 4 w 528"/>
                  <a:gd name="T35" fmla="*/ 29 h 780"/>
                  <a:gd name="T36" fmla="*/ 4 w 528"/>
                  <a:gd name="T37" fmla="*/ 29 h 780"/>
                  <a:gd name="T38" fmla="*/ 4 w 528"/>
                  <a:gd name="T39" fmla="*/ 29 h 780"/>
                  <a:gd name="T40" fmla="*/ 1 w 528"/>
                  <a:gd name="T41" fmla="*/ 1 h 780"/>
                  <a:gd name="T42" fmla="*/ 19 w 528"/>
                  <a:gd name="T43" fmla="*/ 1 h 78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28"/>
                  <a:gd name="T67" fmla="*/ 0 h 780"/>
                  <a:gd name="T68" fmla="*/ 528 w 528"/>
                  <a:gd name="T69" fmla="*/ 780 h 78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28" h="780">
                    <a:moveTo>
                      <a:pt x="518" y="19"/>
                    </a:moveTo>
                    <a:lnTo>
                      <a:pt x="522" y="17"/>
                    </a:lnTo>
                    <a:lnTo>
                      <a:pt x="525" y="16"/>
                    </a:lnTo>
                    <a:lnTo>
                      <a:pt x="526" y="13"/>
                    </a:lnTo>
                    <a:lnTo>
                      <a:pt x="528" y="10"/>
                    </a:lnTo>
                    <a:lnTo>
                      <a:pt x="526" y="6"/>
                    </a:lnTo>
                    <a:lnTo>
                      <a:pt x="525" y="3"/>
                    </a:lnTo>
                    <a:lnTo>
                      <a:pt x="522" y="1"/>
                    </a:lnTo>
                    <a:lnTo>
                      <a:pt x="518" y="0"/>
                    </a:lnTo>
                    <a:lnTo>
                      <a:pt x="0" y="0"/>
                    </a:lnTo>
                    <a:lnTo>
                      <a:pt x="81" y="772"/>
                    </a:lnTo>
                    <a:lnTo>
                      <a:pt x="83" y="776"/>
                    </a:lnTo>
                    <a:lnTo>
                      <a:pt x="85" y="779"/>
                    </a:lnTo>
                    <a:lnTo>
                      <a:pt x="88" y="780"/>
                    </a:lnTo>
                    <a:lnTo>
                      <a:pt x="93" y="780"/>
                    </a:lnTo>
                    <a:lnTo>
                      <a:pt x="96" y="779"/>
                    </a:lnTo>
                    <a:lnTo>
                      <a:pt x="99" y="777"/>
                    </a:lnTo>
                    <a:lnTo>
                      <a:pt x="100" y="773"/>
                    </a:lnTo>
                    <a:lnTo>
                      <a:pt x="102" y="770"/>
                    </a:lnTo>
                    <a:lnTo>
                      <a:pt x="22" y="19"/>
                    </a:lnTo>
                    <a:lnTo>
                      <a:pt x="518" y="19"/>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pic>
          <p:nvPicPr>
            <p:cNvPr id="214080" name="Picture 20"/>
            <p:cNvPicPr>
              <a:picLocks noChangeAspect="1" noChangeArrowheads="1"/>
            </p:cNvPicPr>
            <p:nvPr/>
          </p:nvPicPr>
          <p:blipFill>
            <a:blip r:embed="rId3" cstate="print">
              <a:extLst>
                <a:ext uri="{28A0092B-C50C-407E-A947-70E740481C1C}">
                  <a14:useLocalDpi xmlns:a14="http://schemas.microsoft.com/office/drawing/2010/main" val="0"/>
                </a:ext>
              </a:extLst>
            </a:blip>
            <a:srcRect l="-4282" t="-4369" r="-5199" b="-12012"/>
            <a:stretch>
              <a:fillRect/>
            </a:stretch>
          </p:blipFill>
          <p:spPr bwMode="auto">
            <a:xfrm>
              <a:off x="4456" y="136"/>
              <a:ext cx="480" cy="5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14081" name="Text Box 21"/>
            <p:cNvSpPr txBox="1">
              <a:spLocks noChangeArrowheads="1"/>
            </p:cNvSpPr>
            <p:nvPr/>
          </p:nvSpPr>
          <p:spPr bwMode="auto">
            <a:xfrm>
              <a:off x="4946" y="314"/>
              <a:ext cx="596" cy="49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4500" b="1">
                  <a:solidFill>
                    <a:srgbClr val="FF0000"/>
                  </a:solidFill>
                  <a:latin typeface="Arial Black" pitchFamily="34" charset="0"/>
                </a:rPr>
                <a:t>32</a:t>
              </a:r>
              <a:endParaRPr lang="fr-FR" altLang="fr-FR" sz="3200">
                <a:solidFill>
                  <a:schemeClr val="tx1"/>
                </a:solidFill>
                <a:latin typeface="Arial Black" pitchFamily="34" charset="0"/>
              </a:endParaRPr>
            </a:p>
          </p:txBody>
        </p:sp>
      </p:grpSp>
      <p:sp>
        <p:nvSpPr>
          <p:cNvPr id="214020" name="Rectangle 23"/>
          <p:cNvSpPr>
            <a:spLocks noGrp="1" noChangeArrowheads="1"/>
          </p:cNvSpPr>
          <p:nvPr>
            <p:ph type="title"/>
          </p:nvPr>
        </p:nvSpPr>
        <p:spPr>
          <a:xfrm>
            <a:off x="1381125" y="0"/>
            <a:ext cx="5516563" cy="647700"/>
          </a:xfrm>
        </p:spPr>
        <p:txBody>
          <a:bodyPr/>
          <a:lstStyle/>
          <a:p>
            <a:pPr eaLnBrk="1" hangingPunct="1"/>
            <a:r>
              <a:rPr lang="fr-FR" altLang="fr-FR"/>
              <a:t>Sem. 4 - Jeudi</a:t>
            </a:r>
          </a:p>
        </p:txBody>
      </p:sp>
      <p:sp>
        <p:nvSpPr>
          <p:cNvPr id="214021" name="Text Box 24"/>
          <p:cNvSpPr txBox="1">
            <a:spLocks noChangeArrowheads="1"/>
          </p:cNvSpPr>
          <p:nvPr/>
        </p:nvSpPr>
        <p:spPr bwMode="auto">
          <a:xfrm>
            <a:off x="590550" y="2116138"/>
            <a:ext cx="3217863"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2. Pas de commandes</a:t>
            </a:r>
          </a:p>
        </p:txBody>
      </p:sp>
      <p:sp>
        <p:nvSpPr>
          <p:cNvPr id="214022" name="Text Box 25"/>
          <p:cNvSpPr txBox="1">
            <a:spLocks noChangeArrowheads="1"/>
          </p:cNvSpPr>
          <p:nvPr/>
        </p:nvSpPr>
        <p:spPr bwMode="auto">
          <a:xfrm>
            <a:off x="566738" y="1154113"/>
            <a:ext cx="1946275"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1. Tirez le dé</a:t>
            </a:r>
          </a:p>
        </p:txBody>
      </p:sp>
      <p:sp>
        <p:nvSpPr>
          <p:cNvPr id="214023" name="Text Box 26"/>
          <p:cNvSpPr txBox="1">
            <a:spLocks noChangeArrowheads="1"/>
          </p:cNvSpPr>
          <p:nvPr/>
        </p:nvSpPr>
        <p:spPr bwMode="auto">
          <a:xfrm>
            <a:off x="579438" y="4316413"/>
            <a:ext cx="18796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2400"/>
              <a:t>3. Produisez</a:t>
            </a:r>
          </a:p>
        </p:txBody>
      </p:sp>
      <p:grpSp>
        <p:nvGrpSpPr>
          <p:cNvPr id="214024" name="Group 27"/>
          <p:cNvGrpSpPr>
            <a:grpSpLocks/>
          </p:cNvGrpSpPr>
          <p:nvPr/>
        </p:nvGrpSpPr>
        <p:grpSpPr bwMode="auto">
          <a:xfrm>
            <a:off x="2843213" y="1106488"/>
            <a:ext cx="446087" cy="534987"/>
            <a:chOff x="868" y="1439"/>
            <a:chExt cx="811" cy="972"/>
          </a:xfrm>
        </p:grpSpPr>
        <p:sp>
          <p:nvSpPr>
            <p:cNvPr id="214027" name="Freeform 28"/>
            <p:cNvSpPr>
              <a:spLocks/>
            </p:cNvSpPr>
            <p:nvPr/>
          </p:nvSpPr>
          <p:spPr bwMode="auto">
            <a:xfrm>
              <a:off x="1548" y="2014"/>
              <a:ext cx="123" cy="100"/>
            </a:xfrm>
            <a:custGeom>
              <a:avLst/>
              <a:gdLst>
                <a:gd name="T0" fmla="*/ 5 w 618"/>
                <a:gd name="T1" fmla="*/ 0 h 502"/>
                <a:gd name="T2" fmla="*/ 5 w 618"/>
                <a:gd name="T3" fmla="*/ 0 h 502"/>
                <a:gd name="T4" fmla="*/ 0 w 618"/>
                <a:gd name="T5" fmla="*/ 4 h 502"/>
                <a:gd name="T6" fmla="*/ 0 w 618"/>
                <a:gd name="T7" fmla="*/ 4 h 502"/>
                <a:gd name="T8" fmla="*/ 5 w 618"/>
                <a:gd name="T9" fmla="*/ 0 h 502"/>
                <a:gd name="T10" fmla="*/ 5 w 618"/>
                <a:gd name="T11" fmla="*/ 0 h 502"/>
                <a:gd name="T12" fmla="*/ 5 w 618"/>
                <a:gd name="T13" fmla="*/ 0 h 502"/>
                <a:gd name="T14" fmla="*/ 5 w 618"/>
                <a:gd name="T15" fmla="*/ 0 h 502"/>
                <a:gd name="T16" fmla="*/ 5 w 618"/>
                <a:gd name="T17" fmla="*/ 0 h 502"/>
                <a:gd name="T18" fmla="*/ 5 w 618"/>
                <a:gd name="T19" fmla="*/ 0 h 502"/>
                <a:gd name="T20" fmla="*/ 5 w 618"/>
                <a:gd name="T21" fmla="*/ 0 h 502"/>
                <a:gd name="T22" fmla="*/ 5 w 618"/>
                <a:gd name="T23" fmla="*/ 0 h 502"/>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618"/>
                <a:gd name="T37" fmla="*/ 0 h 502"/>
                <a:gd name="T38" fmla="*/ 618 w 618"/>
                <a:gd name="T39" fmla="*/ 502 h 502"/>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618" h="502">
                  <a:moveTo>
                    <a:pt x="611" y="0"/>
                  </a:moveTo>
                  <a:lnTo>
                    <a:pt x="606" y="2"/>
                  </a:lnTo>
                  <a:lnTo>
                    <a:pt x="0" y="490"/>
                  </a:lnTo>
                  <a:lnTo>
                    <a:pt x="10" y="502"/>
                  </a:lnTo>
                  <a:lnTo>
                    <a:pt x="616" y="14"/>
                  </a:lnTo>
                  <a:lnTo>
                    <a:pt x="611" y="16"/>
                  </a:lnTo>
                  <a:lnTo>
                    <a:pt x="616" y="14"/>
                  </a:lnTo>
                  <a:lnTo>
                    <a:pt x="618" y="9"/>
                  </a:lnTo>
                  <a:lnTo>
                    <a:pt x="617" y="3"/>
                  </a:lnTo>
                  <a:lnTo>
                    <a:pt x="612" y="1"/>
                  </a:lnTo>
                  <a:lnTo>
                    <a:pt x="606" y="2"/>
                  </a:lnTo>
                  <a:lnTo>
                    <a:pt x="611"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14028" name="Freeform 29"/>
            <p:cNvSpPr>
              <a:spLocks/>
            </p:cNvSpPr>
            <p:nvPr/>
          </p:nvSpPr>
          <p:spPr bwMode="auto">
            <a:xfrm>
              <a:off x="876" y="1852"/>
              <a:ext cx="82" cy="373"/>
            </a:xfrm>
            <a:custGeom>
              <a:avLst/>
              <a:gdLst>
                <a:gd name="T0" fmla="*/ 3 w 413"/>
                <a:gd name="T1" fmla="*/ 15 h 1865"/>
                <a:gd name="T2" fmla="*/ 3 w 413"/>
                <a:gd name="T3" fmla="*/ 15 h 1865"/>
                <a:gd name="T4" fmla="*/ 0 w 413"/>
                <a:gd name="T5" fmla="*/ 0 h 1865"/>
                <a:gd name="T6" fmla="*/ 0 w 413"/>
                <a:gd name="T7" fmla="*/ 0 h 1865"/>
                <a:gd name="T8" fmla="*/ 3 w 413"/>
                <a:gd name="T9" fmla="*/ 15 h 1865"/>
                <a:gd name="T10" fmla="*/ 3 w 413"/>
                <a:gd name="T11" fmla="*/ 15 h 1865"/>
                <a:gd name="T12" fmla="*/ 3 w 413"/>
                <a:gd name="T13" fmla="*/ 15 h 1865"/>
                <a:gd name="T14" fmla="*/ 3 w 413"/>
                <a:gd name="T15" fmla="*/ 15 h 1865"/>
                <a:gd name="T16" fmla="*/ 3 w 413"/>
                <a:gd name="T17" fmla="*/ 15 h 1865"/>
                <a:gd name="T18" fmla="*/ 3 w 413"/>
                <a:gd name="T19" fmla="*/ 15 h 1865"/>
                <a:gd name="T20" fmla="*/ 3 w 413"/>
                <a:gd name="T21" fmla="*/ 15 h 1865"/>
                <a:gd name="T22" fmla="*/ 3 w 413"/>
                <a:gd name="T23" fmla="*/ 15 h 186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413"/>
                <a:gd name="T37" fmla="*/ 0 h 1865"/>
                <a:gd name="T38" fmla="*/ 413 w 413"/>
                <a:gd name="T39" fmla="*/ 1865 h 1865"/>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413" h="1865">
                  <a:moveTo>
                    <a:pt x="400" y="1864"/>
                  </a:moveTo>
                  <a:lnTo>
                    <a:pt x="413" y="1856"/>
                  </a:lnTo>
                  <a:lnTo>
                    <a:pt x="17" y="0"/>
                  </a:lnTo>
                  <a:lnTo>
                    <a:pt x="0" y="2"/>
                  </a:lnTo>
                  <a:lnTo>
                    <a:pt x="396" y="1858"/>
                  </a:lnTo>
                  <a:lnTo>
                    <a:pt x="409" y="1850"/>
                  </a:lnTo>
                  <a:lnTo>
                    <a:pt x="396" y="1858"/>
                  </a:lnTo>
                  <a:lnTo>
                    <a:pt x="400" y="1864"/>
                  </a:lnTo>
                  <a:lnTo>
                    <a:pt x="406" y="1865"/>
                  </a:lnTo>
                  <a:lnTo>
                    <a:pt x="410" y="1862"/>
                  </a:lnTo>
                  <a:lnTo>
                    <a:pt x="413" y="1856"/>
                  </a:lnTo>
                  <a:lnTo>
                    <a:pt x="400" y="186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14029" name="Freeform 30"/>
            <p:cNvSpPr>
              <a:spLocks/>
            </p:cNvSpPr>
            <p:nvPr/>
          </p:nvSpPr>
          <p:spPr bwMode="auto">
            <a:xfrm>
              <a:off x="1282" y="1533"/>
              <a:ext cx="35" cy="161"/>
            </a:xfrm>
            <a:custGeom>
              <a:avLst/>
              <a:gdLst>
                <a:gd name="T0" fmla="*/ 1 w 175"/>
                <a:gd name="T1" fmla="*/ 6 h 807"/>
                <a:gd name="T2" fmla="*/ 1 w 175"/>
                <a:gd name="T3" fmla="*/ 6 h 807"/>
                <a:gd name="T4" fmla="*/ 1 w 175"/>
                <a:gd name="T5" fmla="*/ 6 h 807"/>
                <a:gd name="T6" fmla="*/ 1 w 175"/>
                <a:gd name="T7" fmla="*/ 5 h 807"/>
                <a:gd name="T8" fmla="*/ 1 w 175"/>
                <a:gd name="T9" fmla="*/ 5 h 807"/>
                <a:gd name="T10" fmla="*/ 1 w 175"/>
                <a:gd name="T11" fmla="*/ 5 h 807"/>
                <a:gd name="T12" fmla="*/ 1 w 175"/>
                <a:gd name="T13" fmla="*/ 4 h 807"/>
                <a:gd name="T14" fmla="*/ 1 w 175"/>
                <a:gd name="T15" fmla="*/ 4 h 807"/>
                <a:gd name="T16" fmla="*/ 1 w 175"/>
                <a:gd name="T17" fmla="*/ 3 h 807"/>
                <a:gd name="T18" fmla="*/ 1 w 175"/>
                <a:gd name="T19" fmla="*/ 3 h 807"/>
                <a:gd name="T20" fmla="*/ 1 w 175"/>
                <a:gd name="T21" fmla="*/ 3 h 807"/>
                <a:gd name="T22" fmla="*/ 1 w 175"/>
                <a:gd name="T23" fmla="*/ 2 h 807"/>
                <a:gd name="T24" fmla="*/ 1 w 175"/>
                <a:gd name="T25" fmla="*/ 2 h 807"/>
                <a:gd name="T26" fmla="*/ 1 w 175"/>
                <a:gd name="T27" fmla="*/ 2 h 807"/>
                <a:gd name="T28" fmla="*/ 1 w 175"/>
                <a:gd name="T29" fmla="*/ 1 h 807"/>
                <a:gd name="T30" fmla="*/ 1 w 175"/>
                <a:gd name="T31" fmla="*/ 1 h 807"/>
                <a:gd name="T32" fmla="*/ 1 w 175"/>
                <a:gd name="T33" fmla="*/ 1 h 807"/>
                <a:gd name="T34" fmla="*/ 1 w 175"/>
                <a:gd name="T35" fmla="*/ 0 h 807"/>
                <a:gd name="T36" fmla="*/ 1 w 175"/>
                <a:gd name="T37" fmla="*/ 0 h 807"/>
                <a:gd name="T38" fmla="*/ 1 w 175"/>
                <a:gd name="T39" fmla="*/ 0 h 807"/>
                <a:gd name="T40" fmla="*/ 0 w 175"/>
                <a:gd name="T41" fmla="*/ 1 h 807"/>
                <a:gd name="T42" fmla="*/ 0 w 175"/>
                <a:gd name="T43" fmla="*/ 1 h 807"/>
                <a:gd name="T44" fmla="*/ 0 w 175"/>
                <a:gd name="T45" fmla="*/ 1 h 807"/>
                <a:gd name="T46" fmla="*/ 0 w 175"/>
                <a:gd name="T47" fmla="*/ 2 h 807"/>
                <a:gd name="T48" fmla="*/ 0 w 175"/>
                <a:gd name="T49" fmla="*/ 2 h 807"/>
                <a:gd name="T50" fmla="*/ 0 w 175"/>
                <a:gd name="T51" fmla="*/ 3 h 807"/>
                <a:gd name="T52" fmla="*/ 0 w 175"/>
                <a:gd name="T53" fmla="*/ 3 h 807"/>
                <a:gd name="T54" fmla="*/ 0 w 175"/>
                <a:gd name="T55" fmla="*/ 3 h 807"/>
                <a:gd name="T56" fmla="*/ 0 w 175"/>
                <a:gd name="T57" fmla="*/ 4 h 807"/>
                <a:gd name="T58" fmla="*/ 0 w 175"/>
                <a:gd name="T59" fmla="*/ 4 h 807"/>
                <a:gd name="T60" fmla="*/ 0 w 175"/>
                <a:gd name="T61" fmla="*/ 5 h 807"/>
                <a:gd name="T62" fmla="*/ 0 w 175"/>
                <a:gd name="T63" fmla="*/ 5 h 807"/>
                <a:gd name="T64" fmla="*/ 0 w 175"/>
                <a:gd name="T65" fmla="*/ 5 h 807"/>
                <a:gd name="T66" fmla="*/ 1 w 175"/>
                <a:gd name="T67" fmla="*/ 6 h 807"/>
                <a:gd name="T68" fmla="*/ 1 w 175"/>
                <a:gd name="T69" fmla="*/ 6 h 807"/>
                <a:gd name="T70" fmla="*/ 1 w 175"/>
                <a:gd name="T71" fmla="*/ 6 h 807"/>
                <a:gd name="T72" fmla="*/ 1 w 175"/>
                <a:gd name="T73" fmla="*/ 6 h 807"/>
                <a:gd name="T74" fmla="*/ 1 w 175"/>
                <a:gd name="T75" fmla="*/ 6 h 807"/>
                <a:gd name="T76" fmla="*/ 1 w 175"/>
                <a:gd name="T77" fmla="*/ 6 h 807"/>
                <a:gd name="T78" fmla="*/ 1 w 175"/>
                <a:gd name="T79" fmla="*/ 6 h 807"/>
                <a:gd name="T80" fmla="*/ 1 w 175"/>
                <a:gd name="T81" fmla="*/ 6 h 807"/>
                <a:gd name="T82" fmla="*/ 1 w 175"/>
                <a:gd name="T83" fmla="*/ 6 h 807"/>
                <a:gd name="T84" fmla="*/ 1 w 175"/>
                <a:gd name="T85" fmla="*/ 6 h 807"/>
                <a:gd name="T86" fmla="*/ 1 w 175"/>
                <a:gd name="T87" fmla="*/ 6 h 807"/>
                <a:gd name="T88" fmla="*/ 1 w 175"/>
                <a:gd name="T89" fmla="*/ 6 h 807"/>
                <a:gd name="T90" fmla="*/ 1 w 175"/>
                <a:gd name="T91" fmla="*/ 6 h 80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175"/>
                <a:gd name="T139" fmla="*/ 0 h 807"/>
                <a:gd name="T140" fmla="*/ 175 w 175"/>
                <a:gd name="T141" fmla="*/ 807 h 80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175" h="807">
                  <a:moveTo>
                    <a:pt x="169" y="740"/>
                  </a:moveTo>
                  <a:lnTo>
                    <a:pt x="169" y="739"/>
                  </a:lnTo>
                  <a:lnTo>
                    <a:pt x="149" y="698"/>
                  </a:lnTo>
                  <a:lnTo>
                    <a:pt x="133" y="656"/>
                  </a:lnTo>
                  <a:lnTo>
                    <a:pt x="120" y="611"/>
                  </a:lnTo>
                  <a:lnTo>
                    <a:pt x="108" y="565"/>
                  </a:lnTo>
                  <a:lnTo>
                    <a:pt x="100" y="520"/>
                  </a:lnTo>
                  <a:lnTo>
                    <a:pt x="96" y="472"/>
                  </a:lnTo>
                  <a:lnTo>
                    <a:pt x="93" y="425"/>
                  </a:lnTo>
                  <a:lnTo>
                    <a:pt x="93" y="377"/>
                  </a:lnTo>
                  <a:lnTo>
                    <a:pt x="96" y="330"/>
                  </a:lnTo>
                  <a:lnTo>
                    <a:pt x="100" y="283"/>
                  </a:lnTo>
                  <a:lnTo>
                    <a:pt x="106" y="238"/>
                  </a:lnTo>
                  <a:lnTo>
                    <a:pt x="115" y="195"/>
                  </a:lnTo>
                  <a:lnTo>
                    <a:pt x="126" y="153"/>
                  </a:lnTo>
                  <a:lnTo>
                    <a:pt x="139" y="114"/>
                  </a:lnTo>
                  <a:lnTo>
                    <a:pt x="153" y="77"/>
                  </a:lnTo>
                  <a:lnTo>
                    <a:pt x="169" y="43"/>
                  </a:lnTo>
                  <a:lnTo>
                    <a:pt x="87" y="0"/>
                  </a:lnTo>
                  <a:lnTo>
                    <a:pt x="69" y="39"/>
                  </a:lnTo>
                  <a:lnTo>
                    <a:pt x="52" y="81"/>
                  </a:lnTo>
                  <a:lnTo>
                    <a:pt x="37" y="127"/>
                  </a:lnTo>
                  <a:lnTo>
                    <a:pt x="24" y="174"/>
                  </a:lnTo>
                  <a:lnTo>
                    <a:pt x="15" y="222"/>
                  </a:lnTo>
                  <a:lnTo>
                    <a:pt x="7" y="271"/>
                  </a:lnTo>
                  <a:lnTo>
                    <a:pt x="2" y="323"/>
                  </a:lnTo>
                  <a:lnTo>
                    <a:pt x="0" y="374"/>
                  </a:lnTo>
                  <a:lnTo>
                    <a:pt x="0" y="427"/>
                  </a:lnTo>
                  <a:lnTo>
                    <a:pt x="2" y="479"/>
                  </a:lnTo>
                  <a:lnTo>
                    <a:pt x="9" y="531"/>
                  </a:lnTo>
                  <a:lnTo>
                    <a:pt x="17" y="584"/>
                  </a:lnTo>
                  <a:lnTo>
                    <a:pt x="29" y="635"/>
                  </a:lnTo>
                  <a:lnTo>
                    <a:pt x="44" y="686"/>
                  </a:lnTo>
                  <a:lnTo>
                    <a:pt x="65" y="736"/>
                  </a:lnTo>
                  <a:lnTo>
                    <a:pt x="87" y="784"/>
                  </a:lnTo>
                  <a:lnTo>
                    <a:pt x="87" y="782"/>
                  </a:lnTo>
                  <a:lnTo>
                    <a:pt x="87" y="784"/>
                  </a:lnTo>
                  <a:lnTo>
                    <a:pt x="100" y="799"/>
                  </a:lnTo>
                  <a:lnTo>
                    <a:pt x="117" y="807"/>
                  </a:lnTo>
                  <a:lnTo>
                    <a:pt x="134" y="807"/>
                  </a:lnTo>
                  <a:lnTo>
                    <a:pt x="151" y="801"/>
                  </a:lnTo>
                  <a:lnTo>
                    <a:pt x="164" y="791"/>
                  </a:lnTo>
                  <a:lnTo>
                    <a:pt x="173" y="777"/>
                  </a:lnTo>
                  <a:lnTo>
                    <a:pt x="175" y="759"/>
                  </a:lnTo>
                  <a:lnTo>
                    <a:pt x="169" y="739"/>
                  </a:lnTo>
                  <a:lnTo>
                    <a:pt x="169" y="74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14030" name="Freeform 31"/>
            <p:cNvSpPr>
              <a:spLocks/>
            </p:cNvSpPr>
            <p:nvPr/>
          </p:nvSpPr>
          <p:spPr bwMode="auto">
            <a:xfrm>
              <a:off x="1299" y="1681"/>
              <a:ext cx="157" cy="281"/>
            </a:xfrm>
            <a:custGeom>
              <a:avLst/>
              <a:gdLst>
                <a:gd name="T0" fmla="*/ 6 w 787"/>
                <a:gd name="T1" fmla="*/ 11 h 1404"/>
                <a:gd name="T2" fmla="*/ 6 w 787"/>
                <a:gd name="T3" fmla="*/ 11 h 1404"/>
                <a:gd name="T4" fmla="*/ 1 w 787"/>
                <a:gd name="T5" fmla="*/ 0 h 1404"/>
                <a:gd name="T6" fmla="*/ 0 w 787"/>
                <a:gd name="T7" fmla="*/ 0 h 1404"/>
                <a:gd name="T8" fmla="*/ 6 w 787"/>
                <a:gd name="T9" fmla="*/ 11 h 1404"/>
                <a:gd name="T10" fmla="*/ 6 w 787"/>
                <a:gd name="T11" fmla="*/ 11 h 1404"/>
                <a:gd name="T12" fmla="*/ 6 w 787"/>
                <a:gd name="T13" fmla="*/ 11 h 1404"/>
                <a:gd name="T14" fmla="*/ 6 w 787"/>
                <a:gd name="T15" fmla="*/ 11 h 1404"/>
                <a:gd name="T16" fmla="*/ 6 w 787"/>
                <a:gd name="T17" fmla="*/ 11 h 1404"/>
                <a:gd name="T18" fmla="*/ 6 w 787"/>
                <a:gd name="T19" fmla="*/ 11 h 1404"/>
                <a:gd name="T20" fmla="*/ 6 w 787"/>
                <a:gd name="T21" fmla="*/ 11 h 1404"/>
                <a:gd name="T22" fmla="*/ 6 w 787"/>
                <a:gd name="T23" fmla="*/ 11 h 1404"/>
                <a:gd name="T24" fmla="*/ 6 w 787"/>
                <a:gd name="T25" fmla="*/ 11 h 1404"/>
                <a:gd name="T26" fmla="*/ 6 w 787"/>
                <a:gd name="T27" fmla="*/ 11 h 1404"/>
                <a:gd name="T28" fmla="*/ 6 w 787"/>
                <a:gd name="T29" fmla="*/ 11 h 1404"/>
                <a:gd name="T30" fmla="*/ 6 w 787"/>
                <a:gd name="T31" fmla="*/ 11 h 1404"/>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787"/>
                <a:gd name="T49" fmla="*/ 0 h 1404"/>
                <a:gd name="T50" fmla="*/ 787 w 787"/>
                <a:gd name="T51" fmla="*/ 1404 h 1404"/>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787" h="1404">
                  <a:moveTo>
                    <a:pt x="781" y="1334"/>
                  </a:moveTo>
                  <a:lnTo>
                    <a:pt x="781" y="1337"/>
                  </a:lnTo>
                  <a:lnTo>
                    <a:pt x="82" y="0"/>
                  </a:lnTo>
                  <a:lnTo>
                    <a:pt x="0" y="42"/>
                  </a:lnTo>
                  <a:lnTo>
                    <a:pt x="699" y="1379"/>
                  </a:lnTo>
                  <a:lnTo>
                    <a:pt x="699" y="1381"/>
                  </a:lnTo>
                  <a:lnTo>
                    <a:pt x="699" y="1379"/>
                  </a:lnTo>
                  <a:lnTo>
                    <a:pt x="712" y="1395"/>
                  </a:lnTo>
                  <a:lnTo>
                    <a:pt x="727" y="1402"/>
                  </a:lnTo>
                  <a:lnTo>
                    <a:pt x="744" y="1404"/>
                  </a:lnTo>
                  <a:lnTo>
                    <a:pt x="761" y="1398"/>
                  </a:lnTo>
                  <a:lnTo>
                    <a:pt x="775" y="1388"/>
                  </a:lnTo>
                  <a:lnTo>
                    <a:pt x="784" y="1373"/>
                  </a:lnTo>
                  <a:lnTo>
                    <a:pt x="787" y="1357"/>
                  </a:lnTo>
                  <a:lnTo>
                    <a:pt x="781" y="1337"/>
                  </a:lnTo>
                  <a:lnTo>
                    <a:pt x="781" y="13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14031" name="Freeform 32"/>
            <p:cNvSpPr>
              <a:spLocks/>
            </p:cNvSpPr>
            <p:nvPr/>
          </p:nvSpPr>
          <p:spPr bwMode="auto">
            <a:xfrm>
              <a:off x="1439" y="1948"/>
              <a:ext cx="125" cy="76"/>
            </a:xfrm>
            <a:custGeom>
              <a:avLst/>
              <a:gdLst>
                <a:gd name="T0" fmla="*/ 5 w 628"/>
                <a:gd name="T1" fmla="*/ 2 h 383"/>
                <a:gd name="T2" fmla="*/ 5 w 628"/>
                <a:gd name="T3" fmla="*/ 2 h 383"/>
                <a:gd name="T4" fmla="*/ 4 w 628"/>
                <a:gd name="T5" fmla="*/ 2 h 383"/>
                <a:gd name="T6" fmla="*/ 4 w 628"/>
                <a:gd name="T7" fmla="*/ 2 h 383"/>
                <a:gd name="T8" fmla="*/ 4 w 628"/>
                <a:gd name="T9" fmla="*/ 2 h 383"/>
                <a:gd name="T10" fmla="*/ 3 w 628"/>
                <a:gd name="T11" fmla="*/ 2 h 383"/>
                <a:gd name="T12" fmla="*/ 3 w 628"/>
                <a:gd name="T13" fmla="*/ 2 h 383"/>
                <a:gd name="T14" fmla="*/ 3 w 628"/>
                <a:gd name="T15" fmla="*/ 2 h 383"/>
                <a:gd name="T16" fmla="*/ 3 w 628"/>
                <a:gd name="T17" fmla="*/ 2 h 383"/>
                <a:gd name="T18" fmla="*/ 2 w 628"/>
                <a:gd name="T19" fmla="*/ 2 h 383"/>
                <a:gd name="T20" fmla="*/ 2 w 628"/>
                <a:gd name="T21" fmla="*/ 2 h 383"/>
                <a:gd name="T22" fmla="*/ 2 w 628"/>
                <a:gd name="T23" fmla="*/ 1 h 383"/>
                <a:gd name="T24" fmla="*/ 2 w 628"/>
                <a:gd name="T25" fmla="*/ 1 h 383"/>
                <a:gd name="T26" fmla="*/ 1 w 628"/>
                <a:gd name="T27" fmla="*/ 1 h 383"/>
                <a:gd name="T28" fmla="*/ 1 w 628"/>
                <a:gd name="T29" fmla="*/ 1 h 383"/>
                <a:gd name="T30" fmla="*/ 1 w 628"/>
                <a:gd name="T31" fmla="*/ 1 h 383"/>
                <a:gd name="T32" fmla="*/ 1 w 628"/>
                <a:gd name="T33" fmla="*/ 0 h 383"/>
                <a:gd name="T34" fmla="*/ 1 w 628"/>
                <a:gd name="T35" fmla="*/ 0 h 383"/>
                <a:gd name="T36" fmla="*/ 0 w 628"/>
                <a:gd name="T37" fmla="*/ 0 h 383"/>
                <a:gd name="T38" fmla="*/ 0 w 628"/>
                <a:gd name="T39" fmla="*/ 1 h 383"/>
                <a:gd name="T40" fmla="*/ 0 w 628"/>
                <a:gd name="T41" fmla="*/ 1 h 383"/>
                <a:gd name="T42" fmla="*/ 1 w 628"/>
                <a:gd name="T43" fmla="*/ 1 h 383"/>
                <a:gd name="T44" fmla="*/ 1 w 628"/>
                <a:gd name="T45" fmla="*/ 1 h 383"/>
                <a:gd name="T46" fmla="*/ 1 w 628"/>
                <a:gd name="T47" fmla="*/ 2 h 383"/>
                <a:gd name="T48" fmla="*/ 1 w 628"/>
                <a:gd name="T49" fmla="*/ 2 h 383"/>
                <a:gd name="T50" fmla="*/ 2 w 628"/>
                <a:gd name="T51" fmla="*/ 2 h 383"/>
                <a:gd name="T52" fmla="*/ 2 w 628"/>
                <a:gd name="T53" fmla="*/ 2 h 383"/>
                <a:gd name="T54" fmla="*/ 2 w 628"/>
                <a:gd name="T55" fmla="*/ 2 h 383"/>
                <a:gd name="T56" fmla="*/ 3 w 628"/>
                <a:gd name="T57" fmla="*/ 3 h 383"/>
                <a:gd name="T58" fmla="*/ 3 w 628"/>
                <a:gd name="T59" fmla="*/ 3 h 383"/>
                <a:gd name="T60" fmla="*/ 3 w 628"/>
                <a:gd name="T61" fmla="*/ 3 h 383"/>
                <a:gd name="T62" fmla="*/ 4 w 628"/>
                <a:gd name="T63" fmla="*/ 3 h 383"/>
                <a:gd name="T64" fmla="*/ 4 w 628"/>
                <a:gd name="T65" fmla="*/ 3 h 383"/>
                <a:gd name="T66" fmla="*/ 4 w 628"/>
                <a:gd name="T67" fmla="*/ 3 h 383"/>
                <a:gd name="T68" fmla="*/ 5 w 628"/>
                <a:gd name="T69" fmla="*/ 3 h 383"/>
                <a:gd name="T70" fmla="*/ 5 w 628"/>
                <a:gd name="T71" fmla="*/ 3 h 383"/>
                <a:gd name="T72" fmla="*/ 5 w 628"/>
                <a:gd name="T73" fmla="*/ 3 h 383"/>
                <a:gd name="T74" fmla="*/ 5 w 628"/>
                <a:gd name="T75" fmla="*/ 3 h 383"/>
                <a:gd name="T76" fmla="*/ 5 w 628"/>
                <a:gd name="T77" fmla="*/ 3 h 383"/>
                <a:gd name="T78" fmla="*/ 5 w 628"/>
                <a:gd name="T79" fmla="*/ 3 h 383"/>
                <a:gd name="T80" fmla="*/ 5 w 628"/>
                <a:gd name="T81" fmla="*/ 3 h 383"/>
                <a:gd name="T82" fmla="*/ 5 w 628"/>
                <a:gd name="T83" fmla="*/ 3 h 383"/>
                <a:gd name="T84" fmla="*/ 5 w 628"/>
                <a:gd name="T85" fmla="*/ 2 h 383"/>
                <a:gd name="T86" fmla="*/ 5 w 628"/>
                <a:gd name="T87" fmla="*/ 2 h 383"/>
                <a:gd name="T88" fmla="*/ 5 w 628"/>
                <a:gd name="T89" fmla="*/ 2 h 383"/>
                <a:gd name="T90" fmla="*/ 5 w 628"/>
                <a:gd name="T91" fmla="*/ 2 h 38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628"/>
                <a:gd name="T139" fmla="*/ 0 h 383"/>
                <a:gd name="T140" fmla="*/ 628 w 628"/>
                <a:gd name="T141" fmla="*/ 383 h 38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628" h="383">
                  <a:moveTo>
                    <a:pt x="581" y="289"/>
                  </a:moveTo>
                  <a:lnTo>
                    <a:pt x="582" y="289"/>
                  </a:lnTo>
                  <a:lnTo>
                    <a:pt x="541" y="287"/>
                  </a:lnTo>
                  <a:lnTo>
                    <a:pt x="500" y="283"/>
                  </a:lnTo>
                  <a:lnTo>
                    <a:pt x="462" y="276"/>
                  </a:lnTo>
                  <a:lnTo>
                    <a:pt x="424" y="268"/>
                  </a:lnTo>
                  <a:lnTo>
                    <a:pt x="389" y="255"/>
                  </a:lnTo>
                  <a:lnTo>
                    <a:pt x="352" y="242"/>
                  </a:lnTo>
                  <a:lnTo>
                    <a:pt x="320" y="227"/>
                  </a:lnTo>
                  <a:lnTo>
                    <a:pt x="287" y="209"/>
                  </a:lnTo>
                  <a:lnTo>
                    <a:pt x="255" y="189"/>
                  </a:lnTo>
                  <a:lnTo>
                    <a:pt x="226" y="168"/>
                  </a:lnTo>
                  <a:lnTo>
                    <a:pt x="198" y="145"/>
                  </a:lnTo>
                  <a:lnTo>
                    <a:pt x="172" y="119"/>
                  </a:lnTo>
                  <a:lnTo>
                    <a:pt x="146" y="92"/>
                  </a:lnTo>
                  <a:lnTo>
                    <a:pt x="122" y="64"/>
                  </a:lnTo>
                  <a:lnTo>
                    <a:pt x="100" y="33"/>
                  </a:lnTo>
                  <a:lnTo>
                    <a:pt x="82" y="0"/>
                  </a:lnTo>
                  <a:lnTo>
                    <a:pt x="0" y="47"/>
                  </a:lnTo>
                  <a:lnTo>
                    <a:pt x="23" y="85"/>
                  </a:lnTo>
                  <a:lnTo>
                    <a:pt x="49" y="120"/>
                  </a:lnTo>
                  <a:lnTo>
                    <a:pt x="76" y="153"/>
                  </a:lnTo>
                  <a:lnTo>
                    <a:pt x="104" y="185"/>
                  </a:lnTo>
                  <a:lnTo>
                    <a:pt x="137" y="215"/>
                  </a:lnTo>
                  <a:lnTo>
                    <a:pt x="170" y="241"/>
                  </a:lnTo>
                  <a:lnTo>
                    <a:pt x="204" y="267"/>
                  </a:lnTo>
                  <a:lnTo>
                    <a:pt x="240" y="289"/>
                  </a:lnTo>
                  <a:lnTo>
                    <a:pt x="277" y="309"/>
                  </a:lnTo>
                  <a:lnTo>
                    <a:pt x="317" y="329"/>
                  </a:lnTo>
                  <a:lnTo>
                    <a:pt x="358" y="344"/>
                  </a:lnTo>
                  <a:lnTo>
                    <a:pt x="400" y="357"/>
                  </a:lnTo>
                  <a:lnTo>
                    <a:pt x="444" y="367"/>
                  </a:lnTo>
                  <a:lnTo>
                    <a:pt x="488" y="374"/>
                  </a:lnTo>
                  <a:lnTo>
                    <a:pt x="534" y="380"/>
                  </a:lnTo>
                  <a:lnTo>
                    <a:pt x="580" y="383"/>
                  </a:lnTo>
                  <a:lnTo>
                    <a:pt x="581" y="383"/>
                  </a:lnTo>
                  <a:lnTo>
                    <a:pt x="580" y="383"/>
                  </a:lnTo>
                  <a:lnTo>
                    <a:pt x="600" y="379"/>
                  </a:lnTo>
                  <a:lnTo>
                    <a:pt x="615" y="369"/>
                  </a:lnTo>
                  <a:lnTo>
                    <a:pt x="624" y="353"/>
                  </a:lnTo>
                  <a:lnTo>
                    <a:pt x="628" y="337"/>
                  </a:lnTo>
                  <a:lnTo>
                    <a:pt x="625" y="319"/>
                  </a:lnTo>
                  <a:lnTo>
                    <a:pt x="617" y="304"/>
                  </a:lnTo>
                  <a:lnTo>
                    <a:pt x="602" y="294"/>
                  </a:lnTo>
                  <a:lnTo>
                    <a:pt x="582" y="289"/>
                  </a:lnTo>
                  <a:lnTo>
                    <a:pt x="581" y="28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14032" name="Freeform 33"/>
            <p:cNvSpPr>
              <a:spLocks/>
            </p:cNvSpPr>
            <p:nvPr/>
          </p:nvSpPr>
          <p:spPr bwMode="auto">
            <a:xfrm>
              <a:off x="1587" y="1880"/>
              <a:ext cx="85" cy="49"/>
            </a:xfrm>
            <a:custGeom>
              <a:avLst/>
              <a:gdLst>
                <a:gd name="T0" fmla="*/ 3 w 426"/>
                <a:gd name="T1" fmla="*/ 0 h 245"/>
                <a:gd name="T2" fmla="*/ 3 w 426"/>
                <a:gd name="T3" fmla="*/ 0 h 245"/>
                <a:gd name="T4" fmla="*/ 3 w 426"/>
                <a:gd name="T5" fmla="*/ 0 h 245"/>
                <a:gd name="T6" fmla="*/ 3 w 426"/>
                <a:gd name="T7" fmla="*/ 0 h 245"/>
                <a:gd name="T8" fmla="*/ 2 w 426"/>
                <a:gd name="T9" fmla="*/ 0 h 245"/>
                <a:gd name="T10" fmla="*/ 2 w 426"/>
                <a:gd name="T11" fmla="*/ 0 h 245"/>
                <a:gd name="T12" fmla="*/ 2 w 426"/>
                <a:gd name="T13" fmla="*/ 0 h 245"/>
                <a:gd name="T14" fmla="*/ 2 w 426"/>
                <a:gd name="T15" fmla="*/ 0 h 245"/>
                <a:gd name="T16" fmla="*/ 1 w 426"/>
                <a:gd name="T17" fmla="*/ 0 h 245"/>
                <a:gd name="T18" fmla="*/ 1 w 426"/>
                <a:gd name="T19" fmla="*/ 1 h 245"/>
                <a:gd name="T20" fmla="*/ 1 w 426"/>
                <a:gd name="T21" fmla="*/ 1 h 245"/>
                <a:gd name="T22" fmla="*/ 1 w 426"/>
                <a:gd name="T23" fmla="*/ 1 h 245"/>
                <a:gd name="T24" fmla="*/ 0 w 426"/>
                <a:gd name="T25" fmla="*/ 1 h 245"/>
                <a:gd name="T26" fmla="*/ 0 w 426"/>
                <a:gd name="T27" fmla="*/ 1 h 245"/>
                <a:gd name="T28" fmla="*/ 0 w 426"/>
                <a:gd name="T29" fmla="*/ 1 h 245"/>
                <a:gd name="T30" fmla="*/ 0 w 426"/>
                <a:gd name="T31" fmla="*/ 2 h 245"/>
                <a:gd name="T32" fmla="*/ 0 w 426"/>
                <a:gd name="T33" fmla="*/ 2 h 245"/>
                <a:gd name="T34" fmla="*/ 0 w 426"/>
                <a:gd name="T35" fmla="*/ 2 h 245"/>
                <a:gd name="T36" fmla="*/ 0 w 426"/>
                <a:gd name="T37" fmla="*/ 2 h 245"/>
                <a:gd name="T38" fmla="*/ 0 w 426"/>
                <a:gd name="T39" fmla="*/ 2 h 245"/>
                <a:gd name="T40" fmla="*/ 0 w 426"/>
                <a:gd name="T41" fmla="*/ 2 h 245"/>
                <a:gd name="T42" fmla="*/ 0 w 426"/>
                <a:gd name="T43" fmla="*/ 1 h 245"/>
                <a:gd name="T44" fmla="*/ 0 w 426"/>
                <a:gd name="T45" fmla="*/ 1 h 245"/>
                <a:gd name="T46" fmla="*/ 0 w 426"/>
                <a:gd name="T47" fmla="*/ 1 h 245"/>
                <a:gd name="T48" fmla="*/ 1 w 426"/>
                <a:gd name="T49" fmla="*/ 1 h 245"/>
                <a:gd name="T50" fmla="*/ 1 w 426"/>
                <a:gd name="T51" fmla="*/ 1 h 245"/>
                <a:gd name="T52" fmla="*/ 1 w 426"/>
                <a:gd name="T53" fmla="*/ 1 h 245"/>
                <a:gd name="T54" fmla="*/ 1 w 426"/>
                <a:gd name="T55" fmla="*/ 1 h 245"/>
                <a:gd name="T56" fmla="*/ 2 w 426"/>
                <a:gd name="T57" fmla="*/ 0 h 245"/>
                <a:gd name="T58" fmla="*/ 2 w 426"/>
                <a:gd name="T59" fmla="*/ 0 h 245"/>
                <a:gd name="T60" fmla="*/ 2 w 426"/>
                <a:gd name="T61" fmla="*/ 0 h 245"/>
                <a:gd name="T62" fmla="*/ 2 w 426"/>
                <a:gd name="T63" fmla="*/ 0 h 245"/>
                <a:gd name="T64" fmla="*/ 3 w 426"/>
                <a:gd name="T65" fmla="*/ 0 h 245"/>
                <a:gd name="T66" fmla="*/ 3 w 426"/>
                <a:gd name="T67" fmla="*/ 0 h 245"/>
                <a:gd name="T68" fmla="*/ 3 w 426"/>
                <a:gd name="T69" fmla="*/ 0 h 245"/>
                <a:gd name="T70" fmla="*/ 3 w 426"/>
                <a:gd name="T71" fmla="*/ 0 h 245"/>
                <a:gd name="T72" fmla="*/ 3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426" y="0"/>
                  </a:moveTo>
                  <a:lnTo>
                    <a:pt x="426" y="0"/>
                  </a:lnTo>
                  <a:lnTo>
                    <a:pt x="384" y="1"/>
                  </a:lnTo>
                  <a:lnTo>
                    <a:pt x="340" y="4"/>
                  </a:lnTo>
                  <a:lnTo>
                    <a:pt x="300" y="10"/>
                  </a:lnTo>
                  <a:lnTo>
                    <a:pt x="262" y="18"/>
                  </a:lnTo>
                  <a:lnTo>
                    <a:pt x="224" y="29"/>
                  </a:lnTo>
                  <a:lnTo>
                    <a:pt x="189" y="41"/>
                  </a:lnTo>
                  <a:lnTo>
                    <a:pt x="157" y="55"/>
                  </a:lnTo>
                  <a:lnTo>
                    <a:pt x="126" y="70"/>
                  </a:lnTo>
                  <a:lnTo>
                    <a:pt x="99" y="89"/>
                  </a:lnTo>
                  <a:lnTo>
                    <a:pt x="74" y="106"/>
                  </a:lnTo>
                  <a:lnTo>
                    <a:pt x="52" y="126"/>
                  </a:lnTo>
                  <a:lnTo>
                    <a:pt x="34" y="148"/>
                  </a:lnTo>
                  <a:lnTo>
                    <a:pt x="19" y="171"/>
                  </a:lnTo>
                  <a:lnTo>
                    <a:pt x="9" y="194"/>
                  </a:lnTo>
                  <a:lnTo>
                    <a:pt x="3" y="219"/>
                  </a:lnTo>
                  <a:lnTo>
                    <a:pt x="0" y="245"/>
                  </a:lnTo>
                  <a:lnTo>
                    <a:pt x="12" y="245"/>
                  </a:lnTo>
                  <a:lnTo>
                    <a:pt x="15" y="221"/>
                  </a:lnTo>
                  <a:lnTo>
                    <a:pt x="20" y="199"/>
                  </a:lnTo>
                  <a:lnTo>
                    <a:pt x="31" y="178"/>
                  </a:lnTo>
                  <a:lnTo>
                    <a:pt x="44" y="156"/>
                  </a:lnTo>
                  <a:lnTo>
                    <a:pt x="61" y="136"/>
                  </a:lnTo>
                  <a:lnTo>
                    <a:pt x="81" y="116"/>
                  </a:lnTo>
                  <a:lnTo>
                    <a:pt x="106" y="98"/>
                  </a:lnTo>
                  <a:lnTo>
                    <a:pt x="133" y="82"/>
                  </a:lnTo>
                  <a:lnTo>
                    <a:pt x="162" y="66"/>
                  </a:lnTo>
                  <a:lnTo>
                    <a:pt x="194" y="52"/>
                  </a:lnTo>
                  <a:lnTo>
                    <a:pt x="229" y="41"/>
                  </a:lnTo>
                  <a:lnTo>
                    <a:pt x="264" y="30"/>
                  </a:lnTo>
                  <a:lnTo>
                    <a:pt x="303" y="22"/>
                  </a:lnTo>
                  <a:lnTo>
                    <a:pt x="343" y="16"/>
                  </a:lnTo>
                  <a:lnTo>
                    <a:pt x="384" y="12"/>
                  </a:lnTo>
                  <a:lnTo>
                    <a:pt x="426" y="11"/>
                  </a:lnTo>
                  <a:lnTo>
                    <a:pt x="42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14033" name="Freeform 34"/>
            <p:cNvSpPr>
              <a:spLocks/>
            </p:cNvSpPr>
            <p:nvPr/>
          </p:nvSpPr>
          <p:spPr bwMode="auto">
            <a:xfrm>
              <a:off x="1587" y="1929"/>
              <a:ext cx="85" cy="49"/>
            </a:xfrm>
            <a:custGeom>
              <a:avLst/>
              <a:gdLst>
                <a:gd name="T0" fmla="*/ 0 w 426"/>
                <a:gd name="T1" fmla="*/ 0 h 245"/>
                <a:gd name="T2" fmla="*/ 0 w 426"/>
                <a:gd name="T3" fmla="*/ 0 h 245"/>
                <a:gd name="T4" fmla="*/ 0 w 426"/>
                <a:gd name="T5" fmla="*/ 0 h 245"/>
                <a:gd name="T6" fmla="*/ 0 w 426"/>
                <a:gd name="T7" fmla="*/ 0 h 245"/>
                <a:gd name="T8" fmla="*/ 0 w 426"/>
                <a:gd name="T9" fmla="*/ 1 h 245"/>
                <a:gd name="T10" fmla="*/ 0 w 426"/>
                <a:gd name="T11" fmla="*/ 1 h 245"/>
                <a:gd name="T12" fmla="*/ 0 w 426"/>
                <a:gd name="T13" fmla="*/ 1 h 245"/>
                <a:gd name="T14" fmla="*/ 1 w 426"/>
                <a:gd name="T15" fmla="*/ 1 h 245"/>
                <a:gd name="T16" fmla="*/ 1 w 426"/>
                <a:gd name="T17" fmla="*/ 1 h 245"/>
                <a:gd name="T18" fmla="*/ 1 w 426"/>
                <a:gd name="T19" fmla="*/ 1 h 245"/>
                <a:gd name="T20" fmla="*/ 1 w 426"/>
                <a:gd name="T21" fmla="*/ 2 h 245"/>
                <a:gd name="T22" fmla="*/ 2 w 426"/>
                <a:gd name="T23" fmla="*/ 2 h 245"/>
                <a:gd name="T24" fmla="*/ 2 w 426"/>
                <a:gd name="T25" fmla="*/ 2 h 245"/>
                <a:gd name="T26" fmla="*/ 2 w 426"/>
                <a:gd name="T27" fmla="*/ 2 h 245"/>
                <a:gd name="T28" fmla="*/ 2 w 426"/>
                <a:gd name="T29" fmla="*/ 2 h 245"/>
                <a:gd name="T30" fmla="*/ 3 w 426"/>
                <a:gd name="T31" fmla="*/ 2 h 245"/>
                <a:gd name="T32" fmla="*/ 3 w 426"/>
                <a:gd name="T33" fmla="*/ 2 h 245"/>
                <a:gd name="T34" fmla="*/ 3 w 426"/>
                <a:gd name="T35" fmla="*/ 2 h 245"/>
                <a:gd name="T36" fmla="*/ 3 w 426"/>
                <a:gd name="T37" fmla="*/ 2 h 245"/>
                <a:gd name="T38" fmla="*/ 3 w 426"/>
                <a:gd name="T39" fmla="*/ 2 h 245"/>
                <a:gd name="T40" fmla="*/ 3 w 426"/>
                <a:gd name="T41" fmla="*/ 2 h 245"/>
                <a:gd name="T42" fmla="*/ 2 w 426"/>
                <a:gd name="T43" fmla="*/ 2 h 245"/>
                <a:gd name="T44" fmla="*/ 2 w 426"/>
                <a:gd name="T45" fmla="*/ 2 h 245"/>
                <a:gd name="T46" fmla="*/ 2 w 426"/>
                <a:gd name="T47" fmla="*/ 2 h 245"/>
                <a:gd name="T48" fmla="*/ 2 w 426"/>
                <a:gd name="T49" fmla="*/ 2 h 245"/>
                <a:gd name="T50" fmla="*/ 1 w 426"/>
                <a:gd name="T51" fmla="*/ 1 h 245"/>
                <a:gd name="T52" fmla="*/ 1 w 426"/>
                <a:gd name="T53" fmla="*/ 1 h 245"/>
                <a:gd name="T54" fmla="*/ 1 w 426"/>
                <a:gd name="T55" fmla="*/ 1 h 245"/>
                <a:gd name="T56" fmla="*/ 1 w 426"/>
                <a:gd name="T57" fmla="*/ 1 h 245"/>
                <a:gd name="T58" fmla="*/ 0 w 426"/>
                <a:gd name="T59" fmla="*/ 1 h 245"/>
                <a:gd name="T60" fmla="*/ 0 w 426"/>
                <a:gd name="T61" fmla="*/ 1 h 245"/>
                <a:gd name="T62" fmla="*/ 0 w 426"/>
                <a:gd name="T63" fmla="*/ 1 h 245"/>
                <a:gd name="T64" fmla="*/ 0 w 426"/>
                <a:gd name="T65" fmla="*/ 0 h 245"/>
                <a:gd name="T66" fmla="*/ 0 w 426"/>
                <a:gd name="T67" fmla="*/ 0 h 245"/>
                <a:gd name="T68" fmla="*/ 0 w 426"/>
                <a:gd name="T69" fmla="*/ 0 h 245"/>
                <a:gd name="T70" fmla="*/ 0 w 426"/>
                <a:gd name="T71" fmla="*/ 0 h 245"/>
                <a:gd name="T72" fmla="*/ 0 w 426"/>
                <a:gd name="T73" fmla="*/ 0 h 2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26"/>
                <a:gd name="T112" fmla="*/ 0 h 245"/>
                <a:gd name="T113" fmla="*/ 426 w 426"/>
                <a:gd name="T114" fmla="*/ 245 h 24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26" h="245">
                  <a:moveTo>
                    <a:pt x="0" y="0"/>
                  </a:moveTo>
                  <a:lnTo>
                    <a:pt x="0" y="0"/>
                  </a:lnTo>
                  <a:lnTo>
                    <a:pt x="3" y="25"/>
                  </a:lnTo>
                  <a:lnTo>
                    <a:pt x="9" y="50"/>
                  </a:lnTo>
                  <a:lnTo>
                    <a:pt x="19" y="73"/>
                  </a:lnTo>
                  <a:lnTo>
                    <a:pt x="34" y="96"/>
                  </a:lnTo>
                  <a:lnTo>
                    <a:pt x="52" y="118"/>
                  </a:lnTo>
                  <a:lnTo>
                    <a:pt x="74" y="138"/>
                  </a:lnTo>
                  <a:lnTo>
                    <a:pt x="99" y="156"/>
                  </a:lnTo>
                  <a:lnTo>
                    <a:pt x="126" y="174"/>
                  </a:lnTo>
                  <a:lnTo>
                    <a:pt x="157" y="190"/>
                  </a:lnTo>
                  <a:lnTo>
                    <a:pt x="189" y="204"/>
                  </a:lnTo>
                  <a:lnTo>
                    <a:pt x="224" y="215"/>
                  </a:lnTo>
                  <a:lnTo>
                    <a:pt x="262" y="226"/>
                  </a:lnTo>
                  <a:lnTo>
                    <a:pt x="300" y="234"/>
                  </a:lnTo>
                  <a:lnTo>
                    <a:pt x="340" y="240"/>
                  </a:lnTo>
                  <a:lnTo>
                    <a:pt x="384" y="244"/>
                  </a:lnTo>
                  <a:lnTo>
                    <a:pt x="426" y="245"/>
                  </a:lnTo>
                  <a:lnTo>
                    <a:pt x="426" y="233"/>
                  </a:lnTo>
                  <a:lnTo>
                    <a:pt x="384" y="232"/>
                  </a:lnTo>
                  <a:lnTo>
                    <a:pt x="343" y="228"/>
                  </a:lnTo>
                  <a:lnTo>
                    <a:pt x="303" y="222"/>
                  </a:lnTo>
                  <a:lnTo>
                    <a:pt x="264" y="214"/>
                  </a:lnTo>
                  <a:lnTo>
                    <a:pt x="229" y="204"/>
                  </a:lnTo>
                  <a:lnTo>
                    <a:pt x="194" y="192"/>
                  </a:lnTo>
                  <a:lnTo>
                    <a:pt x="162" y="178"/>
                  </a:lnTo>
                  <a:lnTo>
                    <a:pt x="133" y="163"/>
                  </a:lnTo>
                  <a:lnTo>
                    <a:pt x="106" y="146"/>
                  </a:lnTo>
                  <a:lnTo>
                    <a:pt x="81" y="129"/>
                  </a:lnTo>
                  <a:lnTo>
                    <a:pt x="61" y="109"/>
                  </a:lnTo>
                  <a:lnTo>
                    <a:pt x="44" y="89"/>
                  </a:lnTo>
                  <a:lnTo>
                    <a:pt x="31" y="66"/>
                  </a:lnTo>
                  <a:lnTo>
                    <a:pt x="20" y="45"/>
                  </a:lnTo>
                  <a:lnTo>
                    <a:pt x="15" y="2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14034" name="Freeform 35"/>
            <p:cNvSpPr>
              <a:spLocks/>
            </p:cNvSpPr>
            <p:nvPr/>
          </p:nvSpPr>
          <p:spPr bwMode="auto">
            <a:xfrm>
              <a:off x="878" y="1448"/>
              <a:ext cx="792" cy="954"/>
            </a:xfrm>
            <a:custGeom>
              <a:avLst/>
              <a:gdLst>
                <a:gd name="T0" fmla="*/ 13 w 3960"/>
                <a:gd name="T1" fmla="*/ 38 h 4768"/>
                <a:gd name="T2" fmla="*/ 14 w 3960"/>
                <a:gd name="T3" fmla="*/ 38 h 4768"/>
                <a:gd name="T4" fmla="*/ 15 w 3960"/>
                <a:gd name="T5" fmla="*/ 38 h 4768"/>
                <a:gd name="T6" fmla="*/ 15 w 3960"/>
                <a:gd name="T7" fmla="*/ 38 h 4768"/>
                <a:gd name="T8" fmla="*/ 16 w 3960"/>
                <a:gd name="T9" fmla="*/ 38 h 4768"/>
                <a:gd name="T10" fmla="*/ 17 w 3960"/>
                <a:gd name="T11" fmla="*/ 38 h 4768"/>
                <a:gd name="T12" fmla="*/ 17 w 3960"/>
                <a:gd name="T13" fmla="*/ 38 h 4768"/>
                <a:gd name="T14" fmla="*/ 18 w 3960"/>
                <a:gd name="T15" fmla="*/ 38 h 4768"/>
                <a:gd name="T16" fmla="*/ 18 w 3960"/>
                <a:gd name="T17" fmla="*/ 38 h 4768"/>
                <a:gd name="T18" fmla="*/ 29 w 3960"/>
                <a:gd name="T19" fmla="*/ 30 h 4768"/>
                <a:gd name="T20" fmla="*/ 30 w 3960"/>
                <a:gd name="T21" fmla="*/ 30 h 4768"/>
                <a:gd name="T22" fmla="*/ 30 w 3960"/>
                <a:gd name="T23" fmla="*/ 29 h 4768"/>
                <a:gd name="T24" fmla="*/ 31 w 3960"/>
                <a:gd name="T25" fmla="*/ 28 h 4768"/>
                <a:gd name="T26" fmla="*/ 31 w 3960"/>
                <a:gd name="T27" fmla="*/ 28 h 4768"/>
                <a:gd name="T28" fmla="*/ 31 w 3960"/>
                <a:gd name="T29" fmla="*/ 27 h 4768"/>
                <a:gd name="T30" fmla="*/ 32 w 3960"/>
                <a:gd name="T31" fmla="*/ 26 h 4768"/>
                <a:gd name="T32" fmla="*/ 32 w 3960"/>
                <a:gd name="T33" fmla="*/ 25 h 4768"/>
                <a:gd name="T34" fmla="*/ 32 w 3960"/>
                <a:gd name="T35" fmla="*/ 11 h 4768"/>
                <a:gd name="T36" fmla="*/ 32 w 3960"/>
                <a:gd name="T37" fmla="*/ 10 h 4768"/>
                <a:gd name="T38" fmla="*/ 31 w 3960"/>
                <a:gd name="T39" fmla="*/ 9 h 4768"/>
                <a:gd name="T40" fmla="*/ 31 w 3960"/>
                <a:gd name="T41" fmla="*/ 9 h 4768"/>
                <a:gd name="T42" fmla="*/ 31 w 3960"/>
                <a:gd name="T43" fmla="*/ 8 h 4768"/>
                <a:gd name="T44" fmla="*/ 31 w 3960"/>
                <a:gd name="T45" fmla="*/ 8 h 4768"/>
                <a:gd name="T46" fmla="*/ 30 w 3960"/>
                <a:gd name="T47" fmla="*/ 7 h 4768"/>
                <a:gd name="T48" fmla="*/ 30 w 3960"/>
                <a:gd name="T49" fmla="*/ 7 h 4768"/>
                <a:gd name="T50" fmla="*/ 29 w 3960"/>
                <a:gd name="T51" fmla="*/ 6 h 4768"/>
                <a:gd name="T52" fmla="*/ 19 w 3960"/>
                <a:gd name="T53" fmla="*/ 1 h 4768"/>
                <a:gd name="T54" fmla="*/ 18 w 3960"/>
                <a:gd name="T55" fmla="*/ 0 h 4768"/>
                <a:gd name="T56" fmla="*/ 17 w 3960"/>
                <a:gd name="T57" fmla="*/ 0 h 4768"/>
                <a:gd name="T58" fmla="*/ 17 w 3960"/>
                <a:gd name="T59" fmla="*/ 0 h 4768"/>
                <a:gd name="T60" fmla="*/ 16 w 3960"/>
                <a:gd name="T61" fmla="*/ 0 h 4768"/>
                <a:gd name="T62" fmla="*/ 15 w 3960"/>
                <a:gd name="T63" fmla="*/ 0 h 4768"/>
                <a:gd name="T64" fmla="*/ 14 w 3960"/>
                <a:gd name="T65" fmla="*/ 0 h 4768"/>
                <a:gd name="T66" fmla="*/ 14 w 3960"/>
                <a:gd name="T67" fmla="*/ 0 h 4768"/>
                <a:gd name="T68" fmla="*/ 2 w 3960"/>
                <a:gd name="T69" fmla="*/ 6 h 4768"/>
                <a:gd name="T70" fmla="*/ 2 w 3960"/>
                <a:gd name="T71" fmla="*/ 7 h 4768"/>
                <a:gd name="T72" fmla="*/ 1 w 3960"/>
                <a:gd name="T73" fmla="*/ 7 h 4768"/>
                <a:gd name="T74" fmla="*/ 1 w 3960"/>
                <a:gd name="T75" fmla="*/ 8 h 4768"/>
                <a:gd name="T76" fmla="*/ 1 w 3960"/>
                <a:gd name="T77" fmla="*/ 8 h 4768"/>
                <a:gd name="T78" fmla="*/ 0 w 3960"/>
                <a:gd name="T79" fmla="*/ 9 h 4768"/>
                <a:gd name="T80" fmla="*/ 0 w 3960"/>
                <a:gd name="T81" fmla="*/ 9 h 4768"/>
                <a:gd name="T82" fmla="*/ 0 w 3960"/>
                <a:gd name="T83" fmla="*/ 10 h 4768"/>
                <a:gd name="T84" fmla="*/ 0 w 3960"/>
                <a:gd name="T85" fmla="*/ 11 h 4768"/>
                <a:gd name="T86" fmla="*/ 0 w 3960"/>
                <a:gd name="T87" fmla="*/ 25 h 4768"/>
                <a:gd name="T88" fmla="*/ 0 w 3960"/>
                <a:gd name="T89" fmla="*/ 26 h 4768"/>
                <a:gd name="T90" fmla="*/ 0 w 3960"/>
                <a:gd name="T91" fmla="*/ 27 h 4768"/>
                <a:gd name="T92" fmla="*/ 1 w 3960"/>
                <a:gd name="T93" fmla="*/ 28 h 4768"/>
                <a:gd name="T94" fmla="*/ 1 w 3960"/>
                <a:gd name="T95" fmla="*/ 29 h 4768"/>
                <a:gd name="T96" fmla="*/ 1 w 3960"/>
                <a:gd name="T97" fmla="*/ 29 h 4768"/>
                <a:gd name="T98" fmla="*/ 2 w 3960"/>
                <a:gd name="T99" fmla="*/ 30 h 4768"/>
                <a:gd name="T100" fmla="*/ 3 w 3960"/>
                <a:gd name="T101" fmla="*/ 31 h 4768"/>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w 3960"/>
                <a:gd name="T154" fmla="*/ 0 h 4768"/>
                <a:gd name="T155" fmla="*/ 3960 w 3960"/>
                <a:gd name="T156" fmla="*/ 4768 h 4768"/>
              </a:gdLst>
              <a:ahLst/>
              <a:cxnLst>
                <a:cxn ang="T102">
                  <a:pos x="T0" y="T1"/>
                </a:cxn>
                <a:cxn ang="T103">
                  <a:pos x="T2" y="T3"/>
                </a:cxn>
                <a:cxn ang="T104">
                  <a:pos x="T4" y="T5"/>
                </a:cxn>
                <a:cxn ang="T105">
                  <a:pos x="T6" y="T7"/>
                </a:cxn>
                <a:cxn ang="T106">
                  <a:pos x="T8" y="T9"/>
                </a:cxn>
                <a:cxn ang="T107">
                  <a:pos x="T10" y="T11"/>
                </a:cxn>
                <a:cxn ang="T108">
                  <a:pos x="T12" y="T13"/>
                </a:cxn>
                <a:cxn ang="T109">
                  <a:pos x="T14" y="T15"/>
                </a:cxn>
                <a:cxn ang="T110">
                  <a:pos x="T16" y="T17"/>
                </a:cxn>
                <a:cxn ang="T111">
                  <a:pos x="T18" y="T19"/>
                </a:cxn>
                <a:cxn ang="T112">
                  <a:pos x="T20" y="T21"/>
                </a:cxn>
                <a:cxn ang="T113">
                  <a:pos x="T22" y="T23"/>
                </a:cxn>
                <a:cxn ang="T114">
                  <a:pos x="T24" y="T25"/>
                </a:cxn>
                <a:cxn ang="T115">
                  <a:pos x="T26" y="T27"/>
                </a:cxn>
                <a:cxn ang="T116">
                  <a:pos x="T28" y="T29"/>
                </a:cxn>
                <a:cxn ang="T117">
                  <a:pos x="T30" y="T31"/>
                </a:cxn>
                <a:cxn ang="T118">
                  <a:pos x="T32" y="T33"/>
                </a:cxn>
                <a:cxn ang="T119">
                  <a:pos x="T34" y="T35"/>
                </a:cxn>
                <a:cxn ang="T120">
                  <a:pos x="T36" y="T37"/>
                </a:cxn>
                <a:cxn ang="T121">
                  <a:pos x="T38" y="T39"/>
                </a:cxn>
                <a:cxn ang="T122">
                  <a:pos x="T40" y="T41"/>
                </a:cxn>
                <a:cxn ang="T123">
                  <a:pos x="T42" y="T43"/>
                </a:cxn>
                <a:cxn ang="T124">
                  <a:pos x="T44" y="T45"/>
                </a:cxn>
                <a:cxn ang="T125">
                  <a:pos x="T46" y="T47"/>
                </a:cxn>
                <a:cxn ang="T126">
                  <a:pos x="T48" y="T49"/>
                </a:cxn>
                <a:cxn ang="T127">
                  <a:pos x="T50" y="T51"/>
                </a:cxn>
                <a:cxn ang="T128">
                  <a:pos x="T52" y="T53"/>
                </a:cxn>
                <a:cxn ang="T129">
                  <a:pos x="T54" y="T55"/>
                </a:cxn>
                <a:cxn ang="T130">
                  <a:pos x="T56" y="T57"/>
                </a:cxn>
                <a:cxn ang="T131">
                  <a:pos x="T58" y="T59"/>
                </a:cxn>
                <a:cxn ang="T132">
                  <a:pos x="T60" y="T61"/>
                </a:cxn>
                <a:cxn ang="T133">
                  <a:pos x="T62" y="T63"/>
                </a:cxn>
                <a:cxn ang="T134">
                  <a:pos x="T64" y="T65"/>
                </a:cxn>
                <a:cxn ang="T135">
                  <a:pos x="T66" y="T67"/>
                </a:cxn>
                <a:cxn ang="T136">
                  <a:pos x="T68" y="T69"/>
                </a:cxn>
                <a:cxn ang="T137">
                  <a:pos x="T70" y="T71"/>
                </a:cxn>
                <a:cxn ang="T138">
                  <a:pos x="T72" y="T73"/>
                </a:cxn>
                <a:cxn ang="T139">
                  <a:pos x="T74" y="T75"/>
                </a:cxn>
                <a:cxn ang="T140">
                  <a:pos x="T76" y="T77"/>
                </a:cxn>
                <a:cxn ang="T141">
                  <a:pos x="T78" y="T79"/>
                </a:cxn>
                <a:cxn ang="T142">
                  <a:pos x="T80" y="T81"/>
                </a:cxn>
                <a:cxn ang="T143">
                  <a:pos x="T82" y="T83"/>
                </a:cxn>
                <a:cxn ang="T144">
                  <a:pos x="T84" y="T85"/>
                </a:cxn>
                <a:cxn ang="T145">
                  <a:pos x="T86" y="T87"/>
                </a:cxn>
                <a:cxn ang="T146">
                  <a:pos x="T88" y="T89"/>
                </a:cxn>
                <a:cxn ang="T147">
                  <a:pos x="T90" y="T91"/>
                </a:cxn>
                <a:cxn ang="T148">
                  <a:pos x="T92" y="T93"/>
                </a:cxn>
                <a:cxn ang="T149">
                  <a:pos x="T94" y="T95"/>
                </a:cxn>
                <a:cxn ang="T150">
                  <a:pos x="T96" y="T97"/>
                </a:cxn>
                <a:cxn ang="T151">
                  <a:pos x="T98" y="T99"/>
                </a:cxn>
                <a:cxn ang="T152">
                  <a:pos x="T100" y="T101"/>
                </a:cxn>
              </a:cxnLst>
              <a:rect l="T153" t="T154" r="T155" b="T156"/>
              <a:pathLst>
                <a:path w="3960" h="4768">
                  <a:moveTo>
                    <a:pt x="353" y="3849"/>
                  </a:moveTo>
                  <a:lnTo>
                    <a:pt x="1661" y="4700"/>
                  </a:lnTo>
                  <a:lnTo>
                    <a:pt x="1697" y="4717"/>
                  </a:lnTo>
                  <a:lnTo>
                    <a:pt x="1736" y="4731"/>
                  </a:lnTo>
                  <a:lnTo>
                    <a:pt x="1776" y="4742"/>
                  </a:lnTo>
                  <a:lnTo>
                    <a:pt x="1818" y="4753"/>
                  </a:lnTo>
                  <a:lnTo>
                    <a:pt x="1860" y="4760"/>
                  </a:lnTo>
                  <a:lnTo>
                    <a:pt x="1902" y="4765"/>
                  </a:lnTo>
                  <a:lnTo>
                    <a:pt x="1946" y="4768"/>
                  </a:lnTo>
                  <a:lnTo>
                    <a:pt x="1988" y="4768"/>
                  </a:lnTo>
                  <a:lnTo>
                    <a:pt x="2031" y="4767"/>
                  </a:lnTo>
                  <a:lnTo>
                    <a:pt x="2073" y="4763"/>
                  </a:lnTo>
                  <a:lnTo>
                    <a:pt x="2114" y="4758"/>
                  </a:lnTo>
                  <a:lnTo>
                    <a:pt x="2154" y="4751"/>
                  </a:lnTo>
                  <a:lnTo>
                    <a:pt x="2193" y="4740"/>
                  </a:lnTo>
                  <a:lnTo>
                    <a:pt x="2230" y="4729"/>
                  </a:lnTo>
                  <a:lnTo>
                    <a:pt x="2264" y="4715"/>
                  </a:lnTo>
                  <a:lnTo>
                    <a:pt x="2297" y="4700"/>
                  </a:lnTo>
                  <a:lnTo>
                    <a:pt x="3639" y="3825"/>
                  </a:lnTo>
                  <a:lnTo>
                    <a:pt x="3673" y="3795"/>
                  </a:lnTo>
                  <a:lnTo>
                    <a:pt x="3707" y="3761"/>
                  </a:lnTo>
                  <a:lnTo>
                    <a:pt x="3738" y="3725"/>
                  </a:lnTo>
                  <a:lnTo>
                    <a:pt x="3768" y="3685"/>
                  </a:lnTo>
                  <a:lnTo>
                    <a:pt x="3796" y="3644"/>
                  </a:lnTo>
                  <a:lnTo>
                    <a:pt x="3821" y="3599"/>
                  </a:lnTo>
                  <a:lnTo>
                    <a:pt x="3846" y="3553"/>
                  </a:lnTo>
                  <a:lnTo>
                    <a:pt x="3868" y="3505"/>
                  </a:lnTo>
                  <a:lnTo>
                    <a:pt x="3888" y="3456"/>
                  </a:lnTo>
                  <a:lnTo>
                    <a:pt x="3907" y="3406"/>
                  </a:lnTo>
                  <a:lnTo>
                    <a:pt x="3922" y="3354"/>
                  </a:lnTo>
                  <a:lnTo>
                    <a:pt x="3935" y="3303"/>
                  </a:lnTo>
                  <a:lnTo>
                    <a:pt x="3946" y="3250"/>
                  </a:lnTo>
                  <a:lnTo>
                    <a:pt x="3953" y="3197"/>
                  </a:lnTo>
                  <a:lnTo>
                    <a:pt x="3957" y="3144"/>
                  </a:lnTo>
                  <a:lnTo>
                    <a:pt x="3960" y="3092"/>
                  </a:lnTo>
                  <a:lnTo>
                    <a:pt x="3959" y="1313"/>
                  </a:lnTo>
                  <a:lnTo>
                    <a:pt x="3955" y="1271"/>
                  </a:lnTo>
                  <a:lnTo>
                    <a:pt x="3949" y="1229"/>
                  </a:lnTo>
                  <a:lnTo>
                    <a:pt x="3941" y="1189"/>
                  </a:lnTo>
                  <a:lnTo>
                    <a:pt x="3930" y="1149"/>
                  </a:lnTo>
                  <a:lnTo>
                    <a:pt x="3918" y="1111"/>
                  </a:lnTo>
                  <a:lnTo>
                    <a:pt x="3902" y="1075"/>
                  </a:lnTo>
                  <a:lnTo>
                    <a:pt x="3886" y="1040"/>
                  </a:lnTo>
                  <a:lnTo>
                    <a:pt x="3867" y="1006"/>
                  </a:lnTo>
                  <a:lnTo>
                    <a:pt x="3846" y="973"/>
                  </a:lnTo>
                  <a:lnTo>
                    <a:pt x="3823" y="942"/>
                  </a:lnTo>
                  <a:lnTo>
                    <a:pt x="3798" y="913"/>
                  </a:lnTo>
                  <a:lnTo>
                    <a:pt x="3771" y="886"/>
                  </a:lnTo>
                  <a:lnTo>
                    <a:pt x="3743" y="860"/>
                  </a:lnTo>
                  <a:lnTo>
                    <a:pt x="3714" y="837"/>
                  </a:lnTo>
                  <a:lnTo>
                    <a:pt x="3682" y="816"/>
                  </a:lnTo>
                  <a:lnTo>
                    <a:pt x="3649" y="796"/>
                  </a:lnTo>
                  <a:lnTo>
                    <a:pt x="2386" y="83"/>
                  </a:lnTo>
                  <a:lnTo>
                    <a:pt x="2350" y="65"/>
                  </a:lnTo>
                  <a:lnTo>
                    <a:pt x="2310" y="50"/>
                  </a:lnTo>
                  <a:lnTo>
                    <a:pt x="2268" y="36"/>
                  </a:lnTo>
                  <a:lnTo>
                    <a:pt x="2223" y="24"/>
                  </a:lnTo>
                  <a:lnTo>
                    <a:pt x="2178" y="15"/>
                  </a:lnTo>
                  <a:lnTo>
                    <a:pt x="2131" y="8"/>
                  </a:lnTo>
                  <a:lnTo>
                    <a:pt x="2082" y="3"/>
                  </a:lnTo>
                  <a:lnTo>
                    <a:pt x="2032" y="0"/>
                  </a:lnTo>
                  <a:lnTo>
                    <a:pt x="1982" y="1"/>
                  </a:lnTo>
                  <a:lnTo>
                    <a:pt x="1933" y="3"/>
                  </a:lnTo>
                  <a:lnTo>
                    <a:pt x="1882" y="9"/>
                  </a:lnTo>
                  <a:lnTo>
                    <a:pt x="1833" y="17"/>
                  </a:lnTo>
                  <a:lnTo>
                    <a:pt x="1785" y="29"/>
                  </a:lnTo>
                  <a:lnTo>
                    <a:pt x="1737" y="43"/>
                  </a:lnTo>
                  <a:lnTo>
                    <a:pt x="1691" y="62"/>
                  </a:lnTo>
                  <a:lnTo>
                    <a:pt x="1647" y="83"/>
                  </a:lnTo>
                  <a:lnTo>
                    <a:pt x="311" y="782"/>
                  </a:lnTo>
                  <a:lnTo>
                    <a:pt x="276" y="803"/>
                  </a:lnTo>
                  <a:lnTo>
                    <a:pt x="243" y="826"/>
                  </a:lnTo>
                  <a:lnTo>
                    <a:pt x="213" y="852"/>
                  </a:lnTo>
                  <a:lnTo>
                    <a:pt x="184" y="879"/>
                  </a:lnTo>
                  <a:lnTo>
                    <a:pt x="155" y="908"/>
                  </a:lnTo>
                  <a:lnTo>
                    <a:pt x="131" y="939"/>
                  </a:lnTo>
                  <a:lnTo>
                    <a:pt x="107" y="971"/>
                  </a:lnTo>
                  <a:lnTo>
                    <a:pt x="86" y="1005"/>
                  </a:lnTo>
                  <a:lnTo>
                    <a:pt x="68" y="1040"/>
                  </a:lnTo>
                  <a:lnTo>
                    <a:pt x="50" y="1076"/>
                  </a:lnTo>
                  <a:lnTo>
                    <a:pt x="36" y="1115"/>
                  </a:lnTo>
                  <a:lnTo>
                    <a:pt x="23" y="1153"/>
                  </a:lnTo>
                  <a:lnTo>
                    <a:pt x="14" y="1195"/>
                  </a:lnTo>
                  <a:lnTo>
                    <a:pt x="7" y="1236"/>
                  </a:lnTo>
                  <a:lnTo>
                    <a:pt x="2" y="1279"/>
                  </a:lnTo>
                  <a:lnTo>
                    <a:pt x="0" y="1322"/>
                  </a:lnTo>
                  <a:lnTo>
                    <a:pt x="0" y="3093"/>
                  </a:lnTo>
                  <a:lnTo>
                    <a:pt x="2" y="3147"/>
                  </a:lnTo>
                  <a:lnTo>
                    <a:pt x="7" y="3202"/>
                  </a:lnTo>
                  <a:lnTo>
                    <a:pt x="15" y="3257"/>
                  </a:lnTo>
                  <a:lnTo>
                    <a:pt x="27" y="3312"/>
                  </a:lnTo>
                  <a:lnTo>
                    <a:pt x="42" y="3366"/>
                  </a:lnTo>
                  <a:lnTo>
                    <a:pt x="59" y="3420"/>
                  </a:lnTo>
                  <a:lnTo>
                    <a:pt x="79" y="3474"/>
                  </a:lnTo>
                  <a:lnTo>
                    <a:pt x="102" y="3525"/>
                  </a:lnTo>
                  <a:lnTo>
                    <a:pt x="127" y="3576"/>
                  </a:lnTo>
                  <a:lnTo>
                    <a:pt x="154" y="3624"/>
                  </a:lnTo>
                  <a:lnTo>
                    <a:pt x="184" y="3670"/>
                  </a:lnTo>
                  <a:lnTo>
                    <a:pt x="214" y="3712"/>
                  </a:lnTo>
                  <a:lnTo>
                    <a:pt x="247" y="3752"/>
                  </a:lnTo>
                  <a:lnTo>
                    <a:pt x="281" y="3788"/>
                  </a:lnTo>
                  <a:lnTo>
                    <a:pt x="317" y="3821"/>
                  </a:lnTo>
                  <a:lnTo>
                    <a:pt x="353" y="384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14035" name="Freeform 36"/>
            <p:cNvSpPr>
              <a:spLocks/>
            </p:cNvSpPr>
            <p:nvPr/>
          </p:nvSpPr>
          <p:spPr bwMode="auto">
            <a:xfrm>
              <a:off x="943" y="2210"/>
              <a:ext cx="276" cy="187"/>
            </a:xfrm>
            <a:custGeom>
              <a:avLst/>
              <a:gdLst>
                <a:gd name="T0" fmla="*/ 11 w 1380"/>
                <a:gd name="T1" fmla="*/ 7 h 937"/>
                <a:gd name="T2" fmla="*/ 11 w 1380"/>
                <a:gd name="T3" fmla="*/ 7 h 937"/>
                <a:gd name="T4" fmla="*/ 0 w 1380"/>
                <a:gd name="T5" fmla="*/ 0 h 937"/>
                <a:gd name="T6" fmla="*/ 0 w 1380"/>
                <a:gd name="T7" fmla="*/ 1 h 937"/>
                <a:gd name="T8" fmla="*/ 10 w 1380"/>
                <a:gd name="T9" fmla="*/ 7 h 937"/>
                <a:gd name="T10" fmla="*/ 10 w 1380"/>
                <a:gd name="T11" fmla="*/ 7 h 937"/>
                <a:gd name="T12" fmla="*/ 10 w 1380"/>
                <a:gd name="T13" fmla="*/ 7 h 937"/>
                <a:gd name="T14" fmla="*/ 11 w 1380"/>
                <a:gd name="T15" fmla="*/ 7 h 937"/>
                <a:gd name="T16" fmla="*/ 11 w 1380"/>
                <a:gd name="T17" fmla="*/ 7 h 937"/>
                <a:gd name="T18" fmla="*/ 11 w 1380"/>
                <a:gd name="T19" fmla="*/ 7 h 937"/>
                <a:gd name="T20" fmla="*/ 11 w 1380"/>
                <a:gd name="T21" fmla="*/ 7 h 937"/>
                <a:gd name="T22" fmla="*/ 11 w 1380"/>
                <a:gd name="T23" fmla="*/ 7 h 937"/>
                <a:gd name="T24" fmla="*/ 11 w 1380"/>
                <a:gd name="T25" fmla="*/ 7 h 937"/>
                <a:gd name="T26" fmla="*/ 11 w 1380"/>
                <a:gd name="T27" fmla="*/ 7 h 937"/>
                <a:gd name="T28" fmla="*/ 11 w 1380"/>
                <a:gd name="T29" fmla="*/ 7 h 937"/>
                <a:gd name="T30" fmla="*/ 11 w 1380"/>
                <a:gd name="T31" fmla="*/ 7 h 93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80"/>
                <a:gd name="T49" fmla="*/ 0 h 937"/>
                <a:gd name="T50" fmla="*/ 1380 w 1380"/>
                <a:gd name="T51" fmla="*/ 937 h 93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80" h="937">
                  <a:moveTo>
                    <a:pt x="1354" y="848"/>
                  </a:moveTo>
                  <a:lnTo>
                    <a:pt x="1359" y="851"/>
                  </a:lnTo>
                  <a:lnTo>
                    <a:pt x="51" y="0"/>
                  </a:lnTo>
                  <a:lnTo>
                    <a:pt x="0" y="78"/>
                  </a:lnTo>
                  <a:lnTo>
                    <a:pt x="1307" y="929"/>
                  </a:lnTo>
                  <a:lnTo>
                    <a:pt x="1312" y="932"/>
                  </a:lnTo>
                  <a:lnTo>
                    <a:pt x="1307" y="929"/>
                  </a:lnTo>
                  <a:lnTo>
                    <a:pt x="1326" y="937"/>
                  </a:lnTo>
                  <a:lnTo>
                    <a:pt x="1345" y="936"/>
                  </a:lnTo>
                  <a:lnTo>
                    <a:pt x="1360" y="929"/>
                  </a:lnTo>
                  <a:lnTo>
                    <a:pt x="1372" y="916"/>
                  </a:lnTo>
                  <a:lnTo>
                    <a:pt x="1379" y="899"/>
                  </a:lnTo>
                  <a:lnTo>
                    <a:pt x="1380" y="883"/>
                  </a:lnTo>
                  <a:lnTo>
                    <a:pt x="1374" y="865"/>
                  </a:lnTo>
                  <a:lnTo>
                    <a:pt x="1359" y="851"/>
                  </a:lnTo>
                  <a:lnTo>
                    <a:pt x="1354" y="84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14036" name="Freeform 37"/>
            <p:cNvSpPr>
              <a:spLocks/>
            </p:cNvSpPr>
            <p:nvPr/>
          </p:nvSpPr>
          <p:spPr bwMode="auto">
            <a:xfrm>
              <a:off x="1206" y="2379"/>
              <a:ext cx="140" cy="32"/>
            </a:xfrm>
            <a:custGeom>
              <a:avLst/>
              <a:gdLst>
                <a:gd name="T0" fmla="*/ 5 w 703"/>
                <a:gd name="T1" fmla="*/ 0 h 162"/>
                <a:gd name="T2" fmla="*/ 5 w 703"/>
                <a:gd name="T3" fmla="*/ 0 h 162"/>
                <a:gd name="T4" fmla="*/ 5 w 703"/>
                <a:gd name="T5" fmla="*/ 0 h 162"/>
                <a:gd name="T6" fmla="*/ 5 w 703"/>
                <a:gd name="T7" fmla="*/ 0 h 162"/>
                <a:gd name="T8" fmla="*/ 4 w 703"/>
                <a:gd name="T9" fmla="*/ 0 h 162"/>
                <a:gd name="T10" fmla="*/ 4 w 703"/>
                <a:gd name="T11" fmla="*/ 0 h 162"/>
                <a:gd name="T12" fmla="*/ 4 w 703"/>
                <a:gd name="T13" fmla="*/ 0 h 162"/>
                <a:gd name="T14" fmla="*/ 3 w 703"/>
                <a:gd name="T15" fmla="*/ 1 h 162"/>
                <a:gd name="T16" fmla="*/ 3 w 703"/>
                <a:gd name="T17" fmla="*/ 1 h 162"/>
                <a:gd name="T18" fmla="*/ 3 w 703"/>
                <a:gd name="T19" fmla="*/ 1 h 162"/>
                <a:gd name="T20" fmla="*/ 2 w 703"/>
                <a:gd name="T21" fmla="*/ 1 h 162"/>
                <a:gd name="T22" fmla="*/ 2 w 703"/>
                <a:gd name="T23" fmla="*/ 1 h 162"/>
                <a:gd name="T24" fmla="*/ 2 w 703"/>
                <a:gd name="T25" fmla="*/ 0 h 162"/>
                <a:gd name="T26" fmla="*/ 1 w 703"/>
                <a:gd name="T27" fmla="*/ 0 h 162"/>
                <a:gd name="T28" fmla="*/ 1 w 703"/>
                <a:gd name="T29" fmla="*/ 0 h 162"/>
                <a:gd name="T30" fmla="*/ 1 w 703"/>
                <a:gd name="T31" fmla="*/ 0 h 162"/>
                <a:gd name="T32" fmla="*/ 1 w 703"/>
                <a:gd name="T33" fmla="*/ 0 h 162"/>
                <a:gd name="T34" fmla="*/ 0 w 703"/>
                <a:gd name="T35" fmla="*/ 0 h 162"/>
                <a:gd name="T36" fmla="*/ 0 w 703"/>
                <a:gd name="T37" fmla="*/ 1 h 162"/>
                <a:gd name="T38" fmla="*/ 0 w 703"/>
                <a:gd name="T39" fmla="*/ 1 h 162"/>
                <a:gd name="T40" fmla="*/ 1 w 703"/>
                <a:gd name="T41" fmla="*/ 1 h 162"/>
                <a:gd name="T42" fmla="*/ 1 w 703"/>
                <a:gd name="T43" fmla="*/ 1 h 162"/>
                <a:gd name="T44" fmla="*/ 1 w 703"/>
                <a:gd name="T45" fmla="*/ 1 h 162"/>
                <a:gd name="T46" fmla="*/ 2 w 703"/>
                <a:gd name="T47" fmla="*/ 1 h 162"/>
                <a:gd name="T48" fmla="*/ 2 w 703"/>
                <a:gd name="T49" fmla="*/ 1 h 162"/>
                <a:gd name="T50" fmla="*/ 2 w 703"/>
                <a:gd name="T51" fmla="*/ 1 h 162"/>
                <a:gd name="T52" fmla="*/ 3 w 703"/>
                <a:gd name="T53" fmla="*/ 1 h 162"/>
                <a:gd name="T54" fmla="*/ 3 w 703"/>
                <a:gd name="T55" fmla="*/ 1 h 162"/>
                <a:gd name="T56" fmla="*/ 3 w 703"/>
                <a:gd name="T57" fmla="*/ 1 h 162"/>
                <a:gd name="T58" fmla="*/ 4 w 703"/>
                <a:gd name="T59" fmla="*/ 1 h 162"/>
                <a:gd name="T60" fmla="*/ 4 w 703"/>
                <a:gd name="T61" fmla="*/ 1 h 162"/>
                <a:gd name="T62" fmla="*/ 5 w 703"/>
                <a:gd name="T63" fmla="*/ 1 h 162"/>
                <a:gd name="T64" fmla="*/ 5 w 703"/>
                <a:gd name="T65" fmla="*/ 1 h 162"/>
                <a:gd name="T66" fmla="*/ 5 w 703"/>
                <a:gd name="T67" fmla="*/ 1 h 162"/>
                <a:gd name="T68" fmla="*/ 5 w 703"/>
                <a:gd name="T69" fmla="*/ 1 h 162"/>
                <a:gd name="T70" fmla="*/ 5 w 703"/>
                <a:gd name="T71" fmla="*/ 1 h 162"/>
                <a:gd name="T72" fmla="*/ 5 w 703"/>
                <a:gd name="T73" fmla="*/ 1 h 162"/>
                <a:gd name="T74" fmla="*/ 5 w 703"/>
                <a:gd name="T75" fmla="*/ 1 h 162"/>
                <a:gd name="T76" fmla="*/ 6 w 703"/>
                <a:gd name="T77" fmla="*/ 0 h 162"/>
                <a:gd name="T78" fmla="*/ 6 w 703"/>
                <a:gd name="T79" fmla="*/ 0 h 162"/>
                <a:gd name="T80" fmla="*/ 6 w 703"/>
                <a:gd name="T81" fmla="*/ 0 h 162"/>
                <a:gd name="T82" fmla="*/ 5 w 703"/>
                <a:gd name="T83" fmla="*/ 0 h 162"/>
                <a:gd name="T84" fmla="*/ 5 w 703"/>
                <a:gd name="T85" fmla="*/ 0 h 162"/>
                <a:gd name="T86" fmla="*/ 5 w 703"/>
                <a:gd name="T87" fmla="*/ 0 h 162"/>
                <a:gd name="T88" fmla="*/ 5 w 703"/>
                <a:gd name="T89" fmla="*/ 0 h 162"/>
                <a:gd name="T90" fmla="*/ 5 w 703"/>
                <a:gd name="T91" fmla="*/ 0 h 162"/>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703"/>
                <a:gd name="T139" fmla="*/ 0 h 162"/>
                <a:gd name="T140" fmla="*/ 703 w 703"/>
                <a:gd name="T141" fmla="*/ 162 h 162"/>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703" h="162">
                  <a:moveTo>
                    <a:pt x="631" y="8"/>
                  </a:moveTo>
                  <a:lnTo>
                    <a:pt x="636" y="6"/>
                  </a:lnTo>
                  <a:lnTo>
                    <a:pt x="606" y="20"/>
                  </a:lnTo>
                  <a:lnTo>
                    <a:pt x="575" y="32"/>
                  </a:lnTo>
                  <a:lnTo>
                    <a:pt x="540" y="42"/>
                  </a:lnTo>
                  <a:lnTo>
                    <a:pt x="504" y="52"/>
                  </a:lnTo>
                  <a:lnTo>
                    <a:pt x="467" y="59"/>
                  </a:lnTo>
                  <a:lnTo>
                    <a:pt x="428" y="64"/>
                  </a:lnTo>
                  <a:lnTo>
                    <a:pt x="389" y="67"/>
                  </a:lnTo>
                  <a:lnTo>
                    <a:pt x="348" y="68"/>
                  </a:lnTo>
                  <a:lnTo>
                    <a:pt x="308" y="68"/>
                  </a:lnTo>
                  <a:lnTo>
                    <a:pt x="267" y="65"/>
                  </a:lnTo>
                  <a:lnTo>
                    <a:pt x="226" y="61"/>
                  </a:lnTo>
                  <a:lnTo>
                    <a:pt x="187" y="54"/>
                  </a:lnTo>
                  <a:lnTo>
                    <a:pt x="148" y="44"/>
                  </a:lnTo>
                  <a:lnTo>
                    <a:pt x="110" y="33"/>
                  </a:lnTo>
                  <a:lnTo>
                    <a:pt x="75" y="20"/>
                  </a:lnTo>
                  <a:lnTo>
                    <a:pt x="42" y="5"/>
                  </a:lnTo>
                  <a:lnTo>
                    <a:pt x="0" y="89"/>
                  </a:lnTo>
                  <a:lnTo>
                    <a:pt x="40" y="107"/>
                  </a:lnTo>
                  <a:lnTo>
                    <a:pt x="82" y="122"/>
                  </a:lnTo>
                  <a:lnTo>
                    <a:pt x="124" y="135"/>
                  </a:lnTo>
                  <a:lnTo>
                    <a:pt x="169" y="146"/>
                  </a:lnTo>
                  <a:lnTo>
                    <a:pt x="214" y="153"/>
                  </a:lnTo>
                  <a:lnTo>
                    <a:pt x="258" y="158"/>
                  </a:lnTo>
                  <a:lnTo>
                    <a:pt x="303" y="162"/>
                  </a:lnTo>
                  <a:lnTo>
                    <a:pt x="348" y="162"/>
                  </a:lnTo>
                  <a:lnTo>
                    <a:pt x="394" y="161"/>
                  </a:lnTo>
                  <a:lnTo>
                    <a:pt x="439" y="157"/>
                  </a:lnTo>
                  <a:lnTo>
                    <a:pt x="481" y="150"/>
                  </a:lnTo>
                  <a:lnTo>
                    <a:pt x="525" y="143"/>
                  </a:lnTo>
                  <a:lnTo>
                    <a:pt x="566" y="132"/>
                  </a:lnTo>
                  <a:lnTo>
                    <a:pt x="606" y="121"/>
                  </a:lnTo>
                  <a:lnTo>
                    <a:pt x="643" y="105"/>
                  </a:lnTo>
                  <a:lnTo>
                    <a:pt x="678" y="88"/>
                  </a:lnTo>
                  <a:lnTo>
                    <a:pt x="683" y="86"/>
                  </a:lnTo>
                  <a:lnTo>
                    <a:pt x="678" y="88"/>
                  </a:lnTo>
                  <a:lnTo>
                    <a:pt x="695" y="75"/>
                  </a:lnTo>
                  <a:lnTo>
                    <a:pt x="702" y="60"/>
                  </a:lnTo>
                  <a:lnTo>
                    <a:pt x="703" y="42"/>
                  </a:lnTo>
                  <a:lnTo>
                    <a:pt x="698" y="26"/>
                  </a:lnTo>
                  <a:lnTo>
                    <a:pt x="688" y="12"/>
                  </a:lnTo>
                  <a:lnTo>
                    <a:pt x="674" y="3"/>
                  </a:lnTo>
                  <a:lnTo>
                    <a:pt x="656" y="0"/>
                  </a:lnTo>
                  <a:lnTo>
                    <a:pt x="636" y="6"/>
                  </a:lnTo>
                  <a:lnTo>
                    <a:pt x="631"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14037" name="Freeform 38"/>
            <p:cNvSpPr>
              <a:spLocks/>
            </p:cNvSpPr>
            <p:nvPr/>
          </p:nvSpPr>
          <p:spPr bwMode="auto">
            <a:xfrm>
              <a:off x="1332" y="2204"/>
              <a:ext cx="283" cy="192"/>
            </a:xfrm>
            <a:custGeom>
              <a:avLst/>
              <a:gdLst>
                <a:gd name="T0" fmla="*/ 11 w 1415"/>
                <a:gd name="T1" fmla="*/ 0 h 960"/>
                <a:gd name="T2" fmla="*/ 11 w 1415"/>
                <a:gd name="T3" fmla="*/ 0 h 960"/>
                <a:gd name="T4" fmla="*/ 0 w 1415"/>
                <a:gd name="T5" fmla="*/ 7 h 960"/>
                <a:gd name="T6" fmla="*/ 0 w 1415"/>
                <a:gd name="T7" fmla="*/ 8 h 960"/>
                <a:gd name="T8" fmla="*/ 11 w 1415"/>
                <a:gd name="T9" fmla="*/ 1 h 960"/>
                <a:gd name="T10" fmla="*/ 11 w 1415"/>
                <a:gd name="T11" fmla="*/ 1 h 960"/>
                <a:gd name="T12" fmla="*/ 11 w 1415"/>
                <a:gd name="T13" fmla="*/ 1 h 960"/>
                <a:gd name="T14" fmla="*/ 11 w 1415"/>
                <a:gd name="T15" fmla="*/ 1 h 960"/>
                <a:gd name="T16" fmla="*/ 11 w 1415"/>
                <a:gd name="T17" fmla="*/ 0 h 960"/>
                <a:gd name="T18" fmla="*/ 11 w 1415"/>
                <a:gd name="T19" fmla="*/ 0 h 960"/>
                <a:gd name="T20" fmla="*/ 11 w 1415"/>
                <a:gd name="T21" fmla="*/ 0 h 960"/>
                <a:gd name="T22" fmla="*/ 11 w 1415"/>
                <a:gd name="T23" fmla="*/ 0 h 960"/>
                <a:gd name="T24" fmla="*/ 11 w 1415"/>
                <a:gd name="T25" fmla="*/ 0 h 960"/>
                <a:gd name="T26" fmla="*/ 11 w 1415"/>
                <a:gd name="T27" fmla="*/ 0 h 960"/>
                <a:gd name="T28" fmla="*/ 11 w 1415"/>
                <a:gd name="T29" fmla="*/ 0 h 960"/>
                <a:gd name="T30" fmla="*/ 11 w 1415"/>
                <a:gd name="T31" fmla="*/ 0 h 96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15"/>
                <a:gd name="T49" fmla="*/ 0 h 960"/>
                <a:gd name="T50" fmla="*/ 1415 w 1415"/>
                <a:gd name="T51" fmla="*/ 960 h 96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15" h="960">
                  <a:moveTo>
                    <a:pt x="1338" y="10"/>
                  </a:moveTo>
                  <a:lnTo>
                    <a:pt x="1342" y="8"/>
                  </a:lnTo>
                  <a:lnTo>
                    <a:pt x="0" y="882"/>
                  </a:lnTo>
                  <a:lnTo>
                    <a:pt x="52" y="960"/>
                  </a:lnTo>
                  <a:lnTo>
                    <a:pt x="1393" y="85"/>
                  </a:lnTo>
                  <a:lnTo>
                    <a:pt x="1397" y="83"/>
                  </a:lnTo>
                  <a:lnTo>
                    <a:pt x="1393" y="85"/>
                  </a:lnTo>
                  <a:lnTo>
                    <a:pt x="1409" y="71"/>
                  </a:lnTo>
                  <a:lnTo>
                    <a:pt x="1415" y="53"/>
                  </a:lnTo>
                  <a:lnTo>
                    <a:pt x="1413" y="37"/>
                  </a:lnTo>
                  <a:lnTo>
                    <a:pt x="1406" y="21"/>
                  </a:lnTo>
                  <a:lnTo>
                    <a:pt x="1395" y="8"/>
                  </a:lnTo>
                  <a:lnTo>
                    <a:pt x="1379" y="1"/>
                  </a:lnTo>
                  <a:lnTo>
                    <a:pt x="1361" y="0"/>
                  </a:lnTo>
                  <a:lnTo>
                    <a:pt x="1342" y="8"/>
                  </a:lnTo>
                  <a:lnTo>
                    <a:pt x="1338" y="1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14038" name="Freeform 39"/>
            <p:cNvSpPr>
              <a:spLocks/>
            </p:cNvSpPr>
            <p:nvPr/>
          </p:nvSpPr>
          <p:spPr bwMode="auto">
            <a:xfrm>
              <a:off x="1599" y="2057"/>
              <a:ext cx="80" cy="163"/>
            </a:xfrm>
            <a:custGeom>
              <a:avLst/>
              <a:gdLst>
                <a:gd name="T0" fmla="*/ 2 w 398"/>
                <a:gd name="T1" fmla="*/ 0 h 817"/>
                <a:gd name="T2" fmla="*/ 2 w 398"/>
                <a:gd name="T3" fmla="*/ 0 h 817"/>
                <a:gd name="T4" fmla="*/ 2 w 398"/>
                <a:gd name="T5" fmla="*/ 1 h 817"/>
                <a:gd name="T6" fmla="*/ 2 w 398"/>
                <a:gd name="T7" fmla="*/ 1 h 817"/>
                <a:gd name="T8" fmla="*/ 2 w 398"/>
                <a:gd name="T9" fmla="*/ 2 h 817"/>
                <a:gd name="T10" fmla="*/ 2 w 398"/>
                <a:gd name="T11" fmla="*/ 2 h 817"/>
                <a:gd name="T12" fmla="*/ 2 w 398"/>
                <a:gd name="T13" fmla="*/ 2 h 817"/>
                <a:gd name="T14" fmla="*/ 2 w 398"/>
                <a:gd name="T15" fmla="*/ 3 h 817"/>
                <a:gd name="T16" fmla="*/ 2 w 398"/>
                <a:gd name="T17" fmla="*/ 3 h 817"/>
                <a:gd name="T18" fmla="*/ 2 w 398"/>
                <a:gd name="T19" fmla="*/ 4 h 817"/>
                <a:gd name="T20" fmla="*/ 2 w 398"/>
                <a:gd name="T21" fmla="*/ 4 h 817"/>
                <a:gd name="T22" fmla="*/ 1 w 398"/>
                <a:gd name="T23" fmla="*/ 4 h 817"/>
                <a:gd name="T24" fmla="*/ 1 w 398"/>
                <a:gd name="T25" fmla="*/ 5 h 817"/>
                <a:gd name="T26" fmla="*/ 1 w 398"/>
                <a:gd name="T27" fmla="*/ 5 h 817"/>
                <a:gd name="T28" fmla="*/ 1 w 398"/>
                <a:gd name="T29" fmla="*/ 5 h 817"/>
                <a:gd name="T30" fmla="*/ 1 w 398"/>
                <a:gd name="T31" fmla="*/ 5 h 817"/>
                <a:gd name="T32" fmla="*/ 0 w 398"/>
                <a:gd name="T33" fmla="*/ 6 h 817"/>
                <a:gd name="T34" fmla="*/ 0 w 398"/>
                <a:gd name="T35" fmla="*/ 6 h 817"/>
                <a:gd name="T36" fmla="*/ 0 w 398"/>
                <a:gd name="T37" fmla="*/ 7 h 817"/>
                <a:gd name="T38" fmla="*/ 1 w 398"/>
                <a:gd name="T39" fmla="*/ 6 h 817"/>
                <a:gd name="T40" fmla="*/ 1 w 398"/>
                <a:gd name="T41" fmla="*/ 6 h 817"/>
                <a:gd name="T42" fmla="*/ 1 w 398"/>
                <a:gd name="T43" fmla="*/ 6 h 817"/>
                <a:gd name="T44" fmla="*/ 2 w 398"/>
                <a:gd name="T45" fmla="*/ 5 h 817"/>
                <a:gd name="T46" fmla="*/ 2 w 398"/>
                <a:gd name="T47" fmla="*/ 5 h 817"/>
                <a:gd name="T48" fmla="*/ 2 w 398"/>
                <a:gd name="T49" fmla="*/ 5 h 817"/>
                <a:gd name="T50" fmla="*/ 2 w 398"/>
                <a:gd name="T51" fmla="*/ 4 h 817"/>
                <a:gd name="T52" fmla="*/ 2 w 398"/>
                <a:gd name="T53" fmla="*/ 4 h 817"/>
                <a:gd name="T54" fmla="*/ 3 w 398"/>
                <a:gd name="T55" fmla="*/ 3 h 817"/>
                <a:gd name="T56" fmla="*/ 3 w 398"/>
                <a:gd name="T57" fmla="*/ 3 h 817"/>
                <a:gd name="T58" fmla="*/ 3 w 398"/>
                <a:gd name="T59" fmla="*/ 3 h 817"/>
                <a:gd name="T60" fmla="*/ 3 w 398"/>
                <a:gd name="T61" fmla="*/ 2 h 817"/>
                <a:gd name="T62" fmla="*/ 3 w 398"/>
                <a:gd name="T63" fmla="*/ 2 h 817"/>
                <a:gd name="T64" fmla="*/ 3 w 398"/>
                <a:gd name="T65" fmla="*/ 1 h 817"/>
                <a:gd name="T66" fmla="*/ 3 w 398"/>
                <a:gd name="T67" fmla="*/ 1 h 817"/>
                <a:gd name="T68" fmla="*/ 3 w 398"/>
                <a:gd name="T69" fmla="*/ 0 h 817"/>
                <a:gd name="T70" fmla="*/ 3 w 398"/>
                <a:gd name="T71" fmla="*/ 0 h 817"/>
                <a:gd name="T72" fmla="*/ 3 w 398"/>
                <a:gd name="T73" fmla="*/ 0 h 817"/>
                <a:gd name="T74" fmla="*/ 3 w 398"/>
                <a:gd name="T75" fmla="*/ 0 h 817"/>
                <a:gd name="T76" fmla="*/ 3 w 398"/>
                <a:gd name="T77" fmla="*/ 0 h 817"/>
                <a:gd name="T78" fmla="*/ 3 w 398"/>
                <a:gd name="T79" fmla="*/ 0 h 817"/>
                <a:gd name="T80" fmla="*/ 3 w 398"/>
                <a:gd name="T81" fmla="*/ 0 h 817"/>
                <a:gd name="T82" fmla="*/ 3 w 398"/>
                <a:gd name="T83" fmla="*/ 0 h 817"/>
                <a:gd name="T84" fmla="*/ 3 w 398"/>
                <a:gd name="T85" fmla="*/ 0 h 817"/>
                <a:gd name="T86" fmla="*/ 2 w 398"/>
                <a:gd name="T87" fmla="*/ 0 h 817"/>
                <a:gd name="T88" fmla="*/ 2 w 398"/>
                <a:gd name="T89" fmla="*/ 0 h 817"/>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398"/>
                <a:gd name="T136" fmla="*/ 0 h 817"/>
                <a:gd name="T137" fmla="*/ 398 w 398"/>
                <a:gd name="T138" fmla="*/ 817 h 817"/>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398" h="817">
                  <a:moveTo>
                    <a:pt x="304" y="47"/>
                  </a:moveTo>
                  <a:lnTo>
                    <a:pt x="304" y="47"/>
                  </a:lnTo>
                  <a:lnTo>
                    <a:pt x="301" y="97"/>
                  </a:lnTo>
                  <a:lnTo>
                    <a:pt x="297" y="147"/>
                  </a:lnTo>
                  <a:lnTo>
                    <a:pt x="291" y="198"/>
                  </a:lnTo>
                  <a:lnTo>
                    <a:pt x="280" y="247"/>
                  </a:lnTo>
                  <a:lnTo>
                    <a:pt x="268" y="297"/>
                  </a:lnTo>
                  <a:lnTo>
                    <a:pt x="253" y="347"/>
                  </a:lnTo>
                  <a:lnTo>
                    <a:pt x="236" y="395"/>
                  </a:lnTo>
                  <a:lnTo>
                    <a:pt x="217" y="442"/>
                  </a:lnTo>
                  <a:lnTo>
                    <a:pt x="195" y="487"/>
                  </a:lnTo>
                  <a:lnTo>
                    <a:pt x="171" y="532"/>
                  </a:lnTo>
                  <a:lnTo>
                    <a:pt x="147" y="574"/>
                  </a:lnTo>
                  <a:lnTo>
                    <a:pt x="121" y="613"/>
                  </a:lnTo>
                  <a:lnTo>
                    <a:pt x="93" y="650"/>
                  </a:lnTo>
                  <a:lnTo>
                    <a:pt x="64" y="684"/>
                  </a:lnTo>
                  <a:lnTo>
                    <a:pt x="32" y="716"/>
                  </a:lnTo>
                  <a:lnTo>
                    <a:pt x="0" y="744"/>
                  </a:lnTo>
                  <a:lnTo>
                    <a:pt x="59" y="817"/>
                  </a:lnTo>
                  <a:lnTo>
                    <a:pt x="95" y="784"/>
                  </a:lnTo>
                  <a:lnTo>
                    <a:pt x="132" y="748"/>
                  </a:lnTo>
                  <a:lnTo>
                    <a:pt x="166" y="709"/>
                  </a:lnTo>
                  <a:lnTo>
                    <a:pt x="196" y="667"/>
                  </a:lnTo>
                  <a:lnTo>
                    <a:pt x="227" y="623"/>
                  </a:lnTo>
                  <a:lnTo>
                    <a:pt x="253" y="576"/>
                  </a:lnTo>
                  <a:lnTo>
                    <a:pt x="279" y="530"/>
                  </a:lnTo>
                  <a:lnTo>
                    <a:pt x="301" y="479"/>
                  </a:lnTo>
                  <a:lnTo>
                    <a:pt x="323" y="428"/>
                  </a:lnTo>
                  <a:lnTo>
                    <a:pt x="342" y="375"/>
                  </a:lnTo>
                  <a:lnTo>
                    <a:pt x="359" y="321"/>
                  </a:lnTo>
                  <a:lnTo>
                    <a:pt x="372" y="268"/>
                  </a:lnTo>
                  <a:lnTo>
                    <a:pt x="382" y="212"/>
                  </a:lnTo>
                  <a:lnTo>
                    <a:pt x="391" y="157"/>
                  </a:lnTo>
                  <a:lnTo>
                    <a:pt x="395" y="102"/>
                  </a:lnTo>
                  <a:lnTo>
                    <a:pt x="398" y="47"/>
                  </a:lnTo>
                  <a:lnTo>
                    <a:pt x="394" y="27"/>
                  </a:lnTo>
                  <a:lnTo>
                    <a:pt x="383" y="11"/>
                  </a:lnTo>
                  <a:lnTo>
                    <a:pt x="368" y="3"/>
                  </a:lnTo>
                  <a:lnTo>
                    <a:pt x="351" y="0"/>
                  </a:lnTo>
                  <a:lnTo>
                    <a:pt x="333" y="3"/>
                  </a:lnTo>
                  <a:lnTo>
                    <a:pt x="319" y="11"/>
                  </a:lnTo>
                  <a:lnTo>
                    <a:pt x="307" y="27"/>
                  </a:lnTo>
                  <a:lnTo>
                    <a:pt x="304" y="4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14039" name="Freeform 40"/>
            <p:cNvSpPr>
              <a:spLocks/>
            </p:cNvSpPr>
            <p:nvPr/>
          </p:nvSpPr>
          <p:spPr bwMode="auto">
            <a:xfrm>
              <a:off x="1660" y="1701"/>
              <a:ext cx="19" cy="365"/>
            </a:xfrm>
            <a:custGeom>
              <a:avLst/>
              <a:gdLst>
                <a:gd name="T0" fmla="*/ 0 w 95"/>
                <a:gd name="T1" fmla="*/ 0 h 1826"/>
                <a:gd name="T2" fmla="*/ 0 w 95"/>
                <a:gd name="T3" fmla="*/ 0 h 1826"/>
                <a:gd name="T4" fmla="*/ 0 w 95"/>
                <a:gd name="T5" fmla="*/ 15 h 1826"/>
                <a:gd name="T6" fmla="*/ 1 w 95"/>
                <a:gd name="T7" fmla="*/ 15 h 1826"/>
                <a:gd name="T8" fmla="*/ 1 w 95"/>
                <a:gd name="T9" fmla="*/ 0 h 1826"/>
                <a:gd name="T10" fmla="*/ 1 w 95"/>
                <a:gd name="T11" fmla="*/ 0 h 1826"/>
                <a:gd name="T12" fmla="*/ 1 w 95"/>
                <a:gd name="T13" fmla="*/ 0 h 1826"/>
                <a:gd name="T14" fmla="*/ 1 w 95"/>
                <a:gd name="T15" fmla="*/ 0 h 1826"/>
                <a:gd name="T16" fmla="*/ 1 w 95"/>
                <a:gd name="T17" fmla="*/ 0 h 1826"/>
                <a:gd name="T18" fmla="*/ 1 w 95"/>
                <a:gd name="T19" fmla="*/ 0 h 1826"/>
                <a:gd name="T20" fmla="*/ 0 w 95"/>
                <a:gd name="T21" fmla="*/ 0 h 1826"/>
                <a:gd name="T22" fmla="*/ 0 w 95"/>
                <a:gd name="T23" fmla="*/ 0 h 1826"/>
                <a:gd name="T24" fmla="*/ 0 w 95"/>
                <a:gd name="T25" fmla="*/ 0 h 1826"/>
                <a:gd name="T26" fmla="*/ 0 w 95"/>
                <a:gd name="T27" fmla="*/ 0 h 1826"/>
                <a:gd name="T28" fmla="*/ 0 w 95"/>
                <a:gd name="T29" fmla="*/ 0 h 1826"/>
                <a:gd name="T30" fmla="*/ 0 w 95"/>
                <a:gd name="T31" fmla="*/ 0 h 182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95"/>
                <a:gd name="T49" fmla="*/ 0 h 1826"/>
                <a:gd name="T50" fmla="*/ 95 w 95"/>
                <a:gd name="T51" fmla="*/ 1826 h 182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95" h="1826">
                  <a:moveTo>
                    <a:pt x="0" y="49"/>
                  </a:moveTo>
                  <a:lnTo>
                    <a:pt x="0" y="47"/>
                  </a:lnTo>
                  <a:lnTo>
                    <a:pt x="1" y="1826"/>
                  </a:lnTo>
                  <a:lnTo>
                    <a:pt x="95" y="1826"/>
                  </a:lnTo>
                  <a:lnTo>
                    <a:pt x="93" y="47"/>
                  </a:lnTo>
                  <a:lnTo>
                    <a:pt x="93" y="45"/>
                  </a:lnTo>
                  <a:lnTo>
                    <a:pt x="93" y="47"/>
                  </a:lnTo>
                  <a:lnTo>
                    <a:pt x="90" y="27"/>
                  </a:lnTo>
                  <a:lnTo>
                    <a:pt x="79" y="12"/>
                  </a:lnTo>
                  <a:lnTo>
                    <a:pt x="64" y="4"/>
                  </a:lnTo>
                  <a:lnTo>
                    <a:pt x="47" y="0"/>
                  </a:lnTo>
                  <a:lnTo>
                    <a:pt x="29" y="4"/>
                  </a:lnTo>
                  <a:lnTo>
                    <a:pt x="15" y="12"/>
                  </a:lnTo>
                  <a:lnTo>
                    <a:pt x="3" y="27"/>
                  </a:lnTo>
                  <a:lnTo>
                    <a:pt x="0" y="47"/>
                  </a:lnTo>
                  <a:lnTo>
                    <a:pt x="0" y="4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14040" name="Freeform 41"/>
            <p:cNvSpPr>
              <a:spLocks/>
            </p:cNvSpPr>
            <p:nvPr/>
          </p:nvSpPr>
          <p:spPr bwMode="auto">
            <a:xfrm>
              <a:off x="1598" y="1598"/>
              <a:ext cx="81" cy="113"/>
            </a:xfrm>
            <a:custGeom>
              <a:avLst/>
              <a:gdLst>
                <a:gd name="T0" fmla="*/ 0 w 401"/>
                <a:gd name="T1" fmla="*/ 1 h 566"/>
                <a:gd name="T2" fmla="*/ 0 w 401"/>
                <a:gd name="T3" fmla="*/ 1 h 566"/>
                <a:gd name="T4" fmla="*/ 0 w 401"/>
                <a:gd name="T5" fmla="*/ 1 h 566"/>
                <a:gd name="T6" fmla="*/ 1 w 401"/>
                <a:gd name="T7" fmla="*/ 1 h 566"/>
                <a:gd name="T8" fmla="*/ 1 w 401"/>
                <a:gd name="T9" fmla="*/ 1 h 566"/>
                <a:gd name="T10" fmla="*/ 1 w 401"/>
                <a:gd name="T11" fmla="*/ 1 h 566"/>
                <a:gd name="T12" fmla="*/ 1 w 401"/>
                <a:gd name="T13" fmla="*/ 2 h 566"/>
                <a:gd name="T14" fmla="*/ 1 w 401"/>
                <a:gd name="T15" fmla="*/ 2 h 566"/>
                <a:gd name="T16" fmla="*/ 2 w 401"/>
                <a:gd name="T17" fmla="*/ 2 h 566"/>
                <a:gd name="T18" fmla="*/ 2 w 401"/>
                <a:gd name="T19" fmla="*/ 2 h 566"/>
                <a:gd name="T20" fmla="*/ 2 w 401"/>
                <a:gd name="T21" fmla="*/ 2 h 566"/>
                <a:gd name="T22" fmla="*/ 2 w 401"/>
                <a:gd name="T23" fmla="*/ 3 h 566"/>
                <a:gd name="T24" fmla="*/ 2 w 401"/>
                <a:gd name="T25" fmla="*/ 3 h 566"/>
                <a:gd name="T26" fmla="*/ 2 w 401"/>
                <a:gd name="T27" fmla="*/ 3 h 566"/>
                <a:gd name="T28" fmla="*/ 2 w 401"/>
                <a:gd name="T29" fmla="*/ 4 h 566"/>
                <a:gd name="T30" fmla="*/ 2 w 401"/>
                <a:gd name="T31" fmla="*/ 4 h 566"/>
                <a:gd name="T32" fmla="*/ 2 w 401"/>
                <a:gd name="T33" fmla="*/ 4 h 566"/>
                <a:gd name="T34" fmla="*/ 3 w 401"/>
                <a:gd name="T35" fmla="*/ 5 h 566"/>
                <a:gd name="T36" fmla="*/ 3 w 401"/>
                <a:gd name="T37" fmla="*/ 4 h 566"/>
                <a:gd name="T38" fmla="*/ 3 w 401"/>
                <a:gd name="T39" fmla="*/ 4 h 566"/>
                <a:gd name="T40" fmla="*/ 3 w 401"/>
                <a:gd name="T41" fmla="*/ 4 h 566"/>
                <a:gd name="T42" fmla="*/ 3 w 401"/>
                <a:gd name="T43" fmla="*/ 3 h 566"/>
                <a:gd name="T44" fmla="*/ 3 w 401"/>
                <a:gd name="T45" fmla="*/ 3 h 566"/>
                <a:gd name="T46" fmla="*/ 3 w 401"/>
                <a:gd name="T47" fmla="*/ 3 h 566"/>
                <a:gd name="T48" fmla="*/ 3 w 401"/>
                <a:gd name="T49" fmla="*/ 2 h 566"/>
                <a:gd name="T50" fmla="*/ 3 w 401"/>
                <a:gd name="T51" fmla="*/ 2 h 566"/>
                <a:gd name="T52" fmla="*/ 2 w 401"/>
                <a:gd name="T53" fmla="*/ 2 h 566"/>
                <a:gd name="T54" fmla="*/ 2 w 401"/>
                <a:gd name="T55" fmla="*/ 2 h 566"/>
                <a:gd name="T56" fmla="*/ 2 w 401"/>
                <a:gd name="T57" fmla="*/ 1 h 566"/>
                <a:gd name="T58" fmla="*/ 2 w 401"/>
                <a:gd name="T59" fmla="*/ 1 h 566"/>
                <a:gd name="T60" fmla="*/ 2 w 401"/>
                <a:gd name="T61" fmla="*/ 1 h 566"/>
                <a:gd name="T62" fmla="*/ 1 w 401"/>
                <a:gd name="T63" fmla="*/ 1 h 566"/>
                <a:gd name="T64" fmla="*/ 1 w 401"/>
                <a:gd name="T65" fmla="*/ 0 h 566"/>
                <a:gd name="T66" fmla="*/ 1 w 401"/>
                <a:gd name="T67" fmla="*/ 0 h 566"/>
                <a:gd name="T68" fmla="*/ 1 w 401"/>
                <a:gd name="T69" fmla="*/ 0 h 566"/>
                <a:gd name="T70" fmla="*/ 1 w 401"/>
                <a:gd name="T71" fmla="*/ 0 h 566"/>
                <a:gd name="T72" fmla="*/ 1 w 401"/>
                <a:gd name="T73" fmla="*/ 0 h 566"/>
                <a:gd name="T74" fmla="*/ 0 w 401"/>
                <a:gd name="T75" fmla="*/ 0 h 566"/>
                <a:gd name="T76" fmla="*/ 0 w 401"/>
                <a:gd name="T77" fmla="*/ 0 h 566"/>
                <a:gd name="T78" fmla="*/ 0 w 401"/>
                <a:gd name="T79" fmla="*/ 0 h 566"/>
                <a:gd name="T80" fmla="*/ 0 w 401"/>
                <a:gd name="T81" fmla="*/ 0 h 566"/>
                <a:gd name="T82" fmla="*/ 0 w 401"/>
                <a:gd name="T83" fmla="*/ 0 h 566"/>
                <a:gd name="T84" fmla="*/ 0 w 401"/>
                <a:gd name="T85" fmla="*/ 0 h 566"/>
                <a:gd name="T86" fmla="*/ 0 w 401"/>
                <a:gd name="T87" fmla="*/ 1 h 566"/>
                <a:gd name="T88" fmla="*/ 0 w 401"/>
                <a:gd name="T89" fmla="*/ 1 h 56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401"/>
                <a:gd name="T136" fmla="*/ 0 h 566"/>
                <a:gd name="T137" fmla="*/ 401 w 401"/>
                <a:gd name="T138" fmla="*/ 566 h 566"/>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401" h="566">
                  <a:moveTo>
                    <a:pt x="23" y="88"/>
                  </a:moveTo>
                  <a:lnTo>
                    <a:pt x="23" y="88"/>
                  </a:lnTo>
                  <a:lnTo>
                    <a:pt x="53" y="107"/>
                  </a:lnTo>
                  <a:lnTo>
                    <a:pt x="83" y="125"/>
                  </a:lnTo>
                  <a:lnTo>
                    <a:pt x="108" y="147"/>
                  </a:lnTo>
                  <a:lnTo>
                    <a:pt x="135" y="171"/>
                  </a:lnTo>
                  <a:lnTo>
                    <a:pt x="160" y="196"/>
                  </a:lnTo>
                  <a:lnTo>
                    <a:pt x="182" y="223"/>
                  </a:lnTo>
                  <a:lnTo>
                    <a:pt x="205" y="251"/>
                  </a:lnTo>
                  <a:lnTo>
                    <a:pt x="223" y="281"/>
                  </a:lnTo>
                  <a:lnTo>
                    <a:pt x="240" y="312"/>
                  </a:lnTo>
                  <a:lnTo>
                    <a:pt x="256" y="345"/>
                  </a:lnTo>
                  <a:lnTo>
                    <a:pt x="270" y="379"/>
                  </a:lnTo>
                  <a:lnTo>
                    <a:pt x="282" y="414"/>
                  </a:lnTo>
                  <a:lnTo>
                    <a:pt x="291" y="450"/>
                  </a:lnTo>
                  <a:lnTo>
                    <a:pt x="299" y="488"/>
                  </a:lnTo>
                  <a:lnTo>
                    <a:pt x="304" y="526"/>
                  </a:lnTo>
                  <a:lnTo>
                    <a:pt x="308" y="566"/>
                  </a:lnTo>
                  <a:lnTo>
                    <a:pt x="401" y="562"/>
                  </a:lnTo>
                  <a:lnTo>
                    <a:pt x="398" y="517"/>
                  </a:lnTo>
                  <a:lnTo>
                    <a:pt x="391" y="471"/>
                  </a:lnTo>
                  <a:lnTo>
                    <a:pt x="383" y="429"/>
                  </a:lnTo>
                  <a:lnTo>
                    <a:pt x="371" y="386"/>
                  </a:lnTo>
                  <a:lnTo>
                    <a:pt x="357" y="346"/>
                  </a:lnTo>
                  <a:lnTo>
                    <a:pt x="340" y="307"/>
                  </a:lnTo>
                  <a:lnTo>
                    <a:pt x="324" y="270"/>
                  </a:lnTo>
                  <a:lnTo>
                    <a:pt x="303" y="232"/>
                  </a:lnTo>
                  <a:lnTo>
                    <a:pt x="280" y="197"/>
                  </a:lnTo>
                  <a:lnTo>
                    <a:pt x="255" y="164"/>
                  </a:lnTo>
                  <a:lnTo>
                    <a:pt x="228" y="132"/>
                  </a:lnTo>
                  <a:lnTo>
                    <a:pt x="199" y="103"/>
                  </a:lnTo>
                  <a:lnTo>
                    <a:pt x="169" y="76"/>
                  </a:lnTo>
                  <a:lnTo>
                    <a:pt x="137" y="50"/>
                  </a:lnTo>
                  <a:lnTo>
                    <a:pt x="103" y="27"/>
                  </a:lnTo>
                  <a:lnTo>
                    <a:pt x="67" y="6"/>
                  </a:lnTo>
                  <a:lnTo>
                    <a:pt x="48" y="0"/>
                  </a:lnTo>
                  <a:lnTo>
                    <a:pt x="30" y="2"/>
                  </a:lnTo>
                  <a:lnTo>
                    <a:pt x="16" y="12"/>
                  </a:lnTo>
                  <a:lnTo>
                    <a:pt x="5" y="25"/>
                  </a:lnTo>
                  <a:lnTo>
                    <a:pt x="0" y="41"/>
                  </a:lnTo>
                  <a:lnTo>
                    <a:pt x="0" y="59"/>
                  </a:lnTo>
                  <a:lnTo>
                    <a:pt x="8" y="75"/>
                  </a:lnTo>
                  <a:lnTo>
                    <a:pt x="23"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14041" name="Freeform 42"/>
            <p:cNvSpPr>
              <a:spLocks/>
            </p:cNvSpPr>
            <p:nvPr/>
          </p:nvSpPr>
          <p:spPr bwMode="auto">
            <a:xfrm>
              <a:off x="1346" y="1455"/>
              <a:ext cx="266" cy="160"/>
            </a:xfrm>
            <a:custGeom>
              <a:avLst/>
              <a:gdLst>
                <a:gd name="T0" fmla="*/ 0 w 1330"/>
                <a:gd name="T1" fmla="*/ 1 h 801"/>
                <a:gd name="T2" fmla="*/ 0 w 1330"/>
                <a:gd name="T3" fmla="*/ 1 h 801"/>
                <a:gd name="T4" fmla="*/ 10 w 1330"/>
                <a:gd name="T5" fmla="*/ 6 h 801"/>
                <a:gd name="T6" fmla="*/ 11 w 1330"/>
                <a:gd name="T7" fmla="*/ 6 h 801"/>
                <a:gd name="T8" fmla="*/ 1 w 1330"/>
                <a:gd name="T9" fmla="*/ 0 h 801"/>
                <a:gd name="T10" fmla="*/ 1 w 1330"/>
                <a:gd name="T11" fmla="*/ 0 h 801"/>
                <a:gd name="T12" fmla="*/ 1 w 1330"/>
                <a:gd name="T13" fmla="*/ 0 h 801"/>
                <a:gd name="T14" fmla="*/ 0 w 1330"/>
                <a:gd name="T15" fmla="*/ 0 h 801"/>
                <a:gd name="T16" fmla="*/ 0 w 1330"/>
                <a:gd name="T17" fmla="*/ 0 h 801"/>
                <a:gd name="T18" fmla="*/ 0 w 1330"/>
                <a:gd name="T19" fmla="*/ 0 h 801"/>
                <a:gd name="T20" fmla="*/ 0 w 1330"/>
                <a:gd name="T21" fmla="*/ 0 h 801"/>
                <a:gd name="T22" fmla="*/ 0 w 1330"/>
                <a:gd name="T23" fmla="*/ 0 h 801"/>
                <a:gd name="T24" fmla="*/ 0 w 1330"/>
                <a:gd name="T25" fmla="*/ 0 h 801"/>
                <a:gd name="T26" fmla="*/ 0 w 1330"/>
                <a:gd name="T27" fmla="*/ 1 h 801"/>
                <a:gd name="T28" fmla="*/ 0 w 1330"/>
                <a:gd name="T29" fmla="*/ 1 h 801"/>
                <a:gd name="T30" fmla="*/ 0 w 1330"/>
                <a:gd name="T31" fmla="*/ 1 h 801"/>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330"/>
                <a:gd name="T49" fmla="*/ 0 h 801"/>
                <a:gd name="T50" fmla="*/ 1330 w 1330"/>
                <a:gd name="T51" fmla="*/ 801 h 801"/>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330" h="801">
                  <a:moveTo>
                    <a:pt x="24" y="88"/>
                  </a:moveTo>
                  <a:lnTo>
                    <a:pt x="23" y="88"/>
                  </a:lnTo>
                  <a:lnTo>
                    <a:pt x="1286" y="801"/>
                  </a:lnTo>
                  <a:lnTo>
                    <a:pt x="1330" y="719"/>
                  </a:lnTo>
                  <a:lnTo>
                    <a:pt x="67" y="6"/>
                  </a:lnTo>
                  <a:lnTo>
                    <a:pt x="66" y="6"/>
                  </a:lnTo>
                  <a:lnTo>
                    <a:pt x="67" y="6"/>
                  </a:lnTo>
                  <a:lnTo>
                    <a:pt x="48" y="0"/>
                  </a:lnTo>
                  <a:lnTo>
                    <a:pt x="30" y="2"/>
                  </a:lnTo>
                  <a:lnTo>
                    <a:pt x="16" y="12"/>
                  </a:lnTo>
                  <a:lnTo>
                    <a:pt x="5" y="25"/>
                  </a:lnTo>
                  <a:lnTo>
                    <a:pt x="0" y="41"/>
                  </a:lnTo>
                  <a:lnTo>
                    <a:pt x="0" y="59"/>
                  </a:lnTo>
                  <a:lnTo>
                    <a:pt x="8" y="75"/>
                  </a:lnTo>
                  <a:lnTo>
                    <a:pt x="23" y="88"/>
                  </a:lnTo>
                  <a:lnTo>
                    <a:pt x="24" y="8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14042" name="Freeform 43"/>
            <p:cNvSpPr>
              <a:spLocks/>
            </p:cNvSpPr>
            <p:nvPr/>
          </p:nvSpPr>
          <p:spPr bwMode="auto">
            <a:xfrm>
              <a:off x="1198" y="1439"/>
              <a:ext cx="161" cy="35"/>
            </a:xfrm>
            <a:custGeom>
              <a:avLst/>
              <a:gdLst>
                <a:gd name="T0" fmla="*/ 1 w 806"/>
                <a:gd name="T1" fmla="*/ 1 h 177"/>
                <a:gd name="T2" fmla="*/ 1 w 806"/>
                <a:gd name="T3" fmla="*/ 1 h 177"/>
                <a:gd name="T4" fmla="*/ 1 w 806"/>
                <a:gd name="T5" fmla="*/ 1 h 177"/>
                <a:gd name="T6" fmla="*/ 1 w 806"/>
                <a:gd name="T7" fmla="*/ 1 h 177"/>
                <a:gd name="T8" fmla="*/ 2 w 806"/>
                <a:gd name="T9" fmla="*/ 1 h 177"/>
                <a:gd name="T10" fmla="*/ 2 w 806"/>
                <a:gd name="T11" fmla="*/ 1 h 177"/>
                <a:gd name="T12" fmla="*/ 2 w 806"/>
                <a:gd name="T13" fmla="*/ 1 h 177"/>
                <a:gd name="T14" fmla="*/ 3 w 806"/>
                <a:gd name="T15" fmla="*/ 1 h 177"/>
                <a:gd name="T16" fmla="*/ 3 w 806"/>
                <a:gd name="T17" fmla="*/ 1 h 177"/>
                <a:gd name="T18" fmla="*/ 3 w 806"/>
                <a:gd name="T19" fmla="*/ 1 h 177"/>
                <a:gd name="T20" fmla="*/ 4 w 806"/>
                <a:gd name="T21" fmla="*/ 1 h 177"/>
                <a:gd name="T22" fmla="*/ 4 w 806"/>
                <a:gd name="T23" fmla="*/ 1 h 177"/>
                <a:gd name="T24" fmla="*/ 5 w 806"/>
                <a:gd name="T25" fmla="*/ 1 h 177"/>
                <a:gd name="T26" fmla="*/ 5 w 806"/>
                <a:gd name="T27" fmla="*/ 1 h 177"/>
                <a:gd name="T28" fmla="*/ 5 w 806"/>
                <a:gd name="T29" fmla="*/ 1 h 177"/>
                <a:gd name="T30" fmla="*/ 6 w 806"/>
                <a:gd name="T31" fmla="*/ 1 h 177"/>
                <a:gd name="T32" fmla="*/ 6 w 806"/>
                <a:gd name="T33" fmla="*/ 1 h 177"/>
                <a:gd name="T34" fmla="*/ 6 w 806"/>
                <a:gd name="T35" fmla="*/ 1 h 177"/>
                <a:gd name="T36" fmla="*/ 6 w 806"/>
                <a:gd name="T37" fmla="*/ 1 h 177"/>
                <a:gd name="T38" fmla="*/ 6 w 806"/>
                <a:gd name="T39" fmla="*/ 1 h 177"/>
                <a:gd name="T40" fmla="*/ 6 w 806"/>
                <a:gd name="T41" fmla="*/ 0 h 177"/>
                <a:gd name="T42" fmla="*/ 5 w 806"/>
                <a:gd name="T43" fmla="*/ 0 h 177"/>
                <a:gd name="T44" fmla="*/ 5 w 806"/>
                <a:gd name="T45" fmla="*/ 0 h 177"/>
                <a:gd name="T46" fmla="*/ 5 w 806"/>
                <a:gd name="T47" fmla="*/ 0 h 177"/>
                <a:gd name="T48" fmla="*/ 4 w 806"/>
                <a:gd name="T49" fmla="*/ 0 h 177"/>
                <a:gd name="T50" fmla="*/ 4 w 806"/>
                <a:gd name="T51" fmla="*/ 0 h 177"/>
                <a:gd name="T52" fmla="*/ 3 w 806"/>
                <a:gd name="T53" fmla="*/ 0 h 177"/>
                <a:gd name="T54" fmla="*/ 3 w 806"/>
                <a:gd name="T55" fmla="*/ 0 h 177"/>
                <a:gd name="T56" fmla="*/ 3 w 806"/>
                <a:gd name="T57" fmla="*/ 0 h 177"/>
                <a:gd name="T58" fmla="*/ 2 w 806"/>
                <a:gd name="T59" fmla="*/ 0 h 177"/>
                <a:gd name="T60" fmla="*/ 2 w 806"/>
                <a:gd name="T61" fmla="*/ 0 h 177"/>
                <a:gd name="T62" fmla="*/ 1 w 806"/>
                <a:gd name="T63" fmla="*/ 0 h 177"/>
                <a:gd name="T64" fmla="*/ 1 w 806"/>
                <a:gd name="T65" fmla="*/ 0 h 177"/>
                <a:gd name="T66" fmla="*/ 1 w 806"/>
                <a:gd name="T67" fmla="*/ 1 h 177"/>
                <a:gd name="T68" fmla="*/ 0 w 806"/>
                <a:gd name="T69" fmla="*/ 1 h 177"/>
                <a:gd name="T70" fmla="*/ 0 w 806"/>
                <a:gd name="T71" fmla="*/ 1 h 177"/>
                <a:gd name="T72" fmla="*/ 0 w 806"/>
                <a:gd name="T73" fmla="*/ 1 h 177"/>
                <a:gd name="T74" fmla="*/ 0 w 806"/>
                <a:gd name="T75" fmla="*/ 1 h 177"/>
                <a:gd name="T76" fmla="*/ 0 w 806"/>
                <a:gd name="T77" fmla="*/ 1 h 177"/>
                <a:gd name="T78" fmla="*/ 0 w 806"/>
                <a:gd name="T79" fmla="*/ 1 h 177"/>
                <a:gd name="T80" fmla="*/ 0 w 806"/>
                <a:gd name="T81" fmla="*/ 1 h 177"/>
                <a:gd name="T82" fmla="*/ 0 w 806"/>
                <a:gd name="T83" fmla="*/ 1 h 177"/>
                <a:gd name="T84" fmla="*/ 0 w 806"/>
                <a:gd name="T85" fmla="*/ 1 h 177"/>
                <a:gd name="T86" fmla="*/ 0 w 806"/>
                <a:gd name="T87" fmla="*/ 1 h 177"/>
                <a:gd name="T88" fmla="*/ 1 w 806"/>
                <a:gd name="T89" fmla="*/ 1 h 177"/>
                <a:gd name="T90" fmla="*/ 1 w 806"/>
                <a:gd name="T91" fmla="*/ 1 h 17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806"/>
                <a:gd name="T139" fmla="*/ 0 h 177"/>
                <a:gd name="T140" fmla="*/ 806 w 806"/>
                <a:gd name="T141" fmla="*/ 177 h 17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806" h="177">
                  <a:moveTo>
                    <a:pt x="67" y="171"/>
                  </a:moveTo>
                  <a:lnTo>
                    <a:pt x="68" y="171"/>
                  </a:lnTo>
                  <a:lnTo>
                    <a:pt x="109" y="151"/>
                  </a:lnTo>
                  <a:lnTo>
                    <a:pt x="151" y="135"/>
                  </a:lnTo>
                  <a:lnTo>
                    <a:pt x="196" y="122"/>
                  </a:lnTo>
                  <a:lnTo>
                    <a:pt x="242" y="110"/>
                  </a:lnTo>
                  <a:lnTo>
                    <a:pt x="287" y="102"/>
                  </a:lnTo>
                  <a:lnTo>
                    <a:pt x="335" y="97"/>
                  </a:lnTo>
                  <a:lnTo>
                    <a:pt x="382" y="95"/>
                  </a:lnTo>
                  <a:lnTo>
                    <a:pt x="430" y="94"/>
                  </a:lnTo>
                  <a:lnTo>
                    <a:pt x="477" y="97"/>
                  </a:lnTo>
                  <a:lnTo>
                    <a:pt x="524" y="102"/>
                  </a:lnTo>
                  <a:lnTo>
                    <a:pt x="568" y="108"/>
                  </a:lnTo>
                  <a:lnTo>
                    <a:pt x="612" y="117"/>
                  </a:lnTo>
                  <a:lnTo>
                    <a:pt x="654" y="128"/>
                  </a:lnTo>
                  <a:lnTo>
                    <a:pt x="693" y="141"/>
                  </a:lnTo>
                  <a:lnTo>
                    <a:pt x="730" y="155"/>
                  </a:lnTo>
                  <a:lnTo>
                    <a:pt x="764" y="171"/>
                  </a:lnTo>
                  <a:lnTo>
                    <a:pt x="806" y="89"/>
                  </a:lnTo>
                  <a:lnTo>
                    <a:pt x="768" y="70"/>
                  </a:lnTo>
                  <a:lnTo>
                    <a:pt x="725" y="54"/>
                  </a:lnTo>
                  <a:lnTo>
                    <a:pt x="680" y="39"/>
                  </a:lnTo>
                  <a:lnTo>
                    <a:pt x="633" y="26"/>
                  </a:lnTo>
                  <a:lnTo>
                    <a:pt x="585" y="16"/>
                  </a:lnTo>
                  <a:lnTo>
                    <a:pt x="536" y="8"/>
                  </a:lnTo>
                  <a:lnTo>
                    <a:pt x="484" y="3"/>
                  </a:lnTo>
                  <a:lnTo>
                    <a:pt x="433" y="0"/>
                  </a:lnTo>
                  <a:lnTo>
                    <a:pt x="380" y="1"/>
                  </a:lnTo>
                  <a:lnTo>
                    <a:pt x="328" y="3"/>
                  </a:lnTo>
                  <a:lnTo>
                    <a:pt x="276" y="10"/>
                  </a:lnTo>
                  <a:lnTo>
                    <a:pt x="223" y="19"/>
                  </a:lnTo>
                  <a:lnTo>
                    <a:pt x="172" y="30"/>
                  </a:lnTo>
                  <a:lnTo>
                    <a:pt x="121" y="46"/>
                  </a:lnTo>
                  <a:lnTo>
                    <a:pt x="72" y="67"/>
                  </a:lnTo>
                  <a:lnTo>
                    <a:pt x="24" y="89"/>
                  </a:lnTo>
                  <a:lnTo>
                    <a:pt x="25" y="89"/>
                  </a:lnTo>
                  <a:lnTo>
                    <a:pt x="24" y="89"/>
                  </a:lnTo>
                  <a:lnTo>
                    <a:pt x="8" y="102"/>
                  </a:lnTo>
                  <a:lnTo>
                    <a:pt x="0" y="118"/>
                  </a:lnTo>
                  <a:lnTo>
                    <a:pt x="0" y="136"/>
                  </a:lnTo>
                  <a:lnTo>
                    <a:pt x="6" y="152"/>
                  </a:lnTo>
                  <a:lnTo>
                    <a:pt x="17" y="165"/>
                  </a:lnTo>
                  <a:lnTo>
                    <a:pt x="31" y="175"/>
                  </a:lnTo>
                  <a:lnTo>
                    <a:pt x="48" y="177"/>
                  </a:lnTo>
                  <a:lnTo>
                    <a:pt x="68" y="171"/>
                  </a:lnTo>
                  <a:lnTo>
                    <a:pt x="67" y="1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14043" name="Freeform 44"/>
            <p:cNvSpPr>
              <a:spLocks/>
            </p:cNvSpPr>
            <p:nvPr/>
          </p:nvSpPr>
          <p:spPr bwMode="auto">
            <a:xfrm>
              <a:off x="931" y="1456"/>
              <a:ext cx="280" cy="158"/>
            </a:xfrm>
            <a:custGeom>
              <a:avLst/>
              <a:gdLst>
                <a:gd name="T0" fmla="*/ 1 w 1402"/>
                <a:gd name="T1" fmla="*/ 6 h 787"/>
                <a:gd name="T2" fmla="*/ 1 w 1402"/>
                <a:gd name="T3" fmla="*/ 6 h 787"/>
                <a:gd name="T4" fmla="*/ 11 w 1402"/>
                <a:gd name="T5" fmla="*/ 1 h 787"/>
                <a:gd name="T6" fmla="*/ 11 w 1402"/>
                <a:gd name="T7" fmla="*/ 0 h 787"/>
                <a:gd name="T8" fmla="*/ 0 w 1402"/>
                <a:gd name="T9" fmla="*/ 6 h 787"/>
                <a:gd name="T10" fmla="*/ 0 w 1402"/>
                <a:gd name="T11" fmla="*/ 6 h 787"/>
                <a:gd name="T12" fmla="*/ 0 w 1402"/>
                <a:gd name="T13" fmla="*/ 6 h 787"/>
                <a:gd name="T14" fmla="*/ 0 w 1402"/>
                <a:gd name="T15" fmla="*/ 6 h 787"/>
                <a:gd name="T16" fmla="*/ 0 w 1402"/>
                <a:gd name="T17" fmla="*/ 6 h 787"/>
                <a:gd name="T18" fmla="*/ 0 w 1402"/>
                <a:gd name="T19" fmla="*/ 6 h 787"/>
                <a:gd name="T20" fmla="*/ 0 w 1402"/>
                <a:gd name="T21" fmla="*/ 6 h 787"/>
                <a:gd name="T22" fmla="*/ 0 w 1402"/>
                <a:gd name="T23" fmla="*/ 6 h 787"/>
                <a:gd name="T24" fmla="*/ 0 w 1402"/>
                <a:gd name="T25" fmla="*/ 6 h 787"/>
                <a:gd name="T26" fmla="*/ 0 w 1402"/>
                <a:gd name="T27" fmla="*/ 6 h 787"/>
                <a:gd name="T28" fmla="*/ 1 w 1402"/>
                <a:gd name="T29" fmla="*/ 6 h 787"/>
                <a:gd name="T30" fmla="*/ 1 w 1402"/>
                <a:gd name="T31" fmla="*/ 6 h 78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02"/>
                <a:gd name="T49" fmla="*/ 0 h 787"/>
                <a:gd name="T50" fmla="*/ 1402 w 1402"/>
                <a:gd name="T51" fmla="*/ 787 h 78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02" h="787">
                  <a:moveTo>
                    <a:pt x="69" y="781"/>
                  </a:moveTo>
                  <a:lnTo>
                    <a:pt x="66" y="781"/>
                  </a:lnTo>
                  <a:lnTo>
                    <a:pt x="1402" y="82"/>
                  </a:lnTo>
                  <a:lnTo>
                    <a:pt x="1360" y="0"/>
                  </a:lnTo>
                  <a:lnTo>
                    <a:pt x="24" y="699"/>
                  </a:lnTo>
                  <a:lnTo>
                    <a:pt x="22" y="699"/>
                  </a:lnTo>
                  <a:lnTo>
                    <a:pt x="24" y="699"/>
                  </a:lnTo>
                  <a:lnTo>
                    <a:pt x="8" y="712"/>
                  </a:lnTo>
                  <a:lnTo>
                    <a:pt x="1" y="727"/>
                  </a:lnTo>
                  <a:lnTo>
                    <a:pt x="0" y="744"/>
                  </a:lnTo>
                  <a:lnTo>
                    <a:pt x="5" y="761"/>
                  </a:lnTo>
                  <a:lnTo>
                    <a:pt x="15" y="775"/>
                  </a:lnTo>
                  <a:lnTo>
                    <a:pt x="30" y="784"/>
                  </a:lnTo>
                  <a:lnTo>
                    <a:pt x="46" y="787"/>
                  </a:lnTo>
                  <a:lnTo>
                    <a:pt x="66" y="781"/>
                  </a:lnTo>
                  <a:lnTo>
                    <a:pt x="69" y="7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14044" name="Freeform 45"/>
            <p:cNvSpPr>
              <a:spLocks/>
            </p:cNvSpPr>
            <p:nvPr/>
          </p:nvSpPr>
          <p:spPr bwMode="auto">
            <a:xfrm>
              <a:off x="868" y="1596"/>
              <a:ext cx="77" cy="126"/>
            </a:xfrm>
            <a:custGeom>
              <a:avLst/>
              <a:gdLst>
                <a:gd name="T0" fmla="*/ 1 w 382"/>
                <a:gd name="T1" fmla="*/ 5 h 628"/>
                <a:gd name="T2" fmla="*/ 1 w 382"/>
                <a:gd name="T3" fmla="*/ 5 h 628"/>
                <a:gd name="T4" fmla="*/ 1 w 382"/>
                <a:gd name="T5" fmla="*/ 4 h 628"/>
                <a:gd name="T6" fmla="*/ 1 w 382"/>
                <a:gd name="T7" fmla="*/ 4 h 628"/>
                <a:gd name="T8" fmla="*/ 1 w 382"/>
                <a:gd name="T9" fmla="*/ 4 h 628"/>
                <a:gd name="T10" fmla="*/ 1 w 382"/>
                <a:gd name="T11" fmla="*/ 3 h 628"/>
                <a:gd name="T12" fmla="*/ 1 w 382"/>
                <a:gd name="T13" fmla="*/ 3 h 628"/>
                <a:gd name="T14" fmla="*/ 1 w 382"/>
                <a:gd name="T15" fmla="*/ 3 h 628"/>
                <a:gd name="T16" fmla="*/ 1 w 382"/>
                <a:gd name="T17" fmla="*/ 3 h 628"/>
                <a:gd name="T18" fmla="*/ 1 w 382"/>
                <a:gd name="T19" fmla="*/ 2 h 628"/>
                <a:gd name="T20" fmla="*/ 2 w 382"/>
                <a:gd name="T21" fmla="*/ 2 h 628"/>
                <a:gd name="T22" fmla="*/ 2 w 382"/>
                <a:gd name="T23" fmla="*/ 2 h 628"/>
                <a:gd name="T24" fmla="*/ 2 w 382"/>
                <a:gd name="T25" fmla="*/ 2 h 628"/>
                <a:gd name="T26" fmla="*/ 2 w 382"/>
                <a:gd name="T27" fmla="*/ 1 h 628"/>
                <a:gd name="T28" fmla="*/ 2 w 382"/>
                <a:gd name="T29" fmla="*/ 1 h 628"/>
                <a:gd name="T30" fmla="*/ 3 w 382"/>
                <a:gd name="T31" fmla="*/ 1 h 628"/>
                <a:gd name="T32" fmla="*/ 3 w 382"/>
                <a:gd name="T33" fmla="*/ 1 h 628"/>
                <a:gd name="T34" fmla="*/ 3 w 382"/>
                <a:gd name="T35" fmla="*/ 1 h 628"/>
                <a:gd name="T36" fmla="*/ 3 w 382"/>
                <a:gd name="T37" fmla="*/ 0 h 628"/>
                <a:gd name="T38" fmla="*/ 2 w 382"/>
                <a:gd name="T39" fmla="*/ 0 h 628"/>
                <a:gd name="T40" fmla="*/ 2 w 382"/>
                <a:gd name="T41" fmla="*/ 0 h 628"/>
                <a:gd name="T42" fmla="*/ 2 w 382"/>
                <a:gd name="T43" fmla="*/ 1 h 628"/>
                <a:gd name="T44" fmla="*/ 2 w 382"/>
                <a:gd name="T45" fmla="*/ 1 h 628"/>
                <a:gd name="T46" fmla="*/ 1 w 382"/>
                <a:gd name="T47" fmla="*/ 1 h 628"/>
                <a:gd name="T48" fmla="*/ 1 w 382"/>
                <a:gd name="T49" fmla="*/ 1 h 628"/>
                <a:gd name="T50" fmla="*/ 1 w 382"/>
                <a:gd name="T51" fmla="*/ 2 h 628"/>
                <a:gd name="T52" fmla="*/ 1 w 382"/>
                <a:gd name="T53" fmla="*/ 2 h 628"/>
                <a:gd name="T54" fmla="*/ 1 w 382"/>
                <a:gd name="T55" fmla="*/ 2 h 628"/>
                <a:gd name="T56" fmla="*/ 0 w 382"/>
                <a:gd name="T57" fmla="*/ 3 h 628"/>
                <a:gd name="T58" fmla="*/ 0 w 382"/>
                <a:gd name="T59" fmla="*/ 3 h 628"/>
                <a:gd name="T60" fmla="*/ 0 w 382"/>
                <a:gd name="T61" fmla="*/ 3 h 628"/>
                <a:gd name="T62" fmla="*/ 0 w 382"/>
                <a:gd name="T63" fmla="*/ 4 h 628"/>
                <a:gd name="T64" fmla="*/ 0 w 382"/>
                <a:gd name="T65" fmla="*/ 4 h 628"/>
                <a:gd name="T66" fmla="*/ 0 w 382"/>
                <a:gd name="T67" fmla="*/ 4 h 628"/>
                <a:gd name="T68" fmla="*/ 0 w 382"/>
                <a:gd name="T69" fmla="*/ 5 h 628"/>
                <a:gd name="T70" fmla="*/ 0 w 382"/>
                <a:gd name="T71" fmla="*/ 5 h 628"/>
                <a:gd name="T72" fmla="*/ 0 w 382"/>
                <a:gd name="T73" fmla="*/ 5 h 628"/>
                <a:gd name="T74" fmla="*/ 0 w 382"/>
                <a:gd name="T75" fmla="*/ 5 h 628"/>
                <a:gd name="T76" fmla="*/ 0 w 382"/>
                <a:gd name="T77" fmla="*/ 5 h 628"/>
                <a:gd name="T78" fmla="*/ 0 w 382"/>
                <a:gd name="T79" fmla="*/ 5 h 628"/>
                <a:gd name="T80" fmla="*/ 0 w 382"/>
                <a:gd name="T81" fmla="*/ 5 h 628"/>
                <a:gd name="T82" fmla="*/ 1 w 382"/>
                <a:gd name="T83" fmla="*/ 5 h 628"/>
                <a:gd name="T84" fmla="*/ 1 w 382"/>
                <a:gd name="T85" fmla="*/ 5 h 628"/>
                <a:gd name="T86" fmla="*/ 1 w 382"/>
                <a:gd name="T87" fmla="*/ 5 h 628"/>
                <a:gd name="T88" fmla="*/ 1 w 382"/>
                <a:gd name="T89" fmla="*/ 5 h 628"/>
                <a:gd name="T90" fmla="*/ 1 w 382"/>
                <a:gd name="T91" fmla="*/ 5 h 628"/>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382"/>
                <a:gd name="T139" fmla="*/ 0 h 628"/>
                <a:gd name="T140" fmla="*/ 382 w 382"/>
                <a:gd name="T141" fmla="*/ 628 h 628"/>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382" h="628">
                  <a:moveTo>
                    <a:pt x="94" y="581"/>
                  </a:moveTo>
                  <a:lnTo>
                    <a:pt x="94" y="582"/>
                  </a:lnTo>
                  <a:lnTo>
                    <a:pt x="96" y="541"/>
                  </a:lnTo>
                  <a:lnTo>
                    <a:pt x="99" y="500"/>
                  </a:lnTo>
                  <a:lnTo>
                    <a:pt x="106" y="463"/>
                  </a:lnTo>
                  <a:lnTo>
                    <a:pt x="115" y="424"/>
                  </a:lnTo>
                  <a:lnTo>
                    <a:pt x="127" y="389"/>
                  </a:lnTo>
                  <a:lnTo>
                    <a:pt x="140" y="353"/>
                  </a:lnTo>
                  <a:lnTo>
                    <a:pt x="156" y="320"/>
                  </a:lnTo>
                  <a:lnTo>
                    <a:pt x="173" y="287"/>
                  </a:lnTo>
                  <a:lnTo>
                    <a:pt x="193" y="255"/>
                  </a:lnTo>
                  <a:lnTo>
                    <a:pt x="214" y="226"/>
                  </a:lnTo>
                  <a:lnTo>
                    <a:pt x="238" y="198"/>
                  </a:lnTo>
                  <a:lnTo>
                    <a:pt x="263" y="172"/>
                  </a:lnTo>
                  <a:lnTo>
                    <a:pt x="290" y="146"/>
                  </a:lnTo>
                  <a:lnTo>
                    <a:pt x="318" y="122"/>
                  </a:lnTo>
                  <a:lnTo>
                    <a:pt x="349" y="101"/>
                  </a:lnTo>
                  <a:lnTo>
                    <a:pt x="382" y="82"/>
                  </a:lnTo>
                  <a:lnTo>
                    <a:pt x="335" y="0"/>
                  </a:lnTo>
                  <a:lnTo>
                    <a:pt x="297" y="23"/>
                  </a:lnTo>
                  <a:lnTo>
                    <a:pt x="262" y="49"/>
                  </a:lnTo>
                  <a:lnTo>
                    <a:pt x="229" y="76"/>
                  </a:lnTo>
                  <a:lnTo>
                    <a:pt x="198" y="104"/>
                  </a:lnTo>
                  <a:lnTo>
                    <a:pt x="167" y="137"/>
                  </a:lnTo>
                  <a:lnTo>
                    <a:pt x="142" y="170"/>
                  </a:lnTo>
                  <a:lnTo>
                    <a:pt x="116" y="204"/>
                  </a:lnTo>
                  <a:lnTo>
                    <a:pt x="94" y="240"/>
                  </a:lnTo>
                  <a:lnTo>
                    <a:pt x="74" y="278"/>
                  </a:lnTo>
                  <a:lnTo>
                    <a:pt x="54" y="317"/>
                  </a:lnTo>
                  <a:lnTo>
                    <a:pt x="38" y="359"/>
                  </a:lnTo>
                  <a:lnTo>
                    <a:pt x="26" y="401"/>
                  </a:lnTo>
                  <a:lnTo>
                    <a:pt x="15" y="444"/>
                  </a:lnTo>
                  <a:lnTo>
                    <a:pt x="8" y="489"/>
                  </a:lnTo>
                  <a:lnTo>
                    <a:pt x="2" y="534"/>
                  </a:lnTo>
                  <a:lnTo>
                    <a:pt x="0" y="580"/>
                  </a:lnTo>
                  <a:lnTo>
                    <a:pt x="0" y="581"/>
                  </a:lnTo>
                  <a:lnTo>
                    <a:pt x="0" y="580"/>
                  </a:lnTo>
                  <a:lnTo>
                    <a:pt x="3" y="600"/>
                  </a:lnTo>
                  <a:lnTo>
                    <a:pt x="14" y="615"/>
                  </a:lnTo>
                  <a:lnTo>
                    <a:pt x="29" y="625"/>
                  </a:lnTo>
                  <a:lnTo>
                    <a:pt x="45" y="628"/>
                  </a:lnTo>
                  <a:lnTo>
                    <a:pt x="63" y="626"/>
                  </a:lnTo>
                  <a:lnTo>
                    <a:pt x="78" y="616"/>
                  </a:lnTo>
                  <a:lnTo>
                    <a:pt x="89" y="602"/>
                  </a:lnTo>
                  <a:lnTo>
                    <a:pt x="94" y="582"/>
                  </a:lnTo>
                  <a:lnTo>
                    <a:pt x="94" y="58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14045" name="Freeform 46"/>
            <p:cNvSpPr>
              <a:spLocks/>
            </p:cNvSpPr>
            <p:nvPr/>
          </p:nvSpPr>
          <p:spPr bwMode="auto">
            <a:xfrm>
              <a:off x="868" y="1712"/>
              <a:ext cx="19" cy="364"/>
            </a:xfrm>
            <a:custGeom>
              <a:avLst/>
              <a:gdLst>
                <a:gd name="T0" fmla="*/ 1 w 94"/>
                <a:gd name="T1" fmla="*/ 14 h 1818"/>
                <a:gd name="T2" fmla="*/ 1 w 94"/>
                <a:gd name="T3" fmla="*/ 14 h 1818"/>
                <a:gd name="T4" fmla="*/ 1 w 94"/>
                <a:gd name="T5" fmla="*/ 0 h 1818"/>
                <a:gd name="T6" fmla="*/ 0 w 94"/>
                <a:gd name="T7" fmla="*/ 0 h 1818"/>
                <a:gd name="T8" fmla="*/ 0 w 94"/>
                <a:gd name="T9" fmla="*/ 14 h 1818"/>
                <a:gd name="T10" fmla="*/ 0 w 94"/>
                <a:gd name="T11" fmla="*/ 14 h 1818"/>
                <a:gd name="T12" fmla="*/ 0 w 94"/>
                <a:gd name="T13" fmla="*/ 14 h 1818"/>
                <a:gd name="T14" fmla="*/ 0 w 94"/>
                <a:gd name="T15" fmla="*/ 14 h 1818"/>
                <a:gd name="T16" fmla="*/ 0 w 94"/>
                <a:gd name="T17" fmla="*/ 14 h 1818"/>
                <a:gd name="T18" fmla="*/ 0 w 94"/>
                <a:gd name="T19" fmla="*/ 15 h 1818"/>
                <a:gd name="T20" fmla="*/ 0 w 94"/>
                <a:gd name="T21" fmla="*/ 15 h 1818"/>
                <a:gd name="T22" fmla="*/ 1 w 94"/>
                <a:gd name="T23" fmla="*/ 15 h 1818"/>
                <a:gd name="T24" fmla="*/ 1 w 94"/>
                <a:gd name="T25" fmla="*/ 14 h 1818"/>
                <a:gd name="T26" fmla="*/ 1 w 94"/>
                <a:gd name="T27" fmla="*/ 14 h 1818"/>
                <a:gd name="T28" fmla="*/ 1 w 94"/>
                <a:gd name="T29" fmla="*/ 14 h 1818"/>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94"/>
                <a:gd name="T46" fmla="*/ 0 h 1818"/>
                <a:gd name="T47" fmla="*/ 94 w 94"/>
                <a:gd name="T48" fmla="*/ 1818 h 1818"/>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94" h="1818">
                  <a:moveTo>
                    <a:pt x="94" y="1771"/>
                  </a:moveTo>
                  <a:lnTo>
                    <a:pt x="94" y="1771"/>
                  </a:lnTo>
                  <a:lnTo>
                    <a:pt x="94" y="0"/>
                  </a:lnTo>
                  <a:lnTo>
                    <a:pt x="0" y="0"/>
                  </a:lnTo>
                  <a:lnTo>
                    <a:pt x="0" y="1771"/>
                  </a:lnTo>
                  <a:lnTo>
                    <a:pt x="3" y="1791"/>
                  </a:lnTo>
                  <a:lnTo>
                    <a:pt x="15" y="1806"/>
                  </a:lnTo>
                  <a:lnTo>
                    <a:pt x="29" y="1814"/>
                  </a:lnTo>
                  <a:lnTo>
                    <a:pt x="47" y="1818"/>
                  </a:lnTo>
                  <a:lnTo>
                    <a:pt x="64" y="1814"/>
                  </a:lnTo>
                  <a:lnTo>
                    <a:pt x="79" y="1806"/>
                  </a:lnTo>
                  <a:lnTo>
                    <a:pt x="90" y="1791"/>
                  </a:lnTo>
                  <a:lnTo>
                    <a:pt x="94" y="177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14046" name="Freeform 47"/>
            <p:cNvSpPr>
              <a:spLocks/>
            </p:cNvSpPr>
            <p:nvPr/>
          </p:nvSpPr>
          <p:spPr bwMode="auto">
            <a:xfrm>
              <a:off x="868" y="2067"/>
              <a:ext cx="90" cy="160"/>
            </a:xfrm>
            <a:custGeom>
              <a:avLst/>
              <a:gdLst>
                <a:gd name="T0" fmla="*/ 3 w 449"/>
                <a:gd name="T1" fmla="*/ 6 h 803"/>
                <a:gd name="T2" fmla="*/ 3 w 449"/>
                <a:gd name="T3" fmla="*/ 6 h 803"/>
                <a:gd name="T4" fmla="*/ 3 w 449"/>
                <a:gd name="T5" fmla="*/ 5 h 803"/>
                <a:gd name="T6" fmla="*/ 3 w 449"/>
                <a:gd name="T7" fmla="*/ 5 h 803"/>
                <a:gd name="T8" fmla="*/ 3 w 449"/>
                <a:gd name="T9" fmla="*/ 5 h 803"/>
                <a:gd name="T10" fmla="*/ 2 w 449"/>
                <a:gd name="T11" fmla="*/ 5 h 803"/>
                <a:gd name="T12" fmla="*/ 2 w 449"/>
                <a:gd name="T13" fmla="*/ 4 h 803"/>
                <a:gd name="T14" fmla="*/ 2 w 449"/>
                <a:gd name="T15" fmla="*/ 4 h 803"/>
                <a:gd name="T16" fmla="*/ 2 w 449"/>
                <a:gd name="T17" fmla="*/ 4 h 803"/>
                <a:gd name="T18" fmla="*/ 2 w 449"/>
                <a:gd name="T19" fmla="*/ 3 h 803"/>
                <a:gd name="T20" fmla="*/ 1 w 449"/>
                <a:gd name="T21" fmla="*/ 3 h 803"/>
                <a:gd name="T22" fmla="*/ 1 w 449"/>
                <a:gd name="T23" fmla="*/ 2 h 803"/>
                <a:gd name="T24" fmla="*/ 1 w 449"/>
                <a:gd name="T25" fmla="*/ 2 h 803"/>
                <a:gd name="T26" fmla="*/ 1 w 449"/>
                <a:gd name="T27" fmla="*/ 2 h 803"/>
                <a:gd name="T28" fmla="*/ 1 w 449"/>
                <a:gd name="T29" fmla="*/ 1 h 803"/>
                <a:gd name="T30" fmla="*/ 1 w 449"/>
                <a:gd name="T31" fmla="*/ 1 h 803"/>
                <a:gd name="T32" fmla="*/ 1 w 449"/>
                <a:gd name="T33" fmla="*/ 0 h 803"/>
                <a:gd name="T34" fmla="*/ 1 w 449"/>
                <a:gd name="T35" fmla="*/ 0 h 803"/>
                <a:gd name="T36" fmla="*/ 0 w 449"/>
                <a:gd name="T37" fmla="*/ 0 h 803"/>
                <a:gd name="T38" fmla="*/ 0 w 449"/>
                <a:gd name="T39" fmla="*/ 0 h 803"/>
                <a:gd name="T40" fmla="*/ 0 w 449"/>
                <a:gd name="T41" fmla="*/ 1 h 803"/>
                <a:gd name="T42" fmla="*/ 0 w 449"/>
                <a:gd name="T43" fmla="*/ 1 h 803"/>
                <a:gd name="T44" fmla="*/ 0 w 449"/>
                <a:gd name="T45" fmla="*/ 2 h 803"/>
                <a:gd name="T46" fmla="*/ 0 w 449"/>
                <a:gd name="T47" fmla="*/ 2 h 803"/>
                <a:gd name="T48" fmla="*/ 0 w 449"/>
                <a:gd name="T49" fmla="*/ 3 h 803"/>
                <a:gd name="T50" fmla="*/ 1 w 449"/>
                <a:gd name="T51" fmla="*/ 3 h 803"/>
                <a:gd name="T52" fmla="*/ 1 w 449"/>
                <a:gd name="T53" fmla="*/ 4 h 803"/>
                <a:gd name="T54" fmla="*/ 1 w 449"/>
                <a:gd name="T55" fmla="*/ 4 h 803"/>
                <a:gd name="T56" fmla="*/ 1 w 449"/>
                <a:gd name="T57" fmla="*/ 4 h 803"/>
                <a:gd name="T58" fmla="*/ 2 w 449"/>
                <a:gd name="T59" fmla="*/ 5 h 803"/>
                <a:gd name="T60" fmla="*/ 2 w 449"/>
                <a:gd name="T61" fmla="*/ 5 h 803"/>
                <a:gd name="T62" fmla="*/ 2 w 449"/>
                <a:gd name="T63" fmla="*/ 5 h 803"/>
                <a:gd name="T64" fmla="*/ 2 w 449"/>
                <a:gd name="T65" fmla="*/ 6 h 803"/>
                <a:gd name="T66" fmla="*/ 3 w 449"/>
                <a:gd name="T67" fmla="*/ 6 h 803"/>
                <a:gd name="T68" fmla="*/ 3 w 449"/>
                <a:gd name="T69" fmla="*/ 6 h 803"/>
                <a:gd name="T70" fmla="*/ 3 w 449"/>
                <a:gd name="T71" fmla="*/ 6 h 803"/>
                <a:gd name="T72" fmla="*/ 3 w 449"/>
                <a:gd name="T73" fmla="*/ 6 h 803"/>
                <a:gd name="T74" fmla="*/ 3 w 449"/>
                <a:gd name="T75" fmla="*/ 6 h 803"/>
                <a:gd name="T76" fmla="*/ 3 w 449"/>
                <a:gd name="T77" fmla="*/ 6 h 803"/>
                <a:gd name="T78" fmla="*/ 3 w 449"/>
                <a:gd name="T79" fmla="*/ 6 h 803"/>
                <a:gd name="T80" fmla="*/ 4 w 449"/>
                <a:gd name="T81" fmla="*/ 6 h 803"/>
                <a:gd name="T82" fmla="*/ 4 w 449"/>
                <a:gd name="T83" fmla="*/ 6 h 803"/>
                <a:gd name="T84" fmla="*/ 4 w 449"/>
                <a:gd name="T85" fmla="*/ 6 h 803"/>
                <a:gd name="T86" fmla="*/ 4 w 449"/>
                <a:gd name="T87" fmla="*/ 6 h 803"/>
                <a:gd name="T88" fmla="*/ 3 w 449"/>
                <a:gd name="T89" fmla="*/ 6 h 803"/>
                <a:gd name="T90" fmla="*/ 3 w 449"/>
                <a:gd name="T91" fmla="*/ 6 h 80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449"/>
                <a:gd name="T139" fmla="*/ 0 h 803"/>
                <a:gd name="T140" fmla="*/ 449 w 449"/>
                <a:gd name="T141" fmla="*/ 803 h 80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449" h="803">
                  <a:moveTo>
                    <a:pt x="426" y="717"/>
                  </a:moveTo>
                  <a:lnTo>
                    <a:pt x="427" y="717"/>
                  </a:lnTo>
                  <a:lnTo>
                    <a:pt x="395" y="693"/>
                  </a:lnTo>
                  <a:lnTo>
                    <a:pt x="361" y="662"/>
                  </a:lnTo>
                  <a:lnTo>
                    <a:pt x="329" y="628"/>
                  </a:lnTo>
                  <a:lnTo>
                    <a:pt x="299" y="591"/>
                  </a:lnTo>
                  <a:lnTo>
                    <a:pt x="269" y="551"/>
                  </a:lnTo>
                  <a:lnTo>
                    <a:pt x="241" y="507"/>
                  </a:lnTo>
                  <a:lnTo>
                    <a:pt x="215" y="460"/>
                  </a:lnTo>
                  <a:lnTo>
                    <a:pt x="191" y="412"/>
                  </a:lnTo>
                  <a:lnTo>
                    <a:pt x="170" y="363"/>
                  </a:lnTo>
                  <a:lnTo>
                    <a:pt x="151" y="312"/>
                  </a:lnTo>
                  <a:lnTo>
                    <a:pt x="133" y="259"/>
                  </a:lnTo>
                  <a:lnTo>
                    <a:pt x="119" y="207"/>
                  </a:lnTo>
                  <a:lnTo>
                    <a:pt x="108" y="156"/>
                  </a:lnTo>
                  <a:lnTo>
                    <a:pt x="101" y="103"/>
                  </a:lnTo>
                  <a:lnTo>
                    <a:pt x="96" y="51"/>
                  </a:lnTo>
                  <a:lnTo>
                    <a:pt x="94" y="0"/>
                  </a:lnTo>
                  <a:lnTo>
                    <a:pt x="0" y="0"/>
                  </a:lnTo>
                  <a:lnTo>
                    <a:pt x="2" y="56"/>
                  </a:lnTo>
                  <a:lnTo>
                    <a:pt x="7" y="115"/>
                  </a:lnTo>
                  <a:lnTo>
                    <a:pt x="16" y="172"/>
                  </a:lnTo>
                  <a:lnTo>
                    <a:pt x="28" y="231"/>
                  </a:lnTo>
                  <a:lnTo>
                    <a:pt x="44" y="287"/>
                  </a:lnTo>
                  <a:lnTo>
                    <a:pt x="62" y="342"/>
                  </a:lnTo>
                  <a:lnTo>
                    <a:pt x="83" y="398"/>
                  </a:lnTo>
                  <a:lnTo>
                    <a:pt x="106" y="452"/>
                  </a:lnTo>
                  <a:lnTo>
                    <a:pt x="133" y="505"/>
                  </a:lnTo>
                  <a:lnTo>
                    <a:pt x="161" y="554"/>
                  </a:lnTo>
                  <a:lnTo>
                    <a:pt x="192" y="602"/>
                  </a:lnTo>
                  <a:lnTo>
                    <a:pt x="224" y="647"/>
                  </a:lnTo>
                  <a:lnTo>
                    <a:pt x="259" y="689"/>
                  </a:lnTo>
                  <a:lnTo>
                    <a:pt x="295" y="728"/>
                  </a:lnTo>
                  <a:lnTo>
                    <a:pt x="334" y="763"/>
                  </a:lnTo>
                  <a:lnTo>
                    <a:pt x="374" y="795"/>
                  </a:lnTo>
                  <a:lnTo>
                    <a:pt x="375" y="795"/>
                  </a:lnTo>
                  <a:lnTo>
                    <a:pt x="374" y="795"/>
                  </a:lnTo>
                  <a:lnTo>
                    <a:pt x="392" y="803"/>
                  </a:lnTo>
                  <a:lnTo>
                    <a:pt x="411" y="803"/>
                  </a:lnTo>
                  <a:lnTo>
                    <a:pt x="426" y="795"/>
                  </a:lnTo>
                  <a:lnTo>
                    <a:pt x="439" y="782"/>
                  </a:lnTo>
                  <a:lnTo>
                    <a:pt x="446" y="766"/>
                  </a:lnTo>
                  <a:lnTo>
                    <a:pt x="449" y="749"/>
                  </a:lnTo>
                  <a:lnTo>
                    <a:pt x="441" y="732"/>
                  </a:lnTo>
                  <a:lnTo>
                    <a:pt x="427" y="717"/>
                  </a:lnTo>
                  <a:lnTo>
                    <a:pt x="426" y="71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14047" name="Freeform 48"/>
            <p:cNvSpPr>
              <a:spLocks/>
            </p:cNvSpPr>
            <p:nvPr/>
          </p:nvSpPr>
          <p:spPr bwMode="auto">
            <a:xfrm>
              <a:off x="883" y="1673"/>
              <a:ext cx="379" cy="690"/>
            </a:xfrm>
            <a:custGeom>
              <a:avLst/>
              <a:gdLst>
                <a:gd name="T0" fmla="*/ 12 w 1897"/>
                <a:gd name="T1" fmla="*/ 6 h 3450"/>
                <a:gd name="T2" fmla="*/ 13 w 1897"/>
                <a:gd name="T3" fmla="*/ 7 h 3450"/>
                <a:gd name="T4" fmla="*/ 13 w 1897"/>
                <a:gd name="T5" fmla="*/ 7 h 3450"/>
                <a:gd name="T6" fmla="*/ 14 w 1897"/>
                <a:gd name="T7" fmla="*/ 8 h 3450"/>
                <a:gd name="T8" fmla="*/ 14 w 1897"/>
                <a:gd name="T9" fmla="*/ 9 h 3450"/>
                <a:gd name="T10" fmla="*/ 15 w 1897"/>
                <a:gd name="T11" fmla="*/ 10 h 3450"/>
                <a:gd name="T12" fmla="*/ 15 w 1897"/>
                <a:gd name="T13" fmla="*/ 11 h 3450"/>
                <a:gd name="T14" fmla="*/ 15 w 1897"/>
                <a:gd name="T15" fmla="*/ 11 h 3450"/>
                <a:gd name="T16" fmla="*/ 15 w 1897"/>
                <a:gd name="T17" fmla="*/ 12 h 3450"/>
                <a:gd name="T18" fmla="*/ 15 w 1897"/>
                <a:gd name="T19" fmla="*/ 26 h 3450"/>
                <a:gd name="T20" fmla="*/ 15 w 1897"/>
                <a:gd name="T21" fmla="*/ 26 h 3450"/>
                <a:gd name="T22" fmla="*/ 15 w 1897"/>
                <a:gd name="T23" fmla="*/ 27 h 3450"/>
                <a:gd name="T24" fmla="*/ 15 w 1897"/>
                <a:gd name="T25" fmla="*/ 27 h 3450"/>
                <a:gd name="T26" fmla="*/ 14 w 1897"/>
                <a:gd name="T27" fmla="*/ 27 h 3450"/>
                <a:gd name="T28" fmla="*/ 14 w 1897"/>
                <a:gd name="T29" fmla="*/ 28 h 3450"/>
                <a:gd name="T30" fmla="*/ 13 w 1897"/>
                <a:gd name="T31" fmla="*/ 28 h 3450"/>
                <a:gd name="T32" fmla="*/ 13 w 1897"/>
                <a:gd name="T33" fmla="*/ 27 h 3450"/>
                <a:gd name="T34" fmla="*/ 3 w 1897"/>
                <a:gd name="T35" fmla="*/ 21 h 3450"/>
                <a:gd name="T36" fmla="*/ 2 w 1897"/>
                <a:gd name="T37" fmla="*/ 21 h 3450"/>
                <a:gd name="T38" fmla="*/ 2 w 1897"/>
                <a:gd name="T39" fmla="*/ 20 h 3450"/>
                <a:gd name="T40" fmla="*/ 1 w 1897"/>
                <a:gd name="T41" fmla="*/ 19 h 3450"/>
                <a:gd name="T42" fmla="*/ 1 w 1897"/>
                <a:gd name="T43" fmla="*/ 19 h 3450"/>
                <a:gd name="T44" fmla="*/ 0 w 1897"/>
                <a:gd name="T45" fmla="*/ 18 h 3450"/>
                <a:gd name="T46" fmla="*/ 0 w 1897"/>
                <a:gd name="T47" fmla="*/ 17 h 3450"/>
                <a:gd name="T48" fmla="*/ 0 w 1897"/>
                <a:gd name="T49" fmla="*/ 16 h 3450"/>
                <a:gd name="T50" fmla="*/ 0 w 1897"/>
                <a:gd name="T51" fmla="*/ 15 h 3450"/>
                <a:gd name="T52" fmla="*/ 0 w 1897"/>
                <a:gd name="T53" fmla="*/ 2 h 3450"/>
                <a:gd name="T54" fmla="*/ 0 w 1897"/>
                <a:gd name="T55" fmla="*/ 1 h 3450"/>
                <a:gd name="T56" fmla="*/ 0 w 1897"/>
                <a:gd name="T57" fmla="*/ 1 h 3450"/>
                <a:gd name="T58" fmla="*/ 1 w 1897"/>
                <a:gd name="T59" fmla="*/ 0 h 3450"/>
                <a:gd name="T60" fmla="*/ 1 w 1897"/>
                <a:gd name="T61" fmla="*/ 0 h 3450"/>
                <a:gd name="T62" fmla="*/ 1 w 1897"/>
                <a:gd name="T63" fmla="*/ 0 h 3450"/>
                <a:gd name="T64" fmla="*/ 2 w 1897"/>
                <a:gd name="T65" fmla="*/ 0 h 3450"/>
                <a:gd name="T66" fmla="*/ 3 w 1897"/>
                <a:gd name="T67" fmla="*/ 0 h 3450"/>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897"/>
                <a:gd name="T103" fmla="*/ 0 h 3450"/>
                <a:gd name="T104" fmla="*/ 1897 w 1897"/>
                <a:gd name="T105" fmla="*/ 3450 h 3450"/>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897" h="3450">
                  <a:moveTo>
                    <a:pt x="357" y="49"/>
                  </a:moveTo>
                  <a:lnTo>
                    <a:pt x="1542" y="806"/>
                  </a:lnTo>
                  <a:lnTo>
                    <a:pt x="1579" y="832"/>
                  </a:lnTo>
                  <a:lnTo>
                    <a:pt x="1614" y="861"/>
                  </a:lnTo>
                  <a:lnTo>
                    <a:pt x="1648" y="895"/>
                  </a:lnTo>
                  <a:lnTo>
                    <a:pt x="1681" y="933"/>
                  </a:lnTo>
                  <a:lnTo>
                    <a:pt x="1711" y="973"/>
                  </a:lnTo>
                  <a:lnTo>
                    <a:pt x="1740" y="1016"/>
                  </a:lnTo>
                  <a:lnTo>
                    <a:pt x="1768" y="1062"/>
                  </a:lnTo>
                  <a:lnTo>
                    <a:pt x="1793" y="1109"/>
                  </a:lnTo>
                  <a:lnTo>
                    <a:pt x="1816" y="1158"/>
                  </a:lnTo>
                  <a:lnTo>
                    <a:pt x="1836" y="1208"/>
                  </a:lnTo>
                  <a:lnTo>
                    <a:pt x="1854" y="1260"/>
                  </a:lnTo>
                  <a:lnTo>
                    <a:pt x="1869" y="1313"/>
                  </a:lnTo>
                  <a:lnTo>
                    <a:pt x="1881" y="1364"/>
                  </a:lnTo>
                  <a:lnTo>
                    <a:pt x="1890" y="1417"/>
                  </a:lnTo>
                  <a:lnTo>
                    <a:pt x="1895" y="1469"/>
                  </a:lnTo>
                  <a:lnTo>
                    <a:pt x="1897" y="1519"/>
                  </a:lnTo>
                  <a:lnTo>
                    <a:pt x="1897" y="3142"/>
                  </a:lnTo>
                  <a:lnTo>
                    <a:pt x="1895" y="3190"/>
                  </a:lnTo>
                  <a:lnTo>
                    <a:pt x="1890" y="3235"/>
                  </a:lnTo>
                  <a:lnTo>
                    <a:pt x="1881" y="3276"/>
                  </a:lnTo>
                  <a:lnTo>
                    <a:pt x="1869" y="3313"/>
                  </a:lnTo>
                  <a:lnTo>
                    <a:pt x="1854" y="3346"/>
                  </a:lnTo>
                  <a:lnTo>
                    <a:pt x="1836" y="3375"/>
                  </a:lnTo>
                  <a:lnTo>
                    <a:pt x="1816" y="3398"/>
                  </a:lnTo>
                  <a:lnTo>
                    <a:pt x="1793" y="3418"/>
                  </a:lnTo>
                  <a:lnTo>
                    <a:pt x="1768" y="3434"/>
                  </a:lnTo>
                  <a:lnTo>
                    <a:pt x="1740" y="3444"/>
                  </a:lnTo>
                  <a:lnTo>
                    <a:pt x="1711" y="3450"/>
                  </a:lnTo>
                  <a:lnTo>
                    <a:pt x="1681" y="3450"/>
                  </a:lnTo>
                  <a:lnTo>
                    <a:pt x="1648" y="3445"/>
                  </a:lnTo>
                  <a:lnTo>
                    <a:pt x="1614" y="3436"/>
                  </a:lnTo>
                  <a:lnTo>
                    <a:pt x="1579" y="3421"/>
                  </a:lnTo>
                  <a:lnTo>
                    <a:pt x="1542" y="3400"/>
                  </a:lnTo>
                  <a:lnTo>
                    <a:pt x="357" y="2643"/>
                  </a:lnTo>
                  <a:lnTo>
                    <a:pt x="320" y="2618"/>
                  </a:lnTo>
                  <a:lnTo>
                    <a:pt x="285" y="2588"/>
                  </a:lnTo>
                  <a:lnTo>
                    <a:pt x="251" y="2554"/>
                  </a:lnTo>
                  <a:lnTo>
                    <a:pt x="218" y="2517"/>
                  </a:lnTo>
                  <a:lnTo>
                    <a:pt x="187" y="2477"/>
                  </a:lnTo>
                  <a:lnTo>
                    <a:pt x="157" y="2433"/>
                  </a:lnTo>
                  <a:lnTo>
                    <a:pt x="130" y="2388"/>
                  </a:lnTo>
                  <a:lnTo>
                    <a:pt x="105" y="2341"/>
                  </a:lnTo>
                  <a:lnTo>
                    <a:pt x="81" y="2292"/>
                  </a:lnTo>
                  <a:lnTo>
                    <a:pt x="61" y="2241"/>
                  </a:lnTo>
                  <a:lnTo>
                    <a:pt x="44" y="2190"/>
                  </a:lnTo>
                  <a:lnTo>
                    <a:pt x="29" y="2138"/>
                  </a:lnTo>
                  <a:lnTo>
                    <a:pt x="17" y="2085"/>
                  </a:lnTo>
                  <a:lnTo>
                    <a:pt x="7" y="2033"/>
                  </a:lnTo>
                  <a:lnTo>
                    <a:pt x="3" y="1981"/>
                  </a:lnTo>
                  <a:lnTo>
                    <a:pt x="0" y="1931"/>
                  </a:lnTo>
                  <a:lnTo>
                    <a:pt x="0" y="308"/>
                  </a:lnTo>
                  <a:lnTo>
                    <a:pt x="3" y="260"/>
                  </a:lnTo>
                  <a:lnTo>
                    <a:pt x="7" y="215"/>
                  </a:lnTo>
                  <a:lnTo>
                    <a:pt x="17" y="174"/>
                  </a:lnTo>
                  <a:lnTo>
                    <a:pt x="29" y="137"/>
                  </a:lnTo>
                  <a:lnTo>
                    <a:pt x="44" y="104"/>
                  </a:lnTo>
                  <a:lnTo>
                    <a:pt x="61" y="76"/>
                  </a:lnTo>
                  <a:lnTo>
                    <a:pt x="81" y="51"/>
                  </a:lnTo>
                  <a:lnTo>
                    <a:pt x="105" y="31"/>
                  </a:lnTo>
                  <a:lnTo>
                    <a:pt x="130" y="16"/>
                  </a:lnTo>
                  <a:lnTo>
                    <a:pt x="157" y="5"/>
                  </a:lnTo>
                  <a:lnTo>
                    <a:pt x="187" y="0"/>
                  </a:lnTo>
                  <a:lnTo>
                    <a:pt x="218" y="0"/>
                  </a:lnTo>
                  <a:lnTo>
                    <a:pt x="251" y="3"/>
                  </a:lnTo>
                  <a:lnTo>
                    <a:pt x="285" y="14"/>
                  </a:lnTo>
                  <a:lnTo>
                    <a:pt x="320" y="29"/>
                  </a:lnTo>
                  <a:lnTo>
                    <a:pt x="357" y="49"/>
                  </a:lnTo>
                  <a:close/>
                </a:path>
              </a:pathLst>
            </a:custGeom>
            <a:solidFill>
              <a:srgbClr val="BFBFB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14048" name="Freeform 49"/>
            <p:cNvSpPr>
              <a:spLocks/>
            </p:cNvSpPr>
            <p:nvPr/>
          </p:nvSpPr>
          <p:spPr bwMode="auto">
            <a:xfrm>
              <a:off x="1268" y="1663"/>
              <a:ext cx="393" cy="711"/>
            </a:xfrm>
            <a:custGeom>
              <a:avLst/>
              <a:gdLst>
                <a:gd name="T0" fmla="*/ 3 w 1962"/>
                <a:gd name="T1" fmla="*/ 7 h 3555"/>
                <a:gd name="T2" fmla="*/ 2 w 1962"/>
                <a:gd name="T3" fmla="*/ 7 h 3555"/>
                <a:gd name="T4" fmla="*/ 2 w 1962"/>
                <a:gd name="T5" fmla="*/ 8 h 3555"/>
                <a:gd name="T6" fmla="*/ 1 w 1962"/>
                <a:gd name="T7" fmla="*/ 8 h 3555"/>
                <a:gd name="T8" fmla="*/ 1 w 1962"/>
                <a:gd name="T9" fmla="*/ 9 h 3555"/>
                <a:gd name="T10" fmla="*/ 1 w 1962"/>
                <a:gd name="T11" fmla="*/ 10 h 3555"/>
                <a:gd name="T12" fmla="*/ 0 w 1962"/>
                <a:gd name="T13" fmla="*/ 11 h 3555"/>
                <a:gd name="T14" fmla="*/ 0 w 1962"/>
                <a:gd name="T15" fmla="*/ 12 h 3555"/>
                <a:gd name="T16" fmla="*/ 0 w 1962"/>
                <a:gd name="T17" fmla="*/ 13 h 3555"/>
                <a:gd name="T18" fmla="*/ 0 w 1962"/>
                <a:gd name="T19" fmla="*/ 26 h 3555"/>
                <a:gd name="T20" fmla="*/ 0 w 1962"/>
                <a:gd name="T21" fmla="*/ 27 h 3555"/>
                <a:gd name="T22" fmla="*/ 0 w 1962"/>
                <a:gd name="T23" fmla="*/ 28 h 3555"/>
                <a:gd name="T24" fmla="*/ 1 w 1962"/>
                <a:gd name="T25" fmla="*/ 28 h 3555"/>
                <a:gd name="T26" fmla="*/ 1 w 1962"/>
                <a:gd name="T27" fmla="*/ 28 h 3555"/>
                <a:gd name="T28" fmla="*/ 2 w 1962"/>
                <a:gd name="T29" fmla="*/ 28 h 3555"/>
                <a:gd name="T30" fmla="*/ 2 w 1962"/>
                <a:gd name="T31" fmla="*/ 28 h 3555"/>
                <a:gd name="T32" fmla="*/ 3 w 1962"/>
                <a:gd name="T33" fmla="*/ 28 h 3555"/>
                <a:gd name="T34" fmla="*/ 13 w 1962"/>
                <a:gd name="T35" fmla="*/ 22 h 3555"/>
                <a:gd name="T36" fmla="*/ 13 w 1962"/>
                <a:gd name="T37" fmla="*/ 21 h 3555"/>
                <a:gd name="T38" fmla="*/ 14 w 1962"/>
                <a:gd name="T39" fmla="*/ 21 h 3555"/>
                <a:gd name="T40" fmla="*/ 14 w 1962"/>
                <a:gd name="T41" fmla="*/ 20 h 3555"/>
                <a:gd name="T42" fmla="*/ 15 w 1962"/>
                <a:gd name="T43" fmla="*/ 19 h 3555"/>
                <a:gd name="T44" fmla="*/ 15 w 1962"/>
                <a:gd name="T45" fmla="*/ 18 h 3555"/>
                <a:gd name="T46" fmla="*/ 16 w 1962"/>
                <a:gd name="T47" fmla="*/ 18 h 3555"/>
                <a:gd name="T48" fmla="*/ 16 w 1962"/>
                <a:gd name="T49" fmla="*/ 17 h 3555"/>
                <a:gd name="T50" fmla="*/ 16 w 1962"/>
                <a:gd name="T51" fmla="*/ 16 h 3555"/>
                <a:gd name="T52" fmla="*/ 16 w 1962"/>
                <a:gd name="T53" fmla="*/ 2 h 3555"/>
                <a:gd name="T54" fmla="*/ 16 w 1962"/>
                <a:gd name="T55" fmla="*/ 1 h 3555"/>
                <a:gd name="T56" fmla="*/ 15 w 1962"/>
                <a:gd name="T57" fmla="*/ 1 h 3555"/>
                <a:gd name="T58" fmla="*/ 15 w 1962"/>
                <a:gd name="T59" fmla="*/ 0 h 3555"/>
                <a:gd name="T60" fmla="*/ 15 w 1962"/>
                <a:gd name="T61" fmla="*/ 0 h 3555"/>
                <a:gd name="T62" fmla="*/ 14 w 1962"/>
                <a:gd name="T63" fmla="*/ 0 h 3555"/>
                <a:gd name="T64" fmla="*/ 14 w 1962"/>
                <a:gd name="T65" fmla="*/ 0 h 3555"/>
                <a:gd name="T66" fmla="*/ 13 w 1962"/>
                <a:gd name="T67" fmla="*/ 0 h 3555"/>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962"/>
                <a:gd name="T103" fmla="*/ 0 h 3555"/>
                <a:gd name="T104" fmla="*/ 1962 w 1962"/>
                <a:gd name="T105" fmla="*/ 3555 h 3555"/>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962" h="3555">
                  <a:moveTo>
                    <a:pt x="1594" y="50"/>
                  </a:moveTo>
                  <a:lnTo>
                    <a:pt x="368" y="831"/>
                  </a:lnTo>
                  <a:lnTo>
                    <a:pt x="330" y="858"/>
                  </a:lnTo>
                  <a:lnTo>
                    <a:pt x="294" y="888"/>
                  </a:lnTo>
                  <a:lnTo>
                    <a:pt x="259" y="922"/>
                  </a:lnTo>
                  <a:lnTo>
                    <a:pt x="225" y="961"/>
                  </a:lnTo>
                  <a:lnTo>
                    <a:pt x="193" y="1003"/>
                  </a:lnTo>
                  <a:lnTo>
                    <a:pt x="163" y="1047"/>
                  </a:lnTo>
                  <a:lnTo>
                    <a:pt x="133" y="1094"/>
                  </a:lnTo>
                  <a:lnTo>
                    <a:pt x="108" y="1143"/>
                  </a:lnTo>
                  <a:lnTo>
                    <a:pt x="84" y="1193"/>
                  </a:lnTo>
                  <a:lnTo>
                    <a:pt x="63" y="1246"/>
                  </a:lnTo>
                  <a:lnTo>
                    <a:pt x="44" y="1299"/>
                  </a:lnTo>
                  <a:lnTo>
                    <a:pt x="29" y="1353"/>
                  </a:lnTo>
                  <a:lnTo>
                    <a:pt x="16" y="1405"/>
                  </a:lnTo>
                  <a:lnTo>
                    <a:pt x="7" y="1459"/>
                  </a:lnTo>
                  <a:lnTo>
                    <a:pt x="2" y="1512"/>
                  </a:lnTo>
                  <a:lnTo>
                    <a:pt x="0" y="1565"/>
                  </a:lnTo>
                  <a:lnTo>
                    <a:pt x="0" y="3237"/>
                  </a:lnTo>
                  <a:lnTo>
                    <a:pt x="2" y="3287"/>
                  </a:lnTo>
                  <a:lnTo>
                    <a:pt x="7" y="3333"/>
                  </a:lnTo>
                  <a:lnTo>
                    <a:pt x="16" y="3375"/>
                  </a:lnTo>
                  <a:lnTo>
                    <a:pt x="29" y="3413"/>
                  </a:lnTo>
                  <a:lnTo>
                    <a:pt x="44" y="3447"/>
                  </a:lnTo>
                  <a:lnTo>
                    <a:pt x="63" y="3477"/>
                  </a:lnTo>
                  <a:lnTo>
                    <a:pt x="84" y="3502"/>
                  </a:lnTo>
                  <a:lnTo>
                    <a:pt x="108" y="3522"/>
                  </a:lnTo>
                  <a:lnTo>
                    <a:pt x="133" y="3538"/>
                  </a:lnTo>
                  <a:lnTo>
                    <a:pt x="163" y="3549"/>
                  </a:lnTo>
                  <a:lnTo>
                    <a:pt x="193" y="3555"/>
                  </a:lnTo>
                  <a:lnTo>
                    <a:pt x="225" y="3555"/>
                  </a:lnTo>
                  <a:lnTo>
                    <a:pt x="259" y="3550"/>
                  </a:lnTo>
                  <a:lnTo>
                    <a:pt x="294" y="3541"/>
                  </a:lnTo>
                  <a:lnTo>
                    <a:pt x="330" y="3524"/>
                  </a:lnTo>
                  <a:lnTo>
                    <a:pt x="368" y="3503"/>
                  </a:lnTo>
                  <a:lnTo>
                    <a:pt x="1594" y="2722"/>
                  </a:lnTo>
                  <a:lnTo>
                    <a:pt x="1632" y="2696"/>
                  </a:lnTo>
                  <a:lnTo>
                    <a:pt x="1668" y="2665"/>
                  </a:lnTo>
                  <a:lnTo>
                    <a:pt x="1703" y="2631"/>
                  </a:lnTo>
                  <a:lnTo>
                    <a:pt x="1737" y="2592"/>
                  </a:lnTo>
                  <a:lnTo>
                    <a:pt x="1769" y="2551"/>
                  </a:lnTo>
                  <a:lnTo>
                    <a:pt x="1799" y="2506"/>
                  </a:lnTo>
                  <a:lnTo>
                    <a:pt x="1829" y="2460"/>
                  </a:lnTo>
                  <a:lnTo>
                    <a:pt x="1854" y="2411"/>
                  </a:lnTo>
                  <a:lnTo>
                    <a:pt x="1878" y="2361"/>
                  </a:lnTo>
                  <a:lnTo>
                    <a:pt x="1899" y="2308"/>
                  </a:lnTo>
                  <a:lnTo>
                    <a:pt x="1918" y="2256"/>
                  </a:lnTo>
                  <a:lnTo>
                    <a:pt x="1933" y="2202"/>
                  </a:lnTo>
                  <a:lnTo>
                    <a:pt x="1946" y="2149"/>
                  </a:lnTo>
                  <a:lnTo>
                    <a:pt x="1955" y="2095"/>
                  </a:lnTo>
                  <a:lnTo>
                    <a:pt x="1960" y="2042"/>
                  </a:lnTo>
                  <a:lnTo>
                    <a:pt x="1962" y="1989"/>
                  </a:lnTo>
                  <a:lnTo>
                    <a:pt x="1962" y="319"/>
                  </a:lnTo>
                  <a:lnTo>
                    <a:pt x="1960" y="269"/>
                  </a:lnTo>
                  <a:lnTo>
                    <a:pt x="1955" y="223"/>
                  </a:lnTo>
                  <a:lnTo>
                    <a:pt x="1946" y="180"/>
                  </a:lnTo>
                  <a:lnTo>
                    <a:pt x="1933" y="143"/>
                  </a:lnTo>
                  <a:lnTo>
                    <a:pt x="1918" y="109"/>
                  </a:lnTo>
                  <a:lnTo>
                    <a:pt x="1899" y="79"/>
                  </a:lnTo>
                  <a:lnTo>
                    <a:pt x="1878" y="54"/>
                  </a:lnTo>
                  <a:lnTo>
                    <a:pt x="1854" y="33"/>
                  </a:lnTo>
                  <a:lnTo>
                    <a:pt x="1829" y="17"/>
                  </a:lnTo>
                  <a:lnTo>
                    <a:pt x="1799" y="7"/>
                  </a:lnTo>
                  <a:lnTo>
                    <a:pt x="1769" y="0"/>
                  </a:lnTo>
                  <a:lnTo>
                    <a:pt x="1737" y="0"/>
                  </a:lnTo>
                  <a:lnTo>
                    <a:pt x="1703" y="4"/>
                  </a:lnTo>
                  <a:lnTo>
                    <a:pt x="1668" y="14"/>
                  </a:lnTo>
                  <a:lnTo>
                    <a:pt x="1632" y="29"/>
                  </a:lnTo>
                  <a:lnTo>
                    <a:pt x="1594" y="50"/>
                  </a:lnTo>
                  <a:close/>
                </a:path>
              </a:pathLst>
            </a:custGeom>
            <a:solidFill>
              <a:srgbClr val="E5E5E5"/>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14049" name="Freeform 50"/>
            <p:cNvSpPr>
              <a:spLocks noEditPoints="1"/>
            </p:cNvSpPr>
            <p:nvPr/>
          </p:nvSpPr>
          <p:spPr bwMode="auto">
            <a:xfrm>
              <a:off x="916" y="1589"/>
              <a:ext cx="697" cy="698"/>
            </a:xfrm>
            <a:custGeom>
              <a:avLst/>
              <a:gdLst>
                <a:gd name="T0" fmla="*/ 16 w 3485"/>
                <a:gd name="T1" fmla="*/ 0 h 3490"/>
                <a:gd name="T2" fmla="*/ 17 w 3485"/>
                <a:gd name="T3" fmla="*/ 2 h 3490"/>
                <a:gd name="T4" fmla="*/ 17 w 3485"/>
                <a:gd name="T5" fmla="*/ 3 h 3490"/>
                <a:gd name="T6" fmla="*/ 14 w 3485"/>
                <a:gd name="T7" fmla="*/ 4 h 3490"/>
                <a:gd name="T8" fmla="*/ 12 w 3485"/>
                <a:gd name="T9" fmla="*/ 4 h 3490"/>
                <a:gd name="T10" fmla="*/ 11 w 3485"/>
                <a:gd name="T11" fmla="*/ 2 h 3490"/>
                <a:gd name="T12" fmla="*/ 11 w 3485"/>
                <a:gd name="T13" fmla="*/ 1 h 3490"/>
                <a:gd name="T14" fmla="*/ 14 w 3485"/>
                <a:gd name="T15" fmla="*/ 0 h 3490"/>
                <a:gd name="T16" fmla="*/ 3 w 3485"/>
                <a:gd name="T17" fmla="*/ 7 h 3490"/>
                <a:gd name="T18" fmla="*/ 4 w 3485"/>
                <a:gd name="T19" fmla="*/ 9 h 3490"/>
                <a:gd name="T20" fmla="*/ 3 w 3485"/>
                <a:gd name="T21" fmla="*/ 12 h 3490"/>
                <a:gd name="T22" fmla="*/ 2 w 3485"/>
                <a:gd name="T23" fmla="*/ 13 h 3490"/>
                <a:gd name="T24" fmla="*/ 1 w 3485"/>
                <a:gd name="T25" fmla="*/ 12 h 3490"/>
                <a:gd name="T26" fmla="*/ 0 w 3485"/>
                <a:gd name="T27" fmla="*/ 10 h 3490"/>
                <a:gd name="T28" fmla="*/ 0 w 3485"/>
                <a:gd name="T29" fmla="*/ 8 h 3490"/>
                <a:gd name="T30" fmla="*/ 2 w 3485"/>
                <a:gd name="T31" fmla="*/ 6 h 3490"/>
                <a:gd name="T32" fmla="*/ 10 w 3485"/>
                <a:gd name="T33" fmla="*/ 20 h 3490"/>
                <a:gd name="T34" fmla="*/ 11 w 3485"/>
                <a:gd name="T35" fmla="*/ 22 h 3490"/>
                <a:gd name="T36" fmla="*/ 11 w 3485"/>
                <a:gd name="T37" fmla="*/ 25 h 3490"/>
                <a:gd name="T38" fmla="*/ 10 w 3485"/>
                <a:gd name="T39" fmla="*/ 27 h 3490"/>
                <a:gd name="T40" fmla="*/ 8 w 3485"/>
                <a:gd name="T41" fmla="*/ 26 h 3490"/>
                <a:gd name="T42" fmla="*/ 7 w 3485"/>
                <a:gd name="T43" fmla="*/ 24 h 3490"/>
                <a:gd name="T44" fmla="*/ 7 w 3485"/>
                <a:gd name="T45" fmla="*/ 22 h 3490"/>
                <a:gd name="T46" fmla="*/ 8 w 3485"/>
                <a:gd name="T47" fmla="*/ 20 h 3490"/>
                <a:gd name="T48" fmla="*/ 20 w 3485"/>
                <a:gd name="T49" fmla="*/ 21 h 3490"/>
                <a:gd name="T50" fmla="*/ 21 w 3485"/>
                <a:gd name="T51" fmla="*/ 23 h 3490"/>
                <a:gd name="T52" fmla="*/ 21 w 3485"/>
                <a:gd name="T53" fmla="*/ 26 h 3490"/>
                <a:gd name="T54" fmla="*/ 20 w 3485"/>
                <a:gd name="T55" fmla="*/ 28 h 3490"/>
                <a:gd name="T56" fmla="*/ 18 w 3485"/>
                <a:gd name="T57" fmla="*/ 28 h 3490"/>
                <a:gd name="T58" fmla="*/ 17 w 3485"/>
                <a:gd name="T59" fmla="*/ 26 h 3490"/>
                <a:gd name="T60" fmla="*/ 17 w 3485"/>
                <a:gd name="T61" fmla="*/ 23 h 3490"/>
                <a:gd name="T62" fmla="*/ 18 w 3485"/>
                <a:gd name="T63" fmla="*/ 21 h 3490"/>
                <a:gd name="T64" fmla="*/ 19 w 3485"/>
                <a:gd name="T65" fmla="*/ 11 h 3490"/>
                <a:gd name="T66" fmla="*/ 20 w 3485"/>
                <a:gd name="T67" fmla="*/ 13 h 3490"/>
                <a:gd name="T68" fmla="*/ 21 w 3485"/>
                <a:gd name="T69" fmla="*/ 15 h 3490"/>
                <a:gd name="T70" fmla="*/ 20 w 3485"/>
                <a:gd name="T71" fmla="*/ 17 h 3490"/>
                <a:gd name="T72" fmla="*/ 18 w 3485"/>
                <a:gd name="T73" fmla="*/ 17 h 3490"/>
                <a:gd name="T74" fmla="*/ 17 w 3485"/>
                <a:gd name="T75" fmla="*/ 16 h 3490"/>
                <a:gd name="T76" fmla="*/ 17 w 3485"/>
                <a:gd name="T77" fmla="*/ 13 h 3490"/>
                <a:gd name="T78" fmla="*/ 18 w 3485"/>
                <a:gd name="T79" fmla="*/ 11 h 3490"/>
                <a:gd name="T80" fmla="*/ 26 w 3485"/>
                <a:gd name="T81" fmla="*/ 7 h 3490"/>
                <a:gd name="T82" fmla="*/ 27 w 3485"/>
                <a:gd name="T83" fmla="*/ 8 h 3490"/>
                <a:gd name="T84" fmla="*/ 27 w 3485"/>
                <a:gd name="T85" fmla="*/ 11 h 3490"/>
                <a:gd name="T86" fmla="*/ 26 w 3485"/>
                <a:gd name="T87" fmla="*/ 13 h 3490"/>
                <a:gd name="T88" fmla="*/ 25 w 3485"/>
                <a:gd name="T89" fmla="*/ 13 h 3490"/>
                <a:gd name="T90" fmla="*/ 24 w 3485"/>
                <a:gd name="T91" fmla="*/ 12 h 3490"/>
                <a:gd name="T92" fmla="*/ 24 w 3485"/>
                <a:gd name="T93" fmla="*/ 9 h 3490"/>
                <a:gd name="T94" fmla="*/ 24 w 3485"/>
                <a:gd name="T95" fmla="*/ 7 h 3490"/>
                <a:gd name="T96" fmla="*/ 26 w 3485"/>
                <a:gd name="T97" fmla="*/ 17 h 3490"/>
                <a:gd name="T98" fmla="*/ 27 w 3485"/>
                <a:gd name="T99" fmla="*/ 18 h 3490"/>
                <a:gd name="T100" fmla="*/ 28 w 3485"/>
                <a:gd name="T101" fmla="*/ 21 h 3490"/>
                <a:gd name="T102" fmla="*/ 27 w 3485"/>
                <a:gd name="T103" fmla="*/ 23 h 3490"/>
                <a:gd name="T104" fmla="*/ 26 w 3485"/>
                <a:gd name="T105" fmla="*/ 24 h 3490"/>
                <a:gd name="T106" fmla="*/ 24 w 3485"/>
                <a:gd name="T107" fmla="*/ 23 h 3490"/>
                <a:gd name="T108" fmla="*/ 24 w 3485"/>
                <a:gd name="T109" fmla="*/ 20 h 3490"/>
                <a:gd name="T110" fmla="*/ 25 w 3485"/>
                <a:gd name="T111" fmla="*/ 18 h 3490"/>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w 3485"/>
                <a:gd name="T169" fmla="*/ 0 h 3490"/>
                <a:gd name="T170" fmla="*/ 3485 w 3485"/>
                <a:gd name="T171" fmla="*/ 3490 h 3490"/>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T168" t="T169" r="T170" b="T171"/>
              <a:pathLst>
                <a:path w="3485" h="3490">
                  <a:moveTo>
                    <a:pt x="1754" y="0"/>
                  </a:moveTo>
                  <a:lnTo>
                    <a:pt x="1797" y="2"/>
                  </a:lnTo>
                  <a:lnTo>
                    <a:pt x="1840" y="5"/>
                  </a:lnTo>
                  <a:lnTo>
                    <a:pt x="1881" y="12"/>
                  </a:lnTo>
                  <a:lnTo>
                    <a:pt x="1921" y="20"/>
                  </a:lnTo>
                  <a:lnTo>
                    <a:pt x="1959" y="31"/>
                  </a:lnTo>
                  <a:lnTo>
                    <a:pt x="1994" y="44"/>
                  </a:lnTo>
                  <a:lnTo>
                    <a:pt x="2028" y="59"/>
                  </a:lnTo>
                  <a:lnTo>
                    <a:pt x="2058" y="74"/>
                  </a:lnTo>
                  <a:lnTo>
                    <a:pt x="2086" y="93"/>
                  </a:lnTo>
                  <a:lnTo>
                    <a:pt x="2111" y="113"/>
                  </a:lnTo>
                  <a:lnTo>
                    <a:pt x="2132" y="133"/>
                  </a:lnTo>
                  <a:lnTo>
                    <a:pt x="2151" y="155"/>
                  </a:lnTo>
                  <a:lnTo>
                    <a:pt x="2165" y="179"/>
                  </a:lnTo>
                  <a:lnTo>
                    <a:pt x="2175" y="203"/>
                  </a:lnTo>
                  <a:lnTo>
                    <a:pt x="2182" y="229"/>
                  </a:lnTo>
                  <a:lnTo>
                    <a:pt x="2185" y="255"/>
                  </a:lnTo>
                  <a:lnTo>
                    <a:pt x="2182" y="281"/>
                  </a:lnTo>
                  <a:lnTo>
                    <a:pt x="2175" y="305"/>
                  </a:lnTo>
                  <a:lnTo>
                    <a:pt x="2165" y="330"/>
                  </a:lnTo>
                  <a:lnTo>
                    <a:pt x="2151" y="353"/>
                  </a:lnTo>
                  <a:lnTo>
                    <a:pt x="2132" y="376"/>
                  </a:lnTo>
                  <a:lnTo>
                    <a:pt x="2111" y="397"/>
                  </a:lnTo>
                  <a:lnTo>
                    <a:pt x="2086" y="417"/>
                  </a:lnTo>
                  <a:lnTo>
                    <a:pt x="2058" y="434"/>
                  </a:lnTo>
                  <a:lnTo>
                    <a:pt x="2028" y="451"/>
                  </a:lnTo>
                  <a:lnTo>
                    <a:pt x="1994" y="466"/>
                  </a:lnTo>
                  <a:lnTo>
                    <a:pt x="1959" y="479"/>
                  </a:lnTo>
                  <a:lnTo>
                    <a:pt x="1921" y="489"/>
                  </a:lnTo>
                  <a:lnTo>
                    <a:pt x="1881" y="498"/>
                  </a:lnTo>
                  <a:lnTo>
                    <a:pt x="1840" y="505"/>
                  </a:lnTo>
                  <a:lnTo>
                    <a:pt x="1797" y="508"/>
                  </a:lnTo>
                  <a:lnTo>
                    <a:pt x="1754" y="509"/>
                  </a:lnTo>
                  <a:lnTo>
                    <a:pt x="1710" y="508"/>
                  </a:lnTo>
                  <a:lnTo>
                    <a:pt x="1667" y="505"/>
                  </a:lnTo>
                  <a:lnTo>
                    <a:pt x="1626" y="498"/>
                  </a:lnTo>
                  <a:lnTo>
                    <a:pt x="1586" y="489"/>
                  </a:lnTo>
                  <a:lnTo>
                    <a:pt x="1548" y="479"/>
                  </a:lnTo>
                  <a:lnTo>
                    <a:pt x="1512" y="466"/>
                  </a:lnTo>
                  <a:lnTo>
                    <a:pt x="1479" y="451"/>
                  </a:lnTo>
                  <a:lnTo>
                    <a:pt x="1449" y="434"/>
                  </a:lnTo>
                  <a:lnTo>
                    <a:pt x="1421" y="417"/>
                  </a:lnTo>
                  <a:lnTo>
                    <a:pt x="1395" y="397"/>
                  </a:lnTo>
                  <a:lnTo>
                    <a:pt x="1374" y="376"/>
                  </a:lnTo>
                  <a:lnTo>
                    <a:pt x="1355" y="353"/>
                  </a:lnTo>
                  <a:lnTo>
                    <a:pt x="1341" y="330"/>
                  </a:lnTo>
                  <a:lnTo>
                    <a:pt x="1331" y="305"/>
                  </a:lnTo>
                  <a:lnTo>
                    <a:pt x="1324" y="281"/>
                  </a:lnTo>
                  <a:lnTo>
                    <a:pt x="1321" y="255"/>
                  </a:lnTo>
                  <a:lnTo>
                    <a:pt x="1324" y="229"/>
                  </a:lnTo>
                  <a:lnTo>
                    <a:pt x="1331" y="203"/>
                  </a:lnTo>
                  <a:lnTo>
                    <a:pt x="1341" y="179"/>
                  </a:lnTo>
                  <a:lnTo>
                    <a:pt x="1355" y="155"/>
                  </a:lnTo>
                  <a:lnTo>
                    <a:pt x="1374" y="133"/>
                  </a:lnTo>
                  <a:lnTo>
                    <a:pt x="1395" y="113"/>
                  </a:lnTo>
                  <a:lnTo>
                    <a:pt x="1421" y="93"/>
                  </a:lnTo>
                  <a:lnTo>
                    <a:pt x="1449" y="74"/>
                  </a:lnTo>
                  <a:lnTo>
                    <a:pt x="1479" y="59"/>
                  </a:lnTo>
                  <a:lnTo>
                    <a:pt x="1512" y="44"/>
                  </a:lnTo>
                  <a:lnTo>
                    <a:pt x="1548" y="31"/>
                  </a:lnTo>
                  <a:lnTo>
                    <a:pt x="1586" y="20"/>
                  </a:lnTo>
                  <a:lnTo>
                    <a:pt x="1626" y="12"/>
                  </a:lnTo>
                  <a:lnTo>
                    <a:pt x="1667" y="5"/>
                  </a:lnTo>
                  <a:lnTo>
                    <a:pt x="1710" y="2"/>
                  </a:lnTo>
                  <a:lnTo>
                    <a:pt x="1754" y="0"/>
                  </a:lnTo>
                  <a:close/>
                  <a:moveTo>
                    <a:pt x="239" y="786"/>
                  </a:moveTo>
                  <a:lnTo>
                    <a:pt x="263" y="788"/>
                  </a:lnTo>
                  <a:lnTo>
                    <a:pt x="287" y="794"/>
                  </a:lnTo>
                  <a:lnTo>
                    <a:pt x="309" y="805"/>
                  </a:lnTo>
                  <a:lnTo>
                    <a:pt x="331" y="819"/>
                  </a:lnTo>
                  <a:lnTo>
                    <a:pt x="352" y="836"/>
                  </a:lnTo>
                  <a:lnTo>
                    <a:pt x="372" y="857"/>
                  </a:lnTo>
                  <a:lnTo>
                    <a:pt x="390" y="882"/>
                  </a:lnTo>
                  <a:lnTo>
                    <a:pt x="407" y="909"/>
                  </a:lnTo>
                  <a:lnTo>
                    <a:pt x="423" y="940"/>
                  </a:lnTo>
                  <a:lnTo>
                    <a:pt x="437" y="971"/>
                  </a:lnTo>
                  <a:lnTo>
                    <a:pt x="448" y="1006"/>
                  </a:lnTo>
                  <a:lnTo>
                    <a:pt x="459" y="1043"/>
                  </a:lnTo>
                  <a:lnTo>
                    <a:pt x="467" y="1081"/>
                  </a:lnTo>
                  <a:lnTo>
                    <a:pt x="473" y="1121"/>
                  </a:lnTo>
                  <a:lnTo>
                    <a:pt x="476" y="1163"/>
                  </a:lnTo>
                  <a:lnTo>
                    <a:pt x="478" y="1206"/>
                  </a:lnTo>
                  <a:lnTo>
                    <a:pt x="476" y="1248"/>
                  </a:lnTo>
                  <a:lnTo>
                    <a:pt x="473" y="1290"/>
                  </a:lnTo>
                  <a:lnTo>
                    <a:pt x="467" y="1330"/>
                  </a:lnTo>
                  <a:lnTo>
                    <a:pt x="459" y="1367"/>
                  </a:lnTo>
                  <a:lnTo>
                    <a:pt x="448" y="1405"/>
                  </a:lnTo>
                  <a:lnTo>
                    <a:pt x="437" y="1439"/>
                  </a:lnTo>
                  <a:lnTo>
                    <a:pt x="423" y="1472"/>
                  </a:lnTo>
                  <a:lnTo>
                    <a:pt x="407" y="1501"/>
                  </a:lnTo>
                  <a:lnTo>
                    <a:pt x="390" y="1528"/>
                  </a:lnTo>
                  <a:lnTo>
                    <a:pt x="372" y="1553"/>
                  </a:lnTo>
                  <a:lnTo>
                    <a:pt x="352" y="1574"/>
                  </a:lnTo>
                  <a:lnTo>
                    <a:pt x="331" y="1591"/>
                  </a:lnTo>
                  <a:lnTo>
                    <a:pt x="309" y="1605"/>
                  </a:lnTo>
                  <a:lnTo>
                    <a:pt x="287" y="1616"/>
                  </a:lnTo>
                  <a:lnTo>
                    <a:pt x="263" y="1622"/>
                  </a:lnTo>
                  <a:lnTo>
                    <a:pt x="239" y="1624"/>
                  </a:lnTo>
                  <a:lnTo>
                    <a:pt x="214" y="1622"/>
                  </a:lnTo>
                  <a:lnTo>
                    <a:pt x="191" y="1616"/>
                  </a:lnTo>
                  <a:lnTo>
                    <a:pt x="168" y="1605"/>
                  </a:lnTo>
                  <a:lnTo>
                    <a:pt x="146" y="1591"/>
                  </a:lnTo>
                  <a:lnTo>
                    <a:pt x="125" y="1574"/>
                  </a:lnTo>
                  <a:lnTo>
                    <a:pt x="105" y="1553"/>
                  </a:lnTo>
                  <a:lnTo>
                    <a:pt x="87" y="1528"/>
                  </a:lnTo>
                  <a:lnTo>
                    <a:pt x="70" y="1501"/>
                  </a:lnTo>
                  <a:lnTo>
                    <a:pt x="55" y="1472"/>
                  </a:lnTo>
                  <a:lnTo>
                    <a:pt x="41" y="1439"/>
                  </a:lnTo>
                  <a:lnTo>
                    <a:pt x="29" y="1405"/>
                  </a:lnTo>
                  <a:lnTo>
                    <a:pt x="18" y="1367"/>
                  </a:lnTo>
                  <a:lnTo>
                    <a:pt x="10" y="1330"/>
                  </a:lnTo>
                  <a:lnTo>
                    <a:pt x="4" y="1290"/>
                  </a:lnTo>
                  <a:lnTo>
                    <a:pt x="1" y="1248"/>
                  </a:lnTo>
                  <a:lnTo>
                    <a:pt x="0" y="1206"/>
                  </a:lnTo>
                  <a:lnTo>
                    <a:pt x="1" y="1163"/>
                  </a:lnTo>
                  <a:lnTo>
                    <a:pt x="4" y="1121"/>
                  </a:lnTo>
                  <a:lnTo>
                    <a:pt x="10" y="1081"/>
                  </a:lnTo>
                  <a:lnTo>
                    <a:pt x="18" y="1043"/>
                  </a:lnTo>
                  <a:lnTo>
                    <a:pt x="29" y="1006"/>
                  </a:lnTo>
                  <a:lnTo>
                    <a:pt x="41" y="971"/>
                  </a:lnTo>
                  <a:lnTo>
                    <a:pt x="55" y="940"/>
                  </a:lnTo>
                  <a:lnTo>
                    <a:pt x="70" y="909"/>
                  </a:lnTo>
                  <a:lnTo>
                    <a:pt x="87" y="882"/>
                  </a:lnTo>
                  <a:lnTo>
                    <a:pt x="105" y="857"/>
                  </a:lnTo>
                  <a:lnTo>
                    <a:pt x="125" y="836"/>
                  </a:lnTo>
                  <a:lnTo>
                    <a:pt x="146" y="819"/>
                  </a:lnTo>
                  <a:lnTo>
                    <a:pt x="168" y="805"/>
                  </a:lnTo>
                  <a:lnTo>
                    <a:pt x="191" y="794"/>
                  </a:lnTo>
                  <a:lnTo>
                    <a:pt x="214" y="788"/>
                  </a:lnTo>
                  <a:lnTo>
                    <a:pt x="239" y="786"/>
                  </a:lnTo>
                  <a:close/>
                  <a:moveTo>
                    <a:pt x="1119" y="2495"/>
                  </a:moveTo>
                  <a:lnTo>
                    <a:pt x="1143" y="2498"/>
                  </a:lnTo>
                  <a:lnTo>
                    <a:pt x="1167" y="2504"/>
                  </a:lnTo>
                  <a:lnTo>
                    <a:pt x="1190" y="2514"/>
                  </a:lnTo>
                  <a:lnTo>
                    <a:pt x="1211" y="2528"/>
                  </a:lnTo>
                  <a:lnTo>
                    <a:pt x="1232" y="2546"/>
                  </a:lnTo>
                  <a:lnTo>
                    <a:pt x="1252" y="2567"/>
                  </a:lnTo>
                  <a:lnTo>
                    <a:pt x="1271" y="2592"/>
                  </a:lnTo>
                  <a:lnTo>
                    <a:pt x="1288" y="2618"/>
                  </a:lnTo>
                  <a:lnTo>
                    <a:pt x="1304" y="2648"/>
                  </a:lnTo>
                  <a:lnTo>
                    <a:pt x="1318" y="2681"/>
                  </a:lnTo>
                  <a:lnTo>
                    <a:pt x="1329" y="2715"/>
                  </a:lnTo>
                  <a:lnTo>
                    <a:pt x="1340" y="2752"/>
                  </a:lnTo>
                  <a:lnTo>
                    <a:pt x="1348" y="2790"/>
                  </a:lnTo>
                  <a:lnTo>
                    <a:pt x="1354" y="2830"/>
                  </a:lnTo>
                  <a:lnTo>
                    <a:pt x="1358" y="2872"/>
                  </a:lnTo>
                  <a:lnTo>
                    <a:pt x="1359" y="2914"/>
                  </a:lnTo>
                  <a:lnTo>
                    <a:pt x="1358" y="2956"/>
                  </a:lnTo>
                  <a:lnTo>
                    <a:pt x="1354" y="2998"/>
                  </a:lnTo>
                  <a:lnTo>
                    <a:pt x="1348" y="3038"/>
                  </a:lnTo>
                  <a:lnTo>
                    <a:pt x="1340" y="3077"/>
                  </a:lnTo>
                  <a:lnTo>
                    <a:pt x="1329" y="3113"/>
                  </a:lnTo>
                  <a:lnTo>
                    <a:pt x="1318" y="3147"/>
                  </a:lnTo>
                  <a:lnTo>
                    <a:pt x="1304" y="3180"/>
                  </a:lnTo>
                  <a:lnTo>
                    <a:pt x="1288" y="3209"/>
                  </a:lnTo>
                  <a:lnTo>
                    <a:pt x="1271" y="3238"/>
                  </a:lnTo>
                  <a:lnTo>
                    <a:pt x="1252" y="3261"/>
                  </a:lnTo>
                  <a:lnTo>
                    <a:pt x="1232" y="3282"/>
                  </a:lnTo>
                  <a:lnTo>
                    <a:pt x="1211" y="3301"/>
                  </a:lnTo>
                  <a:lnTo>
                    <a:pt x="1190" y="3315"/>
                  </a:lnTo>
                  <a:lnTo>
                    <a:pt x="1167" y="3325"/>
                  </a:lnTo>
                  <a:lnTo>
                    <a:pt x="1143" y="3331"/>
                  </a:lnTo>
                  <a:lnTo>
                    <a:pt x="1119" y="3334"/>
                  </a:lnTo>
                  <a:lnTo>
                    <a:pt x="1094" y="3331"/>
                  </a:lnTo>
                  <a:lnTo>
                    <a:pt x="1070" y="3325"/>
                  </a:lnTo>
                  <a:lnTo>
                    <a:pt x="1048" y="3315"/>
                  </a:lnTo>
                  <a:lnTo>
                    <a:pt x="1026" y="3301"/>
                  </a:lnTo>
                  <a:lnTo>
                    <a:pt x="1005" y="3282"/>
                  </a:lnTo>
                  <a:lnTo>
                    <a:pt x="985" y="3261"/>
                  </a:lnTo>
                  <a:lnTo>
                    <a:pt x="967" y="3238"/>
                  </a:lnTo>
                  <a:lnTo>
                    <a:pt x="950" y="3209"/>
                  </a:lnTo>
                  <a:lnTo>
                    <a:pt x="935" y="3180"/>
                  </a:lnTo>
                  <a:lnTo>
                    <a:pt x="921" y="3147"/>
                  </a:lnTo>
                  <a:lnTo>
                    <a:pt x="909" y="3113"/>
                  </a:lnTo>
                  <a:lnTo>
                    <a:pt x="898" y="3077"/>
                  </a:lnTo>
                  <a:lnTo>
                    <a:pt x="890" y="3038"/>
                  </a:lnTo>
                  <a:lnTo>
                    <a:pt x="884" y="2998"/>
                  </a:lnTo>
                  <a:lnTo>
                    <a:pt x="881" y="2956"/>
                  </a:lnTo>
                  <a:lnTo>
                    <a:pt x="880" y="2914"/>
                  </a:lnTo>
                  <a:lnTo>
                    <a:pt x="881" y="2872"/>
                  </a:lnTo>
                  <a:lnTo>
                    <a:pt x="884" y="2830"/>
                  </a:lnTo>
                  <a:lnTo>
                    <a:pt x="890" y="2790"/>
                  </a:lnTo>
                  <a:lnTo>
                    <a:pt x="898" y="2752"/>
                  </a:lnTo>
                  <a:lnTo>
                    <a:pt x="909" y="2715"/>
                  </a:lnTo>
                  <a:lnTo>
                    <a:pt x="921" y="2681"/>
                  </a:lnTo>
                  <a:lnTo>
                    <a:pt x="935" y="2648"/>
                  </a:lnTo>
                  <a:lnTo>
                    <a:pt x="950" y="2618"/>
                  </a:lnTo>
                  <a:lnTo>
                    <a:pt x="967" y="2592"/>
                  </a:lnTo>
                  <a:lnTo>
                    <a:pt x="985" y="2567"/>
                  </a:lnTo>
                  <a:lnTo>
                    <a:pt x="1005" y="2546"/>
                  </a:lnTo>
                  <a:lnTo>
                    <a:pt x="1026" y="2528"/>
                  </a:lnTo>
                  <a:lnTo>
                    <a:pt x="1048" y="2514"/>
                  </a:lnTo>
                  <a:lnTo>
                    <a:pt x="1070" y="2504"/>
                  </a:lnTo>
                  <a:lnTo>
                    <a:pt x="1094" y="2498"/>
                  </a:lnTo>
                  <a:lnTo>
                    <a:pt x="1119" y="2495"/>
                  </a:lnTo>
                  <a:close/>
                  <a:moveTo>
                    <a:pt x="2380" y="2651"/>
                  </a:moveTo>
                  <a:lnTo>
                    <a:pt x="2405" y="2654"/>
                  </a:lnTo>
                  <a:lnTo>
                    <a:pt x="2428" y="2660"/>
                  </a:lnTo>
                  <a:lnTo>
                    <a:pt x="2452" y="2670"/>
                  </a:lnTo>
                  <a:lnTo>
                    <a:pt x="2473" y="2684"/>
                  </a:lnTo>
                  <a:lnTo>
                    <a:pt x="2494" y="2703"/>
                  </a:lnTo>
                  <a:lnTo>
                    <a:pt x="2514" y="2724"/>
                  </a:lnTo>
                  <a:lnTo>
                    <a:pt x="2533" y="2747"/>
                  </a:lnTo>
                  <a:lnTo>
                    <a:pt x="2550" y="2774"/>
                  </a:lnTo>
                  <a:lnTo>
                    <a:pt x="2565" y="2805"/>
                  </a:lnTo>
                  <a:lnTo>
                    <a:pt x="2580" y="2838"/>
                  </a:lnTo>
                  <a:lnTo>
                    <a:pt x="2591" y="2872"/>
                  </a:lnTo>
                  <a:lnTo>
                    <a:pt x="2602" y="2908"/>
                  </a:lnTo>
                  <a:lnTo>
                    <a:pt x="2610" y="2947"/>
                  </a:lnTo>
                  <a:lnTo>
                    <a:pt x="2616" y="2987"/>
                  </a:lnTo>
                  <a:lnTo>
                    <a:pt x="2619" y="3029"/>
                  </a:lnTo>
                  <a:lnTo>
                    <a:pt x="2621" y="3071"/>
                  </a:lnTo>
                  <a:lnTo>
                    <a:pt x="2619" y="3113"/>
                  </a:lnTo>
                  <a:lnTo>
                    <a:pt x="2616" y="3155"/>
                  </a:lnTo>
                  <a:lnTo>
                    <a:pt x="2610" y="3195"/>
                  </a:lnTo>
                  <a:lnTo>
                    <a:pt x="2602" y="3233"/>
                  </a:lnTo>
                  <a:lnTo>
                    <a:pt x="2591" y="3270"/>
                  </a:lnTo>
                  <a:lnTo>
                    <a:pt x="2580" y="3304"/>
                  </a:lnTo>
                  <a:lnTo>
                    <a:pt x="2565" y="3337"/>
                  </a:lnTo>
                  <a:lnTo>
                    <a:pt x="2550" y="3367"/>
                  </a:lnTo>
                  <a:lnTo>
                    <a:pt x="2533" y="3393"/>
                  </a:lnTo>
                  <a:lnTo>
                    <a:pt x="2514" y="3418"/>
                  </a:lnTo>
                  <a:lnTo>
                    <a:pt x="2494" y="3439"/>
                  </a:lnTo>
                  <a:lnTo>
                    <a:pt x="2473" y="3457"/>
                  </a:lnTo>
                  <a:lnTo>
                    <a:pt x="2452" y="3471"/>
                  </a:lnTo>
                  <a:lnTo>
                    <a:pt x="2428" y="3481"/>
                  </a:lnTo>
                  <a:lnTo>
                    <a:pt x="2405" y="3487"/>
                  </a:lnTo>
                  <a:lnTo>
                    <a:pt x="2380" y="3490"/>
                  </a:lnTo>
                  <a:lnTo>
                    <a:pt x="2356" y="3487"/>
                  </a:lnTo>
                  <a:lnTo>
                    <a:pt x="2332" y="3481"/>
                  </a:lnTo>
                  <a:lnTo>
                    <a:pt x="2310" y="3471"/>
                  </a:lnTo>
                  <a:lnTo>
                    <a:pt x="2288" y="3457"/>
                  </a:lnTo>
                  <a:lnTo>
                    <a:pt x="2267" y="3439"/>
                  </a:lnTo>
                  <a:lnTo>
                    <a:pt x="2248" y="3418"/>
                  </a:lnTo>
                  <a:lnTo>
                    <a:pt x="2229" y="3393"/>
                  </a:lnTo>
                  <a:lnTo>
                    <a:pt x="2212" y="3367"/>
                  </a:lnTo>
                  <a:lnTo>
                    <a:pt x="2196" y="3337"/>
                  </a:lnTo>
                  <a:lnTo>
                    <a:pt x="2182" y="3304"/>
                  </a:lnTo>
                  <a:lnTo>
                    <a:pt x="2171" y="3270"/>
                  </a:lnTo>
                  <a:lnTo>
                    <a:pt x="2160" y="3233"/>
                  </a:lnTo>
                  <a:lnTo>
                    <a:pt x="2152" y="3195"/>
                  </a:lnTo>
                  <a:lnTo>
                    <a:pt x="2146" y="3155"/>
                  </a:lnTo>
                  <a:lnTo>
                    <a:pt x="2142" y="3113"/>
                  </a:lnTo>
                  <a:lnTo>
                    <a:pt x="2141" y="3071"/>
                  </a:lnTo>
                  <a:lnTo>
                    <a:pt x="2142" y="3029"/>
                  </a:lnTo>
                  <a:lnTo>
                    <a:pt x="2146" y="2987"/>
                  </a:lnTo>
                  <a:lnTo>
                    <a:pt x="2152" y="2947"/>
                  </a:lnTo>
                  <a:lnTo>
                    <a:pt x="2160" y="2908"/>
                  </a:lnTo>
                  <a:lnTo>
                    <a:pt x="2171" y="2872"/>
                  </a:lnTo>
                  <a:lnTo>
                    <a:pt x="2182" y="2838"/>
                  </a:lnTo>
                  <a:lnTo>
                    <a:pt x="2196" y="2805"/>
                  </a:lnTo>
                  <a:lnTo>
                    <a:pt x="2212" y="2774"/>
                  </a:lnTo>
                  <a:lnTo>
                    <a:pt x="2229" y="2747"/>
                  </a:lnTo>
                  <a:lnTo>
                    <a:pt x="2248" y="2724"/>
                  </a:lnTo>
                  <a:lnTo>
                    <a:pt x="2267" y="2703"/>
                  </a:lnTo>
                  <a:lnTo>
                    <a:pt x="2288" y="2684"/>
                  </a:lnTo>
                  <a:lnTo>
                    <a:pt x="2310" y="2670"/>
                  </a:lnTo>
                  <a:lnTo>
                    <a:pt x="2332" y="2660"/>
                  </a:lnTo>
                  <a:lnTo>
                    <a:pt x="2356" y="2654"/>
                  </a:lnTo>
                  <a:lnTo>
                    <a:pt x="2380" y="2651"/>
                  </a:lnTo>
                  <a:close/>
                  <a:moveTo>
                    <a:pt x="2342" y="1355"/>
                  </a:moveTo>
                  <a:lnTo>
                    <a:pt x="2366" y="1357"/>
                  </a:lnTo>
                  <a:lnTo>
                    <a:pt x="2390" y="1363"/>
                  </a:lnTo>
                  <a:lnTo>
                    <a:pt x="2412" y="1373"/>
                  </a:lnTo>
                  <a:lnTo>
                    <a:pt x="2434" y="1387"/>
                  </a:lnTo>
                  <a:lnTo>
                    <a:pt x="2455" y="1405"/>
                  </a:lnTo>
                  <a:lnTo>
                    <a:pt x="2475" y="1426"/>
                  </a:lnTo>
                  <a:lnTo>
                    <a:pt x="2493" y="1451"/>
                  </a:lnTo>
                  <a:lnTo>
                    <a:pt x="2510" y="1478"/>
                  </a:lnTo>
                  <a:lnTo>
                    <a:pt x="2526" y="1507"/>
                  </a:lnTo>
                  <a:lnTo>
                    <a:pt x="2540" y="1540"/>
                  </a:lnTo>
                  <a:lnTo>
                    <a:pt x="2551" y="1574"/>
                  </a:lnTo>
                  <a:lnTo>
                    <a:pt x="2562" y="1611"/>
                  </a:lnTo>
                  <a:lnTo>
                    <a:pt x="2570" y="1649"/>
                  </a:lnTo>
                  <a:lnTo>
                    <a:pt x="2576" y="1689"/>
                  </a:lnTo>
                  <a:lnTo>
                    <a:pt x="2580" y="1731"/>
                  </a:lnTo>
                  <a:lnTo>
                    <a:pt x="2581" y="1773"/>
                  </a:lnTo>
                  <a:lnTo>
                    <a:pt x="2580" y="1815"/>
                  </a:lnTo>
                  <a:lnTo>
                    <a:pt x="2576" y="1858"/>
                  </a:lnTo>
                  <a:lnTo>
                    <a:pt x="2570" y="1897"/>
                  </a:lnTo>
                  <a:lnTo>
                    <a:pt x="2562" y="1936"/>
                  </a:lnTo>
                  <a:lnTo>
                    <a:pt x="2551" y="1972"/>
                  </a:lnTo>
                  <a:lnTo>
                    <a:pt x="2540" y="2008"/>
                  </a:lnTo>
                  <a:lnTo>
                    <a:pt x="2526" y="2039"/>
                  </a:lnTo>
                  <a:lnTo>
                    <a:pt x="2510" y="2070"/>
                  </a:lnTo>
                  <a:lnTo>
                    <a:pt x="2493" y="2097"/>
                  </a:lnTo>
                  <a:lnTo>
                    <a:pt x="2475" y="2121"/>
                  </a:lnTo>
                  <a:lnTo>
                    <a:pt x="2455" y="2142"/>
                  </a:lnTo>
                  <a:lnTo>
                    <a:pt x="2434" y="2160"/>
                  </a:lnTo>
                  <a:lnTo>
                    <a:pt x="2412" y="2174"/>
                  </a:lnTo>
                  <a:lnTo>
                    <a:pt x="2390" y="2185"/>
                  </a:lnTo>
                  <a:lnTo>
                    <a:pt x="2366" y="2191"/>
                  </a:lnTo>
                  <a:lnTo>
                    <a:pt x="2342" y="2193"/>
                  </a:lnTo>
                  <a:lnTo>
                    <a:pt x="2317" y="2191"/>
                  </a:lnTo>
                  <a:lnTo>
                    <a:pt x="2294" y="2185"/>
                  </a:lnTo>
                  <a:lnTo>
                    <a:pt x="2270" y="2174"/>
                  </a:lnTo>
                  <a:lnTo>
                    <a:pt x="2249" y="2160"/>
                  </a:lnTo>
                  <a:lnTo>
                    <a:pt x="2228" y="2142"/>
                  </a:lnTo>
                  <a:lnTo>
                    <a:pt x="2208" y="2121"/>
                  </a:lnTo>
                  <a:lnTo>
                    <a:pt x="2189" y="2097"/>
                  </a:lnTo>
                  <a:lnTo>
                    <a:pt x="2173" y="2070"/>
                  </a:lnTo>
                  <a:lnTo>
                    <a:pt x="2157" y="2039"/>
                  </a:lnTo>
                  <a:lnTo>
                    <a:pt x="2142" y="2008"/>
                  </a:lnTo>
                  <a:lnTo>
                    <a:pt x="2131" y="1972"/>
                  </a:lnTo>
                  <a:lnTo>
                    <a:pt x="2120" y="1936"/>
                  </a:lnTo>
                  <a:lnTo>
                    <a:pt x="2112" y="1897"/>
                  </a:lnTo>
                  <a:lnTo>
                    <a:pt x="2106" y="1858"/>
                  </a:lnTo>
                  <a:lnTo>
                    <a:pt x="2103" y="1815"/>
                  </a:lnTo>
                  <a:lnTo>
                    <a:pt x="2101" y="1773"/>
                  </a:lnTo>
                  <a:lnTo>
                    <a:pt x="2103" y="1731"/>
                  </a:lnTo>
                  <a:lnTo>
                    <a:pt x="2106" y="1689"/>
                  </a:lnTo>
                  <a:lnTo>
                    <a:pt x="2112" y="1649"/>
                  </a:lnTo>
                  <a:lnTo>
                    <a:pt x="2120" y="1611"/>
                  </a:lnTo>
                  <a:lnTo>
                    <a:pt x="2131" y="1574"/>
                  </a:lnTo>
                  <a:lnTo>
                    <a:pt x="2142" y="1540"/>
                  </a:lnTo>
                  <a:lnTo>
                    <a:pt x="2157" y="1507"/>
                  </a:lnTo>
                  <a:lnTo>
                    <a:pt x="2173" y="1478"/>
                  </a:lnTo>
                  <a:lnTo>
                    <a:pt x="2189" y="1451"/>
                  </a:lnTo>
                  <a:lnTo>
                    <a:pt x="2208" y="1426"/>
                  </a:lnTo>
                  <a:lnTo>
                    <a:pt x="2228" y="1405"/>
                  </a:lnTo>
                  <a:lnTo>
                    <a:pt x="2249" y="1387"/>
                  </a:lnTo>
                  <a:lnTo>
                    <a:pt x="2270" y="1373"/>
                  </a:lnTo>
                  <a:lnTo>
                    <a:pt x="2294" y="1363"/>
                  </a:lnTo>
                  <a:lnTo>
                    <a:pt x="2317" y="1357"/>
                  </a:lnTo>
                  <a:lnTo>
                    <a:pt x="2342" y="1355"/>
                  </a:lnTo>
                  <a:close/>
                  <a:moveTo>
                    <a:pt x="3179" y="819"/>
                  </a:moveTo>
                  <a:lnTo>
                    <a:pt x="3204" y="821"/>
                  </a:lnTo>
                  <a:lnTo>
                    <a:pt x="3227" y="827"/>
                  </a:lnTo>
                  <a:lnTo>
                    <a:pt x="3250" y="838"/>
                  </a:lnTo>
                  <a:lnTo>
                    <a:pt x="3272" y="852"/>
                  </a:lnTo>
                  <a:lnTo>
                    <a:pt x="3293" y="869"/>
                  </a:lnTo>
                  <a:lnTo>
                    <a:pt x="3312" y="890"/>
                  </a:lnTo>
                  <a:lnTo>
                    <a:pt x="3331" y="915"/>
                  </a:lnTo>
                  <a:lnTo>
                    <a:pt x="3348" y="942"/>
                  </a:lnTo>
                  <a:lnTo>
                    <a:pt x="3363" y="971"/>
                  </a:lnTo>
                  <a:lnTo>
                    <a:pt x="3377" y="1004"/>
                  </a:lnTo>
                  <a:lnTo>
                    <a:pt x="3389" y="1038"/>
                  </a:lnTo>
                  <a:lnTo>
                    <a:pt x="3400" y="1076"/>
                  </a:lnTo>
                  <a:lnTo>
                    <a:pt x="3408" y="1113"/>
                  </a:lnTo>
                  <a:lnTo>
                    <a:pt x="3414" y="1153"/>
                  </a:lnTo>
                  <a:lnTo>
                    <a:pt x="3417" y="1195"/>
                  </a:lnTo>
                  <a:lnTo>
                    <a:pt x="3418" y="1237"/>
                  </a:lnTo>
                  <a:lnTo>
                    <a:pt x="3417" y="1280"/>
                  </a:lnTo>
                  <a:lnTo>
                    <a:pt x="3414" y="1322"/>
                  </a:lnTo>
                  <a:lnTo>
                    <a:pt x="3408" y="1362"/>
                  </a:lnTo>
                  <a:lnTo>
                    <a:pt x="3400" y="1399"/>
                  </a:lnTo>
                  <a:lnTo>
                    <a:pt x="3389" y="1437"/>
                  </a:lnTo>
                  <a:lnTo>
                    <a:pt x="3377" y="1471"/>
                  </a:lnTo>
                  <a:lnTo>
                    <a:pt x="3363" y="1503"/>
                  </a:lnTo>
                  <a:lnTo>
                    <a:pt x="3348" y="1533"/>
                  </a:lnTo>
                  <a:lnTo>
                    <a:pt x="3331" y="1560"/>
                  </a:lnTo>
                  <a:lnTo>
                    <a:pt x="3312" y="1584"/>
                  </a:lnTo>
                  <a:lnTo>
                    <a:pt x="3293" y="1605"/>
                  </a:lnTo>
                  <a:lnTo>
                    <a:pt x="3272" y="1623"/>
                  </a:lnTo>
                  <a:lnTo>
                    <a:pt x="3250" y="1637"/>
                  </a:lnTo>
                  <a:lnTo>
                    <a:pt x="3227" y="1648"/>
                  </a:lnTo>
                  <a:lnTo>
                    <a:pt x="3204" y="1654"/>
                  </a:lnTo>
                  <a:lnTo>
                    <a:pt x="3179" y="1656"/>
                  </a:lnTo>
                  <a:lnTo>
                    <a:pt x="3155" y="1654"/>
                  </a:lnTo>
                  <a:lnTo>
                    <a:pt x="3131" y="1648"/>
                  </a:lnTo>
                  <a:lnTo>
                    <a:pt x="3108" y="1637"/>
                  </a:lnTo>
                  <a:lnTo>
                    <a:pt x="3087" y="1623"/>
                  </a:lnTo>
                  <a:lnTo>
                    <a:pt x="3066" y="1605"/>
                  </a:lnTo>
                  <a:lnTo>
                    <a:pt x="3046" y="1584"/>
                  </a:lnTo>
                  <a:lnTo>
                    <a:pt x="3027" y="1560"/>
                  </a:lnTo>
                  <a:lnTo>
                    <a:pt x="3011" y="1533"/>
                  </a:lnTo>
                  <a:lnTo>
                    <a:pt x="2994" y="1503"/>
                  </a:lnTo>
                  <a:lnTo>
                    <a:pt x="2980" y="1471"/>
                  </a:lnTo>
                  <a:lnTo>
                    <a:pt x="2968" y="1437"/>
                  </a:lnTo>
                  <a:lnTo>
                    <a:pt x="2958" y="1399"/>
                  </a:lnTo>
                  <a:lnTo>
                    <a:pt x="2950" y="1362"/>
                  </a:lnTo>
                  <a:lnTo>
                    <a:pt x="2944" y="1322"/>
                  </a:lnTo>
                  <a:lnTo>
                    <a:pt x="2940" y="1280"/>
                  </a:lnTo>
                  <a:lnTo>
                    <a:pt x="2939" y="1237"/>
                  </a:lnTo>
                  <a:lnTo>
                    <a:pt x="2940" y="1195"/>
                  </a:lnTo>
                  <a:lnTo>
                    <a:pt x="2944" y="1153"/>
                  </a:lnTo>
                  <a:lnTo>
                    <a:pt x="2950" y="1113"/>
                  </a:lnTo>
                  <a:lnTo>
                    <a:pt x="2958" y="1076"/>
                  </a:lnTo>
                  <a:lnTo>
                    <a:pt x="2968" y="1038"/>
                  </a:lnTo>
                  <a:lnTo>
                    <a:pt x="2980" y="1004"/>
                  </a:lnTo>
                  <a:lnTo>
                    <a:pt x="2994" y="971"/>
                  </a:lnTo>
                  <a:lnTo>
                    <a:pt x="3011" y="942"/>
                  </a:lnTo>
                  <a:lnTo>
                    <a:pt x="3027" y="915"/>
                  </a:lnTo>
                  <a:lnTo>
                    <a:pt x="3046" y="890"/>
                  </a:lnTo>
                  <a:lnTo>
                    <a:pt x="3066" y="869"/>
                  </a:lnTo>
                  <a:lnTo>
                    <a:pt x="3087" y="852"/>
                  </a:lnTo>
                  <a:lnTo>
                    <a:pt x="3108" y="838"/>
                  </a:lnTo>
                  <a:lnTo>
                    <a:pt x="3131" y="827"/>
                  </a:lnTo>
                  <a:lnTo>
                    <a:pt x="3155" y="821"/>
                  </a:lnTo>
                  <a:lnTo>
                    <a:pt x="3179" y="819"/>
                  </a:lnTo>
                  <a:close/>
                  <a:moveTo>
                    <a:pt x="3246" y="2144"/>
                  </a:moveTo>
                  <a:lnTo>
                    <a:pt x="3271" y="2146"/>
                  </a:lnTo>
                  <a:lnTo>
                    <a:pt x="3294" y="2152"/>
                  </a:lnTo>
                  <a:lnTo>
                    <a:pt x="3316" y="2162"/>
                  </a:lnTo>
                  <a:lnTo>
                    <a:pt x="3339" y="2176"/>
                  </a:lnTo>
                  <a:lnTo>
                    <a:pt x="3360" y="2194"/>
                  </a:lnTo>
                  <a:lnTo>
                    <a:pt x="3380" y="2215"/>
                  </a:lnTo>
                  <a:lnTo>
                    <a:pt x="3397" y="2240"/>
                  </a:lnTo>
                  <a:lnTo>
                    <a:pt x="3415" y="2267"/>
                  </a:lnTo>
                  <a:lnTo>
                    <a:pt x="3430" y="2296"/>
                  </a:lnTo>
                  <a:lnTo>
                    <a:pt x="3444" y="2329"/>
                  </a:lnTo>
                  <a:lnTo>
                    <a:pt x="3456" y="2363"/>
                  </a:lnTo>
                  <a:lnTo>
                    <a:pt x="3466" y="2400"/>
                  </a:lnTo>
                  <a:lnTo>
                    <a:pt x="3475" y="2438"/>
                  </a:lnTo>
                  <a:lnTo>
                    <a:pt x="3480" y="2478"/>
                  </a:lnTo>
                  <a:lnTo>
                    <a:pt x="3484" y="2520"/>
                  </a:lnTo>
                  <a:lnTo>
                    <a:pt x="3485" y="2562"/>
                  </a:lnTo>
                  <a:lnTo>
                    <a:pt x="3484" y="2604"/>
                  </a:lnTo>
                  <a:lnTo>
                    <a:pt x="3480" y="2647"/>
                  </a:lnTo>
                  <a:lnTo>
                    <a:pt x="3475" y="2686"/>
                  </a:lnTo>
                  <a:lnTo>
                    <a:pt x="3466" y="2725"/>
                  </a:lnTo>
                  <a:lnTo>
                    <a:pt x="3456" y="2762"/>
                  </a:lnTo>
                  <a:lnTo>
                    <a:pt x="3444" y="2796"/>
                  </a:lnTo>
                  <a:lnTo>
                    <a:pt x="3430" y="2828"/>
                  </a:lnTo>
                  <a:lnTo>
                    <a:pt x="3415" y="2858"/>
                  </a:lnTo>
                  <a:lnTo>
                    <a:pt x="3397" y="2886"/>
                  </a:lnTo>
                  <a:lnTo>
                    <a:pt x="3380" y="2909"/>
                  </a:lnTo>
                  <a:lnTo>
                    <a:pt x="3360" y="2930"/>
                  </a:lnTo>
                  <a:lnTo>
                    <a:pt x="3339" y="2949"/>
                  </a:lnTo>
                  <a:lnTo>
                    <a:pt x="3316" y="2963"/>
                  </a:lnTo>
                  <a:lnTo>
                    <a:pt x="3294" y="2974"/>
                  </a:lnTo>
                  <a:lnTo>
                    <a:pt x="3271" y="2980"/>
                  </a:lnTo>
                  <a:lnTo>
                    <a:pt x="3246" y="2982"/>
                  </a:lnTo>
                  <a:lnTo>
                    <a:pt x="3222" y="2980"/>
                  </a:lnTo>
                  <a:lnTo>
                    <a:pt x="3198" y="2974"/>
                  </a:lnTo>
                  <a:lnTo>
                    <a:pt x="3176" y="2963"/>
                  </a:lnTo>
                  <a:lnTo>
                    <a:pt x="3154" y="2949"/>
                  </a:lnTo>
                  <a:lnTo>
                    <a:pt x="3133" y="2930"/>
                  </a:lnTo>
                  <a:lnTo>
                    <a:pt x="3113" y="2909"/>
                  </a:lnTo>
                  <a:lnTo>
                    <a:pt x="3095" y="2886"/>
                  </a:lnTo>
                  <a:lnTo>
                    <a:pt x="3077" y="2858"/>
                  </a:lnTo>
                  <a:lnTo>
                    <a:pt x="3062" y="2828"/>
                  </a:lnTo>
                  <a:lnTo>
                    <a:pt x="3048" y="2796"/>
                  </a:lnTo>
                  <a:lnTo>
                    <a:pt x="3036" y="2762"/>
                  </a:lnTo>
                  <a:lnTo>
                    <a:pt x="3026" y="2725"/>
                  </a:lnTo>
                  <a:lnTo>
                    <a:pt x="3018" y="2686"/>
                  </a:lnTo>
                  <a:lnTo>
                    <a:pt x="3012" y="2647"/>
                  </a:lnTo>
                  <a:lnTo>
                    <a:pt x="3008" y="2604"/>
                  </a:lnTo>
                  <a:lnTo>
                    <a:pt x="3007" y="2562"/>
                  </a:lnTo>
                  <a:lnTo>
                    <a:pt x="3008" y="2520"/>
                  </a:lnTo>
                  <a:lnTo>
                    <a:pt x="3012" y="2478"/>
                  </a:lnTo>
                  <a:lnTo>
                    <a:pt x="3018" y="2438"/>
                  </a:lnTo>
                  <a:lnTo>
                    <a:pt x="3026" y="2400"/>
                  </a:lnTo>
                  <a:lnTo>
                    <a:pt x="3036" y="2363"/>
                  </a:lnTo>
                  <a:lnTo>
                    <a:pt x="3048" y="2329"/>
                  </a:lnTo>
                  <a:lnTo>
                    <a:pt x="3062" y="2296"/>
                  </a:lnTo>
                  <a:lnTo>
                    <a:pt x="3077" y="2267"/>
                  </a:lnTo>
                  <a:lnTo>
                    <a:pt x="3095" y="2240"/>
                  </a:lnTo>
                  <a:lnTo>
                    <a:pt x="3113" y="2215"/>
                  </a:lnTo>
                  <a:lnTo>
                    <a:pt x="3133" y="2194"/>
                  </a:lnTo>
                  <a:lnTo>
                    <a:pt x="3154" y="2176"/>
                  </a:lnTo>
                  <a:lnTo>
                    <a:pt x="3176" y="2162"/>
                  </a:lnTo>
                  <a:lnTo>
                    <a:pt x="3198" y="2152"/>
                  </a:lnTo>
                  <a:lnTo>
                    <a:pt x="3222" y="2146"/>
                  </a:lnTo>
                  <a:lnTo>
                    <a:pt x="3246" y="214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14050" name="Freeform 51"/>
            <p:cNvSpPr>
              <a:spLocks/>
            </p:cNvSpPr>
            <p:nvPr/>
          </p:nvSpPr>
          <p:spPr bwMode="auto">
            <a:xfrm>
              <a:off x="1267" y="1588"/>
              <a:ext cx="87" cy="52"/>
            </a:xfrm>
            <a:custGeom>
              <a:avLst/>
              <a:gdLst>
                <a:gd name="T0" fmla="*/ 3 w 437"/>
                <a:gd name="T1" fmla="*/ 2 h 260"/>
                <a:gd name="T2" fmla="*/ 3 w 437"/>
                <a:gd name="T3" fmla="*/ 2 h 260"/>
                <a:gd name="T4" fmla="*/ 3 w 437"/>
                <a:gd name="T5" fmla="*/ 2 h 260"/>
                <a:gd name="T6" fmla="*/ 3 w 437"/>
                <a:gd name="T7" fmla="*/ 2 h 260"/>
                <a:gd name="T8" fmla="*/ 3 w 437"/>
                <a:gd name="T9" fmla="*/ 1 h 260"/>
                <a:gd name="T10" fmla="*/ 3 w 437"/>
                <a:gd name="T11" fmla="*/ 1 h 260"/>
                <a:gd name="T12" fmla="*/ 3 w 437"/>
                <a:gd name="T13" fmla="*/ 1 h 260"/>
                <a:gd name="T14" fmla="*/ 3 w 437"/>
                <a:gd name="T15" fmla="*/ 1 h 260"/>
                <a:gd name="T16" fmla="*/ 3 w 437"/>
                <a:gd name="T17" fmla="*/ 1 h 260"/>
                <a:gd name="T18" fmla="*/ 2 w 437"/>
                <a:gd name="T19" fmla="*/ 1 h 260"/>
                <a:gd name="T20" fmla="*/ 2 w 437"/>
                <a:gd name="T21" fmla="*/ 0 h 260"/>
                <a:gd name="T22" fmla="*/ 2 w 437"/>
                <a:gd name="T23" fmla="*/ 0 h 260"/>
                <a:gd name="T24" fmla="*/ 2 w 437"/>
                <a:gd name="T25" fmla="*/ 0 h 260"/>
                <a:gd name="T26" fmla="*/ 1 w 437"/>
                <a:gd name="T27" fmla="*/ 0 h 260"/>
                <a:gd name="T28" fmla="*/ 1 w 437"/>
                <a:gd name="T29" fmla="*/ 0 h 260"/>
                <a:gd name="T30" fmla="*/ 1 w 437"/>
                <a:gd name="T31" fmla="*/ 0 h 260"/>
                <a:gd name="T32" fmla="*/ 0 w 437"/>
                <a:gd name="T33" fmla="*/ 0 h 260"/>
                <a:gd name="T34" fmla="*/ 0 w 437"/>
                <a:gd name="T35" fmla="*/ 0 h 260"/>
                <a:gd name="T36" fmla="*/ 0 w 437"/>
                <a:gd name="T37" fmla="*/ 0 h 260"/>
                <a:gd name="T38" fmla="*/ 0 w 437"/>
                <a:gd name="T39" fmla="*/ 0 h 260"/>
                <a:gd name="T40" fmla="*/ 1 w 437"/>
                <a:gd name="T41" fmla="*/ 0 h 260"/>
                <a:gd name="T42" fmla="*/ 1 w 437"/>
                <a:gd name="T43" fmla="*/ 0 h 260"/>
                <a:gd name="T44" fmla="*/ 1 w 437"/>
                <a:gd name="T45" fmla="*/ 0 h 260"/>
                <a:gd name="T46" fmla="*/ 2 w 437"/>
                <a:gd name="T47" fmla="*/ 0 h 260"/>
                <a:gd name="T48" fmla="*/ 2 w 437"/>
                <a:gd name="T49" fmla="*/ 0 h 260"/>
                <a:gd name="T50" fmla="*/ 2 w 437"/>
                <a:gd name="T51" fmla="*/ 1 h 260"/>
                <a:gd name="T52" fmla="*/ 2 w 437"/>
                <a:gd name="T53" fmla="*/ 1 h 260"/>
                <a:gd name="T54" fmla="*/ 3 w 437"/>
                <a:gd name="T55" fmla="*/ 1 h 260"/>
                <a:gd name="T56" fmla="*/ 3 w 437"/>
                <a:gd name="T57" fmla="*/ 1 h 260"/>
                <a:gd name="T58" fmla="*/ 3 w 437"/>
                <a:gd name="T59" fmla="*/ 1 h 260"/>
                <a:gd name="T60" fmla="*/ 3 w 437"/>
                <a:gd name="T61" fmla="*/ 1 h 260"/>
                <a:gd name="T62" fmla="*/ 3 w 437"/>
                <a:gd name="T63" fmla="*/ 1 h 260"/>
                <a:gd name="T64" fmla="*/ 3 w 437"/>
                <a:gd name="T65" fmla="*/ 2 h 260"/>
                <a:gd name="T66" fmla="*/ 3 w 437"/>
                <a:gd name="T67" fmla="*/ 2 h 260"/>
                <a:gd name="T68" fmla="*/ 3 w 437"/>
                <a:gd name="T69" fmla="*/ 2 h 260"/>
                <a:gd name="T70" fmla="*/ 3 w 437"/>
                <a:gd name="T71" fmla="*/ 2 h 260"/>
                <a:gd name="T72" fmla="*/ 3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437" y="260"/>
                  </a:moveTo>
                  <a:lnTo>
                    <a:pt x="437" y="260"/>
                  </a:lnTo>
                  <a:lnTo>
                    <a:pt x="434" y="233"/>
                  </a:lnTo>
                  <a:lnTo>
                    <a:pt x="427" y="206"/>
                  </a:lnTo>
                  <a:lnTo>
                    <a:pt x="417" y="181"/>
                  </a:lnTo>
                  <a:lnTo>
                    <a:pt x="401" y="157"/>
                  </a:lnTo>
                  <a:lnTo>
                    <a:pt x="383" y="133"/>
                  </a:lnTo>
                  <a:lnTo>
                    <a:pt x="360" y="113"/>
                  </a:lnTo>
                  <a:lnTo>
                    <a:pt x="336" y="93"/>
                  </a:lnTo>
                  <a:lnTo>
                    <a:pt x="308" y="73"/>
                  </a:lnTo>
                  <a:lnTo>
                    <a:pt x="276" y="58"/>
                  </a:lnTo>
                  <a:lnTo>
                    <a:pt x="242" y="43"/>
                  </a:lnTo>
                  <a:lnTo>
                    <a:pt x="207" y="30"/>
                  </a:lnTo>
                  <a:lnTo>
                    <a:pt x="168" y="19"/>
                  </a:lnTo>
                  <a:lnTo>
                    <a:pt x="128" y="11"/>
                  </a:lnTo>
                  <a:lnTo>
                    <a:pt x="87" y="4"/>
                  </a:lnTo>
                  <a:lnTo>
                    <a:pt x="43" y="1"/>
                  </a:lnTo>
                  <a:lnTo>
                    <a:pt x="0" y="0"/>
                  </a:lnTo>
                  <a:lnTo>
                    <a:pt x="0" y="11"/>
                  </a:lnTo>
                  <a:lnTo>
                    <a:pt x="43" y="12"/>
                  </a:lnTo>
                  <a:lnTo>
                    <a:pt x="85" y="16"/>
                  </a:lnTo>
                  <a:lnTo>
                    <a:pt x="126" y="23"/>
                  </a:lnTo>
                  <a:lnTo>
                    <a:pt x="166" y="31"/>
                  </a:lnTo>
                  <a:lnTo>
                    <a:pt x="202" y="42"/>
                  </a:lnTo>
                  <a:lnTo>
                    <a:pt x="237" y="55"/>
                  </a:lnTo>
                  <a:lnTo>
                    <a:pt x="271" y="70"/>
                  </a:lnTo>
                  <a:lnTo>
                    <a:pt x="301" y="85"/>
                  </a:lnTo>
                  <a:lnTo>
                    <a:pt x="329" y="103"/>
                  </a:lnTo>
                  <a:lnTo>
                    <a:pt x="353" y="123"/>
                  </a:lnTo>
                  <a:lnTo>
                    <a:pt x="373" y="143"/>
                  </a:lnTo>
                  <a:lnTo>
                    <a:pt x="392" y="164"/>
                  </a:lnTo>
                  <a:lnTo>
                    <a:pt x="405" y="186"/>
                  </a:lnTo>
                  <a:lnTo>
                    <a:pt x="415" y="211"/>
                  </a:lnTo>
                  <a:lnTo>
                    <a:pt x="422" y="235"/>
                  </a:lnTo>
                  <a:lnTo>
                    <a:pt x="425" y="260"/>
                  </a:lnTo>
                  <a:lnTo>
                    <a:pt x="437"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14051" name="Freeform 52"/>
            <p:cNvSpPr>
              <a:spLocks/>
            </p:cNvSpPr>
            <p:nvPr/>
          </p:nvSpPr>
          <p:spPr bwMode="auto">
            <a:xfrm>
              <a:off x="1267" y="1640"/>
              <a:ext cx="87" cy="52"/>
            </a:xfrm>
            <a:custGeom>
              <a:avLst/>
              <a:gdLst>
                <a:gd name="T0" fmla="*/ 0 w 437"/>
                <a:gd name="T1" fmla="*/ 2 h 260"/>
                <a:gd name="T2" fmla="*/ 0 w 437"/>
                <a:gd name="T3" fmla="*/ 2 h 260"/>
                <a:gd name="T4" fmla="*/ 0 w 437"/>
                <a:gd name="T5" fmla="*/ 2 h 260"/>
                <a:gd name="T6" fmla="*/ 1 w 437"/>
                <a:gd name="T7" fmla="*/ 2 h 260"/>
                <a:gd name="T8" fmla="*/ 1 w 437"/>
                <a:gd name="T9" fmla="*/ 2 h 260"/>
                <a:gd name="T10" fmla="*/ 1 w 437"/>
                <a:gd name="T11" fmla="*/ 2 h 260"/>
                <a:gd name="T12" fmla="*/ 2 w 437"/>
                <a:gd name="T13" fmla="*/ 2 h 260"/>
                <a:gd name="T14" fmla="*/ 2 w 437"/>
                <a:gd name="T15" fmla="*/ 2 h 260"/>
                <a:gd name="T16" fmla="*/ 2 w 437"/>
                <a:gd name="T17" fmla="*/ 2 h 260"/>
                <a:gd name="T18" fmla="*/ 2 w 437"/>
                <a:gd name="T19" fmla="*/ 1 h 260"/>
                <a:gd name="T20" fmla="*/ 3 w 437"/>
                <a:gd name="T21" fmla="*/ 1 h 260"/>
                <a:gd name="T22" fmla="*/ 3 w 437"/>
                <a:gd name="T23" fmla="*/ 1 h 260"/>
                <a:gd name="T24" fmla="*/ 3 w 437"/>
                <a:gd name="T25" fmla="*/ 1 h 260"/>
                <a:gd name="T26" fmla="*/ 3 w 437"/>
                <a:gd name="T27" fmla="*/ 1 h 260"/>
                <a:gd name="T28" fmla="*/ 3 w 437"/>
                <a:gd name="T29" fmla="*/ 1 h 260"/>
                <a:gd name="T30" fmla="*/ 3 w 437"/>
                <a:gd name="T31" fmla="*/ 0 h 260"/>
                <a:gd name="T32" fmla="*/ 3 w 437"/>
                <a:gd name="T33" fmla="*/ 0 h 260"/>
                <a:gd name="T34" fmla="*/ 3 w 437"/>
                <a:gd name="T35" fmla="*/ 0 h 260"/>
                <a:gd name="T36" fmla="*/ 3 w 437"/>
                <a:gd name="T37" fmla="*/ 0 h 260"/>
                <a:gd name="T38" fmla="*/ 3 w 437"/>
                <a:gd name="T39" fmla="*/ 0 h 260"/>
                <a:gd name="T40" fmla="*/ 3 w 437"/>
                <a:gd name="T41" fmla="*/ 0 h 260"/>
                <a:gd name="T42" fmla="*/ 3 w 437"/>
                <a:gd name="T43" fmla="*/ 1 h 260"/>
                <a:gd name="T44" fmla="*/ 3 w 437"/>
                <a:gd name="T45" fmla="*/ 1 h 260"/>
                <a:gd name="T46" fmla="*/ 3 w 437"/>
                <a:gd name="T47" fmla="*/ 1 h 260"/>
                <a:gd name="T48" fmla="*/ 3 w 437"/>
                <a:gd name="T49" fmla="*/ 1 h 260"/>
                <a:gd name="T50" fmla="*/ 3 w 437"/>
                <a:gd name="T51" fmla="*/ 1 h 260"/>
                <a:gd name="T52" fmla="*/ 2 w 437"/>
                <a:gd name="T53" fmla="*/ 1 h 260"/>
                <a:gd name="T54" fmla="*/ 2 w 437"/>
                <a:gd name="T55" fmla="*/ 2 h 260"/>
                <a:gd name="T56" fmla="*/ 2 w 437"/>
                <a:gd name="T57" fmla="*/ 2 h 260"/>
                <a:gd name="T58" fmla="*/ 2 w 437"/>
                <a:gd name="T59" fmla="*/ 2 h 260"/>
                <a:gd name="T60" fmla="*/ 1 w 437"/>
                <a:gd name="T61" fmla="*/ 2 h 260"/>
                <a:gd name="T62" fmla="*/ 1 w 437"/>
                <a:gd name="T63" fmla="*/ 2 h 260"/>
                <a:gd name="T64" fmla="*/ 1 w 437"/>
                <a:gd name="T65" fmla="*/ 2 h 260"/>
                <a:gd name="T66" fmla="*/ 0 w 437"/>
                <a:gd name="T67" fmla="*/ 2 h 260"/>
                <a:gd name="T68" fmla="*/ 0 w 437"/>
                <a:gd name="T69" fmla="*/ 2 h 260"/>
                <a:gd name="T70" fmla="*/ 0 w 437"/>
                <a:gd name="T71" fmla="*/ 2 h 260"/>
                <a:gd name="T72" fmla="*/ 0 w 437"/>
                <a:gd name="T73" fmla="*/ 2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7"/>
                <a:gd name="T112" fmla="*/ 0 h 260"/>
                <a:gd name="T113" fmla="*/ 437 w 437"/>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7" h="260">
                  <a:moveTo>
                    <a:pt x="0" y="260"/>
                  </a:moveTo>
                  <a:lnTo>
                    <a:pt x="0" y="260"/>
                  </a:lnTo>
                  <a:lnTo>
                    <a:pt x="43" y="259"/>
                  </a:lnTo>
                  <a:lnTo>
                    <a:pt x="87" y="255"/>
                  </a:lnTo>
                  <a:lnTo>
                    <a:pt x="128" y="248"/>
                  </a:lnTo>
                  <a:lnTo>
                    <a:pt x="168" y="240"/>
                  </a:lnTo>
                  <a:lnTo>
                    <a:pt x="207" y="230"/>
                  </a:lnTo>
                  <a:lnTo>
                    <a:pt x="242" y="217"/>
                  </a:lnTo>
                  <a:lnTo>
                    <a:pt x="276" y="202"/>
                  </a:lnTo>
                  <a:lnTo>
                    <a:pt x="308" y="185"/>
                  </a:lnTo>
                  <a:lnTo>
                    <a:pt x="336" y="166"/>
                  </a:lnTo>
                  <a:lnTo>
                    <a:pt x="360" y="146"/>
                  </a:lnTo>
                  <a:lnTo>
                    <a:pt x="383" y="125"/>
                  </a:lnTo>
                  <a:lnTo>
                    <a:pt x="401" y="102"/>
                  </a:lnTo>
                  <a:lnTo>
                    <a:pt x="417" y="77"/>
                  </a:lnTo>
                  <a:lnTo>
                    <a:pt x="427" y="53"/>
                  </a:lnTo>
                  <a:lnTo>
                    <a:pt x="434" y="27"/>
                  </a:lnTo>
                  <a:lnTo>
                    <a:pt x="437" y="0"/>
                  </a:lnTo>
                  <a:lnTo>
                    <a:pt x="425" y="0"/>
                  </a:lnTo>
                  <a:lnTo>
                    <a:pt x="422" y="24"/>
                  </a:lnTo>
                  <a:lnTo>
                    <a:pt x="415" y="48"/>
                  </a:lnTo>
                  <a:lnTo>
                    <a:pt x="405" y="73"/>
                  </a:lnTo>
                  <a:lnTo>
                    <a:pt x="392" y="95"/>
                  </a:lnTo>
                  <a:lnTo>
                    <a:pt x="373" y="116"/>
                  </a:lnTo>
                  <a:lnTo>
                    <a:pt x="353" y="137"/>
                  </a:lnTo>
                  <a:lnTo>
                    <a:pt x="329" y="157"/>
                  </a:lnTo>
                  <a:lnTo>
                    <a:pt x="301" y="173"/>
                  </a:lnTo>
                  <a:lnTo>
                    <a:pt x="271" y="190"/>
                  </a:lnTo>
                  <a:lnTo>
                    <a:pt x="237" y="205"/>
                  </a:lnTo>
                  <a:lnTo>
                    <a:pt x="202" y="218"/>
                  </a:lnTo>
                  <a:lnTo>
                    <a:pt x="166" y="228"/>
                  </a:lnTo>
                  <a:lnTo>
                    <a:pt x="126" y="237"/>
                  </a:lnTo>
                  <a:lnTo>
                    <a:pt x="85" y="244"/>
                  </a:lnTo>
                  <a:lnTo>
                    <a:pt x="43" y="247"/>
                  </a:lnTo>
                  <a:lnTo>
                    <a:pt x="0" y="248"/>
                  </a:lnTo>
                  <a:lnTo>
                    <a:pt x="0" y="26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14052" name="Freeform 53"/>
            <p:cNvSpPr>
              <a:spLocks/>
            </p:cNvSpPr>
            <p:nvPr/>
          </p:nvSpPr>
          <p:spPr bwMode="auto">
            <a:xfrm>
              <a:off x="1179" y="1640"/>
              <a:ext cx="88" cy="52"/>
            </a:xfrm>
            <a:custGeom>
              <a:avLst/>
              <a:gdLst>
                <a:gd name="T0" fmla="*/ 0 w 439"/>
                <a:gd name="T1" fmla="*/ 0 h 260"/>
                <a:gd name="T2" fmla="*/ 0 w 439"/>
                <a:gd name="T3" fmla="*/ 0 h 260"/>
                <a:gd name="T4" fmla="*/ 0 w 439"/>
                <a:gd name="T5" fmla="*/ 0 h 260"/>
                <a:gd name="T6" fmla="*/ 0 w 439"/>
                <a:gd name="T7" fmla="*/ 0 h 260"/>
                <a:gd name="T8" fmla="*/ 0 w 439"/>
                <a:gd name="T9" fmla="*/ 1 h 260"/>
                <a:gd name="T10" fmla="*/ 0 w 439"/>
                <a:gd name="T11" fmla="*/ 1 h 260"/>
                <a:gd name="T12" fmla="*/ 0 w 439"/>
                <a:gd name="T13" fmla="*/ 1 h 260"/>
                <a:gd name="T14" fmla="*/ 1 w 439"/>
                <a:gd name="T15" fmla="*/ 1 h 260"/>
                <a:gd name="T16" fmla="*/ 1 w 439"/>
                <a:gd name="T17" fmla="*/ 1 h 260"/>
                <a:gd name="T18" fmla="*/ 1 w 439"/>
                <a:gd name="T19" fmla="*/ 1 h 260"/>
                <a:gd name="T20" fmla="*/ 1 w 439"/>
                <a:gd name="T21" fmla="*/ 2 h 260"/>
                <a:gd name="T22" fmla="*/ 2 w 439"/>
                <a:gd name="T23" fmla="*/ 2 h 260"/>
                <a:gd name="T24" fmla="*/ 2 w 439"/>
                <a:gd name="T25" fmla="*/ 2 h 260"/>
                <a:gd name="T26" fmla="*/ 2 w 439"/>
                <a:gd name="T27" fmla="*/ 2 h 260"/>
                <a:gd name="T28" fmla="*/ 2 w 439"/>
                <a:gd name="T29" fmla="*/ 2 h 260"/>
                <a:gd name="T30" fmla="*/ 3 w 439"/>
                <a:gd name="T31" fmla="*/ 2 h 260"/>
                <a:gd name="T32" fmla="*/ 3 w 439"/>
                <a:gd name="T33" fmla="*/ 2 h 260"/>
                <a:gd name="T34" fmla="*/ 4 w 439"/>
                <a:gd name="T35" fmla="*/ 2 h 260"/>
                <a:gd name="T36" fmla="*/ 4 w 439"/>
                <a:gd name="T37" fmla="*/ 2 h 260"/>
                <a:gd name="T38" fmla="*/ 3 w 439"/>
                <a:gd name="T39" fmla="*/ 2 h 260"/>
                <a:gd name="T40" fmla="*/ 3 w 439"/>
                <a:gd name="T41" fmla="*/ 2 h 260"/>
                <a:gd name="T42" fmla="*/ 3 w 439"/>
                <a:gd name="T43" fmla="*/ 2 h 260"/>
                <a:gd name="T44" fmla="*/ 2 w 439"/>
                <a:gd name="T45" fmla="*/ 2 h 260"/>
                <a:gd name="T46" fmla="*/ 2 w 439"/>
                <a:gd name="T47" fmla="*/ 2 h 260"/>
                <a:gd name="T48" fmla="*/ 2 w 439"/>
                <a:gd name="T49" fmla="*/ 2 h 260"/>
                <a:gd name="T50" fmla="*/ 1 w 439"/>
                <a:gd name="T51" fmla="*/ 2 h 260"/>
                <a:gd name="T52" fmla="*/ 1 w 439"/>
                <a:gd name="T53" fmla="*/ 1 h 260"/>
                <a:gd name="T54" fmla="*/ 1 w 439"/>
                <a:gd name="T55" fmla="*/ 1 h 260"/>
                <a:gd name="T56" fmla="*/ 1 w 439"/>
                <a:gd name="T57" fmla="*/ 1 h 260"/>
                <a:gd name="T58" fmla="*/ 1 w 439"/>
                <a:gd name="T59" fmla="*/ 1 h 260"/>
                <a:gd name="T60" fmla="*/ 0 w 439"/>
                <a:gd name="T61" fmla="*/ 1 h 260"/>
                <a:gd name="T62" fmla="*/ 0 w 439"/>
                <a:gd name="T63" fmla="*/ 1 h 260"/>
                <a:gd name="T64" fmla="*/ 0 w 439"/>
                <a:gd name="T65" fmla="*/ 0 h 260"/>
                <a:gd name="T66" fmla="*/ 0 w 439"/>
                <a:gd name="T67" fmla="*/ 0 h 260"/>
                <a:gd name="T68" fmla="*/ 0 w 439"/>
                <a:gd name="T69" fmla="*/ 0 h 260"/>
                <a:gd name="T70" fmla="*/ 0 w 439"/>
                <a:gd name="T71" fmla="*/ 0 h 260"/>
                <a:gd name="T72" fmla="*/ 0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0" y="0"/>
                  </a:moveTo>
                  <a:lnTo>
                    <a:pt x="0" y="0"/>
                  </a:lnTo>
                  <a:lnTo>
                    <a:pt x="3" y="27"/>
                  </a:lnTo>
                  <a:lnTo>
                    <a:pt x="10" y="53"/>
                  </a:lnTo>
                  <a:lnTo>
                    <a:pt x="20" y="77"/>
                  </a:lnTo>
                  <a:lnTo>
                    <a:pt x="35" y="102"/>
                  </a:lnTo>
                  <a:lnTo>
                    <a:pt x="54" y="125"/>
                  </a:lnTo>
                  <a:lnTo>
                    <a:pt x="76" y="146"/>
                  </a:lnTo>
                  <a:lnTo>
                    <a:pt x="102" y="166"/>
                  </a:lnTo>
                  <a:lnTo>
                    <a:pt x="130" y="185"/>
                  </a:lnTo>
                  <a:lnTo>
                    <a:pt x="162" y="202"/>
                  </a:lnTo>
                  <a:lnTo>
                    <a:pt x="195" y="217"/>
                  </a:lnTo>
                  <a:lnTo>
                    <a:pt x="231" y="230"/>
                  </a:lnTo>
                  <a:lnTo>
                    <a:pt x="270" y="240"/>
                  </a:lnTo>
                  <a:lnTo>
                    <a:pt x="310" y="248"/>
                  </a:lnTo>
                  <a:lnTo>
                    <a:pt x="351" y="255"/>
                  </a:lnTo>
                  <a:lnTo>
                    <a:pt x="395" y="259"/>
                  </a:lnTo>
                  <a:lnTo>
                    <a:pt x="439" y="260"/>
                  </a:lnTo>
                  <a:lnTo>
                    <a:pt x="439" y="248"/>
                  </a:lnTo>
                  <a:lnTo>
                    <a:pt x="395" y="247"/>
                  </a:lnTo>
                  <a:lnTo>
                    <a:pt x="353" y="244"/>
                  </a:lnTo>
                  <a:lnTo>
                    <a:pt x="312" y="237"/>
                  </a:lnTo>
                  <a:lnTo>
                    <a:pt x="272" y="228"/>
                  </a:lnTo>
                  <a:lnTo>
                    <a:pt x="236" y="218"/>
                  </a:lnTo>
                  <a:lnTo>
                    <a:pt x="200" y="205"/>
                  </a:lnTo>
                  <a:lnTo>
                    <a:pt x="167" y="190"/>
                  </a:lnTo>
                  <a:lnTo>
                    <a:pt x="137" y="173"/>
                  </a:lnTo>
                  <a:lnTo>
                    <a:pt x="109" y="157"/>
                  </a:lnTo>
                  <a:lnTo>
                    <a:pt x="84" y="137"/>
                  </a:lnTo>
                  <a:lnTo>
                    <a:pt x="64" y="116"/>
                  </a:lnTo>
                  <a:lnTo>
                    <a:pt x="45" y="95"/>
                  </a:lnTo>
                  <a:lnTo>
                    <a:pt x="32" y="73"/>
                  </a:lnTo>
                  <a:lnTo>
                    <a:pt x="21" y="48"/>
                  </a:lnTo>
                  <a:lnTo>
                    <a:pt x="14" y="24"/>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14053" name="Freeform 54"/>
            <p:cNvSpPr>
              <a:spLocks/>
            </p:cNvSpPr>
            <p:nvPr/>
          </p:nvSpPr>
          <p:spPr bwMode="auto">
            <a:xfrm>
              <a:off x="1179" y="1588"/>
              <a:ext cx="88" cy="52"/>
            </a:xfrm>
            <a:custGeom>
              <a:avLst/>
              <a:gdLst>
                <a:gd name="T0" fmla="*/ 4 w 439"/>
                <a:gd name="T1" fmla="*/ 0 h 260"/>
                <a:gd name="T2" fmla="*/ 4 w 439"/>
                <a:gd name="T3" fmla="*/ 0 h 260"/>
                <a:gd name="T4" fmla="*/ 3 w 439"/>
                <a:gd name="T5" fmla="*/ 0 h 260"/>
                <a:gd name="T6" fmla="*/ 3 w 439"/>
                <a:gd name="T7" fmla="*/ 0 h 260"/>
                <a:gd name="T8" fmla="*/ 2 w 439"/>
                <a:gd name="T9" fmla="*/ 0 h 260"/>
                <a:gd name="T10" fmla="*/ 2 w 439"/>
                <a:gd name="T11" fmla="*/ 0 h 260"/>
                <a:gd name="T12" fmla="*/ 2 w 439"/>
                <a:gd name="T13" fmla="*/ 0 h 260"/>
                <a:gd name="T14" fmla="*/ 2 w 439"/>
                <a:gd name="T15" fmla="*/ 0 h 260"/>
                <a:gd name="T16" fmla="*/ 1 w 439"/>
                <a:gd name="T17" fmla="*/ 0 h 260"/>
                <a:gd name="T18" fmla="*/ 1 w 439"/>
                <a:gd name="T19" fmla="*/ 1 h 260"/>
                <a:gd name="T20" fmla="*/ 1 w 439"/>
                <a:gd name="T21" fmla="*/ 1 h 260"/>
                <a:gd name="T22" fmla="*/ 1 w 439"/>
                <a:gd name="T23" fmla="*/ 1 h 260"/>
                <a:gd name="T24" fmla="*/ 0 w 439"/>
                <a:gd name="T25" fmla="*/ 1 h 260"/>
                <a:gd name="T26" fmla="*/ 0 w 439"/>
                <a:gd name="T27" fmla="*/ 1 h 260"/>
                <a:gd name="T28" fmla="*/ 0 w 439"/>
                <a:gd name="T29" fmla="*/ 1 h 260"/>
                <a:gd name="T30" fmla="*/ 0 w 439"/>
                <a:gd name="T31" fmla="*/ 2 h 260"/>
                <a:gd name="T32" fmla="*/ 0 w 439"/>
                <a:gd name="T33" fmla="*/ 2 h 260"/>
                <a:gd name="T34" fmla="*/ 0 w 439"/>
                <a:gd name="T35" fmla="*/ 2 h 260"/>
                <a:gd name="T36" fmla="*/ 0 w 439"/>
                <a:gd name="T37" fmla="*/ 2 h 260"/>
                <a:gd name="T38" fmla="*/ 0 w 439"/>
                <a:gd name="T39" fmla="*/ 2 h 260"/>
                <a:gd name="T40" fmla="*/ 0 w 439"/>
                <a:gd name="T41" fmla="*/ 2 h 260"/>
                <a:gd name="T42" fmla="*/ 0 w 439"/>
                <a:gd name="T43" fmla="*/ 1 h 260"/>
                <a:gd name="T44" fmla="*/ 0 w 439"/>
                <a:gd name="T45" fmla="*/ 1 h 260"/>
                <a:gd name="T46" fmla="*/ 1 w 439"/>
                <a:gd name="T47" fmla="*/ 1 h 260"/>
                <a:gd name="T48" fmla="*/ 1 w 439"/>
                <a:gd name="T49" fmla="*/ 1 h 260"/>
                <a:gd name="T50" fmla="*/ 1 w 439"/>
                <a:gd name="T51" fmla="*/ 1 h 260"/>
                <a:gd name="T52" fmla="*/ 1 w 439"/>
                <a:gd name="T53" fmla="*/ 1 h 260"/>
                <a:gd name="T54" fmla="*/ 1 w 439"/>
                <a:gd name="T55" fmla="*/ 1 h 260"/>
                <a:gd name="T56" fmla="*/ 2 w 439"/>
                <a:gd name="T57" fmla="*/ 0 h 260"/>
                <a:gd name="T58" fmla="*/ 2 w 439"/>
                <a:gd name="T59" fmla="*/ 0 h 260"/>
                <a:gd name="T60" fmla="*/ 2 w 439"/>
                <a:gd name="T61" fmla="*/ 0 h 260"/>
                <a:gd name="T62" fmla="*/ 3 w 439"/>
                <a:gd name="T63" fmla="*/ 0 h 260"/>
                <a:gd name="T64" fmla="*/ 3 w 439"/>
                <a:gd name="T65" fmla="*/ 0 h 260"/>
                <a:gd name="T66" fmla="*/ 3 w 439"/>
                <a:gd name="T67" fmla="*/ 0 h 260"/>
                <a:gd name="T68" fmla="*/ 4 w 439"/>
                <a:gd name="T69" fmla="*/ 0 h 260"/>
                <a:gd name="T70" fmla="*/ 4 w 439"/>
                <a:gd name="T71" fmla="*/ 0 h 260"/>
                <a:gd name="T72" fmla="*/ 4 w 439"/>
                <a:gd name="T73" fmla="*/ 0 h 26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439"/>
                <a:gd name="T112" fmla="*/ 0 h 260"/>
                <a:gd name="T113" fmla="*/ 439 w 439"/>
                <a:gd name="T114" fmla="*/ 260 h 26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439" h="260">
                  <a:moveTo>
                    <a:pt x="439" y="0"/>
                  </a:moveTo>
                  <a:lnTo>
                    <a:pt x="439" y="0"/>
                  </a:lnTo>
                  <a:lnTo>
                    <a:pt x="395" y="1"/>
                  </a:lnTo>
                  <a:lnTo>
                    <a:pt x="351" y="4"/>
                  </a:lnTo>
                  <a:lnTo>
                    <a:pt x="310" y="11"/>
                  </a:lnTo>
                  <a:lnTo>
                    <a:pt x="270" y="19"/>
                  </a:lnTo>
                  <a:lnTo>
                    <a:pt x="231" y="30"/>
                  </a:lnTo>
                  <a:lnTo>
                    <a:pt x="195" y="43"/>
                  </a:lnTo>
                  <a:lnTo>
                    <a:pt x="162" y="58"/>
                  </a:lnTo>
                  <a:lnTo>
                    <a:pt x="130" y="73"/>
                  </a:lnTo>
                  <a:lnTo>
                    <a:pt x="102" y="93"/>
                  </a:lnTo>
                  <a:lnTo>
                    <a:pt x="76" y="113"/>
                  </a:lnTo>
                  <a:lnTo>
                    <a:pt x="54" y="133"/>
                  </a:lnTo>
                  <a:lnTo>
                    <a:pt x="35" y="157"/>
                  </a:lnTo>
                  <a:lnTo>
                    <a:pt x="20" y="181"/>
                  </a:lnTo>
                  <a:lnTo>
                    <a:pt x="10" y="206"/>
                  </a:lnTo>
                  <a:lnTo>
                    <a:pt x="3" y="233"/>
                  </a:lnTo>
                  <a:lnTo>
                    <a:pt x="0" y="260"/>
                  </a:lnTo>
                  <a:lnTo>
                    <a:pt x="12" y="260"/>
                  </a:lnTo>
                  <a:lnTo>
                    <a:pt x="14" y="235"/>
                  </a:lnTo>
                  <a:lnTo>
                    <a:pt x="21" y="211"/>
                  </a:lnTo>
                  <a:lnTo>
                    <a:pt x="32" y="186"/>
                  </a:lnTo>
                  <a:lnTo>
                    <a:pt x="45" y="164"/>
                  </a:lnTo>
                  <a:lnTo>
                    <a:pt x="64" y="143"/>
                  </a:lnTo>
                  <a:lnTo>
                    <a:pt x="84" y="123"/>
                  </a:lnTo>
                  <a:lnTo>
                    <a:pt x="109" y="103"/>
                  </a:lnTo>
                  <a:lnTo>
                    <a:pt x="137" y="85"/>
                  </a:lnTo>
                  <a:lnTo>
                    <a:pt x="167" y="70"/>
                  </a:lnTo>
                  <a:lnTo>
                    <a:pt x="200" y="55"/>
                  </a:lnTo>
                  <a:lnTo>
                    <a:pt x="236" y="42"/>
                  </a:lnTo>
                  <a:lnTo>
                    <a:pt x="272" y="31"/>
                  </a:lnTo>
                  <a:lnTo>
                    <a:pt x="312" y="23"/>
                  </a:lnTo>
                  <a:lnTo>
                    <a:pt x="353" y="16"/>
                  </a:lnTo>
                  <a:lnTo>
                    <a:pt x="395" y="12"/>
                  </a:lnTo>
                  <a:lnTo>
                    <a:pt x="439" y="11"/>
                  </a:lnTo>
                  <a:lnTo>
                    <a:pt x="439"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14054" name="Freeform 55"/>
            <p:cNvSpPr>
              <a:spLocks/>
            </p:cNvSpPr>
            <p:nvPr/>
          </p:nvSpPr>
          <p:spPr bwMode="auto">
            <a:xfrm>
              <a:off x="964" y="1745"/>
              <a:ext cx="48" cy="85"/>
            </a:xfrm>
            <a:custGeom>
              <a:avLst/>
              <a:gdLst>
                <a:gd name="T0" fmla="*/ 2 w 244"/>
                <a:gd name="T1" fmla="*/ 3 h 426"/>
                <a:gd name="T2" fmla="*/ 2 w 244"/>
                <a:gd name="T3" fmla="*/ 3 h 426"/>
                <a:gd name="T4" fmla="*/ 2 w 244"/>
                <a:gd name="T5" fmla="*/ 3 h 426"/>
                <a:gd name="T6" fmla="*/ 2 w 244"/>
                <a:gd name="T7" fmla="*/ 3 h 426"/>
                <a:gd name="T8" fmla="*/ 2 w 244"/>
                <a:gd name="T9" fmla="*/ 2 h 426"/>
                <a:gd name="T10" fmla="*/ 2 w 244"/>
                <a:gd name="T11" fmla="*/ 2 h 426"/>
                <a:gd name="T12" fmla="*/ 2 w 244"/>
                <a:gd name="T13" fmla="*/ 2 h 426"/>
                <a:gd name="T14" fmla="*/ 2 w 244"/>
                <a:gd name="T15" fmla="*/ 2 h 426"/>
                <a:gd name="T16" fmla="*/ 1 w 244"/>
                <a:gd name="T17" fmla="*/ 1 h 426"/>
                <a:gd name="T18" fmla="*/ 1 w 244"/>
                <a:gd name="T19" fmla="*/ 1 h 426"/>
                <a:gd name="T20" fmla="*/ 1 w 244"/>
                <a:gd name="T21" fmla="*/ 1 h 426"/>
                <a:gd name="T22" fmla="*/ 1 w 244"/>
                <a:gd name="T23" fmla="*/ 1 h 426"/>
                <a:gd name="T24" fmla="*/ 1 w 244"/>
                <a:gd name="T25" fmla="*/ 0 h 426"/>
                <a:gd name="T26" fmla="*/ 1 w 244"/>
                <a:gd name="T27" fmla="*/ 0 h 426"/>
                <a:gd name="T28" fmla="*/ 1 w 244"/>
                <a:gd name="T29" fmla="*/ 0 h 426"/>
                <a:gd name="T30" fmla="*/ 0 w 244"/>
                <a:gd name="T31" fmla="*/ 0 h 426"/>
                <a:gd name="T32" fmla="*/ 0 w 244"/>
                <a:gd name="T33" fmla="*/ 0 h 426"/>
                <a:gd name="T34" fmla="*/ 0 w 244"/>
                <a:gd name="T35" fmla="*/ 0 h 426"/>
                <a:gd name="T36" fmla="*/ 0 w 244"/>
                <a:gd name="T37" fmla="*/ 0 h 426"/>
                <a:gd name="T38" fmla="*/ 0 w 244"/>
                <a:gd name="T39" fmla="*/ 0 h 426"/>
                <a:gd name="T40" fmla="*/ 0 w 244"/>
                <a:gd name="T41" fmla="*/ 0 h 426"/>
                <a:gd name="T42" fmla="*/ 1 w 244"/>
                <a:gd name="T43" fmla="*/ 0 h 426"/>
                <a:gd name="T44" fmla="*/ 1 w 244"/>
                <a:gd name="T45" fmla="*/ 0 h 426"/>
                <a:gd name="T46" fmla="*/ 1 w 244"/>
                <a:gd name="T47" fmla="*/ 0 h 426"/>
                <a:gd name="T48" fmla="*/ 1 w 244"/>
                <a:gd name="T49" fmla="*/ 1 h 426"/>
                <a:gd name="T50" fmla="*/ 1 w 244"/>
                <a:gd name="T51" fmla="*/ 1 h 426"/>
                <a:gd name="T52" fmla="*/ 1 w 244"/>
                <a:gd name="T53" fmla="*/ 1 h 426"/>
                <a:gd name="T54" fmla="*/ 1 w 244"/>
                <a:gd name="T55" fmla="*/ 1 h 426"/>
                <a:gd name="T56" fmla="*/ 1 w 244"/>
                <a:gd name="T57" fmla="*/ 2 h 426"/>
                <a:gd name="T58" fmla="*/ 2 w 244"/>
                <a:gd name="T59" fmla="*/ 2 h 426"/>
                <a:gd name="T60" fmla="*/ 2 w 244"/>
                <a:gd name="T61" fmla="*/ 2 h 426"/>
                <a:gd name="T62" fmla="*/ 2 w 244"/>
                <a:gd name="T63" fmla="*/ 2 h 426"/>
                <a:gd name="T64" fmla="*/ 2 w 244"/>
                <a:gd name="T65" fmla="*/ 3 h 426"/>
                <a:gd name="T66" fmla="*/ 2 w 244"/>
                <a:gd name="T67" fmla="*/ 3 h 426"/>
                <a:gd name="T68" fmla="*/ 2 w 244"/>
                <a:gd name="T69" fmla="*/ 3 h 426"/>
                <a:gd name="T70" fmla="*/ 2 w 244"/>
                <a:gd name="T71" fmla="*/ 3 h 426"/>
                <a:gd name="T72" fmla="*/ 2 w 244"/>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6"/>
                <a:gd name="T113" fmla="*/ 244 w 244"/>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6">
                  <a:moveTo>
                    <a:pt x="244" y="426"/>
                  </a:moveTo>
                  <a:lnTo>
                    <a:pt x="244" y="426"/>
                  </a:lnTo>
                  <a:lnTo>
                    <a:pt x="243" y="383"/>
                  </a:lnTo>
                  <a:lnTo>
                    <a:pt x="240" y="340"/>
                  </a:lnTo>
                  <a:lnTo>
                    <a:pt x="234" y="300"/>
                  </a:lnTo>
                  <a:lnTo>
                    <a:pt x="226" y="262"/>
                  </a:lnTo>
                  <a:lnTo>
                    <a:pt x="215" y="224"/>
                  </a:lnTo>
                  <a:lnTo>
                    <a:pt x="203" y="189"/>
                  </a:lnTo>
                  <a:lnTo>
                    <a:pt x="189" y="157"/>
                  </a:lnTo>
                  <a:lnTo>
                    <a:pt x="174" y="126"/>
                  </a:lnTo>
                  <a:lnTo>
                    <a:pt x="155" y="99"/>
                  </a:lnTo>
                  <a:lnTo>
                    <a:pt x="138" y="74"/>
                  </a:lnTo>
                  <a:lnTo>
                    <a:pt x="118" y="52"/>
                  </a:lnTo>
                  <a:lnTo>
                    <a:pt x="96" y="34"/>
                  </a:lnTo>
                  <a:lnTo>
                    <a:pt x="73" y="19"/>
                  </a:lnTo>
                  <a:lnTo>
                    <a:pt x="50" y="8"/>
                  </a:lnTo>
                  <a:lnTo>
                    <a:pt x="25" y="2"/>
                  </a:lnTo>
                  <a:lnTo>
                    <a:pt x="0" y="0"/>
                  </a:lnTo>
                  <a:lnTo>
                    <a:pt x="0" y="12"/>
                  </a:lnTo>
                  <a:lnTo>
                    <a:pt x="23" y="14"/>
                  </a:lnTo>
                  <a:lnTo>
                    <a:pt x="45" y="20"/>
                  </a:lnTo>
                  <a:lnTo>
                    <a:pt x="66" y="31"/>
                  </a:lnTo>
                  <a:lnTo>
                    <a:pt x="89" y="43"/>
                  </a:lnTo>
                  <a:lnTo>
                    <a:pt x="109" y="61"/>
                  </a:lnTo>
                  <a:lnTo>
                    <a:pt x="129" y="81"/>
                  </a:lnTo>
                  <a:lnTo>
                    <a:pt x="146" y="106"/>
                  </a:lnTo>
                  <a:lnTo>
                    <a:pt x="162" y="133"/>
                  </a:lnTo>
                  <a:lnTo>
                    <a:pt x="178" y="162"/>
                  </a:lnTo>
                  <a:lnTo>
                    <a:pt x="192" y="194"/>
                  </a:lnTo>
                  <a:lnTo>
                    <a:pt x="203" y="229"/>
                  </a:lnTo>
                  <a:lnTo>
                    <a:pt x="214" y="264"/>
                  </a:lnTo>
                  <a:lnTo>
                    <a:pt x="222" y="303"/>
                  </a:lnTo>
                  <a:lnTo>
                    <a:pt x="228" y="342"/>
                  </a:lnTo>
                  <a:lnTo>
                    <a:pt x="232" y="383"/>
                  </a:lnTo>
                  <a:lnTo>
                    <a:pt x="233" y="426"/>
                  </a:lnTo>
                  <a:lnTo>
                    <a:pt x="244"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14055" name="Freeform 56"/>
            <p:cNvSpPr>
              <a:spLocks/>
            </p:cNvSpPr>
            <p:nvPr/>
          </p:nvSpPr>
          <p:spPr bwMode="auto">
            <a:xfrm>
              <a:off x="964" y="1830"/>
              <a:ext cx="48" cy="85"/>
            </a:xfrm>
            <a:custGeom>
              <a:avLst/>
              <a:gdLst>
                <a:gd name="T0" fmla="*/ 0 w 244"/>
                <a:gd name="T1" fmla="*/ 3 h 424"/>
                <a:gd name="T2" fmla="*/ 0 w 244"/>
                <a:gd name="T3" fmla="*/ 3 h 424"/>
                <a:gd name="T4" fmla="*/ 0 w 244"/>
                <a:gd name="T5" fmla="*/ 3 h 424"/>
                <a:gd name="T6" fmla="*/ 0 w 244"/>
                <a:gd name="T7" fmla="*/ 3 h 424"/>
                <a:gd name="T8" fmla="*/ 1 w 244"/>
                <a:gd name="T9" fmla="*/ 3 h 424"/>
                <a:gd name="T10" fmla="*/ 1 w 244"/>
                <a:gd name="T11" fmla="*/ 3 h 424"/>
                <a:gd name="T12" fmla="*/ 1 w 244"/>
                <a:gd name="T13" fmla="*/ 3 h 424"/>
                <a:gd name="T14" fmla="*/ 1 w 244"/>
                <a:gd name="T15" fmla="*/ 3 h 424"/>
                <a:gd name="T16" fmla="*/ 1 w 244"/>
                <a:gd name="T17" fmla="*/ 3 h 424"/>
                <a:gd name="T18" fmla="*/ 1 w 244"/>
                <a:gd name="T19" fmla="*/ 2 h 424"/>
                <a:gd name="T20" fmla="*/ 1 w 244"/>
                <a:gd name="T21" fmla="*/ 2 h 424"/>
                <a:gd name="T22" fmla="*/ 2 w 244"/>
                <a:gd name="T23" fmla="*/ 2 h 424"/>
                <a:gd name="T24" fmla="*/ 2 w 244"/>
                <a:gd name="T25" fmla="*/ 2 h 424"/>
                <a:gd name="T26" fmla="*/ 2 w 244"/>
                <a:gd name="T27" fmla="*/ 1 h 424"/>
                <a:gd name="T28" fmla="*/ 2 w 244"/>
                <a:gd name="T29" fmla="*/ 1 h 424"/>
                <a:gd name="T30" fmla="*/ 2 w 244"/>
                <a:gd name="T31" fmla="*/ 1 h 424"/>
                <a:gd name="T32" fmla="*/ 2 w 244"/>
                <a:gd name="T33" fmla="*/ 0 h 424"/>
                <a:gd name="T34" fmla="*/ 2 w 244"/>
                <a:gd name="T35" fmla="*/ 0 h 424"/>
                <a:gd name="T36" fmla="*/ 2 w 244"/>
                <a:gd name="T37" fmla="*/ 0 h 424"/>
                <a:gd name="T38" fmla="*/ 2 w 244"/>
                <a:gd name="T39" fmla="*/ 0 h 424"/>
                <a:gd name="T40" fmla="*/ 2 w 244"/>
                <a:gd name="T41" fmla="*/ 1 h 424"/>
                <a:gd name="T42" fmla="*/ 2 w 244"/>
                <a:gd name="T43" fmla="*/ 1 h 424"/>
                <a:gd name="T44" fmla="*/ 2 w 244"/>
                <a:gd name="T45" fmla="*/ 1 h 424"/>
                <a:gd name="T46" fmla="*/ 2 w 244"/>
                <a:gd name="T47" fmla="*/ 2 h 424"/>
                <a:gd name="T48" fmla="*/ 1 w 244"/>
                <a:gd name="T49" fmla="*/ 2 h 424"/>
                <a:gd name="T50" fmla="*/ 1 w 244"/>
                <a:gd name="T51" fmla="*/ 2 h 424"/>
                <a:gd name="T52" fmla="*/ 1 w 244"/>
                <a:gd name="T53" fmla="*/ 2 h 424"/>
                <a:gd name="T54" fmla="*/ 1 w 244"/>
                <a:gd name="T55" fmla="*/ 3 h 424"/>
                <a:gd name="T56" fmla="*/ 1 w 244"/>
                <a:gd name="T57" fmla="*/ 3 h 424"/>
                <a:gd name="T58" fmla="*/ 1 w 244"/>
                <a:gd name="T59" fmla="*/ 3 h 424"/>
                <a:gd name="T60" fmla="*/ 1 w 244"/>
                <a:gd name="T61" fmla="*/ 3 h 424"/>
                <a:gd name="T62" fmla="*/ 1 w 244"/>
                <a:gd name="T63" fmla="*/ 3 h 424"/>
                <a:gd name="T64" fmla="*/ 0 w 244"/>
                <a:gd name="T65" fmla="*/ 3 h 424"/>
                <a:gd name="T66" fmla="*/ 0 w 244"/>
                <a:gd name="T67" fmla="*/ 3 h 424"/>
                <a:gd name="T68" fmla="*/ 0 w 244"/>
                <a:gd name="T69" fmla="*/ 3 h 424"/>
                <a:gd name="T70" fmla="*/ 0 w 244"/>
                <a:gd name="T71" fmla="*/ 3 h 424"/>
                <a:gd name="T72" fmla="*/ 0 w 244"/>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4"/>
                <a:gd name="T112" fmla="*/ 0 h 424"/>
                <a:gd name="T113" fmla="*/ 244 w 244"/>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4" h="424">
                  <a:moveTo>
                    <a:pt x="0" y="424"/>
                  </a:moveTo>
                  <a:lnTo>
                    <a:pt x="0" y="424"/>
                  </a:lnTo>
                  <a:lnTo>
                    <a:pt x="25" y="422"/>
                  </a:lnTo>
                  <a:lnTo>
                    <a:pt x="50" y="416"/>
                  </a:lnTo>
                  <a:lnTo>
                    <a:pt x="73" y="405"/>
                  </a:lnTo>
                  <a:lnTo>
                    <a:pt x="96" y="390"/>
                  </a:lnTo>
                  <a:lnTo>
                    <a:pt x="118" y="373"/>
                  </a:lnTo>
                  <a:lnTo>
                    <a:pt x="138" y="350"/>
                  </a:lnTo>
                  <a:lnTo>
                    <a:pt x="155" y="326"/>
                  </a:lnTo>
                  <a:lnTo>
                    <a:pt x="173" y="299"/>
                  </a:lnTo>
                  <a:lnTo>
                    <a:pt x="189" y="268"/>
                  </a:lnTo>
                  <a:lnTo>
                    <a:pt x="203" y="235"/>
                  </a:lnTo>
                  <a:lnTo>
                    <a:pt x="215" y="201"/>
                  </a:lnTo>
                  <a:lnTo>
                    <a:pt x="226" y="163"/>
                  </a:lnTo>
                  <a:lnTo>
                    <a:pt x="234" y="125"/>
                  </a:lnTo>
                  <a:lnTo>
                    <a:pt x="240" y="85"/>
                  </a:lnTo>
                  <a:lnTo>
                    <a:pt x="243" y="42"/>
                  </a:lnTo>
                  <a:lnTo>
                    <a:pt x="244" y="0"/>
                  </a:lnTo>
                  <a:lnTo>
                    <a:pt x="233" y="0"/>
                  </a:lnTo>
                  <a:lnTo>
                    <a:pt x="232" y="42"/>
                  </a:lnTo>
                  <a:lnTo>
                    <a:pt x="228" y="83"/>
                  </a:lnTo>
                  <a:lnTo>
                    <a:pt x="222" y="123"/>
                  </a:lnTo>
                  <a:lnTo>
                    <a:pt x="214" y="160"/>
                  </a:lnTo>
                  <a:lnTo>
                    <a:pt x="203" y="197"/>
                  </a:lnTo>
                  <a:lnTo>
                    <a:pt x="192" y="231"/>
                  </a:lnTo>
                  <a:lnTo>
                    <a:pt x="178" y="263"/>
                  </a:lnTo>
                  <a:lnTo>
                    <a:pt x="164" y="292"/>
                  </a:lnTo>
                  <a:lnTo>
                    <a:pt x="146" y="319"/>
                  </a:lnTo>
                  <a:lnTo>
                    <a:pt x="129" y="343"/>
                  </a:lnTo>
                  <a:lnTo>
                    <a:pt x="109" y="363"/>
                  </a:lnTo>
                  <a:lnTo>
                    <a:pt x="89" y="381"/>
                  </a:lnTo>
                  <a:lnTo>
                    <a:pt x="66" y="394"/>
                  </a:lnTo>
                  <a:lnTo>
                    <a:pt x="45" y="404"/>
                  </a:lnTo>
                  <a:lnTo>
                    <a:pt x="23" y="410"/>
                  </a:lnTo>
                  <a:lnTo>
                    <a:pt x="0" y="412"/>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14056" name="Freeform 57"/>
            <p:cNvSpPr>
              <a:spLocks/>
            </p:cNvSpPr>
            <p:nvPr/>
          </p:nvSpPr>
          <p:spPr bwMode="auto">
            <a:xfrm>
              <a:off x="915" y="1830"/>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1" y="42"/>
                  </a:lnTo>
                  <a:lnTo>
                    <a:pt x="4" y="85"/>
                  </a:lnTo>
                  <a:lnTo>
                    <a:pt x="10" y="125"/>
                  </a:lnTo>
                  <a:lnTo>
                    <a:pt x="19" y="163"/>
                  </a:lnTo>
                  <a:lnTo>
                    <a:pt x="29" y="201"/>
                  </a:lnTo>
                  <a:lnTo>
                    <a:pt x="41" y="235"/>
                  </a:lnTo>
                  <a:lnTo>
                    <a:pt x="55" y="268"/>
                  </a:lnTo>
                  <a:lnTo>
                    <a:pt x="71" y="299"/>
                  </a:lnTo>
                  <a:lnTo>
                    <a:pt x="89" y="326"/>
                  </a:lnTo>
                  <a:lnTo>
                    <a:pt x="106" y="350"/>
                  </a:lnTo>
                  <a:lnTo>
                    <a:pt x="126" y="373"/>
                  </a:lnTo>
                  <a:lnTo>
                    <a:pt x="149" y="390"/>
                  </a:lnTo>
                  <a:lnTo>
                    <a:pt x="171" y="405"/>
                  </a:lnTo>
                  <a:lnTo>
                    <a:pt x="194" y="416"/>
                  </a:lnTo>
                  <a:lnTo>
                    <a:pt x="219" y="422"/>
                  </a:lnTo>
                  <a:lnTo>
                    <a:pt x="245" y="424"/>
                  </a:lnTo>
                  <a:lnTo>
                    <a:pt x="245" y="412"/>
                  </a:lnTo>
                  <a:lnTo>
                    <a:pt x="221" y="410"/>
                  </a:lnTo>
                  <a:lnTo>
                    <a:pt x="199" y="404"/>
                  </a:lnTo>
                  <a:lnTo>
                    <a:pt x="178" y="394"/>
                  </a:lnTo>
                  <a:lnTo>
                    <a:pt x="156" y="381"/>
                  </a:lnTo>
                  <a:lnTo>
                    <a:pt x="136" y="363"/>
                  </a:lnTo>
                  <a:lnTo>
                    <a:pt x="116" y="343"/>
                  </a:lnTo>
                  <a:lnTo>
                    <a:pt x="98" y="319"/>
                  </a:lnTo>
                  <a:lnTo>
                    <a:pt x="81" y="292"/>
                  </a:lnTo>
                  <a:lnTo>
                    <a:pt x="67" y="263"/>
                  </a:lnTo>
                  <a:lnTo>
                    <a:pt x="52" y="231"/>
                  </a:lnTo>
                  <a:lnTo>
                    <a:pt x="41" y="197"/>
                  </a:lnTo>
                  <a:lnTo>
                    <a:pt x="30" y="160"/>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14057" name="Freeform 58"/>
            <p:cNvSpPr>
              <a:spLocks/>
            </p:cNvSpPr>
            <p:nvPr/>
          </p:nvSpPr>
          <p:spPr bwMode="auto">
            <a:xfrm>
              <a:off x="915" y="1745"/>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0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19" y="2"/>
                  </a:lnTo>
                  <a:lnTo>
                    <a:pt x="194" y="8"/>
                  </a:lnTo>
                  <a:lnTo>
                    <a:pt x="171" y="19"/>
                  </a:lnTo>
                  <a:lnTo>
                    <a:pt x="149" y="34"/>
                  </a:lnTo>
                  <a:lnTo>
                    <a:pt x="126" y="52"/>
                  </a:lnTo>
                  <a:lnTo>
                    <a:pt x="106" y="74"/>
                  </a:lnTo>
                  <a:lnTo>
                    <a:pt x="89" y="99"/>
                  </a:lnTo>
                  <a:lnTo>
                    <a:pt x="70" y="126"/>
                  </a:lnTo>
                  <a:lnTo>
                    <a:pt x="55" y="157"/>
                  </a:lnTo>
                  <a:lnTo>
                    <a:pt x="41" y="189"/>
                  </a:lnTo>
                  <a:lnTo>
                    <a:pt x="29" y="224"/>
                  </a:lnTo>
                  <a:lnTo>
                    <a:pt x="19" y="262"/>
                  </a:lnTo>
                  <a:lnTo>
                    <a:pt x="10" y="300"/>
                  </a:lnTo>
                  <a:lnTo>
                    <a:pt x="4" y="340"/>
                  </a:lnTo>
                  <a:lnTo>
                    <a:pt x="1" y="383"/>
                  </a:lnTo>
                  <a:lnTo>
                    <a:pt x="0" y="426"/>
                  </a:lnTo>
                  <a:lnTo>
                    <a:pt x="11" y="426"/>
                  </a:lnTo>
                  <a:lnTo>
                    <a:pt x="13" y="383"/>
                  </a:lnTo>
                  <a:lnTo>
                    <a:pt x="16" y="342"/>
                  </a:lnTo>
                  <a:lnTo>
                    <a:pt x="22" y="303"/>
                  </a:lnTo>
                  <a:lnTo>
                    <a:pt x="30" y="264"/>
                  </a:lnTo>
                  <a:lnTo>
                    <a:pt x="41" y="229"/>
                  </a:lnTo>
                  <a:lnTo>
                    <a:pt x="52" y="194"/>
                  </a:lnTo>
                  <a:lnTo>
                    <a:pt x="67" y="162"/>
                  </a:lnTo>
                  <a:lnTo>
                    <a:pt x="82" y="133"/>
                  </a:lnTo>
                  <a:lnTo>
                    <a:pt x="98" y="106"/>
                  </a:lnTo>
                  <a:lnTo>
                    <a:pt x="116" y="81"/>
                  </a:lnTo>
                  <a:lnTo>
                    <a:pt x="136" y="61"/>
                  </a:lnTo>
                  <a:lnTo>
                    <a:pt x="156" y="43"/>
                  </a:lnTo>
                  <a:lnTo>
                    <a:pt x="178" y="31"/>
                  </a:lnTo>
                  <a:lnTo>
                    <a:pt x="199" y="20"/>
                  </a:lnTo>
                  <a:lnTo>
                    <a:pt x="221"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14058" name="Freeform 59"/>
            <p:cNvSpPr>
              <a:spLocks/>
            </p:cNvSpPr>
            <p:nvPr/>
          </p:nvSpPr>
          <p:spPr bwMode="auto">
            <a:xfrm>
              <a:off x="1140" y="2087"/>
              <a:ext cx="49" cy="85"/>
            </a:xfrm>
            <a:custGeom>
              <a:avLst/>
              <a:gdLst>
                <a:gd name="T0" fmla="*/ 2 w 246"/>
                <a:gd name="T1" fmla="*/ 3 h 424"/>
                <a:gd name="T2" fmla="*/ 2 w 246"/>
                <a:gd name="T3" fmla="*/ 3 h 424"/>
                <a:gd name="T4" fmla="*/ 2 w 246"/>
                <a:gd name="T5" fmla="*/ 3 h 424"/>
                <a:gd name="T6" fmla="*/ 2 w 246"/>
                <a:gd name="T7" fmla="*/ 3 h 424"/>
                <a:gd name="T8" fmla="*/ 2 w 246"/>
                <a:gd name="T9" fmla="*/ 2 h 424"/>
                <a:gd name="T10" fmla="*/ 2 w 246"/>
                <a:gd name="T11" fmla="*/ 2 h 424"/>
                <a:gd name="T12" fmla="*/ 2 w 246"/>
                <a:gd name="T13" fmla="*/ 2 h 424"/>
                <a:gd name="T14" fmla="*/ 2 w 246"/>
                <a:gd name="T15" fmla="*/ 2 h 424"/>
                <a:gd name="T16" fmla="*/ 2 w 246"/>
                <a:gd name="T17" fmla="*/ 1 h 424"/>
                <a:gd name="T18" fmla="*/ 1 w 246"/>
                <a:gd name="T19" fmla="*/ 1 h 424"/>
                <a:gd name="T20" fmla="*/ 1 w 246"/>
                <a:gd name="T21" fmla="*/ 1 h 424"/>
                <a:gd name="T22" fmla="*/ 1 w 246"/>
                <a:gd name="T23" fmla="*/ 1 h 424"/>
                <a:gd name="T24" fmla="*/ 1 w 246"/>
                <a:gd name="T25" fmla="*/ 0 h 424"/>
                <a:gd name="T26" fmla="*/ 1 w 246"/>
                <a:gd name="T27" fmla="*/ 0 h 424"/>
                <a:gd name="T28" fmla="*/ 1 w 246"/>
                <a:gd name="T29" fmla="*/ 0 h 424"/>
                <a:gd name="T30" fmla="*/ 0 w 246"/>
                <a:gd name="T31" fmla="*/ 0 h 424"/>
                <a:gd name="T32" fmla="*/ 0 w 246"/>
                <a:gd name="T33" fmla="*/ 0 h 424"/>
                <a:gd name="T34" fmla="*/ 0 w 246"/>
                <a:gd name="T35" fmla="*/ 0 h 424"/>
                <a:gd name="T36" fmla="*/ 0 w 246"/>
                <a:gd name="T37" fmla="*/ 0 h 424"/>
                <a:gd name="T38" fmla="*/ 0 w 246"/>
                <a:gd name="T39" fmla="*/ 0 h 424"/>
                <a:gd name="T40" fmla="*/ 0 w 246"/>
                <a:gd name="T41" fmla="*/ 0 h 424"/>
                <a:gd name="T42" fmla="*/ 1 w 246"/>
                <a:gd name="T43" fmla="*/ 0 h 424"/>
                <a:gd name="T44" fmla="*/ 1 w 246"/>
                <a:gd name="T45" fmla="*/ 0 h 424"/>
                <a:gd name="T46" fmla="*/ 1 w 246"/>
                <a:gd name="T47" fmla="*/ 0 h 424"/>
                <a:gd name="T48" fmla="*/ 1 w 246"/>
                <a:gd name="T49" fmla="*/ 1 h 424"/>
                <a:gd name="T50" fmla="*/ 1 w 246"/>
                <a:gd name="T51" fmla="*/ 1 h 424"/>
                <a:gd name="T52" fmla="*/ 1 w 246"/>
                <a:gd name="T53" fmla="*/ 1 h 424"/>
                <a:gd name="T54" fmla="*/ 1 w 246"/>
                <a:gd name="T55" fmla="*/ 1 h 424"/>
                <a:gd name="T56" fmla="*/ 2 w 246"/>
                <a:gd name="T57" fmla="*/ 2 h 424"/>
                <a:gd name="T58" fmla="*/ 2 w 246"/>
                <a:gd name="T59" fmla="*/ 2 h 424"/>
                <a:gd name="T60" fmla="*/ 2 w 246"/>
                <a:gd name="T61" fmla="*/ 2 h 424"/>
                <a:gd name="T62" fmla="*/ 2 w 246"/>
                <a:gd name="T63" fmla="*/ 2 h 424"/>
                <a:gd name="T64" fmla="*/ 2 w 246"/>
                <a:gd name="T65" fmla="*/ 3 h 424"/>
                <a:gd name="T66" fmla="*/ 2 w 246"/>
                <a:gd name="T67" fmla="*/ 3 h 424"/>
                <a:gd name="T68" fmla="*/ 2 w 246"/>
                <a:gd name="T69" fmla="*/ 3 h 424"/>
                <a:gd name="T70" fmla="*/ 2 w 246"/>
                <a:gd name="T71" fmla="*/ 3 h 424"/>
                <a:gd name="T72" fmla="*/ 2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424"/>
                  </a:moveTo>
                  <a:lnTo>
                    <a:pt x="246" y="424"/>
                  </a:lnTo>
                  <a:lnTo>
                    <a:pt x="244" y="382"/>
                  </a:lnTo>
                  <a:lnTo>
                    <a:pt x="241" y="338"/>
                  </a:lnTo>
                  <a:lnTo>
                    <a:pt x="235" y="298"/>
                  </a:lnTo>
                  <a:lnTo>
                    <a:pt x="227" y="261"/>
                  </a:lnTo>
                  <a:lnTo>
                    <a:pt x="216" y="222"/>
                  </a:lnTo>
                  <a:lnTo>
                    <a:pt x="205" y="188"/>
                  </a:lnTo>
                  <a:lnTo>
                    <a:pt x="190" y="155"/>
                  </a:lnTo>
                  <a:lnTo>
                    <a:pt x="174" y="125"/>
                  </a:lnTo>
                  <a:lnTo>
                    <a:pt x="157" y="98"/>
                  </a:lnTo>
                  <a:lnTo>
                    <a:pt x="138" y="73"/>
                  </a:lnTo>
                  <a:lnTo>
                    <a:pt x="118" y="51"/>
                  </a:lnTo>
                  <a:lnTo>
                    <a:pt x="96" y="34"/>
                  </a:lnTo>
                  <a:lnTo>
                    <a:pt x="74" y="18"/>
                  </a:lnTo>
                  <a:lnTo>
                    <a:pt x="50" y="8"/>
                  </a:lnTo>
                  <a:lnTo>
                    <a:pt x="25" y="2"/>
                  </a:lnTo>
                  <a:lnTo>
                    <a:pt x="0" y="0"/>
                  </a:lnTo>
                  <a:lnTo>
                    <a:pt x="0" y="11"/>
                  </a:lnTo>
                  <a:lnTo>
                    <a:pt x="23" y="14"/>
                  </a:lnTo>
                  <a:lnTo>
                    <a:pt x="45" y="19"/>
                  </a:lnTo>
                  <a:lnTo>
                    <a:pt x="67" y="30"/>
                  </a:lnTo>
                  <a:lnTo>
                    <a:pt x="89" y="43"/>
                  </a:lnTo>
                  <a:lnTo>
                    <a:pt x="108" y="60"/>
                  </a:lnTo>
                  <a:lnTo>
                    <a:pt x="128" y="80"/>
                  </a:lnTo>
                  <a:lnTo>
                    <a:pt x="147" y="105"/>
                  </a:lnTo>
                  <a:lnTo>
                    <a:pt x="165" y="132"/>
                  </a:lnTo>
                  <a:lnTo>
                    <a:pt x="179" y="160"/>
                  </a:lnTo>
                  <a:lnTo>
                    <a:pt x="193" y="193"/>
                  </a:lnTo>
                  <a:lnTo>
                    <a:pt x="205" y="227"/>
                  </a:lnTo>
                  <a:lnTo>
                    <a:pt x="215" y="263"/>
                  </a:lnTo>
                  <a:lnTo>
                    <a:pt x="223" y="301"/>
                  </a:lnTo>
                  <a:lnTo>
                    <a:pt x="229" y="341"/>
                  </a:lnTo>
                  <a:lnTo>
                    <a:pt x="233" y="382"/>
                  </a:lnTo>
                  <a:lnTo>
                    <a:pt x="234" y="424"/>
                  </a:lnTo>
                  <a:lnTo>
                    <a:pt x="246"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14059" name="Freeform 60"/>
            <p:cNvSpPr>
              <a:spLocks/>
            </p:cNvSpPr>
            <p:nvPr/>
          </p:nvSpPr>
          <p:spPr bwMode="auto">
            <a:xfrm>
              <a:off x="1140" y="2172"/>
              <a:ext cx="49" cy="85"/>
            </a:xfrm>
            <a:custGeom>
              <a:avLst/>
              <a:gdLst>
                <a:gd name="T0" fmla="*/ 0 w 246"/>
                <a:gd name="T1" fmla="*/ 3 h 426"/>
                <a:gd name="T2" fmla="*/ 0 w 246"/>
                <a:gd name="T3" fmla="*/ 3 h 426"/>
                <a:gd name="T4" fmla="*/ 0 w 246"/>
                <a:gd name="T5" fmla="*/ 3 h 426"/>
                <a:gd name="T6" fmla="*/ 0 w 246"/>
                <a:gd name="T7" fmla="*/ 3 h 426"/>
                <a:gd name="T8" fmla="*/ 1 w 246"/>
                <a:gd name="T9" fmla="*/ 3 h 426"/>
                <a:gd name="T10" fmla="*/ 1 w 246"/>
                <a:gd name="T11" fmla="*/ 3 h 426"/>
                <a:gd name="T12" fmla="*/ 1 w 246"/>
                <a:gd name="T13" fmla="*/ 3 h 426"/>
                <a:gd name="T14" fmla="*/ 1 w 246"/>
                <a:gd name="T15" fmla="*/ 3 h 426"/>
                <a:gd name="T16" fmla="*/ 1 w 246"/>
                <a:gd name="T17" fmla="*/ 3 h 426"/>
                <a:gd name="T18" fmla="*/ 1 w 246"/>
                <a:gd name="T19" fmla="*/ 2 h 426"/>
                <a:gd name="T20" fmla="*/ 2 w 246"/>
                <a:gd name="T21" fmla="*/ 2 h 426"/>
                <a:gd name="T22" fmla="*/ 2 w 246"/>
                <a:gd name="T23" fmla="*/ 2 h 426"/>
                <a:gd name="T24" fmla="*/ 2 w 246"/>
                <a:gd name="T25" fmla="*/ 2 h 426"/>
                <a:gd name="T26" fmla="*/ 2 w 246"/>
                <a:gd name="T27" fmla="*/ 1 h 426"/>
                <a:gd name="T28" fmla="*/ 2 w 246"/>
                <a:gd name="T29" fmla="*/ 1 h 426"/>
                <a:gd name="T30" fmla="*/ 2 w 246"/>
                <a:gd name="T31" fmla="*/ 1 h 426"/>
                <a:gd name="T32" fmla="*/ 2 w 246"/>
                <a:gd name="T33" fmla="*/ 0 h 426"/>
                <a:gd name="T34" fmla="*/ 2 w 246"/>
                <a:gd name="T35" fmla="*/ 0 h 426"/>
                <a:gd name="T36" fmla="*/ 2 w 246"/>
                <a:gd name="T37" fmla="*/ 0 h 426"/>
                <a:gd name="T38" fmla="*/ 2 w 246"/>
                <a:gd name="T39" fmla="*/ 0 h 426"/>
                <a:gd name="T40" fmla="*/ 2 w 246"/>
                <a:gd name="T41" fmla="*/ 1 h 426"/>
                <a:gd name="T42" fmla="*/ 2 w 246"/>
                <a:gd name="T43" fmla="*/ 1 h 426"/>
                <a:gd name="T44" fmla="*/ 2 w 246"/>
                <a:gd name="T45" fmla="*/ 1 h 426"/>
                <a:gd name="T46" fmla="*/ 2 w 246"/>
                <a:gd name="T47" fmla="*/ 2 h 426"/>
                <a:gd name="T48" fmla="*/ 2 w 246"/>
                <a:gd name="T49" fmla="*/ 2 h 426"/>
                <a:gd name="T50" fmla="*/ 1 w 246"/>
                <a:gd name="T51" fmla="*/ 2 h 426"/>
                <a:gd name="T52" fmla="*/ 1 w 246"/>
                <a:gd name="T53" fmla="*/ 2 h 426"/>
                <a:gd name="T54" fmla="*/ 1 w 246"/>
                <a:gd name="T55" fmla="*/ 3 h 426"/>
                <a:gd name="T56" fmla="*/ 1 w 246"/>
                <a:gd name="T57" fmla="*/ 3 h 426"/>
                <a:gd name="T58" fmla="*/ 1 w 246"/>
                <a:gd name="T59" fmla="*/ 3 h 426"/>
                <a:gd name="T60" fmla="*/ 1 w 246"/>
                <a:gd name="T61" fmla="*/ 3 h 426"/>
                <a:gd name="T62" fmla="*/ 1 w 246"/>
                <a:gd name="T63" fmla="*/ 3 h 426"/>
                <a:gd name="T64" fmla="*/ 0 w 246"/>
                <a:gd name="T65" fmla="*/ 3 h 426"/>
                <a:gd name="T66" fmla="*/ 0 w 246"/>
                <a:gd name="T67" fmla="*/ 3 h 426"/>
                <a:gd name="T68" fmla="*/ 0 w 246"/>
                <a:gd name="T69" fmla="*/ 3 h 426"/>
                <a:gd name="T70" fmla="*/ 0 w 246"/>
                <a:gd name="T71" fmla="*/ 3 h 426"/>
                <a:gd name="T72" fmla="*/ 0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426"/>
                  </a:moveTo>
                  <a:lnTo>
                    <a:pt x="0" y="426"/>
                  </a:lnTo>
                  <a:lnTo>
                    <a:pt x="25" y="423"/>
                  </a:lnTo>
                  <a:lnTo>
                    <a:pt x="50" y="417"/>
                  </a:lnTo>
                  <a:lnTo>
                    <a:pt x="74" y="407"/>
                  </a:lnTo>
                  <a:lnTo>
                    <a:pt x="96" y="392"/>
                  </a:lnTo>
                  <a:lnTo>
                    <a:pt x="118" y="373"/>
                  </a:lnTo>
                  <a:lnTo>
                    <a:pt x="138" y="350"/>
                  </a:lnTo>
                  <a:lnTo>
                    <a:pt x="157" y="327"/>
                  </a:lnTo>
                  <a:lnTo>
                    <a:pt x="175" y="299"/>
                  </a:lnTo>
                  <a:lnTo>
                    <a:pt x="190" y="268"/>
                  </a:lnTo>
                  <a:lnTo>
                    <a:pt x="205" y="236"/>
                  </a:lnTo>
                  <a:lnTo>
                    <a:pt x="216" y="202"/>
                  </a:lnTo>
                  <a:lnTo>
                    <a:pt x="227" y="164"/>
                  </a:lnTo>
                  <a:lnTo>
                    <a:pt x="235" y="125"/>
                  </a:lnTo>
                  <a:lnTo>
                    <a:pt x="241" y="86"/>
                  </a:lnTo>
                  <a:lnTo>
                    <a:pt x="244" y="42"/>
                  </a:lnTo>
                  <a:lnTo>
                    <a:pt x="246" y="0"/>
                  </a:lnTo>
                  <a:lnTo>
                    <a:pt x="234" y="0"/>
                  </a:lnTo>
                  <a:lnTo>
                    <a:pt x="233" y="42"/>
                  </a:lnTo>
                  <a:lnTo>
                    <a:pt x="229" y="83"/>
                  </a:lnTo>
                  <a:lnTo>
                    <a:pt x="223" y="123"/>
                  </a:lnTo>
                  <a:lnTo>
                    <a:pt x="215" y="162"/>
                  </a:lnTo>
                  <a:lnTo>
                    <a:pt x="205" y="197"/>
                  </a:lnTo>
                  <a:lnTo>
                    <a:pt x="193" y="231"/>
                  </a:lnTo>
                  <a:lnTo>
                    <a:pt x="179" y="264"/>
                  </a:lnTo>
                  <a:lnTo>
                    <a:pt x="164" y="292"/>
                  </a:lnTo>
                  <a:lnTo>
                    <a:pt x="147" y="320"/>
                  </a:lnTo>
                  <a:lnTo>
                    <a:pt x="128" y="343"/>
                  </a:lnTo>
                  <a:lnTo>
                    <a:pt x="108" y="363"/>
                  </a:lnTo>
                  <a:lnTo>
                    <a:pt x="89" y="382"/>
                  </a:lnTo>
                  <a:lnTo>
                    <a:pt x="67" y="395"/>
                  </a:lnTo>
                  <a:lnTo>
                    <a:pt x="45" y="406"/>
                  </a:lnTo>
                  <a:lnTo>
                    <a:pt x="23" y="411"/>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14060" name="Freeform 61"/>
            <p:cNvSpPr>
              <a:spLocks/>
            </p:cNvSpPr>
            <p:nvPr/>
          </p:nvSpPr>
          <p:spPr bwMode="auto">
            <a:xfrm>
              <a:off x="1091" y="2172"/>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4" y="86"/>
                  </a:lnTo>
                  <a:lnTo>
                    <a:pt x="10" y="125"/>
                  </a:lnTo>
                  <a:lnTo>
                    <a:pt x="18" y="164"/>
                  </a:lnTo>
                  <a:lnTo>
                    <a:pt x="29" y="202"/>
                  </a:lnTo>
                  <a:lnTo>
                    <a:pt x="41" y="236"/>
                  </a:lnTo>
                  <a:lnTo>
                    <a:pt x="55" y="268"/>
                  </a:lnTo>
                  <a:lnTo>
                    <a:pt x="70" y="299"/>
                  </a:lnTo>
                  <a:lnTo>
                    <a:pt x="89" y="327"/>
                  </a:lnTo>
                  <a:lnTo>
                    <a:pt x="106" y="350"/>
                  </a:lnTo>
                  <a:lnTo>
                    <a:pt x="126" y="373"/>
                  </a:lnTo>
                  <a:lnTo>
                    <a:pt x="148" y="392"/>
                  </a:lnTo>
                  <a:lnTo>
                    <a:pt x="171" y="407"/>
                  </a:lnTo>
                  <a:lnTo>
                    <a:pt x="194" y="417"/>
                  </a:lnTo>
                  <a:lnTo>
                    <a:pt x="219" y="423"/>
                  </a:lnTo>
                  <a:lnTo>
                    <a:pt x="245" y="426"/>
                  </a:lnTo>
                  <a:lnTo>
                    <a:pt x="245" y="414"/>
                  </a:lnTo>
                  <a:lnTo>
                    <a:pt x="221" y="411"/>
                  </a:lnTo>
                  <a:lnTo>
                    <a:pt x="199" y="406"/>
                  </a:lnTo>
                  <a:lnTo>
                    <a:pt x="178" y="395"/>
                  </a:lnTo>
                  <a:lnTo>
                    <a:pt x="155" y="382"/>
                  </a:lnTo>
                  <a:lnTo>
                    <a:pt x="136" y="363"/>
                  </a:lnTo>
                  <a:lnTo>
                    <a:pt x="116" y="343"/>
                  </a:lnTo>
                  <a:lnTo>
                    <a:pt x="98" y="320"/>
                  </a:lnTo>
                  <a:lnTo>
                    <a:pt x="82" y="292"/>
                  </a:lnTo>
                  <a:lnTo>
                    <a:pt x="66" y="264"/>
                  </a:lnTo>
                  <a:lnTo>
                    <a:pt x="52" y="231"/>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14061" name="Freeform 62"/>
            <p:cNvSpPr>
              <a:spLocks/>
            </p:cNvSpPr>
            <p:nvPr/>
          </p:nvSpPr>
          <p:spPr bwMode="auto">
            <a:xfrm>
              <a:off x="1091" y="2087"/>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4" y="8"/>
                  </a:lnTo>
                  <a:lnTo>
                    <a:pt x="171" y="18"/>
                  </a:lnTo>
                  <a:lnTo>
                    <a:pt x="148" y="34"/>
                  </a:lnTo>
                  <a:lnTo>
                    <a:pt x="126" y="51"/>
                  </a:lnTo>
                  <a:lnTo>
                    <a:pt x="106" y="73"/>
                  </a:lnTo>
                  <a:lnTo>
                    <a:pt x="89" y="98"/>
                  </a:lnTo>
                  <a:lnTo>
                    <a:pt x="71" y="125"/>
                  </a:lnTo>
                  <a:lnTo>
                    <a:pt x="55" y="155"/>
                  </a:lnTo>
                  <a:lnTo>
                    <a:pt x="41" y="188"/>
                  </a:lnTo>
                  <a:lnTo>
                    <a:pt x="29" y="222"/>
                  </a:lnTo>
                  <a:lnTo>
                    <a:pt x="18" y="261"/>
                  </a:lnTo>
                  <a:lnTo>
                    <a:pt x="10" y="298"/>
                  </a:lnTo>
                  <a:lnTo>
                    <a:pt x="4" y="338"/>
                  </a:lnTo>
                  <a:lnTo>
                    <a:pt x="1" y="382"/>
                  </a:lnTo>
                  <a:lnTo>
                    <a:pt x="0" y="424"/>
                  </a:lnTo>
                  <a:lnTo>
                    <a:pt x="11" y="424"/>
                  </a:lnTo>
                  <a:lnTo>
                    <a:pt x="13" y="382"/>
                  </a:lnTo>
                  <a:lnTo>
                    <a:pt x="16" y="341"/>
                  </a:lnTo>
                  <a:lnTo>
                    <a:pt x="22" y="301"/>
                  </a:lnTo>
                  <a:lnTo>
                    <a:pt x="30" y="263"/>
                  </a:lnTo>
                  <a:lnTo>
                    <a:pt x="41" y="227"/>
                  </a:lnTo>
                  <a:lnTo>
                    <a:pt x="52" y="193"/>
                  </a:lnTo>
                  <a:lnTo>
                    <a:pt x="66" y="160"/>
                  </a:lnTo>
                  <a:lnTo>
                    <a:pt x="80" y="132"/>
                  </a:lnTo>
                  <a:lnTo>
                    <a:pt x="98" y="105"/>
                  </a:lnTo>
                  <a:lnTo>
                    <a:pt x="116" y="80"/>
                  </a:lnTo>
                  <a:lnTo>
                    <a:pt x="136" y="60"/>
                  </a:lnTo>
                  <a:lnTo>
                    <a:pt x="155" y="43"/>
                  </a:lnTo>
                  <a:lnTo>
                    <a:pt x="178" y="30"/>
                  </a:lnTo>
                  <a:lnTo>
                    <a:pt x="199" y="19"/>
                  </a:lnTo>
                  <a:lnTo>
                    <a:pt x="221" y="14"/>
                  </a:lnTo>
                  <a:lnTo>
                    <a:pt x="245" y="11"/>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14062" name="Freeform 63"/>
            <p:cNvSpPr>
              <a:spLocks/>
            </p:cNvSpPr>
            <p:nvPr/>
          </p:nvSpPr>
          <p:spPr bwMode="auto">
            <a:xfrm>
              <a:off x="1392" y="2118"/>
              <a:ext cx="49" cy="85"/>
            </a:xfrm>
            <a:custGeom>
              <a:avLst/>
              <a:gdLst>
                <a:gd name="T0" fmla="*/ 2 w 246"/>
                <a:gd name="T1" fmla="*/ 3 h 426"/>
                <a:gd name="T2" fmla="*/ 2 w 246"/>
                <a:gd name="T3" fmla="*/ 3 h 426"/>
                <a:gd name="T4" fmla="*/ 2 w 246"/>
                <a:gd name="T5" fmla="*/ 3 h 426"/>
                <a:gd name="T6" fmla="*/ 2 w 246"/>
                <a:gd name="T7" fmla="*/ 3 h 426"/>
                <a:gd name="T8" fmla="*/ 2 w 246"/>
                <a:gd name="T9" fmla="*/ 2 h 426"/>
                <a:gd name="T10" fmla="*/ 2 w 246"/>
                <a:gd name="T11" fmla="*/ 2 h 426"/>
                <a:gd name="T12" fmla="*/ 2 w 246"/>
                <a:gd name="T13" fmla="*/ 2 h 426"/>
                <a:gd name="T14" fmla="*/ 2 w 246"/>
                <a:gd name="T15" fmla="*/ 2 h 426"/>
                <a:gd name="T16" fmla="*/ 2 w 246"/>
                <a:gd name="T17" fmla="*/ 1 h 426"/>
                <a:gd name="T18" fmla="*/ 1 w 246"/>
                <a:gd name="T19" fmla="*/ 1 h 426"/>
                <a:gd name="T20" fmla="*/ 1 w 246"/>
                <a:gd name="T21" fmla="*/ 1 h 426"/>
                <a:gd name="T22" fmla="*/ 1 w 246"/>
                <a:gd name="T23" fmla="*/ 1 h 426"/>
                <a:gd name="T24" fmla="*/ 1 w 246"/>
                <a:gd name="T25" fmla="*/ 0 h 426"/>
                <a:gd name="T26" fmla="*/ 1 w 246"/>
                <a:gd name="T27" fmla="*/ 0 h 426"/>
                <a:gd name="T28" fmla="*/ 1 w 246"/>
                <a:gd name="T29" fmla="*/ 0 h 426"/>
                <a:gd name="T30" fmla="*/ 0 w 246"/>
                <a:gd name="T31" fmla="*/ 0 h 426"/>
                <a:gd name="T32" fmla="*/ 0 w 246"/>
                <a:gd name="T33" fmla="*/ 0 h 426"/>
                <a:gd name="T34" fmla="*/ 0 w 246"/>
                <a:gd name="T35" fmla="*/ 0 h 426"/>
                <a:gd name="T36" fmla="*/ 0 w 246"/>
                <a:gd name="T37" fmla="*/ 0 h 426"/>
                <a:gd name="T38" fmla="*/ 0 w 246"/>
                <a:gd name="T39" fmla="*/ 0 h 426"/>
                <a:gd name="T40" fmla="*/ 0 w 246"/>
                <a:gd name="T41" fmla="*/ 0 h 426"/>
                <a:gd name="T42" fmla="*/ 1 w 246"/>
                <a:gd name="T43" fmla="*/ 0 h 426"/>
                <a:gd name="T44" fmla="*/ 1 w 246"/>
                <a:gd name="T45" fmla="*/ 0 h 426"/>
                <a:gd name="T46" fmla="*/ 1 w 246"/>
                <a:gd name="T47" fmla="*/ 1 h 426"/>
                <a:gd name="T48" fmla="*/ 1 w 246"/>
                <a:gd name="T49" fmla="*/ 1 h 426"/>
                <a:gd name="T50" fmla="*/ 1 w 246"/>
                <a:gd name="T51" fmla="*/ 1 h 426"/>
                <a:gd name="T52" fmla="*/ 1 w 246"/>
                <a:gd name="T53" fmla="*/ 1 h 426"/>
                <a:gd name="T54" fmla="*/ 1 w 246"/>
                <a:gd name="T55" fmla="*/ 1 h 426"/>
                <a:gd name="T56" fmla="*/ 2 w 246"/>
                <a:gd name="T57" fmla="*/ 2 h 426"/>
                <a:gd name="T58" fmla="*/ 2 w 246"/>
                <a:gd name="T59" fmla="*/ 2 h 426"/>
                <a:gd name="T60" fmla="*/ 2 w 246"/>
                <a:gd name="T61" fmla="*/ 2 h 426"/>
                <a:gd name="T62" fmla="*/ 2 w 246"/>
                <a:gd name="T63" fmla="*/ 2 h 426"/>
                <a:gd name="T64" fmla="*/ 2 w 246"/>
                <a:gd name="T65" fmla="*/ 3 h 426"/>
                <a:gd name="T66" fmla="*/ 2 w 246"/>
                <a:gd name="T67" fmla="*/ 3 h 426"/>
                <a:gd name="T68" fmla="*/ 2 w 246"/>
                <a:gd name="T69" fmla="*/ 3 h 426"/>
                <a:gd name="T70" fmla="*/ 2 w 246"/>
                <a:gd name="T71" fmla="*/ 3 h 426"/>
                <a:gd name="T72" fmla="*/ 2 w 246"/>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246" y="426"/>
                  </a:moveTo>
                  <a:lnTo>
                    <a:pt x="246" y="426"/>
                  </a:lnTo>
                  <a:lnTo>
                    <a:pt x="245" y="384"/>
                  </a:lnTo>
                  <a:lnTo>
                    <a:pt x="242" y="340"/>
                  </a:lnTo>
                  <a:lnTo>
                    <a:pt x="236" y="301"/>
                  </a:lnTo>
                  <a:lnTo>
                    <a:pt x="228" y="262"/>
                  </a:lnTo>
                  <a:lnTo>
                    <a:pt x="217" y="224"/>
                  </a:lnTo>
                  <a:lnTo>
                    <a:pt x="205" y="190"/>
                  </a:lnTo>
                  <a:lnTo>
                    <a:pt x="191" y="158"/>
                  </a:lnTo>
                  <a:lnTo>
                    <a:pt x="176" y="126"/>
                  </a:lnTo>
                  <a:lnTo>
                    <a:pt x="157" y="99"/>
                  </a:lnTo>
                  <a:lnTo>
                    <a:pt x="139" y="75"/>
                  </a:lnTo>
                  <a:lnTo>
                    <a:pt x="119" y="53"/>
                  </a:lnTo>
                  <a:lnTo>
                    <a:pt x="96" y="34"/>
                  </a:lnTo>
                  <a:lnTo>
                    <a:pt x="75" y="19"/>
                  </a:lnTo>
                  <a:lnTo>
                    <a:pt x="51" y="9"/>
                  </a:lnTo>
                  <a:lnTo>
                    <a:pt x="26" y="3"/>
                  </a:lnTo>
                  <a:lnTo>
                    <a:pt x="0" y="0"/>
                  </a:lnTo>
                  <a:lnTo>
                    <a:pt x="0" y="12"/>
                  </a:lnTo>
                  <a:lnTo>
                    <a:pt x="24" y="15"/>
                  </a:lnTo>
                  <a:lnTo>
                    <a:pt x="46" y="20"/>
                  </a:lnTo>
                  <a:lnTo>
                    <a:pt x="68" y="31"/>
                  </a:lnTo>
                  <a:lnTo>
                    <a:pt x="89" y="44"/>
                  </a:lnTo>
                  <a:lnTo>
                    <a:pt x="109" y="63"/>
                  </a:lnTo>
                  <a:lnTo>
                    <a:pt x="129" y="83"/>
                  </a:lnTo>
                  <a:lnTo>
                    <a:pt x="148" y="106"/>
                  </a:lnTo>
                  <a:lnTo>
                    <a:pt x="164" y="133"/>
                  </a:lnTo>
                  <a:lnTo>
                    <a:pt x="180" y="162"/>
                  </a:lnTo>
                  <a:lnTo>
                    <a:pt x="194" y="195"/>
                  </a:lnTo>
                  <a:lnTo>
                    <a:pt x="205" y="229"/>
                  </a:lnTo>
                  <a:lnTo>
                    <a:pt x="216" y="264"/>
                  </a:lnTo>
                  <a:lnTo>
                    <a:pt x="224" y="303"/>
                  </a:lnTo>
                  <a:lnTo>
                    <a:pt x="230" y="343"/>
                  </a:lnTo>
                  <a:lnTo>
                    <a:pt x="233" y="384"/>
                  </a:lnTo>
                  <a:lnTo>
                    <a:pt x="235" y="426"/>
                  </a:lnTo>
                  <a:lnTo>
                    <a:pt x="246"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14063" name="Freeform 64"/>
            <p:cNvSpPr>
              <a:spLocks/>
            </p:cNvSpPr>
            <p:nvPr/>
          </p:nvSpPr>
          <p:spPr bwMode="auto">
            <a:xfrm>
              <a:off x="1392" y="2203"/>
              <a:ext cx="49" cy="85"/>
            </a:xfrm>
            <a:custGeom>
              <a:avLst/>
              <a:gdLst>
                <a:gd name="T0" fmla="*/ 0 w 246"/>
                <a:gd name="T1" fmla="*/ 3 h 424"/>
                <a:gd name="T2" fmla="*/ 0 w 246"/>
                <a:gd name="T3" fmla="*/ 3 h 424"/>
                <a:gd name="T4" fmla="*/ 0 w 246"/>
                <a:gd name="T5" fmla="*/ 3 h 424"/>
                <a:gd name="T6" fmla="*/ 0 w 246"/>
                <a:gd name="T7" fmla="*/ 3 h 424"/>
                <a:gd name="T8" fmla="*/ 1 w 246"/>
                <a:gd name="T9" fmla="*/ 3 h 424"/>
                <a:gd name="T10" fmla="*/ 1 w 246"/>
                <a:gd name="T11" fmla="*/ 3 h 424"/>
                <a:gd name="T12" fmla="*/ 1 w 246"/>
                <a:gd name="T13" fmla="*/ 3 h 424"/>
                <a:gd name="T14" fmla="*/ 1 w 246"/>
                <a:gd name="T15" fmla="*/ 3 h 424"/>
                <a:gd name="T16" fmla="*/ 1 w 246"/>
                <a:gd name="T17" fmla="*/ 3 h 424"/>
                <a:gd name="T18" fmla="*/ 1 w 246"/>
                <a:gd name="T19" fmla="*/ 2 h 424"/>
                <a:gd name="T20" fmla="*/ 2 w 246"/>
                <a:gd name="T21" fmla="*/ 2 h 424"/>
                <a:gd name="T22" fmla="*/ 2 w 246"/>
                <a:gd name="T23" fmla="*/ 2 h 424"/>
                <a:gd name="T24" fmla="*/ 2 w 246"/>
                <a:gd name="T25" fmla="*/ 2 h 424"/>
                <a:gd name="T26" fmla="*/ 2 w 246"/>
                <a:gd name="T27" fmla="*/ 1 h 424"/>
                <a:gd name="T28" fmla="*/ 2 w 246"/>
                <a:gd name="T29" fmla="*/ 1 h 424"/>
                <a:gd name="T30" fmla="*/ 2 w 246"/>
                <a:gd name="T31" fmla="*/ 1 h 424"/>
                <a:gd name="T32" fmla="*/ 2 w 246"/>
                <a:gd name="T33" fmla="*/ 0 h 424"/>
                <a:gd name="T34" fmla="*/ 2 w 246"/>
                <a:gd name="T35" fmla="*/ 0 h 424"/>
                <a:gd name="T36" fmla="*/ 2 w 246"/>
                <a:gd name="T37" fmla="*/ 0 h 424"/>
                <a:gd name="T38" fmla="*/ 2 w 246"/>
                <a:gd name="T39" fmla="*/ 0 h 424"/>
                <a:gd name="T40" fmla="*/ 2 w 246"/>
                <a:gd name="T41" fmla="*/ 1 h 424"/>
                <a:gd name="T42" fmla="*/ 2 w 246"/>
                <a:gd name="T43" fmla="*/ 1 h 424"/>
                <a:gd name="T44" fmla="*/ 2 w 246"/>
                <a:gd name="T45" fmla="*/ 1 h 424"/>
                <a:gd name="T46" fmla="*/ 2 w 246"/>
                <a:gd name="T47" fmla="*/ 2 h 424"/>
                <a:gd name="T48" fmla="*/ 2 w 246"/>
                <a:gd name="T49" fmla="*/ 2 h 424"/>
                <a:gd name="T50" fmla="*/ 1 w 246"/>
                <a:gd name="T51" fmla="*/ 2 h 424"/>
                <a:gd name="T52" fmla="*/ 1 w 246"/>
                <a:gd name="T53" fmla="*/ 2 h 424"/>
                <a:gd name="T54" fmla="*/ 1 w 246"/>
                <a:gd name="T55" fmla="*/ 3 h 424"/>
                <a:gd name="T56" fmla="*/ 1 w 246"/>
                <a:gd name="T57" fmla="*/ 3 h 424"/>
                <a:gd name="T58" fmla="*/ 1 w 246"/>
                <a:gd name="T59" fmla="*/ 3 h 424"/>
                <a:gd name="T60" fmla="*/ 1 w 246"/>
                <a:gd name="T61" fmla="*/ 3 h 424"/>
                <a:gd name="T62" fmla="*/ 1 w 246"/>
                <a:gd name="T63" fmla="*/ 3 h 424"/>
                <a:gd name="T64" fmla="*/ 0 w 246"/>
                <a:gd name="T65" fmla="*/ 3 h 424"/>
                <a:gd name="T66" fmla="*/ 0 w 246"/>
                <a:gd name="T67" fmla="*/ 3 h 424"/>
                <a:gd name="T68" fmla="*/ 0 w 246"/>
                <a:gd name="T69" fmla="*/ 3 h 424"/>
                <a:gd name="T70" fmla="*/ 0 w 246"/>
                <a:gd name="T71" fmla="*/ 3 h 424"/>
                <a:gd name="T72" fmla="*/ 0 w 246"/>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0" y="424"/>
                  </a:moveTo>
                  <a:lnTo>
                    <a:pt x="0" y="424"/>
                  </a:lnTo>
                  <a:lnTo>
                    <a:pt x="26" y="422"/>
                  </a:lnTo>
                  <a:lnTo>
                    <a:pt x="51" y="416"/>
                  </a:lnTo>
                  <a:lnTo>
                    <a:pt x="75" y="406"/>
                  </a:lnTo>
                  <a:lnTo>
                    <a:pt x="96" y="390"/>
                  </a:lnTo>
                  <a:lnTo>
                    <a:pt x="119" y="373"/>
                  </a:lnTo>
                  <a:lnTo>
                    <a:pt x="139" y="351"/>
                  </a:lnTo>
                  <a:lnTo>
                    <a:pt x="157" y="326"/>
                  </a:lnTo>
                  <a:lnTo>
                    <a:pt x="175" y="299"/>
                  </a:lnTo>
                  <a:lnTo>
                    <a:pt x="191" y="269"/>
                  </a:lnTo>
                  <a:lnTo>
                    <a:pt x="205" y="236"/>
                  </a:lnTo>
                  <a:lnTo>
                    <a:pt x="217" y="202"/>
                  </a:lnTo>
                  <a:lnTo>
                    <a:pt x="228" y="163"/>
                  </a:lnTo>
                  <a:lnTo>
                    <a:pt x="236" y="125"/>
                  </a:lnTo>
                  <a:lnTo>
                    <a:pt x="242" y="86"/>
                  </a:lnTo>
                  <a:lnTo>
                    <a:pt x="245" y="42"/>
                  </a:lnTo>
                  <a:lnTo>
                    <a:pt x="246" y="0"/>
                  </a:lnTo>
                  <a:lnTo>
                    <a:pt x="235" y="0"/>
                  </a:lnTo>
                  <a:lnTo>
                    <a:pt x="233" y="42"/>
                  </a:lnTo>
                  <a:lnTo>
                    <a:pt x="230" y="83"/>
                  </a:lnTo>
                  <a:lnTo>
                    <a:pt x="224" y="123"/>
                  </a:lnTo>
                  <a:lnTo>
                    <a:pt x="216" y="161"/>
                  </a:lnTo>
                  <a:lnTo>
                    <a:pt x="205" y="197"/>
                  </a:lnTo>
                  <a:lnTo>
                    <a:pt x="194" y="231"/>
                  </a:lnTo>
                  <a:lnTo>
                    <a:pt x="180" y="264"/>
                  </a:lnTo>
                  <a:lnTo>
                    <a:pt x="166" y="292"/>
                  </a:lnTo>
                  <a:lnTo>
                    <a:pt x="148" y="319"/>
                  </a:lnTo>
                  <a:lnTo>
                    <a:pt x="129" y="344"/>
                  </a:lnTo>
                  <a:lnTo>
                    <a:pt x="109" y="364"/>
                  </a:lnTo>
                  <a:lnTo>
                    <a:pt x="89" y="381"/>
                  </a:lnTo>
                  <a:lnTo>
                    <a:pt x="68" y="394"/>
                  </a:lnTo>
                  <a:lnTo>
                    <a:pt x="46" y="405"/>
                  </a:lnTo>
                  <a:lnTo>
                    <a:pt x="24" y="410"/>
                  </a:lnTo>
                  <a:lnTo>
                    <a:pt x="0" y="413"/>
                  </a:lnTo>
                  <a:lnTo>
                    <a:pt x="0"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14064" name="Freeform 65"/>
            <p:cNvSpPr>
              <a:spLocks/>
            </p:cNvSpPr>
            <p:nvPr/>
          </p:nvSpPr>
          <p:spPr bwMode="auto">
            <a:xfrm>
              <a:off x="1343" y="2203"/>
              <a:ext cx="49" cy="85"/>
            </a:xfrm>
            <a:custGeom>
              <a:avLst/>
              <a:gdLst>
                <a:gd name="T0" fmla="*/ 0 w 245"/>
                <a:gd name="T1" fmla="*/ 0 h 424"/>
                <a:gd name="T2" fmla="*/ 0 w 245"/>
                <a:gd name="T3" fmla="*/ 0 h 424"/>
                <a:gd name="T4" fmla="*/ 0 w 245"/>
                <a:gd name="T5" fmla="*/ 0 h 424"/>
                <a:gd name="T6" fmla="*/ 0 w 245"/>
                <a:gd name="T7" fmla="*/ 1 h 424"/>
                <a:gd name="T8" fmla="*/ 0 w 245"/>
                <a:gd name="T9" fmla="*/ 1 h 424"/>
                <a:gd name="T10" fmla="*/ 0 w 245"/>
                <a:gd name="T11" fmla="*/ 1 h 424"/>
                <a:gd name="T12" fmla="*/ 0 w 245"/>
                <a:gd name="T13" fmla="*/ 2 h 424"/>
                <a:gd name="T14" fmla="*/ 0 w 245"/>
                <a:gd name="T15" fmla="*/ 2 h 424"/>
                <a:gd name="T16" fmla="*/ 0 w 245"/>
                <a:gd name="T17" fmla="*/ 2 h 424"/>
                <a:gd name="T18" fmla="*/ 1 w 245"/>
                <a:gd name="T19" fmla="*/ 2 h 424"/>
                <a:gd name="T20" fmla="*/ 1 w 245"/>
                <a:gd name="T21" fmla="*/ 3 h 424"/>
                <a:gd name="T22" fmla="*/ 1 w 245"/>
                <a:gd name="T23" fmla="*/ 3 h 424"/>
                <a:gd name="T24" fmla="*/ 1 w 245"/>
                <a:gd name="T25" fmla="*/ 3 h 424"/>
                <a:gd name="T26" fmla="*/ 1 w 245"/>
                <a:gd name="T27" fmla="*/ 3 h 424"/>
                <a:gd name="T28" fmla="*/ 1 w 245"/>
                <a:gd name="T29" fmla="*/ 3 h 424"/>
                <a:gd name="T30" fmla="*/ 2 w 245"/>
                <a:gd name="T31" fmla="*/ 3 h 424"/>
                <a:gd name="T32" fmla="*/ 2 w 245"/>
                <a:gd name="T33" fmla="*/ 3 h 424"/>
                <a:gd name="T34" fmla="*/ 2 w 245"/>
                <a:gd name="T35" fmla="*/ 3 h 424"/>
                <a:gd name="T36" fmla="*/ 2 w 245"/>
                <a:gd name="T37" fmla="*/ 3 h 424"/>
                <a:gd name="T38" fmla="*/ 2 w 245"/>
                <a:gd name="T39" fmla="*/ 3 h 424"/>
                <a:gd name="T40" fmla="*/ 2 w 245"/>
                <a:gd name="T41" fmla="*/ 3 h 424"/>
                <a:gd name="T42" fmla="*/ 1 w 245"/>
                <a:gd name="T43" fmla="*/ 3 h 424"/>
                <a:gd name="T44" fmla="*/ 1 w 245"/>
                <a:gd name="T45" fmla="*/ 3 h 424"/>
                <a:gd name="T46" fmla="*/ 1 w 245"/>
                <a:gd name="T47" fmla="*/ 3 h 424"/>
                <a:gd name="T48" fmla="*/ 1 w 245"/>
                <a:gd name="T49" fmla="*/ 3 h 424"/>
                <a:gd name="T50" fmla="*/ 1 w 245"/>
                <a:gd name="T51" fmla="*/ 3 h 424"/>
                <a:gd name="T52" fmla="*/ 1 w 245"/>
                <a:gd name="T53" fmla="*/ 2 h 424"/>
                <a:gd name="T54" fmla="*/ 1 w 245"/>
                <a:gd name="T55" fmla="*/ 2 h 424"/>
                <a:gd name="T56" fmla="*/ 0 w 245"/>
                <a:gd name="T57" fmla="*/ 2 h 424"/>
                <a:gd name="T58" fmla="*/ 0 w 245"/>
                <a:gd name="T59" fmla="*/ 2 h 424"/>
                <a:gd name="T60" fmla="*/ 0 w 245"/>
                <a:gd name="T61" fmla="*/ 1 h 424"/>
                <a:gd name="T62" fmla="*/ 0 w 245"/>
                <a:gd name="T63" fmla="*/ 1 h 424"/>
                <a:gd name="T64" fmla="*/ 0 w 245"/>
                <a:gd name="T65" fmla="*/ 1 h 424"/>
                <a:gd name="T66" fmla="*/ 0 w 245"/>
                <a:gd name="T67" fmla="*/ 0 h 424"/>
                <a:gd name="T68" fmla="*/ 0 w 245"/>
                <a:gd name="T69" fmla="*/ 0 h 424"/>
                <a:gd name="T70" fmla="*/ 0 w 245"/>
                <a:gd name="T71" fmla="*/ 0 h 424"/>
                <a:gd name="T72" fmla="*/ 0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0" y="0"/>
                  </a:moveTo>
                  <a:lnTo>
                    <a:pt x="0" y="0"/>
                  </a:lnTo>
                  <a:lnTo>
                    <a:pt x="2" y="42"/>
                  </a:lnTo>
                  <a:lnTo>
                    <a:pt x="5" y="86"/>
                  </a:lnTo>
                  <a:lnTo>
                    <a:pt x="11" y="125"/>
                  </a:lnTo>
                  <a:lnTo>
                    <a:pt x="19" y="163"/>
                  </a:lnTo>
                  <a:lnTo>
                    <a:pt x="30" y="202"/>
                  </a:lnTo>
                  <a:lnTo>
                    <a:pt x="41" y="236"/>
                  </a:lnTo>
                  <a:lnTo>
                    <a:pt x="56" y="269"/>
                  </a:lnTo>
                  <a:lnTo>
                    <a:pt x="72" y="299"/>
                  </a:lnTo>
                  <a:lnTo>
                    <a:pt x="90" y="326"/>
                  </a:lnTo>
                  <a:lnTo>
                    <a:pt x="108" y="351"/>
                  </a:lnTo>
                  <a:lnTo>
                    <a:pt x="127" y="373"/>
                  </a:lnTo>
                  <a:lnTo>
                    <a:pt x="149" y="390"/>
                  </a:lnTo>
                  <a:lnTo>
                    <a:pt x="172" y="406"/>
                  </a:lnTo>
                  <a:lnTo>
                    <a:pt x="195" y="416"/>
                  </a:lnTo>
                  <a:lnTo>
                    <a:pt x="220" y="422"/>
                  </a:lnTo>
                  <a:lnTo>
                    <a:pt x="245" y="424"/>
                  </a:lnTo>
                  <a:lnTo>
                    <a:pt x="245" y="413"/>
                  </a:lnTo>
                  <a:lnTo>
                    <a:pt x="222" y="410"/>
                  </a:lnTo>
                  <a:lnTo>
                    <a:pt x="200" y="405"/>
                  </a:lnTo>
                  <a:lnTo>
                    <a:pt x="179" y="394"/>
                  </a:lnTo>
                  <a:lnTo>
                    <a:pt x="156" y="381"/>
                  </a:lnTo>
                  <a:lnTo>
                    <a:pt x="136" y="364"/>
                  </a:lnTo>
                  <a:lnTo>
                    <a:pt x="118" y="344"/>
                  </a:lnTo>
                  <a:lnTo>
                    <a:pt x="99" y="319"/>
                  </a:lnTo>
                  <a:lnTo>
                    <a:pt x="81" y="292"/>
                  </a:lnTo>
                  <a:lnTo>
                    <a:pt x="67" y="264"/>
                  </a:lnTo>
                  <a:lnTo>
                    <a:pt x="53" y="231"/>
                  </a:lnTo>
                  <a:lnTo>
                    <a:pt x="41" y="197"/>
                  </a:lnTo>
                  <a:lnTo>
                    <a:pt x="31" y="161"/>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14065" name="Freeform 66"/>
            <p:cNvSpPr>
              <a:spLocks/>
            </p:cNvSpPr>
            <p:nvPr/>
          </p:nvSpPr>
          <p:spPr bwMode="auto">
            <a:xfrm>
              <a:off x="1343" y="2118"/>
              <a:ext cx="49" cy="85"/>
            </a:xfrm>
            <a:custGeom>
              <a:avLst/>
              <a:gdLst>
                <a:gd name="T0" fmla="*/ 2 w 245"/>
                <a:gd name="T1" fmla="*/ 0 h 426"/>
                <a:gd name="T2" fmla="*/ 2 w 245"/>
                <a:gd name="T3" fmla="*/ 0 h 426"/>
                <a:gd name="T4" fmla="*/ 2 w 245"/>
                <a:gd name="T5" fmla="*/ 0 h 426"/>
                <a:gd name="T6" fmla="*/ 2 w 245"/>
                <a:gd name="T7" fmla="*/ 0 h 426"/>
                <a:gd name="T8" fmla="*/ 1 w 245"/>
                <a:gd name="T9" fmla="*/ 0 h 426"/>
                <a:gd name="T10" fmla="*/ 1 w 245"/>
                <a:gd name="T11" fmla="*/ 0 h 426"/>
                <a:gd name="T12" fmla="*/ 1 w 245"/>
                <a:gd name="T13" fmla="*/ 0 h 426"/>
                <a:gd name="T14" fmla="*/ 1 w 245"/>
                <a:gd name="T15" fmla="*/ 1 h 426"/>
                <a:gd name="T16" fmla="*/ 1 w 245"/>
                <a:gd name="T17" fmla="*/ 1 h 426"/>
                <a:gd name="T18" fmla="*/ 1 w 245"/>
                <a:gd name="T19" fmla="*/ 1 h 426"/>
                <a:gd name="T20" fmla="*/ 0 w 245"/>
                <a:gd name="T21" fmla="*/ 1 h 426"/>
                <a:gd name="T22" fmla="*/ 0 w 245"/>
                <a:gd name="T23" fmla="*/ 2 h 426"/>
                <a:gd name="T24" fmla="*/ 0 w 245"/>
                <a:gd name="T25" fmla="*/ 2 h 426"/>
                <a:gd name="T26" fmla="*/ 0 w 245"/>
                <a:gd name="T27" fmla="*/ 2 h 426"/>
                <a:gd name="T28" fmla="*/ 0 w 245"/>
                <a:gd name="T29" fmla="*/ 2 h 426"/>
                <a:gd name="T30" fmla="*/ 0 w 245"/>
                <a:gd name="T31" fmla="*/ 3 h 426"/>
                <a:gd name="T32" fmla="*/ 0 w 245"/>
                <a:gd name="T33" fmla="*/ 3 h 426"/>
                <a:gd name="T34" fmla="*/ 0 w 245"/>
                <a:gd name="T35" fmla="*/ 3 h 426"/>
                <a:gd name="T36" fmla="*/ 0 w 245"/>
                <a:gd name="T37" fmla="*/ 3 h 426"/>
                <a:gd name="T38" fmla="*/ 0 w 245"/>
                <a:gd name="T39" fmla="*/ 3 h 426"/>
                <a:gd name="T40" fmla="*/ 0 w 245"/>
                <a:gd name="T41" fmla="*/ 3 h 426"/>
                <a:gd name="T42" fmla="*/ 0 w 245"/>
                <a:gd name="T43" fmla="*/ 2 h 426"/>
                <a:gd name="T44" fmla="*/ 0 w 245"/>
                <a:gd name="T45" fmla="*/ 2 h 426"/>
                <a:gd name="T46" fmla="*/ 0 w 245"/>
                <a:gd name="T47" fmla="*/ 2 h 426"/>
                <a:gd name="T48" fmla="*/ 0 w 245"/>
                <a:gd name="T49" fmla="*/ 2 h 426"/>
                <a:gd name="T50" fmla="*/ 1 w 245"/>
                <a:gd name="T51" fmla="*/ 1 h 426"/>
                <a:gd name="T52" fmla="*/ 1 w 245"/>
                <a:gd name="T53" fmla="*/ 1 h 426"/>
                <a:gd name="T54" fmla="*/ 1 w 245"/>
                <a:gd name="T55" fmla="*/ 1 h 426"/>
                <a:gd name="T56" fmla="*/ 1 w 245"/>
                <a:gd name="T57" fmla="*/ 1 h 426"/>
                <a:gd name="T58" fmla="*/ 1 w 245"/>
                <a:gd name="T59" fmla="*/ 1 h 426"/>
                <a:gd name="T60" fmla="*/ 1 w 245"/>
                <a:gd name="T61" fmla="*/ 0 h 426"/>
                <a:gd name="T62" fmla="*/ 1 w 245"/>
                <a:gd name="T63" fmla="*/ 0 h 426"/>
                <a:gd name="T64" fmla="*/ 2 w 245"/>
                <a:gd name="T65" fmla="*/ 0 h 426"/>
                <a:gd name="T66" fmla="*/ 2 w 245"/>
                <a:gd name="T67" fmla="*/ 0 h 426"/>
                <a:gd name="T68" fmla="*/ 2 w 245"/>
                <a:gd name="T69" fmla="*/ 0 h 426"/>
                <a:gd name="T70" fmla="*/ 2 w 245"/>
                <a:gd name="T71" fmla="*/ 0 h 426"/>
                <a:gd name="T72" fmla="*/ 2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245" y="0"/>
                  </a:moveTo>
                  <a:lnTo>
                    <a:pt x="245" y="0"/>
                  </a:lnTo>
                  <a:lnTo>
                    <a:pt x="220" y="3"/>
                  </a:lnTo>
                  <a:lnTo>
                    <a:pt x="195" y="9"/>
                  </a:lnTo>
                  <a:lnTo>
                    <a:pt x="172" y="19"/>
                  </a:lnTo>
                  <a:lnTo>
                    <a:pt x="149" y="34"/>
                  </a:lnTo>
                  <a:lnTo>
                    <a:pt x="127" y="53"/>
                  </a:lnTo>
                  <a:lnTo>
                    <a:pt x="108" y="75"/>
                  </a:lnTo>
                  <a:lnTo>
                    <a:pt x="90" y="99"/>
                  </a:lnTo>
                  <a:lnTo>
                    <a:pt x="71" y="126"/>
                  </a:lnTo>
                  <a:lnTo>
                    <a:pt x="56" y="158"/>
                  </a:lnTo>
                  <a:lnTo>
                    <a:pt x="41" y="190"/>
                  </a:lnTo>
                  <a:lnTo>
                    <a:pt x="30" y="224"/>
                  </a:lnTo>
                  <a:lnTo>
                    <a:pt x="19" y="262"/>
                  </a:lnTo>
                  <a:lnTo>
                    <a:pt x="11" y="301"/>
                  </a:lnTo>
                  <a:lnTo>
                    <a:pt x="5" y="340"/>
                  </a:lnTo>
                  <a:lnTo>
                    <a:pt x="2" y="384"/>
                  </a:lnTo>
                  <a:lnTo>
                    <a:pt x="0" y="426"/>
                  </a:lnTo>
                  <a:lnTo>
                    <a:pt x="12" y="426"/>
                  </a:lnTo>
                  <a:lnTo>
                    <a:pt x="13" y="384"/>
                  </a:lnTo>
                  <a:lnTo>
                    <a:pt x="17" y="343"/>
                  </a:lnTo>
                  <a:lnTo>
                    <a:pt x="23" y="303"/>
                  </a:lnTo>
                  <a:lnTo>
                    <a:pt x="31" y="264"/>
                  </a:lnTo>
                  <a:lnTo>
                    <a:pt x="41" y="229"/>
                  </a:lnTo>
                  <a:lnTo>
                    <a:pt x="53" y="195"/>
                  </a:lnTo>
                  <a:lnTo>
                    <a:pt x="67" y="162"/>
                  </a:lnTo>
                  <a:lnTo>
                    <a:pt x="82" y="133"/>
                  </a:lnTo>
                  <a:lnTo>
                    <a:pt x="99" y="106"/>
                  </a:lnTo>
                  <a:lnTo>
                    <a:pt x="118" y="83"/>
                  </a:lnTo>
                  <a:lnTo>
                    <a:pt x="136" y="63"/>
                  </a:lnTo>
                  <a:lnTo>
                    <a:pt x="156" y="44"/>
                  </a:lnTo>
                  <a:lnTo>
                    <a:pt x="179" y="31"/>
                  </a:lnTo>
                  <a:lnTo>
                    <a:pt x="200" y="20"/>
                  </a:lnTo>
                  <a:lnTo>
                    <a:pt x="222" y="15"/>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14066" name="Freeform 67"/>
            <p:cNvSpPr>
              <a:spLocks/>
            </p:cNvSpPr>
            <p:nvPr/>
          </p:nvSpPr>
          <p:spPr bwMode="auto">
            <a:xfrm>
              <a:off x="1384" y="1859"/>
              <a:ext cx="49" cy="84"/>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1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3" y="382"/>
                  </a:lnTo>
                  <a:lnTo>
                    <a:pt x="240" y="339"/>
                  </a:lnTo>
                  <a:lnTo>
                    <a:pt x="234" y="299"/>
                  </a:lnTo>
                  <a:lnTo>
                    <a:pt x="226" y="261"/>
                  </a:lnTo>
                  <a:lnTo>
                    <a:pt x="215" y="222"/>
                  </a:lnTo>
                  <a:lnTo>
                    <a:pt x="204" y="188"/>
                  </a:lnTo>
                  <a:lnTo>
                    <a:pt x="189" y="156"/>
                  </a:lnTo>
                  <a:lnTo>
                    <a:pt x="173" y="125"/>
                  </a:lnTo>
                  <a:lnTo>
                    <a:pt x="155" y="98"/>
                  </a:lnTo>
                  <a:lnTo>
                    <a:pt x="138" y="74"/>
                  </a:lnTo>
                  <a:lnTo>
                    <a:pt x="118" y="51"/>
                  </a:lnTo>
                  <a:lnTo>
                    <a:pt x="96" y="34"/>
                  </a:lnTo>
                  <a:lnTo>
                    <a:pt x="73" y="18"/>
                  </a:lnTo>
                  <a:lnTo>
                    <a:pt x="50" y="8"/>
                  </a:lnTo>
                  <a:lnTo>
                    <a:pt x="25" y="2"/>
                  </a:lnTo>
                  <a:lnTo>
                    <a:pt x="0" y="0"/>
                  </a:lnTo>
                  <a:lnTo>
                    <a:pt x="0" y="11"/>
                  </a:lnTo>
                  <a:lnTo>
                    <a:pt x="23" y="14"/>
                  </a:lnTo>
                  <a:lnTo>
                    <a:pt x="45" y="20"/>
                  </a:lnTo>
                  <a:lnTo>
                    <a:pt x="66" y="30"/>
                  </a:lnTo>
                  <a:lnTo>
                    <a:pt x="89" y="43"/>
                  </a:lnTo>
                  <a:lnTo>
                    <a:pt x="109" y="61"/>
                  </a:lnTo>
                  <a:lnTo>
                    <a:pt x="129" y="81"/>
                  </a:lnTo>
                  <a:lnTo>
                    <a:pt x="146" y="105"/>
                  </a:lnTo>
                  <a:lnTo>
                    <a:pt x="164" y="132"/>
                  </a:lnTo>
                  <a:lnTo>
                    <a:pt x="178" y="160"/>
                  </a:lnTo>
                  <a:lnTo>
                    <a:pt x="192" y="193"/>
                  </a:lnTo>
                  <a:lnTo>
                    <a:pt x="204" y="227"/>
                  </a:lnTo>
                  <a:lnTo>
                    <a:pt x="214" y="264"/>
                  </a:lnTo>
                  <a:lnTo>
                    <a:pt x="222" y="301"/>
                  </a:lnTo>
                  <a:lnTo>
                    <a:pt x="228"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14067" name="Freeform 68"/>
            <p:cNvSpPr>
              <a:spLocks/>
            </p:cNvSpPr>
            <p:nvPr/>
          </p:nvSpPr>
          <p:spPr bwMode="auto">
            <a:xfrm>
              <a:off x="1384" y="1943"/>
              <a:ext cx="49" cy="86"/>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5" y="423"/>
                  </a:lnTo>
                  <a:lnTo>
                    <a:pt x="50" y="418"/>
                  </a:lnTo>
                  <a:lnTo>
                    <a:pt x="73" y="407"/>
                  </a:lnTo>
                  <a:lnTo>
                    <a:pt x="96" y="392"/>
                  </a:lnTo>
                  <a:lnTo>
                    <a:pt x="118" y="374"/>
                  </a:lnTo>
                  <a:lnTo>
                    <a:pt x="138" y="352"/>
                  </a:lnTo>
                  <a:lnTo>
                    <a:pt x="155" y="327"/>
                  </a:lnTo>
                  <a:lnTo>
                    <a:pt x="174" y="300"/>
                  </a:lnTo>
                  <a:lnTo>
                    <a:pt x="189" y="269"/>
                  </a:lnTo>
                  <a:lnTo>
                    <a:pt x="204" y="237"/>
                  </a:lnTo>
                  <a:lnTo>
                    <a:pt x="215" y="202"/>
                  </a:lnTo>
                  <a:lnTo>
                    <a:pt x="226" y="164"/>
                  </a:lnTo>
                  <a:lnTo>
                    <a:pt x="234" y="126"/>
                  </a:lnTo>
                  <a:lnTo>
                    <a:pt x="240" y="86"/>
                  </a:lnTo>
                  <a:lnTo>
                    <a:pt x="243" y="42"/>
                  </a:lnTo>
                  <a:lnTo>
                    <a:pt x="245" y="0"/>
                  </a:lnTo>
                  <a:lnTo>
                    <a:pt x="233" y="0"/>
                  </a:lnTo>
                  <a:lnTo>
                    <a:pt x="232" y="42"/>
                  </a:lnTo>
                  <a:lnTo>
                    <a:pt x="228" y="83"/>
                  </a:lnTo>
                  <a:lnTo>
                    <a:pt x="222" y="123"/>
                  </a:lnTo>
                  <a:lnTo>
                    <a:pt x="214" y="162"/>
                  </a:lnTo>
                  <a:lnTo>
                    <a:pt x="204" y="197"/>
                  </a:lnTo>
                  <a:lnTo>
                    <a:pt x="192" y="232"/>
                  </a:lnTo>
                  <a:lnTo>
                    <a:pt x="178" y="264"/>
                  </a:lnTo>
                  <a:lnTo>
                    <a:pt x="163" y="293"/>
                  </a:lnTo>
                  <a:lnTo>
                    <a:pt x="146" y="320"/>
                  </a:lnTo>
                  <a:lnTo>
                    <a:pt x="129" y="345"/>
                  </a:lnTo>
                  <a:lnTo>
                    <a:pt x="109" y="365"/>
                  </a:lnTo>
                  <a:lnTo>
                    <a:pt x="89" y="382"/>
                  </a:lnTo>
                  <a:lnTo>
                    <a:pt x="66" y="395"/>
                  </a:lnTo>
                  <a:lnTo>
                    <a:pt x="45" y="406"/>
                  </a:lnTo>
                  <a:lnTo>
                    <a:pt x="23"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14068" name="Freeform 69"/>
            <p:cNvSpPr>
              <a:spLocks/>
            </p:cNvSpPr>
            <p:nvPr/>
          </p:nvSpPr>
          <p:spPr bwMode="auto">
            <a:xfrm>
              <a:off x="1335" y="1943"/>
              <a:ext cx="49" cy="86"/>
            </a:xfrm>
            <a:custGeom>
              <a:avLst/>
              <a:gdLst>
                <a:gd name="T0" fmla="*/ 0 w 246"/>
                <a:gd name="T1" fmla="*/ 0 h 426"/>
                <a:gd name="T2" fmla="*/ 0 w 246"/>
                <a:gd name="T3" fmla="*/ 0 h 426"/>
                <a:gd name="T4" fmla="*/ 0 w 246"/>
                <a:gd name="T5" fmla="*/ 0 h 426"/>
                <a:gd name="T6" fmla="*/ 0 w 246"/>
                <a:gd name="T7" fmla="*/ 1 h 426"/>
                <a:gd name="T8" fmla="*/ 0 w 246"/>
                <a:gd name="T9" fmla="*/ 1 h 426"/>
                <a:gd name="T10" fmla="*/ 0 w 246"/>
                <a:gd name="T11" fmla="*/ 1 h 426"/>
                <a:gd name="T12" fmla="*/ 0 w 246"/>
                <a:gd name="T13" fmla="*/ 2 h 426"/>
                <a:gd name="T14" fmla="*/ 0 w 246"/>
                <a:gd name="T15" fmla="*/ 2 h 426"/>
                <a:gd name="T16" fmla="*/ 0 w 246"/>
                <a:gd name="T17" fmla="*/ 2 h 426"/>
                <a:gd name="T18" fmla="*/ 1 w 246"/>
                <a:gd name="T19" fmla="*/ 2 h 426"/>
                <a:gd name="T20" fmla="*/ 1 w 246"/>
                <a:gd name="T21" fmla="*/ 3 h 426"/>
                <a:gd name="T22" fmla="*/ 1 w 246"/>
                <a:gd name="T23" fmla="*/ 3 h 426"/>
                <a:gd name="T24" fmla="*/ 1 w 246"/>
                <a:gd name="T25" fmla="*/ 3 h 426"/>
                <a:gd name="T26" fmla="*/ 1 w 246"/>
                <a:gd name="T27" fmla="*/ 3 h 426"/>
                <a:gd name="T28" fmla="*/ 1 w 246"/>
                <a:gd name="T29" fmla="*/ 3 h 426"/>
                <a:gd name="T30" fmla="*/ 2 w 246"/>
                <a:gd name="T31" fmla="*/ 3 h 426"/>
                <a:gd name="T32" fmla="*/ 2 w 246"/>
                <a:gd name="T33" fmla="*/ 3 h 426"/>
                <a:gd name="T34" fmla="*/ 2 w 246"/>
                <a:gd name="T35" fmla="*/ 3 h 426"/>
                <a:gd name="T36" fmla="*/ 2 w 246"/>
                <a:gd name="T37" fmla="*/ 3 h 426"/>
                <a:gd name="T38" fmla="*/ 2 w 246"/>
                <a:gd name="T39" fmla="*/ 3 h 426"/>
                <a:gd name="T40" fmla="*/ 2 w 246"/>
                <a:gd name="T41" fmla="*/ 3 h 426"/>
                <a:gd name="T42" fmla="*/ 1 w 246"/>
                <a:gd name="T43" fmla="*/ 3 h 426"/>
                <a:gd name="T44" fmla="*/ 1 w 246"/>
                <a:gd name="T45" fmla="*/ 3 h 426"/>
                <a:gd name="T46" fmla="*/ 1 w 246"/>
                <a:gd name="T47" fmla="*/ 3 h 426"/>
                <a:gd name="T48" fmla="*/ 1 w 246"/>
                <a:gd name="T49" fmla="*/ 3 h 426"/>
                <a:gd name="T50" fmla="*/ 1 w 246"/>
                <a:gd name="T51" fmla="*/ 3 h 426"/>
                <a:gd name="T52" fmla="*/ 1 w 246"/>
                <a:gd name="T53" fmla="*/ 2 h 426"/>
                <a:gd name="T54" fmla="*/ 1 w 246"/>
                <a:gd name="T55" fmla="*/ 2 h 426"/>
                <a:gd name="T56" fmla="*/ 0 w 246"/>
                <a:gd name="T57" fmla="*/ 2 h 426"/>
                <a:gd name="T58" fmla="*/ 0 w 246"/>
                <a:gd name="T59" fmla="*/ 2 h 426"/>
                <a:gd name="T60" fmla="*/ 0 w 246"/>
                <a:gd name="T61" fmla="*/ 1 h 426"/>
                <a:gd name="T62" fmla="*/ 0 w 246"/>
                <a:gd name="T63" fmla="*/ 1 h 426"/>
                <a:gd name="T64" fmla="*/ 0 w 246"/>
                <a:gd name="T65" fmla="*/ 1 h 426"/>
                <a:gd name="T66" fmla="*/ 0 w 246"/>
                <a:gd name="T67" fmla="*/ 0 h 426"/>
                <a:gd name="T68" fmla="*/ 0 w 246"/>
                <a:gd name="T69" fmla="*/ 0 h 426"/>
                <a:gd name="T70" fmla="*/ 0 w 246"/>
                <a:gd name="T71" fmla="*/ 0 h 426"/>
                <a:gd name="T72" fmla="*/ 0 w 246"/>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6"/>
                <a:gd name="T113" fmla="*/ 246 w 246"/>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6">
                  <a:moveTo>
                    <a:pt x="0" y="0"/>
                  </a:moveTo>
                  <a:lnTo>
                    <a:pt x="0" y="0"/>
                  </a:lnTo>
                  <a:lnTo>
                    <a:pt x="1" y="42"/>
                  </a:lnTo>
                  <a:lnTo>
                    <a:pt x="4" y="86"/>
                  </a:lnTo>
                  <a:lnTo>
                    <a:pt x="10" y="126"/>
                  </a:lnTo>
                  <a:lnTo>
                    <a:pt x="18" y="164"/>
                  </a:lnTo>
                  <a:lnTo>
                    <a:pt x="29" y="202"/>
                  </a:lnTo>
                  <a:lnTo>
                    <a:pt x="41" y="237"/>
                  </a:lnTo>
                  <a:lnTo>
                    <a:pt x="55" y="269"/>
                  </a:lnTo>
                  <a:lnTo>
                    <a:pt x="71" y="300"/>
                  </a:lnTo>
                  <a:lnTo>
                    <a:pt x="89" y="327"/>
                  </a:lnTo>
                  <a:lnTo>
                    <a:pt x="107" y="352"/>
                  </a:lnTo>
                  <a:lnTo>
                    <a:pt x="127" y="374"/>
                  </a:lnTo>
                  <a:lnTo>
                    <a:pt x="150" y="392"/>
                  </a:lnTo>
                  <a:lnTo>
                    <a:pt x="171" y="407"/>
                  </a:lnTo>
                  <a:lnTo>
                    <a:pt x="195" y="418"/>
                  </a:lnTo>
                  <a:lnTo>
                    <a:pt x="220" y="423"/>
                  </a:lnTo>
                  <a:lnTo>
                    <a:pt x="246" y="426"/>
                  </a:lnTo>
                  <a:lnTo>
                    <a:pt x="246" y="414"/>
                  </a:lnTo>
                  <a:lnTo>
                    <a:pt x="222" y="412"/>
                  </a:lnTo>
                  <a:lnTo>
                    <a:pt x="200" y="406"/>
                  </a:lnTo>
                  <a:lnTo>
                    <a:pt x="178" y="395"/>
                  </a:lnTo>
                  <a:lnTo>
                    <a:pt x="157" y="382"/>
                  </a:lnTo>
                  <a:lnTo>
                    <a:pt x="137" y="365"/>
                  </a:lnTo>
                  <a:lnTo>
                    <a:pt x="117" y="345"/>
                  </a:lnTo>
                  <a:lnTo>
                    <a:pt x="98" y="320"/>
                  </a:lnTo>
                  <a:lnTo>
                    <a:pt x="83" y="293"/>
                  </a:lnTo>
                  <a:lnTo>
                    <a:pt x="66" y="264"/>
                  </a:lnTo>
                  <a:lnTo>
                    <a:pt x="52" y="232"/>
                  </a:lnTo>
                  <a:lnTo>
                    <a:pt x="41" y="197"/>
                  </a:lnTo>
                  <a:lnTo>
                    <a:pt x="30" y="162"/>
                  </a:lnTo>
                  <a:lnTo>
                    <a:pt x="22" y="123"/>
                  </a:lnTo>
                  <a:lnTo>
                    <a:pt x="16" y="83"/>
                  </a:lnTo>
                  <a:lnTo>
                    <a:pt x="13" y="42"/>
                  </a:lnTo>
                  <a:lnTo>
                    <a:pt x="11"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14069" name="Freeform 70"/>
            <p:cNvSpPr>
              <a:spLocks/>
            </p:cNvSpPr>
            <p:nvPr/>
          </p:nvSpPr>
          <p:spPr bwMode="auto">
            <a:xfrm>
              <a:off x="1335" y="1859"/>
              <a:ext cx="49" cy="84"/>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1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0" y="2"/>
                  </a:lnTo>
                  <a:lnTo>
                    <a:pt x="195" y="8"/>
                  </a:lnTo>
                  <a:lnTo>
                    <a:pt x="171" y="18"/>
                  </a:lnTo>
                  <a:lnTo>
                    <a:pt x="150" y="34"/>
                  </a:lnTo>
                  <a:lnTo>
                    <a:pt x="127" y="51"/>
                  </a:lnTo>
                  <a:lnTo>
                    <a:pt x="107" y="74"/>
                  </a:lnTo>
                  <a:lnTo>
                    <a:pt x="89" y="98"/>
                  </a:lnTo>
                  <a:lnTo>
                    <a:pt x="72" y="125"/>
                  </a:lnTo>
                  <a:lnTo>
                    <a:pt x="55" y="156"/>
                  </a:lnTo>
                  <a:lnTo>
                    <a:pt x="41" y="188"/>
                  </a:lnTo>
                  <a:lnTo>
                    <a:pt x="29" y="222"/>
                  </a:lnTo>
                  <a:lnTo>
                    <a:pt x="18" y="261"/>
                  </a:lnTo>
                  <a:lnTo>
                    <a:pt x="10" y="299"/>
                  </a:lnTo>
                  <a:lnTo>
                    <a:pt x="4" y="339"/>
                  </a:lnTo>
                  <a:lnTo>
                    <a:pt x="1" y="382"/>
                  </a:lnTo>
                  <a:lnTo>
                    <a:pt x="0" y="424"/>
                  </a:lnTo>
                  <a:lnTo>
                    <a:pt x="11" y="424"/>
                  </a:lnTo>
                  <a:lnTo>
                    <a:pt x="13" y="382"/>
                  </a:lnTo>
                  <a:lnTo>
                    <a:pt x="16" y="341"/>
                  </a:lnTo>
                  <a:lnTo>
                    <a:pt x="22" y="301"/>
                  </a:lnTo>
                  <a:lnTo>
                    <a:pt x="30" y="264"/>
                  </a:lnTo>
                  <a:lnTo>
                    <a:pt x="41" y="227"/>
                  </a:lnTo>
                  <a:lnTo>
                    <a:pt x="52" y="193"/>
                  </a:lnTo>
                  <a:lnTo>
                    <a:pt x="66" y="160"/>
                  </a:lnTo>
                  <a:lnTo>
                    <a:pt x="82" y="132"/>
                  </a:lnTo>
                  <a:lnTo>
                    <a:pt x="98" y="105"/>
                  </a:lnTo>
                  <a:lnTo>
                    <a:pt x="117" y="81"/>
                  </a:lnTo>
                  <a:lnTo>
                    <a:pt x="137" y="61"/>
                  </a:lnTo>
                  <a:lnTo>
                    <a:pt x="157" y="43"/>
                  </a:lnTo>
                  <a:lnTo>
                    <a:pt x="178" y="30"/>
                  </a:lnTo>
                  <a:lnTo>
                    <a:pt x="200" y="20"/>
                  </a:lnTo>
                  <a:lnTo>
                    <a:pt x="222" y="14"/>
                  </a:lnTo>
                  <a:lnTo>
                    <a:pt x="246" y="11"/>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14070" name="Freeform 71"/>
            <p:cNvSpPr>
              <a:spLocks/>
            </p:cNvSpPr>
            <p:nvPr/>
          </p:nvSpPr>
          <p:spPr bwMode="auto">
            <a:xfrm>
              <a:off x="1552" y="1751"/>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1" y="339"/>
                  </a:lnTo>
                  <a:lnTo>
                    <a:pt x="235" y="299"/>
                  </a:lnTo>
                  <a:lnTo>
                    <a:pt x="226" y="261"/>
                  </a:lnTo>
                  <a:lnTo>
                    <a:pt x="216" y="223"/>
                  </a:lnTo>
                  <a:lnTo>
                    <a:pt x="204" y="189"/>
                  </a:lnTo>
                  <a:lnTo>
                    <a:pt x="190" y="156"/>
                  </a:lnTo>
                  <a:lnTo>
                    <a:pt x="174" y="125"/>
                  </a:lnTo>
                  <a:lnTo>
                    <a:pt x="156" y="98"/>
                  </a:lnTo>
                  <a:lnTo>
                    <a:pt x="137" y="74"/>
                  </a:lnTo>
                  <a:lnTo>
                    <a:pt x="119" y="52"/>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8" y="81"/>
                  </a:lnTo>
                  <a:lnTo>
                    <a:pt x="147" y="105"/>
                  </a:lnTo>
                  <a:lnTo>
                    <a:pt x="164" y="132"/>
                  </a:lnTo>
                  <a:lnTo>
                    <a:pt x="178" y="161"/>
                  </a:lnTo>
                  <a:lnTo>
                    <a:pt x="193" y="193"/>
                  </a:lnTo>
                  <a:lnTo>
                    <a:pt x="204" y="227"/>
                  </a:lnTo>
                  <a:lnTo>
                    <a:pt x="215" y="264"/>
                  </a:lnTo>
                  <a:lnTo>
                    <a:pt x="223" y="301"/>
                  </a:lnTo>
                  <a:lnTo>
                    <a:pt x="229" y="341"/>
                  </a:lnTo>
                  <a:lnTo>
                    <a:pt x="232" y="382"/>
                  </a:lnTo>
                  <a:lnTo>
                    <a:pt x="234"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14071" name="Freeform 72"/>
            <p:cNvSpPr>
              <a:spLocks/>
            </p:cNvSpPr>
            <p:nvPr/>
          </p:nvSpPr>
          <p:spPr bwMode="auto">
            <a:xfrm>
              <a:off x="1552" y="1836"/>
              <a:ext cx="49" cy="85"/>
            </a:xfrm>
            <a:custGeom>
              <a:avLst/>
              <a:gdLst>
                <a:gd name="T0" fmla="*/ 0 w 245"/>
                <a:gd name="T1" fmla="*/ 3 h 425"/>
                <a:gd name="T2" fmla="*/ 0 w 245"/>
                <a:gd name="T3" fmla="*/ 3 h 425"/>
                <a:gd name="T4" fmla="*/ 0 w 245"/>
                <a:gd name="T5" fmla="*/ 3 h 425"/>
                <a:gd name="T6" fmla="*/ 0 w 245"/>
                <a:gd name="T7" fmla="*/ 3 h 425"/>
                <a:gd name="T8" fmla="*/ 1 w 245"/>
                <a:gd name="T9" fmla="*/ 3 h 425"/>
                <a:gd name="T10" fmla="*/ 1 w 245"/>
                <a:gd name="T11" fmla="*/ 3 h 425"/>
                <a:gd name="T12" fmla="*/ 1 w 245"/>
                <a:gd name="T13" fmla="*/ 3 h 425"/>
                <a:gd name="T14" fmla="*/ 1 w 245"/>
                <a:gd name="T15" fmla="*/ 3 h 425"/>
                <a:gd name="T16" fmla="*/ 1 w 245"/>
                <a:gd name="T17" fmla="*/ 3 h 425"/>
                <a:gd name="T18" fmla="*/ 1 w 245"/>
                <a:gd name="T19" fmla="*/ 2 h 425"/>
                <a:gd name="T20" fmla="*/ 2 w 245"/>
                <a:gd name="T21" fmla="*/ 2 h 425"/>
                <a:gd name="T22" fmla="*/ 2 w 245"/>
                <a:gd name="T23" fmla="*/ 2 h 425"/>
                <a:gd name="T24" fmla="*/ 2 w 245"/>
                <a:gd name="T25" fmla="*/ 2 h 425"/>
                <a:gd name="T26" fmla="*/ 2 w 245"/>
                <a:gd name="T27" fmla="*/ 1 h 425"/>
                <a:gd name="T28" fmla="*/ 2 w 245"/>
                <a:gd name="T29" fmla="*/ 1 h 425"/>
                <a:gd name="T30" fmla="*/ 2 w 245"/>
                <a:gd name="T31" fmla="*/ 1 h 425"/>
                <a:gd name="T32" fmla="*/ 2 w 245"/>
                <a:gd name="T33" fmla="*/ 0 h 425"/>
                <a:gd name="T34" fmla="*/ 2 w 245"/>
                <a:gd name="T35" fmla="*/ 0 h 425"/>
                <a:gd name="T36" fmla="*/ 2 w 245"/>
                <a:gd name="T37" fmla="*/ 0 h 425"/>
                <a:gd name="T38" fmla="*/ 2 w 245"/>
                <a:gd name="T39" fmla="*/ 0 h 425"/>
                <a:gd name="T40" fmla="*/ 2 w 245"/>
                <a:gd name="T41" fmla="*/ 1 h 425"/>
                <a:gd name="T42" fmla="*/ 2 w 245"/>
                <a:gd name="T43" fmla="*/ 1 h 425"/>
                <a:gd name="T44" fmla="*/ 2 w 245"/>
                <a:gd name="T45" fmla="*/ 1 h 425"/>
                <a:gd name="T46" fmla="*/ 2 w 245"/>
                <a:gd name="T47" fmla="*/ 2 h 425"/>
                <a:gd name="T48" fmla="*/ 2 w 245"/>
                <a:gd name="T49" fmla="*/ 2 h 425"/>
                <a:gd name="T50" fmla="*/ 1 w 245"/>
                <a:gd name="T51" fmla="*/ 2 h 425"/>
                <a:gd name="T52" fmla="*/ 1 w 245"/>
                <a:gd name="T53" fmla="*/ 2 h 425"/>
                <a:gd name="T54" fmla="*/ 1 w 245"/>
                <a:gd name="T55" fmla="*/ 3 h 425"/>
                <a:gd name="T56" fmla="*/ 1 w 245"/>
                <a:gd name="T57" fmla="*/ 3 h 425"/>
                <a:gd name="T58" fmla="*/ 1 w 245"/>
                <a:gd name="T59" fmla="*/ 3 h 425"/>
                <a:gd name="T60" fmla="*/ 1 w 245"/>
                <a:gd name="T61" fmla="*/ 3 h 425"/>
                <a:gd name="T62" fmla="*/ 1 w 245"/>
                <a:gd name="T63" fmla="*/ 3 h 425"/>
                <a:gd name="T64" fmla="*/ 0 w 245"/>
                <a:gd name="T65" fmla="*/ 3 h 425"/>
                <a:gd name="T66" fmla="*/ 0 w 245"/>
                <a:gd name="T67" fmla="*/ 3 h 425"/>
                <a:gd name="T68" fmla="*/ 0 w 245"/>
                <a:gd name="T69" fmla="*/ 3 h 425"/>
                <a:gd name="T70" fmla="*/ 0 w 245"/>
                <a:gd name="T71" fmla="*/ 3 h 425"/>
                <a:gd name="T72" fmla="*/ 0 w 245"/>
                <a:gd name="T73" fmla="*/ 3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5"/>
                <a:gd name="T113" fmla="*/ 245 w 245"/>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5">
                  <a:moveTo>
                    <a:pt x="0" y="425"/>
                  </a:moveTo>
                  <a:lnTo>
                    <a:pt x="0" y="425"/>
                  </a:lnTo>
                  <a:lnTo>
                    <a:pt x="26" y="422"/>
                  </a:lnTo>
                  <a:lnTo>
                    <a:pt x="51" y="417"/>
                  </a:lnTo>
                  <a:lnTo>
                    <a:pt x="74" y="406"/>
                  </a:lnTo>
                  <a:lnTo>
                    <a:pt x="96" y="391"/>
                  </a:lnTo>
                  <a:lnTo>
                    <a:pt x="119" y="373"/>
                  </a:lnTo>
                  <a:lnTo>
                    <a:pt x="137" y="351"/>
                  </a:lnTo>
                  <a:lnTo>
                    <a:pt x="156" y="326"/>
                  </a:lnTo>
                  <a:lnTo>
                    <a:pt x="174" y="299"/>
                  </a:lnTo>
                  <a:lnTo>
                    <a:pt x="190" y="269"/>
                  </a:lnTo>
                  <a:lnTo>
                    <a:pt x="204" y="236"/>
                  </a:lnTo>
                  <a:lnTo>
                    <a:pt x="216" y="202"/>
                  </a:lnTo>
                  <a:lnTo>
                    <a:pt x="226" y="163"/>
                  </a:lnTo>
                  <a:lnTo>
                    <a:pt x="235" y="126"/>
                  </a:lnTo>
                  <a:lnTo>
                    <a:pt x="241" y="86"/>
                  </a:lnTo>
                  <a:lnTo>
                    <a:pt x="244" y="43"/>
                  </a:lnTo>
                  <a:lnTo>
                    <a:pt x="245" y="0"/>
                  </a:lnTo>
                  <a:lnTo>
                    <a:pt x="234" y="0"/>
                  </a:lnTo>
                  <a:lnTo>
                    <a:pt x="232" y="43"/>
                  </a:lnTo>
                  <a:lnTo>
                    <a:pt x="229" y="84"/>
                  </a:lnTo>
                  <a:lnTo>
                    <a:pt x="223" y="123"/>
                  </a:lnTo>
                  <a:lnTo>
                    <a:pt x="215" y="161"/>
                  </a:lnTo>
                  <a:lnTo>
                    <a:pt x="204" y="197"/>
                  </a:lnTo>
                  <a:lnTo>
                    <a:pt x="193" y="231"/>
                  </a:lnTo>
                  <a:lnTo>
                    <a:pt x="178" y="264"/>
                  </a:lnTo>
                  <a:lnTo>
                    <a:pt x="164" y="292"/>
                  </a:lnTo>
                  <a:lnTo>
                    <a:pt x="147" y="319"/>
                  </a:lnTo>
                  <a:lnTo>
                    <a:pt x="128" y="344"/>
                  </a:lnTo>
                  <a:lnTo>
                    <a:pt x="109" y="364"/>
                  </a:lnTo>
                  <a:lnTo>
                    <a:pt x="89" y="381"/>
                  </a:lnTo>
                  <a:lnTo>
                    <a:pt x="67" y="394"/>
                  </a:lnTo>
                  <a:lnTo>
                    <a:pt x="46" y="405"/>
                  </a:lnTo>
                  <a:lnTo>
                    <a:pt x="24" y="411"/>
                  </a:lnTo>
                  <a:lnTo>
                    <a:pt x="0" y="413"/>
                  </a:lnTo>
                  <a:lnTo>
                    <a:pt x="0" y="425"/>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14072" name="Freeform 73"/>
            <p:cNvSpPr>
              <a:spLocks/>
            </p:cNvSpPr>
            <p:nvPr/>
          </p:nvSpPr>
          <p:spPr bwMode="auto">
            <a:xfrm>
              <a:off x="1502" y="1836"/>
              <a:ext cx="50" cy="85"/>
            </a:xfrm>
            <a:custGeom>
              <a:avLst/>
              <a:gdLst>
                <a:gd name="T0" fmla="*/ 0 w 246"/>
                <a:gd name="T1" fmla="*/ 0 h 425"/>
                <a:gd name="T2" fmla="*/ 0 w 246"/>
                <a:gd name="T3" fmla="*/ 0 h 425"/>
                <a:gd name="T4" fmla="*/ 0 w 246"/>
                <a:gd name="T5" fmla="*/ 0 h 425"/>
                <a:gd name="T6" fmla="*/ 0 w 246"/>
                <a:gd name="T7" fmla="*/ 1 h 425"/>
                <a:gd name="T8" fmla="*/ 0 w 246"/>
                <a:gd name="T9" fmla="*/ 1 h 425"/>
                <a:gd name="T10" fmla="*/ 0 w 246"/>
                <a:gd name="T11" fmla="*/ 1 h 425"/>
                <a:gd name="T12" fmla="*/ 0 w 246"/>
                <a:gd name="T13" fmla="*/ 2 h 425"/>
                <a:gd name="T14" fmla="*/ 0 w 246"/>
                <a:gd name="T15" fmla="*/ 2 h 425"/>
                <a:gd name="T16" fmla="*/ 0 w 246"/>
                <a:gd name="T17" fmla="*/ 2 h 425"/>
                <a:gd name="T18" fmla="*/ 1 w 246"/>
                <a:gd name="T19" fmla="*/ 2 h 425"/>
                <a:gd name="T20" fmla="*/ 1 w 246"/>
                <a:gd name="T21" fmla="*/ 3 h 425"/>
                <a:gd name="T22" fmla="*/ 1 w 246"/>
                <a:gd name="T23" fmla="*/ 3 h 425"/>
                <a:gd name="T24" fmla="*/ 1 w 246"/>
                <a:gd name="T25" fmla="*/ 3 h 425"/>
                <a:gd name="T26" fmla="*/ 1 w 246"/>
                <a:gd name="T27" fmla="*/ 3 h 425"/>
                <a:gd name="T28" fmla="*/ 1 w 246"/>
                <a:gd name="T29" fmla="*/ 3 h 425"/>
                <a:gd name="T30" fmla="*/ 2 w 246"/>
                <a:gd name="T31" fmla="*/ 3 h 425"/>
                <a:gd name="T32" fmla="*/ 2 w 246"/>
                <a:gd name="T33" fmla="*/ 3 h 425"/>
                <a:gd name="T34" fmla="*/ 2 w 246"/>
                <a:gd name="T35" fmla="*/ 3 h 425"/>
                <a:gd name="T36" fmla="*/ 2 w 246"/>
                <a:gd name="T37" fmla="*/ 3 h 425"/>
                <a:gd name="T38" fmla="*/ 2 w 246"/>
                <a:gd name="T39" fmla="*/ 3 h 425"/>
                <a:gd name="T40" fmla="*/ 2 w 246"/>
                <a:gd name="T41" fmla="*/ 3 h 425"/>
                <a:gd name="T42" fmla="*/ 1 w 246"/>
                <a:gd name="T43" fmla="*/ 3 h 425"/>
                <a:gd name="T44" fmla="*/ 1 w 246"/>
                <a:gd name="T45" fmla="*/ 3 h 425"/>
                <a:gd name="T46" fmla="*/ 1 w 246"/>
                <a:gd name="T47" fmla="*/ 3 h 425"/>
                <a:gd name="T48" fmla="*/ 1 w 246"/>
                <a:gd name="T49" fmla="*/ 3 h 425"/>
                <a:gd name="T50" fmla="*/ 1 w 246"/>
                <a:gd name="T51" fmla="*/ 3 h 425"/>
                <a:gd name="T52" fmla="*/ 1 w 246"/>
                <a:gd name="T53" fmla="*/ 2 h 425"/>
                <a:gd name="T54" fmla="*/ 1 w 246"/>
                <a:gd name="T55" fmla="*/ 2 h 425"/>
                <a:gd name="T56" fmla="*/ 0 w 246"/>
                <a:gd name="T57" fmla="*/ 2 h 425"/>
                <a:gd name="T58" fmla="*/ 0 w 246"/>
                <a:gd name="T59" fmla="*/ 2 h 425"/>
                <a:gd name="T60" fmla="*/ 0 w 246"/>
                <a:gd name="T61" fmla="*/ 1 h 425"/>
                <a:gd name="T62" fmla="*/ 0 w 246"/>
                <a:gd name="T63" fmla="*/ 1 h 425"/>
                <a:gd name="T64" fmla="*/ 0 w 246"/>
                <a:gd name="T65" fmla="*/ 1 h 425"/>
                <a:gd name="T66" fmla="*/ 0 w 246"/>
                <a:gd name="T67" fmla="*/ 0 h 425"/>
                <a:gd name="T68" fmla="*/ 0 w 246"/>
                <a:gd name="T69" fmla="*/ 0 h 425"/>
                <a:gd name="T70" fmla="*/ 0 w 246"/>
                <a:gd name="T71" fmla="*/ 0 h 425"/>
                <a:gd name="T72" fmla="*/ 0 w 246"/>
                <a:gd name="T73" fmla="*/ 0 h 42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5"/>
                <a:gd name="T113" fmla="*/ 246 w 246"/>
                <a:gd name="T114" fmla="*/ 425 h 425"/>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5">
                  <a:moveTo>
                    <a:pt x="0" y="0"/>
                  </a:moveTo>
                  <a:lnTo>
                    <a:pt x="0" y="0"/>
                  </a:lnTo>
                  <a:lnTo>
                    <a:pt x="2" y="43"/>
                  </a:lnTo>
                  <a:lnTo>
                    <a:pt x="5" y="86"/>
                  </a:lnTo>
                  <a:lnTo>
                    <a:pt x="11" y="126"/>
                  </a:lnTo>
                  <a:lnTo>
                    <a:pt x="19" y="163"/>
                  </a:lnTo>
                  <a:lnTo>
                    <a:pt x="30" y="202"/>
                  </a:lnTo>
                  <a:lnTo>
                    <a:pt x="41" y="236"/>
                  </a:lnTo>
                  <a:lnTo>
                    <a:pt x="55" y="269"/>
                  </a:lnTo>
                  <a:lnTo>
                    <a:pt x="73" y="299"/>
                  </a:lnTo>
                  <a:lnTo>
                    <a:pt x="89" y="326"/>
                  </a:lnTo>
                  <a:lnTo>
                    <a:pt x="108" y="351"/>
                  </a:lnTo>
                  <a:lnTo>
                    <a:pt x="128" y="373"/>
                  </a:lnTo>
                  <a:lnTo>
                    <a:pt x="150" y="391"/>
                  </a:lnTo>
                  <a:lnTo>
                    <a:pt x="171" y="406"/>
                  </a:lnTo>
                  <a:lnTo>
                    <a:pt x="196" y="417"/>
                  </a:lnTo>
                  <a:lnTo>
                    <a:pt x="221" y="422"/>
                  </a:lnTo>
                  <a:lnTo>
                    <a:pt x="246" y="425"/>
                  </a:lnTo>
                  <a:lnTo>
                    <a:pt x="246" y="413"/>
                  </a:lnTo>
                  <a:lnTo>
                    <a:pt x="223" y="411"/>
                  </a:lnTo>
                  <a:lnTo>
                    <a:pt x="201" y="405"/>
                  </a:lnTo>
                  <a:lnTo>
                    <a:pt x="178" y="394"/>
                  </a:lnTo>
                  <a:lnTo>
                    <a:pt x="157" y="381"/>
                  </a:lnTo>
                  <a:lnTo>
                    <a:pt x="137" y="364"/>
                  </a:lnTo>
                  <a:lnTo>
                    <a:pt x="117" y="344"/>
                  </a:lnTo>
                  <a:lnTo>
                    <a:pt x="99" y="319"/>
                  </a:lnTo>
                  <a:lnTo>
                    <a:pt x="82" y="292"/>
                  </a:lnTo>
                  <a:lnTo>
                    <a:pt x="67" y="264"/>
                  </a:lnTo>
                  <a:lnTo>
                    <a:pt x="53" y="231"/>
                  </a:lnTo>
                  <a:lnTo>
                    <a:pt x="41" y="197"/>
                  </a:lnTo>
                  <a:lnTo>
                    <a:pt x="31" y="161"/>
                  </a:lnTo>
                  <a:lnTo>
                    <a:pt x="23" y="123"/>
                  </a:lnTo>
                  <a:lnTo>
                    <a:pt x="17" y="84"/>
                  </a:lnTo>
                  <a:lnTo>
                    <a:pt x="13" y="43"/>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14073" name="Freeform 74"/>
            <p:cNvSpPr>
              <a:spLocks/>
            </p:cNvSpPr>
            <p:nvPr/>
          </p:nvSpPr>
          <p:spPr bwMode="auto">
            <a:xfrm>
              <a:off x="1502" y="1751"/>
              <a:ext cx="50" cy="85"/>
            </a:xfrm>
            <a:custGeom>
              <a:avLst/>
              <a:gdLst>
                <a:gd name="T0" fmla="*/ 2 w 246"/>
                <a:gd name="T1" fmla="*/ 0 h 424"/>
                <a:gd name="T2" fmla="*/ 2 w 246"/>
                <a:gd name="T3" fmla="*/ 0 h 424"/>
                <a:gd name="T4" fmla="*/ 2 w 246"/>
                <a:gd name="T5" fmla="*/ 0 h 424"/>
                <a:gd name="T6" fmla="*/ 2 w 246"/>
                <a:gd name="T7" fmla="*/ 0 h 424"/>
                <a:gd name="T8" fmla="*/ 1 w 246"/>
                <a:gd name="T9" fmla="*/ 0 h 424"/>
                <a:gd name="T10" fmla="*/ 1 w 246"/>
                <a:gd name="T11" fmla="*/ 0 h 424"/>
                <a:gd name="T12" fmla="*/ 1 w 246"/>
                <a:gd name="T13" fmla="*/ 0 h 424"/>
                <a:gd name="T14" fmla="*/ 1 w 246"/>
                <a:gd name="T15" fmla="*/ 1 h 424"/>
                <a:gd name="T16" fmla="*/ 1 w 246"/>
                <a:gd name="T17" fmla="*/ 1 h 424"/>
                <a:gd name="T18" fmla="*/ 1 w 246"/>
                <a:gd name="T19" fmla="*/ 1 h 424"/>
                <a:gd name="T20" fmla="*/ 0 w 246"/>
                <a:gd name="T21" fmla="*/ 1 h 424"/>
                <a:gd name="T22" fmla="*/ 0 w 246"/>
                <a:gd name="T23" fmla="*/ 2 h 424"/>
                <a:gd name="T24" fmla="*/ 0 w 246"/>
                <a:gd name="T25" fmla="*/ 2 h 424"/>
                <a:gd name="T26" fmla="*/ 0 w 246"/>
                <a:gd name="T27" fmla="*/ 2 h 424"/>
                <a:gd name="T28" fmla="*/ 0 w 246"/>
                <a:gd name="T29" fmla="*/ 2 h 424"/>
                <a:gd name="T30" fmla="*/ 0 w 246"/>
                <a:gd name="T31" fmla="*/ 3 h 424"/>
                <a:gd name="T32" fmla="*/ 0 w 246"/>
                <a:gd name="T33" fmla="*/ 3 h 424"/>
                <a:gd name="T34" fmla="*/ 0 w 246"/>
                <a:gd name="T35" fmla="*/ 3 h 424"/>
                <a:gd name="T36" fmla="*/ 0 w 246"/>
                <a:gd name="T37" fmla="*/ 3 h 424"/>
                <a:gd name="T38" fmla="*/ 0 w 246"/>
                <a:gd name="T39" fmla="*/ 3 h 424"/>
                <a:gd name="T40" fmla="*/ 0 w 246"/>
                <a:gd name="T41" fmla="*/ 3 h 424"/>
                <a:gd name="T42" fmla="*/ 0 w 246"/>
                <a:gd name="T43" fmla="*/ 2 h 424"/>
                <a:gd name="T44" fmla="*/ 0 w 246"/>
                <a:gd name="T45" fmla="*/ 2 h 424"/>
                <a:gd name="T46" fmla="*/ 0 w 246"/>
                <a:gd name="T47" fmla="*/ 2 h 424"/>
                <a:gd name="T48" fmla="*/ 0 w 246"/>
                <a:gd name="T49" fmla="*/ 2 h 424"/>
                <a:gd name="T50" fmla="*/ 1 w 246"/>
                <a:gd name="T51" fmla="*/ 1 h 424"/>
                <a:gd name="T52" fmla="*/ 1 w 246"/>
                <a:gd name="T53" fmla="*/ 1 h 424"/>
                <a:gd name="T54" fmla="*/ 1 w 246"/>
                <a:gd name="T55" fmla="*/ 1 h 424"/>
                <a:gd name="T56" fmla="*/ 1 w 246"/>
                <a:gd name="T57" fmla="*/ 1 h 424"/>
                <a:gd name="T58" fmla="*/ 1 w 246"/>
                <a:gd name="T59" fmla="*/ 0 h 424"/>
                <a:gd name="T60" fmla="*/ 1 w 246"/>
                <a:gd name="T61" fmla="*/ 0 h 424"/>
                <a:gd name="T62" fmla="*/ 1 w 246"/>
                <a:gd name="T63" fmla="*/ 0 h 424"/>
                <a:gd name="T64" fmla="*/ 2 w 246"/>
                <a:gd name="T65" fmla="*/ 0 h 424"/>
                <a:gd name="T66" fmla="*/ 2 w 246"/>
                <a:gd name="T67" fmla="*/ 0 h 424"/>
                <a:gd name="T68" fmla="*/ 2 w 246"/>
                <a:gd name="T69" fmla="*/ 0 h 424"/>
                <a:gd name="T70" fmla="*/ 2 w 246"/>
                <a:gd name="T71" fmla="*/ 0 h 424"/>
                <a:gd name="T72" fmla="*/ 2 w 246"/>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6"/>
                <a:gd name="T112" fmla="*/ 0 h 424"/>
                <a:gd name="T113" fmla="*/ 246 w 246"/>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6" h="424">
                  <a:moveTo>
                    <a:pt x="246" y="0"/>
                  </a:moveTo>
                  <a:lnTo>
                    <a:pt x="246" y="0"/>
                  </a:lnTo>
                  <a:lnTo>
                    <a:pt x="221" y="2"/>
                  </a:lnTo>
                  <a:lnTo>
                    <a:pt x="196" y="8"/>
                  </a:lnTo>
                  <a:lnTo>
                    <a:pt x="171" y="19"/>
                  </a:lnTo>
                  <a:lnTo>
                    <a:pt x="150" y="34"/>
                  </a:lnTo>
                  <a:lnTo>
                    <a:pt x="128" y="52"/>
                  </a:lnTo>
                  <a:lnTo>
                    <a:pt x="108" y="74"/>
                  </a:lnTo>
                  <a:lnTo>
                    <a:pt x="89" y="98"/>
                  </a:lnTo>
                  <a:lnTo>
                    <a:pt x="73" y="125"/>
                  </a:lnTo>
                  <a:lnTo>
                    <a:pt x="55" y="156"/>
                  </a:lnTo>
                  <a:lnTo>
                    <a:pt x="41" y="189"/>
                  </a:lnTo>
                  <a:lnTo>
                    <a:pt x="30" y="223"/>
                  </a:lnTo>
                  <a:lnTo>
                    <a:pt x="19" y="261"/>
                  </a:lnTo>
                  <a:lnTo>
                    <a:pt x="11" y="299"/>
                  </a:lnTo>
                  <a:lnTo>
                    <a:pt x="5" y="339"/>
                  </a:lnTo>
                  <a:lnTo>
                    <a:pt x="2" y="382"/>
                  </a:lnTo>
                  <a:lnTo>
                    <a:pt x="0" y="424"/>
                  </a:lnTo>
                  <a:lnTo>
                    <a:pt x="12" y="424"/>
                  </a:lnTo>
                  <a:lnTo>
                    <a:pt x="13" y="382"/>
                  </a:lnTo>
                  <a:lnTo>
                    <a:pt x="17" y="341"/>
                  </a:lnTo>
                  <a:lnTo>
                    <a:pt x="23" y="301"/>
                  </a:lnTo>
                  <a:lnTo>
                    <a:pt x="31" y="264"/>
                  </a:lnTo>
                  <a:lnTo>
                    <a:pt x="41" y="227"/>
                  </a:lnTo>
                  <a:lnTo>
                    <a:pt x="53" y="193"/>
                  </a:lnTo>
                  <a:lnTo>
                    <a:pt x="67" y="161"/>
                  </a:lnTo>
                  <a:lnTo>
                    <a:pt x="82" y="132"/>
                  </a:lnTo>
                  <a:lnTo>
                    <a:pt x="99" y="105"/>
                  </a:lnTo>
                  <a:lnTo>
                    <a:pt x="117" y="81"/>
                  </a:lnTo>
                  <a:lnTo>
                    <a:pt x="137" y="61"/>
                  </a:lnTo>
                  <a:lnTo>
                    <a:pt x="157" y="43"/>
                  </a:lnTo>
                  <a:lnTo>
                    <a:pt x="178" y="30"/>
                  </a:lnTo>
                  <a:lnTo>
                    <a:pt x="201" y="20"/>
                  </a:lnTo>
                  <a:lnTo>
                    <a:pt x="223" y="14"/>
                  </a:lnTo>
                  <a:lnTo>
                    <a:pt x="246" y="12"/>
                  </a:lnTo>
                  <a:lnTo>
                    <a:pt x="246"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14074" name="Freeform 75"/>
            <p:cNvSpPr>
              <a:spLocks/>
            </p:cNvSpPr>
            <p:nvPr/>
          </p:nvSpPr>
          <p:spPr bwMode="auto">
            <a:xfrm>
              <a:off x="1565" y="2016"/>
              <a:ext cx="49" cy="85"/>
            </a:xfrm>
            <a:custGeom>
              <a:avLst/>
              <a:gdLst>
                <a:gd name="T0" fmla="*/ 2 w 245"/>
                <a:gd name="T1" fmla="*/ 3 h 424"/>
                <a:gd name="T2" fmla="*/ 2 w 245"/>
                <a:gd name="T3" fmla="*/ 3 h 424"/>
                <a:gd name="T4" fmla="*/ 2 w 245"/>
                <a:gd name="T5" fmla="*/ 3 h 424"/>
                <a:gd name="T6" fmla="*/ 2 w 245"/>
                <a:gd name="T7" fmla="*/ 3 h 424"/>
                <a:gd name="T8" fmla="*/ 2 w 245"/>
                <a:gd name="T9" fmla="*/ 2 h 424"/>
                <a:gd name="T10" fmla="*/ 2 w 245"/>
                <a:gd name="T11" fmla="*/ 2 h 424"/>
                <a:gd name="T12" fmla="*/ 2 w 245"/>
                <a:gd name="T13" fmla="*/ 2 h 424"/>
                <a:gd name="T14" fmla="*/ 2 w 245"/>
                <a:gd name="T15" fmla="*/ 2 h 424"/>
                <a:gd name="T16" fmla="*/ 2 w 245"/>
                <a:gd name="T17" fmla="*/ 1 h 424"/>
                <a:gd name="T18" fmla="*/ 1 w 245"/>
                <a:gd name="T19" fmla="*/ 1 h 424"/>
                <a:gd name="T20" fmla="*/ 1 w 245"/>
                <a:gd name="T21" fmla="*/ 1 h 424"/>
                <a:gd name="T22" fmla="*/ 1 w 245"/>
                <a:gd name="T23" fmla="*/ 1 h 424"/>
                <a:gd name="T24" fmla="*/ 1 w 245"/>
                <a:gd name="T25" fmla="*/ 0 h 424"/>
                <a:gd name="T26" fmla="*/ 1 w 245"/>
                <a:gd name="T27" fmla="*/ 0 h 424"/>
                <a:gd name="T28" fmla="*/ 1 w 245"/>
                <a:gd name="T29" fmla="*/ 0 h 424"/>
                <a:gd name="T30" fmla="*/ 0 w 245"/>
                <a:gd name="T31" fmla="*/ 0 h 424"/>
                <a:gd name="T32" fmla="*/ 0 w 245"/>
                <a:gd name="T33" fmla="*/ 0 h 424"/>
                <a:gd name="T34" fmla="*/ 0 w 245"/>
                <a:gd name="T35" fmla="*/ 0 h 424"/>
                <a:gd name="T36" fmla="*/ 0 w 245"/>
                <a:gd name="T37" fmla="*/ 0 h 424"/>
                <a:gd name="T38" fmla="*/ 0 w 245"/>
                <a:gd name="T39" fmla="*/ 0 h 424"/>
                <a:gd name="T40" fmla="*/ 0 w 245"/>
                <a:gd name="T41" fmla="*/ 0 h 424"/>
                <a:gd name="T42" fmla="*/ 1 w 245"/>
                <a:gd name="T43" fmla="*/ 0 h 424"/>
                <a:gd name="T44" fmla="*/ 1 w 245"/>
                <a:gd name="T45" fmla="*/ 0 h 424"/>
                <a:gd name="T46" fmla="*/ 1 w 245"/>
                <a:gd name="T47" fmla="*/ 0 h 424"/>
                <a:gd name="T48" fmla="*/ 1 w 245"/>
                <a:gd name="T49" fmla="*/ 1 h 424"/>
                <a:gd name="T50" fmla="*/ 1 w 245"/>
                <a:gd name="T51" fmla="*/ 1 h 424"/>
                <a:gd name="T52" fmla="*/ 1 w 245"/>
                <a:gd name="T53" fmla="*/ 1 h 424"/>
                <a:gd name="T54" fmla="*/ 1 w 245"/>
                <a:gd name="T55" fmla="*/ 1 h 424"/>
                <a:gd name="T56" fmla="*/ 2 w 245"/>
                <a:gd name="T57" fmla="*/ 2 h 424"/>
                <a:gd name="T58" fmla="*/ 2 w 245"/>
                <a:gd name="T59" fmla="*/ 2 h 424"/>
                <a:gd name="T60" fmla="*/ 2 w 245"/>
                <a:gd name="T61" fmla="*/ 2 h 424"/>
                <a:gd name="T62" fmla="*/ 2 w 245"/>
                <a:gd name="T63" fmla="*/ 2 h 424"/>
                <a:gd name="T64" fmla="*/ 2 w 245"/>
                <a:gd name="T65" fmla="*/ 3 h 424"/>
                <a:gd name="T66" fmla="*/ 2 w 245"/>
                <a:gd name="T67" fmla="*/ 3 h 424"/>
                <a:gd name="T68" fmla="*/ 2 w 245"/>
                <a:gd name="T69" fmla="*/ 3 h 424"/>
                <a:gd name="T70" fmla="*/ 2 w 245"/>
                <a:gd name="T71" fmla="*/ 3 h 424"/>
                <a:gd name="T72" fmla="*/ 2 w 245"/>
                <a:gd name="T73" fmla="*/ 3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424"/>
                  </a:moveTo>
                  <a:lnTo>
                    <a:pt x="245" y="424"/>
                  </a:lnTo>
                  <a:lnTo>
                    <a:pt x="244" y="382"/>
                  </a:lnTo>
                  <a:lnTo>
                    <a:pt x="240" y="339"/>
                  </a:lnTo>
                  <a:lnTo>
                    <a:pt x="234" y="299"/>
                  </a:lnTo>
                  <a:lnTo>
                    <a:pt x="226" y="261"/>
                  </a:lnTo>
                  <a:lnTo>
                    <a:pt x="216" y="223"/>
                  </a:lnTo>
                  <a:lnTo>
                    <a:pt x="204" y="189"/>
                  </a:lnTo>
                  <a:lnTo>
                    <a:pt x="190" y="156"/>
                  </a:lnTo>
                  <a:lnTo>
                    <a:pt x="174" y="125"/>
                  </a:lnTo>
                  <a:lnTo>
                    <a:pt x="156" y="98"/>
                  </a:lnTo>
                  <a:lnTo>
                    <a:pt x="138" y="74"/>
                  </a:lnTo>
                  <a:lnTo>
                    <a:pt x="118" y="51"/>
                  </a:lnTo>
                  <a:lnTo>
                    <a:pt x="96" y="34"/>
                  </a:lnTo>
                  <a:lnTo>
                    <a:pt x="74" y="19"/>
                  </a:lnTo>
                  <a:lnTo>
                    <a:pt x="51" y="8"/>
                  </a:lnTo>
                  <a:lnTo>
                    <a:pt x="26" y="2"/>
                  </a:lnTo>
                  <a:lnTo>
                    <a:pt x="0" y="0"/>
                  </a:lnTo>
                  <a:lnTo>
                    <a:pt x="0" y="12"/>
                  </a:lnTo>
                  <a:lnTo>
                    <a:pt x="24" y="14"/>
                  </a:lnTo>
                  <a:lnTo>
                    <a:pt x="46" y="20"/>
                  </a:lnTo>
                  <a:lnTo>
                    <a:pt x="67" y="30"/>
                  </a:lnTo>
                  <a:lnTo>
                    <a:pt x="89" y="43"/>
                  </a:lnTo>
                  <a:lnTo>
                    <a:pt x="109" y="61"/>
                  </a:lnTo>
                  <a:lnTo>
                    <a:pt x="129" y="81"/>
                  </a:lnTo>
                  <a:lnTo>
                    <a:pt x="147" y="105"/>
                  </a:lnTo>
                  <a:lnTo>
                    <a:pt x="164" y="132"/>
                  </a:lnTo>
                  <a:lnTo>
                    <a:pt x="178" y="160"/>
                  </a:lnTo>
                  <a:lnTo>
                    <a:pt x="192" y="193"/>
                  </a:lnTo>
                  <a:lnTo>
                    <a:pt x="204" y="227"/>
                  </a:lnTo>
                  <a:lnTo>
                    <a:pt x="215" y="264"/>
                  </a:lnTo>
                  <a:lnTo>
                    <a:pt x="223" y="301"/>
                  </a:lnTo>
                  <a:lnTo>
                    <a:pt x="229" y="341"/>
                  </a:lnTo>
                  <a:lnTo>
                    <a:pt x="232" y="382"/>
                  </a:lnTo>
                  <a:lnTo>
                    <a:pt x="233" y="424"/>
                  </a:lnTo>
                  <a:lnTo>
                    <a:pt x="245" y="4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14075" name="Freeform 76"/>
            <p:cNvSpPr>
              <a:spLocks/>
            </p:cNvSpPr>
            <p:nvPr/>
          </p:nvSpPr>
          <p:spPr bwMode="auto">
            <a:xfrm>
              <a:off x="1565" y="2101"/>
              <a:ext cx="49" cy="85"/>
            </a:xfrm>
            <a:custGeom>
              <a:avLst/>
              <a:gdLst>
                <a:gd name="T0" fmla="*/ 0 w 245"/>
                <a:gd name="T1" fmla="*/ 3 h 426"/>
                <a:gd name="T2" fmla="*/ 0 w 245"/>
                <a:gd name="T3" fmla="*/ 3 h 426"/>
                <a:gd name="T4" fmla="*/ 0 w 245"/>
                <a:gd name="T5" fmla="*/ 3 h 426"/>
                <a:gd name="T6" fmla="*/ 0 w 245"/>
                <a:gd name="T7" fmla="*/ 3 h 426"/>
                <a:gd name="T8" fmla="*/ 1 w 245"/>
                <a:gd name="T9" fmla="*/ 3 h 426"/>
                <a:gd name="T10" fmla="*/ 1 w 245"/>
                <a:gd name="T11" fmla="*/ 3 h 426"/>
                <a:gd name="T12" fmla="*/ 1 w 245"/>
                <a:gd name="T13" fmla="*/ 3 h 426"/>
                <a:gd name="T14" fmla="*/ 1 w 245"/>
                <a:gd name="T15" fmla="*/ 3 h 426"/>
                <a:gd name="T16" fmla="*/ 1 w 245"/>
                <a:gd name="T17" fmla="*/ 3 h 426"/>
                <a:gd name="T18" fmla="*/ 1 w 245"/>
                <a:gd name="T19" fmla="*/ 2 h 426"/>
                <a:gd name="T20" fmla="*/ 2 w 245"/>
                <a:gd name="T21" fmla="*/ 2 h 426"/>
                <a:gd name="T22" fmla="*/ 2 w 245"/>
                <a:gd name="T23" fmla="*/ 2 h 426"/>
                <a:gd name="T24" fmla="*/ 2 w 245"/>
                <a:gd name="T25" fmla="*/ 2 h 426"/>
                <a:gd name="T26" fmla="*/ 2 w 245"/>
                <a:gd name="T27" fmla="*/ 1 h 426"/>
                <a:gd name="T28" fmla="*/ 2 w 245"/>
                <a:gd name="T29" fmla="*/ 1 h 426"/>
                <a:gd name="T30" fmla="*/ 2 w 245"/>
                <a:gd name="T31" fmla="*/ 1 h 426"/>
                <a:gd name="T32" fmla="*/ 2 w 245"/>
                <a:gd name="T33" fmla="*/ 0 h 426"/>
                <a:gd name="T34" fmla="*/ 2 w 245"/>
                <a:gd name="T35" fmla="*/ 0 h 426"/>
                <a:gd name="T36" fmla="*/ 2 w 245"/>
                <a:gd name="T37" fmla="*/ 0 h 426"/>
                <a:gd name="T38" fmla="*/ 2 w 245"/>
                <a:gd name="T39" fmla="*/ 0 h 426"/>
                <a:gd name="T40" fmla="*/ 2 w 245"/>
                <a:gd name="T41" fmla="*/ 1 h 426"/>
                <a:gd name="T42" fmla="*/ 2 w 245"/>
                <a:gd name="T43" fmla="*/ 1 h 426"/>
                <a:gd name="T44" fmla="*/ 2 w 245"/>
                <a:gd name="T45" fmla="*/ 1 h 426"/>
                <a:gd name="T46" fmla="*/ 2 w 245"/>
                <a:gd name="T47" fmla="*/ 2 h 426"/>
                <a:gd name="T48" fmla="*/ 2 w 245"/>
                <a:gd name="T49" fmla="*/ 2 h 426"/>
                <a:gd name="T50" fmla="*/ 1 w 245"/>
                <a:gd name="T51" fmla="*/ 2 h 426"/>
                <a:gd name="T52" fmla="*/ 1 w 245"/>
                <a:gd name="T53" fmla="*/ 2 h 426"/>
                <a:gd name="T54" fmla="*/ 1 w 245"/>
                <a:gd name="T55" fmla="*/ 3 h 426"/>
                <a:gd name="T56" fmla="*/ 1 w 245"/>
                <a:gd name="T57" fmla="*/ 3 h 426"/>
                <a:gd name="T58" fmla="*/ 1 w 245"/>
                <a:gd name="T59" fmla="*/ 3 h 426"/>
                <a:gd name="T60" fmla="*/ 1 w 245"/>
                <a:gd name="T61" fmla="*/ 3 h 426"/>
                <a:gd name="T62" fmla="*/ 1 w 245"/>
                <a:gd name="T63" fmla="*/ 3 h 426"/>
                <a:gd name="T64" fmla="*/ 0 w 245"/>
                <a:gd name="T65" fmla="*/ 3 h 426"/>
                <a:gd name="T66" fmla="*/ 0 w 245"/>
                <a:gd name="T67" fmla="*/ 3 h 426"/>
                <a:gd name="T68" fmla="*/ 0 w 245"/>
                <a:gd name="T69" fmla="*/ 3 h 426"/>
                <a:gd name="T70" fmla="*/ 0 w 245"/>
                <a:gd name="T71" fmla="*/ 3 h 426"/>
                <a:gd name="T72" fmla="*/ 0 w 245"/>
                <a:gd name="T73" fmla="*/ 3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426"/>
                  </a:moveTo>
                  <a:lnTo>
                    <a:pt x="0" y="426"/>
                  </a:lnTo>
                  <a:lnTo>
                    <a:pt x="26" y="423"/>
                  </a:lnTo>
                  <a:lnTo>
                    <a:pt x="51" y="418"/>
                  </a:lnTo>
                  <a:lnTo>
                    <a:pt x="74" y="407"/>
                  </a:lnTo>
                  <a:lnTo>
                    <a:pt x="96" y="392"/>
                  </a:lnTo>
                  <a:lnTo>
                    <a:pt x="118" y="373"/>
                  </a:lnTo>
                  <a:lnTo>
                    <a:pt x="138" y="351"/>
                  </a:lnTo>
                  <a:lnTo>
                    <a:pt x="156" y="327"/>
                  </a:lnTo>
                  <a:lnTo>
                    <a:pt x="175" y="299"/>
                  </a:lnTo>
                  <a:lnTo>
                    <a:pt x="190" y="269"/>
                  </a:lnTo>
                  <a:lnTo>
                    <a:pt x="204" y="236"/>
                  </a:lnTo>
                  <a:lnTo>
                    <a:pt x="216" y="202"/>
                  </a:lnTo>
                  <a:lnTo>
                    <a:pt x="226" y="164"/>
                  </a:lnTo>
                  <a:lnTo>
                    <a:pt x="234" y="126"/>
                  </a:lnTo>
                  <a:lnTo>
                    <a:pt x="240" y="86"/>
                  </a:lnTo>
                  <a:lnTo>
                    <a:pt x="244" y="42"/>
                  </a:lnTo>
                  <a:lnTo>
                    <a:pt x="245" y="0"/>
                  </a:lnTo>
                  <a:lnTo>
                    <a:pt x="233" y="0"/>
                  </a:lnTo>
                  <a:lnTo>
                    <a:pt x="232" y="42"/>
                  </a:lnTo>
                  <a:lnTo>
                    <a:pt x="229" y="83"/>
                  </a:lnTo>
                  <a:lnTo>
                    <a:pt x="223" y="123"/>
                  </a:lnTo>
                  <a:lnTo>
                    <a:pt x="215" y="162"/>
                  </a:lnTo>
                  <a:lnTo>
                    <a:pt x="204" y="197"/>
                  </a:lnTo>
                  <a:lnTo>
                    <a:pt x="192" y="231"/>
                  </a:lnTo>
                  <a:lnTo>
                    <a:pt x="178" y="264"/>
                  </a:lnTo>
                  <a:lnTo>
                    <a:pt x="163" y="292"/>
                  </a:lnTo>
                  <a:lnTo>
                    <a:pt x="147" y="320"/>
                  </a:lnTo>
                  <a:lnTo>
                    <a:pt x="129" y="344"/>
                  </a:lnTo>
                  <a:lnTo>
                    <a:pt x="109" y="364"/>
                  </a:lnTo>
                  <a:lnTo>
                    <a:pt x="89" y="382"/>
                  </a:lnTo>
                  <a:lnTo>
                    <a:pt x="67" y="395"/>
                  </a:lnTo>
                  <a:lnTo>
                    <a:pt x="46" y="406"/>
                  </a:lnTo>
                  <a:lnTo>
                    <a:pt x="24" y="412"/>
                  </a:lnTo>
                  <a:lnTo>
                    <a:pt x="0" y="414"/>
                  </a:lnTo>
                  <a:lnTo>
                    <a:pt x="0" y="4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14076" name="Freeform 77"/>
            <p:cNvSpPr>
              <a:spLocks/>
            </p:cNvSpPr>
            <p:nvPr/>
          </p:nvSpPr>
          <p:spPr bwMode="auto">
            <a:xfrm>
              <a:off x="1516" y="2101"/>
              <a:ext cx="49" cy="85"/>
            </a:xfrm>
            <a:custGeom>
              <a:avLst/>
              <a:gdLst>
                <a:gd name="T0" fmla="*/ 0 w 245"/>
                <a:gd name="T1" fmla="*/ 0 h 426"/>
                <a:gd name="T2" fmla="*/ 0 w 245"/>
                <a:gd name="T3" fmla="*/ 0 h 426"/>
                <a:gd name="T4" fmla="*/ 0 w 245"/>
                <a:gd name="T5" fmla="*/ 0 h 426"/>
                <a:gd name="T6" fmla="*/ 0 w 245"/>
                <a:gd name="T7" fmla="*/ 1 h 426"/>
                <a:gd name="T8" fmla="*/ 0 w 245"/>
                <a:gd name="T9" fmla="*/ 1 h 426"/>
                <a:gd name="T10" fmla="*/ 0 w 245"/>
                <a:gd name="T11" fmla="*/ 1 h 426"/>
                <a:gd name="T12" fmla="*/ 0 w 245"/>
                <a:gd name="T13" fmla="*/ 2 h 426"/>
                <a:gd name="T14" fmla="*/ 0 w 245"/>
                <a:gd name="T15" fmla="*/ 2 h 426"/>
                <a:gd name="T16" fmla="*/ 0 w 245"/>
                <a:gd name="T17" fmla="*/ 2 h 426"/>
                <a:gd name="T18" fmla="*/ 1 w 245"/>
                <a:gd name="T19" fmla="*/ 2 h 426"/>
                <a:gd name="T20" fmla="*/ 1 w 245"/>
                <a:gd name="T21" fmla="*/ 3 h 426"/>
                <a:gd name="T22" fmla="*/ 1 w 245"/>
                <a:gd name="T23" fmla="*/ 3 h 426"/>
                <a:gd name="T24" fmla="*/ 1 w 245"/>
                <a:gd name="T25" fmla="*/ 3 h 426"/>
                <a:gd name="T26" fmla="*/ 1 w 245"/>
                <a:gd name="T27" fmla="*/ 3 h 426"/>
                <a:gd name="T28" fmla="*/ 1 w 245"/>
                <a:gd name="T29" fmla="*/ 3 h 426"/>
                <a:gd name="T30" fmla="*/ 2 w 245"/>
                <a:gd name="T31" fmla="*/ 3 h 426"/>
                <a:gd name="T32" fmla="*/ 2 w 245"/>
                <a:gd name="T33" fmla="*/ 3 h 426"/>
                <a:gd name="T34" fmla="*/ 2 w 245"/>
                <a:gd name="T35" fmla="*/ 3 h 426"/>
                <a:gd name="T36" fmla="*/ 2 w 245"/>
                <a:gd name="T37" fmla="*/ 3 h 426"/>
                <a:gd name="T38" fmla="*/ 2 w 245"/>
                <a:gd name="T39" fmla="*/ 3 h 426"/>
                <a:gd name="T40" fmla="*/ 2 w 245"/>
                <a:gd name="T41" fmla="*/ 3 h 426"/>
                <a:gd name="T42" fmla="*/ 1 w 245"/>
                <a:gd name="T43" fmla="*/ 3 h 426"/>
                <a:gd name="T44" fmla="*/ 1 w 245"/>
                <a:gd name="T45" fmla="*/ 3 h 426"/>
                <a:gd name="T46" fmla="*/ 1 w 245"/>
                <a:gd name="T47" fmla="*/ 3 h 426"/>
                <a:gd name="T48" fmla="*/ 1 w 245"/>
                <a:gd name="T49" fmla="*/ 3 h 426"/>
                <a:gd name="T50" fmla="*/ 1 w 245"/>
                <a:gd name="T51" fmla="*/ 3 h 426"/>
                <a:gd name="T52" fmla="*/ 1 w 245"/>
                <a:gd name="T53" fmla="*/ 2 h 426"/>
                <a:gd name="T54" fmla="*/ 1 w 245"/>
                <a:gd name="T55" fmla="*/ 2 h 426"/>
                <a:gd name="T56" fmla="*/ 0 w 245"/>
                <a:gd name="T57" fmla="*/ 2 h 426"/>
                <a:gd name="T58" fmla="*/ 0 w 245"/>
                <a:gd name="T59" fmla="*/ 2 h 426"/>
                <a:gd name="T60" fmla="*/ 0 w 245"/>
                <a:gd name="T61" fmla="*/ 1 h 426"/>
                <a:gd name="T62" fmla="*/ 0 w 245"/>
                <a:gd name="T63" fmla="*/ 1 h 426"/>
                <a:gd name="T64" fmla="*/ 0 w 245"/>
                <a:gd name="T65" fmla="*/ 1 h 426"/>
                <a:gd name="T66" fmla="*/ 0 w 245"/>
                <a:gd name="T67" fmla="*/ 0 h 426"/>
                <a:gd name="T68" fmla="*/ 0 w 245"/>
                <a:gd name="T69" fmla="*/ 0 h 426"/>
                <a:gd name="T70" fmla="*/ 0 w 245"/>
                <a:gd name="T71" fmla="*/ 0 h 426"/>
                <a:gd name="T72" fmla="*/ 0 w 245"/>
                <a:gd name="T73" fmla="*/ 0 h 42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6"/>
                <a:gd name="T113" fmla="*/ 245 w 245"/>
                <a:gd name="T114" fmla="*/ 426 h 42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6">
                  <a:moveTo>
                    <a:pt x="0" y="0"/>
                  </a:moveTo>
                  <a:lnTo>
                    <a:pt x="0" y="0"/>
                  </a:lnTo>
                  <a:lnTo>
                    <a:pt x="1" y="42"/>
                  </a:lnTo>
                  <a:lnTo>
                    <a:pt x="5" y="86"/>
                  </a:lnTo>
                  <a:lnTo>
                    <a:pt x="11" y="126"/>
                  </a:lnTo>
                  <a:lnTo>
                    <a:pt x="19" y="164"/>
                  </a:lnTo>
                  <a:lnTo>
                    <a:pt x="30" y="202"/>
                  </a:lnTo>
                  <a:lnTo>
                    <a:pt x="41" y="236"/>
                  </a:lnTo>
                  <a:lnTo>
                    <a:pt x="55" y="269"/>
                  </a:lnTo>
                  <a:lnTo>
                    <a:pt x="71" y="299"/>
                  </a:lnTo>
                  <a:lnTo>
                    <a:pt x="89" y="327"/>
                  </a:lnTo>
                  <a:lnTo>
                    <a:pt x="107" y="351"/>
                  </a:lnTo>
                  <a:lnTo>
                    <a:pt x="127" y="373"/>
                  </a:lnTo>
                  <a:lnTo>
                    <a:pt x="149" y="392"/>
                  </a:lnTo>
                  <a:lnTo>
                    <a:pt x="171" y="407"/>
                  </a:lnTo>
                  <a:lnTo>
                    <a:pt x="195" y="418"/>
                  </a:lnTo>
                  <a:lnTo>
                    <a:pt x="219" y="423"/>
                  </a:lnTo>
                  <a:lnTo>
                    <a:pt x="245" y="426"/>
                  </a:lnTo>
                  <a:lnTo>
                    <a:pt x="245" y="414"/>
                  </a:lnTo>
                  <a:lnTo>
                    <a:pt x="222" y="412"/>
                  </a:lnTo>
                  <a:lnTo>
                    <a:pt x="199" y="406"/>
                  </a:lnTo>
                  <a:lnTo>
                    <a:pt x="178" y="395"/>
                  </a:lnTo>
                  <a:lnTo>
                    <a:pt x="156" y="382"/>
                  </a:lnTo>
                  <a:lnTo>
                    <a:pt x="136" y="364"/>
                  </a:lnTo>
                  <a:lnTo>
                    <a:pt x="116" y="344"/>
                  </a:lnTo>
                  <a:lnTo>
                    <a:pt x="99" y="320"/>
                  </a:lnTo>
                  <a:lnTo>
                    <a:pt x="82" y="292"/>
                  </a:lnTo>
                  <a:lnTo>
                    <a:pt x="67" y="264"/>
                  </a:lnTo>
                  <a:lnTo>
                    <a:pt x="53" y="231"/>
                  </a:lnTo>
                  <a:lnTo>
                    <a:pt x="41" y="197"/>
                  </a:lnTo>
                  <a:lnTo>
                    <a:pt x="31" y="162"/>
                  </a:lnTo>
                  <a:lnTo>
                    <a:pt x="23" y="123"/>
                  </a:lnTo>
                  <a:lnTo>
                    <a:pt x="17" y="83"/>
                  </a:lnTo>
                  <a:lnTo>
                    <a:pt x="13" y="42"/>
                  </a:lnTo>
                  <a:lnTo>
                    <a:pt x="12"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sp>
          <p:nvSpPr>
            <p:cNvPr id="214077" name="Freeform 78"/>
            <p:cNvSpPr>
              <a:spLocks/>
            </p:cNvSpPr>
            <p:nvPr/>
          </p:nvSpPr>
          <p:spPr bwMode="auto">
            <a:xfrm>
              <a:off x="1516" y="2016"/>
              <a:ext cx="49" cy="85"/>
            </a:xfrm>
            <a:custGeom>
              <a:avLst/>
              <a:gdLst>
                <a:gd name="T0" fmla="*/ 2 w 245"/>
                <a:gd name="T1" fmla="*/ 0 h 424"/>
                <a:gd name="T2" fmla="*/ 2 w 245"/>
                <a:gd name="T3" fmla="*/ 0 h 424"/>
                <a:gd name="T4" fmla="*/ 2 w 245"/>
                <a:gd name="T5" fmla="*/ 0 h 424"/>
                <a:gd name="T6" fmla="*/ 2 w 245"/>
                <a:gd name="T7" fmla="*/ 0 h 424"/>
                <a:gd name="T8" fmla="*/ 1 w 245"/>
                <a:gd name="T9" fmla="*/ 0 h 424"/>
                <a:gd name="T10" fmla="*/ 1 w 245"/>
                <a:gd name="T11" fmla="*/ 0 h 424"/>
                <a:gd name="T12" fmla="*/ 1 w 245"/>
                <a:gd name="T13" fmla="*/ 0 h 424"/>
                <a:gd name="T14" fmla="*/ 1 w 245"/>
                <a:gd name="T15" fmla="*/ 1 h 424"/>
                <a:gd name="T16" fmla="*/ 1 w 245"/>
                <a:gd name="T17" fmla="*/ 1 h 424"/>
                <a:gd name="T18" fmla="*/ 1 w 245"/>
                <a:gd name="T19" fmla="*/ 1 h 424"/>
                <a:gd name="T20" fmla="*/ 0 w 245"/>
                <a:gd name="T21" fmla="*/ 1 h 424"/>
                <a:gd name="T22" fmla="*/ 0 w 245"/>
                <a:gd name="T23" fmla="*/ 2 h 424"/>
                <a:gd name="T24" fmla="*/ 0 w 245"/>
                <a:gd name="T25" fmla="*/ 2 h 424"/>
                <a:gd name="T26" fmla="*/ 0 w 245"/>
                <a:gd name="T27" fmla="*/ 2 h 424"/>
                <a:gd name="T28" fmla="*/ 0 w 245"/>
                <a:gd name="T29" fmla="*/ 2 h 424"/>
                <a:gd name="T30" fmla="*/ 0 w 245"/>
                <a:gd name="T31" fmla="*/ 3 h 424"/>
                <a:gd name="T32" fmla="*/ 0 w 245"/>
                <a:gd name="T33" fmla="*/ 3 h 424"/>
                <a:gd name="T34" fmla="*/ 0 w 245"/>
                <a:gd name="T35" fmla="*/ 3 h 424"/>
                <a:gd name="T36" fmla="*/ 0 w 245"/>
                <a:gd name="T37" fmla="*/ 3 h 424"/>
                <a:gd name="T38" fmla="*/ 0 w 245"/>
                <a:gd name="T39" fmla="*/ 3 h 424"/>
                <a:gd name="T40" fmla="*/ 0 w 245"/>
                <a:gd name="T41" fmla="*/ 3 h 424"/>
                <a:gd name="T42" fmla="*/ 0 w 245"/>
                <a:gd name="T43" fmla="*/ 2 h 424"/>
                <a:gd name="T44" fmla="*/ 0 w 245"/>
                <a:gd name="T45" fmla="*/ 2 h 424"/>
                <a:gd name="T46" fmla="*/ 0 w 245"/>
                <a:gd name="T47" fmla="*/ 2 h 424"/>
                <a:gd name="T48" fmla="*/ 0 w 245"/>
                <a:gd name="T49" fmla="*/ 2 h 424"/>
                <a:gd name="T50" fmla="*/ 1 w 245"/>
                <a:gd name="T51" fmla="*/ 1 h 424"/>
                <a:gd name="T52" fmla="*/ 1 w 245"/>
                <a:gd name="T53" fmla="*/ 1 h 424"/>
                <a:gd name="T54" fmla="*/ 1 w 245"/>
                <a:gd name="T55" fmla="*/ 1 h 424"/>
                <a:gd name="T56" fmla="*/ 1 w 245"/>
                <a:gd name="T57" fmla="*/ 1 h 424"/>
                <a:gd name="T58" fmla="*/ 1 w 245"/>
                <a:gd name="T59" fmla="*/ 0 h 424"/>
                <a:gd name="T60" fmla="*/ 1 w 245"/>
                <a:gd name="T61" fmla="*/ 0 h 424"/>
                <a:gd name="T62" fmla="*/ 1 w 245"/>
                <a:gd name="T63" fmla="*/ 0 h 424"/>
                <a:gd name="T64" fmla="*/ 2 w 245"/>
                <a:gd name="T65" fmla="*/ 0 h 424"/>
                <a:gd name="T66" fmla="*/ 2 w 245"/>
                <a:gd name="T67" fmla="*/ 0 h 424"/>
                <a:gd name="T68" fmla="*/ 2 w 245"/>
                <a:gd name="T69" fmla="*/ 0 h 424"/>
                <a:gd name="T70" fmla="*/ 2 w 245"/>
                <a:gd name="T71" fmla="*/ 0 h 424"/>
                <a:gd name="T72" fmla="*/ 2 w 245"/>
                <a:gd name="T73" fmla="*/ 0 h 42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45"/>
                <a:gd name="T112" fmla="*/ 0 h 424"/>
                <a:gd name="T113" fmla="*/ 245 w 245"/>
                <a:gd name="T114" fmla="*/ 424 h 424"/>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45" h="424">
                  <a:moveTo>
                    <a:pt x="245" y="0"/>
                  </a:moveTo>
                  <a:lnTo>
                    <a:pt x="245" y="0"/>
                  </a:lnTo>
                  <a:lnTo>
                    <a:pt x="219" y="2"/>
                  </a:lnTo>
                  <a:lnTo>
                    <a:pt x="195" y="8"/>
                  </a:lnTo>
                  <a:lnTo>
                    <a:pt x="171" y="19"/>
                  </a:lnTo>
                  <a:lnTo>
                    <a:pt x="149" y="34"/>
                  </a:lnTo>
                  <a:lnTo>
                    <a:pt x="127" y="51"/>
                  </a:lnTo>
                  <a:lnTo>
                    <a:pt x="107" y="74"/>
                  </a:lnTo>
                  <a:lnTo>
                    <a:pt x="89" y="98"/>
                  </a:lnTo>
                  <a:lnTo>
                    <a:pt x="72" y="125"/>
                  </a:lnTo>
                  <a:lnTo>
                    <a:pt x="55" y="156"/>
                  </a:lnTo>
                  <a:lnTo>
                    <a:pt x="41" y="189"/>
                  </a:lnTo>
                  <a:lnTo>
                    <a:pt x="30" y="223"/>
                  </a:lnTo>
                  <a:lnTo>
                    <a:pt x="19" y="261"/>
                  </a:lnTo>
                  <a:lnTo>
                    <a:pt x="11" y="299"/>
                  </a:lnTo>
                  <a:lnTo>
                    <a:pt x="5" y="339"/>
                  </a:lnTo>
                  <a:lnTo>
                    <a:pt x="1" y="382"/>
                  </a:lnTo>
                  <a:lnTo>
                    <a:pt x="0" y="424"/>
                  </a:lnTo>
                  <a:lnTo>
                    <a:pt x="12" y="424"/>
                  </a:lnTo>
                  <a:lnTo>
                    <a:pt x="13" y="382"/>
                  </a:lnTo>
                  <a:lnTo>
                    <a:pt x="17" y="341"/>
                  </a:lnTo>
                  <a:lnTo>
                    <a:pt x="23" y="301"/>
                  </a:lnTo>
                  <a:lnTo>
                    <a:pt x="31" y="264"/>
                  </a:lnTo>
                  <a:lnTo>
                    <a:pt x="41" y="227"/>
                  </a:lnTo>
                  <a:lnTo>
                    <a:pt x="53" y="193"/>
                  </a:lnTo>
                  <a:lnTo>
                    <a:pt x="67" y="160"/>
                  </a:lnTo>
                  <a:lnTo>
                    <a:pt x="81" y="132"/>
                  </a:lnTo>
                  <a:lnTo>
                    <a:pt x="99" y="105"/>
                  </a:lnTo>
                  <a:lnTo>
                    <a:pt x="116" y="81"/>
                  </a:lnTo>
                  <a:lnTo>
                    <a:pt x="136" y="61"/>
                  </a:lnTo>
                  <a:lnTo>
                    <a:pt x="156" y="43"/>
                  </a:lnTo>
                  <a:lnTo>
                    <a:pt x="178" y="30"/>
                  </a:lnTo>
                  <a:lnTo>
                    <a:pt x="199" y="20"/>
                  </a:lnTo>
                  <a:lnTo>
                    <a:pt x="222" y="14"/>
                  </a:lnTo>
                  <a:lnTo>
                    <a:pt x="245" y="12"/>
                  </a:lnTo>
                  <a:lnTo>
                    <a:pt x="245"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fr-FR"/>
            </a:p>
          </p:txBody>
        </p:sp>
      </p:grpSp>
      <p:sp>
        <p:nvSpPr>
          <p:cNvPr id="214025" name="Text Box 86"/>
          <p:cNvSpPr txBox="1">
            <a:spLocks noChangeArrowheads="1"/>
          </p:cNvSpPr>
          <p:nvPr/>
        </p:nvSpPr>
        <p:spPr bwMode="auto">
          <a:xfrm>
            <a:off x="604838" y="5364163"/>
            <a:ext cx="6543675" cy="4429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eaLnBrk="1" hangingPunct="1">
              <a:spcBef>
                <a:spcPct val="0"/>
              </a:spcBef>
              <a:buFontTx/>
              <a:buNone/>
            </a:pPr>
            <a:r>
              <a:rPr lang="fr-FR" altLang="fr-FR" sz="2300"/>
              <a:t>4. Pointez la production sur votre feuille de suivi</a:t>
            </a:r>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5042" name="Rectangle 2"/>
          <p:cNvSpPr>
            <a:spLocks noGrp="1" noChangeArrowheads="1"/>
          </p:cNvSpPr>
          <p:nvPr>
            <p:ph type="title"/>
          </p:nvPr>
        </p:nvSpPr>
        <p:spPr/>
        <p:txBody>
          <a:bodyPr/>
          <a:lstStyle/>
          <a:p>
            <a:pPr eaLnBrk="1" hangingPunct="1"/>
            <a:r>
              <a:rPr lang="fr-FR" altLang="fr-FR"/>
              <a:t>Bilan de la semaine 4</a:t>
            </a:r>
          </a:p>
        </p:txBody>
      </p:sp>
      <p:sp>
        <p:nvSpPr>
          <p:cNvPr id="215043" name="Rectangle 3"/>
          <p:cNvSpPr>
            <a:spLocks noGrp="1" noChangeArrowheads="1"/>
          </p:cNvSpPr>
          <p:nvPr>
            <p:ph type="body" idx="1"/>
          </p:nvPr>
        </p:nvSpPr>
        <p:spPr/>
        <p:txBody>
          <a:bodyPr/>
          <a:lstStyle/>
          <a:p>
            <a:pPr eaLnBrk="1" hangingPunct="1"/>
            <a:r>
              <a:rPr lang="fr-FR" altLang="fr-FR"/>
              <a:t>Remplissez vos documents de synthèse et calculez vos indicateurs :</a:t>
            </a:r>
          </a:p>
          <a:p>
            <a:pPr lvl="1" eaLnBrk="1" hangingPunct="1"/>
            <a:r>
              <a:rPr lang="fr-FR" altLang="fr-FR"/>
              <a:t>Inventaire</a:t>
            </a:r>
          </a:p>
          <a:p>
            <a:pPr lvl="1" eaLnBrk="1" hangingPunct="1"/>
            <a:r>
              <a:rPr lang="fr-FR" altLang="fr-FR"/>
              <a:t>Taux de service</a:t>
            </a:r>
          </a:p>
          <a:p>
            <a:pPr lvl="1" eaLnBrk="1" hangingPunct="1"/>
            <a:r>
              <a:rPr lang="fr-FR" altLang="fr-FR"/>
              <a:t>Efficience des équipements</a:t>
            </a:r>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6066" name="Rectangle 2"/>
          <p:cNvSpPr>
            <a:spLocks noGrp="1" noChangeArrowheads="1"/>
          </p:cNvSpPr>
          <p:nvPr>
            <p:ph type="title"/>
          </p:nvPr>
        </p:nvSpPr>
        <p:spPr/>
        <p:txBody>
          <a:bodyPr/>
          <a:lstStyle/>
          <a:p>
            <a:pPr eaLnBrk="1" hangingPunct="1"/>
            <a:r>
              <a:rPr lang="fr-FR" altLang="fr-FR"/>
              <a:t>Debriefing</a:t>
            </a:r>
          </a:p>
        </p:txBody>
      </p:sp>
      <p:sp>
        <p:nvSpPr>
          <p:cNvPr id="216067" name="Rectangle 3"/>
          <p:cNvSpPr>
            <a:spLocks noGrp="1" noChangeArrowheads="1"/>
          </p:cNvSpPr>
          <p:nvPr>
            <p:ph type="body" idx="1"/>
          </p:nvPr>
        </p:nvSpPr>
        <p:spPr>
          <a:xfrm>
            <a:off x="384175" y="982663"/>
            <a:ext cx="8366125" cy="5500687"/>
          </a:xfrm>
        </p:spPr>
        <p:txBody>
          <a:bodyPr/>
          <a:lstStyle/>
          <a:p>
            <a:pPr marL="381000" indent="-381000" eaLnBrk="1" hangingPunct="1">
              <a:lnSpc>
                <a:spcPct val="110000"/>
              </a:lnSpc>
            </a:pPr>
            <a:r>
              <a:rPr lang="fr-FR" altLang="fr-FR" sz="1500"/>
              <a:t>L’animateur préparera soigneusement son debriefing, car c’est lui qui donnera de la consistance à la formation en reliant le jeu à la réalité des entreprises. </a:t>
            </a:r>
          </a:p>
          <a:p>
            <a:pPr marL="381000" indent="-381000" eaLnBrk="1" hangingPunct="1">
              <a:lnSpc>
                <a:spcPct val="110000"/>
              </a:lnSpc>
            </a:pPr>
            <a:r>
              <a:rPr lang="fr-FR" altLang="fr-FR" sz="1500"/>
              <a:t>Il existe de nombreuses façons de concevoir le debriefing. En fonction de ses objectifs pédagogiques et du temps dont il dispose, l’animateur pourra procéder de la façon suivante.</a:t>
            </a:r>
          </a:p>
          <a:p>
            <a:pPr marL="381000" indent="-381000" eaLnBrk="1" hangingPunct="1">
              <a:lnSpc>
                <a:spcPct val="110000"/>
              </a:lnSpc>
            </a:pPr>
            <a:endParaRPr lang="fr-FR" altLang="fr-FR" sz="1500"/>
          </a:p>
          <a:p>
            <a:pPr marL="381000" indent="-381000" eaLnBrk="1" hangingPunct="1">
              <a:lnSpc>
                <a:spcPct val="110000"/>
              </a:lnSpc>
              <a:buFontTx/>
              <a:buAutoNum type="arabicPeriod"/>
            </a:pPr>
            <a:r>
              <a:rPr lang="fr-FR" altLang="fr-FR" sz="1500"/>
              <a:t>Projeter les résultats du tableau de bord Excel.</a:t>
            </a:r>
          </a:p>
          <a:p>
            <a:pPr marL="381000" indent="-381000" eaLnBrk="1" hangingPunct="1">
              <a:lnSpc>
                <a:spcPct val="110000"/>
              </a:lnSpc>
              <a:buFontTx/>
              <a:buAutoNum type="arabicPeriod"/>
            </a:pPr>
            <a:r>
              <a:rPr lang="fr-FR" altLang="fr-FR" sz="1500"/>
              <a:t>Demander à chaque équipe de commenter rapidement ses résultats.</a:t>
            </a:r>
          </a:p>
          <a:p>
            <a:pPr marL="381000" indent="-381000" eaLnBrk="1" hangingPunct="1">
              <a:lnSpc>
                <a:spcPct val="110000"/>
              </a:lnSpc>
              <a:buFontTx/>
              <a:buAutoNum type="arabicPeriod"/>
            </a:pPr>
            <a:r>
              <a:rPr lang="fr-FR" altLang="fr-FR" sz="1500"/>
              <a:t>Projeter l’analyse des progrès et la commenter (voir Fichier </a:t>
            </a:r>
            <a:r>
              <a:rPr lang="fr-FR" altLang="fr-FR" sz="1500">
                <a:solidFill>
                  <a:srgbClr val="FC2C1C"/>
                </a:solidFill>
              </a:rPr>
              <a:t>Analyse des progrès)</a:t>
            </a:r>
            <a:r>
              <a:rPr lang="fr-FR" altLang="fr-FR" sz="1500"/>
              <a:t>.</a:t>
            </a:r>
          </a:p>
          <a:p>
            <a:pPr marL="381000" indent="-381000" eaLnBrk="1" hangingPunct="1">
              <a:lnSpc>
                <a:spcPct val="110000"/>
              </a:lnSpc>
              <a:buFontTx/>
              <a:buAutoNum type="arabicPeriod"/>
            </a:pPr>
            <a:r>
              <a:rPr lang="fr-FR" altLang="fr-FR" sz="1500"/>
              <a:t>Utiliser la diapo suivante pour commenter le choix des progrès</a:t>
            </a:r>
          </a:p>
          <a:p>
            <a:pPr marL="381000" indent="-381000" eaLnBrk="1" hangingPunct="1">
              <a:lnSpc>
                <a:spcPct val="110000"/>
              </a:lnSpc>
              <a:buFontTx/>
              <a:buAutoNum type="arabicPeriod"/>
            </a:pPr>
            <a:r>
              <a:rPr lang="fr-FR" altLang="fr-FR" sz="1500"/>
              <a:t>Compléter par un exposé / débat sur les points suivants (au choix de l’animateur) :</a:t>
            </a:r>
          </a:p>
          <a:p>
            <a:pPr marL="800100" lvl="1" indent="-342900" eaLnBrk="1" hangingPunct="1">
              <a:lnSpc>
                <a:spcPct val="110000"/>
              </a:lnSpc>
            </a:pPr>
            <a:r>
              <a:rPr lang="fr-FR" altLang="fr-FR" sz="1500"/>
              <a:t>Explications plus détaillées sur le fonctionnement du Kanban, ses avantages, ses conditions d’emploi, son rapport avec MRP, etc.</a:t>
            </a:r>
          </a:p>
          <a:p>
            <a:pPr marL="800100" lvl="1" indent="-342900" eaLnBrk="1" hangingPunct="1">
              <a:lnSpc>
                <a:spcPct val="110000"/>
              </a:lnSpc>
            </a:pPr>
            <a:r>
              <a:rPr lang="fr-FR" altLang="fr-FR" sz="1500"/>
              <a:t>Commentaires sur les actions de progrès : SMED, Qualité, réduction des pannes, etc. </a:t>
            </a:r>
          </a:p>
          <a:p>
            <a:pPr marL="800100" lvl="1" indent="-342900" eaLnBrk="1" hangingPunct="1">
              <a:lnSpc>
                <a:spcPct val="110000"/>
              </a:lnSpc>
            </a:pPr>
            <a:r>
              <a:rPr lang="fr-FR" altLang="fr-FR" sz="1500"/>
              <a:t>Débat sur la conduite du changement, c’est à dire sur le fait que les entreprises ont du mal à modifier leur façon de gérer les flux ou d’engager des progrès. Pourquoi a-t-il fallu attendre Toyota pour appliquer ces méthodes ?</a:t>
            </a:r>
          </a:p>
        </p:txBody>
      </p:sp>
      <p:pic>
        <p:nvPicPr>
          <p:cNvPr id="5" name="Picture 2" descr="C:\Users\BertrandS\Dropbox\Jeux\00. CONCEPTION DES JEUX\photos\Bureau Une Femme 29\iStock_000002139332_Medium ALLEGE.jpg"/>
          <p:cNvPicPr>
            <a:picLocks noChangeAspect="1" noChangeArrowheads="1"/>
          </p:cNvPicPr>
          <p:nvPr/>
        </p:nvPicPr>
        <p:blipFill rotWithShape="1">
          <a:blip r:embed="rId3" cstate="print">
            <a:clrChange>
              <a:clrFrom>
                <a:srgbClr val="FFFFFF"/>
              </a:clrFrom>
              <a:clrTo>
                <a:srgbClr val="FFFFFF">
                  <a:alpha val="0"/>
                </a:srgbClr>
              </a:clrTo>
            </a:clrChange>
            <a:extLst>
              <a:ext uri="{28A0092B-C50C-407E-A947-70E740481C1C}">
                <a14:useLocalDpi xmlns:a14="http://schemas.microsoft.com/office/drawing/2010/main" val="0"/>
              </a:ext>
            </a:extLst>
          </a:blip>
          <a:srcRect b="26675"/>
          <a:stretch/>
        </p:blipFill>
        <p:spPr bwMode="auto">
          <a:xfrm>
            <a:off x="8248783" y="45838"/>
            <a:ext cx="815481" cy="947302"/>
          </a:xfrm>
          <a:prstGeom prst="rect">
            <a:avLst/>
          </a:prstGeom>
          <a:solidFill>
            <a:schemeClr val="bg1"/>
          </a:solidFill>
          <a:ln w="12700">
            <a:solidFill>
              <a:srgbClr val="27A8E0"/>
            </a:solidFill>
          </a:ln>
          <a:effectLst>
            <a:outerShdw blurRad="25400" dist="50800" dir="2700000" algn="ctr" rotWithShape="0">
              <a:srgbClr val="27A8E0"/>
            </a:outerShdw>
          </a:effectLst>
        </p:spPr>
      </p:pic>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7090" name="Rectangle 2"/>
          <p:cNvSpPr>
            <a:spLocks noGrp="1" noChangeArrowheads="1"/>
          </p:cNvSpPr>
          <p:nvPr>
            <p:ph type="title"/>
          </p:nvPr>
        </p:nvSpPr>
        <p:spPr/>
        <p:txBody>
          <a:bodyPr/>
          <a:lstStyle/>
          <a:p>
            <a:pPr eaLnBrk="1" hangingPunct="1"/>
            <a:r>
              <a:rPr lang="fr-FR" altLang="fr-FR"/>
              <a:t>Quelle stratégie de progrès ?</a:t>
            </a:r>
          </a:p>
        </p:txBody>
      </p:sp>
      <p:sp>
        <p:nvSpPr>
          <p:cNvPr id="217092" name="Rectangle 6"/>
          <p:cNvSpPr>
            <a:spLocks noChangeArrowheads="1"/>
          </p:cNvSpPr>
          <p:nvPr/>
        </p:nvSpPr>
        <p:spPr bwMode="auto">
          <a:xfrm>
            <a:off x="1831975" y="2111375"/>
            <a:ext cx="6051550" cy="2711450"/>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217093" name="Text Box 7"/>
          <p:cNvSpPr txBox="1">
            <a:spLocks noChangeArrowheads="1"/>
          </p:cNvSpPr>
          <p:nvPr/>
        </p:nvSpPr>
        <p:spPr bwMode="auto">
          <a:xfrm>
            <a:off x="2919413" y="2233613"/>
            <a:ext cx="1149350" cy="314325"/>
          </a:xfrm>
          <a:prstGeom prst="rect">
            <a:avLst/>
          </a:prstGeom>
          <a:solidFill>
            <a:schemeClr val="bg1"/>
          </a:solidFill>
          <a:ln w="9525">
            <a:solidFill>
              <a:schemeClr val="tx1"/>
            </a:solidFill>
            <a:miter lim="800000"/>
            <a:headEnd/>
            <a:tailEnd/>
          </a:ln>
          <a:effectLst>
            <a:outerShdw dist="63500" dir="2212194" algn="ctr" rotWithShape="0">
              <a:srgbClr val="336699"/>
            </a:outerShdw>
          </a:effec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a:spcBef>
                <a:spcPct val="0"/>
              </a:spcBef>
              <a:buFontTx/>
              <a:buNone/>
            </a:pPr>
            <a:r>
              <a:rPr lang="fr-FR" altLang="fr-FR" sz="1400">
                <a:solidFill>
                  <a:schemeClr val="tx1"/>
                </a:solidFill>
              </a:rPr>
              <a:t>Engrenages</a:t>
            </a:r>
          </a:p>
        </p:txBody>
      </p:sp>
      <p:sp>
        <p:nvSpPr>
          <p:cNvPr id="217094" name="Text Box 8"/>
          <p:cNvSpPr txBox="1">
            <a:spLocks noChangeArrowheads="1"/>
          </p:cNvSpPr>
          <p:nvPr/>
        </p:nvSpPr>
        <p:spPr bwMode="auto">
          <a:xfrm>
            <a:off x="5435600" y="2208213"/>
            <a:ext cx="774700" cy="314325"/>
          </a:xfrm>
          <a:prstGeom prst="rect">
            <a:avLst/>
          </a:prstGeom>
          <a:solidFill>
            <a:schemeClr val="bg1"/>
          </a:solidFill>
          <a:ln w="9525">
            <a:solidFill>
              <a:schemeClr val="tx1"/>
            </a:solidFill>
            <a:miter lim="800000"/>
            <a:headEnd/>
            <a:tailEnd/>
          </a:ln>
          <a:effectLst>
            <a:outerShdw dist="63500" dir="2212194" algn="ctr" rotWithShape="0">
              <a:srgbClr val="336699"/>
            </a:outerShdw>
          </a:effec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a:spcBef>
                <a:spcPct val="0"/>
              </a:spcBef>
              <a:buFontTx/>
              <a:buNone/>
            </a:pPr>
            <a:r>
              <a:rPr lang="fr-FR" altLang="fr-FR" sz="1400">
                <a:solidFill>
                  <a:schemeClr val="tx1"/>
                </a:solidFill>
              </a:rPr>
              <a:t>Carters</a:t>
            </a:r>
          </a:p>
        </p:txBody>
      </p:sp>
      <p:sp>
        <p:nvSpPr>
          <p:cNvPr id="217095" name="Text Box 9"/>
          <p:cNvSpPr txBox="1">
            <a:spLocks noChangeArrowheads="1"/>
          </p:cNvSpPr>
          <p:nvPr/>
        </p:nvSpPr>
        <p:spPr bwMode="auto">
          <a:xfrm>
            <a:off x="6626225" y="2924175"/>
            <a:ext cx="1060450" cy="527050"/>
          </a:xfrm>
          <a:prstGeom prst="rect">
            <a:avLst/>
          </a:prstGeom>
          <a:solidFill>
            <a:schemeClr val="bg1"/>
          </a:solidFill>
          <a:ln w="9525">
            <a:solidFill>
              <a:schemeClr val="tx1"/>
            </a:solidFill>
            <a:miter lim="800000"/>
            <a:headEnd/>
            <a:tailEnd/>
          </a:ln>
          <a:effectLst>
            <a:outerShdw dist="63500" dir="2212194" algn="ctr" rotWithShape="0">
              <a:srgbClr val="336699"/>
            </a:outerShdw>
          </a:effec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a:spcBef>
                <a:spcPct val="0"/>
              </a:spcBef>
              <a:buFontTx/>
              <a:buNone/>
            </a:pPr>
            <a:r>
              <a:rPr lang="fr-FR" altLang="fr-FR" sz="1400">
                <a:solidFill>
                  <a:schemeClr val="tx1"/>
                </a:solidFill>
              </a:rPr>
              <a:t>Couronnes</a:t>
            </a:r>
          </a:p>
          <a:p>
            <a:pPr algn="ctr">
              <a:spcBef>
                <a:spcPct val="0"/>
              </a:spcBef>
              <a:buFontTx/>
              <a:buNone/>
            </a:pPr>
            <a:r>
              <a:rPr lang="fr-FR" altLang="fr-FR" sz="1400">
                <a:solidFill>
                  <a:schemeClr val="tx1"/>
                </a:solidFill>
              </a:rPr>
              <a:t>(ph. A)</a:t>
            </a:r>
          </a:p>
        </p:txBody>
      </p:sp>
      <p:sp>
        <p:nvSpPr>
          <p:cNvPr id="217096" name="Text Box 10"/>
          <p:cNvSpPr txBox="1">
            <a:spLocks noChangeArrowheads="1"/>
          </p:cNvSpPr>
          <p:nvPr/>
        </p:nvSpPr>
        <p:spPr bwMode="auto">
          <a:xfrm>
            <a:off x="5370513" y="4148138"/>
            <a:ext cx="1060450" cy="527050"/>
          </a:xfrm>
          <a:prstGeom prst="rect">
            <a:avLst/>
          </a:prstGeom>
          <a:solidFill>
            <a:schemeClr val="bg1"/>
          </a:solidFill>
          <a:ln w="9525">
            <a:solidFill>
              <a:schemeClr val="tx1"/>
            </a:solidFill>
            <a:miter lim="800000"/>
            <a:headEnd/>
            <a:tailEnd/>
          </a:ln>
          <a:effectLst>
            <a:outerShdw dist="63500" dir="2212194" algn="ctr" rotWithShape="0">
              <a:srgbClr val="336699"/>
            </a:outerShdw>
          </a:effectLst>
        </p:spPr>
        <p:txBody>
          <a:bodyPr wrap="none"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a:spcBef>
                <a:spcPct val="0"/>
              </a:spcBef>
              <a:buFontTx/>
              <a:buNone/>
            </a:pPr>
            <a:r>
              <a:rPr lang="fr-FR" altLang="fr-FR" sz="1400">
                <a:solidFill>
                  <a:schemeClr val="tx1"/>
                </a:solidFill>
              </a:rPr>
              <a:t>Couronnes</a:t>
            </a:r>
          </a:p>
          <a:p>
            <a:pPr algn="ctr">
              <a:spcBef>
                <a:spcPct val="0"/>
              </a:spcBef>
              <a:buFontTx/>
              <a:buNone/>
            </a:pPr>
            <a:r>
              <a:rPr lang="fr-FR" altLang="fr-FR" sz="1400">
                <a:solidFill>
                  <a:schemeClr val="tx1"/>
                </a:solidFill>
              </a:rPr>
              <a:t>(ph. B)</a:t>
            </a:r>
          </a:p>
        </p:txBody>
      </p:sp>
      <p:sp>
        <p:nvSpPr>
          <p:cNvPr id="217097" name="Text Box 11"/>
          <p:cNvSpPr txBox="1">
            <a:spLocks noChangeArrowheads="1"/>
          </p:cNvSpPr>
          <p:nvPr/>
        </p:nvSpPr>
        <p:spPr bwMode="auto">
          <a:xfrm>
            <a:off x="3055938" y="4265613"/>
            <a:ext cx="1073150" cy="282575"/>
          </a:xfrm>
          <a:prstGeom prst="rect">
            <a:avLst/>
          </a:prstGeom>
          <a:solidFill>
            <a:schemeClr val="bg1"/>
          </a:solidFill>
          <a:ln w="9525">
            <a:solidFill>
              <a:schemeClr val="tx1"/>
            </a:solidFill>
            <a:miter lim="800000"/>
            <a:headEnd/>
            <a:tailEnd/>
          </a:ln>
          <a:effectLst>
            <a:outerShdw dist="63500" dir="2212194" algn="ctr" rotWithShape="0">
              <a:srgbClr val="336699"/>
            </a:outerShdw>
          </a:effectLst>
        </p:spPr>
        <p:txBody>
          <a:bodyPr anchor="ctr">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a:lnSpc>
                <a:spcPct val="85000"/>
              </a:lnSpc>
              <a:spcBef>
                <a:spcPct val="0"/>
              </a:spcBef>
              <a:buFontTx/>
              <a:buNone/>
            </a:pPr>
            <a:r>
              <a:rPr lang="fr-FR" altLang="fr-FR" sz="1400">
                <a:solidFill>
                  <a:schemeClr val="tx1"/>
                </a:solidFill>
              </a:rPr>
              <a:t>Montage</a:t>
            </a:r>
          </a:p>
        </p:txBody>
      </p:sp>
      <p:grpSp>
        <p:nvGrpSpPr>
          <p:cNvPr id="217098" name="Group 12"/>
          <p:cNvGrpSpPr>
            <a:grpSpLocks/>
          </p:cNvGrpSpPr>
          <p:nvPr/>
        </p:nvGrpSpPr>
        <p:grpSpPr bwMode="auto">
          <a:xfrm>
            <a:off x="3232150" y="4770438"/>
            <a:ext cx="665163" cy="409575"/>
            <a:chOff x="2102" y="1800"/>
            <a:chExt cx="787" cy="480"/>
          </a:xfrm>
        </p:grpSpPr>
        <p:sp>
          <p:nvSpPr>
            <p:cNvPr id="217181" name="Oval 13"/>
            <p:cNvSpPr>
              <a:spLocks noChangeArrowheads="1"/>
            </p:cNvSpPr>
            <p:nvPr/>
          </p:nvSpPr>
          <p:spPr bwMode="auto">
            <a:xfrm>
              <a:off x="2135" y="1833"/>
              <a:ext cx="701" cy="320"/>
            </a:xfrm>
            <a:prstGeom prst="ellipse">
              <a:avLst/>
            </a:prstGeom>
            <a:noFill/>
            <a:ln w="38100" algn="ctr">
              <a:solidFill>
                <a:schemeClr val="tx2"/>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217182" name="Rectangle 14"/>
            <p:cNvSpPr>
              <a:spLocks noChangeArrowheads="1"/>
            </p:cNvSpPr>
            <p:nvPr/>
          </p:nvSpPr>
          <p:spPr bwMode="auto">
            <a:xfrm>
              <a:off x="2102" y="1800"/>
              <a:ext cx="787" cy="159"/>
            </a:xfrm>
            <a:prstGeom prst="rect">
              <a:avLst/>
            </a:prstGeom>
            <a:solidFill>
              <a:schemeClr val="bg1"/>
            </a:solidFill>
            <a:ln>
              <a:noFill/>
            </a:ln>
            <a:extLst>
              <a:ext uri="{91240B29-F687-4F45-9708-019B960494DF}">
                <a14:hiddenLine xmlns:a14="http://schemas.microsoft.com/office/drawing/2010/main" w="38100" algn="ctr">
                  <a:solidFill>
                    <a:srgbClr val="000000"/>
                  </a:solidFill>
                  <a:miter lim="800000"/>
                  <a:headEnd/>
                  <a:tailEnd/>
                </a14:hiddenLine>
              </a:ext>
            </a:extLst>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217183" name="Oval 15"/>
            <p:cNvSpPr>
              <a:spLocks noChangeArrowheads="1"/>
            </p:cNvSpPr>
            <p:nvPr/>
          </p:nvSpPr>
          <p:spPr bwMode="auto">
            <a:xfrm>
              <a:off x="2338" y="1987"/>
              <a:ext cx="293" cy="293"/>
            </a:xfrm>
            <a:prstGeom prst="ellipse">
              <a:avLst/>
            </a:prstGeom>
            <a:solidFill>
              <a:srgbClr val="4D4D4D"/>
            </a:solidFill>
            <a:ln w="6350" algn="ctr">
              <a:solidFill>
                <a:schemeClr val="tx2"/>
              </a:solidFill>
              <a:round/>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grpSp>
        <p:nvGrpSpPr>
          <p:cNvPr id="217099" name="Group 16"/>
          <p:cNvGrpSpPr>
            <a:grpSpLocks/>
          </p:cNvGrpSpPr>
          <p:nvPr/>
        </p:nvGrpSpPr>
        <p:grpSpPr bwMode="auto">
          <a:xfrm>
            <a:off x="5611813" y="4754563"/>
            <a:ext cx="666750" cy="409575"/>
            <a:chOff x="2102" y="1800"/>
            <a:chExt cx="787" cy="480"/>
          </a:xfrm>
        </p:grpSpPr>
        <p:sp>
          <p:nvSpPr>
            <p:cNvPr id="217178" name="Oval 17"/>
            <p:cNvSpPr>
              <a:spLocks noChangeArrowheads="1"/>
            </p:cNvSpPr>
            <p:nvPr/>
          </p:nvSpPr>
          <p:spPr bwMode="auto">
            <a:xfrm>
              <a:off x="2135" y="1833"/>
              <a:ext cx="701" cy="320"/>
            </a:xfrm>
            <a:prstGeom prst="ellipse">
              <a:avLst/>
            </a:prstGeom>
            <a:noFill/>
            <a:ln w="38100" algn="ctr">
              <a:solidFill>
                <a:schemeClr val="tx2"/>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217179" name="Rectangle 18"/>
            <p:cNvSpPr>
              <a:spLocks noChangeArrowheads="1"/>
            </p:cNvSpPr>
            <p:nvPr/>
          </p:nvSpPr>
          <p:spPr bwMode="auto">
            <a:xfrm>
              <a:off x="2102" y="1800"/>
              <a:ext cx="787" cy="159"/>
            </a:xfrm>
            <a:prstGeom prst="rect">
              <a:avLst/>
            </a:prstGeom>
            <a:solidFill>
              <a:schemeClr val="bg1"/>
            </a:solidFill>
            <a:ln>
              <a:noFill/>
            </a:ln>
            <a:extLst>
              <a:ext uri="{91240B29-F687-4F45-9708-019B960494DF}">
                <a14:hiddenLine xmlns:a14="http://schemas.microsoft.com/office/drawing/2010/main" w="38100" algn="ctr">
                  <a:solidFill>
                    <a:srgbClr val="000000"/>
                  </a:solidFill>
                  <a:miter lim="800000"/>
                  <a:headEnd/>
                  <a:tailEnd/>
                </a14:hiddenLine>
              </a:ext>
            </a:extLst>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217180" name="Oval 19"/>
            <p:cNvSpPr>
              <a:spLocks noChangeArrowheads="1"/>
            </p:cNvSpPr>
            <p:nvPr/>
          </p:nvSpPr>
          <p:spPr bwMode="auto">
            <a:xfrm>
              <a:off x="2338" y="1987"/>
              <a:ext cx="293" cy="293"/>
            </a:xfrm>
            <a:prstGeom prst="ellipse">
              <a:avLst/>
            </a:prstGeom>
            <a:solidFill>
              <a:srgbClr val="4D4D4D"/>
            </a:solidFill>
            <a:ln w="6350" algn="ctr">
              <a:solidFill>
                <a:schemeClr val="tx2"/>
              </a:solidFill>
              <a:round/>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grpSp>
        <p:nvGrpSpPr>
          <p:cNvPr id="217100" name="Group 20"/>
          <p:cNvGrpSpPr>
            <a:grpSpLocks/>
          </p:cNvGrpSpPr>
          <p:nvPr/>
        </p:nvGrpSpPr>
        <p:grpSpPr bwMode="auto">
          <a:xfrm rot="-5400000">
            <a:off x="7696994" y="2966244"/>
            <a:ext cx="673100" cy="404812"/>
            <a:chOff x="2102" y="1800"/>
            <a:chExt cx="787" cy="480"/>
          </a:xfrm>
        </p:grpSpPr>
        <p:sp>
          <p:nvSpPr>
            <p:cNvPr id="217175" name="Oval 21"/>
            <p:cNvSpPr>
              <a:spLocks noChangeArrowheads="1"/>
            </p:cNvSpPr>
            <p:nvPr/>
          </p:nvSpPr>
          <p:spPr bwMode="auto">
            <a:xfrm>
              <a:off x="2135" y="1833"/>
              <a:ext cx="701" cy="320"/>
            </a:xfrm>
            <a:prstGeom prst="ellipse">
              <a:avLst/>
            </a:prstGeom>
            <a:noFill/>
            <a:ln w="38100" algn="ctr">
              <a:solidFill>
                <a:schemeClr val="tx2"/>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217176" name="Rectangle 22"/>
            <p:cNvSpPr>
              <a:spLocks noChangeArrowheads="1"/>
            </p:cNvSpPr>
            <p:nvPr/>
          </p:nvSpPr>
          <p:spPr bwMode="auto">
            <a:xfrm>
              <a:off x="2102" y="1800"/>
              <a:ext cx="787" cy="159"/>
            </a:xfrm>
            <a:prstGeom prst="rect">
              <a:avLst/>
            </a:prstGeom>
            <a:solidFill>
              <a:schemeClr val="bg1"/>
            </a:solidFill>
            <a:ln>
              <a:noFill/>
            </a:ln>
            <a:extLst>
              <a:ext uri="{91240B29-F687-4F45-9708-019B960494DF}">
                <a14:hiddenLine xmlns:a14="http://schemas.microsoft.com/office/drawing/2010/main" w="38100" algn="ctr">
                  <a:solidFill>
                    <a:srgbClr val="000000"/>
                  </a:solidFill>
                  <a:miter lim="800000"/>
                  <a:headEnd/>
                  <a:tailEnd/>
                </a14:hiddenLine>
              </a:ext>
            </a:extLst>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217177" name="Oval 23"/>
            <p:cNvSpPr>
              <a:spLocks noChangeArrowheads="1"/>
            </p:cNvSpPr>
            <p:nvPr/>
          </p:nvSpPr>
          <p:spPr bwMode="auto">
            <a:xfrm>
              <a:off x="2338" y="1987"/>
              <a:ext cx="293" cy="293"/>
            </a:xfrm>
            <a:prstGeom prst="ellipse">
              <a:avLst/>
            </a:prstGeom>
            <a:solidFill>
              <a:srgbClr val="4D4D4D"/>
            </a:solidFill>
            <a:ln w="6350" algn="ctr">
              <a:solidFill>
                <a:schemeClr val="tx2"/>
              </a:solidFill>
              <a:round/>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grpSp>
        <p:nvGrpSpPr>
          <p:cNvPr id="217101" name="Group 24"/>
          <p:cNvGrpSpPr>
            <a:grpSpLocks/>
          </p:cNvGrpSpPr>
          <p:nvPr/>
        </p:nvGrpSpPr>
        <p:grpSpPr bwMode="auto">
          <a:xfrm flipV="1">
            <a:off x="5475288" y="1724025"/>
            <a:ext cx="666750" cy="409575"/>
            <a:chOff x="2102" y="1800"/>
            <a:chExt cx="787" cy="480"/>
          </a:xfrm>
        </p:grpSpPr>
        <p:sp>
          <p:nvSpPr>
            <p:cNvPr id="217172" name="Oval 25"/>
            <p:cNvSpPr>
              <a:spLocks noChangeArrowheads="1"/>
            </p:cNvSpPr>
            <p:nvPr/>
          </p:nvSpPr>
          <p:spPr bwMode="auto">
            <a:xfrm>
              <a:off x="2135" y="1833"/>
              <a:ext cx="701" cy="320"/>
            </a:xfrm>
            <a:prstGeom prst="ellipse">
              <a:avLst/>
            </a:prstGeom>
            <a:noFill/>
            <a:ln w="38100" algn="ctr">
              <a:solidFill>
                <a:schemeClr val="tx2"/>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217173" name="Rectangle 26"/>
            <p:cNvSpPr>
              <a:spLocks noChangeArrowheads="1"/>
            </p:cNvSpPr>
            <p:nvPr/>
          </p:nvSpPr>
          <p:spPr bwMode="auto">
            <a:xfrm>
              <a:off x="2102" y="1800"/>
              <a:ext cx="787" cy="159"/>
            </a:xfrm>
            <a:prstGeom prst="rect">
              <a:avLst/>
            </a:prstGeom>
            <a:solidFill>
              <a:schemeClr val="bg1"/>
            </a:solidFill>
            <a:ln>
              <a:noFill/>
            </a:ln>
            <a:extLst>
              <a:ext uri="{91240B29-F687-4F45-9708-019B960494DF}">
                <a14:hiddenLine xmlns:a14="http://schemas.microsoft.com/office/drawing/2010/main" w="38100" algn="ctr">
                  <a:solidFill>
                    <a:srgbClr val="000000"/>
                  </a:solidFill>
                  <a:miter lim="800000"/>
                  <a:headEnd/>
                  <a:tailEnd/>
                </a14:hiddenLine>
              </a:ext>
            </a:extLst>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217174" name="Oval 27"/>
            <p:cNvSpPr>
              <a:spLocks noChangeArrowheads="1"/>
            </p:cNvSpPr>
            <p:nvPr/>
          </p:nvSpPr>
          <p:spPr bwMode="auto">
            <a:xfrm>
              <a:off x="2338" y="1987"/>
              <a:ext cx="293" cy="293"/>
            </a:xfrm>
            <a:prstGeom prst="ellipse">
              <a:avLst/>
            </a:prstGeom>
            <a:solidFill>
              <a:srgbClr val="4D4D4D"/>
            </a:solidFill>
            <a:ln w="6350" algn="ctr">
              <a:solidFill>
                <a:schemeClr val="tx2"/>
              </a:solidFill>
              <a:round/>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grpSp>
        <p:nvGrpSpPr>
          <p:cNvPr id="217102" name="Group 28"/>
          <p:cNvGrpSpPr>
            <a:grpSpLocks/>
          </p:cNvGrpSpPr>
          <p:nvPr/>
        </p:nvGrpSpPr>
        <p:grpSpPr bwMode="auto">
          <a:xfrm flipV="1">
            <a:off x="3119438" y="1781175"/>
            <a:ext cx="665162" cy="409575"/>
            <a:chOff x="2102" y="1800"/>
            <a:chExt cx="787" cy="480"/>
          </a:xfrm>
        </p:grpSpPr>
        <p:sp>
          <p:nvSpPr>
            <p:cNvPr id="217169" name="Oval 29"/>
            <p:cNvSpPr>
              <a:spLocks noChangeArrowheads="1"/>
            </p:cNvSpPr>
            <p:nvPr/>
          </p:nvSpPr>
          <p:spPr bwMode="auto">
            <a:xfrm>
              <a:off x="2135" y="1833"/>
              <a:ext cx="701" cy="320"/>
            </a:xfrm>
            <a:prstGeom prst="ellipse">
              <a:avLst/>
            </a:prstGeom>
            <a:noFill/>
            <a:ln w="38100" algn="ctr">
              <a:solidFill>
                <a:schemeClr val="tx2"/>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217170" name="Rectangle 30"/>
            <p:cNvSpPr>
              <a:spLocks noChangeArrowheads="1"/>
            </p:cNvSpPr>
            <p:nvPr/>
          </p:nvSpPr>
          <p:spPr bwMode="auto">
            <a:xfrm>
              <a:off x="2102" y="1800"/>
              <a:ext cx="787" cy="159"/>
            </a:xfrm>
            <a:prstGeom prst="rect">
              <a:avLst/>
            </a:prstGeom>
            <a:solidFill>
              <a:schemeClr val="bg1"/>
            </a:solidFill>
            <a:ln>
              <a:noFill/>
            </a:ln>
            <a:extLst>
              <a:ext uri="{91240B29-F687-4F45-9708-019B960494DF}">
                <a14:hiddenLine xmlns:a14="http://schemas.microsoft.com/office/drawing/2010/main" w="38100" algn="ctr">
                  <a:solidFill>
                    <a:srgbClr val="000000"/>
                  </a:solidFill>
                  <a:miter lim="800000"/>
                  <a:headEnd/>
                  <a:tailEnd/>
                </a14:hiddenLine>
              </a:ext>
            </a:extLst>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217171" name="Oval 31"/>
            <p:cNvSpPr>
              <a:spLocks noChangeArrowheads="1"/>
            </p:cNvSpPr>
            <p:nvPr/>
          </p:nvSpPr>
          <p:spPr bwMode="auto">
            <a:xfrm>
              <a:off x="2338" y="1987"/>
              <a:ext cx="293" cy="293"/>
            </a:xfrm>
            <a:prstGeom prst="ellipse">
              <a:avLst/>
            </a:prstGeom>
            <a:solidFill>
              <a:srgbClr val="4D4D4D"/>
            </a:solidFill>
            <a:ln w="6350" algn="ctr">
              <a:solidFill>
                <a:schemeClr val="tx2"/>
              </a:solidFill>
              <a:round/>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grpSp>
        <p:nvGrpSpPr>
          <p:cNvPr id="217103" name="Group 32"/>
          <p:cNvGrpSpPr>
            <a:grpSpLocks/>
          </p:cNvGrpSpPr>
          <p:nvPr/>
        </p:nvGrpSpPr>
        <p:grpSpPr bwMode="auto">
          <a:xfrm>
            <a:off x="4229100" y="3403600"/>
            <a:ext cx="1036638" cy="754063"/>
            <a:chOff x="2086" y="1632"/>
            <a:chExt cx="805" cy="579"/>
          </a:xfrm>
        </p:grpSpPr>
        <p:sp>
          <p:nvSpPr>
            <p:cNvPr id="217151" name="Rectangle 33"/>
            <p:cNvSpPr>
              <a:spLocks noChangeArrowheads="1"/>
            </p:cNvSpPr>
            <p:nvPr/>
          </p:nvSpPr>
          <p:spPr bwMode="auto">
            <a:xfrm>
              <a:off x="2086" y="1632"/>
              <a:ext cx="805" cy="579"/>
            </a:xfrm>
            <a:prstGeom prst="rect">
              <a:avLst/>
            </a:prstGeom>
            <a:noFill/>
            <a:ln w="28575">
              <a:solidFill>
                <a:srgbClr val="0000CC"/>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217152" name="Line 34"/>
            <p:cNvSpPr>
              <a:spLocks noChangeShapeType="1"/>
            </p:cNvSpPr>
            <p:nvPr/>
          </p:nvSpPr>
          <p:spPr bwMode="auto">
            <a:xfrm rot="5400000">
              <a:off x="2027" y="1921"/>
              <a:ext cx="578" cy="0"/>
            </a:xfrm>
            <a:prstGeom prst="line">
              <a:avLst/>
            </a:prstGeom>
            <a:noFill/>
            <a:ln w="19050">
              <a:solidFill>
                <a:srgbClr val="0000CC"/>
              </a:solidFill>
              <a:round/>
              <a:headEnd/>
              <a:tailEnd/>
            </a:ln>
            <a:extLst>
              <a:ext uri="{909E8E84-426E-40DD-AFC4-6F175D3DCCD1}">
                <a14:hiddenFill xmlns:a14="http://schemas.microsoft.com/office/drawing/2010/main">
                  <a:noFill/>
                </a14:hiddenFill>
              </a:ext>
            </a:extLst>
          </p:spPr>
          <p:txBody>
            <a:bodyPr/>
            <a:lstStyle/>
            <a:p>
              <a:endParaRPr lang="fr-FR"/>
            </a:p>
          </p:txBody>
        </p:sp>
        <p:sp>
          <p:nvSpPr>
            <p:cNvPr id="217153" name="Line 35"/>
            <p:cNvSpPr>
              <a:spLocks noChangeShapeType="1"/>
            </p:cNvSpPr>
            <p:nvPr/>
          </p:nvSpPr>
          <p:spPr bwMode="auto">
            <a:xfrm rot="5400000">
              <a:off x="2141" y="1921"/>
              <a:ext cx="578" cy="0"/>
            </a:xfrm>
            <a:prstGeom prst="line">
              <a:avLst/>
            </a:prstGeom>
            <a:noFill/>
            <a:ln w="19050">
              <a:solidFill>
                <a:srgbClr val="0000CC"/>
              </a:solidFill>
              <a:round/>
              <a:headEnd/>
              <a:tailEnd/>
            </a:ln>
            <a:extLst>
              <a:ext uri="{909E8E84-426E-40DD-AFC4-6F175D3DCCD1}">
                <a14:hiddenFill xmlns:a14="http://schemas.microsoft.com/office/drawing/2010/main">
                  <a:noFill/>
                </a14:hiddenFill>
              </a:ext>
            </a:extLst>
          </p:spPr>
          <p:txBody>
            <a:bodyPr/>
            <a:lstStyle/>
            <a:p>
              <a:endParaRPr lang="fr-FR"/>
            </a:p>
          </p:txBody>
        </p:sp>
        <p:sp>
          <p:nvSpPr>
            <p:cNvPr id="217154" name="Line 36"/>
            <p:cNvSpPr>
              <a:spLocks noChangeShapeType="1"/>
            </p:cNvSpPr>
            <p:nvPr/>
          </p:nvSpPr>
          <p:spPr bwMode="auto">
            <a:xfrm rot="5400000">
              <a:off x="1797" y="1921"/>
              <a:ext cx="578" cy="0"/>
            </a:xfrm>
            <a:prstGeom prst="line">
              <a:avLst/>
            </a:prstGeom>
            <a:noFill/>
            <a:ln w="19050">
              <a:solidFill>
                <a:srgbClr val="0000CC"/>
              </a:solidFill>
              <a:round/>
              <a:headEnd/>
              <a:tailEnd/>
            </a:ln>
            <a:extLst>
              <a:ext uri="{909E8E84-426E-40DD-AFC4-6F175D3DCCD1}">
                <a14:hiddenFill xmlns:a14="http://schemas.microsoft.com/office/drawing/2010/main">
                  <a:noFill/>
                </a14:hiddenFill>
              </a:ext>
            </a:extLst>
          </p:spPr>
          <p:txBody>
            <a:bodyPr/>
            <a:lstStyle/>
            <a:p>
              <a:endParaRPr lang="fr-FR"/>
            </a:p>
          </p:txBody>
        </p:sp>
        <p:sp>
          <p:nvSpPr>
            <p:cNvPr id="217155" name="Line 37"/>
            <p:cNvSpPr>
              <a:spLocks noChangeShapeType="1"/>
            </p:cNvSpPr>
            <p:nvPr/>
          </p:nvSpPr>
          <p:spPr bwMode="auto">
            <a:xfrm rot="5400000">
              <a:off x="1912" y="1921"/>
              <a:ext cx="578" cy="0"/>
            </a:xfrm>
            <a:prstGeom prst="line">
              <a:avLst/>
            </a:prstGeom>
            <a:noFill/>
            <a:ln w="19050">
              <a:solidFill>
                <a:srgbClr val="0000CC"/>
              </a:solidFill>
              <a:round/>
              <a:headEnd/>
              <a:tailEnd/>
            </a:ln>
            <a:extLst>
              <a:ext uri="{909E8E84-426E-40DD-AFC4-6F175D3DCCD1}">
                <a14:hiddenFill xmlns:a14="http://schemas.microsoft.com/office/drawing/2010/main">
                  <a:noFill/>
                </a14:hiddenFill>
              </a:ext>
            </a:extLst>
          </p:spPr>
          <p:txBody>
            <a:bodyPr/>
            <a:lstStyle/>
            <a:p>
              <a:endParaRPr lang="fr-FR"/>
            </a:p>
          </p:txBody>
        </p:sp>
        <p:sp>
          <p:nvSpPr>
            <p:cNvPr id="217156" name="Line 38"/>
            <p:cNvSpPr>
              <a:spLocks noChangeShapeType="1"/>
            </p:cNvSpPr>
            <p:nvPr/>
          </p:nvSpPr>
          <p:spPr bwMode="auto">
            <a:xfrm rot="5400000">
              <a:off x="2256" y="1921"/>
              <a:ext cx="578" cy="0"/>
            </a:xfrm>
            <a:prstGeom prst="line">
              <a:avLst/>
            </a:prstGeom>
            <a:noFill/>
            <a:ln w="19050">
              <a:solidFill>
                <a:srgbClr val="0000CC"/>
              </a:solidFill>
              <a:round/>
              <a:headEnd/>
              <a:tailEnd/>
            </a:ln>
            <a:extLst>
              <a:ext uri="{909E8E84-426E-40DD-AFC4-6F175D3DCCD1}">
                <a14:hiddenFill xmlns:a14="http://schemas.microsoft.com/office/drawing/2010/main">
                  <a:noFill/>
                </a14:hiddenFill>
              </a:ext>
            </a:extLst>
          </p:spPr>
          <p:txBody>
            <a:bodyPr/>
            <a:lstStyle/>
            <a:p>
              <a:endParaRPr lang="fr-FR"/>
            </a:p>
          </p:txBody>
        </p:sp>
        <p:sp>
          <p:nvSpPr>
            <p:cNvPr id="217157" name="Line 39"/>
            <p:cNvSpPr>
              <a:spLocks noChangeShapeType="1"/>
            </p:cNvSpPr>
            <p:nvPr/>
          </p:nvSpPr>
          <p:spPr bwMode="auto">
            <a:xfrm rot="5400000">
              <a:off x="2371" y="1921"/>
              <a:ext cx="578" cy="0"/>
            </a:xfrm>
            <a:prstGeom prst="line">
              <a:avLst/>
            </a:prstGeom>
            <a:noFill/>
            <a:ln w="19050">
              <a:solidFill>
                <a:srgbClr val="0000CC"/>
              </a:solidFill>
              <a:round/>
              <a:headEnd/>
              <a:tailEnd/>
            </a:ln>
            <a:extLst>
              <a:ext uri="{909E8E84-426E-40DD-AFC4-6F175D3DCCD1}">
                <a14:hiddenFill xmlns:a14="http://schemas.microsoft.com/office/drawing/2010/main">
                  <a:noFill/>
                </a14:hiddenFill>
              </a:ext>
            </a:extLst>
          </p:spPr>
          <p:txBody>
            <a:bodyPr/>
            <a:lstStyle/>
            <a:p>
              <a:endParaRPr lang="fr-FR"/>
            </a:p>
          </p:txBody>
        </p:sp>
        <p:sp>
          <p:nvSpPr>
            <p:cNvPr id="217158" name="Line 40"/>
            <p:cNvSpPr>
              <a:spLocks noChangeShapeType="1"/>
            </p:cNvSpPr>
            <p:nvPr/>
          </p:nvSpPr>
          <p:spPr bwMode="auto">
            <a:xfrm rot="5400000">
              <a:off x="2486" y="1921"/>
              <a:ext cx="578" cy="0"/>
            </a:xfrm>
            <a:prstGeom prst="line">
              <a:avLst/>
            </a:prstGeom>
            <a:noFill/>
            <a:ln w="19050">
              <a:solidFill>
                <a:srgbClr val="0000CC"/>
              </a:solidFill>
              <a:round/>
              <a:headEnd/>
              <a:tailEnd/>
            </a:ln>
            <a:extLst>
              <a:ext uri="{909E8E84-426E-40DD-AFC4-6F175D3DCCD1}">
                <a14:hiddenFill xmlns:a14="http://schemas.microsoft.com/office/drawing/2010/main">
                  <a:noFill/>
                </a14:hiddenFill>
              </a:ext>
            </a:extLst>
          </p:spPr>
          <p:txBody>
            <a:bodyPr/>
            <a:lstStyle/>
            <a:p>
              <a:endParaRPr lang="fr-FR"/>
            </a:p>
          </p:txBody>
        </p:sp>
        <p:sp>
          <p:nvSpPr>
            <p:cNvPr id="217159" name="Line 41"/>
            <p:cNvSpPr>
              <a:spLocks noChangeShapeType="1"/>
            </p:cNvSpPr>
            <p:nvPr/>
          </p:nvSpPr>
          <p:spPr bwMode="auto">
            <a:xfrm rot="5400000">
              <a:off x="2601" y="1921"/>
              <a:ext cx="578" cy="0"/>
            </a:xfrm>
            <a:prstGeom prst="line">
              <a:avLst/>
            </a:prstGeom>
            <a:noFill/>
            <a:ln w="19050">
              <a:solidFill>
                <a:srgbClr val="0000CC"/>
              </a:solidFill>
              <a:round/>
              <a:headEnd/>
              <a:tailEnd/>
            </a:ln>
            <a:extLst>
              <a:ext uri="{909E8E84-426E-40DD-AFC4-6F175D3DCCD1}">
                <a14:hiddenFill xmlns:a14="http://schemas.microsoft.com/office/drawing/2010/main">
                  <a:noFill/>
                </a14:hiddenFill>
              </a:ext>
            </a:extLst>
          </p:spPr>
          <p:txBody>
            <a:bodyPr/>
            <a:lstStyle/>
            <a:p>
              <a:endParaRPr lang="fr-FR"/>
            </a:p>
          </p:txBody>
        </p:sp>
        <p:sp>
          <p:nvSpPr>
            <p:cNvPr id="217160" name="Line 42"/>
            <p:cNvSpPr>
              <a:spLocks noChangeShapeType="1"/>
            </p:cNvSpPr>
            <p:nvPr/>
          </p:nvSpPr>
          <p:spPr bwMode="auto">
            <a:xfrm>
              <a:off x="2086" y="1727"/>
              <a:ext cx="805" cy="0"/>
            </a:xfrm>
            <a:prstGeom prst="line">
              <a:avLst/>
            </a:prstGeom>
            <a:noFill/>
            <a:ln w="19050">
              <a:solidFill>
                <a:srgbClr val="0000CC"/>
              </a:solidFill>
              <a:round/>
              <a:headEnd/>
              <a:tailEnd/>
            </a:ln>
            <a:extLst>
              <a:ext uri="{909E8E84-426E-40DD-AFC4-6F175D3DCCD1}">
                <a14:hiddenFill xmlns:a14="http://schemas.microsoft.com/office/drawing/2010/main">
                  <a:noFill/>
                </a14:hiddenFill>
              </a:ext>
            </a:extLst>
          </p:spPr>
          <p:txBody>
            <a:bodyPr/>
            <a:lstStyle/>
            <a:p>
              <a:endParaRPr lang="fr-FR"/>
            </a:p>
          </p:txBody>
        </p:sp>
        <p:sp>
          <p:nvSpPr>
            <p:cNvPr id="217161" name="Rectangle 43"/>
            <p:cNvSpPr>
              <a:spLocks noChangeAspect="1" noChangeArrowheads="1"/>
            </p:cNvSpPr>
            <p:nvPr/>
          </p:nvSpPr>
          <p:spPr bwMode="auto">
            <a:xfrm>
              <a:off x="2450" y="1668"/>
              <a:ext cx="76" cy="24"/>
            </a:xfrm>
            <a:prstGeom prst="rect">
              <a:avLst/>
            </a:prstGeom>
            <a:solidFill>
              <a:srgbClr val="0099FF"/>
            </a:solidFill>
            <a:ln w="12700">
              <a:solidFill>
                <a:schemeClr val="tx1"/>
              </a:solidFill>
              <a:miter lim="800000"/>
              <a:headEnd/>
              <a:tailEnd/>
            </a:ln>
          </p:spPr>
          <p:txBody>
            <a:bodyPr wrap="none" lIns="147392" tIns="73696" rIns="147392" bIns="73696">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217162" name="Rectangle 44"/>
            <p:cNvSpPr>
              <a:spLocks noChangeAspect="1" noChangeArrowheads="1"/>
            </p:cNvSpPr>
            <p:nvPr/>
          </p:nvSpPr>
          <p:spPr bwMode="auto">
            <a:xfrm>
              <a:off x="2335" y="1668"/>
              <a:ext cx="76" cy="24"/>
            </a:xfrm>
            <a:prstGeom prst="rect">
              <a:avLst/>
            </a:prstGeom>
            <a:solidFill>
              <a:srgbClr val="FF0000"/>
            </a:solidFill>
            <a:ln w="12700">
              <a:solidFill>
                <a:schemeClr val="tx1"/>
              </a:solidFill>
              <a:miter lim="800000"/>
              <a:headEnd/>
              <a:tailEnd/>
            </a:ln>
          </p:spPr>
          <p:txBody>
            <a:bodyPr wrap="none" lIns="147392" tIns="73696" rIns="147392" bIns="73696">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217163" name="Rectangle 45"/>
            <p:cNvSpPr>
              <a:spLocks noChangeAspect="1" noChangeArrowheads="1"/>
            </p:cNvSpPr>
            <p:nvPr/>
          </p:nvSpPr>
          <p:spPr bwMode="auto">
            <a:xfrm>
              <a:off x="2122" y="1666"/>
              <a:ext cx="42" cy="27"/>
            </a:xfrm>
            <a:prstGeom prst="rect">
              <a:avLst/>
            </a:prstGeom>
            <a:solidFill>
              <a:srgbClr val="FFFF00"/>
            </a:solidFill>
            <a:ln w="12700">
              <a:solidFill>
                <a:schemeClr val="tx1"/>
              </a:solidFill>
              <a:miter lim="800000"/>
              <a:headEnd/>
              <a:tailEnd/>
            </a:ln>
          </p:spPr>
          <p:txBody>
            <a:bodyPr wrap="none" lIns="147392" tIns="73696" rIns="147392" bIns="73696">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217164" name="Rectangle 46"/>
            <p:cNvSpPr>
              <a:spLocks noChangeAspect="1" noChangeArrowheads="1"/>
            </p:cNvSpPr>
            <p:nvPr/>
          </p:nvSpPr>
          <p:spPr bwMode="auto">
            <a:xfrm>
              <a:off x="2237" y="1666"/>
              <a:ext cx="42" cy="27"/>
            </a:xfrm>
            <a:prstGeom prst="rect">
              <a:avLst/>
            </a:prstGeom>
            <a:solidFill>
              <a:schemeClr val="bg1"/>
            </a:solidFill>
            <a:ln w="12700">
              <a:solidFill>
                <a:schemeClr val="tx1"/>
              </a:solidFill>
              <a:miter lim="800000"/>
              <a:headEnd/>
              <a:tailEnd/>
            </a:ln>
          </p:spPr>
          <p:txBody>
            <a:bodyPr wrap="none" lIns="147392" tIns="73696" rIns="147392" bIns="73696">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217165" name="Oval 47"/>
            <p:cNvSpPr>
              <a:spLocks noChangeAspect="1" noChangeArrowheads="1"/>
            </p:cNvSpPr>
            <p:nvPr/>
          </p:nvSpPr>
          <p:spPr bwMode="auto">
            <a:xfrm>
              <a:off x="2582" y="1659"/>
              <a:ext cx="41" cy="42"/>
            </a:xfrm>
            <a:prstGeom prst="ellipse">
              <a:avLst/>
            </a:prstGeom>
            <a:solidFill>
              <a:schemeClr val="bg1"/>
            </a:solidFill>
            <a:ln w="12700">
              <a:solidFill>
                <a:schemeClr val="tx1"/>
              </a:solidFill>
              <a:round/>
              <a:headEnd/>
              <a:tailEnd/>
            </a:ln>
          </p:spPr>
          <p:txBody>
            <a:bodyPr wrap="none" lIns="147392" tIns="73696" rIns="147392" bIns="73696">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217166" name="Oval 48"/>
            <p:cNvSpPr>
              <a:spLocks noChangeAspect="1" noChangeArrowheads="1"/>
            </p:cNvSpPr>
            <p:nvPr/>
          </p:nvSpPr>
          <p:spPr bwMode="auto">
            <a:xfrm>
              <a:off x="2811" y="1659"/>
              <a:ext cx="42" cy="42"/>
            </a:xfrm>
            <a:prstGeom prst="ellipse">
              <a:avLst/>
            </a:prstGeom>
            <a:solidFill>
              <a:srgbClr val="FF0000"/>
            </a:solidFill>
            <a:ln w="12700">
              <a:solidFill>
                <a:schemeClr val="tx1"/>
              </a:solidFill>
              <a:round/>
              <a:headEnd/>
              <a:tailEnd/>
            </a:ln>
          </p:spPr>
          <p:txBody>
            <a:bodyPr wrap="none" lIns="147392" tIns="73696" rIns="147392" bIns="73696">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217167" name="Oval 49"/>
            <p:cNvSpPr>
              <a:spLocks noChangeAspect="1" noChangeArrowheads="1"/>
            </p:cNvSpPr>
            <p:nvPr/>
          </p:nvSpPr>
          <p:spPr bwMode="auto">
            <a:xfrm>
              <a:off x="2696" y="1659"/>
              <a:ext cx="42" cy="42"/>
            </a:xfrm>
            <a:prstGeom prst="ellipse">
              <a:avLst/>
            </a:prstGeom>
            <a:solidFill>
              <a:srgbClr val="33CC33"/>
            </a:solidFill>
            <a:ln w="12700">
              <a:solidFill>
                <a:schemeClr val="tx1"/>
              </a:solidFill>
              <a:round/>
              <a:headEnd/>
              <a:tailEnd/>
            </a:ln>
          </p:spPr>
          <p:txBody>
            <a:bodyPr wrap="none" lIns="147392" tIns="73696" rIns="147392" bIns="73696">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217168" name="WordArt 50"/>
            <p:cNvSpPr>
              <a:spLocks noChangeArrowheads="1" noChangeShapeType="1" noTextEdit="1"/>
            </p:cNvSpPr>
            <p:nvPr/>
          </p:nvSpPr>
          <p:spPr bwMode="auto">
            <a:xfrm>
              <a:off x="2104" y="1815"/>
              <a:ext cx="760" cy="279"/>
            </a:xfrm>
            <a:prstGeom prst="rect">
              <a:avLst/>
            </a:prstGeom>
          </p:spPr>
          <p:txBody>
            <a:bodyPr wrap="none" fromWordArt="1">
              <a:prstTxWarp prst="textPlain">
                <a:avLst>
                  <a:gd name="adj" fmla="val 49315"/>
                </a:avLst>
              </a:prstTxWarp>
            </a:bodyPr>
            <a:lstStyle/>
            <a:p>
              <a:r>
                <a:rPr lang="fr-FR" sz="3600" kern="10">
                  <a:ln w="12700">
                    <a:solidFill>
                      <a:schemeClr val="tx1"/>
                    </a:solidFill>
                    <a:round/>
                    <a:headEnd/>
                    <a:tailEnd/>
                  </a:ln>
                  <a:solidFill>
                    <a:srgbClr val="FF0000">
                      <a:alpha val="81960"/>
                    </a:srgbClr>
                  </a:solidFill>
                  <a:effectLst>
                    <a:outerShdw dist="45791" dir="2021404" algn="ctr" rotWithShape="0">
                      <a:srgbClr val="9999FF"/>
                    </a:outerShdw>
                  </a:effectLst>
                  <a:latin typeface="Arial Black"/>
                </a:rPr>
                <a:t>Pièces</a:t>
              </a:r>
            </a:p>
            <a:p>
              <a:r>
                <a:rPr lang="fr-FR" sz="3600" kern="10">
                  <a:ln w="12700">
                    <a:solidFill>
                      <a:schemeClr val="tx1"/>
                    </a:solidFill>
                    <a:round/>
                    <a:headEnd/>
                    <a:tailEnd/>
                  </a:ln>
                  <a:solidFill>
                    <a:srgbClr val="FF0000">
                      <a:alpha val="81960"/>
                    </a:srgbClr>
                  </a:solidFill>
                  <a:effectLst>
                    <a:outerShdw dist="45791" dir="2021404" algn="ctr" rotWithShape="0">
                      <a:srgbClr val="9999FF"/>
                    </a:outerShdw>
                  </a:effectLst>
                  <a:latin typeface="Arial Black"/>
                </a:rPr>
                <a:t>usinées</a:t>
              </a:r>
            </a:p>
          </p:txBody>
        </p:sp>
      </p:grpSp>
      <p:grpSp>
        <p:nvGrpSpPr>
          <p:cNvPr id="217104" name="Group 51"/>
          <p:cNvGrpSpPr>
            <a:grpSpLocks/>
          </p:cNvGrpSpPr>
          <p:nvPr/>
        </p:nvGrpSpPr>
        <p:grpSpPr bwMode="auto">
          <a:xfrm>
            <a:off x="6681788" y="3778250"/>
            <a:ext cx="1036637" cy="754063"/>
            <a:chOff x="2269" y="2347"/>
            <a:chExt cx="805" cy="579"/>
          </a:xfrm>
        </p:grpSpPr>
        <p:sp>
          <p:nvSpPr>
            <p:cNvPr id="217137" name="Rectangle 52"/>
            <p:cNvSpPr>
              <a:spLocks noChangeArrowheads="1"/>
            </p:cNvSpPr>
            <p:nvPr/>
          </p:nvSpPr>
          <p:spPr bwMode="auto">
            <a:xfrm>
              <a:off x="2269" y="2347"/>
              <a:ext cx="805" cy="579"/>
            </a:xfrm>
            <a:prstGeom prst="rect">
              <a:avLst/>
            </a:prstGeom>
            <a:noFill/>
            <a:ln w="28575">
              <a:solidFill>
                <a:srgbClr val="0000CC"/>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217138" name="Line 53"/>
            <p:cNvSpPr>
              <a:spLocks noChangeShapeType="1"/>
            </p:cNvSpPr>
            <p:nvPr/>
          </p:nvSpPr>
          <p:spPr bwMode="auto">
            <a:xfrm rot="5400000">
              <a:off x="2210" y="2636"/>
              <a:ext cx="578" cy="0"/>
            </a:xfrm>
            <a:prstGeom prst="line">
              <a:avLst/>
            </a:prstGeom>
            <a:noFill/>
            <a:ln w="19050">
              <a:solidFill>
                <a:srgbClr val="0000CC"/>
              </a:solidFill>
              <a:round/>
              <a:headEnd/>
              <a:tailEnd/>
            </a:ln>
            <a:extLst>
              <a:ext uri="{909E8E84-426E-40DD-AFC4-6F175D3DCCD1}">
                <a14:hiddenFill xmlns:a14="http://schemas.microsoft.com/office/drawing/2010/main">
                  <a:noFill/>
                </a14:hiddenFill>
              </a:ext>
            </a:extLst>
          </p:spPr>
          <p:txBody>
            <a:bodyPr/>
            <a:lstStyle/>
            <a:p>
              <a:endParaRPr lang="fr-FR"/>
            </a:p>
          </p:txBody>
        </p:sp>
        <p:sp>
          <p:nvSpPr>
            <p:cNvPr id="217139" name="Line 54"/>
            <p:cNvSpPr>
              <a:spLocks noChangeShapeType="1"/>
            </p:cNvSpPr>
            <p:nvPr/>
          </p:nvSpPr>
          <p:spPr bwMode="auto">
            <a:xfrm rot="5400000">
              <a:off x="2324" y="2636"/>
              <a:ext cx="578" cy="0"/>
            </a:xfrm>
            <a:prstGeom prst="line">
              <a:avLst/>
            </a:prstGeom>
            <a:noFill/>
            <a:ln w="19050">
              <a:solidFill>
                <a:srgbClr val="0000CC"/>
              </a:solidFill>
              <a:round/>
              <a:headEnd/>
              <a:tailEnd/>
            </a:ln>
            <a:extLst>
              <a:ext uri="{909E8E84-426E-40DD-AFC4-6F175D3DCCD1}">
                <a14:hiddenFill xmlns:a14="http://schemas.microsoft.com/office/drawing/2010/main">
                  <a:noFill/>
                </a14:hiddenFill>
              </a:ext>
            </a:extLst>
          </p:spPr>
          <p:txBody>
            <a:bodyPr/>
            <a:lstStyle/>
            <a:p>
              <a:endParaRPr lang="fr-FR"/>
            </a:p>
          </p:txBody>
        </p:sp>
        <p:sp>
          <p:nvSpPr>
            <p:cNvPr id="217140" name="Line 55"/>
            <p:cNvSpPr>
              <a:spLocks noChangeShapeType="1"/>
            </p:cNvSpPr>
            <p:nvPr/>
          </p:nvSpPr>
          <p:spPr bwMode="auto">
            <a:xfrm rot="5400000">
              <a:off x="1980" y="2636"/>
              <a:ext cx="578" cy="0"/>
            </a:xfrm>
            <a:prstGeom prst="line">
              <a:avLst/>
            </a:prstGeom>
            <a:noFill/>
            <a:ln w="19050">
              <a:solidFill>
                <a:srgbClr val="0000CC"/>
              </a:solidFill>
              <a:round/>
              <a:headEnd/>
              <a:tailEnd/>
            </a:ln>
            <a:extLst>
              <a:ext uri="{909E8E84-426E-40DD-AFC4-6F175D3DCCD1}">
                <a14:hiddenFill xmlns:a14="http://schemas.microsoft.com/office/drawing/2010/main">
                  <a:noFill/>
                </a14:hiddenFill>
              </a:ext>
            </a:extLst>
          </p:spPr>
          <p:txBody>
            <a:bodyPr/>
            <a:lstStyle/>
            <a:p>
              <a:endParaRPr lang="fr-FR"/>
            </a:p>
          </p:txBody>
        </p:sp>
        <p:sp>
          <p:nvSpPr>
            <p:cNvPr id="217141" name="Line 56"/>
            <p:cNvSpPr>
              <a:spLocks noChangeShapeType="1"/>
            </p:cNvSpPr>
            <p:nvPr/>
          </p:nvSpPr>
          <p:spPr bwMode="auto">
            <a:xfrm rot="5400000">
              <a:off x="2095" y="2636"/>
              <a:ext cx="578" cy="0"/>
            </a:xfrm>
            <a:prstGeom prst="line">
              <a:avLst/>
            </a:prstGeom>
            <a:noFill/>
            <a:ln w="19050">
              <a:solidFill>
                <a:srgbClr val="0000CC"/>
              </a:solidFill>
              <a:round/>
              <a:headEnd/>
              <a:tailEnd/>
            </a:ln>
            <a:extLst>
              <a:ext uri="{909E8E84-426E-40DD-AFC4-6F175D3DCCD1}">
                <a14:hiddenFill xmlns:a14="http://schemas.microsoft.com/office/drawing/2010/main">
                  <a:noFill/>
                </a14:hiddenFill>
              </a:ext>
            </a:extLst>
          </p:spPr>
          <p:txBody>
            <a:bodyPr/>
            <a:lstStyle/>
            <a:p>
              <a:endParaRPr lang="fr-FR"/>
            </a:p>
          </p:txBody>
        </p:sp>
        <p:sp>
          <p:nvSpPr>
            <p:cNvPr id="217142" name="Line 57"/>
            <p:cNvSpPr>
              <a:spLocks noChangeShapeType="1"/>
            </p:cNvSpPr>
            <p:nvPr/>
          </p:nvSpPr>
          <p:spPr bwMode="auto">
            <a:xfrm rot="5400000">
              <a:off x="2439" y="2636"/>
              <a:ext cx="578" cy="0"/>
            </a:xfrm>
            <a:prstGeom prst="line">
              <a:avLst/>
            </a:prstGeom>
            <a:noFill/>
            <a:ln w="19050">
              <a:solidFill>
                <a:srgbClr val="0000CC"/>
              </a:solidFill>
              <a:round/>
              <a:headEnd/>
              <a:tailEnd/>
            </a:ln>
            <a:extLst>
              <a:ext uri="{909E8E84-426E-40DD-AFC4-6F175D3DCCD1}">
                <a14:hiddenFill xmlns:a14="http://schemas.microsoft.com/office/drawing/2010/main">
                  <a:noFill/>
                </a14:hiddenFill>
              </a:ext>
            </a:extLst>
          </p:spPr>
          <p:txBody>
            <a:bodyPr/>
            <a:lstStyle/>
            <a:p>
              <a:endParaRPr lang="fr-FR"/>
            </a:p>
          </p:txBody>
        </p:sp>
        <p:sp>
          <p:nvSpPr>
            <p:cNvPr id="217143" name="Line 58"/>
            <p:cNvSpPr>
              <a:spLocks noChangeShapeType="1"/>
            </p:cNvSpPr>
            <p:nvPr/>
          </p:nvSpPr>
          <p:spPr bwMode="auto">
            <a:xfrm rot="5400000">
              <a:off x="2554" y="2636"/>
              <a:ext cx="578" cy="0"/>
            </a:xfrm>
            <a:prstGeom prst="line">
              <a:avLst/>
            </a:prstGeom>
            <a:noFill/>
            <a:ln w="19050">
              <a:solidFill>
                <a:srgbClr val="0000CC"/>
              </a:solidFill>
              <a:round/>
              <a:headEnd/>
              <a:tailEnd/>
            </a:ln>
            <a:extLst>
              <a:ext uri="{909E8E84-426E-40DD-AFC4-6F175D3DCCD1}">
                <a14:hiddenFill xmlns:a14="http://schemas.microsoft.com/office/drawing/2010/main">
                  <a:noFill/>
                </a14:hiddenFill>
              </a:ext>
            </a:extLst>
          </p:spPr>
          <p:txBody>
            <a:bodyPr/>
            <a:lstStyle/>
            <a:p>
              <a:endParaRPr lang="fr-FR"/>
            </a:p>
          </p:txBody>
        </p:sp>
        <p:sp>
          <p:nvSpPr>
            <p:cNvPr id="217144" name="Line 59"/>
            <p:cNvSpPr>
              <a:spLocks noChangeShapeType="1"/>
            </p:cNvSpPr>
            <p:nvPr/>
          </p:nvSpPr>
          <p:spPr bwMode="auto">
            <a:xfrm rot="5400000">
              <a:off x="2669" y="2636"/>
              <a:ext cx="578" cy="0"/>
            </a:xfrm>
            <a:prstGeom prst="line">
              <a:avLst/>
            </a:prstGeom>
            <a:noFill/>
            <a:ln w="19050">
              <a:solidFill>
                <a:srgbClr val="0000CC"/>
              </a:solidFill>
              <a:round/>
              <a:headEnd/>
              <a:tailEnd/>
            </a:ln>
            <a:extLst>
              <a:ext uri="{909E8E84-426E-40DD-AFC4-6F175D3DCCD1}">
                <a14:hiddenFill xmlns:a14="http://schemas.microsoft.com/office/drawing/2010/main">
                  <a:noFill/>
                </a14:hiddenFill>
              </a:ext>
            </a:extLst>
          </p:spPr>
          <p:txBody>
            <a:bodyPr/>
            <a:lstStyle/>
            <a:p>
              <a:endParaRPr lang="fr-FR"/>
            </a:p>
          </p:txBody>
        </p:sp>
        <p:sp>
          <p:nvSpPr>
            <p:cNvPr id="217145" name="Line 60"/>
            <p:cNvSpPr>
              <a:spLocks noChangeShapeType="1"/>
            </p:cNvSpPr>
            <p:nvPr/>
          </p:nvSpPr>
          <p:spPr bwMode="auto">
            <a:xfrm rot="5400000">
              <a:off x="2784" y="2636"/>
              <a:ext cx="578" cy="0"/>
            </a:xfrm>
            <a:prstGeom prst="line">
              <a:avLst/>
            </a:prstGeom>
            <a:noFill/>
            <a:ln w="19050">
              <a:solidFill>
                <a:srgbClr val="0000CC"/>
              </a:solidFill>
              <a:round/>
              <a:headEnd/>
              <a:tailEnd/>
            </a:ln>
            <a:extLst>
              <a:ext uri="{909E8E84-426E-40DD-AFC4-6F175D3DCCD1}">
                <a14:hiddenFill xmlns:a14="http://schemas.microsoft.com/office/drawing/2010/main">
                  <a:noFill/>
                </a14:hiddenFill>
              </a:ext>
            </a:extLst>
          </p:spPr>
          <p:txBody>
            <a:bodyPr/>
            <a:lstStyle/>
            <a:p>
              <a:endParaRPr lang="fr-FR"/>
            </a:p>
          </p:txBody>
        </p:sp>
        <p:sp>
          <p:nvSpPr>
            <p:cNvPr id="217146" name="Line 61"/>
            <p:cNvSpPr>
              <a:spLocks noChangeShapeType="1"/>
            </p:cNvSpPr>
            <p:nvPr/>
          </p:nvSpPr>
          <p:spPr bwMode="auto">
            <a:xfrm>
              <a:off x="2269" y="2442"/>
              <a:ext cx="805" cy="0"/>
            </a:xfrm>
            <a:prstGeom prst="line">
              <a:avLst/>
            </a:prstGeom>
            <a:noFill/>
            <a:ln w="19050">
              <a:solidFill>
                <a:srgbClr val="0000CC"/>
              </a:solidFill>
              <a:round/>
              <a:headEnd/>
              <a:tailEnd/>
            </a:ln>
            <a:extLst>
              <a:ext uri="{909E8E84-426E-40DD-AFC4-6F175D3DCCD1}">
                <a14:hiddenFill xmlns:a14="http://schemas.microsoft.com/office/drawing/2010/main">
                  <a:noFill/>
                </a14:hiddenFill>
              </a:ext>
            </a:extLst>
          </p:spPr>
          <p:txBody>
            <a:bodyPr/>
            <a:lstStyle/>
            <a:p>
              <a:endParaRPr lang="fr-FR"/>
            </a:p>
          </p:txBody>
        </p:sp>
        <p:sp>
          <p:nvSpPr>
            <p:cNvPr id="217147" name="Oval 62"/>
            <p:cNvSpPr>
              <a:spLocks noChangeAspect="1" noChangeArrowheads="1"/>
            </p:cNvSpPr>
            <p:nvPr/>
          </p:nvSpPr>
          <p:spPr bwMode="auto">
            <a:xfrm>
              <a:off x="2303" y="2374"/>
              <a:ext cx="41" cy="42"/>
            </a:xfrm>
            <a:prstGeom prst="ellipse">
              <a:avLst/>
            </a:prstGeom>
            <a:solidFill>
              <a:schemeClr val="bg1"/>
            </a:solidFill>
            <a:ln w="12700">
              <a:solidFill>
                <a:schemeClr val="tx1"/>
              </a:solidFill>
              <a:round/>
              <a:headEnd/>
              <a:tailEnd/>
            </a:ln>
          </p:spPr>
          <p:txBody>
            <a:bodyPr wrap="none" lIns="147392" tIns="73696" rIns="147392" bIns="73696">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217148" name="Oval 63"/>
            <p:cNvSpPr>
              <a:spLocks noChangeAspect="1" noChangeArrowheads="1"/>
            </p:cNvSpPr>
            <p:nvPr/>
          </p:nvSpPr>
          <p:spPr bwMode="auto">
            <a:xfrm>
              <a:off x="2532" y="2374"/>
              <a:ext cx="42" cy="42"/>
            </a:xfrm>
            <a:prstGeom prst="ellipse">
              <a:avLst/>
            </a:prstGeom>
            <a:solidFill>
              <a:srgbClr val="FF0000"/>
            </a:solidFill>
            <a:ln w="12700">
              <a:solidFill>
                <a:schemeClr val="tx1"/>
              </a:solidFill>
              <a:round/>
              <a:headEnd/>
              <a:tailEnd/>
            </a:ln>
          </p:spPr>
          <p:txBody>
            <a:bodyPr wrap="none" lIns="147392" tIns="73696" rIns="147392" bIns="73696">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217149" name="Oval 64"/>
            <p:cNvSpPr>
              <a:spLocks noChangeAspect="1" noChangeArrowheads="1"/>
            </p:cNvSpPr>
            <p:nvPr/>
          </p:nvSpPr>
          <p:spPr bwMode="auto">
            <a:xfrm>
              <a:off x="2417" y="2374"/>
              <a:ext cx="42" cy="42"/>
            </a:xfrm>
            <a:prstGeom prst="ellipse">
              <a:avLst/>
            </a:prstGeom>
            <a:solidFill>
              <a:srgbClr val="33CC33"/>
            </a:solidFill>
            <a:ln w="12700">
              <a:solidFill>
                <a:schemeClr val="tx1"/>
              </a:solidFill>
              <a:round/>
              <a:headEnd/>
              <a:tailEnd/>
            </a:ln>
          </p:spPr>
          <p:txBody>
            <a:bodyPr wrap="none" lIns="147392" tIns="73696" rIns="147392" bIns="73696">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217150" name="WordArt 65"/>
            <p:cNvSpPr>
              <a:spLocks noChangeArrowheads="1" noChangeShapeType="1" noTextEdit="1"/>
            </p:cNvSpPr>
            <p:nvPr/>
          </p:nvSpPr>
          <p:spPr bwMode="auto">
            <a:xfrm>
              <a:off x="2287" y="2530"/>
              <a:ext cx="760" cy="279"/>
            </a:xfrm>
            <a:prstGeom prst="rect">
              <a:avLst/>
            </a:prstGeom>
          </p:spPr>
          <p:txBody>
            <a:bodyPr wrap="none" fromWordArt="1">
              <a:prstTxWarp prst="textPlain">
                <a:avLst>
                  <a:gd name="adj" fmla="val 49315"/>
                </a:avLst>
              </a:prstTxWarp>
            </a:bodyPr>
            <a:lstStyle/>
            <a:p>
              <a:r>
                <a:rPr lang="fr-FR" sz="3600" kern="10">
                  <a:ln w="12700">
                    <a:solidFill>
                      <a:schemeClr val="tx1"/>
                    </a:solidFill>
                    <a:round/>
                    <a:headEnd/>
                    <a:tailEnd/>
                  </a:ln>
                  <a:solidFill>
                    <a:srgbClr val="FF0000">
                      <a:alpha val="81960"/>
                    </a:srgbClr>
                  </a:solidFill>
                  <a:effectLst>
                    <a:outerShdw dist="45791" dir="2021404" algn="ctr" rotWithShape="0">
                      <a:srgbClr val="9999FF"/>
                    </a:outerShdw>
                  </a:effectLst>
                  <a:latin typeface="Arial Black"/>
                </a:rPr>
                <a:t>Couronnes</a:t>
              </a:r>
            </a:p>
            <a:p>
              <a:r>
                <a:rPr lang="fr-FR" sz="3600" kern="10">
                  <a:ln w="12700">
                    <a:solidFill>
                      <a:schemeClr val="tx1"/>
                    </a:solidFill>
                    <a:round/>
                    <a:headEnd/>
                    <a:tailEnd/>
                  </a:ln>
                  <a:solidFill>
                    <a:srgbClr val="FF0000">
                      <a:alpha val="81960"/>
                    </a:srgbClr>
                  </a:solidFill>
                  <a:effectLst>
                    <a:outerShdw dist="45791" dir="2021404" algn="ctr" rotWithShape="0">
                      <a:srgbClr val="9999FF"/>
                    </a:outerShdw>
                  </a:effectLst>
                  <a:latin typeface="Arial Black"/>
                </a:rPr>
                <a:t>phase A</a:t>
              </a:r>
            </a:p>
          </p:txBody>
        </p:sp>
      </p:grpSp>
      <p:grpSp>
        <p:nvGrpSpPr>
          <p:cNvPr id="217105" name="Group 66"/>
          <p:cNvGrpSpPr>
            <a:grpSpLocks/>
          </p:cNvGrpSpPr>
          <p:nvPr/>
        </p:nvGrpSpPr>
        <p:grpSpPr bwMode="auto">
          <a:xfrm>
            <a:off x="1947863" y="3833813"/>
            <a:ext cx="1047750" cy="765175"/>
            <a:chOff x="288" y="2319"/>
            <a:chExt cx="813" cy="588"/>
          </a:xfrm>
        </p:grpSpPr>
        <p:sp>
          <p:nvSpPr>
            <p:cNvPr id="217121" name="Rectangle 67"/>
            <p:cNvSpPr>
              <a:spLocks noChangeArrowheads="1"/>
            </p:cNvSpPr>
            <p:nvPr/>
          </p:nvSpPr>
          <p:spPr bwMode="auto">
            <a:xfrm>
              <a:off x="296" y="2328"/>
              <a:ext cx="805" cy="579"/>
            </a:xfrm>
            <a:prstGeom prst="rect">
              <a:avLst/>
            </a:prstGeom>
            <a:noFill/>
            <a:ln w="28575">
              <a:solidFill>
                <a:srgbClr val="0000CC"/>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217122" name="Line 68"/>
            <p:cNvSpPr>
              <a:spLocks noChangeShapeType="1"/>
            </p:cNvSpPr>
            <p:nvPr/>
          </p:nvSpPr>
          <p:spPr bwMode="auto">
            <a:xfrm rot="5400000">
              <a:off x="255" y="2617"/>
              <a:ext cx="578" cy="0"/>
            </a:xfrm>
            <a:prstGeom prst="line">
              <a:avLst/>
            </a:prstGeom>
            <a:noFill/>
            <a:ln w="19050">
              <a:solidFill>
                <a:srgbClr val="0000CC"/>
              </a:solidFill>
              <a:round/>
              <a:headEnd/>
              <a:tailEnd/>
            </a:ln>
            <a:extLst>
              <a:ext uri="{909E8E84-426E-40DD-AFC4-6F175D3DCCD1}">
                <a14:hiddenFill xmlns:a14="http://schemas.microsoft.com/office/drawing/2010/main">
                  <a:noFill/>
                </a14:hiddenFill>
              </a:ext>
            </a:extLst>
          </p:spPr>
          <p:txBody>
            <a:bodyPr/>
            <a:lstStyle/>
            <a:p>
              <a:endParaRPr lang="fr-FR"/>
            </a:p>
          </p:txBody>
        </p:sp>
        <p:sp>
          <p:nvSpPr>
            <p:cNvPr id="217123" name="Line 69"/>
            <p:cNvSpPr>
              <a:spLocks noChangeShapeType="1"/>
            </p:cNvSpPr>
            <p:nvPr/>
          </p:nvSpPr>
          <p:spPr bwMode="auto">
            <a:xfrm rot="5400000">
              <a:off x="381" y="2617"/>
              <a:ext cx="578" cy="0"/>
            </a:xfrm>
            <a:prstGeom prst="line">
              <a:avLst/>
            </a:prstGeom>
            <a:noFill/>
            <a:ln w="19050">
              <a:solidFill>
                <a:srgbClr val="0000CC"/>
              </a:solidFill>
              <a:round/>
              <a:headEnd/>
              <a:tailEnd/>
            </a:ln>
            <a:extLst>
              <a:ext uri="{909E8E84-426E-40DD-AFC4-6F175D3DCCD1}">
                <a14:hiddenFill xmlns:a14="http://schemas.microsoft.com/office/drawing/2010/main">
                  <a:noFill/>
                </a14:hiddenFill>
              </a:ext>
            </a:extLst>
          </p:spPr>
          <p:txBody>
            <a:bodyPr/>
            <a:lstStyle/>
            <a:p>
              <a:endParaRPr lang="fr-FR"/>
            </a:p>
          </p:txBody>
        </p:sp>
        <p:sp>
          <p:nvSpPr>
            <p:cNvPr id="217124" name="Line 70"/>
            <p:cNvSpPr>
              <a:spLocks noChangeShapeType="1"/>
            </p:cNvSpPr>
            <p:nvPr/>
          </p:nvSpPr>
          <p:spPr bwMode="auto">
            <a:xfrm rot="5400000">
              <a:off x="7" y="2617"/>
              <a:ext cx="578" cy="0"/>
            </a:xfrm>
            <a:prstGeom prst="line">
              <a:avLst/>
            </a:prstGeom>
            <a:noFill/>
            <a:ln w="19050">
              <a:solidFill>
                <a:srgbClr val="0000CC"/>
              </a:solidFill>
              <a:round/>
              <a:headEnd/>
              <a:tailEnd/>
            </a:ln>
            <a:extLst>
              <a:ext uri="{909E8E84-426E-40DD-AFC4-6F175D3DCCD1}">
                <a14:hiddenFill xmlns:a14="http://schemas.microsoft.com/office/drawing/2010/main">
                  <a:noFill/>
                </a14:hiddenFill>
              </a:ext>
            </a:extLst>
          </p:spPr>
          <p:txBody>
            <a:bodyPr/>
            <a:lstStyle/>
            <a:p>
              <a:endParaRPr lang="fr-FR"/>
            </a:p>
          </p:txBody>
        </p:sp>
        <p:sp>
          <p:nvSpPr>
            <p:cNvPr id="217125" name="Line 71"/>
            <p:cNvSpPr>
              <a:spLocks noChangeShapeType="1"/>
            </p:cNvSpPr>
            <p:nvPr/>
          </p:nvSpPr>
          <p:spPr bwMode="auto">
            <a:xfrm rot="5400000">
              <a:off x="131" y="2617"/>
              <a:ext cx="578" cy="0"/>
            </a:xfrm>
            <a:prstGeom prst="line">
              <a:avLst/>
            </a:prstGeom>
            <a:noFill/>
            <a:ln w="19050">
              <a:solidFill>
                <a:srgbClr val="0000CC"/>
              </a:solidFill>
              <a:round/>
              <a:headEnd/>
              <a:tailEnd/>
            </a:ln>
            <a:extLst>
              <a:ext uri="{909E8E84-426E-40DD-AFC4-6F175D3DCCD1}">
                <a14:hiddenFill xmlns:a14="http://schemas.microsoft.com/office/drawing/2010/main">
                  <a:noFill/>
                </a14:hiddenFill>
              </a:ext>
            </a:extLst>
          </p:spPr>
          <p:txBody>
            <a:bodyPr/>
            <a:lstStyle/>
            <a:p>
              <a:endParaRPr lang="fr-FR"/>
            </a:p>
          </p:txBody>
        </p:sp>
        <p:sp>
          <p:nvSpPr>
            <p:cNvPr id="217126" name="Line 72"/>
            <p:cNvSpPr>
              <a:spLocks noChangeShapeType="1"/>
            </p:cNvSpPr>
            <p:nvPr/>
          </p:nvSpPr>
          <p:spPr bwMode="auto">
            <a:xfrm rot="5400000">
              <a:off x="529" y="2617"/>
              <a:ext cx="578" cy="0"/>
            </a:xfrm>
            <a:prstGeom prst="line">
              <a:avLst/>
            </a:prstGeom>
            <a:noFill/>
            <a:ln w="19050">
              <a:solidFill>
                <a:srgbClr val="0000CC"/>
              </a:solidFill>
              <a:round/>
              <a:headEnd/>
              <a:tailEnd/>
            </a:ln>
            <a:extLst>
              <a:ext uri="{909E8E84-426E-40DD-AFC4-6F175D3DCCD1}">
                <a14:hiddenFill xmlns:a14="http://schemas.microsoft.com/office/drawing/2010/main">
                  <a:noFill/>
                </a14:hiddenFill>
              </a:ext>
            </a:extLst>
          </p:spPr>
          <p:txBody>
            <a:bodyPr/>
            <a:lstStyle/>
            <a:p>
              <a:endParaRPr lang="fr-FR"/>
            </a:p>
          </p:txBody>
        </p:sp>
        <p:sp>
          <p:nvSpPr>
            <p:cNvPr id="217127" name="Line 73"/>
            <p:cNvSpPr>
              <a:spLocks noChangeShapeType="1"/>
            </p:cNvSpPr>
            <p:nvPr/>
          </p:nvSpPr>
          <p:spPr bwMode="auto">
            <a:xfrm rot="5400000">
              <a:off x="659" y="2617"/>
              <a:ext cx="578" cy="0"/>
            </a:xfrm>
            <a:prstGeom prst="line">
              <a:avLst/>
            </a:prstGeom>
            <a:noFill/>
            <a:ln w="19050">
              <a:solidFill>
                <a:srgbClr val="0000CC"/>
              </a:solidFill>
              <a:round/>
              <a:headEnd/>
              <a:tailEnd/>
            </a:ln>
            <a:extLst>
              <a:ext uri="{909E8E84-426E-40DD-AFC4-6F175D3DCCD1}">
                <a14:hiddenFill xmlns:a14="http://schemas.microsoft.com/office/drawing/2010/main">
                  <a:noFill/>
                </a14:hiddenFill>
              </a:ext>
            </a:extLst>
          </p:spPr>
          <p:txBody>
            <a:bodyPr/>
            <a:lstStyle/>
            <a:p>
              <a:endParaRPr lang="fr-FR"/>
            </a:p>
          </p:txBody>
        </p:sp>
        <p:sp>
          <p:nvSpPr>
            <p:cNvPr id="217128" name="Line 74"/>
            <p:cNvSpPr>
              <a:spLocks noChangeShapeType="1"/>
            </p:cNvSpPr>
            <p:nvPr/>
          </p:nvSpPr>
          <p:spPr bwMode="auto">
            <a:xfrm rot="5400000">
              <a:off x="811" y="2617"/>
              <a:ext cx="578" cy="0"/>
            </a:xfrm>
            <a:prstGeom prst="line">
              <a:avLst/>
            </a:prstGeom>
            <a:noFill/>
            <a:ln w="19050">
              <a:solidFill>
                <a:srgbClr val="0000CC"/>
              </a:solidFill>
              <a:round/>
              <a:headEnd/>
              <a:tailEnd/>
            </a:ln>
            <a:extLst>
              <a:ext uri="{909E8E84-426E-40DD-AFC4-6F175D3DCCD1}">
                <a14:hiddenFill xmlns:a14="http://schemas.microsoft.com/office/drawing/2010/main">
                  <a:noFill/>
                </a14:hiddenFill>
              </a:ext>
            </a:extLst>
          </p:spPr>
          <p:txBody>
            <a:bodyPr/>
            <a:lstStyle/>
            <a:p>
              <a:endParaRPr lang="fr-FR"/>
            </a:p>
          </p:txBody>
        </p:sp>
        <p:sp>
          <p:nvSpPr>
            <p:cNvPr id="217129" name="WordArt 75"/>
            <p:cNvSpPr>
              <a:spLocks noChangeArrowheads="1" noChangeShapeType="1" noTextEdit="1"/>
            </p:cNvSpPr>
            <p:nvPr/>
          </p:nvSpPr>
          <p:spPr bwMode="auto">
            <a:xfrm>
              <a:off x="314" y="2511"/>
              <a:ext cx="760" cy="279"/>
            </a:xfrm>
            <a:prstGeom prst="rect">
              <a:avLst/>
            </a:prstGeom>
          </p:spPr>
          <p:txBody>
            <a:bodyPr wrap="none" fromWordArt="1">
              <a:prstTxWarp prst="textPlain">
                <a:avLst>
                  <a:gd name="adj" fmla="val 49315"/>
                </a:avLst>
              </a:prstTxWarp>
            </a:bodyPr>
            <a:lstStyle/>
            <a:p>
              <a:r>
                <a:rPr lang="fr-FR" sz="3600" kern="10">
                  <a:ln w="12700">
                    <a:solidFill>
                      <a:schemeClr val="tx1"/>
                    </a:solidFill>
                    <a:round/>
                    <a:headEnd/>
                    <a:tailEnd/>
                  </a:ln>
                  <a:solidFill>
                    <a:srgbClr val="FF0000">
                      <a:alpha val="81960"/>
                    </a:srgbClr>
                  </a:solidFill>
                  <a:effectLst>
                    <a:outerShdw dist="45791" dir="2021404" algn="ctr" rotWithShape="0">
                      <a:srgbClr val="9999FF"/>
                    </a:outerShdw>
                  </a:effectLst>
                  <a:latin typeface="Arial Black"/>
                </a:rPr>
                <a:t>Produits</a:t>
              </a:r>
            </a:p>
            <a:p>
              <a:r>
                <a:rPr lang="fr-FR" sz="3600" kern="10">
                  <a:ln w="12700">
                    <a:solidFill>
                      <a:schemeClr val="tx1"/>
                    </a:solidFill>
                    <a:round/>
                    <a:headEnd/>
                    <a:tailEnd/>
                  </a:ln>
                  <a:solidFill>
                    <a:srgbClr val="FF0000">
                      <a:alpha val="81960"/>
                    </a:srgbClr>
                  </a:solidFill>
                  <a:effectLst>
                    <a:outerShdw dist="45791" dir="2021404" algn="ctr" rotWithShape="0">
                      <a:srgbClr val="9999FF"/>
                    </a:outerShdw>
                  </a:effectLst>
                  <a:latin typeface="Arial Black"/>
                </a:rPr>
                <a:t>finis</a:t>
              </a:r>
            </a:p>
          </p:txBody>
        </p:sp>
        <p:sp>
          <p:nvSpPr>
            <p:cNvPr id="217130" name="Text Box 76"/>
            <p:cNvSpPr txBox="1">
              <a:spLocks noChangeArrowheads="1"/>
            </p:cNvSpPr>
            <p:nvPr/>
          </p:nvSpPr>
          <p:spPr bwMode="auto">
            <a:xfrm>
              <a:off x="295" y="2319"/>
              <a:ext cx="136" cy="28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lIns="18000" rIns="18000">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900">
                  <a:solidFill>
                    <a:schemeClr val="tx1"/>
                  </a:solidFill>
                </a:rPr>
                <a:t>R1</a:t>
              </a:r>
            </a:p>
          </p:txBody>
        </p:sp>
        <p:sp>
          <p:nvSpPr>
            <p:cNvPr id="217131" name="Text Box 77"/>
            <p:cNvSpPr txBox="1">
              <a:spLocks noChangeArrowheads="1"/>
            </p:cNvSpPr>
            <p:nvPr/>
          </p:nvSpPr>
          <p:spPr bwMode="auto">
            <a:xfrm>
              <a:off x="412" y="2319"/>
              <a:ext cx="136" cy="28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lIns="18000" rIns="18000">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900">
                  <a:solidFill>
                    <a:schemeClr val="tx1"/>
                  </a:solidFill>
                </a:rPr>
                <a:t>R2</a:t>
              </a:r>
            </a:p>
          </p:txBody>
        </p:sp>
        <p:sp>
          <p:nvSpPr>
            <p:cNvPr id="217132" name="Text Box 78"/>
            <p:cNvSpPr txBox="1">
              <a:spLocks noChangeArrowheads="1"/>
            </p:cNvSpPr>
            <p:nvPr/>
          </p:nvSpPr>
          <p:spPr bwMode="auto">
            <a:xfrm>
              <a:off x="532" y="2319"/>
              <a:ext cx="136" cy="28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lIns="18000" rIns="18000">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900">
                  <a:solidFill>
                    <a:schemeClr val="tx1"/>
                  </a:solidFill>
                </a:rPr>
                <a:t>R3</a:t>
              </a:r>
            </a:p>
          </p:txBody>
        </p:sp>
        <p:sp>
          <p:nvSpPr>
            <p:cNvPr id="217133" name="Text Box 79"/>
            <p:cNvSpPr txBox="1">
              <a:spLocks noChangeArrowheads="1"/>
            </p:cNvSpPr>
            <p:nvPr/>
          </p:nvSpPr>
          <p:spPr bwMode="auto">
            <a:xfrm>
              <a:off x="661" y="2319"/>
              <a:ext cx="136" cy="28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lIns="18000" rIns="18000">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900">
                  <a:solidFill>
                    <a:schemeClr val="tx1"/>
                  </a:solidFill>
                </a:rPr>
                <a:t>R4</a:t>
              </a:r>
            </a:p>
          </p:txBody>
        </p:sp>
        <p:sp>
          <p:nvSpPr>
            <p:cNvPr id="217134" name="Text Box 80"/>
            <p:cNvSpPr txBox="1">
              <a:spLocks noChangeArrowheads="1"/>
            </p:cNvSpPr>
            <p:nvPr/>
          </p:nvSpPr>
          <p:spPr bwMode="auto">
            <a:xfrm>
              <a:off x="808" y="2319"/>
              <a:ext cx="136" cy="28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lIns="18000" rIns="18000">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900">
                  <a:solidFill>
                    <a:schemeClr val="tx1"/>
                  </a:solidFill>
                </a:rPr>
                <a:t>R5</a:t>
              </a:r>
            </a:p>
          </p:txBody>
        </p:sp>
        <p:sp>
          <p:nvSpPr>
            <p:cNvPr id="217135" name="Text Box 81"/>
            <p:cNvSpPr txBox="1">
              <a:spLocks noChangeArrowheads="1"/>
            </p:cNvSpPr>
            <p:nvPr/>
          </p:nvSpPr>
          <p:spPr bwMode="auto">
            <a:xfrm>
              <a:off x="934" y="2319"/>
              <a:ext cx="137" cy="28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lgn="ctr">
                  <a:solidFill>
                    <a:srgbClr val="000000"/>
                  </a:solidFill>
                  <a:miter lim="800000"/>
                  <a:headEnd/>
                  <a:tailEnd/>
                </a14:hiddenLine>
              </a:ext>
            </a:extLst>
          </p:spPr>
          <p:txBody>
            <a:bodyPr lIns="18000" rIns="18000">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900">
                  <a:solidFill>
                    <a:schemeClr val="tx1"/>
                  </a:solidFill>
                </a:rPr>
                <a:t>R6</a:t>
              </a:r>
            </a:p>
          </p:txBody>
        </p:sp>
        <p:sp>
          <p:nvSpPr>
            <p:cNvPr id="217136" name="Line 82"/>
            <p:cNvSpPr>
              <a:spLocks noChangeShapeType="1"/>
            </p:cNvSpPr>
            <p:nvPr/>
          </p:nvSpPr>
          <p:spPr bwMode="auto">
            <a:xfrm>
              <a:off x="288" y="2439"/>
              <a:ext cx="807" cy="0"/>
            </a:xfrm>
            <a:prstGeom prst="line">
              <a:avLst/>
            </a:prstGeom>
            <a:noFill/>
            <a:ln w="28575">
              <a:solidFill>
                <a:schemeClr val="accent2"/>
              </a:solidFill>
              <a:round/>
              <a:headEnd/>
              <a:tailEnd/>
            </a:ln>
            <a:extLst>
              <a:ext uri="{909E8E84-426E-40DD-AFC4-6F175D3DCCD1}">
                <a14:hiddenFill xmlns:a14="http://schemas.microsoft.com/office/drawing/2010/main">
                  <a:noFill/>
                </a14:hiddenFill>
              </a:ext>
            </a:extLst>
          </p:spPr>
          <p:txBody>
            <a:bodyPr wrap="none" anchor="ctr"/>
            <a:lstStyle/>
            <a:p>
              <a:endParaRPr lang="fr-FR"/>
            </a:p>
          </p:txBody>
        </p:sp>
      </p:grpSp>
      <p:sp>
        <p:nvSpPr>
          <p:cNvPr id="217106" name="AutoShape 83"/>
          <p:cNvSpPr>
            <a:spLocks noChangeArrowheads="1"/>
          </p:cNvSpPr>
          <p:nvPr/>
        </p:nvSpPr>
        <p:spPr bwMode="auto">
          <a:xfrm>
            <a:off x="1184275" y="3798888"/>
            <a:ext cx="569913" cy="288925"/>
          </a:xfrm>
          <a:prstGeom prst="leftArrow">
            <a:avLst>
              <a:gd name="adj1" fmla="val 50000"/>
              <a:gd name="adj2" fmla="val 49313"/>
            </a:avLst>
          </a:prstGeom>
          <a:solidFill>
            <a:srgbClr val="FFFF00"/>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217107" name="Text Box 84"/>
          <p:cNvSpPr txBox="1">
            <a:spLocks noChangeArrowheads="1"/>
          </p:cNvSpPr>
          <p:nvPr/>
        </p:nvSpPr>
        <p:spPr bwMode="auto">
          <a:xfrm>
            <a:off x="1100138" y="3473450"/>
            <a:ext cx="1101725" cy="304800"/>
          </a:xfrm>
          <a:prstGeom prst="rect">
            <a:avLst/>
          </a:prstGeom>
          <a:solidFill>
            <a:schemeClr val="bg1"/>
          </a:solidFill>
          <a:ln>
            <a:noFill/>
          </a:ln>
          <a:extLst>
            <a:ext uri="{91240B29-F687-4F45-9708-019B960494DF}">
              <a14:hiddenLine xmlns:a14="http://schemas.microsoft.com/office/drawing/2010/main" w="6350" algn="ctr">
                <a:solidFill>
                  <a:srgbClr val="000000"/>
                </a:solidFill>
                <a:miter lim="800000"/>
                <a:headEnd/>
                <a:tailEnd/>
              </a14:hiddenLine>
            </a:ext>
          </a:extLst>
        </p:spPr>
        <p:txBody>
          <a:bodyPr wrap="none">
            <a:spAutoFit/>
          </a:bodyP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1400">
                <a:solidFill>
                  <a:schemeClr val="tx1"/>
                </a:solidFill>
              </a:rPr>
              <a:t>Expéditions</a:t>
            </a:r>
          </a:p>
        </p:txBody>
      </p:sp>
      <p:grpSp>
        <p:nvGrpSpPr>
          <p:cNvPr id="10" name="Group 106"/>
          <p:cNvGrpSpPr>
            <a:grpSpLocks/>
          </p:cNvGrpSpPr>
          <p:nvPr/>
        </p:nvGrpSpPr>
        <p:grpSpPr bwMode="auto">
          <a:xfrm>
            <a:off x="3970338" y="982663"/>
            <a:ext cx="5022850" cy="4448175"/>
            <a:chOff x="2501" y="619"/>
            <a:chExt cx="3164" cy="2802"/>
          </a:xfrm>
        </p:grpSpPr>
        <p:sp>
          <p:nvSpPr>
            <p:cNvPr id="217116" name="AutoShape 94"/>
            <p:cNvSpPr>
              <a:spLocks/>
            </p:cNvSpPr>
            <p:nvPr/>
          </p:nvSpPr>
          <p:spPr bwMode="auto">
            <a:xfrm>
              <a:off x="5026" y="1089"/>
              <a:ext cx="639" cy="320"/>
            </a:xfrm>
            <a:prstGeom prst="borderCallout2">
              <a:avLst>
                <a:gd name="adj1" fmla="val 22500"/>
                <a:gd name="adj2" fmla="val -7514"/>
                <a:gd name="adj3" fmla="val 22500"/>
                <a:gd name="adj4" fmla="val -46167"/>
                <a:gd name="adj5" fmla="val 216565"/>
                <a:gd name="adj6" fmla="val -87009"/>
              </a:avLst>
            </a:prstGeom>
            <a:solidFill>
              <a:srgbClr val="FFFF99"/>
            </a:solidFill>
            <a:ln w="6350" algn="ctr">
              <a:solidFill>
                <a:srgbClr val="000000"/>
              </a:solidFill>
              <a:miter lim="800000"/>
              <a:headEnd/>
              <a:tailEnd type="triangle" w="med" len="med"/>
            </a:ln>
          </p:spPr>
          <p:txBody>
            <a:bodyPr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1300">
                  <a:solidFill>
                    <a:schemeClr val="tx1"/>
                  </a:solidFill>
                </a:rPr>
                <a:t>Poste peu chargé</a:t>
              </a:r>
            </a:p>
          </p:txBody>
        </p:sp>
        <p:sp>
          <p:nvSpPr>
            <p:cNvPr id="217117" name="AutoShape 96"/>
            <p:cNvSpPr>
              <a:spLocks/>
            </p:cNvSpPr>
            <p:nvPr/>
          </p:nvSpPr>
          <p:spPr bwMode="auto">
            <a:xfrm>
              <a:off x="4699" y="3067"/>
              <a:ext cx="639" cy="320"/>
            </a:xfrm>
            <a:prstGeom prst="borderCallout2">
              <a:avLst>
                <a:gd name="adj1" fmla="val 22500"/>
                <a:gd name="adj2" fmla="val -7514"/>
                <a:gd name="adj3" fmla="val 22500"/>
                <a:gd name="adj4" fmla="val -47417"/>
                <a:gd name="adj5" fmla="val -46250"/>
                <a:gd name="adj6" fmla="val -89514"/>
              </a:avLst>
            </a:prstGeom>
            <a:solidFill>
              <a:srgbClr val="FFFF99"/>
            </a:solidFill>
            <a:ln w="6350" algn="ctr">
              <a:solidFill>
                <a:srgbClr val="000000"/>
              </a:solidFill>
              <a:miter lim="800000"/>
              <a:headEnd/>
              <a:tailEnd type="triangle" w="med" len="med"/>
            </a:ln>
          </p:spPr>
          <p:txBody>
            <a:bodyPr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1300">
                  <a:solidFill>
                    <a:schemeClr val="tx1"/>
                  </a:solidFill>
                </a:rPr>
                <a:t>Poste peu chargé</a:t>
              </a:r>
            </a:p>
          </p:txBody>
        </p:sp>
        <p:sp>
          <p:nvSpPr>
            <p:cNvPr id="217118" name="AutoShape 97"/>
            <p:cNvSpPr>
              <a:spLocks/>
            </p:cNvSpPr>
            <p:nvPr/>
          </p:nvSpPr>
          <p:spPr bwMode="auto">
            <a:xfrm>
              <a:off x="2501" y="630"/>
              <a:ext cx="633" cy="320"/>
            </a:xfrm>
            <a:prstGeom prst="borderCallout2">
              <a:avLst>
                <a:gd name="adj1" fmla="val 22500"/>
                <a:gd name="adj2" fmla="val -7583"/>
                <a:gd name="adj3" fmla="val 22500"/>
                <a:gd name="adj4" fmla="val -29227"/>
                <a:gd name="adj5" fmla="val 117815"/>
                <a:gd name="adj6" fmla="val -51977"/>
              </a:avLst>
            </a:prstGeom>
            <a:solidFill>
              <a:srgbClr val="FFFF99"/>
            </a:solidFill>
            <a:ln w="6350" algn="ctr">
              <a:solidFill>
                <a:srgbClr val="000000"/>
              </a:solidFill>
              <a:miter lim="800000"/>
              <a:headEnd/>
              <a:tailEnd type="triangle" w="med" len="med"/>
            </a:ln>
          </p:spPr>
          <p:txBody>
            <a:bodyPr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1300">
                  <a:solidFill>
                    <a:schemeClr val="tx1"/>
                  </a:solidFill>
                </a:rPr>
                <a:t>Poste très chargé</a:t>
              </a:r>
            </a:p>
          </p:txBody>
        </p:sp>
        <p:sp>
          <p:nvSpPr>
            <p:cNvPr id="217119" name="AutoShape 99"/>
            <p:cNvSpPr>
              <a:spLocks/>
            </p:cNvSpPr>
            <p:nvPr/>
          </p:nvSpPr>
          <p:spPr bwMode="auto">
            <a:xfrm>
              <a:off x="3996" y="619"/>
              <a:ext cx="633" cy="320"/>
            </a:xfrm>
            <a:prstGeom prst="borderCallout2">
              <a:avLst>
                <a:gd name="adj1" fmla="val 22500"/>
                <a:gd name="adj2" fmla="val -7583"/>
                <a:gd name="adj3" fmla="val 22500"/>
                <a:gd name="adj4" fmla="val -29227"/>
                <a:gd name="adj5" fmla="val 117815"/>
                <a:gd name="adj6" fmla="val -51977"/>
              </a:avLst>
            </a:prstGeom>
            <a:solidFill>
              <a:srgbClr val="FFFF99"/>
            </a:solidFill>
            <a:ln w="6350" algn="ctr">
              <a:solidFill>
                <a:srgbClr val="000000"/>
              </a:solidFill>
              <a:miter lim="800000"/>
              <a:headEnd/>
              <a:tailEnd type="triangle" w="med" len="med"/>
            </a:ln>
          </p:spPr>
          <p:txBody>
            <a:bodyPr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1300">
                  <a:solidFill>
                    <a:schemeClr val="tx1"/>
                  </a:solidFill>
                </a:rPr>
                <a:t>Poste très chargé</a:t>
              </a:r>
            </a:p>
          </p:txBody>
        </p:sp>
        <p:sp>
          <p:nvSpPr>
            <p:cNvPr id="217120" name="AutoShape 100"/>
            <p:cNvSpPr>
              <a:spLocks/>
            </p:cNvSpPr>
            <p:nvPr/>
          </p:nvSpPr>
          <p:spPr bwMode="auto">
            <a:xfrm>
              <a:off x="2628" y="3101"/>
              <a:ext cx="633" cy="320"/>
            </a:xfrm>
            <a:prstGeom prst="borderCallout2">
              <a:avLst>
                <a:gd name="adj1" fmla="val 22500"/>
                <a:gd name="adj2" fmla="val -7583"/>
                <a:gd name="adj3" fmla="val 22500"/>
                <a:gd name="adj4" fmla="val -20222"/>
                <a:gd name="adj5" fmla="val -46565"/>
                <a:gd name="adj6" fmla="val -33491"/>
              </a:avLst>
            </a:prstGeom>
            <a:solidFill>
              <a:srgbClr val="FFFF99"/>
            </a:solidFill>
            <a:ln w="6350" algn="ctr">
              <a:solidFill>
                <a:srgbClr val="000000"/>
              </a:solidFill>
              <a:miter lim="800000"/>
              <a:headEnd/>
              <a:tailEnd type="triangle" w="med" len="med"/>
            </a:ln>
          </p:spPr>
          <p:txBody>
            <a:bodyPr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1300">
                  <a:solidFill>
                    <a:schemeClr val="tx1"/>
                  </a:solidFill>
                </a:rPr>
                <a:t>Poste très chargé</a:t>
              </a:r>
            </a:p>
          </p:txBody>
        </p:sp>
      </p:grpSp>
      <p:sp>
        <p:nvSpPr>
          <p:cNvPr id="648293" name="AutoShape 101"/>
          <p:cNvSpPr>
            <a:spLocks/>
          </p:cNvSpPr>
          <p:nvPr/>
        </p:nvSpPr>
        <p:spPr bwMode="auto">
          <a:xfrm>
            <a:off x="152400" y="4579938"/>
            <a:ext cx="1390650" cy="736600"/>
          </a:xfrm>
          <a:prstGeom prst="borderCallout2">
            <a:avLst>
              <a:gd name="adj1" fmla="val 15519"/>
              <a:gd name="adj2" fmla="val 105481"/>
              <a:gd name="adj3" fmla="val 15519"/>
              <a:gd name="adj4" fmla="val 115523"/>
              <a:gd name="adj5" fmla="val -40731"/>
              <a:gd name="adj6" fmla="val 125801"/>
            </a:avLst>
          </a:prstGeom>
          <a:solidFill>
            <a:srgbClr val="FFFF99"/>
          </a:solidFill>
          <a:ln w="6350" algn="ctr">
            <a:solidFill>
              <a:srgbClr val="000000"/>
            </a:solidFill>
            <a:miter lim="800000"/>
            <a:headEnd/>
            <a:tailEnd type="triangle" w="med" len="med"/>
          </a:ln>
        </p:spPr>
        <p:txBody>
          <a:bodyPr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1300">
                <a:solidFill>
                  <a:schemeClr val="tx1"/>
                </a:solidFill>
              </a:rPr>
              <a:t>Eviter à tout prix les ruptures de stock</a:t>
            </a:r>
          </a:p>
        </p:txBody>
      </p:sp>
      <p:grpSp>
        <p:nvGrpSpPr>
          <p:cNvPr id="11" name="Group 107"/>
          <p:cNvGrpSpPr>
            <a:grpSpLocks/>
          </p:cNvGrpSpPr>
          <p:nvPr/>
        </p:nvGrpSpPr>
        <p:grpSpPr bwMode="auto">
          <a:xfrm>
            <a:off x="908050" y="2733675"/>
            <a:ext cx="5680075" cy="3260725"/>
            <a:chOff x="572" y="1722"/>
            <a:chExt cx="3578" cy="2054"/>
          </a:xfrm>
        </p:grpSpPr>
        <p:sp>
          <p:nvSpPr>
            <p:cNvPr id="217112" name="AutoShape 102"/>
            <p:cNvSpPr>
              <a:spLocks/>
            </p:cNvSpPr>
            <p:nvPr/>
          </p:nvSpPr>
          <p:spPr bwMode="auto">
            <a:xfrm>
              <a:off x="572" y="3539"/>
              <a:ext cx="698" cy="237"/>
            </a:xfrm>
            <a:prstGeom prst="borderCallout2">
              <a:avLst>
                <a:gd name="adj1" fmla="val 30380"/>
                <a:gd name="adj2" fmla="val 106875"/>
                <a:gd name="adj3" fmla="val 30380"/>
                <a:gd name="adj4" fmla="val 119199"/>
                <a:gd name="adj5" fmla="val -271310"/>
                <a:gd name="adj6" fmla="val 133954"/>
              </a:avLst>
            </a:prstGeom>
            <a:solidFill>
              <a:srgbClr val="CCECFF"/>
            </a:solidFill>
            <a:ln w="6350" algn="ctr">
              <a:solidFill>
                <a:schemeClr val="accent2"/>
              </a:solidFill>
              <a:miter lim="800000"/>
              <a:headEnd/>
              <a:tailEnd type="triangle" w="med" len="med"/>
            </a:ln>
          </p:spPr>
          <p:txBody>
            <a:bodyPr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1300">
                  <a:solidFill>
                    <a:schemeClr val="tx1"/>
                  </a:solidFill>
                </a:rPr>
                <a:t>Stock cher</a:t>
              </a:r>
            </a:p>
          </p:txBody>
        </p:sp>
        <p:sp>
          <p:nvSpPr>
            <p:cNvPr id="217113" name="AutoShape 103"/>
            <p:cNvSpPr>
              <a:spLocks/>
            </p:cNvSpPr>
            <p:nvPr/>
          </p:nvSpPr>
          <p:spPr bwMode="auto">
            <a:xfrm>
              <a:off x="3585" y="3440"/>
              <a:ext cx="565" cy="314"/>
            </a:xfrm>
            <a:prstGeom prst="borderCallout2">
              <a:avLst>
                <a:gd name="adj1" fmla="val 22931"/>
                <a:gd name="adj2" fmla="val 108495"/>
                <a:gd name="adj3" fmla="val 22931"/>
                <a:gd name="adj4" fmla="val 131856"/>
                <a:gd name="adj5" fmla="val -207963"/>
                <a:gd name="adj6" fmla="val 159824"/>
              </a:avLst>
            </a:prstGeom>
            <a:solidFill>
              <a:srgbClr val="CCECFF"/>
            </a:solidFill>
            <a:ln w="6350" algn="ctr">
              <a:solidFill>
                <a:schemeClr val="accent2"/>
              </a:solidFill>
              <a:miter lim="800000"/>
              <a:headEnd/>
              <a:tailEnd type="triangle" w="med" len="med"/>
            </a:ln>
          </p:spPr>
          <p:txBody>
            <a:bodyPr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1300">
                  <a:solidFill>
                    <a:schemeClr val="tx1"/>
                  </a:solidFill>
                </a:rPr>
                <a:t>Stock peu cher</a:t>
              </a:r>
            </a:p>
          </p:txBody>
        </p:sp>
        <p:sp>
          <p:nvSpPr>
            <p:cNvPr id="217114" name="AutoShape 104"/>
            <p:cNvSpPr>
              <a:spLocks/>
            </p:cNvSpPr>
            <p:nvPr/>
          </p:nvSpPr>
          <p:spPr bwMode="auto">
            <a:xfrm>
              <a:off x="1945" y="1772"/>
              <a:ext cx="609" cy="314"/>
            </a:xfrm>
            <a:prstGeom prst="borderCallout2">
              <a:avLst>
                <a:gd name="adj1" fmla="val 22931"/>
                <a:gd name="adj2" fmla="val 107880"/>
                <a:gd name="adj3" fmla="val 22931"/>
                <a:gd name="adj4" fmla="val 130380"/>
                <a:gd name="adj5" fmla="val 118472"/>
                <a:gd name="adj6" fmla="val 157144"/>
              </a:avLst>
            </a:prstGeom>
            <a:solidFill>
              <a:srgbClr val="CCECFF"/>
            </a:solidFill>
            <a:ln w="6350" algn="ctr">
              <a:solidFill>
                <a:schemeClr val="accent2"/>
              </a:solidFill>
              <a:miter lim="800000"/>
              <a:headEnd/>
              <a:tailEnd type="triangle" w="med" len="med"/>
            </a:ln>
          </p:spPr>
          <p:txBody>
            <a:bodyPr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1300">
                  <a:solidFill>
                    <a:schemeClr val="tx1"/>
                  </a:solidFill>
                </a:rPr>
                <a:t>Carters : stock cher</a:t>
              </a:r>
            </a:p>
          </p:txBody>
        </p:sp>
        <p:sp>
          <p:nvSpPr>
            <p:cNvPr id="217115" name="AutoShape 105"/>
            <p:cNvSpPr>
              <a:spLocks/>
            </p:cNvSpPr>
            <p:nvPr/>
          </p:nvSpPr>
          <p:spPr bwMode="auto">
            <a:xfrm>
              <a:off x="3320" y="1722"/>
              <a:ext cx="604" cy="370"/>
            </a:xfrm>
            <a:prstGeom prst="borderCallout2">
              <a:avLst>
                <a:gd name="adj1" fmla="val 19458"/>
                <a:gd name="adj2" fmla="val -7949"/>
                <a:gd name="adj3" fmla="val 19458"/>
                <a:gd name="adj4" fmla="val -17713"/>
                <a:gd name="adj5" fmla="val 108106"/>
                <a:gd name="adj6" fmla="val -29472"/>
              </a:avLst>
            </a:prstGeom>
            <a:solidFill>
              <a:srgbClr val="CCECFF"/>
            </a:solidFill>
            <a:ln w="6350" algn="ctr">
              <a:solidFill>
                <a:schemeClr val="accent2"/>
              </a:solidFill>
              <a:miter lim="800000"/>
              <a:headEnd/>
              <a:tailEnd type="triangle" w="med" len="med"/>
            </a:ln>
          </p:spPr>
          <p:txBody>
            <a:bodyPr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1200">
                  <a:solidFill>
                    <a:schemeClr val="tx1"/>
                  </a:solidFill>
                </a:rPr>
                <a:t>Couronnes stock peu cher</a:t>
              </a:r>
            </a:p>
          </p:txBody>
        </p:sp>
      </p:gr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4" presetClass="entr" presetSubtype="16" fill="hold" nodeType="clickEffect">
                                  <p:stCondLst>
                                    <p:cond delay="0"/>
                                  </p:stCondLst>
                                  <p:childTnLst>
                                    <p:set>
                                      <p:cBhvr>
                                        <p:cTn id="6" dur="1" fill="hold">
                                          <p:stCondLst>
                                            <p:cond delay="0"/>
                                          </p:stCondLst>
                                        </p:cTn>
                                        <p:tgtEl>
                                          <p:spTgt spid="10"/>
                                        </p:tgtEl>
                                        <p:attrNameLst>
                                          <p:attrName>style.visibility</p:attrName>
                                        </p:attrNameLst>
                                      </p:cBhvr>
                                      <p:to>
                                        <p:strVal val="visible"/>
                                      </p:to>
                                    </p:set>
                                    <p:animEffect transition="in" filter="box(in)">
                                      <p:cBhvr>
                                        <p:cTn id="7" dur="500"/>
                                        <p:tgtEl>
                                          <p:spTgt spid="10"/>
                                        </p:tgtEl>
                                      </p:cBhvr>
                                    </p:animEffect>
                                  </p:childTnLst>
                                </p:cTn>
                              </p:par>
                            </p:childTnLst>
                          </p:cTn>
                        </p:par>
                      </p:childTnLst>
                    </p:cTn>
                  </p:par>
                  <p:par>
                    <p:cTn id="8" fill="hold" nodeType="clickPar">
                      <p:stCondLst>
                        <p:cond delay="indefinite"/>
                      </p:stCondLst>
                      <p:childTnLst>
                        <p:par>
                          <p:cTn id="9" fill="hold" nodeType="withGroup">
                            <p:stCondLst>
                              <p:cond delay="0"/>
                            </p:stCondLst>
                            <p:childTnLst>
                              <p:par>
                                <p:cTn id="10" presetID="4" presetClass="entr" presetSubtype="16" fill="hold" nodeType="clickEffect">
                                  <p:stCondLst>
                                    <p:cond delay="0"/>
                                  </p:stCondLst>
                                  <p:childTnLst>
                                    <p:set>
                                      <p:cBhvr>
                                        <p:cTn id="11" dur="1" fill="hold">
                                          <p:stCondLst>
                                            <p:cond delay="0"/>
                                          </p:stCondLst>
                                        </p:cTn>
                                        <p:tgtEl>
                                          <p:spTgt spid="11"/>
                                        </p:tgtEl>
                                        <p:attrNameLst>
                                          <p:attrName>style.visibility</p:attrName>
                                        </p:attrNameLst>
                                      </p:cBhvr>
                                      <p:to>
                                        <p:strVal val="visible"/>
                                      </p:to>
                                    </p:set>
                                    <p:animEffect transition="in" filter="box(in)">
                                      <p:cBhvr>
                                        <p:cTn id="12" dur="500"/>
                                        <p:tgtEl>
                                          <p:spTgt spid="11"/>
                                        </p:tgtEl>
                                      </p:cBhvr>
                                    </p:animEffect>
                                  </p:childTnLst>
                                </p:cTn>
                              </p:par>
                            </p:childTnLst>
                          </p:cTn>
                        </p:par>
                      </p:childTnLst>
                    </p:cTn>
                  </p:par>
                  <p:par>
                    <p:cTn id="13" fill="hold" nodeType="clickPar">
                      <p:stCondLst>
                        <p:cond delay="indefinite"/>
                      </p:stCondLst>
                      <p:childTnLst>
                        <p:par>
                          <p:cTn id="14" fill="hold" nodeType="withGroup">
                            <p:stCondLst>
                              <p:cond delay="0"/>
                            </p:stCondLst>
                            <p:childTnLst>
                              <p:par>
                                <p:cTn id="15" presetID="4" presetClass="entr" presetSubtype="16" fill="hold" grpId="0" nodeType="clickEffect">
                                  <p:stCondLst>
                                    <p:cond delay="0"/>
                                  </p:stCondLst>
                                  <p:childTnLst>
                                    <p:set>
                                      <p:cBhvr>
                                        <p:cTn id="16" dur="1" fill="hold">
                                          <p:stCondLst>
                                            <p:cond delay="0"/>
                                          </p:stCondLst>
                                        </p:cTn>
                                        <p:tgtEl>
                                          <p:spTgt spid="648293"/>
                                        </p:tgtEl>
                                        <p:attrNameLst>
                                          <p:attrName>style.visibility</p:attrName>
                                        </p:attrNameLst>
                                      </p:cBhvr>
                                      <p:to>
                                        <p:strVal val="visible"/>
                                      </p:to>
                                    </p:set>
                                    <p:animEffect transition="in" filter="box(in)">
                                      <p:cBhvr>
                                        <p:cTn id="17" dur="500"/>
                                        <p:tgtEl>
                                          <p:spTgt spid="64829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48293" grpId="0" animBg="1"/>
    </p:bldLst>
  </p:timing>
</p:sld>
</file>

<file path=ppt/slides/slide212.xml><?xml version="1.0" encoding="utf-8"?>
<p:sld xmlns:a="http://schemas.openxmlformats.org/drawingml/2006/main" xmlns:r="http://schemas.openxmlformats.org/officeDocument/2006/relationships" xmlns:p="http://schemas.openxmlformats.org/presentationml/2006/main">
  <p:cSld>
    <p:bg>
      <p:bgPr>
        <a:solidFill>
          <a:srgbClr val="27A8E0"/>
        </a:solidFill>
        <a:effectLst/>
      </p:bgPr>
    </p:bg>
    <p:spTree>
      <p:nvGrpSpPr>
        <p:cNvPr id="1" name=""/>
        <p:cNvGrpSpPr/>
        <p:nvPr/>
      </p:nvGrpSpPr>
      <p:grpSpPr>
        <a:xfrm>
          <a:off x="0" y="0"/>
          <a:ext cx="0" cy="0"/>
          <a:chOff x="0" y="0"/>
          <a:chExt cx="0" cy="0"/>
        </a:xfrm>
      </p:grpSpPr>
      <p:sp>
        <p:nvSpPr>
          <p:cNvPr id="218115" name="Rectangle 5"/>
          <p:cNvSpPr>
            <a:spLocks noGrp="1" noChangeArrowheads="1"/>
          </p:cNvSpPr>
          <p:nvPr>
            <p:ph type="subTitle" idx="4294967295"/>
          </p:nvPr>
        </p:nvSpPr>
        <p:spPr>
          <a:xfrm>
            <a:off x="1458913" y="1979613"/>
            <a:ext cx="6400800" cy="808037"/>
          </a:xfrm>
          <a:noFill/>
        </p:spPr>
        <p:txBody>
          <a:bodyPr/>
          <a:lstStyle/>
          <a:p>
            <a:pPr marL="0" indent="0" algn="ctr" eaLnBrk="1" hangingPunct="1">
              <a:buFontTx/>
              <a:buNone/>
            </a:pPr>
            <a:r>
              <a:rPr lang="fr-FR" altLang="fr-FR" sz="4000" b="1">
                <a:solidFill>
                  <a:schemeClr val="bg1"/>
                </a:solidFill>
              </a:rPr>
              <a:t>Variante financière</a:t>
            </a:r>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9138" name="Rectangle 2"/>
          <p:cNvSpPr>
            <a:spLocks noGrp="1" noChangeArrowheads="1"/>
          </p:cNvSpPr>
          <p:nvPr>
            <p:ph type="title"/>
          </p:nvPr>
        </p:nvSpPr>
        <p:spPr/>
        <p:txBody>
          <a:bodyPr/>
          <a:lstStyle/>
          <a:p>
            <a:pPr eaLnBrk="1" hangingPunct="1"/>
            <a:r>
              <a:rPr lang="fr-FR" altLang="fr-FR"/>
              <a:t>Variante financière</a:t>
            </a:r>
          </a:p>
        </p:txBody>
      </p:sp>
      <p:sp>
        <p:nvSpPr>
          <p:cNvPr id="219139" name="Rectangle 3"/>
          <p:cNvSpPr>
            <a:spLocks noGrp="1" noChangeArrowheads="1"/>
          </p:cNvSpPr>
          <p:nvPr>
            <p:ph type="body" idx="1"/>
          </p:nvPr>
        </p:nvSpPr>
        <p:spPr>
          <a:xfrm>
            <a:off x="504825" y="1624013"/>
            <a:ext cx="8229600" cy="4376737"/>
          </a:xfrm>
        </p:spPr>
        <p:txBody>
          <a:bodyPr/>
          <a:lstStyle/>
          <a:p>
            <a:pPr eaLnBrk="1" hangingPunct="1"/>
            <a:r>
              <a:rPr lang="fr-FR" altLang="fr-FR"/>
              <a:t>La variante financière doit être introduite en début de semaine 2, afin que les équipes puissent déterminer leur stratégie.</a:t>
            </a:r>
          </a:p>
          <a:p>
            <a:pPr eaLnBrk="1" hangingPunct="1"/>
            <a:r>
              <a:rPr lang="fr-FR" altLang="fr-FR"/>
              <a:t>En fin de partie, les calculs permettent de déterminer l’équipe gagnante (celle qui a fait le plus de bénéfices).</a:t>
            </a:r>
          </a:p>
          <a:p>
            <a:pPr eaLnBrk="1" hangingPunct="1"/>
            <a:r>
              <a:rPr lang="fr-FR" altLang="fr-FR"/>
              <a:t>L’animateur explique cette règle aux participants grâce aux deux diapos suivantes.</a:t>
            </a:r>
          </a:p>
          <a:p>
            <a:pPr lvl="1" eaLnBrk="1" hangingPunct="1">
              <a:lnSpc>
                <a:spcPct val="110000"/>
              </a:lnSpc>
            </a:pPr>
            <a:r>
              <a:rPr lang="fr-FR" altLang="fr-FR" sz="1600"/>
              <a:t>Il distribue à chaque équipe un document variante financière (VF), en précisant que ce document sert à faire des simulations d’objectifs, et que d’autres feuilles sont disponibles en cas de besoin.</a:t>
            </a:r>
          </a:p>
        </p:txBody>
      </p:sp>
      <p:pic>
        <p:nvPicPr>
          <p:cNvPr id="5" name="Picture 2" descr="C:\Users\BertrandS\Dropbox\Jeux\00. CONCEPTION DES JEUX\photos\Bureau Une Femme 29\iStock_000002139332_Medium ALLEGE.jpg"/>
          <p:cNvPicPr>
            <a:picLocks noChangeAspect="1" noChangeArrowheads="1"/>
          </p:cNvPicPr>
          <p:nvPr/>
        </p:nvPicPr>
        <p:blipFill rotWithShape="1">
          <a:blip r:embed="rId3" cstate="print">
            <a:clrChange>
              <a:clrFrom>
                <a:srgbClr val="FFFFFF"/>
              </a:clrFrom>
              <a:clrTo>
                <a:srgbClr val="FFFFFF">
                  <a:alpha val="0"/>
                </a:srgbClr>
              </a:clrTo>
            </a:clrChange>
            <a:extLst>
              <a:ext uri="{28A0092B-C50C-407E-A947-70E740481C1C}">
                <a14:useLocalDpi xmlns:a14="http://schemas.microsoft.com/office/drawing/2010/main" val="0"/>
              </a:ext>
            </a:extLst>
          </a:blip>
          <a:srcRect b="26675"/>
          <a:stretch/>
        </p:blipFill>
        <p:spPr bwMode="auto">
          <a:xfrm>
            <a:off x="8248783" y="45838"/>
            <a:ext cx="815481" cy="947302"/>
          </a:xfrm>
          <a:prstGeom prst="rect">
            <a:avLst/>
          </a:prstGeom>
          <a:solidFill>
            <a:schemeClr val="bg1"/>
          </a:solidFill>
          <a:ln w="12700">
            <a:solidFill>
              <a:srgbClr val="27A8E0"/>
            </a:solidFill>
          </a:ln>
          <a:effectLst>
            <a:outerShdw blurRad="25400" dist="50800" dir="2700000" algn="ctr" rotWithShape="0">
              <a:srgbClr val="27A8E0"/>
            </a:outerShdw>
          </a:effectLst>
        </p:spPr>
      </p:pic>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0162" name="Rectangle 2"/>
          <p:cNvSpPr>
            <a:spLocks noGrp="1" noChangeArrowheads="1"/>
          </p:cNvSpPr>
          <p:nvPr>
            <p:ph type="title"/>
          </p:nvPr>
        </p:nvSpPr>
        <p:spPr>
          <a:xfrm>
            <a:off x="430213" y="0"/>
            <a:ext cx="8229600" cy="647700"/>
          </a:xfrm>
        </p:spPr>
        <p:txBody>
          <a:bodyPr/>
          <a:lstStyle/>
          <a:p>
            <a:pPr eaLnBrk="1" hangingPunct="1"/>
            <a:r>
              <a:rPr lang="fr-FR" altLang="fr-FR"/>
              <a:t>L’impact financier des performances</a:t>
            </a:r>
          </a:p>
        </p:txBody>
      </p:sp>
      <p:sp>
        <p:nvSpPr>
          <p:cNvPr id="220163" name="Rectangle 3"/>
          <p:cNvSpPr>
            <a:spLocks noGrp="1" noChangeArrowheads="1"/>
          </p:cNvSpPr>
          <p:nvPr>
            <p:ph type="body" idx="1"/>
          </p:nvPr>
        </p:nvSpPr>
        <p:spPr>
          <a:xfrm>
            <a:off x="225425" y="855663"/>
            <a:ext cx="8851900" cy="5475287"/>
          </a:xfrm>
        </p:spPr>
        <p:txBody>
          <a:bodyPr/>
          <a:lstStyle/>
          <a:p>
            <a:pPr eaLnBrk="1" hangingPunct="1"/>
            <a:r>
              <a:rPr lang="fr-FR" altLang="fr-FR" sz="1800"/>
              <a:t>Rappel concernant les données financières de l’entreprise</a:t>
            </a:r>
          </a:p>
          <a:p>
            <a:pPr lvl="1" eaLnBrk="1" hangingPunct="1"/>
            <a:r>
              <a:rPr lang="fr-FR" altLang="fr-FR" sz="1600"/>
              <a:t>Le chiffre d’affaires de l’entreprise est de </a:t>
            </a:r>
            <a:r>
              <a:rPr lang="fr-FR" altLang="fr-FR" sz="1600">
                <a:solidFill>
                  <a:srgbClr val="FC2C1C"/>
                </a:solidFill>
              </a:rPr>
              <a:t>90 M€</a:t>
            </a:r>
            <a:r>
              <a:rPr lang="fr-FR" altLang="fr-FR" sz="1600"/>
              <a:t>.</a:t>
            </a:r>
          </a:p>
          <a:p>
            <a:pPr lvl="1" eaLnBrk="1" hangingPunct="1"/>
            <a:r>
              <a:rPr lang="fr-FR" altLang="fr-FR" sz="1600"/>
              <a:t>Le coût de la production est de </a:t>
            </a:r>
            <a:r>
              <a:rPr lang="fr-FR" altLang="fr-FR" sz="1600">
                <a:solidFill>
                  <a:srgbClr val="FC2C1C"/>
                </a:solidFill>
              </a:rPr>
              <a:t>60 M€</a:t>
            </a:r>
            <a:r>
              <a:rPr lang="fr-FR" altLang="fr-FR" sz="1600"/>
              <a:t>.</a:t>
            </a:r>
          </a:p>
          <a:p>
            <a:pPr lvl="1" eaLnBrk="1" hangingPunct="1"/>
            <a:r>
              <a:rPr lang="fr-FR" altLang="fr-FR" sz="1600"/>
              <a:t>Le bénéfice est de </a:t>
            </a:r>
            <a:r>
              <a:rPr lang="fr-FR" altLang="fr-FR" sz="1600">
                <a:solidFill>
                  <a:srgbClr val="FC2C1C"/>
                </a:solidFill>
              </a:rPr>
              <a:t>0,4 M€</a:t>
            </a:r>
          </a:p>
          <a:p>
            <a:pPr lvl="1" eaLnBrk="1" hangingPunct="1"/>
            <a:r>
              <a:rPr lang="fr-FR" altLang="fr-FR" sz="1600"/>
              <a:t>Les stocks sont de </a:t>
            </a:r>
            <a:r>
              <a:rPr lang="fr-FR" altLang="fr-FR" sz="1600">
                <a:solidFill>
                  <a:srgbClr val="FC2C1C"/>
                </a:solidFill>
              </a:rPr>
              <a:t>20 M€</a:t>
            </a:r>
          </a:p>
          <a:p>
            <a:pPr eaLnBrk="1" hangingPunct="1"/>
            <a:r>
              <a:rPr lang="fr-FR" altLang="fr-FR" sz="1800">
                <a:solidFill>
                  <a:srgbClr val="FC2C1C"/>
                </a:solidFill>
              </a:rPr>
              <a:t>Le taux de service</a:t>
            </a:r>
          </a:p>
          <a:p>
            <a:pPr lvl="1" eaLnBrk="1" hangingPunct="1"/>
            <a:r>
              <a:rPr lang="fr-FR" altLang="fr-FR" sz="1600"/>
              <a:t>On considère qu’une variation de </a:t>
            </a:r>
            <a:r>
              <a:rPr lang="fr-FR" altLang="fr-FR" sz="1600">
                <a:solidFill>
                  <a:srgbClr val="FC2C1C"/>
                </a:solidFill>
              </a:rPr>
              <a:t>1%</a:t>
            </a:r>
            <a:r>
              <a:rPr lang="fr-FR" altLang="fr-FR" sz="1600"/>
              <a:t> de taux de service (par rapport à 100 %) entraîne une variation de </a:t>
            </a:r>
            <a:r>
              <a:rPr lang="fr-FR" altLang="fr-FR" sz="1600">
                <a:solidFill>
                  <a:srgbClr val="FC2C1C"/>
                </a:solidFill>
              </a:rPr>
              <a:t>0,5%</a:t>
            </a:r>
            <a:r>
              <a:rPr lang="fr-FR" altLang="fr-FR" sz="1600"/>
              <a:t> des ventes.</a:t>
            </a:r>
          </a:p>
          <a:p>
            <a:pPr lvl="1" eaLnBrk="1" hangingPunct="1"/>
            <a:r>
              <a:rPr lang="fr-FR" altLang="fr-FR" sz="1600"/>
              <a:t>Et comme la marge brute sur les ventes est de : (90 M€ - 60 M€) / 90 M€ = </a:t>
            </a:r>
            <a:r>
              <a:rPr lang="fr-FR" altLang="fr-FR" sz="1600">
                <a:solidFill>
                  <a:srgbClr val="FC2C1C"/>
                </a:solidFill>
              </a:rPr>
              <a:t>33%,</a:t>
            </a:r>
            <a:r>
              <a:rPr lang="fr-FR" altLang="fr-FR" sz="1600"/>
              <a:t> cette variation de </a:t>
            </a:r>
            <a:r>
              <a:rPr lang="fr-FR" altLang="fr-FR" sz="1600">
                <a:solidFill>
                  <a:srgbClr val="FC2C1C"/>
                </a:solidFill>
              </a:rPr>
              <a:t>0,5%</a:t>
            </a:r>
            <a:r>
              <a:rPr lang="fr-FR" altLang="fr-FR" sz="1600"/>
              <a:t> a un impact sur le bénéfice égal à </a:t>
            </a:r>
            <a:r>
              <a:rPr lang="fr-FR" altLang="fr-FR" sz="1600">
                <a:solidFill>
                  <a:srgbClr val="FC2C1C"/>
                </a:solidFill>
              </a:rPr>
              <a:t>0,17%</a:t>
            </a:r>
            <a:r>
              <a:rPr lang="fr-FR" altLang="fr-FR" sz="1600"/>
              <a:t> des ventes.</a:t>
            </a:r>
          </a:p>
          <a:p>
            <a:pPr eaLnBrk="1" hangingPunct="1"/>
            <a:r>
              <a:rPr lang="fr-FR" altLang="fr-FR" sz="1800">
                <a:solidFill>
                  <a:srgbClr val="FC2C1C"/>
                </a:solidFill>
              </a:rPr>
              <a:t>L’efficience de la production</a:t>
            </a:r>
          </a:p>
          <a:p>
            <a:pPr lvl="1" eaLnBrk="1" hangingPunct="1"/>
            <a:r>
              <a:rPr lang="fr-FR" altLang="fr-FR" sz="1600"/>
              <a:t>On considère qu’une variation de </a:t>
            </a:r>
            <a:r>
              <a:rPr lang="fr-FR" altLang="fr-FR" sz="1600">
                <a:solidFill>
                  <a:srgbClr val="FC2C1C"/>
                </a:solidFill>
              </a:rPr>
              <a:t>1%</a:t>
            </a:r>
            <a:r>
              <a:rPr lang="fr-FR" altLang="fr-FR" sz="1600"/>
              <a:t> d’efficience de la production (par rapport à 100 %) entraîne une variation de </a:t>
            </a:r>
            <a:r>
              <a:rPr lang="fr-FR" altLang="fr-FR" sz="1600">
                <a:solidFill>
                  <a:srgbClr val="FC2C1C"/>
                </a:solidFill>
              </a:rPr>
              <a:t>0,2 %</a:t>
            </a:r>
            <a:r>
              <a:rPr lang="fr-FR" altLang="fr-FR" sz="1600"/>
              <a:t> du bénéfice.</a:t>
            </a:r>
          </a:p>
          <a:p>
            <a:pPr eaLnBrk="1" hangingPunct="1"/>
            <a:r>
              <a:rPr lang="fr-FR" altLang="fr-FR" sz="1800">
                <a:solidFill>
                  <a:srgbClr val="FC2C1C"/>
                </a:solidFill>
              </a:rPr>
              <a:t>Les stocks</a:t>
            </a:r>
          </a:p>
          <a:p>
            <a:pPr lvl="1" eaLnBrk="1" hangingPunct="1"/>
            <a:r>
              <a:rPr lang="fr-FR" altLang="fr-FR" sz="1600"/>
              <a:t>Le stock est en réalité </a:t>
            </a:r>
            <a:r>
              <a:rPr lang="fr-FR" altLang="fr-FR" sz="1600">
                <a:solidFill>
                  <a:srgbClr val="FC2C1C"/>
                </a:solidFill>
              </a:rPr>
              <a:t>10 000 fois</a:t>
            </a:r>
            <a:r>
              <a:rPr lang="fr-FR" altLang="fr-FR" sz="1600"/>
              <a:t> plus élevé que la mesure faite dans le jeu (changement d’échelle dû à la simplification nécessaire pour faire la simulation).</a:t>
            </a:r>
          </a:p>
          <a:p>
            <a:pPr lvl="1" eaLnBrk="1" hangingPunct="1"/>
            <a:r>
              <a:rPr lang="fr-FR" altLang="fr-FR" sz="1600"/>
              <a:t>Le coût du stock pour la durée de la simulation (4 semaines) est de </a:t>
            </a:r>
            <a:r>
              <a:rPr lang="fr-FR" altLang="fr-FR" sz="1600">
                <a:solidFill>
                  <a:srgbClr val="FC2C1C"/>
                </a:solidFill>
              </a:rPr>
              <a:t>20 %</a:t>
            </a:r>
            <a:r>
              <a:rPr lang="fr-FR" altLang="fr-FR" sz="1600"/>
              <a:t> du montant moyen des stocks. </a:t>
            </a:r>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1186" name="Picture 53"/>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12725" y="1076325"/>
            <a:ext cx="7356475" cy="57435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21187" name="Rectangle 2"/>
          <p:cNvSpPr>
            <a:spLocks noGrp="1" noChangeArrowheads="1"/>
          </p:cNvSpPr>
          <p:nvPr>
            <p:ph type="title"/>
          </p:nvPr>
        </p:nvSpPr>
        <p:spPr>
          <a:xfrm>
            <a:off x="438150" y="120650"/>
            <a:ext cx="8229600" cy="363538"/>
          </a:xfrm>
        </p:spPr>
        <p:txBody>
          <a:bodyPr/>
          <a:lstStyle/>
          <a:p>
            <a:pPr eaLnBrk="1" hangingPunct="1"/>
            <a:r>
              <a:rPr lang="fr-FR" altLang="fr-FR" sz="2000"/>
              <a:t>Utilisation de la feuille de calcul</a:t>
            </a:r>
          </a:p>
        </p:txBody>
      </p:sp>
      <p:sp>
        <p:nvSpPr>
          <p:cNvPr id="221189" name="AutoShape 30"/>
          <p:cNvSpPr>
            <a:spLocks noChangeArrowheads="1"/>
          </p:cNvSpPr>
          <p:nvPr/>
        </p:nvSpPr>
        <p:spPr bwMode="auto">
          <a:xfrm>
            <a:off x="4481513" y="6583363"/>
            <a:ext cx="527050" cy="246062"/>
          </a:xfrm>
          <a:prstGeom prst="downArrowCallout">
            <a:avLst>
              <a:gd name="adj1" fmla="val 53548"/>
              <a:gd name="adj2" fmla="val 53548"/>
              <a:gd name="adj3" fmla="val 16667"/>
              <a:gd name="adj4" fmla="val 66667"/>
            </a:avLst>
          </a:prstGeom>
          <a:solidFill>
            <a:srgbClr val="FFFF99"/>
          </a:solidFill>
          <a:ln w="6350" algn="ctr">
            <a:solidFill>
              <a:schemeClr val="tx2"/>
            </a:solidFill>
            <a:miter lim="800000"/>
            <a:headEnd/>
            <a:tailEnd/>
          </a:ln>
        </p:spPr>
        <p:txBody>
          <a:bodyPr wrap="none"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nvGrpSpPr>
          <p:cNvPr id="2" name="Group 59"/>
          <p:cNvGrpSpPr>
            <a:grpSpLocks/>
          </p:cNvGrpSpPr>
          <p:nvPr/>
        </p:nvGrpSpPr>
        <p:grpSpPr bwMode="auto">
          <a:xfrm>
            <a:off x="2116138" y="400050"/>
            <a:ext cx="1112837" cy="896938"/>
            <a:chOff x="1333" y="252"/>
            <a:chExt cx="701" cy="565"/>
          </a:xfrm>
        </p:grpSpPr>
        <p:sp>
          <p:nvSpPr>
            <p:cNvPr id="221217" name="AutoShape 32"/>
            <p:cNvSpPr>
              <a:spLocks/>
            </p:cNvSpPr>
            <p:nvPr/>
          </p:nvSpPr>
          <p:spPr bwMode="auto">
            <a:xfrm>
              <a:off x="1588" y="252"/>
              <a:ext cx="446" cy="451"/>
            </a:xfrm>
            <a:prstGeom prst="borderCallout2">
              <a:avLst>
                <a:gd name="adj1" fmla="val 15963"/>
                <a:gd name="adj2" fmla="val -10764"/>
                <a:gd name="adj3" fmla="val 15963"/>
                <a:gd name="adj4" fmla="val -24662"/>
                <a:gd name="adj5" fmla="val 85144"/>
                <a:gd name="adj6" fmla="val -38787"/>
              </a:avLst>
            </a:prstGeom>
            <a:solidFill>
              <a:srgbClr val="FFFF99"/>
            </a:solidFill>
            <a:ln w="6350" algn="ctr">
              <a:solidFill>
                <a:srgbClr val="000000"/>
              </a:solidFill>
              <a:miter lim="800000"/>
              <a:headEnd/>
              <a:tailEnd type="triangle" w="med" len="med"/>
            </a:ln>
          </p:spPr>
          <p:txBody>
            <a:bodyPr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1300">
                  <a:solidFill>
                    <a:schemeClr val="tx1"/>
                  </a:solidFill>
                </a:rPr>
                <a:t>Notez votre équipe</a:t>
              </a:r>
            </a:p>
          </p:txBody>
        </p:sp>
        <p:sp>
          <p:nvSpPr>
            <p:cNvPr id="221218" name="Oval 33"/>
            <p:cNvSpPr>
              <a:spLocks noChangeArrowheads="1"/>
            </p:cNvSpPr>
            <p:nvPr/>
          </p:nvSpPr>
          <p:spPr bwMode="auto">
            <a:xfrm>
              <a:off x="1333" y="677"/>
              <a:ext cx="196" cy="140"/>
            </a:xfrm>
            <a:prstGeom prst="ellipse">
              <a:avLst/>
            </a:prstGeom>
            <a:noFill/>
            <a:ln w="6350" algn="ctr">
              <a:solidFill>
                <a:srgbClr val="FC2C1C"/>
              </a:solidFill>
              <a:round/>
              <a:headEnd/>
              <a:tailEnd/>
            </a:ln>
            <a:extLst>
              <a:ext uri="{909E8E84-426E-40DD-AFC4-6F175D3DCCD1}">
                <a14:hiddenFill xmlns:a14="http://schemas.microsoft.com/office/drawing/2010/main">
                  <a:solidFill>
                    <a:srgbClr val="FFFFFF"/>
                  </a:solidFill>
                </a14:hiddenFill>
              </a:ext>
            </a:extLst>
          </p:spPr>
          <p:txBody>
            <a:bodyPr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grpSp>
        <p:nvGrpSpPr>
          <p:cNvPr id="3" name="Group 61"/>
          <p:cNvGrpSpPr>
            <a:grpSpLocks/>
          </p:cNvGrpSpPr>
          <p:nvPr/>
        </p:nvGrpSpPr>
        <p:grpSpPr bwMode="auto">
          <a:xfrm>
            <a:off x="3302000" y="766763"/>
            <a:ext cx="2103438" cy="2212975"/>
            <a:chOff x="2080" y="483"/>
            <a:chExt cx="1325" cy="1394"/>
          </a:xfrm>
        </p:grpSpPr>
        <p:sp>
          <p:nvSpPr>
            <p:cNvPr id="221215" name="AutoShape 35"/>
            <p:cNvSpPr>
              <a:spLocks/>
            </p:cNvSpPr>
            <p:nvPr/>
          </p:nvSpPr>
          <p:spPr bwMode="auto">
            <a:xfrm>
              <a:off x="2080" y="483"/>
              <a:ext cx="984" cy="583"/>
            </a:xfrm>
            <a:prstGeom prst="borderCallout2">
              <a:avLst>
                <a:gd name="adj1" fmla="val 12352"/>
                <a:gd name="adj2" fmla="val 104880"/>
                <a:gd name="adj3" fmla="val 12352"/>
                <a:gd name="adj4" fmla="val 111991"/>
                <a:gd name="adj5" fmla="val 207204"/>
                <a:gd name="adj6" fmla="val 119412"/>
              </a:avLst>
            </a:prstGeom>
            <a:solidFill>
              <a:srgbClr val="FFFF99"/>
            </a:solidFill>
            <a:ln w="6350" algn="ctr">
              <a:solidFill>
                <a:srgbClr val="000000"/>
              </a:solidFill>
              <a:miter lim="800000"/>
              <a:headEnd/>
              <a:tailEnd type="triangle" w="med" len="med"/>
            </a:ln>
          </p:spPr>
          <p:txBody>
            <a:bodyPr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1300">
                  <a:solidFill>
                    <a:schemeClr val="tx1"/>
                  </a:solidFill>
                </a:rPr>
                <a:t>6 % de perte de taux de service entraînent 3 % de ventes perdues</a:t>
              </a:r>
            </a:p>
          </p:txBody>
        </p:sp>
        <p:sp>
          <p:nvSpPr>
            <p:cNvPr id="221216" name="Oval 36"/>
            <p:cNvSpPr>
              <a:spLocks noChangeArrowheads="1"/>
            </p:cNvSpPr>
            <p:nvPr/>
          </p:nvSpPr>
          <p:spPr bwMode="auto">
            <a:xfrm>
              <a:off x="2430" y="1698"/>
              <a:ext cx="975" cy="179"/>
            </a:xfrm>
            <a:prstGeom prst="ellipse">
              <a:avLst/>
            </a:prstGeom>
            <a:noFill/>
            <a:ln w="6350" algn="ctr">
              <a:solidFill>
                <a:srgbClr val="FC2C1C"/>
              </a:solidFill>
              <a:round/>
              <a:headEnd/>
              <a:tailEnd/>
            </a:ln>
            <a:extLst>
              <a:ext uri="{909E8E84-426E-40DD-AFC4-6F175D3DCCD1}">
                <a14:hiddenFill xmlns:a14="http://schemas.microsoft.com/office/drawing/2010/main">
                  <a:solidFill>
                    <a:srgbClr val="FFFFFF"/>
                  </a:solidFill>
                </a14:hiddenFill>
              </a:ext>
            </a:extLst>
          </p:spPr>
          <p:txBody>
            <a:bodyPr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grpSp>
        <p:nvGrpSpPr>
          <p:cNvPr id="4" name="Group 62"/>
          <p:cNvGrpSpPr>
            <a:grpSpLocks/>
          </p:cNvGrpSpPr>
          <p:nvPr/>
        </p:nvGrpSpPr>
        <p:grpSpPr bwMode="auto">
          <a:xfrm>
            <a:off x="6189663" y="628650"/>
            <a:ext cx="2535237" cy="2319338"/>
            <a:chOff x="3899" y="396"/>
            <a:chExt cx="1597" cy="1461"/>
          </a:xfrm>
        </p:grpSpPr>
        <p:sp>
          <p:nvSpPr>
            <p:cNvPr id="221213" name="AutoShape 38"/>
            <p:cNvSpPr>
              <a:spLocks/>
            </p:cNvSpPr>
            <p:nvPr/>
          </p:nvSpPr>
          <p:spPr bwMode="auto">
            <a:xfrm>
              <a:off x="4702" y="396"/>
              <a:ext cx="794" cy="685"/>
            </a:xfrm>
            <a:prstGeom prst="borderCallout2">
              <a:avLst>
                <a:gd name="adj1" fmla="val 10509"/>
                <a:gd name="adj2" fmla="val -6046"/>
                <a:gd name="adj3" fmla="val 10509"/>
                <a:gd name="adj4" fmla="val -37532"/>
                <a:gd name="adj5" fmla="val 186718"/>
                <a:gd name="adj6" fmla="val -70278"/>
              </a:avLst>
            </a:prstGeom>
            <a:solidFill>
              <a:srgbClr val="FFFF99"/>
            </a:solidFill>
            <a:ln w="6350" algn="ctr">
              <a:solidFill>
                <a:srgbClr val="000000"/>
              </a:solidFill>
              <a:miter lim="800000"/>
              <a:headEnd/>
              <a:tailEnd type="triangle" w="med" len="med"/>
            </a:ln>
          </p:spPr>
          <p:txBody>
            <a:bodyPr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1300">
                  <a:solidFill>
                    <a:schemeClr val="tx1"/>
                  </a:solidFill>
                </a:rPr>
                <a:t>3 % de ventes perdues entraînent 1/3 de perte de bénéfices</a:t>
              </a:r>
            </a:p>
          </p:txBody>
        </p:sp>
        <p:sp>
          <p:nvSpPr>
            <p:cNvPr id="221214" name="Oval 39"/>
            <p:cNvSpPr>
              <a:spLocks noChangeArrowheads="1"/>
            </p:cNvSpPr>
            <p:nvPr/>
          </p:nvSpPr>
          <p:spPr bwMode="auto">
            <a:xfrm>
              <a:off x="3899" y="1717"/>
              <a:ext cx="418" cy="140"/>
            </a:xfrm>
            <a:prstGeom prst="ellipse">
              <a:avLst/>
            </a:prstGeom>
            <a:noFill/>
            <a:ln w="6350" algn="ctr">
              <a:solidFill>
                <a:srgbClr val="FC2C1C"/>
              </a:solidFill>
              <a:round/>
              <a:headEnd/>
              <a:tailEnd/>
            </a:ln>
            <a:extLst>
              <a:ext uri="{909E8E84-426E-40DD-AFC4-6F175D3DCCD1}">
                <a14:hiddenFill xmlns:a14="http://schemas.microsoft.com/office/drawing/2010/main">
                  <a:solidFill>
                    <a:srgbClr val="FFFFFF"/>
                  </a:solidFill>
                </a14:hiddenFill>
              </a:ext>
            </a:extLst>
          </p:spPr>
          <p:txBody>
            <a:bodyPr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grpSp>
        <p:nvGrpSpPr>
          <p:cNvPr id="5" name="Group 63"/>
          <p:cNvGrpSpPr>
            <a:grpSpLocks/>
          </p:cNvGrpSpPr>
          <p:nvPr/>
        </p:nvGrpSpPr>
        <p:grpSpPr bwMode="auto">
          <a:xfrm>
            <a:off x="6919913" y="2120900"/>
            <a:ext cx="2062162" cy="1243013"/>
            <a:chOff x="4359" y="1336"/>
            <a:chExt cx="1299" cy="783"/>
          </a:xfrm>
        </p:grpSpPr>
        <p:sp>
          <p:nvSpPr>
            <p:cNvPr id="221211" name="AutoShape 41"/>
            <p:cNvSpPr>
              <a:spLocks/>
            </p:cNvSpPr>
            <p:nvPr/>
          </p:nvSpPr>
          <p:spPr bwMode="auto">
            <a:xfrm>
              <a:off x="4903" y="1336"/>
              <a:ext cx="755" cy="783"/>
            </a:xfrm>
            <a:prstGeom prst="borderCallout2">
              <a:avLst>
                <a:gd name="adj1" fmla="val 9194"/>
                <a:gd name="adj2" fmla="val -6356"/>
                <a:gd name="adj3" fmla="val 9194"/>
                <a:gd name="adj4" fmla="val -13907"/>
                <a:gd name="adj5" fmla="val 48532"/>
                <a:gd name="adj6" fmla="val -21588"/>
              </a:avLst>
            </a:prstGeom>
            <a:solidFill>
              <a:srgbClr val="FFFF99"/>
            </a:solidFill>
            <a:ln w="6350" algn="ctr">
              <a:solidFill>
                <a:srgbClr val="000000"/>
              </a:solidFill>
              <a:miter lim="800000"/>
              <a:headEnd/>
              <a:tailEnd type="triangle" w="med" len="med"/>
            </a:ln>
          </p:spPr>
          <p:txBody>
            <a:bodyPr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1300">
                  <a:solidFill>
                    <a:schemeClr val="tx1"/>
                  </a:solidFill>
                </a:rPr>
                <a:t>Votre gain est la différence par rapport aux valeurs initiales</a:t>
              </a:r>
            </a:p>
          </p:txBody>
        </p:sp>
        <p:sp>
          <p:nvSpPr>
            <p:cNvPr id="221212" name="Oval 42"/>
            <p:cNvSpPr>
              <a:spLocks noChangeArrowheads="1"/>
            </p:cNvSpPr>
            <p:nvPr/>
          </p:nvSpPr>
          <p:spPr bwMode="auto">
            <a:xfrm>
              <a:off x="4359" y="1707"/>
              <a:ext cx="418" cy="140"/>
            </a:xfrm>
            <a:prstGeom prst="ellipse">
              <a:avLst/>
            </a:prstGeom>
            <a:noFill/>
            <a:ln w="6350" algn="ctr">
              <a:solidFill>
                <a:srgbClr val="FC2C1C"/>
              </a:solidFill>
              <a:round/>
              <a:headEnd/>
              <a:tailEnd/>
            </a:ln>
            <a:extLst>
              <a:ext uri="{909E8E84-426E-40DD-AFC4-6F175D3DCCD1}">
                <a14:hiddenFill xmlns:a14="http://schemas.microsoft.com/office/drawing/2010/main">
                  <a:solidFill>
                    <a:srgbClr val="FFFFFF"/>
                  </a:solidFill>
                </a14:hiddenFill>
              </a:ext>
            </a:extLst>
          </p:spPr>
          <p:txBody>
            <a:bodyPr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grpSp>
        <p:nvGrpSpPr>
          <p:cNvPr id="6" name="Group 66"/>
          <p:cNvGrpSpPr>
            <a:grpSpLocks/>
          </p:cNvGrpSpPr>
          <p:nvPr/>
        </p:nvGrpSpPr>
        <p:grpSpPr bwMode="auto">
          <a:xfrm>
            <a:off x="6915150" y="5235575"/>
            <a:ext cx="2038350" cy="1593850"/>
            <a:chOff x="4356" y="3298"/>
            <a:chExt cx="1284" cy="1004"/>
          </a:xfrm>
        </p:grpSpPr>
        <p:sp>
          <p:nvSpPr>
            <p:cNvPr id="221209" name="AutoShape 44"/>
            <p:cNvSpPr>
              <a:spLocks/>
            </p:cNvSpPr>
            <p:nvPr/>
          </p:nvSpPr>
          <p:spPr bwMode="auto">
            <a:xfrm>
              <a:off x="5008" y="3298"/>
              <a:ext cx="632" cy="456"/>
            </a:xfrm>
            <a:prstGeom prst="borderCallout2">
              <a:avLst>
                <a:gd name="adj1" fmla="val 15792"/>
                <a:gd name="adj2" fmla="val -7597"/>
                <a:gd name="adj3" fmla="val 15792"/>
                <a:gd name="adj4" fmla="val -29588"/>
                <a:gd name="adj5" fmla="val 168421"/>
                <a:gd name="adj6" fmla="val -51898"/>
              </a:avLst>
            </a:prstGeom>
            <a:solidFill>
              <a:srgbClr val="FFFF99"/>
            </a:solidFill>
            <a:ln w="6350" algn="ctr">
              <a:solidFill>
                <a:srgbClr val="000000"/>
              </a:solidFill>
              <a:miter lim="800000"/>
              <a:headEnd/>
              <a:tailEnd type="triangle" w="med" len="med"/>
            </a:ln>
          </p:spPr>
          <p:txBody>
            <a:bodyPr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1300">
                  <a:solidFill>
                    <a:schemeClr val="tx1"/>
                  </a:solidFill>
                </a:rPr>
                <a:t>Calculez votre gain total</a:t>
              </a:r>
            </a:p>
          </p:txBody>
        </p:sp>
        <p:sp>
          <p:nvSpPr>
            <p:cNvPr id="221210" name="Oval 45"/>
            <p:cNvSpPr>
              <a:spLocks noChangeArrowheads="1"/>
            </p:cNvSpPr>
            <p:nvPr/>
          </p:nvSpPr>
          <p:spPr bwMode="auto">
            <a:xfrm>
              <a:off x="4356" y="4100"/>
              <a:ext cx="418" cy="202"/>
            </a:xfrm>
            <a:prstGeom prst="ellipse">
              <a:avLst/>
            </a:prstGeom>
            <a:noFill/>
            <a:ln w="6350" algn="ctr">
              <a:solidFill>
                <a:srgbClr val="FC2C1C"/>
              </a:solidFill>
              <a:round/>
              <a:headEnd/>
              <a:tailEnd/>
            </a:ln>
            <a:extLst>
              <a:ext uri="{909E8E84-426E-40DD-AFC4-6F175D3DCCD1}">
                <a14:hiddenFill xmlns:a14="http://schemas.microsoft.com/office/drawing/2010/main">
                  <a:solidFill>
                    <a:srgbClr val="FFFFFF"/>
                  </a:solidFill>
                </a14:hiddenFill>
              </a:ext>
            </a:extLst>
          </p:spPr>
          <p:txBody>
            <a:bodyPr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grpSp>
        <p:nvGrpSpPr>
          <p:cNvPr id="7" name="Group 60"/>
          <p:cNvGrpSpPr>
            <a:grpSpLocks/>
          </p:cNvGrpSpPr>
          <p:nvPr/>
        </p:nvGrpSpPr>
        <p:grpSpPr bwMode="auto">
          <a:xfrm>
            <a:off x="109538" y="134938"/>
            <a:ext cx="3286125" cy="6240462"/>
            <a:chOff x="69" y="85"/>
            <a:chExt cx="2070" cy="3931"/>
          </a:xfrm>
        </p:grpSpPr>
        <p:sp>
          <p:nvSpPr>
            <p:cNvPr id="221202" name="AutoShape 47"/>
            <p:cNvSpPr>
              <a:spLocks/>
            </p:cNvSpPr>
            <p:nvPr/>
          </p:nvSpPr>
          <p:spPr bwMode="auto">
            <a:xfrm flipH="1">
              <a:off x="69" y="85"/>
              <a:ext cx="1226" cy="570"/>
            </a:xfrm>
            <a:prstGeom prst="borderCallout2">
              <a:avLst>
                <a:gd name="adj1" fmla="val 12630"/>
                <a:gd name="adj2" fmla="val -3917"/>
                <a:gd name="adj3" fmla="val 12630"/>
                <a:gd name="adj4" fmla="val -21454"/>
                <a:gd name="adj5" fmla="val 273681"/>
                <a:gd name="adj6" fmla="val -41681"/>
              </a:avLst>
            </a:prstGeom>
            <a:solidFill>
              <a:srgbClr val="FFFF99"/>
            </a:solidFill>
            <a:ln w="6350" algn="ctr">
              <a:solidFill>
                <a:srgbClr val="000000"/>
              </a:solidFill>
              <a:miter lim="800000"/>
              <a:headEnd/>
              <a:tailEnd type="triangle" w="med" len="med"/>
            </a:ln>
          </p:spPr>
          <p:txBody>
            <a:bodyPr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1300">
                  <a:solidFill>
                    <a:schemeClr val="tx1"/>
                  </a:solidFill>
                </a:rPr>
                <a:t>Notez vos valeurs chaque fin de semaine et la moyenne en fin de simulation</a:t>
              </a:r>
            </a:p>
          </p:txBody>
        </p:sp>
        <p:sp>
          <p:nvSpPr>
            <p:cNvPr id="221203" name="Oval 48"/>
            <p:cNvSpPr>
              <a:spLocks noChangeArrowheads="1"/>
            </p:cNvSpPr>
            <p:nvPr/>
          </p:nvSpPr>
          <p:spPr bwMode="auto">
            <a:xfrm>
              <a:off x="1804" y="1701"/>
              <a:ext cx="268" cy="140"/>
            </a:xfrm>
            <a:prstGeom prst="ellipse">
              <a:avLst/>
            </a:prstGeom>
            <a:noFill/>
            <a:ln w="6350" algn="ctr">
              <a:solidFill>
                <a:srgbClr val="FC2C1C"/>
              </a:solidFill>
              <a:round/>
              <a:headEnd/>
              <a:tailEnd/>
            </a:ln>
            <a:extLst>
              <a:ext uri="{909E8E84-426E-40DD-AFC4-6F175D3DCCD1}">
                <a14:hiddenFill xmlns:a14="http://schemas.microsoft.com/office/drawing/2010/main">
                  <a:solidFill>
                    <a:srgbClr val="FFFFFF"/>
                  </a:solidFill>
                </a14:hiddenFill>
              </a:ext>
            </a:extLst>
          </p:spPr>
          <p:txBody>
            <a:bodyPr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221204" name="Line 49"/>
            <p:cNvSpPr>
              <a:spLocks noChangeShapeType="1"/>
            </p:cNvSpPr>
            <p:nvPr/>
          </p:nvSpPr>
          <p:spPr bwMode="auto">
            <a:xfrm>
              <a:off x="972" y="674"/>
              <a:ext cx="877" cy="2123"/>
            </a:xfrm>
            <a:prstGeom prst="line">
              <a:avLst/>
            </a:prstGeom>
            <a:noFill/>
            <a:ln w="6350">
              <a:solidFill>
                <a:schemeClr val="bg2"/>
              </a:solidFill>
              <a:round/>
              <a:headEnd/>
              <a:tailEnd type="triangle" w="med" len="med"/>
            </a:ln>
            <a:extLst>
              <a:ext uri="{909E8E84-426E-40DD-AFC4-6F175D3DCCD1}">
                <a14:hiddenFill xmlns:a14="http://schemas.microsoft.com/office/drawing/2010/main">
                  <a:noFill/>
                </a14:hiddenFill>
              </a:ext>
            </a:extLst>
          </p:spPr>
          <p:txBody>
            <a:bodyPr anchor="ctr"/>
            <a:lstStyle/>
            <a:p>
              <a:endParaRPr lang="fr-FR"/>
            </a:p>
          </p:txBody>
        </p:sp>
        <p:sp>
          <p:nvSpPr>
            <p:cNvPr id="221205" name="Line 50"/>
            <p:cNvSpPr>
              <a:spLocks noChangeShapeType="1"/>
            </p:cNvSpPr>
            <p:nvPr/>
          </p:nvSpPr>
          <p:spPr bwMode="auto">
            <a:xfrm>
              <a:off x="912" y="696"/>
              <a:ext cx="826" cy="2475"/>
            </a:xfrm>
            <a:prstGeom prst="line">
              <a:avLst/>
            </a:prstGeom>
            <a:noFill/>
            <a:ln w="6350">
              <a:solidFill>
                <a:schemeClr val="bg2"/>
              </a:solidFill>
              <a:round/>
              <a:headEnd/>
              <a:tailEnd type="triangle" w="med" len="med"/>
            </a:ln>
            <a:extLst>
              <a:ext uri="{909E8E84-426E-40DD-AFC4-6F175D3DCCD1}">
                <a14:hiddenFill xmlns:a14="http://schemas.microsoft.com/office/drawing/2010/main">
                  <a:noFill/>
                </a14:hiddenFill>
              </a:ext>
            </a:extLst>
          </p:spPr>
          <p:txBody>
            <a:bodyPr anchor="ctr"/>
            <a:lstStyle/>
            <a:p>
              <a:endParaRPr lang="fr-FR"/>
            </a:p>
          </p:txBody>
        </p:sp>
        <p:sp>
          <p:nvSpPr>
            <p:cNvPr id="221206" name="Oval 51"/>
            <p:cNvSpPr>
              <a:spLocks noChangeArrowheads="1"/>
            </p:cNvSpPr>
            <p:nvPr/>
          </p:nvSpPr>
          <p:spPr bwMode="auto">
            <a:xfrm>
              <a:off x="1828" y="2799"/>
              <a:ext cx="268" cy="140"/>
            </a:xfrm>
            <a:prstGeom prst="ellipse">
              <a:avLst/>
            </a:prstGeom>
            <a:noFill/>
            <a:ln w="6350" algn="ctr">
              <a:solidFill>
                <a:srgbClr val="FC2C1C"/>
              </a:solidFill>
              <a:round/>
              <a:headEnd/>
              <a:tailEnd/>
            </a:ln>
            <a:extLst>
              <a:ext uri="{909E8E84-426E-40DD-AFC4-6F175D3DCCD1}">
                <a14:hiddenFill xmlns:a14="http://schemas.microsoft.com/office/drawing/2010/main">
                  <a:solidFill>
                    <a:srgbClr val="FFFFFF"/>
                  </a:solidFill>
                </a14:hiddenFill>
              </a:ext>
            </a:extLst>
          </p:spPr>
          <p:txBody>
            <a:bodyPr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221207" name="Oval 52"/>
            <p:cNvSpPr>
              <a:spLocks noChangeArrowheads="1"/>
            </p:cNvSpPr>
            <p:nvPr/>
          </p:nvSpPr>
          <p:spPr bwMode="auto">
            <a:xfrm>
              <a:off x="1767" y="3876"/>
              <a:ext cx="372" cy="140"/>
            </a:xfrm>
            <a:prstGeom prst="ellipse">
              <a:avLst/>
            </a:prstGeom>
            <a:noFill/>
            <a:ln w="6350" algn="ctr">
              <a:solidFill>
                <a:srgbClr val="FC2C1C"/>
              </a:solidFill>
              <a:round/>
              <a:headEnd/>
              <a:tailEnd/>
            </a:ln>
            <a:extLst>
              <a:ext uri="{909E8E84-426E-40DD-AFC4-6F175D3DCCD1}">
                <a14:hiddenFill xmlns:a14="http://schemas.microsoft.com/office/drawing/2010/main">
                  <a:solidFill>
                    <a:srgbClr val="FFFFFF"/>
                  </a:solidFill>
                </a14:hiddenFill>
              </a:ext>
            </a:extLst>
          </p:spPr>
          <p:txBody>
            <a:bodyPr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sp>
          <p:nvSpPr>
            <p:cNvPr id="221208" name="Oval 54"/>
            <p:cNvSpPr>
              <a:spLocks noChangeArrowheads="1"/>
            </p:cNvSpPr>
            <p:nvPr/>
          </p:nvSpPr>
          <p:spPr bwMode="auto">
            <a:xfrm>
              <a:off x="1810" y="1303"/>
              <a:ext cx="268" cy="140"/>
            </a:xfrm>
            <a:prstGeom prst="ellipse">
              <a:avLst/>
            </a:prstGeom>
            <a:noFill/>
            <a:ln w="6350" algn="ctr">
              <a:solidFill>
                <a:srgbClr val="FC2C1C"/>
              </a:solidFill>
              <a:round/>
              <a:headEnd/>
              <a:tailEnd/>
            </a:ln>
            <a:extLst>
              <a:ext uri="{909E8E84-426E-40DD-AFC4-6F175D3DCCD1}">
                <a14:hiddenFill xmlns:a14="http://schemas.microsoft.com/office/drawing/2010/main">
                  <a:solidFill>
                    <a:srgbClr val="FFFFFF"/>
                  </a:solidFill>
                </a14:hiddenFill>
              </a:ext>
            </a:extLst>
          </p:spPr>
          <p:txBody>
            <a:bodyPr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grpSp>
        <p:nvGrpSpPr>
          <p:cNvPr id="8" name="Group 64"/>
          <p:cNvGrpSpPr>
            <a:grpSpLocks/>
          </p:cNvGrpSpPr>
          <p:nvPr/>
        </p:nvGrpSpPr>
        <p:grpSpPr bwMode="auto">
          <a:xfrm>
            <a:off x="3213100" y="3740150"/>
            <a:ext cx="2095500" cy="950913"/>
            <a:chOff x="2024" y="2356"/>
            <a:chExt cx="1320" cy="599"/>
          </a:xfrm>
        </p:grpSpPr>
        <p:sp>
          <p:nvSpPr>
            <p:cNvPr id="221200" name="AutoShape 55"/>
            <p:cNvSpPr>
              <a:spLocks/>
            </p:cNvSpPr>
            <p:nvPr/>
          </p:nvSpPr>
          <p:spPr bwMode="auto">
            <a:xfrm>
              <a:off x="2024" y="2356"/>
              <a:ext cx="1061" cy="411"/>
            </a:xfrm>
            <a:prstGeom prst="borderCallout2">
              <a:avLst>
                <a:gd name="adj1" fmla="val 17519"/>
                <a:gd name="adj2" fmla="val 104523"/>
                <a:gd name="adj3" fmla="val 17519"/>
                <a:gd name="adj4" fmla="val 108954"/>
                <a:gd name="adj5" fmla="val 101218"/>
                <a:gd name="adj6" fmla="val 113477"/>
              </a:avLst>
            </a:prstGeom>
            <a:solidFill>
              <a:srgbClr val="FFFF99"/>
            </a:solidFill>
            <a:ln w="6350" algn="ctr">
              <a:solidFill>
                <a:srgbClr val="000000"/>
              </a:solidFill>
              <a:miter lim="800000"/>
              <a:headEnd/>
              <a:tailEnd type="triangle" w="med" len="med"/>
            </a:ln>
          </p:spPr>
          <p:txBody>
            <a:bodyPr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1200">
                  <a:solidFill>
                    <a:schemeClr val="tx1"/>
                  </a:solidFill>
                </a:rPr>
                <a:t>12 % de perte d’efficience = 12 % de production perdue</a:t>
              </a:r>
            </a:p>
          </p:txBody>
        </p:sp>
        <p:sp>
          <p:nvSpPr>
            <p:cNvPr id="221201" name="Oval 57"/>
            <p:cNvSpPr>
              <a:spLocks noChangeArrowheads="1"/>
            </p:cNvSpPr>
            <p:nvPr/>
          </p:nvSpPr>
          <p:spPr bwMode="auto">
            <a:xfrm>
              <a:off x="2974" y="2815"/>
              <a:ext cx="370" cy="140"/>
            </a:xfrm>
            <a:prstGeom prst="ellipse">
              <a:avLst/>
            </a:prstGeom>
            <a:noFill/>
            <a:ln w="6350" algn="ctr">
              <a:solidFill>
                <a:srgbClr val="FC2C1C"/>
              </a:solidFill>
              <a:round/>
              <a:headEnd/>
              <a:tailEnd/>
            </a:ln>
            <a:extLst>
              <a:ext uri="{909E8E84-426E-40DD-AFC4-6F175D3DCCD1}">
                <a14:hiddenFill xmlns:a14="http://schemas.microsoft.com/office/drawing/2010/main">
                  <a:solidFill>
                    <a:srgbClr val="FFFFFF"/>
                  </a:solidFill>
                </a14:hiddenFill>
              </a:ext>
            </a:extLst>
          </p:spPr>
          <p:txBody>
            <a:bodyPr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grpSp>
        <p:nvGrpSpPr>
          <p:cNvPr id="9" name="Group 65"/>
          <p:cNvGrpSpPr>
            <a:grpSpLocks/>
          </p:cNvGrpSpPr>
          <p:nvPr/>
        </p:nvGrpSpPr>
        <p:grpSpPr bwMode="auto">
          <a:xfrm>
            <a:off x="6169025" y="3463925"/>
            <a:ext cx="2774950" cy="1217613"/>
            <a:chOff x="3886" y="2182"/>
            <a:chExt cx="1748" cy="767"/>
          </a:xfrm>
        </p:grpSpPr>
        <p:sp>
          <p:nvSpPr>
            <p:cNvPr id="221198" name="AutoShape 56"/>
            <p:cNvSpPr>
              <a:spLocks/>
            </p:cNvSpPr>
            <p:nvPr/>
          </p:nvSpPr>
          <p:spPr bwMode="auto">
            <a:xfrm>
              <a:off x="4633" y="2182"/>
              <a:ext cx="1001" cy="447"/>
            </a:xfrm>
            <a:prstGeom prst="borderCallout2">
              <a:avLst>
                <a:gd name="adj1" fmla="val 16106"/>
                <a:gd name="adj2" fmla="val -4796"/>
                <a:gd name="adj3" fmla="val 16106"/>
                <a:gd name="adj4" fmla="val -25375"/>
                <a:gd name="adj5" fmla="val 136019"/>
                <a:gd name="adj6" fmla="val -46255"/>
              </a:avLst>
            </a:prstGeom>
            <a:solidFill>
              <a:srgbClr val="FFFF99"/>
            </a:solidFill>
            <a:ln w="6350" algn="ctr">
              <a:solidFill>
                <a:srgbClr val="000000"/>
              </a:solidFill>
              <a:miter lim="800000"/>
              <a:headEnd/>
              <a:tailEnd type="triangle" w="med" len="med"/>
            </a:ln>
          </p:spPr>
          <p:txBody>
            <a:bodyPr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r>
                <a:rPr lang="fr-FR" altLang="fr-FR" sz="1200">
                  <a:solidFill>
                    <a:schemeClr val="tx1"/>
                  </a:solidFill>
                </a:rPr>
                <a:t>7,2 M€ de production perdue = 1,4 M€ de bénéfice en moins </a:t>
              </a:r>
            </a:p>
          </p:txBody>
        </p:sp>
        <p:sp>
          <p:nvSpPr>
            <p:cNvPr id="221199" name="Oval 58"/>
            <p:cNvSpPr>
              <a:spLocks noChangeArrowheads="1"/>
            </p:cNvSpPr>
            <p:nvPr/>
          </p:nvSpPr>
          <p:spPr bwMode="auto">
            <a:xfrm>
              <a:off x="3886" y="2809"/>
              <a:ext cx="430" cy="140"/>
            </a:xfrm>
            <a:prstGeom prst="ellipse">
              <a:avLst/>
            </a:prstGeom>
            <a:noFill/>
            <a:ln w="6350" algn="ctr">
              <a:solidFill>
                <a:srgbClr val="FC2C1C"/>
              </a:solidFill>
              <a:round/>
              <a:headEnd/>
              <a:tailEnd/>
            </a:ln>
            <a:extLst>
              <a:ext uri="{909E8E84-426E-40DD-AFC4-6F175D3DCCD1}">
                <a14:hiddenFill xmlns:a14="http://schemas.microsoft.com/office/drawing/2010/main">
                  <a:solidFill>
                    <a:srgbClr val="FFFFFF"/>
                  </a:solidFill>
                </a14:hiddenFill>
              </a:ext>
            </a:extLst>
          </p:spPr>
          <p:txBody>
            <a:bodyPr anchor="ctr"/>
            <a:lstStyle>
              <a:lvl1pPr algn="l" eaLnBrk="0" hangingPunct="0">
                <a:spcBef>
                  <a:spcPct val="20000"/>
                </a:spcBef>
                <a:buChar char="•"/>
                <a:defRPr sz="2000">
                  <a:solidFill>
                    <a:schemeClr val="accent2"/>
                  </a:solidFill>
                  <a:latin typeface="Arial" pitchFamily="34" charset="0"/>
                </a:defRPr>
              </a:lvl1pPr>
              <a:lvl2pPr marL="742950" indent="-285750" algn="l" eaLnBrk="0" hangingPunct="0">
                <a:spcBef>
                  <a:spcPct val="20000"/>
                </a:spcBef>
                <a:buChar char="–"/>
                <a:defRPr>
                  <a:solidFill>
                    <a:schemeClr val="accent2"/>
                  </a:solidFill>
                  <a:latin typeface="Arial" pitchFamily="34" charset="0"/>
                </a:defRPr>
              </a:lvl2pPr>
              <a:lvl3pPr marL="1143000" indent="-228600" algn="l" eaLnBrk="0" hangingPunct="0">
                <a:spcBef>
                  <a:spcPct val="20000"/>
                </a:spcBef>
                <a:buChar char="•"/>
                <a:defRPr sz="1600">
                  <a:solidFill>
                    <a:schemeClr val="accent2"/>
                  </a:solidFill>
                  <a:latin typeface="Arial" pitchFamily="34" charset="0"/>
                </a:defRPr>
              </a:lvl3pPr>
              <a:lvl4pPr marL="1600200" indent="-228600" algn="l" eaLnBrk="0" hangingPunct="0">
                <a:spcBef>
                  <a:spcPct val="20000"/>
                </a:spcBef>
                <a:buChar char="–"/>
                <a:defRPr sz="1600">
                  <a:solidFill>
                    <a:schemeClr val="accent2"/>
                  </a:solidFill>
                  <a:latin typeface="Arial" pitchFamily="34" charset="0"/>
                </a:defRPr>
              </a:lvl4pPr>
              <a:lvl5pPr marL="2057400" indent="-228600" algn="l" eaLnBrk="0" hangingPunct="0">
                <a:spcBef>
                  <a:spcPct val="20000"/>
                </a:spcBef>
                <a:buChar char="»"/>
                <a:defRPr sz="1600">
                  <a:solidFill>
                    <a:schemeClr val="accent2"/>
                  </a:solidFill>
                  <a:latin typeface="Arial" pitchFamily="34" charset="0"/>
                </a:defRPr>
              </a:lvl5pPr>
              <a:lvl6pPr marL="2514600" indent="-228600" eaLnBrk="0" fontAlgn="base" hangingPunct="0">
                <a:spcBef>
                  <a:spcPct val="20000"/>
                </a:spcBef>
                <a:spcAft>
                  <a:spcPct val="0"/>
                </a:spcAft>
                <a:buChar char="»"/>
                <a:defRPr sz="1600">
                  <a:solidFill>
                    <a:schemeClr val="accent2"/>
                  </a:solidFill>
                  <a:latin typeface="Arial" pitchFamily="34" charset="0"/>
                </a:defRPr>
              </a:lvl6pPr>
              <a:lvl7pPr marL="2971800" indent="-228600" eaLnBrk="0" fontAlgn="base" hangingPunct="0">
                <a:spcBef>
                  <a:spcPct val="20000"/>
                </a:spcBef>
                <a:spcAft>
                  <a:spcPct val="0"/>
                </a:spcAft>
                <a:buChar char="»"/>
                <a:defRPr sz="1600">
                  <a:solidFill>
                    <a:schemeClr val="accent2"/>
                  </a:solidFill>
                  <a:latin typeface="Arial" pitchFamily="34" charset="0"/>
                </a:defRPr>
              </a:lvl7pPr>
              <a:lvl8pPr marL="3429000" indent="-228600" eaLnBrk="0" fontAlgn="base" hangingPunct="0">
                <a:spcBef>
                  <a:spcPct val="20000"/>
                </a:spcBef>
                <a:spcAft>
                  <a:spcPct val="0"/>
                </a:spcAft>
                <a:buChar char="»"/>
                <a:defRPr sz="1600">
                  <a:solidFill>
                    <a:schemeClr val="accent2"/>
                  </a:solidFill>
                  <a:latin typeface="Arial" pitchFamily="34" charset="0"/>
                </a:defRPr>
              </a:lvl8pPr>
              <a:lvl9pPr marL="3886200" indent="-228600" eaLnBrk="0" fontAlgn="base" hangingPunct="0">
                <a:spcBef>
                  <a:spcPct val="20000"/>
                </a:spcBef>
                <a:spcAft>
                  <a:spcPct val="0"/>
                </a:spcAft>
                <a:buChar char="»"/>
                <a:defRPr sz="1600">
                  <a:solidFill>
                    <a:schemeClr val="accent2"/>
                  </a:solidFill>
                  <a:latin typeface="Arial" pitchFamily="34" charset="0"/>
                </a:defRPr>
              </a:lvl9pPr>
            </a:lstStyle>
            <a:p>
              <a:pPr algn="ctr" eaLnBrk="1" hangingPunct="1">
                <a:spcBef>
                  <a:spcPct val="0"/>
                </a:spcBef>
                <a:buFontTx/>
                <a:buNone/>
              </a:pPr>
              <a:endParaRPr lang="fr-FR" altLang="fr-FR" sz="1300">
                <a:solidFill>
                  <a:schemeClr val="tx1"/>
                </a:solidFill>
              </a:endParaRPr>
            </a:p>
          </p:txBody>
        </p:sp>
      </p:gr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4" presetClass="entr" presetSubtype="16" fill="hold"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box(in)">
                                      <p:cBhvr>
                                        <p:cTn id="7" dur="500"/>
                                        <p:tgtEl>
                                          <p:spTgt spid="2"/>
                                        </p:tgtEl>
                                      </p:cBhvr>
                                    </p:animEffect>
                                  </p:childTnLst>
                                </p:cTn>
                              </p:par>
                            </p:childTnLst>
                          </p:cTn>
                        </p:par>
                      </p:childTnLst>
                    </p:cTn>
                  </p:par>
                  <p:par>
                    <p:cTn id="8" fill="hold" nodeType="clickPar">
                      <p:stCondLst>
                        <p:cond delay="indefinite"/>
                      </p:stCondLst>
                      <p:childTnLst>
                        <p:par>
                          <p:cTn id="9" fill="hold" nodeType="withGroup">
                            <p:stCondLst>
                              <p:cond delay="0"/>
                            </p:stCondLst>
                            <p:childTnLst>
                              <p:par>
                                <p:cTn id="10" presetID="4" presetClass="entr" presetSubtype="16" fill="hold" nodeType="click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box(in)">
                                      <p:cBhvr>
                                        <p:cTn id="12" dur="500"/>
                                        <p:tgtEl>
                                          <p:spTgt spid="7"/>
                                        </p:tgtEl>
                                      </p:cBhvr>
                                    </p:animEffect>
                                  </p:childTnLst>
                                </p:cTn>
                              </p:par>
                            </p:childTnLst>
                          </p:cTn>
                        </p:par>
                      </p:childTnLst>
                    </p:cTn>
                  </p:par>
                  <p:par>
                    <p:cTn id="13" fill="hold" nodeType="clickPar">
                      <p:stCondLst>
                        <p:cond delay="indefinite"/>
                      </p:stCondLst>
                      <p:childTnLst>
                        <p:par>
                          <p:cTn id="14" fill="hold" nodeType="withGroup">
                            <p:stCondLst>
                              <p:cond delay="0"/>
                            </p:stCondLst>
                            <p:childTnLst>
                              <p:par>
                                <p:cTn id="15" presetID="4" presetClass="entr" presetSubtype="16" fill="hold" nodeType="clickEffect">
                                  <p:stCondLst>
                                    <p:cond delay="0"/>
                                  </p:stCondLst>
                                  <p:childTnLst>
                                    <p:set>
                                      <p:cBhvr>
                                        <p:cTn id="16" dur="1" fill="hold">
                                          <p:stCondLst>
                                            <p:cond delay="0"/>
                                          </p:stCondLst>
                                        </p:cTn>
                                        <p:tgtEl>
                                          <p:spTgt spid="3"/>
                                        </p:tgtEl>
                                        <p:attrNameLst>
                                          <p:attrName>style.visibility</p:attrName>
                                        </p:attrNameLst>
                                      </p:cBhvr>
                                      <p:to>
                                        <p:strVal val="visible"/>
                                      </p:to>
                                    </p:set>
                                    <p:animEffect transition="in" filter="box(in)">
                                      <p:cBhvr>
                                        <p:cTn id="17" dur="500"/>
                                        <p:tgtEl>
                                          <p:spTgt spid="3"/>
                                        </p:tgtEl>
                                      </p:cBhvr>
                                    </p:animEffect>
                                  </p:childTnLst>
                                </p:cTn>
                              </p:par>
                            </p:childTnLst>
                          </p:cTn>
                        </p:par>
                      </p:childTnLst>
                    </p:cTn>
                  </p:par>
                  <p:par>
                    <p:cTn id="18" fill="hold" nodeType="clickPar">
                      <p:stCondLst>
                        <p:cond delay="indefinite"/>
                      </p:stCondLst>
                      <p:childTnLst>
                        <p:par>
                          <p:cTn id="19" fill="hold" nodeType="withGroup">
                            <p:stCondLst>
                              <p:cond delay="0"/>
                            </p:stCondLst>
                            <p:childTnLst>
                              <p:par>
                                <p:cTn id="20" presetID="4" presetClass="entr" presetSubtype="16" fill="hold" nodeType="clickEffect">
                                  <p:stCondLst>
                                    <p:cond delay="0"/>
                                  </p:stCondLst>
                                  <p:childTnLst>
                                    <p:set>
                                      <p:cBhvr>
                                        <p:cTn id="21" dur="1" fill="hold">
                                          <p:stCondLst>
                                            <p:cond delay="0"/>
                                          </p:stCondLst>
                                        </p:cTn>
                                        <p:tgtEl>
                                          <p:spTgt spid="4"/>
                                        </p:tgtEl>
                                        <p:attrNameLst>
                                          <p:attrName>style.visibility</p:attrName>
                                        </p:attrNameLst>
                                      </p:cBhvr>
                                      <p:to>
                                        <p:strVal val="visible"/>
                                      </p:to>
                                    </p:set>
                                    <p:animEffect transition="in" filter="box(in)">
                                      <p:cBhvr>
                                        <p:cTn id="22" dur="500"/>
                                        <p:tgtEl>
                                          <p:spTgt spid="4"/>
                                        </p:tgtEl>
                                      </p:cBhvr>
                                    </p:animEffect>
                                  </p:childTnLst>
                                </p:cTn>
                              </p:par>
                            </p:childTnLst>
                          </p:cTn>
                        </p:par>
                      </p:childTnLst>
                    </p:cTn>
                  </p:par>
                  <p:par>
                    <p:cTn id="23" fill="hold" nodeType="clickPar">
                      <p:stCondLst>
                        <p:cond delay="indefinite"/>
                      </p:stCondLst>
                      <p:childTnLst>
                        <p:par>
                          <p:cTn id="24" fill="hold" nodeType="withGroup">
                            <p:stCondLst>
                              <p:cond delay="0"/>
                            </p:stCondLst>
                            <p:childTnLst>
                              <p:par>
                                <p:cTn id="25" presetID="4" presetClass="entr" presetSubtype="16" fill="hold" nodeType="clickEffect">
                                  <p:stCondLst>
                                    <p:cond delay="0"/>
                                  </p:stCondLst>
                                  <p:childTnLst>
                                    <p:set>
                                      <p:cBhvr>
                                        <p:cTn id="26" dur="1" fill="hold">
                                          <p:stCondLst>
                                            <p:cond delay="0"/>
                                          </p:stCondLst>
                                        </p:cTn>
                                        <p:tgtEl>
                                          <p:spTgt spid="5"/>
                                        </p:tgtEl>
                                        <p:attrNameLst>
                                          <p:attrName>style.visibility</p:attrName>
                                        </p:attrNameLst>
                                      </p:cBhvr>
                                      <p:to>
                                        <p:strVal val="visible"/>
                                      </p:to>
                                    </p:set>
                                    <p:animEffect transition="in" filter="box(in)">
                                      <p:cBhvr>
                                        <p:cTn id="27" dur="500"/>
                                        <p:tgtEl>
                                          <p:spTgt spid="5"/>
                                        </p:tgtEl>
                                      </p:cBhvr>
                                    </p:animEffect>
                                  </p:childTnLst>
                                </p:cTn>
                              </p:par>
                            </p:childTnLst>
                          </p:cTn>
                        </p:par>
                      </p:childTnLst>
                    </p:cTn>
                  </p:par>
                  <p:par>
                    <p:cTn id="28" fill="hold" nodeType="clickPar">
                      <p:stCondLst>
                        <p:cond delay="indefinite"/>
                      </p:stCondLst>
                      <p:childTnLst>
                        <p:par>
                          <p:cTn id="29" fill="hold" nodeType="withGroup">
                            <p:stCondLst>
                              <p:cond delay="0"/>
                            </p:stCondLst>
                            <p:childTnLst>
                              <p:par>
                                <p:cTn id="30" presetID="4" presetClass="entr" presetSubtype="16" fill="hold" nodeType="clickEffect">
                                  <p:stCondLst>
                                    <p:cond delay="0"/>
                                  </p:stCondLst>
                                  <p:childTnLst>
                                    <p:set>
                                      <p:cBhvr>
                                        <p:cTn id="31" dur="1" fill="hold">
                                          <p:stCondLst>
                                            <p:cond delay="0"/>
                                          </p:stCondLst>
                                        </p:cTn>
                                        <p:tgtEl>
                                          <p:spTgt spid="8"/>
                                        </p:tgtEl>
                                        <p:attrNameLst>
                                          <p:attrName>style.visibility</p:attrName>
                                        </p:attrNameLst>
                                      </p:cBhvr>
                                      <p:to>
                                        <p:strVal val="visible"/>
                                      </p:to>
                                    </p:set>
                                    <p:animEffect transition="in" filter="box(in)">
                                      <p:cBhvr>
                                        <p:cTn id="32" dur="500"/>
                                        <p:tgtEl>
                                          <p:spTgt spid="8"/>
                                        </p:tgtEl>
                                      </p:cBhvr>
                                    </p:animEffect>
                                  </p:childTnLst>
                                </p:cTn>
                              </p:par>
                            </p:childTnLst>
                          </p:cTn>
                        </p:par>
                      </p:childTnLst>
                    </p:cTn>
                  </p:par>
                  <p:par>
                    <p:cTn id="33" fill="hold" nodeType="clickPar">
                      <p:stCondLst>
                        <p:cond delay="indefinite"/>
                      </p:stCondLst>
                      <p:childTnLst>
                        <p:par>
                          <p:cTn id="34" fill="hold" nodeType="withGroup">
                            <p:stCondLst>
                              <p:cond delay="0"/>
                            </p:stCondLst>
                            <p:childTnLst>
                              <p:par>
                                <p:cTn id="35" presetID="4" presetClass="entr" presetSubtype="16" fill="hold" nodeType="clickEffect">
                                  <p:stCondLst>
                                    <p:cond delay="0"/>
                                  </p:stCondLst>
                                  <p:childTnLst>
                                    <p:set>
                                      <p:cBhvr>
                                        <p:cTn id="36" dur="1" fill="hold">
                                          <p:stCondLst>
                                            <p:cond delay="0"/>
                                          </p:stCondLst>
                                        </p:cTn>
                                        <p:tgtEl>
                                          <p:spTgt spid="9"/>
                                        </p:tgtEl>
                                        <p:attrNameLst>
                                          <p:attrName>style.visibility</p:attrName>
                                        </p:attrNameLst>
                                      </p:cBhvr>
                                      <p:to>
                                        <p:strVal val="visible"/>
                                      </p:to>
                                    </p:set>
                                    <p:animEffect transition="in" filter="box(in)">
                                      <p:cBhvr>
                                        <p:cTn id="37" dur="500"/>
                                        <p:tgtEl>
                                          <p:spTgt spid="9"/>
                                        </p:tgtEl>
                                      </p:cBhvr>
                                    </p:animEffect>
                                  </p:childTnLst>
                                </p:cTn>
                              </p:par>
                            </p:childTnLst>
                          </p:cTn>
                        </p:par>
                      </p:childTnLst>
                    </p:cTn>
                  </p:par>
                  <p:par>
                    <p:cTn id="38" fill="hold" nodeType="clickPar">
                      <p:stCondLst>
                        <p:cond delay="indefinite"/>
                      </p:stCondLst>
                      <p:childTnLst>
                        <p:par>
                          <p:cTn id="39" fill="hold" nodeType="withGroup">
                            <p:stCondLst>
                              <p:cond delay="0"/>
                            </p:stCondLst>
                            <p:childTnLst>
                              <p:par>
                                <p:cTn id="40" presetID="4" presetClass="entr" presetSubtype="16" fill="hold" nodeType="clickEffect">
                                  <p:stCondLst>
                                    <p:cond delay="0"/>
                                  </p:stCondLst>
                                  <p:childTnLst>
                                    <p:set>
                                      <p:cBhvr>
                                        <p:cTn id="41" dur="1" fill="hold">
                                          <p:stCondLst>
                                            <p:cond delay="0"/>
                                          </p:stCondLst>
                                        </p:cTn>
                                        <p:tgtEl>
                                          <p:spTgt spid="6"/>
                                        </p:tgtEl>
                                        <p:attrNameLst>
                                          <p:attrName>style.visibility</p:attrName>
                                        </p:attrNameLst>
                                      </p:cBhvr>
                                      <p:to>
                                        <p:strVal val="visible"/>
                                      </p:to>
                                    </p:set>
                                    <p:animEffect transition="in" filter="box(in)">
                                      <p:cBhvr>
                                        <p:cTn id="42"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Modèle par défaut">
  <a:themeElements>
    <a:clrScheme name="Modèle par défaut 2">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fontScheme name="Modèle par défaut">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xfrm>
          <a:off x="0" y="0"/>
          <a:ext cx="1" cy="1"/>
        </a:xfrm>
        <a:custGeom>
          <a:avLst/>
          <a:gdLst/>
          <a:ahLst/>
          <a:cxnLst/>
          <a:rect l="0" t="0" r="0" b="0"/>
          <a:pathLst/>
        </a:custGeom>
        <a:noFill/>
        <a:ln w="6350" cap="flat" cmpd="sng" algn="ctr">
          <a:solidFill>
            <a:schemeClr val="tx2"/>
          </a:solidFill>
          <a:prstDash val="solid"/>
          <a:round/>
          <a:headEnd type="none" w="med" len="med"/>
          <a:tailEnd type="none" w="med" len="med"/>
        </a:ln>
        <a:effectLst/>
      </a:spPr>
      <a:bodyPr vert="horz" wrap="none" lIns="91440" tIns="45720" rIns="91440" bIns="45720" numCol="1" anchor="ctr" anchorCtr="0" compatLnSpc="1">
        <a:prstTxWarp prst="textNoShape">
          <a:avLst/>
        </a:prstTxWarp>
      </a:bodyPr>
      <a:lstStyle>
        <a:defPPr marL="0" marR="0" indent="0" algn="ctr" defTabSz="914400" rtl="0" eaLnBrk="1" fontAlgn="base" latinLnBrk="0" hangingPunct="1">
          <a:lnSpc>
            <a:spcPct val="100000"/>
          </a:lnSpc>
          <a:spcBef>
            <a:spcPct val="0"/>
          </a:spcBef>
          <a:spcAft>
            <a:spcPct val="0"/>
          </a:spcAft>
          <a:buClrTx/>
          <a:buSzTx/>
          <a:buFontTx/>
          <a:buNone/>
          <a:tabLst/>
          <a:defRPr kumimoji="0" lang="fr-FR" sz="1300" b="0" i="0" u="none" strike="noStrike" cap="none" normalizeH="0" baseline="0" smtClean="0">
            <a:ln>
              <a:noFill/>
            </a:ln>
            <a:solidFill>
              <a:schemeClr val="tx1"/>
            </a:solidFill>
            <a:effectLst/>
            <a:latin typeface="Arial" pitchFamily="34" charset="0"/>
          </a:defRPr>
        </a:defPPr>
      </a:lstStyle>
    </a:spDef>
    <a:lnDef>
      <a:spPr bwMode="auto">
        <a:xfrm>
          <a:off x="0" y="0"/>
          <a:ext cx="1" cy="1"/>
        </a:xfrm>
        <a:custGeom>
          <a:avLst/>
          <a:gdLst/>
          <a:ahLst/>
          <a:cxnLst/>
          <a:rect l="0" t="0" r="0" b="0"/>
          <a:pathLst/>
        </a:custGeom>
        <a:noFill/>
        <a:ln w="6350" cap="flat" cmpd="sng" algn="ctr">
          <a:solidFill>
            <a:schemeClr val="tx2"/>
          </a:solidFill>
          <a:prstDash val="solid"/>
          <a:round/>
          <a:headEnd type="none" w="med" len="med"/>
          <a:tailEnd type="none" w="med" len="med"/>
        </a:ln>
        <a:effectLst/>
      </a:spPr>
      <a:bodyPr vert="horz" wrap="none" lIns="91440" tIns="45720" rIns="91440" bIns="45720" numCol="1" anchor="ctr" anchorCtr="0" compatLnSpc="1">
        <a:prstTxWarp prst="textNoShape">
          <a:avLst/>
        </a:prstTxWarp>
      </a:bodyPr>
      <a:lstStyle>
        <a:defPPr marL="0" marR="0" indent="0" algn="ctr" defTabSz="914400" rtl="0" eaLnBrk="1" fontAlgn="base" latinLnBrk="0" hangingPunct="1">
          <a:lnSpc>
            <a:spcPct val="100000"/>
          </a:lnSpc>
          <a:spcBef>
            <a:spcPct val="0"/>
          </a:spcBef>
          <a:spcAft>
            <a:spcPct val="0"/>
          </a:spcAft>
          <a:buClrTx/>
          <a:buSzTx/>
          <a:buFontTx/>
          <a:buNone/>
          <a:tabLst/>
          <a:defRPr kumimoji="0" lang="fr-FR" sz="1300" b="0" i="0" u="none" strike="noStrike" cap="none" normalizeH="0" baseline="0" smtClean="0">
            <a:ln>
              <a:noFill/>
            </a:ln>
            <a:solidFill>
              <a:schemeClr val="tx1"/>
            </a:solidFill>
            <a:effectLst/>
            <a:latin typeface="Arial" pitchFamily="34" charset="0"/>
          </a:defRPr>
        </a:defPPr>
      </a:lstStyle>
    </a:lnDef>
  </a:objectDefaults>
  <a:extraClrSchemeLst>
    <a:extraClrScheme>
      <a:clrScheme name="Modèle par défaut 1">
        <a:dk1>
          <a:srgbClr val="000000"/>
        </a:dk1>
        <a:lt1>
          <a:srgbClr val="FFFFFF"/>
        </a:lt1>
        <a:dk2>
          <a:srgbClr val="0000FF"/>
        </a:dk2>
        <a:lt2>
          <a:srgbClr val="FFFF00"/>
        </a:lt2>
        <a:accent1>
          <a:srgbClr val="FF9900"/>
        </a:accent1>
        <a:accent2>
          <a:srgbClr val="00FFFF"/>
        </a:accent2>
        <a:accent3>
          <a:srgbClr val="AAAAFF"/>
        </a:accent3>
        <a:accent4>
          <a:srgbClr val="DADADA"/>
        </a:accent4>
        <a:accent5>
          <a:srgbClr val="FFCAAA"/>
        </a:accent5>
        <a:accent6>
          <a:srgbClr val="00E7E7"/>
        </a:accent6>
        <a:hlink>
          <a:srgbClr val="FF0000"/>
        </a:hlink>
        <a:folHlink>
          <a:srgbClr val="969696"/>
        </a:folHlink>
      </a:clrScheme>
      <a:clrMap bg1="dk2" tx1="lt1" bg2="dk1" tx2="lt2" accent1="accent1" accent2="accent2" accent3="accent3" accent4="accent4" accent5="accent5" accent6="accent6" hlink="hlink" folHlink="folHlink"/>
    </a:extraClrScheme>
    <a:extraClrScheme>
      <a:clrScheme name="Modèle par défaut 2">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clrMap bg1="lt1" tx1="dk1" bg2="lt2" tx2="dk2" accent1="accent1" accent2="accent2" accent3="accent3" accent4="accent4" accent5="accent5" accent6="accent6" hlink="hlink" folHlink="folHlink"/>
    </a:extraClrScheme>
    <a:extraClrScheme>
      <a:clrScheme name="Modèle par défaut 3">
        <a:dk1>
          <a:srgbClr val="000000"/>
        </a:dk1>
        <a:lt1>
          <a:srgbClr val="FFFFFF"/>
        </a:lt1>
        <a:dk2>
          <a:srgbClr val="000000"/>
        </a:dk2>
        <a:lt2>
          <a:srgbClr val="333333"/>
        </a:lt2>
        <a:accent1>
          <a:srgbClr val="DDDDDD"/>
        </a:accent1>
        <a:accent2>
          <a:srgbClr val="808080"/>
        </a:accent2>
        <a:accent3>
          <a:srgbClr val="FFFFFF"/>
        </a:accent3>
        <a:accent4>
          <a:srgbClr val="000000"/>
        </a:accent4>
        <a:accent5>
          <a:srgbClr val="EBEBEB"/>
        </a:accent5>
        <a:accent6>
          <a:srgbClr val="737373"/>
        </a:accent6>
        <a:hlink>
          <a:srgbClr val="4D4D4D"/>
        </a:hlink>
        <a:folHlink>
          <a:srgbClr val="EAEAEA"/>
        </a:folHlink>
      </a:clrScheme>
      <a:clrMap bg1="lt1" tx1="dk1" bg2="lt2" tx2="dk2" accent1="accent1" accent2="accent2" accent3="accent3" accent4="accent4" accent5="accent5" accent6="accent6" hlink="hlink" folHlink="folHlink"/>
    </a:extraClrScheme>
    <a:extraClrScheme>
      <a:clrScheme name="Modèle par défaut 4">
        <a:dk1>
          <a:srgbClr val="000000"/>
        </a:dk1>
        <a:lt1>
          <a:srgbClr val="FFFFCC"/>
        </a:lt1>
        <a:dk2>
          <a:srgbClr val="808000"/>
        </a:dk2>
        <a:lt2>
          <a:srgbClr val="666633"/>
        </a:lt2>
        <a:accent1>
          <a:srgbClr val="339933"/>
        </a:accent1>
        <a:accent2>
          <a:srgbClr val="800000"/>
        </a:accent2>
        <a:accent3>
          <a:srgbClr val="FFFFE2"/>
        </a:accent3>
        <a:accent4>
          <a:srgbClr val="000000"/>
        </a:accent4>
        <a:accent5>
          <a:srgbClr val="ADCAAD"/>
        </a:accent5>
        <a:accent6>
          <a:srgbClr val="730000"/>
        </a:accent6>
        <a:hlink>
          <a:srgbClr val="0033CC"/>
        </a:hlink>
        <a:folHlink>
          <a:srgbClr val="FFCC66"/>
        </a:folHlink>
      </a:clrScheme>
      <a:clrMap bg1="lt1" tx1="dk1" bg2="lt2" tx2="dk2" accent1="accent1" accent2="accent2" accent3="accent3" accent4="accent4" accent5="accent5" accent6="accent6" hlink="hlink" folHlink="folHlink"/>
    </a:extraClrScheme>
    <a:extraClrScheme>
      <a:clrScheme name="Modèle par défaut 5">
        <a:dk1>
          <a:srgbClr val="000000"/>
        </a:dk1>
        <a:lt1>
          <a:srgbClr val="FFFFFF"/>
        </a:lt1>
        <a:dk2>
          <a:srgbClr val="000000"/>
        </a:dk2>
        <a:lt2>
          <a:srgbClr val="808080"/>
        </a:lt2>
        <a:accent1>
          <a:srgbClr val="FFCC66"/>
        </a:accent1>
        <a:accent2>
          <a:srgbClr val="0000FF"/>
        </a:accent2>
        <a:accent3>
          <a:srgbClr val="FFFFFF"/>
        </a:accent3>
        <a:accent4>
          <a:srgbClr val="000000"/>
        </a:accent4>
        <a:accent5>
          <a:srgbClr val="FFE2B8"/>
        </a:accent5>
        <a:accent6>
          <a:srgbClr val="0000E7"/>
        </a:accent6>
        <a:hlink>
          <a:srgbClr val="CC00CC"/>
        </a:hlink>
        <a:folHlink>
          <a:srgbClr val="C0C0C0"/>
        </a:folHlink>
      </a:clrScheme>
      <a:clrMap bg1="lt1" tx1="dk1" bg2="lt2" tx2="dk2" accent1="accent1" accent2="accent2" accent3="accent3" accent4="accent4" accent5="accent5" accent6="accent6" hlink="hlink" folHlink="folHlink"/>
    </a:extraClrScheme>
    <a:extraClrScheme>
      <a:clrScheme name="Modèle par défaut 6">
        <a:dk1>
          <a:srgbClr val="000000"/>
        </a:dk1>
        <a:lt1>
          <a:srgbClr val="FFFFFF"/>
        </a:lt1>
        <a:dk2>
          <a:srgbClr val="000000"/>
        </a:dk2>
        <a:lt2>
          <a:srgbClr val="808080"/>
        </a:lt2>
        <a:accent1>
          <a:srgbClr val="C0C0C0"/>
        </a:accent1>
        <a:accent2>
          <a:srgbClr val="0066FF"/>
        </a:accent2>
        <a:accent3>
          <a:srgbClr val="FFFFFF"/>
        </a:accent3>
        <a:accent4>
          <a:srgbClr val="000000"/>
        </a:accent4>
        <a:accent5>
          <a:srgbClr val="DCDCDC"/>
        </a:accent5>
        <a:accent6>
          <a:srgbClr val="005CE7"/>
        </a:accent6>
        <a:hlink>
          <a:srgbClr val="FF0000"/>
        </a:hlink>
        <a:folHlink>
          <a:srgbClr val="009900"/>
        </a:folHlink>
      </a:clrScheme>
      <a:clrMap bg1="lt1" tx1="dk1" bg2="lt2" tx2="dk2" accent1="accent1" accent2="accent2" accent3="accent3" accent4="accent4" accent5="accent5" accent6="accent6" hlink="hlink" folHlink="folHlink"/>
    </a:extraClrScheme>
    <a:extraClrScheme>
      <a:clrScheme name="Modèle par défaut 7">
        <a:dk1>
          <a:srgbClr val="000000"/>
        </a:dk1>
        <a:lt1>
          <a:srgbClr val="FFFFFF"/>
        </a:lt1>
        <a:dk2>
          <a:srgbClr val="000000"/>
        </a:dk2>
        <a:lt2>
          <a:srgbClr val="808080"/>
        </a:lt2>
        <a:accent1>
          <a:srgbClr val="3399FF"/>
        </a:accent1>
        <a:accent2>
          <a:srgbClr val="99FFCC"/>
        </a:accent2>
        <a:accent3>
          <a:srgbClr val="FFFFFF"/>
        </a:accent3>
        <a:accent4>
          <a:srgbClr val="000000"/>
        </a:accent4>
        <a:accent5>
          <a:srgbClr val="ADCAFF"/>
        </a:accent5>
        <a:accent6>
          <a:srgbClr val="8AE7B9"/>
        </a:accent6>
        <a:hlink>
          <a:srgbClr val="CC00CC"/>
        </a:hlink>
        <a:folHlink>
          <a:srgbClr val="B2B2B2"/>
        </a:folHlink>
      </a:clrScheme>
      <a:clrMap bg1="lt1" tx1="dk1" bg2="lt2" tx2="dk2" accent1="accent1" accent2="accent2" accent3="accent3" accent4="accent4" accent5="accent5" accent6="accent6" hlink="hlink" folHlink="folHlink"/>
    </a:extraClrScheme>
  </a:extraClrSchemeLst>
</a:theme>
</file>

<file path=ppt/theme/theme2.xml><?xml version="1.0" encoding="utf-8"?>
<a:theme xmlns:a="http://schemas.openxmlformats.org/drawingml/2006/main" name="Thème Office">
  <a:themeElements>
    <a:clrScheme name="">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Thème Office">
  <a:themeElements>
    <a:clrScheme name="">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10753</TotalTime>
  <Words>15318</Words>
  <Application>Microsoft Office PowerPoint</Application>
  <PresentationFormat>Affichage à l'écran (4:3)</PresentationFormat>
  <Paragraphs>1905</Paragraphs>
  <Slides>215</Slides>
  <Notes>215</Notes>
  <HiddenSlides>5</HiddenSlides>
  <MMClips>0</MMClips>
  <ScaleCrop>false</ScaleCrop>
  <HeadingPairs>
    <vt:vector size="6" baseType="variant">
      <vt:variant>
        <vt:lpstr>Polices utilisées</vt:lpstr>
      </vt:variant>
      <vt:variant>
        <vt:i4>6</vt:i4>
      </vt:variant>
      <vt:variant>
        <vt:lpstr>Thème</vt:lpstr>
      </vt:variant>
      <vt:variant>
        <vt:i4>1</vt:i4>
      </vt:variant>
      <vt:variant>
        <vt:lpstr>Titres des diapositives</vt:lpstr>
      </vt:variant>
      <vt:variant>
        <vt:i4>215</vt:i4>
      </vt:variant>
    </vt:vector>
  </HeadingPairs>
  <TitlesOfParts>
    <vt:vector size="222" baseType="lpstr">
      <vt:lpstr>Arial</vt:lpstr>
      <vt:lpstr>Arial Black</vt:lpstr>
      <vt:lpstr>Calibri</vt:lpstr>
      <vt:lpstr>Palatino</vt:lpstr>
      <vt:lpstr>Times New Roman</vt:lpstr>
      <vt:lpstr>Wingdings</vt:lpstr>
      <vt:lpstr>Modèle par défaut</vt:lpstr>
      <vt:lpstr>Présentation PowerPoint</vt:lpstr>
      <vt:lpstr>Préambule</vt:lpstr>
      <vt:lpstr>Sommaire du diaporama</vt:lpstr>
      <vt:lpstr>Règles du jeu pour l’animateur</vt:lpstr>
      <vt:lpstr>Objectif du jeu</vt:lpstr>
      <vt:lpstr>Variante financière</vt:lpstr>
      <vt:lpstr>Vue d’ensemble de la simulation</vt:lpstr>
      <vt:lpstr>Déroulement de la simulation</vt:lpstr>
      <vt:lpstr>Vue d’ensemble de la simulation</vt:lpstr>
      <vt:lpstr>Vue d’ensemble de la simulation</vt:lpstr>
      <vt:lpstr>Vue d’ensemble de la simulation</vt:lpstr>
      <vt:lpstr>Vue d’ensemble de la simulation</vt:lpstr>
      <vt:lpstr>Diapos Incidents</vt:lpstr>
      <vt:lpstr>Diapos Questions</vt:lpstr>
      <vt:lpstr>Tableau de bord</vt:lpstr>
      <vt:lpstr>Affiche Tableau de bord</vt:lpstr>
      <vt:lpstr>Horaire</vt:lpstr>
      <vt:lpstr>Variante sans ticket Kanban</vt:lpstr>
      <vt:lpstr>Participants</vt:lpstr>
      <vt:lpstr>Check List du matériel</vt:lpstr>
      <vt:lpstr>Check List du matériel</vt:lpstr>
      <vt:lpstr>Préparation de la salle</vt:lpstr>
      <vt:lpstr>Présentation de l’entreprise</vt:lpstr>
      <vt:lpstr>Présentation PowerPoint</vt:lpstr>
      <vt:lpstr>Votre mission : améliorer les performances de l’usine</vt:lpstr>
      <vt:lpstr>Les ventes</vt:lpstr>
      <vt:lpstr>La composition des produits</vt:lpstr>
      <vt:lpstr>La fabrication</vt:lpstr>
      <vt:lpstr>Les flux de fabrication</vt:lpstr>
      <vt:lpstr>Les cadences de fabrication</vt:lpstr>
      <vt:lpstr>Les prix et les coûts</vt:lpstr>
      <vt:lpstr>Les approvisionnements</vt:lpstr>
      <vt:lpstr>Les problèmes</vt:lpstr>
      <vt:lpstr>Les réglages en début de partie</vt:lpstr>
      <vt:lpstr>La mesure des performances</vt:lpstr>
      <vt:lpstr>Suivi de la production et des livraisons</vt:lpstr>
      <vt:lpstr>Questions pratiques</vt:lpstr>
      <vt:lpstr>Implantation de la table</vt:lpstr>
      <vt:lpstr>Rangement des pièces dans les conteneurs</vt:lpstr>
      <vt:lpstr>Les stocks en début de partie</vt:lpstr>
      <vt:lpstr>Produire</vt:lpstr>
      <vt:lpstr>C’est le moment d’installer votre usine.  Vérifiez que vous avez reçu :</vt:lpstr>
      <vt:lpstr>Ce qui vous est demandé :</vt:lpstr>
      <vt:lpstr>Calcul des besoins</vt:lpstr>
      <vt:lpstr>Les informations</vt:lpstr>
      <vt:lpstr>Conseils pour la phase de préparation</vt:lpstr>
      <vt:lpstr>Début de la simulation</vt:lpstr>
      <vt:lpstr>Sem. 1 - Lundi (St Léonard)</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Sem. 1 - Mardi (Ste Carine)</vt:lpstr>
      <vt:lpstr>Présentation PowerPoint</vt:lpstr>
      <vt:lpstr>Présentation PowerPoint</vt:lpstr>
      <vt:lpstr>Présentation PowerPoint</vt:lpstr>
      <vt:lpstr>Présentation PowerPoint</vt:lpstr>
      <vt:lpstr>Présentation PowerPoint</vt:lpstr>
      <vt:lpstr>Présentation PowerPoint</vt:lpstr>
      <vt:lpstr>Question</vt:lpstr>
      <vt:lpstr>Présentation PowerPoint</vt:lpstr>
      <vt:lpstr>Sem. 1 - Mercredi (St Geoffroy)</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Sem. 1 - Jeudi (St Théodore)</vt:lpstr>
      <vt:lpstr>Présentation PowerPoint</vt:lpstr>
      <vt:lpstr>Présentation PowerPoint</vt:lpstr>
      <vt:lpstr>Présentation PowerPoint</vt:lpstr>
      <vt:lpstr>Présentation PowerPoint</vt:lpstr>
      <vt:lpstr>Présentation PowerPoint</vt:lpstr>
      <vt:lpstr>Question</vt:lpstr>
      <vt:lpstr>Présentation PowerPoint</vt:lpstr>
      <vt:lpstr>Présentation PowerPoint</vt:lpstr>
      <vt:lpstr>Bilan de la semaine 1</vt:lpstr>
      <vt:lpstr>Calcul des indicateurs</vt:lpstr>
      <vt:lpstr>Résultats</vt:lpstr>
      <vt:lpstr>Affichage des résultats (voir fichier Excel)</vt:lpstr>
      <vt:lpstr>Préparation de la semaine 2</vt:lpstr>
      <vt:lpstr>La méthode Kanban pour l’usinage</vt:lpstr>
      <vt:lpstr>La méthode Kanban : exemple pour le montage d’un R5</vt:lpstr>
      <vt:lpstr>La méthode Kanban</vt:lpstr>
      <vt:lpstr>Le nombre de tickets Kanban</vt:lpstr>
      <vt:lpstr>C’est le moment d’installer votre système Kanban. Recevez pour chaque table :</vt:lpstr>
      <vt:lpstr>2. Les progrès</vt:lpstr>
      <vt:lpstr>Enregistrement des progrès</vt:lpstr>
      <vt:lpstr>Enregistrement des progrès (diapo destinée à l’animateur)</vt:lpstr>
      <vt:lpstr>Reprise de la simulation</vt:lpstr>
      <vt:lpstr>Sem. 2 - Lundi (St Brice)</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Sem. 2 - Mardi (Ste Sidoine)</vt:lpstr>
      <vt:lpstr>Présentation PowerPoint</vt:lpstr>
      <vt:lpstr>Présentation PowerPoint</vt:lpstr>
      <vt:lpstr>Présentation PowerPoint</vt:lpstr>
      <vt:lpstr>Présentation PowerPoint</vt:lpstr>
      <vt:lpstr>Présentation PowerPoint</vt:lpstr>
      <vt:lpstr>Présentation PowerPoint</vt:lpstr>
      <vt:lpstr>Question</vt:lpstr>
      <vt:lpstr>Présentation PowerPoint</vt:lpstr>
      <vt:lpstr>Enregistrement des progrès</vt:lpstr>
      <vt:lpstr>Ajustement des stocks</vt:lpstr>
      <vt:lpstr>Sem. 2 - Mercredi (fêtes de la dynastie)</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Sem. 2 - Jeudi (Ste Marguerite)</vt:lpstr>
      <vt:lpstr>Présentation PowerPoint</vt:lpstr>
      <vt:lpstr>Présentation PowerPoint</vt:lpstr>
      <vt:lpstr>Présentation PowerPoint</vt:lpstr>
      <vt:lpstr>Présentation PowerPoint</vt:lpstr>
      <vt:lpstr>Présentation PowerPoint</vt:lpstr>
      <vt:lpstr>Question</vt:lpstr>
      <vt:lpstr>Présentation PowerPoint</vt:lpstr>
      <vt:lpstr>Présentation PowerPoint</vt:lpstr>
      <vt:lpstr>Bilan de la semaine 2</vt:lpstr>
      <vt:lpstr>Affichage des résultats (voir fichier Excel)</vt:lpstr>
      <vt:lpstr>Enregistrement des progrès</vt:lpstr>
      <vt:lpstr>Sem. 3 - Lundi (St Edmond)</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Sem. 3 - Mardi</vt:lpstr>
      <vt:lpstr>Présentation PowerPoint</vt:lpstr>
      <vt:lpstr>Présentation PowerPoint</vt:lpstr>
      <vt:lpstr>Présentation PowerPoint</vt:lpstr>
      <vt:lpstr>Présentation PowerPoint</vt:lpstr>
      <vt:lpstr>Présentation PowerPoint</vt:lpstr>
      <vt:lpstr>Présentation PowerPoint</vt:lpstr>
      <vt:lpstr>Question</vt:lpstr>
      <vt:lpstr>Présentation PowerPoint</vt:lpstr>
      <vt:lpstr>Ajustement des stocks</vt:lpstr>
      <vt:lpstr>Enregistrement des progrès</vt:lpstr>
      <vt:lpstr>Sem. 3 - Mercredi (Ste Cécile)</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Sem. 3 - Jeudi (St Clément)</vt:lpstr>
      <vt:lpstr>Présentation PowerPoint</vt:lpstr>
      <vt:lpstr>Présentation PowerPoint</vt:lpstr>
      <vt:lpstr>Présentation PowerPoint</vt:lpstr>
      <vt:lpstr>Présentation PowerPoint</vt:lpstr>
      <vt:lpstr>Question</vt:lpstr>
      <vt:lpstr>Présentation PowerPoint</vt:lpstr>
      <vt:lpstr>Présentation PowerPoint</vt:lpstr>
      <vt:lpstr>Présentation PowerPoint</vt:lpstr>
      <vt:lpstr>Bilan de la semaine 3</vt:lpstr>
      <vt:lpstr>Affichage des résultats</vt:lpstr>
      <vt:lpstr>Sem. 4 - Lundi (St Séverin)</vt:lpstr>
      <vt:lpstr>Sem. 4 - Lundi</vt:lpstr>
      <vt:lpstr>Sem. 4 - Lundi</vt:lpstr>
      <vt:lpstr>Sem. 4 - Lundi</vt:lpstr>
      <vt:lpstr>Sem. 4 - Lundi</vt:lpstr>
      <vt:lpstr>Sem. 4 - Lundi</vt:lpstr>
      <vt:lpstr>Sem. 4 - Lundi</vt:lpstr>
      <vt:lpstr>Sem. 4 - Lundi</vt:lpstr>
      <vt:lpstr>Sem. 4 - Mardi (St Jacques de la Manche)</vt:lpstr>
      <vt:lpstr>Sem. 4 - Mardi</vt:lpstr>
      <vt:lpstr>Sem. 4 - Mardi</vt:lpstr>
      <vt:lpstr>Sem. 4 - Mardi</vt:lpstr>
      <vt:lpstr>Sem. 4 – Mardi</vt:lpstr>
      <vt:lpstr>Sem. 4 - Mardi</vt:lpstr>
      <vt:lpstr>Sem. 4 - Mardi</vt:lpstr>
      <vt:lpstr>Question</vt:lpstr>
      <vt:lpstr>Sem. 4 - Mardi</vt:lpstr>
      <vt:lpstr>Ajustement des stocks</vt:lpstr>
      <vt:lpstr>Enregistrement des progrès</vt:lpstr>
      <vt:lpstr>Sem. 4 - Mercredi (St Saturnin)</vt:lpstr>
      <vt:lpstr>Sem. 4 - Mercredi</vt:lpstr>
      <vt:lpstr>Sem. 4 - Mercredi</vt:lpstr>
      <vt:lpstr>Sem. 4 - Mercredi</vt:lpstr>
      <vt:lpstr>Sem. 4 - Mercredi</vt:lpstr>
      <vt:lpstr>Sem. 4 - Mercredi</vt:lpstr>
      <vt:lpstr>Sem. 4 - Mercredi</vt:lpstr>
      <vt:lpstr>Sem. 4 - Mercredi</vt:lpstr>
      <vt:lpstr>Sem. 4 - Jeudi (St André)</vt:lpstr>
      <vt:lpstr>Sem. 4 - Jeudi</vt:lpstr>
      <vt:lpstr>Sem. 4 - Jeudi</vt:lpstr>
      <vt:lpstr>Sem. 4 - Jeudi</vt:lpstr>
      <vt:lpstr>Sem. 4 - Jeudi</vt:lpstr>
      <vt:lpstr>Sem. 4 - Jeudi</vt:lpstr>
      <vt:lpstr>Question</vt:lpstr>
      <vt:lpstr>Sem. 4 - Jeudi</vt:lpstr>
      <vt:lpstr>Sem. 4 - Jeudi</vt:lpstr>
      <vt:lpstr>Bilan de la semaine 4</vt:lpstr>
      <vt:lpstr>Debriefing</vt:lpstr>
      <vt:lpstr>Quelle stratégie de progrès ?</vt:lpstr>
      <vt:lpstr>Présentation PowerPoint</vt:lpstr>
      <vt:lpstr>Variante financière</vt:lpstr>
      <vt:lpstr>L’impact financier des performances</vt:lpstr>
      <vt:lpstr>Utilisation de la feuille de calcul</vt:lpstr>
    </vt:vector>
  </TitlesOfParts>
  <Company>PROCONSEIL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Présentation PowerPoint</dc:title>
  <dc:creator>CIPE</dc:creator>
  <cp:lastModifiedBy>Stéphane JAUBERT</cp:lastModifiedBy>
  <cp:revision>290</cp:revision>
  <cp:lastPrinted>2015-02-16T11:03:36Z</cp:lastPrinted>
  <dcterms:created xsi:type="dcterms:W3CDTF">2002-08-09T10:40:13Z</dcterms:created>
  <dcterms:modified xsi:type="dcterms:W3CDTF">2026-02-06T07:37:21Z</dcterms:modified>
</cp:coreProperties>
</file>